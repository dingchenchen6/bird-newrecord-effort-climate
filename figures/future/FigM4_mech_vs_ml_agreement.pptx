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Relationship Id="rId2" Type="http://schemas.openxmlformats.org/officeDocument/2006/relationships/image" Target="../media/642b17c470c009da278fd711da165b4146dff351.png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182880" y="182880"/>
            <a:ext cx="7680960" cy="7315200"/>
            <a:chOff x="182880" y="182880"/>
            <a:chExt cx="7680960" cy="7315200"/>
          </a:xfrm>
        </p:grpSpPr>
        <p:sp>
          <p:nvSpPr>
            <p:cNvPr id="3" name="rc3"/>
            <p:cNvSpPr/>
            <p:nvPr/>
          </p:nvSpPr>
          <p:spPr>
            <a:xfrm>
              <a:off x="182880" y="182880"/>
              <a:ext cx="7680960" cy="7315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82880" y="182880"/>
              <a:ext cx="7680960" cy="7315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52469" y="477231"/>
              <a:ext cx="7541781" cy="31679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108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252469" y="3645167"/>
              <a:ext cx="7541781" cy="3783323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7" name="rc7"/>
            <p:cNvSpPr/>
            <p:nvPr/>
          </p:nvSpPr>
          <p:spPr>
            <a:xfrm>
              <a:off x="776093" y="1048288"/>
              <a:ext cx="3106558" cy="225096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776093" y="2809829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  <a:lnTo>
                    <a:pt x="310655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776093" y="2319760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  <a:lnTo>
                    <a:pt x="310655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776093" y="1829690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  <a:lnTo>
                    <a:pt x="310655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776093" y="1339621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  <a:lnTo>
                    <a:pt x="310655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3793" y="1048288"/>
              <a:ext cx="114809" cy="2250966"/>
            </a:xfrm>
            <a:custGeom>
              <a:avLst/>
              <a:pathLst>
                <a:path w="114809" h="2250966">
                  <a:moveTo>
                    <a:pt x="0" y="2250966"/>
                  </a:moveTo>
                  <a:lnTo>
                    <a:pt x="114809" y="0"/>
                  </a:lnTo>
                </a:path>
              </a:pathLst>
            </a:custGeom>
            <a:ln w="9485" cap="flat">
              <a:solidFill>
                <a:srgbClr val="737373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t13"/>
            <p:cNvSpPr/>
            <p:nvPr/>
          </p:nvSpPr>
          <p:spPr>
            <a:xfrm>
              <a:off x="948096" y="2619883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4"/>
            <p:cNvSpPr/>
            <p:nvPr/>
          </p:nvSpPr>
          <p:spPr>
            <a:xfrm>
              <a:off x="969630" y="1790718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5"/>
            <p:cNvSpPr/>
            <p:nvPr/>
          </p:nvSpPr>
          <p:spPr>
            <a:xfrm>
              <a:off x="1021918" y="2222229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6"/>
            <p:cNvSpPr/>
            <p:nvPr/>
          </p:nvSpPr>
          <p:spPr>
            <a:xfrm>
              <a:off x="951228" y="228594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7"/>
            <p:cNvSpPr/>
            <p:nvPr/>
          </p:nvSpPr>
          <p:spPr>
            <a:xfrm>
              <a:off x="980493" y="227495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8"/>
            <p:cNvSpPr/>
            <p:nvPr/>
          </p:nvSpPr>
          <p:spPr>
            <a:xfrm>
              <a:off x="1059449" y="2290068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9"/>
            <p:cNvSpPr/>
            <p:nvPr/>
          </p:nvSpPr>
          <p:spPr>
            <a:xfrm>
              <a:off x="923845" y="297798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20"/>
            <p:cNvSpPr/>
            <p:nvPr/>
          </p:nvSpPr>
          <p:spPr>
            <a:xfrm>
              <a:off x="938175" y="1763279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21"/>
            <p:cNvSpPr/>
            <p:nvPr/>
          </p:nvSpPr>
          <p:spPr>
            <a:xfrm>
              <a:off x="974262" y="2296474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22"/>
            <p:cNvSpPr/>
            <p:nvPr/>
          </p:nvSpPr>
          <p:spPr>
            <a:xfrm>
              <a:off x="919210" y="2512172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3"/>
            <p:cNvSpPr/>
            <p:nvPr/>
          </p:nvSpPr>
          <p:spPr>
            <a:xfrm>
              <a:off x="935195" y="2275294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4"/>
            <p:cNvSpPr/>
            <p:nvPr/>
          </p:nvSpPr>
          <p:spPr>
            <a:xfrm>
              <a:off x="1004828" y="2255609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5"/>
            <p:cNvSpPr/>
            <p:nvPr/>
          </p:nvSpPr>
          <p:spPr>
            <a:xfrm>
              <a:off x="963226" y="288042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6"/>
            <p:cNvSpPr/>
            <p:nvPr/>
          </p:nvSpPr>
          <p:spPr>
            <a:xfrm>
              <a:off x="983532" y="2280406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7"/>
            <p:cNvSpPr/>
            <p:nvPr/>
          </p:nvSpPr>
          <p:spPr>
            <a:xfrm>
              <a:off x="1015187" y="2102465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8"/>
            <p:cNvSpPr/>
            <p:nvPr/>
          </p:nvSpPr>
          <p:spPr>
            <a:xfrm>
              <a:off x="905296" y="2424629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9"/>
            <p:cNvSpPr/>
            <p:nvPr/>
          </p:nvSpPr>
          <p:spPr>
            <a:xfrm>
              <a:off x="911217" y="3076891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30"/>
            <p:cNvSpPr/>
            <p:nvPr/>
          </p:nvSpPr>
          <p:spPr>
            <a:xfrm>
              <a:off x="935277" y="1551803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1"/>
            <p:cNvSpPr/>
            <p:nvPr/>
          </p:nvSpPr>
          <p:spPr>
            <a:xfrm>
              <a:off x="947876" y="2951329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986089" y="1439262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139334" y="2232125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941664" y="3012761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971436" y="2782686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1071618" y="231217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957511" y="3090253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1011173" y="1564464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1291615" y="2262225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915247" y="2986933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924020" y="1794010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947020" y="2329572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963740" y="2471857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983726" y="2810294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1020760" y="2219278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951987" y="2542422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971626" y="1626545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1010292" y="216988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944553" y="1624571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966820" y="2318220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1019836" y="2237788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1007312" y="2527039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1068583" y="2357624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1259877" y="2301526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973090" y="284225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988516" y="1824370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1019426" y="2336565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957126" y="1691947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9"/>
            <p:cNvSpPr/>
            <p:nvPr/>
          </p:nvSpPr>
          <p:spPr>
            <a:xfrm>
              <a:off x="995587" y="2313643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60"/>
            <p:cNvSpPr/>
            <p:nvPr/>
          </p:nvSpPr>
          <p:spPr>
            <a:xfrm>
              <a:off x="1104917" y="2301524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1"/>
            <p:cNvSpPr/>
            <p:nvPr/>
          </p:nvSpPr>
          <p:spPr>
            <a:xfrm>
              <a:off x="944994" y="2846312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2"/>
            <p:cNvSpPr/>
            <p:nvPr/>
          </p:nvSpPr>
          <p:spPr>
            <a:xfrm>
              <a:off x="968516" y="1692725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3"/>
            <p:cNvSpPr/>
            <p:nvPr/>
          </p:nvSpPr>
          <p:spPr>
            <a:xfrm>
              <a:off x="1045264" y="2316499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4"/>
            <p:cNvSpPr/>
            <p:nvPr/>
          </p:nvSpPr>
          <p:spPr>
            <a:xfrm>
              <a:off x="943849" y="2870541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5"/>
            <p:cNvSpPr/>
            <p:nvPr/>
          </p:nvSpPr>
          <p:spPr>
            <a:xfrm>
              <a:off x="956776" y="282403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6"/>
            <p:cNvSpPr/>
            <p:nvPr/>
          </p:nvSpPr>
          <p:spPr>
            <a:xfrm>
              <a:off x="984756" y="2461969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7"/>
            <p:cNvSpPr/>
            <p:nvPr/>
          </p:nvSpPr>
          <p:spPr>
            <a:xfrm>
              <a:off x="936594" y="295433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8"/>
            <p:cNvSpPr/>
            <p:nvPr/>
          </p:nvSpPr>
          <p:spPr>
            <a:xfrm>
              <a:off x="950516" y="2230162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9"/>
            <p:cNvSpPr/>
            <p:nvPr/>
          </p:nvSpPr>
          <p:spPr>
            <a:xfrm>
              <a:off x="986204" y="2568785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70"/>
            <p:cNvSpPr/>
            <p:nvPr/>
          </p:nvSpPr>
          <p:spPr>
            <a:xfrm>
              <a:off x="950347" y="2301401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1"/>
            <p:cNvSpPr/>
            <p:nvPr/>
          </p:nvSpPr>
          <p:spPr>
            <a:xfrm>
              <a:off x="963458" y="2771539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975965" y="1643651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3"/>
            <p:cNvSpPr/>
            <p:nvPr/>
          </p:nvSpPr>
          <p:spPr>
            <a:xfrm>
              <a:off x="940494" y="2949125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962636" y="2217219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023644" y="1697786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961442" y="287484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981086" y="1368488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026495" y="214082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940471" y="2845773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963175" y="215278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029805" y="2593490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935750" y="2529849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961314" y="2346851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046678" y="2300220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919964" y="290575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927667" y="1657958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946684" y="2269631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928643" y="1132017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947449" y="2083285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010881" y="2024890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940570" y="287259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960306" y="180131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014437" y="2352999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980889" y="2907735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015044" y="2130505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101740" y="157103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931833" y="2718529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936092" y="1509703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940939" y="2210704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899054" y="317835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900065" y="3116925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904141" y="2978203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947832" y="166293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979248" y="2375386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085010" y="2371804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939588" y="1048288"/>
              <a:ext cx="3106558" cy="225096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3939588" y="2809829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  <a:lnTo>
                    <a:pt x="310655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3939588" y="2319760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  <a:lnTo>
                    <a:pt x="310655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3939588" y="1829690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  <a:lnTo>
                    <a:pt x="310655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3939588" y="1339621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  <a:lnTo>
                    <a:pt x="310655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4077288" y="1048288"/>
              <a:ext cx="114809" cy="2250966"/>
            </a:xfrm>
            <a:custGeom>
              <a:avLst/>
              <a:pathLst>
                <a:path w="114809" h="2250966">
                  <a:moveTo>
                    <a:pt x="0" y="2250966"/>
                  </a:moveTo>
                  <a:lnTo>
                    <a:pt x="114809" y="0"/>
                  </a:lnTo>
                </a:path>
              </a:pathLst>
            </a:custGeom>
            <a:ln w="9485" cap="flat">
              <a:solidFill>
                <a:srgbClr val="737373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4118011" y="270914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4183052" y="2376464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4892420" y="2365935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4121573" y="2348854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4199356" y="2280411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4902177" y="2268215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4091950" y="282762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4134305" y="2332876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4548944" y="2333308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4086070" y="1603148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4146157" y="2297819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5213516" y="2288493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4133981" y="2842848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4177536" y="2111608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4399303" y="2057881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4070649" y="175941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4093428" y="1447981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4525814" y="2246622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4120500" y="262403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4262903" y="2211765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5774060" y="2193988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4114307" y="3036457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4216904" y="2291486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5347278" y="2254266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4132611" y="2995071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4374403" y="2219226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6886352" y="2278002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4081151" y="2892388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4105470" y="2339564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4315646" y="237860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4132000" y="2838987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4177692" y="2208922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4321268" y="2248399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4120836" y="2353292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4183663" y="218562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4816931" y="2271873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4113113" y="1713834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4189446" y="2300275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5004638" y="2317441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4185046" y="1607305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4381832" y="230368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5855907" y="2267302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4141563" y="239032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4174109" y="233033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4303925" y="2235510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4127661" y="223179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4263033" y="238420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5774231" y="232005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4114579" y="2424365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4188713" y="231942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5041551" y="2317341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4111039" y="2893715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4141952" y="2438343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4251844" y="2406681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4103943" y="2868304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4140186" y="255469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4360290" y="2564198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4118476" y="252767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4137817" y="1424198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4235774" y="215825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4109256" y="2928818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4176484" y="1745359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4748720" y="167524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4130674" y="2717398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4187524" y="214396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4624124" y="2252001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4109683" y="2678916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4182332" y="2597874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5006185" y="2608742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4104740" y="1589679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4196197" y="2281057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5724125" y="2279429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4085561" y="2518975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4107952" y="2259388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4301555" y="2312142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4096624" y="1152409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4165801" y="2023924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4962830" y="2064228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4109403" y="2571499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4166019" y="2284215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4649455" y="2402498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4150800" y="2736423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4246437" y="1563020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4829548" y="1617692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4097263" y="2304707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4105379" y="2160532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4137489" y="2163529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4062208" y="3143300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4066544" y="2879309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4094130" y="2726634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4117277" y="2303565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4219174" y="2342590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5500421" y="2301127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tx205"/>
            <p:cNvSpPr/>
            <p:nvPr/>
          </p:nvSpPr>
          <p:spPr>
            <a:xfrm>
              <a:off x="2084771" y="908921"/>
              <a:ext cx="48920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SSP2-4.5</a:t>
              </a:r>
            </a:p>
          </p:txBody>
        </p:sp>
        <p:sp>
          <p:nvSpPr>
            <p:cNvPr id="206" name="tx206"/>
            <p:cNvSpPr/>
            <p:nvPr/>
          </p:nvSpPr>
          <p:spPr>
            <a:xfrm>
              <a:off x="5248266" y="908921"/>
              <a:ext cx="48920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SSP5-8.5</a:t>
              </a:r>
            </a:p>
          </p:txBody>
        </p:sp>
        <p:sp>
          <p:nvSpPr>
            <p:cNvPr id="207" name="pl207"/>
            <p:cNvSpPr/>
            <p:nvPr/>
          </p:nvSpPr>
          <p:spPr>
            <a:xfrm>
              <a:off x="776093" y="3299254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l208"/>
            <p:cNvSpPr/>
            <p:nvPr/>
          </p:nvSpPr>
          <p:spPr>
            <a:xfrm>
              <a:off x="913760" y="3299254"/>
              <a:ext cx="0" cy="28468"/>
            </a:xfrm>
            <a:custGeom>
              <a:avLst/>
              <a:pathLst>
                <a:path w="0" h="28468">
                  <a:moveTo>
                    <a:pt x="0" y="28468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l209"/>
            <p:cNvSpPr/>
            <p:nvPr/>
          </p:nvSpPr>
          <p:spPr>
            <a:xfrm>
              <a:off x="1913595" y="3299254"/>
              <a:ext cx="0" cy="28468"/>
            </a:xfrm>
            <a:custGeom>
              <a:avLst/>
              <a:pathLst>
                <a:path w="0" h="28468">
                  <a:moveTo>
                    <a:pt x="0" y="28468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l210"/>
            <p:cNvSpPr/>
            <p:nvPr/>
          </p:nvSpPr>
          <p:spPr>
            <a:xfrm>
              <a:off x="2913429" y="3299254"/>
              <a:ext cx="0" cy="28468"/>
            </a:xfrm>
            <a:custGeom>
              <a:avLst/>
              <a:pathLst>
                <a:path w="0" h="28468">
                  <a:moveTo>
                    <a:pt x="0" y="28468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tx211"/>
            <p:cNvSpPr/>
            <p:nvPr/>
          </p:nvSpPr>
          <p:spPr>
            <a:xfrm>
              <a:off x="888385" y="3350497"/>
              <a:ext cx="50749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12" name="tx212"/>
            <p:cNvSpPr/>
            <p:nvPr/>
          </p:nvSpPr>
          <p:spPr>
            <a:xfrm>
              <a:off x="1862846" y="3350497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213" name="tx213"/>
            <p:cNvSpPr/>
            <p:nvPr/>
          </p:nvSpPr>
          <p:spPr>
            <a:xfrm>
              <a:off x="2862680" y="3350497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214" name="pl214"/>
            <p:cNvSpPr/>
            <p:nvPr/>
          </p:nvSpPr>
          <p:spPr>
            <a:xfrm>
              <a:off x="3939588" y="3299254"/>
              <a:ext cx="3106558" cy="0"/>
            </a:xfrm>
            <a:custGeom>
              <a:avLst/>
              <a:pathLst>
                <a:path w="3106558" h="0">
                  <a:moveTo>
                    <a:pt x="0" y="0"/>
                  </a:moveTo>
                  <a:lnTo>
                    <a:pt x="3106558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5"/>
            <p:cNvSpPr/>
            <p:nvPr/>
          </p:nvSpPr>
          <p:spPr>
            <a:xfrm>
              <a:off x="4077255" y="3299254"/>
              <a:ext cx="0" cy="28468"/>
            </a:xfrm>
            <a:custGeom>
              <a:avLst/>
              <a:pathLst>
                <a:path w="0" h="28468">
                  <a:moveTo>
                    <a:pt x="0" y="28468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5077090" y="3299254"/>
              <a:ext cx="0" cy="28468"/>
            </a:xfrm>
            <a:custGeom>
              <a:avLst/>
              <a:pathLst>
                <a:path w="0" h="28468">
                  <a:moveTo>
                    <a:pt x="0" y="28468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6076924" y="3299254"/>
              <a:ext cx="0" cy="28468"/>
            </a:xfrm>
            <a:custGeom>
              <a:avLst/>
              <a:pathLst>
                <a:path w="0" h="28468">
                  <a:moveTo>
                    <a:pt x="0" y="28468"/>
                  </a:moveTo>
                  <a:lnTo>
                    <a:pt x="0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tx218"/>
            <p:cNvSpPr/>
            <p:nvPr/>
          </p:nvSpPr>
          <p:spPr>
            <a:xfrm>
              <a:off x="4051880" y="3350497"/>
              <a:ext cx="50749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19" name="tx219"/>
            <p:cNvSpPr/>
            <p:nvPr/>
          </p:nvSpPr>
          <p:spPr>
            <a:xfrm>
              <a:off x="5026341" y="3350497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220" name="tx220"/>
            <p:cNvSpPr/>
            <p:nvPr/>
          </p:nvSpPr>
          <p:spPr>
            <a:xfrm>
              <a:off x="6026175" y="3350497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221" name="pl221"/>
            <p:cNvSpPr/>
            <p:nvPr/>
          </p:nvSpPr>
          <p:spPr>
            <a:xfrm>
              <a:off x="776093" y="1048288"/>
              <a:ext cx="0" cy="2250966"/>
            </a:xfrm>
            <a:custGeom>
              <a:avLst/>
              <a:pathLst>
                <a:path w="0" h="2250966">
                  <a:moveTo>
                    <a:pt x="0" y="2250966"/>
                  </a:moveTo>
                  <a:lnTo>
                    <a:pt x="0" y="0"/>
                  </a:lnTo>
                </a:path>
              </a:pathLst>
            </a:custGeom>
            <a:ln w="9485" cap="sq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tx222"/>
            <p:cNvSpPr/>
            <p:nvPr/>
          </p:nvSpPr>
          <p:spPr>
            <a:xfrm>
              <a:off x="598023" y="2777139"/>
              <a:ext cx="126827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</a:t>
              </a:r>
            </a:p>
          </p:txBody>
        </p:sp>
        <p:sp>
          <p:nvSpPr>
            <p:cNvPr id="223" name="tx223"/>
            <p:cNvSpPr/>
            <p:nvPr/>
          </p:nvSpPr>
          <p:spPr>
            <a:xfrm>
              <a:off x="598023" y="2287070"/>
              <a:ext cx="126827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</a:t>
              </a:r>
            </a:p>
          </p:txBody>
        </p:sp>
        <p:sp>
          <p:nvSpPr>
            <p:cNvPr id="224" name="tx224"/>
            <p:cNvSpPr/>
            <p:nvPr/>
          </p:nvSpPr>
          <p:spPr>
            <a:xfrm>
              <a:off x="598023" y="1797001"/>
              <a:ext cx="126827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1.5</a:t>
              </a:r>
            </a:p>
          </p:txBody>
        </p:sp>
        <p:sp>
          <p:nvSpPr>
            <p:cNvPr id="225" name="tx225"/>
            <p:cNvSpPr/>
            <p:nvPr/>
          </p:nvSpPr>
          <p:spPr>
            <a:xfrm>
              <a:off x="598023" y="1306931"/>
              <a:ext cx="126827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2.0</a:t>
              </a:r>
            </a:p>
          </p:txBody>
        </p:sp>
        <p:sp>
          <p:nvSpPr>
            <p:cNvPr id="226" name="pl226"/>
            <p:cNvSpPr/>
            <p:nvPr/>
          </p:nvSpPr>
          <p:spPr>
            <a:xfrm>
              <a:off x="747625" y="2809829"/>
              <a:ext cx="28468" cy="0"/>
            </a:xfrm>
            <a:custGeom>
              <a:avLst/>
              <a:pathLst>
                <a:path w="28468" h="0">
                  <a:moveTo>
                    <a:pt x="0" y="0"/>
                  </a:moveTo>
                  <a:lnTo>
                    <a:pt x="28468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7"/>
            <p:cNvSpPr/>
            <p:nvPr/>
          </p:nvSpPr>
          <p:spPr>
            <a:xfrm>
              <a:off x="747625" y="2319760"/>
              <a:ext cx="28468" cy="0"/>
            </a:xfrm>
            <a:custGeom>
              <a:avLst/>
              <a:pathLst>
                <a:path w="28468" h="0">
                  <a:moveTo>
                    <a:pt x="0" y="0"/>
                  </a:moveTo>
                  <a:lnTo>
                    <a:pt x="28468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8"/>
            <p:cNvSpPr/>
            <p:nvPr/>
          </p:nvSpPr>
          <p:spPr>
            <a:xfrm>
              <a:off x="747625" y="1829690"/>
              <a:ext cx="28468" cy="0"/>
            </a:xfrm>
            <a:custGeom>
              <a:avLst/>
              <a:pathLst>
                <a:path w="28468" h="0">
                  <a:moveTo>
                    <a:pt x="0" y="0"/>
                  </a:moveTo>
                  <a:lnTo>
                    <a:pt x="28468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9"/>
            <p:cNvSpPr/>
            <p:nvPr/>
          </p:nvSpPr>
          <p:spPr>
            <a:xfrm>
              <a:off x="747625" y="1339621"/>
              <a:ext cx="28468" cy="0"/>
            </a:xfrm>
            <a:custGeom>
              <a:avLst/>
              <a:pathLst>
                <a:path w="28468" h="0">
                  <a:moveTo>
                    <a:pt x="0" y="0"/>
                  </a:moveTo>
                  <a:lnTo>
                    <a:pt x="28468" y="0"/>
                  </a:lnTo>
                </a:path>
              </a:pathLst>
            </a:custGeom>
            <a:ln w="813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tx230"/>
            <p:cNvSpPr/>
            <p:nvPr/>
          </p:nvSpPr>
          <p:spPr>
            <a:xfrm>
              <a:off x="3314154" y="3463455"/>
              <a:ext cx="1193932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Mechanistic hazard (%)</a:t>
              </a:r>
            </a:p>
          </p:txBody>
        </p:sp>
        <p:sp>
          <p:nvSpPr>
            <p:cNvPr id="231" name="tx231"/>
            <p:cNvSpPr/>
            <p:nvPr/>
          </p:nvSpPr>
          <p:spPr>
            <a:xfrm rot="-5400000">
              <a:off x="-228898" y="2132851"/>
              <a:ext cx="146715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Machine-learning hazard (%)</a:t>
              </a:r>
            </a:p>
          </p:txBody>
        </p:sp>
        <p:sp>
          <p:nvSpPr>
            <p:cNvPr id="232" name="rc232"/>
            <p:cNvSpPr/>
            <p:nvPr/>
          </p:nvSpPr>
          <p:spPr>
            <a:xfrm>
              <a:off x="7160020" y="1864658"/>
              <a:ext cx="507705" cy="61822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tx233"/>
            <p:cNvSpPr/>
            <p:nvPr/>
          </p:nvSpPr>
          <p:spPr>
            <a:xfrm>
              <a:off x="7216956" y="1933574"/>
              <a:ext cx="393832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Horizon</a:t>
              </a:r>
            </a:p>
          </p:txBody>
        </p:sp>
        <p:sp>
          <p:nvSpPr>
            <p:cNvPr id="234" name="rc234"/>
            <p:cNvSpPr/>
            <p:nvPr/>
          </p:nvSpPr>
          <p:spPr>
            <a:xfrm>
              <a:off x="7216956" y="2084328"/>
              <a:ext cx="113872" cy="1138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7255305" y="2122677"/>
              <a:ext cx="37175" cy="37175"/>
            </a:xfrm>
            <a:prstGeom prst="ellipse">
              <a:avLst/>
            </a:prstGeom>
            <a:solidFill>
              <a:srgbClr val="56B4E9">
                <a:alpha val="80000"/>
              </a:srgbClr>
            </a:solidFill>
            <a:ln w="7363" cap="rnd">
              <a:solidFill>
                <a:srgbClr val="56B4E9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7216956" y="2198201"/>
              <a:ext cx="113872" cy="1138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7255305" y="2236549"/>
              <a:ext cx="37175" cy="37175"/>
            </a:xfrm>
            <a:prstGeom prst="ellipse">
              <a:avLst/>
            </a:prstGeom>
            <a:solidFill>
              <a:srgbClr val="E69F00">
                <a:alpha val="80000"/>
              </a:srgbClr>
            </a:solidFill>
            <a:ln w="7363" cap="rnd">
              <a:solidFill>
                <a:srgbClr val="E69F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7216956" y="2312073"/>
              <a:ext cx="113872" cy="1138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7255305" y="2350422"/>
              <a:ext cx="37175" cy="37175"/>
            </a:xfrm>
            <a:prstGeom prst="ellipse">
              <a:avLst/>
            </a:prstGeom>
            <a:solidFill>
              <a:srgbClr val="D55E00">
                <a:alpha val="80000"/>
              </a:srgbClr>
            </a:solidFill>
            <a:ln w="7363" cap="rnd">
              <a:solidFill>
                <a:srgbClr val="D55E00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tx240"/>
            <p:cNvSpPr/>
            <p:nvPr/>
          </p:nvSpPr>
          <p:spPr>
            <a:xfrm>
              <a:off x="7387766" y="2108574"/>
              <a:ext cx="202996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2030</a:t>
              </a:r>
            </a:p>
          </p:txBody>
        </p:sp>
        <p:sp>
          <p:nvSpPr>
            <p:cNvPr id="241" name="tx241"/>
            <p:cNvSpPr/>
            <p:nvPr/>
          </p:nvSpPr>
          <p:spPr>
            <a:xfrm>
              <a:off x="7387766" y="2222447"/>
              <a:ext cx="202996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2050</a:t>
              </a:r>
            </a:p>
          </p:txBody>
        </p:sp>
        <p:sp>
          <p:nvSpPr>
            <p:cNvPr id="242" name="tx242"/>
            <p:cNvSpPr/>
            <p:nvPr/>
          </p:nvSpPr>
          <p:spPr>
            <a:xfrm>
              <a:off x="7387766" y="2336320"/>
              <a:ext cx="202996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2080</a:t>
              </a:r>
            </a:p>
          </p:txBody>
        </p:sp>
        <p:sp>
          <p:nvSpPr>
            <p:cNvPr id="243" name="tx243"/>
            <p:cNvSpPr/>
            <p:nvPr/>
          </p:nvSpPr>
          <p:spPr>
            <a:xfrm>
              <a:off x="776093" y="694330"/>
              <a:ext cx="2374239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Province-level agreement (Pearson r = 0.01-0.17)</a:t>
              </a:r>
            </a:p>
          </p:txBody>
        </p:sp>
        <p:sp>
          <p:nvSpPr>
            <p:cNvPr id="244" name="tx244"/>
            <p:cNvSpPr/>
            <p:nvPr/>
          </p:nvSpPr>
          <p:spPr>
            <a:xfrm>
              <a:off x="378994" y="569149"/>
              <a:ext cx="84764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245" name="ph245"/>
            <p:cNvSpPr/>
            <p:nvPr/>
          </p:nvSpPr>
          <p:spPr>
            <a:xfrm>
              <a:off x="4426275" y="5118485"/>
              <a:ext cx="225718" cy="347728"/>
            </a:xfrm>
            <a:custGeom>
              <a:avLst/>
              <a:pathLst>
                <a:path w="225718" h="347728">
                  <a:moveTo>
                    <a:pt x="197844" y="182879"/>
                  </a:moveTo>
                  <a:lnTo>
                    <a:pt x="198019" y="182545"/>
                  </a:lnTo>
                  <a:lnTo>
                    <a:pt x="198044" y="182413"/>
                  </a:lnTo>
                  <a:lnTo>
                    <a:pt x="198052" y="182151"/>
                  </a:lnTo>
                  <a:lnTo>
                    <a:pt x="197801" y="181524"/>
                  </a:lnTo>
                  <a:lnTo>
                    <a:pt x="197445" y="181335"/>
                  </a:lnTo>
                  <a:lnTo>
                    <a:pt x="197139" y="181098"/>
                  </a:lnTo>
                  <a:lnTo>
                    <a:pt x="196968" y="180621"/>
                  </a:lnTo>
                  <a:lnTo>
                    <a:pt x="196830" y="180045"/>
                  </a:lnTo>
                  <a:lnTo>
                    <a:pt x="196409" y="179899"/>
                  </a:lnTo>
                  <a:lnTo>
                    <a:pt x="195819" y="179912"/>
                  </a:lnTo>
                  <a:lnTo>
                    <a:pt x="195645" y="180085"/>
                  </a:lnTo>
                  <a:lnTo>
                    <a:pt x="194864" y="180586"/>
                  </a:lnTo>
                  <a:lnTo>
                    <a:pt x="194133" y="180596"/>
                  </a:lnTo>
                  <a:lnTo>
                    <a:pt x="193738" y="180495"/>
                  </a:lnTo>
                  <a:lnTo>
                    <a:pt x="193496" y="180064"/>
                  </a:lnTo>
                  <a:lnTo>
                    <a:pt x="193506" y="179635"/>
                  </a:lnTo>
                  <a:lnTo>
                    <a:pt x="193468" y="179491"/>
                  </a:lnTo>
                  <a:lnTo>
                    <a:pt x="193330" y="179267"/>
                  </a:lnTo>
                  <a:lnTo>
                    <a:pt x="192545" y="178473"/>
                  </a:lnTo>
                  <a:lnTo>
                    <a:pt x="192306" y="178308"/>
                  </a:lnTo>
                  <a:lnTo>
                    <a:pt x="192054" y="178073"/>
                  </a:lnTo>
                  <a:lnTo>
                    <a:pt x="191960" y="177847"/>
                  </a:lnTo>
                  <a:lnTo>
                    <a:pt x="191827" y="177697"/>
                  </a:lnTo>
                  <a:lnTo>
                    <a:pt x="190844" y="177615"/>
                  </a:lnTo>
                  <a:lnTo>
                    <a:pt x="190921" y="178116"/>
                  </a:lnTo>
                  <a:lnTo>
                    <a:pt x="190560" y="177903"/>
                  </a:lnTo>
                  <a:lnTo>
                    <a:pt x="190321" y="177897"/>
                  </a:lnTo>
                  <a:lnTo>
                    <a:pt x="190181" y="178006"/>
                  </a:lnTo>
                  <a:lnTo>
                    <a:pt x="189957" y="178147"/>
                  </a:lnTo>
                  <a:lnTo>
                    <a:pt x="189616" y="177955"/>
                  </a:lnTo>
                  <a:lnTo>
                    <a:pt x="189612" y="177669"/>
                  </a:lnTo>
                  <a:lnTo>
                    <a:pt x="189829" y="177490"/>
                  </a:lnTo>
                  <a:lnTo>
                    <a:pt x="189970" y="177458"/>
                  </a:lnTo>
                  <a:lnTo>
                    <a:pt x="190035" y="177162"/>
                  </a:lnTo>
                  <a:lnTo>
                    <a:pt x="190027" y="176968"/>
                  </a:lnTo>
                  <a:lnTo>
                    <a:pt x="190044" y="176633"/>
                  </a:lnTo>
                  <a:lnTo>
                    <a:pt x="190326" y="176286"/>
                  </a:lnTo>
                  <a:lnTo>
                    <a:pt x="190052" y="176150"/>
                  </a:lnTo>
                  <a:lnTo>
                    <a:pt x="189461" y="175982"/>
                  </a:lnTo>
                  <a:lnTo>
                    <a:pt x="189367" y="176209"/>
                  </a:lnTo>
                  <a:lnTo>
                    <a:pt x="189033" y="176446"/>
                  </a:lnTo>
                  <a:lnTo>
                    <a:pt x="188577" y="176726"/>
                  </a:lnTo>
                  <a:lnTo>
                    <a:pt x="187575" y="177174"/>
                  </a:lnTo>
                  <a:lnTo>
                    <a:pt x="186661" y="176966"/>
                  </a:lnTo>
                  <a:lnTo>
                    <a:pt x="186295" y="176453"/>
                  </a:lnTo>
                  <a:lnTo>
                    <a:pt x="186602" y="175921"/>
                  </a:lnTo>
                  <a:lnTo>
                    <a:pt x="186640" y="175315"/>
                  </a:lnTo>
                  <a:lnTo>
                    <a:pt x="186452" y="175270"/>
                  </a:lnTo>
                  <a:lnTo>
                    <a:pt x="186294" y="175297"/>
                  </a:lnTo>
                  <a:lnTo>
                    <a:pt x="186029" y="175392"/>
                  </a:lnTo>
                  <a:lnTo>
                    <a:pt x="185870" y="175533"/>
                  </a:lnTo>
                  <a:lnTo>
                    <a:pt x="185620" y="175939"/>
                  </a:lnTo>
                  <a:lnTo>
                    <a:pt x="185676" y="176243"/>
                  </a:lnTo>
                  <a:lnTo>
                    <a:pt x="185374" y="176305"/>
                  </a:lnTo>
                  <a:lnTo>
                    <a:pt x="184862" y="176348"/>
                  </a:lnTo>
                  <a:lnTo>
                    <a:pt x="184694" y="176269"/>
                  </a:lnTo>
                  <a:lnTo>
                    <a:pt x="184311" y="175950"/>
                  </a:lnTo>
                  <a:lnTo>
                    <a:pt x="184187" y="175387"/>
                  </a:lnTo>
                  <a:lnTo>
                    <a:pt x="183640" y="175169"/>
                  </a:lnTo>
                  <a:lnTo>
                    <a:pt x="183472" y="175150"/>
                  </a:lnTo>
                  <a:lnTo>
                    <a:pt x="183317" y="175416"/>
                  </a:lnTo>
                  <a:lnTo>
                    <a:pt x="183135" y="175532"/>
                  </a:lnTo>
                  <a:lnTo>
                    <a:pt x="182981" y="175528"/>
                  </a:lnTo>
                  <a:lnTo>
                    <a:pt x="182741" y="175930"/>
                  </a:lnTo>
                  <a:lnTo>
                    <a:pt x="182494" y="176005"/>
                  </a:lnTo>
                  <a:lnTo>
                    <a:pt x="182308" y="175936"/>
                  </a:lnTo>
                  <a:lnTo>
                    <a:pt x="181969" y="175698"/>
                  </a:lnTo>
                  <a:lnTo>
                    <a:pt x="181929" y="175522"/>
                  </a:lnTo>
                  <a:lnTo>
                    <a:pt x="181912" y="175376"/>
                  </a:lnTo>
                  <a:lnTo>
                    <a:pt x="181914" y="175070"/>
                  </a:lnTo>
                  <a:lnTo>
                    <a:pt x="181662" y="174878"/>
                  </a:lnTo>
                  <a:lnTo>
                    <a:pt x="180889" y="175054"/>
                  </a:lnTo>
                  <a:lnTo>
                    <a:pt x="180551" y="175117"/>
                  </a:lnTo>
                  <a:lnTo>
                    <a:pt x="180525" y="175338"/>
                  </a:lnTo>
                  <a:lnTo>
                    <a:pt x="180760" y="175482"/>
                  </a:lnTo>
                  <a:lnTo>
                    <a:pt x="180671" y="176126"/>
                  </a:lnTo>
                  <a:lnTo>
                    <a:pt x="179869" y="175876"/>
                  </a:lnTo>
                  <a:lnTo>
                    <a:pt x="179415" y="175723"/>
                  </a:lnTo>
                  <a:lnTo>
                    <a:pt x="178397" y="175702"/>
                  </a:lnTo>
                  <a:lnTo>
                    <a:pt x="178308" y="175900"/>
                  </a:lnTo>
                  <a:lnTo>
                    <a:pt x="177951" y="176311"/>
                  </a:lnTo>
                  <a:lnTo>
                    <a:pt x="177653" y="176497"/>
                  </a:lnTo>
                  <a:lnTo>
                    <a:pt x="177415" y="176209"/>
                  </a:lnTo>
                  <a:lnTo>
                    <a:pt x="177317" y="176010"/>
                  </a:lnTo>
                  <a:lnTo>
                    <a:pt x="176870" y="175742"/>
                  </a:lnTo>
                  <a:lnTo>
                    <a:pt x="176496" y="175560"/>
                  </a:lnTo>
                  <a:lnTo>
                    <a:pt x="176106" y="175487"/>
                  </a:lnTo>
                  <a:lnTo>
                    <a:pt x="175757" y="175537"/>
                  </a:lnTo>
                  <a:lnTo>
                    <a:pt x="175236" y="175675"/>
                  </a:lnTo>
                  <a:lnTo>
                    <a:pt x="174997" y="175797"/>
                  </a:lnTo>
                  <a:lnTo>
                    <a:pt x="174536" y="176188"/>
                  </a:lnTo>
                  <a:lnTo>
                    <a:pt x="174356" y="177493"/>
                  </a:lnTo>
                  <a:lnTo>
                    <a:pt x="174727" y="177840"/>
                  </a:lnTo>
                  <a:lnTo>
                    <a:pt x="175180" y="178035"/>
                  </a:lnTo>
                  <a:lnTo>
                    <a:pt x="175568" y="178216"/>
                  </a:lnTo>
                  <a:lnTo>
                    <a:pt x="175864" y="178362"/>
                  </a:lnTo>
                  <a:lnTo>
                    <a:pt x="176261" y="178623"/>
                  </a:lnTo>
                  <a:lnTo>
                    <a:pt x="176233" y="179116"/>
                  </a:lnTo>
                  <a:lnTo>
                    <a:pt x="176308" y="179690"/>
                  </a:lnTo>
                  <a:lnTo>
                    <a:pt x="176670" y="179627"/>
                  </a:lnTo>
                  <a:lnTo>
                    <a:pt x="176736" y="179812"/>
                  </a:lnTo>
                  <a:lnTo>
                    <a:pt x="176766" y="180230"/>
                  </a:lnTo>
                  <a:lnTo>
                    <a:pt x="176290" y="180757"/>
                  </a:lnTo>
                  <a:lnTo>
                    <a:pt x="175664" y="180706"/>
                  </a:lnTo>
                  <a:lnTo>
                    <a:pt x="175735" y="181893"/>
                  </a:lnTo>
                  <a:lnTo>
                    <a:pt x="175911" y="182040"/>
                  </a:lnTo>
                  <a:lnTo>
                    <a:pt x="176538" y="182337"/>
                  </a:lnTo>
                  <a:lnTo>
                    <a:pt x="177289" y="182498"/>
                  </a:lnTo>
                  <a:lnTo>
                    <a:pt x="178072" y="182373"/>
                  </a:lnTo>
                  <a:lnTo>
                    <a:pt x="178477" y="182052"/>
                  </a:lnTo>
                  <a:lnTo>
                    <a:pt x="178633" y="182111"/>
                  </a:lnTo>
                  <a:lnTo>
                    <a:pt x="178901" y="182215"/>
                  </a:lnTo>
                  <a:lnTo>
                    <a:pt x="179616" y="182366"/>
                  </a:lnTo>
                  <a:lnTo>
                    <a:pt x="180302" y="182246"/>
                  </a:lnTo>
                  <a:lnTo>
                    <a:pt x="180330" y="182820"/>
                  </a:lnTo>
                  <a:lnTo>
                    <a:pt x="180278" y="183047"/>
                  </a:lnTo>
                  <a:lnTo>
                    <a:pt x="180207" y="183757"/>
                  </a:lnTo>
                  <a:lnTo>
                    <a:pt x="180104" y="184640"/>
                  </a:lnTo>
                  <a:lnTo>
                    <a:pt x="180201" y="185153"/>
                  </a:lnTo>
                  <a:lnTo>
                    <a:pt x="180046" y="185877"/>
                  </a:lnTo>
                  <a:lnTo>
                    <a:pt x="179945" y="186095"/>
                  </a:lnTo>
                  <a:lnTo>
                    <a:pt x="179849" y="186257"/>
                  </a:lnTo>
                  <a:lnTo>
                    <a:pt x="179918" y="186844"/>
                  </a:lnTo>
                  <a:lnTo>
                    <a:pt x="180194" y="187072"/>
                  </a:lnTo>
                  <a:lnTo>
                    <a:pt x="180810" y="187291"/>
                  </a:lnTo>
                  <a:lnTo>
                    <a:pt x="180701" y="187863"/>
                  </a:lnTo>
                  <a:lnTo>
                    <a:pt x="180546" y="187910"/>
                  </a:lnTo>
                  <a:lnTo>
                    <a:pt x="180393" y="188784"/>
                  </a:lnTo>
                  <a:lnTo>
                    <a:pt x="180507" y="189965"/>
                  </a:lnTo>
                  <a:lnTo>
                    <a:pt x="179947" y="190202"/>
                  </a:lnTo>
                  <a:lnTo>
                    <a:pt x="179328" y="192052"/>
                  </a:lnTo>
                  <a:lnTo>
                    <a:pt x="179209" y="192533"/>
                  </a:lnTo>
                  <a:lnTo>
                    <a:pt x="179130" y="192679"/>
                  </a:lnTo>
                  <a:lnTo>
                    <a:pt x="179047" y="192841"/>
                  </a:lnTo>
                  <a:lnTo>
                    <a:pt x="178955" y="193025"/>
                  </a:lnTo>
                  <a:lnTo>
                    <a:pt x="179509" y="194261"/>
                  </a:lnTo>
                  <a:lnTo>
                    <a:pt x="179064" y="195159"/>
                  </a:lnTo>
                  <a:lnTo>
                    <a:pt x="178215" y="196193"/>
                  </a:lnTo>
                  <a:lnTo>
                    <a:pt x="178050" y="196407"/>
                  </a:lnTo>
                  <a:lnTo>
                    <a:pt x="176512" y="196774"/>
                  </a:lnTo>
                  <a:lnTo>
                    <a:pt x="176372" y="196831"/>
                  </a:lnTo>
                  <a:lnTo>
                    <a:pt x="175614" y="197086"/>
                  </a:lnTo>
                  <a:lnTo>
                    <a:pt x="175313" y="196980"/>
                  </a:lnTo>
                  <a:lnTo>
                    <a:pt x="174870" y="196537"/>
                  </a:lnTo>
                  <a:lnTo>
                    <a:pt x="174622" y="196477"/>
                  </a:lnTo>
                  <a:lnTo>
                    <a:pt x="174353" y="196795"/>
                  </a:lnTo>
                  <a:lnTo>
                    <a:pt x="173508" y="197204"/>
                  </a:lnTo>
                  <a:lnTo>
                    <a:pt x="171704" y="197215"/>
                  </a:lnTo>
                  <a:lnTo>
                    <a:pt x="171667" y="197567"/>
                  </a:lnTo>
                  <a:lnTo>
                    <a:pt x="171643" y="197845"/>
                  </a:lnTo>
                  <a:lnTo>
                    <a:pt x="171464" y="197988"/>
                  </a:lnTo>
                  <a:lnTo>
                    <a:pt x="171022" y="198353"/>
                  </a:lnTo>
                  <a:lnTo>
                    <a:pt x="171162" y="199020"/>
                  </a:lnTo>
                  <a:lnTo>
                    <a:pt x="171333" y="199469"/>
                  </a:lnTo>
                  <a:lnTo>
                    <a:pt x="171495" y="199918"/>
                  </a:lnTo>
                  <a:lnTo>
                    <a:pt x="171152" y="200189"/>
                  </a:lnTo>
                  <a:lnTo>
                    <a:pt x="171082" y="200361"/>
                  </a:lnTo>
                  <a:lnTo>
                    <a:pt x="170992" y="200614"/>
                  </a:lnTo>
                  <a:lnTo>
                    <a:pt x="170966" y="201144"/>
                  </a:lnTo>
                  <a:lnTo>
                    <a:pt x="169971" y="201602"/>
                  </a:lnTo>
                  <a:lnTo>
                    <a:pt x="169866" y="201862"/>
                  </a:lnTo>
                  <a:lnTo>
                    <a:pt x="169609" y="202146"/>
                  </a:lnTo>
                  <a:lnTo>
                    <a:pt x="169418" y="202235"/>
                  </a:lnTo>
                  <a:lnTo>
                    <a:pt x="169173" y="202333"/>
                  </a:lnTo>
                  <a:lnTo>
                    <a:pt x="168783" y="202608"/>
                  </a:lnTo>
                  <a:lnTo>
                    <a:pt x="168612" y="202647"/>
                  </a:lnTo>
                  <a:lnTo>
                    <a:pt x="168181" y="202823"/>
                  </a:lnTo>
                  <a:lnTo>
                    <a:pt x="167824" y="203052"/>
                  </a:lnTo>
                  <a:lnTo>
                    <a:pt x="167476" y="203085"/>
                  </a:lnTo>
                  <a:lnTo>
                    <a:pt x="167338" y="203039"/>
                  </a:lnTo>
                  <a:lnTo>
                    <a:pt x="166704" y="203402"/>
                  </a:lnTo>
                  <a:lnTo>
                    <a:pt x="166353" y="203866"/>
                  </a:lnTo>
                  <a:lnTo>
                    <a:pt x="166015" y="204341"/>
                  </a:lnTo>
                  <a:lnTo>
                    <a:pt x="165719" y="204482"/>
                  </a:lnTo>
                  <a:lnTo>
                    <a:pt x="165864" y="204732"/>
                  </a:lnTo>
                  <a:lnTo>
                    <a:pt x="166035" y="204845"/>
                  </a:lnTo>
                  <a:lnTo>
                    <a:pt x="166141" y="205308"/>
                  </a:lnTo>
                  <a:lnTo>
                    <a:pt x="165983" y="205456"/>
                  </a:lnTo>
                  <a:lnTo>
                    <a:pt x="165782" y="205701"/>
                  </a:lnTo>
                  <a:lnTo>
                    <a:pt x="165669" y="206011"/>
                  </a:lnTo>
                  <a:lnTo>
                    <a:pt x="165894" y="206242"/>
                  </a:lnTo>
                  <a:lnTo>
                    <a:pt x="166102" y="206282"/>
                  </a:lnTo>
                  <a:lnTo>
                    <a:pt x="166474" y="206379"/>
                  </a:lnTo>
                  <a:lnTo>
                    <a:pt x="166578" y="206536"/>
                  </a:lnTo>
                  <a:lnTo>
                    <a:pt x="166559" y="206827"/>
                  </a:lnTo>
                  <a:lnTo>
                    <a:pt x="166090" y="206720"/>
                  </a:lnTo>
                  <a:lnTo>
                    <a:pt x="165973" y="207013"/>
                  </a:lnTo>
                  <a:lnTo>
                    <a:pt x="165961" y="207572"/>
                  </a:lnTo>
                  <a:lnTo>
                    <a:pt x="166188" y="207863"/>
                  </a:lnTo>
                  <a:lnTo>
                    <a:pt x="166315" y="208080"/>
                  </a:lnTo>
                  <a:lnTo>
                    <a:pt x="165951" y="208599"/>
                  </a:lnTo>
                  <a:lnTo>
                    <a:pt x="165702" y="208795"/>
                  </a:lnTo>
                  <a:lnTo>
                    <a:pt x="165386" y="208533"/>
                  </a:lnTo>
                  <a:lnTo>
                    <a:pt x="165166" y="208559"/>
                  </a:lnTo>
                  <a:lnTo>
                    <a:pt x="165279" y="208710"/>
                  </a:lnTo>
                  <a:lnTo>
                    <a:pt x="165404" y="208919"/>
                  </a:lnTo>
                  <a:lnTo>
                    <a:pt x="165480" y="209139"/>
                  </a:lnTo>
                  <a:lnTo>
                    <a:pt x="165580" y="209415"/>
                  </a:lnTo>
                  <a:lnTo>
                    <a:pt x="165150" y="209670"/>
                  </a:lnTo>
                  <a:lnTo>
                    <a:pt x="164969" y="210185"/>
                  </a:lnTo>
                  <a:lnTo>
                    <a:pt x="164959" y="210341"/>
                  </a:lnTo>
                  <a:lnTo>
                    <a:pt x="164949" y="210537"/>
                  </a:lnTo>
                  <a:lnTo>
                    <a:pt x="165051" y="210829"/>
                  </a:lnTo>
                  <a:lnTo>
                    <a:pt x="164963" y="211026"/>
                  </a:lnTo>
                  <a:lnTo>
                    <a:pt x="164594" y="211349"/>
                  </a:lnTo>
                  <a:lnTo>
                    <a:pt x="164763" y="211593"/>
                  </a:lnTo>
                  <a:lnTo>
                    <a:pt x="165029" y="211510"/>
                  </a:lnTo>
                  <a:lnTo>
                    <a:pt x="165166" y="211555"/>
                  </a:lnTo>
                  <a:lnTo>
                    <a:pt x="165298" y="211606"/>
                  </a:lnTo>
                  <a:lnTo>
                    <a:pt x="165482" y="211946"/>
                  </a:lnTo>
                  <a:lnTo>
                    <a:pt x="165363" y="212481"/>
                  </a:lnTo>
                  <a:lnTo>
                    <a:pt x="165924" y="212415"/>
                  </a:lnTo>
                  <a:lnTo>
                    <a:pt x="166206" y="212171"/>
                  </a:lnTo>
                  <a:lnTo>
                    <a:pt x="166350" y="212216"/>
                  </a:lnTo>
                  <a:lnTo>
                    <a:pt x="166814" y="212416"/>
                  </a:lnTo>
                  <a:lnTo>
                    <a:pt x="166985" y="212521"/>
                  </a:lnTo>
                  <a:lnTo>
                    <a:pt x="166967" y="212772"/>
                  </a:lnTo>
                  <a:lnTo>
                    <a:pt x="166934" y="212955"/>
                  </a:lnTo>
                  <a:lnTo>
                    <a:pt x="166969" y="213288"/>
                  </a:lnTo>
                  <a:lnTo>
                    <a:pt x="167056" y="213417"/>
                  </a:lnTo>
                  <a:lnTo>
                    <a:pt x="167209" y="213587"/>
                  </a:lnTo>
                  <a:lnTo>
                    <a:pt x="167268" y="213786"/>
                  </a:lnTo>
                  <a:lnTo>
                    <a:pt x="167635" y="213764"/>
                  </a:lnTo>
                  <a:lnTo>
                    <a:pt x="167707" y="213524"/>
                  </a:lnTo>
                  <a:lnTo>
                    <a:pt x="167736" y="213389"/>
                  </a:lnTo>
                  <a:lnTo>
                    <a:pt x="168214" y="213156"/>
                  </a:lnTo>
                  <a:lnTo>
                    <a:pt x="168639" y="213691"/>
                  </a:lnTo>
                  <a:lnTo>
                    <a:pt x="168983" y="213912"/>
                  </a:lnTo>
                  <a:lnTo>
                    <a:pt x="169387" y="213873"/>
                  </a:lnTo>
                  <a:lnTo>
                    <a:pt x="169726" y="213862"/>
                  </a:lnTo>
                  <a:lnTo>
                    <a:pt x="169879" y="213870"/>
                  </a:lnTo>
                  <a:lnTo>
                    <a:pt x="170224" y="213960"/>
                  </a:lnTo>
                  <a:lnTo>
                    <a:pt x="170321" y="214389"/>
                  </a:lnTo>
                  <a:lnTo>
                    <a:pt x="169960" y="214722"/>
                  </a:lnTo>
                  <a:lnTo>
                    <a:pt x="169611" y="214818"/>
                  </a:lnTo>
                  <a:lnTo>
                    <a:pt x="169576" y="215024"/>
                  </a:lnTo>
                  <a:lnTo>
                    <a:pt x="169715" y="215380"/>
                  </a:lnTo>
                  <a:lnTo>
                    <a:pt x="170112" y="215743"/>
                  </a:lnTo>
                  <a:lnTo>
                    <a:pt x="170860" y="216130"/>
                  </a:lnTo>
                  <a:lnTo>
                    <a:pt x="171452" y="216252"/>
                  </a:lnTo>
                  <a:lnTo>
                    <a:pt x="171308" y="216741"/>
                  </a:lnTo>
                  <a:lnTo>
                    <a:pt x="170919" y="217790"/>
                  </a:lnTo>
                  <a:lnTo>
                    <a:pt x="170772" y="218160"/>
                  </a:lnTo>
                  <a:lnTo>
                    <a:pt x="170457" y="218867"/>
                  </a:lnTo>
                  <a:lnTo>
                    <a:pt x="170458" y="219447"/>
                  </a:lnTo>
                  <a:lnTo>
                    <a:pt x="170718" y="219670"/>
                  </a:lnTo>
                  <a:lnTo>
                    <a:pt x="170985" y="219726"/>
                  </a:lnTo>
                  <a:lnTo>
                    <a:pt x="171456" y="219854"/>
                  </a:lnTo>
                  <a:lnTo>
                    <a:pt x="171540" y="220085"/>
                  </a:lnTo>
                  <a:lnTo>
                    <a:pt x="171942" y="220225"/>
                  </a:lnTo>
                  <a:lnTo>
                    <a:pt x="172287" y="220485"/>
                  </a:lnTo>
                  <a:lnTo>
                    <a:pt x="172469" y="220360"/>
                  </a:lnTo>
                  <a:lnTo>
                    <a:pt x="173018" y="220275"/>
                  </a:lnTo>
                  <a:lnTo>
                    <a:pt x="173301" y="220634"/>
                  </a:lnTo>
                  <a:lnTo>
                    <a:pt x="173084" y="220570"/>
                  </a:lnTo>
                  <a:lnTo>
                    <a:pt x="172980" y="220729"/>
                  </a:lnTo>
                  <a:lnTo>
                    <a:pt x="173071" y="221077"/>
                  </a:lnTo>
                  <a:lnTo>
                    <a:pt x="172617" y="221029"/>
                  </a:lnTo>
                  <a:lnTo>
                    <a:pt x="172403" y="221482"/>
                  </a:lnTo>
                  <a:lnTo>
                    <a:pt x="172630" y="221573"/>
                  </a:lnTo>
                  <a:lnTo>
                    <a:pt x="172678" y="221813"/>
                  </a:lnTo>
                  <a:lnTo>
                    <a:pt x="172916" y="221666"/>
                  </a:lnTo>
                  <a:lnTo>
                    <a:pt x="173092" y="221899"/>
                  </a:lnTo>
                  <a:lnTo>
                    <a:pt x="173380" y="221884"/>
                  </a:lnTo>
                  <a:lnTo>
                    <a:pt x="173865" y="222185"/>
                  </a:lnTo>
                  <a:lnTo>
                    <a:pt x="174053" y="221925"/>
                  </a:lnTo>
                  <a:lnTo>
                    <a:pt x="174296" y="221539"/>
                  </a:lnTo>
                  <a:lnTo>
                    <a:pt x="174457" y="221407"/>
                  </a:lnTo>
                  <a:lnTo>
                    <a:pt x="174648" y="221339"/>
                  </a:lnTo>
                  <a:lnTo>
                    <a:pt x="174698" y="221614"/>
                  </a:lnTo>
                  <a:lnTo>
                    <a:pt x="175242" y="221458"/>
                  </a:lnTo>
                  <a:lnTo>
                    <a:pt x="175430" y="221439"/>
                  </a:lnTo>
                  <a:lnTo>
                    <a:pt x="175598" y="221441"/>
                  </a:lnTo>
                  <a:lnTo>
                    <a:pt x="175761" y="221281"/>
                  </a:lnTo>
                  <a:lnTo>
                    <a:pt x="175995" y="220897"/>
                  </a:lnTo>
                  <a:lnTo>
                    <a:pt x="176079" y="220705"/>
                  </a:lnTo>
                  <a:lnTo>
                    <a:pt x="176408" y="220642"/>
                  </a:lnTo>
                  <a:lnTo>
                    <a:pt x="176538" y="220750"/>
                  </a:lnTo>
                  <a:lnTo>
                    <a:pt x="176630" y="220935"/>
                  </a:lnTo>
                  <a:lnTo>
                    <a:pt x="176987" y="220864"/>
                  </a:lnTo>
                  <a:lnTo>
                    <a:pt x="177285" y="220614"/>
                  </a:lnTo>
                  <a:lnTo>
                    <a:pt x="177670" y="220585"/>
                  </a:lnTo>
                  <a:lnTo>
                    <a:pt x="177854" y="220583"/>
                  </a:lnTo>
                  <a:lnTo>
                    <a:pt x="177999" y="220619"/>
                  </a:lnTo>
                  <a:lnTo>
                    <a:pt x="178288" y="221070"/>
                  </a:lnTo>
                  <a:lnTo>
                    <a:pt x="178099" y="221141"/>
                  </a:lnTo>
                  <a:lnTo>
                    <a:pt x="177951" y="221366"/>
                  </a:lnTo>
                  <a:lnTo>
                    <a:pt x="178135" y="221523"/>
                  </a:lnTo>
                  <a:lnTo>
                    <a:pt x="178416" y="221699"/>
                  </a:lnTo>
                  <a:lnTo>
                    <a:pt x="178413" y="221835"/>
                  </a:lnTo>
                  <a:lnTo>
                    <a:pt x="178826" y="222163"/>
                  </a:lnTo>
                  <a:lnTo>
                    <a:pt x="179071" y="222138"/>
                  </a:lnTo>
                  <a:lnTo>
                    <a:pt x="179685" y="222250"/>
                  </a:lnTo>
                  <a:lnTo>
                    <a:pt x="180036" y="222449"/>
                  </a:lnTo>
                  <a:lnTo>
                    <a:pt x="180280" y="222679"/>
                  </a:lnTo>
                  <a:lnTo>
                    <a:pt x="180092" y="223019"/>
                  </a:lnTo>
                  <a:lnTo>
                    <a:pt x="180318" y="222970"/>
                  </a:lnTo>
                  <a:lnTo>
                    <a:pt x="180302" y="223403"/>
                  </a:lnTo>
                  <a:lnTo>
                    <a:pt x="180185" y="223640"/>
                  </a:lnTo>
                  <a:lnTo>
                    <a:pt x="179787" y="223901"/>
                  </a:lnTo>
                  <a:lnTo>
                    <a:pt x="179600" y="223954"/>
                  </a:lnTo>
                  <a:lnTo>
                    <a:pt x="179351" y="223957"/>
                  </a:lnTo>
                  <a:lnTo>
                    <a:pt x="179286" y="224147"/>
                  </a:lnTo>
                  <a:lnTo>
                    <a:pt x="179201" y="224502"/>
                  </a:lnTo>
                  <a:lnTo>
                    <a:pt x="179015" y="224887"/>
                  </a:lnTo>
                  <a:lnTo>
                    <a:pt x="178657" y="224976"/>
                  </a:lnTo>
                  <a:lnTo>
                    <a:pt x="178393" y="224908"/>
                  </a:lnTo>
                  <a:lnTo>
                    <a:pt x="178132" y="224959"/>
                  </a:lnTo>
                  <a:lnTo>
                    <a:pt x="178012" y="225321"/>
                  </a:lnTo>
                  <a:lnTo>
                    <a:pt x="178147" y="225468"/>
                  </a:lnTo>
                  <a:lnTo>
                    <a:pt x="178244" y="225612"/>
                  </a:lnTo>
                  <a:lnTo>
                    <a:pt x="178098" y="226191"/>
                  </a:lnTo>
                  <a:lnTo>
                    <a:pt x="178061" y="226332"/>
                  </a:lnTo>
                  <a:lnTo>
                    <a:pt x="178295" y="226560"/>
                  </a:lnTo>
                  <a:lnTo>
                    <a:pt x="178687" y="226954"/>
                  </a:lnTo>
                  <a:lnTo>
                    <a:pt x="179189" y="226895"/>
                  </a:lnTo>
                  <a:lnTo>
                    <a:pt x="179341" y="226926"/>
                  </a:lnTo>
                  <a:lnTo>
                    <a:pt x="179692" y="227150"/>
                  </a:lnTo>
                  <a:lnTo>
                    <a:pt x="180089" y="227330"/>
                  </a:lnTo>
                  <a:lnTo>
                    <a:pt x="180344" y="227047"/>
                  </a:lnTo>
                  <a:lnTo>
                    <a:pt x="180661" y="227009"/>
                  </a:lnTo>
                  <a:lnTo>
                    <a:pt x="180820" y="227086"/>
                  </a:lnTo>
                  <a:lnTo>
                    <a:pt x="181372" y="226892"/>
                  </a:lnTo>
                  <a:lnTo>
                    <a:pt x="181461" y="227086"/>
                  </a:lnTo>
                  <a:lnTo>
                    <a:pt x="181411" y="227338"/>
                  </a:lnTo>
                  <a:lnTo>
                    <a:pt x="181619" y="227682"/>
                  </a:lnTo>
                  <a:lnTo>
                    <a:pt x="181821" y="227697"/>
                  </a:lnTo>
                  <a:lnTo>
                    <a:pt x="182045" y="227607"/>
                  </a:lnTo>
                  <a:lnTo>
                    <a:pt x="182092" y="227340"/>
                  </a:lnTo>
                  <a:lnTo>
                    <a:pt x="182304" y="227421"/>
                  </a:lnTo>
                  <a:lnTo>
                    <a:pt x="182455" y="227208"/>
                  </a:lnTo>
                  <a:lnTo>
                    <a:pt x="182464" y="227050"/>
                  </a:lnTo>
                  <a:lnTo>
                    <a:pt x="182560" y="226648"/>
                  </a:lnTo>
                  <a:lnTo>
                    <a:pt x="182861" y="226144"/>
                  </a:lnTo>
                  <a:lnTo>
                    <a:pt x="182913" y="225952"/>
                  </a:lnTo>
                  <a:lnTo>
                    <a:pt x="182795" y="225479"/>
                  </a:lnTo>
                  <a:lnTo>
                    <a:pt x="183118" y="224923"/>
                  </a:lnTo>
                  <a:lnTo>
                    <a:pt x="183464" y="224904"/>
                  </a:lnTo>
                  <a:lnTo>
                    <a:pt x="183720" y="224942"/>
                  </a:lnTo>
                  <a:lnTo>
                    <a:pt x="184237" y="224767"/>
                  </a:lnTo>
                  <a:lnTo>
                    <a:pt x="184497" y="224891"/>
                  </a:lnTo>
                  <a:lnTo>
                    <a:pt x="184524" y="225035"/>
                  </a:lnTo>
                  <a:lnTo>
                    <a:pt x="184745" y="225240"/>
                  </a:lnTo>
                  <a:lnTo>
                    <a:pt x="185010" y="225217"/>
                  </a:lnTo>
                  <a:lnTo>
                    <a:pt x="185253" y="225449"/>
                  </a:lnTo>
                  <a:lnTo>
                    <a:pt x="185316" y="225693"/>
                  </a:lnTo>
                  <a:lnTo>
                    <a:pt x="184977" y="225994"/>
                  </a:lnTo>
                  <a:lnTo>
                    <a:pt x="184627" y="226280"/>
                  </a:lnTo>
                  <a:lnTo>
                    <a:pt x="184782" y="226418"/>
                  </a:lnTo>
                  <a:lnTo>
                    <a:pt x="184917" y="226757"/>
                  </a:lnTo>
                  <a:lnTo>
                    <a:pt x="184974" y="226979"/>
                  </a:lnTo>
                  <a:lnTo>
                    <a:pt x="185077" y="227127"/>
                  </a:lnTo>
                  <a:lnTo>
                    <a:pt x="185098" y="227360"/>
                  </a:lnTo>
                  <a:lnTo>
                    <a:pt x="185096" y="227579"/>
                  </a:lnTo>
                  <a:lnTo>
                    <a:pt x="185235" y="227603"/>
                  </a:lnTo>
                  <a:lnTo>
                    <a:pt x="185380" y="227831"/>
                  </a:lnTo>
                  <a:lnTo>
                    <a:pt x="185507" y="228053"/>
                  </a:lnTo>
                  <a:lnTo>
                    <a:pt x="185658" y="228170"/>
                  </a:lnTo>
                  <a:lnTo>
                    <a:pt x="185936" y="228150"/>
                  </a:lnTo>
                  <a:lnTo>
                    <a:pt x="186201" y="228089"/>
                  </a:lnTo>
                  <a:lnTo>
                    <a:pt x="186379" y="227557"/>
                  </a:lnTo>
                  <a:lnTo>
                    <a:pt x="186638" y="227599"/>
                  </a:lnTo>
                  <a:lnTo>
                    <a:pt x="186766" y="227604"/>
                  </a:lnTo>
                  <a:lnTo>
                    <a:pt x="187074" y="227369"/>
                  </a:lnTo>
                  <a:lnTo>
                    <a:pt x="187480" y="227420"/>
                  </a:lnTo>
                  <a:lnTo>
                    <a:pt x="187483" y="227584"/>
                  </a:lnTo>
                  <a:lnTo>
                    <a:pt x="187848" y="227765"/>
                  </a:lnTo>
                  <a:lnTo>
                    <a:pt x="188868" y="228683"/>
                  </a:lnTo>
                  <a:lnTo>
                    <a:pt x="188920" y="228937"/>
                  </a:lnTo>
                  <a:lnTo>
                    <a:pt x="188844" y="229132"/>
                  </a:lnTo>
                  <a:lnTo>
                    <a:pt x="188310" y="229447"/>
                  </a:lnTo>
                  <a:lnTo>
                    <a:pt x="188793" y="229586"/>
                  </a:lnTo>
                  <a:lnTo>
                    <a:pt x="188969" y="229569"/>
                  </a:lnTo>
                  <a:lnTo>
                    <a:pt x="189128" y="229774"/>
                  </a:lnTo>
                  <a:lnTo>
                    <a:pt x="188969" y="230150"/>
                  </a:lnTo>
                  <a:lnTo>
                    <a:pt x="188962" y="230348"/>
                  </a:lnTo>
                  <a:lnTo>
                    <a:pt x="188784" y="230756"/>
                  </a:lnTo>
                  <a:lnTo>
                    <a:pt x="189293" y="230826"/>
                  </a:lnTo>
                  <a:lnTo>
                    <a:pt x="189155" y="231207"/>
                  </a:lnTo>
                  <a:lnTo>
                    <a:pt x="188782" y="231449"/>
                  </a:lnTo>
                  <a:lnTo>
                    <a:pt x="188842" y="231635"/>
                  </a:lnTo>
                  <a:lnTo>
                    <a:pt x="189057" y="231847"/>
                  </a:lnTo>
                  <a:lnTo>
                    <a:pt x="189083" y="232183"/>
                  </a:lnTo>
                  <a:lnTo>
                    <a:pt x="189108" y="232483"/>
                  </a:lnTo>
                  <a:lnTo>
                    <a:pt x="189535" y="232756"/>
                  </a:lnTo>
                  <a:lnTo>
                    <a:pt x="189611" y="232983"/>
                  </a:lnTo>
                  <a:lnTo>
                    <a:pt x="189474" y="234218"/>
                  </a:lnTo>
                  <a:lnTo>
                    <a:pt x="189406" y="234673"/>
                  </a:lnTo>
                  <a:lnTo>
                    <a:pt x="189208" y="235571"/>
                  </a:lnTo>
                  <a:lnTo>
                    <a:pt x="189216" y="235871"/>
                  </a:lnTo>
                  <a:lnTo>
                    <a:pt x="189325" y="237354"/>
                  </a:lnTo>
                  <a:lnTo>
                    <a:pt x="189082" y="238087"/>
                  </a:lnTo>
                  <a:lnTo>
                    <a:pt x="189005" y="238231"/>
                  </a:lnTo>
                  <a:lnTo>
                    <a:pt x="188745" y="238694"/>
                  </a:lnTo>
                  <a:lnTo>
                    <a:pt x="188622" y="238848"/>
                  </a:lnTo>
                  <a:lnTo>
                    <a:pt x="187227" y="240728"/>
                  </a:lnTo>
                  <a:lnTo>
                    <a:pt x="187152" y="240897"/>
                  </a:lnTo>
                  <a:lnTo>
                    <a:pt x="186957" y="241042"/>
                  </a:lnTo>
                  <a:lnTo>
                    <a:pt x="186593" y="241275"/>
                  </a:lnTo>
                  <a:lnTo>
                    <a:pt x="186361" y="241271"/>
                  </a:lnTo>
                  <a:lnTo>
                    <a:pt x="185954" y="241483"/>
                  </a:lnTo>
                  <a:lnTo>
                    <a:pt x="185689" y="241551"/>
                  </a:lnTo>
                  <a:lnTo>
                    <a:pt x="184705" y="241632"/>
                  </a:lnTo>
                  <a:lnTo>
                    <a:pt x="184147" y="241875"/>
                  </a:lnTo>
                  <a:lnTo>
                    <a:pt x="183947" y="241702"/>
                  </a:lnTo>
                  <a:lnTo>
                    <a:pt x="183824" y="240520"/>
                  </a:lnTo>
                  <a:lnTo>
                    <a:pt x="183316" y="240718"/>
                  </a:lnTo>
                  <a:lnTo>
                    <a:pt x="182887" y="241406"/>
                  </a:lnTo>
                  <a:lnTo>
                    <a:pt x="182383" y="242875"/>
                  </a:lnTo>
                  <a:lnTo>
                    <a:pt x="181662" y="244135"/>
                  </a:lnTo>
                  <a:lnTo>
                    <a:pt x="181444" y="245497"/>
                  </a:lnTo>
                  <a:lnTo>
                    <a:pt x="181207" y="245550"/>
                  </a:lnTo>
                  <a:lnTo>
                    <a:pt x="181605" y="245817"/>
                  </a:lnTo>
                  <a:lnTo>
                    <a:pt x="181802" y="245645"/>
                  </a:lnTo>
                  <a:lnTo>
                    <a:pt x="182031" y="245687"/>
                  </a:lnTo>
                  <a:lnTo>
                    <a:pt x="181930" y="245873"/>
                  </a:lnTo>
                  <a:lnTo>
                    <a:pt x="182194" y="246325"/>
                  </a:lnTo>
                  <a:lnTo>
                    <a:pt x="182353" y="246330"/>
                  </a:lnTo>
                  <a:lnTo>
                    <a:pt x="182501" y="246313"/>
                  </a:lnTo>
                  <a:lnTo>
                    <a:pt x="182750" y="246337"/>
                  </a:lnTo>
                  <a:lnTo>
                    <a:pt x="183725" y="246593"/>
                  </a:lnTo>
                  <a:lnTo>
                    <a:pt x="183937" y="246847"/>
                  </a:lnTo>
                  <a:lnTo>
                    <a:pt x="184025" y="246982"/>
                  </a:lnTo>
                  <a:lnTo>
                    <a:pt x="184300" y="247168"/>
                  </a:lnTo>
                  <a:lnTo>
                    <a:pt x="184411" y="247312"/>
                  </a:lnTo>
                  <a:lnTo>
                    <a:pt x="184524" y="247500"/>
                  </a:lnTo>
                  <a:lnTo>
                    <a:pt x="184551" y="247676"/>
                  </a:lnTo>
                  <a:lnTo>
                    <a:pt x="184540" y="247825"/>
                  </a:lnTo>
                  <a:lnTo>
                    <a:pt x="184466" y="248162"/>
                  </a:lnTo>
                  <a:lnTo>
                    <a:pt x="184481" y="248335"/>
                  </a:lnTo>
                  <a:lnTo>
                    <a:pt x="184552" y="248498"/>
                  </a:lnTo>
                  <a:lnTo>
                    <a:pt x="184693" y="248678"/>
                  </a:lnTo>
                  <a:lnTo>
                    <a:pt x="185002" y="248917"/>
                  </a:lnTo>
                  <a:lnTo>
                    <a:pt x="185380" y="249095"/>
                  </a:lnTo>
                  <a:lnTo>
                    <a:pt x="185588" y="249149"/>
                  </a:lnTo>
                  <a:lnTo>
                    <a:pt x="185868" y="248963"/>
                  </a:lnTo>
                  <a:lnTo>
                    <a:pt x="186001" y="248837"/>
                  </a:lnTo>
                  <a:lnTo>
                    <a:pt x="186300" y="248780"/>
                  </a:lnTo>
                  <a:lnTo>
                    <a:pt x="186753" y="249096"/>
                  </a:lnTo>
                  <a:lnTo>
                    <a:pt x="187385" y="248721"/>
                  </a:lnTo>
                  <a:lnTo>
                    <a:pt x="187783" y="248611"/>
                  </a:lnTo>
                  <a:lnTo>
                    <a:pt x="188011" y="248551"/>
                  </a:lnTo>
                  <a:lnTo>
                    <a:pt x="188413" y="248471"/>
                  </a:lnTo>
                  <a:lnTo>
                    <a:pt x="188955" y="248602"/>
                  </a:lnTo>
                  <a:lnTo>
                    <a:pt x="189435" y="248696"/>
                  </a:lnTo>
                  <a:lnTo>
                    <a:pt x="189475" y="248934"/>
                  </a:lnTo>
                  <a:lnTo>
                    <a:pt x="189463" y="249096"/>
                  </a:lnTo>
                  <a:lnTo>
                    <a:pt x="190017" y="249007"/>
                  </a:lnTo>
                  <a:lnTo>
                    <a:pt x="190430" y="248910"/>
                  </a:lnTo>
                  <a:lnTo>
                    <a:pt x="190897" y="248541"/>
                  </a:lnTo>
                  <a:lnTo>
                    <a:pt x="191253" y="248382"/>
                  </a:lnTo>
                  <a:lnTo>
                    <a:pt x="191752" y="248500"/>
                  </a:lnTo>
                  <a:lnTo>
                    <a:pt x="192046" y="248610"/>
                  </a:lnTo>
                  <a:lnTo>
                    <a:pt x="192303" y="248697"/>
                  </a:lnTo>
                  <a:lnTo>
                    <a:pt x="192564" y="248723"/>
                  </a:lnTo>
                  <a:lnTo>
                    <a:pt x="192829" y="248663"/>
                  </a:lnTo>
                  <a:lnTo>
                    <a:pt x="192975" y="248698"/>
                  </a:lnTo>
                  <a:lnTo>
                    <a:pt x="193280" y="248630"/>
                  </a:lnTo>
                  <a:lnTo>
                    <a:pt x="193465" y="248562"/>
                  </a:lnTo>
                  <a:lnTo>
                    <a:pt x="193673" y="248766"/>
                  </a:lnTo>
                  <a:lnTo>
                    <a:pt x="193998" y="248642"/>
                  </a:lnTo>
                  <a:lnTo>
                    <a:pt x="194216" y="248892"/>
                  </a:lnTo>
                  <a:lnTo>
                    <a:pt x="194613" y="249067"/>
                  </a:lnTo>
                  <a:lnTo>
                    <a:pt x="194766" y="248964"/>
                  </a:lnTo>
                  <a:lnTo>
                    <a:pt x="194933" y="248849"/>
                  </a:lnTo>
                  <a:lnTo>
                    <a:pt x="195160" y="248836"/>
                  </a:lnTo>
                  <a:lnTo>
                    <a:pt x="195490" y="248393"/>
                  </a:lnTo>
                  <a:lnTo>
                    <a:pt x="195857" y="248367"/>
                  </a:lnTo>
                  <a:lnTo>
                    <a:pt x="196327" y="248615"/>
                  </a:lnTo>
                  <a:lnTo>
                    <a:pt x="196971" y="248812"/>
                  </a:lnTo>
                  <a:lnTo>
                    <a:pt x="197509" y="249018"/>
                  </a:lnTo>
                  <a:lnTo>
                    <a:pt x="197724" y="248613"/>
                  </a:lnTo>
                  <a:lnTo>
                    <a:pt x="197909" y="248632"/>
                  </a:lnTo>
                  <a:lnTo>
                    <a:pt x="198388" y="248801"/>
                  </a:lnTo>
                  <a:lnTo>
                    <a:pt x="198692" y="248990"/>
                  </a:lnTo>
                  <a:lnTo>
                    <a:pt x="198843" y="248962"/>
                  </a:lnTo>
                  <a:lnTo>
                    <a:pt x="198953" y="248787"/>
                  </a:lnTo>
                  <a:lnTo>
                    <a:pt x="199164" y="248496"/>
                  </a:lnTo>
                  <a:lnTo>
                    <a:pt x="199530" y="248493"/>
                  </a:lnTo>
                  <a:lnTo>
                    <a:pt x="199925" y="248758"/>
                  </a:lnTo>
                  <a:lnTo>
                    <a:pt x="199920" y="248475"/>
                  </a:lnTo>
                  <a:lnTo>
                    <a:pt x="199902" y="248017"/>
                  </a:lnTo>
                  <a:lnTo>
                    <a:pt x="200085" y="247826"/>
                  </a:lnTo>
                  <a:lnTo>
                    <a:pt x="200429" y="247512"/>
                  </a:lnTo>
                  <a:lnTo>
                    <a:pt x="200755" y="247359"/>
                  </a:lnTo>
                  <a:lnTo>
                    <a:pt x="201193" y="247366"/>
                  </a:lnTo>
                  <a:lnTo>
                    <a:pt x="201470" y="247010"/>
                  </a:lnTo>
                  <a:lnTo>
                    <a:pt x="201818" y="246776"/>
                  </a:lnTo>
                  <a:lnTo>
                    <a:pt x="201991" y="246525"/>
                  </a:lnTo>
                  <a:lnTo>
                    <a:pt x="202190" y="246162"/>
                  </a:lnTo>
                  <a:lnTo>
                    <a:pt x="202189" y="245787"/>
                  </a:lnTo>
                  <a:lnTo>
                    <a:pt x="202456" y="245613"/>
                  </a:lnTo>
                  <a:lnTo>
                    <a:pt x="202921" y="245742"/>
                  </a:lnTo>
                  <a:lnTo>
                    <a:pt x="203376" y="245401"/>
                  </a:lnTo>
                  <a:lnTo>
                    <a:pt x="203757" y="245341"/>
                  </a:lnTo>
                  <a:lnTo>
                    <a:pt x="204075" y="245531"/>
                  </a:lnTo>
                  <a:lnTo>
                    <a:pt x="204254" y="245521"/>
                  </a:lnTo>
                  <a:lnTo>
                    <a:pt x="204443" y="245645"/>
                  </a:lnTo>
                  <a:lnTo>
                    <a:pt x="204318" y="246207"/>
                  </a:lnTo>
                  <a:lnTo>
                    <a:pt x="204297" y="246683"/>
                  </a:lnTo>
                  <a:lnTo>
                    <a:pt x="204662" y="247103"/>
                  </a:lnTo>
                  <a:lnTo>
                    <a:pt x="204764" y="246764"/>
                  </a:lnTo>
                  <a:lnTo>
                    <a:pt x="204953" y="246635"/>
                  </a:lnTo>
                  <a:lnTo>
                    <a:pt x="205088" y="246653"/>
                  </a:lnTo>
                  <a:lnTo>
                    <a:pt x="205301" y="246880"/>
                  </a:lnTo>
                  <a:lnTo>
                    <a:pt x="205323" y="247047"/>
                  </a:lnTo>
                  <a:lnTo>
                    <a:pt x="205588" y="247258"/>
                  </a:lnTo>
                  <a:lnTo>
                    <a:pt x="205722" y="247348"/>
                  </a:lnTo>
                  <a:lnTo>
                    <a:pt x="205931" y="247400"/>
                  </a:lnTo>
                  <a:lnTo>
                    <a:pt x="206043" y="247554"/>
                  </a:lnTo>
                  <a:lnTo>
                    <a:pt x="206253" y="247775"/>
                  </a:lnTo>
                  <a:lnTo>
                    <a:pt x="206469" y="247805"/>
                  </a:lnTo>
                  <a:lnTo>
                    <a:pt x="206919" y="247191"/>
                  </a:lnTo>
                  <a:lnTo>
                    <a:pt x="207047" y="247206"/>
                  </a:lnTo>
                  <a:lnTo>
                    <a:pt x="207400" y="247456"/>
                  </a:lnTo>
                  <a:lnTo>
                    <a:pt x="207514" y="247607"/>
                  </a:lnTo>
                  <a:lnTo>
                    <a:pt x="207539" y="247772"/>
                  </a:lnTo>
                  <a:lnTo>
                    <a:pt x="207795" y="247788"/>
                  </a:lnTo>
                  <a:lnTo>
                    <a:pt x="208066" y="247597"/>
                  </a:lnTo>
                  <a:lnTo>
                    <a:pt x="208231" y="247436"/>
                  </a:lnTo>
                  <a:lnTo>
                    <a:pt x="208539" y="247570"/>
                  </a:lnTo>
                  <a:lnTo>
                    <a:pt x="208906" y="247235"/>
                  </a:lnTo>
                  <a:lnTo>
                    <a:pt x="209284" y="246951"/>
                  </a:lnTo>
                  <a:lnTo>
                    <a:pt x="209577" y="247115"/>
                  </a:lnTo>
                  <a:lnTo>
                    <a:pt x="210047" y="247237"/>
                  </a:lnTo>
                  <a:lnTo>
                    <a:pt x="210496" y="247245"/>
                  </a:lnTo>
                  <a:lnTo>
                    <a:pt x="210641" y="247224"/>
                  </a:lnTo>
                  <a:lnTo>
                    <a:pt x="211038" y="247234"/>
                  </a:lnTo>
                  <a:lnTo>
                    <a:pt x="211140" y="247490"/>
                  </a:lnTo>
                  <a:lnTo>
                    <a:pt x="211507" y="247315"/>
                  </a:lnTo>
                  <a:lnTo>
                    <a:pt x="211342" y="247296"/>
                  </a:lnTo>
                  <a:lnTo>
                    <a:pt x="211081" y="246603"/>
                  </a:lnTo>
                  <a:lnTo>
                    <a:pt x="211387" y="246549"/>
                  </a:lnTo>
                  <a:lnTo>
                    <a:pt x="211571" y="246095"/>
                  </a:lnTo>
                  <a:lnTo>
                    <a:pt x="211556" y="245669"/>
                  </a:lnTo>
                  <a:lnTo>
                    <a:pt x="211393" y="245306"/>
                  </a:lnTo>
                  <a:lnTo>
                    <a:pt x="211561" y="245186"/>
                  </a:lnTo>
                  <a:lnTo>
                    <a:pt x="211688" y="245169"/>
                  </a:lnTo>
                  <a:lnTo>
                    <a:pt x="212046" y="245465"/>
                  </a:lnTo>
                  <a:lnTo>
                    <a:pt x="212250" y="245882"/>
                  </a:lnTo>
                  <a:lnTo>
                    <a:pt x="212536" y="246335"/>
                  </a:lnTo>
                  <a:lnTo>
                    <a:pt x="212490" y="246600"/>
                  </a:lnTo>
                  <a:lnTo>
                    <a:pt x="212810" y="246968"/>
                  </a:lnTo>
                  <a:lnTo>
                    <a:pt x="212959" y="247009"/>
                  </a:lnTo>
                  <a:lnTo>
                    <a:pt x="212975" y="247150"/>
                  </a:lnTo>
                  <a:lnTo>
                    <a:pt x="212735" y="247906"/>
                  </a:lnTo>
                  <a:lnTo>
                    <a:pt x="212680" y="248133"/>
                  </a:lnTo>
                  <a:lnTo>
                    <a:pt x="212493" y="248361"/>
                  </a:lnTo>
                  <a:lnTo>
                    <a:pt x="212391" y="248536"/>
                  </a:lnTo>
                  <a:lnTo>
                    <a:pt x="212188" y="249359"/>
                  </a:lnTo>
                  <a:lnTo>
                    <a:pt x="212336" y="249494"/>
                  </a:lnTo>
                  <a:lnTo>
                    <a:pt x="212294" y="249652"/>
                  </a:lnTo>
                  <a:lnTo>
                    <a:pt x="212193" y="249840"/>
                  </a:lnTo>
                  <a:lnTo>
                    <a:pt x="212063" y="249877"/>
                  </a:lnTo>
                  <a:lnTo>
                    <a:pt x="212016" y="250061"/>
                  </a:lnTo>
                  <a:lnTo>
                    <a:pt x="212102" y="250514"/>
                  </a:lnTo>
                  <a:lnTo>
                    <a:pt x="212132" y="250794"/>
                  </a:lnTo>
                  <a:lnTo>
                    <a:pt x="212237" y="251002"/>
                  </a:lnTo>
                  <a:lnTo>
                    <a:pt x="212396" y="251021"/>
                  </a:lnTo>
                  <a:lnTo>
                    <a:pt x="212917" y="251346"/>
                  </a:lnTo>
                  <a:lnTo>
                    <a:pt x="213077" y="251270"/>
                  </a:lnTo>
                  <a:lnTo>
                    <a:pt x="213467" y="251154"/>
                  </a:lnTo>
                  <a:lnTo>
                    <a:pt x="213599" y="250782"/>
                  </a:lnTo>
                  <a:lnTo>
                    <a:pt x="213728" y="250760"/>
                  </a:lnTo>
                  <a:lnTo>
                    <a:pt x="214251" y="250967"/>
                  </a:lnTo>
                  <a:lnTo>
                    <a:pt x="214228" y="251125"/>
                  </a:lnTo>
                  <a:lnTo>
                    <a:pt x="214015" y="251118"/>
                  </a:lnTo>
                  <a:lnTo>
                    <a:pt x="213793" y="251040"/>
                  </a:lnTo>
                  <a:lnTo>
                    <a:pt x="213621" y="251076"/>
                  </a:lnTo>
                  <a:lnTo>
                    <a:pt x="213481" y="251317"/>
                  </a:lnTo>
                  <a:lnTo>
                    <a:pt x="213433" y="251528"/>
                  </a:lnTo>
                  <a:lnTo>
                    <a:pt x="213519" y="251845"/>
                  </a:lnTo>
                  <a:lnTo>
                    <a:pt x="213309" y="252116"/>
                  </a:lnTo>
                  <a:lnTo>
                    <a:pt x="213206" y="252368"/>
                  </a:lnTo>
                  <a:lnTo>
                    <a:pt x="213455" y="252398"/>
                  </a:lnTo>
                  <a:lnTo>
                    <a:pt x="213649" y="252282"/>
                  </a:lnTo>
                  <a:lnTo>
                    <a:pt x="213892" y="251804"/>
                  </a:lnTo>
                  <a:lnTo>
                    <a:pt x="214066" y="251694"/>
                  </a:lnTo>
                  <a:lnTo>
                    <a:pt x="214332" y="251638"/>
                  </a:lnTo>
                  <a:lnTo>
                    <a:pt x="214433" y="251970"/>
                  </a:lnTo>
                  <a:lnTo>
                    <a:pt x="214530" y="252129"/>
                  </a:lnTo>
                  <a:lnTo>
                    <a:pt x="214841" y="252061"/>
                  </a:lnTo>
                  <a:lnTo>
                    <a:pt x="215012" y="251854"/>
                  </a:lnTo>
                  <a:lnTo>
                    <a:pt x="215309" y="251507"/>
                  </a:lnTo>
                  <a:lnTo>
                    <a:pt x="215452" y="251614"/>
                  </a:lnTo>
                  <a:lnTo>
                    <a:pt x="215567" y="251947"/>
                  </a:lnTo>
                  <a:lnTo>
                    <a:pt x="215850" y="252022"/>
                  </a:lnTo>
                  <a:lnTo>
                    <a:pt x="216300" y="252154"/>
                  </a:lnTo>
                  <a:lnTo>
                    <a:pt x="216345" y="252417"/>
                  </a:lnTo>
                  <a:lnTo>
                    <a:pt x="216541" y="252669"/>
                  </a:lnTo>
                  <a:lnTo>
                    <a:pt x="216729" y="253026"/>
                  </a:lnTo>
                  <a:lnTo>
                    <a:pt x="217355" y="252928"/>
                  </a:lnTo>
                  <a:lnTo>
                    <a:pt x="217615" y="252982"/>
                  </a:lnTo>
                  <a:lnTo>
                    <a:pt x="217734" y="253133"/>
                  </a:lnTo>
                  <a:lnTo>
                    <a:pt x="217982" y="252843"/>
                  </a:lnTo>
                  <a:lnTo>
                    <a:pt x="218007" y="252694"/>
                  </a:lnTo>
                  <a:lnTo>
                    <a:pt x="218153" y="252589"/>
                  </a:lnTo>
                  <a:lnTo>
                    <a:pt x="218436" y="252609"/>
                  </a:lnTo>
                  <a:lnTo>
                    <a:pt x="218726" y="252789"/>
                  </a:lnTo>
                  <a:lnTo>
                    <a:pt x="219014" y="253059"/>
                  </a:lnTo>
                  <a:lnTo>
                    <a:pt x="219445" y="253077"/>
                  </a:lnTo>
                  <a:lnTo>
                    <a:pt x="219632" y="252864"/>
                  </a:lnTo>
                  <a:lnTo>
                    <a:pt x="219817" y="252834"/>
                  </a:lnTo>
                  <a:lnTo>
                    <a:pt x="220323" y="252974"/>
                  </a:lnTo>
                  <a:lnTo>
                    <a:pt x="220298" y="253323"/>
                  </a:lnTo>
                  <a:lnTo>
                    <a:pt x="220675" y="253160"/>
                  </a:lnTo>
                  <a:lnTo>
                    <a:pt x="220615" y="253712"/>
                  </a:lnTo>
                  <a:lnTo>
                    <a:pt x="221027" y="253520"/>
                  </a:lnTo>
                  <a:lnTo>
                    <a:pt x="221288" y="253731"/>
                  </a:lnTo>
                  <a:lnTo>
                    <a:pt x="221473" y="254012"/>
                  </a:lnTo>
                  <a:lnTo>
                    <a:pt x="221677" y="254219"/>
                  </a:lnTo>
                  <a:lnTo>
                    <a:pt x="222049" y="254425"/>
                  </a:lnTo>
                  <a:lnTo>
                    <a:pt x="222300" y="254279"/>
                  </a:lnTo>
                  <a:lnTo>
                    <a:pt x="222239" y="254579"/>
                  </a:lnTo>
                  <a:lnTo>
                    <a:pt x="222202" y="254709"/>
                  </a:lnTo>
                  <a:lnTo>
                    <a:pt x="222002" y="254685"/>
                  </a:lnTo>
                  <a:lnTo>
                    <a:pt x="221965" y="254877"/>
                  </a:lnTo>
                  <a:lnTo>
                    <a:pt x="222094" y="255093"/>
                  </a:lnTo>
                  <a:lnTo>
                    <a:pt x="222185" y="255273"/>
                  </a:lnTo>
                  <a:lnTo>
                    <a:pt x="222452" y="255421"/>
                  </a:lnTo>
                  <a:lnTo>
                    <a:pt x="222685" y="255347"/>
                  </a:lnTo>
                  <a:lnTo>
                    <a:pt x="222904" y="255730"/>
                  </a:lnTo>
                  <a:lnTo>
                    <a:pt x="222896" y="255890"/>
                  </a:lnTo>
                  <a:lnTo>
                    <a:pt x="222967" y="255589"/>
                  </a:lnTo>
                  <a:lnTo>
                    <a:pt x="222931" y="255397"/>
                  </a:lnTo>
                  <a:lnTo>
                    <a:pt x="223218" y="255453"/>
                  </a:lnTo>
                  <a:lnTo>
                    <a:pt x="223638" y="255658"/>
                  </a:lnTo>
                  <a:lnTo>
                    <a:pt x="223736" y="255805"/>
                  </a:lnTo>
                  <a:lnTo>
                    <a:pt x="223724" y="255973"/>
                  </a:lnTo>
                  <a:lnTo>
                    <a:pt x="223867" y="255822"/>
                  </a:lnTo>
                  <a:lnTo>
                    <a:pt x="223672" y="255376"/>
                  </a:lnTo>
                  <a:lnTo>
                    <a:pt x="223430" y="255484"/>
                  </a:lnTo>
                  <a:lnTo>
                    <a:pt x="223462" y="255279"/>
                  </a:lnTo>
                  <a:lnTo>
                    <a:pt x="223970" y="254681"/>
                  </a:lnTo>
                  <a:lnTo>
                    <a:pt x="224087" y="254440"/>
                  </a:lnTo>
                  <a:lnTo>
                    <a:pt x="224434" y="254524"/>
                  </a:lnTo>
                  <a:lnTo>
                    <a:pt x="224404" y="254708"/>
                  </a:lnTo>
                  <a:lnTo>
                    <a:pt x="224328" y="254952"/>
                  </a:lnTo>
                  <a:lnTo>
                    <a:pt x="224526" y="254999"/>
                  </a:lnTo>
                  <a:lnTo>
                    <a:pt x="224521" y="255298"/>
                  </a:lnTo>
                  <a:lnTo>
                    <a:pt x="224574" y="255432"/>
                  </a:lnTo>
                  <a:lnTo>
                    <a:pt x="224920" y="255378"/>
                  </a:lnTo>
                  <a:lnTo>
                    <a:pt x="225113" y="255233"/>
                  </a:lnTo>
                  <a:lnTo>
                    <a:pt x="225343" y="255371"/>
                  </a:lnTo>
                  <a:lnTo>
                    <a:pt x="225004" y="255478"/>
                  </a:lnTo>
                  <a:lnTo>
                    <a:pt x="225259" y="255542"/>
                  </a:lnTo>
                  <a:lnTo>
                    <a:pt x="225570" y="255704"/>
                  </a:lnTo>
                  <a:lnTo>
                    <a:pt x="225718" y="255923"/>
                  </a:lnTo>
                  <a:lnTo>
                    <a:pt x="225605" y="256053"/>
                  </a:lnTo>
                  <a:lnTo>
                    <a:pt x="225254" y="256005"/>
                  </a:lnTo>
                  <a:lnTo>
                    <a:pt x="225060" y="256178"/>
                  </a:lnTo>
                  <a:lnTo>
                    <a:pt x="224969" y="256501"/>
                  </a:lnTo>
                  <a:lnTo>
                    <a:pt x="224752" y="256763"/>
                  </a:lnTo>
                  <a:lnTo>
                    <a:pt x="224571" y="257082"/>
                  </a:lnTo>
                  <a:lnTo>
                    <a:pt x="224753" y="257549"/>
                  </a:lnTo>
                  <a:lnTo>
                    <a:pt x="224788" y="257807"/>
                  </a:lnTo>
                  <a:lnTo>
                    <a:pt x="224925" y="257936"/>
                  </a:lnTo>
                  <a:lnTo>
                    <a:pt x="224752" y="258522"/>
                  </a:lnTo>
                  <a:lnTo>
                    <a:pt x="224908" y="258885"/>
                  </a:lnTo>
                  <a:lnTo>
                    <a:pt x="224844" y="259135"/>
                  </a:lnTo>
                  <a:lnTo>
                    <a:pt x="224676" y="259343"/>
                  </a:lnTo>
                  <a:lnTo>
                    <a:pt x="225152" y="259998"/>
                  </a:lnTo>
                  <a:lnTo>
                    <a:pt x="224826" y="260291"/>
                  </a:lnTo>
                  <a:lnTo>
                    <a:pt x="224807" y="260642"/>
                  </a:lnTo>
                  <a:lnTo>
                    <a:pt x="224810" y="261024"/>
                  </a:lnTo>
                  <a:lnTo>
                    <a:pt x="224610" y="261104"/>
                  </a:lnTo>
                  <a:lnTo>
                    <a:pt x="224420" y="261180"/>
                  </a:lnTo>
                  <a:lnTo>
                    <a:pt x="224215" y="261285"/>
                  </a:lnTo>
                  <a:lnTo>
                    <a:pt x="224053" y="261509"/>
                  </a:lnTo>
                  <a:lnTo>
                    <a:pt x="223984" y="261729"/>
                  </a:lnTo>
                  <a:lnTo>
                    <a:pt x="223800" y="261915"/>
                  </a:lnTo>
                  <a:lnTo>
                    <a:pt x="223580" y="261998"/>
                  </a:lnTo>
                  <a:lnTo>
                    <a:pt x="223233" y="262211"/>
                  </a:lnTo>
                  <a:lnTo>
                    <a:pt x="223177" y="262866"/>
                  </a:lnTo>
                  <a:lnTo>
                    <a:pt x="223107" y="263011"/>
                  </a:lnTo>
                  <a:lnTo>
                    <a:pt x="222774" y="263353"/>
                  </a:lnTo>
                  <a:lnTo>
                    <a:pt x="222633" y="263360"/>
                  </a:lnTo>
                  <a:lnTo>
                    <a:pt x="222376" y="263565"/>
                  </a:lnTo>
                  <a:lnTo>
                    <a:pt x="222503" y="263725"/>
                  </a:lnTo>
                  <a:lnTo>
                    <a:pt x="222689" y="263882"/>
                  </a:lnTo>
                  <a:lnTo>
                    <a:pt x="222999" y="264133"/>
                  </a:lnTo>
                  <a:lnTo>
                    <a:pt x="222972" y="264286"/>
                  </a:lnTo>
                  <a:lnTo>
                    <a:pt x="222442" y="264519"/>
                  </a:lnTo>
                  <a:lnTo>
                    <a:pt x="222413" y="264769"/>
                  </a:lnTo>
                  <a:lnTo>
                    <a:pt x="222256" y="265358"/>
                  </a:lnTo>
                  <a:lnTo>
                    <a:pt x="222045" y="265807"/>
                  </a:lnTo>
                  <a:lnTo>
                    <a:pt x="221843" y="265901"/>
                  </a:lnTo>
                  <a:lnTo>
                    <a:pt x="221555" y="266413"/>
                  </a:lnTo>
                  <a:lnTo>
                    <a:pt x="221316" y="266504"/>
                  </a:lnTo>
                  <a:lnTo>
                    <a:pt x="221147" y="266863"/>
                  </a:lnTo>
                  <a:lnTo>
                    <a:pt x="221350" y="267282"/>
                  </a:lnTo>
                  <a:lnTo>
                    <a:pt x="221404" y="267520"/>
                  </a:lnTo>
                  <a:lnTo>
                    <a:pt x="221267" y="267773"/>
                  </a:lnTo>
                  <a:lnTo>
                    <a:pt x="221400" y="268431"/>
                  </a:lnTo>
                  <a:lnTo>
                    <a:pt x="221463" y="268744"/>
                  </a:lnTo>
                  <a:lnTo>
                    <a:pt x="221532" y="268945"/>
                  </a:lnTo>
                  <a:lnTo>
                    <a:pt x="221729" y="268987"/>
                  </a:lnTo>
                  <a:lnTo>
                    <a:pt x="221902" y="268934"/>
                  </a:lnTo>
                  <a:lnTo>
                    <a:pt x="222144" y="269013"/>
                  </a:lnTo>
                  <a:lnTo>
                    <a:pt x="222194" y="269331"/>
                  </a:lnTo>
                  <a:lnTo>
                    <a:pt x="222112" y="269720"/>
                  </a:lnTo>
                  <a:lnTo>
                    <a:pt x="222243" y="270051"/>
                  </a:lnTo>
                  <a:lnTo>
                    <a:pt x="222373" y="270280"/>
                  </a:lnTo>
                  <a:lnTo>
                    <a:pt x="222345" y="270612"/>
                  </a:lnTo>
                  <a:lnTo>
                    <a:pt x="222062" y="270628"/>
                  </a:lnTo>
                  <a:lnTo>
                    <a:pt x="221710" y="270603"/>
                  </a:lnTo>
                  <a:lnTo>
                    <a:pt x="221576" y="270601"/>
                  </a:lnTo>
                  <a:lnTo>
                    <a:pt x="221385" y="270699"/>
                  </a:lnTo>
                  <a:lnTo>
                    <a:pt x="221247" y="270782"/>
                  </a:lnTo>
                  <a:lnTo>
                    <a:pt x="221065" y="271006"/>
                  </a:lnTo>
                  <a:lnTo>
                    <a:pt x="221010" y="271199"/>
                  </a:lnTo>
                  <a:lnTo>
                    <a:pt x="220816" y="271466"/>
                  </a:lnTo>
                  <a:lnTo>
                    <a:pt x="220755" y="271634"/>
                  </a:lnTo>
                  <a:lnTo>
                    <a:pt x="220689" y="271861"/>
                  </a:lnTo>
                  <a:lnTo>
                    <a:pt x="220553" y="272192"/>
                  </a:lnTo>
                  <a:lnTo>
                    <a:pt x="220344" y="272339"/>
                  </a:lnTo>
                  <a:lnTo>
                    <a:pt x="220070" y="272720"/>
                  </a:lnTo>
                  <a:lnTo>
                    <a:pt x="219990" y="272972"/>
                  </a:lnTo>
                  <a:lnTo>
                    <a:pt x="220034" y="273143"/>
                  </a:lnTo>
                  <a:lnTo>
                    <a:pt x="219775" y="273514"/>
                  </a:lnTo>
                  <a:lnTo>
                    <a:pt x="219538" y="273567"/>
                  </a:lnTo>
                  <a:lnTo>
                    <a:pt x="219302" y="273590"/>
                  </a:lnTo>
                  <a:lnTo>
                    <a:pt x="219028" y="273792"/>
                  </a:lnTo>
                  <a:lnTo>
                    <a:pt x="218849" y="273760"/>
                  </a:lnTo>
                  <a:lnTo>
                    <a:pt x="218714" y="273731"/>
                  </a:lnTo>
                  <a:lnTo>
                    <a:pt x="218458" y="273524"/>
                  </a:lnTo>
                  <a:lnTo>
                    <a:pt x="218209" y="273382"/>
                  </a:lnTo>
                  <a:lnTo>
                    <a:pt x="217779" y="273530"/>
                  </a:lnTo>
                  <a:lnTo>
                    <a:pt x="217678" y="273707"/>
                  </a:lnTo>
                  <a:lnTo>
                    <a:pt x="217790" y="274049"/>
                  </a:lnTo>
                  <a:lnTo>
                    <a:pt x="217761" y="274293"/>
                  </a:lnTo>
                  <a:lnTo>
                    <a:pt x="217759" y="274815"/>
                  </a:lnTo>
                  <a:lnTo>
                    <a:pt x="217888" y="275224"/>
                  </a:lnTo>
                  <a:lnTo>
                    <a:pt x="217663" y="275635"/>
                  </a:lnTo>
                  <a:lnTo>
                    <a:pt x="217694" y="275802"/>
                  </a:lnTo>
                  <a:lnTo>
                    <a:pt x="218070" y="276331"/>
                  </a:lnTo>
                  <a:lnTo>
                    <a:pt x="218086" y="276637"/>
                  </a:lnTo>
                  <a:lnTo>
                    <a:pt x="217974" y="276864"/>
                  </a:lnTo>
                  <a:lnTo>
                    <a:pt x="217927" y="277112"/>
                  </a:lnTo>
                  <a:lnTo>
                    <a:pt x="217923" y="277482"/>
                  </a:lnTo>
                  <a:lnTo>
                    <a:pt x="217639" y="277573"/>
                  </a:lnTo>
                  <a:lnTo>
                    <a:pt x="217357" y="277642"/>
                  </a:lnTo>
                  <a:lnTo>
                    <a:pt x="217189" y="278034"/>
                  </a:lnTo>
                  <a:lnTo>
                    <a:pt x="216901" y="278428"/>
                  </a:lnTo>
                  <a:lnTo>
                    <a:pt x="216745" y="278797"/>
                  </a:lnTo>
                  <a:lnTo>
                    <a:pt x="216572" y="278879"/>
                  </a:lnTo>
                  <a:lnTo>
                    <a:pt x="216365" y="278979"/>
                  </a:lnTo>
                  <a:lnTo>
                    <a:pt x="216136" y="279132"/>
                  </a:lnTo>
                  <a:lnTo>
                    <a:pt x="216003" y="279372"/>
                  </a:lnTo>
                  <a:lnTo>
                    <a:pt x="215993" y="279804"/>
                  </a:lnTo>
                  <a:lnTo>
                    <a:pt x="216002" y="280124"/>
                  </a:lnTo>
                  <a:lnTo>
                    <a:pt x="215885" y="280277"/>
                  </a:lnTo>
                  <a:lnTo>
                    <a:pt x="215754" y="280297"/>
                  </a:lnTo>
                  <a:lnTo>
                    <a:pt x="215494" y="280402"/>
                  </a:lnTo>
                  <a:lnTo>
                    <a:pt x="215349" y="280518"/>
                  </a:lnTo>
                  <a:lnTo>
                    <a:pt x="215028" y="280624"/>
                  </a:lnTo>
                  <a:lnTo>
                    <a:pt x="214786" y="280670"/>
                  </a:lnTo>
                  <a:lnTo>
                    <a:pt x="214634" y="280660"/>
                  </a:lnTo>
                  <a:lnTo>
                    <a:pt x="214387" y="280592"/>
                  </a:lnTo>
                  <a:lnTo>
                    <a:pt x="214195" y="280299"/>
                  </a:lnTo>
                  <a:lnTo>
                    <a:pt x="213976" y="280087"/>
                  </a:lnTo>
                  <a:lnTo>
                    <a:pt x="213916" y="279751"/>
                  </a:lnTo>
                  <a:lnTo>
                    <a:pt x="213897" y="279409"/>
                  </a:lnTo>
                  <a:lnTo>
                    <a:pt x="213824" y="279062"/>
                  </a:lnTo>
                  <a:lnTo>
                    <a:pt x="213620" y="278671"/>
                  </a:lnTo>
                  <a:lnTo>
                    <a:pt x="213602" y="278291"/>
                  </a:lnTo>
                  <a:lnTo>
                    <a:pt x="213265" y="278403"/>
                  </a:lnTo>
                  <a:lnTo>
                    <a:pt x="212857" y="278605"/>
                  </a:lnTo>
                  <a:lnTo>
                    <a:pt x="212418" y="278771"/>
                  </a:lnTo>
                  <a:lnTo>
                    <a:pt x="212329" y="278907"/>
                  </a:lnTo>
                  <a:lnTo>
                    <a:pt x="211989" y="279147"/>
                  </a:lnTo>
                  <a:lnTo>
                    <a:pt x="211599" y="279263"/>
                  </a:lnTo>
                  <a:lnTo>
                    <a:pt x="210902" y="279917"/>
                  </a:lnTo>
                  <a:lnTo>
                    <a:pt x="210722" y="280377"/>
                  </a:lnTo>
                  <a:lnTo>
                    <a:pt x="210548" y="280595"/>
                  </a:lnTo>
                  <a:lnTo>
                    <a:pt x="210373" y="280982"/>
                  </a:lnTo>
                  <a:lnTo>
                    <a:pt x="210356" y="281160"/>
                  </a:lnTo>
                  <a:lnTo>
                    <a:pt x="209747" y="281802"/>
                  </a:lnTo>
                  <a:lnTo>
                    <a:pt x="209338" y="281915"/>
                  </a:lnTo>
                  <a:lnTo>
                    <a:pt x="209042" y="281824"/>
                  </a:lnTo>
                  <a:lnTo>
                    <a:pt x="208858" y="281812"/>
                  </a:lnTo>
                  <a:lnTo>
                    <a:pt x="208799" y="282031"/>
                  </a:lnTo>
                  <a:lnTo>
                    <a:pt x="208619" y="282095"/>
                  </a:lnTo>
                  <a:lnTo>
                    <a:pt x="208489" y="282116"/>
                  </a:lnTo>
                  <a:lnTo>
                    <a:pt x="208127" y="281931"/>
                  </a:lnTo>
                  <a:lnTo>
                    <a:pt x="207799" y="282040"/>
                  </a:lnTo>
                  <a:lnTo>
                    <a:pt x="207334" y="282066"/>
                  </a:lnTo>
                  <a:lnTo>
                    <a:pt x="206988" y="282121"/>
                  </a:lnTo>
                  <a:lnTo>
                    <a:pt x="206818" y="281849"/>
                  </a:lnTo>
                  <a:lnTo>
                    <a:pt x="206460" y="282145"/>
                  </a:lnTo>
                  <a:lnTo>
                    <a:pt x="206312" y="282410"/>
                  </a:lnTo>
                  <a:lnTo>
                    <a:pt x="206292" y="282647"/>
                  </a:lnTo>
                  <a:lnTo>
                    <a:pt x="206576" y="282907"/>
                  </a:lnTo>
                  <a:lnTo>
                    <a:pt x="206741" y="283024"/>
                  </a:lnTo>
                  <a:lnTo>
                    <a:pt x="207338" y="283632"/>
                  </a:lnTo>
                  <a:lnTo>
                    <a:pt x="207487" y="283909"/>
                  </a:lnTo>
                  <a:lnTo>
                    <a:pt x="207614" y="284310"/>
                  </a:lnTo>
                  <a:lnTo>
                    <a:pt x="207237" y="284436"/>
                  </a:lnTo>
                  <a:lnTo>
                    <a:pt x="206888" y="284749"/>
                  </a:lnTo>
                  <a:lnTo>
                    <a:pt x="206702" y="284884"/>
                  </a:lnTo>
                  <a:lnTo>
                    <a:pt x="206715" y="285249"/>
                  </a:lnTo>
                  <a:lnTo>
                    <a:pt x="206513" y="285526"/>
                  </a:lnTo>
                  <a:lnTo>
                    <a:pt x="206185" y="285802"/>
                  </a:lnTo>
                  <a:lnTo>
                    <a:pt x="206249" y="285985"/>
                  </a:lnTo>
                  <a:lnTo>
                    <a:pt x="206344" y="286256"/>
                  </a:lnTo>
                  <a:lnTo>
                    <a:pt x="206416" y="286550"/>
                  </a:lnTo>
                  <a:lnTo>
                    <a:pt x="207043" y="286727"/>
                  </a:lnTo>
                  <a:lnTo>
                    <a:pt x="207346" y="286843"/>
                  </a:lnTo>
                  <a:lnTo>
                    <a:pt x="207324" y="287120"/>
                  </a:lnTo>
                  <a:lnTo>
                    <a:pt x="207308" y="287312"/>
                  </a:lnTo>
                  <a:lnTo>
                    <a:pt x="207855" y="287796"/>
                  </a:lnTo>
                  <a:lnTo>
                    <a:pt x="208220" y="287761"/>
                  </a:lnTo>
                  <a:lnTo>
                    <a:pt x="208440" y="287714"/>
                  </a:lnTo>
                  <a:lnTo>
                    <a:pt x="208793" y="287463"/>
                  </a:lnTo>
                  <a:lnTo>
                    <a:pt x="208957" y="287360"/>
                  </a:lnTo>
                  <a:lnTo>
                    <a:pt x="209341" y="287039"/>
                  </a:lnTo>
                  <a:lnTo>
                    <a:pt x="209848" y="286590"/>
                  </a:lnTo>
                  <a:lnTo>
                    <a:pt x="209998" y="286540"/>
                  </a:lnTo>
                  <a:lnTo>
                    <a:pt x="210618" y="286559"/>
                  </a:lnTo>
                  <a:lnTo>
                    <a:pt x="210480" y="286875"/>
                  </a:lnTo>
                  <a:lnTo>
                    <a:pt x="210484" y="287028"/>
                  </a:lnTo>
                  <a:lnTo>
                    <a:pt x="210510" y="287157"/>
                  </a:lnTo>
                  <a:lnTo>
                    <a:pt x="210616" y="287301"/>
                  </a:lnTo>
                  <a:lnTo>
                    <a:pt x="210739" y="287483"/>
                  </a:lnTo>
                  <a:lnTo>
                    <a:pt x="210879" y="287722"/>
                  </a:lnTo>
                  <a:lnTo>
                    <a:pt x="210868" y="288183"/>
                  </a:lnTo>
                  <a:lnTo>
                    <a:pt x="210699" y="288351"/>
                  </a:lnTo>
                  <a:lnTo>
                    <a:pt x="210735" y="288546"/>
                  </a:lnTo>
                  <a:lnTo>
                    <a:pt x="210569" y="288886"/>
                  </a:lnTo>
                  <a:lnTo>
                    <a:pt x="210509" y="289205"/>
                  </a:lnTo>
                  <a:lnTo>
                    <a:pt x="210584" y="289344"/>
                  </a:lnTo>
                  <a:lnTo>
                    <a:pt x="210735" y="289483"/>
                  </a:lnTo>
                  <a:lnTo>
                    <a:pt x="210774" y="290158"/>
                  </a:lnTo>
                  <a:lnTo>
                    <a:pt x="210928" y="290389"/>
                  </a:lnTo>
                  <a:lnTo>
                    <a:pt x="210785" y="291162"/>
                  </a:lnTo>
                  <a:lnTo>
                    <a:pt x="211124" y="291315"/>
                  </a:lnTo>
                  <a:lnTo>
                    <a:pt x="211398" y="291578"/>
                  </a:lnTo>
                  <a:lnTo>
                    <a:pt x="211501" y="291792"/>
                  </a:lnTo>
                  <a:lnTo>
                    <a:pt x="211568" y="292438"/>
                  </a:lnTo>
                  <a:lnTo>
                    <a:pt x="211625" y="292603"/>
                  </a:lnTo>
                  <a:lnTo>
                    <a:pt x="212054" y="292885"/>
                  </a:lnTo>
                  <a:lnTo>
                    <a:pt x="211817" y="293301"/>
                  </a:lnTo>
                  <a:lnTo>
                    <a:pt x="212333" y="293858"/>
                  </a:lnTo>
                  <a:lnTo>
                    <a:pt x="212357" y="294243"/>
                  </a:lnTo>
                  <a:lnTo>
                    <a:pt x="212344" y="294449"/>
                  </a:lnTo>
                  <a:lnTo>
                    <a:pt x="212623" y="294553"/>
                  </a:lnTo>
                  <a:lnTo>
                    <a:pt x="212752" y="294553"/>
                  </a:lnTo>
                  <a:lnTo>
                    <a:pt x="213468" y="294537"/>
                  </a:lnTo>
                  <a:lnTo>
                    <a:pt x="214023" y="294792"/>
                  </a:lnTo>
                  <a:lnTo>
                    <a:pt x="213985" y="295314"/>
                  </a:lnTo>
                  <a:lnTo>
                    <a:pt x="213736" y="295493"/>
                  </a:lnTo>
                  <a:lnTo>
                    <a:pt x="213486" y="295519"/>
                  </a:lnTo>
                  <a:lnTo>
                    <a:pt x="213315" y="295550"/>
                  </a:lnTo>
                  <a:lnTo>
                    <a:pt x="213030" y="295935"/>
                  </a:lnTo>
                  <a:lnTo>
                    <a:pt x="212830" y="296071"/>
                  </a:lnTo>
                  <a:lnTo>
                    <a:pt x="212658" y="296100"/>
                  </a:lnTo>
                  <a:lnTo>
                    <a:pt x="212279" y="296264"/>
                  </a:lnTo>
                  <a:lnTo>
                    <a:pt x="212018" y="296299"/>
                  </a:lnTo>
                  <a:lnTo>
                    <a:pt x="211715" y="296467"/>
                  </a:lnTo>
                  <a:lnTo>
                    <a:pt x="211438" y="296396"/>
                  </a:lnTo>
                  <a:lnTo>
                    <a:pt x="211277" y="296072"/>
                  </a:lnTo>
                  <a:lnTo>
                    <a:pt x="211208" y="295800"/>
                  </a:lnTo>
                  <a:lnTo>
                    <a:pt x="211205" y="295625"/>
                  </a:lnTo>
                  <a:lnTo>
                    <a:pt x="210994" y="295528"/>
                  </a:lnTo>
                  <a:lnTo>
                    <a:pt x="210799" y="295394"/>
                  </a:lnTo>
                  <a:lnTo>
                    <a:pt x="210607" y="295268"/>
                  </a:lnTo>
                  <a:lnTo>
                    <a:pt x="210262" y="295269"/>
                  </a:lnTo>
                  <a:lnTo>
                    <a:pt x="209850" y="295412"/>
                  </a:lnTo>
                  <a:lnTo>
                    <a:pt x="209573" y="295554"/>
                  </a:lnTo>
                  <a:lnTo>
                    <a:pt x="209161" y="295610"/>
                  </a:lnTo>
                  <a:lnTo>
                    <a:pt x="209004" y="295983"/>
                  </a:lnTo>
                  <a:lnTo>
                    <a:pt x="208648" y="296385"/>
                  </a:lnTo>
                  <a:lnTo>
                    <a:pt x="208429" y="296558"/>
                  </a:lnTo>
                  <a:lnTo>
                    <a:pt x="208010" y="296853"/>
                  </a:lnTo>
                  <a:lnTo>
                    <a:pt x="207767" y="296798"/>
                  </a:lnTo>
                  <a:lnTo>
                    <a:pt x="207441" y="297067"/>
                  </a:lnTo>
                  <a:lnTo>
                    <a:pt x="207016" y="296941"/>
                  </a:lnTo>
                  <a:lnTo>
                    <a:pt x="206742" y="296814"/>
                  </a:lnTo>
                  <a:lnTo>
                    <a:pt x="206485" y="297234"/>
                  </a:lnTo>
                  <a:lnTo>
                    <a:pt x="206477" y="297533"/>
                  </a:lnTo>
                  <a:lnTo>
                    <a:pt x="206579" y="297702"/>
                  </a:lnTo>
                  <a:lnTo>
                    <a:pt x="206564" y="297999"/>
                  </a:lnTo>
                  <a:lnTo>
                    <a:pt x="206531" y="298202"/>
                  </a:lnTo>
                  <a:lnTo>
                    <a:pt x="206410" y="298685"/>
                  </a:lnTo>
                  <a:lnTo>
                    <a:pt x="206282" y="298923"/>
                  </a:lnTo>
                  <a:lnTo>
                    <a:pt x="206241" y="299092"/>
                  </a:lnTo>
                  <a:lnTo>
                    <a:pt x="206115" y="299432"/>
                  </a:lnTo>
                  <a:lnTo>
                    <a:pt x="205827" y="299476"/>
                  </a:lnTo>
                  <a:lnTo>
                    <a:pt x="205591" y="299533"/>
                  </a:lnTo>
                  <a:lnTo>
                    <a:pt x="205631" y="299207"/>
                  </a:lnTo>
                  <a:lnTo>
                    <a:pt x="205422" y="299072"/>
                  </a:lnTo>
                  <a:lnTo>
                    <a:pt x="204986" y="299115"/>
                  </a:lnTo>
                  <a:lnTo>
                    <a:pt x="204875" y="299178"/>
                  </a:lnTo>
                  <a:lnTo>
                    <a:pt x="204730" y="299529"/>
                  </a:lnTo>
                  <a:lnTo>
                    <a:pt x="204578" y="299569"/>
                  </a:lnTo>
                  <a:lnTo>
                    <a:pt x="204166" y="299520"/>
                  </a:lnTo>
                  <a:lnTo>
                    <a:pt x="203556" y="299312"/>
                  </a:lnTo>
                  <a:lnTo>
                    <a:pt x="202954" y="299281"/>
                  </a:lnTo>
                  <a:lnTo>
                    <a:pt x="202358" y="299067"/>
                  </a:lnTo>
                  <a:lnTo>
                    <a:pt x="202234" y="298809"/>
                  </a:lnTo>
                  <a:lnTo>
                    <a:pt x="202051" y="298862"/>
                  </a:lnTo>
                  <a:lnTo>
                    <a:pt x="201871" y="298813"/>
                  </a:lnTo>
                  <a:lnTo>
                    <a:pt x="201701" y="298769"/>
                  </a:lnTo>
                  <a:lnTo>
                    <a:pt x="201466" y="298829"/>
                  </a:lnTo>
                  <a:lnTo>
                    <a:pt x="201251" y="298887"/>
                  </a:lnTo>
                  <a:lnTo>
                    <a:pt x="200682" y="298536"/>
                  </a:lnTo>
                  <a:lnTo>
                    <a:pt x="200439" y="298516"/>
                  </a:lnTo>
                  <a:lnTo>
                    <a:pt x="199967" y="298251"/>
                  </a:lnTo>
                  <a:lnTo>
                    <a:pt x="199795" y="298102"/>
                  </a:lnTo>
                  <a:lnTo>
                    <a:pt x="199624" y="298103"/>
                  </a:lnTo>
                  <a:lnTo>
                    <a:pt x="199392" y="297890"/>
                  </a:lnTo>
                  <a:lnTo>
                    <a:pt x="199239" y="297805"/>
                  </a:lnTo>
                  <a:lnTo>
                    <a:pt x="199043" y="297849"/>
                  </a:lnTo>
                  <a:lnTo>
                    <a:pt x="198740" y="298067"/>
                  </a:lnTo>
                  <a:lnTo>
                    <a:pt x="198349" y="298364"/>
                  </a:lnTo>
                  <a:lnTo>
                    <a:pt x="197920" y="298904"/>
                  </a:lnTo>
                  <a:lnTo>
                    <a:pt x="197529" y="298866"/>
                  </a:lnTo>
                  <a:lnTo>
                    <a:pt x="197356" y="298694"/>
                  </a:lnTo>
                  <a:lnTo>
                    <a:pt x="197224" y="298432"/>
                  </a:lnTo>
                  <a:lnTo>
                    <a:pt x="196936" y="298413"/>
                  </a:lnTo>
                  <a:lnTo>
                    <a:pt x="196612" y="298412"/>
                  </a:lnTo>
                  <a:lnTo>
                    <a:pt x="196445" y="298086"/>
                  </a:lnTo>
                  <a:lnTo>
                    <a:pt x="196417" y="297815"/>
                  </a:lnTo>
                  <a:lnTo>
                    <a:pt x="196427" y="297548"/>
                  </a:lnTo>
                  <a:lnTo>
                    <a:pt x="196170" y="297507"/>
                  </a:lnTo>
                  <a:lnTo>
                    <a:pt x="195975" y="297508"/>
                  </a:lnTo>
                  <a:lnTo>
                    <a:pt x="195774" y="297439"/>
                  </a:lnTo>
                  <a:lnTo>
                    <a:pt x="195638" y="297431"/>
                  </a:lnTo>
                  <a:lnTo>
                    <a:pt x="195452" y="297446"/>
                  </a:lnTo>
                  <a:lnTo>
                    <a:pt x="195338" y="297615"/>
                  </a:lnTo>
                  <a:lnTo>
                    <a:pt x="194903" y="297557"/>
                  </a:lnTo>
                  <a:lnTo>
                    <a:pt x="194372" y="297202"/>
                  </a:lnTo>
                  <a:lnTo>
                    <a:pt x="194417" y="297019"/>
                  </a:lnTo>
                  <a:lnTo>
                    <a:pt x="194090" y="296512"/>
                  </a:lnTo>
                  <a:lnTo>
                    <a:pt x="193960" y="296557"/>
                  </a:lnTo>
                  <a:lnTo>
                    <a:pt x="193601" y="296456"/>
                  </a:lnTo>
                  <a:lnTo>
                    <a:pt x="193401" y="296262"/>
                  </a:lnTo>
                  <a:lnTo>
                    <a:pt x="193008" y="296427"/>
                  </a:lnTo>
                  <a:lnTo>
                    <a:pt x="192948" y="296215"/>
                  </a:lnTo>
                  <a:lnTo>
                    <a:pt x="192635" y="295987"/>
                  </a:lnTo>
                  <a:lnTo>
                    <a:pt x="192394" y="296064"/>
                  </a:lnTo>
                  <a:lnTo>
                    <a:pt x="192082" y="296644"/>
                  </a:lnTo>
                  <a:lnTo>
                    <a:pt x="191658" y="296784"/>
                  </a:lnTo>
                  <a:lnTo>
                    <a:pt x="191421" y="296821"/>
                  </a:lnTo>
                  <a:lnTo>
                    <a:pt x="191242" y="297062"/>
                  </a:lnTo>
                  <a:lnTo>
                    <a:pt x="191116" y="297222"/>
                  </a:lnTo>
                  <a:lnTo>
                    <a:pt x="190861" y="297263"/>
                  </a:lnTo>
                  <a:lnTo>
                    <a:pt x="190730" y="297327"/>
                  </a:lnTo>
                  <a:lnTo>
                    <a:pt x="190486" y="297508"/>
                  </a:lnTo>
                  <a:lnTo>
                    <a:pt x="190199" y="297927"/>
                  </a:lnTo>
                  <a:lnTo>
                    <a:pt x="189748" y="298179"/>
                  </a:lnTo>
                  <a:lnTo>
                    <a:pt x="189291" y="298263"/>
                  </a:lnTo>
                  <a:lnTo>
                    <a:pt x="189383" y="298702"/>
                  </a:lnTo>
                  <a:lnTo>
                    <a:pt x="189444" y="298938"/>
                  </a:lnTo>
                  <a:lnTo>
                    <a:pt x="189177" y="299640"/>
                  </a:lnTo>
                  <a:lnTo>
                    <a:pt x="189409" y="300456"/>
                  </a:lnTo>
                  <a:lnTo>
                    <a:pt x="189549" y="300635"/>
                  </a:lnTo>
                  <a:lnTo>
                    <a:pt x="189842" y="300893"/>
                  </a:lnTo>
                  <a:lnTo>
                    <a:pt x="189976" y="301318"/>
                  </a:lnTo>
                  <a:lnTo>
                    <a:pt x="189532" y="301651"/>
                  </a:lnTo>
                  <a:lnTo>
                    <a:pt x="189362" y="301744"/>
                  </a:lnTo>
                  <a:lnTo>
                    <a:pt x="189348" y="301979"/>
                  </a:lnTo>
                  <a:lnTo>
                    <a:pt x="189470" y="302235"/>
                  </a:lnTo>
                  <a:lnTo>
                    <a:pt x="189871" y="302615"/>
                  </a:lnTo>
                  <a:lnTo>
                    <a:pt x="190001" y="302805"/>
                  </a:lnTo>
                  <a:lnTo>
                    <a:pt x="190106" y="302947"/>
                  </a:lnTo>
                  <a:lnTo>
                    <a:pt x="190254" y="303097"/>
                  </a:lnTo>
                  <a:lnTo>
                    <a:pt x="190432" y="303191"/>
                  </a:lnTo>
                  <a:lnTo>
                    <a:pt x="190543" y="303655"/>
                  </a:lnTo>
                  <a:lnTo>
                    <a:pt x="191553" y="304048"/>
                  </a:lnTo>
                  <a:lnTo>
                    <a:pt x="191736" y="304126"/>
                  </a:lnTo>
                  <a:lnTo>
                    <a:pt x="191498" y="304343"/>
                  </a:lnTo>
                  <a:lnTo>
                    <a:pt x="191292" y="304435"/>
                  </a:lnTo>
                  <a:lnTo>
                    <a:pt x="190950" y="304523"/>
                  </a:lnTo>
                  <a:lnTo>
                    <a:pt x="190561" y="304932"/>
                  </a:lnTo>
                  <a:lnTo>
                    <a:pt x="190523" y="305135"/>
                  </a:lnTo>
                  <a:lnTo>
                    <a:pt x="190358" y="305356"/>
                  </a:lnTo>
                  <a:lnTo>
                    <a:pt x="190119" y="305459"/>
                  </a:lnTo>
                  <a:lnTo>
                    <a:pt x="189971" y="305454"/>
                  </a:lnTo>
                  <a:lnTo>
                    <a:pt x="189753" y="305606"/>
                  </a:lnTo>
                  <a:lnTo>
                    <a:pt x="189409" y="305771"/>
                  </a:lnTo>
                  <a:lnTo>
                    <a:pt x="188376" y="306164"/>
                  </a:lnTo>
                  <a:lnTo>
                    <a:pt x="187725" y="306519"/>
                  </a:lnTo>
                  <a:lnTo>
                    <a:pt x="187673" y="306718"/>
                  </a:lnTo>
                  <a:lnTo>
                    <a:pt x="187728" y="306958"/>
                  </a:lnTo>
                  <a:lnTo>
                    <a:pt x="188109" y="307014"/>
                  </a:lnTo>
                  <a:lnTo>
                    <a:pt x="188186" y="307222"/>
                  </a:lnTo>
                  <a:lnTo>
                    <a:pt x="188187" y="307435"/>
                  </a:lnTo>
                  <a:lnTo>
                    <a:pt x="188164" y="307577"/>
                  </a:lnTo>
                  <a:lnTo>
                    <a:pt x="188519" y="307755"/>
                  </a:lnTo>
                  <a:lnTo>
                    <a:pt x="188699" y="307707"/>
                  </a:lnTo>
                  <a:lnTo>
                    <a:pt x="189001" y="307710"/>
                  </a:lnTo>
                  <a:lnTo>
                    <a:pt x="189398" y="308009"/>
                  </a:lnTo>
                  <a:lnTo>
                    <a:pt x="189444" y="307874"/>
                  </a:lnTo>
                  <a:lnTo>
                    <a:pt x="189691" y="307344"/>
                  </a:lnTo>
                  <a:lnTo>
                    <a:pt x="189681" y="307115"/>
                  </a:lnTo>
                  <a:lnTo>
                    <a:pt x="189839" y="307125"/>
                  </a:lnTo>
                  <a:lnTo>
                    <a:pt x="190155" y="307515"/>
                  </a:lnTo>
                  <a:lnTo>
                    <a:pt x="190124" y="307829"/>
                  </a:lnTo>
                  <a:lnTo>
                    <a:pt x="190054" y="307989"/>
                  </a:lnTo>
                  <a:lnTo>
                    <a:pt x="189867" y="308238"/>
                  </a:lnTo>
                  <a:lnTo>
                    <a:pt x="189352" y="308476"/>
                  </a:lnTo>
                  <a:lnTo>
                    <a:pt x="189130" y="308317"/>
                  </a:lnTo>
                  <a:lnTo>
                    <a:pt x="188762" y="308057"/>
                  </a:lnTo>
                  <a:lnTo>
                    <a:pt x="188427" y="308018"/>
                  </a:lnTo>
                  <a:lnTo>
                    <a:pt x="188313" y="308264"/>
                  </a:lnTo>
                  <a:lnTo>
                    <a:pt x="188140" y="308786"/>
                  </a:lnTo>
                  <a:lnTo>
                    <a:pt x="188604" y="308685"/>
                  </a:lnTo>
                  <a:lnTo>
                    <a:pt x="188471" y="309076"/>
                  </a:lnTo>
                  <a:lnTo>
                    <a:pt x="188607" y="309594"/>
                  </a:lnTo>
                  <a:lnTo>
                    <a:pt x="188629" y="309880"/>
                  </a:lnTo>
                  <a:lnTo>
                    <a:pt x="188854" y="309930"/>
                  </a:lnTo>
                  <a:lnTo>
                    <a:pt x="189091" y="309673"/>
                  </a:lnTo>
                  <a:lnTo>
                    <a:pt x="189448" y="309844"/>
                  </a:lnTo>
                  <a:lnTo>
                    <a:pt x="189443" y="309983"/>
                  </a:lnTo>
                  <a:lnTo>
                    <a:pt x="189432" y="310285"/>
                  </a:lnTo>
                  <a:lnTo>
                    <a:pt x="189426" y="310560"/>
                  </a:lnTo>
                  <a:lnTo>
                    <a:pt x="189500" y="310752"/>
                  </a:lnTo>
                  <a:lnTo>
                    <a:pt x="189653" y="310950"/>
                  </a:lnTo>
                  <a:lnTo>
                    <a:pt x="189720" y="311093"/>
                  </a:lnTo>
                  <a:lnTo>
                    <a:pt x="189691" y="311247"/>
                  </a:lnTo>
                  <a:lnTo>
                    <a:pt x="189794" y="311534"/>
                  </a:lnTo>
                  <a:lnTo>
                    <a:pt x="189831" y="311788"/>
                  </a:lnTo>
                  <a:lnTo>
                    <a:pt x="189809" y="311925"/>
                  </a:lnTo>
                  <a:lnTo>
                    <a:pt x="189810" y="312093"/>
                  </a:lnTo>
                  <a:lnTo>
                    <a:pt x="189882" y="312241"/>
                  </a:lnTo>
                  <a:lnTo>
                    <a:pt x="189870" y="312567"/>
                  </a:lnTo>
                  <a:lnTo>
                    <a:pt x="189759" y="312939"/>
                  </a:lnTo>
                  <a:lnTo>
                    <a:pt x="189783" y="313194"/>
                  </a:lnTo>
                  <a:lnTo>
                    <a:pt x="189850" y="313392"/>
                  </a:lnTo>
                  <a:lnTo>
                    <a:pt x="190066" y="313564"/>
                  </a:lnTo>
                  <a:lnTo>
                    <a:pt x="190252" y="313646"/>
                  </a:lnTo>
                  <a:lnTo>
                    <a:pt x="190199" y="314016"/>
                  </a:lnTo>
                  <a:lnTo>
                    <a:pt x="190135" y="314327"/>
                  </a:lnTo>
                  <a:lnTo>
                    <a:pt x="189873" y="314534"/>
                  </a:lnTo>
                  <a:lnTo>
                    <a:pt x="189903" y="314824"/>
                  </a:lnTo>
                  <a:lnTo>
                    <a:pt x="189942" y="314984"/>
                  </a:lnTo>
                  <a:lnTo>
                    <a:pt x="189808" y="315491"/>
                  </a:lnTo>
                  <a:lnTo>
                    <a:pt x="190028" y="315817"/>
                  </a:lnTo>
                  <a:lnTo>
                    <a:pt x="190158" y="315986"/>
                  </a:lnTo>
                  <a:lnTo>
                    <a:pt x="190174" y="316126"/>
                  </a:lnTo>
                  <a:lnTo>
                    <a:pt x="190099" y="316309"/>
                  </a:lnTo>
                  <a:lnTo>
                    <a:pt x="189940" y="316538"/>
                  </a:lnTo>
                  <a:lnTo>
                    <a:pt x="189855" y="316810"/>
                  </a:lnTo>
                  <a:lnTo>
                    <a:pt x="189823" y="316965"/>
                  </a:lnTo>
                  <a:lnTo>
                    <a:pt x="189873" y="317366"/>
                  </a:lnTo>
                  <a:lnTo>
                    <a:pt x="189759" y="317706"/>
                  </a:lnTo>
                  <a:lnTo>
                    <a:pt x="189821" y="317837"/>
                  </a:lnTo>
                  <a:lnTo>
                    <a:pt x="189907" y="318042"/>
                  </a:lnTo>
                  <a:lnTo>
                    <a:pt x="189902" y="318256"/>
                  </a:lnTo>
                  <a:lnTo>
                    <a:pt x="189800" y="318635"/>
                  </a:lnTo>
                  <a:lnTo>
                    <a:pt x="189312" y="318191"/>
                  </a:lnTo>
                  <a:lnTo>
                    <a:pt x="189076" y="318047"/>
                  </a:lnTo>
                  <a:lnTo>
                    <a:pt x="188865" y="317976"/>
                  </a:lnTo>
                  <a:lnTo>
                    <a:pt x="188721" y="318166"/>
                  </a:lnTo>
                  <a:lnTo>
                    <a:pt x="188500" y="318534"/>
                  </a:lnTo>
                  <a:lnTo>
                    <a:pt x="187926" y="318332"/>
                  </a:lnTo>
                  <a:lnTo>
                    <a:pt x="187498" y="318707"/>
                  </a:lnTo>
                  <a:lnTo>
                    <a:pt x="187396" y="318852"/>
                  </a:lnTo>
                  <a:lnTo>
                    <a:pt x="187529" y="319233"/>
                  </a:lnTo>
                  <a:lnTo>
                    <a:pt x="187542" y="319555"/>
                  </a:lnTo>
                  <a:lnTo>
                    <a:pt x="187614" y="319919"/>
                  </a:lnTo>
                  <a:lnTo>
                    <a:pt x="187625" y="320443"/>
                  </a:lnTo>
                  <a:lnTo>
                    <a:pt x="187605" y="320731"/>
                  </a:lnTo>
                  <a:lnTo>
                    <a:pt x="187328" y="321036"/>
                  </a:lnTo>
                  <a:lnTo>
                    <a:pt x="187115" y="321263"/>
                  </a:lnTo>
                  <a:lnTo>
                    <a:pt x="186911" y="321459"/>
                  </a:lnTo>
                  <a:lnTo>
                    <a:pt x="186659" y="321688"/>
                  </a:lnTo>
                  <a:lnTo>
                    <a:pt x="186173" y="321956"/>
                  </a:lnTo>
                  <a:lnTo>
                    <a:pt x="185942" y="322136"/>
                  </a:lnTo>
                  <a:lnTo>
                    <a:pt x="185793" y="322390"/>
                  </a:lnTo>
                  <a:lnTo>
                    <a:pt x="185607" y="322593"/>
                  </a:lnTo>
                  <a:lnTo>
                    <a:pt x="185390" y="322775"/>
                  </a:lnTo>
                  <a:lnTo>
                    <a:pt x="184896" y="323281"/>
                  </a:lnTo>
                  <a:lnTo>
                    <a:pt x="184726" y="323581"/>
                  </a:lnTo>
                  <a:lnTo>
                    <a:pt x="184237" y="323537"/>
                  </a:lnTo>
                  <a:lnTo>
                    <a:pt x="183783" y="323279"/>
                  </a:lnTo>
                  <a:lnTo>
                    <a:pt x="183512" y="323373"/>
                  </a:lnTo>
                  <a:lnTo>
                    <a:pt x="183270" y="323612"/>
                  </a:lnTo>
                  <a:lnTo>
                    <a:pt x="183280" y="323948"/>
                  </a:lnTo>
                  <a:lnTo>
                    <a:pt x="183315" y="324211"/>
                  </a:lnTo>
                  <a:lnTo>
                    <a:pt x="183662" y="324475"/>
                  </a:lnTo>
                  <a:lnTo>
                    <a:pt x="183635" y="324881"/>
                  </a:lnTo>
                  <a:lnTo>
                    <a:pt x="183475" y="324954"/>
                  </a:lnTo>
                  <a:lnTo>
                    <a:pt x="183008" y="324906"/>
                  </a:lnTo>
                  <a:lnTo>
                    <a:pt x="182842" y="324949"/>
                  </a:lnTo>
                  <a:lnTo>
                    <a:pt x="182565" y="325312"/>
                  </a:lnTo>
                  <a:lnTo>
                    <a:pt x="182579" y="325442"/>
                  </a:lnTo>
                  <a:lnTo>
                    <a:pt x="182546" y="325842"/>
                  </a:lnTo>
                  <a:lnTo>
                    <a:pt x="182507" y="326216"/>
                  </a:lnTo>
                  <a:lnTo>
                    <a:pt x="182451" y="326348"/>
                  </a:lnTo>
                  <a:lnTo>
                    <a:pt x="182445" y="326525"/>
                  </a:lnTo>
                  <a:lnTo>
                    <a:pt x="182509" y="326742"/>
                  </a:lnTo>
                  <a:lnTo>
                    <a:pt x="182738" y="326895"/>
                  </a:lnTo>
                  <a:lnTo>
                    <a:pt x="182912" y="327500"/>
                  </a:lnTo>
                  <a:lnTo>
                    <a:pt x="182867" y="327666"/>
                  </a:lnTo>
                  <a:lnTo>
                    <a:pt x="183073" y="328032"/>
                  </a:lnTo>
                  <a:lnTo>
                    <a:pt x="183079" y="328200"/>
                  </a:lnTo>
                  <a:lnTo>
                    <a:pt x="183050" y="328504"/>
                  </a:lnTo>
                  <a:lnTo>
                    <a:pt x="182954" y="328741"/>
                  </a:lnTo>
                  <a:lnTo>
                    <a:pt x="182814" y="329262"/>
                  </a:lnTo>
                  <a:lnTo>
                    <a:pt x="182484" y="329428"/>
                  </a:lnTo>
                  <a:lnTo>
                    <a:pt x="182362" y="329643"/>
                  </a:lnTo>
                  <a:lnTo>
                    <a:pt x="181865" y="330115"/>
                  </a:lnTo>
                  <a:lnTo>
                    <a:pt x="181849" y="330461"/>
                  </a:lnTo>
                  <a:lnTo>
                    <a:pt x="181606" y="330879"/>
                  </a:lnTo>
                  <a:lnTo>
                    <a:pt x="181309" y="330949"/>
                  </a:lnTo>
                  <a:lnTo>
                    <a:pt x="181176" y="330970"/>
                  </a:lnTo>
                  <a:lnTo>
                    <a:pt x="180986" y="330954"/>
                  </a:lnTo>
                  <a:lnTo>
                    <a:pt x="180783" y="330929"/>
                  </a:lnTo>
                  <a:lnTo>
                    <a:pt x="180380" y="331300"/>
                  </a:lnTo>
                  <a:lnTo>
                    <a:pt x="180374" y="331461"/>
                  </a:lnTo>
                  <a:lnTo>
                    <a:pt x="180279" y="331689"/>
                  </a:lnTo>
                  <a:lnTo>
                    <a:pt x="179909" y="331868"/>
                  </a:lnTo>
                  <a:lnTo>
                    <a:pt x="179892" y="332137"/>
                  </a:lnTo>
                  <a:lnTo>
                    <a:pt x="179834" y="332392"/>
                  </a:lnTo>
                  <a:lnTo>
                    <a:pt x="179495" y="332795"/>
                  </a:lnTo>
                  <a:lnTo>
                    <a:pt x="179488" y="332979"/>
                  </a:lnTo>
                  <a:lnTo>
                    <a:pt x="179294" y="333138"/>
                  </a:lnTo>
                  <a:lnTo>
                    <a:pt x="179017" y="333388"/>
                  </a:lnTo>
                  <a:lnTo>
                    <a:pt x="178615" y="333927"/>
                  </a:lnTo>
                  <a:lnTo>
                    <a:pt x="178249" y="334312"/>
                  </a:lnTo>
                  <a:lnTo>
                    <a:pt x="178011" y="334457"/>
                  </a:lnTo>
                  <a:lnTo>
                    <a:pt x="177712" y="334269"/>
                  </a:lnTo>
                  <a:lnTo>
                    <a:pt x="177634" y="334077"/>
                  </a:lnTo>
                  <a:lnTo>
                    <a:pt x="177399" y="333928"/>
                  </a:lnTo>
                  <a:lnTo>
                    <a:pt x="177253" y="333861"/>
                  </a:lnTo>
                  <a:lnTo>
                    <a:pt x="176980" y="333746"/>
                  </a:lnTo>
                  <a:lnTo>
                    <a:pt x="176753" y="333860"/>
                  </a:lnTo>
                  <a:lnTo>
                    <a:pt x="176431" y="334046"/>
                  </a:lnTo>
                  <a:lnTo>
                    <a:pt x="176310" y="334204"/>
                  </a:lnTo>
                  <a:lnTo>
                    <a:pt x="176045" y="334309"/>
                  </a:lnTo>
                  <a:lnTo>
                    <a:pt x="175893" y="334264"/>
                  </a:lnTo>
                  <a:lnTo>
                    <a:pt x="175546" y="334326"/>
                  </a:lnTo>
                  <a:lnTo>
                    <a:pt x="175233" y="334477"/>
                  </a:lnTo>
                  <a:lnTo>
                    <a:pt x="174993" y="334558"/>
                  </a:lnTo>
                  <a:lnTo>
                    <a:pt x="174757" y="334645"/>
                  </a:lnTo>
                  <a:lnTo>
                    <a:pt x="174506" y="334885"/>
                  </a:lnTo>
                  <a:lnTo>
                    <a:pt x="174483" y="335088"/>
                  </a:lnTo>
                  <a:lnTo>
                    <a:pt x="174287" y="335355"/>
                  </a:lnTo>
                  <a:lnTo>
                    <a:pt x="174060" y="335667"/>
                  </a:lnTo>
                  <a:lnTo>
                    <a:pt x="174023" y="335854"/>
                  </a:lnTo>
                  <a:lnTo>
                    <a:pt x="173867" y="335908"/>
                  </a:lnTo>
                  <a:lnTo>
                    <a:pt x="173629" y="335958"/>
                  </a:lnTo>
                  <a:lnTo>
                    <a:pt x="173230" y="336560"/>
                  </a:lnTo>
                  <a:lnTo>
                    <a:pt x="173039" y="336890"/>
                  </a:lnTo>
                  <a:lnTo>
                    <a:pt x="173034" y="337019"/>
                  </a:lnTo>
                  <a:lnTo>
                    <a:pt x="172877" y="337198"/>
                  </a:lnTo>
                  <a:lnTo>
                    <a:pt x="172163" y="337414"/>
                  </a:lnTo>
                  <a:lnTo>
                    <a:pt x="171950" y="337565"/>
                  </a:lnTo>
                  <a:lnTo>
                    <a:pt x="171706" y="337795"/>
                  </a:lnTo>
                  <a:lnTo>
                    <a:pt x="171237" y="337951"/>
                  </a:lnTo>
                  <a:lnTo>
                    <a:pt x="171230" y="338364"/>
                  </a:lnTo>
                  <a:lnTo>
                    <a:pt x="171174" y="338752"/>
                  </a:lnTo>
                  <a:lnTo>
                    <a:pt x="171124" y="338922"/>
                  </a:lnTo>
                  <a:lnTo>
                    <a:pt x="171024" y="339068"/>
                  </a:lnTo>
                  <a:lnTo>
                    <a:pt x="171041" y="339434"/>
                  </a:lnTo>
                  <a:lnTo>
                    <a:pt x="171122" y="339666"/>
                  </a:lnTo>
                  <a:lnTo>
                    <a:pt x="171164" y="339801"/>
                  </a:lnTo>
                  <a:lnTo>
                    <a:pt x="171095" y="340035"/>
                  </a:lnTo>
                  <a:lnTo>
                    <a:pt x="171024" y="340363"/>
                  </a:lnTo>
                  <a:lnTo>
                    <a:pt x="171000" y="340508"/>
                  </a:lnTo>
                  <a:lnTo>
                    <a:pt x="171006" y="340709"/>
                  </a:lnTo>
                  <a:lnTo>
                    <a:pt x="170809" y="341096"/>
                  </a:lnTo>
                  <a:lnTo>
                    <a:pt x="170400" y="341376"/>
                  </a:lnTo>
                  <a:lnTo>
                    <a:pt x="170253" y="341562"/>
                  </a:lnTo>
                  <a:lnTo>
                    <a:pt x="169922" y="341477"/>
                  </a:lnTo>
                  <a:lnTo>
                    <a:pt x="169686" y="341319"/>
                  </a:lnTo>
                  <a:lnTo>
                    <a:pt x="169546" y="341287"/>
                  </a:lnTo>
                  <a:lnTo>
                    <a:pt x="169307" y="341333"/>
                  </a:lnTo>
                  <a:lnTo>
                    <a:pt x="169336" y="341474"/>
                  </a:lnTo>
                  <a:lnTo>
                    <a:pt x="169334" y="341706"/>
                  </a:lnTo>
                  <a:lnTo>
                    <a:pt x="168893" y="341346"/>
                  </a:lnTo>
                  <a:lnTo>
                    <a:pt x="168644" y="341353"/>
                  </a:lnTo>
                  <a:lnTo>
                    <a:pt x="168428" y="341386"/>
                  </a:lnTo>
                  <a:lnTo>
                    <a:pt x="168281" y="341337"/>
                  </a:lnTo>
                  <a:lnTo>
                    <a:pt x="168252" y="341547"/>
                  </a:lnTo>
                  <a:lnTo>
                    <a:pt x="167739" y="341907"/>
                  </a:lnTo>
                  <a:lnTo>
                    <a:pt x="167402" y="341656"/>
                  </a:lnTo>
                  <a:lnTo>
                    <a:pt x="166161" y="341629"/>
                  </a:lnTo>
                  <a:lnTo>
                    <a:pt x="166027" y="341594"/>
                  </a:lnTo>
                  <a:lnTo>
                    <a:pt x="165877" y="341553"/>
                  </a:lnTo>
                  <a:lnTo>
                    <a:pt x="165733" y="341504"/>
                  </a:lnTo>
                  <a:lnTo>
                    <a:pt x="165633" y="341696"/>
                  </a:lnTo>
                  <a:lnTo>
                    <a:pt x="165213" y="342257"/>
                  </a:lnTo>
                  <a:lnTo>
                    <a:pt x="165055" y="342572"/>
                  </a:lnTo>
                  <a:lnTo>
                    <a:pt x="164696" y="342826"/>
                  </a:lnTo>
                  <a:lnTo>
                    <a:pt x="164703" y="343007"/>
                  </a:lnTo>
                  <a:lnTo>
                    <a:pt x="164584" y="343155"/>
                  </a:lnTo>
                  <a:lnTo>
                    <a:pt x="163843" y="343227"/>
                  </a:lnTo>
                  <a:lnTo>
                    <a:pt x="163710" y="343105"/>
                  </a:lnTo>
                  <a:lnTo>
                    <a:pt x="163492" y="342970"/>
                  </a:lnTo>
                  <a:lnTo>
                    <a:pt x="163287" y="342558"/>
                  </a:lnTo>
                  <a:lnTo>
                    <a:pt x="163252" y="342274"/>
                  </a:lnTo>
                  <a:lnTo>
                    <a:pt x="163026" y="342205"/>
                  </a:lnTo>
                  <a:lnTo>
                    <a:pt x="162136" y="342317"/>
                  </a:lnTo>
                  <a:lnTo>
                    <a:pt x="162067" y="342499"/>
                  </a:lnTo>
                  <a:lnTo>
                    <a:pt x="162108" y="343111"/>
                  </a:lnTo>
                  <a:lnTo>
                    <a:pt x="162135" y="343273"/>
                  </a:lnTo>
                  <a:lnTo>
                    <a:pt x="162343" y="343820"/>
                  </a:lnTo>
                  <a:lnTo>
                    <a:pt x="162395" y="344151"/>
                  </a:lnTo>
                  <a:lnTo>
                    <a:pt x="162412" y="344375"/>
                  </a:lnTo>
                  <a:lnTo>
                    <a:pt x="162580" y="344781"/>
                  </a:lnTo>
                  <a:lnTo>
                    <a:pt x="162574" y="344908"/>
                  </a:lnTo>
                  <a:lnTo>
                    <a:pt x="162489" y="345126"/>
                  </a:lnTo>
                  <a:lnTo>
                    <a:pt x="162468" y="345337"/>
                  </a:lnTo>
                  <a:lnTo>
                    <a:pt x="162531" y="345629"/>
                  </a:lnTo>
                  <a:lnTo>
                    <a:pt x="162496" y="346181"/>
                  </a:lnTo>
                  <a:lnTo>
                    <a:pt x="162299" y="346300"/>
                  </a:lnTo>
                  <a:lnTo>
                    <a:pt x="162148" y="346345"/>
                  </a:lnTo>
                  <a:lnTo>
                    <a:pt x="161626" y="346440"/>
                  </a:lnTo>
                  <a:lnTo>
                    <a:pt x="161386" y="346323"/>
                  </a:lnTo>
                  <a:lnTo>
                    <a:pt x="161375" y="346103"/>
                  </a:lnTo>
                  <a:lnTo>
                    <a:pt x="161129" y="345992"/>
                  </a:lnTo>
                  <a:lnTo>
                    <a:pt x="160874" y="346104"/>
                  </a:lnTo>
                  <a:lnTo>
                    <a:pt x="160655" y="346151"/>
                  </a:lnTo>
                  <a:lnTo>
                    <a:pt x="160398" y="345930"/>
                  </a:lnTo>
                  <a:lnTo>
                    <a:pt x="160058" y="345966"/>
                  </a:lnTo>
                  <a:lnTo>
                    <a:pt x="159893" y="346007"/>
                  </a:lnTo>
                  <a:lnTo>
                    <a:pt x="159299" y="345805"/>
                  </a:lnTo>
                  <a:lnTo>
                    <a:pt x="159140" y="345893"/>
                  </a:lnTo>
                  <a:lnTo>
                    <a:pt x="158879" y="346035"/>
                  </a:lnTo>
                  <a:lnTo>
                    <a:pt x="158727" y="346103"/>
                  </a:lnTo>
                  <a:lnTo>
                    <a:pt x="158505" y="346132"/>
                  </a:lnTo>
                  <a:lnTo>
                    <a:pt x="158213" y="346119"/>
                  </a:lnTo>
                  <a:lnTo>
                    <a:pt x="157972" y="346250"/>
                  </a:lnTo>
                  <a:lnTo>
                    <a:pt x="157766" y="346545"/>
                  </a:lnTo>
                  <a:lnTo>
                    <a:pt x="157639" y="346865"/>
                  </a:lnTo>
                  <a:lnTo>
                    <a:pt x="157350" y="347434"/>
                  </a:lnTo>
                  <a:lnTo>
                    <a:pt x="157207" y="347709"/>
                  </a:lnTo>
                  <a:lnTo>
                    <a:pt x="156710" y="347728"/>
                  </a:lnTo>
                  <a:lnTo>
                    <a:pt x="156736" y="347555"/>
                  </a:lnTo>
                  <a:lnTo>
                    <a:pt x="156725" y="347354"/>
                  </a:lnTo>
                  <a:lnTo>
                    <a:pt x="156624" y="347112"/>
                  </a:lnTo>
                  <a:lnTo>
                    <a:pt x="156495" y="347088"/>
                  </a:lnTo>
                  <a:lnTo>
                    <a:pt x="156100" y="347220"/>
                  </a:lnTo>
                  <a:lnTo>
                    <a:pt x="155618" y="347029"/>
                  </a:lnTo>
                  <a:lnTo>
                    <a:pt x="155478" y="346973"/>
                  </a:lnTo>
                  <a:lnTo>
                    <a:pt x="155224" y="346938"/>
                  </a:lnTo>
                  <a:lnTo>
                    <a:pt x="154899" y="346750"/>
                  </a:lnTo>
                  <a:lnTo>
                    <a:pt x="154676" y="346752"/>
                  </a:lnTo>
                  <a:lnTo>
                    <a:pt x="154207" y="346416"/>
                  </a:lnTo>
                  <a:lnTo>
                    <a:pt x="153785" y="345650"/>
                  </a:lnTo>
                  <a:lnTo>
                    <a:pt x="153769" y="345419"/>
                  </a:lnTo>
                  <a:lnTo>
                    <a:pt x="153728" y="345268"/>
                  </a:lnTo>
                  <a:lnTo>
                    <a:pt x="153945" y="345237"/>
                  </a:lnTo>
                  <a:lnTo>
                    <a:pt x="154110" y="345141"/>
                  </a:lnTo>
                  <a:lnTo>
                    <a:pt x="154155" y="345012"/>
                  </a:lnTo>
                  <a:lnTo>
                    <a:pt x="154022" y="344849"/>
                  </a:lnTo>
                  <a:lnTo>
                    <a:pt x="154040" y="344502"/>
                  </a:lnTo>
                  <a:lnTo>
                    <a:pt x="154042" y="344216"/>
                  </a:lnTo>
                  <a:lnTo>
                    <a:pt x="153934" y="343916"/>
                  </a:lnTo>
                  <a:lnTo>
                    <a:pt x="153711" y="343890"/>
                  </a:lnTo>
                  <a:lnTo>
                    <a:pt x="153430" y="343695"/>
                  </a:lnTo>
                  <a:lnTo>
                    <a:pt x="153479" y="343444"/>
                  </a:lnTo>
                  <a:lnTo>
                    <a:pt x="153668" y="343201"/>
                  </a:lnTo>
                  <a:lnTo>
                    <a:pt x="153793" y="343065"/>
                  </a:lnTo>
                  <a:lnTo>
                    <a:pt x="154036" y="342836"/>
                  </a:lnTo>
                  <a:lnTo>
                    <a:pt x="154258" y="342742"/>
                  </a:lnTo>
                  <a:lnTo>
                    <a:pt x="154381" y="342555"/>
                  </a:lnTo>
                  <a:lnTo>
                    <a:pt x="154298" y="342318"/>
                  </a:lnTo>
                  <a:lnTo>
                    <a:pt x="154123" y="342186"/>
                  </a:lnTo>
                  <a:lnTo>
                    <a:pt x="154120" y="342013"/>
                  </a:lnTo>
                  <a:lnTo>
                    <a:pt x="154074" y="341839"/>
                  </a:lnTo>
                  <a:lnTo>
                    <a:pt x="153452" y="341402"/>
                  </a:lnTo>
                  <a:lnTo>
                    <a:pt x="153228" y="341172"/>
                  </a:lnTo>
                  <a:lnTo>
                    <a:pt x="153019" y="340939"/>
                  </a:lnTo>
                  <a:lnTo>
                    <a:pt x="152850" y="340875"/>
                  </a:lnTo>
                  <a:lnTo>
                    <a:pt x="152711" y="340767"/>
                  </a:lnTo>
                  <a:lnTo>
                    <a:pt x="152568" y="340457"/>
                  </a:lnTo>
                  <a:lnTo>
                    <a:pt x="152658" y="340224"/>
                  </a:lnTo>
                  <a:lnTo>
                    <a:pt x="152360" y="340037"/>
                  </a:lnTo>
                  <a:lnTo>
                    <a:pt x="152232" y="340053"/>
                  </a:lnTo>
                  <a:lnTo>
                    <a:pt x="151444" y="339982"/>
                  </a:lnTo>
                  <a:lnTo>
                    <a:pt x="151262" y="339975"/>
                  </a:lnTo>
                  <a:lnTo>
                    <a:pt x="151107" y="339988"/>
                  </a:lnTo>
                  <a:lnTo>
                    <a:pt x="150747" y="339967"/>
                  </a:lnTo>
                  <a:lnTo>
                    <a:pt x="150246" y="339916"/>
                  </a:lnTo>
                  <a:lnTo>
                    <a:pt x="149869" y="339505"/>
                  </a:lnTo>
                  <a:lnTo>
                    <a:pt x="149868" y="339325"/>
                  </a:lnTo>
                  <a:lnTo>
                    <a:pt x="149645" y="338940"/>
                  </a:lnTo>
                  <a:lnTo>
                    <a:pt x="149387" y="338501"/>
                  </a:lnTo>
                  <a:lnTo>
                    <a:pt x="149066" y="338354"/>
                  </a:lnTo>
                  <a:lnTo>
                    <a:pt x="148872" y="338078"/>
                  </a:lnTo>
                  <a:lnTo>
                    <a:pt x="148483" y="338033"/>
                  </a:lnTo>
                  <a:lnTo>
                    <a:pt x="148288" y="338046"/>
                  </a:lnTo>
                  <a:lnTo>
                    <a:pt x="148081" y="338056"/>
                  </a:lnTo>
                  <a:lnTo>
                    <a:pt x="147925" y="338055"/>
                  </a:lnTo>
                  <a:lnTo>
                    <a:pt x="147621" y="338016"/>
                  </a:lnTo>
                  <a:lnTo>
                    <a:pt x="147283" y="338343"/>
                  </a:lnTo>
                  <a:lnTo>
                    <a:pt x="147243" y="338517"/>
                  </a:lnTo>
                  <a:lnTo>
                    <a:pt x="147043" y="338789"/>
                  </a:lnTo>
                  <a:lnTo>
                    <a:pt x="146776" y="338916"/>
                  </a:lnTo>
                  <a:lnTo>
                    <a:pt x="146545" y="338625"/>
                  </a:lnTo>
                  <a:lnTo>
                    <a:pt x="146411" y="338405"/>
                  </a:lnTo>
                  <a:lnTo>
                    <a:pt x="145649" y="338321"/>
                  </a:lnTo>
                  <a:lnTo>
                    <a:pt x="145457" y="338504"/>
                  </a:lnTo>
                  <a:lnTo>
                    <a:pt x="145358" y="338724"/>
                  </a:lnTo>
                  <a:lnTo>
                    <a:pt x="144979" y="339138"/>
                  </a:lnTo>
                  <a:lnTo>
                    <a:pt x="144824" y="339285"/>
                  </a:lnTo>
                  <a:lnTo>
                    <a:pt x="144405" y="338916"/>
                  </a:lnTo>
                  <a:lnTo>
                    <a:pt x="143936" y="339008"/>
                  </a:lnTo>
                  <a:lnTo>
                    <a:pt x="143327" y="339330"/>
                  </a:lnTo>
                  <a:lnTo>
                    <a:pt x="143051" y="339311"/>
                  </a:lnTo>
                  <a:lnTo>
                    <a:pt x="142898" y="339422"/>
                  </a:lnTo>
                  <a:lnTo>
                    <a:pt x="142563" y="339710"/>
                  </a:lnTo>
                  <a:lnTo>
                    <a:pt x="142262" y="339654"/>
                  </a:lnTo>
                  <a:lnTo>
                    <a:pt x="141960" y="339704"/>
                  </a:lnTo>
                  <a:lnTo>
                    <a:pt x="141819" y="339381"/>
                  </a:lnTo>
                  <a:lnTo>
                    <a:pt x="141812" y="339077"/>
                  </a:lnTo>
                  <a:lnTo>
                    <a:pt x="141639" y="339132"/>
                  </a:lnTo>
                  <a:lnTo>
                    <a:pt x="141484" y="339165"/>
                  </a:lnTo>
                  <a:lnTo>
                    <a:pt x="141219" y="339091"/>
                  </a:lnTo>
                  <a:lnTo>
                    <a:pt x="141164" y="338791"/>
                  </a:lnTo>
                  <a:lnTo>
                    <a:pt x="141032" y="338544"/>
                  </a:lnTo>
                  <a:lnTo>
                    <a:pt x="140795" y="338698"/>
                  </a:lnTo>
                  <a:lnTo>
                    <a:pt x="140466" y="338716"/>
                  </a:lnTo>
                  <a:lnTo>
                    <a:pt x="140096" y="338728"/>
                  </a:lnTo>
                  <a:lnTo>
                    <a:pt x="139892" y="338714"/>
                  </a:lnTo>
                  <a:lnTo>
                    <a:pt x="139427" y="338318"/>
                  </a:lnTo>
                  <a:lnTo>
                    <a:pt x="138913" y="338042"/>
                  </a:lnTo>
                  <a:lnTo>
                    <a:pt x="138677" y="337967"/>
                  </a:lnTo>
                  <a:lnTo>
                    <a:pt x="138393" y="338196"/>
                  </a:lnTo>
                  <a:lnTo>
                    <a:pt x="138060" y="338325"/>
                  </a:lnTo>
                  <a:lnTo>
                    <a:pt x="137829" y="338442"/>
                  </a:lnTo>
                  <a:lnTo>
                    <a:pt x="137572" y="338725"/>
                  </a:lnTo>
                  <a:lnTo>
                    <a:pt x="137447" y="338894"/>
                  </a:lnTo>
                  <a:lnTo>
                    <a:pt x="136884" y="338782"/>
                  </a:lnTo>
                  <a:lnTo>
                    <a:pt x="137240" y="338410"/>
                  </a:lnTo>
                  <a:lnTo>
                    <a:pt x="137066" y="338256"/>
                  </a:lnTo>
                  <a:lnTo>
                    <a:pt x="136793" y="338249"/>
                  </a:lnTo>
                  <a:lnTo>
                    <a:pt x="136697" y="338538"/>
                  </a:lnTo>
                  <a:lnTo>
                    <a:pt x="136697" y="338833"/>
                  </a:lnTo>
                  <a:lnTo>
                    <a:pt x="136468" y="339012"/>
                  </a:lnTo>
                  <a:lnTo>
                    <a:pt x="136126" y="338947"/>
                  </a:lnTo>
                  <a:lnTo>
                    <a:pt x="136044" y="338728"/>
                  </a:lnTo>
                  <a:lnTo>
                    <a:pt x="135902" y="338804"/>
                  </a:lnTo>
                  <a:lnTo>
                    <a:pt x="135641" y="338991"/>
                  </a:lnTo>
                  <a:lnTo>
                    <a:pt x="135579" y="339121"/>
                  </a:lnTo>
                  <a:lnTo>
                    <a:pt x="135301" y="339310"/>
                  </a:lnTo>
                  <a:lnTo>
                    <a:pt x="135110" y="339402"/>
                  </a:lnTo>
                  <a:lnTo>
                    <a:pt x="134702" y="339459"/>
                  </a:lnTo>
                  <a:lnTo>
                    <a:pt x="134615" y="339246"/>
                  </a:lnTo>
                  <a:lnTo>
                    <a:pt x="134170" y="338816"/>
                  </a:lnTo>
                  <a:lnTo>
                    <a:pt x="133815" y="338942"/>
                  </a:lnTo>
                  <a:lnTo>
                    <a:pt x="133741" y="339310"/>
                  </a:lnTo>
                  <a:lnTo>
                    <a:pt x="133476" y="339091"/>
                  </a:lnTo>
                  <a:lnTo>
                    <a:pt x="133335" y="339121"/>
                  </a:lnTo>
                  <a:lnTo>
                    <a:pt x="133163" y="339182"/>
                  </a:lnTo>
                  <a:lnTo>
                    <a:pt x="132569" y="338689"/>
                  </a:lnTo>
                  <a:lnTo>
                    <a:pt x="132460" y="338333"/>
                  </a:lnTo>
                  <a:lnTo>
                    <a:pt x="132657" y="338014"/>
                  </a:lnTo>
                  <a:lnTo>
                    <a:pt x="132665" y="337467"/>
                  </a:lnTo>
                  <a:lnTo>
                    <a:pt x="132498" y="337051"/>
                  </a:lnTo>
                  <a:lnTo>
                    <a:pt x="132342" y="336962"/>
                  </a:lnTo>
                  <a:lnTo>
                    <a:pt x="131797" y="336856"/>
                  </a:lnTo>
                  <a:lnTo>
                    <a:pt x="131813" y="336667"/>
                  </a:lnTo>
                  <a:lnTo>
                    <a:pt x="131616" y="336109"/>
                  </a:lnTo>
                  <a:lnTo>
                    <a:pt x="131352" y="336100"/>
                  </a:lnTo>
                  <a:lnTo>
                    <a:pt x="131084" y="335985"/>
                  </a:lnTo>
                  <a:lnTo>
                    <a:pt x="130909" y="335883"/>
                  </a:lnTo>
                  <a:lnTo>
                    <a:pt x="130563" y="335985"/>
                  </a:lnTo>
                  <a:lnTo>
                    <a:pt x="130289" y="336234"/>
                  </a:lnTo>
                  <a:lnTo>
                    <a:pt x="130098" y="336283"/>
                  </a:lnTo>
                  <a:lnTo>
                    <a:pt x="129893" y="336498"/>
                  </a:lnTo>
                  <a:lnTo>
                    <a:pt x="129812" y="336641"/>
                  </a:lnTo>
                  <a:lnTo>
                    <a:pt x="129198" y="337198"/>
                  </a:lnTo>
                  <a:lnTo>
                    <a:pt x="128915" y="337219"/>
                  </a:lnTo>
                  <a:lnTo>
                    <a:pt x="128778" y="337288"/>
                  </a:lnTo>
                  <a:lnTo>
                    <a:pt x="128530" y="337581"/>
                  </a:lnTo>
                  <a:lnTo>
                    <a:pt x="128080" y="337478"/>
                  </a:lnTo>
                  <a:lnTo>
                    <a:pt x="128021" y="337350"/>
                  </a:lnTo>
                  <a:lnTo>
                    <a:pt x="127780" y="337060"/>
                  </a:lnTo>
                  <a:lnTo>
                    <a:pt x="127443" y="337059"/>
                  </a:lnTo>
                  <a:lnTo>
                    <a:pt x="127067" y="337193"/>
                  </a:lnTo>
                  <a:lnTo>
                    <a:pt x="126445" y="336971"/>
                  </a:lnTo>
                  <a:lnTo>
                    <a:pt x="126018" y="337057"/>
                  </a:lnTo>
                  <a:lnTo>
                    <a:pt x="125916" y="337285"/>
                  </a:lnTo>
                  <a:lnTo>
                    <a:pt x="125712" y="336752"/>
                  </a:lnTo>
                  <a:lnTo>
                    <a:pt x="125363" y="336397"/>
                  </a:lnTo>
                  <a:lnTo>
                    <a:pt x="125271" y="336177"/>
                  </a:lnTo>
                  <a:lnTo>
                    <a:pt x="125209" y="335778"/>
                  </a:lnTo>
                  <a:lnTo>
                    <a:pt x="125192" y="335487"/>
                  </a:lnTo>
                  <a:lnTo>
                    <a:pt x="125052" y="335313"/>
                  </a:lnTo>
                  <a:lnTo>
                    <a:pt x="125005" y="335077"/>
                  </a:lnTo>
                  <a:lnTo>
                    <a:pt x="125164" y="334186"/>
                  </a:lnTo>
                  <a:lnTo>
                    <a:pt x="125382" y="333867"/>
                  </a:lnTo>
                  <a:lnTo>
                    <a:pt x="125184" y="333455"/>
                  </a:lnTo>
                  <a:lnTo>
                    <a:pt x="125025" y="333457"/>
                  </a:lnTo>
                  <a:lnTo>
                    <a:pt x="124855" y="333313"/>
                  </a:lnTo>
                  <a:lnTo>
                    <a:pt x="124520" y="332971"/>
                  </a:lnTo>
                  <a:lnTo>
                    <a:pt x="124345" y="332813"/>
                  </a:lnTo>
                  <a:lnTo>
                    <a:pt x="123817" y="333347"/>
                  </a:lnTo>
                  <a:lnTo>
                    <a:pt x="123583" y="333400"/>
                  </a:lnTo>
                  <a:lnTo>
                    <a:pt x="123432" y="333386"/>
                  </a:lnTo>
                  <a:lnTo>
                    <a:pt x="123251" y="333305"/>
                  </a:lnTo>
                  <a:lnTo>
                    <a:pt x="123127" y="333095"/>
                  </a:lnTo>
                  <a:lnTo>
                    <a:pt x="122861" y="333210"/>
                  </a:lnTo>
                  <a:lnTo>
                    <a:pt x="122623" y="333215"/>
                  </a:lnTo>
                  <a:lnTo>
                    <a:pt x="122619" y="332850"/>
                  </a:lnTo>
                  <a:lnTo>
                    <a:pt x="122681" y="332680"/>
                  </a:lnTo>
                  <a:lnTo>
                    <a:pt x="122450" y="332117"/>
                  </a:lnTo>
                  <a:lnTo>
                    <a:pt x="122194" y="332355"/>
                  </a:lnTo>
                  <a:lnTo>
                    <a:pt x="121923" y="332485"/>
                  </a:lnTo>
                  <a:lnTo>
                    <a:pt x="121849" y="332260"/>
                  </a:lnTo>
                  <a:lnTo>
                    <a:pt x="121941" y="332075"/>
                  </a:lnTo>
                  <a:lnTo>
                    <a:pt x="121797" y="331888"/>
                  </a:lnTo>
                  <a:lnTo>
                    <a:pt x="121540" y="331692"/>
                  </a:lnTo>
                  <a:lnTo>
                    <a:pt x="121512" y="331417"/>
                  </a:lnTo>
                  <a:lnTo>
                    <a:pt x="121559" y="331233"/>
                  </a:lnTo>
                  <a:lnTo>
                    <a:pt x="121630" y="330963"/>
                  </a:lnTo>
                  <a:lnTo>
                    <a:pt x="121834" y="330752"/>
                  </a:lnTo>
                  <a:lnTo>
                    <a:pt x="121929" y="330453"/>
                  </a:lnTo>
                  <a:lnTo>
                    <a:pt x="121676" y="330091"/>
                  </a:lnTo>
                  <a:lnTo>
                    <a:pt x="121882" y="329683"/>
                  </a:lnTo>
                  <a:lnTo>
                    <a:pt x="121763" y="329389"/>
                  </a:lnTo>
                  <a:lnTo>
                    <a:pt x="121363" y="328903"/>
                  </a:lnTo>
                  <a:lnTo>
                    <a:pt x="121298" y="328768"/>
                  </a:lnTo>
                  <a:lnTo>
                    <a:pt x="121254" y="328624"/>
                  </a:lnTo>
                  <a:lnTo>
                    <a:pt x="121449" y="328311"/>
                  </a:lnTo>
                  <a:lnTo>
                    <a:pt x="121327" y="327996"/>
                  </a:lnTo>
                  <a:lnTo>
                    <a:pt x="121026" y="328074"/>
                  </a:lnTo>
                  <a:lnTo>
                    <a:pt x="120859" y="328138"/>
                  </a:lnTo>
                  <a:lnTo>
                    <a:pt x="120610" y="327904"/>
                  </a:lnTo>
                  <a:lnTo>
                    <a:pt x="120491" y="327723"/>
                  </a:lnTo>
                  <a:lnTo>
                    <a:pt x="120308" y="327385"/>
                  </a:lnTo>
                  <a:lnTo>
                    <a:pt x="120164" y="327244"/>
                  </a:lnTo>
                  <a:lnTo>
                    <a:pt x="120214" y="326975"/>
                  </a:lnTo>
                  <a:lnTo>
                    <a:pt x="120144" y="326761"/>
                  </a:lnTo>
                  <a:lnTo>
                    <a:pt x="119957" y="326655"/>
                  </a:lnTo>
                  <a:lnTo>
                    <a:pt x="119609" y="325850"/>
                  </a:lnTo>
                  <a:lnTo>
                    <a:pt x="119748" y="325621"/>
                  </a:lnTo>
                  <a:lnTo>
                    <a:pt x="120001" y="325524"/>
                  </a:lnTo>
                  <a:lnTo>
                    <a:pt x="120015" y="325300"/>
                  </a:lnTo>
                  <a:lnTo>
                    <a:pt x="120007" y="325168"/>
                  </a:lnTo>
                  <a:lnTo>
                    <a:pt x="119971" y="324826"/>
                  </a:lnTo>
                  <a:lnTo>
                    <a:pt x="120119" y="324628"/>
                  </a:lnTo>
                  <a:lnTo>
                    <a:pt x="120261" y="324259"/>
                  </a:lnTo>
                  <a:lnTo>
                    <a:pt x="120491" y="323866"/>
                  </a:lnTo>
                  <a:lnTo>
                    <a:pt x="120579" y="323637"/>
                  </a:lnTo>
                  <a:lnTo>
                    <a:pt x="120263" y="323251"/>
                  </a:lnTo>
                  <a:lnTo>
                    <a:pt x="120089" y="323198"/>
                  </a:lnTo>
                  <a:lnTo>
                    <a:pt x="119960" y="323177"/>
                  </a:lnTo>
                  <a:lnTo>
                    <a:pt x="119522" y="323260"/>
                  </a:lnTo>
                  <a:lnTo>
                    <a:pt x="118828" y="323415"/>
                  </a:lnTo>
                  <a:lnTo>
                    <a:pt x="118599" y="323622"/>
                  </a:lnTo>
                  <a:lnTo>
                    <a:pt x="118497" y="324177"/>
                  </a:lnTo>
                  <a:lnTo>
                    <a:pt x="118422" y="324332"/>
                  </a:lnTo>
                  <a:lnTo>
                    <a:pt x="118449" y="324501"/>
                  </a:lnTo>
                  <a:lnTo>
                    <a:pt x="118472" y="324630"/>
                  </a:lnTo>
                  <a:lnTo>
                    <a:pt x="118359" y="324830"/>
                  </a:lnTo>
                  <a:lnTo>
                    <a:pt x="117940" y="325002"/>
                  </a:lnTo>
                  <a:lnTo>
                    <a:pt x="117612" y="325256"/>
                  </a:lnTo>
                  <a:lnTo>
                    <a:pt x="117350" y="325224"/>
                  </a:lnTo>
                  <a:lnTo>
                    <a:pt x="117158" y="325055"/>
                  </a:lnTo>
                  <a:lnTo>
                    <a:pt x="117096" y="324844"/>
                  </a:lnTo>
                  <a:lnTo>
                    <a:pt x="116736" y="324435"/>
                  </a:lnTo>
                  <a:lnTo>
                    <a:pt x="116765" y="324206"/>
                  </a:lnTo>
                  <a:lnTo>
                    <a:pt x="116453" y="323986"/>
                  </a:lnTo>
                  <a:lnTo>
                    <a:pt x="116545" y="323828"/>
                  </a:lnTo>
                  <a:lnTo>
                    <a:pt x="116640" y="323548"/>
                  </a:lnTo>
                  <a:lnTo>
                    <a:pt x="116422" y="323256"/>
                  </a:lnTo>
                  <a:lnTo>
                    <a:pt x="116216" y="322943"/>
                  </a:lnTo>
                  <a:lnTo>
                    <a:pt x="115844" y="323214"/>
                  </a:lnTo>
                  <a:lnTo>
                    <a:pt x="115194" y="323892"/>
                  </a:lnTo>
                  <a:lnTo>
                    <a:pt x="114846" y="323882"/>
                  </a:lnTo>
                  <a:lnTo>
                    <a:pt x="114608" y="323826"/>
                  </a:lnTo>
                  <a:lnTo>
                    <a:pt x="114232" y="323954"/>
                  </a:lnTo>
                  <a:lnTo>
                    <a:pt x="114127" y="324366"/>
                  </a:lnTo>
                  <a:lnTo>
                    <a:pt x="114134" y="324610"/>
                  </a:lnTo>
                  <a:lnTo>
                    <a:pt x="113924" y="324745"/>
                  </a:lnTo>
                  <a:lnTo>
                    <a:pt x="113655" y="324677"/>
                  </a:lnTo>
                  <a:lnTo>
                    <a:pt x="113207" y="324458"/>
                  </a:lnTo>
                  <a:lnTo>
                    <a:pt x="113052" y="324181"/>
                  </a:lnTo>
                  <a:lnTo>
                    <a:pt x="112667" y="324148"/>
                  </a:lnTo>
                  <a:lnTo>
                    <a:pt x="112403" y="324168"/>
                  </a:lnTo>
                  <a:lnTo>
                    <a:pt x="112254" y="324066"/>
                  </a:lnTo>
                  <a:lnTo>
                    <a:pt x="111925" y="323582"/>
                  </a:lnTo>
                  <a:lnTo>
                    <a:pt x="111873" y="323423"/>
                  </a:lnTo>
                  <a:lnTo>
                    <a:pt x="111755" y="323201"/>
                  </a:lnTo>
                  <a:lnTo>
                    <a:pt x="111978" y="323003"/>
                  </a:lnTo>
                  <a:lnTo>
                    <a:pt x="112334" y="322731"/>
                  </a:lnTo>
                  <a:lnTo>
                    <a:pt x="112435" y="322334"/>
                  </a:lnTo>
                  <a:lnTo>
                    <a:pt x="112617" y="321884"/>
                  </a:lnTo>
                  <a:lnTo>
                    <a:pt x="112732" y="321713"/>
                  </a:lnTo>
                  <a:lnTo>
                    <a:pt x="112830" y="321522"/>
                  </a:lnTo>
                  <a:lnTo>
                    <a:pt x="112800" y="321187"/>
                  </a:lnTo>
                  <a:lnTo>
                    <a:pt x="112757" y="320984"/>
                  </a:lnTo>
                  <a:lnTo>
                    <a:pt x="112673" y="320788"/>
                  </a:lnTo>
                  <a:lnTo>
                    <a:pt x="112543" y="320673"/>
                  </a:lnTo>
                  <a:lnTo>
                    <a:pt x="112390" y="320367"/>
                  </a:lnTo>
                  <a:lnTo>
                    <a:pt x="112392" y="320205"/>
                  </a:lnTo>
                  <a:lnTo>
                    <a:pt x="112124" y="319828"/>
                  </a:lnTo>
                  <a:lnTo>
                    <a:pt x="111850" y="319699"/>
                  </a:lnTo>
                  <a:lnTo>
                    <a:pt x="111387" y="319701"/>
                  </a:lnTo>
                  <a:lnTo>
                    <a:pt x="111113" y="319705"/>
                  </a:lnTo>
                  <a:lnTo>
                    <a:pt x="110873" y="319511"/>
                  </a:lnTo>
                  <a:lnTo>
                    <a:pt x="110690" y="319342"/>
                  </a:lnTo>
                  <a:lnTo>
                    <a:pt x="110441" y="319142"/>
                  </a:lnTo>
                  <a:lnTo>
                    <a:pt x="109949" y="318989"/>
                  </a:lnTo>
                  <a:lnTo>
                    <a:pt x="109719" y="319225"/>
                  </a:lnTo>
                  <a:lnTo>
                    <a:pt x="109427" y="319197"/>
                  </a:lnTo>
                  <a:lnTo>
                    <a:pt x="109126" y="319297"/>
                  </a:lnTo>
                  <a:lnTo>
                    <a:pt x="108894" y="319384"/>
                  </a:lnTo>
                  <a:lnTo>
                    <a:pt x="108734" y="319347"/>
                  </a:lnTo>
                  <a:lnTo>
                    <a:pt x="108303" y="319603"/>
                  </a:lnTo>
                  <a:lnTo>
                    <a:pt x="108138" y="319502"/>
                  </a:lnTo>
                  <a:lnTo>
                    <a:pt x="107918" y="319408"/>
                  </a:lnTo>
                  <a:lnTo>
                    <a:pt x="107666" y="319654"/>
                  </a:lnTo>
                  <a:lnTo>
                    <a:pt x="107429" y="319643"/>
                  </a:lnTo>
                  <a:lnTo>
                    <a:pt x="106953" y="319900"/>
                  </a:lnTo>
                  <a:lnTo>
                    <a:pt x="106661" y="320260"/>
                  </a:lnTo>
                  <a:lnTo>
                    <a:pt x="106280" y="320573"/>
                  </a:lnTo>
                  <a:lnTo>
                    <a:pt x="106152" y="321036"/>
                  </a:lnTo>
                  <a:lnTo>
                    <a:pt x="106338" y="321387"/>
                  </a:lnTo>
                  <a:lnTo>
                    <a:pt x="106555" y="321577"/>
                  </a:lnTo>
                  <a:lnTo>
                    <a:pt x="106557" y="321838"/>
                  </a:lnTo>
                  <a:lnTo>
                    <a:pt x="106428" y="322047"/>
                  </a:lnTo>
                  <a:lnTo>
                    <a:pt x="106370" y="322214"/>
                  </a:lnTo>
                  <a:lnTo>
                    <a:pt x="106334" y="322585"/>
                  </a:lnTo>
                  <a:lnTo>
                    <a:pt x="106001" y="322692"/>
                  </a:lnTo>
                  <a:lnTo>
                    <a:pt x="105577" y="322929"/>
                  </a:lnTo>
                  <a:lnTo>
                    <a:pt x="105375" y="323040"/>
                  </a:lnTo>
                  <a:lnTo>
                    <a:pt x="105231" y="323036"/>
                  </a:lnTo>
                  <a:lnTo>
                    <a:pt x="105057" y="323155"/>
                  </a:lnTo>
                  <a:lnTo>
                    <a:pt x="104982" y="323382"/>
                  </a:lnTo>
                  <a:lnTo>
                    <a:pt x="104953" y="323538"/>
                  </a:lnTo>
                  <a:lnTo>
                    <a:pt x="104520" y="323944"/>
                  </a:lnTo>
                  <a:lnTo>
                    <a:pt x="104123" y="323911"/>
                  </a:lnTo>
                  <a:lnTo>
                    <a:pt x="103761" y="324143"/>
                  </a:lnTo>
                  <a:lnTo>
                    <a:pt x="103787" y="324741"/>
                  </a:lnTo>
                  <a:lnTo>
                    <a:pt x="103998" y="324768"/>
                  </a:lnTo>
                  <a:lnTo>
                    <a:pt x="104719" y="325075"/>
                  </a:lnTo>
                  <a:lnTo>
                    <a:pt x="104964" y="325360"/>
                  </a:lnTo>
                  <a:lnTo>
                    <a:pt x="105139" y="325616"/>
                  </a:lnTo>
                  <a:lnTo>
                    <a:pt x="105290" y="325778"/>
                  </a:lnTo>
                  <a:lnTo>
                    <a:pt x="105517" y="326007"/>
                  </a:lnTo>
                  <a:lnTo>
                    <a:pt x="106041" y="325904"/>
                  </a:lnTo>
                  <a:lnTo>
                    <a:pt x="106133" y="326067"/>
                  </a:lnTo>
                  <a:lnTo>
                    <a:pt x="106208" y="326354"/>
                  </a:lnTo>
                  <a:lnTo>
                    <a:pt x="106414" y="326521"/>
                  </a:lnTo>
                  <a:lnTo>
                    <a:pt x="106634" y="326500"/>
                  </a:lnTo>
                  <a:lnTo>
                    <a:pt x="106799" y="326701"/>
                  </a:lnTo>
                  <a:lnTo>
                    <a:pt x="106717" y="327072"/>
                  </a:lnTo>
                  <a:lnTo>
                    <a:pt x="106650" y="327242"/>
                  </a:lnTo>
                  <a:lnTo>
                    <a:pt x="106418" y="327490"/>
                  </a:lnTo>
                  <a:lnTo>
                    <a:pt x="106225" y="327575"/>
                  </a:lnTo>
                  <a:lnTo>
                    <a:pt x="106136" y="327749"/>
                  </a:lnTo>
                  <a:lnTo>
                    <a:pt x="105738" y="327915"/>
                  </a:lnTo>
                  <a:lnTo>
                    <a:pt x="105602" y="328234"/>
                  </a:lnTo>
                  <a:lnTo>
                    <a:pt x="105460" y="328453"/>
                  </a:lnTo>
                  <a:lnTo>
                    <a:pt x="105181" y="328684"/>
                  </a:lnTo>
                  <a:lnTo>
                    <a:pt x="105692" y="329402"/>
                  </a:lnTo>
                  <a:lnTo>
                    <a:pt x="105910" y="329940"/>
                  </a:lnTo>
                  <a:lnTo>
                    <a:pt x="105771" y="330389"/>
                  </a:lnTo>
                  <a:lnTo>
                    <a:pt x="105744" y="330735"/>
                  </a:lnTo>
                  <a:lnTo>
                    <a:pt x="105361" y="330991"/>
                  </a:lnTo>
                  <a:lnTo>
                    <a:pt x="105060" y="330932"/>
                  </a:lnTo>
                  <a:lnTo>
                    <a:pt x="104887" y="330940"/>
                  </a:lnTo>
                  <a:lnTo>
                    <a:pt x="104644" y="331005"/>
                  </a:lnTo>
                  <a:lnTo>
                    <a:pt x="104456" y="331452"/>
                  </a:lnTo>
                  <a:lnTo>
                    <a:pt x="104265" y="331350"/>
                  </a:lnTo>
                  <a:lnTo>
                    <a:pt x="103810" y="331357"/>
                  </a:lnTo>
                  <a:lnTo>
                    <a:pt x="103564" y="331490"/>
                  </a:lnTo>
                  <a:lnTo>
                    <a:pt x="103519" y="331621"/>
                  </a:lnTo>
                  <a:lnTo>
                    <a:pt x="103197" y="331800"/>
                  </a:lnTo>
                  <a:lnTo>
                    <a:pt x="103069" y="331824"/>
                  </a:lnTo>
                  <a:lnTo>
                    <a:pt x="102887" y="331959"/>
                  </a:lnTo>
                  <a:lnTo>
                    <a:pt x="102647" y="331846"/>
                  </a:lnTo>
                  <a:lnTo>
                    <a:pt x="102336" y="332073"/>
                  </a:lnTo>
                  <a:lnTo>
                    <a:pt x="102317" y="332206"/>
                  </a:lnTo>
                  <a:lnTo>
                    <a:pt x="101929" y="332364"/>
                  </a:lnTo>
                  <a:lnTo>
                    <a:pt x="101729" y="332188"/>
                  </a:lnTo>
                  <a:lnTo>
                    <a:pt x="101478" y="332066"/>
                  </a:lnTo>
                  <a:lnTo>
                    <a:pt x="101052" y="331979"/>
                  </a:lnTo>
                  <a:lnTo>
                    <a:pt x="100699" y="332173"/>
                  </a:lnTo>
                  <a:lnTo>
                    <a:pt x="100571" y="332184"/>
                  </a:lnTo>
                  <a:lnTo>
                    <a:pt x="100334" y="332100"/>
                  </a:lnTo>
                  <a:lnTo>
                    <a:pt x="100060" y="332164"/>
                  </a:lnTo>
                  <a:lnTo>
                    <a:pt x="99880" y="332281"/>
                  </a:lnTo>
                  <a:lnTo>
                    <a:pt x="99679" y="332538"/>
                  </a:lnTo>
                  <a:lnTo>
                    <a:pt x="99626" y="332703"/>
                  </a:lnTo>
                  <a:lnTo>
                    <a:pt x="99470" y="333011"/>
                  </a:lnTo>
                  <a:lnTo>
                    <a:pt x="99119" y="333347"/>
                  </a:lnTo>
                  <a:lnTo>
                    <a:pt x="99147" y="333882"/>
                  </a:lnTo>
                  <a:lnTo>
                    <a:pt x="99012" y="334088"/>
                  </a:lnTo>
                  <a:lnTo>
                    <a:pt x="98631" y="333818"/>
                  </a:lnTo>
                  <a:lnTo>
                    <a:pt x="98385" y="333937"/>
                  </a:lnTo>
                  <a:lnTo>
                    <a:pt x="98137" y="334001"/>
                  </a:lnTo>
                  <a:lnTo>
                    <a:pt x="97755" y="333913"/>
                  </a:lnTo>
                  <a:lnTo>
                    <a:pt x="97588" y="334018"/>
                  </a:lnTo>
                  <a:lnTo>
                    <a:pt x="96909" y="334154"/>
                  </a:lnTo>
                  <a:lnTo>
                    <a:pt x="96774" y="334346"/>
                  </a:lnTo>
                  <a:lnTo>
                    <a:pt x="96600" y="334591"/>
                  </a:lnTo>
                  <a:lnTo>
                    <a:pt x="96355" y="334667"/>
                  </a:lnTo>
                  <a:lnTo>
                    <a:pt x="96128" y="334847"/>
                  </a:lnTo>
                  <a:lnTo>
                    <a:pt x="95913" y="335102"/>
                  </a:lnTo>
                  <a:lnTo>
                    <a:pt x="95916" y="335290"/>
                  </a:lnTo>
                  <a:lnTo>
                    <a:pt x="95693" y="335448"/>
                  </a:lnTo>
                  <a:lnTo>
                    <a:pt x="95191" y="335499"/>
                  </a:lnTo>
                  <a:lnTo>
                    <a:pt x="94921" y="335574"/>
                  </a:lnTo>
                  <a:lnTo>
                    <a:pt x="94507" y="335824"/>
                  </a:lnTo>
                  <a:lnTo>
                    <a:pt x="94365" y="335979"/>
                  </a:lnTo>
                  <a:lnTo>
                    <a:pt x="94290" y="336197"/>
                  </a:lnTo>
                  <a:lnTo>
                    <a:pt x="94042" y="336665"/>
                  </a:lnTo>
                  <a:lnTo>
                    <a:pt x="93651" y="336738"/>
                  </a:lnTo>
                  <a:lnTo>
                    <a:pt x="93518" y="336925"/>
                  </a:lnTo>
                  <a:lnTo>
                    <a:pt x="93306" y="337181"/>
                  </a:lnTo>
                  <a:lnTo>
                    <a:pt x="93081" y="337497"/>
                  </a:lnTo>
                  <a:lnTo>
                    <a:pt x="93073" y="337756"/>
                  </a:lnTo>
                  <a:lnTo>
                    <a:pt x="93019" y="337955"/>
                  </a:lnTo>
                  <a:lnTo>
                    <a:pt x="92538" y="338320"/>
                  </a:lnTo>
                  <a:lnTo>
                    <a:pt x="92182" y="338356"/>
                  </a:lnTo>
                  <a:lnTo>
                    <a:pt x="91548" y="338542"/>
                  </a:lnTo>
                  <a:lnTo>
                    <a:pt x="91335" y="338445"/>
                  </a:lnTo>
                  <a:lnTo>
                    <a:pt x="90942" y="338589"/>
                  </a:lnTo>
                  <a:lnTo>
                    <a:pt x="90604" y="338567"/>
                  </a:lnTo>
                  <a:lnTo>
                    <a:pt x="90504" y="338418"/>
                  </a:lnTo>
                  <a:lnTo>
                    <a:pt x="90268" y="338280"/>
                  </a:lnTo>
                  <a:lnTo>
                    <a:pt x="90106" y="338367"/>
                  </a:lnTo>
                  <a:lnTo>
                    <a:pt x="89833" y="338234"/>
                  </a:lnTo>
                  <a:lnTo>
                    <a:pt x="89791" y="338017"/>
                  </a:lnTo>
                  <a:lnTo>
                    <a:pt x="89782" y="337869"/>
                  </a:lnTo>
                  <a:lnTo>
                    <a:pt x="89884" y="337685"/>
                  </a:lnTo>
                  <a:lnTo>
                    <a:pt x="90016" y="337083"/>
                  </a:lnTo>
                  <a:lnTo>
                    <a:pt x="89285" y="337025"/>
                  </a:lnTo>
                  <a:lnTo>
                    <a:pt x="89361" y="336775"/>
                  </a:lnTo>
                  <a:lnTo>
                    <a:pt x="89283" y="336659"/>
                  </a:lnTo>
                  <a:lnTo>
                    <a:pt x="89108" y="336633"/>
                  </a:lnTo>
                  <a:lnTo>
                    <a:pt x="88864" y="336527"/>
                  </a:lnTo>
                  <a:lnTo>
                    <a:pt x="88964" y="336871"/>
                  </a:lnTo>
                  <a:lnTo>
                    <a:pt x="88950" y="337036"/>
                  </a:lnTo>
                  <a:lnTo>
                    <a:pt x="88709" y="336953"/>
                  </a:lnTo>
                  <a:lnTo>
                    <a:pt x="88466" y="336935"/>
                  </a:lnTo>
                  <a:lnTo>
                    <a:pt x="88041" y="337029"/>
                  </a:lnTo>
                  <a:lnTo>
                    <a:pt x="87828" y="337172"/>
                  </a:lnTo>
                  <a:lnTo>
                    <a:pt x="87857" y="337490"/>
                  </a:lnTo>
                  <a:lnTo>
                    <a:pt x="87793" y="337646"/>
                  </a:lnTo>
                  <a:lnTo>
                    <a:pt x="87411" y="338072"/>
                  </a:lnTo>
                  <a:lnTo>
                    <a:pt x="87449" y="338304"/>
                  </a:lnTo>
                  <a:lnTo>
                    <a:pt x="87170" y="338625"/>
                  </a:lnTo>
                  <a:lnTo>
                    <a:pt x="86970" y="338458"/>
                  </a:lnTo>
                  <a:lnTo>
                    <a:pt x="87002" y="338116"/>
                  </a:lnTo>
                  <a:lnTo>
                    <a:pt x="87018" y="337968"/>
                  </a:lnTo>
                  <a:lnTo>
                    <a:pt x="86962" y="337637"/>
                  </a:lnTo>
                  <a:lnTo>
                    <a:pt x="86800" y="337179"/>
                  </a:lnTo>
                  <a:lnTo>
                    <a:pt x="86640" y="337119"/>
                  </a:lnTo>
                  <a:lnTo>
                    <a:pt x="86473" y="337034"/>
                  </a:lnTo>
                  <a:lnTo>
                    <a:pt x="86005" y="336788"/>
                  </a:lnTo>
                  <a:lnTo>
                    <a:pt x="85771" y="336633"/>
                  </a:lnTo>
                  <a:lnTo>
                    <a:pt x="85443" y="336637"/>
                  </a:lnTo>
                  <a:lnTo>
                    <a:pt x="85402" y="336765"/>
                  </a:lnTo>
                  <a:lnTo>
                    <a:pt x="85080" y="336746"/>
                  </a:lnTo>
                  <a:lnTo>
                    <a:pt x="85151" y="336391"/>
                  </a:lnTo>
                  <a:lnTo>
                    <a:pt x="85286" y="336328"/>
                  </a:lnTo>
                  <a:lnTo>
                    <a:pt x="85160" y="335600"/>
                  </a:lnTo>
                  <a:lnTo>
                    <a:pt x="85027" y="335590"/>
                  </a:lnTo>
                  <a:lnTo>
                    <a:pt x="84562" y="335228"/>
                  </a:lnTo>
                  <a:lnTo>
                    <a:pt x="84293" y="334927"/>
                  </a:lnTo>
                  <a:lnTo>
                    <a:pt x="83935" y="334801"/>
                  </a:lnTo>
                  <a:lnTo>
                    <a:pt x="83674" y="334339"/>
                  </a:lnTo>
                  <a:lnTo>
                    <a:pt x="84107" y="333498"/>
                  </a:lnTo>
                  <a:lnTo>
                    <a:pt x="84456" y="333270"/>
                  </a:lnTo>
                  <a:lnTo>
                    <a:pt x="84635" y="333205"/>
                  </a:lnTo>
                  <a:lnTo>
                    <a:pt x="84775" y="332964"/>
                  </a:lnTo>
                  <a:lnTo>
                    <a:pt x="85193" y="332810"/>
                  </a:lnTo>
                  <a:lnTo>
                    <a:pt x="85491" y="332726"/>
                  </a:lnTo>
                  <a:lnTo>
                    <a:pt x="85388" y="332442"/>
                  </a:lnTo>
                  <a:lnTo>
                    <a:pt x="85100" y="332136"/>
                  </a:lnTo>
                  <a:lnTo>
                    <a:pt x="84709" y="331898"/>
                  </a:lnTo>
                  <a:lnTo>
                    <a:pt x="84487" y="331942"/>
                  </a:lnTo>
                  <a:lnTo>
                    <a:pt x="83988" y="331934"/>
                  </a:lnTo>
                  <a:lnTo>
                    <a:pt x="83639" y="331821"/>
                  </a:lnTo>
                  <a:lnTo>
                    <a:pt x="83640" y="331476"/>
                  </a:lnTo>
                  <a:lnTo>
                    <a:pt x="83977" y="331180"/>
                  </a:lnTo>
                  <a:lnTo>
                    <a:pt x="84126" y="331190"/>
                  </a:lnTo>
                  <a:lnTo>
                    <a:pt x="84284" y="331263"/>
                  </a:lnTo>
                  <a:lnTo>
                    <a:pt x="84539" y="331331"/>
                  </a:lnTo>
                  <a:lnTo>
                    <a:pt x="84640" y="331105"/>
                  </a:lnTo>
                  <a:lnTo>
                    <a:pt x="84864" y="330628"/>
                  </a:lnTo>
                  <a:lnTo>
                    <a:pt x="84945" y="330333"/>
                  </a:lnTo>
                  <a:lnTo>
                    <a:pt x="85060" y="329802"/>
                  </a:lnTo>
                  <a:lnTo>
                    <a:pt x="85159" y="329616"/>
                  </a:lnTo>
                  <a:lnTo>
                    <a:pt x="85262" y="329347"/>
                  </a:lnTo>
                  <a:lnTo>
                    <a:pt x="85587" y="329099"/>
                  </a:lnTo>
                  <a:lnTo>
                    <a:pt x="85811" y="329122"/>
                  </a:lnTo>
                  <a:lnTo>
                    <a:pt x="85970" y="329032"/>
                  </a:lnTo>
                  <a:lnTo>
                    <a:pt x="86217" y="328967"/>
                  </a:lnTo>
                  <a:lnTo>
                    <a:pt x="86450" y="328950"/>
                  </a:lnTo>
                  <a:lnTo>
                    <a:pt x="86551" y="328543"/>
                  </a:lnTo>
                  <a:lnTo>
                    <a:pt x="86777" y="328051"/>
                  </a:lnTo>
                  <a:lnTo>
                    <a:pt x="87084" y="327790"/>
                  </a:lnTo>
                  <a:lnTo>
                    <a:pt x="87349" y="327360"/>
                  </a:lnTo>
                  <a:lnTo>
                    <a:pt x="87515" y="327404"/>
                  </a:lnTo>
                  <a:lnTo>
                    <a:pt x="87744" y="327321"/>
                  </a:lnTo>
                  <a:lnTo>
                    <a:pt x="87978" y="326791"/>
                  </a:lnTo>
                  <a:lnTo>
                    <a:pt x="88061" y="326460"/>
                  </a:lnTo>
                  <a:lnTo>
                    <a:pt x="88462" y="326076"/>
                  </a:lnTo>
                  <a:lnTo>
                    <a:pt x="88815" y="325937"/>
                  </a:lnTo>
                  <a:lnTo>
                    <a:pt x="88889" y="325804"/>
                  </a:lnTo>
                  <a:lnTo>
                    <a:pt x="88989" y="325611"/>
                  </a:lnTo>
                  <a:lnTo>
                    <a:pt x="89127" y="325667"/>
                  </a:lnTo>
                  <a:lnTo>
                    <a:pt x="89349" y="325902"/>
                  </a:lnTo>
                  <a:lnTo>
                    <a:pt x="89565" y="326018"/>
                  </a:lnTo>
                  <a:lnTo>
                    <a:pt x="89811" y="326150"/>
                  </a:lnTo>
                  <a:lnTo>
                    <a:pt x="89952" y="326372"/>
                  </a:lnTo>
                  <a:lnTo>
                    <a:pt x="90229" y="326242"/>
                  </a:lnTo>
                  <a:lnTo>
                    <a:pt x="90322" y="326102"/>
                  </a:lnTo>
                  <a:lnTo>
                    <a:pt x="90885" y="325649"/>
                  </a:lnTo>
                  <a:lnTo>
                    <a:pt x="90987" y="325399"/>
                  </a:lnTo>
                  <a:lnTo>
                    <a:pt x="91224" y="325005"/>
                  </a:lnTo>
                  <a:lnTo>
                    <a:pt x="91403" y="324996"/>
                  </a:lnTo>
                  <a:lnTo>
                    <a:pt x="91545" y="325058"/>
                  </a:lnTo>
                  <a:lnTo>
                    <a:pt x="91769" y="325070"/>
                  </a:lnTo>
                  <a:lnTo>
                    <a:pt x="92130" y="324661"/>
                  </a:lnTo>
                  <a:lnTo>
                    <a:pt x="92074" y="324521"/>
                  </a:lnTo>
                  <a:lnTo>
                    <a:pt x="91869" y="324250"/>
                  </a:lnTo>
                  <a:lnTo>
                    <a:pt x="91915" y="323941"/>
                  </a:lnTo>
                  <a:lnTo>
                    <a:pt x="92116" y="323883"/>
                  </a:lnTo>
                  <a:lnTo>
                    <a:pt x="92270" y="323860"/>
                  </a:lnTo>
                  <a:lnTo>
                    <a:pt x="92787" y="323445"/>
                  </a:lnTo>
                  <a:lnTo>
                    <a:pt x="92904" y="323300"/>
                  </a:lnTo>
                  <a:lnTo>
                    <a:pt x="93260" y="322746"/>
                  </a:lnTo>
                  <a:lnTo>
                    <a:pt x="93566" y="322387"/>
                  </a:lnTo>
                  <a:lnTo>
                    <a:pt x="93903" y="321995"/>
                  </a:lnTo>
                  <a:lnTo>
                    <a:pt x="93976" y="321689"/>
                  </a:lnTo>
                  <a:lnTo>
                    <a:pt x="94119" y="321565"/>
                  </a:lnTo>
                  <a:lnTo>
                    <a:pt x="94342" y="321505"/>
                  </a:lnTo>
                  <a:lnTo>
                    <a:pt x="94448" y="321284"/>
                  </a:lnTo>
                  <a:lnTo>
                    <a:pt x="94614" y="321077"/>
                  </a:lnTo>
                  <a:lnTo>
                    <a:pt x="94838" y="320841"/>
                  </a:lnTo>
                  <a:lnTo>
                    <a:pt x="94880" y="320227"/>
                  </a:lnTo>
                  <a:lnTo>
                    <a:pt x="95092" y="319986"/>
                  </a:lnTo>
                  <a:lnTo>
                    <a:pt x="95389" y="319971"/>
                  </a:lnTo>
                  <a:lnTo>
                    <a:pt x="95398" y="319721"/>
                  </a:lnTo>
                  <a:lnTo>
                    <a:pt x="95138" y="319320"/>
                  </a:lnTo>
                  <a:lnTo>
                    <a:pt x="95205" y="318946"/>
                  </a:lnTo>
                  <a:lnTo>
                    <a:pt x="95216" y="318656"/>
                  </a:lnTo>
                  <a:lnTo>
                    <a:pt x="95524" y="318274"/>
                  </a:lnTo>
                  <a:lnTo>
                    <a:pt x="95678" y="318135"/>
                  </a:lnTo>
                  <a:lnTo>
                    <a:pt x="95676" y="317925"/>
                  </a:lnTo>
                  <a:lnTo>
                    <a:pt x="95626" y="317765"/>
                  </a:lnTo>
                  <a:lnTo>
                    <a:pt x="95555" y="317573"/>
                  </a:lnTo>
                  <a:lnTo>
                    <a:pt x="95425" y="317305"/>
                  </a:lnTo>
                  <a:lnTo>
                    <a:pt x="95229" y="316828"/>
                  </a:lnTo>
                  <a:lnTo>
                    <a:pt x="95041" y="316878"/>
                  </a:lnTo>
                  <a:lnTo>
                    <a:pt x="94644" y="316555"/>
                  </a:lnTo>
                  <a:lnTo>
                    <a:pt x="94415" y="316508"/>
                  </a:lnTo>
                  <a:lnTo>
                    <a:pt x="94311" y="316306"/>
                  </a:lnTo>
                  <a:lnTo>
                    <a:pt x="94133" y="316192"/>
                  </a:lnTo>
                  <a:lnTo>
                    <a:pt x="93996" y="316162"/>
                  </a:lnTo>
                  <a:lnTo>
                    <a:pt x="93745" y="316345"/>
                  </a:lnTo>
                  <a:lnTo>
                    <a:pt x="93554" y="316493"/>
                  </a:lnTo>
                  <a:lnTo>
                    <a:pt x="93248" y="316715"/>
                  </a:lnTo>
                  <a:lnTo>
                    <a:pt x="92886" y="316808"/>
                  </a:lnTo>
                  <a:lnTo>
                    <a:pt x="92642" y="316757"/>
                  </a:lnTo>
                  <a:lnTo>
                    <a:pt x="92444" y="316745"/>
                  </a:lnTo>
                  <a:lnTo>
                    <a:pt x="92273" y="317373"/>
                  </a:lnTo>
                  <a:lnTo>
                    <a:pt x="92120" y="317148"/>
                  </a:lnTo>
                  <a:lnTo>
                    <a:pt x="92057" y="316730"/>
                  </a:lnTo>
                  <a:lnTo>
                    <a:pt x="92011" y="316406"/>
                  </a:lnTo>
                  <a:lnTo>
                    <a:pt x="92060" y="316170"/>
                  </a:lnTo>
                  <a:lnTo>
                    <a:pt x="92141" y="316016"/>
                  </a:lnTo>
                  <a:lnTo>
                    <a:pt x="92105" y="315553"/>
                  </a:lnTo>
                  <a:lnTo>
                    <a:pt x="92065" y="315265"/>
                  </a:lnTo>
                  <a:lnTo>
                    <a:pt x="92172" y="315014"/>
                  </a:lnTo>
                  <a:lnTo>
                    <a:pt x="92156" y="314587"/>
                  </a:lnTo>
                  <a:lnTo>
                    <a:pt x="91931" y="314616"/>
                  </a:lnTo>
                  <a:lnTo>
                    <a:pt x="91879" y="314825"/>
                  </a:lnTo>
                  <a:lnTo>
                    <a:pt x="91755" y="315032"/>
                  </a:lnTo>
                  <a:lnTo>
                    <a:pt x="91433" y="315195"/>
                  </a:lnTo>
                  <a:lnTo>
                    <a:pt x="91165" y="315222"/>
                  </a:lnTo>
                  <a:lnTo>
                    <a:pt x="91029" y="315293"/>
                  </a:lnTo>
                  <a:lnTo>
                    <a:pt x="90724" y="315298"/>
                  </a:lnTo>
                  <a:lnTo>
                    <a:pt x="90728" y="315150"/>
                  </a:lnTo>
                  <a:lnTo>
                    <a:pt x="90574" y="314935"/>
                  </a:lnTo>
                  <a:lnTo>
                    <a:pt x="90426" y="314760"/>
                  </a:lnTo>
                  <a:lnTo>
                    <a:pt x="90356" y="314584"/>
                  </a:lnTo>
                  <a:lnTo>
                    <a:pt x="90202" y="314400"/>
                  </a:lnTo>
                  <a:lnTo>
                    <a:pt x="90383" y="314335"/>
                  </a:lnTo>
                  <a:lnTo>
                    <a:pt x="90207" y="314112"/>
                  </a:lnTo>
                  <a:lnTo>
                    <a:pt x="90078" y="313980"/>
                  </a:lnTo>
                  <a:lnTo>
                    <a:pt x="89940" y="313712"/>
                  </a:lnTo>
                  <a:lnTo>
                    <a:pt x="89862" y="313492"/>
                  </a:lnTo>
                  <a:lnTo>
                    <a:pt x="89533" y="312952"/>
                  </a:lnTo>
                  <a:lnTo>
                    <a:pt x="89322" y="312789"/>
                  </a:lnTo>
                  <a:lnTo>
                    <a:pt x="88896" y="312520"/>
                  </a:lnTo>
                  <a:lnTo>
                    <a:pt x="88640" y="312480"/>
                  </a:lnTo>
                  <a:lnTo>
                    <a:pt x="87884" y="312287"/>
                  </a:lnTo>
                  <a:lnTo>
                    <a:pt x="87593" y="312298"/>
                  </a:lnTo>
                  <a:lnTo>
                    <a:pt x="87173" y="312242"/>
                  </a:lnTo>
                  <a:lnTo>
                    <a:pt x="86499" y="311959"/>
                  </a:lnTo>
                  <a:lnTo>
                    <a:pt x="86008" y="311711"/>
                  </a:lnTo>
                  <a:lnTo>
                    <a:pt x="85784" y="311596"/>
                  </a:lnTo>
                  <a:lnTo>
                    <a:pt x="85433" y="311417"/>
                  </a:lnTo>
                  <a:lnTo>
                    <a:pt x="85297" y="311358"/>
                  </a:lnTo>
                  <a:lnTo>
                    <a:pt x="84991" y="311226"/>
                  </a:lnTo>
                  <a:lnTo>
                    <a:pt x="84785" y="311137"/>
                  </a:lnTo>
                  <a:lnTo>
                    <a:pt x="84282" y="311036"/>
                  </a:lnTo>
                  <a:lnTo>
                    <a:pt x="83928" y="311028"/>
                  </a:lnTo>
                  <a:lnTo>
                    <a:pt x="83461" y="311050"/>
                  </a:lnTo>
                  <a:lnTo>
                    <a:pt x="83223" y="311060"/>
                  </a:lnTo>
                  <a:lnTo>
                    <a:pt x="82585" y="311161"/>
                  </a:lnTo>
                  <a:lnTo>
                    <a:pt x="82094" y="311257"/>
                  </a:lnTo>
                  <a:lnTo>
                    <a:pt x="81617" y="311486"/>
                  </a:lnTo>
                  <a:lnTo>
                    <a:pt x="81281" y="311765"/>
                  </a:lnTo>
                  <a:lnTo>
                    <a:pt x="80994" y="312081"/>
                  </a:lnTo>
                  <a:lnTo>
                    <a:pt x="80571" y="312774"/>
                  </a:lnTo>
                  <a:lnTo>
                    <a:pt x="80179" y="313537"/>
                  </a:lnTo>
                  <a:lnTo>
                    <a:pt x="79867" y="314565"/>
                  </a:lnTo>
                  <a:lnTo>
                    <a:pt x="79764" y="315302"/>
                  </a:lnTo>
                  <a:lnTo>
                    <a:pt x="79697" y="315773"/>
                  </a:lnTo>
                  <a:lnTo>
                    <a:pt x="79841" y="317678"/>
                  </a:lnTo>
                  <a:lnTo>
                    <a:pt x="79450" y="318391"/>
                  </a:lnTo>
                  <a:lnTo>
                    <a:pt x="79317" y="318704"/>
                  </a:lnTo>
                  <a:lnTo>
                    <a:pt x="79292" y="318877"/>
                  </a:lnTo>
                  <a:lnTo>
                    <a:pt x="79324" y="319187"/>
                  </a:lnTo>
                  <a:lnTo>
                    <a:pt x="79298" y="319370"/>
                  </a:lnTo>
                  <a:lnTo>
                    <a:pt x="79048" y="319851"/>
                  </a:lnTo>
                  <a:lnTo>
                    <a:pt x="78756" y="320270"/>
                  </a:lnTo>
                  <a:lnTo>
                    <a:pt x="78432" y="320506"/>
                  </a:lnTo>
                  <a:lnTo>
                    <a:pt x="78241" y="320579"/>
                  </a:lnTo>
                  <a:lnTo>
                    <a:pt x="77974" y="320614"/>
                  </a:lnTo>
                  <a:lnTo>
                    <a:pt x="77571" y="320612"/>
                  </a:lnTo>
                  <a:lnTo>
                    <a:pt x="76819" y="320551"/>
                  </a:lnTo>
                  <a:lnTo>
                    <a:pt x="76560" y="320516"/>
                  </a:lnTo>
                  <a:lnTo>
                    <a:pt x="76031" y="320459"/>
                  </a:lnTo>
                  <a:lnTo>
                    <a:pt x="75643" y="320489"/>
                  </a:lnTo>
                  <a:lnTo>
                    <a:pt x="75421" y="320544"/>
                  </a:lnTo>
                  <a:lnTo>
                    <a:pt x="75227" y="320630"/>
                  </a:lnTo>
                  <a:lnTo>
                    <a:pt x="74260" y="321247"/>
                  </a:lnTo>
                  <a:lnTo>
                    <a:pt x="73731" y="321646"/>
                  </a:lnTo>
                  <a:lnTo>
                    <a:pt x="73087" y="322049"/>
                  </a:lnTo>
                  <a:lnTo>
                    <a:pt x="72700" y="322266"/>
                  </a:lnTo>
                  <a:lnTo>
                    <a:pt x="72302" y="322476"/>
                  </a:lnTo>
                  <a:lnTo>
                    <a:pt x="71728" y="322778"/>
                  </a:lnTo>
                  <a:lnTo>
                    <a:pt x="71395" y="322943"/>
                  </a:lnTo>
                  <a:lnTo>
                    <a:pt x="71051" y="323101"/>
                  </a:lnTo>
                  <a:lnTo>
                    <a:pt x="70840" y="323197"/>
                  </a:lnTo>
                  <a:lnTo>
                    <a:pt x="70570" y="323301"/>
                  </a:lnTo>
                  <a:lnTo>
                    <a:pt x="70300" y="323407"/>
                  </a:lnTo>
                  <a:lnTo>
                    <a:pt x="69662" y="323750"/>
                  </a:lnTo>
                  <a:lnTo>
                    <a:pt x="69257" y="323949"/>
                  </a:lnTo>
                  <a:lnTo>
                    <a:pt x="69091" y="324050"/>
                  </a:lnTo>
                  <a:lnTo>
                    <a:pt x="68700" y="324305"/>
                  </a:lnTo>
                  <a:lnTo>
                    <a:pt x="67788" y="325203"/>
                  </a:lnTo>
                  <a:lnTo>
                    <a:pt x="67260" y="325631"/>
                  </a:lnTo>
                  <a:lnTo>
                    <a:pt x="66991" y="325832"/>
                  </a:lnTo>
                  <a:lnTo>
                    <a:pt x="66599" y="326120"/>
                  </a:lnTo>
                  <a:lnTo>
                    <a:pt x="66130" y="326465"/>
                  </a:lnTo>
                  <a:lnTo>
                    <a:pt x="65489" y="326847"/>
                  </a:lnTo>
                  <a:lnTo>
                    <a:pt x="64487" y="326308"/>
                  </a:lnTo>
                  <a:lnTo>
                    <a:pt x="64285" y="325917"/>
                  </a:lnTo>
                  <a:lnTo>
                    <a:pt x="64225" y="325746"/>
                  </a:lnTo>
                  <a:lnTo>
                    <a:pt x="64138" y="325527"/>
                  </a:lnTo>
                  <a:lnTo>
                    <a:pt x="63867" y="325150"/>
                  </a:lnTo>
                  <a:lnTo>
                    <a:pt x="63739" y="324990"/>
                  </a:lnTo>
                  <a:lnTo>
                    <a:pt x="63314" y="324590"/>
                  </a:lnTo>
                  <a:lnTo>
                    <a:pt x="62756" y="324365"/>
                  </a:lnTo>
                  <a:lnTo>
                    <a:pt x="62485" y="324341"/>
                  </a:lnTo>
                  <a:lnTo>
                    <a:pt x="62339" y="324337"/>
                  </a:lnTo>
                  <a:lnTo>
                    <a:pt x="62011" y="324334"/>
                  </a:lnTo>
                  <a:lnTo>
                    <a:pt x="61292" y="324327"/>
                  </a:lnTo>
                  <a:lnTo>
                    <a:pt x="61101" y="324328"/>
                  </a:lnTo>
                  <a:lnTo>
                    <a:pt x="60892" y="324329"/>
                  </a:lnTo>
                  <a:lnTo>
                    <a:pt x="60475" y="324363"/>
                  </a:lnTo>
                  <a:lnTo>
                    <a:pt x="60309" y="324389"/>
                  </a:lnTo>
                  <a:lnTo>
                    <a:pt x="60182" y="324401"/>
                  </a:lnTo>
                  <a:lnTo>
                    <a:pt x="59789" y="324479"/>
                  </a:lnTo>
                  <a:lnTo>
                    <a:pt x="59355" y="324494"/>
                  </a:lnTo>
                  <a:lnTo>
                    <a:pt x="59380" y="324262"/>
                  </a:lnTo>
                  <a:lnTo>
                    <a:pt x="59375" y="324123"/>
                  </a:lnTo>
                  <a:lnTo>
                    <a:pt x="59135" y="323359"/>
                  </a:lnTo>
                  <a:lnTo>
                    <a:pt x="58938" y="322762"/>
                  </a:lnTo>
                  <a:lnTo>
                    <a:pt x="58869" y="322632"/>
                  </a:lnTo>
                  <a:lnTo>
                    <a:pt x="59153" y="322425"/>
                  </a:lnTo>
                  <a:lnTo>
                    <a:pt x="59326" y="322274"/>
                  </a:lnTo>
                  <a:lnTo>
                    <a:pt x="59310" y="321874"/>
                  </a:lnTo>
                  <a:lnTo>
                    <a:pt x="58859" y="321430"/>
                  </a:lnTo>
                  <a:lnTo>
                    <a:pt x="59026" y="321045"/>
                  </a:lnTo>
                  <a:lnTo>
                    <a:pt x="59051" y="320585"/>
                  </a:lnTo>
                  <a:lnTo>
                    <a:pt x="59007" y="320727"/>
                  </a:lnTo>
                  <a:lnTo>
                    <a:pt x="56657" y="317371"/>
                  </a:lnTo>
                  <a:lnTo>
                    <a:pt x="56402" y="317125"/>
                  </a:lnTo>
                  <a:lnTo>
                    <a:pt x="56385" y="316988"/>
                  </a:lnTo>
                  <a:lnTo>
                    <a:pt x="56462" y="316712"/>
                  </a:lnTo>
                  <a:lnTo>
                    <a:pt x="56727" y="316051"/>
                  </a:lnTo>
                  <a:lnTo>
                    <a:pt x="56637" y="315666"/>
                  </a:lnTo>
                  <a:lnTo>
                    <a:pt x="56678" y="315012"/>
                  </a:lnTo>
                  <a:lnTo>
                    <a:pt x="56673" y="314558"/>
                  </a:lnTo>
                  <a:lnTo>
                    <a:pt x="56761" y="314341"/>
                  </a:lnTo>
                  <a:lnTo>
                    <a:pt x="56799" y="314046"/>
                  </a:lnTo>
                  <a:lnTo>
                    <a:pt x="57219" y="313469"/>
                  </a:lnTo>
                  <a:lnTo>
                    <a:pt x="57159" y="313186"/>
                  </a:lnTo>
                  <a:lnTo>
                    <a:pt x="57005" y="313024"/>
                  </a:lnTo>
                  <a:lnTo>
                    <a:pt x="56885" y="312862"/>
                  </a:lnTo>
                  <a:lnTo>
                    <a:pt x="56887" y="312615"/>
                  </a:lnTo>
                  <a:lnTo>
                    <a:pt x="56531" y="312145"/>
                  </a:lnTo>
                  <a:lnTo>
                    <a:pt x="56494" y="311657"/>
                  </a:lnTo>
                  <a:lnTo>
                    <a:pt x="56833" y="311308"/>
                  </a:lnTo>
                  <a:lnTo>
                    <a:pt x="57040" y="310831"/>
                  </a:lnTo>
                  <a:lnTo>
                    <a:pt x="56860" y="310716"/>
                  </a:lnTo>
                  <a:lnTo>
                    <a:pt x="56723" y="310403"/>
                  </a:lnTo>
                  <a:lnTo>
                    <a:pt x="56727" y="310138"/>
                  </a:lnTo>
                  <a:lnTo>
                    <a:pt x="56783" y="309814"/>
                  </a:lnTo>
                  <a:lnTo>
                    <a:pt x="56925" y="309766"/>
                  </a:lnTo>
                  <a:lnTo>
                    <a:pt x="57099" y="309343"/>
                  </a:lnTo>
                  <a:lnTo>
                    <a:pt x="56877" y="309143"/>
                  </a:lnTo>
                  <a:lnTo>
                    <a:pt x="56856" y="308941"/>
                  </a:lnTo>
                  <a:lnTo>
                    <a:pt x="56897" y="308719"/>
                  </a:lnTo>
                  <a:lnTo>
                    <a:pt x="57081" y="308378"/>
                  </a:lnTo>
                  <a:lnTo>
                    <a:pt x="56775" y="308123"/>
                  </a:lnTo>
                  <a:lnTo>
                    <a:pt x="56454" y="308017"/>
                  </a:lnTo>
                  <a:lnTo>
                    <a:pt x="56278" y="308102"/>
                  </a:lnTo>
                  <a:lnTo>
                    <a:pt x="56256" y="307796"/>
                  </a:lnTo>
                  <a:lnTo>
                    <a:pt x="56060" y="307532"/>
                  </a:lnTo>
                  <a:lnTo>
                    <a:pt x="56003" y="307217"/>
                  </a:lnTo>
                  <a:lnTo>
                    <a:pt x="55795" y="306686"/>
                  </a:lnTo>
                  <a:lnTo>
                    <a:pt x="55834" y="306359"/>
                  </a:lnTo>
                  <a:lnTo>
                    <a:pt x="55739" y="306107"/>
                  </a:lnTo>
                  <a:lnTo>
                    <a:pt x="55612" y="305937"/>
                  </a:lnTo>
                  <a:lnTo>
                    <a:pt x="55616" y="305651"/>
                  </a:lnTo>
                  <a:lnTo>
                    <a:pt x="55547" y="305226"/>
                  </a:lnTo>
                  <a:lnTo>
                    <a:pt x="55751" y="305070"/>
                  </a:lnTo>
                  <a:lnTo>
                    <a:pt x="56079" y="304808"/>
                  </a:lnTo>
                  <a:lnTo>
                    <a:pt x="55849" y="304264"/>
                  </a:lnTo>
                  <a:lnTo>
                    <a:pt x="56012" y="304134"/>
                  </a:lnTo>
                  <a:lnTo>
                    <a:pt x="55947" y="303878"/>
                  </a:lnTo>
                  <a:lnTo>
                    <a:pt x="55698" y="303762"/>
                  </a:lnTo>
                  <a:lnTo>
                    <a:pt x="55362" y="303551"/>
                  </a:lnTo>
                  <a:lnTo>
                    <a:pt x="55114" y="303325"/>
                  </a:lnTo>
                  <a:lnTo>
                    <a:pt x="54963" y="303013"/>
                  </a:lnTo>
                  <a:lnTo>
                    <a:pt x="54637" y="303017"/>
                  </a:lnTo>
                  <a:lnTo>
                    <a:pt x="54535" y="302865"/>
                  </a:lnTo>
                  <a:lnTo>
                    <a:pt x="54378" y="302724"/>
                  </a:lnTo>
                  <a:lnTo>
                    <a:pt x="53945" y="302191"/>
                  </a:lnTo>
                  <a:lnTo>
                    <a:pt x="53813" y="302272"/>
                  </a:lnTo>
                  <a:lnTo>
                    <a:pt x="53412" y="301593"/>
                  </a:lnTo>
                  <a:lnTo>
                    <a:pt x="53222" y="301447"/>
                  </a:lnTo>
                  <a:lnTo>
                    <a:pt x="52801" y="301366"/>
                  </a:lnTo>
                  <a:lnTo>
                    <a:pt x="52302" y="301109"/>
                  </a:lnTo>
                  <a:lnTo>
                    <a:pt x="52352" y="300829"/>
                  </a:lnTo>
                  <a:lnTo>
                    <a:pt x="52170" y="300189"/>
                  </a:lnTo>
                  <a:lnTo>
                    <a:pt x="52302" y="299925"/>
                  </a:lnTo>
                  <a:lnTo>
                    <a:pt x="52391" y="299734"/>
                  </a:lnTo>
                  <a:lnTo>
                    <a:pt x="52180" y="299616"/>
                  </a:lnTo>
                  <a:lnTo>
                    <a:pt x="51516" y="298998"/>
                  </a:lnTo>
                  <a:lnTo>
                    <a:pt x="51244" y="299055"/>
                  </a:lnTo>
                  <a:lnTo>
                    <a:pt x="50981" y="298994"/>
                  </a:lnTo>
                  <a:lnTo>
                    <a:pt x="50816" y="298862"/>
                  </a:lnTo>
                  <a:lnTo>
                    <a:pt x="50617" y="298640"/>
                  </a:lnTo>
                  <a:lnTo>
                    <a:pt x="50431" y="298644"/>
                  </a:lnTo>
                  <a:lnTo>
                    <a:pt x="50120" y="298767"/>
                  </a:lnTo>
                  <a:lnTo>
                    <a:pt x="49898" y="298554"/>
                  </a:lnTo>
                  <a:lnTo>
                    <a:pt x="49832" y="298853"/>
                  </a:lnTo>
                  <a:lnTo>
                    <a:pt x="49643" y="298927"/>
                  </a:lnTo>
                  <a:lnTo>
                    <a:pt x="49322" y="299039"/>
                  </a:lnTo>
                  <a:lnTo>
                    <a:pt x="49108" y="298862"/>
                  </a:lnTo>
                  <a:lnTo>
                    <a:pt x="48974" y="298842"/>
                  </a:lnTo>
                  <a:lnTo>
                    <a:pt x="48647" y="298769"/>
                  </a:lnTo>
                  <a:lnTo>
                    <a:pt x="48367" y="298511"/>
                  </a:lnTo>
                  <a:lnTo>
                    <a:pt x="48543" y="297912"/>
                  </a:lnTo>
                  <a:lnTo>
                    <a:pt x="48611" y="297778"/>
                  </a:lnTo>
                  <a:lnTo>
                    <a:pt x="48766" y="297707"/>
                  </a:lnTo>
                  <a:lnTo>
                    <a:pt x="49015" y="297678"/>
                  </a:lnTo>
                  <a:lnTo>
                    <a:pt x="48949" y="297144"/>
                  </a:lnTo>
                  <a:lnTo>
                    <a:pt x="48667" y="296805"/>
                  </a:lnTo>
                  <a:lnTo>
                    <a:pt x="48452" y="296835"/>
                  </a:lnTo>
                  <a:lnTo>
                    <a:pt x="48353" y="296631"/>
                  </a:lnTo>
                  <a:lnTo>
                    <a:pt x="48359" y="296482"/>
                  </a:lnTo>
                  <a:lnTo>
                    <a:pt x="48155" y="296185"/>
                  </a:lnTo>
                  <a:lnTo>
                    <a:pt x="47841" y="296100"/>
                  </a:lnTo>
                  <a:lnTo>
                    <a:pt x="47839" y="295787"/>
                  </a:lnTo>
                  <a:lnTo>
                    <a:pt x="47861" y="295512"/>
                  </a:lnTo>
                  <a:lnTo>
                    <a:pt x="47633" y="295121"/>
                  </a:lnTo>
                  <a:lnTo>
                    <a:pt x="47481" y="294891"/>
                  </a:lnTo>
                  <a:lnTo>
                    <a:pt x="47384" y="294679"/>
                  </a:lnTo>
                  <a:lnTo>
                    <a:pt x="47524" y="294413"/>
                  </a:lnTo>
                  <a:lnTo>
                    <a:pt x="48063" y="294136"/>
                  </a:lnTo>
                  <a:lnTo>
                    <a:pt x="48092" y="293742"/>
                  </a:lnTo>
                  <a:lnTo>
                    <a:pt x="48435" y="293802"/>
                  </a:lnTo>
                  <a:lnTo>
                    <a:pt x="48628" y="293727"/>
                  </a:lnTo>
                  <a:lnTo>
                    <a:pt x="49001" y="293179"/>
                  </a:lnTo>
                  <a:lnTo>
                    <a:pt x="49371" y="292606"/>
                  </a:lnTo>
                  <a:lnTo>
                    <a:pt x="49661" y="292559"/>
                  </a:lnTo>
                  <a:lnTo>
                    <a:pt x="49959" y="292727"/>
                  </a:lnTo>
                  <a:lnTo>
                    <a:pt x="50223" y="292524"/>
                  </a:lnTo>
                  <a:lnTo>
                    <a:pt x="50295" y="292359"/>
                  </a:lnTo>
                  <a:lnTo>
                    <a:pt x="50245" y="292203"/>
                  </a:lnTo>
                  <a:lnTo>
                    <a:pt x="49911" y="292158"/>
                  </a:lnTo>
                  <a:lnTo>
                    <a:pt x="49453" y="292130"/>
                  </a:lnTo>
                  <a:lnTo>
                    <a:pt x="49268" y="292157"/>
                  </a:lnTo>
                  <a:lnTo>
                    <a:pt x="49119" y="291891"/>
                  </a:lnTo>
                  <a:lnTo>
                    <a:pt x="49048" y="291739"/>
                  </a:lnTo>
                  <a:lnTo>
                    <a:pt x="48960" y="291335"/>
                  </a:lnTo>
                  <a:lnTo>
                    <a:pt x="48810" y="291264"/>
                  </a:lnTo>
                  <a:lnTo>
                    <a:pt x="48606" y="291196"/>
                  </a:lnTo>
                  <a:lnTo>
                    <a:pt x="48320" y="290978"/>
                  </a:lnTo>
                  <a:lnTo>
                    <a:pt x="48047" y="290962"/>
                  </a:lnTo>
                  <a:lnTo>
                    <a:pt x="47852" y="290885"/>
                  </a:lnTo>
                  <a:lnTo>
                    <a:pt x="47860" y="290560"/>
                  </a:lnTo>
                  <a:lnTo>
                    <a:pt x="48138" y="290150"/>
                  </a:lnTo>
                  <a:lnTo>
                    <a:pt x="48020" y="289487"/>
                  </a:lnTo>
                  <a:lnTo>
                    <a:pt x="48180" y="289067"/>
                  </a:lnTo>
                  <a:lnTo>
                    <a:pt x="48252" y="288889"/>
                  </a:lnTo>
                  <a:lnTo>
                    <a:pt x="48289" y="288595"/>
                  </a:lnTo>
                  <a:lnTo>
                    <a:pt x="48481" y="288434"/>
                  </a:lnTo>
                  <a:lnTo>
                    <a:pt x="48418" y="288295"/>
                  </a:lnTo>
                  <a:lnTo>
                    <a:pt x="48721" y="287871"/>
                  </a:lnTo>
                  <a:lnTo>
                    <a:pt x="48895" y="287713"/>
                  </a:lnTo>
                  <a:lnTo>
                    <a:pt x="49206" y="287358"/>
                  </a:lnTo>
                  <a:lnTo>
                    <a:pt x="49011" y="287300"/>
                  </a:lnTo>
                  <a:lnTo>
                    <a:pt x="48784" y="287358"/>
                  </a:lnTo>
                  <a:lnTo>
                    <a:pt x="48352" y="286946"/>
                  </a:lnTo>
                  <a:lnTo>
                    <a:pt x="48355" y="286790"/>
                  </a:lnTo>
                  <a:lnTo>
                    <a:pt x="48191" y="286360"/>
                  </a:lnTo>
                  <a:lnTo>
                    <a:pt x="47931" y="286066"/>
                  </a:lnTo>
                  <a:lnTo>
                    <a:pt x="47715" y="286038"/>
                  </a:lnTo>
                  <a:lnTo>
                    <a:pt x="47437" y="285707"/>
                  </a:lnTo>
                  <a:lnTo>
                    <a:pt x="47386" y="285131"/>
                  </a:lnTo>
                  <a:lnTo>
                    <a:pt x="47048" y="284714"/>
                  </a:lnTo>
                  <a:lnTo>
                    <a:pt x="46950" y="284554"/>
                  </a:lnTo>
                  <a:lnTo>
                    <a:pt x="47039" y="284381"/>
                  </a:lnTo>
                  <a:lnTo>
                    <a:pt x="47187" y="284169"/>
                  </a:lnTo>
                  <a:lnTo>
                    <a:pt x="47120" y="283903"/>
                  </a:lnTo>
                  <a:lnTo>
                    <a:pt x="46568" y="283544"/>
                  </a:lnTo>
                  <a:lnTo>
                    <a:pt x="46289" y="283486"/>
                  </a:lnTo>
                  <a:lnTo>
                    <a:pt x="45985" y="283389"/>
                  </a:lnTo>
                  <a:lnTo>
                    <a:pt x="45975" y="283201"/>
                  </a:lnTo>
                  <a:lnTo>
                    <a:pt x="45441" y="282931"/>
                  </a:lnTo>
                  <a:lnTo>
                    <a:pt x="45158" y="282885"/>
                  </a:lnTo>
                  <a:lnTo>
                    <a:pt x="45025" y="282760"/>
                  </a:lnTo>
                  <a:lnTo>
                    <a:pt x="44567" y="282859"/>
                  </a:lnTo>
                  <a:lnTo>
                    <a:pt x="44572" y="283005"/>
                  </a:lnTo>
                  <a:lnTo>
                    <a:pt x="44271" y="283106"/>
                  </a:lnTo>
                  <a:lnTo>
                    <a:pt x="44198" y="282940"/>
                  </a:lnTo>
                  <a:lnTo>
                    <a:pt x="43856" y="282461"/>
                  </a:lnTo>
                  <a:lnTo>
                    <a:pt x="43766" y="281988"/>
                  </a:lnTo>
                  <a:lnTo>
                    <a:pt x="43917" y="281837"/>
                  </a:lnTo>
                  <a:lnTo>
                    <a:pt x="44135" y="281653"/>
                  </a:lnTo>
                  <a:lnTo>
                    <a:pt x="44086" y="281390"/>
                  </a:lnTo>
                  <a:lnTo>
                    <a:pt x="44047" y="281177"/>
                  </a:lnTo>
                  <a:lnTo>
                    <a:pt x="44065" y="280997"/>
                  </a:lnTo>
                  <a:lnTo>
                    <a:pt x="43817" y="280760"/>
                  </a:lnTo>
                  <a:lnTo>
                    <a:pt x="43671" y="280781"/>
                  </a:lnTo>
                  <a:lnTo>
                    <a:pt x="43435" y="280585"/>
                  </a:lnTo>
                  <a:lnTo>
                    <a:pt x="43312" y="280148"/>
                  </a:lnTo>
                  <a:lnTo>
                    <a:pt x="43277" y="279830"/>
                  </a:lnTo>
                  <a:lnTo>
                    <a:pt x="43287" y="279700"/>
                  </a:lnTo>
                  <a:lnTo>
                    <a:pt x="42944" y="279583"/>
                  </a:lnTo>
                  <a:lnTo>
                    <a:pt x="42632" y="279493"/>
                  </a:lnTo>
                  <a:lnTo>
                    <a:pt x="42556" y="279314"/>
                  </a:lnTo>
                  <a:lnTo>
                    <a:pt x="42302" y="279265"/>
                  </a:lnTo>
                  <a:lnTo>
                    <a:pt x="42218" y="279089"/>
                  </a:lnTo>
                  <a:lnTo>
                    <a:pt x="42128" y="278885"/>
                  </a:lnTo>
                  <a:lnTo>
                    <a:pt x="41921" y="278569"/>
                  </a:lnTo>
                  <a:lnTo>
                    <a:pt x="41786" y="278533"/>
                  </a:lnTo>
                  <a:lnTo>
                    <a:pt x="41810" y="277861"/>
                  </a:lnTo>
                  <a:lnTo>
                    <a:pt x="41771" y="277714"/>
                  </a:lnTo>
                  <a:lnTo>
                    <a:pt x="41839" y="277007"/>
                  </a:lnTo>
                  <a:lnTo>
                    <a:pt x="41941" y="276820"/>
                  </a:lnTo>
                  <a:lnTo>
                    <a:pt x="41982" y="276441"/>
                  </a:lnTo>
                  <a:lnTo>
                    <a:pt x="42134" y="276270"/>
                  </a:lnTo>
                  <a:lnTo>
                    <a:pt x="42314" y="276079"/>
                  </a:lnTo>
                  <a:lnTo>
                    <a:pt x="42298" y="275943"/>
                  </a:lnTo>
                  <a:lnTo>
                    <a:pt x="42357" y="275045"/>
                  </a:lnTo>
                  <a:lnTo>
                    <a:pt x="43010" y="274405"/>
                  </a:lnTo>
                  <a:lnTo>
                    <a:pt x="43590" y="274368"/>
                  </a:lnTo>
                  <a:lnTo>
                    <a:pt x="43883" y="274532"/>
                  </a:lnTo>
                  <a:lnTo>
                    <a:pt x="44391" y="274805"/>
                  </a:lnTo>
                  <a:lnTo>
                    <a:pt x="44822" y="274630"/>
                  </a:lnTo>
                  <a:lnTo>
                    <a:pt x="45000" y="274498"/>
                  </a:lnTo>
                  <a:lnTo>
                    <a:pt x="45211" y="274470"/>
                  </a:lnTo>
                  <a:lnTo>
                    <a:pt x="45550" y="274646"/>
                  </a:lnTo>
                  <a:lnTo>
                    <a:pt x="45874" y="274367"/>
                  </a:lnTo>
                  <a:lnTo>
                    <a:pt x="45874" y="274188"/>
                  </a:lnTo>
                  <a:lnTo>
                    <a:pt x="46005" y="273911"/>
                  </a:lnTo>
                  <a:lnTo>
                    <a:pt x="46145" y="273895"/>
                  </a:lnTo>
                  <a:lnTo>
                    <a:pt x="46315" y="273812"/>
                  </a:lnTo>
                  <a:lnTo>
                    <a:pt x="46669" y="273558"/>
                  </a:lnTo>
                  <a:lnTo>
                    <a:pt x="46687" y="273101"/>
                  </a:lnTo>
                  <a:lnTo>
                    <a:pt x="46511" y="273217"/>
                  </a:lnTo>
                  <a:lnTo>
                    <a:pt x="46083" y="272907"/>
                  </a:lnTo>
                  <a:lnTo>
                    <a:pt x="46093" y="272399"/>
                  </a:lnTo>
                  <a:lnTo>
                    <a:pt x="46464" y="272364"/>
                  </a:lnTo>
                  <a:lnTo>
                    <a:pt x="46417" y="271997"/>
                  </a:lnTo>
                  <a:lnTo>
                    <a:pt x="46349" y="271554"/>
                  </a:lnTo>
                  <a:lnTo>
                    <a:pt x="46468" y="271289"/>
                  </a:lnTo>
                  <a:lnTo>
                    <a:pt x="46216" y="271145"/>
                  </a:lnTo>
                  <a:lnTo>
                    <a:pt x="45852" y="270919"/>
                  </a:lnTo>
                  <a:lnTo>
                    <a:pt x="45599" y="270536"/>
                  </a:lnTo>
                  <a:lnTo>
                    <a:pt x="45615" y="270291"/>
                  </a:lnTo>
                  <a:lnTo>
                    <a:pt x="45854" y="269729"/>
                  </a:lnTo>
                  <a:lnTo>
                    <a:pt x="46010" y="269654"/>
                  </a:lnTo>
                  <a:lnTo>
                    <a:pt x="46421" y="269033"/>
                  </a:lnTo>
                  <a:lnTo>
                    <a:pt x="46486" y="268709"/>
                  </a:lnTo>
                  <a:lnTo>
                    <a:pt x="46728" y="268439"/>
                  </a:lnTo>
                  <a:lnTo>
                    <a:pt x="46944" y="268445"/>
                  </a:lnTo>
                  <a:lnTo>
                    <a:pt x="47197" y="268307"/>
                  </a:lnTo>
                  <a:lnTo>
                    <a:pt x="47427" y="268002"/>
                  </a:lnTo>
                  <a:lnTo>
                    <a:pt x="47790" y="267882"/>
                  </a:lnTo>
                  <a:lnTo>
                    <a:pt x="47926" y="267865"/>
                  </a:lnTo>
                  <a:lnTo>
                    <a:pt x="48381" y="267477"/>
                  </a:lnTo>
                  <a:lnTo>
                    <a:pt x="48664" y="267459"/>
                  </a:lnTo>
                  <a:lnTo>
                    <a:pt x="48883" y="267456"/>
                  </a:lnTo>
                  <a:lnTo>
                    <a:pt x="49035" y="267624"/>
                  </a:lnTo>
                  <a:lnTo>
                    <a:pt x="49491" y="267568"/>
                  </a:lnTo>
                  <a:lnTo>
                    <a:pt x="49621" y="267449"/>
                  </a:lnTo>
                  <a:lnTo>
                    <a:pt x="49747" y="266869"/>
                  </a:lnTo>
                  <a:lnTo>
                    <a:pt x="50030" y="266688"/>
                  </a:lnTo>
                  <a:lnTo>
                    <a:pt x="50318" y="266720"/>
                  </a:lnTo>
                  <a:lnTo>
                    <a:pt x="50493" y="266563"/>
                  </a:lnTo>
                  <a:lnTo>
                    <a:pt x="50524" y="266423"/>
                  </a:lnTo>
                  <a:lnTo>
                    <a:pt x="50707" y="266087"/>
                  </a:lnTo>
                  <a:lnTo>
                    <a:pt x="51407" y="265848"/>
                  </a:lnTo>
                  <a:lnTo>
                    <a:pt x="51535" y="265421"/>
                  </a:lnTo>
                  <a:lnTo>
                    <a:pt x="51469" y="265274"/>
                  </a:lnTo>
                  <a:lnTo>
                    <a:pt x="51884" y="264942"/>
                  </a:lnTo>
                  <a:lnTo>
                    <a:pt x="52283" y="265002"/>
                  </a:lnTo>
                  <a:lnTo>
                    <a:pt x="52527" y="264819"/>
                  </a:lnTo>
                  <a:lnTo>
                    <a:pt x="52696" y="264599"/>
                  </a:lnTo>
                  <a:lnTo>
                    <a:pt x="52982" y="264415"/>
                  </a:lnTo>
                  <a:lnTo>
                    <a:pt x="53120" y="264410"/>
                  </a:lnTo>
                  <a:lnTo>
                    <a:pt x="53274" y="264189"/>
                  </a:lnTo>
                  <a:lnTo>
                    <a:pt x="53501" y="264160"/>
                  </a:lnTo>
                  <a:lnTo>
                    <a:pt x="53724" y="264112"/>
                  </a:lnTo>
                  <a:lnTo>
                    <a:pt x="54042" y="263903"/>
                  </a:lnTo>
                  <a:lnTo>
                    <a:pt x="54226" y="263956"/>
                  </a:lnTo>
                  <a:lnTo>
                    <a:pt x="54574" y="264027"/>
                  </a:lnTo>
                  <a:lnTo>
                    <a:pt x="54810" y="263685"/>
                  </a:lnTo>
                  <a:lnTo>
                    <a:pt x="55176" y="263686"/>
                  </a:lnTo>
                  <a:lnTo>
                    <a:pt x="55311" y="263761"/>
                  </a:lnTo>
                  <a:lnTo>
                    <a:pt x="55445" y="263778"/>
                  </a:lnTo>
                  <a:lnTo>
                    <a:pt x="55781" y="263711"/>
                  </a:lnTo>
                  <a:lnTo>
                    <a:pt x="55958" y="263695"/>
                  </a:lnTo>
                  <a:lnTo>
                    <a:pt x="56140" y="263766"/>
                  </a:lnTo>
                  <a:lnTo>
                    <a:pt x="56365" y="263815"/>
                  </a:lnTo>
                  <a:lnTo>
                    <a:pt x="56256" y="263470"/>
                  </a:lnTo>
                  <a:lnTo>
                    <a:pt x="56235" y="263246"/>
                  </a:lnTo>
                  <a:lnTo>
                    <a:pt x="56046" y="262877"/>
                  </a:lnTo>
                  <a:lnTo>
                    <a:pt x="56061" y="262616"/>
                  </a:lnTo>
                  <a:lnTo>
                    <a:pt x="56024" y="262370"/>
                  </a:lnTo>
                  <a:lnTo>
                    <a:pt x="55913" y="262119"/>
                  </a:lnTo>
                  <a:lnTo>
                    <a:pt x="55717" y="261642"/>
                  </a:lnTo>
                  <a:lnTo>
                    <a:pt x="55652" y="260926"/>
                  </a:lnTo>
                  <a:lnTo>
                    <a:pt x="55587" y="260709"/>
                  </a:lnTo>
                  <a:lnTo>
                    <a:pt x="55347" y="260676"/>
                  </a:lnTo>
                  <a:lnTo>
                    <a:pt x="54640" y="260682"/>
                  </a:lnTo>
                  <a:lnTo>
                    <a:pt x="54492" y="260827"/>
                  </a:lnTo>
                  <a:lnTo>
                    <a:pt x="54099" y="260863"/>
                  </a:lnTo>
                  <a:lnTo>
                    <a:pt x="54056" y="260734"/>
                  </a:lnTo>
                  <a:lnTo>
                    <a:pt x="53922" y="260677"/>
                  </a:lnTo>
                  <a:lnTo>
                    <a:pt x="53359" y="260590"/>
                  </a:lnTo>
                  <a:lnTo>
                    <a:pt x="53254" y="260445"/>
                  </a:lnTo>
                  <a:lnTo>
                    <a:pt x="53238" y="260282"/>
                  </a:lnTo>
                  <a:lnTo>
                    <a:pt x="53241" y="260143"/>
                  </a:lnTo>
                  <a:lnTo>
                    <a:pt x="53291" y="259923"/>
                  </a:lnTo>
                  <a:lnTo>
                    <a:pt x="52634" y="259608"/>
                  </a:lnTo>
                  <a:lnTo>
                    <a:pt x="52309" y="259477"/>
                  </a:lnTo>
                  <a:lnTo>
                    <a:pt x="51977" y="259129"/>
                  </a:lnTo>
                  <a:lnTo>
                    <a:pt x="51746" y="259293"/>
                  </a:lnTo>
                  <a:lnTo>
                    <a:pt x="51556" y="259360"/>
                  </a:lnTo>
                  <a:lnTo>
                    <a:pt x="51415" y="259379"/>
                  </a:lnTo>
                  <a:lnTo>
                    <a:pt x="51101" y="259372"/>
                  </a:lnTo>
                  <a:lnTo>
                    <a:pt x="50687" y="259098"/>
                  </a:lnTo>
                  <a:lnTo>
                    <a:pt x="50484" y="259182"/>
                  </a:lnTo>
                  <a:lnTo>
                    <a:pt x="50054" y="259172"/>
                  </a:lnTo>
                  <a:lnTo>
                    <a:pt x="50021" y="259020"/>
                  </a:lnTo>
                  <a:lnTo>
                    <a:pt x="50210" y="258563"/>
                  </a:lnTo>
                  <a:lnTo>
                    <a:pt x="50351" y="258236"/>
                  </a:lnTo>
                  <a:lnTo>
                    <a:pt x="50372" y="258030"/>
                  </a:lnTo>
                  <a:lnTo>
                    <a:pt x="50221" y="257708"/>
                  </a:lnTo>
                  <a:lnTo>
                    <a:pt x="50053" y="257710"/>
                  </a:lnTo>
                  <a:lnTo>
                    <a:pt x="49898" y="257657"/>
                  </a:lnTo>
                  <a:lnTo>
                    <a:pt x="49544" y="257511"/>
                  </a:lnTo>
                  <a:lnTo>
                    <a:pt x="49163" y="257027"/>
                  </a:lnTo>
                  <a:lnTo>
                    <a:pt x="49083" y="256777"/>
                  </a:lnTo>
                  <a:lnTo>
                    <a:pt x="48810" y="256565"/>
                  </a:lnTo>
                  <a:lnTo>
                    <a:pt x="48465" y="256654"/>
                  </a:lnTo>
                  <a:lnTo>
                    <a:pt x="48292" y="256644"/>
                  </a:lnTo>
                  <a:lnTo>
                    <a:pt x="48008" y="256343"/>
                  </a:lnTo>
                  <a:lnTo>
                    <a:pt x="47912" y="256189"/>
                  </a:lnTo>
                  <a:lnTo>
                    <a:pt x="47805" y="255881"/>
                  </a:lnTo>
                  <a:lnTo>
                    <a:pt x="47797" y="255454"/>
                  </a:lnTo>
                  <a:lnTo>
                    <a:pt x="47568" y="255060"/>
                  </a:lnTo>
                  <a:lnTo>
                    <a:pt x="47789" y="254828"/>
                  </a:lnTo>
                  <a:lnTo>
                    <a:pt x="47689" y="254543"/>
                  </a:lnTo>
                  <a:lnTo>
                    <a:pt x="47587" y="254305"/>
                  </a:lnTo>
                  <a:lnTo>
                    <a:pt x="47518" y="253997"/>
                  </a:lnTo>
                  <a:lnTo>
                    <a:pt x="47439" y="253772"/>
                  </a:lnTo>
                  <a:lnTo>
                    <a:pt x="47322" y="253636"/>
                  </a:lnTo>
                  <a:lnTo>
                    <a:pt x="47158" y="253485"/>
                  </a:lnTo>
                  <a:lnTo>
                    <a:pt x="46872" y="253443"/>
                  </a:lnTo>
                  <a:lnTo>
                    <a:pt x="46467" y="253641"/>
                  </a:lnTo>
                  <a:lnTo>
                    <a:pt x="46275" y="253724"/>
                  </a:lnTo>
                  <a:lnTo>
                    <a:pt x="45961" y="253839"/>
                  </a:lnTo>
                  <a:lnTo>
                    <a:pt x="45842" y="254054"/>
                  </a:lnTo>
                  <a:lnTo>
                    <a:pt x="45598" y="254216"/>
                  </a:lnTo>
                  <a:lnTo>
                    <a:pt x="45586" y="254494"/>
                  </a:lnTo>
                  <a:lnTo>
                    <a:pt x="45446" y="254563"/>
                  </a:lnTo>
                  <a:lnTo>
                    <a:pt x="44725" y="254734"/>
                  </a:lnTo>
                  <a:lnTo>
                    <a:pt x="44381" y="254695"/>
                  </a:lnTo>
                  <a:lnTo>
                    <a:pt x="43947" y="254639"/>
                  </a:lnTo>
                  <a:lnTo>
                    <a:pt x="43792" y="254667"/>
                  </a:lnTo>
                  <a:lnTo>
                    <a:pt x="43523" y="254623"/>
                  </a:lnTo>
                  <a:lnTo>
                    <a:pt x="43340" y="254619"/>
                  </a:lnTo>
                  <a:lnTo>
                    <a:pt x="42810" y="255185"/>
                  </a:lnTo>
                  <a:lnTo>
                    <a:pt x="42787" y="255389"/>
                  </a:lnTo>
                  <a:lnTo>
                    <a:pt x="42496" y="255785"/>
                  </a:lnTo>
                  <a:lnTo>
                    <a:pt x="42160" y="255818"/>
                  </a:lnTo>
                  <a:lnTo>
                    <a:pt x="41960" y="255593"/>
                  </a:lnTo>
                  <a:lnTo>
                    <a:pt x="41916" y="255409"/>
                  </a:lnTo>
                  <a:lnTo>
                    <a:pt x="41940" y="255158"/>
                  </a:lnTo>
                  <a:lnTo>
                    <a:pt x="41843" y="254959"/>
                  </a:lnTo>
                  <a:lnTo>
                    <a:pt x="41727" y="254561"/>
                  </a:lnTo>
                  <a:lnTo>
                    <a:pt x="41394" y="254036"/>
                  </a:lnTo>
                  <a:lnTo>
                    <a:pt x="41042" y="253410"/>
                  </a:lnTo>
                  <a:lnTo>
                    <a:pt x="40836" y="253151"/>
                  </a:lnTo>
                  <a:lnTo>
                    <a:pt x="40640" y="253069"/>
                  </a:lnTo>
                  <a:lnTo>
                    <a:pt x="40292" y="253063"/>
                  </a:lnTo>
                  <a:lnTo>
                    <a:pt x="40358" y="252786"/>
                  </a:lnTo>
                  <a:lnTo>
                    <a:pt x="40375" y="252582"/>
                  </a:lnTo>
                  <a:lnTo>
                    <a:pt x="40289" y="252320"/>
                  </a:lnTo>
                  <a:lnTo>
                    <a:pt x="40171" y="251947"/>
                  </a:lnTo>
                  <a:lnTo>
                    <a:pt x="39993" y="251842"/>
                  </a:lnTo>
                  <a:lnTo>
                    <a:pt x="39681" y="251702"/>
                  </a:lnTo>
                  <a:lnTo>
                    <a:pt x="39517" y="251672"/>
                  </a:lnTo>
                  <a:lnTo>
                    <a:pt x="39286" y="251647"/>
                  </a:lnTo>
                  <a:lnTo>
                    <a:pt x="39225" y="251518"/>
                  </a:lnTo>
                  <a:lnTo>
                    <a:pt x="39227" y="251330"/>
                  </a:lnTo>
                  <a:lnTo>
                    <a:pt x="39317" y="250943"/>
                  </a:lnTo>
                  <a:lnTo>
                    <a:pt x="39121" y="250640"/>
                  </a:lnTo>
                  <a:lnTo>
                    <a:pt x="38481" y="250477"/>
                  </a:lnTo>
                  <a:lnTo>
                    <a:pt x="38193" y="250559"/>
                  </a:lnTo>
                  <a:lnTo>
                    <a:pt x="38009" y="250396"/>
                  </a:lnTo>
                  <a:lnTo>
                    <a:pt x="37523" y="250151"/>
                  </a:lnTo>
                  <a:lnTo>
                    <a:pt x="37277" y="250172"/>
                  </a:lnTo>
                  <a:lnTo>
                    <a:pt x="36947" y="250209"/>
                  </a:lnTo>
                  <a:lnTo>
                    <a:pt x="36854" y="250017"/>
                  </a:lnTo>
                  <a:lnTo>
                    <a:pt x="36828" y="249737"/>
                  </a:lnTo>
                  <a:lnTo>
                    <a:pt x="36315" y="249585"/>
                  </a:lnTo>
                  <a:lnTo>
                    <a:pt x="36069" y="249605"/>
                  </a:lnTo>
                  <a:lnTo>
                    <a:pt x="36013" y="249931"/>
                  </a:lnTo>
                  <a:lnTo>
                    <a:pt x="36007" y="250114"/>
                  </a:lnTo>
                  <a:lnTo>
                    <a:pt x="35979" y="250553"/>
                  </a:lnTo>
                  <a:lnTo>
                    <a:pt x="35872" y="250720"/>
                  </a:lnTo>
                  <a:lnTo>
                    <a:pt x="35798" y="250935"/>
                  </a:lnTo>
                  <a:lnTo>
                    <a:pt x="35737" y="251152"/>
                  </a:lnTo>
                  <a:lnTo>
                    <a:pt x="35403" y="251624"/>
                  </a:lnTo>
                  <a:lnTo>
                    <a:pt x="35250" y="251612"/>
                  </a:lnTo>
                  <a:lnTo>
                    <a:pt x="35061" y="251614"/>
                  </a:lnTo>
                  <a:lnTo>
                    <a:pt x="34687" y="251850"/>
                  </a:lnTo>
                  <a:lnTo>
                    <a:pt x="34444" y="252076"/>
                  </a:lnTo>
                  <a:lnTo>
                    <a:pt x="34127" y="252372"/>
                  </a:lnTo>
                  <a:lnTo>
                    <a:pt x="34158" y="252582"/>
                  </a:lnTo>
                  <a:lnTo>
                    <a:pt x="34087" y="252913"/>
                  </a:lnTo>
                  <a:lnTo>
                    <a:pt x="33759" y="252694"/>
                  </a:lnTo>
                  <a:lnTo>
                    <a:pt x="33733" y="252887"/>
                  </a:lnTo>
                  <a:lnTo>
                    <a:pt x="33861" y="253141"/>
                  </a:lnTo>
                  <a:lnTo>
                    <a:pt x="33800" y="253300"/>
                  </a:lnTo>
                  <a:lnTo>
                    <a:pt x="33632" y="253596"/>
                  </a:lnTo>
                  <a:lnTo>
                    <a:pt x="33139" y="253705"/>
                  </a:lnTo>
                  <a:lnTo>
                    <a:pt x="33019" y="253516"/>
                  </a:lnTo>
                  <a:lnTo>
                    <a:pt x="32899" y="253367"/>
                  </a:lnTo>
                  <a:lnTo>
                    <a:pt x="32502" y="252973"/>
                  </a:lnTo>
                  <a:lnTo>
                    <a:pt x="32175" y="252774"/>
                  </a:lnTo>
                  <a:lnTo>
                    <a:pt x="31929" y="252749"/>
                  </a:lnTo>
                  <a:lnTo>
                    <a:pt x="31784" y="252592"/>
                  </a:lnTo>
                  <a:lnTo>
                    <a:pt x="31887" y="252400"/>
                  </a:lnTo>
                  <a:lnTo>
                    <a:pt x="31929" y="252271"/>
                  </a:lnTo>
                  <a:lnTo>
                    <a:pt x="31803" y="252029"/>
                  </a:lnTo>
                  <a:lnTo>
                    <a:pt x="31416" y="251569"/>
                  </a:lnTo>
                  <a:lnTo>
                    <a:pt x="31504" y="251388"/>
                  </a:lnTo>
                  <a:lnTo>
                    <a:pt x="31414" y="251197"/>
                  </a:lnTo>
                  <a:lnTo>
                    <a:pt x="31334" y="251058"/>
                  </a:lnTo>
                  <a:lnTo>
                    <a:pt x="31159" y="251088"/>
                  </a:lnTo>
                  <a:lnTo>
                    <a:pt x="30898" y="250866"/>
                  </a:lnTo>
                  <a:lnTo>
                    <a:pt x="31065" y="250188"/>
                  </a:lnTo>
                  <a:lnTo>
                    <a:pt x="31107" y="249642"/>
                  </a:lnTo>
                  <a:lnTo>
                    <a:pt x="31214" y="249204"/>
                  </a:lnTo>
                  <a:lnTo>
                    <a:pt x="31161" y="248995"/>
                  </a:lnTo>
                  <a:lnTo>
                    <a:pt x="31109" y="248850"/>
                  </a:lnTo>
                  <a:lnTo>
                    <a:pt x="30691" y="248256"/>
                  </a:lnTo>
                  <a:lnTo>
                    <a:pt x="30325" y="247643"/>
                  </a:lnTo>
                  <a:lnTo>
                    <a:pt x="30246" y="247489"/>
                  </a:lnTo>
                  <a:lnTo>
                    <a:pt x="30150" y="247248"/>
                  </a:lnTo>
                  <a:lnTo>
                    <a:pt x="30007" y="247135"/>
                  </a:lnTo>
                  <a:lnTo>
                    <a:pt x="29753" y="246983"/>
                  </a:lnTo>
                  <a:lnTo>
                    <a:pt x="29600" y="247080"/>
                  </a:lnTo>
                  <a:lnTo>
                    <a:pt x="29433" y="247304"/>
                  </a:lnTo>
                  <a:lnTo>
                    <a:pt x="29195" y="247321"/>
                  </a:lnTo>
                  <a:lnTo>
                    <a:pt x="29144" y="247177"/>
                  </a:lnTo>
                  <a:lnTo>
                    <a:pt x="28952" y="247125"/>
                  </a:lnTo>
                  <a:lnTo>
                    <a:pt x="28484" y="247006"/>
                  </a:lnTo>
                  <a:lnTo>
                    <a:pt x="28336" y="247169"/>
                  </a:lnTo>
                  <a:lnTo>
                    <a:pt x="27993" y="247296"/>
                  </a:lnTo>
                  <a:lnTo>
                    <a:pt x="27747" y="246836"/>
                  </a:lnTo>
                  <a:lnTo>
                    <a:pt x="27692" y="246704"/>
                  </a:lnTo>
                  <a:lnTo>
                    <a:pt x="27617" y="246575"/>
                  </a:lnTo>
                  <a:lnTo>
                    <a:pt x="27327" y="246409"/>
                  </a:lnTo>
                  <a:lnTo>
                    <a:pt x="27160" y="246338"/>
                  </a:lnTo>
                  <a:lnTo>
                    <a:pt x="27138" y="246072"/>
                  </a:lnTo>
                  <a:lnTo>
                    <a:pt x="27223" y="245820"/>
                  </a:lnTo>
                  <a:lnTo>
                    <a:pt x="27317" y="245540"/>
                  </a:lnTo>
                  <a:lnTo>
                    <a:pt x="27303" y="245035"/>
                  </a:lnTo>
                  <a:lnTo>
                    <a:pt x="27487" y="244885"/>
                  </a:lnTo>
                  <a:lnTo>
                    <a:pt x="27553" y="244638"/>
                  </a:lnTo>
                  <a:lnTo>
                    <a:pt x="27331" y="244290"/>
                  </a:lnTo>
                  <a:lnTo>
                    <a:pt x="27260" y="244502"/>
                  </a:lnTo>
                  <a:lnTo>
                    <a:pt x="26945" y="244651"/>
                  </a:lnTo>
                  <a:lnTo>
                    <a:pt x="26791" y="244489"/>
                  </a:lnTo>
                  <a:lnTo>
                    <a:pt x="26686" y="244254"/>
                  </a:lnTo>
                  <a:lnTo>
                    <a:pt x="26670" y="243758"/>
                  </a:lnTo>
                  <a:lnTo>
                    <a:pt x="26631" y="243265"/>
                  </a:lnTo>
                  <a:lnTo>
                    <a:pt x="26393" y="242852"/>
                  </a:lnTo>
                  <a:lnTo>
                    <a:pt x="26250" y="242801"/>
                  </a:lnTo>
                  <a:lnTo>
                    <a:pt x="25826" y="242818"/>
                  </a:lnTo>
                  <a:lnTo>
                    <a:pt x="25579" y="242783"/>
                  </a:lnTo>
                  <a:lnTo>
                    <a:pt x="25368" y="242657"/>
                  </a:lnTo>
                  <a:lnTo>
                    <a:pt x="25251" y="242839"/>
                  </a:lnTo>
                  <a:lnTo>
                    <a:pt x="25245" y="243119"/>
                  </a:lnTo>
                  <a:lnTo>
                    <a:pt x="24676" y="243231"/>
                  </a:lnTo>
                  <a:lnTo>
                    <a:pt x="24043" y="243057"/>
                  </a:lnTo>
                  <a:lnTo>
                    <a:pt x="23773" y="242982"/>
                  </a:lnTo>
                  <a:lnTo>
                    <a:pt x="23136" y="242582"/>
                  </a:lnTo>
                  <a:lnTo>
                    <a:pt x="23287" y="242484"/>
                  </a:lnTo>
                  <a:lnTo>
                    <a:pt x="23510" y="242458"/>
                  </a:lnTo>
                  <a:lnTo>
                    <a:pt x="23582" y="242051"/>
                  </a:lnTo>
                  <a:lnTo>
                    <a:pt x="23498" y="241741"/>
                  </a:lnTo>
                  <a:lnTo>
                    <a:pt x="23617" y="241320"/>
                  </a:lnTo>
                  <a:lnTo>
                    <a:pt x="23848" y="240820"/>
                  </a:lnTo>
                  <a:lnTo>
                    <a:pt x="24094" y="240664"/>
                  </a:lnTo>
                  <a:lnTo>
                    <a:pt x="24092" y="240398"/>
                  </a:lnTo>
                  <a:lnTo>
                    <a:pt x="23824" y="240157"/>
                  </a:lnTo>
                  <a:lnTo>
                    <a:pt x="23504" y="239971"/>
                  </a:lnTo>
                  <a:lnTo>
                    <a:pt x="23396" y="239784"/>
                  </a:lnTo>
                  <a:lnTo>
                    <a:pt x="23262" y="239642"/>
                  </a:lnTo>
                  <a:lnTo>
                    <a:pt x="23258" y="239504"/>
                  </a:lnTo>
                  <a:lnTo>
                    <a:pt x="23709" y="238662"/>
                  </a:lnTo>
                  <a:lnTo>
                    <a:pt x="23758" y="238029"/>
                  </a:lnTo>
                  <a:lnTo>
                    <a:pt x="23862" y="237774"/>
                  </a:lnTo>
                  <a:lnTo>
                    <a:pt x="23918" y="237248"/>
                  </a:lnTo>
                  <a:lnTo>
                    <a:pt x="23605" y="236705"/>
                  </a:lnTo>
                  <a:lnTo>
                    <a:pt x="23626" y="236505"/>
                  </a:lnTo>
                  <a:lnTo>
                    <a:pt x="23465" y="236313"/>
                  </a:lnTo>
                  <a:lnTo>
                    <a:pt x="23125" y="235007"/>
                  </a:lnTo>
                  <a:lnTo>
                    <a:pt x="23435" y="234531"/>
                  </a:lnTo>
                  <a:lnTo>
                    <a:pt x="24283" y="233833"/>
                  </a:lnTo>
                  <a:lnTo>
                    <a:pt x="25465" y="232905"/>
                  </a:lnTo>
                  <a:lnTo>
                    <a:pt x="25530" y="232615"/>
                  </a:lnTo>
                  <a:lnTo>
                    <a:pt x="25649" y="232406"/>
                  </a:lnTo>
                  <a:lnTo>
                    <a:pt x="25842" y="232096"/>
                  </a:lnTo>
                  <a:lnTo>
                    <a:pt x="25943" y="231611"/>
                  </a:lnTo>
                  <a:lnTo>
                    <a:pt x="26377" y="230328"/>
                  </a:lnTo>
                  <a:lnTo>
                    <a:pt x="26930" y="229527"/>
                  </a:lnTo>
                  <a:lnTo>
                    <a:pt x="27937" y="228954"/>
                  </a:lnTo>
                  <a:lnTo>
                    <a:pt x="28350" y="228840"/>
                  </a:lnTo>
                  <a:lnTo>
                    <a:pt x="28564" y="228659"/>
                  </a:lnTo>
                  <a:lnTo>
                    <a:pt x="28709" y="228393"/>
                  </a:lnTo>
                  <a:lnTo>
                    <a:pt x="28740" y="228220"/>
                  </a:lnTo>
                  <a:lnTo>
                    <a:pt x="28699" y="227878"/>
                  </a:lnTo>
                  <a:lnTo>
                    <a:pt x="28583" y="227654"/>
                  </a:lnTo>
                  <a:lnTo>
                    <a:pt x="28434" y="227468"/>
                  </a:lnTo>
                  <a:lnTo>
                    <a:pt x="28421" y="227309"/>
                  </a:lnTo>
                  <a:lnTo>
                    <a:pt x="28155" y="226732"/>
                  </a:lnTo>
                  <a:lnTo>
                    <a:pt x="28535" y="226511"/>
                  </a:lnTo>
                  <a:lnTo>
                    <a:pt x="29015" y="225241"/>
                  </a:lnTo>
                  <a:lnTo>
                    <a:pt x="29517" y="224945"/>
                  </a:lnTo>
                  <a:lnTo>
                    <a:pt x="30020" y="224412"/>
                  </a:lnTo>
                  <a:lnTo>
                    <a:pt x="30330" y="223807"/>
                  </a:lnTo>
                  <a:lnTo>
                    <a:pt x="30476" y="223810"/>
                  </a:lnTo>
                  <a:lnTo>
                    <a:pt x="30669" y="223874"/>
                  </a:lnTo>
                  <a:lnTo>
                    <a:pt x="31094" y="223956"/>
                  </a:lnTo>
                  <a:lnTo>
                    <a:pt x="31595" y="224066"/>
                  </a:lnTo>
                  <a:lnTo>
                    <a:pt x="31817" y="223958"/>
                  </a:lnTo>
                  <a:lnTo>
                    <a:pt x="31863" y="223703"/>
                  </a:lnTo>
                  <a:lnTo>
                    <a:pt x="32080" y="223543"/>
                  </a:lnTo>
                  <a:lnTo>
                    <a:pt x="32730" y="223331"/>
                  </a:lnTo>
                  <a:lnTo>
                    <a:pt x="32891" y="223206"/>
                  </a:lnTo>
                  <a:lnTo>
                    <a:pt x="33048" y="223191"/>
                  </a:lnTo>
                  <a:lnTo>
                    <a:pt x="33246" y="222781"/>
                  </a:lnTo>
                  <a:lnTo>
                    <a:pt x="33384" y="222642"/>
                  </a:lnTo>
                  <a:lnTo>
                    <a:pt x="33530" y="222526"/>
                  </a:lnTo>
                  <a:lnTo>
                    <a:pt x="33840" y="222275"/>
                  </a:lnTo>
                  <a:lnTo>
                    <a:pt x="34719" y="221743"/>
                  </a:lnTo>
                  <a:lnTo>
                    <a:pt x="35180" y="221423"/>
                  </a:lnTo>
                  <a:lnTo>
                    <a:pt x="35516" y="221114"/>
                  </a:lnTo>
                  <a:lnTo>
                    <a:pt x="35572" y="220984"/>
                  </a:lnTo>
                  <a:lnTo>
                    <a:pt x="35815" y="220720"/>
                  </a:lnTo>
                  <a:lnTo>
                    <a:pt x="36057" y="220705"/>
                  </a:lnTo>
                  <a:lnTo>
                    <a:pt x="36490" y="220624"/>
                  </a:lnTo>
                  <a:lnTo>
                    <a:pt x="37119" y="220204"/>
                  </a:lnTo>
                  <a:lnTo>
                    <a:pt x="37300" y="219954"/>
                  </a:lnTo>
                  <a:lnTo>
                    <a:pt x="37433" y="219869"/>
                  </a:lnTo>
                  <a:lnTo>
                    <a:pt x="37671" y="219547"/>
                  </a:lnTo>
                  <a:lnTo>
                    <a:pt x="37877" y="219590"/>
                  </a:lnTo>
                  <a:lnTo>
                    <a:pt x="38244" y="219725"/>
                  </a:lnTo>
                  <a:lnTo>
                    <a:pt x="38616" y="220174"/>
                  </a:lnTo>
                  <a:lnTo>
                    <a:pt x="38770" y="220199"/>
                  </a:lnTo>
                  <a:lnTo>
                    <a:pt x="38996" y="220051"/>
                  </a:lnTo>
                  <a:lnTo>
                    <a:pt x="39532" y="220270"/>
                  </a:lnTo>
                  <a:lnTo>
                    <a:pt x="39999" y="220412"/>
                  </a:lnTo>
                  <a:lnTo>
                    <a:pt x="40106" y="220099"/>
                  </a:lnTo>
                  <a:lnTo>
                    <a:pt x="40275" y="219990"/>
                  </a:lnTo>
                  <a:lnTo>
                    <a:pt x="40594" y="219348"/>
                  </a:lnTo>
                  <a:lnTo>
                    <a:pt x="40791" y="219367"/>
                  </a:lnTo>
                  <a:lnTo>
                    <a:pt x="42151" y="219267"/>
                  </a:lnTo>
                  <a:lnTo>
                    <a:pt x="42317" y="219333"/>
                  </a:lnTo>
                  <a:lnTo>
                    <a:pt x="42544" y="219418"/>
                  </a:lnTo>
                  <a:lnTo>
                    <a:pt x="42975" y="219697"/>
                  </a:lnTo>
                  <a:lnTo>
                    <a:pt x="43240" y="219913"/>
                  </a:lnTo>
                  <a:lnTo>
                    <a:pt x="45312" y="219768"/>
                  </a:lnTo>
                  <a:lnTo>
                    <a:pt x="45426" y="219527"/>
                  </a:lnTo>
                  <a:lnTo>
                    <a:pt x="45847" y="219188"/>
                  </a:lnTo>
                  <a:lnTo>
                    <a:pt x="45959" y="219573"/>
                  </a:lnTo>
                  <a:lnTo>
                    <a:pt x="46251" y="219848"/>
                  </a:lnTo>
                  <a:lnTo>
                    <a:pt x="46812" y="219739"/>
                  </a:lnTo>
                  <a:lnTo>
                    <a:pt x="47287" y="219744"/>
                  </a:lnTo>
                  <a:lnTo>
                    <a:pt x="47770" y="219196"/>
                  </a:lnTo>
                  <a:lnTo>
                    <a:pt x="48668" y="218655"/>
                  </a:lnTo>
                  <a:lnTo>
                    <a:pt x="48704" y="218497"/>
                  </a:lnTo>
                  <a:lnTo>
                    <a:pt x="48761" y="218242"/>
                  </a:lnTo>
                  <a:lnTo>
                    <a:pt x="48781" y="218043"/>
                  </a:lnTo>
                  <a:lnTo>
                    <a:pt x="48844" y="217658"/>
                  </a:lnTo>
                  <a:lnTo>
                    <a:pt x="48794" y="217308"/>
                  </a:lnTo>
                  <a:lnTo>
                    <a:pt x="48560" y="217083"/>
                  </a:lnTo>
                  <a:lnTo>
                    <a:pt x="48241" y="216887"/>
                  </a:lnTo>
                  <a:lnTo>
                    <a:pt x="47869" y="216639"/>
                  </a:lnTo>
                  <a:lnTo>
                    <a:pt x="47802" y="216484"/>
                  </a:lnTo>
                  <a:lnTo>
                    <a:pt x="47802" y="216310"/>
                  </a:lnTo>
                  <a:lnTo>
                    <a:pt x="47917" y="215712"/>
                  </a:lnTo>
                  <a:lnTo>
                    <a:pt x="47940" y="215570"/>
                  </a:lnTo>
                  <a:lnTo>
                    <a:pt x="47981" y="215312"/>
                  </a:lnTo>
                  <a:lnTo>
                    <a:pt x="47918" y="214966"/>
                  </a:lnTo>
                  <a:lnTo>
                    <a:pt x="47947" y="214667"/>
                  </a:lnTo>
                  <a:lnTo>
                    <a:pt x="48193" y="214023"/>
                  </a:lnTo>
                  <a:lnTo>
                    <a:pt x="48701" y="213327"/>
                  </a:lnTo>
                  <a:lnTo>
                    <a:pt x="48910" y="212876"/>
                  </a:lnTo>
                  <a:lnTo>
                    <a:pt x="48991" y="211666"/>
                  </a:lnTo>
                  <a:lnTo>
                    <a:pt x="48812" y="210895"/>
                  </a:lnTo>
                  <a:lnTo>
                    <a:pt x="48607" y="210619"/>
                  </a:lnTo>
                  <a:lnTo>
                    <a:pt x="48549" y="210344"/>
                  </a:lnTo>
                  <a:lnTo>
                    <a:pt x="48782" y="209986"/>
                  </a:lnTo>
                  <a:lnTo>
                    <a:pt x="48966" y="209325"/>
                  </a:lnTo>
                  <a:lnTo>
                    <a:pt x="49161" y="208868"/>
                  </a:lnTo>
                  <a:lnTo>
                    <a:pt x="49730" y="207744"/>
                  </a:lnTo>
                  <a:lnTo>
                    <a:pt x="49550" y="207499"/>
                  </a:lnTo>
                  <a:lnTo>
                    <a:pt x="49430" y="207266"/>
                  </a:lnTo>
                  <a:lnTo>
                    <a:pt x="49481" y="206601"/>
                  </a:lnTo>
                  <a:lnTo>
                    <a:pt x="49226" y="206408"/>
                  </a:lnTo>
                  <a:lnTo>
                    <a:pt x="49442" y="205632"/>
                  </a:lnTo>
                  <a:lnTo>
                    <a:pt x="49264" y="205358"/>
                  </a:lnTo>
                  <a:lnTo>
                    <a:pt x="49324" y="204673"/>
                  </a:lnTo>
                  <a:lnTo>
                    <a:pt x="49468" y="204571"/>
                  </a:lnTo>
                  <a:lnTo>
                    <a:pt x="49729" y="204533"/>
                  </a:lnTo>
                  <a:lnTo>
                    <a:pt x="49932" y="204188"/>
                  </a:lnTo>
                  <a:lnTo>
                    <a:pt x="49631" y="202955"/>
                  </a:lnTo>
                  <a:lnTo>
                    <a:pt x="49878" y="200563"/>
                  </a:lnTo>
                  <a:lnTo>
                    <a:pt x="49968" y="200146"/>
                  </a:lnTo>
                  <a:lnTo>
                    <a:pt x="49992" y="199814"/>
                  </a:lnTo>
                  <a:lnTo>
                    <a:pt x="49872" y="199493"/>
                  </a:lnTo>
                  <a:lnTo>
                    <a:pt x="49965" y="198852"/>
                  </a:lnTo>
                  <a:lnTo>
                    <a:pt x="49921" y="198663"/>
                  </a:lnTo>
                  <a:lnTo>
                    <a:pt x="49677" y="198193"/>
                  </a:lnTo>
                  <a:lnTo>
                    <a:pt x="49749" y="197938"/>
                  </a:lnTo>
                  <a:lnTo>
                    <a:pt x="49481" y="197656"/>
                  </a:lnTo>
                  <a:lnTo>
                    <a:pt x="49293" y="197526"/>
                  </a:lnTo>
                  <a:lnTo>
                    <a:pt x="49153" y="196675"/>
                  </a:lnTo>
                  <a:lnTo>
                    <a:pt x="49104" y="196515"/>
                  </a:lnTo>
                  <a:lnTo>
                    <a:pt x="49040" y="196382"/>
                  </a:lnTo>
                  <a:lnTo>
                    <a:pt x="48857" y="195812"/>
                  </a:lnTo>
                  <a:lnTo>
                    <a:pt x="48752" y="195154"/>
                  </a:lnTo>
                  <a:lnTo>
                    <a:pt x="48809" y="194864"/>
                  </a:lnTo>
                  <a:lnTo>
                    <a:pt x="48809" y="194409"/>
                  </a:lnTo>
                  <a:lnTo>
                    <a:pt x="48788" y="194137"/>
                  </a:lnTo>
                  <a:lnTo>
                    <a:pt x="48863" y="193879"/>
                  </a:lnTo>
                  <a:lnTo>
                    <a:pt x="48964" y="193746"/>
                  </a:lnTo>
                  <a:lnTo>
                    <a:pt x="49089" y="193593"/>
                  </a:lnTo>
                  <a:lnTo>
                    <a:pt x="49235" y="193319"/>
                  </a:lnTo>
                  <a:lnTo>
                    <a:pt x="49172" y="193077"/>
                  </a:lnTo>
                  <a:lnTo>
                    <a:pt x="48959" y="192814"/>
                  </a:lnTo>
                  <a:lnTo>
                    <a:pt x="48651" y="192389"/>
                  </a:lnTo>
                  <a:lnTo>
                    <a:pt x="48671" y="192252"/>
                  </a:lnTo>
                  <a:lnTo>
                    <a:pt x="48497" y="191576"/>
                  </a:lnTo>
                  <a:lnTo>
                    <a:pt x="48361" y="190488"/>
                  </a:lnTo>
                  <a:lnTo>
                    <a:pt x="48539" y="190132"/>
                  </a:lnTo>
                  <a:lnTo>
                    <a:pt x="48299" y="189445"/>
                  </a:lnTo>
                  <a:lnTo>
                    <a:pt x="48172" y="189281"/>
                  </a:lnTo>
                  <a:lnTo>
                    <a:pt x="48015" y="188942"/>
                  </a:lnTo>
                  <a:lnTo>
                    <a:pt x="48064" y="188492"/>
                  </a:lnTo>
                  <a:lnTo>
                    <a:pt x="48055" y="188220"/>
                  </a:lnTo>
                  <a:lnTo>
                    <a:pt x="48033" y="188014"/>
                  </a:lnTo>
                  <a:lnTo>
                    <a:pt x="48057" y="187432"/>
                  </a:lnTo>
                  <a:lnTo>
                    <a:pt x="48084" y="187145"/>
                  </a:lnTo>
                  <a:lnTo>
                    <a:pt x="48089" y="186895"/>
                  </a:lnTo>
                  <a:lnTo>
                    <a:pt x="47996" y="186403"/>
                  </a:lnTo>
                  <a:lnTo>
                    <a:pt x="47645" y="185515"/>
                  </a:lnTo>
                  <a:lnTo>
                    <a:pt x="47228" y="184422"/>
                  </a:lnTo>
                  <a:lnTo>
                    <a:pt x="47349" y="183693"/>
                  </a:lnTo>
                  <a:lnTo>
                    <a:pt x="47407" y="183314"/>
                  </a:lnTo>
                  <a:lnTo>
                    <a:pt x="46819" y="183010"/>
                  </a:lnTo>
                  <a:lnTo>
                    <a:pt x="46530" y="182674"/>
                  </a:lnTo>
                  <a:lnTo>
                    <a:pt x="47261" y="182021"/>
                  </a:lnTo>
                  <a:lnTo>
                    <a:pt x="47069" y="181004"/>
                  </a:lnTo>
                  <a:lnTo>
                    <a:pt x="46713" y="180495"/>
                  </a:lnTo>
                  <a:lnTo>
                    <a:pt x="46326" y="180503"/>
                  </a:lnTo>
                  <a:lnTo>
                    <a:pt x="46082" y="180529"/>
                  </a:lnTo>
                  <a:lnTo>
                    <a:pt x="45867" y="180520"/>
                  </a:lnTo>
                  <a:lnTo>
                    <a:pt x="45801" y="180092"/>
                  </a:lnTo>
                  <a:lnTo>
                    <a:pt x="46064" y="179845"/>
                  </a:lnTo>
                  <a:lnTo>
                    <a:pt x="46968" y="178866"/>
                  </a:lnTo>
                  <a:lnTo>
                    <a:pt x="47071" y="178456"/>
                  </a:lnTo>
                  <a:lnTo>
                    <a:pt x="47341" y="178269"/>
                  </a:lnTo>
                  <a:lnTo>
                    <a:pt x="47482" y="178180"/>
                  </a:lnTo>
                  <a:lnTo>
                    <a:pt x="47670" y="178062"/>
                  </a:lnTo>
                  <a:lnTo>
                    <a:pt x="49214" y="177262"/>
                  </a:lnTo>
                  <a:lnTo>
                    <a:pt x="49536" y="177164"/>
                  </a:lnTo>
                  <a:lnTo>
                    <a:pt x="48723" y="176617"/>
                  </a:lnTo>
                  <a:lnTo>
                    <a:pt x="47495" y="177232"/>
                  </a:lnTo>
                  <a:lnTo>
                    <a:pt x="47245" y="177552"/>
                  </a:lnTo>
                  <a:lnTo>
                    <a:pt x="47130" y="177705"/>
                  </a:lnTo>
                  <a:lnTo>
                    <a:pt x="46472" y="178576"/>
                  </a:lnTo>
                  <a:lnTo>
                    <a:pt x="45230" y="179533"/>
                  </a:lnTo>
                  <a:lnTo>
                    <a:pt x="45200" y="180030"/>
                  </a:lnTo>
                  <a:lnTo>
                    <a:pt x="45300" y="180345"/>
                  </a:lnTo>
                  <a:lnTo>
                    <a:pt x="45216" y="180784"/>
                  </a:lnTo>
                  <a:lnTo>
                    <a:pt x="44229" y="181053"/>
                  </a:lnTo>
                  <a:lnTo>
                    <a:pt x="44055" y="181189"/>
                  </a:lnTo>
                  <a:lnTo>
                    <a:pt x="43873" y="181319"/>
                  </a:lnTo>
                  <a:lnTo>
                    <a:pt x="43709" y="181437"/>
                  </a:lnTo>
                  <a:lnTo>
                    <a:pt x="43467" y="181721"/>
                  </a:lnTo>
                  <a:lnTo>
                    <a:pt x="43211" y="182052"/>
                  </a:lnTo>
                  <a:lnTo>
                    <a:pt x="42814" y="182493"/>
                  </a:lnTo>
                  <a:lnTo>
                    <a:pt x="42577" y="182415"/>
                  </a:lnTo>
                  <a:lnTo>
                    <a:pt x="42661" y="182275"/>
                  </a:lnTo>
                  <a:lnTo>
                    <a:pt x="42749" y="182062"/>
                  </a:lnTo>
                  <a:lnTo>
                    <a:pt x="42785" y="181932"/>
                  </a:lnTo>
                  <a:lnTo>
                    <a:pt x="42790" y="181790"/>
                  </a:lnTo>
                  <a:lnTo>
                    <a:pt x="42678" y="181330"/>
                  </a:lnTo>
                  <a:lnTo>
                    <a:pt x="42575" y="181163"/>
                  </a:lnTo>
                  <a:lnTo>
                    <a:pt x="42329" y="180819"/>
                  </a:lnTo>
                  <a:lnTo>
                    <a:pt x="41170" y="181942"/>
                  </a:lnTo>
                  <a:lnTo>
                    <a:pt x="40693" y="182091"/>
                  </a:lnTo>
                  <a:lnTo>
                    <a:pt x="40520" y="182003"/>
                  </a:lnTo>
                  <a:lnTo>
                    <a:pt x="39776" y="181675"/>
                  </a:lnTo>
                  <a:lnTo>
                    <a:pt x="39301" y="181409"/>
                  </a:lnTo>
                  <a:lnTo>
                    <a:pt x="39086" y="181231"/>
                  </a:lnTo>
                  <a:lnTo>
                    <a:pt x="38149" y="182554"/>
                  </a:lnTo>
                  <a:lnTo>
                    <a:pt x="37990" y="182556"/>
                  </a:lnTo>
                  <a:lnTo>
                    <a:pt x="37638" y="183080"/>
                  </a:lnTo>
                  <a:lnTo>
                    <a:pt x="37791" y="183584"/>
                  </a:lnTo>
                  <a:lnTo>
                    <a:pt x="37755" y="183978"/>
                  </a:lnTo>
                  <a:lnTo>
                    <a:pt x="37300" y="185327"/>
                  </a:lnTo>
                  <a:lnTo>
                    <a:pt x="36535" y="185516"/>
                  </a:lnTo>
                  <a:lnTo>
                    <a:pt x="36595" y="185129"/>
                  </a:lnTo>
                  <a:lnTo>
                    <a:pt x="36239" y="185019"/>
                  </a:lnTo>
                  <a:lnTo>
                    <a:pt x="35835" y="185420"/>
                  </a:lnTo>
                  <a:lnTo>
                    <a:pt x="34905" y="185577"/>
                  </a:lnTo>
                  <a:lnTo>
                    <a:pt x="33259" y="185110"/>
                  </a:lnTo>
                  <a:lnTo>
                    <a:pt x="32585" y="185701"/>
                  </a:lnTo>
                  <a:lnTo>
                    <a:pt x="32258" y="184969"/>
                  </a:lnTo>
                  <a:lnTo>
                    <a:pt x="32122" y="184943"/>
                  </a:lnTo>
                  <a:lnTo>
                    <a:pt x="31350" y="184737"/>
                  </a:lnTo>
                  <a:lnTo>
                    <a:pt x="31225" y="184464"/>
                  </a:lnTo>
                  <a:lnTo>
                    <a:pt x="31087" y="184197"/>
                  </a:lnTo>
                  <a:lnTo>
                    <a:pt x="29812" y="183188"/>
                  </a:lnTo>
                  <a:lnTo>
                    <a:pt x="29743" y="182893"/>
                  </a:lnTo>
                  <a:lnTo>
                    <a:pt x="29684" y="182730"/>
                  </a:lnTo>
                  <a:lnTo>
                    <a:pt x="29523" y="182286"/>
                  </a:lnTo>
                  <a:lnTo>
                    <a:pt x="29367" y="181859"/>
                  </a:lnTo>
                  <a:lnTo>
                    <a:pt x="29272" y="181616"/>
                  </a:lnTo>
                  <a:lnTo>
                    <a:pt x="28651" y="180904"/>
                  </a:lnTo>
                  <a:lnTo>
                    <a:pt x="27489" y="179690"/>
                  </a:lnTo>
                  <a:lnTo>
                    <a:pt x="26850" y="179376"/>
                  </a:lnTo>
                  <a:lnTo>
                    <a:pt x="26623" y="179235"/>
                  </a:lnTo>
                  <a:lnTo>
                    <a:pt x="26354" y="178197"/>
                  </a:lnTo>
                  <a:lnTo>
                    <a:pt x="25897" y="177990"/>
                  </a:lnTo>
                  <a:lnTo>
                    <a:pt x="25427" y="178011"/>
                  </a:lnTo>
                  <a:lnTo>
                    <a:pt x="25047" y="177555"/>
                  </a:lnTo>
                  <a:lnTo>
                    <a:pt x="25048" y="177260"/>
                  </a:lnTo>
                  <a:lnTo>
                    <a:pt x="24377" y="176891"/>
                  </a:lnTo>
                  <a:lnTo>
                    <a:pt x="23930" y="176999"/>
                  </a:lnTo>
                  <a:lnTo>
                    <a:pt x="23528" y="177066"/>
                  </a:lnTo>
                  <a:lnTo>
                    <a:pt x="21781" y="177381"/>
                  </a:lnTo>
                  <a:lnTo>
                    <a:pt x="21228" y="177484"/>
                  </a:lnTo>
                  <a:lnTo>
                    <a:pt x="20707" y="177899"/>
                  </a:lnTo>
                  <a:lnTo>
                    <a:pt x="20271" y="177999"/>
                  </a:lnTo>
                  <a:lnTo>
                    <a:pt x="19831" y="177840"/>
                  </a:lnTo>
                  <a:lnTo>
                    <a:pt x="19545" y="177405"/>
                  </a:lnTo>
                  <a:lnTo>
                    <a:pt x="19702" y="177144"/>
                  </a:lnTo>
                  <a:lnTo>
                    <a:pt x="19720" y="176054"/>
                  </a:lnTo>
                  <a:lnTo>
                    <a:pt x="18808" y="175895"/>
                  </a:lnTo>
                  <a:lnTo>
                    <a:pt x="18683" y="176326"/>
                  </a:lnTo>
                  <a:lnTo>
                    <a:pt x="17909" y="176501"/>
                  </a:lnTo>
                  <a:lnTo>
                    <a:pt x="16755" y="176037"/>
                  </a:lnTo>
                  <a:lnTo>
                    <a:pt x="16235" y="175931"/>
                  </a:lnTo>
                  <a:lnTo>
                    <a:pt x="15750" y="176105"/>
                  </a:lnTo>
                  <a:lnTo>
                    <a:pt x="15323" y="175812"/>
                  </a:lnTo>
                  <a:lnTo>
                    <a:pt x="15162" y="175843"/>
                  </a:lnTo>
                  <a:lnTo>
                    <a:pt x="14754" y="175441"/>
                  </a:lnTo>
                  <a:lnTo>
                    <a:pt x="14575" y="175266"/>
                  </a:lnTo>
                  <a:lnTo>
                    <a:pt x="15034" y="174990"/>
                  </a:lnTo>
                  <a:lnTo>
                    <a:pt x="15325" y="174671"/>
                  </a:lnTo>
                  <a:lnTo>
                    <a:pt x="15190" y="174577"/>
                  </a:lnTo>
                  <a:lnTo>
                    <a:pt x="15131" y="173950"/>
                  </a:lnTo>
                  <a:lnTo>
                    <a:pt x="14694" y="173680"/>
                  </a:lnTo>
                  <a:lnTo>
                    <a:pt x="14758" y="173056"/>
                  </a:lnTo>
                  <a:lnTo>
                    <a:pt x="14919" y="172835"/>
                  </a:lnTo>
                  <a:lnTo>
                    <a:pt x="15146" y="172501"/>
                  </a:lnTo>
                  <a:lnTo>
                    <a:pt x="15247" y="172157"/>
                  </a:lnTo>
                  <a:lnTo>
                    <a:pt x="15202" y="171718"/>
                  </a:lnTo>
                  <a:lnTo>
                    <a:pt x="14816" y="171613"/>
                  </a:lnTo>
                  <a:lnTo>
                    <a:pt x="14566" y="171793"/>
                  </a:lnTo>
                  <a:lnTo>
                    <a:pt x="14284" y="172057"/>
                  </a:lnTo>
                  <a:lnTo>
                    <a:pt x="14249" y="171579"/>
                  </a:lnTo>
                  <a:lnTo>
                    <a:pt x="14262" y="171420"/>
                  </a:lnTo>
                  <a:lnTo>
                    <a:pt x="14256" y="171192"/>
                  </a:lnTo>
                  <a:lnTo>
                    <a:pt x="14028" y="171217"/>
                  </a:lnTo>
                  <a:lnTo>
                    <a:pt x="14012" y="170934"/>
                  </a:lnTo>
                  <a:lnTo>
                    <a:pt x="14030" y="170184"/>
                  </a:lnTo>
                  <a:lnTo>
                    <a:pt x="14225" y="168848"/>
                  </a:lnTo>
                  <a:lnTo>
                    <a:pt x="14005" y="168629"/>
                  </a:lnTo>
                  <a:lnTo>
                    <a:pt x="13938" y="168322"/>
                  </a:lnTo>
                  <a:lnTo>
                    <a:pt x="13912" y="168176"/>
                  </a:lnTo>
                  <a:lnTo>
                    <a:pt x="13906" y="167853"/>
                  </a:lnTo>
                  <a:lnTo>
                    <a:pt x="14095" y="167762"/>
                  </a:lnTo>
                  <a:lnTo>
                    <a:pt x="14325" y="167075"/>
                  </a:lnTo>
                  <a:lnTo>
                    <a:pt x="14510" y="166319"/>
                  </a:lnTo>
                  <a:lnTo>
                    <a:pt x="14458" y="166171"/>
                  </a:lnTo>
                  <a:lnTo>
                    <a:pt x="14070" y="165821"/>
                  </a:lnTo>
                  <a:lnTo>
                    <a:pt x="14071" y="165673"/>
                  </a:lnTo>
                  <a:lnTo>
                    <a:pt x="14089" y="165405"/>
                  </a:lnTo>
                  <a:lnTo>
                    <a:pt x="14676" y="165403"/>
                  </a:lnTo>
                  <a:lnTo>
                    <a:pt x="14980" y="165549"/>
                  </a:lnTo>
                  <a:lnTo>
                    <a:pt x="15570" y="165417"/>
                  </a:lnTo>
                  <a:lnTo>
                    <a:pt x="15575" y="165219"/>
                  </a:lnTo>
                  <a:lnTo>
                    <a:pt x="15529" y="164926"/>
                  </a:lnTo>
                  <a:lnTo>
                    <a:pt x="14985" y="164703"/>
                  </a:lnTo>
                  <a:lnTo>
                    <a:pt x="14737" y="164571"/>
                  </a:lnTo>
                  <a:lnTo>
                    <a:pt x="14505" y="164307"/>
                  </a:lnTo>
                  <a:lnTo>
                    <a:pt x="14523" y="163922"/>
                  </a:lnTo>
                  <a:lnTo>
                    <a:pt x="14642" y="163748"/>
                  </a:lnTo>
                  <a:lnTo>
                    <a:pt x="14805" y="163324"/>
                  </a:lnTo>
                  <a:lnTo>
                    <a:pt x="14445" y="163008"/>
                  </a:lnTo>
                  <a:lnTo>
                    <a:pt x="14397" y="162872"/>
                  </a:lnTo>
                  <a:lnTo>
                    <a:pt x="14437" y="162618"/>
                  </a:lnTo>
                  <a:lnTo>
                    <a:pt x="14539" y="162447"/>
                  </a:lnTo>
                  <a:lnTo>
                    <a:pt x="14997" y="162517"/>
                  </a:lnTo>
                  <a:lnTo>
                    <a:pt x="15163" y="162205"/>
                  </a:lnTo>
                  <a:lnTo>
                    <a:pt x="14965" y="161709"/>
                  </a:lnTo>
                  <a:lnTo>
                    <a:pt x="14837" y="161648"/>
                  </a:lnTo>
                  <a:lnTo>
                    <a:pt x="14598" y="161621"/>
                  </a:lnTo>
                  <a:lnTo>
                    <a:pt x="14406" y="161638"/>
                  </a:lnTo>
                  <a:lnTo>
                    <a:pt x="13640" y="161616"/>
                  </a:lnTo>
                  <a:lnTo>
                    <a:pt x="13482" y="161550"/>
                  </a:lnTo>
                  <a:lnTo>
                    <a:pt x="13285" y="161467"/>
                  </a:lnTo>
                  <a:lnTo>
                    <a:pt x="13010" y="161261"/>
                  </a:lnTo>
                  <a:lnTo>
                    <a:pt x="12842" y="161114"/>
                  </a:lnTo>
                  <a:lnTo>
                    <a:pt x="12894" y="160803"/>
                  </a:lnTo>
                  <a:lnTo>
                    <a:pt x="12649" y="160381"/>
                  </a:lnTo>
                  <a:lnTo>
                    <a:pt x="12382" y="160273"/>
                  </a:lnTo>
                  <a:lnTo>
                    <a:pt x="12320" y="159965"/>
                  </a:lnTo>
                  <a:lnTo>
                    <a:pt x="12261" y="159615"/>
                  </a:lnTo>
                  <a:lnTo>
                    <a:pt x="11790" y="159372"/>
                  </a:lnTo>
                  <a:lnTo>
                    <a:pt x="11192" y="159349"/>
                  </a:lnTo>
                  <a:lnTo>
                    <a:pt x="10876" y="159341"/>
                  </a:lnTo>
                  <a:lnTo>
                    <a:pt x="10632" y="159549"/>
                  </a:lnTo>
                  <a:lnTo>
                    <a:pt x="10184" y="159580"/>
                  </a:lnTo>
                  <a:lnTo>
                    <a:pt x="9826" y="159286"/>
                  </a:lnTo>
                  <a:lnTo>
                    <a:pt x="9638" y="159183"/>
                  </a:lnTo>
                  <a:lnTo>
                    <a:pt x="9445" y="159149"/>
                  </a:lnTo>
                  <a:lnTo>
                    <a:pt x="9059" y="159116"/>
                  </a:lnTo>
                  <a:lnTo>
                    <a:pt x="8388" y="159162"/>
                  </a:lnTo>
                  <a:lnTo>
                    <a:pt x="7518" y="158964"/>
                  </a:lnTo>
                  <a:lnTo>
                    <a:pt x="6795" y="159050"/>
                  </a:lnTo>
                  <a:lnTo>
                    <a:pt x="6547" y="158676"/>
                  </a:lnTo>
                  <a:lnTo>
                    <a:pt x="6723" y="158427"/>
                  </a:lnTo>
                  <a:lnTo>
                    <a:pt x="7185" y="158494"/>
                  </a:lnTo>
                  <a:lnTo>
                    <a:pt x="7319" y="158227"/>
                  </a:lnTo>
                  <a:lnTo>
                    <a:pt x="7486" y="157378"/>
                  </a:lnTo>
                  <a:lnTo>
                    <a:pt x="6935" y="157583"/>
                  </a:lnTo>
                  <a:lnTo>
                    <a:pt x="6357" y="157528"/>
                  </a:lnTo>
                  <a:lnTo>
                    <a:pt x="6046" y="157169"/>
                  </a:lnTo>
                  <a:lnTo>
                    <a:pt x="5734" y="157141"/>
                  </a:lnTo>
                  <a:lnTo>
                    <a:pt x="4670" y="157154"/>
                  </a:lnTo>
                  <a:lnTo>
                    <a:pt x="3912" y="157199"/>
                  </a:lnTo>
                  <a:lnTo>
                    <a:pt x="3442" y="157447"/>
                  </a:lnTo>
                  <a:lnTo>
                    <a:pt x="3229" y="157511"/>
                  </a:lnTo>
                  <a:lnTo>
                    <a:pt x="2982" y="157537"/>
                  </a:lnTo>
                  <a:lnTo>
                    <a:pt x="2734" y="157454"/>
                  </a:lnTo>
                  <a:lnTo>
                    <a:pt x="2677" y="157293"/>
                  </a:lnTo>
                  <a:lnTo>
                    <a:pt x="2555" y="156940"/>
                  </a:lnTo>
                  <a:lnTo>
                    <a:pt x="2374" y="156486"/>
                  </a:lnTo>
                  <a:lnTo>
                    <a:pt x="1671" y="155633"/>
                  </a:lnTo>
                  <a:lnTo>
                    <a:pt x="1163" y="155500"/>
                  </a:lnTo>
                  <a:lnTo>
                    <a:pt x="853" y="155518"/>
                  </a:lnTo>
                  <a:lnTo>
                    <a:pt x="615" y="155492"/>
                  </a:lnTo>
                  <a:lnTo>
                    <a:pt x="89" y="155178"/>
                  </a:lnTo>
                  <a:lnTo>
                    <a:pt x="11" y="154700"/>
                  </a:lnTo>
                  <a:lnTo>
                    <a:pt x="0" y="154549"/>
                  </a:lnTo>
                  <a:lnTo>
                    <a:pt x="62" y="154338"/>
                  </a:lnTo>
                  <a:lnTo>
                    <a:pt x="610" y="154089"/>
                  </a:lnTo>
                  <a:lnTo>
                    <a:pt x="877" y="153954"/>
                  </a:lnTo>
                  <a:lnTo>
                    <a:pt x="843" y="153764"/>
                  </a:lnTo>
                  <a:lnTo>
                    <a:pt x="737" y="153407"/>
                  </a:lnTo>
                  <a:lnTo>
                    <a:pt x="436" y="152823"/>
                  </a:lnTo>
                  <a:lnTo>
                    <a:pt x="729" y="152882"/>
                  </a:lnTo>
                  <a:lnTo>
                    <a:pt x="1182" y="152980"/>
                  </a:lnTo>
                  <a:lnTo>
                    <a:pt x="1562" y="153054"/>
                  </a:lnTo>
                  <a:lnTo>
                    <a:pt x="1994" y="153005"/>
                  </a:lnTo>
                  <a:lnTo>
                    <a:pt x="2144" y="152831"/>
                  </a:lnTo>
                  <a:lnTo>
                    <a:pt x="2312" y="152563"/>
                  </a:lnTo>
                  <a:lnTo>
                    <a:pt x="2207" y="152269"/>
                  </a:lnTo>
                  <a:lnTo>
                    <a:pt x="1856" y="151960"/>
                  </a:lnTo>
                  <a:lnTo>
                    <a:pt x="1840" y="151486"/>
                  </a:lnTo>
                  <a:lnTo>
                    <a:pt x="1838" y="151247"/>
                  </a:lnTo>
                  <a:lnTo>
                    <a:pt x="1724" y="150323"/>
                  </a:lnTo>
                  <a:lnTo>
                    <a:pt x="1585" y="149856"/>
                  </a:lnTo>
                  <a:lnTo>
                    <a:pt x="1533" y="149538"/>
                  </a:lnTo>
                  <a:lnTo>
                    <a:pt x="1311" y="149372"/>
                  </a:lnTo>
                  <a:lnTo>
                    <a:pt x="665" y="149380"/>
                  </a:lnTo>
                  <a:lnTo>
                    <a:pt x="658" y="148530"/>
                  </a:lnTo>
                  <a:lnTo>
                    <a:pt x="1009" y="148065"/>
                  </a:lnTo>
                  <a:lnTo>
                    <a:pt x="1024" y="147743"/>
                  </a:lnTo>
                  <a:lnTo>
                    <a:pt x="1022" y="147562"/>
                  </a:lnTo>
                  <a:lnTo>
                    <a:pt x="1013" y="147362"/>
                  </a:lnTo>
                  <a:lnTo>
                    <a:pt x="732" y="147122"/>
                  </a:lnTo>
                  <a:lnTo>
                    <a:pt x="846" y="146964"/>
                  </a:lnTo>
                  <a:lnTo>
                    <a:pt x="1154" y="146588"/>
                  </a:lnTo>
                  <a:lnTo>
                    <a:pt x="1626" y="146523"/>
                  </a:lnTo>
                  <a:lnTo>
                    <a:pt x="1832" y="146497"/>
                  </a:lnTo>
                  <a:lnTo>
                    <a:pt x="2074" y="146455"/>
                  </a:lnTo>
                  <a:lnTo>
                    <a:pt x="2354" y="146181"/>
                  </a:lnTo>
                  <a:lnTo>
                    <a:pt x="2321" y="145612"/>
                  </a:lnTo>
                  <a:lnTo>
                    <a:pt x="3524" y="145845"/>
                  </a:lnTo>
                  <a:lnTo>
                    <a:pt x="3909" y="145923"/>
                  </a:lnTo>
                  <a:lnTo>
                    <a:pt x="4467" y="146281"/>
                  </a:lnTo>
                  <a:lnTo>
                    <a:pt x="4300" y="146351"/>
                  </a:lnTo>
                  <a:lnTo>
                    <a:pt x="4158" y="146416"/>
                  </a:lnTo>
                  <a:lnTo>
                    <a:pt x="4046" y="146804"/>
                  </a:lnTo>
                  <a:lnTo>
                    <a:pt x="4371" y="147151"/>
                  </a:lnTo>
                  <a:lnTo>
                    <a:pt x="4549" y="147258"/>
                  </a:lnTo>
                  <a:lnTo>
                    <a:pt x="4720" y="147348"/>
                  </a:lnTo>
                  <a:lnTo>
                    <a:pt x="4872" y="147439"/>
                  </a:lnTo>
                  <a:lnTo>
                    <a:pt x="5044" y="147710"/>
                  </a:lnTo>
                  <a:lnTo>
                    <a:pt x="5078" y="147975"/>
                  </a:lnTo>
                  <a:lnTo>
                    <a:pt x="5066" y="148173"/>
                  </a:lnTo>
                  <a:lnTo>
                    <a:pt x="5075" y="148307"/>
                  </a:lnTo>
                  <a:lnTo>
                    <a:pt x="5316" y="148674"/>
                  </a:lnTo>
                  <a:lnTo>
                    <a:pt x="6137" y="148801"/>
                  </a:lnTo>
                  <a:lnTo>
                    <a:pt x="6235" y="148958"/>
                  </a:lnTo>
                  <a:lnTo>
                    <a:pt x="6496" y="149178"/>
                  </a:lnTo>
                  <a:lnTo>
                    <a:pt x="6793" y="149219"/>
                  </a:lnTo>
                  <a:lnTo>
                    <a:pt x="7308" y="149271"/>
                  </a:lnTo>
                  <a:lnTo>
                    <a:pt x="7581" y="149115"/>
                  </a:lnTo>
                  <a:lnTo>
                    <a:pt x="7624" y="148938"/>
                  </a:lnTo>
                  <a:lnTo>
                    <a:pt x="8026" y="148914"/>
                  </a:lnTo>
                  <a:lnTo>
                    <a:pt x="7988" y="149125"/>
                  </a:lnTo>
                  <a:lnTo>
                    <a:pt x="8042" y="149301"/>
                  </a:lnTo>
                  <a:lnTo>
                    <a:pt x="8573" y="149513"/>
                  </a:lnTo>
                  <a:lnTo>
                    <a:pt x="8810" y="149260"/>
                  </a:lnTo>
                  <a:lnTo>
                    <a:pt x="9062" y="149224"/>
                  </a:lnTo>
                  <a:lnTo>
                    <a:pt x="9524" y="149190"/>
                  </a:lnTo>
                  <a:lnTo>
                    <a:pt x="9922" y="149260"/>
                  </a:lnTo>
                  <a:lnTo>
                    <a:pt x="9994" y="149468"/>
                  </a:lnTo>
                  <a:lnTo>
                    <a:pt x="11131" y="149882"/>
                  </a:lnTo>
                  <a:lnTo>
                    <a:pt x="11421" y="149702"/>
                  </a:lnTo>
                  <a:lnTo>
                    <a:pt x="12014" y="149560"/>
                  </a:lnTo>
                  <a:lnTo>
                    <a:pt x="12541" y="149637"/>
                  </a:lnTo>
                  <a:lnTo>
                    <a:pt x="12864" y="149657"/>
                  </a:lnTo>
                  <a:lnTo>
                    <a:pt x="13366" y="149261"/>
                  </a:lnTo>
                  <a:lnTo>
                    <a:pt x="13463" y="148479"/>
                  </a:lnTo>
                  <a:lnTo>
                    <a:pt x="13567" y="148191"/>
                  </a:lnTo>
                  <a:lnTo>
                    <a:pt x="13796" y="147956"/>
                  </a:lnTo>
                  <a:lnTo>
                    <a:pt x="14333" y="147699"/>
                  </a:lnTo>
                  <a:lnTo>
                    <a:pt x="14601" y="147572"/>
                  </a:lnTo>
                  <a:lnTo>
                    <a:pt x="14754" y="147514"/>
                  </a:lnTo>
                  <a:lnTo>
                    <a:pt x="15311" y="147632"/>
                  </a:lnTo>
                  <a:lnTo>
                    <a:pt x="16587" y="147192"/>
                  </a:lnTo>
                  <a:lnTo>
                    <a:pt x="16887" y="147049"/>
                  </a:lnTo>
                  <a:lnTo>
                    <a:pt x="16968" y="146904"/>
                  </a:lnTo>
                  <a:lnTo>
                    <a:pt x="17017" y="146769"/>
                  </a:lnTo>
                  <a:lnTo>
                    <a:pt x="17200" y="146712"/>
                  </a:lnTo>
                  <a:lnTo>
                    <a:pt x="17744" y="146760"/>
                  </a:lnTo>
                  <a:lnTo>
                    <a:pt x="17929" y="146730"/>
                  </a:lnTo>
                  <a:lnTo>
                    <a:pt x="18148" y="146567"/>
                  </a:lnTo>
                  <a:lnTo>
                    <a:pt x="18587" y="146467"/>
                  </a:lnTo>
                  <a:lnTo>
                    <a:pt x="19000" y="146736"/>
                  </a:lnTo>
                  <a:lnTo>
                    <a:pt x="19195" y="146257"/>
                  </a:lnTo>
                  <a:lnTo>
                    <a:pt x="19548" y="146262"/>
                  </a:lnTo>
                  <a:lnTo>
                    <a:pt x="19804" y="146166"/>
                  </a:lnTo>
                  <a:lnTo>
                    <a:pt x="19840" y="145926"/>
                  </a:lnTo>
                  <a:lnTo>
                    <a:pt x="19673" y="145221"/>
                  </a:lnTo>
                  <a:lnTo>
                    <a:pt x="19657" y="144772"/>
                  </a:lnTo>
                  <a:lnTo>
                    <a:pt x="19524" y="144044"/>
                  </a:lnTo>
                  <a:lnTo>
                    <a:pt x="19282" y="143654"/>
                  </a:lnTo>
                  <a:lnTo>
                    <a:pt x="19357" y="143376"/>
                  </a:lnTo>
                  <a:lnTo>
                    <a:pt x="19423" y="143140"/>
                  </a:lnTo>
                  <a:lnTo>
                    <a:pt x="19573" y="142994"/>
                  </a:lnTo>
                  <a:lnTo>
                    <a:pt x="20271" y="142913"/>
                  </a:lnTo>
                  <a:lnTo>
                    <a:pt x="20976" y="142558"/>
                  </a:lnTo>
                  <a:lnTo>
                    <a:pt x="20878" y="142268"/>
                  </a:lnTo>
                  <a:lnTo>
                    <a:pt x="20731" y="142261"/>
                  </a:lnTo>
                  <a:lnTo>
                    <a:pt x="20373" y="142127"/>
                  </a:lnTo>
                  <a:lnTo>
                    <a:pt x="20421" y="141932"/>
                  </a:lnTo>
                  <a:lnTo>
                    <a:pt x="20524" y="141766"/>
                  </a:lnTo>
                  <a:lnTo>
                    <a:pt x="20882" y="141643"/>
                  </a:lnTo>
                  <a:lnTo>
                    <a:pt x="21124" y="140997"/>
                  </a:lnTo>
                  <a:lnTo>
                    <a:pt x="21057" y="140801"/>
                  </a:lnTo>
                  <a:lnTo>
                    <a:pt x="21251" y="140247"/>
                  </a:lnTo>
                  <a:lnTo>
                    <a:pt x="21511" y="140092"/>
                  </a:lnTo>
                  <a:lnTo>
                    <a:pt x="21640" y="139616"/>
                  </a:lnTo>
                  <a:lnTo>
                    <a:pt x="21606" y="139319"/>
                  </a:lnTo>
                  <a:lnTo>
                    <a:pt x="21551" y="139091"/>
                  </a:lnTo>
                  <a:lnTo>
                    <a:pt x="21439" y="138855"/>
                  </a:lnTo>
                  <a:lnTo>
                    <a:pt x="21276" y="138667"/>
                  </a:lnTo>
                  <a:lnTo>
                    <a:pt x="21323" y="138176"/>
                  </a:lnTo>
                  <a:lnTo>
                    <a:pt x="21361" y="137922"/>
                  </a:lnTo>
                  <a:lnTo>
                    <a:pt x="21606" y="137760"/>
                  </a:lnTo>
                  <a:lnTo>
                    <a:pt x="21802" y="137736"/>
                  </a:lnTo>
                  <a:lnTo>
                    <a:pt x="22319" y="137989"/>
                  </a:lnTo>
                  <a:lnTo>
                    <a:pt x="22601" y="137903"/>
                  </a:lnTo>
                  <a:lnTo>
                    <a:pt x="22583" y="137562"/>
                  </a:lnTo>
                  <a:lnTo>
                    <a:pt x="22542" y="137026"/>
                  </a:lnTo>
                  <a:lnTo>
                    <a:pt x="22635" y="136436"/>
                  </a:lnTo>
                  <a:lnTo>
                    <a:pt x="22883" y="136065"/>
                  </a:lnTo>
                  <a:lnTo>
                    <a:pt x="22768" y="135656"/>
                  </a:lnTo>
                  <a:lnTo>
                    <a:pt x="22536" y="135650"/>
                  </a:lnTo>
                  <a:lnTo>
                    <a:pt x="22391" y="135653"/>
                  </a:lnTo>
                  <a:lnTo>
                    <a:pt x="22118" y="135567"/>
                  </a:lnTo>
                  <a:lnTo>
                    <a:pt x="22109" y="135408"/>
                  </a:lnTo>
                  <a:lnTo>
                    <a:pt x="22055" y="135121"/>
                  </a:lnTo>
                  <a:lnTo>
                    <a:pt x="21887" y="134773"/>
                  </a:lnTo>
                  <a:lnTo>
                    <a:pt x="21697" y="134541"/>
                  </a:lnTo>
                  <a:lnTo>
                    <a:pt x="21653" y="134312"/>
                  </a:lnTo>
                  <a:lnTo>
                    <a:pt x="21756" y="134184"/>
                  </a:lnTo>
                  <a:lnTo>
                    <a:pt x="21741" y="133953"/>
                  </a:lnTo>
                  <a:lnTo>
                    <a:pt x="21215" y="134152"/>
                  </a:lnTo>
                  <a:lnTo>
                    <a:pt x="20712" y="134355"/>
                  </a:lnTo>
                  <a:lnTo>
                    <a:pt x="20513" y="134242"/>
                  </a:lnTo>
                  <a:lnTo>
                    <a:pt x="20410" y="134005"/>
                  </a:lnTo>
                  <a:lnTo>
                    <a:pt x="20355" y="133845"/>
                  </a:lnTo>
                  <a:lnTo>
                    <a:pt x="20303" y="133021"/>
                  </a:lnTo>
                  <a:lnTo>
                    <a:pt x="20590" y="132911"/>
                  </a:lnTo>
                  <a:lnTo>
                    <a:pt x="20872" y="132806"/>
                  </a:lnTo>
                  <a:lnTo>
                    <a:pt x="21136" y="132326"/>
                  </a:lnTo>
                  <a:lnTo>
                    <a:pt x="21065" y="132152"/>
                  </a:lnTo>
                  <a:lnTo>
                    <a:pt x="20990" y="132002"/>
                  </a:lnTo>
                  <a:lnTo>
                    <a:pt x="20737" y="131944"/>
                  </a:lnTo>
                  <a:lnTo>
                    <a:pt x="20492" y="131267"/>
                  </a:lnTo>
                  <a:lnTo>
                    <a:pt x="20495" y="130963"/>
                  </a:lnTo>
                  <a:lnTo>
                    <a:pt x="20515" y="130609"/>
                  </a:lnTo>
                  <a:lnTo>
                    <a:pt x="20550" y="130357"/>
                  </a:lnTo>
                  <a:lnTo>
                    <a:pt x="20594" y="130066"/>
                  </a:lnTo>
                  <a:lnTo>
                    <a:pt x="20861" y="129458"/>
                  </a:lnTo>
                  <a:lnTo>
                    <a:pt x="21429" y="129925"/>
                  </a:lnTo>
                  <a:lnTo>
                    <a:pt x="21962" y="129968"/>
                  </a:lnTo>
                  <a:lnTo>
                    <a:pt x="22129" y="129394"/>
                  </a:lnTo>
                  <a:lnTo>
                    <a:pt x="21882" y="129263"/>
                  </a:lnTo>
                  <a:lnTo>
                    <a:pt x="21737" y="128952"/>
                  </a:lnTo>
                  <a:lnTo>
                    <a:pt x="21955" y="128724"/>
                  </a:lnTo>
                  <a:lnTo>
                    <a:pt x="22205" y="128595"/>
                  </a:lnTo>
                  <a:lnTo>
                    <a:pt x="22215" y="128448"/>
                  </a:lnTo>
                  <a:lnTo>
                    <a:pt x="22204" y="128306"/>
                  </a:lnTo>
                  <a:lnTo>
                    <a:pt x="22097" y="127695"/>
                  </a:lnTo>
                  <a:lnTo>
                    <a:pt x="21853" y="127078"/>
                  </a:lnTo>
                  <a:lnTo>
                    <a:pt x="21875" y="126858"/>
                  </a:lnTo>
                  <a:lnTo>
                    <a:pt x="22496" y="126519"/>
                  </a:lnTo>
                  <a:lnTo>
                    <a:pt x="22835" y="125805"/>
                  </a:lnTo>
                  <a:lnTo>
                    <a:pt x="23334" y="126137"/>
                  </a:lnTo>
                  <a:lnTo>
                    <a:pt x="23741" y="126406"/>
                  </a:lnTo>
                  <a:lnTo>
                    <a:pt x="23982" y="126565"/>
                  </a:lnTo>
                  <a:lnTo>
                    <a:pt x="24227" y="126728"/>
                  </a:lnTo>
                  <a:lnTo>
                    <a:pt x="24499" y="126726"/>
                  </a:lnTo>
                  <a:lnTo>
                    <a:pt x="24561" y="126527"/>
                  </a:lnTo>
                  <a:lnTo>
                    <a:pt x="24657" y="126164"/>
                  </a:lnTo>
                  <a:lnTo>
                    <a:pt x="24611" y="126017"/>
                  </a:lnTo>
                  <a:lnTo>
                    <a:pt x="24622" y="125654"/>
                  </a:lnTo>
                  <a:lnTo>
                    <a:pt x="24676" y="125227"/>
                  </a:lnTo>
                  <a:lnTo>
                    <a:pt x="24923" y="124382"/>
                  </a:lnTo>
                  <a:lnTo>
                    <a:pt x="25191" y="124096"/>
                  </a:lnTo>
                  <a:lnTo>
                    <a:pt x="26504" y="123747"/>
                  </a:lnTo>
                  <a:lnTo>
                    <a:pt x="27064" y="123330"/>
                  </a:lnTo>
                  <a:lnTo>
                    <a:pt x="27449" y="123491"/>
                  </a:lnTo>
                  <a:lnTo>
                    <a:pt x="27502" y="123626"/>
                  </a:lnTo>
                  <a:lnTo>
                    <a:pt x="27680" y="123969"/>
                  </a:lnTo>
                  <a:lnTo>
                    <a:pt x="27876" y="123983"/>
                  </a:lnTo>
                  <a:lnTo>
                    <a:pt x="28088" y="123974"/>
                  </a:lnTo>
                  <a:lnTo>
                    <a:pt x="28604" y="123748"/>
                  </a:lnTo>
                  <a:lnTo>
                    <a:pt x="29232" y="123948"/>
                  </a:lnTo>
                  <a:lnTo>
                    <a:pt x="29639" y="123997"/>
                  </a:lnTo>
                  <a:lnTo>
                    <a:pt x="29824" y="123975"/>
                  </a:lnTo>
                  <a:lnTo>
                    <a:pt x="30524" y="123621"/>
                  </a:lnTo>
                  <a:lnTo>
                    <a:pt x="30798" y="123423"/>
                  </a:lnTo>
                  <a:lnTo>
                    <a:pt x="31376" y="123384"/>
                  </a:lnTo>
                  <a:lnTo>
                    <a:pt x="31447" y="123547"/>
                  </a:lnTo>
                  <a:lnTo>
                    <a:pt x="32019" y="123539"/>
                  </a:lnTo>
                  <a:lnTo>
                    <a:pt x="32105" y="123213"/>
                  </a:lnTo>
                  <a:lnTo>
                    <a:pt x="32147" y="122955"/>
                  </a:lnTo>
                  <a:lnTo>
                    <a:pt x="33442" y="122884"/>
                  </a:lnTo>
                  <a:lnTo>
                    <a:pt x="34031" y="122835"/>
                  </a:lnTo>
                  <a:lnTo>
                    <a:pt x="34773" y="123048"/>
                  </a:lnTo>
                  <a:lnTo>
                    <a:pt x="34869" y="122829"/>
                  </a:lnTo>
                  <a:lnTo>
                    <a:pt x="35035" y="122596"/>
                  </a:lnTo>
                  <a:lnTo>
                    <a:pt x="35608" y="122523"/>
                  </a:lnTo>
                  <a:lnTo>
                    <a:pt x="35836" y="122663"/>
                  </a:lnTo>
                  <a:lnTo>
                    <a:pt x="35761" y="122346"/>
                  </a:lnTo>
                  <a:lnTo>
                    <a:pt x="35708" y="122157"/>
                  </a:lnTo>
                  <a:lnTo>
                    <a:pt x="35470" y="121388"/>
                  </a:lnTo>
                  <a:lnTo>
                    <a:pt x="35076" y="120255"/>
                  </a:lnTo>
                  <a:lnTo>
                    <a:pt x="34738" y="119909"/>
                  </a:lnTo>
                  <a:lnTo>
                    <a:pt x="34609" y="119714"/>
                  </a:lnTo>
                  <a:lnTo>
                    <a:pt x="34341" y="119261"/>
                  </a:lnTo>
                  <a:lnTo>
                    <a:pt x="34265" y="119118"/>
                  </a:lnTo>
                  <a:lnTo>
                    <a:pt x="34177" y="118943"/>
                  </a:lnTo>
                  <a:lnTo>
                    <a:pt x="34002" y="118594"/>
                  </a:lnTo>
                  <a:lnTo>
                    <a:pt x="33963" y="118375"/>
                  </a:lnTo>
                  <a:lnTo>
                    <a:pt x="33956" y="118128"/>
                  </a:lnTo>
                  <a:lnTo>
                    <a:pt x="33979" y="117612"/>
                  </a:lnTo>
                  <a:lnTo>
                    <a:pt x="33712" y="117557"/>
                  </a:lnTo>
                  <a:lnTo>
                    <a:pt x="33877" y="117037"/>
                  </a:lnTo>
                  <a:lnTo>
                    <a:pt x="34140" y="116864"/>
                  </a:lnTo>
                  <a:lnTo>
                    <a:pt x="33975" y="116533"/>
                  </a:lnTo>
                  <a:lnTo>
                    <a:pt x="33718" y="116171"/>
                  </a:lnTo>
                  <a:lnTo>
                    <a:pt x="34033" y="115417"/>
                  </a:lnTo>
                  <a:lnTo>
                    <a:pt x="33950" y="115198"/>
                  </a:lnTo>
                  <a:lnTo>
                    <a:pt x="33826" y="114941"/>
                  </a:lnTo>
                  <a:lnTo>
                    <a:pt x="33823" y="114813"/>
                  </a:lnTo>
                  <a:lnTo>
                    <a:pt x="33783" y="114558"/>
                  </a:lnTo>
                  <a:lnTo>
                    <a:pt x="33429" y="114147"/>
                  </a:lnTo>
                  <a:lnTo>
                    <a:pt x="33097" y="113771"/>
                  </a:lnTo>
                  <a:lnTo>
                    <a:pt x="32861" y="113478"/>
                  </a:lnTo>
                  <a:lnTo>
                    <a:pt x="32775" y="113180"/>
                  </a:lnTo>
                  <a:lnTo>
                    <a:pt x="32277" y="112667"/>
                  </a:lnTo>
                  <a:lnTo>
                    <a:pt x="32147" y="112525"/>
                  </a:lnTo>
                  <a:lnTo>
                    <a:pt x="32249" y="112244"/>
                  </a:lnTo>
                  <a:lnTo>
                    <a:pt x="32392" y="112038"/>
                  </a:lnTo>
                  <a:lnTo>
                    <a:pt x="32742" y="111618"/>
                  </a:lnTo>
                  <a:lnTo>
                    <a:pt x="33072" y="111545"/>
                  </a:lnTo>
                  <a:lnTo>
                    <a:pt x="33754" y="111877"/>
                  </a:lnTo>
                  <a:lnTo>
                    <a:pt x="34561" y="112230"/>
                  </a:lnTo>
                  <a:lnTo>
                    <a:pt x="34610" y="112016"/>
                  </a:lnTo>
                  <a:lnTo>
                    <a:pt x="34628" y="111827"/>
                  </a:lnTo>
                  <a:lnTo>
                    <a:pt x="34915" y="110215"/>
                  </a:lnTo>
                  <a:lnTo>
                    <a:pt x="34647" y="109979"/>
                  </a:lnTo>
                  <a:lnTo>
                    <a:pt x="34501" y="109816"/>
                  </a:lnTo>
                  <a:lnTo>
                    <a:pt x="34944" y="109691"/>
                  </a:lnTo>
                  <a:lnTo>
                    <a:pt x="35145" y="109007"/>
                  </a:lnTo>
                  <a:lnTo>
                    <a:pt x="35211" y="108848"/>
                  </a:lnTo>
                  <a:lnTo>
                    <a:pt x="35565" y="108817"/>
                  </a:lnTo>
                  <a:lnTo>
                    <a:pt x="35646" y="108604"/>
                  </a:lnTo>
                  <a:lnTo>
                    <a:pt x="35638" y="108367"/>
                  </a:lnTo>
                  <a:lnTo>
                    <a:pt x="35557" y="107342"/>
                  </a:lnTo>
                  <a:lnTo>
                    <a:pt x="35281" y="107084"/>
                  </a:lnTo>
                  <a:lnTo>
                    <a:pt x="35073" y="106964"/>
                  </a:lnTo>
                  <a:lnTo>
                    <a:pt x="34700" y="107084"/>
                  </a:lnTo>
                  <a:lnTo>
                    <a:pt x="34098" y="107337"/>
                  </a:lnTo>
                  <a:lnTo>
                    <a:pt x="33831" y="107316"/>
                  </a:lnTo>
                  <a:lnTo>
                    <a:pt x="32862" y="106785"/>
                  </a:lnTo>
                  <a:lnTo>
                    <a:pt x="31710" y="106800"/>
                  </a:lnTo>
                  <a:lnTo>
                    <a:pt x="31363" y="106891"/>
                  </a:lnTo>
                  <a:lnTo>
                    <a:pt x="31344" y="106738"/>
                  </a:lnTo>
                  <a:lnTo>
                    <a:pt x="31333" y="106511"/>
                  </a:lnTo>
                  <a:lnTo>
                    <a:pt x="31458" y="105990"/>
                  </a:lnTo>
                  <a:lnTo>
                    <a:pt x="31606" y="106017"/>
                  </a:lnTo>
                  <a:lnTo>
                    <a:pt x="31763" y="105720"/>
                  </a:lnTo>
                  <a:lnTo>
                    <a:pt x="31793" y="105334"/>
                  </a:lnTo>
                  <a:lnTo>
                    <a:pt x="32289" y="105006"/>
                  </a:lnTo>
                  <a:lnTo>
                    <a:pt x="32057" y="104820"/>
                  </a:lnTo>
                  <a:lnTo>
                    <a:pt x="32029" y="104480"/>
                  </a:lnTo>
                  <a:lnTo>
                    <a:pt x="32098" y="104155"/>
                  </a:lnTo>
                  <a:lnTo>
                    <a:pt x="32365" y="103903"/>
                  </a:lnTo>
                  <a:lnTo>
                    <a:pt x="32450" y="103272"/>
                  </a:lnTo>
                  <a:lnTo>
                    <a:pt x="32451" y="103144"/>
                  </a:lnTo>
                  <a:lnTo>
                    <a:pt x="32843" y="102847"/>
                  </a:lnTo>
                  <a:lnTo>
                    <a:pt x="32804" y="102198"/>
                  </a:lnTo>
                  <a:lnTo>
                    <a:pt x="32910" y="101554"/>
                  </a:lnTo>
                  <a:lnTo>
                    <a:pt x="33137" y="101507"/>
                  </a:lnTo>
                  <a:lnTo>
                    <a:pt x="33323" y="101465"/>
                  </a:lnTo>
                  <a:lnTo>
                    <a:pt x="33595" y="101180"/>
                  </a:lnTo>
                  <a:lnTo>
                    <a:pt x="33492" y="100887"/>
                  </a:lnTo>
                  <a:lnTo>
                    <a:pt x="33114" y="100573"/>
                  </a:lnTo>
                  <a:lnTo>
                    <a:pt x="33541" y="99532"/>
                  </a:lnTo>
                  <a:lnTo>
                    <a:pt x="33732" y="99543"/>
                  </a:lnTo>
                  <a:lnTo>
                    <a:pt x="34084" y="99623"/>
                  </a:lnTo>
                  <a:lnTo>
                    <a:pt x="34150" y="99204"/>
                  </a:lnTo>
                  <a:lnTo>
                    <a:pt x="34038" y="99023"/>
                  </a:lnTo>
                  <a:lnTo>
                    <a:pt x="34048" y="98759"/>
                  </a:lnTo>
                  <a:lnTo>
                    <a:pt x="34114" y="98376"/>
                  </a:lnTo>
                  <a:lnTo>
                    <a:pt x="34523" y="98313"/>
                  </a:lnTo>
                  <a:lnTo>
                    <a:pt x="35711" y="98515"/>
                  </a:lnTo>
                  <a:lnTo>
                    <a:pt x="36146" y="98489"/>
                  </a:lnTo>
                  <a:lnTo>
                    <a:pt x="36322" y="98373"/>
                  </a:lnTo>
                  <a:lnTo>
                    <a:pt x="36524" y="97146"/>
                  </a:lnTo>
                  <a:lnTo>
                    <a:pt x="36357" y="96860"/>
                  </a:lnTo>
                  <a:lnTo>
                    <a:pt x="36908" y="96919"/>
                  </a:lnTo>
                  <a:lnTo>
                    <a:pt x="37224" y="97127"/>
                  </a:lnTo>
                  <a:lnTo>
                    <a:pt x="37526" y="97019"/>
                  </a:lnTo>
                  <a:lnTo>
                    <a:pt x="37669" y="96822"/>
                  </a:lnTo>
                  <a:lnTo>
                    <a:pt x="38001" y="96613"/>
                  </a:lnTo>
                  <a:lnTo>
                    <a:pt x="38134" y="96614"/>
                  </a:lnTo>
                  <a:lnTo>
                    <a:pt x="38603" y="96637"/>
                  </a:lnTo>
                  <a:lnTo>
                    <a:pt x="38994" y="96813"/>
                  </a:lnTo>
                  <a:lnTo>
                    <a:pt x="39273" y="96834"/>
                  </a:lnTo>
                  <a:lnTo>
                    <a:pt x="39612" y="96506"/>
                  </a:lnTo>
                  <a:lnTo>
                    <a:pt x="40073" y="96082"/>
                  </a:lnTo>
                  <a:lnTo>
                    <a:pt x="40258" y="95914"/>
                  </a:lnTo>
                  <a:lnTo>
                    <a:pt x="40544" y="95965"/>
                  </a:lnTo>
                  <a:lnTo>
                    <a:pt x="40654" y="96362"/>
                  </a:lnTo>
                  <a:lnTo>
                    <a:pt x="40988" y="96444"/>
                  </a:lnTo>
                  <a:lnTo>
                    <a:pt x="41250" y="96465"/>
                  </a:lnTo>
                  <a:lnTo>
                    <a:pt x="41427" y="96505"/>
                  </a:lnTo>
                  <a:lnTo>
                    <a:pt x="41429" y="96761"/>
                  </a:lnTo>
                  <a:lnTo>
                    <a:pt x="41412" y="96953"/>
                  </a:lnTo>
                  <a:lnTo>
                    <a:pt x="41985" y="96955"/>
                  </a:lnTo>
                  <a:lnTo>
                    <a:pt x="42322" y="96846"/>
                  </a:lnTo>
                  <a:lnTo>
                    <a:pt x="42766" y="96552"/>
                  </a:lnTo>
                  <a:lnTo>
                    <a:pt x="43063" y="96683"/>
                  </a:lnTo>
                  <a:lnTo>
                    <a:pt x="43205" y="96694"/>
                  </a:lnTo>
                  <a:lnTo>
                    <a:pt x="43908" y="96686"/>
                  </a:lnTo>
                  <a:lnTo>
                    <a:pt x="44056" y="96710"/>
                  </a:lnTo>
                  <a:lnTo>
                    <a:pt x="44086" y="97406"/>
                  </a:lnTo>
                  <a:lnTo>
                    <a:pt x="44725" y="97984"/>
                  </a:lnTo>
                  <a:lnTo>
                    <a:pt x="45228" y="98510"/>
                  </a:lnTo>
                  <a:lnTo>
                    <a:pt x="45781" y="98617"/>
                  </a:lnTo>
                  <a:lnTo>
                    <a:pt x="45904" y="98930"/>
                  </a:lnTo>
                  <a:lnTo>
                    <a:pt x="45915" y="99272"/>
                  </a:lnTo>
                  <a:lnTo>
                    <a:pt x="45890" y="99486"/>
                  </a:lnTo>
                  <a:lnTo>
                    <a:pt x="45827" y="99941"/>
                  </a:lnTo>
                  <a:lnTo>
                    <a:pt x="46098" y="100044"/>
                  </a:lnTo>
                  <a:lnTo>
                    <a:pt x="47029" y="100024"/>
                  </a:lnTo>
                  <a:lnTo>
                    <a:pt x="46993" y="99404"/>
                  </a:lnTo>
                  <a:lnTo>
                    <a:pt x="46977" y="99108"/>
                  </a:lnTo>
                  <a:lnTo>
                    <a:pt x="47001" y="98965"/>
                  </a:lnTo>
                  <a:lnTo>
                    <a:pt x="47083" y="98762"/>
                  </a:lnTo>
                  <a:lnTo>
                    <a:pt x="47165" y="98632"/>
                  </a:lnTo>
                  <a:lnTo>
                    <a:pt x="48051" y="98697"/>
                  </a:lnTo>
                  <a:lnTo>
                    <a:pt x="47829" y="99058"/>
                  </a:lnTo>
                  <a:lnTo>
                    <a:pt x="47819" y="99430"/>
                  </a:lnTo>
                  <a:lnTo>
                    <a:pt x="48417" y="100128"/>
                  </a:lnTo>
                  <a:lnTo>
                    <a:pt x="48701" y="100182"/>
                  </a:lnTo>
                  <a:lnTo>
                    <a:pt x="48957" y="99999"/>
                  </a:lnTo>
                  <a:lnTo>
                    <a:pt x="49476" y="99636"/>
                  </a:lnTo>
                  <a:lnTo>
                    <a:pt x="49889" y="99969"/>
                  </a:lnTo>
                  <a:lnTo>
                    <a:pt x="50705" y="99952"/>
                  </a:lnTo>
                  <a:lnTo>
                    <a:pt x="51211" y="100181"/>
                  </a:lnTo>
                  <a:lnTo>
                    <a:pt x="51918" y="100619"/>
                  </a:lnTo>
                  <a:lnTo>
                    <a:pt x="52167" y="100678"/>
                  </a:lnTo>
                  <a:lnTo>
                    <a:pt x="52306" y="101061"/>
                  </a:lnTo>
                  <a:lnTo>
                    <a:pt x="52362" y="101372"/>
                  </a:lnTo>
                  <a:lnTo>
                    <a:pt x="52889" y="101928"/>
                  </a:lnTo>
                  <a:lnTo>
                    <a:pt x="52953" y="102056"/>
                  </a:lnTo>
                  <a:lnTo>
                    <a:pt x="53048" y="102467"/>
                  </a:lnTo>
                  <a:lnTo>
                    <a:pt x="52574" y="103125"/>
                  </a:lnTo>
                  <a:lnTo>
                    <a:pt x="52500" y="103693"/>
                  </a:lnTo>
                  <a:lnTo>
                    <a:pt x="52188" y="103897"/>
                  </a:lnTo>
                  <a:lnTo>
                    <a:pt x="52016" y="103978"/>
                  </a:lnTo>
                  <a:lnTo>
                    <a:pt x="51905" y="104828"/>
                  </a:lnTo>
                  <a:lnTo>
                    <a:pt x="52162" y="105496"/>
                  </a:lnTo>
                  <a:lnTo>
                    <a:pt x="52721" y="105685"/>
                  </a:lnTo>
                  <a:lnTo>
                    <a:pt x="53055" y="105504"/>
                  </a:lnTo>
                  <a:lnTo>
                    <a:pt x="53468" y="105865"/>
                  </a:lnTo>
                  <a:lnTo>
                    <a:pt x="53574" y="106263"/>
                  </a:lnTo>
                  <a:lnTo>
                    <a:pt x="54123" y="106407"/>
                  </a:lnTo>
                  <a:lnTo>
                    <a:pt x="54387" y="106729"/>
                  </a:lnTo>
                  <a:lnTo>
                    <a:pt x="54844" y="106820"/>
                  </a:lnTo>
                  <a:lnTo>
                    <a:pt x="55046" y="106998"/>
                  </a:lnTo>
                  <a:lnTo>
                    <a:pt x="55314" y="107477"/>
                  </a:lnTo>
                  <a:lnTo>
                    <a:pt x="55610" y="108205"/>
                  </a:lnTo>
                  <a:lnTo>
                    <a:pt x="55954" y="108556"/>
                  </a:lnTo>
                  <a:lnTo>
                    <a:pt x="55759" y="109639"/>
                  </a:lnTo>
                  <a:lnTo>
                    <a:pt x="55580" y="109392"/>
                  </a:lnTo>
                  <a:lnTo>
                    <a:pt x="54970" y="109508"/>
                  </a:lnTo>
                  <a:lnTo>
                    <a:pt x="55478" y="109796"/>
                  </a:lnTo>
                  <a:lnTo>
                    <a:pt x="55623" y="109834"/>
                  </a:lnTo>
                  <a:lnTo>
                    <a:pt x="55729" y="110121"/>
                  </a:lnTo>
                  <a:lnTo>
                    <a:pt x="55733" y="110387"/>
                  </a:lnTo>
                  <a:lnTo>
                    <a:pt x="55673" y="110515"/>
                  </a:lnTo>
                  <a:lnTo>
                    <a:pt x="55688" y="110822"/>
                  </a:lnTo>
                  <a:lnTo>
                    <a:pt x="56063" y="111164"/>
                  </a:lnTo>
                  <a:lnTo>
                    <a:pt x="56276" y="111518"/>
                  </a:lnTo>
                  <a:lnTo>
                    <a:pt x="56319" y="112003"/>
                  </a:lnTo>
                  <a:lnTo>
                    <a:pt x="56708" y="111895"/>
                  </a:lnTo>
                  <a:lnTo>
                    <a:pt x="57642" y="112101"/>
                  </a:lnTo>
                  <a:lnTo>
                    <a:pt x="57519" y="112443"/>
                  </a:lnTo>
                  <a:lnTo>
                    <a:pt x="57673" y="112627"/>
                  </a:lnTo>
                  <a:lnTo>
                    <a:pt x="57766" y="112916"/>
                  </a:lnTo>
                  <a:lnTo>
                    <a:pt x="57892" y="113056"/>
                  </a:lnTo>
                  <a:lnTo>
                    <a:pt x="58104" y="113220"/>
                  </a:lnTo>
                  <a:lnTo>
                    <a:pt x="58386" y="113303"/>
                  </a:lnTo>
                  <a:lnTo>
                    <a:pt x="58749" y="113458"/>
                  </a:lnTo>
                  <a:lnTo>
                    <a:pt x="58996" y="113596"/>
                  </a:lnTo>
                  <a:lnTo>
                    <a:pt x="59132" y="113702"/>
                  </a:lnTo>
                  <a:lnTo>
                    <a:pt x="59539" y="114317"/>
                  </a:lnTo>
                  <a:lnTo>
                    <a:pt x="59742" y="114951"/>
                  </a:lnTo>
                  <a:lnTo>
                    <a:pt x="60155" y="115535"/>
                  </a:lnTo>
                  <a:lnTo>
                    <a:pt x="60239" y="115883"/>
                  </a:lnTo>
                  <a:lnTo>
                    <a:pt x="60392" y="115928"/>
                  </a:lnTo>
                  <a:lnTo>
                    <a:pt x="61411" y="115990"/>
                  </a:lnTo>
                  <a:lnTo>
                    <a:pt x="61875" y="115782"/>
                  </a:lnTo>
                  <a:lnTo>
                    <a:pt x="61992" y="115329"/>
                  </a:lnTo>
                  <a:lnTo>
                    <a:pt x="62080" y="115109"/>
                  </a:lnTo>
                  <a:lnTo>
                    <a:pt x="62523" y="115007"/>
                  </a:lnTo>
                  <a:lnTo>
                    <a:pt x="62493" y="115201"/>
                  </a:lnTo>
                  <a:lnTo>
                    <a:pt x="62676" y="115318"/>
                  </a:lnTo>
                  <a:lnTo>
                    <a:pt x="63390" y="115174"/>
                  </a:lnTo>
                  <a:lnTo>
                    <a:pt x="63638" y="114911"/>
                  </a:lnTo>
                  <a:lnTo>
                    <a:pt x="63674" y="114778"/>
                  </a:lnTo>
                  <a:lnTo>
                    <a:pt x="63472" y="114527"/>
                  </a:lnTo>
                  <a:lnTo>
                    <a:pt x="63402" y="114268"/>
                  </a:lnTo>
                  <a:lnTo>
                    <a:pt x="63878" y="114029"/>
                  </a:lnTo>
                  <a:lnTo>
                    <a:pt x="64257" y="113940"/>
                  </a:lnTo>
                  <a:lnTo>
                    <a:pt x="64448" y="114669"/>
                  </a:lnTo>
                  <a:lnTo>
                    <a:pt x="64981" y="114952"/>
                  </a:lnTo>
                  <a:lnTo>
                    <a:pt x="65215" y="114963"/>
                  </a:lnTo>
                  <a:lnTo>
                    <a:pt x="65366" y="114809"/>
                  </a:lnTo>
                  <a:lnTo>
                    <a:pt x="65463" y="114276"/>
                  </a:lnTo>
                  <a:lnTo>
                    <a:pt x="65765" y="113716"/>
                  </a:lnTo>
                  <a:lnTo>
                    <a:pt x="66046" y="113482"/>
                  </a:lnTo>
                  <a:lnTo>
                    <a:pt x="66337" y="113458"/>
                  </a:lnTo>
                  <a:lnTo>
                    <a:pt x="66896" y="113449"/>
                  </a:lnTo>
                  <a:lnTo>
                    <a:pt x="67237" y="113535"/>
                  </a:lnTo>
                  <a:lnTo>
                    <a:pt x="67721" y="112812"/>
                  </a:lnTo>
                  <a:lnTo>
                    <a:pt x="68282" y="112710"/>
                  </a:lnTo>
                  <a:lnTo>
                    <a:pt x="68428" y="112618"/>
                  </a:lnTo>
                  <a:lnTo>
                    <a:pt x="68489" y="112457"/>
                  </a:lnTo>
                  <a:lnTo>
                    <a:pt x="68559" y="112230"/>
                  </a:lnTo>
                  <a:lnTo>
                    <a:pt x="68861" y="111887"/>
                  </a:lnTo>
                  <a:lnTo>
                    <a:pt x="69003" y="111909"/>
                  </a:lnTo>
                  <a:lnTo>
                    <a:pt x="69252" y="111957"/>
                  </a:lnTo>
                  <a:lnTo>
                    <a:pt x="69482" y="112238"/>
                  </a:lnTo>
                  <a:lnTo>
                    <a:pt x="69859" y="112224"/>
                  </a:lnTo>
                  <a:lnTo>
                    <a:pt x="70104" y="112203"/>
                  </a:lnTo>
                  <a:lnTo>
                    <a:pt x="70894" y="112045"/>
                  </a:lnTo>
                  <a:lnTo>
                    <a:pt x="71003" y="111906"/>
                  </a:lnTo>
                  <a:lnTo>
                    <a:pt x="71538" y="111787"/>
                  </a:lnTo>
                  <a:lnTo>
                    <a:pt x="71810" y="111136"/>
                  </a:lnTo>
                  <a:lnTo>
                    <a:pt x="71862" y="110884"/>
                  </a:lnTo>
                  <a:lnTo>
                    <a:pt x="72101" y="110637"/>
                  </a:lnTo>
                  <a:lnTo>
                    <a:pt x="73559" y="110767"/>
                  </a:lnTo>
                  <a:lnTo>
                    <a:pt x="73389" y="109930"/>
                  </a:lnTo>
                  <a:lnTo>
                    <a:pt x="73537" y="108703"/>
                  </a:lnTo>
                  <a:lnTo>
                    <a:pt x="73779" y="108415"/>
                  </a:lnTo>
                  <a:lnTo>
                    <a:pt x="74075" y="108407"/>
                  </a:lnTo>
                  <a:lnTo>
                    <a:pt x="74534" y="108287"/>
                  </a:lnTo>
                  <a:lnTo>
                    <a:pt x="74610" y="107706"/>
                  </a:lnTo>
                  <a:lnTo>
                    <a:pt x="74916" y="107606"/>
                  </a:lnTo>
                  <a:lnTo>
                    <a:pt x="75361" y="107531"/>
                  </a:lnTo>
                  <a:lnTo>
                    <a:pt x="75796" y="107210"/>
                  </a:lnTo>
                  <a:lnTo>
                    <a:pt x="76195" y="107389"/>
                  </a:lnTo>
                  <a:lnTo>
                    <a:pt x="76576" y="107466"/>
                  </a:lnTo>
                  <a:lnTo>
                    <a:pt x="77282" y="107372"/>
                  </a:lnTo>
                  <a:lnTo>
                    <a:pt x="77570" y="107178"/>
                  </a:lnTo>
                  <a:lnTo>
                    <a:pt x="77716" y="106614"/>
                  </a:lnTo>
                  <a:lnTo>
                    <a:pt x="78045" y="106540"/>
                  </a:lnTo>
                  <a:lnTo>
                    <a:pt x="78480" y="106927"/>
                  </a:lnTo>
                  <a:lnTo>
                    <a:pt x="79304" y="106613"/>
                  </a:lnTo>
                  <a:lnTo>
                    <a:pt x="79210" y="106084"/>
                  </a:lnTo>
                  <a:lnTo>
                    <a:pt x="79210" y="105738"/>
                  </a:lnTo>
                  <a:lnTo>
                    <a:pt x="79228" y="105597"/>
                  </a:lnTo>
                  <a:lnTo>
                    <a:pt x="79497" y="105133"/>
                  </a:lnTo>
                  <a:lnTo>
                    <a:pt x="80219" y="104999"/>
                  </a:lnTo>
                  <a:lnTo>
                    <a:pt x="80410" y="105557"/>
                  </a:lnTo>
                  <a:lnTo>
                    <a:pt x="80707" y="105622"/>
                  </a:lnTo>
                  <a:lnTo>
                    <a:pt x="80993" y="105633"/>
                  </a:lnTo>
                  <a:lnTo>
                    <a:pt x="81304" y="105597"/>
                  </a:lnTo>
                  <a:lnTo>
                    <a:pt x="81732" y="106093"/>
                  </a:lnTo>
                  <a:lnTo>
                    <a:pt x="82009" y="106226"/>
                  </a:lnTo>
                  <a:lnTo>
                    <a:pt x="83017" y="106430"/>
                  </a:lnTo>
                  <a:lnTo>
                    <a:pt x="83304" y="106449"/>
                  </a:lnTo>
                  <a:lnTo>
                    <a:pt x="83518" y="105447"/>
                  </a:lnTo>
                  <a:lnTo>
                    <a:pt x="83170" y="105031"/>
                  </a:lnTo>
                  <a:lnTo>
                    <a:pt x="83174" y="104745"/>
                  </a:lnTo>
                  <a:lnTo>
                    <a:pt x="83265" y="104022"/>
                  </a:lnTo>
                  <a:lnTo>
                    <a:pt x="83470" y="103679"/>
                  </a:lnTo>
                  <a:lnTo>
                    <a:pt x="83268" y="103198"/>
                  </a:lnTo>
                  <a:lnTo>
                    <a:pt x="83551" y="102811"/>
                  </a:lnTo>
                  <a:lnTo>
                    <a:pt x="83610" y="102554"/>
                  </a:lnTo>
                  <a:lnTo>
                    <a:pt x="83624" y="102212"/>
                  </a:lnTo>
                  <a:lnTo>
                    <a:pt x="83610" y="101879"/>
                  </a:lnTo>
                  <a:lnTo>
                    <a:pt x="83646" y="101618"/>
                  </a:lnTo>
                  <a:lnTo>
                    <a:pt x="83080" y="101403"/>
                  </a:lnTo>
                  <a:lnTo>
                    <a:pt x="82863" y="101321"/>
                  </a:lnTo>
                  <a:lnTo>
                    <a:pt x="82521" y="101025"/>
                  </a:lnTo>
                  <a:lnTo>
                    <a:pt x="82210" y="100630"/>
                  </a:lnTo>
                  <a:lnTo>
                    <a:pt x="81837" y="100351"/>
                  </a:lnTo>
                  <a:lnTo>
                    <a:pt x="81597" y="99688"/>
                  </a:lnTo>
                  <a:lnTo>
                    <a:pt x="81460" y="98937"/>
                  </a:lnTo>
                  <a:lnTo>
                    <a:pt x="81289" y="98556"/>
                  </a:lnTo>
                  <a:lnTo>
                    <a:pt x="81224" y="98410"/>
                  </a:lnTo>
                  <a:lnTo>
                    <a:pt x="80929" y="97926"/>
                  </a:lnTo>
                  <a:lnTo>
                    <a:pt x="80348" y="97000"/>
                  </a:lnTo>
                  <a:lnTo>
                    <a:pt x="79853" y="96354"/>
                  </a:lnTo>
                  <a:lnTo>
                    <a:pt x="79732" y="96075"/>
                  </a:lnTo>
                  <a:lnTo>
                    <a:pt x="79644" y="95628"/>
                  </a:lnTo>
                  <a:lnTo>
                    <a:pt x="79147" y="95000"/>
                  </a:lnTo>
                  <a:lnTo>
                    <a:pt x="78922" y="95015"/>
                  </a:lnTo>
                  <a:lnTo>
                    <a:pt x="78739" y="95010"/>
                  </a:lnTo>
                  <a:lnTo>
                    <a:pt x="78431" y="94724"/>
                  </a:lnTo>
                  <a:lnTo>
                    <a:pt x="78465" y="94523"/>
                  </a:lnTo>
                  <a:lnTo>
                    <a:pt x="78503" y="94295"/>
                  </a:lnTo>
                  <a:lnTo>
                    <a:pt x="78157" y="93967"/>
                  </a:lnTo>
                  <a:lnTo>
                    <a:pt x="78068" y="93687"/>
                  </a:lnTo>
                  <a:lnTo>
                    <a:pt x="78196" y="92590"/>
                  </a:lnTo>
                  <a:lnTo>
                    <a:pt x="78770" y="91580"/>
                  </a:lnTo>
                  <a:lnTo>
                    <a:pt x="79129" y="91217"/>
                  </a:lnTo>
                  <a:lnTo>
                    <a:pt x="79483" y="91232"/>
                  </a:lnTo>
                  <a:lnTo>
                    <a:pt x="79634" y="91062"/>
                  </a:lnTo>
                  <a:lnTo>
                    <a:pt x="79433" y="90417"/>
                  </a:lnTo>
                  <a:lnTo>
                    <a:pt x="78985" y="90046"/>
                  </a:lnTo>
                  <a:lnTo>
                    <a:pt x="78744" y="89717"/>
                  </a:lnTo>
                  <a:lnTo>
                    <a:pt x="78610" y="89195"/>
                  </a:lnTo>
                  <a:lnTo>
                    <a:pt x="78773" y="87901"/>
                  </a:lnTo>
                  <a:lnTo>
                    <a:pt x="79958" y="86470"/>
                  </a:lnTo>
                  <a:lnTo>
                    <a:pt x="80244" y="86122"/>
                  </a:lnTo>
                  <a:lnTo>
                    <a:pt x="80446" y="85847"/>
                  </a:lnTo>
                  <a:lnTo>
                    <a:pt x="80561" y="85397"/>
                  </a:lnTo>
                  <a:lnTo>
                    <a:pt x="79723" y="85111"/>
                  </a:lnTo>
                  <a:lnTo>
                    <a:pt x="79664" y="84970"/>
                  </a:lnTo>
                  <a:lnTo>
                    <a:pt x="79340" y="84679"/>
                  </a:lnTo>
                  <a:lnTo>
                    <a:pt x="79007" y="84495"/>
                  </a:lnTo>
                  <a:lnTo>
                    <a:pt x="78541" y="84543"/>
                  </a:lnTo>
                  <a:lnTo>
                    <a:pt x="78006" y="84585"/>
                  </a:lnTo>
                  <a:lnTo>
                    <a:pt x="77681" y="84546"/>
                  </a:lnTo>
                  <a:lnTo>
                    <a:pt x="77508" y="84395"/>
                  </a:lnTo>
                  <a:lnTo>
                    <a:pt x="77167" y="84326"/>
                  </a:lnTo>
                  <a:lnTo>
                    <a:pt x="76648" y="84375"/>
                  </a:lnTo>
                  <a:lnTo>
                    <a:pt x="76364" y="84579"/>
                  </a:lnTo>
                  <a:lnTo>
                    <a:pt x="75621" y="85608"/>
                  </a:lnTo>
                  <a:lnTo>
                    <a:pt x="75445" y="85656"/>
                  </a:lnTo>
                  <a:lnTo>
                    <a:pt x="75075" y="85691"/>
                  </a:lnTo>
                  <a:lnTo>
                    <a:pt x="74265" y="85641"/>
                  </a:lnTo>
                  <a:lnTo>
                    <a:pt x="74332" y="84732"/>
                  </a:lnTo>
                  <a:lnTo>
                    <a:pt x="73884" y="84735"/>
                  </a:lnTo>
                  <a:lnTo>
                    <a:pt x="73362" y="85114"/>
                  </a:lnTo>
                  <a:lnTo>
                    <a:pt x="73335" y="85540"/>
                  </a:lnTo>
                  <a:lnTo>
                    <a:pt x="73362" y="85682"/>
                  </a:lnTo>
                  <a:lnTo>
                    <a:pt x="72557" y="85783"/>
                  </a:lnTo>
                  <a:lnTo>
                    <a:pt x="72418" y="85703"/>
                  </a:lnTo>
                  <a:lnTo>
                    <a:pt x="72330" y="85539"/>
                  </a:lnTo>
                  <a:lnTo>
                    <a:pt x="72079" y="85342"/>
                  </a:lnTo>
                  <a:lnTo>
                    <a:pt x="71398" y="85413"/>
                  </a:lnTo>
                  <a:lnTo>
                    <a:pt x="71143" y="85492"/>
                  </a:lnTo>
                  <a:lnTo>
                    <a:pt x="70468" y="85818"/>
                  </a:lnTo>
                  <a:lnTo>
                    <a:pt x="70116" y="85610"/>
                  </a:lnTo>
                  <a:lnTo>
                    <a:pt x="70061" y="85479"/>
                  </a:lnTo>
                  <a:lnTo>
                    <a:pt x="70010" y="85181"/>
                  </a:lnTo>
                  <a:lnTo>
                    <a:pt x="70092" y="85031"/>
                  </a:lnTo>
                  <a:lnTo>
                    <a:pt x="70397" y="84632"/>
                  </a:lnTo>
                  <a:lnTo>
                    <a:pt x="70608" y="84532"/>
                  </a:lnTo>
                  <a:lnTo>
                    <a:pt x="70619" y="84193"/>
                  </a:lnTo>
                  <a:lnTo>
                    <a:pt x="70164" y="83421"/>
                  </a:lnTo>
                  <a:lnTo>
                    <a:pt x="69777" y="83066"/>
                  </a:lnTo>
                  <a:lnTo>
                    <a:pt x="69283" y="82735"/>
                  </a:lnTo>
                  <a:lnTo>
                    <a:pt x="68572" y="82746"/>
                  </a:lnTo>
                  <a:lnTo>
                    <a:pt x="68391" y="82287"/>
                  </a:lnTo>
                  <a:lnTo>
                    <a:pt x="68098" y="82160"/>
                  </a:lnTo>
                  <a:lnTo>
                    <a:pt x="67393" y="82177"/>
                  </a:lnTo>
                  <a:lnTo>
                    <a:pt x="67095" y="81820"/>
                  </a:lnTo>
                  <a:lnTo>
                    <a:pt x="66934" y="81505"/>
                  </a:lnTo>
                  <a:lnTo>
                    <a:pt x="67016" y="81181"/>
                  </a:lnTo>
                  <a:lnTo>
                    <a:pt x="66997" y="81052"/>
                  </a:lnTo>
                  <a:lnTo>
                    <a:pt x="66767" y="80893"/>
                  </a:lnTo>
                  <a:lnTo>
                    <a:pt x="66304" y="80988"/>
                  </a:lnTo>
                  <a:lnTo>
                    <a:pt x="65738" y="80498"/>
                  </a:lnTo>
                  <a:lnTo>
                    <a:pt x="65689" y="80364"/>
                  </a:lnTo>
                  <a:lnTo>
                    <a:pt x="64883" y="79857"/>
                  </a:lnTo>
                  <a:lnTo>
                    <a:pt x="64713" y="79839"/>
                  </a:lnTo>
                  <a:lnTo>
                    <a:pt x="64267" y="80150"/>
                  </a:lnTo>
                  <a:lnTo>
                    <a:pt x="63945" y="80115"/>
                  </a:lnTo>
                  <a:lnTo>
                    <a:pt x="63122" y="79958"/>
                  </a:lnTo>
                  <a:lnTo>
                    <a:pt x="62830" y="79800"/>
                  </a:lnTo>
                  <a:lnTo>
                    <a:pt x="62650" y="79247"/>
                  </a:lnTo>
                  <a:lnTo>
                    <a:pt x="62914" y="78639"/>
                  </a:lnTo>
                  <a:lnTo>
                    <a:pt x="63205" y="78387"/>
                  </a:lnTo>
                  <a:lnTo>
                    <a:pt x="62691" y="77945"/>
                  </a:lnTo>
                  <a:lnTo>
                    <a:pt x="62401" y="77974"/>
                  </a:lnTo>
                  <a:lnTo>
                    <a:pt x="62286" y="77841"/>
                  </a:lnTo>
                  <a:lnTo>
                    <a:pt x="62132" y="77420"/>
                  </a:lnTo>
                  <a:lnTo>
                    <a:pt x="61365" y="77275"/>
                  </a:lnTo>
                  <a:lnTo>
                    <a:pt x="61660" y="77038"/>
                  </a:lnTo>
                  <a:lnTo>
                    <a:pt x="61650" y="76884"/>
                  </a:lnTo>
                  <a:lnTo>
                    <a:pt x="61603" y="76724"/>
                  </a:lnTo>
                  <a:lnTo>
                    <a:pt x="61369" y="76404"/>
                  </a:lnTo>
                  <a:lnTo>
                    <a:pt x="61170" y="76374"/>
                  </a:lnTo>
                  <a:lnTo>
                    <a:pt x="60678" y="76181"/>
                  </a:lnTo>
                  <a:lnTo>
                    <a:pt x="60355" y="76024"/>
                  </a:lnTo>
                  <a:lnTo>
                    <a:pt x="60630" y="75495"/>
                  </a:lnTo>
                  <a:lnTo>
                    <a:pt x="60763" y="75195"/>
                  </a:lnTo>
                  <a:lnTo>
                    <a:pt x="60776" y="74993"/>
                  </a:lnTo>
                  <a:lnTo>
                    <a:pt x="60848" y="74790"/>
                  </a:lnTo>
                  <a:lnTo>
                    <a:pt x="61232" y="74695"/>
                  </a:lnTo>
                  <a:lnTo>
                    <a:pt x="61376" y="73964"/>
                  </a:lnTo>
                  <a:lnTo>
                    <a:pt x="61403" y="73744"/>
                  </a:lnTo>
                  <a:lnTo>
                    <a:pt x="61979" y="73186"/>
                  </a:lnTo>
                  <a:lnTo>
                    <a:pt x="62158" y="73085"/>
                  </a:lnTo>
                  <a:lnTo>
                    <a:pt x="62478" y="73064"/>
                  </a:lnTo>
                  <a:lnTo>
                    <a:pt x="62647" y="72976"/>
                  </a:lnTo>
                  <a:lnTo>
                    <a:pt x="62746" y="72596"/>
                  </a:lnTo>
                  <a:lnTo>
                    <a:pt x="62346" y="72127"/>
                  </a:lnTo>
                  <a:lnTo>
                    <a:pt x="61968" y="71712"/>
                  </a:lnTo>
                  <a:lnTo>
                    <a:pt x="61985" y="71524"/>
                  </a:lnTo>
                  <a:lnTo>
                    <a:pt x="62011" y="71374"/>
                  </a:lnTo>
                  <a:lnTo>
                    <a:pt x="62253" y="70767"/>
                  </a:lnTo>
                  <a:lnTo>
                    <a:pt x="62400" y="70096"/>
                  </a:lnTo>
                  <a:lnTo>
                    <a:pt x="62398" y="69961"/>
                  </a:lnTo>
                  <a:lnTo>
                    <a:pt x="62379" y="69690"/>
                  </a:lnTo>
                  <a:lnTo>
                    <a:pt x="62278" y="69543"/>
                  </a:lnTo>
                  <a:lnTo>
                    <a:pt x="62468" y="69121"/>
                  </a:lnTo>
                  <a:lnTo>
                    <a:pt x="62610" y="69135"/>
                  </a:lnTo>
                  <a:lnTo>
                    <a:pt x="63183" y="69359"/>
                  </a:lnTo>
                  <a:lnTo>
                    <a:pt x="63473" y="69655"/>
                  </a:lnTo>
                  <a:lnTo>
                    <a:pt x="63727" y="70294"/>
                  </a:lnTo>
                  <a:lnTo>
                    <a:pt x="63922" y="70417"/>
                  </a:lnTo>
                  <a:lnTo>
                    <a:pt x="64080" y="70461"/>
                  </a:lnTo>
                  <a:lnTo>
                    <a:pt x="64467" y="70540"/>
                  </a:lnTo>
                  <a:lnTo>
                    <a:pt x="64642" y="70522"/>
                  </a:lnTo>
                  <a:lnTo>
                    <a:pt x="64708" y="70336"/>
                  </a:lnTo>
                  <a:lnTo>
                    <a:pt x="64830" y="69976"/>
                  </a:lnTo>
                  <a:lnTo>
                    <a:pt x="64983" y="69716"/>
                  </a:lnTo>
                  <a:lnTo>
                    <a:pt x="65175" y="69430"/>
                  </a:lnTo>
                  <a:lnTo>
                    <a:pt x="65510" y="69035"/>
                  </a:lnTo>
                  <a:lnTo>
                    <a:pt x="65709" y="69065"/>
                  </a:lnTo>
                  <a:lnTo>
                    <a:pt x="65923" y="69047"/>
                  </a:lnTo>
                  <a:lnTo>
                    <a:pt x="66244" y="68902"/>
                  </a:lnTo>
                  <a:lnTo>
                    <a:pt x="66234" y="68337"/>
                  </a:lnTo>
                  <a:lnTo>
                    <a:pt x="66098" y="68005"/>
                  </a:lnTo>
                  <a:lnTo>
                    <a:pt x="66070" y="67690"/>
                  </a:lnTo>
                  <a:lnTo>
                    <a:pt x="66834" y="67639"/>
                  </a:lnTo>
                  <a:lnTo>
                    <a:pt x="67028" y="67783"/>
                  </a:lnTo>
                  <a:lnTo>
                    <a:pt x="67269" y="67931"/>
                  </a:lnTo>
                  <a:lnTo>
                    <a:pt x="67404" y="68009"/>
                  </a:lnTo>
                  <a:lnTo>
                    <a:pt x="67960" y="68094"/>
                  </a:lnTo>
                  <a:lnTo>
                    <a:pt x="68277" y="67915"/>
                  </a:lnTo>
                  <a:lnTo>
                    <a:pt x="68433" y="67693"/>
                  </a:lnTo>
                  <a:lnTo>
                    <a:pt x="68529" y="67448"/>
                  </a:lnTo>
                  <a:lnTo>
                    <a:pt x="68761" y="66793"/>
                  </a:lnTo>
                  <a:lnTo>
                    <a:pt x="68993" y="66833"/>
                  </a:lnTo>
                  <a:lnTo>
                    <a:pt x="69165" y="66826"/>
                  </a:lnTo>
                  <a:lnTo>
                    <a:pt x="69436" y="66755"/>
                  </a:lnTo>
                  <a:lnTo>
                    <a:pt x="70307" y="66422"/>
                  </a:lnTo>
                  <a:lnTo>
                    <a:pt x="70619" y="65998"/>
                  </a:lnTo>
                  <a:lnTo>
                    <a:pt x="70876" y="65974"/>
                  </a:lnTo>
                  <a:lnTo>
                    <a:pt x="71186" y="66154"/>
                  </a:lnTo>
                  <a:lnTo>
                    <a:pt x="71412" y="65971"/>
                  </a:lnTo>
                  <a:lnTo>
                    <a:pt x="71640" y="65407"/>
                  </a:lnTo>
                  <a:lnTo>
                    <a:pt x="71788" y="65410"/>
                  </a:lnTo>
                  <a:lnTo>
                    <a:pt x="72343" y="65637"/>
                  </a:lnTo>
                  <a:lnTo>
                    <a:pt x="72637" y="65300"/>
                  </a:lnTo>
                  <a:lnTo>
                    <a:pt x="72769" y="65242"/>
                  </a:lnTo>
                  <a:lnTo>
                    <a:pt x="72939" y="65217"/>
                  </a:lnTo>
                  <a:lnTo>
                    <a:pt x="73230" y="65201"/>
                  </a:lnTo>
                  <a:lnTo>
                    <a:pt x="73605" y="65839"/>
                  </a:lnTo>
                  <a:lnTo>
                    <a:pt x="73521" y="66345"/>
                  </a:lnTo>
                  <a:lnTo>
                    <a:pt x="73609" y="66662"/>
                  </a:lnTo>
                  <a:lnTo>
                    <a:pt x="73867" y="66780"/>
                  </a:lnTo>
                  <a:lnTo>
                    <a:pt x="74124" y="66733"/>
                  </a:lnTo>
                  <a:lnTo>
                    <a:pt x="74485" y="66778"/>
                  </a:lnTo>
                  <a:lnTo>
                    <a:pt x="74548" y="66941"/>
                  </a:lnTo>
                  <a:lnTo>
                    <a:pt x="74903" y="67416"/>
                  </a:lnTo>
                  <a:lnTo>
                    <a:pt x="75455" y="67406"/>
                  </a:lnTo>
                  <a:lnTo>
                    <a:pt x="75736" y="67609"/>
                  </a:lnTo>
                  <a:lnTo>
                    <a:pt x="75700" y="67977"/>
                  </a:lnTo>
                  <a:lnTo>
                    <a:pt x="75685" y="68133"/>
                  </a:lnTo>
                  <a:lnTo>
                    <a:pt x="75754" y="68411"/>
                  </a:lnTo>
                  <a:lnTo>
                    <a:pt x="75924" y="68505"/>
                  </a:lnTo>
                  <a:lnTo>
                    <a:pt x="76181" y="68516"/>
                  </a:lnTo>
                  <a:lnTo>
                    <a:pt x="76570" y="68570"/>
                  </a:lnTo>
                  <a:lnTo>
                    <a:pt x="76222" y="68847"/>
                  </a:lnTo>
                  <a:lnTo>
                    <a:pt x="76187" y="69226"/>
                  </a:lnTo>
                  <a:lnTo>
                    <a:pt x="76174" y="69616"/>
                  </a:lnTo>
                  <a:lnTo>
                    <a:pt x="76273" y="69808"/>
                  </a:lnTo>
                  <a:lnTo>
                    <a:pt x="77131" y="70321"/>
                  </a:lnTo>
                  <a:lnTo>
                    <a:pt x="77368" y="70297"/>
                  </a:lnTo>
                  <a:lnTo>
                    <a:pt x="77743" y="70468"/>
                  </a:lnTo>
                  <a:lnTo>
                    <a:pt x="77735" y="70627"/>
                  </a:lnTo>
                  <a:lnTo>
                    <a:pt x="77576" y="70640"/>
                  </a:lnTo>
                  <a:lnTo>
                    <a:pt x="77475" y="70833"/>
                  </a:lnTo>
                  <a:lnTo>
                    <a:pt x="77507" y="71105"/>
                  </a:lnTo>
                  <a:lnTo>
                    <a:pt x="77928" y="71188"/>
                  </a:lnTo>
                  <a:lnTo>
                    <a:pt x="78780" y="71069"/>
                  </a:lnTo>
                  <a:lnTo>
                    <a:pt x="79157" y="71406"/>
                  </a:lnTo>
                  <a:lnTo>
                    <a:pt x="79346" y="71622"/>
                  </a:lnTo>
                  <a:lnTo>
                    <a:pt x="80023" y="71965"/>
                  </a:lnTo>
                  <a:lnTo>
                    <a:pt x="80416" y="72309"/>
                  </a:lnTo>
                  <a:lnTo>
                    <a:pt x="80494" y="72556"/>
                  </a:lnTo>
                  <a:lnTo>
                    <a:pt x="80760" y="72770"/>
                  </a:lnTo>
                  <a:lnTo>
                    <a:pt x="81072" y="72630"/>
                  </a:lnTo>
                  <a:lnTo>
                    <a:pt x="81246" y="72660"/>
                  </a:lnTo>
                  <a:lnTo>
                    <a:pt x="81260" y="73183"/>
                  </a:lnTo>
                  <a:lnTo>
                    <a:pt x="80960" y="73614"/>
                  </a:lnTo>
                  <a:lnTo>
                    <a:pt x="80572" y="73617"/>
                  </a:lnTo>
                  <a:lnTo>
                    <a:pt x="79855" y="73906"/>
                  </a:lnTo>
                  <a:lnTo>
                    <a:pt x="79994" y="74110"/>
                  </a:lnTo>
                  <a:lnTo>
                    <a:pt x="80333" y="74162"/>
                  </a:lnTo>
                  <a:lnTo>
                    <a:pt x="80562" y="74091"/>
                  </a:lnTo>
                  <a:lnTo>
                    <a:pt x="81708" y="74091"/>
                  </a:lnTo>
                  <a:lnTo>
                    <a:pt x="82297" y="74053"/>
                  </a:lnTo>
                  <a:lnTo>
                    <a:pt x="82477" y="74085"/>
                  </a:lnTo>
                  <a:lnTo>
                    <a:pt x="82740" y="74302"/>
                  </a:lnTo>
                  <a:lnTo>
                    <a:pt x="83110" y="74340"/>
                  </a:lnTo>
                  <a:lnTo>
                    <a:pt x="83655" y="74537"/>
                  </a:lnTo>
                  <a:lnTo>
                    <a:pt x="84265" y="74791"/>
                  </a:lnTo>
                  <a:lnTo>
                    <a:pt x="84985" y="74773"/>
                  </a:lnTo>
                  <a:lnTo>
                    <a:pt x="85419" y="74775"/>
                  </a:lnTo>
                  <a:lnTo>
                    <a:pt x="86080" y="74805"/>
                  </a:lnTo>
                  <a:lnTo>
                    <a:pt x="86482" y="74789"/>
                  </a:lnTo>
                  <a:lnTo>
                    <a:pt x="86743" y="74740"/>
                  </a:lnTo>
                  <a:lnTo>
                    <a:pt x="86964" y="74820"/>
                  </a:lnTo>
                  <a:lnTo>
                    <a:pt x="87324" y="74994"/>
                  </a:lnTo>
                  <a:lnTo>
                    <a:pt x="87570" y="75099"/>
                  </a:lnTo>
                  <a:lnTo>
                    <a:pt x="87891" y="75137"/>
                  </a:lnTo>
                  <a:lnTo>
                    <a:pt x="88214" y="75057"/>
                  </a:lnTo>
                  <a:lnTo>
                    <a:pt x="88700" y="75255"/>
                  </a:lnTo>
                  <a:lnTo>
                    <a:pt x="88875" y="75334"/>
                  </a:lnTo>
                  <a:lnTo>
                    <a:pt x="89517" y="75847"/>
                  </a:lnTo>
                  <a:lnTo>
                    <a:pt x="89731" y="76143"/>
                  </a:lnTo>
                  <a:lnTo>
                    <a:pt x="89901" y="76881"/>
                  </a:lnTo>
                  <a:lnTo>
                    <a:pt x="90097" y="77120"/>
                  </a:lnTo>
                  <a:lnTo>
                    <a:pt x="90343" y="77384"/>
                  </a:lnTo>
                  <a:lnTo>
                    <a:pt x="90422" y="77619"/>
                  </a:lnTo>
                  <a:lnTo>
                    <a:pt x="90732" y="77859"/>
                  </a:lnTo>
                  <a:lnTo>
                    <a:pt x="90953" y="78041"/>
                  </a:lnTo>
                  <a:lnTo>
                    <a:pt x="91209" y="78244"/>
                  </a:lnTo>
                  <a:lnTo>
                    <a:pt x="91528" y="78393"/>
                  </a:lnTo>
                  <a:lnTo>
                    <a:pt x="91699" y="78647"/>
                  </a:lnTo>
                  <a:lnTo>
                    <a:pt x="92456" y="79423"/>
                  </a:lnTo>
                  <a:lnTo>
                    <a:pt x="92646" y="79166"/>
                  </a:lnTo>
                  <a:lnTo>
                    <a:pt x="92807" y="79018"/>
                  </a:lnTo>
                  <a:lnTo>
                    <a:pt x="93077" y="78902"/>
                  </a:lnTo>
                  <a:lnTo>
                    <a:pt x="93272" y="78850"/>
                  </a:lnTo>
                  <a:lnTo>
                    <a:pt x="93703" y="78899"/>
                  </a:lnTo>
                  <a:lnTo>
                    <a:pt x="94141" y="79138"/>
                  </a:lnTo>
                  <a:lnTo>
                    <a:pt x="94168" y="78958"/>
                  </a:lnTo>
                  <a:lnTo>
                    <a:pt x="94154" y="78822"/>
                  </a:lnTo>
                  <a:lnTo>
                    <a:pt x="94168" y="78630"/>
                  </a:lnTo>
                  <a:lnTo>
                    <a:pt x="94188" y="78385"/>
                  </a:lnTo>
                  <a:lnTo>
                    <a:pt x="94501" y="78140"/>
                  </a:lnTo>
                  <a:lnTo>
                    <a:pt x="94657" y="78321"/>
                  </a:lnTo>
                  <a:lnTo>
                    <a:pt x="94831" y="78405"/>
                  </a:lnTo>
                  <a:lnTo>
                    <a:pt x="94959" y="78446"/>
                  </a:lnTo>
                  <a:lnTo>
                    <a:pt x="95291" y="78500"/>
                  </a:lnTo>
                  <a:lnTo>
                    <a:pt x="95522" y="78493"/>
                  </a:lnTo>
                  <a:lnTo>
                    <a:pt x="96271" y="78489"/>
                  </a:lnTo>
                  <a:lnTo>
                    <a:pt x="96950" y="78650"/>
                  </a:lnTo>
                  <a:lnTo>
                    <a:pt x="98277" y="79051"/>
                  </a:lnTo>
                  <a:lnTo>
                    <a:pt x="98850" y="79267"/>
                  </a:lnTo>
                  <a:lnTo>
                    <a:pt x="98709" y="79451"/>
                  </a:lnTo>
                  <a:lnTo>
                    <a:pt x="98399" y="80192"/>
                  </a:lnTo>
                  <a:lnTo>
                    <a:pt x="98393" y="80662"/>
                  </a:lnTo>
                  <a:lnTo>
                    <a:pt x="98656" y="80713"/>
                  </a:lnTo>
                  <a:lnTo>
                    <a:pt x="99031" y="80809"/>
                  </a:lnTo>
                  <a:lnTo>
                    <a:pt x="99407" y="81206"/>
                  </a:lnTo>
                  <a:lnTo>
                    <a:pt x="99406" y="81565"/>
                  </a:lnTo>
                  <a:lnTo>
                    <a:pt x="99278" y="81950"/>
                  </a:lnTo>
                  <a:lnTo>
                    <a:pt x="99097" y="82204"/>
                  </a:lnTo>
                  <a:lnTo>
                    <a:pt x="98872" y="82493"/>
                  </a:lnTo>
                  <a:lnTo>
                    <a:pt x="98783" y="83061"/>
                  </a:lnTo>
                  <a:lnTo>
                    <a:pt x="99116" y="83127"/>
                  </a:lnTo>
                  <a:lnTo>
                    <a:pt x="99152" y="83380"/>
                  </a:lnTo>
                  <a:lnTo>
                    <a:pt x="99157" y="83535"/>
                  </a:lnTo>
                  <a:lnTo>
                    <a:pt x="98866" y="84040"/>
                  </a:lnTo>
                  <a:lnTo>
                    <a:pt x="98890" y="84299"/>
                  </a:lnTo>
                  <a:lnTo>
                    <a:pt x="99028" y="84746"/>
                  </a:lnTo>
                  <a:lnTo>
                    <a:pt x="99389" y="85299"/>
                  </a:lnTo>
                  <a:lnTo>
                    <a:pt x="99715" y="85610"/>
                  </a:lnTo>
                  <a:lnTo>
                    <a:pt x="100141" y="85831"/>
                  </a:lnTo>
                  <a:lnTo>
                    <a:pt x="100231" y="86057"/>
                  </a:lnTo>
                  <a:lnTo>
                    <a:pt x="100267" y="86388"/>
                  </a:lnTo>
                  <a:lnTo>
                    <a:pt x="100398" y="86495"/>
                  </a:lnTo>
                  <a:lnTo>
                    <a:pt x="100753" y="86393"/>
                  </a:lnTo>
                  <a:lnTo>
                    <a:pt x="101177" y="86350"/>
                  </a:lnTo>
                  <a:lnTo>
                    <a:pt x="101233" y="86509"/>
                  </a:lnTo>
                  <a:lnTo>
                    <a:pt x="101222" y="86708"/>
                  </a:lnTo>
                  <a:lnTo>
                    <a:pt x="101140" y="87164"/>
                  </a:lnTo>
                  <a:lnTo>
                    <a:pt x="101418" y="87230"/>
                  </a:lnTo>
                  <a:lnTo>
                    <a:pt x="101822" y="87057"/>
                  </a:lnTo>
                  <a:lnTo>
                    <a:pt x="102409" y="86904"/>
                  </a:lnTo>
                  <a:lnTo>
                    <a:pt x="102575" y="87281"/>
                  </a:lnTo>
                  <a:lnTo>
                    <a:pt x="102570" y="87455"/>
                  </a:lnTo>
                  <a:lnTo>
                    <a:pt x="102376" y="87552"/>
                  </a:lnTo>
                  <a:lnTo>
                    <a:pt x="102187" y="87706"/>
                  </a:lnTo>
                  <a:lnTo>
                    <a:pt x="102197" y="87875"/>
                  </a:lnTo>
                  <a:lnTo>
                    <a:pt x="102342" y="88142"/>
                  </a:lnTo>
                  <a:lnTo>
                    <a:pt x="102477" y="89255"/>
                  </a:lnTo>
                  <a:lnTo>
                    <a:pt x="102000" y="89814"/>
                  </a:lnTo>
                  <a:lnTo>
                    <a:pt x="101493" y="90445"/>
                  </a:lnTo>
                  <a:lnTo>
                    <a:pt x="101411" y="91212"/>
                  </a:lnTo>
                  <a:lnTo>
                    <a:pt x="101792" y="91303"/>
                  </a:lnTo>
                  <a:lnTo>
                    <a:pt x="102172" y="91480"/>
                  </a:lnTo>
                  <a:lnTo>
                    <a:pt x="102872" y="91883"/>
                  </a:lnTo>
                  <a:lnTo>
                    <a:pt x="103245" y="91992"/>
                  </a:lnTo>
                  <a:lnTo>
                    <a:pt x="103449" y="92349"/>
                  </a:lnTo>
                  <a:lnTo>
                    <a:pt x="103516" y="92509"/>
                  </a:lnTo>
                  <a:lnTo>
                    <a:pt x="103813" y="92547"/>
                  </a:lnTo>
                  <a:lnTo>
                    <a:pt x="104686" y="92500"/>
                  </a:lnTo>
                  <a:lnTo>
                    <a:pt x="104858" y="92864"/>
                  </a:lnTo>
                  <a:lnTo>
                    <a:pt x="105155" y="93215"/>
                  </a:lnTo>
                  <a:lnTo>
                    <a:pt x="105404" y="93291"/>
                  </a:lnTo>
                  <a:lnTo>
                    <a:pt x="105630" y="93286"/>
                  </a:lnTo>
                  <a:lnTo>
                    <a:pt x="105928" y="93293"/>
                  </a:lnTo>
                  <a:lnTo>
                    <a:pt x="106329" y="93439"/>
                  </a:lnTo>
                  <a:lnTo>
                    <a:pt x="106581" y="93901"/>
                  </a:lnTo>
                  <a:lnTo>
                    <a:pt x="106698" y="94057"/>
                  </a:lnTo>
                  <a:lnTo>
                    <a:pt x="106537" y="94284"/>
                  </a:lnTo>
                  <a:lnTo>
                    <a:pt x="105955" y="94325"/>
                  </a:lnTo>
                  <a:lnTo>
                    <a:pt x="106045" y="94718"/>
                  </a:lnTo>
                  <a:lnTo>
                    <a:pt x="106633" y="94847"/>
                  </a:lnTo>
                  <a:lnTo>
                    <a:pt x="106809" y="94881"/>
                  </a:lnTo>
                  <a:lnTo>
                    <a:pt x="107232" y="94926"/>
                  </a:lnTo>
                  <a:lnTo>
                    <a:pt x="107347" y="94791"/>
                  </a:lnTo>
                  <a:lnTo>
                    <a:pt x="107690" y="94841"/>
                  </a:lnTo>
                  <a:lnTo>
                    <a:pt x="107545" y="95229"/>
                  </a:lnTo>
                  <a:lnTo>
                    <a:pt x="107490" y="95376"/>
                  </a:lnTo>
                  <a:lnTo>
                    <a:pt x="107266" y="95976"/>
                  </a:lnTo>
                  <a:lnTo>
                    <a:pt x="108001" y="96053"/>
                  </a:lnTo>
                  <a:lnTo>
                    <a:pt x="108765" y="96431"/>
                  </a:lnTo>
                  <a:lnTo>
                    <a:pt x="109708" y="96505"/>
                  </a:lnTo>
                  <a:lnTo>
                    <a:pt x="110046" y="96499"/>
                  </a:lnTo>
                  <a:lnTo>
                    <a:pt x="110537" y="96469"/>
                  </a:lnTo>
                  <a:lnTo>
                    <a:pt x="110912" y="96727"/>
                  </a:lnTo>
                  <a:lnTo>
                    <a:pt x="111245" y="96742"/>
                  </a:lnTo>
                  <a:lnTo>
                    <a:pt x="111854" y="96565"/>
                  </a:lnTo>
                  <a:lnTo>
                    <a:pt x="112604" y="96338"/>
                  </a:lnTo>
                  <a:lnTo>
                    <a:pt x="112822" y="96268"/>
                  </a:lnTo>
                  <a:lnTo>
                    <a:pt x="113074" y="96132"/>
                  </a:lnTo>
                  <a:lnTo>
                    <a:pt x="113215" y="96110"/>
                  </a:lnTo>
                  <a:lnTo>
                    <a:pt x="113382" y="96089"/>
                  </a:lnTo>
                  <a:lnTo>
                    <a:pt x="113951" y="96296"/>
                  </a:lnTo>
                  <a:lnTo>
                    <a:pt x="113929" y="96507"/>
                  </a:lnTo>
                  <a:lnTo>
                    <a:pt x="114536" y="96768"/>
                  </a:lnTo>
                  <a:lnTo>
                    <a:pt x="114708" y="96801"/>
                  </a:lnTo>
                  <a:lnTo>
                    <a:pt x="115046" y="96736"/>
                  </a:lnTo>
                  <a:lnTo>
                    <a:pt x="115179" y="96406"/>
                  </a:lnTo>
                  <a:lnTo>
                    <a:pt x="115170" y="96183"/>
                  </a:lnTo>
                  <a:lnTo>
                    <a:pt x="115189" y="96049"/>
                  </a:lnTo>
                  <a:lnTo>
                    <a:pt x="115329" y="95694"/>
                  </a:lnTo>
                  <a:lnTo>
                    <a:pt x="115936" y="95607"/>
                  </a:lnTo>
                  <a:lnTo>
                    <a:pt x="117156" y="95526"/>
                  </a:lnTo>
                  <a:lnTo>
                    <a:pt x="117154" y="95688"/>
                  </a:lnTo>
                  <a:lnTo>
                    <a:pt x="118086" y="96275"/>
                  </a:lnTo>
                  <a:lnTo>
                    <a:pt x="117963" y="96669"/>
                  </a:lnTo>
                  <a:lnTo>
                    <a:pt x="117762" y="96965"/>
                  </a:lnTo>
                  <a:lnTo>
                    <a:pt x="118281" y="97155"/>
                  </a:lnTo>
                  <a:lnTo>
                    <a:pt x="118664" y="97147"/>
                  </a:lnTo>
                  <a:lnTo>
                    <a:pt x="118906" y="97389"/>
                  </a:lnTo>
                  <a:lnTo>
                    <a:pt x="119163" y="98016"/>
                  </a:lnTo>
                  <a:lnTo>
                    <a:pt x="119126" y="98557"/>
                  </a:lnTo>
                  <a:lnTo>
                    <a:pt x="119103" y="98697"/>
                  </a:lnTo>
                  <a:lnTo>
                    <a:pt x="119245" y="98725"/>
                  </a:lnTo>
                  <a:lnTo>
                    <a:pt x="119813" y="99064"/>
                  </a:lnTo>
                  <a:lnTo>
                    <a:pt x="120171" y="99072"/>
                  </a:lnTo>
                  <a:lnTo>
                    <a:pt x="120621" y="99008"/>
                  </a:lnTo>
                  <a:lnTo>
                    <a:pt x="120786" y="98925"/>
                  </a:lnTo>
                  <a:lnTo>
                    <a:pt x="120799" y="98780"/>
                  </a:lnTo>
                  <a:lnTo>
                    <a:pt x="121279" y="98769"/>
                  </a:lnTo>
                  <a:lnTo>
                    <a:pt x="121773" y="98735"/>
                  </a:lnTo>
                  <a:lnTo>
                    <a:pt x="121738" y="98358"/>
                  </a:lnTo>
                  <a:lnTo>
                    <a:pt x="122618" y="97931"/>
                  </a:lnTo>
                  <a:lnTo>
                    <a:pt x="123066" y="97645"/>
                  </a:lnTo>
                  <a:lnTo>
                    <a:pt x="123375" y="97681"/>
                  </a:lnTo>
                  <a:lnTo>
                    <a:pt x="123886" y="97646"/>
                  </a:lnTo>
                  <a:lnTo>
                    <a:pt x="124149" y="97219"/>
                  </a:lnTo>
                  <a:lnTo>
                    <a:pt x="124324" y="96920"/>
                  </a:lnTo>
                  <a:lnTo>
                    <a:pt x="124614" y="96976"/>
                  </a:lnTo>
                  <a:lnTo>
                    <a:pt x="124989" y="97098"/>
                  </a:lnTo>
                  <a:lnTo>
                    <a:pt x="125417" y="97331"/>
                  </a:lnTo>
                  <a:lnTo>
                    <a:pt x="125731" y="97548"/>
                  </a:lnTo>
                  <a:lnTo>
                    <a:pt x="126070" y="97813"/>
                  </a:lnTo>
                  <a:lnTo>
                    <a:pt x="125877" y="98824"/>
                  </a:lnTo>
                  <a:lnTo>
                    <a:pt x="125833" y="99053"/>
                  </a:lnTo>
                  <a:lnTo>
                    <a:pt x="126005" y="99810"/>
                  </a:lnTo>
                  <a:lnTo>
                    <a:pt x="126311" y="99905"/>
                  </a:lnTo>
                  <a:lnTo>
                    <a:pt x="126593" y="99997"/>
                  </a:lnTo>
                  <a:lnTo>
                    <a:pt x="127018" y="100418"/>
                  </a:lnTo>
                  <a:lnTo>
                    <a:pt x="126898" y="100896"/>
                  </a:lnTo>
                  <a:lnTo>
                    <a:pt x="126909" y="101181"/>
                  </a:lnTo>
                  <a:lnTo>
                    <a:pt x="126926" y="101360"/>
                  </a:lnTo>
                  <a:lnTo>
                    <a:pt x="127164" y="101372"/>
                  </a:lnTo>
                  <a:lnTo>
                    <a:pt x="127531" y="101304"/>
                  </a:lnTo>
                  <a:lnTo>
                    <a:pt x="128094" y="100998"/>
                  </a:lnTo>
                  <a:lnTo>
                    <a:pt x="128117" y="100598"/>
                  </a:lnTo>
                  <a:lnTo>
                    <a:pt x="128130" y="100409"/>
                  </a:lnTo>
                  <a:lnTo>
                    <a:pt x="128577" y="100419"/>
                  </a:lnTo>
                  <a:lnTo>
                    <a:pt x="129324" y="100161"/>
                  </a:lnTo>
                  <a:lnTo>
                    <a:pt x="129230" y="99670"/>
                  </a:lnTo>
                  <a:lnTo>
                    <a:pt x="129276" y="99514"/>
                  </a:lnTo>
                  <a:lnTo>
                    <a:pt x="129482" y="99217"/>
                  </a:lnTo>
                  <a:lnTo>
                    <a:pt x="128931" y="98826"/>
                  </a:lnTo>
                  <a:lnTo>
                    <a:pt x="128932" y="98628"/>
                  </a:lnTo>
                  <a:lnTo>
                    <a:pt x="129016" y="98380"/>
                  </a:lnTo>
                  <a:lnTo>
                    <a:pt x="129715" y="98424"/>
                  </a:lnTo>
                  <a:lnTo>
                    <a:pt x="129774" y="98555"/>
                  </a:lnTo>
                  <a:lnTo>
                    <a:pt x="129880" y="98885"/>
                  </a:lnTo>
                  <a:lnTo>
                    <a:pt x="130732" y="99657"/>
                  </a:lnTo>
                  <a:lnTo>
                    <a:pt x="131015" y="99865"/>
                  </a:lnTo>
                  <a:lnTo>
                    <a:pt x="131192" y="99939"/>
                  </a:lnTo>
                  <a:lnTo>
                    <a:pt x="131365" y="100010"/>
                  </a:lnTo>
                  <a:lnTo>
                    <a:pt x="131601" y="100115"/>
                  </a:lnTo>
                  <a:lnTo>
                    <a:pt x="131944" y="100479"/>
                  </a:lnTo>
                  <a:lnTo>
                    <a:pt x="131973" y="100927"/>
                  </a:lnTo>
                  <a:lnTo>
                    <a:pt x="131836" y="100986"/>
                  </a:lnTo>
                  <a:lnTo>
                    <a:pt x="131700" y="101243"/>
                  </a:lnTo>
                  <a:lnTo>
                    <a:pt x="131477" y="101873"/>
                  </a:lnTo>
                  <a:lnTo>
                    <a:pt x="131686" y="102454"/>
                  </a:lnTo>
                  <a:lnTo>
                    <a:pt x="131978" y="102750"/>
                  </a:lnTo>
                  <a:lnTo>
                    <a:pt x="131963" y="103410"/>
                  </a:lnTo>
                  <a:lnTo>
                    <a:pt x="131995" y="103871"/>
                  </a:lnTo>
                  <a:lnTo>
                    <a:pt x="132161" y="104053"/>
                  </a:lnTo>
                  <a:lnTo>
                    <a:pt x="132324" y="104065"/>
                  </a:lnTo>
                  <a:lnTo>
                    <a:pt x="132604" y="104150"/>
                  </a:lnTo>
                  <a:lnTo>
                    <a:pt x="132943" y="104450"/>
                  </a:lnTo>
                  <a:lnTo>
                    <a:pt x="133138" y="104892"/>
                  </a:lnTo>
                  <a:lnTo>
                    <a:pt x="133393" y="105509"/>
                  </a:lnTo>
                  <a:lnTo>
                    <a:pt x="133427" y="105884"/>
                  </a:lnTo>
                  <a:lnTo>
                    <a:pt x="133561" y="106194"/>
                  </a:lnTo>
                  <a:lnTo>
                    <a:pt x="133992" y="106634"/>
                  </a:lnTo>
                  <a:lnTo>
                    <a:pt x="134216" y="106663"/>
                  </a:lnTo>
                  <a:lnTo>
                    <a:pt x="134483" y="106385"/>
                  </a:lnTo>
                  <a:lnTo>
                    <a:pt x="134543" y="106178"/>
                  </a:lnTo>
                  <a:lnTo>
                    <a:pt x="134753" y="106082"/>
                  </a:lnTo>
                  <a:lnTo>
                    <a:pt x="135099" y="105968"/>
                  </a:lnTo>
                  <a:lnTo>
                    <a:pt x="135842" y="106145"/>
                  </a:lnTo>
                  <a:lnTo>
                    <a:pt x="136141" y="106379"/>
                  </a:lnTo>
                  <a:lnTo>
                    <a:pt x="136188" y="107031"/>
                  </a:lnTo>
                  <a:lnTo>
                    <a:pt x="136046" y="107567"/>
                  </a:lnTo>
                  <a:lnTo>
                    <a:pt x="135939" y="108205"/>
                  </a:lnTo>
                  <a:lnTo>
                    <a:pt x="135978" y="108746"/>
                  </a:lnTo>
                  <a:lnTo>
                    <a:pt x="135754" y="109308"/>
                  </a:lnTo>
                  <a:lnTo>
                    <a:pt x="135518" y="109632"/>
                  </a:lnTo>
                  <a:lnTo>
                    <a:pt x="135533" y="109860"/>
                  </a:lnTo>
                  <a:lnTo>
                    <a:pt x="135829" y="110266"/>
                  </a:lnTo>
                  <a:lnTo>
                    <a:pt x="135809" y="110956"/>
                  </a:lnTo>
                  <a:lnTo>
                    <a:pt x="135782" y="111191"/>
                  </a:lnTo>
                  <a:lnTo>
                    <a:pt x="135679" y="111433"/>
                  </a:lnTo>
                  <a:lnTo>
                    <a:pt x="135433" y="111935"/>
                  </a:lnTo>
                  <a:lnTo>
                    <a:pt x="135250" y="112270"/>
                  </a:lnTo>
                  <a:lnTo>
                    <a:pt x="135356" y="112502"/>
                  </a:lnTo>
                  <a:lnTo>
                    <a:pt x="135379" y="113069"/>
                  </a:lnTo>
                  <a:lnTo>
                    <a:pt x="134969" y="113821"/>
                  </a:lnTo>
                  <a:lnTo>
                    <a:pt x="134654" y="114370"/>
                  </a:lnTo>
                  <a:lnTo>
                    <a:pt x="135219" y="114983"/>
                  </a:lnTo>
                  <a:lnTo>
                    <a:pt x="135375" y="115059"/>
                  </a:lnTo>
                  <a:lnTo>
                    <a:pt x="135843" y="115280"/>
                  </a:lnTo>
                  <a:lnTo>
                    <a:pt x="136601" y="115121"/>
                  </a:lnTo>
                  <a:lnTo>
                    <a:pt x="137207" y="115010"/>
                  </a:lnTo>
                  <a:lnTo>
                    <a:pt x="137727" y="114516"/>
                  </a:lnTo>
                  <a:lnTo>
                    <a:pt x="137878" y="114478"/>
                  </a:lnTo>
                  <a:lnTo>
                    <a:pt x="138581" y="114413"/>
                  </a:lnTo>
                  <a:lnTo>
                    <a:pt x="139583" y="114433"/>
                  </a:lnTo>
                  <a:lnTo>
                    <a:pt x="139846" y="114482"/>
                  </a:lnTo>
                  <a:lnTo>
                    <a:pt x="140372" y="114379"/>
                  </a:lnTo>
                  <a:lnTo>
                    <a:pt x="140692" y="114439"/>
                  </a:lnTo>
                  <a:lnTo>
                    <a:pt x="141552" y="114695"/>
                  </a:lnTo>
                  <a:lnTo>
                    <a:pt x="141931" y="114821"/>
                  </a:lnTo>
                  <a:lnTo>
                    <a:pt x="142445" y="114861"/>
                  </a:lnTo>
                  <a:lnTo>
                    <a:pt x="142912" y="115068"/>
                  </a:lnTo>
                  <a:lnTo>
                    <a:pt x="142768" y="114743"/>
                  </a:lnTo>
                  <a:lnTo>
                    <a:pt x="142726" y="114511"/>
                  </a:lnTo>
                  <a:lnTo>
                    <a:pt x="142854" y="114393"/>
                  </a:lnTo>
                  <a:lnTo>
                    <a:pt x="143290" y="114285"/>
                  </a:lnTo>
                  <a:lnTo>
                    <a:pt x="143575" y="114250"/>
                  </a:lnTo>
                  <a:lnTo>
                    <a:pt x="143710" y="114491"/>
                  </a:lnTo>
                  <a:lnTo>
                    <a:pt x="144064" y="114747"/>
                  </a:lnTo>
                  <a:lnTo>
                    <a:pt x="144347" y="114918"/>
                  </a:lnTo>
                  <a:lnTo>
                    <a:pt x="145389" y="114432"/>
                  </a:lnTo>
                  <a:lnTo>
                    <a:pt x="145350" y="114204"/>
                  </a:lnTo>
                  <a:lnTo>
                    <a:pt x="145384" y="113821"/>
                  </a:lnTo>
                  <a:lnTo>
                    <a:pt x="145538" y="113236"/>
                  </a:lnTo>
                  <a:lnTo>
                    <a:pt x="145705" y="113066"/>
                  </a:lnTo>
                  <a:lnTo>
                    <a:pt x="146047" y="113161"/>
                  </a:lnTo>
                  <a:lnTo>
                    <a:pt x="146313" y="113672"/>
                  </a:lnTo>
                  <a:lnTo>
                    <a:pt x="146530" y="113750"/>
                  </a:lnTo>
                  <a:lnTo>
                    <a:pt x="147745" y="113901"/>
                  </a:lnTo>
                  <a:lnTo>
                    <a:pt x="148035" y="113686"/>
                  </a:lnTo>
                  <a:lnTo>
                    <a:pt x="148205" y="113698"/>
                  </a:lnTo>
                  <a:lnTo>
                    <a:pt x="148448" y="113852"/>
                  </a:lnTo>
                  <a:lnTo>
                    <a:pt x="148476" y="114002"/>
                  </a:lnTo>
                  <a:lnTo>
                    <a:pt x="148615" y="114254"/>
                  </a:lnTo>
                  <a:lnTo>
                    <a:pt x="148896" y="114161"/>
                  </a:lnTo>
                  <a:lnTo>
                    <a:pt x="149033" y="113733"/>
                  </a:lnTo>
                  <a:lnTo>
                    <a:pt x="149557" y="113629"/>
                  </a:lnTo>
                  <a:lnTo>
                    <a:pt x="149924" y="113463"/>
                  </a:lnTo>
                  <a:lnTo>
                    <a:pt x="150422" y="113153"/>
                  </a:lnTo>
                  <a:lnTo>
                    <a:pt x="150875" y="112787"/>
                  </a:lnTo>
                  <a:lnTo>
                    <a:pt x="151103" y="112786"/>
                  </a:lnTo>
                  <a:lnTo>
                    <a:pt x="151445" y="112795"/>
                  </a:lnTo>
                  <a:lnTo>
                    <a:pt x="152481" y="112825"/>
                  </a:lnTo>
                  <a:lnTo>
                    <a:pt x="152621" y="112667"/>
                  </a:lnTo>
                  <a:lnTo>
                    <a:pt x="152820" y="112546"/>
                  </a:lnTo>
                  <a:lnTo>
                    <a:pt x="153057" y="112615"/>
                  </a:lnTo>
                  <a:lnTo>
                    <a:pt x="153913" y="113589"/>
                  </a:lnTo>
                  <a:lnTo>
                    <a:pt x="154371" y="113792"/>
                  </a:lnTo>
                  <a:lnTo>
                    <a:pt x="154657" y="113819"/>
                  </a:lnTo>
                  <a:lnTo>
                    <a:pt x="154976" y="113705"/>
                  </a:lnTo>
                  <a:lnTo>
                    <a:pt x="155886" y="113754"/>
                  </a:lnTo>
                  <a:lnTo>
                    <a:pt x="156365" y="113918"/>
                  </a:lnTo>
                  <a:lnTo>
                    <a:pt x="156334" y="114185"/>
                  </a:lnTo>
                  <a:lnTo>
                    <a:pt x="156109" y="114617"/>
                  </a:lnTo>
                  <a:lnTo>
                    <a:pt x="155837" y="114702"/>
                  </a:lnTo>
                  <a:lnTo>
                    <a:pt x="155389" y="114587"/>
                  </a:lnTo>
                  <a:lnTo>
                    <a:pt x="155241" y="114673"/>
                  </a:lnTo>
                  <a:lnTo>
                    <a:pt x="154973" y="115139"/>
                  </a:lnTo>
                  <a:lnTo>
                    <a:pt x="155395" y="115934"/>
                  </a:lnTo>
                  <a:lnTo>
                    <a:pt x="155353" y="116293"/>
                  </a:lnTo>
                  <a:lnTo>
                    <a:pt x="155322" y="116729"/>
                  </a:lnTo>
                  <a:lnTo>
                    <a:pt x="155397" y="117730"/>
                  </a:lnTo>
                  <a:lnTo>
                    <a:pt x="155539" y="118266"/>
                  </a:lnTo>
                  <a:lnTo>
                    <a:pt x="155340" y="118455"/>
                  </a:lnTo>
                  <a:lnTo>
                    <a:pt x="154797" y="118986"/>
                  </a:lnTo>
                  <a:lnTo>
                    <a:pt x="154402" y="119378"/>
                  </a:lnTo>
                  <a:lnTo>
                    <a:pt x="154050" y="119727"/>
                  </a:lnTo>
                  <a:lnTo>
                    <a:pt x="153922" y="119854"/>
                  </a:lnTo>
                  <a:lnTo>
                    <a:pt x="153519" y="120260"/>
                  </a:lnTo>
                  <a:lnTo>
                    <a:pt x="153212" y="120556"/>
                  </a:lnTo>
                  <a:lnTo>
                    <a:pt x="152864" y="120806"/>
                  </a:lnTo>
                  <a:lnTo>
                    <a:pt x="153014" y="121244"/>
                  </a:lnTo>
                  <a:lnTo>
                    <a:pt x="153049" y="121438"/>
                  </a:lnTo>
                  <a:lnTo>
                    <a:pt x="153097" y="121761"/>
                  </a:lnTo>
                  <a:lnTo>
                    <a:pt x="153126" y="122080"/>
                  </a:lnTo>
                  <a:lnTo>
                    <a:pt x="153012" y="122950"/>
                  </a:lnTo>
                  <a:lnTo>
                    <a:pt x="152893" y="123957"/>
                  </a:lnTo>
                  <a:lnTo>
                    <a:pt x="152760" y="125121"/>
                  </a:lnTo>
                  <a:lnTo>
                    <a:pt x="152744" y="125715"/>
                  </a:lnTo>
                  <a:lnTo>
                    <a:pt x="152735" y="126099"/>
                  </a:lnTo>
                  <a:lnTo>
                    <a:pt x="152726" y="126268"/>
                  </a:lnTo>
                  <a:lnTo>
                    <a:pt x="152660" y="126607"/>
                  </a:lnTo>
                  <a:lnTo>
                    <a:pt x="152613" y="126956"/>
                  </a:lnTo>
                  <a:lnTo>
                    <a:pt x="152620" y="128396"/>
                  </a:lnTo>
                  <a:lnTo>
                    <a:pt x="152117" y="128204"/>
                  </a:lnTo>
                  <a:lnTo>
                    <a:pt x="151792" y="128078"/>
                  </a:lnTo>
                  <a:lnTo>
                    <a:pt x="151625" y="128012"/>
                  </a:lnTo>
                  <a:lnTo>
                    <a:pt x="151405" y="127927"/>
                  </a:lnTo>
                  <a:lnTo>
                    <a:pt x="151117" y="127817"/>
                  </a:lnTo>
                  <a:lnTo>
                    <a:pt x="150877" y="127725"/>
                  </a:lnTo>
                  <a:lnTo>
                    <a:pt x="150150" y="127505"/>
                  </a:lnTo>
                  <a:lnTo>
                    <a:pt x="149912" y="127514"/>
                  </a:lnTo>
                  <a:lnTo>
                    <a:pt x="149732" y="128162"/>
                  </a:lnTo>
                  <a:lnTo>
                    <a:pt x="149656" y="128617"/>
                  </a:lnTo>
                  <a:lnTo>
                    <a:pt x="149401" y="128733"/>
                  </a:lnTo>
                  <a:lnTo>
                    <a:pt x="149027" y="129234"/>
                  </a:lnTo>
                  <a:lnTo>
                    <a:pt x="148960" y="129374"/>
                  </a:lnTo>
                  <a:lnTo>
                    <a:pt x="148722" y="130020"/>
                  </a:lnTo>
                  <a:lnTo>
                    <a:pt x="148659" y="130448"/>
                  </a:lnTo>
                  <a:lnTo>
                    <a:pt x="148689" y="130740"/>
                  </a:lnTo>
                  <a:lnTo>
                    <a:pt x="148668" y="131089"/>
                  </a:lnTo>
                  <a:lnTo>
                    <a:pt x="148498" y="131652"/>
                  </a:lnTo>
                  <a:lnTo>
                    <a:pt x="148436" y="131851"/>
                  </a:lnTo>
                  <a:lnTo>
                    <a:pt x="148407" y="132345"/>
                  </a:lnTo>
                  <a:lnTo>
                    <a:pt x="148559" y="132495"/>
                  </a:lnTo>
                  <a:lnTo>
                    <a:pt x="148920" y="132937"/>
                  </a:lnTo>
                  <a:lnTo>
                    <a:pt x="148896" y="133155"/>
                  </a:lnTo>
                  <a:lnTo>
                    <a:pt x="148785" y="133791"/>
                  </a:lnTo>
                  <a:lnTo>
                    <a:pt x="148707" y="134046"/>
                  </a:lnTo>
                  <a:lnTo>
                    <a:pt x="148365" y="134616"/>
                  </a:lnTo>
                  <a:lnTo>
                    <a:pt x="148225" y="134838"/>
                  </a:lnTo>
                  <a:lnTo>
                    <a:pt x="147379" y="135283"/>
                  </a:lnTo>
                  <a:lnTo>
                    <a:pt x="147091" y="135225"/>
                  </a:lnTo>
                  <a:lnTo>
                    <a:pt x="146861" y="135170"/>
                  </a:lnTo>
                  <a:lnTo>
                    <a:pt x="146624" y="135163"/>
                  </a:lnTo>
                  <a:lnTo>
                    <a:pt x="146120" y="135271"/>
                  </a:lnTo>
                  <a:lnTo>
                    <a:pt x="146130" y="135616"/>
                  </a:lnTo>
                  <a:lnTo>
                    <a:pt x="146377" y="135911"/>
                  </a:lnTo>
                  <a:lnTo>
                    <a:pt x="146548" y="135968"/>
                  </a:lnTo>
                  <a:lnTo>
                    <a:pt x="146793" y="135928"/>
                  </a:lnTo>
                  <a:lnTo>
                    <a:pt x="147161" y="136002"/>
                  </a:lnTo>
                  <a:lnTo>
                    <a:pt x="147029" y="136570"/>
                  </a:lnTo>
                  <a:lnTo>
                    <a:pt x="146969" y="136784"/>
                  </a:lnTo>
                  <a:lnTo>
                    <a:pt x="146817" y="137057"/>
                  </a:lnTo>
                  <a:lnTo>
                    <a:pt x="146773" y="137446"/>
                  </a:lnTo>
                  <a:lnTo>
                    <a:pt x="146743" y="138088"/>
                  </a:lnTo>
                  <a:lnTo>
                    <a:pt x="146600" y="138152"/>
                  </a:lnTo>
                  <a:lnTo>
                    <a:pt x="146319" y="138597"/>
                  </a:lnTo>
                  <a:lnTo>
                    <a:pt x="146178" y="138973"/>
                  </a:lnTo>
                  <a:lnTo>
                    <a:pt x="145967" y="139079"/>
                  </a:lnTo>
                  <a:lnTo>
                    <a:pt x="145719" y="139189"/>
                  </a:lnTo>
                  <a:lnTo>
                    <a:pt x="145135" y="140487"/>
                  </a:lnTo>
                  <a:lnTo>
                    <a:pt x="145055" y="140889"/>
                  </a:lnTo>
                  <a:lnTo>
                    <a:pt x="145118" y="141919"/>
                  </a:lnTo>
                  <a:lnTo>
                    <a:pt x="145477" y="141996"/>
                  </a:lnTo>
                  <a:lnTo>
                    <a:pt x="146629" y="141783"/>
                  </a:lnTo>
                  <a:lnTo>
                    <a:pt x="146972" y="142203"/>
                  </a:lnTo>
                  <a:lnTo>
                    <a:pt x="146612" y="143178"/>
                  </a:lnTo>
                  <a:lnTo>
                    <a:pt x="146721" y="143459"/>
                  </a:lnTo>
                  <a:lnTo>
                    <a:pt x="147132" y="144344"/>
                  </a:lnTo>
                  <a:lnTo>
                    <a:pt x="147399" y="144305"/>
                  </a:lnTo>
                  <a:lnTo>
                    <a:pt x="147700" y="144323"/>
                  </a:lnTo>
                  <a:lnTo>
                    <a:pt x="147858" y="144514"/>
                  </a:lnTo>
                  <a:lnTo>
                    <a:pt x="147867" y="144816"/>
                  </a:lnTo>
                  <a:lnTo>
                    <a:pt x="148188" y="144978"/>
                  </a:lnTo>
                  <a:lnTo>
                    <a:pt x="149133" y="145671"/>
                  </a:lnTo>
                  <a:lnTo>
                    <a:pt x="149267" y="145700"/>
                  </a:lnTo>
                  <a:lnTo>
                    <a:pt x="149274" y="146081"/>
                  </a:lnTo>
                  <a:lnTo>
                    <a:pt x="149692" y="146493"/>
                  </a:lnTo>
                  <a:lnTo>
                    <a:pt x="149623" y="146084"/>
                  </a:lnTo>
                  <a:lnTo>
                    <a:pt x="149596" y="145954"/>
                  </a:lnTo>
                  <a:lnTo>
                    <a:pt x="149563" y="145779"/>
                  </a:lnTo>
                  <a:lnTo>
                    <a:pt x="149829" y="145842"/>
                  </a:lnTo>
                  <a:lnTo>
                    <a:pt x="150505" y="146023"/>
                  </a:lnTo>
                  <a:lnTo>
                    <a:pt x="150690" y="146427"/>
                  </a:lnTo>
                  <a:lnTo>
                    <a:pt x="150989" y="146380"/>
                  </a:lnTo>
                  <a:lnTo>
                    <a:pt x="151358" y="146139"/>
                  </a:lnTo>
                  <a:lnTo>
                    <a:pt x="151671" y="145893"/>
                  </a:lnTo>
                  <a:lnTo>
                    <a:pt x="151799" y="145834"/>
                  </a:lnTo>
                  <a:lnTo>
                    <a:pt x="152383" y="145631"/>
                  </a:lnTo>
                  <a:lnTo>
                    <a:pt x="152898" y="145430"/>
                  </a:lnTo>
                  <a:lnTo>
                    <a:pt x="153212" y="145307"/>
                  </a:lnTo>
                  <a:lnTo>
                    <a:pt x="153433" y="145240"/>
                  </a:lnTo>
                  <a:lnTo>
                    <a:pt x="153733" y="145147"/>
                  </a:lnTo>
                  <a:lnTo>
                    <a:pt x="154011" y="145067"/>
                  </a:lnTo>
                  <a:lnTo>
                    <a:pt x="154288" y="144979"/>
                  </a:lnTo>
                  <a:lnTo>
                    <a:pt x="154536" y="144892"/>
                  </a:lnTo>
                  <a:lnTo>
                    <a:pt x="155050" y="143905"/>
                  </a:lnTo>
                  <a:lnTo>
                    <a:pt x="154974" y="143401"/>
                  </a:lnTo>
                  <a:lnTo>
                    <a:pt x="155073" y="143163"/>
                  </a:lnTo>
                  <a:lnTo>
                    <a:pt x="155239" y="142868"/>
                  </a:lnTo>
                  <a:lnTo>
                    <a:pt x="156151" y="142350"/>
                  </a:lnTo>
                  <a:lnTo>
                    <a:pt x="156799" y="142569"/>
                  </a:lnTo>
                  <a:lnTo>
                    <a:pt x="156946" y="142665"/>
                  </a:lnTo>
                  <a:lnTo>
                    <a:pt x="157108" y="142776"/>
                  </a:lnTo>
                  <a:lnTo>
                    <a:pt x="157308" y="142958"/>
                  </a:lnTo>
                  <a:lnTo>
                    <a:pt x="157473" y="143126"/>
                  </a:lnTo>
                  <a:lnTo>
                    <a:pt x="157637" y="143323"/>
                  </a:lnTo>
                  <a:lnTo>
                    <a:pt x="157890" y="143768"/>
                  </a:lnTo>
                  <a:lnTo>
                    <a:pt x="157957" y="143928"/>
                  </a:lnTo>
                  <a:lnTo>
                    <a:pt x="158092" y="144342"/>
                  </a:lnTo>
                  <a:lnTo>
                    <a:pt x="158130" y="144706"/>
                  </a:lnTo>
                  <a:lnTo>
                    <a:pt x="158148" y="145728"/>
                  </a:lnTo>
                  <a:lnTo>
                    <a:pt x="158146" y="145910"/>
                  </a:lnTo>
                  <a:lnTo>
                    <a:pt x="158103" y="146433"/>
                  </a:lnTo>
                  <a:lnTo>
                    <a:pt x="158079" y="146734"/>
                  </a:lnTo>
                  <a:lnTo>
                    <a:pt x="158035" y="147421"/>
                  </a:lnTo>
                  <a:lnTo>
                    <a:pt x="157898" y="147805"/>
                  </a:lnTo>
                  <a:lnTo>
                    <a:pt x="157605" y="147849"/>
                  </a:lnTo>
                  <a:lnTo>
                    <a:pt x="157361" y="147891"/>
                  </a:lnTo>
                  <a:lnTo>
                    <a:pt x="157184" y="148012"/>
                  </a:lnTo>
                  <a:lnTo>
                    <a:pt x="157492" y="148318"/>
                  </a:lnTo>
                  <a:lnTo>
                    <a:pt x="158098" y="148351"/>
                  </a:lnTo>
                  <a:lnTo>
                    <a:pt x="158141" y="148498"/>
                  </a:lnTo>
                  <a:lnTo>
                    <a:pt x="158198" y="148660"/>
                  </a:lnTo>
                  <a:lnTo>
                    <a:pt x="158211" y="148807"/>
                  </a:lnTo>
                  <a:lnTo>
                    <a:pt x="158119" y="149224"/>
                  </a:lnTo>
                  <a:lnTo>
                    <a:pt x="157987" y="149213"/>
                  </a:lnTo>
                  <a:lnTo>
                    <a:pt x="157800" y="149164"/>
                  </a:lnTo>
                  <a:lnTo>
                    <a:pt x="157446" y="149058"/>
                  </a:lnTo>
                  <a:lnTo>
                    <a:pt x="157306" y="149130"/>
                  </a:lnTo>
                  <a:lnTo>
                    <a:pt x="157522" y="149261"/>
                  </a:lnTo>
                  <a:lnTo>
                    <a:pt x="158222" y="149400"/>
                  </a:lnTo>
                  <a:lnTo>
                    <a:pt x="158239" y="149561"/>
                  </a:lnTo>
                  <a:lnTo>
                    <a:pt x="157743" y="150138"/>
                  </a:lnTo>
                  <a:lnTo>
                    <a:pt x="157681" y="150307"/>
                  </a:lnTo>
                  <a:lnTo>
                    <a:pt x="157571" y="150630"/>
                  </a:lnTo>
                  <a:lnTo>
                    <a:pt x="157739" y="150662"/>
                  </a:lnTo>
                  <a:lnTo>
                    <a:pt x="158095" y="150723"/>
                  </a:lnTo>
                  <a:lnTo>
                    <a:pt x="158310" y="150640"/>
                  </a:lnTo>
                  <a:lnTo>
                    <a:pt x="158562" y="150556"/>
                  </a:lnTo>
                  <a:lnTo>
                    <a:pt x="158776" y="151047"/>
                  </a:lnTo>
                  <a:lnTo>
                    <a:pt x="158914" y="151494"/>
                  </a:lnTo>
                  <a:lnTo>
                    <a:pt x="159068" y="152094"/>
                  </a:lnTo>
                  <a:lnTo>
                    <a:pt x="159111" y="152423"/>
                  </a:lnTo>
                  <a:lnTo>
                    <a:pt x="159115" y="152837"/>
                  </a:lnTo>
                  <a:lnTo>
                    <a:pt x="159093" y="153557"/>
                  </a:lnTo>
                  <a:lnTo>
                    <a:pt x="159114" y="153813"/>
                  </a:lnTo>
                  <a:lnTo>
                    <a:pt x="159471" y="154767"/>
                  </a:lnTo>
                  <a:lnTo>
                    <a:pt x="160906" y="155550"/>
                  </a:lnTo>
                  <a:lnTo>
                    <a:pt x="161034" y="155546"/>
                  </a:lnTo>
                  <a:lnTo>
                    <a:pt x="161806" y="155589"/>
                  </a:lnTo>
                  <a:lnTo>
                    <a:pt x="162079" y="155706"/>
                  </a:lnTo>
                  <a:lnTo>
                    <a:pt x="162216" y="156120"/>
                  </a:lnTo>
                  <a:lnTo>
                    <a:pt x="161392" y="156751"/>
                  </a:lnTo>
                  <a:lnTo>
                    <a:pt x="161103" y="156843"/>
                  </a:lnTo>
                  <a:lnTo>
                    <a:pt x="160857" y="156904"/>
                  </a:lnTo>
                  <a:lnTo>
                    <a:pt x="160661" y="156936"/>
                  </a:lnTo>
                  <a:lnTo>
                    <a:pt x="160358" y="156989"/>
                  </a:lnTo>
                  <a:lnTo>
                    <a:pt x="160072" y="157052"/>
                  </a:lnTo>
                  <a:lnTo>
                    <a:pt x="159263" y="157237"/>
                  </a:lnTo>
                  <a:lnTo>
                    <a:pt x="158980" y="157356"/>
                  </a:lnTo>
                  <a:lnTo>
                    <a:pt x="158404" y="158183"/>
                  </a:lnTo>
                  <a:lnTo>
                    <a:pt x="158656" y="158908"/>
                  </a:lnTo>
                  <a:lnTo>
                    <a:pt x="158763" y="159517"/>
                  </a:lnTo>
                  <a:lnTo>
                    <a:pt x="158797" y="159704"/>
                  </a:lnTo>
                  <a:lnTo>
                    <a:pt x="158879" y="160022"/>
                  </a:lnTo>
                  <a:lnTo>
                    <a:pt x="159187" y="160570"/>
                  </a:lnTo>
                  <a:lnTo>
                    <a:pt x="159129" y="161234"/>
                  </a:lnTo>
                  <a:lnTo>
                    <a:pt x="159136" y="161811"/>
                  </a:lnTo>
                  <a:lnTo>
                    <a:pt x="159233" y="161982"/>
                  </a:lnTo>
                  <a:lnTo>
                    <a:pt x="159531" y="162269"/>
                  </a:lnTo>
                  <a:lnTo>
                    <a:pt x="159817" y="161850"/>
                  </a:lnTo>
                  <a:lnTo>
                    <a:pt x="160181" y="161660"/>
                  </a:lnTo>
                  <a:lnTo>
                    <a:pt x="160788" y="161598"/>
                  </a:lnTo>
                  <a:lnTo>
                    <a:pt x="161125" y="161607"/>
                  </a:lnTo>
                  <a:lnTo>
                    <a:pt x="161101" y="161872"/>
                  </a:lnTo>
                  <a:lnTo>
                    <a:pt x="161290" y="162166"/>
                  </a:lnTo>
                  <a:lnTo>
                    <a:pt x="161731" y="162402"/>
                  </a:lnTo>
                  <a:lnTo>
                    <a:pt x="161883" y="163000"/>
                  </a:lnTo>
                  <a:lnTo>
                    <a:pt x="162044" y="163844"/>
                  </a:lnTo>
                  <a:lnTo>
                    <a:pt x="162027" y="164209"/>
                  </a:lnTo>
                  <a:lnTo>
                    <a:pt x="161720" y="164623"/>
                  </a:lnTo>
                  <a:lnTo>
                    <a:pt x="161633" y="164857"/>
                  </a:lnTo>
                  <a:lnTo>
                    <a:pt x="161962" y="165715"/>
                  </a:lnTo>
                  <a:lnTo>
                    <a:pt x="162224" y="165797"/>
                  </a:lnTo>
                  <a:lnTo>
                    <a:pt x="162738" y="165801"/>
                  </a:lnTo>
                  <a:lnTo>
                    <a:pt x="162956" y="166031"/>
                  </a:lnTo>
                  <a:lnTo>
                    <a:pt x="163014" y="166786"/>
                  </a:lnTo>
                  <a:lnTo>
                    <a:pt x="163428" y="166733"/>
                  </a:lnTo>
                  <a:lnTo>
                    <a:pt x="163521" y="166434"/>
                  </a:lnTo>
                  <a:lnTo>
                    <a:pt x="163841" y="166103"/>
                  </a:lnTo>
                  <a:lnTo>
                    <a:pt x="164144" y="166089"/>
                  </a:lnTo>
                  <a:lnTo>
                    <a:pt x="164788" y="166176"/>
                  </a:lnTo>
                  <a:lnTo>
                    <a:pt x="164861" y="166321"/>
                  </a:lnTo>
                  <a:lnTo>
                    <a:pt x="165121" y="166978"/>
                  </a:lnTo>
                  <a:lnTo>
                    <a:pt x="165161" y="167288"/>
                  </a:lnTo>
                  <a:lnTo>
                    <a:pt x="164967" y="167993"/>
                  </a:lnTo>
                  <a:lnTo>
                    <a:pt x="164933" y="168152"/>
                  </a:lnTo>
                  <a:lnTo>
                    <a:pt x="164905" y="168696"/>
                  </a:lnTo>
                  <a:lnTo>
                    <a:pt x="165097" y="169045"/>
                  </a:lnTo>
                  <a:lnTo>
                    <a:pt x="165608" y="169096"/>
                  </a:lnTo>
                  <a:lnTo>
                    <a:pt x="166191" y="168954"/>
                  </a:lnTo>
                  <a:lnTo>
                    <a:pt x="166459" y="169026"/>
                  </a:lnTo>
                  <a:lnTo>
                    <a:pt x="166812" y="169111"/>
                  </a:lnTo>
                  <a:lnTo>
                    <a:pt x="167122" y="169165"/>
                  </a:lnTo>
                  <a:lnTo>
                    <a:pt x="167637" y="169187"/>
                  </a:lnTo>
                  <a:lnTo>
                    <a:pt x="167988" y="168894"/>
                  </a:lnTo>
                  <a:lnTo>
                    <a:pt x="168317" y="168480"/>
                  </a:lnTo>
                  <a:lnTo>
                    <a:pt x="168476" y="168242"/>
                  </a:lnTo>
                  <a:lnTo>
                    <a:pt x="168615" y="167916"/>
                  </a:lnTo>
                  <a:lnTo>
                    <a:pt x="169117" y="168369"/>
                  </a:lnTo>
                  <a:lnTo>
                    <a:pt x="169421" y="168760"/>
                  </a:lnTo>
                  <a:lnTo>
                    <a:pt x="169856" y="168907"/>
                  </a:lnTo>
                  <a:lnTo>
                    <a:pt x="170494" y="168948"/>
                  </a:lnTo>
                  <a:lnTo>
                    <a:pt x="171340" y="168841"/>
                  </a:lnTo>
                  <a:lnTo>
                    <a:pt x="172090" y="168726"/>
                  </a:lnTo>
                  <a:lnTo>
                    <a:pt x="172679" y="168585"/>
                  </a:lnTo>
                  <a:lnTo>
                    <a:pt x="173203" y="168464"/>
                  </a:lnTo>
                  <a:lnTo>
                    <a:pt x="173368" y="168444"/>
                  </a:lnTo>
                  <a:lnTo>
                    <a:pt x="174015" y="168407"/>
                  </a:lnTo>
                  <a:lnTo>
                    <a:pt x="174467" y="168698"/>
                  </a:lnTo>
                  <a:lnTo>
                    <a:pt x="175082" y="168860"/>
                  </a:lnTo>
                  <a:lnTo>
                    <a:pt x="176419" y="168469"/>
                  </a:lnTo>
                  <a:lnTo>
                    <a:pt x="176527" y="168209"/>
                  </a:lnTo>
                  <a:lnTo>
                    <a:pt x="176679" y="167923"/>
                  </a:lnTo>
                  <a:lnTo>
                    <a:pt x="176940" y="167806"/>
                  </a:lnTo>
                  <a:lnTo>
                    <a:pt x="177080" y="167765"/>
                  </a:lnTo>
                  <a:lnTo>
                    <a:pt x="177845" y="167595"/>
                  </a:lnTo>
                  <a:lnTo>
                    <a:pt x="178529" y="167989"/>
                  </a:lnTo>
                  <a:lnTo>
                    <a:pt x="178718" y="168112"/>
                  </a:lnTo>
                  <a:lnTo>
                    <a:pt x="179510" y="168406"/>
                  </a:lnTo>
                  <a:lnTo>
                    <a:pt x="180344" y="168649"/>
                  </a:lnTo>
                  <a:lnTo>
                    <a:pt x="180774" y="168818"/>
                  </a:lnTo>
                  <a:lnTo>
                    <a:pt x="180967" y="168912"/>
                  </a:lnTo>
                  <a:lnTo>
                    <a:pt x="182002" y="168667"/>
                  </a:lnTo>
                  <a:lnTo>
                    <a:pt x="182379" y="168292"/>
                  </a:lnTo>
                  <a:lnTo>
                    <a:pt x="183287" y="168168"/>
                  </a:lnTo>
                  <a:lnTo>
                    <a:pt x="183582" y="167994"/>
                  </a:lnTo>
                  <a:lnTo>
                    <a:pt x="183422" y="167885"/>
                  </a:lnTo>
                  <a:lnTo>
                    <a:pt x="183373" y="167437"/>
                  </a:lnTo>
                  <a:lnTo>
                    <a:pt x="183116" y="166976"/>
                  </a:lnTo>
                  <a:lnTo>
                    <a:pt x="182793" y="166779"/>
                  </a:lnTo>
                  <a:lnTo>
                    <a:pt x="182618" y="166591"/>
                  </a:lnTo>
                  <a:lnTo>
                    <a:pt x="182505" y="165932"/>
                  </a:lnTo>
                  <a:lnTo>
                    <a:pt x="182530" y="165655"/>
                  </a:lnTo>
                  <a:lnTo>
                    <a:pt x="182479" y="165316"/>
                  </a:lnTo>
                  <a:lnTo>
                    <a:pt x="182518" y="164912"/>
                  </a:lnTo>
                  <a:lnTo>
                    <a:pt x="182852" y="164500"/>
                  </a:lnTo>
                  <a:lnTo>
                    <a:pt x="182890" y="164373"/>
                  </a:lnTo>
                  <a:lnTo>
                    <a:pt x="182915" y="163876"/>
                  </a:lnTo>
                  <a:lnTo>
                    <a:pt x="182871" y="163743"/>
                  </a:lnTo>
                  <a:lnTo>
                    <a:pt x="182800" y="163558"/>
                  </a:lnTo>
                  <a:lnTo>
                    <a:pt x="182742" y="163212"/>
                  </a:lnTo>
                  <a:lnTo>
                    <a:pt x="182677" y="162716"/>
                  </a:lnTo>
                  <a:lnTo>
                    <a:pt x="182678" y="161840"/>
                  </a:lnTo>
                  <a:lnTo>
                    <a:pt x="182896" y="161639"/>
                  </a:lnTo>
                  <a:lnTo>
                    <a:pt x="183056" y="161585"/>
                  </a:lnTo>
                  <a:lnTo>
                    <a:pt x="183308" y="161573"/>
                  </a:lnTo>
                  <a:lnTo>
                    <a:pt x="183584" y="161699"/>
                  </a:lnTo>
                  <a:lnTo>
                    <a:pt x="183759" y="161818"/>
                  </a:lnTo>
                  <a:lnTo>
                    <a:pt x="184075" y="161844"/>
                  </a:lnTo>
                  <a:lnTo>
                    <a:pt x="184445" y="161984"/>
                  </a:lnTo>
                  <a:lnTo>
                    <a:pt x="184600" y="162060"/>
                  </a:lnTo>
                  <a:lnTo>
                    <a:pt x="185325" y="161850"/>
                  </a:lnTo>
                  <a:lnTo>
                    <a:pt x="185573" y="161801"/>
                  </a:lnTo>
                  <a:lnTo>
                    <a:pt x="185708" y="161784"/>
                  </a:lnTo>
                  <a:lnTo>
                    <a:pt x="185989" y="161734"/>
                  </a:lnTo>
                  <a:lnTo>
                    <a:pt x="186117" y="161449"/>
                  </a:lnTo>
                  <a:lnTo>
                    <a:pt x="186019" y="160470"/>
                  </a:lnTo>
                  <a:lnTo>
                    <a:pt x="186155" y="159923"/>
                  </a:lnTo>
                  <a:lnTo>
                    <a:pt x="186058" y="159233"/>
                  </a:lnTo>
                  <a:lnTo>
                    <a:pt x="185834" y="158777"/>
                  </a:lnTo>
                  <a:lnTo>
                    <a:pt x="185824" y="158486"/>
                  </a:lnTo>
                  <a:lnTo>
                    <a:pt x="185957" y="158387"/>
                  </a:lnTo>
                  <a:lnTo>
                    <a:pt x="186502" y="158195"/>
                  </a:lnTo>
                  <a:lnTo>
                    <a:pt x="186651" y="158261"/>
                  </a:lnTo>
                  <a:lnTo>
                    <a:pt x="186863" y="158389"/>
                  </a:lnTo>
                  <a:lnTo>
                    <a:pt x="187181" y="158370"/>
                  </a:lnTo>
                  <a:lnTo>
                    <a:pt x="187707" y="158085"/>
                  </a:lnTo>
                  <a:lnTo>
                    <a:pt x="187636" y="157391"/>
                  </a:lnTo>
                  <a:lnTo>
                    <a:pt x="187525" y="157245"/>
                  </a:lnTo>
                  <a:lnTo>
                    <a:pt x="187401" y="156860"/>
                  </a:lnTo>
                  <a:lnTo>
                    <a:pt x="187763" y="156175"/>
                  </a:lnTo>
                  <a:lnTo>
                    <a:pt x="188777" y="156104"/>
                  </a:lnTo>
                  <a:lnTo>
                    <a:pt x="189536" y="156080"/>
                  </a:lnTo>
                  <a:lnTo>
                    <a:pt x="189791" y="156074"/>
                  </a:lnTo>
                  <a:lnTo>
                    <a:pt x="189947" y="156123"/>
                  </a:lnTo>
                  <a:lnTo>
                    <a:pt x="189745" y="156549"/>
                  </a:lnTo>
                  <a:lnTo>
                    <a:pt x="189768" y="156763"/>
                  </a:lnTo>
                  <a:lnTo>
                    <a:pt x="189914" y="157124"/>
                  </a:lnTo>
                  <a:lnTo>
                    <a:pt x="190428" y="156856"/>
                  </a:lnTo>
                  <a:lnTo>
                    <a:pt x="191376" y="157131"/>
                  </a:lnTo>
                  <a:lnTo>
                    <a:pt x="191573" y="157214"/>
                  </a:lnTo>
                  <a:lnTo>
                    <a:pt x="191836" y="157290"/>
                  </a:lnTo>
                  <a:lnTo>
                    <a:pt x="192059" y="157051"/>
                  </a:lnTo>
                  <a:lnTo>
                    <a:pt x="192516" y="156846"/>
                  </a:lnTo>
                  <a:lnTo>
                    <a:pt x="193318" y="156739"/>
                  </a:lnTo>
                  <a:lnTo>
                    <a:pt x="193891" y="156502"/>
                  </a:lnTo>
                  <a:lnTo>
                    <a:pt x="194251" y="156337"/>
                  </a:lnTo>
                  <a:lnTo>
                    <a:pt x="194621" y="156018"/>
                  </a:lnTo>
                  <a:lnTo>
                    <a:pt x="195016" y="155999"/>
                  </a:lnTo>
                  <a:lnTo>
                    <a:pt x="195354" y="156088"/>
                  </a:lnTo>
                  <a:lnTo>
                    <a:pt x="195955" y="156436"/>
                  </a:lnTo>
                  <a:lnTo>
                    <a:pt x="196114" y="156751"/>
                  </a:lnTo>
                  <a:lnTo>
                    <a:pt x="196180" y="157037"/>
                  </a:lnTo>
                  <a:lnTo>
                    <a:pt x="196165" y="157942"/>
                  </a:lnTo>
                  <a:lnTo>
                    <a:pt x="195924" y="157940"/>
                  </a:lnTo>
                  <a:lnTo>
                    <a:pt x="195756" y="158082"/>
                  </a:lnTo>
                  <a:lnTo>
                    <a:pt x="195597" y="158724"/>
                  </a:lnTo>
                  <a:lnTo>
                    <a:pt x="195639" y="158932"/>
                  </a:lnTo>
                  <a:lnTo>
                    <a:pt x="195909" y="158965"/>
                  </a:lnTo>
                  <a:lnTo>
                    <a:pt x="196593" y="158877"/>
                  </a:lnTo>
                  <a:lnTo>
                    <a:pt x="196858" y="158782"/>
                  </a:lnTo>
                  <a:lnTo>
                    <a:pt x="197043" y="158716"/>
                  </a:lnTo>
                  <a:lnTo>
                    <a:pt x="197089" y="159374"/>
                  </a:lnTo>
                  <a:lnTo>
                    <a:pt x="197061" y="159531"/>
                  </a:lnTo>
                  <a:lnTo>
                    <a:pt x="197040" y="159702"/>
                  </a:lnTo>
                  <a:lnTo>
                    <a:pt x="197303" y="160114"/>
                  </a:lnTo>
                  <a:lnTo>
                    <a:pt x="197423" y="160280"/>
                  </a:lnTo>
                  <a:lnTo>
                    <a:pt x="197423" y="160581"/>
                  </a:lnTo>
                  <a:lnTo>
                    <a:pt x="197449" y="160827"/>
                  </a:lnTo>
                  <a:lnTo>
                    <a:pt x="197911" y="161075"/>
                  </a:lnTo>
                  <a:lnTo>
                    <a:pt x="198145" y="161214"/>
                  </a:lnTo>
                  <a:lnTo>
                    <a:pt x="198367" y="161372"/>
                  </a:lnTo>
                  <a:lnTo>
                    <a:pt x="198571" y="161566"/>
                  </a:lnTo>
                  <a:lnTo>
                    <a:pt x="198906" y="161991"/>
                  </a:lnTo>
                  <a:lnTo>
                    <a:pt x="199250" y="162437"/>
                  </a:lnTo>
                  <a:lnTo>
                    <a:pt x="199377" y="162608"/>
                  </a:lnTo>
                  <a:lnTo>
                    <a:pt x="199675" y="162985"/>
                  </a:lnTo>
                  <a:lnTo>
                    <a:pt x="200303" y="163193"/>
                  </a:lnTo>
                  <a:lnTo>
                    <a:pt x="200651" y="163237"/>
                  </a:lnTo>
                  <a:lnTo>
                    <a:pt x="200942" y="163273"/>
                  </a:lnTo>
                  <a:lnTo>
                    <a:pt x="201191" y="163307"/>
                  </a:lnTo>
                  <a:lnTo>
                    <a:pt x="203860" y="164136"/>
                  </a:lnTo>
                  <a:lnTo>
                    <a:pt x="203934" y="164482"/>
                  </a:lnTo>
                  <a:lnTo>
                    <a:pt x="203979" y="164694"/>
                  </a:lnTo>
                  <a:lnTo>
                    <a:pt x="204008" y="164829"/>
                  </a:lnTo>
                  <a:lnTo>
                    <a:pt x="204146" y="165454"/>
                  </a:lnTo>
                  <a:lnTo>
                    <a:pt x="204228" y="165805"/>
                  </a:lnTo>
                  <a:lnTo>
                    <a:pt x="204268" y="165976"/>
                  </a:lnTo>
                  <a:lnTo>
                    <a:pt x="204340" y="166283"/>
                  </a:lnTo>
                  <a:lnTo>
                    <a:pt x="204413" y="166593"/>
                  </a:lnTo>
                  <a:lnTo>
                    <a:pt x="204470" y="166833"/>
                  </a:lnTo>
                  <a:lnTo>
                    <a:pt x="204569" y="167249"/>
                  </a:lnTo>
                  <a:lnTo>
                    <a:pt x="204674" y="167694"/>
                  </a:lnTo>
                  <a:lnTo>
                    <a:pt x="204890" y="168613"/>
                  </a:lnTo>
                  <a:lnTo>
                    <a:pt x="204945" y="169554"/>
                  </a:lnTo>
                  <a:lnTo>
                    <a:pt x="204931" y="170435"/>
                  </a:lnTo>
                  <a:lnTo>
                    <a:pt x="204902" y="171122"/>
                  </a:lnTo>
                  <a:lnTo>
                    <a:pt x="204888" y="171337"/>
                  </a:lnTo>
                  <a:lnTo>
                    <a:pt x="204869" y="171615"/>
                  </a:lnTo>
                  <a:lnTo>
                    <a:pt x="204809" y="173180"/>
                  </a:lnTo>
                  <a:lnTo>
                    <a:pt x="205314" y="173977"/>
                  </a:lnTo>
                  <a:lnTo>
                    <a:pt x="204831" y="174475"/>
                  </a:lnTo>
                  <a:lnTo>
                    <a:pt x="204825" y="174677"/>
                  </a:lnTo>
                  <a:lnTo>
                    <a:pt x="205128" y="174882"/>
                  </a:lnTo>
                  <a:lnTo>
                    <a:pt x="205567" y="174891"/>
                  </a:lnTo>
                  <a:lnTo>
                    <a:pt x="205760" y="174896"/>
                  </a:lnTo>
                  <a:lnTo>
                    <a:pt x="205749" y="175229"/>
                  </a:lnTo>
                  <a:lnTo>
                    <a:pt x="205585" y="175346"/>
                  </a:lnTo>
                  <a:lnTo>
                    <a:pt x="205187" y="175892"/>
                  </a:lnTo>
                  <a:lnTo>
                    <a:pt x="205218" y="176492"/>
                  </a:lnTo>
                  <a:lnTo>
                    <a:pt x="205398" y="176651"/>
                  </a:lnTo>
                  <a:lnTo>
                    <a:pt x="204939" y="177117"/>
                  </a:lnTo>
                  <a:lnTo>
                    <a:pt x="203952" y="176299"/>
                  </a:lnTo>
                  <a:lnTo>
                    <a:pt x="203844" y="175927"/>
                  </a:lnTo>
                  <a:lnTo>
                    <a:pt x="203840" y="175515"/>
                  </a:lnTo>
                  <a:lnTo>
                    <a:pt x="203691" y="175489"/>
                  </a:lnTo>
                  <a:lnTo>
                    <a:pt x="203291" y="175769"/>
                  </a:lnTo>
                  <a:lnTo>
                    <a:pt x="203280" y="176105"/>
                  </a:lnTo>
                  <a:lnTo>
                    <a:pt x="203335" y="176311"/>
                  </a:lnTo>
                  <a:lnTo>
                    <a:pt x="203141" y="176730"/>
                  </a:lnTo>
                  <a:lnTo>
                    <a:pt x="202540" y="177267"/>
                  </a:lnTo>
                  <a:lnTo>
                    <a:pt x="202264" y="177844"/>
                  </a:lnTo>
                  <a:lnTo>
                    <a:pt x="202399" y="177960"/>
                  </a:lnTo>
                  <a:lnTo>
                    <a:pt x="202707" y="178431"/>
                  </a:lnTo>
                  <a:lnTo>
                    <a:pt x="202689" y="179059"/>
                  </a:lnTo>
                  <a:lnTo>
                    <a:pt x="202091" y="179003"/>
                  </a:lnTo>
                  <a:lnTo>
                    <a:pt x="202038" y="179567"/>
                  </a:lnTo>
                  <a:lnTo>
                    <a:pt x="202213" y="180026"/>
                  </a:lnTo>
                  <a:lnTo>
                    <a:pt x="202262" y="180180"/>
                  </a:lnTo>
                  <a:lnTo>
                    <a:pt x="202223" y="180443"/>
                  </a:lnTo>
                  <a:lnTo>
                    <a:pt x="202146" y="180591"/>
                  </a:lnTo>
                  <a:lnTo>
                    <a:pt x="201806" y="180963"/>
                  </a:lnTo>
                  <a:lnTo>
                    <a:pt x="201487" y="181213"/>
                  </a:lnTo>
                  <a:lnTo>
                    <a:pt x="201102" y="181158"/>
                  </a:lnTo>
                  <a:lnTo>
                    <a:pt x="200639" y="181869"/>
                  </a:lnTo>
                  <a:lnTo>
                    <a:pt x="199717" y="182313"/>
                  </a:lnTo>
                  <a:lnTo>
                    <a:pt x="199398" y="182140"/>
                  </a:lnTo>
                  <a:lnTo>
                    <a:pt x="199244" y="182422"/>
                  </a:lnTo>
                  <a:lnTo>
                    <a:pt x="199242" y="182732"/>
                  </a:lnTo>
                  <a:lnTo>
                    <a:pt x="199269" y="182887"/>
                  </a:lnTo>
                  <a:lnTo>
                    <a:pt x="199243" y="183131"/>
                  </a:lnTo>
                  <a:lnTo>
                    <a:pt x="198834" y="183475"/>
                  </a:lnTo>
                  <a:lnTo>
                    <a:pt x="198566" y="183313"/>
                  </a:lnTo>
                  <a:lnTo>
                    <a:pt x="198350" y="182986"/>
                  </a:lnTo>
                  <a:lnTo>
                    <a:pt x="198155" y="182868"/>
                  </a:lnTo>
                  <a:close/>
                </a:path>
              </a:pathLst>
            </a:custGeom>
            <a:solidFill>
              <a:srgbClr val="F6CAB2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4328886" y="4657277"/>
              <a:ext cx="221922" cy="268919"/>
            </a:xfrm>
            <a:custGeom>
              <a:avLst/>
              <a:pathLst>
                <a:path w="221922" h="268919">
                  <a:moveTo>
                    <a:pt x="182879" y="182879"/>
                  </a:moveTo>
                  <a:lnTo>
                    <a:pt x="182945" y="183030"/>
                  </a:lnTo>
                  <a:lnTo>
                    <a:pt x="183285" y="184178"/>
                  </a:lnTo>
                  <a:lnTo>
                    <a:pt x="182930" y="184867"/>
                  </a:lnTo>
                  <a:lnTo>
                    <a:pt x="182559" y="185229"/>
                  </a:lnTo>
                  <a:lnTo>
                    <a:pt x="182536" y="185589"/>
                  </a:lnTo>
                  <a:lnTo>
                    <a:pt x="182534" y="185993"/>
                  </a:lnTo>
                  <a:lnTo>
                    <a:pt x="182303" y="186534"/>
                  </a:lnTo>
                  <a:lnTo>
                    <a:pt x="182311" y="186815"/>
                  </a:lnTo>
                  <a:lnTo>
                    <a:pt x="182473" y="186999"/>
                  </a:lnTo>
                  <a:lnTo>
                    <a:pt x="182756" y="187267"/>
                  </a:lnTo>
                  <a:lnTo>
                    <a:pt x="182815" y="187565"/>
                  </a:lnTo>
                  <a:lnTo>
                    <a:pt x="182835" y="187695"/>
                  </a:lnTo>
                  <a:lnTo>
                    <a:pt x="182857" y="187906"/>
                  </a:lnTo>
                  <a:lnTo>
                    <a:pt x="183193" y="188253"/>
                  </a:lnTo>
                  <a:lnTo>
                    <a:pt x="183490" y="188667"/>
                  </a:lnTo>
                  <a:lnTo>
                    <a:pt x="183645" y="188781"/>
                  </a:lnTo>
                  <a:lnTo>
                    <a:pt x="184026" y="189054"/>
                  </a:lnTo>
                  <a:lnTo>
                    <a:pt x="184314" y="189258"/>
                  </a:lnTo>
                  <a:lnTo>
                    <a:pt x="184167" y="189464"/>
                  </a:lnTo>
                  <a:lnTo>
                    <a:pt x="184156" y="190084"/>
                  </a:lnTo>
                  <a:lnTo>
                    <a:pt x="184324" y="190171"/>
                  </a:lnTo>
                  <a:lnTo>
                    <a:pt x="184477" y="190292"/>
                  </a:lnTo>
                  <a:lnTo>
                    <a:pt x="184586" y="190431"/>
                  </a:lnTo>
                  <a:lnTo>
                    <a:pt x="185211" y="190807"/>
                  </a:lnTo>
                  <a:lnTo>
                    <a:pt x="185837" y="191099"/>
                  </a:lnTo>
                  <a:lnTo>
                    <a:pt x="186098" y="191388"/>
                  </a:lnTo>
                  <a:lnTo>
                    <a:pt x="186544" y="191591"/>
                  </a:lnTo>
                  <a:lnTo>
                    <a:pt x="187034" y="191807"/>
                  </a:lnTo>
                  <a:lnTo>
                    <a:pt x="187169" y="191920"/>
                  </a:lnTo>
                  <a:lnTo>
                    <a:pt x="187765" y="192572"/>
                  </a:lnTo>
                  <a:lnTo>
                    <a:pt x="187919" y="192879"/>
                  </a:lnTo>
                  <a:lnTo>
                    <a:pt x="188052" y="193173"/>
                  </a:lnTo>
                  <a:lnTo>
                    <a:pt x="188156" y="193592"/>
                  </a:lnTo>
                  <a:lnTo>
                    <a:pt x="188813" y="193399"/>
                  </a:lnTo>
                  <a:lnTo>
                    <a:pt x="189075" y="193406"/>
                  </a:lnTo>
                  <a:lnTo>
                    <a:pt x="189207" y="193576"/>
                  </a:lnTo>
                  <a:lnTo>
                    <a:pt x="189589" y="193719"/>
                  </a:lnTo>
                  <a:lnTo>
                    <a:pt x="189775" y="193764"/>
                  </a:lnTo>
                  <a:lnTo>
                    <a:pt x="190392" y="193941"/>
                  </a:lnTo>
                  <a:lnTo>
                    <a:pt x="191038" y="194493"/>
                  </a:lnTo>
                  <a:lnTo>
                    <a:pt x="191682" y="194853"/>
                  </a:lnTo>
                  <a:lnTo>
                    <a:pt x="191980" y="195246"/>
                  </a:lnTo>
                  <a:lnTo>
                    <a:pt x="191971" y="195556"/>
                  </a:lnTo>
                  <a:lnTo>
                    <a:pt x="191999" y="195844"/>
                  </a:lnTo>
                  <a:lnTo>
                    <a:pt x="192217" y="195936"/>
                  </a:lnTo>
                  <a:lnTo>
                    <a:pt x="192345" y="196084"/>
                  </a:lnTo>
                  <a:lnTo>
                    <a:pt x="192671" y="196238"/>
                  </a:lnTo>
                  <a:lnTo>
                    <a:pt x="192647" y="196710"/>
                  </a:lnTo>
                  <a:lnTo>
                    <a:pt x="192424" y="196864"/>
                  </a:lnTo>
                  <a:lnTo>
                    <a:pt x="192476" y="197050"/>
                  </a:lnTo>
                  <a:lnTo>
                    <a:pt x="193050" y="197213"/>
                  </a:lnTo>
                  <a:lnTo>
                    <a:pt x="193312" y="197262"/>
                  </a:lnTo>
                  <a:lnTo>
                    <a:pt x="193507" y="197304"/>
                  </a:lnTo>
                  <a:lnTo>
                    <a:pt x="193945" y="197810"/>
                  </a:lnTo>
                  <a:lnTo>
                    <a:pt x="194021" y="197991"/>
                  </a:lnTo>
                  <a:lnTo>
                    <a:pt x="194091" y="198143"/>
                  </a:lnTo>
                  <a:lnTo>
                    <a:pt x="193960" y="198677"/>
                  </a:lnTo>
                  <a:lnTo>
                    <a:pt x="194107" y="198906"/>
                  </a:lnTo>
                  <a:lnTo>
                    <a:pt x="194553" y="199188"/>
                  </a:lnTo>
                  <a:lnTo>
                    <a:pt x="194853" y="199762"/>
                  </a:lnTo>
                  <a:lnTo>
                    <a:pt x="195070" y="199937"/>
                  </a:lnTo>
                  <a:lnTo>
                    <a:pt x="195197" y="199986"/>
                  </a:lnTo>
                  <a:lnTo>
                    <a:pt x="195685" y="200244"/>
                  </a:lnTo>
                  <a:lnTo>
                    <a:pt x="195831" y="200388"/>
                  </a:lnTo>
                  <a:lnTo>
                    <a:pt x="196093" y="200964"/>
                  </a:lnTo>
                  <a:lnTo>
                    <a:pt x="196692" y="201200"/>
                  </a:lnTo>
                  <a:lnTo>
                    <a:pt x="196999" y="201203"/>
                  </a:lnTo>
                  <a:lnTo>
                    <a:pt x="197674" y="201517"/>
                  </a:lnTo>
                  <a:lnTo>
                    <a:pt x="198882" y="201715"/>
                  </a:lnTo>
                  <a:lnTo>
                    <a:pt x="199273" y="201558"/>
                  </a:lnTo>
                  <a:lnTo>
                    <a:pt x="199401" y="201474"/>
                  </a:lnTo>
                  <a:lnTo>
                    <a:pt x="199691" y="201353"/>
                  </a:lnTo>
                  <a:lnTo>
                    <a:pt x="200304" y="201299"/>
                  </a:lnTo>
                  <a:lnTo>
                    <a:pt x="201213" y="201348"/>
                  </a:lnTo>
                  <a:lnTo>
                    <a:pt x="201522" y="201274"/>
                  </a:lnTo>
                  <a:lnTo>
                    <a:pt x="201721" y="201199"/>
                  </a:lnTo>
                  <a:lnTo>
                    <a:pt x="201919" y="201141"/>
                  </a:lnTo>
                  <a:lnTo>
                    <a:pt x="202132" y="201079"/>
                  </a:lnTo>
                  <a:lnTo>
                    <a:pt x="202704" y="200996"/>
                  </a:lnTo>
                  <a:lnTo>
                    <a:pt x="202881" y="201156"/>
                  </a:lnTo>
                  <a:lnTo>
                    <a:pt x="203090" y="201385"/>
                  </a:lnTo>
                  <a:lnTo>
                    <a:pt x="203832" y="201455"/>
                  </a:lnTo>
                  <a:lnTo>
                    <a:pt x="204088" y="201538"/>
                  </a:lnTo>
                  <a:lnTo>
                    <a:pt x="205093" y="201583"/>
                  </a:lnTo>
                  <a:lnTo>
                    <a:pt x="205648" y="201533"/>
                  </a:lnTo>
                  <a:lnTo>
                    <a:pt x="206586" y="201594"/>
                  </a:lnTo>
                  <a:lnTo>
                    <a:pt x="207303" y="201669"/>
                  </a:lnTo>
                  <a:lnTo>
                    <a:pt x="207682" y="201801"/>
                  </a:lnTo>
                  <a:lnTo>
                    <a:pt x="208380" y="202183"/>
                  </a:lnTo>
                  <a:lnTo>
                    <a:pt x="208690" y="202470"/>
                  </a:lnTo>
                  <a:lnTo>
                    <a:pt x="209089" y="202624"/>
                  </a:lnTo>
                  <a:lnTo>
                    <a:pt x="209495" y="202502"/>
                  </a:lnTo>
                  <a:lnTo>
                    <a:pt x="209924" y="202384"/>
                  </a:lnTo>
                  <a:lnTo>
                    <a:pt x="210235" y="202633"/>
                  </a:lnTo>
                  <a:lnTo>
                    <a:pt x="210748" y="203291"/>
                  </a:lnTo>
                  <a:lnTo>
                    <a:pt x="211102" y="203477"/>
                  </a:lnTo>
                  <a:lnTo>
                    <a:pt x="211348" y="203518"/>
                  </a:lnTo>
                  <a:lnTo>
                    <a:pt x="212766" y="203611"/>
                  </a:lnTo>
                  <a:lnTo>
                    <a:pt x="213317" y="203446"/>
                  </a:lnTo>
                  <a:lnTo>
                    <a:pt x="213561" y="203029"/>
                  </a:lnTo>
                  <a:lnTo>
                    <a:pt x="213886" y="202779"/>
                  </a:lnTo>
                  <a:lnTo>
                    <a:pt x="214599" y="202777"/>
                  </a:lnTo>
                  <a:lnTo>
                    <a:pt x="214887" y="202636"/>
                  </a:lnTo>
                  <a:lnTo>
                    <a:pt x="215460" y="202521"/>
                  </a:lnTo>
                  <a:lnTo>
                    <a:pt x="216084" y="202284"/>
                  </a:lnTo>
                  <a:lnTo>
                    <a:pt x="216929" y="202066"/>
                  </a:lnTo>
                  <a:lnTo>
                    <a:pt x="217282" y="202084"/>
                  </a:lnTo>
                  <a:lnTo>
                    <a:pt x="217791" y="202235"/>
                  </a:lnTo>
                  <a:lnTo>
                    <a:pt x="218676" y="202623"/>
                  </a:lnTo>
                  <a:lnTo>
                    <a:pt x="219839" y="202779"/>
                  </a:lnTo>
                  <a:lnTo>
                    <a:pt x="220331" y="202569"/>
                  </a:lnTo>
                  <a:lnTo>
                    <a:pt x="221026" y="202750"/>
                  </a:lnTo>
                  <a:lnTo>
                    <a:pt x="221495" y="203138"/>
                  </a:lnTo>
                  <a:lnTo>
                    <a:pt x="221922" y="203512"/>
                  </a:lnTo>
                  <a:lnTo>
                    <a:pt x="221352" y="203965"/>
                  </a:lnTo>
                  <a:lnTo>
                    <a:pt x="221460" y="204269"/>
                  </a:lnTo>
                  <a:lnTo>
                    <a:pt x="221242" y="204803"/>
                  </a:lnTo>
                  <a:lnTo>
                    <a:pt x="220564" y="204951"/>
                  </a:lnTo>
                  <a:lnTo>
                    <a:pt x="219978" y="204366"/>
                  </a:lnTo>
                  <a:lnTo>
                    <a:pt x="219811" y="204163"/>
                  </a:lnTo>
                  <a:lnTo>
                    <a:pt x="219416" y="203903"/>
                  </a:lnTo>
                  <a:lnTo>
                    <a:pt x="219034" y="203925"/>
                  </a:lnTo>
                  <a:lnTo>
                    <a:pt x="218795" y="203999"/>
                  </a:lnTo>
                  <a:lnTo>
                    <a:pt x="218915" y="204253"/>
                  </a:lnTo>
                  <a:lnTo>
                    <a:pt x="218972" y="204745"/>
                  </a:lnTo>
                  <a:lnTo>
                    <a:pt x="218899" y="205052"/>
                  </a:lnTo>
                  <a:lnTo>
                    <a:pt x="218707" y="205238"/>
                  </a:lnTo>
                  <a:lnTo>
                    <a:pt x="218183" y="205379"/>
                  </a:lnTo>
                  <a:lnTo>
                    <a:pt x="217983" y="205337"/>
                  </a:lnTo>
                  <a:lnTo>
                    <a:pt x="217843" y="204935"/>
                  </a:lnTo>
                  <a:lnTo>
                    <a:pt x="217449" y="204925"/>
                  </a:lnTo>
                  <a:lnTo>
                    <a:pt x="217373" y="205861"/>
                  </a:lnTo>
                  <a:lnTo>
                    <a:pt x="217205" y="206204"/>
                  </a:lnTo>
                  <a:lnTo>
                    <a:pt x="217104" y="206560"/>
                  </a:lnTo>
                  <a:lnTo>
                    <a:pt x="217723" y="207770"/>
                  </a:lnTo>
                  <a:lnTo>
                    <a:pt x="217805" y="208153"/>
                  </a:lnTo>
                  <a:lnTo>
                    <a:pt x="217391" y="208433"/>
                  </a:lnTo>
                  <a:lnTo>
                    <a:pt x="216921" y="208268"/>
                  </a:lnTo>
                  <a:lnTo>
                    <a:pt x="216547" y="208290"/>
                  </a:lnTo>
                  <a:lnTo>
                    <a:pt x="216130" y="208548"/>
                  </a:lnTo>
                  <a:lnTo>
                    <a:pt x="215893" y="208864"/>
                  </a:lnTo>
                  <a:lnTo>
                    <a:pt x="215666" y="208823"/>
                  </a:lnTo>
                  <a:lnTo>
                    <a:pt x="215406" y="208690"/>
                  </a:lnTo>
                  <a:lnTo>
                    <a:pt x="214661" y="208040"/>
                  </a:lnTo>
                  <a:lnTo>
                    <a:pt x="214155" y="207809"/>
                  </a:lnTo>
                  <a:lnTo>
                    <a:pt x="213547" y="207885"/>
                  </a:lnTo>
                  <a:lnTo>
                    <a:pt x="212932" y="207923"/>
                  </a:lnTo>
                  <a:lnTo>
                    <a:pt x="212455" y="207911"/>
                  </a:lnTo>
                  <a:lnTo>
                    <a:pt x="212287" y="207971"/>
                  </a:lnTo>
                  <a:lnTo>
                    <a:pt x="212105" y="208146"/>
                  </a:lnTo>
                  <a:lnTo>
                    <a:pt x="211949" y="208336"/>
                  </a:lnTo>
                  <a:lnTo>
                    <a:pt x="211645" y="208484"/>
                  </a:lnTo>
                  <a:lnTo>
                    <a:pt x="210768" y="208880"/>
                  </a:lnTo>
                  <a:lnTo>
                    <a:pt x="210302" y="208876"/>
                  </a:lnTo>
                  <a:lnTo>
                    <a:pt x="209366" y="209531"/>
                  </a:lnTo>
                  <a:lnTo>
                    <a:pt x="209297" y="209901"/>
                  </a:lnTo>
                  <a:lnTo>
                    <a:pt x="209636" y="210635"/>
                  </a:lnTo>
                  <a:lnTo>
                    <a:pt x="210054" y="211250"/>
                  </a:lnTo>
                  <a:lnTo>
                    <a:pt x="209862" y="211430"/>
                  </a:lnTo>
                  <a:lnTo>
                    <a:pt x="209200" y="211395"/>
                  </a:lnTo>
                  <a:lnTo>
                    <a:pt x="208693" y="211358"/>
                  </a:lnTo>
                  <a:lnTo>
                    <a:pt x="208387" y="211509"/>
                  </a:lnTo>
                  <a:lnTo>
                    <a:pt x="207653" y="211481"/>
                  </a:lnTo>
                  <a:lnTo>
                    <a:pt x="207452" y="212294"/>
                  </a:lnTo>
                  <a:lnTo>
                    <a:pt x="207951" y="212516"/>
                  </a:lnTo>
                  <a:lnTo>
                    <a:pt x="208244" y="213422"/>
                  </a:lnTo>
                  <a:lnTo>
                    <a:pt x="208352" y="213567"/>
                  </a:lnTo>
                  <a:lnTo>
                    <a:pt x="208630" y="214202"/>
                  </a:lnTo>
                  <a:lnTo>
                    <a:pt x="208739" y="214451"/>
                  </a:lnTo>
                  <a:lnTo>
                    <a:pt x="209240" y="214687"/>
                  </a:lnTo>
                  <a:lnTo>
                    <a:pt x="209958" y="215325"/>
                  </a:lnTo>
                  <a:lnTo>
                    <a:pt x="209738" y="215607"/>
                  </a:lnTo>
                  <a:lnTo>
                    <a:pt x="209400" y="215979"/>
                  </a:lnTo>
                  <a:lnTo>
                    <a:pt x="209099" y="216266"/>
                  </a:lnTo>
                  <a:lnTo>
                    <a:pt x="208685" y="216565"/>
                  </a:lnTo>
                  <a:lnTo>
                    <a:pt x="208778" y="217474"/>
                  </a:lnTo>
                  <a:lnTo>
                    <a:pt x="208886" y="217804"/>
                  </a:lnTo>
                  <a:lnTo>
                    <a:pt x="208752" y="217885"/>
                  </a:lnTo>
                  <a:lnTo>
                    <a:pt x="208286" y="218354"/>
                  </a:lnTo>
                  <a:lnTo>
                    <a:pt x="208261" y="219155"/>
                  </a:lnTo>
                  <a:lnTo>
                    <a:pt x="208573" y="219094"/>
                  </a:lnTo>
                  <a:lnTo>
                    <a:pt x="208779" y="219079"/>
                  </a:lnTo>
                  <a:lnTo>
                    <a:pt x="209060" y="219139"/>
                  </a:lnTo>
                  <a:lnTo>
                    <a:pt x="209146" y="219331"/>
                  </a:lnTo>
                  <a:lnTo>
                    <a:pt x="209413" y="219728"/>
                  </a:lnTo>
                  <a:lnTo>
                    <a:pt x="209583" y="219918"/>
                  </a:lnTo>
                  <a:lnTo>
                    <a:pt x="209609" y="220174"/>
                  </a:lnTo>
                  <a:lnTo>
                    <a:pt x="209711" y="220576"/>
                  </a:lnTo>
                  <a:lnTo>
                    <a:pt x="210206" y="220952"/>
                  </a:lnTo>
                  <a:lnTo>
                    <a:pt x="210390" y="221515"/>
                  </a:lnTo>
                  <a:lnTo>
                    <a:pt x="210422" y="221834"/>
                  </a:lnTo>
                  <a:lnTo>
                    <a:pt x="210735" y="222514"/>
                  </a:lnTo>
                  <a:lnTo>
                    <a:pt x="211183" y="222783"/>
                  </a:lnTo>
                  <a:lnTo>
                    <a:pt x="211439" y="223056"/>
                  </a:lnTo>
                  <a:lnTo>
                    <a:pt x="211497" y="223360"/>
                  </a:lnTo>
                  <a:lnTo>
                    <a:pt x="211422" y="223752"/>
                  </a:lnTo>
                  <a:lnTo>
                    <a:pt x="211558" y="224045"/>
                  </a:lnTo>
                  <a:lnTo>
                    <a:pt x="212087" y="224007"/>
                  </a:lnTo>
                  <a:lnTo>
                    <a:pt x="212294" y="223931"/>
                  </a:lnTo>
                  <a:lnTo>
                    <a:pt x="212787" y="223714"/>
                  </a:lnTo>
                  <a:lnTo>
                    <a:pt x="213107" y="223502"/>
                  </a:lnTo>
                  <a:lnTo>
                    <a:pt x="213276" y="223455"/>
                  </a:lnTo>
                  <a:lnTo>
                    <a:pt x="213360" y="223631"/>
                  </a:lnTo>
                  <a:lnTo>
                    <a:pt x="213465" y="224162"/>
                  </a:lnTo>
                  <a:lnTo>
                    <a:pt x="213504" y="224514"/>
                  </a:lnTo>
                  <a:lnTo>
                    <a:pt x="213754" y="225320"/>
                  </a:lnTo>
                  <a:lnTo>
                    <a:pt x="213701" y="225475"/>
                  </a:lnTo>
                  <a:lnTo>
                    <a:pt x="213638" y="225767"/>
                  </a:lnTo>
                  <a:lnTo>
                    <a:pt x="213910" y="226294"/>
                  </a:lnTo>
                  <a:lnTo>
                    <a:pt x="214223" y="226668"/>
                  </a:lnTo>
                  <a:lnTo>
                    <a:pt x="214685" y="226488"/>
                  </a:lnTo>
                  <a:lnTo>
                    <a:pt x="215200" y="226520"/>
                  </a:lnTo>
                  <a:lnTo>
                    <a:pt x="215327" y="226570"/>
                  </a:lnTo>
                  <a:lnTo>
                    <a:pt x="215471" y="226641"/>
                  </a:lnTo>
                  <a:lnTo>
                    <a:pt x="216008" y="226752"/>
                  </a:lnTo>
                  <a:lnTo>
                    <a:pt x="216113" y="226882"/>
                  </a:lnTo>
                  <a:lnTo>
                    <a:pt x="216095" y="227144"/>
                  </a:lnTo>
                  <a:lnTo>
                    <a:pt x="215698" y="227182"/>
                  </a:lnTo>
                  <a:lnTo>
                    <a:pt x="215418" y="227253"/>
                  </a:lnTo>
                  <a:lnTo>
                    <a:pt x="215736" y="227874"/>
                  </a:lnTo>
                  <a:lnTo>
                    <a:pt x="216150" y="228075"/>
                  </a:lnTo>
                  <a:lnTo>
                    <a:pt x="216011" y="228092"/>
                  </a:lnTo>
                  <a:lnTo>
                    <a:pt x="215513" y="228310"/>
                  </a:lnTo>
                  <a:lnTo>
                    <a:pt x="215766" y="228908"/>
                  </a:lnTo>
                  <a:lnTo>
                    <a:pt x="215939" y="228861"/>
                  </a:lnTo>
                  <a:lnTo>
                    <a:pt x="216105" y="228760"/>
                  </a:lnTo>
                  <a:lnTo>
                    <a:pt x="216377" y="228634"/>
                  </a:lnTo>
                  <a:lnTo>
                    <a:pt x="216569" y="228736"/>
                  </a:lnTo>
                  <a:lnTo>
                    <a:pt x="216708" y="229114"/>
                  </a:lnTo>
                  <a:lnTo>
                    <a:pt x="216073" y="229428"/>
                  </a:lnTo>
                  <a:lnTo>
                    <a:pt x="215665" y="229542"/>
                  </a:lnTo>
                  <a:lnTo>
                    <a:pt x="215011" y="229597"/>
                  </a:lnTo>
                  <a:lnTo>
                    <a:pt x="214166" y="229769"/>
                  </a:lnTo>
                  <a:lnTo>
                    <a:pt x="214380" y="230091"/>
                  </a:lnTo>
                  <a:lnTo>
                    <a:pt x="214465" y="230254"/>
                  </a:lnTo>
                  <a:lnTo>
                    <a:pt x="214604" y="230618"/>
                  </a:lnTo>
                  <a:lnTo>
                    <a:pt x="214350" y="231043"/>
                  </a:lnTo>
                  <a:lnTo>
                    <a:pt x="214335" y="231521"/>
                  </a:lnTo>
                  <a:lnTo>
                    <a:pt x="214013" y="231694"/>
                  </a:lnTo>
                  <a:lnTo>
                    <a:pt x="213858" y="231761"/>
                  </a:lnTo>
                  <a:lnTo>
                    <a:pt x="213418" y="231796"/>
                  </a:lnTo>
                  <a:lnTo>
                    <a:pt x="213270" y="231790"/>
                  </a:lnTo>
                  <a:lnTo>
                    <a:pt x="212907" y="231505"/>
                  </a:lnTo>
                  <a:lnTo>
                    <a:pt x="212310" y="231500"/>
                  </a:lnTo>
                  <a:lnTo>
                    <a:pt x="212080" y="231816"/>
                  </a:lnTo>
                  <a:lnTo>
                    <a:pt x="211906" y="232213"/>
                  </a:lnTo>
                  <a:lnTo>
                    <a:pt x="211605" y="232607"/>
                  </a:lnTo>
                  <a:lnTo>
                    <a:pt x="211250" y="232478"/>
                  </a:lnTo>
                  <a:lnTo>
                    <a:pt x="210967" y="232514"/>
                  </a:lnTo>
                  <a:lnTo>
                    <a:pt x="210593" y="232961"/>
                  </a:lnTo>
                  <a:lnTo>
                    <a:pt x="210159" y="232963"/>
                  </a:lnTo>
                  <a:lnTo>
                    <a:pt x="209882" y="232857"/>
                  </a:lnTo>
                  <a:lnTo>
                    <a:pt x="209525" y="232771"/>
                  </a:lnTo>
                  <a:lnTo>
                    <a:pt x="209355" y="232733"/>
                  </a:lnTo>
                  <a:lnTo>
                    <a:pt x="208832" y="232987"/>
                  </a:lnTo>
                  <a:lnTo>
                    <a:pt x="208395" y="233496"/>
                  </a:lnTo>
                  <a:lnTo>
                    <a:pt x="208287" y="233663"/>
                  </a:lnTo>
                  <a:lnTo>
                    <a:pt x="208213" y="233826"/>
                  </a:lnTo>
                  <a:lnTo>
                    <a:pt x="207855" y="233818"/>
                  </a:lnTo>
                  <a:lnTo>
                    <a:pt x="207558" y="233831"/>
                  </a:lnTo>
                  <a:lnTo>
                    <a:pt x="207606" y="234187"/>
                  </a:lnTo>
                  <a:lnTo>
                    <a:pt x="207579" y="234437"/>
                  </a:lnTo>
                  <a:lnTo>
                    <a:pt x="207377" y="234573"/>
                  </a:lnTo>
                  <a:lnTo>
                    <a:pt x="207356" y="235043"/>
                  </a:lnTo>
                  <a:lnTo>
                    <a:pt x="207227" y="235243"/>
                  </a:lnTo>
                  <a:lnTo>
                    <a:pt x="207014" y="235318"/>
                  </a:lnTo>
                  <a:lnTo>
                    <a:pt x="206608" y="235019"/>
                  </a:lnTo>
                  <a:lnTo>
                    <a:pt x="206313" y="234461"/>
                  </a:lnTo>
                  <a:lnTo>
                    <a:pt x="206370" y="234948"/>
                  </a:lnTo>
                  <a:lnTo>
                    <a:pt x="206242" y="235123"/>
                  </a:lnTo>
                  <a:lnTo>
                    <a:pt x="206109" y="235237"/>
                  </a:lnTo>
                  <a:lnTo>
                    <a:pt x="205925" y="235170"/>
                  </a:lnTo>
                  <a:lnTo>
                    <a:pt x="205789" y="235084"/>
                  </a:lnTo>
                  <a:lnTo>
                    <a:pt x="205482" y="234958"/>
                  </a:lnTo>
                  <a:lnTo>
                    <a:pt x="205330" y="234916"/>
                  </a:lnTo>
                  <a:lnTo>
                    <a:pt x="204905" y="235302"/>
                  </a:lnTo>
                  <a:lnTo>
                    <a:pt x="204501" y="235444"/>
                  </a:lnTo>
                  <a:lnTo>
                    <a:pt x="204138" y="235559"/>
                  </a:lnTo>
                  <a:lnTo>
                    <a:pt x="203872" y="235546"/>
                  </a:lnTo>
                  <a:lnTo>
                    <a:pt x="203480" y="235284"/>
                  </a:lnTo>
                  <a:lnTo>
                    <a:pt x="203186" y="235106"/>
                  </a:lnTo>
                  <a:lnTo>
                    <a:pt x="202157" y="234979"/>
                  </a:lnTo>
                  <a:lnTo>
                    <a:pt x="201599" y="234964"/>
                  </a:lnTo>
                  <a:lnTo>
                    <a:pt x="201588" y="235113"/>
                  </a:lnTo>
                  <a:lnTo>
                    <a:pt x="201384" y="235303"/>
                  </a:lnTo>
                  <a:lnTo>
                    <a:pt x="200845" y="235370"/>
                  </a:lnTo>
                  <a:lnTo>
                    <a:pt x="200710" y="235597"/>
                  </a:lnTo>
                  <a:lnTo>
                    <a:pt x="200512" y="235684"/>
                  </a:lnTo>
                  <a:lnTo>
                    <a:pt x="200290" y="235742"/>
                  </a:lnTo>
                  <a:lnTo>
                    <a:pt x="200092" y="236054"/>
                  </a:lnTo>
                  <a:lnTo>
                    <a:pt x="199562" y="236303"/>
                  </a:lnTo>
                  <a:lnTo>
                    <a:pt x="199340" y="236410"/>
                  </a:lnTo>
                  <a:lnTo>
                    <a:pt x="198849" y="236963"/>
                  </a:lnTo>
                  <a:lnTo>
                    <a:pt x="198904" y="237167"/>
                  </a:lnTo>
                  <a:lnTo>
                    <a:pt x="198590" y="237401"/>
                  </a:lnTo>
                  <a:lnTo>
                    <a:pt x="197573" y="237265"/>
                  </a:lnTo>
                  <a:lnTo>
                    <a:pt x="197207" y="237033"/>
                  </a:lnTo>
                  <a:lnTo>
                    <a:pt x="196728" y="236920"/>
                  </a:lnTo>
                  <a:lnTo>
                    <a:pt x="196415" y="236966"/>
                  </a:lnTo>
                  <a:lnTo>
                    <a:pt x="196112" y="236377"/>
                  </a:lnTo>
                  <a:lnTo>
                    <a:pt x="195765" y="236226"/>
                  </a:lnTo>
                  <a:lnTo>
                    <a:pt x="195414" y="236456"/>
                  </a:lnTo>
                  <a:lnTo>
                    <a:pt x="195232" y="236593"/>
                  </a:lnTo>
                  <a:lnTo>
                    <a:pt x="194973" y="236761"/>
                  </a:lnTo>
                  <a:lnTo>
                    <a:pt x="194630" y="236484"/>
                  </a:lnTo>
                  <a:lnTo>
                    <a:pt x="194337" y="236188"/>
                  </a:lnTo>
                  <a:lnTo>
                    <a:pt x="194019" y="236322"/>
                  </a:lnTo>
                  <a:lnTo>
                    <a:pt x="193640" y="236426"/>
                  </a:lnTo>
                  <a:lnTo>
                    <a:pt x="193501" y="236156"/>
                  </a:lnTo>
                  <a:lnTo>
                    <a:pt x="193147" y="236216"/>
                  </a:lnTo>
                  <a:lnTo>
                    <a:pt x="192975" y="236363"/>
                  </a:lnTo>
                  <a:lnTo>
                    <a:pt x="192691" y="236455"/>
                  </a:lnTo>
                  <a:lnTo>
                    <a:pt x="192274" y="236511"/>
                  </a:lnTo>
                  <a:lnTo>
                    <a:pt x="191625" y="236771"/>
                  </a:lnTo>
                  <a:lnTo>
                    <a:pt x="191461" y="236818"/>
                  </a:lnTo>
                  <a:lnTo>
                    <a:pt x="191313" y="236735"/>
                  </a:lnTo>
                  <a:lnTo>
                    <a:pt x="191213" y="236607"/>
                  </a:lnTo>
                  <a:lnTo>
                    <a:pt x="190986" y="236332"/>
                  </a:lnTo>
                  <a:lnTo>
                    <a:pt x="190838" y="236197"/>
                  </a:lnTo>
                  <a:lnTo>
                    <a:pt x="190475" y="236030"/>
                  </a:lnTo>
                  <a:lnTo>
                    <a:pt x="190439" y="236187"/>
                  </a:lnTo>
                  <a:lnTo>
                    <a:pt x="189847" y="236227"/>
                  </a:lnTo>
                  <a:lnTo>
                    <a:pt x="189599" y="236238"/>
                  </a:lnTo>
                  <a:lnTo>
                    <a:pt x="189193" y="236634"/>
                  </a:lnTo>
                  <a:lnTo>
                    <a:pt x="189078" y="236886"/>
                  </a:lnTo>
                  <a:lnTo>
                    <a:pt x="189078" y="237071"/>
                  </a:lnTo>
                  <a:lnTo>
                    <a:pt x="189079" y="237237"/>
                  </a:lnTo>
                  <a:lnTo>
                    <a:pt x="188821" y="237329"/>
                  </a:lnTo>
                  <a:lnTo>
                    <a:pt x="188108" y="237441"/>
                  </a:lnTo>
                  <a:lnTo>
                    <a:pt x="187946" y="237383"/>
                  </a:lnTo>
                  <a:lnTo>
                    <a:pt x="187125" y="237134"/>
                  </a:lnTo>
                  <a:lnTo>
                    <a:pt x="187039" y="237383"/>
                  </a:lnTo>
                  <a:lnTo>
                    <a:pt x="186934" y="237554"/>
                  </a:lnTo>
                  <a:lnTo>
                    <a:pt x="186786" y="238267"/>
                  </a:lnTo>
                  <a:lnTo>
                    <a:pt x="186836" y="238607"/>
                  </a:lnTo>
                  <a:lnTo>
                    <a:pt x="186913" y="239029"/>
                  </a:lnTo>
                  <a:lnTo>
                    <a:pt x="186825" y="239517"/>
                  </a:lnTo>
                  <a:lnTo>
                    <a:pt x="186686" y="239716"/>
                  </a:lnTo>
                  <a:lnTo>
                    <a:pt x="186159" y="240693"/>
                  </a:lnTo>
                  <a:lnTo>
                    <a:pt x="186080" y="241110"/>
                  </a:lnTo>
                  <a:lnTo>
                    <a:pt x="186491" y="241430"/>
                  </a:lnTo>
                  <a:lnTo>
                    <a:pt x="187212" y="241767"/>
                  </a:lnTo>
                  <a:lnTo>
                    <a:pt x="187327" y="242056"/>
                  </a:lnTo>
                  <a:lnTo>
                    <a:pt x="187266" y="242574"/>
                  </a:lnTo>
                  <a:lnTo>
                    <a:pt x="187232" y="242864"/>
                  </a:lnTo>
                  <a:lnTo>
                    <a:pt x="187250" y="243098"/>
                  </a:lnTo>
                  <a:lnTo>
                    <a:pt x="187262" y="243299"/>
                  </a:lnTo>
                  <a:lnTo>
                    <a:pt x="187262" y="243544"/>
                  </a:lnTo>
                  <a:lnTo>
                    <a:pt x="187260" y="243896"/>
                  </a:lnTo>
                  <a:lnTo>
                    <a:pt x="187330" y="244142"/>
                  </a:lnTo>
                  <a:lnTo>
                    <a:pt x="187314" y="244618"/>
                  </a:lnTo>
                  <a:lnTo>
                    <a:pt x="187489" y="245146"/>
                  </a:lnTo>
                  <a:lnTo>
                    <a:pt x="187872" y="245383"/>
                  </a:lnTo>
                  <a:lnTo>
                    <a:pt x="188092" y="245518"/>
                  </a:lnTo>
                  <a:lnTo>
                    <a:pt x="188296" y="245402"/>
                  </a:lnTo>
                  <a:lnTo>
                    <a:pt x="188301" y="245179"/>
                  </a:lnTo>
                  <a:lnTo>
                    <a:pt x="188684" y="244988"/>
                  </a:lnTo>
                  <a:lnTo>
                    <a:pt x="188720" y="245371"/>
                  </a:lnTo>
                  <a:lnTo>
                    <a:pt x="188951" y="245501"/>
                  </a:lnTo>
                  <a:lnTo>
                    <a:pt x="189373" y="245598"/>
                  </a:lnTo>
                  <a:lnTo>
                    <a:pt x="189720" y="246097"/>
                  </a:lnTo>
                  <a:lnTo>
                    <a:pt x="190330" y="246780"/>
                  </a:lnTo>
                  <a:lnTo>
                    <a:pt x="191107" y="247085"/>
                  </a:lnTo>
                  <a:lnTo>
                    <a:pt x="191407" y="247157"/>
                  </a:lnTo>
                  <a:lnTo>
                    <a:pt x="192227" y="247388"/>
                  </a:lnTo>
                  <a:lnTo>
                    <a:pt x="192748" y="247987"/>
                  </a:lnTo>
                  <a:lnTo>
                    <a:pt x="193168" y="248021"/>
                  </a:lnTo>
                  <a:lnTo>
                    <a:pt x="193201" y="247857"/>
                  </a:lnTo>
                  <a:lnTo>
                    <a:pt x="192953" y="247473"/>
                  </a:lnTo>
                  <a:lnTo>
                    <a:pt x="193197" y="246909"/>
                  </a:lnTo>
                  <a:lnTo>
                    <a:pt x="193394" y="247038"/>
                  </a:lnTo>
                  <a:lnTo>
                    <a:pt x="193877" y="247436"/>
                  </a:lnTo>
                  <a:lnTo>
                    <a:pt x="194126" y="248057"/>
                  </a:lnTo>
                  <a:lnTo>
                    <a:pt x="194195" y="248625"/>
                  </a:lnTo>
                  <a:lnTo>
                    <a:pt x="194244" y="249130"/>
                  </a:lnTo>
                  <a:lnTo>
                    <a:pt x="194424" y="249248"/>
                  </a:lnTo>
                  <a:lnTo>
                    <a:pt x="194499" y="249446"/>
                  </a:lnTo>
                  <a:lnTo>
                    <a:pt x="194497" y="249744"/>
                  </a:lnTo>
                  <a:lnTo>
                    <a:pt x="194706" y="250197"/>
                  </a:lnTo>
                  <a:lnTo>
                    <a:pt x="195016" y="250697"/>
                  </a:lnTo>
                  <a:lnTo>
                    <a:pt x="194642" y="250720"/>
                  </a:lnTo>
                  <a:lnTo>
                    <a:pt x="194498" y="250709"/>
                  </a:lnTo>
                  <a:lnTo>
                    <a:pt x="194337" y="250711"/>
                  </a:lnTo>
                  <a:lnTo>
                    <a:pt x="194136" y="250727"/>
                  </a:lnTo>
                  <a:lnTo>
                    <a:pt x="193620" y="251023"/>
                  </a:lnTo>
                  <a:lnTo>
                    <a:pt x="193131" y="251611"/>
                  </a:lnTo>
                  <a:lnTo>
                    <a:pt x="192916" y="251706"/>
                  </a:lnTo>
                  <a:lnTo>
                    <a:pt x="192912" y="252142"/>
                  </a:lnTo>
                  <a:lnTo>
                    <a:pt x="193184" y="252105"/>
                  </a:lnTo>
                  <a:lnTo>
                    <a:pt x="193278" y="252348"/>
                  </a:lnTo>
                  <a:lnTo>
                    <a:pt x="193461" y="252642"/>
                  </a:lnTo>
                  <a:lnTo>
                    <a:pt x="193293" y="253014"/>
                  </a:lnTo>
                  <a:lnTo>
                    <a:pt x="193453" y="253185"/>
                  </a:lnTo>
                  <a:lnTo>
                    <a:pt x="193593" y="253185"/>
                  </a:lnTo>
                  <a:lnTo>
                    <a:pt x="193359" y="253421"/>
                  </a:lnTo>
                  <a:lnTo>
                    <a:pt x="193188" y="253454"/>
                  </a:lnTo>
                  <a:lnTo>
                    <a:pt x="192961" y="253623"/>
                  </a:lnTo>
                  <a:lnTo>
                    <a:pt x="192808" y="253708"/>
                  </a:lnTo>
                  <a:lnTo>
                    <a:pt x="192421" y="253738"/>
                  </a:lnTo>
                  <a:lnTo>
                    <a:pt x="192250" y="253740"/>
                  </a:lnTo>
                  <a:lnTo>
                    <a:pt x="192142" y="254297"/>
                  </a:lnTo>
                  <a:lnTo>
                    <a:pt x="192284" y="254493"/>
                  </a:lnTo>
                  <a:lnTo>
                    <a:pt x="192374" y="254679"/>
                  </a:lnTo>
                  <a:lnTo>
                    <a:pt x="192231" y="254734"/>
                  </a:lnTo>
                  <a:lnTo>
                    <a:pt x="192487" y="255205"/>
                  </a:lnTo>
                  <a:lnTo>
                    <a:pt x="192549" y="255333"/>
                  </a:lnTo>
                  <a:lnTo>
                    <a:pt x="192542" y="255469"/>
                  </a:lnTo>
                  <a:lnTo>
                    <a:pt x="192484" y="255644"/>
                  </a:lnTo>
                  <a:lnTo>
                    <a:pt x="193126" y="255758"/>
                  </a:lnTo>
                  <a:lnTo>
                    <a:pt x="193108" y="256072"/>
                  </a:lnTo>
                  <a:lnTo>
                    <a:pt x="193016" y="256353"/>
                  </a:lnTo>
                  <a:lnTo>
                    <a:pt x="192728" y="256441"/>
                  </a:lnTo>
                  <a:lnTo>
                    <a:pt x="192314" y="256416"/>
                  </a:lnTo>
                  <a:lnTo>
                    <a:pt x="191445" y="256670"/>
                  </a:lnTo>
                  <a:lnTo>
                    <a:pt x="190751" y="256845"/>
                  </a:lnTo>
                  <a:lnTo>
                    <a:pt x="190524" y="257431"/>
                  </a:lnTo>
                  <a:lnTo>
                    <a:pt x="190402" y="257749"/>
                  </a:lnTo>
                  <a:lnTo>
                    <a:pt x="189773" y="259136"/>
                  </a:lnTo>
                  <a:lnTo>
                    <a:pt x="189913" y="259305"/>
                  </a:lnTo>
                  <a:lnTo>
                    <a:pt x="189653" y="259570"/>
                  </a:lnTo>
                  <a:lnTo>
                    <a:pt x="189424" y="259697"/>
                  </a:lnTo>
                  <a:lnTo>
                    <a:pt x="189006" y="259471"/>
                  </a:lnTo>
                  <a:lnTo>
                    <a:pt x="188604" y="259689"/>
                  </a:lnTo>
                  <a:lnTo>
                    <a:pt x="188332" y="259703"/>
                  </a:lnTo>
                  <a:lnTo>
                    <a:pt x="187628" y="260018"/>
                  </a:lnTo>
                  <a:lnTo>
                    <a:pt x="187684" y="260362"/>
                  </a:lnTo>
                  <a:lnTo>
                    <a:pt x="187649" y="260689"/>
                  </a:lnTo>
                  <a:lnTo>
                    <a:pt x="187047" y="260833"/>
                  </a:lnTo>
                  <a:lnTo>
                    <a:pt x="186908" y="260529"/>
                  </a:lnTo>
                  <a:lnTo>
                    <a:pt x="186878" y="260191"/>
                  </a:lnTo>
                  <a:lnTo>
                    <a:pt x="186676" y="260071"/>
                  </a:lnTo>
                  <a:lnTo>
                    <a:pt x="186470" y="259918"/>
                  </a:lnTo>
                  <a:lnTo>
                    <a:pt x="186328" y="259755"/>
                  </a:lnTo>
                  <a:lnTo>
                    <a:pt x="186092" y="259613"/>
                  </a:lnTo>
                  <a:lnTo>
                    <a:pt x="185893" y="259505"/>
                  </a:lnTo>
                  <a:lnTo>
                    <a:pt x="185737" y="259476"/>
                  </a:lnTo>
                  <a:lnTo>
                    <a:pt x="185446" y="259591"/>
                  </a:lnTo>
                  <a:lnTo>
                    <a:pt x="185300" y="259640"/>
                  </a:lnTo>
                  <a:lnTo>
                    <a:pt x="185156" y="259668"/>
                  </a:lnTo>
                  <a:lnTo>
                    <a:pt x="184944" y="259569"/>
                  </a:lnTo>
                  <a:lnTo>
                    <a:pt x="184808" y="259465"/>
                  </a:lnTo>
                  <a:lnTo>
                    <a:pt x="184399" y="259324"/>
                  </a:lnTo>
                  <a:lnTo>
                    <a:pt x="183814" y="259522"/>
                  </a:lnTo>
                  <a:lnTo>
                    <a:pt x="183619" y="259339"/>
                  </a:lnTo>
                  <a:lnTo>
                    <a:pt x="183395" y="259374"/>
                  </a:lnTo>
                  <a:lnTo>
                    <a:pt x="183417" y="259549"/>
                  </a:lnTo>
                  <a:lnTo>
                    <a:pt x="183516" y="259942"/>
                  </a:lnTo>
                  <a:lnTo>
                    <a:pt x="183658" y="260037"/>
                  </a:lnTo>
                  <a:lnTo>
                    <a:pt x="183821" y="260074"/>
                  </a:lnTo>
                  <a:lnTo>
                    <a:pt x="184191" y="260302"/>
                  </a:lnTo>
                  <a:lnTo>
                    <a:pt x="184631" y="260704"/>
                  </a:lnTo>
                  <a:lnTo>
                    <a:pt x="184330" y="260949"/>
                  </a:lnTo>
                  <a:lnTo>
                    <a:pt x="184071" y="261062"/>
                  </a:lnTo>
                  <a:lnTo>
                    <a:pt x="183853" y="261115"/>
                  </a:lnTo>
                  <a:lnTo>
                    <a:pt x="183385" y="260932"/>
                  </a:lnTo>
                  <a:lnTo>
                    <a:pt x="183326" y="260735"/>
                  </a:lnTo>
                  <a:lnTo>
                    <a:pt x="183124" y="260528"/>
                  </a:lnTo>
                  <a:lnTo>
                    <a:pt x="182833" y="260498"/>
                  </a:lnTo>
                  <a:lnTo>
                    <a:pt x="182493" y="260438"/>
                  </a:lnTo>
                  <a:lnTo>
                    <a:pt x="182181" y="260364"/>
                  </a:lnTo>
                  <a:lnTo>
                    <a:pt x="181953" y="260225"/>
                  </a:lnTo>
                  <a:lnTo>
                    <a:pt x="181699" y="260190"/>
                  </a:lnTo>
                  <a:lnTo>
                    <a:pt x="181563" y="260202"/>
                  </a:lnTo>
                  <a:lnTo>
                    <a:pt x="181212" y="260509"/>
                  </a:lnTo>
                  <a:lnTo>
                    <a:pt x="180839" y="260525"/>
                  </a:lnTo>
                  <a:lnTo>
                    <a:pt x="180795" y="260374"/>
                  </a:lnTo>
                  <a:lnTo>
                    <a:pt x="180631" y="260291"/>
                  </a:lnTo>
                  <a:lnTo>
                    <a:pt x="180334" y="260362"/>
                  </a:lnTo>
                  <a:lnTo>
                    <a:pt x="180206" y="260497"/>
                  </a:lnTo>
                  <a:lnTo>
                    <a:pt x="179982" y="260509"/>
                  </a:lnTo>
                  <a:lnTo>
                    <a:pt x="179611" y="260395"/>
                  </a:lnTo>
                  <a:lnTo>
                    <a:pt x="179437" y="260021"/>
                  </a:lnTo>
                  <a:lnTo>
                    <a:pt x="179433" y="259875"/>
                  </a:lnTo>
                  <a:lnTo>
                    <a:pt x="179368" y="259739"/>
                  </a:lnTo>
                  <a:lnTo>
                    <a:pt x="179124" y="259465"/>
                  </a:lnTo>
                  <a:lnTo>
                    <a:pt x="178999" y="259148"/>
                  </a:lnTo>
                  <a:lnTo>
                    <a:pt x="178747" y="259179"/>
                  </a:lnTo>
                  <a:lnTo>
                    <a:pt x="178646" y="259428"/>
                  </a:lnTo>
                  <a:lnTo>
                    <a:pt x="178102" y="259304"/>
                  </a:lnTo>
                  <a:lnTo>
                    <a:pt x="177842" y="259252"/>
                  </a:lnTo>
                  <a:lnTo>
                    <a:pt x="177658" y="259281"/>
                  </a:lnTo>
                  <a:lnTo>
                    <a:pt x="177438" y="259409"/>
                  </a:lnTo>
                  <a:lnTo>
                    <a:pt x="177178" y="259391"/>
                  </a:lnTo>
                  <a:lnTo>
                    <a:pt x="177178" y="259723"/>
                  </a:lnTo>
                  <a:lnTo>
                    <a:pt x="177201" y="259854"/>
                  </a:lnTo>
                  <a:lnTo>
                    <a:pt x="176911" y="260290"/>
                  </a:lnTo>
                  <a:lnTo>
                    <a:pt x="176572" y="260508"/>
                  </a:lnTo>
                  <a:lnTo>
                    <a:pt x="176257" y="260688"/>
                  </a:lnTo>
                  <a:lnTo>
                    <a:pt x="175987" y="260665"/>
                  </a:lnTo>
                  <a:lnTo>
                    <a:pt x="175949" y="260313"/>
                  </a:lnTo>
                  <a:lnTo>
                    <a:pt x="175889" y="260484"/>
                  </a:lnTo>
                  <a:lnTo>
                    <a:pt x="175910" y="260646"/>
                  </a:lnTo>
                  <a:lnTo>
                    <a:pt x="175815" y="260787"/>
                  </a:lnTo>
                  <a:lnTo>
                    <a:pt x="175601" y="260773"/>
                  </a:lnTo>
                  <a:lnTo>
                    <a:pt x="175351" y="260568"/>
                  </a:lnTo>
                  <a:lnTo>
                    <a:pt x="175118" y="260667"/>
                  </a:lnTo>
                  <a:lnTo>
                    <a:pt x="174992" y="260851"/>
                  </a:lnTo>
                  <a:lnTo>
                    <a:pt x="174904" y="261017"/>
                  </a:lnTo>
                  <a:lnTo>
                    <a:pt x="174945" y="261228"/>
                  </a:lnTo>
                  <a:lnTo>
                    <a:pt x="174840" y="261556"/>
                  </a:lnTo>
                  <a:lnTo>
                    <a:pt x="175154" y="261952"/>
                  </a:lnTo>
                  <a:lnTo>
                    <a:pt x="174955" y="261986"/>
                  </a:lnTo>
                  <a:lnTo>
                    <a:pt x="174762" y="262131"/>
                  </a:lnTo>
                  <a:lnTo>
                    <a:pt x="174730" y="262301"/>
                  </a:lnTo>
                  <a:lnTo>
                    <a:pt x="174454" y="262437"/>
                  </a:lnTo>
                  <a:lnTo>
                    <a:pt x="174312" y="262625"/>
                  </a:lnTo>
                  <a:lnTo>
                    <a:pt x="174258" y="262877"/>
                  </a:lnTo>
                  <a:lnTo>
                    <a:pt x="174290" y="263139"/>
                  </a:lnTo>
                  <a:lnTo>
                    <a:pt x="174047" y="263181"/>
                  </a:lnTo>
                  <a:lnTo>
                    <a:pt x="173678" y="263145"/>
                  </a:lnTo>
                  <a:lnTo>
                    <a:pt x="173448" y="263153"/>
                  </a:lnTo>
                  <a:lnTo>
                    <a:pt x="173226" y="263050"/>
                  </a:lnTo>
                  <a:lnTo>
                    <a:pt x="172621" y="263016"/>
                  </a:lnTo>
                  <a:lnTo>
                    <a:pt x="172718" y="263310"/>
                  </a:lnTo>
                  <a:lnTo>
                    <a:pt x="172855" y="263578"/>
                  </a:lnTo>
                  <a:lnTo>
                    <a:pt x="172890" y="263762"/>
                  </a:lnTo>
                  <a:lnTo>
                    <a:pt x="172616" y="263934"/>
                  </a:lnTo>
                  <a:lnTo>
                    <a:pt x="172412" y="264027"/>
                  </a:lnTo>
                  <a:lnTo>
                    <a:pt x="172205" y="264389"/>
                  </a:lnTo>
                  <a:lnTo>
                    <a:pt x="172004" y="264433"/>
                  </a:lnTo>
                  <a:lnTo>
                    <a:pt x="171563" y="264453"/>
                  </a:lnTo>
                  <a:lnTo>
                    <a:pt x="171383" y="264439"/>
                  </a:lnTo>
                  <a:lnTo>
                    <a:pt x="170899" y="264486"/>
                  </a:lnTo>
                  <a:lnTo>
                    <a:pt x="171173" y="265006"/>
                  </a:lnTo>
                  <a:lnTo>
                    <a:pt x="171168" y="265364"/>
                  </a:lnTo>
                  <a:lnTo>
                    <a:pt x="170671" y="265371"/>
                  </a:lnTo>
                  <a:lnTo>
                    <a:pt x="170315" y="265353"/>
                  </a:lnTo>
                  <a:lnTo>
                    <a:pt x="170279" y="264886"/>
                  </a:lnTo>
                  <a:lnTo>
                    <a:pt x="170270" y="264723"/>
                  </a:lnTo>
                  <a:lnTo>
                    <a:pt x="170156" y="264518"/>
                  </a:lnTo>
                  <a:lnTo>
                    <a:pt x="169936" y="264543"/>
                  </a:lnTo>
                  <a:lnTo>
                    <a:pt x="169746" y="264543"/>
                  </a:lnTo>
                  <a:lnTo>
                    <a:pt x="169436" y="264478"/>
                  </a:lnTo>
                  <a:lnTo>
                    <a:pt x="169274" y="264433"/>
                  </a:lnTo>
                  <a:lnTo>
                    <a:pt x="169296" y="264751"/>
                  </a:lnTo>
                  <a:lnTo>
                    <a:pt x="169373" y="265139"/>
                  </a:lnTo>
                  <a:lnTo>
                    <a:pt x="169543" y="265324"/>
                  </a:lnTo>
                  <a:lnTo>
                    <a:pt x="169801" y="265448"/>
                  </a:lnTo>
                  <a:lnTo>
                    <a:pt x="170041" y="265614"/>
                  </a:lnTo>
                  <a:lnTo>
                    <a:pt x="170009" y="266129"/>
                  </a:lnTo>
                  <a:lnTo>
                    <a:pt x="169969" y="266274"/>
                  </a:lnTo>
                  <a:lnTo>
                    <a:pt x="169780" y="266839"/>
                  </a:lnTo>
                  <a:lnTo>
                    <a:pt x="170225" y="266703"/>
                  </a:lnTo>
                  <a:lnTo>
                    <a:pt x="170447" y="266567"/>
                  </a:lnTo>
                  <a:lnTo>
                    <a:pt x="170567" y="266883"/>
                  </a:lnTo>
                  <a:lnTo>
                    <a:pt x="170360" y="267019"/>
                  </a:lnTo>
                  <a:lnTo>
                    <a:pt x="170546" y="267154"/>
                  </a:lnTo>
                  <a:lnTo>
                    <a:pt x="171008" y="266777"/>
                  </a:lnTo>
                  <a:lnTo>
                    <a:pt x="171241" y="266833"/>
                  </a:lnTo>
                  <a:lnTo>
                    <a:pt x="171384" y="267004"/>
                  </a:lnTo>
                  <a:lnTo>
                    <a:pt x="171460" y="267150"/>
                  </a:lnTo>
                  <a:lnTo>
                    <a:pt x="171454" y="267751"/>
                  </a:lnTo>
                  <a:lnTo>
                    <a:pt x="171528" y="268644"/>
                  </a:lnTo>
                  <a:lnTo>
                    <a:pt x="171222" y="268748"/>
                  </a:lnTo>
                  <a:lnTo>
                    <a:pt x="171056" y="268768"/>
                  </a:lnTo>
                  <a:lnTo>
                    <a:pt x="170791" y="268919"/>
                  </a:lnTo>
                  <a:lnTo>
                    <a:pt x="170256" y="268694"/>
                  </a:lnTo>
                  <a:lnTo>
                    <a:pt x="170071" y="268656"/>
                  </a:lnTo>
                  <a:lnTo>
                    <a:pt x="168814" y="268407"/>
                  </a:lnTo>
                  <a:lnTo>
                    <a:pt x="168584" y="268507"/>
                  </a:lnTo>
                  <a:lnTo>
                    <a:pt x="168370" y="268491"/>
                  </a:lnTo>
                  <a:lnTo>
                    <a:pt x="168192" y="268451"/>
                  </a:lnTo>
                  <a:lnTo>
                    <a:pt x="167609" y="268474"/>
                  </a:lnTo>
                  <a:lnTo>
                    <a:pt x="167353" y="268303"/>
                  </a:lnTo>
                  <a:lnTo>
                    <a:pt x="166839" y="268265"/>
                  </a:lnTo>
                  <a:lnTo>
                    <a:pt x="166542" y="268269"/>
                  </a:lnTo>
                  <a:lnTo>
                    <a:pt x="166024" y="268243"/>
                  </a:lnTo>
                  <a:lnTo>
                    <a:pt x="165755" y="268009"/>
                  </a:lnTo>
                  <a:lnTo>
                    <a:pt x="165400" y="267612"/>
                  </a:lnTo>
                  <a:lnTo>
                    <a:pt x="165317" y="267414"/>
                  </a:lnTo>
                  <a:lnTo>
                    <a:pt x="165071" y="267050"/>
                  </a:lnTo>
                  <a:lnTo>
                    <a:pt x="164867" y="266849"/>
                  </a:lnTo>
                  <a:lnTo>
                    <a:pt x="164770" y="266621"/>
                  </a:lnTo>
                  <a:lnTo>
                    <a:pt x="164673" y="266439"/>
                  </a:lnTo>
                  <a:lnTo>
                    <a:pt x="164082" y="266292"/>
                  </a:lnTo>
                  <a:lnTo>
                    <a:pt x="163417" y="266294"/>
                  </a:lnTo>
                  <a:lnTo>
                    <a:pt x="162952" y="266088"/>
                  </a:lnTo>
                  <a:lnTo>
                    <a:pt x="162109" y="265251"/>
                  </a:lnTo>
                  <a:lnTo>
                    <a:pt x="161888" y="264835"/>
                  </a:lnTo>
                  <a:lnTo>
                    <a:pt x="161824" y="264150"/>
                  </a:lnTo>
                  <a:lnTo>
                    <a:pt x="161860" y="264008"/>
                  </a:lnTo>
                  <a:lnTo>
                    <a:pt x="161769" y="263381"/>
                  </a:lnTo>
                  <a:lnTo>
                    <a:pt x="161821" y="262718"/>
                  </a:lnTo>
                  <a:lnTo>
                    <a:pt x="161612" y="262424"/>
                  </a:lnTo>
                  <a:lnTo>
                    <a:pt x="161330" y="262410"/>
                  </a:lnTo>
                  <a:lnTo>
                    <a:pt x="160866" y="262143"/>
                  </a:lnTo>
                  <a:lnTo>
                    <a:pt x="160778" y="261869"/>
                  </a:lnTo>
                  <a:lnTo>
                    <a:pt x="160068" y="261693"/>
                  </a:lnTo>
                  <a:lnTo>
                    <a:pt x="159894" y="261381"/>
                  </a:lnTo>
                  <a:lnTo>
                    <a:pt x="159756" y="261093"/>
                  </a:lnTo>
                  <a:lnTo>
                    <a:pt x="159739" y="261228"/>
                  </a:lnTo>
                  <a:lnTo>
                    <a:pt x="159534" y="261241"/>
                  </a:lnTo>
                  <a:lnTo>
                    <a:pt x="159560" y="261090"/>
                  </a:lnTo>
                  <a:lnTo>
                    <a:pt x="159229" y="261098"/>
                  </a:lnTo>
                  <a:lnTo>
                    <a:pt x="158921" y="260988"/>
                  </a:lnTo>
                  <a:lnTo>
                    <a:pt x="158766" y="261001"/>
                  </a:lnTo>
                  <a:lnTo>
                    <a:pt x="158587" y="261121"/>
                  </a:lnTo>
                  <a:lnTo>
                    <a:pt x="158584" y="261256"/>
                  </a:lnTo>
                  <a:lnTo>
                    <a:pt x="158046" y="261383"/>
                  </a:lnTo>
                  <a:lnTo>
                    <a:pt x="157817" y="261407"/>
                  </a:lnTo>
                  <a:lnTo>
                    <a:pt x="157555" y="261379"/>
                  </a:lnTo>
                  <a:lnTo>
                    <a:pt x="157396" y="261637"/>
                  </a:lnTo>
                  <a:lnTo>
                    <a:pt x="157153" y="262010"/>
                  </a:lnTo>
                  <a:lnTo>
                    <a:pt x="157101" y="261820"/>
                  </a:lnTo>
                  <a:lnTo>
                    <a:pt x="156946" y="262078"/>
                  </a:lnTo>
                  <a:lnTo>
                    <a:pt x="156677" y="262194"/>
                  </a:lnTo>
                  <a:lnTo>
                    <a:pt x="156514" y="262188"/>
                  </a:lnTo>
                  <a:lnTo>
                    <a:pt x="155955" y="262086"/>
                  </a:lnTo>
                  <a:lnTo>
                    <a:pt x="155879" y="261870"/>
                  </a:lnTo>
                  <a:lnTo>
                    <a:pt x="155724" y="261918"/>
                  </a:lnTo>
                  <a:lnTo>
                    <a:pt x="155520" y="262088"/>
                  </a:lnTo>
                  <a:lnTo>
                    <a:pt x="155218" y="262006"/>
                  </a:lnTo>
                  <a:lnTo>
                    <a:pt x="155193" y="261737"/>
                  </a:lnTo>
                  <a:lnTo>
                    <a:pt x="155033" y="261786"/>
                  </a:lnTo>
                  <a:lnTo>
                    <a:pt x="154882" y="261839"/>
                  </a:lnTo>
                  <a:lnTo>
                    <a:pt x="154682" y="261853"/>
                  </a:lnTo>
                  <a:lnTo>
                    <a:pt x="153990" y="261896"/>
                  </a:lnTo>
                  <a:lnTo>
                    <a:pt x="153036" y="261954"/>
                  </a:lnTo>
                  <a:lnTo>
                    <a:pt x="151568" y="261805"/>
                  </a:lnTo>
                  <a:lnTo>
                    <a:pt x="151379" y="261803"/>
                  </a:lnTo>
                  <a:lnTo>
                    <a:pt x="151433" y="261650"/>
                  </a:lnTo>
                  <a:lnTo>
                    <a:pt x="151450" y="261173"/>
                  </a:lnTo>
                  <a:lnTo>
                    <a:pt x="151146" y="261206"/>
                  </a:lnTo>
                  <a:lnTo>
                    <a:pt x="150902" y="261333"/>
                  </a:lnTo>
                  <a:lnTo>
                    <a:pt x="150810" y="261511"/>
                  </a:lnTo>
                  <a:lnTo>
                    <a:pt x="150517" y="261737"/>
                  </a:lnTo>
                  <a:lnTo>
                    <a:pt x="149985" y="261724"/>
                  </a:lnTo>
                  <a:lnTo>
                    <a:pt x="150021" y="261564"/>
                  </a:lnTo>
                  <a:lnTo>
                    <a:pt x="150068" y="261394"/>
                  </a:lnTo>
                  <a:lnTo>
                    <a:pt x="149899" y="261377"/>
                  </a:lnTo>
                  <a:lnTo>
                    <a:pt x="149794" y="261175"/>
                  </a:lnTo>
                  <a:lnTo>
                    <a:pt x="149809" y="260835"/>
                  </a:lnTo>
                  <a:lnTo>
                    <a:pt x="149411" y="260805"/>
                  </a:lnTo>
                  <a:lnTo>
                    <a:pt x="149178" y="260798"/>
                  </a:lnTo>
                  <a:lnTo>
                    <a:pt x="149130" y="260976"/>
                  </a:lnTo>
                  <a:lnTo>
                    <a:pt x="149181" y="261949"/>
                  </a:lnTo>
                  <a:lnTo>
                    <a:pt x="149012" y="262056"/>
                  </a:lnTo>
                  <a:lnTo>
                    <a:pt x="148676" y="262245"/>
                  </a:lnTo>
                  <a:lnTo>
                    <a:pt x="148641" y="262377"/>
                  </a:lnTo>
                  <a:lnTo>
                    <a:pt x="148195" y="262437"/>
                  </a:lnTo>
                  <a:lnTo>
                    <a:pt x="148087" y="262308"/>
                  </a:lnTo>
                  <a:lnTo>
                    <a:pt x="147871" y="262293"/>
                  </a:lnTo>
                  <a:lnTo>
                    <a:pt x="147803" y="262121"/>
                  </a:lnTo>
                  <a:lnTo>
                    <a:pt x="147811" y="261921"/>
                  </a:lnTo>
                  <a:lnTo>
                    <a:pt x="147529" y="261700"/>
                  </a:lnTo>
                  <a:lnTo>
                    <a:pt x="147281" y="261695"/>
                  </a:lnTo>
                  <a:lnTo>
                    <a:pt x="147116" y="261419"/>
                  </a:lnTo>
                  <a:lnTo>
                    <a:pt x="147131" y="261264"/>
                  </a:lnTo>
                  <a:lnTo>
                    <a:pt x="147102" y="261126"/>
                  </a:lnTo>
                  <a:lnTo>
                    <a:pt x="146915" y="260840"/>
                  </a:lnTo>
                  <a:lnTo>
                    <a:pt x="146390" y="260580"/>
                  </a:lnTo>
                  <a:lnTo>
                    <a:pt x="146236" y="260523"/>
                  </a:lnTo>
                  <a:lnTo>
                    <a:pt x="145971" y="260454"/>
                  </a:lnTo>
                  <a:lnTo>
                    <a:pt x="145807" y="261020"/>
                  </a:lnTo>
                  <a:lnTo>
                    <a:pt x="145898" y="261342"/>
                  </a:lnTo>
                  <a:lnTo>
                    <a:pt x="146224" y="261399"/>
                  </a:lnTo>
                  <a:lnTo>
                    <a:pt x="146122" y="261653"/>
                  </a:lnTo>
                  <a:lnTo>
                    <a:pt x="145996" y="262118"/>
                  </a:lnTo>
                  <a:lnTo>
                    <a:pt x="145484" y="262103"/>
                  </a:lnTo>
                  <a:lnTo>
                    <a:pt x="145245" y="262118"/>
                  </a:lnTo>
                  <a:lnTo>
                    <a:pt x="145172" y="262533"/>
                  </a:lnTo>
                  <a:lnTo>
                    <a:pt x="145155" y="262836"/>
                  </a:lnTo>
                  <a:lnTo>
                    <a:pt x="144893" y="263130"/>
                  </a:lnTo>
                  <a:lnTo>
                    <a:pt x="144676" y="263272"/>
                  </a:lnTo>
                  <a:lnTo>
                    <a:pt x="144419" y="263264"/>
                  </a:lnTo>
                  <a:lnTo>
                    <a:pt x="144171" y="263374"/>
                  </a:lnTo>
                  <a:lnTo>
                    <a:pt x="143889" y="263360"/>
                  </a:lnTo>
                  <a:lnTo>
                    <a:pt x="143251" y="262972"/>
                  </a:lnTo>
                  <a:lnTo>
                    <a:pt x="142996" y="263157"/>
                  </a:lnTo>
                  <a:lnTo>
                    <a:pt x="142941" y="263311"/>
                  </a:lnTo>
                  <a:lnTo>
                    <a:pt x="142924" y="263535"/>
                  </a:lnTo>
                  <a:lnTo>
                    <a:pt x="142623" y="263631"/>
                  </a:lnTo>
                  <a:lnTo>
                    <a:pt x="142475" y="263634"/>
                  </a:lnTo>
                  <a:lnTo>
                    <a:pt x="142294" y="263638"/>
                  </a:lnTo>
                  <a:lnTo>
                    <a:pt x="142095" y="263718"/>
                  </a:lnTo>
                  <a:lnTo>
                    <a:pt x="142086" y="263957"/>
                  </a:lnTo>
                  <a:lnTo>
                    <a:pt x="141886" y="264105"/>
                  </a:lnTo>
                  <a:lnTo>
                    <a:pt x="141646" y="264243"/>
                  </a:lnTo>
                  <a:lnTo>
                    <a:pt x="141676" y="264868"/>
                  </a:lnTo>
                  <a:lnTo>
                    <a:pt x="142145" y="265173"/>
                  </a:lnTo>
                  <a:lnTo>
                    <a:pt x="141990" y="265432"/>
                  </a:lnTo>
                  <a:lnTo>
                    <a:pt x="141703" y="265341"/>
                  </a:lnTo>
                  <a:lnTo>
                    <a:pt x="140971" y="265249"/>
                  </a:lnTo>
                  <a:lnTo>
                    <a:pt x="140754" y="265306"/>
                  </a:lnTo>
                  <a:lnTo>
                    <a:pt x="140413" y="265293"/>
                  </a:lnTo>
                  <a:lnTo>
                    <a:pt x="139690" y="265124"/>
                  </a:lnTo>
                  <a:lnTo>
                    <a:pt x="139255" y="265091"/>
                  </a:lnTo>
                  <a:lnTo>
                    <a:pt x="139138" y="265218"/>
                  </a:lnTo>
                  <a:lnTo>
                    <a:pt x="138821" y="265121"/>
                  </a:lnTo>
                  <a:lnTo>
                    <a:pt x="138614" y="265131"/>
                  </a:lnTo>
                  <a:lnTo>
                    <a:pt x="138455" y="264964"/>
                  </a:lnTo>
                  <a:lnTo>
                    <a:pt x="138078" y="264420"/>
                  </a:lnTo>
                  <a:lnTo>
                    <a:pt x="137977" y="263917"/>
                  </a:lnTo>
                  <a:lnTo>
                    <a:pt x="137833" y="263705"/>
                  </a:lnTo>
                  <a:lnTo>
                    <a:pt x="137761" y="263363"/>
                  </a:lnTo>
                  <a:lnTo>
                    <a:pt x="137436" y="263307"/>
                  </a:lnTo>
                  <a:lnTo>
                    <a:pt x="137032" y="263459"/>
                  </a:lnTo>
                  <a:lnTo>
                    <a:pt x="136975" y="263225"/>
                  </a:lnTo>
                  <a:lnTo>
                    <a:pt x="136957" y="262925"/>
                  </a:lnTo>
                  <a:lnTo>
                    <a:pt x="136883" y="262752"/>
                  </a:lnTo>
                  <a:lnTo>
                    <a:pt x="136711" y="262562"/>
                  </a:lnTo>
                  <a:lnTo>
                    <a:pt x="136551" y="262516"/>
                  </a:lnTo>
                  <a:lnTo>
                    <a:pt x="136233" y="262462"/>
                  </a:lnTo>
                  <a:lnTo>
                    <a:pt x="135643" y="262290"/>
                  </a:lnTo>
                  <a:lnTo>
                    <a:pt x="135935" y="262071"/>
                  </a:lnTo>
                  <a:lnTo>
                    <a:pt x="135980" y="261728"/>
                  </a:lnTo>
                  <a:lnTo>
                    <a:pt x="135702" y="261142"/>
                  </a:lnTo>
                  <a:lnTo>
                    <a:pt x="135480" y="260876"/>
                  </a:lnTo>
                  <a:lnTo>
                    <a:pt x="135347" y="260335"/>
                  </a:lnTo>
                  <a:lnTo>
                    <a:pt x="134902" y="260123"/>
                  </a:lnTo>
                  <a:lnTo>
                    <a:pt x="134696" y="259983"/>
                  </a:lnTo>
                  <a:lnTo>
                    <a:pt x="134459" y="259657"/>
                  </a:lnTo>
                  <a:lnTo>
                    <a:pt x="134482" y="259972"/>
                  </a:lnTo>
                  <a:lnTo>
                    <a:pt x="134371" y="260207"/>
                  </a:lnTo>
                  <a:lnTo>
                    <a:pt x="133843" y="260526"/>
                  </a:lnTo>
                  <a:lnTo>
                    <a:pt x="133246" y="260305"/>
                  </a:lnTo>
                  <a:lnTo>
                    <a:pt x="132896" y="260384"/>
                  </a:lnTo>
                  <a:lnTo>
                    <a:pt x="132812" y="260607"/>
                  </a:lnTo>
                  <a:lnTo>
                    <a:pt x="132127" y="260270"/>
                  </a:lnTo>
                  <a:lnTo>
                    <a:pt x="131502" y="260467"/>
                  </a:lnTo>
                  <a:lnTo>
                    <a:pt x="131242" y="260511"/>
                  </a:lnTo>
                  <a:lnTo>
                    <a:pt x="130612" y="261051"/>
                  </a:lnTo>
                  <a:lnTo>
                    <a:pt x="130280" y="261037"/>
                  </a:lnTo>
                  <a:lnTo>
                    <a:pt x="129952" y="260806"/>
                  </a:lnTo>
                  <a:lnTo>
                    <a:pt x="129709" y="260488"/>
                  </a:lnTo>
                  <a:lnTo>
                    <a:pt x="129595" y="260268"/>
                  </a:lnTo>
                  <a:lnTo>
                    <a:pt x="129367" y="260060"/>
                  </a:lnTo>
                  <a:lnTo>
                    <a:pt x="128679" y="259482"/>
                  </a:lnTo>
                  <a:lnTo>
                    <a:pt x="128323" y="259644"/>
                  </a:lnTo>
                  <a:lnTo>
                    <a:pt x="128134" y="259781"/>
                  </a:lnTo>
                  <a:lnTo>
                    <a:pt x="127968" y="260256"/>
                  </a:lnTo>
                  <a:lnTo>
                    <a:pt x="127681" y="260546"/>
                  </a:lnTo>
                  <a:lnTo>
                    <a:pt x="127252" y="260755"/>
                  </a:lnTo>
                  <a:lnTo>
                    <a:pt x="127092" y="260202"/>
                  </a:lnTo>
                  <a:lnTo>
                    <a:pt x="127272" y="259698"/>
                  </a:lnTo>
                  <a:lnTo>
                    <a:pt x="127448" y="259507"/>
                  </a:lnTo>
                  <a:lnTo>
                    <a:pt x="127558" y="259223"/>
                  </a:lnTo>
                  <a:lnTo>
                    <a:pt x="127507" y="258918"/>
                  </a:lnTo>
                  <a:lnTo>
                    <a:pt x="127562" y="258562"/>
                  </a:lnTo>
                  <a:lnTo>
                    <a:pt x="127588" y="258341"/>
                  </a:lnTo>
                  <a:lnTo>
                    <a:pt x="127414" y="258290"/>
                  </a:lnTo>
                  <a:lnTo>
                    <a:pt x="126842" y="257691"/>
                  </a:lnTo>
                  <a:lnTo>
                    <a:pt x="126684" y="257669"/>
                  </a:lnTo>
                  <a:lnTo>
                    <a:pt x="126255" y="257885"/>
                  </a:lnTo>
                  <a:lnTo>
                    <a:pt x="125475" y="257583"/>
                  </a:lnTo>
                  <a:lnTo>
                    <a:pt x="125572" y="257311"/>
                  </a:lnTo>
                  <a:lnTo>
                    <a:pt x="125743" y="257063"/>
                  </a:lnTo>
                  <a:lnTo>
                    <a:pt x="125892" y="256966"/>
                  </a:lnTo>
                  <a:lnTo>
                    <a:pt x="125888" y="256533"/>
                  </a:lnTo>
                  <a:lnTo>
                    <a:pt x="126127" y="256069"/>
                  </a:lnTo>
                  <a:lnTo>
                    <a:pt x="126348" y="255853"/>
                  </a:lnTo>
                  <a:lnTo>
                    <a:pt x="126475" y="255571"/>
                  </a:lnTo>
                  <a:lnTo>
                    <a:pt x="126472" y="255299"/>
                  </a:lnTo>
                  <a:lnTo>
                    <a:pt x="126278" y="255154"/>
                  </a:lnTo>
                  <a:lnTo>
                    <a:pt x="126111" y="254374"/>
                  </a:lnTo>
                  <a:lnTo>
                    <a:pt x="126064" y="253996"/>
                  </a:lnTo>
                  <a:lnTo>
                    <a:pt x="126154" y="253040"/>
                  </a:lnTo>
                  <a:lnTo>
                    <a:pt x="125874" y="252886"/>
                  </a:lnTo>
                  <a:lnTo>
                    <a:pt x="125706" y="252853"/>
                  </a:lnTo>
                  <a:lnTo>
                    <a:pt x="124962" y="252959"/>
                  </a:lnTo>
                  <a:lnTo>
                    <a:pt x="124646" y="252788"/>
                  </a:lnTo>
                  <a:lnTo>
                    <a:pt x="124071" y="252515"/>
                  </a:lnTo>
                  <a:lnTo>
                    <a:pt x="123593" y="252241"/>
                  </a:lnTo>
                  <a:lnTo>
                    <a:pt x="123477" y="251998"/>
                  </a:lnTo>
                  <a:lnTo>
                    <a:pt x="123423" y="251336"/>
                  </a:lnTo>
                  <a:lnTo>
                    <a:pt x="123047" y="251363"/>
                  </a:lnTo>
                  <a:lnTo>
                    <a:pt x="123512" y="250655"/>
                  </a:lnTo>
                  <a:lnTo>
                    <a:pt x="123887" y="250552"/>
                  </a:lnTo>
                  <a:lnTo>
                    <a:pt x="124535" y="250702"/>
                  </a:lnTo>
                  <a:lnTo>
                    <a:pt x="124936" y="250473"/>
                  </a:lnTo>
                  <a:lnTo>
                    <a:pt x="125146" y="250336"/>
                  </a:lnTo>
                  <a:lnTo>
                    <a:pt x="125745" y="249814"/>
                  </a:lnTo>
                  <a:lnTo>
                    <a:pt x="126115" y="249953"/>
                  </a:lnTo>
                  <a:lnTo>
                    <a:pt x="126359" y="250143"/>
                  </a:lnTo>
                  <a:lnTo>
                    <a:pt x="127393" y="250307"/>
                  </a:lnTo>
                  <a:lnTo>
                    <a:pt x="127585" y="250279"/>
                  </a:lnTo>
                  <a:lnTo>
                    <a:pt x="128419" y="250015"/>
                  </a:lnTo>
                  <a:lnTo>
                    <a:pt x="129129" y="249976"/>
                  </a:lnTo>
                  <a:lnTo>
                    <a:pt x="129388" y="249721"/>
                  </a:lnTo>
                  <a:lnTo>
                    <a:pt x="129608" y="249497"/>
                  </a:lnTo>
                  <a:lnTo>
                    <a:pt x="129706" y="249154"/>
                  </a:lnTo>
                  <a:lnTo>
                    <a:pt x="129538" y="248852"/>
                  </a:lnTo>
                  <a:lnTo>
                    <a:pt x="129174" y="248703"/>
                  </a:lnTo>
                  <a:lnTo>
                    <a:pt x="129033" y="248639"/>
                  </a:lnTo>
                  <a:lnTo>
                    <a:pt x="128785" y="248500"/>
                  </a:lnTo>
                  <a:lnTo>
                    <a:pt x="128553" y="248282"/>
                  </a:lnTo>
                  <a:lnTo>
                    <a:pt x="128293" y="248169"/>
                  </a:lnTo>
                  <a:lnTo>
                    <a:pt x="127782" y="247845"/>
                  </a:lnTo>
                  <a:lnTo>
                    <a:pt x="127575" y="247768"/>
                  </a:lnTo>
                  <a:lnTo>
                    <a:pt x="127267" y="247694"/>
                  </a:lnTo>
                  <a:lnTo>
                    <a:pt x="127161" y="247246"/>
                  </a:lnTo>
                  <a:lnTo>
                    <a:pt x="127353" y="247039"/>
                  </a:lnTo>
                  <a:lnTo>
                    <a:pt x="127590" y="246569"/>
                  </a:lnTo>
                  <a:lnTo>
                    <a:pt x="127610" y="246390"/>
                  </a:lnTo>
                  <a:lnTo>
                    <a:pt x="127588" y="246202"/>
                  </a:lnTo>
                  <a:lnTo>
                    <a:pt x="127690" y="245627"/>
                  </a:lnTo>
                  <a:lnTo>
                    <a:pt x="127498" y="245515"/>
                  </a:lnTo>
                  <a:lnTo>
                    <a:pt x="126991" y="245344"/>
                  </a:lnTo>
                  <a:lnTo>
                    <a:pt x="126952" y="245217"/>
                  </a:lnTo>
                  <a:lnTo>
                    <a:pt x="127111" y="244990"/>
                  </a:lnTo>
                  <a:lnTo>
                    <a:pt x="127368" y="244713"/>
                  </a:lnTo>
                  <a:lnTo>
                    <a:pt x="127479" y="244227"/>
                  </a:lnTo>
                  <a:lnTo>
                    <a:pt x="127316" y="244096"/>
                  </a:lnTo>
                  <a:lnTo>
                    <a:pt x="127162" y="243976"/>
                  </a:lnTo>
                  <a:lnTo>
                    <a:pt x="126724" y="243532"/>
                  </a:lnTo>
                  <a:lnTo>
                    <a:pt x="126241" y="243387"/>
                  </a:lnTo>
                  <a:lnTo>
                    <a:pt x="125904" y="243083"/>
                  </a:lnTo>
                  <a:lnTo>
                    <a:pt x="125781" y="242816"/>
                  </a:lnTo>
                  <a:lnTo>
                    <a:pt x="125601" y="242448"/>
                  </a:lnTo>
                  <a:lnTo>
                    <a:pt x="125245" y="242307"/>
                  </a:lnTo>
                  <a:lnTo>
                    <a:pt x="125007" y="242246"/>
                  </a:lnTo>
                  <a:lnTo>
                    <a:pt x="124863" y="242201"/>
                  </a:lnTo>
                  <a:lnTo>
                    <a:pt x="124732" y="242135"/>
                  </a:lnTo>
                  <a:lnTo>
                    <a:pt x="124469" y="241995"/>
                  </a:lnTo>
                  <a:lnTo>
                    <a:pt x="124319" y="241882"/>
                  </a:lnTo>
                  <a:lnTo>
                    <a:pt x="124144" y="241765"/>
                  </a:lnTo>
                  <a:lnTo>
                    <a:pt x="123848" y="241592"/>
                  </a:lnTo>
                  <a:lnTo>
                    <a:pt x="123482" y="241632"/>
                  </a:lnTo>
                  <a:lnTo>
                    <a:pt x="122899" y="241370"/>
                  </a:lnTo>
                  <a:lnTo>
                    <a:pt x="122961" y="241113"/>
                  </a:lnTo>
                  <a:lnTo>
                    <a:pt x="122997" y="240978"/>
                  </a:lnTo>
                  <a:lnTo>
                    <a:pt x="122882" y="240600"/>
                  </a:lnTo>
                  <a:lnTo>
                    <a:pt x="123037" y="240111"/>
                  </a:lnTo>
                  <a:lnTo>
                    <a:pt x="123143" y="239926"/>
                  </a:lnTo>
                  <a:lnTo>
                    <a:pt x="123513" y="239477"/>
                  </a:lnTo>
                  <a:lnTo>
                    <a:pt x="123966" y="239302"/>
                  </a:lnTo>
                  <a:lnTo>
                    <a:pt x="124085" y="239094"/>
                  </a:lnTo>
                  <a:lnTo>
                    <a:pt x="124107" y="238893"/>
                  </a:lnTo>
                  <a:lnTo>
                    <a:pt x="123795" y="238609"/>
                  </a:lnTo>
                  <a:lnTo>
                    <a:pt x="123773" y="238415"/>
                  </a:lnTo>
                  <a:lnTo>
                    <a:pt x="124243" y="237882"/>
                  </a:lnTo>
                  <a:lnTo>
                    <a:pt x="124414" y="237362"/>
                  </a:lnTo>
                  <a:lnTo>
                    <a:pt x="125038" y="237276"/>
                  </a:lnTo>
                  <a:lnTo>
                    <a:pt x="125215" y="237201"/>
                  </a:lnTo>
                  <a:lnTo>
                    <a:pt x="125491" y="237063"/>
                  </a:lnTo>
                  <a:lnTo>
                    <a:pt x="125993" y="236554"/>
                  </a:lnTo>
                  <a:lnTo>
                    <a:pt x="126159" y="236384"/>
                  </a:lnTo>
                  <a:lnTo>
                    <a:pt x="126385" y="236225"/>
                  </a:lnTo>
                  <a:lnTo>
                    <a:pt x="126533" y="236163"/>
                  </a:lnTo>
                  <a:lnTo>
                    <a:pt x="126763" y="235992"/>
                  </a:lnTo>
                  <a:lnTo>
                    <a:pt x="126915" y="235773"/>
                  </a:lnTo>
                  <a:lnTo>
                    <a:pt x="126982" y="235471"/>
                  </a:lnTo>
                  <a:lnTo>
                    <a:pt x="127231" y="235392"/>
                  </a:lnTo>
                  <a:lnTo>
                    <a:pt x="127943" y="234867"/>
                  </a:lnTo>
                  <a:lnTo>
                    <a:pt x="128624" y="234905"/>
                  </a:lnTo>
                  <a:lnTo>
                    <a:pt x="128948" y="234739"/>
                  </a:lnTo>
                  <a:lnTo>
                    <a:pt x="129157" y="234543"/>
                  </a:lnTo>
                  <a:lnTo>
                    <a:pt x="129074" y="234057"/>
                  </a:lnTo>
                  <a:lnTo>
                    <a:pt x="129222" y="233932"/>
                  </a:lnTo>
                  <a:lnTo>
                    <a:pt x="129580" y="233699"/>
                  </a:lnTo>
                  <a:lnTo>
                    <a:pt x="130251" y="233802"/>
                  </a:lnTo>
                  <a:lnTo>
                    <a:pt x="130591" y="233873"/>
                  </a:lnTo>
                  <a:lnTo>
                    <a:pt x="130858" y="233393"/>
                  </a:lnTo>
                  <a:lnTo>
                    <a:pt x="130905" y="233173"/>
                  </a:lnTo>
                  <a:lnTo>
                    <a:pt x="131044" y="232712"/>
                  </a:lnTo>
                  <a:lnTo>
                    <a:pt x="131261" y="232552"/>
                  </a:lnTo>
                  <a:lnTo>
                    <a:pt x="131599" y="232528"/>
                  </a:lnTo>
                  <a:lnTo>
                    <a:pt x="131875" y="232593"/>
                  </a:lnTo>
                  <a:lnTo>
                    <a:pt x="132970" y="232758"/>
                  </a:lnTo>
                  <a:lnTo>
                    <a:pt x="133302" y="232580"/>
                  </a:lnTo>
                  <a:lnTo>
                    <a:pt x="133319" y="232414"/>
                  </a:lnTo>
                  <a:lnTo>
                    <a:pt x="133482" y="232094"/>
                  </a:lnTo>
                  <a:lnTo>
                    <a:pt x="134008" y="232039"/>
                  </a:lnTo>
                  <a:lnTo>
                    <a:pt x="134373" y="232033"/>
                  </a:lnTo>
                  <a:lnTo>
                    <a:pt x="134827" y="231996"/>
                  </a:lnTo>
                  <a:lnTo>
                    <a:pt x="135109" y="231855"/>
                  </a:lnTo>
                  <a:lnTo>
                    <a:pt x="135501" y="231898"/>
                  </a:lnTo>
                  <a:lnTo>
                    <a:pt x="135754" y="232022"/>
                  </a:lnTo>
                  <a:lnTo>
                    <a:pt x="135999" y="232129"/>
                  </a:lnTo>
                  <a:lnTo>
                    <a:pt x="136223" y="232019"/>
                  </a:lnTo>
                  <a:lnTo>
                    <a:pt x="135995" y="231868"/>
                  </a:lnTo>
                  <a:lnTo>
                    <a:pt x="136553" y="231764"/>
                  </a:lnTo>
                  <a:lnTo>
                    <a:pt x="136909" y="231932"/>
                  </a:lnTo>
                  <a:lnTo>
                    <a:pt x="137157" y="232069"/>
                  </a:lnTo>
                  <a:lnTo>
                    <a:pt x="137705" y="232007"/>
                  </a:lnTo>
                  <a:lnTo>
                    <a:pt x="138171" y="231710"/>
                  </a:lnTo>
                  <a:lnTo>
                    <a:pt x="138327" y="231589"/>
                  </a:lnTo>
                  <a:lnTo>
                    <a:pt x="138594" y="231165"/>
                  </a:lnTo>
                  <a:lnTo>
                    <a:pt x="138341" y="230768"/>
                  </a:lnTo>
                  <a:lnTo>
                    <a:pt x="138712" y="230145"/>
                  </a:lnTo>
                  <a:lnTo>
                    <a:pt x="139330" y="229781"/>
                  </a:lnTo>
                  <a:lnTo>
                    <a:pt x="139456" y="229509"/>
                  </a:lnTo>
                  <a:lnTo>
                    <a:pt x="139776" y="229418"/>
                  </a:lnTo>
                  <a:lnTo>
                    <a:pt x="140117" y="229384"/>
                  </a:lnTo>
                  <a:lnTo>
                    <a:pt x="140114" y="229830"/>
                  </a:lnTo>
                  <a:lnTo>
                    <a:pt x="140344" y="230023"/>
                  </a:lnTo>
                  <a:lnTo>
                    <a:pt x="140568" y="230240"/>
                  </a:lnTo>
                  <a:lnTo>
                    <a:pt x="140833" y="230563"/>
                  </a:lnTo>
                  <a:lnTo>
                    <a:pt x="141089" y="230759"/>
                  </a:lnTo>
                  <a:lnTo>
                    <a:pt x="141225" y="230755"/>
                  </a:lnTo>
                  <a:lnTo>
                    <a:pt x="141416" y="230752"/>
                  </a:lnTo>
                  <a:lnTo>
                    <a:pt x="141791" y="230785"/>
                  </a:lnTo>
                  <a:lnTo>
                    <a:pt x="142162" y="230967"/>
                  </a:lnTo>
                  <a:lnTo>
                    <a:pt x="142442" y="231084"/>
                  </a:lnTo>
                  <a:lnTo>
                    <a:pt x="143004" y="231079"/>
                  </a:lnTo>
                  <a:lnTo>
                    <a:pt x="143299" y="230926"/>
                  </a:lnTo>
                  <a:lnTo>
                    <a:pt x="143258" y="230661"/>
                  </a:lnTo>
                  <a:lnTo>
                    <a:pt x="143030" y="230329"/>
                  </a:lnTo>
                  <a:lnTo>
                    <a:pt x="142962" y="229867"/>
                  </a:lnTo>
                  <a:lnTo>
                    <a:pt x="143111" y="229654"/>
                  </a:lnTo>
                  <a:lnTo>
                    <a:pt x="143018" y="229094"/>
                  </a:lnTo>
                  <a:lnTo>
                    <a:pt x="143369" y="228833"/>
                  </a:lnTo>
                  <a:lnTo>
                    <a:pt x="143794" y="228996"/>
                  </a:lnTo>
                  <a:lnTo>
                    <a:pt x="144148" y="228917"/>
                  </a:lnTo>
                  <a:lnTo>
                    <a:pt x="144795" y="227822"/>
                  </a:lnTo>
                  <a:lnTo>
                    <a:pt x="144688" y="227624"/>
                  </a:lnTo>
                  <a:lnTo>
                    <a:pt x="144707" y="227440"/>
                  </a:lnTo>
                  <a:lnTo>
                    <a:pt x="144749" y="227304"/>
                  </a:lnTo>
                  <a:lnTo>
                    <a:pt x="145205" y="226618"/>
                  </a:lnTo>
                  <a:lnTo>
                    <a:pt x="145408" y="226377"/>
                  </a:lnTo>
                  <a:lnTo>
                    <a:pt x="146132" y="226270"/>
                  </a:lnTo>
                  <a:lnTo>
                    <a:pt x="146178" y="226024"/>
                  </a:lnTo>
                  <a:lnTo>
                    <a:pt x="146282" y="225699"/>
                  </a:lnTo>
                  <a:lnTo>
                    <a:pt x="146467" y="225579"/>
                  </a:lnTo>
                  <a:lnTo>
                    <a:pt x="146923" y="225288"/>
                  </a:lnTo>
                  <a:lnTo>
                    <a:pt x="147517" y="225362"/>
                  </a:lnTo>
                  <a:lnTo>
                    <a:pt x="148571" y="225027"/>
                  </a:lnTo>
                  <a:lnTo>
                    <a:pt x="148576" y="224679"/>
                  </a:lnTo>
                  <a:lnTo>
                    <a:pt x="148406" y="224511"/>
                  </a:lnTo>
                  <a:lnTo>
                    <a:pt x="147927" y="223817"/>
                  </a:lnTo>
                  <a:lnTo>
                    <a:pt x="147773" y="223425"/>
                  </a:lnTo>
                  <a:lnTo>
                    <a:pt x="147463" y="222848"/>
                  </a:lnTo>
                  <a:lnTo>
                    <a:pt x="147382" y="222618"/>
                  </a:lnTo>
                  <a:lnTo>
                    <a:pt x="147432" y="222225"/>
                  </a:lnTo>
                  <a:lnTo>
                    <a:pt x="147212" y="222139"/>
                  </a:lnTo>
                  <a:lnTo>
                    <a:pt x="146778" y="221766"/>
                  </a:lnTo>
                  <a:lnTo>
                    <a:pt x="146620" y="221445"/>
                  </a:lnTo>
                  <a:lnTo>
                    <a:pt x="146524" y="220828"/>
                  </a:lnTo>
                  <a:lnTo>
                    <a:pt x="146500" y="220430"/>
                  </a:lnTo>
                  <a:lnTo>
                    <a:pt x="146409" y="220126"/>
                  </a:lnTo>
                  <a:lnTo>
                    <a:pt x="146347" y="219960"/>
                  </a:lnTo>
                  <a:lnTo>
                    <a:pt x="145950" y="219752"/>
                  </a:lnTo>
                  <a:lnTo>
                    <a:pt x="145606" y="219789"/>
                  </a:lnTo>
                  <a:lnTo>
                    <a:pt x="144977" y="219759"/>
                  </a:lnTo>
                  <a:lnTo>
                    <a:pt x="144439" y="219667"/>
                  </a:lnTo>
                  <a:lnTo>
                    <a:pt x="143795" y="219665"/>
                  </a:lnTo>
                  <a:lnTo>
                    <a:pt x="143488" y="219424"/>
                  </a:lnTo>
                  <a:lnTo>
                    <a:pt x="143678" y="219420"/>
                  </a:lnTo>
                  <a:lnTo>
                    <a:pt x="143690" y="219060"/>
                  </a:lnTo>
                  <a:lnTo>
                    <a:pt x="143601" y="218792"/>
                  </a:lnTo>
                  <a:lnTo>
                    <a:pt x="143390" y="218714"/>
                  </a:lnTo>
                  <a:lnTo>
                    <a:pt x="142958" y="218824"/>
                  </a:lnTo>
                  <a:lnTo>
                    <a:pt x="142700" y="218676"/>
                  </a:lnTo>
                  <a:lnTo>
                    <a:pt x="142468" y="218256"/>
                  </a:lnTo>
                  <a:lnTo>
                    <a:pt x="142231" y="217981"/>
                  </a:lnTo>
                  <a:lnTo>
                    <a:pt x="140563" y="216048"/>
                  </a:lnTo>
                  <a:lnTo>
                    <a:pt x="139565" y="215226"/>
                  </a:lnTo>
                  <a:lnTo>
                    <a:pt x="139350" y="214958"/>
                  </a:lnTo>
                  <a:lnTo>
                    <a:pt x="139518" y="214388"/>
                  </a:lnTo>
                  <a:lnTo>
                    <a:pt x="139308" y="213727"/>
                  </a:lnTo>
                  <a:lnTo>
                    <a:pt x="139391" y="213535"/>
                  </a:lnTo>
                  <a:lnTo>
                    <a:pt x="139868" y="212474"/>
                  </a:lnTo>
                  <a:lnTo>
                    <a:pt x="139740" y="212410"/>
                  </a:lnTo>
                  <a:lnTo>
                    <a:pt x="139175" y="212184"/>
                  </a:lnTo>
                  <a:lnTo>
                    <a:pt x="139003" y="212135"/>
                  </a:lnTo>
                  <a:lnTo>
                    <a:pt x="137846" y="212127"/>
                  </a:lnTo>
                  <a:lnTo>
                    <a:pt x="137872" y="211424"/>
                  </a:lnTo>
                  <a:lnTo>
                    <a:pt x="138052" y="211277"/>
                  </a:lnTo>
                  <a:lnTo>
                    <a:pt x="138138" y="211033"/>
                  </a:lnTo>
                  <a:lnTo>
                    <a:pt x="138284" y="210761"/>
                  </a:lnTo>
                  <a:lnTo>
                    <a:pt x="138496" y="210498"/>
                  </a:lnTo>
                  <a:lnTo>
                    <a:pt x="138501" y="210168"/>
                  </a:lnTo>
                  <a:lnTo>
                    <a:pt x="138689" y="209990"/>
                  </a:lnTo>
                  <a:lnTo>
                    <a:pt x="139316" y="209539"/>
                  </a:lnTo>
                  <a:lnTo>
                    <a:pt x="139716" y="209212"/>
                  </a:lnTo>
                  <a:lnTo>
                    <a:pt x="140062" y="208950"/>
                  </a:lnTo>
                  <a:lnTo>
                    <a:pt x="140688" y="209017"/>
                  </a:lnTo>
                  <a:lnTo>
                    <a:pt x="141445" y="209030"/>
                  </a:lnTo>
                  <a:lnTo>
                    <a:pt x="141707" y="208464"/>
                  </a:lnTo>
                  <a:lnTo>
                    <a:pt x="141957" y="207589"/>
                  </a:lnTo>
                  <a:lnTo>
                    <a:pt x="142126" y="207391"/>
                  </a:lnTo>
                  <a:lnTo>
                    <a:pt x="142530" y="207261"/>
                  </a:lnTo>
                  <a:lnTo>
                    <a:pt x="142834" y="207209"/>
                  </a:lnTo>
                  <a:lnTo>
                    <a:pt x="143052" y="207194"/>
                  </a:lnTo>
                  <a:lnTo>
                    <a:pt x="143338" y="207267"/>
                  </a:lnTo>
                  <a:lnTo>
                    <a:pt x="143652" y="207204"/>
                  </a:lnTo>
                  <a:lnTo>
                    <a:pt x="145073" y="206570"/>
                  </a:lnTo>
                  <a:lnTo>
                    <a:pt x="145183" y="206404"/>
                  </a:lnTo>
                  <a:lnTo>
                    <a:pt x="145855" y="205806"/>
                  </a:lnTo>
                  <a:lnTo>
                    <a:pt x="146369" y="205818"/>
                  </a:lnTo>
                  <a:lnTo>
                    <a:pt x="147102" y="206013"/>
                  </a:lnTo>
                  <a:lnTo>
                    <a:pt x="148483" y="206314"/>
                  </a:lnTo>
                  <a:lnTo>
                    <a:pt x="148667" y="206423"/>
                  </a:lnTo>
                  <a:lnTo>
                    <a:pt x="148876" y="206668"/>
                  </a:lnTo>
                  <a:lnTo>
                    <a:pt x="149068" y="207346"/>
                  </a:lnTo>
                  <a:lnTo>
                    <a:pt x="149424" y="207883"/>
                  </a:lnTo>
                  <a:lnTo>
                    <a:pt x="149981" y="207825"/>
                  </a:lnTo>
                  <a:lnTo>
                    <a:pt x="150776" y="207196"/>
                  </a:lnTo>
                  <a:lnTo>
                    <a:pt x="151004" y="206868"/>
                  </a:lnTo>
                  <a:lnTo>
                    <a:pt x="151123" y="206673"/>
                  </a:lnTo>
                  <a:lnTo>
                    <a:pt x="151381" y="206439"/>
                  </a:lnTo>
                  <a:lnTo>
                    <a:pt x="151628" y="206484"/>
                  </a:lnTo>
                  <a:lnTo>
                    <a:pt x="151758" y="206853"/>
                  </a:lnTo>
                  <a:lnTo>
                    <a:pt x="152420" y="206519"/>
                  </a:lnTo>
                  <a:lnTo>
                    <a:pt x="152592" y="206427"/>
                  </a:lnTo>
                  <a:lnTo>
                    <a:pt x="153123" y="206252"/>
                  </a:lnTo>
                  <a:lnTo>
                    <a:pt x="153307" y="206205"/>
                  </a:lnTo>
                  <a:lnTo>
                    <a:pt x="153719" y="205878"/>
                  </a:lnTo>
                  <a:lnTo>
                    <a:pt x="153961" y="205640"/>
                  </a:lnTo>
                  <a:lnTo>
                    <a:pt x="154578" y="205234"/>
                  </a:lnTo>
                  <a:lnTo>
                    <a:pt x="155166" y="205306"/>
                  </a:lnTo>
                  <a:lnTo>
                    <a:pt x="155558" y="205283"/>
                  </a:lnTo>
                  <a:lnTo>
                    <a:pt x="155977" y="205149"/>
                  </a:lnTo>
                  <a:lnTo>
                    <a:pt x="155877" y="204956"/>
                  </a:lnTo>
                  <a:lnTo>
                    <a:pt x="155493" y="204398"/>
                  </a:lnTo>
                  <a:lnTo>
                    <a:pt x="155558" y="204132"/>
                  </a:lnTo>
                  <a:lnTo>
                    <a:pt x="155833" y="204014"/>
                  </a:lnTo>
                  <a:lnTo>
                    <a:pt x="156126" y="203849"/>
                  </a:lnTo>
                  <a:lnTo>
                    <a:pt x="156322" y="203618"/>
                  </a:lnTo>
                  <a:lnTo>
                    <a:pt x="156728" y="203133"/>
                  </a:lnTo>
                  <a:lnTo>
                    <a:pt x="157056" y="203233"/>
                  </a:lnTo>
                  <a:lnTo>
                    <a:pt x="157410" y="203359"/>
                  </a:lnTo>
                  <a:lnTo>
                    <a:pt x="158003" y="203333"/>
                  </a:lnTo>
                  <a:lnTo>
                    <a:pt x="158320" y="202351"/>
                  </a:lnTo>
                  <a:lnTo>
                    <a:pt x="158419" y="201788"/>
                  </a:lnTo>
                  <a:lnTo>
                    <a:pt x="158532" y="201367"/>
                  </a:lnTo>
                  <a:lnTo>
                    <a:pt x="158688" y="200892"/>
                  </a:lnTo>
                  <a:lnTo>
                    <a:pt x="159428" y="199982"/>
                  </a:lnTo>
                  <a:lnTo>
                    <a:pt x="159956" y="199534"/>
                  </a:lnTo>
                  <a:lnTo>
                    <a:pt x="160671" y="198689"/>
                  </a:lnTo>
                  <a:lnTo>
                    <a:pt x="160782" y="198485"/>
                  </a:lnTo>
                  <a:lnTo>
                    <a:pt x="161124" y="197960"/>
                  </a:lnTo>
                  <a:lnTo>
                    <a:pt x="161129" y="197734"/>
                  </a:lnTo>
                  <a:lnTo>
                    <a:pt x="161169" y="197552"/>
                  </a:lnTo>
                  <a:lnTo>
                    <a:pt x="161376" y="197037"/>
                  </a:lnTo>
                  <a:lnTo>
                    <a:pt x="161950" y="196441"/>
                  </a:lnTo>
                  <a:lnTo>
                    <a:pt x="162155" y="196519"/>
                  </a:lnTo>
                  <a:lnTo>
                    <a:pt x="162451" y="196708"/>
                  </a:lnTo>
                  <a:lnTo>
                    <a:pt x="163046" y="197681"/>
                  </a:lnTo>
                  <a:lnTo>
                    <a:pt x="163190" y="197940"/>
                  </a:lnTo>
                  <a:lnTo>
                    <a:pt x="163577" y="197934"/>
                  </a:lnTo>
                  <a:lnTo>
                    <a:pt x="163985" y="197947"/>
                  </a:lnTo>
                  <a:lnTo>
                    <a:pt x="164174" y="198223"/>
                  </a:lnTo>
                  <a:lnTo>
                    <a:pt x="164330" y="198333"/>
                  </a:lnTo>
                  <a:lnTo>
                    <a:pt x="164840" y="198210"/>
                  </a:lnTo>
                  <a:lnTo>
                    <a:pt x="164842" y="197872"/>
                  </a:lnTo>
                  <a:lnTo>
                    <a:pt x="165059" y="197588"/>
                  </a:lnTo>
                  <a:lnTo>
                    <a:pt x="165244" y="197500"/>
                  </a:lnTo>
                  <a:lnTo>
                    <a:pt x="165709" y="197454"/>
                  </a:lnTo>
                  <a:lnTo>
                    <a:pt x="166280" y="197452"/>
                  </a:lnTo>
                  <a:lnTo>
                    <a:pt x="166559" y="197461"/>
                  </a:lnTo>
                  <a:lnTo>
                    <a:pt x="166720" y="197519"/>
                  </a:lnTo>
                  <a:lnTo>
                    <a:pt x="167201" y="197543"/>
                  </a:lnTo>
                  <a:lnTo>
                    <a:pt x="168231" y="197482"/>
                  </a:lnTo>
                  <a:lnTo>
                    <a:pt x="168511" y="197359"/>
                  </a:lnTo>
                  <a:lnTo>
                    <a:pt x="168713" y="197267"/>
                  </a:lnTo>
                  <a:lnTo>
                    <a:pt x="169522" y="197065"/>
                  </a:lnTo>
                  <a:lnTo>
                    <a:pt x="169826" y="197211"/>
                  </a:lnTo>
                  <a:lnTo>
                    <a:pt x="169866" y="197401"/>
                  </a:lnTo>
                  <a:lnTo>
                    <a:pt x="169922" y="197657"/>
                  </a:lnTo>
                  <a:lnTo>
                    <a:pt x="170344" y="197763"/>
                  </a:lnTo>
                  <a:lnTo>
                    <a:pt x="170818" y="197747"/>
                  </a:lnTo>
                  <a:lnTo>
                    <a:pt x="171028" y="197727"/>
                  </a:lnTo>
                  <a:lnTo>
                    <a:pt x="171420" y="197748"/>
                  </a:lnTo>
                  <a:lnTo>
                    <a:pt x="171718" y="197834"/>
                  </a:lnTo>
                  <a:lnTo>
                    <a:pt x="172066" y="197634"/>
                  </a:lnTo>
                  <a:lnTo>
                    <a:pt x="172259" y="197368"/>
                  </a:lnTo>
                  <a:lnTo>
                    <a:pt x="172086" y="197087"/>
                  </a:lnTo>
                  <a:lnTo>
                    <a:pt x="172031" y="196941"/>
                  </a:lnTo>
                  <a:lnTo>
                    <a:pt x="171977" y="196537"/>
                  </a:lnTo>
                  <a:lnTo>
                    <a:pt x="171954" y="196228"/>
                  </a:lnTo>
                  <a:lnTo>
                    <a:pt x="171844" y="196090"/>
                  </a:lnTo>
                  <a:lnTo>
                    <a:pt x="171526" y="195869"/>
                  </a:lnTo>
                  <a:lnTo>
                    <a:pt x="171267" y="195684"/>
                  </a:lnTo>
                  <a:lnTo>
                    <a:pt x="171076" y="195298"/>
                  </a:lnTo>
                  <a:lnTo>
                    <a:pt x="170885" y="194898"/>
                  </a:lnTo>
                  <a:lnTo>
                    <a:pt x="170722" y="194857"/>
                  </a:lnTo>
                  <a:lnTo>
                    <a:pt x="170513" y="194825"/>
                  </a:lnTo>
                  <a:lnTo>
                    <a:pt x="170189" y="194782"/>
                  </a:lnTo>
                  <a:lnTo>
                    <a:pt x="169447" y="194158"/>
                  </a:lnTo>
                  <a:lnTo>
                    <a:pt x="169421" y="193864"/>
                  </a:lnTo>
                  <a:lnTo>
                    <a:pt x="169144" y="193332"/>
                  </a:lnTo>
                  <a:lnTo>
                    <a:pt x="168667" y="192851"/>
                  </a:lnTo>
                  <a:lnTo>
                    <a:pt x="168417" y="192607"/>
                  </a:lnTo>
                  <a:lnTo>
                    <a:pt x="168246" y="192515"/>
                  </a:lnTo>
                  <a:lnTo>
                    <a:pt x="167723" y="192048"/>
                  </a:lnTo>
                  <a:lnTo>
                    <a:pt x="167445" y="191596"/>
                  </a:lnTo>
                  <a:lnTo>
                    <a:pt x="166934" y="191274"/>
                  </a:lnTo>
                  <a:lnTo>
                    <a:pt x="166719" y="191092"/>
                  </a:lnTo>
                  <a:lnTo>
                    <a:pt x="166537" y="190936"/>
                  </a:lnTo>
                  <a:lnTo>
                    <a:pt x="166013" y="190252"/>
                  </a:lnTo>
                  <a:lnTo>
                    <a:pt x="166036" y="189481"/>
                  </a:lnTo>
                  <a:lnTo>
                    <a:pt x="166470" y="188876"/>
                  </a:lnTo>
                  <a:lnTo>
                    <a:pt x="167218" y="188694"/>
                  </a:lnTo>
                  <a:lnTo>
                    <a:pt x="167488" y="188317"/>
                  </a:lnTo>
                  <a:lnTo>
                    <a:pt x="167784" y="188323"/>
                  </a:lnTo>
                  <a:lnTo>
                    <a:pt x="168023" y="188508"/>
                  </a:lnTo>
                  <a:lnTo>
                    <a:pt x="168115" y="188688"/>
                  </a:lnTo>
                  <a:lnTo>
                    <a:pt x="168304" y="189069"/>
                  </a:lnTo>
                  <a:lnTo>
                    <a:pt x="168407" y="189364"/>
                  </a:lnTo>
                  <a:lnTo>
                    <a:pt x="168690" y="189786"/>
                  </a:lnTo>
                  <a:lnTo>
                    <a:pt x="169089" y="190321"/>
                  </a:lnTo>
                  <a:lnTo>
                    <a:pt x="170099" y="190503"/>
                  </a:lnTo>
                  <a:lnTo>
                    <a:pt x="170530" y="190481"/>
                  </a:lnTo>
                  <a:lnTo>
                    <a:pt x="170909" y="190679"/>
                  </a:lnTo>
                  <a:lnTo>
                    <a:pt x="171594" y="190584"/>
                  </a:lnTo>
                  <a:lnTo>
                    <a:pt x="172242" y="190837"/>
                  </a:lnTo>
                  <a:lnTo>
                    <a:pt x="172660" y="190846"/>
                  </a:lnTo>
                  <a:lnTo>
                    <a:pt x="172816" y="190472"/>
                  </a:lnTo>
                  <a:lnTo>
                    <a:pt x="172583" y="189513"/>
                  </a:lnTo>
                  <a:lnTo>
                    <a:pt x="172373" y="189261"/>
                  </a:lnTo>
                  <a:lnTo>
                    <a:pt x="172089" y="188790"/>
                  </a:lnTo>
                  <a:lnTo>
                    <a:pt x="171622" y="187906"/>
                  </a:lnTo>
                  <a:lnTo>
                    <a:pt x="171543" y="187420"/>
                  </a:lnTo>
                  <a:lnTo>
                    <a:pt x="171589" y="186896"/>
                  </a:lnTo>
                  <a:lnTo>
                    <a:pt x="171678" y="186602"/>
                  </a:lnTo>
                  <a:lnTo>
                    <a:pt x="171772" y="186348"/>
                  </a:lnTo>
                  <a:lnTo>
                    <a:pt x="172180" y="186099"/>
                  </a:lnTo>
                  <a:lnTo>
                    <a:pt x="172338" y="186168"/>
                  </a:lnTo>
                  <a:lnTo>
                    <a:pt x="172561" y="186304"/>
                  </a:lnTo>
                  <a:lnTo>
                    <a:pt x="173017" y="186294"/>
                  </a:lnTo>
                  <a:lnTo>
                    <a:pt x="173359" y="186324"/>
                  </a:lnTo>
                  <a:lnTo>
                    <a:pt x="173835" y="186472"/>
                  </a:lnTo>
                  <a:lnTo>
                    <a:pt x="174141" y="186560"/>
                  </a:lnTo>
                  <a:lnTo>
                    <a:pt x="174481" y="186607"/>
                  </a:lnTo>
                  <a:lnTo>
                    <a:pt x="174683" y="186585"/>
                  </a:lnTo>
                  <a:lnTo>
                    <a:pt x="175259" y="186175"/>
                  </a:lnTo>
                  <a:lnTo>
                    <a:pt x="175458" y="186031"/>
                  </a:lnTo>
                  <a:lnTo>
                    <a:pt x="176129" y="185894"/>
                  </a:lnTo>
                  <a:lnTo>
                    <a:pt x="177196" y="185720"/>
                  </a:lnTo>
                  <a:lnTo>
                    <a:pt x="177677" y="186165"/>
                  </a:lnTo>
                  <a:lnTo>
                    <a:pt x="177815" y="186294"/>
                  </a:lnTo>
                  <a:lnTo>
                    <a:pt x="178115" y="186497"/>
                  </a:lnTo>
                  <a:lnTo>
                    <a:pt x="178575" y="186607"/>
                  </a:lnTo>
                  <a:lnTo>
                    <a:pt x="178717" y="186552"/>
                  </a:lnTo>
                  <a:lnTo>
                    <a:pt x="179320" y="186147"/>
                  </a:lnTo>
                  <a:lnTo>
                    <a:pt x="179390" y="185895"/>
                  </a:lnTo>
                  <a:lnTo>
                    <a:pt x="179404" y="185292"/>
                  </a:lnTo>
                  <a:lnTo>
                    <a:pt x="179430" y="184859"/>
                  </a:lnTo>
                  <a:lnTo>
                    <a:pt x="179656" y="184297"/>
                  </a:lnTo>
                  <a:lnTo>
                    <a:pt x="179716" y="184135"/>
                  </a:lnTo>
                  <a:lnTo>
                    <a:pt x="179510" y="183477"/>
                  </a:lnTo>
                  <a:lnTo>
                    <a:pt x="179292" y="182937"/>
                  </a:lnTo>
                  <a:lnTo>
                    <a:pt x="179455" y="182468"/>
                  </a:lnTo>
                  <a:lnTo>
                    <a:pt x="180121" y="181998"/>
                  </a:lnTo>
                  <a:lnTo>
                    <a:pt x="180696" y="182043"/>
                  </a:lnTo>
                  <a:lnTo>
                    <a:pt x="180883" y="182065"/>
                  </a:lnTo>
                  <a:lnTo>
                    <a:pt x="181327" y="182497"/>
                  </a:lnTo>
                  <a:lnTo>
                    <a:pt x="181491" y="182610"/>
                  </a:lnTo>
                  <a:lnTo>
                    <a:pt x="181734" y="182747"/>
                  </a:lnTo>
                  <a:close/>
                </a:path>
              </a:pathLst>
            </a:custGeom>
            <a:solidFill>
              <a:srgbClr val="F6CAB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942962" y="5133595"/>
              <a:ext cx="261550" cy="398857"/>
            </a:xfrm>
            <a:custGeom>
              <a:avLst/>
              <a:pathLst>
                <a:path w="261550" h="398857">
                  <a:moveTo>
                    <a:pt x="182879" y="182879"/>
                  </a:moveTo>
                  <a:lnTo>
                    <a:pt x="183140" y="182985"/>
                  </a:lnTo>
                  <a:lnTo>
                    <a:pt x="183600" y="183049"/>
                  </a:lnTo>
                  <a:lnTo>
                    <a:pt x="183778" y="182984"/>
                  </a:lnTo>
                  <a:lnTo>
                    <a:pt x="184079" y="183124"/>
                  </a:lnTo>
                  <a:lnTo>
                    <a:pt x="184219" y="183175"/>
                  </a:lnTo>
                  <a:lnTo>
                    <a:pt x="184413" y="183233"/>
                  </a:lnTo>
                  <a:lnTo>
                    <a:pt x="184623" y="183234"/>
                  </a:lnTo>
                  <a:lnTo>
                    <a:pt x="184912" y="183259"/>
                  </a:lnTo>
                  <a:lnTo>
                    <a:pt x="185152" y="183354"/>
                  </a:lnTo>
                  <a:lnTo>
                    <a:pt x="185360" y="183744"/>
                  </a:lnTo>
                  <a:lnTo>
                    <a:pt x="185565" y="184112"/>
                  </a:lnTo>
                  <a:lnTo>
                    <a:pt x="186110" y="184191"/>
                  </a:lnTo>
                  <a:lnTo>
                    <a:pt x="186564" y="184542"/>
                  </a:lnTo>
                  <a:lnTo>
                    <a:pt x="186955" y="184926"/>
                  </a:lnTo>
                  <a:lnTo>
                    <a:pt x="187381" y="185372"/>
                  </a:lnTo>
                  <a:lnTo>
                    <a:pt x="187758" y="185542"/>
                  </a:lnTo>
                  <a:lnTo>
                    <a:pt x="187982" y="185577"/>
                  </a:lnTo>
                  <a:lnTo>
                    <a:pt x="188253" y="185876"/>
                  </a:lnTo>
                  <a:lnTo>
                    <a:pt x="188453" y="186317"/>
                  </a:lnTo>
                  <a:lnTo>
                    <a:pt x="188685" y="186403"/>
                  </a:lnTo>
                  <a:lnTo>
                    <a:pt x="188889" y="186468"/>
                  </a:lnTo>
                  <a:lnTo>
                    <a:pt x="189122" y="186820"/>
                  </a:lnTo>
                  <a:lnTo>
                    <a:pt x="189296" y="187041"/>
                  </a:lnTo>
                  <a:lnTo>
                    <a:pt x="190386" y="186921"/>
                  </a:lnTo>
                  <a:lnTo>
                    <a:pt x="190576" y="186902"/>
                  </a:lnTo>
                  <a:lnTo>
                    <a:pt x="191131" y="186967"/>
                  </a:lnTo>
                  <a:lnTo>
                    <a:pt x="191258" y="186962"/>
                  </a:lnTo>
                  <a:lnTo>
                    <a:pt x="191445" y="186920"/>
                  </a:lnTo>
                  <a:lnTo>
                    <a:pt x="192221" y="186830"/>
                  </a:lnTo>
                  <a:lnTo>
                    <a:pt x="192436" y="186960"/>
                  </a:lnTo>
                  <a:lnTo>
                    <a:pt x="192951" y="187464"/>
                  </a:lnTo>
                  <a:lnTo>
                    <a:pt x="193015" y="187897"/>
                  </a:lnTo>
                  <a:lnTo>
                    <a:pt x="192953" y="188424"/>
                  </a:lnTo>
                  <a:lnTo>
                    <a:pt x="193009" y="188644"/>
                  </a:lnTo>
                  <a:lnTo>
                    <a:pt x="193186" y="188780"/>
                  </a:lnTo>
                  <a:lnTo>
                    <a:pt x="193373" y="188876"/>
                  </a:lnTo>
                  <a:lnTo>
                    <a:pt x="193881" y="189315"/>
                  </a:lnTo>
                  <a:lnTo>
                    <a:pt x="194165" y="189682"/>
                  </a:lnTo>
                  <a:lnTo>
                    <a:pt x="194742" y="189987"/>
                  </a:lnTo>
                  <a:lnTo>
                    <a:pt x="195239" y="190104"/>
                  </a:lnTo>
                  <a:lnTo>
                    <a:pt x="195565" y="190143"/>
                  </a:lnTo>
                  <a:lnTo>
                    <a:pt x="195996" y="190114"/>
                  </a:lnTo>
                  <a:lnTo>
                    <a:pt x="196128" y="190192"/>
                  </a:lnTo>
                  <a:lnTo>
                    <a:pt x="196356" y="190303"/>
                  </a:lnTo>
                  <a:lnTo>
                    <a:pt x="196941" y="190476"/>
                  </a:lnTo>
                  <a:lnTo>
                    <a:pt x="197185" y="190656"/>
                  </a:lnTo>
                  <a:lnTo>
                    <a:pt x="197737" y="191340"/>
                  </a:lnTo>
                  <a:lnTo>
                    <a:pt x="197910" y="191638"/>
                  </a:lnTo>
                  <a:lnTo>
                    <a:pt x="198212" y="192025"/>
                  </a:lnTo>
                  <a:lnTo>
                    <a:pt x="199198" y="192779"/>
                  </a:lnTo>
                  <a:lnTo>
                    <a:pt x="199548" y="193031"/>
                  </a:lnTo>
                  <a:lnTo>
                    <a:pt x="199777" y="193189"/>
                  </a:lnTo>
                  <a:lnTo>
                    <a:pt x="200428" y="193214"/>
                  </a:lnTo>
                  <a:lnTo>
                    <a:pt x="201082" y="193219"/>
                  </a:lnTo>
                  <a:lnTo>
                    <a:pt x="201243" y="193216"/>
                  </a:lnTo>
                  <a:lnTo>
                    <a:pt x="201392" y="193201"/>
                  </a:lnTo>
                  <a:lnTo>
                    <a:pt x="201726" y="193094"/>
                  </a:lnTo>
                  <a:lnTo>
                    <a:pt x="202230" y="193382"/>
                  </a:lnTo>
                  <a:lnTo>
                    <a:pt x="202391" y="193606"/>
                  </a:lnTo>
                  <a:lnTo>
                    <a:pt x="202648" y="193668"/>
                  </a:lnTo>
                  <a:lnTo>
                    <a:pt x="203109" y="193442"/>
                  </a:lnTo>
                  <a:lnTo>
                    <a:pt x="203941" y="193550"/>
                  </a:lnTo>
                  <a:lnTo>
                    <a:pt x="204426" y="193839"/>
                  </a:lnTo>
                  <a:lnTo>
                    <a:pt x="204657" y="193971"/>
                  </a:lnTo>
                  <a:lnTo>
                    <a:pt x="204890" y="194101"/>
                  </a:lnTo>
                  <a:lnTo>
                    <a:pt x="205436" y="194318"/>
                  </a:lnTo>
                  <a:lnTo>
                    <a:pt x="205712" y="194529"/>
                  </a:lnTo>
                  <a:lnTo>
                    <a:pt x="206185" y="194734"/>
                  </a:lnTo>
                  <a:lnTo>
                    <a:pt x="206741" y="194800"/>
                  </a:lnTo>
                  <a:lnTo>
                    <a:pt x="207003" y="195258"/>
                  </a:lnTo>
                  <a:lnTo>
                    <a:pt x="207361" y="195567"/>
                  </a:lnTo>
                  <a:lnTo>
                    <a:pt x="207927" y="195794"/>
                  </a:lnTo>
                  <a:lnTo>
                    <a:pt x="208660" y="196205"/>
                  </a:lnTo>
                  <a:lnTo>
                    <a:pt x="208858" y="196528"/>
                  </a:lnTo>
                  <a:lnTo>
                    <a:pt x="209188" y="196971"/>
                  </a:lnTo>
                  <a:lnTo>
                    <a:pt x="209518" y="197173"/>
                  </a:lnTo>
                  <a:lnTo>
                    <a:pt x="209897" y="197444"/>
                  </a:lnTo>
                  <a:lnTo>
                    <a:pt x="210363" y="198061"/>
                  </a:lnTo>
                  <a:lnTo>
                    <a:pt x="211001" y="198395"/>
                  </a:lnTo>
                  <a:lnTo>
                    <a:pt x="211156" y="198519"/>
                  </a:lnTo>
                  <a:lnTo>
                    <a:pt x="212127" y="198966"/>
                  </a:lnTo>
                  <a:lnTo>
                    <a:pt x="212336" y="199082"/>
                  </a:lnTo>
                  <a:lnTo>
                    <a:pt x="212676" y="199377"/>
                  </a:lnTo>
                  <a:lnTo>
                    <a:pt x="212840" y="199546"/>
                  </a:lnTo>
                  <a:lnTo>
                    <a:pt x="213427" y="200085"/>
                  </a:lnTo>
                  <a:lnTo>
                    <a:pt x="213937" y="200795"/>
                  </a:lnTo>
                  <a:lnTo>
                    <a:pt x="214085" y="201253"/>
                  </a:lnTo>
                  <a:lnTo>
                    <a:pt x="213816" y="201752"/>
                  </a:lnTo>
                  <a:lnTo>
                    <a:pt x="213771" y="201922"/>
                  </a:lnTo>
                  <a:lnTo>
                    <a:pt x="213955" y="202300"/>
                  </a:lnTo>
                  <a:lnTo>
                    <a:pt x="214735" y="202322"/>
                  </a:lnTo>
                  <a:lnTo>
                    <a:pt x="214982" y="202407"/>
                  </a:lnTo>
                  <a:lnTo>
                    <a:pt x="215802" y="202810"/>
                  </a:lnTo>
                  <a:lnTo>
                    <a:pt x="216109" y="202654"/>
                  </a:lnTo>
                  <a:lnTo>
                    <a:pt x="216293" y="202743"/>
                  </a:lnTo>
                  <a:lnTo>
                    <a:pt x="216643" y="202967"/>
                  </a:lnTo>
                  <a:lnTo>
                    <a:pt x="216920" y="203104"/>
                  </a:lnTo>
                  <a:lnTo>
                    <a:pt x="217507" y="203198"/>
                  </a:lnTo>
                  <a:lnTo>
                    <a:pt x="217751" y="203336"/>
                  </a:lnTo>
                  <a:lnTo>
                    <a:pt x="217726" y="203567"/>
                  </a:lnTo>
                  <a:lnTo>
                    <a:pt x="217695" y="203798"/>
                  </a:lnTo>
                  <a:lnTo>
                    <a:pt x="217745" y="204133"/>
                  </a:lnTo>
                  <a:lnTo>
                    <a:pt x="217746" y="204635"/>
                  </a:lnTo>
                  <a:lnTo>
                    <a:pt x="217438" y="204706"/>
                  </a:lnTo>
                  <a:lnTo>
                    <a:pt x="216737" y="205145"/>
                  </a:lnTo>
                  <a:lnTo>
                    <a:pt x="216909" y="205544"/>
                  </a:lnTo>
                  <a:lnTo>
                    <a:pt x="217048" y="205548"/>
                  </a:lnTo>
                  <a:lnTo>
                    <a:pt x="217572" y="206110"/>
                  </a:lnTo>
                  <a:lnTo>
                    <a:pt x="217955" y="206199"/>
                  </a:lnTo>
                  <a:lnTo>
                    <a:pt x="218089" y="206469"/>
                  </a:lnTo>
                  <a:lnTo>
                    <a:pt x="218078" y="206738"/>
                  </a:lnTo>
                  <a:lnTo>
                    <a:pt x="217926" y="207149"/>
                  </a:lnTo>
                  <a:lnTo>
                    <a:pt x="217914" y="207366"/>
                  </a:lnTo>
                  <a:lnTo>
                    <a:pt x="218295" y="207833"/>
                  </a:lnTo>
                  <a:lnTo>
                    <a:pt x="218435" y="207921"/>
                  </a:lnTo>
                  <a:lnTo>
                    <a:pt x="218626" y="208022"/>
                  </a:lnTo>
                  <a:lnTo>
                    <a:pt x="219083" y="208149"/>
                  </a:lnTo>
                  <a:lnTo>
                    <a:pt x="219429" y="208106"/>
                  </a:lnTo>
                  <a:lnTo>
                    <a:pt x="219751" y="208167"/>
                  </a:lnTo>
                  <a:lnTo>
                    <a:pt x="220039" y="208230"/>
                  </a:lnTo>
                  <a:lnTo>
                    <a:pt x="220555" y="208242"/>
                  </a:lnTo>
                  <a:lnTo>
                    <a:pt x="221468" y="208252"/>
                  </a:lnTo>
                  <a:lnTo>
                    <a:pt x="222126" y="208291"/>
                  </a:lnTo>
                  <a:lnTo>
                    <a:pt x="222292" y="208331"/>
                  </a:lnTo>
                  <a:lnTo>
                    <a:pt x="222568" y="208384"/>
                  </a:lnTo>
                  <a:lnTo>
                    <a:pt x="222900" y="208436"/>
                  </a:lnTo>
                  <a:lnTo>
                    <a:pt x="223145" y="208426"/>
                  </a:lnTo>
                  <a:lnTo>
                    <a:pt x="223274" y="208349"/>
                  </a:lnTo>
                  <a:lnTo>
                    <a:pt x="223742" y="208282"/>
                  </a:lnTo>
                  <a:lnTo>
                    <a:pt x="224034" y="208259"/>
                  </a:lnTo>
                  <a:lnTo>
                    <a:pt x="224352" y="207768"/>
                  </a:lnTo>
                  <a:lnTo>
                    <a:pt x="224635" y="207575"/>
                  </a:lnTo>
                  <a:lnTo>
                    <a:pt x="225377" y="207550"/>
                  </a:lnTo>
                  <a:lnTo>
                    <a:pt x="225768" y="207467"/>
                  </a:lnTo>
                  <a:lnTo>
                    <a:pt x="226045" y="207422"/>
                  </a:lnTo>
                  <a:lnTo>
                    <a:pt x="226478" y="207866"/>
                  </a:lnTo>
                  <a:lnTo>
                    <a:pt x="226653" y="207941"/>
                  </a:lnTo>
                  <a:lnTo>
                    <a:pt x="226992" y="207852"/>
                  </a:lnTo>
                  <a:lnTo>
                    <a:pt x="227360" y="207653"/>
                  </a:lnTo>
                  <a:lnTo>
                    <a:pt x="227785" y="207573"/>
                  </a:lnTo>
                  <a:lnTo>
                    <a:pt x="228030" y="207565"/>
                  </a:lnTo>
                  <a:lnTo>
                    <a:pt x="228588" y="207773"/>
                  </a:lnTo>
                  <a:lnTo>
                    <a:pt x="229125" y="207578"/>
                  </a:lnTo>
                  <a:lnTo>
                    <a:pt x="229879" y="207499"/>
                  </a:lnTo>
                  <a:lnTo>
                    <a:pt x="230116" y="207360"/>
                  </a:lnTo>
                  <a:lnTo>
                    <a:pt x="230777" y="207223"/>
                  </a:lnTo>
                  <a:lnTo>
                    <a:pt x="230961" y="207329"/>
                  </a:lnTo>
                  <a:lnTo>
                    <a:pt x="231501" y="207302"/>
                  </a:lnTo>
                  <a:lnTo>
                    <a:pt x="231927" y="207220"/>
                  </a:lnTo>
                  <a:lnTo>
                    <a:pt x="232382" y="207273"/>
                  </a:lnTo>
                  <a:lnTo>
                    <a:pt x="232706" y="207422"/>
                  </a:lnTo>
                  <a:lnTo>
                    <a:pt x="233560" y="208010"/>
                  </a:lnTo>
                  <a:lnTo>
                    <a:pt x="234252" y="207974"/>
                  </a:lnTo>
                  <a:lnTo>
                    <a:pt x="234414" y="207857"/>
                  </a:lnTo>
                  <a:lnTo>
                    <a:pt x="235183" y="207595"/>
                  </a:lnTo>
                  <a:lnTo>
                    <a:pt x="235614" y="207692"/>
                  </a:lnTo>
                  <a:lnTo>
                    <a:pt x="235951" y="207822"/>
                  </a:lnTo>
                  <a:lnTo>
                    <a:pt x="236294" y="207821"/>
                  </a:lnTo>
                  <a:lnTo>
                    <a:pt x="236511" y="207779"/>
                  </a:lnTo>
                  <a:lnTo>
                    <a:pt x="236751" y="207734"/>
                  </a:lnTo>
                  <a:lnTo>
                    <a:pt x="237159" y="207706"/>
                  </a:lnTo>
                  <a:lnTo>
                    <a:pt x="237487" y="207872"/>
                  </a:lnTo>
                  <a:lnTo>
                    <a:pt x="238323" y="208729"/>
                  </a:lnTo>
                  <a:lnTo>
                    <a:pt x="238808" y="208732"/>
                  </a:lnTo>
                  <a:lnTo>
                    <a:pt x="238942" y="208704"/>
                  </a:lnTo>
                  <a:lnTo>
                    <a:pt x="239277" y="208720"/>
                  </a:lnTo>
                  <a:lnTo>
                    <a:pt x="239388" y="209209"/>
                  </a:lnTo>
                  <a:lnTo>
                    <a:pt x="239272" y="209510"/>
                  </a:lnTo>
                  <a:lnTo>
                    <a:pt x="239531" y="210381"/>
                  </a:lnTo>
                  <a:lnTo>
                    <a:pt x="239746" y="210703"/>
                  </a:lnTo>
                  <a:lnTo>
                    <a:pt x="239756" y="211110"/>
                  </a:lnTo>
                  <a:lnTo>
                    <a:pt x="239775" y="211660"/>
                  </a:lnTo>
                  <a:lnTo>
                    <a:pt x="239720" y="211903"/>
                  </a:lnTo>
                  <a:lnTo>
                    <a:pt x="239680" y="212112"/>
                  </a:lnTo>
                  <a:lnTo>
                    <a:pt x="239912" y="212751"/>
                  </a:lnTo>
                  <a:lnTo>
                    <a:pt x="240117" y="213037"/>
                  </a:lnTo>
                  <a:lnTo>
                    <a:pt x="240473" y="213552"/>
                  </a:lnTo>
                  <a:lnTo>
                    <a:pt x="240887" y="213879"/>
                  </a:lnTo>
                  <a:lnTo>
                    <a:pt x="240446" y="214048"/>
                  </a:lnTo>
                  <a:lnTo>
                    <a:pt x="240172" y="213990"/>
                  </a:lnTo>
                  <a:lnTo>
                    <a:pt x="239988" y="214237"/>
                  </a:lnTo>
                  <a:lnTo>
                    <a:pt x="240185" y="215255"/>
                  </a:lnTo>
                  <a:lnTo>
                    <a:pt x="239829" y="215291"/>
                  </a:lnTo>
                  <a:lnTo>
                    <a:pt x="239484" y="215399"/>
                  </a:lnTo>
                  <a:lnTo>
                    <a:pt x="239069" y="215958"/>
                  </a:lnTo>
                  <a:lnTo>
                    <a:pt x="238933" y="216127"/>
                  </a:lnTo>
                  <a:lnTo>
                    <a:pt x="238779" y="216418"/>
                  </a:lnTo>
                  <a:lnTo>
                    <a:pt x="239017" y="216757"/>
                  </a:lnTo>
                  <a:lnTo>
                    <a:pt x="239222" y="216883"/>
                  </a:lnTo>
                  <a:lnTo>
                    <a:pt x="239533" y="216936"/>
                  </a:lnTo>
                  <a:lnTo>
                    <a:pt x="239938" y="216878"/>
                  </a:lnTo>
                  <a:lnTo>
                    <a:pt x="240148" y="216804"/>
                  </a:lnTo>
                  <a:lnTo>
                    <a:pt x="240743" y="216957"/>
                  </a:lnTo>
                  <a:lnTo>
                    <a:pt x="241378" y="216818"/>
                  </a:lnTo>
                  <a:lnTo>
                    <a:pt x="242331" y="217010"/>
                  </a:lnTo>
                  <a:lnTo>
                    <a:pt x="242679" y="217214"/>
                  </a:lnTo>
                  <a:lnTo>
                    <a:pt x="243520" y="216657"/>
                  </a:lnTo>
                  <a:lnTo>
                    <a:pt x="243884" y="216501"/>
                  </a:lnTo>
                  <a:lnTo>
                    <a:pt x="244496" y="216470"/>
                  </a:lnTo>
                  <a:lnTo>
                    <a:pt x="244992" y="216717"/>
                  </a:lnTo>
                  <a:lnTo>
                    <a:pt x="245100" y="216872"/>
                  </a:lnTo>
                  <a:lnTo>
                    <a:pt x="245232" y="217054"/>
                  </a:lnTo>
                  <a:lnTo>
                    <a:pt x="245622" y="217302"/>
                  </a:lnTo>
                  <a:lnTo>
                    <a:pt x="245601" y="217732"/>
                  </a:lnTo>
                  <a:lnTo>
                    <a:pt x="246103" y="217775"/>
                  </a:lnTo>
                  <a:lnTo>
                    <a:pt x="246306" y="217852"/>
                  </a:lnTo>
                  <a:lnTo>
                    <a:pt x="246695" y="218102"/>
                  </a:lnTo>
                  <a:lnTo>
                    <a:pt x="246807" y="218286"/>
                  </a:lnTo>
                  <a:lnTo>
                    <a:pt x="247102" y="218487"/>
                  </a:lnTo>
                  <a:lnTo>
                    <a:pt x="247947" y="218380"/>
                  </a:lnTo>
                  <a:lnTo>
                    <a:pt x="248272" y="218330"/>
                  </a:lnTo>
                  <a:lnTo>
                    <a:pt x="248455" y="218272"/>
                  </a:lnTo>
                  <a:lnTo>
                    <a:pt x="248825" y="218336"/>
                  </a:lnTo>
                  <a:lnTo>
                    <a:pt x="249063" y="218623"/>
                  </a:lnTo>
                  <a:lnTo>
                    <a:pt x="249294" y="218827"/>
                  </a:lnTo>
                  <a:lnTo>
                    <a:pt x="249497" y="219108"/>
                  </a:lnTo>
                  <a:lnTo>
                    <a:pt x="250287" y="219053"/>
                  </a:lnTo>
                  <a:lnTo>
                    <a:pt x="251267" y="218782"/>
                  </a:lnTo>
                  <a:lnTo>
                    <a:pt x="250816" y="219200"/>
                  </a:lnTo>
                  <a:lnTo>
                    <a:pt x="250220" y="219707"/>
                  </a:lnTo>
                  <a:lnTo>
                    <a:pt x="249680" y="220063"/>
                  </a:lnTo>
                  <a:lnTo>
                    <a:pt x="249256" y="220580"/>
                  </a:lnTo>
                  <a:lnTo>
                    <a:pt x="249372" y="220748"/>
                  </a:lnTo>
                  <a:lnTo>
                    <a:pt x="249529" y="221147"/>
                  </a:lnTo>
                  <a:lnTo>
                    <a:pt x="249798" y="221188"/>
                  </a:lnTo>
                  <a:lnTo>
                    <a:pt x="250281" y="220950"/>
                  </a:lnTo>
                  <a:lnTo>
                    <a:pt x="251040" y="220766"/>
                  </a:lnTo>
                  <a:lnTo>
                    <a:pt x="251512" y="220808"/>
                  </a:lnTo>
                  <a:lnTo>
                    <a:pt x="252144" y="222022"/>
                  </a:lnTo>
                  <a:lnTo>
                    <a:pt x="252571" y="222430"/>
                  </a:lnTo>
                  <a:lnTo>
                    <a:pt x="253059" y="222577"/>
                  </a:lnTo>
                  <a:lnTo>
                    <a:pt x="253193" y="222607"/>
                  </a:lnTo>
                  <a:lnTo>
                    <a:pt x="253322" y="222625"/>
                  </a:lnTo>
                  <a:lnTo>
                    <a:pt x="253792" y="222789"/>
                  </a:lnTo>
                  <a:lnTo>
                    <a:pt x="253649" y="223210"/>
                  </a:lnTo>
                  <a:lnTo>
                    <a:pt x="253813" y="223316"/>
                  </a:lnTo>
                  <a:lnTo>
                    <a:pt x="254164" y="223551"/>
                  </a:lnTo>
                  <a:lnTo>
                    <a:pt x="254217" y="223770"/>
                  </a:lnTo>
                  <a:lnTo>
                    <a:pt x="254252" y="223971"/>
                  </a:lnTo>
                  <a:lnTo>
                    <a:pt x="254770" y="224360"/>
                  </a:lnTo>
                  <a:lnTo>
                    <a:pt x="255782" y="224308"/>
                  </a:lnTo>
                  <a:lnTo>
                    <a:pt x="256276" y="224373"/>
                  </a:lnTo>
                  <a:lnTo>
                    <a:pt x="257554" y="224620"/>
                  </a:lnTo>
                  <a:lnTo>
                    <a:pt x="257812" y="225023"/>
                  </a:lnTo>
                  <a:lnTo>
                    <a:pt x="257980" y="225169"/>
                  </a:lnTo>
                  <a:lnTo>
                    <a:pt x="258166" y="225238"/>
                  </a:lnTo>
                  <a:lnTo>
                    <a:pt x="258790" y="225416"/>
                  </a:lnTo>
                  <a:lnTo>
                    <a:pt x="258899" y="225622"/>
                  </a:lnTo>
                  <a:lnTo>
                    <a:pt x="258796" y="226075"/>
                  </a:lnTo>
                  <a:lnTo>
                    <a:pt x="258691" y="226377"/>
                  </a:lnTo>
                  <a:lnTo>
                    <a:pt x="258699" y="226652"/>
                  </a:lnTo>
                  <a:lnTo>
                    <a:pt x="258820" y="226854"/>
                  </a:lnTo>
                  <a:lnTo>
                    <a:pt x="259038" y="227788"/>
                  </a:lnTo>
                  <a:lnTo>
                    <a:pt x="259144" y="227970"/>
                  </a:lnTo>
                  <a:lnTo>
                    <a:pt x="259338" y="228241"/>
                  </a:lnTo>
                  <a:lnTo>
                    <a:pt x="259370" y="228804"/>
                  </a:lnTo>
                  <a:lnTo>
                    <a:pt x="259292" y="229412"/>
                  </a:lnTo>
                  <a:lnTo>
                    <a:pt x="259443" y="229413"/>
                  </a:lnTo>
                  <a:lnTo>
                    <a:pt x="259784" y="230486"/>
                  </a:lnTo>
                  <a:lnTo>
                    <a:pt x="259483" y="230908"/>
                  </a:lnTo>
                  <a:lnTo>
                    <a:pt x="259368" y="231457"/>
                  </a:lnTo>
                  <a:lnTo>
                    <a:pt x="259530" y="231820"/>
                  </a:lnTo>
                  <a:lnTo>
                    <a:pt x="259679" y="232229"/>
                  </a:lnTo>
                  <a:lnTo>
                    <a:pt x="259547" y="232564"/>
                  </a:lnTo>
                  <a:lnTo>
                    <a:pt x="259778" y="232762"/>
                  </a:lnTo>
                  <a:lnTo>
                    <a:pt x="260141" y="232861"/>
                  </a:lnTo>
                  <a:lnTo>
                    <a:pt x="260187" y="233033"/>
                  </a:lnTo>
                  <a:lnTo>
                    <a:pt x="260263" y="233425"/>
                  </a:lnTo>
                  <a:lnTo>
                    <a:pt x="260246" y="233574"/>
                  </a:lnTo>
                  <a:lnTo>
                    <a:pt x="260102" y="234169"/>
                  </a:lnTo>
                  <a:lnTo>
                    <a:pt x="260146" y="234520"/>
                  </a:lnTo>
                  <a:lnTo>
                    <a:pt x="260393" y="234818"/>
                  </a:lnTo>
                  <a:lnTo>
                    <a:pt x="260481" y="234994"/>
                  </a:lnTo>
                  <a:lnTo>
                    <a:pt x="260448" y="235661"/>
                  </a:lnTo>
                  <a:lnTo>
                    <a:pt x="260517" y="236020"/>
                  </a:lnTo>
                  <a:lnTo>
                    <a:pt x="260551" y="236166"/>
                  </a:lnTo>
                  <a:lnTo>
                    <a:pt x="260592" y="236591"/>
                  </a:lnTo>
                  <a:lnTo>
                    <a:pt x="260583" y="236772"/>
                  </a:lnTo>
                  <a:lnTo>
                    <a:pt x="260698" y="236997"/>
                  </a:lnTo>
                  <a:lnTo>
                    <a:pt x="260809" y="237168"/>
                  </a:lnTo>
                  <a:lnTo>
                    <a:pt x="261397" y="237558"/>
                  </a:lnTo>
                  <a:lnTo>
                    <a:pt x="261550" y="237832"/>
                  </a:lnTo>
                  <a:lnTo>
                    <a:pt x="261376" y="238097"/>
                  </a:lnTo>
                  <a:lnTo>
                    <a:pt x="260897" y="238583"/>
                  </a:lnTo>
                  <a:lnTo>
                    <a:pt x="260827" y="239524"/>
                  </a:lnTo>
                  <a:lnTo>
                    <a:pt x="260323" y="239766"/>
                  </a:lnTo>
                  <a:lnTo>
                    <a:pt x="259951" y="239971"/>
                  </a:lnTo>
                  <a:lnTo>
                    <a:pt x="259657" y="240074"/>
                  </a:lnTo>
                  <a:lnTo>
                    <a:pt x="259364" y="239981"/>
                  </a:lnTo>
                  <a:lnTo>
                    <a:pt x="258975" y="240526"/>
                  </a:lnTo>
                  <a:lnTo>
                    <a:pt x="258771" y="240572"/>
                  </a:lnTo>
                  <a:lnTo>
                    <a:pt x="258385" y="240701"/>
                  </a:lnTo>
                  <a:lnTo>
                    <a:pt x="258257" y="240861"/>
                  </a:lnTo>
                  <a:lnTo>
                    <a:pt x="258246" y="240993"/>
                  </a:lnTo>
                  <a:lnTo>
                    <a:pt x="258206" y="241139"/>
                  </a:lnTo>
                  <a:lnTo>
                    <a:pt x="257915" y="241612"/>
                  </a:lnTo>
                  <a:lnTo>
                    <a:pt x="257840" y="241799"/>
                  </a:lnTo>
                  <a:lnTo>
                    <a:pt x="257746" y="241988"/>
                  </a:lnTo>
                  <a:lnTo>
                    <a:pt x="257749" y="242200"/>
                  </a:lnTo>
                  <a:lnTo>
                    <a:pt x="257779" y="242473"/>
                  </a:lnTo>
                  <a:lnTo>
                    <a:pt x="258021" y="242765"/>
                  </a:lnTo>
                  <a:lnTo>
                    <a:pt x="258376" y="242923"/>
                  </a:lnTo>
                  <a:lnTo>
                    <a:pt x="258347" y="243147"/>
                  </a:lnTo>
                  <a:lnTo>
                    <a:pt x="258212" y="243178"/>
                  </a:lnTo>
                  <a:lnTo>
                    <a:pt x="258015" y="243543"/>
                  </a:lnTo>
                  <a:lnTo>
                    <a:pt x="257968" y="243694"/>
                  </a:lnTo>
                  <a:lnTo>
                    <a:pt x="258028" y="243924"/>
                  </a:lnTo>
                  <a:lnTo>
                    <a:pt x="257763" y="244299"/>
                  </a:lnTo>
                  <a:lnTo>
                    <a:pt x="257798" y="244617"/>
                  </a:lnTo>
                  <a:lnTo>
                    <a:pt x="258002" y="244589"/>
                  </a:lnTo>
                  <a:lnTo>
                    <a:pt x="258223" y="244597"/>
                  </a:lnTo>
                  <a:lnTo>
                    <a:pt x="258545" y="244682"/>
                  </a:lnTo>
                  <a:lnTo>
                    <a:pt x="258672" y="244790"/>
                  </a:lnTo>
                  <a:lnTo>
                    <a:pt x="258716" y="245217"/>
                  </a:lnTo>
                  <a:lnTo>
                    <a:pt x="258777" y="245458"/>
                  </a:lnTo>
                  <a:lnTo>
                    <a:pt x="258769" y="245693"/>
                  </a:lnTo>
                  <a:lnTo>
                    <a:pt x="258548" y="246463"/>
                  </a:lnTo>
                  <a:lnTo>
                    <a:pt x="258550" y="246891"/>
                  </a:lnTo>
                  <a:lnTo>
                    <a:pt x="258552" y="247123"/>
                  </a:lnTo>
                  <a:lnTo>
                    <a:pt x="258756" y="247034"/>
                  </a:lnTo>
                  <a:lnTo>
                    <a:pt x="259013" y="246959"/>
                  </a:lnTo>
                  <a:lnTo>
                    <a:pt x="259800" y="246778"/>
                  </a:lnTo>
                  <a:lnTo>
                    <a:pt x="260050" y="246924"/>
                  </a:lnTo>
                  <a:lnTo>
                    <a:pt x="260197" y="246994"/>
                  </a:lnTo>
                  <a:lnTo>
                    <a:pt x="260237" y="247285"/>
                  </a:lnTo>
                  <a:lnTo>
                    <a:pt x="260178" y="247525"/>
                  </a:lnTo>
                  <a:lnTo>
                    <a:pt x="260033" y="247708"/>
                  </a:lnTo>
                  <a:lnTo>
                    <a:pt x="259796" y="247841"/>
                  </a:lnTo>
                  <a:lnTo>
                    <a:pt x="259694" y="247991"/>
                  </a:lnTo>
                  <a:lnTo>
                    <a:pt x="259811" y="248232"/>
                  </a:lnTo>
                  <a:lnTo>
                    <a:pt x="259819" y="248394"/>
                  </a:lnTo>
                  <a:lnTo>
                    <a:pt x="259614" y="248625"/>
                  </a:lnTo>
                  <a:lnTo>
                    <a:pt x="259306" y="248845"/>
                  </a:lnTo>
                  <a:lnTo>
                    <a:pt x="259211" y="249253"/>
                  </a:lnTo>
                  <a:lnTo>
                    <a:pt x="259170" y="249539"/>
                  </a:lnTo>
                  <a:lnTo>
                    <a:pt x="258912" y="250283"/>
                  </a:lnTo>
                  <a:lnTo>
                    <a:pt x="258933" y="250506"/>
                  </a:lnTo>
                  <a:lnTo>
                    <a:pt x="259154" y="250820"/>
                  </a:lnTo>
                  <a:lnTo>
                    <a:pt x="259238" y="251063"/>
                  </a:lnTo>
                  <a:lnTo>
                    <a:pt x="259094" y="251392"/>
                  </a:lnTo>
                  <a:lnTo>
                    <a:pt x="258798" y="251909"/>
                  </a:lnTo>
                  <a:lnTo>
                    <a:pt x="258512" y="252363"/>
                  </a:lnTo>
                  <a:lnTo>
                    <a:pt x="258487" y="252540"/>
                  </a:lnTo>
                  <a:lnTo>
                    <a:pt x="258339" y="252759"/>
                  </a:lnTo>
                  <a:lnTo>
                    <a:pt x="258203" y="252903"/>
                  </a:lnTo>
                  <a:lnTo>
                    <a:pt x="257989" y="253281"/>
                  </a:lnTo>
                  <a:lnTo>
                    <a:pt x="257863" y="253691"/>
                  </a:lnTo>
                  <a:lnTo>
                    <a:pt x="257570" y="254277"/>
                  </a:lnTo>
                  <a:lnTo>
                    <a:pt x="257446" y="254715"/>
                  </a:lnTo>
                  <a:lnTo>
                    <a:pt x="257282" y="254880"/>
                  </a:lnTo>
                  <a:lnTo>
                    <a:pt x="257078" y="255030"/>
                  </a:lnTo>
                  <a:lnTo>
                    <a:pt x="256668" y="255441"/>
                  </a:lnTo>
                  <a:lnTo>
                    <a:pt x="256247" y="256301"/>
                  </a:lnTo>
                  <a:lnTo>
                    <a:pt x="256164" y="256556"/>
                  </a:lnTo>
                  <a:lnTo>
                    <a:pt x="255888" y="256959"/>
                  </a:lnTo>
                  <a:lnTo>
                    <a:pt x="254835" y="257065"/>
                  </a:lnTo>
                  <a:lnTo>
                    <a:pt x="254622" y="257113"/>
                  </a:lnTo>
                  <a:lnTo>
                    <a:pt x="254368" y="257049"/>
                  </a:lnTo>
                  <a:lnTo>
                    <a:pt x="253891" y="256271"/>
                  </a:lnTo>
                  <a:lnTo>
                    <a:pt x="253833" y="256127"/>
                  </a:lnTo>
                  <a:lnTo>
                    <a:pt x="253534" y="255956"/>
                  </a:lnTo>
                  <a:lnTo>
                    <a:pt x="252916" y="255377"/>
                  </a:lnTo>
                  <a:lnTo>
                    <a:pt x="252966" y="254651"/>
                  </a:lnTo>
                  <a:lnTo>
                    <a:pt x="252928" y="254345"/>
                  </a:lnTo>
                  <a:lnTo>
                    <a:pt x="252793" y="254044"/>
                  </a:lnTo>
                  <a:lnTo>
                    <a:pt x="252702" y="253826"/>
                  </a:lnTo>
                  <a:lnTo>
                    <a:pt x="252392" y="253511"/>
                  </a:lnTo>
                  <a:lnTo>
                    <a:pt x="252304" y="253316"/>
                  </a:lnTo>
                  <a:lnTo>
                    <a:pt x="252323" y="252996"/>
                  </a:lnTo>
                  <a:lnTo>
                    <a:pt x="252448" y="252518"/>
                  </a:lnTo>
                  <a:lnTo>
                    <a:pt x="252187" y="252475"/>
                  </a:lnTo>
                  <a:lnTo>
                    <a:pt x="251885" y="252566"/>
                  </a:lnTo>
                  <a:lnTo>
                    <a:pt x="251561" y="252336"/>
                  </a:lnTo>
                  <a:lnTo>
                    <a:pt x="251269" y="252411"/>
                  </a:lnTo>
                  <a:lnTo>
                    <a:pt x="250924" y="252222"/>
                  </a:lnTo>
                  <a:lnTo>
                    <a:pt x="250761" y="252351"/>
                  </a:lnTo>
                  <a:lnTo>
                    <a:pt x="250223" y="252818"/>
                  </a:lnTo>
                  <a:lnTo>
                    <a:pt x="249812" y="252896"/>
                  </a:lnTo>
                  <a:lnTo>
                    <a:pt x="249660" y="252866"/>
                  </a:lnTo>
                  <a:lnTo>
                    <a:pt x="249344" y="252540"/>
                  </a:lnTo>
                  <a:lnTo>
                    <a:pt x="249314" y="252321"/>
                  </a:lnTo>
                  <a:lnTo>
                    <a:pt x="249047" y="252325"/>
                  </a:lnTo>
                  <a:lnTo>
                    <a:pt x="248761" y="252241"/>
                  </a:lnTo>
                  <a:lnTo>
                    <a:pt x="248278" y="252092"/>
                  </a:lnTo>
                  <a:lnTo>
                    <a:pt x="248076" y="252072"/>
                  </a:lnTo>
                  <a:lnTo>
                    <a:pt x="247711" y="251793"/>
                  </a:lnTo>
                  <a:lnTo>
                    <a:pt x="247536" y="251643"/>
                  </a:lnTo>
                  <a:lnTo>
                    <a:pt x="247364" y="251596"/>
                  </a:lnTo>
                  <a:lnTo>
                    <a:pt x="246900" y="251747"/>
                  </a:lnTo>
                  <a:lnTo>
                    <a:pt x="246372" y="252318"/>
                  </a:lnTo>
                  <a:lnTo>
                    <a:pt x="245910" y="252432"/>
                  </a:lnTo>
                  <a:lnTo>
                    <a:pt x="245562" y="252643"/>
                  </a:lnTo>
                  <a:lnTo>
                    <a:pt x="245213" y="252730"/>
                  </a:lnTo>
                  <a:lnTo>
                    <a:pt x="244972" y="252844"/>
                  </a:lnTo>
                  <a:lnTo>
                    <a:pt x="244695" y="253013"/>
                  </a:lnTo>
                  <a:lnTo>
                    <a:pt x="244456" y="253221"/>
                  </a:lnTo>
                  <a:lnTo>
                    <a:pt x="244313" y="253379"/>
                  </a:lnTo>
                  <a:lnTo>
                    <a:pt x="244093" y="253435"/>
                  </a:lnTo>
                  <a:lnTo>
                    <a:pt x="243361" y="253838"/>
                  </a:lnTo>
                  <a:lnTo>
                    <a:pt x="243109" y="253844"/>
                  </a:lnTo>
                  <a:lnTo>
                    <a:pt x="242338" y="254080"/>
                  </a:lnTo>
                  <a:lnTo>
                    <a:pt x="242163" y="254234"/>
                  </a:lnTo>
                  <a:lnTo>
                    <a:pt x="241348" y="254800"/>
                  </a:lnTo>
                  <a:lnTo>
                    <a:pt x="240797" y="255119"/>
                  </a:lnTo>
                  <a:lnTo>
                    <a:pt x="240618" y="255233"/>
                  </a:lnTo>
                  <a:lnTo>
                    <a:pt x="240395" y="255444"/>
                  </a:lnTo>
                  <a:lnTo>
                    <a:pt x="240212" y="255577"/>
                  </a:lnTo>
                  <a:lnTo>
                    <a:pt x="240039" y="255718"/>
                  </a:lnTo>
                  <a:lnTo>
                    <a:pt x="239849" y="255909"/>
                  </a:lnTo>
                  <a:lnTo>
                    <a:pt x="239674" y="256113"/>
                  </a:lnTo>
                  <a:lnTo>
                    <a:pt x="238778" y="256611"/>
                  </a:lnTo>
                  <a:lnTo>
                    <a:pt x="238610" y="257148"/>
                  </a:lnTo>
                  <a:lnTo>
                    <a:pt x="238663" y="257484"/>
                  </a:lnTo>
                  <a:lnTo>
                    <a:pt x="238510" y="257726"/>
                  </a:lnTo>
                  <a:lnTo>
                    <a:pt x="238658" y="257805"/>
                  </a:lnTo>
                  <a:lnTo>
                    <a:pt x="238859" y="258094"/>
                  </a:lnTo>
                  <a:lnTo>
                    <a:pt x="238722" y="258248"/>
                  </a:lnTo>
                  <a:lnTo>
                    <a:pt x="238531" y="258261"/>
                  </a:lnTo>
                  <a:lnTo>
                    <a:pt x="238169" y="258438"/>
                  </a:lnTo>
                  <a:lnTo>
                    <a:pt x="238073" y="258188"/>
                  </a:lnTo>
                  <a:lnTo>
                    <a:pt x="237844" y="257922"/>
                  </a:lnTo>
                  <a:lnTo>
                    <a:pt x="237303" y="258398"/>
                  </a:lnTo>
                  <a:lnTo>
                    <a:pt x="237118" y="258725"/>
                  </a:lnTo>
                  <a:lnTo>
                    <a:pt x="236417" y="258910"/>
                  </a:lnTo>
                  <a:lnTo>
                    <a:pt x="235674" y="259228"/>
                  </a:lnTo>
                  <a:lnTo>
                    <a:pt x="235738" y="259609"/>
                  </a:lnTo>
                  <a:lnTo>
                    <a:pt x="236016" y="259912"/>
                  </a:lnTo>
                  <a:lnTo>
                    <a:pt x="236068" y="260200"/>
                  </a:lnTo>
                  <a:lnTo>
                    <a:pt x="236103" y="260384"/>
                  </a:lnTo>
                  <a:lnTo>
                    <a:pt x="236056" y="260547"/>
                  </a:lnTo>
                  <a:lnTo>
                    <a:pt x="235887" y="260963"/>
                  </a:lnTo>
                  <a:lnTo>
                    <a:pt x="235576" y="261340"/>
                  </a:lnTo>
                  <a:lnTo>
                    <a:pt x="235428" y="261444"/>
                  </a:lnTo>
                  <a:lnTo>
                    <a:pt x="235268" y="261569"/>
                  </a:lnTo>
                  <a:lnTo>
                    <a:pt x="235060" y="261749"/>
                  </a:lnTo>
                  <a:lnTo>
                    <a:pt x="234853" y="261938"/>
                  </a:lnTo>
                  <a:lnTo>
                    <a:pt x="234565" y="262195"/>
                  </a:lnTo>
                  <a:lnTo>
                    <a:pt x="234173" y="262385"/>
                  </a:lnTo>
                  <a:lnTo>
                    <a:pt x="233653" y="262394"/>
                  </a:lnTo>
                  <a:lnTo>
                    <a:pt x="233430" y="262491"/>
                  </a:lnTo>
                  <a:lnTo>
                    <a:pt x="232899" y="262613"/>
                  </a:lnTo>
                  <a:lnTo>
                    <a:pt x="232504" y="262793"/>
                  </a:lnTo>
                  <a:lnTo>
                    <a:pt x="232424" y="263125"/>
                  </a:lnTo>
                  <a:lnTo>
                    <a:pt x="232435" y="263323"/>
                  </a:lnTo>
                  <a:lnTo>
                    <a:pt x="232421" y="263572"/>
                  </a:lnTo>
                  <a:lnTo>
                    <a:pt x="232434" y="264274"/>
                  </a:lnTo>
                  <a:lnTo>
                    <a:pt x="232112" y="264549"/>
                  </a:lnTo>
                  <a:lnTo>
                    <a:pt x="232101" y="264989"/>
                  </a:lnTo>
                  <a:lnTo>
                    <a:pt x="231993" y="265154"/>
                  </a:lnTo>
                  <a:lnTo>
                    <a:pt x="231299" y="265362"/>
                  </a:lnTo>
                  <a:lnTo>
                    <a:pt x="231124" y="265411"/>
                  </a:lnTo>
                  <a:lnTo>
                    <a:pt x="230812" y="265533"/>
                  </a:lnTo>
                  <a:lnTo>
                    <a:pt x="230249" y="265753"/>
                  </a:lnTo>
                  <a:lnTo>
                    <a:pt x="230303" y="265143"/>
                  </a:lnTo>
                  <a:lnTo>
                    <a:pt x="230366" y="264835"/>
                  </a:lnTo>
                  <a:lnTo>
                    <a:pt x="230327" y="264647"/>
                  </a:lnTo>
                  <a:lnTo>
                    <a:pt x="229874" y="264170"/>
                  </a:lnTo>
                  <a:lnTo>
                    <a:pt x="229557" y="264572"/>
                  </a:lnTo>
                  <a:lnTo>
                    <a:pt x="229381" y="264706"/>
                  </a:lnTo>
                  <a:lnTo>
                    <a:pt x="228815" y="265023"/>
                  </a:lnTo>
                  <a:lnTo>
                    <a:pt x="228620" y="265254"/>
                  </a:lnTo>
                  <a:lnTo>
                    <a:pt x="227941" y="265861"/>
                  </a:lnTo>
                  <a:lnTo>
                    <a:pt x="227791" y="266119"/>
                  </a:lnTo>
                  <a:lnTo>
                    <a:pt x="227228" y="266599"/>
                  </a:lnTo>
                  <a:lnTo>
                    <a:pt x="226755" y="266741"/>
                  </a:lnTo>
                  <a:lnTo>
                    <a:pt x="226555" y="266824"/>
                  </a:lnTo>
                  <a:lnTo>
                    <a:pt x="226068" y="267531"/>
                  </a:lnTo>
                  <a:lnTo>
                    <a:pt x="225762" y="267771"/>
                  </a:lnTo>
                  <a:lnTo>
                    <a:pt x="225333" y="268069"/>
                  </a:lnTo>
                  <a:lnTo>
                    <a:pt x="225107" y="268579"/>
                  </a:lnTo>
                  <a:lnTo>
                    <a:pt x="225082" y="268723"/>
                  </a:lnTo>
                  <a:lnTo>
                    <a:pt x="224741" y="269451"/>
                  </a:lnTo>
                  <a:lnTo>
                    <a:pt x="224422" y="269985"/>
                  </a:lnTo>
                  <a:lnTo>
                    <a:pt x="224259" y="270320"/>
                  </a:lnTo>
                  <a:lnTo>
                    <a:pt x="223908" y="270847"/>
                  </a:lnTo>
                  <a:lnTo>
                    <a:pt x="223719" y="271163"/>
                  </a:lnTo>
                  <a:lnTo>
                    <a:pt x="223229" y="271598"/>
                  </a:lnTo>
                  <a:lnTo>
                    <a:pt x="222951" y="271899"/>
                  </a:lnTo>
                  <a:lnTo>
                    <a:pt x="222755" y="272168"/>
                  </a:lnTo>
                  <a:lnTo>
                    <a:pt x="222591" y="272405"/>
                  </a:lnTo>
                  <a:lnTo>
                    <a:pt x="222246" y="273019"/>
                  </a:lnTo>
                  <a:lnTo>
                    <a:pt x="221969" y="273268"/>
                  </a:lnTo>
                  <a:lnTo>
                    <a:pt x="221648" y="273725"/>
                  </a:lnTo>
                  <a:lnTo>
                    <a:pt x="221234" y="273581"/>
                  </a:lnTo>
                  <a:lnTo>
                    <a:pt x="220804" y="273045"/>
                  </a:lnTo>
                  <a:lnTo>
                    <a:pt x="220678" y="272067"/>
                  </a:lnTo>
                  <a:lnTo>
                    <a:pt x="220790" y="271698"/>
                  </a:lnTo>
                  <a:lnTo>
                    <a:pt x="221155" y="271025"/>
                  </a:lnTo>
                  <a:lnTo>
                    <a:pt x="221482" y="270727"/>
                  </a:lnTo>
                  <a:lnTo>
                    <a:pt x="221930" y="270232"/>
                  </a:lnTo>
                  <a:lnTo>
                    <a:pt x="221337" y="269345"/>
                  </a:lnTo>
                  <a:lnTo>
                    <a:pt x="221049" y="269035"/>
                  </a:lnTo>
                  <a:lnTo>
                    <a:pt x="220456" y="268530"/>
                  </a:lnTo>
                  <a:lnTo>
                    <a:pt x="220100" y="268242"/>
                  </a:lnTo>
                  <a:lnTo>
                    <a:pt x="219648" y="268007"/>
                  </a:lnTo>
                  <a:lnTo>
                    <a:pt x="219509" y="267962"/>
                  </a:lnTo>
                  <a:lnTo>
                    <a:pt x="219355" y="267762"/>
                  </a:lnTo>
                  <a:lnTo>
                    <a:pt x="219589" y="267670"/>
                  </a:lnTo>
                  <a:lnTo>
                    <a:pt x="219841" y="267730"/>
                  </a:lnTo>
                  <a:lnTo>
                    <a:pt x="220135" y="267420"/>
                  </a:lnTo>
                  <a:lnTo>
                    <a:pt x="220271" y="266926"/>
                  </a:lnTo>
                  <a:lnTo>
                    <a:pt x="219959" y="266830"/>
                  </a:lnTo>
                  <a:lnTo>
                    <a:pt x="219532" y="267359"/>
                  </a:lnTo>
                  <a:lnTo>
                    <a:pt x="219029" y="266603"/>
                  </a:lnTo>
                  <a:lnTo>
                    <a:pt x="218873" y="266539"/>
                  </a:lnTo>
                  <a:lnTo>
                    <a:pt x="219074" y="266120"/>
                  </a:lnTo>
                  <a:lnTo>
                    <a:pt x="218725" y="266217"/>
                  </a:lnTo>
                  <a:lnTo>
                    <a:pt x="218529" y="266585"/>
                  </a:lnTo>
                  <a:lnTo>
                    <a:pt x="218265" y="266796"/>
                  </a:lnTo>
                  <a:lnTo>
                    <a:pt x="218146" y="267035"/>
                  </a:lnTo>
                  <a:lnTo>
                    <a:pt x="217902" y="267306"/>
                  </a:lnTo>
                  <a:lnTo>
                    <a:pt x="217105" y="267719"/>
                  </a:lnTo>
                  <a:lnTo>
                    <a:pt x="216545" y="268165"/>
                  </a:lnTo>
                  <a:lnTo>
                    <a:pt x="216369" y="268162"/>
                  </a:lnTo>
                  <a:lnTo>
                    <a:pt x="216151" y="268234"/>
                  </a:lnTo>
                  <a:lnTo>
                    <a:pt x="215641" y="268449"/>
                  </a:lnTo>
                  <a:lnTo>
                    <a:pt x="215541" y="268829"/>
                  </a:lnTo>
                  <a:lnTo>
                    <a:pt x="215746" y="268846"/>
                  </a:lnTo>
                  <a:lnTo>
                    <a:pt x="215869" y="268665"/>
                  </a:lnTo>
                  <a:lnTo>
                    <a:pt x="216367" y="268583"/>
                  </a:lnTo>
                  <a:lnTo>
                    <a:pt x="216278" y="268796"/>
                  </a:lnTo>
                  <a:lnTo>
                    <a:pt x="216153" y="268970"/>
                  </a:lnTo>
                  <a:lnTo>
                    <a:pt x="215885" y="269162"/>
                  </a:lnTo>
                  <a:lnTo>
                    <a:pt x="215730" y="269242"/>
                  </a:lnTo>
                  <a:lnTo>
                    <a:pt x="215398" y="269460"/>
                  </a:lnTo>
                  <a:lnTo>
                    <a:pt x="215089" y="269704"/>
                  </a:lnTo>
                  <a:lnTo>
                    <a:pt x="214737" y="269868"/>
                  </a:lnTo>
                  <a:lnTo>
                    <a:pt x="214472" y="269879"/>
                  </a:lnTo>
                  <a:lnTo>
                    <a:pt x="214335" y="270312"/>
                  </a:lnTo>
                  <a:lnTo>
                    <a:pt x="214019" y="270765"/>
                  </a:lnTo>
                  <a:lnTo>
                    <a:pt x="213556" y="270672"/>
                  </a:lnTo>
                  <a:lnTo>
                    <a:pt x="212824" y="270591"/>
                  </a:lnTo>
                  <a:lnTo>
                    <a:pt x="212711" y="270844"/>
                  </a:lnTo>
                  <a:lnTo>
                    <a:pt x="212466" y="271111"/>
                  </a:lnTo>
                  <a:lnTo>
                    <a:pt x="212058" y="271513"/>
                  </a:lnTo>
                  <a:lnTo>
                    <a:pt x="211805" y="271840"/>
                  </a:lnTo>
                  <a:lnTo>
                    <a:pt x="211491" y="272033"/>
                  </a:lnTo>
                  <a:lnTo>
                    <a:pt x="211348" y="271783"/>
                  </a:lnTo>
                  <a:lnTo>
                    <a:pt x="211060" y="271469"/>
                  </a:lnTo>
                  <a:lnTo>
                    <a:pt x="210833" y="271522"/>
                  </a:lnTo>
                  <a:lnTo>
                    <a:pt x="210500" y="271190"/>
                  </a:lnTo>
                  <a:lnTo>
                    <a:pt x="210367" y="271056"/>
                  </a:lnTo>
                  <a:lnTo>
                    <a:pt x="210119" y="270827"/>
                  </a:lnTo>
                  <a:lnTo>
                    <a:pt x="210116" y="270659"/>
                  </a:lnTo>
                  <a:lnTo>
                    <a:pt x="210061" y="270331"/>
                  </a:lnTo>
                  <a:lnTo>
                    <a:pt x="209910" y="270052"/>
                  </a:lnTo>
                  <a:lnTo>
                    <a:pt x="209790" y="269902"/>
                  </a:lnTo>
                  <a:lnTo>
                    <a:pt x="209135" y="269200"/>
                  </a:lnTo>
                  <a:lnTo>
                    <a:pt x="209144" y="269052"/>
                  </a:lnTo>
                  <a:lnTo>
                    <a:pt x="208989" y="268417"/>
                  </a:lnTo>
                  <a:lnTo>
                    <a:pt x="208655" y="268068"/>
                  </a:lnTo>
                  <a:lnTo>
                    <a:pt x="208539" y="267791"/>
                  </a:lnTo>
                  <a:lnTo>
                    <a:pt x="208702" y="267614"/>
                  </a:lnTo>
                  <a:lnTo>
                    <a:pt x="209198" y="267317"/>
                  </a:lnTo>
                  <a:lnTo>
                    <a:pt x="209636" y="267361"/>
                  </a:lnTo>
                  <a:lnTo>
                    <a:pt x="210007" y="267075"/>
                  </a:lnTo>
                  <a:lnTo>
                    <a:pt x="210083" y="266840"/>
                  </a:lnTo>
                  <a:lnTo>
                    <a:pt x="210257" y="266595"/>
                  </a:lnTo>
                  <a:lnTo>
                    <a:pt x="210397" y="265976"/>
                  </a:lnTo>
                  <a:lnTo>
                    <a:pt x="210296" y="265679"/>
                  </a:lnTo>
                  <a:lnTo>
                    <a:pt x="210147" y="265581"/>
                  </a:lnTo>
                  <a:lnTo>
                    <a:pt x="209048" y="265302"/>
                  </a:lnTo>
                  <a:lnTo>
                    <a:pt x="208882" y="265279"/>
                  </a:lnTo>
                  <a:lnTo>
                    <a:pt x="208737" y="265340"/>
                  </a:lnTo>
                  <a:lnTo>
                    <a:pt x="208604" y="265424"/>
                  </a:lnTo>
                  <a:lnTo>
                    <a:pt x="208455" y="265496"/>
                  </a:lnTo>
                  <a:lnTo>
                    <a:pt x="208115" y="265650"/>
                  </a:lnTo>
                  <a:lnTo>
                    <a:pt x="207818" y="265500"/>
                  </a:lnTo>
                  <a:lnTo>
                    <a:pt x="207503" y="265501"/>
                  </a:lnTo>
                  <a:lnTo>
                    <a:pt x="207341" y="265542"/>
                  </a:lnTo>
                  <a:lnTo>
                    <a:pt x="207060" y="265397"/>
                  </a:lnTo>
                  <a:lnTo>
                    <a:pt x="206903" y="265146"/>
                  </a:lnTo>
                  <a:lnTo>
                    <a:pt x="206716" y="264826"/>
                  </a:lnTo>
                  <a:lnTo>
                    <a:pt x="206412" y="265052"/>
                  </a:lnTo>
                  <a:lnTo>
                    <a:pt x="206035" y="265467"/>
                  </a:lnTo>
                  <a:lnTo>
                    <a:pt x="205752" y="265557"/>
                  </a:lnTo>
                  <a:lnTo>
                    <a:pt x="205333" y="266057"/>
                  </a:lnTo>
                  <a:lnTo>
                    <a:pt x="204619" y="266049"/>
                  </a:lnTo>
                  <a:lnTo>
                    <a:pt x="204437" y="266265"/>
                  </a:lnTo>
                  <a:lnTo>
                    <a:pt x="203861" y="266266"/>
                  </a:lnTo>
                  <a:lnTo>
                    <a:pt x="203389" y="266330"/>
                  </a:lnTo>
                  <a:lnTo>
                    <a:pt x="202968" y="266496"/>
                  </a:lnTo>
                  <a:lnTo>
                    <a:pt x="202797" y="266798"/>
                  </a:lnTo>
                  <a:lnTo>
                    <a:pt x="202095" y="267560"/>
                  </a:lnTo>
                  <a:lnTo>
                    <a:pt x="201993" y="267714"/>
                  </a:lnTo>
                  <a:lnTo>
                    <a:pt x="201654" y="268015"/>
                  </a:lnTo>
                  <a:lnTo>
                    <a:pt x="201363" y="268155"/>
                  </a:lnTo>
                  <a:lnTo>
                    <a:pt x="201147" y="268275"/>
                  </a:lnTo>
                  <a:lnTo>
                    <a:pt x="200973" y="268415"/>
                  </a:lnTo>
                  <a:lnTo>
                    <a:pt x="200784" y="268732"/>
                  </a:lnTo>
                  <a:lnTo>
                    <a:pt x="200452" y="269051"/>
                  </a:lnTo>
                  <a:lnTo>
                    <a:pt x="200262" y="269200"/>
                  </a:lnTo>
                  <a:lnTo>
                    <a:pt x="199698" y="270083"/>
                  </a:lnTo>
                  <a:lnTo>
                    <a:pt x="199564" y="270202"/>
                  </a:lnTo>
                  <a:lnTo>
                    <a:pt x="199359" y="270408"/>
                  </a:lnTo>
                  <a:lnTo>
                    <a:pt x="199014" y="270785"/>
                  </a:lnTo>
                  <a:lnTo>
                    <a:pt x="198957" y="270932"/>
                  </a:lnTo>
                  <a:lnTo>
                    <a:pt x="198607" y="271347"/>
                  </a:lnTo>
                  <a:lnTo>
                    <a:pt x="198288" y="271623"/>
                  </a:lnTo>
                  <a:lnTo>
                    <a:pt x="197895" y="272166"/>
                  </a:lnTo>
                  <a:lnTo>
                    <a:pt x="197619" y="272475"/>
                  </a:lnTo>
                  <a:lnTo>
                    <a:pt x="197201" y="272983"/>
                  </a:lnTo>
                  <a:lnTo>
                    <a:pt x="197043" y="273128"/>
                  </a:lnTo>
                  <a:lnTo>
                    <a:pt x="195970" y="273504"/>
                  </a:lnTo>
                  <a:lnTo>
                    <a:pt x="195819" y="273564"/>
                  </a:lnTo>
                  <a:lnTo>
                    <a:pt x="195537" y="273350"/>
                  </a:lnTo>
                  <a:lnTo>
                    <a:pt x="194922" y="272587"/>
                  </a:lnTo>
                  <a:lnTo>
                    <a:pt x="194587" y="272498"/>
                  </a:lnTo>
                  <a:lnTo>
                    <a:pt x="194353" y="272711"/>
                  </a:lnTo>
                  <a:lnTo>
                    <a:pt x="193851" y="273007"/>
                  </a:lnTo>
                  <a:lnTo>
                    <a:pt x="193604" y="272948"/>
                  </a:lnTo>
                  <a:lnTo>
                    <a:pt x="193076" y="273212"/>
                  </a:lnTo>
                  <a:lnTo>
                    <a:pt x="192954" y="273365"/>
                  </a:lnTo>
                  <a:lnTo>
                    <a:pt x="192452" y="273373"/>
                  </a:lnTo>
                  <a:lnTo>
                    <a:pt x="191848" y="272920"/>
                  </a:lnTo>
                  <a:lnTo>
                    <a:pt x="191702" y="272735"/>
                  </a:lnTo>
                  <a:lnTo>
                    <a:pt x="191752" y="272321"/>
                  </a:lnTo>
                  <a:lnTo>
                    <a:pt x="191607" y="272238"/>
                  </a:lnTo>
                  <a:lnTo>
                    <a:pt x="191097" y="271929"/>
                  </a:lnTo>
                  <a:lnTo>
                    <a:pt x="191133" y="271609"/>
                  </a:lnTo>
                  <a:lnTo>
                    <a:pt x="191280" y="271467"/>
                  </a:lnTo>
                  <a:lnTo>
                    <a:pt x="191047" y="271163"/>
                  </a:lnTo>
                  <a:lnTo>
                    <a:pt x="190874" y="271110"/>
                  </a:lnTo>
                  <a:lnTo>
                    <a:pt x="190555" y="270852"/>
                  </a:lnTo>
                  <a:lnTo>
                    <a:pt x="190469" y="270581"/>
                  </a:lnTo>
                  <a:lnTo>
                    <a:pt x="190412" y="270000"/>
                  </a:lnTo>
                  <a:lnTo>
                    <a:pt x="190527" y="269862"/>
                  </a:lnTo>
                  <a:lnTo>
                    <a:pt x="190401" y="269652"/>
                  </a:lnTo>
                  <a:lnTo>
                    <a:pt x="190252" y="269328"/>
                  </a:lnTo>
                  <a:lnTo>
                    <a:pt x="190193" y="268969"/>
                  </a:lnTo>
                  <a:lnTo>
                    <a:pt x="190213" y="268771"/>
                  </a:lnTo>
                  <a:lnTo>
                    <a:pt x="190078" y="268474"/>
                  </a:lnTo>
                  <a:lnTo>
                    <a:pt x="189920" y="268436"/>
                  </a:lnTo>
                  <a:lnTo>
                    <a:pt x="188973" y="268394"/>
                  </a:lnTo>
                  <a:lnTo>
                    <a:pt x="188545" y="268474"/>
                  </a:lnTo>
                  <a:lnTo>
                    <a:pt x="188312" y="268610"/>
                  </a:lnTo>
                  <a:lnTo>
                    <a:pt x="187706" y="269168"/>
                  </a:lnTo>
                  <a:lnTo>
                    <a:pt x="187736" y="269369"/>
                  </a:lnTo>
                  <a:lnTo>
                    <a:pt x="187857" y="269857"/>
                  </a:lnTo>
                  <a:lnTo>
                    <a:pt x="188018" y="270079"/>
                  </a:lnTo>
                  <a:lnTo>
                    <a:pt x="188151" y="270265"/>
                  </a:lnTo>
                  <a:lnTo>
                    <a:pt x="188074" y="270630"/>
                  </a:lnTo>
                  <a:lnTo>
                    <a:pt x="188035" y="271177"/>
                  </a:lnTo>
                  <a:lnTo>
                    <a:pt x="187904" y="271313"/>
                  </a:lnTo>
                  <a:lnTo>
                    <a:pt x="187804" y="271755"/>
                  </a:lnTo>
                  <a:lnTo>
                    <a:pt x="187839" y="272163"/>
                  </a:lnTo>
                  <a:lnTo>
                    <a:pt x="187749" y="271805"/>
                  </a:lnTo>
                  <a:lnTo>
                    <a:pt x="187686" y="271629"/>
                  </a:lnTo>
                  <a:lnTo>
                    <a:pt x="187422" y="271475"/>
                  </a:lnTo>
                  <a:lnTo>
                    <a:pt x="187248" y="271653"/>
                  </a:lnTo>
                  <a:lnTo>
                    <a:pt x="186846" y="271885"/>
                  </a:lnTo>
                  <a:lnTo>
                    <a:pt x="186653" y="271979"/>
                  </a:lnTo>
                  <a:lnTo>
                    <a:pt x="186724" y="272402"/>
                  </a:lnTo>
                  <a:lnTo>
                    <a:pt x="186453" y="272486"/>
                  </a:lnTo>
                  <a:lnTo>
                    <a:pt x="186172" y="272556"/>
                  </a:lnTo>
                  <a:lnTo>
                    <a:pt x="186016" y="272608"/>
                  </a:lnTo>
                  <a:lnTo>
                    <a:pt x="186212" y="272854"/>
                  </a:lnTo>
                  <a:lnTo>
                    <a:pt x="186444" y="272890"/>
                  </a:lnTo>
                  <a:lnTo>
                    <a:pt x="186349" y="273029"/>
                  </a:lnTo>
                  <a:lnTo>
                    <a:pt x="186221" y="273152"/>
                  </a:lnTo>
                  <a:lnTo>
                    <a:pt x="185915" y="273342"/>
                  </a:lnTo>
                  <a:lnTo>
                    <a:pt x="185624" y="273461"/>
                  </a:lnTo>
                  <a:lnTo>
                    <a:pt x="185315" y="273531"/>
                  </a:lnTo>
                  <a:lnTo>
                    <a:pt x="185362" y="273835"/>
                  </a:lnTo>
                  <a:lnTo>
                    <a:pt x="185216" y="273862"/>
                  </a:lnTo>
                  <a:lnTo>
                    <a:pt x="184928" y="273933"/>
                  </a:lnTo>
                  <a:lnTo>
                    <a:pt x="184894" y="274078"/>
                  </a:lnTo>
                  <a:lnTo>
                    <a:pt x="184857" y="274239"/>
                  </a:lnTo>
                  <a:lnTo>
                    <a:pt x="184721" y="274354"/>
                  </a:lnTo>
                  <a:lnTo>
                    <a:pt x="184455" y="274520"/>
                  </a:lnTo>
                  <a:lnTo>
                    <a:pt x="184319" y="274827"/>
                  </a:lnTo>
                  <a:lnTo>
                    <a:pt x="184013" y="274408"/>
                  </a:lnTo>
                  <a:lnTo>
                    <a:pt x="183704" y="274127"/>
                  </a:lnTo>
                  <a:lnTo>
                    <a:pt x="183506" y="274018"/>
                  </a:lnTo>
                  <a:lnTo>
                    <a:pt x="183064" y="273603"/>
                  </a:lnTo>
                  <a:lnTo>
                    <a:pt x="182810" y="273921"/>
                  </a:lnTo>
                  <a:lnTo>
                    <a:pt x="182082" y="273543"/>
                  </a:lnTo>
                  <a:lnTo>
                    <a:pt x="181614" y="273098"/>
                  </a:lnTo>
                  <a:lnTo>
                    <a:pt x="181277" y="273073"/>
                  </a:lnTo>
                  <a:lnTo>
                    <a:pt x="180760" y="273077"/>
                  </a:lnTo>
                  <a:lnTo>
                    <a:pt x="180423" y="273201"/>
                  </a:lnTo>
                  <a:lnTo>
                    <a:pt x="180198" y="273733"/>
                  </a:lnTo>
                  <a:lnTo>
                    <a:pt x="179738" y="274018"/>
                  </a:lnTo>
                  <a:lnTo>
                    <a:pt x="179427" y="274102"/>
                  </a:lnTo>
                  <a:lnTo>
                    <a:pt x="179319" y="273963"/>
                  </a:lnTo>
                  <a:lnTo>
                    <a:pt x="179400" y="273816"/>
                  </a:lnTo>
                  <a:lnTo>
                    <a:pt x="179225" y="273825"/>
                  </a:lnTo>
                  <a:lnTo>
                    <a:pt x="178913" y="273738"/>
                  </a:lnTo>
                  <a:lnTo>
                    <a:pt x="178759" y="273451"/>
                  </a:lnTo>
                  <a:lnTo>
                    <a:pt x="178601" y="273577"/>
                  </a:lnTo>
                  <a:lnTo>
                    <a:pt x="178143" y="273942"/>
                  </a:lnTo>
                  <a:lnTo>
                    <a:pt x="177903" y="273566"/>
                  </a:lnTo>
                  <a:lnTo>
                    <a:pt x="177592" y="273607"/>
                  </a:lnTo>
                  <a:lnTo>
                    <a:pt x="177372" y="273830"/>
                  </a:lnTo>
                  <a:lnTo>
                    <a:pt x="177066" y="274260"/>
                  </a:lnTo>
                  <a:lnTo>
                    <a:pt x="176969" y="274491"/>
                  </a:lnTo>
                  <a:lnTo>
                    <a:pt x="177073" y="274681"/>
                  </a:lnTo>
                  <a:lnTo>
                    <a:pt x="177305" y="274975"/>
                  </a:lnTo>
                  <a:lnTo>
                    <a:pt x="177216" y="275420"/>
                  </a:lnTo>
                  <a:lnTo>
                    <a:pt x="177309" y="275685"/>
                  </a:lnTo>
                  <a:lnTo>
                    <a:pt x="177201" y="275996"/>
                  </a:lnTo>
                  <a:lnTo>
                    <a:pt x="176993" y="276165"/>
                  </a:lnTo>
                  <a:lnTo>
                    <a:pt x="176865" y="276395"/>
                  </a:lnTo>
                  <a:lnTo>
                    <a:pt x="176838" y="276543"/>
                  </a:lnTo>
                  <a:lnTo>
                    <a:pt x="176938" y="276913"/>
                  </a:lnTo>
                  <a:lnTo>
                    <a:pt x="177284" y="276944"/>
                  </a:lnTo>
                  <a:lnTo>
                    <a:pt x="177398" y="277085"/>
                  </a:lnTo>
                  <a:lnTo>
                    <a:pt x="177699" y="277610"/>
                  </a:lnTo>
                  <a:lnTo>
                    <a:pt x="177506" y="277814"/>
                  </a:lnTo>
                  <a:lnTo>
                    <a:pt x="177306" y="278068"/>
                  </a:lnTo>
                  <a:lnTo>
                    <a:pt x="177338" y="278433"/>
                  </a:lnTo>
                  <a:lnTo>
                    <a:pt x="177378" y="278623"/>
                  </a:lnTo>
                  <a:lnTo>
                    <a:pt x="177288" y="278898"/>
                  </a:lnTo>
                  <a:lnTo>
                    <a:pt x="176568" y="278954"/>
                  </a:lnTo>
                  <a:lnTo>
                    <a:pt x="176289" y="279174"/>
                  </a:lnTo>
                  <a:lnTo>
                    <a:pt x="176527" y="279863"/>
                  </a:lnTo>
                  <a:lnTo>
                    <a:pt x="177444" y="280377"/>
                  </a:lnTo>
                  <a:lnTo>
                    <a:pt x="177631" y="280701"/>
                  </a:lnTo>
                  <a:lnTo>
                    <a:pt x="177798" y="281033"/>
                  </a:lnTo>
                  <a:lnTo>
                    <a:pt x="178034" y="281012"/>
                  </a:lnTo>
                  <a:lnTo>
                    <a:pt x="178629" y="280924"/>
                  </a:lnTo>
                  <a:lnTo>
                    <a:pt x="179288" y="280888"/>
                  </a:lnTo>
                  <a:lnTo>
                    <a:pt x="179381" y="281089"/>
                  </a:lnTo>
                  <a:lnTo>
                    <a:pt x="179808" y="281745"/>
                  </a:lnTo>
                  <a:lnTo>
                    <a:pt x="180110" y="281926"/>
                  </a:lnTo>
                  <a:lnTo>
                    <a:pt x="180330" y="282113"/>
                  </a:lnTo>
                  <a:lnTo>
                    <a:pt x="180631" y="282427"/>
                  </a:lnTo>
                  <a:lnTo>
                    <a:pt x="180820" y="282724"/>
                  </a:lnTo>
                  <a:lnTo>
                    <a:pt x="180896" y="282871"/>
                  </a:lnTo>
                  <a:lnTo>
                    <a:pt x="181037" y="283066"/>
                  </a:lnTo>
                  <a:lnTo>
                    <a:pt x="181313" y="283159"/>
                  </a:lnTo>
                  <a:lnTo>
                    <a:pt x="181622" y="283110"/>
                  </a:lnTo>
                  <a:lnTo>
                    <a:pt x="181899" y="283167"/>
                  </a:lnTo>
                  <a:lnTo>
                    <a:pt x="182330" y="283655"/>
                  </a:lnTo>
                  <a:lnTo>
                    <a:pt x="182657" y="284410"/>
                  </a:lnTo>
                  <a:lnTo>
                    <a:pt x="182660" y="284563"/>
                  </a:lnTo>
                  <a:lnTo>
                    <a:pt x="182688" y="284755"/>
                  </a:lnTo>
                  <a:lnTo>
                    <a:pt x="183278" y="285630"/>
                  </a:lnTo>
                  <a:lnTo>
                    <a:pt x="183657" y="285844"/>
                  </a:lnTo>
                  <a:lnTo>
                    <a:pt x="184058" y="286403"/>
                  </a:lnTo>
                  <a:lnTo>
                    <a:pt x="184394" y="286413"/>
                  </a:lnTo>
                  <a:lnTo>
                    <a:pt x="184645" y="286373"/>
                  </a:lnTo>
                  <a:lnTo>
                    <a:pt x="185017" y="286322"/>
                  </a:lnTo>
                  <a:lnTo>
                    <a:pt x="184594" y="287268"/>
                  </a:lnTo>
                  <a:lnTo>
                    <a:pt x="184284" y="287390"/>
                  </a:lnTo>
                  <a:lnTo>
                    <a:pt x="184334" y="287961"/>
                  </a:lnTo>
                  <a:lnTo>
                    <a:pt x="184085" y="288518"/>
                  </a:lnTo>
                  <a:lnTo>
                    <a:pt x="184020" y="288853"/>
                  </a:lnTo>
                  <a:lnTo>
                    <a:pt x="183963" y="289154"/>
                  </a:lnTo>
                  <a:lnTo>
                    <a:pt x="183875" y="289599"/>
                  </a:lnTo>
                  <a:lnTo>
                    <a:pt x="183761" y="290132"/>
                  </a:lnTo>
                  <a:lnTo>
                    <a:pt x="183684" y="290447"/>
                  </a:lnTo>
                  <a:lnTo>
                    <a:pt x="183640" y="290622"/>
                  </a:lnTo>
                  <a:lnTo>
                    <a:pt x="183564" y="290945"/>
                  </a:lnTo>
                  <a:lnTo>
                    <a:pt x="183705" y="291370"/>
                  </a:lnTo>
                  <a:lnTo>
                    <a:pt x="183971" y="291500"/>
                  </a:lnTo>
                  <a:lnTo>
                    <a:pt x="184165" y="291618"/>
                  </a:lnTo>
                  <a:lnTo>
                    <a:pt x="184230" y="291817"/>
                  </a:lnTo>
                  <a:lnTo>
                    <a:pt x="184043" y="292294"/>
                  </a:lnTo>
                  <a:lnTo>
                    <a:pt x="183656" y="293297"/>
                  </a:lnTo>
                  <a:lnTo>
                    <a:pt x="183518" y="293608"/>
                  </a:lnTo>
                  <a:lnTo>
                    <a:pt x="183453" y="293747"/>
                  </a:lnTo>
                  <a:lnTo>
                    <a:pt x="183324" y="294270"/>
                  </a:lnTo>
                  <a:lnTo>
                    <a:pt x="183255" y="294445"/>
                  </a:lnTo>
                  <a:lnTo>
                    <a:pt x="183106" y="294742"/>
                  </a:lnTo>
                  <a:lnTo>
                    <a:pt x="182887" y="295113"/>
                  </a:lnTo>
                  <a:lnTo>
                    <a:pt x="182756" y="295330"/>
                  </a:lnTo>
                  <a:lnTo>
                    <a:pt x="182582" y="295867"/>
                  </a:lnTo>
                  <a:lnTo>
                    <a:pt x="182566" y="296021"/>
                  </a:lnTo>
                  <a:lnTo>
                    <a:pt x="181980" y="296340"/>
                  </a:lnTo>
                  <a:lnTo>
                    <a:pt x="181673" y="296936"/>
                  </a:lnTo>
                  <a:lnTo>
                    <a:pt x="182291" y="296868"/>
                  </a:lnTo>
                  <a:lnTo>
                    <a:pt x="182560" y="297031"/>
                  </a:lnTo>
                  <a:lnTo>
                    <a:pt x="182630" y="297321"/>
                  </a:lnTo>
                  <a:lnTo>
                    <a:pt x="182447" y="297826"/>
                  </a:lnTo>
                  <a:lnTo>
                    <a:pt x="182417" y="298355"/>
                  </a:lnTo>
                  <a:lnTo>
                    <a:pt x="182421" y="298715"/>
                  </a:lnTo>
                  <a:lnTo>
                    <a:pt x="182579" y="299791"/>
                  </a:lnTo>
                  <a:lnTo>
                    <a:pt x="182760" y="299899"/>
                  </a:lnTo>
                  <a:lnTo>
                    <a:pt x="182996" y="300085"/>
                  </a:lnTo>
                  <a:lnTo>
                    <a:pt x="183091" y="300462"/>
                  </a:lnTo>
                  <a:lnTo>
                    <a:pt x="183357" y="300948"/>
                  </a:lnTo>
                  <a:lnTo>
                    <a:pt x="183320" y="301118"/>
                  </a:lnTo>
                  <a:lnTo>
                    <a:pt x="183020" y="300713"/>
                  </a:lnTo>
                  <a:lnTo>
                    <a:pt x="182709" y="301436"/>
                  </a:lnTo>
                  <a:lnTo>
                    <a:pt x="182405" y="302277"/>
                  </a:lnTo>
                  <a:lnTo>
                    <a:pt x="182178" y="302666"/>
                  </a:lnTo>
                  <a:lnTo>
                    <a:pt x="182165" y="302811"/>
                  </a:lnTo>
                  <a:lnTo>
                    <a:pt x="182105" y="303013"/>
                  </a:lnTo>
                  <a:lnTo>
                    <a:pt x="181993" y="303472"/>
                  </a:lnTo>
                  <a:lnTo>
                    <a:pt x="181779" y="303734"/>
                  </a:lnTo>
                  <a:lnTo>
                    <a:pt x="182100" y="304526"/>
                  </a:lnTo>
                  <a:lnTo>
                    <a:pt x="182151" y="305133"/>
                  </a:lnTo>
                  <a:lnTo>
                    <a:pt x="182194" y="305763"/>
                  </a:lnTo>
                  <a:lnTo>
                    <a:pt x="181886" y="306250"/>
                  </a:lnTo>
                  <a:lnTo>
                    <a:pt x="182168" y="307250"/>
                  </a:lnTo>
                  <a:lnTo>
                    <a:pt x="181780" y="307165"/>
                  </a:lnTo>
                  <a:lnTo>
                    <a:pt x="181543" y="306922"/>
                  </a:lnTo>
                  <a:lnTo>
                    <a:pt x="181475" y="306568"/>
                  </a:lnTo>
                  <a:lnTo>
                    <a:pt x="181374" y="306193"/>
                  </a:lnTo>
                  <a:lnTo>
                    <a:pt x="180982" y="306776"/>
                  </a:lnTo>
                  <a:lnTo>
                    <a:pt x="180746" y="307128"/>
                  </a:lnTo>
                  <a:lnTo>
                    <a:pt x="180261" y="307070"/>
                  </a:lnTo>
                  <a:lnTo>
                    <a:pt x="179843" y="307303"/>
                  </a:lnTo>
                  <a:lnTo>
                    <a:pt x="179600" y="307364"/>
                  </a:lnTo>
                  <a:lnTo>
                    <a:pt x="179443" y="307366"/>
                  </a:lnTo>
                  <a:lnTo>
                    <a:pt x="179057" y="307314"/>
                  </a:lnTo>
                  <a:lnTo>
                    <a:pt x="178885" y="307023"/>
                  </a:lnTo>
                  <a:lnTo>
                    <a:pt x="178506" y="306825"/>
                  </a:lnTo>
                  <a:lnTo>
                    <a:pt x="178086" y="306585"/>
                  </a:lnTo>
                  <a:lnTo>
                    <a:pt x="177834" y="306521"/>
                  </a:lnTo>
                  <a:lnTo>
                    <a:pt x="177450" y="306609"/>
                  </a:lnTo>
                  <a:lnTo>
                    <a:pt x="177481" y="307001"/>
                  </a:lnTo>
                  <a:lnTo>
                    <a:pt x="177074" y="307320"/>
                  </a:lnTo>
                  <a:lnTo>
                    <a:pt x="176944" y="307315"/>
                  </a:lnTo>
                  <a:lnTo>
                    <a:pt x="176813" y="307523"/>
                  </a:lnTo>
                  <a:lnTo>
                    <a:pt x="176687" y="307727"/>
                  </a:lnTo>
                  <a:lnTo>
                    <a:pt x="176373" y="307746"/>
                  </a:lnTo>
                  <a:lnTo>
                    <a:pt x="176145" y="307489"/>
                  </a:lnTo>
                  <a:lnTo>
                    <a:pt x="175793" y="307665"/>
                  </a:lnTo>
                  <a:lnTo>
                    <a:pt x="175733" y="307810"/>
                  </a:lnTo>
                  <a:lnTo>
                    <a:pt x="175457" y="308222"/>
                  </a:lnTo>
                  <a:lnTo>
                    <a:pt x="174992" y="308533"/>
                  </a:lnTo>
                  <a:lnTo>
                    <a:pt x="174958" y="308727"/>
                  </a:lnTo>
                  <a:lnTo>
                    <a:pt x="175067" y="308952"/>
                  </a:lnTo>
                  <a:lnTo>
                    <a:pt x="174932" y="309053"/>
                  </a:lnTo>
                  <a:lnTo>
                    <a:pt x="174782" y="309495"/>
                  </a:lnTo>
                  <a:lnTo>
                    <a:pt x="175123" y="309844"/>
                  </a:lnTo>
                  <a:lnTo>
                    <a:pt x="175777" y="310160"/>
                  </a:lnTo>
                  <a:lnTo>
                    <a:pt x="175942" y="310150"/>
                  </a:lnTo>
                  <a:lnTo>
                    <a:pt x="176084" y="309844"/>
                  </a:lnTo>
                  <a:lnTo>
                    <a:pt x="176122" y="309677"/>
                  </a:lnTo>
                  <a:lnTo>
                    <a:pt x="176123" y="309348"/>
                  </a:lnTo>
                  <a:lnTo>
                    <a:pt x="176535" y="308951"/>
                  </a:lnTo>
                  <a:lnTo>
                    <a:pt x="176567" y="309265"/>
                  </a:lnTo>
                  <a:lnTo>
                    <a:pt x="176586" y="309527"/>
                  </a:lnTo>
                  <a:lnTo>
                    <a:pt x="176703" y="309667"/>
                  </a:lnTo>
                  <a:lnTo>
                    <a:pt x="177096" y="309832"/>
                  </a:lnTo>
                  <a:lnTo>
                    <a:pt x="177462" y="309926"/>
                  </a:lnTo>
                  <a:lnTo>
                    <a:pt x="177633" y="310360"/>
                  </a:lnTo>
                  <a:lnTo>
                    <a:pt x="177345" y="310785"/>
                  </a:lnTo>
                  <a:lnTo>
                    <a:pt x="177264" y="311012"/>
                  </a:lnTo>
                  <a:lnTo>
                    <a:pt x="177126" y="311656"/>
                  </a:lnTo>
                  <a:lnTo>
                    <a:pt x="177159" y="311838"/>
                  </a:lnTo>
                  <a:lnTo>
                    <a:pt x="177378" y="312228"/>
                  </a:lnTo>
                  <a:lnTo>
                    <a:pt x="177757" y="312248"/>
                  </a:lnTo>
                  <a:lnTo>
                    <a:pt x="178185" y="311941"/>
                  </a:lnTo>
                  <a:lnTo>
                    <a:pt x="178473" y="312115"/>
                  </a:lnTo>
                  <a:lnTo>
                    <a:pt x="178491" y="312638"/>
                  </a:lnTo>
                  <a:lnTo>
                    <a:pt x="178291" y="313086"/>
                  </a:lnTo>
                  <a:lnTo>
                    <a:pt x="178146" y="313129"/>
                  </a:lnTo>
                  <a:lnTo>
                    <a:pt x="178149" y="313289"/>
                  </a:lnTo>
                  <a:lnTo>
                    <a:pt x="178200" y="313466"/>
                  </a:lnTo>
                  <a:lnTo>
                    <a:pt x="178124" y="314024"/>
                  </a:lnTo>
                  <a:lnTo>
                    <a:pt x="178284" y="314059"/>
                  </a:lnTo>
                  <a:lnTo>
                    <a:pt x="179229" y="314092"/>
                  </a:lnTo>
                  <a:lnTo>
                    <a:pt x="179460" y="314561"/>
                  </a:lnTo>
                  <a:lnTo>
                    <a:pt x="180406" y="315084"/>
                  </a:lnTo>
                  <a:lnTo>
                    <a:pt x="180573" y="315301"/>
                  </a:lnTo>
                  <a:lnTo>
                    <a:pt x="180844" y="315529"/>
                  </a:lnTo>
                  <a:lnTo>
                    <a:pt x="181395" y="315410"/>
                  </a:lnTo>
                  <a:lnTo>
                    <a:pt x="181544" y="315271"/>
                  </a:lnTo>
                  <a:lnTo>
                    <a:pt x="181602" y="314766"/>
                  </a:lnTo>
                  <a:lnTo>
                    <a:pt x="181095" y="314445"/>
                  </a:lnTo>
                  <a:lnTo>
                    <a:pt x="181363" y="314511"/>
                  </a:lnTo>
                  <a:lnTo>
                    <a:pt x="181590" y="314376"/>
                  </a:lnTo>
                  <a:lnTo>
                    <a:pt x="181765" y="314173"/>
                  </a:lnTo>
                  <a:lnTo>
                    <a:pt x="181940" y="314354"/>
                  </a:lnTo>
                  <a:lnTo>
                    <a:pt x="182079" y="314439"/>
                  </a:lnTo>
                  <a:lnTo>
                    <a:pt x="182266" y="314459"/>
                  </a:lnTo>
                  <a:lnTo>
                    <a:pt x="182684" y="314322"/>
                  </a:lnTo>
                  <a:lnTo>
                    <a:pt x="183146" y="314027"/>
                  </a:lnTo>
                  <a:lnTo>
                    <a:pt x="183441" y="313436"/>
                  </a:lnTo>
                  <a:lnTo>
                    <a:pt x="183025" y="313197"/>
                  </a:lnTo>
                  <a:lnTo>
                    <a:pt x="182722" y="313204"/>
                  </a:lnTo>
                  <a:lnTo>
                    <a:pt x="182303" y="313072"/>
                  </a:lnTo>
                  <a:lnTo>
                    <a:pt x="182124" y="312623"/>
                  </a:lnTo>
                  <a:lnTo>
                    <a:pt x="182227" y="312381"/>
                  </a:lnTo>
                  <a:lnTo>
                    <a:pt x="182785" y="311665"/>
                  </a:lnTo>
                  <a:lnTo>
                    <a:pt x="182815" y="311280"/>
                  </a:lnTo>
                  <a:lnTo>
                    <a:pt x="183106" y="310705"/>
                  </a:lnTo>
                  <a:lnTo>
                    <a:pt x="183374" y="310282"/>
                  </a:lnTo>
                  <a:lnTo>
                    <a:pt x="183701" y="309912"/>
                  </a:lnTo>
                  <a:lnTo>
                    <a:pt x="183893" y="309975"/>
                  </a:lnTo>
                  <a:lnTo>
                    <a:pt x="184103" y="309887"/>
                  </a:lnTo>
                  <a:lnTo>
                    <a:pt x="184228" y="309668"/>
                  </a:lnTo>
                  <a:lnTo>
                    <a:pt x="184485" y="309415"/>
                  </a:lnTo>
                  <a:lnTo>
                    <a:pt x="184880" y="308931"/>
                  </a:lnTo>
                  <a:lnTo>
                    <a:pt x="184807" y="308757"/>
                  </a:lnTo>
                  <a:lnTo>
                    <a:pt x="185013" y="308364"/>
                  </a:lnTo>
                  <a:lnTo>
                    <a:pt x="185388" y="307694"/>
                  </a:lnTo>
                  <a:lnTo>
                    <a:pt x="185739" y="307490"/>
                  </a:lnTo>
                  <a:lnTo>
                    <a:pt x="186386" y="307290"/>
                  </a:lnTo>
                  <a:lnTo>
                    <a:pt x="187158" y="307262"/>
                  </a:lnTo>
                  <a:lnTo>
                    <a:pt x="187359" y="307286"/>
                  </a:lnTo>
                  <a:lnTo>
                    <a:pt x="187415" y="307428"/>
                  </a:lnTo>
                  <a:lnTo>
                    <a:pt x="187656" y="307749"/>
                  </a:lnTo>
                  <a:lnTo>
                    <a:pt x="187997" y="307847"/>
                  </a:lnTo>
                  <a:lnTo>
                    <a:pt x="188685" y="308017"/>
                  </a:lnTo>
                  <a:lnTo>
                    <a:pt x="188699" y="308345"/>
                  </a:lnTo>
                  <a:lnTo>
                    <a:pt x="188803" y="308547"/>
                  </a:lnTo>
                  <a:lnTo>
                    <a:pt x="189142" y="309307"/>
                  </a:lnTo>
                  <a:lnTo>
                    <a:pt x="189166" y="309489"/>
                  </a:lnTo>
                  <a:lnTo>
                    <a:pt x="189013" y="309766"/>
                  </a:lnTo>
                  <a:lnTo>
                    <a:pt x="188631" y="309737"/>
                  </a:lnTo>
                  <a:lnTo>
                    <a:pt x="188471" y="309821"/>
                  </a:lnTo>
                  <a:lnTo>
                    <a:pt x="189163" y="310183"/>
                  </a:lnTo>
                  <a:lnTo>
                    <a:pt x="189330" y="310322"/>
                  </a:lnTo>
                  <a:lnTo>
                    <a:pt x="189502" y="311060"/>
                  </a:lnTo>
                  <a:lnTo>
                    <a:pt x="189504" y="311270"/>
                  </a:lnTo>
                  <a:lnTo>
                    <a:pt x="189458" y="311692"/>
                  </a:lnTo>
                  <a:lnTo>
                    <a:pt x="189552" y="312175"/>
                  </a:lnTo>
                  <a:lnTo>
                    <a:pt x="189601" y="312364"/>
                  </a:lnTo>
                  <a:lnTo>
                    <a:pt x="189494" y="312736"/>
                  </a:lnTo>
                  <a:lnTo>
                    <a:pt x="189425" y="312886"/>
                  </a:lnTo>
                  <a:lnTo>
                    <a:pt x="189463" y="313453"/>
                  </a:lnTo>
                  <a:lnTo>
                    <a:pt x="189610" y="313537"/>
                  </a:lnTo>
                  <a:lnTo>
                    <a:pt x="189867" y="314054"/>
                  </a:lnTo>
                  <a:lnTo>
                    <a:pt x="189760" y="314394"/>
                  </a:lnTo>
                  <a:lnTo>
                    <a:pt x="189680" y="315084"/>
                  </a:lnTo>
                  <a:lnTo>
                    <a:pt x="189922" y="315541"/>
                  </a:lnTo>
                  <a:lnTo>
                    <a:pt x="189973" y="315675"/>
                  </a:lnTo>
                  <a:lnTo>
                    <a:pt x="190414" y="316069"/>
                  </a:lnTo>
                  <a:lnTo>
                    <a:pt x="190168" y="316218"/>
                  </a:lnTo>
                  <a:lnTo>
                    <a:pt x="189889" y="316371"/>
                  </a:lnTo>
                  <a:lnTo>
                    <a:pt x="189756" y="316593"/>
                  </a:lnTo>
                  <a:lnTo>
                    <a:pt x="189891" y="316618"/>
                  </a:lnTo>
                  <a:lnTo>
                    <a:pt x="190212" y="316609"/>
                  </a:lnTo>
                  <a:lnTo>
                    <a:pt x="190759" y="316380"/>
                  </a:lnTo>
                  <a:lnTo>
                    <a:pt x="191171" y="316205"/>
                  </a:lnTo>
                  <a:lnTo>
                    <a:pt x="191422" y="316628"/>
                  </a:lnTo>
                  <a:lnTo>
                    <a:pt x="191392" y="316768"/>
                  </a:lnTo>
                  <a:lnTo>
                    <a:pt x="190944" y="317117"/>
                  </a:lnTo>
                  <a:lnTo>
                    <a:pt x="191016" y="317291"/>
                  </a:lnTo>
                  <a:lnTo>
                    <a:pt x="191234" y="317396"/>
                  </a:lnTo>
                  <a:lnTo>
                    <a:pt x="191362" y="317441"/>
                  </a:lnTo>
                  <a:lnTo>
                    <a:pt x="191730" y="317564"/>
                  </a:lnTo>
                  <a:lnTo>
                    <a:pt x="191989" y="317612"/>
                  </a:lnTo>
                  <a:lnTo>
                    <a:pt x="192387" y="317921"/>
                  </a:lnTo>
                  <a:lnTo>
                    <a:pt x="192602" y="318429"/>
                  </a:lnTo>
                  <a:lnTo>
                    <a:pt x="192714" y="318727"/>
                  </a:lnTo>
                  <a:lnTo>
                    <a:pt x="193135" y="318979"/>
                  </a:lnTo>
                  <a:lnTo>
                    <a:pt x="193238" y="319138"/>
                  </a:lnTo>
                  <a:lnTo>
                    <a:pt x="193406" y="319486"/>
                  </a:lnTo>
                  <a:lnTo>
                    <a:pt x="193689" y="319572"/>
                  </a:lnTo>
                  <a:lnTo>
                    <a:pt x="193758" y="319386"/>
                  </a:lnTo>
                  <a:lnTo>
                    <a:pt x="193598" y="318680"/>
                  </a:lnTo>
                  <a:lnTo>
                    <a:pt x="193473" y="318530"/>
                  </a:lnTo>
                  <a:lnTo>
                    <a:pt x="193418" y="318247"/>
                  </a:lnTo>
                  <a:lnTo>
                    <a:pt x="193736" y="318230"/>
                  </a:lnTo>
                  <a:lnTo>
                    <a:pt x="193832" y="318480"/>
                  </a:lnTo>
                  <a:lnTo>
                    <a:pt x="194031" y="318762"/>
                  </a:lnTo>
                  <a:lnTo>
                    <a:pt x="194447" y="318769"/>
                  </a:lnTo>
                  <a:lnTo>
                    <a:pt x="194545" y="318518"/>
                  </a:lnTo>
                  <a:lnTo>
                    <a:pt x="194033" y="318280"/>
                  </a:lnTo>
                  <a:lnTo>
                    <a:pt x="194200" y="317758"/>
                  </a:lnTo>
                  <a:lnTo>
                    <a:pt x="194137" y="317510"/>
                  </a:lnTo>
                  <a:lnTo>
                    <a:pt x="193633" y="317081"/>
                  </a:lnTo>
                  <a:lnTo>
                    <a:pt x="193320" y="317382"/>
                  </a:lnTo>
                  <a:lnTo>
                    <a:pt x="193101" y="317073"/>
                  </a:lnTo>
                  <a:lnTo>
                    <a:pt x="193082" y="316698"/>
                  </a:lnTo>
                  <a:lnTo>
                    <a:pt x="193210" y="316630"/>
                  </a:lnTo>
                  <a:lnTo>
                    <a:pt x="193378" y="316558"/>
                  </a:lnTo>
                  <a:lnTo>
                    <a:pt x="193850" y="316462"/>
                  </a:lnTo>
                  <a:lnTo>
                    <a:pt x="194221" y="316470"/>
                  </a:lnTo>
                  <a:lnTo>
                    <a:pt x="194741" y="316783"/>
                  </a:lnTo>
                  <a:lnTo>
                    <a:pt x="194624" y="317274"/>
                  </a:lnTo>
                  <a:lnTo>
                    <a:pt x="194564" y="317572"/>
                  </a:lnTo>
                  <a:lnTo>
                    <a:pt x="194921" y="317681"/>
                  </a:lnTo>
                  <a:lnTo>
                    <a:pt x="195034" y="317822"/>
                  </a:lnTo>
                  <a:lnTo>
                    <a:pt x="195170" y="318279"/>
                  </a:lnTo>
                  <a:lnTo>
                    <a:pt x="194942" y="318680"/>
                  </a:lnTo>
                  <a:lnTo>
                    <a:pt x="194928" y="318816"/>
                  </a:lnTo>
                  <a:lnTo>
                    <a:pt x="194843" y="319019"/>
                  </a:lnTo>
                  <a:lnTo>
                    <a:pt x="194641" y="319022"/>
                  </a:lnTo>
                  <a:lnTo>
                    <a:pt x="194447" y="319042"/>
                  </a:lnTo>
                  <a:lnTo>
                    <a:pt x="194246" y="319168"/>
                  </a:lnTo>
                  <a:lnTo>
                    <a:pt x="194471" y="319727"/>
                  </a:lnTo>
                  <a:lnTo>
                    <a:pt x="194791" y="319619"/>
                  </a:lnTo>
                  <a:lnTo>
                    <a:pt x="195011" y="319634"/>
                  </a:lnTo>
                  <a:lnTo>
                    <a:pt x="195236" y="319605"/>
                  </a:lnTo>
                  <a:lnTo>
                    <a:pt x="195520" y="319378"/>
                  </a:lnTo>
                  <a:lnTo>
                    <a:pt x="195761" y="319796"/>
                  </a:lnTo>
                  <a:lnTo>
                    <a:pt x="196081" y="319858"/>
                  </a:lnTo>
                  <a:lnTo>
                    <a:pt x="196269" y="319684"/>
                  </a:lnTo>
                  <a:lnTo>
                    <a:pt x="196104" y="319456"/>
                  </a:lnTo>
                  <a:lnTo>
                    <a:pt x="196050" y="319070"/>
                  </a:lnTo>
                  <a:lnTo>
                    <a:pt x="196293" y="318810"/>
                  </a:lnTo>
                  <a:lnTo>
                    <a:pt x="196474" y="318481"/>
                  </a:lnTo>
                  <a:lnTo>
                    <a:pt x="196574" y="317976"/>
                  </a:lnTo>
                  <a:lnTo>
                    <a:pt x="196627" y="317696"/>
                  </a:lnTo>
                  <a:lnTo>
                    <a:pt x="196968" y="317896"/>
                  </a:lnTo>
                  <a:lnTo>
                    <a:pt x="196852" y="318160"/>
                  </a:lnTo>
                  <a:lnTo>
                    <a:pt x="196696" y="318810"/>
                  </a:lnTo>
                  <a:lnTo>
                    <a:pt x="196959" y="318760"/>
                  </a:lnTo>
                  <a:lnTo>
                    <a:pt x="197510" y="318473"/>
                  </a:lnTo>
                  <a:lnTo>
                    <a:pt x="197604" y="319030"/>
                  </a:lnTo>
                  <a:lnTo>
                    <a:pt x="197897" y="319597"/>
                  </a:lnTo>
                  <a:lnTo>
                    <a:pt x="198324" y="319485"/>
                  </a:lnTo>
                  <a:lnTo>
                    <a:pt x="198847" y="319350"/>
                  </a:lnTo>
                  <a:lnTo>
                    <a:pt x="198931" y="319514"/>
                  </a:lnTo>
                  <a:lnTo>
                    <a:pt x="199316" y="319632"/>
                  </a:lnTo>
                  <a:lnTo>
                    <a:pt x="199453" y="320157"/>
                  </a:lnTo>
                  <a:lnTo>
                    <a:pt x="199237" y="320604"/>
                  </a:lnTo>
                  <a:lnTo>
                    <a:pt x="198850" y="321294"/>
                  </a:lnTo>
                  <a:lnTo>
                    <a:pt x="198926" y="321429"/>
                  </a:lnTo>
                  <a:lnTo>
                    <a:pt x="198333" y="321407"/>
                  </a:lnTo>
                  <a:lnTo>
                    <a:pt x="198477" y="321638"/>
                  </a:lnTo>
                  <a:lnTo>
                    <a:pt x="198742" y="321740"/>
                  </a:lnTo>
                  <a:lnTo>
                    <a:pt x="198921" y="321954"/>
                  </a:lnTo>
                  <a:lnTo>
                    <a:pt x="199028" y="322104"/>
                  </a:lnTo>
                  <a:lnTo>
                    <a:pt x="199210" y="322148"/>
                  </a:lnTo>
                  <a:lnTo>
                    <a:pt x="199385" y="322092"/>
                  </a:lnTo>
                  <a:lnTo>
                    <a:pt x="199737" y="321513"/>
                  </a:lnTo>
                  <a:lnTo>
                    <a:pt x="200075" y="321488"/>
                  </a:lnTo>
                  <a:lnTo>
                    <a:pt x="200262" y="321741"/>
                  </a:lnTo>
                  <a:lnTo>
                    <a:pt x="200322" y="322008"/>
                  </a:lnTo>
                  <a:lnTo>
                    <a:pt x="199952" y="322408"/>
                  </a:lnTo>
                  <a:lnTo>
                    <a:pt x="200114" y="322646"/>
                  </a:lnTo>
                  <a:lnTo>
                    <a:pt x="200464" y="322618"/>
                  </a:lnTo>
                  <a:lnTo>
                    <a:pt x="200689" y="323093"/>
                  </a:lnTo>
                  <a:lnTo>
                    <a:pt x="199452" y="323903"/>
                  </a:lnTo>
                  <a:lnTo>
                    <a:pt x="199312" y="324121"/>
                  </a:lnTo>
                  <a:lnTo>
                    <a:pt x="199287" y="324398"/>
                  </a:lnTo>
                  <a:lnTo>
                    <a:pt x="199111" y="324637"/>
                  </a:lnTo>
                  <a:lnTo>
                    <a:pt x="198928" y="324900"/>
                  </a:lnTo>
                  <a:lnTo>
                    <a:pt x="199015" y="325105"/>
                  </a:lnTo>
                  <a:lnTo>
                    <a:pt x="199165" y="325117"/>
                  </a:lnTo>
                  <a:lnTo>
                    <a:pt x="199382" y="325174"/>
                  </a:lnTo>
                  <a:lnTo>
                    <a:pt x="199608" y="325335"/>
                  </a:lnTo>
                  <a:lnTo>
                    <a:pt x="199362" y="325903"/>
                  </a:lnTo>
                  <a:lnTo>
                    <a:pt x="199402" y="326095"/>
                  </a:lnTo>
                  <a:lnTo>
                    <a:pt x="199459" y="326333"/>
                  </a:lnTo>
                  <a:lnTo>
                    <a:pt x="199346" y="326613"/>
                  </a:lnTo>
                  <a:lnTo>
                    <a:pt x="199292" y="326774"/>
                  </a:lnTo>
                  <a:lnTo>
                    <a:pt x="199382" y="327094"/>
                  </a:lnTo>
                  <a:lnTo>
                    <a:pt x="198905" y="327519"/>
                  </a:lnTo>
                  <a:lnTo>
                    <a:pt x="198562" y="327575"/>
                  </a:lnTo>
                  <a:lnTo>
                    <a:pt x="198508" y="327819"/>
                  </a:lnTo>
                  <a:lnTo>
                    <a:pt x="198632" y="329057"/>
                  </a:lnTo>
                  <a:lnTo>
                    <a:pt x="198635" y="329201"/>
                  </a:lnTo>
                  <a:lnTo>
                    <a:pt x="198672" y="329441"/>
                  </a:lnTo>
                  <a:lnTo>
                    <a:pt x="198739" y="329577"/>
                  </a:lnTo>
                  <a:lnTo>
                    <a:pt x="198968" y="329733"/>
                  </a:lnTo>
                  <a:lnTo>
                    <a:pt x="199201" y="330000"/>
                  </a:lnTo>
                  <a:lnTo>
                    <a:pt x="199377" y="330128"/>
                  </a:lnTo>
                  <a:lnTo>
                    <a:pt x="199736" y="330142"/>
                  </a:lnTo>
                  <a:lnTo>
                    <a:pt x="200150" y="330186"/>
                  </a:lnTo>
                  <a:lnTo>
                    <a:pt x="200351" y="330297"/>
                  </a:lnTo>
                  <a:lnTo>
                    <a:pt x="200781" y="330452"/>
                  </a:lnTo>
                  <a:lnTo>
                    <a:pt x="201460" y="330396"/>
                  </a:lnTo>
                  <a:lnTo>
                    <a:pt x="201753" y="330808"/>
                  </a:lnTo>
                  <a:lnTo>
                    <a:pt x="201652" y="331096"/>
                  </a:lnTo>
                  <a:lnTo>
                    <a:pt x="201799" y="331315"/>
                  </a:lnTo>
                  <a:lnTo>
                    <a:pt x="201876" y="331862"/>
                  </a:lnTo>
                  <a:lnTo>
                    <a:pt x="201590" y="332295"/>
                  </a:lnTo>
                  <a:lnTo>
                    <a:pt x="201610" y="332678"/>
                  </a:lnTo>
                  <a:lnTo>
                    <a:pt x="201671" y="332884"/>
                  </a:lnTo>
                  <a:lnTo>
                    <a:pt x="201462" y="333227"/>
                  </a:lnTo>
                  <a:lnTo>
                    <a:pt x="201429" y="333524"/>
                  </a:lnTo>
                  <a:lnTo>
                    <a:pt x="201489" y="334049"/>
                  </a:lnTo>
                  <a:lnTo>
                    <a:pt x="201337" y="334449"/>
                  </a:lnTo>
                  <a:lnTo>
                    <a:pt x="201223" y="334955"/>
                  </a:lnTo>
                  <a:lnTo>
                    <a:pt x="201088" y="335054"/>
                  </a:lnTo>
                  <a:lnTo>
                    <a:pt x="200948" y="335170"/>
                  </a:lnTo>
                  <a:lnTo>
                    <a:pt x="201007" y="335430"/>
                  </a:lnTo>
                  <a:lnTo>
                    <a:pt x="200868" y="335736"/>
                  </a:lnTo>
                  <a:lnTo>
                    <a:pt x="200767" y="335935"/>
                  </a:lnTo>
                  <a:lnTo>
                    <a:pt x="200938" y="336254"/>
                  </a:lnTo>
                  <a:lnTo>
                    <a:pt x="201911" y="336108"/>
                  </a:lnTo>
                  <a:lnTo>
                    <a:pt x="202689" y="336030"/>
                  </a:lnTo>
                  <a:lnTo>
                    <a:pt x="202931" y="336063"/>
                  </a:lnTo>
                  <a:lnTo>
                    <a:pt x="203368" y="336109"/>
                  </a:lnTo>
                  <a:lnTo>
                    <a:pt x="204120" y="335682"/>
                  </a:lnTo>
                  <a:lnTo>
                    <a:pt x="204174" y="335520"/>
                  </a:lnTo>
                  <a:lnTo>
                    <a:pt x="204187" y="335360"/>
                  </a:lnTo>
                  <a:lnTo>
                    <a:pt x="204085" y="335041"/>
                  </a:lnTo>
                  <a:lnTo>
                    <a:pt x="204079" y="334750"/>
                  </a:lnTo>
                  <a:lnTo>
                    <a:pt x="204432" y="334772"/>
                  </a:lnTo>
                  <a:lnTo>
                    <a:pt x="204617" y="334450"/>
                  </a:lnTo>
                  <a:lnTo>
                    <a:pt x="204834" y="334287"/>
                  </a:lnTo>
                  <a:lnTo>
                    <a:pt x="204956" y="334475"/>
                  </a:lnTo>
                  <a:lnTo>
                    <a:pt x="205281" y="334457"/>
                  </a:lnTo>
                  <a:lnTo>
                    <a:pt x="205567" y="334429"/>
                  </a:lnTo>
                  <a:lnTo>
                    <a:pt x="205957" y="334397"/>
                  </a:lnTo>
                  <a:lnTo>
                    <a:pt x="206146" y="334401"/>
                  </a:lnTo>
                  <a:lnTo>
                    <a:pt x="206435" y="334364"/>
                  </a:lnTo>
                  <a:lnTo>
                    <a:pt x="206337" y="333875"/>
                  </a:lnTo>
                  <a:lnTo>
                    <a:pt x="206098" y="333443"/>
                  </a:lnTo>
                  <a:lnTo>
                    <a:pt x="206135" y="333233"/>
                  </a:lnTo>
                  <a:lnTo>
                    <a:pt x="206468" y="333331"/>
                  </a:lnTo>
                  <a:lnTo>
                    <a:pt x="206625" y="333095"/>
                  </a:lnTo>
                  <a:lnTo>
                    <a:pt x="206711" y="332917"/>
                  </a:lnTo>
                  <a:lnTo>
                    <a:pt x="206813" y="332763"/>
                  </a:lnTo>
                  <a:lnTo>
                    <a:pt x="206963" y="332560"/>
                  </a:lnTo>
                  <a:lnTo>
                    <a:pt x="207105" y="332444"/>
                  </a:lnTo>
                  <a:lnTo>
                    <a:pt x="207142" y="332292"/>
                  </a:lnTo>
                  <a:lnTo>
                    <a:pt x="207225" y="332093"/>
                  </a:lnTo>
                  <a:lnTo>
                    <a:pt x="207405" y="332177"/>
                  </a:lnTo>
                  <a:lnTo>
                    <a:pt x="208038" y="332417"/>
                  </a:lnTo>
                  <a:lnTo>
                    <a:pt x="208605" y="332938"/>
                  </a:lnTo>
                  <a:lnTo>
                    <a:pt x="208742" y="333100"/>
                  </a:lnTo>
                  <a:lnTo>
                    <a:pt x="208953" y="333353"/>
                  </a:lnTo>
                  <a:lnTo>
                    <a:pt x="209223" y="333563"/>
                  </a:lnTo>
                  <a:lnTo>
                    <a:pt x="209452" y="333705"/>
                  </a:lnTo>
                  <a:lnTo>
                    <a:pt x="209842" y="334104"/>
                  </a:lnTo>
                  <a:lnTo>
                    <a:pt x="209942" y="334270"/>
                  </a:lnTo>
                  <a:lnTo>
                    <a:pt x="210029" y="334482"/>
                  </a:lnTo>
                  <a:lnTo>
                    <a:pt x="210032" y="334627"/>
                  </a:lnTo>
                  <a:lnTo>
                    <a:pt x="209957" y="335024"/>
                  </a:lnTo>
                  <a:lnTo>
                    <a:pt x="209909" y="335275"/>
                  </a:lnTo>
                  <a:lnTo>
                    <a:pt x="210059" y="336087"/>
                  </a:lnTo>
                  <a:lnTo>
                    <a:pt x="209829" y="336713"/>
                  </a:lnTo>
                  <a:lnTo>
                    <a:pt x="210201" y="337031"/>
                  </a:lnTo>
                  <a:lnTo>
                    <a:pt x="210065" y="337219"/>
                  </a:lnTo>
                  <a:lnTo>
                    <a:pt x="209939" y="337441"/>
                  </a:lnTo>
                  <a:lnTo>
                    <a:pt x="209739" y="337915"/>
                  </a:lnTo>
                  <a:lnTo>
                    <a:pt x="209647" y="338155"/>
                  </a:lnTo>
                  <a:lnTo>
                    <a:pt x="209684" y="338340"/>
                  </a:lnTo>
                  <a:lnTo>
                    <a:pt x="209965" y="338403"/>
                  </a:lnTo>
                  <a:lnTo>
                    <a:pt x="210523" y="338494"/>
                  </a:lnTo>
                  <a:lnTo>
                    <a:pt x="210713" y="338740"/>
                  </a:lnTo>
                  <a:lnTo>
                    <a:pt x="210851" y="338810"/>
                  </a:lnTo>
                  <a:lnTo>
                    <a:pt x="211014" y="338927"/>
                  </a:lnTo>
                  <a:lnTo>
                    <a:pt x="211178" y="339109"/>
                  </a:lnTo>
                  <a:lnTo>
                    <a:pt x="211195" y="339719"/>
                  </a:lnTo>
                  <a:lnTo>
                    <a:pt x="210878" y="340190"/>
                  </a:lnTo>
                  <a:lnTo>
                    <a:pt x="210359" y="340774"/>
                  </a:lnTo>
                  <a:lnTo>
                    <a:pt x="210236" y="340939"/>
                  </a:lnTo>
                  <a:lnTo>
                    <a:pt x="210390" y="341168"/>
                  </a:lnTo>
                  <a:lnTo>
                    <a:pt x="210312" y="341306"/>
                  </a:lnTo>
                  <a:lnTo>
                    <a:pt x="210102" y="341724"/>
                  </a:lnTo>
                  <a:lnTo>
                    <a:pt x="209950" y="342080"/>
                  </a:lnTo>
                  <a:lnTo>
                    <a:pt x="210089" y="342709"/>
                  </a:lnTo>
                  <a:lnTo>
                    <a:pt x="210304" y="342726"/>
                  </a:lnTo>
                  <a:lnTo>
                    <a:pt x="210364" y="343037"/>
                  </a:lnTo>
                  <a:lnTo>
                    <a:pt x="210481" y="343451"/>
                  </a:lnTo>
                  <a:lnTo>
                    <a:pt x="210598" y="343602"/>
                  </a:lnTo>
                  <a:lnTo>
                    <a:pt x="210714" y="343763"/>
                  </a:lnTo>
                  <a:lnTo>
                    <a:pt x="210819" y="343911"/>
                  </a:lnTo>
                  <a:lnTo>
                    <a:pt x="211029" y="344286"/>
                  </a:lnTo>
                  <a:lnTo>
                    <a:pt x="211104" y="344430"/>
                  </a:lnTo>
                  <a:lnTo>
                    <a:pt x="211250" y="344483"/>
                  </a:lnTo>
                  <a:lnTo>
                    <a:pt x="211493" y="344544"/>
                  </a:lnTo>
                  <a:lnTo>
                    <a:pt x="211570" y="344815"/>
                  </a:lnTo>
                  <a:lnTo>
                    <a:pt x="211796" y="344852"/>
                  </a:lnTo>
                  <a:lnTo>
                    <a:pt x="212093" y="344802"/>
                  </a:lnTo>
                  <a:lnTo>
                    <a:pt x="212304" y="344120"/>
                  </a:lnTo>
                  <a:lnTo>
                    <a:pt x="212542" y="344069"/>
                  </a:lnTo>
                  <a:lnTo>
                    <a:pt x="212847" y="344261"/>
                  </a:lnTo>
                  <a:lnTo>
                    <a:pt x="212998" y="344479"/>
                  </a:lnTo>
                  <a:lnTo>
                    <a:pt x="213232" y="344540"/>
                  </a:lnTo>
                  <a:lnTo>
                    <a:pt x="213331" y="344715"/>
                  </a:lnTo>
                  <a:lnTo>
                    <a:pt x="213430" y="344858"/>
                  </a:lnTo>
                  <a:lnTo>
                    <a:pt x="213561" y="344960"/>
                  </a:lnTo>
                  <a:lnTo>
                    <a:pt x="213893" y="345107"/>
                  </a:lnTo>
                  <a:lnTo>
                    <a:pt x="214032" y="345233"/>
                  </a:lnTo>
                  <a:lnTo>
                    <a:pt x="214440" y="345556"/>
                  </a:lnTo>
                  <a:lnTo>
                    <a:pt x="214474" y="345692"/>
                  </a:lnTo>
                  <a:lnTo>
                    <a:pt x="215161" y="346048"/>
                  </a:lnTo>
                  <a:lnTo>
                    <a:pt x="215156" y="346254"/>
                  </a:lnTo>
                  <a:lnTo>
                    <a:pt x="215276" y="346577"/>
                  </a:lnTo>
                  <a:lnTo>
                    <a:pt x="215471" y="347164"/>
                  </a:lnTo>
                  <a:lnTo>
                    <a:pt x="215471" y="347298"/>
                  </a:lnTo>
                  <a:lnTo>
                    <a:pt x="215424" y="347699"/>
                  </a:lnTo>
                  <a:lnTo>
                    <a:pt x="215693" y="348393"/>
                  </a:lnTo>
                  <a:lnTo>
                    <a:pt x="216530" y="349135"/>
                  </a:lnTo>
                  <a:lnTo>
                    <a:pt x="216705" y="349086"/>
                  </a:lnTo>
                  <a:lnTo>
                    <a:pt x="217175" y="349483"/>
                  </a:lnTo>
                  <a:lnTo>
                    <a:pt x="217632" y="349512"/>
                  </a:lnTo>
                  <a:lnTo>
                    <a:pt x="218019" y="349822"/>
                  </a:lnTo>
                  <a:lnTo>
                    <a:pt x="218638" y="350081"/>
                  </a:lnTo>
                  <a:lnTo>
                    <a:pt x="219044" y="350002"/>
                  </a:lnTo>
                  <a:lnTo>
                    <a:pt x="219305" y="350164"/>
                  </a:lnTo>
                  <a:lnTo>
                    <a:pt x="219518" y="350554"/>
                  </a:lnTo>
                  <a:lnTo>
                    <a:pt x="219591" y="350826"/>
                  </a:lnTo>
                  <a:lnTo>
                    <a:pt x="219783" y="351133"/>
                  </a:lnTo>
                  <a:lnTo>
                    <a:pt x="219911" y="351411"/>
                  </a:lnTo>
                  <a:lnTo>
                    <a:pt x="219412" y="352045"/>
                  </a:lnTo>
                  <a:lnTo>
                    <a:pt x="219358" y="352310"/>
                  </a:lnTo>
                  <a:lnTo>
                    <a:pt x="218621" y="352915"/>
                  </a:lnTo>
                  <a:lnTo>
                    <a:pt x="218568" y="354064"/>
                  </a:lnTo>
                  <a:lnTo>
                    <a:pt x="218572" y="354434"/>
                  </a:lnTo>
                  <a:lnTo>
                    <a:pt x="218531" y="354586"/>
                  </a:lnTo>
                  <a:lnTo>
                    <a:pt x="218404" y="355011"/>
                  </a:lnTo>
                  <a:lnTo>
                    <a:pt x="218258" y="355267"/>
                  </a:lnTo>
                  <a:lnTo>
                    <a:pt x="217990" y="355359"/>
                  </a:lnTo>
                  <a:lnTo>
                    <a:pt x="217541" y="355470"/>
                  </a:lnTo>
                  <a:lnTo>
                    <a:pt x="217203" y="355931"/>
                  </a:lnTo>
                  <a:lnTo>
                    <a:pt x="217141" y="356089"/>
                  </a:lnTo>
                  <a:lnTo>
                    <a:pt x="216905" y="357302"/>
                  </a:lnTo>
                  <a:lnTo>
                    <a:pt x="216821" y="357714"/>
                  </a:lnTo>
                  <a:lnTo>
                    <a:pt x="216844" y="358007"/>
                  </a:lnTo>
                  <a:lnTo>
                    <a:pt x="216544" y="359207"/>
                  </a:lnTo>
                  <a:lnTo>
                    <a:pt x="216362" y="359463"/>
                  </a:lnTo>
                  <a:lnTo>
                    <a:pt x="216221" y="359575"/>
                  </a:lnTo>
                  <a:lnTo>
                    <a:pt x="216035" y="359822"/>
                  </a:lnTo>
                  <a:lnTo>
                    <a:pt x="215929" y="360042"/>
                  </a:lnTo>
                  <a:lnTo>
                    <a:pt x="215851" y="360246"/>
                  </a:lnTo>
                  <a:lnTo>
                    <a:pt x="215845" y="360906"/>
                  </a:lnTo>
                  <a:lnTo>
                    <a:pt x="216061" y="361267"/>
                  </a:lnTo>
                  <a:lnTo>
                    <a:pt x="216190" y="361680"/>
                  </a:lnTo>
                  <a:lnTo>
                    <a:pt x="216150" y="362189"/>
                  </a:lnTo>
                  <a:lnTo>
                    <a:pt x="216173" y="362479"/>
                  </a:lnTo>
                  <a:lnTo>
                    <a:pt x="216006" y="362995"/>
                  </a:lnTo>
                  <a:lnTo>
                    <a:pt x="216165" y="363488"/>
                  </a:lnTo>
                  <a:lnTo>
                    <a:pt x="216321" y="363815"/>
                  </a:lnTo>
                  <a:lnTo>
                    <a:pt x="216389" y="364184"/>
                  </a:lnTo>
                  <a:lnTo>
                    <a:pt x="216171" y="364853"/>
                  </a:lnTo>
                  <a:lnTo>
                    <a:pt x="216063" y="365279"/>
                  </a:lnTo>
                  <a:lnTo>
                    <a:pt x="216100" y="365707"/>
                  </a:lnTo>
                  <a:lnTo>
                    <a:pt x="216274" y="365775"/>
                  </a:lnTo>
                  <a:lnTo>
                    <a:pt x="216601" y="365886"/>
                  </a:lnTo>
                  <a:lnTo>
                    <a:pt x="216977" y="365859"/>
                  </a:lnTo>
                  <a:lnTo>
                    <a:pt x="217121" y="365941"/>
                  </a:lnTo>
                  <a:lnTo>
                    <a:pt x="217046" y="366068"/>
                  </a:lnTo>
                  <a:lnTo>
                    <a:pt x="216837" y="366349"/>
                  </a:lnTo>
                  <a:lnTo>
                    <a:pt x="217132" y="366510"/>
                  </a:lnTo>
                  <a:lnTo>
                    <a:pt x="217790" y="366909"/>
                  </a:lnTo>
                  <a:lnTo>
                    <a:pt x="217965" y="367214"/>
                  </a:lnTo>
                  <a:lnTo>
                    <a:pt x="218309" y="367243"/>
                  </a:lnTo>
                  <a:lnTo>
                    <a:pt x="218572" y="367216"/>
                  </a:lnTo>
                  <a:lnTo>
                    <a:pt x="218752" y="367277"/>
                  </a:lnTo>
                  <a:lnTo>
                    <a:pt x="218892" y="367386"/>
                  </a:lnTo>
                  <a:lnTo>
                    <a:pt x="218927" y="367596"/>
                  </a:lnTo>
                  <a:lnTo>
                    <a:pt x="218905" y="367877"/>
                  </a:lnTo>
                  <a:lnTo>
                    <a:pt x="218454" y="368298"/>
                  </a:lnTo>
                  <a:lnTo>
                    <a:pt x="218645" y="368872"/>
                  </a:lnTo>
                  <a:lnTo>
                    <a:pt x="218479" y="369043"/>
                  </a:lnTo>
                  <a:lnTo>
                    <a:pt x="218302" y="369147"/>
                  </a:lnTo>
                  <a:lnTo>
                    <a:pt x="217863" y="369620"/>
                  </a:lnTo>
                  <a:lnTo>
                    <a:pt x="217476" y="369970"/>
                  </a:lnTo>
                  <a:lnTo>
                    <a:pt x="217139" y="369946"/>
                  </a:lnTo>
                  <a:lnTo>
                    <a:pt x="216760" y="370234"/>
                  </a:lnTo>
                  <a:lnTo>
                    <a:pt x="216701" y="370411"/>
                  </a:lnTo>
                  <a:lnTo>
                    <a:pt x="217214" y="370895"/>
                  </a:lnTo>
                  <a:lnTo>
                    <a:pt x="217359" y="371038"/>
                  </a:lnTo>
                  <a:lnTo>
                    <a:pt x="217551" y="371236"/>
                  </a:lnTo>
                  <a:lnTo>
                    <a:pt x="217560" y="371533"/>
                  </a:lnTo>
                  <a:lnTo>
                    <a:pt x="217359" y="371659"/>
                  </a:lnTo>
                  <a:lnTo>
                    <a:pt x="217014" y="371811"/>
                  </a:lnTo>
                  <a:lnTo>
                    <a:pt x="216757" y="371920"/>
                  </a:lnTo>
                  <a:lnTo>
                    <a:pt x="216258" y="372219"/>
                  </a:lnTo>
                  <a:lnTo>
                    <a:pt x="216089" y="372308"/>
                  </a:lnTo>
                  <a:lnTo>
                    <a:pt x="215775" y="372449"/>
                  </a:lnTo>
                  <a:lnTo>
                    <a:pt x="215519" y="372491"/>
                  </a:lnTo>
                  <a:lnTo>
                    <a:pt x="215325" y="372581"/>
                  </a:lnTo>
                  <a:lnTo>
                    <a:pt x="215194" y="372642"/>
                  </a:lnTo>
                  <a:lnTo>
                    <a:pt x="214920" y="372779"/>
                  </a:lnTo>
                  <a:lnTo>
                    <a:pt x="214534" y="373071"/>
                  </a:lnTo>
                  <a:lnTo>
                    <a:pt x="214390" y="373183"/>
                  </a:lnTo>
                  <a:lnTo>
                    <a:pt x="214163" y="373242"/>
                  </a:lnTo>
                  <a:lnTo>
                    <a:pt x="213811" y="373418"/>
                  </a:lnTo>
                  <a:lnTo>
                    <a:pt x="213722" y="373621"/>
                  </a:lnTo>
                  <a:lnTo>
                    <a:pt x="213515" y="373957"/>
                  </a:lnTo>
                  <a:lnTo>
                    <a:pt x="213330" y="374385"/>
                  </a:lnTo>
                  <a:lnTo>
                    <a:pt x="213555" y="374750"/>
                  </a:lnTo>
                  <a:lnTo>
                    <a:pt x="213709" y="374868"/>
                  </a:lnTo>
                  <a:lnTo>
                    <a:pt x="213978" y="374977"/>
                  </a:lnTo>
                  <a:lnTo>
                    <a:pt x="214281" y="375318"/>
                  </a:lnTo>
                  <a:lnTo>
                    <a:pt x="214494" y="375124"/>
                  </a:lnTo>
                  <a:lnTo>
                    <a:pt x="215032" y="374770"/>
                  </a:lnTo>
                  <a:lnTo>
                    <a:pt x="215626" y="374242"/>
                  </a:lnTo>
                  <a:lnTo>
                    <a:pt x="215822" y="374139"/>
                  </a:lnTo>
                  <a:lnTo>
                    <a:pt x="216097" y="374430"/>
                  </a:lnTo>
                  <a:lnTo>
                    <a:pt x="216601" y="374922"/>
                  </a:lnTo>
                  <a:lnTo>
                    <a:pt x="216961" y="374935"/>
                  </a:lnTo>
                  <a:lnTo>
                    <a:pt x="217501" y="374652"/>
                  </a:lnTo>
                  <a:lnTo>
                    <a:pt x="217634" y="374621"/>
                  </a:lnTo>
                  <a:lnTo>
                    <a:pt x="217916" y="374368"/>
                  </a:lnTo>
                  <a:lnTo>
                    <a:pt x="218346" y="373806"/>
                  </a:lnTo>
                  <a:lnTo>
                    <a:pt x="218627" y="373748"/>
                  </a:lnTo>
                  <a:lnTo>
                    <a:pt x="218999" y="373920"/>
                  </a:lnTo>
                  <a:lnTo>
                    <a:pt x="219233" y="374164"/>
                  </a:lnTo>
                  <a:lnTo>
                    <a:pt x="219320" y="374450"/>
                  </a:lnTo>
                  <a:lnTo>
                    <a:pt x="219204" y="374946"/>
                  </a:lnTo>
                  <a:lnTo>
                    <a:pt x="219295" y="375304"/>
                  </a:lnTo>
                  <a:lnTo>
                    <a:pt x="219430" y="375553"/>
                  </a:lnTo>
                  <a:lnTo>
                    <a:pt x="219468" y="375721"/>
                  </a:lnTo>
                  <a:lnTo>
                    <a:pt x="219626" y="375885"/>
                  </a:lnTo>
                  <a:lnTo>
                    <a:pt x="219776" y="375941"/>
                  </a:lnTo>
                  <a:lnTo>
                    <a:pt x="219924" y="376120"/>
                  </a:lnTo>
                  <a:lnTo>
                    <a:pt x="219734" y="376284"/>
                  </a:lnTo>
                  <a:lnTo>
                    <a:pt x="219575" y="376387"/>
                  </a:lnTo>
                  <a:lnTo>
                    <a:pt x="219100" y="376440"/>
                  </a:lnTo>
                  <a:lnTo>
                    <a:pt x="218962" y="376532"/>
                  </a:lnTo>
                  <a:lnTo>
                    <a:pt x="218673" y="377039"/>
                  </a:lnTo>
                  <a:lnTo>
                    <a:pt x="218652" y="377590"/>
                  </a:lnTo>
                  <a:lnTo>
                    <a:pt x="218487" y="377969"/>
                  </a:lnTo>
                  <a:lnTo>
                    <a:pt x="218386" y="378203"/>
                  </a:lnTo>
                  <a:lnTo>
                    <a:pt x="218110" y="378342"/>
                  </a:lnTo>
                  <a:lnTo>
                    <a:pt x="217889" y="378446"/>
                  </a:lnTo>
                  <a:lnTo>
                    <a:pt x="217680" y="378608"/>
                  </a:lnTo>
                  <a:lnTo>
                    <a:pt x="217663" y="378918"/>
                  </a:lnTo>
                  <a:lnTo>
                    <a:pt x="217704" y="379284"/>
                  </a:lnTo>
                  <a:lnTo>
                    <a:pt x="217789" y="379835"/>
                  </a:lnTo>
                  <a:lnTo>
                    <a:pt x="217586" y="379916"/>
                  </a:lnTo>
                  <a:lnTo>
                    <a:pt x="217604" y="380120"/>
                  </a:lnTo>
                  <a:lnTo>
                    <a:pt x="217655" y="380544"/>
                  </a:lnTo>
                  <a:lnTo>
                    <a:pt x="217690" y="380944"/>
                  </a:lnTo>
                  <a:lnTo>
                    <a:pt x="217424" y="380970"/>
                  </a:lnTo>
                  <a:lnTo>
                    <a:pt x="217270" y="381024"/>
                  </a:lnTo>
                  <a:lnTo>
                    <a:pt x="217009" y="381175"/>
                  </a:lnTo>
                  <a:lnTo>
                    <a:pt x="216723" y="381421"/>
                  </a:lnTo>
                  <a:lnTo>
                    <a:pt x="216443" y="381619"/>
                  </a:lnTo>
                  <a:lnTo>
                    <a:pt x="215295" y="381770"/>
                  </a:lnTo>
                  <a:lnTo>
                    <a:pt x="214753" y="381921"/>
                  </a:lnTo>
                  <a:lnTo>
                    <a:pt x="214447" y="381966"/>
                  </a:lnTo>
                  <a:lnTo>
                    <a:pt x="214264" y="382011"/>
                  </a:lnTo>
                  <a:lnTo>
                    <a:pt x="213725" y="382309"/>
                  </a:lnTo>
                  <a:lnTo>
                    <a:pt x="213778" y="382502"/>
                  </a:lnTo>
                  <a:lnTo>
                    <a:pt x="213740" y="382771"/>
                  </a:lnTo>
                  <a:lnTo>
                    <a:pt x="213572" y="382994"/>
                  </a:lnTo>
                  <a:lnTo>
                    <a:pt x="213467" y="383144"/>
                  </a:lnTo>
                  <a:lnTo>
                    <a:pt x="213214" y="383263"/>
                  </a:lnTo>
                  <a:lnTo>
                    <a:pt x="213053" y="383533"/>
                  </a:lnTo>
                  <a:lnTo>
                    <a:pt x="213276" y="383799"/>
                  </a:lnTo>
                  <a:lnTo>
                    <a:pt x="213253" y="384022"/>
                  </a:lnTo>
                  <a:lnTo>
                    <a:pt x="213189" y="384181"/>
                  </a:lnTo>
                  <a:lnTo>
                    <a:pt x="213118" y="384333"/>
                  </a:lnTo>
                  <a:lnTo>
                    <a:pt x="212879" y="384338"/>
                  </a:lnTo>
                  <a:lnTo>
                    <a:pt x="212525" y="384404"/>
                  </a:lnTo>
                  <a:lnTo>
                    <a:pt x="212635" y="384703"/>
                  </a:lnTo>
                  <a:lnTo>
                    <a:pt x="212606" y="384970"/>
                  </a:lnTo>
                  <a:lnTo>
                    <a:pt x="212302" y="385196"/>
                  </a:lnTo>
                  <a:lnTo>
                    <a:pt x="211911" y="385153"/>
                  </a:lnTo>
                  <a:lnTo>
                    <a:pt x="211767" y="385523"/>
                  </a:lnTo>
                  <a:lnTo>
                    <a:pt x="211935" y="385674"/>
                  </a:lnTo>
                  <a:lnTo>
                    <a:pt x="212060" y="386505"/>
                  </a:lnTo>
                  <a:lnTo>
                    <a:pt x="211814" y="387438"/>
                  </a:lnTo>
                  <a:lnTo>
                    <a:pt x="211526" y="387950"/>
                  </a:lnTo>
                  <a:lnTo>
                    <a:pt x="211381" y="388145"/>
                  </a:lnTo>
                  <a:lnTo>
                    <a:pt x="211550" y="388384"/>
                  </a:lnTo>
                  <a:lnTo>
                    <a:pt x="211917" y="388869"/>
                  </a:lnTo>
                  <a:lnTo>
                    <a:pt x="211481" y="389234"/>
                  </a:lnTo>
                  <a:lnTo>
                    <a:pt x="211188" y="389525"/>
                  </a:lnTo>
                  <a:lnTo>
                    <a:pt x="211262" y="389762"/>
                  </a:lnTo>
                  <a:lnTo>
                    <a:pt x="211416" y="390259"/>
                  </a:lnTo>
                  <a:lnTo>
                    <a:pt x="211215" y="390441"/>
                  </a:lnTo>
                  <a:lnTo>
                    <a:pt x="211103" y="390579"/>
                  </a:lnTo>
                  <a:lnTo>
                    <a:pt x="210786" y="391367"/>
                  </a:lnTo>
                  <a:lnTo>
                    <a:pt x="210642" y="391644"/>
                  </a:lnTo>
                  <a:lnTo>
                    <a:pt x="210368" y="392353"/>
                  </a:lnTo>
                  <a:lnTo>
                    <a:pt x="210301" y="392536"/>
                  </a:lnTo>
                  <a:lnTo>
                    <a:pt x="209892" y="392873"/>
                  </a:lnTo>
                  <a:lnTo>
                    <a:pt x="209594" y="393121"/>
                  </a:lnTo>
                  <a:lnTo>
                    <a:pt x="209329" y="393375"/>
                  </a:lnTo>
                  <a:lnTo>
                    <a:pt x="208967" y="393459"/>
                  </a:lnTo>
                  <a:lnTo>
                    <a:pt x="208832" y="393512"/>
                  </a:lnTo>
                  <a:lnTo>
                    <a:pt x="208664" y="393666"/>
                  </a:lnTo>
                  <a:lnTo>
                    <a:pt x="208590" y="393859"/>
                  </a:lnTo>
                  <a:lnTo>
                    <a:pt x="208506" y="394222"/>
                  </a:lnTo>
                  <a:lnTo>
                    <a:pt x="208682" y="394551"/>
                  </a:lnTo>
                  <a:lnTo>
                    <a:pt x="208699" y="394931"/>
                  </a:lnTo>
                  <a:lnTo>
                    <a:pt x="208845" y="395228"/>
                  </a:lnTo>
                  <a:lnTo>
                    <a:pt x="209071" y="395442"/>
                  </a:lnTo>
                  <a:lnTo>
                    <a:pt x="209245" y="395592"/>
                  </a:lnTo>
                  <a:lnTo>
                    <a:pt x="209361" y="395829"/>
                  </a:lnTo>
                  <a:lnTo>
                    <a:pt x="209548" y="396305"/>
                  </a:lnTo>
                  <a:lnTo>
                    <a:pt x="209496" y="396746"/>
                  </a:lnTo>
                  <a:lnTo>
                    <a:pt x="209300" y="396888"/>
                  </a:lnTo>
                  <a:lnTo>
                    <a:pt x="208997" y="396907"/>
                  </a:lnTo>
                  <a:lnTo>
                    <a:pt x="208908" y="397125"/>
                  </a:lnTo>
                  <a:lnTo>
                    <a:pt x="208841" y="397391"/>
                  </a:lnTo>
                  <a:lnTo>
                    <a:pt x="208743" y="397651"/>
                  </a:lnTo>
                  <a:lnTo>
                    <a:pt x="208485" y="397609"/>
                  </a:lnTo>
                  <a:lnTo>
                    <a:pt x="207976" y="397205"/>
                  </a:lnTo>
                  <a:lnTo>
                    <a:pt x="207878" y="397067"/>
                  </a:lnTo>
                  <a:lnTo>
                    <a:pt x="207448" y="396815"/>
                  </a:lnTo>
                  <a:lnTo>
                    <a:pt x="207273" y="396800"/>
                  </a:lnTo>
                  <a:lnTo>
                    <a:pt x="206686" y="396524"/>
                  </a:lnTo>
                  <a:lnTo>
                    <a:pt x="206714" y="396195"/>
                  </a:lnTo>
                  <a:lnTo>
                    <a:pt x="206498" y="395800"/>
                  </a:lnTo>
                  <a:lnTo>
                    <a:pt x="205876" y="395871"/>
                  </a:lnTo>
                  <a:lnTo>
                    <a:pt x="205850" y="396063"/>
                  </a:lnTo>
                  <a:lnTo>
                    <a:pt x="205623" y="396436"/>
                  </a:lnTo>
                  <a:lnTo>
                    <a:pt x="205390" y="396758"/>
                  </a:lnTo>
                  <a:lnTo>
                    <a:pt x="205310" y="396988"/>
                  </a:lnTo>
                  <a:lnTo>
                    <a:pt x="205375" y="397364"/>
                  </a:lnTo>
                  <a:lnTo>
                    <a:pt x="205416" y="397830"/>
                  </a:lnTo>
                  <a:lnTo>
                    <a:pt x="205303" y="398280"/>
                  </a:lnTo>
                  <a:lnTo>
                    <a:pt x="204952" y="398857"/>
                  </a:lnTo>
                  <a:lnTo>
                    <a:pt x="204413" y="398830"/>
                  </a:lnTo>
                  <a:lnTo>
                    <a:pt x="204001" y="398656"/>
                  </a:lnTo>
                  <a:lnTo>
                    <a:pt x="203692" y="398225"/>
                  </a:lnTo>
                  <a:lnTo>
                    <a:pt x="203360" y="398074"/>
                  </a:lnTo>
                  <a:lnTo>
                    <a:pt x="203129" y="398025"/>
                  </a:lnTo>
                  <a:lnTo>
                    <a:pt x="202806" y="397828"/>
                  </a:lnTo>
                  <a:lnTo>
                    <a:pt x="202593" y="397667"/>
                  </a:lnTo>
                  <a:lnTo>
                    <a:pt x="201280" y="397123"/>
                  </a:lnTo>
                  <a:lnTo>
                    <a:pt x="201522" y="396355"/>
                  </a:lnTo>
                  <a:lnTo>
                    <a:pt x="201281" y="396019"/>
                  </a:lnTo>
                  <a:lnTo>
                    <a:pt x="200835" y="395832"/>
                  </a:lnTo>
                  <a:lnTo>
                    <a:pt x="200704" y="395891"/>
                  </a:lnTo>
                  <a:lnTo>
                    <a:pt x="200322" y="395888"/>
                  </a:lnTo>
                  <a:lnTo>
                    <a:pt x="199787" y="395717"/>
                  </a:lnTo>
                  <a:lnTo>
                    <a:pt x="199523" y="395851"/>
                  </a:lnTo>
                  <a:lnTo>
                    <a:pt x="199107" y="396079"/>
                  </a:lnTo>
                  <a:lnTo>
                    <a:pt x="198497" y="396376"/>
                  </a:lnTo>
                  <a:lnTo>
                    <a:pt x="198315" y="396445"/>
                  </a:lnTo>
                  <a:lnTo>
                    <a:pt x="197869" y="396858"/>
                  </a:lnTo>
                  <a:lnTo>
                    <a:pt x="197395" y="396785"/>
                  </a:lnTo>
                  <a:lnTo>
                    <a:pt x="197051" y="396471"/>
                  </a:lnTo>
                  <a:lnTo>
                    <a:pt x="196718" y="395681"/>
                  </a:lnTo>
                  <a:lnTo>
                    <a:pt x="196559" y="395500"/>
                  </a:lnTo>
                  <a:lnTo>
                    <a:pt x="196448" y="395224"/>
                  </a:lnTo>
                  <a:lnTo>
                    <a:pt x="195503" y="394498"/>
                  </a:lnTo>
                  <a:lnTo>
                    <a:pt x="195246" y="395344"/>
                  </a:lnTo>
                  <a:lnTo>
                    <a:pt x="195102" y="395496"/>
                  </a:lnTo>
                  <a:lnTo>
                    <a:pt x="194722" y="395671"/>
                  </a:lnTo>
                  <a:lnTo>
                    <a:pt x="194451" y="395732"/>
                  </a:lnTo>
                  <a:lnTo>
                    <a:pt x="193980" y="396055"/>
                  </a:lnTo>
                  <a:lnTo>
                    <a:pt x="193837" y="396617"/>
                  </a:lnTo>
                  <a:lnTo>
                    <a:pt x="193341" y="397183"/>
                  </a:lnTo>
                  <a:lnTo>
                    <a:pt x="193235" y="396906"/>
                  </a:lnTo>
                  <a:lnTo>
                    <a:pt x="193363" y="395950"/>
                  </a:lnTo>
                  <a:lnTo>
                    <a:pt x="193266" y="395524"/>
                  </a:lnTo>
                  <a:lnTo>
                    <a:pt x="192998" y="395349"/>
                  </a:lnTo>
                  <a:lnTo>
                    <a:pt x="192572" y="395380"/>
                  </a:lnTo>
                  <a:lnTo>
                    <a:pt x="192332" y="395207"/>
                  </a:lnTo>
                  <a:lnTo>
                    <a:pt x="192316" y="394984"/>
                  </a:lnTo>
                  <a:lnTo>
                    <a:pt x="192287" y="394528"/>
                  </a:lnTo>
                  <a:lnTo>
                    <a:pt x="192268" y="394139"/>
                  </a:lnTo>
                  <a:lnTo>
                    <a:pt x="192169" y="393922"/>
                  </a:lnTo>
                  <a:lnTo>
                    <a:pt x="191854" y="393655"/>
                  </a:lnTo>
                  <a:lnTo>
                    <a:pt x="191731" y="393449"/>
                  </a:lnTo>
                  <a:lnTo>
                    <a:pt x="192016" y="392194"/>
                  </a:lnTo>
                  <a:lnTo>
                    <a:pt x="192434" y="391699"/>
                  </a:lnTo>
                  <a:lnTo>
                    <a:pt x="192841" y="391437"/>
                  </a:lnTo>
                  <a:lnTo>
                    <a:pt x="193518" y="391252"/>
                  </a:lnTo>
                  <a:lnTo>
                    <a:pt x="193699" y="391098"/>
                  </a:lnTo>
                  <a:lnTo>
                    <a:pt x="193409" y="390179"/>
                  </a:lnTo>
                  <a:lnTo>
                    <a:pt x="193389" y="389966"/>
                  </a:lnTo>
                  <a:lnTo>
                    <a:pt x="193819" y="389490"/>
                  </a:lnTo>
                  <a:lnTo>
                    <a:pt x="194126" y="389212"/>
                  </a:lnTo>
                  <a:lnTo>
                    <a:pt x="194163" y="388346"/>
                  </a:lnTo>
                  <a:lnTo>
                    <a:pt x="194159" y="387870"/>
                  </a:lnTo>
                  <a:lnTo>
                    <a:pt x="194210" y="387705"/>
                  </a:lnTo>
                  <a:lnTo>
                    <a:pt x="194438" y="387440"/>
                  </a:lnTo>
                  <a:lnTo>
                    <a:pt x="194490" y="387243"/>
                  </a:lnTo>
                  <a:lnTo>
                    <a:pt x="194403" y="387081"/>
                  </a:lnTo>
                  <a:lnTo>
                    <a:pt x="193996" y="387074"/>
                  </a:lnTo>
                  <a:lnTo>
                    <a:pt x="193317" y="386702"/>
                  </a:lnTo>
                  <a:lnTo>
                    <a:pt x="193497" y="386143"/>
                  </a:lnTo>
                  <a:lnTo>
                    <a:pt x="193861" y="385441"/>
                  </a:lnTo>
                  <a:lnTo>
                    <a:pt x="194025" y="385087"/>
                  </a:lnTo>
                  <a:lnTo>
                    <a:pt x="194365" y="384562"/>
                  </a:lnTo>
                  <a:lnTo>
                    <a:pt x="194122" y="384171"/>
                  </a:lnTo>
                  <a:lnTo>
                    <a:pt x="193516" y="383807"/>
                  </a:lnTo>
                  <a:lnTo>
                    <a:pt x="193112" y="383514"/>
                  </a:lnTo>
                  <a:lnTo>
                    <a:pt x="192817" y="383374"/>
                  </a:lnTo>
                  <a:lnTo>
                    <a:pt x="192776" y="382918"/>
                  </a:lnTo>
                  <a:lnTo>
                    <a:pt x="192100" y="382303"/>
                  </a:lnTo>
                  <a:lnTo>
                    <a:pt x="191776" y="382042"/>
                  </a:lnTo>
                  <a:lnTo>
                    <a:pt x="191681" y="381688"/>
                  </a:lnTo>
                  <a:lnTo>
                    <a:pt x="191642" y="381507"/>
                  </a:lnTo>
                  <a:lnTo>
                    <a:pt x="191540" y="381009"/>
                  </a:lnTo>
                  <a:lnTo>
                    <a:pt x="190896" y="380755"/>
                  </a:lnTo>
                  <a:lnTo>
                    <a:pt x="190790" y="381136"/>
                  </a:lnTo>
                  <a:lnTo>
                    <a:pt x="189301" y="381818"/>
                  </a:lnTo>
                  <a:lnTo>
                    <a:pt x="188873" y="381966"/>
                  </a:lnTo>
                  <a:lnTo>
                    <a:pt x="188600" y="381988"/>
                  </a:lnTo>
                  <a:lnTo>
                    <a:pt x="188306" y="382072"/>
                  </a:lnTo>
                  <a:lnTo>
                    <a:pt x="187876" y="382325"/>
                  </a:lnTo>
                  <a:lnTo>
                    <a:pt x="187820" y="383126"/>
                  </a:lnTo>
                  <a:lnTo>
                    <a:pt x="188627" y="383571"/>
                  </a:lnTo>
                  <a:lnTo>
                    <a:pt x="188949" y="383970"/>
                  </a:lnTo>
                  <a:lnTo>
                    <a:pt x="188994" y="384118"/>
                  </a:lnTo>
                  <a:lnTo>
                    <a:pt x="189388" y="384512"/>
                  </a:lnTo>
                  <a:lnTo>
                    <a:pt x="189571" y="384572"/>
                  </a:lnTo>
                  <a:lnTo>
                    <a:pt x="189747" y="384562"/>
                  </a:lnTo>
                  <a:lnTo>
                    <a:pt x="189999" y="384837"/>
                  </a:lnTo>
                  <a:lnTo>
                    <a:pt x="190108" y="385247"/>
                  </a:lnTo>
                  <a:lnTo>
                    <a:pt x="190317" y="385626"/>
                  </a:lnTo>
                  <a:lnTo>
                    <a:pt x="190409" y="385794"/>
                  </a:lnTo>
                  <a:lnTo>
                    <a:pt x="190381" y="386007"/>
                  </a:lnTo>
                  <a:lnTo>
                    <a:pt x="190091" y="386372"/>
                  </a:lnTo>
                  <a:lnTo>
                    <a:pt x="189790" y="386428"/>
                  </a:lnTo>
                  <a:lnTo>
                    <a:pt x="189280" y="386606"/>
                  </a:lnTo>
                  <a:lnTo>
                    <a:pt x="188890" y="387016"/>
                  </a:lnTo>
                  <a:lnTo>
                    <a:pt x="188732" y="387455"/>
                  </a:lnTo>
                  <a:lnTo>
                    <a:pt x="188513" y="387845"/>
                  </a:lnTo>
                  <a:lnTo>
                    <a:pt x="189338" y="388503"/>
                  </a:lnTo>
                  <a:lnTo>
                    <a:pt x="189434" y="388964"/>
                  </a:lnTo>
                  <a:lnTo>
                    <a:pt x="188662" y="389515"/>
                  </a:lnTo>
                  <a:lnTo>
                    <a:pt x="188208" y="389646"/>
                  </a:lnTo>
                  <a:lnTo>
                    <a:pt x="187553" y="389627"/>
                  </a:lnTo>
                  <a:lnTo>
                    <a:pt x="186572" y="390100"/>
                  </a:lnTo>
                  <a:lnTo>
                    <a:pt x="186197" y="390044"/>
                  </a:lnTo>
                  <a:lnTo>
                    <a:pt x="186180" y="389777"/>
                  </a:lnTo>
                  <a:lnTo>
                    <a:pt x="186110" y="389566"/>
                  </a:lnTo>
                  <a:lnTo>
                    <a:pt x="185974" y="389313"/>
                  </a:lnTo>
                  <a:lnTo>
                    <a:pt x="185771" y="389195"/>
                  </a:lnTo>
                  <a:lnTo>
                    <a:pt x="185538" y="389139"/>
                  </a:lnTo>
                  <a:lnTo>
                    <a:pt x="184812" y="389022"/>
                  </a:lnTo>
                  <a:lnTo>
                    <a:pt x="184720" y="388202"/>
                  </a:lnTo>
                  <a:lnTo>
                    <a:pt x="184774" y="387902"/>
                  </a:lnTo>
                  <a:lnTo>
                    <a:pt x="184726" y="387552"/>
                  </a:lnTo>
                  <a:lnTo>
                    <a:pt x="184708" y="387367"/>
                  </a:lnTo>
                  <a:lnTo>
                    <a:pt x="184691" y="386928"/>
                  </a:lnTo>
                  <a:lnTo>
                    <a:pt x="184878" y="386239"/>
                  </a:lnTo>
                  <a:lnTo>
                    <a:pt x="185092" y="385931"/>
                  </a:lnTo>
                  <a:lnTo>
                    <a:pt x="185321" y="385740"/>
                  </a:lnTo>
                  <a:lnTo>
                    <a:pt x="185740" y="385715"/>
                  </a:lnTo>
                  <a:lnTo>
                    <a:pt x="186166" y="385610"/>
                  </a:lnTo>
                  <a:lnTo>
                    <a:pt x="186210" y="385427"/>
                  </a:lnTo>
                  <a:lnTo>
                    <a:pt x="186258" y="385101"/>
                  </a:lnTo>
                  <a:lnTo>
                    <a:pt x="186090" y="384647"/>
                  </a:lnTo>
                  <a:lnTo>
                    <a:pt x="186302" y="383939"/>
                  </a:lnTo>
                  <a:lnTo>
                    <a:pt x="185885" y="383776"/>
                  </a:lnTo>
                  <a:lnTo>
                    <a:pt x="185462" y="382881"/>
                  </a:lnTo>
                  <a:lnTo>
                    <a:pt x="185284" y="382473"/>
                  </a:lnTo>
                  <a:lnTo>
                    <a:pt x="185317" y="382288"/>
                  </a:lnTo>
                  <a:lnTo>
                    <a:pt x="185298" y="382130"/>
                  </a:lnTo>
                  <a:lnTo>
                    <a:pt x="185233" y="381772"/>
                  </a:lnTo>
                  <a:lnTo>
                    <a:pt x="185052" y="381505"/>
                  </a:lnTo>
                  <a:lnTo>
                    <a:pt x="184780" y="381032"/>
                  </a:lnTo>
                  <a:lnTo>
                    <a:pt x="184716" y="380816"/>
                  </a:lnTo>
                  <a:lnTo>
                    <a:pt x="184784" y="380558"/>
                  </a:lnTo>
                  <a:lnTo>
                    <a:pt x="184903" y="380308"/>
                  </a:lnTo>
                  <a:lnTo>
                    <a:pt x="184773" y="380119"/>
                  </a:lnTo>
                  <a:lnTo>
                    <a:pt x="184546" y="379095"/>
                  </a:lnTo>
                  <a:lnTo>
                    <a:pt x="184758" y="378690"/>
                  </a:lnTo>
                  <a:lnTo>
                    <a:pt x="185170" y="378621"/>
                  </a:lnTo>
                  <a:lnTo>
                    <a:pt x="185722" y="378563"/>
                  </a:lnTo>
                  <a:lnTo>
                    <a:pt x="186184" y="378498"/>
                  </a:lnTo>
                  <a:lnTo>
                    <a:pt x="186350" y="378334"/>
                  </a:lnTo>
                  <a:lnTo>
                    <a:pt x="186167" y="377599"/>
                  </a:lnTo>
                  <a:lnTo>
                    <a:pt x="186134" y="377139"/>
                  </a:lnTo>
                  <a:lnTo>
                    <a:pt x="186136" y="376869"/>
                  </a:lnTo>
                  <a:lnTo>
                    <a:pt x="186130" y="376510"/>
                  </a:lnTo>
                  <a:lnTo>
                    <a:pt x="186064" y="376155"/>
                  </a:lnTo>
                  <a:lnTo>
                    <a:pt x="186033" y="376015"/>
                  </a:lnTo>
                  <a:lnTo>
                    <a:pt x="186043" y="375743"/>
                  </a:lnTo>
                  <a:lnTo>
                    <a:pt x="186400" y="375305"/>
                  </a:lnTo>
                  <a:lnTo>
                    <a:pt x="186600" y="375069"/>
                  </a:lnTo>
                  <a:lnTo>
                    <a:pt x="186796" y="374855"/>
                  </a:lnTo>
                  <a:lnTo>
                    <a:pt x="187084" y="374583"/>
                  </a:lnTo>
                  <a:lnTo>
                    <a:pt x="187419" y="373355"/>
                  </a:lnTo>
                  <a:lnTo>
                    <a:pt x="187121" y="373033"/>
                  </a:lnTo>
                  <a:lnTo>
                    <a:pt x="186969" y="373049"/>
                  </a:lnTo>
                  <a:lnTo>
                    <a:pt x="186759" y="373173"/>
                  </a:lnTo>
                  <a:lnTo>
                    <a:pt x="186527" y="373300"/>
                  </a:lnTo>
                  <a:lnTo>
                    <a:pt x="186144" y="373373"/>
                  </a:lnTo>
                  <a:lnTo>
                    <a:pt x="185905" y="373404"/>
                  </a:lnTo>
                  <a:lnTo>
                    <a:pt x="185719" y="373019"/>
                  </a:lnTo>
                  <a:lnTo>
                    <a:pt x="185192" y="372702"/>
                  </a:lnTo>
                  <a:lnTo>
                    <a:pt x="184777" y="372113"/>
                  </a:lnTo>
                  <a:lnTo>
                    <a:pt x="184562" y="371995"/>
                  </a:lnTo>
                  <a:lnTo>
                    <a:pt x="184186" y="371978"/>
                  </a:lnTo>
                  <a:lnTo>
                    <a:pt x="183895" y="372697"/>
                  </a:lnTo>
                  <a:lnTo>
                    <a:pt x="183059" y="372450"/>
                  </a:lnTo>
                  <a:lnTo>
                    <a:pt x="182508" y="372748"/>
                  </a:lnTo>
                  <a:lnTo>
                    <a:pt x="181515" y="373121"/>
                  </a:lnTo>
                  <a:lnTo>
                    <a:pt x="181063" y="373849"/>
                  </a:lnTo>
                  <a:lnTo>
                    <a:pt x="180928" y="373824"/>
                  </a:lnTo>
                  <a:lnTo>
                    <a:pt x="180798" y="373757"/>
                  </a:lnTo>
                  <a:lnTo>
                    <a:pt x="180644" y="373638"/>
                  </a:lnTo>
                  <a:lnTo>
                    <a:pt x="180355" y="373663"/>
                  </a:lnTo>
                  <a:lnTo>
                    <a:pt x="179951" y="373818"/>
                  </a:lnTo>
                  <a:lnTo>
                    <a:pt x="179793" y="373809"/>
                  </a:lnTo>
                  <a:lnTo>
                    <a:pt x="179573" y="373728"/>
                  </a:lnTo>
                  <a:lnTo>
                    <a:pt x="179199" y="373446"/>
                  </a:lnTo>
                  <a:lnTo>
                    <a:pt x="179066" y="373390"/>
                  </a:lnTo>
                  <a:lnTo>
                    <a:pt x="178929" y="373400"/>
                  </a:lnTo>
                  <a:lnTo>
                    <a:pt x="178733" y="373493"/>
                  </a:lnTo>
                  <a:lnTo>
                    <a:pt x="178577" y="373538"/>
                  </a:lnTo>
                  <a:lnTo>
                    <a:pt x="178369" y="373536"/>
                  </a:lnTo>
                  <a:lnTo>
                    <a:pt x="177831" y="373281"/>
                  </a:lnTo>
                  <a:lnTo>
                    <a:pt x="177583" y="373088"/>
                  </a:lnTo>
                  <a:lnTo>
                    <a:pt x="177253" y="372905"/>
                  </a:lnTo>
                  <a:lnTo>
                    <a:pt x="177004" y="372810"/>
                  </a:lnTo>
                  <a:lnTo>
                    <a:pt x="176340" y="372583"/>
                  </a:lnTo>
                  <a:lnTo>
                    <a:pt x="175760" y="372442"/>
                  </a:lnTo>
                  <a:lnTo>
                    <a:pt x="175469" y="372202"/>
                  </a:lnTo>
                  <a:lnTo>
                    <a:pt x="175079" y="371873"/>
                  </a:lnTo>
                  <a:lnTo>
                    <a:pt x="174479" y="371586"/>
                  </a:lnTo>
                  <a:lnTo>
                    <a:pt x="174231" y="371338"/>
                  </a:lnTo>
                  <a:lnTo>
                    <a:pt x="173949" y="371188"/>
                  </a:lnTo>
                  <a:lnTo>
                    <a:pt x="173759" y="371197"/>
                  </a:lnTo>
                  <a:lnTo>
                    <a:pt x="173526" y="371272"/>
                  </a:lnTo>
                  <a:lnTo>
                    <a:pt x="173167" y="371086"/>
                  </a:lnTo>
                  <a:lnTo>
                    <a:pt x="173416" y="370604"/>
                  </a:lnTo>
                  <a:lnTo>
                    <a:pt x="173575" y="370255"/>
                  </a:lnTo>
                  <a:lnTo>
                    <a:pt x="173648" y="370073"/>
                  </a:lnTo>
                  <a:lnTo>
                    <a:pt x="173783" y="369640"/>
                  </a:lnTo>
                  <a:lnTo>
                    <a:pt x="173799" y="369086"/>
                  </a:lnTo>
                  <a:lnTo>
                    <a:pt x="173870" y="368107"/>
                  </a:lnTo>
                  <a:lnTo>
                    <a:pt x="173911" y="367885"/>
                  </a:lnTo>
                  <a:lnTo>
                    <a:pt x="174185" y="367763"/>
                  </a:lnTo>
                  <a:lnTo>
                    <a:pt x="174307" y="367580"/>
                  </a:lnTo>
                  <a:lnTo>
                    <a:pt x="174372" y="367379"/>
                  </a:lnTo>
                  <a:lnTo>
                    <a:pt x="175034" y="366615"/>
                  </a:lnTo>
                  <a:lnTo>
                    <a:pt x="175119" y="366310"/>
                  </a:lnTo>
                  <a:lnTo>
                    <a:pt x="175249" y="366175"/>
                  </a:lnTo>
                  <a:lnTo>
                    <a:pt x="175589" y="366014"/>
                  </a:lnTo>
                  <a:lnTo>
                    <a:pt x="175687" y="365806"/>
                  </a:lnTo>
                  <a:lnTo>
                    <a:pt x="175769" y="365485"/>
                  </a:lnTo>
                  <a:lnTo>
                    <a:pt x="175793" y="365237"/>
                  </a:lnTo>
                  <a:lnTo>
                    <a:pt x="175796" y="365042"/>
                  </a:lnTo>
                  <a:lnTo>
                    <a:pt x="175629" y="364336"/>
                  </a:lnTo>
                  <a:lnTo>
                    <a:pt x="175492" y="364229"/>
                  </a:lnTo>
                  <a:lnTo>
                    <a:pt x="174542" y="363943"/>
                  </a:lnTo>
                  <a:lnTo>
                    <a:pt x="174079" y="363675"/>
                  </a:lnTo>
                  <a:lnTo>
                    <a:pt x="174151" y="363379"/>
                  </a:lnTo>
                  <a:lnTo>
                    <a:pt x="174187" y="362920"/>
                  </a:lnTo>
                  <a:lnTo>
                    <a:pt x="174182" y="362692"/>
                  </a:lnTo>
                  <a:lnTo>
                    <a:pt x="174120" y="362509"/>
                  </a:lnTo>
                  <a:lnTo>
                    <a:pt x="173952" y="362158"/>
                  </a:lnTo>
                  <a:lnTo>
                    <a:pt x="173865" y="361975"/>
                  </a:lnTo>
                  <a:lnTo>
                    <a:pt x="173774" y="361554"/>
                  </a:lnTo>
                  <a:lnTo>
                    <a:pt x="173830" y="361253"/>
                  </a:lnTo>
                  <a:lnTo>
                    <a:pt x="173917" y="361095"/>
                  </a:lnTo>
                  <a:lnTo>
                    <a:pt x="174171" y="360772"/>
                  </a:lnTo>
                  <a:lnTo>
                    <a:pt x="174218" y="360641"/>
                  </a:lnTo>
                  <a:lnTo>
                    <a:pt x="174229" y="360482"/>
                  </a:lnTo>
                  <a:lnTo>
                    <a:pt x="174192" y="360156"/>
                  </a:lnTo>
                  <a:lnTo>
                    <a:pt x="174219" y="359921"/>
                  </a:lnTo>
                  <a:lnTo>
                    <a:pt x="174243" y="359422"/>
                  </a:lnTo>
                  <a:lnTo>
                    <a:pt x="174059" y="359067"/>
                  </a:lnTo>
                  <a:lnTo>
                    <a:pt x="173960" y="358771"/>
                  </a:lnTo>
                  <a:lnTo>
                    <a:pt x="173950" y="358391"/>
                  </a:lnTo>
                  <a:lnTo>
                    <a:pt x="173969" y="358035"/>
                  </a:lnTo>
                  <a:lnTo>
                    <a:pt x="173976" y="357577"/>
                  </a:lnTo>
                  <a:lnTo>
                    <a:pt x="173957" y="357348"/>
                  </a:lnTo>
                  <a:lnTo>
                    <a:pt x="173882" y="357078"/>
                  </a:lnTo>
                  <a:lnTo>
                    <a:pt x="173773" y="356882"/>
                  </a:lnTo>
                  <a:lnTo>
                    <a:pt x="173506" y="356622"/>
                  </a:lnTo>
                  <a:lnTo>
                    <a:pt x="173174" y="356431"/>
                  </a:lnTo>
                  <a:lnTo>
                    <a:pt x="172583" y="356057"/>
                  </a:lnTo>
                  <a:lnTo>
                    <a:pt x="172475" y="355726"/>
                  </a:lnTo>
                  <a:lnTo>
                    <a:pt x="172427" y="355218"/>
                  </a:lnTo>
                  <a:lnTo>
                    <a:pt x="172253" y="354312"/>
                  </a:lnTo>
                  <a:lnTo>
                    <a:pt x="172168" y="353940"/>
                  </a:lnTo>
                  <a:lnTo>
                    <a:pt x="171985" y="353588"/>
                  </a:lnTo>
                  <a:lnTo>
                    <a:pt x="171955" y="353172"/>
                  </a:lnTo>
                  <a:lnTo>
                    <a:pt x="172037" y="352854"/>
                  </a:lnTo>
                  <a:lnTo>
                    <a:pt x="171961" y="352487"/>
                  </a:lnTo>
                  <a:lnTo>
                    <a:pt x="171642" y="351805"/>
                  </a:lnTo>
                  <a:lnTo>
                    <a:pt x="171526" y="351407"/>
                  </a:lnTo>
                  <a:lnTo>
                    <a:pt x="171495" y="351226"/>
                  </a:lnTo>
                  <a:lnTo>
                    <a:pt x="171502" y="351009"/>
                  </a:lnTo>
                  <a:lnTo>
                    <a:pt x="171616" y="350570"/>
                  </a:lnTo>
                  <a:lnTo>
                    <a:pt x="171865" y="349901"/>
                  </a:lnTo>
                  <a:lnTo>
                    <a:pt x="171768" y="349412"/>
                  </a:lnTo>
                  <a:lnTo>
                    <a:pt x="171367" y="349175"/>
                  </a:lnTo>
                  <a:lnTo>
                    <a:pt x="171197" y="349147"/>
                  </a:lnTo>
                  <a:lnTo>
                    <a:pt x="170855" y="349101"/>
                  </a:lnTo>
                  <a:lnTo>
                    <a:pt x="170392" y="348845"/>
                  </a:lnTo>
                  <a:lnTo>
                    <a:pt x="170074" y="349023"/>
                  </a:lnTo>
                  <a:lnTo>
                    <a:pt x="170100" y="349389"/>
                  </a:lnTo>
                  <a:lnTo>
                    <a:pt x="170073" y="349676"/>
                  </a:lnTo>
                  <a:lnTo>
                    <a:pt x="169725" y="350104"/>
                  </a:lnTo>
                  <a:lnTo>
                    <a:pt x="169640" y="350522"/>
                  </a:lnTo>
                  <a:lnTo>
                    <a:pt x="169676" y="351123"/>
                  </a:lnTo>
                  <a:lnTo>
                    <a:pt x="169163" y="351849"/>
                  </a:lnTo>
                  <a:lnTo>
                    <a:pt x="168793" y="352266"/>
                  </a:lnTo>
                  <a:lnTo>
                    <a:pt x="168369" y="352306"/>
                  </a:lnTo>
                  <a:lnTo>
                    <a:pt x="167972" y="352073"/>
                  </a:lnTo>
                  <a:lnTo>
                    <a:pt x="168250" y="351614"/>
                  </a:lnTo>
                  <a:lnTo>
                    <a:pt x="168289" y="351241"/>
                  </a:lnTo>
                  <a:lnTo>
                    <a:pt x="167983" y="351005"/>
                  </a:lnTo>
                  <a:lnTo>
                    <a:pt x="166950" y="350585"/>
                  </a:lnTo>
                  <a:lnTo>
                    <a:pt x="166791" y="350239"/>
                  </a:lnTo>
                  <a:lnTo>
                    <a:pt x="166447" y="349938"/>
                  </a:lnTo>
                  <a:lnTo>
                    <a:pt x="166161" y="350025"/>
                  </a:lnTo>
                  <a:lnTo>
                    <a:pt x="166028" y="350076"/>
                  </a:lnTo>
                  <a:lnTo>
                    <a:pt x="165408" y="350334"/>
                  </a:lnTo>
                  <a:lnTo>
                    <a:pt x="165011" y="350558"/>
                  </a:lnTo>
                  <a:lnTo>
                    <a:pt x="164542" y="350934"/>
                  </a:lnTo>
                  <a:lnTo>
                    <a:pt x="164354" y="350960"/>
                  </a:lnTo>
                  <a:lnTo>
                    <a:pt x="163631" y="350882"/>
                  </a:lnTo>
                  <a:lnTo>
                    <a:pt x="163617" y="350729"/>
                  </a:lnTo>
                  <a:lnTo>
                    <a:pt x="163584" y="350463"/>
                  </a:lnTo>
                  <a:lnTo>
                    <a:pt x="163396" y="350216"/>
                  </a:lnTo>
                  <a:lnTo>
                    <a:pt x="163202" y="350055"/>
                  </a:lnTo>
                  <a:lnTo>
                    <a:pt x="162394" y="349643"/>
                  </a:lnTo>
                  <a:lnTo>
                    <a:pt x="161913" y="349536"/>
                  </a:lnTo>
                  <a:lnTo>
                    <a:pt x="161279" y="349375"/>
                  </a:lnTo>
                  <a:lnTo>
                    <a:pt x="160964" y="349276"/>
                  </a:lnTo>
                  <a:lnTo>
                    <a:pt x="160642" y="349156"/>
                  </a:lnTo>
                  <a:lnTo>
                    <a:pt x="160269" y="349462"/>
                  </a:lnTo>
                  <a:lnTo>
                    <a:pt x="160213" y="349689"/>
                  </a:lnTo>
                  <a:lnTo>
                    <a:pt x="160027" y="349925"/>
                  </a:lnTo>
                  <a:lnTo>
                    <a:pt x="159798" y="350127"/>
                  </a:lnTo>
                  <a:lnTo>
                    <a:pt x="159640" y="350225"/>
                  </a:lnTo>
                  <a:lnTo>
                    <a:pt x="159480" y="350370"/>
                  </a:lnTo>
                  <a:lnTo>
                    <a:pt x="159091" y="351041"/>
                  </a:lnTo>
                  <a:lnTo>
                    <a:pt x="159010" y="351281"/>
                  </a:lnTo>
                  <a:lnTo>
                    <a:pt x="158827" y="351338"/>
                  </a:lnTo>
                  <a:lnTo>
                    <a:pt x="158432" y="351767"/>
                  </a:lnTo>
                  <a:lnTo>
                    <a:pt x="157816" y="351892"/>
                  </a:lnTo>
                  <a:lnTo>
                    <a:pt x="157436" y="351878"/>
                  </a:lnTo>
                  <a:lnTo>
                    <a:pt x="157257" y="351893"/>
                  </a:lnTo>
                  <a:lnTo>
                    <a:pt x="157056" y="351914"/>
                  </a:lnTo>
                  <a:lnTo>
                    <a:pt x="156510" y="351980"/>
                  </a:lnTo>
                  <a:lnTo>
                    <a:pt x="156071" y="351972"/>
                  </a:lnTo>
                  <a:lnTo>
                    <a:pt x="155644" y="351962"/>
                  </a:lnTo>
                  <a:lnTo>
                    <a:pt x="155491" y="351950"/>
                  </a:lnTo>
                  <a:lnTo>
                    <a:pt x="155180" y="351926"/>
                  </a:lnTo>
                  <a:lnTo>
                    <a:pt x="154468" y="351791"/>
                  </a:lnTo>
                  <a:lnTo>
                    <a:pt x="154014" y="351937"/>
                  </a:lnTo>
                  <a:lnTo>
                    <a:pt x="153988" y="352127"/>
                  </a:lnTo>
                  <a:lnTo>
                    <a:pt x="153949" y="352263"/>
                  </a:lnTo>
                  <a:lnTo>
                    <a:pt x="153683" y="352771"/>
                  </a:lnTo>
                  <a:lnTo>
                    <a:pt x="152862" y="353472"/>
                  </a:lnTo>
                  <a:lnTo>
                    <a:pt x="152624" y="353430"/>
                  </a:lnTo>
                  <a:lnTo>
                    <a:pt x="152081" y="353310"/>
                  </a:lnTo>
                  <a:lnTo>
                    <a:pt x="152078" y="354153"/>
                  </a:lnTo>
                  <a:lnTo>
                    <a:pt x="151889" y="354542"/>
                  </a:lnTo>
                  <a:lnTo>
                    <a:pt x="151558" y="354585"/>
                  </a:lnTo>
                  <a:lnTo>
                    <a:pt x="151291" y="354804"/>
                  </a:lnTo>
                  <a:lnTo>
                    <a:pt x="151135" y="355413"/>
                  </a:lnTo>
                  <a:lnTo>
                    <a:pt x="151126" y="355565"/>
                  </a:lnTo>
                  <a:lnTo>
                    <a:pt x="151110" y="355842"/>
                  </a:lnTo>
                  <a:lnTo>
                    <a:pt x="151087" y="356030"/>
                  </a:lnTo>
                  <a:lnTo>
                    <a:pt x="150815" y="355731"/>
                  </a:lnTo>
                  <a:lnTo>
                    <a:pt x="150241" y="355770"/>
                  </a:lnTo>
                  <a:lnTo>
                    <a:pt x="150085" y="355771"/>
                  </a:lnTo>
                  <a:lnTo>
                    <a:pt x="149834" y="355689"/>
                  </a:lnTo>
                  <a:lnTo>
                    <a:pt x="149591" y="355482"/>
                  </a:lnTo>
                  <a:lnTo>
                    <a:pt x="149519" y="355250"/>
                  </a:lnTo>
                  <a:lnTo>
                    <a:pt x="149191" y="355044"/>
                  </a:lnTo>
                  <a:lnTo>
                    <a:pt x="148362" y="354640"/>
                  </a:lnTo>
                  <a:lnTo>
                    <a:pt x="148545" y="354180"/>
                  </a:lnTo>
                  <a:lnTo>
                    <a:pt x="148724" y="353861"/>
                  </a:lnTo>
                  <a:lnTo>
                    <a:pt x="148919" y="353432"/>
                  </a:lnTo>
                  <a:lnTo>
                    <a:pt x="148951" y="352907"/>
                  </a:lnTo>
                  <a:lnTo>
                    <a:pt x="148959" y="352652"/>
                  </a:lnTo>
                  <a:lnTo>
                    <a:pt x="148956" y="352501"/>
                  </a:lnTo>
                  <a:lnTo>
                    <a:pt x="148982" y="352144"/>
                  </a:lnTo>
                  <a:lnTo>
                    <a:pt x="148999" y="352015"/>
                  </a:lnTo>
                  <a:lnTo>
                    <a:pt x="148831" y="351959"/>
                  </a:lnTo>
                  <a:lnTo>
                    <a:pt x="148514" y="351750"/>
                  </a:lnTo>
                  <a:lnTo>
                    <a:pt x="148334" y="351552"/>
                  </a:lnTo>
                  <a:lnTo>
                    <a:pt x="148098" y="351498"/>
                  </a:lnTo>
                  <a:lnTo>
                    <a:pt x="147874" y="351446"/>
                  </a:lnTo>
                  <a:lnTo>
                    <a:pt x="147560" y="351399"/>
                  </a:lnTo>
                  <a:lnTo>
                    <a:pt x="147374" y="351394"/>
                  </a:lnTo>
                  <a:lnTo>
                    <a:pt x="147175" y="351273"/>
                  </a:lnTo>
                  <a:lnTo>
                    <a:pt x="147200" y="351033"/>
                  </a:lnTo>
                  <a:lnTo>
                    <a:pt x="147253" y="350559"/>
                  </a:lnTo>
                  <a:lnTo>
                    <a:pt x="147438" y="349206"/>
                  </a:lnTo>
                  <a:lnTo>
                    <a:pt x="147479" y="349069"/>
                  </a:lnTo>
                  <a:lnTo>
                    <a:pt x="147713" y="348513"/>
                  </a:lnTo>
                  <a:lnTo>
                    <a:pt x="147902" y="348121"/>
                  </a:lnTo>
                  <a:lnTo>
                    <a:pt x="147909" y="347786"/>
                  </a:lnTo>
                  <a:lnTo>
                    <a:pt x="148067" y="347321"/>
                  </a:lnTo>
                  <a:lnTo>
                    <a:pt x="148159" y="347074"/>
                  </a:lnTo>
                  <a:lnTo>
                    <a:pt x="148259" y="346807"/>
                  </a:lnTo>
                  <a:lnTo>
                    <a:pt x="148322" y="346635"/>
                  </a:lnTo>
                  <a:lnTo>
                    <a:pt x="148433" y="346284"/>
                  </a:lnTo>
                  <a:lnTo>
                    <a:pt x="147930" y="346072"/>
                  </a:lnTo>
                  <a:lnTo>
                    <a:pt x="147567" y="345816"/>
                  </a:lnTo>
                  <a:lnTo>
                    <a:pt x="146923" y="345052"/>
                  </a:lnTo>
                  <a:lnTo>
                    <a:pt x="146657" y="344986"/>
                  </a:lnTo>
                  <a:lnTo>
                    <a:pt x="146383" y="344511"/>
                  </a:lnTo>
                  <a:lnTo>
                    <a:pt x="146346" y="344370"/>
                  </a:lnTo>
                  <a:lnTo>
                    <a:pt x="146261" y="343939"/>
                  </a:lnTo>
                  <a:lnTo>
                    <a:pt x="146041" y="343457"/>
                  </a:lnTo>
                  <a:lnTo>
                    <a:pt x="145332" y="343311"/>
                  </a:lnTo>
                  <a:lnTo>
                    <a:pt x="145006" y="343645"/>
                  </a:lnTo>
                  <a:lnTo>
                    <a:pt x="144717" y="343805"/>
                  </a:lnTo>
                  <a:lnTo>
                    <a:pt x="144293" y="344009"/>
                  </a:lnTo>
                  <a:lnTo>
                    <a:pt x="144277" y="344315"/>
                  </a:lnTo>
                  <a:lnTo>
                    <a:pt x="144447" y="344401"/>
                  </a:lnTo>
                  <a:lnTo>
                    <a:pt x="144311" y="344760"/>
                  </a:lnTo>
                  <a:lnTo>
                    <a:pt x="144000" y="345501"/>
                  </a:lnTo>
                  <a:lnTo>
                    <a:pt x="143595" y="345432"/>
                  </a:lnTo>
                  <a:lnTo>
                    <a:pt x="143644" y="345039"/>
                  </a:lnTo>
                  <a:lnTo>
                    <a:pt x="143559" y="345173"/>
                  </a:lnTo>
                  <a:lnTo>
                    <a:pt x="143333" y="345619"/>
                  </a:lnTo>
                  <a:lnTo>
                    <a:pt x="143240" y="345872"/>
                  </a:lnTo>
                  <a:lnTo>
                    <a:pt x="143015" y="346113"/>
                  </a:lnTo>
                  <a:lnTo>
                    <a:pt x="142682" y="346087"/>
                  </a:lnTo>
                  <a:lnTo>
                    <a:pt x="142406" y="346066"/>
                  </a:lnTo>
                  <a:lnTo>
                    <a:pt x="141938" y="345967"/>
                  </a:lnTo>
                  <a:lnTo>
                    <a:pt x="141535" y="345871"/>
                  </a:lnTo>
                  <a:lnTo>
                    <a:pt x="141310" y="345678"/>
                  </a:lnTo>
                  <a:lnTo>
                    <a:pt x="141271" y="345398"/>
                  </a:lnTo>
                  <a:lnTo>
                    <a:pt x="141086" y="345046"/>
                  </a:lnTo>
                  <a:lnTo>
                    <a:pt x="140863" y="345087"/>
                  </a:lnTo>
                  <a:lnTo>
                    <a:pt x="140722" y="345113"/>
                  </a:lnTo>
                  <a:lnTo>
                    <a:pt x="140459" y="345205"/>
                  </a:lnTo>
                  <a:lnTo>
                    <a:pt x="140261" y="345160"/>
                  </a:lnTo>
                  <a:lnTo>
                    <a:pt x="139984" y="345069"/>
                  </a:lnTo>
                  <a:lnTo>
                    <a:pt x="139739" y="344746"/>
                  </a:lnTo>
                  <a:lnTo>
                    <a:pt x="139581" y="344589"/>
                  </a:lnTo>
                  <a:lnTo>
                    <a:pt x="138684" y="344973"/>
                  </a:lnTo>
                  <a:lnTo>
                    <a:pt x="138618" y="345670"/>
                  </a:lnTo>
                  <a:lnTo>
                    <a:pt x="138493" y="345827"/>
                  </a:lnTo>
                  <a:lnTo>
                    <a:pt x="138142" y="346007"/>
                  </a:lnTo>
                  <a:lnTo>
                    <a:pt x="137878" y="345760"/>
                  </a:lnTo>
                  <a:lnTo>
                    <a:pt x="137793" y="345556"/>
                  </a:lnTo>
                  <a:lnTo>
                    <a:pt x="137731" y="345287"/>
                  </a:lnTo>
                  <a:lnTo>
                    <a:pt x="137691" y="344986"/>
                  </a:lnTo>
                  <a:lnTo>
                    <a:pt x="137670" y="344764"/>
                  </a:lnTo>
                  <a:lnTo>
                    <a:pt x="137635" y="344501"/>
                  </a:lnTo>
                  <a:lnTo>
                    <a:pt x="137278" y="343748"/>
                  </a:lnTo>
                  <a:lnTo>
                    <a:pt x="137238" y="343435"/>
                  </a:lnTo>
                  <a:lnTo>
                    <a:pt x="137224" y="342948"/>
                  </a:lnTo>
                  <a:lnTo>
                    <a:pt x="137156" y="342555"/>
                  </a:lnTo>
                  <a:lnTo>
                    <a:pt x="136969" y="341999"/>
                  </a:lnTo>
                  <a:lnTo>
                    <a:pt x="136513" y="341904"/>
                  </a:lnTo>
                  <a:lnTo>
                    <a:pt x="136237" y="342035"/>
                  </a:lnTo>
                  <a:lnTo>
                    <a:pt x="136036" y="342488"/>
                  </a:lnTo>
                  <a:lnTo>
                    <a:pt x="135807" y="342783"/>
                  </a:lnTo>
                  <a:lnTo>
                    <a:pt x="135158" y="343347"/>
                  </a:lnTo>
                  <a:lnTo>
                    <a:pt x="135023" y="343351"/>
                  </a:lnTo>
                  <a:lnTo>
                    <a:pt x="134807" y="343257"/>
                  </a:lnTo>
                  <a:lnTo>
                    <a:pt x="134387" y="343356"/>
                  </a:lnTo>
                  <a:lnTo>
                    <a:pt x="134145" y="343600"/>
                  </a:lnTo>
                  <a:lnTo>
                    <a:pt x="133636" y="344055"/>
                  </a:lnTo>
                  <a:lnTo>
                    <a:pt x="133314" y="344294"/>
                  </a:lnTo>
                  <a:lnTo>
                    <a:pt x="133162" y="344406"/>
                  </a:lnTo>
                  <a:lnTo>
                    <a:pt x="132991" y="344471"/>
                  </a:lnTo>
                  <a:lnTo>
                    <a:pt x="132334" y="344584"/>
                  </a:lnTo>
                  <a:lnTo>
                    <a:pt x="132023" y="343871"/>
                  </a:lnTo>
                  <a:lnTo>
                    <a:pt x="131645" y="343214"/>
                  </a:lnTo>
                  <a:lnTo>
                    <a:pt x="131122" y="342949"/>
                  </a:lnTo>
                  <a:lnTo>
                    <a:pt x="130565" y="343184"/>
                  </a:lnTo>
                  <a:lnTo>
                    <a:pt x="129885" y="343500"/>
                  </a:lnTo>
                  <a:lnTo>
                    <a:pt x="129754" y="343514"/>
                  </a:lnTo>
                  <a:lnTo>
                    <a:pt x="129403" y="343619"/>
                  </a:lnTo>
                  <a:lnTo>
                    <a:pt x="129059" y="343839"/>
                  </a:lnTo>
                  <a:lnTo>
                    <a:pt x="129032" y="343968"/>
                  </a:lnTo>
                  <a:lnTo>
                    <a:pt x="129020" y="344273"/>
                  </a:lnTo>
                  <a:lnTo>
                    <a:pt x="129062" y="344423"/>
                  </a:lnTo>
                  <a:lnTo>
                    <a:pt x="129174" y="344663"/>
                  </a:lnTo>
                  <a:lnTo>
                    <a:pt x="129300" y="344844"/>
                  </a:lnTo>
                  <a:lnTo>
                    <a:pt x="129488" y="345027"/>
                  </a:lnTo>
                  <a:lnTo>
                    <a:pt x="129333" y="345760"/>
                  </a:lnTo>
                  <a:lnTo>
                    <a:pt x="129409" y="346361"/>
                  </a:lnTo>
                  <a:lnTo>
                    <a:pt x="129651" y="346537"/>
                  </a:lnTo>
                  <a:lnTo>
                    <a:pt x="129837" y="346487"/>
                  </a:lnTo>
                  <a:lnTo>
                    <a:pt x="129986" y="346501"/>
                  </a:lnTo>
                  <a:lnTo>
                    <a:pt x="130264" y="346916"/>
                  </a:lnTo>
                  <a:lnTo>
                    <a:pt x="130171" y="347130"/>
                  </a:lnTo>
                  <a:lnTo>
                    <a:pt x="130093" y="347311"/>
                  </a:lnTo>
                  <a:lnTo>
                    <a:pt x="130021" y="347476"/>
                  </a:lnTo>
                  <a:lnTo>
                    <a:pt x="129833" y="348068"/>
                  </a:lnTo>
                  <a:lnTo>
                    <a:pt x="129733" y="348298"/>
                  </a:lnTo>
                  <a:lnTo>
                    <a:pt x="129153" y="348743"/>
                  </a:lnTo>
                  <a:lnTo>
                    <a:pt x="128808" y="348879"/>
                  </a:lnTo>
                  <a:lnTo>
                    <a:pt x="128619" y="348872"/>
                  </a:lnTo>
                  <a:lnTo>
                    <a:pt x="128137" y="348652"/>
                  </a:lnTo>
                  <a:lnTo>
                    <a:pt x="127740" y="348270"/>
                  </a:lnTo>
                  <a:lnTo>
                    <a:pt x="127528" y="348969"/>
                  </a:lnTo>
                  <a:lnTo>
                    <a:pt x="127693" y="349405"/>
                  </a:lnTo>
                  <a:lnTo>
                    <a:pt x="127834" y="349997"/>
                  </a:lnTo>
                  <a:lnTo>
                    <a:pt x="127883" y="350199"/>
                  </a:lnTo>
                  <a:lnTo>
                    <a:pt x="128286" y="350602"/>
                  </a:lnTo>
                  <a:lnTo>
                    <a:pt x="128516" y="350618"/>
                  </a:lnTo>
                  <a:lnTo>
                    <a:pt x="128670" y="350989"/>
                  </a:lnTo>
                  <a:lnTo>
                    <a:pt x="128697" y="351238"/>
                  </a:lnTo>
                  <a:lnTo>
                    <a:pt x="128741" y="351635"/>
                  </a:lnTo>
                  <a:lnTo>
                    <a:pt x="128565" y="351943"/>
                  </a:lnTo>
                  <a:lnTo>
                    <a:pt x="128419" y="352046"/>
                  </a:lnTo>
                  <a:lnTo>
                    <a:pt x="128248" y="352077"/>
                  </a:lnTo>
                  <a:lnTo>
                    <a:pt x="127881" y="352342"/>
                  </a:lnTo>
                  <a:lnTo>
                    <a:pt x="127249" y="353279"/>
                  </a:lnTo>
                  <a:lnTo>
                    <a:pt x="127316" y="353499"/>
                  </a:lnTo>
                  <a:lnTo>
                    <a:pt x="127414" y="353801"/>
                  </a:lnTo>
                  <a:lnTo>
                    <a:pt x="127614" y="354115"/>
                  </a:lnTo>
                  <a:lnTo>
                    <a:pt x="127895" y="354164"/>
                  </a:lnTo>
                  <a:lnTo>
                    <a:pt x="128113" y="354110"/>
                  </a:lnTo>
                  <a:lnTo>
                    <a:pt x="128797" y="354175"/>
                  </a:lnTo>
                  <a:lnTo>
                    <a:pt x="128990" y="354461"/>
                  </a:lnTo>
                  <a:lnTo>
                    <a:pt x="129105" y="354631"/>
                  </a:lnTo>
                  <a:lnTo>
                    <a:pt x="129141" y="355248"/>
                  </a:lnTo>
                  <a:lnTo>
                    <a:pt x="129541" y="355931"/>
                  </a:lnTo>
                  <a:lnTo>
                    <a:pt x="129988" y="356154"/>
                  </a:lnTo>
                  <a:lnTo>
                    <a:pt x="130360" y="356258"/>
                  </a:lnTo>
                  <a:lnTo>
                    <a:pt x="130831" y="356311"/>
                  </a:lnTo>
                  <a:lnTo>
                    <a:pt x="130791" y="356724"/>
                  </a:lnTo>
                  <a:lnTo>
                    <a:pt x="130364" y="357227"/>
                  </a:lnTo>
                  <a:lnTo>
                    <a:pt x="129962" y="357741"/>
                  </a:lnTo>
                  <a:lnTo>
                    <a:pt x="129656" y="358352"/>
                  </a:lnTo>
                  <a:lnTo>
                    <a:pt x="129603" y="358547"/>
                  </a:lnTo>
                  <a:lnTo>
                    <a:pt x="129652" y="358931"/>
                  </a:lnTo>
                  <a:lnTo>
                    <a:pt x="129708" y="359340"/>
                  </a:lnTo>
                  <a:lnTo>
                    <a:pt x="129840" y="359702"/>
                  </a:lnTo>
                  <a:lnTo>
                    <a:pt x="129493" y="359863"/>
                  </a:lnTo>
                  <a:lnTo>
                    <a:pt x="128999" y="360081"/>
                  </a:lnTo>
                  <a:lnTo>
                    <a:pt x="128748" y="360483"/>
                  </a:lnTo>
                  <a:lnTo>
                    <a:pt x="128788" y="361163"/>
                  </a:lnTo>
                  <a:lnTo>
                    <a:pt x="128583" y="361482"/>
                  </a:lnTo>
                  <a:lnTo>
                    <a:pt x="128287" y="361667"/>
                  </a:lnTo>
                  <a:lnTo>
                    <a:pt x="128103" y="361801"/>
                  </a:lnTo>
                  <a:lnTo>
                    <a:pt x="127838" y="361951"/>
                  </a:lnTo>
                  <a:lnTo>
                    <a:pt x="127215" y="362057"/>
                  </a:lnTo>
                  <a:lnTo>
                    <a:pt x="126958" y="361930"/>
                  </a:lnTo>
                  <a:lnTo>
                    <a:pt x="125970" y="362121"/>
                  </a:lnTo>
                  <a:lnTo>
                    <a:pt x="125688" y="362258"/>
                  </a:lnTo>
                  <a:lnTo>
                    <a:pt x="126330" y="362936"/>
                  </a:lnTo>
                  <a:lnTo>
                    <a:pt x="126341" y="363145"/>
                  </a:lnTo>
                  <a:lnTo>
                    <a:pt x="125979" y="363302"/>
                  </a:lnTo>
                  <a:lnTo>
                    <a:pt x="125813" y="363951"/>
                  </a:lnTo>
                  <a:lnTo>
                    <a:pt x="125501" y="364052"/>
                  </a:lnTo>
                  <a:lnTo>
                    <a:pt x="125289" y="364075"/>
                  </a:lnTo>
                  <a:lnTo>
                    <a:pt x="124782" y="364127"/>
                  </a:lnTo>
                  <a:lnTo>
                    <a:pt x="124360" y="364139"/>
                  </a:lnTo>
                  <a:lnTo>
                    <a:pt x="123973" y="364394"/>
                  </a:lnTo>
                  <a:lnTo>
                    <a:pt x="123413" y="364494"/>
                  </a:lnTo>
                  <a:lnTo>
                    <a:pt x="123009" y="364622"/>
                  </a:lnTo>
                  <a:lnTo>
                    <a:pt x="122804" y="364690"/>
                  </a:lnTo>
                  <a:lnTo>
                    <a:pt x="122050" y="364914"/>
                  </a:lnTo>
                  <a:lnTo>
                    <a:pt x="121948" y="365640"/>
                  </a:lnTo>
                  <a:lnTo>
                    <a:pt x="122054" y="365999"/>
                  </a:lnTo>
                  <a:lnTo>
                    <a:pt x="121975" y="366385"/>
                  </a:lnTo>
                  <a:lnTo>
                    <a:pt x="121724" y="366613"/>
                  </a:lnTo>
                  <a:lnTo>
                    <a:pt x="121543" y="366559"/>
                  </a:lnTo>
                  <a:lnTo>
                    <a:pt x="120910" y="366200"/>
                  </a:lnTo>
                  <a:lnTo>
                    <a:pt x="120332" y="365946"/>
                  </a:lnTo>
                  <a:lnTo>
                    <a:pt x="120379" y="365374"/>
                  </a:lnTo>
                  <a:lnTo>
                    <a:pt x="120206" y="364901"/>
                  </a:lnTo>
                  <a:lnTo>
                    <a:pt x="120116" y="364688"/>
                  </a:lnTo>
                  <a:lnTo>
                    <a:pt x="120009" y="364191"/>
                  </a:lnTo>
                  <a:lnTo>
                    <a:pt x="119998" y="363788"/>
                  </a:lnTo>
                  <a:lnTo>
                    <a:pt x="120016" y="363553"/>
                  </a:lnTo>
                  <a:lnTo>
                    <a:pt x="120094" y="363372"/>
                  </a:lnTo>
                  <a:lnTo>
                    <a:pt x="120592" y="363017"/>
                  </a:lnTo>
                  <a:lnTo>
                    <a:pt x="120530" y="362578"/>
                  </a:lnTo>
                  <a:lnTo>
                    <a:pt x="119720" y="362511"/>
                  </a:lnTo>
                  <a:lnTo>
                    <a:pt x="119157" y="362464"/>
                  </a:lnTo>
                  <a:lnTo>
                    <a:pt x="119208" y="362126"/>
                  </a:lnTo>
                  <a:lnTo>
                    <a:pt x="119235" y="361986"/>
                  </a:lnTo>
                  <a:lnTo>
                    <a:pt x="119357" y="361517"/>
                  </a:lnTo>
                  <a:lnTo>
                    <a:pt x="119571" y="361158"/>
                  </a:lnTo>
                  <a:lnTo>
                    <a:pt x="119619" y="360849"/>
                  </a:lnTo>
                  <a:lnTo>
                    <a:pt x="119270" y="360274"/>
                  </a:lnTo>
                  <a:lnTo>
                    <a:pt x="118943" y="359722"/>
                  </a:lnTo>
                  <a:lnTo>
                    <a:pt x="118604" y="359824"/>
                  </a:lnTo>
                  <a:lnTo>
                    <a:pt x="118233" y="360124"/>
                  </a:lnTo>
                  <a:lnTo>
                    <a:pt x="117862" y="360173"/>
                  </a:lnTo>
                  <a:lnTo>
                    <a:pt x="117708" y="360133"/>
                  </a:lnTo>
                  <a:lnTo>
                    <a:pt x="117123" y="360437"/>
                  </a:lnTo>
                  <a:lnTo>
                    <a:pt x="116862" y="360429"/>
                  </a:lnTo>
                  <a:lnTo>
                    <a:pt x="116793" y="360252"/>
                  </a:lnTo>
                  <a:lnTo>
                    <a:pt x="116870" y="359979"/>
                  </a:lnTo>
                  <a:lnTo>
                    <a:pt x="116729" y="359931"/>
                  </a:lnTo>
                  <a:lnTo>
                    <a:pt x="115981" y="359716"/>
                  </a:lnTo>
                  <a:lnTo>
                    <a:pt x="115618" y="359652"/>
                  </a:lnTo>
                  <a:lnTo>
                    <a:pt x="115330" y="359606"/>
                  </a:lnTo>
                  <a:lnTo>
                    <a:pt x="114433" y="359725"/>
                  </a:lnTo>
                  <a:lnTo>
                    <a:pt x="114409" y="359967"/>
                  </a:lnTo>
                  <a:lnTo>
                    <a:pt x="114069" y="360676"/>
                  </a:lnTo>
                  <a:lnTo>
                    <a:pt x="113422" y="360969"/>
                  </a:lnTo>
                  <a:lnTo>
                    <a:pt x="113164" y="360981"/>
                  </a:lnTo>
                  <a:lnTo>
                    <a:pt x="112857" y="360799"/>
                  </a:lnTo>
                  <a:lnTo>
                    <a:pt x="113166" y="360305"/>
                  </a:lnTo>
                  <a:lnTo>
                    <a:pt x="113532" y="360162"/>
                  </a:lnTo>
                  <a:lnTo>
                    <a:pt x="113490" y="359908"/>
                  </a:lnTo>
                  <a:lnTo>
                    <a:pt x="113376" y="359646"/>
                  </a:lnTo>
                  <a:lnTo>
                    <a:pt x="113265" y="359387"/>
                  </a:lnTo>
                  <a:lnTo>
                    <a:pt x="112737" y="359463"/>
                  </a:lnTo>
                  <a:lnTo>
                    <a:pt x="112377" y="359996"/>
                  </a:lnTo>
                  <a:lnTo>
                    <a:pt x="112240" y="360384"/>
                  </a:lnTo>
                  <a:lnTo>
                    <a:pt x="112408" y="360653"/>
                  </a:lnTo>
                  <a:lnTo>
                    <a:pt x="112653" y="360775"/>
                  </a:lnTo>
                  <a:lnTo>
                    <a:pt x="112523" y="360864"/>
                  </a:lnTo>
                  <a:lnTo>
                    <a:pt x="111800" y="360964"/>
                  </a:lnTo>
                  <a:lnTo>
                    <a:pt x="111807" y="360561"/>
                  </a:lnTo>
                  <a:lnTo>
                    <a:pt x="111844" y="360152"/>
                  </a:lnTo>
                  <a:lnTo>
                    <a:pt x="110841" y="359922"/>
                  </a:lnTo>
                  <a:lnTo>
                    <a:pt x="110772" y="360203"/>
                  </a:lnTo>
                  <a:lnTo>
                    <a:pt x="110718" y="360484"/>
                  </a:lnTo>
                  <a:lnTo>
                    <a:pt x="110869" y="360670"/>
                  </a:lnTo>
                  <a:lnTo>
                    <a:pt x="110876" y="360801"/>
                  </a:lnTo>
                  <a:lnTo>
                    <a:pt x="110723" y="361334"/>
                  </a:lnTo>
                  <a:lnTo>
                    <a:pt x="110098" y="361630"/>
                  </a:lnTo>
                  <a:lnTo>
                    <a:pt x="109749" y="361635"/>
                  </a:lnTo>
                  <a:lnTo>
                    <a:pt x="109428" y="361665"/>
                  </a:lnTo>
                  <a:lnTo>
                    <a:pt x="109259" y="361831"/>
                  </a:lnTo>
                  <a:lnTo>
                    <a:pt x="109285" y="362046"/>
                  </a:lnTo>
                  <a:lnTo>
                    <a:pt x="109451" y="362651"/>
                  </a:lnTo>
                  <a:lnTo>
                    <a:pt x="109535" y="362933"/>
                  </a:lnTo>
                  <a:lnTo>
                    <a:pt x="109319" y="363376"/>
                  </a:lnTo>
                  <a:lnTo>
                    <a:pt x="109264" y="363505"/>
                  </a:lnTo>
                  <a:lnTo>
                    <a:pt x="109131" y="363834"/>
                  </a:lnTo>
                  <a:lnTo>
                    <a:pt x="109132" y="364083"/>
                  </a:lnTo>
                  <a:lnTo>
                    <a:pt x="109152" y="364307"/>
                  </a:lnTo>
                  <a:lnTo>
                    <a:pt x="109265" y="364600"/>
                  </a:lnTo>
                  <a:lnTo>
                    <a:pt x="109332" y="364770"/>
                  </a:lnTo>
                  <a:lnTo>
                    <a:pt x="109491" y="364996"/>
                  </a:lnTo>
                  <a:lnTo>
                    <a:pt x="109544" y="365324"/>
                  </a:lnTo>
                  <a:lnTo>
                    <a:pt x="109536" y="365494"/>
                  </a:lnTo>
                  <a:lnTo>
                    <a:pt x="109548" y="365705"/>
                  </a:lnTo>
                  <a:lnTo>
                    <a:pt x="109697" y="366059"/>
                  </a:lnTo>
                  <a:lnTo>
                    <a:pt x="108933" y="365975"/>
                  </a:lnTo>
                  <a:lnTo>
                    <a:pt x="108502" y="365907"/>
                  </a:lnTo>
                  <a:lnTo>
                    <a:pt x="108257" y="366186"/>
                  </a:lnTo>
                  <a:lnTo>
                    <a:pt x="107696" y="366314"/>
                  </a:lnTo>
                  <a:lnTo>
                    <a:pt x="107462" y="365596"/>
                  </a:lnTo>
                  <a:lnTo>
                    <a:pt x="107176" y="365310"/>
                  </a:lnTo>
                  <a:lnTo>
                    <a:pt x="107120" y="365038"/>
                  </a:lnTo>
                  <a:lnTo>
                    <a:pt x="107011" y="364624"/>
                  </a:lnTo>
                  <a:lnTo>
                    <a:pt x="106522" y="364001"/>
                  </a:lnTo>
                  <a:lnTo>
                    <a:pt x="106388" y="364035"/>
                  </a:lnTo>
                  <a:lnTo>
                    <a:pt x="106027" y="364371"/>
                  </a:lnTo>
                  <a:lnTo>
                    <a:pt x="105672" y="364528"/>
                  </a:lnTo>
                  <a:lnTo>
                    <a:pt x="105487" y="364577"/>
                  </a:lnTo>
                  <a:lnTo>
                    <a:pt x="105336" y="364617"/>
                  </a:lnTo>
                  <a:lnTo>
                    <a:pt x="104855" y="364611"/>
                  </a:lnTo>
                  <a:lnTo>
                    <a:pt x="104644" y="364788"/>
                  </a:lnTo>
                  <a:lnTo>
                    <a:pt x="104053" y="365589"/>
                  </a:lnTo>
                  <a:lnTo>
                    <a:pt x="103826" y="365773"/>
                  </a:lnTo>
                  <a:lnTo>
                    <a:pt x="103498" y="365456"/>
                  </a:lnTo>
                  <a:lnTo>
                    <a:pt x="103302" y="365434"/>
                  </a:lnTo>
                  <a:lnTo>
                    <a:pt x="102551" y="365571"/>
                  </a:lnTo>
                  <a:lnTo>
                    <a:pt x="102090" y="366113"/>
                  </a:lnTo>
                  <a:lnTo>
                    <a:pt x="101831" y="366656"/>
                  </a:lnTo>
                  <a:lnTo>
                    <a:pt x="101651" y="367134"/>
                  </a:lnTo>
                  <a:lnTo>
                    <a:pt x="101888" y="367937"/>
                  </a:lnTo>
                  <a:lnTo>
                    <a:pt x="102045" y="368132"/>
                  </a:lnTo>
                  <a:lnTo>
                    <a:pt x="102334" y="368256"/>
                  </a:lnTo>
                  <a:lnTo>
                    <a:pt x="102873" y="368392"/>
                  </a:lnTo>
                  <a:lnTo>
                    <a:pt x="103163" y="368637"/>
                  </a:lnTo>
                  <a:lnTo>
                    <a:pt x="103279" y="368867"/>
                  </a:lnTo>
                  <a:lnTo>
                    <a:pt x="103232" y="369536"/>
                  </a:lnTo>
                  <a:lnTo>
                    <a:pt x="103041" y="369798"/>
                  </a:lnTo>
                  <a:lnTo>
                    <a:pt x="103083" y="369998"/>
                  </a:lnTo>
                  <a:lnTo>
                    <a:pt x="103355" y="370389"/>
                  </a:lnTo>
                  <a:lnTo>
                    <a:pt x="103693" y="370380"/>
                  </a:lnTo>
                  <a:lnTo>
                    <a:pt x="103840" y="370279"/>
                  </a:lnTo>
                  <a:lnTo>
                    <a:pt x="104167" y="370159"/>
                  </a:lnTo>
                  <a:lnTo>
                    <a:pt x="104630" y="370293"/>
                  </a:lnTo>
                  <a:lnTo>
                    <a:pt x="104595" y="370465"/>
                  </a:lnTo>
                  <a:lnTo>
                    <a:pt x="104137" y="371602"/>
                  </a:lnTo>
                  <a:lnTo>
                    <a:pt x="103795" y="372177"/>
                  </a:lnTo>
                  <a:lnTo>
                    <a:pt x="103751" y="372584"/>
                  </a:lnTo>
                  <a:lnTo>
                    <a:pt x="103892" y="372806"/>
                  </a:lnTo>
                  <a:lnTo>
                    <a:pt x="103796" y="373418"/>
                  </a:lnTo>
                  <a:lnTo>
                    <a:pt x="103746" y="373700"/>
                  </a:lnTo>
                  <a:lnTo>
                    <a:pt x="103748" y="373873"/>
                  </a:lnTo>
                  <a:lnTo>
                    <a:pt x="103619" y="373945"/>
                  </a:lnTo>
                  <a:lnTo>
                    <a:pt x="103479" y="374022"/>
                  </a:lnTo>
                  <a:lnTo>
                    <a:pt x="103305" y="374053"/>
                  </a:lnTo>
                  <a:lnTo>
                    <a:pt x="102959" y="374059"/>
                  </a:lnTo>
                  <a:lnTo>
                    <a:pt x="102500" y="374057"/>
                  </a:lnTo>
                  <a:lnTo>
                    <a:pt x="102259" y="374035"/>
                  </a:lnTo>
                  <a:lnTo>
                    <a:pt x="101909" y="374130"/>
                  </a:lnTo>
                  <a:lnTo>
                    <a:pt x="101862" y="374294"/>
                  </a:lnTo>
                  <a:lnTo>
                    <a:pt x="102098" y="374644"/>
                  </a:lnTo>
                  <a:lnTo>
                    <a:pt x="102042" y="374879"/>
                  </a:lnTo>
                  <a:lnTo>
                    <a:pt x="101807" y="375358"/>
                  </a:lnTo>
                  <a:lnTo>
                    <a:pt x="101533" y="375325"/>
                  </a:lnTo>
                  <a:lnTo>
                    <a:pt x="101375" y="375523"/>
                  </a:lnTo>
                  <a:lnTo>
                    <a:pt x="101121" y="375913"/>
                  </a:lnTo>
                  <a:lnTo>
                    <a:pt x="100910" y="375858"/>
                  </a:lnTo>
                  <a:lnTo>
                    <a:pt x="100445" y="375371"/>
                  </a:lnTo>
                  <a:lnTo>
                    <a:pt x="100286" y="375009"/>
                  </a:lnTo>
                  <a:lnTo>
                    <a:pt x="100175" y="374509"/>
                  </a:lnTo>
                  <a:lnTo>
                    <a:pt x="100068" y="374230"/>
                  </a:lnTo>
                  <a:lnTo>
                    <a:pt x="99718" y="373951"/>
                  </a:lnTo>
                  <a:lnTo>
                    <a:pt x="99536" y="374191"/>
                  </a:lnTo>
                  <a:lnTo>
                    <a:pt x="99109" y="374525"/>
                  </a:lnTo>
                  <a:lnTo>
                    <a:pt x="98850" y="374562"/>
                  </a:lnTo>
                  <a:lnTo>
                    <a:pt x="98527" y="374745"/>
                  </a:lnTo>
                  <a:lnTo>
                    <a:pt x="98515" y="375045"/>
                  </a:lnTo>
                  <a:lnTo>
                    <a:pt x="98576" y="375772"/>
                  </a:lnTo>
                  <a:lnTo>
                    <a:pt x="98679" y="376025"/>
                  </a:lnTo>
                  <a:lnTo>
                    <a:pt x="98840" y="376206"/>
                  </a:lnTo>
                  <a:lnTo>
                    <a:pt x="99594" y="377286"/>
                  </a:lnTo>
                  <a:lnTo>
                    <a:pt x="98994" y="377422"/>
                  </a:lnTo>
                  <a:lnTo>
                    <a:pt x="98511" y="377531"/>
                  </a:lnTo>
                  <a:lnTo>
                    <a:pt x="97617" y="377734"/>
                  </a:lnTo>
                  <a:lnTo>
                    <a:pt x="97323" y="378121"/>
                  </a:lnTo>
                  <a:lnTo>
                    <a:pt x="97151" y="378406"/>
                  </a:lnTo>
                  <a:lnTo>
                    <a:pt x="96955" y="379336"/>
                  </a:lnTo>
                  <a:lnTo>
                    <a:pt x="97023" y="379625"/>
                  </a:lnTo>
                  <a:lnTo>
                    <a:pt x="97556" y="380457"/>
                  </a:lnTo>
                  <a:lnTo>
                    <a:pt x="97814" y="380802"/>
                  </a:lnTo>
                  <a:lnTo>
                    <a:pt x="97941" y="381164"/>
                  </a:lnTo>
                  <a:lnTo>
                    <a:pt x="97976" y="381421"/>
                  </a:lnTo>
                  <a:lnTo>
                    <a:pt x="97992" y="381583"/>
                  </a:lnTo>
                  <a:lnTo>
                    <a:pt x="97791" y="382462"/>
                  </a:lnTo>
                  <a:lnTo>
                    <a:pt x="97251" y="382743"/>
                  </a:lnTo>
                  <a:lnTo>
                    <a:pt x="96884" y="383047"/>
                  </a:lnTo>
                  <a:lnTo>
                    <a:pt x="96384" y="383207"/>
                  </a:lnTo>
                  <a:lnTo>
                    <a:pt x="96230" y="383312"/>
                  </a:lnTo>
                  <a:lnTo>
                    <a:pt x="95985" y="383074"/>
                  </a:lnTo>
                  <a:lnTo>
                    <a:pt x="95814" y="382977"/>
                  </a:lnTo>
                  <a:lnTo>
                    <a:pt x="95433" y="382762"/>
                  </a:lnTo>
                  <a:lnTo>
                    <a:pt x="95580" y="382371"/>
                  </a:lnTo>
                  <a:lnTo>
                    <a:pt x="95658" y="381903"/>
                  </a:lnTo>
                  <a:lnTo>
                    <a:pt x="95254" y="381429"/>
                  </a:lnTo>
                  <a:lnTo>
                    <a:pt x="95021" y="381585"/>
                  </a:lnTo>
                  <a:lnTo>
                    <a:pt x="94582" y="381638"/>
                  </a:lnTo>
                  <a:lnTo>
                    <a:pt x="94234" y="381371"/>
                  </a:lnTo>
                  <a:lnTo>
                    <a:pt x="94137" y="380995"/>
                  </a:lnTo>
                  <a:lnTo>
                    <a:pt x="93976" y="381266"/>
                  </a:lnTo>
                  <a:lnTo>
                    <a:pt x="93720" y="381554"/>
                  </a:lnTo>
                  <a:lnTo>
                    <a:pt x="93300" y="381747"/>
                  </a:lnTo>
                  <a:lnTo>
                    <a:pt x="92817" y="381526"/>
                  </a:lnTo>
                  <a:lnTo>
                    <a:pt x="92651" y="381267"/>
                  </a:lnTo>
                  <a:lnTo>
                    <a:pt x="92627" y="380422"/>
                  </a:lnTo>
                  <a:lnTo>
                    <a:pt x="92161" y="380433"/>
                  </a:lnTo>
                  <a:lnTo>
                    <a:pt x="91702" y="380590"/>
                  </a:lnTo>
                  <a:lnTo>
                    <a:pt x="91270" y="380356"/>
                  </a:lnTo>
                  <a:lnTo>
                    <a:pt x="90745" y="379939"/>
                  </a:lnTo>
                  <a:lnTo>
                    <a:pt x="90563" y="380073"/>
                  </a:lnTo>
                  <a:lnTo>
                    <a:pt x="90481" y="380343"/>
                  </a:lnTo>
                  <a:lnTo>
                    <a:pt x="90711" y="380780"/>
                  </a:lnTo>
                  <a:lnTo>
                    <a:pt x="90736" y="381034"/>
                  </a:lnTo>
                  <a:lnTo>
                    <a:pt x="90628" y="381204"/>
                  </a:lnTo>
                  <a:lnTo>
                    <a:pt x="90229" y="381196"/>
                  </a:lnTo>
                  <a:lnTo>
                    <a:pt x="89979" y="381298"/>
                  </a:lnTo>
                  <a:lnTo>
                    <a:pt x="89794" y="381408"/>
                  </a:lnTo>
                  <a:lnTo>
                    <a:pt x="89393" y="381389"/>
                  </a:lnTo>
                  <a:lnTo>
                    <a:pt x="89402" y="381247"/>
                  </a:lnTo>
                  <a:lnTo>
                    <a:pt x="89433" y="380979"/>
                  </a:lnTo>
                  <a:lnTo>
                    <a:pt x="89295" y="380720"/>
                  </a:lnTo>
                  <a:lnTo>
                    <a:pt x="89207" y="380068"/>
                  </a:lnTo>
                  <a:lnTo>
                    <a:pt x="89207" y="379825"/>
                  </a:lnTo>
                  <a:lnTo>
                    <a:pt x="89635" y="379391"/>
                  </a:lnTo>
                  <a:lnTo>
                    <a:pt x="89853" y="379402"/>
                  </a:lnTo>
                  <a:lnTo>
                    <a:pt x="90225" y="379403"/>
                  </a:lnTo>
                  <a:lnTo>
                    <a:pt x="90541" y="379307"/>
                  </a:lnTo>
                  <a:lnTo>
                    <a:pt x="90579" y="379178"/>
                  </a:lnTo>
                  <a:lnTo>
                    <a:pt x="90893" y="378791"/>
                  </a:lnTo>
                  <a:lnTo>
                    <a:pt x="91189" y="378461"/>
                  </a:lnTo>
                  <a:lnTo>
                    <a:pt x="91856" y="377907"/>
                  </a:lnTo>
                  <a:lnTo>
                    <a:pt x="91866" y="377737"/>
                  </a:lnTo>
                  <a:lnTo>
                    <a:pt x="91869" y="377294"/>
                  </a:lnTo>
                  <a:lnTo>
                    <a:pt x="91867" y="377057"/>
                  </a:lnTo>
                  <a:lnTo>
                    <a:pt x="91701" y="376332"/>
                  </a:lnTo>
                  <a:lnTo>
                    <a:pt x="91379" y="375821"/>
                  </a:lnTo>
                  <a:lnTo>
                    <a:pt x="91360" y="375657"/>
                  </a:lnTo>
                  <a:lnTo>
                    <a:pt x="91489" y="375289"/>
                  </a:lnTo>
                  <a:lnTo>
                    <a:pt x="91859" y="374795"/>
                  </a:lnTo>
                  <a:lnTo>
                    <a:pt x="92276" y="375089"/>
                  </a:lnTo>
                  <a:lnTo>
                    <a:pt x="92548" y="374995"/>
                  </a:lnTo>
                  <a:lnTo>
                    <a:pt x="92805" y="374592"/>
                  </a:lnTo>
                  <a:lnTo>
                    <a:pt x="92815" y="373886"/>
                  </a:lnTo>
                  <a:lnTo>
                    <a:pt x="92642" y="373682"/>
                  </a:lnTo>
                  <a:lnTo>
                    <a:pt x="92492" y="373526"/>
                  </a:lnTo>
                  <a:lnTo>
                    <a:pt x="92176" y="373315"/>
                  </a:lnTo>
                  <a:lnTo>
                    <a:pt x="91938" y="372950"/>
                  </a:lnTo>
                  <a:lnTo>
                    <a:pt x="92092" y="372783"/>
                  </a:lnTo>
                  <a:lnTo>
                    <a:pt x="92415" y="372839"/>
                  </a:lnTo>
                  <a:lnTo>
                    <a:pt x="92589" y="372907"/>
                  </a:lnTo>
                  <a:lnTo>
                    <a:pt x="92761" y="372983"/>
                  </a:lnTo>
                  <a:lnTo>
                    <a:pt x="93514" y="372529"/>
                  </a:lnTo>
                  <a:lnTo>
                    <a:pt x="93150" y="371716"/>
                  </a:lnTo>
                  <a:lnTo>
                    <a:pt x="92965" y="371874"/>
                  </a:lnTo>
                  <a:lnTo>
                    <a:pt x="92574" y="372165"/>
                  </a:lnTo>
                  <a:lnTo>
                    <a:pt x="92322" y="372007"/>
                  </a:lnTo>
                  <a:lnTo>
                    <a:pt x="92002" y="371733"/>
                  </a:lnTo>
                  <a:lnTo>
                    <a:pt x="91687" y="370881"/>
                  </a:lnTo>
                  <a:lnTo>
                    <a:pt x="91825" y="370748"/>
                  </a:lnTo>
                  <a:lnTo>
                    <a:pt x="91624" y="370495"/>
                  </a:lnTo>
                  <a:lnTo>
                    <a:pt x="91014" y="370318"/>
                  </a:lnTo>
                  <a:lnTo>
                    <a:pt x="90770" y="370234"/>
                  </a:lnTo>
                  <a:lnTo>
                    <a:pt x="90400" y="370016"/>
                  </a:lnTo>
                  <a:lnTo>
                    <a:pt x="89812" y="369653"/>
                  </a:lnTo>
                  <a:lnTo>
                    <a:pt x="89242" y="368786"/>
                  </a:lnTo>
                  <a:lnTo>
                    <a:pt x="89219" y="368575"/>
                  </a:lnTo>
                  <a:lnTo>
                    <a:pt x="89179" y="368047"/>
                  </a:lnTo>
                  <a:lnTo>
                    <a:pt x="89364" y="367760"/>
                  </a:lnTo>
                  <a:lnTo>
                    <a:pt x="89402" y="367348"/>
                  </a:lnTo>
                  <a:lnTo>
                    <a:pt x="89135" y="366590"/>
                  </a:lnTo>
                  <a:lnTo>
                    <a:pt x="88549" y="366173"/>
                  </a:lnTo>
                  <a:lnTo>
                    <a:pt x="88418" y="366235"/>
                  </a:lnTo>
                  <a:lnTo>
                    <a:pt x="87994" y="366108"/>
                  </a:lnTo>
                  <a:lnTo>
                    <a:pt x="87455" y="365520"/>
                  </a:lnTo>
                  <a:lnTo>
                    <a:pt x="87417" y="365046"/>
                  </a:lnTo>
                  <a:lnTo>
                    <a:pt x="87028" y="364797"/>
                  </a:lnTo>
                  <a:lnTo>
                    <a:pt x="86739" y="364687"/>
                  </a:lnTo>
                  <a:lnTo>
                    <a:pt x="86555" y="364566"/>
                  </a:lnTo>
                  <a:lnTo>
                    <a:pt x="85915" y="364103"/>
                  </a:lnTo>
                  <a:lnTo>
                    <a:pt x="85477" y="363458"/>
                  </a:lnTo>
                  <a:lnTo>
                    <a:pt x="85240" y="363112"/>
                  </a:lnTo>
                  <a:lnTo>
                    <a:pt x="85081" y="362680"/>
                  </a:lnTo>
                  <a:lnTo>
                    <a:pt x="84867" y="362728"/>
                  </a:lnTo>
                  <a:lnTo>
                    <a:pt x="84532" y="362862"/>
                  </a:lnTo>
                  <a:lnTo>
                    <a:pt x="84791" y="363230"/>
                  </a:lnTo>
                  <a:lnTo>
                    <a:pt x="84450" y="363510"/>
                  </a:lnTo>
                  <a:lnTo>
                    <a:pt x="84302" y="363579"/>
                  </a:lnTo>
                  <a:lnTo>
                    <a:pt x="83990" y="363769"/>
                  </a:lnTo>
                  <a:lnTo>
                    <a:pt x="84210" y="364185"/>
                  </a:lnTo>
                  <a:lnTo>
                    <a:pt x="84517" y="364240"/>
                  </a:lnTo>
                  <a:lnTo>
                    <a:pt x="84744" y="364905"/>
                  </a:lnTo>
                  <a:lnTo>
                    <a:pt x="84414" y="364871"/>
                  </a:lnTo>
                  <a:lnTo>
                    <a:pt x="84246" y="364849"/>
                  </a:lnTo>
                  <a:lnTo>
                    <a:pt x="84086" y="364916"/>
                  </a:lnTo>
                  <a:lnTo>
                    <a:pt x="84182" y="365440"/>
                  </a:lnTo>
                  <a:lnTo>
                    <a:pt x="84211" y="365711"/>
                  </a:lnTo>
                  <a:lnTo>
                    <a:pt x="84397" y="366127"/>
                  </a:lnTo>
                  <a:lnTo>
                    <a:pt x="84533" y="366366"/>
                  </a:lnTo>
                  <a:lnTo>
                    <a:pt x="84869" y="366859"/>
                  </a:lnTo>
                  <a:lnTo>
                    <a:pt x="85343" y="367263"/>
                  </a:lnTo>
                  <a:lnTo>
                    <a:pt x="85737" y="367429"/>
                  </a:lnTo>
                  <a:lnTo>
                    <a:pt x="85819" y="367571"/>
                  </a:lnTo>
                  <a:lnTo>
                    <a:pt x="86058" y="367990"/>
                  </a:lnTo>
                  <a:lnTo>
                    <a:pt x="86281" y="368379"/>
                  </a:lnTo>
                  <a:lnTo>
                    <a:pt x="86328" y="368680"/>
                  </a:lnTo>
                  <a:lnTo>
                    <a:pt x="86314" y="368970"/>
                  </a:lnTo>
                  <a:lnTo>
                    <a:pt x="86585" y="369073"/>
                  </a:lnTo>
                  <a:lnTo>
                    <a:pt x="86997" y="370174"/>
                  </a:lnTo>
                  <a:lnTo>
                    <a:pt x="87053" y="370346"/>
                  </a:lnTo>
                  <a:lnTo>
                    <a:pt x="87311" y="370679"/>
                  </a:lnTo>
                  <a:lnTo>
                    <a:pt x="87418" y="370814"/>
                  </a:lnTo>
                  <a:lnTo>
                    <a:pt x="87700" y="371362"/>
                  </a:lnTo>
                  <a:lnTo>
                    <a:pt x="87261" y="371918"/>
                  </a:lnTo>
                  <a:lnTo>
                    <a:pt x="86861" y="372138"/>
                  </a:lnTo>
                  <a:lnTo>
                    <a:pt x="86511" y="372054"/>
                  </a:lnTo>
                  <a:lnTo>
                    <a:pt x="86685" y="372913"/>
                  </a:lnTo>
                  <a:lnTo>
                    <a:pt x="86673" y="373414"/>
                  </a:lnTo>
                  <a:lnTo>
                    <a:pt x="86459" y="373944"/>
                  </a:lnTo>
                  <a:lnTo>
                    <a:pt x="86114" y="374480"/>
                  </a:lnTo>
                  <a:lnTo>
                    <a:pt x="86054" y="374976"/>
                  </a:lnTo>
                  <a:lnTo>
                    <a:pt x="86112" y="375281"/>
                  </a:lnTo>
                  <a:lnTo>
                    <a:pt x="86767" y="376313"/>
                  </a:lnTo>
                  <a:lnTo>
                    <a:pt x="86964" y="376490"/>
                  </a:lnTo>
                  <a:lnTo>
                    <a:pt x="87332" y="376561"/>
                  </a:lnTo>
                  <a:lnTo>
                    <a:pt x="87576" y="376600"/>
                  </a:lnTo>
                  <a:lnTo>
                    <a:pt x="87511" y="376729"/>
                  </a:lnTo>
                  <a:lnTo>
                    <a:pt x="87007" y="377197"/>
                  </a:lnTo>
                  <a:lnTo>
                    <a:pt x="86525" y="376775"/>
                  </a:lnTo>
                  <a:lnTo>
                    <a:pt x="86491" y="376577"/>
                  </a:lnTo>
                  <a:lnTo>
                    <a:pt x="86424" y="376356"/>
                  </a:lnTo>
                  <a:lnTo>
                    <a:pt x="85725" y="375900"/>
                  </a:lnTo>
                  <a:lnTo>
                    <a:pt x="85498" y="375708"/>
                  </a:lnTo>
                  <a:lnTo>
                    <a:pt x="85151" y="375330"/>
                  </a:lnTo>
                  <a:lnTo>
                    <a:pt x="84770" y="376136"/>
                  </a:lnTo>
                  <a:lnTo>
                    <a:pt x="84936" y="376308"/>
                  </a:lnTo>
                  <a:lnTo>
                    <a:pt x="85156" y="376462"/>
                  </a:lnTo>
                  <a:lnTo>
                    <a:pt x="85396" y="376739"/>
                  </a:lnTo>
                  <a:lnTo>
                    <a:pt x="85653" y="377122"/>
                  </a:lnTo>
                  <a:lnTo>
                    <a:pt x="85719" y="377492"/>
                  </a:lnTo>
                  <a:lnTo>
                    <a:pt x="86253" y="377921"/>
                  </a:lnTo>
                  <a:lnTo>
                    <a:pt x="86624" y="378307"/>
                  </a:lnTo>
                  <a:lnTo>
                    <a:pt x="86010" y="378612"/>
                  </a:lnTo>
                  <a:lnTo>
                    <a:pt x="85794" y="378850"/>
                  </a:lnTo>
                  <a:lnTo>
                    <a:pt x="85656" y="378912"/>
                  </a:lnTo>
                  <a:lnTo>
                    <a:pt x="85511" y="378977"/>
                  </a:lnTo>
                  <a:lnTo>
                    <a:pt x="85306" y="379040"/>
                  </a:lnTo>
                  <a:lnTo>
                    <a:pt x="85061" y="378948"/>
                  </a:lnTo>
                  <a:lnTo>
                    <a:pt x="84869" y="378849"/>
                  </a:lnTo>
                  <a:lnTo>
                    <a:pt x="84784" y="378435"/>
                  </a:lnTo>
                  <a:lnTo>
                    <a:pt x="83538" y="377475"/>
                  </a:lnTo>
                  <a:lnTo>
                    <a:pt x="83110" y="377621"/>
                  </a:lnTo>
                  <a:lnTo>
                    <a:pt x="82374" y="377258"/>
                  </a:lnTo>
                  <a:lnTo>
                    <a:pt x="81907" y="376989"/>
                  </a:lnTo>
                  <a:lnTo>
                    <a:pt x="81577" y="376828"/>
                  </a:lnTo>
                  <a:lnTo>
                    <a:pt x="81438" y="376875"/>
                  </a:lnTo>
                  <a:lnTo>
                    <a:pt x="81022" y="377169"/>
                  </a:lnTo>
                  <a:lnTo>
                    <a:pt x="80938" y="377502"/>
                  </a:lnTo>
                  <a:lnTo>
                    <a:pt x="81085" y="377776"/>
                  </a:lnTo>
                  <a:lnTo>
                    <a:pt x="80998" y="378133"/>
                  </a:lnTo>
                  <a:lnTo>
                    <a:pt x="80912" y="378491"/>
                  </a:lnTo>
                  <a:lnTo>
                    <a:pt x="80602" y="378998"/>
                  </a:lnTo>
                  <a:lnTo>
                    <a:pt x="80471" y="379177"/>
                  </a:lnTo>
                  <a:lnTo>
                    <a:pt x="80314" y="379267"/>
                  </a:lnTo>
                  <a:lnTo>
                    <a:pt x="80022" y="379358"/>
                  </a:lnTo>
                  <a:lnTo>
                    <a:pt x="79839" y="379187"/>
                  </a:lnTo>
                  <a:lnTo>
                    <a:pt x="79765" y="378945"/>
                  </a:lnTo>
                  <a:lnTo>
                    <a:pt x="79588" y="378677"/>
                  </a:lnTo>
                  <a:lnTo>
                    <a:pt x="79063" y="378695"/>
                  </a:lnTo>
                  <a:lnTo>
                    <a:pt x="79006" y="378860"/>
                  </a:lnTo>
                  <a:lnTo>
                    <a:pt x="78776" y="378898"/>
                  </a:lnTo>
                  <a:lnTo>
                    <a:pt x="78698" y="378646"/>
                  </a:lnTo>
                  <a:lnTo>
                    <a:pt x="78655" y="378450"/>
                  </a:lnTo>
                  <a:lnTo>
                    <a:pt x="78413" y="377803"/>
                  </a:lnTo>
                  <a:lnTo>
                    <a:pt x="78679" y="377553"/>
                  </a:lnTo>
                  <a:lnTo>
                    <a:pt x="79022" y="377124"/>
                  </a:lnTo>
                  <a:lnTo>
                    <a:pt x="79187" y="376155"/>
                  </a:lnTo>
                  <a:lnTo>
                    <a:pt x="78799" y="375373"/>
                  </a:lnTo>
                  <a:lnTo>
                    <a:pt x="78518" y="375185"/>
                  </a:lnTo>
                  <a:lnTo>
                    <a:pt x="78312" y="375012"/>
                  </a:lnTo>
                  <a:lnTo>
                    <a:pt x="78015" y="374440"/>
                  </a:lnTo>
                  <a:lnTo>
                    <a:pt x="78176" y="373984"/>
                  </a:lnTo>
                  <a:lnTo>
                    <a:pt x="78283" y="373485"/>
                  </a:lnTo>
                  <a:lnTo>
                    <a:pt x="78258" y="373317"/>
                  </a:lnTo>
                  <a:lnTo>
                    <a:pt x="77715" y="373251"/>
                  </a:lnTo>
                  <a:lnTo>
                    <a:pt x="77178" y="372882"/>
                  </a:lnTo>
                  <a:lnTo>
                    <a:pt x="77156" y="372632"/>
                  </a:lnTo>
                  <a:lnTo>
                    <a:pt x="77204" y="372428"/>
                  </a:lnTo>
                  <a:lnTo>
                    <a:pt x="77498" y="371995"/>
                  </a:lnTo>
                  <a:lnTo>
                    <a:pt x="77877" y="371826"/>
                  </a:lnTo>
                  <a:lnTo>
                    <a:pt x="77499" y="371557"/>
                  </a:lnTo>
                  <a:lnTo>
                    <a:pt x="77202" y="371270"/>
                  </a:lnTo>
                  <a:lnTo>
                    <a:pt x="77109" y="370199"/>
                  </a:lnTo>
                  <a:lnTo>
                    <a:pt x="77120" y="369753"/>
                  </a:lnTo>
                  <a:lnTo>
                    <a:pt x="77087" y="369344"/>
                  </a:lnTo>
                  <a:lnTo>
                    <a:pt x="76757" y="369181"/>
                  </a:lnTo>
                  <a:lnTo>
                    <a:pt x="76473" y="369136"/>
                  </a:lnTo>
                  <a:lnTo>
                    <a:pt x="76230" y="368771"/>
                  </a:lnTo>
                  <a:lnTo>
                    <a:pt x="76489" y="368721"/>
                  </a:lnTo>
                  <a:lnTo>
                    <a:pt x="76337" y="368417"/>
                  </a:lnTo>
                  <a:lnTo>
                    <a:pt x="76261" y="368264"/>
                  </a:lnTo>
                  <a:lnTo>
                    <a:pt x="76143" y="368060"/>
                  </a:lnTo>
                  <a:lnTo>
                    <a:pt x="75955" y="367959"/>
                  </a:lnTo>
                  <a:lnTo>
                    <a:pt x="75592" y="367700"/>
                  </a:lnTo>
                  <a:lnTo>
                    <a:pt x="75525" y="367048"/>
                  </a:lnTo>
                  <a:lnTo>
                    <a:pt x="75568" y="366656"/>
                  </a:lnTo>
                  <a:lnTo>
                    <a:pt x="75886" y="366324"/>
                  </a:lnTo>
                  <a:lnTo>
                    <a:pt x="75904" y="366055"/>
                  </a:lnTo>
                  <a:lnTo>
                    <a:pt x="75090" y="365316"/>
                  </a:lnTo>
                  <a:lnTo>
                    <a:pt x="74544" y="365233"/>
                  </a:lnTo>
                  <a:lnTo>
                    <a:pt x="74445" y="364856"/>
                  </a:lnTo>
                  <a:lnTo>
                    <a:pt x="74424" y="364479"/>
                  </a:lnTo>
                  <a:lnTo>
                    <a:pt x="74411" y="364230"/>
                  </a:lnTo>
                  <a:lnTo>
                    <a:pt x="74548" y="363853"/>
                  </a:lnTo>
                  <a:lnTo>
                    <a:pt x="74831" y="363622"/>
                  </a:lnTo>
                  <a:lnTo>
                    <a:pt x="74684" y="363011"/>
                  </a:lnTo>
                  <a:lnTo>
                    <a:pt x="74789" y="362361"/>
                  </a:lnTo>
                  <a:lnTo>
                    <a:pt x="75005" y="362259"/>
                  </a:lnTo>
                  <a:lnTo>
                    <a:pt x="75189" y="362112"/>
                  </a:lnTo>
                  <a:lnTo>
                    <a:pt x="75018" y="361847"/>
                  </a:lnTo>
                  <a:lnTo>
                    <a:pt x="74892" y="361597"/>
                  </a:lnTo>
                  <a:lnTo>
                    <a:pt x="74787" y="361190"/>
                  </a:lnTo>
                  <a:lnTo>
                    <a:pt x="74735" y="361051"/>
                  </a:lnTo>
                  <a:lnTo>
                    <a:pt x="74382" y="360958"/>
                  </a:lnTo>
                  <a:lnTo>
                    <a:pt x="74159" y="360806"/>
                  </a:lnTo>
                  <a:lnTo>
                    <a:pt x="73771" y="360503"/>
                  </a:lnTo>
                  <a:lnTo>
                    <a:pt x="73582" y="360155"/>
                  </a:lnTo>
                  <a:lnTo>
                    <a:pt x="73414" y="359651"/>
                  </a:lnTo>
                  <a:lnTo>
                    <a:pt x="72697" y="359407"/>
                  </a:lnTo>
                  <a:lnTo>
                    <a:pt x="72401" y="358977"/>
                  </a:lnTo>
                  <a:lnTo>
                    <a:pt x="71771" y="358705"/>
                  </a:lnTo>
                  <a:lnTo>
                    <a:pt x="71372" y="358362"/>
                  </a:lnTo>
                  <a:lnTo>
                    <a:pt x="71198" y="358239"/>
                  </a:lnTo>
                  <a:lnTo>
                    <a:pt x="70891" y="358128"/>
                  </a:lnTo>
                  <a:lnTo>
                    <a:pt x="70889" y="358266"/>
                  </a:lnTo>
                  <a:lnTo>
                    <a:pt x="70692" y="358535"/>
                  </a:lnTo>
                  <a:lnTo>
                    <a:pt x="70397" y="358696"/>
                  </a:lnTo>
                  <a:lnTo>
                    <a:pt x="69691" y="358963"/>
                  </a:lnTo>
                  <a:lnTo>
                    <a:pt x="69475" y="358970"/>
                  </a:lnTo>
                  <a:lnTo>
                    <a:pt x="69251" y="358941"/>
                  </a:lnTo>
                  <a:lnTo>
                    <a:pt x="69023" y="358888"/>
                  </a:lnTo>
                  <a:lnTo>
                    <a:pt x="68534" y="358971"/>
                  </a:lnTo>
                  <a:lnTo>
                    <a:pt x="68046" y="359152"/>
                  </a:lnTo>
                  <a:lnTo>
                    <a:pt x="67845" y="359231"/>
                  </a:lnTo>
                  <a:lnTo>
                    <a:pt x="67567" y="359285"/>
                  </a:lnTo>
                  <a:lnTo>
                    <a:pt x="67050" y="359151"/>
                  </a:lnTo>
                  <a:lnTo>
                    <a:pt x="66771" y="358930"/>
                  </a:lnTo>
                  <a:lnTo>
                    <a:pt x="66312" y="358432"/>
                  </a:lnTo>
                  <a:lnTo>
                    <a:pt x="66129" y="358064"/>
                  </a:lnTo>
                  <a:lnTo>
                    <a:pt x="65957" y="358093"/>
                  </a:lnTo>
                  <a:lnTo>
                    <a:pt x="65486" y="358349"/>
                  </a:lnTo>
                  <a:lnTo>
                    <a:pt x="65463" y="358595"/>
                  </a:lnTo>
                  <a:lnTo>
                    <a:pt x="65147" y="358789"/>
                  </a:lnTo>
                  <a:lnTo>
                    <a:pt x="64967" y="358830"/>
                  </a:lnTo>
                  <a:lnTo>
                    <a:pt x="64449" y="358463"/>
                  </a:lnTo>
                  <a:lnTo>
                    <a:pt x="64546" y="358186"/>
                  </a:lnTo>
                  <a:lnTo>
                    <a:pt x="64665" y="357918"/>
                  </a:lnTo>
                  <a:lnTo>
                    <a:pt x="64791" y="357676"/>
                  </a:lnTo>
                  <a:lnTo>
                    <a:pt x="64640" y="357379"/>
                  </a:lnTo>
                  <a:lnTo>
                    <a:pt x="64504" y="357209"/>
                  </a:lnTo>
                  <a:lnTo>
                    <a:pt x="64949" y="356706"/>
                  </a:lnTo>
                  <a:lnTo>
                    <a:pt x="64729" y="356238"/>
                  </a:lnTo>
                  <a:lnTo>
                    <a:pt x="64495" y="356164"/>
                  </a:lnTo>
                  <a:lnTo>
                    <a:pt x="64168" y="356263"/>
                  </a:lnTo>
                  <a:lnTo>
                    <a:pt x="63914" y="356548"/>
                  </a:lnTo>
                  <a:lnTo>
                    <a:pt x="63403" y="356206"/>
                  </a:lnTo>
                  <a:lnTo>
                    <a:pt x="63077" y="355774"/>
                  </a:lnTo>
                  <a:lnTo>
                    <a:pt x="62984" y="355588"/>
                  </a:lnTo>
                  <a:lnTo>
                    <a:pt x="62743" y="355179"/>
                  </a:lnTo>
                  <a:lnTo>
                    <a:pt x="62503" y="355044"/>
                  </a:lnTo>
                  <a:lnTo>
                    <a:pt x="61838" y="354875"/>
                  </a:lnTo>
                  <a:lnTo>
                    <a:pt x="61596" y="355033"/>
                  </a:lnTo>
                  <a:lnTo>
                    <a:pt x="61476" y="355313"/>
                  </a:lnTo>
                  <a:lnTo>
                    <a:pt x="61750" y="355332"/>
                  </a:lnTo>
                  <a:lnTo>
                    <a:pt x="62223" y="355664"/>
                  </a:lnTo>
                  <a:lnTo>
                    <a:pt x="62115" y="355822"/>
                  </a:lnTo>
                  <a:lnTo>
                    <a:pt x="61871" y="355845"/>
                  </a:lnTo>
                  <a:lnTo>
                    <a:pt x="61611" y="355870"/>
                  </a:lnTo>
                  <a:lnTo>
                    <a:pt x="61186" y="355529"/>
                  </a:lnTo>
                  <a:lnTo>
                    <a:pt x="60928" y="356003"/>
                  </a:lnTo>
                  <a:lnTo>
                    <a:pt x="60800" y="356212"/>
                  </a:lnTo>
                  <a:lnTo>
                    <a:pt x="60389" y="356710"/>
                  </a:lnTo>
                  <a:lnTo>
                    <a:pt x="60078" y="357003"/>
                  </a:lnTo>
                  <a:lnTo>
                    <a:pt x="59787" y="357141"/>
                  </a:lnTo>
                  <a:lnTo>
                    <a:pt x="59235" y="357314"/>
                  </a:lnTo>
                  <a:lnTo>
                    <a:pt x="59013" y="357423"/>
                  </a:lnTo>
                  <a:lnTo>
                    <a:pt x="58303" y="358120"/>
                  </a:lnTo>
                  <a:lnTo>
                    <a:pt x="58563" y="358426"/>
                  </a:lnTo>
                  <a:lnTo>
                    <a:pt x="58725" y="358715"/>
                  </a:lnTo>
                  <a:lnTo>
                    <a:pt x="58670" y="359116"/>
                  </a:lnTo>
                  <a:lnTo>
                    <a:pt x="58450" y="359204"/>
                  </a:lnTo>
                  <a:lnTo>
                    <a:pt x="58207" y="358839"/>
                  </a:lnTo>
                  <a:lnTo>
                    <a:pt x="57783" y="358672"/>
                  </a:lnTo>
                  <a:lnTo>
                    <a:pt x="57535" y="358702"/>
                  </a:lnTo>
                  <a:lnTo>
                    <a:pt x="57311" y="358476"/>
                  </a:lnTo>
                  <a:lnTo>
                    <a:pt x="57448" y="358046"/>
                  </a:lnTo>
                  <a:lnTo>
                    <a:pt x="57415" y="357847"/>
                  </a:lnTo>
                  <a:lnTo>
                    <a:pt x="57356" y="357548"/>
                  </a:lnTo>
                  <a:lnTo>
                    <a:pt x="57188" y="357344"/>
                  </a:lnTo>
                  <a:lnTo>
                    <a:pt x="56726" y="357298"/>
                  </a:lnTo>
                  <a:lnTo>
                    <a:pt x="56391" y="357477"/>
                  </a:lnTo>
                  <a:lnTo>
                    <a:pt x="55820" y="357679"/>
                  </a:lnTo>
                  <a:lnTo>
                    <a:pt x="55284" y="357359"/>
                  </a:lnTo>
                  <a:lnTo>
                    <a:pt x="55014" y="357076"/>
                  </a:lnTo>
                  <a:lnTo>
                    <a:pt x="54393" y="356905"/>
                  </a:lnTo>
                  <a:lnTo>
                    <a:pt x="53993" y="356913"/>
                  </a:lnTo>
                  <a:lnTo>
                    <a:pt x="53675" y="356913"/>
                  </a:lnTo>
                  <a:lnTo>
                    <a:pt x="53359" y="357288"/>
                  </a:lnTo>
                  <a:lnTo>
                    <a:pt x="53143" y="357271"/>
                  </a:lnTo>
                  <a:lnTo>
                    <a:pt x="52969" y="357126"/>
                  </a:lnTo>
                  <a:lnTo>
                    <a:pt x="52824" y="356823"/>
                  </a:lnTo>
                  <a:lnTo>
                    <a:pt x="53363" y="356645"/>
                  </a:lnTo>
                  <a:lnTo>
                    <a:pt x="53506" y="356556"/>
                  </a:lnTo>
                  <a:lnTo>
                    <a:pt x="53637" y="356259"/>
                  </a:lnTo>
                  <a:lnTo>
                    <a:pt x="53493" y="356087"/>
                  </a:lnTo>
                  <a:lnTo>
                    <a:pt x="53207" y="356110"/>
                  </a:lnTo>
                  <a:lnTo>
                    <a:pt x="52971" y="355474"/>
                  </a:lnTo>
                  <a:lnTo>
                    <a:pt x="52293" y="354777"/>
                  </a:lnTo>
                  <a:lnTo>
                    <a:pt x="51906" y="354648"/>
                  </a:lnTo>
                  <a:lnTo>
                    <a:pt x="51625" y="354555"/>
                  </a:lnTo>
                  <a:lnTo>
                    <a:pt x="51354" y="354306"/>
                  </a:lnTo>
                  <a:lnTo>
                    <a:pt x="51470" y="353497"/>
                  </a:lnTo>
                  <a:lnTo>
                    <a:pt x="51624" y="353002"/>
                  </a:lnTo>
                  <a:lnTo>
                    <a:pt x="51403" y="352796"/>
                  </a:lnTo>
                  <a:lnTo>
                    <a:pt x="50957" y="352186"/>
                  </a:lnTo>
                  <a:lnTo>
                    <a:pt x="50863" y="351923"/>
                  </a:lnTo>
                  <a:lnTo>
                    <a:pt x="50644" y="351895"/>
                  </a:lnTo>
                  <a:lnTo>
                    <a:pt x="50468" y="351637"/>
                  </a:lnTo>
                  <a:lnTo>
                    <a:pt x="50696" y="351175"/>
                  </a:lnTo>
                  <a:lnTo>
                    <a:pt x="50896" y="350916"/>
                  </a:lnTo>
                  <a:lnTo>
                    <a:pt x="50965" y="350759"/>
                  </a:lnTo>
                  <a:lnTo>
                    <a:pt x="51152" y="350337"/>
                  </a:lnTo>
                  <a:lnTo>
                    <a:pt x="51128" y="349904"/>
                  </a:lnTo>
                  <a:lnTo>
                    <a:pt x="50615" y="349748"/>
                  </a:lnTo>
                  <a:lnTo>
                    <a:pt x="50435" y="349530"/>
                  </a:lnTo>
                  <a:lnTo>
                    <a:pt x="50489" y="349278"/>
                  </a:lnTo>
                  <a:lnTo>
                    <a:pt x="50527" y="349079"/>
                  </a:lnTo>
                  <a:lnTo>
                    <a:pt x="50209" y="348653"/>
                  </a:lnTo>
                  <a:lnTo>
                    <a:pt x="49826" y="348523"/>
                  </a:lnTo>
                  <a:lnTo>
                    <a:pt x="49878" y="348056"/>
                  </a:lnTo>
                  <a:lnTo>
                    <a:pt x="49991" y="347852"/>
                  </a:lnTo>
                  <a:lnTo>
                    <a:pt x="49967" y="347305"/>
                  </a:lnTo>
                  <a:lnTo>
                    <a:pt x="50706" y="346903"/>
                  </a:lnTo>
                  <a:lnTo>
                    <a:pt x="50989" y="346606"/>
                  </a:lnTo>
                  <a:lnTo>
                    <a:pt x="50659" y="346269"/>
                  </a:lnTo>
                  <a:lnTo>
                    <a:pt x="50365" y="346657"/>
                  </a:lnTo>
                  <a:lnTo>
                    <a:pt x="49873" y="346419"/>
                  </a:lnTo>
                  <a:lnTo>
                    <a:pt x="49922" y="346097"/>
                  </a:lnTo>
                  <a:lnTo>
                    <a:pt x="49950" y="345913"/>
                  </a:lnTo>
                  <a:lnTo>
                    <a:pt x="49792" y="345481"/>
                  </a:lnTo>
                  <a:lnTo>
                    <a:pt x="49809" y="345195"/>
                  </a:lnTo>
                  <a:lnTo>
                    <a:pt x="49481" y="344614"/>
                  </a:lnTo>
                  <a:lnTo>
                    <a:pt x="48989" y="344081"/>
                  </a:lnTo>
                  <a:lnTo>
                    <a:pt x="49133" y="343864"/>
                  </a:lnTo>
                  <a:lnTo>
                    <a:pt x="49622" y="343533"/>
                  </a:lnTo>
                  <a:lnTo>
                    <a:pt x="49574" y="343245"/>
                  </a:lnTo>
                  <a:lnTo>
                    <a:pt x="48867" y="342628"/>
                  </a:lnTo>
                  <a:lnTo>
                    <a:pt x="48970" y="342319"/>
                  </a:lnTo>
                  <a:lnTo>
                    <a:pt x="48831" y="341919"/>
                  </a:lnTo>
                  <a:lnTo>
                    <a:pt x="48762" y="341733"/>
                  </a:lnTo>
                  <a:lnTo>
                    <a:pt x="48913" y="341259"/>
                  </a:lnTo>
                  <a:lnTo>
                    <a:pt x="48905" y="340944"/>
                  </a:lnTo>
                  <a:lnTo>
                    <a:pt x="48677" y="340622"/>
                  </a:lnTo>
                  <a:lnTo>
                    <a:pt x="48431" y="340089"/>
                  </a:lnTo>
                  <a:lnTo>
                    <a:pt x="48464" y="339873"/>
                  </a:lnTo>
                  <a:lnTo>
                    <a:pt x="48059" y="339298"/>
                  </a:lnTo>
                  <a:lnTo>
                    <a:pt x="48072" y="339163"/>
                  </a:lnTo>
                  <a:lnTo>
                    <a:pt x="48113" y="338717"/>
                  </a:lnTo>
                  <a:lnTo>
                    <a:pt x="48135" y="338572"/>
                  </a:lnTo>
                  <a:lnTo>
                    <a:pt x="48429" y="338241"/>
                  </a:lnTo>
                  <a:lnTo>
                    <a:pt x="48806" y="338223"/>
                  </a:lnTo>
                  <a:lnTo>
                    <a:pt x="49074" y="338211"/>
                  </a:lnTo>
                  <a:lnTo>
                    <a:pt x="49320" y="338038"/>
                  </a:lnTo>
                  <a:lnTo>
                    <a:pt x="49186" y="337878"/>
                  </a:lnTo>
                  <a:lnTo>
                    <a:pt x="48535" y="337743"/>
                  </a:lnTo>
                  <a:lnTo>
                    <a:pt x="48098" y="337999"/>
                  </a:lnTo>
                  <a:lnTo>
                    <a:pt x="47711" y="338419"/>
                  </a:lnTo>
                  <a:lnTo>
                    <a:pt x="47405" y="339052"/>
                  </a:lnTo>
                  <a:lnTo>
                    <a:pt x="47170" y="338977"/>
                  </a:lnTo>
                  <a:lnTo>
                    <a:pt x="46674" y="339297"/>
                  </a:lnTo>
                  <a:lnTo>
                    <a:pt x="47196" y="339830"/>
                  </a:lnTo>
                  <a:lnTo>
                    <a:pt x="46954" y="340184"/>
                  </a:lnTo>
                  <a:lnTo>
                    <a:pt x="46422" y="340255"/>
                  </a:lnTo>
                  <a:lnTo>
                    <a:pt x="46129" y="340139"/>
                  </a:lnTo>
                  <a:lnTo>
                    <a:pt x="45954" y="340064"/>
                  </a:lnTo>
                  <a:lnTo>
                    <a:pt x="45589" y="339669"/>
                  </a:lnTo>
                  <a:lnTo>
                    <a:pt x="45771" y="338923"/>
                  </a:lnTo>
                  <a:lnTo>
                    <a:pt x="45411" y="338717"/>
                  </a:lnTo>
                  <a:lnTo>
                    <a:pt x="45157" y="338971"/>
                  </a:lnTo>
                  <a:lnTo>
                    <a:pt x="44793" y="339170"/>
                  </a:lnTo>
                  <a:lnTo>
                    <a:pt x="44375" y="339994"/>
                  </a:lnTo>
                  <a:lnTo>
                    <a:pt x="44088" y="340005"/>
                  </a:lnTo>
                  <a:lnTo>
                    <a:pt x="44234" y="339767"/>
                  </a:lnTo>
                  <a:lnTo>
                    <a:pt x="44290" y="339208"/>
                  </a:lnTo>
                  <a:lnTo>
                    <a:pt x="43940" y="339056"/>
                  </a:lnTo>
                  <a:lnTo>
                    <a:pt x="43698" y="339182"/>
                  </a:lnTo>
                  <a:lnTo>
                    <a:pt x="42881" y="339248"/>
                  </a:lnTo>
                  <a:lnTo>
                    <a:pt x="42663" y="339224"/>
                  </a:lnTo>
                  <a:lnTo>
                    <a:pt x="42316" y="339044"/>
                  </a:lnTo>
                  <a:lnTo>
                    <a:pt x="41777" y="338823"/>
                  </a:lnTo>
                  <a:lnTo>
                    <a:pt x="40790" y="339119"/>
                  </a:lnTo>
                  <a:lnTo>
                    <a:pt x="40517" y="339247"/>
                  </a:lnTo>
                  <a:lnTo>
                    <a:pt x="40245" y="339382"/>
                  </a:lnTo>
                  <a:lnTo>
                    <a:pt x="39867" y="339625"/>
                  </a:lnTo>
                  <a:lnTo>
                    <a:pt x="39508" y="339308"/>
                  </a:lnTo>
                  <a:lnTo>
                    <a:pt x="39451" y="339068"/>
                  </a:lnTo>
                  <a:lnTo>
                    <a:pt x="39667" y="338600"/>
                  </a:lnTo>
                  <a:lnTo>
                    <a:pt x="39339" y="338422"/>
                  </a:lnTo>
                  <a:lnTo>
                    <a:pt x="39166" y="338488"/>
                  </a:lnTo>
                  <a:lnTo>
                    <a:pt x="38667" y="338765"/>
                  </a:lnTo>
                  <a:lnTo>
                    <a:pt x="38333" y="338905"/>
                  </a:lnTo>
                  <a:lnTo>
                    <a:pt x="37731" y="338490"/>
                  </a:lnTo>
                  <a:lnTo>
                    <a:pt x="37580" y="338416"/>
                  </a:lnTo>
                  <a:lnTo>
                    <a:pt x="37362" y="338333"/>
                  </a:lnTo>
                  <a:lnTo>
                    <a:pt x="37080" y="338203"/>
                  </a:lnTo>
                  <a:lnTo>
                    <a:pt x="37455" y="336788"/>
                  </a:lnTo>
                  <a:lnTo>
                    <a:pt x="37498" y="336607"/>
                  </a:lnTo>
                  <a:lnTo>
                    <a:pt x="37376" y="336421"/>
                  </a:lnTo>
                  <a:lnTo>
                    <a:pt x="37232" y="336282"/>
                  </a:lnTo>
                  <a:lnTo>
                    <a:pt x="36874" y="336362"/>
                  </a:lnTo>
                  <a:lnTo>
                    <a:pt x="36475" y="336616"/>
                  </a:lnTo>
                  <a:lnTo>
                    <a:pt x="36260" y="336543"/>
                  </a:lnTo>
                  <a:lnTo>
                    <a:pt x="35680" y="336751"/>
                  </a:lnTo>
                  <a:lnTo>
                    <a:pt x="35482" y="336883"/>
                  </a:lnTo>
                  <a:lnTo>
                    <a:pt x="35184" y="337031"/>
                  </a:lnTo>
                  <a:lnTo>
                    <a:pt x="35295" y="336616"/>
                  </a:lnTo>
                  <a:lnTo>
                    <a:pt x="35398" y="335930"/>
                  </a:lnTo>
                  <a:lnTo>
                    <a:pt x="35222" y="335332"/>
                  </a:lnTo>
                  <a:lnTo>
                    <a:pt x="35134" y="335194"/>
                  </a:lnTo>
                  <a:lnTo>
                    <a:pt x="35087" y="334931"/>
                  </a:lnTo>
                  <a:lnTo>
                    <a:pt x="35334" y="334603"/>
                  </a:lnTo>
                  <a:lnTo>
                    <a:pt x="35745" y="334402"/>
                  </a:lnTo>
                  <a:lnTo>
                    <a:pt x="36173" y="333977"/>
                  </a:lnTo>
                  <a:lnTo>
                    <a:pt x="35995" y="333795"/>
                  </a:lnTo>
                  <a:lnTo>
                    <a:pt x="35779" y="333376"/>
                  </a:lnTo>
                  <a:lnTo>
                    <a:pt x="36084" y="333132"/>
                  </a:lnTo>
                  <a:lnTo>
                    <a:pt x="36316" y="332947"/>
                  </a:lnTo>
                  <a:lnTo>
                    <a:pt x="36232" y="332664"/>
                  </a:lnTo>
                  <a:lnTo>
                    <a:pt x="36346" y="332289"/>
                  </a:lnTo>
                  <a:lnTo>
                    <a:pt x="35762" y="331726"/>
                  </a:lnTo>
                  <a:lnTo>
                    <a:pt x="35548" y="331292"/>
                  </a:lnTo>
                  <a:lnTo>
                    <a:pt x="35384" y="331262"/>
                  </a:lnTo>
                  <a:lnTo>
                    <a:pt x="35192" y="331227"/>
                  </a:lnTo>
                  <a:lnTo>
                    <a:pt x="34918" y="331177"/>
                  </a:lnTo>
                  <a:lnTo>
                    <a:pt x="34271" y="331058"/>
                  </a:lnTo>
                  <a:lnTo>
                    <a:pt x="33335" y="331221"/>
                  </a:lnTo>
                  <a:lnTo>
                    <a:pt x="32985" y="331300"/>
                  </a:lnTo>
                  <a:lnTo>
                    <a:pt x="33048" y="331054"/>
                  </a:lnTo>
                  <a:lnTo>
                    <a:pt x="33512" y="330695"/>
                  </a:lnTo>
                  <a:lnTo>
                    <a:pt x="33772" y="330535"/>
                  </a:lnTo>
                  <a:lnTo>
                    <a:pt x="34194" y="330277"/>
                  </a:lnTo>
                  <a:lnTo>
                    <a:pt x="34025" y="329865"/>
                  </a:lnTo>
                  <a:lnTo>
                    <a:pt x="33775" y="329457"/>
                  </a:lnTo>
                  <a:lnTo>
                    <a:pt x="33079" y="329181"/>
                  </a:lnTo>
                  <a:lnTo>
                    <a:pt x="32468" y="329421"/>
                  </a:lnTo>
                  <a:lnTo>
                    <a:pt x="32123" y="329788"/>
                  </a:lnTo>
                  <a:lnTo>
                    <a:pt x="31908" y="329607"/>
                  </a:lnTo>
                  <a:lnTo>
                    <a:pt x="31625" y="329721"/>
                  </a:lnTo>
                  <a:lnTo>
                    <a:pt x="31506" y="329961"/>
                  </a:lnTo>
                  <a:lnTo>
                    <a:pt x="31301" y="330146"/>
                  </a:lnTo>
                  <a:lnTo>
                    <a:pt x="30962" y="329918"/>
                  </a:lnTo>
                  <a:lnTo>
                    <a:pt x="30707" y="329724"/>
                  </a:lnTo>
                  <a:lnTo>
                    <a:pt x="31070" y="329565"/>
                  </a:lnTo>
                  <a:lnTo>
                    <a:pt x="31252" y="329401"/>
                  </a:lnTo>
                  <a:lnTo>
                    <a:pt x="31394" y="329096"/>
                  </a:lnTo>
                  <a:lnTo>
                    <a:pt x="31337" y="328826"/>
                  </a:lnTo>
                  <a:lnTo>
                    <a:pt x="30532" y="328313"/>
                  </a:lnTo>
                  <a:lnTo>
                    <a:pt x="30508" y="327946"/>
                  </a:lnTo>
                  <a:lnTo>
                    <a:pt x="30613" y="327586"/>
                  </a:lnTo>
                  <a:lnTo>
                    <a:pt x="30520" y="326863"/>
                  </a:lnTo>
                  <a:lnTo>
                    <a:pt x="30471" y="326545"/>
                  </a:lnTo>
                  <a:lnTo>
                    <a:pt x="30464" y="326182"/>
                  </a:lnTo>
                  <a:lnTo>
                    <a:pt x="30107" y="325757"/>
                  </a:lnTo>
                  <a:lnTo>
                    <a:pt x="29840" y="325477"/>
                  </a:lnTo>
                  <a:lnTo>
                    <a:pt x="29700" y="325323"/>
                  </a:lnTo>
                  <a:lnTo>
                    <a:pt x="29610" y="325136"/>
                  </a:lnTo>
                  <a:lnTo>
                    <a:pt x="29311" y="325065"/>
                  </a:lnTo>
                  <a:lnTo>
                    <a:pt x="29238" y="324803"/>
                  </a:lnTo>
                  <a:lnTo>
                    <a:pt x="29254" y="324401"/>
                  </a:lnTo>
                  <a:lnTo>
                    <a:pt x="29275" y="324259"/>
                  </a:lnTo>
                  <a:lnTo>
                    <a:pt x="29295" y="324127"/>
                  </a:lnTo>
                  <a:lnTo>
                    <a:pt x="29341" y="323815"/>
                  </a:lnTo>
                  <a:lnTo>
                    <a:pt x="29388" y="323499"/>
                  </a:lnTo>
                  <a:lnTo>
                    <a:pt x="29498" y="323158"/>
                  </a:lnTo>
                  <a:lnTo>
                    <a:pt x="29576" y="322918"/>
                  </a:lnTo>
                  <a:lnTo>
                    <a:pt x="29895" y="322831"/>
                  </a:lnTo>
                  <a:lnTo>
                    <a:pt x="30353" y="322779"/>
                  </a:lnTo>
                  <a:lnTo>
                    <a:pt x="30388" y="322613"/>
                  </a:lnTo>
                  <a:lnTo>
                    <a:pt x="30243" y="322269"/>
                  </a:lnTo>
                  <a:lnTo>
                    <a:pt x="30087" y="321861"/>
                  </a:lnTo>
                  <a:lnTo>
                    <a:pt x="30149" y="321726"/>
                  </a:lnTo>
                  <a:lnTo>
                    <a:pt x="30777" y="321123"/>
                  </a:lnTo>
                  <a:lnTo>
                    <a:pt x="30952" y="321468"/>
                  </a:lnTo>
                  <a:lnTo>
                    <a:pt x="30783" y="321770"/>
                  </a:lnTo>
                  <a:lnTo>
                    <a:pt x="31111" y="321746"/>
                  </a:lnTo>
                  <a:lnTo>
                    <a:pt x="31256" y="321736"/>
                  </a:lnTo>
                  <a:lnTo>
                    <a:pt x="31536" y="321355"/>
                  </a:lnTo>
                  <a:lnTo>
                    <a:pt x="31606" y="321097"/>
                  </a:lnTo>
                  <a:lnTo>
                    <a:pt x="31701" y="320601"/>
                  </a:lnTo>
                  <a:lnTo>
                    <a:pt x="31829" y="320385"/>
                  </a:lnTo>
                  <a:lnTo>
                    <a:pt x="33339" y="320172"/>
                  </a:lnTo>
                  <a:lnTo>
                    <a:pt x="33199" y="319746"/>
                  </a:lnTo>
                  <a:lnTo>
                    <a:pt x="33139" y="319555"/>
                  </a:lnTo>
                  <a:lnTo>
                    <a:pt x="33074" y="319343"/>
                  </a:lnTo>
                  <a:lnTo>
                    <a:pt x="33246" y="319183"/>
                  </a:lnTo>
                  <a:lnTo>
                    <a:pt x="33436" y="319125"/>
                  </a:lnTo>
                  <a:lnTo>
                    <a:pt x="33664" y="319024"/>
                  </a:lnTo>
                  <a:lnTo>
                    <a:pt x="33972" y="318786"/>
                  </a:lnTo>
                  <a:lnTo>
                    <a:pt x="33908" y="318583"/>
                  </a:lnTo>
                  <a:lnTo>
                    <a:pt x="33716" y="318203"/>
                  </a:lnTo>
                  <a:lnTo>
                    <a:pt x="33491" y="317869"/>
                  </a:lnTo>
                  <a:lnTo>
                    <a:pt x="33746" y="317762"/>
                  </a:lnTo>
                  <a:lnTo>
                    <a:pt x="33826" y="317460"/>
                  </a:lnTo>
                  <a:lnTo>
                    <a:pt x="34132" y="317646"/>
                  </a:lnTo>
                  <a:lnTo>
                    <a:pt x="34349" y="317686"/>
                  </a:lnTo>
                  <a:lnTo>
                    <a:pt x="34704" y="317291"/>
                  </a:lnTo>
                  <a:lnTo>
                    <a:pt x="34912" y="317044"/>
                  </a:lnTo>
                  <a:lnTo>
                    <a:pt x="35207" y="316832"/>
                  </a:lnTo>
                  <a:lnTo>
                    <a:pt x="35459" y="316968"/>
                  </a:lnTo>
                  <a:lnTo>
                    <a:pt x="35921" y="317454"/>
                  </a:lnTo>
                  <a:lnTo>
                    <a:pt x="36144" y="317472"/>
                  </a:lnTo>
                  <a:lnTo>
                    <a:pt x="36522" y="317499"/>
                  </a:lnTo>
                  <a:lnTo>
                    <a:pt x="36786" y="317517"/>
                  </a:lnTo>
                  <a:lnTo>
                    <a:pt x="37173" y="317544"/>
                  </a:lnTo>
                  <a:lnTo>
                    <a:pt x="37331" y="317614"/>
                  </a:lnTo>
                  <a:lnTo>
                    <a:pt x="37935" y="317504"/>
                  </a:lnTo>
                  <a:lnTo>
                    <a:pt x="38196" y="317294"/>
                  </a:lnTo>
                  <a:lnTo>
                    <a:pt x="38107" y="317043"/>
                  </a:lnTo>
                  <a:lnTo>
                    <a:pt x="37748" y="316277"/>
                  </a:lnTo>
                  <a:lnTo>
                    <a:pt x="37720" y="315925"/>
                  </a:lnTo>
                  <a:lnTo>
                    <a:pt x="37780" y="315711"/>
                  </a:lnTo>
                  <a:lnTo>
                    <a:pt x="38032" y="315295"/>
                  </a:lnTo>
                  <a:lnTo>
                    <a:pt x="38289" y="315166"/>
                  </a:lnTo>
                  <a:lnTo>
                    <a:pt x="38653" y="315060"/>
                  </a:lnTo>
                  <a:lnTo>
                    <a:pt x="38785" y="315234"/>
                  </a:lnTo>
                  <a:lnTo>
                    <a:pt x="39033" y="315688"/>
                  </a:lnTo>
                  <a:lnTo>
                    <a:pt x="39731" y="315872"/>
                  </a:lnTo>
                  <a:lnTo>
                    <a:pt x="40030" y="316012"/>
                  </a:lnTo>
                  <a:lnTo>
                    <a:pt x="40207" y="316279"/>
                  </a:lnTo>
                  <a:lnTo>
                    <a:pt x="40280" y="316428"/>
                  </a:lnTo>
                  <a:lnTo>
                    <a:pt x="40536" y="316483"/>
                  </a:lnTo>
                  <a:lnTo>
                    <a:pt x="40885" y="316479"/>
                  </a:lnTo>
                  <a:lnTo>
                    <a:pt x="40612" y="316204"/>
                  </a:lnTo>
                  <a:lnTo>
                    <a:pt x="40539" y="316066"/>
                  </a:lnTo>
                  <a:lnTo>
                    <a:pt x="40461" y="315748"/>
                  </a:lnTo>
                  <a:lnTo>
                    <a:pt x="41216" y="315102"/>
                  </a:lnTo>
                  <a:lnTo>
                    <a:pt x="41012" y="314632"/>
                  </a:lnTo>
                  <a:lnTo>
                    <a:pt x="41143" y="314298"/>
                  </a:lnTo>
                  <a:lnTo>
                    <a:pt x="41606" y="314486"/>
                  </a:lnTo>
                  <a:lnTo>
                    <a:pt x="41832" y="314745"/>
                  </a:lnTo>
                  <a:lnTo>
                    <a:pt x="42220" y="314692"/>
                  </a:lnTo>
                  <a:lnTo>
                    <a:pt x="42206" y="313904"/>
                  </a:lnTo>
                  <a:lnTo>
                    <a:pt x="42342" y="313839"/>
                  </a:lnTo>
                  <a:lnTo>
                    <a:pt x="42619" y="313658"/>
                  </a:lnTo>
                  <a:lnTo>
                    <a:pt x="42513" y="313003"/>
                  </a:lnTo>
                  <a:lnTo>
                    <a:pt x="42331" y="312878"/>
                  </a:lnTo>
                  <a:lnTo>
                    <a:pt x="42841" y="312059"/>
                  </a:lnTo>
                  <a:lnTo>
                    <a:pt x="42919" y="311931"/>
                  </a:lnTo>
                  <a:lnTo>
                    <a:pt x="43081" y="311665"/>
                  </a:lnTo>
                  <a:lnTo>
                    <a:pt x="42805" y="311270"/>
                  </a:lnTo>
                  <a:lnTo>
                    <a:pt x="42905" y="310872"/>
                  </a:lnTo>
                  <a:lnTo>
                    <a:pt x="43104" y="310335"/>
                  </a:lnTo>
                  <a:lnTo>
                    <a:pt x="43383" y="309626"/>
                  </a:lnTo>
                  <a:lnTo>
                    <a:pt x="43716" y="309796"/>
                  </a:lnTo>
                  <a:lnTo>
                    <a:pt x="43999" y="309847"/>
                  </a:lnTo>
                  <a:lnTo>
                    <a:pt x="44127" y="309384"/>
                  </a:lnTo>
                  <a:lnTo>
                    <a:pt x="44147" y="309173"/>
                  </a:lnTo>
                  <a:lnTo>
                    <a:pt x="44254" y="308915"/>
                  </a:lnTo>
                  <a:lnTo>
                    <a:pt x="44442" y="308461"/>
                  </a:lnTo>
                  <a:lnTo>
                    <a:pt x="44751" y="308527"/>
                  </a:lnTo>
                  <a:lnTo>
                    <a:pt x="45160" y="308815"/>
                  </a:lnTo>
                  <a:lnTo>
                    <a:pt x="45891" y="308633"/>
                  </a:lnTo>
                  <a:lnTo>
                    <a:pt x="46073" y="308588"/>
                  </a:lnTo>
                  <a:lnTo>
                    <a:pt x="46244" y="308546"/>
                  </a:lnTo>
                  <a:lnTo>
                    <a:pt x="46736" y="308554"/>
                  </a:lnTo>
                  <a:lnTo>
                    <a:pt x="47135" y="308074"/>
                  </a:lnTo>
                  <a:lnTo>
                    <a:pt x="47443" y="307869"/>
                  </a:lnTo>
                  <a:lnTo>
                    <a:pt x="48114" y="308329"/>
                  </a:lnTo>
                  <a:lnTo>
                    <a:pt x="48254" y="308421"/>
                  </a:lnTo>
                  <a:lnTo>
                    <a:pt x="48413" y="308503"/>
                  </a:lnTo>
                  <a:lnTo>
                    <a:pt x="49268" y="308253"/>
                  </a:lnTo>
                  <a:lnTo>
                    <a:pt x="49406" y="307936"/>
                  </a:lnTo>
                  <a:lnTo>
                    <a:pt x="49422" y="307740"/>
                  </a:lnTo>
                  <a:lnTo>
                    <a:pt x="49556" y="307642"/>
                  </a:lnTo>
                  <a:lnTo>
                    <a:pt x="49757" y="307583"/>
                  </a:lnTo>
                  <a:lnTo>
                    <a:pt x="50046" y="307177"/>
                  </a:lnTo>
                  <a:lnTo>
                    <a:pt x="50072" y="307026"/>
                  </a:lnTo>
                  <a:lnTo>
                    <a:pt x="50096" y="306789"/>
                  </a:lnTo>
                  <a:lnTo>
                    <a:pt x="50124" y="306505"/>
                  </a:lnTo>
                  <a:lnTo>
                    <a:pt x="50139" y="306362"/>
                  </a:lnTo>
                  <a:lnTo>
                    <a:pt x="50059" y="306149"/>
                  </a:lnTo>
                  <a:lnTo>
                    <a:pt x="49872" y="305824"/>
                  </a:lnTo>
                  <a:lnTo>
                    <a:pt x="49553" y="305806"/>
                  </a:lnTo>
                  <a:lnTo>
                    <a:pt x="49249" y="305663"/>
                  </a:lnTo>
                  <a:lnTo>
                    <a:pt x="49003" y="305222"/>
                  </a:lnTo>
                  <a:lnTo>
                    <a:pt x="49228" y="304985"/>
                  </a:lnTo>
                  <a:lnTo>
                    <a:pt x="49191" y="304800"/>
                  </a:lnTo>
                  <a:lnTo>
                    <a:pt x="49144" y="304559"/>
                  </a:lnTo>
                  <a:lnTo>
                    <a:pt x="48917" y="304454"/>
                  </a:lnTo>
                  <a:lnTo>
                    <a:pt x="48704" y="304152"/>
                  </a:lnTo>
                  <a:lnTo>
                    <a:pt x="48614" y="303878"/>
                  </a:lnTo>
                  <a:lnTo>
                    <a:pt x="48979" y="303945"/>
                  </a:lnTo>
                  <a:lnTo>
                    <a:pt x="49185" y="303797"/>
                  </a:lnTo>
                  <a:lnTo>
                    <a:pt x="49375" y="303059"/>
                  </a:lnTo>
                  <a:lnTo>
                    <a:pt x="49475" y="302836"/>
                  </a:lnTo>
                  <a:lnTo>
                    <a:pt x="49680" y="302675"/>
                  </a:lnTo>
                  <a:lnTo>
                    <a:pt x="49975" y="302275"/>
                  </a:lnTo>
                  <a:lnTo>
                    <a:pt x="49883" y="301843"/>
                  </a:lnTo>
                  <a:lnTo>
                    <a:pt x="49733" y="301571"/>
                  </a:lnTo>
                  <a:lnTo>
                    <a:pt x="49605" y="301376"/>
                  </a:lnTo>
                  <a:lnTo>
                    <a:pt x="49620" y="300912"/>
                  </a:lnTo>
                  <a:lnTo>
                    <a:pt x="49884" y="300375"/>
                  </a:lnTo>
                  <a:lnTo>
                    <a:pt x="50032" y="300108"/>
                  </a:lnTo>
                  <a:lnTo>
                    <a:pt x="50385" y="300014"/>
                  </a:lnTo>
                  <a:lnTo>
                    <a:pt x="50733" y="299921"/>
                  </a:lnTo>
                  <a:lnTo>
                    <a:pt x="51135" y="299194"/>
                  </a:lnTo>
                  <a:lnTo>
                    <a:pt x="51026" y="298739"/>
                  </a:lnTo>
                  <a:lnTo>
                    <a:pt x="50726" y="298218"/>
                  </a:lnTo>
                  <a:lnTo>
                    <a:pt x="50497" y="298263"/>
                  </a:lnTo>
                  <a:lnTo>
                    <a:pt x="50169" y="298493"/>
                  </a:lnTo>
                  <a:lnTo>
                    <a:pt x="49749" y="298534"/>
                  </a:lnTo>
                  <a:lnTo>
                    <a:pt x="49738" y="298307"/>
                  </a:lnTo>
                  <a:lnTo>
                    <a:pt x="49706" y="298150"/>
                  </a:lnTo>
                  <a:lnTo>
                    <a:pt x="49347" y="297835"/>
                  </a:lnTo>
                  <a:lnTo>
                    <a:pt x="49085" y="298072"/>
                  </a:lnTo>
                  <a:lnTo>
                    <a:pt x="48813" y="298141"/>
                  </a:lnTo>
                  <a:lnTo>
                    <a:pt x="47844" y="297831"/>
                  </a:lnTo>
                  <a:lnTo>
                    <a:pt x="47752" y="297473"/>
                  </a:lnTo>
                  <a:lnTo>
                    <a:pt x="47276" y="296263"/>
                  </a:lnTo>
                  <a:lnTo>
                    <a:pt x="47015" y="296253"/>
                  </a:lnTo>
                  <a:lnTo>
                    <a:pt x="46824" y="296393"/>
                  </a:lnTo>
                  <a:lnTo>
                    <a:pt x="46534" y="296413"/>
                  </a:lnTo>
                  <a:lnTo>
                    <a:pt x="45640" y="296112"/>
                  </a:lnTo>
                  <a:lnTo>
                    <a:pt x="45560" y="295882"/>
                  </a:lnTo>
                  <a:lnTo>
                    <a:pt x="45491" y="295040"/>
                  </a:lnTo>
                  <a:lnTo>
                    <a:pt x="45569" y="294882"/>
                  </a:lnTo>
                  <a:lnTo>
                    <a:pt x="45743" y="294706"/>
                  </a:lnTo>
                  <a:lnTo>
                    <a:pt x="45610" y="294594"/>
                  </a:lnTo>
                  <a:lnTo>
                    <a:pt x="45416" y="294476"/>
                  </a:lnTo>
                  <a:lnTo>
                    <a:pt x="45153" y="294403"/>
                  </a:lnTo>
                  <a:lnTo>
                    <a:pt x="44947" y="294349"/>
                  </a:lnTo>
                  <a:lnTo>
                    <a:pt x="44323" y="294199"/>
                  </a:lnTo>
                  <a:lnTo>
                    <a:pt x="43865" y="294184"/>
                  </a:lnTo>
                  <a:lnTo>
                    <a:pt x="43524" y="294133"/>
                  </a:lnTo>
                  <a:lnTo>
                    <a:pt x="43319" y="293846"/>
                  </a:lnTo>
                  <a:lnTo>
                    <a:pt x="43121" y="293524"/>
                  </a:lnTo>
                  <a:lnTo>
                    <a:pt x="42478" y="293221"/>
                  </a:lnTo>
                  <a:lnTo>
                    <a:pt x="42509" y="292915"/>
                  </a:lnTo>
                  <a:lnTo>
                    <a:pt x="42542" y="292688"/>
                  </a:lnTo>
                  <a:lnTo>
                    <a:pt x="42701" y="292455"/>
                  </a:lnTo>
                  <a:lnTo>
                    <a:pt x="43011" y="292316"/>
                  </a:lnTo>
                  <a:lnTo>
                    <a:pt x="43519" y="292203"/>
                  </a:lnTo>
                  <a:lnTo>
                    <a:pt x="43613" y="291521"/>
                  </a:lnTo>
                  <a:lnTo>
                    <a:pt x="43272" y="291359"/>
                  </a:lnTo>
                  <a:lnTo>
                    <a:pt x="42963" y="291269"/>
                  </a:lnTo>
                  <a:lnTo>
                    <a:pt x="42352" y="291390"/>
                  </a:lnTo>
                  <a:lnTo>
                    <a:pt x="41920" y="291784"/>
                  </a:lnTo>
                  <a:lnTo>
                    <a:pt x="41730" y="292006"/>
                  </a:lnTo>
                  <a:lnTo>
                    <a:pt x="41594" y="292309"/>
                  </a:lnTo>
                  <a:lnTo>
                    <a:pt x="41197" y="292157"/>
                  </a:lnTo>
                  <a:lnTo>
                    <a:pt x="40714" y="291789"/>
                  </a:lnTo>
                  <a:lnTo>
                    <a:pt x="40697" y="291276"/>
                  </a:lnTo>
                  <a:lnTo>
                    <a:pt x="40849" y="290980"/>
                  </a:lnTo>
                  <a:lnTo>
                    <a:pt x="41140" y="290715"/>
                  </a:lnTo>
                  <a:lnTo>
                    <a:pt x="41445" y="290461"/>
                  </a:lnTo>
                  <a:lnTo>
                    <a:pt x="41863" y="290136"/>
                  </a:lnTo>
                  <a:lnTo>
                    <a:pt x="42162" y="290143"/>
                  </a:lnTo>
                  <a:lnTo>
                    <a:pt x="42490" y="290666"/>
                  </a:lnTo>
                  <a:lnTo>
                    <a:pt x="42798" y="290762"/>
                  </a:lnTo>
                  <a:lnTo>
                    <a:pt x="43108" y="290642"/>
                  </a:lnTo>
                  <a:lnTo>
                    <a:pt x="43342" y="290144"/>
                  </a:lnTo>
                  <a:lnTo>
                    <a:pt x="43666" y="290343"/>
                  </a:lnTo>
                  <a:lnTo>
                    <a:pt x="44000" y="290502"/>
                  </a:lnTo>
                  <a:lnTo>
                    <a:pt x="44395" y="290325"/>
                  </a:lnTo>
                  <a:lnTo>
                    <a:pt x="44521" y="290189"/>
                  </a:lnTo>
                  <a:lnTo>
                    <a:pt x="44673" y="289978"/>
                  </a:lnTo>
                  <a:lnTo>
                    <a:pt x="44992" y="290039"/>
                  </a:lnTo>
                  <a:lnTo>
                    <a:pt x="45246" y="290183"/>
                  </a:lnTo>
                  <a:lnTo>
                    <a:pt x="45844" y="290033"/>
                  </a:lnTo>
                  <a:lnTo>
                    <a:pt x="45890" y="289856"/>
                  </a:lnTo>
                  <a:lnTo>
                    <a:pt x="45873" y="289651"/>
                  </a:lnTo>
                  <a:lnTo>
                    <a:pt x="45775" y="289348"/>
                  </a:lnTo>
                  <a:lnTo>
                    <a:pt x="45855" y="289049"/>
                  </a:lnTo>
                  <a:lnTo>
                    <a:pt x="45984" y="288797"/>
                  </a:lnTo>
                  <a:lnTo>
                    <a:pt x="46194" y="288841"/>
                  </a:lnTo>
                  <a:lnTo>
                    <a:pt x="46334" y="288869"/>
                  </a:lnTo>
                  <a:lnTo>
                    <a:pt x="46572" y="288866"/>
                  </a:lnTo>
                  <a:lnTo>
                    <a:pt x="46663" y="288628"/>
                  </a:lnTo>
                  <a:lnTo>
                    <a:pt x="46600" y="288370"/>
                  </a:lnTo>
                  <a:lnTo>
                    <a:pt x="46216" y="288218"/>
                  </a:lnTo>
                  <a:lnTo>
                    <a:pt x="45956" y="288273"/>
                  </a:lnTo>
                  <a:lnTo>
                    <a:pt x="45438" y="288255"/>
                  </a:lnTo>
                  <a:lnTo>
                    <a:pt x="44662" y="287405"/>
                  </a:lnTo>
                  <a:lnTo>
                    <a:pt x="44628" y="286896"/>
                  </a:lnTo>
                  <a:lnTo>
                    <a:pt x="44598" y="286395"/>
                  </a:lnTo>
                  <a:lnTo>
                    <a:pt x="44585" y="286169"/>
                  </a:lnTo>
                  <a:lnTo>
                    <a:pt x="44984" y="285197"/>
                  </a:lnTo>
                  <a:lnTo>
                    <a:pt x="45999" y="285360"/>
                  </a:lnTo>
                  <a:lnTo>
                    <a:pt x="46308" y="285714"/>
                  </a:lnTo>
                  <a:lnTo>
                    <a:pt x="46642" y="285854"/>
                  </a:lnTo>
                  <a:lnTo>
                    <a:pt x="47018" y="285921"/>
                  </a:lnTo>
                  <a:lnTo>
                    <a:pt x="47022" y="286187"/>
                  </a:lnTo>
                  <a:lnTo>
                    <a:pt x="47157" y="286429"/>
                  </a:lnTo>
                  <a:lnTo>
                    <a:pt x="47832" y="286441"/>
                  </a:lnTo>
                  <a:lnTo>
                    <a:pt x="48778" y="286239"/>
                  </a:lnTo>
                  <a:lnTo>
                    <a:pt x="49032" y="286272"/>
                  </a:lnTo>
                  <a:lnTo>
                    <a:pt x="49208" y="286391"/>
                  </a:lnTo>
                  <a:lnTo>
                    <a:pt x="49541" y="286564"/>
                  </a:lnTo>
                  <a:lnTo>
                    <a:pt x="49657" y="286275"/>
                  </a:lnTo>
                  <a:lnTo>
                    <a:pt x="49639" y="285786"/>
                  </a:lnTo>
                  <a:lnTo>
                    <a:pt x="49903" y="285745"/>
                  </a:lnTo>
                  <a:lnTo>
                    <a:pt x="50160" y="285410"/>
                  </a:lnTo>
                  <a:lnTo>
                    <a:pt x="50107" y="285119"/>
                  </a:lnTo>
                  <a:lnTo>
                    <a:pt x="49536" y="285217"/>
                  </a:lnTo>
                  <a:lnTo>
                    <a:pt x="49380" y="285061"/>
                  </a:lnTo>
                  <a:lnTo>
                    <a:pt x="49228" y="284968"/>
                  </a:lnTo>
                  <a:lnTo>
                    <a:pt x="49085" y="284750"/>
                  </a:lnTo>
                  <a:lnTo>
                    <a:pt x="49024" y="284567"/>
                  </a:lnTo>
                  <a:lnTo>
                    <a:pt x="48978" y="283958"/>
                  </a:lnTo>
                  <a:lnTo>
                    <a:pt x="48959" y="283694"/>
                  </a:lnTo>
                  <a:lnTo>
                    <a:pt x="49023" y="283064"/>
                  </a:lnTo>
                  <a:lnTo>
                    <a:pt x="49075" y="282882"/>
                  </a:lnTo>
                  <a:lnTo>
                    <a:pt x="49278" y="282585"/>
                  </a:lnTo>
                  <a:lnTo>
                    <a:pt x="49986" y="282965"/>
                  </a:lnTo>
                  <a:lnTo>
                    <a:pt x="50310" y="282554"/>
                  </a:lnTo>
                  <a:lnTo>
                    <a:pt x="50273" y="281898"/>
                  </a:lnTo>
                  <a:lnTo>
                    <a:pt x="50718" y="281826"/>
                  </a:lnTo>
                  <a:lnTo>
                    <a:pt x="51133" y="281379"/>
                  </a:lnTo>
                  <a:lnTo>
                    <a:pt x="51042" y="281141"/>
                  </a:lnTo>
                  <a:lnTo>
                    <a:pt x="51436" y="280256"/>
                  </a:lnTo>
                  <a:lnTo>
                    <a:pt x="51398" y="279443"/>
                  </a:lnTo>
                  <a:lnTo>
                    <a:pt x="51385" y="279244"/>
                  </a:lnTo>
                  <a:lnTo>
                    <a:pt x="51586" y="279105"/>
                  </a:lnTo>
                  <a:lnTo>
                    <a:pt x="51555" y="278978"/>
                  </a:lnTo>
                  <a:lnTo>
                    <a:pt x="51790" y="278342"/>
                  </a:lnTo>
                  <a:lnTo>
                    <a:pt x="52212" y="278075"/>
                  </a:lnTo>
                  <a:lnTo>
                    <a:pt x="52403" y="278100"/>
                  </a:lnTo>
                  <a:lnTo>
                    <a:pt x="52663" y="278054"/>
                  </a:lnTo>
                  <a:lnTo>
                    <a:pt x="52987" y="277478"/>
                  </a:lnTo>
                  <a:lnTo>
                    <a:pt x="52878" y="277311"/>
                  </a:lnTo>
                  <a:lnTo>
                    <a:pt x="52781" y="277054"/>
                  </a:lnTo>
                  <a:lnTo>
                    <a:pt x="53271" y="277078"/>
                  </a:lnTo>
                  <a:lnTo>
                    <a:pt x="53499" y="276880"/>
                  </a:lnTo>
                  <a:lnTo>
                    <a:pt x="54023" y="276555"/>
                  </a:lnTo>
                  <a:lnTo>
                    <a:pt x="54382" y="276598"/>
                  </a:lnTo>
                  <a:lnTo>
                    <a:pt x="54690" y="276857"/>
                  </a:lnTo>
                  <a:lnTo>
                    <a:pt x="54755" y="277138"/>
                  </a:lnTo>
                  <a:lnTo>
                    <a:pt x="54866" y="277550"/>
                  </a:lnTo>
                  <a:lnTo>
                    <a:pt x="55251" y="277860"/>
                  </a:lnTo>
                  <a:lnTo>
                    <a:pt x="55045" y="278444"/>
                  </a:lnTo>
                  <a:lnTo>
                    <a:pt x="55072" y="278661"/>
                  </a:lnTo>
                  <a:lnTo>
                    <a:pt x="55176" y="278859"/>
                  </a:lnTo>
                  <a:lnTo>
                    <a:pt x="55620" y="278902"/>
                  </a:lnTo>
                  <a:lnTo>
                    <a:pt x="55771" y="278630"/>
                  </a:lnTo>
                  <a:lnTo>
                    <a:pt x="55926" y="278360"/>
                  </a:lnTo>
                  <a:lnTo>
                    <a:pt x="56327" y="278001"/>
                  </a:lnTo>
                  <a:lnTo>
                    <a:pt x="56637" y="278225"/>
                  </a:lnTo>
                  <a:lnTo>
                    <a:pt x="56493" y="278782"/>
                  </a:lnTo>
                  <a:lnTo>
                    <a:pt x="56537" y="278933"/>
                  </a:lnTo>
                  <a:lnTo>
                    <a:pt x="57028" y="279276"/>
                  </a:lnTo>
                  <a:lnTo>
                    <a:pt x="57335" y="278924"/>
                  </a:lnTo>
                  <a:lnTo>
                    <a:pt x="57314" y="278193"/>
                  </a:lnTo>
                  <a:lnTo>
                    <a:pt x="57608" y="278031"/>
                  </a:lnTo>
                  <a:lnTo>
                    <a:pt x="57798" y="278269"/>
                  </a:lnTo>
                  <a:lnTo>
                    <a:pt x="58062" y="278413"/>
                  </a:lnTo>
                  <a:lnTo>
                    <a:pt x="58171" y="278186"/>
                  </a:lnTo>
                  <a:lnTo>
                    <a:pt x="58250" y="278551"/>
                  </a:lnTo>
                  <a:lnTo>
                    <a:pt x="57879" y="278720"/>
                  </a:lnTo>
                  <a:lnTo>
                    <a:pt x="58098" y="279250"/>
                  </a:lnTo>
                  <a:lnTo>
                    <a:pt x="58431" y="278980"/>
                  </a:lnTo>
                  <a:lnTo>
                    <a:pt x="58770" y="278792"/>
                  </a:lnTo>
                  <a:lnTo>
                    <a:pt x="59123" y="279044"/>
                  </a:lnTo>
                  <a:lnTo>
                    <a:pt x="59473" y="279377"/>
                  </a:lnTo>
                  <a:lnTo>
                    <a:pt x="59804" y="279720"/>
                  </a:lnTo>
                  <a:lnTo>
                    <a:pt x="60065" y="280016"/>
                  </a:lnTo>
                  <a:lnTo>
                    <a:pt x="60197" y="280015"/>
                  </a:lnTo>
                  <a:lnTo>
                    <a:pt x="60778" y="279766"/>
                  </a:lnTo>
                  <a:lnTo>
                    <a:pt x="61479" y="280008"/>
                  </a:lnTo>
                  <a:lnTo>
                    <a:pt x="61729" y="280005"/>
                  </a:lnTo>
                  <a:lnTo>
                    <a:pt x="62690" y="280063"/>
                  </a:lnTo>
                  <a:lnTo>
                    <a:pt x="62873" y="279789"/>
                  </a:lnTo>
                  <a:lnTo>
                    <a:pt x="63091" y="279851"/>
                  </a:lnTo>
                  <a:lnTo>
                    <a:pt x="63814" y="280068"/>
                  </a:lnTo>
                  <a:lnTo>
                    <a:pt x="64218" y="280263"/>
                  </a:lnTo>
                  <a:lnTo>
                    <a:pt x="64756" y="280900"/>
                  </a:lnTo>
                  <a:lnTo>
                    <a:pt x="65075" y="281251"/>
                  </a:lnTo>
                  <a:lnTo>
                    <a:pt x="65261" y="281375"/>
                  </a:lnTo>
                  <a:lnTo>
                    <a:pt x="65215" y="281512"/>
                  </a:lnTo>
                  <a:lnTo>
                    <a:pt x="65524" y="281614"/>
                  </a:lnTo>
                  <a:lnTo>
                    <a:pt x="65966" y="281760"/>
                  </a:lnTo>
                  <a:lnTo>
                    <a:pt x="66344" y="281949"/>
                  </a:lnTo>
                  <a:lnTo>
                    <a:pt x="66575" y="281499"/>
                  </a:lnTo>
                  <a:lnTo>
                    <a:pt x="66919" y="281504"/>
                  </a:lnTo>
                  <a:lnTo>
                    <a:pt x="67009" y="282139"/>
                  </a:lnTo>
                  <a:lnTo>
                    <a:pt x="66934" y="282520"/>
                  </a:lnTo>
                  <a:lnTo>
                    <a:pt x="67341" y="282691"/>
                  </a:lnTo>
                  <a:lnTo>
                    <a:pt x="67543" y="282955"/>
                  </a:lnTo>
                  <a:lnTo>
                    <a:pt x="67478" y="283100"/>
                  </a:lnTo>
                  <a:lnTo>
                    <a:pt x="67813" y="283160"/>
                  </a:lnTo>
                  <a:lnTo>
                    <a:pt x="68212" y="283103"/>
                  </a:lnTo>
                  <a:lnTo>
                    <a:pt x="68473" y="283607"/>
                  </a:lnTo>
                  <a:lnTo>
                    <a:pt x="68662" y="283828"/>
                  </a:lnTo>
                  <a:lnTo>
                    <a:pt x="68957" y="283751"/>
                  </a:lnTo>
                  <a:lnTo>
                    <a:pt x="68999" y="283575"/>
                  </a:lnTo>
                  <a:lnTo>
                    <a:pt x="68991" y="283392"/>
                  </a:lnTo>
                  <a:lnTo>
                    <a:pt x="68759" y="283068"/>
                  </a:lnTo>
                  <a:lnTo>
                    <a:pt x="68585" y="282565"/>
                  </a:lnTo>
                  <a:lnTo>
                    <a:pt x="68977" y="282706"/>
                  </a:lnTo>
                  <a:lnTo>
                    <a:pt x="68989" y="282835"/>
                  </a:lnTo>
                  <a:lnTo>
                    <a:pt x="69004" y="282987"/>
                  </a:lnTo>
                  <a:lnTo>
                    <a:pt x="68957" y="283198"/>
                  </a:lnTo>
                  <a:lnTo>
                    <a:pt x="69125" y="283236"/>
                  </a:lnTo>
                  <a:lnTo>
                    <a:pt x="69272" y="283151"/>
                  </a:lnTo>
                  <a:lnTo>
                    <a:pt x="69544" y="283158"/>
                  </a:lnTo>
                  <a:lnTo>
                    <a:pt x="69734" y="283164"/>
                  </a:lnTo>
                  <a:lnTo>
                    <a:pt x="70114" y="283180"/>
                  </a:lnTo>
                  <a:lnTo>
                    <a:pt x="70766" y="283697"/>
                  </a:lnTo>
                  <a:lnTo>
                    <a:pt x="70939" y="284321"/>
                  </a:lnTo>
                  <a:lnTo>
                    <a:pt x="70976" y="284476"/>
                  </a:lnTo>
                  <a:lnTo>
                    <a:pt x="71068" y="284851"/>
                  </a:lnTo>
                  <a:lnTo>
                    <a:pt x="71058" y="285013"/>
                  </a:lnTo>
                  <a:lnTo>
                    <a:pt x="71021" y="285275"/>
                  </a:lnTo>
                  <a:lnTo>
                    <a:pt x="71197" y="285401"/>
                  </a:lnTo>
                  <a:lnTo>
                    <a:pt x="71232" y="285819"/>
                  </a:lnTo>
                  <a:lnTo>
                    <a:pt x="71130" y="286060"/>
                  </a:lnTo>
                  <a:lnTo>
                    <a:pt x="71010" y="286279"/>
                  </a:lnTo>
                  <a:lnTo>
                    <a:pt x="70789" y="286664"/>
                  </a:lnTo>
                  <a:lnTo>
                    <a:pt x="71349" y="287232"/>
                  </a:lnTo>
                  <a:lnTo>
                    <a:pt x="71240" y="287600"/>
                  </a:lnTo>
                  <a:lnTo>
                    <a:pt x="71617" y="287564"/>
                  </a:lnTo>
                  <a:lnTo>
                    <a:pt x="71818" y="287544"/>
                  </a:lnTo>
                  <a:lnTo>
                    <a:pt x="72188" y="287835"/>
                  </a:lnTo>
                  <a:lnTo>
                    <a:pt x="71886" y="288294"/>
                  </a:lnTo>
                  <a:lnTo>
                    <a:pt x="71827" y="288549"/>
                  </a:lnTo>
                  <a:lnTo>
                    <a:pt x="72369" y="289091"/>
                  </a:lnTo>
                  <a:lnTo>
                    <a:pt x="73704" y="288682"/>
                  </a:lnTo>
                  <a:lnTo>
                    <a:pt x="74033" y="289250"/>
                  </a:lnTo>
                  <a:lnTo>
                    <a:pt x="73991" y="289446"/>
                  </a:lnTo>
                  <a:lnTo>
                    <a:pt x="73704" y="289788"/>
                  </a:lnTo>
                  <a:lnTo>
                    <a:pt x="73862" y="290090"/>
                  </a:lnTo>
                  <a:lnTo>
                    <a:pt x="74281" y="290492"/>
                  </a:lnTo>
                  <a:lnTo>
                    <a:pt x="74422" y="290333"/>
                  </a:lnTo>
                  <a:lnTo>
                    <a:pt x="74404" y="289767"/>
                  </a:lnTo>
                  <a:lnTo>
                    <a:pt x="74376" y="289398"/>
                  </a:lnTo>
                  <a:lnTo>
                    <a:pt x="75213" y="289591"/>
                  </a:lnTo>
                  <a:lnTo>
                    <a:pt x="75263" y="290136"/>
                  </a:lnTo>
                  <a:lnTo>
                    <a:pt x="75550" y="290035"/>
                  </a:lnTo>
                  <a:lnTo>
                    <a:pt x="75571" y="289169"/>
                  </a:lnTo>
                  <a:lnTo>
                    <a:pt x="75380" y="288852"/>
                  </a:lnTo>
                  <a:lnTo>
                    <a:pt x="75187" y="288790"/>
                  </a:lnTo>
                  <a:lnTo>
                    <a:pt x="75148" y="288508"/>
                  </a:lnTo>
                  <a:lnTo>
                    <a:pt x="75280" y="288496"/>
                  </a:lnTo>
                  <a:lnTo>
                    <a:pt x="75803" y="289191"/>
                  </a:lnTo>
                  <a:lnTo>
                    <a:pt x="76145" y="289473"/>
                  </a:lnTo>
                  <a:lnTo>
                    <a:pt x="76431" y="289101"/>
                  </a:lnTo>
                  <a:lnTo>
                    <a:pt x="76600" y="288845"/>
                  </a:lnTo>
                  <a:lnTo>
                    <a:pt x="76503" y="288491"/>
                  </a:lnTo>
                  <a:lnTo>
                    <a:pt x="76615" y="288199"/>
                  </a:lnTo>
                  <a:lnTo>
                    <a:pt x="76913" y="288069"/>
                  </a:lnTo>
                  <a:lnTo>
                    <a:pt x="77176" y="287805"/>
                  </a:lnTo>
                  <a:lnTo>
                    <a:pt x="76950" y="287443"/>
                  </a:lnTo>
                  <a:lnTo>
                    <a:pt x="76909" y="287213"/>
                  </a:lnTo>
                  <a:lnTo>
                    <a:pt x="77383" y="287325"/>
                  </a:lnTo>
                  <a:lnTo>
                    <a:pt x="77660" y="287497"/>
                  </a:lnTo>
                  <a:lnTo>
                    <a:pt x="77871" y="287689"/>
                  </a:lnTo>
                  <a:lnTo>
                    <a:pt x="78205" y="287832"/>
                  </a:lnTo>
                  <a:lnTo>
                    <a:pt x="78584" y="287892"/>
                  </a:lnTo>
                  <a:lnTo>
                    <a:pt x="78651" y="287570"/>
                  </a:lnTo>
                  <a:lnTo>
                    <a:pt x="78783" y="287251"/>
                  </a:lnTo>
                  <a:lnTo>
                    <a:pt x="79021" y="287168"/>
                  </a:lnTo>
                  <a:lnTo>
                    <a:pt x="79438" y="287021"/>
                  </a:lnTo>
                  <a:lnTo>
                    <a:pt x="79986" y="287011"/>
                  </a:lnTo>
                  <a:lnTo>
                    <a:pt x="80346" y="286696"/>
                  </a:lnTo>
                  <a:lnTo>
                    <a:pt x="80742" y="286852"/>
                  </a:lnTo>
                  <a:lnTo>
                    <a:pt x="81029" y="286996"/>
                  </a:lnTo>
                  <a:lnTo>
                    <a:pt x="81165" y="286922"/>
                  </a:lnTo>
                  <a:lnTo>
                    <a:pt x="81065" y="286763"/>
                  </a:lnTo>
                  <a:lnTo>
                    <a:pt x="80778" y="286500"/>
                  </a:lnTo>
                  <a:lnTo>
                    <a:pt x="80810" y="286322"/>
                  </a:lnTo>
                  <a:lnTo>
                    <a:pt x="81173" y="286350"/>
                  </a:lnTo>
                  <a:lnTo>
                    <a:pt x="81397" y="286623"/>
                  </a:lnTo>
                  <a:lnTo>
                    <a:pt x="81537" y="286801"/>
                  </a:lnTo>
                  <a:lnTo>
                    <a:pt x="81785" y="287037"/>
                  </a:lnTo>
                  <a:lnTo>
                    <a:pt x="82252" y="286976"/>
                  </a:lnTo>
                  <a:lnTo>
                    <a:pt x="82807" y="286466"/>
                  </a:lnTo>
                  <a:lnTo>
                    <a:pt x="82995" y="286405"/>
                  </a:lnTo>
                  <a:lnTo>
                    <a:pt x="82871" y="285925"/>
                  </a:lnTo>
                  <a:lnTo>
                    <a:pt x="82560" y="285813"/>
                  </a:lnTo>
                  <a:lnTo>
                    <a:pt x="82240" y="285543"/>
                  </a:lnTo>
                  <a:lnTo>
                    <a:pt x="82055" y="285231"/>
                  </a:lnTo>
                  <a:lnTo>
                    <a:pt x="82660" y="285162"/>
                  </a:lnTo>
                  <a:lnTo>
                    <a:pt x="82811" y="285194"/>
                  </a:lnTo>
                  <a:lnTo>
                    <a:pt x="83243" y="285170"/>
                  </a:lnTo>
                  <a:lnTo>
                    <a:pt x="83301" y="284920"/>
                  </a:lnTo>
                  <a:lnTo>
                    <a:pt x="83115" y="284555"/>
                  </a:lnTo>
                  <a:lnTo>
                    <a:pt x="83292" y="284201"/>
                  </a:lnTo>
                  <a:lnTo>
                    <a:pt x="83429" y="284353"/>
                  </a:lnTo>
                  <a:lnTo>
                    <a:pt x="83801" y="284347"/>
                  </a:lnTo>
                  <a:lnTo>
                    <a:pt x="83732" y="284119"/>
                  </a:lnTo>
                  <a:lnTo>
                    <a:pt x="83376" y="283671"/>
                  </a:lnTo>
                  <a:lnTo>
                    <a:pt x="83561" y="283398"/>
                  </a:lnTo>
                  <a:lnTo>
                    <a:pt x="84044" y="283493"/>
                  </a:lnTo>
                  <a:lnTo>
                    <a:pt x="83965" y="283735"/>
                  </a:lnTo>
                  <a:lnTo>
                    <a:pt x="84211" y="284036"/>
                  </a:lnTo>
                  <a:lnTo>
                    <a:pt x="84483" y="283824"/>
                  </a:lnTo>
                  <a:lnTo>
                    <a:pt x="84756" y="283976"/>
                  </a:lnTo>
                  <a:lnTo>
                    <a:pt x="85092" y="283796"/>
                  </a:lnTo>
                  <a:lnTo>
                    <a:pt x="85381" y="283806"/>
                  </a:lnTo>
                  <a:lnTo>
                    <a:pt x="85993" y="284011"/>
                  </a:lnTo>
                  <a:lnTo>
                    <a:pt x="86326" y="284209"/>
                  </a:lnTo>
                  <a:lnTo>
                    <a:pt x="86458" y="284460"/>
                  </a:lnTo>
                  <a:lnTo>
                    <a:pt x="86881" y="284360"/>
                  </a:lnTo>
                  <a:lnTo>
                    <a:pt x="87062" y="284006"/>
                  </a:lnTo>
                  <a:lnTo>
                    <a:pt x="87419" y="283878"/>
                  </a:lnTo>
                  <a:lnTo>
                    <a:pt x="87690" y="283842"/>
                  </a:lnTo>
                  <a:lnTo>
                    <a:pt x="87845" y="283893"/>
                  </a:lnTo>
                  <a:lnTo>
                    <a:pt x="88011" y="283948"/>
                  </a:lnTo>
                  <a:lnTo>
                    <a:pt x="88489" y="283730"/>
                  </a:lnTo>
                  <a:lnTo>
                    <a:pt x="89419" y="283268"/>
                  </a:lnTo>
                  <a:lnTo>
                    <a:pt x="89555" y="283404"/>
                  </a:lnTo>
                  <a:lnTo>
                    <a:pt x="89984" y="283674"/>
                  </a:lnTo>
                  <a:lnTo>
                    <a:pt x="90450" y="283746"/>
                  </a:lnTo>
                  <a:lnTo>
                    <a:pt x="90595" y="284030"/>
                  </a:lnTo>
                  <a:lnTo>
                    <a:pt x="90819" y="284332"/>
                  </a:lnTo>
                  <a:lnTo>
                    <a:pt x="91404" y="284317"/>
                  </a:lnTo>
                  <a:lnTo>
                    <a:pt x="91672" y="284285"/>
                  </a:lnTo>
                  <a:lnTo>
                    <a:pt x="92008" y="284660"/>
                  </a:lnTo>
                  <a:lnTo>
                    <a:pt x="92211" y="285108"/>
                  </a:lnTo>
                  <a:lnTo>
                    <a:pt x="92214" y="285369"/>
                  </a:lnTo>
                  <a:lnTo>
                    <a:pt x="92364" y="285778"/>
                  </a:lnTo>
                  <a:lnTo>
                    <a:pt x="92582" y="285769"/>
                  </a:lnTo>
                  <a:lnTo>
                    <a:pt x="92801" y="285915"/>
                  </a:lnTo>
                  <a:lnTo>
                    <a:pt x="92942" y="286220"/>
                  </a:lnTo>
                  <a:lnTo>
                    <a:pt x="93062" y="286778"/>
                  </a:lnTo>
                  <a:lnTo>
                    <a:pt x="92876" y="286797"/>
                  </a:lnTo>
                  <a:lnTo>
                    <a:pt x="92699" y="286813"/>
                  </a:lnTo>
                  <a:lnTo>
                    <a:pt x="92196" y="287041"/>
                  </a:lnTo>
                  <a:lnTo>
                    <a:pt x="91511" y="287714"/>
                  </a:lnTo>
                  <a:lnTo>
                    <a:pt x="92006" y="287698"/>
                  </a:lnTo>
                  <a:lnTo>
                    <a:pt x="92291" y="287884"/>
                  </a:lnTo>
                  <a:lnTo>
                    <a:pt x="92415" y="288042"/>
                  </a:lnTo>
                  <a:lnTo>
                    <a:pt x="92582" y="288406"/>
                  </a:lnTo>
                  <a:lnTo>
                    <a:pt x="92331" y="288720"/>
                  </a:lnTo>
                  <a:lnTo>
                    <a:pt x="92269" y="289180"/>
                  </a:lnTo>
                  <a:lnTo>
                    <a:pt x="92330" y="289308"/>
                  </a:lnTo>
                  <a:lnTo>
                    <a:pt x="92521" y="289429"/>
                  </a:lnTo>
                  <a:lnTo>
                    <a:pt x="92748" y="289574"/>
                  </a:lnTo>
                  <a:lnTo>
                    <a:pt x="93256" y="289931"/>
                  </a:lnTo>
                  <a:lnTo>
                    <a:pt x="93084" y="290155"/>
                  </a:lnTo>
                  <a:lnTo>
                    <a:pt x="92920" y="290459"/>
                  </a:lnTo>
                  <a:lnTo>
                    <a:pt x="93296" y="290536"/>
                  </a:lnTo>
                  <a:lnTo>
                    <a:pt x="93532" y="290564"/>
                  </a:lnTo>
                  <a:lnTo>
                    <a:pt x="93961" y="290873"/>
                  </a:lnTo>
                  <a:lnTo>
                    <a:pt x="94345" y="291513"/>
                  </a:lnTo>
                  <a:lnTo>
                    <a:pt x="94520" y="291349"/>
                  </a:lnTo>
                  <a:lnTo>
                    <a:pt x="94762" y="291468"/>
                  </a:lnTo>
                  <a:lnTo>
                    <a:pt x="94766" y="291595"/>
                  </a:lnTo>
                  <a:lnTo>
                    <a:pt x="94656" y="292081"/>
                  </a:lnTo>
                  <a:lnTo>
                    <a:pt x="94636" y="292254"/>
                  </a:lnTo>
                  <a:lnTo>
                    <a:pt x="94539" y="293099"/>
                  </a:lnTo>
                  <a:lnTo>
                    <a:pt x="94622" y="293450"/>
                  </a:lnTo>
                  <a:lnTo>
                    <a:pt x="94923" y="293438"/>
                  </a:lnTo>
                  <a:lnTo>
                    <a:pt x="95516" y="293288"/>
                  </a:lnTo>
                  <a:lnTo>
                    <a:pt x="95487" y="293511"/>
                  </a:lnTo>
                  <a:lnTo>
                    <a:pt x="95502" y="293782"/>
                  </a:lnTo>
                  <a:lnTo>
                    <a:pt x="95907" y="293857"/>
                  </a:lnTo>
                  <a:lnTo>
                    <a:pt x="95829" y="294113"/>
                  </a:lnTo>
                  <a:lnTo>
                    <a:pt x="95825" y="294392"/>
                  </a:lnTo>
                  <a:lnTo>
                    <a:pt x="95820" y="294825"/>
                  </a:lnTo>
                  <a:lnTo>
                    <a:pt x="95942" y="295063"/>
                  </a:lnTo>
                  <a:lnTo>
                    <a:pt x="95732" y="295650"/>
                  </a:lnTo>
                  <a:lnTo>
                    <a:pt x="95734" y="295846"/>
                  </a:lnTo>
                  <a:lnTo>
                    <a:pt x="95793" y="296072"/>
                  </a:lnTo>
                  <a:lnTo>
                    <a:pt x="96198" y="296355"/>
                  </a:lnTo>
                  <a:lnTo>
                    <a:pt x="96469" y="296344"/>
                  </a:lnTo>
                  <a:lnTo>
                    <a:pt x="97135" y="297181"/>
                  </a:lnTo>
                  <a:lnTo>
                    <a:pt x="97042" y="297456"/>
                  </a:lnTo>
                  <a:lnTo>
                    <a:pt x="96921" y="297679"/>
                  </a:lnTo>
                  <a:lnTo>
                    <a:pt x="96984" y="297873"/>
                  </a:lnTo>
                  <a:lnTo>
                    <a:pt x="97103" y="298173"/>
                  </a:lnTo>
                  <a:lnTo>
                    <a:pt x="97163" y="298322"/>
                  </a:lnTo>
                  <a:lnTo>
                    <a:pt x="97306" y="298623"/>
                  </a:lnTo>
                  <a:lnTo>
                    <a:pt x="97434" y="298612"/>
                  </a:lnTo>
                  <a:lnTo>
                    <a:pt x="97846" y="298676"/>
                  </a:lnTo>
                  <a:lnTo>
                    <a:pt x="98099" y="298846"/>
                  </a:lnTo>
                  <a:lnTo>
                    <a:pt x="98333" y="299010"/>
                  </a:lnTo>
                  <a:lnTo>
                    <a:pt x="99298" y="299205"/>
                  </a:lnTo>
                  <a:lnTo>
                    <a:pt x="99944" y="299112"/>
                  </a:lnTo>
                  <a:lnTo>
                    <a:pt x="100196" y="298969"/>
                  </a:lnTo>
                  <a:lnTo>
                    <a:pt x="100351" y="298865"/>
                  </a:lnTo>
                  <a:lnTo>
                    <a:pt x="101058" y="298448"/>
                  </a:lnTo>
                  <a:lnTo>
                    <a:pt x="101517" y="298404"/>
                  </a:lnTo>
                  <a:lnTo>
                    <a:pt x="101788" y="298360"/>
                  </a:lnTo>
                  <a:lnTo>
                    <a:pt x="101927" y="298222"/>
                  </a:lnTo>
                  <a:lnTo>
                    <a:pt x="102251" y="297762"/>
                  </a:lnTo>
                  <a:lnTo>
                    <a:pt x="102593" y="297450"/>
                  </a:lnTo>
                  <a:lnTo>
                    <a:pt x="102931" y="297833"/>
                  </a:lnTo>
                  <a:lnTo>
                    <a:pt x="103129" y="298059"/>
                  </a:lnTo>
                  <a:lnTo>
                    <a:pt x="103411" y="298578"/>
                  </a:lnTo>
                  <a:lnTo>
                    <a:pt x="104268" y="298353"/>
                  </a:lnTo>
                  <a:lnTo>
                    <a:pt x="104681" y="298179"/>
                  </a:lnTo>
                  <a:lnTo>
                    <a:pt x="104902" y="298398"/>
                  </a:lnTo>
                  <a:lnTo>
                    <a:pt x="105149" y="298324"/>
                  </a:lnTo>
                  <a:lnTo>
                    <a:pt x="105486" y="298402"/>
                  </a:lnTo>
                  <a:lnTo>
                    <a:pt x="105582" y="298634"/>
                  </a:lnTo>
                  <a:lnTo>
                    <a:pt x="105957" y="298698"/>
                  </a:lnTo>
                  <a:lnTo>
                    <a:pt x="106436" y="298160"/>
                  </a:lnTo>
                  <a:lnTo>
                    <a:pt x="106854" y="297990"/>
                  </a:lnTo>
                  <a:lnTo>
                    <a:pt x="107040" y="297914"/>
                  </a:lnTo>
                  <a:lnTo>
                    <a:pt x="107552" y="297962"/>
                  </a:lnTo>
                  <a:lnTo>
                    <a:pt x="107646" y="297826"/>
                  </a:lnTo>
                  <a:lnTo>
                    <a:pt x="107977" y="297168"/>
                  </a:lnTo>
                  <a:lnTo>
                    <a:pt x="108002" y="296964"/>
                  </a:lnTo>
                  <a:lnTo>
                    <a:pt x="107863" y="296747"/>
                  </a:lnTo>
                  <a:lnTo>
                    <a:pt x="108198" y="296090"/>
                  </a:lnTo>
                  <a:lnTo>
                    <a:pt x="108603" y="295645"/>
                  </a:lnTo>
                  <a:lnTo>
                    <a:pt x="109348" y="295534"/>
                  </a:lnTo>
                  <a:lnTo>
                    <a:pt x="109480" y="295736"/>
                  </a:lnTo>
                  <a:lnTo>
                    <a:pt x="109664" y="296083"/>
                  </a:lnTo>
                  <a:lnTo>
                    <a:pt x="109731" y="296219"/>
                  </a:lnTo>
                  <a:lnTo>
                    <a:pt x="109982" y="296729"/>
                  </a:lnTo>
                  <a:lnTo>
                    <a:pt x="110177" y="297193"/>
                  </a:lnTo>
                  <a:lnTo>
                    <a:pt x="110385" y="297242"/>
                  </a:lnTo>
                  <a:lnTo>
                    <a:pt x="110732" y="297268"/>
                  </a:lnTo>
                  <a:lnTo>
                    <a:pt x="110814" y="297450"/>
                  </a:lnTo>
                  <a:lnTo>
                    <a:pt x="110903" y="297790"/>
                  </a:lnTo>
                  <a:lnTo>
                    <a:pt x="111017" y="298111"/>
                  </a:lnTo>
                  <a:lnTo>
                    <a:pt x="111173" y="298209"/>
                  </a:lnTo>
                  <a:lnTo>
                    <a:pt x="111517" y="298286"/>
                  </a:lnTo>
                  <a:lnTo>
                    <a:pt x="112104" y="298184"/>
                  </a:lnTo>
                  <a:lnTo>
                    <a:pt x="112015" y="297939"/>
                  </a:lnTo>
                  <a:lnTo>
                    <a:pt x="111786" y="297656"/>
                  </a:lnTo>
                  <a:lnTo>
                    <a:pt x="111834" y="297439"/>
                  </a:lnTo>
                  <a:lnTo>
                    <a:pt x="112075" y="297072"/>
                  </a:lnTo>
                  <a:lnTo>
                    <a:pt x="112226" y="297082"/>
                  </a:lnTo>
                  <a:lnTo>
                    <a:pt x="112436" y="297484"/>
                  </a:lnTo>
                  <a:lnTo>
                    <a:pt x="112683" y="297784"/>
                  </a:lnTo>
                  <a:lnTo>
                    <a:pt x="112870" y="297751"/>
                  </a:lnTo>
                  <a:lnTo>
                    <a:pt x="113621" y="297256"/>
                  </a:lnTo>
                  <a:lnTo>
                    <a:pt x="113637" y="296203"/>
                  </a:lnTo>
                  <a:lnTo>
                    <a:pt x="113519" y="296016"/>
                  </a:lnTo>
                  <a:lnTo>
                    <a:pt x="113458" y="295622"/>
                  </a:lnTo>
                  <a:lnTo>
                    <a:pt x="113899" y="294737"/>
                  </a:lnTo>
                  <a:lnTo>
                    <a:pt x="114316" y="294987"/>
                  </a:lnTo>
                  <a:lnTo>
                    <a:pt x="114561" y="295134"/>
                  </a:lnTo>
                  <a:lnTo>
                    <a:pt x="114804" y="295004"/>
                  </a:lnTo>
                  <a:lnTo>
                    <a:pt x="115176" y="294589"/>
                  </a:lnTo>
                  <a:lnTo>
                    <a:pt x="115032" y="294121"/>
                  </a:lnTo>
                  <a:lnTo>
                    <a:pt x="115122" y="293769"/>
                  </a:lnTo>
                  <a:lnTo>
                    <a:pt x="115480" y="293794"/>
                  </a:lnTo>
                  <a:lnTo>
                    <a:pt x="115731" y="293802"/>
                  </a:lnTo>
                  <a:lnTo>
                    <a:pt x="116301" y="293486"/>
                  </a:lnTo>
                  <a:lnTo>
                    <a:pt x="116717" y="292877"/>
                  </a:lnTo>
                  <a:lnTo>
                    <a:pt x="116907" y="292483"/>
                  </a:lnTo>
                  <a:lnTo>
                    <a:pt x="116926" y="292248"/>
                  </a:lnTo>
                  <a:lnTo>
                    <a:pt x="117106" y="292102"/>
                  </a:lnTo>
                  <a:lnTo>
                    <a:pt x="117865" y="291357"/>
                  </a:lnTo>
                  <a:lnTo>
                    <a:pt x="118639" y="290565"/>
                  </a:lnTo>
                  <a:lnTo>
                    <a:pt x="118877" y="290312"/>
                  </a:lnTo>
                  <a:lnTo>
                    <a:pt x="119461" y="289774"/>
                  </a:lnTo>
                  <a:lnTo>
                    <a:pt x="119757" y="289424"/>
                  </a:lnTo>
                  <a:lnTo>
                    <a:pt x="120447" y="288567"/>
                  </a:lnTo>
                  <a:lnTo>
                    <a:pt x="120719" y="288179"/>
                  </a:lnTo>
                  <a:lnTo>
                    <a:pt x="120823" y="288018"/>
                  </a:lnTo>
                  <a:lnTo>
                    <a:pt x="121410" y="287173"/>
                  </a:lnTo>
                  <a:lnTo>
                    <a:pt x="121992" y="286087"/>
                  </a:lnTo>
                  <a:lnTo>
                    <a:pt x="122203" y="285662"/>
                  </a:lnTo>
                  <a:lnTo>
                    <a:pt x="122271" y="285004"/>
                  </a:lnTo>
                  <a:lnTo>
                    <a:pt x="122365" y="284758"/>
                  </a:lnTo>
                  <a:lnTo>
                    <a:pt x="122488" y="284614"/>
                  </a:lnTo>
                  <a:lnTo>
                    <a:pt x="122647" y="284338"/>
                  </a:lnTo>
                  <a:lnTo>
                    <a:pt x="122691" y="284076"/>
                  </a:lnTo>
                  <a:lnTo>
                    <a:pt x="122913" y="283576"/>
                  </a:lnTo>
                  <a:lnTo>
                    <a:pt x="123193" y="283227"/>
                  </a:lnTo>
                  <a:lnTo>
                    <a:pt x="123323" y="282802"/>
                  </a:lnTo>
                  <a:lnTo>
                    <a:pt x="123390" y="282634"/>
                  </a:lnTo>
                  <a:lnTo>
                    <a:pt x="123506" y="282329"/>
                  </a:lnTo>
                  <a:lnTo>
                    <a:pt x="123626" y="282033"/>
                  </a:lnTo>
                  <a:lnTo>
                    <a:pt x="123805" y="281811"/>
                  </a:lnTo>
                  <a:lnTo>
                    <a:pt x="124320" y="281087"/>
                  </a:lnTo>
                  <a:lnTo>
                    <a:pt x="124551" y="280978"/>
                  </a:lnTo>
                  <a:lnTo>
                    <a:pt x="124879" y="280738"/>
                  </a:lnTo>
                  <a:lnTo>
                    <a:pt x="125414" y="280191"/>
                  </a:lnTo>
                  <a:lnTo>
                    <a:pt x="125854" y="279872"/>
                  </a:lnTo>
                  <a:lnTo>
                    <a:pt x="125947" y="279448"/>
                  </a:lnTo>
                  <a:lnTo>
                    <a:pt x="126081" y="279078"/>
                  </a:lnTo>
                  <a:lnTo>
                    <a:pt x="126154" y="278874"/>
                  </a:lnTo>
                  <a:lnTo>
                    <a:pt x="126233" y="278655"/>
                  </a:lnTo>
                  <a:lnTo>
                    <a:pt x="126290" y="278413"/>
                  </a:lnTo>
                  <a:lnTo>
                    <a:pt x="126440" y="277765"/>
                  </a:lnTo>
                  <a:lnTo>
                    <a:pt x="126296" y="277435"/>
                  </a:lnTo>
                  <a:lnTo>
                    <a:pt x="126330" y="277226"/>
                  </a:lnTo>
                  <a:lnTo>
                    <a:pt x="127040" y="275329"/>
                  </a:lnTo>
                  <a:lnTo>
                    <a:pt x="127113" y="275196"/>
                  </a:lnTo>
                  <a:lnTo>
                    <a:pt x="127610" y="274442"/>
                  </a:lnTo>
                  <a:lnTo>
                    <a:pt x="128082" y="273906"/>
                  </a:lnTo>
                  <a:lnTo>
                    <a:pt x="128442" y="273391"/>
                  </a:lnTo>
                  <a:lnTo>
                    <a:pt x="128646" y="273141"/>
                  </a:lnTo>
                  <a:lnTo>
                    <a:pt x="129015" y="272701"/>
                  </a:lnTo>
                  <a:lnTo>
                    <a:pt x="129230" y="272414"/>
                  </a:lnTo>
                  <a:lnTo>
                    <a:pt x="129170" y="272166"/>
                  </a:lnTo>
                  <a:lnTo>
                    <a:pt x="129649" y="272221"/>
                  </a:lnTo>
                  <a:lnTo>
                    <a:pt x="129884" y="272288"/>
                  </a:lnTo>
                  <a:lnTo>
                    <a:pt x="130479" y="272027"/>
                  </a:lnTo>
                  <a:lnTo>
                    <a:pt x="130703" y="271141"/>
                  </a:lnTo>
                  <a:lnTo>
                    <a:pt x="130504" y="270995"/>
                  </a:lnTo>
                  <a:lnTo>
                    <a:pt x="130337" y="270479"/>
                  </a:lnTo>
                  <a:lnTo>
                    <a:pt x="130949" y="270008"/>
                  </a:lnTo>
                  <a:lnTo>
                    <a:pt x="131810" y="269217"/>
                  </a:lnTo>
                  <a:lnTo>
                    <a:pt x="132143" y="268486"/>
                  </a:lnTo>
                  <a:lnTo>
                    <a:pt x="132973" y="267915"/>
                  </a:lnTo>
                  <a:lnTo>
                    <a:pt x="133199" y="267369"/>
                  </a:lnTo>
                  <a:lnTo>
                    <a:pt x="133254" y="267199"/>
                  </a:lnTo>
                  <a:lnTo>
                    <a:pt x="133366" y="266931"/>
                  </a:lnTo>
                  <a:lnTo>
                    <a:pt x="133593" y="266663"/>
                  </a:lnTo>
                  <a:lnTo>
                    <a:pt x="133788" y="266471"/>
                  </a:lnTo>
                  <a:lnTo>
                    <a:pt x="134211" y="265127"/>
                  </a:lnTo>
                  <a:lnTo>
                    <a:pt x="133477" y="264272"/>
                  </a:lnTo>
                  <a:lnTo>
                    <a:pt x="133023" y="264324"/>
                  </a:lnTo>
                  <a:lnTo>
                    <a:pt x="132697" y="264329"/>
                  </a:lnTo>
                  <a:lnTo>
                    <a:pt x="132467" y="264188"/>
                  </a:lnTo>
                  <a:lnTo>
                    <a:pt x="132008" y="263577"/>
                  </a:lnTo>
                  <a:lnTo>
                    <a:pt x="131812" y="263157"/>
                  </a:lnTo>
                  <a:lnTo>
                    <a:pt x="131861" y="262691"/>
                  </a:lnTo>
                  <a:lnTo>
                    <a:pt x="131742" y="262529"/>
                  </a:lnTo>
                  <a:lnTo>
                    <a:pt x="131575" y="262300"/>
                  </a:lnTo>
                  <a:lnTo>
                    <a:pt x="131132" y="261708"/>
                  </a:lnTo>
                  <a:lnTo>
                    <a:pt x="130943" y="261565"/>
                  </a:lnTo>
                  <a:lnTo>
                    <a:pt x="130655" y="261373"/>
                  </a:lnTo>
                  <a:lnTo>
                    <a:pt x="130438" y="260989"/>
                  </a:lnTo>
                  <a:lnTo>
                    <a:pt x="130148" y="259973"/>
                  </a:lnTo>
                  <a:lnTo>
                    <a:pt x="130307" y="259983"/>
                  </a:lnTo>
                  <a:lnTo>
                    <a:pt x="131022" y="259818"/>
                  </a:lnTo>
                  <a:lnTo>
                    <a:pt x="130995" y="259505"/>
                  </a:lnTo>
                  <a:lnTo>
                    <a:pt x="130835" y="259143"/>
                  </a:lnTo>
                  <a:lnTo>
                    <a:pt x="130965" y="259002"/>
                  </a:lnTo>
                  <a:lnTo>
                    <a:pt x="131397" y="258341"/>
                  </a:lnTo>
                  <a:lnTo>
                    <a:pt x="131938" y="258122"/>
                  </a:lnTo>
                  <a:lnTo>
                    <a:pt x="132158" y="257874"/>
                  </a:lnTo>
                  <a:lnTo>
                    <a:pt x="132428" y="257805"/>
                  </a:lnTo>
                  <a:lnTo>
                    <a:pt x="132682" y="257048"/>
                  </a:lnTo>
                  <a:lnTo>
                    <a:pt x="133005" y="256900"/>
                  </a:lnTo>
                  <a:lnTo>
                    <a:pt x="133347" y="256662"/>
                  </a:lnTo>
                  <a:lnTo>
                    <a:pt x="133496" y="256334"/>
                  </a:lnTo>
                  <a:lnTo>
                    <a:pt x="133319" y="256232"/>
                  </a:lnTo>
                  <a:lnTo>
                    <a:pt x="133000" y="255206"/>
                  </a:lnTo>
                  <a:lnTo>
                    <a:pt x="133161" y="254870"/>
                  </a:lnTo>
                  <a:lnTo>
                    <a:pt x="134137" y="254427"/>
                  </a:lnTo>
                  <a:lnTo>
                    <a:pt x="134291" y="254296"/>
                  </a:lnTo>
                  <a:lnTo>
                    <a:pt x="134489" y="254057"/>
                  </a:lnTo>
                  <a:lnTo>
                    <a:pt x="134681" y="254448"/>
                  </a:lnTo>
                  <a:lnTo>
                    <a:pt x="134811" y="254638"/>
                  </a:lnTo>
                  <a:lnTo>
                    <a:pt x="135429" y="254459"/>
                  </a:lnTo>
                  <a:lnTo>
                    <a:pt x="135959" y="254466"/>
                  </a:lnTo>
                  <a:lnTo>
                    <a:pt x="136560" y="254359"/>
                  </a:lnTo>
                  <a:lnTo>
                    <a:pt x="137025" y="254481"/>
                  </a:lnTo>
                  <a:lnTo>
                    <a:pt x="137162" y="254517"/>
                  </a:lnTo>
                  <a:lnTo>
                    <a:pt x="137422" y="254683"/>
                  </a:lnTo>
                  <a:lnTo>
                    <a:pt x="137669" y="254824"/>
                  </a:lnTo>
                  <a:lnTo>
                    <a:pt x="137870" y="254926"/>
                  </a:lnTo>
                  <a:lnTo>
                    <a:pt x="138178" y="255072"/>
                  </a:lnTo>
                  <a:lnTo>
                    <a:pt x="138327" y="255159"/>
                  </a:lnTo>
                  <a:lnTo>
                    <a:pt x="138545" y="254999"/>
                  </a:lnTo>
                  <a:lnTo>
                    <a:pt x="138687" y="254880"/>
                  </a:lnTo>
                  <a:lnTo>
                    <a:pt x="138951" y="254777"/>
                  </a:lnTo>
                  <a:lnTo>
                    <a:pt x="139061" y="254938"/>
                  </a:lnTo>
                  <a:lnTo>
                    <a:pt x="139173" y="255173"/>
                  </a:lnTo>
                  <a:lnTo>
                    <a:pt x="139210" y="255389"/>
                  </a:lnTo>
                  <a:lnTo>
                    <a:pt x="139258" y="255518"/>
                  </a:lnTo>
                  <a:lnTo>
                    <a:pt x="139378" y="255750"/>
                  </a:lnTo>
                  <a:lnTo>
                    <a:pt x="139782" y="256094"/>
                  </a:lnTo>
                  <a:lnTo>
                    <a:pt x="140213" y="256407"/>
                  </a:lnTo>
                  <a:lnTo>
                    <a:pt x="140458" y="256349"/>
                  </a:lnTo>
                  <a:lnTo>
                    <a:pt x="140331" y="256135"/>
                  </a:lnTo>
                  <a:lnTo>
                    <a:pt x="140836" y="255675"/>
                  </a:lnTo>
                  <a:lnTo>
                    <a:pt x="141202" y="255215"/>
                  </a:lnTo>
                  <a:lnTo>
                    <a:pt x="141680" y="254613"/>
                  </a:lnTo>
                  <a:lnTo>
                    <a:pt x="141852" y="254374"/>
                  </a:lnTo>
                  <a:lnTo>
                    <a:pt x="142269" y="253728"/>
                  </a:lnTo>
                  <a:lnTo>
                    <a:pt x="142557" y="253320"/>
                  </a:lnTo>
                  <a:lnTo>
                    <a:pt x="142821" y="253116"/>
                  </a:lnTo>
                  <a:lnTo>
                    <a:pt x="143208" y="253207"/>
                  </a:lnTo>
                  <a:lnTo>
                    <a:pt x="143397" y="253194"/>
                  </a:lnTo>
                  <a:lnTo>
                    <a:pt x="143809" y="252572"/>
                  </a:lnTo>
                  <a:lnTo>
                    <a:pt x="144044" y="252239"/>
                  </a:lnTo>
                  <a:lnTo>
                    <a:pt x="144929" y="252506"/>
                  </a:lnTo>
                  <a:lnTo>
                    <a:pt x="145172" y="252623"/>
                  </a:lnTo>
                  <a:lnTo>
                    <a:pt x="145531" y="253220"/>
                  </a:lnTo>
                  <a:lnTo>
                    <a:pt x="145875" y="253696"/>
                  </a:lnTo>
                  <a:lnTo>
                    <a:pt x="145663" y="254341"/>
                  </a:lnTo>
                  <a:lnTo>
                    <a:pt x="145637" y="254597"/>
                  </a:lnTo>
                  <a:lnTo>
                    <a:pt x="145877" y="254913"/>
                  </a:lnTo>
                  <a:lnTo>
                    <a:pt x="145823" y="255191"/>
                  </a:lnTo>
                  <a:lnTo>
                    <a:pt x="145789" y="255440"/>
                  </a:lnTo>
                  <a:lnTo>
                    <a:pt x="145930" y="255576"/>
                  </a:lnTo>
                  <a:lnTo>
                    <a:pt x="146117" y="255950"/>
                  </a:lnTo>
                  <a:lnTo>
                    <a:pt x="146162" y="256131"/>
                  </a:lnTo>
                  <a:lnTo>
                    <a:pt x="146618" y="256208"/>
                  </a:lnTo>
                  <a:lnTo>
                    <a:pt x="146760" y="256251"/>
                  </a:lnTo>
                  <a:lnTo>
                    <a:pt x="146914" y="256100"/>
                  </a:lnTo>
                  <a:lnTo>
                    <a:pt x="147132" y="256024"/>
                  </a:lnTo>
                  <a:lnTo>
                    <a:pt x="147332" y="256051"/>
                  </a:lnTo>
                  <a:lnTo>
                    <a:pt x="147716" y="256243"/>
                  </a:lnTo>
                  <a:lnTo>
                    <a:pt x="148123" y="256584"/>
                  </a:lnTo>
                  <a:lnTo>
                    <a:pt x="148474" y="256810"/>
                  </a:lnTo>
                  <a:lnTo>
                    <a:pt x="148725" y="256944"/>
                  </a:lnTo>
                  <a:lnTo>
                    <a:pt x="148865" y="256953"/>
                  </a:lnTo>
                  <a:lnTo>
                    <a:pt x="149080" y="257014"/>
                  </a:lnTo>
                  <a:lnTo>
                    <a:pt x="149491" y="257180"/>
                  </a:lnTo>
                  <a:lnTo>
                    <a:pt x="149914" y="257433"/>
                  </a:lnTo>
                  <a:lnTo>
                    <a:pt x="150470" y="257327"/>
                  </a:lnTo>
                  <a:lnTo>
                    <a:pt x="150722" y="257126"/>
                  </a:lnTo>
                  <a:lnTo>
                    <a:pt x="151480" y="256488"/>
                  </a:lnTo>
                  <a:lnTo>
                    <a:pt x="151769" y="256219"/>
                  </a:lnTo>
                  <a:lnTo>
                    <a:pt x="151905" y="256044"/>
                  </a:lnTo>
                  <a:lnTo>
                    <a:pt x="152056" y="255846"/>
                  </a:lnTo>
                  <a:lnTo>
                    <a:pt x="152346" y="255273"/>
                  </a:lnTo>
                  <a:lnTo>
                    <a:pt x="152625" y="255031"/>
                  </a:lnTo>
                  <a:lnTo>
                    <a:pt x="152867" y="254848"/>
                  </a:lnTo>
                  <a:lnTo>
                    <a:pt x="153599" y="254259"/>
                  </a:lnTo>
                  <a:lnTo>
                    <a:pt x="153924" y="253972"/>
                  </a:lnTo>
                  <a:lnTo>
                    <a:pt x="154431" y="253738"/>
                  </a:lnTo>
                  <a:lnTo>
                    <a:pt x="154664" y="253594"/>
                  </a:lnTo>
                  <a:lnTo>
                    <a:pt x="154980" y="253374"/>
                  </a:lnTo>
                  <a:lnTo>
                    <a:pt x="155232" y="253134"/>
                  </a:lnTo>
                  <a:lnTo>
                    <a:pt x="155318" y="252597"/>
                  </a:lnTo>
                  <a:lnTo>
                    <a:pt x="155946" y="252151"/>
                  </a:lnTo>
                  <a:lnTo>
                    <a:pt x="156576" y="251745"/>
                  </a:lnTo>
                  <a:lnTo>
                    <a:pt x="156885" y="251634"/>
                  </a:lnTo>
                  <a:lnTo>
                    <a:pt x="157111" y="251363"/>
                  </a:lnTo>
                  <a:lnTo>
                    <a:pt x="157127" y="251195"/>
                  </a:lnTo>
                  <a:lnTo>
                    <a:pt x="156489" y="251016"/>
                  </a:lnTo>
                  <a:lnTo>
                    <a:pt x="156179" y="250944"/>
                  </a:lnTo>
                  <a:lnTo>
                    <a:pt x="155885" y="250876"/>
                  </a:lnTo>
                  <a:lnTo>
                    <a:pt x="155626" y="250817"/>
                  </a:lnTo>
                  <a:lnTo>
                    <a:pt x="155161" y="250760"/>
                  </a:lnTo>
                  <a:lnTo>
                    <a:pt x="154866" y="250665"/>
                  </a:lnTo>
                  <a:lnTo>
                    <a:pt x="154312" y="250019"/>
                  </a:lnTo>
                  <a:lnTo>
                    <a:pt x="154420" y="249517"/>
                  </a:lnTo>
                  <a:lnTo>
                    <a:pt x="154462" y="249330"/>
                  </a:lnTo>
                  <a:lnTo>
                    <a:pt x="154520" y="248924"/>
                  </a:lnTo>
                  <a:lnTo>
                    <a:pt x="154406" y="248634"/>
                  </a:lnTo>
                  <a:lnTo>
                    <a:pt x="154396" y="248424"/>
                  </a:lnTo>
                  <a:lnTo>
                    <a:pt x="154422" y="247972"/>
                  </a:lnTo>
                  <a:lnTo>
                    <a:pt x="154856" y="246953"/>
                  </a:lnTo>
                  <a:lnTo>
                    <a:pt x="155141" y="247093"/>
                  </a:lnTo>
                  <a:lnTo>
                    <a:pt x="156088" y="247288"/>
                  </a:lnTo>
                  <a:lnTo>
                    <a:pt x="156592" y="247196"/>
                  </a:lnTo>
                  <a:lnTo>
                    <a:pt x="156703" y="247025"/>
                  </a:lnTo>
                  <a:lnTo>
                    <a:pt x="157244" y="245927"/>
                  </a:lnTo>
                  <a:lnTo>
                    <a:pt x="157466" y="245235"/>
                  </a:lnTo>
                  <a:lnTo>
                    <a:pt x="157579" y="244989"/>
                  </a:lnTo>
                  <a:lnTo>
                    <a:pt x="158074" y="244978"/>
                  </a:lnTo>
                  <a:lnTo>
                    <a:pt x="158571" y="244541"/>
                  </a:lnTo>
                  <a:lnTo>
                    <a:pt x="159089" y="244304"/>
                  </a:lnTo>
                  <a:lnTo>
                    <a:pt x="159271" y="244233"/>
                  </a:lnTo>
                  <a:lnTo>
                    <a:pt x="159517" y="244154"/>
                  </a:lnTo>
                  <a:lnTo>
                    <a:pt x="159908" y="244126"/>
                  </a:lnTo>
                  <a:lnTo>
                    <a:pt x="159979" y="243363"/>
                  </a:lnTo>
                  <a:lnTo>
                    <a:pt x="159351" y="242988"/>
                  </a:lnTo>
                  <a:lnTo>
                    <a:pt x="158989" y="242975"/>
                  </a:lnTo>
                  <a:lnTo>
                    <a:pt x="158614" y="242679"/>
                  </a:lnTo>
                  <a:lnTo>
                    <a:pt x="158587" y="242296"/>
                  </a:lnTo>
                  <a:lnTo>
                    <a:pt x="158523" y="242079"/>
                  </a:lnTo>
                  <a:lnTo>
                    <a:pt x="158553" y="241835"/>
                  </a:lnTo>
                  <a:lnTo>
                    <a:pt x="158514" y="241517"/>
                  </a:lnTo>
                  <a:lnTo>
                    <a:pt x="158086" y="241162"/>
                  </a:lnTo>
                  <a:lnTo>
                    <a:pt x="157968" y="240924"/>
                  </a:lnTo>
                  <a:lnTo>
                    <a:pt x="158387" y="240183"/>
                  </a:lnTo>
                  <a:lnTo>
                    <a:pt x="158678" y="239740"/>
                  </a:lnTo>
                  <a:lnTo>
                    <a:pt x="159049" y="238859"/>
                  </a:lnTo>
                  <a:lnTo>
                    <a:pt x="159562" y="238541"/>
                  </a:lnTo>
                  <a:lnTo>
                    <a:pt x="160117" y="238326"/>
                  </a:lnTo>
                  <a:lnTo>
                    <a:pt x="160034" y="238077"/>
                  </a:lnTo>
                  <a:lnTo>
                    <a:pt x="159951" y="237886"/>
                  </a:lnTo>
                  <a:lnTo>
                    <a:pt x="160553" y="237296"/>
                  </a:lnTo>
                  <a:lnTo>
                    <a:pt x="160658" y="236801"/>
                  </a:lnTo>
                  <a:lnTo>
                    <a:pt x="161144" y="236275"/>
                  </a:lnTo>
                  <a:lnTo>
                    <a:pt x="161756" y="235903"/>
                  </a:lnTo>
                  <a:lnTo>
                    <a:pt x="161605" y="235251"/>
                  </a:lnTo>
                  <a:lnTo>
                    <a:pt x="161057" y="234619"/>
                  </a:lnTo>
                  <a:lnTo>
                    <a:pt x="160602" y="234509"/>
                  </a:lnTo>
                  <a:lnTo>
                    <a:pt x="160766" y="234316"/>
                  </a:lnTo>
                  <a:lnTo>
                    <a:pt x="161084" y="234021"/>
                  </a:lnTo>
                  <a:lnTo>
                    <a:pt x="160984" y="233859"/>
                  </a:lnTo>
                  <a:lnTo>
                    <a:pt x="160779" y="233913"/>
                  </a:lnTo>
                  <a:lnTo>
                    <a:pt x="160586" y="233995"/>
                  </a:lnTo>
                  <a:lnTo>
                    <a:pt x="160305" y="234140"/>
                  </a:lnTo>
                  <a:lnTo>
                    <a:pt x="160175" y="234177"/>
                  </a:lnTo>
                  <a:lnTo>
                    <a:pt x="159975" y="234211"/>
                  </a:lnTo>
                  <a:lnTo>
                    <a:pt x="159713" y="234306"/>
                  </a:lnTo>
                  <a:lnTo>
                    <a:pt x="159500" y="234402"/>
                  </a:lnTo>
                  <a:lnTo>
                    <a:pt x="158756" y="234519"/>
                  </a:lnTo>
                  <a:lnTo>
                    <a:pt x="158849" y="233724"/>
                  </a:lnTo>
                  <a:lnTo>
                    <a:pt x="158518" y="233328"/>
                  </a:lnTo>
                  <a:lnTo>
                    <a:pt x="158343" y="233164"/>
                  </a:lnTo>
                  <a:lnTo>
                    <a:pt x="158887" y="232873"/>
                  </a:lnTo>
                  <a:lnTo>
                    <a:pt x="160063" y="232647"/>
                  </a:lnTo>
                  <a:lnTo>
                    <a:pt x="160605" y="232224"/>
                  </a:lnTo>
                  <a:lnTo>
                    <a:pt x="160993" y="232275"/>
                  </a:lnTo>
                  <a:lnTo>
                    <a:pt x="161222" y="232267"/>
                  </a:lnTo>
                  <a:lnTo>
                    <a:pt x="161622" y="232074"/>
                  </a:lnTo>
                  <a:lnTo>
                    <a:pt x="161850" y="231553"/>
                  </a:lnTo>
                  <a:lnTo>
                    <a:pt x="162187" y="231323"/>
                  </a:lnTo>
                  <a:lnTo>
                    <a:pt x="162294" y="231162"/>
                  </a:lnTo>
                  <a:lnTo>
                    <a:pt x="162563" y="230980"/>
                  </a:lnTo>
                  <a:lnTo>
                    <a:pt x="162986" y="230762"/>
                  </a:lnTo>
                  <a:lnTo>
                    <a:pt x="163456" y="230472"/>
                  </a:lnTo>
                  <a:lnTo>
                    <a:pt x="164143" y="230168"/>
                  </a:lnTo>
                  <a:lnTo>
                    <a:pt x="164361" y="229995"/>
                  </a:lnTo>
                  <a:lnTo>
                    <a:pt x="164736" y="229670"/>
                  </a:lnTo>
                  <a:lnTo>
                    <a:pt x="165038" y="229247"/>
                  </a:lnTo>
                  <a:lnTo>
                    <a:pt x="165229" y="229058"/>
                  </a:lnTo>
                  <a:lnTo>
                    <a:pt x="165389" y="229029"/>
                  </a:lnTo>
                  <a:lnTo>
                    <a:pt x="165615" y="228974"/>
                  </a:lnTo>
                  <a:lnTo>
                    <a:pt x="165969" y="228820"/>
                  </a:lnTo>
                  <a:lnTo>
                    <a:pt x="166166" y="228278"/>
                  </a:lnTo>
                  <a:lnTo>
                    <a:pt x="166204" y="228058"/>
                  </a:lnTo>
                  <a:lnTo>
                    <a:pt x="166076" y="227983"/>
                  </a:lnTo>
                  <a:lnTo>
                    <a:pt x="165934" y="227931"/>
                  </a:lnTo>
                  <a:lnTo>
                    <a:pt x="165784" y="227262"/>
                  </a:lnTo>
                  <a:lnTo>
                    <a:pt x="165347" y="227092"/>
                  </a:lnTo>
                  <a:lnTo>
                    <a:pt x="165115" y="227023"/>
                  </a:lnTo>
                  <a:lnTo>
                    <a:pt x="164663" y="226248"/>
                  </a:lnTo>
                  <a:lnTo>
                    <a:pt x="165454" y="225952"/>
                  </a:lnTo>
                  <a:lnTo>
                    <a:pt x="165687" y="225738"/>
                  </a:lnTo>
                  <a:lnTo>
                    <a:pt x="165985" y="225192"/>
                  </a:lnTo>
                  <a:lnTo>
                    <a:pt x="166919" y="225109"/>
                  </a:lnTo>
                  <a:lnTo>
                    <a:pt x="167201" y="224911"/>
                  </a:lnTo>
                  <a:lnTo>
                    <a:pt x="167397" y="224630"/>
                  </a:lnTo>
                  <a:lnTo>
                    <a:pt x="167611" y="224179"/>
                  </a:lnTo>
                  <a:lnTo>
                    <a:pt x="167619" y="223264"/>
                  </a:lnTo>
                  <a:lnTo>
                    <a:pt x="167445" y="223069"/>
                  </a:lnTo>
                  <a:lnTo>
                    <a:pt x="167358" y="222666"/>
                  </a:lnTo>
                  <a:lnTo>
                    <a:pt x="167653" y="222435"/>
                  </a:lnTo>
                  <a:lnTo>
                    <a:pt x="167985" y="222198"/>
                  </a:lnTo>
                  <a:lnTo>
                    <a:pt x="168076" y="221849"/>
                  </a:lnTo>
                  <a:lnTo>
                    <a:pt x="168079" y="221692"/>
                  </a:lnTo>
                  <a:lnTo>
                    <a:pt x="167953" y="221208"/>
                  </a:lnTo>
                  <a:lnTo>
                    <a:pt x="167328" y="221232"/>
                  </a:lnTo>
                  <a:lnTo>
                    <a:pt x="167115" y="221388"/>
                  </a:lnTo>
                  <a:lnTo>
                    <a:pt x="166895" y="221356"/>
                  </a:lnTo>
                  <a:lnTo>
                    <a:pt x="166673" y="221170"/>
                  </a:lnTo>
                  <a:lnTo>
                    <a:pt x="166594" y="220818"/>
                  </a:lnTo>
                  <a:lnTo>
                    <a:pt x="166569" y="220674"/>
                  </a:lnTo>
                  <a:lnTo>
                    <a:pt x="166332" y="220365"/>
                  </a:lnTo>
                  <a:lnTo>
                    <a:pt x="166413" y="219950"/>
                  </a:lnTo>
                  <a:lnTo>
                    <a:pt x="166622" y="219865"/>
                  </a:lnTo>
                  <a:lnTo>
                    <a:pt x="167233" y="219785"/>
                  </a:lnTo>
                  <a:lnTo>
                    <a:pt x="167523" y="219704"/>
                  </a:lnTo>
                  <a:lnTo>
                    <a:pt x="167849" y="219551"/>
                  </a:lnTo>
                  <a:lnTo>
                    <a:pt x="168064" y="219368"/>
                  </a:lnTo>
                  <a:lnTo>
                    <a:pt x="168061" y="219237"/>
                  </a:lnTo>
                  <a:lnTo>
                    <a:pt x="168234" y="219088"/>
                  </a:lnTo>
                  <a:lnTo>
                    <a:pt x="168710" y="219096"/>
                  </a:lnTo>
                  <a:lnTo>
                    <a:pt x="169214" y="219524"/>
                  </a:lnTo>
                  <a:lnTo>
                    <a:pt x="169936" y="219242"/>
                  </a:lnTo>
                  <a:lnTo>
                    <a:pt x="170500" y="219380"/>
                  </a:lnTo>
                  <a:lnTo>
                    <a:pt x="170877" y="218992"/>
                  </a:lnTo>
                  <a:lnTo>
                    <a:pt x="171364" y="219281"/>
                  </a:lnTo>
                  <a:lnTo>
                    <a:pt x="171523" y="219247"/>
                  </a:lnTo>
                  <a:lnTo>
                    <a:pt x="172091" y="219086"/>
                  </a:lnTo>
                  <a:lnTo>
                    <a:pt x="172965" y="219092"/>
                  </a:lnTo>
                  <a:lnTo>
                    <a:pt x="173183" y="219020"/>
                  </a:lnTo>
                  <a:lnTo>
                    <a:pt x="173513" y="218888"/>
                  </a:lnTo>
                  <a:lnTo>
                    <a:pt x="173894" y="218468"/>
                  </a:lnTo>
                  <a:lnTo>
                    <a:pt x="173526" y="217929"/>
                  </a:lnTo>
                  <a:lnTo>
                    <a:pt x="173505" y="217752"/>
                  </a:lnTo>
                  <a:lnTo>
                    <a:pt x="173521" y="217265"/>
                  </a:lnTo>
                  <a:lnTo>
                    <a:pt x="173955" y="216930"/>
                  </a:lnTo>
                  <a:lnTo>
                    <a:pt x="174516" y="216984"/>
                  </a:lnTo>
                  <a:lnTo>
                    <a:pt x="174706" y="217060"/>
                  </a:lnTo>
                  <a:lnTo>
                    <a:pt x="174857" y="217103"/>
                  </a:lnTo>
                  <a:lnTo>
                    <a:pt x="175271" y="217116"/>
                  </a:lnTo>
                  <a:lnTo>
                    <a:pt x="175626" y="217031"/>
                  </a:lnTo>
                  <a:lnTo>
                    <a:pt x="175825" y="216888"/>
                  </a:lnTo>
                  <a:lnTo>
                    <a:pt x="175933" y="216359"/>
                  </a:lnTo>
                  <a:lnTo>
                    <a:pt x="175684" y="215958"/>
                  </a:lnTo>
                  <a:lnTo>
                    <a:pt x="175358" y="215590"/>
                  </a:lnTo>
                  <a:lnTo>
                    <a:pt x="175636" y="215558"/>
                  </a:lnTo>
                  <a:lnTo>
                    <a:pt x="175887" y="215047"/>
                  </a:lnTo>
                  <a:lnTo>
                    <a:pt x="175798" y="214582"/>
                  </a:lnTo>
                  <a:lnTo>
                    <a:pt x="175961" y="214399"/>
                  </a:lnTo>
                  <a:lnTo>
                    <a:pt x="177185" y="213499"/>
                  </a:lnTo>
                  <a:lnTo>
                    <a:pt x="177710" y="212782"/>
                  </a:lnTo>
                  <a:lnTo>
                    <a:pt x="178066" y="212350"/>
                  </a:lnTo>
                  <a:lnTo>
                    <a:pt x="178531" y="212224"/>
                  </a:lnTo>
                  <a:lnTo>
                    <a:pt x="178887" y="212366"/>
                  </a:lnTo>
                  <a:lnTo>
                    <a:pt x="179153" y="212777"/>
                  </a:lnTo>
                  <a:lnTo>
                    <a:pt x="179255" y="212936"/>
                  </a:lnTo>
                  <a:lnTo>
                    <a:pt x="179544" y="212973"/>
                  </a:lnTo>
                  <a:lnTo>
                    <a:pt x="179612" y="212609"/>
                  </a:lnTo>
                  <a:lnTo>
                    <a:pt x="179576" y="212454"/>
                  </a:lnTo>
                  <a:lnTo>
                    <a:pt x="179555" y="212219"/>
                  </a:lnTo>
                  <a:lnTo>
                    <a:pt x="179781" y="211945"/>
                  </a:lnTo>
                  <a:lnTo>
                    <a:pt x="180152" y="211920"/>
                  </a:lnTo>
                  <a:lnTo>
                    <a:pt x="180551" y="211897"/>
                  </a:lnTo>
                  <a:lnTo>
                    <a:pt x="180727" y="211585"/>
                  </a:lnTo>
                  <a:lnTo>
                    <a:pt x="180838" y="211378"/>
                  </a:lnTo>
                  <a:lnTo>
                    <a:pt x="181282" y="211174"/>
                  </a:lnTo>
                  <a:lnTo>
                    <a:pt x="182220" y="210495"/>
                  </a:lnTo>
                  <a:lnTo>
                    <a:pt x="182408" y="210494"/>
                  </a:lnTo>
                  <a:lnTo>
                    <a:pt x="183270" y="210379"/>
                  </a:lnTo>
                  <a:lnTo>
                    <a:pt x="183227" y="210235"/>
                  </a:lnTo>
                  <a:lnTo>
                    <a:pt x="183107" y="210077"/>
                  </a:lnTo>
                  <a:lnTo>
                    <a:pt x="182658" y="209875"/>
                  </a:lnTo>
                  <a:lnTo>
                    <a:pt x="182340" y="209507"/>
                  </a:lnTo>
                  <a:lnTo>
                    <a:pt x="182051" y="209213"/>
                  </a:lnTo>
                  <a:lnTo>
                    <a:pt x="181933" y="208768"/>
                  </a:lnTo>
                  <a:lnTo>
                    <a:pt x="182213" y="208629"/>
                  </a:lnTo>
                  <a:lnTo>
                    <a:pt x="182279" y="208369"/>
                  </a:lnTo>
                  <a:lnTo>
                    <a:pt x="182228" y="208053"/>
                  </a:lnTo>
                  <a:lnTo>
                    <a:pt x="181569" y="207102"/>
                  </a:lnTo>
                  <a:lnTo>
                    <a:pt x="181356" y="206809"/>
                  </a:lnTo>
                  <a:lnTo>
                    <a:pt x="182151" y="206073"/>
                  </a:lnTo>
                  <a:lnTo>
                    <a:pt x="182404" y="205898"/>
                  </a:lnTo>
                  <a:lnTo>
                    <a:pt x="182762" y="205596"/>
                  </a:lnTo>
                  <a:lnTo>
                    <a:pt x="182459" y="205554"/>
                  </a:lnTo>
                  <a:lnTo>
                    <a:pt x="181830" y="205363"/>
                  </a:lnTo>
                  <a:lnTo>
                    <a:pt x="181603" y="205209"/>
                  </a:lnTo>
                  <a:lnTo>
                    <a:pt x="181208" y="204977"/>
                  </a:lnTo>
                  <a:lnTo>
                    <a:pt x="180906" y="204821"/>
                  </a:lnTo>
                  <a:lnTo>
                    <a:pt x="180501" y="204706"/>
                  </a:lnTo>
                  <a:lnTo>
                    <a:pt x="180476" y="204550"/>
                  </a:lnTo>
                  <a:lnTo>
                    <a:pt x="180443" y="204339"/>
                  </a:lnTo>
                  <a:lnTo>
                    <a:pt x="180313" y="204384"/>
                  </a:lnTo>
                  <a:lnTo>
                    <a:pt x="179338" y="204352"/>
                  </a:lnTo>
                  <a:lnTo>
                    <a:pt x="178914" y="204070"/>
                  </a:lnTo>
                  <a:lnTo>
                    <a:pt x="178884" y="203895"/>
                  </a:lnTo>
                  <a:lnTo>
                    <a:pt x="178985" y="203750"/>
                  </a:lnTo>
                  <a:lnTo>
                    <a:pt x="179314" y="203264"/>
                  </a:lnTo>
                  <a:lnTo>
                    <a:pt x="179426" y="202988"/>
                  </a:lnTo>
                  <a:lnTo>
                    <a:pt x="179260" y="202662"/>
                  </a:lnTo>
                  <a:lnTo>
                    <a:pt x="178876" y="202665"/>
                  </a:lnTo>
                  <a:lnTo>
                    <a:pt x="178622" y="202789"/>
                  </a:lnTo>
                  <a:lnTo>
                    <a:pt x="178311" y="202832"/>
                  </a:lnTo>
                  <a:lnTo>
                    <a:pt x="177837" y="202812"/>
                  </a:lnTo>
                  <a:lnTo>
                    <a:pt x="177498" y="202731"/>
                  </a:lnTo>
                  <a:lnTo>
                    <a:pt x="177182" y="202525"/>
                  </a:lnTo>
                  <a:lnTo>
                    <a:pt x="177004" y="202408"/>
                  </a:lnTo>
                  <a:lnTo>
                    <a:pt x="176310" y="202085"/>
                  </a:lnTo>
                  <a:lnTo>
                    <a:pt x="175986" y="201846"/>
                  </a:lnTo>
                  <a:lnTo>
                    <a:pt x="175808" y="201135"/>
                  </a:lnTo>
                  <a:lnTo>
                    <a:pt x="175712" y="200937"/>
                  </a:lnTo>
                  <a:lnTo>
                    <a:pt x="175644" y="200511"/>
                  </a:lnTo>
                  <a:lnTo>
                    <a:pt x="174981" y="200538"/>
                  </a:lnTo>
                  <a:lnTo>
                    <a:pt x="174579" y="200475"/>
                  </a:lnTo>
                  <a:lnTo>
                    <a:pt x="174341" y="200336"/>
                  </a:lnTo>
                  <a:lnTo>
                    <a:pt x="173692" y="200011"/>
                  </a:lnTo>
                  <a:lnTo>
                    <a:pt x="173273" y="199510"/>
                  </a:lnTo>
                  <a:lnTo>
                    <a:pt x="173225" y="199293"/>
                  </a:lnTo>
                  <a:lnTo>
                    <a:pt x="172985" y="199055"/>
                  </a:lnTo>
                  <a:lnTo>
                    <a:pt x="172772" y="198777"/>
                  </a:lnTo>
                  <a:lnTo>
                    <a:pt x="172506" y="198424"/>
                  </a:lnTo>
                  <a:lnTo>
                    <a:pt x="171868" y="197515"/>
                  </a:lnTo>
                  <a:lnTo>
                    <a:pt x="171552" y="197336"/>
                  </a:lnTo>
                  <a:lnTo>
                    <a:pt x="170983" y="197432"/>
                  </a:lnTo>
                  <a:lnTo>
                    <a:pt x="170753" y="196800"/>
                  </a:lnTo>
                  <a:lnTo>
                    <a:pt x="170858" y="196391"/>
                  </a:lnTo>
                  <a:lnTo>
                    <a:pt x="170967" y="196036"/>
                  </a:lnTo>
                  <a:lnTo>
                    <a:pt x="170865" y="195639"/>
                  </a:lnTo>
                  <a:lnTo>
                    <a:pt x="170476" y="194797"/>
                  </a:lnTo>
                  <a:lnTo>
                    <a:pt x="169741" y="194347"/>
                  </a:lnTo>
                  <a:lnTo>
                    <a:pt x="169793" y="194203"/>
                  </a:lnTo>
                  <a:lnTo>
                    <a:pt x="170049" y="193614"/>
                  </a:lnTo>
                  <a:lnTo>
                    <a:pt x="170339" y="193559"/>
                  </a:lnTo>
                  <a:lnTo>
                    <a:pt x="170899" y="193153"/>
                  </a:lnTo>
                  <a:lnTo>
                    <a:pt x="171230" y="193079"/>
                  </a:lnTo>
                  <a:lnTo>
                    <a:pt x="171682" y="192927"/>
                  </a:lnTo>
                  <a:lnTo>
                    <a:pt x="172031" y="192727"/>
                  </a:lnTo>
                  <a:lnTo>
                    <a:pt x="172501" y="193149"/>
                  </a:lnTo>
                  <a:lnTo>
                    <a:pt x="172882" y="193394"/>
                  </a:lnTo>
                  <a:lnTo>
                    <a:pt x="173776" y="193853"/>
                  </a:lnTo>
                  <a:lnTo>
                    <a:pt x="174217" y="193806"/>
                  </a:lnTo>
                  <a:lnTo>
                    <a:pt x="174779" y="193402"/>
                  </a:lnTo>
                  <a:lnTo>
                    <a:pt x="174535" y="192788"/>
                  </a:lnTo>
                  <a:lnTo>
                    <a:pt x="174084" y="192574"/>
                  </a:lnTo>
                  <a:lnTo>
                    <a:pt x="173694" y="192354"/>
                  </a:lnTo>
                  <a:lnTo>
                    <a:pt x="173465" y="192170"/>
                  </a:lnTo>
                  <a:lnTo>
                    <a:pt x="172870" y="191602"/>
                  </a:lnTo>
                  <a:lnTo>
                    <a:pt x="173722" y="190951"/>
                  </a:lnTo>
                  <a:lnTo>
                    <a:pt x="174204" y="190922"/>
                  </a:lnTo>
                  <a:lnTo>
                    <a:pt x="174446" y="190768"/>
                  </a:lnTo>
                  <a:lnTo>
                    <a:pt x="173753" y="189391"/>
                  </a:lnTo>
                  <a:lnTo>
                    <a:pt x="173664" y="188953"/>
                  </a:lnTo>
                  <a:lnTo>
                    <a:pt x="174043" y="188751"/>
                  </a:lnTo>
                  <a:lnTo>
                    <a:pt x="174388" y="188727"/>
                  </a:lnTo>
                  <a:lnTo>
                    <a:pt x="174799" y="188620"/>
                  </a:lnTo>
                  <a:lnTo>
                    <a:pt x="174965" y="188465"/>
                  </a:lnTo>
                  <a:lnTo>
                    <a:pt x="175344" y="188553"/>
                  </a:lnTo>
                  <a:lnTo>
                    <a:pt x="175602" y="188697"/>
                  </a:lnTo>
                  <a:lnTo>
                    <a:pt x="176214" y="188913"/>
                  </a:lnTo>
                  <a:lnTo>
                    <a:pt x="176438" y="188946"/>
                  </a:lnTo>
                  <a:lnTo>
                    <a:pt x="177057" y="188936"/>
                  </a:lnTo>
                  <a:lnTo>
                    <a:pt x="177248" y="189119"/>
                  </a:lnTo>
                  <a:lnTo>
                    <a:pt x="177484" y="189220"/>
                  </a:lnTo>
                  <a:lnTo>
                    <a:pt x="177663" y="189275"/>
                  </a:lnTo>
                  <a:lnTo>
                    <a:pt x="178074" y="189025"/>
                  </a:lnTo>
                  <a:lnTo>
                    <a:pt x="178807" y="188442"/>
                  </a:lnTo>
                  <a:lnTo>
                    <a:pt x="178814" y="188279"/>
                  </a:lnTo>
                  <a:lnTo>
                    <a:pt x="178831" y="187903"/>
                  </a:lnTo>
                  <a:lnTo>
                    <a:pt x="178669" y="187681"/>
                  </a:lnTo>
                  <a:lnTo>
                    <a:pt x="178271" y="187518"/>
                  </a:lnTo>
                  <a:lnTo>
                    <a:pt x="177775" y="187014"/>
                  </a:lnTo>
                  <a:lnTo>
                    <a:pt x="177696" y="186856"/>
                  </a:lnTo>
                  <a:lnTo>
                    <a:pt x="177533" y="186531"/>
                  </a:lnTo>
                  <a:lnTo>
                    <a:pt x="177436" y="186336"/>
                  </a:lnTo>
                  <a:lnTo>
                    <a:pt x="177229" y="185925"/>
                  </a:lnTo>
                  <a:lnTo>
                    <a:pt x="177011" y="185577"/>
                  </a:lnTo>
                  <a:lnTo>
                    <a:pt x="176901" y="185286"/>
                  </a:lnTo>
                  <a:lnTo>
                    <a:pt x="176768" y="185104"/>
                  </a:lnTo>
                  <a:lnTo>
                    <a:pt x="176343" y="184748"/>
                  </a:lnTo>
                  <a:lnTo>
                    <a:pt x="175933" y="184529"/>
                  </a:lnTo>
                  <a:lnTo>
                    <a:pt x="175693" y="184401"/>
                  </a:lnTo>
                  <a:lnTo>
                    <a:pt x="175583" y="184301"/>
                  </a:lnTo>
                  <a:lnTo>
                    <a:pt x="175695" y="184040"/>
                  </a:lnTo>
                  <a:lnTo>
                    <a:pt x="175266" y="183637"/>
                  </a:lnTo>
                  <a:lnTo>
                    <a:pt x="174988" y="183072"/>
                  </a:lnTo>
                  <a:lnTo>
                    <a:pt x="175660" y="182683"/>
                  </a:lnTo>
                  <a:lnTo>
                    <a:pt x="176222" y="182263"/>
                  </a:lnTo>
                  <a:lnTo>
                    <a:pt x="176416" y="182143"/>
                  </a:lnTo>
                  <a:lnTo>
                    <a:pt x="176784" y="182173"/>
                  </a:lnTo>
                  <a:lnTo>
                    <a:pt x="177400" y="182450"/>
                  </a:lnTo>
                  <a:lnTo>
                    <a:pt x="177973" y="182293"/>
                  </a:lnTo>
                  <a:lnTo>
                    <a:pt x="178483" y="182476"/>
                  </a:lnTo>
                  <a:lnTo>
                    <a:pt x="178734" y="182662"/>
                  </a:lnTo>
                  <a:lnTo>
                    <a:pt x="179114" y="182855"/>
                  </a:lnTo>
                  <a:lnTo>
                    <a:pt x="179634" y="182767"/>
                  </a:lnTo>
                  <a:lnTo>
                    <a:pt x="180118" y="182806"/>
                  </a:lnTo>
                  <a:lnTo>
                    <a:pt x="180396" y="182467"/>
                  </a:lnTo>
                  <a:lnTo>
                    <a:pt x="180714" y="182120"/>
                  </a:lnTo>
                  <a:lnTo>
                    <a:pt x="181134" y="181994"/>
                  </a:lnTo>
                  <a:lnTo>
                    <a:pt x="181332" y="181836"/>
                  </a:lnTo>
                  <a:lnTo>
                    <a:pt x="181665" y="181880"/>
                  </a:lnTo>
                  <a:lnTo>
                    <a:pt x="182063" y="182141"/>
                  </a:lnTo>
                  <a:lnTo>
                    <a:pt x="182346" y="182310"/>
                  </a:lnTo>
                  <a:close/>
                </a:path>
              </a:pathLst>
            </a:custGeom>
            <a:solidFill>
              <a:srgbClr val="F7DDCF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4357324" y="5595065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4358929" y="5594610"/>
              <a:ext cx="183243" cy="182904"/>
            </a:xfrm>
            <a:custGeom>
              <a:avLst/>
              <a:pathLst>
                <a:path w="183243" h="182904">
                  <a:moveTo>
                    <a:pt x="182879" y="182879"/>
                  </a:moveTo>
                  <a:lnTo>
                    <a:pt x="182420" y="182904"/>
                  </a:lnTo>
                  <a:lnTo>
                    <a:pt x="182603" y="182624"/>
                  </a:lnTo>
                  <a:lnTo>
                    <a:pt x="182788" y="182576"/>
                  </a:lnTo>
                  <a:lnTo>
                    <a:pt x="183047" y="182509"/>
                  </a:lnTo>
                  <a:lnTo>
                    <a:pt x="183243" y="18277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4369745" y="5587801"/>
              <a:ext cx="183189" cy="182879"/>
            </a:xfrm>
            <a:custGeom>
              <a:avLst/>
              <a:pathLst>
                <a:path w="183189" h="182879">
                  <a:moveTo>
                    <a:pt x="182879" y="182879"/>
                  </a:moveTo>
                  <a:lnTo>
                    <a:pt x="183132" y="182701"/>
                  </a:lnTo>
                  <a:lnTo>
                    <a:pt x="183189" y="18283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4377968" y="5585459"/>
              <a:ext cx="182879" cy="183107"/>
            </a:xfrm>
            <a:custGeom>
              <a:avLst/>
              <a:pathLst>
                <a:path w="182879" h="183107">
                  <a:moveTo>
                    <a:pt x="182879" y="182879"/>
                  </a:moveTo>
                  <a:lnTo>
                    <a:pt x="182735" y="182958"/>
                  </a:lnTo>
                  <a:lnTo>
                    <a:pt x="182292" y="183107"/>
                  </a:lnTo>
                  <a:lnTo>
                    <a:pt x="182091" y="182630"/>
                  </a:lnTo>
                  <a:lnTo>
                    <a:pt x="182275" y="18265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4376039" y="5584971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4377917" y="5584564"/>
              <a:ext cx="183233" cy="183139"/>
            </a:xfrm>
            <a:custGeom>
              <a:avLst/>
              <a:pathLst>
                <a:path w="183233" h="183139">
                  <a:moveTo>
                    <a:pt x="182879" y="182879"/>
                  </a:moveTo>
                  <a:lnTo>
                    <a:pt x="183233" y="182907"/>
                  </a:lnTo>
                  <a:lnTo>
                    <a:pt x="183125" y="18313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4375337" y="5584328"/>
              <a:ext cx="183066" cy="182879"/>
            </a:xfrm>
            <a:custGeom>
              <a:avLst/>
              <a:pathLst>
                <a:path w="183066" h="182879">
                  <a:moveTo>
                    <a:pt x="182879" y="182879"/>
                  </a:moveTo>
                  <a:lnTo>
                    <a:pt x="182967" y="182496"/>
                  </a:lnTo>
                  <a:lnTo>
                    <a:pt x="183066" y="18284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4364399" y="5577161"/>
              <a:ext cx="183297" cy="183154"/>
            </a:xfrm>
            <a:custGeom>
              <a:avLst/>
              <a:pathLst>
                <a:path w="183297" h="183154">
                  <a:moveTo>
                    <a:pt x="182879" y="182879"/>
                  </a:moveTo>
                  <a:lnTo>
                    <a:pt x="183297" y="183154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4398044" y="5555127"/>
              <a:ext cx="183210" cy="183896"/>
            </a:xfrm>
            <a:custGeom>
              <a:avLst/>
              <a:pathLst>
                <a:path w="183210" h="183896">
                  <a:moveTo>
                    <a:pt x="182879" y="182879"/>
                  </a:moveTo>
                  <a:lnTo>
                    <a:pt x="183073" y="183029"/>
                  </a:lnTo>
                  <a:lnTo>
                    <a:pt x="183210" y="183763"/>
                  </a:lnTo>
                  <a:lnTo>
                    <a:pt x="183114" y="183896"/>
                  </a:lnTo>
                  <a:lnTo>
                    <a:pt x="182887" y="183882"/>
                  </a:lnTo>
                  <a:lnTo>
                    <a:pt x="182794" y="18345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4394704" y="5553472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4398950" y="5552655"/>
              <a:ext cx="183320" cy="182946"/>
            </a:xfrm>
            <a:custGeom>
              <a:avLst/>
              <a:pathLst>
                <a:path w="183320" h="182946">
                  <a:moveTo>
                    <a:pt x="182879" y="182879"/>
                  </a:moveTo>
                  <a:lnTo>
                    <a:pt x="182772" y="182385"/>
                  </a:lnTo>
                  <a:lnTo>
                    <a:pt x="182968" y="182782"/>
                  </a:lnTo>
                  <a:lnTo>
                    <a:pt x="183116" y="182826"/>
                  </a:lnTo>
                  <a:lnTo>
                    <a:pt x="183320" y="182811"/>
                  </a:lnTo>
                  <a:lnTo>
                    <a:pt x="183305" y="18294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4387229" y="5551593"/>
              <a:ext cx="183298" cy="183163"/>
            </a:xfrm>
            <a:custGeom>
              <a:avLst/>
              <a:pathLst>
                <a:path w="183298" h="183163">
                  <a:moveTo>
                    <a:pt x="182879" y="182879"/>
                  </a:moveTo>
                  <a:lnTo>
                    <a:pt x="183298" y="183005"/>
                  </a:lnTo>
                  <a:lnTo>
                    <a:pt x="182846" y="183162"/>
                  </a:lnTo>
                  <a:lnTo>
                    <a:pt x="182568" y="183163"/>
                  </a:lnTo>
                  <a:lnTo>
                    <a:pt x="182399" y="18296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4389317" y="5551058"/>
              <a:ext cx="183769" cy="183635"/>
            </a:xfrm>
            <a:custGeom>
              <a:avLst/>
              <a:pathLst>
                <a:path w="183769" h="183635">
                  <a:moveTo>
                    <a:pt x="182879" y="182879"/>
                  </a:moveTo>
                  <a:lnTo>
                    <a:pt x="183769" y="183060"/>
                  </a:lnTo>
                  <a:lnTo>
                    <a:pt x="183644" y="183410"/>
                  </a:lnTo>
                  <a:lnTo>
                    <a:pt x="183455" y="183416"/>
                  </a:lnTo>
                  <a:lnTo>
                    <a:pt x="182758" y="183635"/>
                  </a:lnTo>
                  <a:lnTo>
                    <a:pt x="181966" y="183435"/>
                  </a:lnTo>
                  <a:lnTo>
                    <a:pt x="181819" y="183307"/>
                  </a:lnTo>
                  <a:lnTo>
                    <a:pt x="182054" y="18318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402843" y="5550960"/>
              <a:ext cx="183928" cy="183582"/>
            </a:xfrm>
            <a:custGeom>
              <a:avLst/>
              <a:pathLst>
                <a:path w="183928" h="183582">
                  <a:moveTo>
                    <a:pt x="182879" y="182879"/>
                  </a:moveTo>
                  <a:lnTo>
                    <a:pt x="182142" y="183295"/>
                  </a:lnTo>
                  <a:lnTo>
                    <a:pt x="181904" y="183582"/>
                  </a:lnTo>
                  <a:lnTo>
                    <a:pt x="181293" y="183221"/>
                  </a:lnTo>
                  <a:lnTo>
                    <a:pt x="181667" y="182828"/>
                  </a:lnTo>
                  <a:lnTo>
                    <a:pt x="181535" y="182508"/>
                  </a:lnTo>
                  <a:lnTo>
                    <a:pt x="181650" y="182465"/>
                  </a:lnTo>
                  <a:lnTo>
                    <a:pt x="181804" y="182464"/>
                  </a:lnTo>
                  <a:lnTo>
                    <a:pt x="181986" y="182391"/>
                  </a:lnTo>
                  <a:lnTo>
                    <a:pt x="182080" y="181913"/>
                  </a:lnTo>
                  <a:lnTo>
                    <a:pt x="182107" y="181504"/>
                  </a:lnTo>
                  <a:lnTo>
                    <a:pt x="182314" y="181235"/>
                  </a:lnTo>
                  <a:lnTo>
                    <a:pt x="182920" y="181037"/>
                  </a:lnTo>
                  <a:lnTo>
                    <a:pt x="183137" y="181064"/>
                  </a:lnTo>
                  <a:lnTo>
                    <a:pt x="183572" y="181403"/>
                  </a:lnTo>
                  <a:lnTo>
                    <a:pt x="183779" y="181539"/>
                  </a:lnTo>
                  <a:lnTo>
                    <a:pt x="183928" y="181557"/>
                  </a:lnTo>
                  <a:lnTo>
                    <a:pt x="183893" y="181871"/>
                  </a:lnTo>
                  <a:lnTo>
                    <a:pt x="183332" y="182512"/>
                  </a:lnTo>
                  <a:lnTo>
                    <a:pt x="183141" y="182574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393753" y="5549541"/>
              <a:ext cx="183721" cy="183086"/>
            </a:xfrm>
            <a:custGeom>
              <a:avLst/>
              <a:pathLst>
                <a:path w="183721" h="183086">
                  <a:moveTo>
                    <a:pt x="182879" y="182879"/>
                  </a:moveTo>
                  <a:lnTo>
                    <a:pt x="182899" y="182654"/>
                  </a:lnTo>
                  <a:lnTo>
                    <a:pt x="182996" y="182377"/>
                  </a:lnTo>
                  <a:lnTo>
                    <a:pt x="183267" y="182297"/>
                  </a:lnTo>
                  <a:lnTo>
                    <a:pt x="183681" y="182750"/>
                  </a:lnTo>
                  <a:lnTo>
                    <a:pt x="183721" y="182926"/>
                  </a:lnTo>
                  <a:lnTo>
                    <a:pt x="183631" y="183086"/>
                  </a:lnTo>
                  <a:lnTo>
                    <a:pt x="183353" y="183017"/>
                  </a:lnTo>
                  <a:lnTo>
                    <a:pt x="183112" y="182994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412408" y="5546371"/>
              <a:ext cx="184081" cy="189166"/>
            </a:xfrm>
            <a:custGeom>
              <a:avLst/>
              <a:pathLst>
                <a:path w="184081" h="189166">
                  <a:moveTo>
                    <a:pt x="182879" y="182879"/>
                  </a:moveTo>
                  <a:lnTo>
                    <a:pt x="182946" y="183277"/>
                  </a:lnTo>
                  <a:lnTo>
                    <a:pt x="183268" y="184008"/>
                  </a:lnTo>
                  <a:lnTo>
                    <a:pt x="183376" y="184144"/>
                  </a:lnTo>
                  <a:lnTo>
                    <a:pt x="183541" y="184411"/>
                  </a:lnTo>
                  <a:lnTo>
                    <a:pt x="183530" y="184676"/>
                  </a:lnTo>
                  <a:lnTo>
                    <a:pt x="183540" y="184812"/>
                  </a:lnTo>
                  <a:lnTo>
                    <a:pt x="183554" y="185010"/>
                  </a:lnTo>
                  <a:lnTo>
                    <a:pt x="183660" y="185482"/>
                  </a:lnTo>
                  <a:lnTo>
                    <a:pt x="184081" y="185929"/>
                  </a:lnTo>
                  <a:lnTo>
                    <a:pt x="183503" y="186655"/>
                  </a:lnTo>
                  <a:lnTo>
                    <a:pt x="183523" y="187135"/>
                  </a:lnTo>
                  <a:lnTo>
                    <a:pt x="183254" y="187374"/>
                  </a:lnTo>
                  <a:lnTo>
                    <a:pt x="182993" y="187606"/>
                  </a:lnTo>
                  <a:lnTo>
                    <a:pt x="182865" y="187676"/>
                  </a:lnTo>
                  <a:lnTo>
                    <a:pt x="182582" y="187830"/>
                  </a:lnTo>
                  <a:lnTo>
                    <a:pt x="182266" y="188058"/>
                  </a:lnTo>
                  <a:lnTo>
                    <a:pt x="181927" y="188019"/>
                  </a:lnTo>
                  <a:lnTo>
                    <a:pt x="182213" y="187915"/>
                  </a:lnTo>
                  <a:lnTo>
                    <a:pt x="182250" y="187722"/>
                  </a:lnTo>
                  <a:lnTo>
                    <a:pt x="182130" y="187407"/>
                  </a:lnTo>
                  <a:lnTo>
                    <a:pt x="181963" y="187215"/>
                  </a:lnTo>
                  <a:lnTo>
                    <a:pt x="181667" y="187066"/>
                  </a:lnTo>
                  <a:lnTo>
                    <a:pt x="180969" y="186714"/>
                  </a:lnTo>
                  <a:lnTo>
                    <a:pt x="180619" y="186558"/>
                  </a:lnTo>
                  <a:lnTo>
                    <a:pt x="180407" y="186540"/>
                  </a:lnTo>
                  <a:lnTo>
                    <a:pt x="179943" y="186580"/>
                  </a:lnTo>
                  <a:lnTo>
                    <a:pt x="179423" y="186705"/>
                  </a:lnTo>
                  <a:lnTo>
                    <a:pt x="178826" y="186991"/>
                  </a:lnTo>
                  <a:lnTo>
                    <a:pt x="178518" y="187177"/>
                  </a:lnTo>
                  <a:lnTo>
                    <a:pt x="178251" y="187382"/>
                  </a:lnTo>
                  <a:lnTo>
                    <a:pt x="178015" y="187654"/>
                  </a:lnTo>
                  <a:lnTo>
                    <a:pt x="177583" y="188410"/>
                  </a:lnTo>
                  <a:lnTo>
                    <a:pt x="177526" y="188736"/>
                  </a:lnTo>
                  <a:lnTo>
                    <a:pt x="177201" y="189166"/>
                  </a:lnTo>
                  <a:lnTo>
                    <a:pt x="176651" y="189028"/>
                  </a:lnTo>
                  <a:lnTo>
                    <a:pt x="176197" y="188765"/>
                  </a:lnTo>
                  <a:lnTo>
                    <a:pt x="175921" y="188668"/>
                  </a:lnTo>
                  <a:lnTo>
                    <a:pt x="175473" y="188318"/>
                  </a:lnTo>
                  <a:lnTo>
                    <a:pt x="175047" y="187647"/>
                  </a:lnTo>
                  <a:lnTo>
                    <a:pt x="175378" y="187598"/>
                  </a:lnTo>
                  <a:lnTo>
                    <a:pt x="175913" y="187490"/>
                  </a:lnTo>
                  <a:lnTo>
                    <a:pt x="176262" y="187082"/>
                  </a:lnTo>
                  <a:lnTo>
                    <a:pt x="176342" y="186713"/>
                  </a:lnTo>
                  <a:lnTo>
                    <a:pt x="176332" y="186413"/>
                  </a:lnTo>
                  <a:lnTo>
                    <a:pt x="176327" y="186263"/>
                  </a:lnTo>
                  <a:lnTo>
                    <a:pt x="176106" y="185675"/>
                  </a:lnTo>
                  <a:lnTo>
                    <a:pt x="175688" y="184945"/>
                  </a:lnTo>
                  <a:lnTo>
                    <a:pt x="175369" y="184665"/>
                  </a:lnTo>
                  <a:lnTo>
                    <a:pt x="175442" y="184441"/>
                  </a:lnTo>
                  <a:lnTo>
                    <a:pt x="175675" y="184155"/>
                  </a:lnTo>
                  <a:lnTo>
                    <a:pt x="176049" y="183865"/>
                  </a:lnTo>
                  <a:lnTo>
                    <a:pt x="176548" y="183666"/>
                  </a:lnTo>
                  <a:lnTo>
                    <a:pt x="176696" y="183748"/>
                  </a:lnTo>
                  <a:lnTo>
                    <a:pt x="176847" y="183861"/>
                  </a:lnTo>
                  <a:lnTo>
                    <a:pt x="177375" y="184403"/>
                  </a:lnTo>
                  <a:lnTo>
                    <a:pt x="177799" y="184732"/>
                  </a:lnTo>
                  <a:lnTo>
                    <a:pt x="178316" y="185008"/>
                  </a:lnTo>
                  <a:lnTo>
                    <a:pt x="178988" y="185153"/>
                  </a:lnTo>
                  <a:lnTo>
                    <a:pt x="179263" y="185198"/>
                  </a:lnTo>
                  <a:lnTo>
                    <a:pt x="179555" y="185199"/>
                  </a:lnTo>
                  <a:lnTo>
                    <a:pt x="179883" y="184869"/>
                  </a:lnTo>
                  <a:lnTo>
                    <a:pt x="179957" y="184736"/>
                  </a:lnTo>
                  <a:lnTo>
                    <a:pt x="180006" y="184581"/>
                  </a:lnTo>
                  <a:lnTo>
                    <a:pt x="179986" y="184295"/>
                  </a:lnTo>
                  <a:lnTo>
                    <a:pt x="180082" y="183968"/>
                  </a:lnTo>
                  <a:lnTo>
                    <a:pt x="180416" y="183524"/>
                  </a:lnTo>
                  <a:lnTo>
                    <a:pt x="180390" y="183365"/>
                  </a:lnTo>
                  <a:lnTo>
                    <a:pt x="180349" y="183003"/>
                  </a:lnTo>
                  <a:lnTo>
                    <a:pt x="180350" y="182728"/>
                  </a:lnTo>
                  <a:lnTo>
                    <a:pt x="180787" y="182414"/>
                  </a:lnTo>
                  <a:lnTo>
                    <a:pt x="181182" y="181968"/>
                  </a:lnTo>
                  <a:lnTo>
                    <a:pt x="181178" y="181715"/>
                  </a:lnTo>
                  <a:lnTo>
                    <a:pt x="181533" y="181593"/>
                  </a:lnTo>
                  <a:lnTo>
                    <a:pt x="181842" y="181799"/>
                  </a:lnTo>
                  <a:lnTo>
                    <a:pt x="181955" y="182087"/>
                  </a:lnTo>
                  <a:lnTo>
                    <a:pt x="181984" y="182222"/>
                  </a:lnTo>
                  <a:lnTo>
                    <a:pt x="182070" y="182440"/>
                  </a:lnTo>
                  <a:lnTo>
                    <a:pt x="182218" y="182620"/>
                  </a:lnTo>
                  <a:lnTo>
                    <a:pt x="182428" y="182584"/>
                  </a:lnTo>
                  <a:lnTo>
                    <a:pt x="182728" y="182592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387204" y="5548298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36" y="182528"/>
                  </a:lnTo>
                  <a:lnTo>
                    <a:pt x="182830" y="182482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399545" y="5544696"/>
              <a:ext cx="183894" cy="188866"/>
            </a:xfrm>
            <a:custGeom>
              <a:avLst/>
              <a:pathLst>
                <a:path w="183894" h="188866">
                  <a:moveTo>
                    <a:pt x="182879" y="182879"/>
                  </a:moveTo>
                  <a:lnTo>
                    <a:pt x="182832" y="182567"/>
                  </a:lnTo>
                  <a:lnTo>
                    <a:pt x="183329" y="182842"/>
                  </a:lnTo>
                  <a:lnTo>
                    <a:pt x="183566" y="183001"/>
                  </a:lnTo>
                  <a:lnTo>
                    <a:pt x="183724" y="183235"/>
                  </a:lnTo>
                  <a:lnTo>
                    <a:pt x="183703" y="183363"/>
                  </a:lnTo>
                  <a:lnTo>
                    <a:pt x="183712" y="184058"/>
                  </a:lnTo>
                  <a:lnTo>
                    <a:pt x="183732" y="184487"/>
                  </a:lnTo>
                  <a:lnTo>
                    <a:pt x="183755" y="184998"/>
                  </a:lnTo>
                  <a:lnTo>
                    <a:pt x="183894" y="185564"/>
                  </a:lnTo>
                  <a:lnTo>
                    <a:pt x="183835" y="185831"/>
                  </a:lnTo>
                  <a:lnTo>
                    <a:pt x="183658" y="186210"/>
                  </a:lnTo>
                  <a:lnTo>
                    <a:pt x="183496" y="186353"/>
                  </a:lnTo>
                  <a:lnTo>
                    <a:pt x="183348" y="186244"/>
                  </a:lnTo>
                  <a:lnTo>
                    <a:pt x="182897" y="186931"/>
                  </a:lnTo>
                  <a:lnTo>
                    <a:pt x="182420" y="187356"/>
                  </a:lnTo>
                  <a:lnTo>
                    <a:pt x="181591" y="188022"/>
                  </a:lnTo>
                  <a:lnTo>
                    <a:pt x="180951" y="188613"/>
                  </a:lnTo>
                  <a:lnTo>
                    <a:pt x="180794" y="188866"/>
                  </a:lnTo>
                  <a:lnTo>
                    <a:pt x="180171" y="188660"/>
                  </a:lnTo>
                  <a:lnTo>
                    <a:pt x="179992" y="188527"/>
                  </a:lnTo>
                  <a:lnTo>
                    <a:pt x="179514" y="188492"/>
                  </a:lnTo>
                  <a:lnTo>
                    <a:pt x="179347" y="188510"/>
                  </a:lnTo>
                  <a:lnTo>
                    <a:pt x="179027" y="188281"/>
                  </a:lnTo>
                  <a:lnTo>
                    <a:pt x="178574" y="188200"/>
                  </a:lnTo>
                  <a:lnTo>
                    <a:pt x="178416" y="188019"/>
                  </a:lnTo>
                  <a:lnTo>
                    <a:pt x="178008" y="187361"/>
                  </a:lnTo>
                  <a:lnTo>
                    <a:pt x="177826" y="187145"/>
                  </a:lnTo>
                  <a:lnTo>
                    <a:pt x="177717" y="186972"/>
                  </a:lnTo>
                  <a:lnTo>
                    <a:pt x="177687" y="186765"/>
                  </a:lnTo>
                  <a:lnTo>
                    <a:pt x="177710" y="186623"/>
                  </a:lnTo>
                  <a:lnTo>
                    <a:pt x="177871" y="185887"/>
                  </a:lnTo>
                  <a:lnTo>
                    <a:pt x="177828" y="185538"/>
                  </a:lnTo>
                  <a:lnTo>
                    <a:pt x="177925" y="184896"/>
                  </a:lnTo>
                  <a:lnTo>
                    <a:pt x="178012" y="184680"/>
                  </a:lnTo>
                  <a:lnTo>
                    <a:pt x="178244" y="184198"/>
                  </a:lnTo>
                  <a:lnTo>
                    <a:pt x="178408" y="183541"/>
                  </a:lnTo>
                  <a:lnTo>
                    <a:pt x="178712" y="182586"/>
                  </a:lnTo>
                  <a:lnTo>
                    <a:pt x="178978" y="182261"/>
                  </a:lnTo>
                  <a:lnTo>
                    <a:pt x="179149" y="182089"/>
                  </a:lnTo>
                  <a:lnTo>
                    <a:pt x="179386" y="181804"/>
                  </a:lnTo>
                  <a:lnTo>
                    <a:pt x="179844" y="181787"/>
                  </a:lnTo>
                  <a:lnTo>
                    <a:pt x="181064" y="181543"/>
                  </a:lnTo>
                  <a:lnTo>
                    <a:pt x="181245" y="181582"/>
                  </a:lnTo>
                  <a:lnTo>
                    <a:pt x="181505" y="181922"/>
                  </a:lnTo>
                  <a:lnTo>
                    <a:pt x="181872" y="182258"/>
                  </a:lnTo>
                  <a:lnTo>
                    <a:pt x="182159" y="182262"/>
                  </a:lnTo>
                  <a:lnTo>
                    <a:pt x="182645" y="182481"/>
                  </a:lnTo>
                  <a:lnTo>
                    <a:pt x="182578" y="182617"/>
                  </a:lnTo>
                  <a:lnTo>
                    <a:pt x="182377" y="182958"/>
                  </a:lnTo>
                  <a:lnTo>
                    <a:pt x="182570" y="183210"/>
                  </a:lnTo>
                  <a:lnTo>
                    <a:pt x="182388" y="183697"/>
                  </a:lnTo>
                  <a:lnTo>
                    <a:pt x="182209" y="183939"/>
                  </a:lnTo>
                  <a:lnTo>
                    <a:pt x="182445" y="183828"/>
                  </a:lnTo>
                  <a:lnTo>
                    <a:pt x="182609" y="183699"/>
                  </a:lnTo>
                  <a:lnTo>
                    <a:pt x="182964" y="183132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407453" y="5542886"/>
              <a:ext cx="184220" cy="184534"/>
            </a:xfrm>
            <a:custGeom>
              <a:avLst/>
              <a:pathLst>
                <a:path w="184220" h="184534">
                  <a:moveTo>
                    <a:pt x="182879" y="182879"/>
                  </a:moveTo>
                  <a:lnTo>
                    <a:pt x="183211" y="182936"/>
                  </a:lnTo>
                  <a:lnTo>
                    <a:pt x="183625" y="183036"/>
                  </a:lnTo>
                  <a:lnTo>
                    <a:pt x="183795" y="183069"/>
                  </a:lnTo>
                  <a:lnTo>
                    <a:pt x="183996" y="183121"/>
                  </a:lnTo>
                  <a:lnTo>
                    <a:pt x="184149" y="183150"/>
                  </a:lnTo>
                  <a:lnTo>
                    <a:pt x="184103" y="183515"/>
                  </a:lnTo>
                  <a:lnTo>
                    <a:pt x="183674" y="183584"/>
                  </a:lnTo>
                  <a:lnTo>
                    <a:pt x="183452" y="183581"/>
                  </a:lnTo>
                  <a:lnTo>
                    <a:pt x="183132" y="183510"/>
                  </a:lnTo>
                  <a:lnTo>
                    <a:pt x="183424" y="183627"/>
                  </a:lnTo>
                  <a:lnTo>
                    <a:pt x="183687" y="183714"/>
                  </a:lnTo>
                  <a:lnTo>
                    <a:pt x="183943" y="183670"/>
                  </a:lnTo>
                  <a:lnTo>
                    <a:pt x="184220" y="183659"/>
                  </a:lnTo>
                  <a:lnTo>
                    <a:pt x="183581" y="184201"/>
                  </a:lnTo>
                  <a:lnTo>
                    <a:pt x="183430" y="184331"/>
                  </a:lnTo>
                  <a:lnTo>
                    <a:pt x="183098" y="184516"/>
                  </a:lnTo>
                  <a:lnTo>
                    <a:pt x="182606" y="184534"/>
                  </a:lnTo>
                  <a:lnTo>
                    <a:pt x="182804" y="184111"/>
                  </a:lnTo>
                  <a:lnTo>
                    <a:pt x="182482" y="184263"/>
                  </a:lnTo>
                  <a:lnTo>
                    <a:pt x="182141" y="184237"/>
                  </a:lnTo>
                  <a:lnTo>
                    <a:pt x="181666" y="183888"/>
                  </a:lnTo>
                  <a:lnTo>
                    <a:pt x="181562" y="183747"/>
                  </a:lnTo>
                  <a:lnTo>
                    <a:pt x="181395" y="183639"/>
                  </a:lnTo>
                  <a:lnTo>
                    <a:pt x="181026" y="183446"/>
                  </a:lnTo>
                  <a:lnTo>
                    <a:pt x="180921" y="183626"/>
                  </a:lnTo>
                  <a:lnTo>
                    <a:pt x="180626" y="183466"/>
                  </a:lnTo>
                  <a:lnTo>
                    <a:pt x="180394" y="183236"/>
                  </a:lnTo>
                  <a:lnTo>
                    <a:pt x="180453" y="182929"/>
                  </a:lnTo>
                  <a:lnTo>
                    <a:pt x="181099" y="182520"/>
                  </a:lnTo>
                  <a:lnTo>
                    <a:pt x="181243" y="182492"/>
                  </a:lnTo>
                  <a:lnTo>
                    <a:pt x="181704" y="182502"/>
                  </a:lnTo>
                  <a:lnTo>
                    <a:pt x="182228" y="182792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427808" y="5528897"/>
              <a:ext cx="182970" cy="182879"/>
            </a:xfrm>
            <a:custGeom>
              <a:avLst/>
              <a:pathLst>
                <a:path w="182970" h="182879">
                  <a:moveTo>
                    <a:pt x="182879" y="182879"/>
                  </a:moveTo>
                  <a:lnTo>
                    <a:pt x="182711" y="182690"/>
                  </a:lnTo>
                  <a:lnTo>
                    <a:pt x="182970" y="18262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440521" y="5515465"/>
              <a:ext cx="182879" cy="183050"/>
            </a:xfrm>
            <a:custGeom>
              <a:avLst/>
              <a:pathLst>
                <a:path w="182879" h="183050">
                  <a:moveTo>
                    <a:pt x="182879" y="182879"/>
                  </a:moveTo>
                  <a:lnTo>
                    <a:pt x="182630" y="183050"/>
                  </a:lnTo>
                  <a:lnTo>
                    <a:pt x="182549" y="18280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4439780" y="5510026"/>
              <a:ext cx="182879" cy="183215"/>
            </a:xfrm>
            <a:custGeom>
              <a:avLst/>
              <a:pathLst>
                <a:path w="182879" h="183215">
                  <a:moveTo>
                    <a:pt x="182879" y="182879"/>
                  </a:moveTo>
                  <a:lnTo>
                    <a:pt x="182718" y="183179"/>
                  </a:lnTo>
                  <a:lnTo>
                    <a:pt x="182482" y="183215"/>
                  </a:lnTo>
                  <a:lnTo>
                    <a:pt x="182306" y="183059"/>
                  </a:lnTo>
                  <a:lnTo>
                    <a:pt x="182429" y="182729"/>
                  </a:lnTo>
                  <a:lnTo>
                    <a:pt x="182621" y="18267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4438572" y="5509704"/>
              <a:ext cx="182896" cy="183479"/>
            </a:xfrm>
            <a:custGeom>
              <a:avLst/>
              <a:pathLst>
                <a:path w="182896" h="183479">
                  <a:moveTo>
                    <a:pt x="182879" y="182879"/>
                  </a:moveTo>
                  <a:lnTo>
                    <a:pt x="182697" y="183063"/>
                  </a:lnTo>
                  <a:lnTo>
                    <a:pt x="182597" y="183190"/>
                  </a:lnTo>
                  <a:lnTo>
                    <a:pt x="182427" y="183479"/>
                  </a:lnTo>
                  <a:lnTo>
                    <a:pt x="182445" y="183119"/>
                  </a:lnTo>
                  <a:lnTo>
                    <a:pt x="182896" y="18268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4425402" y="5342118"/>
              <a:ext cx="264219" cy="437137"/>
            </a:xfrm>
            <a:custGeom>
              <a:avLst/>
              <a:pathLst>
                <a:path w="264219" h="437137">
                  <a:moveTo>
                    <a:pt x="182879" y="182879"/>
                  </a:moveTo>
                  <a:lnTo>
                    <a:pt x="182825" y="183152"/>
                  </a:lnTo>
                  <a:lnTo>
                    <a:pt x="182896" y="183310"/>
                  </a:lnTo>
                  <a:lnTo>
                    <a:pt x="182871" y="183658"/>
                  </a:lnTo>
                  <a:lnTo>
                    <a:pt x="182949" y="183925"/>
                  </a:lnTo>
                  <a:lnTo>
                    <a:pt x="183158" y="183961"/>
                  </a:lnTo>
                  <a:lnTo>
                    <a:pt x="183558" y="184162"/>
                  </a:lnTo>
                  <a:lnTo>
                    <a:pt x="183281" y="184876"/>
                  </a:lnTo>
                  <a:lnTo>
                    <a:pt x="183263" y="185050"/>
                  </a:lnTo>
                  <a:lnTo>
                    <a:pt x="183134" y="185226"/>
                  </a:lnTo>
                  <a:lnTo>
                    <a:pt x="183041" y="185358"/>
                  </a:lnTo>
                  <a:lnTo>
                    <a:pt x="183219" y="185264"/>
                  </a:lnTo>
                  <a:lnTo>
                    <a:pt x="183486" y="185225"/>
                  </a:lnTo>
                  <a:lnTo>
                    <a:pt x="183765" y="185334"/>
                  </a:lnTo>
                  <a:lnTo>
                    <a:pt x="184042" y="185418"/>
                  </a:lnTo>
                  <a:lnTo>
                    <a:pt x="184179" y="185580"/>
                  </a:lnTo>
                  <a:lnTo>
                    <a:pt x="184306" y="185875"/>
                  </a:lnTo>
                  <a:lnTo>
                    <a:pt x="184750" y="186327"/>
                  </a:lnTo>
                  <a:lnTo>
                    <a:pt x="185117" y="186134"/>
                  </a:lnTo>
                  <a:lnTo>
                    <a:pt x="185706" y="185944"/>
                  </a:lnTo>
                  <a:lnTo>
                    <a:pt x="186033" y="185929"/>
                  </a:lnTo>
                  <a:lnTo>
                    <a:pt x="186385" y="185995"/>
                  </a:lnTo>
                  <a:lnTo>
                    <a:pt x="186490" y="186123"/>
                  </a:lnTo>
                  <a:lnTo>
                    <a:pt x="186603" y="186351"/>
                  </a:lnTo>
                  <a:lnTo>
                    <a:pt x="186512" y="186485"/>
                  </a:lnTo>
                  <a:lnTo>
                    <a:pt x="186853" y="186626"/>
                  </a:lnTo>
                  <a:lnTo>
                    <a:pt x="187007" y="186687"/>
                  </a:lnTo>
                  <a:lnTo>
                    <a:pt x="186868" y="187036"/>
                  </a:lnTo>
                  <a:lnTo>
                    <a:pt x="186649" y="187375"/>
                  </a:lnTo>
                  <a:lnTo>
                    <a:pt x="186608" y="187541"/>
                  </a:lnTo>
                  <a:lnTo>
                    <a:pt x="186501" y="187856"/>
                  </a:lnTo>
                  <a:lnTo>
                    <a:pt x="185827" y="188182"/>
                  </a:lnTo>
                  <a:lnTo>
                    <a:pt x="185745" y="188375"/>
                  </a:lnTo>
                  <a:lnTo>
                    <a:pt x="185644" y="188609"/>
                  </a:lnTo>
                  <a:lnTo>
                    <a:pt x="184975" y="188904"/>
                  </a:lnTo>
                  <a:lnTo>
                    <a:pt x="184856" y="189232"/>
                  </a:lnTo>
                  <a:lnTo>
                    <a:pt x="184664" y="189490"/>
                  </a:lnTo>
                  <a:lnTo>
                    <a:pt x="184669" y="189631"/>
                  </a:lnTo>
                  <a:lnTo>
                    <a:pt x="184504" y="189848"/>
                  </a:lnTo>
                  <a:lnTo>
                    <a:pt x="184642" y="189994"/>
                  </a:lnTo>
                  <a:lnTo>
                    <a:pt x="184939" y="190047"/>
                  </a:lnTo>
                  <a:lnTo>
                    <a:pt x="185076" y="190051"/>
                  </a:lnTo>
                  <a:lnTo>
                    <a:pt x="185416" y="189777"/>
                  </a:lnTo>
                  <a:lnTo>
                    <a:pt x="185545" y="189710"/>
                  </a:lnTo>
                  <a:lnTo>
                    <a:pt x="185742" y="189852"/>
                  </a:lnTo>
                  <a:lnTo>
                    <a:pt x="186131" y="189954"/>
                  </a:lnTo>
                  <a:lnTo>
                    <a:pt x="186231" y="190087"/>
                  </a:lnTo>
                  <a:lnTo>
                    <a:pt x="186201" y="190241"/>
                  </a:lnTo>
                  <a:lnTo>
                    <a:pt x="186412" y="190385"/>
                  </a:lnTo>
                  <a:lnTo>
                    <a:pt x="186652" y="190931"/>
                  </a:lnTo>
                  <a:lnTo>
                    <a:pt x="186859" y="191094"/>
                  </a:lnTo>
                  <a:lnTo>
                    <a:pt x="186658" y="191526"/>
                  </a:lnTo>
                  <a:lnTo>
                    <a:pt x="186375" y="191536"/>
                  </a:lnTo>
                  <a:lnTo>
                    <a:pt x="186363" y="191680"/>
                  </a:lnTo>
                  <a:lnTo>
                    <a:pt x="186369" y="191853"/>
                  </a:lnTo>
                  <a:lnTo>
                    <a:pt x="186489" y="192192"/>
                  </a:lnTo>
                  <a:lnTo>
                    <a:pt x="186490" y="192718"/>
                  </a:lnTo>
                  <a:lnTo>
                    <a:pt x="186353" y="192881"/>
                  </a:lnTo>
                  <a:lnTo>
                    <a:pt x="186184" y="192941"/>
                  </a:lnTo>
                  <a:lnTo>
                    <a:pt x="186002" y="192924"/>
                  </a:lnTo>
                  <a:lnTo>
                    <a:pt x="185622" y="192820"/>
                  </a:lnTo>
                  <a:lnTo>
                    <a:pt x="185428" y="192900"/>
                  </a:lnTo>
                  <a:lnTo>
                    <a:pt x="185232" y="192956"/>
                  </a:lnTo>
                  <a:lnTo>
                    <a:pt x="185041" y="192885"/>
                  </a:lnTo>
                  <a:lnTo>
                    <a:pt x="184988" y="193077"/>
                  </a:lnTo>
                  <a:lnTo>
                    <a:pt x="184880" y="193282"/>
                  </a:lnTo>
                  <a:lnTo>
                    <a:pt x="184725" y="193517"/>
                  </a:lnTo>
                  <a:lnTo>
                    <a:pt x="184645" y="193903"/>
                  </a:lnTo>
                  <a:lnTo>
                    <a:pt x="184267" y="194083"/>
                  </a:lnTo>
                  <a:lnTo>
                    <a:pt x="184119" y="194027"/>
                  </a:lnTo>
                  <a:lnTo>
                    <a:pt x="183989" y="194021"/>
                  </a:lnTo>
                  <a:lnTo>
                    <a:pt x="183659" y="194347"/>
                  </a:lnTo>
                  <a:lnTo>
                    <a:pt x="183177" y="195055"/>
                  </a:lnTo>
                  <a:lnTo>
                    <a:pt x="182942" y="195107"/>
                  </a:lnTo>
                  <a:lnTo>
                    <a:pt x="182635" y="195457"/>
                  </a:lnTo>
                  <a:lnTo>
                    <a:pt x="182381" y="195595"/>
                  </a:lnTo>
                  <a:lnTo>
                    <a:pt x="182477" y="195750"/>
                  </a:lnTo>
                  <a:lnTo>
                    <a:pt x="182513" y="196003"/>
                  </a:lnTo>
                  <a:lnTo>
                    <a:pt x="182546" y="196427"/>
                  </a:lnTo>
                  <a:lnTo>
                    <a:pt x="182486" y="196776"/>
                  </a:lnTo>
                  <a:lnTo>
                    <a:pt x="182454" y="197131"/>
                  </a:lnTo>
                  <a:lnTo>
                    <a:pt x="182454" y="197287"/>
                  </a:lnTo>
                  <a:lnTo>
                    <a:pt x="182642" y="197261"/>
                  </a:lnTo>
                  <a:lnTo>
                    <a:pt x="182773" y="197151"/>
                  </a:lnTo>
                  <a:lnTo>
                    <a:pt x="183060" y="196923"/>
                  </a:lnTo>
                  <a:lnTo>
                    <a:pt x="183237" y="197353"/>
                  </a:lnTo>
                  <a:lnTo>
                    <a:pt x="183195" y="197603"/>
                  </a:lnTo>
                  <a:lnTo>
                    <a:pt x="182972" y="198049"/>
                  </a:lnTo>
                  <a:lnTo>
                    <a:pt x="182805" y="198417"/>
                  </a:lnTo>
                  <a:lnTo>
                    <a:pt x="182837" y="198969"/>
                  </a:lnTo>
                  <a:lnTo>
                    <a:pt x="183027" y="199256"/>
                  </a:lnTo>
                  <a:lnTo>
                    <a:pt x="183137" y="199537"/>
                  </a:lnTo>
                  <a:lnTo>
                    <a:pt x="183184" y="200134"/>
                  </a:lnTo>
                  <a:lnTo>
                    <a:pt x="183131" y="200329"/>
                  </a:lnTo>
                  <a:lnTo>
                    <a:pt x="182989" y="200373"/>
                  </a:lnTo>
                  <a:lnTo>
                    <a:pt x="182997" y="200618"/>
                  </a:lnTo>
                  <a:lnTo>
                    <a:pt x="183363" y="200865"/>
                  </a:lnTo>
                  <a:lnTo>
                    <a:pt x="183753" y="201315"/>
                  </a:lnTo>
                  <a:lnTo>
                    <a:pt x="184081" y="201698"/>
                  </a:lnTo>
                  <a:lnTo>
                    <a:pt x="184233" y="202151"/>
                  </a:lnTo>
                  <a:lnTo>
                    <a:pt x="184581" y="202089"/>
                  </a:lnTo>
                  <a:lnTo>
                    <a:pt x="185042" y="202302"/>
                  </a:lnTo>
                  <a:lnTo>
                    <a:pt x="185205" y="202374"/>
                  </a:lnTo>
                  <a:lnTo>
                    <a:pt x="185517" y="202366"/>
                  </a:lnTo>
                  <a:lnTo>
                    <a:pt x="185662" y="202396"/>
                  </a:lnTo>
                  <a:lnTo>
                    <a:pt x="185937" y="202583"/>
                  </a:lnTo>
                  <a:lnTo>
                    <a:pt x="186346" y="202713"/>
                  </a:lnTo>
                  <a:lnTo>
                    <a:pt x="186821" y="203423"/>
                  </a:lnTo>
                  <a:lnTo>
                    <a:pt x="187244" y="203462"/>
                  </a:lnTo>
                  <a:lnTo>
                    <a:pt x="187371" y="204200"/>
                  </a:lnTo>
                  <a:lnTo>
                    <a:pt x="187268" y="204434"/>
                  </a:lnTo>
                  <a:lnTo>
                    <a:pt x="187305" y="204637"/>
                  </a:lnTo>
                  <a:lnTo>
                    <a:pt x="187549" y="204965"/>
                  </a:lnTo>
                  <a:lnTo>
                    <a:pt x="187724" y="204970"/>
                  </a:lnTo>
                  <a:lnTo>
                    <a:pt x="187929" y="205056"/>
                  </a:lnTo>
                  <a:lnTo>
                    <a:pt x="187653" y="205354"/>
                  </a:lnTo>
                  <a:lnTo>
                    <a:pt x="187933" y="205931"/>
                  </a:lnTo>
                  <a:lnTo>
                    <a:pt x="188081" y="206153"/>
                  </a:lnTo>
                  <a:lnTo>
                    <a:pt x="188145" y="206323"/>
                  </a:lnTo>
                  <a:lnTo>
                    <a:pt x="188049" y="206475"/>
                  </a:lnTo>
                  <a:lnTo>
                    <a:pt x="187904" y="206859"/>
                  </a:lnTo>
                  <a:lnTo>
                    <a:pt x="187764" y="207181"/>
                  </a:lnTo>
                  <a:lnTo>
                    <a:pt x="187613" y="207242"/>
                  </a:lnTo>
                  <a:lnTo>
                    <a:pt x="187765" y="207349"/>
                  </a:lnTo>
                  <a:lnTo>
                    <a:pt x="188050" y="207650"/>
                  </a:lnTo>
                  <a:lnTo>
                    <a:pt x="188128" y="207997"/>
                  </a:lnTo>
                  <a:lnTo>
                    <a:pt x="188029" y="208210"/>
                  </a:lnTo>
                  <a:lnTo>
                    <a:pt x="188121" y="208343"/>
                  </a:lnTo>
                  <a:lnTo>
                    <a:pt x="188186" y="208645"/>
                  </a:lnTo>
                  <a:lnTo>
                    <a:pt x="188271" y="208783"/>
                  </a:lnTo>
                  <a:lnTo>
                    <a:pt x="188493" y="208997"/>
                  </a:lnTo>
                  <a:lnTo>
                    <a:pt x="188720" y="209243"/>
                  </a:lnTo>
                  <a:lnTo>
                    <a:pt x="188603" y="209693"/>
                  </a:lnTo>
                  <a:lnTo>
                    <a:pt x="188676" y="209824"/>
                  </a:lnTo>
                  <a:lnTo>
                    <a:pt x="188569" y="210188"/>
                  </a:lnTo>
                  <a:lnTo>
                    <a:pt x="188225" y="210413"/>
                  </a:lnTo>
                  <a:lnTo>
                    <a:pt x="188260" y="210710"/>
                  </a:lnTo>
                  <a:lnTo>
                    <a:pt x="188384" y="210952"/>
                  </a:lnTo>
                  <a:lnTo>
                    <a:pt x="188653" y="211076"/>
                  </a:lnTo>
                  <a:lnTo>
                    <a:pt x="188999" y="211045"/>
                  </a:lnTo>
                  <a:lnTo>
                    <a:pt x="188992" y="211456"/>
                  </a:lnTo>
                  <a:lnTo>
                    <a:pt x="189197" y="211793"/>
                  </a:lnTo>
                  <a:lnTo>
                    <a:pt x="189389" y="212357"/>
                  </a:lnTo>
                  <a:lnTo>
                    <a:pt x="189544" y="212503"/>
                  </a:lnTo>
                  <a:lnTo>
                    <a:pt x="189650" y="212685"/>
                  </a:lnTo>
                  <a:lnTo>
                    <a:pt x="189639" y="212913"/>
                  </a:lnTo>
                  <a:lnTo>
                    <a:pt x="189779" y="213323"/>
                  </a:lnTo>
                  <a:lnTo>
                    <a:pt x="190286" y="213657"/>
                  </a:lnTo>
                  <a:lnTo>
                    <a:pt x="190476" y="213993"/>
                  </a:lnTo>
                  <a:lnTo>
                    <a:pt x="190903" y="214375"/>
                  </a:lnTo>
                  <a:lnTo>
                    <a:pt x="191102" y="214805"/>
                  </a:lnTo>
                  <a:lnTo>
                    <a:pt x="190840" y="214868"/>
                  </a:lnTo>
                  <a:lnTo>
                    <a:pt x="190466" y="214825"/>
                  </a:lnTo>
                  <a:lnTo>
                    <a:pt x="189914" y="215018"/>
                  </a:lnTo>
                  <a:lnTo>
                    <a:pt x="190004" y="215211"/>
                  </a:lnTo>
                  <a:lnTo>
                    <a:pt x="190178" y="215368"/>
                  </a:lnTo>
                  <a:lnTo>
                    <a:pt x="190083" y="215910"/>
                  </a:lnTo>
                  <a:lnTo>
                    <a:pt x="189892" y="216088"/>
                  </a:lnTo>
                  <a:lnTo>
                    <a:pt x="190027" y="216386"/>
                  </a:lnTo>
                  <a:lnTo>
                    <a:pt x="190133" y="216704"/>
                  </a:lnTo>
                  <a:lnTo>
                    <a:pt x="190443" y="217237"/>
                  </a:lnTo>
                  <a:lnTo>
                    <a:pt x="190713" y="217302"/>
                  </a:lnTo>
                  <a:lnTo>
                    <a:pt x="191208" y="218062"/>
                  </a:lnTo>
                  <a:lnTo>
                    <a:pt x="191262" y="218382"/>
                  </a:lnTo>
                  <a:lnTo>
                    <a:pt x="191194" y="218795"/>
                  </a:lnTo>
                  <a:lnTo>
                    <a:pt x="191323" y="218856"/>
                  </a:lnTo>
                  <a:lnTo>
                    <a:pt x="191290" y="218999"/>
                  </a:lnTo>
                  <a:lnTo>
                    <a:pt x="191709" y="219413"/>
                  </a:lnTo>
                  <a:lnTo>
                    <a:pt x="191751" y="219888"/>
                  </a:lnTo>
                  <a:lnTo>
                    <a:pt x="191559" y="220028"/>
                  </a:lnTo>
                  <a:lnTo>
                    <a:pt x="191487" y="220221"/>
                  </a:lnTo>
                  <a:lnTo>
                    <a:pt x="191432" y="220755"/>
                  </a:lnTo>
                  <a:lnTo>
                    <a:pt x="191316" y="221164"/>
                  </a:lnTo>
                  <a:lnTo>
                    <a:pt x="191213" y="221449"/>
                  </a:lnTo>
                  <a:lnTo>
                    <a:pt x="191369" y="221922"/>
                  </a:lnTo>
                  <a:lnTo>
                    <a:pt x="191018" y="222302"/>
                  </a:lnTo>
                  <a:lnTo>
                    <a:pt x="190877" y="222973"/>
                  </a:lnTo>
                  <a:lnTo>
                    <a:pt x="190798" y="223106"/>
                  </a:lnTo>
                  <a:lnTo>
                    <a:pt x="190521" y="223358"/>
                  </a:lnTo>
                  <a:lnTo>
                    <a:pt x="190242" y="223741"/>
                  </a:lnTo>
                  <a:lnTo>
                    <a:pt x="190049" y="223706"/>
                  </a:lnTo>
                  <a:lnTo>
                    <a:pt x="189651" y="223708"/>
                  </a:lnTo>
                  <a:lnTo>
                    <a:pt x="189427" y="224181"/>
                  </a:lnTo>
                  <a:lnTo>
                    <a:pt x="189348" y="224432"/>
                  </a:lnTo>
                  <a:lnTo>
                    <a:pt x="189181" y="224490"/>
                  </a:lnTo>
                  <a:lnTo>
                    <a:pt x="189130" y="224637"/>
                  </a:lnTo>
                  <a:lnTo>
                    <a:pt x="189109" y="224876"/>
                  </a:lnTo>
                  <a:lnTo>
                    <a:pt x="189354" y="225156"/>
                  </a:lnTo>
                  <a:lnTo>
                    <a:pt x="189491" y="225050"/>
                  </a:lnTo>
                  <a:lnTo>
                    <a:pt x="190020" y="225003"/>
                  </a:lnTo>
                  <a:lnTo>
                    <a:pt x="189994" y="225181"/>
                  </a:lnTo>
                  <a:lnTo>
                    <a:pt x="190030" y="225459"/>
                  </a:lnTo>
                  <a:lnTo>
                    <a:pt x="190127" y="225772"/>
                  </a:lnTo>
                  <a:lnTo>
                    <a:pt x="190267" y="225902"/>
                  </a:lnTo>
                  <a:lnTo>
                    <a:pt x="190480" y="225948"/>
                  </a:lnTo>
                  <a:lnTo>
                    <a:pt x="190620" y="226150"/>
                  </a:lnTo>
                  <a:lnTo>
                    <a:pt x="190520" y="226709"/>
                  </a:lnTo>
                  <a:lnTo>
                    <a:pt x="190609" y="226878"/>
                  </a:lnTo>
                  <a:lnTo>
                    <a:pt x="190960" y="226989"/>
                  </a:lnTo>
                  <a:lnTo>
                    <a:pt x="191192" y="227330"/>
                  </a:lnTo>
                  <a:lnTo>
                    <a:pt x="191147" y="227711"/>
                  </a:lnTo>
                  <a:lnTo>
                    <a:pt x="191261" y="227942"/>
                  </a:lnTo>
                  <a:lnTo>
                    <a:pt x="191529" y="227996"/>
                  </a:lnTo>
                  <a:lnTo>
                    <a:pt x="191716" y="228015"/>
                  </a:lnTo>
                  <a:lnTo>
                    <a:pt x="192018" y="227876"/>
                  </a:lnTo>
                  <a:lnTo>
                    <a:pt x="192604" y="227839"/>
                  </a:lnTo>
                  <a:lnTo>
                    <a:pt x="192941" y="227980"/>
                  </a:lnTo>
                  <a:lnTo>
                    <a:pt x="193222" y="228143"/>
                  </a:lnTo>
                  <a:lnTo>
                    <a:pt x="193453" y="228267"/>
                  </a:lnTo>
                  <a:lnTo>
                    <a:pt x="193589" y="228403"/>
                  </a:lnTo>
                  <a:lnTo>
                    <a:pt x="193644" y="228588"/>
                  </a:lnTo>
                  <a:lnTo>
                    <a:pt x="193879" y="228572"/>
                  </a:lnTo>
                  <a:lnTo>
                    <a:pt x="193931" y="228399"/>
                  </a:lnTo>
                  <a:lnTo>
                    <a:pt x="194028" y="227766"/>
                  </a:lnTo>
                  <a:lnTo>
                    <a:pt x="194038" y="227505"/>
                  </a:lnTo>
                  <a:lnTo>
                    <a:pt x="194204" y="227350"/>
                  </a:lnTo>
                  <a:lnTo>
                    <a:pt x="194769" y="227164"/>
                  </a:lnTo>
                  <a:lnTo>
                    <a:pt x="195141" y="227242"/>
                  </a:lnTo>
                  <a:lnTo>
                    <a:pt x="195332" y="227062"/>
                  </a:lnTo>
                  <a:lnTo>
                    <a:pt x="195382" y="226547"/>
                  </a:lnTo>
                  <a:lnTo>
                    <a:pt x="195203" y="226230"/>
                  </a:lnTo>
                  <a:lnTo>
                    <a:pt x="195063" y="226242"/>
                  </a:lnTo>
                  <a:lnTo>
                    <a:pt x="194977" y="226019"/>
                  </a:lnTo>
                  <a:lnTo>
                    <a:pt x="195107" y="225897"/>
                  </a:lnTo>
                  <a:lnTo>
                    <a:pt x="195382" y="225720"/>
                  </a:lnTo>
                  <a:lnTo>
                    <a:pt x="195476" y="225891"/>
                  </a:lnTo>
                  <a:lnTo>
                    <a:pt x="195793" y="226075"/>
                  </a:lnTo>
                  <a:lnTo>
                    <a:pt x="196113" y="226076"/>
                  </a:lnTo>
                  <a:lnTo>
                    <a:pt x="196431" y="225998"/>
                  </a:lnTo>
                  <a:lnTo>
                    <a:pt x="196673" y="225931"/>
                  </a:lnTo>
                  <a:lnTo>
                    <a:pt x="197381" y="226532"/>
                  </a:lnTo>
                  <a:lnTo>
                    <a:pt x="197447" y="226858"/>
                  </a:lnTo>
                  <a:lnTo>
                    <a:pt x="197738" y="227046"/>
                  </a:lnTo>
                  <a:lnTo>
                    <a:pt x="197902" y="226861"/>
                  </a:lnTo>
                  <a:lnTo>
                    <a:pt x="198055" y="226903"/>
                  </a:lnTo>
                  <a:lnTo>
                    <a:pt x="198478" y="227145"/>
                  </a:lnTo>
                  <a:lnTo>
                    <a:pt x="198650" y="227582"/>
                  </a:lnTo>
                  <a:lnTo>
                    <a:pt x="199043" y="227632"/>
                  </a:lnTo>
                  <a:lnTo>
                    <a:pt x="199284" y="227389"/>
                  </a:lnTo>
                  <a:lnTo>
                    <a:pt x="199538" y="227467"/>
                  </a:lnTo>
                  <a:lnTo>
                    <a:pt x="199765" y="227811"/>
                  </a:lnTo>
                  <a:lnTo>
                    <a:pt x="200113" y="227802"/>
                  </a:lnTo>
                  <a:lnTo>
                    <a:pt x="200405" y="227403"/>
                  </a:lnTo>
                  <a:lnTo>
                    <a:pt x="200536" y="227340"/>
                  </a:lnTo>
                  <a:lnTo>
                    <a:pt x="201042" y="226929"/>
                  </a:lnTo>
                  <a:lnTo>
                    <a:pt x="201267" y="226745"/>
                  </a:lnTo>
                  <a:lnTo>
                    <a:pt x="201882" y="227028"/>
                  </a:lnTo>
                  <a:lnTo>
                    <a:pt x="201998" y="227289"/>
                  </a:lnTo>
                  <a:lnTo>
                    <a:pt x="202032" y="227437"/>
                  </a:lnTo>
                  <a:lnTo>
                    <a:pt x="201683" y="227873"/>
                  </a:lnTo>
                  <a:lnTo>
                    <a:pt x="201441" y="228046"/>
                  </a:lnTo>
                  <a:lnTo>
                    <a:pt x="201640" y="228188"/>
                  </a:lnTo>
                  <a:lnTo>
                    <a:pt x="201790" y="228549"/>
                  </a:lnTo>
                  <a:lnTo>
                    <a:pt x="201709" y="228680"/>
                  </a:lnTo>
                  <a:lnTo>
                    <a:pt x="201659" y="228851"/>
                  </a:lnTo>
                  <a:lnTo>
                    <a:pt x="201582" y="229331"/>
                  </a:lnTo>
                  <a:lnTo>
                    <a:pt x="201797" y="229500"/>
                  </a:lnTo>
                  <a:lnTo>
                    <a:pt x="202202" y="229463"/>
                  </a:lnTo>
                  <a:lnTo>
                    <a:pt x="202412" y="229408"/>
                  </a:lnTo>
                  <a:lnTo>
                    <a:pt x="202756" y="229715"/>
                  </a:lnTo>
                  <a:lnTo>
                    <a:pt x="202870" y="229902"/>
                  </a:lnTo>
                  <a:lnTo>
                    <a:pt x="203041" y="229739"/>
                  </a:lnTo>
                  <a:lnTo>
                    <a:pt x="203302" y="229908"/>
                  </a:lnTo>
                  <a:lnTo>
                    <a:pt x="203500" y="229872"/>
                  </a:lnTo>
                  <a:lnTo>
                    <a:pt x="203813" y="229926"/>
                  </a:lnTo>
                  <a:lnTo>
                    <a:pt x="203951" y="229902"/>
                  </a:lnTo>
                  <a:lnTo>
                    <a:pt x="204226" y="229846"/>
                  </a:lnTo>
                  <a:lnTo>
                    <a:pt x="204408" y="229858"/>
                  </a:lnTo>
                  <a:lnTo>
                    <a:pt x="204677" y="229982"/>
                  </a:lnTo>
                  <a:lnTo>
                    <a:pt x="205100" y="230300"/>
                  </a:lnTo>
                  <a:lnTo>
                    <a:pt x="205378" y="230127"/>
                  </a:lnTo>
                  <a:lnTo>
                    <a:pt x="205880" y="230100"/>
                  </a:lnTo>
                  <a:lnTo>
                    <a:pt x="206151" y="230193"/>
                  </a:lnTo>
                  <a:lnTo>
                    <a:pt x="206741" y="230234"/>
                  </a:lnTo>
                  <a:lnTo>
                    <a:pt x="207052" y="230231"/>
                  </a:lnTo>
                  <a:lnTo>
                    <a:pt x="207188" y="230270"/>
                  </a:lnTo>
                  <a:lnTo>
                    <a:pt x="207410" y="230232"/>
                  </a:lnTo>
                  <a:lnTo>
                    <a:pt x="207586" y="229653"/>
                  </a:lnTo>
                  <a:lnTo>
                    <a:pt x="207584" y="229809"/>
                  </a:lnTo>
                  <a:lnTo>
                    <a:pt x="207537" y="229971"/>
                  </a:lnTo>
                  <a:lnTo>
                    <a:pt x="207497" y="230118"/>
                  </a:lnTo>
                  <a:lnTo>
                    <a:pt x="207700" y="230135"/>
                  </a:lnTo>
                  <a:lnTo>
                    <a:pt x="208239" y="230157"/>
                  </a:lnTo>
                  <a:lnTo>
                    <a:pt x="208562" y="229986"/>
                  </a:lnTo>
                  <a:lnTo>
                    <a:pt x="208646" y="229849"/>
                  </a:lnTo>
                  <a:lnTo>
                    <a:pt x="208773" y="229630"/>
                  </a:lnTo>
                  <a:lnTo>
                    <a:pt x="208889" y="229415"/>
                  </a:lnTo>
                  <a:lnTo>
                    <a:pt x="208990" y="229104"/>
                  </a:lnTo>
                  <a:lnTo>
                    <a:pt x="208994" y="228844"/>
                  </a:lnTo>
                  <a:lnTo>
                    <a:pt x="209432" y="228389"/>
                  </a:lnTo>
                  <a:lnTo>
                    <a:pt x="209573" y="228273"/>
                  </a:lnTo>
                  <a:lnTo>
                    <a:pt x="209556" y="228129"/>
                  </a:lnTo>
                  <a:lnTo>
                    <a:pt x="209676" y="227891"/>
                  </a:lnTo>
                  <a:lnTo>
                    <a:pt x="210175" y="227832"/>
                  </a:lnTo>
                  <a:lnTo>
                    <a:pt x="210431" y="227805"/>
                  </a:lnTo>
                  <a:lnTo>
                    <a:pt x="210697" y="227762"/>
                  </a:lnTo>
                  <a:lnTo>
                    <a:pt x="210825" y="227658"/>
                  </a:lnTo>
                  <a:lnTo>
                    <a:pt x="211018" y="227247"/>
                  </a:lnTo>
                  <a:lnTo>
                    <a:pt x="211015" y="227014"/>
                  </a:lnTo>
                  <a:lnTo>
                    <a:pt x="211144" y="226890"/>
                  </a:lnTo>
                  <a:lnTo>
                    <a:pt x="211365" y="227028"/>
                  </a:lnTo>
                  <a:lnTo>
                    <a:pt x="211880" y="226821"/>
                  </a:lnTo>
                  <a:lnTo>
                    <a:pt x="211911" y="226550"/>
                  </a:lnTo>
                  <a:lnTo>
                    <a:pt x="212173" y="226523"/>
                  </a:lnTo>
                  <a:lnTo>
                    <a:pt x="212285" y="226269"/>
                  </a:lnTo>
                  <a:lnTo>
                    <a:pt x="212258" y="226088"/>
                  </a:lnTo>
                  <a:lnTo>
                    <a:pt x="212119" y="225716"/>
                  </a:lnTo>
                  <a:lnTo>
                    <a:pt x="211951" y="225288"/>
                  </a:lnTo>
                  <a:lnTo>
                    <a:pt x="212043" y="225002"/>
                  </a:lnTo>
                  <a:lnTo>
                    <a:pt x="212187" y="224767"/>
                  </a:lnTo>
                  <a:lnTo>
                    <a:pt x="212394" y="224744"/>
                  </a:lnTo>
                  <a:lnTo>
                    <a:pt x="212546" y="224891"/>
                  </a:lnTo>
                  <a:lnTo>
                    <a:pt x="212829" y="224754"/>
                  </a:lnTo>
                  <a:lnTo>
                    <a:pt x="213087" y="224401"/>
                  </a:lnTo>
                  <a:lnTo>
                    <a:pt x="213322" y="224262"/>
                  </a:lnTo>
                  <a:lnTo>
                    <a:pt x="213453" y="224316"/>
                  </a:lnTo>
                  <a:lnTo>
                    <a:pt x="213627" y="224247"/>
                  </a:lnTo>
                  <a:lnTo>
                    <a:pt x="214091" y="224092"/>
                  </a:lnTo>
                  <a:lnTo>
                    <a:pt x="214674" y="224019"/>
                  </a:lnTo>
                  <a:lnTo>
                    <a:pt x="214980" y="224047"/>
                  </a:lnTo>
                  <a:lnTo>
                    <a:pt x="215499" y="223987"/>
                  </a:lnTo>
                  <a:lnTo>
                    <a:pt x="215914" y="224176"/>
                  </a:lnTo>
                  <a:lnTo>
                    <a:pt x="216353" y="224623"/>
                  </a:lnTo>
                  <a:lnTo>
                    <a:pt x="216324" y="224798"/>
                  </a:lnTo>
                  <a:lnTo>
                    <a:pt x="216259" y="224971"/>
                  </a:lnTo>
                  <a:lnTo>
                    <a:pt x="216253" y="225207"/>
                  </a:lnTo>
                  <a:lnTo>
                    <a:pt x="216302" y="225444"/>
                  </a:lnTo>
                  <a:lnTo>
                    <a:pt x="216637" y="225480"/>
                  </a:lnTo>
                  <a:lnTo>
                    <a:pt x="216772" y="225439"/>
                  </a:lnTo>
                  <a:lnTo>
                    <a:pt x="217075" y="225324"/>
                  </a:lnTo>
                  <a:lnTo>
                    <a:pt x="217186" y="225190"/>
                  </a:lnTo>
                  <a:lnTo>
                    <a:pt x="217283" y="225050"/>
                  </a:lnTo>
                  <a:lnTo>
                    <a:pt x="217602" y="224854"/>
                  </a:lnTo>
                  <a:lnTo>
                    <a:pt x="218069" y="224574"/>
                  </a:lnTo>
                  <a:lnTo>
                    <a:pt x="218134" y="224324"/>
                  </a:lnTo>
                  <a:lnTo>
                    <a:pt x="218117" y="224195"/>
                  </a:lnTo>
                  <a:lnTo>
                    <a:pt x="218151" y="224063"/>
                  </a:lnTo>
                  <a:lnTo>
                    <a:pt x="218244" y="223830"/>
                  </a:lnTo>
                  <a:lnTo>
                    <a:pt x="218451" y="223447"/>
                  </a:lnTo>
                  <a:lnTo>
                    <a:pt x="218642" y="223294"/>
                  </a:lnTo>
                  <a:lnTo>
                    <a:pt x="218773" y="223210"/>
                  </a:lnTo>
                  <a:lnTo>
                    <a:pt x="218847" y="222861"/>
                  </a:lnTo>
                  <a:lnTo>
                    <a:pt x="219050" y="222536"/>
                  </a:lnTo>
                  <a:lnTo>
                    <a:pt x="219014" y="222139"/>
                  </a:lnTo>
                  <a:lnTo>
                    <a:pt x="218885" y="221640"/>
                  </a:lnTo>
                  <a:lnTo>
                    <a:pt x="219015" y="221004"/>
                  </a:lnTo>
                  <a:lnTo>
                    <a:pt x="218872" y="220942"/>
                  </a:lnTo>
                  <a:lnTo>
                    <a:pt x="219074" y="220519"/>
                  </a:lnTo>
                  <a:lnTo>
                    <a:pt x="219425" y="220169"/>
                  </a:lnTo>
                  <a:lnTo>
                    <a:pt x="219629" y="220075"/>
                  </a:lnTo>
                  <a:lnTo>
                    <a:pt x="219454" y="219631"/>
                  </a:lnTo>
                  <a:lnTo>
                    <a:pt x="219386" y="219117"/>
                  </a:lnTo>
                  <a:lnTo>
                    <a:pt x="219500" y="218914"/>
                  </a:lnTo>
                  <a:lnTo>
                    <a:pt x="219538" y="218672"/>
                  </a:lnTo>
                  <a:lnTo>
                    <a:pt x="219548" y="218351"/>
                  </a:lnTo>
                  <a:lnTo>
                    <a:pt x="219523" y="218177"/>
                  </a:lnTo>
                  <a:lnTo>
                    <a:pt x="219564" y="217860"/>
                  </a:lnTo>
                  <a:lnTo>
                    <a:pt x="219700" y="217848"/>
                  </a:lnTo>
                  <a:lnTo>
                    <a:pt x="220646" y="217515"/>
                  </a:lnTo>
                  <a:lnTo>
                    <a:pt x="220826" y="217266"/>
                  </a:lnTo>
                  <a:lnTo>
                    <a:pt x="221001" y="217333"/>
                  </a:lnTo>
                  <a:lnTo>
                    <a:pt x="221431" y="217221"/>
                  </a:lnTo>
                  <a:lnTo>
                    <a:pt x="221530" y="216969"/>
                  </a:lnTo>
                  <a:lnTo>
                    <a:pt x="221374" y="216616"/>
                  </a:lnTo>
                  <a:lnTo>
                    <a:pt x="221372" y="216461"/>
                  </a:lnTo>
                  <a:lnTo>
                    <a:pt x="221611" y="216493"/>
                  </a:lnTo>
                  <a:lnTo>
                    <a:pt x="221911" y="216768"/>
                  </a:lnTo>
                  <a:lnTo>
                    <a:pt x="221862" y="217078"/>
                  </a:lnTo>
                  <a:lnTo>
                    <a:pt x="222220" y="217161"/>
                  </a:lnTo>
                  <a:lnTo>
                    <a:pt x="222776" y="217090"/>
                  </a:lnTo>
                  <a:lnTo>
                    <a:pt x="222949" y="216969"/>
                  </a:lnTo>
                  <a:lnTo>
                    <a:pt x="223279" y="216760"/>
                  </a:lnTo>
                  <a:lnTo>
                    <a:pt x="223313" y="216918"/>
                  </a:lnTo>
                  <a:lnTo>
                    <a:pt x="223596" y="217104"/>
                  </a:lnTo>
                  <a:lnTo>
                    <a:pt x="224041" y="216865"/>
                  </a:lnTo>
                  <a:lnTo>
                    <a:pt x="224250" y="216634"/>
                  </a:lnTo>
                  <a:lnTo>
                    <a:pt x="224615" y="216525"/>
                  </a:lnTo>
                  <a:lnTo>
                    <a:pt x="225014" y="216532"/>
                  </a:lnTo>
                  <a:lnTo>
                    <a:pt x="225194" y="216564"/>
                  </a:lnTo>
                  <a:lnTo>
                    <a:pt x="225278" y="216753"/>
                  </a:lnTo>
                  <a:lnTo>
                    <a:pt x="225639" y="216799"/>
                  </a:lnTo>
                  <a:lnTo>
                    <a:pt x="225803" y="216762"/>
                  </a:lnTo>
                  <a:lnTo>
                    <a:pt x="226283" y="217089"/>
                  </a:lnTo>
                  <a:lnTo>
                    <a:pt x="226358" y="217261"/>
                  </a:lnTo>
                  <a:lnTo>
                    <a:pt x="226233" y="217558"/>
                  </a:lnTo>
                  <a:lnTo>
                    <a:pt x="226121" y="217801"/>
                  </a:lnTo>
                  <a:lnTo>
                    <a:pt x="226186" y="217929"/>
                  </a:lnTo>
                  <a:lnTo>
                    <a:pt x="226524" y="218337"/>
                  </a:lnTo>
                  <a:lnTo>
                    <a:pt x="226275" y="218873"/>
                  </a:lnTo>
                  <a:lnTo>
                    <a:pt x="225902" y="219117"/>
                  </a:lnTo>
                  <a:lnTo>
                    <a:pt x="225579" y="219301"/>
                  </a:lnTo>
                  <a:lnTo>
                    <a:pt x="225417" y="219680"/>
                  </a:lnTo>
                  <a:lnTo>
                    <a:pt x="225634" y="220013"/>
                  </a:lnTo>
                  <a:lnTo>
                    <a:pt x="225649" y="220245"/>
                  </a:lnTo>
                  <a:lnTo>
                    <a:pt x="225639" y="220396"/>
                  </a:lnTo>
                  <a:lnTo>
                    <a:pt x="225624" y="220554"/>
                  </a:lnTo>
                  <a:lnTo>
                    <a:pt x="225701" y="220826"/>
                  </a:lnTo>
                  <a:lnTo>
                    <a:pt x="225719" y="221078"/>
                  </a:lnTo>
                  <a:lnTo>
                    <a:pt x="225813" y="221525"/>
                  </a:lnTo>
                  <a:lnTo>
                    <a:pt x="226029" y="221515"/>
                  </a:lnTo>
                  <a:lnTo>
                    <a:pt x="226189" y="221503"/>
                  </a:lnTo>
                  <a:lnTo>
                    <a:pt x="226437" y="221665"/>
                  </a:lnTo>
                  <a:lnTo>
                    <a:pt x="226850" y="221697"/>
                  </a:lnTo>
                  <a:lnTo>
                    <a:pt x="227212" y="221780"/>
                  </a:lnTo>
                  <a:lnTo>
                    <a:pt x="227540" y="221822"/>
                  </a:lnTo>
                  <a:lnTo>
                    <a:pt x="227733" y="221830"/>
                  </a:lnTo>
                  <a:lnTo>
                    <a:pt x="227725" y="222190"/>
                  </a:lnTo>
                  <a:lnTo>
                    <a:pt x="227622" y="222616"/>
                  </a:lnTo>
                  <a:lnTo>
                    <a:pt x="227403" y="222881"/>
                  </a:lnTo>
                  <a:lnTo>
                    <a:pt x="227252" y="223210"/>
                  </a:lnTo>
                  <a:lnTo>
                    <a:pt x="227092" y="223744"/>
                  </a:lnTo>
                  <a:lnTo>
                    <a:pt x="227598" y="223915"/>
                  </a:lnTo>
                  <a:lnTo>
                    <a:pt x="227736" y="223892"/>
                  </a:lnTo>
                  <a:lnTo>
                    <a:pt x="228000" y="223848"/>
                  </a:lnTo>
                  <a:lnTo>
                    <a:pt x="228479" y="223944"/>
                  </a:lnTo>
                  <a:lnTo>
                    <a:pt x="228947" y="224522"/>
                  </a:lnTo>
                  <a:lnTo>
                    <a:pt x="228992" y="224709"/>
                  </a:lnTo>
                  <a:lnTo>
                    <a:pt x="229089" y="224967"/>
                  </a:lnTo>
                  <a:lnTo>
                    <a:pt x="229388" y="225111"/>
                  </a:lnTo>
                  <a:lnTo>
                    <a:pt x="229162" y="225512"/>
                  </a:lnTo>
                  <a:lnTo>
                    <a:pt x="229169" y="225978"/>
                  </a:lnTo>
                  <a:lnTo>
                    <a:pt x="229456" y="226103"/>
                  </a:lnTo>
                  <a:lnTo>
                    <a:pt x="229289" y="226625"/>
                  </a:lnTo>
                  <a:lnTo>
                    <a:pt x="229299" y="226767"/>
                  </a:lnTo>
                  <a:lnTo>
                    <a:pt x="229422" y="227239"/>
                  </a:lnTo>
                  <a:lnTo>
                    <a:pt x="229297" y="227421"/>
                  </a:lnTo>
                  <a:lnTo>
                    <a:pt x="229378" y="227700"/>
                  </a:lnTo>
                  <a:lnTo>
                    <a:pt x="229426" y="227928"/>
                  </a:lnTo>
                  <a:lnTo>
                    <a:pt x="229167" y="228173"/>
                  </a:lnTo>
                  <a:lnTo>
                    <a:pt x="229103" y="228794"/>
                  </a:lnTo>
                  <a:lnTo>
                    <a:pt x="228694" y="229180"/>
                  </a:lnTo>
                  <a:lnTo>
                    <a:pt x="228331" y="229291"/>
                  </a:lnTo>
                  <a:lnTo>
                    <a:pt x="228403" y="229446"/>
                  </a:lnTo>
                  <a:lnTo>
                    <a:pt x="228514" y="229638"/>
                  </a:lnTo>
                  <a:lnTo>
                    <a:pt x="229205" y="229946"/>
                  </a:lnTo>
                  <a:lnTo>
                    <a:pt x="229317" y="230555"/>
                  </a:lnTo>
                  <a:lnTo>
                    <a:pt x="229478" y="230754"/>
                  </a:lnTo>
                  <a:lnTo>
                    <a:pt x="229569" y="231109"/>
                  </a:lnTo>
                  <a:lnTo>
                    <a:pt x="229796" y="231089"/>
                  </a:lnTo>
                  <a:lnTo>
                    <a:pt x="229966" y="231102"/>
                  </a:lnTo>
                  <a:lnTo>
                    <a:pt x="230135" y="231173"/>
                  </a:lnTo>
                  <a:lnTo>
                    <a:pt x="230526" y="231833"/>
                  </a:lnTo>
                  <a:lnTo>
                    <a:pt x="230924" y="232420"/>
                  </a:lnTo>
                  <a:lnTo>
                    <a:pt x="230908" y="232593"/>
                  </a:lnTo>
                  <a:lnTo>
                    <a:pt x="231376" y="232540"/>
                  </a:lnTo>
                  <a:lnTo>
                    <a:pt x="231363" y="232733"/>
                  </a:lnTo>
                  <a:lnTo>
                    <a:pt x="231041" y="233023"/>
                  </a:lnTo>
                  <a:lnTo>
                    <a:pt x="231003" y="233316"/>
                  </a:lnTo>
                  <a:lnTo>
                    <a:pt x="231226" y="233419"/>
                  </a:lnTo>
                  <a:lnTo>
                    <a:pt x="231442" y="233965"/>
                  </a:lnTo>
                  <a:lnTo>
                    <a:pt x="231805" y="234120"/>
                  </a:lnTo>
                  <a:lnTo>
                    <a:pt x="232249" y="234184"/>
                  </a:lnTo>
                  <a:lnTo>
                    <a:pt x="232271" y="234334"/>
                  </a:lnTo>
                  <a:lnTo>
                    <a:pt x="232475" y="234969"/>
                  </a:lnTo>
                  <a:lnTo>
                    <a:pt x="232631" y="234939"/>
                  </a:lnTo>
                  <a:lnTo>
                    <a:pt x="232832" y="234993"/>
                  </a:lnTo>
                  <a:lnTo>
                    <a:pt x="233013" y="235221"/>
                  </a:lnTo>
                  <a:lnTo>
                    <a:pt x="233004" y="235363"/>
                  </a:lnTo>
                  <a:lnTo>
                    <a:pt x="232619" y="235419"/>
                  </a:lnTo>
                  <a:lnTo>
                    <a:pt x="232283" y="235365"/>
                  </a:lnTo>
                  <a:lnTo>
                    <a:pt x="232354" y="235969"/>
                  </a:lnTo>
                  <a:lnTo>
                    <a:pt x="232218" y="236179"/>
                  </a:lnTo>
                  <a:lnTo>
                    <a:pt x="232495" y="236306"/>
                  </a:lnTo>
                  <a:lnTo>
                    <a:pt x="232634" y="236373"/>
                  </a:lnTo>
                  <a:lnTo>
                    <a:pt x="232772" y="236439"/>
                  </a:lnTo>
                  <a:lnTo>
                    <a:pt x="233310" y="236423"/>
                  </a:lnTo>
                  <a:lnTo>
                    <a:pt x="233479" y="236075"/>
                  </a:lnTo>
                  <a:lnTo>
                    <a:pt x="233612" y="236110"/>
                  </a:lnTo>
                  <a:lnTo>
                    <a:pt x="233993" y="236300"/>
                  </a:lnTo>
                  <a:lnTo>
                    <a:pt x="234198" y="236418"/>
                  </a:lnTo>
                  <a:lnTo>
                    <a:pt x="234342" y="236698"/>
                  </a:lnTo>
                  <a:lnTo>
                    <a:pt x="234763" y="236768"/>
                  </a:lnTo>
                  <a:lnTo>
                    <a:pt x="234825" y="236529"/>
                  </a:lnTo>
                  <a:lnTo>
                    <a:pt x="235053" y="236544"/>
                  </a:lnTo>
                  <a:lnTo>
                    <a:pt x="235346" y="236564"/>
                  </a:lnTo>
                  <a:lnTo>
                    <a:pt x="235774" y="236598"/>
                  </a:lnTo>
                  <a:lnTo>
                    <a:pt x="235817" y="236269"/>
                  </a:lnTo>
                  <a:lnTo>
                    <a:pt x="235606" y="236234"/>
                  </a:lnTo>
                  <a:lnTo>
                    <a:pt x="235453" y="236100"/>
                  </a:lnTo>
                  <a:lnTo>
                    <a:pt x="235363" y="235967"/>
                  </a:lnTo>
                  <a:lnTo>
                    <a:pt x="235587" y="235638"/>
                  </a:lnTo>
                  <a:lnTo>
                    <a:pt x="235678" y="235505"/>
                  </a:lnTo>
                  <a:lnTo>
                    <a:pt x="236112" y="235577"/>
                  </a:lnTo>
                  <a:lnTo>
                    <a:pt x="236324" y="235743"/>
                  </a:lnTo>
                  <a:lnTo>
                    <a:pt x="236518" y="235768"/>
                  </a:lnTo>
                  <a:lnTo>
                    <a:pt x="236789" y="235803"/>
                  </a:lnTo>
                  <a:lnTo>
                    <a:pt x="237105" y="235966"/>
                  </a:lnTo>
                  <a:lnTo>
                    <a:pt x="236882" y="236321"/>
                  </a:lnTo>
                  <a:lnTo>
                    <a:pt x="237417" y="236547"/>
                  </a:lnTo>
                  <a:lnTo>
                    <a:pt x="237431" y="236326"/>
                  </a:lnTo>
                  <a:lnTo>
                    <a:pt x="237469" y="236105"/>
                  </a:lnTo>
                  <a:lnTo>
                    <a:pt x="237842" y="235910"/>
                  </a:lnTo>
                  <a:lnTo>
                    <a:pt x="238088" y="236073"/>
                  </a:lnTo>
                  <a:lnTo>
                    <a:pt x="238420" y="236016"/>
                  </a:lnTo>
                  <a:lnTo>
                    <a:pt x="238553" y="235717"/>
                  </a:lnTo>
                  <a:lnTo>
                    <a:pt x="238736" y="235643"/>
                  </a:lnTo>
                  <a:lnTo>
                    <a:pt x="238937" y="235646"/>
                  </a:lnTo>
                  <a:lnTo>
                    <a:pt x="239128" y="235695"/>
                  </a:lnTo>
                  <a:lnTo>
                    <a:pt x="239618" y="235752"/>
                  </a:lnTo>
                  <a:lnTo>
                    <a:pt x="239794" y="235752"/>
                  </a:lnTo>
                  <a:lnTo>
                    <a:pt x="240007" y="235753"/>
                  </a:lnTo>
                  <a:lnTo>
                    <a:pt x="240211" y="235761"/>
                  </a:lnTo>
                  <a:lnTo>
                    <a:pt x="240397" y="235790"/>
                  </a:lnTo>
                  <a:lnTo>
                    <a:pt x="240636" y="235738"/>
                  </a:lnTo>
                  <a:lnTo>
                    <a:pt x="240312" y="235412"/>
                  </a:lnTo>
                  <a:lnTo>
                    <a:pt x="240397" y="234960"/>
                  </a:lnTo>
                  <a:lnTo>
                    <a:pt x="240352" y="234633"/>
                  </a:lnTo>
                  <a:lnTo>
                    <a:pt x="240566" y="234594"/>
                  </a:lnTo>
                  <a:lnTo>
                    <a:pt x="240905" y="234071"/>
                  </a:lnTo>
                  <a:lnTo>
                    <a:pt x="241209" y="233890"/>
                  </a:lnTo>
                  <a:lnTo>
                    <a:pt x="241565" y="233412"/>
                  </a:lnTo>
                  <a:lnTo>
                    <a:pt x="241422" y="233394"/>
                  </a:lnTo>
                  <a:lnTo>
                    <a:pt x="241072" y="233427"/>
                  </a:lnTo>
                  <a:lnTo>
                    <a:pt x="241127" y="233170"/>
                  </a:lnTo>
                  <a:lnTo>
                    <a:pt x="241379" y="233025"/>
                  </a:lnTo>
                  <a:lnTo>
                    <a:pt x="241603" y="232975"/>
                  </a:lnTo>
                  <a:lnTo>
                    <a:pt x="241737" y="232972"/>
                  </a:lnTo>
                  <a:lnTo>
                    <a:pt x="241967" y="232892"/>
                  </a:lnTo>
                  <a:lnTo>
                    <a:pt x="242190" y="232805"/>
                  </a:lnTo>
                  <a:lnTo>
                    <a:pt x="242425" y="232841"/>
                  </a:lnTo>
                  <a:lnTo>
                    <a:pt x="242678" y="232490"/>
                  </a:lnTo>
                  <a:lnTo>
                    <a:pt x="242963" y="232347"/>
                  </a:lnTo>
                  <a:lnTo>
                    <a:pt x="243460" y="232607"/>
                  </a:lnTo>
                  <a:lnTo>
                    <a:pt x="243540" y="232841"/>
                  </a:lnTo>
                  <a:lnTo>
                    <a:pt x="243777" y="233171"/>
                  </a:lnTo>
                  <a:lnTo>
                    <a:pt x="243973" y="233352"/>
                  </a:lnTo>
                  <a:lnTo>
                    <a:pt x="244450" y="233844"/>
                  </a:lnTo>
                  <a:lnTo>
                    <a:pt x="244732" y="234288"/>
                  </a:lnTo>
                  <a:lnTo>
                    <a:pt x="245143" y="234633"/>
                  </a:lnTo>
                  <a:lnTo>
                    <a:pt x="245785" y="234013"/>
                  </a:lnTo>
                  <a:lnTo>
                    <a:pt x="246034" y="234105"/>
                  </a:lnTo>
                  <a:lnTo>
                    <a:pt x="246240" y="233817"/>
                  </a:lnTo>
                  <a:lnTo>
                    <a:pt x="246520" y="233430"/>
                  </a:lnTo>
                  <a:lnTo>
                    <a:pt x="246770" y="233165"/>
                  </a:lnTo>
                  <a:lnTo>
                    <a:pt x="246957" y="232846"/>
                  </a:lnTo>
                  <a:lnTo>
                    <a:pt x="247295" y="232624"/>
                  </a:lnTo>
                  <a:lnTo>
                    <a:pt x="247679" y="232485"/>
                  </a:lnTo>
                  <a:lnTo>
                    <a:pt x="247805" y="232233"/>
                  </a:lnTo>
                  <a:lnTo>
                    <a:pt x="247789" y="232095"/>
                  </a:lnTo>
                  <a:lnTo>
                    <a:pt x="247848" y="231697"/>
                  </a:lnTo>
                  <a:lnTo>
                    <a:pt x="248172" y="231489"/>
                  </a:lnTo>
                  <a:lnTo>
                    <a:pt x="248425" y="231487"/>
                  </a:lnTo>
                  <a:lnTo>
                    <a:pt x="248774" y="231519"/>
                  </a:lnTo>
                  <a:lnTo>
                    <a:pt x="249096" y="231655"/>
                  </a:lnTo>
                  <a:lnTo>
                    <a:pt x="249471" y="231629"/>
                  </a:lnTo>
                  <a:lnTo>
                    <a:pt x="249731" y="231218"/>
                  </a:lnTo>
                  <a:lnTo>
                    <a:pt x="249403" y="230814"/>
                  </a:lnTo>
                  <a:lnTo>
                    <a:pt x="249295" y="230516"/>
                  </a:lnTo>
                  <a:lnTo>
                    <a:pt x="249444" y="230253"/>
                  </a:lnTo>
                  <a:lnTo>
                    <a:pt x="249697" y="230098"/>
                  </a:lnTo>
                  <a:lnTo>
                    <a:pt x="250216" y="230059"/>
                  </a:lnTo>
                  <a:lnTo>
                    <a:pt x="250474" y="230012"/>
                  </a:lnTo>
                  <a:lnTo>
                    <a:pt x="251023" y="229939"/>
                  </a:lnTo>
                  <a:lnTo>
                    <a:pt x="251317" y="230065"/>
                  </a:lnTo>
                  <a:lnTo>
                    <a:pt x="251625" y="230176"/>
                  </a:lnTo>
                  <a:lnTo>
                    <a:pt x="252017" y="230038"/>
                  </a:lnTo>
                  <a:lnTo>
                    <a:pt x="252177" y="229899"/>
                  </a:lnTo>
                  <a:lnTo>
                    <a:pt x="252703" y="229746"/>
                  </a:lnTo>
                  <a:lnTo>
                    <a:pt x="252947" y="229755"/>
                  </a:lnTo>
                  <a:lnTo>
                    <a:pt x="253055" y="229989"/>
                  </a:lnTo>
                  <a:lnTo>
                    <a:pt x="253152" y="230232"/>
                  </a:lnTo>
                  <a:lnTo>
                    <a:pt x="253573" y="230266"/>
                  </a:lnTo>
                  <a:lnTo>
                    <a:pt x="253876" y="230013"/>
                  </a:lnTo>
                  <a:lnTo>
                    <a:pt x="254436" y="229774"/>
                  </a:lnTo>
                  <a:lnTo>
                    <a:pt x="254657" y="229670"/>
                  </a:lnTo>
                  <a:lnTo>
                    <a:pt x="254983" y="229127"/>
                  </a:lnTo>
                  <a:lnTo>
                    <a:pt x="255158" y="229192"/>
                  </a:lnTo>
                  <a:lnTo>
                    <a:pt x="255484" y="229421"/>
                  </a:lnTo>
                  <a:lnTo>
                    <a:pt x="255616" y="229608"/>
                  </a:lnTo>
                  <a:lnTo>
                    <a:pt x="255709" y="229784"/>
                  </a:lnTo>
                  <a:lnTo>
                    <a:pt x="255446" y="230506"/>
                  </a:lnTo>
                  <a:lnTo>
                    <a:pt x="255565" y="230902"/>
                  </a:lnTo>
                  <a:lnTo>
                    <a:pt x="255820" y="231215"/>
                  </a:lnTo>
                  <a:lnTo>
                    <a:pt x="255870" y="231414"/>
                  </a:lnTo>
                  <a:lnTo>
                    <a:pt x="256393" y="231911"/>
                  </a:lnTo>
                  <a:lnTo>
                    <a:pt x="256666" y="231692"/>
                  </a:lnTo>
                  <a:lnTo>
                    <a:pt x="256966" y="231464"/>
                  </a:lnTo>
                  <a:lnTo>
                    <a:pt x="257777" y="231585"/>
                  </a:lnTo>
                  <a:lnTo>
                    <a:pt x="257998" y="231305"/>
                  </a:lnTo>
                  <a:lnTo>
                    <a:pt x="258248" y="230784"/>
                  </a:lnTo>
                  <a:lnTo>
                    <a:pt x="258480" y="230875"/>
                  </a:lnTo>
                  <a:lnTo>
                    <a:pt x="258355" y="231282"/>
                  </a:lnTo>
                  <a:lnTo>
                    <a:pt x="258866" y="231437"/>
                  </a:lnTo>
                  <a:lnTo>
                    <a:pt x="259178" y="231336"/>
                  </a:lnTo>
                  <a:lnTo>
                    <a:pt x="259322" y="231344"/>
                  </a:lnTo>
                  <a:lnTo>
                    <a:pt x="259582" y="231492"/>
                  </a:lnTo>
                  <a:lnTo>
                    <a:pt x="259819" y="232030"/>
                  </a:lnTo>
                  <a:lnTo>
                    <a:pt x="259731" y="232447"/>
                  </a:lnTo>
                  <a:lnTo>
                    <a:pt x="259520" y="233000"/>
                  </a:lnTo>
                  <a:lnTo>
                    <a:pt x="259499" y="233144"/>
                  </a:lnTo>
                  <a:lnTo>
                    <a:pt x="260075" y="233793"/>
                  </a:lnTo>
                  <a:lnTo>
                    <a:pt x="259712" y="234069"/>
                  </a:lnTo>
                  <a:lnTo>
                    <a:pt x="259765" y="234278"/>
                  </a:lnTo>
                  <a:lnTo>
                    <a:pt x="260138" y="234380"/>
                  </a:lnTo>
                  <a:lnTo>
                    <a:pt x="260242" y="234659"/>
                  </a:lnTo>
                  <a:lnTo>
                    <a:pt x="260652" y="234955"/>
                  </a:lnTo>
                  <a:lnTo>
                    <a:pt x="260856" y="235087"/>
                  </a:lnTo>
                  <a:lnTo>
                    <a:pt x="261114" y="235439"/>
                  </a:lnTo>
                  <a:lnTo>
                    <a:pt x="261121" y="235667"/>
                  </a:lnTo>
                  <a:lnTo>
                    <a:pt x="261350" y="236001"/>
                  </a:lnTo>
                  <a:lnTo>
                    <a:pt x="261708" y="236222"/>
                  </a:lnTo>
                  <a:lnTo>
                    <a:pt x="262018" y="236383"/>
                  </a:lnTo>
                  <a:lnTo>
                    <a:pt x="262008" y="236513"/>
                  </a:lnTo>
                  <a:lnTo>
                    <a:pt x="262288" y="236856"/>
                  </a:lnTo>
                  <a:lnTo>
                    <a:pt x="262412" y="237454"/>
                  </a:lnTo>
                  <a:lnTo>
                    <a:pt x="262381" y="237597"/>
                  </a:lnTo>
                  <a:lnTo>
                    <a:pt x="262427" y="237845"/>
                  </a:lnTo>
                  <a:lnTo>
                    <a:pt x="262661" y="238170"/>
                  </a:lnTo>
                  <a:lnTo>
                    <a:pt x="263094" y="238373"/>
                  </a:lnTo>
                  <a:lnTo>
                    <a:pt x="263337" y="238399"/>
                  </a:lnTo>
                  <a:lnTo>
                    <a:pt x="263539" y="238812"/>
                  </a:lnTo>
                  <a:lnTo>
                    <a:pt x="263601" y="239025"/>
                  </a:lnTo>
                  <a:lnTo>
                    <a:pt x="262886" y="239019"/>
                  </a:lnTo>
                  <a:lnTo>
                    <a:pt x="262746" y="238956"/>
                  </a:lnTo>
                  <a:lnTo>
                    <a:pt x="262128" y="239296"/>
                  </a:lnTo>
                  <a:lnTo>
                    <a:pt x="262080" y="239815"/>
                  </a:lnTo>
                  <a:lnTo>
                    <a:pt x="262432" y="239958"/>
                  </a:lnTo>
                  <a:lnTo>
                    <a:pt x="262824" y="240368"/>
                  </a:lnTo>
                  <a:lnTo>
                    <a:pt x="262618" y="240831"/>
                  </a:lnTo>
                  <a:lnTo>
                    <a:pt x="262136" y="241141"/>
                  </a:lnTo>
                  <a:lnTo>
                    <a:pt x="262290" y="240859"/>
                  </a:lnTo>
                  <a:lnTo>
                    <a:pt x="262259" y="240584"/>
                  </a:lnTo>
                  <a:lnTo>
                    <a:pt x="261613" y="240259"/>
                  </a:lnTo>
                  <a:lnTo>
                    <a:pt x="260717" y="239520"/>
                  </a:lnTo>
                  <a:lnTo>
                    <a:pt x="260140" y="239668"/>
                  </a:lnTo>
                  <a:lnTo>
                    <a:pt x="259999" y="239778"/>
                  </a:lnTo>
                  <a:lnTo>
                    <a:pt x="259557" y="240365"/>
                  </a:lnTo>
                  <a:lnTo>
                    <a:pt x="259335" y="240355"/>
                  </a:lnTo>
                  <a:lnTo>
                    <a:pt x="258900" y="239781"/>
                  </a:lnTo>
                  <a:lnTo>
                    <a:pt x="258577" y="240217"/>
                  </a:lnTo>
                  <a:lnTo>
                    <a:pt x="258387" y="240352"/>
                  </a:lnTo>
                  <a:lnTo>
                    <a:pt x="257774" y="240548"/>
                  </a:lnTo>
                  <a:lnTo>
                    <a:pt x="257529" y="239779"/>
                  </a:lnTo>
                  <a:lnTo>
                    <a:pt x="257441" y="239386"/>
                  </a:lnTo>
                  <a:lnTo>
                    <a:pt x="257344" y="238990"/>
                  </a:lnTo>
                  <a:lnTo>
                    <a:pt x="257707" y="238586"/>
                  </a:lnTo>
                  <a:lnTo>
                    <a:pt x="257738" y="238451"/>
                  </a:lnTo>
                  <a:lnTo>
                    <a:pt x="257861" y="238270"/>
                  </a:lnTo>
                  <a:lnTo>
                    <a:pt x="258189" y="238090"/>
                  </a:lnTo>
                  <a:lnTo>
                    <a:pt x="258422" y="237796"/>
                  </a:lnTo>
                  <a:lnTo>
                    <a:pt x="258559" y="237632"/>
                  </a:lnTo>
                  <a:lnTo>
                    <a:pt x="258750" y="237501"/>
                  </a:lnTo>
                  <a:lnTo>
                    <a:pt x="258874" y="237319"/>
                  </a:lnTo>
                  <a:lnTo>
                    <a:pt x="258553" y="237506"/>
                  </a:lnTo>
                  <a:lnTo>
                    <a:pt x="258074" y="237874"/>
                  </a:lnTo>
                  <a:lnTo>
                    <a:pt x="257523" y="238161"/>
                  </a:lnTo>
                  <a:lnTo>
                    <a:pt x="257285" y="238183"/>
                  </a:lnTo>
                  <a:lnTo>
                    <a:pt x="257549" y="237638"/>
                  </a:lnTo>
                  <a:lnTo>
                    <a:pt x="257433" y="237489"/>
                  </a:lnTo>
                  <a:lnTo>
                    <a:pt x="257301" y="237364"/>
                  </a:lnTo>
                  <a:lnTo>
                    <a:pt x="256876" y="237219"/>
                  </a:lnTo>
                  <a:lnTo>
                    <a:pt x="256699" y="237307"/>
                  </a:lnTo>
                  <a:lnTo>
                    <a:pt x="256768" y="237716"/>
                  </a:lnTo>
                  <a:lnTo>
                    <a:pt x="256634" y="237879"/>
                  </a:lnTo>
                  <a:lnTo>
                    <a:pt x="256908" y="238266"/>
                  </a:lnTo>
                  <a:lnTo>
                    <a:pt x="257095" y="238420"/>
                  </a:lnTo>
                  <a:lnTo>
                    <a:pt x="256623" y="239031"/>
                  </a:lnTo>
                  <a:lnTo>
                    <a:pt x="256453" y="239197"/>
                  </a:lnTo>
                  <a:lnTo>
                    <a:pt x="256241" y="239142"/>
                  </a:lnTo>
                  <a:lnTo>
                    <a:pt x="256154" y="238975"/>
                  </a:lnTo>
                  <a:lnTo>
                    <a:pt x="256052" y="238785"/>
                  </a:lnTo>
                  <a:lnTo>
                    <a:pt x="255937" y="238635"/>
                  </a:lnTo>
                  <a:lnTo>
                    <a:pt x="255786" y="238368"/>
                  </a:lnTo>
                  <a:lnTo>
                    <a:pt x="256116" y="237873"/>
                  </a:lnTo>
                  <a:lnTo>
                    <a:pt x="255745" y="237488"/>
                  </a:lnTo>
                  <a:lnTo>
                    <a:pt x="255596" y="237006"/>
                  </a:lnTo>
                  <a:lnTo>
                    <a:pt x="255235" y="236729"/>
                  </a:lnTo>
                  <a:lnTo>
                    <a:pt x="254817" y="236220"/>
                  </a:lnTo>
                  <a:lnTo>
                    <a:pt x="255015" y="237096"/>
                  </a:lnTo>
                  <a:lnTo>
                    <a:pt x="255044" y="237270"/>
                  </a:lnTo>
                  <a:lnTo>
                    <a:pt x="255512" y="237596"/>
                  </a:lnTo>
                  <a:lnTo>
                    <a:pt x="255448" y="237895"/>
                  </a:lnTo>
                  <a:lnTo>
                    <a:pt x="255244" y="238761"/>
                  </a:lnTo>
                  <a:lnTo>
                    <a:pt x="255067" y="238792"/>
                  </a:lnTo>
                  <a:lnTo>
                    <a:pt x="254748" y="239181"/>
                  </a:lnTo>
                  <a:lnTo>
                    <a:pt x="254050" y="238626"/>
                  </a:lnTo>
                  <a:lnTo>
                    <a:pt x="253819" y="238616"/>
                  </a:lnTo>
                  <a:lnTo>
                    <a:pt x="253714" y="238464"/>
                  </a:lnTo>
                  <a:lnTo>
                    <a:pt x="253563" y="238038"/>
                  </a:lnTo>
                  <a:lnTo>
                    <a:pt x="253502" y="237614"/>
                  </a:lnTo>
                  <a:lnTo>
                    <a:pt x="253224" y="237590"/>
                  </a:lnTo>
                  <a:lnTo>
                    <a:pt x="252873" y="237953"/>
                  </a:lnTo>
                  <a:lnTo>
                    <a:pt x="252492" y="237920"/>
                  </a:lnTo>
                  <a:lnTo>
                    <a:pt x="252251" y="238143"/>
                  </a:lnTo>
                  <a:lnTo>
                    <a:pt x="252465" y="238489"/>
                  </a:lnTo>
                  <a:lnTo>
                    <a:pt x="252715" y="238857"/>
                  </a:lnTo>
                  <a:lnTo>
                    <a:pt x="252895" y="239336"/>
                  </a:lnTo>
                  <a:lnTo>
                    <a:pt x="252707" y="239639"/>
                  </a:lnTo>
                  <a:lnTo>
                    <a:pt x="252444" y="240034"/>
                  </a:lnTo>
                  <a:lnTo>
                    <a:pt x="252372" y="240599"/>
                  </a:lnTo>
                  <a:lnTo>
                    <a:pt x="252310" y="240899"/>
                  </a:lnTo>
                  <a:lnTo>
                    <a:pt x="252104" y="240991"/>
                  </a:lnTo>
                  <a:lnTo>
                    <a:pt x="252105" y="241172"/>
                  </a:lnTo>
                  <a:lnTo>
                    <a:pt x="252538" y="241682"/>
                  </a:lnTo>
                  <a:lnTo>
                    <a:pt x="252665" y="241833"/>
                  </a:lnTo>
                  <a:lnTo>
                    <a:pt x="252593" y="241986"/>
                  </a:lnTo>
                  <a:lnTo>
                    <a:pt x="252621" y="242212"/>
                  </a:lnTo>
                  <a:lnTo>
                    <a:pt x="252926" y="241778"/>
                  </a:lnTo>
                  <a:lnTo>
                    <a:pt x="253115" y="240868"/>
                  </a:lnTo>
                  <a:lnTo>
                    <a:pt x="253136" y="240549"/>
                  </a:lnTo>
                  <a:lnTo>
                    <a:pt x="253283" y="240061"/>
                  </a:lnTo>
                  <a:lnTo>
                    <a:pt x="253476" y="239829"/>
                  </a:lnTo>
                  <a:lnTo>
                    <a:pt x="254322" y="239787"/>
                  </a:lnTo>
                  <a:lnTo>
                    <a:pt x="254841" y="239759"/>
                  </a:lnTo>
                  <a:lnTo>
                    <a:pt x="255484" y="239316"/>
                  </a:lnTo>
                  <a:lnTo>
                    <a:pt x="255845" y="239224"/>
                  </a:lnTo>
                  <a:lnTo>
                    <a:pt x="256067" y="239366"/>
                  </a:lnTo>
                  <a:lnTo>
                    <a:pt x="256271" y="239666"/>
                  </a:lnTo>
                  <a:lnTo>
                    <a:pt x="256262" y="239803"/>
                  </a:lnTo>
                  <a:lnTo>
                    <a:pt x="256356" y="240031"/>
                  </a:lnTo>
                  <a:lnTo>
                    <a:pt x="256629" y="240300"/>
                  </a:lnTo>
                  <a:lnTo>
                    <a:pt x="256872" y="240511"/>
                  </a:lnTo>
                  <a:lnTo>
                    <a:pt x="257001" y="240453"/>
                  </a:lnTo>
                  <a:lnTo>
                    <a:pt x="257300" y="240826"/>
                  </a:lnTo>
                  <a:lnTo>
                    <a:pt x="257262" y="240966"/>
                  </a:lnTo>
                  <a:lnTo>
                    <a:pt x="257445" y="241234"/>
                  </a:lnTo>
                  <a:lnTo>
                    <a:pt x="257644" y="241526"/>
                  </a:lnTo>
                  <a:lnTo>
                    <a:pt x="258075" y="241755"/>
                  </a:lnTo>
                  <a:lnTo>
                    <a:pt x="258214" y="241755"/>
                  </a:lnTo>
                  <a:lnTo>
                    <a:pt x="258444" y="241571"/>
                  </a:lnTo>
                  <a:lnTo>
                    <a:pt x="258753" y="240867"/>
                  </a:lnTo>
                  <a:lnTo>
                    <a:pt x="259353" y="240770"/>
                  </a:lnTo>
                  <a:lnTo>
                    <a:pt x="259934" y="240369"/>
                  </a:lnTo>
                  <a:lnTo>
                    <a:pt x="260351" y="240082"/>
                  </a:lnTo>
                  <a:lnTo>
                    <a:pt x="260787" y="240531"/>
                  </a:lnTo>
                  <a:lnTo>
                    <a:pt x="260868" y="240751"/>
                  </a:lnTo>
                  <a:lnTo>
                    <a:pt x="261069" y="240900"/>
                  </a:lnTo>
                  <a:lnTo>
                    <a:pt x="261288" y="241040"/>
                  </a:lnTo>
                  <a:lnTo>
                    <a:pt x="261233" y="241323"/>
                  </a:lnTo>
                  <a:lnTo>
                    <a:pt x="261215" y="241523"/>
                  </a:lnTo>
                  <a:lnTo>
                    <a:pt x="261202" y="241666"/>
                  </a:lnTo>
                  <a:lnTo>
                    <a:pt x="261222" y="241955"/>
                  </a:lnTo>
                  <a:lnTo>
                    <a:pt x="261238" y="242175"/>
                  </a:lnTo>
                  <a:lnTo>
                    <a:pt x="261238" y="242596"/>
                  </a:lnTo>
                  <a:lnTo>
                    <a:pt x="261521" y="243048"/>
                  </a:lnTo>
                  <a:lnTo>
                    <a:pt x="261650" y="243600"/>
                  </a:lnTo>
                  <a:lnTo>
                    <a:pt x="261740" y="243758"/>
                  </a:lnTo>
                  <a:lnTo>
                    <a:pt x="262191" y="243782"/>
                  </a:lnTo>
                  <a:lnTo>
                    <a:pt x="262290" y="244210"/>
                  </a:lnTo>
                  <a:lnTo>
                    <a:pt x="262627" y="244699"/>
                  </a:lnTo>
                  <a:lnTo>
                    <a:pt x="262782" y="244827"/>
                  </a:lnTo>
                  <a:lnTo>
                    <a:pt x="263167" y="244872"/>
                  </a:lnTo>
                  <a:lnTo>
                    <a:pt x="263779" y="245017"/>
                  </a:lnTo>
                  <a:lnTo>
                    <a:pt x="263833" y="244869"/>
                  </a:lnTo>
                  <a:lnTo>
                    <a:pt x="263926" y="244736"/>
                  </a:lnTo>
                  <a:lnTo>
                    <a:pt x="264207" y="244745"/>
                  </a:lnTo>
                  <a:lnTo>
                    <a:pt x="264219" y="244885"/>
                  </a:lnTo>
                  <a:lnTo>
                    <a:pt x="264130" y="245098"/>
                  </a:lnTo>
                  <a:lnTo>
                    <a:pt x="264043" y="245236"/>
                  </a:lnTo>
                  <a:lnTo>
                    <a:pt x="263614" y="245668"/>
                  </a:lnTo>
                  <a:lnTo>
                    <a:pt x="263204" y="245281"/>
                  </a:lnTo>
                  <a:lnTo>
                    <a:pt x="262722" y="245471"/>
                  </a:lnTo>
                  <a:lnTo>
                    <a:pt x="262403" y="245567"/>
                  </a:lnTo>
                  <a:lnTo>
                    <a:pt x="261827" y="245513"/>
                  </a:lnTo>
                  <a:lnTo>
                    <a:pt x="261341" y="245610"/>
                  </a:lnTo>
                  <a:lnTo>
                    <a:pt x="261763" y="245758"/>
                  </a:lnTo>
                  <a:lnTo>
                    <a:pt x="262263" y="245971"/>
                  </a:lnTo>
                  <a:lnTo>
                    <a:pt x="262769" y="246176"/>
                  </a:lnTo>
                  <a:lnTo>
                    <a:pt x="262900" y="246485"/>
                  </a:lnTo>
                  <a:lnTo>
                    <a:pt x="262715" y="246470"/>
                  </a:lnTo>
                  <a:lnTo>
                    <a:pt x="262471" y="246451"/>
                  </a:lnTo>
                  <a:lnTo>
                    <a:pt x="262009" y="246526"/>
                  </a:lnTo>
                  <a:lnTo>
                    <a:pt x="261724" y="246531"/>
                  </a:lnTo>
                  <a:lnTo>
                    <a:pt x="261519" y="246516"/>
                  </a:lnTo>
                  <a:lnTo>
                    <a:pt x="261381" y="246453"/>
                  </a:lnTo>
                  <a:lnTo>
                    <a:pt x="261064" y="246472"/>
                  </a:lnTo>
                  <a:lnTo>
                    <a:pt x="260842" y="246795"/>
                  </a:lnTo>
                  <a:lnTo>
                    <a:pt x="260927" y="246994"/>
                  </a:lnTo>
                  <a:lnTo>
                    <a:pt x="261255" y="247200"/>
                  </a:lnTo>
                  <a:lnTo>
                    <a:pt x="261040" y="247430"/>
                  </a:lnTo>
                  <a:lnTo>
                    <a:pt x="260951" y="247665"/>
                  </a:lnTo>
                  <a:lnTo>
                    <a:pt x="261169" y="248011"/>
                  </a:lnTo>
                  <a:lnTo>
                    <a:pt x="261390" y="248000"/>
                  </a:lnTo>
                  <a:lnTo>
                    <a:pt x="262137" y="247869"/>
                  </a:lnTo>
                  <a:lnTo>
                    <a:pt x="261625" y="248355"/>
                  </a:lnTo>
                  <a:lnTo>
                    <a:pt x="261491" y="248319"/>
                  </a:lnTo>
                  <a:lnTo>
                    <a:pt x="261217" y="248195"/>
                  </a:lnTo>
                  <a:lnTo>
                    <a:pt x="260781" y="248109"/>
                  </a:lnTo>
                  <a:lnTo>
                    <a:pt x="260504" y="248134"/>
                  </a:lnTo>
                  <a:lnTo>
                    <a:pt x="260250" y="248072"/>
                  </a:lnTo>
                  <a:lnTo>
                    <a:pt x="260008" y="247927"/>
                  </a:lnTo>
                  <a:lnTo>
                    <a:pt x="258895" y="247858"/>
                  </a:lnTo>
                  <a:lnTo>
                    <a:pt x="258085" y="247541"/>
                  </a:lnTo>
                  <a:lnTo>
                    <a:pt x="257224" y="247603"/>
                  </a:lnTo>
                  <a:lnTo>
                    <a:pt x="256540" y="247457"/>
                  </a:lnTo>
                  <a:lnTo>
                    <a:pt x="256211" y="247377"/>
                  </a:lnTo>
                  <a:lnTo>
                    <a:pt x="256164" y="246858"/>
                  </a:lnTo>
                  <a:lnTo>
                    <a:pt x="255741" y="246825"/>
                  </a:lnTo>
                  <a:lnTo>
                    <a:pt x="255508" y="247143"/>
                  </a:lnTo>
                  <a:lnTo>
                    <a:pt x="255530" y="247584"/>
                  </a:lnTo>
                  <a:lnTo>
                    <a:pt x="255587" y="247716"/>
                  </a:lnTo>
                  <a:lnTo>
                    <a:pt x="255904" y="248083"/>
                  </a:lnTo>
                  <a:lnTo>
                    <a:pt x="256248" y="247821"/>
                  </a:lnTo>
                  <a:lnTo>
                    <a:pt x="256615" y="248190"/>
                  </a:lnTo>
                  <a:lnTo>
                    <a:pt x="256779" y="248594"/>
                  </a:lnTo>
                  <a:lnTo>
                    <a:pt x="256621" y="249045"/>
                  </a:lnTo>
                  <a:lnTo>
                    <a:pt x="256536" y="249335"/>
                  </a:lnTo>
                  <a:lnTo>
                    <a:pt x="256602" y="249487"/>
                  </a:lnTo>
                  <a:lnTo>
                    <a:pt x="256858" y="250178"/>
                  </a:lnTo>
                  <a:lnTo>
                    <a:pt x="257200" y="250397"/>
                  </a:lnTo>
                  <a:lnTo>
                    <a:pt x="257287" y="250577"/>
                  </a:lnTo>
                  <a:lnTo>
                    <a:pt x="257167" y="250790"/>
                  </a:lnTo>
                  <a:lnTo>
                    <a:pt x="256743" y="250806"/>
                  </a:lnTo>
                  <a:lnTo>
                    <a:pt x="256482" y="250782"/>
                  </a:lnTo>
                  <a:lnTo>
                    <a:pt x="256342" y="250502"/>
                  </a:lnTo>
                  <a:lnTo>
                    <a:pt x="256245" y="250192"/>
                  </a:lnTo>
                  <a:lnTo>
                    <a:pt x="256230" y="249933"/>
                  </a:lnTo>
                  <a:lnTo>
                    <a:pt x="255550" y="249505"/>
                  </a:lnTo>
                  <a:lnTo>
                    <a:pt x="255538" y="250071"/>
                  </a:lnTo>
                  <a:lnTo>
                    <a:pt x="255272" y="250337"/>
                  </a:lnTo>
                  <a:lnTo>
                    <a:pt x="255607" y="250770"/>
                  </a:lnTo>
                  <a:lnTo>
                    <a:pt x="255323" y="250525"/>
                  </a:lnTo>
                  <a:lnTo>
                    <a:pt x="255023" y="250730"/>
                  </a:lnTo>
                  <a:lnTo>
                    <a:pt x="255187" y="250899"/>
                  </a:lnTo>
                  <a:lnTo>
                    <a:pt x="254998" y="251025"/>
                  </a:lnTo>
                  <a:lnTo>
                    <a:pt x="254830" y="251093"/>
                  </a:lnTo>
                  <a:lnTo>
                    <a:pt x="254793" y="251366"/>
                  </a:lnTo>
                  <a:lnTo>
                    <a:pt x="255020" y="251421"/>
                  </a:lnTo>
                  <a:lnTo>
                    <a:pt x="255609" y="251418"/>
                  </a:lnTo>
                  <a:lnTo>
                    <a:pt x="256006" y="251593"/>
                  </a:lnTo>
                  <a:lnTo>
                    <a:pt x="256079" y="252118"/>
                  </a:lnTo>
                  <a:lnTo>
                    <a:pt x="256058" y="252395"/>
                  </a:lnTo>
                  <a:lnTo>
                    <a:pt x="255906" y="252678"/>
                  </a:lnTo>
                  <a:lnTo>
                    <a:pt x="256048" y="253087"/>
                  </a:lnTo>
                  <a:lnTo>
                    <a:pt x="255839" y="253407"/>
                  </a:lnTo>
                  <a:lnTo>
                    <a:pt x="255394" y="253495"/>
                  </a:lnTo>
                  <a:lnTo>
                    <a:pt x="255075" y="253828"/>
                  </a:lnTo>
                  <a:lnTo>
                    <a:pt x="254617" y="253951"/>
                  </a:lnTo>
                  <a:lnTo>
                    <a:pt x="254362" y="254007"/>
                  </a:lnTo>
                  <a:lnTo>
                    <a:pt x="253918" y="254150"/>
                  </a:lnTo>
                  <a:lnTo>
                    <a:pt x="253680" y="254238"/>
                  </a:lnTo>
                  <a:lnTo>
                    <a:pt x="253528" y="254256"/>
                  </a:lnTo>
                  <a:lnTo>
                    <a:pt x="253217" y="254076"/>
                  </a:lnTo>
                  <a:lnTo>
                    <a:pt x="253020" y="253945"/>
                  </a:lnTo>
                  <a:lnTo>
                    <a:pt x="252723" y="254113"/>
                  </a:lnTo>
                  <a:lnTo>
                    <a:pt x="252105" y="254091"/>
                  </a:lnTo>
                  <a:lnTo>
                    <a:pt x="252734" y="254335"/>
                  </a:lnTo>
                  <a:lnTo>
                    <a:pt x="252734" y="254595"/>
                  </a:lnTo>
                  <a:lnTo>
                    <a:pt x="252364" y="254771"/>
                  </a:lnTo>
                  <a:lnTo>
                    <a:pt x="252389" y="255058"/>
                  </a:lnTo>
                  <a:lnTo>
                    <a:pt x="252184" y="255300"/>
                  </a:lnTo>
                  <a:lnTo>
                    <a:pt x="252734" y="255268"/>
                  </a:lnTo>
                  <a:lnTo>
                    <a:pt x="253185" y="255135"/>
                  </a:lnTo>
                  <a:lnTo>
                    <a:pt x="253581" y="254893"/>
                  </a:lnTo>
                  <a:lnTo>
                    <a:pt x="253879" y="254676"/>
                  </a:lnTo>
                  <a:lnTo>
                    <a:pt x="254377" y="254604"/>
                  </a:lnTo>
                  <a:lnTo>
                    <a:pt x="254595" y="254789"/>
                  </a:lnTo>
                  <a:lnTo>
                    <a:pt x="254934" y="254791"/>
                  </a:lnTo>
                  <a:lnTo>
                    <a:pt x="254707" y="255083"/>
                  </a:lnTo>
                  <a:lnTo>
                    <a:pt x="254516" y="255602"/>
                  </a:lnTo>
                  <a:lnTo>
                    <a:pt x="254846" y="256267"/>
                  </a:lnTo>
                  <a:lnTo>
                    <a:pt x="254523" y="257024"/>
                  </a:lnTo>
                  <a:lnTo>
                    <a:pt x="254277" y="257407"/>
                  </a:lnTo>
                  <a:lnTo>
                    <a:pt x="253935" y="257440"/>
                  </a:lnTo>
                  <a:lnTo>
                    <a:pt x="253691" y="257159"/>
                  </a:lnTo>
                  <a:lnTo>
                    <a:pt x="253412" y="257361"/>
                  </a:lnTo>
                  <a:lnTo>
                    <a:pt x="253177" y="257151"/>
                  </a:lnTo>
                  <a:lnTo>
                    <a:pt x="252842" y="257150"/>
                  </a:lnTo>
                  <a:lnTo>
                    <a:pt x="252545" y="257208"/>
                  </a:lnTo>
                  <a:lnTo>
                    <a:pt x="252182" y="257147"/>
                  </a:lnTo>
                  <a:lnTo>
                    <a:pt x="252081" y="257000"/>
                  </a:lnTo>
                  <a:lnTo>
                    <a:pt x="251691" y="256764"/>
                  </a:lnTo>
                  <a:lnTo>
                    <a:pt x="251401" y="256779"/>
                  </a:lnTo>
                  <a:lnTo>
                    <a:pt x="251057" y="256715"/>
                  </a:lnTo>
                  <a:lnTo>
                    <a:pt x="250823" y="256855"/>
                  </a:lnTo>
                  <a:lnTo>
                    <a:pt x="250339" y="257047"/>
                  </a:lnTo>
                  <a:lnTo>
                    <a:pt x="249818" y="257027"/>
                  </a:lnTo>
                  <a:lnTo>
                    <a:pt x="249545" y="257338"/>
                  </a:lnTo>
                  <a:lnTo>
                    <a:pt x="249179" y="256793"/>
                  </a:lnTo>
                  <a:lnTo>
                    <a:pt x="248892" y="256694"/>
                  </a:lnTo>
                  <a:lnTo>
                    <a:pt x="248513" y="256909"/>
                  </a:lnTo>
                  <a:lnTo>
                    <a:pt x="248570" y="257115"/>
                  </a:lnTo>
                  <a:lnTo>
                    <a:pt x="248373" y="257508"/>
                  </a:lnTo>
                  <a:lnTo>
                    <a:pt x="248457" y="257652"/>
                  </a:lnTo>
                  <a:lnTo>
                    <a:pt x="248605" y="257827"/>
                  </a:lnTo>
                  <a:lnTo>
                    <a:pt x="248709" y="258841"/>
                  </a:lnTo>
                  <a:lnTo>
                    <a:pt x="248280" y="259290"/>
                  </a:lnTo>
                  <a:lnTo>
                    <a:pt x="247951" y="259589"/>
                  </a:lnTo>
                  <a:lnTo>
                    <a:pt x="247288" y="259443"/>
                  </a:lnTo>
                  <a:lnTo>
                    <a:pt x="246947" y="259384"/>
                  </a:lnTo>
                  <a:lnTo>
                    <a:pt x="247109" y="258794"/>
                  </a:lnTo>
                  <a:lnTo>
                    <a:pt x="246855" y="258751"/>
                  </a:lnTo>
                  <a:lnTo>
                    <a:pt x="246443" y="258804"/>
                  </a:lnTo>
                  <a:lnTo>
                    <a:pt x="245823" y="258658"/>
                  </a:lnTo>
                  <a:lnTo>
                    <a:pt x="245777" y="258799"/>
                  </a:lnTo>
                  <a:lnTo>
                    <a:pt x="245715" y="259211"/>
                  </a:lnTo>
                  <a:lnTo>
                    <a:pt x="245893" y="259279"/>
                  </a:lnTo>
                  <a:lnTo>
                    <a:pt x="246403" y="259376"/>
                  </a:lnTo>
                  <a:lnTo>
                    <a:pt x="246174" y="259964"/>
                  </a:lnTo>
                  <a:lnTo>
                    <a:pt x="246698" y="262543"/>
                  </a:lnTo>
                  <a:lnTo>
                    <a:pt x="247130" y="262601"/>
                  </a:lnTo>
                  <a:lnTo>
                    <a:pt x="247421" y="263208"/>
                  </a:lnTo>
                  <a:lnTo>
                    <a:pt x="247471" y="263378"/>
                  </a:lnTo>
                  <a:lnTo>
                    <a:pt x="247651" y="263785"/>
                  </a:lnTo>
                  <a:lnTo>
                    <a:pt x="247926" y="264122"/>
                  </a:lnTo>
                  <a:lnTo>
                    <a:pt x="248282" y="263982"/>
                  </a:lnTo>
                  <a:lnTo>
                    <a:pt x="248445" y="263907"/>
                  </a:lnTo>
                  <a:lnTo>
                    <a:pt x="248986" y="264130"/>
                  </a:lnTo>
                  <a:lnTo>
                    <a:pt x="249150" y="264057"/>
                  </a:lnTo>
                  <a:lnTo>
                    <a:pt x="249348" y="263968"/>
                  </a:lnTo>
                  <a:lnTo>
                    <a:pt x="249777" y="263861"/>
                  </a:lnTo>
                  <a:lnTo>
                    <a:pt x="249544" y="264198"/>
                  </a:lnTo>
                  <a:lnTo>
                    <a:pt x="248727" y="264680"/>
                  </a:lnTo>
                  <a:lnTo>
                    <a:pt x="248615" y="265118"/>
                  </a:lnTo>
                  <a:lnTo>
                    <a:pt x="248174" y="265707"/>
                  </a:lnTo>
                  <a:lnTo>
                    <a:pt x="247846" y="265739"/>
                  </a:lnTo>
                  <a:lnTo>
                    <a:pt x="247999" y="266598"/>
                  </a:lnTo>
                  <a:lnTo>
                    <a:pt x="248223" y="266677"/>
                  </a:lnTo>
                  <a:lnTo>
                    <a:pt x="248342" y="267005"/>
                  </a:lnTo>
                  <a:lnTo>
                    <a:pt x="248716" y="267298"/>
                  </a:lnTo>
                  <a:lnTo>
                    <a:pt x="249096" y="267155"/>
                  </a:lnTo>
                  <a:lnTo>
                    <a:pt x="249311" y="267075"/>
                  </a:lnTo>
                  <a:lnTo>
                    <a:pt x="249590" y="267060"/>
                  </a:lnTo>
                  <a:lnTo>
                    <a:pt x="249830" y="267000"/>
                  </a:lnTo>
                  <a:lnTo>
                    <a:pt x="250173" y="266977"/>
                  </a:lnTo>
                  <a:lnTo>
                    <a:pt x="249953" y="267125"/>
                  </a:lnTo>
                  <a:lnTo>
                    <a:pt x="249671" y="267265"/>
                  </a:lnTo>
                  <a:lnTo>
                    <a:pt x="249654" y="267620"/>
                  </a:lnTo>
                  <a:lnTo>
                    <a:pt x="250647" y="267722"/>
                  </a:lnTo>
                  <a:lnTo>
                    <a:pt x="250452" y="268057"/>
                  </a:lnTo>
                  <a:lnTo>
                    <a:pt x="250168" y="268262"/>
                  </a:lnTo>
                  <a:lnTo>
                    <a:pt x="249609" y="268372"/>
                  </a:lnTo>
                  <a:lnTo>
                    <a:pt x="249229" y="268568"/>
                  </a:lnTo>
                  <a:lnTo>
                    <a:pt x="248873" y="268610"/>
                  </a:lnTo>
                  <a:lnTo>
                    <a:pt x="248672" y="268702"/>
                  </a:lnTo>
                  <a:lnTo>
                    <a:pt x="248300" y="269756"/>
                  </a:lnTo>
                  <a:lnTo>
                    <a:pt x="248344" y="269886"/>
                  </a:lnTo>
                  <a:lnTo>
                    <a:pt x="248378" y="270046"/>
                  </a:lnTo>
                  <a:lnTo>
                    <a:pt x="248326" y="270346"/>
                  </a:lnTo>
                  <a:lnTo>
                    <a:pt x="248468" y="271013"/>
                  </a:lnTo>
                  <a:lnTo>
                    <a:pt x="248644" y="271467"/>
                  </a:lnTo>
                  <a:lnTo>
                    <a:pt x="248265" y="271883"/>
                  </a:lnTo>
                  <a:lnTo>
                    <a:pt x="248514" y="272264"/>
                  </a:lnTo>
                  <a:lnTo>
                    <a:pt x="248860" y="272115"/>
                  </a:lnTo>
                  <a:lnTo>
                    <a:pt x="249087" y="271921"/>
                  </a:lnTo>
                  <a:lnTo>
                    <a:pt x="249695" y="271886"/>
                  </a:lnTo>
                  <a:lnTo>
                    <a:pt x="249407" y="272185"/>
                  </a:lnTo>
                  <a:lnTo>
                    <a:pt x="249128" y="272422"/>
                  </a:lnTo>
                  <a:lnTo>
                    <a:pt x="248959" y="272562"/>
                  </a:lnTo>
                  <a:lnTo>
                    <a:pt x="248473" y="272863"/>
                  </a:lnTo>
                  <a:lnTo>
                    <a:pt x="248001" y="273219"/>
                  </a:lnTo>
                  <a:lnTo>
                    <a:pt x="247637" y="273487"/>
                  </a:lnTo>
                  <a:lnTo>
                    <a:pt x="247447" y="273445"/>
                  </a:lnTo>
                  <a:lnTo>
                    <a:pt x="246990" y="272995"/>
                  </a:lnTo>
                  <a:lnTo>
                    <a:pt x="247350" y="272704"/>
                  </a:lnTo>
                  <a:lnTo>
                    <a:pt x="247497" y="272417"/>
                  </a:lnTo>
                  <a:lnTo>
                    <a:pt x="246959" y="271929"/>
                  </a:lnTo>
                  <a:lnTo>
                    <a:pt x="246496" y="272194"/>
                  </a:lnTo>
                  <a:lnTo>
                    <a:pt x="246310" y="272482"/>
                  </a:lnTo>
                  <a:lnTo>
                    <a:pt x="246124" y="272810"/>
                  </a:lnTo>
                  <a:lnTo>
                    <a:pt x="245512" y="273084"/>
                  </a:lnTo>
                  <a:lnTo>
                    <a:pt x="244980" y="273253"/>
                  </a:lnTo>
                  <a:lnTo>
                    <a:pt x="244139" y="273849"/>
                  </a:lnTo>
                  <a:lnTo>
                    <a:pt x="243760" y="274200"/>
                  </a:lnTo>
                  <a:lnTo>
                    <a:pt x="243616" y="274198"/>
                  </a:lnTo>
                  <a:lnTo>
                    <a:pt x="243351" y="274194"/>
                  </a:lnTo>
                  <a:lnTo>
                    <a:pt x="243060" y="274266"/>
                  </a:lnTo>
                  <a:lnTo>
                    <a:pt x="242688" y="274294"/>
                  </a:lnTo>
                  <a:lnTo>
                    <a:pt x="242177" y="274175"/>
                  </a:lnTo>
                  <a:lnTo>
                    <a:pt x="242020" y="274036"/>
                  </a:lnTo>
                  <a:lnTo>
                    <a:pt x="241512" y="273879"/>
                  </a:lnTo>
                  <a:lnTo>
                    <a:pt x="241319" y="273914"/>
                  </a:lnTo>
                  <a:lnTo>
                    <a:pt x="241092" y="274101"/>
                  </a:lnTo>
                  <a:lnTo>
                    <a:pt x="240721" y="274473"/>
                  </a:lnTo>
                  <a:lnTo>
                    <a:pt x="240600" y="274626"/>
                  </a:lnTo>
                  <a:lnTo>
                    <a:pt x="240554" y="274762"/>
                  </a:lnTo>
                  <a:lnTo>
                    <a:pt x="240521" y="275042"/>
                  </a:lnTo>
                  <a:lnTo>
                    <a:pt x="240430" y="275191"/>
                  </a:lnTo>
                  <a:lnTo>
                    <a:pt x="240276" y="275328"/>
                  </a:lnTo>
                  <a:lnTo>
                    <a:pt x="240053" y="275403"/>
                  </a:lnTo>
                  <a:lnTo>
                    <a:pt x="240078" y="275636"/>
                  </a:lnTo>
                  <a:lnTo>
                    <a:pt x="240390" y="275981"/>
                  </a:lnTo>
                  <a:lnTo>
                    <a:pt x="240704" y="276368"/>
                  </a:lnTo>
                  <a:lnTo>
                    <a:pt x="240376" y="276442"/>
                  </a:lnTo>
                  <a:lnTo>
                    <a:pt x="240158" y="276549"/>
                  </a:lnTo>
                  <a:lnTo>
                    <a:pt x="240088" y="277056"/>
                  </a:lnTo>
                  <a:lnTo>
                    <a:pt x="239662" y="277117"/>
                  </a:lnTo>
                  <a:lnTo>
                    <a:pt x="239438" y="277028"/>
                  </a:lnTo>
                  <a:lnTo>
                    <a:pt x="239036" y="277294"/>
                  </a:lnTo>
                  <a:lnTo>
                    <a:pt x="238586" y="277692"/>
                  </a:lnTo>
                  <a:lnTo>
                    <a:pt x="238538" y="277977"/>
                  </a:lnTo>
                  <a:lnTo>
                    <a:pt x="238399" y="278301"/>
                  </a:lnTo>
                  <a:lnTo>
                    <a:pt x="238147" y="278597"/>
                  </a:lnTo>
                  <a:lnTo>
                    <a:pt x="237827" y="278892"/>
                  </a:lnTo>
                  <a:lnTo>
                    <a:pt x="237477" y="278822"/>
                  </a:lnTo>
                  <a:lnTo>
                    <a:pt x="237335" y="278806"/>
                  </a:lnTo>
                  <a:lnTo>
                    <a:pt x="237020" y="278975"/>
                  </a:lnTo>
                  <a:lnTo>
                    <a:pt x="236872" y="278879"/>
                  </a:lnTo>
                  <a:lnTo>
                    <a:pt x="236574" y="278618"/>
                  </a:lnTo>
                  <a:lnTo>
                    <a:pt x="236432" y="278722"/>
                  </a:lnTo>
                  <a:lnTo>
                    <a:pt x="236108" y="278473"/>
                  </a:lnTo>
                  <a:lnTo>
                    <a:pt x="235736" y="278327"/>
                  </a:lnTo>
                  <a:lnTo>
                    <a:pt x="235786" y="278158"/>
                  </a:lnTo>
                  <a:lnTo>
                    <a:pt x="235709" y="277966"/>
                  </a:lnTo>
                  <a:lnTo>
                    <a:pt x="235394" y="278150"/>
                  </a:lnTo>
                  <a:lnTo>
                    <a:pt x="235249" y="278039"/>
                  </a:lnTo>
                  <a:lnTo>
                    <a:pt x="235472" y="277855"/>
                  </a:lnTo>
                  <a:lnTo>
                    <a:pt x="235511" y="277194"/>
                  </a:lnTo>
                  <a:lnTo>
                    <a:pt x="235658" y="277103"/>
                  </a:lnTo>
                  <a:lnTo>
                    <a:pt x="235813" y="277030"/>
                  </a:lnTo>
                  <a:lnTo>
                    <a:pt x="235976" y="276873"/>
                  </a:lnTo>
                  <a:lnTo>
                    <a:pt x="235900" y="276609"/>
                  </a:lnTo>
                  <a:lnTo>
                    <a:pt x="235763" y="276569"/>
                  </a:lnTo>
                  <a:lnTo>
                    <a:pt x="235439" y="276591"/>
                  </a:lnTo>
                  <a:lnTo>
                    <a:pt x="235531" y="276385"/>
                  </a:lnTo>
                  <a:lnTo>
                    <a:pt x="235796" y="276199"/>
                  </a:lnTo>
                  <a:lnTo>
                    <a:pt x="236003" y="276189"/>
                  </a:lnTo>
                  <a:lnTo>
                    <a:pt x="236068" y="275836"/>
                  </a:lnTo>
                  <a:lnTo>
                    <a:pt x="236128" y="275498"/>
                  </a:lnTo>
                  <a:lnTo>
                    <a:pt x="236317" y="275529"/>
                  </a:lnTo>
                  <a:lnTo>
                    <a:pt x="236527" y="275426"/>
                  </a:lnTo>
                  <a:lnTo>
                    <a:pt x="236002" y="275169"/>
                  </a:lnTo>
                  <a:lnTo>
                    <a:pt x="236210" y="274882"/>
                  </a:lnTo>
                  <a:lnTo>
                    <a:pt x="236562" y="274543"/>
                  </a:lnTo>
                  <a:lnTo>
                    <a:pt x="236936" y="274443"/>
                  </a:lnTo>
                  <a:lnTo>
                    <a:pt x="237159" y="274300"/>
                  </a:lnTo>
                  <a:lnTo>
                    <a:pt x="237415" y="274105"/>
                  </a:lnTo>
                  <a:lnTo>
                    <a:pt x="237645" y="273789"/>
                  </a:lnTo>
                  <a:lnTo>
                    <a:pt x="238588" y="273169"/>
                  </a:lnTo>
                  <a:lnTo>
                    <a:pt x="238765" y="273131"/>
                  </a:lnTo>
                  <a:lnTo>
                    <a:pt x="238923" y="273292"/>
                  </a:lnTo>
                  <a:lnTo>
                    <a:pt x="239240" y="273457"/>
                  </a:lnTo>
                  <a:lnTo>
                    <a:pt x="239675" y="273216"/>
                  </a:lnTo>
                  <a:lnTo>
                    <a:pt x="240013" y="273452"/>
                  </a:lnTo>
                  <a:lnTo>
                    <a:pt x="240372" y="273103"/>
                  </a:lnTo>
                  <a:lnTo>
                    <a:pt x="240464" y="273261"/>
                  </a:lnTo>
                  <a:lnTo>
                    <a:pt x="240475" y="273822"/>
                  </a:lnTo>
                  <a:lnTo>
                    <a:pt x="240824" y="273711"/>
                  </a:lnTo>
                  <a:lnTo>
                    <a:pt x="241088" y="273531"/>
                  </a:lnTo>
                  <a:lnTo>
                    <a:pt x="240951" y="273292"/>
                  </a:lnTo>
                  <a:lnTo>
                    <a:pt x="240948" y="272866"/>
                  </a:lnTo>
                  <a:lnTo>
                    <a:pt x="241116" y="272816"/>
                  </a:lnTo>
                  <a:lnTo>
                    <a:pt x="241449" y="272784"/>
                  </a:lnTo>
                  <a:lnTo>
                    <a:pt x="241563" y="272400"/>
                  </a:lnTo>
                  <a:lnTo>
                    <a:pt x="241733" y="271912"/>
                  </a:lnTo>
                  <a:lnTo>
                    <a:pt x="241474" y="271857"/>
                  </a:lnTo>
                  <a:lnTo>
                    <a:pt x="241317" y="271808"/>
                  </a:lnTo>
                  <a:lnTo>
                    <a:pt x="241467" y="271462"/>
                  </a:lnTo>
                  <a:lnTo>
                    <a:pt x="241821" y="271721"/>
                  </a:lnTo>
                  <a:lnTo>
                    <a:pt x="242152" y="271351"/>
                  </a:lnTo>
                  <a:lnTo>
                    <a:pt x="242175" y="270924"/>
                  </a:lnTo>
                  <a:lnTo>
                    <a:pt x="242136" y="270782"/>
                  </a:lnTo>
                  <a:lnTo>
                    <a:pt x="242329" y="270548"/>
                  </a:lnTo>
                  <a:lnTo>
                    <a:pt x="242686" y="270466"/>
                  </a:lnTo>
                  <a:lnTo>
                    <a:pt x="242868" y="270286"/>
                  </a:lnTo>
                  <a:lnTo>
                    <a:pt x="243136" y="270038"/>
                  </a:lnTo>
                  <a:lnTo>
                    <a:pt x="242983" y="269981"/>
                  </a:lnTo>
                  <a:lnTo>
                    <a:pt x="242642" y="270075"/>
                  </a:lnTo>
                  <a:lnTo>
                    <a:pt x="242175" y="269847"/>
                  </a:lnTo>
                  <a:lnTo>
                    <a:pt x="241967" y="269574"/>
                  </a:lnTo>
                  <a:lnTo>
                    <a:pt x="242490" y="269157"/>
                  </a:lnTo>
                  <a:lnTo>
                    <a:pt x="242698" y="268871"/>
                  </a:lnTo>
                  <a:lnTo>
                    <a:pt x="243490" y="268626"/>
                  </a:lnTo>
                  <a:lnTo>
                    <a:pt x="243405" y="268166"/>
                  </a:lnTo>
                  <a:lnTo>
                    <a:pt x="243073" y="268151"/>
                  </a:lnTo>
                  <a:lnTo>
                    <a:pt x="243175" y="267947"/>
                  </a:lnTo>
                  <a:lnTo>
                    <a:pt x="243512" y="267796"/>
                  </a:lnTo>
                  <a:lnTo>
                    <a:pt x="244166" y="267812"/>
                  </a:lnTo>
                  <a:lnTo>
                    <a:pt x="244510" y="267428"/>
                  </a:lnTo>
                  <a:lnTo>
                    <a:pt x="244264" y="267330"/>
                  </a:lnTo>
                  <a:lnTo>
                    <a:pt x="244224" y="267109"/>
                  </a:lnTo>
                  <a:lnTo>
                    <a:pt x="244834" y="266820"/>
                  </a:lnTo>
                  <a:lnTo>
                    <a:pt x="245147" y="266884"/>
                  </a:lnTo>
                  <a:lnTo>
                    <a:pt x="245388" y="266758"/>
                  </a:lnTo>
                  <a:lnTo>
                    <a:pt x="245664" y="266399"/>
                  </a:lnTo>
                  <a:lnTo>
                    <a:pt x="245640" y="266021"/>
                  </a:lnTo>
                  <a:lnTo>
                    <a:pt x="246020" y="265764"/>
                  </a:lnTo>
                  <a:lnTo>
                    <a:pt x="246371" y="265543"/>
                  </a:lnTo>
                  <a:lnTo>
                    <a:pt x="246918" y="264942"/>
                  </a:lnTo>
                  <a:lnTo>
                    <a:pt x="247037" y="264668"/>
                  </a:lnTo>
                  <a:lnTo>
                    <a:pt x="247171" y="264358"/>
                  </a:lnTo>
                  <a:lnTo>
                    <a:pt x="246945" y="263777"/>
                  </a:lnTo>
                  <a:lnTo>
                    <a:pt x="246503" y="263844"/>
                  </a:lnTo>
                  <a:lnTo>
                    <a:pt x="246263" y="263927"/>
                  </a:lnTo>
                  <a:lnTo>
                    <a:pt x="245898" y="264062"/>
                  </a:lnTo>
                  <a:lnTo>
                    <a:pt x="245748" y="264141"/>
                  </a:lnTo>
                  <a:lnTo>
                    <a:pt x="245458" y="264228"/>
                  </a:lnTo>
                  <a:lnTo>
                    <a:pt x="245174" y="264219"/>
                  </a:lnTo>
                  <a:lnTo>
                    <a:pt x="245044" y="264225"/>
                  </a:lnTo>
                  <a:lnTo>
                    <a:pt x="244836" y="264234"/>
                  </a:lnTo>
                  <a:lnTo>
                    <a:pt x="244561" y="264274"/>
                  </a:lnTo>
                  <a:lnTo>
                    <a:pt x="244434" y="264289"/>
                  </a:lnTo>
                  <a:lnTo>
                    <a:pt x="244147" y="264269"/>
                  </a:lnTo>
                  <a:lnTo>
                    <a:pt x="243926" y="264242"/>
                  </a:lnTo>
                  <a:lnTo>
                    <a:pt x="243284" y="264357"/>
                  </a:lnTo>
                  <a:lnTo>
                    <a:pt x="242975" y="264333"/>
                  </a:lnTo>
                  <a:lnTo>
                    <a:pt x="242154" y="264651"/>
                  </a:lnTo>
                  <a:lnTo>
                    <a:pt x="241999" y="264807"/>
                  </a:lnTo>
                  <a:lnTo>
                    <a:pt x="241936" y="264560"/>
                  </a:lnTo>
                  <a:lnTo>
                    <a:pt x="241993" y="264378"/>
                  </a:lnTo>
                  <a:lnTo>
                    <a:pt x="242000" y="264082"/>
                  </a:lnTo>
                  <a:lnTo>
                    <a:pt x="241745" y="263958"/>
                  </a:lnTo>
                  <a:lnTo>
                    <a:pt x="241265" y="264255"/>
                  </a:lnTo>
                  <a:lnTo>
                    <a:pt x="241056" y="264294"/>
                  </a:lnTo>
                  <a:lnTo>
                    <a:pt x="240840" y="264240"/>
                  </a:lnTo>
                  <a:lnTo>
                    <a:pt x="240788" y="264021"/>
                  </a:lnTo>
                  <a:lnTo>
                    <a:pt x="240664" y="263877"/>
                  </a:lnTo>
                  <a:lnTo>
                    <a:pt x="240460" y="263936"/>
                  </a:lnTo>
                  <a:lnTo>
                    <a:pt x="240211" y="264358"/>
                  </a:lnTo>
                  <a:lnTo>
                    <a:pt x="239899" y="264528"/>
                  </a:lnTo>
                  <a:lnTo>
                    <a:pt x="239752" y="264640"/>
                  </a:lnTo>
                  <a:lnTo>
                    <a:pt x="239501" y="265066"/>
                  </a:lnTo>
                  <a:lnTo>
                    <a:pt x="239575" y="265309"/>
                  </a:lnTo>
                  <a:lnTo>
                    <a:pt x="239927" y="265844"/>
                  </a:lnTo>
                  <a:lnTo>
                    <a:pt x="240043" y="266065"/>
                  </a:lnTo>
                  <a:lnTo>
                    <a:pt x="240157" y="266440"/>
                  </a:lnTo>
                  <a:lnTo>
                    <a:pt x="239896" y="266914"/>
                  </a:lnTo>
                  <a:lnTo>
                    <a:pt x="239890" y="267247"/>
                  </a:lnTo>
                  <a:lnTo>
                    <a:pt x="239609" y="267485"/>
                  </a:lnTo>
                  <a:lnTo>
                    <a:pt x="239052" y="267854"/>
                  </a:lnTo>
                  <a:lnTo>
                    <a:pt x="238849" y="268071"/>
                  </a:lnTo>
                  <a:lnTo>
                    <a:pt x="238541" y="268676"/>
                  </a:lnTo>
                  <a:lnTo>
                    <a:pt x="238369" y="269077"/>
                  </a:lnTo>
                  <a:lnTo>
                    <a:pt x="238339" y="269429"/>
                  </a:lnTo>
                  <a:lnTo>
                    <a:pt x="238532" y="269892"/>
                  </a:lnTo>
                  <a:lnTo>
                    <a:pt x="238222" y="270077"/>
                  </a:lnTo>
                  <a:lnTo>
                    <a:pt x="238083" y="270195"/>
                  </a:lnTo>
                  <a:lnTo>
                    <a:pt x="238007" y="270493"/>
                  </a:lnTo>
                  <a:lnTo>
                    <a:pt x="238335" y="270717"/>
                  </a:lnTo>
                  <a:lnTo>
                    <a:pt x="238682" y="270741"/>
                  </a:lnTo>
                  <a:lnTo>
                    <a:pt x="238800" y="270833"/>
                  </a:lnTo>
                  <a:lnTo>
                    <a:pt x="238558" y="271097"/>
                  </a:lnTo>
                  <a:lnTo>
                    <a:pt x="238293" y="271160"/>
                  </a:lnTo>
                  <a:lnTo>
                    <a:pt x="237924" y="271381"/>
                  </a:lnTo>
                  <a:lnTo>
                    <a:pt x="237805" y="271553"/>
                  </a:lnTo>
                  <a:lnTo>
                    <a:pt x="237431" y="271745"/>
                  </a:lnTo>
                  <a:lnTo>
                    <a:pt x="237114" y="271878"/>
                  </a:lnTo>
                  <a:lnTo>
                    <a:pt x="236852" y="271658"/>
                  </a:lnTo>
                  <a:lnTo>
                    <a:pt x="236806" y="271127"/>
                  </a:lnTo>
                  <a:lnTo>
                    <a:pt x="236866" y="270989"/>
                  </a:lnTo>
                  <a:lnTo>
                    <a:pt x="237020" y="270825"/>
                  </a:lnTo>
                  <a:lnTo>
                    <a:pt x="237301" y="270580"/>
                  </a:lnTo>
                  <a:lnTo>
                    <a:pt x="237253" y="270386"/>
                  </a:lnTo>
                  <a:lnTo>
                    <a:pt x="237140" y="270197"/>
                  </a:lnTo>
                  <a:lnTo>
                    <a:pt x="236927" y="269951"/>
                  </a:lnTo>
                  <a:lnTo>
                    <a:pt x="236705" y="269732"/>
                  </a:lnTo>
                  <a:lnTo>
                    <a:pt x="236402" y="269531"/>
                  </a:lnTo>
                  <a:lnTo>
                    <a:pt x="235838" y="269359"/>
                  </a:lnTo>
                  <a:lnTo>
                    <a:pt x="235699" y="269274"/>
                  </a:lnTo>
                  <a:lnTo>
                    <a:pt x="235711" y="268968"/>
                  </a:lnTo>
                  <a:lnTo>
                    <a:pt x="235728" y="268469"/>
                  </a:lnTo>
                  <a:lnTo>
                    <a:pt x="235226" y="268500"/>
                  </a:lnTo>
                  <a:lnTo>
                    <a:pt x="234913" y="268752"/>
                  </a:lnTo>
                  <a:lnTo>
                    <a:pt x="234997" y="268983"/>
                  </a:lnTo>
                  <a:lnTo>
                    <a:pt x="234884" y="269258"/>
                  </a:lnTo>
                  <a:lnTo>
                    <a:pt x="234352" y="269258"/>
                  </a:lnTo>
                  <a:lnTo>
                    <a:pt x="234038" y="269503"/>
                  </a:lnTo>
                  <a:lnTo>
                    <a:pt x="233531" y="269189"/>
                  </a:lnTo>
                  <a:lnTo>
                    <a:pt x="233230" y="268530"/>
                  </a:lnTo>
                  <a:lnTo>
                    <a:pt x="233606" y="268123"/>
                  </a:lnTo>
                  <a:lnTo>
                    <a:pt x="234250" y="267814"/>
                  </a:lnTo>
                  <a:lnTo>
                    <a:pt x="234263" y="267610"/>
                  </a:lnTo>
                  <a:lnTo>
                    <a:pt x="234097" y="267321"/>
                  </a:lnTo>
                  <a:lnTo>
                    <a:pt x="234054" y="267143"/>
                  </a:lnTo>
                  <a:lnTo>
                    <a:pt x="234021" y="266608"/>
                  </a:lnTo>
                  <a:lnTo>
                    <a:pt x="233872" y="266507"/>
                  </a:lnTo>
                  <a:lnTo>
                    <a:pt x="233690" y="266504"/>
                  </a:lnTo>
                  <a:lnTo>
                    <a:pt x="233537" y="266350"/>
                  </a:lnTo>
                  <a:lnTo>
                    <a:pt x="233595" y="266182"/>
                  </a:lnTo>
                  <a:lnTo>
                    <a:pt x="233961" y="265792"/>
                  </a:lnTo>
                  <a:lnTo>
                    <a:pt x="234185" y="265743"/>
                  </a:lnTo>
                  <a:lnTo>
                    <a:pt x="234037" y="265195"/>
                  </a:lnTo>
                  <a:lnTo>
                    <a:pt x="234218" y="264956"/>
                  </a:lnTo>
                  <a:lnTo>
                    <a:pt x="234557" y="264642"/>
                  </a:lnTo>
                  <a:lnTo>
                    <a:pt x="234812" y="264573"/>
                  </a:lnTo>
                  <a:lnTo>
                    <a:pt x="235368" y="264809"/>
                  </a:lnTo>
                  <a:lnTo>
                    <a:pt x="235583" y="264767"/>
                  </a:lnTo>
                  <a:lnTo>
                    <a:pt x="235797" y="264833"/>
                  </a:lnTo>
                  <a:lnTo>
                    <a:pt x="236060" y="264971"/>
                  </a:lnTo>
                  <a:lnTo>
                    <a:pt x="236511" y="264756"/>
                  </a:lnTo>
                  <a:lnTo>
                    <a:pt x="236475" y="264612"/>
                  </a:lnTo>
                  <a:lnTo>
                    <a:pt x="236299" y="264175"/>
                  </a:lnTo>
                  <a:lnTo>
                    <a:pt x="236064" y="264039"/>
                  </a:lnTo>
                  <a:lnTo>
                    <a:pt x="236247" y="263604"/>
                  </a:lnTo>
                  <a:lnTo>
                    <a:pt x="236331" y="263280"/>
                  </a:lnTo>
                  <a:lnTo>
                    <a:pt x="236207" y="262933"/>
                  </a:lnTo>
                  <a:lnTo>
                    <a:pt x="236012" y="262847"/>
                  </a:lnTo>
                  <a:lnTo>
                    <a:pt x="235764" y="263027"/>
                  </a:lnTo>
                  <a:lnTo>
                    <a:pt x="235772" y="263163"/>
                  </a:lnTo>
                  <a:lnTo>
                    <a:pt x="235711" y="263316"/>
                  </a:lnTo>
                  <a:lnTo>
                    <a:pt x="235532" y="263621"/>
                  </a:lnTo>
                  <a:lnTo>
                    <a:pt x="235328" y="263781"/>
                  </a:lnTo>
                  <a:lnTo>
                    <a:pt x="234912" y="263925"/>
                  </a:lnTo>
                  <a:lnTo>
                    <a:pt x="234427" y="264034"/>
                  </a:lnTo>
                  <a:lnTo>
                    <a:pt x="233586" y="263995"/>
                  </a:lnTo>
                  <a:lnTo>
                    <a:pt x="233452" y="264269"/>
                  </a:lnTo>
                  <a:lnTo>
                    <a:pt x="233297" y="264339"/>
                  </a:lnTo>
                  <a:lnTo>
                    <a:pt x="233067" y="263857"/>
                  </a:lnTo>
                  <a:lnTo>
                    <a:pt x="233052" y="263713"/>
                  </a:lnTo>
                  <a:lnTo>
                    <a:pt x="233072" y="263585"/>
                  </a:lnTo>
                  <a:lnTo>
                    <a:pt x="233288" y="262926"/>
                  </a:lnTo>
                  <a:lnTo>
                    <a:pt x="233374" y="262778"/>
                  </a:lnTo>
                  <a:lnTo>
                    <a:pt x="233826" y="262349"/>
                  </a:lnTo>
                  <a:lnTo>
                    <a:pt x="234087" y="262166"/>
                  </a:lnTo>
                  <a:lnTo>
                    <a:pt x="234987" y="262087"/>
                  </a:lnTo>
                  <a:lnTo>
                    <a:pt x="235712" y="261554"/>
                  </a:lnTo>
                  <a:lnTo>
                    <a:pt x="235915" y="261326"/>
                  </a:lnTo>
                  <a:lnTo>
                    <a:pt x="236286" y="260840"/>
                  </a:lnTo>
                  <a:lnTo>
                    <a:pt x="235978" y="260564"/>
                  </a:lnTo>
                  <a:lnTo>
                    <a:pt x="235936" y="260792"/>
                  </a:lnTo>
                  <a:lnTo>
                    <a:pt x="236091" y="260955"/>
                  </a:lnTo>
                  <a:lnTo>
                    <a:pt x="235855" y="261093"/>
                  </a:lnTo>
                  <a:lnTo>
                    <a:pt x="235626" y="261224"/>
                  </a:lnTo>
                  <a:lnTo>
                    <a:pt x="234762" y="261638"/>
                  </a:lnTo>
                  <a:lnTo>
                    <a:pt x="234449" y="261771"/>
                  </a:lnTo>
                  <a:lnTo>
                    <a:pt x="234066" y="261687"/>
                  </a:lnTo>
                  <a:lnTo>
                    <a:pt x="233880" y="261048"/>
                  </a:lnTo>
                  <a:lnTo>
                    <a:pt x="234001" y="260872"/>
                  </a:lnTo>
                  <a:lnTo>
                    <a:pt x="234189" y="260765"/>
                  </a:lnTo>
                  <a:lnTo>
                    <a:pt x="234057" y="260814"/>
                  </a:lnTo>
                  <a:lnTo>
                    <a:pt x="233817" y="260777"/>
                  </a:lnTo>
                  <a:lnTo>
                    <a:pt x="233735" y="260929"/>
                  </a:lnTo>
                  <a:lnTo>
                    <a:pt x="233729" y="261288"/>
                  </a:lnTo>
                  <a:lnTo>
                    <a:pt x="233643" y="261463"/>
                  </a:lnTo>
                  <a:lnTo>
                    <a:pt x="233348" y="261779"/>
                  </a:lnTo>
                  <a:lnTo>
                    <a:pt x="233366" y="262075"/>
                  </a:lnTo>
                  <a:lnTo>
                    <a:pt x="233052" y="262272"/>
                  </a:lnTo>
                  <a:lnTo>
                    <a:pt x="232804" y="262690"/>
                  </a:lnTo>
                  <a:lnTo>
                    <a:pt x="232709" y="262967"/>
                  </a:lnTo>
                  <a:lnTo>
                    <a:pt x="232509" y="263198"/>
                  </a:lnTo>
                  <a:lnTo>
                    <a:pt x="232249" y="263380"/>
                  </a:lnTo>
                  <a:lnTo>
                    <a:pt x="231951" y="263564"/>
                  </a:lnTo>
                  <a:lnTo>
                    <a:pt x="231910" y="263960"/>
                  </a:lnTo>
                  <a:lnTo>
                    <a:pt x="231944" y="264400"/>
                  </a:lnTo>
                  <a:lnTo>
                    <a:pt x="232593" y="265011"/>
                  </a:lnTo>
                  <a:lnTo>
                    <a:pt x="232570" y="265421"/>
                  </a:lnTo>
                  <a:lnTo>
                    <a:pt x="232515" y="265660"/>
                  </a:lnTo>
                  <a:lnTo>
                    <a:pt x="232133" y="265865"/>
                  </a:lnTo>
                  <a:lnTo>
                    <a:pt x="232185" y="266316"/>
                  </a:lnTo>
                  <a:lnTo>
                    <a:pt x="231781" y="266898"/>
                  </a:lnTo>
                  <a:lnTo>
                    <a:pt x="231352" y="267140"/>
                  </a:lnTo>
                  <a:lnTo>
                    <a:pt x="231165" y="267172"/>
                  </a:lnTo>
                  <a:lnTo>
                    <a:pt x="230483" y="266779"/>
                  </a:lnTo>
                  <a:lnTo>
                    <a:pt x="230581" y="266505"/>
                  </a:lnTo>
                  <a:lnTo>
                    <a:pt x="230570" y="266193"/>
                  </a:lnTo>
                  <a:lnTo>
                    <a:pt x="230495" y="265723"/>
                  </a:lnTo>
                  <a:lnTo>
                    <a:pt x="230372" y="265330"/>
                  </a:lnTo>
                  <a:lnTo>
                    <a:pt x="229935" y="264251"/>
                  </a:lnTo>
                  <a:lnTo>
                    <a:pt x="229700" y="263870"/>
                  </a:lnTo>
                  <a:lnTo>
                    <a:pt x="229480" y="263474"/>
                  </a:lnTo>
                  <a:lnTo>
                    <a:pt x="229356" y="263179"/>
                  </a:lnTo>
                  <a:lnTo>
                    <a:pt x="229171" y="262861"/>
                  </a:lnTo>
                  <a:lnTo>
                    <a:pt x="229039" y="262688"/>
                  </a:lnTo>
                  <a:lnTo>
                    <a:pt x="228681" y="262451"/>
                  </a:lnTo>
                  <a:lnTo>
                    <a:pt x="228403" y="262659"/>
                  </a:lnTo>
                  <a:lnTo>
                    <a:pt x="228502" y="263034"/>
                  </a:lnTo>
                  <a:lnTo>
                    <a:pt x="228806" y="263477"/>
                  </a:lnTo>
                  <a:lnTo>
                    <a:pt x="228786" y="263888"/>
                  </a:lnTo>
                  <a:lnTo>
                    <a:pt x="228687" y="264536"/>
                  </a:lnTo>
                  <a:lnTo>
                    <a:pt x="228502" y="266294"/>
                  </a:lnTo>
                  <a:lnTo>
                    <a:pt x="229217" y="266832"/>
                  </a:lnTo>
                  <a:lnTo>
                    <a:pt x="229490" y="266766"/>
                  </a:lnTo>
                  <a:lnTo>
                    <a:pt x="230228" y="267062"/>
                  </a:lnTo>
                  <a:lnTo>
                    <a:pt x="230387" y="267162"/>
                  </a:lnTo>
                  <a:lnTo>
                    <a:pt x="230915" y="267577"/>
                  </a:lnTo>
                  <a:lnTo>
                    <a:pt x="230877" y="267740"/>
                  </a:lnTo>
                  <a:lnTo>
                    <a:pt x="230790" y="267975"/>
                  </a:lnTo>
                  <a:lnTo>
                    <a:pt x="230560" y="268492"/>
                  </a:lnTo>
                  <a:lnTo>
                    <a:pt x="230365" y="268853"/>
                  </a:lnTo>
                  <a:lnTo>
                    <a:pt x="230202" y="268755"/>
                  </a:lnTo>
                  <a:lnTo>
                    <a:pt x="229944" y="268679"/>
                  </a:lnTo>
                  <a:lnTo>
                    <a:pt x="229700" y="268645"/>
                  </a:lnTo>
                  <a:lnTo>
                    <a:pt x="229447" y="268638"/>
                  </a:lnTo>
                  <a:lnTo>
                    <a:pt x="229265" y="268694"/>
                  </a:lnTo>
                  <a:lnTo>
                    <a:pt x="229044" y="268662"/>
                  </a:lnTo>
                  <a:lnTo>
                    <a:pt x="228560" y="268174"/>
                  </a:lnTo>
                  <a:lnTo>
                    <a:pt x="228310" y="267790"/>
                  </a:lnTo>
                  <a:lnTo>
                    <a:pt x="228197" y="267641"/>
                  </a:lnTo>
                  <a:lnTo>
                    <a:pt x="227960" y="267449"/>
                  </a:lnTo>
                  <a:lnTo>
                    <a:pt x="227704" y="267383"/>
                  </a:lnTo>
                  <a:lnTo>
                    <a:pt x="227564" y="267405"/>
                  </a:lnTo>
                  <a:lnTo>
                    <a:pt x="227556" y="267115"/>
                  </a:lnTo>
                  <a:lnTo>
                    <a:pt x="227473" y="266842"/>
                  </a:lnTo>
                  <a:lnTo>
                    <a:pt x="227188" y="266492"/>
                  </a:lnTo>
                  <a:lnTo>
                    <a:pt x="227176" y="266193"/>
                  </a:lnTo>
                  <a:lnTo>
                    <a:pt x="227072" y="266004"/>
                  </a:lnTo>
                  <a:lnTo>
                    <a:pt x="226902" y="265813"/>
                  </a:lnTo>
                  <a:lnTo>
                    <a:pt x="226571" y="265865"/>
                  </a:lnTo>
                  <a:lnTo>
                    <a:pt x="226409" y="265935"/>
                  </a:lnTo>
                  <a:lnTo>
                    <a:pt x="225452" y="265999"/>
                  </a:lnTo>
                  <a:lnTo>
                    <a:pt x="225186" y="265993"/>
                  </a:lnTo>
                  <a:lnTo>
                    <a:pt x="225205" y="265512"/>
                  </a:lnTo>
                  <a:lnTo>
                    <a:pt x="225347" y="265230"/>
                  </a:lnTo>
                  <a:lnTo>
                    <a:pt x="225578" y="264704"/>
                  </a:lnTo>
                  <a:lnTo>
                    <a:pt x="225538" y="263746"/>
                  </a:lnTo>
                  <a:lnTo>
                    <a:pt x="225341" y="263718"/>
                  </a:lnTo>
                  <a:lnTo>
                    <a:pt x="224892" y="263930"/>
                  </a:lnTo>
                  <a:lnTo>
                    <a:pt x="224612" y="264217"/>
                  </a:lnTo>
                  <a:lnTo>
                    <a:pt x="224408" y="264385"/>
                  </a:lnTo>
                  <a:lnTo>
                    <a:pt x="224158" y="264520"/>
                  </a:lnTo>
                  <a:lnTo>
                    <a:pt x="223780" y="264382"/>
                  </a:lnTo>
                  <a:lnTo>
                    <a:pt x="223521" y="264121"/>
                  </a:lnTo>
                  <a:lnTo>
                    <a:pt x="223239" y="263931"/>
                  </a:lnTo>
                  <a:lnTo>
                    <a:pt x="223219" y="264172"/>
                  </a:lnTo>
                  <a:lnTo>
                    <a:pt x="223462" y="264262"/>
                  </a:lnTo>
                  <a:lnTo>
                    <a:pt x="223440" y="264524"/>
                  </a:lnTo>
                  <a:lnTo>
                    <a:pt x="223402" y="264712"/>
                  </a:lnTo>
                  <a:lnTo>
                    <a:pt x="223290" y="265086"/>
                  </a:lnTo>
                  <a:lnTo>
                    <a:pt x="222763" y="265738"/>
                  </a:lnTo>
                  <a:lnTo>
                    <a:pt x="222426" y="265994"/>
                  </a:lnTo>
                  <a:lnTo>
                    <a:pt x="222192" y="265745"/>
                  </a:lnTo>
                  <a:lnTo>
                    <a:pt x="222410" y="266353"/>
                  </a:lnTo>
                  <a:lnTo>
                    <a:pt x="222635" y="266467"/>
                  </a:lnTo>
                  <a:lnTo>
                    <a:pt x="222590" y="266644"/>
                  </a:lnTo>
                  <a:lnTo>
                    <a:pt x="222463" y="267028"/>
                  </a:lnTo>
                  <a:lnTo>
                    <a:pt x="222597" y="267021"/>
                  </a:lnTo>
                  <a:lnTo>
                    <a:pt x="222848" y="266858"/>
                  </a:lnTo>
                  <a:lnTo>
                    <a:pt x="223081" y="266725"/>
                  </a:lnTo>
                  <a:lnTo>
                    <a:pt x="224028" y="266395"/>
                  </a:lnTo>
                  <a:lnTo>
                    <a:pt x="224390" y="266632"/>
                  </a:lnTo>
                  <a:lnTo>
                    <a:pt x="224438" y="266459"/>
                  </a:lnTo>
                  <a:lnTo>
                    <a:pt x="224873" y="266643"/>
                  </a:lnTo>
                  <a:lnTo>
                    <a:pt x="225056" y="266573"/>
                  </a:lnTo>
                  <a:lnTo>
                    <a:pt x="225551" y="266361"/>
                  </a:lnTo>
                  <a:lnTo>
                    <a:pt x="225681" y="266417"/>
                  </a:lnTo>
                  <a:lnTo>
                    <a:pt x="226121" y="266835"/>
                  </a:lnTo>
                  <a:lnTo>
                    <a:pt x="226076" y="267214"/>
                  </a:lnTo>
                  <a:lnTo>
                    <a:pt x="226237" y="267201"/>
                  </a:lnTo>
                  <a:lnTo>
                    <a:pt x="226448" y="267345"/>
                  </a:lnTo>
                  <a:lnTo>
                    <a:pt x="226151" y="267526"/>
                  </a:lnTo>
                  <a:lnTo>
                    <a:pt x="225795" y="267781"/>
                  </a:lnTo>
                  <a:lnTo>
                    <a:pt x="225581" y="268037"/>
                  </a:lnTo>
                  <a:lnTo>
                    <a:pt x="225657" y="267604"/>
                  </a:lnTo>
                  <a:lnTo>
                    <a:pt x="225519" y="267736"/>
                  </a:lnTo>
                  <a:lnTo>
                    <a:pt x="225478" y="267865"/>
                  </a:lnTo>
                  <a:lnTo>
                    <a:pt x="225511" y="268031"/>
                  </a:lnTo>
                  <a:lnTo>
                    <a:pt x="225590" y="268170"/>
                  </a:lnTo>
                  <a:lnTo>
                    <a:pt x="225588" y="268741"/>
                  </a:lnTo>
                  <a:lnTo>
                    <a:pt x="225415" y="268640"/>
                  </a:lnTo>
                  <a:lnTo>
                    <a:pt x="225057" y="268224"/>
                  </a:lnTo>
                  <a:lnTo>
                    <a:pt x="224843" y="268203"/>
                  </a:lnTo>
                  <a:lnTo>
                    <a:pt x="224478" y="268012"/>
                  </a:lnTo>
                  <a:lnTo>
                    <a:pt x="224137" y="268083"/>
                  </a:lnTo>
                  <a:lnTo>
                    <a:pt x="224724" y="268304"/>
                  </a:lnTo>
                  <a:lnTo>
                    <a:pt x="225096" y="268591"/>
                  </a:lnTo>
                  <a:lnTo>
                    <a:pt x="225409" y="268829"/>
                  </a:lnTo>
                  <a:lnTo>
                    <a:pt x="225865" y="269263"/>
                  </a:lnTo>
                  <a:lnTo>
                    <a:pt x="226077" y="269644"/>
                  </a:lnTo>
                  <a:lnTo>
                    <a:pt x="225827" y="270063"/>
                  </a:lnTo>
                  <a:lnTo>
                    <a:pt x="225607" y="269823"/>
                  </a:lnTo>
                  <a:lnTo>
                    <a:pt x="225351" y="269721"/>
                  </a:lnTo>
                  <a:lnTo>
                    <a:pt x="225148" y="269718"/>
                  </a:lnTo>
                  <a:lnTo>
                    <a:pt x="225111" y="270028"/>
                  </a:lnTo>
                  <a:lnTo>
                    <a:pt x="224877" y="269977"/>
                  </a:lnTo>
                  <a:lnTo>
                    <a:pt x="224793" y="270153"/>
                  </a:lnTo>
                  <a:lnTo>
                    <a:pt x="224945" y="270533"/>
                  </a:lnTo>
                  <a:lnTo>
                    <a:pt x="225255" y="270604"/>
                  </a:lnTo>
                  <a:lnTo>
                    <a:pt x="225410" y="270637"/>
                  </a:lnTo>
                  <a:lnTo>
                    <a:pt x="225260" y="271234"/>
                  </a:lnTo>
                  <a:lnTo>
                    <a:pt x="225152" y="271500"/>
                  </a:lnTo>
                  <a:lnTo>
                    <a:pt x="224760" y="271756"/>
                  </a:lnTo>
                  <a:lnTo>
                    <a:pt x="224415" y="271714"/>
                  </a:lnTo>
                  <a:lnTo>
                    <a:pt x="224186" y="271565"/>
                  </a:lnTo>
                  <a:lnTo>
                    <a:pt x="223708" y="271453"/>
                  </a:lnTo>
                  <a:lnTo>
                    <a:pt x="223431" y="271734"/>
                  </a:lnTo>
                  <a:lnTo>
                    <a:pt x="223283" y="272056"/>
                  </a:lnTo>
                  <a:lnTo>
                    <a:pt x="222975" y="272270"/>
                  </a:lnTo>
                  <a:lnTo>
                    <a:pt x="222697" y="272402"/>
                  </a:lnTo>
                  <a:lnTo>
                    <a:pt x="222491" y="272604"/>
                  </a:lnTo>
                  <a:lnTo>
                    <a:pt x="222570" y="273568"/>
                  </a:lnTo>
                  <a:lnTo>
                    <a:pt x="223022" y="273547"/>
                  </a:lnTo>
                  <a:lnTo>
                    <a:pt x="223227" y="274003"/>
                  </a:lnTo>
                  <a:lnTo>
                    <a:pt x="223741" y="274067"/>
                  </a:lnTo>
                  <a:lnTo>
                    <a:pt x="224228" y="274665"/>
                  </a:lnTo>
                  <a:lnTo>
                    <a:pt x="224221" y="274997"/>
                  </a:lnTo>
                  <a:lnTo>
                    <a:pt x="224563" y="275554"/>
                  </a:lnTo>
                  <a:lnTo>
                    <a:pt x="224408" y="275874"/>
                  </a:lnTo>
                  <a:lnTo>
                    <a:pt x="224401" y="276210"/>
                  </a:lnTo>
                  <a:lnTo>
                    <a:pt x="224747" y="275285"/>
                  </a:lnTo>
                  <a:lnTo>
                    <a:pt x="224937" y="275007"/>
                  </a:lnTo>
                  <a:lnTo>
                    <a:pt x="225494" y="274514"/>
                  </a:lnTo>
                  <a:lnTo>
                    <a:pt x="226038" y="274287"/>
                  </a:lnTo>
                  <a:lnTo>
                    <a:pt x="226440" y="274105"/>
                  </a:lnTo>
                  <a:lnTo>
                    <a:pt x="226688" y="274021"/>
                  </a:lnTo>
                  <a:lnTo>
                    <a:pt x="226976" y="274008"/>
                  </a:lnTo>
                  <a:lnTo>
                    <a:pt x="227244" y="273877"/>
                  </a:lnTo>
                  <a:lnTo>
                    <a:pt x="227413" y="273732"/>
                  </a:lnTo>
                  <a:lnTo>
                    <a:pt x="227723" y="273360"/>
                  </a:lnTo>
                  <a:lnTo>
                    <a:pt x="227971" y="273429"/>
                  </a:lnTo>
                  <a:lnTo>
                    <a:pt x="228420" y="273695"/>
                  </a:lnTo>
                  <a:lnTo>
                    <a:pt x="229149" y="273846"/>
                  </a:lnTo>
                  <a:lnTo>
                    <a:pt x="229704" y="273787"/>
                  </a:lnTo>
                  <a:lnTo>
                    <a:pt x="230204" y="273614"/>
                  </a:lnTo>
                  <a:lnTo>
                    <a:pt x="230793" y="273808"/>
                  </a:lnTo>
                  <a:lnTo>
                    <a:pt x="231103" y="274186"/>
                  </a:lnTo>
                  <a:lnTo>
                    <a:pt x="231448" y="274580"/>
                  </a:lnTo>
                  <a:lnTo>
                    <a:pt x="231583" y="274645"/>
                  </a:lnTo>
                  <a:lnTo>
                    <a:pt x="231811" y="274709"/>
                  </a:lnTo>
                  <a:lnTo>
                    <a:pt x="232371" y="275069"/>
                  </a:lnTo>
                  <a:lnTo>
                    <a:pt x="232771" y="275286"/>
                  </a:lnTo>
                  <a:lnTo>
                    <a:pt x="233055" y="275316"/>
                  </a:lnTo>
                  <a:lnTo>
                    <a:pt x="233348" y="275651"/>
                  </a:lnTo>
                  <a:lnTo>
                    <a:pt x="233027" y="275853"/>
                  </a:lnTo>
                  <a:lnTo>
                    <a:pt x="233161" y="276290"/>
                  </a:lnTo>
                  <a:lnTo>
                    <a:pt x="233294" y="276352"/>
                  </a:lnTo>
                  <a:lnTo>
                    <a:pt x="233624" y="276653"/>
                  </a:lnTo>
                  <a:lnTo>
                    <a:pt x="233506" y="277033"/>
                  </a:lnTo>
                  <a:lnTo>
                    <a:pt x="233407" y="276840"/>
                  </a:lnTo>
                  <a:lnTo>
                    <a:pt x="233296" y="276682"/>
                  </a:lnTo>
                  <a:lnTo>
                    <a:pt x="232701" y="276305"/>
                  </a:lnTo>
                  <a:lnTo>
                    <a:pt x="232556" y="276265"/>
                  </a:lnTo>
                  <a:lnTo>
                    <a:pt x="232405" y="276878"/>
                  </a:lnTo>
                  <a:lnTo>
                    <a:pt x="232067" y="277100"/>
                  </a:lnTo>
                  <a:lnTo>
                    <a:pt x="232013" y="277346"/>
                  </a:lnTo>
                  <a:lnTo>
                    <a:pt x="232148" y="277400"/>
                  </a:lnTo>
                  <a:lnTo>
                    <a:pt x="232277" y="277261"/>
                  </a:lnTo>
                  <a:lnTo>
                    <a:pt x="232620" y="277267"/>
                  </a:lnTo>
                  <a:lnTo>
                    <a:pt x="232971" y="277507"/>
                  </a:lnTo>
                  <a:lnTo>
                    <a:pt x="233047" y="277760"/>
                  </a:lnTo>
                  <a:lnTo>
                    <a:pt x="232912" y="277975"/>
                  </a:lnTo>
                  <a:lnTo>
                    <a:pt x="232885" y="278152"/>
                  </a:lnTo>
                  <a:lnTo>
                    <a:pt x="232914" y="278546"/>
                  </a:lnTo>
                  <a:lnTo>
                    <a:pt x="232603" y="278847"/>
                  </a:lnTo>
                  <a:lnTo>
                    <a:pt x="232818" y="278847"/>
                  </a:lnTo>
                  <a:lnTo>
                    <a:pt x="233146" y="278764"/>
                  </a:lnTo>
                  <a:lnTo>
                    <a:pt x="233433" y="278927"/>
                  </a:lnTo>
                  <a:lnTo>
                    <a:pt x="233399" y="279103"/>
                  </a:lnTo>
                  <a:lnTo>
                    <a:pt x="233534" y="279180"/>
                  </a:lnTo>
                  <a:lnTo>
                    <a:pt x="233815" y="279061"/>
                  </a:lnTo>
                  <a:lnTo>
                    <a:pt x="233997" y="279296"/>
                  </a:lnTo>
                  <a:lnTo>
                    <a:pt x="233914" y="279477"/>
                  </a:lnTo>
                  <a:lnTo>
                    <a:pt x="233650" y="279447"/>
                  </a:lnTo>
                  <a:lnTo>
                    <a:pt x="233405" y="279474"/>
                  </a:lnTo>
                  <a:lnTo>
                    <a:pt x="232986" y="279634"/>
                  </a:lnTo>
                  <a:lnTo>
                    <a:pt x="232702" y="279883"/>
                  </a:lnTo>
                  <a:lnTo>
                    <a:pt x="232935" y="280019"/>
                  </a:lnTo>
                  <a:lnTo>
                    <a:pt x="233633" y="280222"/>
                  </a:lnTo>
                  <a:lnTo>
                    <a:pt x="234097" y="280107"/>
                  </a:lnTo>
                  <a:lnTo>
                    <a:pt x="234018" y="280279"/>
                  </a:lnTo>
                  <a:lnTo>
                    <a:pt x="234018" y="280497"/>
                  </a:lnTo>
                  <a:lnTo>
                    <a:pt x="234288" y="280686"/>
                  </a:lnTo>
                  <a:lnTo>
                    <a:pt x="233925" y="281003"/>
                  </a:lnTo>
                  <a:lnTo>
                    <a:pt x="233812" y="281189"/>
                  </a:lnTo>
                  <a:lnTo>
                    <a:pt x="234300" y="281183"/>
                  </a:lnTo>
                  <a:lnTo>
                    <a:pt x="234503" y="281040"/>
                  </a:lnTo>
                  <a:lnTo>
                    <a:pt x="234636" y="281145"/>
                  </a:lnTo>
                  <a:lnTo>
                    <a:pt x="234663" y="281275"/>
                  </a:lnTo>
                  <a:lnTo>
                    <a:pt x="234636" y="281506"/>
                  </a:lnTo>
                  <a:lnTo>
                    <a:pt x="234325" y="281759"/>
                  </a:lnTo>
                  <a:lnTo>
                    <a:pt x="234203" y="281989"/>
                  </a:lnTo>
                  <a:lnTo>
                    <a:pt x="234420" y="281989"/>
                  </a:lnTo>
                  <a:lnTo>
                    <a:pt x="234609" y="281966"/>
                  </a:lnTo>
                  <a:lnTo>
                    <a:pt x="234751" y="281997"/>
                  </a:lnTo>
                  <a:lnTo>
                    <a:pt x="234819" y="282496"/>
                  </a:lnTo>
                  <a:lnTo>
                    <a:pt x="235015" y="282450"/>
                  </a:lnTo>
                  <a:lnTo>
                    <a:pt x="235312" y="282491"/>
                  </a:lnTo>
                  <a:lnTo>
                    <a:pt x="235020" y="282775"/>
                  </a:lnTo>
                  <a:lnTo>
                    <a:pt x="234434" y="283151"/>
                  </a:lnTo>
                  <a:lnTo>
                    <a:pt x="234354" y="283005"/>
                  </a:lnTo>
                  <a:lnTo>
                    <a:pt x="234221" y="282957"/>
                  </a:lnTo>
                  <a:lnTo>
                    <a:pt x="233775" y="283231"/>
                  </a:lnTo>
                  <a:lnTo>
                    <a:pt x="233876" y="283415"/>
                  </a:lnTo>
                  <a:lnTo>
                    <a:pt x="233356" y="284251"/>
                  </a:lnTo>
                  <a:lnTo>
                    <a:pt x="232742" y="284511"/>
                  </a:lnTo>
                  <a:lnTo>
                    <a:pt x="232599" y="284527"/>
                  </a:lnTo>
                  <a:lnTo>
                    <a:pt x="232378" y="284730"/>
                  </a:lnTo>
                  <a:lnTo>
                    <a:pt x="231968" y="284462"/>
                  </a:lnTo>
                  <a:lnTo>
                    <a:pt x="231956" y="284230"/>
                  </a:lnTo>
                  <a:lnTo>
                    <a:pt x="232307" y="284010"/>
                  </a:lnTo>
                  <a:lnTo>
                    <a:pt x="232443" y="283963"/>
                  </a:lnTo>
                  <a:lnTo>
                    <a:pt x="232684" y="283724"/>
                  </a:lnTo>
                  <a:lnTo>
                    <a:pt x="232682" y="283326"/>
                  </a:lnTo>
                  <a:lnTo>
                    <a:pt x="232550" y="283071"/>
                  </a:lnTo>
                  <a:lnTo>
                    <a:pt x="231887" y="282678"/>
                  </a:lnTo>
                  <a:lnTo>
                    <a:pt x="231384" y="282237"/>
                  </a:lnTo>
                  <a:lnTo>
                    <a:pt x="231243" y="282213"/>
                  </a:lnTo>
                  <a:lnTo>
                    <a:pt x="231132" y="282322"/>
                  </a:lnTo>
                  <a:lnTo>
                    <a:pt x="231133" y="282466"/>
                  </a:lnTo>
                  <a:lnTo>
                    <a:pt x="231103" y="282787"/>
                  </a:lnTo>
                  <a:lnTo>
                    <a:pt x="230345" y="282762"/>
                  </a:lnTo>
                  <a:lnTo>
                    <a:pt x="229896" y="282612"/>
                  </a:lnTo>
                  <a:lnTo>
                    <a:pt x="229181" y="282060"/>
                  </a:lnTo>
                  <a:lnTo>
                    <a:pt x="228541" y="281660"/>
                  </a:lnTo>
                  <a:lnTo>
                    <a:pt x="228139" y="281360"/>
                  </a:lnTo>
                  <a:lnTo>
                    <a:pt x="227851" y="281090"/>
                  </a:lnTo>
                  <a:lnTo>
                    <a:pt x="226809" y="280883"/>
                  </a:lnTo>
                  <a:lnTo>
                    <a:pt x="226236" y="280738"/>
                  </a:lnTo>
                  <a:lnTo>
                    <a:pt x="225852" y="280937"/>
                  </a:lnTo>
                  <a:lnTo>
                    <a:pt x="225426" y="281251"/>
                  </a:lnTo>
                  <a:lnTo>
                    <a:pt x="225095" y="281894"/>
                  </a:lnTo>
                  <a:lnTo>
                    <a:pt x="225476" y="282561"/>
                  </a:lnTo>
                  <a:lnTo>
                    <a:pt x="225616" y="282815"/>
                  </a:lnTo>
                  <a:lnTo>
                    <a:pt x="225650" y="283022"/>
                  </a:lnTo>
                  <a:lnTo>
                    <a:pt x="226028" y="283133"/>
                  </a:lnTo>
                  <a:lnTo>
                    <a:pt x="226280" y="282835"/>
                  </a:lnTo>
                  <a:lnTo>
                    <a:pt x="226690" y="282728"/>
                  </a:lnTo>
                  <a:lnTo>
                    <a:pt x="226955" y="282992"/>
                  </a:lnTo>
                  <a:lnTo>
                    <a:pt x="227362" y="283715"/>
                  </a:lnTo>
                  <a:lnTo>
                    <a:pt x="227439" y="283884"/>
                  </a:lnTo>
                  <a:lnTo>
                    <a:pt x="227345" y="284066"/>
                  </a:lnTo>
                  <a:lnTo>
                    <a:pt x="227146" y="286040"/>
                  </a:lnTo>
                  <a:lnTo>
                    <a:pt x="227377" y="286189"/>
                  </a:lnTo>
                  <a:lnTo>
                    <a:pt x="227603" y="286213"/>
                  </a:lnTo>
                  <a:lnTo>
                    <a:pt x="227668" y="286345"/>
                  </a:lnTo>
                  <a:lnTo>
                    <a:pt x="227349" y="287049"/>
                  </a:lnTo>
                  <a:lnTo>
                    <a:pt x="227579" y="287441"/>
                  </a:lnTo>
                  <a:lnTo>
                    <a:pt x="227898" y="288238"/>
                  </a:lnTo>
                  <a:lnTo>
                    <a:pt x="228536" y="288179"/>
                  </a:lnTo>
                  <a:lnTo>
                    <a:pt x="228919" y="288112"/>
                  </a:lnTo>
                  <a:lnTo>
                    <a:pt x="229177" y="287932"/>
                  </a:lnTo>
                  <a:lnTo>
                    <a:pt x="229480" y="287696"/>
                  </a:lnTo>
                  <a:lnTo>
                    <a:pt x="229559" y="287543"/>
                  </a:lnTo>
                  <a:lnTo>
                    <a:pt x="229756" y="287485"/>
                  </a:lnTo>
                  <a:lnTo>
                    <a:pt x="230026" y="287460"/>
                  </a:lnTo>
                  <a:lnTo>
                    <a:pt x="230407" y="287387"/>
                  </a:lnTo>
                  <a:lnTo>
                    <a:pt x="230568" y="287331"/>
                  </a:lnTo>
                  <a:lnTo>
                    <a:pt x="230813" y="287115"/>
                  </a:lnTo>
                  <a:lnTo>
                    <a:pt x="231000" y="287013"/>
                  </a:lnTo>
                  <a:lnTo>
                    <a:pt x="231084" y="287242"/>
                  </a:lnTo>
                  <a:lnTo>
                    <a:pt x="231020" y="287458"/>
                  </a:lnTo>
                  <a:lnTo>
                    <a:pt x="230931" y="287592"/>
                  </a:lnTo>
                  <a:lnTo>
                    <a:pt x="230680" y="287704"/>
                  </a:lnTo>
                  <a:lnTo>
                    <a:pt x="230904" y="287743"/>
                  </a:lnTo>
                  <a:lnTo>
                    <a:pt x="231366" y="287519"/>
                  </a:lnTo>
                  <a:lnTo>
                    <a:pt x="231412" y="287301"/>
                  </a:lnTo>
                  <a:lnTo>
                    <a:pt x="231588" y="286722"/>
                  </a:lnTo>
                  <a:lnTo>
                    <a:pt x="232062" y="286429"/>
                  </a:lnTo>
                  <a:lnTo>
                    <a:pt x="232628" y="286411"/>
                  </a:lnTo>
                  <a:lnTo>
                    <a:pt x="232656" y="286577"/>
                  </a:lnTo>
                  <a:lnTo>
                    <a:pt x="232865" y="286447"/>
                  </a:lnTo>
                  <a:lnTo>
                    <a:pt x="232993" y="286088"/>
                  </a:lnTo>
                  <a:lnTo>
                    <a:pt x="232817" y="285839"/>
                  </a:lnTo>
                  <a:lnTo>
                    <a:pt x="233286" y="285651"/>
                  </a:lnTo>
                  <a:lnTo>
                    <a:pt x="233282" y="285372"/>
                  </a:lnTo>
                  <a:lnTo>
                    <a:pt x="233523" y="285314"/>
                  </a:lnTo>
                  <a:lnTo>
                    <a:pt x="233672" y="285377"/>
                  </a:lnTo>
                  <a:lnTo>
                    <a:pt x="233803" y="285331"/>
                  </a:lnTo>
                  <a:lnTo>
                    <a:pt x="233816" y="285162"/>
                  </a:lnTo>
                  <a:lnTo>
                    <a:pt x="233812" y="285032"/>
                  </a:lnTo>
                  <a:lnTo>
                    <a:pt x="234069" y="284958"/>
                  </a:lnTo>
                  <a:lnTo>
                    <a:pt x="234199" y="284912"/>
                  </a:lnTo>
                  <a:lnTo>
                    <a:pt x="234402" y="284635"/>
                  </a:lnTo>
                  <a:lnTo>
                    <a:pt x="234637" y="284165"/>
                  </a:lnTo>
                  <a:lnTo>
                    <a:pt x="234830" y="283950"/>
                  </a:lnTo>
                  <a:lnTo>
                    <a:pt x="235304" y="283796"/>
                  </a:lnTo>
                  <a:lnTo>
                    <a:pt x="235529" y="283791"/>
                  </a:lnTo>
                  <a:lnTo>
                    <a:pt x="235534" y="283996"/>
                  </a:lnTo>
                  <a:lnTo>
                    <a:pt x="235308" y="284426"/>
                  </a:lnTo>
                  <a:lnTo>
                    <a:pt x="235335" y="284564"/>
                  </a:lnTo>
                  <a:lnTo>
                    <a:pt x="235470" y="284589"/>
                  </a:lnTo>
                  <a:lnTo>
                    <a:pt x="235705" y="284458"/>
                  </a:lnTo>
                  <a:lnTo>
                    <a:pt x="235970" y="284640"/>
                  </a:lnTo>
                  <a:lnTo>
                    <a:pt x="236100" y="284729"/>
                  </a:lnTo>
                  <a:lnTo>
                    <a:pt x="236251" y="284795"/>
                  </a:lnTo>
                  <a:lnTo>
                    <a:pt x="236535" y="284968"/>
                  </a:lnTo>
                  <a:lnTo>
                    <a:pt x="236429" y="285419"/>
                  </a:lnTo>
                  <a:lnTo>
                    <a:pt x="236170" y="285548"/>
                  </a:lnTo>
                  <a:lnTo>
                    <a:pt x="235842" y="285896"/>
                  </a:lnTo>
                  <a:lnTo>
                    <a:pt x="235991" y="286071"/>
                  </a:lnTo>
                  <a:lnTo>
                    <a:pt x="236503" y="286015"/>
                  </a:lnTo>
                  <a:lnTo>
                    <a:pt x="236773" y="285832"/>
                  </a:lnTo>
                  <a:lnTo>
                    <a:pt x="236957" y="286020"/>
                  </a:lnTo>
                  <a:lnTo>
                    <a:pt x="237126" y="286542"/>
                  </a:lnTo>
                  <a:lnTo>
                    <a:pt x="237370" y="286546"/>
                  </a:lnTo>
                  <a:lnTo>
                    <a:pt x="237328" y="286762"/>
                  </a:lnTo>
                  <a:lnTo>
                    <a:pt x="236815" y="287115"/>
                  </a:lnTo>
                  <a:lnTo>
                    <a:pt x="236559" y="287295"/>
                  </a:lnTo>
                  <a:lnTo>
                    <a:pt x="236526" y="287552"/>
                  </a:lnTo>
                  <a:lnTo>
                    <a:pt x="236717" y="287851"/>
                  </a:lnTo>
                  <a:lnTo>
                    <a:pt x="237197" y="287880"/>
                  </a:lnTo>
                  <a:lnTo>
                    <a:pt x="237615" y="287814"/>
                  </a:lnTo>
                  <a:lnTo>
                    <a:pt x="238101" y="287546"/>
                  </a:lnTo>
                  <a:lnTo>
                    <a:pt x="238345" y="287548"/>
                  </a:lnTo>
                  <a:lnTo>
                    <a:pt x="238304" y="288034"/>
                  </a:lnTo>
                  <a:lnTo>
                    <a:pt x="238470" y="288226"/>
                  </a:lnTo>
                  <a:lnTo>
                    <a:pt x="238660" y="288174"/>
                  </a:lnTo>
                  <a:lnTo>
                    <a:pt x="238865" y="287949"/>
                  </a:lnTo>
                  <a:lnTo>
                    <a:pt x="238973" y="287633"/>
                  </a:lnTo>
                  <a:lnTo>
                    <a:pt x="239283" y="287427"/>
                  </a:lnTo>
                  <a:lnTo>
                    <a:pt x="239526" y="287455"/>
                  </a:lnTo>
                  <a:lnTo>
                    <a:pt x="239911" y="287163"/>
                  </a:lnTo>
                  <a:lnTo>
                    <a:pt x="240111" y="287032"/>
                  </a:lnTo>
                  <a:lnTo>
                    <a:pt x="240738" y="286755"/>
                  </a:lnTo>
                  <a:lnTo>
                    <a:pt x="241173" y="286470"/>
                  </a:lnTo>
                  <a:lnTo>
                    <a:pt x="241370" y="286477"/>
                  </a:lnTo>
                  <a:lnTo>
                    <a:pt x="241099" y="286772"/>
                  </a:lnTo>
                  <a:lnTo>
                    <a:pt x="240966" y="286816"/>
                  </a:lnTo>
                  <a:lnTo>
                    <a:pt x="240848" y="287054"/>
                  </a:lnTo>
                  <a:lnTo>
                    <a:pt x="240771" y="287457"/>
                  </a:lnTo>
                  <a:lnTo>
                    <a:pt x="240497" y="287635"/>
                  </a:lnTo>
                  <a:lnTo>
                    <a:pt x="240246" y="287775"/>
                  </a:lnTo>
                  <a:lnTo>
                    <a:pt x="239884" y="288261"/>
                  </a:lnTo>
                  <a:lnTo>
                    <a:pt x="239655" y="288335"/>
                  </a:lnTo>
                  <a:lnTo>
                    <a:pt x="239258" y="288585"/>
                  </a:lnTo>
                  <a:lnTo>
                    <a:pt x="239138" y="288782"/>
                  </a:lnTo>
                  <a:lnTo>
                    <a:pt x="238860" y="288909"/>
                  </a:lnTo>
                  <a:lnTo>
                    <a:pt x="238485" y="289116"/>
                  </a:lnTo>
                  <a:lnTo>
                    <a:pt x="238500" y="289258"/>
                  </a:lnTo>
                  <a:lnTo>
                    <a:pt x="238683" y="289278"/>
                  </a:lnTo>
                  <a:lnTo>
                    <a:pt x="238817" y="289387"/>
                  </a:lnTo>
                  <a:lnTo>
                    <a:pt x="238823" y="289649"/>
                  </a:lnTo>
                  <a:lnTo>
                    <a:pt x="238486" y="289743"/>
                  </a:lnTo>
                  <a:lnTo>
                    <a:pt x="237864" y="289679"/>
                  </a:lnTo>
                  <a:lnTo>
                    <a:pt x="237619" y="289285"/>
                  </a:lnTo>
                  <a:lnTo>
                    <a:pt x="237592" y="289445"/>
                  </a:lnTo>
                  <a:lnTo>
                    <a:pt x="237055" y="289864"/>
                  </a:lnTo>
                  <a:lnTo>
                    <a:pt x="236815" y="289776"/>
                  </a:lnTo>
                  <a:lnTo>
                    <a:pt x="236986" y="289638"/>
                  </a:lnTo>
                  <a:lnTo>
                    <a:pt x="236975" y="289373"/>
                  </a:lnTo>
                  <a:lnTo>
                    <a:pt x="236836" y="289114"/>
                  </a:lnTo>
                  <a:lnTo>
                    <a:pt x="236499" y="289206"/>
                  </a:lnTo>
                  <a:lnTo>
                    <a:pt x="236159" y="288929"/>
                  </a:lnTo>
                  <a:lnTo>
                    <a:pt x="236023" y="288676"/>
                  </a:lnTo>
                  <a:lnTo>
                    <a:pt x="235810" y="288746"/>
                  </a:lnTo>
                  <a:lnTo>
                    <a:pt x="235656" y="288889"/>
                  </a:lnTo>
                  <a:lnTo>
                    <a:pt x="235355" y="289098"/>
                  </a:lnTo>
                  <a:lnTo>
                    <a:pt x="235142" y="289166"/>
                  </a:lnTo>
                  <a:lnTo>
                    <a:pt x="234514" y="289277"/>
                  </a:lnTo>
                  <a:lnTo>
                    <a:pt x="233388" y="290017"/>
                  </a:lnTo>
                  <a:lnTo>
                    <a:pt x="233351" y="290344"/>
                  </a:lnTo>
                  <a:lnTo>
                    <a:pt x="233405" y="290601"/>
                  </a:lnTo>
                  <a:lnTo>
                    <a:pt x="233673" y="290872"/>
                  </a:lnTo>
                  <a:lnTo>
                    <a:pt x="234166" y="290852"/>
                  </a:lnTo>
                  <a:lnTo>
                    <a:pt x="234479" y="290831"/>
                  </a:lnTo>
                  <a:lnTo>
                    <a:pt x="234418" y="291196"/>
                  </a:lnTo>
                  <a:lnTo>
                    <a:pt x="233886" y="291786"/>
                  </a:lnTo>
                  <a:lnTo>
                    <a:pt x="233752" y="291810"/>
                  </a:lnTo>
                  <a:lnTo>
                    <a:pt x="233468" y="291788"/>
                  </a:lnTo>
                  <a:lnTo>
                    <a:pt x="233312" y="291632"/>
                  </a:lnTo>
                  <a:lnTo>
                    <a:pt x="233310" y="291349"/>
                  </a:lnTo>
                  <a:lnTo>
                    <a:pt x="233235" y="290876"/>
                  </a:lnTo>
                  <a:lnTo>
                    <a:pt x="233107" y="290645"/>
                  </a:lnTo>
                  <a:lnTo>
                    <a:pt x="232215" y="290501"/>
                  </a:lnTo>
                  <a:lnTo>
                    <a:pt x="232007" y="290549"/>
                  </a:lnTo>
                  <a:lnTo>
                    <a:pt x="231558" y="290726"/>
                  </a:lnTo>
                  <a:lnTo>
                    <a:pt x="231581" y="290914"/>
                  </a:lnTo>
                  <a:lnTo>
                    <a:pt x="231721" y="291065"/>
                  </a:lnTo>
                  <a:lnTo>
                    <a:pt x="231932" y="291052"/>
                  </a:lnTo>
                  <a:lnTo>
                    <a:pt x="231566" y="291340"/>
                  </a:lnTo>
                  <a:lnTo>
                    <a:pt x="231457" y="291112"/>
                  </a:lnTo>
                  <a:lnTo>
                    <a:pt x="231272" y="291125"/>
                  </a:lnTo>
                  <a:lnTo>
                    <a:pt x="230451" y="291678"/>
                  </a:lnTo>
                  <a:lnTo>
                    <a:pt x="230318" y="291745"/>
                  </a:lnTo>
                  <a:lnTo>
                    <a:pt x="230081" y="291797"/>
                  </a:lnTo>
                  <a:lnTo>
                    <a:pt x="229851" y="291780"/>
                  </a:lnTo>
                  <a:lnTo>
                    <a:pt x="229699" y="291673"/>
                  </a:lnTo>
                  <a:lnTo>
                    <a:pt x="229498" y="291610"/>
                  </a:lnTo>
                  <a:lnTo>
                    <a:pt x="228930" y="291692"/>
                  </a:lnTo>
                  <a:lnTo>
                    <a:pt x="228412" y="291856"/>
                  </a:lnTo>
                  <a:lnTo>
                    <a:pt x="227767" y="292084"/>
                  </a:lnTo>
                  <a:lnTo>
                    <a:pt x="227106" y="292010"/>
                  </a:lnTo>
                  <a:lnTo>
                    <a:pt x="226627" y="292072"/>
                  </a:lnTo>
                  <a:lnTo>
                    <a:pt x="226470" y="292136"/>
                  </a:lnTo>
                  <a:lnTo>
                    <a:pt x="226162" y="292328"/>
                  </a:lnTo>
                  <a:lnTo>
                    <a:pt x="225750" y="292756"/>
                  </a:lnTo>
                  <a:lnTo>
                    <a:pt x="225823" y="292909"/>
                  </a:lnTo>
                  <a:lnTo>
                    <a:pt x="225895" y="293059"/>
                  </a:lnTo>
                  <a:lnTo>
                    <a:pt x="226093" y="293000"/>
                  </a:lnTo>
                  <a:lnTo>
                    <a:pt x="226232" y="292877"/>
                  </a:lnTo>
                  <a:lnTo>
                    <a:pt x="226630" y="292765"/>
                  </a:lnTo>
                  <a:lnTo>
                    <a:pt x="226907" y="292899"/>
                  </a:lnTo>
                  <a:lnTo>
                    <a:pt x="227133" y="293218"/>
                  </a:lnTo>
                  <a:lnTo>
                    <a:pt x="227023" y="293337"/>
                  </a:lnTo>
                  <a:lnTo>
                    <a:pt x="227280" y="293393"/>
                  </a:lnTo>
                  <a:lnTo>
                    <a:pt x="227647" y="293950"/>
                  </a:lnTo>
                  <a:lnTo>
                    <a:pt x="227905" y="294193"/>
                  </a:lnTo>
                  <a:lnTo>
                    <a:pt x="227536" y="294301"/>
                  </a:lnTo>
                  <a:lnTo>
                    <a:pt x="227312" y="294306"/>
                  </a:lnTo>
                  <a:lnTo>
                    <a:pt x="227167" y="294403"/>
                  </a:lnTo>
                  <a:lnTo>
                    <a:pt x="226979" y="294639"/>
                  </a:lnTo>
                  <a:lnTo>
                    <a:pt x="227145" y="295113"/>
                  </a:lnTo>
                  <a:lnTo>
                    <a:pt x="227230" y="295275"/>
                  </a:lnTo>
                  <a:lnTo>
                    <a:pt x="227146" y="295405"/>
                  </a:lnTo>
                  <a:lnTo>
                    <a:pt x="226901" y="295687"/>
                  </a:lnTo>
                  <a:lnTo>
                    <a:pt x="226583" y="295722"/>
                  </a:lnTo>
                  <a:lnTo>
                    <a:pt x="225907" y="295837"/>
                  </a:lnTo>
                  <a:lnTo>
                    <a:pt x="225777" y="295988"/>
                  </a:lnTo>
                  <a:lnTo>
                    <a:pt x="225585" y="296641"/>
                  </a:lnTo>
                  <a:lnTo>
                    <a:pt x="225530" y="296805"/>
                  </a:lnTo>
                  <a:lnTo>
                    <a:pt x="225109" y="296833"/>
                  </a:lnTo>
                  <a:lnTo>
                    <a:pt x="224566" y="297113"/>
                  </a:lnTo>
                  <a:lnTo>
                    <a:pt x="224409" y="297332"/>
                  </a:lnTo>
                  <a:lnTo>
                    <a:pt x="224297" y="297694"/>
                  </a:lnTo>
                  <a:lnTo>
                    <a:pt x="224336" y="298344"/>
                  </a:lnTo>
                  <a:lnTo>
                    <a:pt x="224525" y="298628"/>
                  </a:lnTo>
                  <a:lnTo>
                    <a:pt x="224669" y="298755"/>
                  </a:lnTo>
                  <a:lnTo>
                    <a:pt x="224809" y="298922"/>
                  </a:lnTo>
                  <a:lnTo>
                    <a:pt x="224694" y="299159"/>
                  </a:lnTo>
                  <a:lnTo>
                    <a:pt x="224045" y="299416"/>
                  </a:lnTo>
                  <a:lnTo>
                    <a:pt x="223876" y="299412"/>
                  </a:lnTo>
                  <a:lnTo>
                    <a:pt x="223403" y="299343"/>
                  </a:lnTo>
                  <a:lnTo>
                    <a:pt x="222745" y="299516"/>
                  </a:lnTo>
                  <a:lnTo>
                    <a:pt x="222396" y="299716"/>
                  </a:lnTo>
                  <a:lnTo>
                    <a:pt x="222232" y="299808"/>
                  </a:lnTo>
                  <a:lnTo>
                    <a:pt x="221953" y="300187"/>
                  </a:lnTo>
                  <a:lnTo>
                    <a:pt x="221777" y="300498"/>
                  </a:lnTo>
                  <a:lnTo>
                    <a:pt x="220858" y="301946"/>
                  </a:lnTo>
                  <a:lnTo>
                    <a:pt x="220444" y="302293"/>
                  </a:lnTo>
                  <a:lnTo>
                    <a:pt x="220204" y="302922"/>
                  </a:lnTo>
                  <a:lnTo>
                    <a:pt x="220175" y="303341"/>
                  </a:lnTo>
                  <a:lnTo>
                    <a:pt x="220166" y="303500"/>
                  </a:lnTo>
                  <a:lnTo>
                    <a:pt x="219863" y="303996"/>
                  </a:lnTo>
                  <a:lnTo>
                    <a:pt x="219868" y="304743"/>
                  </a:lnTo>
                  <a:lnTo>
                    <a:pt x="219849" y="304929"/>
                  </a:lnTo>
                  <a:lnTo>
                    <a:pt x="219550" y="305241"/>
                  </a:lnTo>
                  <a:lnTo>
                    <a:pt x="218984" y="305713"/>
                  </a:lnTo>
                  <a:lnTo>
                    <a:pt x="218883" y="305840"/>
                  </a:lnTo>
                  <a:lnTo>
                    <a:pt x="219240" y="305826"/>
                  </a:lnTo>
                  <a:lnTo>
                    <a:pt x="219496" y="305880"/>
                  </a:lnTo>
                  <a:lnTo>
                    <a:pt x="219623" y="305653"/>
                  </a:lnTo>
                  <a:lnTo>
                    <a:pt x="219688" y="305472"/>
                  </a:lnTo>
                  <a:lnTo>
                    <a:pt x="219852" y="305313"/>
                  </a:lnTo>
                  <a:lnTo>
                    <a:pt x="219983" y="305255"/>
                  </a:lnTo>
                  <a:lnTo>
                    <a:pt x="220112" y="305058"/>
                  </a:lnTo>
                  <a:lnTo>
                    <a:pt x="220106" y="304665"/>
                  </a:lnTo>
                  <a:lnTo>
                    <a:pt x="220091" y="304458"/>
                  </a:lnTo>
                  <a:lnTo>
                    <a:pt x="220094" y="304310"/>
                  </a:lnTo>
                  <a:lnTo>
                    <a:pt x="220158" y="304036"/>
                  </a:lnTo>
                  <a:lnTo>
                    <a:pt x="220390" y="303603"/>
                  </a:lnTo>
                  <a:lnTo>
                    <a:pt x="220799" y="303259"/>
                  </a:lnTo>
                  <a:lnTo>
                    <a:pt x="220961" y="303089"/>
                  </a:lnTo>
                  <a:lnTo>
                    <a:pt x="221125" y="302759"/>
                  </a:lnTo>
                  <a:lnTo>
                    <a:pt x="221462" y="302719"/>
                  </a:lnTo>
                  <a:lnTo>
                    <a:pt x="221905" y="302886"/>
                  </a:lnTo>
                  <a:lnTo>
                    <a:pt x="222008" y="303055"/>
                  </a:lnTo>
                  <a:lnTo>
                    <a:pt x="222235" y="303565"/>
                  </a:lnTo>
                  <a:lnTo>
                    <a:pt x="222461" y="303923"/>
                  </a:lnTo>
                  <a:lnTo>
                    <a:pt x="223296" y="304115"/>
                  </a:lnTo>
                  <a:lnTo>
                    <a:pt x="223886" y="304034"/>
                  </a:lnTo>
                  <a:lnTo>
                    <a:pt x="224179" y="304079"/>
                  </a:lnTo>
                  <a:lnTo>
                    <a:pt x="224338" y="304150"/>
                  </a:lnTo>
                  <a:lnTo>
                    <a:pt x="224854" y="304293"/>
                  </a:lnTo>
                  <a:lnTo>
                    <a:pt x="224844" y="304433"/>
                  </a:lnTo>
                  <a:lnTo>
                    <a:pt x="224893" y="304731"/>
                  </a:lnTo>
                  <a:lnTo>
                    <a:pt x="225068" y="304927"/>
                  </a:lnTo>
                  <a:lnTo>
                    <a:pt x="225706" y="305136"/>
                  </a:lnTo>
                  <a:lnTo>
                    <a:pt x="227624" y="305829"/>
                  </a:lnTo>
                  <a:lnTo>
                    <a:pt x="227868" y="305673"/>
                  </a:lnTo>
                  <a:lnTo>
                    <a:pt x="228134" y="305518"/>
                  </a:lnTo>
                  <a:lnTo>
                    <a:pt x="228385" y="305429"/>
                  </a:lnTo>
                  <a:lnTo>
                    <a:pt x="228840" y="305313"/>
                  </a:lnTo>
                  <a:lnTo>
                    <a:pt x="229008" y="305295"/>
                  </a:lnTo>
                  <a:lnTo>
                    <a:pt x="229327" y="305390"/>
                  </a:lnTo>
                  <a:lnTo>
                    <a:pt x="229829" y="305826"/>
                  </a:lnTo>
                  <a:lnTo>
                    <a:pt x="229890" y="305995"/>
                  </a:lnTo>
                  <a:lnTo>
                    <a:pt x="229911" y="306259"/>
                  </a:lnTo>
                  <a:lnTo>
                    <a:pt x="229805" y="306646"/>
                  </a:lnTo>
                  <a:lnTo>
                    <a:pt x="229562" y="307820"/>
                  </a:lnTo>
                  <a:lnTo>
                    <a:pt x="229364" y="308667"/>
                  </a:lnTo>
                  <a:lnTo>
                    <a:pt x="228834" y="309062"/>
                  </a:lnTo>
                  <a:lnTo>
                    <a:pt x="228745" y="309227"/>
                  </a:lnTo>
                  <a:lnTo>
                    <a:pt x="228638" y="309572"/>
                  </a:lnTo>
                  <a:lnTo>
                    <a:pt x="228532" y="310270"/>
                  </a:lnTo>
                  <a:lnTo>
                    <a:pt x="228392" y="311012"/>
                  </a:lnTo>
                  <a:lnTo>
                    <a:pt x="228229" y="311489"/>
                  </a:lnTo>
                  <a:lnTo>
                    <a:pt x="227979" y="311599"/>
                  </a:lnTo>
                  <a:lnTo>
                    <a:pt x="227600" y="311564"/>
                  </a:lnTo>
                  <a:lnTo>
                    <a:pt x="227043" y="311541"/>
                  </a:lnTo>
                  <a:lnTo>
                    <a:pt x="226711" y="311595"/>
                  </a:lnTo>
                  <a:lnTo>
                    <a:pt x="226254" y="311735"/>
                  </a:lnTo>
                  <a:lnTo>
                    <a:pt x="225748" y="312089"/>
                  </a:lnTo>
                  <a:lnTo>
                    <a:pt x="225391" y="312584"/>
                  </a:lnTo>
                  <a:lnTo>
                    <a:pt x="225168" y="313310"/>
                  </a:lnTo>
                  <a:lnTo>
                    <a:pt x="224980" y="314154"/>
                  </a:lnTo>
                  <a:lnTo>
                    <a:pt x="224920" y="314583"/>
                  </a:lnTo>
                  <a:lnTo>
                    <a:pt x="225268" y="315225"/>
                  </a:lnTo>
                  <a:lnTo>
                    <a:pt x="224693" y="316153"/>
                  </a:lnTo>
                  <a:lnTo>
                    <a:pt x="224969" y="316788"/>
                  </a:lnTo>
                  <a:lnTo>
                    <a:pt x="225085" y="317488"/>
                  </a:lnTo>
                  <a:lnTo>
                    <a:pt x="225186" y="318118"/>
                  </a:lnTo>
                  <a:lnTo>
                    <a:pt x="225180" y="318421"/>
                  </a:lnTo>
                  <a:lnTo>
                    <a:pt x="225109" y="318607"/>
                  </a:lnTo>
                  <a:lnTo>
                    <a:pt x="225093" y="318735"/>
                  </a:lnTo>
                  <a:lnTo>
                    <a:pt x="225175" y="318895"/>
                  </a:lnTo>
                  <a:lnTo>
                    <a:pt x="225347" y="319097"/>
                  </a:lnTo>
                  <a:lnTo>
                    <a:pt x="225610" y="319352"/>
                  </a:lnTo>
                  <a:lnTo>
                    <a:pt x="225782" y="319450"/>
                  </a:lnTo>
                  <a:lnTo>
                    <a:pt x="225961" y="319460"/>
                  </a:lnTo>
                  <a:lnTo>
                    <a:pt x="225972" y="319939"/>
                  </a:lnTo>
                  <a:lnTo>
                    <a:pt x="225681" y="320290"/>
                  </a:lnTo>
                  <a:lnTo>
                    <a:pt x="225404" y="320300"/>
                  </a:lnTo>
                  <a:lnTo>
                    <a:pt x="225166" y="320710"/>
                  </a:lnTo>
                  <a:lnTo>
                    <a:pt x="224862" y="320955"/>
                  </a:lnTo>
                  <a:lnTo>
                    <a:pt x="224696" y="321040"/>
                  </a:lnTo>
                  <a:lnTo>
                    <a:pt x="224624" y="321262"/>
                  </a:lnTo>
                  <a:lnTo>
                    <a:pt x="224630" y="321488"/>
                  </a:lnTo>
                  <a:lnTo>
                    <a:pt x="224558" y="321723"/>
                  </a:lnTo>
                  <a:lnTo>
                    <a:pt x="224365" y="322217"/>
                  </a:lnTo>
                  <a:lnTo>
                    <a:pt x="224598" y="322650"/>
                  </a:lnTo>
                  <a:lnTo>
                    <a:pt x="224255" y="323326"/>
                  </a:lnTo>
                  <a:lnTo>
                    <a:pt x="224054" y="323416"/>
                  </a:lnTo>
                  <a:lnTo>
                    <a:pt x="223683" y="323499"/>
                  </a:lnTo>
                  <a:lnTo>
                    <a:pt x="223425" y="323510"/>
                  </a:lnTo>
                  <a:lnTo>
                    <a:pt x="223250" y="323518"/>
                  </a:lnTo>
                  <a:lnTo>
                    <a:pt x="222316" y="323126"/>
                  </a:lnTo>
                  <a:lnTo>
                    <a:pt x="222002" y="323142"/>
                  </a:lnTo>
                  <a:lnTo>
                    <a:pt x="220492" y="323394"/>
                  </a:lnTo>
                  <a:lnTo>
                    <a:pt x="220593" y="323548"/>
                  </a:lnTo>
                  <a:lnTo>
                    <a:pt x="220340" y="323705"/>
                  </a:lnTo>
                  <a:lnTo>
                    <a:pt x="219634" y="323846"/>
                  </a:lnTo>
                  <a:lnTo>
                    <a:pt x="219254" y="323798"/>
                  </a:lnTo>
                  <a:lnTo>
                    <a:pt x="219021" y="323746"/>
                  </a:lnTo>
                  <a:lnTo>
                    <a:pt x="218754" y="323962"/>
                  </a:lnTo>
                  <a:lnTo>
                    <a:pt x="218903" y="324199"/>
                  </a:lnTo>
                  <a:lnTo>
                    <a:pt x="218696" y="324438"/>
                  </a:lnTo>
                  <a:lnTo>
                    <a:pt x="218479" y="324422"/>
                  </a:lnTo>
                  <a:lnTo>
                    <a:pt x="218301" y="324230"/>
                  </a:lnTo>
                  <a:lnTo>
                    <a:pt x="218059" y="324234"/>
                  </a:lnTo>
                  <a:lnTo>
                    <a:pt x="217855" y="324704"/>
                  </a:lnTo>
                  <a:lnTo>
                    <a:pt x="217892" y="325554"/>
                  </a:lnTo>
                  <a:lnTo>
                    <a:pt x="218044" y="325717"/>
                  </a:lnTo>
                  <a:lnTo>
                    <a:pt x="218278" y="325577"/>
                  </a:lnTo>
                  <a:lnTo>
                    <a:pt x="218337" y="325762"/>
                  </a:lnTo>
                  <a:lnTo>
                    <a:pt x="218371" y="325953"/>
                  </a:lnTo>
                  <a:lnTo>
                    <a:pt x="218133" y="326208"/>
                  </a:lnTo>
                  <a:lnTo>
                    <a:pt x="218622" y="326713"/>
                  </a:lnTo>
                  <a:lnTo>
                    <a:pt x="218968" y="326554"/>
                  </a:lnTo>
                  <a:lnTo>
                    <a:pt x="219238" y="326750"/>
                  </a:lnTo>
                  <a:lnTo>
                    <a:pt x="219505" y="327004"/>
                  </a:lnTo>
                  <a:lnTo>
                    <a:pt x="219985" y="326722"/>
                  </a:lnTo>
                  <a:lnTo>
                    <a:pt x="221017" y="326922"/>
                  </a:lnTo>
                  <a:lnTo>
                    <a:pt x="221030" y="326721"/>
                  </a:lnTo>
                  <a:lnTo>
                    <a:pt x="221129" y="326557"/>
                  </a:lnTo>
                  <a:lnTo>
                    <a:pt x="221394" y="326556"/>
                  </a:lnTo>
                  <a:lnTo>
                    <a:pt x="221383" y="326812"/>
                  </a:lnTo>
                  <a:lnTo>
                    <a:pt x="221425" y="327260"/>
                  </a:lnTo>
                  <a:lnTo>
                    <a:pt x="221501" y="327688"/>
                  </a:lnTo>
                  <a:lnTo>
                    <a:pt x="221361" y="327958"/>
                  </a:lnTo>
                  <a:lnTo>
                    <a:pt x="221057" y="328399"/>
                  </a:lnTo>
                  <a:lnTo>
                    <a:pt x="221193" y="329030"/>
                  </a:lnTo>
                  <a:lnTo>
                    <a:pt x="221414" y="328880"/>
                  </a:lnTo>
                  <a:lnTo>
                    <a:pt x="221587" y="329024"/>
                  </a:lnTo>
                  <a:lnTo>
                    <a:pt x="221744" y="329189"/>
                  </a:lnTo>
                  <a:lnTo>
                    <a:pt x="222354" y="329183"/>
                  </a:lnTo>
                  <a:lnTo>
                    <a:pt x="222520" y="329144"/>
                  </a:lnTo>
                  <a:lnTo>
                    <a:pt x="222962" y="329342"/>
                  </a:lnTo>
                  <a:lnTo>
                    <a:pt x="223222" y="329302"/>
                  </a:lnTo>
                  <a:lnTo>
                    <a:pt x="223577" y="328870"/>
                  </a:lnTo>
                  <a:lnTo>
                    <a:pt x="223809" y="328626"/>
                  </a:lnTo>
                  <a:lnTo>
                    <a:pt x="224041" y="328806"/>
                  </a:lnTo>
                  <a:lnTo>
                    <a:pt x="223810" y="328997"/>
                  </a:lnTo>
                  <a:lnTo>
                    <a:pt x="223917" y="329770"/>
                  </a:lnTo>
                  <a:lnTo>
                    <a:pt x="224472" y="329761"/>
                  </a:lnTo>
                  <a:lnTo>
                    <a:pt x="224724" y="329956"/>
                  </a:lnTo>
                  <a:lnTo>
                    <a:pt x="224884" y="330387"/>
                  </a:lnTo>
                  <a:lnTo>
                    <a:pt x="224800" y="330602"/>
                  </a:lnTo>
                  <a:lnTo>
                    <a:pt x="224703" y="330771"/>
                  </a:lnTo>
                  <a:lnTo>
                    <a:pt x="225006" y="331263"/>
                  </a:lnTo>
                  <a:lnTo>
                    <a:pt x="225078" y="331546"/>
                  </a:lnTo>
                  <a:lnTo>
                    <a:pt x="224803" y="331880"/>
                  </a:lnTo>
                  <a:lnTo>
                    <a:pt x="224631" y="331753"/>
                  </a:lnTo>
                  <a:lnTo>
                    <a:pt x="224206" y="332264"/>
                  </a:lnTo>
                  <a:lnTo>
                    <a:pt x="224276" y="332530"/>
                  </a:lnTo>
                  <a:lnTo>
                    <a:pt x="224629" y="332978"/>
                  </a:lnTo>
                  <a:lnTo>
                    <a:pt x="224765" y="333037"/>
                  </a:lnTo>
                  <a:lnTo>
                    <a:pt x="224595" y="333432"/>
                  </a:lnTo>
                  <a:lnTo>
                    <a:pt x="224386" y="333583"/>
                  </a:lnTo>
                  <a:lnTo>
                    <a:pt x="224614" y="333932"/>
                  </a:lnTo>
                  <a:lnTo>
                    <a:pt x="225143" y="334211"/>
                  </a:lnTo>
                  <a:lnTo>
                    <a:pt x="224765" y="334292"/>
                  </a:lnTo>
                  <a:lnTo>
                    <a:pt x="224529" y="334467"/>
                  </a:lnTo>
                  <a:lnTo>
                    <a:pt x="224662" y="335315"/>
                  </a:lnTo>
                  <a:lnTo>
                    <a:pt x="225012" y="335559"/>
                  </a:lnTo>
                  <a:lnTo>
                    <a:pt x="225558" y="335480"/>
                  </a:lnTo>
                  <a:lnTo>
                    <a:pt x="225826" y="335371"/>
                  </a:lnTo>
                  <a:lnTo>
                    <a:pt x="226028" y="335625"/>
                  </a:lnTo>
                  <a:lnTo>
                    <a:pt x="226232" y="335094"/>
                  </a:lnTo>
                  <a:lnTo>
                    <a:pt x="226301" y="335007"/>
                  </a:lnTo>
                  <a:lnTo>
                    <a:pt x="226361" y="335200"/>
                  </a:lnTo>
                  <a:lnTo>
                    <a:pt x="226302" y="335610"/>
                  </a:lnTo>
                  <a:lnTo>
                    <a:pt x="226171" y="336204"/>
                  </a:lnTo>
                  <a:lnTo>
                    <a:pt x="226111" y="336359"/>
                  </a:lnTo>
                  <a:lnTo>
                    <a:pt x="225739" y="336557"/>
                  </a:lnTo>
                  <a:lnTo>
                    <a:pt x="225381" y="336572"/>
                  </a:lnTo>
                  <a:lnTo>
                    <a:pt x="224862" y="336995"/>
                  </a:lnTo>
                  <a:lnTo>
                    <a:pt x="224809" y="337249"/>
                  </a:lnTo>
                  <a:lnTo>
                    <a:pt x="224950" y="337367"/>
                  </a:lnTo>
                  <a:lnTo>
                    <a:pt x="225016" y="337237"/>
                  </a:lnTo>
                  <a:lnTo>
                    <a:pt x="225162" y="337078"/>
                  </a:lnTo>
                  <a:lnTo>
                    <a:pt x="225298" y="337075"/>
                  </a:lnTo>
                  <a:lnTo>
                    <a:pt x="225674" y="337392"/>
                  </a:lnTo>
                  <a:lnTo>
                    <a:pt x="225991" y="337311"/>
                  </a:lnTo>
                  <a:lnTo>
                    <a:pt x="226337" y="337245"/>
                  </a:lnTo>
                  <a:lnTo>
                    <a:pt x="226581" y="337223"/>
                  </a:lnTo>
                  <a:lnTo>
                    <a:pt x="226913" y="337659"/>
                  </a:lnTo>
                  <a:lnTo>
                    <a:pt x="227021" y="338002"/>
                  </a:lnTo>
                  <a:lnTo>
                    <a:pt x="226980" y="338405"/>
                  </a:lnTo>
                  <a:lnTo>
                    <a:pt x="226884" y="338606"/>
                  </a:lnTo>
                  <a:lnTo>
                    <a:pt x="226812" y="339036"/>
                  </a:lnTo>
                  <a:lnTo>
                    <a:pt x="226975" y="339522"/>
                  </a:lnTo>
                  <a:lnTo>
                    <a:pt x="226961" y="339680"/>
                  </a:lnTo>
                  <a:lnTo>
                    <a:pt x="226895" y="339938"/>
                  </a:lnTo>
                  <a:lnTo>
                    <a:pt x="226961" y="340396"/>
                  </a:lnTo>
                  <a:lnTo>
                    <a:pt x="226710" y="340444"/>
                  </a:lnTo>
                  <a:lnTo>
                    <a:pt x="226357" y="340748"/>
                  </a:lnTo>
                  <a:lnTo>
                    <a:pt x="225932" y="340807"/>
                  </a:lnTo>
                  <a:lnTo>
                    <a:pt x="225520" y="340932"/>
                  </a:lnTo>
                  <a:lnTo>
                    <a:pt x="225354" y="341177"/>
                  </a:lnTo>
                  <a:lnTo>
                    <a:pt x="225727" y="341373"/>
                  </a:lnTo>
                  <a:lnTo>
                    <a:pt x="226363" y="341255"/>
                  </a:lnTo>
                  <a:lnTo>
                    <a:pt x="226908" y="340940"/>
                  </a:lnTo>
                  <a:lnTo>
                    <a:pt x="227106" y="340858"/>
                  </a:lnTo>
                  <a:lnTo>
                    <a:pt x="226991" y="341331"/>
                  </a:lnTo>
                  <a:lnTo>
                    <a:pt x="226803" y="341545"/>
                  </a:lnTo>
                  <a:lnTo>
                    <a:pt x="226609" y="341708"/>
                  </a:lnTo>
                  <a:lnTo>
                    <a:pt x="225877" y="342059"/>
                  </a:lnTo>
                  <a:lnTo>
                    <a:pt x="225280" y="342025"/>
                  </a:lnTo>
                  <a:lnTo>
                    <a:pt x="225019" y="341860"/>
                  </a:lnTo>
                  <a:lnTo>
                    <a:pt x="224695" y="341875"/>
                  </a:lnTo>
                  <a:lnTo>
                    <a:pt x="224315" y="342159"/>
                  </a:lnTo>
                  <a:lnTo>
                    <a:pt x="224039" y="342002"/>
                  </a:lnTo>
                  <a:lnTo>
                    <a:pt x="224301" y="341687"/>
                  </a:lnTo>
                  <a:lnTo>
                    <a:pt x="224373" y="341392"/>
                  </a:lnTo>
                  <a:lnTo>
                    <a:pt x="224357" y="341154"/>
                  </a:lnTo>
                  <a:lnTo>
                    <a:pt x="224178" y="340850"/>
                  </a:lnTo>
                  <a:lnTo>
                    <a:pt x="223980" y="340645"/>
                  </a:lnTo>
                  <a:lnTo>
                    <a:pt x="223511" y="340121"/>
                  </a:lnTo>
                  <a:lnTo>
                    <a:pt x="223555" y="339826"/>
                  </a:lnTo>
                  <a:lnTo>
                    <a:pt x="223760" y="339871"/>
                  </a:lnTo>
                  <a:lnTo>
                    <a:pt x="224082" y="339770"/>
                  </a:lnTo>
                  <a:lnTo>
                    <a:pt x="223959" y="339462"/>
                  </a:lnTo>
                  <a:lnTo>
                    <a:pt x="223791" y="339425"/>
                  </a:lnTo>
                  <a:lnTo>
                    <a:pt x="223827" y="339043"/>
                  </a:lnTo>
                  <a:lnTo>
                    <a:pt x="223779" y="338800"/>
                  </a:lnTo>
                  <a:lnTo>
                    <a:pt x="223696" y="338377"/>
                  </a:lnTo>
                  <a:lnTo>
                    <a:pt x="223511" y="337824"/>
                  </a:lnTo>
                  <a:lnTo>
                    <a:pt x="223581" y="337593"/>
                  </a:lnTo>
                  <a:lnTo>
                    <a:pt x="223526" y="337021"/>
                  </a:lnTo>
                  <a:lnTo>
                    <a:pt x="223647" y="336595"/>
                  </a:lnTo>
                  <a:lnTo>
                    <a:pt x="223759" y="336120"/>
                  </a:lnTo>
                  <a:lnTo>
                    <a:pt x="223505" y="335800"/>
                  </a:lnTo>
                  <a:lnTo>
                    <a:pt x="222843" y="335669"/>
                  </a:lnTo>
                  <a:lnTo>
                    <a:pt x="222515" y="335767"/>
                  </a:lnTo>
                  <a:lnTo>
                    <a:pt x="222485" y="335954"/>
                  </a:lnTo>
                  <a:lnTo>
                    <a:pt x="222262" y="336783"/>
                  </a:lnTo>
                  <a:lnTo>
                    <a:pt x="222108" y="336976"/>
                  </a:lnTo>
                  <a:lnTo>
                    <a:pt x="222004" y="336686"/>
                  </a:lnTo>
                  <a:lnTo>
                    <a:pt x="221664" y="336528"/>
                  </a:lnTo>
                  <a:lnTo>
                    <a:pt x="221445" y="336775"/>
                  </a:lnTo>
                  <a:lnTo>
                    <a:pt x="221077" y="337219"/>
                  </a:lnTo>
                  <a:lnTo>
                    <a:pt x="221313" y="337491"/>
                  </a:lnTo>
                  <a:lnTo>
                    <a:pt x="221554" y="337545"/>
                  </a:lnTo>
                  <a:lnTo>
                    <a:pt x="221786" y="337862"/>
                  </a:lnTo>
                  <a:lnTo>
                    <a:pt x="221860" y="338112"/>
                  </a:lnTo>
                  <a:lnTo>
                    <a:pt x="222032" y="337987"/>
                  </a:lnTo>
                  <a:lnTo>
                    <a:pt x="222220" y="337712"/>
                  </a:lnTo>
                  <a:lnTo>
                    <a:pt x="222576" y="337718"/>
                  </a:lnTo>
                  <a:lnTo>
                    <a:pt x="222477" y="338064"/>
                  </a:lnTo>
                  <a:lnTo>
                    <a:pt x="222616" y="338286"/>
                  </a:lnTo>
                  <a:lnTo>
                    <a:pt x="222784" y="338143"/>
                  </a:lnTo>
                  <a:lnTo>
                    <a:pt x="222930" y="338078"/>
                  </a:lnTo>
                  <a:lnTo>
                    <a:pt x="223077" y="338666"/>
                  </a:lnTo>
                  <a:lnTo>
                    <a:pt x="222956" y="338905"/>
                  </a:lnTo>
                  <a:lnTo>
                    <a:pt x="222775" y="338916"/>
                  </a:lnTo>
                  <a:lnTo>
                    <a:pt x="222632" y="339126"/>
                  </a:lnTo>
                  <a:lnTo>
                    <a:pt x="222562" y="339529"/>
                  </a:lnTo>
                  <a:lnTo>
                    <a:pt x="222077" y="339683"/>
                  </a:lnTo>
                  <a:lnTo>
                    <a:pt x="221932" y="339774"/>
                  </a:lnTo>
                  <a:lnTo>
                    <a:pt x="221720" y="340137"/>
                  </a:lnTo>
                  <a:lnTo>
                    <a:pt x="221655" y="340310"/>
                  </a:lnTo>
                  <a:lnTo>
                    <a:pt x="221705" y="340615"/>
                  </a:lnTo>
                  <a:lnTo>
                    <a:pt x="221402" y="340811"/>
                  </a:lnTo>
                  <a:lnTo>
                    <a:pt x="221046" y="340816"/>
                  </a:lnTo>
                  <a:lnTo>
                    <a:pt x="221072" y="340678"/>
                  </a:lnTo>
                  <a:lnTo>
                    <a:pt x="221359" y="340528"/>
                  </a:lnTo>
                  <a:lnTo>
                    <a:pt x="221182" y="340092"/>
                  </a:lnTo>
                  <a:lnTo>
                    <a:pt x="220649" y="339896"/>
                  </a:lnTo>
                  <a:lnTo>
                    <a:pt x="220114" y="340026"/>
                  </a:lnTo>
                  <a:lnTo>
                    <a:pt x="219601" y="340399"/>
                  </a:lnTo>
                  <a:lnTo>
                    <a:pt x="219393" y="340877"/>
                  </a:lnTo>
                  <a:lnTo>
                    <a:pt x="219261" y="340857"/>
                  </a:lnTo>
                  <a:lnTo>
                    <a:pt x="219028" y="340791"/>
                  </a:lnTo>
                  <a:lnTo>
                    <a:pt x="218915" y="340593"/>
                  </a:lnTo>
                  <a:lnTo>
                    <a:pt x="219238" y="340224"/>
                  </a:lnTo>
                  <a:lnTo>
                    <a:pt x="219493" y="340013"/>
                  </a:lnTo>
                  <a:lnTo>
                    <a:pt x="219822" y="339804"/>
                  </a:lnTo>
                  <a:lnTo>
                    <a:pt x="220097" y="339733"/>
                  </a:lnTo>
                  <a:lnTo>
                    <a:pt x="220323" y="339451"/>
                  </a:lnTo>
                  <a:lnTo>
                    <a:pt x="220340" y="339127"/>
                  </a:lnTo>
                  <a:lnTo>
                    <a:pt x="220122" y="338656"/>
                  </a:lnTo>
                  <a:lnTo>
                    <a:pt x="219687" y="338022"/>
                  </a:lnTo>
                  <a:lnTo>
                    <a:pt x="218944" y="337316"/>
                  </a:lnTo>
                  <a:lnTo>
                    <a:pt x="219279" y="336611"/>
                  </a:lnTo>
                  <a:lnTo>
                    <a:pt x="219579" y="336090"/>
                  </a:lnTo>
                  <a:lnTo>
                    <a:pt x="219679" y="335733"/>
                  </a:lnTo>
                  <a:lnTo>
                    <a:pt x="219445" y="335569"/>
                  </a:lnTo>
                  <a:lnTo>
                    <a:pt x="219224" y="335865"/>
                  </a:lnTo>
                  <a:lnTo>
                    <a:pt x="218943" y="335934"/>
                  </a:lnTo>
                  <a:lnTo>
                    <a:pt x="218900" y="336063"/>
                  </a:lnTo>
                  <a:lnTo>
                    <a:pt x="218513" y="336035"/>
                  </a:lnTo>
                  <a:lnTo>
                    <a:pt x="218538" y="335842"/>
                  </a:lnTo>
                  <a:lnTo>
                    <a:pt x="218287" y="335848"/>
                  </a:lnTo>
                  <a:lnTo>
                    <a:pt x="217969" y="335766"/>
                  </a:lnTo>
                  <a:lnTo>
                    <a:pt x="217715" y="336118"/>
                  </a:lnTo>
                  <a:lnTo>
                    <a:pt x="217608" y="336356"/>
                  </a:lnTo>
                  <a:lnTo>
                    <a:pt x="217385" y="336675"/>
                  </a:lnTo>
                  <a:lnTo>
                    <a:pt x="216770" y="337220"/>
                  </a:lnTo>
                  <a:lnTo>
                    <a:pt x="216527" y="337121"/>
                  </a:lnTo>
                  <a:lnTo>
                    <a:pt x="216507" y="336985"/>
                  </a:lnTo>
                  <a:lnTo>
                    <a:pt x="216775" y="336744"/>
                  </a:lnTo>
                  <a:lnTo>
                    <a:pt x="217004" y="336531"/>
                  </a:lnTo>
                  <a:lnTo>
                    <a:pt x="217146" y="335978"/>
                  </a:lnTo>
                  <a:lnTo>
                    <a:pt x="217162" y="335598"/>
                  </a:lnTo>
                  <a:lnTo>
                    <a:pt x="217087" y="335162"/>
                  </a:lnTo>
                  <a:lnTo>
                    <a:pt x="216989" y="334941"/>
                  </a:lnTo>
                  <a:lnTo>
                    <a:pt x="217086" y="334677"/>
                  </a:lnTo>
                  <a:lnTo>
                    <a:pt x="217230" y="334633"/>
                  </a:lnTo>
                  <a:lnTo>
                    <a:pt x="217462" y="334659"/>
                  </a:lnTo>
                  <a:lnTo>
                    <a:pt x="217636" y="333959"/>
                  </a:lnTo>
                  <a:lnTo>
                    <a:pt x="217525" y="333419"/>
                  </a:lnTo>
                  <a:lnTo>
                    <a:pt x="217447" y="333126"/>
                  </a:lnTo>
                  <a:lnTo>
                    <a:pt x="217240" y="333434"/>
                  </a:lnTo>
                  <a:lnTo>
                    <a:pt x="216802" y="333374"/>
                  </a:lnTo>
                  <a:lnTo>
                    <a:pt x="216536" y="333273"/>
                  </a:lnTo>
                  <a:lnTo>
                    <a:pt x="216272" y="333093"/>
                  </a:lnTo>
                  <a:lnTo>
                    <a:pt x="215986" y="333962"/>
                  </a:lnTo>
                  <a:lnTo>
                    <a:pt x="214830" y="333539"/>
                  </a:lnTo>
                  <a:lnTo>
                    <a:pt x="215221" y="332717"/>
                  </a:lnTo>
                  <a:lnTo>
                    <a:pt x="215064" y="332830"/>
                  </a:lnTo>
                  <a:lnTo>
                    <a:pt x="214119" y="332506"/>
                  </a:lnTo>
                  <a:lnTo>
                    <a:pt x="214131" y="332184"/>
                  </a:lnTo>
                  <a:lnTo>
                    <a:pt x="213909" y="332256"/>
                  </a:lnTo>
                  <a:lnTo>
                    <a:pt x="213689" y="332263"/>
                  </a:lnTo>
                  <a:lnTo>
                    <a:pt x="213508" y="332221"/>
                  </a:lnTo>
                  <a:lnTo>
                    <a:pt x="213176" y="332038"/>
                  </a:lnTo>
                  <a:lnTo>
                    <a:pt x="212982" y="331834"/>
                  </a:lnTo>
                  <a:lnTo>
                    <a:pt x="212887" y="331686"/>
                  </a:lnTo>
                  <a:lnTo>
                    <a:pt x="212828" y="331250"/>
                  </a:lnTo>
                  <a:lnTo>
                    <a:pt x="213172" y="330621"/>
                  </a:lnTo>
                  <a:lnTo>
                    <a:pt x="212815" y="330462"/>
                  </a:lnTo>
                  <a:lnTo>
                    <a:pt x="212750" y="330730"/>
                  </a:lnTo>
                  <a:lnTo>
                    <a:pt x="212622" y="331109"/>
                  </a:lnTo>
                  <a:lnTo>
                    <a:pt x="212395" y="331383"/>
                  </a:lnTo>
                  <a:lnTo>
                    <a:pt x="212349" y="331512"/>
                  </a:lnTo>
                  <a:lnTo>
                    <a:pt x="212442" y="332061"/>
                  </a:lnTo>
                  <a:lnTo>
                    <a:pt x="212340" y="332420"/>
                  </a:lnTo>
                  <a:lnTo>
                    <a:pt x="212282" y="332755"/>
                  </a:lnTo>
                  <a:lnTo>
                    <a:pt x="212299" y="333002"/>
                  </a:lnTo>
                  <a:lnTo>
                    <a:pt x="212059" y="333529"/>
                  </a:lnTo>
                  <a:lnTo>
                    <a:pt x="211811" y="333616"/>
                  </a:lnTo>
                  <a:lnTo>
                    <a:pt x="211535" y="334498"/>
                  </a:lnTo>
                  <a:lnTo>
                    <a:pt x="211570" y="334714"/>
                  </a:lnTo>
                  <a:lnTo>
                    <a:pt x="211668" y="335035"/>
                  </a:lnTo>
                  <a:lnTo>
                    <a:pt x="211626" y="335396"/>
                  </a:lnTo>
                  <a:lnTo>
                    <a:pt x="211640" y="335715"/>
                  </a:lnTo>
                  <a:lnTo>
                    <a:pt x="211738" y="336131"/>
                  </a:lnTo>
                  <a:lnTo>
                    <a:pt x="211848" y="336335"/>
                  </a:lnTo>
                  <a:lnTo>
                    <a:pt x="212037" y="336665"/>
                  </a:lnTo>
                  <a:lnTo>
                    <a:pt x="212180" y="336670"/>
                  </a:lnTo>
                  <a:lnTo>
                    <a:pt x="212377" y="337202"/>
                  </a:lnTo>
                  <a:lnTo>
                    <a:pt x="212193" y="337193"/>
                  </a:lnTo>
                  <a:lnTo>
                    <a:pt x="212192" y="337049"/>
                  </a:lnTo>
                  <a:lnTo>
                    <a:pt x="211486" y="336880"/>
                  </a:lnTo>
                  <a:lnTo>
                    <a:pt x="211279" y="336867"/>
                  </a:lnTo>
                  <a:lnTo>
                    <a:pt x="210881" y="338199"/>
                  </a:lnTo>
                  <a:lnTo>
                    <a:pt x="210340" y="337925"/>
                  </a:lnTo>
                  <a:lnTo>
                    <a:pt x="210091" y="338143"/>
                  </a:lnTo>
                  <a:lnTo>
                    <a:pt x="209919" y="338249"/>
                  </a:lnTo>
                  <a:lnTo>
                    <a:pt x="209220" y="337887"/>
                  </a:lnTo>
                  <a:lnTo>
                    <a:pt x="209528" y="337249"/>
                  </a:lnTo>
                  <a:lnTo>
                    <a:pt x="209208" y="337081"/>
                  </a:lnTo>
                  <a:lnTo>
                    <a:pt x="208858" y="336898"/>
                  </a:lnTo>
                  <a:lnTo>
                    <a:pt x="208442" y="336401"/>
                  </a:lnTo>
                  <a:lnTo>
                    <a:pt x="208442" y="336235"/>
                  </a:lnTo>
                  <a:lnTo>
                    <a:pt x="208652" y="335411"/>
                  </a:lnTo>
                  <a:lnTo>
                    <a:pt x="209153" y="334491"/>
                  </a:lnTo>
                  <a:lnTo>
                    <a:pt x="209006" y="334365"/>
                  </a:lnTo>
                  <a:lnTo>
                    <a:pt x="208796" y="334183"/>
                  </a:lnTo>
                  <a:lnTo>
                    <a:pt x="208426" y="334433"/>
                  </a:lnTo>
                  <a:lnTo>
                    <a:pt x="208265" y="334321"/>
                  </a:lnTo>
                  <a:lnTo>
                    <a:pt x="208248" y="333577"/>
                  </a:lnTo>
                  <a:lnTo>
                    <a:pt x="207882" y="333897"/>
                  </a:lnTo>
                  <a:lnTo>
                    <a:pt x="207279" y="334219"/>
                  </a:lnTo>
                  <a:lnTo>
                    <a:pt x="206802" y="334645"/>
                  </a:lnTo>
                  <a:lnTo>
                    <a:pt x="206632" y="335063"/>
                  </a:lnTo>
                  <a:lnTo>
                    <a:pt x="206435" y="335042"/>
                  </a:lnTo>
                  <a:lnTo>
                    <a:pt x="206185" y="334912"/>
                  </a:lnTo>
                  <a:lnTo>
                    <a:pt x="205985" y="335075"/>
                  </a:lnTo>
                  <a:lnTo>
                    <a:pt x="205829" y="335262"/>
                  </a:lnTo>
                  <a:lnTo>
                    <a:pt x="204886" y="335515"/>
                  </a:lnTo>
                  <a:lnTo>
                    <a:pt x="204913" y="335728"/>
                  </a:lnTo>
                  <a:lnTo>
                    <a:pt x="204363" y="335952"/>
                  </a:lnTo>
                  <a:lnTo>
                    <a:pt x="204074" y="336032"/>
                  </a:lnTo>
                  <a:lnTo>
                    <a:pt x="203903" y="336063"/>
                  </a:lnTo>
                  <a:lnTo>
                    <a:pt x="203510" y="336403"/>
                  </a:lnTo>
                  <a:lnTo>
                    <a:pt x="203240" y="336576"/>
                  </a:lnTo>
                  <a:lnTo>
                    <a:pt x="202884" y="337000"/>
                  </a:lnTo>
                  <a:lnTo>
                    <a:pt x="202731" y="337240"/>
                  </a:lnTo>
                  <a:lnTo>
                    <a:pt x="202645" y="337376"/>
                  </a:lnTo>
                  <a:lnTo>
                    <a:pt x="202557" y="337939"/>
                  </a:lnTo>
                  <a:lnTo>
                    <a:pt x="202358" y="338392"/>
                  </a:lnTo>
                  <a:lnTo>
                    <a:pt x="202117" y="338614"/>
                  </a:lnTo>
                  <a:lnTo>
                    <a:pt x="201661" y="338547"/>
                  </a:lnTo>
                  <a:lnTo>
                    <a:pt x="201827" y="338728"/>
                  </a:lnTo>
                  <a:lnTo>
                    <a:pt x="202008" y="339055"/>
                  </a:lnTo>
                  <a:lnTo>
                    <a:pt x="202175" y="339437"/>
                  </a:lnTo>
                  <a:lnTo>
                    <a:pt x="202324" y="339725"/>
                  </a:lnTo>
                  <a:lnTo>
                    <a:pt x="202589" y="339751"/>
                  </a:lnTo>
                  <a:lnTo>
                    <a:pt x="202926" y="340138"/>
                  </a:lnTo>
                  <a:lnTo>
                    <a:pt x="203671" y="339923"/>
                  </a:lnTo>
                  <a:lnTo>
                    <a:pt x="203733" y="340099"/>
                  </a:lnTo>
                  <a:lnTo>
                    <a:pt x="204456" y="340357"/>
                  </a:lnTo>
                  <a:lnTo>
                    <a:pt x="205299" y="340706"/>
                  </a:lnTo>
                  <a:lnTo>
                    <a:pt x="205502" y="341184"/>
                  </a:lnTo>
                  <a:lnTo>
                    <a:pt x="205608" y="340840"/>
                  </a:lnTo>
                  <a:lnTo>
                    <a:pt x="205789" y="340840"/>
                  </a:lnTo>
                  <a:lnTo>
                    <a:pt x="206029" y="340989"/>
                  </a:lnTo>
                  <a:lnTo>
                    <a:pt x="206255" y="341258"/>
                  </a:lnTo>
                  <a:lnTo>
                    <a:pt x="206182" y="341790"/>
                  </a:lnTo>
                  <a:lnTo>
                    <a:pt x="206360" y="342069"/>
                  </a:lnTo>
                  <a:lnTo>
                    <a:pt x="206538" y="342247"/>
                  </a:lnTo>
                  <a:lnTo>
                    <a:pt x="206463" y="342660"/>
                  </a:lnTo>
                  <a:lnTo>
                    <a:pt x="206821" y="342983"/>
                  </a:lnTo>
                  <a:lnTo>
                    <a:pt x="207124" y="343063"/>
                  </a:lnTo>
                  <a:lnTo>
                    <a:pt x="207110" y="343331"/>
                  </a:lnTo>
                  <a:lnTo>
                    <a:pt x="206974" y="343817"/>
                  </a:lnTo>
                  <a:lnTo>
                    <a:pt x="207595" y="344139"/>
                  </a:lnTo>
                  <a:lnTo>
                    <a:pt x="207756" y="344191"/>
                  </a:lnTo>
                  <a:lnTo>
                    <a:pt x="207933" y="344151"/>
                  </a:lnTo>
                  <a:lnTo>
                    <a:pt x="208075" y="344032"/>
                  </a:lnTo>
                  <a:lnTo>
                    <a:pt x="208034" y="343255"/>
                  </a:lnTo>
                  <a:lnTo>
                    <a:pt x="207937" y="342887"/>
                  </a:lnTo>
                  <a:lnTo>
                    <a:pt x="207902" y="342680"/>
                  </a:lnTo>
                  <a:lnTo>
                    <a:pt x="208290" y="343145"/>
                  </a:lnTo>
                  <a:lnTo>
                    <a:pt x="208738" y="343512"/>
                  </a:lnTo>
                  <a:lnTo>
                    <a:pt x="209148" y="343704"/>
                  </a:lnTo>
                  <a:lnTo>
                    <a:pt x="209613" y="343028"/>
                  </a:lnTo>
                  <a:lnTo>
                    <a:pt x="209668" y="342858"/>
                  </a:lnTo>
                  <a:lnTo>
                    <a:pt x="209814" y="342854"/>
                  </a:lnTo>
                  <a:lnTo>
                    <a:pt x="210042" y="343061"/>
                  </a:lnTo>
                  <a:lnTo>
                    <a:pt x="210349" y="343522"/>
                  </a:lnTo>
                  <a:lnTo>
                    <a:pt x="210375" y="343867"/>
                  </a:lnTo>
                  <a:lnTo>
                    <a:pt x="210245" y="344012"/>
                  </a:lnTo>
                  <a:lnTo>
                    <a:pt x="210435" y="344221"/>
                  </a:lnTo>
                  <a:lnTo>
                    <a:pt x="210912" y="344584"/>
                  </a:lnTo>
                  <a:lnTo>
                    <a:pt x="211310" y="344822"/>
                  </a:lnTo>
                  <a:lnTo>
                    <a:pt x="211847" y="345336"/>
                  </a:lnTo>
                  <a:lnTo>
                    <a:pt x="212250" y="345703"/>
                  </a:lnTo>
                  <a:lnTo>
                    <a:pt x="212510" y="345810"/>
                  </a:lnTo>
                  <a:lnTo>
                    <a:pt x="212700" y="345731"/>
                  </a:lnTo>
                  <a:lnTo>
                    <a:pt x="212857" y="345853"/>
                  </a:lnTo>
                  <a:lnTo>
                    <a:pt x="213396" y="345943"/>
                  </a:lnTo>
                  <a:lnTo>
                    <a:pt x="213639" y="346044"/>
                  </a:lnTo>
                  <a:lnTo>
                    <a:pt x="213354" y="346437"/>
                  </a:lnTo>
                  <a:lnTo>
                    <a:pt x="213270" y="346772"/>
                  </a:lnTo>
                  <a:lnTo>
                    <a:pt x="213262" y="346913"/>
                  </a:lnTo>
                  <a:lnTo>
                    <a:pt x="213017" y="346867"/>
                  </a:lnTo>
                  <a:lnTo>
                    <a:pt x="212847" y="346866"/>
                  </a:lnTo>
                  <a:lnTo>
                    <a:pt x="212676" y="346909"/>
                  </a:lnTo>
                  <a:lnTo>
                    <a:pt x="211671" y="347475"/>
                  </a:lnTo>
                  <a:lnTo>
                    <a:pt x="211578" y="347632"/>
                  </a:lnTo>
                  <a:lnTo>
                    <a:pt x="211594" y="347807"/>
                  </a:lnTo>
                  <a:lnTo>
                    <a:pt x="211452" y="347750"/>
                  </a:lnTo>
                  <a:lnTo>
                    <a:pt x="211109" y="347410"/>
                  </a:lnTo>
                  <a:lnTo>
                    <a:pt x="210790" y="347431"/>
                  </a:lnTo>
                  <a:lnTo>
                    <a:pt x="210621" y="347544"/>
                  </a:lnTo>
                  <a:lnTo>
                    <a:pt x="210163" y="347443"/>
                  </a:lnTo>
                  <a:lnTo>
                    <a:pt x="209829" y="347399"/>
                  </a:lnTo>
                  <a:lnTo>
                    <a:pt x="209665" y="347848"/>
                  </a:lnTo>
                  <a:lnTo>
                    <a:pt x="209772" y="347988"/>
                  </a:lnTo>
                  <a:lnTo>
                    <a:pt x="209813" y="348116"/>
                  </a:lnTo>
                  <a:lnTo>
                    <a:pt x="209843" y="348986"/>
                  </a:lnTo>
                  <a:lnTo>
                    <a:pt x="209961" y="349551"/>
                  </a:lnTo>
                  <a:lnTo>
                    <a:pt x="210241" y="349748"/>
                  </a:lnTo>
                  <a:lnTo>
                    <a:pt x="210395" y="349884"/>
                  </a:lnTo>
                  <a:lnTo>
                    <a:pt x="210223" y="350119"/>
                  </a:lnTo>
                  <a:lnTo>
                    <a:pt x="210072" y="350210"/>
                  </a:lnTo>
                  <a:lnTo>
                    <a:pt x="209503" y="350500"/>
                  </a:lnTo>
                  <a:lnTo>
                    <a:pt x="209190" y="350837"/>
                  </a:lnTo>
                  <a:lnTo>
                    <a:pt x="209130" y="351168"/>
                  </a:lnTo>
                  <a:lnTo>
                    <a:pt x="208836" y="351247"/>
                  </a:lnTo>
                  <a:lnTo>
                    <a:pt x="208675" y="350683"/>
                  </a:lnTo>
                  <a:lnTo>
                    <a:pt x="208364" y="350530"/>
                  </a:lnTo>
                  <a:lnTo>
                    <a:pt x="208080" y="350519"/>
                  </a:lnTo>
                  <a:lnTo>
                    <a:pt x="207756" y="350566"/>
                  </a:lnTo>
                  <a:lnTo>
                    <a:pt x="207618" y="350436"/>
                  </a:lnTo>
                  <a:lnTo>
                    <a:pt x="207220" y="350081"/>
                  </a:lnTo>
                  <a:lnTo>
                    <a:pt x="206359" y="350138"/>
                  </a:lnTo>
                  <a:lnTo>
                    <a:pt x="206169" y="350033"/>
                  </a:lnTo>
                  <a:lnTo>
                    <a:pt x="205829" y="350314"/>
                  </a:lnTo>
                  <a:lnTo>
                    <a:pt x="205227" y="350666"/>
                  </a:lnTo>
                  <a:lnTo>
                    <a:pt x="205063" y="350719"/>
                  </a:lnTo>
                  <a:lnTo>
                    <a:pt x="204780" y="350684"/>
                  </a:lnTo>
                  <a:lnTo>
                    <a:pt x="204590" y="350636"/>
                  </a:lnTo>
                  <a:lnTo>
                    <a:pt x="204430" y="350554"/>
                  </a:lnTo>
                  <a:lnTo>
                    <a:pt x="204042" y="350257"/>
                  </a:lnTo>
                  <a:lnTo>
                    <a:pt x="203990" y="350129"/>
                  </a:lnTo>
                  <a:lnTo>
                    <a:pt x="203745" y="349777"/>
                  </a:lnTo>
                  <a:lnTo>
                    <a:pt x="203370" y="349489"/>
                  </a:lnTo>
                  <a:lnTo>
                    <a:pt x="203053" y="349372"/>
                  </a:lnTo>
                  <a:lnTo>
                    <a:pt x="202903" y="349194"/>
                  </a:lnTo>
                  <a:lnTo>
                    <a:pt x="202751" y="348436"/>
                  </a:lnTo>
                  <a:lnTo>
                    <a:pt x="203037" y="348103"/>
                  </a:lnTo>
                  <a:lnTo>
                    <a:pt x="202569" y="347823"/>
                  </a:lnTo>
                  <a:lnTo>
                    <a:pt x="202306" y="347750"/>
                  </a:lnTo>
                  <a:lnTo>
                    <a:pt x="201972" y="347654"/>
                  </a:lnTo>
                  <a:lnTo>
                    <a:pt x="201969" y="348042"/>
                  </a:lnTo>
                  <a:lnTo>
                    <a:pt x="201929" y="348291"/>
                  </a:lnTo>
                  <a:lnTo>
                    <a:pt x="201618" y="348601"/>
                  </a:lnTo>
                  <a:lnTo>
                    <a:pt x="201243" y="348906"/>
                  </a:lnTo>
                  <a:lnTo>
                    <a:pt x="201233" y="349121"/>
                  </a:lnTo>
                  <a:lnTo>
                    <a:pt x="201125" y="349337"/>
                  </a:lnTo>
                  <a:lnTo>
                    <a:pt x="200757" y="349684"/>
                  </a:lnTo>
                  <a:lnTo>
                    <a:pt x="201248" y="350837"/>
                  </a:lnTo>
                  <a:lnTo>
                    <a:pt x="201368" y="351045"/>
                  </a:lnTo>
                  <a:lnTo>
                    <a:pt x="201534" y="351177"/>
                  </a:lnTo>
                  <a:lnTo>
                    <a:pt x="201906" y="351185"/>
                  </a:lnTo>
                  <a:lnTo>
                    <a:pt x="202195" y="351328"/>
                  </a:lnTo>
                  <a:lnTo>
                    <a:pt x="202552" y="351259"/>
                  </a:lnTo>
                  <a:lnTo>
                    <a:pt x="202638" y="351413"/>
                  </a:lnTo>
                  <a:lnTo>
                    <a:pt x="202640" y="351798"/>
                  </a:lnTo>
                  <a:lnTo>
                    <a:pt x="202447" y="351824"/>
                  </a:lnTo>
                  <a:lnTo>
                    <a:pt x="202182" y="352045"/>
                  </a:lnTo>
                  <a:lnTo>
                    <a:pt x="202174" y="352176"/>
                  </a:lnTo>
                  <a:lnTo>
                    <a:pt x="202209" y="352314"/>
                  </a:lnTo>
                  <a:lnTo>
                    <a:pt x="202359" y="352510"/>
                  </a:lnTo>
                  <a:lnTo>
                    <a:pt x="202800" y="352612"/>
                  </a:lnTo>
                  <a:lnTo>
                    <a:pt x="203094" y="352532"/>
                  </a:lnTo>
                  <a:lnTo>
                    <a:pt x="203010" y="352401"/>
                  </a:lnTo>
                  <a:lnTo>
                    <a:pt x="203142" y="352234"/>
                  </a:lnTo>
                  <a:lnTo>
                    <a:pt x="203575" y="352396"/>
                  </a:lnTo>
                  <a:lnTo>
                    <a:pt x="203638" y="352690"/>
                  </a:lnTo>
                  <a:lnTo>
                    <a:pt x="203571" y="352880"/>
                  </a:lnTo>
                  <a:lnTo>
                    <a:pt x="203512" y="353490"/>
                  </a:lnTo>
                  <a:lnTo>
                    <a:pt x="203297" y="353728"/>
                  </a:lnTo>
                  <a:lnTo>
                    <a:pt x="203045" y="353666"/>
                  </a:lnTo>
                  <a:lnTo>
                    <a:pt x="203067" y="353400"/>
                  </a:lnTo>
                  <a:lnTo>
                    <a:pt x="200443" y="354318"/>
                  </a:lnTo>
                  <a:lnTo>
                    <a:pt x="200296" y="354300"/>
                  </a:lnTo>
                  <a:lnTo>
                    <a:pt x="199732" y="354322"/>
                  </a:lnTo>
                  <a:lnTo>
                    <a:pt x="199607" y="354517"/>
                  </a:lnTo>
                  <a:lnTo>
                    <a:pt x="199316" y="354951"/>
                  </a:lnTo>
                  <a:lnTo>
                    <a:pt x="199082" y="354749"/>
                  </a:lnTo>
                  <a:lnTo>
                    <a:pt x="199253" y="354472"/>
                  </a:lnTo>
                  <a:lnTo>
                    <a:pt x="199301" y="354192"/>
                  </a:lnTo>
                  <a:lnTo>
                    <a:pt x="198352" y="353983"/>
                  </a:lnTo>
                  <a:lnTo>
                    <a:pt x="197903" y="353753"/>
                  </a:lnTo>
                  <a:lnTo>
                    <a:pt x="197564" y="353490"/>
                  </a:lnTo>
                  <a:lnTo>
                    <a:pt x="197382" y="353004"/>
                  </a:lnTo>
                  <a:lnTo>
                    <a:pt x="197330" y="352734"/>
                  </a:lnTo>
                  <a:lnTo>
                    <a:pt x="197268" y="352057"/>
                  </a:lnTo>
                  <a:lnTo>
                    <a:pt x="197460" y="351560"/>
                  </a:lnTo>
                  <a:lnTo>
                    <a:pt x="197741" y="351256"/>
                  </a:lnTo>
                  <a:lnTo>
                    <a:pt x="198009" y="351402"/>
                  </a:lnTo>
                  <a:lnTo>
                    <a:pt x="198278" y="351528"/>
                  </a:lnTo>
                  <a:lnTo>
                    <a:pt x="198558" y="351589"/>
                  </a:lnTo>
                  <a:lnTo>
                    <a:pt x="198888" y="351144"/>
                  </a:lnTo>
                  <a:lnTo>
                    <a:pt x="199112" y="350499"/>
                  </a:lnTo>
                  <a:lnTo>
                    <a:pt x="199261" y="350548"/>
                  </a:lnTo>
                  <a:lnTo>
                    <a:pt x="199490" y="350139"/>
                  </a:lnTo>
                  <a:lnTo>
                    <a:pt x="199509" y="350006"/>
                  </a:lnTo>
                  <a:lnTo>
                    <a:pt x="199466" y="349644"/>
                  </a:lnTo>
                  <a:lnTo>
                    <a:pt x="199282" y="349581"/>
                  </a:lnTo>
                  <a:lnTo>
                    <a:pt x="199516" y="349223"/>
                  </a:lnTo>
                  <a:lnTo>
                    <a:pt x="199738" y="348667"/>
                  </a:lnTo>
                  <a:lnTo>
                    <a:pt x="199684" y="348521"/>
                  </a:lnTo>
                  <a:lnTo>
                    <a:pt x="199606" y="348715"/>
                  </a:lnTo>
                  <a:lnTo>
                    <a:pt x="198933" y="349055"/>
                  </a:lnTo>
                  <a:lnTo>
                    <a:pt x="198767" y="348624"/>
                  </a:lnTo>
                  <a:lnTo>
                    <a:pt x="199198" y="348109"/>
                  </a:lnTo>
                  <a:lnTo>
                    <a:pt x="198679" y="348354"/>
                  </a:lnTo>
                  <a:lnTo>
                    <a:pt x="197664" y="348616"/>
                  </a:lnTo>
                  <a:lnTo>
                    <a:pt x="196676" y="348861"/>
                  </a:lnTo>
                  <a:lnTo>
                    <a:pt x="196530" y="348391"/>
                  </a:lnTo>
                  <a:lnTo>
                    <a:pt x="196931" y="348158"/>
                  </a:lnTo>
                  <a:lnTo>
                    <a:pt x="197673" y="347991"/>
                  </a:lnTo>
                  <a:lnTo>
                    <a:pt x="198751" y="347639"/>
                  </a:lnTo>
                  <a:lnTo>
                    <a:pt x="198372" y="347673"/>
                  </a:lnTo>
                  <a:lnTo>
                    <a:pt x="197998" y="347565"/>
                  </a:lnTo>
                  <a:lnTo>
                    <a:pt x="197780" y="347670"/>
                  </a:lnTo>
                  <a:lnTo>
                    <a:pt x="197609" y="347895"/>
                  </a:lnTo>
                  <a:lnTo>
                    <a:pt x="197398" y="347989"/>
                  </a:lnTo>
                  <a:lnTo>
                    <a:pt x="196621" y="348191"/>
                  </a:lnTo>
                  <a:lnTo>
                    <a:pt x="196404" y="348397"/>
                  </a:lnTo>
                  <a:lnTo>
                    <a:pt x="196255" y="348751"/>
                  </a:lnTo>
                  <a:lnTo>
                    <a:pt x="196098" y="349064"/>
                  </a:lnTo>
                  <a:lnTo>
                    <a:pt x="195744" y="349065"/>
                  </a:lnTo>
                  <a:lnTo>
                    <a:pt x="195518" y="348991"/>
                  </a:lnTo>
                  <a:lnTo>
                    <a:pt x="195181" y="348716"/>
                  </a:lnTo>
                  <a:lnTo>
                    <a:pt x="194935" y="348345"/>
                  </a:lnTo>
                  <a:lnTo>
                    <a:pt x="194895" y="348166"/>
                  </a:lnTo>
                  <a:lnTo>
                    <a:pt x="195011" y="347890"/>
                  </a:lnTo>
                  <a:lnTo>
                    <a:pt x="195330" y="347629"/>
                  </a:lnTo>
                  <a:lnTo>
                    <a:pt x="195350" y="347001"/>
                  </a:lnTo>
                  <a:lnTo>
                    <a:pt x="195327" y="346719"/>
                  </a:lnTo>
                  <a:lnTo>
                    <a:pt x="195533" y="346622"/>
                  </a:lnTo>
                  <a:lnTo>
                    <a:pt x="195596" y="346369"/>
                  </a:lnTo>
                  <a:lnTo>
                    <a:pt x="195583" y="346188"/>
                  </a:lnTo>
                  <a:lnTo>
                    <a:pt x="195932" y="346293"/>
                  </a:lnTo>
                  <a:lnTo>
                    <a:pt x="196042" y="346449"/>
                  </a:lnTo>
                  <a:lnTo>
                    <a:pt x="196164" y="346676"/>
                  </a:lnTo>
                  <a:lnTo>
                    <a:pt x="196324" y="346690"/>
                  </a:lnTo>
                  <a:lnTo>
                    <a:pt x="196786" y="346591"/>
                  </a:lnTo>
                  <a:lnTo>
                    <a:pt x="197174" y="346328"/>
                  </a:lnTo>
                  <a:lnTo>
                    <a:pt x="197306" y="345969"/>
                  </a:lnTo>
                  <a:lnTo>
                    <a:pt x="197482" y="345490"/>
                  </a:lnTo>
                  <a:lnTo>
                    <a:pt x="196889" y="345053"/>
                  </a:lnTo>
                  <a:lnTo>
                    <a:pt x="196613" y="345056"/>
                  </a:lnTo>
                  <a:lnTo>
                    <a:pt x="196558" y="345227"/>
                  </a:lnTo>
                  <a:lnTo>
                    <a:pt x="196390" y="345228"/>
                  </a:lnTo>
                  <a:lnTo>
                    <a:pt x="195923" y="345125"/>
                  </a:lnTo>
                  <a:lnTo>
                    <a:pt x="195562" y="344869"/>
                  </a:lnTo>
                  <a:lnTo>
                    <a:pt x="195241" y="344984"/>
                  </a:lnTo>
                  <a:lnTo>
                    <a:pt x="195183" y="345254"/>
                  </a:lnTo>
                  <a:lnTo>
                    <a:pt x="194775" y="345485"/>
                  </a:lnTo>
                  <a:lnTo>
                    <a:pt x="194621" y="345373"/>
                  </a:lnTo>
                  <a:lnTo>
                    <a:pt x="194493" y="345408"/>
                  </a:lnTo>
                  <a:lnTo>
                    <a:pt x="193988" y="345443"/>
                  </a:lnTo>
                  <a:lnTo>
                    <a:pt x="193774" y="345635"/>
                  </a:lnTo>
                  <a:lnTo>
                    <a:pt x="193389" y="345838"/>
                  </a:lnTo>
                  <a:lnTo>
                    <a:pt x="192074" y="346335"/>
                  </a:lnTo>
                  <a:lnTo>
                    <a:pt x="191899" y="346354"/>
                  </a:lnTo>
                  <a:lnTo>
                    <a:pt x="191564" y="346458"/>
                  </a:lnTo>
                  <a:lnTo>
                    <a:pt x="191683" y="346650"/>
                  </a:lnTo>
                  <a:lnTo>
                    <a:pt x="191861" y="346982"/>
                  </a:lnTo>
                  <a:lnTo>
                    <a:pt x="191335" y="347038"/>
                  </a:lnTo>
                  <a:lnTo>
                    <a:pt x="191038" y="347233"/>
                  </a:lnTo>
                  <a:lnTo>
                    <a:pt x="190452" y="347313"/>
                  </a:lnTo>
                  <a:lnTo>
                    <a:pt x="190163" y="347201"/>
                  </a:lnTo>
                  <a:lnTo>
                    <a:pt x="189965" y="347313"/>
                  </a:lnTo>
                  <a:lnTo>
                    <a:pt x="190372" y="347518"/>
                  </a:lnTo>
                  <a:lnTo>
                    <a:pt x="190984" y="347386"/>
                  </a:lnTo>
                  <a:lnTo>
                    <a:pt x="191282" y="347537"/>
                  </a:lnTo>
                  <a:lnTo>
                    <a:pt x="191529" y="347430"/>
                  </a:lnTo>
                  <a:lnTo>
                    <a:pt x="191930" y="347518"/>
                  </a:lnTo>
                  <a:lnTo>
                    <a:pt x="191970" y="347822"/>
                  </a:lnTo>
                  <a:lnTo>
                    <a:pt x="192404" y="347918"/>
                  </a:lnTo>
                  <a:lnTo>
                    <a:pt x="192645" y="348324"/>
                  </a:lnTo>
                  <a:lnTo>
                    <a:pt x="192942" y="348562"/>
                  </a:lnTo>
                  <a:lnTo>
                    <a:pt x="193114" y="348934"/>
                  </a:lnTo>
                  <a:lnTo>
                    <a:pt x="192965" y="349008"/>
                  </a:lnTo>
                  <a:lnTo>
                    <a:pt x="193121" y="349371"/>
                  </a:lnTo>
                  <a:lnTo>
                    <a:pt x="193516" y="349372"/>
                  </a:lnTo>
                  <a:lnTo>
                    <a:pt x="193631" y="349508"/>
                  </a:lnTo>
                  <a:lnTo>
                    <a:pt x="193971" y="349389"/>
                  </a:lnTo>
                  <a:lnTo>
                    <a:pt x="194026" y="349243"/>
                  </a:lnTo>
                  <a:lnTo>
                    <a:pt x="194267" y="349126"/>
                  </a:lnTo>
                  <a:lnTo>
                    <a:pt x="194533" y="349229"/>
                  </a:lnTo>
                  <a:lnTo>
                    <a:pt x="194554" y="349466"/>
                  </a:lnTo>
                  <a:lnTo>
                    <a:pt x="195017" y="349517"/>
                  </a:lnTo>
                  <a:lnTo>
                    <a:pt x="195150" y="349707"/>
                  </a:lnTo>
                  <a:lnTo>
                    <a:pt x="195123" y="349838"/>
                  </a:lnTo>
                  <a:lnTo>
                    <a:pt x="194780" y="350598"/>
                  </a:lnTo>
                  <a:lnTo>
                    <a:pt x="194950" y="350607"/>
                  </a:lnTo>
                  <a:lnTo>
                    <a:pt x="195029" y="351112"/>
                  </a:lnTo>
                  <a:lnTo>
                    <a:pt x="194959" y="351412"/>
                  </a:lnTo>
                  <a:lnTo>
                    <a:pt x="194750" y="351662"/>
                  </a:lnTo>
                  <a:lnTo>
                    <a:pt x="194464" y="351479"/>
                  </a:lnTo>
                  <a:lnTo>
                    <a:pt x="194400" y="351657"/>
                  </a:lnTo>
                  <a:lnTo>
                    <a:pt x="194257" y="351889"/>
                  </a:lnTo>
                  <a:lnTo>
                    <a:pt x="194111" y="351990"/>
                  </a:lnTo>
                  <a:lnTo>
                    <a:pt x="193648" y="351997"/>
                  </a:lnTo>
                  <a:lnTo>
                    <a:pt x="193502" y="352069"/>
                  </a:lnTo>
                  <a:lnTo>
                    <a:pt x="193062" y="352758"/>
                  </a:lnTo>
                  <a:lnTo>
                    <a:pt x="193123" y="353035"/>
                  </a:lnTo>
                  <a:lnTo>
                    <a:pt x="193331" y="353437"/>
                  </a:lnTo>
                  <a:lnTo>
                    <a:pt x="193678" y="353794"/>
                  </a:lnTo>
                  <a:lnTo>
                    <a:pt x="193959" y="353837"/>
                  </a:lnTo>
                  <a:lnTo>
                    <a:pt x="194116" y="354190"/>
                  </a:lnTo>
                  <a:lnTo>
                    <a:pt x="193751" y="354333"/>
                  </a:lnTo>
                  <a:lnTo>
                    <a:pt x="193498" y="354591"/>
                  </a:lnTo>
                  <a:lnTo>
                    <a:pt x="193239" y="354699"/>
                  </a:lnTo>
                  <a:lnTo>
                    <a:pt x="192652" y="354656"/>
                  </a:lnTo>
                  <a:lnTo>
                    <a:pt x="191761" y="354774"/>
                  </a:lnTo>
                  <a:lnTo>
                    <a:pt x="191808" y="354920"/>
                  </a:lnTo>
                  <a:lnTo>
                    <a:pt x="191749" y="355218"/>
                  </a:lnTo>
                  <a:lnTo>
                    <a:pt x="191019" y="355274"/>
                  </a:lnTo>
                  <a:lnTo>
                    <a:pt x="190946" y="355021"/>
                  </a:lnTo>
                  <a:lnTo>
                    <a:pt x="190605" y="355087"/>
                  </a:lnTo>
                  <a:lnTo>
                    <a:pt x="189949" y="355393"/>
                  </a:lnTo>
                  <a:lnTo>
                    <a:pt x="189523" y="355629"/>
                  </a:lnTo>
                  <a:lnTo>
                    <a:pt x="189618" y="355929"/>
                  </a:lnTo>
                  <a:lnTo>
                    <a:pt x="189904" y="355938"/>
                  </a:lnTo>
                  <a:lnTo>
                    <a:pt x="190628" y="356093"/>
                  </a:lnTo>
                  <a:lnTo>
                    <a:pt x="191097" y="356538"/>
                  </a:lnTo>
                  <a:lnTo>
                    <a:pt x="191349" y="356778"/>
                  </a:lnTo>
                  <a:lnTo>
                    <a:pt x="192441" y="357815"/>
                  </a:lnTo>
                  <a:lnTo>
                    <a:pt x="193187" y="358211"/>
                  </a:lnTo>
                  <a:lnTo>
                    <a:pt x="193525" y="358415"/>
                  </a:lnTo>
                  <a:lnTo>
                    <a:pt x="193749" y="358579"/>
                  </a:lnTo>
                  <a:lnTo>
                    <a:pt x="194281" y="358968"/>
                  </a:lnTo>
                  <a:lnTo>
                    <a:pt x="194671" y="359252"/>
                  </a:lnTo>
                  <a:lnTo>
                    <a:pt x="194806" y="359349"/>
                  </a:lnTo>
                  <a:lnTo>
                    <a:pt x="195076" y="359475"/>
                  </a:lnTo>
                  <a:lnTo>
                    <a:pt x="195260" y="359379"/>
                  </a:lnTo>
                  <a:lnTo>
                    <a:pt x="195456" y="359245"/>
                  </a:lnTo>
                  <a:lnTo>
                    <a:pt x="195537" y="359059"/>
                  </a:lnTo>
                  <a:lnTo>
                    <a:pt x="195598" y="358562"/>
                  </a:lnTo>
                  <a:lnTo>
                    <a:pt x="195322" y="358408"/>
                  </a:lnTo>
                  <a:lnTo>
                    <a:pt x="195288" y="358169"/>
                  </a:lnTo>
                  <a:lnTo>
                    <a:pt x="195633" y="358210"/>
                  </a:lnTo>
                  <a:lnTo>
                    <a:pt x="195628" y="358032"/>
                  </a:lnTo>
                  <a:lnTo>
                    <a:pt x="195638" y="357840"/>
                  </a:lnTo>
                  <a:lnTo>
                    <a:pt x="195849" y="357515"/>
                  </a:lnTo>
                  <a:lnTo>
                    <a:pt x="196398" y="357327"/>
                  </a:lnTo>
                  <a:lnTo>
                    <a:pt x="196890" y="357690"/>
                  </a:lnTo>
                  <a:lnTo>
                    <a:pt x="196180" y="358399"/>
                  </a:lnTo>
                  <a:lnTo>
                    <a:pt x="196064" y="358626"/>
                  </a:lnTo>
                  <a:lnTo>
                    <a:pt x="196047" y="358850"/>
                  </a:lnTo>
                  <a:lnTo>
                    <a:pt x="195909" y="359965"/>
                  </a:lnTo>
                  <a:lnTo>
                    <a:pt x="195720" y="360199"/>
                  </a:lnTo>
                  <a:lnTo>
                    <a:pt x="195392" y="360129"/>
                  </a:lnTo>
                  <a:lnTo>
                    <a:pt x="195162" y="360341"/>
                  </a:lnTo>
                  <a:lnTo>
                    <a:pt x="195083" y="360572"/>
                  </a:lnTo>
                  <a:lnTo>
                    <a:pt x="195054" y="360787"/>
                  </a:lnTo>
                  <a:lnTo>
                    <a:pt x="195078" y="361145"/>
                  </a:lnTo>
                  <a:lnTo>
                    <a:pt x="195186" y="361645"/>
                  </a:lnTo>
                  <a:lnTo>
                    <a:pt x="195263" y="361838"/>
                  </a:lnTo>
                  <a:lnTo>
                    <a:pt x="195564" y="362235"/>
                  </a:lnTo>
                  <a:lnTo>
                    <a:pt x="195917" y="362400"/>
                  </a:lnTo>
                  <a:lnTo>
                    <a:pt x="195823" y="362271"/>
                  </a:lnTo>
                  <a:lnTo>
                    <a:pt x="196102" y="361948"/>
                  </a:lnTo>
                  <a:lnTo>
                    <a:pt x="196235" y="362088"/>
                  </a:lnTo>
                  <a:lnTo>
                    <a:pt x="196462" y="362758"/>
                  </a:lnTo>
                  <a:lnTo>
                    <a:pt x="196961" y="362423"/>
                  </a:lnTo>
                  <a:lnTo>
                    <a:pt x="197345" y="362588"/>
                  </a:lnTo>
                  <a:lnTo>
                    <a:pt x="197235" y="362718"/>
                  </a:lnTo>
                  <a:lnTo>
                    <a:pt x="196979" y="362760"/>
                  </a:lnTo>
                  <a:lnTo>
                    <a:pt x="196835" y="362848"/>
                  </a:lnTo>
                  <a:lnTo>
                    <a:pt x="196670" y="362975"/>
                  </a:lnTo>
                  <a:lnTo>
                    <a:pt x="196492" y="363194"/>
                  </a:lnTo>
                  <a:lnTo>
                    <a:pt x="196272" y="363288"/>
                  </a:lnTo>
                  <a:lnTo>
                    <a:pt x="195604" y="363394"/>
                  </a:lnTo>
                  <a:lnTo>
                    <a:pt x="195405" y="363266"/>
                  </a:lnTo>
                  <a:lnTo>
                    <a:pt x="195066" y="363231"/>
                  </a:lnTo>
                  <a:lnTo>
                    <a:pt x="195149" y="362745"/>
                  </a:lnTo>
                  <a:lnTo>
                    <a:pt x="195017" y="362476"/>
                  </a:lnTo>
                  <a:lnTo>
                    <a:pt x="194465" y="362334"/>
                  </a:lnTo>
                  <a:lnTo>
                    <a:pt x="194119" y="362330"/>
                  </a:lnTo>
                  <a:lnTo>
                    <a:pt x="193821" y="362362"/>
                  </a:lnTo>
                  <a:lnTo>
                    <a:pt x="193678" y="362407"/>
                  </a:lnTo>
                  <a:lnTo>
                    <a:pt x="193396" y="362578"/>
                  </a:lnTo>
                  <a:lnTo>
                    <a:pt x="193079" y="362668"/>
                  </a:lnTo>
                  <a:lnTo>
                    <a:pt x="192882" y="362654"/>
                  </a:lnTo>
                  <a:lnTo>
                    <a:pt x="192727" y="362420"/>
                  </a:lnTo>
                  <a:lnTo>
                    <a:pt x="191962" y="362555"/>
                  </a:lnTo>
                  <a:lnTo>
                    <a:pt x="191447" y="363366"/>
                  </a:lnTo>
                  <a:lnTo>
                    <a:pt x="191266" y="363771"/>
                  </a:lnTo>
                  <a:lnTo>
                    <a:pt x="191551" y="363727"/>
                  </a:lnTo>
                  <a:lnTo>
                    <a:pt x="191679" y="364231"/>
                  </a:lnTo>
                  <a:lnTo>
                    <a:pt x="191662" y="364359"/>
                  </a:lnTo>
                  <a:lnTo>
                    <a:pt x="191827" y="365085"/>
                  </a:lnTo>
                  <a:lnTo>
                    <a:pt x="192152" y="365255"/>
                  </a:lnTo>
                  <a:lnTo>
                    <a:pt x="192286" y="365467"/>
                  </a:lnTo>
                  <a:lnTo>
                    <a:pt x="192423" y="365701"/>
                  </a:lnTo>
                  <a:lnTo>
                    <a:pt x="192557" y="365821"/>
                  </a:lnTo>
                  <a:lnTo>
                    <a:pt x="192701" y="365840"/>
                  </a:lnTo>
                  <a:lnTo>
                    <a:pt x="193151" y="366078"/>
                  </a:lnTo>
                  <a:lnTo>
                    <a:pt x="194295" y="365891"/>
                  </a:lnTo>
                  <a:lnTo>
                    <a:pt x="194702" y="365810"/>
                  </a:lnTo>
                  <a:lnTo>
                    <a:pt x="195008" y="365935"/>
                  </a:lnTo>
                  <a:lnTo>
                    <a:pt x="195094" y="366078"/>
                  </a:lnTo>
                  <a:lnTo>
                    <a:pt x="195389" y="366598"/>
                  </a:lnTo>
                  <a:lnTo>
                    <a:pt x="195341" y="366745"/>
                  </a:lnTo>
                  <a:lnTo>
                    <a:pt x="195159" y="366893"/>
                  </a:lnTo>
                  <a:lnTo>
                    <a:pt x="194764" y="366857"/>
                  </a:lnTo>
                  <a:lnTo>
                    <a:pt x="194501" y="366765"/>
                  </a:lnTo>
                  <a:lnTo>
                    <a:pt x="194235" y="366836"/>
                  </a:lnTo>
                  <a:lnTo>
                    <a:pt x="193792" y="366925"/>
                  </a:lnTo>
                  <a:lnTo>
                    <a:pt x="193318" y="366915"/>
                  </a:lnTo>
                  <a:lnTo>
                    <a:pt x="192889" y="367155"/>
                  </a:lnTo>
                  <a:lnTo>
                    <a:pt x="192711" y="367210"/>
                  </a:lnTo>
                  <a:lnTo>
                    <a:pt x="192553" y="367198"/>
                  </a:lnTo>
                  <a:lnTo>
                    <a:pt x="191762" y="367009"/>
                  </a:lnTo>
                  <a:lnTo>
                    <a:pt x="191306" y="366812"/>
                  </a:lnTo>
                  <a:lnTo>
                    <a:pt x="191239" y="366631"/>
                  </a:lnTo>
                  <a:lnTo>
                    <a:pt x="191115" y="366234"/>
                  </a:lnTo>
                  <a:lnTo>
                    <a:pt x="190770" y="366081"/>
                  </a:lnTo>
                  <a:lnTo>
                    <a:pt x="189991" y="366046"/>
                  </a:lnTo>
                  <a:lnTo>
                    <a:pt x="189507" y="366181"/>
                  </a:lnTo>
                  <a:lnTo>
                    <a:pt x="189138" y="366319"/>
                  </a:lnTo>
                  <a:lnTo>
                    <a:pt x="189083" y="366478"/>
                  </a:lnTo>
                  <a:lnTo>
                    <a:pt x="188960" y="366688"/>
                  </a:lnTo>
                  <a:lnTo>
                    <a:pt x="188605" y="366925"/>
                  </a:lnTo>
                  <a:lnTo>
                    <a:pt x="188058" y="366775"/>
                  </a:lnTo>
                  <a:lnTo>
                    <a:pt x="187881" y="367200"/>
                  </a:lnTo>
                  <a:lnTo>
                    <a:pt x="187675" y="367415"/>
                  </a:lnTo>
                  <a:lnTo>
                    <a:pt x="187334" y="367180"/>
                  </a:lnTo>
                  <a:lnTo>
                    <a:pt x="187033" y="367169"/>
                  </a:lnTo>
                  <a:lnTo>
                    <a:pt x="186684" y="367240"/>
                  </a:lnTo>
                  <a:lnTo>
                    <a:pt x="186312" y="367434"/>
                  </a:lnTo>
                  <a:lnTo>
                    <a:pt x="186102" y="367641"/>
                  </a:lnTo>
                  <a:lnTo>
                    <a:pt x="185882" y="367901"/>
                  </a:lnTo>
                  <a:lnTo>
                    <a:pt x="185556" y="368099"/>
                  </a:lnTo>
                  <a:lnTo>
                    <a:pt x="185417" y="368097"/>
                  </a:lnTo>
                  <a:lnTo>
                    <a:pt x="185238" y="368079"/>
                  </a:lnTo>
                  <a:lnTo>
                    <a:pt x="184547" y="368014"/>
                  </a:lnTo>
                  <a:lnTo>
                    <a:pt x="183992" y="368272"/>
                  </a:lnTo>
                  <a:lnTo>
                    <a:pt x="183716" y="368493"/>
                  </a:lnTo>
                  <a:lnTo>
                    <a:pt x="183501" y="368430"/>
                  </a:lnTo>
                  <a:lnTo>
                    <a:pt x="183252" y="368410"/>
                  </a:lnTo>
                  <a:lnTo>
                    <a:pt x="182618" y="368598"/>
                  </a:lnTo>
                  <a:lnTo>
                    <a:pt x="182368" y="368412"/>
                  </a:lnTo>
                  <a:lnTo>
                    <a:pt x="181871" y="368448"/>
                  </a:lnTo>
                  <a:lnTo>
                    <a:pt x="181677" y="368235"/>
                  </a:lnTo>
                  <a:lnTo>
                    <a:pt x="181883" y="367921"/>
                  </a:lnTo>
                  <a:lnTo>
                    <a:pt x="181990" y="367514"/>
                  </a:lnTo>
                  <a:lnTo>
                    <a:pt x="181983" y="367379"/>
                  </a:lnTo>
                  <a:lnTo>
                    <a:pt x="181813" y="367125"/>
                  </a:lnTo>
                  <a:lnTo>
                    <a:pt x="181797" y="366934"/>
                  </a:lnTo>
                  <a:lnTo>
                    <a:pt x="181788" y="366766"/>
                  </a:lnTo>
                  <a:lnTo>
                    <a:pt x="181727" y="366502"/>
                  </a:lnTo>
                  <a:lnTo>
                    <a:pt x="181551" y="366269"/>
                  </a:lnTo>
                  <a:lnTo>
                    <a:pt x="181157" y="366064"/>
                  </a:lnTo>
                  <a:lnTo>
                    <a:pt x="181025" y="365791"/>
                  </a:lnTo>
                  <a:lnTo>
                    <a:pt x="180995" y="365541"/>
                  </a:lnTo>
                  <a:lnTo>
                    <a:pt x="181012" y="365406"/>
                  </a:lnTo>
                  <a:lnTo>
                    <a:pt x="181305" y="364838"/>
                  </a:lnTo>
                  <a:lnTo>
                    <a:pt x="181740" y="363954"/>
                  </a:lnTo>
                  <a:lnTo>
                    <a:pt x="181797" y="363768"/>
                  </a:lnTo>
                  <a:lnTo>
                    <a:pt x="181615" y="363486"/>
                  </a:lnTo>
                  <a:lnTo>
                    <a:pt x="181094" y="362743"/>
                  </a:lnTo>
                  <a:lnTo>
                    <a:pt x="180788" y="362760"/>
                  </a:lnTo>
                  <a:lnTo>
                    <a:pt x="180417" y="362781"/>
                  </a:lnTo>
                  <a:lnTo>
                    <a:pt x="180858" y="364514"/>
                  </a:lnTo>
                  <a:lnTo>
                    <a:pt x="180525" y="364576"/>
                  </a:lnTo>
                  <a:lnTo>
                    <a:pt x="180108" y="364704"/>
                  </a:lnTo>
                  <a:lnTo>
                    <a:pt x="179804" y="364977"/>
                  </a:lnTo>
                  <a:lnTo>
                    <a:pt x="179664" y="365140"/>
                  </a:lnTo>
                  <a:lnTo>
                    <a:pt x="179604" y="365540"/>
                  </a:lnTo>
                  <a:lnTo>
                    <a:pt x="179771" y="365663"/>
                  </a:lnTo>
                  <a:lnTo>
                    <a:pt x="179919" y="365723"/>
                  </a:lnTo>
                  <a:lnTo>
                    <a:pt x="180258" y="365694"/>
                  </a:lnTo>
                  <a:lnTo>
                    <a:pt x="180585" y="365900"/>
                  </a:lnTo>
                  <a:lnTo>
                    <a:pt x="181029" y="366547"/>
                  </a:lnTo>
                  <a:lnTo>
                    <a:pt x="180981" y="366986"/>
                  </a:lnTo>
                  <a:lnTo>
                    <a:pt x="181033" y="367576"/>
                  </a:lnTo>
                  <a:lnTo>
                    <a:pt x="181006" y="367739"/>
                  </a:lnTo>
                  <a:lnTo>
                    <a:pt x="180823" y="368013"/>
                  </a:lnTo>
                  <a:lnTo>
                    <a:pt x="180679" y="368109"/>
                  </a:lnTo>
                  <a:lnTo>
                    <a:pt x="180258" y="368144"/>
                  </a:lnTo>
                  <a:lnTo>
                    <a:pt x="179606" y="368372"/>
                  </a:lnTo>
                  <a:lnTo>
                    <a:pt x="179371" y="368245"/>
                  </a:lnTo>
                  <a:lnTo>
                    <a:pt x="179099" y="368307"/>
                  </a:lnTo>
                  <a:lnTo>
                    <a:pt x="178955" y="368340"/>
                  </a:lnTo>
                  <a:lnTo>
                    <a:pt x="179070" y="368905"/>
                  </a:lnTo>
                  <a:lnTo>
                    <a:pt x="179040" y="369053"/>
                  </a:lnTo>
                  <a:lnTo>
                    <a:pt x="178908" y="369486"/>
                  </a:lnTo>
                  <a:lnTo>
                    <a:pt x="179091" y="370310"/>
                  </a:lnTo>
                  <a:lnTo>
                    <a:pt x="179355" y="370877"/>
                  </a:lnTo>
                  <a:lnTo>
                    <a:pt x="179784" y="370975"/>
                  </a:lnTo>
                  <a:lnTo>
                    <a:pt x="179888" y="371384"/>
                  </a:lnTo>
                  <a:lnTo>
                    <a:pt x="179512" y="371499"/>
                  </a:lnTo>
                  <a:lnTo>
                    <a:pt x="179532" y="371724"/>
                  </a:lnTo>
                  <a:lnTo>
                    <a:pt x="179786" y="371814"/>
                  </a:lnTo>
                  <a:lnTo>
                    <a:pt x="181028" y="371325"/>
                  </a:lnTo>
                  <a:lnTo>
                    <a:pt x="181396" y="371366"/>
                  </a:lnTo>
                  <a:lnTo>
                    <a:pt x="181708" y="371481"/>
                  </a:lnTo>
                  <a:lnTo>
                    <a:pt x="181973" y="371491"/>
                  </a:lnTo>
                  <a:lnTo>
                    <a:pt x="182270" y="371379"/>
                  </a:lnTo>
                  <a:lnTo>
                    <a:pt x="182383" y="371246"/>
                  </a:lnTo>
                  <a:lnTo>
                    <a:pt x="182419" y="371089"/>
                  </a:lnTo>
                  <a:lnTo>
                    <a:pt x="182313" y="370723"/>
                  </a:lnTo>
                  <a:lnTo>
                    <a:pt x="182648" y="370251"/>
                  </a:lnTo>
                  <a:lnTo>
                    <a:pt x="183174" y="370301"/>
                  </a:lnTo>
                  <a:lnTo>
                    <a:pt x="183158" y="370711"/>
                  </a:lnTo>
                  <a:lnTo>
                    <a:pt x="182955" y="370893"/>
                  </a:lnTo>
                  <a:lnTo>
                    <a:pt x="182689" y="370875"/>
                  </a:lnTo>
                  <a:lnTo>
                    <a:pt x="182627" y="371012"/>
                  </a:lnTo>
                  <a:lnTo>
                    <a:pt x="182615" y="371339"/>
                  </a:lnTo>
                  <a:lnTo>
                    <a:pt x="182785" y="371850"/>
                  </a:lnTo>
                  <a:lnTo>
                    <a:pt x="183112" y="372400"/>
                  </a:lnTo>
                  <a:lnTo>
                    <a:pt x="183359" y="372654"/>
                  </a:lnTo>
                  <a:lnTo>
                    <a:pt x="184090" y="372353"/>
                  </a:lnTo>
                  <a:lnTo>
                    <a:pt x="184280" y="372267"/>
                  </a:lnTo>
                  <a:lnTo>
                    <a:pt x="184476" y="372419"/>
                  </a:lnTo>
                  <a:lnTo>
                    <a:pt x="184724" y="372653"/>
                  </a:lnTo>
                  <a:lnTo>
                    <a:pt x="185086" y="372462"/>
                  </a:lnTo>
                  <a:lnTo>
                    <a:pt x="185209" y="372294"/>
                  </a:lnTo>
                  <a:lnTo>
                    <a:pt x="185541" y="372499"/>
                  </a:lnTo>
                  <a:lnTo>
                    <a:pt x="185668" y="372719"/>
                  </a:lnTo>
                  <a:lnTo>
                    <a:pt x="185417" y="372924"/>
                  </a:lnTo>
                  <a:lnTo>
                    <a:pt x="185387" y="373077"/>
                  </a:lnTo>
                  <a:lnTo>
                    <a:pt x="185463" y="373351"/>
                  </a:lnTo>
                  <a:lnTo>
                    <a:pt x="185422" y="373710"/>
                  </a:lnTo>
                  <a:lnTo>
                    <a:pt x="185359" y="373949"/>
                  </a:lnTo>
                  <a:lnTo>
                    <a:pt x="185132" y="374095"/>
                  </a:lnTo>
                  <a:lnTo>
                    <a:pt x="184915" y="374101"/>
                  </a:lnTo>
                  <a:lnTo>
                    <a:pt x="184762" y="374216"/>
                  </a:lnTo>
                  <a:lnTo>
                    <a:pt x="184605" y="374482"/>
                  </a:lnTo>
                  <a:lnTo>
                    <a:pt x="184546" y="374621"/>
                  </a:lnTo>
                  <a:lnTo>
                    <a:pt x="184620" y="374758"/>
                  </a:lnTo>
                  <a:lnTo>
                    <a:pt x="184595" y="374952"/>
                  </a:lnTo>
                  <a:lnTo>
                    <a:pt x="184320" y="375324"/>
                  </a:lnTo>
                  <a:lnTo>
                    <a:pt x="184168" y="375430"/>
                  </a:lnTo>
                  <a:lnTo>
                    <a:pt x="183928" y="375160"/>
                  </a:lnTo>
                  <a:lnTo>
                    <a:pt x="183982" y="375002"/>
                  </a:lnTo>
                  <a:lnTo>
                    <a:pt x="183677" y="375062"/>
                  </a:lnTo>
                  <a:lnTo>
                    <a:pt x="183416" y="375453"/>
                  </a:lnTo>
                  <a:lnTo>
                    <a:pt x="183288" y="376155"/>
                  </a:lnTo>
                  <a:lnTo>
                    <a:pt x="183288" y="376356"/>
                  </a:lnTo>
                  <a:lnTo>
                    <a:pt x="183407" y="376551"/>
                  </a:lnTo>
                  <a:lnTo>
                    <a:pt x="183206" y="376779"/>
                  </a:lnTo>
                  <a:lnTo>
                    <a:pt x="182864" y="376819"/>
                  </a:lnTo>
                  <a:lnTo>
                    <a:pt x="182677" y="376917"/>
                  </a:lnTo>
                  <a:lnTo>
                    <a:pt x="182530" y="377222"/>
                  </a:lnTo>
                  <a:lnTo>
                    <a:pt x="182543" y="377607"/>
                  </a:lnTo>
                  <a:lnTo>
                    <a:pt x="181806" y="378211"/>
                  </a:lnTo>
                  <a:lnTo>
                    <a:pt x="181649" y="378270"/>
                  </a:lnTo>
                  <a:lnTo>
                    <a:pt x="180970" y="378329"/>
                  </a:lnTo>
                  <a:lnTo>
                    <a:pt x="180737" y="377725"/>
                  </a:lnTo>
                  <a:lnTo>
                    <a:pt x="180605" y="377258"/>
                  </a:lnTo>
                  <a:lnTo>
                    <a:pt x="180302" y="377155"/>
                  </a:lnTo>
                  <a:lnTo>
                    <a:pt x="179896" y="377218"/>
                  </a:lnTo>
                  <a:lnTo>
                    <a:pt x="179761" y="377299"/>
                  </a:lnTo>
                  <a:lnTo>
                    <a:pt x="179596" y="377466"/>
                  </a:lnTo>
                  <a:lnTo>
                    <a:pt x="179410" y="377788"/>
                  </a:lnTo>
                  <a:lnTo>
                    <a:pt x="179180" y="378939"/>
                  </a:lnTo>
                  <a:lnTo>
                    <a:pt x="179184" y="379294"/>
                  </a:lnTo>
                  <a:lnTo>
                    <a:pt x="179211" y="379516"/>
                  </a:lnTo>
                  <a:lnTo>
                    <a:pt x="179311" y="379971"/>
                  </a:lnTo>
                  <a:lnTo>
                    <a:pt x="179566" y="380445"/>
                  </a:lnTo>
                  <a:lnTo>
                    <a:pt x="180066" y="380945"/>
                  </a:lnTo>
                  <a:lnTo>
                    <a:pt x="180279" y="380692"/>
                  </a:lnTo>
                  <a:lnTo>
                    <a:pt x="180404" y="380477"/>
                  </a:lnTo>
                  <a:lnTo>
                    <a:pt x="180737" y="380280"/>
                  </a:lnTo>
                  <a:lnTo>
                    <a:pt x="181008" y="380357"/>
                  </a:lnTo>
                  <a:lnTo>
                    <a:pt x="180935" y="380556"/>
                  </a:lnTo>
                  <a:lnTo>
                    <a:pt x="180879" y="380900"/>
                  </a:lnTo>
                  <a:lnTo>
                    <a:pt x="181000" y="381543"/>
                  </a:lnTo>
                  <a:lnTo>
                    <a:pt x="180811" y="381629"/>
                  </a:lnTo>
                  <a:lnTo>
                    <a:pt x="180751" y="381862"/>
                  </a:lnTo>
                  <a:lnTo>
                    <a:pt x="180507" y="381948"/>
                  </a:lnTo>
                  <a:lnTo>
                    <a:pt x="180420" y="382160"/>
                  </a:lnTo>
                  <a:lnTo>
                    <a:pt x="180549" y="382552"/>
                  </a:lnTo>
                  <a:lnTo>
                    <a:pt x="180468" y="382733"/>
                  </a:lnTo>
                  <a:lnTo>
                    <a:pt x="180214" y="383166"/>
                  </a:lnTo>
                  <a:lnTo>
                    <a:pt x="179961" y="383104"/>
                  </a:lnTo>
                  <a:lnTo>
                    <a:pt x="179786" y="383106"/>
                  </a:lnTo>
                  <a:lnTo>
                    <a:pt x="179362" y="383724"/>
                  </a:lnTo>
                  <a:lnTo>
                    <a:pt x="179348" y="383979"/>
                  </a:lnTo>
                  <a:lnTo>
                    <a:pt x="179425" y="384116"/>
                  </a:lnTo>
                  <a:lnTo>
                    <a:pt x="179608" y="384232"/>
                  </a:lnTo>
                  <a:lnTo>
                    <a:pt x="179277" y="384174"/>
                  </a:lnTo>
                  <a:lnTo>
                    <a:pt x="179034" y="384139"/>
                  </a:lnTo>
                  <a:lnTo>
                    <a:pt x="178776" y="384245"/>
                  </a:lnTo>
                  <a:lnTo>
                    <a:pt x="178644" y="384412"/>
                  </a:lnTo>
                  <a:lnTo>
                    <a:pt x="178605" y="384670"/>
                  </a:lnTo>
                  <a:lnTo>
                    <a:pt x="178344" y="384862"/>
                  </a:lnTo>
                  <a:lnTo>
                    <a:pt x="178071" y="384973"/>
                  </a:lnTo>
                  <a:lnTo>
                    <a:pt x="178021" y="385236"/>
                  </a:lnTo>
                  <a:lnTo>
                    <a:pt x="177850" y="385283"/>
                  </a:lnTo>
                  <a:lnTo>
                    <a:pt x="177583" y="385416"/>
                  </a:lnTo>
                  <a:lnTo>
                    <a:pt x="177358" y="385879"/>
                  </a:lnTo>
                  <a:lnTo>
                    <a:pt x="176912" y="385750"/>
                  </a:lnTo>
                  <a:lnTo>
                    <a:pt x="176594" y="385717"/>
                  </a:lnTo>
                  <a:lnTo>
                    <a:pt x="176316" y="385828"/>
                  </a:lnTo>
                  <a:lnTo>
                    <a:pt x="175935" y="386172"/>
                  </a:lnTo>
                  <a:lnTo>
                    <a:pt x="175914" y="386429"/>
                  </a:lnTo>
                  <a:lnTo>
                    <a:pt x="175710" y="386701"/>
                  </a:lnTo>
                  <a:lnTo>
                    <a:pt x="175625" y="385914"/>
                  </a:lnTo>
                  <a:lnTo>
                    <a:pt x="175640" y="385673"/>
                  </a:lnTo>
                  <a:lnTo>
                    <a:pt x="175893" y="385317"/>
                  </a:lnTo>
                  <a:lnTo>
                    <a:pt x="175778" y="384847"/>
                  </a:lnTo>
                  <a:lnTo>
                    <a:pt x="176037" y="384529"/>
                  </a:lnTo>
                  <a:lnTo>
                    <a:pt x="176023" y="384366"/>
                  </a:lnTo>
                  <a:lnTo>
                    <a:pt x="175596" y="383260"/>
                  </a:lnTo>
                  <a:lnTo>
                    <a:pt x="175674" y="382897"/>
                  </a:lnTo>
                  <a:lnTo>
                    <a:pt x="174476" y="382184"/>
                  </a:lnTo>
                  <a:lnTo>
                    <a:pt x="174073" y="381585"/>
                  </a:lnTo>
                  <a:lnTo>
                    <a:pt x="173814" y="381435"/>
                  </a:lnTo>
                  <a:lnTo>
                    <a:pt x="173073" y="381173"/>
                  </a:lnTo>
                  <a:lnTo>
                    <a:pt x="172831" y="381157"/>
                  </a:lnTo>
                  <a:lnTo>
                    <a:pt x="172552" y="381050"/>
                  </a:lnTo>
                  <a:lnTo>
                    <a:pt x="172351" y="380774"/>
                  </a:lnTo>
                  <a:lnTo>
                    <a:pt x="172286" y="380555"/>
                  </a:lnTo>
                  <a:lnTo>
                    <a:pt x="172078" y="380459"/>
                  </a:lnTo>
                  <a:lnTo>
                    <a:pt x="171762" y="380363"/>
                  </a:lnTo>
                  <a:lnTo>
                    <a:pt x="171191" y="380284"/>
                  </a:lnTo>
                  <a:lnTo>
                    <a:pt x="170725" y="380290"/>
                  </a:lnTo>
                  <a:lnTo>
                    <a:pt x="169795" y="380473"/>
                  </a:lnTo>
                  <a:lnTo>
                    <a:pt x="169663" y="380463"/>
                  </a:lnTo>
                  <a:lnTo>
                    <a:pt x="169649" y="380338"/>
                  </a:lnTo>
                  <a:lnTo>
                    <a:pt x="169863" y="380235"/>
                  </a:lnTo>
                  <a:lnTo>
                    <a:pt x="169740" y="379924"/>
                  </a:lnTo>
                  <a:lnTo>
                    <a:pt x="169678" y="379436"/>
                  </a:lnTo>
                  <a:lnTo>
                    <a:pt x="169618" y="379174"/>
                  </a:lnTo>
                  <a:lnTo>
                    <a:pt x="169991" y="378319"/>
                  </a:lnTo>
                  <a:lnTo>
                    <a:pt x="169602" y="377205"/>
                  </a:lnTo>
                  <a:lnTo>
                    <a:pt x="169598" y="376947"/>
                  </a:lnTo>
                  <a:lnTo>
                    <a:pt x="169588" y="376742"/>
                  </a:lnTo>
                  <a:lnTo>
                    <a:pt x="169435" y="376736"/>
                  </a:lnTo>
                  <a:lnTo>
                    <a:pt x="169401" y="377132"/>
                  </a:lnTo>
                  <a:lnTo>
                    <a:pt x="169341" y="377455"/>
                  </a:lnTo>
                  <a:lnTo>
                    <a:pt x="169498" y="377975"/>
                  </a:lnTo>
                  <a:lnTo>
                    <a:pt x="169165" y="378328"/>
                  </a:lnTo>
                  <a:lnTo>
                    <a:pt x="168972" y="378914"/>
                  </a:lnTo>
                  <a:lnTo>
                    <a:pt x="168795" y="379407"/>
                  </a:lnTo>
                  <a:lnTo>
                    <a:pt x="168934" y="379413"/>
                  </a:lnTo>
                  <a:lnTo>
                    <a:pt x="168930" y="379977"/>
                  </a:lnTo>
                  <a:lnTo>
                    <a:pt x="169228" y="380485"/>
                  </a:lnTo>
                  <a:lnTo>
                    <a:pt x="169111" y="381035"/>
                  </a:lnTo>
                  <a:lnTo>
                    <a:pt x="168605" y="381559"/>
                  </a:lnTo>
                  <a:lnTo>
                    <a:pt x="168428" y="381673"/>
                  </a:lnTo>
                  <a:lnTo>
                    <a:pt x="168168" y="381682"/>
                  </a:lnTo>
                  <a:lnTo>
                    <a:pt x="167495" y="381991"/>
                  </a:lnTo>
                  <a:lnTo>
                    <a:pt x="167019" y="381940"/>
                  </a:lnTo>
                  <a:lnTo>
                    <a:pt x="167028" y="382411"/>
                  </a:lnTo>
                  <a:lnTo>
                    <a:pt x="166512" y="382775"/>
                  </a:lnTo>
                  <a:lnTo>
                    <a:pt x="166139" y="382941"/>
                  </a:lnTo>
                  <a:lnTo>
                    <a:pt x="165972" y="383069"/>
                  </a:lnTo>
                  <a:lnTo>
                    <a:pt x="165764" y="383111"/>
                  </a:lnTo>
                  <a:lnTo>
                    <a:pt x="165450" y="382926"/>
                  </a:lnTo>
                  <a:lnTo>
                    <a:pt x="165264" y="382963"/>
                  </a:lnTo>
                  <a:lnTo>
                    <a:pt x="164709" y="383073"/>
                  </a:lnTo>
                  <a:lnTo>
                    <a:pt x="164307" y="383123"/>
                  </a:lnTo>
                  <a:lnTo>
                    <a:pt x="163947" y="383058"/>
                  </a:lnTo>
                  <a:lnTo>
                    <a:pt x="163919" y="382922"/>
                  </a:lnTo>
                  <a:lnTo>
                    <a:pt x="163632" y="382959"/>
                  </a:lnTo>
                  <a:lnTo>
                    <a:pt x="163172" y="383049"/>
                  </a:lnTo>
                  <a:lnTo>
                    <a:pt x="162943" y="382928"/>
                  </a:lnTo>
                  <a:lnTo>
                    <a:pt x="162569" y="382827"/>
                  </a:lnTo>
                  <a:lnTo>
                    <a:pt x="162361" y="382711"/>
                  </a:lnTo>
                  <a:lnTo>
                    <a:pt x="162274" y="383057"/>
                  </a:lnTo>
                  <a:lnTo>
                    <a:pt x="162519" y="383206"/>
                  </a:lnTo>
                  <a:lnTo>
                    <a:pt x="162460" y="383334"/>
                  </a:lnTo>
                  <a:lnTo>
                    <a:pt x="162236" y="383626"/>
                  </a:lnTo>
                  <a:lnTo>
                    <a:pt x="161458" y="384111"/>
                  </a:lnTo>
                  <a:lnTo>
                    <a:pt x="161257" y="384192"/>
                  </a:lnTo>
                  <a:lnTo>
                    <a:pt x="160777" y="384437"/>
                  </a:lnTo>
                  <a:lnTo>
                    <a:pt x="160603" y="384874"/>
                  </a:lnTo>
                  <a:lnTo>
                    <a:pt x="160660" y="385036"/>
                  </a:lnTo>
                  <a:lnTo>
                    <a:pt x="160366" y="385342"/>
                  </a:lnTo>
                  <a:lnTo>
                    <a:pt x="160091" y="385406"/>
                  </a:lnTo>
                  <a:lnTo>
                    <a:pt x="159459" y="385236"/>
                  </a:lnTo>
                  <a:lnTo>
                    <a:pt x="159188" y="384917"/>
                  </a:lnTo>
                  <a:lnTo>
                    <a:pt x="158689" y="384585"/>
                  </a:lnTo>
                  <a:lnTo>
                    <a:pt x="158120" y="384027"/>
                  </a:lnTo>
                  <a:lnTo>
                    <a:pt x="157677" y="383663"/>
                  </a:lnTo>
                  <a:lnTo>
                    <a:pt x="157763" y="383086"/>
                  </a:lnTo>
                  <a:lnTo>
                    <a:pt x="157682" y="382250"/>
                  </a:lnTo>
                  <a:lnTo>
                    <a:pt x="157580" y="381947"/>
                  </a:lnTo>
                  <a:lnTo>
                    <a:pt x="157736" y="381678"/>
                  </a:lnTo>
                  <a:lnTo>
                    <a:pt x="157570" y="380723"/>
                  </a:lnTo>
                  <a:lnTo>
                    <a:pt x="157141" y="380608"/>
                  </a:lnTo>
                  <a:lnTo>
                    <a:pt x="157235" y="380305"/>
                  </a:lnTo>
                  <a:lnTo>
                    <a:pt x="157576" y="380054"/>
                  </a:lnTo>
                  <a:lnTo>
                    <a:pt x="157864" y="379820"/>
                  </a:lnTo>
                  <a:lnTo>
                    <a:pt x="158157" y="379436"/>
                  </a:lnTo>
                  <a:lnTo>
                    <a:pt x="158252" y="379189"/>
                  </a:lnTo>
                  <a:lnTo>
                    <a:pt x="158011" y="379178"/>
                  </a:lnTo>
                  <a:lnTo>
                    <a:pt x="157663" y="378959"/>
                  </a:lnTo>
                  <a:lnTo>
                    <a:pt x="157491" y="378819"/>
                  </a:lnTo>
                  <a:lnTo>
                    <a:pt x="157264" y="378539"/>
                  </a:lnTo>
                  <a:lnTo>
                    <a:pt x="157122" y="378685"/>
                  </a:lnTo>
                  <a:lnTo>
                    <a:pt x="157196" y="378826"/>
                  </a:lnTo>
                  <a:lnTo>
                    <a:pt x="157252" y="379028"/>
                  </a:lnTo>
                  <a:lnTo>
                    <a:pt x="157214" y="379266"/>
                  </a:lnTo>
                  <a:lnTo>
                    <a:pt x="157056" y="379676"/>
                  </a:lnTo>
                  <a:lnTo>
                    <a:pt x="156647" y="380126"/>
                  </a:lnTo>
                  <a:lnTo>
                    <a:pt x="156447" y="379940"/>
                  </a:lnTo>
                  <a:lnTo>
                    <a:pt x="156474" y="379787"/>
                  </a:lnTo>
                  <a:lnTo>
                    <a:pt x="155739" y="379695"/>
                  </a:lnTo>
                  <a:lnTo>
                    <a:pt x="155938" y="379827"/>
                  </a:lnTo>
                  <a:lnTo>
                    <a:pt x="155674" y="380146"/>
                  </a:lnTo>
                  <a:lnTo>
                    <a:pt x="155599" y="380273"/>
                  </a:lnTo>
                  <a:lnTo>
                    <a:pt x="155453" y="380592"/>
                  </a:lnTo>
                  <a:lnTo>
                    <a:pt x="155408" y="380876"/>
                  </a:lnTo>
                  <a:lnTo>
                    <a:pt x="155267" y="381211"/>
                  </a:lnTo>
                  <a:lnTo>
                    <a:pt x="155012" y="381607"/>
                  </a:lnTo>
                  <a:lnTo>
                    <a:pt x="154622" y="382066"/>
                  </a:lnTo>
                  <a:lnTo>
                    <a:pt x="154464" y="382254"/>
                  </a:lnTo>
                  <a:lnTo>
                    <a:pt x="153988" y="382742"/>
                  </a:lnTo>
                  <a:lnTo>
                    <a:pt x="153828" y="382994"/>
                  </a:lnTo>
                  <a:lnTo>
                    <a:pt x="153725" y="383311"/>
                  </a:lnTo>
                  <a:lnTo>
                    <a:pt x="153311" y="383795"/>
                  </a:lnTo>
                  <a:lnTo>
                    <a:pt x="152875" y="383835"/>
                  </a:lnTo>
                  <a:lnTo>
                    <a:pt x="152701" y="383697"/>
                  </a:lnTo>
                  <a:lnTo>
                    <a:pt x="151862" y="383546"/>
                  </a:lnTo>
                  <a:lnTo>
                    <a:pt x="151622" y="383968"/>
                  </a:lnTo>
                  <a:lnTo>
                    <a:pt x="151342" y="384387"/>
                  </a:lnTo>
                  <a:lnTo>
                    <a:pt x="151049" y="384301"/>
                  </a:lnTo>
                  <a:lnTo>
                    <a:pt x="150075" y="384559"/>
                  </a:lnTo>
                  <a:lnTo>
                    <a:pt x="150073" y="384851"/>
                  </a:lnTo>
                  <a:lnTo>
                    <a:pt x="150071" y="385123"/>
                  </a:lnTo>
                  <a:lnTo>
                    <a:pt x="150070" y="385336"/>
                  </a:lnTo>
                  <a:lnTo>
                    <a:pt x="150205" y="385503"/>
                  </a:lnTo>
                  <a:lnTo>
                    <a:pt x="150398" y="385613"/>
                  </a:lnTo>
                  <a:lnTo>
                    <a:pt x="150527" y="385645"/>
                  </a:lnTo>
                  <a:lnTo>
                    <a:pt x="150674" y="385505"/>
                  </a:lnTo>
                  <a:lnTo>
                    <a:pt x="150819" y="385461"/>
                  </a:lnTo>
                  <a:lnTo>
                    <a:pt x="150951" y="385506"/>
                  </a:lnTo>
                  <a:lnTo>
                    <a:pt x="151927" y="387004"/>
                  </a:lnTo>
                  <a:lnTo>
                    <a:pt x="151824" y="387160"/>
                  </a:lnTo>
                  <a:lnTo>
                    <a:pt x="151309" y="387559"/>
                  </a:lnTo>
                  <a:lnTo>
                    <a:pt x="150813" y="388089"/>
                  </a:lnTo>
                  <a:lnTo>
                    <a:pt x="150368" y="388618"/>
                  </a:lnTo>
                  <a:lnTo>
                    <a:pt x="150293" y="388767"/>
                  </a:lnTo>
                  <a:lnTo>
                    <a:pt x="150257" y="389001"/>
                  </a:lnTo>
                  <a:lnTo>
                    <a:pt x="150285" y="389231"/>
                  </a:lnTo>
                  <a:lnTo>
                    <a:pt x="150530" y="389674"/>
                  </a:lnTo>
                  <a:lnTo>
                    <a:pt x="150652" y="390164"/>
                  </a:lnTo>
                  <a:lnTo>
                    <a:pt x="150657" y="390515"/>
                  </a:lnTo>
                  <a:lnTo>
                    <a:pt x="149892" y="390470"/>
                  </a:lnTo>
                  <a:lnTo>
                    <a:pt x="149629" y="390318"/>
                  </a:lnTo>
                  <a:lnTo>
                    <a:pt x="147466" y="389815"/>
                  </a:lnTo>
                  <a:lnTo>
                    <a:pt x="146786" y="389657"/>
                  </a:lnTo>
                  <a:lnTo>
                    <a:pt x="146461" y="389481"/>
                  </a:lnTo>
                  <a:lnTo>
                    <a:pt x="146513" y="389217"/>
                  </a:lnTo>
                  <a:lnTo>
                    <a:pt x="146343" y="389170"/>
                  </a:lnTo>
                  <a:lnTo>
                    <a:pt x="146163" y="389119"/>
                  </a:lnTo>
                  <a:lnTo>
                    <a:pt x="145116" y="388737"/>
                  </a:lnTo>
                  <a:lnTo>
                    <a:pt x="144983" y="388653"/>
                  </a:lnTo>
                  <a:lnTo>
                    <a:pt x="144641" y="388506"/>
                  </a:lnTo>
                  <a:lnTo>
                    <a:pt x="144051" y="388727"/>
                  </a:lnTo>
                  <a:lnTo>
                    <a:pt x="144255" y="389078"/>
                  </a:lnTo>
                  <a:lnTo>
                    <a:pt x="144601" y="389470"/>
                  </a:lnTo>
                  <a:lnTo>
                    <a:pt x="144574" y="389636"/>
                  </a:lnTo>
                  <a:lnTo>
                    <a:pt x="144386" y="390132"/>
                  </a:lnTo>
                  <a:lnTo>
                    <a:pt x="144138" y="390715"/>
                  </a:lnTo>
                  <a:lnTo>
                    <a:pt x="143988" y="390843"/>
                  </a:lnTo>
                  <a:lnTo>
                    <a:pt x="143708" y="390939"/>
                  </a:lnTo>
                  <a:lnTo>
                    <a:pt x="143301" y="390913"/>
                  </a:lnTo>
                  <a:lnTo>
                    <a:pt x="142982" y="391170"/>
                  </a:lnTo>
                  <a:lnTo>
                    <a:pt x="143252" y="391172"/>
                  </a:lnTo>
                  <a:lnTo>
                    <a:pt x="143712" y="391477"/>
                  </a:lnTo>
                  <a:lnTo>
                    <a:pt x="144243" y="392116"/>
                  </a:lnTo>
                  <a:lnTo>
                    <a:pt x="144083" y="392171"/>
                  </a:lnTo>
                  <a:lnTo>
                    <a:pt x="143741" y="392175"/>
                  </a:lnTo>
                  <a:lnTo>
                    <a:pt x="143406" y="392116"/>
                  </a:lnTo>
                  <a:lnTo>
                    <a:pt x="143674" y="392393"/>
                  </a:lnTo>
                  <a:lnTo>
                    <a:pt x="143843" y="392568"/>
                  </a:lnTo>
                  <a:lnTo>
                    <a:pt x="144031" y="392776"/>
                  </a:lnTo>
                  <a:lnTo>
                    <a:pt x="144248" y="393052"/>
                  </a:lnTo>
                  <a:lnTo>
                    <a:pt x="144941" y="393031"/>
                  </a:lnTo>
                  <a:lnTo>
                    <a:pt x="145561" y="392915"/>
                  </a:lnTo>
                  <a:lnTo>
                    <a:pt x="145698" y="392915"/>
                  </a:lnTo>
                  <a:lnTo>
                    <a:pt x="146068" y="392956"/>
                  </a:lnTo>
                  <a:lnTo>
                    <a:pt x="146318" y="392943"/>
                  </a:lnTo>
                  <a:lnTo>
                    <a:pt x="146507" y="392907"/>
                  </a:lnTo>
                  <a:lnTo>
                    <a:pt x="146798" y="392739"/>
                  </a:lnTo>
                  <a:lnTo>
                    <a:pt x="147763" y="392665"/>
                  </a:lnTo>
                  <a:lnTo>
                    <a:pt x="148011" y="392528"/>
                  </a:lnTo>
                  <a:lnTo>
                    <a:pt x="148316" y="392322"/>
                  </a:lnTo>
                  <a:lnTo>
                    <a:pt x="148501" y="392217"/>
                  </a:lnTo>
                  <a:lnTo>
                    <a:pt x="148990" y="392036"/>
                  </a:lnTo>
                  <a:lnTo>
                    <a:pt x="149501" y="391894"/>
                  </a:lnTo>
                  <a:lnTo>
                    <a:pt x="150401" y="392012"/>
                  </a:lnTo>
                  <a:lnTo>
                    <a:pt x="151050" y="392049"/>
                  </a:lnTo>
                  <a:lnTo>
                    <a:pt x="151616" y="392154"/>
                  </a:lnTo>
                  <a:lnTo>
                    <a:pt x="151785" y="392228"/>
                  </a:lnTo>
                  <a:lnTo>
                    <a:pt x="151893" y="392359"/>
                  </a:lnTo>
                  <a:lnTo>
                    <a:pt x="151966" y="392655"/>
                  </a:lnTo>
                  <a:lnTo>
                    <a:pt x="151856" y="393214"/>
                  </a:lnTo>
                  <a:lnTo>
                    <a:pt x="151558" y="393344"/>
                  </a:lnTo>
                  <a:lnTo>
                    <a:pt x="151278" y="393425"/>
                  </a:lnTo>
                  <a:lnTo>
                    <a:pt x="151129" y="393551"/>
                  </a:lnTo>
                  <a:lnTo>
                    <a:pt x="151107" y="393754"/>
                  </a:lnTo>
                  <a:lnTo>
                    <a:pt x="151164" y="394206"/>
                  </a:lnTo>
                  <a:lnTo>
                    <a:pt x="151266" y="395122"/>
                  </a:lnTo>
                  <a:lnTo>
                    <a:pt x="152327" y="395023"/>
                  </a:lnTo>
                  <a:lnTo>
                    <a:pt x="152557" y="394900"/>
                  </a:lnTo>
                  <a:lnTo>
                    <a:pt x="152857" y="394876"/>
                  </a:lnTo>
                  <a:lnTo>
                    <a:pt x="153176" y="394901"/>
                  </a:lnTo>
                  <a:lnTo>
                    <a:pt x="153408" y="395053"/>
                  </a:lnTo>
                  <a:lnTo>
                    <a:pt x="153730" y="395419"/>
                  </a:lnTo>
                  <a:lnTo>
                    <a:pt x="153698" y="395762"/>
                  </a:lnTo>
                  <a:lnTo>
                    <a:pt x="153956" y="396130"/>
                  </a:lnTo>
                  <a:lnTo>
                    <a:pt x="154139" y="396441"/>
                  </a:lnTo>
                  <a:lnTo>
                    <a:pt x="154067" y="396887"/>
                  </a:lnTo>
                  <a:lnTo>
                    <a:pt x="154186" y="397256"/>
                  </a:lnTo>
                  <a:lnTo>
                    <a:pt x="154715" y="397434"/>
                  </a:lnTo>
                  <a:lnTo>
                    <a:pt x="155013" y="397682"/>
                  </a:lnTo>
                  <a:lnTo>
                    <a:pt x="154588" y="398129"/>
                  </a:lnTo>
                  <a:lnTo>
                    <a:pt x="154606" y="398578"/>
                  </a:lnTo>
                  <a:lnTo>
                    <a:pt x="154661" y="398743"/>
                  </a:lnTo>
                  <a:lnTo>
                    <a:pt x="154825" y="399058"/>
                  </a:lnTo>
                  <a:lnTo>
                    <a:pt x="155085" y="399315"/>
                  </a:lnTo>
                  <a:lnTo>
                    <a:pt x="155318" y="399725"/>
                  </a:lnTo>
                  <a:lnTo>
                    <a:pt x="155030" y="400046"/>
                  </a:lnTo>
                  <a:lnTo>
                    <a:pt x="154844" y="399959"/>
                  </a:lnTo>
                  <a:lnTo>
                    <a:pt x="154717" y="399830"/>
                  </a:lnTo>
                  <a:lnTo>
                    <a:pt x="154430" y="399697"/>
                  </a:lnTo>
                  <a:lnTo>
                    <a:pt x="153905" y="399901"/>
                  </a:lnTo>
                  <a:lnTo>
                    <a:pt x="153513" y="400236"/>
                  </a:lnTo>
                  <a:lnTo>
                    <a:pt x="153382" y="400444"/>
                  </a:lnTo>
                  <a:lnTo>
                    <a:pt x="153218" y="400767"/>
                  </a:lnTo>
                  <a:lnTo>
                    <a:pt x="153055" y="400658"/>
                  </a:lnTo>
                  <a:lnTo>
                    <a:pt x="152653" y="400476"/>
                  </a:lnTo>
                  <a:lnTo>
                    <a:pt x="152432" y="400514"/>
                  </a:lnTo>
                  <a:lnTo>
                    <a:pt x="152104" y="400616"/>
                  </a:lnTo>
                  <a:lnTo>
                    <a:pt x="151957" y="400698"/>
                  </a:lnTo>
                  <a:lnTo>
                    <a:pt x="151755" y="400864"/>
                  </a:lnTo>
                  <a:lnTo>
                    <a:pt x="151551" y="401120"/>
                  </a:lnTo>
                  <a:lnTo>
                    <a:pt x="151439" y="401385"/>
                  </a:lnTo>
                  <a:lnTo>
                    <a:pt x="151221" y="401434"/>
                  </a:lnTo>
                  <a:lnTo>
                    <a:pt x="150955" y="401524"/>
                  </a:lnTo>
                  <a:lnTo>
                    <a:pt x="150837" y="401660"/>
                  </a:lnTo>
                  <a:lnTo>
                    <a:pt x="150768" y="401798"/>
                  </a:lnTo>
                  <a:lnTo>
                    <a:pt x="150650" y="402190"/>
                  </a:lnTo>
                  <a:lnTo>
                    <a:pt x="150462" y="402683"/>
                  </a:lnTo>
                  <a:lnTo>
                    <a:pt x="150219" y="402528"/>
                  </a:lnTo>
                  <a:lnTo>
                    <a:pt x="150004" y="402632"/>
                  </a:lnTo>
                  <a:lnTo>
                    <a:pt x="149861" y="402781"/>
                  </a:lnTo>
                  <a:lnTo>
                    <a:pt x="149722" y="403098"/>
                  </a:lnTo>
                  <a:lnTo>
                    <a:pt x="149508" y="403086"/>
                  </a:lnTo>
                  <a:lnTo>
                    <a:pt x="149353" y="403056"/>
                  </a:lnTo>
                  <a:lnTo>
                    <a:pt x="149224" y="403087"/>
                  </a:lnTo>
                  <a:lnTo>
                    <a:pt x="148988" y="403207"/>
                  </a:lnTo>
                  <a:lnTo>
                    <a:pt x="148694" y="403527"/>
                  </a:lnTo>
                  <a:lnTo>
                    <a:pt x="148596" y="403725"/>
                  </a:lnTo>
                  <a:lnTo>
                    <a:pt x="148562" y="403867"/>
                  </a:lnTo>
                  <a:lnTo>
                    <a:pt x="148622" y="404020"/>
                  </a:lnTo>
                  <a:lnTo>
                    <a:pt x="148126" y="404213"/>
                  </a:lnTo>
                  <a:lnTo>
                    <a:pt x="147958" y="404450"/>
                  </a:lnTo>
                  <a:lnTo>
                    <a:pt x="147857" y="404769"/>
                  </a:lnTo>
                  <a:lnTo>
                    <a:pt x="147806" y="405110"/>
                  </a:lnTo>
                  <a:lnTo>
                    <a:pt x="147809" y="405556"/>
                  </a:lnTo>
                  <a:lnTo>
                    <a:pt x="147114" y="405930"/>
                  </a:lnTo>
                  <a:lnTo>
                    <a:pt x="147061" y="405676"/>
                  </a:lnTo>
                  <a:lnTo>
                    <a:pt x="147174" y="405402"/>
                  </a:lnTo>
                  <a:lnTo>
                    <a:pt x="147255" y="405094"/>
                  </a:lnTo>
                  <a:lnTo>
                    <a:pt x="147169" y="404736"/>
                  </a:lnTo>
                  <a:lnTo>
                    <a:pt x="147392" y="404349"/>
                  </a:lnTo>
                  <a:lnTo>
                    <a:pt x="147550" y="404027"/>
                  </a:lnTo>
                  <a:lnTo>
                    <a:pt x="147205" y="404069"/>
                  </a:lnTo>
                  <a:lnTo>
                    <a:pt x="147188" y="404394"/>
                  </a:lnTo>
                  <a:lnTo>
                    <a:pt x="146941" y="404451"/>
                  </a:lnTo>
                  <a:lnTo>
                    <a:pt x="146892" y="404127"/>
                  </a:lnTo>
                  <a:lnTo>
                    <a:pt x="146919" y="403848"/>
                  </a:lnTo>
                  <a:lnTo>
                    <a:pt x="146638" y="403736"/>
                  </a:lnTo>
                  <a:lnTo>
                    <a:pt x="146563" y="403463"/>
                  </a:lnTo>
                  <a:lnTo>
                    <a:pt x="146719" y="403221"/>
                  </a:lnTo>
                  <a:lnTo>
                    <a:pt x="146581" y="403191"/>
                  </a:lnTo>
                  <a:lnTo>
                    <a:pt x="146160" y="403293"/>
                  </a:lnTo>
                  <a:lnTo>
                    <a:pt x="146111" y="403871"/>
                  </a:lnTo>
                  <a:lnTo>
                    <a:pt x="146384" y="404220"/>
                  </a:lnTo>
                  <a:lnTo>
                    <a:pt x="146852" y="404693"/>
                  </a:lnTo>
                  <a:lnTo>
                    <a:pt x="146697" y="405010"/>
                  </a:lnTo>
                  <a:lnTo>
                    <a:pt x="146258" y="404860"/>
                  </a:lnTo>
                  <a:lnTo>
                    <a:pt x="146219" y="404488"/>
                  </a:lnTo>
                  <a:lnTo>
                    <a:pt x="145899" y="404260"/>
                  </a:lnTo>
                  <a:lnTo>
                    <a:pt x="145963" y="404451"/>
                  </a:lnTo>
                  <a:lnTo>
                    <a:pt x="145833" y="404659"/>
                  </a:lnTo>
                  <a:lnTo>
                    <a:pt x="145485" y="404532"/>
                  </a:lnTo>
                  <a:lnTo>
                    <a:pt x="146099" y="405177"/>
                  </a:lnTo>
                  <a:lnTo>
                    <a:pt x="146401" y="405347"/>
                  </a:lnTo>
                  <a:lnTo>
                    <a:pt x="146621" y="405350"/>
                  </a:lnTo>
                  <a:lnTo>
                    <a:pt x="146446" y="405564"/>
                  </a:lnTo>
                  <a:lnTo>
                    <a:pt x="146268" y="405710"/>
                  </a:lnTo>
                  <a:lnTo>
                    <a:pt x="146150" y="406021"/>
                  </a:lnTo>
                  <a:lnTo>
                    <a:pt x="145981" y="406298"/>
                  </a:lnTo>
                  <a:lnTo>
                    <a:pt x="145575" y="406743"/>
                  </a:lnTo>
                  <a:lnTo>
                    <a:pt x="145427" y="407179"/>
                  </a:lnTo>
                  <a:lnTo>
                    <a:pt x="145179" y="407699"/>
                  </a:lnTo>
                  <a:lnTo>
                    <a:pt x="144948" y="407632"/>
                  </a:lnTo>
                  <a:lnTo>
                    <a:pt x="144652" y="407749"/>
                  </a:lnTo>
                  <a:lnTo>
                    <a:pt x="144478" y="407902"/>
                  </a:lnTo>
                  <a:lnTo>
                    <a:pt x="144359" y="408080"/>
                  </a:lnTo>
                  <a:lnTo>
                    <a:pt x="144067" y="408651"/>
                  </a:lnTo>
                  <a:lnTo>
                    <a:pt x="143872" y="409273"/>
                  </a:lnTo>
                  <a:lnTo>
                    <a:pt x="143819" y="409546"/>
                  </a:lnTo>
                  <a:lnTo>
                    <a:pt x="143783" y="410400"/>
                  </a:lnTo>
                  <a:lnTo>
                    <a:pt x="143811" y="411339"/>
                  </a:lnTo>
                  <a:lnTo>
                    <a:pt x="143833" y="411629"/>
                  </a:lnTo>
                  <a:lnTo>
                    <a:pt x="144006" y="412143"/>
                  </a:lnTo>
                  <a:lnTo>
                    <a:pt x="143893" y="412362"/>
                  </a:lnTo>
                  <a:lnTo>
                    <a:pt x="143706" y="412602"/>
                  </a:lnTo>
                  <a:lnTo>
                    <a:pt x="143532" y="412725"/>
                  </a:lnTo>
                  <a:lnTo>
                    <a:pt x="143273" y="412550"/>
                  </a:lnTo>
                  <a:lnTo>
                    <a:pt x="143057" y="412480"/>
                  </a:lnTo>
                  <a:lnTo>
                    <a:pt x="142790" y="412493"/>
                  </a:lnTo>
                  <a:lnTo>
                    <a:pt x="142733" y="412303"/>
                  </a:lnTo>
                  <a:lnTo>
                    <a:pt x="142121" y="412407"/>
                  </a:lnTo>
                  <a:lnTo>
                    <a:pt x="141594" y="412534"/>
                  </a:lnTo>
                  <a:lnTo>
                    <a:pt x="141214" y="412769"/>
                  </a:lnTo>
                  <a:lnTo>
                    <a:pt x="140898" y="413073"/>
                  </a:lnTo>
                  <a:lnTo>
                    <a:pt x="140634" y="413418"/>
                  </a:lnTo>
                  <a:lnTo>
                    <a:pt x="140421" y="413849"/>
                  </a:lnTo>
                  <a:lnTo>
                    <a:pt x="140370" y="413997"/>
                  </a:lnTo>
                  <a:lnTo>
                    <a:pt x="140052" y="414051"/>
                  </a:lnTo>
                  <a:lnTo>
                    <a:pt x="139821" y="414101"/>
                  </a:lnTo>
                  <a:lnTo>
                    <a:pt x="139589" y="414248"/>
                  </a:lnTo>
                  <a:lnTo>
                    <a:pt x="139404" y="414493"/>
                  </a:lnTo>
                  <a:lnTo>
                    <a:pt x="139223" y="414845"/>
                  </a:lnTo>
                  <a:lnTo>
                    <a:pt x="139162" y="415024"/>
                  </a:lnTo>
                  <a:lnTo>
                    <a:pt x="139101" y="415287"/>
                  </a:lnTo>
                  <a:lnTo>
                    <a:pt x="139066" y="415474"/>
                  </a:lnTo>
                  <a:lnTo>
                    <a:pt x="139022" y="415903"/>
                  </a:lnTo>
                  <a:lnTo>
                    <a:pt x="139108" y="416412"/>
                  </a:lnTo>
                  <a:lnTo>
                    <a:pt x="138953" y="416411"/>
                  </a:lnTo>
                  <a:lnTo>
                    <a:pt x="138352" y="416209"/>
                  </a:lnTo>
                  <a:lnTo>
                    <a:pt x="137991" y="416569"/>
                  </a:lnTo>
                  <a:lnTo>
                    <a:pt x="137846" y="416998"/>
                  </a:lnTo>
                  <a:lnTo>
                    <a:pt x="137786" y="417281"/>
                  </a:lnTo>
                  <a:lnTo>
                    <a:pt x="137722" y="417722"/>
                  </a:lnTo>
                  <a:lnTo>
                    <a:pt x="137643" y="418052"/>
                  </a:lnTo>
                  <a:lnTo>
                    <a:pt x="137673" y="418342"/>
                  </a:lnTo>
                  <a:lnTo>
                    <a:pt x="137467" y="418688"/>
                  </a:lnTo>
                  <a:lnTo>
                    <a:pt x="136987" y="418901"/>
                  </a:lnTo>
                  <a:lnTo>
                    <a:pt x="136760" y="419230"/>
                  </a:lnTo>
                  <a:lnTo>
                    <a:pt x="136498" y="419297"/>
                  </a:lnTo>
                  <a:lnTo>
                    <a:pt x="136321" y="418830"/>
                  </a:lnTo>
                  <a:lnTo>
                    <a:pt x="136354" y="418580"/>
                  </a:lnTo>
                  <a:lnTo>
                    <a:pt x="136109" y="417901"/>
                  </a:lnTo>
                  <a:lnTo>
                    <a:pt x="135997" y="417537"/>
                  </a:lnTo>
                  <a:lnTo>
                    <a:pt x="136292" y="417407"/>
                  </a:lnTo>
                  <a:lnTo>
                    <a:pt x="136744" y="417052"/>
                  </a:lnTo>
                  <a:lnTo>
                    <a:pt x="137076" y="416544"/>
                  </a:lnTo>
                  <a:lnTo>
                    <a:pt x="137274" y="416307"/>
                  </a:lnTo>
                  <a:lnTo>
                    <a:pt x="137368" y="416167"/>
                  </a:lnTo>
                  <a:lnTo>
                    <a:pt x="137566" y="415764"/>
                  </a:lnTo>
                  <a:lnTo>
                    <a:pt x="137604" y="415474"/>
                  </a:lnTo>
                  <a:lnTo>
                    <a:pt x="137638" y="415227"/>
                  </a:lnTo>
                  <a:lnTo>
                    <a:pt x="138454" y="414746"/>
                  </a:lnTo>
                  <a:lnTo>
                    <a:pt x="138630" y="414515"/>
                  </a:lnTo>
                  <a:lnTo>
                    <a:pt x="137665" y="414224"/>
                  </a:lnTo>
                  <a:lnTo>
                    <a:pt x="137794" y="414150"/>
                  </a:lnTo>
                  <a:lnTo>
                    <a:pt x="137854" y="413922"/>
                  </a:lnTo>
                  <a:lnTo>
                    <a:pt x="137539" y="413678"/>
                  </a:lnTo>
                  <a:lnTo>
                    <a:pt x="137175" y="413260"/>
                  </a:lnTo>
                  <a:lnTo>
                    <a:pt x="137221" y="412992"/>
                  </a:lnTo>
                  <a:lnTo>
                    <a:pt x="137279" y="412810"/>
                  </a:lnTo>
                  <a:lnTo>
                    <a:pt x="137542" y="412530"/>
                  </a:lnTo>
                  <a:lnTo>
                    <a:pt x="137439" y="412421"/>
                  </a:lnTo>
                  <a:lnTo>
                    <a:pt x="137165" y="412738"/>
                  </a:lnTo>
                  <a:lnTo>
                    <a:pt x="137002" y="412982"/>
                  </a:lnTo>
                  <a:lnTo>
                    <a:pt x="137021" y="413414"/>
                  </a:lnTo>
                  <a:lnTo>
                    <a:pt x="136542" y="413671"/>
                  </a:lnTo>
                  <a:lnTo>
                    <a:pt x="136389" y="413389"/>
                  </a:lnTo>
                  <a:lnTo>
                    <a:pt x="135772" y="412912"/>
                  </a:lnTo>
                  <a:lnTo>
                    <a:pt x="135301" y="412669"/>
                  </a:lnTo>
                  <a:lnTo>
                    <a:pt x="135136" y="412570"/>
                  </a:lnTo>
                  <a:lnTo>
                    <a:pt x="135031" y="412366"/>
                  </a:lnTo>
                  <a:lnTo>
                    <a:pt x="134875" y="411884"/>
                  </a:lnTo>
                  <a:lnTo>
                    <a:pt x="134744" y="411786"/>
                  </a:lnTo>
                  <a:lnTo>
                    <a:pt x="134614" y="411775"/>
                  </a:lnTo>
                  <a:lnTo>
                    <a:pt x="134451" y="412033"/>
                  </a:lnTo>
                  <a:lnTo>
                    <a:pt x="134765" y="411911"/>
                  </a:lnTo>
                  <a:lnTo>
                    <a:pt x="134843" y="412186"/>
                  </a:lnTo>
                  <a:lnTo>
                    <a:pt x="134876" y="412453"/>
                  </a:lnTo>
                  <a:lnTo>
                    <a:pt x="135011" y="412670"/>
                  </a:lnTo>
                  <a:lnTo>
                    <a:pt x="135051" y="412971"/>
                  </a:lnTo>
                  <a:lnTo>
                    <a:pt x="134915" y="413266"/>
                  </a:lnTo>
                  <a:lnTo>
                    <a:pt x="134819" y="413415"/>
                  </a:lnTo>
                  <a:lnTo>
                    <a:pt x="134340" y="414052"/>
                  </a:lnTo>
                  <a:lnTo>
                    <a:pt x="134211" y="414447"/>
                  </a:lnTo>
                  <a:lnTo>
                    <a:pt x="134126" y="414633"/>
                  </a:lnTo>
                  <a:lnTo>
                    <a:pt x="134075" y="414771"/>
                  </a:lnTo>
                  <a:lnTo>
                    <a:pt x="134037" y="414938"/>
                  </a:lnTo>
                  <a:lnTo>
                    <a:pt x="134024" y="415155"/>
                  </a:lnTo>
                  <a:lnTo>
                    <a:pt x="134338" y="415603"/>
                  </a:lnTo>
                  <a:lnTo>
                    <a:pt x="134505" y="415910"/>
                  </a:lnTo>
                  <a:lnTo>
                    <a:pt x="134502" y="416058"/>
                  </a:lnTo>
                  <a:lnTo>
                    <a:pt x="134630" y="416288"/>
                  </a:lnTo>
                  <a:lnTo>
                    <a:pt x="134778" y="416585"/>
                  </a:lnTo>
                  <a:lnTo>
                    <a:pt x="134665" y="416907"/>
                  </a:lnTo>
                  <a:lnTo>
                    <a:pt x="134149" y="417097"/>
                  </a:lnTo>
                  <a:lnTo>
                    <a:pt x="134011" y="417164"/>
                  </a:lnTo>
                  <a:lnTo>
                    <a:pt x="133881" y="417240"/>
                  </a:lnTo>
                  <a:lnTo>
                    <a:pt x="133690" y="417361"/>
                  </a:lnTo>
                  <a:lnTo>
                    <a:pt x="133551" y="417451"/>
                  </a:lnTo>
                  <a:lnTo>
                    <a:pt x="133237" y="417720"/>
                  </a:lnTo>
                  <a:lnTo>
                    <a:pt x="132965" y="417989"/>
                  </a:lnTo>
                  <a:lnTo>
                    <a:pt x="132487" y="418352"/>
                  </a:lnTo>
                  <a:lnTo>
                    <a:pt x="132252" y="418583"/>
                  </a:lnTo>
                  <a:lnTo>
                    <a:pt x="132097" y="418793"/>
                  </a:lnTo>
                  <a:lnTo>
                    <a:pt x="131738" y="419369"/>
                  </a:lnTo>
                  <a:lnTo>
                    <a:pt x="131517" y="419786"/>
                  </a:lnTo>
                  <a:lnTo>
                    <a:pt x="131391" y="420071"/>
                  </a:lnTo>
                  <a:lnTo>
                    <a:pt x="131246" y="420497"/>
                  </a:lnTo>
                  <a:lnTo>
                    <a:pt x="131113" y="420973"/>
                  </a:lnTo>
                  <a:lnTo>
                    <a:pt x="131025" y="421391"/>
                  </a:lnTo>
                  <a:lnTo>
                    <a:pt x="130924" y="421975"/>
                  </a:lnTo>
                  <a:lnTo>
                    <a:pt x="130888" y="422715"/>
                  </a:lnTo>
                  <a:lnTo>
                    <a:pt x="130868" y="422966"/>
                  </a:lnTo>
                  <a:lnTo>
                    <a:pt x="130877" y="423385"/>
                  </a:lnTo>
                  <a:lnTo>
                    <a:pt x="130911" y="423693"/>
                  </a:lnTo>
                  <a:lnTo>
                    <a:pt x="130954" y="424020"/>
                  </a:lnTo>
                  <a:lnTo>
                    <a:pt x="130979" y="424191"/>
                  </a:lnTo>
                  <a:lnTo>
                    <a:pt x="131035" y="424390"/>
                  </a:lnTo>
                  <a:lnTo>
                    <a:pt x="131114" y="424601"/>
                  </a:lnTo>
                  <a:lnTo>
                    <a:pt x="131236" y="424854"/>
                  </a:lnTo>
                  <a:lnTo>
                    <a:pt x="131697" y="425323"/>
                  </a:lnTo>
                  <a:lnTo>
                    <a:pt x="131525" y="425569"/>
                  </a:lnTo>
                  <a:lnTo>
                    <a:pt x="131348" y="425707"/>
                  </a:lnTo>
                  <a:lnTo>
                    <a:pt x="131215" y="425852"/>
                  </a:lnTo>
                  <a:lnTo>
                    <a:pt x="130934" y="426217"/>
                  </a:lnTo>
                  <a:lnTo>
                    <a:pt x="130904" y="426630"/>
                  </a:lnTo>
                  <a:lnTo>
                    <a:pt x="130791" y="426867"/>
                  </a:lnTo>
                  <a:lnTo>
                    <a:pt x="130325" y="427054"/>
                  </a:lnTo>
                  <a:lnTo>
                    <a:pt x="130316" y="427250"/>
                  </a:lnTo>
                  <a:lnTo>
                    <a:pt x="130275" y="427585"/>
                  </a:lnTo>
                  <a:lnTo>
                    <a:pt x="130110" y="427862"/>
                  </a:lnTo>
                  <a:lnTo>
                    <a:pt x="129553" y="428072"/>
                  </a:lnTo>
                  <a:lnTo>
                    <a:pt x="129433" y="428457"/>
                  </a:lnTo>
                  <a:lnTo>
                    <a:pt x="129412" y="428928"/>
                  </a:lnTo>
                  <a:lnTo>
                    <a:pt x="129292" y="429326"/>
                  </a:lnTo>
                  <a:lnTo>
                    <a:pt x="128934" y="429216"/>
                  </a:lnTo>
                  <a:lnTo>
                    <a:pt x="129010" y="428494"/>
                  </a:lnTo>
                  <a:lnTo>
                    <a:pt x="129039" y="428097"/>
                  </a:lnTo>
                  <a:lnTo>
                    <a:pt x="129218" y="428074"/>
                  </a:lnTo>
                  <a:lnTo>
                    <a:pt x="129543" y="427921"/>
                  </a:lnTo>
                  <a:lnTo>
                    <a:pt x="129571" y="427192"/>
                  </a:lnTo>
                  <a:lnTo>
                    <a:pt x="129167" y="426555"/>
                  </a:lnTo>
                  <a:lnTo>
                    <a:pt x="129354" y="425998"/>
                  </a:lnTo>
                  <a:lnTo>
                    <a:pt x="129648" y="425635"/>
                  </a:lnTo>
                  <a:lnTo>
                    <a:pt x="129958" y="425281"/>
                  </a:lnTo>
                  <a:lnTo>
                    <a:pt x="130275" y="424955"/>
                  </a:lnTo>
                  <a:lnTo>
                    <a:pt x="130308" y="424772"/>
                  </a:lnTo>
                  <a:lnTo>
                    <a:pt x="130389" y="424144"/>
                  </a:lnTo>
                  <a:lnTo>
                    <a:pt x="130396" y="423775"/>
                  </a:lnTo>
                  <a:lnTo>
                    <a:pt x="130059" y="422878"/>
                  </a:lnTo>
                  <a:lnTo>
                    <a:pt x="130062" y="422727"/>
                  </a:lnTo>
                  <a:lnTo>
                    <a:pt x="130053" y="422593"/>
                  </a:lnTo>
                  <a:lnTo>
                    <a:pt x="129996" y="422440"/>
                  </a:lnTo>
                  <a:lnTo>
                    <a:pt x="129892" y="422207"/>
                  </a:lnTo>
                  <a:lnTo>
                    <a:pt x="129691" y="421844"/>
                  </a:lnTo>
                  <a:lnTo>
                    <a:pt x="129899" y="421578"/>
                  </a:lnTo>
                  <a:lnTo>
                    <a:pt x="129572" y="421171"/>
                  </a:lnTo>
                  <a:lnTo>
                    <a:pt x="129485" y="421004"/>
                  </a:lnTo>
                  <a:lnTo>
                    <a:pt x="129414" y="420867"/>
                  </a:lnTo>
                  <a:lnTo>
                    <a:pt x="129201" y="420707"/>
                  </a:lnTo>
                  <a:lnTo>
                    <a:pt x="128885" y="420541"/>
                  </a:lnTo>
                  <a:lnTo>
                    <a:pt x="128690" y="420671"/>
                  </a:lnTo>
                  <a:lnTo>
                    <a:pt x="128274" y="420248"/>
                  </a:lnTo>
                  <a:lnTo>
                    <a:pt x="128472" y="419949"/>
                  </a:lnTo>
                  <a:lnTo>
                    <a:pt x="128105" y="419617"/>
                  </a:lnTo>
                  <a:lnTo>
                    <a:pt x="128074" y="419955"/>
                  </a:lnTo>
                  <a:lnTo>
                    <a:pt x="127784" y="419841"/>
                  </a:lnTo>
                  <a:lnTo>
                    <a:pt x="127257" y="419263"/>
                  </a:lnTo>
                  <a:lnTo>
                    <a:pt x="126951" y="419232"/>
                  </a:lnTo>
                  <a:lnTo>
                    <a:pt x="126436" y="419091"/>
                  </a:lnTo>
                  <a:lnTo>
                    <a:pt x="126093" y="418911"/>
                  </a:lnTo>
                  <a:lnTo>
                    <a:pt x="125692" y="418694"/>
                  </a:lnTo>
                  <a:lnTo>
                    <a:pt x="125473" y="418636"/>
                  </a:lnTo>
                  <a:lnTo>
                    <a:pt x="125104" y="418462"/>
                  </a:lnTo>
                  <a:lnTo>
                    <a:pt x="124606" y="418563"/>
                  </a:lnTo>
                  <a:lnTo>
                    <a:pt x="124424" y="418479"/>
                  </a:lnTo>
                  <a:lnTo>
                    <a:pt x="124154" y="418514"/>
                  </a:lnTo>
                  <a:lnTo>
                    <a:pt x="123636" y="418479"/>
                  </a:lnTo>
                  <a:lnTo>
                    <a:pt x="123420" y="418442"/>
                  </a:lnTo>
                  <a:lnTo>
                    <a:pt x="123037" y="418289"/>
                  </a:lnTo>
                  <a:lnTo>
                    <a:pt x="122658" y="417967"/>
                  </a:lnTo>
                  <a:lnTo>
                    <a:pt x="122519" y="417715"/>
                  </a:lnTo>
                  <a:lnTo>
                    <a:pt x="122351" y="417549"/>
                  </a:lnTo>
                  <a:lnTo>
                    <a:pt x="121821" y="417243"/>
                  </a:lnTo>
                  <a:lnTo>
                    <a:pt x="121603" y="417259"/>
                  </a:lnTo>
                  <a:lnTo>
                    <a:pt x="120568" y="417416"/>
                  </a:lnTo>
                  <a:lnTo>
                    <a:pt x="120336" y="417772"/>
                  </a:lnTo>
                  <a:lnTo>
                    <a:pt x="120731" y="417742"/>
                  </a:lnTo>
                  <a:lnTo>
                    <a:pt x="120917" y="417940"/>
                  </a:lnTo>
                  <a:lnTo>
                    <a:pt x="121111" y="418532"/>
                  </a:lnTo>
                  <a:lnTo>
                    <a:pt x="121289" y="418635"/>
                  </a:lnTo>
                  <a:lnTo>
                    <a:pt x="121647" y="418800"/>
                  </a:lnTo>
                  <a:lnTo>
                    <a:pt x="121962" y="418880"/>
                  </a:lnTo>
                  <a:lnTo>
                    <a:pt x="122130" y="418915"/>
                  </a:lnTo>
                  <a:lnTo>
                    <a:pt x="122605" y="418995"/>
                  </a:lnTo>
                  <a:lnTo>
                    <a:pt x="122902" y="419009"/>
                  </a:lnTo>
                  <a:lnTo>
                    <a:pt x="123250" y="418948"/>
                  </a:lnTo>
                  <a:lnTo>
                    <a:pt x="123425" y="418907"/>
                  </a:lnTo>
                  <a:lnTo>
                    <a:pt x="123830" y="419009"/>
                  </a:lnTo>
                  <a:lnTo>
                    <a:pt x="124266" y="419299"/>
                  </a:lnTo>
                  <a:lnTo>
                    <a:pt x="124384" y="419484"/>
                  </a:lnTo>
                  <a:lnTo>
                    <a:pt x="124463" y="420162"/>
                  </a:lnTo>
                  <a:lnTo>
                    <a:pt x="124461" y="420401"/>
                  </a:lnTo>
                  <a:lnTo>
                    <a:pt x="124684" y="420745"/>
                  </a:lnTo>
                  <a:lnTo>
                    <a:pt x="124907" y="421061"/>
                  </a:lnTo>
                  <a:lnTo>
                    <a:pt x="125050" y="421205"/>
                  </a:lnTo>
                  <a:lnTo>
                    <a:pt x="125218" y="421452"/>
                  </a:lnTo>
                  <a:lnTo>
                    <a:pt x="125066" y="421637"/>
                  </a:lnTo>
                  <a:lnTo>
                    <a:pt x="124699" y="422182"/>
                  </a:lnTo>
                  <a:lnTo>
                    <a:pt x="124614" y="422400"/>
                  </a:lnTo>
                  <a:lnTo>
                    <a:pt x="124434" y="422676"/>
                  </a:lnTo>
                  <a:lnTo>
                    <a:pt x="124405" y="422804"/>
                  </a:lnTo>
                  <a:lnTo>
                    <a:pt x="124734" y="423150"/>
                  </a:lnTo>
                  <a:lnTo>
                    <a:pt x="124362" y="423439"/>
                  </a:lnTo>
                  <a:lnTo>
                    <a:pt x="124229" y="423544"/>
                  </a:lnTo>
                  <a:lnTo>
                    <a:pt x="123995" y="423781"/>
                  </a:lnTo>
                  <a:lnTo>
                    <a:pt x="123780" y="423846"/>
                  </a:lnTo>
                  <a:lnTo>
                    <a:pt x="123601" y="423850"/>
                  </a:lnTo>
                  <a:lnTo>
                    <a:pt x="123536" y="424178"/>
                  </a:lnTo>
                  <a:lnTo>
                    <a:pt x="123542" y="424368"/>
                  </a:lnTo>
                  <a:lnTo>
                    <a:pt x="123629" y="425127"/>
                  </a:lnTo>
                  <a:lnTo>
                    <a:pt x="123309" y="425329"/>
                  </a:lnTo>
                  <a:lnTo>
                    <a:pt x="123071" y="425479"/>
                  </a:lnTo>
                  <a:lnTo>
                    <a:pt x="122866" y="425685"/>
                  </a:lnTo>
                  <a:lnTo>
                    <a:pt x="122546" y="426184"/>
                  </a:lnTo>
                  <a:lnTo>
                    <a:pt x="122363" y="426509"/>
                  </a:lnTo>
                  <a:lnTo>
                    <a:pt x="122013" y="427202"/>
                  </a:lnTo>
                  <a:lnTo>
                    <a:pt x="121824" y="427093"/>
                  </a:lnTo>
                  <a:lnTo>
                    <a:pt x="121502" y="426725"/>
                  </a:lnTo>
                  <a:lnTo>
                    <a:pt x="120977" y="426320"/>
                  </a:lnTo>
                  <a:lnTo>
                    <a:pt x="120831" y="426247"/>
                  </a:lnTo>
                  <a:lnTo>
                    <a:pt x="120681" y="426543"/>
                  </a:lnTo>
                  <a:lnTo>
                    <a:pt x="121047" y="426729"/>
                  </a:lnTo>
                  <a:lnTo>
                    <a:pt x="121220" y="426815"/>
                  </a:lnTo>
                  <a:lnTo>
                    <a:pt x="121391" y="426973"/>
                  </a:lnTo>
                  <a:lnTo>
                    <a:pt x="121570" y="427273"/>
                  </a:lnTo>
                  <a:lnTo>
                    <a:pt x="121730" y="427584"/>
                  </a:lnTo>
                  <a:lnTo>
                    <a:pt x="121860" y="427839"/>
                  </a:lnTo>
                  <a:lnTo>
                    <a:pt x="121906" y="428057"/>
                  </a:lnTo>
                  <a:lnTo>
                    <a:pt x="122341" y="428178"/>
                  </a:lnTo>
                  <a:lnTo>
                    <a:pt x="122525" y="427939"/>
                  </a:lnTo>
                  <a:lnTo>
                    <a:pt x="122964" y="428034"/>
                  </a:lnTo>
                  <a:lnTo>
                    <a:pt x="123190" y="428105"/>
                  </a:lnTo>
                  <a:lnTo>
                    <a:pt x="123496" y="427975"/>
                  </a:lnTo>
                  <a:lnTo>
                    <a:pt x="123490" y="427595"/>
                  </a:lnTo>
                  <a:lnTo>
                    <a:pt x="123803" y="427554"/>
                  </a:lnTo>
                  <a:lnTo>
                    <a:pt x="124207" y="427648"/>
                  </a:lnTo>
                  <a:lnTo>
                    <a:pt x="124278" y="427414"/>
                  </a:lnTo>
                  <a:lnTo>
                    <a:pt x="124471" y="426984"/>
                  </a:lnTo>
                  <a:lnTo>
                    <a:pt x="124948" y="427123"/>
                  </a:lnTo>
                  <a:lnTo>
                    <a:pt x="125013" y="427342"/>
                  </a:lnTo>
                  <a:lnTo>
                    <a:pt x="124951" y="427636"/>
                  </a:lnTo>
                  <a:lnTo>
                    <a:pt x="125399" y="427533"/>
                  </a:lnTo>
                  <a:lnTo>
                    <a:pt x="125657" y="427601"/>
                  </a:lnTo>
                  <a:lnTo>
                    <a:pt x="125854" y="427996"/>
                  </a:lnTo>
                  <a:lnTo>
                    <a:pt x="126126" y="428064"/>
                  </a:lnTo>
                  <a:lnTo>
                    <a:pt x="126364" y="428141"/>
                  </a:lnTo>
                  <a:lnTo>
                    <a:pt x="126082" y="428551"/>
                  </a:lnTo>
                  <a:lnTo>
                    <a:pt x="125946" y="428990"/>
                  </a:lnTo>
                  <a:lnTo>
                    <a:pt x="125792" y="429577"/>
                  </a:lnTo>
                  <a:lnTo>
                    <a:pt x="125424" y="429538"/>
                  </a:lnTo>
                  <a:lnTo>
                    <a:pt x="125278" y="429243"/>
                  </a:lnTo>
                  <a:lnTo>
                    <a:pt x="124857" y="428897"/>
                  </a:lnTo>
                  <a:lnTo>
                    <a:pt x="124695" y="428964"/>
                  </a:lnTo>
                  <a:lnTo>
                    <a:pt x="124322" y="429248"/>
                  </a:lnTo>
                  <a:lnTo>
                    <a:pt x="124265" y="429544"/>
                  </a:lnTo>
                  <a:lnTo>
                    <a:pt x="124201" y="429835"/>
                  </a:lnTo>
                  <a:lnTo>
                    <a:pt x="123858" y="430288"/>
                  </a:lnTo>
                  <a:lnTo>
                    <a:pt x="123782" y="430453"/>
                  </a:lnTo>
                  <a:lnTo>
                    <a:pt x="123658" y="430830"/>
                  </a:lnTo>
                  <a:lnTo>
                    <a:pt x="123647" y="431197"/>
                  </a:lnTo>
                  <a:lnTo>
                    <a:pt x="123649" y="431439"/>
                  </a:lnTo>
                  <a:lnTo>
                    <a:pt x="123664" y="431648"/>
                  </a:lnTo>
                  <a:lnTo>
                    <a:pt x="124181" y="432064"/>
                  </a:lnTo>
                  <a:lnTo>
                    <a:pt x="124529" y="432417"/>
                  </a:lnTo>
                  <a:lnTo>
                    <a:pt x="124321" y="432747"/>
                  </a:lnTo>
                  <a:lnTo>
                    <a:pt x="123871" y="432715"/>
                  </a:lnTo>
                  <a:lnTo>
                    <a:pt x="123379" y="432873"/>
                  </a:lnTo>
                  <a:lnTo>
                    <a:pt x="123160" y="432961"/>
                  </a:lnTo>
                  <a:lnTo>
                    <a:pt x="122829" y="432457"/>
                  </a:lnTo>
                  <a:lnTo>
                    <a:pt x="122454" y="432481"/>
                  </a:lnTo>
                  <a:lnTo>
                    <a:pt x="122375" y="432215"/>
                  </a:lnTo>
                  <a:lnTo>
                    <a:pt x="122005" y="432263"/>
                  </a:lnTo>
                  <a:lnTo>
                    <a:pt x="121410" y="432831"/>
                  </a:lnTo>
                  <a:lnTo>
                    <a:pt x="121224" y="433219"/>
                  </a:lnTo>
                  <a:lnTo>
                    <a:pt x="121126" y="433504"/>
                  </a:lnTo>
                  <a:lnTo>
                    <a:pt x="121058" y="433772"/>
                  </a:lnTo>
                  <a:lnTo>
                    <a:pt x="120994" y="434104"/>
                  </a:lnTo>
                  <a:lnTo>
                    <a:pt x="120985" y="434319"/>
                  </a:lnTo>
                  <a:lnTo>
                    <a:pt x="120973" y="434866"/>
                  </a:lnTo>
                  <a:lnTo>
                    <a:pt x="120985" y="435065"/>
                  </a:lnTo>
                  <a:lnTo>
                    <a:pt x="121050" y="435453"/>
                  </a:lnTo>
                  <a:lnTo>
                    <a:pt x="121208" y="435874"/>
                  </a:lnTo>
                  <a:lnTo>
                    <a:pt x="121603" y="436050"/>
                  </a:lnTo>
                  <a:lnTo>
                    <a:pt x="121918" y="435933"/>
                  </a:lnTo>
                  <a:lnTo>
                    <a:pt x="122276" y="436297"/>
                  </a:lnTo>
                  <a:lnTo>
                    <a:pt x="121953" y="436663"/>
                  </a:lnTo>
                  <a:lnTo>
                    <a:pt x="121587" y="436305"/>
                  </a:lnTo>
                  <a:lnTo>
                    <a:pt x="121381" y="436312"/>
                  </a:lnTo>
                  <a:lnTo>
                    <a:pt x="121213" y="436379"/>
                  </a:lnTo>
                  <a:lnTo>
                    <a:pt x="120775" y="436640"/>
                  </a:lnTo>
                  <a:lnTo>
                    <a:pt x="120509" y="436682"/>
                  </a:lnTo>
                  <a:lnTo>
                    <a:pt x="120309" y="436682"/>
                  </a:lnTo>
                  <a:lnTo>
                    <a:pt x="120084" y="436727"/>
                  </a:lnTo>
                  <a:lnTo>
                    <a:pt x="119912" y="436775"/>
                  </a:lnTo>
                  <a:lnTo>
                    <a:pt x="119700" y="436858"/>
                  </a:lnTo>
                  <a:lnTo>
                    <a:pt x="119380" y="436983"/>
                  </a:lnTo>
                  <a:lnTo>
                    <a:pt x="118867" y="437036"/>
                  </a:lnTo>
                  <a:lnTo>
                    <a:pt x="118750" y="436843"/>
                  </a:lnTo>
                  <a:lnTo>
                    <a:pt x="118616" y="436753"/>
                  </a:lnTo>
                  <a:lnTo>
                    <a:pt x="118442" y="436694"/>
                  </a:lnTo>
                  <a:lnTo>
                    <a:pt x="118126" y="436679"/>
                  </a:lnTo>
                  <a:lnTo>
                    <a:pt x="117998" y="436693"/>
                  </a:lnTo>
                  <a:lnTo>
                    <a:pt x="117780" y="436745"/>
                  </a:lnTo>
                  <a:lnTo>
                    <a:pt x="117181" y="436898"/>
                  </a:lnTo>
                  <a:lnTo>
                    <a:pt x="116848" y="437047"/>
                  </a:lnTo>
                  <a:lnTo>
                    <a:pt x="116630" y="437137"/>
                  </a:lnTo>
                  <a:lnTo>
                    <a:pt x="116320" y="437120"/>
                  </a:lnTo>
                  <a:lnTo>
                    <a:pt x="116299" y="436931"/>
                  </a:lnTo>
                  <a:lnTo>
                    <a:pt x="116588" y="436554"/>
                  </a:lnTo>
                  <a:lnTo>
                    <a:pt x="116876" y="436362"/>
                  </a:lnTo>
                  <a:lnTo>
                    <a:pt x="117090" y="436096"/>
                  </a:lnTo>
                  <a:lnTo>
                    <a:pt x="117229" y="435935"/>
                  </a:lnTo>
                  <a:lnTo>
                    <a:pt x="117430" y="435707"/>
                  </a:lnTo>
                  <a:lnTo>
                    <a:pt x="117583" y="435519"/>
                  </a:lnTo>
                  <a:lnTo>
                    <a:pt x="117926" y="435259"/>
                  </a:lnTo>
                  <a:lnTo>
                    <a:pt x="118283" y="435113"/>
                  </a:lnTo>
                  <a:lnTo>
                    <a:pt x="118471" y="434663"/>
                  </a:lnTo>
                  <a:lnTo>
                    <a:pt x="119134" y="433818"/>
                  </a:lnTo>
                  <a:lnTo>
                    <a:pt x="118965" y="433321"/>
                  </a:lnTo>
                  <a:lnTo>
                    <a:pt x="118388" y="431775"/>
                  </a:lnTo>
                  <a:lnTo>
                    <a:pt x="118177" y="431663"/>
                  </a:lnTo>
                  <a:lnTo>
                    <a:pt x="117963" y="431658"/>
                  </a:lnTo>
                  <a:lnTo>
                    <a:pt x="117773" y="431617"/>
                  </a:lnTo>
                  <a:lnTo>
                    <a:pt x="117709" y="431401"/>
                  </a:lnTo>
                  <a:lnTo>
                    <a:pt x="117433" y="430910"/>
                  </a:lnTo>
                  <a:lnTo>
                    <a:pt x="117518" y="430599"/>
                  </a:lnTo>
                  <a:lnTo>
                    <a:pt x="118008" y="430215"/>
                  </a:lnTo>
                  <a:lnTo>
                    <a:pt x="118174" y="429913"/>
                  </a:lnTo>
                  <a:lnTo>
                    <a:pt x="118361" y="429666"/>
                  </a:lnTo>
                  <a:lnTo>
                    <a:pt x="118470" y="429152"/>
                  </a:lnTo>
                  <a:lnTo>
                    <a:pt x="118186" y="428734"/>
                  </a:lnTo>
                  <a:lnTo>
                    <a:pt x="118046" y="428571"/>
                  </a:lnTo>
                  <a:lnTo>
                    <a:pt x="117923" y="428367"/>
                  </a:lnTo>
                  <a:lnTo>
                    <a:pt x="118031" y="427487"/>
                  </a:lnTo>
                  <a:lnTo>
                    <a:pt x="118615" y="426994"/>
                  </a:lnTo>
                  <a:lnTo>
                    <a:pt x="118844" y="426781"/>
                  </a:lnTo>
                  <a:lnTo>
                    <a:pt x="118693" y="426601"/>
                  </a:lnTo>
                  <a:lnTo>
                    <a:pt x="118907" y="426368"/>
                  </a:lnTo>
                  <a:lnTo>
                    <a:pt x="119195" y="426117"/>
                  </a:lnTo>
                  <a:lnTo>
                    <a:pt x="119643" y="425860"/>
                  </a:lnTo>
                  <a:lnTo>
                    <a:pt x="119802" y="425838"/>
                  </a:lnTo>
                  <a:lnTo>
                    <a:pt x="119970" y="425848"/>
                  </a:lnTo>
                  <a:lnTo>
                    <a:pt x="120134" y="425983"/>
                  </a:lnTo>
                  <a:lnTo>
                    <a:pt x="120564" y="426210"/>
                  </a:lnTo>
                  <a:lnTo>
                    <a:pt x="120301" y="425860"/>
                  </a:lnTo>
                  <a:lnTo>
                    <a:pt x="120144" y="425657"/>
                  </a:lnTo>
                  <a:lnTo>
                    <a:pt x="119367" y="425686"/>
                  </a:lnTo>
                  <a:lnTo>
                    <a:pt x="119195" y="425836"/>
                  </a:lnTo>
                  <a:lnTo>
                    <a:pt x="118381" y="426586"/>
                  </a:lnTo>
                  <a:lnTo>
                    <a:pt x="118351" y="426776"/>
                  </a:lnTo>
                  <a:lnTo>
                    <a:pt x="118124" y="427038"/>
                  </a:lnTo>
                  <a:lnTo>
                    <a:pt x="118002" y="427167"/>
                  </a:lnTo>
                  <a:lnTo>
                    <a:pt x="117574" y="427463"/>
                  </a:lnTo>
                  <a:lnTo>
                    <a:pt x="117419" y="427425"/>
                  </a:lnTo>
                  <a:lnTo>
                    <a:pt x="116999" y="427456"/>
                  </a:lnTo>
                  <a:lnTo>
                    <a:pt x="116580" y="427490"/>
                  </a:lnTo>
                  <a:lnTo>
                    <a:pt x="116309" y="427199"/>
                  </a:lnTo>
                  <a:lnTo>
                    <a:pt x="116174" y="427445"/>
                  </a:lnTo>
                  <a:lnTo>
                    <a:pt x="116225" y="427822"/>
                  </a:lnTo>
                  <a:lnTo>
                    <a:pt x="115924" y="427988"/>
                  </a:lnTo>
                  <a:lnTo>
                    <a:pt x="115703" y="428052"/>
                  </a:lnTo>
                  <a:lnTo>
                    <a:pt x="114992" y="428221"/>
                  </a:lnTo>
                  <a:lnTo>
                    <a:pt x="114517" y="428413"/>
                  </a:lnTo>
                  <a:lnTo>
                    <a:pt x="114338" y="428444"/>
                  </a:lnTo>
                  <a:lnTo>
                    <a:pt x="114277" y="428766"/>
                  </a:lnTo>
                  <a:lnTo>
                    <a:pt x="114228" y="429123"/>
                  </a:lnTo>
                  <a:lnTo>
                    <a:pt x="114111" y="429613"/>
                  </a:lnTo>
                  <a:lnTo>
                    <a:pt x="114165" y="429834"/>
                  </a:lnTo>
                  <a:lnTo>
                    <a:pt x="114324" y="430446"/>
                  </a:lnTo>
                  <a:lnTo>
                    <a:pt x="114366" y="430690"/>
                  </a:lnTo>
                  <a:lnTo>
                    <a:pt x="114418" y="430886"/>
                  </a:lnTo>
                  <a:lnTo>
                    <a:pt x="114492" y="431143"/>
                  </a:lnTo>
                  <a:lnTo>
                    <a:pt x="114540" y="431355"/>
                  </a:lnTo>
                  <a:lnTo>
                    <a:pt x="114446" y="431513"/>
                  </a:lnTo>
                  <a:lnTo>
                    <a:pt x="114308" y="431495"/>
                  </a:lnTo>
                  <a:lnTo>
                    <a:pt x="113937" y="431822"/>
                  </a:lnTo>
                  <a:lnTo>
                    <a:pt x="113930" y="431972"/>
                  </a:lnTo>
                  <a:lnTo>
                    <a:pt x="113938" y="432150"/>
                  </a:lnTo>
                  <a:lnTo>
                    <a:pt x="113925" y="432348"/>
                  </a:lnTo>
                  <a:lnTo>
                    <a:pt x="114015" y="432877"/>
                  </a:lnTo>
                  <a:lnTo>
                    <a:pt x="114110" y="433084"/>
                  </a:lnTo>
                  <a:lnTo>
                    <a:pt x="114286" y="433370"/>
                  </a:lnTo>
                  <a:lnTo>
                    <a:pt x="114627" y="433835"/>
                  </a:lnTo>
                  <a:lnTo>
                    <a:pt x="114574" y="434062"/>
                  </a:lnTo>
                  <a:lnTo>
                    <a:pt x="114384" y="434254"/>
                  </a:lnTo>
                  <a:lnTo>
                    <a:pt x="114067" y="434308"/>
                  </a:lnTo>
                  <a:lnTo>
                    <a:pt x="113437" y="434422"/>
                  </a:lnTo>
                  <a:lnTo>
                    <a:pt x="113325" y="435041"/>
                  </a:lnTo>
                  <a:lnTo>
                    <a:pt x="113124" y="435313"/>
                  </a:lnTo>
                  <a:lnTo>
                    <a:pt x="112835" y="435379"/>
                  </a:lnTo>
                  <a:lnTo>
                    <a:pt x="112321" y="435520"/>
                  </a:lnTo>
                  <a:lnTo>
                    <a:pt x="112268" y="435196"/>
                  </a:lnTo>
                  <a:lnTo>
                    <a:pt x="112270" y="434782"/>
                  </a:lnTo>
                  <a:lnTo>
                    <a:pt x="112161" y="434166"/>
                  </a:lnTo>
                  <a:lnTo>
                    <a:pt x="112312" y="433841"/>
                  </a:lnTo>
                  <a:lnTo>
                    <a:pt x="112490" y="433572"/>
                  </a:lnTo>
                  <a:lnTo>
                    <a:pt x="112488" y="433342"/>
                  </a:lnTo>
                  <a:lnTo>
                    <a:pt x="112597" y="432893"/>
                  </a:lnTo>
                  <a:lnTo>
                    <a:pt x="112780" y="432526"/>
                  </a:lnTo>
                  <a:lnTo>
                    <a:pt x="112839" y="432325"/>
                  </a:lnTo>
                  <a:lnTo>
                    <a:pt x="113014" y="431758"/>
                  </a:lnTo>
                  <a:lnTo>
                    <a:pt x="112696" y="431160"/>
                  </a:lnTo>
                  <a:lnTo>
                    <a:pt x="112458" y="430942"/>
                  </a:lnTo>
                  <a:lnTo>
                    <a:pt x="112368" y="430994"/>
                  </a:lnTo>
                  <a:lnTo>
                    <a:pt x="112514" y="431113"/>
                  </a:lnTo>
                  <a:lnTo>
                    <a:pt x="112641" y="431369"/>
                  </a:lnTo>
                  <a:lnTo>
                    <a:pt x="112755" y="431701"/>
                  </a:lnTo>
                  <a:lnTo>
                    <a:pt x="112364" y="431769"/>
                  </a:lnTo>
                  <a:lnTo>
                    <a:pt x="112364" y="431957"/>
                  </a:lnTo>
                  <a:lnTo>
                    <a:pt x="112334" y="432308"/>
                  </a:lnTo>
                  <a:lnTo>
                    <a:pt x="112195" y="432458"/>
                  </a:lnTo>
                  <a:lnTo>
                    <a:pt x="112059" y="432460"/>
                  </a:lnTo>
                  <a:lnTo>
                    <a:pt x="112024" y="432205"/>
                  </a:lnTo>
                  <a:lnTo>
                    <a:pt x="111919" y="431814"/>
                  </a:lnTo>
                  <a:lnTo>
                    <a:pt x="111834" y="431637"/>
                  </a:lnTo>
                  <a:lnTo>
                    <a:pt x="111216" y="431406"/>
                  </a:lnTo>
                  <a:lnTo>
                    <a:pt x="111254" y="431592"/>
                  </a:lnTo>
                  <a:lnTo>
                    <a:pt x="111488" y="431817"/>
                  </a:lnTo>
                  <a:lnTo>
                    <a:pt x="111631" y="432112"/>
                  </a:lnTo>
                  <a:lnTo>
                    <a:pt x="111579" y="432436"/>
                  </a:lnTo>
                  <a:lnTo>
                    <a:pt x="111318" y="432447"/>
                  </a:lnTo>
                  <a:lnTo>
                    <a:pt x="111631" y="432853"/>
                  </a:lnTo>
                  <a:lnTo>
                    <a:pt x="111862" y="433141"/>
                  </a:lnTo>
                  <a:lnTo>
                    <a:pt x="111962" y="433622"/>
                  </a:lnTo>
                  <a:lnTo>
                    <a:pt x="111999" y="433934"/>
                  </a:lnTo>
                  <a:lnTo>
                    <a:pt x="111859" y="434426"/>
                  </a:lnTo>
                  <a:lnTo>
                    <a:pt x="111652" y="434400"/>
                  </a:lnTo>
                  <a:lnTo>
                    <a:pt x="111468" y="434395"/>
                  </a:lnTo>
                  <a:lnTo>
                    <a:pt x="111076" y="434433"/>
                  </a:lnTo>
                  <a:lnTo>
                    <a:pt x="110613" y="434551"/>
                  </a:lnTo>
                  <a:lnTo>
                    <a:pt x="110181" y="434426"/>
                  </a:lnTo>
                  <a:lnTo>
                    <a:pt x="110026" y="434055"/>
                  </a:lnTo>
                  <a:lnTo>
                    <a:pt x="109419" y="433553"/>
                  </a:lnTo>
                  <a:lnTo>
                    <a:pt x="108872" y="433558"/>
                  </a:lnTo>
                  <a:lnTo>
                    <a:pt x="108493" y="433323"/>
                  </a:lnTo>
                  <a:lnTo>
                    <a:pt x="108064" y="432706"/>
                  </a:lnTo>
                  <a:lnTo>
                    <a:pt x="107771" y="432757"/>
                  </a:lnTo>
                  <a:lnTo>
                    <a:pt x="107277" y="432878"/>
                  </a:lnTo>
                  <a:lnTo>
                    <a:pt x="106966" y="433104"/>
                  </a:lnTo>
                  <a:lnTo>
                    <a:pt x="106720" y="432668"/>
                  </a:lnTo>
                  <a:lnTo>
                    <a:pt x="105926" y="432201"/>
                  </a:lnTo>
                  <a:lnTo>
                    <a:pt x="105725" y="432102"/>
                  </a:lnTo>
                  <a:lnTo>
                    <a:pt x="105401" y="432131"/>
                  </a:lnTo>
                  <a:lnTo>
                    <a:pt x="105064" y="431478"/>
                  </a:lnTo>
                  <a:lnTo>
                    <a:pt x="104793" y="431279"/>
                  </a:lnTo>
                  <a:lnTo>
                    <a:pt x="104652" y="431372"/>
                  </a:lnTo>
                  <a:lnTo>
                    <a:pt x="104513" y="431250"/>
                  </a:lnTo>
                  <a:lnTo>
                    <a:pt x="104223" y="430942"/>
                  </a:lnTo>
                  <a:lnTo>
                    <a:pt x="103984" y="430899"/>
                  </a:lnTo>
                  <a:lnTo>
                    <a:pt x="103490" y="430208"/>
                  </a:lnTo>
                  <a:lnTo>
                    <a:pt x="103567" y="429244"/>
                  </a:lnTo>
                  <a:lnTo>
                    <a:pt x="103505" y="428765"/>
                  </a:lnTo>
                  <a:lnTo>
                    <a:pt x="103566" y="428295"/>
                  </a:lnTo>
                  <a:lnTo>
                    <a:pt x="103443" y="427785"/>
                  </a:lnTo>
                  <a:lnTo>
                    <a:pt x="103370" y="427546"/>
                  </a:lnTo>
                  <a:lnTo>
                    <a:pt x="103231" y="427180"/>
                  </a:lnTo>
                  <a:lnTo>
                    <a:pt x="102965" y="426466"/>
                  </a:lnTo>
                  <a:lnTo>
                    <a:pt x="102714" y="425709"/>
                  </a:lnTo>
                  <a:lnTo>
                    <a:pt x="102666" y="425347"/>
                  </a:lnTo>
                  <a:lnTo>
                    <a:pt x="102674" y="425110"/>
                  </a:lnTo>
                  <a:lnTo>
                    <a:pt x="102482" y="424877"/>
                  </a:lnTo>
                  <a:lnTo>
                    <a:pt x="102273" y="424658"/>
                  </a:lnTo>
                  <a:lnTo>
                    <a:pt x="102274" y="424214"/>
                  </a:lnTo>
                  <a:lnTo>
                    <a:pt x="102482" y="424058"/>
                  </a:lnTo>
                  <a:lnTo>
                    <a:pt x="102627" y="423946"/>
                  </a:lnTo>
                  <a:lnTo>
                    <a:pt x="102660" y="423743"/>
                  </a:lnTo>
                  <a:lnTo>
                    <a:pt x="102444" y="423453"/>
                  </a:lnTo>
                  <a:lnTo>
                    <a:pt x="102252" y="423223"/>
                  </a:lnTo>
                  <a:lnTo>
                    <a:pt x="102072" y="422629"/>
                  </a:lnTo>
                  <a:lnTo>
                    <a:pt x="101431" y="421808"/>
                  </a:lnTo>
                  <a:lnTo>
                    <a:pt x="101276" y="421612"/>
                  </a:lnTo>
                  <a:lnTo>
                    <a:pt x="100568" y="421456"/>
                  </a:lnTo>
                  <a:lnTo>
                    <a:pt x="100390" y="421490"/>
                  </a:lnTo>
                  <a:lnTo>
                    <a:pt x="100258" y="421726"/>
                  </a:lnTo>
                  <a:lnTo>
                    <a:pt x="100093" y="421773"/>
                  </a:lnTo>
                  <a:lnTo>
                    <a:pt x="99867" y="421831"/>
                  </a:lnTo>
                  <a:lnTo>
                    <a:pt x="99325" y="421488"/>
                  </a:lnTo>
                  <a:lnTo>
                    <a:pt x="99343" y="421069"/>
                  </a:lnTo>
                  <a:lnTo>
                    <a:pt x="99569" y="421075"/>
                  </a:lnTo>
                  <a:lnTo>
                    <a:pt x="99729" y="421132"/>
                  </a:lnTo>
                  <a:lnTo>
                    <a:pt x="100034" y="421076"/>
                  </a:lnTo>
                  <a:lnTo>
                    <a:pt x="100055" y="420506"/>
                  </a:lnTo>
                  <a:lnTo>
                    <a:pt x="99869" y="420130"/>
                  </a:lnTo>
                  <a:lnTo>
                    <a:pt x="99957" y="419664"/>
                  </a:lnTo>
                  <a:lnTo>
                    <a:pt x="99491" y="419391"/>
                  </a:lnTo>
                  <a:lnTo>
                    <a:pt x="99208" y="419220"/>
                  </a:lnTo>
                  <a:lnTo>
                    <a:pt x="99271" y="419033"/>
                  </a:lnTo>
                  <a:lnTo>
                    <a:pt x="99049" y="418247"/>
                  </a:lnTo>
                  <a:lnTo>
                    <a:pt x="99600" y="418179"/>
                  </a:lnTo>
                  <a:lnTo>
                    <a:pt x="99914" y="417939"/>
                  </a:lnTo>
                  <a:lnTo>
                    <a:pt x="100031" y="417740"/>
                  </a:lnTo>
                  <a:lnTo>
                    <a:pt x="100183" y="417319"/>
                  </a:lnTo>
                  <a:lnTo>
                    <a:pt x="100209" y="417155"/>
                  </a:lnTo>
                  <a:lnTo>
                    <a:pt x="100235" y="416952"/>
                  </a:lnTo>
                  <a:lnTo>
                    <a:pt x="100225" y="416552"/>
                  </a:lnTo>
                  <a:lnTo>
                    <a:pt x="100213" y="416377"/>
                  </a:lnTo>
                  <a:lnTo>
                    <a:pt x="100172" y="416154"/>
                  </a:lnTo>
                  <a:lnTo>
                    <a:pt x="100106" y="415985"/>
                  </a:lnTo>
                  <a:lnTo>
                    <a:pt x="99781" y="415548"/>
                  </a:lnTo>
                  <a:lnTo>
                    <a:pt x="99845" y="415114"/>
                  </a:lnTo>
                  <a:lnTo>
                    <a:pt x="99936" y="414681"/>
                  </a:lnTo>
                  <a:lnTo>
                    <a:pt x="100020" y="414461"/>
                  </a:lnTo>
                  <a:lnTo>
                    <a:pt x="100245" y="414223"/>
                  </a:lnTo>
                  <a:lnTo>
                    <a:pt x="100181" y="413953"/>
                  </a:lnTo>
                  <a:lnTo>
                    <a:pt x="100004" y="413812"/>
                  </a:lnTo>
                  <a:lnTo>
                    <a:pt x="99472" y="413508"/>
                  </a:lnTo>
                  <a:lnTo>
                    <a:pt x="99272" y="413461"/>
                  </a:lnTo>
                  <a:lnTo>
                    <a:pt x="99105" y="413680"/>
                  </a:lnTo>
                  <a:lnTo>
                    <a:pt x="98946" y="413745"/>
                  </a:lnTo>
                  <a:lnTo>
                    <a:pt x="99121" y="413169"/>
                  </a:lnTo>
                  <a:lnTo>
                    <a:pt x="99021" y="413024"/>
                  </a:lnTo>
                  <a:lnTo>
                    <a:pt x="98789" y="412825"/>
                  </a:lnTo>
                  <a:lnTo>
                    <a:pt x="98655" y="412547"/>
                  </a:lnTo>
                  <a:lnTo>
                    <a:pt x="98391" y="412456"/>
                  </a:lnTo>
                  <a:lnTo>
                    <a:pt x="98497" y="412123"/>
                  </a:lnTo>
                  <a:lnTo>
                    <a:pt x="98822" y="412040"/>
                  </a:lnTo>
                  <a:lnTo>
                    <a:pt x="98866" y="411748"/>
                  </a:lnTo>
                  <a:lnTo>
                    <a:pt x="98803" y="411213"/>
                  </a:lnTo>
                  <a:lnTo>
                    <a:pt x="98647" y="411148"/>
                  </a:lnTo>
                  <a:lnTo>
                    <a:pt x="98239" y="411216"/>
                  </a:lnTo>
                  <a:lnTo>
                    <a:pt x="98037" y="410739"/>
                  </a:lnTo>
                  <a:lnTo>
                    <a:pt x="97825" y="410481"/>
                  </a:lnTo>
                  <a:lnTo>
                    <a:pt x="97781" y="410172"/>
                  </a:lnTo>
                  <a:lnTo>
                    <a:pt x="97749" y="409813"/>
                  </a:lnTo>
                  <a:lnTo>
                    <a:pt x="97812" y="409244"/>
                  </a:lnTo>
                  <a:lnTo>
                    <a:pt x="97652" y="408662"/>
                  </a:lnTo>
                  <a:lnTo>
                    <a:pt x="97695" y="408453"/>
                  </a:lnTo>
                  <a:lnTo>
                    <a:pt x="97808" y="408262"/>
                  </a:lnTo>
                  <a:lnTo>
                    <a:pt x="97899" y="408114"/>
                  </a:lnTo>
                  <a:lnTo>
                    <a:pt x="98062" y="407782"/>
                  </a:lnTo>
                  <a:lnTo>
                    <a:pt x="98078" y="407651"/>
                  </a:lnTo>
                  <a:lnTo>
                    <a:pt x="98079" y="407409"/>
                  </a:lnTo>
                  <a:lnTo>
                    <a:pt x="98088" y="407175"/>
                  </a:lnTo>
                  <a:lnTo>
                    <a:pt x="98305" y="407072"/>
                  </a:lnTo>
                  <a:lnTo>
                    <a:pt x="98585" y="406649"/>
                  </a:lnTo>
                  <a:lnTo>
                    <a:pt x="98730" y="406525"/>
                  </a:lnTo>
                  <a:lnTo>
                    <a:pt x="98684" y="406392"/>
                  </a:lnTo>
                  <a:lnTo>
                    <a:pt x="98893" y="406299"/>
                  </a:lnTo>
                  <a:lnTo>
                    <a:pt x="99131" y="406142"/>
                  </a:lnTo>
                  <a:lnTo>
                    <a:pt x="99589" y="405843"/>
                  </a:lnTo>
                  <a:lnTo>
                    <a:pt x="99736" y="405787"/>
                  </a:lnTo>
                  <a:lnTo>
                    <a:pt x="99817" y="405550"/>
                  </a:lnTo>
                  <a:lnTo>
                    <a:pt x="99969" y="405371"/>
                  </a:lnTo>
                  <a:lnTo>
                    <a:pt x="100161" y="405221"/>
                  </a:lnTo>
                  <a:lnTo>
                    <a:pt x="100299" y="405182"/>
                  </a:lnTo>
                  <a:lnTo>
                    <a:pt x="100801" y="404780"/>
                  </a:lnTo>
                  <a:lnTo>
                    <a:pt x="100847" y="404570"/>
                  </a:lnTo>
                  <a:lnTo>
                    <a:pt x="101024" y="404279"/>
                  </a:lnTo>
                  <a:lnTo>
                    <a:pt x="100550" y="403698"/>
                  </a:lnTo>
                  <a:lnTo>
                    <a:pt x="100410" y="403585"/>
                  </a:lnTo>
                  <a:lnTo>
                    <a:pt x="100004" y="403355"/>
                  </a:lnTo>
                  <a:lnTo>
                    <a:pt x="99811" y="403445"/>
                  </a:lnTo>
                  <a:lnTo>
                    <a:pt x="99686" y="403307"/>
                  </a:lnTo>
                  <a:lnTo>
                    <a:pt x="99524" y="403107"/>
                  </a:lnTo>
                  <a:lnTo>
                    <a:pt x="99499" y="402939"/>
                  </a:lnTo>
                  <a:lnTo>
                    <a:pt x="99282" y="402732"/>
                  </a:lnTo>
                  <a:lnTo>
                    <a:pt x="99137" y="402648"/>
                  </a:lnTo>
                  <a:lnTo>
                    <a:pt x="99033" y="402407"/>
                  </a:lnTo>
                  <a:lnTo>
                    <a:pt x="98764" y="402406"/>
                  </a:lnTo>
                  <a:lnTo>
                    <a:pt x="98568" y="402407"/>
                  </a:lnTo>
                  <a:lnTo>
                    <a:pt x="98349" y="402388"/>
                  </a:lnTo>
                  <a:lnTo>
                    <a:pt x="98160" y="402354"/>
                  </a:lnTo>
                  <a:lnTo>
                    <a:pt x="97963" y="402108"/>
                  </a:lnTo>
                  <a:lnTo>
                    <a:pt x="97990" y="401791"/>
                  </a:lnTo>
                  <a:lnTo>
                    <a:pt x="98162" y="401647"/>
                  </a:lnTo>
                  <a:lnTo>
                    <a:pt x="98228" y="401298"/>
                  </a:lnTo>
                  <a:lnTo>
                    <a:pt x="98215" y="401070"/>
                  </a:lnTo>
                  <a:lnTo>
                    <a:pt x="98034" y="400711"/>
                  </a:lnTo>
                  <a:lnTo>
                    <a:pt x="98238" y="400511"/>
                  </a:lnTo>
                  <a:lnTo>
                    <a:pt x="98198" y="400202"/>
                  </a:lnTo>
                  <a:lnTo>
                    <a:pt x="98149" y="399821"/>
                  </a:lnTo>
                  <a:lnTo>
                    <a:pt x="98221" y="399641"/>
                  </a:lnTo>
                  <a:lnTo>
                    <a:pt x="98251" y="399210"/>
                  </a:lnTo>
                  <a:lnTo>
                    <a:pt x="98253" y="398781"/>
                  </a:lnTo>
                  <a:lnTo>
                    <a:pt x="98040" y="398696"/>
                  </a:lnTo>
                  <a:lnTo>
                    <a:pt x="97509" y="398693"/>
                  </a:lnTo>
                  <a:lnTo>
                    <a:pt x="97327" y="398843"/>
                  </a:lnTo>
                  <a:lnTo>
                    <a:pt x="97160" y="398451"/>
                  </a:lnTo>
                  <a:lnTo>
                    <a:pt x="97078" y="398234"/>
                  </a:lnTo>
                  <a:lnTo>
                    <a:pt x="96996" y="397751"/>
                  </a:lnTo>
                  <a:lnTo>
                    <a:pt x="96949" y="397432"/>
                  </a:lnTo>
                  <a:lnTo>
                    <a:pt x="97059" y="397176"/>
                  </a:lnTo>
                  <a:lnTo>
                    <a:pt x="97262" y="396723"/>
                  </a:lnTo>
                  <a:lnTo>
                    <a:pt x="97094" y="396484"/>
                  </a:lnTo>
                  <a:lnTo>
                    <a:pt x="96841" y="396270"/>
                  </a:lnTo>
                  <a:lnTo>
                    <a:pt x="96750" y="395923"/>
                  </a:lnTo>
                  <a:lnTo>
                    <a:pt x="96719" y="395578"/>
                  </a:lnTo>
                  <a:lnTo>
                    <a:pt x="96353" y="395279"/>
                  </a:lnTo>
                  <a:lnTo>
                    <a:pt x="96213" y="395016"/>
                  </a:lnTo>
                  <a:lnTo>
                    <a:pt x="96360" y="394970"/>
                  </a:lnTo>
                  <a:lnTo>
                    <a:pt x="96268" y="394756"/>
                  </a:lnTo>
                  <a:lnTo>
                    <a:pt x="96139" y="394467"/>
                  </a:lnTo>
                  <a:lnTo>
                    <a:pt x="96314" y="394418"/>
                  </a:lnTo>
                  <a:lnTo>
                    <a:pt x="96485" y="394338"/>
                  </a:lnTo>
                  <a:lnTo>
                    <a:pt x="96472" y="394011"/>
                  </a:lnTo>
                  <a:lnTo>
                    <a:pt x="96341" y="393715"/>
                  </a:lnTo>
                  <a:lnTo>
                    <a:pt x="96114" y="393330"/>
                  </a:lnTo>
                  <a:lnTo>
                    <a:pt x="95886" y="393140"/>
                  </a:lnTo>
                  <a:lnTo>
                    <a:pt x="95596" y="392840"/>
                  </a:lnTo>
                  <a:lnTo>
                    <a:pt x="95392" y="392923"/>
                  </a:lnTo>
                  <a:lnTo>
                    <a:pt x="95128" y="393007"/>
                  </a:lnTo>
                  <a:lnTo>
                    <a:pt x="94938" y="392604"/>
                  </a:lnTo>
                  <a:lnTo>
                    <a:pt x="94944" y="392337"/>
                  </a:lnTo>
                  <a:lnTo>
                    <a:pt x="94627" y="392146"/>
                  </a:lnTo>
                  <a:lnTo>
                    <a:pt x="94575" y="391964"/>
                  </a:lnTo>
                  <a:lnTo>
                    <a:pt x="94439" y="391535"/>
                  </a:lnTo>
                  <a:lnTo>
                    <a:pt x="94275" y="391315"/>
                  </a:lnTo>
                  <a:lnTo>
                    <a:pt x="94093" y="391207"/>
                  </a:lnTo>
                  <a:lnTo>
                    <a:pt x="93849" y="391024"/>
                  </a:lnTo>
                  <a:lnTo>
                    <a:pt x="93758" y="390880"/>
                  </a:lnTo>
                  <a:lnTo>
                    <a:pt x="93516" y="390443"/>
                  </a:lnTo>
                  <a:lnTo>
                    <a:pt x="93464" y="390184"/>
                  </a:lnTo>
                  <a:lnTo>
                    <a:pt x="93803" y="389704"/>
                  </a:lnTo>
                  <a:lnTo>
                    <a:pt x="94217" y="389655"/>
                  </a:lnTo>
                  <a:lnTo>
                    <a:pt x="94478" y="389220"/>
                  </a:lnTo>
                  <a:lnTo>
                    <a:pt x="94365" y="389044"/>
                  </a:lnTo>
                  <a:lnTo>
                    <a:pt x="94247" y="388917"/>
                  </a:lnTo>
                  <a:lnTo>
                    <a:pt x="94140" y="388711"/>
                  </a:lnTo>
                  <a:lnTo>
                    <a:pt x="94085" y="388506"/>
                  </a:lnTo>
                  <a:lnTo>
                    <a:pt x="93930" y="388248"/>
                  </a:lnTo>
                  <a:lnTo>
                    <a:pt x="93733" y="387969"/>
                  </a:lnTo>
                  <a:lnTo>
                    <a:pt x="93507" y="387702"/>
                  </a:lnTo>
                  <a:lnTo>
                    <a:pt x="93151" y="387387"/>
                  </a:lnTo>
                  <a:lnTo>
                    <a:pt x="92879" y="387564"/>
                  </a:lnTo>
                  <a:lnTo>
                    <a:pt x="92721" y="387781"/>
                  </a:lnTo>
                  <a:lnTo>
                    <a:pt x="92574" y="387893"/>
                  </a:lnTo>
                  <a:lnTo>
                    <a:pt x="92243" y="388007"/>
                  </a:lnTo>
                  <a:lnTo>
                    <a:pt x="92345" y="387786"/>
                  </a:lnTo>
                  <a:lnTo>
                    <a:pt x="92486" y="387658"/>
                  </a:lnTo>
                  <a:lnTo>
                    <a:pt x="92172" y="387525"/>
                  </a:lnTo>
                  <a:lnTo>
                    <a:pt x="92020" y="387463"/>
                  </a:lnTo>
                  <a:lnTo>
                    <a:pt x="91638" y="387272"/>
                  </a:lnTo>
                  <a:lnTo>
                    <a:pt x="91120" y="386677"/>
                  </a:lnTo>
                  <a:lnTo>
                    <a:pt x="90927" y="386381"/>
                  </a:lnTo>
                  <a:lnTo>
                    <a:pt x="90744" y="386078"/>
                  </a:lnTo>
                  <a:lnTo>
                    <a:pt x="90638" y="385642"/>
                  </a:lnTo>
                  <a:lnTo>
                    <a:pt x="90234" y="385266"/>
                  </a:lnTo>
                  <a:lnTo>
                    <a:pt x="90023" y="385042"/>
                  </a:lnTo>
                  <a:lnTo>
                    <a:pt x="89796" y="384869"/>
                  </a:lnTo>
                  <a:lnTo>
                    <a:pt x="89603" y="384641"/>
                  </a:lnTo>
                  <a:lnTo>
                    <a:pt x="89563" y="384323"/>
                  </a:lnTo>
                  <a:lnTo>
                    <a:pt x="89614" y="384107"/>
                  </a:lnTo>
                  <a:lnTo>
                    <a:pt x="89774" y="383908"/>
                  </a:lnTo>
                  <a:lnTo>
                    <a:pt x="90099" y="383738"/>
                  </a:lnTo>
                  <a:lnTo>
                    <a:pt x="90084" y="383474"/>
                  </a:lnTo>
                  <a:lnTo>
                    <a:pt x="89915" y="383144"/>
                  </a:lnTo>
                  <a:lnTo>
                    <a:pt x="89628" y="382845"/>
                  </a:lnTo>
                  <a:lnTo>
                    <a:pt x="89921" y="382663"/>
                  </a:lnTo>
                  <a:lnTo>
                    <a:pt x="90006" y="382525"/>
                  </a:lnTo>
                  <a:lnTo>
                    <a:pt x="90296" y="382251"/>
                  </a:lnTo>
                  <a:lnTo>
                    <a:pt x="90491" y="382125"/>
                  </a:lnTo>
                  <a:lnTo>
                    <a:pt x="90679" y="381867"/>
                  </a:lnTo>
                  <a:lnTo>
                    <a:pt x="90729" y="381573"/>
                  </a:lnTo>
                  <a:lnTo>
                    <a:pt x="91005" y="381122"/>
                  </a:lnTo>
                  <a:lnTo>
                    <a:pt x="91257" y="380896"/>
                  </a:lnTo>
                  <a:lnTo>
                    <a:pt x="91555" y="380509"/>
                  </a:lnTo>
                  <a:lnTo>
                    <a:pt x="91484" y="380145"/>
                  </a:lnTo>
                  <a:lnTo>
                    <a:pt x="91487" y="379850"/>
                  </a:lnTo>
                  <a:lnTo>
                    <a:pt x="91655" y="379673"/>
                  </a:lnTo>
                  <a:lnTo>
                    <a:pt x="91788" y="379628"/>
                  </a:lnTo>
                  <a:lnTo>
                    <a:pt x="92177" y="379398"/>
                  </a:lnTo>
                  <a:lnTo>
                    <a:pt x="92243" y="379131"/>
                  </a:lnTo>
                  <a:lnTo>
                    <a:pt x="92274" y="378749"/>
                  </a:lnTo>
                  <a:lnTo>
                    <a:pt x="92110" y="378260"/>
                  </a:lnTo>
                  <a:lnTo>
                    <a:pt x="91960" y="377992"/>
                  </a:lnTo>
                  <a:lnTo>
                    <a:pt x="91671" y="377619"/>
                  </a:lnTo>
                  <a:lnTo>
                    <a:pt x="91285" y="377647"/>
                  </a:lnTo>
                  <a:lnTo>
                    <a:pt x="91053" y="377582"/>
                  </a:lnTo>
                  <a:lnTo>
                    <a:pt x="90687" y="377601"/>
                  </a:lnTo>
                  <a:lnTo>
                    <a:pt x="90440" y="377792"/>
                  </a:lnTo>
                  <a:lnTo>
                    <a:pt x="90249" y="378015"/>
                  </a:lnTo>
                  <a:lnTo>
                    <a:pt x="90124" y="378239"/>
                  </a:lnTo>
                  <a:lnTo>
                    <a:pt x="89689" y="378484"/>
                  </a:lnTo>
                  <a:lnTo>
                    <a:pt x="89642" y="378617"/>
                  </a:lnTo>
                  <a:lnTo>
                    <a:pt x="89268" y="378797"/>
                  </a:lnTo>
                  <a:lnTo>
                    <a:pt x="89076" y="378586"/>
                  </a:lnTo>
                  <a:lnTo>
                    <a:pt x="88734" y="378209"/>
                  </a:lnTo>
                  <a:lnTo>
                    <a:pt x="88582" y="378202"/>
                  </a:lnTo>
                  <a:lnTo>
                    <a:pt x="88320" y="378214"/>
                  </a:lnTo>
                  <a:lnTo>
                    <a:pt x="87857" y="378343"/>
                  </a:lnTo>
                  <a:lnTo>
                    <a:pt x="87591" y="378338"/>
                  </a:lnTo>
                  <a:lnTo>
                    <a:pt x="87111" y="378457"/>
                  </a:lnTo>
                  <a:lnTo>
                    <a:pt x="86940" y="378791"/>
                  </a:lnTo>
                  <a:lnTo>
                    <a:pt x="86664" y="378639"/>
                  </a:lnTo>
                  <a:lnTo>
                    <a:pt x="86359" y="378555"/>
                  </a:lnTo>
                  <a:lnTo>
                    <a:pt x="86028" y="378563"/>
                  </a:lnTo>
                  <a:lnTo>
                    <a:pt x="85801" y="378546"/>
                  </a:lnTo>
                  <a:lnTo>
                    <a:pt x="85673" y="378636"/>
                  </a:lnTo>
                  <a:lnTo>
                    <a:pt x="85479" y="378698"/>
                  </a:lnTo>
                  <a:lnTo>
                    <a:pt x="85271" y="378752"/>
                  </a:lnTo>
                  <a:lnTo>
                    <a:pt x="84886" y="378809"/>
                  </a:lnTo>
                  <a:lnTo>
                    <a:pt x="84713" y="378979"/>
                  </a:lnTo>
                  <a:lnTo>
                    <a:pt x="84470" y="379024"/>
                  </a:lnTo>
                  <a:lnTo>
                    <a:pt x="84121" y="379102"/>
                  </a:lnTo>
                  <a:lnTo>
                    <a:pt x="83807" y="379290"/>
                  </a:lnTo>
                  <a:lnTo>
                    <a:pt x="83727" y="379506"/>
                  </a:lnTo>
                  <a:lnTo>
                    <a:pt x="83585" y="379553"/>
                  </a:lnTo>
                  <a:lnTo>
                    <a:pt x="83168" y="379311"/>
                  </a:lnTo>
                  <a:lnTo>
                    <a:pt x="82896" y="379275"/>
                  </a:lnTo>
                  <a:lnTo>
                    <a:pt x="82713" y="379290"/>
                  </a:lnTo>
                  <a:lnTo>
                    <a:pt x="82399" y="379216"/>
                  </a:lnTo>
                  <a:lnTo>
                    <a:pt x="82390" y="378959"/>
                  </a:lnTo>
                  <a:lnTo>
                    <a:pt x="82185" y="378860"/>
                  </a:lnTo>
                  <a:lnTo>
                    <a:pt x="81978" y="378916"/>
                  </a:lnTo>
                  <a:lnTo>
                    <a:pt x="81869" y="379121"/>
                  </a:lnTo>
                  <a:lnTo>
                    <a:pt x="81857" y="379304"/>
                  </a:lnTo>
                  <a:lnTo>
                    <a:pt x="81741" y="379563"/>
                  </a:lnTo>
                  <a:lnTo>
                    <a:pt x="81573" y="379821"/>
                  </a:lnTo>
                  <a:lnTo>
                    <a:pt x="81309" y="379921"/>
                  </a:lnTo>
                  <a:lnTo>
                    <a:pt x="81146" y="379994"/>
                  </a:lnTo>
                  <a:lnTo>
                    <a:pt x="80980" y="380091"/>
                  </a:lnTo>
                  <a:lnTo>
                    <a:pt x="80768" y="380337"/>
                  </a:lnTo>
                  <a:lnTo>
                    <a:pt x="80661" y="380650"/>
                  </a:lnTo>
                  <a:lnTo>
                    <a:pt x="80434" y="380716"/>
                  </a:lnTo>
                  <a:lnTo>
                    <a:pt x="80112" y="381069"/>
                  </a:lnTo>
                  <a:lnTo>
                    <a:pt x="79962" y="381364"/>
                  </a:lnTo>
                  <a:lnTo>
                    <a:pt x="79858" y="381498"/>
                  </a:lnTo>
                  <a:lnTo>
                    <a:pt x="79827" y="381272"/>
                  </a:lnTo>
                  <a:lnTo>
                    <a:pt x="79748" y="381119"/>
                  </a:lnTo>
                  <a:lnTo>
                    <a:pt x="79533" y="381127"/>
                  </a:lnTo>
                  <a:lnTo>
                    <a:pt x="79098" y="381378"/>
                  </a:lnTo>
                  <a:lnTo>
                    <a:pt x="78718" y="381546"/>
                  </a:lnTo>
                  <a:lnTo>
                    <a:pt x="78614" y="381348"/>
                  </a:lnTo>
                  <a:lnTo>
                    <a:pt x="78323" y="381137"/>
                  </a:lnTo>
                  <a:lnTo>
                    <a:pt x="77960" y="381023"/>
                  </a:lnTo>
                  <a:lnTo>
                    <a:pt x="77972" y="380059"/>
                  </a:lnTo>
                  <a:lnTo>
                    <a:pt x="78031" y="379805"/>
                  </a:lnTo>
                  <a:lnTo>
                    <a:pt x="77922" y="379657"/>
                  </a:lnTo>
                  <a:lnTo>
                    <a:pt x="77977" y="379475"/>
                  </a:lnTo>
                  <a:lnTo>
                    <a:pt x="78130" y="379298"/>
                  </a:lnTo>
                  <a:lnTo>
                    <a:pt x="78210" y="379159"/>
                  </a:lnTo>
                  <a:lnTo>
                    <a:pt x="78193" y="378858"/>
                  </a:lnTo>
                  <a:lnTo>
                    <a:pt x="77984" y="378669"/>
                  </a:lnTo>
                  <a:lnTo>
                    <a:pt x="77936" y="378507"/>
                  </a:lnTo>
                  <a:lnTo>
                    <a:pt x="77846" y="378326"/>
                  </a:lnTo>
                  <a:lnTo>
                    <a:pt x="77667" y="378122"/>
                  </a:lnTo>
                  <a:lnTo>
                    <a:pt x="77494" y="377852"/>
                  </a:lnTo>
                  <a:lnTo>
                    <a:pt x="77556" y="377683"/>
                  </a:lnTo>
                  <a:lnTo>
                    <a:pt x="77457" y="377309"/>
                  </a:lnTo>
                  <a:lnTo>
                    <a:pt x="77517" y="377055"/>
                  </a:lnTo>
                  <a:lnTo>
                    <a:pt x="77605" y="376901"/>
                  </a:lnTo>
                  <a:lnTo>
                    <a:pt x="77535" y="376563"/>
                  </a:lnTo>
                  <a:lnTo>
                    <a:pt x="77381" y="376316"/>
                  </a:lnTo>
                  <a:lnTo>
                    <a:pt x="77165" y="376050"/>
                  </a:lnTo>
                  <a:lnTo>
                    <a:pt x="76943" y="375697"/>
                  </a:lnTo>
                  <a:lnTo>
                    <a:pt x="76835" y="375454"/>
                  </a:lnTo>
                  <a:lnTo>
                    <a:pt x="76611" y="375328"/>
                  </a:lnTo>
                  <a:lnTo>
                    <a:pt x="76418" y="375470"/>
                  </a:lnTo>
                  <a:lnTo>
                    <a:pt x="75807" y="375438"/>
                  </a:lnTo>
                  <a:lnTo>
                    <a:pt x="75662" y="375544"/>
                  </a:lnTo>
                  <a:lnTo>
                    <a:pt x="75394" y="375653"/>
                  </a:lnTo>
                  <a:lnTo>
                    <a:pt x="75190" y="375665"/>
                  </a:lnTo>
                  <a:lnTo>
                    <a:pt x="74809" y="375586"/>
                  </a:lnTo>
                  <a:lnTo>
                    <a:pt x="74656" y="375400"/>
                  </a:lnTo>
                  <a:lnTo>
                    <a:pt x="74593" y="375203"/>
                  </a:lnTo>
                  <a:lnTo>
                    <a:pt x="74640" y="374958"/>
                  </a:lnTo>
                  <a:lnTo>
                    <a:pt x="74622" y="374733"/>
                  </a:lnTo>
                  <a:lnTo>
                    <a:pt x="74201" y="374618"/>
                  </a:lnTo>
                  <a:lnTo>
                    <a:pt x="74042" y="374546"/>
                  </a:lnTo>
                  <a:lnTo>
                    <a:pt x="73970" y="374217"/>
                  </a:lnTo>
                  <a:lnTo>
                    <a:pt x="73808" y="374206"/>
                  </a:lnTo>
                  <a:lnTo>
                    <a:pt x="73486" y="374108"/>
                  </a:lnTo>
                  <a:lnTo>
                    <a:pt x="73397" y="373818"/>
                  </a:lnTo>
                  <a:lnTo>
                    <a:pt x="73508" y="373672"/>
                  </a:lnTo>
                  <a:lnTo>
                    <a:pt x="73508" y="373487"/>
                  </a:lnTo>
                  <a:lnTo>
                    <a:pt x="73560" y="373158"/>
                  </a:lnTo>
                  <a:lnTo>
                    <a:pt x="73619" y="372855"/>
                  </a:lnTo>
                  <a:lnTo>
                    <a:pt x="73492" y="372580"/>
                  </a:lnTo>
                  <a:lnTo>
                    <a:pt x="73273" y="372420"/>
                  </a:lnTo>
                  <a:lnTo>
                    <a:pt x="72941" y="372119"/>
                  </a:lnTo>
                  <a:lnTo>
                    <a:pt x="72811" y="371854"/>
                  </a:lnTo>
                  <a:lnTo>
                    <a:pt x="72757" y="371665"/>
                  </a:lnTo>
                  <a:lnTo>
                    <a:pt x="72781" y="371494"/>
                  </a:lnTo>
                  <a:lnTo>
                    <a:pt x="72593" y="371382"/>
                  </a:lnTo>
                  <a:lnTo>
                    <a:pt x="72332" y="371495"/>
                  </a:lnTo>
                  <a:lnTo>
                    <a:pt x="72291" y="371653"/>
                  </a:lnTo>
                  <a:lnTo>
                    <a:pt x="71947" y="371230"/>
                  </a:lnTo>
                  <a:lnTo>
                    <a:pt x="71539" y="370902"/>
                  </a:lnTo>
                  <a:lnTo>
                    <a:pt x="71504" y="370758"/>
                  </a:lnTo>
                  <a:lnTo>
                    <a:pt x="71573" y="370058"/>
                  </a:lnTo>
                  <a:lnTo>
                    <a:pt x="71656" y="369833"/>
                  </a:lnTo>
                  <a:lnTo>
                    <a:pt x="71824" y="369743"/>
                  </a:lnTo>
                  <a:lnTo>
                    <a:pt x="72092" y="369600"/>
                  </a:lnTo>
                  <a:lnTo>
                    <a:pt x="72238" y="369531"/>
                  </a:lnTo>
                  <a:lnTo>
                    <a:pt x="72571" y="369465"/>
                  </a:lnTo>
                  <a:lnTo>
                    <a:pt x="72719" y="369424"/>
                  </a:lnTo>
                  <a:lnTo>
                    <a:pt x="73032" y="369285"/>
                  </a:lnTo>
                  <a:lnTo>
                    <a:pt x="73407" y="369069"/>
                  </a:lnTo>
                  <a:lnTo>
                    <a:pt x="73557" y="368808"/>
                  </a:lnTo>
                  <a:lnTo>
                    <a:pt x="73298" y="368497"/>
                  </a:lnTo>
                  <a:lnTo>
                    <a:pt x="73053" y="368306"/>
                  </a:lnTo>
                  <a:lnTo>
                    <a:pt x="72573" y="368182"/>
                  </a:lnTo>
                  <a:lnTo>
                    <a:pt x="72374" y="367832"/>
                  </a:lnTo>
                  <a:lnTo>
                    <a:pt x="72302" y="367387"/>
                  </a:lnTo>
                  <a:lnTo>
                    <a:pt x="72367" y="367161"/>
                  </a:lnTo>
                  <a:lnTo>
                    <a:pt x="72567" y="367123"/>
                  </a:lnTo>
                  <a:lnTo>
                    <a:pt x="72418" y="366869"/>
                  </a:lnTo>
                  <a:lnTo>
                    <a:pt x="72190" y="366883"/>
                  </a:lnTo>
                  <a:lnTo>
                    <a:pt x="72045" y="366892"/>
                  </a:lnTo>
                  <a:lnTo>
                    <a:pt x="71757" y="366929"/>
                  </a:lnTo>
                  <a:lnTo>
                    <a:pt x="71566" y="367237"/>
                  </a:lnTo>
                  <a:lnTo>
                    <a:pt x="71365" y="367445"/>
                  </a:lnTo>
                  <a:lnTo>
                    <a:pt x="71151" y="367269"/>
                  </a:lnTo>
                  <a:lnTo>
                    <a:pt x="70839" y="367448"/>
                  </a:lnTo>
                  <a:lnTo>
                    <a:pt x="70743" y="367697"/>
                  </a:lnTo>
                  <a:lnTo>
                    <a:pt x="70349" y="368016"/>
                  </a:lnTo>
                  <a:lnTo>
                    <a:pt x="70364" y="368558"/>
                  </a:lnTo>
                  <a:lnTo>
                    <a:pt x="70418" y="368769"/>
                  </a:lnTo>
                  <a:lnTo>
                    <a:pt x="70385" y="369149"/>
                  </a:lnTo>
                  <a:lnTo>
                    <a:pt x="70321" y="369364"/>
                  </a:lnTo>
                  <a:lnTo>
                    <a:pt x="69992" y="369627"/>
                  </a:lnTo>
                  <a:lnTo>
                    <a:pt x="69651" y="369811"/>
                  </a:lnTo>
                  <a:lnTo>
                    <a:pt x="69405" y="369769"/>
                  </a:lnTo>
                  <a:lnTo>
                    <a:pt x="69017" y="370028"/>
                  </a:lnTo>
                  <a:lnTo>
                    <a:pt x="68849" y="370151"/>
                  </a:lnTo>
                  <a:lnTo>
                    <a:pt x="68455" y="370498"/>
                  </a:lnTo>
                  <a:lnTo>
                    <a:pt x="68157" y="370765"/>
                  </a:lnTo>
                  <a:lnTo>
                    <a:pt x="67958" y="370956"/>
                  </a:lnTo>
                  <a:lnTo>
                    <a:pt x="67574" y="371064"/>
                  </a:lnTo>
                  <a:lnTo>
                    <a:pt x="67259" y="371118"/>
                  </a:lnTo>
                  <a:lnTo>
                    <a:pt x="66773" y="371130"/>
                  </a:lnTo>
                  <a:lnTo>
                    <a:pt x="66355" y="371049"/>
                  </a:lnTo>
                  <a:lnTo>
                    <a:pt x="66134" y="371129"/>
                  </a:lnTo>
                  <a:lnTo>
                    <a:pt x="65879" y="371316"/>
                  </a:lnTo>
                  <a:lnTo>
                    <a:pt x="65685" y="371421"/>
                  </a:lnTo>
                  <a:lnTo>
                    <a:pt x="65512" y="371463"/>
                  </a:lnTo>
                  <a:lnTo>
                    <a:pt x="65309" y="371400"/>
                  </a:lnTo>
                  <a:lnTo>
                    <a:pt x="65051" y="371122"/>
                  </a:lnTo>
                  <a:lnTo>
                    <a:pt x="64737" y="371073"/>
                  </a:lnTo>
                  <a:lnTo>
                    <a:pt x="64839" y="370884"/>
                  </a:lnTo>
                  <a:lnTo>
                    <a:pt x="65140" y="370348"/>
                  </a:lnTo>
                  <a:lnTo>
                    <a:pt x="65260" y="370179"/>
                  </a:lnTo>
                  <a:lnTo>
                    <a:pt x="65606" y="369840"/>
                  </a:lnTo>
                  <a:lnTo>
                    <a:pt x="65463" y="369351"/>
                  </a:lnTo>
                  <a:lnTo>
                    <a:pt x="65065" y="369375"/>
                  </a:lnTo>
                  <a:lnTo>
                    <a:pt x="64935" y="369497"/>
                  </a:lnTo>
                  <a:lnTo>
                    <a:pt x="64560" y="369639"/>
                  </a:lnTo>
                  <a:lnTo>
                    <a:pt x="64272" y="369452"/>
                  </a:lnTo>
                  <a:lnTo>
                    <a:pt x="64202" y="368779"/>
                  </a:lnTo>
                  <a:lnTo>
                    <a:pt x="64106" y="368575"/>
                  </a:lnTo>
                  <a:lnTo>
                    <a:pt x="63847" y="368321"/>
                  </a:lnTo>
                  <a:lnTo>
                    <a:pt x="63357" y="368045"/>
                  </a:lnTo>
                  <a:lnTo>
                    <a:pt x="63247" y="367905"/>
                  </a:lnTo>
                  <a:lnTo>
                    <a:pt x="63108" y="367615"/>
                  </a:lnTo>
                  <a:lnTo>
                    <a:pt x="62793" y="367346"/>
                  </a:lnTo>
                  <a:lnTo>
                    <a:pt x="62814" y="367116"/>
                  </a:lnTo>
                  <a:lnTo>
                    <a:pt x="62679" y="366903"/>
                  </a:lnTo>
                  <a:lnTo>
                    <a:pt x="62285" y="367018"/>
                  </a:lnTo>
                  <a:lnTo>
                    <a:pt x="61991" y="367461"/>
                  </a:lnTo>
                  <a:lnTo>
                    <a:pt x="61766" y="367617"/>
                  </a:lnTo>
                  <a:lnTo>
                    <a:pt x="61496" y="368016"/>
                  </a:lnTo>
                  <a:lnTo>
                    <a:pt x="61313" y="368148"/>
                  </a:lnTo>
                  <a:lnTo>
                    <a:pt x="61140" y="368328"/>
                  </a:lnTo>
                  <a:lnTo>
                    <a:pt x="60885" y="368624"/>
                  </a:lnTo>
                  <a:lnTo>
                    <a:pt x="60559" y="368723"/>
                  </a:lnTo>
                  <a:lnTo>
                    <a:pt x="60397" y="368657"/>
                  </a:lnTo>
                  <a:lnTo>
                    <a:pt x="59993" y="368534"/>
                  </a:lnTo>
                  <a:lnTo>
                    <a:pt x="59863" y="368528"/>
                  </a:lnTo>
                  <a:lnTo>
                    <a:pt x="59697" y="368497"/>
                  </a:lnTo>
                  <a:lnTo>
                    <a:pt x="59501" y="368425"/>
                  </a:lnTo>
                  <a:lnTo>
                    <a:pt x="59146" y="368357"/>
                  </a:lnTo>
                  <a:lnTo>
                    <a:pt x="58648" y="368349"/>
                  </a:lnTo>
                  <a:lnTo>
                    <a:pt x="58186" y="368498"/>
                  </a:lnTo>
                  <a:lnTo>
                    <a:pt x="58280" y="368661"/>
                  </a:lnTo>
                  <a:lnTo>
                    <a:pt x="58055" y="369101"/>
                  </a:lnTo>
                  <a:lnTo>
                    <a:pt x="57917" y="368675"/>
                  </a:lnTo>
                  <a:lnTo>
                    <a:pt x="57819" y="368399"/>
                  </a:lnTo>
                  <a:lnTo>
                    <a:pt x="57711" y="368188"/>
                  </a:lnTo>
                  <a:lnTo>
                    <a:pt x="57308" y="368193"/>
                  </a:lnTo>
                  <a:lnTo>
                    <a:pt x="56952" y="368351"/>
                  </a:lnTo>
                  <a:lnTo>
                    <a:pt x="56838" y="367984"/>
                  </a:lnTo>
                  <a:lnTo>
                    <a:pt x="56716" y="367851"/>
                  </a:lnTo>
                  <a:lnTo>
                    <a:pt x="56542" y="367856"/>
                  </a:lnTo>
                  <a:lnTo>
                    <a:pt x="56210" y="367752"/>
                  </a:lnTo>
                  <a:lnTo>
                    <a:pt x="55999" y="367361"/>
                  </a:lnTo>
                  <a:lnTo>
                    <a:pt x="55988" y="367073"/>
                  </a:lnTo>
                  <a:lnTo>
                    <a:pt x="55817" y="367013"/>
                  </a:lnTo>
                  <a:lnTo>
                    <a:pt x="55741" y="366601"/>
                  </a:lnTo>
                  <a:lnTo>
                    <a:pt x="55616" y="366315"/>
                  </a:lnTo>
                  <a:lnTo>
                    <a:pt x="55486" y="366320"/>
                  </a:lnTo>
                  <a:lnTo>
                    <a:pt x="55356" y="366281"/>
                  </a:lnTo>
                  <a:lnTo>
                    <a:pt x="55055" y="365929"/>
                  </a:lnTo>
                  <a:lnTo>
                    <a:pt x="55009" y="365741"/>
                  </a:lnTo>
                  <a:lnTo>
                    <a:pt x="54911" y="365603"/>
                  </a:lnTo>
                  <a:lnTo>
                    <a:pt x="54679" y="365403"/>
                  </a:lnTo>
                  <a:lnTo>
                    <a:pt x="54541" y="365425"/>
                  </a:lnTo>
                  <a:lnTo>
                    <a:pt x="54366" y="365489"/>
                  </a:lnTo>
                  <a:lnTo>
                    <a:pt x="54172" y="365699"/>
                  </a:lnTo>
                  <a:lnTo>
                    <a:pt x="53922" y="365856"/>
                  </a:lnTo>
                  <a:lnTo>
                    <a:pt x="53530" y="365773"/>
                  </a:lnTo>
                  <a:lnTo>
                    <a:pt x="53344" y="365679"/>
                  </a:lnTo>
                  <a:lnTo>
                    <a:pt x="53006" y="365572"/>
                  </a:lnTo>
                  <a:lnTo>
                    <a:pt x="52662" y="364819"/>
                  </a:lnTo>
                  <a:lnTo>
                    <a:pt x="52351" y="364971"/>
                  </a:lnTo>
                  <a:lnTo>
                    <a:pt x="52120" y="364999"/>
                  </a:lnTo>
                  <a:lnTo>
                    <a:pt x="51362" y="364792"/>
                  </a:lnTo>
                  <a:lnTo>
                    <a:pt x="50989" y="364591"/>
                  </a:lnTo>
                  <a:lnTo>
                    <a:pt x="50573" y="364611"/>
                  </a:lnTo>
                  <a:lnTo>
                    <a:pt x="50078" y="364494"/>
                  </a:lnTo>
                  <a:lnTo>
                    <a:pt x="49899" y="364383"/>
                  </a:lnTo>
                  <a:lnTo>
                    <a:pt x="49388" y="364371"/>
                  </a:lnTo>
                  <a:lnTo>
                    <a:pt x="49268" y="364118"/>
                  </a:lnTo>
                  <a:lnTo>
                    <a:pt x="49144" y="363931"/>
                  </a:lnTo>
                  <a:lnTo>
                    <a:pt x="48930" y="363766"/>
                  </a:lnTo>
                  <a:lnTo>
                    <a:pt x="48551" y="363530"/>
                  </a:lnTo>
                  <a:lnTo>
                    <a:pt x="48443" y="363224"/>
                  </a:lnTo>
                  <a:lnTo>
                    <a:pt x="48409" y="363092"/>
                  </a:lnTo>
                  <a:lnTo>
                    <a:pt x="48314" y="362926"/>
                  </a:lnTo>
                  <a:lnTo>
                    <a:pt x="48076" y="362839"/>
                  </a:lnTo>
                  <a:lnTo>
                    <a:pt x="47724" y="362756"/>
                  </a:lnTo>
                  <a:lnTo>
                    <a:pt x="47677" y="362599"/>
                  </a:lnTo>
                  <a:lnTo>
                    <a:pt x="47610" y="361986"/>
                  </a:lnTo>
                  <a:lnTo>
                    <a:pt x="47864" y="361695"/>
                  </a:lnTo>
                  <a:lnTo>
                    <a:pt x="48335" y="361577"/>
                  </a:lnTo>
                  <a:lnTo>
                    <a:pt x="48652" y="362030"/>
                  </a:lnTo>
                  <a:lnTo>
                    <a:pt x="48892" y="362365"/>
                  </a:lnTo>
                  <a:lnTo>
                    <a:pt x="49142" y="362356"/>
                  </a:lnTo>
                  <a:lnTo>
                    <a:pt x="49284" y="362220"/>
                  </a:lnTo>
                  <a:lnTo>
                    <a:pt x="49564" y="362477"/>
                  </a:lnTo>
                  <a:lnTo>
                    <a:pt x="49825" y="362598"/>
                  </a:lnTo>
                  <a:lnTo>
                    <a:pt x="50102" y="362455"/>
                  </a:lnTo>
                  <a:lnTo>
                    <a:pt x="50166" y="362249"/>
                  </a:lnTo>
                  <a:lnTo>
                    <a:pt x="49807" y="361602"/>
                  </a:lnTo>
                  <a:lnTo>
                    <a:pt x="49497" y="361230"/>
                  </a:lnTo>
                  <a:lnTo>
                    <a:pt x="49356" y="361215"/>
                  </a:lnTo>
                  <a:lnTo>
                    <a:pt x="49116" y="360729"/>
                  </a:lnTo>
                  <a:lnTo>
                    <a:pt x="48906" y="360687"/>
                  </a:lnTo>
                  <a:lnTo>
                    <a:pt x="48607" y="360575"/>
                  </a:lnTo>
                  <a:lnTo>
                    <a:pt x="48383" y="360478"/>
                  </a:lnTo>
                  <a:lnTo>
                    <a:pt x="48186" y="360393"/>
                  </a:lnTo>
                  <a:lnTo>
                    <a:pt x="47964" y="360129"/>
                  </a:lnTo>
                  <a:lnTo>
                    <a:pt x="47869" y="359763"/>
                  </a:lnTo>
                  <a:lnTo>
                    <a:pt x="47853" y="359601"/>
                  </a:lnTo>
                  <a:lnTo>
                    <a:pt x="47811" y="359188"/>
                  </a:lnTo>
                  <a:lnTo>
                    <a:pt x="48281" y="358931"/>
                  </a:lnTo>
                  <a:lnTo>
                    <a:pt x="48558" y="358969"/>
                  </a:lnTo>
                  <a:lnTo>
                    <a:pt x="48656" y="358632"/>
                  </a:lnTo>
                  <a:lnTo>
                    <a:pt x="48873" y="358578"/>
                  </a:lnTo>
                  <a:lnTo>
                    <a:pt x="48960" y="358403"/>
                  </a:lnTo>
                  <a:lnTo>
                    <a:pt x="48975" y="358241"/>
                  </a:lnTo>
                  <a:lnTo>
                    <a:pt x="49240" y="358075"/>
                  </a:lnTo>
                  <a:lnTo>
                    <a:pt x="49761" y="358095"/>
                  </a:lnTo>
                  <a:lnTo>
                    <a:pt x="50050" y="358179"/>
                  </a:lnTo>
                  <a:lnTo>
                    <a:pt x="50102" y="357936"/>
                  </a:lnTo>
                  <a:lnTo>
                    <a:pt x="50412" y="357652"/>
                  </a:lnTo>
                  <a:lnTo>
                    <a:pt x="50329" y="357521"/>
                  </a:lnTo>
                  <a:lnTo>
                    <a:pt x="50027" y="357284"/>
                  </a:lnTo>
                  <a:lnTo>
                    <a:pt x="49960" y="357034"/>
                  </a:lnTo>
                  <a:lnTo>
                    <a:pt x="49724" y="356959"/>
                  </a:lnTo>
                  <a:lnTo>
                    <a:pt x="49694" y="356818"/>
                  </a:lnTo>
                  <a:lnTo>
                    <a:pt x="49821" y="356467"/>
                  </a:lnTo>
                  <a:lnTo>
                    <a:pt x="49805" y="356241"/>
                  </a:lnTo>
                  <a:lnTo>
                    <a:pt x="49616" y="355939"/>
                  </a:lnTo>
                  <a:lnTo>
                    <a:pt x="49350" y="355717"/>
                  </a:lnTo>
                  <a:lnTo>
                    <a:pt x="49033" y="355630"/>
                  </a:lnTo>
                  <a:lnTo>
                    <a:pt x="48663" y="355513"/>
                  </a:lnTo>
                  <a:lnTo>
                    <a:pt x="48466" y="355542"/>
                  </a:lnTo>
                  <a:lnTo>
                    <a:pt x="48213" y="355562"/>
                  </a:lnTo>
                  <a:lnTo>
                    <a:pt x="48091" y="355302"/>
                  </a:lnTo>
                  <a:lnTo>
                    <a:pt x="48215" y="354932"/>
                  </a:lnTo>
                  <a:lnTo>
                    <a:pt x="47867" y="354212"/>
                  </a:lnTo>
                  <a:lnTo>
                    <a:pt x="47819" y="353935"/>
                  </a:lnTo>
                  <a:lnTo>
                    <a:pt x="47919" y="353643"/>
                  </a:lnTo>
                  <a:lnTo>
                    <a:pt x="48088" y="353697"/>
                  </a:lnTo>
                  <a:lnTo>
                    <a:pt x="48245" y="353633"/>
                  </a:lnTo>
                  <a:lnTo>
                    <a:pt x="48553" y="353481"/>
                  </a:lnTo>
                  <a:lnTo>
                    <a:pt x="48508" y="353268"/>
                  </a:lnTo>
                  <a:lnTo>
                    <a:pt x="48294" y="352687"/>
                  </a:lnTo>
                  <a:lnTo>
                    <a:pt x="48119" y="352330"/>
                  </a:lnTo>
                  <a:lnTo>
                    <a:pt x="47780" y="352173"/>
                  </a:lnTo>
                  <a:lnTo>
                    <a:pt x="47475" y="352310"/>
                  </a:lnTo>
                  <a:lnTo>
                    <a:pt x="47278" y="352279"/>
                  </a:lnTo>
                  <a:lnTo>
                    <a:pt x="47249" y="352018"/>
                  </a:lnTo>
                  <a:lnTo>
                    <a:pt x="46801" y="351985"/>
                  </a:lnTo>
                  <a:lnTo>
                    <a:pt x="47186" y="351329"/>
                  </a:lnTo>
                  <a:lnTo>
                    <a:pt x="46976" y="351083"/>
                  </a:lnTo>
                  <a:lnTo>
                    <a:pt x="46807" y="350845"/>
                  </a:lnTo>
                  <a:lnTo>
                    <a:pt x="47060" y="350718"/>
                  </a:lnTo>
                  <a:lnTo>
                    <a:pt x="46976" y="350422"/>
                  </a:lnTo>
                  <a:lnTo>
                    <a:pt x="47016" y="350151"/>
                  </a:lnTo>
                  <a:lnTo>
                    <a:pt x="46964" y="349581"/>
                  </a:lnTo>
                  <a:lnTo>
                    <a:pt x="46919" y="349201"/>
                  </a:lnTo>
                  <a:lnTo>
                    <a:pt x="46951" y="348958"/>
                  </a:lnTo>
                  <a:lnTo>
                    <a:pt x="47174" y="348818"/>
                  </a:lnTo>
                  <a:lnTo>
                    <a:pt x="47367" y="348703"/>
                  </a:lnTo>
                  <a:lnTo>
                    <a:pt x="47937" y="348704"/>
                  </a:lnTo>
                  <a:lnTo>
                    <a:pt x="48174" y="348703"/>
                  </a:lnTo>
                  <a:lnTo>
                    <a:pt x="48594" y="348626"/>
                  </a:lnTo>
                  <a:lnTo>
                    <a:pt x="49082" y="348027"/>
                  </a:lnTo>
                  <a:lnTo>
                    <a:pt x="49135" y="347813"/>
                  </a:lnTo>
                  <a:lnTo>
                    <a:pt x="49742" y="347801"/>
                  </a:lnTo>
                  <a:lnTo>
                    <a:pt x="50093" y="347748"/>
                  </a:lnTo>
                  <a:lnTo>
                    <a:pt x="50417" y="347657"/>
                  </a:lnTo>
                  <a:lnTo>
                    <a:pt x="50564" y="347516"/>
                  </a:lnTo>
                  <a:lnTo>
                    <a:pt x="50661" y="347278"/>
                  </a:lnTo>
                  <a:lnTo>
                    <a:pt x="50767" y="347080"/>
                  </a:lnTo>
                  <a:lnTo>
                    <a:pt x="51038" y="346575"/>
                  </a:lnTo>
                  <a:lnTo>
                    <a:pt x="51486" y="345741"/>
                  </a:lnTo>
                  <a:lnTo>
                    <a:pt x="51424" y="345367"/>
                  </a:lnTo>
                  <a:lnTo>
                    <a:pt x="51246" y="344949"/>
                  </a:lnTo>
                  <a:lnTo>
                    <a:pt x="51275" y="344707"/>
                  </a:lnTo>
                  <a:lnTo>
                    <a:pt x="51519" y="344556"/>
                  </a:lnTo>
                  <a:lnTo>
                    <a:pt x="51725" y="344583"/>
                  </a:lnTo>
                  <a:lnTo>
                    <a:pt x="51948" y="344691"/>
                  </a:lnTo>
                  <a:lnTo>
                    <a:pt x="52114" y="344882"/>
                  </a:lnTo>
                  <a:lnTo>
                    <a:pt x="52425" y="344909"/>
                  </a:lnTo>
                  <a:lnTo>
                    <a:pt x="52579" y="344807"/>
                  </a:lnTo>
                  <a:lnTo>
                    <a:pt x="52596" y="344627"/>
                  </a:lnTo>
                  <a:lnTo>
                    <a:pt x="52690" y="344256"/>
                  </a:lnTo>
                  <a:lnTo>
                    <a:pt x="53000" y="344270"/>
                  </a:lnTo>
                  <a:lnTo>
                    <a:pt x="53029" y="344407"/>
                  </a:lnTo>
                  <a:lnTo>
                    <a:pt x="53081" y="344569"/>
                  </a:lnTo>
                  <a:lnTo>
                    <a:pt x="53169" y="344728"/>
                  </a:lnTo>
                  <a:lnTo>
                    <a:pt x="53434" y="344453"/>
                  </a:lnTo>
                  <a:lnTo>
                    <a:pt x="53708" y="344094"/>
                  </a:lnTo>
                  <a:lnTo>
                    <a:pt x="53928" y="343776"/>
                  </a:lnTo>
                  <a:lnTo>
                    <a:pt x="54116" y="343310"/>
                  </a:lnTo>
                  <a:lnTo>
                    <a:pt x="54136" y="342934"/>
                  </a:lnTo>
                  <a:lnTo>
                    <a:pt x="53898" y="342943"/>
                  </a:lnTo>
                  <a:lnTo>
                    <a:pt x="53731" y="342795"/>
                  </a:lnTo>
                  <a:lnTo>
                    <a:pt x="54100" y="342592"/>
                  </a:lnTo>
                  <a:lnTo>
                    <a:pt x="54088" y="342437"/>
                  </a:lnTo>
                  <a:lnTo>
                    <a:pt x="53927" y="341953"/>
                  </a:lnTo>
                  <a:lnTo>
                    <a:pt x="53603" y="341802"/>
                  </a:lnTo>
                  <a:lnTo>
                    <a:pt x="53162" y="341788"/>
                  </a:lnTo>
                  <a:lnTo>
                    <a:pt x="53421" y="341551"/>
                  </a:lnTo>
                  <a:lnTo>
                    <a:pt x="53728" y="341516"/>
                  </a:lnTo>
                  <a:lnTo>
                    <a:pt x="53838" y="341179"/>
                  </a:lnTo>
                  <a:lnTo>
                    <a:pt x="53750" y="340964"/>
                  </a:lnTo>
                  <a:lnTo>
                    <a:pt x="53559" y="340906"/>
                  </a:lnTo>
                  <a:lnTo>
                    <a:pt x="53571" y="340571"/>
                  </a:lnTo>
                  <a:lnTo>
                    <a:pt x="53473" y="340258"/>
                  </a:lnTo>
                  <a:lnTo>
                    <a:pt x="53336" y="340171"/>
                  </a:lnTo>
                  <a:lnTo>
                    <a:pt x="53779" y="339564"/>
                  </a:lnTo>
                  <a:lnTo>
                    <a:pt x="54019" y="339279"/>
                  </a:lnTo>
                  <a:lnTo>
                    <a:pt x="54118" y="338948"/>
                  </a:lnTo>
                  <a:lnTo>
                    <a:pt x="53984" y="338738"/>
                  </a:lnTo>
                  <a:lnTo>
                    <a:pt x="53863" y="338270"/>
                  </a:lnTo>
                  <a:lnTo>
                    <a:pt x="54014" y="338007"/>
                  </a:lnTo>
                  <a:lnTo>
                    <a:pt x="54269" y="338028"/>
                  </a:lnTo>
                  <a:lnTo>
                    <a:pt x="54618" y="338169"/>
                  </a:lnTo>
                  <a:lnTo>
                    <a:pt x="54822" y="337765"/>
                  </a:lnTo>
                  <a:lnTo>
                    <a:pt x="54789" y="337460"/>
                  </a:lnTo>
                  <a:lnTo>
                    <a:pt x="54738" y="337305"/>
                  </a:lnTo>
                  <a:lnTo>
                    <a:pt x="54802" y="337109"/>
                  </a:lnTo>
                  <a:lnTo>
                    <a:pt x="54755" y="336645"/>
                  </a:lnTo>
                  <a:lnTo>
                    <a:pt x="54581" y="336431"/>
                  </a:lnTo>
                  <a:lnTo>
                    <a:pt x="54489" y="336154"/>
                  </a:lnTo>
                  <a:lnTo>
                    <a:pt x="54279" y="335919"/>
                  </a:lnTo>
                  <a:lnTo>
                    <a:pt x="54233" y="335622"/>
                  </a:lnTo>
                  <a:lnTo>
                    <a:pt x="54447" y="335061"/>
                  </a:lnTo>
                  <a:lnTo>
                    <a:pt x="54586" y="334782"/>
                  </a:lnTo>
                  <a:lnTo>
                    <a:pt x="54359" y="335038"/>
                  </a:lnTo>
                  <a:lnTo>
                    <a:pt x="54035" y="334748"/>
                  </a:lnTo>
                  <a:lnTo>
                    <a:pt x="54148" y="334517"/>
                  </a:lnTo>
                  <a:lnTo>
                    <a:pt x="54149" y="334107"/>
                  </a:lnTo>
                  <a:lnTo>
                    <a:pt x="53959" y="334030"/>
                  </a:lnTo>
                  <a:lnTo>
                    <a:pt x="54040" y="333835"/>
                  </a:lnTo>
                  <a:lnTo>
                    <a:pt x="54217" y="333705"/>
                  </a:lnTo>
                  <a:lnTo>
                    <a:pt x="54349" y="333375"/>
                  </a:lnTo>
                  <a:lnTo>
                    <a:pt x="54462" y="332995"/>
                  </a:lnTo>
                  <a:lnTo>
                    <a:pt x="54699" y="332914"/>
                  </a:lnTo>
                  <a:lnTo>
                    <a:pt x="54935" y="332857"/>
                  </a:lnTo>
                  <a:lnTo>
                    <a:pt x="55482" y="332559"/>
                  </a:lnTo>
                  <a:lnTo>
                    <a:pt x="55421" y="331814"/>
                  </a:lnTo>
                  <a:lnTo>
                    <a:pt x="55418" y="331591"/>
                  </a:lnTo>
                  <a:lnTo>
                    <a:pt x="55484" y="331349"/>
                  </a:lnTo>
                  <a:lnTo>
                    <a:pt x="55551" y="331031"/>
                  </a:lnTo>
                  <a:lnTo>
                    <a:pt x="55861" y="330920"/>
                  </a:lnTo>
                  <a:lnTo>
                    <a:pt x="56011" y="330947"/>
                  </a:lnTo>
                  <a:lnTo>
                    <a:pt x="56149" y="330964"/>
                  </a:lnTo>
                  <a:lnTo>
                    <a:pt x="56497" y="330620"/>
                  </a:lnTo>
                  <a:lnTo>
                    <a:pt x="56646" y="330295"/>
                  </a:lnTo>
                  <a:lnTo>
                    <a:pt x="56784" y="330086"/>
                  </a:lnTo>
                  <a:lnTo>
                    <a:pt x="56772" y="329932"/>
                  </a:lnTo>
                  <a:lnTo>
                    <a:pt x="56591" y="329880"/>
                  </a:lnTo>
                  <a:lnTo>
                    <a:pt x="56513" y="329745"/>
                  </a:lnTo>
                  <a:lnTo>
                    <a:pt x="56489" y="329501"/>
                  </a:lnTo>
                  <a:lnTo>
                    <a:pt x="56399" y="329321"/>
                  </a:lnTo>
                  <a:lnTo>
                    <a:pt x="56338" y="328863"/>
                  </a:lnTo>
                  <a:lnTo>
                    <a:pt x="56359" y="328682"/>
                  </a:lnTo>
                  <a:lnTo>
                    <a:pt x="56365" y="328494"/>
                  </a:lnTo>
                  <a:lnTo>
                    <a:pt x="56301" y="328199"/>
                  </a:lnTo>
                  <a:lnTo>
                    <a:pt x="56174" y="327944"/>
                  </a:lnTo>
                  <a:lnTo>
                    <a:pt x="55757" y="327941"/>
                  </a:lnTo>
                  <a:lnTo>
                    <a:pt x="55774" y="327612"/>
                  </a:lnTo>
                  <a:lnTo>
                    <a:pt x="55933" y="327217"/>
                  </a:lnTo>
                  <a:lnTo>
                    <a:pt x="55861" y="327017"/>
                  </a:lnTo>
                  <a:lnTo>
                    <a:pt x="55687" y="326866"/>
                  </a:lnTo>
                  <a:lnTo>
                    <a:pt x="55768" y="326587"/>
                  </a:lnTo>
                  <a:lnTo>
                    <a:pt x="56228" y="326460"/>
                  </a:lnTo>
                  <a:lnTo>
                    <a:pt x="56247" y="326262"/>
                  </a:lnTo>
                  <a:lnTo>
                    <a:pt x="56483" y="325941"/>
                  </a:lnTo>
                  <a:lnTo>
                    <a:pt x="56953" y="326171"/>
                  </a:lnTo>
                  <a:lnTo>
                    <a:pt x="57053" y="325611"/>
                  </a:lnTo>
                  <a:lnTo>
                    <a:pt x="57004" y="325473"/>
                  </a:lnTo>
                  <a:lnTo>
                    <a:pt x="56553" y="325020"/>
                  </a:lnTo>
                  <a:lnTo>
                    <a:pt x="56619" y="324672"/>
                  </a:lnTo>
                  <a:lnTo>
                    <a:pt x="56721" y="324544"/>
                  </a:lnTo>
                  <a:lnTo>
                    <a:pt x="56841" y="323994"/>
                  </a:lnTo>
                  <a:lnTo>
                    <a:pt x="56469" y="323681"/>
                  </a:lnTo>
                  <a:lnTo>
                    <a:pt x="56560" y="323377"/>
                  </a:lnTo>
                  <a:lnTo>
                    <a:pt x="56513" y="323109"/>
                  </a:lnTo>
                  <a:lnTo>
                    <a:pt x="56592" y="322934"/>
                  </a:lnTo>
                  <a:lnTo>
                    <a:pt x="56828" y="323079"/>
                  </a:lnTo>
                  <a:lnTo>
                    <a:pt x="56986" y="323096"/>
                  </a:lnTo>
                  <a:lnTo>
                    <a:pt x="56940" y="322885"/>
                  </a:lnTo>
                  <a:lnTo>
                    <a:pt x="56931" y="322595"/>
                  </a:lnTo>
                  <a:lnTo>
                    <a:pt x="57133" y="322383"/>
                  </a:lnTo>
                  <a:lnTo>
                    <a:pt x="57292" y="322539"/>
                  </a:lnTo>
                  <a:lnTo>
                    <a:pt x="57680" y="322776"/>
                  </a:lnTo>
                  <a:lnTo>
                    <a:pt x="58000" y="322746"/>
                  </a:lnTo>
                  <a:lnTo>
                    <a:pt x="58311" y="322694"/>
                  </a:lnTo>
                  <a:lnTo>
                    <a:pt x="58664" y="322663"/>
                  </a:lnTo>
                  <a:lnTo>
                    <a:pt x="58801" y="322607"/>
                  </a:lnTo>
                  <a:lnTo>
                    <a:pt x="58977" y="322180"/>
                  </a:lnTo>
                  <a:lnTo>
                    <a:pt x="58932" y="322037"/>
                  </a:lnTo>
                  <a:lnTo>
                    <a:pt x="58889" y="321835"/>
                  </a:lnTo>
                  <a:lnTo>
                    <a:pt x="58867" y="321429"/>
                  </a:lnTo>
                  <a:lnTo>
                    <a:pt x="58906" y="321276"/>
                  </a:lnTo>
                  <a:lnTo>
                    <a:pt x="59195" y="321000"/>
                  </a:lnTo>
                  <a:lnTo>
                    <a:pt x="59308" y="320626"/>
                  </a:lnTo>
                  <a:lnTo>
                    <a:pt x="59386" y="320369"/>
                  </a:lnTo>
                  <a:lnTo>
                    <a:pt x="59449" y="320172"/>
                  </a:lnTo>
                  <a:lnTo>
                    <a:pt x="59686" y="319877"/>
                  </a:lnTo>
                  <a:lnTo>
                    <a:pt x="59750" y="319739"/>
                  </a:lnTo>
                  <a:lnTo>
                    <a:pt x="59778" y="319567"/>
                  </a:lnTo>
                  <a:lnTo>
                    <a:pt x="60089" y="319452"/>
                  </a:lnTo>
                  <a:lnTo>
                    <a:pt x="60289" y="319442"/>
                  </a:lnTo>
                  <a:lnTo>
                    <a:pt x="60864" y="319312"/>
                  </a:lnTo>
                  <a:lnTo>
                    <a:pt x="61331" y="319090"/>
                  </a:lnTo>
                  <a:lnTo>
                    <a:pt x="61513" y="319507"/>
                  </a:lnTo>
                  <a:lnTo>
                    <a:pt x="61697" y="320140"/>
                  </a:lnTo>
                  <a:lnTo>
                    <a:pt x="62067" y="320025"/>
                  </a:lnTo>
                  <a:lnTo>
                    <a:pt x="62176" y="319655"/>
                  </a:lnTo>
                  <a:lnTo>
                    <a:pt x="62168" y="319390"/>
                  </a:lnTo>
                  <a:lnTo>
                    <a:pt x="62166" y="319042"/>
                  </a:lnTo>
                  <a:lnTo>
                    <a:pt x="62410" y="318517"/>
                  </a:lnTo>
                  <a:lnTo>
                    <a:pt x="61794" y="317659"/>
                  </a:lnTo>
                  <a:lnTo>
                    <a:pt x="61651" y="317465"/>
                  </a:lnTo>
                  <a:lnTo>
                    <a:pt x="61310" y="317349"/>
                  </a:lnTo>
                  <a:lnTo>
                    <a:pt x="61360" y="317221"/>
                  </a:lnTo>
                  <a:lnTo>
                    <a:pt x="61385" y="316968"/>
                  </a:lnTo>
                  <a:lnTo>
                    <a:pt x="61344" y="316789"/>
                  </a:lnTo>
                  <a:lnTo>
                    <a:pt x="61109" y="316550"/>
                  </a:lnTo>
                  <a:lnTo>
                    <a:pt x="60790" y="316398"/>
                  </a:lnTo>
                  <a:lnTo>
                    <a:pt x="60431" y="316182"/>
                  </a:lnTo>
                  <a:lnTo>
                    <a:pt x="60440" y="316034"/>
                  </a:lnTo>
                  <a:lnTo>
                    <a:pt x="60227" y="315850"/>
                  </a:lnTo>
                  <a:lnTo>
                    <a:pt x="60147" y="316018"/>
                  </a:lnTo>
                  <a:lnTo>
                    <a:pt x="59952" y="315778"/>
                  </a:lnTo>
                  <a:lnTo>
                    <a:pt x="59982" y="315589"/>
                  </a:lnTo>
                  <a:lnTo>
                    <a:pt x="59943" y="315331"/>
                  </a:lnTo>
                  <a:lnTo>
                    <a:pt x="59905" y="314784"/>
                  </a:lnTo>
                  <a:lnTo>
                    <a:pt x="59913" y="314478"/>
                  </a:lnTo>
                  <a:lnTo>
                    <a:pt x="60149" y="314019"/>
                  </a:lnTo>
                  <a:lnTo>
                    <a:pt x="60316" y="313900"/>
                  </a:lnTo>
                  <a:lnTo>
                    <a:pt x="60570" y="313726"/>
                  </a:lnTo>
                  <a:lnTo>
                    <a:pt x="60555" y="313569"/>
                  </a:lnTo>
                  <a:lnTo>
                    <a:pt x="60755" y="313368"/>
                  </a:lnTo>
                  <a:lnTo>
                    <a:pt x="61056" y="313114"/>
                  </a:lnTo>
                  <a:lnTo>
                    <a:pt x="61329" y="313059"/>
                  </a:lnTo>
                  <a:lnTo>
                    <a:pt x="61884" y="313098"/>
                  </a:lnTo>
                  <a:lnTo>
                    <a:pt x="61896" y="312865"/>
                  </a:lnTo>
                  <a:lnTo>
                    <a:pt x="61977" y="312548"/>
                  </a:lnTo>
                  <a:lnTo>
                    <a:pt x="62113" y="312265"/>
                  </a:lnTo>
                  <a:lnTo>
                    <a:pt x="62345" y="312053"/>
                  </a:lnTo>
                  <a:lnTo>
                    <a:pt x="62680" y="311841"/>
                  </a:lnTo>
                  <a:lnTo>
                    <a:pt x="62900" y="311787"/>
                  </a:lnTo>
                  <a:lnTo>
                    <a:pt x="63351" y="311904"/>
                  </a:lnTo>
                  <a:lnTo>
                    <a:pt x="63704" y="311791"/>
                  </a:lnTo>
                  <a:lnTo>
                    <a:pt x="63722" y="311654"/>
                  </a:lnTo>
                  <a:lnTo>
                    <a:pt x="64031" y="311571"/>
                  </a:lnTo>
                  <a:lnTo>
                    <a:pt x="64223" y="311507"/>
                  </a:lnTo>
                  <a:lnTo>
                    <a:pt x="64420" y="311435"/>
                  </a:lnTo>
                  <a:lnTo>
                    <a:pt x="64697" y="311824"/>
                  </a:lnTo>
                  <a:lnTo>
                    <a:pt x="65083" y="311830"/>
                  </a:lnTo>
                  <a:lnTo>
                    <a:pt x="65314" y="311758"/>
                  </a:lnTo>
                  <a:lnTo>
                    <a:pt x="65459" y="311720"/>
                  </a:lnTo>
                  <a:lnTo>
                    <a:pt x="65821" y="311896"/>
                  </a:lnTo>
                  <a:lnTo>
                    <a:pt x="66022" y="311780"/>
                  </a:lnTo>
                  <a:lnTo>
                    <a:pt x="66109" y="311534"/>
                  </a:lnTo>
                  <a:lnTo>
                    <a:pt x="66113" y="311335"/>
                  </a:lnTo>
                  <a:lnTo>
                    <a:pt x="66219" y="311195"/>
                  </a:lnTo>
                  <a:lnTo>
                    <a:pt x="66435" y="311122"/>
                  </a:lnTo>
                  <a:lnTo>
                    <a:pt x="66656" y="311108"/>
                  </a:lnTo>
                  <a:lnTo>
                    <a:pt x="66835" y="311143"/>
                  </a:lnTo>
                  <a:lnTo>
                    <a:pt x="67183" y="311112"/>
                  </a:lnTo>
                  <a:lnTo>
                    <a:pt x="67355" y="310884"/>
                  </a:lnTo>
                  <a:lnTo>
                    <a:pt x="67483" y="310870"/>
                  </a:lnTo>
                  <a:lnTo>
                    <a:pt x="67628" y="310921"/>
                  </a:lnTo>
                  <a:lnTo>
                    <a:pt x="68060" y="310686"/>
                  </a:lnTo>
                  <a:lnTo>
                    <a:pt x="68132" y="310546"/>
                  </a:lnTo>
                  <a:lnTo>
                    <a:pt x="68189" y="310215"/>
                  </a:lnTo>
                  <a:lnTo>
                    <a:pt x="68472" y="309886"/>
                  </a:lnTo>
                  <a:lnTo>
                    <a:pt x="68940" y="309690"/>
                  </a:lnTo>
                  <a:lnTo>
                    <a:pt x="69082" y="309247"/>
                  </a:lnTo>
                  <a:lnTo>
                    <a:pt x="69094" y="308926"/>
                  </a:lnTo>
                  <a:lnTo>
                    <a:pt x="69364" y="308855"/>
                  </a:lnTo>
                  <a:lnTo>
                    <a:pt x="69765" y="308822"/>
                  </a:lnTo>
                  <a:lnTo>
                    <a:pt x="69856" y="308668"/>
                  </a:lnTo>
                  <a:lnTo>
                    <a:pt x="70041" y="308569"/>
                  </a:lnTo>
                  <a:lnTo>
                    <a:pt x="70336" y="308569"/>
                  </a:lnTo>
                  <a:lnTo>
                    <a:pt x="70575" y="308716"/>
                  </a:lnTo>
                  <a:lnTo>
                    <a:pt x="71257" y="308426"/>
                  </a:lnTo>
                  <a:lnTo>
                    <a:pt x="71196" y="308132"/>
                  </a:lnTo>
                  <a:lnTo>
                    <a:pt x="71218" y="307956"/>
                  </a:lnTo>
                  <a:lnTo>
                    <a:pt x="71152" y="307762"/>
                  </a:lnTo>
                  <a:lnTo>
                    <a:pt x="71058" y="307624"/>
                  </a:lnTo>
                  <a:lnTo>
                    <a:pt x="70863" y="307110"/>
                  </a:lnTo>
                  <a:lnTo>
                    <a:pt x="70788" y="306908"/>
                  </a:lnTo>
                  <a:lnTo>
                    <a:pt x="70825" y="306597"/>
                  </a:lnTo>
                  <a:lnTo>
                    <a:pt x="70906" y="306392"/>
                  </a:lnTo>
                  <a:lnTo>
                    <a:pt x="71048" y="306217"/>
                  </a:lnTo>
                  <a:lnTo>
                    <a:pt x="71350" y="306251"/>
                  </a:lnTo>
                  <a:lnTo>
                    <a:pt x="71659" y="305654"/>
                  </a:lnTo>
                  <a:lnTo>
                    <a:pt x="71868" y="305163"/>
                  </a:lnTo>
                  <a:lnTo>
                    <a:pt x="72091" y="304885"/>
                  </a:lnTo>
                  <a:lnTo>
                    <a:pt x="72285" y="304885"/>
                  </a:lnTo>
                  <a:lnTo>
                    <a:pt x="72401" y="304633"/>
                  </a:lnTo>
                  <a:lnTo>
                    <a:pt x="72412" y="304401"/>
                  </a:lnTo>
                  <a:lnTo>
                    <a:pt x="72515" y="304675"/>
                  </a:lnTo>
                  <a:lnTo>
                    <a:pt x="72714" y="304763"/>
                  </a:lnTo>
                  <a:lnTo>
                    <a:pt x="72817" y="304381"/>
                  </a:lnTo>
                  <a:lnTo>
                    <a:pt x="72761" y="304204"/>
                  </a:lnTo>
                  <a:lnTo>
                    <a:pt x="73024" y="303948"/>
                  </a:lnTo>
                  <a:lnTo>
                    <a:pt x="73111" y="303613"/>
                  </a:lnTo>
                  <a:lnTo>
                    <a:pt x="73663" y="303406"/>
                  </a:lnTo>
                  <a:lnTo>
                    <a:pt x="73685" y="303187"/>
                  </a:lnTo>
                  <a:lnTo>
                    <a:pt x="73712" y="302950"/>
                  </a:lnTo>
                  <a:lnTo>
                    <a:pt x="74189" y="302679"/>
                  </a:lnTo>
                  <a:lnTo>
                    <a:pt x="74298" y="302545"/>
                  </a:lnTo>
                  <a:lnTo>
                    <a:pt x="74461" y="302490"/>
                  </a:lnTo>
                  <a:lnTo>
                    <a:pt x="74721" y="302389"/>
                  </a:lnTo>
                  <a:lnTo>
                    <a:pt x="74993" y="302209"/>
                  </a:lnTo>
                  <a:lnTo>
                    <a:pt x="75384" y="301739"/>
                  </a:lnTo>
                  <a:lnTo>
                    <a:pt x="75730" y="301538"/>
                  </a:lnTo>
                  <a:lnTo>
                    <a:pt x="75826" y="301350"/>
                  </a:lnTo>
                  <a:lnTo>
                    <a:pt x="76111" y="301150"/>
                  </a:lnTo>
                  <a:lnTo>
                    <a:pt x="76216" y="300941"/>
                  </a:lnTo>
                  <a:lnTo>
                    <a:pt x="76577" y="300763"/>
                  </a:lnTo>
                  <a:lnTo>
                    <a:pt x="76733" y="300652"/>
                  </a:lnTo>
                  <a:lnTo>
                    <a:pt x="76982" y="300292"/>
                  </a:lnTo>
                  <a:lnTo>
                    <a:pt x="77020" y="300061"/>
                  </a:lnTo>
                  <a:lnTo>
                    <a:pt x="76706" y="299275"/>
                  </a:lnTo>
                  <a:lnTo>
                    <a:pt x="76543" y="299105"/>
                  </a:lnTo>
                  <a:lnTo>
                    <a:pt x="76602" y="298710"/>
                  </a:lnTo>
                  <a:lnTo>
                    <a:pt x="76435" y="298229"/>
                  </a:lnTo>
                  <a:lnTo>
                    <a:pt x="76550" y="298040"/>
                  </a:lnTo>
                  <a:lnTo>
                    <a:pt x="76193" y="297143"/>
                  </a:lnTo>
                  <a:lnTo>
                    <a:pt x="75731" y="297246"/>
                  </a:lnTo>
                  <a:lnTo>
                    <a:pt x="75535" y="297344"/>
                  </a:lnTo>
                  <a:lnTo>
                    <a:pt x="75304" y="297413"/>
                  </a:lnTo>
                  <a:lnTo>
                    <a:pt x="74713" y="297782"/>
                  </a:lnTo>
                  <a:lnTo>
                    <a:pt x="74434" y="297958"/>
                  </a:lnTo>
                  <a:lnTo>
                    <a:pt x="73932" y="298052"/>
                  </a:lnTo>
                  <a:lnTo>
                    <a:pt x="73724" y="297822"/>
                  </a:lnTo>
                  <a:lnTo>
                    <a:pt x="73877" y="297654"/>
                  </a:lnTo>
                  <a:lnTo>
                    <a:pt x="73670" y="297461"/>
                  </a:lnTo>
                  <a:lnTo>
                    <a:pt x="73596" y="297767"/>
                  </a:lnTo>
                  <a:lnTo>
                    <a:pt x="73161" y="297800"/>
                  </a:lnTo>
                  <a:lnTo>
                    <a:pt x="72944" y="297693"/>
                  </a:lnTo>
                  <a:lnTo>
                    <a:pt x="72766" y="297661"/>
                  </a:lnTo>
                  <a:lnTo>
                    <a:pt x="72577" y="297586"/>
                  </a:lnTo>
                  <a:lnTo>
                    <a:pt x="72359" y="297422"/>
                  </a:lnTo>
                  <a:lnTo>
                    <a:pt x="72282" y="297290"/>
                  </a:lnTo>
                  <a:lnTo>
                    <a:pt x="72385" y="296979"/>
                  </a:lnTo>
                  <a:lnTo>
                    <a:pt x="72547" y="296862"/>
                  </a:lnTo>
                  <a:lnTo>
                    <a:pt x="72579" y="296733"/>
                  </a:lnTo>
                  <a:lnTo>
                    <a:pt x="72652" y="296487"/>
                  </a:lnTo>
                  <a:lnTo>
                    <a:pt x="72822" y="296251"/>
                  </a:lnTo>
                  <a:lnTo>
                    <a:pt x="72529" y="295938"/>
                  </a:lnTo>
                  <a:lnTo>
                    <a:pt x="72514" y="295693"/>
                  </a:lnTo>
                  <a:lnTo>
                    <a:pt x="72625" y="295534"/>
                  </a:lnTo>
                  <a:lnTo>
                    <a:pt x="72228" y="295499"/>
                  </a:lnTo>
                  <a:lnTo>
                    <a:pt x="71878" y="295254"/>
                  </a:lnTo>
                  <a:lnTo>
                    <a:pt x="72070" y="295260"/>
                  </a:lnTo>
                  <a:lnTo>
                    <a:pt x="72285" y="295284"/>
                  </a:lnTo>
                  <a:lnTo>
                    <a:pt x="72281" y="294714"/>
                  </a:lnTo>
                  <a:lnTo>
                    <a:pt x="72218" y="294561"/>
                  </a:lnTo>
                  <a:lnTo>
                    <a:pt x="72091" y="294181"/>
                  </a:lnTo>
                  <a:lnTo>
                    <a:pt x="72057" y="294013"/>
                  </a:lnTo>
                  <a:lnTo>
                    <a:pt x="72142" y="293621"/>
                  </a:lnTo>
                  <a:lnTo>
                    <a:pt x="72277" y="293587"/>
                  </a:lnTo>
                  <a:lnTo>
                    <a:pt x="72414" y="293479"/>
                  </a:lnTo>
                  <a:lnTo>
                    <a:pt x="72546" y="293351"/>
                  </a:lnTo>
                  <a:lnTo>
                    <a:pt x="72532" y="293048"/>
                  </a:lnTo>
                  <a:lnTo>
                    <a:pt x="72275" y="292685"/>
                  </a:lnTo>
                  <a:lnTo>
                    <a:pt x="72595" y="292427"/>
                  </a:lnTo>
                  <a:lnTo>
                    <a:pt x="72519" y="292045"/>
                  </a:lnTo>
                  <a:lnTo>
                    <a:pt x="72666" y="291808"/>
                  </a:lnTo>
                  <a:lnTo>
                    <a:pt x="72993" y="291660"/>
                  </a:lnTo>
                  <a:lnTo>
                    <a:pt x="73193" y="291583"/>
                  </a:lnTo>
                  <a:lnTo>
                    <a:pt x="73670" y="291454"/>
                  </a:lnTo>
                  <a:lnTo>
                    <a:pt x="73836" y="290948"/>
                  </a:lnTo>
                  <a:lnTo>
                    <a:pt x="73560" y="290636"/>
                  </a:lnTo>
                  <a:lnTo>
                    <a:pt x="73403" y="290495"/>
                  </a:lnTo>
                  <a:lnTo>
                    <a:pt x="73633" y="290450"/>
                  </a:lnTo>
                  <a:lnTo>
                    <a:pt x="73974" y="290183"/>
                  </a:lnTo>
                  <a:lnTo>
                    <a:pt x="74347" y="290181"/>
                  </a:lnTo>
                  <a:lnTo>
                    <a:pt x="74441" y="289956"/>
                  </a:lnTo>
                  <a:lnTo>
                    <a:pt x="74681" y="289692"/>
                  </a:lnTo>
                  <a:lnTo>
                    <a:pt x="74437" y="289635"/>
                  </a:lnTo>
                  <a:lnTo>
                    <a:pt x="74442" y="289423"/>
                  </a:lnTo>
                  <a:lnTo>
                    <a:pt x="74733" y="288995"/>
                  </a:lnTo>
                  <a:lnTo>
                    <a:pt x="74879" y="289007"/>
                  </a:lnTo>
                  <a:lnTo>
                    <a:pt x="75216" y="288754"/>
                  </a:lnTo>
                  <a:lnTo>
                    <a:pt x="75378" y="288581"/>
                  </a:lnTo>
                  <a:lnTo>
                    <a:pt x="75540" y="288231"/>
                  </a:lnTo>
                  <a:lnTo>
                    <a:pt x="75567" y="287874"/>
                  </a:lnTo>
                  <a:lnTo>
                    <a:pt x="76484" y="287540"/>
                  </a:lnTo>
                  <a:lnTo>
                    <a:pt x="76989" y="287150"/>
                  </a:lnTo>
                  <a:lnTo>
                    <a:pt x="77430" y="287215"/>
                  </a:lnTo>
                  <a:lnTo>
                    <a:pt x="77537" y="287074"/>
                  </a:lnTo>
                  <a:lnTo>
                    <a:pt x="77234" y="286554"/>
                  </a:lnTo>
                  <a:lnTo>
                    <a:pt x="77302" y="285965"/>
                  </a:lnTo>
                  <a:lnTo>
                    <a:pt x="77423" y="285616"/>
                  </a:lnTo>
                  <a:lnTo>
                    <a:pt x="77826" y="285762"/>
                  </a:lnTo>
                  <a:lnTo>
                    <a:pt x="78011" y="285369"/>
                  </a:lnTo>
                  <a:lnTo>
                    <a:pt x="78136" y="284914"/>
                  </a:lnTo>
                  <a:lnTo>
                    <a:pt x="78066" y="284643"/>
                  </a:lnTo>
                  <a:lnTo>
                    <a:pt x="78232" y="284466"/>
                  </a:lnTo>
                  <a:lnTo>
                    <a:pt x="78636" y="284621"/>
                  </a:lnTo>
                  <a:lnTo>
                    <a:pt x="78984" y="284626"/>
                  </a:lnTo>
                  <a:lnTo>
                    <a:pt x="79125" y="284712"/>
                  </a:lnTo>
                  <a:lnTo>
                    <a:pt x="79133" y="284990"/>
                  </a:lnTo>
                  <a:lnTo>
                    <a:pt x="79493" y="285091"/>
                  </a:lnTo>
                  <a:lnTo>
                    <a:pt x="79742" y="285129"/>
                  </a:lnTo>
                  <a:lnTo>
                    <a:pt x="80106" y="285083"/>
                  </a:lnTo>
                  <a:lnTo>
                    <a:pt x="80157" y="285402"/>
                  </a:lnTo>
                  <a:lnTo>
                    <a:pt x="80250" y="285584"/>
                  </a:lnTo>
                  <a:lnTo>
                    <a:pt x="80190" y="285879"/>
                  </a:lnTo>
                  <a:lnTo>
                    <a:pt x="80239" y="286254"/>
                  </a:lnTo>
                  <a:lnTo>
                    <a:pt x="80086" y="286995"/>
                  </a:lnTo>
                  <a:lnTo>
                    <a:pt x="80239" y="286953"/>
                  </a:lnTo>
                  <a:lnTo>
                    <a:pt x="80485" y="286670"/>
                  </a:lnTo>
                  <a:lnTo>
                    <a:pt x="81159" y="286612"/>
                  </a:lnTo>
                  <a:lnTo>
                    <a:pt x="81329" y="286811"/>
                  </a:lnTo>
                  <a:lnTo>
                    <a:pt x="81575" y="286781"/>
                  </a:lnTo>
                  <a:lnTo>
                    <a:pt x="81775" y="286549"/>
                  </a:lnTo>
                  <a:lnTo>
                    <a:pt x="81935" y="286528"/>
                  </a:lnTo>
                  <a:lnTo>
                    <a:pt x="82182" y="286565"/>
                  </a:lnTo>
                  <a:lnTo>
                    <a:pt x="82309" y="286394"/>
                  </a:lnTo>
                  <a:lnTo>
                    <a:pt x="82463" y="286046"/>
                  </a:lnTo>
                  <a:lnTo>
                    <a:pt x="82741" y="285660"/>
                  </a:lnTo>
                  <a:lnTo>
                    <a:pt x="82718" y="285306"/>
                  </a:lnTo>
                  <a:lnTo>
                    <a:pt x="82601" y="285143"/>
                  </a:lnTo>
                  <a:lnTo>
                    <a:pt x="82462" y="284945"/>
                  </a:lnTo>
                  <a:lnTo>
                    <a:pt x="82350" y="284526"/>
                  </a:lnTo>
                  <a:lnTo>
                    <a:pt x="82409" y="284066"/>
                  </a:lnTo>
                  <a:lnTo>
                    <a:pt x="82487" y="283911"/>
                  </a:lnTo>
                  <a:lnTo>
                    <a:pt x="82477" y="283777"/>
                  </a:lnTo>
                  <a:lnTo>
                    <a:pt x="82525" y="283459"/>
                  </a:lnTo>
                  <a:lnTo>
                    <a:pt x="82613" y="283197"/>
                  </a:lnTo>
                  <a:lnTo>
                    <a:pt x="83400" y="282838"/>
                  </a:lnTo>
                  <a:lnTo>
                    <a:pt x="83586" y="282526"/>
                  </a:lnTo>
                  <a:lnTo>
                    <a:pt x="83605" y="282320"/>
                  </a:lnTo>
                  <a:lnTo>
                    <a:pt x="83533" y="282110"/>
                  </a:lnTo>
                  <a:lnTo>
                    <a:pt x="83570" y="281904"/>
                  </a:lnTo>
                  <a:lnTo>
                    <a:pt x="83700" y="281668"/>
                  </a:lnTo>
                  <a:lnTo>
                    <a:pt x="83890" y="281592"/>
                  </a:lnTo>
                  <a:lnTo>
                    <a:pt x="84098" y="281216"/>
                  </a:lnTo>
                  <a:lnTo>
                    <a:pt x="84360" y="281344"/>
                  </a:lnTo>
                  <a:lnTo>
                    <a:pt x="84184" y="281230"/>
                  </a:lnTo>
                  <a:lnTo>
                    <a:pt x="83894" y="280745"/>
                  </a:lnTo>
                  <a:lnTo>
                    <a:pt x="83737" y="280777"/>
                  </a:lnTo>
                  <a:lnTo>
                    <a:pt x="83400" y="280702"/>
                  </a:lnTo>
                  <a:lnTo>
                    <a:pt x="83146" y="280729"/>
                  </a:lnTo>
                  <a:lnTo>
                    <a:pt x="82859" y="280905"/>
                  </a:lnTo>
                  <a:lnTo>
                    <a:pt x="82713" y="280859"/>
                  </a:lnTo>
                  <a:lnTo>
                    <a:pt x="82608" y="280709"/>
                  </a:lnTo>
                  <a:lnTo>
                    <a:pt x="82060" y="280397"/>
                  </a:lnTo>
                  <a:lnTo>
                    <a:pt x="82316" y="280077"/>
                  </a:lnTo>
                  <a:lnTo>
                    <a:pt x="82178" y="280024"/>
                  </a:lnTo>
                  <a:lnTo>
                    <a:pt x="82014" y="279991"/>
                  </a:lnTo>
                  <a:lnTo>
                    <a:pt x="81724" y="279909"/>
                  </a:lnTo>
                  <a:lnTo>
                    <a:pt x="81789" y="279644"/>
                  </a:lnTo>
                  <a:lnTo>
                    <a:pt x="81820" y="279244"/>
                  </a:lnTo>
                  <a:lnTo>
                    <a:pt x="81677" y="279036"/>
                  </a:lnTo>
                  <a:lnTo>
                    <a:pt x="81667" y="278814"/>
                  </a:lnTo>
                  <a:lnTo>
                    <a:pt x="81627" y="278547"/>
                  </a:lnTo>
                  <a:lnTo>
                    <a:pt x="81254" y="278214"/>
                  </a:lnTo>
                  <a:lnTo>
                    <a:pt x="81228" y="278011"/>
                  </a:lnTo>
                  <a:lnTo>
                    <a:pt x="80861" y="277686"/>
                  </a:lnTo>
                  <a:lnTo>
                    <a:pt x="80665" y="277531"/>
                  </a:lnTo>
                  <a:lnTo>
                    <a:pt x="80426" y="277173"/>
                  </a:lnTo>
                  <a:lnTo>
                    <a:pt x="80041" y="276994"/>
                  </a:lnTo>
                  <a:lnTo>
                    <a:pt x="79737" y="276911"/>
                  </a:lnTo>
                  <a:lnTo>
                    <a:pt x="79371" y="276531"/>
                  </a:lnTo>
                  <a:lnTo>
                    <a:pt x="79370" y="276203"/>
                  </a:lnTo>
                  <a:lnTo>
                    <a:pt x="79609" y="275881"/>
                  </a:lnTo>
                  <a:lnTo>
                    <a:pt x="79728" y="275642"/>
                  </a:lnTo>
                  <a:lnTo>
                    <a:pt x="80001" y="275194"/>
                  </a:lnTo>
                  <a:lnTo>
                    <a:pt x="80401" y="274105"/>
                  </a:lnTo>
                  <a:lnTo>
                    <a:pt x="80374" y="273713"/>
                  </a:lnTo>
                  <a:lnTo>
                    <a:pt x="80438" y="273541"/>
                  </a:lnTo>
                  <a:lnTo>
                    <a:pt x="80424" y="273256"/>
                  </a:lnTo>
                  <a:lnTo>
                    <a:pt x="80398" y="273000"/>
                  </a:lnTo>
                  <a:lnTo>
                    <a:pt x="80387" y="272787"/>
                  </a:lnTo>
                  <a:lnTo>
                    <a:pt x="80425" y="272585"/>
                  </a:lnTo>
                  <a:lnTo>
                    <a:pt x="80619" y="272341"/>
                  </a:lnTo>
                  <a:lnTo>
                    <a:pt x="80476" y="272195"/>
                  </a:lnTo>
                  <a:lnTo>
                    <a:pt x="80214" y="271939"/>
                  </a:lnTo>
                  <a:lnTo>
                    <a:pt x="80029" y="271789"/>
                  </a:lnTo>
                  <a:lnTo>
                    <a:pt x="79746" y="271635"/>
                  </a:lnTo>
                  <a:lnTo>
                    <a:pt x="79902" y="271373"/>
                  </a:lnTo>
                  <a:lnTo>
                    <a:pt x="80068" y="271233"/>
                  </a:lnTo>
                  <a:lnTo>
                    <a:pt x="79656" y="270987"/>
                  </a:lnTo>
                  <a:lnTo>
                    <a:pt x="79314" y="270812"/>
                  </a:lnTo>
                  <a:lnTo>
                    <a:pt x="79136" y="270738"/>
                  </a:lnTo>
                  <a:lnTo>
                    <a:pt x="78974" y="270336"/>
                  </a:lnTo>
                  <a:lnTo>
                    <a:pt x="78660" y="270008"/>
                  </a:lnTo>
                  <a:lnTo>
                    <a:pt x="78170" y="269571"/>
                  </a:lnTo>
                  <a:lnTo>
                    <a:pt x="78071" y="269369"/>
                  </a:lnTo>
                  <a:lnTo>
                    <a:pt x="78045" y="268832"/>
                  </a:lnTo>
                  <a:lnTo>
                    <a:pt x="78151" y="268430"/>
                  </a:lnTo>
                  <a:lnTo>
                    <a:pt x="77956" y="268356"/>
                  </a:lnTo>
                  <a:lnTo>
                    <a:pt x="78115" y="268029"/>
                  </a:lnTo>
                  <a:lnTo>
                    <a:pt x="78364" y="267619"/>
                  </a:lnTo>
                  <a:lnTo>
                    <a:pt x="78635" y="267403"/>
                  </a:lnTo>
                  <a:lnTo>
                    <a:pt x="78848" y="267287"/>
                  </a:lnTo>
                  <a:lnTo>
                    <a:pt x="79024" y="267010"/>
                  </a:lnTo>
                  <a:lnTo>
                    <a:pt x="79243" y="266672"/>
                  </a:lnTo>
                  <a:lnTo>
                    <a:pt x="79449" y="266543"/>
                  </a:lnTo>
                  <a:lnTo>
                    <a:pt x="79670" y="266390"/>
                  </a:lnTo>
                  <a:lnTo>
                    <a:pt x="80421" y="265818"/>
                  </a:lnTo>
                  <a:lnTo>
                    <a:pt x="80487" y="265411"/>
                  </a:lnTo>
                  <a:lnTo>
                    <a:pt x="80347" y="265328"/>
                  </a:lnTo>
                  <a:lnTo>
                    <a:pt x="80215" y="265059"/>
                  </a:lnTo>
                  <a:lnTo>
                    <a:pt x="80020" y="264444"/>
                  </a:lnTo>
                  <a:lnTo>
                    <a:pt x="79865" y="264182"/>
                  </a:lnTo>
                  <a:lnTo>
                    <a:pt x="79728" y="264151"/>
                  </a:lnTo>
                  <a:lnTo>
                    <a:pt x="79662" y="263787"/>
                  </a:lnTo>
                  <a:lnTo>
                    <a:pt x="79717" y="263638"/>
                  </a:lnTo>
                  <a:lnTo>
                    <a:pt x="79517" y="263329"/>
                  </a:lnTo>
                  <a:lnTo>
                    <a:pt x="79431" y="263015"/>
                  </a:lnTo>
                  <a:lnTo>
                    <a:pt x="79616" y="262706"/>
                  </a:lnTo>
                  <a:lnTo>
                    <a:pt x="79671" y="262490"/>
                  </a:lnTo>
                  <a:lnTo>
                    <a:pt x="79611" y="262232"/>
                  </a:lnTo>
                  <a:lnTo>
                    <a:pt x="79680" y="262009"/>
                  </a:lnTo>
                  <a:lnTo>
                    <a:pt x="79793" y="261633"/>
                  </a:lnTo>
                  <a:lnTo>
                    <a:pt x="79877" y="261384"/>
                  </a:lnTo>
                  <a:lnTo>
                    <a:pt x="80195" y="261195"/>
                  </a:lnTo>
                  <a:lnTo>
                    <a:pt x="80379" y="260616"/>
                  </a:lnTo>
                  <a:lnTo>
                    <a:pt x="80436" y="260436"/>
                  </a:lnTo>
                  <a:lnTo>
                    <a:pt x="80566" y="259934"/>
                  </a:lnTo>
                  <a:lnTo>
                    <a:pt x="80793" y="259796"/>
                  </a:lnTo>
                  <a:lnTo>
                    <a:pt x="81270" y="260000"/>
                  </a:lnTo>
                  <a:lnTo>
                    <a:pt x="81488" y="259807"/>
                  </a:lnTo>
                  <a:lnTo>
                    <a:pt x="81515" y="259067"/>
                  </a:lnTo>
                  <a:lnTo>
                    <a:pt x="81805" y="258853"/>
                  </a:lnTo>
                  <a:lnTo>
                    <a:pt x="81937" y="258710"/>
                  </a:lnTo>
                  <a:lnTo>
                    <a:pt x="82102" y="258447"/>
                  </a:lnTo>
                  <a:lnTo>
                    <a:pt x="82222" y="258602"/>
                  </a:lnTo>
                  <a:lnTo>
                    <a:pt x="82405" y="258648"/>
                  </a:lnTo>
                  <a:lnTo>
                    <a:pt x="82536" y="258186"/>
                  </a:lnTo>
                  <a:lnTo>
                    <a:pt x="82754" y="257887"/>
                  </a:lnTo>
                  <a:lnTo>
                    <a:pt x="82918" y="257777"/>
                  </a:lnTo>
                  <a:lnTo>
                    <a:pt x="83104" y="257583"/>
                  </a:lnTo>
                  <a:lnTo>
                    <a:pt x="83260" y="257187"/>
                  </a:lnTo>
                  <a:lnTo>
                    <a:pt x="83243" y="256828"/>
                  </a:lnTo>
                  <a:lnTo>
                    <a:pt x="83388" y="256761"/>
                  </a:lnTo>
                  <a:lnTo>
                    <a:pt x="83707" y="256460"/>
                  </a:lnTo>
                  <a:lnTo>
                    <a:pt x="83979" y="256269"/>
                  </a:lnTo>
                  <a:lnTo>
                    <a:pt x="84134" y="256123"/>
                  </a:lnTo>
                  <a:lnTo>
                    <a:pt x="84282" y="255917"/>
                  </a:lnTo>
                  <a:lnTo>
                    <a:pt x="84514" y="255804"/>
                  </a:lnTo>
                  <a:lnTo>
                    <a:pt x="84626" y="255603"/>
                  </a:lnTo>
                  <a:lnTo>
                    <a:pt x="84762" y="254834"/>
                  </a:lnTo>
                  <a:lnTo>
                    <a:pt x="85112" y="254725"/>
                  </a:lnTo>
                  <a:lnTo>
                    <a:pt x="85347" y="254692"/>
                  </a:lnTo>
                  <a:lnTo>
                    <a:pt x="85752" y="254466"/>
                  </a:lnTo>
                  <a:lnTo>
                    <a:pt x="85888" y="254257"/>
                  </a:lnTo>
                  <a:lnTo>
                    <a:pt x="85848" y="254036"/>
                  </a:lnTo>
                  <a:lnTo>
                    <a:pt x="86141" y="253995"/>
                  </a:lnTo>
                  <a:lnTo>
                    <a:pt x="86260" y="253857"/>
                  </a:lnTo>
                  <a:lnTo>
                    <a:pt x="86369" y="253704"/>
                  </a:lnTo>
                  <a:lnTo>
                    <a:pt x="86659" y="253480"/>
                  </a:lnTo>
                  <a:lnTo>
                    <a:pt x="86829" y="253372"/>
                  </a:lnTo>
                  <a:lnTo>
                    <a:pt x="87217" y="253359"/>
                  </a:lnTo>
                  <a:lnTo>
                    <a:pt x="87523" y="253279"/>
                  </a:lnTo>
                  <a:lnTo>
                    <a:pt x="87772" y="253276"/>
                  </a:lnTo>
                  <a:lnTo>
                    <a:pt x="88163" y="253181"/>
                  </a:lnTo>
                  <a:lnTo>
                    <a:pt x="88291" y="253077"/>
                  </a:lnTo>
                  <a:lnTo>
                    <a:pt x="88897" y="253026"/>
                  </a:lnTo>
                  <a:lnTo>
                    <a:pt x="88987" y="253242"/>
                  </a:lnTo>
                  <a:lnTo>
                    <a:pt x="89072" y="253541"/>
                  </a:lnTo>
                  <a:lnTo>
                    <a:pt x="89183" y="253683"/>
                  </a:lnTo>
                  <a:lnTo>
                    <a:pt x="89390" y="253871"/>
                  </a:lnTo>
                  <a:lnTo>
                    <a:pt x="89707" y="253886"/>
                  </a:lnTo>
                  <a:lnTo>
                    <a:pt x="89851" y="253676"/>
                  </a:lnTo>
                  <a:lnTo>
                    <a:pt x="89801" y="253441"/>
                  </a:lnTo>
                  <a:lnTo>
                    <a:pt x="89860" y="253213"/>
                  </a:lnTo>
                  <a:lnTo>
                    <a:pt x="90031" y="252898"/>
                  </a:lnTo>
                  <a:lnTo>
                    <a:pt x="90214" y="252773"/>
                  </a:lnTo>
                  <a:lnTo>
                    <a:pt x="90796" y="252818"/>
                  </a:lnTo>
                  <a:lnTo>
                    <a:pt x="91234" y="252361"/>
                  </a:lnTo>
                  <a:lnTo>
                    <a:pt x="91679" y="252193"/>
                  </a:lnTo>
                  <a:lnTo>
                    <a:pt x="91905" y="252260"/>
                  </a:lnTo>
                  <a:lnTo>
                    <a:pt x="92192" y="252342"/>
                  </a:lnTo>
                  <a:lnTo>
                    <a:pt x="92487" y="252103"/>
                  </a:lnTo>
                  <a:lnTo>
                    <a:pt x="92844" y="251671"/>
                  </a:lnTo>
                  <a:lnTo>
                    <a:pt x="93093" y="251721"/>
                  </a:lnTo>
                  <a:lnTo>
                    <a:pt x="93271" y="251769"/>
                  </a:lnTo>
                  <a:lnTo>
                    <a:pt x="93609" y="252369"/>
                  </a:lnTo>
                  <a:lnTo>
                    <a:pt x="93804" y="252390"/>
                  </a:lnTo>
                  <a:lnTo>
                    <a:pt x="94141" y="252384"/>
                  </a:lnTo>
                  <a:lnTo>
                    <a:pt x="94631" y="252254"/>
                  </a:lnTo>
                  <a:lnTo>
                    <a:pt x="94734" y="252007"/>
                  </a:lnTo>
                  <a:lnTo>
                    <a:pt x="94833" y="251733"/>
                  </a:lnTo>
                  <a:lnTo>
                    <a:pt x="95059" y="251622"/>
                  </a:lnTo>
                  <a:lnTo>
                    <a:pt x="95309" y="251623"/>
                  </a:lnTo>
                  <a:lnTo>
                    <a:pt x="95433" y="251491"/>
                  </a:lnTo>
                  <a:lnTo>
                    <a:pt x="95611" y="251326"/>
                  </a:lnTo>
                  <a:lnTo>
                    <a:pt x="95753" y="251215"/>
                  </a:lnTo>
                  <a:lnTo>
                    <a:pt x="96111" y="251001"/>
                  </a:lnTo>
                  <a:lnTo>
                    <a:pt x="96525" y="250919"/>
                  </a:lnTo>
                  <a:lnTo>
                    <a:pt x="96684" y="250989"/>
                  </a:lnTo>
                  <a:lnTo>
                    <a:pt x="97004" y="251021"/>
                  </a:lnTo>
                  <a:lnTo>
                    <a:pt x="97253" y="250886"/>
                  </a:lnTo>
                  <a:lnTo>
                    <a:pt x="97457" y="251136"/>
                  </a:lnTo>
                  <a:lnTo>
                    <a:pt x="97457" y="251274"/>
                  </a:lnTo>
                  <a:lnTo>
                    <a:pt x="97486" y="251462"/>
                  </a:lnTo>
                  <a:lnTo>
                    <a:pt x="97830" y="251546"/>
                  </a:lnTo>
                  <a:lnTo>
                    <a:pt x="98252" y="251768"/>
                  </a:lnTo>
                  <a:lnTo>
                    <a:pt x="98373" y="251470"/>
                  </a:lnTo>
                  <a:lnTo>
                    <a:pt x="98498" y="251186"/>
                  </a:lnTo>
                  <a:lnTo>
                    <a:pt x="98928" y="250602"/>
                  </a:lnTo>
                  <a:lnTo>
                    <a:pt x="98912" y="250418"/>
                  </a:lnTo>
                  <a:lnTo>
                    <a:pt x="99010" y="250237"/>
                  </a:lnTo>
                  <a:lnTo>
                    <a:pt x="99314" y="249844"/>
                  </a:lnTo>
                  <a:lnTo>
                    <a:pt x="99869" y="249665"/>
                  </a:lnTo>
                  <a:lnTo>
                    <a:pt x="100096" y="249490"/>
                  </a:lnTo>
                  <a:lnTo>
                    <a:pt x="100271" y="249299"/>
                  </a:lnTo>
                  <a:lnTo>
                    <a:pt x="100464" y="249143"/>
                  </a:lnTo>
                  <a:lnTo>
                    <a:pt x="100679" y="249049"/>
                  </a:lnTo>
                  <a:lnTo>
                    <a:pt x="100901" y="248788"/>
                  </a:lnTo>
                  <a:lnTo>
                    <a:pt x="101845" y="248073"/>
                  </a:lnTo>
                  <a:lnTo>
                    <a:pt x="102047" y="248123"/>
                  </a:lnTo>
                  <a:lnTo>
                    <a:pt x="102240" y="248195"/>
                  </a:lnTo>
                  <a:lnTo>
                    <a:pt x="102462" y="248128"/>
                  </a:lnTo>
                  <a:lnTo>
                    <a:pt x="102759" y="248021"/>
                  </a:lnTo>
                  <a:lnTo>
                    <a:pt x="102822" y="247878"/>
                  </a:lnTo>
                  <a:lnTo>
                    <a:pt x="103104" y="247593"/>
                  </a:lnTo>
                  <a:lnTo>
                    <a:pt x="103291" y="247513"/>
                  </a:lnTo>
                  <a:lnTo>
                    <a:pt x="103455" y="247436"/>
                  </a:lnTo>
                  <a:lnTo>
                    <a:pt x="103584" y="247363"/>
                  </a:lnTo>
                  <a:lnTo>
                    <a:pt x="103456" y="247101"/>
                  </a:lnTo>
                  <a:lnTo>
                    <a:pt x="103457" y="246751"/>
                  </a:lnTo>
                  <a:lnTo>
                    <a:pt x="103457" y="246565"/>
                  </a:lnTo>
                  <a:lnTo>
                    <a:pt x="103435" y="246406"/>
                  </a:lnTo>
                  <a:lnTo>
                    <a:pt x="103316" y="246009"/>
                  </a:lnTo>
                  <a:lnTo>
                    <a:pt x="103094" y="245644"/>
                  </a:lnTo>
                  <a:lnTo>
                    <a:pt x="103100" y="245256"/>
                  </a:lnTo>
                  <a:lnTo>
                    <a:pt x="103207" y="244919"/>
                  </a:lnTo>
                  <a:lnTo>
                    <a:pt x="103401" y="244571"/>
                  </a:lnTo>
                  <a:lnTo>
                    <a:pt x="103752" y="244176"/>
                  </a:lnTo>
                  <a:lnTo>
                    <a:pt x="103868" y="243913"/>
                  </a:lnTo>
                  <a:lnTo>
                    <a:pt x="104118" y="243516"/>
                  </a:lnTo>
                  <a:lnTo>
                    <a:pt x="104391" y="243204"/>
                  </a:lnTo>
                  <a:lnTo>
                    <a:pt x="104626" y="243149"/>
                  </a:lnTo>
                  <a:lnTo>
                    <a:pt x="104857" y="243097"/>
                  </a:lnTo>
                  <a:lnTo>
                    <a:pt x="105144" y="242859"/>
                  </a:lnTo>
                  <a:lnTo>
                    <a:pt x="105181" y="242699"/>
                  </a:lnTo>
                  <a:lnTo>
                    <a:pt x="105213" y="242548"/>
                  </a:lnTo>
                  <a:lnTo>
                    <a:pt x="105204" y="242399"/>
                  </a:lnTo>
                  <a:lnTo>
                    <a:pt x="105342" y="242229"/>
                  </a:lnTo>
                  <a:lnTo>
                    <a:pt x="105537" y="241911"/>
                  </a:lnTo>
                  <a:lnTo>
                    <a:pt x="105702" y="241638"/>
                  </a:lnTo>
                  <a:lnTo>
                    <a:pt x="105920" y="241617"/>
                  </a:lnTo>
                  <a:lnTo>
                    <a:pt x="106042" y="241817"/>
                  </a:lnTo>
                  <a:lnTo>
                    <a:pt x="106175" y="241762"/>
                  </a:lnTo>
                  <a:lnTo>
                    <a:pt x="106623" y="241567"/>
                  </a:lnTo>
                  <a:lnTo>
                    <a:pt x="106804" y="241367"/>
                  </a:lnTo>
                  <a:lnTo>
                    <a:pt x="106806" y="241063"/>
                  </a:lnTo>
                  <a:lnTo>
                    <a:pt x="107211" y="240713"/>
                  </a:lnTo>
                  <a:lnTo>
                    <a:pt x="107535" y="240452"/>
                  </a:lnTo>
                  <a:lnTo>
                    <a:pt x="107668" y="240327"/>
                  </a:lnTo>
                  <a:lnTo>
                    <a:pt x="107800" y="240062"/>
                  </a:lnTo>
                  <a:lnTo>
                    <a:pt x="107989" y="239913"/>
                  </a:lnTo>
                  <a:lnTo>
                    <a:pt x="108146" y="239694"/>
                  </a:lnTo>
                  <a:lnTo>
                    <a:pt x="108172" y="239358"/>
                  </a:lnTo>
                  <a:lnTo>
                    <a:pt x="108327" y="239274"/>
                  </a:lnTo>
                  <a:lnTo>
                    <a:pt x="108355" y="239127"/>
                  </a:lnTo>
                  <a:lnTo>
                    <a:pt x="108343" y="238900"/>
                  </a:lnTo>
                  <a:lnTo>
                    <a:pt x="108748" y="238523"/>
                  </a:lnTo>
                  <a:lnTo>
                    <a:pt x="108966" y="238326"/>
                  </a:lnTo>
                  <a:lnTo>
                    <a:pt x="108982" y="238094"/>
                  </a:lnTo>
                  <a:lnTo>
                    <a:pt x="108837" y="237077"/>
                  </a:lnTo>
                  <a:lnTo>
                    <a:pt x="108659" y="236752"/>
                  </a:lnTo>
                  <a:lnTo>
                    <a:pt x="108394" y="236522"/>
                  </a:lnTo>
                  <a:lnTo>
                    <a:pt x="107998" y="236616"/>
                  </a:lnTo>
                  <a:lnTo>
                    <a:pt x="107568" y="236468"/>
                  </a:lnTo>
                  <a:lnTo>
                    <a:pt x="107688" y="236130"/>
                  </a:lnTo>
                  <a:lnTo>
                    <a:pt x="107762" y="235992"/>
                  </a:lnTo>
                  <a:lnTo>
                    <a:pt x="107804" y="235765"/>
                  </a:lnTo>
                  <a:lnTo>
                    <a:pt x="107817" y="235575"/>
                  </a:lnTo>
                  <a:lnTo>
                    <a:pt x="107703" y="235388"/>
                  </a:lnTo>
                  <a:lnTo>
                    <a:pt x="107476" y="235438"/>
                  </a:lnTo>
                  <a:lnTo>
                    <a:pt x="107113" y="235371"/>
                  </a:lnTo>
                  <a:lnTo>
                    <a:pt x="106762" y="235204"/>
                  </a:lnTo>
                  <a:lnTo>
                    <a:pt x="106333" y="235291"/>
                  </a:lnTo>
                  <a:lnTo>
                    <a:pt x="106178" y="235146"/>
                  </a:lnTo>
                  <a:lnTo>
                    <a:pt x="105988" y="234922"/>
                  </a:lnTo>
                  <a:lnTo>
                    <a:pt x="105788" y="234514"/>
                  </a:lnTo>
                  <a:lnTo>
                    <a:pt x="105898" y="234308"/>
                  </a:lnTo>
                  <a:lnTo>
                    <a:pt x="105962" y="234087"/>
                  </a:lnTo>
                  <a:lnTo>
                    <a:pt x="105923" y="233583"/>
                  </a:lnTo>
                  <a:lnTo>
                    <a:pt x="105964" y="233297"/>
                  </a:lnTo>
                  <a:lnTo>
                    <a:pt x="106024" y="233027"/>
                  </a:lnTo>
                  <a:lnTo>
                    <a:pt x="105996" y="232880"/>
                  </a:lnTo>
                  <a:lnTo>
                    <a:pt x="105938" y="232747"/>
                  </a:lnTo>
                  <a:lnTo>
                    <a:pt x="105790" y="232542"/>
                  </a:lnTo>
                  <a:lnTo>
                    <a:pt x="106064" y="232246"/>
                  </a:lnTo>
                  <a:lnTo>
                    <a:pt x="106103" y="231864"/>
                  </a:lnTo>
                  <a:lnTo>
                    <a:pt x="106204" y="231573"/>
                  </a:lnTo>
                  <a:lnTo>
                    <a:pt x="106333" y="231496"/>
                  </a:lnTo>
                  <a:lnTo>
                    <a:pt x="106528" y="231436"/>
                  </a:lnTo>
                  <a:lnTo>
                    <a:pt x="106765" y="231261"/>
                  </a:lnTo>
                  <a:lnTo>
                    <a:pt x="107067" y="231019"/>
                  </a:lnTo>
                  <a:lnTo>
                    <a:pt x="107140" y="230697"/>
                  </a:lnTo>
                  <a:lnTo>
                    <a:pt x="107213" y="230505"/>
                  </a:lnTo>
                  <a:lnTo>
                    <a:pt x="107285" y="230333"/>
                  </a:lnTo>
                  <a:lnTo>
                    <a:pt x="107336" y="230180"/>
                  </a:lnTo>
                  <a:lnTo>
                    <a:pt x="107347" y="229839"/>
                  </a:lnTo>
                  <a:lnTo>
                    <a:pt x="107146" y="229647"/>
                  </a:lnTo>
                  <a:lnTo>
                    <a:pt x="107083" y="229509"/>
                  </a:lnTo>
                  <a:lnTo>
                    <a:pt x="107052" y="229178"/>
                  </a:lnTo>
                  <a:lnTo>
                    <a:pt x="107060" y="228946"/>
                  </a:lnTo>
                  <a:lnTo>
                    <a:pt x="106997" y="228509"/>
                  </a:lnTo>
                  <a:lnTo>
                    <a:pt x="106432" y="228280"/>
                  </a:lnTo>
                  <a:lnTo>
                    <a:pt x="106233" y="227979"/>
                  </a:lnTo>
                  <a:lnTo>
                    <a:pt x="106287" y="227427"/>
                  </a:lnTo>
                  <a:lnTo>
                    <a:pt x="106371" y="227145"/>
                  </a:lnTo>
                  <a:lnTo>
                    <a:pt x="106086" y="226956"/>
                  </a:lnTo>
                  <a:lnTo>
                    <a:pt x="105996" y="226724"/>
                  </a:lnTo>
                  <a:lnTo>
                    <a:pt x="106100" y="226449"/>
                  </a:lnTo>
                  <a:lnTo>
                    <a:pt x="106246" y="226297"/>
                  </a:lnTo>
                  <a:lnTo>
                    <a:pt x="106475" y="226114"/>
                  </a:lnTo>
                  <a:lnTo>
                    <a:pt x="106218" y="225592"/>
                  </a:lnTo>
                  <a:lnTo>
                    <a:pt x="105940" y="225231"/>
                  </a:lnTo>
                  <a:lnTo>
                    <a:pt x="105883" y="224726"/>
                  </a:lnTo>
                  <a:lnTo>
                    <a:pt x="105920" y="224503"/>
                  </a:lnTo>
                  <a:lnTo>
                    <a:pt x="105959" y="224106"/>
                  </a:lnTo>
                  <a:lnTo>
                    <a:pt x="105985" y="223774"/>
                  </a:lnTo>
                  <a:lnTo>
                    <a:pt x="105825" y="223517"/>
                  </a:lnTo>
                  <a:lnTo>
                    <a:pt x="105524" y="223430"/>
                  </a:lnTo>
                  <a:lnTo>
                    <a:pt x="105366" y="223295"/>
                  </a:lnTo>
                  <a:lnTo>
                    <a:pt x="105304" y="223065"/>
                  </a:lnTo>
                  <a:lnTo>
                    <a:pt x="105292" y="222774"/>
                  </a:lnTo>
                  <a:lnTo>
                    <a:pt x="105085" y="222423"/>
                  </a:lnTo>
                  <a:lnTo>
                    <a:pt x="104730" y="222351"/>
                  </a:lnTo>
                  <a:lnTo>
                    <a:pt x="104617" y="222499"/>
                  </a:lnTo>
                  <a:lnTo>
                    <a:pt x="104604" y="222737"/>
                  </a:lnTo>
                  <a:lnTo>
                    <a:pt x="104387" y="222877"/>
                  </a:lnTo>
                  <a:lnTo>
                    <a:pt x="104135" y="223138"/>
                  </a:lnTo>
                  <a:lnTo>
                    <a:pt x="104095" y="223324"/>
                  </a:lnTo>
                  <a:lnTo>
                    <a:pt x="103299" y="223297"/>
                  </a:lnTo>
                  <a:lnTo>
                    <a:pt x="103093" y="223336"/>
                  </a:lnTo>
                  <a:lnTo>
                    <a:pt x="102715" y="223175"/>
                  </a:lnTo>
                  <a:lnTo>
                    <a:pt x="102560" y="223159"/>
                  </a:lnTo>
                  <a:lnTo>
                    <a:pt x="102274" y="223017"/>
                  </a:lnTo>
                  <a:lnTo>
                    <a:pt x="102112" y="222925"/>
                  </a:lnTo>
                  <a:lnTo>
                    <a:pt x="101904" y="222552"/>
                  </a:lnTo>
                  <a:lnTo>
                    <a:pt x="101977" y="222341"/>
                  </a:lnTo>
                  <a:lnTo>
                    <a:pt x="101964" y="222192"/>
                  </a:lnTo>
                  <a:lnTo>
                    <a:pt x="102043" y="221859"/>
                  </a:lnTo>
                  <a:lnTo>
                    <a:pt x="102144" y="221623"/>
                  </a:lnTo>
                  <a:lnTo>
                    <a:pt x="102171" y="221314"/>
                  </a:lnTo>
                  <a:lnTo>
                    <a:pt x="102155" y="221183"/>
                  </a:lnTo>
                  <a:lnTo>
                    <a:pt x="102232" y="221047"/>
                  </a:lnTo>
                  <a:lnTo>
                    <a:pt x="102253" y="220906"/>
                  </a:lnTo>
                  <a:lnTo>
                    <a:pt x="102106" y="220521"/>
                  </a:lnTo>
                  <a:lnTo>
                    <a:pt x="101883" y="220345"/>
                  </a:lnTo>
                  <a:lnTo>
                    <a:pt x="101818" y="220066"/>
                  </a:lnTo>
                  <a:lnTo>
                    <a:pt x="101889" y="219826"/>
                  </a:lnTo>
                  <a:lnTo>
                    <a:pt x="101699" y="219671"/>
                  </a:lnTo>
                  <a:lnTo>
                    <a:pt x="101404" y="219455"/>
                  </a:lnTo>
                  <a:lnTo>
                    <a:pt x="101269" y="219044"/>
                  </a:lnTo>
                  <a:lnTo>
                    <a:pt x="101596" y="218708"/>
                  </a:lnTo>
                  <a:lnTo>
                    <a:pt x="101800" y="218878"/>
                  </a:lnTo>
                  <a:lnTo>
                    <a:pt x="101944" y="218603"/>
                  </a:lnTo>
                  <a:lnTo>
                    <a:pt x="102040" y="218026"/>
                  </a:lnTo>
                  <a:lnTo>
                    <a:pt x="102031" y="217697"/>
                  </a:lnTo>
                  <a:lnTo>
                    <a:pt x="102503" y="217169"/>
                  </a:lnTo>
                  <a:lnTo>
                    <a:pt x="102739" y="217055"/>
                  </a:lnTo>
                  <a:lnTo>
                    <a:pt x="102850" y="216915"/>
                  </a:lnTo>
                  <a:lnTo>
                    <a:pt x="103000" y="216842"/>
                  </a:lnTo>
                  <a:lnTo>
                    <a:pt x="103299" y="216760"/>
                  </a:lnTo>
                  <a:lnTo>
                    <a:pt x="103575" y="216703"/>
                  </a:lnTo>
                  <a:lnTo>
                    <a:pt x="104119" y="217014"/>
                  </a:lnTo>
                  <a:lnTo>
                    <a:pt x="104254" y="217229"/>
                  </a:lnTo>
                  <a:lnTo>
                    <a:pt x="104438" y="217522"/>
                  </a:lnTo>
                  <a:lnTo>
                    <a:pt x="104674" y="217746"/>
                  </a:lnTo>
                  <a:lnTo>
                    <a:pt x="104822" y="217796"/>
                  </a:lnTo>
                  <a:lnTo>
                    <a:pt x="104850" y="217932"/>
                  </a:lnTo>
                  <a:lnTo>
                    <a:pt x="104777" y="218209"/>
                  </a:lnTo>
                  <a:lnTo>
                    <a:pt x="104943" y="218445"/>
                  </a:lnTo>
                  <a:lnTo>
                    <a:pt x="105356" y="218848"/>
                  </a:lnTo>
                  <a:lnTo>
                    <a:pt x="105599" y="219020"/>
                  </a:lnTo>
                  <a:lnTo>
                    <a:pt x="105861" y="219049"/>
                  </a:lnTo>
                  <a:lnTo>
                    <a:pt x="106148" y="218676"/>
                  </a:lnTo>
                  <a:lnTo>
                    <a:pt x="106047" y="218502"/>
                  </a:lnTo>
                  <a:lnTo>
                    <a:pt x="106098" y="218214"/>
                  </a:lnTo>
                  <a:lnTo>
                    <a:pt x="106381" y="218057"/>
                  </a:lnTo>
                  <a:lnTo>
                    <a:pt x="106314" y="217864"/>
                  </a:lnTo>
                  <a:lnTo>
                    <a:pt x="106109" y="217599"/>
                  </a:lnTo>
                  <a:lnTo>
                    <a:pt x="106047" y="217397"/>
                  </a:lnTo>
                  <a:lnTo>
                    <a:pt x="105998" y="217267"/>
                  </a:lnTo>
                  <a:lnTo>
                    <a:pt x="105852" y="217079"/>
                  </a:lnTo>
                  <a:lnTo>
                    <a:pt x="105607" y="216850"/>
                  </a:lnTo>
                  <a:lnTo>
                    <a:pt x="105795" y="216453"/>
                  </a:lnTo>
                  <a:lnTo>
                    <a:pt x="106169" y="216032"/>
                  </a:lnTo>
                  <a:lnTo>
                    <a:pt x="106261" y="215837"/>
                  </a:lnTo>
                  <a:lnTo>
                    <a:pt x="106460" y="215608"/>
                  </a:lnTo>
                  <a:lnTo>
                    <a:pt x="106685" y="215437"/>
                  </a:lnTo>
                  <a:lnTo>
                    <a:pt x="106898" y="215468"/>
                  </a:lnTo>
                  <a:lnTo>
                    <a:pt x="107253" y="215689"/>
                  </a:lnTo>
                  <a:lnTo>
                    <a:pt x="107412" y="215824"/>
                  </a:lnTo>
                  <a:lnTo>
                    <a:pt x="107623" y="215713"/>
                  </a:lnTo>
                  <a:lnTo>
                    <a:pt x="107829" y="215729"/>
                  </a:lnTo>
                  <a:lnTo>
                    <a:pt x="108023" y="215829"/>
                  </a:lnTo>
                  <a:lnTo>
                    <a:pt x="108160" y="215878"/>
                  </a:lnTo>
                  <a:lnTo>
                    <a:pt x="108520" y="215937"/>
                  </a:lnTo>
                  <a:lnTo>
                    <a:pt x="108724" y="216063"/>
                  </a:lnTo>
                  <a:lnTo>
                    <a:pt x="108981" y="216206"/>
                  </a:lnTo>
                  <a:lnTo>
                    <a:pt x="109123" y="216226"/>
                  </a:lnTo>
                  <a:lnTo>
                    <a:pt x="109494" y="216345"/>
                  </a:lnTo>
                  <a:lnTo>
                    <a:pt x="109921" y="216041"/>
                  </a:lnTo>
                  <a:lnTo>
                    <a:pt x="110287" y="215986"/>
                  </a:lnTo>
                  <a:lnTo>
                    <a:pt x="110547" y="215948"/>
                  </a:lnTo>
                  <a:lnTo>
                    <a:pt x="110798" y="216008"/>
                  </a:lnTo>
                  <a:lnTo>
                    <a:pt x="110818" y="215790"/>
                  </a:lnTo>
                  <a:lnTo>
                    <a:pt x="110844" y="215292"/>
                  </a:lnTo>
                  <a:lnTo>
                    <a:pt x="110747" y="215093"/>
                  </a:lnTo>
                  <a:lnTo>
                    <a:pt x="110729" y="214609"/>
                  </a:lnTo>
                  <a:lnTo>
                    <a:pt x="111075" y="214230"/>
                  </a:lnTo>
                  <a:lnTo>
                    <a:pt x="111390" y="214328"/>
                  </a:lnTo>
                  <a:lnTo>
                    <a:pt x="111759" y="214083"/>
                  </a:lnTo>
                  <a:lnTo>
                    <a:pt x="112004" y="214146"/>
                  </a:lnTo>
                  <a:lnTo>
                    <a:pt x="112503" y="214236"/>
                  </a:lnTo>
                  <a:lnTo>
                    <a:pt x="112806" y="213883"/>
                  </a:lnTo>
                  <a:lnTo>
                    <a:pt x="112873" y="213750"/>
                  </a:lnTo>
                  <a:lnTo>
                    <a:pt x="113205" y="213570"/>
                  </a:lnTo>
                  <a:lnTo>
                    <a:pt x="113621" y="213599"/>
                  </a:lnTo>
                  <a:lnTo>
                    <a:pt x="113668" y="213297"/>
                  </a:lnTo>
                  <a:lnTo>
                    <a:pt x="113660" y="213096"/>
                  </a:lnTo>
                  <a:lnTo>
                    <a:pt x="113746" y="212929"/>
                  </a:lnTo>
                  <a:lnTo>
                    <a:pt x="114294" y="212569"/>
                  </a:lnTo>
                  <a:lnTo>
                    <a:pt x="114358" y="212361"/>
                  </a:lnTo>
                  <a:lnTo>
                    <a:pt x="114156" y="212123"/>
                  </a:lnTo>
                  <a:lnTo>
                    <a:pt x="114384" y="211544"/>
                  </a:lnTo>
                  <a:lnTo>
                    <a:pt x="114481" y="211671"/>
                  </a:lnTo>
                  <a:lnTo>
                    <a:pt x="114692" y="211677"/>
                  </a:lnTo>
                  <a:lnTo>
                    <a:pt x="114993" y="211745"/>
                  </a:lnTo>
                  <a:lnTo>
                    <a:pt x="115191" y="211709"/>
                  </a:lnTo>
                  <a:lnTo>
                    <a:pt x="115300" y="211464"/>
                  </a:lnTo>
                  <a:lnTo>
                    <a:pt x="115531" y="211162"/>
                  </a:lnTo>
                  <a:lnTo>
                    <a:pt x="115636" y="211026"/>
                  </a:lnTo>
                  <a:lnTo>
                    <a:pt x="115599" y="210682"/>
                  </a:lnTo>
                  <a:lnTo>
                    <a:pt x="115319" y="210152"/>
                  </a:lnTo>
                  <a:lnTo>
                    <a:pt x="115167" y="209700"/>
                  </a:lnTo>
                  <a:lnTo>
                    <a:pt x="115248" y="209542"/>
                  </a:lnTo>
                  <a:lnTo>
                    <a:pt x="115309" y="209356"/>
                  </a:lnTo>
                  <a:lnTo>
                    <a:pt x="115274" y="209040"/>
                  </a:lnTo>
                  <a:lnTo>
                    <a:pt x="115370" y="208822"/>
                  </a:lnTo>
                  <a:lnTo>
                    <a:pt x="115460" y="208384"/>
                  </a:lnTo>
                  <a:lnTo>
                    <a:pt x="115442" y="207969"/>
                  </a:lnTo>
                  <a:lnTo>
                    <a:pt x="115307" y="207738"/>
                  </a:lnTo>
                  <a:lnTo>
                    <a:pt x="115147" y="207561"/>
                  </a:lnTo>
                  <a:lnTo>
                    <a:pt x="114983" y="207368"/>
                  </a:lnTo>
                  <a:lnTo>
                    <a:pt x="114807" y="207443"/>
                  </a:lnTo>
                  <a:lnTo>
                    <a:pt x="114528" y="207426"/>
                  </a:lnTo>
                  <a:lnTo>
                    <a:pt x="114216" y="207187"/>
                  </a:lnTo>
                  <a:lnTo>
                    <a:pt x="114280" y="206636"/>
                  </a:lnTo>
                  <a:lnTo>
                    <a:pt x="114365" y="205926"/>
                  </a:lnTo>
                  <a:lnTo>
                    <a:pt x="114907" y="205967"/>
                  </a:lnTo>
                  <a:lnTo>
                    <a:pt x="115302" y="205941"/>
                  </a:lnTo>
                  <a:lnTo>
                    <a:pt x="115475" y="205862"/>
                  </a:lnTo>
                  <a:lnTo>
                    <a:pt x="115671" y="205698"/>
                  </a:lnTo>
                  <a:lnTo>
                    <a:pt x="115884" y="205283"/>
                  </a:lnTo>
                  <a:lnTo>
                    <a:pt x="115956" y="204989"/>
                  </a:lnTo>
                  <a:lnTo>
                    <a:pt x="116207" y="204646"/>
                  </a:lnTo>
                  <a:lnTo>
                    <a:pt x="116354" y="204605"/>
                  </a:lnTo>
                  <a:lnTo>
                    <a:pt x="116512" y="204620"/>
                  </a:lnTo>
                  <a:lnTo>
                    <a:pt x="116954" y="205004"/>
                  </a:lnTo>
                  <a:lnTo>
                    <a:pt x="117056" y="205632"/>
                  </a:lnTo>
                  <a:lnTo>
                    <a:pt x="116957" y="205883"/>
                  </a:lnTo>
                  <a:lnTo>
                    <a:pt x="116963" y="206179"/>
                  </a:lnTo>
                  <a:lnTo>
                    <a:pt x="117105" y="206523"/>
                  </a:lnTo>
                  <a:lnTo>
                    <a:pt x="117363" y="206749"/>
                  </a:lnTo>
                  <a:lnTo>
                    <a:pt x="117610" y="206748"/>
                  </a:lnTo>
                  <a:lnTo>
                    <a:pt x="117863" y="206552"/>
                  </a:lnTo>
                  <a:lnTo>
                    <a:pt x="117860" y="206195"/>
                  </a:lnTo>
                  <a:lnTo>
                    <a:pt x="117943" y="206021"/>
                  </a:lnTo>
                  <a:lnTo>
                    <a:pt x="118226" y="205562"/>
                  </a:lnTo>
                  <a:lnTo>
                    <a:pt x="118483" y="205261"/>
                  </a:lnTo>
                  <a:lnTo>
                    <a:pt x="118993" y="205008"/>
                  </a:lnTo>
                  <a:lnTo>
                    <a:pt x="119266" y="205135"/>
                  </a:lnTo>
                  <a:lnTo>
                    <a:pt x="119401" y="205102"/>
                  </a:lnTo>
                  <a:lnTo>
                    <a:pt x="119611" y="204965"/>
                  </a:lnTo>
                  <a:lnTo>
                    <a:pt x="119955" y="204804"/>
                  </a:lnTo>
                  <a:lnTo>
                    <a:pt x="120299" y="204684"/>
                  </a:lnTo>
                  <a:lnTo>
                    <a:pt x="120660" y="204516"/>
                  </a:lnTo>
                  <a:lnTo>
                    <a:pt x="120783" y="204371"/>
                  </a:lnTo>
                  <a:lnTo>
                    <a:pt x="121019" y="204194"/>
                  </a:lnTo>
                  <a:lnTo>
                    <a:pt x="121403" y="203819"/>
                  </a:lnTo>
                  <a:lnTo>
                    <a:pt x="121553" y="203536"/>
                  </a:lnTo>
                  <a:lnTo>
                    <a:pt x="121521" y="203400"/>
                  </a:lnTo>
                  <a:lnTo>
                    <a:pt x="121794" y="203223"/>
                  </a:lnTo>
                  <a:lnTo>
                    <a:pt x="122067" y="203006"/>
                  </a:lnTo>
                  <a:lnTo>
                    <a:pt x="122277" y="202630"/>
                  </a:lnTo>
                  <a:lnTo>
                    <a:pt x="122573" y="202233"/>
                  </a:lnTo>
                  <a:lnTo>
                    <a:pt x="122747" y="202151"/>
                  </a:lnTo>
                  <a:lnTo>
                    <a:pt x="122955" y="202076"/>
                  </a:lnTo>
                  <a:lnTo>
                    <a:pt x="123050" y="202225"/>
                  </a:lnTo>
                  <a:lnTo>
                    <a:pt x="123059" y="202415"/>
                  </a:lnTo>
                  <a:lnTo>
                    <a:pt x="123183" y="202557"/>
                  </a:lnTo>
                  <a:lnTo>
                    <a:pt x="123551" y="202761"/>
                  </a:lnTo>
                  <a:lnTo>
                    <a:pt x="123683" y="202768"/>
                  </a:lnTo>
                  <a:lnTo>
                    <a:pt x="123803" y="202599"/>
                  </a:lnTo>
                  <a:lnTo>
                    <a:pt x="123882" y="202369"/>
                  </a:lnTo>
                  <a:lnTo>
                    <a:pt x="123982" y="202230"/>
                  </a:lnTo>
                  <a:lnTo>
                    <a:pt x="124616" y="201759"/>
                  </a:lnTo>
                  <a:lnTo>
                    <a:pt x="124869" y="201593"/>
                  </a:lnTo>
                  <a:lnTo>
                    <a:pt x="125032" y="201489"/>
                  </a:lnTo>
                  <a:lnTo>
                    <a:pt x="125124" y="201175"/>
                  </a:lnTo>
                  <a:lnTo>
                    <a:pt x="125164" y="201029"/>
                  </a:lnTo>
                  <a:lnTo>
                    <a:pt x="125235" y="200902"/>
                  </a:lnTo>
                  <a:lnTo>
                    <a:pt x="125296" y="200701"/>
                  </a:lnTo>
                  <a:lnTo>
                    <a:pt x="125896" y="199882"/>
                  </a:lnTo>
                  <a:lnTo>
                    <a:pt x="126227" y="199992"/>
                  </a:lnTo>
                  <a:lnTo>
                    <a:pt x="126239" y="200223"/>
                  </a:lnTo>
                  <a:lnTo>
                    <a:pt x="126185" y="200353"/>
                  </a:lnTo>
                  <a:lnTo>
                    <a:pt x="126562" y="200526"/>
                  </a:lnTo>
                  <a:lnTo>
                    <a:pt x="127037" y="200705"/>
                  </a:lnTo>
                  <a:lnTo>
                    <a:pt x="127267" y="200636"/>
                  </a:lnTo>
                  <a:lnTo>
                    <a:pt x="127414" y="200589"/>
                  </a:lnTo>
                  <a:lnTo>
                    <a:pt x="127463" y="200799"/>
                  </a:lnTo>
                  <a:lnTo>
                    <a:pt x="127754" y="201181"/>
                  </a:lnTo>
                  <a:lnTo>
                    <a:pt x="127887" y="201334"/>
                  </a:lnTo>
                  <a:lnTo>
                    <a:pt x="127614" y="201757"/>
                  </a:lnTo>
                  <a:lnTo>
                    <a:pt x="127564" y="201992"/>
                  </a:lnTo>
                  <a:lnTo>
                    <a:pt x="127928" y="202490"/>
                  </a:lnTo>
                  <a:lnTo>
                    <a:pt x="128093" y="202543"/>
                  </a:lnTo>
                  <a:lnTo>
                    <a:pt x="128163" y="202347"/>
                  </a:lnTo>
                  <a:lnTo>
                    <a:pt x="128325" y="201953"/>
                  </a:lnTo>
                  <a:lnTo>
                    <a:pt x="128591" y="201879"/>
                  </a:lnTo>
                  <a:lnTo>
                    <a:pt x="128935" y="202012"/>
                  </a:lnTo>
                  <a:lnTo>
                    <a:pt x="128794" y="202444"/>
                  </a:lnTo>
                  <a:lnTo>
                    <a:pt x="128913" y="202574"/>
                  </a:lnTo>
                  <a:lnTo>
                    <a:pt x="128841" y="202860"/>
                  </a:lnTo>
                  <a:lnTo>
                    <a:pt x="128998" y="203353"/>
                  </a:lnTo>
                  <a:lnTo>
                    <a:pt x="128910" y="203580"/>
                  </a:lnTo>
                  <a:lnTo>
                    <a:pt x="128751" y="203775"/>
                  </a:lnTo>
                  <a:lnTo>
                    <a:pt x="128878" y="204186"/>
                  </a:lnTo>
                  <a:lnTo>
                    <a:pt x="129126" y="204245"/>
                  </a:lnTo>
                  <a:lnTo>
                    <a:pt x="129297" y="204330"/>
                  </a:lnTo>
                  <a:lnTo>
                    <a:pt x="129337" y="204668"/>
                  </a:lnTo>
                  <a:lnTo>
                    <a:pt x="129405" y="204797"/>
                  </a:lnTo>
                  <a:lnTo>
                    <a:pt x="129554" y="204848"/>
                  </a:lnTo>
                  <a:lnTo>
                    <a:pt x="129698" y="205094"/>
                  </a:lnTo>
                  <a:lnTo>
                    <a:pt x="129584" y="205941"/>
                  </a:lnTo>
                  <a:lnTo>
                    <a:pt x="129609" y="206069"/>
                  </a:lnTo>
                  <a:lnTo>
                    <a:pt x="129917" y="206331"/>
                  </a:lnTo>
                  <a:lnTo>
                    <a:pt x="130095" y="206366"/>
                  </a:lnTo>
                  <a:lnTo>
                    <a:pt x="130562" y="206573"/>
                  </a:lnTo>
                  <a:lnTo>
                    <a:pt x="131123" y="206756"/>
                  </a:lnTo>
                  <a:lnTo>
                    <a:pt x="131382" y="206795"/>
                  </a:lnTo>
                  <a:lnTo>
                    <a:pt x="131895" y="206929"/>
                  </a:lnTo>
                  <a:lnTo>
                    <a:pt x="131982" y="207169"/>
                  </a:lnTo>
                  <a:lnTo>
                    <a:pt x="132237" y="207272"/>
                  </a:lnTo>
                  <a:lnTo>
                    <a:pt x="132575" y="207430"/>
                  </a:lnTo>
                  <a:lnTo>
                    <a:pt x="132743" y="207591"/>
                  </a:lnTo>
                  <a:lnTo>
                    <a:pt x="132750" y="207777"/>
                  </a:lnTo>
                  <a:lnTo>
                    <a:pt x="133083" y="208366"/>
                  </a:lnTo>
                  <a:lnTo>
                    <a:pt x="133406" y="208479"/>
                  </a:lnTo>
                  <a:lnTo>
                    <a:pt x="134197" y="208150"/>
                  </a:lnTo>
                  <a:lnTo>
                    <a:pt x="134521" y="208037"/>
                  </a:lnTo>
                  <a:lnTo>
                    <a:pt x="134611" y="208366"/>
                  </a:lnTo>
                  <a:lnTo>
                    <a:pt x="134847" y="208618"/>
                  </a:lnTo>
                  <a:lnTo>
                    <a:pt x="134955" y="208846"/>
                  </a:lnTo>
                  <a:lnTo>
                    <a:pt x="135045" y="209027"/>
                  </a:lnTo>
                  <a:lnTo>
                    <a:pt x="135194" y="209115"/>
                  </a:lnTo>
                  <a:lnTo>
                    <a:pt x="135436" y="209238"/>
                  </a:lnTo>
                  <a:lnTo>
                    <a:pt x="135620" y="209445"/>
                  </a:lnTo>
                  <a:lnTo>
                    <a:pt x="135760" y="209743"/>
                  </a:lnTo>
                  <a:lnTo>
                    <a:pt x="135947" y="209749"/>
                  </a:lnTo>
                  <a:lnTo>
                    <a:pt x="136110" y="209744"/>
                  </a:lnTo>
                  <a:lnTo>
                    <a:pt x="136252" y="209611"/>
                  </a:lnTo>
                  <a:lnTo>
                    <a:pt x="136365" y="209453"/>
                  </a:lnTo>
                  <a:lnTo>
                    <a:pt x="136520" y="209426"/>
                  </a:lnTo>
                  <a:lnTo>
                    <a:pt x="136821" y="209079"/>
                  </a:lnTo>
                  <a:lnTo>
                    <a:pt x="136874" y="208856"/>
                  </a:lnTo>
                  <a:lnTo>
                    <a:pt x="136901" y="208596"/>
                  </a:lnTo>
                  <a:lnTo>
                    <a:pt x="137188" y="208116"/>
                  </a:lnTo>
                  <a:lnTo>
                    <a:pt x="137495" y="207912"/>
                  </a:lnTo>
                  <a:lnTo>
                    <a:pt x="137635" y="207881"/>
                  </a:lnTo>
                  <a:lnTo>
                    <a:pt x="137896" y="207826"/>
                  </a:lnTo>
                  <a:lnTo>
                    <a:pt x="137989" y="207546"/>
                  </a:lnTo>
                  <a:lnTo>
                    <a:pt x="138059" y="207351"/>
                  </a:lnTo>
                  <a:lnTo>
                    <a:pt x="138224" y="207120"/>
                  </a:lnTo>
                  <a:lnTo>
                    <a:pt x="138416" y="206944"/>
                  </a:lnTo>
                  <a:lnTo>
                    <a:pt x="138416" y="206662"/>
                  </a:lnTo>
                  <a:lnTo>
                    <a:pt x="138179" y="206545"/>
                  </a:lnTo>
                  <a:lnTo>
                    <a:pt x="138184" y="206213"/>
                  </a:lnTo>
                  <a:lnTo>
                    <a:pt x="138367" y="205794"/>
                  </a:lnTo>
                  <a:lnTo>
                    <a:pt x="138400" y="205280"/>
                  </a:lnTo>
                  <a:lnTo>
                    <a:pt x="138375" y="204941"/>
                  </a:lnTo>
                  <a:lnTo>
                    <a:pt x="138487" y="204479"/>
                  </a:lnTo>
                  <a:lnTo>
                    <a:pt x="138780" y="204478"/>
                  </a:lnTo>
                  <a:lnTo>
                    <a:pt x="138944" y="204091"/>
                  </a:lnTo>
                  <a:lnTo>
                    <a:pt x="139251" y="203833"/>
                  </a:lnTo>
                  <a:lnTo>
                    <a:pt x="139535" y="203613"/>
                  </a:lnTo>
                  <a:lnTo>
                    <a:pt x="139613" y="203359"/>
                  </a:lnTo>
                  <a:lnTo>
                    <a:pt x="139917" y="203160"/>
                  </a:lnTo>
                  <a:lnTo>
                    <a:pt x="140084" y="203109"/>
                  </a:lnTo>
                  <a:lnTo>
                    <a:pt x="140432" y="203061"/>
                  </a:lnTo>
                  <a:lnTo>
                    <a:pt x="140807" y="202805"/>
                  </a:lnTo>
                  <a:lnTo>
                    <a:pt x="140973" y="202680"/>
                  </a:lnTo>
                  <a:lnTo>
                    <a:pt x="141156" y="202562"/>
                  </a:lnTo>
                  <a:lnTo>
                    <a:pt x="141301" y="202410"/>
                  </a:lnTo>
                  <a:lnTo>
                    <a:pt x="141632" y="201930"/>
                  </a:lnTo>
                  <a:lnTo>
                    <a:pt x="141794" y="201902"/>
                  </a:lnTo>
                  <a:lnTo>
                    <a:pt x="142033" y="202302"/>
                  </a:lnTo>
                  <a:lnTo>
                    <a:pt x="142143" y="202463"/>
                  </a:lnTo>
                  <a:lnTo>
                    <a:pt x="142332" y="202292"/>
                  </a:lnTo>
                  <a:lnTo>
                    <a:pt x="142609" y="202171"/>
                  </a:lnTo>
                  <a:lnTo>
                    <a:pt x="142957" y="201896"/>
                  </a:lnTo>
                  <a:lnTo>
                    <a:pt x="143085" y="201861"/>
                  </a:lnTo>
                  <a:lnTo>
                    <a:pt x="143248" y="201818"/>
                  </a:lnTo>
                  <a:lnTo>
                    <a:pt x="143526" y="201893"/>
                  </a:lnTo>
                  <a:lnTo>
                    <a:pt x="143690" y="201962"/>
                  </a:lnTo>
                  <a:lnTo>
                    <a:pt x="143994" y="201681"/>
                  </a:lnTo>
                  <a:lnTo>
                    <a:pt x="144225" y="201671"/>
                  </a:lnTo>
                  <a:lnTo>
                    <a:pt x="144575" y="201171"/>
                  </a:lnTo>
                  <a:lnTo>
                    <a:pt x="145029" y="200847"/>
                  </a:lnTo>
                  <a:lnTo>
                    <a:pt x="145275" y="200797"/>
                  </a:lnTo>
                  <a:lnTo>
                    <a:pt x="145447" y="200401"/>
                  </a:lnTo>
                  <a:lnTo>
                    <a:pt x="145689" y="200318"/>
                  </a:lnTo>
                  <a:lnTo>
                    <a:pt x="145870" y="200438"/>
                  </a:lnTo>
                  <a:lnTo>
                    <a:pt x="146154" y="200537"/>
                  </a:lnTo>
                  <a:lnTo>
                    <a:pt x="146542" y="200813"/>
                  </a:lnTo>
                  <a:lnTo>
                    <a:pt x="147190" y="200887"/>
                  </a:lnTo>
                  <a:lnTo>
                    <a:pt x="147558" y="200744"/>
                  </a:lnTo>
                  <a:lnTo>
                    <a:pt x="147870" y="200313"/>
                  </a:lnTo>
                  <a:lnTo>
                    <a:pt x="147998" y="200032"/>
                  </a:lnTo>
                  <a:lnTo>
                    <a:pt x="148037" y="199869"/>
                  </a:lnTo>
                  <a:lnTo>
                    <a:pt x="148237" y="199576"/>
                  </a:lnTo>
                  <a:lnTo>
                    <a:pt x="148331" y="199460"/>
                  </a:lnTo>
                  <a:lnTo>
                    <a:pt x="148600" y="199906"/>
                  </a:lnTo>
                  <a:lnTo>
                    <a:pt x="148843" y="199948"/>
                  </a:lnTo>
                  <a:lnTo>
                    <a:pt x="149356" y="200011"/>
                  </a:lnTo>
                  <a:lnTo>
                    <a:pt x="149714" y="199767"/>
                  </a:lnTo>
                  <a:lnTo>
                    <a:pt x="149897" y="199670"/>
                  </a:lnTo>
                  <a:lnTo>
                    <a:pt x="150228" y="199737"/>
                  </a:lnTo>
                  <a:lnTo>
                    <a:pt x="150419" y="200034"/>
                  </a:lnTo>
                  <a:lnTo>
                    <a:pt x="150473" y="200180"/>
                  </a:lnTo>
                  <a:lnTo>
                    <a:pt x="150675" y="200116"/>
                  </a:lnTo>
                  <a:lnTo>
                    <a:pt x="150895" y="199991"/>
                  </a:lnTo>
                  <a:lnTo>
                    <a:pt x="151224" y="199990"/>
                  </a:lnTo>
                  <a:lnTo>
                    <a:pt x="151431" y="200000"/>
                  </a:lnTo>
                  <a:lnTo>
                    <a:pt x="151771" y="200330"/>
                  </a:lnTo>
                  <a:lnTo>
                    <a:pt x="151783" y="200485"/>
                  </a:lnTo>
                  <a:lnTo>
                    <a:pt x="151810" y="200774"/>
                  </a:lnTo>
                  <a:lnTo>
                    <a:pt x="152450" y="200869"/>
                  </a:lnTo>
                  <a:lnTo>
                    <a:pt x="152763" y="200821"/>
                  </a:lnTo>
                  <a:lnTo>
                    <a:pt x="152949" y="200656"/>
                  </a:lnTo>
                  <a:lnTo>
                    <a:pt x="152913" y="200420"/>
                  </a:lnTo>
                  <a:lnTo>
                    <a:pt x="152884" y="200286"/>
                  </a:lnTo>
                  <a:lnTo>
                    <a:pt x="152854" y="199495"/>
                  </a:lnTo>
                  <a:lnTo>
                    <a:pt x="152844" y="199101"/>
                  </a:lnTo>
                  <a:lnTo>
                    <a:pt x="152981" y="198702"/>
                  </a:lnTo>
                  <a:lnTo>
                    <a:pt x="153188" y="198609"/>
                  </a:lnTo>
                  <a:lnTo>
                    <a:pt x="153345" y="198481"/>
                  </a:lnTo>
                  <a:lnTo>
                    <a:pt x="153379" y="198298"/>
                  </a:lnTo>
                  <a:lnTo>
                    <a:pt x="153498" y="198141"/>
                  </a:lnTo>
                  <a:lnTo>
                    <a:pt x="153712" y="198307"/>
                  </a:lnTo>
                  <a:lnTo>
                    <a:pt x="154340" y="198348"/>
                  </a:lnTo>
                  <a:lnTo>
                    <a:pt x="154595" y="198076"/>
                  </a:lnTo>
                  <a:lnTo>
                    <a:pt x="154494" y="197926"/>
                  </a:lnTo>
                  <a:lnTo>
                    <a:pt x="154500" y="197786"/>
                  </a:lnTo>
                  <a:lnTo>
                    <a:pt x="154169" y="197207"/>
                  </a:lnTo>
                  <a:lnTo>
                    <a:pt x="154157" y="196773"/>
                  </a:lnTo>
                  <a:lnTo>
                    <a:pt x="154556" y="196420"/>
                  </a:lnTo>
                  <a:lnTo>
                    <a:pt x="154973" y="195916"/>
                  </a:lnTo>
                  <a:lnTo>
                    <a:pt x="155111" y="195924"/>
                  </a:lnTo>
                  <a:lnTo>
                    <a:pt x="155313" y="195912"/>
                  </a:lnTo>
                  <a:lnTo>
                    <a:pt x="155706" y="195692"/>
                  </a:lnTo>
                  <a:lnTo>
                    <a:pt x="155888" y="195657"/>
                  </a:lnTo>
                  <a:lnTo>
                    <a:pt x="155919" y="195797"/>
                  </a:lnTo>
                  <a:lnTo>
                    <a:pt x="156084" y="195931"/>
                  </a:lnTo>
                  <a:lnTo>
                    <a:pt x="156294" y="195936"/>
                  </a:lnTo>
                  <a:lnTo>
                    <a:pt x="156527" y="195933"/>
                  </a:lnTo>
                  <a:lnTo>
                    <a:pt x="156712" y="196020"/>
                  </a:lnTo>
                  <a:lnTo>
                    <a:pt x="156927" y="196151"/>
                  </a:lnTo>
                  <a:lnTo>
                    <a:pt x="157113" y="196237"/>
                  </a:lnTo>
                  <a:lnTo>
                    <a:pt x="157335" y="196307"/>
                  </a:lnTo>
                  <a:lnTo>
                    <a:pt x="157506" y="196227"/>
                  </a:lnTo>
                  <a:lnTo>
                    <a:pt x="157748" y="196328"/>
                  </a:lnTo>
                  <a:lnTo>
                    <a:pt x="157913" y="196340"/>
                  </a:lnTo>
                  <a:lnTo>
                    <a:pt x="158168" y="196250"/>
                  </a:lnTo>
                  <a:lnTo>
                    <a:pt x="158234" y="196072"/>
                  </a:lnTo>
                  <a:lnTo>
                    <a:pt x="158826" y="195825"/>
                  </a:lnTo>
                  <a:lnTo>
                    <a:pt x="159253" y="195722"/>
                  </a:lnTo>
                  <a:lnTo>
                    <a:pt x="159495" y="195437"/>
                  </a:lnTo>
                  <a:lnTo>
                    <a:pt x="159720" y="195304"/>
                  </a:lnTo>
                  <a:lnTo>
                    <a:pt x="160048" y="194960"/>
                  </a:lnTo>
                  <a:lnTo>
                    <a:pt x="160663" y="195169"/>
                  </a:lnTo>
                  <a:lnTo>
                    <a:pt x="160760" y="195026"/>
                  </a:lnTo>
                  <a:lnTo>
                    <a:pt x="161115" y="194739"/>
                  </a:lnTo>
                  <a:lnTo>
                    <a:pt x="161615" y="194577"/>
                  </a:lnTo>
                  <a:lnTo>
                    <a:pt x="162018" y="194449"/>
                  </a:lnTo>
                  <a:lnTo>
                    <a:pt x="162405" y="194567"/>
                  </a:lnTo>
                  <a:lnTo>
                    <a:pt x="162686" y="194430"/>
                  </a:lnTo>
                  <a:lnTo>
                    <a:pt x="162824" y="194193"/>
                  </a:lnTo>
                  <a:lnTo>
                    <a:pt x="163752" y="194139"/>
                  </a:lnTo>
                  <a:lnTo>
                    <a:pt x="163888" y="194169"/>
                  </a:lnTo>
                  <a:lnTo>
                    <a:pt x="164279" y="194319"/>
                  </a:lnTo>
                  <a:lnTo>
                    <a:pt x="164649" y="194477"/>
                  </a:lnTo>
                  <a:lnTo>
                    <a:pt x="165160" y="194355"/>
                  </a:lnTo>
                  <a:lnTo>
                    <a:pt x="165311" y="194143"/>
                  </a:lnTo>
                  <a:lnTo>
                    <a:pt x="165340" y="193991"/>
                  </a:lnTo>
                  <a:lnTo>
                    <a:pt x="165356" y="193364"/>
                  </a:lnTo>
                  <a:lnTo>
                    <a:pt x="165469" y="193212"/>
                  </a:lnTo>
                  <a:lnTo>
                    <a:pt x="165466" y="192911"/>
                  </a:lnTo>
                  <a:lnTo>
                    <a:pt x="165360" y="192720"/>
                  </a:lnTo>
                  <a:lnTo>
                    <a:pt x="165379" y="192304"/>
                  </a:lnTo>
                  <a:lnTo>
                    <a:pt x="165737" y="192134"/>
                  </a:lnTo>
                  <a:lnTo>
                    <a:pt x="165926" y="192031"/>
                  </a:lnTo>
                  <a:lnTo>
                    <a:pt x="165867" y="191852"/>
                  </a:lnTo>
                  <a:lnTo>
                    <a:pt x="165606" y="191709"/>
                  </a:lnTo>
                  <a:lnTo>
                    <a:pt x="165594" y="191400"/>
                  </a:lnTo>
                  <a:lnTo>
                    <a:pt x="165642" y="191151"/>
                  </a:lnTo>
                  <a:lnTo>
                    <a:pt x="165506" y="191036"/>
                  </a:lnTo>
                  <a:lnTo>
                    <a:pt x="165449" y="190848"/>
                  </a:lnTo>
                  <a:lnTo>
                    <a:pt x="165683" y="190514"/>
                  </a:lnTo>
                  <a:lnTo>
                    <a:pt x="165817" y="190517"/>
                  </a:lnTo>
                  <a:lnTo>
                    <a:pt x="166018" y="190423"/>
                  </a:lnTo>
                  <a:lnTo>
                    <a:pt x="166256" y="189803"/>
                  </a:lnTo>
                  <a:lnTo>
                    <a:pt x="166152" y="189587"/>
                  </a:lnTo>
                  <a:lnTo>
                    <a:pt x="166203" y="189290"/>
                  </a:lnTo>
                  <a:lnTo>
                    <a:pt x="166247" y="189126"/>
                  </a:lnTo>
                  <a:lnTo>
                    <a:pt x="165996" y="188815"/>
                  </a:lnTo>
                  <a:lnTo>
                    <a:pt x="165728" y="188779"/>
                  </a:lnTo>
                  <a:lnTo>
                    <a:pt x="165260" y="188663"/>
                  </a:lnTo>
                  <a:lnTo>
                    <a:pt x="165052" y="188693"/>
                  </a:lnTo>
                  <a:lnTo>
                    <a:pt x="164913" y="188788"/>
                  </a:lnTo>
                  <a:lnTo>
                    <a:pt x="164695" y="188706"/>
                  </a:lnTo>
                  <a:lnTo>
                    <a:pt x="164470" y="188510"/>
                  </a:lnTo>
                  <a:lnTo>
                    <a:pt x="164486" y="188380"/>
                  </a:lnTo>
                  <a:lnTo>
                    <a:pt x="164408" y="188161"/>
                  </a:lnTo>
                  <a:lnTo>
                    <a:pt x="164305" y="187902"/>
                  </a:lnTo>
                  <a:lnTo>
                    <a:pt x="163781" y="187714"/>
                  </a:lnTo>
                  <a:lnTo>
                    <a:pt x="163663" y="187567"/>
                  </a:lnTo>
                  <a:lnTo>
                    <a:pt x="163578" y="187396"/>
                  </a:lnTo>
                  <a:lnTo>
                    <a:pt x="163240" y="187120"/>
                  </a:lnTo>
                  <a:lnTo>
                    <a:pt x="163382" y="186989"/>
                  </a:lnTo>
                  <a:lnTo>
                    <a:pt x="163707" y="186802"/>
                  </a:lnTo>
                  <a:lnTo>
                    <a:pt x="163885" y="186689"/>
                  </a:lnTo>
                  <a:lnTo>
                    <a:pt x="164271" y="186491"/>
                  </a:lnTo>
                  <a:lnTo>
                    <a:pt x="164374" y="186363"/>
                  </a:lnTo>
                  <a:lnTo>
                    <a:pt x="164512" y="186334"/>
                  </a:lnTo>
                  <a:lnTo>
                    <a:pt x="164853" y="186209"/>
                  </a:lnTo>
                  <a:lnTo>
                    <a:pt x="164908" y="186044"/>
                  </a:lnTo>
                  <a:lnTo>
                    <a:pt x="165022" y="185612"/>
                  </a:lnTo>
                  <a:lnTo>
                    <a:pt x="165082" y="185423"/>
                  </a:lnTo>
                  <a:lnTo>
                    <a:pt x="165231" y="185455"/>
                  </a:lnTo>
                  <a:lnTo>
                    <a:pt x="165359" y="185491"/>
                  </a:lnTo>
                  <a:lnTo>
                    <a:pt x="165490" y="185462"/>
                  </a:lnTo>
                  <a:lnTo>
                    <a:pt x="165752" y="185343"/>
                  </a:lnTo>
                  <a:lnTo>
                    <a:pt x="165732" y="185105"/>
                  </a:lnTo>
                  <a:lnTo>
                    <a:pt x="166213" y="184648"/>
                  </a:lnTo>
                  <a:lnTo>
                    <a:pt x="166355" y="184638"/>
                  </a:lnTo>
                  <a:lnTo>
                    <a:pt x="166453" y="184821"/>
                  </a:lnTo>
                  <a:lnTo>
                    <a:pt x="166599" y="184786"/>
                  </a:lnTo>
                  <a:lnTo>
                    <a:pt x="167088" y="184318"/>
                  </a:lnTo>
                  <a:lnTo>
                    <a:pt x="167239" y="184221"/>
                  </a:lnTo>
                  <a:lnTo>
                    <a:pt x="167597" y="183980"/>
                  </a:lnTo>
                  <a:lnTo>
                    <a:pt x="167913" y="183753"/>
                  </a:lnTo>
                  <a:lnTo>
                    <a:pt x="168204" y="183545"/>
                  </a:lnTo>
                  <a:lnTo>
                    <a:pt x="168594" y="183311"/>
                  </a:lnTo>
                  <a:lnTo>
                    <a:pt x="168972" y="183267"/>
                  </a:lnTo>
                  <a:lnTo>
                    <a:pt x="168967" y="183523"/>
                  </a:lnTo>
                  <a:lnTo>
                    <a:pt x="168920" y="183661"/>
                  </a:lnTo>
                  <a:lnTo>
                    <a:pt x="168877" y="184089"/>
                  </a:lnTo>
                  <a:lnTo>
                    <a:pt x="168962" y="184330"/>
                  </a:lnTo>
                  <a:lnTo>
                    <a:pt x="169158" y="184560"/>
                  </a:lnTo>
                  <a:lnTo>
                    <a:pt x="169368" y="184690"/>
                  </a:lnTo>
                  <a:lnTo>
                    <a:pt x="169224" y="184976"/>
                  </a:lnTo>
                  <a:lnTo>
                    <a:pt x="169584" y="185288"/>
                  </a:lnTo>
                  <a:lnTo>
                    <a:pt x="169453" y="185550"/>
                  </a:lnTo>
                  <a:lnTo>
                    <a:pt x="169718" y="185527"/>
                  </a:lnTo>
                  <a:lnTo>
                    <a:pt x="169804" y="185665"/>
                  </a:lnTo>
                  <a:lnTo>
                    <a:pt x="170011" y="185803"/>
                  </a:lnTo>
                  <a:lnTo>
                    <a:pt x="170238" y="185926"/>
                  </a:lnTo>
                  <a:lnTo>
                    <a:pt x="170718" y="185815"/>
                  </a:lnTo>
                  <a:lnTo>
                    <a:pt x="170888" y="185831"/>
                  </a:lnTo>
                  <a:lnTo>
                    <a:pt x="171329" y="185818"/>
                  </a:lnTo>
                  <a:lnTo>
                    <a:pt x="171455" y="185977"/>
                  </a:lnTo>
                  <a:lnTo>
                    <a:pt x="171808" y="186165"/>
                  </a:lnTo>
                  <a:lnTo>
                    <a:pt x="171875" y="185959"/>
                  </a:lnTo>
                  <a:lnTo>
                    <a:pt x="172268" y="185773"/>
                  </a:lnTo>
                  <a:lnTo>
                    <a:pt x="172262" y="185568"/>
                  </a:lnTo>
                  <a:lnTo>
                    <a:pt x="172010" y="185103"/>
                  </a:lnTo>
                  <a:lnTo>
                    <a:pt x="171770" y="184834"/>
                  </a:lnTo>
                  <a:lnTo>
                    <a:pt x="171843" y="184631"/>
                  </a:lnTo>
                  <a:lnTo>
                    <a:pt x="171902" y="184428"/>
                  </a:lnTo>
                  <a:lnTo>
                    <a:pt x="171994" y="184171"/>
                  </a:lnTo>
                  <a:lnTo>
                    <a:pt x="172285" y="183982"/>
                  </a:lnTo>
                  <a:lnTo>
                    <a:pt x="172549" y="184029"/>
                  </a:lnTo>
                  <a:lnTo>
                    <a:pt x="173262" y="184063"/>
                  </a:lnTo>
                  <a:lnTo>
                    <a:pt x="173456" y="184222"/>
                  </a:lnTo>
                  <a:lnTo>
                    <a:pt x="173752" y="184425"/>
                  </a:lnTo>
                  <a:lnTo>
                    <a:pt x="173949" y="184417"/>
                  </a:lnTo>
                  <a:lnTo>
                    <a:pt x="174336" y="184193"/>
                  </a:lnTo>
                  <a:lnTo>
                    <a:pt x="174664" y="184032"/>
                  </a:lnTo>
                  <a:lnTo>
                    <a:pt x="174801" y="184044"/>
                  </a:lnTo>
                  <a:lnTo>
                    <a:pt x="175041" y="183997"/>
                  </a:lnTo>
                  <a:lnTo>
                    <a:pt x="175206" y="183784"/>
                  </a:lnTo>
                  <a:lnTo>
                    <a:pt x="175573" y="183523"/>
                  </a:lnTo>
                  <a:lnTo>
                    <a:pt x="175730" y="183623"/>
                  </a:lnTo>
                  <a:lnTo>
                    <a:pt x="176075" y="183645"/>
                  </a:lnTo>
                  <a:lnTo>
                    <a:pt x="176222" y="183772"/>
                  </a:lnTo>
                  <a:lnTo>
                    <a:pt x="176382" y="183917"/>
                  </a:lnTo>
                  <a:lnTo>
                    <a:pt x="176668" y="184775"/>
                  </a:lnTo>
                  <a:lnTo>
                    <a:pt x="176655" y="185000"/>
                  </a:lnTo>
                  <a:lnTo>
                    <a:pt x="176747" y="185245"/>
                  </a:lnTo>
                  <a:lnTo>
                    <a:pt x="176965" y="185366"/>
                  </a:lnTo>
                  <a:lnTo>
                    <a:pt x="177266" y="185090"/>
                  </a:lnTo>
                  <a:lnTo>
                    <a:pt x="177300" y="184924"/>
                  </a:lnTo>
                  <a:lnTo>
                    <a:pt x="177617" y="184541"/>
                  </a:lnTo>
                  <a:lnTo>
                    <a:pt x="177592" y="184703"/>
                  </a:lnTo>
                  <a:lnTo>
                    <a:pt x="177523" y="184936"/>
                  </a:lnTo>
                  <a:lnTo>
                    <a:pt x="177780" y="185213"/>
                  </a:lnTo>
                  <a:lnTo>
                    <a:pt x="178030" y="185036"/>
                  </a:lnTo>
                  <a:lnTo>
                    <a:pt x="178130" y="184904"/>
                  </a:lnTo>
                  <a:lnTo>
                    <a:pt x="178267" y="184997"/>
                  </a:lnTo>
                  <a:lnTo>
                    <a:pt x="178489" y="184915"/>
                  </a:lnTo>
                  <a:lnTo>
                    <a:pt x="178591" y="184573"/>
                  </a:lnTo>
                  <a:lnTo>
                    <a:pt x="178794" y="184290"/>
                  </a:lnTo>
                  <a:lnTo>
                    <a:pt x="179135" y="184258"/>
                  </a:lnTo>
                  <a:lnTo>
                    <a:pt x="179284" y="184123"/>
                  </a:lnTo>
                  <a:lnTo>
                    <a:pt x="179412" y="184106"/>
                  </a:lnTo>
                  <a:lnTo>
                    <a:pt x="179782" y="184541"/>
                  </a:lnTo>
                  <a:lnTo>
                    <a:pt x="180045" y="184444"/>
                  </a:lnTo>
                  <a:lnTo>
                    <a:pt x="180295" y="184474"/>
                  </a:lnTo>
                  <a:lnTo>
                    <a:pt x="180492" y="184465"/>
                  </a:lnTo>
                  <a:lnTo>
                    <a:pt x="180837" y="184137"/>
                  </a:lnTo>
                  <a:lnTo>
                    <a:pt x="180896" y="183982"/>
                  </a:lnTo>
                  <a:lnTo>
                    <a:pt x="181005" y="183700"/>
                  </a:lnTo>
                  <a:lnTo>
                    <a:pt x="181077" y="183557"/>
                  </a:lnTo>
                  <a:lnTo>
                    <a:pt x="181277" y="183346"/>
                  </a:lnTo>
                  <a:lnTo>
                    <a:pt x="181345" y="182895"/>
                  </a:lnTo>
                  <a:lnTo>
                    <a:pt x="181325" y="182639"/>
                  </a:lnTo>
                  <a:lnTo>
                    <a:pt x="181787" y="182270"/>
                  </a:lnTo>
                  <a:lnTo>
                    <a:pt x="182014" y="182298"/>
                  </a:lnTo>
                  <a:lnTo>
                    <a:pt x="182677" y="182145"/>
                  </a:lnTo>
                  <a:lnTo>
                    <a:pt x="182860" y="182368"/>
                  </a:lnTo>
                  <a:lnTo>
                    <a:pt x="182968" y="182536"/>
                  </a:lnTo>
                  <a:lnTo>
                    <a:pt x="183012" y="18267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4459761" y="5519893"/>
              <a:ext cx="183548" cy="183360"/>
            </a:xfrm>
            <a:custGeom>
              <a:avLst/>
              <a:pathLst>
                <a:path w="183548" h="183360">
                  <a:moveTo>
                    <a:pt x="182879" y="182879"/>
                  </a:moveTo>
                  <a:lnTo>
                    <a:pt x="183209" y="182913"/>
                  </a:lnTo>
                  <a:lnTo>
                    <a:pt x="183548" y="183096"/>
                  </a:lnTo>
                  <a:lnTo>
                    <a:pt x="183509" y="183292"/>
                  </a:lnTo>
                  <a:lnTo>
                    <a:pt x="183272" y="183360"/>
                  </a:lnTo>
                  <a:lnTo>
                    <a:pt x="183107" y="183298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4444870" y="5515064"/>
              <a:ext cx="183408" cy="186103"/>
            </a:xfrm>
            <a:custGeom>
              <a:avLst/>
              <a:pathLst>
                <a:path w="183408" h="186103">
                  <a:moveTo>
                    <a:pt x="182879" y="182879"/>
                  </a:moveTo>
                  <a:lnTo>
                    <a:pt x="182806" y="183032"/>
                  </a:lnTo>
                  <a:lnTo>
                    <a:pt x="182704" y="183317"/>
                  </a:lnTo>
                  <a:lnTo>
                    <a:pt x="182338" y="186103"/>
                  </a:lnTo>
                  <a:lnTo>
                    <a:pt x="181938" y="185539"/>
                  </a:lnTo>
                  <a:lnTo>
                    <a:pt x="180948" y="184575"/>
                  </a:lnTo>
                  <a:lnTo>
                    <a:pt x="181470" y="184841"/>
                  </a:lnTo>
                  <a:lnTo>
                    <a:pt x="182013" y="182983"/>
                  </a:lnTo>
                  <a:lnTo>
                    <a:pt x="182341" y="182654"/>
                  </a:lnTo>
                  <a:lnTo>
                    <a:pt x="182804" y="182456"/>
                  </a:lnTo>
                  <a:lnTo>
                    <a:pt x="183008" y="182420"/>
                  </a:lnTo>
                  <a:lnTo>
                    <a:pt x="183408" y="18225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4456039" y="5513295"/>
              <a:ext cx="183069" cy="182879"/>
            </a:xfrm>
            <a:custGeom>
              <a:avLst/>
              <a:pathLst>
                <a:path w="183069" h="182879">
                  <a:moveTo>
                    <a:pt x="182879" y="182879"/>
                  </a:moveTo>
                  <a:lnTo>
                    <a:pt x="182563" y="182787"/>
                  </a:lnTo>
                  <a:lnTo>
                    <a:pt x="182569" y="182613"/>
                  </a:lnTo>
                  <a:lnTo>
                    <a:pt x="182764" y="182263"/>
                  </a:lnTo>
                  <a:lnTo>
                    <a:pt x="183069" y="18266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4466753" y="5509539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470" y="182677"/>
                  </a:lnTo>
                  <a:lnTo>
                    <a:pt x="182661" y="182461"/>
                  </a:lnTo>
                  <a:lnTo>
                    <a:pt x="182838" y="18244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4461546" y="5506352"/>
              <a:ext cx="186964" cy="187331"/>
            </a:xfrm>
            <a:custGeom>
              <a:avLst/>
              <a:pathLst>
                <a:path w="186964" h="187331">
                  <a:moveTo>
                    <a:pt x="182879" y="182879"/>
                  </a:moveTo>
                  <a:lnTo>
                    <a:pt x="183172" y="183073"/>
                  </a:lnTo>
                  <a:lnTo>
                    <a:pt x="183132" y="183938"/>
                  </a:lnTo>
                  <a:lnTo>
                    <a:pt x="183123" y="184124"/>
                  </a:lnTo>
                  <a:lnTo>
                    <a:pt x="183199" y="184256"/>
                  </a:lnTo>
                  <a:lnTo>
                    <a:pt x="183371" y="184447"/>
                  </a:lnTo>
                  <a:lnTo>
                    <a:pt x="183787" y="184774"/>
                  </a:lnTo>
                  <a:lnTo>
                    <a:pt x="184390" y="185132"/>
                  </a:lnTo>
                  <a:lnTo>
                    <a:pt x="184951" y="185320"/>
                  </a:lnTo>
                  <a:lnTo>
                    <a:pt x="185406" y="185220"/>
                  </a:lnTo>
                  <a:lnTo>
                    <a:pt x="185415" y="185063"/>
                  </a:lnTo>
                  <a:lnTo>
                    <a:pt x="185582" y="184887"/>
                  </a:lnTo>
                  <a:lnTo>
                    <a:pt x="186227" y="185202"/>
                  </a:lnTo>
                  <a:lnTo>
                    <a:pt x="186555" y="184898"/>
                  </a:lnTo>
                  <a:lnTo>
                    <a:pt x="186771" y="184826"/>
                  </a:lnTo>
                  <a:lnTo>
                    <a:pt x="186964" y="185066"/>
                  </a:lnTo>
                  <a:lnTo>
                    <a:pt x="186853" y="185492"/>
                  </a:lnTo>
                  <a:lnTo>
                    <a:pt x="186687" y="185580"/>
                  </a:lnTo>
                  <a:lnTo>
                    <a:pt x="185944" y="185436"/>
                  </a:lnTo>
                  <a:lnTo>
                    <a:pt x="185648" y="185642"/>
                  </a:lnTo>
                  <a:lnTo>
                    <a:pt x="185343" y="186366"/>
                  </a:lnTo>
                  <a:lnTo>
                    <a:pt x="185576" y="186417"/>
                  </a:lnTo>
                  <a:lnTo>
                    <a:pt x="185869" y="186817"/>
                  </a:lnTo>
                  <a:lnTo>
                    <a:pt x="185908" y="187077"/>
                  </a:lnTo>
                  <a:lnTo>
                    <a:pt x="185812" y="187265"/>
                  </a:lnTo>
                  <a:lnTo>
                    <a:pt x="185426" y="187331"/>
                  </a:lnTo>
                  <a:lnTo>
                    <a:pt x="185132" y="187329"/>
                  </a:lnTo>
                  <a:lnTo>
                    <a:pt x="184577" y="187234"/>
                  </a:lnTo>
                  <a:lnTo>
                    <a:pt x="184087" y="186844"/>
                  </a:lnTo>
                  <a:lnTo>
                    <a:pt x="183857" y="186563"/>
                  </a:lnTo>
                  <a:lnTo>
                    <a:pt x="183811" y="186197"/>
                  </a:lnTo>
                  <a:lnTo>
                    <a:pt x="182608" y="185769"/>
                  </a:lnTo>
                  <a:lnTo>
                    <a:pt x="182125" y="185324"/>
                  </a:lnTo>
                  <a:lnTo>
                    <a:pt x="181931" y="185273"/>
                  </a:lnTo>
                  <a:lnTo>
                    <a:pt x="181574" y="185223"/>
                  </a:lnTo>
                  <a:lnTo>
                    <a:pt x="181298" y="185216"/>
                  </a:lnTo>
                  <a:lnTo>
                    <a:pt x="181144" y="185252"/>
                  </a:lnTo>
                  <a:lnTo>
                    <a:pt x="180823" y="185108"/>
                  </a:lnTo>
                  <a:lnTo>
                    <a:pt x="180758" y="184804"/>
                  </a:lnTo>
                  <a:lnTo>
                    <a:pt x="180782" y="184539"/>
                  </a:lnTo>
                  <a:lnTo>
                    <a:pt x="181051" y="184254"/>
                  </a:lnTo>
                  <a:lnTo>
                    <a:pt x="180989" y="184002"/>
                  </a:lnTo>
                  <a:lnTo>
                    <a:pt x="180541" y="183643"/>
                  </a:lnTo>
                  <a:lnTo>
                    <a:pt x="180752" y="183448"/>
                  </a:lnTo>
                  <a:lnTo>
                    <a:pt x="181007" y="183736"/>
                  </a:lnTo>
                  <a:lnTo>
                    <a:pt x="181147" y="183733"/>
                  </a:lnTo>
                  <a:lnTo>
                    <a:pt x="181397" y="183630"/>
                  </a:lnTo>
                  <a:lnTo>
                    <a:pt x="181454" y="183500"/>
                  </a:lnTo>
                  <a:lnTo>
                    <a:pt x="181556" y="183022"/>
                  </a:lnTo>
                  <a:lnTo>
                    <a:pt x="181958" y="182963"/>
                  </a:lnTo>
                  <a:lnTo>
                    <a:pt x="181877" y="182720"/>
                  </a:lnTo>
                  <a:lnTo>
                    <a:pt x="181884" y="182577"/>
                  </a:lnTo>
                  <a:lnTo>
                    <a:pt x="182102" y="182184"/>
                  </a:lnTo>
                  <a:lnTo>
                    <a:pt x="182262" y="182373"/>
                  </a:lnTo>
                  <a:lnTo>
                    <a:pt x="182318" y="182617"/>
                  </a:lnTo>
                  <a:lnTo>
                    <a:pt x="182471" y="18317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4468953" y="5507337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03" y="18265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4466750" y="5506723"/>
              <a:ext cx="182879" cy="183006"/>
            </a:xfrm>
            <a:custGeom>
              <a:avLst/>
              <a:pathLst>
                <a:path w="182879" h="183006">
                  <a:moveTo>
                    <a:pt x="182879" y="182879"/>
                  </a:moveTo>
                  <a:lnTo>
                    <a:pt x="182673" y="183006"/>
                  </a:lnTo>
                  <a:lnTo>
                    <a:pt x="182371" y="182821"/>
                  </a:lnTo>
                  <a:lnTo>
                    <a:pt x="182535" y="182698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4465954" y="5506010"/>
              <a:ext cx="183158" cy="183264"/>
            </a:xfrm>
            <a:custGeom>
              <a:avLst/>
              <a:pathLst>
                <a:path w="183158" h="183264">
                  <a:moveTo>
                    <a:pt x="182879" y="182879"/>
                  </a:moveTo>
                  <a:lnTo>
                    <a:pt x="183158" y="183070"/>
                  </a:lnTo>
                  <a:lnTo>
                    <a:pt x="182959" y="183264"/>
                  </a:lnTo>
                  <a:lnTo>
                    <a:pt x="182849" y="183128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4468428" y="5505812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488" y="182767"/>
                  </a:lnTo>
                  <a:lnTo>
                    <a:pt x="182661" y="182728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4465420" y="5505451"/>
              <a:ext cx="183298" cy="182879"/>
            </a:xfrm>
            <a:custGeom>
              <a:avLst/>
              <a:pathLst>
                <a:path w="183298" h="182879">
                  <a:moveTo>
                    <a:pt x="182879" y="182879"/>
                  </a:moveTo>
                  <a:lnTo>
                    <a:pt x="182945" y="182590"/>
                  </a:lnTo>
                  <a:lnTo>
                    <a:pt x="183148" y="182580"/>
                  </a:lnTo>
                  <a:lnTo>
                    <a:pt x="183298" y="182658"/>
                  </a:lnTo>
                  <a:lnTo>
                    <a:pt x="183215" y="18286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4462700" y="5505138"/>
              <a:ext cx="183583" cy="182929"/>
            </a:xfrm>
            <a:custGeom>
              <a:avLst/>
              <a:pathLst>
                <a:path w="183583" h="182929">
                  <a:moveTo>
                    <a:pt x="182879" y="182879"/>
                  </a:moveTo>
                  <a:lnTo>
                    <a:pt x="183070" y="182594"/>
                  </a:lnTo>
                  <a:lnTo>
                    <a:pt x="183138" y="182318"/>
                  </a:lnTo>
                  <a:lnTo>
                    <a:pt x="183046" y="182232"/>
                  </a:lnTo>
                  <a:lnTo>
                    <a:pt x="183198" y="182269"/>
                  </a:lnTo>
                  <a:lnTo>
                    <a:pt x="183583" y="182625"/>
                  </a:lnTo>
                  <a:lnTo>
                    <a:pt x="183564" y="182929"/>
                  </a:lnTo>
                  <a:lnTo>
                    <a:pt x="183346" y="18287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4455472" y="5501639"/>
              <a:ext cx="183379" cy="183308"/>
            </a:xfrm>
            <a:custGeom>
              <a:avLst/>
              <a:pathLst>
                <a:path w="183379" h="183308">
                  <a:moveTo>
                    <a:pt x="182879" y="182879"/>
                  </a:moveTo>
                  <a:lnTo>
                    <a:pt x="183152" y="182990"/>
                  </a:lnTo>
                  <a:lnTo>
                    <a:pt x="183379" y="183308"/>
                  </a:lnTo>
                  <a:lnTo>
                    <a:pt x="183047" y="18315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4460974" y="5501676"/>
              <a:ext cx="183395" cy="183013"/>
            </a:xfrm>
            <a:custGeom>
              <a:avLst/>
              <a:pathLst>
                <a:path w="183395" h="183013">
                  <a:moveTo>
                    <a:pt x="182879" y="182879"/>
                  </a:moveTo>
                  <a:lnTo>
                    <a:pt x="182698" y="182862"/>
                  </a:lnTo>
                  <a:lnTo>
                    <a:pt x="182364" y="182768"/>
                  </a:lnTo>
                  <a:lnTo>
                    <a:pt x="182583" y="182230"/>
                  </a:lnTo>
                  <a:lnTo>
                    <a:pt x="182710" y="182112"/>
                  </a:lnTo>
                  <a:lnTo>
                    <a:pt x="182979" y="181987"/>
                  </a:lnTo>
                  <a:lnTo>
                    <a:pt x="183207" y="181908"/>
                  </a:lnTo>
                  <a:lnTo>
                    <a:pt x="183395" y="181886"/>
                  </a:lnTo>
                  <a:lnTo>
                    <a:pt x="183243" y="182480"/>
                  </a:lnTo>
                  <a:lnTo>
                    <a:pt x="183326" y="18301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4450830" y="5500576"/>
              <a:ext cx="182879" cy="183004"/>
            </a:xfrm>
            <a:custGeom>
              <a:avLst/>
              <a:pathLst>
                <a:path w="182879" h="183004">
                  <a:moveTo>
                    <a:pt x="182879" y="182879"/>
                  </a:moveTo>
                  <a:lnTo>
                    <a:pt x="182604" y="183004"/>
                  </a:lnTo>
                  <a:lnTo>
                    <a:pt x="182586" y="182790"/>
                  </a:lnTo>
                  <a:lnTo>
                    <a:pt x="182729" y="18263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4457178" y="5496160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496" y="182853"/>
                  </a:lnTo>
                  <a:lnTo>
                    <a:pt x="182750" y="18261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4466185" y="5485456"/>
              <a:ext cx="184434" cy="183226"/>
            </a:xfrm>
            <a:custGeom>
              <a:avLst/>
              <a:pathLst>
                <a:path w="184434" h="183226">
                  <a:moveTo>
                    <a:pt x="182879" y="182879"/>
                  </a:moveTo>
                  <a:lnTo>
                    <a:pt x="182793" y="183087"/>
                  </a:lnTo>
                  <a:lnTo>
                    <a:pt x="182613" y="183212"/>
                  </a:lnTo>
                  <a:lnTo>
                    <a:pt x="182469" y="183226"/>
                  </a:lnTo>
                  <a:lnTo>
                    <a:pt x="181962" y="183006"/>
                  </a:lnTo>
                  <a:lnTo>
                    <a:pt x="181633" y="182793"/>
                  </a:lnTo>
                  <a:lnTo>
                    <a:pt x="181635" y="182623"/>
                  </a:lnTo>
                  <a:lnTo>
                    <a:pt x="182078" y="182379"/>
                  </a:lnTo>
                  <a:lnTo>
                    <a:pt x="182243" y="182868"/>
                  </a:lnTo>
                  <a:lnTo>
                    <a:pt x="182538" y="182423"/>
                  </a:lnTo>
                  <a:lnTo>
                    <a:pt x="182559" y="182214"/>
                  </a:lnTo>
                  <a:lnTo>
                    <a:pt x="183097" y="181585"/>
                  </a:lnTo>
                  <a:lnTo>
                    <a:pt x="183351" y="181285"/>
                  </a:lnTo>
                  <a:lnTo>
                    <a:pt x="183973" y="181067"/>
                  </a:lnTo>
                  <a:lnTo>
                    <a:pt x="184151" y="180803"/>
                  </a:lnTo>
                  <a:lnTo>
                    <a:pt x="184434" y="180579"/>
                  </a:lnTo>
                  <a:lnTo>
                    <a:pt x="184244" y="180887"/>
                  </a:lnTo>
                  <a:lnTo>
                    <a:pt x="183939" y="181346"/>
                  </a:lnTo>
                  <a:lnTo>
                    <a:pt x="184015" y="181503"/>
                  </a:lnTo>
                  <a:lnTo>
                    <a:pt x="183925" y="181824"/>
                  </a:lnTo>
                  <a:lnTo>
                    <a:pt x="183468" y="18238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4469116" y="5484083"/>
              <a:ext cx="183798" cy="182921"/>
            </a:xfrm>
            <a:custGeom>
              <a:avLst/>
              <a:pathLst>
                <a:path w="183798" h="182921">
                  <a:moveTo>
                    <a:pt x="182879" y="182879"/>
                  </a:moveTo>
                  <a:lnTo>
                    <a:pt x="182950" y="182658"/>
                  </a:lnTo>
                  <a:lnTo>
                    <a:pt x="182992" y="182473"/>
                  </a:lnTo>
                  <a:lnTo>
                    <a:pt x="183619" y="182489"/>
                  </a:lnTo>
                  <a:lnTo>
                    <a:pt x="183662" y="182617"/>
                  </a:lnTo>
                  <a:lnTo>
                    <a:pt x="183798" y="18292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4466384" y="5483095"/>
              <a:ext cx="182879" cy="183603"/>
            </a:xfrm>
            <a:custGeom>
              <a:avLst/>
              <a:pathLst>
                <a:path w="182879" h="183603">
                  <a:moveTo>
                    <a:pt x="182879" y="182879"/>
                  </a:moveTo>
                  <a:lnTo>
                    <a:pt x="182785" y="183191"/>
                  </a:lnTo>
                  <a:lnTo>
                    <a:pt x="182557" y="183558"/>
                  </a:lnTo>
                  <a:lnTo>
                    <a:pt x="182190" y="183603"/>
                  </a:lnTo>
                  <a:lnTo>
                    <a:pt x="182266" y="183467"/>
                  </a:lnTo>
                  <a:lnTo>
                    <a:pt x="182665" y="182907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4468908" y="5483529"/>
              <a:ext cx="183539" cy="182966"/>
            </a:xfrm>
            <a:custGeom>
              <a:avLst/>
              <a:pathLst>
                <a:path w="183539" h="182966">
                  <a:moveTo>
                    <a:pt x="182879" y="182879"/>
                  </a:moveTo>
                  <a:lnTo>
                    <a:pt x="182652" y="182966"/>
                  </a:lnTo>
                  <a:lnTo>
                    <a:pt x="182658" y="182791"/>
                  </a:lnTo>
                  <a:lnTo>
                    <a:pt x="182968" y="182500"/>
                  </a:lnTo>
                  <a:lnTo>
                    <a:pt x="183539" y="182328"/>
                  </a:lnTo>
                  <a:lnTo>
                    <a:pt x="183225" y="18260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4468477" y="5460209"/>
              <a:ext cx="183731" cy="185475"/>
            </a:xfrm>
            <a:custGeom>
              <a:avLst/>
              <a:pathLst>
                <a:path w="183731" h="185475">
                  <a:moveTo>
                    <a:pt x="182879" y="182879"/>
                  </a:moveTo>
                  <a:lnTo>
                    <a:pt x="183194" y="183635"/>
                  </a:lnTo>
                  <a:lnTo>
                    <a:pt x="183308" y="183801"/>
                  </a:lnTo>
                  <a:lnTo>
                    <a:pt x="183660" y="183666"/>
                  </a:lnTo>
                  <a:lnTo>
                    <a:pt x="183731" y="184594"/>
                  </a:lnTo>
                  <a:lnTo>
                    <a:pt x="183705" y="184773"/>
                  </a:lnTo>
                  <a:lnTo>
                    <a:pt x="183345" y="185114"/>
                  </a:lnTo>
                  <a:lnTo>
                    <a:pt x="183186" y="185225"/>
                  </a:lnTo>
                  <a:lnTo>
                    <a:pt x="182425" y="185266"/>
                  </a:lnTo>
                  <a:lnTo>
                    <a:pt x="182170" y="185210"/>
                  </a:lnTo>
                  <a:lnTo>
                    <a:pt x="181840" y="185164"/>
                  </a:lnTo>
                  <a:lnTo>
                    <a:pt x="181268" y="185180"/>
                  </a:lnTo>
                  <a:lnTo>
                    <a:pt x="180798" y="185276"/>
                  </a:lnTo>
                  <a:lnTo>
                    <a:pt x="180442" y="185385"/>
                  </a:lnTo>
                  <a:lnTo>
                    <a:pt x="180057" y="185475"/>
                  </a:lnTo>
                  <a:lnTo>
                    <a:pt x="179782" y="185360"/>
                  </a:lnTo>
                  <a:lnTo>
                    <a:pt x="179359" y="184871"/>
                  </a:lnTo>
                  <a:lnTo>
                    <a:pt x="179226" y="184689"/>
                  </a:lnTo>
                  <a:lnTo>
                    <a:pt x="179048" y="184524"/>
                  </a:lnTo>
                  <a:lnTo>
                    <a:pt x="178883" y="184266"/>
                  </a:lnTo>
                  <a:lnTo>
                    <a:pt x="178485" y="184071"/>
                  </a:lnTo>
                  <a:lnTo>
                    <a:pt x="179252" y="182900"/>
                  </a:lnTo>
                  <a:lnTo>
                    <a:pt x="179721" y="182277"/>
                  </a:lnTo>
                  <a:lnTo>
                    <a:pt x="179974" y="182078"/>
                  </a:lnTo>
                  <a:lnTo>
                    <a:pt x="180849" y="181688"/>
                  </a:lnTo>
                  <a:lnTo>
                    <a:pt x="180940" y="181497"/>
                  </a:lnTo>
                  <a:lnTo>
                    <a:pt x="181320" y="181727"/>
                  </a:lnTo>
                  <a:lnTo>
                    <a:pt x="181616" y="181974"/>
                  </a:lnTo>
                  <a:lnTo>
                    <a:pt x="182635" y="182271"/>
                  </a:lnTo>
                  <a:lnTo>
                    <a:pt x="182995" y="182544"/>
                  </a:lnTo>
                  <a:lnTo>
                    <a:pt x="183077" y="182679"/>
                  </a:lnTo>
                  <a:lnTo>
                    <a:pt x="182912" y="182702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4468531" y="5459341"/>
              <a:ext cx="183373" cy="183339"/>
            </a:xfrm>
            <a:custGeom>
              <a:avLst/>
              <a:pathLst>
                <a:path w="183373" h="183339">
                  <a:moveTo>
                    <a:pt x="182879" y="182879"/>
                  </a:moveTo>
                  <a:lnTo>
                    <a:pt x="183373" y="182944"/>
                  </a:lnTo>
                  <a:lnTo>
                    <a:pt x="183153" y="183339"/>
                  </a:lnTo>
                  <a:lnTo>
                    <a:pt x="183001" y="183227"/>
                  </a:lnTo>
                  <a:lnTo>
                    <a:pt x="182751" y="18298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469789" y="5457556"/>
              <a:ext cx="182879" cy="183937"/>
            </a:xfrm>
            <a:custGeom>
              <a:avLst/>
              <a:pathLst>
                <a:path w="182879" h="183937">
                  <a:moveTo>
                    <a:pt x="182879" y="182879"/>
                  </a:moveTo>
                  <a:lnTo>
                    <a:pt x="182648" y="182853"/>
                  </a:lnTo>
                  <a:lnTo>
                    <a:pt x="182479" y="183066"/>
                  </a:lnTo>
                  <a:lnTo>
                    <a:pt x="182365" y="183350"/>
                  </a:lnTo>
                  <a:lnTo>
                    <a:pt x="182472" y="183731"/>
                  </a:lnTo>
                  <a:lnTo>
                    <a:pt x="182454" y="183937"/>
                  </a:lnTo>
                  <a:lnTo>
                    <a:pt x="181714" y="183739"/>
                  </a:lnTo>
                  <a:lnTo>
                    <a:pt x="180992" y="183564"/>
                  </a:lnTo>
                  <a:lnTo>
                    <a:pt x="180725" y="183430"/>
                  </a:lnTo>
                  <a:lnTo>
                    <a:pt x="180602" y="183223"/>
                  </a:lnTo>
                  <a:lnTo>
                    <a:pt x="180438" y="183079"/>
                  </a:lnTo>
                  <a:lnTo>
                    <a:pt x="180171" y="182874"/>
                  </a:lnTo>
                  <a:lnTo>
                    <a:pt x="180136" y="182745"/>
                  </a:lnTo>
                  <a:lnTo>
                    <a:pt x="180195" y="182272"/>
                  </a:lnTo>
                  <a:lnTo>
                    <a:pt x="180282" y="181928"/>
                  </a:lnTo>
                  <a:lnTo>
                    <a:pt x="180627" y="181875"/>
                  </a:lnTo>
                  <a:lnTo>
                    <a:pt x="180939" y="181886"/>
                  </a:lnTo>
                  <a:lnTo>
                    <a:pt x="181424" y="182039"/>
                  </a:lnTo>
                  <a:lnTo>
                    <a:pt x="181426" y="182167"/>
                  </a:lnTo>
                  <a:lnTo>
                    <a:pt x="181549" y="182371"/>
                  </a:lnTo>
                  <a:lnTo>
                    <a:pt x="181857" y="182669"/>
                  </a:lnTo>
                  <a:lnTo>
                    <a:pt x="182016" y="182755"/>
                  </a:lnTo>
                  <a:lnTo>
                    <a:pt x="182158" y="182665"/>
                  </a:lnTo>
                  <a:lnTo>
                    <a:pt x="182406" y="182654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468852" y="5427365"/>
              <a:ext cx="183784" cy="183554"/>
            </a:xfrm>
            <a:custGeom>
              <a:avLst/>
              <a:pathLst>
                <a:path w="183784" h="183554">
                  <a:moveTo>
                    <a:pt x="182879" y="182879"/>
                  </a:moveTo>
                  <a:lnTo>
                    <a:pt x="183126" y="182827"/>
                  </a:lnTo>
                  <a:lnTo>
                    <a:pt x="183526" y="182793"/>
                  </a:lnTo>
                  <a:lnTo>
                    <a:pt x="183626" y="183010"/>
                  </a:lnTo>
                  <a:lnTo>
                    <a:pt x="183363" y="183554"/>
                  </a:lnTo>
                  <a:lnTo>
                    <a:pt x="182905" y="183415"/>
                  </a:lnTo>
                  <a:lnTo>
                    <a:pt x="182519" y="183228"/>
                  </a:lnTo>
                  <a:lnTo>
                    <a:pt x="182478" y="183086"/>
                  </a:lnTo>
                  <a:lnTo>
                    <a:pt x="182387" y="183067"/>
                  </a:lnTo>
                  <a:lnTo>
                    <a:pt x="182302" y="183457"/>
                  </a:lnTo>
                  <a:lnTo>
                    <a:pt x="182236" y="183259"/>
                  </a:lnTo>
                  <a:lnTo>
                    <a:pt x="182205" y="182963"/>
                  </a:lnTo>
                  <a:lnTo>
                    <a:pt x="182399" y="182764"/>
                  </a:lnTo>
                  <a:lnTo>
                    <a:pt x="182451" y="182590"/>
                  </a:lnTo>
                  <a:lnTo>
                    <a:pt x="182659" y="182384"/>
                  </a:lnTo>
                  <a:lnTo>
                    <a:pt x="183164" y="182063"/>
                  </a:lnTo>
                  <a:lnTo>
                    <a:pt x="183427" y="182244"/>
                  </a:lnTo>
                  <a:lnTo>
                    <a:pt x="183784" y="182519"/>
                  </a:lnTo>
                  <a:lnTo>
                    <a:pt x="183444" y="18266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469164" y="5426229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469431" y="5425500"/>
              <a:ext cx="182879" cy="183033"/>
            </a:xfrm>
            <a:custGeom>
              <a:avLst/>
              <a:pathLst>
                <a:path w="182879" h="183033">
                  <a:moveTo>
                    <a:pt x="182879" y="182879"/>
                  </a:moveTo>
                  <a:lnTo>
                    <a:pt x="182746" y="183026"/>
                  </a:lnTo>
                  <a:lnTo>
                    <a:pt x="182435" y="183033"/>
                  </a:lnTo>
                  <a:lnTo>
                    <a:pt x="182386" y="18275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467075" y="5424942"/>
              <a:ext cx="182984" cy="183464"/>
            </a:xfrm>
            <a:custGeom>
              <a:avLst/>
              <a:pathLst>
                <a:path w="182984" h="183464">
                  <a:moveTo>
                    <a:pt x="182879" y="182879"/>
                  </a:moveTo>
                  <a:lnTo>
                    <a:pt x="182449" y="183411"/>
                  </a:lnTo>
                  <a:lnTo>
                    <a:pt x="182220" y="183464"/>
                  </a:lnTo>
                  <a:lnTo>
                    <a:pt x="182050" y="183435"/>
                  </a:lnTo>
                  <a:lnTo>
                    <a:pt x="181824" y="183276"/>
                  </a:lnTo>
                  <a:lnTo>
                    <a:pt x="181849" y="183105"/>
                  </a:lnTo>
                  <a:lnTo>
                    <a:pt x="182027" y="182881"/>
                  </a:lnTo>
                  <a:lnTo>
                    <a:pt x="182117" y="182674"/>
                  </a:lnTo>
                  <a:lnTo>
                    <a:pt x="182243" y="182179"/>
                  </a:lnTo>
                  <a:lnTo>
                    <a:pt x="182302" y="181934"/>
                  </a:lnTo>
                  <a:lnTo>
                    <a:pt x="182494" y="181890"/>
                  </a:lnTo>
                  <a:lnTo>
                    <a:pt x="182984" y="182373"/>
                  </a:lnTo>
                  <a:lnTo>
                    <a:pt x="182915" y="18268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474480" y="5503311"/>
              <a:ext cx="183100" cy="183511"/>
            </a:xfrm>
            <a:custGeom>
              <a:avLst/>
              <a:pathLst>
                <a:path w="183100" h="183511">
                  <a:moveTo>
                    <a:pt x="182879" y="182879"/>
                  </a:moveTo>
                  <a:lnTo>
                    <a:pt x="183060" y="183087"/>
                  </a:lnTo>
                  <a:lnTo>
                    <a:pt x="183100" y="183361"/>
                  </a:lnTo>
                  <a:lnTo>
                    <a:pt x="182784" y="183511"/>
                  </a:lnTo>
                  <a:lnTo>
                    <a:pt x="182690" y="18302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471404" y="5501891"/>
              <a:ext cx="183135" cy="183964"/>
            </a:xfrm>
            <a:custGeom>
              <a:avLst/>
              <a:pathLst>
                <a:path w="183135" h="183964">
                  <a:moveTo>
                    <a:pt x="182879" y="182879"/>
                  </a:moveTo>
                  <a:lnTo>
                    <a:pt x="182898" y="183023"/>
                  </a:lnTo>
                  <a:lnTo>
                    <a:pt x="182991" y="183247"/>
                  </a:lnTo>
                  <a:lnTo>
                    <a:pt x="183135" y="183403"/>
                  </a:lnTo>
                  <a:lnTo>
                    <a:pt x="183129" y="183684"/>
                  </a:lnTo>
                  <a:lnTo>
                    <a:pt x="182662" y="183917"/>
                  </a:lnTo>
                  <a:lnTo>
                    <a:pt x="182467" y="183964"/>
                  </a:lnTo>
                  <a:lnTo>
                    <a:pt x="182735" y="183406"/>
                  </a:lnTo>
                  <a:lnTo>
                    <a:pt x="182461" y="183304"/>
                  </a:lnTo>
                  <a:lnTo>
                    <a:pt x="182430" y="183157"/>
                  </a:lnTo>
                  <a:lnTo>
                    <a:pt x="182692" y="182508"/>
                  </a:lnTo>
                  <a:lnTo>
                    <a:pt x="183134" y="182312"/>
                  </a:lnTo>
                  <a:lnTo>
                    <a:pt x="182918" y="182674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472699" y="5499580"/>
              <a:ext cx="183375" cy="183765"/>
            </a:xfrm>
            <a:custGeom>
              <a:avLst/>
              <a:pathLst>
                <a:path w="183375" h="183765">
                  <a:moveTo>
                    <a:pt x="182879" y="182879"/>
                  </a:moveTo>
                  <a:lnTo>
                    <a:pt x="183285" y="183155"/>
                  </a:lnTo>
                  <a:lnTo>
                    <a:pt x="183375" y="183361"/>
                  </a:lnTo>
                  <a:lnTo>
                    <a:pt x="183019" y="183553"/>
                  </a:lnTo>
                  <a:lnTo>
                    <a:pt x="182657" y="183681"/>
                  </a:lnTo>
                  <a:lnTo>
                    <a:pt x="181972" y="183765"/>
                  </a:lnTo>
                  <a:lnTo>
                    <a:pt x="181727" y="183584"/>
                  </a:lnTo>
                  <a:lnTo>
                    <a:pt x="181657" y="183117"/>
                  </a:lnTo>
                  <a:lnTo>
                    <a:pt x="181862" y="183150"/>
                  </a:lnTo>
                  <a:lnTo>
                    <a:pt x="182023" y="182726"/>
                  </a:lnTo>
                  <a:lnTo>
                    <a:pt x="182483" y="182926"/>
                  </a:lnTo>
                  <a:lnTo>
                    <a:pt x="182876" y="182512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4469708" y="5496933"/>
              <a:ext cx="183272" cy="183731"/>
            </a:xfrm>
            <a:custGeom>
              <a:avLst/>
              <a:pathLst>
                <a:path w="183272" h="183731">
                  <a:moveTo>
                    <a:pt x="182879" y="182879"/>
                  </a:moveTo>
                  <a:lnTo>
                    <a:pt x="182946" y="182582"/>
                  </a:lnTo>
                  <a:lnTo>
                    <a:pt x="183272" y="182676"/>
                  </a:lnTo>
                  <a:lnTo>
                    <a:pt x="183158" y="183268"/>
                  </a:lnTo>
                  <a:lnTo>
                    <a:pt x="183203" y="183599"/>
                  </a:lnTo>
                  <a:lnTo>
                    <a:pt x="182998" y="183731"/>
                  </a:lnTo>
                  <a:lnTo>
                    <a:pt x="182882" y="18354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4476634" y="5496137"/>
              <a:ext cx="183138" cy="182879"/>
            </a:xfrm>
            <a:custGeom>
              <a:avLst/>
              <a:pathLst>
                <a:path w="183138" h="182879">
                  <a:moveTo>
                    <a:pt x="182879" y="182879"/>
                  </a:moveTo>
                  <a:lnTo>
                    <a:pt x="182892" y="182442"/>
                  </a:lnTo>
                  <a:lnTo>
                    <a:pt x="183138" y="18287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4475004" y="5485478"/>
              <a:ext cx="188370" cy="195732"/>
            </a:xfrm>
            <a:custGeom>
              <a:avLst/>
              <a:pathLst>
                <a:path w="188370" h="195732">
                  <a:moveTo>
                    <a:pt x="182879" y="182879"/>
                  </a:moveTo>
                  <a:lnTo>
                    <a:pt x="182977" y="183465"/>
                  </a:lnTo>
                  <a:lnTo>
                    <a:pt x="183574" y="184313"/>
                  </a:lnTo>
                  <a:lnTo>
                    <a:pt x="183732" y="184259"/>
                  </a:lnTo>
                  <a:lnTo>
                    <a:pt x="184131" y="183928"/>
                  </a:lnTo>
                  <a:lnTo>
                    <a:pt x="184267" y="183806"/>
                  </a:lnTo>
                  <a:lnTo>
                    <a:pt x="184509" y="183711"/>
                  </a:lnTo>
                  <a:lnTo>
                    <a:pt x="184781" y="183774"/>
                  </a:lnTo>
                  <a:lnTo>
                    <a:pt x="184964" y="184126"/>
                  </a:lnTo>
                  <a:lnTo>
                    <a:pt x="185796" y="184629"/>
                  </a:lnTo>
                  <a:lnTo>
                    <a:pt x="186052" y="184704"/>
                  </a:lnTo>
                  <a:lnTo>
                    <a:pt x="185900" y="185113"/>
                  </a:lnTo>
                  <a:lnTo>
                    <a:pt x="185575" y="185654"/>
                  </a:lnTo>
                  <a:lnTo>
                    <a:pt x="185319" y="185725"/>
                  </a:lnTo>
                  <a:lnTo>
                    <a:pt x="185670" y="186064"/>
                  </a:lnTo>
                  <a:lnTo>
                    <a:pt x="185983" y="186317"/>
                  </a:lnTo>
                  <a:lnTo>
                    <a:pt x="186482" y="186666"/>
                  </a:lnTo>
                  <a:lnTo>
                    <a:pt x="186871" y="186760"/>
                  </a:lnTo>
                  <a:lnTo>
                    <a:pt x="187324" y="186828"/>
                  </a:lnTo>
                  <a:lnTo>
                    <a:pt x="187613" y="186783"/>
                  </a:lnTo>
                  <a:lnTo>
                    <a:pt x="187901" y="186614"/>
                  </a:lnTo>
                  <a:lnTo>
                    <a:pt x="188370" y="186617"/>
                  </a:lnTo>
                  <a:lnTo>
                    <a:pt x="187818" y="187545"/>
                  </a:lnTo>
                  <a:lnTo>
                    <a:pt x="187568" y="187792"/>
                  </a:lnTo>
                  <a:lnTo>
                    <a:pt x="187197" y="188084"/>
                  </a:lnTo>
                  <a:lnTo>
                    <a:pt x="186887" y="188202"/>
                  </a:lnTo>
                  <a:lnTo>
                    <a:pt x="186979" y="187647"/>
                  </a:lnTo>
                  <a:lnTo>
                    <a:pt x="186730" y="187476"/>
                  </a:lnTo>
                  <a:lnTo>
                    <a:pt x="186322" y="187358"/>
                  </a:lnTo>
                  <a:lnTo>
                    <a:pt x="185813" y="187460"/>
                  </a:lnTo>
                  <a:lnTo>
                    <a:pt x="185650" y="187674"/>
                  </a:lnTo>
                  <a:lnTo>
                    <a:pt x="185479" y="187842"/>
                  </a:lnTo>
                  <a:lnTo>
                    <a:pt x="185144" y="187977"/>
                  </a:lnTo>
                  <a:lnTo>
                    <a:pt x="184840" y="187942"/>
                  </a:lnTo>
                  <a:lnTo>
                    <a:pt x="184636" y="188461"/>
                  </a:lnTo>
                  <a:lnTo>
                    <a:pt x="184516" y="188814"/>
                  </a:lnTo>
                  <a:lnTo>
                    <a:pt x="184563" y="189206"/>
                  </a:lnTo>
                  <a:lnTo>
                    <a:pt x="184610" y="189520"/>
                  </a:lnTo>
                  <a:lnTo>
                    <a:pt x="184521" y="189822"/>
                  </a:lnTo>
                  <a:lnTo>
                    <a:pt x="184779" y="190530"/>
                  </a:lnTo>
                  <a:lnTo>
                    <a:pt x="185218" y="190520"/>
                  </a:lnTo>
                  <a:lnTo>
                    <a:pt x="185524" y="191224"/>
                  </a:lnTo>
                  <a:lnTo>
                    <a:pt x="185831" y="191255"/>
                  </a:lnTo>
                  <a:lnTo>
                    <a:pt x="186458" y="191102"/>
                  </a:lnTo>
                  <a:lnTo>
                    <a:pt x="186711" y="191172"/>
                  </a:lnTo>
                  <a:lnTo>
                    <a:pt x="187112" y="191106"/>
                  </a:lnTo>
                  <a:lnTo>
                    <a:pt x="187143" y="191686"/>
                  </a:lnTo>
                  <a:lnTo>
                    <a:pt x="186940" y="192005"/>
                  </a:lnTo>
                  <a:lnTo>
                    <a:pt x="186839" y="192287"/>
                  </a:lnTo>
                  <a:lnTo>
                    <a:pt x="186776" y="192560"/>
                  </a:lnTo>
                  <a:lnTo>
                    <a:pt x="186533" y="192547"/>
                  </a:lnTo>
                  <a:lnTo>
                    <a:pt x="186399" y="192507"/>
                  </a:lnTo>
                  <a:lnTo>
                    <a:pt x="186418" y="192344"/>
                  </a:lnTo>
                  <a:lnTo>
                    <a:pt x="186364" y="192032"/>
                  </a:lnTo>
                  <a:lnTo>
                    <a:pt x="186148" y="191838"/>
                  </a:lnTo>
                  <a:lnTo>
                    <a:pt x="185767" y="191715"/>
                  </a:lnTo>
                  <a:lnTo>
                    <a:pt x="185357" y="191731"/>
                  </a:lnTo>
                  <a:lnTo>
                    <a:pt x="185027" y="191920"/>
                  </a:lnTo>
                  <a:lnTo>
                    <a:pt x="184863" y="192105"/>
                  </a:lnTo>
                  <a:lnTo>
                    <a:pt x="184732" y="192218"/>
                  </a:lnTo>
                  <a:lnTo>
                    <a:pt x="184393" y="192334"/>
                  </a:lnTo>
                  <a:lnTo>
                    <a:pt x="184075" y="192422"/>
                  </a:lnTo>
                  <a:lnTo>
                    <a:pt x="183852" y="192459"/>
                  </a:lnTo>
                  <a:lnTo>
                    <a:pt x="183177" y="193082"/>
                  </a:lnTo>
                  <a:lnTo>
                    <a:pt x="182353" y="193406"/>
                  </a:lnTo>
                  <a:lnTo>
                    <a:pt x="181920" y="194081"/>
                  </a:lnTo>
                  <a:lnTo>
                    <a:pt x="181911" y="194229"/>
                  </a:lnTo>
                  <a:lnTo>
                    <a:pt x="182025" y="194635"/>
                  </a:lnTo>
                  <a:lnTo>
                    <a:pt x="182460" y="194913"/>
                  </a:lnTo>
                  <a:lnTo>
                    <a:pt x="182547" y="194650"/>
                  </a:lnTo>
                  <a:lnTo>
                    <a:pt x="182828" y="194600"/>
                  </a:lnTo>
                  <a:lnTo>
                    <a:pt x="183225" y="194800"/>
                  </a:lnTo>
                  <a:lnTo>
                    <a:pt x="183297" y="195043"/>
                  </a:lnTo>
                  <a:lnTo>
                    <a:pt x="183022" y="195305"/>
                  </a:lnTo>
                  <a:lnTo>
                    <a:pt x="182985" y="195465"/>
                  </a:lnTo>
                  <a:lnTo>
                    <a:pt x="182861" y="195732"/>
                  </a:lnTo>
                  <a:lnTo>
                    <a:pt x="182727" y="195732"/>
                  </a:lnTo>
                  <a:lnTo>
                    <a:pt x="181862" y="195333"/>
                  </a:lnTo>
                  <a:lnTo>
                    <a:pt x="181637" y="195108"/>
                  </a:lnTo>
                  <a:lnTo>
                    <a:pt x="181585" y="194846"/>
                  </a:lnTo>
                  <a:lnTo>
                    <a:pt x="181299" y="194586"/>
                  </a:lnTo>
                  <a:lnTo>
                    <a:pt x="181142" y="194523"/>
                  </a:lnTo>
                  <a:lnTo>
                    <a:pt x="180231" y="194201"/>
                  </a:lnTo>
                  <a:lnTo>
                    <a:pt x="180169" y="194067"/>
                  </a:lnTo>
                  <a:lnTo>
                    <a:pt x="179944" y="193860"/>
                  </a:lnTo>
                  <a:lnTo>
                    <a:pt x="179727" y="193164"/>
                  </a:lnTo>
                  <a:lnTo>
                    <a:pt x="179943" y="193039"/>
                  </a:lnTo>
                  <a:lnTo>
                    <a:pt x="179574" y="192730"/>
                  </a:lnTo>
                  <a:lnTo>
                    <a:pt x="179362" y="192974"/>
                  </a:lnTo>
                  <a:lnTo>
                    <a:pt x="179217" y="193250"/>
                  </a:lnTo>
                  <a:lnTo>
                    <a:pt x="178579" y="192953"/>
                  </a:lnTo>
                  <a:lnTo>
                    <a:pt x="178412" y="191686"/>
                  </a:lnTo>
                  <a:lnTo>
                    <a:pt x="178294" y="191556"/>
                  </a:lnTo>
                  <a:lnTo>
                    <a:pt x="178348" y="191326"/>
                  </a:lnTo>
                  <a:lnTo>
                    <a:pt x="178489" y="191044"/>
                  </a:lnTo>
                  <a:lnTo>
                    <a:pt x="178641" y="190682"/>
                  </a:lnTo>
                  <a:lnTo>
                    <a:pt x="178506" y="190300"/>
                  </a:lnTo>
                  <a:lnTo>
                    <a:pt x="178781" y="190081"/>
                  </a:lnTo>
                  <a:lnTo>
                    <a:pt x="179236" y="190085"/>
                  </a:lnTo>
                  <a:lnTo>
                    <a:pt x="179400" y="190027"/>
                  </a:lnTo>
                  <a:lnTo>
                    <a:pt x="179412" y="189856"/>
                  </a:lnTo>
                  <a:lnTo>
                    <a:pt x="179400" y="189507"/>
                  </a:lnTo>
                  <a:lnTo>
                    <a:pt x="179688" y="189483"/>
                  </a:lnTo>
                  <a:lnTo>
                    <a:pt x="179963" y="189526"/>
                  </a:lnTo>
                  <a:lnTo>
                    <a:pt x="180144" y="189770"/>
                  </a:lnTo>
                  <a:lnTo>
                    <a:pt x="180730" y="189493"/>
                  </a:lnTo>
                  <a:lnTo>
                    <a:pt x="181523" y="189743"/>
                  </a:lnTo>
                  <a:lnTo>
                    <a:pt x="181528" y="189559"/>
                  </a:lnTo>
                  <a:lnTo>
                    <a:pt x="181532" y="189417"/>
                  </a:lnTo>
                  <a:lnTo>
                    <a:pt x="181227" y="189314"/>
                  </a:lnTo>
                  <a:lnTo>
                    <a:pt x="180969" y="189284"/>
                  </a:lnTo>
                  <a:lnTo>
                    <a:pt x="180800" y="189265"/>
                  </a:lnTo>
                  <a:lnTo>
                    <a:pt x="180665" y="189221"/>
                  </a:lnTo>
                  <a:lnTo>
                    <a:pt x="180061" y="188851"/>
                  </a:lnTo>
                  <a:lnTo>
                    <a:pt x="180228" y="188407"/>
                  </a:lnTo>
                  <a:lnTo>
                    <a:pt x="180251" y="187520"/>
                  </a:lnTo>
                  <a:lnTo>
                    <a:pt x="180221" y="187136"/>
                  </a:lnTo>
                  <a:lnTo>
                    <a:pt x="180043" y="186621"/>
                  </a:lnTo>
                  <a:lnTo>
                    <a:pt x="179849" y="186150"/>
                  </a:lnTo>
                  <a:lnTo>
                    <a:pt x="179625" y="185950"/>
                  </a:lnTo>
                  <a:lnTo>
                    <a:pt x="179463" y="185839"/>
                  </a:lnTo>
                  <a:lnTo>
                    <a:pt x="179238" y="185820"/>
                  </a:lnTo>
                  <a:lnTo>
                    <a:pt x="179044" y="185588"/>
                  </a:lnTo>
                  <a:lnTo>
                    <a:pt x="179122" y="185390"/>
                  </a:lnTo>
                  <a:lnTo>
                    <a:pt x="178945" y="184704"/>
                  </a:lnTo>
                  <a:lnTo>
                    <a:pt x="179211" y="184635"/>
                  </a:lnTo>
                  <a:lnTo>
                    <a:pt x="179616" y="183713"/>
                  </a:lnTo>
                  <a:lnTo>
                    <a:pt x="180085" y="183443"/>
                  </a:lnTo>
                  <a:lnTo>
                    <a:pt x="180222" y="183772"/>
                  </a:lnTo>
                  <a:lnTo>
                    <a:pt x="180490" y="183566"/>
                  </a:lnTo>
                  <a:lnTo>
                    <a:pt x="180700" y="183166"/>
                  </a:lnTo>
                  <a:lnTo>
                    <a:pt x="180730" y="182980"/>
                  </a:lnTo>
                  <a:lnTo>
                    <a:pt x="181332" y="182348"/>
                  </a:lnTo>
                  <a:lnTo>
                    <a:pt x="181472" y="182528"/>
                  </a:lnTo>
                  <a:lnTo>
                    <a:pt x="181510" y="182836"/>
                  </a:lnTo>
                  <a:lnTo>
                    <a:pt x="181701" y="183239"/>
                  </a:lnTo>
                  <a:lnTo>
                    <a:pt x="181835" y="182980"/>
                  </a:lnTo>
                  <a:lnTo>
                    <a:pt x="181738" y="182652"/>
                  </a:lnTo>
                  <a:lnTo>
                    <a:pt x="181856" y="182361"/>
                  </a:lnTo>
                  <a:lnTo>
                    <a:pt x="182129" y="182054"/>
                  </a:lnTo>
                  <a:lnTo>
                    <a:pt x="182498" y="181708"/>
                  </a:lnTo>
                  <a:lnTo>
                    <a:pt x="182659" y="181633"/>
                  </a:lnTo>
                  <a:lnTo>
                    <a:pt x="183779" y="181404"/>
                  </a:lnTo>
                  <a:lnTo>
                    <a:pt x="183315" y="182048"/>
                  </a:lnTo>
                  <a:lnTo>
                    <a:pt x="183019" y="182290"/>
                  </a:lnTo>
                  <a:lnTo>
                    <a:pt x="182901" y="182486"/>
                  </a:lnTo>
                  <a:lnTo>
                    <a:pt x="182878" y="18272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4480282" y="5488104"/>
              <a:ext cx="183869" cy="182985"/>
            </a:xfrm>
            <a:custGeom>
              <a:avLst/>
              <a:pathLst>
                <a:path w="183869" h="182985">
                  <a:moveTo>
                    <a:pt x="182879" y="182879"/>
                  </a:moveTo>
                  <a:lnTo>
                    <a:pt x="182417" y="182660"/>
                  </a:lnTo>
                  <a:lnTo>
                    <a:pt x="182404" y="182464"/>
                  </a:lnTo>
                  <a:lnTo>
                    <a:pt x="182470" y="181770"/>
                  </a:lnTo>
                  <a:lnTo>
                    <a:pt x="182764" y="181922"/>
                  </a:lnTo>
                  <a:lnTo>
                    <a:pt x="183100" y="182122"/>
                  </a:lnTo>
                  <a:lnTo>
                    <a:pt x="183306" y="182065"/>
                  </a:lnTo>
                  <a:lnTo>
                    <a:pt x="183353" y="182462"/>
                  </a:lnTo>
                  <a:lnTo>
                    <a:pt x="183547" y="182410"/>
                  </a:lnTo>
                  <a:lnTo>
                    <a:pt x="183510" y="182183"/>
                  </a:lnTo>
                  <a:lnTo>
                    <a:pt x="183450" y="182008"/>
                  </a:lnTo>
                  <a:lnTo>
                    <a:pt x="183453" y="181876"/>
                  </a:lnTo>
                  <a:lnTo>
                    <a:pt x="183622" y="181759"/>
                  </a:lnTo>
                  <a:lnTo>
                    <a:pt x="183807" y="182424"/>
                  </a:lnTo>
                  <a:lnTo>
                    <a:pt x="183869" y="182757"/>
                  </a:lnTo>
                  <a:lnTo>
                    <a:pt x="183765" y="182890"/>
                  </a:lnTo>
                  <a:lnTo>
                    <a:pt x="183603" y="182985"/>
                  </a:lnTo>
                  <a:lnTo>
                    <a:pt x="183154" y="18283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4471918" y="5485231"/>
              <a:ext cx="183469" cy="183108"/>
            </a:xfrm>
            <a:custGeom>
              <a:avLst/>
              <a:pathLst>
                <a:path w="183469" h="183108">
                  <a:moveTo>
                    <a:pt x="182879" y="182879"/>
                  </a:moveTo>
                  <a:lnTo>
                    <a:pt x="182538" y="182738"/>
                  </a:lnTo>
                  <a:lnTo>
                    <a:pt x="182293" y="182925"/>
                  </a:lnTo>
                  <a:lnTo>
                    <a:pt x="182005" y="182983"/>
                  </a:lnTo>
                  <a:lnTo>
                    <a:pt x="181664" y="183108"/>
                  </a:lnTo>
                  <a:lnTo>
                    <a:pt x="181424" y="182906"/>
                  </a:lnTo>
                  <a:lnTo>
                    <a:pt x="181174" y="183087"/>
                  </a:lnTo>
                  <a:lnTo>
                    <a:pt x="181120" y="182887"/>
                  </a:lnTo>
                  <a:lnTo>
                    <a:pt x="180780" y="182422"/>
                  </a:lnTo>
                  <a:lnTo>
                    <a:pt x="180950" y="182150"/>
                  </a:lnTo>
                  <a:lnTo>
                    <a:pt x="181486" y="181970"/>
                  </a:lnTo>
                  <a:lnTo>
                    <a:pt x="181494" y="182382"/>
                  </a:lnTo>
                  <a:lnTo>
                    <a:pt x="181784" y="182387"/>
                  </a:lnTo>
                  <a:lnTo>
                    <a:pt x="181975" y="182212"/>
                  </a:lnTo>
                  <a:lnTo>
                    <a:pt x="182173" y="182096"/>
                  </a:lnTo>
                  <a:lnTo>
                    <a:pt x="182549" y="181990"/>
                  </a:lnTo>
                  <a:lnTo>
                    <a:pt x="182689" y="181992"/>
                  </a:lnTo>
                  <a:lnTo>
                    <a:pt x="182916" y="181892"/>
                  </a:lnTo>
                  <a:lnTo>
                    <a:pt x="183073" y="181719"/>
                  </a:lnTo>
                  <a:lnTo>
                    <a:pt x="183161" y="181586"/>
                  </a:lnTo>
                  <a:lnTo>
                    <a:pt x="183410" y="181699"/>
                  </a:lnTo>
                  <a:lnTo>
                    <a:pt x="183335" y="182071"/>
                  </a:lnTo>
                  <a:lnTo>
                    <a:pt x="183446" y="182329"/>
                  </a:lnTo>
                  <a:lnTo>
                    <a:pt x="183469" y="182522"/>
                  </a:lnTo>
                  <a:lnTo>
                    <a:pt x="183464" y="18279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4470231" y="5478359"/>
              <a:ext cx="183366" cy="183429"/>
            </a:xfrm>
            <a:custGeom>
              <a:avLst/>
              <a:pathLst>
                <a:path w="183366" h="183429">
                  <a:moveTo>
                    <a:pt x="182879" y="182879"/>
                  </a:moveTo>
                  <a:lnTo>
                    <a:pt x="183217" y="182967"/>
                  </a:lnTo>
                  <a:lnTo>
                    <a:pt x="183366" y="183053"/>
                  </a:lnTo>
                  <a:lnTo>
                    <a:pt x="183237" y="183429"/>
                  </a:lnTo>
                  <a:lnTo>
                    <a:pt x="183092" y="183425"/>
                  </a:lnTo>
                  <a:lnTo>
                    <a:pt x="182901" y="183354"/>
                  </a:lnTo>
                  <a:lnTo>
                    <a:pt x="182807" y="183216"/>
                  </a:lnTo>
                  <a:lnTo>
                    <a:pt x="182762" y="183014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4485355" y="5467741"/>
              <a:ext cx="182879" cy="183781"/>
            </a:xfrm>
            <a:custGeom>
              <a:avLst/>
              <a:pathLst>
                <a:path w="182879" h="183781">
                  <a:moveTo>
                    <a:pt x="182879" y="182879"/>
                  </a:moveTo>
                  <a:lnTo>
                    <a:pt x="182670" y="183197"/>
                  </a:lnTo>
                  <a:lnTo>
                    <a:pt x="182271" y="183564"/>
                  </a:lnTo>
                  <a:lnTo>
                    <a:pt x="181579" y="183781"/>
                  </a:lnTo>
                  <a:lnTo>
                    <a:pt x="182027" y="183117"/>
                  </a:lnTo>
                  <a:lnTo>
                    <a:pt x="182079" y="182881"/>
                  </a:lnTo>
                  <a:lnTo>
                    <a:pt x="182389" y="182682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4482456" y="5467000"/>
              <a:ext cx="183900" cy="183607"/>
            </a:xfrm>
            <a:custGeom>
              <a:avLst/>
              <a:pathLst>
                <a:path w="183900" h="183607">
                  <a:moveTo>
                    <a:pt x="182879" y="182879"/>
                  </a:moveTo>
                  <a:lnTo>
                    <a:pt x="183286" y="182879"/>
                  </a:lnTo>
                  <a:lnTo>
                    <a:pt x="183438" y="182900"/>
                  </a:lnTo>
                  <a:lnTo>
                    <a:pt x="183900" y="182993"/>
                  </a:lnTo>
                  <a:lnTo>
                    <a:pt x="183578" y="183317"/>
                  </a:lnTo>
                  <a:lnTo>
                    <a:pt x="183209" y="183607"/>
                  </a:lnTo>
                  <a:lnTo>
                    <a:pt x="182953" y="18332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4470314" y="5458993"/>
              <a:ext cx="183295" cy="183587"/>
            </a:xfrm>
            <a:custGeom>
              <a:avLst/>
              <a:pathLst>
                <a:path w="183295" h="183587">
                  <a:moveTo>
                    <a:pt x="182879" y="182879"/>
                  </a:moveTo>
                  <a:lnTo>
                    <a:pt x="182962" y="183118"/>
                  </a:lnTo>
                  <a:lnTo>
                    <a:pt x="182840" y="183587"/>
                  </a:lnTo>
                  <a:lnTo>
                    <a:pt x="182866" y="183373"/>
                  </a:lnTo>
                  <a:lnTo>
                    <a:pt x="182755" y="183058"/>
                  </a:lnTo>
                  <a:lnTo>
                    <a:pt x="182246" y="182679"/>
                  </a:lnTo>
                  <a:lnTo>
                    <a:pt x="182291" y="182473"/>
                  </a:lnTo>
                  <a:lnTo>
                    <a:pt x="182981" y="182045"/>
                  </a:lnTo>
                  <a:lnTo>
                    <a:pt x="183295" y="182198"/>
                  </a:lnTo>
                  <a:lnTo>
                    <a:pt x="183287" y="182485"/>
                  </a:lnTo>
                  <a:lnTo>
                    <a:pt x="183005" y="182550"/>
                  </a:lnTo>
                  <a:lnTo>
                    <a:pt x="182906" y="18272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4482869" y="5457475"/>
              <a:ext cx="184287" cy="183765"/>
            </a:xfrm>
            <a:custGeom>
              <a:avLst/>
              <a:pathLst>
                <a:path w="184287" h="183765">
                  <a:moveTo>
                    <a:pt x="182879" y="182879"/>
                  </a:moveTo>
                  <a:lnTo>
                    <a:pt x="182967" y="183063"/>
                  </a:lnTo>
                  <a:lnTo>
                    <a:pt x="183265" y="182850"/>
                  </a:lnTo>
                  <a:lnTo>
                    <a:pt x="183262" y="182703"/>
                  </a:lnTo>
                  <a:lnTo>
                    <a:pt x="183276" y="182517"/>
                  </a:lnTo>
                  <a:lnTo>
                    <a:pt x="183627" y="182309"/>
                  </a:lnTo>
                  <a:lnTo>
                    <a:pt x="184071" y="182307"/>
                  </a:lnTo>
                  <a:lnTo>
                    <a:pt x="184287" y="182426"/>
                  </a:lnTo>
                  <a:lnTo>
                    <a:pt x="184151" y="182835"/>
                  </a:lnTo>
                  <a:lnTo>
                    <a:pt x="183942" y="183049"/>
                  </a:lnTo>
                  <a:lnTo>
                    <a:pt x="183194" y="183643"/>
                  </a:lnTo>
                  <a:lnTo>
                    <a:pt x="182823" y="183550"/>
                  </a:lnTo>
                  <a:lnTo>
                    <a:pt x="182169" y="183723"/>
                  </a:lnTo>
                  <a:lnTo>
                    <a:pt x="182001" y="183765"/>
                  </a:lnTo>
                  <a:lnTo>
                    <a:pt x="181629" y="183539"/>
                  </a:lnTo>
                  <a:lnTo>
                    <a:pt x="181709" y="183307"/>
                  </a:lnTo>
                  <a:lnTo>
                    <a:pt x="181921" y="183114"/>
                  </a:lnTo>
                  <a:lnTo>
                    <a:pt x="182035" y="182868"/>
                  </a:lnTo>
                  <a:lnTo>
                    <a:pt x="181925" y="182249"/>
                  </a:lnTo>
                  <a:lnTo>
                    <a:pt x="181981" y="181934"/>
                  </a:lnTo>
                  <a:lnTo>
                    <a:pt x="182131" y="181961"/>
                  </a:lnTo>
                  <a:lnTo>
                    <a:pt x="182443" y="182331"/>
                  </a:lnTo>
                  <a:lnTo>
                    <a:pt x="182436" y="18268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4486463" y="5453658"/>
              <a:ext cx="183075" cy="184737"/>
            </a:xfrm>
            <a:custGeom>
              <a:avLst/>
              <a:pathLst>
                <a:path w="183075" h="184737">
                  <a:moveTo>
                    <a:pt x="182879" y="182879"/>
                  </a:moveTo>
                  <a:lnTo>
                    <a:pt x="183075" y="182923"/>
                  </a:lnTo>
                  <a:lnTo>
                    <a:pt x="182925" y="183255"/>
                  </a:lnTo>
                  <a:lnTo>
                    <a:pt x="182892" y="183455"/>
                  </a:lnTo>
                  <a:lnTo>
                    <a:pt x="182803" y="183625"/>
                  </a:lnTo>
                  <a:lnTo>
                    <a:pt x="182467" y="183202"/>
                  </a:lnTo>
                  <a:lnTo>
                    <a:pt x="182108" y="183439"/>
                  </a:lnTo>
                  <a:lnTo>
                    <a:pt x="181829" y="183628"/>
                  </a:lnTo>
                  <a:lnTo>
                    <a:pt x="181736" y="183413"/>
                  </a:lnTo>
                  <a:lnTo>
                    <a:pt x="181584" y="183418"/>
                  </a:lnTo>
                  <a:lnTo>
                    <a:pt x="181208" y="183605"/>
                  </a:lnTo>
                  <a:lnTo>
                    <a:pt x="181049" y="183780"/>
                  </a:lnTo>
                  <a:lnTo>
                    <a:pt x="180997" y="184008"/>
                  </a:lnTo>
                  <a:lnTo>
                    <a:pt x="181040" y="184318"/>
                  </a:lnTo>
                  <a:lnTo>
                    <a:pt x="181050" y="184692"/>
                  </a:lnTo>
                  <a:lnTo>
                    <a:pt x="180757" y="184737"/>
                  </a:lnTo>
                  <a:lnTo>
                    <a:pt x="180772" y="184226"/>
                  </a:lnTo>
                  <a:lnTo>
                    <a:pt x="180857" y="183916"/>
                  </a:lnTo>
                  <a:lnTo>
                    <a:pt x="180858" y="183585"/>
                  </a:lnTo>
                  <a:lnTo>
                    <a:pt x="180797" y="183281"/>
                  </a:lnTo>
                  <a:lnTo>
                    <a:pt x="181550" y="183078"/>
                  </a:lnTo>
                  <a:lnTo>
                    <a:pt x="182122" y="182361"/>
                  </a:lnTo>
                  <a:lnTo>
                    <a:pt x="182648" y="18258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4485514" y="5450735"/>
              <a:ext cx="182930" cy="183766"/>
            </a:xfrm>
            <a:custGeom>
              <a:avLst/>
              <a:pathLst>
                <a:path w="182930" h="183766">
                  <a:moveTo>
                    <a:pt x="182879" y="182879"/>
                  </a:moveTo>
                  <a:lnTo>
                    <a:pt x="182930" y="183267"/>
                  </a:lnTo>
                  <a:lnTo>
                    <a:pt x="182784" y="183656"/>
                  </a:lnTo>
                  <a:lnTo>
                    <a:pt x="182627" y="183766"/>
                  </a:lnTo>
                  <a:lnTo>
                    <a:pt x="182407" y="183765"/>
                  </a:lnTo>
                  <a:lnTo>
                    <a:pt x="182291" y="183603"/>
                  </a:lnTo>
                  <a:lnTo>
                    <a:pt x="182269" y="18347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4481500" y="544397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738" y="182720"/>
                  </a:lnTo>
                  <a:lnTo>
                    <a:pt x="182873" y="18262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4480530" y="5443512"/>
              <a:ext cx="182887" cy="182898"/>
            </a:xfrm>
            <a:custGeom>
              <a:avLst/>
              <a:pathLst>
                <a:path w="182887" h="182898">
                  <a:moveTo>
                    <a:pt x="182879" y="182879"/>
                  </a:moveTo>
                  <a:lnTo>
                    <a:pt x="182619" y="182898"/>
                  </a:lnTo>
                  <a:lnTo>
                    <a:pt x="182727" y="182435"/>
                  </a:lnTo>
                  <a:lnTo>
                    <a:pt x="182887" y="18255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4485756" y="5436940"/>
              <a:ext cx="183358" cy="183038"/>
            </a:xfrm>
            <a:custGeom>
              <a:avLst/>
              <a:pathLst>
                <a:path w="183358" h="183038">
                  <a:moveTo>
                    <a:pt x="182879" y="182879"/>
                  </a:moveTo>
                  <a:lnTo>
                    <a:pt x="183036" y="182453"/>
                  </a:lnTo>
                  <a:lnTo>
                    <a:pt x="183187" y="182040"/>
                  </a:lnTo>
                  <a:lnTo>
                    <a:pt x="183358" y="182522"/>
                  </a:lnTo>
                  <a:lnTo>
                    <a:pt x="182943" y="183038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4476524" y="5435501"/>
              <a:ext cx="183409" cy="182879"/>
            </a:xfrm>
            <a:custGeom>
              <a:avLst/>
              <a:pathLst>
                <a:path w="183409" h="182879">
                  <a:moveTo>
                    <a:pt x="182879" y="182879"/>
                  </a:moveTo>
                  <a:lnTo>
                    <a:pt x="183409" y="182447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4476360" y="5433201"/>
              <a:ext cx="183110" cy="183349"/>
            </a:xfrm>
            <a:custGeom>
              <a:avLst/>
              <a:pathLst>
                <a:path w="183110" h="183349">
                  <a:moveTo>
                    <a:pt x="182879" y="182879"/>
                  </a:moveTo>
                  <a:lnTo>
                    <a:pt x="183110" y="183207"/>
                  </a:lnTo>
                  <a:lnTo>
                    <a:pt x="182983" y="183349"/>
                  </a:lnTo>
                  <a:lnTo>
                    <a:pt x="182619" y="183237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4475102" y="5433459"/>
              <a:ext cx="184902" cy="182879"/>
            </a:xfrm>
            <a:custGeom>
              <a:avLst/>
              <a:pathLst>
                <a:path w="184902" h="182879">
                  <a:moveTo>
                    <a:pt x="182879" y="182879"/>
                  </a:moveTo>
                  <a:lnTo>
                    <a:pt x="182742" y="182602"/>
                  </a:lnTo>
                  <a:lnTo>
                    <a:pt x="182521" y="182607"/>
                  </a:lnTo>
                  <a:lnTo>
                    <a:pt x="182251" y="182438"/>
                  </a:lnTo>
                  <a:lnTo>
                    <a:pt x="182173" y="181908"/>
                  </a:lnTo>
                  <a:lnTo>
                    <a:pt x="182672" y="181722"/>
                  </a:lnTo>
                  <a:lnTo>
                    <a:pt x="183830" y="181434"/>
                  </a:lnTo>
                  <a:lnTo>
                    <a:pt x="184034" y="181465"/>
                  </a:lnTo>
                  <a:lnTo>
                    <a:pt x="184576" y="181613"/>
                  </a:lnTo>
                  <a:lnTo>
                    <a:pt x="184902" y="181867"/>
                  </a:lnTo>
                  <a:lnTo>
                    <a:pt x="184624" y="182305"/>
                  </a:lnTo>
                  <a:lnTo>
                    <a:pt x="184405" y="182293"/>
                  </a:lnTo>
                  <a:lnTo>
                    <a:pt x="184064" y="182291"/>
                  </a:lnTo>
                  <a:lnTo>
                    <a:pt x="183489" y="18260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4482141" y="5431329"/>
              <a:ext cx="183063" cy="182879"/>
            </a:xfrm>
            <a:custGeom>
              <a:avLst/>
              <a:pathLst>
                <a:path w="183063" h="182879">
                  <a:moveTo>
                    <a:pt x="182879" y="182879"/>
                  </a:moveTo>
                  <a:lnTo>
                    <a:pt x="182599" y="182722"/>
                  </a:lnTo>
                  <a:lnTo>
                    <a:pt x="182744" y="182610"/>
                  </a:lnTo>
                  <a:lnTo>
                    <a:pt x="182993" y="182521"/>
                  </a:lnTo>
                  <a:lnTo>
                    <a:pt x="183063" y="18286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4472819" y="5430710"/>
              <a:ext cx="184424" cy="183846"/>
            </a:xfrm>
            <a:custGeom>
              <a:avLst/>
              <a:pathLst>
                <a:path w="184424" h="183846">
                  <a:moveTo>
                    <a:pt x="182879" y="182879"/>
                  </a:moveTo>
                  <a:lnTo>
                    <a:pt x="182661" y="183147"/>
                  </a:lnTo>
                  <a:lnTo>
                    <a:pt x="182541" y="183498"/>
                  </a:lnTo>
                  <a:lnTo>
                    <a:pt x="182186" y="183657"/>
                  </a:lnTo>
                  <a:lnTo>
                    <a:pt x="181160" y="183846"/>
                  </a:lnTo>
                  <a:lnTo>
                    <a:pt x="181022" y="183806"/>
                  </a:lnTo>
                  <a:lnTo>
                    <a:pt x="180399" y="183833"/>
                  </a:lnTo>
                  <a:lnTo>
                    <a:pt x="179990" y="183744"/>
                  </a:lnTo>
                  <a:lnTo>
                    <a:pt x="179840" y="183522"/>
                  </a:lnTo>
                  <a:lnTo>
                    <a:pt x="179710" y="183248"/>
                  </a:lnTo>
                  <a:lnTo>
                    <a:pt x="179630" y="182999"/>
                  </a:lnTo>
                  <a:lnTo>
                    <a:pt x="179586" y="182792"/>
                  </a:lnTo>
                  <a:lnTo>
                    <a:pt x="179565" y="182438"/>
                  </a:lnTo>
                  <a:lnTo>
                    <a:pt x="179822" y="182211"/>
                  </a:lnTo>
                  <a:lnTo>
                    <a:pt x="179953" y="182052"/>
                  </a:lnTo>
                  <a:lnTo>
                    <a:pt x="180249" y="181858"/>
                  </a:lnTo>
                  <a:lnTo>
                    <a:pt x="180437" y="181816"/>
                  </a:lnTo>
                  <a:lnTo>
                    <a:pt x="180989" y="181943"/>
                  </a:lnTo>
                  <a:lnTo>
                    <a:pt x="181910" y="182199"/>
                  </a:lnTo>
                  <a:lnTo>
                    <a:pt x="182681" y="182116"/>
                  </a:lnTo>
                  <a:lnTo>
                    <a:pt x="183030" y="182041"/>
                  </a:lnTo>
                  <a:lnTo>
                    <a:pt x="183401" y="181618"/>
                  </a:lnTo>
                  <a:lnTo>
                    <a:pt x="183805" y="181505"/>
                  </a:lnTo>
                  <a:lnTo>
                    <a:pt x="184149" y="181566"/>
                  </a:lnTo>
                  <a:lnTo>
                    <a:pt x="184344" y="181745"/>
                  </a:lnTo>
                  <a:lnTo>
                    <a:pt x="184424" y="181958"/>
                  </a:lnTo>
                  <a:lnTo>
                    <a:pt x="184201" y="182324"/>
                  </a:lnTo>
                  <a:lnTo>
                    <a:pt x="183924" y="182561"/>
                  </a:lnTo>
                  <a:lnTo>
                    <a:pt x="183622" y="182627"/>
                  </a:lnTo>
                  <a:lnTo>
                    <a:pt x="183335" y="182589"/>
                  </a:lnTo>
                  <a:lnTo>
                    <a:pt x="183140" y="18270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4476968" y="5429640"/>
              <a:ext cx="183392" cy="183202"/>
            </a:xfrm>
            <a:custGeom>
              <a:avLst/>
              <a:pathLst>
                <a:path w="183392" h="183202">
                  <a:moveTo>
                    <a:pt x="182879" y="182879"/>
                  </a:moveTo>
                  <a:lnTo>
                    <a:pt x="182486" y="182752"/>
                  </a:lnTo>
                  <a:lnTo>
                    <a:pt x="182252" y="182634"/>
                  </a:lnTo>
                  <a:lnTo>
                    <a:pt x="182045" y="182418"/>
                  </a:lnTo>
                  <a:lnTo>
                    <a:pt x="182069" y="182270"/>
                  </a:lnTo>
                  <a:lnTo>
                    <a:pt x="182310" y="182240"/>
                  </a:lnTo>
                  <a:lnTo>
                    <a:pt x="182439" y="182268"/>
                  </a:lnTo>
                  <a:lnTo>
                    <a:pt x="183271" y="182614"/>
                  </a:lnTo>
                  <a:lnTo>
                    <a:pt x="183392" y="182877"/>
                  </a:lnTo>
                  <a:lnTo>
                    <a:pt x="183133" y="183068"/>
                  </a:lnTo>
                  <a:lnTo>
                    <a:pt x="182832" y="183202"/>
                  </a:lnTo>
                  <a:lnTo>
                    <a:pt x="182909" y="183044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4483180" y="5428894"/>
              <a:ext cx="182887" cy="184216"/>
            </a:xfrm>
            <a:custGeom>
              <a:avLst/>
              <a:pathLst>
                <a:path w="182887" h="184216">
                  <a:moveTo>
                    <a:pt x="182879" y="182879"/>
                  </a:moveTo>
                  <a:lnTo>
                    <a:pt x="182784" y="183078"/>
                  </a:lnTo>
                  <a:lnTo>
                    <a:pt x="182507" y="183336"/>
                  </a:lnTo>
                  <a:lnTo>
                    <a:pt x="182580" y="183743"/>
                  </a:lnTo>
                  <a:lnTo>
                    <a:pt x="182783" y="183934"/>
                  </a:lnTo>
                  <a:lnTo>
                    <a:pt x="182887" y="184216"/>
                  </a:lnTo>
                  <a:lnTo>
                    <a:pt x="182538" y="184089"/>
                  </a:lnTo>
                  <a:lnTo>
                    <a:pt x="182021" y="183786"/>
                  </a:lnTo>
                  <a:lnTo>
                    <a:pt x="181710" y="183421"/>
                  </a:lnTo>
                  <a:lnTo>
                    <a:pt x="181475" y="183451"/>
                  </a:lnTo>
                  <a:lnTo>
                    <a:pt x="181133" y="183180"/>
                  </a:lnTo>
                  <a:lnTo>
                    <a:pt x="181010" y="182979"/>
                  </a:lnTo>
                  <a:lnTo>
                    <a:pt x="181096" y="182655"/>
                  </a:lnTo>
                  <a:lnTo>
                    <a:pt x="181665" y="182667"/>
                  </a:lnTo>
                  <a:lnTo>
                    <a:pt x="182234" y="182675"/>
                  </a:lnTo>
                  <a:lnTo>
                    <a:pt x="182757" y="18249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4475753" y="5428776"/>
              <a:ext cx="182879" cy="183469"/>
            </a:xfrm>
            <a:custGeom>
              <a:avLst/>
              <a:pathLst>
                <a:path w="182879" h="183469">
                  <a:moveTo>
                    <a:pt x="182879" y="182879"/>
                  </a:moveTo>
                  <a:lnTo>
                    <a:pt x="182870" y="183213"/>
                  </a:lnTo>
                  <a:lnTo>
                    <a:pt x="182606" y="183364"/>
                  </a:lnTo>
                  <a:lnTo>
                    <a:pt x="182275" y="183469"/>
                  </a:lnTo>
                  <a:lnTo>
                    <a:pt x="182292" y="183198"/>
                  </a:lnTo>
                  <a:lnTo>
                    <a:pt x="182351" y="183054"/>
                  </a:lnTo>
                  <a:lnTo>
                    <a:pt x="182644" y="18283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4485709" y="5452861"/>
              <a:ext cx="183403" cy="182879"/>
            </a:xfrm>
            <a:custGeom>
              <a:avLst/>
              <a:pathLst>
                <a:path w="183403" h="182879">
                  <a:moveTo>
                    <a:pt x="182879" y="182879"/>
                  </a:moveTo>
                  <a:lnTo>
                    <a:pt x="182940" y="182708"/>
                  </a:lnTo>
                  <a:lnTo>
                    <a:pt x="183098" y="182555"/>
                  </a:lnTo>
                  <a:lnTo>
                    <a:pt x="183403" y="182537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4508909" y="5446076"/>
              <a:ext cx="184025" cy="183625"/>
            </a:xfrm>
            <a:custGeom>
              <a:avLst/>
              <a:pathLst>
                <a:path w="184025" h="183625">
                  <a:moveTo>
                    <a:pt x="182879" y="182879"/>
                  </a:moveTo>
                  <a:lnTo>
                    <a:pt x="183216" y="182738"/>
                  </a:lnTo>
                  <a:lnTo>
                    <a:pt x="183429" y="182405"/>
                  </a:lnTo>
                  <a:lnTo>
                    <a:pt x="183594" y="182513"/>
                  </a:lnTo>
                  <a:lnTo>
                    <a:pt x="183528" y="182653"/>
                  </a:lnTo>
                  <a:lnTo>
                    <a:pt x="183888" y="182705"/>
                  </a:lnTo>
                  <a:lnTo>
                    <a:pt x="184025" y="183143"/>
                  </a:lnTo>
                  <a:lnTo>
                    <a:pt x="183384" y="183348"/>
                  </a:lnTo>
                  <a:lnTo>
                    <a:pt x="183162" y="183491"/>
                  </a:lnTo>
                  <a:lnTo>
                    <a:pt x="182832" y="183625"/>
                  </a:lnTo>
                  <a:lnTo>
                    <a:pt x="182773" y="183381"/>
                  </a:lnTo>
                  <a:lnTo>
                    <a:pt x="182934" y="183039"/>
                  </a:lnTo>
                  <a:lnTo>
                    <a:pt x="182829" y="182863"/>
                  </a:lnTo>
                  <a:lnTo>
                    <a:pt x="182533" y="182697"/>
                  </a:lnTo>
                  <a:lnTo>
                    <a:pt x="182340" y="182486"/>
                  </a:lnTo>
                  <a:lnTo>
                    <a:pt x="182118" y="182726"/>
                  </a:lnTo>
                  <a:lnTo>
                    <a:pt x="182141" y="182457"/>
                  </a:lnTo>
                  <a:lnTo>
                    <a:pt x="182472" y="182140"/>
                  </a:lnTo>
                  <a:lnTo>
                    <a:pt x="182635" y="182122"/>
                  </a:lnTo>
                  <a:lnTo>
                    <a:pt x="182727" y="182293"/>
                  </a:lnTo>
                  <a:lnTo>
                    <a:pt x="182704" y="182650"/>
                  </a:lnTo>
                  <a:lnTo>
                    <a:pt x="182694" y="18280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4492272" y="5439293"/>
              <a:ext cx="183258" cy="183353"/>
            </a:xfrm>
            <a:custGeom>
              <a:avLst/>
              <a:pathLst>
                <a:path w="183258" h="183353">
                  <a:moveTo>
                    <a:pt x="182879" y="182879"/>
                  </a:moveTo>
                  <a:lnTo>
                    <a:pt x="183258" y="182810"/>
                  </a:lnTo>
                  <a:lnTo>
                    <a:pt x="183228" y="182970"/>
                  </a:lnTo>
                  <a:lnTo>
                    <a:pt x="182864" y="183353"/>
                  </a:lnTo>
                  <a:lnTo>
                    <a:pt x="182729" y="183350"/>
                  </a:lnTo>
                  <a:lnTo>
                    <a:pt x="182662" y="18291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4488451" y="5439024"/>
              <a:ext cx="183431" cy="183250"/>
            </a:xfrm>
            <a:custGeom>
              <a:avLst/>
              <a:pathLst>
                <a:path w="183431" h="183250">
                  <a:moveTo>
                    <a:pt x="182879" y="182879"/>
                  </a:moveTo>
                  <a:lnTo>
                    <a:pt x="182442" y="182766"/>
                  </a:lnTo>
                  <a:lnTo>
                    <a:pt x="182354" y="182919"/>
                  </a:lnTo>
                  <a:lnTo>
                    <a:pt x="182163" y="183236"/>
                  </a:lnTo>
                  <a:lnTo>
                    <a:pt x="182026" y="183250"/>
                  </a:lnTo>
                  <a:lnTo>
                    <a:pt x="181673" y="183241"/>
                  </a:lnTo>
                  <a:lnTo>
                    <a:pt x="181574" y="183104"/>
                  </a:lnTo>
                  <a:lnTo>
                    <a:pt x="181490" y="182855"/>
                  </a:lnTo>
                  <a:lnTo>
                    <a:pt x="181800" y="182778"/>
                  </a:lnTo>
                  <a:lnTo>
                    <a:pt x="182303" y="181797"/>
                  </a:lnTo>
                  <a:lnTo>
                    <a:pt x="183050" y="181907"/>
                  </a:lnTo>
                  <a:lnTo>
                    <a:pt x="183338" y="181517"/>
                  </a:lnTo>
                  <a:lnTo>
                    <a:pt x="183422" y="181649"/>
                  </a:lnTo>
                  <a:lnTo>
                    <a:pt x="183431" y="181858"/>
                  </a:lnTo>
                  <a:lnTo>
                    <a:pt x="183428" y="182092"/>
                  </a:lnTo>
                  <a:lnTo>
                    <a:pt x="183300" y="182361"/>
                  </a:lnTo>
                  <a:lnTo>
                    <a:pt x="183257" y="18281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492393" y="5436898"/>
              <a:ext cx="183457" cy="183356"/>
            </a:xfrm>
            <a:custGeom>
              <a:avLst/>
              <a:pathLst>
                <a:path w="183457" h="183356">
                  <a:moveTo>
                    <a:pt x="182879" y="182879"/>
                  </a:moveTo>
                  <a:lnTo>
                    <a:pt x="183116" y="182560"/>
                  </a:lnTo>
                  <a:lnTo>
                    <a:pt x="183378" y="182917"/>
                  </a:lnTo>
                  <a:lnTo>
                    <a:pt x="183457" y="183095"/>
                  </a:lnTo>
                  <a:lnTo>
                    <a:pt x="183170" y="18335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493009" y="5435879"/>
              <a:ext cx="183365" cy="183179"/>
            </a:xfrm>
            <a:custGeom>
              <a:avLst/>
              <a:pathLst>
                <a:path w="183365" h="183179">
                  <a:moveTo>
                    <a:pt x="182879" y="182879"/>
                  </a:moveTo>
                  <a:lnTo>
                    <a:pt x="183197" y="182700"/>
                  </a:lnTo>
                  <a:lnTo>
                    <a:pt x="183365" y="182980"/>
                  </a:lnTo>
                  <a:lnTo>
                    <a:pt x="183286" y="183125"/>
                  </a:lnTo>
                  <a:lnTo>
                    <a:pt x="182940" y="183179"/>
                  </a:lnTo>
                  <a:lnTo>
                    <a:pt x="182627" y="18307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492764" y="5435018"/>
              <a:ext cx="183855" cy="183903"/>
            </a:xfrm>
            <a:custGeom>
              <a:avLst/>
              <a:pathLst>
                <a:path w="183855" h="183903">
                  <a:moveTo>
                    <a:pt x="182879" y="182879"/>
                  </a:moveTo>
                  <a:lnTo>
                    <a:pt x="182782" y="183123"/>
                  </a:lnTo>
                  <a:lnTo>
                    <a:pt x="182764" y="183250"/>
                  </a:lnTo>
                  <a:lnTo>
                    <a:pt x="182829" y="183446"/>
                  </a:lnTo>
                  <a:lnTo>
                    <a:pt x="182723" y="183577"/>
                  </a:lnTo>
                  <a:lnTo>
                    <a:pt x="182422" y="183831"/>
                  </a:lnTo>
                  <a:lnTo>
                    <a:pt x="182123" y="183903"/>
                  </a:lnTo>
                  <a:lnTo>
                    <a:pt x="181755" y="183560"/>
                  </a:lnTo>
                  <a:lnTo>
                    <a:pt x="181489" y="183101"/>
                  </a:lnTo>
                  <a:lnTo>
                    <a:pt x="182059" y="182777"/>
                  </a:lnTo>
                  <a:lnTo>
                    <a:pt x="182452" y="182525"/>
                  </a:lnTo>
                  <a:lnTo>
                    <a:pt x="182502" y="182291"/>
                  </a:lnTo>
                  <a:lnTo>
                    <a:pt x="182804" y="181786"/>
                  </a:lnTo>
                  <a:lnTo>
                    <a:pt x="183120" y="181255"/>
                  </a:lnTo>
                  <a:lnTo>
                    <a:pt x="183281" y="181177"/>
                  </a:lnTo>
                  <a:lnTo>
                    <a:pt x="183580" y="181229"/>
                  </a:lnTo>
                  <a:lnTo>
                    <a:pt x="183841" y="181551"/>
                  </a:lnTo>
                  <a:lnTo>
                    <a:pt x="183855" y="181808"/>
                  </a:lnTo>
                  <a:lnTo>
                    <a:pt x="183816" y="182085"/>
                  </a:lnTo>
                  <a:lnTo>
                    <a:pt x="183632" y="182555"/>
                  </a:lnTo>
                  <a:lnTo>
                    <a:pt x="183494" y="182761"/>
                  </a:lnTo>
                  <a:lnTo>
                    <a:pt x="183222" y="182924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502605" y="5431008"/>
              <a:ext cx="183545" cy="183501"/>
            </a:xfrm>
            <a:custGeom>
              <a:avLst/>
              <a:pathLst>
                <a:path w="183545" h="183501">
                  <a:moveTo>
                    <a:pt x="182879" y="182879"/>
                  </a:moveTo>
                  <a:lnTo>
                    <a:pt x="183072" y="182886"/>
                  </a:lnTo>
                  <a:lnTo>
                    <a:pt x="183182" y="183016"/>
                  </a:lnTo>
                  <a:lnTo>
                    <a:pt x="183545" y="183264"/>
                  </a:lnTo>
                  <a:lnTo>
                    <a:pt x="183416" y="183501"/>
                  </a:lnTo>
                  <a:lnTo>
                    <a:pt x="183235" y="183477"/>
                  </a:lnTo>
                  <a:lnTo>
                    <a:pt x="182633" y="18308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501316" y="5430916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17" y="182818"/>
                  </a:lnTo>
                  <a:lnTo>
                    <a:pt x="182682" y="182626"/>
                  </a:lnTo>
                  <a:lnTo>
                    <a:pt x="182858" y="182610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504023" y="5429391"/>
              <a:ext cx="183088" cy="182879"/>
            </a:xfrm>
            <a:custGeom>
              <a:avLst/>
              <a:pathLst>
                <a:path w="183088" h="182879">
                  <a:moveTo>
                    <a:pt x="182879" y="182879"/>
                  </a:moveTo>
                  <a:lnTo>
                    <a:pt x="183033" y="182643"/>
                  </a:lnTo>
                  <a:lnTo>
                    <a:pt x="183088" y="182852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491470" y="5428438"/>
              <a:ext cx="183523" cy="183429"/>
            </a:xfrm>
            <a:custGeom>
              <a:avLst/>
              <a:pathLst>
                <a:path w="183523" h="183429">
                  <a:moveTo>
                    <a:pt x="182879" y="182879"/>
                  </a:moveTo>
                  <a:lnTo>
                    <a:pt x="183044" y="182809"/>
                  </a:lnTo>
                  <a:lnTo>
                    <a:pt x="183523" y="182879"/>
                  </a:lnTo>
                  <a:lnTo>
                    <a:pt x="183509" y="183429"/>
                  </a:lnTo>
                  <a:lnTo>
                    <a:pt x="183071" y="18318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502585" y="5428352"/>
              <a:ext cx="183332" cy="182954"/>
            </a:xfrm>
            <a:custGeom>
              <a:avLst/>
              <a:pathLst>
                <a:path w="183332" h="182954">
                  <a:moveTo>
                    <a:pt x="182879" y="182879"/>
                  </a:moveTo>
                  <a:lnTo>
                    <a:pt x="182646" y="182954"/>
                  </a:lnTo>
                  <a:lnTo>
                    <a:pt x="182362" y="182812"/>
                  </a:lnTo>
                  <a:lnTo>
                    <a:pt x="182533" y="182600"/>
                  </a:lnTo>
                  <a:lnTo>
                    <a:pt x="182805" y="182412"/>
                  </a:lnTo>
                  <a:lnTo>
                    <a:pt x="183161" y="182490"/>
                  </a:lnTo>
                  <a:lnTo>
                    <a:pt x="183332" y="182574"/>
                  </a:lnTo>
                  <a:lnTo>
                    <a:pt x="183290" y="182769"/>
                  </a:lnTo>
                  <a:lnTo>
                    <a:pt x="183135" y="182785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4492410" y="5422859"/>
              <a:ext cx="183838" cy="183096"/>
            </a:xfrm>
            <a:custGeom>
              <a:avLst/>
              <a:pathLst>
                <a:path w="183838" h="183096">
                  <a:moveTo>
                    <a:pt x="182879" y="182879"/>
                  </a:moveTo>
                  <a:lnTo>
                    <a:pt x="183221" y="182909"/>
                  </a:lnTo>
                  <a:lnTo>
                    <a:pt x="183449" y="182834"/>
                  </a:lnTo>
                  <a:lnTo>
                    <a:pt x="183832" y="182636"/>
                  </a:lnTo>
                  <a:lnTo>
                    <a:pt x="183838" y="182941"/>
                  </a:lnTo>
                  <a:lnTo>
                    <a:pt x="183581" y="183060"/>
                  </a:lnTo>
                  <a:lnTo>
                    <a:pt x="182953" y="18309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4491288" y="5421253"/>
              <a:ext cx="183535" cy="182931"/>
            </a:xfrm>
            <a:custGeom>
              <a:avLst/>
              <a:pathLst>
                <a:path w="183535" h="182931">
                  <a:moveTo>
                    <a:pt x="182879" y="182879"/>
                  </a:moveTo>
                  <a:lnTo>
                    <a:pt x="183052" y="182806"/>
                  </a:lnTo>
                  <a:lnTo>
                    <a:pt x="183253" y="182804"/>
                  </a:lnTo>
                  <a:lnTo>
                    <a:pt x="183392" y="182775"/>
                  </a:lnTo>
                  <a:lnTo>
                    <a:pt x="183535" y="182855"/>
                  </a:lnTo>
                  <a:lnTo>
                    <a:pt x="183249" y="18293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4495956" y="5418339"/>
              <a:ext cx="183504" cy="183362"/>
            </a:xfrm>
            <a:custGeom>
              <a:avLst/>
              <a:pathLst>
                <a:path w="183504" h="183362">
                  <a:moveTo>
                    <a:pt x="182879" y="182879"/>
                  </a:moveTo>
                  <a:lnTo>
                    <a:pt x="183082" y="182775"/>
                  </a:lnTo>
                  <a:lnTo>
                    <a:pt x="183504" y="182702"/>
                  </a:lnTo>
                  <a:lnTo>
                    <a:pt x="183447" y="183199"/>
                  </a:lnTo>
                  <a:lnTo>
                    <a:pt x="183038" y="183362"/>
                  </a:lnTo>
                  <a:lnTo>
                    <a:pt x="182851" y="18308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4498433" y="5415589"/>
              <a:ext cx="182891" cy="183799"/>
            </a:xfrm>
            <a:custGeom>
              <a:avLst/>
              <a:pathLst>
                <a:path w="182891" h="183799">
                  <a:moveTo>
                    <a:pt x="182879" y="182879"/>
                  </a:moveTo>
                  <a:lnTo>
                    <a:pt x="182393" y="183406"/>
                  </a:lnTo>
                  <a:lnTo>
                    <a:pt x="182891" y="183504"/>
                  </a:lnTo>
                  <a:lnTo>
                    <a:pt x="182354" y="183671"/>
                  </a:lnTo>
                  <a:lnTo>
                    <a:pt x="181890" y="183799"/>
                  </a:lnTo>
                  <a:lnTo>
                    <a:pt x="181982" y="183288"/>
                  </a:lnTo>
                  <a:lnTo>
                    <a:pt x="182134" y="182916"/>
                  </a:lnTo>
                  <a:lnTo>
                    <a:pt x="182461" y="183007"/>
                  </a:lnTo>
                  <a:lnTo>
                    <a:pt x="182533" y="182861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4499300" y="5415599"/>
              <a:ext cx="184422" cy="183465"/>
            </a:xfrm>
            <a:custGeom>
              <a:avLst/>
              <a:pathLst>
                <a:path w="184422" h="183465">
                  <a:moveTo>
                    <a:pt x="182879" y="182879"/>
                  </a:moveTo>
                  <a:lnTo>
                    <a:pt x="183351" y="182771"/>
                  </a:lnTo>
                  <a:lnTo>
                    <a:pt x="183685" y="182590"/>
                  </a:lnTo>
                  <a:lnTo>
                    <a:pt x="183931" y="182592"/>
                  </a:lnTo>
                  <a:lnTo>
                    <a:pt x="184308" y="182685"/>
                  </a:lnTo>
                  <a:lnTo>
                    <a:pt x="184422" y="182974"/>
                  </a:lnTo>
                  <a:lnTo>
                    <a:pt x="184284" y="183001"/>
                  </a:lnTo>
                  <a:lnTo>
                    <a:pt x="184129" y="183465"/>
                  </a:lnTo>
                  <a:lnTo>
                    <a:pt x="183787" y="183418"/>
                  </a:lnTo>
                  <a:lnTo>
                    <a:pt x="183285" y="183324"/>
                  </a:lnTo>
                  <a:lnTo>
                    <a:pt x="183128" y="183273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4503161" y="5414117"/>
              <a:ext cx="184077" cy="185133"/>
            </a:xfrm>
            <a:custGeom>
              <a:avLst/>
              <a:pathLst>
                <a:path w="184077" h="185133">
                  <a:moveTo>
                    <a:pt x="182879" y="182879"/>
                  </a:moveTo>
                  <a:lnTo>
                    <a:pt x="183195" y="183310"/>
                  </a:lnTo>
                  <a:lnTo>
                    <a:pt x="183182" y="183565"/>
                  </a:lnTo>
                  <a:lnTo>
                    <a:pt x="183455" y="184334"/>
                  </a:lnTo>
                  <a:lnTo>
                    <a:pt x="183677" y="184386"/>
                  </a:lnTo>
                  <a:lnTo>
                    <a:pt x="184077" y="184634"/>
                  </a:lnTo>
                  <a:lnTo>
                    <a:pt x="183593" y="184488"/>
                  </a:lnTo>
                  <a:lnTo>
                    <a:pt x="183325" y="184503"/>
                  </a:lnTo>
                  <a:lnTo>
                    <a:pt x="182959" y="184921"/>
                  </a:lnTo>
                  <a:lnTo>
                    <a:pt x="182830" y="185011"/>
                  </a:lnTo>
                  <a:lnTo>
                    <a:pt x="182578" y="185125"/>
                  </a:lnTo>
                  <a:lnTo>
                    <a:pt x="182396" y="185133"/>
                  </a:lnTo>
                  <a:lnTo>
                    <a:pt x="182205" y="185061"/>
                  </a:lnTo>
                  <a:lnTo>
                    <a:pt x="181733" y="184853"/>
                  </a:lnTo>
                  <a:lnTo>
                    <a:pt x="181598" y="184767"/>
                  </a:lnTo>
                  <a:lnTo>
                    <a:pt x="181172" y="184414"/>
                  </a:lnTo>
                  <a:lnTo>
                    <a:pt x="180759" y="183927"/>
                  </a:lnTo>
                  <a:lnTo>
                    <a:pt x="180796" y="183732"/>
                  </a:lnTo>
                  <a:lnTo>
                    <a:pt x="180879" y="183567"/>
                  </a:lnTo>
                  <a:lnTo>
                    <a:pt x="180732" y="183187"/>
                  </a:lnTo>
                  <a:lnTo>
                    <a:pt x="180986" y="182965"/>
                  </a:lnTo>
                  <a:lnTo>
                    <a:pt x="181281" y="182777"/>
                  </a:lnTo>
                  <a:lnTo>
                    <a:pt x="182080" y="182516"/>
                  </a:lnTo>
                  <a:lnTo>
                    <a:pt x="182211" y="182497"/>
                  </a:lnTo>
                  <a:lnTo>
                    <a:pt x="182357" y="182546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4503656" y="5414318"/>
              <a:ext cx="183519" cy="182939"/>
            </a:xfrm>
            <a:custGeom>
              <a:avLst/>
              <a:pathLst>
                <a:path w="183519" h="182939">
                  <a:moveTo>
                    <a:pt x="182879" y="182879"/>
                  </a:moveTo>
                  <a:lnTo>
                    <a:pt x="183139" y="182745"/>
                  </a:lnTo>
                  <a:lnTo>
                    <a:pt x="183392" y="182777"/>
                  </a:lnTo>
                  <a:lnTo>
                    <a:pt x="183519" y="18293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4519707" y="5412921"/>
              <a:ext cx="183224" cy="183401"/>
            </a:xfrm>
            <a:custGeom>
              <a:avLst/>
              <a:pathLst>
                <a:path w="183224" h="183401">
                  <a:moveTo>
                    <a:pt x="182879" y="182879"/>
                  </a:moveTo>
                  <a:lnTo>
                    <a:pt x="183033" y="183301"/>
                  </a:lnTo>
                  <a:lnTo>
                    <a:pt x="182817" y="183401"/>
                  </a:lnTo>
                  <a:lnTo>
                    <a:pt x="182790" y="183104"/>
                  </a:lnTo>
                  <a:lnTo>
                    <a:pt x="182754" y="182953"/>
                  </a:lnTo>
                  <a:lnTo>
                    <a:pt x="182659" y="182823"/>
                  </a:lnTo>
                  <a:lnTo>
                    <a:pt x="182998" y="182433"/>
                  </a:lnTo>
                  <a:lnTo>
                    <a:pt x="183185" y="182503"/>
                  </a:lnTo>
                  <a:lnTo>
                    <a:pt x="183224" y="18278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4519000" y="5411664"/>
              <a:ext cx="183072" cy="183590"/>
            </a:xfrm>
            <a:custGeom>
              <a:avLst/>
              <a:pathLst>
                <a:path w="183072" h="183590">
                  <a:moveTo>
                    <a:pt x="182879" y="182879"/>
                  </a:moveTo>
                  <a:lnTo>
                    <a:pt x="183072" y="183057"/>
                  </a:lnTo>
                  <a:lnTo>
                    <a:pt x="182549" y="183590"/>
                  </a:lnTo>
                  <a:lnTo>
                    <a:pt x="182547" y="183177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4504981" y="5406786"/>
              <a:ext cx="183740" cy="182939"/>
            </a:xfrm>
            <a:custGeom>
              <a:avLst/>
              <a:pathLst>
                <a:path w="183740" h="182939">
                  <a:moveTo>
                    <a:pt x="182879" y="182879"/>
                  </a:moveTo>
                  <a:lnTo>
                    <a:pt x="183096" y="182672"/>
                  </a:lnTo>
                  <a:lnTo>
                    <a:pt x="183444" y="182571"/>
                  </a:lnTo>
                  <a:lnTo>
                    <a:pt x="183740" y="182563"/>
                  </a:lnTo>
                  <a:lnTo>
                    <a:pt x="183561" y="182809"/>
                  </a:lnTo>
                  <a:lnTo>
                    <a:pt x="183284" y="182939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4505013" y="5400956"/>
              <a:ext cx="184121" cy="185144"/>
            </a:xfrm>
            <a:custGeom>
              <a:avLst/>
              <a:pathLst>
                <a:path w="184121" h="185144">
                  <a:moveTo>
                    <a:pt x="182879" y="182879"/>
                  </a:moveTo>
                  <a:lnTo>
                    <a:pt x="182856" y="183092"/>
                  </a:lnTo>
                  <a:lnTo>
                    <a:pt x="183058" y="183403"/>
                  </a:lnTo>
                  <a:lnTo>
                    <a:pt x="183414" y="183867"/>
                  </a:lnTo>
                  <a:lnTo>
                    <a:pt x="183638" y="183973"/>
                  </a:lnTo>
                  <a:lnTo>
                    <a:pt x="183705" y="184510"/>
                  </a:lnTo>
                  <a:lnTo>
                    <a:pt x="183849" y="184669"/>
                  </a:lnTo>
                  <a:lnTo>
                    <a:pt x="184006" y="184745"/>
                  </a:lnTo>
                  <a:lnTo>
                    <a:pt x="184121" y="185009"/>
                  </a:lnTo>
                  <a:lnTo>
                    <a:pt x="183826" y="184991"/>
                  </a:lnTo>
                  <a:lnTo>
                    <a:pt x="183463" y="185144"/>
                  </a:lnTo>
                  <a:lnTo>
                    <a:pt x="183492" y="185005"/>
                  </a:lnTo>
                  <a:lnTo>
                    <a:pt x="183504" y="184822"/>
                  </a:lnTo>
                  <a:lnTo>
                    <a:pt x="183496" y="184442"/>
                  </a:lnTo>
                  <a:lnTo>
                    <a:pt x="183089" y="184030"/>
                  </a:lnTo>
                  <a:lnTo>
                    <a:pt x="182902" y="183953"/>
                  </a:lnTo>
                  <a:lnTo>
                    <a:pt x="182630" y="183481"/>
                  </a:lnTo>
                  <a:lnTo>
                    <a:pt x="182641" y="182568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4499167" y="5398778"/>
              <a:ext cx="182879" cy="183138"/>
            </a:xfrm>
            <a:custGeom>
              <a:avLst/>
              <a:pathLst>
                <a:path w="182879" h="183138">
                  <a:moveTo>
                    <a:pt x="182879" y="182879"/>
                  </a:moveTo>
                  <a:lnTo>
                    <a:pt x="182635" y="183138"/>
                  </a:lnTo>
                  <a:close/>
                </a:path>
              </a:pathLst>
            </a:custGeom>
            <a:solidFill>
              <a:srgbClr val="F4B99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3358963" y="4569767"/>
              <a:ext cx="775154" cy="724445"/>
            </a:xfrm>
            <a:custGeom>
              <a:avLst/>
              <a:pathLst>
                <a:path w="775154" h="724445">
                  <a:moveTo>
                    <a:pt x="231888" y="182879"/>
                  </a:moveTo>
                  <a:lnTo>
                    <a:pt x="231983" y="183080"/>
                  </a:lnTo>
                  <a:lnTo>
                    <a:pt x="232508" y="184053"/>
                  </a:lnTo>
                  <a:lnTo>
                    <a:pt x="236912" y="192039"/>
                  </a:lnTo>
                  <a:lnTo>
                    <a:pt x="241493" y="200555"/>
                  </a:lnTo>
                  <a:lnTo>
                    <a:pt x="241730" y="200998"/>
                  </a:lnTo>
                  <a:lnTo>
                    <a:pt x="242205" y="201894"/>
                  </a:lnTo>
                  <a:lnTo>
                    <a:pt x="242670" y="202765"/>
                  </a:lnTo>
                  <a:lnTo>
                    <a:pt x="242873" y="203144"/>
                  </a:lnTo>
                  <a:lnTo>
                    <a:pt x="243669" y="204624"/>
                  </a:lnTo>
                  <a:lnTo>
                    <a:pt x="243808" y="204886"/>
                  </a:lnTo>
                  <a:lnTo>
                    <a:pt x="244243" y="205702"/>
                  </a:lnTo>
                  <a:lnTo>
                    <a:pt x="244349" y="205894"/>
                  </a:lnTo>
                  <a:lnTo>
                    <a:pt x="244743" y="206648"/>
                  </a:lnTo>
                  <a:lnTo>
                    <a:pt x="245984" y="209015"/>
                  </a:lnTo>
                  <a:lnTo>
                    <a:pt x="246241" y="209507"/>
                  </a:lnTo>
                  <a:lnTo>
                    <a:pt x="246372" y="209759"/>
                  </a:lnTo>
                  <a:lnTo>
                    <a:pt x="246475" y="209958"/>
                  </a:lnTo>
                  <a:lnTo>
                    <a:pt x="246556" y="210109"/>
                  </a:lnTo>
                  <a:lnTo>
                    <a:pt x="246881" y="210721"/>
                  </a:lnTo>
                  <a:lnTo>
                    <a:pt x="247471" y="211851"/>
                  </a:lnTo>
                  <a:lnTo>
                    <a:pt x="247582" y="212065"/>
                  </a:lnTo>
                  <a:lnTo>
                    <a:pt x="247764" y="212412"/>
                  </a:lnTo>
                  <a:lnTo>
                    <a:pt x="247967" y="212792"/>
                  </a:lnTo>
                  <a:lnTo>
                    <a:pt x="248066" y="212983"/>
                  </a:lnTo>
                  <a:lnTo>
                    <a:pt x="248363" y="213549"/>
                  </a:lnTo>
                  <a:lnTo>
                    <a:pt x="248652" y="214116"/>
                  </a:lnTo>
                  <a:lnTo>
                    <a:pt x="248942" y="214675"/>
                  </a:lnTo>
                  <a:lnTo>
                    <a:pt x="249235" y="215235"/>
                  </a:lnTo>
                  <a:lnTo>
                    <a:pt x="249523" y="215793"/>
                  </a:lnTo>
                  <a:lnTo>
                    <a:pt x="249820" y="216357"/>
                  </a:lnTo>
                  <a:lnTo>
                    <a:pt x="249964" y="216629"/>
                  </a:lnTo>
                  <a:lnTo>
                    <a:pt x="250112" y="216920"/>
                  </a:lnTo>
                  <a:lnTo>
                    <a:pt x="250363" y="217388"/>
                  </a:lnTo>
                  <a:lnTo>
                    <a:pt x="250540" y="217728"/>
                  </a:lnTo>
                  <a:lnTo>
                    <a:pt x="250698" y="218033"/>
                  </a:lnTo>
                  <a:lnTo>
                    <a:pt x="250798" y="218228"/>
                  </a:lnTo>
                  <a:lnTo>
                    <a:pt x="251158" y="218916"/>
                  </a:lnTo>
                  <a:lnTo>
                    <a:pt x="251420" y="219416"/>
                  </a:lnTo>
                  <a:lnTo>
                    <a:pt x="251568" y="219702"/>
                  </a:lnTo>
                  <a:lnTo>
                    <a:pt x="251821" y="220186"/>
                  </a:lnTo>
                  <a:lnTo>
                    <a:pt x="252072" y="220664"/>
                  </a:lnTo>
                  <a:lnTo>
                    <a:pt x="252313" y="221139"/>
                  </a:lnTo>
                  <a:lnTo>
                    <a:pt x="252557" y="221612"/>
                  </a:lnTo>
                  <a:lnTo>
                    <a:pt x="252806" y="222087"/>
                  </a:lnTo>
                  <a:lnTo>
                    <a:pt x="253045" y="222563"/>
                  </a:lnTo>
                  <a:lnTo>
                    <a:pt x="253290" y="223034"/>
                  </a:lnTo>
                  <a:lnTo>
                    <a:pt x="253534" y="223506"/>
                  </a:lnTo>
                  <a:lnTo>
                    <a:pt x="253783" y="223987"/>
                  </a:lnTo>
                  <a:lnTo>
                    <a:pt x="254023" y="224462"/>
                  </a:lnTo>
                  <a:lnTo>
                    <a:pt x="254265" y="224937"/>
                  </a:lnTo>
                  <a:lnTo>
                    <a:pt x="254516" y="225412"/>
                  </a:lnTo>
                  <a:lnTo>
                    <a:pt x="254762" y="225888"/>
                  </a:lnTo>
                  <a:lnTo>
                    <a:pt x="255008" y="226365"/>
                  </a:lnTo>
                  <a:lnTo>
                    <a:pt x="255244" y="226843"/>
                  </a:lnTo>
                  <a:lnTo>
                    <a:pt x="255486" y="227319"/>
                  </a:lnTo>
                  <a:lnTo>
                    <a:pt x="255773" y="227866"/>
                  </a:lnTo>
                  <a:lnTo>
                    <a:pt x="255988" y="228271"/>
                  </a:lnTo>
                  <a:lnTo>
                    <a:pt x="256246" y="228769"/>
                  </a:lnTo>
                  <a:lnTo>
                    <a:pt x="256477" y="229221"/>
                  </a:lnTo>
                  <a:lnTo>
                    <a:pt x="256721" y="229695"/>
                  </a:lnTo>
                  <a:lnTo>
                    <a:pt x="256966" y="230170"/>
                  </a:lnTo>
                  <a:lnTo>
                    <a:pt x="257216" y="230645"/>
                  </a:lnTo>
                  <a:lnTo>
                    <a:pt x="257467" y="231120"/>
                  </a:lnTo>
                  <a:lnTo>
                    <a:pt x="257718" y="231595"/>
                  </a:lnTo>
                  <a:lnTo>
                    <a:pt x="257962" y="232070"/>
                  </a:lnTo>
                  <a:lnTo>
                    <a:pt x="258021" y="232198"/>
                  </a:lnTo>
                  <a:lnTo>
                    <a:pt x="258195" y="232540"/>
                  </a:lnTo>
                  <a:lnTo>
                    <a:pt x="258442" y="233010"/>
                  </a:lnTo>
                  <a:lnTo>
                    <a:pt x="258685" y="233482"/>
                  </a:lnTo>
                  <a:lnTo>
                    <a:pt x="258926" y="233954"/>
                  </a:lnTo>
                  <a:lnTo>
                    <a:pt x="259169" y="234426"/>
                  </a:lnTo>
                  <a:lnTo>
                    <a:pt x="259412" y="234898"/>
                  </a:lnTo>
                  <a:lnTo>
                    <a:pt x="259655" y="235369"/>
                  </a:lnTo>
                  <a:lnTo>
                    <a:pt x="259897" y="235841"/>
                  </a:lnTo>
                  <a:lnTo>
                    <a:pt x="260140" y="236313"/>
                  </a:lnTo>
                  <a:lnTo>
                    <a:pt x="260455" y="236902"/>
                  </a:lnTo>
                  <a:lnTo>
                    <a:pt x="260670" y="237280"/>
                  </a:lnTo>
                  <a:lnTo>
                    <a:pt x="260753" y="237461"/>
                  </a:lnTo>
                  <a:lnTo>
                    <a:pt x="260386" y="237786"/>
                  </a:lnTo>
                  <a:lnTo>
                    <a:pt x="259647" y="238416"/>
                  </a:lnTo>
                  <a:lnTo>
                    <a:pt x="259258" y="238749"/>
                  </a:lnTo>
                  <a:lnTo>
                    <a:pt x="258877" y="239085"/>
                  </a:lnTo>
                  <a:lnTo>
                    <a:pt x="258489" y="239421"/>
                  </a:lnTo>
                  <a:lnTo>
                    <a:pt x="258085" y="239768"/>
                  </a:lnTo>
                  <a:lnTo>
                    <a:pt x="257684" y="240117"/>
                  </a:lnTo>
                  <a:lnTo>
                    <a:pt x="257276" y="240467"/>
                  </a:lnTo>
                  <a:lnTo>
                    <a:pt x="257083" y="240639"/>
                  </a:lnTo>
                  <a:lnTo>
                    <a:pt x="256026" y="241543"/>
                  </a:lnTo>
                  <a:lnTo>
                    <a:pt x="255761" y="241773"/>
                  </a:lnTo>
                  <a:lnTo>
                    <a:pt x="255615" y="241902"/>
                  </a:lnTo>
                  <a:lnTo>
                    <a:pt x="255460" y="242041"/>
                  </a:lnTo>
                  <a:lnTo>
                    <a:pt x="255296" y="242183"/>
                  </a:lnTo>
                  <a:lnTo>
                    <a:pt x="255100" y="242355"/>
                  </a:lnTo>
                  <a:lnTo>
                    <a:pt x="254329" y="243018"/>
                  </a:lnTo>
                  <a:lnTo>
                    <a:pt x="253976" y="243324"/>
                  </a:lnTo>
                  <a:lnTo>
                    <a:pt x="253729" y="243537"/>
                  </a:lnTo>
                  <a:lnTo>
                    <a:pt x="253425" y="243803"/>
                  </a:lnTo>
                  <a:lnTo>
                    <a:pt x="252942" y="244222"/>
                  </a:lnTo>
                  <a:lnTo>
                    <a:pt x="252718" y="244419"/>
                  </a:lnTo>
                  <a:lnTo>
                    <a:pt x="252545" y="244569"/>
                  </a:lnTo>
                  <a:lnTo>
                    <a:pt x="252141" y="244926"/>
                  </a:lnTo>
                  <a:lnTo>
                    <a:pt x="251747" y="245284"/>
                  </a:lnTo>
                  <a:lnTo>
                    <a:pt x="251552" y="245461"/>
                  </a:lnTo>
                  <a:lnTo>
                    <a:pt x="251348" y="245638"/>
                  </a:lnTo>
                  <a:lnTo>
                    <a:pt x="250951" y="245996"/>
                  </a:lnTo>
                  <a:lnTo>
                    <a:pt x="250701" y="246215"/>
                  </a:lnTo>
                  <a:lnTo>
                    <a:pt x="250546" y="246353"/>
                  </a:lnTo>
                  <a:lnTo>
                    <a:pt x="250375" y="246509"/>
                  </a:lnTo>
                  <a:lnTo>
                    <a:pt x="249907" y="246928"/>
                  </a:lnTo>
                  <a:lnTo>
                    <a:pt x="249733" y="247099"/>
                  </a:lnTo>
                  <a:lnTo>
                    <a:pt x="249985" y="247883"/>
                  </a:lnTo>
                  <a:lnTo>
                    <a:pt x="250281" y="248119"/>
                  </a:lnTo>
                  <a:lnTo>
                    <a:pt x="250589" y="248353"/>
                  </a:lnTo>
                  <a:lnTo>
                    <a:pt x="250589" y="248525"/>
                  </a:lnTo>
                  <a:lnTo>
                    <a:pt x="250458" y="249068"/>
                  </a:lnTo>
                  <a:lnTo>
                    <a:pt x="255455" y="254745"/>
                  </a:lnTo>
                  <a:lnTo>
                    <a:pt x="256245" y="255630"/>
                  </a:lnTo>
                  <a:lnTo>
                    <a:pt x="263424" y="263702"/>
                  </a:lnTo>
                  <a:lnTo>
                    <a:pt x="263771" y="264094"/>
                  </a:lnTo>
                  <a:lnTo>
                    <a:pt x="266676" y="267482"/>
                  </a:lnTo>
                  <a:lnTo>
                    <a:pt x="268084" y="268371"/>
                  </a:lnTo>
                  <a:lnTo>
                    <a:pt x="270112" y="269665"/>
                  </a:lnTo>
                  <a:lnTo>
                    <a:pt x="270874" y="270146"/>
                  </a:lnTo>
                  <a:lnTo>
                    <a:pt x="272540" y="271217"/>
                  </a:lnTo>
                  <a:lnTo>
                    <a:pt x="273157" y="271618"/>
                  </a:lnTo>
                  <a:lnTo>
                    <a:pt x="273350" y="271736"/>
                  </a:lnTo>
                  <a:lnTo>
                    <a:pt x="273855" y="272061"/>
                  </a:lnTo>
                  <a:lnTo>
                    <a:pt x="274775" y="272675"/>
                  </a:lnTo>
                  <a:lnTo>
                    <a:pt x="275258" y="272854"/>
                  </a:lnTo>
                  <a:lnTo>
                    <a:pt x="275959" y="273111"/>
                  </a:lnTo>
                  <a:lnTo>
                    <a:pt x="276745" y="273393"/>
                  </a:lnTo>
                  <a:lnTo>
                    <a:pt x="277281" y="273841"/>
                  </a:lnTo>
                  <a:lnTo>
                    <a:pt x="277685" y="274180"/>
                  </a:lnTo>
                  <a:lnTo>
                    <a:pt x="277832" y="274307"/>
                  </a:lnTo>
                  <a:lnTo>
                    <a:pt x="278195" y="274616"/>
                  </a:lnTo>
                  <a:lnTo>
                    <a:pt x="278372" y="274766"/>
                  </a:lnTo>
                  <a:lnTo>
                    <a:pt x="278908" y="275229"/>
                  </a:lnTo>
                  <a:lnTo>
                    <a:pt x="279133" y="275416"/>
                  </a:lnTo>
                  <a:lnTo>
                    <a:pt x="279319" y="275570"/>
                  </a:lnTo>
                  <a:lnTo>
                    <a:pt x="279450" y="275680"/>
                  </a:lnTo>
                  <a:lnTo>
                    <a:pt x="279923" y="276031"/>
                  </a:lnTo>
                  <a:lnTo>
                    <a:pt x="280147" y="276081"/>
                  </a:lnTo>
                  <a:lnTo>
                    <a:pt x="280848" y="276209"/>
                  </a:lnTo>
                  <a:lnTo>
                    <a:pt x="281593" y="276338"/>
                  </a:lnTo>
                  <a:lnTo>
                    <a:pt x="281908" y="276392"/>
                  </a:lnTo>
                  <a:lnTo>
                    <a:pt x="282125" y="276454"/>
                  </a:lnTo>
                  <a:lnTo>
                    <a:pt x="282756" y="276690"/>
                  </a:lnTo>
                  <a:lnTo>
                    <a:pt x="282932" y="276757"/>
                  </a:lnTo>
                  <a:lnTo>
                    <a:pt x="283761" y="277096"/>
                  </a:lnTo>
                  <a:lnTo>
                    <a:pt x="283767" y="277469"/>
                  </a:lnTo>
                  <a:lnTo>
                    <a:pt x="283779" y="277926"/>
                  </a:lnTo>
                  <a:lnTo>
                    <a:pt x="283788" y="278388"/>
                  </a:lnTo>
                  <a:lnTo>
                    <a:pt x="283805" y="278845"/>
                  </a:lnTo>
                  <a:lnTo>
                    <a:pt x="283817" y="279304"/>
                  </a:lnTo>
                  <a:lnTo>
                    <a:pt x="283828" y="279763"/>
                  </a:lnTo>
                  <a:lnTo>
                    <a:pt x="283842" y="280221"/>
                  </a:lnTo>
                  <a:lnTo>
                    <a:pt x="283857" y="280680"/>
                  </a:lnTo>
                  <a:lnTo>
                    <a:pt x="283870" y="281139"/>
                  </a:lnTo>
                  <a:lnTo>
                    <a:pt x="283883" y="281622"/>
                  </a:lnTo>
                  <a:lnTo>
                    <a:pt x="283893" y="282050"/>
                  </a:lnTo>
                  <a:lnTo>
                    <a:pt x="283905" y="282505"/>
                  </a:lnTo>
                  <a:lnTo>
                    <a:pt x="283918" y="282961"/>
                  </a:lnTo>
                  <a:lnTo>
                    <a:pt x="283933" y="283416"/>
                  </a:lnTo>
                  <a:lnTo>
                    <a:pt x="283947" y="283869"/>
                  </a:lnTo>
                  <a:lnTo>
                    <a:pt x="283955" y="284332"/>
                  </a:lnTo>
                  <a:lnTo>
                    <a:pt x="283970" y="284791"/>
                  </a:lnTo>
                  <a:lnTo>
                    <a:pt x="283983" y="285247"/>
                  </a:lnTo>
                  <a:lnTo>
                    <a:pt x="283996" y="285696"/>
                  </a:lnTo>
                  <a:lnTo>
                    <a:pt x="284008" y="286151"/>
                  </a:lnTo>
                  <a:lnTo>
                    <a:pt x="284019" y="286607"/>
                  </a:lnTo>
                  <a:lnTo>
                    <a:pt x="284031" y="287062"/>
                  </a:lnTo>
                  <a:lnTo>
                    <a:pt x="284042" y="287519"/>
                  </a:lnTo>
                  <a:lnTo>
                    <a:pt x="284086" y="289346"/>
                  </a:lnTo>
                  <a:lnTo>
                    <a:pt x="284097" y="289803"/>
                  </a:lnTo>
                  <a:lnTo>
                    <a:pt x="284136" y="290580"/>
                  </a:lnTo>
                  <a:lnTo>
                    <a:pt x="284166" y="291104"/>
                  </a:lnTo>
                  <a:lnTo>
                    <a:pt x="284181" y="291790"/>
                  </a:lnTo>
                  <a:lnTo>
                    <a:pt x="284191" y="292161"/>
                  </a:lnTo>
                  <a:lnTo>
                    <a:pt x="284197" y="292445"/>
                  </a:lnTo>
                  <a:lnTo>
                    <a:pt x="284248" y="294407"/>
                  </a:lnTo>
                  <a:lnTo>
                    <a:pt x="284286" y="295940"/>
                  </a:lnTo>
                  <a:lnTo>
                    <a:pt x="288052" y="294275"/>
                  </a:lnTo>
                  <a:lnTo>
                    <a:pt x="291754" y="292672"/>
                  </a:lnTo>
                  <a:lnTo>
                    <a:pt x="292584" y="292318"/>
                  </a:lnTo>
                  <a:lnTo>
                    <a:pt x="292992" y="292136"/>
                  </a:lnTo>
                  <a:lnTo>
                    <a:pt x="293431" y="291937"/>
                  </a:lnTo>
                  <a:lnTo>
                    <a:pt x="294441" y="291486"/>
                  </a:lnTo>
                  <a:lnTo>
                    <a:pt x="295422" y="291048"/>
                  </a:lnTo>
                  <a:lnTo>
                    <a:pt x="296009" y="290792"/>
                  </a:lnTo>
                  <a:lnTo>
                    <a:pt x="296518" y="290577"/>
                  </a:lnTo>
                  <a:lnTo>
                    <a:pt x="297233" y="290267"/>
                  </a:lnTo>
                  <a:lnTo>
                    <a:pt x="297645" y="289933"/>
                  </a:lnTo>
                  <a:lnTo>
                    <a:pt x="297352" y="289530"/>
                  </a:lnTo>
                  <a:lnTo>
                    <a:pt x="296924" y="288959"/>
                  </a:lnTo>
                  <a:lnTo>
                    <a:pt x="296505" y="288389"/>
                  </a:lnTo>
                  <a:lnTo>
                    <a:pt x="296203" y="287972"/>
                  </a:lnTo>
                  <a:lnTo>
                    <a:pt x="295868" y="287513"/>
                  </a:lnTo>
                  <a:lnTo>
                    <a:pt x="295666" y="287246"/>
                  </a:lnTo>
                  <a:lnTo>
                    <a:pt x="295262" y="286706"/>
                  </a:lnTo>
                  <a:lnTo>
                    <a:pt x="294992" y="286335"/>
                  </a:lnTo>
                  <a:lnTo>
                    <a:pt x="296110" y="285980"/>
                  </a:lnTo>
                  <a:lnTo>
                    <a:pt x="297365" y="285612"/>
                  </a:lnTo>
                  <a:lnTo>
                    <a:pt x="297803" y="285481"/>
                  </a:lnTo>
                  <a:lnTo>
                    <a:pt x="298217" y="285354"/>
                  </a:lnTo>
                  <a:lnTo>
                    <a:pt x="298581" y="285248"/>
                  </a:lnTo>
                  <a:lnTo>
                    <a:pt x="299070" y="285101"/>
                  </a:lnTo>
                  <a:lnTo>
                    <a:pt x="299650" y="284941"/>
                  </a:lnTo>
                  <a:lnTo>
                    <a:pt x="299817" y="285667"/>
                  </a:lnTo>
                  <a:lnTo>
                    <a:pt x="299943" y="286242"/>
                  </a:lnTo>
                  <a:lnTo>
                    <a:pt x="300066" y="286804"/>
                  </a:lnTo>
                  <a:lnTo>
                    <a:pt x="300193" y="287350"/>
                  </a:lnTo>
                  <a:lnTo>
                    <a:pt x="300316" y="287908"/>
                  </a:lnTo>
                  <a:lnTo>
                    <a:pt x="300450" y="288479"/>
                  </a:lnTo>
                  <a:lnTo>
                    <a:pt x="300564" y="289029"/>
                  </a:lnTo>
                  <a:lnTo>
                    <a:pt x="300632" y="289264"/>
                  </a:lnTo>
                  <a:lnTo>
                    <a:pt x="300814" y="289495"/>
                  </a:lnTo>
                  <a:lnTo>
                    <a:pt x="300910" y="289661"/>
                  </a:lnTo>
                  <a:lnTo>
                    <a:pt x="301018" y="289925"/>
                  </a:lnTo>
                  <a:lnTo>
                    <a:pt x="301269" y="290273"/>
                  </a:lnTo>
                  <a:lnTo>
                    <a:pt x="301874" y="290898"/>
                  </a:lnTo>
                  <a:lnTo>
                    <a:pt x="302170" y="291112"/>
                  </a:lnTo>
                  <a:lnTo>
                    <a:pt x="302419" y="291201"/>
                  </a:lnTo>
                  <a:lnTo>
                    <a:pt x="302714" y="291341"/>
                  </a:lnTo>
                  <a:lnTo>
                    <a:pt x="303620" y="291806"/>
                  </a:lnTo>
                  <a:lnTo>
                    <a:pt x="304208" y="292167"/>
                  </a:lnTo>
                  <a:lnTo>
                    <a:pt x="304515" y="292426"/>
                  </a:lnTo>
                  <a:lnTo>
                    <a:pt x="304846" y="292809"/>
                  </a:lnTo>
                  <a:lnTo>
                    <a:pt x="305570" y="293437"/>
                  </a:lnTo>
                  <a:lnTo>
                    <a:pt x="305845" y="293640"/>
                  </a:lnTo>
                  <a:lnTo>
                    <a:pt x="305825" y="292903"/>
                  </a:lnTo>
                  <a:lnTo>
                    <a:pt x="305449" y="288732"/>
                  </a:lnTo>
                  <a:lnTo>
                    <a:pt x="305436" y="288563"/>
                  </a:lnTo>
                  <a:lnTo>
                    <a:pt x="305827" y="288396"/>
                  </a:lnTo>
                  <a:lnTo>
                    <a:pt x="306352" y="288162"/>
                  </a:lnTo>
                  <a:lnTo>
                    <a:pt x="307268" y="287744"/>
                  </a:lnTo>
                  <a:lnTo>
                    <a:pt x="308189" y="287329"/>
                  </a:lnTo>
                  <a:lnTo>
                    <a:pt x="309107" y="286909"/>
                  </a:lnTo>
                  <a:lnTo>
                    <a:pt x="310026" y="286490"/>
                  </a:lnTo>
                  <a:lnTo>
                    <a:pt x="310602" y="286237"/>
                  </a:lnTo>
                  <a:lnTo>
                    <a:pt x="310945" y="286080"/>
                  </a:lnTo>
                  <a:lnTo>
                    <a:pt x="311358" y="285885"/>
                  </a:lnTo>
                  <a:lnTo>
                    <a:pt x="311854" y="285663"/>
                  </a:lnTo>
                  <a:lnTo>
                    <a:pt x="312761" y="285251"/>
                  </a:lnTo>
                  <a:lnTo>
                    <a:pt x="313668" y="284838"/>
                  </a:lnTo>
                  <a:lnTo>
                    <a:pt x="314629" y="284426"/>
                  </a:lnTo>
                  <a:lnTo>
                    <a:pt x="314981" y="285046"/>
                  </a:lnTo>
                  <a:lnTo>
                    <a:pt x="315432" y="285879"/>
                  </a:lnTo>
                  <a:lnTo>
                    <a:pt x="315828" y="286589"/>
                  </a:lnTo>
                  <a:lnTo>
                    <a:pt x="316059" y="287005"/>
                  </a:lnTo>
                  <a:lnTo>
                    <a:pt x="316224" y="287299"/>
                  </a:lnTo>
                  <a:lnTo>
                    <a:pt x="316327" y="287484"/>
                  </a:lnTo>
                  <a:lnTo>
                    <a:pt x="316542" y="287878"/>
                  </a:lnTo>
                  <a:lnTo>
                    <a:pt x="316735" y="288224"/>
                  </a:lnTo>
                  <a:lnTo>
                    <a:pt x="316876" y="288482"/>
                  </a:lnTo>
                  <a:lnTo>
                    <a:pt x="317044" y="288788"/>
                  </a:lnTo>
                  <a:lnTo>
                    <a:pt x="317133" y="288956"/>
                  </a:lnTo>
                  <a:lnTo>
                    <a:pt x="317394" y="289244"/>
                  </a:lnTo>
                  <a:lnTo>
                    <a:pt x="317841" y="289393"/>
                  </a:lnTo>
                  <a:lnTo>
                    <a:pt x="318159" y="289501"/>
                  </a:lnTo>
                  <a:lnTo>
                    <a:pt x="318394" y="289577"/>
                  </a:lnTo>
                  <a:lnTo>
                    <a:pt x="318549" y="289630"/>
                  </a:lnTo>
                  <a:lnTo>
                    <a:pt x="318859" y="289734"/>
                  </a:lnTo>
                  <a:lnTo>
                    <a:pt x="319019" y="289788"/>
                  </a:lnTo>
                  <a:lnTo>
                    <a:pt x="319267" y="289870"/>
                  </a:lnTo>
                  <a:lnTo>
                    <a:pt x="319553" y="289961"/>
                  </a:lnTo>
                  <a:lnTo>
                    <a:pt x="319731" y="290018"/>
                  </a:lnTo>
                  <a:lnTo>
                    <a:pt x="319898" y="290073"/>
                  </a:lnTo>
                  <a:lnTo>
                    <a:pt x="320142" y="290140"/>
                  </a:lnTo>
                  <a:lnTo>
                    <a:pt x="320419" y="289637"/>
                  </a:lnTo>
                  <a:lnTo>
                    <a:pt x="320657" y="289189"/>
                  </a:lnTo>
                  <a:lnTo>
                    <a:pt x="320984" y="288554"/>
                  </a:lnTo>
                  <a:lnTo>
                    <a:pt x="321145" y="288262"/>
                  </a:lnTo>
                  <a:lnTo>
                    <a:pt x="321256" y="288055"/>
                  </a:lnTo>
                  <a:lnTo>
                    <a:pt x="323507" y="286327"/>
                  </a:lnTo>
                  <a:lnTo>
                    <a:pt x="323568" y="281623"/>
                  </a:lnTo>
                  <a:lnTo>
                    <a:pt x="323584" y="280362"/>
                  </a:lnTo>
                  <a:lnTo>
                    <a:pt x="327271" y="280479"/>
                  </a:lnTo>
                  <a:lnTo>
                    <a:pt x="328682" y="280524"/>
                  </a:lnTo>
                  <a:lnTo>
                    <a:pt x="332471" y="280705"/>
                  </a:lnTo>
                  <a:lnTo>
                    <a:pt x="336131" y="280813"/>
                  </a:lnTo>
                  <a:lnTo>
                    <a:pt x="339110" y="280891"/>
                  </a:lnTo>
                  <a:lnTo>
                    <a:pt x="342115" y="280971"/>
                  </a:lnTo>
                  <a:lnTo>
                    <a:pt x="347193" y="276345"/>
                  </a:lnTo>
                  <a:lnTo>
                    <a:pt x="350957" y="276646"/>
                  </a:lnTo>
                  <a:lnTo>
                    <a:pt x="354544" y="276935"/>
                  </a:lnTo>
                  <a:lnTo>
                    <a:pt x="361991" y="277599"/>
                  </a:lnTo>
                  <a:lnTo>
                    <a:pt x="362796" y="277622"/>
                  </a:lnTo>
                  <a:lnTo>
                    <a:pt x="365357" y="277697"/>
                  </a:lnTo>
                  <a:lnTo>
                    <a:pt x="367765" y="279444"/>
                  </a:lnTo>
                  <a:lnTo>
                    <a:pt x="369298" y="281623"/>
                  </a:lnTo>
                  <a:lnTo>
                    <a:pt x="370010" y="282636"/>
                  </a:lnTo>
                  <a:lnTo>
                    <a:pt x="373302" y="287389"/>
                  </a:lnTo>
                  <a:lnTo>
                    <a:pt x="373898" y="287961"/>
                  </a:lnTo>
                  <a:lnTo>
                    <a:pt x="374023" y="290586"/>
                  </a:lnTo>
                  <a:lnTo>
                    <a:pt x="374149" y="293234"/>
                  </a:lnTo>
                  <a:lnTo>
                    <a:pt x="370692" y="297395"/>
                  </a:lnTo>
                  <a:lnTo>
                    <a:pt x="370691" y="299543"/>
                  </a:lnTo>
                  <a:lnTo>
                    <a:pt x="370690" y="303874"/>
                  </a:lnTo>
                  <a:lnTo>
                    <a:pt x="370689" y="308503"/>
                  </a:lnTo>
                  <a:lnTo>
                    <a:pt x="370688" y="311567"/>
                  </a:lnTo>
                  <a:lnTo>
                    <a:pt x="370245" y="311752"/>
                  </a:lnTo>
                  <a:lnTo>
                    <a:pt x="369493" y="312193"/>
                  </a:lnTo>
                  <a:lnTo>
                    <a:pt x="368840" y="312549"/>
                  </a:lnTo>
                  <a:lnTo>
                    <a:pt x="368125" y="312939"/>
                  </a:lnTo>
                  <a:lnTo>
                    <a:pt x="367964" y="313028"/>
                  </a:lnTo>
                  <a:lnTo>
                    <a:pt x="367401" y="313336"/>
                  </a:lnTo>
                  <a:lnTo>
                    <a:pt x="366687" y="313726"/>
                  </a:lnTo>
                  <a:lnTo>
                    <a:pt x="366021" y="314087"/>
                  </a:lnTo>
                  <a:lnTo>
                    <a:pt x="365265" y="314500"/>
                  </a:lnTo>
                  <a:lnTo>
                    <a:pt x="364480" y="314929"/>
                  </a:lnTo>
                  <a:lnTo>
                    <a:pt x="363845" y="315277"/>
                  </a:lnTo>
                  <a:lnTo>
                    <a:pt x="363598" y="315413"/>
                  </a:lnTo>
                  <a:lnTo>
                    <a:pt x="363021" y="315730"/>
                  </a:lnTo>
                  <a:lnTo>
                    <a:pt x="362743" y="315896"/>
                  </a:lnTo>
                  <a:lnTo>
                    <a:pt x="362506" y="316093"/>
                  </a:lnTo>
                  <a:lnTo>
                    <a:pt x="362049" y="316508"/>
                  </a:lnTo>
                  <a:lnTo>
                    <a:pt x="361929" y="316666"/>
                  </a:lnTo>
                  <a:lnTo>
                    <a:pt x="360578" y="318366"/>
                  </a:lnTo>
                  <a:lnTo>
                    <a:pt x="360488" y="318684"/>
                  </a:lnTo>
                  <a:lnTo>
                    <a:pt x="360447" y="318815"/>
                  </a:lnTo>
                  <a:lnTo>
                    <a:pt x="360358" y="319147"/>
                  </a:lnTo>
                  <a:lnTo>
                    <a:pt x="360309" y="319312"/>
                  </a:lnTo>
                  <a:lnTo>
                    <a:pt x="360176" y="319779"/>
                  </a:lnTo>
                  <a:lnTo>
                    <a:pt x="360004" y="320391"/>
                  </a:lnTo>
                  <a:lnTo>
                    <a:pt x="359847" y="320956"/>
                  </a:lnTo>
                  <a:lnTo>
                    <a:pt x="359678" y="321542"/>
                  </a:lnTo>
                  <a:lnTo>
                    <a:pt x="359545" y="322037"/>
                  </a:lnTo>
                  <a:lnTo>
                    <a:pt x="359473" y="322270"/>
                  </a:lnTo>
                  <a:lnTo>
                    <a:pt x="359411" y="322506"/>
                  </a:lnTo>
                  <a:lnTo>
                    <a:pt x="359202" y="323073"/>
                  </a:lnTo>
                  <a:lnTo>
                    <a:pt x="359027" y="323204"/>
                  </a:lnTo>
                  <a:lnTo>
                    <a:pt x="358863" y="323322"/>
                  </a:lnTo>
                  <a:lnTo>
                    <a:pt x="358321" y="323781"/>
                  </a:lnTo>
                  <a:lnTo>
                    <a:pt x="358002" y="324042"/>
                  </a:lnTo>
                  <a:lnTo>
                    <a:pt x="357822" y="324189"/>
                  </a:lnTo>
                  <a:lnTo>
                    <a:pt x="357551" y="324402"/>
                  </a:lnTo>
                  <a:lnTo>
                    <a:pt x="357290" y="324617"/>
                  </a:lnTo>
                  <a:lnTo>
                    <a:pt x="357055" y="324817"/>
                  </a:lnTo>
                  <a:lnTo>
                    <a:pt x="356899" y="324930"/>
                  </a:lnTo>
                  <a:lnTo>
                    <a:pt x="356555" y="325148"/>
                  </a:lnTo>
                  <a:lnTo>
                    <a:pt x="356385" y="325237"/>
                  </a:lnTo>
                  <a:lnTo>
                    <a:pt x="356195" y="325357"/>
                  </a:lnTo>
                  <a:lnTo>
                    <a:pt x="356032" y="325440"/>
                  </a:lnTo>
                  <a:lnTo>
                    <a:pt x="355874" y="325501"/>
                  </a:lnTo>
                  <a:lnTo>
                    <a:pt x="355642" y="325608"/>
                  </a:lnTo>
                  <a:lnTo>
                    <a:pt x="355160" y="325761"/>
                  </a:lnTo>
                  <a:lnTo>
                    <a:pt x="354951" y="325796"/>
                  </a:lnTo>
                  <a:lnTo>
                    <a:pt x="354775" y="325823"/>
                  </a:lnTo>
                  <a:lnTo>
                    <a:pt x="354534" y="325843"/>
                  </a:lnTo>
                  <a:lnTo>
                    <a:pt x="354236" y="325881"/>
                  </a:lnTo>
                  <a:lnTo>
                    <a:pt x="353903" y="325901"/>
                  </a:lnTo>
                  <a:lnTo>
                    <a:pt x="353720" y="325921"/>
                  </a:lnTo>
                  <a:lnTo>
                    <a:pt x="353411" y="325939"/>
                  </a:lnTo>
                  <a:lnTo>
                    <a:pt x="353148" y="325961"/>
                  </a:lnTo>
                  <a:lnTo>
                    <a:pt x="352795" y="325977"/>
                  </a:lnTo>
                  <a:lnTo>
                    <a:pt x="352549" y="325997"/>
                  </a:lnTo>
                  <a:lnTo>
                    <a:pt x="352262" y="326024"/>
                  </a:lnTo>
                  <a:lnTo>
                    <a:pt x="351930" y="326045"/>
                  </a:lnTo>
                  <a:lnTo>
                    <a:pt x="351610" y="326059"/>
                  </a:lnTo>
                  <a:lnTo>
                    <a:pt x="351407" y="326063"/>
                  </a:lnTo>
                  <a:lnTo>
                    <a:pt x="350772" y="326262"/>
                  </a:lnTo>
                  <a:lnTo>
                    <a:pt x="350677" y="326437"/>
                  </a:lnTo>
                  <a:lnTo>
                    <a:pt x="350583" y="326585"/>
                  </a:lnTo>
                  <a:lnTo>
                    <a:pt x="350213" y="326980"/>
                  </a:lnTo>
                  <a:lnTo>
                    <a:pt x="350088" y="327202"/>
                  </a:lnTo>
                  <a:lnTo>
                    <a:pt x="349811" y="327393"/>
                  </a:lnTo>
                  <a:lnTo>
                    <a:pt x="349584" y="327604"/>
                  </a:lnTo>
                  <a:lnTo>
                    <a:pt x="349135" y="327972"/>
                  </a:lnTo>
                  <a:lnTo>
                    <a:pt x="348741" y="328254"/>
                  </a:lnTo>
                  <a:lnTo>
                    <a:pt x="348228" y="328570"/>
                  </a:lnTo>
                  <a:lnTo>
                    <a:pt x="347552" y="328950"/>
                  </a:lnTo>
                  <a:lnTo>
                    <a:pt x="347398" y="329044"/>
                  </a:lnTo>
                  <a:lnTo>
                    <a:pt x="347254" y="329060"/>
                  </a:lnTo>
                  <a:lnTo>
                    <a:pt x="347037" y="329116"/>
                  </a:lnTo>
                  <a:lnTo>
                    <a:pt x="346751" y="329387"/>
                  </a:lnTo>
                  <a:lnTo>
                    <a:pt x="345544" y="329929"/>
                  </a:lnTo>
                  <a:lnTo>
                    <a:pt x="345287" y="330058"/>
                  </a:lnTo>
                  <a:lnTo>
                    <a:pt x="344960" y="330273"/>
                  </a:lnTo>
                  <a:lnTo>
                    <a:pt x="344752" y="330377"/>
                  </a:lnTo>
                  <a:lnTo>
                    <a:pt x="344305" y="330556"/>
                  </a:lnTo>
                  <a:lnTo>
                    <a:pt x="344138" y="330596"/>
                  </a:lnTo>
                  <a:lnTo>
                    <a:pt x="343955" y="330661"/>
                  </a:lnTo>
                  <a:lnTo>
                    <a:pt x="343095" y="331067"/>
                  </a:lnTo>
                  <a:lnTo>
                    <a:pt x="341969" y="331546"/>
                  </a:lnTo>
                  <a:lnTo>
                    <a:pt x="341790" y="331610"/>
                  </a:lnTo>
                  <a:lnTo>
                    <a:pt x="341441" y="331688"/>
                  </a:lnTo>
                  <a:lnTo>
                    <a:pt x="341225" y="331820"/>
                  </a:lnTo>
                  <a:lnTo>
                    <a:pt x="340860" y="332078"/>
                  </a:lnTo>
                  <a:lnTo>
                    <a:pt x="340640" y="332301"/>
                  </a:lnTo>
                  <a:lnTo>
                    <a:pt x="340428" y="332424"/>
                  </a:lnTo>
                  <a:lnTo>
                    <a:pt x="340003" y="332592"/>
                  </a:lnTo>
                  <a:lnTo>
                    <a:pt x="339820" y="332621"/>
                  </a:lnTo>
                  <a:lnTo>
                    <a:pt x="339440" y="332747"/>
                  </a:lnTo>
                  <a:lnTo>
                    <a:pt x="339280" y="332761"/>
                  </a:lnTo>
                  <a:lnTo>
                    <a:pt x="339064" y="332749"/>
                  </a:lnTo>
                  <a:lnTo>
                    <a:pt x="338637" y="332771"/>
                  </a:lnTo>
                  <a:lnTo>
                    <a:pt x="338395" y="332687"/>
                  </a:lnTo>
                  <a:lnTo>
                    <a:pt x="337906" y="332450"/>
                  </a:lnTo>
                  <a:lnTo>
                    <a:pt x="337660" y="332176"/>
                  </a:lnTo>
                  <a:lnTo>
                    <a:pt x="337257" y="332044"/>
                  </a:lnTo>
                  <a:lnTo>
                    <a:pt x="336984" y="332010"/>
                  </a:lnTo>
                  <a:lnTo>
                    <a:pt x="336714" y="332051"/>
                  </a:lnTo>
                  <a:lnTo>
                    <a:pt x="336449" y="332192"/>
                  </a:lnTo>
                  <a:lnTo>
                    <a:pt x="336348" y="332408"/>
                  </a:lnTo>
                  <a:lnTo>
                    <a:pt x="336258" y="332698"/>
                  </a:lnTo>
                  <a:lnTo>
                    <a:pt x="336419" y="332778"/>
                  </a:lnTo>
                  <a:lnTo>
                    <a:pt x="336749" y="333017"/>
                  </a:lnTo>
                  <a:lnTo>
                    <a:pt x="336782" y="333174"/>
                  </a:lnTo>
                  <a:lnTo>
                    <a:pt x="346161" y="332484"/>
                  </a:lnTo>
                  <a:lnTo>
                    <a:pt x="346518" y="332434"/>
                  </a:lnTo>
                  <a:lnTo>
                    <a:pt x="346947" y="332424"/>
                  </a:lnTo>
                  <a:lnTo>
                    <a:pt x="347474" y="332440"/>
                  </a:lnTo>
                  <a:lnTo>
                    <a:pt x="347876" y="332523"/>
                  </a:lnTo>
                  <a:lnTo>
                    <a:pt x="348345" y="332687"/>
                  </a:lnTo>
                  <a:lnTo>
                    <a:pt x="348927" y="332921"/>
                  </a:lnTo>
                  <a:lnTo>
                    <a:pt x="349670" y="333113"/>
                  </a:lnTo>
                  <a:lnTo>
                    <a:pt x="350489" y="333185"/>
                  </a:lnTo>
                  <a:lnTo>
                    <a:pt x="351031" y="333311"/>
                  </a:lnTo>
                  <a:lnTo>
                    <a:pt x="351349" y="333403"/>
                  </a:lnTo>
                  <a:lnTo>
                    <a:pt x="351888" y="333506"/>
                  </a:lnTo>
                  <a:lnTo>
                    <a:pt x="353241" y="333676"/>
                  </a:lnTo>
                  <a:lnTo>
                    <a:pt x="353906" y="333717"/>
                  </a:lnTo>
                  <a:lnTo>
                    <a:pt x="354222" y="333844"/>
                  </a:lnTo>
                  <a:lnTo>
                    <a:pt x="357413" y="337113"/>
                  </a:lnTo>
                  <a:lnTo>
                    <a:pt x="358176" y="337867"/>
                  </a:lnTo>
                  <a:lnTo>
                    <a:pt x="361057" y="338967"/>
                  </a:lnTo>
                  <a:lnTo>
                    <a:pt x="364389" y="339585"/>
                  </a:lnTo>
                  <a:lnTo>
                    <a:pt x="368154" y="342310"/>
                  </a:lnTo>
                  <a:lnTo>
                    <a:pt x="374333" y="343426"/>
                  </a:lnTo>
                  <a:lnTo>
                    <a:pt x="374898" y="344207"/>
                  </a:lnTo>
                  <a:lnTo>
                    <a:pt x="375055" y="344386"/>
                  </a:lnTo>
                  <a:lnTo>
                    <a:pt x="377454" y="347507"/>
                  </a:lnTo>
                  <a:lnTo>
                    <a:pt x="376850" y="349456"/>
                  </a:lnTo>
                  <a:lnTo>
                    <a:pt x="378059" y="352872"/>
                  </a:lnTo>
                  <a:lnTo>
                    <a:pt x="383642" y="354115"/>
                  </a:lnTo>
                  <a:lnTo>
                    <a:pt x="386308" y="354377"/>
                  </a:lnTo>
                  <a:lnTo>
                    <a:pt x="386262" y="358701"/>
                  </a:lnTo>
                  <a:lnTo>
                    <a:pt x="386916" y="358707"/>
                  </a:lnTo>
                  <a:lnTo>
                    <a:pt x="387086" y="358692"/>
                  </a:lnTo>
                  <a:lnTo>
                    <a:pt x="387479" y="358705"/>
                  </a:lnTo>
                  <a:lnTo>
                    <a:pt x="387713" y="358740"/>
                  </a:lnTo>
                  <a:lnTo>
                    <a:pt x="388191" y="358817"/>
                  </a:lnTo>
                  <a:lnTo>
                    <a:pt x="388437" y="358833"/>
                  </a:lnTo>
                  <a:lnTo>
                    <a:pt x="389087" y="358921"/>
                  </a:lnTo>
                  <a:lnTo>
                    <a:pt x="389512" y="359081"/>
                  </a:lnTo>
                  <a:lnTo>
                    <a:pt x="389777" y="359027"/>
                  </a:lnTo>
                  <a:lnTo>
                    <a:pt x="390345" y="359187"/>
                  </a:lnTo>
                  <a:lnTo>
                    <a:pt x="390735" y="359233"/>
                  </a:lnTo>
                  <a:lnTo>
                    <a:pt x="390878" y="359323"/>
                  </a:lnTo>
                  <a:lnTo>
                    <a:pt x="391490" y="359365"/>
                  </a:lnTo>
                  <a:lnTo>
                    <a:pt x="392253" y="359320"/>
                  </a:lnTo>
                  <a:lnTo>
                    <a:pt x="392757" y="359251"/>
                  </a:lnTo>
                  <a:lnTo>
                    <a:pt x="393075" y="359246"/>
                  </a:lnTo>
                  <a:lnTo>
                    <a:pt x="393275" y="359192"/>
                  </a:lnTo>
                  <a:lnTo>
                    <a:pt x="393493" y="359186"/>
                  </a:lnTo>
                  <a:lnTo>
                    <a:pt x="394050" y="359087"/>
                  </a:lnTo>
                  <a:lnTo>
                    <a:pt x="394901" y="358853"/>
                  </a:lnTo>
                  <a:lnTo>
                    <a:pt x="395248" y="358711"/>
                  </a:lnTo>
                  <a:lnTo>
                    <a:pt x="395533" y="358675"/>
                  </a:lnTo>
                  <a:lnTo>
                    <a:pt x="395847" y="358573"/>
                  </a:lnTo>
                  <a:lnTo>
                    <a:pt x="396057" y="358482"/>
                  </a:lnTo>
                  <a:lnTo>
                    <a:pt x="396267" y="358456"/>
                  </a:lnTo>
                  <a:lnTo>
                    <a:pt x="396532" y="358458"/>
                  </a:lnTo>
                  <a:lnTo>
                    <a:pt x="397176" y="358582"/>
                  </a:lnTo>
                  <a:lnTo>
                    <a:pt x="397355" y="358595"/>
                  </a:lnTo>
                  <a:lnTo>
                    <a:pt x="397857" y="358583"/>
                  </a:lnTo>
                  <a:lnTo>
                    <a:pt x="398311" y="358485"/>
                  </a:lnTo>
                  <a:lnTo>
                    <a:pt x="402029" y="358473"/>
                  </a:lnTo>
                  <a:lnTo>
                    <a:pt x="402160" y="361398"/>
                  </a:lnTo>
                  <a:lnTo>
                    <a:pt x="402261" y="364721"/>
                  </a:lnTo>
                  <a:lnTo>
                    <a:pt x="402345" y="366905"/>
                  </a:lnTo>
                  <a:lnTo>
                    <a:pt x="402495" y="369100"/>
                  </a:lnTo>
                  <a:lnTo>
                    <a:pt x="402514" y="369261"/>
                  </a:lnTo>
                  <a:lnTo>
                    <a:pt x="402508" y="369566"/>
                  </a:lnTo>
                  <a:lnTo>
                    <a:pt x="402812" y="369760"/>
                  </a:lnTo>
                  <a:lnTo>
                    <a:pt x="402787" y="370045"/>
                  </a:lnTo>
                  <a:lnTo>
                    <a:pt x="402774" y="370250"/>
                  </a:lnTo>
                  <a:lnTo>
                    <a:pt x="402716" y="370719"/>
                  </a:lnTo>
                  <a:lnTo>
                    <a:pt x="402825" y="370910"/>
                  </a:lnTo>
                  <a:lnTo>
                    <a:pt x="402928" y="371222"/>
                  </a:lnTo>
                  <a:lnTo>
                    <a:pt x="403020" y="371456"/>
                  </a:lnTo>
                  <a:lnTo>
                    <a:pt x="403113" y="371914"/>
                  </a:lnTo>
                  <a:lnTo>
                    <a:pt x="403214" y="372280"/>
                  </a:lnTo>
                  <a:lnTo>
                    <a:pt x="403222" y="372426"/>
                  </a:lnTo>
                  <a:lnTo>
                    <a:pt x="403375" y="372685"/>
                  </a:lnTo>
                  <a:lnTo>
                    <a:pt x="403433" y="372853"/>
                  </a:lnTo>
                  <a:lnTo>
                    <a:pt x="403486" y="373130"/>
                  </a:lnTo>
                  <a:lnTo>
                    <a:pt x="403677" y="373602"/>
                  </a:lnTo>
                  <a:lnTo>
                    <a:pt x="403692" y="373979"/>
                  </a:lnTo>
                  <a:lnTo>
                    <a:pt x="403696" y="374148"/>
                  </a:lnTo>
                  <a:lnTo>
                    <a:pt x="403768" y="374301"/>
                  </a:lnTo>
                  <a:lnTo>
                    <a:pt x="403501" y="374531"/>
                  </a:lnTo>
                  <a:lnTo>
                    <a:pt x="402023" y="376110"/>
                  </a:lnTo>
                  <a:lnTo>
                    <a:pt x="401887" y="376280"/>
                  </a:lnTo>
                  <a:lnTo>
                    <a:pt x="402049" y="376757"/>
                  </a:lnTo>
                  <a:lnTo>
                    <a:pt x="402001" y="378147"/>
                  </a:lnTo>
                  <a:lnTo>
                    <a:pt x="401981" y="378711"/>
                  </a:lnTo>
                  <a:lnTo>
                    <a:pt x="402177" y="378810"/>
                  </a:lnTo>
                  <a:lnTo>
                    <a:pt x="402399" y="379009"/>
                  </a:lnTo>
                  <a:lnTo>
                    <a:pt x="402764" y="379258"/>
                  </a:lnTo>
                  <a:lnTo>
                    <a:pt x="403488" y="379764"/>
                  </a:lnTo>
                  <a:lnTo>
                    <a:pt x="404139" y="380202"/>
                  </a:lnTo>
                  <a:lnTo>
                    <a:pt x="404430" y="380426"/>
                  </a:lnTo>
                  <a:lnTo>
                    <a:pt x="404568" y="380192"/>
                  </a:lnTo>
                  <a:lnTo>
                    <a:pt x="405359" y="378578"/>
                  </a:lnTo>
                  <a:lnTo>
                    <a:pt x="406794" y="379281"/>
                  </a:lnTo>
                  <a:lnTo>
                    <a:pt x="408175" y="379987"/>
                  </a:lnTo>
                  <a:lnTo>
                    <a:pt x="408396" y="380194"/>
                  </a:lnTo>
                  <a:lnTo>
                    <a:pt x="408487" y="380951"/>
                  </a:lnTo>
                  <a:lnTo>
                    <a:pt x="408545" y="381424"/>
                  </a:lnTo>
                  <a:lnTo>
                    <a:pt x="408614" y="381993"/>
                  </a:lnTo>
                  <a:lnTo>
                    <a:pt x="408569" y="382160"/>
                  </a:lnTo>
                  <a:lnTo>
                    <a:pt x="408515" y="382367"/>
                  </a:lnTo>
                  <a:lnTo>
                    <a:pt x="408467" y="382547"/>
                  </a:lnTo>
                  <a:lnTo>
                    <a:pt x="408417" y="382734"/>
                  </a:lnTo>
                  <a:lnTo>
                    <a:pt x="408325" y="383081"/>
                  </a:lnTo>
                  <a:lnTo>
                    <a:pt x="408270" y="383221"/>
                  </a:lnTo>
                  <a:lnTo>
                    <a:pt x="408940" y="383084"/>
                  </a:lnTo>
                  <a:lnTo>
                    <a:pt x="411725" y="382425"/>
                  </a:lnTo>
                  <a:lnTo>
                    <a:pt x="416031" y="381442"/>
                  </a:lnTo>
                  <a:lnTo>
                    <a:pt x="416198" y="381381"/>
                  </a:lnTo>
                  <a:lnTo>
                    <a:pt x="417885" y="380548"/>
                  </a:lnTo>
                  <a:lnTo>
                    <a:pt x="418585" y="380193"/>
                  </a:lnTo>
                  <a:lnTo>
                    <a:pt x="420822" y="379058"/>
                  </a:lnTo>
                  <a:lnTo>
                    <a:pt x="420403" y="380194"/>
                  </a:lnTo>
                  <a:lnTo>
                    <a:pt x="420209" y="380819"/>
                  </a:lnTo>
                  <a:lnTo>
                    <a:pt x="419834" y="381805"/>
                  </a:lnTo>
                  <a:lnTo>
                    <a:pt x="419627" y="382425"/>
                  </a:lnTo>
                  <a:lnTo>
                    <a:pt x="419396" y="382983"/>
                  </a:lnTo>
                  <a:lnTo>
                    <a:pt x="420422" y="384449"/>
                  </a:lnTo>
                  <a:lnTo>
                    <a:pt x="421159" y="385311"/>
                  </a:lnTo>
                  <a:lnTo>
                    <a:pt x="421163" y="385440"/>
                  </a:lnTo>
                  <a:lnTo>
                    <a:pt x="421217" y="385635"/>
                  </a:lnTo>
                  <a:lnTo>
                    <a:pt x="421249" y="386301"/>
                  </a:lnTo>
                  <a:lnTo>
                    <a:pt x="421353" y="387786"/>
                  </a:lnTo>
                  <a:lnTo>
                    <a:pt x="422323" y="387790"/>
                  </a:lnTo>
                  <a:lnTo>
                    <a:pt x="423227" y="388321"/>
                  </a:lnTo>
                  <a:lnTo>
                    <a:pt x="424369" y="388276"/>
                  </a:lnTo>
                  <a:lnTo>
                    <a:pt x="425819" y="388444"/>
                  </a:lnTo>
                  <a:lnTo>
                    <a:pt x="425876" y="388579"/>
                  </a:lnTo>
                  <a:lnTo>
                    <a:pt x="426026" y="388982"/>
                  </a:lnTo>
                  <a:lnTo>
                    <a:pt x="426099" y="389334"/>
                  </a:lnTo>
                  <a:lnTo>
                    <a:pt x="425266" y="390744"/>
                  </a:lnTo>
                  <a:lnTo>
                    <a:pt x="424653" y="390857"/>
                  </a:lnTo>
                  <a:lnTo>
                    <a:pt x="424536" y="391029"/>
                  </a:lnTo>
                  <a:lnTo>
                    <a:pt x="424557" y="391393"/>
                  </a:lnTo>
                  <a:lnTo>
                    <a:pt x="425052" y="391883"/>
                  </a:lnTo>
                  <a:lnTo>
                    <a:pt x="425764" y="392166"/>
                  </a:lnTo>
                  <a:lnTo>
                    <a:pt x="425893" y="392131"/>
                  </a:lnTo>
                  <a:lnTo>
                    <a:pt x="426101" y="392118"/>
                  </a:lnTo>
                  <a:lnTo>
                    <a:pt x="426560" y="392317"/>
                  </a:lnTo>
                  <a:lnTo>
                    <a:pt x="427038" y="392464"/>
                  </a:lnTo>
                  <a:lnTo>
                    <a:pt x="427287" y="392431"/>
                  </a:lnTo>
                  <a:lnTo>
                    <a:pt x="427566" y="392423"/>
                  </a:lnTo>
                  <a:lnTo>
                    <a:pt x="427873" y="392577"/>
                  </a:lnTo>
                  <a:lnTo>
                    <a:pt x="428018" y="392641"/>
                  </a:lnTo>
                  <a:lnTo>
                    <a:pt x="428482" y="392488"/>
                  </a:lnTo>
                  <a:lnTo>
                    <a:pt x="428852" y="392539"/>
                  </a:lnTo>
                  <a:lnTo>
                    <a:pt x="429006" y="392592"/>
                  </a:lnTo>
                  <a:lnTo>
                    <a:pt x="429244" y="392719"/>
                  </a:lnTo>
                  <a:lnTo>
                    <a:pt x="429732" y="392924"/>
                  </a:lnTo>
                  <a:lnTo>
                    <a:pt x="430420" y="393181"/>
                  </a:lnTo>
                  <a:lnTo>
                    <a:pt x="431218" y="393508"/>
                  </a:lnTo>
                  <a:lnTo>
                    <a:pt x="432010" y="394015"/>
                  </a:lnTo>
                  <a:lnTo>
                    <a:pt x="432809" y="394367"/>
                  </a:lnTo>
                  <a:lnTo>
                    <a:pt x="433045" y="394386"/>
                  </a:lnTo>
                  <a:lnTo>
                    <a:pt x="433302" y="394568"/>
                  </a:lnTo>
                  <a:lnTo>
                    <a:pt x="433555" y="394678"/>
                  </a:lnTo>
                  <a:lnTo>
                    <a:pt x="433796" y="394719"/>
                  </a:lnTo>
                  <a:lnTo>
                    <a:pt x="436505" y="395627"/>
                  </a:lnTo>
                  <a:lnTo>
                    <a:pt x="436991" y="396464"/>
                  </a:lnTo>
                  <a:lnTo>
                    <a:pt x="437146" y="396732"/>
                  </a:lnTo>
                  <a:lnTo>
                    <a:pt x="437873" y="397985"/>
                  </a:lnTo>
                  <a:lnTo>
                    <a:pt x="437967" y="398116"/>
                  </a:lnTo>
                  <a:lnTo>
                    <a:pt x="438767" y="399087"/>
                  </a:lnTo>
                  <a:lnTo>
                    <a:pt x="438870" y="398885"/>
                  </a:lnTo>
                  <a:lnTo>
                    <a:pt x="439080" y="398660"/>
                  </a:lnTo>
                  <a:lnTo>
                    <a:pt x="439408" y="398424"/>
                  </a:lnTo>
                  <a:lnTo>
                    <a:pt x="439541" y="398305"/>
                  </a:lnTo>
                  <a:lnTo>
                    <a:pt x="439763" y="398222"/>
                  </a:lnTo>
                  <a:lnTo>
                    <a:pt x="439967" y="398072"/>
                  </a:lnTo>
                  <a:lnTo>
                    <a:pt x="440193" y="397885"/>
                  </a:lnTo>
                  <a:lnTo>
                    <a:pt x="440456" y="397559"/>
                  </a:lnTo>
                  <a:lnTo>
                    <a:pt x="440815" y="397101"/>
                  </a:lnTo>
                  <a:lnTo>
                    <a:pt x="440950" y="397029"/>
                  </a:lnTo>
                  <a:lnTo>
                    <a:pt x="441164" y="396962"/>
                  </a:lnTo>
                  <a:lnTo>
                    <a:pt x="441462" y="396917"/>
                  </a:lnTo>
                  <a:lnTo>
                    <a:pt x="441797" y="396856"/>
                  </a:lnTo>
                  <a:lnTo>
                    <a:pt x="442256" y="396887"/>
                  </a:lnTo>
                  <a:lnTo>
                    <a:pt x="442535" y="396960"/>
                  </a:lnTo>
                  <a:lnTo>
                    <a:pt x="442955" y="397198"/>
                  </a:lnTo>
                  <a:lnTo>
                    <a:pt x="443331" y="397239"/>
                  </a:lnTo>
                  <a:lnTo>
                    <a:pt x="443953" y="397483"/>
                  </a:lnTo>
                  <a:lnTo>
                    <a:pt x="444115" y="397532"/>
                  </a:lnTo>
                  <a:lnTo>
                    <a:pt x="444985" y="397526"/>
                  </a:lnTo>
                  <a:lnTo>
                    <a:pt x="445226" y="397543"/>
                  </a:lnTo>
                  <a:lnTo>
                    <a:pt x="445569" y="397707"/>
                  </a:lnTo>
                  <a:lnTo>
                    <a:pt x="445804" y="397888"/>
                  </a:lnTo>
                  <a:lnTo>
                    <a:pt x="446188" y="398043"/>
                  </a:lnTo>
                  <a:lnTo>
                    <a:pt x="446712" y="398537"/>
                  </a:lnTo>
                  <a:lnTo>
                    <a:pt x="447330" y="398010"/>
                  </a:lnTo>
                  <a:lnTo>
                    <a:pt x="447717" y="397689"/>
                  </a:lnTo>
                  <a:lnTo>
                    <a:pt x="450564" y="395369"/>
                  </a:lnTo>
                  <a:lnTo>
                    <a:pt x="454475" y="390294"/>
                  </a:lnTo>
                  <a:lnTo>
                    <a:pt x="457446" y="388334"/>
                  </a:lnTo>
                  <a:lnTo>
                    <a:pt x="460830" y="386080"/>
                  </a:lnTo>
                  <a:lnTo>
                    <a:pt x="457446" y="382955"/>
                  </a:lnTo>
                  <a:lnTo>
                    <a:pt x="456319" y="381899"/>
                  </a:lnTo>
                  <a:lnTo>
                    <a:pt x="454827" y="380457"/>
                  </a:lnTo>
                  <a:lnTo>
                    <a:pt x="454218" y="379839"/>
                  </a:lnTo>
                  <a:lnTo>
                    <a:pt x="449326" y="375204"/>
                  </a:lnTo>
                  <a:lnTo>
                    <a:pt x="450307" y="374972"/>
                  </a:lnTo>
                  <a:lnTo>
                    <a:pt x="457446" y="373177"/>
                  </a:lnTo>
                  <a:lnTo>
                    <a:pt x="464415" y="371465"/>
                  </a:lnTo>
                  <a:lnTo>
                    <a:pt x="470793" y="369887"/>
                  </a:lnTo>
                  <a:lnTo>
                    <a:pt x="474067" y="367768"/>
                  </a:lnTo>
                  <a:lnTo>
                    <a:pt x="478949" y="366489"/>
                  </a:lnTo>
                  <a:lnTo>
                    <a:pt x="480066" y="367190"/>
                  </a:lnTo>
                  <a:lnTo>
                    <a:pt x="481632" y="368210"/>
                  </a:lnTo>
                  <a:lnTo>
                    <a:pt x="485967" y="370906"/>
                  </a:lnTo>
                  <a:lnTo>
                    <a:pt x="495364" y="372624"/>
                  </a:lnTo>
                  <a:lnTo>
                    <a:pt x="499533" y="373570"/>
                  </a:lnTo>
                  <a:lnTo>
                    <a:pt x="504814" y="374802"/>
                  </a:lnTo>
                  <a:lnTo>
                    <a:pt x="505278" y="374898"/>
                  </a:lnTo>
                  <a:lnTo>
                    <a:pt x="511226" y="369604"/>
                  </a:lnTo>
                  <a:lnTo>
                    <a:pt x="512803" y="369128"/>
                  </a:lnTo>
                  <a:lnTo>
                    <a:pt x="515155" y="367376"/>
                  </a:lnTo>
                  <a:lnTo>
                    <a:pt x="517084" y="365910"/>
                  </a:lnTo>
                  <a:lnTo>
                    <a:pt x="518396" y="364758"/>
                  </a:lnTo>
                  <a:lnTo>
                    <a:pt x="521010" y="362508"/>
                  </a:lnTo>
                  <a:lnTo>
                    <a:pt x="521753" y="362257"/>
                  </a:lnTo>
                  <a:lnTo>
                    <a:pt x="527680" y="360492"/>
                  </a:lnTo>
                  <a:lnTo>
                    <a:pt x="544950" y="355429"/>
                  </a:lnTo>
                  <a:lnTo>
                    <a:pt x="549457" y="355537"/>
                  </a:lnTo>
                  <a:lnTo>
                    <a:pt x="552171" y="356391"/>
                  </a:lnTo>
                  <a:lnTo>
                    <a:pt x="556296" y="357655"/>
                  </a:lnTo>
                  <a:lnTo>
                    <a:pt x="554964" y="362257"/>
                  </a:lnTo>
                  <a:lnTo>
                    <a:pt x="554255" y="364248"/>
                  </a:lnTo>
                  <a:lnTo>
                    <a:pt x="556602" y="367190"/>
                  </a:lnTo>
                  <a:lnTo>
                    <a:pt x="560408" y="371898"/>
                  </a:lnTo>
                  <a:lnTo>
                    <a:pt x="561553" y="375445"/>
                  </a:lnTo>
                  <a:lnTo>
                    <a:pt x="561639" y="375682"/>
                  </a:lnTo>
                  <a:lnTo>
                    <a:pt x="561407" y="376616"/>
                  </a:lnTo>
                  <a:lnTo>
                    <a:pt x="561284" y="376990"/>
                  </a:lnTo>
                  <a:lnTo>
                    <a:pt x="561155" y="377384"/>
                  </a:lnTo>
                  <a:lnTo>
                    <a:pt x="561040" y="377750"/>
                  </a:lnTo>
                  <a:lnTo>
                    <a:pt x="561229" y="379935"/>
                  </a:lnTo>
                  <a:lnTo>
                    <a:pt x="561286" y="380296"/>
                  </a:lnTo>
                  <a:lnTo>
                    <a:pt x="561346" y="380862"/>
                  </a:lnTo>
                  <a:lnTo>
                    <a:pt x="560171" y="383468"/>
                  </a:lnTo>
                  <a:lnTo>
                    <a:pt x="553675" y="386009"/>
                  </a:lnTo>
                  <a:lnTo>
                    <a:pt x="552245" y="388420"/>
                  </a:lnTo>
                  <a:lnTo>
                    <a:pt x="548866" y="393808"/>
                  </a:lnTo>
                  <a:lnTo>
                    <a:pt x="548272" y="394714"/>
                  </a:lnTo>
                  <a:lnTo>
                    <a:pt x="548159" y="395033"/>
                  </a:lnTo>
                  <a:lnTo>
                    <a:pt x="548106" y="395242"/>
                  </a:lnTo>
                  <a:lnTo>
                    <a:pt x="547303" y="396323"/>
                  </a:lnTo>
                  <a:lnTo>
                    <a:pt x="545500" y="399212"/>
                  </a:lnTo>
                  <a:lnTo>
                    <a:pt x="532189" y="407347"/>
                  </a:lnTo>
                  <a:lnTo>
                    <a:pt x="528636" y="409548"/>
                  </a:lnTo>
                  <a:lnTo>
                    <a:pt x="528409" y="409706"/>
                  </a:lnTo>
                  <a:lnTo>
                    <a:pt x="524305" y="412208"/>
                  </a:lnTo>
                  <a:lnTo>
                    <a:pt x="524941" y="412708"/>
                  </a:lnTo>
                  <a:lnTo>
                    <a:pt x="525599" y="413529"/>
                  </a:lnTo>
                  <a:lnTo>
                    <a:pt x="526771" y="415079"/>
                  </a:lnTo>
                  <a:lnTo>
                    <a:pt x="527086" y="416018"/>
                  </a:lnTo>
                  <a:lnTo>
                    <a:pt x="530852" y="425379"/>
                  </a:lnTo>
                  <a:lnTo>
                    <a:pt x="528019" y="426635"/>
                  </a:lnTo>
                  <a:lnTo>
                    <a:pt x="522176" y="429186"/>
                  </a:lnTo>
                  <a:lnTo>
                    <a:pt x="521683" y="430073"/>
                  </a:lnTo>
                  <a:lnTo>
                    <a:pt x="521681" y="431098"/>
                  </a:lnTo>
                  <a:lnTo>
                    <a:pt x="521773" y="431281"/>
                  </a:lnTo>
                  <a:lnTo>
                    <a:pt x="521842" y="431868"/>
                  </a:lnTo>
                  <a:lnTo>
                    <a:pt x="521656" y="431987"/>
                  </a:lnTo>
                  <a:lnTo>
                    <a:pt x="521604" y="432201"/>
                  </a:lnTo>
                  <a:lnTo>
                    <a:pt x="521565" y="432561"/>
                  </a:lnTo>
                  <a:lnTo>
                    <a:pt x="521713" y="432972"/>
                  </a:lnTo>
                  <a:lnTo>
                    <a:pt x="522006" y="433938"/>
                  </a:lnTo>
                  <a:lnTo>
                    <a:pt x="522116" y="434766"/>
                  </a:lnTo>
                  <a:lnTo>
                    <a:pt x="522245" y="435314"/>
                  </a:lnTo>
                  <a:lnTo>
                    <a:pt x="522461" y="435476"/>
                  </a:lnTo>
                  <a:lnTo>
                    <a:pt x="522630" y="435742"/>
                  </a:lnTo>
                  <a:lnTo>
                    <a:pt x="522765" y="436207"/>
                  </a:lnTo>
                  <a:lnTo>
                    <a:pt x="522915" y="436773"/>
                  </a:lnTo>
                  <a:lnTo>
                    <a:pt x="522996" y="437310"/>
                  </a:lnTo>
                  <a:lnTo>
                    <a:pt x="523035" y="437563"/>
                  </a:lnTo>
                  <a:lnTo>
                    <a:pt x="523203" y="438427"/>
                  </a:lnTo>
                  <a:lnTo>
                    <a:pt x="523211" y="438708"/>
                  </a:lnTo>
                  <a:lnTo>
                    <a:pt x="523330" y="439098"/>
                  </a:lnTo>
                  <a:lnTo>
                    <a:pt x="523427" y="439567"/>
                  </a:lnTo>
                  <a:lnTo>
                    <a:pt x="523486" y="439984"/>
                  </a:lnTo>
                  <a:lnTo>
                    <a:pt x="523712" y="441424"/>
                  </a:lnTo>
                  <a:lnTo>
                    <a:pt x="524091" y="441522"/>
                  </a:lnTo>
                  <a:lnTo>
                    <a:pt x="528429" y="442943"/>
                  </a:lnTo>
                  <a:lnTo>
                    <a:pt x="528829" y="443056"/>
                  </a:lnTo>
                  <a:lnTo>
                    <a:pt x="536610" y="445513"/>
                  </a:lnTo>
                  <a:lnTo>
                    <a:pt x="543425" y="451899"/>
                  </a:lnTo>
                  <a:lnTo>
                    <a:pt x="544532" y="452990"/>
                  </a:lnTo>
                  <a:lnTo>
                    <a:pt x="545870" y="455102"/>
                  </a:lnTo>
                  <a:lnTo>
                    <a:pt x="549111" y="457019"/>
                  </a:lnTo>
                  <a:lnTo>
                    <a:pt x="552171" y="459430"/>
                  </a:lnTo>
                  <a:lnTo>
                    <a:pt x="555759" y="462350"/>
                  </a:lnTo>
                  <a:lnTo>
                    <a:pt x="560725" y="465852"/>
                  </a:lnTo>
                  <a:lnTo>
                    <a:pt x="563291" y="465597"/>
                  </a:lnTo>
                  <a:lnTo>
                    <a:pt x="565535" y="464598"/>
                  </a:lnTo>
                  <a:lnTo>
                    <a:pt x="565628" y="464740"/>
                  </a:lnTo>
                  <a:lnTo>
                    <a:pt x="565622" y="465086"/>
                  </a:lnTo>
                  <a:lnTo>
                    <a:pt x="566107" y="465480"/>
                  </a:lnTo>
                  <a:lnTo>
                    <a:pt x="566688" y="465445"/>
                  </a:lnTo>
                  <a:lnTo>
                    <a:pt x="566962" y="465410"/>
                  </a:lnTo>
                  <a:lnTo>
                    <a:pt x="568439" y="465130"/>
                  </a:lnTo>
                  <a:lnTo>
                    <a:pt x="568787" y="465223"/>
                  </a:lnTo>
                  <a:lnTo>
                    <a:pt x="569294" y="465265"/>
                  </a:lnTo>
                  <a:lnTo>
                    <a:pt x="569797" y="464876"/>
                  </a:lnTo>
                  <a:lnTo>
                    <a:pt x="571190" y="464175"/>
                  </a:lnTo>
                  <a:lnTo>
                    <a:pt x="572419" y="463866"/>
                  </a:lnTo>
                  <a:lnTo>
                    <a:pt x="572555" y="463781"/>
                  </a:lnTo>
                  <a:lnTo>
                    <a:pt x="572746" y="463762"/>
                  </a:lnTo>
                  <a:lnTo>
                    <a:pt x="573137" y="464354"/>
                  </a:lnTo>
                  <a:lnTo>
                    <a:pt x="573277" y="464954"/>
                  </a:lnTo>
                  <a:lnTo>
                    <a:pt x="573805" y="465168"/>
                  </a:lnTo>
                  <a:lnTo>
                    <a:pt x="573961" y="465184"/>
                  </a:lnTo>
                  <a:lnTo>
                    <a:pt x="574132" y="465178"/>
                  </a:lnTo>
                  <a:lnTo>
                    <a:pt x="575328" y="465127"/>
                  </a:lnTo>
                  <a:lnTo>
                    <a:pt x="575754" y="465071"/>
                  </a:lnTo>
                  <a:lnTo>
                    <a:pt x="575953" y="464976"/>
                  </a:lnTo>
                  <a:lnTo>
                    <a:pt x="576389" y="464702"/>
                  </a:lnTo>
                  <a:lnTo>
                    <a:pt x="576609" y="464575"/>
                  </a:lnTo>
                  <a:lnTo>
                    <a:pt x="577181" y="464399"/>
                  </a:lnTo>
                  <a:lnTo>
                    <a:pt x="577441" y="464630"/>
                  </a:lnTo>
                  <a:lnTo>
                    <a:pt x="577613" y="464798"/>
                  </a:lnTo>
                  <a:lnTo>
                    <a:pt x="577812" y="464977"/>
                  </a:lnTo>
                  <a:lnTo>
                    <a:pt x="578630" y="464912"/>
                  </a:lnTo>
                  <a:lnTo>
                    <a:pt x="579377" y="464880"/>
                  </a:lnTo>
                  <a:lnTo>
                    <a:pt x="579837" y="464891"/>
                  </a:lnTo>
                  <a:lnTo>
                    <a:pt x="580450" y="465081"/>
                  </a:lnTo>
                  <a:lnTo>
                    <a:pt x="580803" y="465192"/>
                  </a:lnTo>
                  <a:lnTo>
                    <a:pt x="581534" y="465365"/>
                  </a:lnTo>
                  <a:lnTo>
                    <a:pt x="582214" y="465149"/>
                  </a:lnTo>
                  <a:lnTo>
                    <a:pt x="582849" y="465282"/>
                  </a:lnTo>
                  <a:lnTo>
                    <a:pt x="583886" y="465619"/>
                  </a:lnTo>
                  <a:lnTo>
                    <a:pt x="584146" y="465986"/>
                  </a:lnTo>
                  <a:lnTo>
                    <a:pt x="584087" y="466136"/>
                  </a:lnTo>
                  <a:lnTo>
                    <a:pt x="583951" y="466203"/>
                  </a:lnTo>
                  <a:lnTo>
                    <a:pt x="583822" y="466284"/>
                  </a:lnTo>
                  <a:lnTo>
                    <a:pt x="583766" y="466571"/>
                  </a:lnTo>
                  <a:lnTo>
                    <a:pt x="583726" y="466827"/>
                  </a:lnTo>
                  <a:lnTo>
                    <a:pt x="583549" y="467377"/>
                  </a:lnTo>
                  <a:lnTo>
                    <a:pt x="583383" y="467380"/>
                  </a:lnTo>
                  <a:lnTo>
                    <a:pt x="583278" y="467701"/>
                  </a:lnTo>
                  <a:lnTo>
                    <a:pt x="583356" y="467936"/>
                  </a:lnTo>
                  <a:lnTo>
                    <a:pt x="583709" y="468641"/>
                  </a:lnTo>
                  <a:lnTo>
                    <a:pt x="585033" y="469163"/>
                  </a:lnTo>
                  <a:lnTo>
                    <a:pt x="585335" y="469159"/>
                  </a:lnTo>
                  <a:lnTo>
                    <a:pt x="584408" y="470587"/>
                  </a:lnTo>
                  <a:lnTo>
                    <a:pt x="584095" y="470568"/>
                  </a:lnTo>
                  <a:lnTo>
                    <a:pt x="583545" y="471126"/>
                  </a:lnTo>
                  <a:lnTo>
                    <a:pt x="583519" y="471420"/>
                  </a:lnTo>
                  <a:lnTo>
                    <a:pt x="582897" y="472102"/>
                  </a:lnTo>
                  <a:lnTo>
                    <a:pt x="582696" y="472106"/>
                  </a:lnTo>
                  <a:lnTo>
                    <a:pt x="582534" y="472049"/>
                  </a:lnTo>
                  <a:lnTo>
                    <a:pt x="582338" y="471890"/>
                  </a:lnTo>
                  <a:lnTo>
                    <a:pt x="580529" y="473128"/>
                  </a:lnTo>
                  <a:lnTo>
                    <a:pt x="580658" y="473575"/>
                  </a:lnTo>
                  <a:lnTo>
                    <a:pt x="580487" y="473843"/>
                  </a:lnTo>
                  <a:lnTo>
                    <a:pt x="580456" y="474666"/>
                  </a:lnTo>
                  <a:lnTo>
                    <a:pt x="580553" y="474855"/>
                  </a:lnTo>
                  <a:lnTo>
                    <a:pt x="580764" y="475254"/>
                  </a:lnTo>
                  <a:lnTo>
                    <a:pt x="581268" y="475938"/>
                  </a:lnTo>
                  <a:lnTo>
                    <a:pt x="581627" y="476378"/>
                  </a:lnTo>
                  <a:lnTo>
                    <a:pt x="581685" y="476684"/>
                  </a:lnTo>
                  <a:lnTo>
                    <a:pt x="581972" y="476833"/>
                  </a:lnTo>
                  <a:lnTo>
                    <a:pt x="582252" y="476883"/>
                  </a:lnTo>
                  <a:lnTo>
                    <a:pt x="583061" y="476778"/>
                  </a:lnTo>
                  <a:lnTo>
                    <a:pt x="583675" y="476777"/>
                  </a:lnTo>
                  <a:lnTo>
                    <a:pt x="584348" y="476823"/>
                  </a:lnTo>
                  <a:lnTo>
                    <a:pt x="584844" y="476732"/>
                  </a:lnTo>
                  <a:lnTo>
                    <a:pt x="586039" y="476447"/>
                  </a:lnTo>
                  <a:lnTo>
                    <a:pt x="586282" y="476339"/>
                  </a:lnTo>
                  <a:lnTo>
                    <a:pt x="586484" y="476233"/>
                  </a:lnTo>
                  <a:lnTo>
                    <a:pt x="586937" y="475826"/>
                  </a:lnTo>
                  <a:lnTo>
                    <a:pt x="587453" y="475238"/>
                  </a:lnTo>
                  <a:lnTo>
                    <a:pt x="587820" y="475040"/>
                  </a:lnTo>
                  <a:lnTo>
                    <a:pt x="588316" y="474843"/>
                  </a:lnTo>
                  <a:lnTo>
                    <a:pt x="588822" y="474503"/>
                  </a:lnTo>
                  <a:lnTo>
                    <a:pt x="589234" y="474759"/>
                  </a:lnTo>
                  <a:lnTo>
                    <a:pt x="589355" y="474939"/>
                  </a:lnTo>
                  <a:lnTo>
                    <a:pt x="589452" y="475098"/>
                  </a:lnTo>
                  <a:lnTo>
                    <a:pt x="589565" y="475300"/>
                  </a:lnTo>
                  <a:lnTo>
                    <a:pt x="589724" y="475332"/>
                  </a:lnTo>
                  <a:lnTo>
                    <a:pt x="590234" y="475398"/>
                  </a:lnTo>
                  <a:lnTo>
                    <a:pt x="590548" y="475411"/>
                  </a:lnTo>
                  <a:lnTo>
                    <a:pt x="591212" y="475509"/>
                  </a:lnTo>
                  <a:lnTo>
                    <a:pt x="592470" y="476290"/>
                  </a:lnTo>
                  <a:lnTo>
                    <a:pt x="592627" y="476467"/>
                  </a:lnTo>
                  <a:lnTo>
                    <a:pt x="592674" y="477002"/>
                  </a:lnTo>
                  <a:lnTo>
                    <a:pt x="592636" y="477535"/>
                  </a:lnTo>
                  <a:lnTo>
                    <a:pt x="592661" y="477894"/>
                  </a:lnTo>
                  <a:lnTo>
                    <a:pt x="592821" y="478001"/>
                  </a:lnTo>
                  <a:lnTo>
                    <a:pt x="592953" y="478296"/>
                  </a:lnTo>
                  <a:lnTo>
                    <a:pt x="592979" y="478518"/>
                  </a:lnTo>
                  <a:lnTo>
                    <a:pt x="593221" y="478726"/>
                  </a:lnTo>
                  <a:lnTo>
                    <a:pt x="593487" y="478758"/>
                  </a:lnTo>
                  <a:lnTo>
                    <a:pt x="593658" y="478859"/>
                  </a:lnTo>
                  <a:lnTo>
                    <a:pt x="594140" y="479406"/>
                  </a:lnTo>
                  <a:lnTo>
                    <a:pt x="594528" y="480119"/>
                  </a:lnTo>
                  <a:lnTo>
                    <a:pt x="594510" y="480516"/>
                  </a:lnTo>
                  <a:lnTo>
                    <a:pt x="594548" y="480861"/>
                  </a:lnTo>
                  <a:lnTo>
                    <a:pt x="595007" y="481051"/>
                  </a:lnTo>
                  <a:lnTo>
                    <a:pt x="595150" y="481134"/>
                  </a:lnTo>
                  <a:lnTo>
                    <a:pt x="595376" y="481406"/>
                  </a:lnTo>
                  <a:lnTo>
                    <a:pt x="595607" y="481801"/>
                  </a:lnTo>
                  <a:lnTo>
                    <a:pt x="595401" y="482096"/>
                  </a:lnTo>
                  <a:lnTo>
                    <a:pt x="595357" y="482413"/>
                  </a:lnTo>
                  <a:lnTo>
                    <a:pt x="595397" y="482631"/>
                  </a:lnTo>
                  <a:lnTo>
                    <a:pt x="595576" y="482764"/>
                  </a:lnTo>
                  <a:lnTo>
                    <a:pt x="596134" y="483081"/>
                  </a:lnTo>
                  <a:lnTo>
                    <a:pt x="596867" y="483270"/>
                  </a:lnTo>
                  <a:lnTo>
                    <a:pt x="597199" y="483508"/>
                  </a:lnTo>
                  <a:lnTo>
                    <a:pt x="597211" y="483752"/>
                  </a:lnTo>
                  <a:lnTo>
                    <a:pt x="597208" y="485582"/>
                  </a:lnTo>
                  <a:lnTo>
                    <a:pt x="597745" y="486043"/>
                  </a:lnTo>
                  <a:lnTo>
                    <a:pt x="597943" y="486083"/>
                  </a:lnTo>
                  <a:lnTo>
                    <a:pt x="598692" y="485924"/>
                  </a:lnTo>
                  <a:lnTo>
                    <a:pt x="598951" y="485861"/>
                  </a:lnTo>
                  <a:lnTo>
                    <a:pt x="599554" y="485824"/>
                  </a:lnTo>
                  <a:lnTo>
                    <a:pt x="599736" y="485897"/>
                  </a:lnTo>
                  <a:lnTo>
                    <a:pt x="599995" y="486015"/>
                  </a:lnTo>
                  <a:lnTo>
                    <a:pt x="599874" y="486819"/>
                  </a:lnTo>
                  <a:lnTo>
                    <a:pt x="600480" y="487104"/>
                  </a:lnTo>
                  <a:lnTo>
                    <a:pt x="600665" y="487164"/>
                  </a:lnTo>
                  <a:lnTo>
                    <a:pt x="600828" y="487361"/>
                  </a:lnTo>
                  <a:lnTo>
                    <a:pt x="601240" y="487307"/>
                  </a:lnTo>
                  <a:lnTo>
                    <a:pt x="601313" y="487089"/>
                  </a:lnTo>
                  <a:lnTo>
                    <a:pt x="601393" y="486952"/>
                  </a:lnTo>
                  <a:lnTo>
                    <a:pt x="601685" y="486656"/>
                  </a:lnTo>
                  <a:lnTo>
                    <a:pt x="602086" y="486502"/>
                  </a:lnTo>
                  <a:lnTo>
                    <a:pt x="602221" y="486568"/>
                  </a:lnTo>
                  <a:lnTo>
                    <a:pt x="602382" y="486729"/>
                  </a:lnTo>
                  <a:lnTo>
                    <a:pt x="602950" y="487079"/>
                  </a:lnTo>
                  <a:lnTo>
                    <a:pt x="604413" y="487658"/>
                  </a:lnTo>
                  <a:lnTo>
                    <a:pt x="604589" y="487726"/>
                  </a:lnTo>
                  <a:lnTo>
                    <a:pt x="605447" y="487935"/>
                  </a:lnTo>
                  <a:lnTo>
                    <a:pt x="606091" y="487961"/>
                  </a:lnTo>
                  <a:lnTo>
                    <a:pt x="606644" y="487912"/>
                  </a:lnTo>
                  <a:lnTo>
                    <a:pt x="606901" y="487909"/>
                  </a:lnTo>
                  <a:lnTo>
                    <a:pt x="607163" y="488001"/>
                  </a:lnTo>
                  <a:lnTo>
                    <a:pt x="607142" y="488327"/>
                  </a:lnTo>
                  <a:lnTo>
                    <a:pt x="607152" y="488717"/>
                  </a:lnTo>
                  <a:lnTo>
                    <a:pt x="607203" y="488969"/>
                  </a:lnTo>
                  <a:lnTo>
                    <a:pt x="607399" y="489558"/>
                  </a:lnTo>
                  <a:lnTo>
                    <a:pt x="607615" y="489722"/>
                  </a:lnTo>
                  <a:lnTo>
                    <a:pt x="607752" y="489919"/>
                  </a:lnTo>
                  <a:lnTo>
                    <a:pt x="607753" y="490095"/>
                  </a:lnTo>
                  <a:lnTo>
                    <a:pt x="607829" y="490555"/>
                  </a:lnTo>
                  <a:lnTo>
                    <a:pt x="607952" y="490750"/>
                  </a:lnTo>
                  <a:lnTo>
                    <a:pt x="608144" y="490860"/>
                  </a:lnTo>
                  <a:lnTo>
                    <a:pt x="608159" y="491264"/>
                  </a:lnTo>
                  <a:lnTo>
                    <a:pt x="608072" y="491651"/>
                  </a:lnTo>
                  <a:lnTo>
                    <a:pt x="607741" y="491534"/>
                  </a:lnTo>
                  <a:lnTo>
                    <a:pt x="607948" y="492200"/>
                  </a:lnTo>
                  <a:lnTo>
                    <a:pt x="608015" y="492553"/>
                  </a:lnTo>
                  <a:lnTo>
                    <a:pt x="607968" y="493216"/>
                  </a:lnTo>
                  <a:lnTo>
                    <a:pt x="607808" y="493507"/>
                  </a:lnTo>
                  <a:lnTo>
                    <a:pt x="608029" y="493644"/>
                  </a:lnTo>
                  <a:lnTo>
                    <a:pt x="608426" y="493809"/>
                  </a:lnTo>
                  <a:lnTo>
                    <a:pt x="608510" y="493437"/>
                  </a:lnTo>
                  <a:lnTo>
                    <a:pt x="608724" y="493242"/>
                  </a:lnTo>
                  <a:lnTo>
                    <a:pt x="609115" y="493217"/>
                  </a:lnTo>
                  <a:lnTo>
                    <a:pt x="609522" y="493425"/>
                  </a:lnTo>
                  <a:lnTo>
                    <a:pt x="609750" y="493566"/>
                  </a:lnTo>
                  <a:lnTo>
                    <a:pt x="610068" y="493838"/>
                  </a:lnTo>
                  <a:lnTo>
                    <a:pt x="610504" y="493377"/>
                  </a:lnTo>
                  <a:lnTo>
                    <a:pt x="610710" y="493268"/>
                  </a:lnTo>
                  <a:lnTo>
                    <a:pt x="610962" y="493403"/>
                  </a:lnTo>
                  <a:lnTo>
                    <a:pt x="611116" y="493536"/>
                  </a:lnTo>
                  <a:lnTo>
                    <a:pt x="611286" y="493725"/>
                  </a:lnTo>
                  <a:lnTo>
                    <a:pt x="611659" y="494079"/>
                  </a:lnTo>
                  <a:lnTo>
                    <a:pt x="612394" y="494703"/>
                  </a:lnTo>
                  <a:lnTo>
                    <a:pt x="612569" y="494742"/>
                  </a:lnTo>
                  <a:lnTo>
                    <a:pt x="612619" y="494929"/>
                  </a:lnTo>
                  <a:lnTo>
                    <a:pt x="612599" y="495604"/>
                  </a:lnTo>
                  <a:lnTo>
                    <a:pt x="613427" y="496133"/>
                  </a:lnTo>
                  <a:lnTo>
                    <a:pt x="613217" y="496340"/>
                  </a:lnTo>
                  <a:lnTo>
                    <a:pt x="613188" y="496591"/>
                  </a:lnTo>
                  <a:lnTo>
                    <a:pt x="613498" y="497112"/>
                  </a:lnTo>
                  <a:lnTo>
                    <a:pt x="613591" y="497260"/>
                  </a:lnTo>
                  <a:lnTo>
                    <a:pt x="613804" y="497460"/>
                  </a:lnTo>
                  <a:lnTo>
                    <a:pt x="614407" y="497914"/>
                  </a:lnTo>
                  <a:lnTo>
                    <a:pt x="614904" y="498208"/>
                  </a:lnTo>
                  <a:lnTo>
                    <a:pt x="615089" y="498152"/>
                  </a:lnTo>
                  <a:lnTo>
                    <a:pt x="615143" y="498342"/>
                  </a:lnTo>
                  <a:lnTo>
                    <a:pt x="615181" y="498512"/>
                  </a:lnTo>
                  <a:lnTo>
                    <a:pt x="615246" y="499030"/>
                  </a:lnTo>
                  <a:lnTo>
                    <a:pt x="615226" y="499404"/>
                  </a:lnTo>
                  <a:lnTo>
                    <a:pt x="615314" y="499761"/>
                  </a:lnTo>
                  <a:lnTo>
                    <a:pt x="615425" y="499991"/>
                  </a:lnTo>
                  <a:lnTo>
                    <a:pt x="615533" y="500437"/>
                  </a:lnTo>
                  <a:lnTo>
                    <a:pt x="615310" y="500485"/>
                  </a:lnTo>
                  <a:lnTo>
                    <a:pt x="615120" y="500486"/>
                  </a:lnTo>
                  <a:lnTo>
                    <a:pt x="615001" y="500881"/>
                  </a:lnTo>
                  <a:lnTo>
                    <a:pt x="614980" y="501078"/>
                  </a:lnTo>
                  <a:lnTo>
                    <a:pt x="614750" y="501323"/>
                  </a:lnTo>
                  <a:lnTo>
                    <a:pt x="614616" y="501435"/>
                  </a:lnTo>
                  <a:lnTo>
                    <a:pt x="614477" y="501510"/>
                  </a:lnTo>
                  <a:lnTo>
                    <a:pt x="614276" y="501590"/>
                  </a:lnTo>
                  <a:lnTo>
                    <a:pt x="614034" y="501642"/>
                  </a:lnTo>
                  <a:lnTo>
                    <a:pt x="613804" y="501548"/>
                  </a:lnTo>
                  <a:lnTo>
                    <a:pt x="613603" y="501370"/>
                  </a:lnTo>
                  <a:lnTo>
                    <a:pt x="613129" y="501161"/>
                  </a:lnTo>
                  <a:lnTo>
                    <a:pt x="612555" y="501080"/>
                  </a:lnTo>
                  <a:lnTo>
                    <a:pt x="612358" y="501139"/>
                  </a:lnTo>
                  <a:lnTo>
                    <a:pt x="612305" y="501377"/>
                  </a:lnTo>
                  <a:lnTo>
                    <a:pt x="612199" y="501743"/>
                  </a:lnTo>
                  <a:lnTo>
                    <a:pt x="611959" y="501743"/>
                  </a:lnTo>
                  <a:lnTo>
                    <a:pt x="611706" y="501635"/>
                  </a:lnTo>
                  <a:lnTo>
                    <a:pt x="611545" y="501619"/>
                  </a:lnTo>
                  <a:lnTo>
                    <a:pt x="610648" y="501662"/>
                  </a:lnTo>
                  <a:lnTo>
                    <a:pt x="610661" y="502095"/>
                  </a:lnTo>
                  <a:lnTo>
                    <a:pt x="610475" y="502154"/>
                  </a:lnTo>
                  <a:lnTo>
                    <a:pt x="610312" y="502113"/>
                  </a:lnTo>
                  <a:lnTo>
                    <a:pt x="610060" y="502029"/>
                  </a:lnTo>
                  <a:lnTo>
                    <a:pt x="609520" y="502393"/>
                  </a:lnTo>
                  <a:lnTo>
                    <a:pt x="609197" y="503114"/>
                  </a:lnTo>
                  <a:lnTo>
                    <a:pt x="608938" y="503573"/>
                  </a:lnTo>
                  <a:lnTo>
                    <a:pt x="608894" y="503791"/>
                  </a:lnTo>
                  <a:lnTo>
                    <a:pt x="608931" y="504252"/>
                  </a:lnTo>
                  <a:lnTo>
                    <a:pt x="609202" y="504963"/>
                  </a:lnTo>
                  <a:lnTo>
                    <a:pt x="609483" y="505218"/>
                  </a:lnTo>
                  <a:lnTo>
                    <a:pt x="609896" y="505618"/>
                  </a:lnTo>
                  <a:lnTo>
                    <a:pt x="610104" y="505838"/>
                  </a:lnTo>
                  <a:lnTo>
                    <a:pt x="610138" y="506035"/>
                  </a:lnTo>
                  <a:lnTo>
                    <a:pt x="609987" y="506300"/>
                  </a:lnTo>
                  <a:lnTo>
                    <a:pt x="609933" y="506445"/>
                  </a:lnTo>
                  <a:lnTo>
                    <a:pt x="609746" y="507385"/>
                  </a:lnTo>
                  <a:lnTo>
                    <a:pt x="609841" y="507599"/>
                  </a:lnTo>
                  <a:lnTo>
                    <a:pt x="610283" y="507675"/>
                  </a:lnTo>
                  <a:lnTo>
                    <a:pt x="610811" y="507921"/>
                  </a:lnTo>
                  <a:lnTo>
                    <a:pt x="610808" y="508147"/>
                  </a:lnTo>
                  <a:lnTo>
                    <a:pt x="610777" y="508279"/>
                  </a:lnTo>
                  <a:lnTo>
                    <a:pt x="610779" y="508508"/>
                  </a:lnTo>
                  <a:lnTo>
                    <a:pt x="611164" y="509125"/>
                  </a:lnTo>
                  <a:lnTo>
                    <a:pt x="611443" y="509085"/>
                  </a:lnTo>
                  <a:lnTo>
                    <a:pt x="611697" y="509079"/>
                  </a:lnTo>
                  <a:lnTo>
                    <a:pt x="612065" y="509436"/>
                  </a:lnTo>
                  <a:lnTo>
                    <a:pt x="612165" y="509584"/>
                  </a:lnTo>
                  <a:lnTo>
                    <a:pt x="611898" y="509796"/>
                  </a:lnTo>
                  <a:lnTo>
                    <a:pt x="611980" y="510033"/>
                  </a:lnTo>
                  <a:lnTo>
                    <a:pt x="612216" y="510279"/>
                  </a:lnTo>
                  <a:lnTo>
                    <a:pt x="612299" y="510419"/>
                  </a:lnTo>
                  <a:lnTo>
                    <a:pt x="612275" y="511275"/>
                  </a:lnTo>
                  <a:lnTo>
                    <a:pt x="611971" y="511431"/>
                  </a:lnTo>
                  <a:lnTo>
                    <a:pt x="611836" y="511483"/>
                  </a:lnTo>
                  <a:lnTo>
                    <a:pt x="611461" y="511607"/>
                  </a:lnTo>
                  <a:lnTo>
                    <a:pt x="611265" y="511649"/>
                  </a:lnTo>
                  <a:lnTo>
                    <a:pt x="611174" y="511854"/>
                  </a:lnTo>
                  <a:lnTo>
                    <a:pt x="611132" y="512035"/>
                  </a:lnTo>
                  <a:lnTo>
                    <a:pt x="611769" y="512712"/>
                  </a:lnTo>
                  <a:lnTo>
                    <a:pt x="611984" y="512902"/>
                  </a:lnTo>
                  <a:lnTo>
                    <a:pt x="612665" y="513382"/>
                  </a:lnTo>
                  <a:lnTo>
                    <a:pt x="613367" y="513160"/>
                  </a:lnTo>
                  <a:lnTo>
                    <a:pt x="613959" y="512917"/>
                  </a:lnTo>
                  <a:lnTo>
                    <a:pt x="614278" y="512738"/>
                  </a:lnTo>
                  <a:lnTo>
                    <a:pt x="614625" y="512715"/>
                  </a:lnTo>
                  <a:lnTo>
                    <a:pt x="614967" y="513189"/>
                  </a:lnTo>
                  <a:lnTo>
                    <a:pt x="615489" y="513640"/>
                  </a:lnTo>
                  <a:lnTo>
                    <a:pt x="615634" y="513774"/>
                  </a:lnTo>
                  <a:lnTo>
                    <a:pt x="616305" y="514549"/>
                  </a:lnTo>
                  <a:lnTo>
                    <a:pt x="616449" y="514720"/>
                  </a:lnTo>
                  <a:lnTo>
                    <a:pt x="616699" y="515178"/>
                  </a:lnTo>
                  <a:lnTo>
                    <a:pt x="616755" y="515324"/>
                  </a:lnTo>
                  <a:lnTo>
                    <a:pt x="616774" y="515503"/>
                  </a:lnTo>
                  <a:lnTo>
                    <a:pt x="616842" y="516753"/>
                  </a:lnTo>
                  <a:lnTo>
                    <a:pt x="616840" y="517035"/>
                  </a:lnTo>
                  <a:lnTo>
                    <a:pt x="616661" y="517345"/>
                  </a:lnTo>
                  <a:lnTo>
                    <a:pt x="616544" y="517544"/>
                  </a:lnTo>
                  <a:lnTo>
                    <a:pt x="616509" y="517874"/>
                  </a:lnTo>
                  <a:lnTo>
                    <a:pt x="616883" y="518216"/>
                  </a:lnTo>
                  <a:lnTo>
                    <a:pt x="616861" y="517988"/>
                  </a:lnTo>
                  <a:lnTo>
                    <a:pt x="617238" y="517841"/>
                  </a:lnTo>
                  <a:lnTo>
                    <a:pt x="617487" y="517750"/>
                  </a:lnTo>
                  <a:lnTo>
                    <a:pt x="617724" y="517875"/>
                  </a:lnTo>
                  <a:lnTo>
                    <a:pt x="618198" y="518321"/>
                  </a:lnTo>
                  <a:lnTo>
                    <a:pt x="618253" y="518527"/>
                  </a:lnTo>
                  <a:lnTo>
                    <a:pt x="618175" y="518784"/>
                  </a:lnTo>
                  <a:lnTo>
                    <a:pt x="618141" y="518930"/>
                  </a:lnTo>
                  <a:lnTo>
                    <a:pt x="618127" y="519542"/>
                  </a:lnTo>
                  <a:lnTo>
                    <a:pt x="618305" y="520568"/>
                  </a:lnTo>
                  <a:lnTo>
                    <a:pt x="618477" y="520778"/>
                  </a:lnTo>
                  <a:lnTo>
                    <a:pt x="619010" y="520910"/>
                  </a:lnTo>
                  <a:lnTo>
                    <a:pt x="619182" y="521172"/>
                  </a:lnTo>
                  <a:lnTo>
                    <a:pt x="618987" y="521557"/>
                  </a:lnTo>
                  <a:lnTo>
                    <a:pt x="618820" y="521630"/>
                  </a:lnTo>
                  <a:lnTo>
                    <a:pt x="618609" y="521594"/>
                  </a:lnTo>
                  <a:lnTo>
                    <a:pt x="619168" y="522993"/>
                  </a:lnTo>
                  <a:lnTo>
                    <a:pt x="619440" y="523218"/>
                  </a:lnTo>
                  <a:lnTo>
                    <a:pt x="619501" y="523760"/>
                  </a:lnTo>
                  <a:lnTo>
                    <a:pt x="620076" y="524013"/>
                  </a:lnTo>
                  <a:lnTo>
                    <a:pt x="620428" y="523949"/>
                  </a:lnTo>
                  <a:lnTo>
                    <a:pt x="620920" y="524210"/>
                  </a:lnTo>
                  <a:lnTo>
                    <a:pt x="620899" y="524372"/>
                  </a:lnTo>
                  <a:lnTo>
                    <a:pt x="620918" y="524545"/>
                  </a:lnTo>
                  <a:lnTo>
                    <a:pt x="621141" y="524927"/>
                  </a:lnTo>
                  <a:lnTo>
                    <a:pt x="621357" y="524976"/>
                  </a:lnTo>
                  <a:lnTo>
                    <a:pt x="621571" y="525225"/>
                  </a:lnTo>
                  <a:lnTo>
                    <a:pt x="621717" y="525432"/>
                  </a:lnTo>
                  <a:lnTo>
                    <a:pt x="621956" y="525796"/>
                  </a:lnTo>
                  <a:lnTo>
                    <a:pt x="621936" y="526021"/>
                  </a:lnTo>
                  <a:lnTo>
                    <a:pt x="621722" y="526632"/>
                  </a:lnTo>
                  <a:lnTo>
                    <a:pt x="621472" y="526643"/>
                  </a:lnTo>
                  <a:lnTo>
                    <a:pt x="621253" y="526896"/>
                  </a:lnTo>
                  <a:lnTo>
                    <a:pt x="621143" y="527110"/>
                  </a:lnTo>
                  <a:lnTo>
                    <a:pt x="621147" y="527253"/>
                  </a:lnTo>
                  <a:lnTo>
                    <a:pt x="621230" y="527491"/>
                  </a:lnTo>
                  <a:lnTo>
                    <a:pt x="621320" y="527629"/>
                  </a:lnTo>
                  <a:lnTo>
                    <a:pt x="621378" y="527760"/>
                  </a:lnTo>
                  <a:lnTo>
                    <a:pt x="621407" y="527988"/>
                  </a:lnTo>
                  <a:lnTo>
                    <a:pt x="621150" y="528332"/>
                  </a:lnTo>
                  <a:lnTo>
                    <a:pt x="621007" y="528499"/>
                  </a:lnTo>
                  <a:lnTo>
                    <a:pt x="621028" y="528884"/>
                  </a:lnTo>
                  <a:lnTo>
                    <a:pt x="621154" y="529494"/>
                  </a:lnTo>
                  <a:lnTo>
                    <a:pt x="621333" y="529629"/>
                  </a:lnTo>
                  <a:lnTo>
                    <a:pt x="621573" y="529655"/>
                  </a:lnTo>
                  <a:lnTo>
                    <a:pt x="621726" y="529777"/>
                  </a:lnTo>
                  <a:lnTo>
                    <a:pt x="622041" y="530033"/>
                  </a:lnTo>
                  <a:lnTo>
                    <a:pt x="622168" y="530326"/>
                  </a:lnTo>
                  <a:lnTo>
                    <a:pt x="622394" y="531193"/>
                  </a:lnTo>
                  <a:lnTo>
                    <a:pt x="622499" y="531620"/>
                  </a:lnTo>
                  <a:lnTo>
                    <a:pt x="622722" y="532058"/>
                  </a:lnTo>
                  <a:lnTo>
                    <a:pt x="623060" y="532927"/>
                  </a:lnTo>
                  <a:lnTo>
                    <a:pt x="623206" y="533062"/>
                  </a:lnTo>
                  <a:lnTo>
                    <a:pt x="623491" y="533246"/>
                  </a:lnTo>
                  <a:lnTo>
                    <a:pt x="623592" y="533653"/>
                  </a:lnTo>
                  <a:lnTo>
                    <a:pt x="623459" y="533830"/>
                  </a:lnTo>
                  <a:lnTo>
                    <a:pt x="623360" y="534025"/>
                  </a:lnTo>
                  <a:lnTo>
                    <a:pt x="623030" y="534925"/>
                  </a:lnTo>
                  <a:lnTo>
                    <a:pt x="622954" y="535141"/>
                  </a:lnTo>
                  <a:lnTo>
                    <a:pt x="622790" y="535608"/>
                  </a:lnTo>
                  <a:lnTo>
                    <a:pt x="622597" y="536027"/>
                  </a:lnTo>
                  <a:lnTo>
                    <a:pt x="622351" y="536153"/>
                  </a:lnTo>
                  <a:lnTo>
                    <a:pt x="622076" y="536136"/>
                  </a:lnTo>
                  <a:lnTo>
                    <a:pt x="621670" y="536090"/>
                  </a:lnTo>
                  <a:lnTo>
                    <a:pt x="621030" y="535742"/>
                  </a:lnTo>
                  <a:lnTo>
                    <a:pt x="620589" y="535874"/>
                  </a:lnTo>
                  <a:lnTo>
                    <a:pt x="620050" y="535876"/>
                  </a:lnTo>
                  <a:lnTo>
                    <a:pt x="619908" y="535876"/>
                  </a:lnTo>
                  <a:lnTo>
                    <a:pt x="619689" y="535917"/>
                  </a:lnTo>
                  <a:lnTo>
                    <a:pt x="619565" y="536160"/>
                  </a:lnTo>
                  <a:lnTo>
                    <a:pt x="618459" y="537373"/>
                  </a:lnTo>
                  <a:lnTo>
                    <a:pt x="618278" y="537183"/>
                  </a:lnTo>
                  <a:lnTo>
                    <a:pt x="617845" y="537495"/>
                  </a:lnTo>
                  <a:lnTo>
                    <a:pt x="617831" y="537737"/>
                  </a:lnTo>
                  <a:lnTo>
                    <a:pt x="617851" y="537900"/>
                  </a:lnTo>
                  <a:lnTo>
                    <a:pt x="617796" y="538048"/>
                  </a:lnTo>
                  <a:lnTo>
                    <a:pt x="617493" y="538077"/>
                  </a:lnTo>
                  <a:lnTo>
                    <a:pt x="617218" y="538146"/>
                  </a:lnTo>
                  <a:lnTo>
                    <a:pt x="616523" y="538857"/>
                  </a:lnTo>
                  <a:lnTo>
                    <a:pt x="616396" y="539080"/>
                  </a:lnTo>
                  <a:lnTo>
                    <a:pt x="616524" y="539317"/>
                  </a:lnTo>
                  <a:lnTo>
                    <a:pt x="616649" y="539608"/>
                  </a:lnTo>
                  <a:lnTo>
                    <a:pt x="615848" y="539680"/>
                  </a:lnTo>
                  <a:lnTo>
                    <a:pt x="615611" y="539653"/>
                  </a:lnTo>
                  <a:lnTo>
                    <a:pt x="615501" y="539961"/>
                  </a:lnTo>
                  <a:lnTo>
                    <a:pt x="615378" y="540502"/>
                  </a:lnTo>
                  <a:lnTo>
                    <a:pt x="615328" y="541190"/>
                  </a:lnTo>
                  <a:lnTo>
                    <a:pt x="615100" y="541602"/>
                  </a:lnTo>
                  <a:lnTo>
                    <a:pt x="615170" y="541868"/>
                  </a:lnTo>
                  <a:lnTo>
                    <a:pt x="615196" y="542278"/>
                  </a:lnTo>
                  <a:lnTo>
                    <a:pt x="615180" y="542481"/>
                  </a:lnTo>
                  <a:lnTo>
                    <a:pt x="615118" y="543026"/>
                  </a:lnTo>
                  <a:lnTo>
                    <a:pt x="615113" y="543351"/>
                  </a:lnTo>
                  <a:lnTo>
                    <a:pt x="615105" y="543692"/>
                  </a:lnTo>
                  <a:lnTo>
                    <a:pt x="614928" y="544150"/>
                  </a:lnTo>
                  <a:lnTo>
                    <a:pt x="614744" y="544656"/>
                  </a:lnTo>
                  <a:lnTo>
                    <a:pt x="614896" y="545005"/>
                  </a:lnTo>
                  <a:lnTo>
                    <a:pt x="615235" y="545352"/>
                  </a:lnTo>
                  <a:lnTo>
                    <a:pt x="615274" y="545840"/>
                  </a:lnTo>
                  <a:lnTo>
                    <a:pt x="615198" y="546193"/>
                  </a:lnTo>
                  <a:lnTo>
                    <a:pt x="614725" y="546561"/>
                  </a:lnTo>
                  <a:lnTo>
                    <a:pt x="614995" y="547077"/>
                  </a:lnTo>
                  <a:lnTo>
                    <a:pt x="615130" y="547338"/>
                  </a:lnTo>
                  <a:lnTo>
                    <a:pt x="615365" y="547630"/>
                  </a:lnTo>
                  <a:lnTo>
                    <a:pt x="615652" y="547988"/>
                  </a:lnTo>
                  <a:lnTo>
                    <a:pt x="615973" y="548162"/>
                  </a:lnTo>
                  <a:lnTo>
                    <a:pt x="616207" y="548067"/>
                  </a:lnTo>
                  <a:lnTo>
                    <a:pt x="616663" y="548256"/>
                  </a:lnTo>
                  <a:lnTo>
                    <a:pt x="616832" y="548368"/>
                  </a:lnTo>
                  <a:lnTo>
                    <a:pt x="617208" y="548330"/>
                  </a:lnTo>
                  <a:lnTo>
                    <a:pt x="617447" y="548362"/>
                  </a:lnTo>
                  <a:lnTo>
                    <a:pt x="617668" y="548485"/>
                  </a:lnTo>
                  <a:lnTo>
                    <a:pt x="618049" y="548780"/>
                  </a:lnTo>
                  <a:lnTo>
                    <a:pt x="618247" y="549135"/>
                  </a:lnTo>
                  <a:lnTo>
                    <a:pt x="618241" y="549304"/>
                  </a:lnTo>
                  <a:lnTo>
                    <a:pt x="617515" y="549383"/>
                  </a:lnTo>
                  <a:lnTo>
                    <a:pt x="617372" y="549468"/>
                  </a:lnTo>
                  <a:lnTo>
                    <a:pt x="617013" y="549699"/>
                  </a:lnTo>
                  <a:lnTo>
                    <a:pt x="617014" y="550057"/>
                  </a:lnTo>
                  <a:lnTo>
                    <a:pt x="617175" y="550349"/>
                  </a:lnTo>
                  <a:lnTo>
                    <a:pt x="617271" y="550800"/>
                  </a:lnTo>
                  <a:lnTo>
                    <a:pt x="617340" y="551549"/>
                  </a:lnTo>
                  <a:lnTo>
                    <a:pt x="617192" y="551703"/>
                  </a:lnTo>
                  <a:lnTo>
                    <a:pt x="617034" y="551894"/>
                  </a:lnTo>
                  <a:lnTo>
                    <a:pt x="617278" y="552432"/>
                  </a:lnTo>
                  <a:lnTo>
                    <a:pt x="617569" y="552534"/>
                  </a:lnTo>
                  <a:lnTo>
                    <a:pt x="617810" y="552209"/>
                  </a:lnTo>
                  <a:lnTo>
                    <a:pt x="618033" y="551700"/>
                  </a:lnTo>
                  <a:lnTo>
                    <a:pt x="618178" y="551441"/>
                  </a:lnTo>
                  <a:lnTo>
                    <a:pt x="618374" y="551268"/>
                  </a:lnTo>
                  <a:lnTo>
                    <a:pt x="618768" y="551000"/>
                  </a:lnTo>
                  <a:lnTo>
                    <a:pt x="618968" y="550886"/>
                  </a:lnTo>
                  <a:lnTo>
                    <a:pt x="619099" y="551136"/>
                  </a:lnTo>
                  <a:lnTo>
                    <a:pt x="619240" y="551428"/>
                  </a:lnTo>
                  <a:lnTo>
                    <a:pt x="619693" y="551206"/>
                  </a:lnTo>
                  <a:lnTo>
                    <a:pt x="619728" y="551495"/>
                  </a:lnTo>
                  <a:lnTo>
                    <a:pt x="619736" y="551967"/>
                  </a:lnTo>
                  <a:lnTo>
                    <a:pt x="619728" y="552251"/>
                  </a:lnTo>
                  <a:lnTo>
                    <a:pt x="619758" y="552771"/>
                  </a:lnTo>
                  <a:lnTo>
                    <a:pt x="620149" y="553299"/>
                  </a:lnTo>
                  <a:lnTo>
                    <a:pt x="620502" y="553254"/>
                  </a:lnTo>
                  <a:lnTo>
                    <a:pt x="620629" y="553359"/>
                  </a:lnTo>
                  <a:lnTo>
                    <a:pt x="620774" y="553558"/>
                  </a:lnTo>
                  <a:lnTo>
                    <a:pt x="620961" y="553919"/>
                  </a:lnTo>
                  <a:lnTo>
                    <a:pt x="620753" y="554693"/>
                  </a:lnTo>
                  <a:lnTo>
                    <a:pt x="620918" y="555053"/>
                  </a:lnTo>
                  <a:lnTo>
                    <a:pt x="621391" y="555046"/>
                  </a:lnTo>
                  <a:lnTo>
                    <a:pt x="621786" y="555091"/>
                  </a:lnTo>
                  <a:lnTo>
                    <a:pt x="621910" y="555544"/>
                  </a:lnTo>
                  <a:lnTo>
                    <a:pt x="621948" y="555871"/>
                  </a:lnTo>
                  <a:lnTo>
                    <a:pt x="622850" y="556417"/>
                  </a:lnTo>
                  <a:lnTo>
                    <a:pt x="623272" y="556603"/>
                  </a:lnTo>
                  <a:lnTo>
                    <a:pt x="623651" y="556438"/>
                  </a:lnTo>
                  <a:lnTo>
                    <a:pt x="623889" y="556326"/>
                  </a:lnTo>
                  <a:lnTo>
                    <a:pt x="624055" y="556248"/>
                  </a:lnTo>
                  <a:lnTo>
                    <a:pt x="624484" y="556089"/>
                  </a:lnTo>
                  <a:lnTo>
                    <a:pt x="624643" y="556247"/>
                  </a:lnTo>
                  <a:lnTo>
                    <a:pt x="624939" y="556333"/>
                  </a:lnTo>
                  <a:lnTo>
                    <a:pt x="625045" y="556177"/>
                  </a:lnTo>
                  <a:lnTo>
                    <a:pt x="625271" y="556015"/>
                  </a:lnTo>
                  <a:lnTo>
                    <a:pt x="625698" y="556198"/>
                  </a:lnTo>
                  <a:lnTo>
                    <a:pt x="625882" y="556311"/>
                  </a:lnTo>
                  <a:lnTo>
                    <a:pt x="626135" y="556540"/>
                  </a:lnTo>
                  <a:lnTo>
                    <a:pt x="626316" y="556785"/>
                  </a:lnTo>
                  <a:lnTo>
                    <a:pt x="626180" y="556979"/>
                  </a:lnTo>
                  <a:lnTo>
                    <a:pt x="625837" y="557627"/>
                  </a:lnTo>
                  <a:lnTo>
                    <a:pt x="625937" y="557921"/>
                  </a:lnTo>
                  <a:lnTo>
                    <a:pt x="626169" y="558196"/>
                  </a:lnTo>
                  <a:lnTo>
                    <a:pt x="626465" y="557938"/>
                  </a:lnTo>
                  <a:lnTo>
                    <a:pt x="626728" y="557468"/>
                  </a:lnTo>
                  <a:lnTo>
                    <a:pt x="626540" y="557059"/>
                  </a:lnTo>
                  <a:lnTo>
                    <a:pt x="626519" y="556927"/>
                  </a:lnTo>
                  <a:lnTo>
                    <a:pt x="626776" y="556728"/>
                  </a:lnTo>
                  <a:lnTo>
                    <a:pt x="627298" y="556649"/>
                  </a:lnTo>
                  <a:lnTo>
                    <a:pt x="627560" y="556379"/>
                  </a:lnTo>
                  <a:lnTo>
                    <a:pt x="627861" y="556191"/>
                  </a:lnTo>
                  <a:lnTo>
                    <a:pt x="627993" y="556159"/>
                  </a:lnTo>
                  <a:lnTo>
                    <a:pt x="628285" y="556125"/>
                  </a:lnTo>
                  <a:lnTo>
                    <a:pt x="628770" y="556009"/>
                  </a:lnTo>
                  <a:lnTo>
                    <a:pt x="628928" y="555916"/>
                  </a:lnTo>
                  <a:lnTo>
                    <a:pt x="629334" y="555678"/>
                  </a:lnTo>
                  <a:lnTo>
                    <a:pt x="629541" y="555537"/>
                  </a:lnTo>
                  <a:lnTo>
                    <a:pt x="629675" y="555442"/>
                  </a:lnTo>
                  <a:lnTo>
                    <a:pt x="630046" y="555273"/>
                  </a:lnTo>
                  <a:lnTo>
                    <a:pt x="631243" y="555073"/>
                  </a:lnTo>
                  <a:lnTo>
                    <a:pt x="631678" y="555059"/>
                  </a:lnTo>
                  <a:lnTo>
                    <a:pt x="632069" y="555058"/>
                  </a:lnTo>
                  <a:lnTo>
                    <a:pt x="632010" y="555213"/>
                  </a:lnTo>
                  <a:lnTo>
                    <a:pt x="632077" y="555589"/>
                  </a:lnTo>
                  <a:lnTo>
                    <a:pt x="632247" y="555672"/>
                  </a:lnTo>
                  <a:lnTo>
                    <a:pt x="632679" y="555737"/>
                  </a:lnTo>
                  <a:lnTo>
                    <a:pt x="632967" y="555400"/>
                  </a:lnTo>
                  <a:lnTo>
                    <a:pt x="633164" y="555389"/>
                  </a:lnTo>
                  <a:lnTo>
                    <a:pt x="634075" y="556134"/>
                  </a:lnTo>
                  <a:lnTo>
                    <a:pt x="634351" y="556163"/>
                  </a:lnTo>
                  <a:lnTo>
                    <a:pt x="634364" y="556012"/>
                  </a:lnTo>
                  <a:lnTo>
                    <a:pt x="634657" y="555814"/>
                  </a:lnTo>
                  <a:lnTo>
                    <a:pt x="635257" y="556070"/>
                  </a:lnTo>
                  <a:lnTo>
                    <a:pt x="635303" y="556379"/>
                  </a:lnTo>
                  <a:lnTo>
                    <a:pt x="635145" y="556660"/>
                  </a:lnTo>
                  <a:lnTo>
                    <a:pt x="634666" y="557207"/>
                  </a:lnTo>
                  <a:lnTo>
                    <a:pt x="634046" y="557606"/>
                  </a:lnTo>
                  <a:lnTo>
                    <a:pt x="633779" y="557363"/>
                  </a:lnTo>
                  <a:lnTo>
                    <a:pt x="633727" y="556940"/>
                  </a:lnTo>
                  <a:lnTo>
                    <a:pt x="633702" y="556740"/>
                  </a:lnTo>
                  <a:lnTo>
                    <a:pt x="633313" y="556292"/>
                  </a:lnTo>
                  <a:lnTo>
                    <a:pt x="632970" y="557080"/>
                  </a:lnTo>
                  <a:lnTo>
                    <a:pt x="632448" y="557317"/>
                  </a:lnTo>
                  <a:lnTo>
                    <a:pt x="632189" y="557478"/>
                  </a:lnTo>
                  <a:lnTo>
                    <a:pt x="632037" y="557662"/>
                  </a:lnTo>
                  <a:lnTo>
                    <a:pt x="632123" y="558469"/>
                  </a:lnTo>
                  <a:lnTo>
                    <a:pt x="632707" y="558305"/>
                  </a:lnTo>
                  <a:lnTo>
                    <a:pt x="632892" y="558554"/>
                  </a:lnTo>
                  <a:lnTo>
                    <a:pt x="633085" y="558827"/>
                  </a:lnTo>
                  <a:lnTo>
                    <a:pt x="633435" y="558652"/>
                  </a:lnTo>
                  <a:lnTo>
                    <a:pt x="633604" y="559073"/>
                  </a:lnTo>
                  <a:lnTo>
                    <a:pt x="633448" y="559576"/>
                  </a:lnTo>
                  <a:lnTo>
                    <a:pt x="633190" y="559974"/>
                  </a:lnTo>
                  <a:lnTo>
                    <a:pt x="633166" y="560456"/>
                  </a:lnTo>
                  <a:lnTo>
                    <a:pt x="633426" y="560470"/>
                  </a:lnTo>
                  <a:lnTo>
                    <a:pt x="633674" y="560740"/>
                  </a:lnTo>
                  <a:lnTo>
                    <a:pt x="633978" y="560828"/>
                  </a:lnTo>
                  <a:lnTo>
                    <a:pt x="634169" y="560910"/>
                  </a:lnTo>
                  <a:lnTo>
                    <a:pt x="634403" y="561201"/>
                  </a:lnTo>
                  <a:lnTo>
                    <a:pt x="634522" y="561366"/>
                  </a:lnTo>
                  <a:lnTo>
                    <a:pt x="634843" y="561648"/>
                  </a:lnTo>
                  <a:lnTo>
                    <a:pt x="635217" y="561296"/>
                  </a:lnTo>
                  <a:lnTo>
                    <a:pt x="635545" y="561295"/>
                  </a:lnTo>
                  <a:lnTo>
                    <a:pt x="635286" y="561970"/>
                  </a:lnTo>
                  <a:lnTo>
                    <a:pt x="635045" y="562085"/>
                  </a:lnTo>
                  <a:lnTo>
                    <a:pt x="634663" y="562235"/>
                  </a:lnTo>
                  <a:lnTo>
                    <a:pt x="634798" y="562395"/>
                  </a:lnTo>
                  <a:lnTo>
                    <a:pt x="635092" y="562388"/>
                  </a:lnTo>
                  <a:lnTo>
                    <a:pt x="635392" y="562791"/>
                  </a:lnTo>
                  <a:lnTo>
                    <a:pt x="635811" y="562792"/>
                  </a:lnTo>
                  <a:lnTo>
                    <a:pt x="635984" y="562850"/>
                  </a:lnTo>
                  <a:lnTo>
                    <a:pt x="636360" y="563109"/>
                  </a:lnTo>
                  <a:lnTo>
                    <a:pt x="636438" y="563579"/>
                  </a:lnTo>
                  <a:lnTo>
                    <a:pt x="636169" y="563719"/>
                  </a:lnTo>
                  <a:lnTo>
                    <a:pt x="636419" y="563907"/>
                  </a:lnTo>
                  <a:lnTo>
                    <a:pt x="636662" y="564093"/>
                  </a:lnTo>
                  <a:lnTo>
                    <a:pt x="636749" y="564271"/>
                  </a:lnTo>
                  <a:lnTo>
                    <a:pt x="636872" y="564455"/>
                  </a:lnTo>
                  <a:lnTo>
                    <a:pt x="637225" y="564810"/>
                  </a:lnTo>
                  <a:lnTo>
                    <a:pt x="637696" y="564555"/>
                  </a:lnTo>
                  <a:lnTo>
                    <a:pt x="637852" y="564409"/>
                  </a:lnTo>
                  <a:lnTo>
                    <a:pt x="637990" y="564262"/>
                  </a:lnTo>
                  <a:lnTo>
                    <a:pt x="638159" y="564615"/>
                  </a:lnTo>
                  <a:lnTo>
                    <a:pt x="638332" y="565151"/>
                  </a:lnTo>
                  <a:lnTo>
                    <a:pt x="638248" y="565358"/>
                  </a:lnTo>
                  <a:lnTo>
                    <a:pt x="638320" y="566015"/>
                  </a:lnTo>
                  <a:lnTo>
                    <a:pt x="638629" y="566121"/>
                  </a:lnTo>
                  <a:lnTo>
                    <a:pt x="638922" y="566408"/>
                  </a:lnTo>
                  <a:lnTo>
                    <a:pt x="638947" y="566798"/>
                  </a:lnTo>
                  <a:lnTo>
                    <a:pt x="638936" y="567094"/>
                  </a:lnTo>
                  <a:lnTo>
                    <a:pt x="638766" y="567341"/>
                  </a:lnTo>
                  <a:lnTo>
                    <a:pt x="638865" y="567850"/>
                  </a:lnTo>
                  <a:lnTo>
                    <a:pt x="639052" y="568763"/>
                  </a:lnTo>
                  <a:lnTo>
                    <a:pt x="639289" y="568855"/>
                  </a:lnTo>
                  <a:lnTo>
                    <a:pt x="639560" y="568728"/>
                  </a:lnTo>
                  <a:lnTo>
                    <a:pt x="639735" y="568301"/>
                  </a:lnTo>
                  <a:lnTo>
                    <a:pt x="639833" y="568016"/>
                  </a:lnTo>
                  <a:lnTo>
                    <a:pt x="639856" y="567737"/>
                  </a:lnTo>
                  <a:lnTo>
                    <a:pt x="640115" y="567538"/>
                  </a:lnTo>
                  <a:lnTo>
                    <a:pt x="640188" y="567326"/>
                  </a:lnTo>
                  <a:lnTo>
                    <a:pt x="640261" y="567106"/>
                  </a:lnTo>
                  <a:lnTo>
                    <a:pt x="640275" y="566975"/>
                  </a:lnTo>
                  <a:lnTo>
                    <a:pt x="640306" y="566684"/>
                  </a:lnTo>
                  <a:lnTo>
                    <a:pt x="640349" y="566437"/>
                  </a:lnTo>
                  <a:lnTo>
                    <a:pt x="640612" y="566280"/>
                  </a:lnTo>
                  <a:lnTo>
                    <a:pt x="640788" y="566300"/>
                  </a:lnTo>
                  <a:lnTo>
                    <a:pt x="641221" y="566003"/>
                  </a:lnTo>
                  <a:lnTo>
                    <a:pt x="641338" y="565782"/>
                  </a:lnTo>
                  <a:lnTo>
                    <a:pt x="641515" y="565738"/>
                  </a:lnTo>
                  <a:lnTo>
                    <a:pt x="641743" y="565739"/>
                  </a:lnTo>
                  <a:lnTo>
                    <a:pt x="642381" y="566035"/>
                  </a:lnTo>
                  <a:lnTo>
                    <a:pt x="642571" y="566168"/>
                  </a:lnTo>
                  <a:lnTo>
                    <a:pt x="643190" y="566455"/>
                  </a:lnTo>
                  <a:lnTo>
                    <a:pt x="643628" y="566298"/>
                  </a:lnTo>
                  <a:lnTo>
                    <a:pt x="644122" y="566343"/>
                  </a:lnTo>
                  <a:lnTo>
                    <a:pt x="644701" y="566297"/>
                  </a:lnTo>
                  <a:lnTo>
                    <a:pt x="645034" y="566400"/>
                  </a:lnTo>
                  <a:lnTo>
                    <a:pt x="645270" y="566519"/>
                  </a:lnTo>
                  <a:lnTo>
                    <a:pt x="645586" y="566620"/>
                  </a:lnTo>
                  <a:lnTo>
                    <a:pt x="645850" y="566703"/>
                  </a:lnTo>
                  <a:lnTo>
                    <a:pt x="646423" y="566792"/>
                  </a:lnTo>
                  <a:lnTo>
                    <a:pt x="646813" y="567125"/>
                  </a:lnTo>
                  <a:lnTo>
                    <a:pt x="647413" y="567154"/>
                  </a:lnTo>
                  <a:lnTo>
                    <a:pt x="647172" y="567800"/>
                  </a:lnTo>
                  <a:lnTo>
                    <a:pt x="647181" y="568298"/>
                  </a:lnTo>
                  <a:lnTo>
                    <a:pt x="647992" y="568622"/>
                  </a:lnTo>
                  <a:lnTo>
                    <a:pt x="648357" y="568594"/>
                  </a:lnTo>
                  <a:lnTo>
                    <a:pt x="648928" y="568455"/>
                  </a:lnTo>
                  <a:lnTo>
                    <a:pt x="649278" y="568359"/>
                  </a:lnTo>
                  <a:lnTo>
                    <a:pt x="649581" y="568275"/>
                  </a:lnTo>
                  <a:lnTo>
                    <a:pt x="649899" y="568511"/>
                  </a:lnTo>
                  <a:lnTo>
                    <a:pt x="650055" y="568748"/>
                  </a:lnTo>
                  <a:lnTo>
                    <a:pt x="650465" y="568187"/>
                  </a:lnTo>
                  <a:lnTo>
                    <a:pt x="650331" y="567861"/>
                  </a:lnTo>
                  <a:lnTo>
                    <a:pt x="650686" y="567673"/>
                  </a:lnTo>
                  <a:lnTo>
                    <a:pt x="651020" y="567744"/>
                  </a:lnTo>
                  <a:lnTo>
                    <a:pt x="651220" y="567850"/>
                  </a:lnTo>
                  <a:lnTo>
                    <a:pt x="651402" y="568309"/>
                  </a:lnTo>
                  <a:lnTo>
                    <a:pt x="651101" y="568469"/>
                  </a:lnTo>
                  <a:lnTo>
                    <a:pt x="650936" y="568543"/>
                  </a:lnTo>
                  <a:lnTo>
                    <a:pt x="650822" y="568904"/>
                  </a:lnTo>
                  <a:lnTo>
                    <a:pt x="649833" y="568833"/>
                  </a:lnTo>
                  <a:lnTo>
                    <a:pt x="649847" y="569049"/>
                  </a:lnTo>
                  <a:lnTo>
                    <a:pt x="649922" y="569381"/>
                  </a:lnTo>
                  <a:lnTo>
                    <a:pt x="650042" y="569710"/>
                  </a:lnTo>
                  <a:lnTo>
                    <a:pt x="650128" y="569994"/>
                  </a:lnTo>
                  <a:lnTo>
                    <a:pt x="650010" y="570924"/>
                  </a:lnTo>
                  <a:lnTo>
                    <a:pt x="650156" y="571132"/>
                  </a:lnTo>
                  <a:lnTo>
                    <a:pt x="650348" y="571165"/>
                  </a:lnTo>
                  <a:lnTo>
                    <a:pt x="650399" y="571449"/>
                  </a:lnTo>
                  <a:lnTo>
                    <a:pt x="650438" y="571776"/>
                  </a:lnTo>
                  <a:lnTo>
                    <a:pt x="650452" y="572323"/>
                  </a:lnTo>
                  <a:lnTo>
                    <a:pt x="650605" y="572616"/>
                  </a:lnTo>
                  <a:lnTo>
                    <a:pt x="650733" y="573122"/>
                  </a:lnTo>
                  <a:lnTo>
                    <a:pt x="650927" y="573586"/>
                  </a:lnTo>
                  <a:lnTo>
                    <a:pt x="651137" y="573555"/>
                  </a:lnTo>
                  <a:lnTo>
                    <a:pt x="651420" y="573827"/>
                  </a:lnTo>
                  <a:lnTo>
                    <a:pt x="651394" y="574197"/>
                  </a:lnTo>
                  <a:lnTo>
                    <a:pt x="651532" y="574261"/>
                  </a:lnTo>
                  <a:lnTo>
                    <a:pt x="651662" y="574466"/>
                  </a:lnTo>
                  <a:lnTo>
                    <a:pt x="651500" y="574793"/>
                  </a:lnTo>
                  <a:lnTo>
                    <a:pt x="652087" y="575743"/>
                  </a:lnTo>
                  <a:lnTo>
                    <a:pt x="652197" y="575613"/>
                  </a:lnTo>
                  <a:lnTo>
                    <a:pt x="652102" y="575410"/>
                  </a:lnTo>
                  <a:lnTo>
                    <a:pt x="652530" y="575022"/>
                  </a:lnTo>
                  <a:lnTo>
                    <a:pt x="652681" y="574484"/>
                  </a:lnTo>
                  <a:lnTo>
                    <a:pt x="652722" y="574248"/>
                  </a:lnTo>
                  <a:lnTo>
                    <a:pt x="652982" y="573833"/>
                  </a:lnTo>
                  <a:lnTo>
                    <a:pt x="653393" y="573532"/>
                  </a:lnTo>
                  <a:lnTo>
                    <a:pt x="653540" y="573362"/>
                  </a:lnTo>
                  <a:lnTo>
                    <a:pt x="653818" y="573055"/>
                  </a:lnTo>
                  <a:lnTo>
                    <a:pt x="653996" y="572887"/>
                  </a:lnTo>
                  <a:lnTo>
                    <a:pt x="654129" y="572761"/>
                  </a:lnTo>
                  <a:lnTo>
                    <a:pt x="654403" y="572636"/>
                  </a:lnTo>
                  <a:lnTo>
                    <a:pt x="654559" y="572618"/>
                  </a:lnTo>
                  <a:lnTo>
                    <a:pt x="654700" y="572291"/>
                  </a:lnTo>
                  <a:lnTo>
                    <a:pt x="654742" y="572064"/>
                  </a:lnTo>
                  <a:lnTo>
                    <a:pt x="654862" y="571717"/>
                  </a:lnTo>
                  <a:lnTo>
                    <a:pt x="655165" y="571860"/>
                  </a:lnTo>
                  <a:lnTo>
                    <a:pt x="655137" y="572263"/>
                  </a:lnTo>
                  <a:lnTo>
                    <a:pt x="655211" y="572430"/>
                  </a:lnTo>
                  <a:lnTo>
                    <a:pt x="655412" y="572266"/>
                  </a:lnTo>
                  <a:lnTo>
                    <a:pt x="655549" y="572671"/>
                  </a:lnTo>
                  <a:lnTo>
                    <a:pt x="655629" y="572859"/>
                  </a:lnTo>
                  <a:lnTo>
                    <a:pt x="655774" y="573091"/>
                  </a:lnTo>
                  <a:lnTo>
                    <a:pt x="656029" y="573175"/>
                  </a:lnTo>
                  <a:lnTo>
                    <a:pt x="656343" y="573212"/>
                  </a:lnTo>
                  <a:lnTo>
                    <a:pt x="657010" y="572958"/>
                  </a:lnTo>
                  <a:lnTo>
                    <a:pt x="657262" y="573066"/>
                  </a:lnTo>
                  <a:lnTo>
                    <a:pt x="657478" y="573171"/>
                  </a:lnTo>
                  <a:lnTo>
                    <a:pt x="657978" y="573143"/>
                  </a:lnTo>
                  <a:lnTo>
                    <a:pt x="658045" y="573338"/>
                  </a:lnTo>
                  <a:lnTo>
                    <a:pt x="658022" y="573531"/>
                  </a:lnTo>
                  <a:lnTo>
                    <a:pt x="658012" y="573771"/>
                  </a:lnTo>
                  <a:lnTo>
                    <a:pt x="658046" y="574052"/>
                  </a:lnTo>
                  <a:lnTo>
                    <a:pt x="658086" y="574232"/>
                  </a:lnTo>
                  <a:lnTo>
                    <a:pt x="658172" y="574617"/>
                  </a:lnTo>
                  <a:lnTo>
                    <a:pt x="658498" y="575057"/>
                  </a:lnTo>
                  <a:lnTo>
                    <a:pt x="658491" y="575540"/>
                  </a:lnTo>
                  <a:lnTo>
                    <a:pt x="658117" y="575966"/>
                  </a:lnTo>
                  <a:lnTo>
                    <a:pt x="658396" y="576268"/>
                  </a:lnTo>
                  <a:lnTo>
                    <a:pt x="658565" y="576528"/>
                  </a:lnTo>
                  <a:lnTo>
                    <a:pt x="658622" y="576944"/>
                  </a:lnTo>
                  <a:lnTo>
                    <a:pt x="658785" y="577230"/>
                  </a:lnTo>
                  <a:lnTo>
                    <a:pt x="659034" y="577401"/>
                  </a:lnTo>
                  <a:lnTo>
                    <a:pt x="659218" y="577382"/>
                  </a:lnTo>
                  <a:lnTo>
                    <a:pt x="659525" y="577399"/>
                  </a:lnTo>
                  <a:lnTo>
                    <a:pt x="659728" y="577552"/>
                  </a:lnTo>
                  <a:lnTo>
                    <a:pt x="660188" y="578968"/>
                  </a:lnTo>
                  <a:lnTo>
                    <a:pt x="660340" y="579169"/>
                  </a:lnTo>
                  <a:lnTo>
                    <a:pt x="660924" y="579725"/>
                  </a:lnTo>
                  <a:lnTo>
                    <a:pt x="661074" y="579687"/>
                  </a:lnTo>
                  <a:lnTo>
                    <a:pt x="661403" y="579754"/>
                  </a:lnTo>
                  <a:lnTo>
                    <a:pt x="661890" y="580430"/>
                  </a:lnTo>
                  <a:lnTo>
                    <a:pt x="661812" y="580883"/>
                  </a:lnTo>
                  <a:lnTo>
                    <a:pt x="662197" y="581291"/>
                  </a:lnTo>
                  <a:lnTo>
                    <a:pt x="662546" y="581712"/>
                  </a:lnTo>
                  <a:lnTo>
                    <a:pt x="663004" y="581657"/>
                  </a:lnTo>
                  <a:lnTo>
                    <a:pt x="663364" y="581945"/>
                  </a:lnTo>
                  <a:lnTo>
                    <a:pt x="663388" y="582110"/>
                  </a:lnTo>
                  <a:lnTo>
                    <a:pt x="663523" y="582300"/>
                  </a:lnTo>
                  <a:lnTo>
                    <a:pt x="663722" y="582369"/>
                  </a:lnTo>
                  <a:lnTo>
                    <a:pt x="663887" y="582401"/>
                  </a:lnTo>
                  <a:lnTo>
                    <a:pt x="664219" y="582002"/>
                  </a:lnTo>
                  <a:lnTo>
                    <a:pt x="664340" y="581733"/>
                  </a:lnTo>
                  <a:lnTo>
                    <a:pt x="664440" y="581501"/>
                  </a:lnTo>
                  <a:lnTo>
                    <a:pt x="664365" y="581372"/>
                  </a:lnTo>
                  <a:lnTo>
                    <a:pt x="664274" y="581216"/>
                  </a:lnTo>
                  <a:lnTo>
                    <a:pt x="664172" y="581055"/>
                  </a:lnTo>
                  <a:lnTo>
                    <a:pt x="664166" y="580609"/>
                  </a:lnTo>
                  <a:lnTo>
                    <a:pt x="664407" y="580490"/>
                  </a:lnTo>
                  <a:lnTo>
                    <a:pt x="665219" y="580533"/>
                  </a:lnTo>
                  <a:lnTo>
                    <a:pt x="665587" y="580449"/>
                  </a:lnTo>
                  <a:lnTo>
                    <a:pt x="665733" y="580468"/>
                  </a:lnTo>
                  <a:lnTo>
                    <a:pt x="666354" y="580220"/>
                  </a:lnTo>
                  <a:lnTo>
                    <a:pt x="666600" y="580047"/>
                  </a:lnTo>
                  <a:lnTo>
                    <a:pt x="666706" y="579858"/>
                  </a:lnTo>
                  <a:lnTo>
                    <a:pt x="666809" y="579723"/>
                  </a:lnTo>
                  <a:lnTo>
                    <a:pt x="667035" y="579446"/>
                  </a:lnTo>
                  <a:lnTo>
                    <a:pt x="667496" y="579129"/>
                  </a:lnTo>
                  <a:lnTo>
                    <a:pt x="667846" y="579120"/>
                  </a:lnTo>
                  <a:lnTo>
                    <a:pt x="668004" y="578961"/>
                  </a:lnTo>
                  <a:lnTo>
                    <a:pt x="668421" y="578595"/>
                  </a:lnTo>
                  <a:lnTo>
                    <a:pt x="669139" y="578419"/>
                  </a:lnTo>
                  <a:lnTo>
                    <a:pt x="669867" y="577488"/>
                  </a:lnTo>
                  <a:lnTo>
                    <a:pt x="669753" y="576884"/>
                  </a:lnTo>
                  <a:lnTo>
                    <a:pt x="669889" y="576541"/>
                  </a:lnTo>
                  <a:lnTo>
                    <a:pt x="670299" y="576237"/>
                  </a:lnTo>
                  <a:lnTo>
                    <a:pt x="670543" y="575795"/>
                  </a:lnTo>
                  <a:lnTo>
                    <a:pt x="670357" y="575514"/>
                  </a:lnTo>
                  <a:lnTo>
                    <a:pt x="670395" y="575127"/>
                  </a:lnTo>
                  <a:lnTo>
                    <a:pt x="670289" y="574505"/>
                  </a:lnTo>
                  <a:lnTo>
                    <a:pt x="670068" y="573954"/>
                  </a:lnTo>
                  <a:lnTo>
                    <a:pt x="670211" y="573482"/>
                  </a:lnTo>
                  <a:lnTo>
                    <a:pt x="670389" y="573211"/>
                  </a:lnTo>
                  <a:lnTo>
                    <a:pt x="670453" y="572631"/>
                  </a:lnTo>
                  <a:lnTo>
                    <a:pt x="670276" y="572433"/>
                  </a:lnTo>
                  <a:lnTo>
                    <a:pt x="670251" y="572169"/>
                  </a:lnTo>
                  <a:lnTo>
                    <a:pt x="670108" y="571793"/>
                  </a:lnTo>
                  <a:lnTo>
                    <a:pt x="669721" y="571379"/>
                  </a:lnTo>
                  <a:lnTo>
                    <a:pt x="669503" y="571062"/>
                  </a:lnTo>
                  <a:lnTo>
                    <a:pt x="669571" y="570403"/>
                  </a:lnTo>
                  <a:lnTo>
                    <a:pt x="669890" y="569494"/>
                  </a:lnTo>
                  <a:lnTo>
                    <a:pt x="669450" y="569323"/>
                  </a:lnTo>
                  <a:lnTo>
                    <a:pt x="669133" y="569408"/>
                  </a:lnTo>
                  <a:lnTo>
                    <a:pt x="668716" y="569000"/>
                  </a:lnTo>
                  <a:lnTo>
                    <a:pt x="668729" y="568780"/>
                  </a:lnTo>
                  <a:lnTo>
                    <a:pt x="668718" y="568503"/>
                  </a:lnTo>
                  <a:lnTo>
                    <a:pt x="667973" y="567770"/>
                  </a:lnTo>
                  <a:lnTo>
                    <a:pt x="667878" y="567342"/>
                  </a:lnTo>
                  <a:lnTo>
                    <a:pt x="667527" y="566951"/>
                  </a:lnTo>
                  <a:lnTo>
                    <a:pt x="667778" y="566595"/>
                  </a:lnTo>
                  <a:lnTo>
                    <a:pt x="668021" y="566393"/>
                  </a:lnTo>
                  <a:lnTo>
                    <a:pt x="668039" y="566052"/>
                  </a:lnTo>
                  <a:lnTo>
                    <a:pt x="668093" y="565534"/>
                  </a:lnTo>
                  <a:lnTo>
                    <a:pt x="668149" y="565109"/>
                  </a:lnTo>
                  <a:lnTo>
                    <a:pt x="668262" y="564464"/>
                  </a:lnTo>
                  <a:lnTo>
                    <a:pt x="668385" y="564235"/>
                  </a:lnTo>
                  <a:lnTo>
                    <a:pt x="668791" y="564049"/>
                  </a:lnTo>
                  <a:lnTo>
                    <a:pt x="669170" y="563640"/>
                  </a:lnTo>
                  <a:lnTo>
                    <a:pt x="669066" y="563094"/>
                  </a:lnTo>
                  <a:lnTo>
                    <a:pt x="668858" y="562747"/>
                  </a:lnTo>
                  <a:lnTo>
                    <a:pt x="668695" y="562569"/>
                  </a:lnTo>
                  <a:lnTo>
                    <a:pt x="668713" y="561845"/>
                  </a:lnTo>
                  <a:lnTo>
                    <a:pt x="668564" y="561665"/>
                  </a:lnTo>
                  <a:lnTo>
                    <a:pt x="668416" y="561594"/>
                  </a:lnTo>
                  <a:lnTo>
                    <a:pt x="668114" y="561010"/>
                  </a:lnTo>
                  <a:lnTo>
                    <a:pt x="668373" y="560827"/>
                  </a:lnTo>
                  <a:lnTo>
                    <a:pt x="668456" y="560600"/>
                  </a:lnTo>
                  <a:lnTo>
                    <a:pt x="668255" y="560565"/>
                  </a:lnTo>
                  <a:lnTo>
                    <a:pt x="668020" y="560388"/>
                  </a:lnTo>
                  <a:lnTo>
                    <a:pt x="667863" y="560238"/>
                  </a:lnTo>
                  <a:lnTo>
                    <a:pt x="667327" y="559464"/>
                  </a:lnTo>
                  <a:lnTo>
                    <a:pt x="667246" y="558871"/>
                  </a:lnTo>
                  <a:lnTo>
                    <a:pt x="667222" y="558197"/>
                  </a:lnTo>
                  <a:lnTo>
                    <a:pt x="667441" y="558113"/>
                  </a:lnTo>
                  <a:lnTo>
                    <a:pt x="667759" y="557956"/>
                  </a:lnTo>
                  <a:lnTo>
                    <a:pt x="667961" y="557741"/>
                  </a:lnTo>
                  <a:lnTo>
                    <a:pt x="668015" y="557559"/>
                  </a:lnTo>
                  <a:lnTo>
                    <a:pt x="668382" y="557070"/>
                  </a:lnTo>
                  <a:lnTo>
                    <a:pt x="668503" y="556917"/>
                  </a:lnTo>
                  <a:lnTo>
                    <a:pt x="668813" y="556543"/>
                  </a:lnTo>
                  <a:lnTo>
                    <a:pt x="669351" y="556400"/>
                  </a:lnTo>
                  <a:lnTo>
                    <a:pt x="669594" y="556363"/>
                  </a:lnTo>
                  <a:lnTo>
                    <a:pt x="669785" y="556234"/>
                  </a:lnTo>
                  <a:lnTo>
                    <a:pt x="669773" y="556024"/>
                  </a:lnTo>
                  <a:lnTo>
                    <a:pt x="670204" y="555574"/>
                  </a:lnTo>
                  <a:lnTo>
                    <a:pt x="670717" y="555550"/>
                  </a:lnTo>
                  <a:lnTo>
                    <a:pt x="670903" y="555622"/>
                  </a:lnTo>
                  <a:lnTo>
                    <a:pt x="671156" y="555827"/>
                  </a:lnTo>
                  <a:lnTo>
                    <a:pt x="671261" y="556017"/>
                  </a:lnTo>
                  <a:lnTo>
                    <a:pt x="671398" y="556107"/>
                  </a:lnTo>
                  <a:lnTo>
                    <a:pt x="671431" y="555817"/>
                  </a:lnTo>
                  <a:lnTo>
                    <a:pt x="671432" y="555521"/>
                  </a:lnTo>
                  <a:lnTo>
                    <a:pt x="671572" y="555323"/>
                  </a:lnTo>
                  <a:lnTo>
                    <a:pt x="671942" y="555365"/>
                  </a:lnTo>
                  <a:lnTo>
                    <a:pt x="672506" y="555429"/>
                  </a:lnTo>
                  <a:lnTo>
                    <a:pt x="673504" y="555501"/>
                  </a:lnTo>
                  <a:lnTo>
                    <a:pt x="673814" y="555721"/>
                  </a:lnTo>
                  <a:lnTo>
                    <a:pt x="674388" y="556082"/>
                  </a:lnTo>
                  <a:lnTo>
                    <a:pt x="674959" y="556081"/>
                  </a:lnTo>
                  <a:lnTo>
                    <a:pt x="675099" y="555826"/>
                  </a:lnTo>
                  <a:lnTo>
                    <a:pt x="675016" y="555515"/>
                  </a:lnTo>
                  <a:lnTo>
                    <a:pt x="674931" y="555099"/>
                  </a:lnTo>
                  <a:lnTo>
                    <a:pt x="675205" y="555003"/>
                  </a:lnTo>
                  <a:lnTo>
                    <a:pt x="675314" y="555385"/>
                  </a:lnTo>
                  <a:lnTo>
                    <a:pt x="675641" y="555492"/>
                  </a:lnTo>
                  <a:lnTo>
                    <a:pt x="675998" y="555251"/>
                  </a:lnTo>
                  <a:lnTo>
                    <a:pt x="676044" y="555423"/>
                  </a:lnTo>
                  <a:lnTo>
                    <a:pt x="675990" y="555772"/>
                  </a:lnTo>
                  <a:lnTo>
                    <a:pt x="676120" y="556127"/>
                  </a:lnTo>
                  <a:lnTo>
                    <a:pt x="676567" y="556816"/>
                  </a:lnTo>
                  <a:lnTo>
                    <a:pt x="677013" y="557011"/>
                  </a:lnTo>
                  <a:lnTo>
                    <a:pt x="677234" y="557059"/>
                  </a:lnTo>
                  <a:lnTo>
                    <a:pt x="677376" y="557067"/>
                  </a:lnTo>
                  <a:lnTo>
                    <a:pt x="677795" y="557133"/>
                  </a:lnTo>
                  <a:lnTo>
                    <a:pt x="677925" y="557168"/>
                  </a:lnTo>
                  <a:lnTo>
                    <a:pt x="678017" y="557429"/>
                  </a:lnTo>
                  <a:lnTo>
                    <a:pt x="678556" y="557533"/>
                  </a:lnTo>
                  <a:lnTo>
                    <a:pt x="678324" y="557010"/>
                  </a:lnTo>
                  <a:lnTo>
                    <a:pt x="678330" y="556634"/>
                  </a:lnTo>
                  <a:lnTo>
                    <a:pt x="678678" y="556085"/>
                  </a:lnTo>
                  <a:lnTo>
                    <a:pt x="679016" y="555940"/>
                  </a:lnTo>
                  <a:lnTo>
                    <a:pt x="679664" y="556334"/>
                  </a:lnTo>
                  <a:lnTo>
                    <a:pt x="679530" y="556457"/>
                  </a:lnTo>
                  <a:lnTo>
                    <a:pt x="679779" y="556800"/>
                  </a:lnTo>
                  <a:lnTo>
                    <a:pt x="680133" y="557134"/>
                  </a:lnTo>
                  <a:lnTo>
                    <a:pt x="680458" y="557514"/>
                  </a:lnTo>
                  <a:lnTo>
                    <a:pt x="681264" y="558237"/>
                  </a:lnTo>
                  <a:lnTo>
                    <a:pt x="681477" y="558216"/>
                  </a:lnTo>
                  <a:lnTo>
                    <a:pt x="681920" y="557988"/>
                  </a:lnTo>
                  <a:lnTo>
                    <a:pt x="682358" y="558093"/>
                  </a:lnTo>
                  <a:lnTo>
                    <a:pt x="682336" y="557958"/>
                  </a:lnTo>
                  <a:lnTo>
                    <a:pt x="682224" y="557730"/>
                  </a:lnTo>
                  <a:lnTo>
                    <a:pt x="681850" y="557667"/>
                  </a:lnTo>
                  <a:lnTo>
                    <a:pt x="681800" y="557371"/>
                  </a:lnTo>
                  <a:lnTo>
                    <a:pt x="682051" y="557155"/>
                  </a:lnTo>
                  <a:lnTo>
                    <a:pt x="682471" y="556383"/>
                  </a:lnTo>
                  <a:lnTo>
                    <a:pt x="682674" y="556213"/>
                  </a:lnTo>
                  <a:lnTo>
                    <a:pt x="683032" y="556144"/>
                  </a:lnTo>
                  <a:lnTo>
                    <a:pt x="683032" y="556273"/>
                  </a:lnTo>
                  <a:lnTo>
                    <a:pt x="683245" y="556434"/>
                  </a:lnTo>
                  <a:lnTo>
                    <a:pt x="683850" y="556446"/>
                  </a:lnTo>
                  <a:lnTo>
                    <a:pt x="684248" y="556632"/>
                  </a:lnTo>
                  <a:lnTo>
                    <a:pt x="684475" y="556880"/>
                  </a:lnTo>
                  <a:lnTo>
                    <a:pt x="684809" y="557092"/>
                  </a:lnTo>
                  <a:lnTo>
                    <a:pt x="685045" y="556933"/>
                  </a:lnTo>
                  <a:lnTo>
                    <a:pt x="685361" y="556694"/>
                  </a:lnTo>
                  <a:lnTo>
                    <a:pt x="685559" y="556545"/>
                  </a:lnTo>
                  <a:lnTo>
                    <a:pt x="685429" y="555934"/>
                  </a:lnTo>
                  <a:lnTo>
                    <a:pt x="685462" y="555459"/>
                  </a:lnTo>
                  <a:lnTo>
                    <a:pt x="685675" y="555115"/>
                  </a:lnTo>
                  <a:lnTo>
                    <a:pt x="687345" y="555496"/>
                  </a:lnTo>
                  <a:lnTo>
                    <a:pt x="687619" y="555586"/>
                  </a:lnTo>
                  <a:lnTo>
                    <a:pt x="687689" y="555336"/>
                  </a:lnTo>
                  <a:lnTo>
                    <a:pt x="687735" y="555168"/>
                  </a:lnTo>
                  <a:lnTo>
                    <a:pt x="687716" y="555024"/>
                  </a:lnTo>
                  <a:lnTo>
                    <a:pt x="687655" y="554560"/>
                  </a:lnTo>
                  <a:lnTo>
                    <a:pt x="687970" y="553529"/>
                  </a:lnTo>
                  <a:lnTo>
                    <a:pt x="688114" y="553330"/>
                  </a:lnTo>
                  <a:lnTo>
                    <a:pt x="688763" y="553526"/>
                  </a:lnTo>
                  <a:lnTo>
                    <a:pt x="688744" y="554237"/>
                  </a:lnTo>
                  <a:lnTo>
                    <a:pt x="689157" y="554058"/>
                  </a:lnTo>
                  <a:lnTo>
                    <a:pt x="689474" y="553533"/>
                  </a:lnTo>
                  <a:lnTo>
                    <a:pt x="689620" y="553780"/>
                  </a:lnTo>
                  <a:lnTo>
                    <a:pt x="689925" y="553754"/>
                  </a:lnTo>
                  <a:lnTo>
                    <a:pt x="689956" y="553519"/>
                  </a:lnTo>
                  <a:lnTo>
                    <a:pt x="690038" y="552891"/>
                  </a:lnTo>
                  <a:lnTo>
                    <a:pt x="689769" y="552441"/>
                  </a:lnTo>
                  <a:lnTo>
                    <a:pt x="689463" y="552321"/>
                  </a:lnTo>
                  <a:lnTo>
                    <a:pt x="689194" y="552009"/>
                  </a:lnTo>
                  <a:lnTo>
                    <a:pt x="689029" y="551817"/>
                  </a:lnTo>
                  <a:lnTo>
                    <a:pt x="689012" y="551514"/>
                  </a:lnTo>
                  <a:lnTo>
                    <a:pt x="690182" y="551981"/>
                  </a:lnTo>
                  <a:lnTo>
                    <a:pt x="690407" y="552026"/>
                  </a:lnTo>
                  <a:lnTo>
                    <a:pt x="690673" y="551810"/>
                  </a:lnTo>
                  <a:lnTo>
                    <a:pt x="690570" y="551668"/>
                  </a:lnTo>
                  <a:lnTo>
                    <a:pt x="690233" y="551204"/>
                  </a:lnTo>
                  <a:lnTo>
                    <a:pt x="689698" y="550521"/>
                  </a:lnTo>
                  <a:lnTo>
                    <a:pt x="689286" y="550763"/>
                  </a:lnTo>
                  <a:lnTo>
                    <a:pt x="688938" y="550257"/>
                  </a:lnTo>
                  <a:lnTo>
                    <a:pt x="688676" y="549898"/>
                  </a:lnTo>
                  <a:lnTo>
                    <a:pt x="688488" y="549649"/>
                  </a:lnTo>
                  <a:lnTo>
                    <a:pt x="688264" y="549414"/>
                  </a:lnTo>
                  <a:lnTo>
                    <a:pt x="688150" y="549234"/>
                  </a:lnTo>
                  <a:lnTo>
                    <a:pt x="687797" y="548385"/>
                  </a:lnTo>
                  <a:lnTo>
                    <a:pt x="688090" y="548242"/>
                  </a:lnTo>
                  <a:lnTo>
                    <a:pt x="688515" y="548637"/>
                  </a:lnTo>
                  <a:lnTo>
                    <a:pt x="688481" y="548068"/>
                  </a:lnTo>
                  <a:lnTo>
                    <a:pt x="687993" y="548011"/>
                  </a:lnTo>
                  <a:lnTo>
                    <a:pt x="687740" y="547956"/>
                  </a:lnTo>
                  <a:lnTo>
                    <a:pt x="687331" y="547847"/>
                  </a:lnTo>
                  <a:lnTo>
                    <a:pt x="687086" y="547764"/>
                  </a:lnTo>
                  <a:lnTo>
                    <a:pt x="687494" y="547106"/>
                  </a:lnTo>
                  <a:lnTo>
                    <a:pt x="687774" y="546688"/>
                  </a:lnTo>
                  <a:lnTo>
                    <a:pt x="688256" y="546379"/>
                  </a:lnTo>
                  <a:lnTo>
                    <a:pt x="688420" y="546089"/>
                  </a:lnTo>
                  <a:lnTo>
                    <a:pt x="688962" y="545896"/>
                  </a:lnTo>
                  <a:lnTo>
                    <a:pt x="689186" y="546011"/>
                  </a:lnTo>
                  <a:lnTo>
                    <a:pt x="689623" y="546266"/>
                  </a:lnTo>
                  <a:lnTo>
                    <a:pt x="689533" y="545979"/>
                  </a:lnTo>
                  <a:lnTo>
                    <a:pt x="689509" y="545796"/>
                  </a:lnTo>
                  <a:lnTo>
                    <a:pt x="689603" y="545404"/>
                  </a:lnTo>
                  <a:lnTo>
                    <a:pt x="689886" y="545090"/>
                  </a:lnTo>
                  <a:lnTo>
                    <a:pt x="690159" y="545289"/>
                  </a:lnTo>
                  <a:lnTo>
                    <a:pt x="690655" y="545476"/>
                  </a:lnTo>
                  <a:lnTo>
                    <a:pt x="691066" y="545284"/>
                  </a:lnTo>
                  <a:lnTo>
                    <a:pt x="691180" y="545130"/>
                  </a:lnTo>
                  <a:lnTo>
                    <a:pt x="691324" y="544502"/>
                  </a:lnTo>
                  <a:lnTo>
                    <a:pt x="691192" y="544147"/>
                  </a:lnTo>
                  <a:lnTo>
                    <a:pt x="690997" y="544090"/>
                  </a:lnTo>
                  <a:lnTo>
                    <a:pt x="690447" y="544177"/>
                  </a:lnTo>
                  <a:lnTo>
                    <a:pt x="690163" y="544852"/>
                  </a:lnTo>
                  <a:lnTo>
                    <a:pt x="690028" y="544837"/>
                  </a:lnTo>
                  <a:lnTo>
                    <a:pt x="689656" y="544784"/>
                  </a:lnTo>
                  <a:lnTo>
                    <a:pt x="689384" y="544544"/>
                  </a:lnTo>
                  <a:lnTo>
                    <a:pt x="689000" y="543744"/>
                  </a:lnTo>
                  <a:lnTo>
                    <a:pt x="688810" y="542987"/>
                  </a:lnTo>
                  <a:lnTo>
                    <a:pt x="689219" y="542978"/>
                  </a:lnTo>
                  <a:lnTo>
                    <a:pt x="689225" y="543326"/>
                  </a:lnTo>
                  <a:lnTo>
                    <a:pt x="689060" y="543394"/>
                  </a:lnTo>
                  <a:lnTo>
                    <a:pt x="689389" y="543464"/>
                  </a:lnTo>
                  <a:lnTo>
                    <a:pt x="689826" y="543230"/>
                  </a:lnTo>
                  <a:lnTo>
                    <a:pt x="689968" y="543525"/>
                  </a:lnTo>
                  <a:lnTo>
                    <a:pt x="689639" y="543827"/>
                  </a:lnTo>
                  <a:lnTo>
                    <a:pt x="689508" y="543882"/>
                  </a:lnTo>
                  <a:lnTo>
                    <a:pt x="689444" y="544055"/>
                  </a:lnTo>
                  <a:lnTo>
                    <a:pt x="689522" y="544217"/>
                  </a:lnTo>
                  <a:lnTo>
                    <a:pt x="689601" y="544383"/>
                  </a:lnTo>
                  <a:lnTo>
                    <a:pt x="689769" y="544637"/>
                  </a:lnTo>
                  <a:lnTo>
                    <a:pt x="690029" y="544660"/>
                  </a:lnTo>
                  <a:lnTo>
                    <a:pt x="689917" y="544272"/>
                  </a:lnTo>
                  <a:lnTo>
                    <a:pt x="689892" y="543987"/>
                  </a:lnTo>
                  <a:lnTo>
                    <a:pt x="690365" y="543229"/>
                  </a:lnTo>
                  <a:lnTo>
                    <a:pt x="690637" y="542953"/>
                  </a:lnTo>
                  <a:lnTo>
                    <a:pt x="690773" y="542814"/>
                  </a:lnTo>
                  <a:lnTo>
                    <a:pt x="690796" y="542554"/>
                  </a:lnTo>
                  <a:lnTo>
                    <a:pt x="691239" y="542403"/>
                  </a:lnTo>
                  <a:lnTo>
                    <a:pt x="691440" y="542225"/>
                  </a:lnTo>
                  <a:lnTo>
                    <a:pt x="691636" y="541926"/>
                  </a:lnTo>
                  <a:lnTo>
                    <a:pt x="691618" y="541417"/>
                  </a:lnTo>
                  <a:lnTo>
                    <a:pt x="691600" y="541213"/>
                  </a:lnTo>
                  <a:lnTo>
                    <a:pt x="691354" y="541190"/>
                  </a:lnTo>
                  <a:lnTo>
                    <a:pt x="690849" y="541060"/>
                  </a:lnTo>
                  <a:lnTo>
                    <a:pt x="690623" y="540839"/>
                  </a:lnTo>
                  <a:lnTo>
                    <a:pt x="690610" y="540619"/>
                  </a:lnTo>
                  <a:lnTo>
                    <a:pt x="690643" y="540267"/>
                  </a:lnTo>
                  <a:lnTo>
                    <a:pt x="690729" y="539900"/>
                  </a:lnTo>
                  <a:lnTo>
                    <a:pt x="691102" y="539808"/>
                  </a:lnTo>
                  <a:lnTo>
                    <a:pt x="691273" y="539705"/>
                  </a:lnTo>
                  <a:lnTo>
                    <a:pt x="691246" y="539039"/>
                  </a:lnTo>
                  <a:lnTo>
                    <a:pt x="691057" y="538381"/>
                  </a:lnTo>
                  <a:lnTo>
                    <a:pt x="691407" y="537892"/>
                  </a:lnTo>
                  <a:lnTo>
                    <a:pt x="691622" y="537802"/>
                  </a:lnTo>
                  <a:lnTo>
                    <a:pt x="692087" y="537398"/>
                  </a:lnTo>
                  <a:lnTo>
                    <a:pt x="691951" y="536420"/>
                  </a:lnTo>
                  <a:lnTo>
                    <a:pt x="691477" y="536107"/>
                  </a:lnTo>
                  <a:lnTo>
                    <a:pt x="691292" y="536077"/>
                  </a:lnTo>
                  <a:lnTo>
                    <a:pt x="690984" y="535676"/>
                  </a:lnTo>
                  <a:lnTo>
                    <a:pt x="691209" y="535638"/>
                  </a:lnTo>
                  <a:lnTo>
                    <a:pt x="691488" y="534897"/>
                  </a:lnTo>
                  <a:lnTo>
                    <a:pt x="691183" y="534651"/>
                  </a:lnTo>
                  <a:lnTo>
                    <a:pt x="691012" y="534884"/>
                  </a:lnTo>
                  <a:lnTo>
                    <a:pt x="690946" y="535075"/>
                  </a:lnTo>
                  <a:lnTo>
                    <a:pt x="690832" y="535316"/>
                  </a:lnTo>
                  <a:lnTo>
                    <a:pt x="690665" y="535373"/>
                  </a:lnTo>
                  <a:lnTo>
                    <a:pt x="690498" y="535108"/>
                  </a:lnTo>
                  <a:lnTo>
                    <a:pt x="690583" y="534735"/>
                  </a:lnTo>
                  <a:lnTo>
                    <a:pt x="690644" y="534548"/>
                  </a:lnTo>
                  <a:lnTo>
                    <a:pt x="690500" y="534158"/>
                  </a:lnTo>
                  <a:lnTo>
                    <a:pt x="690154" y="534509"/>
                  </a:lnTo>
                  <a:lnTo>
                    <a:pt x="689728" y="534417"/>
                  </a:lnTo>
                  <a:lnTo>
                    <a:pt x="689635" y="534054"/>
                  </a:lnTo>
                  <a:lnTo>
                    <a:pt x="689716" y="533702"/>
                  </a:lnTo>
                  <a:lnTo>
                    <a:pt x="689644" y="533098"/>
                  </a:lnTo>
                  <a:lnTo>
                    <a:pt x="689126" y="532341"/>
                  </a:lnTo>
                  <a:lnTo>
                    <a:pt x="688945" y="532372"/>
                  </a:lnTo>
                  <a:lnTo>
                    <a:pt x="688676" y="532414"/>
                  </a:lnTo>
                  <a:lnTo>
                    <a:pt x="688433" y="531989"/>
                  </a:lnTo>
                  <a:lnTo>
                    <a:pt x="688266" y="531813"/>
                  </a:lnTo>
                  <a:lnTo>
                    <a:pt x="688059" y="531867"/>
                  </a:lnTo>
                  <a:lnTo>
                    <a:pt x="687814" y="531623"/>
                  </a:lnTo>
                  <a:lnTo>
                    <a:pt x="687712" y="531294"/>
                  </a:lnTo>
                  <a:lnTo>
                    <a:pt x="687644" y="531035"/>
                  </a:lnTo>
                  <a:lnTo>
                    <a:pt x="687289" y="530343"/>
                  </a:lnTo>
                  <a:lnTo>
                    <a:pt x="686848" y="530627"/>
                  </a:lnTo>
                  <a:lnTo>
                    <a:pt x="686649" y="530567"/>
                  </a:lnTo>
                  <a:lnTo>
                    <a:pt x="686497" y="530310"/>
                  </a:lnTo>
                  <a:lnTo>
                    <a:pt x="686476" y="530027"/>
                  </a:lnTo>
                  <a:lnTo>
                    <a:pt x="686372" y="529560"/>
                  </a:lnTo>
                  <a:lnTo>
                    <a:pt x="685983" y="529302"/>
                  </a:lnTo>
                  <a:lnTo>
                    <a:pt x="685795" y="529835"/>
                  </a:lnTo>
                  <a:lnTo>
                    <a:pt x="685601" y="529593"/>
                  </a:lnTo>
                  <a:lnTo>
                    <a:pt x="685397" y="529517"/>
                  </a:lnTo>
                  <a:lnTo>
                    <a:pt x="685041" y="529726"/>
                  </a:lnTo>
                  <a:lnTo>
                    <a:pt x="684827" y="530105"/>
                  </a:lnTo>
                  <a:lnTo>
                    <a:pt x="684527" y="529864"/>
                  </a:lnTo>
                  <a:lnTo>
                    <a:pt x="684472" y="529664"/>
                  </a:lnTo>
                  <a:lnTo>
                    <a:pt x="684339" y="529473"/>
                  </a:lnTo>
                  <a:lnTo>
                    <a:pt x="684017" y="529295"/>
                  </a:lnTo>
                  <a:lnTo>
                    <a:pt x="683275" y="529623"/>
                  </a:lnTo>
                  <a:lnTo>
                    <a:pt x="683218" y="530036"/>
                  </a:lnTo>
                  <a:lnTo>
                    <a:pt x="682801" y="529909"/>
                  </a:lnTo>
                  <a:lnTo>
                    <a:pt x="682673" y="529817"/>
                  </a:lnTo>
                  <a:lnTo>
                    <a:pt x="682067" y="529338"/>
                  </a:lnTo>
                  <a:lnTo>
                    <a:pt x="681841" y="529056"/>
                  </a:lnTo>
                  <a:lnTo>
                    <a:pt x="681404" y="528813"/>
                  </a:lnTo>
                  <a:lnTo>
                    <a:pt x="681199" y="528988"/>
                  </a:lnTo>
                  <a:lnTo>
                    <a:pt x="680532" y="528975"/>
                  </a:lnTo>
                  <a:lnTo>
                    <a:pt x="679906" y="528591"/>
                  </a:lnTo>
                  <a:lnTo>
                    <a:pt x="679761" y="528370"/>
                  </a:lnTo>
                  <a:lnTo>
                    <a:pt x="679578" y="527781"/>
                  </a:lnTo>
                  <a:lnTo>
                    <a:pt x="679235" y="526949"/>
                  </a:lnTo>
                  <a:lnTo>
                    <a:pt x="679031" y="526752"/>
                  </a:lnTo>
                  <a:lnTo>
                    <a:pt x="678427" y="527017"/>
                  </a:lnTo>
                  <a:lnTo>
                    <a:pt x="677762" y="527158"/>
                  </a:lnTo>
                  <a:lnTo>
                    <a:pt x="677616" y="527641"/>
                  </a:lnTo>
                  <a:lnTo>
                    <a:pt x="677364" y="527531"/>
                  </a:lnTo>
                  <a:lnTo>
                    <a:pt x="677242" y="527279"/>
                  </a:lnTo>
                  <a:lnTo>
                    <a:pt x="677234" y="526715"/>
                  </a:lnTo>
                  <a:lnTo>
                    <a:pt x="677364" y="526264"/>
                  </a:lnTo>
                  <a:lnTo>
                    <a:pt x="677102" y="526213"/>
                  </a:lnTo>
                  <a:lnTo>
                    <a:pt x="677000" y="526381"/>
                  </a:lnTo>
                  <a:lnTo>
                    <a:pt x="676898" y="526826"/>
                  </a:lnTo>
                  <a:lnTo>
                    <a:pt x="676870" y="527178"/>
                  </a:lnTo>
                  <a:lnTo>
                    <a:pt x="676727" y="527189"/>
                  </a:lnTo>
                  <a:lnTo>
                    <a:pt x="675538" y="526611"/>
                  </a:lnTo>
                  <a:lnTo>
                    <a:pt x="675514" y="525848"/>
                  </a:lnTo>
                  <a:lnTo>
                    <a:pt x="675100" y="525710"/>
                  </a:lnTo>
                  <a:lnTo>
                    <a:pt x="675008" y="525991"/>
                  </a:lnTo>
                  <a:lnTo>
                    <a:pt x="674995" y="526302"/>
                  </a:lnTo>
                  <a:lnTo>
                    <a:pt x="675032" y="526568"/>
                  </a:lnTo>
                  <a:lnTo>
                    <a:pt x="674940" y="526739"/>
                  </a:lnTo>
                  <a:lnTo>
                    <a:pt x="674822" y="526922"/>
                  </a:lnTo>
                  <a:lnTo>
                    <a:pt x="674440" y="526495"/>
                  </a:lnTo>
                  <a:lnTo>
                    <a:pt x="674346" y="526224"/>
                  </a:lnTo>
                  <a:lnTo>
                    <a:pt x="673689" y="525936"/>
                  </a:lnTo>
                  <a:lnTo>
                    <a:pt x="673535" y="525870"/>
                  </a:lnTo>
                  <a:lnTo>
                    <a:pt x="673157" y="525783"/>
                  </a:lnTo>
                  <a:lnTo>
                    <a:pt x="673090" y="525994"/>
                  </a:lnTo>
                  <a:lnTo>
                    <a:pt x="673103" y="526431"/>
                  </a:lnTo>
                  <a:lnTo>
                    <a:pt x="673241" y="526873"/>
                  </a:lnTo>
                  <a:lnTo>
                    <a:pt x="673176" y="527124"/>
                  </a:lnTo>
                  <a:lnTo>
                    <a:pt x="672941" y="527557"/>
                  </a:lnTo>
                  <a:lnTo>
                    <a:pt x="672784" y="527624"/>
                  </a:lnTo>
                  <a:lnTo>
                    <a:pt x="672116" y="527596"/>
                  </a:lnTo>
                  <a:lnTo>
                    <a:pt x="671979" y="527435"/>
                  </a:lnTo>
                  <a:lnTo>
                    <a:pt x="671242" y="526936"/>
                  </a:lnTo>
                  <a:lnTo>
                    <a:pt x="671044" y="526842"/>
                  </a:lnTo>
                  <a:lnTo>
                    <a:pt x="670732" y="526920"/>
                  </a:lnTo>
                  <a:lnTo>
                    <a:pt x="670523" y="527022"/>
                  </a:lnTo>
                  <a:lnTo>
                    <a:pt x="670344" y="526858"/>
                  </a:lnTo>
                  <a:lnTo>
                    <a:pt x="669710" y="526277"/>
                  </a:lnTo>
                  <a:lnTo>
                    <a:pt x="669584" y="526074"/>
                  </a:lnTo>
                  <a:lnTo>
                    <a:pt x="669403" y="525633"/>
                  </a:lnTo>
                  <a:lnTo>
                    <a:pt x="669315" y="525444"/>
                  </a:lnTo>
                  <a:lnTo>
                    <a:pt x="668955" y="525032"/>
                  </a:lnTo>
                  <a:lnTo>
                    <a:pt x="669122" y="524587"/>
                  </a:lnTo>
                  <a:lnTo>
                    <a:pt x="669531" y="524521"/>
                  </a:lnTo>
                  <a:lnTo>
                    <a:pt x="669774" y="524697"/>
                  </a:lnTo>
                  <a:lnTo>
                    <a:pt x="670063" y="524861"/>
                  </a:lnTo>
                  <a:lnTo>
                    <a:pt x="670623" y="523893"/>
                  </a:lnTo>
                  <a:lnTo>
                    <a:pt x="670714" y="522994"/>
                  </a:lnTo>
                  <a:lnTo>
                    <a:pt x="670621" y="522851"/>
                  </a:lnTo>
                  <a:lnTo>
                    <a:pt x="670578" y="522596"/>
                  </a:lnTo>
                  <a:lnTo>
                    <a:pt x="670583" y="521937"/>
                  </a:lnTo>
                  <a:lnTo>
                    <a:pt x="670745" y="521588"/>
                  </a:lnTo>
                  <a:lnTo>
                    <a:pt x="671101" y="521717"/>
                  </a:lnTo>
                  <a:lnTo>
                    <a:pt x="671842" y="521508"/>
                  </a:lnTo>
                  <a:lnTo>
                    <a:pt x="671867" y="521292"/>
                  </a:lnTo>
                  <a:lnTo>
                    <a:pt x="671596" y="520448"/>
                  </a:lnTo>
                  <a:lnTo>
                    <a:pt x="671302" y="520267"/>
                  </a:lnTo>
                  <a:lnTo>
                    <a:pt x="670456" y="519886"/>
                  </a:lnTo>
                  <a:lnTo>
                    <a:pt x="670313" y="519924"/>
                  </a:lnTo>
                  <a:lnTo>
                    <a:pt x="670141" y="519967"/>
                  </a:lnTo>
                  <a:lnTo>
                    <a:pt x="669929" y="519675"/>
                  </a:lnTo>
                  <a:lnTo>
                    <a:pt x="669998" y="519201"/>
                  </a:lnTo>
                  <a:lnTo>
                    <a:pt x="669955" y="518923"/>
                  </a:lnTo>
                  <a:lnTo>
                    <a:pt x="670057" y="518727"/>
                  </a:lnTo>
                  <a:lnTo>
                    <a:pt x="670303" y="518795"/>
                  </a:lnTo>
                  <a:lnTo>
                    <a:pt x="670324" y="519070"/>
                  </a:lnTo>
                  <a:lnTo>
                    <a:pt x="670573" y="519180"/>
                  </a:lnTo>
                  <a:lnTo>
                    <a:pt x="670909" y="518732"/>
                  </a:lnTo>
                  <a:lnTo>
                    <a:pt x="670863" y="518525"/>
                  </a:lnTo>
                  <a:lnTo>
                    <a:pt x="670359" y="518128"/>
                  </a:lnTo>
                  <a:lnTo>
                    <a:pt x="670400" y="517995"/>
                  </a:lnTo>
                  <a:lnTo>
                    <a:pt x="670543" y="517645"/>
                  </a:lnTo>
                  <a:lnTo>
                    <a:pt x="670751" y="517387"/>
                  </a:lnTo>
                  <a:lnTo>
                    <a:pt x="671088" y="517230"/>
                  </a:lnTo>
                  <a:lnTo>
                    <a:pt x="671280" y="516953"/>
                  </a:lnTo>
                  <a:lnTo>
                    <a:pt x="671331" y="516811"/>
                  </a:lnTo>
                  <a:lnTo>
                    <a:pt x="671458" y="516339"/>
                  </a:lnTo>
                  <a:lnTo>
                    <a:pt x="671205" y="515696"/>
                  </a:lnTo>
                  <a:lnTo>
                    <a:pt x="670894" y="515587"/>
                  </a:lnTo>
                  <a:lnTo>
                    <a:pt x="670282" y="515140"/>
                  </a:lnTo>
                  <a:lnTo>
                    <a:pt x="670015" y="514902"/>
                  </a:lnTo>
                  <a:lnTo>
                    <a:pt x="669924" y="515044"/>
                  </a:lnTo>
                  <a:lnTo>
                    <a:pt x="669903" y="515538"/>
                  </a:lnTo>
                  <a:lnTo>
                    <a:pt x="669772" y="515593"/>
                  </a:lnTo>
                  <a:lnTo>
                    <a:pt x="669414" y="515422"/>
                  </a:lnTo>
                  <a:lnTo>
                    <a:pt x="669273" y="515191"/>
                  </a:lnTo>
                  <a:lnTo>
                    <a:pt x="669228" y="514833"/>
                  </a:lnTo>
                  <a:lnTo>
                    <a:pt x="668529" y="514621"/>
                  </a:lnTo>
                  <a:lnTo>
                    <a:pt x="667987" y="514554"/>
                  </a:lnTo>
                  <a:lnTo>
                    <a:pt x="667749" y="514315"/>
                  </a:lnTo>
                  <a:lnTo>
                    <a:pt x="667543" y="514107"/>
                  </a:lnTo>
                  <a:lnTo>
                    <a:pt x="667297" y="513804"/>
                  </a:lnTo>
                  <a:lnTo>
                    <a:pt x="667108" y="513645"/>
                  </a:lnTo>
                  <a:lnTo>
                    <a:pt x="666861" y="513797"/>
                  </a:lnTo>
                  <a:lnTo>
                    <a:pt x="666552" y="513803"/>
                  </a:lnTo>
                  <a:lnTo>
                    <a:pt x="666111" y="513519"/>
                  </a:lnTo>
                  <a:lnTo>
                    <a:pt x="666381" y="513302"/>
                  </a:lnTo>
                  <a:lnTo>
                    <a:pt x="666464" y="513101"/>
                  </a:lnTo>
                  <a:lnTo>
                    <a:pt x="666353" y="512875"/>
                  </a:lnTo>
                  <a:lnTo>
                    <a:pt x="665418" y="511998"/>
                  </a:lnTo>
                  <a:lnTo>
                    <a:pt x="665041" y="512084"/>
                  </a:lnTo>
                  <a:lnTo>
                    <a:pt x="664810" y="512165"/>
                  </a:lnTo>
                  <a:lnTo>
                    <a:pt x="664434" y="512060"/>
                  </a:lnTo>
                  <a:lnTo>
                    <a:pt x="664242" y="511876"/>
                  </a:lnTo>
                  <a:lnTo>
                    <a:pt x="664255" y="511519"/>
                  </a:lnTo>
                  <a:lnTo>
                    <a:pt x="664012" y="511134"/>
                  </a:lnTo>
                  <a:lnTo>
                    <a:pt x="663887" y="510924"/>
                  </a:lnTo>
                  <a:lnTo>
                    <a:pt x="663802" y="510611"/>
                  </a:lnTo>
                  <a:lnTo>
                    <a:pt x="663970" y="510420"/>
                  </a:lnTo>
                  <a:lnTo>
                    <a:pt x="664103" y="510474"/>
                  </a:lnTo>
                  <a:lnTo>
                    <a:pt x="664578" y="510909"/>
                  </a:lnTo>
                  <a:lnTo>
                    <a:pt x="664755" y="511220"/>
                  </a:lnTo>
                  <a:lnTo>
                    <a:pt x="665059" y="511461"/>
                  </a:lnTo>
                  <a:lnTo>
                    <a:pt x="665244" y="511559"/>
                  </a:lnTo>
                  <a:lnTo>
                    <a:pt x="665380" y="511373"/>
                  </a:lnTo>
                  <a:lnTo>
                    <a:pt x="665402" y="510442"/>
                  </a:lnTo>
                  <a:lnTo>
                    <a:pt x="665735" y="510584"/>
                  </a:lnTo>
                  <a:lnTo>
                    <a:pt x="665942" y="510696"/>
                  </a:lnTo>
                  <a:lnTo>
                    <a:pt x="666441" y="511162"/>
                  </a:lnTo>
                  <a:lnTo>
                    <a:pt x="666641" y="511262"/>
                  </a:lnTo>
                  <a:lnTo>
                    <a:pt x="667045" y="511426"/>
                  </a:lnTo>
                  <a:lnTo>
                    <a:pt x="667833" y="511420"/>
                  </a:lnTo>
                  <a:lnTo>
                    <a:pt x="668252" y="511378"/>
                  </a:lnTo>
                  <a:lnTo>
                    <a:pt x="668345" y="510843"/>
                  </a:lnTo>
                  <a:lnTo>
                    <a:pt x="668238" y="510671"/>
                  </a:lnTo>
                  <a:lnTo>
                    <a:pt x="668813" y="510187"/>
                  </a:lnTo>
                  <a:lnTo>
                    <a:pt x="668511" y="509776"/>
                  </a:lnTo>
                  <a:lnTo>
                    <a:pt x="668009" y="509447"/>
                  </a:lnTo>
                  <a:lnTo>
                    <a:pt x="667751" y="509324"/>
                  </a:lnTo>
                  <a:lnTo>
                    <a:pt x="667654" y="509165"/>
                  </a:lnTo>
                  <a:lnTo>
                    <a:pt x="667850" y="508558"/>
                  </a:lnTo>
                  <a:lnTo>
                    <a:pt x="667811" y="507882"/>
                  </a:lnTo>
                  <a:lnTo>
                    <a:pt x="668110" y="507930"/>
                  </a:lnTo>
                  <a:lnTo>
                    <a:pt x="668326" y="508032"/>
                  </a:lnTo>
                  <a:lnTo>
                    <a:pt x="668511" y="508083"/>
                  </a:lnTo>
                  <a:lnTo>
                    <a:pt x="668865" y="508131"/>
                  </a:lnTo>
                  <a:lnTo>
                    <a:pt x="669037" y="508006"/>
                  </a:lnTo>
                  <a:lnTo>
                    <a:pt x="669541" y="507750"/>
                  </a:lnTo>
                  <a:lnTo>
                    <a:pt x="669750" y="507709"/>
                  </a:lnTo>
                  <a:lnTo>
                    <a:pt x="670009" y="507532"/>
                  </a:lnTo>
                  <a:lnTo>
                    <a:pt x="670064" y="506771"/>
                  </a:lnTo>
                  <a:lnTo>
                    <a:pt x="670088" y="505643"/>
                  </a:lnTo>
                  <a:lnTo>
                    <a:pt x="670014" y="505405"/>
                  </a:lnTo>
                  <a:lnTo>
                    <a:pt x="669918" y="505174"/>
                  </a:lnTo>
                  <a:lnTo>
                    <a:pt x="669866" y="504884"/>
                  </a:lnTo>
                  <a:lnTo>
                    <a:pt x="669944" y="504588"/>
                  </a:lnTo>
                  <a:lnTo>
                    <a:pt x="670528" y="504276"/>
                  </a:lnTo>
                  <a:lnTo>
                    <a:pt x="670853" y="504212"/>
                  </a:lnTo>
                  <a:lnTo>
                    <a:pt x="670993" y="504251"/>
                  </a:lnTo>
                  <a:lnTo>
                    <a:pt x="671131" y="504355"/>
                  </a:lnTo>
                  <a:lnTo>
                    <a:pt x="671218" y="504512"/>
                  </a:lnTo>
                  <a:lnTo>
                    <a:pt x="671777" y="504308"/>
                  </a:lnTo>
                  <a:lnTo>
                    <a:pt x="671642" y="503985"/>
                  </a:lnTo>
                  <a:lnTo>
                    <a:pt x="671230" y="503303"/>
                  </a:lnTo>
                  <a:lnTo>
                    <a:pt x="671168" y="502844"/>
                  </a:lnTo>
                  <a:lnTo>
                    <a:pt x="671834" y="502477"/>
                  </a:lnTo>
                  <a:lnTo>
                    <a:pt x="672182" y="502411"/>
                  </a:lnTo>
                  <a:lnTo>
                    <a:pt x="672545" y="502104"/>
                  </a:lnTo>
                  <a:lnTo>
                    <a:pt x="672925" y="501798"/>
                  </a:lnTo>
                  <a:lnTo>
                    <a:pt x="673234" y="501921"/>
                  </a:lnTo>
                  <a:lnTo>
                    <a:pt x="673820" y="501980"/>
                  </a:lnTo>
                  <a:lnTo>
                    <a:pt x="673787" y="501818"/>
                  </a:lnTo>
                  <a:lnTo>
                    <a:pt x="673988" y="501357"/>
                  </a:lnTo>
                  <a:lnTo>
                    <a:pt x="674877" y="501348"/>
                  </a:lnTo>
                  <a:lnTo>
                    <a:pt x="675100" y="501620"/>
                  </a:lnTo>
                  <a:lnTo>
                    <a:pt x="675619" y="502209"/>
                  </a:lnTo>
                  <a:lnTo>
                    <a:pt x="675693" y="501958"/>
                  </a:lnTo>
                  <a:lnTo>
                    <a:pt x="675836" y="501805"/>
                  </a:lnTo>
                  <a:lnTo>
                    <a:pt x="676153" y="502158"/>
                  </a:lnTo>
                  <a:lnTo>
                    <a:pt x="676671" y="502602"/>
                  </a:lnTo>
                  <a:lnTo>
                    <a:pt x="677122" y="502355"/>
                  </a:lnTo>
                  <a:lnTo>
                    <a:pt x="676919" y="502322"/>
                  </a:lnTo>
                  <a:lnTo>
                    <a:pt x="676739" y="502119"/>
                  </a:lnTo>
                  <a:lnTo>
                    <a:pt x="676591" y="501941"/>
                  </a:lnTo>
                  <a:lnTo>
                    <a:pt x="676540" y="501763"/>
                  </a:lnTo>
                  <a:lnTo>
                    <a:pt x="676369" y="501003"/>
                  </a:lnTo>
                  <a:lnTo>
                    <a:pt x="676520" y="500962"/>
                  </a:lnTo>
                  <a:lnTo>
                    <a:pt x="676683" y="500951"/>
                  </a:lnTo>
                  <a:lnTo>
                    <a:pt x="676848" y="500588"/>
                  </a:lnTo>
                  <a:lnTo>
                    <a:pt x="676923" y="500175"/>
                  </a:lnTo>
                  <a:lnTo>
                    <a:pt x="676944" y="499926"/>
                  </a:lnTo>
                  <a:lnTo>
                    <a:pt x="677016" y="499076"/>
                  </a:lnTo>
                  <a:lnTo>
                    <a:pt x="677178" y="498904"/>
                  </a:lnTo>
                  <a:lnTo>
                    <a:pt x="677222" y="498741"/>
                  </a:lnTo>
                  <a:lnTo>
                    <a:pt x="677062" y="498319"/>
                  </a:lnTo>
                  <a:lnTo>
                    <a:pt x="677365" y="497951"/>
                  </a:lnTo>
                  <a:lnTo>
                    <a:pt x="677487" y="498078"/>
                  </a:lnTo>
                  <a:lnTo>
                    <a:pt x="677834" y="497846"/>
                  </a:lnTo>
                  <a:lnTo>
                    <a:pt x="677762" y="497440"/>
                  </a:lnTo>
                  <a:lnTo>
                    <a:pt x="677329" y="496898"/>
                  </a:lnTo>
                  <a:lnTo>
                    <a:pt x="676998" y="496648"/>
                  </a:lnTo>
                  <a:lnTo>
                    <a:pt x="677087" y="496240"/>
                  </a:lnTo>
                  <a:lnTo>
                    <a:pt x="677068" y="495589"/>
                  </a:lnTo>
                  <a:lnTo>
                    <a:pt x="676350" y="495135"/>
                  </a:lnTo>
                  <a:lnTo>
                    <a:pt x="676936" y="494751"/>
                  </a:lnTo>
                  <a:lnTo>
                    <a:pt x="676978" y="494044"/>
                  </a:lnTo>
                  <a:lnTo>
                    <a:pt x="676606" y="493650"/>
                  </a:lnTo>
                  <a:lnTo>
                    <a:pt x="676320" y="493494"/>
                  </a:lnTo>
                  <a:lnTo>
                    <a:pt x="675950" y="493690"/>
                  </a:lnTo>
                  <a:lnTo>
                    <a:pt x="675904" y="493894"/>
                  </a:lnTo>
                  <a:lnTo>
                    <a:pt x="675516" y="494106"/>
                  </a:lnTo>
                  <a:lnTo>
                    <a:pt x="675113" y="493536"/>
                  </a:lnTo>
                  <a:lnTo>
                    <a:pt x="675113" y="493325"/>
                  </a:lnTo>
                  <a:lnTo>
                    <a:pt x="675417" y="492905"/>
                  </a:lnTo>
                  <a:lnTo>
                    <a:pt x="675571" y="492849"/>
                  </a:lnTo>
                  <a:lnTo>
                    <a:pt x="675500" y="492565"/>
                  </a:lnTo>
                  <a:lnTo>
                    <a:pt x="675203" y="492135"/>
                  </a:lnTo>
                  <a:lnTo>
                    <a:pt x="674121" y="491446"/>
                  </a:lnTo>
                  <a:lnTo>
                    <a:pt x="673725" y="491460"/>
                  </a:lnTo>
                  <a:lnTo>
                    <a:pt x="673467" y="491456"/>
                  </a:lnTo>
                  <a:lnTo>
                    <a:pt x="673218" y="491348"/>
                  </a:lnTo>
                  <a:lnTo>
                    <a:pt x="672759" y="490980"/>
                  </a:lnTo>
                  <a:lnTo>
                    <a:pt x="672655" y="490764"/>
                  </a:lnTo>
                  <a:lnTo>
                    <a:pt x="672713" y="490590"/>
                  </a:lnTo>
                  <a:lnTo>
                    <a:pt x="672824" y="490379"/>
                  </a:lnTo>
                  <a:lnTo>
                    <a:pt x="672811" y="490113"/>
                  </a:lnTo>
                  <a:lnTo>
                    <a:pt x="672628" y="489765"/>
                  </a:lnTo>
                  <a:lnTo>
                    <a:pt x="672452" y="489548"/>
                  </a:lnTo>
                  <a:lnTo>
                    <a:pt x="672302" y="489270"/>
                  </a:lnTo>
                  <a:lnTo>
                    <a:pt x="672185" y="488865"/>
                  </a:lnTo>
                  <a:lnTo>
                    <a:pt x="672364" y="488496"/>
                  </a:lnTo>
                  <a:lnTo>
                    <a:pt x="672548" y="488676"/>
                  </a:lnTo>
                  <a:lnTo>
                    <a:pt x="672656" y="489002"/>
                  </a:lnTo>
                  <a:lnTo>
                    <a:pt x="672734" y="489142"/>
                  </a:lnTo>
                  <a:lnTo>
                    <a:pt x="673127" y="489551"/>
                  </a:lnTo>
                  <a:lnTo>
                    <a:pt x="673340" y="489727"/>
                  </a:lnTo>
                  <a:lnTo>
                    <a:pt x="673669" y="489981"/>
                  </a:lnTo>
                  <a:lnTo>
                    <a:pt x="673859" y="490252"/>
                  </a:lnTo>
                  <a:lnTo>
                    <a:pt x="673848" y="490583"/>
                  </a:lnTo>
                  <a:lnTo>
                    <a:pt x="673582" y="490629"/>
                  </a:lnTo>
                  <a:lnTo>
                    <a:pt x="673774" y="490911"/>
                  </a:lnTo>
                  <a:lnTo>
                    <a:pt x="674112" y="491218"/>
                  </a:lnTo>
                  <a:lnTo>
                    <a:pt x="674302" y="491180"/>
                  </a:lnTo>
                  <a:lnTo>
                    <a:pt x="674670" y="490920"/>
                  </a:lnTo>
                  <a:lnTo>
                    <a:pt x="674738" y="490667"/>
                  </a:lnTo>
                  <a:lnTo>
                    <a:pt x="674599" y="489998"/>
                  </a:lnTo>
                  <a:lnTo>
                    <a:pt x="674615" y="489839"/>
                  </a:lnTo>
                  <a:lnTo>
                    <a:pt x="674630" y="489699"/>
                  </a:lnTo>
                  <a:lnTo>
                    <a:pt x="674961" y="489482"/>
                  </a:lnTo>
                  <a:lnTo>
                    <a:pt x="675418" y="489755"/>
                  </a:lnTo>
                  <a:lnTo>
                    <a:pt x="675580" y="489795"/>
                  </a:lnTo>
                  <a:lnTo>
                    <a:pt x="676160" y="489905"/>
                  </a:lnTo>
                  <a:lnTo>
                    <a:pt x="677126" y="489726"/>
                  </a:lnTo>
                  <a:lnTo>
                    <a:pt x="676970" y="489082"/>
                  </a:lnTo>
                  <a:lnTo>
                    <a:pt x="677037" y="488480"/>
                  </a:lnTo>
                  <a:lnTo>
                    <a:pt x="677089" y="488153"/>
                  </a:lnTo>
                  <a:lnTo>
                    <a:pt x="677135" y="488005"/>
                  </a:lnTo>
                  <a:lnTo>
                    <a:pt x="677122" y="487440"/>
                  </a:lnTo>
                  <a:lnTo>
                    <a:pt x="677046" y="487079"/>
                  </a:lnTo>
                  <a:lnTo>
                    <a:pt x="677293" y="487039"/>
                  </a:lnTo>
                  <a:lnTo>
                    <a:pt x="677526" y="487132"/>
                  </a:lnTo>
                  <a:lnTo>
                    <a:pt x="677689" y="487264"/>
                  </a:lnTo>
                  <a:lnTo>
                    <a:pt x="677943" y="487205"/>
                  </a:lnTo>
                  <a:lnTo>
                    <a:pt x="678118" y="486663"/>
                  </a:lnTo>
                  <a:lnTo>
                    <a:pt x="677803" y="486447"/>
                  </a:lnTo>
                  <a:lnTo>
                    <a:pt x="677433" y="485745"/>
                  </a:lnTo>
                  <a:lnTo>
                    <a:pt x="677308" y="484882"/>
                  </a:lnTo>
                  <a:lnTo>
                    <a:pt x="677233" y="484226"/>
                  </a:lnTo>
                  <a:lnTo>
                    <a:pt x="677012" y="483684"/>
                  </a:lnTo>
                  <a:lnTo>
                    <a:pt x="676650" y="483221"/>
                  </a:lnTo>
                  <a:lnTo>
                    <a:pt x="676370" y="482974"/>
                  </a:lnTo>
                  <a:lnTo>
                    <a:pt x="676200" y="482768"/>
                  </a:lnTo>
                  <a:lnTo>
                    <a:pt x="676050" y="482571"/>
                  </a:lnTo>
                  <a:lnTo>
                    <a:pt x="675987" y="482351"/>
                  </a:lnTo>
                  <a:lnTo>
                    <a:pt x="675893" y="482090"/>
                  </a:lnTo>
                  <a:lnTo>
                    <a:pt x="675593" y="481270"/>
                  </a:lnTo>
                  <a:lnTo>
                    <a:pt x="675404" y="480752"/>
                  </a:lnTo>
                  <a:lnTo>
                    <a:pt x="675969" y="480496"/>
                  </a:lnTo>
                  <a:lnTo>
                    <a:pt x="676288" y="480648"/>
                  </a:lnTo>
                  <a:lnTo>
                    <a:pt x="676720" y="480813"/>
                  </a:lnTo>
                  <a:lnTo>
                    <a:pt x="677052" y="481331"/>
                  </a:lnTo>
                  <a:lnTo>
                    <a:pt x="677180" y="481252"/>
                  </a:lnTo>
                  <a:lnTo>
                    <a:pt x="677570" y="481062"/>
                  </a:lnTo>
                  <a:lnTo>
                    <a:pt x="678048" y="480960"/>
                  </a:lnTo>
                  <a:lnTo>
                    <a:pt x="678214" y="481152"/>
                  </a:lnTo>
                  <a:lnTo>
                    <a:pt x="678541" y="481744"/>
                  </a:lnTo>
                  <a:lnTo>
                    <a:pt x="678770" y="481463"/>
                  </a:lnTo>
                  <a:lnTo>
                    <a:pt x="678884" y="481198"/>
                  </a:lnTo>
                  <a:lnTo>
                    <a:pt x="678988" y="481023"/>
                  </a:lnTo>
                  <a:lnTo>
                    <a:pt x="679218" y="480740"/>
                  </a:lnTo>
                  <a:lnTo>
                    <a:pt x="679326" y="480954"/>
                  </a:lnTo>
                  <a:lnTo>
                    <a:pt x="679413" y="481083"/>
                  </a:lnTo>
                  <a:lnTo>
                    <a:pt x="679591" y="481275"/>
                  </a:lnTo>
                  <a:lnTo>
                    <a:pt x="679832" y="481388"/>
                  </a:lnTo>
                  <a:lnTo>
                    <a:pt x="680511" y="481294"/>
                  </a:lnTo>
                  <a:lnTo>
                    <a:pt x="681156" y="481315"/>
                  </a:lnTo>
                  <a:lnTo>
                    <a:pt x="681042" y="481720"/>
                  </a:lnTo>
                  <a:lnTo>
                    <a:pt x="681195" y="481959"/>
                  </a:lnTo>
                  <a:lnTo>
                    <a:pt x="681624" y="482351"/>
                  </a:lnTo>
                  <a:lnTo>
                    <a:pt x="681833" y="482329"/>
                  </a:lnTo>
                  <a:lnTo>
                    <a:pt x="682170" y="482891"/>
                  </a:lnTo>
                  <a:lnTo>
                    <a:pt x="682348" y="483128"/>
                  </a:lnTo>
                  <a:lnTo>
                    <a:pt x="682699" y="483336"/>
                  </a:lnTo>
                  <a:lnTo>
                    <a:pt x="682782" y="482746"/>
                  </a:lnTo>
                  <a:lnTo>
                    <a:pt x="682475" y="482278"/>
                  </a:lnTo>
                  <a:lnTo>
                    <a:pt x="682620" y="481986"/>
                  </a:lnTo>
                  <a:lnTo>
                    <a:pt x="682895" y="481787"/>
                  </a:lnTo>
                  <a:lnTo>
                    <a:pt x="683120" y="481438"/>
                  </a:lnTo>
                  <a:lnTo>
                    <a:pt x="683281" y="481092"/>
                  </a:lnTo>
                  <a:lnTo>
                    <a:pt x="683116" y="480926"/>
                  </a:lnTo>
                  <a:lnTo>
                    <a:pt x="682950" y="480574"/>
                  </a:lnTo>
                  <a:lnTo>
                    <a:pt x="682944" y="480445"/>
                  </a:lnTo>
                  <a:lnTo>
                    <a:pt x="683197" y="479706"/>
                  </a:lnTo>
                  <a:lnTo>
                    <a:pt x="683411" y="479241"/>
                  </a:lnTo>
                  <a:lnTo>
                    <a:pt x="683632" y="479202"/>
                  </a:lnTo>
                  <a:lnTo>
                    <a:pt x="684226" y="479628"/>
                  </a:lnTo>
                  <a:lnTo>
                    <a:pt x="684864" y="479926"/>
                  </a:lnTo>
                  <a:lnTo>
                    <a:pt x="685441" y="480118"/>
                  </a:lnTo>
                  <a:lnTo>
                    <a:pt x="685623" y="480430"/>
                  </a:lnTo>
                  <a:lnTo>
                    <a:pt x="685812" y="480663"/>
                  </a:lnTo>
                  <a:lnTo>
                    <a:pt x="686262" y="480830"/>
                  </a:lnTo>
                  <a:lnTo>
                    <a:pt x="686397" y="480916"/>
                  </a:lnTo>
                  <a:lnTo>
                    <a:pt x="686978" y="481482"/>
                  </a:lnTo>
                  <a:lnTo>
                    <a:pt x="687190" y="481626"/>
                  </a:lnTo>
                  <a:lnTo>
                    <a:pt x="687354" y="481617"/>
                  </a:lnTo>
                  <a:lnTo>
                    <a:pt x="687913" y="481504"/>
                  </a:lnTo>
                  <a:lnTo>
                    <a:pt x="688390" y="481932"/>
                  </a:lnTo>
                  <a:lnTo>
                    <a:pt x="688559" y="482121"/>
                  </a:lnTo>
                  <a:lnTo>
                    <a:pt x="689085" y="482338"/>
                  </a:lnTo>
                  <a:lnTo>
                    <a:pt x="689594" y="481493"/>
                  </a:lnTo>
                  <a:lnTo>
                    <a:pt x="690077" y="481051"/>
                  </a:lnTo>
                  <a:lnTo>
                    <a:pt x="689923" y="480616"/>
                  </a:lnTo>
                  <a:lnTo>
                    <a:pt x="689507" y="480605"/>
                  </a:lnTo>
                  <a:lnTo>
                    <a:pt x="689363" y="480556"/>
                  </a:lnTo>
                  <a:lnTo>
                    <a:pt x="689061" y="480368"/>
                  </a:lnTo>
                  <a:lnTo>
                    <a:pt x="688859" y="480157"/>
                  </a:lnTo>
                  <a:lnTo>
                    <a:pt x="689307" y="479639"/>
                  </a:lnTo>
                  <a:lnTo>
                    <a:pt x="689580" y="479590"/>
                  </a:lnTo>
                  <a:lnTo>
                    <a:pt x="690117" y="479835"/>
                  </a:lnTo>
                  <a:lnTo>
                    <a:pt x="690721" y="480116"/>
                  </a:lnTo>
                  <a:lnTo>
                    <a:pt x="691264" y="480409"/>
                  </a:lnTo>
                  <a:lnTo>
                    <a:pt x="691556" y="480619"/>
                  </a:lnTo>
                  <a:lnTo>
                    <a:pt x="691956" y="481023"/>
                  </a:lnTo>
                  <a:lnTo>
                    <a:pt x="692294" y="481663"/>
                  </a:lnTo>
                  <a:lnTo>
                    <a:pt x="692574" y="481759"/>
                  </a:lnTo>
                  <a:lnTo>
                    <a:pt x="693262" y="481952"/>
                  </a:lnTo>
                  <a:lnTo>
                    <a:pt x="694005" y="481861"/>
                  </a:lnTo>
                  <a:lnTo>
                    <a:pt x="693784" y="481748"/>
                  </a:lnTo>
                  <a:lnTo>
                    <a:pt x="693490" y="481355"/>
                  </a:lnTo>
                  <a:lnTo>
                    <a:pt x="693709" y="481173"/>
                  </a:lnTo>
                  <a:lnTo>
                    <a:pt x="694999" y="481675"/>
                  </a:lnTo>
                  <a:lnTo>
                    <a:pt x="695437" y="481893"/>
                  </a:lnTo>
                  <a:lnTo>
                    <a:pt x="695461" y="481528"/>
                  </a:lnTo>
                  <a:lnTo>
                    <a:pt x="695331" y="481029"/>
                  </a:lnTo>
                  <a:lnTo>
                    <a:pt x="695192" y="480706"/>
                  </a:lnTo>
                  <a:lnTo>
                    <a:pt x="695233" y="480569"/>
                  </a:lnTo>
                  <a:lnTo>
                    <a:pt x="695448" y="480176"/>
                  </a:lnTo>
                  <a:lnTo>
                    <a:pt x="695761" y="480342"/>
                  </a:lnTo>
                  <a:lnTo>
                    <a:pt x="696021" y="480602"/>
                  </a:lnTo>
                  <a:lnTo>
                    <a:pt x="696128" y="480741"/>
                  </a:lnTo>
                  <a:lnTo>
                    <a:pt x="696976" y="481070"/>
                  </a:lnTo>
                  <a:lnTo>
                    <a:pt x="697092" y="480906"/>
                  </a:lnTo>
                  <a:lnTo>
                    <a:pt x="697305" y="480815"/>
                  </a:lnTo>
                  <a:lnTo>
                    <a:pt x="697490" y="480777"/>
                  </a:lnTo>
                  <a:lnTo>
                    <a:pt x="697633" y="480800"/>
                  </a:lnTo>
                  <a:lnTo>
                    <a:pt x="698095" y="480963"/>
                  </a:lnTo>
                  <a:lnTo>
                    <a:pt x="698462" y="481440"/>
                  </a:lnTo>
                  <a:lnTo>
                    <a:pt x="698731" y="481298"/>
                  </a:lnTo>
                  <a:lnTo>
                    <a:pt x="699075" y="481033"/>
                  </a:lnTo>
                  <a:lnTo>
                    <a:pt x="699267" y="480925"/>
                  </a:lnTo>
                  <a:lnTo>
                    <a:pt x="700302" y="480540"/>
                  </a:lnTo>
                  <a:lnTo>
                    <a:pt x="700553" y="480456"/>
                  </a:lnTo>
                  <a:lnTo>
                    <a:pt x="701489" y="480236"/>
                  </a:lnTo>
                  <a:lnTo>
                    <a:pt x="701738" y="480179"/>
                  </a:lnTo>
                  <a:lnTo>
                    <a:pt x="702633" y="480141"/>
                  </a:lnTo>
                  <a:lnTo>
                    <a:pt x="703779" y="481060"/>
                  </a:lnTo>
                  <a:lnTo>
                    <a:pt x="704447" y="481744"/>
                  </a:lnTo>
                  <a:lnTo>
                    <a:pt x="705210" y="482498"/>
                  </a:lnTo>
                  <a:lnTo>
                    <a:pt x="705454" y="482365"/>
                  </a:lnTo>
                  <a:lnTo>
                    <a:pt x="706059" y="482130"/>
                  </a:lnTo>
                  <a:lnTo>
                    <a:pt x="706713" y="482388"/>
                  </a:lnTo>
                  <a:lnTo>
                    <a:pt x="706997" y="482708"/>
                  </a:lnTo>
                  <a:lnTo>
                    <a:pt x="707222" y="483536"/>
                  </a:lnTo>
                  <a:lnTo>
                    <a:pt x="707314" y="483994"/>
                  </a:lnTo>
                  <a:lnTo>
                    <a:pt x="707335" y="484211"/>
                  </a:lnTo>
                  <a:lnTo>
                    <a:pt x="707395" y="484469"/>
                  </a:lnTo>
                  <a:lnTo>
                    <a:pt x="707447" y="484651"/>
                  </a:lnTo>
                  <a:lnTo>
                    <a:pt x="707347" y="485214"/>
                  </a:lnTo>
                  <a:lnTo>
                    <a:pt x="707240" y="485500"/>
                  </a:lnTo>
                  <a:lnTo>
                    <a:pt x="706994" y="485568"/>
                  </a:lnTo>
                  <a:lnTo>
                    <a:pt x="707264" y="485642"/>
                  </a:lnTo>
                  <a:lnTo>
                    <a:pt x="707411" y="485941"/>
                  </a:lnTo>
                  <a:lnTo>
                    <a:pt x="707245" y="486223"/>
                  </a:lnTo>
                  <a:lnTo>
                    <a:pt x="707295" y="486382"/>
                  </a:lnTo>
                  <a:lnTo>
                    <a:pt x="707556" y="486683"/>
                  </a:lnTo>
                  <a:lnTo>
                    <a:pt x="707534" y="487168"/>
                  </a:lnTo>
                  <a:lnTo>
                    <a:pt x="707601" y="488159"/>
                  </a:lnTo>
                  <a:lnTo>
                    <a:pt x="707783" y="488904"/>
                  </a:lnTo>
                  <a:lnTo>
                    <a:pt x="707925" y="489016"/>
                  </a:lnTo>
                  <a:lnTo>
                    <a:pt x="708151" y="489395"/>
                  </a:lnTo>
                  <a:lnTo>
                    <a:pt x="708411" y="490316"/>
                  </a:lnTo>
                  <a:lnTo>
                    <a:pt x="708259" y="490874"/>
                  </a:lnTo>
                  <a:lnTo>
                    <a:pt x="708198" y="491338"/>
                  </a:lnTo>
                  <a:lnTo>
                    <a:pt x="708526" y="492202"/>
                  </a:lnTo>
                  <a:lnTo>
                    <a:pt x="708704" y="492465"/>
                  </a:lnTo>
                  <a:lnTo>
                    <a:pt x="709083" y="492335"/>
                  </a:lnTo>
                  <a:lnTo>
                    <a:pt x="709689" y="491649"/>
                  </a:lnTo>
                  <a:lnTo>
                    <a:pt x="709824" y="491601"/>
                  </a:lnTo>
                  <a:lnTo>
                    <a:pt x="710053" y="491641"/>
                  </a:lnTo>
                  <a:lnTo>
                    <a:pt x="710024" y="492050"/>
                  </a:lnTo>
                  <a:lnTo>
                    <a:pt x="710364" y="492281"/>
                  </a:lnTo>
                  <a:lnTo>
                    <a:pt x="710807" y="492520"/>
                  </a:lnTo>
                  <a:lnTo>
                    <a:pt x="711024" y="492841"/>
                  </a:lnTo>
                  <a:lnTo>
                    <a:pt x="711296" y="492841"/>
                  </a:lnTo>
                  <a:lnTo>
                    <a:pt x="711485" y="492748"/>
                  </a:lnTo>
                  <a:lnTo>
                    <a:pt x="711713" y="492641"/>
                  </a:lnTo>
                  <a:lnTo>
                    <a:pt x="711949" y="492590"/>
                  </a:lnTo>
                  <a:lnTo>
                    <a:pt x="712567" y="492710"/>
                  </a:lnTo>
                  <a:lnTo>
                    <a:pt x="712804" y="492903"/>
                  </a:lnTo>
                  <a:lnTo>
                    <a:pt x="713597" y="493003"/>
                  </a:lnTo>
                  <a:lnTo>
                    <a:pt x="713873" y="493166"/>
                  </a:lnTo>
                  <a:lnTo>
                    <a:pt x="713973" y="492998"/>
                  </a:lnTo>
                  <a:lnTo>
                    <a:pt x="714303" y="492620"/>
                  </a:lnTo>
                  <a:lnTo>
                    <a:pt x="714564" y="492630"/>
                  </a:lnTo>
                  <a:lnTo>
                    <a:pt x="714824" y="492799"/>
                  </a:lnTo>
                  <a:lnTo>
                    <a:pt x="714857" y="492932"/>
                  </a:lnTo>
                  <a:lnTo>
                    <a:pt x="714861" y="493277"/>
                  </a:lnTo>
                  <a:lnTo>
                    <a:pt x="715071" y="493664"/>
                  </a:lnTo>
                  <a:lnTo>
                    <a:pt x="715414" y="493389"/>
                  </a:lnTo>
                  <a:lnTo>
                    <a:pt x="715614" y="492934"/>
                  </a:lnTo>
                  <a:lnTo>
                    <a:pt x="715755" y="492834"/>
                  </a:lnTo>
                  <a:lnTo>
                    <a:pt x="716080" y="492674"/>
                  </a:lnTo>
                  <a:lnTo>
                    <a:pt x="717022" y="492335"/>
                  </a:lnTo>
                  <a:lnTo>
                    <a:pt x="717118" y="492622"/>
                  </a:lnTo>
                  <a:lnTo>
                    <a:pt x="717099" y="492893"/>
                  </a:lnTo>
                  <a:lnTo>
                    <a:pt x="717138" y="493223"/>
                  </a:lnTo>
                  <a:lnTo>
                    <a:pt x="717252" y="493384"/>
                  </a:lnTo>
                  <a:lnTo>
                    <a:pt x="717811" y="493877"/>
                  </a:lnTo>
                  <a:lnTo>
                    <a:pt x="718393" y="494214"/>
                  </a:lnTo>
                  <a:lnTo>
                    <a:pt x="718979" y="494678"/>
                  </a:lnTo>
                  <a:lnTo>
                    <a:pt x="719194" y="494855"/>
                  </a:lnTo>
                  <a:lnTo>
                    <a:pt x="719222" y="494989"/>
                  </a:lnTo>
                  <a:lnTo>
                    <a:pt x="719120" y="495454"/>
                  </a:lnTo>
                  <a:lnTo>
                    <a:pt x="719142" y="495737"/>
                  </a:lnTo>
                  <a:lnTo>
                    <a:pt x="719370" y="496172"/>
                  </a:lnTo>
                  <a:lnTo>
                    <a:pt x="719074" y="496282"/>
                  </a:lnTo>
                  <a:lnTo>
                    <a:pt x="719359" y="496948"/>
                  </a:lnTo>
                  <a:lnTo>
                    <a:pt x="719497" y="497069"/>
                  </a:lnTo>
                  <a:lnTo>
                    <a:pt x="719909" y="497159"/>
                  </a:lnTo>
                  <a:lnTo>
                    <a:pt x="719871" y="496844"/>
                  </a:lnTo>
                  <a:lnTo>
                    <a:pt x="720175" y="496705"/>
                  </a:lnTo>
                  <a:lnTo>
                    <a:pt x="720399" y="496787"/>
                  </a:lnTo>
                  <a:lnTo>
                    <a:pt x="720568" y="496825"/>
                  </a:lnTo>
                  <a:lnTo>
                    <a:pt x="720786" y="496738"/>
                  </a:lnTo>
                  <a:lnTo>
                    <a:pt x="721113" y="496584"/>
                  </a:lnTo>
                  <a:lnTo>
                    <a:pt x="721526" y="496440"/>
                  </a:lnTo>
                  <a:lnTo>
                    <a:pt x="722199" y="496602"/>
                  </a:lnTo>
                  <a:lnTo>
                    <a:pt x="722576" y="497071"/>
                  </a:lnTo>
                  <a:lnTo>
                    <a:pt x="723776" y="497462"/>
                  </a:lnTo>
                  <a:lnTo>
                    <a:pt x="723946" y="497504"/>
                  </a:lnTo>
                  <a:lnTo>
                    <a:pt x="724307" y="497466"/>
                  </a:lnTo>
                  <a:lnTo>
                    <a:pt x="724799" y="497230"/>
                  </a:lnTo>
                  <a:lnTo>
                    <a:pt x="725234" y="497006"/>
                  </a:lnTo>
                  <a:lnTo>
                    <a:pt x="725562" y="496811"/>
                  </a:lnTo>
                  <a:lnTo>
                    <a:pt x="726019" y="496938"/>
                  </a:lnTo>
                  <a:lnTo>
                    <a:pt x="726751" y="497320"/>
                  </a:lnTo>
                  <a:lnTo>
                    <a:pt x="726636" y="497718"/>
                  </a:lnTo>
                  <a:lnTo>
                    <a:pt x="726842" y="497910"/>
                  </a:lnTo>
                  <a:lnTo>
                    <a:pt x="727123" y="498093"/>
                  </a:lnTo>
                  <a:lnTo>
                    <a:pt x="727398" y="498260"/>
                  </a:lnTo>
                  <a:lnTo>
                    <a:pt x="728147" y="498348"/>
                  </a:lnTo>
                  <a:lnTo>
                    <a:pt x="728570" y="498074"/>
                  </a:lnTo>
                  <a:lnTo>
                    <a:pt x="728621" y="497754"/>
                  </a:lnTo>
                  <a:lnTo>
                    <a:pt x="728912" y="497792"/>
                  </a:lnTo>
                  <a:lnTo>
                    <a:pt x="729264" y="497872"/>
                  </a:lnTo>
                  <a:lnTo>
                    <a:pt x="729725" y="498300"/>
                  </a:lnTo>
                  <a:lnTo>
                    <a:pt x="730373" y="498841"/>
                  </a:lnTo>
                  <a:lnTo>
                    <a:pt x="730478" y="498575"/>
                  </a:lnTo>
                  <a:lnTo>
                    <a:pt x="730730" y="498597"/>
                  </a:lnTo>
                  <a:lnTo>
                    <a:pt x="730854" y="499055"/>
                  </a:lnTo>
                  <a:lnTo>
                    <a:pt x="732105" y="499599"/>
                  </a:lnTo>
                  <a:lnTo>
                    <a:pt x="732925" y="499662"/>
                  </a:lnTo>
                  <a:lnTo>
                    <a:pt x="732979" y="499503"/>
                  </a:lnTo>
                  <a:lnTo>
                    <a:pt x="733138" y="499259"/>
                  </a:lnTo>
                  <a:lnTo>
                    <a:pt x="733307" y="499210"/>
                  </a:lnTo>
                  <a:lnTo>
                    <a:pt x="733458" y="499288"/>
                  </a:lnTo>
                  <a:lnTo>
                    <a:pt x="733849" y="499522"/>
                  </a:lnTo>
                  <a:lnTo>
                    <a:pt x="733970" y="499708"/>
                  </a:lnTo>
                  <a:lnTo>
                    <a:pt x="734133" y="500019"/>
                  </a:lnTo>
                  <a:lnTo>
                    <a:pt x="734344" y="500055"/>
                  </a:lnTo>
                  <a:lnTo>
                    <a:pt x="734574" y="500036"/>
                  </a:lnTo>
                  <a:lnTo>
                    <a:pt x="734822" y="500130"/>
                  </a:lnTo>
                  <a:lnTo>
                    <a:pt x="735071" y="500439"/>
                  </a:lnTo>
                  <a:lnTo>
                    <a:pt x="735875" y="501280"/>
                  </a:lnTo>
                  <a:lnTo>
                    <a:pt x="736608" y="501256"/>
                  </a:lnTo>
                  <a:lnTo>
                    <a:pt x="736886" y="501412"/>
                  </a:lnTo>
                  <a:lnTo>
                    <a:pt x="737165" y="501963"/>
                  </a:lnTo>
                  <a:lnTo>
                    <a:pt x="737439" y="502262"/>
                  </a:lnTo>
                  <a:lnTo>
                    <a:pt x="737753" y="502959"/>
                  </a:lnTo>
                  <a:lnTo>
                    <a:pt x="738174" y="503248"/>
                  </a:lnTo>
                  <a:lnTo>
                    <a:pt x="738375" y="503449"/>
                  </a:lnTo>
                  <a:lnTo>
                    <a:pt x="738536" y="503680"/>
                  </a:lnTo>
                  <a:lnTo>
                    <a:pt x="738590" y="504760"/>
                  </a:lnTo>
                  <a:lnTo>
                    <a:pt x="738531" y="504974"/>
                  </a:lnTo>
                  <a:lnTo>
                    <a:pt x="738453" y="505254"/>
                  </a:lnTo>
                  <a:lnTo>
                    <a:pt x="738390" y="506056"/>
                  </a:lnTo>
                  <a:lnTo>
                    <a:pt x="738480" y="506233"/>
                  </a:lnTo>
                  <a:lnTo>
                    <a:pt x="738819" y="506296"/>
                  </a:lnTo>
                  <a:lnTo>
                    <a:pt x="739132" y="505947"/>
                  </a:lnTo>
                  <a:lnTo>
                    <a:pt x="739703" y="505944"/>
                  </a:lnTo>
                  <a:lnTo>
                    <a:pt x="740268" y="505744"/>
                  </a:lnTo>
                  <a:lnTo>
                    <a:pt x="740260" y="506061"/>
                  </a:lnTo>
                  <a:lnTo>
                    <a:pt x="740471" y="506373"/>
                  </a:lnTo>
                  <a:lnTo>
                    <a:pt x="740676" y="506374"/>
                  </a:lnTo>
                  <a:lnTo>
                    <a:pt x="740776" y="505937"/>
                  </a:lnTo>
                  <a:lnTo>
                    <a:pt x="740634" y="505572"/>
                  </a:lnTo>
                  <a:lnTo>
                    <a:pt x="740690" y="505181"/>
                  </a:lnTo>
                  <a:lnTo>
                    <a:pt x="740840" y="505062"/>
                  </a:lnTo>
                  <a:lnTo>
                    <a:pt x="741380" y="504874"/>
                  </a:lnTo>
                  <a:lnTo>
                    <a:pt x="741674" y="504737"/>
                  </a:lnTo>
                  <a:lnTo>
                    <a:pt x="742037" y="504938"/>
                  </a:lnTo>
                  <a:lnTo>
                    <a:pt x="742430" y="505428"/>
                  </a:lnTo>
                  <a:lnTo>
                    <a:pt x="742533" y="505618"/>
                  </a:lnTo>
                  <a:lnTo>
                    <a:pt x="742564" y="505919"/>
                  </a:lnTo>
                  <a:lnTo>
                    <a:pt x="742370" y="506704"/>
                  </a:lnTo>
                  <a:lnTo>
                    <a:pt x="741770" y="506802"/>
                  </a:lnTo>
                  <a:lnTo>
                    <a:pt x="741411" y="506791"/>
                  </a:lnTo>
                  <a:lnTo>
                    <a:pt x="741391" y="506997"/>
                  </a:lnTo>
                  <a:lnTo>
                    <a:pt x="741415" y="507133"/>
                  </a:lnTo>
                  <a:lnTo>
                    <a:pt x="741678" y="507285"/>
                  </a:lnTo>
                  <a:lnTo>
                    <a:pt x="741918" y="507408"/>
                  </a:lnTo>
                  <a:lnTo>
                    <a:pt x="742000" y="507642"/>
                  </a:lnTo>
                  <a:lnTo>
                    <a:pt x="742837" y="508295"/>
                  </a:lnTo>
                  <a:lnTo>
                    <a:pt x="743378" y="508993"/>
                  </a:lnTo>
                  <a:lnTo>
                    <a:pt x="744106" y="509523"/>
                  </a:lnTo>
                  <a:lnTo>
                    <a:pt x="744810" y="509022"/>
                  </a:lnTo>
                  <a:lnTo>
                    <a:pt x="745129" y="508564"/>
                  </a:lnTo>
                  <a:lnTo>
                    <a:pt x="745314" y="508459"/>
                  </a:lnTo>
                  <a:lnTo>
                    <a:pt x="745747" y="509169"/>
                  </a:lnTo>
                  <a:lnTo>
                    <a:pt x="745669" y="509487"/>
                  </a:lnTo>
                  <a:lnTo>
                    <a:pt x="745661" y="509731"/>
                  </a:lnTo>
                  <a:lnTo>
                    <a:pt x="746053" y="510067"/>
                  </a:lnTo>
                  <a:lnTo>
                    <a:pt x="746134" y="509803"/>
                  </a:lnTo>
                  <a:lnTo>
                    <a:pt x="746743" y="509573"/>
                  </a:lnTo>
                  <a:lnTo>
                    <a:pt x="747720" y="510034"/>
                  </a:lnTo>
                  <a:lnTo>
                    <a:pt x="747855" y="510585"/>
                  </a:lnTo>
                  <a:lnTo>
                    <a:pt x="747902" y="511184"/>
                  </a:lnTo>
                  <a:lnTo>
                    <a:pt x="748290" y="511319"/>
                  </a:lnTo>
                  <a:lnTo>
                    <a:pt x="748486" y="511369"/>
                  </a:lnTo>
                  <a:lnTo>
                    <a:pt x="748875" y="511376"/>
                  </a:lnTo>
                  <a:lnTo>
                    <a:pt x="749400" y="510748"/>
                  </a:lnTo>
                  <a:lnTo>
                    <a:pt x="749621" y="510443"/>
                  </a:lnTo>
                  <a:lnTo>
                    <a:pt x="749991" y="509470"/>
                  </a:lnTo>
                  <a:lnTo>
                    <a:pt x="749858" y="509211"/>
                  </a:lnTo>
                  <a:lnTo>
                    <a:pt x="749947" y="509020"/>
                  </a:lnTo>
                  <a:lnTo>
                    <a:pt x="750239" y="508530"/>
                  </a:lnTo>
                  <a:lnTo>
                    <a:pt x="750779" y="507819"/>
                  </a:lnTo>
                  <a:lnTo>
                    <a:pt x="751151" y="507434"/>
                  </a:lnTo>
                  <a:lnTo>
                    <a:pt x="751881" y="507565"/>
                  </a:lnTo>
                  <a:lnTo>
                    <a:pt x="751656" y="508021"/>
                  </a:lnTo>
                  <a:lnTo>
                    <a:pt x="751149" y="508881"/>
                  </a:lnTo>
                  <a:lnTo>
                    <a:pt x="751104" y="509360"/>
                  </a:lnTo>
                  <a:lnTo>
                    <a:pt x="751327" y="510672"/>
                  </a:lnTo>
                  <a:lnTo>
                    <a:pt x="751697" y="510769"/>
                  </a:lnTo>
                  <a:lnTo>
                    <a:pt x="751929" y="510803"/>
                  </a:lnTo>
                  <a:lnTo>
                    <a:pt x="752988" y="510902"/>
                  </a:lnTo>
                  <a:lnTo>
                    <a:pt x="753277" y="511475"/>
                  </a:lnTo>
                  <a:lnTo>
                    <a:pt x="753762" y="511928"/>
                  </a:lnTo>
                  <a:lnTo>
                    <a:pt x="753786" y="511724"/>
                  </a:lnTo>
                  <a:lnTo>
                    <a:pt x="753702" y="511383"/>
                  </a:lnTo>
                  <a:lnTo>
                    <a:pt x="753784" y="511206"/>
                  </a:lnTo>
                  <a:lnTo>
                    <a:pt x="754312" y="511055"/>
                  </a:lnTo>
                  <a:lnTo>
                    <a:pt x="754553" y="511291"/>
                  </a:lnTo>
                  <a:lnTo>
                    <a:pt x="755023" y="511759"/>
                  </a:lnTo>
                  <a:lnTo>
                    <a:pt x="755313" y="511371"/>
                  </a:lnTo>
                  <a:lnTo>
                    <a:pt x="755414" y="510970"/>
                  </a:lnTo>
                  <a:lnTo>
                    <a:pt x="756607" y="511543"/>
                  </a:lnTo>
                  <a:lnTo>
                    <a:pt x="757901" y="511590"/>
                  </a:lnTo>
                  <a:lnTo>
                    <a:pt x="758295" y="512109"/>
                  </a:lnTo>
                  <a:lnTo>
                    <a:pt x="758565" y="513175"/>
                  </a:lnTo>
                  <a:lnTo>
                    <a:pt x="759295" y="513894"/>
                  </a:lnTo>
                  <a:lnTo>
                    <a:pt x="759970" y="514614"/>
                  </a:lnTo>
                  <a:lnTo>
                    <a:pt x="760547" y="515961"/>
                  </a:lnTo>
                  <a:lnTo>
                    <a:pt x="760587" y="516573"/>
                  </a:lnTo>
                  <a:lnTo>
                    <a:pt x="760318" y="517316"/>
                  </a:lnTo>
                  <a:lnTo>
                    <a:pt x="760347" y="517479"/>
                  </a:lnTo>
                  <a:lnTo>
                    <a:pt x="760593" y="517530"/>
                  </a:lnTo>
                  <a:lnTo>
                    <a:pt x="761564" y="517897"/>
                  </a:lnTo>
                  <a:lnTo>
                    <a:pt x="762056" y="518115"/>
                  </a:lnTo>
                  <a:lnTo>
                    <a:pt x="763781" y="518644"/>
                  </a:lnTo>
                  <a:lnTo>
                    <a:pt x="764904" y="518760"/>
                  </a:lnTo>
                  <a:lnTo>
                    <a:pt x="765006" y="518613"/>
                  </a:lnTo>
                  <a:lnTo>
                    <a:pt x="765400" y="518022"/>
                  </a:lnTo>
                  <a:lnTo>
                    <a:pt x="765530" y="517014"/>
                  </a:lnTo>
                  <a:lnTo>
                    <a:pt x="765465" y="516858"/>
                  </a:lnTo>
                  <a:lnTo>
                    <a:pt x="765394" y="516617"/>
                  </a:lnTo>
                  <a:lnTo>
                    <a:pt x="765399" y="516225"/>
                  </a:lnTo>
                  <a:lnTo>
                    <a:pt x="765586" y="515961"/>
                  </a:lnTo>
                  <a:lnTo>
                    <a:pt x="765845" y="516284"/>
                  </a:lnTo>
                  <a:lnTo>
                    <a:pt x="766085" y="516592"/>
                  </a:lnTo>
                  <a:lnTo>
                    <a:pt x="767226" y="517264"/>
                  </a:lnTo>
                  <a:lnTo>
                    <a:pt x="768074" y="518176"/>
                  </a:lnTo>
                  <a:lnTo>
                    <a:pt x="768343" y="518087"/>
                  </a:lnTo>
                  <a:lnTo>
                    <a:pt x="768595" y="518023"/>
                  </a:lnTo>
                  <a:lnTo>
                    <a:pt x="769115" y="518252"/>
                  </a:lnTo>
                  <a:lnTo>
                    <a:pt x="769618" y="518483"/>
                  </a:lnTo>
                  <a:lnTo>
                    <a:pt x="769889" y="518419"/>
                  </a:lnTo>
                  <a:lnTo>
                    <a:pt x="770089" y="518140"/>
                  </a:lnTo>
                  <a:lnTo>
                    <a:pt x="770491" y="517896"/>
                  </a:lnTo>
                  <a:lnTo>
                    <a:pt x="770679" y="518133"/>
                  </a:lnTo>
                  <a:lnTo>
                    <a:pt x="771152" y="518795"/>
                  </a:lnTo>
                  <a:lnTo>
                    <a:pt x="771333" y="519064"/>
                  </a:lnTo>
                  <a:lnTo>
                    <a:pt x="771563" y="519925"/>
                  </a:lnTo>
                  <a:lnTo>
                    <a:pt x="772092" y="520880"/>
                  </a:lnTo>
                  <a:lnTo>
                    <a:pt x="771716" y="522199"/>
                  </a:lnTo>
                  <a:lnTo>
                    <a:pt x="771788" y="524475"/>
                  </a:lnTo>
                  <a:lnTo>
                    <a:pt x="771732" y="524730"/>
                  </a:lnTo>
                  <a:lnTo>
                    <a:pt x="771967" y="525737"/>
                  </a:lnTo>
                  <a:lnTo>
                    <a:pt x="772381" y="526788"/>
                  </a:lnTo>
                  <a:lnTo>
                    <a:pt x="772090" y="527409"/>
                  </a:lnTo>
                  <a:lnTo>
                    <a:pt x="772142" y="528427"/>
                  </a:lnTo>
                  <a:lnTo>
                    <a:pt x="772460" y="529647"/>
                  </a:lnTo>
                  <a:lnTo>
                    <a:pt x="772582" y="529992"/>
                  </a:lnTo>
                  <a:lnTo>
                    <a:pt x="772925" y="530419"/>
                  </a:lnTo>
                  <a:lnTo>
                    <a:pt x="773701" y="531411"/>
                  </a:lnTo>
                  <a:lnTo>
                    <a:pt x="774541" y="532676"/>
                  </a:lnTo>
                  <a:lnTo>
                    <a:pt x="775023" y="533309"/>
                  </a:lnTo>
                  <a:lnTo>
                    <a:pt x="775154" y="533773"/>
                  </a:lnTo>
                  <a:lnTo>
                    <a:pt x="774981" y="534095"/>
                  </a:lnTo>
                  <a:lnTo>
                    <a:pt x="774684" y="534499"/>
                  </a:lnTo>
                  <a:lnTo>
                    <a:pt x="774350" y="535131"/>
                  </a:lnTo>
                  <a:lnTo>
                    <a:pt x="774771" y="535372"/>
                  </a:lnTo>
                  <a:lnTo>
                    <a:pt x="774900" y="535574"/>
                  </a:lnTo>
                  <a:lnTo>
                    <a:pt x="774539" y="536180"/>
                  </a:lnTo>
                  <a:lnTo>
                    <a:pt x="774238" y="536626"/>
                  </a:lnTo>
                  <a:lnTo>
                    <a:pt x="773695" y="537100"/>
                  </a:lnTo>
                  <a:lnTo>
                    <a:pt x="773539" y="538687"/>
                  </a:lnTo>
                  <a:lnTo>
                    <a:pt x="773570" y="538951"/>
                  </a:lnTo>
                  <a:lnTo>
                    <a:pt x="773796" y="539877"/>
                  </a:lnTo>
                  <a:lnTo>
                    <a:pt x="773869" y="540106"/>
                  </a:lnTo>
                  <a:lnTo>
                    <a:pt x="773847" y="540429"/>
                  </a:lnTo>
                  <a:lnTo>
                    <a:pt x="773713" y="540642"/>
                  </a:lnTo>
                  <a:lnTo>
                    <a:pt x="773467" y="540959"/>
                  </a:lnTo>
                  <a:lnTo>
                    <a:pt x="773041" y="541673"/>
                  </a:lnTo>
                  <a:lnTo>
                    <a:pt x="772695" y="541877"/>
                  </a:lnTo>
                  <a:lnTo>
                    <a:pt x="772550" y="542666"/>
                  </a:lnTo>
                  <a:lnTo>
                    <a:pt x="772589" y="542871"/>
                  </a:lnTo>
                  <a:lnTo>
                    <a:pt x="772606" y="543123"/>
                  </a:lnTo>
                  <a:lnTo>
                    <a:pt x="772577" y="543475"/>
                  </a:lnTo>
                  <a:lnTo>
                    <a:pt x="772558" y="543698"/>
                  </a:lnTo>
                  <a:lnTo>
                    <a:pt x="772355" y="544231"/>
                  </a:lnTo>
                  <a:lnTo>
                    <a:pt x="772189" y="544487"/>
                  </a:lnTo>
                  <a:lnTo>
                    <a:pt x="771463" y="544386"/>
                  </a:lnTo>
                  <a:lnTo>
                    <a:pt x="771338" y="544796"/>
                  </a:lnTo>
                  <a:lnTo>
                    <a:pt x="771057" y="544794"/>
                  </a:lnTo>
                  <a:lnTo>
                    <a:pt x="770860" y="544552"/>
                  </a:lnTo>
                  <a:lnTo>
                    <a:pt x="770601" y="544484"/>
                  </a:lnTo>
                  <a:lnTo>
                    <a:pt x="770196" y="544542"/>
                  </a:lnTo>
                  <a:lnTo>
                    <a:pt x="769996" y="544646"/>
                  </a:lnTo>
                  <a:lnTo>
                    <a:pt x="769473" y="544347"/>
                  </a:lnTo>
                  <a:lnTo>
                    <a:pt x="768889" y="544619"/>
                  </a:lnTo>
                  <a:lnTo>
                    <a:pt x="768742" y="544641"/>
                  </a:lnTo>
                  <a:lnTo>
                    <a:pt x="768495" y="544697"/>
                  </a:lnTo>
                  <a:lnTo>
                    <a:pt x="768314" y="544743"/>
                  </a:lnTo>
                  <a:lnTo>
                    <a:pt x="767957" y="545105"/>
                  </a:lnTo>
                  <a:lnTo>
                    <a:pt x="768082" y="545518"/>
                  </a:lnTo>
                  <a:lnTo>
                    <a:pt x="768014" y="545830"/>
                  </a:lnTo>
                  <a:lnTo>
                    <a:pt x="767818" y="545897"/>
                  </a:lnTo>
                  <a:lnTo>
                    <a:pt x="766803" y="546356"/>
                  </a:lnTo>
                  <a:lnTo>
                    <a:pt x="766547" y="546351"/>
                  </a:lnTo>
                  <a:lnTo>
                    <a:pt x="766079" y="546513"/>
                  </a:lnTo>
                  <a:lnTo>
                    <a:pt x="765743" y="546890"/>
                  </a:lnTo>
                  <a:lnTo>
                    <a:pt x="765567" y="547088"/>
                  </a:lnTo>
                  <a:lnTo>
                    <a:pt x="765455" y="547353"/>
                  </a:lnTo>
                  <a:lnTo>
                    <a:pt x="765088" y="547628"/>
                  </a:lnTo>
                  <a:lnTo>
                    <a:pt x="764922" y="548075"/>
                  </a:lnTo>
                  <a:lnTo>
                    <a:pt x="765360" y="548632"/>
                  </a:lnTo>
                  <a:lnTo>
                    <a:pt x="765334" y="549003"/>
                  </a:lnTo>
                  <a:lnTo>
                    <a:pt x="765338" y="549394"/>
                  </a:lnTo>
                  <a:lnTo>
                    <a:pt x="765533" y="549580"/>
                  </a:lnTo>
                  <a:lnTo>
                    <a:pt x="765707" y="549625"/>
                  </a:lnTo>
                  <a:lnTo>
                    <a:pt x="765934" y="549846"/>
                  </a:lnTo>
                  <a:lnTo>
                    <a:pt x="766158" y="550332"/>
                  </a:lnTo>
                  <a:lnTo>
                    <a:pt x="766153" y="550667"/>
                  </a:lnTo>
                  <a:lnTo>
                    <a:pt x="766327" y="551019"/>
                  </a:lnTo>
                  <a:lnTo>
                    <a:pt x="766322" y="552047"/>
                  </a:lnTo>
                  <a:lnTo>
                    <a:pt x="766267" y="552423"/>
                  </a:lnTo>
                  <a:lnTo>
                    <a:pt x="766402" y="552687"/>
                  </a:lnTo>
                  <a:lnTo>
                    <a:pt x="766430" y="552899"/>
                  </a:lnTo>
                  <a:lnTo>
                    <a:pt x="766450" y="553080"/>
                  </a:lnTo>
                  <a:lnTo>
                    <a:pt x="766066" y="553710"/>
                  </a:lnTo>
                  <a:lnTo>
                    <a:pt x="766087" y="554073"/>
                  </a:lnTo>
                  <a:lnTo>
                    <a:pt x="766336" y="554658"/>
                  </a:lnTo>
                  <a:lnTo>
                    <a:pt x="766537" y="554852"/>
                  </a:lnTo>
                  <a:lnTo>
                    <a:pt x="766549" y="555203"/>
                  </a:lnTo>
                  <a:lnTo>
                    <a:pt x="766514" y="555699"/>
                  </a:lnTo>
                  <a:lnTo>
                    <a:pt x="766339" y="556057"/>
                  </a:lnTo>
                  <a:lnTo>
                    <a:pt x="766239" y="556215"/>
                  </a:lnTo>
                  <a:lnTo>
                    <a:pt x="765855" y="556277"/>
                  </a:lnTo>
                  <a:lnTo>
                    <a:pt x="765786" y="556634"/>
                  </a:lnTo>
                  <a:lnTo>
                    <a:pt x="766205" y="556965"/>
                  </a:lnTo>
                  <a:lnTo>
                    <a:pt x="766175" y="557235"/>
                  </a:lnTo>
                  <a:lnTo>
                    <a:pt x="765879" y="557639"/>
                  </a:lnTo>
                  <a:lnTo>
                    <a:pt x="765901" y="557936"/>
                  </a:lnTo>
                  <a:lnTo>
                    <a:pt x="766091" y="558121"/>
                  </a:lnTo>
                  <a:lnTo>
                    <a:pt x="766264" y="558288"/>
                  </a:lnTo>
                  <a:lnTo>
                    <a:pt x="766406" y="558313"/>
                  </a:lnTo>
                  <a:lnTo>
                    <a:pt x="766496" y="558702"/>
                  </a:lnTo>
                  <a:lnTo>
                    <a:pt x="766358" y="559042"/>
                  </a:lnTo>
                  <a:lnTo>
                    <a:pt x="766272" y="559224"/>
                  </a:lnTo>
                  <a:lnTo>
                    <a:pt x="766077" y="559692"/>
                  </a:lnTo>
                  <a:lnTo>
                    <a:pt x="766336" y="560573"/>
                  </a:lnTo>
                  <a:lnTo>
                    <a:pt x="766392" y="560791"/>
                  </a:lnTo>
                  <a:lnTo>
                    <a:pt x="766466" y="561016"/>
                  </a:lnTo>
                  <a:lnTo>
                    <a:pt x="766563" y="561314"/>
                  </a:lnTo>
                  <a:lnTo>
                    <a:pt x="766676" y="561657"/>
                  </a:lnTo>
                  <a:lnTo>
                    <a:pt x="766873" y="562315"/>
                  </a:lnTo>
                  <a:lnTo>
                    <a:pt x="766948" y="562528"/>
                  </a:lnTo>
                  <a:lnTo>
                    <a:pt x="767026" y="562744"/>
                  </a:lnTo>
                  <a:lnTo>
                    <a:pt x="767277" y="562970"/>
                  </a:lnTo>
                  <a:lnTo>
                    <a:pt x="767825" y="562968"/>
                  </a:lnTo>
                  <a:lnTo>
                    <a:pt x="767990" y="562965"/>
                  </a:lnTo>
                  <a:lnTo>
                    <a:pt x="768191" y="563303"/>
                  </a:lnTo>
                  <a:lnTo>
                    <a:pt x="768213" y="563528"/>
                  </a:lnTo>
                  <a:lnTo>
                    <a:pt x="768469" y="563807"/>
                  </a:lnTo>
                  <a:lnTo>
                    <a:pt x="768708" y="563858"/>
                  </a:lnTo>
                  <a:lnTo>
                    <a:pt x="769152" y="564109"/>
                  </a:lnTo>
                  <a:lnTo>
                    <a:pt x="769497" y="564481"/>
                  </a:lnTo>
                  <a:lnTo>
                    <a:pt x="769655" y="564651"/>
                  </a:lnTo>
                  <a:lnTo>
                    <a:pt x="769888" y="564768"/>
                  </a:lnTo>
                  <a:lnTo>
                    <a:pt x="770085" y="564886"/>
                  </a:lnTo>
                  <a:lnTo>
                    <a:pt x="770270" y="564997"/>
                  </a:lnTo>
                  <a:lnTo>
                    <a:pt x="770521" y="565212"/>
                  </a:lnTo>
                  <a:lnTo>
                    <a:pt x="770690" y="565241"/>
                  </a:lnTo>
                  <a:lnTo>
                    <a:pt x="770693" y="565746"/>
                  </a:lnTo>
                  <a:lnTo>
                    <a:pt x="770926" y="566603"/>
                  </a:lnTo>
                  <a:lnTo>
                    <a:pt x="770637" y="567076"/>
                  </a:lnTo>
                  <a:lnTo>
                    <a:pt x="770136" y="567420"/>
                  </a:lnTo>
                  <a:lnTo>
                    <a:pt x="770035" y="567992"/>
                  </a:lnTo>
                  <a:lnTo>
                    <a:pt x="769998" y="568248"/>
                  </a:lnTo>
                  <a:lnTo>
                    <a:pt x="770072" y="568568"/>
                  </a:lnTo>
                  <a:lnTo>
                    <a:pt x="770518" y="569089"/>
                  </a:lnTo>
                  <a:lnTo>
                    <a:pt x="770695" y="569343"/>
                  </a:lnTo>
                  <a:lnTo>
                    <a:pt x="770714" y="569739"/>
                  </a:lnTo>
                  <a:lnTo>
                    <a:pt x="770573" y="570185"/>
                  </a:lnTo>
                  <a:lnTo>
                    <a:pt x="771116" y="571206"/>
                  </a:lnTo>
                  <a:lnTo>
                    <a:pt x="771129" y="571390"/>
                  </a:lnTo>
                  <a:lnTo>
                    <a:pt x="771028" y="572230"/>
                  </a:lnTo>
                  <a:lnTo>
                    <a:pt x="771078" y="572425"/>
                  </a:lnTo>
                  <a:lnTo>
                    <a:pt x="771297" y="572747"/>
                  </a:lnTo>
                  <a:lnTo>
                    <a:pt x="771437" y="572956"/>
                  </a:lnTo>
                  <a:lnTo>
                    <a:pt x="771604" y="573425"/>
                  </a:lnTo>
                  <a:lnTo>
                    <a:pt x="771448" y="573834"/>
                  </a:lnTo>
                  <a:lnTo>
                    <a:pt x="770853" y="574361"/>
                  </a:lnTo>
                  <a:lnTo>
                    <a:pt x="770643" y="574565"/>
                  </a:lnTo>
                  <a:lnTo>
                    <a:pt x="770565" y="575187"/>
                  </a:lnTo>
                  <a:lnTo>
                    <a:pt x="770253" y="575798"/>
                  </a:lnTo>
                  <a:lnTo>
                    <a:pt x="770352" y="576347"/>
                  </a:lnTo>
                  <a:lnTo>
                    <a:pt x="770296" y="576965"/>
                  </a:lnTo>
                  <a:lnTo>
                    <a:pt x="770259" y="577199"/>
                  </a:lnTo>
                  <a:lnTo>
                    <a:pt x="770743" y="577299"/>
                  </a:lnTo>
                  <a:lnTo>
                    <a:pt x="770321" y="577763"/>
                  </a:lnTo>
                  <a:lnTo>
                    <a:pt x="770004" y="578504"/>
                  </a:lnTo>
                  <a:lnTo>
                    <a:pt x="769806" y="578565"/>
                  </a:lnTo>
                  <a:lnTo>
                    <a:pt x="769566" y="578639"/>
                  </a:lnTo>
                  <a:lnTo>
                    <a:pt x="769130" y="578749"/>
                  </a:lnTo>
                  <a:lnTo>
                    <a:pt x="769072" y="578929"/>
                  </a:lnTo>
                  <a:lnTo>
                    <a:pt x="768985" y="579223"/>
                  </a:lnTo>
                  <a:lnTo>
                    <a:pt x="768816" y="579542"/>
                  </a:lnTo>
                  <a:lnTo>
                    <a:pt x="768137" y="579528"/>
                  </a:lnTo>
                  <a:lnTo>
                    <a:pt x="767818" y="579343"/>
                  </a:lnTo>
                  <a:lnTo>
                    <a:pt x="767346" y="579040"/>
                  </a:lnTo>
                  <a:lnTo>
                    <a:pt x="766988" y="578769"/>
                  </a:lnTo>
                  <a:lnTo>
                    <a:pt x="766507" y="579287"/>
                  </a:lnTo>
                  <a:lnTo>
                    <a:pt x="766386" y="579428"/>
                  </a:lnTo>
                  <a:lnTo>
                    <a:pt x="766278" y="579585"/>
                  </a:lnTo>
                  <a:lnTo>
                    <a:pt x="765941" y="579810"/>
                  </a:lnTo>
                  <a:lnTo>
                    <a:pt x="764901" y="580023"/>
                  </a:lnTo>
                  <a:lnTo>
                    <a:pt x="764030" y="580316"/>
                  </a:lnTo>
                  <a:lnTo>
                    <a:pt x="763873" y="580317"/>
                  </a:lnTo>
                  <a:lnTo>
                    <a:pt x="763671" y="580317"/>
                  </a:lnTo>
                  <a:lnTo>
                    <a:pt x="763324" y="580350"/>
                  </a:lnTo>
                  <a:lnTo>
                    <a:pt x="762946" y="580459"/>
                  </a:lnTo>
                  <a:lnTo>
                    <a:pt x="762500" y="580521"/>
                  </a:lnTo>
                  <a:lnTo>
                    <a:pt x="762228" y="580458"/>
                  </a:lnTo>
                  <a:lnTo>
                    <a:pt x="761951" y="580380"/>
                  </a:lnTo>
                  <a:lnTo>
                    <a:pt x="761767" y="580346"/>
                  </a:lnTo>
                  <a:lnTo>
                    <a:pt x="761636" y="580322"/>
                  </a:lnTo>
                  <a:lnTo>
                    <a:pt x="761058" y="580420"/>
                  </a:lnTo>
                  <a:lnTo>
                    <a:pt x="760718" y="580365"/>
                  </a:lnTo>
                  <a:lnTo>
                    <a:pt x="760068" y="579908"/>
                  </a:lnTo>
                  <a:lnTo>
                    <a:pt x="759783" y="579800"/>
                  </a:lnTo>
                  <a:lnTo>
                    <a:pt x="759395" y="579668"/>
                  </a:lnTo>
                  <a:lnTo>
                    <a:pt x="759111" y="579725"/>
                  </a:lnTo>
                  <a:lnTo>
                    <a:pt x="758937" y="579809"/>
                  </a:lnTo>
                  <a:lnTo>
                    <a:pt x="758782" y="579884"/>
                  </a:lnTo>
                  <a:lnTo>
                    <a:pt x="758759" y="580048"/>
                  </a:lnTo>
                  <a:lnTo>
                    <a:pt x="758599" y="580271"/>
                  </a:lnTo>
                  <a:lnTo>
                    <a:pt x="758371" y="580178"/>
                  </a:lnTo>
                  <a:lnTo>
                    <a:pt x="758250" y="579550"/>
                  </a:lnTo>
                  <a:lnTo>
                    <a:pt x="758003" y="579146"/>
                  </a:lnTo>
                  <a:lnTo>
                    <a:pt x="757705" y="578995"/>
                  </a:lnTo>
                  <a:lnTo>
                    <a:pt x="757311" y="579109"/>
                  </a:lnTo>
                  <a:lnTo>
                    <a:pt x="757099" y="579480"/>
                  </a:lnTo>
                  <a:lnTo>
                    <a:pt x="757003" y="579704"/>
                  </a:lnTo>
                  <a:lnTo>
                    <a:pt x="756722" y="579803"/>
                  </a:lnTo>
                  <a:lnTo>
                    <a:pt x="756084" y="579600"/>
                  </a:lnTo>
                  <a:lnTo>
                    <a:pt x="755796" y="579362"/>
                  </a:lnTo>
                  <a:lnTo>
                    <a:pt x="755831" y="579611"/>
                  </a:lnTo>
                  <a:lnTo>
                    <a:pt x="755870" y="579771"/>
                  </a:lnTo>
                  <a:lnTo>
                    <a:pt x="755904" y="579908"/>
                  </a:lnTo>
                  <a:lnTo>
                    <a:pt x="756000" y="580193"/>
                  </a:lnTo>
                  <a:lnTo>
                    <a:pt x="755769" y="580438"/>
                  </a:lnTo>
                  <a:lnTo>
                    <a:pt x="755430" y="580783"/>
                  </a:lnTo>
                  <a:lnTo>
                    <a:pt x="754711" y="581000"/>
                  </a:lnTo>
                  <a:lnTo>
                    <a:pt x="754561" y="581037"/>
                  </a:lnTo>
                  <a:lnTo>
                    <a:pt x="753960" y="580675"/>
                  </a:lnTo>
                  <a:lnTo>
                    <a:pt x="753727" y="580722"/>
                  </a:lnTo>
                  <a:lnTo>
                    <a:pt x="753437" y="581043"/>
                  </a:lnTo>
                  <a:lnTo>
                    <a:pt x="753462" y="581214"/>
                  </a:lnTo>
                  <a:lnTo>
                    <a:pt x="753475" y="581431"/>
                  </a:lnTo>
                  <a:lnTo>
                    <a:pt x="753399" y="581635"/>
                  </a:lnTo>
                  <a:lnTo>
                    <a:pt x="753171" y="581499"/>
                  </a:lnTo>
                  <a:lnTo>
                    <a:pt x="753110" y="581327"/>
                  </a:lnTo>
                  <a:lnTo>
                    <a:pt x="752939" y="581250"/>
                  </a:lnTo>
                  <a:lnTo>
                    <a:pt x="752752" y="581175"/>
                  </a:lnTo>
                  <a:lnTo>
                    <a:pt x="752156" y="580359"/>
                  </a:lnTo>
                  <a:lnTo>
                    <a:pt x="752347" y="579983"/>
                  </a:lnTo>
                  <a:lnTo>
                    <a:pt x="752141" y="579762"/>
                  </a:lnTo>
                  <a:lnTo>
                    <a:pt x="751988" y="579621"/>
                  </a:lnTo>
                  <a:lnTo>
                    <a:pt x="751895" y="579300"/>
                  </a:lnTo>
                  <a:lnTo>
                    <a:pt x="751886" y="579088"/>
                  </a:lnTo>
                  <a:lnTo>
                    <a:pt x="751653" y="579146"/>
                  </a:lnTo>
                  <a:lnTo>
                    <a:pt x="751320" y="579223"/>
                  </a:lnTo>
                  <a:lnTo>
                    <a:pt x="751018" y="579051"/>
                  </a:lnTo>
                  <a:lnTo>
                    <a:pt x="750859" y="579033"/>
                  </a:lnTo>
                  <a:lnTo>
                    <a:pt x="750489" y="578991"/>
                  </a:lnTo>
                  <a:lnTo>
                    <a:pt x="750280" y="579048"/>
                  </a:lnTo>
                  <a:lnTo>
                    <a:pt x="750061" y="579058"/>
                  </a:lnTo>
                  <a:lnTo>
                    <a:pt x="749732" y="579045"/>
                  </a:lnTo>
                  <a:lnTo>
                    <a:pt x="749459" y="578756"/>
                  </a:lnTo>
                  <a:lnTo>
                    <a:pt x="748622" y="579490"/>
                  </a:lnTo>
                  <a:lnTo>
                    <a:pt x="748341" y="579916"/>
                  </a:lnTo>
                  <a:lnTo>
                    <a:pt x="747942" y="579536"/>
                  </a:lnTo>
                  <a:lnTo>
                    <a:pt x="747518" y="579862"/>
                  </a:lnTo>
                  <a:lnTo>
                    <a:pt x="746927" y="580013"/>
                  </a:lnTo>
                  <a:lnTo>
                    <a:pt x="746613" y="580151"/>
                  </a:lnTo>
                  <a:lnTo>
                    <a:pt x="746418" y="580221"/>
                  </a:lnTo>
                  <a:lnTo>
                    <a:pt x="746222" y="580279"/>
                  </a:lnTo>
                  <a:lnTo>
                    <a:pt x="746002" y="580257"/>
                  </a:lnTo>
                  <a:lnTo>
                    <a:pt x="745824" y="580237"/>
                  </a:lnTo>
                  <a:lnTo>
                    <a:pt x="745663" y="580489"/>
                  </a:lnTo>
                  <a:lnTo>
                    <a:pt x="745251" y="580461"/>
                  </a:lnTo>
                  <a:lnTo>
                    <a:pt x="744979" y="580875"/>
                  </a:lnTo>
                  <a:lnTo>
                    <a:pt x="744520" y="581116"/>
                  </a:lnTo>
                  <a:lnTo>
                    <a:pt x="744215" y="581230"/>
                  </a:lnTo>
                  <a:lnTo>
                    <a:pt x="743933" y="581349"/>
                  </a:lnTo>
                  <a:lnTo>
                    <a:pt x="743803" y="581404"/>
                  </a:lnTo>
                  <a:lnTo>
                    <a:pt x="743469" y="581545"/>
                  </a:lnTo>
                  <a:lnTo>
                    <a:pt x="743166" y="581609"/>
                  </a:lnTo>
                  <a:lnTo>
                    <a:pt x="743007" y="581642"/>
                  </a:lnTo>
                  <a:lnTo>
                    <a:pt x="742816" y="581683"/>
                  </a:lnTo>
                  <a:lnTo>
                    <a:pt x="742502" y="581743"/>
                  </a:lnTo>
                  <a:lnTo>
                    <a:pt x="742224" y="581774"/>
                  </a:lnTo>
                  <a:lnTo>
                    <a:pt x="741979" y="581799"/>
                  </a:lnTo>
                  <a:lnTo>
                    <a:pt x="741498" y="581867"/>
                  </a:lnTo>
                  <a:lnTo>
                    <a:pt x="741198" y="581993"/>
                  </a:lnTo>
                  <a:lnTo>
                    <a:pt x="741011" y="582038"/>
                  </a:lnTo>
                  <a:lnTo>
                    <a:pt x="740631" y="582087"/>
                  </a:lnTo>
                  <a:lnTo>
                    <a:pt x="740477" y="582054"/>
                  </a:lnTo>
                  <a:lnTo>
                    <a:pt x="740311" y="582052"/>
                  </a:lnTo>
                  <a:lnTo>
                    <a:pt x="740155" y="582066"/>
                  </a:lnTo>
                  <a:lnTo>
                    <a:pt x="739811" y="582184"/>
                  </a:lnTo>
                  <a:lnTo>
                    <a:pt x="739650" y="582112"/>
                  </a:lnTo>
                  <a:lnTo>
                    <a:pt x="739322" y="581960"/>
                  </a:lnTo>
                  <a:lnTo>
                    <a:pt x="739132" y="581815"/>
                  </a:lnTo>
                  <a:lnTo>
                    <a:pt x="739250" y="581614"/>
                  </a:lnTo>
                  <a:lnTo>
                    <a:pt x="739415" y="581320"/>
                  </a:lnTo>
                  <a:lnTo>
                    <a:pt x="739472" y="580872"/>
                  </a:lnTo>
                  <a:lnTo>
                    <a:pt x="739337" y="580810"/>
                  </a:lnTo>
                  <a:lnTo>
                    <a:pt x="739103" y="580784"/>
                  </a:lnTo>
                  <a:lnTo>
                    <a:pt x="738674" y="580803"/>
                  </a:lnTo>
                  <a:lnTo>
                    <a:pt x="738265" y="580795"/>
                  </a:lnTo>
                  <a:lnTo>
                    <a:pt x="738328" y="581369"/>
                  </a:lnTo>
                  <a:lnTo>
                    <a:pt x="737932" y="581560"/>
                  </a:lnTo>
                  <a:lnTo>
                    <a:pt x="737529" y="581562"/>
                  </a:lnTo>
                  <a:lnTo>
                    <a:pt x="737171" y="581426"/>
                  </a:lnTo>
                  <a:lnTo>
                    <a:pt x="737030" y="581207"/>
                  </a:lnTo>
                  <a:lnTo>
                    <a:pt x="736528" y="581159"/>
                  </a:lnTo>
                  <a:lnTo>
                    <a:pt x="735533" y="581190"/>
                  </a:lnTo>
                  <a:lnTo>
                    <a:pt x="735398" y="581275"/>
                  </a:lnTo>
                  <a:lnTo>
                    <a:pt x="734775" y="581007"/>
                  </a:lnTo>
                  <a:lnTo>
                    <a:pt x="734568" y="580906"/>
                  </a:lnTo>
                  <a:lnTo>
                    <a:pt x="734154" y="580603"/>
                  </a:lnTo>
                  <a:lnTo>
                    <a:pt x="733926" y="580338"/>
                  </a:lnTo>
                  <a:lnTo>
                    <a:pt x="733414" y="580569"/>
                  </a:lnTo>
                  <a:lnTo>
                    <a:pt x="732446" y="579828"/>
                  </a:lnTo>
                  <a:lnTo>
                    <a:pt x="732185" y="579843"/>
                  </a:lnTo>
                  <a:lnTo>
                    <a:pt x="731834" y="579922"/>
                  </a:lnTo>
                  <a:lnTo>
                    <a:pt x="731575" y="579783"/>
                  </a:lnTo>
                  <a:lnTo>
                    <a:pt x="731489" y="579317"/>
                  </a:lnTo>
                  <a:lnTo>
                    <a:pt x="731209" y="579262"/>
                  </a:lnTo>
                  <a:lnTo>
                    <a:pt x="730852" y="579205"/>
                  </a:lnTo>
                  <a:lnTo>
                    <a:pt x="730642" y="578936"/>
                  </a:lnTo>
                  <a:lnTo>
                    <a:pt x="730218" y="578931"/>
                  </a:lnTo>
                  <a:lnTo>
                    <a:pt x="730083" y="578918"/>
                  </a:lnTo>
                  <a:lnTo>
                    <a:pt x="729433" y="578648"/>
                  </a:lnTo>
                  <a:lnTo>
                    <a:pt x="729340" y="578496"/>
                  </a:lnTo>
                  <a:lnTo>
                    <a:pt x="728948" y="578507"/>
                  </a:lnTo>
                  <a:lnTo>
                    <a:pt x="728520" y="578724"/>
                  </a:lnTo>
                  <a:lnTo>
                    <a:pt x="728282" y="578833"/>
                  </a:lnTo>
                  <a:lnTo>
                    <a:pt x="727831" y="578880"/>
                  </a:lnTo>
                  <a:lnTo>
                    <a:pt x="727735" y="579489"/>
                  </a:lnTo>
                  <a:lnTo>
                    <a:pt x="728052" y="579308"/>
                  </a:lnTo>
                  <a:lnTo>
                    <a:pt x="728175" y="579054"/>
                  </a:lnTo>
                  <a:lnTo>
                    <a:pt x="728543" y="579037"/>
                  </a:lnTo>
                  <a:lnTo>
                    <a:pt x="729023" y="579616"/>
                  </a:lnTo>
                  <a:lnTo>
                    <a:pt x="728938" y="579909"/>
                  </a:lnTo>
                  <a:lnTo>
                    <a:pt x="729139" y="580493"/>
                  </a:lnTo>
                  <a:lnTo>
                    <a:pt x="728845" y="580799"/>
                  </a:lnTo>
                  <a:lnTo>
                    <a:pt x="728613" y="580837"/>
                  </a:lnTo>
                  <a:lnTo>
                    <a:pt x="728530" y="580600"/>
                  </a:lnTo>
                  <a:lnTo>
                    <a:pt x="728148" y="580657"/>
                  </a:lnTo>
                  <a:lnTo>
                    <a:pt x="727975" y="581023"/>
                  </a:lnTo>
                  <a:lnTo>
                    <a:pt x="728595" y="580994"/>
                  </a:lnTo>
                  <a:lnTo>
                    <a:pt x="728245" y="581307"/>
                  </a:lnTo>
                  <a:lnTo>
                    <a:pt x="728012" y="581286"/>
                  </a:lnTo>
                  <a:lnTo>
                    <a:pt x="727793" y="581175"/>
                  </a:lnTo>
                  <a:lnTo>
                    <a:pt x="727663" y="581422"/>
                  </a:lnTo>
                  <a:lnTo>
                    <a:pt x="727859" y="581634"/>
                  </a:lnTo>
                  <a:lnTo>
                    <a:pt x="728008" y="581795"/>
                  </a:lnTo>
                  <a:lnTo>
                    <a:pt x="728260" y="581877"/>
                  </a:lnTo>
                  <a:lnTo>
                    <a:pt x="728059" y="582120"/>
                  </a:lnTo>
                  <a:lnTo>
                    <a:pt x="727833" y="582171"/>
                  </a:lnTo>
                  <a:lnTo>
                    <a:pt x="727631" y="582101"/>
                  </a:lnTo>
                  <a:lnTo>
                    <a:pt x="727404" y="581773"/>
                  </a:lnTo>
                  <a:lnTo>
                    <a:pt x="727368" y="581542"/>
                  </a:lnTo>
                  <a:lnTo>
                    <a:pt x="726959" y="581557"/>
                  </a:lnTo>
                  <a:lnTo>
                    <a:pt x="726904" y="581694"/>
                  </a:lnTo>
                  <a:lnTo>
                    <a:pt x="726463" y="581621"/>
                  </a:lnTo>
                  <a:lnTo>
                    <a:pt x="726079" y="581558"/>
                  </a:lnTo>
                  <a:lnTo>
                    <a:pt x="725799" y="581424"/>
                  </a:lnTo>
                  <a:lnTo>
                    <a:pt x="725481" y="581374"/>
                  </a:lnTo>
                  <a:lnTo>
                    <a:pt x="725176" y="581657"/>
                  </a:lnTo>
                  <a:lnTo>
                    <a:pt x="724971" y="582024"/>
                  </a:lnTo>
                  <a:lnTo>
                    <a:pt x="725033" y="582245"/>
                  </a:lnTo>
                  <a:lnTo>
                    <a:pt x="725324" y="582555"/>
                  </a:lnTo>
                  <a:lnTo>
                    <a:pt x="725368" y="582946"/>
                  </a:lnTo>
                  <a:lnTo>
                    <a:pt x="725504" y="583161"/>
                  </a:lnTo>
                  <a:lnTo>
                    <a:pt x="725632" y="583469"/>
                  </a:lnTo>
                  <a:lnTo>
                    <a:pt x="725741" y="583634"/>
                  </a:lnTo>
                  <a:lnTo>
                    <a:pt x="725916" y="583565"/>
                  </a:lnTo>
                  <a:lnTo>
                    <a:pt x="726172" y="583456"/>
                  </a:lnTo>
                  <a:lnTo>
                    <a:pt x="726570" y="583638"/>
                  </a:lnTo>
                  <a:lnTo>
                    <a:pt x="726650" y="583768"/>
                  </a:lnTo>
                  <a:lnTo>
                    <a:pt x="726766" y="584675"/>
                  </a:lnTo>
                  <a:lnTo>
                    <a:pt x="726940" y="584748"/>
                  </a:lnTo>
                  <a:lnTo>
                    <a:pt x="727441" y="584992"/>
                  </a:lnTo>
                  <a:lnTo>
                    <a:pt x="727642" y="585219"/>
                  </a:lnTo>
                  <a:lnTo>
                    <a:pt x="727816" y="585895"/>
                  </a:lnTo>
                  <a:lnTo>
                    <a:pt x="727788" y="586671"/>
                  </a:lnTo>
                  <a:lnTo>
                    <a:pt x="727965" y="587030"/>
                  </a:lnTo>
                  <a:lnTo>
                    <a:pt x="728159" y="587107"/>
                  </a:lnTo>
                  <a:lnTo>
                    <a:pt x="728380" y="587497"/>
                  </a:lnTo>
                  <a:lnTo>
                    <a:pt x="728508" y="588248"/>
                  </a:lnTo>
                  <a:lnTo>
                    <a:pt x="728522" y="588405"/>
                  </a:lnTo>
                  <a:lnTo>
                    <a:pt x="728427" y="588744"/>
                  </a:lnTo>
                  <a:lnTo>
                    <a:pt x="728205" y="588819"/>
                  </a:lnTo>
                  <a:lnTo>
                    <a:pt x="728244" y="589162"/>
                  </a:lnTo>
                  <a:lnTo>
                    <a:pt x="728500" y="589276"/>
                  </a:lnTo>
                  <a:lnTo>
                    <a:pt x="728640" y="589369"/>
                  </a:lnTo>
                  <a:lnTo>
                    <a:pt x="728796" y="589496"/>
                  </a:lnTo>
                  <a:lnTo>
                    <a:pt x="729084" y="589730"/>
                  </a:lnTo>
                  <a:lnTo>
                    <a:pt x="729660" y="590050"/>
                  </a:lnTo>
                  <a:lnTo>
                    <a:pt x="730295" y="590567"/>
                  </a:lnTo>
                  <a:lnTo>
                    <a:pt x="730101" y="590851"/>
                  </a:lnTo>
                  <a:lnTo>
                    <a:pt x="729865" y="591046"/>
                  </a:lnTo>
                  <a:lnTo>
                    <a:pt x="729922" y="591207"/>
                  </a:lnTo>
                  <a:lnTo>
                    <a:pt x="730337" y="591593"/>
                  </a:lnTo>
                  <a:lnTo>
                    <a:pt x="730574" y="591788"/>
                  </a:lnTo>
                  <a:lnTo>
                    <a:pt x="730714" y="592010"/>
                  </a:lnTo>
                  <a:lnTo>
                    <a:pt x="730951" y="592208"/>
                  </a:lnTo>
                  <a:lnTo>
                    <a:pt x="731168" y="592339"/>
                  </a:lnTo>
                  <a:lnTo>
                    <a:pt x="731275" y="592536"/>
                  </a:lnTo>
                  <a:lnTo>
                    <a:pt x="731412" y="592734"/>
                  </a:lnTo>
                  <a:lnTo>
                    <a:pt x="731832" y="593318"/>
                  </a:lnTo>
                  <a:lnTo>
                    <a:pt x="732535" y="593845"/>
                  </a:lnTo>
                  <a:lnTo>
                    <a:pt x="732965" y="593866"/>
                  </a:lnTo>
                  <a:lnTo>
                    <a:pt x="733448" y="593890"/>
                  </a:lnTo>
                  <a:lnTo>
                    <a:pt x="733781" y="593829"/>
                  </a:lnTo>
                  <a:lnTo>
                    <a:pt x="734130" y="593947"/>
                  </a:lnTo>
                  <a:lnTo>
                    <a:pt x="733889" y="594303"/>
                  </a:lnTo>
                  <a:lnTo>
                    <a:pt x="733828" y="594444"/>
                  </a:lnTo>
                  <a:lnTo>
                    <a:pt x="734578" y="595136"/>
                  </a:lnTo>
                  <a:lnTo>
                    <a:pt x="734895" y="595425"/>
                  </a:lnTo>
                  <a:lnTo>
                    <a:pt x="734623" y="595906"/>
                  </a:lnTo>
                  <a:lnTo>
                    <a:pt x="734188" y="596200"/>
                  </a:lnTo>
                  <a:lnTo>
                    <a:pt x="733875" y="596276"/>
                  </a:lnTo>
                  <a:lnTo>
                    <a:pt x="733695" y="596320"/>
                  </a:lnTo>
                  <a:lnTo>
                    <a:pt x="733413" y="596261"/>
                  </a:lnTo>
                  <a:lnTo>
                    <a:pt x="733004" y="596436"/>
                  </a:lnTo>
                  <a:lnTo>
                    <a:pt x="732757" y="596530"/>
                  </a:lnTo>
                  <a:lnTo>
                    <a:pt x="732471" y="596551"/>
                  </a:lnTo>
                  <a:lnTo>
                    <a:pt x="732186" y="596619"/>
                  </a:lnTo>
                  <a:lnTo>
                    <a:pt x="731877" y="596969"/>
                  </a:lnTo>
                  <a:lnTo>
                    <a:pt x="731965" y="597111"/>
                  </a:lnTo>
                  <a:lnTo>
                    <a:pt x="731825" y="597270"/>
                  </a:lnTo>
                  <a:lnTo>
                    <a:pt x="731618" y="597294"/>
                  </a:lnTo>
                  <a:lnTo>
                    <a:pt x="731355" y="597430"/>
                  </a:lnTo>
                  <a:lnTo>
                    <a:pt x="731037" y="597424"/>
                  </a:lnTo>
                  <a:lnTo>
                    <a:pt x="730494" y="597163"/>
                  </a:lnTo>
                  <a:lnTo>
                    <a:pt x="729942" y="597216"/>
                  </a:lnTo>
                  <a:lnTo>
                    <a:pt x="729016" y="597650"/>
                  </a:lnTo>
                  <a:lnTo>
                    <a:pt x="728334" y="597782"/>
                  </a:lnTo>
                  <a:lnTo>
                    <a:pt x="728114" y="597806"/>
                  </a:lnTo>
                  <a:lnTo>
                    <a:pt x="727940" y="597779"/>
                  </a:lnTo>
                  <a:lnTo>
                    <a:pt x="727936" y="597456"/>
                  </a:lnTo>
                  <a:lnTo>
                    <a:pt x="727688" y="597208"/>
                  </a:lnTo>
                  <a:lnTo>
                    <a:pt x="727468" y="597679"/>
                  </a:lnTo>
                  <a:lnTo>
                    <a:pt x="727353" y="597863"/>
                  </a:lnTo>
                  <a:lnTo>
                    <a:pt x="727037" y="597789"/>
                  </a:lnTo>
                  <a:lnTo>
                    <a:pt x="726742" y="597788"/>
                  </a:lnTo>
                  <a:lnTo>
                    <a:pt x="726566" y="597799"/>
                  </a:lnTo>
                  <a:lnTo>
                    <a:pt x="726304" y="597815"/>
                  </a:lnTo>
                  <a:lnTo>
                    <a:pt x="725974" y="597835"/>
                  </a:lnTo>
                  <a:lnTo>
                    <a:pt x="725650" y="597973"/>
                  </a:lnTo>
                  <a:lnTo>
                    <a:pt x="725337" y="598107"/>
                  </a:lnTo>
                  <a:lnTo>
                    <a:pt x="725107" y="598208"/>
                  </a:lnTo>
                  <a:lnTo>
                    <a:pt x="725162" y="598596"/>
                  </a:lnTo>
                  <a:lnTo>
                    <a:pt x="725003" y="598750"/>
                  </a:lnTo>
                  <a:lnTo>
                    <a:pt x="724623" y="598707"/>
                  </a:lnTo>
                  <a:lnTo>
                    <a:pt x="724203" y="598786"/>
                  </a:lnTo>
                  <a:lnTo>
                    <a:pt x="724272" y="599234"/>
                  </a:lnTo>
                  <a:lnTo>
                    <a:pt x="724287" y="599567"/>
                  </a:lnTo>
                  <a:lnTo>
                    <a:pt x="723874" y="599454"/>
                  </a:lnTo>
                  <a:lnTo>
                    <a:pt x="723718" y="599283"/>
                  </a:lnTo>
                  <a:lnTo>
                    <a:pt x="723801" y="599043"/>
                  </a:lnTo>
                  <a:lnTo>
                    <a:pt x="723873" y="598737"/>
                  </a:lnTo>
                  <a:lnTo>
                    <a:pt x="723968" y="598091"/>
                  </a:lnTo>
                  <a:lnTo>
                    <a:pt x="724032" y="597810"/>
                  </a:lnTo>
                  <a:lnTo>
                    <a:pt x="723815" y="597222"/>
                  </a:lnTo>
                  <a:lnTo>
                    <a:pt x="723644" y="597109"/>
                  </a:lnTo>
                  <a:lnTo>
                    <a:pt x="722943" y="596923"/>
                  </a:lnTo>
                  <a:lnTo>
                    <a:pt x="722754" y="597004"/>
                  </a:lnTo>
                  <a:lnTo>
                    <a:pt x="722480" y="597405"/>
                  </a:lnTo>
                  <a:lnTo>
                    <a:pt x="722475" y="597552"/>
                  </a:lnTo>
                  <a:lnTo>
                    <a:pt x="722270" y="597773"/>
                  </a:lnTo>
                  <a:lnTo>
                    <a:pt x="722126" y="597709"/>
                  </a:lnTo>
                  <a:lnTo>
                    <a:pt x="721965" y="597361"/>
                  </a:lnTo>
                  <a:lnTo>
                    <a:pt x="721849" y="597214"/>
                  </a:lnTo>
                  <a:lnTo>
                    <a:pt x="721164" y="596906"/>
                  </a:lnTo>
                  <a:lnTo>
                    <a:pt x="720670" y="597209"/>
                  </a:lnTo>
                  <a:lnTo>
                    <a:pt x="720272" y="597705"/>
                  </a:lnTo>
                  <a:lnTo>
                    <a:pt x="720053" y="598297"/>
                  </a:lnTo>
                  <a:lnTo>
                    <a:pt x="719738" y="598664"/>
                  </a:lnTo>
                  <a:lnTo>
                    <a:pt x="719346" y="598902"/>
                  </a:lnTo>
                  <a:lnTo>
                    <a:pt x="719088" y="598921"/>
                  </a:lnTo>
                  <a:lnTo>
                    <a:pt x="718967" y="599106"/>
                  </a:lnTo>
                  <a:lnTo>
                    <a:pt x="719060" y="599850"/>
                  </a:lnTo>
                  <a:lnTo>
                    <a:pt x="718920" y="599867"/>
                  </a:lnTo>
                  <a:lnTo>
                    <a:pt x="718571" y="599865"/>
                  </a:lnTo>
                  <a:lnTo>
                    <a:pt x="718430" y="599865"/>
                  </a:lnTo>
                  <a:lnTo>
                    <a:pt x="718175" y="599865"/>
                  </a:lnTo>
                  <a:lnTo>
                    <a:pt x="717286" y="599831"/>
                  </a:lnTo>
                  <a:lnTo>
                    <a:pt x="716917" y="599496"/>
                  </a:lnTo>
                  <a:lnTo>
                    <a:pt x="716638" y="599328"/>
                  </a:lnTo>
                  <a:lnTo>
                    <a:pt x="716545" y="599639"/>
                  </a:lnTo>
                  <a:lnTo>
                    <a:pt x="716271" y="599827"/>
                  </a:lnTo>
                  <a:lnTo>
                    <a:pt x="715809" y="599718"/>
                  </a:lnTo>
                  <a:lnTo>
                    <a:pt x="715462" y="599752"/>
                  </a:lnTo>
                  <a:lnTo>
                    <a:pt x="715075" y="599628"/>
                  </a:lnTo>
                  <a:lnTo>
                    <a:pt x="714551" y="599459"/>
                  </a:lnTo>
                  <a:lnTo>
                    <a:pt x="714311" y="599251"/>
                  </a:lnTo>
                  <a:lnTo>
                    <a:pt x="714145" y="599107"/>
                  </a:lnTo>
                  <a:lnTo>
                    <a:pt x="713979" y="598926"/>
                  </a:lnTo>
                  <a:lnTo>
                    <a:pt x="713658" y="598688"/>
                  </a:lnTo>
                  <a:lnTo>
                    <a:pt x="713311" y="598738"/>
                  </a:lnTo>
                  <a:lnTo>
                    <a:pt x="712542" y="598662"/>
                  </a:lnTo>
                  <a:lnTo>
                    <a:pt x="711870" y="598975"/>
                  </a:lnTo>
                  <a:lnTo>
                    <a:pt x="711362" y="599889"/>
                  </a:lnTo>
                  <a:lnTo>
                    <a:pt x="711255" y="599757"/>
                  </a:lnTo>
                  <a:lnTo>
                    <a:pt x="711176" y="599401"/>
                  </a:lnTo>
                  <a:lnTo>
                    <a:pt x="711096" y="599223"/>
                  </a:lnTo>
                  <a:lnTo>
                    <a:pt x="710660" y="598958"/>
                  </a:lnTo>
                  <a:lnTo>
                    <a:pt x="710535" y="598740"/>
                  </a:lnTo>
                  <a:lnTo>
                    <a:pt x="710444" y="598525"/>
                  </a:lnTo>
                  <a:lnTo>
                    <a:pt x="710197" y="598377"/>
                  </a:lnTo>
                  <a:lnTo>
                    <a:pt x="709577" y="598483"/>
                  </a:lnTo>
                  <a:lnTo>
                    <a:pt x="709173" y="598573"/>
                  </a:lnTo>
                  <a:lnTo>
                    <a:pt x="708921" y="598593"/>
                  </a:lnTo>
                  <a:lnTo>
                    <a:pt x="708604" y="598612"/>
                  </a:lnTo>
                  <a:lnTo>
                    <a:pt x="707711" y="598482"/>
                  </a:lnTo>
                  <a:lnTo>
                    <a:pt x="707708" y="598634"/>
                  </a:lnTo>
                  <a:lnTo>
                    <a:pt x="707706" y="598788"/>
                  </a:lnTo>
                  <a:lnTo>
                    <a:pt x="707681" y="598940"/>
                  </a:lnTo>
                  <a:lnTo>
                    <a:pt x="707357" y="599471"/>
                  </a:lnTo>
                  <a:lnTo>
                    <a:pt x="707329" y="600097"/>
                  </a:lnTo>
                  <a:lnTo>
                    <a:pt x="706791" y="600034"/>
                  </a:lnTo>
                  <a:lnTo>
                    <a:pt x="706597" y="600095"/>
                  </a:lnTo>
                  <a:lnTo>
                    <a:pt x="706421" y="600321"/>
                  </a:lnTo>
                  <a:lnTo>
                    <a:pt x="706236" y="600817"/>
                  </a:lnTo>
                  <a:lnTo>
                    <a:pt x="705723" y="601533"/>
                  </a:lnTo>
                  <a:lnTo>
                    <a:pt x="705366" y="601129"/>
                  </a:lnTo>
                  <a:lnTo>
                    <a:pt x="705010" y="601076"/>
                  </a:lnTo>
                  <a:lnTo>
                    <a:pt x="704847" y="601251"/>
                  </a:lnTo>
                  <a:lnTo>
                    <a:pt x="704750" y="601511"/>
                  </a:lnTo>
                  <a:lnTo>
                    <a:pt x="704545" y="601718"/>
                  </a:lnTo>
                  <a:lnTo>
                    <a:pt x="704256" y="601710"/>
                  </a:lnTo>
                  <a:lnTo>
                    <a:pt x="703808" y="601301"/>
                  </a:lnTo>
                  <a:lnTo>
                    <a:pt x="703547" y="601340"/>
                  </a:lnTo>
                  <a:lnTo>
                    <a:pt x="703096" y="601508"/>
                  </a:lnTo>
                  <a:lnTo>
                    <a:pt x="702948" y="601277"/>
                  </a:lnTo>
                  <a:lnTo>
                    <a:pt x="702687" y="600762"/>
                  </a:lnTo>
                  <a:lnTo>
                    <a:pt x="702952" y="600249"/>
                  </a:lnTo>
                  <a:lnTo>
                    <a:pt x="702875" y="600016"/>
                  </a:lnTo>
                  <a:lnTo>
                    <a:pt x="702806" y="599840"/>
                  </a:lnTo>
                  <a:lnTo>
                    <a:pt x="702578" y="599259"/>
                  </a:lnTo>
                  <a:lnTo>
                    <a:pt x="702493" y="599043"/>
                  </a:lnTo>
                  <a:lnTo>
                    <a:pt x="702190" y="598554"/>
                  </a:lnTo>
                  <a:lnTo>
                    <a:pt x="701590" y="598546"/>
                  </a:lnTo>
                  <a:lnTo>
                    <a:pt x="701388" y="598615"/>
                  </a:lnTo>
                  <a:lnTo>
                    <a:pt x="701014" y="598179"/>
                  </a:lnTo>
                  <a:lnTo>
                    <a:pt x="700707" y="597982"/>
                  </a:lnTo>
                  <a:lnTo>
                    <a:pt x="700434" y="598137"/>
                  </a:lnTo>
                  <a:lnTo>
                    <a:pt x="699509" y="597624"/>
                  </a:lnTo>
                  <a:lnTo>
                    <a:pt x="699256" y="597609"/>
                  </a:lnTo>
                  <a:lnTo>
                    <a:pt x="699033" y="597493"/>
                  </a:lnTo>
                  <a:lnTo>
                    <a:pt x="698785" y="597202"/>
                  </a:lnTo>
                  <a:lnTo>
                    <a:pt x="698699" y="597011"/>
                  </a:lnTo>
                  <a:lnTo>
                    <a:pt x="698655" y="596855"/>
                  </a:lnTo>
                  <a:lnTo>
                    <a:pt x="698317" y="596697"/>
                  </a:lnTo>
                  <a:lnTo>
                    <a:pt x="698168" y="596426"/>
                  </a:lnTo>
                  <a:lnTo>
                    <a:pt x="698222" y="596179"/>
                  </a:lnTo>
                  <a:lnTo>
                    <a:pt x="698475" y="595839"/>
                  </a:lnTo>
                  <a:lnTo>
                    <a:pt x="698567" y="595428"/>
                  </a:lnTo>
                  <a:lnTo>
                    <a:pt x="698457" y="594774"/>
                  </a:lnTo>
                  <a:lnTo>
                    <a:pt x="697956" y="594236"/>
                  </a:lnTo>
                  <a:lnTo>
                    <a:pt x="697777" y="594200"/>
                  </a:lnTo>
                  <a:lnTo>
                    <a:pt x="697521" y="594154"/>
                  </a:lnTo>
                  <a:lnTo>
                    <a:pt x="697045" y="594153"/>
                  </a:lnTo>
                  <a:lnTo>
                    <a:pt x="696814" y="594057"/>
                  </a:lnTo>
                  <a:lnTo>
                    <a:pt x="696707" y="593807"/>
                  </a:lnTo>
                  <a:lnTo>
                    <a:pt x="696527" y="593748"/>
                  </a:lnTo>
                  <a:lnTo>
                    <a:pt x="696244" y="593739"/>
                  </a:lnTo>
                  <a:lnTo>
                    <a:pt x="696298" y="593418"/>
                  </a:lnTo>
                  <a:lnTo>
                    <a:pt x="696380" y="593089"/>
                  </a:lnTo>
                  <a:lnTo>
                    <a:pt x="695858" y="592942"/>
                  </a:lnTo>
                  <a:lnTo>
                    <a:pt x="695073" y="593491"/>
                  </a:lnTo>
                  <a:lnTo>
                    <a:pt x="694694" y="593674"/>
                  </a:lnTo>
                  <a:lnTo>
                    <a:pt x="694441" y="593505"/>
                  </a:lnTo>
                  <a:lnTo>
                    <a:pt x="694554" y="593100"/>
                  </a:lnTo>
                  <a:lnTo>
                    <a:pt x="694241" y="592454"/>
                  </a:lnTo>
                  <a:lnTo>
                    <a:pt x="693761" y="591952"/>
                  </a:lnTo>
                  <a:lnTo>
                    <a:pt x="693632" y="592007"/>
                  </a:lnTo>
                  <a:lnTo>
                    <a:pt x="693374" y="591932"/>
                  </a:lnTo>
                  <a:lnTo>
                    <a:pt x="693572" y="591513"/>
                  </a:lnTo>
                  <a:lnTo>
                    <a:pt x="693361" y="591397"/>
                  </a:lnTo>
                  <a:lnTo>
                    <a:pt x="692996" y="591468"/>
                  </a:lnTo>
                  <a:lnTo>
                    <a:pt x="692557" y="591655"/>
                  </a:lnTo>
                  <a:lnTo>
                    <a:pt x="692305" y="591634"/>
                  </a:lnTo>
                  <a:lnTo>
                    <a:pt x="692113" y="591506"/>
                  </a:lnTo>
                  <a:lnTo>
                    <a:pt x="691896" y="591362"/>
                  </a:lnTo>
                  <a:lnTo>
                    <a:pt x="691736" y="591223"/>
                  </a:lnTo>
                  <a:lnTo>
                    <a:pt x="691382" y="590856"/>
                  </a:lnTo>
                  <a:lnTo>
                    <a:pt x="691159" y="590719"/>
                  </a:lnTo>
                  <a:lnTo>
                    <a:pt x="690819" y="590698"/>
                  </a:lnTo>
                  <a:lnTo>
                    <a:pt x="690407" y="591066"/>
                  </a:lnTo>
                  <a:lnTo>
                    <a:pt x="689804" y="590421"/>
                  </a:lnTo>
                  <a:lnTo>
                    <a:pt x="689672" y="590317"/>
                  </a:lnTo>
                  <a:lnTo>
                    <a:pt x="689293" y="590045"/>
                  </a:lnTo>
                  <a:lnTo>
                    <a:pt x="688662" y="590074"/>
                  </a:lnTo>
                  <a:lnTo>
                    <a:pt x="687910" y="590155"/>
                  </a:lnTo>
                  <a:lnTo>
                    <a:pt x="687584" y="590163"/>
                  </a:lnTo>
                  <a:lnTo>
                    <a:pt x="687318" y="590195"/>
                  </a:lnTo>
                  <a:lnTo>
                    <a:pt x="687062" y="590343"/>
                  </a:lnTo>
                  <a:lnTo>
                    <a:pt x="686909" y="590481"/>
                  </a:lnTo>
                  <a:lnTo>
                    <a:pt x="686613" y="590876"/>
                  </a:lnTo>
                  <a:lnTo>
                    <a:pt x="686310" y="590872"/>
                  </a:lnTo>
                  <a:lnTo>
                    <a:pt x="686183" y="590870"/>
                  </a:lnTo>
                  <a:lnTo>
                    <a:pt x="685763" y="590864"/>
                  </a:lnTo>
                  <a:lnTo>
                    <a:pt x="685536" y="590818"/>
                  </a:lnTo>
                  <a:lnTo>
                    <a:pt x="685248" y="590595"/>
                  </a:lnTo>
                  <a:lnTo>
                    <a:pt x="684409" y="590327"/>
                  </a:lnTo>
                  <a:lnTo>
                    <a:pt x="683708" y="590253"/>
                  </a:lnTo>
                  <a:lnTo>
                    <a:pt x="683414" y="590274"/>
                  </a:lnTo>
                  <a:lnTo>
                    <a:pt x="682814" y="590122"/>
                  </a:lnTo>
                  <a:lnTo>
                    <a:pt x="682135" y="589948"/>
                  </a:lnTo>
                  <a:lnTo>
                    <a:pt x="681807" y="589835"/>
                  </a:lnTo>
                  <a:lnTo>
                    <a:pt x="681434" y="589630"/>
                  </a:lnTo>
                  <a:lnTo>
                    <a:pt x="680766" y="589721"/>
                  </a:lnTo>
                  <a:lnTo>
                    <a:pt x="680060" y="590793"/>
                  </a:lnTo>
                  <a:lnTo>
                    <a:pt x="679777" y="590886"/>
                  </a:lnTo>
                  <a:lnTo>
                    <a:pt x="679648" y="590917"/>
                  </a:lnTo>
                  <a:lnTo>
                    <a:pt x="679506" y="590935"/>
                  </a:lnTo>
                  <a:lnTo>
                    <a:pt x="679011" y="590981"/>
                  </a:lnTo>
                  <a:lnTo>
                    <a:pt x="678813" y="590979"/>
                  </a:lnTo>
                  <a:lnTo>
                    <a:pt x="678684" y="590998"/>
                  </a:lnTo>
                  <a:lnTo>
                    <a:pt x="678092" y="591497"/>
                  </a:lnTo>
                  <a:lnTo>
                    <a:pt x="677517" y="591054"/>
                  </a:lnTo>
                  <a:lnTo>
                    <a:pt x="677222" y="591140"/>
                  </a:lnTo>
                  <a:lnTo>
                    <a:pt x="676889" y="591356"/>
                  </a:lnTo>
                  <a:lnTo>
                    <a:pt x="676231" y="591357"/>
                  </a:lnTo>
                  <a:lnTo>
                    <a:pt x="675589" y="590960"/>
                  </a:lnTo>
                  <a:lnTo>
                    <a:pt x="675217" y="590656"/>
                  </a:lnTo>
                  <a:lnTo>
                    <a:pt x="674656" y="590428"/>
                  </a:lnTo>
                  <a:lnTo>
                    <a:pt x="674344" y="590377"/>
                  </a:lnTo>
                  <a:lnTo>
                    <a:pt x="673980" y="590317"/>
                  </a:lnTo>
                  <a:lnTo>
                    <a:pt x="673881" y="590874"/>
                  </a:lnTo>
                  <a:lnTo>
                    <a:pt x="673137" y="590285"/>
                  </a:lnTo>
                  <a:lnTo>
                    <a:pt x="673007" y="590324"/>
                  </a:lnTo>
                  <a:lnTo>
                    <a:pt x="672423" y="590567"/>
                  </a:lnTo>
                  <a:lnTo>
                    <a:pt x="672345" y="590810"/>
                  </a:lnTo>
                  <a:lnTo>
                    <a:pt x="672475" y="591015"/>
                  </a:lnTo>
                  <a:lnTo>
                    <a:pt x="672324" y="591712"/>
                  </a:lnTo>
                  <a:lnTo>
                    <a:pt x="672194" y="591894"/>
                  </a:lnTo>
                  <a:lnTo>
                    <a:pt x="671979" y="592351"/>
                  </a:lnTo>
                  <a:lnTo>
                    <a:pt x="671787" y="592764"/>
                  </a:lnTo>
                  <a:lnTo>
                    <a:pt x="671657" y="593044"/>
                  </a:lnTo>
                  <a:lnTo>
                    <a:pt x="671611" y="593223"/>
                  </a:lnTo>
                  <a:lnTo>
                    <a:pt x="671551" y="593597"/>
                  </a:lnTo>
                  <a:lnTo>
                    <a:pt x="671316" y="593706"/>
                  </a:lnTo>
                  <a:lnTo>
                    <a:pt x="671021" y="593556"/>
                  </a:lnTo>
                  <a:lnTo>
                    <a:pt x="670624" y="593415"/>
                  </a:lnTo>
                  <a:lnTo>
                    <a:pt x="670360" y="593489"/>
                  </a:lnTo>
                  <a:lnTo>
                    <a:pt x="669804" y="594064"/>
                  </a:lnTo>
                  <a:lnTo>
                    <a:pt x="670138" y="594284"/>
                  </a:lnTo>
                  <a:lnTo>
                    <a:pt x="670078" y="594852"/>
                  </a:lnTo>
                  <a:lnTo>
                    <a:pt x="670081" y="595090"/>
                  </a:lnTo>
                  <a:lnTo>
                    <a:pt x="670248" y="595362"/>
                  </a:lnTo>
                  <a:lnTo>
                    <a:pt x="670396" y="595529"/>
                  </a:lnTo>
                  <a:lnTo>
                    <a:pt x="670326" y="595679"/>
                  </a:lnTo>
                  <a:lnTo>
                    <a:pt x="670166" y="595819"/>
                  </a:lnTo>
                  <a:lnTo>
                    <a:pt x="669963" y="595866"/>
                  </a:lnTo>
                  <a:lnTo>
                    <a:pt x="669777" y="595900"/>
                  </a:lnTo>
                  <a:lnTo>
                    <a:pt x="669612" y="596074"/>
                  </a:lnTo>
                  <a:lnTo>
                    <a:pt x="669542" y="596250"/>
                  </a:lnTo>
                  <a:lnTo>
                    <a:pt x="669852" y="596745"/>
                  </a:lnTo>
                  <a:lnTo>
                    <a:pt x="669983" y="597596"/>
                  </a:lnTo>
                  <a:lnTo>
                    <a:pt x="669922" y="597813"/>
                  </a:lnTo>
                  <a:lnTo>
                    <a:pt x="669899" y="597965"/>
                  </a:lnTo>
                  <a:lnTo>
                    <a:pt x="670489" y="598800"/>
                  </a:lnTo>
                  <a:lnTo>
                    <a:pt x="670545" y="599045"/>
                  </a:lnTo>
                  <a:lnTo>
                    <a:pt x="670622" y="599191"/>
                  </a:lnTo>
                  <a:lnTo>
                    <a:pt x="671254" y="599525"/>
                  </a:lnTo>
                  <a:lnTo>
                    <a:pt x="671156" y="599909"/>
                  </a:lnTo>
                  <a:lnTo>
                    <a:pt x="670977" y="600478"/>
                  </a:lnTo>
                  <a:lnTo>
                    <a:pt x="670843" y="600843"/>
                  </a:lnTo>
                  <a:lnTo>
                    <a:pt x="670946" y="601054"/>
                  </a:lnTo>
                  <a:lnTo>
                    <a:pt x="671087" y="601244"/>
                  </a:lnTo>
                  <a:lnTo>
                    <a:pt x="671480" y="601577"/>
                  </a:lnTo>
                  <a:lnTo>
                    <a:pt x="671659" y="601728"/>
                  </a:lnTo>
                  <a:lnTo>
                    <a:pt x="672168" y="601737"/>
                  </a:lnTo>
                  <a:lnTo>
                    <a:pt x="672473" y="602015"/>
                  </a:lnTo>
                  <a:lnTo>
                    <a:pt x="672674" y="602342"/>
                  </a:lnTo>
                  <a:lnTo>
                    <a:pt x="673015" y="602667"/>
                  </a:lnTo>
                  <a:lnTo>
                    <a:pt x="673114" y="602867"/>
                  </a:lnTo>
                  <a:lnTo>
                    <a:pt x="673166" y="603369"/>
                  </a:lnTo>
                  <a:lnTo>
                    <a:pt x="673031" y="603589"/>
                  </a:lnTo>
                  <a:lnTo>
                    <a:pt x="673234" y="604159"/>
                  </a:lnTo>
                  <a:lnTo>
                    <a:pt x="672944" y="604261"/>
                  </a:lnTo>
                  <a:lnTo>
                    <a:pt x="672760" y="604370"/>
                  </a:lnTo>
                  <a:lnTo>
                    <a:pt x="672831" y="604623"/>
                  </a:lnTo>
                  <a:lnTo>
                    <a:pt x="672965" y="605029"/>
                  </a:lnTo>
                  <a:lnTo>
                    <a:pt x="673429" y="605439"/>
                  </a:lnTo>
                  <a:lnTo>
                    <a:pt x="673454" y="605819"/>
                  </a:lnTo>
                  <a:lnTo>
                    <a:pt x="673801" y="606243"/>
                  </a:lnTo>
                  <a:lnTo>
                    <a:pt x="674082" y="606572"/>
                  </a:lnTo>
                  <a:lnTo>
                    <a:pt x="674085" y="606864"/>
                  </a:lnTo>
                  <a:lnTo>
                    <a:pt x="674036" y="607127"/>
                  </a:lnTo>
                  <a:lnTo>
                    <a:pt x="673764" y="607619"/>
                  </a:lnTo>
                  <a:lnTo>
                    <a:pt x="673525" y="607757"/>
                  </a:lnTo>
                  <a:lnTo>
                    <a:pt x="673293" y="607823"/>
                  </a:lnTo>
                  <a:lnTo>
                    <a:pt x="672580" y="608198"/>
                  </a:lnTo>
                  <a:lnTo>
                    <a:pt x="672703" y="608563"/>
                  </a:lnTo>
                  <a:lnTo>
                    <a:pt x="672389" y="608698"/>
                  </a:lnTo>
                  <a:lnTo>
                    <a:pt x="671869" y="608677"/>
                  </a:lnTo>
                  <a:lnTo>
                    <a:pt x="671635" y="608739"/>
                  </a:lnTo>
                  <a:lnTo>
                    <a:pt x="671428" y="608794"/>
                  </a:lnTo>
                  <a:lnTo>
                    <a:pt x="670763" y="608998"/>
                  </a:lnTo>
                  <a:lnTo>
                    <a:pt x="670175" y="609066"/>
                  </a:lnTo>
                  <a:lnTo>
                    <a:pt x="670236" y="609303"/>
                  </a:lnTo>
                  <a:lnTo>
                    <a:pt x="670283" y="609523"/>
                  </a:lnTo>
                  <a:lnTo>
                    <a:pt x="669920" y="609900"/>
                  </a:lnTo>
                  <a:lnTo>
                    <a:pt x="669804" y="610164"/>
                  </a:lnTo>
                  <a:lnTo>
                    <a:pt x="669478" y="610537"/>
                  </a:lnTo>
                  <a:lnTo>
                    <a:pt x="669334" y="610621"/>
                  </a:lnTo>
                  <a:lnTo>
                    <a:pt x="669117" y="610746"/>
                  </a:lnTo>
                  <a:lnTo>
                    <a:pt x="668819" y="610586"/>
                  </a:lnTo>
                  <a:lnTo>
                    <a:pt x="668313" y="610678"/>
                  </a:lnTo>
                  <a:lnTo>
                    <a:pt x="668184" y="610887"/>
                  </a:lnTo>
                  <a:lnTo>
                    <a:pt x="667916" y="611597"/>
                  </a:lnTo>
                  <a:lnTo>
                    <a:pt x="667957" y="611845"/>
                  </a:lnTo>
                  <a:lnTo>
                    <a:pt x="668225" y="612197"/>
                  </a:lnTo>
                  <a:lnTo>
                    <a:pt x="668062" y="612507"/>
                  </a:lnTo>
                  <a:lnTo>
                    <a:pt x="668025" y="612864"/>
                  </a:lnTo>
                  <a:lnTo>
                    <a:pt x="668106" y="613205"/>
                  </a:lnTo>
                  <a:lnTo>
                    <a:pt x="668722" y="613578"/>
                  </a:lnTo>
                  <a:lnTo>
                    <a:pt x="668943" y="613774"/>
                  </a:lnTo>
                  <a:lnTo>
                    <a:pt x="669040" y="613926"/>
                  </a:lnTo>
                  <a:lnTo>
                    <a:pt x="668778" y="614461"/>
                  </a:lnTo>
                  <a:lnTo>
                    <a:pt x="668571" y="614639"/>
                  </a:lnTo>
                  <a:lnTo>
                    <a:pt x="668009" y="614752"/>
                  </a:lnTo>
                  <a:lnTo>
                    <a:pt x="667812" y="614742"/>
                  </a:lnTo>
                  <a:lnTo>
                    <a:pt x="667681" y="614542"/>
                  </a:lnTo>
                  <a:lnTo>
                    <a:pt x="666545" y="613968"/>
                  </a:lnTo>
                  <a:lnTo>
                    <a:pt x="666520" y="614403"/>
                  </a:lnTo>
                  <a:lnTo>
                    <a:pt x="666348" y="614574"/>
                  </a:lnTo>
                  <a:lnTo>
                    <a:pt x="666111" y="614736"/>
                  </a:lnTo>
                  <a:lnTo>
                    <a:pt x="665828" y="614641"/>
                  </a:lnTo>
                  <a:lnTo>
                    <a:pt x="665638" y="614730"/>
                  </a:lnTo>
                  <a:lnTo>
                    <a:pt x="665220" y="615274"/>
                  </a:lnTo>
                  <a:lnTo>
                    <a:pt x="664883" y="615411"/>
                  </a:lnTo>
                  <a:lnTo>
                    <a:pt x="664823" y="615254"/>
                  </a:lnTo>
                  <a:lnTo>
                    <a:pt x="664502" y="615557"/>
                  </a:lnTo>
                  <a:lnTo>
                    <a:pt x="664164" y="616052"/>
                  </a:lnTo>
                  <a:lnTo>
                    <a:pt x="663928" y="615825"/>
                  </a:lnTo>
                  <a:lnTo>
                    <a:pt x="663657" y="615843"/>
                  </a:lnTo>
                  <a:lnTo>
                    <a:pt x="663393" y="616091"/>
                  </a:lnTo>
                  <a:lnTo>
                    <a:pt x="663110" y="616449"/>
                  </a:lnTo>
                  <a:lnTo>
                    <a:pt x="662956" y="616614"/>
                  </a:lnTo>
                  <a:lnTo>
                    <a:pt x="662609" y="616946"/>
                  </a:lnTo>
                  <a:lnTo>
                    <a:pt x="662359" y="617069"/>
                  </a:lnTo>
                  <a:lnTo>
                    <a:pt x="662172" y="617161"/>
                  </a:lnTo>
                  <a:lnTo>
                    <a:pt x="661461" y="617393"/>
                  </a:lnTo>
                  <a:lnTo>
                    <a:pt x="661519" y="617822"/>
                  </a:lnTo>
                  <a:lnTo>
                    <a:pt x="661841" y="617854"/>
                  </a:lnTo>
                  <a:lnTo>
                    <a:pt x="662423" y="618079"/>
                  </a:lnTo>
                  <a:lnTo>
                    <a:pt x="662845" y="618452"/>
                  </a:lnTo>
                  <a:lnTo>
                    <a:pt x="662897" y="618629"/>
                  </a:lnTo>
                  <a:lnTo>
                    <a:pt x="662972" y="618885"/>
                  </a:lnTo>
                  <a:lnTo>
                    <a:pt x="662804" y="619193"/>
                  </a:lnTo>
                  <a:lnTo>
                    <a:pt x="662966" y="620062"/>
                  </a:lnTo>
                  <a:lnTo>
                    <a:pt x="662766" y="620412"/>
                  </a:lnTo>
                  <a:lnTo>
                    <a:pt x="662462" y="621098"/>
                  </a:lnTo>
                  <a:lnTo>
                    <a:pt x="662741" y="621146"/>
                  </a:lnTo>
                  <a:lnTo>
                    <a:pt x="662911" y="621130"/>
                  </a:lnTo>
                  <a:lnTo>
                    <a:pt x="663041" y="621064"/>
                  </a:lnTo>
                  <a:lnTo>
                    <a:pt x="663281" y="621065"/>
                  </a:lnTo>
                  <a:lnTo>
                    <a:pt x="663614" y="621202"/>
                  </a:lnTo>
                  <a:lnTo>
                    <a:pt x="664092" y="621390"/>
                  </a:lnTo>
                  <a:lnTo>
                    <a:pt x="664232" y="621338"/>
                  </a:lnTo>
                  <a:lnTo>
                    <a:pt x="664398" y="621218"/>
                  </a:lnTo>
                  <a:lnTo>
                    <a:pt x="664719" y="620922"/>
                  </a:lnTo>
                  <a:lnTo>
                    <a:pt x="664949" y="621074"/>
                  </a:lnTo>
                  <a:lnTo>
                    <a:pt x="664921" y="621267"/>
                  </a:lnTo>
                  <a:lnTo>
                    <a:pt x="665068" y="621491"/>
                  </a:lnTo>
                  <a:lnTo>
                    <a:pt x="665256" y="621521"/>
                  </a:lnTo>
                  <a:lnTo>
                    <a:pt x="665701" y="621368"/>
                  </a:lnTo>
                  <a:lnTo>
                    <a:pt x="665736" y="621055"/>
                  </a:lnTo>
                  <a:lnTo>
                    <a:pt x="665952" y="620807"/>
                  </a:lnTo>
                  <a:lnTo>
                    <a:pt x="667120" y="620590"/>
                  </a:lnTo>
                  <a:lnTo>
                    <a:pt x="667470" y="620743"/>
                  </a:lnTo>
                  <a:lnTo>
                    <a:pt x="667858" y="620766"/>
                  </a:lnTo>
                  <a:lnTo>
                    <a:pt x="668010" y="620700"/>
                  </a:lnTo>
                  <a:lnTo>
                    <a:pt x="668316" y="620354"/>
                  </a:lnTo>
                  <a:lnTo>
                    <a:pt x="668912" y="620479"/>
                  </a:lnTo>
                  <a:lnTo>
                    <a:pt x="668952" y="620800"/>
                  </a:lnTo>
                  <a:lnTo>
                    <a:pt x="669093" y="620835"/>
                  </a:lnTo>
                  <a:lnTo>
                    <a:pt x="669303" y="620888"/>
                  </a:lnTo>
                  <a:lnTo>
                    <a:pt x="669799" y="620978"/>
                  </a:lnTo>
                  <a:lnTo>
                    <a:pt x="669929" y="621200"/>
                  </a:lnTo>
                  <a:lnTo>
                    <a:pt x="670090" y="621262"/>
                  </a:lnTo>
                  <a:lnTo>
                    <a:pt x="670314" y="621349"/>
                  </a:lnTo>
                  <a:lnTo>
                    <a:pt x="670604" y="621435"/>
                  </a:lnTo>
                  <a:lnTo>
                    <a:pt x="670911" y="621615"/>
                  </a:lnTo>
                  <a:lnTo>
                    <a:pt x="671129" y="622188"/>
                  </a:lnTo>
                  <a:lnTo>
                    <a:pt x="671442" y="622286"/>
                  </a:lnTo>
                  <a:lnTo>
                    <a:pt x="671869" y="622390"/>
                  </a:lnTo>
                  <a:lnTo>
                    <a:pt x="672157" y="622432"/>
                  </a:lnTo>
                  <a:lnTo>
                    <a:pt x="672334" y="622625"/>
                  </a:lnTo>
                  <a:lnTo>
                    <a:pt x="672338" y="622787"/>
                  </a:lnTo>
                  <a:lnTo>
                    <a:pt x="672586" y="622806"/>
                  </a:lnTo>
                  <a:lnTo>
                    <a:pt x="673141" y="622640"/>
                  </a:lnTo>
                  <a:lnTo>
                    <a:pt x="673782" y="623101"/>
                  </a:lnTo>
                  <a:lnTo>
                    <a:pt x="673591" y="623392"/>
                  </a:lnTo>
                  <a:lnTo>
                    <a:pt x="673761" y="623490"/>
                  </a:lnTo>
                  <a:lnTo>
                    <a:pt x="674169" y="623456"/>
                  </a:lnTo>
                  <a:lnTo>
                    <a:pt x="674535" y="623947"/>
                  </a:lnTo>
                  <a:lnTo>
                    <a:pt x="674720" y="623931"/>
                  </a:lnTo>
                  <a:lnTo>
                    <a:pt x="674847" y="624141"/>
                  </a:lnTo>
                  <a:lnTo>
                    <a:pt x="674699" y="624547"/>
                  </a:lnTo>
                  <a:lnTo>
                    <a:pt x="675447" y="624485"/>
                  </a:lnTo>
                  <a:lnTo>
                    <a:pt x="675658" y="624539"/>
                  </a:lnTo>
                  <a:lnTo>
                    <a:pt x="676034" y="624795"/>
                  </a:lnTo>
                  <a:lnTo>
                    <a:pt x="675779" y="625200"/>
                  </a:lnTo>
                  <a:lnTo>
                    <a:pt x="675926" y="625633"/>
                  </a:lnTo>
                  <a:lnTo>
                    <a:pt x="676220" y="625962"/>
                  </a:lnTo>
                  <a:lnTo>
                    <a:pt x="676242" y="626514"/>
                  </a:lnTo>
                  <a:lnTo>
                    <a:pt x="676259" y="626680"/>
                  </a:lnTo>
                  <a:lnTo>
                    <a:pt x="676312" y="626903"/>
                  </a:lnTo>
                  <a:lnTo>
                    <a:pt x="676475" y="627037"/>
                  </a:lnTo>
                  <a:lnTo>
                    <a:pt x="676673" y="627199"/>
                  </a:lnTo>
                  <a:lnTo>
                    <a:pt x="676966" y="627867"/>
                  </a:lnTo>
                  <a:lnTo>
                    <a:pt x="677351" y="627920"/>
                  </a:lnTo>
                  <a:lnTo>
                    <a:pt x="677768" y="628091"/>
                  </a:lnTo>
                  <a:lnTo>
                    <a:pt x="678254" y="628407"/>
                  </a:lnTo>
                  <a:lnTo>
                    <a:pt x="678538" y="628341"/>
                  </a:lnTo>
                  <a:lnTo>
                    <a:pt x="679002" y="628793"/>
                  </a:lnTo>
                  <a:lnTo>
                    <a:pt x="680395" y="628719"/>
                  </a:lnTo>
                  <a:lnTo>
                    <a:pt x="680689" y="628959"/>
                  </a:lnTo>
                  <a:lnTo>
                    <a:pt x="680731" y="629659"/>
                  </a:lnTo>
                  <a:lnTo>
                    <a:pt x="680666" y="629865"/>
                  </a:lnTo>
                  <a:lnTo>
                    <a:pt x="680586" y="630018"/>
                  </a:lnTo>
                  <a:lnTo>
                    <a:pt x="680438" y="630173"/>
                  </a:lnTo>
                  <a:lnTo>
                    <a:pt x="680190" y="630211"/>
                  </a:lnTo>
                  <a:lnTo>
                    <a:pt x="679551" y="630441"/>
                  </a:lnTo>
                  <a:lnTo>
                    <a:pt x="679292" y="630649"/>
                  </a:lnTo>
                  <a:lnTo>
                    <a:pt x="679147" y="630969"/>
                  </a:lnTo>
                  <a:lnTo>
                    <a:pt x="679153" y="631149"/>
                  </a:lnTo>
                  <a:lnTo>
                    <a:pt x="679576" y="631338"/>
                  </a:lnTo>
                  <a:lnTo>
                    <a:pt x="679875" y="631506"/>
                  </a:lnTo>
                  <a:lnTo>
                    <a:pt x="679959" y="631789"/>
                  </a:lnTo>
                  <a:lnTo>
                    <a:pt x="679986" y="632004"/>
                  </a:lnTo>
                  <a:lnTo>
                    <a:pt x="679968" y="632239"/>
                  </a:lnTo>
                  <a:lnTo>
                    <a:pt x="679939" y="632490"/>
                  </a:lnTo>
                  <a:lnTo>
                    <a:pt x="679910" y="632753"/>
                  </a:lnTo>
                  <a:lnTo>
                    <a:pt x="679944" y="633644"/>
                  </a:lnTo>
                  <a:lnTo>
                    <a:pt x="680014" y="633766"/>
                  </a:lnTo>
                  <a:lnTo>
                    <a:pt x="679590" y="634261"/>
                  </a:lnTo>
                  <a:lnTo>
                    <a:pt x="679101" y="634254"/>
                  </a:lnTo>
                  <a:lnTo>
                    <a:pt x="678940" y="634749"/>
                  </a:lnTo>
                  <a:lnTo>
                    <a:pt x="678667" y="635302"/>
                  </a:lnTo>
                  <a:lnTo>
                    <a:pt x="678398" y="635396"/>
                  </a:lnTo>
                  <a:lnTo>
                    <a:pt x="678050" y="635485"/>
                  </a:lnTo>
                  <a:lnTo>
                    <a:pt x="677339" y="635659"/>
                  </a:lnTo>
                  <a:lnTo>
                    <a:pt x="677011" y="635497"/>
                  </a:lnTo>
                  <a:lnTo>
                    <a:pt x="676872" y="635406"/>
                  </a:lnTo>
                  <a:lnTo>
                    <a:pt x="676563" y="635192"/>
                  </a:lnTo>
                  <a:lnTo>
                    <a:pt x="676331" y="635002"/>
                  </a:lnTo>
                  <a:lnTo>
                    <a:pt x="676134" y="634724"/>
                  </a:lnTo>
                  <a:lnTo>
                    <a:pt x="675949" y="634684"/>
                  </a:lnTo>
                  <a:lnTo>
                    <a:pt x="675334" y="634849"/>
                  </a:lnTo>
                  <a:lnTo>
                    <a:pt x="674958" y="635106"/>
                  </a:lnTo>
                  <a:lnTo>
                    <a:pt x="674576" y="635444"/>
                  </a:lnTo>
                  <a:lnTo>
                    <a:pt x="674271" y="634676"/>
                  </a:lnTo>
                  <a:lnTo>
                    <a:pt x="674117" y="634202"/>
                  </a:lnTo>
                  <a:lnTo>
                    <a:pt x="674029" y="634030"/>
                  </a:lnTo>
                  <a:lnTo>
                    <a:pt x="673704" y="633704"/>
                  </a:lnTo>
                  <a:lnTo>
                    <a:pt x="673217" y="633762"/>
                  </a:lnTo>
                  <a:lnTo>
                    <a:pt x="672948" y="633814"/>
                  </a:lnTo>
                  <a:lnTo>
                    <a:pt x="672216" y="633516"/>
                  </a:lnTo>
                  <a:lnTo>
                    <a:pt x="672043" y="633252"/>
                  </a:lnTo>
                  <a:lnTo>
                    <a:pt x="671867" y="633080"/>
                  </a:lnTo>
                  <a:lnTo>
                    <a:pt x="671631" y="633015"/>
                  </a:lnTo>
                  <a:lnTo>
                    <a:pt x="671407" y="633442"/>
                  </a:lnTo>
                  <a:lnTo>
                    <a:pt x="670994" y="633552"/>
                  </a:lnTo>
                  <a:lnTo>
                    <a:pt x="670796" y="633716"/>
                  </a:lnTo>
                  <a:lnTo>
                    <a:pt x="670871" y="634090"/>
                  </a:lnTo>
                  <a:lnTo>
                    <a:pt x="670566" y="634632"/>
                  </a:lnTo>
                  <a:lnTo>
                    <a:pt x="670475" y="634773"/>
                  </a:lnTo>
                  <a:lnTo>
                    <a:pt x="670043" y="635146"/>
                  </a:lnTo>
                  <a:lnTo>
                    <a:pt x="669840" y="635580"/>
                  </a:lnTo>
                  <a:lnTo>
                    <a:pt x="670325" y="635868"/>
                  </a:lnTo>
                  <a:lnTo>
                    <a:pt x="670693" y="635917"/>
                  </a:lnTo>
                  <a:lnTo>
                    <a:pt x="671425" y="635818"/>
                  </a:lnTo>
                  <a:lnTo>
                    <a:pt x="671431" y="635405"/>
                  </a:lnTo>
                  <a:lnTo>
                    <a:pt x="671620" y="635138"/>
                  </a:lnTo>
                  <a:lnTo>
                    <a:pt x="671788" y="635245"/>
                  </a:lnTo>
                  <a:lnTo>
                    <a:pt x="672304" y="635629"/>
                  </a:lnTo>
                  <a:lnTo>
                    <a:pt x="672329" y="635839"/>
                  </a:lnTo>
                  <a:lnTo>
                    <a:pt x="672784" y="636560"/>
                  </a:lnTo>
                  <a:lnTo>
                    <a:pt x="673057" y="636740"/>
                  </a:lnTo>
                  <a:lnTo>
                    <a:pt x="673049" y="636946"/>
                  </a:lnTo>
                  <a:lnTo>
                    <a:pt x="673042" y="637148"/>
                  </a:lnTo>
                  <a:lnTo>
                    <a:pt x="673027" y="637632"/>
                  </a:lnTo>
                  <a:lnTo>
                    <a:pt x="673037" y="637931"/>
                  </a:lnTo>
                  <a:lnTo>
                    <a:pt x="673206" y="638136"/>
                  </a:lnTo>
                  <a:lnTo>
                    <a:pt x="673398" y="638470"/>
                  </a:lnTo>
                  <a:lnTo>
                    <a:pt x="673209" y="638721"/>
                  </a:lnTo>
                  <a:lnTo>
                    <a:pt x="673270" y="638921"/>
                  </a:lnTo>
                  <a:lnTo>
                    <a:pt x="673623" y="639430"/>
                  </a:lnTo>
                  <a:lnTo>
                    <a:pt x="673742" y="639823"/>
                  </a:lnTo>
                  <a:lnTo>
                    <a:pt x="674081" y="640457"/>
                  </a:lnTo>
                  <a:lnTo>
                    <a:pt x="674275" y="640648"/>
                  </a:lnTo>
                  <a:lnTo>
                    <a:pt x="674385" y="640891"/>
                  </a:lnTo>
                  <a:lnTo>
                    <a:pt x="674247" y="641292"/>
                  </a:lnTo>
                  <a:lnTo>
                    <a:pt x="673880" y="641791"/>
                  </a:lnTo>
                  <a:lnTo>
                    <a:pt x="673773" y="641936"/>
                  </a:lnTo>
                  <a:lnTo>
                    <a:pt x="673564" y="642224"/>
                  </a:lnTo>
                  <a:lnTo>
                    <a:pt x="673162" y="643007"/>
                  </a:lnTo>
                  <a:lnTo>
                    <a:pt x="672855" y="642950"/>
                  </a:lnTo>
                  <a:lnTo>
                    <a:pt x="672529" y="642829"/>
                  </a:lnTo>
                  <a:lnTo>
                    <a:pt x="672266" y="642833"/>
                  </a:lnTo>
                  <a:lnTo>
                    <a:pt x="672068" y="642942"/>
                  </a:lnTo>
                  <a:lnTo>
                    <a:pt x="671539" y="642946"/>
                  </a:lnTo>
                  <a:lnTo>
                    <a:pt x="671178" y="642895"/>
                  </a:lnTo>
                  <a:lnTo>
                    <a:pt x="670586" y="642883"/>
                  </a:lnTo>
                  <a:lnTo>
                    <a:pt x="670314" y="643130"/>
                  </a:lnTo>
                  <a:lnTo>
                    <a:pt x="670301" y="643436"/>
                  </a:lnTo>
                  <a:lnTo>
                    <a:pt x="670358" y="643899"/>
                  </a:lnTo>
                  <a:lnTo>
                    <a:pt x="670627" y="644487"/>
                  </a:lnTo>
                  <a:lnTo>
                    <a:pt x="670768" y="644894"/>
                  </a:lnTo>
                  <a:lnTo>
                    <a:pt x="670775" y="645036"/>
                  </a:lnTo>
                  <a:lnTo>
                    <a:pt x="670718" y="645198"/>
                  </a:lnTo>
                  <a:lnTo>
                    <a:pt x="670315" y="645555"/>
                  </a:lnTo>
                  <a:lnTo>
                    <a:pt x="670082" y="645921"/>
                  </a:lnTo>
                  <a:lnTo>
                    <a:pt x="669756" y="646493"/>
                  </a:lnTo>
                  <a:lnTo>
                    <a:pt x="669728" y="646684"/>
                  </a:lnTo>
                  <a:lnTo>
                    <a:pt x="669250" y="646969"/>
                  </a:lnTo>
                  <a:lnTo>
                    <a:pt x="668955" y="647224"/>
                  </a:lnTo>
                  <a:lnTo>
                    <a:pt x="668931" y="647414"/>
                  </a:lnTo>
                  <a:lnTo>
                    <a:pt x="668934" y="647671"/>
                  </a:lnTo>
                  <a:lnTo>
                    <a:pt x="668988" y="648064"/>
                  </a:lnTo>
                  <a:lnTo>
                    <a:pt x="669132" y="648274"/>
                  </a:lnTo>
                  <a:lnTo>
                    <a:pt x="669327" y="648598"/>
                  </a:lnTo>
                  <a:lnTo>
                    <a:pt x="669391" y="649018"/>
                  </a:lnTo>
                  <a:lnTo>
                    <a:pt x="669396" y="649210"/>
                  </a:lnTo>
                  <a:lnTo>
                    <a:pt x="669380" y="649365"/>
                  </a:lnTo>
                  <a:lnTo>
                    <a:pt x="669152" y="649571"/>
                  </a:lnTo>
                  <a:lnTo>
                    <a:pt x="668965" y="650201"/>
                  </a:lnTo>
                  <a:lnTo>
                    <a:pt x="668981" y="650571"/>
                  </a:lnTo>
                  <a:lnTo>
                    <a:pt x="668898" y="650786"/>
                  </a:lnTo>
                  <a:lnTo>
                    <a:pt x="668712" y="651196"/>
                  </a:lnTo>
                  <a:lnTo>
                    <a:pt x="668384" y="651189"/>
                  </a:lnTo>
                  <a:lnTo>
                    <a:pt x="668175" y="651272"/>
                  </a:lnTo>
                  <a:lnTo>
                    <a:pt x="667976" y="651515"/>
                  </a:lnTo>
                  <a:lnTo>
                    <a:pt x="667845" y="651775"/>
                  </a:lnTo>
                  <a:lnTo>
                    <a:pt x="667874" y="652225"/>
                  </a:lnTo>
                  <a:lnTo>
                    <a:pt x="667778" y="652403"/>
                  </a:lnTo>
                  <a:lnTo>
                    <a:pt x="667518" y="652577"/>
                  </a:lnTo>
                  <a:lnTo>
                    <a:pt x="667271" y="652769"/>
                  </a:lnTo>
                  <a:lnTo>
                    <a:pt x="667157" y="653005"/>
                  </a:lnTo>
                  <a:lnTo>
                    <a:pt x="666381" y="653609"/>
                  </a:lnTo>
                  <a:lnTo>
                    <a:pt x="666043" y="653973"/>
                  </a:lnTo>
                  <a:lnTo>
                    <a:pt x="666250" y="654059"/>
                  </a:lnTo>
                  <a:lnTo>
                    <a:pt x="666439" y="654204"/>
                  </a:lnTo>
                  <a:lnTo>
                    <a:pt x="666435" y="655223"/>
                  </a:lnTo>
                  <a:lnTo>
                    <a:pt x="666577" y="655634"/>
                  </a:lnTo>
                  <a:lnTo>
                    <a:pt x="666892" y="655960"/>
                  </a:lnTo>
                  <a:lnTo>
                    <a:pt x="667491" y="655926"/>
                  </a:lnTo>
                  <a:lnTo>
                    <a:pt x="667723" y="655914"/>
                  </a:lnTo>
                  <a:lnTo>
                    <a:pt x="668007" y="655947"/>
                  </a:lnTo>
                  <a:lnTo>
                    <a:pt x="668327" y="655205"/>
                  </a:lnTo>
                  <a:lnTo>
                    <a:pt x="668599" y="655114"/>
                  </a:lnTo>
                  <a:lnTo>
                    <a:pt x="669142" y="655594"/>
                  </a:lnTo>
                  <a:lnTo>
                    <a:pt x="669192" y="655784"/>
                  </a:lnTo>
                  <a:lnTo>
                    <a:pt x="669331" y="656175"/>
                  </a:lnTo>
                  <a:lnTo>
                    <a:pt x="669503" y="656288"/>
                  </a:lnTo>
                  <a:lnTo>
                    <a:pt x="669635" y="656374"/>
                  </a:lnTo>
                  <a:lnTo>
                    <a:pt x="669815" y="656492"/>
                  </a:lnTo>
                  <a:lnTo>
                    <a:pt x="670118" y="656692"/>
                  </a:lnTo>
                  <a:lnTo>
                    <a:pt x="670207" y="657142"/>
                  </a:lnTo>
                  <a:lnTo>
                    <a:pt x="669751" y="657745"/>
                  </a:lnTo>
                  <a:lnTo>
                    <a:pt x="669401" y="658042"/>
                  </a:lnTo>
                  <a:lnTo>
                    <a:pt x="668873" y="657917"/>
                  </a:lnTo>
                  <a:lnTo>
                    <a:pt x="668588" y="658234"/>
                  </a:lnTo>
                  <a:lnTo>
                    <a:pt x="668592" y="658897"/>
                  </a:lnTo>
                  <a:lnTo>
                    <a:pt x="668512" y="659238"/>
                  </a:lnTo>
                  <a:lnTo>
                    <a:pt x="668438" y="659485"/>
                  </a:lnTo>
                  <a:lnTo>
                    <a:pt x="668408" y="660145"/>
                  </a:lnTo>
                  <a:lnTo>
                    <a:pt x="668720" y="660424"/>
                  </a:lnTo>
                  <a:lnTo>
                    <a:pt x="669241" y="660310"/>
                  </a:lnTo>
                  <a:lnTo>
                    <a:pt x="669500" y="660542"/>
                  </a:lnTo>
                  <a:lnTo>
                    <a:pt x="669592" y="661037"/>
                  </a:lnTo>
                  <a:lnTo>
                    <a:pt x="669623" y="661295"/>
                  </a:lnTo>
                  <a:lnTo>
                    <a:pt x="669623" y="661461"/>
                  </a:lnTo>
                  <a:lnTo>
                    <a:pt x="669612" y="661999"/>
                  </a:lnTo>
                  <a:lnTo>
                    <a:pt x="669800" y="662741"/>
                  </a:lnTo>
                  <a:lnTo>
                    <a:pt x="669579" y="663295"/>
                  </a:lnTo>
                  <a:lnTo>
                    <a:pt x="669502" y="663461"/>
                  </a:lnTo>
                  <a:lnTo>
                    <a:pt x="669462" y="663701"/>
                  </a:lnTo>
                  <a:lnTo>
                    <a:pt x="669474" y="664249"/>
                  </a:lnTo>
                  <a:lnTo>
                    <a:pt x="669661" y="664481"/>
                  </a:lnTo>
                  <a:lnTo>
                    <a:pt x="670039" y="664586"/>
                  </a:lnTo>
                  <a:lnTo>
                    <a:pt x="670315" y="664741"/>
                  </a:lnTo>
                  <a:lnTo>
                    <a:pt x="670564" y="664876"/>
                  </a:lnTo>
                  <a:lnTo>
                    <a:pt x="671049" y="664832"/>
                  </a:lnTo>
                  <a:lnTo>
                    <a:pt x="671483" y="664984"/>
                  </a:lnTo>
                  <a:lnTo>
                    <a:pt x="671758" y="665410"/>
                  </a:lnTo>
                  <a:lnTo>
                    <a:pt x="672195" y="665991"/>
                  </a:lnTo>
                  <a:lnTo>
                    <a:pt x="672299" y="666178"/>
                  </a:lnTo>
                  <a:lnTo>
                    <a:pt x="672533" y="666236"/>
                  </a:lnTo>
                  <a:lnTo>
                    <a:pt x="672948" y="666531"/>
                  </a:lnTo>
                  <a:lnTo>
                    <a:pt x="672896" y="666836"/>
                  </a:lnTo>
                  <a:lnTo>
                    <a:pt x="672819" y="667001"/>
                  </a:lnTo>
                  <a:lnTo>
                    <a:pt x="672723" y="667222"/>
                  </a:lnTo>
                  <a:lnTo>
                    <a:pt x="673341" y="667685"/>
                  </a:lnTo>
                  <a:lnTo>
                    <a:pt x="673455" y="667915"/>
                  </a:lnTo>
                  <a:lnTo>
                    <a:pt x="673829" y="668431"/>
                  </a:lnTo>
                  <a:lnTo>
                    <a:pt x="674054" y="668638"/>
                  </a:lnTo>
                  <a:lnTo>
                    <a:pt x="674129" y="668792"/>
                  </a:lnTo>
                  <a:lnTo>
                    <a:pt x="674177" y="669012"/>
                  </a:lnTo>
                  <a:lnTo>
                    <a:pt x="674166" y="669193"/>
                  </a:lnTo>
                  <a:lnTo>
                    <a:pt x="674263" y="669630"/>
                  </a:lnTo>
                  <a:lnTo>
                    <a:pt x="674296" y="669803"/>
                  </a:lnTo>
                  <a:lnTo>
                    <a:pt x="674201" y="670136"/>
                  </a:lnTo>
                  <a:lnTo>
                    <a:pt x="674143" y="670487"/>
                  </a:lnTo>
                  <a:lnTo>
                    <a:pt x="674040" y="671062"/>
                  </a:lnTo>
                  <a:lnTo>
                    <a:pt x="674005" y="671384"/>
                  </a:lnTo>
                  <a:lnTo>
                    <a:pt x="674187" y="671676"/>
                  </a:lnTo>
                  <a:lnTo>
                    <a:pt x="673719" y="671615"/>
                  </a:lnTo>
                  <a:lnTo>
                    <a:pt x="673317" y="671567"/>
                  </a:lnTo>
                  <a:lnTo>
                    <a:pt x="673060" y="671554"/>
                  </a:lnTo>
                  <a:lnTo>
                    <a:pt x="672826" y="671653"/>
                  </a:lnTo>
                  <a:lnTo>
                    <a:pt x="672829" y="671833"/>
                  </a:lnTo>
                  <a:lnTo>
                    <a:pt x="672838" y="672415"/>
                  </a:lnTo>
                  <a:lnTo>
                    <a:pt x="672922" y="672596"/>
                  </a:lnTo>
                  <a:lnTo>
                    <a:pt x="673101" y="672845"/>
                  </a:lnTo>
                  <a:lnTo>
                    <a:pt x="673258" y="673077"/>
                  </a:lnTo>
                  <a:lnTo>
                    <a:pt x="673312" y="673390"/>
                  </a:lnTo>
                  <a:lnTo>
                    <a:pt x="673218" y="673848"/>
                  </a:lnTo>
                  <a:lnTo>
                    <a:pt x="673158" y="674140"/>
                  </a:lnTo>
                  <a:lnTo>
                    <a:pt x="672767" y="674407"/>
                  </a:lnTo>
                  <a:lnTo>
                    <a:pt x="672405" y="674816"/>
                  </a:lnTo>
                  <a:lnTo>
                    <a:pt x="672055" y="674900"/>
                  </a:lnTo>
                  <a:lnTo>
                    <a:pt x="671704" y="674926"/>
                  </a:lnTo>
                  <a:lnTo>
                    <a:pt x="670961" y="675003"/>
                  </a:lnTo>
                  <a:lnTo>
                    <a:pt x="670792" y="674847"/>
                  </a:lnTo>
                  <a:lnTo>
                    <a:pt x="670641" y="674429"/>
                  </a:lnTo>
                  <a:lnTo>
                    <a:pt x="670545" y="674078"/>
                  </a:lnTo>
                  <a:lnTo>
                    <a:pt x="670185" y="673772"/>
                  </a:lnTo>
                  <a:lnTo>
                    <a:pt x="669951" y="673675"/>
                  </a:lnTo>
                  <a:lnTo>
                    <a:pt x="669702" y="673937"/>
                  </a:lnTo>
                  <a:lnTo>
                    <a:pt x="669594" y="674134"/>
                  </a:lnTo>
                  <a:lnTo>
                    <a:pt x="669135" y="674352"/>
                  </a:lnTo>
                  <a:lnTo>
                    <a:pt x="668909" y="674443"/>
                  </a:lnTo>
                  <a:lnTo>
                    <a:pt x="668850" y="674074"/>
                  </a:lnTo>
                  <a:lnTo>
                    <a:pt x="668378" y="673630"/>
                  </a:lnTo>
                  <a:lnTo>
                    <a:pt x="668245" y="673274"/>
                  </a:lnTo>
                  <a:lnTo>
                    <a:pt x="668153" y="672778"/>
                  </a:lnTo>
                  <a:lnTo>
                    <a:pt x="668094" y="672330"/>
                  </a:lnTo>
                  <a:lnTo>
                    <a:pt x="668151" y="672051"/>
                  </a:lnTo>
                  <a:lnTo>
                    <a:pt x="668223" y="671667"/>
                  </a:lnTo>
                  <a:lnTo>
                    <a:pt x="668216" y="671402"/>
                  </a:lnTo>
                  <a:lnTo>
                    <a:pt x="668067" y="671128"/>
                  </a:lnTo>
                  <a:lnTo>
                    <a:pt x="667930" y="670905"/>
                  </a:lnTo>
                  <a:lnTo>
                    <a:pt x="667894" y="670336"/>
                  </a:lnTo>
                  <a:lnTo>
                    <a:pt x="667884" y="670072"/>
                  </a:lnTo>
                  <a:lnTo>
                    <a:pt x="667756" y="669425"/>
                  </a:lnTo>
                  <a:lnTo>
                    <a:pt x="667389" y="669271"/>
                  </a:lnTo>
                  <a:lnTo>
                    <a:pt x="666532" y="669229"/>
                  </a:lnTo>
                  <a:lnTo>
                    <a:pt x="666321" y="669307"/>
                  </a:lnTo>
                  <a:lnTo>
                    <a:pt x="666016" y="669485"/>
                  </a:lnTo>
                  <a:lnTo>
                    <a:pt x="665582" y="669454"/>
                  </a:lnTo>
                  <a:lnTo>
                    <a:pt x="665171" y="669415"/>
                  </a:lnTo>
                  <a:lnTo>
                    <a:pt x="664843" y="669423"/>
                  </a:lnTo>
                  <a:lnTo>
                    <a:pt x="664339" y="669547"/>
                  </a:lnTo>
                  <a:lnTo>
                    <a:pt x="664382" y="669695"/>
                  </a:lnTo>
                  <a:lnTo>
                    <a:pt x="664445" y="669887"/>
                  </a:lnTo>
                  <a:lnTo>
                    <a:pt x="664496" y="670043"/>
                  </a:lnTo>
                  <a:lnTo>
                    <a:pt x="664517" y="670237"/>
                  </a:lnTo>
                  <a:lnTo>
                    <a:pt x="664209" y="670364"/>
                  </a:lnTo>
                  <a:lnTo>
                    <a:pt x="663483" y="670554"/>
                  </a:lnTo>
                  <a:lnTo>
                    <a:pt x="663030" y="671190"/>
                  </a:lnTo>
                  <a:lnTo>
                    <a:pt x="662877" y="671167"/>
                  </a:lnTo>
                  <a:lnTo>
                    <a:pt x="662581" y="671004"/>
                  </a:lnTo>
                  <a:lnTo>
                    <a:pt x="662186" y="670783"/>
                  </a:lnTo>
                  <a:lnTo>
                    <a:pt x="661813" y="670691"/>
                  </a:lnTo>
                  <a:lnTo>
                    <a:pt x="661537" y="670421"/>
                  </a:lnTo>
                  <a:lnTo>
                    <a:pt x="661435" y="670046"/>
                  </a:lnTo>
                  <a:lnTo>
                    <a:pt x="661070" y="670063"/>
                  </a:lnTo>
                  <a:lnTo>
                    <a:pt x="660774" y="670019"/>
                  </a:lnTo>
                  <a:lnTo>
                    <a:pt x="660374" y="669932"/>
                  </a:lnTo>
                  <a:lnTo>
                    <a:pt x="659727" y="670531"/>
                  </a:lnTo>
                  <a:lnTo>
                    <a:pt x="659532" y="670525"/>
                  </a:lnTo>
                  <a:lnTo>
                    <a:pt x="658844" y="670971"/>
                  </a:lnTo>
                  <a:lnTo>
                    <a:pt x="658649" y="671173"/>
                  </a:lnTo>
                  <a:lnTo>
                    <a:pt x="658282" y="671582"/>
                  </a:lnTo>
                  <a:lnTo>
                    <a:pt x="658168" y="671710"/>
                  </a:lnTo>
                  <a:lnTo>
                    <a:pt x="657970" y="671969"/>
                  </a:lnTo>
                  <a:lnTo>
                    <a:pt x="657793" y="672272"/>
                  </a:lnTo>
                  <a:lnTo>
                    <a:pt x="657311" y="672381"/>
                  </a:lnTo>
                  <a:lnTo>
                    <a:pt x="656917" y="672304"/>
                  </a:lnTo>
                  <a:lnTo>
                    <a:pt x="656706" y="672340"/>
                  </a:lnTo>
                  <a:lnTo>
                    <a:pt x="656375" y="672446"/>
                  </a:lnTo>
                  <a:lnTo>
                    <a:pt x="656271" y="672669"/>
                  </a:lnTo>
                  <a:lnTo>
                    <a:pt x="656215" y="672846"/>
                  </a:lnTo>
                  <a:lnTo>
                    <a:pt x="655427" y="673387"/>
                  </a:lnTo>
                  <a:lnTo>
                    <a:pt x="655272" y="673343"/>
                  </a:lnTo>
                  <a:lnTo>
                    <a:pt x="655089" y="673290"/>
                  </a:lnTo>
                  <a:lnTo>
                    <a:pt x="654946" y="673215"/>
                  </a:lnTo>
                  <a:lnTo>
                    <a:pt x="654654" y="672987"/>
                  </a:lnTo>
                  <a:lnTo>
                    <a:pt x="654530" y="672836"/>
                  </a:lnTo>
                  <a:lnTo>
                    <a:pt x="654319" y="672730"/>
                  </a:lnTo>
                  <a:lnTo>
                    <a:pt x="654125" y="672671"/>
                  </a:lnTo>
                  <a:lnTo>
                    <a:pt x="653901" y="672675"/>
                  </a:lnTo>
                  <a:lnTo>
                    <a:pt x="653742" y="672598"/>
                  </a:lnTo>
                  <a:lnTo>
                    <a:pt x="653585" y="672400"/>
                  </a:lnTo>
                  <a:lnTo>
                    <a:pt x="653447" y="672226"/>
                  </a:lnTo>
                  <a:lnTo>
                    <a:pt x="653389" y="671703"/>
                  </a:lnTo>
                  <a:lnTo>
                    <a:pt x="653523" y="671595"/>
                  </a:lnTo>
                  <a:lnTo>
                    <a:pt x="653648" y="671388"/>
                  </a:lnTo>
                  <a:lnTo>
                    <a:pt x="652886" y="671634"/>
                  </a:lnTo>
                  <a:lnTo>
                    <a:pt x="652938" y="671928"/>
                  </a:lnTo>
                  <a:lnTo>
                    <a:pt x="652672" y="671979"/>
                  </a:lnTo>
                  <a:lnTo>
                    <a:pt x="652516" y="672006"/>
                  </a:lnTo>
                  <a:lnTo>
                    <a:pt x="652083" y="672044"/>
                  </a:lnTo>
                  <a:lnTo>
                    <a:pt x="651846" y="672045"/>
                  </a:lnTo>
                  <a:lnTo>
                    <a:pt x="651622" y="671807"/>
                  </a:lnTo>
                  <a:lnTo>
                    <a:pt x="651783" y="671449"/>
                  </a:lnTo>
                  <a:lnTo>
                    <a:pt x="651846" y="671307"/>
                  </a:lnTo>
                  <a:lnTo>
                    <a:pt x="652027" y="670869"/>
                  </a:lnTo>
                  <a:lnTo>
                    <a:pt x="652175" y="670911"/>
                  </a:lnTo>
                  <a:lnTo>
                    <a:pt x="652452" y="670924"/>
                  </a:lnTo>
                  <a:lnTo>
                    <a:pt x="652604" y="670832"/>
                  </a:lnTo>
                  <a:lnTo>
                    <a:pt x="652885" y="670522"/>
                  </a:lnTo>
                  <a:lnTo>
                    <a:pt x="652709" y="670215"/>
                  </a:lnTo>
                  <a:lnTo>
                    <a:pt x="652483" y="670305"/>
                  </a:lnTo>
                  <a:lnTo>
                    <a:pt x="652233" y="670269"/>
                  </a:lnTo>
                  <a:lnTo>
                    <a:pt x="651835" y="669923"/>
                  </a:lnTo>
                  <a:lnTo>
                    <a:pt x="651557" y="669908"/>
                  </a:lnTo>
                  <a:lnTo>
                    <a:pt x="651412" y="669900"/>
                  </a:lnTo>
                  <a:lnTo>
                    <a:pt x="651041" y="669645"/>
                  </a:lnTo>
                  <a:lnTo>
                    <a:pt x="650731" y="669495"/>
                  </a:lnTo>
                  <a:lnTo>
                    <a:pt x="650415" y="669748"/>
                  </a:lnTo>
                  <a:lnTo>
                    <a:pt x="649874" y="670107"/>
                  </a:lnTo>
                  <a:lnTo>
                    <a:pt x="649726" y="670174"/>
                  </a:lnTo>
                  <a:lnTo>
                    <a:pt x="649253" y="669980"/>
                  </a:lnTo>
                  <a:lnTo>
                    <a:pt x="648901" y="669903"/>
                  </a:lnTo>
                  <a:lnTo>
                    <a:pt x="648634" y="670003"/>
                  </a:lnTo>
                  <a:lnTo>
                    <a:pt x="648486" y="670184"/>
                  </a:lnTo>
                  <a:lnTo>
                    <a:pt x="648360" y="670376"/>
                  </a:lnTo>
                  <a:lnTo>
                    <a:pt x="647986" y="670672"/>
                  </a:lnTo>
                  <a:lnTo>
                    <a:pt x="647593" y="670484"/>
                  </a:lnTo>
                  <a:lnTo>
                    <a:pt x="647577" y="670324"/>
                  </a:lnTo>
                  <a:lnTo>
                    <a:pt x="647533" y="669865"/>
                  </a:lnTo>
                  <a:lnTo>
                    <a:pt x="647354" y="669886"/>
                  </a:lnTo>
                  <a:lnTo>
                    <a:pt x="646361" y="670142"/>
                  </a:lnTo>
                  <a:lnTo>
                    <a:pt x="646102" y="669902"/>
                  </a:lnTo>
                  <a:lnTo>
                    <a:pt x="645874" y="669747"/>
                  </a:lnTo>
                  <a:lnTo>
                    <a:pt x="645583" y="669732"/>
                  </a:lnTo>
                  <a:lnTo>
                    <a:pt x="645218" y="669687"/>
                  </a:lnTo>
                  <a:lnTo>
                    <a:pt x="644762" y="669639"/>
                  </a:lnTo>
                  <a:lnTo>
                    <a:pt x="644782" y="669909"/>
                  </a:lnTo>
                  <a:lnTo>
                    <a:pt x="644898" y="670075"/>
                  </a:lnTo>
                  <a:lnTo>
                    <a:pt x="644828" y="670446"/>
                  </a:lnTo>
                  <a:lnTo>
                    <a:pt x="644780" y="670676"/>
                  </a:lnTo>
                  <a:lnTo>
                    <a:pt x="644559" y="670948"/>
                  </a:lnTo>
                  <a:lnTo>
                    <a:pt x="644096" y="671240"/>
                  </a:lnTo>
                  <a:lnTo>
                    <a:pt x="643889" y="671403"/>
                  </a:lnTo>
                  <a:lnTo>
                    <a:pt x="643765" y="671813"/>
                  </a:lnTo>
                  <a:lnTo>
                    <a:pt x="643632" y="672067"/>
                  </a:lnTo>
                  <a:lnTo>
                    <a:pt x="643446" y="672264"/>
                  </a:lnTo>
                  <a:lnTo>
                    <a:pt x="642998" y="672697"/>
                  </a:lnTo>
                  <a:lnTo>
                    <a:pt x="642739" y="672809"/>
                  </a:lnTo>
                  <a:lnTo>
                    <a:pt x="642551" y="672762"/>
                  </a:lnTo>
                  <a:lnTo>
                    <a:pt x="642481" y="672572"/>
                  </a:lnTo>
                  <a:lnTo>
                    <a:pt x="642290" y="672382"/>
                  </a:lnTo>
                  <a:lnTo>
                    <a:pt x="642000" y="672344"/>
                  </a:lnTo>
                  <a:lnTo>
                    <a:pt x="641870" y="672803"/>
                  </a:lnTo>
                  <a:lnTo>
                    <a:pt x="641904" y="672997"/>
                  </a:lnTo>
                  <a:lnTo>
                    <a:pt x="641844" y="673244"/>
                  </a:lnTo>
                  <a:lnTo>
                    <a:pt x="641730" y="673472"/>
                  </a:lnTo>
                  <a:lnTo>
                    <a:pt x="641331" y="673799"/>
                  </a:lnTo>
                  <a:lnTo>
                    <a:pt x="640937" y="673856"/>
                  </a:lnTo>
                  <a:lnTo>
                    <a:pt x="640850" y="674555"/>
                  </a:lnTo>
                  <a:lnTo>
                    <a:pt x="640476" y="674919"/>
                  </a:lnTo>
                  <a:lnTo>
                    <a:pt x="640087" y="675279"/>
                  </a:lnTo>
                  <a:lnTo>
                    <a:pt x="639563" y="675593"/>
                  </a:lnTo>
                  <a:lnTo>
                    <a:pt x="639316" y="675795"/>
                  </a:lnTo>
                  <a:lnTo>
                    <a:pt x="639290" y="676376"/>
                  </a:lnTo>
                  <a:lnTo>
                    <a:pt x="638999" y="676770"/>
                  </a:lnTo>
                  <a:lnTo>
                    <a:pt x="639017" y="677106"/>
                  </a:lnTo>
                  <a:lnTo>
                    <a:pt x="639172" y="677262"/>
                  </a:lnTo>
                  <a:lnTo>
                    <a:pt x="639299" y="677449"/>
                  </a:lnTo>
                  <a:lnTo>
                    <a:pt x="638502" y="677890"/>
                  </a:lnTo>
                  <a:lnTo>
                    <a:pt x="638654" y="678224"/>
                  </a:lnTo>
                  <a:lnTo>
                    <a:pt x="638841" y="678616"/>
                  </a:lnTo>
                  <a:lnTo>
                    <a:pt x="638920" y="678869"/>
                  </a:lnTo>
                  <a:lnTo>
                    <a:pt x="639010" y="679167"/>
                  </a:lnTo>
                  <a:lnTo>
                    <a:pt x="638983" y="679507"/>
                  </a:lnTo>
                  <a:lnTo>
                    <a:pt x="638947" y="679786"/>
                  </a:lnTo>
                  <a:lnTo>
                    <a:pt x="638868" y="680382"/>
                  </a:lnTo>
                  <a:lnTo>
                    <a:pt x="638741" y="680726"/>
                  </a:lnTo>
                  <a:lnTo>
                    <a:pt x="638674" y="681142"/>
                  </a:lnTo>
                  <a:lnTo>
                    <a:pt x="638689" y="681528"/>
                  </a:lnTo>
                  <a:lnTo>
                    <a:pt x="638552" y="681868"/>
                  </a:lnTo>
                  <a:lnTo>
                    <a:pt x="638261" y="682228"/>
                  </a:lnTo>
                  <a:lnTo>
                    <a:pt x="637150" y="682051"/>
                  </a:lnTo>
                  <a:lnTo>
                    <a:pt x="636418" y="681783"/>
                  </a:lnTo>
                  <a:lnTo>
                    <a:pt x="636174" y="681702"/>
                  </a:lnTo>
                  <a:lnTo>
                    <a:pt x="635887" y="681864"/>
                  </a:lnTo>
                  <a:lnTo>
                    <a:pt x="635771" y="682113"/>
                  </a:lnTo>
                  <a:lnTo>
                    <a:pt x="635629" y="682395"/>
                  </a:lnTo>
                  <a:lnTo>
                    <a:pt x="635410" y="682355"/>
                  </a:lnTo>
                  <a:lnTo>
                    <a:pt x="635069" y="682289"/>
                  </a:lnTo>
                  <a:lnTo>
                    <a:pt x="634786" y="682229"/>
                  </a:lnTo>
                  <a:lnTo>
                    <a:pt x="634537" y="682102"/>
                  </a:lnTo>
                  <a:lnTo>
                    <a:pt x="634179" y="681890"/>
                  </a:lnTo>
                  <a:lnTo>
                    <a:pt x="634091" y="681627"/>
                  </a:lnTo>
                  <a:lnTo>
                    <a:pt x="633967" y="681379"/>
                  </a:lnTo>
                  <a:lnTo>
                    <a:pt x="633745" y="681415"/>
                  </a:lnTo>
                  <a:lnTo>
                    <a:pt x="633098" y="681520"/>
                  </a:lnTo>
                  <a:lnTo>
                    <a:pt x="632622" y="681775"/>
                  </a:lnTo>
                  <a:lnTo>
                    <a:pt x="633304" y="682703"/>
                  </a:lnTo>
                  <a:lnTo>
                    <a:pt x="633625" y="683104"/>
                  </a:lnTo>
                  <a:lnTo>
                    <a:pt x="633813" y="683309"/>
                  </a:lnTo>
                  <a:lnTo>
                    <a:pt x="633803" y="683516"/>
                  </a:lnTo>
                  <a:lnTo>
                    <a:pt x="633920" y="683913"/>
                  </a:lnTo>
                  <a:lnTo>
                    <a:pt x="634799" y="684409"/>
                  </a:lnTo>
                  <a:lnTo>
                    <a:pt x="635188" y="685561"/>
                  </a:lnTo>
                  <a:lnTo>
                    <a:pt x="635045" y="685768"/>
                  </a:lnTo>
                  <a:lnTo>
                    <a:pt x="634739" y="685812"/>
                  </a:lnTo>
                  <a:lnTo>
                    <a:pt x="634323" y="685821"/>
                  </a:lnTo>
                  <a:lnTo>
                    <a:pt x="634348" y="686051"/>
                  </a:lnTo>
                  <a:lnTo>
                    <a:pt x="634747" y="686936"/>
                  </a:lnTo>
                  <a:lnTo>
                    <a:pt x="635137" y="687213"/>
                  </a:lnTo>
                  <a:lnTo>
                    <a:pt x="635588" y="687257"/>
                  </a:lnTo>
                  <a:lnTo>
                    <a:pt x="635869" y="687317"/>
                  </a:lnTo>
                  <a:lnTo>
                    <a:pt x="636056" y="687354"/>
                  </a:lnTo>
                  <a:lnTo>
                    <a:pt x="636201" y="687383"/>
                  </a:lnTo>
                  <a:lnTo>
                    <a:pt x="636534" y="687404"/>
                  </a:lnTo>
                  <a:lnTo>
                    <a:pt x="636735" y="687617"/>
                  </a:lnTo>
                  <a:lnTo>
                    <a:pt x="636733" y="687886"/>
                  </a:lnTo>
                  <a:lnTo>
                    <a:pt x="636986" y="688468"/>
                  </a:lnTo>
                  <a:lnTo>
                    <a:pt x="637123" y="688520"/>
                  </a:lnTo>
                  <a:lnTo>
                    <a:pt x="637920" y="688706"/>
                  </a:lnTo>
                  <a:lnTo>
                    <a:pt x="638563" y="688903"/>
                  </a:lnTo>
                  <a:lnTo>
                    <a:pt x="638880" y="689022"/>
                  </a:lnTo>
                  <a:lnTo>
                    <a:pt x="639163" y="689234"/>
                  </a:lnTo>
                  <a:lnTo>
                    <a:pt x="639311" y="689409"/>
                  </a:lnTo>
                  <a:lnTo>
                    <a:pt x="639461" y="689675"/>
                  </a:lnTo>
                  <a:lnTo>
                    <a:pt x="639800" y="689947"/>
                  </a:lnTo>
                  <a:lnTo>
                    <a:pt x="640214" y="690140"/>
                  </a:lnTo>
                  <a:lnTo>
                    <a:pt x="640810" y="689965"/>
                  </a:lnTo>
                  <a:lnTo>
                    <a:pt x="641044" y="689823"/>
                  </a:lnTo>
                  <a:lnTo>
                    <a:pt x="641187" y="689809"/>
                  </a:lnTo>
                  <a:lnTo>
                    <a:pt x="641327" y="689794"/>
                  </a:lnTo>
                  <a:lnTo>
                    <a:pt x="641634" y="689740"/>
                  </a:lnTo>
                  <a:lnTo>
                    <a:pt x="641835" y="689667"/>
                  </a:lnTo>
                  <a:lnTo>
                    <a:pt x="642054" y="689542"/>
                  </a:lnTo>
                  <a:lnTo>
                    <a:pt x="642364" y="689544"/>
                  </a:lnTo>
                  <a:lnTo>
                    <a:pt x="643175" y="689780"/>
                  </a:lnTo>
                  <a:lnTo>
                    <a:pt x="643688" y="690363"/>
                  </a:lnTo>
                  <a:lnTo>
                    <a:pt x="643590" y="690669"/>
                  </a:lnTo>
                  <a:lnTo>
                    <a:pt x="643906" y="690664"/>
                  </a:lnTo>
                  <a:lnTo>
                    <a:pt x="644040" y="690680"/>
                  </a:lnTo>
                  <a:lnTo>
                    <a:pt x="643932" y="690996"/>
                  </a:lnTo>
                  <a:lnTo>
                    <a:pt x="643687" y="691043"/>
                  </a:lnTo>
                  <a:lnTo>
                    <a:pt x="644050" y="691294"/>
                  </a:lnTo>
                  <a:lnTo>
                    <a:pt x="644304" y="691284"/>
                  </a:lnTo>
                  <a:lnTo>
                    <a:pt x="644778" y="691149"/>
                  </a:lnTo>
                  <a:lnTo>
                    <a:pt x="644909" y="691349"/>
                  </a:lnTo>
                  <a:lnTo>
                    <a:pt x="644930" y="692061"/>
                  </a:lnTo>
                  <a:lnTo>
                    <a:pt x="645218" y="692941"/>
                  </a:lnTo>
                  <a:lnTo>
                    <a:pt x="645232" y="693477"/>
                  </a:lnTo>
                  <a:lnTo>
                    <a:pt x="645351" y="693723"/>
                  </a:lnTo>
                  <a:lnTo>
                    <a:pt x="645517" y="694013"/>
                  </a:lnTo>
                  <a:lnTo>
                    <a:pt x="645401" y="694550"/>
                  </a:lnTo>
                  <a:lnTo>
                    <a:pt x="645282" y="694768"/>
                  </a:lnTo>
                  <a:lnTo>
                    <a:pt x="644731" y="694666"/>
                  </a:lnTo>
                  <a:lnTo>
                    <a:pt x="644416" y="694544"/>
                  </a:lnTo>
                  <a:lnTo>
                    <a:pt x="644117" y="694372"/>
                  </a:lnTo>
                  <a:lnTo>
                    <a:pt x="644001" y="694132"/>
                  </a:lnTo>
                  <a:lnTo>
                    <a:pt x="644007" y="693512"/>
                  </a:lnTo>
                  <a:lnTo>
                    <a:pt x="644167" y="693369"/>
                  </a:lnTo>
                  <a:lnTo>
                    <a:pt x="644007" y="693170"/>
                  </a:lnTo>
                  <a:lnTo>
                    <a:pt x="643869" y="693212"/>
                  </a:lnTo>
                  <a:lnTo>
                    <a:pt x="643712" y="693259"/>
                  </a:lnTo>
                  <a:lnTo>
                    <a:pt x="643580" y="693260"/>
                  </a:lnTo>
                  <a:lnTo>
                    <a:pt x="643395" y="692994"/>
                  </a:lnTo>
                  <a:lnTo>
                    <a:pt x="643819" y="692674"/>
                  </a:lnTo>
                  <a:lnTo>
                    <a:pt x="643840" y="692445"/>
                  </a:lnTo>
                  <a:lnTo>
                    <a:pt x="643642" y="691923"/>
                  </a:lnTo>
                  <a:lnTo>
                    <a:pt x="643170" y="692513"/>
                  </a:lnTo>
                  <a:lnTo>
                    <a:pt x="642994" y="693427"/>
                  </a:lnTo>
                  <a:lnTo>
                    <a:pt x="642955" y="693802"/>
                  </a:lnTo>
                  <a:lnTo>
                    <a:pt x="642591" y="694056"/>
                  </a:lnTo>
                  <a:lnTo>
                    <a:pt x="642404" y="694077"/>
                  </a:lnTo>
                  <a:lnTo>
                    <a:pt x="642096" y="694211"/>
                  </a:lnTo>
                  <a:lnTo>
                    <a:pt x="641718" y="694828"/>
                  </a:lnTo>
                  <a:lnTo>
                    <a:pt x="642292" y="695259"/>
                  </a:lnTo>
                  <a:lnTo>
                    <a:pt x="643101" y="694624"/>
                  </a:lnTo>
                  <a:lnTo>
                    <a:pt x="643290" y="694707"/>
                  </a:lnTo>
                  <a:lnTo>
                    <a:pt x="643176" y="695180"/>
                  </a:lnTo>
                  <a:lnTo>
                    <a:pt x="642709" y="695401"/>
                  </a:lnTo>
                  <a:lnTo>
                    <a:pt x="642461" y="695643"/>
                  </a:lnTo>
                  <a:lnTo>
                    <a:pt x="642686" y="695641"/>
                  </a:lnTo>
                  <a:lnTo>
                    <a:pt x="642848" y="695746"/>
                  </a:lnTo>
                  <a:lnTo>
                    <a:pt x="642989" y="695899"/>
                  </a:lnTo>
                  <a:lnTo>
                    <a:pt x="643251" y="696123"/>
                  </a:lnTo>
                  <a:lnTo>
                    <a:pt x="643409" y="696080"/>
                  </a:lnTo>
                  <a:lnTo>
                    <a:pt x="643745" y="696290"/>
                  </a:lnTo>
                  <a:lnTo>
                    <a:pt x="643418" y="696574"/>
                  </a:lnTo>
                  <a:lnTo>
                    <a:pt x="643262" y="696600"/>
                  </a:lnTo>
                  <a:lnTo>
                    <a:pt x="643052" y="696721"/>
                  </a:lnTo>
                  <a:lnTo>
                    <a:pt x="642800" y="696975"/>
                  </a:lnTo>
                  <a:lnTo>
                    <a:pt x="642801" y="697499"/>
                  </a:lnTo>
                  <a:lnTo>
                    <a:pt x="642812" y="697639"/>
                  </a:lnTo>
                  <a:lnTo>
                    <a:pt x="643162" y="698318"/>
                  </a:lnTo>
                  <a:lnTo>
                    <a:pt x="643486" y="698545"/>
                  </a:lnTo>
                  <a:lnTo>
                    <a:pt x="643191" y="698909"/>
                  </a:lnTo>
                  <a:lnTo>
                    <a:pt x="642875" y="698948"/>
                  </a:lnTo>
                  <a:lnTo>
                    <a:pt x="642599" y="699181"/>
                  </a:lnTo>
                  <a:lnTo>
                    <a:pt x="642536" y="699788"/>
                  </a:lnTo>
                  <a:lnTo>
                    <a:pt x="642681" y="699977"/>
                  </a:lnTo>
                  <a:lnTo>
                    <a:pt x="643009" y="700303"/>
                  </a:lnTo>
                  <a:lnTo>
                    <a:pt x="643213" y="700568"/>
                  </a:lnTo>
                  <a:lnTo>
                    <a:pt x="643362" y="701263"/>
                  </a:lnTo>
                  <a:lnTo>
                    <a:pt x="643039" y="701608"/>
                  </a:lnTo>
                  <a:lnTo>
                    <a:pt x="643003" y="702237"/>
                  </a:lnTo>
                  <a:lnTo>
                    <a:pt x="642953" y="702746"/>
                  </a:lnTo>
                  <a:lnTo>
                    <a:pt x="642843" y="702989"/>
                  </a:lnTo>
                  <a:lnTo>
                    <a:pt x="642475" y="703023"/>
                  </a:lnTo>
                  <a:lnTo>
                    <a:pt x="642017" y="703247"/>
                  </a:lnTo>
                  <a:lnTo>
                    <a:pt x="641595" y="703777"/>
                  </a:lnTo>
                  <a:lnTo>
                    <a:pt x="641132" y="704533"/>
                  </a:lnTo>
                  <a:lnTo>
                    <a:pt x="640919" y="704588"/>
                  </a:lnTo>
                  <a:lnTo>
                    <a:pt x="640662" y="704662"/>
                  </a:lnTo>
                  <a:lnTo>
                    <a:pt x="640473" y="704977"/>
                  </a:lnTo>
                  <a:lnTo>
                    <a:pt x="640475" y="705256"/>
                  </a:lnTo>
                  <a:lnTo>
                    <a:pt x="640481" y="705393"/>
                  </a:lnTo>
                  <a:lnTo>
                    <a:pt x="640412" y="705617"/>
                  </a:lnTo>
                  <a:lnTo>
                    <a:pt x="640166" y="705794"/>
                  </a:lnTo>
                  <a:lnTo>
                    <a:pt x="639873" y="705768"/>
                  </a:lnTo>
                  <a:lnTo>
                    <a:pt x="639511" y="705371"/>
                  </a:lnTo>
                  <a:lnTo>
                    <a:pt x="639302" y="705364"/>
                  </a:lnTo>
                  <a:lnTo>
                    <a:pt x="638928" y="705226"/>
                  </a:lnTo>
                  <a:lnTo>
                    <a:pt x="638666" y="704937"/>
                  </a:lnTo>
                  <a:lnTo>
                    <a:pt x="638220" y="705040"/>
                  </a:lnTo>
                  <a:lnTo>
                    <a:pt x="638024" y="705247"/>
                  </a:lnTo>
                  <a:lnTo>
                    <a:pt x="637792" y="705693"/>
                  </a:lnTo>
                  <a:lnTo>
                    <a:pt x="637477" y="705961"/>
                  </a:lnTo>
                  <a:lnTo>
                    <a:pt x="636625" y="706161"/>
                  </a:lnTo>
                  <a:lnTo>
                    <a:pt x="636486" y="706142"/>
                  </a:lnTo>
                  <a:lnTo>
                    <a:pt x="636092" y="706298"/>
                  </a:lnTo>
                  <a:lnTo>
                    <a:pt x="635901" y="706483"/>
                  </a:lnTo>
                  <a:lnTo>
                    <a:pt x="635602" y="706689"/>
                  </a:lnTo>
                  <a:lnTo>
                    <a:pt x="635170" y="706702"/>
                  </a:lnTo>
                  <a:lnTo>
                    <a:pt x="634513" y="707205"/>
                  </a:lnTo>
                  <a:lnTo>
                    <a:pt x="634247" y="707540"/>
                  </a:lnTo>
                  <a:lnTo>
                    <a:pt x="633879" y="707770"/>
                  </a:lnTo>
                  <a:lnTo>
                    <a:pt x="633718" y="707757"/>
                  </a:lnTo>
                  <a:lnTo>
                    <a:pt x="633357" y="707464"/>
                  </a:lnTo>
                  <a:lnTo>
                    <a:pt x="632975" y="707321"/>
                  </a:lnTo>
                  <a:lnTo>
                    <a:pt x="632512" y="707644"/>
                  </a:lnTo>
                  <a:lnTo>
                    <a:pt x="632268" y="707755"/>
                  </a:lnTo>
                  <a:lnTo>
                    <a:pt x="631658" y="707801"/>
                  </a:lnTo>
                  <a:lnTo>
                    <a:pt x="631238" y="707750"/>
                  </a:lnTo>
                  <a:lnTo>
                    <a:pt x="630860" y="707790"/>
                  </a:lnTo>
                  <a:lnTo>
                    <a:pt x="630604" y="707938"/>
                  </a:lnTo>
                  <a:lnTo>
                    <a:pt x="630331" y="708183"/>
                  </a:lnTo>
                  <a:lnTo>
                    <a:pt x="630138" y="708553"/>
                  </a:lnTo>
                  <a:lnTo>
                    <a:pt x="629465" y="708932"/>
                  </a:lnTo>
                  <a:lnTo>
                    <a:pt x="629055" y="708964"/>
                  </a:lnTo>
                  <a:lnTo>
                    <a:pt x="628858" y="708971"/>
                  </a:lnTo>
                  <a:lnTo>
                    <a:pt x="628544" y="708845"/>
                  </a:lnTo>
                  <a:lnTo>
                    <a:pt x="628107" y="708833"/>
                  </a:lnTo>
                  <a:lnTo>
                    <a:pt x="627886" y="708935"/>
                  </a:lnTo>
                  <a:lnTo>
                    <a:pt x="627375" y="709149"/>
                  </a:lnTo>
                  <a:lnTo>
                    <a:pt x="627001" y="708958"/>
                  </a:lnTo>
                  <a:lnTo>
                    <a:pt x="626656" y="708675"/>
                  </a:lnTo>
                  <a:lnTo>
                    <a:pt x="626667" y="708404"/>
                  </a:lnTo>
                  <a:lnTo>
                    <a:pt x="626623" y="708268"/>
                  </a:lnTo>
                  <a:lnTo>
                    <a:pt x="626421" y="707981"/>
                  </a:lnTo>
                  <a:lnTo>
                    <a:pt x="625985" y="707524"/>
                  </a:lnTo>
                  <a:lnTo>
                    <a:pt x="625015" y="707646"/>
                  </a:lnTo>
                  <a:lnTo>
                    <a:pt x="624595" y="707438"/>
                  </a:lnTo>
                  <a:lnTo>
                    <a:pt x="624541" y="707307"/>
                  </a:lnTo>
                  <a:lnTo>
                    <a:pt x="624451" y="707132"/>
                  </a:lnTo>
                  <a:lnTo>
                    <a:pt x="624166" y="706909"/>
                  </a:lnTo>
                  <a:lnTo>
                    <a:pt x="623471" y="707023"/>
                  </a:lnTo>
                  <a:lnTo>
                    <a:pt x="623039" y="707434"/>
                  </a:lnTo>
                  <a:lnTo>
                    <a:pt x="622802" y="707183"/>
                  </a:lnTo>
                  <a:lnTo>
                    <a:pt x="622383" y="706866"/>
                  </a:lnTo>
                  <a:lnTo>
                    <a:pt x="621360" y="706363"/>
                  </a:lnTo>
                  <a:lnTo>
                    <a:pt x="620797" y="706231"/>
                  </a:lnTo>
                  <a:lnTo>
                    <a:pt x="620461" y="706288"/>
                  </a:lnTo>
                  <a:lnTo>
                    <a:pt x="620200" y="706300"/>
                  </a:lnTo>
                  <a:lnTo>
                    <a:pt x="619894" y="706243"/>
                  </a:lnTo>
                  <a:lnTo>
                    <a:pt x="619512" y="706330"/>
                  </a:lnTo>
                  <a:lnTo>
                    <a:pt x="619384" y="706417"/>
                  </a:lnTo>
                  <a:lnTo>
                    <a:pt x="618834" y="707021"/>
                  </a:lnTo>
                  <a:lnTo>
                    <a:pt x="618945" y="707786"/>
                  </a:lnTo>
                  <a:lnTo>
                    <a:pt x="618841" y="708234"/>
                  </a:lnTo>
                  <a:lnTo>
                    <a:pt x="618625" y="708839"/>
                  </a:lnTo>
                  <a:lnTo>
                    <a:pt x="618326" y="708972"/>
                  </a:lnTo>
                  <a:lnTo>
                    <a:pt x="617739" y="709155"/>
                  </a:lnTo>
                  <a:lnTo>
                    <a:pt x="617756" y="709477"/>
                  </a:lnTo>
                  <a:lnTo>
                    <a:pt x="618073" y="709926"/>
                  </a:lnTo>
                  <a:lnTo>
                    <a:pt x="618195" y="710381"/>
                  </a:lnTo>
                  <a:lnTo>
                    <a:pt x="618111" y="710623"/>
                  </a:lnTo>
                  <a:lnTo>
                    <a:pt x="617894" y="710851"/>
                  </a:lnTo>
                  <a:lnTo>
                    <a:pt x="618189" y="711074"/>
                  </a:lnTo>
                  <a:lnTo>
                    <a:pt x="618106" y="711265"/>
                  </a:lnTo>
                  <a:lnTo>
                    <a:pt x="617925" y="711476"/>
                  </a:lnTo>
                  <a:lnTo>
                    <a:pt x="618102" y="711737"/>
                  </a:lnTo>
                  <a:lnTo>
                    <a:pt x="618497" y="712070"/>
                  </a:lnTo>
                  <a:lnTo>
                    <a:pt x="618958" y="712900"/>
                  </a:lnTo>
                  <a:lnTo>
                    <a:pt x="619164" y="713291"/>
                  </a:lnTo>
                  <a:lnTo>
                    <a:pt x="619348" y="713790"/>
                  </a:lnTo>
                  <a:lnTo>
                    <a:pt x="619521" y="714261"/>
                  </a:lnTo>
                  <a:lnTo>
                    <a:pt x="619610" y="714661"/>
                  </a:lnTo>
                  <a:lnTo>
                    <a:pt x="619656" y="714840"/>
                  </a:lnTo>
                  <a:lnTo>
                    <a:pt x="619810" y="714900"/>
                  </a:lnTo>
                  <a:lnTo>
                    <a:pt x="619965" y="714888"/>
                  </a:lnTo>
                  <a:lnTo>
                    <a:pt x="620281" y="714779"/>
                  </a:lnTo>
                  <a:lnTo>
                    <a:pt x="620379" y="714974"/>
                  </a:lnTo>
                  <a:lnTo>
                    <a:pt x="620606" y="715376"/>
                  </a:lnTo>
                  <a:lnTo>
                    <a:pt x="620871" y="715179"/>
                  </a:lnTo>
                  <a:lnTo>
                    <a:pt x="620954" y="715314"/>
                  </a:lnTo>
                  <a:lnTo>
                    <a:pt x="621010" y="715481"/>
                  </a:lnTo>
                  <a:lnTo>
                    <a:pt x="621032" y="715655"/>
                  </a:lnTo>
                  <a:lnTo>
                    <a:pt x="620853" y="716097"/>
                  </a:lnTo>
                  <a:lnTo>
                    <a:pt x="620849" y="716261"/>
                  </a:lnTo>
                  <a:lnTo>
                    <a:pt x="620141" y="716988"/>
                  </a:lnTo>
                  <a:lnTo>
                    <a:pt x="619926" y="716975"/>
                  </a:lnTo>
                  <a:lnTo>
                    <a:pt x="619495" y="716989"/>
                  </a:lnTo>
                  <a:lnTo>
                    <a:pt x="619327" y="717125"/>
                  </a:lnTo>
                  <a:lnTo>
                    <a:pt x="619202" y="717298"/>
                  </a:lnTo>
                  <a:lnTo>
                    <a:pt x="618895" y="717556"/>
                  </a:lnTo>
                  <a:lnTo>
                    <a:pt x="618593" y="717681"/>
                  </a:lnTo>
                  <a:lnTo>
                    <a:pt x="618214" y="717852"/>
                  </a:lnTo>
                  <a:lnTo>
                    <a:pt x="617888" y="718000"/>
                  </a:lnTo>
                  <a:lnTo>
                    <a:pt x="617043" y="718229"/>
                  </a:lnTo>
                  <a:lnTo>
                    <a:pt x="616909" y="718068"/>
                  </a:lnTo>
                  <a:lnTo>
                    <a:pt x="616718" y="718164"/>
                  </a:lnTo>
                  <a:lnTo>
                    <a:pt x="616137" y="718857"/>
                  </a:lnTo>
                  <a:lnTo>
                    <a:pt x="615968" y="719266"/>
                  </a:lnTo>
                  <a:lnTo>
                    <a:pt x="615764" y="719679"/>
                  </a:lnTo>
                  <a:lnTo>
                    <a:pt x="615304" y="719847"/>
                  </a:lnTo>
                  <a:lnTo>
                    <a:pt x="615175" y="719856"/>
                  </a:lnTo>
                  <a:lnTo>
                    <a:pt x="614777" y="720018"/>
                  </a:lnTo>
                  <a:lnTo>
                    <a:pt x="614276" y="720257"/>
                  </a:lnTo>
                  <a:lnTo>
                    <a:pt x="613961" y="720288"/>
                  </a:lnTo>
                  <a:lnTo>
                    <a:pt x="613637" y="720766"/>
                  </a:lnTo>
                  <a:lnTo>
                    <a:pt x="613301" y="721126"/>
                  </a:lnTo>
                  <a:lnTo>
                    <a:pt x="613129" y="721196"/>
                  </a:lnTo>
                  <a:lnTo>
                    <a:pt x="612971" y="721187"/>
                  </a:lnTo>
                  <a:lnTo>
                    <a:pt x="612447" y="721061"/>
                  </a:lnTo>
                  <a:lnTo>
                    <a:pt x="612212" y="721203"/>
                  </a:lnTo>
                  <a:lnTo>
                    <a:pt x="612055" y="721312"/>
                  </a:lnTo>
                  <a:lnTo>
                    <a:pt x="611769" y="721302"/>
                  </a:lnTo>
                  <a:lnTo>
                    <a:pt x="611299" y="720730"/>
                  </a:lnTo>
                  <a:lnTo>
                    <a:pt x="610954" y="720490"/>
                  </a:lnTo>
                  <a:lnTo>
                    <a:pt x="610512" y="720605"/>
                  </a:lnTo>
                  <a:lnTo>
                    <a:pt x="609975" y="720533"/>
                  </a:lnTo>
                  <a:lnTo>
                    <a:pt x="609646" y="720829"/>
                  </a:lnTo>
                  <a:lnTo>
                    <a:pt x="609605" y="721029"/>
                  </a:lnTo>
                  <a:lnTo>
                    <a:pt x="609536" y="721359"/>
                  </a:lnTo>
                  <a:lnTo>
                    <a:pt x="609542" y="721585"/>
                  </a:lnTo>
                  <a:lnTo>
                    <a:pt x="609567" y="722041"/>
                  </a:lnTo>
                  <a:lnTo>
                    <a:pt x="609340" y="722269"/>
                  </a:lnTo>
                  <a:lnTo>
                    <a:pt x="608978" y="722633"/>
                  </a:lnTo>
                  <a:lnTo>
                    <a:pt x="608813" y="722680"/>
                  </a:lnTo>
                  <a:lnTo>
                    <a:pt x="608634" y="722679"/>
                  </a:lnTo>
                  <a:lnTo>
                    <a:pt x="608478" y="722678"/>
                  </a:lnTo>
                  <a:lnTo>
                    <a:pt x="608150" y="722854"/>
                  </a:lnTo>
                  <a:lnTo>
                    <a:pt x="608112" y="723147"/>
                  </a:lnTo>
                  <a:lnTo>
                    <a:pt x="608064" y="723290"/>
                  </a:lnTo>
                  <a:lnTo>
                    <a:pt x="607546" y="723422"/>
                  </a:lnTo>
                  <a:lnTo>
                    <a:pt x="607330" y="723493"/>
                  </a:lnTo>
                  <a:lnTo>
                    <a:pt x="606963" y="723614"/>
                  </a:lnTo>
                  <a:lnTo>
                    <a:pt x="606210" y="723932"/>
                  </a:lnTo>
                  <a:lnTo>
                    <a:pt x="605940" y="724112"/>
                  </a:lnTo>
                  <a:lnTo>
                    <a:pt x="605039" y="724354"/>
                  </a:lnTo>
                  <a:lnTo>
                    <a:pt x="604610" y="724445"/>
                  </a:lnTo>
                  <a:lnTo>
                    <a:pt x="604452" y="724303"/>
                  </a:lnTo>
                  <a:lnTo>
                    <a:pt x="603951" y="723720"/>
                  </a:lnTo>
                  <a:lnTo>
                    <a:pt x="603939" y="723512"/>
                  </a:lnTo>
                  <a:lnTo>
                    <a:pt x="603602" y="723039"/>
                  </a:lnTo>
                  <a:lnTo>
                    <a:pt x="603251" y="722401"/>
                  </a:lnTo>
                  <a:lnTo>
                    <a:pt x="603130" y="722129"/>
                  </a:lnTo>
                  <a:lnTo>
                    <a:pt x="602728" y="722063"/>
                  </a:lnTo>
                  <a:lnTo>
                    <a:pt x="602251" y="721700"/>
                  </a:lnTo>
                  <a:lnTo>
                    <a:pt x="601867" y="721649"/>
                  </a:lnTo>
                  <a:lnTo>
                    <a:pt x="601531" y="721670"/>
                  </a:lnTo>
                  <a:lnTo>
                    <a:pt x="601274" y="721558"/>
                  </a:lnTo>
                  <a:lnTo>
                    <a:pt x="601119" y="721508"/>
                  </a:lnTo>
                  <a:lnTo>
                    <a:pt x="600622" y="721452"/>
                  </a:lnTo>
                  <a:lnTo>
                    <a:pt x="600081" y="722006"/>
                  </a:lnTo>
                  <a:lnTo>
                    <a:pt x="599569" y="722002"/>
                  </a:lnTo>
                  <a:lnTo>
                    <a:pt x="598531" y="722372"/>
                  </a:lnTo>
                  <a:lnTo>
                    <a:pt x="598321" y="722316"/>
                  </a:lnTo>
                  <a:lnTo>
                    <a:pt x="598026" y="722317"/>
                  </a:lnTo>
                  <a:lnTo>
                    <a:pt x="597834" y="722576"/>
                  </a:lnTo>
                  <a:lnTo>
                    <a:pt x="597589" y="722745"/>
                  </a:lnTo>
                  <a:lnTo>
                    <a:pt x="597192" y="722971"/>
                  </a:lnTo>
                  <a:lnTo>
                    <a:pt x="597004" y="723013"/>
                  </a:lnTo>
                  <a:lnTo>
                    <a:pt x="596624" y="722995"/>
                  </a:lnTo>
                  <a:lnTo>
                    <a:pt x="596162" y="723307"/>
                  </a:lnTo>
                  <a:lnTo>
                    <a:pt x="595604" y="723662"/>
                  </a:lnTo>
                  <a:lnTo>
                    <a:pt x="595434" y="723773"/>
                  </a:lnTo>
                  <a:lnTo>
                    <a:pt x="594822" y="723994"/>
                  </a:lnTo>
                  <a:lnTo>
                    <a:pt x="594337" y="723989"/>
                  </a:lnTo>
                  <a:lnTo>
                    <a:pt x="594178" y="723985"/>
                  </a:lnTo>
                  <a:lnTo>
                    <a:pt x="593746" y="724015"/>
                  </a:lnTo>
                  <a:lnTo>
                    <a:pt x="593468" y="723211"/>
                  </a:lnTo>
                  <a:lnTo>
                    <a:pt x="593429" y="723016"/>
                  </a:lnTo>
                  <a:lnTo>
                    <a:pt x="593244" y="722652"/>
                  </a:lnTo>
                  <a:lnTo>
                    <a:pt x="593123" y="722493"/>
                  </a:lnTo>
                  <a:lnTo>
                    <a:pt x="592790" y="722332"/>
                  </a:lnTo>
                  <a:lnTo>
                    <a:pt x="592385" y="721810"/>
                  </a:lnTo>
                  <a:lnTo>
                    <a:pt x="592305" y="721654"/>
                  </a:lnTo>
                  <a:lnTo>
                    <a:pt x="592031" y="721196"/>
                  </a:lnTo>
                  <a:lnTo>
                    <a:pt x="591225" y="720740"/>
                  </a:lnTo>
                  <a:lnTo>
                    <a:pt x="590982" y="720742"/>
                  </a:lnTo>
                  <a:lnTo>
                    <a:pt x="590723" y="721015"/>
                  </a:lnTo>
                  <a:lnTo>
                    <a:pt x="590467" y="721444"/>
                  </a:lnTo>
                  <a:lnTo>
                    <a:pt x="590141" y="721469"/>
                  </a:lnTo>
                  <a:lnTo>
                    <a:pt x="589511" y="721832"/>
                  </a:lnTo>
                  <a:lnTo>
                    <a:pt x="588960" y="721820"/>
                  </a:lnTo>
                  <a:lnTo>
                    <a:pt x="588343" y="721742"/>
                  </a:lnTo>
                  <a:lnTo>
                    <a:pt x="588009" y="721674"/>
                  </a:lnTo>
                  <a:lnTo>
                    <a:pt x="587510" y="721948"/>
                  </a:lnTo>
                  <a:lnTo>
                    <a:pt x="587257" y="722227"/>
                  </a:lnTo>
                  <a:lnTo>
                    <a:pt x="586841" y="721993"/>
                  </a:lnTo>
                  <a:lnTo>
                    <a:pt x="586480" y="721834"/>
                  </a:lnTo>
                  <a:lnTo>
                    <a:pt x="586089" y="721479"/>
                  </a:lnTo>
                  <a:lnTo>
                    <a:pt x="585949" y="721162"/>
                  </a:lnTo>
                  <a:lnTo>
                    <a:pt x="585644" y="720875"/>
                  </a:lnTo>
                  <a:lnTo>
                    <a:pt x="585487" y="720400"/>
                  </a:lnTo>
                  <a:lnTo>
                    <a:pt x="585444" y="720149"/>
                  </a:lnTo>
                  <a:lnTo>
                    <a:pt x="585076" y="720082"/>
                  </a:lnTo>
                  <a:lnTo>
                    <a:pt x="584227" y="720375"/>
                  </a:lnTo>
                  <a:lnTo>
                    <a:pt x="583829" y="720754"/>
                  </a:lnTo>
                  <a:lnTo>
                    <a:pt x="583485" y="720816"/>
                  </a:lnTo>
                  <a:lnTo>
                    <a:pt x="583043" y="720647"/>
                  </a:lnTo>
                  <a:lnTo>
                    <a:pt x="582774" y="720742"/>
                  </a:lnTo>
                  <a:lnTo>
                    <a:pt x="582515" y="720864"/>
                  </a:lnTo>
                  <a:lnTo>
                    <a:pt x="582384" y="720738"/>
                  </a:lnTo>
                  <a:lnTo>
                    <a:pt x="582180" y="720478"/>
                  </a:lnTo>
                  <a:lnTo>
                    <a:pt x="582021" y="720269"/>
                  </a:lnTo>
                  <a:lnTo>
                    <a:pt x="581767" y="720067"/>
                  </a:lnTo>
                  <a:lnTo>
                    <a:pt x="581620" y="719974"/>
                  </a:lnTo>
                  <a:lnTo>
                    <a:pt x="581463" y="719914"/>
                  </a:lnTo>
                  <a:lnTo>
                    <a:pt x="581238" y="719588"/>
                  </a:lnTo>
                  <a:lnTo>
                    <a:pt x="580735" y="719281"/>
                  </a:lnTo>
                  <a:lnTo>
                    <a:pt x="580075" y="718983"/>
                  </a:lnTo>
                  <a:lnTo>
                    <a:pt x="579973" y="718828"/>
                  </a:lnTo>
                  <a:lnTo>
                    <a:pt x="579771" y="718463"/>
                  </a:lnTo>
                  <a:lnTo>
                    <a:pt x="579713" y="718324"/>
                  </a:lnTo>
                  <a:lnTo>
                    <a:pt x="579682" y="718121"/>
                  </a:lnTo>
                  <a:lnTo>
                    <a:pt x="579660" y="717709"/>
                  </a:lnTo>
                  <a:lnTo>
                    <a:pt x="579600" y="717516"/>
                  </a:lnTo>
                  <a:lnTo>
                    <a:pt x="579070" y="717174"/>
                  </a:lnTo>
                  <a:lnTo>
                    <a:pt x="578831" y="717066"/>
                  </a:lnTo>
                  <a:lnTo>
                    <a:pt x="578123" y="716976"/>
                  </a:lnTo>
                  <a:lnTo>
                    <a:pt x="577867" y="717195"/>
                  </a:lnTo>
                  <a:lnTo>
                    <a:pt x="577673" y="717304"/>
                  </a:lnTo>
                  <a:lnTo>
                    <a:pt x="577537" y="717358"/>
                  </a:lnTo>
                  <a:lnTo>
                    <a:pt x="577216" y="717364"/>
                  </a:lnTo>
                  <a:lnTo>
                    <a:pt x="576979" y="717227"/>
                  </a:lnTo>
                  <a:lnTo>
                    <a:pt x="576759" y="716760"/>
                  </a:lnTo>
                  <a:lnTo>
                    <a:pt x="576553" y="716468"/>
                  </a:lnTo>
                  <a:lnTo>
                    <a:pt x="576395" y="716243"/>
                  </a:lnTo>
                  <a:lnTo>
                    <a:pt x="576195" y="715790"/>
                  </a:lnTo>
                  <a:lnTo>
                    <a:pt x="575892" y="715755"/>
                  </a:lnTo>
                  <a:lnTo>
                    <a:pt x="575516" y="715712"/>
                  </a:lnTo>
                  <a:lnTo>
                    <a:pt x="575216" y="715770"/>
                  </a:lnTo>
                  <a:lnTo>
                    <a:pt x="574964" y="715995"/>
                  </a:lnTo>
                  <a:lnTo>
                    <a:pt x="574758" y="716060"/>
                  </a:lnTo>
                  <a:lnTo>
                    <a:pt x="574440" y="716132"/>
                  </a:lnTo>
                  <a:lnTo>
                    <a:pt x="574040" y="716180"/>
                  </a:lnTo>
                  <a:lnTo>
                    <a:pt x="573885" y="716175"/>
                  </a:lnTo>
                  <a:lnTo>
                    <a:pt x="573575" y="716029"/>
                  </a:lnTo>
                  <a:lnTo>
                    <a:pt x="573547" y="715853"/>
                  </a:lnTo>
                  <a:lnTo>
                    <a:pt x="573515" y="715698"/>
                  </a:lnTo>
                  <a:lnTo>
                    <a:pt x="573242" y="715451"/>
                  </a:lnTo>
                  <a:lnTo>
                    <a:pt x="572927" y="715330"/>
                  </a:lnTo>
                  <a:lnTo>
                    <a:pt x="572759" y="715330"/>
                  </a:lnTo>
                  <a:lnTo>
                    <a:pt x="572537" y="715223"/>
                  </a:lnTo>
                  <a:lnTo>
                    <a:pt x="572251" y="715063"/>
                  </a:lnTo>
                  <a:lnTo>
                    <a:pt x="572204" y="714773"/>
                  </a:lnTo>
                  <a:lnTo>
                    <a:pt x="572106" y="714514"/>
                  </a:lnTo>
                  <a:lnTo>
                    <a:pt x="571913" y="714367"/>
                  </a:lnTo>
                  <a:lnTo>
                    <a:pt x="571301" y="714247"/>
                  </a:lnTo>
                  <a:lnTo>
                    <a:pt x="571085" y="714129"/>
                  </a:lnTo>
                  <a:lnTo>
                    <a:pt x="570880" y="713694"/>
                  </a:lnTo>
                  <a:lnTo>
                    <a:pt x="570670" y="713647"/>
                  </a:lnTo>
                  <a:lnTo>
                    <a:pt x="570411" y="713564"/>
                  </a:lnTo>
                  <a:lnTo>
                    <a:pt x="570297" y="713400"/>
                  </a:lnTo>
                  <a:lnTo>
                    <a:pt x="570032" y="713208"/>
                  </a:lnTo>
                  <a:lnTo>
                    <a:pt x="569644" y="712969"/>
                  </a:lnTo>
                  <a:lnTo>
                    <a:pt x="569648" y="712634"/>
                  </a:lnTo>
                  <a:lnTo>
                    <a:pt x="569418" y="712262"/>
                  </a:lnTo>
                  <a:lnTo>
                    <a:pt x="569175" y="712133"/>
                  </a:lnTo>
                  <a:lnTo>
                    <a:pt x="568894" y="712090"/>
                  </a:lnTo>
                  <a:lnTo>
                    <a:pt x="568426" y="712095"/>
                  </a:lnTo>
                  <a:lnTo>
                    <a:pt x="567625" y="712062"/>
                  </a:lnTo>
                  <a:lnTo>
                    <a:pt x="566964" y="711845"/>
                  </a:lnTo>
                  <a:lnTo>
                    <a:pt x="566266" y="711730"/>
                  </a:lnTo>
                  <a:lnTo>
                    <a:pt x="565932" y="711381"/>
                  </a:lnTo>
                  <a:lnTo>
                    <a:pt x="565946" y="711083"/>
                  </a:lnTo>
                  <a:lnTo>
                    <a:pt x="565943" y="710528"/>
                  </a:lnTo>
                  <a:lnTo>
                    <a:pt x="565804" y="710074"/>
                  </a:lnTo>
                  <a:lnTo>
                    <a:pt x="565841" y="709678"/>
                  </a:lnTo>
                  <a:lnTo>
                    <a:pt x="565564" y="709100"/>
                  </a:lnTo>
                  <a:lnTo>
                    <a:pt x="565158" y="708731"/>
                  </a:lnTo>
                  <a:lnTo>
                    <a:pt x="565171" y="708479"/>
                  </a:lnTo>
                  <a:lnTo>
                    <a:pt x="565139" y="708193"/>
                  </a:lnTo>
                  <a:lnTo>
                    <a:pt x="565396" y="707702"/>
                  </a:lnTo>
                  <a:lnTo>
                    <a:pt x="565395" y="707422"/>
                  </a:lnTo>
                  <a:lnTo>
                    <a:pt x="565375" y="707185"/>
                  </a:lnTo>
                  <a:lnTo>
                    <a:pt x="565417" y="706980"/>
                  </a:lnTo>
                  <a:lnTo>
                    <a:pt x="565652" y="706543"/>
                  </a:lnTo>
                  <a:lnTo>
                    <a:pt x="565598" y="706118"/>
                  </a:lnTo>
                  <a:lnTo>
                    <a:pt x="565777" y="705671"/>
                  </a:lnTo>
                  <a:lnTo>
                    <a:pt x="566093" y="705436"/>
                  </a:lnTo>
                  <a:lnTo>
                    <a:pt x="566682" y="705352"/>
                  </a:lnTo>
                  <a:lnTo>
                    <a:pt x="567191" y="705598"/>
                  </a:lnTo>
                  <a:lnTo>
                    <a:pt x="567477" y="705439"/>
                  </a:lnTo>
                  <a:lnTo>
                    <a:pt x="567676" y="705424"/>
                  </a:lnTo>
                  <a:lnTo>
                    <a:pt x="567819" y="705458"/>
                  </a:lnTo>
                  <a:lnTo>
                    <a:pt x="568111" y="705594"/>
                  </a:lnTo>
                  <a:lnTo>
                    <a:pt x="568339" y="705823"/>
                  </a:lnTo>
                  <a:lnTo>
                    <a:pt x="568532" y="705828"/>
                  </a:lnTo>
                  <a:lnTo>
                    <a:pt x="568740" y="705809"/>
                  </a:lnTo>
                  <a:lnTo>
                    <a:pt x="569095" y="705756"/>
                  </a:lnTo>
                  <a:lnTo>
                    <a:pt x="569602" y="705536"/>
                  </a:lnTo>
                  <a:lnTo>
                    <a:pt x="569735" y="705271"/>
                  </a:lnTo>
                  <a:lnTo>
                    <a:pt x="569894" y="704936"/>
                  </a:lnTo>
                  <a:lnTo>
                    <a:pt x="570003" y="704440"/>
                  </a:lnTo>
                  <a:lnTo>
                    <a:pt x="569937" y="704140"/>
                  </a:lnTo>
                  <a:lnTo>
                    <a:pt x="570020" y="703642"/>
                  </a:lnTo>
                  <a:lnTo>
                    <a:pt x="570155" y="703124"/>
                  </a:lnTo>
                  <a:lnTo>
                    <a:pt x="570278" y="702910"/>
                  </a:lnTo>
                  <a:lnTo>
                    <a:pt x="570557" y="702667"/>
                  </a:lnTo>
                  <a:lnTo>
                    <a:pt x="570766" y="702512"/>
                  </a:lnTo>
                  <a:lnTo>
                    <a:pt x="571009" y="702432"/>
                  </a:lnTo>
                  <a:lnTo>
                    <a:pt x="571150" y="702418"/>
                  </a:lnTo>
                  <a:lnTo>
                    <a:pt x="571909" y="702138"/>
                  </a:lnTo>
                  <a:lnTo>
                    <a:pt x="572236" y="701838"/>
                  </a:lnTo>
                  <a:lnTo>
                    <a:pt x="572164" y="701172"/>
                  </a:lnTo>
                  <a:lnTo>
                    <a:pt x="571774" y="700877"/>
                  </a:lnTo>
                  <a:lnTo>
                    <a:pt x="571542" y="700849"/>
                  </a:lnTo>
                  <a:lnTo>
                    <a:pt x="571169" y="700811"/>
                  </a:lnTo>
                  <a:lnTo>
                    <a:pt x="570784" y="700718"/>
                  </a:lnTo>
                  <a:lnTo>
                    <a:pt x="570627" y="700546"/>
                  </a:lnTo>
                  <a:lnTo>
                    <a:pt x="570299" y="700635"/>
                  </a:lnTo>
                  <a:lnTo>
                    <a:pt x="570074" y="700742"/>
                  </a:lnTo>
                  <a:lnTo>
                    <a:pt x="570010" y="700871"/>
                  </a:lnTo>
                  <a:lnTo>
                    <a:pt x="569774" y="701069"/>
                  </a:lnTo>
                  <a:lnTo>
                    <a:pt x="569475" y="701093"/>
                  </a:lnTo>
                  <a:lnTo>
                    <a:pt x="568756" y="700742"/>
                  </a:lnTo>
                  <a:lnTo>
                    <a:pt x="568424" y="700505"/>
                  </a:lnTo>
                  <a:lnTo>
                    <a:pt x="568230" y="700493"/>
                  </a:lnTo>
                  <a:lnTo>
                    <a:pt x="568006" y="700448"/>
                  </a:lnTo>
                  <a:lnTo>
                    <a:pt x="567861" y="700219"/>
                  </a:lnTo>
                  <a:lnTo>
                    <a:pt x="568204" y="699838"/>
                  </a:lnTo>
                  <a:lnTo>
                    <a:pt x="568509" y="699640"/>
                  </a:lnTo>
                  <a:lnTo>
                    <a:pt x="568661" y="699577"/>
                  </a:lnTo>
                  <a:lnTo>
                    <a:pt x="568755" y="699398"/>
                  </a:lnTo>
                  <a:lnTo>
                    <a:pt x="568986" y="698953"/>
                  </a:lnTo>
                  <a:lnTo>
                    <a:pt x="569069" y="698520"/>
                  </a:lnTo>
                  <a:lnTo>
                    <a:pt x="569574" y="698073"/>
                  </a:lnTo>
                  <a:lnTo>
                    <a:pt x="569377" y="697972"/>
                  </a:lnTo>
                  <a:lnTo>
                    <a:pt x="569120" y="698011"/>
                  </a:lnTo>
                  <a:lnTo>
                    <a:pt x="569032" y="697482"/>
                  </a:lnTo>
                  <a:lnTo>
                    <a:pt x="569075" y="697303"/>
                  </a:lnTo>
                  <a:lnTo>
                    <a:pt x="569502" y="697137"/>
                  </a:lnTo>
                  <a:lnTo>
                    <a:pt x="569967" y="696984"/>
                  </a:lnTo>
                  <a:lnTo>
                    <a:pt x="569664" y="696282"/>
                  </a:lnTo>
                  <a:lnTo>
                    <a:pt x="569623" y="696105"/>
                  </a:lnTo>
                  <a:lnTo>
                    <a:pt x="569591" y="695836"/>
                  </a:lnTo>
                  <a:lnTo>
                    <a:pt x="569381" y="695429"/>
                  </a:lnTo>
                  <a:lnTo>
                    <a:pt x="569258" y="695221"/>
                  </a:lnTo>
                  <a:lnTo>
                    <a:pt x="569016" y="694832"/>
                  </a:lnTo>
                  <a:lnTo>
                    <a:pt x="569057" y="694701"/>
                  </a:lnTo>
                  <a:lnTo>
                    <a:pt x="568963" y="694299"/>
                  </a:lnTo>
                  <a:lnTo>
                    <a:pt x="568834" y="694129"/>
                  </a:lnTo>
                  <a:lnTo>
                    <a:pt x="568692" y="693551"/>
                  </a:lnTo>
                  <a:lnTo>
                    <a:pt x="568701" y="693263"/>
                  </a:lnTo>
                  <a:lnTo>
                    <a:pt x="568509" y="692562"/>
                  </a:lnTo>
                  <a:lnTo>
                    <a:pt x="568114" y="692012"/>
                  </a:lnTo>
                  <a:lnTo>
                    <a:pt x="568042" y="691855"/>
                  </a:lnTo>
                  <a:lnTo>
                    <a:pt x="567958" y="691592"/>
                  </a:lnTo>
                  <a:lnTo>
                    <a:pt x="567910" y="691434"/>
                  </a:lnTo>
                  <a:lnTo>
                    <a:pt x="567720" y="691169"/>
                  </a:lnTo>
                  <a:lnTo>
                    <a:pt x="567512" y="691010"/>
                  </a:lnTo>
                  <a:lnTo>
                    <a:pt x="567441" y="690721"/>
                  </a:lnTo>
                  <a:lnTo>
                    <a:pt x="567388" y="690509"/>
                  </a:lnTo>
                  <a:lnTo>
                    <a:pt x="567487" y="690312"/>
                  </a:lnTo>
                  <a:lnTo>
                    <a:pt x="567641" y="689710"/>
                  </a:lnTo>
                  <a:lnTo>
                    <a:pt x="567585" y="689391"/>
                  </a:lnTo>
                  <a:lnTo>
                    <a:pt x="567462" y="688898"/>
                  </a:lnTo>
                  <a:lnTo>
                    <a:pt x="567354" y="688254"/>
                  </a:lnTo>
                  <a:lnTo>
                    <a:pt x="567223" y="687856"/>
                  </a:lnTo>
                  <a:lnTo>
                    <a:pt x="567136" y="687596"/>
                  </a:lnTo>
                  <a:lnTo>
                    <a:pt x="567002" y="687401"/>
                  </a:lnTo>
                  <a:lnTo>
                    <a:pt x="566711" y="686946"/>
                  </a:lnTo>
                  <a:lnTo>
                    <a:pt x="566792" y="686213"/>
                  </a:lnTo>
                  <a:lnTo>
                    <a:pt x="566957" y="686099"/>
                  </a:lnTo>
                  <a:lnTo>
                    <a:pt x="567161" y="685957"/>
                  </a:lnTo>
                  <a:lnTo>
                    <a:pt x="567451" y="685735"/>
                  </a:lnTo>
                  <a:lnTo>
                    <a:pt x="567715" y="685694"/>
                  </a:lnTo>
                  <a:lnTo>
                    <a:pt x="567869" y="685782"/>
                  </a:lnTo>
                  <a:lnTo>
                    <a:pt x="568107" y="685952"/>
                  </a:lnTo>
                  <a:lnTo>
                    <a:pt x="568581" y="686479"/>
                  </a:lnTo>
                  <a:lnTo>
                    <a:pt x="568816" y="686474"/>
                  </a:lnTo>
                  <a:lnTo>
                    <a:pt x="568988" y="686470"/>
                  </a:lnTo>
                  <a:lnTo>
                    <a:pt x="569537" y="686472"/>
                  </a:lnTo>
                  <a:lnTo>
                    <a:pt x="570310" y="686562"/>
                  </a:lnTo>
                  <a:lnTo>
                    <a:pt x="570604" y="686707"/>
                  </a:lnTo>
                  <a:lnTo>
                    <a:pt x="570824" y="686723"/>
                  </a:lnTo>
                  <a:lnTo>
                    <a:pt x="570850" y="686551"/>
                  </a:lnTo>
                  <a:lnTo>
                    <a:pt x="570879" y="686280"/>
                  </a:lnTo>
                  <a:lnTo>
                    <a:pt x="570770" y="686141"/>
                  </a:lnTo>
                  <a:lnTo>
                    <a:pt x="570911" y="685839"/>
                  </a:lnTo>
                  <a:lnTo>
                    <a:pt x="571565" y="685486"/>
                  </a:lnTo>
                  <a:lnTo>
                    <a:pt x="572021" y="685349"/>
                  </a:lnTo>
                  <a:lnTo>
                    <a:pt x="572441" y="685298"/>
                  </a:lnTo>
                  <a:lnTo>
                    <a:pt x="572701" y="685308"/>
                  </a:lnTo>
                  <a:lnTo>
                    <a:pt x="572396" y="685069"/>
                  </a:lnTo>
                  <a:lnTo>
                    <a:pt x="572219" y="685034"/>
                  </a:lnTo>
                  <a:lnTo>
                    <a:pt x="572022" y="685061"/>
                  </a:lnTo>
                  <a:lnTo>
                    <a:pt x="571527" y="684850"/>
                  </a:lnTo>
                  <a:lnTo>
                    <a:pt x="571221" y="684530"/>
                  </a:lnTo>
                  <a:lnTo>
                    <a:pt x="570986" y="684574"/>
                  </a:lnTo>
                  <a:lnTo>
                    <a:pt x="570834" y="684557"/>
                  </a:lnTo>
                  <a:lnTo>
                    <a:pt x="570588" y="684317"/>
                  </a:lnTo>
                  <a:lnTo>
                    <a:pt x="569733" y="683920"/>
                  </a:lnTo>
                  <a:lnTo>
                    <a:pt x="569593" y="683941"/>
                  </a:lnTo>
                  <a:lnTo>
                    <a:pt x="568989" y="684077"/>
                  </a:lnTo>
                  <a:lnTo>
                    <a:pt x="568394" y="684508"/>
                  </a:lnTo>
                  <a:lnTo>
                    <a:pt x="568270" y="684718"/>
                  </a:lnTo>
                  <a:lnTo>
                    <a:pt x="567557" y="684975"/>
                  </a:lnTo>
                  <a:lnTo>
                    <a:pt x="567310" y="684819"/>
                  </a:lnTo>
                  <a:lnTo>
                    <a:pt x="566837" y="684498"/>
                  </a:lnTo>
                  <a:lnTo>
                    <a:pt x="566574" y="684673"/>
                  </a:lnTo>
                  <a:lnTo>
                    <a:pt x="566390" y="684800"/>
                  </a:lnTo>
                  <a:lnTo>
                    <a:pt x="566057" y="684874"/>
                  </a:lnTo>
                  <a:lnTo>
                    <a:pt x="565943" y="684534"/>
                  </a:lnTo>
                  <a:lnTo>
                    <a:pt x="565937" y="684244"/>
                  </a:lnTo>
                  <a:lnTo>
                    <a:pt x="565825" y="684008"/>
                  </a:lnTo>
                  <a:lnTo>
                    <a:pt x="565663" y="683787"/>
                  </a:lnTo>
                  <a:lnTo>
                    <a:pt x="565588" y="683570"/>
                  </a:lnTo>
                  <a:lnTo>
                    <a:pt x="565554" y="683417"/>
                  </a:lnTo>
                  <a:lnTo>
                    <a:pt x="565583" y="683146"/>
                  </a:lnTo>
                  <a:lnTo>
                    <a:pt x="565563" y="682949"/>
                  </a:lnTo>
                  <a:lnTo>
                    <a:pt x="564980" y="682306"/>
                  </a:lnTo>
                  <a:lnTo>
                    <a:pt x="564902" y="681796"/>
                  </a:lnTo>
                  <a:lnTo>
                    <a:pt x="564637" y="681432"/>
                  </a:lnTo>
                  <a:lnTo>
                    <a:pt x="564486" y="681414"/>
                  </a:lnTo>
                  <a:lnTo>
                    <a:pt x="564357" y="681279"/>
                  </a:lnTo>
                  <a:lnTo>
                    <a:pt x="564316" y="681085"/>
                  </a:lnTo>
                  <a:lnTo>
                    <a:pt x="563837" y="680708"/>
                  </a:lnTo>
                  <a:lnTo>
                    <a:pt x="563666" y="680710"/>
                  </a:lnTo>
                  <a:lnTo>
                    <a:pt x="562986" y="681057"/>
                  </a:lnTo>
                  <a:lnTo>
                    <a:pt x="562567" y="680949"/>
                  </a:lnTo>
                  <a:lnTo>
                    <a:pt x="562529" y="680807"/>
                  </a:lnTo>
                  <a:lnTo>
                    <a:pt x="562374" y="680103"/>
                  </a:lnTo>
                  <a:lnTo>
                    <a:pt x="562430" y="679753"/>
                  </a:lnTo>
                  <a:lnTo>
                    <a:pt x="562436" y="679448"/>
                  </a:lnTo>
                  <a:lnTo>
                    <a:pt x="562347" y="678895"/>
                  </a:lnTo>
                  <a:lnTo>
                    <a:pt x="561878" y="678449"/>
                  </a:lnTo>
                  <a:lnTo>
                    <a:pt x="561132" y="677916"/>
                  </a:lnTo>
                  <a:lnTo>
                    <a:pt x="560785" y="677690"/>
                  </a:lnTo>
                  <a:lnTo>
                    <a:pt x="560635" y="677510"/>
                  </a:lnTo>
                  <a:lnTo>
                    <a:pt x="560578" y="677106"/>
                  </a:lnTo>
                  <a:lnTo>
                    <a:pt x="560592" y="676854"/>
                  </a:lnTo>
                  <a:lnTo>
                    <a:pt x="560657" y="676553"/>
                  </a:lnTo>
                  <a:lnTo>
                    <a:pt x="560589" y="676348"/>
                  </a:lnTo>
                  <a:lnTo>
                    <a:pt x="560412" y="676118"/>
                  </a:lnTo>
                  <a:lnTo>
                    <a:pt x="560334" y="675612"/>
                  </a:lnTo>
                  <a:lnTo>
                    <a:pt x="560396" y="675245"/>
                  </a:lnTo>
                  <a:lnTo>
                    <a:pt x="560299" y="675009"/>
                  </a:lnTo>
                  <a:lnTo>
                    <a:pt x="559968" y="674957"/>
                  </a:lnTo>
                  <a:lnTo>
                    <a:pt x="559636" y="674438"/>
                  </a:lnTo>
                  <a:lnTo>
                    <a:pt x="559644" y="674109"/>
                  </a:lnTo>
                  <a:lnTo>
                    <a:pt x="559656" y="673886"/>
                  </a:lnTo>
                  <a:lnTo>
                    <a:pt x="559412" y="673508"/>
                  </a:lnTo>
                  <a:lnTo>
                    <a:pt x="559417" y="673256"/>
                  </a:lnTo>
                  <a:lnTo>
                    <a:pt x="559495" y="673079"/>
                  </a:lnTo>
                  <a:lnTo>
                    <a:pt x="559672" y="672814"/>
                  </a:lnTo>
                  <a:lnTo>
                    <a:pt x="559938" y="672689"/>
                  </a:lnTo>
                  <a:lnTo>
                    <a:pt x="559987" y="672473"/>
                  </a:lnTo>
                  <a:lnTo>
                    <a:pt x="559982" y="672260"/>
                  </a:lnTo>
                  <a:lnTo>
                    <a:pt x="559969" y="671972"/>
                  </a:lnTo>
                  <a:lnTo>
                    <a:pt x="560085" y="671792"/>
                  </a:lnTo>
                  <a:lnTo>
                    <a:pt x="560251" y="671779"/>
                  </a:lnTo>
                  <a:lnTo>
                    <a:pt x="560566" y="671371"/>
                  </a:lnTo>
                  <a:lnTo>
                    <a:pt x="560381" y="671251"/>
                  </a:lnTo>
                  <a:lnTo>
                    <a:pt x="560464" y="670698"/>
                  </a:lnTo>
                  <a:lnTo>
                    <a:pt x="560398" y="670480"/>
                  </a:lnTo>
                  <a:lnTo>
                    <a:pt x="560348" y="670335"/>
                  </a:lnTo>
                  <a:lnTo>
                    <a:pt x="560086" y="669840"/>
                  </a:lnTo>
                  <a:lnTo>
                    <a:pt x="559940" y="669645"/>
                  </a:lnTo>
                  <a:lnTo>
                    <a:pt x="559656" y="669505"/>
                  </a:lnTo>
                  <a:lnTo>
                    <a:pt x="559171" y="669060"/>
                  </a:lnTo>
                  <a:lnTo>
                    <a:pt x="558749" y="668747"/>
                  </a:lnTo>
                  <a:lnTo>
                    <a:pt x="558451" y="668516"/>
                  </a:lnTo>
                  <a:lnTo>
                    <a:pt x="558289" y="668174"/>
                  </a:lnTo>
                  <a:lnTo>
                    <a:pt x="557758" y="667667"/>
                  </a:lnTo>
                  <a:lnTo>
                    <a:pt x="557548" y="667348"/>
                  </a:lnTo>
                  <a:lnTo>
                    <a:pt x="557306" y="667039"/>
                  </a:lnTo>
                  <a:lnTo>
                    <a:pt x="557114" y="666936"/>
                  </a:lnTo>
                  <a:lnTo>
                    <a:pt x="556957" y="666934"/>
                  </a:lnTo>
                  <a:lnTo>
                    <a:pt x="556723" y="666859"/>
                  </a:lnTo>
                  <a:lnTo>
                    <a:pt x="556546" y="666734"/>
                  </a:lnTo>
                  <a:lnTo>
                    <a:pt x="556080" y="666541"/>
                  </a:lnTo>
                  <a:lnTo>
                    <a:pt x="555632" y="666377"/>
                  </a:lnTo>
                  <a:lnTo>
                    <a:pt x="555383" y="666383"/>
                  </a:lnTo>
                  <a:lnTo>
                    <a:pt x="554918" y="666064"/>
                  </a:lnTo>
                  <a:lnTo>
                    <a:pt x="554285" y="665798"/>
                  </a:lnTo>
                  <a:lnTo>
                    <a:pt x="553868" y="665715"/>
                  </a:lnTo>
                  <a:lnTo>
                    <a:pt x="553462" y="665808"/>
                  </a:lnTo>
                  <a:lnTo>
                    <a:pt x="553173" y="665918"/>
                  </a:lnTo>
                  <a:lnTo>
                    <a:pt x="552436" y="666009"/>
                  </a:lnTo>
                  <a:lnTo>
                    <a:pt x="552051" y="666038"/>
                  </a:lnTo>
                  <a:lnTo>
                    <a:pt x="551547" y="666200"/>
                  </a:lnTo>
                  <a:lnTo>
                    <a:pt x="551379" y="666254"/>
                  </a:lnTo>
                  <a:lnTo>
                    <a:pt x="551158" y="666307"/>
                  </a:lnTo>
                  <a:lnTo>
                    <a:pt x="550733" y="666409"/>
                  </a:lnTo>
                  <a:lnTo>
                    <a:pt x="550492" y="666433"/>
                  </a:lnTo>
                  <a:lnTo>
                    <a:pt x="549944" y="666376"/>
                  </a:lnTo>
                  <a:lnTo>
                    <a:pt x="549426" y="666239"/>
                  </a:lnTo>
                  <a:lnTo>
                    <a:pt x="549169" y="666114"/>
                  </a:lnTo>
                  <a:lnTo>
                    <a:pt x="548884" y="665959"/>
                  </a:lnTo>
                  <a:lnTo>
                    <a:pt x="548719" y="665946"/>
                  </a:lnTo>
                  <a:lnTo>
                    <a:pt x="548396" y="665990"/>
                  </a:lnTo>
                  <a:lnTo>
                    <a:pt x="548095" y="666031"/>
                  </a:lnTo>
                  <a:lnTo>
                    <a:pt x="547222" y="666073"/>
                  </a:lnTo>
                  <a:lnTo>
                    <a:pt x="546579" y="666006"/>
                  </a:lnTo>
                  <a:lnTo>
                    <a:pt x="546138" y="665804"/>
                  </a:lnTo>
                  <a:lnTo>
                    <a:pt x="545796" y="665720"/>
                  </a:lnTo>
                  <a:lnTo>
                    <a:pt x="545659" y="665731"/>
                  </a:lnTo>
                  <a:lnTo>
                    <a:pt x="545122" y="665996"/>
                  </a:lnTo>
                  <a:lnTo>
                    <a:pt x="544840" y="666221"/>
                  </a:lnTo>
                  <a:lnTo>
                    <a:pt x="544639" y="666209"/>
                  </a:lnTo>
                  <a:lnTo>
                    <a:pt x="544245" y="666135"/>
                  </a:lnTo>
                  <a:lnTo>
                    <a:pt x="543696" y="666122"/>
                  </a:lnTo>
                  <a:lnTo>
                    <a:pt x="543559" y="666125"/>
                  </a:lnTo>
                  <a:lnTo>
                    <a:pt x="543266" y="666249"/>
                  </a:lnTo>
                  <a:lnTo>
                    <a:pt x="543020" y="666391"/>
                  </a:lnTo>
                  <a:lnTo>
                    <a:pt x="542804" y="666703"/>
                  </a:lnTo>
                  <a:lnTo>
                    <a:pt x="542685" y="666940"/>
                  </a:lnTo>
                  <a:lnTo>
                    <a:pt x="542546" y="666995"/>
                  </a:lnTo>
                  <a:lnTo>
                    <a:pt x="542184" y="666968"/>
                  </a:lnTo>
                  <a:lnTo>
                    <a:pt x="541691" y="666977"/>
                  </a:lnTo>
                  <a:lnTo>
                    <a:pt x="541560" y="667024"/>
                  </a:lnTo>
                  <a:lnTo>
                    <a:pt x="541335" y="667144"/>
                  </a:lnTo>
                  <a:lnTo>
                    <a:pt x="540880" y="667379"/>
                  </a:lnTo>
                  <a:lnTo>
                    <a:pt x="540492" y="666911"/>
                  </a:lnTo>
                  <a:lnTo>
                    <a:pt x="540238" y="666585"/>
                  </a:lnTo>
                  <a:lnTo>
                    <a:pt x="539818" y="666563"/>
                  </a:lnTo>
                  <a:lnTo>
                    <a:pt x="539314" y="666215"/>
                  </a:lnTo>
                  <a:lnTo>
                    <a:pt x="538855" y="666122"/>
                  </a:lnTo>
                  <a:lnTo>
                    <a:pt x="538596" y="666089"/>
                  </a:lnTo>
                  <a:lnTo>
                    <a:pt x="538371" y="665841"/>
                  </a:lnTo>
                  <a:lnTo>
                    <a:pt x="538213" y="665730"/>
                  </a:lnTo>
                  <a:lnTo>
                    <a:pt x="537708" y="665499"/>
                  </a:lnTo>
                  <a:lnTo>
                    <a:pt x="537332" y="665456"/>
                  </a:lnTo>
                  <a:lnTo>
                    <a:pt x="537014" y="665724"/>
                  </a:lnTo>
                  <a:lnTo>
                    <a:pt x="536297" y="665755"/>
                  </a:lnTo>
                  <a:lnTo>
                    <a:pt x="536279" y="665364"/>
                  </a:lnTo>
                  <a:lnTo>
                    <a:pt x="536196" y="665043"/>
                  </a:lnTo>
                  <a:lnTo>
                    <a:pt x="535496" y="664976"/>
                  </a:lnTo>
                  <a:lnTo>
                    <a:pt x="536064" y="664575"/>
                  </a:lnTo>
                  <a:lnTo>
                    <a:pt x="536376" y="664366"/>
                  </a:lnTo>
                  <a:lnTo>
                    <a:pt x="536222" y="663970"/>
                  </a:lnTo>
                  <a:lnTo>
                    <a:pt x="535730" y="664176"/>
                  </a:lnTo>
                  <a:lnTo>
                    <a:pt x="535397" y="664139"/>
                  </a:lnTo>
                  <a:lnTo>
                    <a:pt x="535410" y="664331"/>
                  </a:lnTo>
                  <a:lnTo>
                    <a:pt x="535211" y="664566"/>
                  </a:lnTo>
                  <a:lnTo>
                    <a:pt x="534779" y="664566"/>
                  </a:lnTo>
                  <a:lnTo>
                    <a:pt x="534516" y="664144"/>
                  </a:lnTo>
                  <a:lnTo>
                    <a:pt x="534605" y="663996"/>
                  </a:lnTo>
                  <a:lnTo>
                    <a:pt x="534685" y="663734"/>
                  </a:lnTo>
                  <a:lnTo>
                    <a:pt x="534309" y="663557"/>
                  </a:lnTo>
                  <a:lnTo>
                    <a:pt x="534004" y="663752"/>
                  </a:lnTo>
                  <a:lnTo>
                    <a:pt x="534049" y="664024"/>
                  </a:lnTo>
                  <a:lnTo>
                    <a:pt x="534005" y="664236"/>
                  </a:lnTo>
                  <a:lnTo>
                    <a:pt x="533644" y="664292"/>
                  </a:lnTo>
                  <a:lnTo>
                    <a:pt x="533091" y="663801"/>
                  </a:lnTo>
                  <a:lnTo>
                    <a:pt x="532980" y="663429"/>
                  </a:lnTo>
                  <a:lnTo>
                    <a:pt x="532743" y="663870"/>
                  </a:lnTo>
                  <a:lnTo>
                    <a:pt x="532616" y="664199"/>
                  </a:lnTo>
                  <a:lnTo>
                    <a:pt x="531975" y="664888"/>
                  </a:lnTo>
                  <a:lnTo>
                    <a:pt x="531544" y="664905"/>
                  </a:lnTo>
                  <a:lnTo>
                    <a:pt x="531296" y="665107"/>
                  </a:lnTo>
                  <a:lnTo>
                    <a:pt x="531173" y="665416"/>
                  </a:lnTo>
                  <a:lnTo>
                    <a:pt x="530991" y="665973"/>
                  </a:lnTo>
                  <a:lnTo>
                    <a:pt x="530949" y="666115"/>
                  </a:lnTo>
                  <a:lnTo>
                    <a:pt x="530579" y="666549"/>
                  </a:lnTo>
                  <a:lnTo>
                    <a:pt x="530030" y="666116"/>
                  </a:lnTo>
                  <a:lnTo>
                    <a:pt x="529677" y="666018"/>
                  </a:lnTo>
                  <a:lnTo>
                    <a:pt x="529366" y="666190"/>
                  </a:lnTo>
                  <a:lnTo>
                    <a:pt x="529386" y="665896"/>
                  </a:lnTo>
                  <a:lnTo>
                    <a:pt x="529535" y="665821"/>
                  </a:lnTo>
                  <a:lnTo>
                    <a:pt x="529650" y="665449"/>
                  </a:lnTo>
                  <a:lnTo>
                    <a:pt x="529956" y="664831"/>
                  </a:lnTo>
                  <a:lnTo>
                    <a:pt x="530260" y="664406"/>
                  </a:lnTo>
                  <a:lnTo>
                    <a:pt x="530420" y="664133"/>
                  </a:lnTo>
                  <a:lnTo>
                    <a:pt x="530529" y="663944"/>
                  </a:lnTo>
                  <a:lnTo>
                    <a:pt x="530553" y="663809"/>
                  </a:lnTo>
                  <a:lnTo>
                    <a:pt x="530642" y="663269"/>
                  </a:lnTo>
                  <a:lnTo>
                    <a:pt x="530717" y="662845"/>
                  </a:lnTo>
                  <a:lnTo>
                    <a:pt x="530326" y="662656"/>
                  </a:lnTo>
                  <a:lnTo>
                    <a:pt x="529852" y="662364"/>
                  </a:lnTo>
                  <a:lnTo>
                    <a:pt x="530105" y="662089"/>
                  </a:lnTo>
                  <a:lnTo>
                    <a:pt x="530048" y="661800"/>
                  </a:lnTo>
                  <a:lnTo>
                    <a:pt x="530233" y="661342"/>
                  </a:lnTo>
                  <a:lnTo>
                    <a:pt x="529886" y="660797"/>
                  </a:lnTo>
                  <a:lnTo>
                    <a:pt x="529840" y="660542"/>
                  </a:lnTo>
                  <a:lnTo>
                    <a:pt x="529852" y="660263"/>
                  </a:lnTo>
                  <a:lnTo>
                    <a:pt x="529903" y="660008"/>
                  </a:lnTo>
                  <a:lnTo>
                    <a:pt x="529875" y="659612"/>
                  </a:lnTo>
                  <a:lnTo>
                    <a:pt x="529581" y="659265"/>
                  </a:lnTo>
                  <a:lnTo>
                    <a:pt x="529335" y="659105"/>
                  </a:lnTo>
                  <a:lnTo>
                    <a:pt x="528851" y="659019"/>
                  </a:lnTo>
                  <a:lnTo>
                    <a:pt x="528371" y="659183"/>
                  </a:lnTo>
                  <a:lnTo>
                    <a:pt x="528188" y="659269"/>
                  </a:lnTo>
                  <a:lnTo>
                    <a:pt x="527988" y="659337"/>
                  </a:lnTo>
                  <a:lnTo>
                    <a:pt x="527856" y="659254"/>
                  </a:lnTo>
                  <a:lnTo>
                    <a:pt x="527240" y="659122"/>
                  </a:lnTo>
                  <a:lnTo>
                    <a:pt x="526930" y="659629"/>
                  </a:lnTo>
                  <a:lnTo>
                    <a:pt x="526743" y="660163"/>
                  </a:lnTo>
                  <a:lnTo>
                    <a:pt x="526348" y="660545"/>
                  </a:lnTo>
                  <a:lnTo>
                    <a:pt x="526082" y="660520"/>
                  </a:lnTo>
                  <a:lnTo>
                    <a:pt x="525797" y="660722"/>
                  </a:lnTo>
                  <a:lnTo>
                    <a:pt x="525651" y="661031"/>
                  </a:lnTo>
                  <a:lnTo>
                    <a:pt x="525586" y="661361"/>
                  </a:lnTo>
                  <a:lnTo>
                    <a:pt x="525592" y="661601"/>
                  </a:lnTo>
                  <a:lnTo>
                    <a:pt x="525707" y="661825"/>
                  </a:lnTo>
                  <a:lnTo>
                    <a:pt x="525684" y="661982"/>
                  </a:lnTo>
                  <a:lnTo>
                    <a:pt x="525585" y="662295"/>
                  </a:lnTo>
                  <a:lnTo>
                    <a:pt x="525086" y="662635"/>
                  </a:lnTo>
                  <a:lnTo>
                    <a:pt x="524722" y="662485"/>
                  </a:lnTo>
                  <a:lnTo>
                    <a:pt x="524519" y="662438"/>
                  </a:lnTo>
                  <a:lnTo>
                    <a:pt x="524250" y="662467"/>
                  </a:lnTo>
                  <a:lnTo>
                    <a:pt x="524067" y="662481"/>
                  </a:lnTo>
                  <a:lnTo>
                    <a:pt x="523401" y="662376"/>
                  </a:lnTo>
                  <a:lnTo>
                    <a:pt x="523162" y="662213"/>
                  </a:lnTo>
                  <a:lnTo>
                    <a:pt x="522201" y="662535"/>
                  </a:lnTo>
                  <a:lnTo>
                    <a:pt x="521938" y="662586"/>
                  </a:lnTo>
                  <a:lnTo>
                    <a:pt x="521550" y="662661"/>
                  </a:lnTo>
                  <a:lnTo>
                    <a:pt x="521281" y="662713"/>
                  </a:lnTo>
                  <a:lnTo>
                    <a:pt x="520798" y="662803"/>
                  </a:lnTo>
                  <a:lnTo>
                    <a:pt x="520594" y="662794"/>
                  </a:lnTo>
                  <a:lnTo>
                    <a:pt x="520421" y="662742"/>
                  </a:lnTo>
                  <a:lnTo>
                    <a:pt x="520086" y="662578"/>
                  </a:lnTo>
                  <a:lnTo>
                    <a:pt x="519384" y="662182"/>
                  </a:lnTo>
                  <a:lnTo>
                    <a:pt x="518975" y="661780"/>
                  </a:lnTo>
                  <a:lnTo>
                    <a:pt x="518814" y="661586"/>
                  </a:lnTo>
                  <a:lnTo>
                    <a:pt x="518320" y="661264"/>
                  </a:lnTo>
                  <a:lnTo>
                    <a:pt x="517897" y="660708"/>
                  </a:lnTo>
                  <a:lnTo>
                    <a:pt x="518082" y="660454"/>
                  </a:lnTo>
                  <a:lnTo>
                    <a:pt x="518276" y="660290"/>
                  </a:lnTo>
                  <a:lnTo>
                    <a:pt x="518278" y="659911"/>
                  </a:lnTo>
                  <a:lnTo>
                    <a:pt x="518252" y="659744"/>
                  </a:lnTo>
                  <a:lnTo>
                    <a:pt x="517908" y="659303"/>
                  </a:lnTo>
                  <a:lnTo>
                    <a:pt x="517474" y="659099"/>
                  </a:lnTo>
                  <a:lnTo>
                    <a:pt x="517329" y="659056"/>
                  </a:lnTo>
                  <a:lnTo>
                    <a:pt x="517042" y="658979"/>
                  </a:lnTo>
                  <a:lnTo>
                    <a:pt x="516559" y="658892"/>
                  </a:lnTo>
                  <a:lnTo>
                    <a:pt x="516314" y="658988"/>
                  </a:lnTo>
                  <a:lnTo>
                    <a:pt x="516102" y="659163"/>
                  </a:lnTo>
                  <a:lnTo>
                    <a:pt x="515452" y="659981"/>
                  </a:lnTo>
                  <a:lnTo>
                    <a:pt x="515019" y="660071"/>
                  </a:lnTo>
                  <a:lnTo>
                    <a:pt x="514365" y="660028"/>
                  </a:lnTo>
                  <a:lnTo>
                    <a:pt x="513793" y="659619"/>
                  </a:lnTo>
                  <a:lnTo>
                    <a:pt x="513434" y="659527"/>
                  </a:lnTo>
                  <a:lnTo>
                    <a:pt x="513096" y="659570"/>
                  </a:lnTo>
                  <a:lnTo>
                    <a:pt x="512811" y="659384"/>
                  </a:lnTo>
                  <a:lnTo>
                    <a:pt x="512514" y="659280"/>
                  </a:lnTo>
                  <a:lnTo>
                    <a:pt x="512295" y="659356"/>
                  </a:lnTo>
                  <a:lnTo>
                    <a:pt x="511906" y="658756"/>
                  </a:lnTo>
                  <a:lnTo>
                    <a:pt x="511921" y="658521"/>
                  </a:lnTo>
                  <a:lnTo>
                    <a:pt x="512089" y="658067"/>
                  </a:lnTo>
                  <a:lnTo>
                    <a:pt x="512382" y="657320"/>
                  </a:lnTo>
                  <a:lnTo>
                    <a:pt x="512592" y="656678"/>
                  </a:lnTo>
                  <a:lnTo>
                    <a:pt x="512492" y="656423"/>
                  </a:lnTo>
                  <a:lnTo>
                    <a:pt x="512539" y="655950"/>
                  </a:lnTo>
                  <a:lnTo>
                    <a:pt x="512746" y="655691"/>
                  </a:lnTo>
                  <a:lnTo>
                    <a:pt x="512988" y="655147"/>
                  </a:lnTo>
                  <a:lnTo>
                    <a:pt x="513197" y="654748"/>
                  </a:lnTo>
                  <a:lnTo>
                    <a:pt x="513481" y="654380"/>
                  </a:lnTo>
                  <a:lnTo>
                    <a:pt x="513457" y="654043"/>
                  </a:lnTo>
                  <a:lnTo>
                    <a:pt x="513293" y="653674"/>
                  </a:lnTo>
                  <a:lnTo>
                    <a:pt x="513125" y="653408"/>
                  </a:lnTo>
                  <a:lnTo>
                    <a:pt x="512973" y="653229"/>
                  </a:lnTo>
                  <a:lnTo>
                    <a:pt x="512822" y="653052"/>
                  </a:lnTo>
                  <a:lnTo>
                    <a:pt x="512651" y="652632"/>
                  </a:lnTo>
                  <a:lnTo>
                    <a:pt x="512221" y="652592"/>
                  </a:lnTo>
                  <a:lnTo>
                    <a:pt x="511866" y="652921"/>
                  </a:lnTo>
                  <a:lnTo>
                    <a:pt x="511366" y="652736"/>
                  </a:lnTo>
                  <a:lnTo>
                    <a:pt x="511079" y="652643"/>
                  </a:lnTo>
                  <a:lnTo>
                    <a:pt x="510757" y="652726"/>
                  </a:lnTo>
                  <a:lnTo>
                    <a:pt x="510580" y="652468"/>
                  </a:lnTo>
                  <a:lnTo>
                    <a:pt x="510617" y="652173"/>
                  </a:lnTo>
                  <a:lnTo>
                    <a:pt x="510472" y="651853"/>
                  </a:lnTo>
                  <a:lnTo>
                    <a:pt x="510338" y="651564"/>
                  </a:lnTo>
                  <a:lnTo>
                    <a:pt x="510324" y="651268"/>
                  </a:lnTo>
                  <a:lnTo>
                    <a:pt x="510395" y="650941"/>
                  </a:lnTo>
                  <a:lnTo>
                    <a:pt x="510634" y="650523"/>
                  </a:lnTo>
                  <a:lnTo>
                    <a:pt x="510870" y="650410"/>
                  </a:lnTo>
                  <a:lnTo>
                    <a:pt x="511175" y="650379"/>
                  </a:lnTo>
                  <a:lnTo>
                    <a:pt x="511298" y="650177"/>
                  </a:lnTo>
                  <a:lnTo>
                    <a:pt x="511353" y="649841"/>
                  </a:lnTo>
                  <a:lnTo>
                    <a:pt x="511403" y="649641"/>
                  </a:lnTo>
                  <a:lnTo>
                    <a:pt x="512039" y="649148"/>
                  </a:lnTo>
                  <a:lnTo>
                    <a:pt x="512242" y="648675"/>
                  </a:lnTo>
                  <a:lnTo>
                    <a:pt x="512183" y="648377"/>
                  </a:lnTo>
                  <a:lnTo>
                    <a:pt x="511789" y="647873"/>
                  </a:lnTo>
                  <a:lnTo>
                    <a:pt x="511813" y="647522"/>
                  </a:lnTo>
                  <a:lnTo>
                    <a:pt x="511634" y="646974"/>
                  </a:lnTo>
                  <a:lnTo>
                    <a:pt x="511277" y="646882"/>
                  </a:lnTo>
                  <a:lnTo>
                    <a:pt x="511095" y="646866"/>
                  </a:lnTo>
                  <a:lnTo>
                    <a:pt x="510944" y="646888"/>
                  </a:lnTo>
                  <a:lnTo>
                    <a:pt x="510718" y="647003"/>
                  </a:lnTo>
                  <a:lnTo>
                    <a:pt x="510319" y="647033"/>
                  </a:lnTo>
                  <a:lnTo>
                    <a:pt x="510529" y="646630"/>
                  </a:lnTo>
                  <a:lnTo>
                    <a:pt x="510679" y="646136"/>
                  </a:lnTo>
                  <a:lnTo>
                    <a:pt x="510740" y="645865"/>
                  </a:lnTo>
                  <a:lnTo>
                    <a:pt x="510797" y="645568"/>
                  </a:lnTo>
                  <a:lnTo>
                    <a:pt x="510969" y="645345"/>
                  </a:lnTo>
                  <a:lnTo>
                    <a:pt x="511114" y="645432"/>
                  </a:lnTo>
                  <a:lnTo>
                    <a:pt x="511384" y="645552"/>
                  </a:lnTo>
                  <a:lnTo>
                    <a:pt x="511561" y="645632"/>
                  </a:lnTo>
                  <a:lnTo>
                    <a:pt x="511765" y="645569"/>
                  </a:lnTo>
                  <a:lnTo>
                    <a:pt x="511969" y="645428"/>
                  </a:lnTo>
                  <a:lnTo>
                    <a:pt x="512947" y="645221"/>
                  </a:lnTo>
                  <a:lnTo>
                    <a:pt x="512661" y="644825"/>
                  </a:lnTo>
                  <a:lnTo>
                    <a:pt x="512963" y="644716"/>
                  </a:lnTo>
                  <a:lnTo>
                    <a:pt x="513149" y="644594"/>
                  </a:lnTo>
                  <a:lnTo>
                    <a:pt x="512850" y="644334"/>
                  </a:lnTo>
                  <a:lnTo>
                    <a:pt x="512457" y="644079"/>
                  </a:lnTo>
                  <a:lnTo>
                    <a:pt x="512077" y="643716"/>
                  </a:lnTo>
                  <a:lnTo>
                    <a:pt x="511710" y="643345"/>
                  </a:lnTo>
                  <a:lnTo>
                    <a:pt x="511306" y="643386"/>
                  </a:lnTo>
                  <a:lnTo>
                    <a:pt x="511034" y="643474"/>
                  </a:lnTo>
                  <a:lnTo>
                    <a:pt x="510799" y="643249"/>
                  </a:lnTo>
                  <a:lnTo>
                    <a:pt x="510521" y="642946"/>
                  </a:lnTo>
                  <a:lnTo>
                    <a:pt x="510476" y="642783"/>
                  </a:lnTo>
                  <a:lnTo>
                    <a:pt x="510473" y="642611"/>
                  </a:lnTo>
                  <a:lnTo>
                    <a:pt x="510503" y="642367"/>
                  </a:lnTo>
                  <a:lnTo>
                    <a:pt x="510646" y="642237"/>
                  </a:lnTo>
                  <a:lnTo>
                    <a:pt x="510778" y="642116"/>
                  </a:lnTo>
                  <a:lnTo>
                    <a:pt x="510656" y="641550"/>
                  </a:lnTo>
                  <a:lnTo>
                    <a:pt x="510625" y="641409"/>
                  </a:lnTo>
                  <a:lnTo>
                    <a:pt x="510544" y="640968"/>
                  </a:lnTo>
                  <a:lnTo>
                    <a:pt x="510542" y="640670"/>
                  </a:lnTo>
                  <a:lnTo>
                    <a:pt x="510568" y="640461"/>
                  </a:lnTo>
                  <a:lnTo>
                    <a:pt x="510592" y="640271"/>
                  </a:lnTo>
                  <a:lnTo>
                    <a:pt x="510557" y="640073"/>
                  </a:lnTo>
                  <a:lnTo>
                    <a:pt x="510373" y="639770"/>
                  </a:lnTo>
                  <a:lnTo>
                    <a:pt x="510010" y="639480"/>
                  </a:lnTo>
                  <a:lnTo>
                    <a:pt x="509872" y="639475"/>
                  </a:lnTo>
                  <a:lnTo>
                    <a:pt x="509499" y="639447"/>
                  </a:lnTo>
                  <a:lnTo>
                    <a:pt x="509209" y="639289"/>
                  </a:lnTo>
                  <a:lnTo>
                    <a:pt x="509036" y="639186"/>
                  </a:lnTo>
                  <a:lnTo>
                    <a:pt x="508579" y="638974"/>
                  </a:lnTo>
                  <a:lnTo>
                    <a:pt x="507968" y="638847"/>
                  </a:lnTo>
                  <a:lnTo>
                    <a:pt x="507643" y="638639"/>
                  </a:lnTo>
                  <a:lnTo>
                    <a:pt x="507500" y="638562"/>
                  </a:lnTo>
                  <a:lnTo>
                    <a:pt x="507079" y="638592"/>
                  </a:lnTo>
                  <a:lnTo>
                    <a:pt x="506741" y="638888"/>
                  </a:lnTo>
                  <a:lnTo>
                    <a:pt x="506567" y="638976"/>
                  </a:lnTo>
                  <a:lnTo>
                    <a:pt x="506429" y="638981"/>
                  </a:lnTo>
                  <a:lnTo>
                    <a:pt x="506292" y="638928"/>
                  </a:lnTo>
                  <a:lnTo>
                    <a:pt x="506047" y="638833"/>
                  </a:lnTo>
                  <a:lnTo>
                    <a:pt x="505824" y="638781"/>
                  </a:lnTo>
                  <a:lnTo>
                    <a:pt x="505098" y="639011"/>
                  </a:lnTo>
                  <a:lnTo>
                    <a:pt x="504753" y="638891"/>
                  </a:lnTo>
                  <a:lnTo>
                    <a:pt x="504584" y="638832"/>
                  </a:lnTo>
                  <a:lnTo>
                    <a:pt x="504126" y="638618"/>
                  </a:lnTo>
                  <a:lnTo>
                    <a:pt x="503749" y="638330"/>
                  </a:lnTo>
                  <a:lnTo>
                    <a:pt x="503392" y="638101"/>
                  </a:lnTo>
                  <a:lnTo>
                    <a:pt x="503479" y="637871"/>
                  </a:lnTo>
                  <a:lnTo>
                    <a:pt x="503519" y="637430"/>
                  </a:lnTo>
                  <a:lnTo>
                    <a:pt x="503551" y="636935"/>
                  </a:lnTo>
                  <a:lnTo>
                    <a:pt x="503547" y="636357"/>
                  </a:lnTo>
                  <a:lnTo>
                    <a:pt x="503500" y="636087"/>
                  </a:lnTo>
                  <a:lnTo>
                    <a:pt x="503462" y="635870"/>
                  </a:lnTo>
                  <a:lnTo>
                    <a:pt x="503105" y="635215"/>
                  </a:lnTo>
                  <a:lnTo>
                    <a:pt x="502885" y="634690"/>
                  </a:lnTo>
                  <a:lnTo>
                    <a:pt x="502876" y="634448"/>
                  </a:lnTo>
                  <a:lnTo>
                    <a:pt x="502831" y="633926"/>
                  </a:lnTo>
                  <a:lnTo>
                    <a:pt x="502628" y="633765"/>
                  </a:lnTo>
                  <a:lnTo>
                    <a:pt x="502392" y="633502"/>
                  </a:lnTo>
                  <a:lnTo>
                    <a:pt x="502742" y="633045"/>
                  </a:lnTo>
                  <a:lnTo>
                    <a:pt x="502243" y="632832"/>
                  </a:lnTo>
                  <a:lnTo>
                    <a:pt x="501717" y="632650"/>
                  </a:lnTo>
                  <a:lnTo>
                    <a:pt x="501132" y="632389"/>
                  </a:lnTo>
                  <a:lnTo>
                    <a:pt x="500998" y="632327"/>
                  </a:lnTo>
                  <a:lnTo>
                    <a:pt x="500811" y="632168"/>
                  </a:lnTo>
                  <a:lnTo>
                    <a:pt x="500468" y="632042"/>
                  </a:lnTo>
                  <a:lnTo>
                    <a:pt x="499066" y="632075"/>
                  </a:lnTo>
                  <a:lnTo>
                    <a:pt x="498713" y="632199"/>
                  </a:lnTo>
                  <a:lnTo>
                    <a:pt x="498331" y="633056"/>
                  </a:lnTo>
                  <a:lnTo>
                    <a:pt x="498177" y="633736"/>
                  </a:lnTo>
                  <a:lnTo>
                    <a:pt x="498015" y="633880"/>
                  </a:lnTo>
                  <a:lnTo>
                    <a:pt x="497878" y="634127"/>
                  </a:lnTo>
                  <a:lnTo>
                    <a:pt x="497895" y="634345"/>
                  </a:lnTo>
                  <a:lnTo>
                    <a:pt x="496994" y="634295"/>
                  </a:lnTo>
                  <a:lnTo>
                    <a:pt x="496467" y="634227"/>
                  </a:lnTo>
                  <a:lnTo>
                    <a:pt x="496215" y="634219"/>
                  </a:lnTo>
                  <a:lnTo>
                    <a:pt x="495876" y="634178"/>
                  </a:lnTo>
                  <a:lnTo>
                    <a:pt x="495307" y="634208"/>
                  </a:lnTo>
                  <a:lnTo>
                    <a:pt x="494996" y="634092"/>
                  </a:lnTo>
                  <a:lnTo>
                    <a:pt x="494989" y="634391"/>
                  </a:lnTo>
                  <a:lnTo>
                    <a:pt x="494930" y="634646"/>
                  </a:lnTo>
                  <a:lnTo>
                    <a:pt x="494738" y="634964"/>
                  </a:lnTo>
                  <a:lnTo>
                    <a:pt x="494604" y="635031"/>
                  </a:lnTo>
                  <a:lnTo>
                    <a:pt x="494446" y="635061"/>
                  </a:lnTo>
                  <a:lnTo>
                    <a:pt x="494480" y="635706"/>
                  </a:lnTo>
                  <a:lnTo>
                    <a:pt x="494227" y="636117"/>
                  </a:lnTo>
                  <a:lnTo>
                    <a:pt x="493878" y="636157"/>
                  </a:lnTo>
                  <a:lnTo>
                    <a:pt x="493272" y="636143"/>
                  </a:lnTo>
                  <a:lnTo>
                    <a:pt x="492647" y="636196"/>
                  </a:lnTo>
                  <a:lnTo>
                    <a:pt x="492487" y="636277"/>
                  </a:lnTo>
                  <a:lnTo>
                    <a:pt x="492145" y="636269"/>
                  </a:lnTo>
                  <a:lnTo>
                    <a:pt x="491797" y="636297"/>
                  </a:lnTo>
                  <a:lnTo>
                    <a:pt x="491675" y="636767"/>
                  </a:lnTo>
                  <a:lnTo>
                    <a:pt x="491456" y="636837"/>
                  </a:lnTo>
                  <a:lnTo>
                    <a:pt x="491329" y="636971"/>
                  </a:lnTo>
                  <a:lnTo>
                    <a:pt x="491210" y="637136"/>
                  </a:lnTo>
                  <a:lnTo>
                    <a:pt x="491064" y="637451"/>
                  </a:lnTo>
                  <a:lnTo>
                    <a:pt x="490866" y="637431"/>
                  </a:lnTo>
                  <a:lnTo>
                    <a:pt x="490701" y="637472"/>
                  </a:lnTo>
                  <a:lnTo>
                    <a:pt x="490393" y="637626"/>
                  </a:lnTo>
                  <a:lnTo>
                    <a:pt x="490352" y="637921"/>
                  </a:lnTo>
                  <a:lnTo>
                    <a:pt x="490351" y="638246"/>
                  </a:lnTo>
                  <a:lnTo>
                    <a:pt x="490217" y="638222"/>
                  </a:lnTo>
                  <a:lnTo>
                    <a:pt x="489798" y="638300"/>
                  </a:lnTo>
                  <a:lnTo>
                    <a:pt x="489610" y="638468"/>
                  </a:lnTo>
                  <a:lnTo>
                    <a:pt x="488895" y="638525"/>
                  </a:lnTo>
                  <a:lnTo>
                    <a:pt x="488572" y="638658"/>
                  </a:lnTo>
                  <a:lnTo>
                    <a:pt x="488541" y="638830"/>
                  </a:lnTo>
                  <a:lnTo>
                    <a:pt x="488444" y="639129"/>
                  </a:lnTo>
                  <a:lnTo>
                    <a:pt x="488275" y="639144"/>
                  </a:lnTo>
                  <a:lnTo>
                    <a:pt x="487943" y="639406"/>
                  </a:lnTo>
                  <a:lnTo>
                    <a:pt x="488074" y="639992"/>
                  </a:lnTo>
                  <a:lnTo>
                    <a:pt x="487244" y="639964"/>
                  </a:lnTo>
                  <a:lnTo>
                    <a:pt x="487240" y="640118"/>
                  </a:lnTo>
                  <a:lnTo>
                    <a:pt x="486454" y="640182"/>
                  </a:lnTo>
                  <a:lnTo>
                    <a:pt x="486414" y="640469"/>
                  </a:lnTo>
                  <a:lnTo>
                    <a:pt x="486366" y="640689"/>
                  </a:lnTo>
                  <a:lnTo>
                    <a:pt x="485993" y="640594"/>
                  </a:lnTo>
                  <a:lnTo>
                    <a:pt x="485688" y="640830"/>
                  </a:lnTo>
                  <a:lnTo>
                    <a:pt x="485769" y="640957"/>
                  </a:lnTo>
                  <a:lnTo>
                    <a:pt x="486171" y="641382"/>
                  </a:lnTo>
                  <a:lnTo>
                    <a:pt x="486320" y="641475"/>
                  </a:lnTo>
                  <a:lnTo>
                    <a:pt x="486490" y="641537"/>
                  </a:lnTo>
                  <a:lnTo>
                    <a:pt x="486845" y="641683"/>
                  </a:lnTo>
                  <a:lnTo>
                    <a:pt x="487011" y="641756"/>
                  </a:lnTo>
                  <a:lnTo>
                    <a:pt x="487430" y="642082"/>
                  </a:lnTo>
                  <a:lnTo>
                    <a:pt x="487485" y="642580"/>
                  </a:lnTo>
                  <a:lnTo>
                    <a:pt x="487516" y="642790"/>
                  </a:lnTo>
                  <a:lnTo>
                    <a:pt x="487990" y="642627"/>
                  </a:lnTo>
                  <a:lnTo>
                    <a:pt x="488405" y="642587"/>
                  </a:lnTo>
                  <a:lnTo>
                    <a:pt x="488656" y="643049"/>
                  </a:lnTo>
                  <a:lnTo>
                    <a:pt x="488681" y="643333"/>
                  </a:lnTo>
                  <a:lnTo>
                    <a:pt x="488896" y="643765"/>
                  </a:lnTo>
                  <a:lnTo>
                    <a:pt x="488644" y="643911"/>
                  </a:lnTo>
                  <a:lnTo>
                    <a:pt x="488454" y="644377"/>
                  </a:lnTo>
                  <a:lnTo>
                    <a:pt x="488491" y="644926"/>
                  </a:lnTo>
                  <a:lnTo>
                    <a:pt x="488218" y="644759"/>
                  </a:lnTo>
                  <a:lnTo>
                    <a:pt x="488114" y="644599"/>
                  </a:lnTo>
                  <a:lnTo>
                    <a:pt x="487778" y="644235"/>
                  </a:lnTo>
                  <a:lnTo>
                    <a:pt x="487574" y="644192"/>
                  </a:lnTo>
                  <a:lnTo>
                    <a:pt x="487406" y="644156"/>
                  </a:lnTo>
                  <a:lnTo>
                    <a:pt x="486781" y="643961"/>
                  </a:lnTo>
                  <a:lnTo>
                    <a:pt x="486521" y="643613"/>
                  </a:lnTo>
                  <a:lnTo>
                    <a:pt x="486320" y="643534"/>
                  </a:lnTo>
                  <a:lnTo>
                    <a:pt x="485960" y="643467"/>
                  </a:lnTo>
                  <a:lnTo>
                    <a:pt x="485827" y="643470"/>
                  </a:lnTo>
                  <a:lnTo>
                    <a:pt x="485549" y="643514"/>
                  </a:lnTo>
                  <a:lnTo>
                    <a:pt x="485250" y="643527"/>
                  </a:lnTo>
                  <a:lnTo>
                    <a:pt x="484921" y="643443"/>
                  </a:lnTo>
                  <a:lnTo>
                    <a:pt x="484253" y="643687"/>
                  </a:lnTo>
                  <a:lnTo>
                    <a:pt x="484219" y="643922"/>
                  </a:lnTo>
                  <a:lnTo>
                    <a:pt x="484187" y="644144"/>
                  </a:lnTo>
                  <a:lnTo>
                    <a:pt x="483956" y="644142"/>
                  </a:lnTo>
                  <a:lnTo>
                    <a:pt x="483557" y="644208"/>
                  </a:lnTo>
                  <a:lnTo>
                    <a:pt x="483413" y="644255"/>
                  </a:lnTo>
                  <a:lnTo>
                    <a:pt x="482911" y="644258"/>
                  </a:lnTo>
                  <a:lnTo>
                    <a:pt x="482629" y="644225"/>
                  </a:lnTo>
                  <a:lnTo>
                    <a:pt x="482315" y="644316"/>
                  </a:lnTo>
                  <a:lnTo>
                    <a:pt x="482136" y="644355"/>
                  </a:lnTo>
                  <a:lnTo>
                    <a:pt x="481876" y="644364"/>
                  </a:lnTo>
                  <a:lnTo>
                    <a:pt x="481744" y="644367"/>
                  </a:lnTo>
                  <a:lnTo>
                    <a:pt x="481044" y="644804"/>
                  </a:lnTo>
                  <a:lnTo>
                    <a:pt x="480799" y="644887"/>
                  </a:lnTo>
                  <a:lnTo>
                    <a:pt x="480639" y="644876"/>
                  </a:lnTo>
                  <a:lnTo>
                    <a:pt x="480310" y="644833"/>
                  </a:lnTo>
                  <a:lnTo>
                    <a:pt x="479793" y="644922"/>
                  </a:lnTo>
                  <a:lnTo>
                    <a:pt x="479318" y="644948"/>
                  </a:lnTo>
                  <a:lnTo>
                    <a:pt x="479257" y="644673"/>
                  </a:lnTo>
                  <a:lnTo>
                    <a:pt x="478751" y="644426"/>
                  </a:lnTo>
                  <a:lnTo>
                    <a:pt x="478027" y="644316"/>
                  </a:lnTo>
                  <a:lnTo>
                    <a:pt x="478050" y="644473"/>
                  </a:lnTo>
                  <a:lnTo>
                    <a:pt x="477925" y="644754"/>
                  </a:lnTo>
                  <a:lnTo>
                    <a:pt x="477775" y="644916"/>
                  </a:lnTo>
                  <a:lnTo>
                    <a:pt x="477599" y="644956"/>
                  </a:lnTo>
                  <a:lnTo>
                    <a:pt x="477506" y="645404"/>
                  </a:lnTo>
                  <a:lnTo>
                    <a:pt x="477463" y="645611"/>
                  </a:lnTo>
                  <a:lnTo>
                    <a:pt x="477440" y="645794"/>
                  </a:lnTo>
                  <a:lnTo>
                    <a:pt x="477380" y="646071"/>
                  </a:lnTo>
                  <a:lnTo>
                    <a:pt x="477083" y="646722"/>
                  </a:lnTo>
                  <a:lnTo>
                    <a:pt x="476878" y="646909"/>
                  </a:lnTo>
                  <a:lnTo>
                    <a:pt x="476571" y="647162"/>
                  </a:lnTo>
                  <a:lnTo>
                    <a:pt x="476319" y="647890"/>
                  </a:lnTo>
                  <a:lnTo>
                    <a:pt x="476245" y="648102"/>
                  </a:lnTo>
                  <a:lnTo>
                    <a:pt x="476207" y="648620"/>
                  </a:lnTo>
                  <a:lnTo>
                    <a:pt x="476169" y="648897"/>
                  </a:lnTo>
                  <a:lnTo>
                    <a:pt x="475932" y="650347"/>
                  </a:lnTo>
                  <a:lnTo>
                    <a:pt x="475699" y="650348"/>
                  </a:lnTo>
                  <a:lnTo>
                    <a:pt x="475065" y="650271"/>
                  </a:lnTo>
                  <a:lnTo>
                    <a:pt x="474885" y="650601"/>
                  </a:lnTo>
                  <a:lnTo>
                    <a:pt x="474597" y="650586"/>
                  </a:lnTo>
                  <a:lnTo>
                    <a:pt x="474414" y="650455"/>
                  </a:lnTo>
                  <a:lnTo>
                    <a:pt x="474389" y="650266"/>
                  </a:lnTo>
                  <a:lnTo>
                    <a:pt x="474076" y="650048"/>
                  </a:lnTo>
                  <a:lnTo>
                    <a:pt x="473892" y="650225"/>
                  </a:lnTo>
                  <a:lnTo>
                    <a:pt x="473512" y="650474"/>
                  </a:lnTo>
                  <a:lnTo>
                    <a:pt x="473292" y="650215"/>
                  </a:lnTo>
                  <a:lnTo>
                    <a:pt x="472769" y="649871"/>
                  </a:lnTo>
                  <a:lnTo>
                    <a:pt x="472704" y="650162"/>
                  </a:lnTo>
                  <a:lnTo>
                    <a:pt x="472644" y="650292"/>
                  </a:lnTo>
                  <a:lnTo>
                    <a:pt x="472128" y="650669"/>
                  </a:lnTo>
                  <a:lnTo>
                    <a:pt x="472034" y="650401"/>
                  </a:lnTo>
                  <a:lnTo>
                    <a:pt x="472278" y="649735"/>
                  </a:lnTo>
                  <a:lnTo>
                    <a:pt x="472426" y="649446"/>
                  </a:lnTo>
                  <a:lnTo>
                    <a:pt x="472047" y="649175"/>
                  </a:lnTo>
                  <a:lnTo>
                    <a:pt x="471780" y="649507"/>
                  </a:lnTo>
                  <a:lnTo>
                    <a:pt x="471694" y="649652"/>
                  </a:lnTo>
                  <a:lnTo>
                    <a:pt x="471521" y="649812"/>
                  </a:lnTo>
                  <a:lnTo>
                    <a:pt x="470903" y="650005"/>
                  </a:lnTo>
                  <a:lnTo>
                    <a:pt x="470669" y="649669"/>
                  </a:lnTo>
                  <a:lnTo>
                    <a:pt x="470238" y="649381"/>
                  </a:lnTo>
                  <a:lnTo>
                    <a:pt x="469826" y="649686"/>
                  </a:lnTo>
                  <a:lnTo>
                    <a:pt x="469601" y="650216"/>
                  </a:lnTo>
                  <a:lnTo>
                    <a:pt x="469587" y="650390"/>
                  </a:lnTo>
                  <a:lnTo>
                    <a:pt x="469706" y="650758"/>
                  </a:lnTo>
                  <a:lnTo>
                    <a:pt x="469341" y="650622"/>
                  </a:lnTo>
                  <a:lnTo>
                    <a:pt x="469174" y="650256"/>
                  </a:lnTo>
                  <a:lnTo>
                    <a:pt x="469486" y="650049"/>
                  </a:lnTo>
                  <a:lnTo>
                    <a:pt x="469368" y="649847"/>
                  </a:lnTo>
                  <a:lnTo>
                    <a:pt x="469124" y="649627"/>
                  </a:lnTo>
                  <a:lnTo>
                    <a:pt x="468932" y="650166"/>
                  </a:lnTo>
                  <a:lnTo>
                    <a:pt x="468915" y="650406"/>
                  </a:lnTo>
                  <a:lnTo>
                    <a:pt x="468485" y="650566"/>
                  </a:lnTo>
                  <a:lnTo>
                    <a:pt x="468263" y="650682"/>
                  </a:lnTo>
                  <a:lnTo>
                    <a:pt x="468639" y="650870"/>
                  </a:lnTo>
                  <a:lnTo>
                    <a:pt x="468378" y="650868"/>
                  </a:lnTo>
                  <a:lnTo>
                    <a:pt x="468141" y="650866"/>
                  </a:lnTo>
                  <a:lnTo>
                    <a:pt x="467976" y="650865"/>
                  </a:lnTo>
                  <a:lnTo>
                    <a:pt x="467593" y="651126"/>
                  </a:lnTo>
                  <a:lnTo>
                    <a:pt x="467279" y="650860"/>
                  </a:lnTo>
                  <a:lnTo>
                    <a:pt x="467393" y="650592"/>
                  </a:lnTo>
                  <a:lnTo>
                    <a:pt x="466855" y="650567"/>
                  </a:lnTo>
                  <a:lnTo>
                    <a:pt x="466615" y="650184"/>
                  </a:lnTo>
                  <a:lnTo>
                    <a:pt x="466833" y="650084"/>
                  </a:lnTo>
                  <a:lnTo>
                    <a:pt x="466628" y="650041"/>
                  </a:lnTo>
                  <a:lnTo>
                    <a:pt x="465994" y="650256"/>
                  </a:lnTo>
                  <a:lnTo>
                    <a:pt x="465848" y="650314"/>
                  </a:lnTo>
                  <a:lnTo>
                    <a:pt x="465765" y="649947"/>
                  </a:lnTo>
                  <a:lnTo>
                    <a:pt x="465238" y="649810"/>
                  </a:lnTo>
                  <a:lnTo>
                    <a:pt x="464186" y="650263"/>
                  </a:lnTo>
                  <a:lnTo>
                    <a:pt x="464061" y="650425"/>
                  </a:lnTo>
                  <a:lnTo>
                    <a:pt x="463861" y="650684"/>
                  </a:lnTo>
                  <a:lnTo>
                    <a:pt x="463587" y="650709"/>
                  </a:lnTo>
                  <a:lnTo>
                    <a:pt x="463687" y="650849"/>
                  </a:lnTo>
                  <a:lnTo>
                    <a:pt x="463977" y="650908"/>
                  </a:lnTo>
                  <a:lnTo>
                    <a:pt x="464217" y="650995"/>
                  </a:lnTo>
                  <a:lnTo>
                    <a:pt x="464627" y="651145"/>
                  </a:lnTo>
                  <a:lnTo>
                    <a:pt x="464863" y="651400"/>
                  </a:lnTo>
                  <a:lnTo>
                    <a:pt x="465044" y="651757"/>
                  </a:lnTo>
                  <a:lnTo>
                    <a:pt x="465205" y="651961"/>
                  </a:lnTo>
                  <a:lnTo>
                    <a:pt x="465473" y="652181"/>
                  </a:lnTo>
                  <a:lnTo>
                    <a:pt x="465740" y="652385"/>
                  </a:lnTo>
                  <a:lnTo>
                    <a:pt x="465978" y="652511"/>
                  </a:lnTo>
                  <a:lnTo>
                    <a:pt x="466325" y="652757"/>
                  </a:lnTo>
                  <a:lnTo>
                    <a:pt x="466584" y="653203"/>
                  </a:lnTo>
                  <a:lnTo>
                    <a:pt x="466973" y="653884"/>
                  </a:lnTo>
                  <a:lnTo>
                    <a:pt x="467227" y="654328"/>
                  </a:lnTo>
                  <a:lnTo>
                    <a:pt x="467488" y="654666"/>
                  </a:lnTo>
                  <a:lnTo>
                    <a:pt x="467640" y="654870"/>
                  </a:lnTo>
                  <a:lnTo>
                    <a:pt x="467987" y="655346"/>
                  </a:lnTo>
                  <a:lnTo>
                    <a:pt x="468273" y="655594"/>
                  </a:lnTo>
                  <a:lnTo>
                    <a:pt x="468299" y="655763"/>
                  </a:lnTo>
                  <a:lnTo>
                    <a:pt x="468463" y="656030"/>
                  </a:lnTo>
                  <a:lnTo>
                    <a:pt x="468648" y="656189"/>
                  </a:lnTo>
                  <a:lnTo>
                    <a:pt x="468802" y="656250"/>
                  </a:lnTo>
                  <a:lnTo>
                    <a:pt x="469060" y="656311"/>
                  </a:lnTo>
                  <a:lnTo>
                    <a:pt x="469279" y="656452"/>
                  </a:lnTo>
                  <a:lnTo>
                    <a:pt x="469374" y="656643"/>
                  </a:lnTo>
                  <a:lnTo>
                    <a:pt x="469486" y="656863"/>
                  </a:lnTo>
                  <a:lnTo>
                    <a:pt x="469711" y="657065"/>
                  </a:lnTo>
                  <a:lnTo>
                    <a:pt x="469879" y="657245"/>
                  </a:lnTo>
                  <a:lnTo>
                    <a:pt x="470010" y="657566"/>
                  </a:lnTo>
                  <a:lnTo>
                    <a:pt x="470043" y="657880"/>
                  </a:lnTo>
                  <a:lnTo>
                    <a:pt x="469961" y="658160"/>
                  </a:lnTo>
                  <a:lnTo>
                    <a:pt x="469854" y="658393"/>
                  </a:lnTo>
                  <a:lnTo>
                    <a:pt x="469736" y="658532"/>
                  </a:lnTo>
                  <a:lnTo>
                    <a:pt x="469621" y="658793"/>
                  </a:lnTo>
                  <a:lnTo>
                    <a:pt x="469495" y="658981"/>
                  </a:lnTo>
                  <a:lnTo>
                    <a:pt x="469042" y="659218"/>
                  </a:lnTo>
                  <a:lnTo>
                    <a:pt x="468648" y="659585"/>
                  </a:lnTo>
                  <a:lnTo>
                    <a:pt x="468616" y="659782"/>
                  </a:lnTo>
                  <a:lnTo>
                    <a:pt x="468578" y="659978"/>
                  </a:lnTo>
                  <a:lnTo>
                    <a:pt x="468857" y="660306"/>
                  </a:lnTo>
                  <a:lnTo>
                    <a:pt x="469029" y="660341"/>
                  </a:lnTo>
                  <a:lnTo>
                    <a:pt x="469192" y="660345"/>
                  </a:lnTo>
                  <a:lnTo>
                    <a:pt x="469480" y="660322"/>
                  </a:lnTo>
                  <a:lnTo>
                    <a:pt x="469652" y="660326"/>
                  </a:lnTo>
                  <a:lnTo>
                    <a:pt x="469792" y="660329"/>
                  </a:lnTo>
                  <a:lnTo>
                    <a:pt x="470193" y="660289"/>
                  </a:lnTo>
                  <a:lnTo>
                    <a:pt x="470698" y="660371"/>
                  </a:lnTo>
                  <a:lnTo>
                    <a:pt x="470879" y="660502"/>
                  </a:lnTo>
                  <a:lnTo>
                    <a:pt x="471107" y="660684"/>
                  </a:lnTo>
                  <a:lnTo>
                    <a:pt x="471331" y="660733"/>
                  </a:lnTo>
                  <a:lnTo>
                    <a:pt x="471595" y="660823"/>
                  </a:lnTo>
                  <a:lnTo>
                    <a:pt x="471846" y="661006"/>
                  </a:lnTo>
                  <a:lnTo>
                    <a:pt x="472134" y="661345"/>
                  </a:lnTo>
                  <a:lnTo>
                    <a:pt x="472422" y="661705"/>
                  </a:lnTo>
                  <a:lnTo>
                    <a:pt x="472557" y="662214"/>
                  </a:lnTo>
                  <a:lnTo>
                    <a:pt x="472231" y="662583"/>
                  </a:lnTo>
                  <a:lnTo>
                    <a:pt x="471869" y="662808"/>
                  </a:lnTo>
                  <a:lnTo>
                    <a:pt x="471698" y="662882"/>
                  </a:lnTo>
                  <a:lnTo>
                    <a:pt x="471383" y="663070"/>
                  </a:lnTo>
                  <a:lnTo>
                    <a:pt x="471040" y="663251"/>
                  </a:lnTo>
                  <a:lnTo>
                    <a:pt x="470968" y="663427"/>
                  </a:lnTo>
                  <a:lnTo>
                    <a:pt x="470897" y="663687"/>
                  </a:lnTo>
                  <a:lnTo>
                    <a:pt x="470895" y="664003"/>
                  </a:lnTo>
                  <a:lnTo>
                    <a:pt x="470921" y="664145"/>
                  </a:lnTo>
                  <a:lnTo>
                    <a:pt x="471057" y="664241"/>
                  </a:lnTo>
                  <a:lnTo>
                    <a:pt x="471346" y="664323"/>
                  </a:lnTo>
                  <a:lnTo>
                    <a:pt x="471576" y="664439"/>
                  </a:lnTo>
                  <a:lnTo>
                    <a:pt x="471724" y="664471"/>
                  </a:lnTo>
                  <a:lnTo>
                    <a:pt x="471968" y="664380"/>
                  </a:lnTo>
                  <a:lnTo>
                    <a:pt x="472260" y="664045"/>
                  </a:lnTo>
                  <a:lnTo>
                    <a:pt x="472396" y="663624"/>
                  </a:lnTo>
                  <a:lnTo>
                    <a:pt x="472496" y="663438"/>
                  </a:lnTo>
                  <a:lnTo>
                    <a:pt x="472871" y="663162"/>
                  </a:lnTo>
                  <a:lnTo>
                    <a:pt x="473230" y="663166"/>
                  </a:lnTo>
                  <a:lnTo>
                    <a:pt x="473429" y="663272"/>
                  </a:lnTo>
                  <a:lnTo>
                    <a:pt x="473552" y="663461"/>
                  </a:lnTo>
                  <a:lnTo>
                    <a:pt x="473567" y="663635"/>
                  </a:lnTo>
                  <a:lnTo>
                    <a:pt x="473545" y="663875"/>
                  </a:lnTo>
                  <a:lnTo>
                    <a:pt x="473428" y="664048"/>
                  </a:lnTo>
                  <a:lnTo>
                    <a:pt x="473240" y="664300"/>
                  </a:lnTo>
                  <a:lnTo>
                    <a:pt x="472923" y="664918"/>
                  </a:lnTo>
                  <a:lnTo>
                    <a:pt x="472631" y="665667"/>
                  </a:lnTo>
                  <a:lnTo>
                    <a:pt x="472425" y="666198"/>
                  </a:lnTo>
                  <a:lnTo>
                    <a:pt x="472340" y="666378"/>
                  </a:lnTo>
                  <a:lnTo>
                    <a:pt x="472316" y="666780"/>
                  </a:lnTo>
                  <a:lnTo>
                    <a:pt x="472389" y="666968"/>
                  </a:lnTo>
                  <a:lnTo>
                    <a:pt x="472476" y="667158"/>
                  </a:lnTo>
                  <a:lnTo>
                    <a:pt x="472649" y="667476"/>
                  </a:lnTo>
                  <a:lnTo>
                    <a:pt x="472812" y="667695"/>
                  </a:lnTo>
                  <a:lnTo>
                    <a:pt x="472963" y="667869"/>
                  </a:lnTo>
                  <a:lnTo>
                    <a:pt x="473238" y="668341"/>
                  </a:lnTo>
                  <a:lnTo>
                    <a:pt x="473292" y="668519"/>
                  </a:lnTo>
                  <a:lnTo>
                    <a:pt x="473341" y="668806"/>
                  </a:lnTo>
                  <a:lnTo>
                    <a:pt x="473405" y="669352"/>
                  </a:lnTo>
                  <a:lnTo>
                    <a:pt x="473456" y="669797"/>
                  </a:lnTo>
                  <a:lnTo>
                    <a:pt x="473699" y="670052"/>
                  </a:lnTo>
                  <a:lnTo>
                    <a:pt x="473856" y="670132"/>
                  </a:lnTo>
                  <a:lnTo>
                    <a:pt x="473988" y="670171"/>
                  </a:lnTo>
                  <a:lnTo>
                    <a:pt x="474434" y="670295"/>
                  </a:lnTo>
                  <a:lnTo>
                    <a:pt x="474701" y="670358"/>
                  </a:lnTo>
                  <a:lnTo>
                    <a:pt x="475094" y="670478"/>
                  </a:lnTo>
                  <a:lnTo>
                    <a:pt x="475489" y="670666"/>
                  </a:lnTo>
                  <a:lnTo>
                    <a:pt x="475872" y="670730"/>
                  </a:lnTo>
                  <a:lnTo>
                    <a:pt x="476026" y="670795"/>
                  </a:lnTo>
                  <a:lnTo>
                    <a:pt x="476160" y="670900"/>
                  </a:lnTo>
                  <a:lnTo>
                    <a:pt x="476462" y="671270"/>
                  </a:lnTo>
                  <a:lnTo>
                    <a:pt x="476593" y="671389"/>
                  </a:lnTo>
                  <a:lnTo>
                    <a:pt x="476781" y="671506"/>
                  </a:lnTo>
                  <a:lnTo>
                    <a:pt x="476937" y="671575"/>
                  </a:lnTo>
                  <a:lnTo>
                    <a:pt x="477286" y="671677"/>
                  </a:lnTo>
                  <a:lnTo>
                    <a:pt x="477592" y="671705"/>
                  </a:lnTo>
                  <a:lnTo>
                    <a:pt x="477970" y="671718"/>
                  </a:lnTo>
                  <a:lnTo>
                    <a:pt x="478165" y="671751"/>
                  </a:lnTo>
                  <a:lnTo>
                    <a:pt x="478308" y="671802"/>
                  </a:lnTo>
                  <a:lnTo>
                    <a:pt x="478668" y="672231"/>
                  </a:lnTo>
                  <a:lnTo>
                    <a:pt x="478779" y="672554"/>
                  </a:lnTo>
                  <a:lnTo>
                    <a:pt x="478957" y="672896"/>
                  </a:lnTo>
                  <a:lnTo>
                    <a:pt x="479088" y="672978"/>
                  </a:lnTo>
                  <a:lnTo>
                    <a:pt x="479230" y="673037"/>
                  </a:lnTo>
                  <a:lnTo>
                    <a:pt x="479611" y="673162"/>
                  </a:lnTo>
                  <a:lnTo>
                    <a:pt x="479787" y="673219"/>
                  </a:lnTo>
                  <a:lnTo>
                    <a:pt x="480008" y="673506"/>
                  </a:lnTo>
                  <a:lnTo>
                    <a:pt x="480000" y="673774"/>
                  </a:lnTo>
                  <a:lnTo>
                    <a:pt x="479867" y="674146"/>
                  </a:lnTo>
                  <a:lnTo>
                    <a:pt x="479625" y="674235"/>
                  </a:lnTo>
                  <a:lnTo>
                    <a:pt x="479443" y="674196"/>
                  </a:lnTo>
                  <a:lnTo>
                    <a:pt x="479268" y="674112"/>
                  </a:lnTo>
                  <a:lnTo>
                    <a:pt x="479141" y="674034"/>
                  </a:lnTo>
                  <a:lnTo>
                    <a:pt x="478910" y="673933"/>
                  </a:lnTo>
                  <a:lnTo>
                    <a:pt x="478479" y="674220"/>
                  </a:lnTo>
                  <a:lnTo>
                    <a:pt x="478602" y="674562"/>
                  </a:lnTo>
                  <a:lnTo>
                    <a:pt x="478669" y="674701"/>
                  </a:lnTo>
                  <a:lnTo>
                    <a:pt x="478871" y="674948"/>
                  </a:lnTo>
                  <a:lnTo>
                    <a:pt x="479057" y="675119"/>
                  </a:lnTo>
                  <a:lnTo>
                    <a:pt x="479163" y="675256"/>
                  </a:lnTo>
                  <a:lnTo>
                    <a:pt x="479242" y="675541"/>
                  </a:lnTo>
                  <a:lnTo>
                    <a:pt x="479066" y="675859"/>
                  </a:lnTo>
                  <a:lnTo>
                    <a:pt x="478770" y="676303"/>
                  </a:lnTo>
                  <a:lnTo>
                    <a:pt x="478760" y="676494"/>
                  </a:lnTo>
                  <a:lnTo>
                    <a:pt x="478813" y="676688"/>
                  </a:lnTo>
                  <a:lnTo>
                    <a:pt x="478991" y="676780"/>
                  </a:lnTo>
                  <a:lnTo>
                    <a:pt x="479263" y="676999"/>
                  </a:lnTo>
                  <a:lnTo>
                    <a:pt x="479542" y="677316"/>
                  </a:lnTo>
                  <a:lnTo>
                    <a:pt x="479745" y="677477"/>
                  </a:lnTo>
                  <a:lnTo>
                    <a:pt x="479945" y="677588"/>
                  </a:lnTo>
                  <a:lnTo>
                    <a:pt x="480251" y="677818"/>
                  </a:lnTo>
                  <a:lnTo>
                    <a:pt x="480265" y="677981"/>
                  </a:lnTo>
                  <a:lnTo>
                    <a:pt x="479868" y="678205"/>
                  </a:lnTo>
                  <a:lnTo>
                    <a:pt x="479611" y="677898"/>
                  </a:lnTo>
                  <a:lnTo>
                    <a:pt x="479352" y="677370"/>
                  </a:lnTo>
                  <a:lnTo>
                    <a:pt x="479146" y="677195"/>
                  </a:lnTo>
                  <a:lnTo>
                    <a:pt x="478900" y="677303"/>
                  </a:lnTo>
                  <a:lnTo>
                    <a:pt x="478709" y="677492"/>
                  </a:lnTo>
                  <a:lnTo>
                    <a:pt x="478772" y="677787"/>
                  </a:lnTo>
                  <a:lnTo>
                    <a:pt x="479098" y="677933"/>
                  </a:lnTo>
                  <a:lnTo>
                    <a:pt x="479337" y="678505"/>
                  </a:lnTo>
                  <a:lnTo>
                    <a:pt x="479184" y="678448"/>
                  </a:lnTo>
                  <a:lnTo>
                    <a:pt x="478924" y="678262"/>
                  </a:lnTo>
                  <a:lnTo>
                    <a:pt x="478749" y="678195"/>
                  </a:lnTo>
                  <a:lnTo>
                    <a:pt x="478603" y="678186"/>
                  </a:lnTo>
                  <a:lnTo>
                    <a:pt x="478320" y="678284"/>
                  </a:lnTo>
                  <a:lnTo>
                    <a:pt x="478163" y="678465"/>
                  </a:lnTo>
                  <a:lnTo>
                    <a:pt x="477607" y="679079"/>
                  </a:lnTo>
                  <a:lnTo>
                    <a:pt x="477221" y="679299"/>
                  </a:lnTo>
                  <a:lnTo>
                    <a:pt x="476814" y="679624"/>
                  </a:lnTo>
                  <a:lnTo>
                    <a:pt x="476661" y="679641"/>
                  </a:lnTo>
                  <a:lnTo>
                    <a:pt x="476430" y="680196"/>
                  </a:lnTo>
                  <a:lnTo>
                    <a:pt x="476172" y="680650"/>
                  </a:lnTo>
                  <a:lnTo>
                    <a:pt x="475948" y="680898"/>
                  </a:lnTo>
                  <a:lnTo>
                    <a:pt x="475630" y="680893"/>
                  </a:lnTo>
                  <a:lnTo>
                    <a:pt x="475498" y="680684"/>
                  </a:lnTo>
                  <a:lnTo>
                    <a:pt x="474725" y="680569"/>
                  </a:lnTo>
                  <a:lnTo>
                    <a:pt x="474698" y="680711"/>
                  </a:lnTo>
                  <a:lnTo>
                    <a:pt x="474755" y="680870"/>
                  </a:lnTo>
                  <a:lnTo>
                    <a:pt x="474954" y="681202"/>
                  </a:lnTo>
                  <a:lnTo>
                    <a:pt x="474489" y="681585"/>
                  </a:lnTo>
                  <a:lnTo>
                    <a:pt x="474207" y="681394"/>
                  </a:lnTo>
                  <a:lnTo>
                    <a:pt x="474153" y="681141"/>
                  </a:lnTo>
                  <a:lnTo>
                    <a:pt x="474024" y="680697"/>
                  </a:lnTo>
                  <a:lnTo>
                    <a:pt x="473858" y="680549"/>
                  </a:lnTo>
                  <a:lnTo>
                    <a:pt x="473592" y="680566"/>
                  </a:lnTo>
                  <a:lnTo>
                    <a:pt x="473366" y="680840"/>
                  </a:lnTo>
                  <a:lnTo>
                    <a:pt x="473125" y="681072"/>
                  </a:lnTo>
                  <a:lnTo>
                    <a:pt x="472898" y="681156"/>
                  </a:lnTo>
                  <a:lnTo>
                    <a:pt x="472691" y="681205"/>
                  </a:lnTo>
                  <a:lnTo>
                    <a:pt x="472469" y="681280"/>
                  </a:lnTo>
                  <a:lnTo>
                    <a:pt x="471965" y="681164"/>
                  </a:lnTo>
                  <a:lnTo>
                    <a:pt x="471890" y="680989"/>
                  </a:lnTo>
                  <a:lnTo>
                    <a:pt x="471768" y="680777"/>
                  </a:lnTo>
                  <a:lnTo>
                    <a:pt x="471111" y="680454"/>
                  </a:lnTo>
                  <a:lnTo>
                    <a:pt x="470879" y="680758"/>
                  </a:lnTo>
                  <a:lnTo>
                    <a:pt x="470714" y="680792"/>
                  </a:lnTo>
                  <a:lnTo>
                    <a:pt x="470134" y="680353"/>
                  </a:lnTo>
                  <a:lnTo>
                    <a:pt x="470197" y="680103"/>
                  </a:lnTo>
                  <a:lnTo>
                    <a:pt x="469930" y="680055"/>
                  </a:lnTo>
                  <a:lnTo>
                    <a:pt x="469566" y="680598"/>
                  </a:lnTo>
                  <a:lnTo>
                    <a:pt x="469545" y="680814"/>
                  </a:lnTo>
                  <a:lnTo>
                    <a:pt x="469717" y="681103"/>
                  </a:lnTo>
                  <a:lnTo>
                    <a:pt x="469578" y="681355"/>
                  </a:lnTo>
                  <a:lnTo>
                    <a:pt x="468452" y="681879"/>
                  </a:lnTo>
                  <a:lnTo>
                    <a:pt x="468225" y="682965"/>
                  </a:lnTo>
                  <a:lnTo>
                    <a:pt x="466737" y="684436"/>
                  </a:lnTo>
                  <a:lnTo>
                    <a:pt x="466321" y="684730"/>
                  </a:lnTo>
                  <a:lnTo>
                    <a:pt x="466328" y="685079"/>
                  </a:lnTo>
                  <a:lnTo>
                    <a:pt x="466761" y="685323"/>
                  </a:lnTo>
                  <a:lnTo>
                    <a:pt x="467072" y="685478"/>
                  </a:lnTo>
                  <a:lnTo>
                    <a:pt x="467011" y="685694"/>
                  </a:lnTo>
                  <a:lnTo>
                    <a:pt x="466972" y="685852"/>
                  </a:lnTo>
                  <a:lnTo>
                    <a:pt x="466961" y="686058"/>
                  </a:lnTo>
                  <a:lnTo>
                    <a:pt x="466949" y="686274"/>
                  </a:lnTo>
                  <a:lnTo>
                    <a:pt x="467099" y="686672"/>
                  </a:lnTo>
                  <a:lnTo>
                    <a:pt x="467359" y="687193"/>
                  </a:lnTo>
                  <a:lnTo>
                    <a:pt x="467292" y="687368"/>
                  </a:lnTo>
                  <a:lnTo>
                    <a:pt x="467265" y="687537"/>
                  </a:lnTo>
                  <a:lnTo>
                    <a:pt x="467404" y="687894"/>
                  </a:lnTo>
                  <a:lnTo>
                    <a:pt x="467452" y="688231"/>
                  </a:lnTo>
                  <a:lnTo>
                    <a:pt x="467390" y="688412"/>
                  </a:lnTo>
                  <a:lnTo>
                    <a:pt x="467472" y="688611"/>
                  </a:lnTo>
                  <a:lnTo>
                    <a:pt x="467549" y="688890"/>
                  </a:lnTo>
                  <a:lnTo>
                    <a:pt x="467646" y="689354"/>
                  </a:lnTo>
                  <a:lnTo>
                    <a:pt x="467522" y="689700"/>
                  </a:lnTo>
                  <a:lnTo>
                    <a:pt x="467570" y="689834"/>
                  </a:lnTo>
                  <a:lnTo>
                    <a:pt x="467597" y="690119"/>
                  </a:lnTo>
                  <a:lnTo>
                    <a:pt x="467241" y="690557"/>
                  </a:lnTo>
                  <a:lnTo>
                    <a:pt x="466986" y="690639"/>
                  </a:lnTo>
                  <a:lnTo>
                    <a:pt x="466748" y="690536"/>
                  </a:lnTo>
                  <a:lnTo>
                    <a:pt x="466123" y="690241"/>
                  </a:lnTo>
                  <a:lnTo>
                    <a:pt x="465656" y="690089"/>
                  </a:lnTo>
                  <a:lnTo>
                    <a:pt x="465441" y="689968"/>
                  </a:lnTo>
                  <a:lnTo>
                    <a:pt x="465041" y="689691"/>
                  </a:lnTo>
                  <a:lnTo>
                    <a:pt x="464917" y="689548"/>
                  </a:lnTo>
                  <a:lnTo>
                    <a:pt x="464823" y="689401"/>
                  </a:lnTo>
                  <a:lnTo>
                    <a:pt x="464594" y="688766"/>
                  </a:lnTo>
                  <a:lnTo>
                    <a:pt x="464566" y="688637"/>
                  </a:lnTo>
                  <a:lnTo>
                    <a:pt x="464287" y="688107"/>
                  </a:lnTo>
                  <a:lnTo>
                    <a:pt x="464087" y="687867"/>
                  </a:lnTo>
                  <a:lnTo>
                    <a:pt x="463764" y="687811"/>
                  </a:lnTo>
                  <a:lnTo>
                    <a:pt x="463475" y="687787"/>
                  </a:lnTo>
                  <a:lnTo>
                    <a:pt x="463352" y="687603"/>
                  </a:lnTo>
                  <a:lnTo>
                    <a:pt x="462853" y="687344"/>
                  </a:lnTo>
                  <a:lnTo>
                    <a:pt x="462786" y="687091"/>
                  </a:lnTo>
                  <a:lnTo>
                    <a:pt x="462775" y="686728"/>
                  </a:lnTo>
                  <a:lnTo>
                    <a:pt x="462469" y="686805"/>
                  </a:lnTo>
                  <a:lnTo>
                    <a:pt x="462529" y="686965"/>
                  </a:lnTo>
                  <a:lnTo>
                    <a:pt x="462622" y="687098"/>
                  </a:lnTo>
                  <a:lnTo>
                    <a:pt x="462468" y="687442"/>
                  </a:lnTo>
                  <a:lnTo>
                    <a:pt x="462335" y="687738"/>
                  </a:lnTo>
                  <a:lnTo>
                    <a:pt x="462273" y="688116"/>
                  </a:lnTo>
                  <a:lnTo>
                    <a:pt x="462399" y="688276"/>
                  </a:lnTo>
                  <a:lnTo>
                    <a:pt x="462554" y="688499"/>
                  </a:lnTo>
                  <a:lnTo>
                    <a:pt x="462524" y="688790"/>
                  </a:lnTo>
                  <a:lnTo>
                    <a:pt x="462256" y="689030"/>
                  </a:lnTo>
                  <a:lnTo>
                    <a:pt x="461951" y="689378"/>
                  </a:lnTo>
                  <a:lnTo>
                    <a:pt x="462096" y="689543"/>
                  </a:lnTo>
                  <a:lnTo>
                    <a:pt x="462185" y="689927"/>
                  </a:lnTo>
                  <a:lnTo>
                    <a:pt x="462103" y="690165"/>
                  </a:lnTo>
                  <a:lnTo>
                    <a:pt x="461970" y="690209"/>
                  </a:lnTo>
                  <a:lnTo>
                    <a:pt x="461744" y="690370"/>
                  </a:lnTo>
                  <a:lnTo>
                    <a:pt x="461529" y="690489"/>
                  </a:lnTo>
                  <a:lnTo>
                    <a:pt x="461764" y="690891"/>
                  </a:lnTo>
                  <a:lnTo>
                    <a:pt x="461965" y="690877"/>
                  </a:lnTo>
                  <a:lnTo>
                    <a:pt x="461847" y="691136"/>
                  </a:lnTo>
                  <a:lnTo>
                    <a:pt x="461688" y="691417"/>
                  </a:lnTo>
                  <a:lnTo>
                    <a:pt x="461520" y="691707"/>
                  </a:lnTo>
                  <a:lnTo>
                    <a:pt x="461261" y="691742"/>
                  </a:lnTo>
                  <a:lnTo>
                    <a:pt x="461395" y="692027"/>
                  </a:lnTo>
                  <a:lnTo>
                    <a:pt x="461200" y="692279"/>
                  </a:lnTo>
                  <a:lnTo>
                    <a:pt x="461063" y="692024"/>
                  </a:lnTo>
                  <a:lnTo>
                    <a:pt x="460775" y="691914"/>
                  </a:lnTo>
                  <a:lnTo>
                    <a:pt x="460445" y="691960"/>
                  </a:lnTo>
                  <a:lnTo>
                    <a:pt x="459916" y="692153"/>
                  </a:lnTo>
                  <a:lnTo>
                    <a:pt x="459530" y="692039"/>
                  </a:lnTo>
                  <a:lnTo>
                    <a:pt x="459378" y="692003"/>
                  </a:lnTo>
                  <a:lnTo>
                    <a:pt x="459116" y="692029"/>
                  </a:lnTo>
                  <a:lnTo>
                    <a:pt x="458711" y="692176"/>
                  </a:lnTo>
                  <a:lnTo>
                    <a:pt x="458401" y="692080"/>
                  </a:lnTo>
                  <a:lnTo>
                    <a:pt x="457717" y="692024"/>
                  </a:lnTo>
                  <a:lnTo>
                    <a:pt x="456910" y="691883"/>
                  </a:lnTo>
                  <a:lnTo>
                    <a:pt x="456726" y="691785"/>
                  </a:lnTo>
                  <a:lnTo>
                    <a:pt x="456338" y="691899"/>
                  </a:lnTo>
                  <a:lnTo>
                    <a:pt x="456172" y="692134"/>
                  </a:lnTo>
                  <a:lnTo>
                    <a:pt x="456027" y="692362"/>
                  </a:lnTo>
                  <a:lnTo>
                    <a:pt x="455833" y="692445"/>
                  </a:lnTo>
                  <a:lnTo>
                    <a:pt x="455412" y="692594"/>
                  </a:lnTo>
                  <a:lnTo>
                    <a:pt x="454698" y="692583"/>
                  </a:lnTo>
                  <a:lnTo>
                    <a:pt x="454153" y="693321"/>
                  </a:lnTo>
                  <a:lnTo>
                    <a:pt x="453924" y="693890"/>
                  </a:lnTo>
                  <a:lnTo>
                    <a:pt x="453850" y="694117"/>
                  </a:lnTo>
                  <a:lnTo>
                    <a:pt x="453553" y="694502"/>
                  </a:lnTo>
                  <a:lnTo>
                    <a:pt x="453153" y="694773"/>
                  </a:lnTo>
                  <a:lnTo>
                    <a:pt x="452979" y="694778"/>
                  </a:lnTo>
                  <a:lnTo>
                    <a:pt x="452481" y="695089"/>
                  </a:lnTo>
                  <a:lnTo>
                    <a:pt x="451942" y="695432"/>
                  </a:lnTo>
                  <a:lnTo>
                    <a:pt x="451662" y="696297"/>
                  </a:lnTo>
                  <a:lnTo>
                    <a:pt x="451506" y="696562"/>
                  </a:lnTo>
                  <a:lnTo>
                    <a:pt x="450400" y="696744"/>
                  </a:lnTo>
                  <a:lnTo>
                    <a:pt x="449879" y="696556"/>
                  </a:lnTo>
                  <a:lnTo>
                    <a:pt x="449071" y="696141"/>
                  </a:lnTo>
                  <a:lnTo>
                    <a:pt x="449066" y="695402"/>
                  </a:lnTo>
                  <a:lnTo>
                    <a:pt x="449301" y="695328"/>
                  </a:lnTo>
                  <a:lnTo>
                    <a:pt x="449560" y="695217"/>
                  </a:lnTo>
                  <a:lnTo>
                    <a:pt x="449767" y="694554"/>
                  </a:lnTo>
                  <a:lnTo>
                    <a:pt x="449728" y="694085"/>
                  </a:lnTo>
                  <a:lnTo>
                    <a:pt x="449850" y="693054"/>
                  </a:lnTo>
                  <a:lnTo>
                    <a:pt x="449905" y="692762"/>
                  </a:lnTo>
                  <a:lnTo>
                    <a:pt x="449617" y="692131"/>
                  </a:lnTo>
                  <a:lnTo>
                    <a:pt x="449535" y="691965"/>
                  </a:lnTo>
                  <a:lnTo>
                    <a:pt x="449269" y="691133"/>
                  </a:lnTo>
                  <a:lnTo>
                    <a:pt x="448758" y="690900"/>
                  </a:lnTo>
                  <a:lnTo>
                    <a:pt x="448495" y="690839"/>
                  </a:lnTo>
                  <a:lnTo>
                    <a:pt x="448312" y="690623"/>
                  </a:lnTo>
                  <a:lnTo>
                    <a:pt x="448184" y="690490"/>
                  </a:lnTo>
                  <a:lnTo>
                    <a:pt x="447691" y="690149"/>
                  </a:lnTo>
                  <a:lnTo>
                    <a:pt x="447483" y="690281"/>
                  </a:lnTo>
                  <a:lnTo>
                    <a:pt x="447238" y="690079"/>
                  </a:lnTo>
                  <a:lnTo>
                    <a:pt x="446693" y="689585"/>
                  </a:lnTo>
                  <a:lnTo>
                    <a:pt x="446505" y="689264"/>
                  </a:lnTo>
                  <a:lnTo>
                    <a:pt x="446601" y="688835"/>
                  </a:lnTo>
                  <a:lnTo>
                    <a:pt x="446348" y="688444"/>
                  </a:lnTo>
                  <a:lnTo>
                    <a:pt x="446528" y="688192"/>
                  </a:lnTo>
                  <a:lnTo>
                    <a:pt x="446802" y="688123"/>
                  </a:lnTo>
                  <a:lnTo>
                    <a:pt x="447707" y="687587"/>
                  </a:lnTo>
                  <a:lnTo>
                    <a:pt x="448358" y="687141"/>
                  </a:lnTo>
                  <a:lnTo>
                    <a:pt x="448642" y="687529"/>
                  </a:lnTo>
                  <a:lnTo>
                    <a:pt x="448742" y="687710"/>
                  </a:lnTo>
                  <a:lnTo>
                    <a:pt x="449081" y="687987"/>
                  </a:lnTo>
                  <a:lnTo>
                    <a:pt x="449171" y="687800"/>
                  </a:lnTo>
                  <a:lnTo>
                    <a:pt x="449819" y="686844"/>
                  </a:lnTo>
                  <a:lnTo>
                    <a:pt x="450256" y="686595"/>
                  </a:lnTo>
                  <a:lnTo>
                    <a:pt x="450421" y="686316"/>
                  </a:lnTo>
                  <a:lnTo>
                    <a:pt x="450462" y="686188"/>
                  </a:lnTo>
                  <a:lnTo>
                    <a:pt x="450948" y="685817"/>
                  </a:lnTo>
                  <a:lnTo>
                    <a:pt x="451241" y="685775"/>
                  </a:lnTo>
                  <a:lnTo>
                    <a:pt x="451573" y="685705"/>
                  </a:lnTo>
                  <a:lnTo>
                    <a:pt x="451630" y="685499"/>
                  </a:lnTo>
                  <a:lnTo>
                    <a:pt x="451336" y="684999"/>
                  </a:lnTo>
                  <a:lnTo>
                    <a:pt x="451398" y="684870"/>
                  </a:lnTo>
                  <a:lnTo>
                    <a:pt x="451516" y="684402"/>
                  </a:lnTo>
                  <a:lnTo>
                    <a:pt x="451506" y="684221"/>
                  </a:lnTo>
                  <a:lnTo>
                    <a:pt x="451478" y="683796"/>
                  </a:lnTo>
                  <a:lnTo>
                    <a:pt x="451722" y="683495"/>
                  </a:lnTo>
                  <a:lnTo>
                    <a:pt x="451797" y="683178"/>
                  </a:lnTo>
                  <a:lnTo>
                    <a:pt x="451748" y="682855"/>
                  </a:lnTo>
                  <a:lnTo>
                    <a:pt x="451780" y="682549"/>
                  </a:lnTo>
                  <a:lnTo>
                    <a:pt x="451987" y="682054"/>
                  </a:lnTo>
                  <a:lnTo>
                    <a:pt x="452198" y="681770"/>
                  </a:lnTo>
                  <a:lnTo>
                    <a:pt x="452482" y="681464"/>
                  </a:lnTo>
                  <a:lnTo>
                    <a:pt x="452773" y="681360"/>
                  </a:lnTo>
                  <a:lnTo>
                    <a:pt x="452865" y="681204"/>
                  </a:lnTo>
                  <a:lnTo>
                    <a:pt x="453376" y="680667"/>
                  </a:lnTo>
                  <a:lnTo>
                    <a:pt x="453354" y="679752"/>
                  </a:lnTo>
                  <a:lnTo>
                    <a:pt x="454111" y="679251"/>
                  </a:lnTo>
                  <a:lnTo>
                    <a:pt x="454359" y="679161"/>
                  </a:lnTo>
                  <a:lnTo>
                    <a:pt x="454829" y="678871"/>
                  </a:lnTo>
                  <a:lnTo>
                    <a:pt x="454344" y="678783"/>
                  </a:lnTo>
                  <a:lnTo>
                    <a:pt x="453879" y="678595"/>
                  </a:lnTo>
                  <a:lnTo>
                    <a:pt x="453794" y="678463"/>
                  </a:lnTo>
                  <a:lnTo>
                    <a:pt x="453818" y="678232"/>
                  </a:lnTo>
                  <a:lnTo>
                    <a:pt x="453872" y="678077"/>
                  </a:lnTo>
                  <a:lnTo>
                    <a:pt x="453972" y="677785"/>
                  </a:lnTo>
                  <a:lnTo>
                    <a:pt x="454018" y="677467"/>
                  </a:lnTo>
                  <a:lnTo>
                    <a:pt x="454003" y="677328"/>
                  </a:lnTo>
                  <a:lnTo>
                    <a:pt x="453847" y="677142"/>
                  </a:lnTo>
                  <a:lnTo>
                    <a:pt x="453317" y="677017"/>
                  </a:lnTo>
                  <a:lnTo>
                    <a:pt x="452907" y="676719"/>
                  </a:lnTo>
                  <a:lnTo>
                    <a:pt x="452774" y="676425"/>
                  </a:lnTo>
                  <a:lnTo>
                    <a:pt x="452655" y="676029"/>
                  </a:lnTo>
                  <a:lnTo>
                    <a:pt x="452663" y="675793"/>
                  </a:lnTo>
                  <a:lnTo>
                    <a:pt x="452785" y="675544"/>
                  </a:lnTo>
                  <a:lnTo>
                    <a:pt x="452866" y="675290"/>
                  </a:lnTo>
                  <a:lnTo>
                    <a:pt x="452529" y="674805"/>
                  </a:lnTo>
                  <a:lnTo>
                    <a:pt x="452571" y="674613"/>
                  </a:lnTo>
                  <a:lnTo>
                    <a:pt x="452870" y="674025"/>
                  </a:lnTo>
                  <a:lnTo>
                    <a:pt x="452961" y="673497"/>
                  </a:lnTo>
                  <a:lnTo>
                    <a:pt x="452872" y="673168"/>
                  </a:lnTo>
                  <a:lnTo>
                    <a:pt x="452792" y="672872"/>
                  </a:lnTo>
                  <a:lnTo>
                    <a:pt x="452524" y="672597"/>
                  </a:lnTo>
                  <a:lnTo>
                    <a:pt x="452195" y="672442"/>
                  </a:lnTo>
                  <a:lnTo>
                    <a:pt x="451788" y="672170"/>
                  </a:lnTo>
                  <a:lnTo>
                    <a:pt x="451851" y="672033"/>
                  </a:lnTo>
                  <a:lnTo>
                    <a:pt x="451760" y="671465"/>
                  </a:lnTo>
                  <a:lnTo>
                    <a:pt x="451432" y="671454"/>
                  </a:lnTo>
                  <a:lnTo>
                    <a:pt x="450906" y="671145"/>
                  </a:lnTo>
                  <a:lnTo>
                    <a:pt x="450636" y="671102"/>
                  </a:lnTo>
                  <a:lnTo>
                    <a:pt x="450517" y="670971"/>
                  </a:lnTo>
                  <a:lnTo>
                    <a:pt x="450278" y="670537"/>
                  </a:lnTo>
                  <a:lnTo>
                    <a:pt x="449531" y="670833"/>
                  </a:lnTo>
                  <a:lnTo>
                    <a:pt x="449378" y="671519"/>
                  </a:lnTo>
                  <a:lnTo>
                    <a:pt x="449437" y="671796"/>
                  </a:lnTo>
                  <a:lnTo>
                    <a:pt x="449509" y="672386"/>
                  </a:lnTo>
                  <a:lnTo>
                    <a:pt x="449014" y="672867"/>
                  </a:lnTo>
                  <a:lnTo>
                    <a:pt x="448877" y="672899"/>
                  </a:lnTo>
                  <a:lnTo>
                    <a:pt x="448364" y="673252"/>
                  </a:lnTo>
                  <a:lnTo>
                    <a:pt x="448206" y="673189"/>
                  </a:lnTo>
                  <a:lnTo>
                    <a:pt x="448127" y="673058"/>
                  </a:lnTo>
                  <a:lnTo>
                    <a:pt x="448022" y="672863"/>
                  </a:lnTo>
                  <a:lnTo>
                    <a:pt x="447893" y="672729"/>
                  </a:lnTo>
                  <a:lnTo>
                    <a:pt x="447100" y="672702"/>
                  </a:lnTo>
                  <a:lnTo>
                    <a:pt x="446833" y="673059"/>
                  </a:lnTo>
                  <a:lnTo>
                    <a:pt x="446666" y="673166"/>
                  </a:lnTo>
                  <a:lnTo>
                    <a:pt x="446482" y="673279"/>
                  </a:lnTo>
                  <a:lnTo>
                    <a:pt x="446404" y="673517"/>
                  </a:lnTo>
                  <a:lnTo>
                    <a:pt x="446392" y="673676"/>
                  </a:lnTo>
                  <a:lnTo>
                    <a:pt x="445955" y="673845"/>
                  </a:lnTo>
                  <a:lnTo>
                    <a:pt x="445974" y="674360"/>
                  </a:lnTo>
                  <a:lnTo>
                    <a:pt x="445653" y="674931"/>
                  </a:lnTo>
                  <a:lnTo>
                    <a:pt x="445614" y="675099"/>
                  </a:lnTo>
                  <a:lnTo>
                    <a:pt x="445089" y="675579"/>
                  </a:lnTo>
                  <a:lnTo>
                    <a:pt x="445004" y="675778"/>
                  </a:lnTo>
                  <a:lnTo>
                    <a:pt x="444717" y="675896"/>
                  </a:lnTo>
                  <a:lnTo>
                    <a:pt x="444334" y="675961"/>
                  </a:lnTo>
                  <a:lnTo>
                    <a:pt x="443976" y="676017"/>
                  </a:lnTo>
                  <a:lnTo>
                    <a:pt x="443841" y="675941"/>
                  </a:lnTo>
                  <a:lnTo>
                    <a:pt x="443610" y="675815"/>
                  </a:lnTo>
                  <a:lnTo>
                    <a:pt x="443129" y="675613"/>
                  </a:lnTo>
                  <a:lnTo>
                    <a:pt x="442603" y="675804"/>
                  </a:lnTo>
                  <a:lnTo>
                    <a:pt x="442267" y="675737"/>
                  </a:lnTo>
                  <a:lnTo>
                    <a:pt x="441638" y="675735"/>
                  </a:lnTo>
                  <a:lnTo>
                    <a:pt x="441366" y="675644"/>
                  </a:lnTo>
                  <a:lnTo>
                    <a:pt x="441051" y="675611"/>
                  </a:lnTo>
                  <a:lnTo>
                    <a:pt x="440691" y="675857"/>
                  </a:lnTo>
                  <a:lnTo>
                    <a:pt x="440421" y="676107"/>
                  </a:lnTo>
                  <a:lnTo>
                    <a:pt x="439894" y="676150"/>
                  </a:lnTo>
                  <a:lnTo>
                    <a:pt x="439631" y="675842"/>
                  </a:lnTo>
                  <a:lnTo>
                    <a:pt x="439237" y="674767"/>
                  </a:lnTo>
                  <a:lnTo>
                    <a:pt x="439215" y="674559"/>
                  </a:lnTo>
                  <a:lnTo>
                    <a:pt x="439326" y="674183"/>
                  </a:lnTo>
                  <a:lnTo>
                    <a:pt x="439280" y="673785"/>
                  </a:lnTo>
                  <a:lnTo>
                    <a:pt x="439216" y="673594"/>
                  </a:lnTo>
                  <a:lnTo>
                    <a:pt x="439210" y="673195"/>
                  </a:lnTo>
                  <a:lnTo>
                    <a:pt x="439288" y="672917"/>
                  </a:lnTo>
                  <a:lnTo>
                    <a:pt x="439128" y="672370"/>
                  </a:lnTo>
                  <a:lnTo>
                    <a:pt x="439001" y="672235"/>
                  </a:lnTo>
                  <a:lnTo>
                    <a:pt x="438990" y="671634"/>
                  </a:lnTo>
                  <a:lnTo>
                    <a:pt x="439104" y="671374"/>
                  </a:lnTo>
                  <a:lnTo>
                    <a:pt x="439062" y="671005"/>
                  </a:lnTo>
                  <a:lnTo>
                    <a:pt x="438977" y="670804"/>
                  </a:lnTo>
                  <a:lnTo>
                    <a:pt x="439278" y="670427"/>
                  </a:lnTo>
                  <a:lnTo>
                    <a:pt x="439126" y="669887"/>
                  </a:lnTo>
                  <a:lnTo>
                    <a:pt x="439027" y="669642"/>
                  </a:lnTo>
                  <a:lnTo>
                    <a:pt x="439004" y="669404"/>
                  </a:lnTo>
                  <a:lnTo>
                    <a:pt x="438899" y="669211"/>
                  </a:lnTo>
                  <a:lnTo>
                    <a:pt x="438770" y="669006"/>
                  </a:lnTo>
                  <a:lnTo>
                    <a:pt x="438752" y="668759"/>
                  </a:lnTo>
                  <a:lnTo>
                    <a:pt x="438576" y="668607"/>
                  </a:lnTo>
                  <a:lnTo>
                    <a:pt x="438125" y="668455"/>
                  </a:lnTo>
                  <a:lnTo>
                    <a:pt x="437823" y="668220"/>
                  </a:lnTo>
                  <a:lnTo>
                    <a:pt x="437794" y="667939"/>
                  </a:lnTo>
                  <a:lnTo>
                    <a:pt x="437832" y="667799"/>
                  </a:lnTo>
                  <a:lnTo>
                    <a:pt x="437876" y="667097"/>
                  </a:lnTo>
                  <a:lnTo>
                    <a:pt x="437838" y="666591"/>
                  </a:lnTo>
                  <a:lnTo>
                    <a:pt x="437409" y="666325"/>
                  </a:lnTo>
                  <a:lnTo>
                    <a:pt x="437185" y="666433"/>
                  </a:lnTo>
                  <a:lnTo>
                    <a:pt x="437045" y="666631"/>
                  </a:lnTo>
                  <a:lnTo>
                    <a:pt x="436870" y="666726"/>
                  </a:lnTo>
                  <a:lnTo>
                    <a:pt x="436726" y="666748"/>
                  </a:lnTo>
                  <a:lnTo>
                    <a:pt x="436419" y="666593"/>
                  </a:lnTo>
                  <a:lnTo>
                    <a:pt x="436338" y="666416"/>
                  </a:lnTo>
                  <a:lnTo>
                    <a:pt x="436333" y="665909"/>
                  </a:lnTo>
                  <a:lnTo>
                    <a:pt x="436282" y="665767"/>
                  </a:lnTo>
                  <a:lnTo>
                    <a:pt x="435977" y="665399"/>
                  </a:lnTo>
                  <a:lnTo>
                    <a:pt x="435785" y="665300"/>
                  </a:lnTo>
                  <a:lnTo>
                    <a:pt x="435608" y="665259"/>
                  </a:lnTo>
                  <a:lnTo>
                    <a:pt x="435401" y="665316"/>
                  </a:lnTo>
                  <a:lnTo>
                    <a:pt x="434982" y="665465"/>
                  </a:lnTo>
                  <a:lnTo>
                    <a:pt x="434267" y="665325"/>
                  </a:lnTo>
                  <a:lnTo>
                    <a:pt x="434140" y="665261"/>
                  </a:lnTo>
                  <a:lnTo>
                    <a:pt x="433865" y="664869"/>
                  </a:lnTo>
                  <a:lnTo>
                    <a:pt x="433705" y="664862"/>
                  </a:lnTo>
                  <a:lnTo>
                    <a:pt x="433409" y="664961"/>
                  </a:lnTo>
                  <a:lnTo>
                    <a:pt x="432847" y="665257"/>
                  </a:lnTo>
                  <a:lnTo>
                    <a:pt x="432635" y="665444"/>
                  </a:lnTo>
                  <a:lnTo>
                    <a:pt x="432470" y="665644"/>
                  </a:lnTo>
                  <a:lnTo>
                    <a:pt x="432245" y="665766"/>
                  </a:lnTo>
                  <a:lnTo>
                    <a:pt x="431769" y="665840"/>
                  </a:lnTo>
                  <a:lnTo>
                    <a:pt x="431530" y="665842"/>
                  </a:lnTo>
                  <a:lnTo>
                    <a:pt x="430944" y="665951"/>
                  </a:lnTo>
                  <a:lnTo>
                    <a:pt x="430372" y="665978"/>
                  </a:lnTo>
                  <a:lnTo>
                    <a:pt x="430282" y="666181"/>
                  </a:lnTo>
                  <a:lnTo>
                    <a:pt x="430294" y="666555"/>
                  </a:lnTo>
                  <a:lnTo>
                    <a:pt x="430331" y="666724"/>
                  </a:lnTo>
                  <a:lnTo>
                    <a:pt x="430269" y="667256"/>
                  </a:lnTo>
                  <a:lnTo>
                    <a:pt x="430032" y="667505"/>
                  </a:lnTo>
                  <a:lnTo>
                    <a:pt x="429748" y="667660"/>
                  </a:lnTo>
                  <a:lnTo>
                    <a:pt x="429542" y="667725"/>
                  </a:lnTo>
                  <a:lnTo>
                    <a:pt x="429374" y="667772"/>
                  </a:lnTo>
                  <a:lnTo>
                    <a:pt x="428683" y="667949"/>
                  </a:lnTo>
                  <a:lnTo>
                    <a:pt x="428063" y="667891"/>
                  </a:lnTo>
                  <a:lnTo>
                    <a:pt x="427916" y="667779"/>
                  </a:lnTo>
                  <a:lnTo>
                    <a:pt x="427548" y="667635"/>
                  </a:lnTo>
                  <a:lnTo>
                    <a:pt x="427354" y="667563"/>
                  </a:lnTo>
                  <a:lnTo>
                    <a:pt x="425921" y="667212"/>
                  </a:lnTo>
                  <a:lnTo>
                    <a:pt x="425743" y="667270"/>
                  </a:lnTo>
                  <a:lnTo>
                    <a:pt x="425246" y="667299"/>
                  </a:lnTo>
                  <a:lnTo>
                    <a:pt x="424763" y="666942"/>
                  </a:lnTo>
                  <a:lnTo>
                    <a:pt x="424131" y="666981"/>
                  </a:lnTo>
                  <a:lnTo>
                    <a:pt x="423900" y="667119"/>
                  </a:lnTo>
                  <a:lnTo>
                    <a:pt x="423349" y="667040"/>
                  </a:lnTo>
                  <a:lnTo>
                    <a:pt x="422938" y="666813"/>
                  </a:lnTo>
                  <a:lnTo>
                    <a:pt x="422262" y="666592"/>
                  </a:lnTo>
                  <a:lnTo>
                    <a:pt x="421925" y="666355"/>
                  </a:lnTo>
                  <a:lnTo>
                    <a:pt x="421755" y="666168"/>
                  </a:lnTo>
                  <a:lnTo>
                    <a:pt x="421619" y="666024"/>
                  </a:lnTo>
                  <a:lnTo>
                    <a:pt x="421311" y="665832"/>
                  </a:lnTo>
                  <a:lnTo>
                    <a:pt x="421076" y="665821"/>
                  </a:lnTo>
                  <a:lnTo>
                    <a:pt x="420881" y="665967"/>
                  </a:lnTo>
                  <a:lnTo>
                    <a:pt x="420236" y="666601"/>
                  </a:lnTo>
                  <a:lnTo>
                    <a:pt x="419552" y="666591"/>
                  </a:lnTo>
                  <a:lnTo>
                    <a:pt x="419405" y="666613"/>
                  </a:lnTo>
                  <a:lnTo>
                    <a:pt x="419100" y="666752"/>
                  </a:lnTo>
                  <a:lnTo>
                    <a:pt x="418711" y="667068"/>
                  </a:lnTo>
                  <a:lnTo>
                    <a:pt x="418510" y="667488"/>
                  </a:lnTo>
                  <a:lnTo>
                    <a:pt x="418294" y="667408"/>
                  </a:lnTo>
                  <a:lnTo>
                    <a:pt x="418162" y="667357"/>
                  </a:lnTo>
                  <a:lnTo>
                    <a:pt x="417885" y="667052"/>
                  </a:lnTo>
                  <a:lnTo>
                    <a:pt x="418192" y="666410"/>
                  </a:lnTo>
                  <a:lnTo>
                    <a:pt x="418307" y="666241"/>
                  </a:lnTo>
                  <a:lnTo>
                    <a:pt x="418330" y="665862"/>
                  </a:lnTo>
                  <a:lnTo>
                    <a:pt x="418195" y="665734"/>
                  </a:lnTo>
                  <a:lnTo>
                    <a:pt x="417909" y="665485"/>
                  </a:lnTo>
                  <a:lnTo>
                    <a:pt x="417837" y="665158"/>
                  </a:lnTo>
                  <a:lnTo>
                    <a:pt x="417781" y="664510"/>
                  </a:lnTo>
                  <a:lnTo>
                    <a:pt x="417729" y="664145"/>
                  </a:lnTo>
                  <a:lnTo>
                    <a:pt x="417718" y="663925"/>
                  </a:lnTo>
                  <a:lnTo>
                    <a:pt x="417927" y="663579"/>
                  </a:lnTo>
                  <a:lnTo>
                    <a:pt x="418167" y="663359"/>
                  </a:lnTo>
                  <a:lnTo>
                    <a:pt x="418992" y="662562"/>
                  </a:lnTo>
                  <a:lnTo>
                    <a:pt x="418865" y="662066"/>
                  </a:lnTo>
                  <a:lnTo>
                    <a:pt x="418745" y="661740"/>
                  </a:lnTo>
                  <a:lnTo>
                    <a:pt x="418805" y="661199"/>
                  </a:lnTo>
                  <a:lnTo>
                    <a:pt x="418947" y="660829"/>
                  </a:lnTo>
                  <a:lnTo>
                    <a:pt x="418950" y="660049"/>
                  </a:lnTo>
                  <a:lnTo>
                    <a:pt x="418790" y="659889"/>
                  </a:lnTo>
                  <a:lnTo>
                    <a:pt x="418227" y="659510"/>
                  </a:lnTo>
                  <a:lnTo>
                    <a:pt x="417646" y="658905"/>
                  </a:lnTo>
                  <a:lnTo>
                    <a:pt x="417527" y="658545"/>
                  </a:lnTo>
                  <a:lnTo>
                    <a:pt x="417238" y="658402"/>
                  </a:lnTo>
                  <a:lnTo>
                    <a:pt x="417171" y="657881"/>
                  </a:lnTo>
                  <a:lnTo>
                    <a:pt x="417370" y="657458"/>
                  </a:lnTo>
                  <a:lnTo>
                    <a:pt x="417203" y="657230"/>
                  </a:lnTo>
                  <a:lnTo>
                    <a:pt x="416849" y="657224"/>
                  </a:lnTo>
                  <a:lnTo>
                    <a:pt x="416516" y="657221"/>
                  </a:lnTo>
                  <a:lnTo>
                    <a:pt x="416317" y="657134"/>
                  </a:lnTo>
                  <a:lnTo>
                    <a:pt x="415941" y="656892"/>
                  </a:lnTo>
                  <a:lnTo>
                    <a:pt x="415564" y="656972"/>
                  </a:lnTo>
                  <a:lnTo>
                    <a:pt x="415260" y="656729"/>
                  </a:lnTo>
                  <a:lnTo>
                    <a:pt x="415277" y="656548"/>
                  </a:lnTo>
                  <a:lnTo>
                    <a:pt x="415023" y="656353"/>
                  </a:lnTo>
                  <a:lnTo>
                    <a:pt x="414601" y="656522"/>
                  </a:lnTo>
                  <a:lnTo>
                    <a:pt x="414284" y="656607"/>
                  </a:lnTo>
                  <a:lnTo>
                    <a:pt x="414133" y="656614"/>
                  </a:lnTo>
                  <a:lnTo>
                    <a:pt x="413635" y="656548"/>
                  </a:lnTo>
                  <a:lnTo>
                    <a:pt x="412548" y="656225"/>
                  </a:lnTo>
                  <a:lnTo>
                    <a:pt x="412417" y="656134"/>
                  </a:lnTo>
                  <a:lnTo>
                    <a:pt x="412300" y="655914"/>
                  </a:lnTo>
                  <a:lnTo>
                    <a:pt x="412276" y="655673"/>
                  </a:lnTo>
                  <a:lnTo>
                    <a:pt x="412265" y="655271"/>
                  </a:lnTo>
                  <a:lnTo>
                    <a:pt x="412133" y="655103"/>
                  </a:lnTo>
                  <a:lnTo>
                    <a:pt x="411872" y="655019"/>
                  </a:lnTo>
                  <a:lnTo>
                    <a:pt x="411530" y="655191"/>
                  </a:lnTo>
                  <a:lnTo>
                    <a:pt x="411202" y="654653"/>
                  </a:lnTo>
                  <a:lnTo>
                    <a:pt x="410949" y="654396"/>
                  </a:lnTo>
                  <a:lnTo>
                    <a:pt x="410511" y="654593"/>
                  </a:lnTo>
                  <a:lnTo>
                    <a:pt x="409715" y="654624"/>
                  </a:lnTo>
                  <a:lnTo>
                    <a:pt x="409586" y="654262"/>
                  </a:lnTo>
                  <a:lnTo>
                    <a:pt x="409468" y="653906"/>
                  </a:lnTo>
                  <a:lnTo>
                    <a:pt x="409233" y="653621"/>
                  </a:lnTo>
                  <a:lnTo>
                    <a:pt x="409109" y="653483"/>
                  </a:lnTo>
                  <a:lnTo>
                    <a:pt x="408965" y="653378"/>
                  </a:lnTo>
                  <a:lnTo>
                    <a:pt x="408806" y="653018"/>
                  </a:lnTo>
                  <a:lnTo>
                    <a:pt x="408753" y="652793"/>
                  </a:lnTo>
                  <a:lnTo>
                    <a:pt x="408394" y="651717"/>
                  </a:lnTo>
                  <a:lnTo>
                    <a:pt x="408263" y="651661"/>
                  </a:lnTo>
                  <a:lnTo>
                    <a:pt x="407731" y="651477"/>
                  </a:lnTo>
                  <a:lnTo>
                    <a:pt x="407590" y="651240"/>
                  </a:lnTo>
                  <a:lnTo>
                    <a:pt x="407412" y="650906"/>
                  </a:lnTo>
                  <a:lnTo>
                    <a:pt x="407104" y="650582"/>
                  </a:lnTo>
                  <a:lnTo>
                    <a:pt x="406925" y="650447"/>
                  </a:lnTo>
                  <a:lnTo>
                    <a:pt x="406570" y="649980"/>
                  </a:lnTo>
                  <a:lnTo>
                    <a:pt x="406724" y="649611"/>
                  </a:lnTo>
                  <a:lnTo>
                    <a:pt x="406583" y="649240"/>
                  </a:lnTo>
                  <a:lnTo>
                    <a:pt x="406477" y="648978"/>
                  </a:lnTo>
                  <a:lnTo>
                    <a:pt x="406354" y="648800"/>
                  </a:lnTo>
                  <a:lnTo>
                    <a:pt x="406068" y="648506"/>
                  </a:lnTo>
                  <a:lnTo>
                    <a:pt x="405914" y="648537"/>
                  </a:lnTo>
                  <a:lnTo>
                    <a:pt x="405726" y="648329"/>
                  </a:lnTo>
                  <a:lnTo>
                    <a:pt x="405379" y="647854"/>
                  </a:lnTo>
                  <a:lnTo>
                    <a:pt x="404850" y="647001"/>
                  </a:lnTo>
                  <a:lnTo>
                    <a:pt x="404505" y="647131"/>
                  </a:lnTo>
                  <a:lnTo>
                    <a:pt x="404374" y="646709"/>
                  </a:lnTo>
                  <a:lnTo>
                    <a:pt x="404278" y="646270"/>
                  </a:lnTo>
                  <a:lnTo>
                    <a:pt x="404259" y="646033"/>
                  </a:lnTo>
                  <a:lnTo>
                    <a:pt x="404200" y="645709"/>
                  </a:lnTo>
                  <a:lnTo>
                    <a:pt x="403805" y="645326"/>
                  </a:lnTo>
                  <a:lnTo>
                    <a:pt x="403819" y="644866"/>
                  </a:lnTo>
                  <a:lnTo>
                    <a:pt x="403883" y="644683"/>
                  </a:lnTo>
                  <a:lnTo>
                    <a:pt x="403952" y="644430"/>
                  </a:lnTo>
                  <a:lnTo>
                    <a:pt x="403740" y="644317"/>
                  </a:lnTo>
                  <a:lnTo>
                    <a:pt x="403295" y="644091"/>
                  </a:lnTo>
                  <a:lnTo>
                    <a:pt x="402747" y="643837"/>
                  </a:lnTo>
                  <a:lnTo>
                    <a:pt x="402506" y="643423"/>
                  </a:lnTo>
                  <a:lnTo>
                    <a:pt x="402422" y="642766"/>
                  </a:lnTo>
                  <a:lnTo>
                    <a:pt x="402164" y="642323"/>
                  </a:lnTo>
                  <a:lnTo>
                    <a:pt x="401832" y="641866"/>
                  </a:lnTo>
                  <a:lnTo>
                    <a:pt x="401602" y="641716"/>
                  </a:lnTo>
                  <a:lnTo>
                    <a:pt x="401399" y="641572"/>
                  </a:lnTo>
                  <a:lnTo>
                    <a:pt x="401262" y="641383"/>
                  </a:lnTo>
                  <a:lnTo>
                    <a:pt x="401111" y="641006"/>
                  </a:lnTo>
                  <a:lnTo>
                    <a:pt x="400918" y="640592"/>
                  </a:lnTo>
                  <a:lnTo>
                    <a:pt x="399461" y="639827"/>
                  </a:lnTo>
                  <a:lnTo>
                    <a:pt x="398977" y="639523"/>
                  </a:lnTo>
                  <a:lnTo>
                    <a:pt x="398852" y="639270"/>
                  </a:lnTo>
                  <a:lnTo>
                    <a:pt x="399357" y="638603"/>
                  </a:lnTo>
                  <a:lnTo>
                    <a:pt x="399620" y="638223"/>
                  </a:lnTo>
                  <a:lnTo>
                    <a:pt x="399609" y="638029"/>
                  </a:lnTo>
                  <a:lnTo>
                    <a:pt x="400032" y="637655"/>
                  </a:lnTo>
                  <a:lnTo>
                    <a:pt x="400115" y="637504"/>
                  </a:lnTo>
                  <a:lnTo>
                    <a:pt x="400258" y="637010"/>
                  </a:lnTo>
                  <a:lnTo>
                    <a:pt x="400344" y="636668"/>
                  </a:lnTo>
                  <a:lnTo>
                    <a:pt x="400328" y="636381"/>
                  </a:lnTo>
                  <a:lnTo>
                    <a:pt x="400748" y="636079"/>
                  </a:lnTo>
                  <a:lnTo>
                    <a:pt x="400978" y="635606"/>
                  </a:lnTo>
                  <a:lnTo>
                    <a:pt x="400773" y="635348"/>
                  </a:lnTo>
                  <a:lnTo>
                    <a:pt x="400468" y="635116"/>
                  </a:lnTo>
                  <a:lnTo>
                    <a:pt x="400800" y="634569"/>
                  </a:lnTo>
                  <a:lnTo>
                    <a:pt x="400963" y="634264"/>
                  </a:lnTo>
                  <a:lnTo>
                    <a:pt x="400814" y="633748"/>
                  </a:lnTo>
                  <a:lnTo>
                    <a:pt x="401311" y="632623"/>
                  </a:lnTo>
                  <a:lnTo>
                    <a:pt x="401474" y="632209"/>
                  </a:lnTo>
                  <a:lnTo>
                    <a:pt x="401625" y="631734"/>
                  </a:lnTo>
                  <a:lnTo>
                    <a:pt x="402392" y="631369"/>
                  </a:lnTo>
                  <a:lnTo>
                    <a:pt x="402814" y="631381"/>
                  </a:lnTo>
                  <a:lnTo>
                    <a:pt x="403557" y="631110"/>
                  </a:lnTo>
                  <a:lnTo>
                    <a:pt x="403970" y="630874"/>
                  </a:lnTo>
                  <a:lnTo>
                    <a:pt x="404191" y="630444"/>
                  </a:lnTo>
                  <a:lnTo>
                    <a:pt x="404674" y="629898"/>
                  </a:lnTo>
                  <a:lnTo>
                    <a:pt x="404928" y="629681"/>
                  </a:lnTo>
                  <a:lnTo>
                    <a:pt x="404908" y="629314"/>
                  </a:lnTo>
                  <a:lnTo>
                    <a:pt x="405079" y="628722"/>
                  </a:lnTo>
                  <a:lnTo>
                    <a:pt x="405356" y="628649"/>
                  </a:lnTo>
                  <a:lnTo>
                    <a:pt x="405630" y="628691"/>
                  </a:lnTo>
                  <a:lnTo>
                    <a:pt x="406310" y="628745"/>
                  </a:lnTo>
                  <a:lnTo>
                    <a:pt x="407002" y="628612"/>
                  </a:lnTo>
                  <a:lnTo>
                    <a:pt x="407435" y="628418"/>
                  </a:lnTo>
                  <a:lnTo>
                    <a:pt x="407706" y="628304"/>
                  </a:lnTo>
                  <a:lnTo>
                    <a:pt x="407860" y="628521"/>
                  </a:lnTo>
                  <a:lnTo>
                    <a:pt x="408069" y="628689"/>
                  </a:lnTo>
                  <a:lnTo>
                    <a:pt x="408283" y="628764"/>
                  </a:lnTo>
                  <a:lnTo>
                    <a:pt x="408534" y="628873"/>
                  </a:lnTo>
                  <a:lnTo>
                    <a:pt x="409124" y="628874"/>
                  </a:lnTo>
                  <a:lnTo>
                    <a:pt x="409386" y="628802"/>
                  </a:lnTo>
                  <a:lnTo>
                    <a:pt x="409679" y="628957"/>
                  </a:lnTo>
                  <a:lnTo>
                    <a:pt x="410181" y="629264"/>
                  </a:lnTo>
                  <a:lnTo>
                    <a:pt x="410497" y="629759"/>
                  </a:lnTo>
                  <a:lnTo>
                    <a:pt x="411119" y="630471"/>
                  </a:lnTo>
                  <a:lnTo>
                    <a:pt x="411496" y="630735"/>
                  </a:lnTo>
                  <a:lnTo>
                    <a:pt x="411950" y="630597"/>
                  </a:lnTo>
                  <a:lnTo>
                    <a:pt x="412459" y="630763"/>
                  </a:lnTo>
                  <a:lnTo>
                    <a:pt x="412515" y="631059"/>
                  </a:lnTo>
                  <a:lnTo>
                    <a:pt x="412514" y="631207"/>
                  </a:lnTo>
                  <a:lnTo>
                    <a:pt x="412594" y="631461"/>
                  </a:lnTo>
                  <a:lnTo>
                    <a:pt x="413166" y="631241"/>
                  </a:lnTo>
                  <a:lnTo>
                    <a:pt x="413500" y="631266"/>
                  </a:lnTo>
                  <a:lnTo>
                    <a:pt x="413706" y="631420"/>
                  </a:lnTo>
                  <a:lnTo>
                    <a:pt x="413912" y="631580"/>
                  </a:lnTo>
                  <a:lnTo>
                    <a:pt x="414297" y="631383"/>
                  </a:lnTo>
                  <a:lnTo>
                    <a:pt x="414605" y="631258"/>
                  </a:lnTo>
                  <a:lnTo>
                    <a:pt x="414919" y="631458"/>
                  </a:lnTo>
                  <a:lnTo>
                    <a:pt x="415707" y="631253"/>
                  </a:lnTo>
                  <a:lnTo>
                    <a:pt x="416066" y="631359"/>
                  </a:lnTo>
                  <a:lnTo>
                    <a:pt x="416412" y="631387"/>
                  </a:lnTo>
                  <a:lnTo>
                    <a:pt x="416928" y="631081"/>
                  </a:lnTo>
                  <a:lnTo>
                    <a:pt x="417340" y="631160"/>
                  </a:lnTo>
                  <a:lnTo>
                    <a:pt x="417541" y="631373"/>
                  </a:lnTo>
                  <a:lnTo>
                    <a:pt x="417724" y="631551"/>
                  </a:lnTo>
                  <a:lnTo>
                    <a:pt x="418069" y="631786"/>
                  </a:lnTo>
                  <a:lnTo>
                    <a:pt x="418471" y="631670"/>
                  </a:lnTo>
                  <a:lnTo>
                    <a:pt x="418807" y="631281"/>
                  </a:lnTo>
                  <a:lnTo>
                    <a:pt x="419281" y="630925"/>
                  </a:lnTo>
                  <a:lnTo>
                    <a:pt x="419461" y="631025"/>
                  </a:lnTo>
                  <a:lnTo>
                    <a:pt x="419800" y="631132"/>
                  </a:lnTo>
                  <a:lnTo>
                    <a:pt x="420020" y="631151"/>
                  </a:lnTo>
                  <a:lnTo>
                    <a:pt x="420198" y="631124"/>
                  </a:lnTo>
                  <a:lnTo>
                    <a:pt x="420531" y="631133"/>
                  </a:lnTo>
                  <a:lnTo>
                    <a:pt x="420964" y="631283"/>
                  </a:lnTo>
                  <a:lnTo>
                    <a:pt x="421157" y="631472"/>
                  </a:lnTo>
                  <a:lnTo>
                    <a:pt x="421092" y="632009"/>
                  </a:lnTo>
                  <a:lnTo>
                    <a:pt x="420967" y="632160"/>
                  </a:lnTo>
                  <a:lnTo>
                    <a:pt x="420886" y="632620"/>
                  </a:lnTo>
                  <a:lnTo>
                    <a:pt x="420885" y="632928"/>
                  </a:lnTo>
                  <a:lnTo>
                    <a:pt x="421035" y="633052"/>
                  </a:lnTo>
                  <a:lnTo>
                    <a:pt x="421454" y="633125"/>
                  </a:lnTo>
                  <a:lnTo>
                    <a:pt x="421746" y="632852"/>
                  </a:lnTo>
                  <a:lnTo>
                    <a:pt x="422400" y="633069"/>
                  </a:lnTo>
                  <a:lnTo>
                    <a:pt x="422434" y="633505"/>
                  </a:lnTo>
                  <a:lnTo>
                    <a:pt x="422496" y="633634"/>
                  </a:lnTo>
                  <a:lnTo>
                    <a:pt x="422731" y="633877"/>
                  </a:lnTo>
                  <a:lnTo>
                    <a:pt x="423426" y="634185"/>
                  </a:lnTo>
                  <a:lnTo>
                    <a:pt x="423682" y="634181"/>
                  </a:lnTo>
                  <a:lnTo>
                    <a:pt x="423886" y="634240"/>
                  </a:lnTo>
                  <a:lnTo>
                    <a:pt x="424141" y="634499"/>
                  </a:lnTo>
                  <a:lnTo>
                    <a:pt x="425062" y="634525"/>
                  </a:lnTo>
                  <a:lnTo>
                    <a:pt x="425212" y="634442"/>
                  </a:lnTo>
                  <a:lnTo>
                    <a:pt x="425433" y="634483"/>
                  </a:lnTo>
                  <a:lnTo>
                    <a:pt x="425534" y="634648"/>
                  </a:lnTo>
                  <a:lnTo>
                    <a:pt x="425637" y="635481"/>
                  </a:lnTo>
                  <a:lnTo>
                    <a:pt x="425267" y="635476"/>
                  </a:lnTo>
                  <a:lnTo>
                    <a:pt x="425435" y="635765"/>
                  </a:lnTo>
                  <a:lnTo>
                    <a:pt x="425614" y="635775"/>
                  </a:lnTo>
                  <a:lnTo>
                    <a:pt x="425885" y="635698"/>
                  </a:lnTo>
                  <a:lnTo>
                    <a:pt x="426075" y="635584"/>
                  </a:lnTo>
                  <a:lnTo>
                    <a:pt x="426290" y="635518"/>
                  </a:lnTo>
                  <a:lnTo>
                    <a:pt x="426485" y="635530"/>
                  </a:lnTo>
                  <a:lnTo>
                    <a:pt x="427628" y="635612"/>
                  </a:lnTo>
                  <a:lnTo>
                    <a:pt x="427827" y="635709"/>
                  </a:lnTo>
                  <a:lnTo>
                    <a:pt x="428240" y="636087"/>
                  </a:lnTo>
                  <a:lnTo>
                    <a:pt x="428528" y="636159"/>
                  </a:lnTo>
                  <a:lnTo>
                    <a:pt x="429010" y="636179"/>
                  </a:lnTo>
                  <a:lnTo>
                    <a:pt x="429254" y="636245"/>
                  </a:lnTo>
                  <a:lnTo>
                    <a:pt x="429510" y="636409"/>
                  </a:lnTo>
                  <a:lnTo>
                    <a:pt x="429625" y="636645"/>
                  </a:lnTo>
                  <a:lnTo>
                    <a:pt x="430312" y="636612"/>
                  </a:lnTo>
                  <a:lnTo>
                    <a:pt x="430421" y="636771"/>
                  </a:lnTo>
                  <a:lnTo>
                    <a:pt x="430895" y="637018"/>
                  </a:lnTo>
                  <a:lnTo>
                    <a:pt x="431039" y="637027"/>
                  </a:lnTo>
                  <a:lnTo>
                    <a:pt x="432110" y="637061"/>
                  </a:lnTo>
                  <a:lnTo>
                    <a:pt x="432629" y="637122"/>
                  </a:lnTo>
                  <a:lnTo>
                    <a:pt x="432769" y="637136"/>
                  </a:lnTo>
                  <a:lnTo>
                    <a:pt x="433230" y="637398"/>
                  </a:lnTo>
                  <a:lnTo>
                    <a:pt x="433272" y="637630"/>
                  </a:lnTo>
                  <a:lnTo>
                    <a:pt x="433036" y="638132"/>
                  </a:lnTo>
                  <a:lnTo>
                    <a:pt x="433097" y="638264"/>
                  </a:lnTo>
                  <a:lnTo>
                    <a:pt x="433262" y="638360"/>
                  </a:lnTo>
                  <a:lnTo>
                    <a:pt x="433824" y="638406"/>
                  </a:lnTo>
                  <a:lnTo>
                    <a:pt x="434073" y="638365"/>
                  </a:lnTo>
                  <a:lnTo>
                    <a:pt x="434497" y="638152"/>
                  </a:lnTo>
                  <a:lnTo>
                    <a:pt x="434689" y="637862"/>
                  </a:lnTo>
                  <a:lnTo>
                    <a:pt x="434873" y="637704"/>
                  </a:lnTo>
                  <a:lnTo>
                    <a:pt x="435118" y="637587"/>
                  </a:lnTo>
                  <a:lnTo>
                    <a:pt x="435510" y="637505"/>
                  </a:lnTo>
                  <a:lnTo>
                    <a:pt x="435728" y="637586"/>
                  </a:lnTo>
                  <a:lnTo>
                    <a:pt x="435938" y="637919"/>
                  </a:lnTo>
                  <a:lnTo>
                    <a:pt x="436185" y="637923"/>
                  </a:lnTo>
                  <a:lnTo>
                    <a:pt x="436346" y="638093"/>
                  </a:lnTo>
                  <a:lnTo>
                    <a:pt x="436579" y="638629"/>
                  </a:lnTo>
                  <a:lnTo>
                    <a:pt x="436821" y="638550"/>
                  </a:lnTo>
                  <a:lnTo>
                    <a:pt x="437608" y="638552"/>
                  </a:lnTo>
                  <a:lnTo>
                    <a:pt x="437812" y="638876"/>
                  </a:lnTo>
                  <a:lnTo>
                    <a:pt x="438239" y="639038"/>
                  </a:lnTo>
                  <a:lnTo>
                    <a:pt x="438475" y="639266"/>
                  </a:lnTo>
                  <a:lnTo>
                    <a:pt x="438842" y="639585"/>
                  </a:lnTo>
                  <a:lnTo>
                    <a:pt x="438984" y="639609"/>
                  </a:lnTo>
                  <a:lnTo>
                    <a:pt x="439441" y="639805"/>
                  </a:lnTo>
                  <a:lnTo>
                    <a:pt x="439666" y="640025"/>
                  </a:lnTo>
                  <a:lnTo>
                    <a:pt x="439847" y="640180"/>
                  </a:lnTo>
                  <a:lnTo>
                    <a:pt x="440174" y="640291"/>
                  </a:lnTo>
                  <a:lnTo>
                    <a:pt x="440521" y="640409"/>
                  </a:lnTo>
                  <a:lnTo>
                    <a:pt x="440883" y="640644"/>
                  </a:lnTo>
                  <a:lnTo>
                    <a:pt x="441022" y="640911"/>
                  </a:lnTo>
                  <a:lnTo>
                    <a:pt x="440588" y="641310"/>
                  </a:lnTo>
                  <a:lnTo>
                    <a:pt x="440456" y="641441"/>
                  </a:lnTo>
                  <a:lnTo>
                    <a:pt x="440516" y="641622"/>
                  </a:lnTo>
                  <a:lnTo>
                    <a:pt x="440926" y="642343"/>
                  </a:lnTo>
                  <a:lnTo>
                    <a:pt x="441691" y="642867"/>
                  </a:lnTo>
                  <a:lnTo>
                    <a:pt x="442152" y="643018"/>
                  </a:lnTo>
                  <a:lnTo>
                    <a:pt x="442838" y="642995"/>
                  </a:lnTo>
                  <a:lnTo>
                    <a:pt x="442888" y="642742"/>
                  </a:lnTo>
                  <a:lnTo>
                    <a:pt x="442999" y="642393"/>
                  </a:lnTo>
                  <a:lnTo>
                    <a:pt x="443354" y="642509"/>
                  </a:lnTo>
                  <a:lnTo>
                    <a:pt x="443843" y="643083"/>
                  </a:lnTo>
                  <a:lnTo>
                    <a:pt x="443878" y="643234"/>
                  </a:lnTo>
                  <a:lnTo>
                    <a:pt x="443863" y="643384"/>
                  </a:lnTo>
                  <a:lnTo>
                    <a:pt x="443679" y="643900"/>
                  </a:lnTo>
                  <a:lnTo>
                    <a:pt x="443719" y="644295"/>
                  </a:lnTo>
                  <a:lnTo>
                    <a:pt x="443970" y="644399"/>
                  </a:lnTo>
                  <a:lnTo>
                    <a:pt x="444134" y="644203"/>
                  </a:lnTo>
                  <a:lnTo>
                    <a:pt x="444202" y="643890"/>
                  </a:lnTo>
                  <a:lnTo>
                    <a:pt x="444625" y="643656"/>
                  </a:lnTo>
                  <a:lnTo>
                    <a:pt x="444663" y="643830"/>
                  </a:lnTo>
                  <a:lnTo>
                    <a:pt x="444659" y="643962"/>
                  </a:lnTo>
                  <a:lnTo>
                    <a:pt x="444593" y="644156"/>
                  </a:lnTo>
                  <a:lnTo>
                    <a:pt x="444608" y="644303"/>
                  </a:lnTo>
                  <a:lnTo>
                    <a:pt x="444729" y="644474"/>
                  </a:lnTo>
                  <a:lnTo>
                    <a:pt x="444938" y="644621"/>
                  </a:lnTo>
                  <a:lnTo>
                    <a:pt x="445117" y="644324"/>
                  </a:lnTo>
                  <a:lnTo>
                    <a:pt x="445472" y="644108"/>
                  </a:lnTo>
                  <a:lnTo>
                    <a:pt x="445659" y="643874"/>
                  </a:lnTo>
                  <a:lnTo>
                    <a:pt x="445875" y="643527"/>
                  </a:lnTo>
                  <a:lnTo>
                    <a:pt x="445902" y="643262"/>
                  </a:lnTo>
                  <a:lnTo>
                    <a:pt x="446152" y="642606"/>
                  </a:lnTo>
                  <a:lnTo>
                    <a:pt x="446242" y="642291"/>
                  </a:lnTo>
                  <a:lnTo>
                    <a:pt x="446660" y="642257"/>
                  </a:lnTo>
                  <a:lnTo>
                    <a:pt x="447007" y="642032"/>
                  </a:lnTo>
                  <a:lnTo>
                    <a:pt x="447147" y="641928"/>
                  </a:lnTo>
                  <a:lnTo>
                    <a:pt x="447335" y="641827"/>
                  </a:lnTo>
                  <a:lnTo>
                    <a:pt x="447586" y="641834"/>
                  </a:lnTo>
                  <a:lnTo>
                    <a:pt x="447801" y="642057"/>
                  </a:lnTo>
                  <a:lnTo>
                    <a:pt x="448299" y="641965"/>
                  </a:lnTo>
                  <a:lnTo>
                    <a:pt x="448492" y="641953"/>
                  </a:lnTo>
                  <a:lnTo>
                    <a:pt x="448902" y="641940"/>
                  </a:lnTo>
                  <a:lnTo>
                    <a:pt x="449064" y="641936"/>
                  </a:lnTo>
                  <a:lnTo>
                    <a:pt x="449881" y="642133"/>
                  </a:lnTo>
                  <a:lnTo>
                    <a:pt x="450081" y="641996"/>
                  </a:lnTo>
                  <a:lnTo>
                    <a:pt x="450250" y="641806"/>
                  </a:lnTo>
                  <a:lnTo>
                    <a:pt x="450368" y="641357"/>
                  </a:lnTo>
                  <a:lnTo>
                    <a:pt x="450140" y="640935"/>
                  </a:lnTo>
                  <a:lnTo>
                    <a:pt x="450229" y="640668"/>
                  </a:lnTo>
                  <a:lnTo>
                    <a:pt x="450787" y="640765"/>
                  </a:lnTo>
                  <a:lnTo>
                    <a:pt x="451118" y="641228"/>
                  </a:lnTo>
                  <a:lnTo>
                    <a:pt x="451460" y="641917"/>
                  </a:lnTo>
                  <a:lnTo>
                    <a:pt x="451645" y="641946"/>
                  </a:lnTo>
                  <a:lnTo>
                    <a:pt x="451984" y="641921"/>
                  </a:lnTo>
                  <a:lnTo>
                    <a:pt x="452164" y="641777"/>
                  </a:lnTo>
                  <a:lnTo>
                    <a:pt x="452662" y="641824"/>
                  </a:lnTo>
                  <a:lnTo>
                    <a:pt x="453491" y="642382"/>
                  </a:lnTo>
                  <a:lnTo>
                    <a:pt x="454217" y="642654"/>
                  </a:lnTo>
                  <a:lnTo>
                    <a:pt x="454528" y="642758"/>
                  </a:lnTo>
                  <a:lnTo>
                    <a:pt x="454884" y="642846"/>
                  </a:lnTo>
                  <a:lnTo>
                    <a:pt x="455356" y="643085"/>
                  </a:lnTo>
                  <a:lnTo>
                    <a:pt x="455412" y="642630"/>
                  </a:lnTo>
                  <a:lnTo>
                    <a:pt x="455430" y="642345"/>
                  </a:lnTo>
                  <a:lnTo>
                    <a:pt x="455483" y="642016"/>
                  </a:lnTo>
                  <a:lnTo>
                    <a:pt x="455635" y="641274"/>
                  </a:lnTo>
                  <a:lnTo>
                    <a:pt x="455862" y="640545"/>
                  </a:lnTo>
                  <a:lnTo>
                    <a:pt x="455430" y="640161"/>
                  </a:lnTo>
                  <a:lnTo>
                    <a:pt x="455758" y="639873"/>
                  </a:lnTo>
                  <a:lnTo>
                    <a:pt x="456016" y="639853"/>
                  </a:lnTo>
                  <a:lnTo>
                    <a:pt x="456834" y="640103"/>
                  </a:lnTo>
                  <a:lnTo>
                    <a:pt x="457181" y="640217"/>
                  </a:lnTo>
                  <a:lnTo>
                    <a:pt x="457502" y="640243"/>
                  </a:lnTo>
                  <a:lnTo>
                    <a:pt x="457835" y="639946"/>
                  </a:lnTo>
                  <a:lnTo>
                    <a:pt x="458403" y="638696"/>
                  </a:lnTo>
                  <a:lnTo>
                    <a:pt x="458799" y="638650"/>
                  </a:lnTo>
                  <a:lnTo>
                    <a:pt x="458788" y="638479"/>
                  </a:lnTo>
                  <a:lnTo>
                    <a:pt x="458694" y="637846"/>
                  </a:lnTo>
                  <a:lnTo>
                    <a:pt x="458557" y="637599"/>
                  </a:lnTo>
                  <a:lnTo>
                    <a:pt x="458227" y="637372"/>
                  </a:lnTo>
                  <a:lnTo>
                    <a:pt x="457996" y="637090"/>
                  </a:lnTo>
                  <a:lnTo>
                    <a:pt x="458401" y="636888"/>
                  </a:lnTo>
                  <a:lnTo>
                    <a:pt x="458627" y="636800"/>
                  </a:lnTo>
                  <a:lnTo>
                    <a:pt x="458960" y="636539"/>
                  </a:lnTo>
                  <a:lnTo>
                    <a:pt x="459143" y="636542"/>
                  </a:lnTo>
                  <a:lnTo>
                    <a:pt x="459788" y="636592"/>
                  </a:lnTo>
                  <a:lnTo>
                    <a:pt x="460001" y="636717"/>
                  </a:lnTo>
                  <a:lnTo>
                    <a:pt x="460371" y="636531"/>
                  </a:lnTo>
                  <a:lnTo>
                    <a:pt x="460426" y="636340"/>
                  </a:lnTo>
                  <a:lnTo>
                    <a:pt x="460415" y="635941"/>
                  </a:lnTo>
                  <a:lnTo>
                    <a:pt x="460318" y="635039"/>
                  </a:lnTo>
                  <a:lnTo>
                    <a:pt x="460401" y="634718"/>
                  </a:lnTo>
                  <a:lnTo>
                    <a:pt x="460353" y="634485"/>
                  </a:lnTo>
                  <a:lnTo>
                    <a:pt x="460237" y="634124"/>
                  </a:lnTo>
                  <a:lnTo>
                    <a:pt x="460235" y="633884"/>
                  </a:lnTo>
                  <a:lnTo>
                    <a:pt x="460295" y="633723"/>
                  </a:lnTo>
                  <a:lnTo>
                    <a:pt x="460349" y="633578"/>
                  </a:lnTo>
                  <a:lnTo>
                    <a:pt x="460549" y="633195"/>
                  </a:lnTo>
                  <a:lnTo>
                    <a:pt x="461382" y="633278"/>
                  </a:lnTo>
                  <a:lnTo>
                    <a:pt x="461743" y="633518"/>
                  </a:lnTo>
                  <a:lnTo>
                    <a:pt x="462459" y="633631"/>
                  </a:lnTo>
                  <a:lnTo>
                    <a:pt x="463543" y="634201"/>
                  </a:lnTo>
                  <a:lnTo>
                    <a:pt x="463962" y="634325"/>
                  </a:lnTo>
                  <a:lnTo>
                    <a:pt x="464163" y="634318"/>
                  </a:lnTo>
                  <a:lnTo>
                    <a:pt x="464316" y="634312"/>
                  </a:lnTo>
                  <a:lnTo>
                    <a:pt x="464424" y="634137"/>
                  </a:lnTo>
                  <a:lnTo>
                    <a:pt x="464408" y="633389"/>
                  </a:lnTo>
                  <a:lnTo>
                    <a:pt x="464537" y="633160"/>
                  </a:lnTo>
                  <a:lnTo>
                    <a:pt x="464784" y="633222"/>
                  </a:lnTo>
                  <a:lnTo>
                    <a:pt x="464929" y="632963"/>
                  </a:lnTo>
                  <a:lnTo>
                    <a:pt x="465014" y="632777"/>
                  </a:lnTo>
                  <a:lnTo>
                    <a:pt x="465150" y="632678"/>
                  </a:lnTo>
                  <a:lnTo>
                    <a:pt x="465276" y="632539"/>
                  </a:lnTo>
                  <a:lnTo>
                    <a:pt x="465370" y="632070"/>
                  </a:lnTo>
                  <a:lnTo>
                    <a:pt x="465334" y="631534"/>
                  </a:lnTo>
                  <a:lnTo>
                    <a:pt x="465381" y="631308"/>
                  </a:lnTo>
                  <a:lnTo>
                    <a:pt x="465823" y="630850"/>
                  </a:lnTo>
                  <a:lnTo>
                    <a:pt x="465931" y="630561"/>
                  </a:lnTo>
                  <a:lnTo>
                    <a:pt x="465944" y="630430"/>
                  </a:lnTo>
                  <a:lnTo>
                    <a:pt x="466040" y="630213"/>
                  </a:lnTo>
                  <a:lnTo>
                    <a:pt x="466131" y="630057"/>
                  </a:lnTo>
                  <a:lnTo>
                    <a:pt x="466544" y="630133"/>
                  </a:lnTo>
                  <a:lnTo>
                    <a:pt x="466736" y="630226"/>
                  </a:lnTo>
                  <a:lnTo>
                    <a:pt x="467067" y="630277"/>
                  </a:lnTo>
                  <a:lnTo>
                    <a:pt x="467594" y="630527"/>
                  </a:lnTo>
                  <a:lnTo>
                    <a:pt x="467851" y="630666"/>
                  </a:lnTo>
                  <a:lnTo>
                    <a:pt x="468326" y="630554"/>
                  </a:lnTo>
                  <a:lnTo>
                    <a:pt x="468475" y="630518"/>
                  </a:lnTo>
                  <a:lnTo>
                    <a:pt x="468668" y="630472"/>
                  </a:lnTo>
                  <a:lnTo>
                    <a:pt x="468924" y="630375"/>
                  </a:lnTo>
                  <a:lnTo>
                    <a:pt x="469496" y="629631"/>
                  </a:lnTo>
                  <a:lnTo>
                    <a:pt x="469305" y="629422"/>
                  </a:lnTo>
                  <a:lnTo>
                    <a:pt x="469165" y="629269"/>
                  </a:lnTo>
                  <a:lnTo>
                    <a:pt x="468866" y="628986"/>
                  </a:lnTo>
                  <a:lnTo>
                    <a:pt x="468716" y="628795"/>
                  </a:lnTo>
                  <a:lnTo>
                    <a:pt x="468592" y="628560"/>
                  </a:lnTo>
                  <a:lnTo>
                    <a:pt x="468247" y="628280"/>
                  </a:lnTo>
                  <a:lnTo>
                    <a:pt x="467950" y="628093"/>
                  </a:lnTo>
                  <a:lnTo>
                    <a:pt x="467717" y="627795"/>
                  </a:lnTo>
                  <a:lnTo>
                    <a:pt x="467395" y="627382"/>
                  </a:lnTo>
                  <a:lnTo>
                    <a:pt x="467290" y="627247"/>
                  </a:lnTo>
                  <a:lnTo>
                    <a:pt x="467157" y="626977"/>
                  </a:lnTo>
                  <a:lnTo>
                    <a:pt x="467142" y="626777"/>
                  </a:lnTo>
                  <a:lnTo>
                    <a:pt x="466728" y="625703"/>
                  </a:lnTo>
                  <a:lnTo>
                    <a:pt x="466386" y="625319"/>
                  </a:lnTo>
                  <a:lnTo>
                    <a:pt x="466154" y="625193"/>
                  </a:lnTo>
                  <a:lnTo>
                    <a:pt x="466016" y="625078"/>
                  </a:lnTo>
                  <a:lnTo>
                    <a:pt x="465855" y="624915"/>
                  </a:lnTo>
                  <a:lnTo>
                    <a:pt x="465632" y="624612"/>
                  </a:lnTo>
                  <a:lnTo>
                    <a:pt x="465400" y="624203"/>
                  </a:lnTo>
                  <a:lnTo>
                    <a:pt x="465405" y="623837"/>
                  </a:lnTo>
                  <a:lnTo>
                    <a:pt x="465504" y="623364"/>
                  </a:lnTo>
                  <a:lnTo>
                    <a:pt x="465424" y="623198"/>
                  </a:lnTo>
                  <a:lnTo>
                    <a:pt x="465195" y="622747"/>
                  </a:lnTo>
                  <a:lnTo>
                    <a:pt x="464994" y="622516"/>
                  </a:lnTo>
                  <a:lnTo>
                    <a:pt x="464804" y="622231"/>
                  </a:lnTo>
                  <a:lnTo>
                    <a:pt x="464805" y="621989"/>
                  </a:lnTo>
                  <a:lnTo>
                    <a:pt x="464822" y="621788"/>
                  </a:lnTo>
                  <a:lnTo>
                    <a:pt x="464700" y="621621"/>
                  </a:lnTo>
                  <a:lnTo>
                    <a:pt x="464511" y="621716"/>
                  </a:lnTo>
                  <a:lnTo>
                    <a:pt x="463839" y="621760"/>
                  </a:lnTo>
                  <a:lnTo>
                    <a:pt x="463676" y="621560"/>
                  </a:lnTo>
                  <a:lnTo>
                    <a:pt x="463407" y="621198"/>
                  </a:lnTo>
                  <a:lnTo>
                    <a:pt x="463276" y="620983"/>
                  </a:lnTo>
                  <a:lnTo>
                    <a:pt x="462953" y="620805"/>
                  </a:lnTo>
                  <a:lnTo>
                    <a:pt x="462725" y="620978"/>
                  </a:lnTo>
                  <a:lnTo>
                    <a:pt x="462480" y="620968"/>
                  </a:lnTo>
                  <a:lnTo>
                    <a:pt x="462332" y="620828"/>
                  </a:lnTo>
                  <a:lnTo>
                    <a:pt x="461709" y="620062"/>
                  </a:lnTo>
                  <a:lnTo>
                    <a:pt x="461076" y="620132"/>
                  </a:lnTo>
                  <a:lnTo>
                    <a:pt x="460913" y="620170"/>
                  </a:lnTo>
                  <a:lnTo>
                    <a:pt x="460318" y="620054"/>
                  </a:lnTo>
                  <a:lnTo>
                    <a:pt x="460038" y="619963"/>
                  </a:lnTo>
                  <a:lnTo>
                    <a:pt x="459796" y="620012"/>
                  </a:lnTo>
                  <a:lnTo>
                    <a:pt x="459627" y="620101"/>
                  </a:lnTo>
                  <a:lnTo>
                    <a:pt x="459205" y="620165"/>
                  </a:lnTo>
                  <a:lnTo>
                    <a:pt x="458780" y="620086"/>
                  </a:lnTo>
                  <a:lnTo>
                    <a:pt x="458335" y="619997"/>
                  </a:lnTo>
                  <a:lnTo>
                    <a:pt x="458037" y="619961"/>
                  </a:lnTo>
                  <a:lnTo>
                    <a:pt x="457855" y="619956"/>
                  </a:lnTo>
                  <a:lnTo>
                    <a:pt x="457654" y="619958"/>
                  </a:lnTo>
                  <a:lnTo>
                    <a:pt x="457446" y="619959"/>
                  </a:lnTo>
                  <a:lnTo>
                    <a:pt x="457303" y="619900"/>
                  </a:lnTo>
                  <a:lnTo>
                    <a:pt x="456925" y="619686"/>
                  </a:lnTo>
                  <a:lnTo>
                    <a:pt x="456577" y="619597"/>
                  </a:lnTo>
                  <a:lnTo>
                    <a:pt x="456139" y="619426"/>
                  </a:lnTo>
                  <a:lnTo>
                    <a:pt x="456127" y="618851"/>
                  </a:lnTo>
                  <a:lnTo>
                    <a:pt x="455568" y="618577"/>
                  </a:lnTo>
                  <a:lnTo>
                    <a:pt x="455357" y="618050"/>
                  </a:lnTo>
                  <a:lnTo>
                    <a:pt x="455327" y="617799"/>
                  </a:lnTo>
                  <a:lnTo>
                    <a:pt x="454874" y="617573"/>
                  </a:lnTo>
                  <a:lnTo>
                    <a:pt x="454399" y="617458"/>
                  </a:lnTo>
                  <a:lnTo>
                    <a:pt x="454255" y="617301"/>
                  </a:lnTo>
                  <a:lnTo>
                    <a:pt x="454197" y="617147"/>
                  </a:lnTo>
                  <a:lnTo>
                    <a:pt x="454020" y="616777"/>
                  </a:lnTo>
                  <a:lnTo>
                    <a:pt x="453809" y="616406"/>
                  </a:lnTo>
                  <a:lnTo>
                    <a:pt x="453762" y="616224"/>
                  </a:lnTo>
                  <a:lnTo>
                    <a:pt x="453730" y="614925"/>
                  </a:lnTo>
                  <a:lnTo>
                    <a:pt x="453623" y="614649"/>
                  </a:lnTo>
                  <a:lnTo>
                    <a:pt x="453592" y="614413"/>
                  </a:lnTo>
                  <a:lnTo>
                    <a:pt x="453533" y="613759"/>
                  </a:lnTo>
                  <a:lnTo>
                    <a:pt x="453487" y="613573"/>
                  </a:lnTo>
                  <a:lnTo>
                    <a:pt x="453466" y="613191"/>
                  </a:lnTo>
                  <a:lnTo>
                    <a:pt x="453687" y="612810"/>
                  </a:lnTo>
                  <a:lnTo>
                    <a:pt x="453888" y="612558"/>
                  </a:lnTo>
                  <a:lnTo>
                    <a:pt x="453655" y="611539"/>
                  </a:lnTo>
                  <a:lnTo>
                    <a:pt x="453635" y="611369"/>
                  </a:lnTo>
                  <a:lnTo>
                    <a:pt x="453457" y="610937"/>
                  </a:lnTo>
                  <a:lnTo>
                    <a:pt x="453384" y="610362"/>
                  </a:lnTo>
                  <a:lnTo>
                    <a:pt x="453505" y="609843"/>
                  </a:lnTo>
                  <a:lnTo>
                    <a:pt x="453549" y="609030"/>
                  </a:lnTo>
                  <a:lnTo>
                    <a:pt x="453508" y="608555"/>
                  </a:lnTo>
                  <a:lnTo>
                    <a:pt x="453586" y="608288"/>
                  </a:lnTo>
                  <a:lnTo>
                    <a:pt x="453593" y="607636"/>
                  </a:lnTo>
                  <a:lnTo>
                    <a:pt x="453602" y="607451"/>
                  </a:lnTo>
                  <a:lnTo>
                    <a:pt x="453463" y="606998"/>
                  </a:lnTo>
                  <a:lnTo>
                    <a:pt x="453468" y="606680"/>
                  </a:lnTo>
                  <a:lnTo>
                    <a:pt x="453519" y="606248"/>
                  </a:lnTo>
                  <a:lnTo>
                    <a:pt x="453664" y="605806"/>
                  </a:lnTo>
                  <a:lnTo>
                    <a:pt x="453814" y="605746"/>
                  </a:lnTo>
                  <a:lnTo>
                    <a:pt x="453917" y="605529"/>
                  </a:lnTo>
                  <a:lnTo>
                    <a:pt x="453916" y="604730"/>
                  </a:lnTo>
                  <a:lnTo>
                    <a:pt x="453871" y="603887"/>
                  </a:lnTo>
                  <a:lnTo>
                    <a:pt x="454094" y="603764"/>
                  </a:lnTo>
                  <a:lnTo>
                    <a:pt x="454232" y="603479"/>
                  </a:lnTo>
                  <a:lnTo>
                    <a:pt x="453908" y="603180"/>
                  </a:lnTo>
                  <a:lnTo>
                    <a:pt x="453651" y="603002"/>
                  </a:lnTo>
                  <a:lnTo>
                    <a:pt x="453526" y="601768"/>
                  </a:lnTo>
                  <a:lnTo>
                    <a:pt x="453964" y="601726"/>
                  </a:lnTo>
                  <a:lnTo>
                    <a:pt x="454115" y="601427"/>
                  </a:lnTo>
                  <a:lnTo>
                    <a:pt x="454339" y="601118"/>
                  </a:lnTo>
                  <a:lnTo>
                    <a:pt x="454742" y="601138"/>
                  </a:lnTo>
                  <a:lnTo>
                    <a:pt x="455355" y="601161"/>
                  </a:lnTo>
                  <a:lnTo>
                    <a:pt x="455706" y="601066"/>
                  </a:lnTo>
                  <a:lnTo>
                    <a:pt x="455905" y="600922"/>
                  </a:lnTo>
                  <a:lnTo>
                    <a:pt x="456356" y="600429"/>
                  </a:lnTo>
                  <a:lnTo>
                    <a:pt x="456754" y="600569"/>
                  </a:lnTo>
                  <a:lnTo>
                    <a:pt x="457266" y="600675"/>
                  </a:lnTo>
                  <a:lnTo>
                    <a:pt x="457596" y="600781"/>
                  </a:lnTo>
                  <a:lnTo>
                    <a:pt x="457856" y="600692"/>
                  </a:lnTo>
                  <a:lnTo>
                    <a:pt x="458070" y="600604"/>
                  </a:lnTo>
                  <a:lnTo>
                    <a:pt x="458680" y="600746"/>
                  </a:lnTo>
                  <a:lnTo>
                    <a:pt x="459125" y="601060"/>
                  </a:lnTo>
                  <a:lnTo>
                    <a:pt x="459298" y="601127"/>
                  </a:lnTo>
                  <a:lnTo>
                    <a:pt x="459489" y="601156"/>
                  </a:lnTo>
                  <a:lnTo>
                    <a:pt x="459696" y="601265"/>
                  </a:lnTo>
                  <a:lnTo>
                    <a:pt x="460185" y="601186"/>
                  </a:lnTo>
                  <a:lnTo>
                    <a:pt x="460342" y="600690"/>
                  </a:lnTo>
                  <a:lnTo>
                    <a:pt x="460082" y="600570"/>
                  </a:lnTo>
                  <a:lnTo>
                    <a:pt x="459843" y="600395"/>
                  </a:lnTo>
                  <a:lnTo>
                    <a:pt x="459716" y="600008"/>
                  </a:lnTo>
                  <a:lnTo>
                    <a:pt x="459693" y="599367"/>
                  </a:lnTo>
                  <a:lnTo>
                    <a:pt x="459881" y="598804"/>
                  </a:lnTo>
                  <a:lnTo>
                    <a:pt x="460009" y="598834"/>
                  </a:lnTo>
                  <a:lnTo>
                    <a:pt x="460199" y="598770"/>
                  </a:lnTo>
                  <a:lnTo>
                    <a:pt x="460359" y="598249"/>
                  </a:lnTo>
                  <a:lnTo>
                    <a:pt x="460915" y="597986"/>
                  </a:lnTo>
                  <a:lnTo>
                    <a:pt x="460857" y="597650"/>
                  </a:lnTo>
                  <a:lnTo>
                    <a:pt x="460585" y="597461"/>
                  </a:lnTo>
                  <a:lnTo>
                    <a:pt x="460842" y="597310"/>
                  </a:lnTo>
                  <a:lnTo>
                    <a:pt x="461011" y="597211"/>
                  </a:lnTo>
                  <a:lnTo>
                    <a:pt x="461435" y="596958"/>
                  </a:lnTo>
                  <a:lnTo>
                    <a:pt x="461536" y="596673"/>
                  </a:lnTo>
                  <a:lnTo>
                    <a:pt x="461565" y="596543"/>
                  </a:lnTo>
                  <a:lnTo>
                    <a:pt x="461651" y="596325"/>
                  </a:lnTo>
                  <a:lnTo>
                    <a:pt x="462105" y="595715"/>
                  </a:lnTo>
                  <a:lnTo>
                    <a:pt x="462605" y="595319"/>
                  </a:lnTo>
                  <a:lnTo>
                    <a:pt x="463043" y="595090"/>
                  </a:lnTo>
                  <a:lnTo>
                    <a:pt x="463365" y="594578"/>
                  </a:lnTo>
                  <a:lnTo>
                    <a:pt x="463783" y="594498"/>
                  </a:lnTo>
                  <a:lnTo>
                    <a:pt x="464577" y="594506"/>
                  </a:lnTo>
                  <a:lnTo>
                    <a:pt x="464873" y="594596"/>
                  </a:lnTo>
                  <a:lnTo>
                    <a:pt x="465172" y="593962"/>
                  </a:lnTo>
                  <a:lnTo>
                    <a:pt x="465603" y="593433"/>
                  </a:lnTo>
                  <a:lnTo>
                    <a:pt x="465796" y="593399"/>
                  </a:lnTo>
                  <a:lnTo>
                    <a:pt x="466133" y="593374"/>
                  </a:lnTo>
                  <a:lnTo>
                    <a:pt x="466702" y="593354"/>
                  </a:lnTo>
                  <a:lnTo>
                    <a:pt x="467441" y="593295"/>
                  </a:lnTo>
                  <a:lnTo>
                    <a:pt x="467505" y="592943"/>
                  </a:lnTo>
                  <a:lnTo>
                    <a:pt x="467493" y="592804"/>
                  </a:lnTo>
                  <a:lnTo>
                    <a:pt x="467481" y="592535"/>
                  </a:lnTo>
                  <a:lnTo>
                    <a:pt x="467748" y="591966"/>
                  </a:lnTo>
                  <a:lnTo>
                    <a:pt x="468237" y="592227"/>
                  </a:lnTo>
                  <a:lnTo>
                    <a:pt x="468740" y="592420"/>
                  </a:lnTo>
                  <a:lnTo>
                    <a:pt x="468982" y="592495"/>
                  </a:lnTo>
                  <a:lnTo>
                    <a:pt x="469300" y="592593"/>
                  </a:lnTo>
                  <a:lnTo>
                    <a:pt x="469566" y="592367"/>
                  </a:lnTo>
                  <a:lnTo>
                    <a:pt x="469833" y="592266"/>
                  </a:lnTo>
                  <a:lnTo>
                    <a:pt x="470284" y="592210"/>
                  </a:lnTo>
                  <a:lnTo>
                    <a:pt x="470505" y="592135"/>
                  </a:lnTo>
                  <a:lnTo>
                    <a:pt x="470700" y="592032"/>
                  </a:lnTo>
                  <a:lnTo>
                    <a:pt x="470842" y="591906"/>
                  </a:lnTo>
                  <a:lnTo>
                    <a:pt x="470997" y="591749"/>
                  </a:lnTo>
                  <a:lnTo>
                    <a:pt x="471322" y="591389"/>
                  </a:lnTo>
                  <a:lnTo>
                    <a:pt x="471542" y="590438"/>
                  </a:lnTo>
                  <a:lnTo>
                    <a:pt x="471566" y="590170"/>
                  </a:lnTo>
                  <a:lnTo>
                    <a:pt x="471571" y="589973"/>
                  </a:lnTo>
                  <a:lnTo>
                    <a:pt x="471628" y="589728"/>
                  </a:lnTo>
                  <a:lnTo>
                    <a:pt x="471683" y="589493"/>
                  </a:lnTo>
                  <a:lnTo>
                    <a:pt x="471954" y="589252"/>
                  </a:lnTo>
                  <a:lnTo>
                    <a:pt x="472135" y="588812"/>
                  </a:lnTo>
                  <a:lnTo>
                    <a:pt x="472096" y="588599"/>
                  </a:lnTo>
                  <a:lnTo>
                    <a:pt x="472754" y="588101"/>
                  </a:lnTo>
                  <a:lnTo>
                    <a:pt x="473141" y="587910"/>
                  </a:lnTo>
                  <a:lnTo>
                    <a:pt x="473429" y="587527"/>
                  </a:lnTo>
                  <a:lnTo>
                    <a:pt x="473430" y="587137"/>
                  </a:lnTo>
                  <a:lnTo>
                    <a:pt x="473761" y="586377"/>
                  </a:lnTo>
                  <a:lnTo>
                    <a:pt x="474385" y="586472"/>
                  </a:lnTo>
                  <a:lnTo>
                    <a:pt x="475058" y="586530"/>
                  </a:lnTo>
                  <a:lnTo>
                    <a:pt x="475514" y="586362"/>
                  </a:lnTo>
                  <a:lnTo>
                    <a:pt x="475712" y="586237"/>
                  </a:lnTo>
                  <a:lnTo>
                    <a:pt x="476117" y="585956"/>
                  </a:lnTo>
                  <a:lnTo>
                    <a:pt x="476259" y="585858"/>
                  </a:lnTo>
                  <a:lnTo>
                    <a:pt x="476613" y="585531"/>
                  </a:lnTo>
                  <a:lnTo>
                    <a:pt x="476089" y="584528"/>
                  </a:lnTo>
                  <a:lnTo>
                    <a:pt x="475679" y="584092"/>
                  </a:lnTo>
                  <a:lnTo>
                    <a:pt x="475364" y="583714"/>
                  </a:lnTo>
                  <a:lnTo>
                    <a:pt x="475371" y="583288"/>
                  </a:lnTo>
                  <a:lnTo>
                    <a:pt x="475338" y="583113"/>
                  </a:lnTo>
                  <a:lnTo>
                    <a:pt x="474822" y="582683"/>
                  </a:lnTo>
                  <a:lnTo>
                    <a:pt x="474575" y="582324"/>
                  </a:lnTo>
                  <a:lnTo>
                    <a:pt x="474868" y="581871"/>
                  </a:lnTo>
                  <a:lnTo>
                    <a:pt x="474791" y="581571"/>
                  </a:lnTo>
                  <a:lnTo>
                    <a:pt x="474854" y="581309"/>
                  </a:lnTo>
                  <a:lnTo>
                    <a:pt x="474890" y="581178"/>
                  </a:lnTo>
                  <a:lnTo>
                    <a:pt x="474649" y="580974"/>
                  </a:lnTo>
                  <a:lnTo>
                    <a:pt x="474452" y="580838"/>
                  </a:lnTo>
                  <a:lnTo>
                    <a:pt x="474119" y="580557"/>
                  </a:lnTo>
                  <a:lnTo>
                    <a:pt x="473505" y="580030"/>
                  </a:lnTo>
                  <a:lnTo>
                    <a:pt x="473130" y="580078"/>
                  </a:lnTo>
                  <a:lnTo>
                    <a:pt x="472719" y="580094"/>
                  </a:lnTo>
                  <a:lnTo>
                    <a:pt x="472093" y="579987"/>
                  </a:lnTo>
                  <a:lnTo>
                    <a:pt x="471118" y="579379"/>
                  </a:lnTo>
                  <a:lnTo>
                    <a:pt x="470617" y="578620"/>
                  </a:lnTo>
                  <a:lnTo>
                    <a:pt x="470698" y="578474"/>
                  </a:lnTo>
                  <a:lnTo>
                    <a:pt x="470826" y="578309"/>
                  </a:lnTo>
                  <a:lnTo>
                    <a:pt x="471249" y="578155"/>
                  </a:lnTo>
                  <a:lnTo>
                    <a:pt x="471401" y="578142"/>
                  </a:lnTo>
                  <a:lnTo>
                    <a:pt x="472079" y="578412"/>
                  </a:lnTo>
                  <a:lnTo>
                    <a:pt x="472335" y="577294"/>
                  </a:lnTo>
                  <a:lnTo>
                    <a:pt x="472444" y="576782"/>
                  </a:lnTo>
                  <a:lnTo>
                    <a:pt x="472235" y="576618"/>
                  </a:lnTo>
                  <a:lnTo>
                    <a:pt x="471936" y="576441"/>
                  </a:lnTo>
                  <a:lnTo>
                    <a:pt x="471892" y="576285"/>
                  </a:lnTo>
                  <a:lnTo>
                    <a:pt x="471901" y="576141"/>
                  </a:lnTo>
                  <a:lnTo>
                    <a:pt x="471909" y="575992"/>
                  </a:lnTo>
                  <a:lnTo>
                    <a:pt x="471808" y="575761"/>
                  </a:lnTo>
                  <a:lnTo>
                    <a:pt x="471424" y="575617"/>
                  </a:lnTo>
                  <a:lnTo>
                    <a:pt x="471237" y="575625"/>
                  </a:lnTo>
                  <a:lnTo>
                    <a:pt x="470909" y="575339"/>
                  </a:lnTo>
                  <a:lnTo>
                    <a:pt x="470897" y="574867"/>
                  </a:lnTo>
                  <a:lnTo>
                    <a:pt x="470724" y="574372"/>
                  </a:lnTo>
                  <a:lnTo>
                    <a:pt x="470801" y="574000"/>
                  </a:lnTo>
                  <a:lnTo>
                    <a:pt x="470998" y="573595"/>
                  </a:lnTo>
                  <a:lnTo>
                    <a:pt x="471288" y="573207"/>
                  </a:lnTo>
                  <a:lnTo>
                    <a:pt x="471255" y="572789"/>
                  </a:lnTo>
                  <a:lnTo>
                    <a:pt x="471243" y="572551"/>
                  </a:lnTo>
                  <a:lnTo>
                    <a:pt x="471275" y="572365"/>
                  </a:lnTo>
                  <a:lnTo>
                    <a:pt x="471658" y="572308"/>
                  </a:lnTo>
                  <a:lnTo>
                    <a:pt x="471952" y="571974"/>
                  </a:lnTo>
                  <a:lnTo>
                    <a:pt x="472595" y="571961"/>
                  </a:lnTo>
                  <a:lnTo>
                    <a:pt x="473024" y="572146"/>
                  </a:lnTo>
                  <a:lnTo>
                    <a:pt x="473226" y="572116"/>
                  </a:lnTo>
                  <a:lnTo>
                    <a:pt x="473707" y="572116"/>
                  </a:lnTo>
                  <a:lnTo>
                    <a:pt x="474349" y="572430"/>
                  </a:lnTo>
                  <a:lnTo>
                    <a:pt x="475083" y="572555"/>
                  </a:lnTo>
                  <a:lnTo>
                    <a:pt x="475910" y="572867"/>
                  </a:lnTo>
                  <a:lnTo>
                    <a:pt x="476471" y="573216"/>
                  </a:lnTo>
                  <a:lnTo>
                    <a:pt x="476656" y="573080"/>
                  </a:lnTo>
                  <a:lnTo>
                    <a:pt x="476644" y="572889"/>
                  </a:lnTo>
                  <a:lnTo>
                    <a:pt x="477128" y="572832"/>
                  </a:lnTo>
                  <a:lnTo>
                    <a:pt x="477500" y="572488"/>
                  </a:lnTo>
                  <a:lnTo>
                    <a:pt x="477737" y="572292"/>
                  </a:lnTo>
                  <a:lnTo>
                    <a:pt x="478612" y="571671"/>
                  </a:lnTo>
                  <a:lnTo>
                    <a:pt x="478685" y="571275"/>
                  </a:lnTo>
                  <a:lnTo>
                    <a:pt x="478599" y="571037"/>
                  </a:lnTo>
                  <a:lnTo>
                    <a:pt x="478338" y="570970"/>
                  </a:lnTo>
                  <a:lnTo>
                    <a:pt x="478123" y="570535"/>
                  </a:lnTo>
                  <a:lnTo>
                    <a:pt x="478260" y="570104"/>
                  </a:lnTo>
                  <a:lnTo>
                    <a:pt x="478673" y="569475"/>
                  </a:lnTo>
                  <a:lnTo>
                    <a:pt x="479047" y="569744"/>
                  </a:lnTo>
                  <a:lnTo>
                    <a:pt x="479255" y="569382"/>
                  </a:lnTo>
                  <a:lnTo>
                    <a:pt x="479356" y="568840"/>
                  </a:lnTo>
                  <a:lnTo>
                    <a:pt x="479425" y="568451"/>
                  </a:lnTo>
                  <a:lnTo>
                    <a:pt x="479235" y="567958"/>
                  </a:lnTo>
                  <a:lnTo>
                    <a:pt x="479603" y="567827"/>
                  </a:lnTo>
                  <a:lnTo>
                    <a:pt x="479750" y="567797"/>
                  </a:lnTo>
                  <a:lnTo>
                    <a:pt x="480192" y="567633"/>
                  </a:lnTo>
                  <a:lnTo>
                    <a:pt x="480376" y="567353"/>
                  </a:lnTo>
                  <a:lnTo>
                    <a:pt x="480453" y="567075"/>
                  </a:lnTo>
                  <a:lnTo>
                    <a:pt x="480485" y="566748"/>
                  </a:lnTo>
                  <a:lnTo>
                    <a:pt x="480544" y="566509"/>
                  </a:lnTo>
                  <a:lnTo>
                    <a:pt x="480817" y="565938"/>
                  </a:lnTo>
                  <a:lnTo>
                    <a:pt x="480924" y="565618"/>
                  </a:lnTo>
                  <a:lnTo>
                    <a:pt x="480944" y="565345"/>
                  </a:lnTo>
                  <a:lnTo>
                    <a:pt x="480941" y="565159"/>
                  </a:lnTo>
                  <a:lnTo>
                    <a:pt x="480936" y="564704"/>
                  </a:lnTo>
                  <a:lnTo>
                    <a:pt x="481132" y="564428"/>
                  </a:lnTo>
                  <a:lnTo>
                    <a:pt x="481364" y="564591"/>
                  </a:lnTo>
                  <a:lnTo>
                    <a:pt x="481702" y="564299"/>
                  </a:lnTo>
                  <a:lnTo>
                    <a:pt x="481649" y="564141"/>
                  </a:lnTo>
                  <a:lnTo>
                    <a:pt x="481516" y="563961"/>
                  </a:lnTo>
                  <a:lnTo>
                    <a:pt x="481179" y="563763"/>
                  </a:lnTo>
                  <a:lnTo>
                    <a:pt x="481282" y="563544"/>
                  </a:lnTo>
                  <a:lnTo>
                    <a:pt x="481805" y="564004"/>
                  </a:lnTo>
                  <a:lnTo>
                    <a:pt x="482058" y="564092"/>
                  </a:lnTo>
                  <a:lnTo>
                    <a:pt x="482236" y="564044"/>
                  </a:lnTo>
                  <a:lnTo>
                    <a:pt x="482541" y="563996"/>
                  </a:lnTo>
                  <a:lnTo>
                    <a:pt x="483106" y="564449"/>
                  </a:lnTo>
                  <a:lnTo>
                    <a:pt x="483161" y="564742"/>
                  </a:lnTo>
                  <a:lnTo>
                    <a:pt x="483252" y="564940"/>
                  </a:lnTo>
                  <a:lnTo>
                    <a:pt x="483484" y="565142"/>
                  </a:lnTo>
                  <a:lnTo>
                    <a:pt x="484323" y="565595"/>
                  </a:lnTo>
                  <a:lnTo>
                    <a:pt x="484781" y="565870"/>
                  </a:lnTo>
                  <a:lnTo>
                    <a:pt x="485184" y="566086"/>
                  </a:lnTo>
                  <a:lnTo>
                    <a:pt x="485628" y="566189"/>
                  </a:lnTo>
                  <a:lnTo>
                    <a:pt x="486555" y="566251"/>
                  </a:lnTo>
                  <a:lnTo>
                    <a:pt x="486769" y="566170"/>
                  </a:lnTo>
                  <a:lnTo>
                    <a:pt x="487008" y="566121"/>
                  </a:lnTo>
                  <a:lnTo>
                    <a:pt x="487371" y="566119"/>
                  </a:lnTo>
                  <a:lnTo>
                    <a:pt x="487392" y="566450"/>
                  </a:lnTo>
                  <a:lnTo>
                    <a:pt x="487953" y="566497"/>
                  </a:lnTo>
                  <a:lnTo>
                    <a:pt x="488226" y="566520"/>
                  </a:lnTo>
                  <a:lnTo>
                    <a:pt x="488836" y="566730"/>
                  </a:lnTo>
                  <a:lnTo>
                    <a:pt x="489079" y="566538"/>
                  </a:lnTo>
                  <a:lnTo>
                    <a:pt x="489310" y="566649"/>
                  </a:lnTo>
                  <a:lnTo>
                    <a:pt x="489711" y="566742"/>
                  </a:lnTo>
                  <a:lnTo>
                    <a:pt x="489790" y="566607"/>
                  </a:lnTo>
                  <a:lnTo>
                    <a:pt x="490192" y="566694"/>
                  </a:lnTo>
                  <a:lnTo>
                    <a:pt x="490601" y="566970"/>
                  </a:lnTo>
                  <a:lnTo>
                    <a:pt x="491032" y="567413"/>
                  </a:lnTo>
                  <a:lnTo>
                    <a:pt x="491339" y="567634"/>
                  </a:lnTo>
                  <a:lnTo>
                    <a:pt x="491609" y="567857"/>
                  </a:lnTo>
                  <a:lnTo>
                    <a:pt x="492062" y="568241"/>
                  </a:lnTo>
                  <a:lnTo>
                    <a:pt x="492642" y="568650"/>
                  </a:lnTo>
                  <a:lnTo>
                    <a:pt x="493071" y="568106"/>
                  </a:lnTo>
                  <a:lnTo>
                    <a:pt x="493286" y="567748"/>
                  </a:lnTo>
                  <a:lnTo>
                    <a:pt x="493588" y="567497"/>
                  </a:lnTo>
                  <a:lnTo>
                    <a:pt x="493826" y="567331"/>
                  </a:lnTo>
                  <a:lnTo>
                    <a:pt x="494067" y="567246"/>
                  </a:lnTo>
                  <a:lnTo>
                    <a:pt x="494191" y="567111"/>
                  </a:lnTo>
                  <a:lnTo>
                    <a:pt x="494412" y="566698"/>
                  </a:lnTo>
                  <a:lnTo>
                    <a:pt x="494324" y="566509"/>
                  </a:lnTo>
                  <a:lnTo>
                    <a:pt x="494192" y="566410"/>
                  </a:lnTo>
                  <a:lnTo>
                    <a:pt x="494019" y="566435"/>
                  </a:lnTo>
                  <a:lnTo>
                    <a:pt x="493167" y="566664"/>
                  </a:lnTo>
                  <a:lnTo>
                    <a:pt x="493023" y="566703"/>
                  </a:lnTo>
                  <a:lnTo>
                    <a:pt x="492396" y="567168"/>
                  </a:lnTo>
                  <a:lnTo>
                    <a:pt x="491840" y="567044"/>
                  </a:lnTo>
                  <a:lnTo>
                    <a:pt x="491791" y="566739"/>
                  </a:lnTo>
                  <a:lnTo>
                    <a:pt x="491801" y="566590"/>
                  </a:lnTo>
                  <a:lnTo>
                    <a:pt x="492038" y="566453"/>
                  </a:lnTo>
                  <a:lnTo>
                    <a:pt x="492434" y="566157"/>
                  </a:lnTo>
                  <a:lnTo>
                    <a:pt x="492678" y="565835"/>
                  </a:lnTo>
                  <a:lnTo>
                    <a:pt x="493213" y="565835"/>
                  </a:lnTo>
                  <a:lnTo>
                    <a:pt x="493380" y="565772"/>
                  </a:lnTo>
                  <a:lnTo>
                    <a:pt x="493749" y="565635"/>
                  </a:lnTo>
                  <a:lnTo>
                    <a:pt x="493878" y="565603"/>
                  </a:lnTo>
                  <a:lnTo>
                    <a:pt x="494124" y="565550"/>
                  </a:lnTo>
                  <a:lnTo>
                    <a:pt x="494351" y="565709"/>
                  </a:lnTo>
                  <a:lnTo>
                    <a:pt x="494485" y="565552"/>
                  </a:lnTo>
                  <a:lnTo>
                    <a:pt x="494728" y="565269"/>
                  </a:lnTo>
                  <a:lnTo>
                    <a:pt x="495163" y="565173"/>
                  </a:lnTo>
                  <a:lnTo>
                    <a:pt x="495576" y="565144"/>
                  </a:lnTo>
                  <a:lnTo>
                    <a:pt x="495554" y="564886"/>
                  </a:lnTo>
                  <a:lnTo>
                    <a:pt x="495382" y="564453"/>
                  </a:lnTo>
                  <a:lnTo>
                    <a:pt x="494954" y="564105"/>
                  </a:lnTo>
                  <a:lnTo>
                    <a:pt x="494574" y="563822"/>
                  </a:lnTo>
                  <a:lnTo>
                    <a:pt x="493958" y="563334"/>
                  </a:lnTo>
                  <a:lnTo>
                    <a:pt x="493483" y="562236"/>
                  </a:lnTo>
                  <a:lnTo>
                    <a:pt x="493456" y="561676"/>
                  </a:lnTo>
                  <a:lnTo>
                    <a:pt x="493616" y="561109"/>
                  </a:lnTo>
                  <a:lnTo>
                    <a:pt x="493742" y="560558"/>
                  </a:lnTo>
                  <a:lnTo>
                    <a:pt x="493734" y="560402"/>
                  </a:lnTo>
                  <a:lnTo>
                    <a:pt x="493624" y="560163"/>
                  </a:lnTo>
                  <a:lnTo>
                    <a:pt x="493153" y="560018"/>
                  </a:lnTo>
                  <a:lnTo>
                    <a:pt x="493016" y="559979"/>
                  </a:lnTo>
                  <a:lnTo>
                    <a:pt x="492464" y="559698"/>
                  </a:lnTo>
                  <a:lnTo>
                    <a:pt x="492275" y="559381"/>
                  </a:lnTo>
                  <a:lnTo>
                    <a:pt x="492084" y="559060"/>
                  </a:lnTo>
                  <a:lnTo>
                    <a:pt x="491948" y="558427"/>
                  </a:lnTo>
                  <a:lnTo>
                    <a:pt x="491726" y="557903"/>
                  </a:lnTo>
                  <a:lnTo>
                    <a:pt x="491577" y="557823"/>
                  </a:lnTo>
                  <a:lnTo>
                    <a:pt x="491410" y="557766"/>
                  </a:lnTo>
                  <a:lnTo>
                    <a:pt x="491266" y="557644"/>
                  </a:lnTo>
                  <a:lnTo>
                    <a:pt x="490911" y="557261"/>
                  </a:lnTo>
                  <a:lnTo>
                    <a:pt x="490548" y="556795"/>
                  </a:lnTo>
                  <a:lnTo>
                    <a:pt x="490470" y="556611"/>
                  </a:lnTo>
                  <a:lnTo>
                    <a:pt x="490433" y="556222"/>
                  </a:lnTo>
                  <a:lnTo>
                    <a:pt x="490407" y="555954"/>
                  </a:lnTo>
                  <a:lnTo>
                    <a:pt x="490386" y="555734"/>
                  </a:lnTo>
                  <a:lnTo>
                    <a:pt x="490337" y="555131"/>
                  </a:lnTo>
                  <a:lnTo>
                    <a:pt x="490264" y="554878"/>
                  </a:lnTo>
                  <a:lnTo>
                    <a:pt x="490144" y="554740"/>
                  </a:lnTo>
                  <a:lnTo>
                    <a:pt x="489930" y="554272"/>
                  </a:lnTo>
                  <a:lnTo>
                    <a:pt x="489884" y="554119"/>
                  </a:lnTo>
                  <a:lnTo>
                    <a:pt x="489818" y="553750"/>
                  </a:lnTo>
                  <a:lnTo>
                    <a:pt x="490255" y="553213"/>
                  </a:lnTo>
                  <a:lnTo>
                    <a:pt x="490285" y="552920"/>
                  </a:lnTo>
                  <a:lnTo>
                    <a:pt x="490229" y="552764"/>
                  </a:lnTo>
                  <a:lnTo>
                    <a:pt x="490264" y="552572"/>
                  </a:lnTo>
                  <a:lnTo>
                    <a:pt x="490372" y="552341"/>
                  </a:lnTo>
                  <a:lnTo>
                    <a:pt x="490733" y="552301"/>
                  </a:lnTo>
                  <a:lnTo>
                    <a:pt x="490946" y="552103"/>
                  </a:lnTo>
                  <a:lnTo>
                    <a:pt x="491054" y="551964"/>
                  </a:lnTo>
                  <a:lnTo>
                    <a:pt x="491142" y="551658"/>
                  </a:lnTo>
                  <a:lnTo>
                    <a:pt x="491306" y="551299"/>
                  </a:lnTo>
                  <a:lnTo>
                    <a:pt x="491850" y="551117"/>
                  </a:lnTo>
                  <a:lnTo>
                    <a:pt x="492444" y="551004"/>
                  </a:lnTo>
                  <a:lnTo>
                    <a:pt x="493020" y="550337"/>
                  </a:lnTo>
                  <a:lnTo>
                    <a:pt x="493073" y="550202"/>
                  </a:lnTo>
                  <a:lnTo>
                    <a:pt x="493123" y="550073"/>
                  </a:lnTo>
                  <a:lnTo>
                    <a:pt x="493431" y="549948"/>
                  </a:lnTo>
                  <a:lnTo>
                    <a:pt x="493581" y="549802"/>
                  </a:lnTo>
                  <a:lnTo>
                    <a:pt x="493876" y="549475"/>
                  </a:lnTo>
                  <a:lnTo>
                    <a:pt x="493994" y="549301"/>
                  </a:lnTo>
                  <a:lnTo>
                    <a:pt x="494139" y="549045"/>
                  </a:lnTo>
                  <a:lnTo>
                    <a:pt x="494340" y="548935"/>
                  </a:lnTo>
                  <a:lnTo>
                    <a:pt x="494482" y="548878"/>
                  </a:lnTo>
                  <a:lnTo>
                    <a:pt x="494763" y="548907"/>
                  </a:lnTo>
                  <a:lnTo>
                    <a:pt x="495088" y="549099"/>
                  </a:lnTo>
                  <a:lnTo>
                    <a:pt x="495341" y="549176"/>
                  </a:lnTo>
                  <a:lnTo>
                    <a:pt x="495508" y="549212"/>
                  </a:lnTo>
                  <a:lnTo>
                    <a:pt x="495733" y="549260"/>
                  </a:lnTo>
                  <a:lnTo>
                    <a:pt x="495875" y="549338"/>
                  </a:lnTo>
                  <a:lnTo>
                    <a:pt x="496094" y="549493"/>
                  </a:lnTo>
                  <a:lnTo>
                    <a:pt x="496269" y="549459"/>
                  </a:lnTo>
                  <a:lnTo>
                    <a:pt x="496578" y="549162"/>
                  </a:lnTo>
                  <a:lnTo>
                    <a:pt x="496725" y="549142"/>
                  </a:lnTo>
                  <a:lnTo>
                    <a:pt x="497240" y="549180"/>
                  </a:lnTo>
                  <a:lnTo>
                    <a:pt x="497793" y="549417"/>
                  </a:lnTo>
                  <a:lnTo>
                    <a:pt x="497952" y="549669"/>
                  </a:lnTo>
                  <a:lnTo>
                    <a:pt x="498306" y="549778"/>
                  </a:lnTo>
                  <a:lnTo>
                    <a:pt x="498543" y="549727"/>
                  </a:lnTo>
                  <a:lnTo>
                    <a:pt x="498947" y="549630"/>
                  </a:lnTo>
                  <a:lnTo>
                    <a:pt x="499110" y="549531"/>
                  </a:lnTo>
                  <a:lnTo>
                    <a:pt x="499253" y="549518"/>
                  </a:lnTo>
                  <a:lnTo>
                    <a:pt x="499385" y="549531"/>
                  </a:lnTo>
                  <a:lnTo>
                    <a:pt x="499748" y="549725"/>
                  </a:lnTo>
                  <a:lnTo>
                    <a:pt x="500158" y="549754"/>
                  </a:lnTo>
                  <a:lnTo>
                    <a:pt x="500424" y="549696"/>
                  </a:lnTo>
                  <a:lnTo>
                    <a:pt x="500718" y="549816"/>
                  </a:lnTo>
                  <a:lnTo>
                    <a:pt x="500807" y="549950"/>
                  </a:lnTo>
                  <a:lnTo>
                    <a:pt x="500955" y="550203"/>
                  </a:lnTo>
                  <a:lnTo>
                    <a:pt x="501110" y="550417"/>
                  </a:lnTo>
                  <a:lnTo>
                    <a:pt x="501770" y="550452"/>
                  </a:lnTo>
                  <a:lnTo>
                    <a:pt x="502309" y="550093"/>
                  </a:lnTo>
                  <a:lnTo>
                    <a:pt x="502273" y="549951"/>
                  </a:lnTo>
                  <a:lnTo>
                    <a:pt x="502217" y="549665"/>
                  </a:lnTo>
                  <a:lnTo>
                    <a:pt x="502383" y="549299"/>
                  </a:lnTo>
                  <a:lnTo>
                    <a:pt x="502577" y="549043"/>
                  </a:lnTo>
                  <a:lnTo>
                    <a:pt x="502628" y="548884"/>
                  </a:lnTo>
                  <a:lnTo>
                    <a:pt x="502588" y="548715"/>
                  </a:lnTo>
                  <a:lnTo>
                    <a:pt x="502394" y="548382"/>
                  </a:lnTo>
                  <a:lnTo>
                    <a:pt x="502340" y="548193"/>
                  </a:lnTo>
                  <a:lnTo>
                    <a:pt x="502216" y="547664"/>
                  </a:lnTo>
                  <a:lnTo>
                    <a:pt x="502241" y="547331"/>
                  </a:lnTo>
                  <a:lnTo>
                    <a:pt x="502305" y="546810"/>
                  </a:lnTo>
                  <a:lnTo>
                    <a:pt x="502283" y="546618"/>
                  </a:lnTo>
                  <a:lnTo>
                    <a:pt x="502308" y="546001"/>
                  </a:lnTo>
                  <a:lnTo>
                    <a:pt x="502225" y="545535"/>
                  </a:lnTo>
                  <a:lnTo>
                    <a:pt x="502001" y="545320"/>
                  </a:lnTo>
                  <a:lnTo>
                    <a:pt x="502108" y="544423"/>
                  </a:lnTo>
                  <a:lnTo>
                    <a:pt x="502414" y="543933"/>
                  </a:lnTo>
                  <a:lnTo>
                    <a:pt x="502412" y="543730"/>
                  </a:lnTo>
                  <a:lnTo>
                    <a:pt x="502378" y="543593"/>
                  </a:lnTo>
                  <a:lnTo>
                    <a:pt x="502462" y="543166"/>
                  </a:lnTo>
                  <a:lnTo>
                    <a:pt x="502803" y="542670"/>
                  </a:lnTo>
                  <a:lnTo>
                    <a:pt x="503117" y="542269"/>
                  </a:lnTo>
                  <a:lnTo>
                    <a:pt x="503115" y="541297"/>
                  </a:lnTo>
                  <a:lnTo>
                    <a:pt x="502949" y="540976"/>
                  </a:lnTo>
                  <a:lnTo>
                    <a:pt x="502808" y="540902"/>
                  </a:lnTo>
                  <a:lnTo>
                    <a:pt x="502529" y="540571"/>
                  </a:lnTo>
                  <a:lnTo>
                    <a:pt x="502509" y="540074"/>
                  </a:lnTo>
                  <a:lnTo>
                    <a:pt x="502988" y="539624"/>
                  </a:lnTo>
                  <a:lnTo>
                    <a:pt x="503269" y="539662"/>
                  </a:lnTo>
                  <a:lnTo>
                    <a:pt x="503545" y="539475"/>
                  </a:lnTo>
                  <a:lnTo>
                    <a:pt x="503199" y="539066"/>
                  </a:lnTo>
                  <a:lnTo>
                    <a:pt x="502253" y="538918"/>
                  </a:lnTo>
                  <a:lnTo>
                    <a:pt x="501324" y="538751"/>
                  </a:lnTo>
                  <a:lnTo>
                    <a:pt x="501273" y="538397"/>
                  </a:lnTo>
                  <a:lnTo>
                    <a:pt x="500820" y="537904"/>
                  </a:lnTo>
                  <a:lnTo>
                    <a:pt x="500327" y="537637"/>
                  </a:lnTo>
                  <a:lnTo>
                    <a:pt x="500151" y="537740"/>
                  </a:lnTo>
                  <a:lnTo>
                    <a:pt x="499997" y="537931"/>
                  </a:lnTo>
                  <a:lnTo>
                    <a:pt x="499809" y="537892"/>
                  </a:lnTo>
                  <a:lnTo>
                    <a:pt x="499739" y="537633"/>
                  </a:lnTo>
                  <a:lnTo>
                    <a:pt x="499604" y="537271"/>
                  </a:lnTo>
                  <a:lnTo>
                    <a:pt x="499223" y="537171"/>
                  </a:lnTo>
                  <a:lnTo>
                    <a:pt x="499118" y="536988"/>
                  </a:lnTo>
                  <a:lnTo>
                    <a:pt x="499190" y="536769"/>
                  </a:lnTo>
                  <a:lnTo>
                    <a:pt x="499345" y="536486"/>
                  </a:lnTo>
                  <a:lnTo>
                    <a:pt x="499859" y="536535"/>
                  </a:lnTo>
                  <a:lnTo>
                    <a:pt x="500111" y="536670"/>
                  </a:lnTo>
                  <a:lnTo>
                    <a:pt x="500278" y="536722"/>
                  </a:lnTo>
                  <a:lnTo>
                    <a:pt x="500825" y="536357"/>
                  </a:lnTo>
                  <a:lnTo>
                    <a:pt x="501648" y="535911"/>
                  </a:lnTo>
                  <a:lnTo>
                    <a:pt x="501953" y="535761"/>
                  </a:lnTo>
                  <a:lnTo>
                    <a:pt x="502010" y="535601"/>
                  </a:lnTo>
                  <a:lnTo>
                    <a:pt x="502163" y="534913"/>
                  </a:lnTo>
                  <a:lnTo>
                    <a:pt x="502198" y="534670"/>
                  </a:lnTo>
                  <a:lnTo>
                    <a:pt x="502163" y="534390"/>
                  </a:lnTo>
                  <a:lnTo>
                    <a:pt x="502489" y="534103"/>
                  </a:lnTo>
                  <a:lnTo>
                    <a:pt x="502568" y="533943"/>
                  </a:lnTo>
                  <a:lnTo>
                    <a:pt x="502553" y="533335"/>
                  </a:lnTo>
                  <a:lnTo>
                    <a:pt x="502795" y="533351"/>
                  </a:lnTo>
                  <a:lnTo>
                    <a:pt x="503167" y="533233"/>
                  </a:lnTo>
                  <a:lnTo>
                    <a:pt x="503234" y="532907"/>
                  </a:lnTo>
                  <a:lnTo>
                    <a:pt x="503264" y="532672"/>
                  </a:lnTo>
                  <a:lnTo>
                    <a:pt x="503380" y="532370"/>
                  </a:lnTo>
                  <a:lnTo>
                    <a:pt x="503668" y="532029"/>
                  </a:lnTo>
                  <a:lnTo>
                    <a:pt x="503923" y="531713"/>
                  </a:lnTo>
                  <a:lnTo>
                    <a:pt x="503941" y="531402"/>
                  </a:lnTo>
                  <a:lnTo>
                    <a:pt x="504097" y="531037"/>
                  </a:lnTo>
                  <a:lnTo>
                    <a:pt x="504560" y="531024"/>
                  </a:lnTo>
                  <a:lnTo>
                    <a:pt x="504997" y="530818"/>
                  </a:lnTo>
                  <a:lnTo>
                    <a:pt x="505085" y="530656"/>
                  </a:lnTo>
                  <a:lnTo>
                    <a:pt x="505217" y="530592"/>
                  </a:lnTo>
                  <a:lnTo>
                    <a:pt x="505553" y="530472"/>
                  </a:lnTo>
                  <a:lnTo>
                    <a:pt x="505699" y="530476"/>
                  </a:lnTo>
                  <a:lnTo>
                    <a:pt x="506389" y="530625"/>
                  </a:lnTo>
                  <a:lnTo>
                    <a:pt x="506586" y="530755"/>
                  </a:lnTo>
                  <a:lnTo>
                    <a:pt x="506858" y="530794"/>
                  </a:lnTo>
                  <a:lnTo>
                    <a:pt x="507660" y="530658"/>
                  </a:lnTo>
                  <a:lnTo>
                    <a:pt x="508064" y="530339"/>
                  </a:lnTo>
                  <a:lnTo>
                    <a:pt x="507903" y="529901"/>
                  </a:lnTo>
                  <a:lnTo>
                    <a:pt x="507771" y="529687"/>
                  </a:lnTo>
                  <a:lnTo>
                    <a:pt x="507161" y="529658"/>
                  </a:lnTo>
                  <a:lnTo>
                    <a:pt x="507098" y="529503"/>
                  </a:lnTo>
                  <a:lnTo>
                    <a:pt x="506965" y="529288"/>
                  </a:lnTo>
                  <a:lnTo>
                    <a:pt x="506589" y="529166"/>
                  </a:lnTo>
                  <a:lnTo>
                    <a:pt x="506014" y="528919"/>
                  </a:lnTo>
                  <a:lnTo>
                    <a:pt x="505700" y="528885"/>
                  </a:lnTo>
                  <a:lnTo>
                    <a:pt x="505869" y="528460"/>
                  </a:lnTo>
                  <a:lnTo>
                    <a:pt x="505944" y="527890"/>
                  </a:lnTo>
                  <a:lnTo>
                    <a:pt x="505848" y="527647"/>
                  </a:lnTo>
                  <a:lnTo>
                    <a:pt x="505708" y="527615"/>
                  </a:lnTo>
                  <a:lnTo>
                    <a:pt x="505152" y="527358"/>
                  </a:lnTo>
                  <a:lnTo>
                    <a:pt x="504954" y="527358"/>
                  </a:lnTo>
                  <a:lnTo>
                    <a:pt x="504748" y="527359"/>
                  </a:lnTo>
                  <a:lnTo>
                    <a:pt x="504252" y="527163"/>
                  </a:lnTo>
                  <a:lnTo>
                    <a:pt x="504158" y="526973"/>
                  </a:lnTo>
                  <a:lnTo>
                    <a:pt x="503928" y="526764"/>
                  </a:lnTo>
                  <a:lnTo>
                    <a:pt x="503558" y="526633"/>
                  </a:lnTo>
                  <a:lnTo>
                    <a:pt x="503312" y="526202"/>
                  </a:lnTo>
                  <a:lnTo>
                    <a:pt x="502961" y="526225"/>
                  </a:lnTo>
                  <a:lnTo>
                    <a:pt x="502791" y="526100"/>
                  </a:lnTo>
                  <a:lnTo>
                    <a:pt x="502532" y="525985"/>
                  </a:lnTo>
                  <a:lnTo>
                    <a:pt x="502008" y="525908"/>
                  </a:lnTo>
                  <a:lnTo>
                    <a:pt x="501832" y="525783"/>
                  </a:lnTo>
                  <a:lnTo>
                    <a:pt x="501650" y="525655"/>
                  </a:lnTo>
                  <a:lnTo>
                    <a:pt x="501438" y="525546"/>
                  </a:lnTo>
                  <a:lnTo>
                    <a:pt x="501057" y="525392"/>
                  </a:lnTo>
                  <a:lnTo>
                    <a:pt x="500737" y="524518"/>
                  </a:lnTo>
                  <a:lnTo>
                    <a:pt x="500431" y="524278"/>
                  </a:lnTo>
                  <a:lnTo>
                    <a:pt x="500135" y="524103"/>
                  </a:lnTo>
                  <a:lnTo>
                    <a:pt x="500010" y="523833"/>
                  </a:lnTo>
                  <a:lnTo>
                    <a:pt x="499726" y="523588"/>
                  </a:lnTo>
                  <a:lnTo>
                    <a:pt x="499366" y="523627"/>
                  </a:lnTo>
                  <a:lnTo>
                    <a:pt x="499162" y="523512"/>
                  </a:lnTo>
                  <a:lnTo>
                    <a:pt x="499018" y="523467"/>
                  </a:lnTo>
                  <a:lnTo>
                    <a:pt x="498630" y="523556"/>
                  </a:lnTo>
                  <a:lnTo>
                    <a:pt x="498058" y="523683"/>
                  </a:lnTo>
                  <a:lnTo>
                    <a:pt x="497548" y="523424"/>
                  </a:lnTo>
                  <a:lnTo>
                    <a:pt x="497015" y="523055"/>
                  </a:lnTo>
                  <a:lnTo>
                    <a:pt x="496881" y="522607"/>
                  </a:lnTo>
                  <a:lnTo>
                    <a:pt x="496671" y="522261"/>
                  </a:lnTo>
                  <a:lnTo>
                    <a:pt x="496646" y="522072"/>
                  </a:lnTo>
                  <a:lnTo>
                    <a:pt x="496648" y="521755"/>
                  </a:lnTo>
                  <a:lnTo>
                    <a:pt x="496709" y="521476"/>
                  </a:lnTo>
                  <a:lnTo>
                    <a:pt x="496521" y="521325"/>
                  </a:lnTo>
                  <a:lnTo>
                    <a:pt x="496382" y="521072"/>
                  </a:lnTo>
                  <a:lnTo>
                    <a:pt x="496237" y="520785"/>
                  </a:lnTo>
                  <a:lnTo>
                    <a:pt x="496103" y="520394"/>
                  </a:lnTo>
                  <a:lnTo>
                    <a:pt x="496424" y="519527"/>
                  </a:lnTo>
                  <a:lnTo>
                    <a:pt x="496267" y="519566"/>
                  </a:lnTo>
                  <a:lnTo>
                    <a:pt x="495615" y="519406"/>
                  </a:lnTo>
                  <a:lnTo>
                    <a:pt x="495660" y="519207"/>
                  </a:lnTo>
                  <a:lnTo>
                    <a:pt x="495546" y="518729"/>
                  </a:lnTo>
                  <a:lnTo>
                    <a:pt x="495210" y="518626"/>
                  </a:lnTo>
                  <a:lnTo>
                    <a:pt x="494913" y="518502"/>
                  </a:lnTo>
                  <a:lnTo>
                    <a:pt x="494711" y="518002"/>
                  </a:lnTo>
                  <a:lnTo>
                    <a:pt x="494740" y="517842"/>
                  </a:lnTo>
                  <a:lnTo>
                    <a:pt x="494669" y="517423"/>
                  </a:lnTo>
                  <a:lnTo>
                    <a:pt x="494464" y="517193"/>
                  </a:lnTo>
                  <a:lnTo>
                    <a:pt x="494315" y="517115"/>
                  </a:lnTo>
                  <a:lnTo>
                    <a:pt x="493998" y="516853"/>
                  </a:lnTo>
                  <a:lnTo>
                    <a:pt x="493664" y="516449"/>
                  </a:lnTo>
                  <a:lnTo>
                    <a:pt x="493844" y="516055"/>
                  </a:lnTo>
                  <a:lnTo>
                    <a:pt x="493959" y="515926"/>
                  </a:lnTo>
                  <a:lnTo>
                    <a:pt x="494284" y="515718"/>
                  </a:lnTo>
                  <a:lnTo>
                    <a:pt x="494727" y="515531"/>
                  </a:lnTo>
                  <a:lnTo>
                    <a:pt x="494836" y="515275"/>
                  </a:lnTo>
                  <a:lnTo>
                    <a:pt x="494919" y="514624"/>
                  </a:lnTo>
                  <a:lnTo>
                    <a:pt x="494741" y="514394"/>
                  </a:lnTo>
                  <a:lnTo>
                    <a:pt x="494576" y="514182"/>
                  </a:lnTo>
                  <a:lnTo>
                    <a:pt x="494171" y="513693"/>
                  </a:lnTo>
                  <a:lnTo>
                    <a:pt x="493919" y="513445"/>
                  </a:lnTo>
                  <a:lnTo>
                    <a:pt x="493725" y="513387"/>
                  </a:lnTo>
                  <a:lnTo>
                    <a:pt x="493435" y="513322"/>
                  </a:lnTo>
                  <a:lnTo>
                    <a:pt x="493003" y="513178"/>
                  </a:lnTo>
                  <a:lnTo>
                    <a:pt x="492609" y="512479"/>
                  </a:lnTo>
                  <a:lnTo>
                    <a:pt x="492591" y="512061"/>
                  </a:lnTo>
                  <a:lnTo>
                    <a:pt x="492540" y="511853"/>
                  </a:lnTo>
                  <a:lnTo>
                    <a:pt x="492162" y="511176"/>
                  </a:lnTo>
                  <a:lnTo>
                    <a:pt x="492373" y="510787"/>
                  </a:lnTo>
                  <a:lnTo>
                    <a:pt x="492627" y="510919"/>
                  </a:lnTo>
                  <a:lnTo>
                    <a:pt x="492867" y="510965"/>
                  </a:lnTo>
                  <a:lnTo>
                    <a:pt x="493445" y="510886"/>
                  </a:lnTo>
                  <a:lnTo>
                    <a:pt x="493557" y="510533"/>
                  </a:lnTo>
                  <a:lnTo>
                    <a:pt x="493416" y="510394"/>
                  </a:lnTo>
                  <a:lnTo>
                    <a:pt x="493097" y="510119"/>
                  </a:lnTo>
                  <a:lnTo>
                    <a:pt x="492830" y="510125"/>
                  </a:lnTo>
                  <a:lnTo>
                    <a:pt x="492454" y="510031"/>
                  </a:lnTo>
                  <a:lnTo>
                    <a:pt x="492259" y="509851"/>
                  </a:lnTo>
                  <a:lnTo>
                    <a:pt x="491946" y="509639"/>
                  </a:lnTo>
                  <a:lnTo>
                    <a:pt x="491732" y="509643"/>
                  </a:lnTo>
                  <a:lnTo>
                    <a:pt x="491191" y="509214"/>
                  </a:lnTo>
                  <a:lnTo>
                    <a:pt x="491382" y="509085"/>
                  </a:lnTo>
                  <a:lnTo>
                    <a:pt x="491476" y="508903"/>
                  </a:lnTo>
                  <a:lnTo>
                    <a:pt x="491629" y="508424"/>
                  </a:lnTo>
                  <a:lnTo>
                    <a:pt x="491229" y="508319"/>
                  </a:lnTo>
                  <a:lnTo>
                    <a:pt x="490635" y="508294"/>
                  </a:lnTo>
                  <a:lnTo>
                    <a:pt x="490472" y="508327"/>
                  </a:lnTo>
                  <a:lnTo>
                    <a:pt x="489787" y="508207"/>
                  </a:lnTo>
                  <a:lnTo>
                    <a:pt x="489540" y="508001"/>
                  </a:lnTo>
                  <a:lnTo>
                    <a:pt x="489212" y="507608"/>
                  </a:lnTo>
                  <a:lnTo>
                    <a:pt x="488934" y="507396"/>
                  </a:lnTo>
                  <a:lnTo>
                    <a:pt x="488493" y="507208"/>
                  </a:lnTo>
                  <a:lnTo>
                    <a:pt x="487367" y="506553"/>
                  </a:lnTo>
                  <a:lnTo>
                    <a:pt x="487198" y="506411"/>
                  </a:lnTo>
                  <a:lnTo>
                    <a:pt x="487068" y="506130"/>
                  </a:lnTo>
                  <a:lnTo>
                    <a:pt x="486778" y="505505"/>
                  </a:lnTo>
                  <a:lnTo>
                    <a:pt x="486368" y="505194"/>
                  </a:lnTo>
                  <a:lnTo>
                    <a:pt x="486184" y="505028"/>
                  </a:lnTo>
                  <a:lnTo>
                    <a:pt x="486103" y="504813"/>
                  </a:lnTo>
                  <a:lnTo>
                    <a:pt x="485998" y="504255"/>
                  </a:lnTo>
                  <a:lnTo>
                    <a:pt x="486048" y="503997"/>
                  </a:lnTo>
                  <a:lnTo>
                    <a:pt x="486163" y="503695"/>
                  </a:lnTo>
                  <a:lnTo>
                    <a:pt x="485868" y="503344"/>
                  </a:lnTo>
                  <a:lnTo>
                    <a:pt x="485850" y="503135"/>
                  </a:lnTo>
                  <a:lnTo>
                    <a:pt x="486048" y="502698"/>
                  </a:lnTo>
                  <a:lnTo>
                    <a:pt x="486160" y="502460"/>
                  </a:lnTo>
                  <a:lnTo>
                    <a:pt x="486186" y="502311"/>
                  </a:lnTo>
                  <a:lnTo>
                    <a:pt x="486437" y="501771"/>
                  </a:lnTo>
                  <a:lnTo>
                    <a:pt x="486681" y="501755"/>
                  </a:lnTo>
                  <a:lnTo>
                    <a:pt x="486917" y="501853"/>
                  </a:lnTo>
                  <a:lnTo>
                    <a:pt x="487312" y="501988"/>
                  </a:lnTo>
                  <a:lnTo>
                    <a:pt x="487481" y="502042"/>
                  </a:lnTo>
                  <a:lnTo>
                    <a:pt x="487666" y="502058"/>
                  </a:lnTo>
                  <a:lnTo>
                    <a:pt x="487878" y="502013"/>
                  </a:lnTo>
                  <a:lnTo>
                    <a:pt x="488021" y="501883"/>
                  </a:lnTo>
                  <a:lnTo>
                    <a:pt x="488023" y="501707"/>
                  </a:lnTo>
                  <a:lnTo>
                    <a:pt x="488080" y="501529"/>
                  </a:lnTo>
                  <a:lnTo>
                    <a:pt x="488240" y="501274"/>
                  </a:lnTo>
                  <a:lnTo>
                    <a:pt x="488447" y="501315"/>
                  </a:lnTo>
                  <a:lnTo>
                    <a:pt x="488779" y="501012"/>
                  </a:lnTo>
                  <a:lnTo>
                    <a:pt x="489287" y="500648"/>
                  </a:lnTo>
                  <a:lnTo>
                    <a:pt x="489953" y="499933"/>
                  </a:lnTo>
                  <a:lnTo>
                    <a:pt x="490242" y="499787"/>
                  </a:lnTo>
                  <a:lnTo>
                    <a:pt x="490431" y="499830"/>
                  </a:lnTo>
                  <a:lnTo>
                    <a:pt x="490765" y="499963"/>
                  </a:lnTo>
                  <a:lnTo>
                    <a:pt x="491024" y="500126"/>
                  </a:lnTo>
                  <a:lnTo>
                    <a:pt x="491347" y="500077"/>
                  </a:lnTo>
                  <a:lnTo>
                    <a:pt x="490761" y="499340"/>
                  </a:lnTo>
                  <a:lnTo>
                    <a:pt x="490641" y="499026"/>
                  </a:lnTo>
                  <a:lnTo>
                    <a:pt x="490463" y="498728"/>
                  </a:lnTo>
                  <a:lnTo>
                    <a:pt x="489780" y="497952"/>
                  </a:lnTo>
                  <a:lnTo>
                    <a:pt x="489437" y="498053"/>
                  </a:lnTo>
                  <a:lnTo>
                    <a:pt x="488919" y="497389"/>
                  </a:lnTo>
                  <a:lnTo>
                    <a:pt x="488703" y="497215"/>
                  </a:lnTo>
                  <a:lnTo>
                    <a:pt x="488363" y="496848"/>
                  </a:lnTo>
                  <a:lnTo>
                    <a:pt x="487887" y="496143"/>
                  </a:lnTo>
                  <a:lnTo>
                    <a:pt x="487736" y="495795"/>
                  </a:lnTo>
                  <a:lnTo>
                    <a:pt x="487358" y="495690"/>
                  </a:lnTo>
                  <a:lnTo>
                    <a:pt x="487038" y="495668"/>
                  </a:lnTo>
                  <a:lnTo>
                    <a:pt x="486908" y="495248"/>
                  </a:lnTo>
                  <a:lnTo>
                    <a:pt x="486396" y="494977"/>
                  </a:lnTo>
                  <a:lnTo>
                    <a:pt x="486088" y="494923"/>
                  </a:lnTo>
                  <a:lnTo>
                    <a:pt x="485818" y="494877"/>
                  </a:lnTo>
                  <a:lnTo>
                    <a:pt x="485172" y="494724"/>
                  </a:lnTo>
                  <a:lnTo>
                    <a:pt x="485066" y="494523"/>
                  </a:lnTo>
                  <a:lnTo>
                    <a:pt x="484842" y="494187"/>
                  </a:lnTo>
                  <a:lnTo>
                    <a:pt x="484396" y="493755"/>
                  </a:lnTo>
                  <a:lnTo>
                    <a:pt x="484345" y="493568"/>
                  </a:lnTo>
                  <a:lnTo>
                    <a:pt x="484133" y="493254"/>
                  </a:lnTo>
                  <a:lnTo>
                    <a:pt x="483932" y="492966"/>
                  </a:lnTo>
                  <a:lnTo>
                    <a:pt x="484035" y="492621"/>
                  </a:lnTo>
                  <a:lnTo>
                    <a:pt x="484125" y="492461"/>
                  </a:lnTo>
                  <a:lnTo>
                    <a:pt x="484101" y="492333"/>
                  </a:lnTo>
                  <a:lnTo>
                    <a:pt x="483942" y="492054"/>
                  </a:lnTo>
                  <a:lnTo>
                    <a:pt x="483491" y="491817"/>
                  </a:lnTo>
                  <a:lnTo>
                    <a:pt x="483058" y="491739"/>
                  </a:lnTo>
                  <a:lnTo>
                    <a:pt x="482094" y="490927"/>
                  </a:lnTo>
                  <a:lnTo>
                    <a:pt x="481708" y="490987"/>
                  </a:lnTo>
                  <a:lnTo>
                    <a:pt x="481544" y="490979"/>
                  </a:lnTo>
                  <a:lnTo>
                    <a:pt x="481349" y="490901"/>
                  </a:lnTo>
                  <a:lnTo>
                    <a:pt x="480530" y="490202"/>
                  </a:lnTo>
                  <a:lnTo>
                    <a:pt x="479748" y="490032"/>
                  </a:lnTo>
                  <a:lnTo>
                    <a:pt x="479462" y="490161"/>
                  </a:lnTo>
                  <a:lnTo>
                    <a:pt x="479198" y="489984"/>
                  </a:lnTo>
                  <a:lnTo>
                    <a:pt x="479050" y="489705"/>
                  </a:lnTo>
                  <a:lnTo>
                    <a:pt x="478916" y="489572"/>
                  </a:lnTo>
                  <a:lnTo>
                    <a:pt x="478802" y="489294"/>
                  </a:lnTo>
                  <a:lnTo>
                    <a:pt x="478933" y="489270"/>
                  </a:lnTo>
                  <a:lnTo>
                    <a:pt x="479174" y="489191"/>
                  </a:lnTo>
                  <a:lnTo>
                    <a:pt x="479481" y="488983"/>
                  </a:lnTo>
                  <a:lnTo>
                    <a:pt x="479484" y="488487"/>
                  </a:lnTo>
                  <a:lnTo>
                    <a:pt x="479461" y="488307"/>
                  </a:lnTo>
                  <a:lnTo>
                    <a:pt x="479771" y="487907"/>
                  </a:lnTo>
                  <a:lnTo>
                    <a:pt x="480342" y="487452"/>
                  </a:lnTo>
                  <a:lnTo>
                    <a:pt x="480525" y="487306"/>
                  </a:lnTo>
                  <a:lnTo>
                    <a:pt x="481331" y="486542"/>
                  </a:lnTo>
                  <a:lnTo>
                    <a:pt x="481127" y="486034"/>
                  </a:lnTo>
                  <a:lnTo>
                    <a:pt x="480980" y="485794"/>
                  </a:lnTo>
                  <a:lnTo>
                    <a:pt x="480820" y="485235"/>
                  </a:lnTo>
                  <a:lnTo>
                    <a:pt x="480953" y="484764"/>
                  </a:lnTo>
                  <a:lnTo>
                    <a:pt x="480635" y="484308"/>
                  </a:lnTo>
                  <a:lnTo>
                    <a:pt x="480645" y="484054"/>
                  </a:lnTo>
                  <a:lnTo>
                    <a:pt x="480547" y="483372"/>
                  </a:lnTo>
                  <a:lnTo>
                    <a:pt x="480904" y="483028"/>
                  </a:lnTo>
                  <a:lnTo>
                    <a:pt x="481138" y="482889"/>
                  </a:lnTo>
                  <a:lnTo>
                    <a:pt x="481421" y="482761"/>
                  </a:lnTo>
                  <a:lnTo>
                    <a:pt x="481718" y="482782"/>
                  </a:lnTo>
                  <a:lnTo>
                    <a:pt x="482121" y="482883"/>
                  </a:lnTo>
                  <a:lnTo>
                    <a:pt x="482254" y="482946"/>
                  </a:lnTo>
                  <a:lnTo>
                    <a:pt x="482527" y="483050"/>
                  </a:lnTo>
                  <a:lnTo>
                    <a:pt x="482838" y="482862"/>
                  </a:lnTo>
                  <a:lnTo>
                    <a:pt x="483284" y="482755"/>
                  </a:lnTo>
                  <a:lnTo>
                    <a:pt x="483523" y="482709"/>
                  </a:lnTo>
                  <a:lnTo>
                    <a:pt x="484072" y="482650"/>
                  </a:lnTo>
                  <a:lnTo>
                    <a:pt x="484586" y="482512"/>
                  </a:lnTo>
                  <a:lnTo>
                    <a:pt x="484771" y="482359"/>
                  </a:lnTo>
                  <a:lnTo>
                    <a:pt x="485436" y="482240"/>
                  </a:lnTo>
                  <a:lnTo>
                    <a:pt x="486219" y="482087"/>
                  </a:lnTo>
                  <a:lnTo>
                    <a:pt x="486357" y="482091"/>
                  </a:lnTo>
                  <a:lnTo>
                    <a:pt x="487185" y="482237"/>
                  </a:lnTo>
                  <a:lnTo>
                    <a:pt x="487772" y="482276"/>
                  </a:lnTo>
                  <a:lnTo>
                    <a:pt x="487723" y="481571"/>
                  </a:lnTo>
                  <a:lnTo>
                    <a:pt x="487538" y="481159"/>
                  </a:lnTo>
                  <a:lnTo>
                    <a:pt x="487109" y="480505"/>
                  </a:lnTo>
                  <a:lnTo>
                    <a:pt x="486754" y="480143"/>
                  </a:lnTo>
                  <a:lnTo>
                    <a:pt x="486206" y="479603"/>
                  </a:lnTo>
                  <a:lnTo>
                    <a:pt x="486164" y="479040"/>
                  </a:lnTo>
                  <a:lnTo>
                    <a:pt x="485957" y="478508"/>
                  </a:lnTo>
                  <a:lnTo>
                    <a:pt x="485473" y="478461"/>
                  </a:lnTo>
                  <a:lnTo>
                    <a:pt x="485197" y="478519"/>
                  </a:lnTo>
                  <a:lnTo>
                    <a:pt x="484826" y="478490"/>
                  </a:lnTo>
                  <a:lnTo>
                    <a:pt x="484690" y="478382"/>
                  </a:lnTo>
                  <a:lnTo>
                    <a:pt x="484267" y="478040"/>
                  </a:lnTo>
                  <a:lnTo>
                    <a:pt x="484182" y="477829"/>
                  </a:lnTo>
                  <a:lnTo>
                    <a:pt x="483664" y="477318"/>
                  </a:lnTo>
                  <a:lnTo>
                    <a:pt x="483330" y="477042"/>
                  </a:lnTo>
                  <a:lnTo>
                    <a:pt x="483163" y="476527"/>
                  </a:lnTo>
                  <a:lnTo>
                    <a:pt x="482781" y="476277"/>
                  </a:lnTo>
                  <a:lnTo>
                    <a:pt x="482406" y="476117"/>
                  </a:lnTo>
                  <a:lnTo>
                    <a:pt x="481969" y="475941"/>
                  </a:lnTo>
                  <a:lnTo>
                    <a:pt x="481790" y="475909"/>
                  </a:lnTo>
                  <a:lnTo>
                    <a:pt x="481655" y="475958"/>
                  </a:lnTo>
                  <a:lnTo>
                    <a:pt x="481278" y="476033"/>
                  </a:lnTo>
                  <a:lnTo>
                    <a:pt x="480441" y="475597"/>
                  </a:lnTo>
                  <a:lnTo>
                    <a:pt x="480270" y="475248"/>
                  </a:lnTo>
                  <a:lnTo>
                    <a:pt x="480227" y="475024"/>
                  </a:lnTo>
                  <a:lnTo>
                    <a:pt x="480028" y="474731"/>
                  </a:lnTo>
                  <a:lnTo>
                    <a:pt x="479661" y="474575"/>
                  </a:lnTo>
                  <a:lnTo>
                    <a:pt x="479454" y="474520"/>
                  </a:lnTo>
                  <a:lnTo>
                    <a:pt x="479026" y="474286"/>
                  </a:lnTo>
                  <a:lnTo>
                    <a:pt x="478866" y="473790"/>
                  </a:lnTo>
                  <a:lnTo>
                    <a:pt x="478771" y="473474"/>
                  </a:lnTo>
                  <a:lnTo>
                    <a:pt x="478808" y="473136"/>
                  </a:lnTo>
                  <a:lnTo>
                    <a:pt x="478323" y="472917"/>
                  </a:lnTo>
                  <a:lnTo>
                    <a:pt x="477465" y="472279"/>
                  </a:lnTo>
                  <a:lnTo>
                    <a:pt x="477356" y="471581"/>
                  </a:lnTo>
                  <a:lnTo>
                    <a:pt x="477472" y="471430"/>
                  </a:lnTo>
                  <a:lnTo>
                    <a:pt x="477605" y="471157"/>
                  </a:lnTo>
                  <a:lnTo>
                    <a:pt x="477146" y="470835"/>
                  </a:lnTo>
                  <a:lnTo>
                    <a:pt x="476826" y="470756"/>
                  </a:lnTo>
                  <a:lnTo>
                    <a:pt x="476416" y="470580"/>
                  </a:lnTo>
                  <a:lnTo>
                    <a:pt x="476091" y="470335"/>
                  </a:lnTo>
                  <a:lnTo>
                    <a:pt x="475833" y="470310"/>
                  </a:lnTo>
                  <a:lnTo>
                    <a:pt x="475697" y="470354"/>
                  </a:lnTo>
                  <a:lnTo>
                    <a:pt x="475508" y="470377"/>
                  </a:lnTo>
                  <a:lnTo>
                    <a:pt x="475335" y="470329"/>
                  </a:lnTo>
                  <a:lnTo>
                    <a:pt x="474776" y="470077"/>
                  </a:lnTo>
                  <a:lnTo>
                    <a:pt x="474604" y="470000"/>
                  </a:lnTo>
                  <a:lnTo>
                    <a:pt x="474472" y="469930"/>
                  </a:lnTo>
                  <a:lnTo>
                    <a:pt x="473493" y="469235"/>
                  </a:lnTo>
                  <a:lnTo>
                    <a:pt x="473499" y="469012"/>
                  </a:lnTo>
                  <a:lnTo>
                    <a:pt x="473173" y="468825"/>
                  </a:lnTo>
                  <a:lnTo>
                    <a:pt x="472570" y="468518"/>
                  </a:lnTo>
                  <a:lnTo>
                    <a:pt x="472276" y="468432"/>
                  </a:lnTo>
                  <a:lnTo>
                    <a:pt x="472089" y="468375"/>
                  </a:lnTo>
                  <a:lnTo>
                    <a:pt x="471554" y="467833"/>
                  </a:lnTo>
                  <a:lnTo>
                    <a:pt x="471517" y="467625"/>
                  </a:lnTo>
                  <a:lnTo>
                    <a:pt x="471476" y="467235"/>
                  </a:lnTo>
                  <a:lnTo>
                    <a:pt x="471543" y="467087"/>
                  </a:lnTo>
                  <a:lnTo>
                    <a:pt x="471567" y="466717"/>
                  </a:lnTo>
                  <a:lnTo>
                    <a:pt x="471334" y="466671"/>
                  </a:lnTo>
                  <a:lnTo>
                    <a:pt x="471060" y="466663"/>
                  </a:lnTo>
                  <a:lnTo>
                    <a:pt x="470718" y="466626"/>
                  </a:lnTo>
                  <a:lnTo>
                    <a:pt x="470525" y="466605"/>
                  </a:lnTo>
                  <a:lnTo>
                    <a:pt x="470082" y="466536"/>
                  </a:lnTo>
                  <a:lnTo>
                    <a:pt x="469938" y="466419"/>
                  </a:lnTo>
                  <a:lnTo>
                    <a:pt x="469764" y="466294"/>
                  </a:lnTo>
                  <a:lnTo>
                    <a:pt x="469384" y="466013"/>
                  </a:lnTo>
                  <a:lnTo>
                    <a:pt x="469126" y="465638"/>
                  </a:lnTo>
                  <a:lnTo>
                    <a:pt x="468889" y="465594"/>
                  </a:lnTo>
                  <a:lnTo>
                    <a:pt x="467537" y="465294"/>
                  </a:lnTo>
                  <a:lnTo>
                    <a:pt x="466563" y="465073"/>
                  </a:lnTo>
                  <a:lnTo>
                    <a:pt x="466324" y="464367"/>
                  </a:lnTo>
                  <a:lnTo>
                    <a:pt x="466210" y="464109"/>
                  </a:lnTo>
                  <a:lnTo>
                    <a:pt x="466102" y="463865"/>
                  </a:lnTo>
                  <a:lnTo>
                    <a:pt x="465867" y="463336"/>
                  </a:lnTo>
                  <a:lnTo>
                    <a:pt x="465725" y="463109"/>
                  </a:lnTo>
                  <a:lnTo>
                    <a:pt x="465560" y="462981"/>
                  </a:lnTo>
                  <a:lnTo>
                    <a:pt x="465412" y="462875"/>
                  </a:lnTo>
                  <a:lnTo>
                    <a:pt x="464878" y="462503"/>
                  </a:lnTo>
                  <a:lnTo>
                    <a:pt x="464670" y="462392"/>
                  </a:lnTo>
                  <a:lnTo>
                    <a:pt x="464253" y="462210"/>
                  </a:lnTo>
                  <a:lnTo>
                    <a:pt x="464076" y="462132"/>
                  </a:lnTo>
                  <a:lnTo>
                    <a:pt x="463582" y="461916"/>
                  </a:lnTo>
                  <a:lnTo>
                    <a:pt x="463427" y="461848"/>
                  </a:lnTo>
                  <a:lnTo>
                    <a:pt x="462855" y="461824"/>
                  </a:lnTo>
                  <a:lnTo>
                    <a:pt x="462392" y="461874"/>
                  </a:lnTo>
                  <a:lnTo>
                    <a:pt x="462230" y="461749"/>
                  </a:lnTo>
                  <a:lnTo>
                    <a:pt x="462210" y="461590"/>
                  </a:lnTo>
                  <a:lnTo>
                    <a:pt x="462193" y="461456"/>
                  </a:lnTo>
                  <a:lnTo>
                    <a:pt x="462234" y="461250"/>
                  </a:lnTo>
                  <a:lnTo>
                    <a:pt x="462782" y="460337"/>
                  </a:lnTo>
                  <a:lnTo>
                    <a:pt x="462993" y="460121"/>
                  </a:lnTo>
                  <a:lnTo>
                    <a:pt x="463146" y="459982"/>
                  </a:lnTo>
                  <a:lnTo>
                    <a:pt x="462894" y="459361"/>
                  </a:lnTo>
                  <a:lnTo>
                    <a:pt x="462923" y="459151"/>
                  </a:lnTo>
                  <a:lnTo>
                    <a:pt x="463356" y="458728"/>
                  </a:lnTo>
                  <a:lnTo>
                    <a:pt x="463473" y="458539"/>
                  </a:lnTo>
                  <a:lnTo>
                    <a:pt x="463504" y="458294"/>
                  </a:lnTo>
                  <a:lnTo>
                    <a:pt x="463070" y="458045"/>
                  </a:lnTo>
                  <a:lnTo>
                    <a:pt x="462574" y="457443"/>
                  </a:lnTo>
                  <a:lnTo>
                    <a:pt x="462419" y="457255"/>
                  </a:lnTo>
                  <a:lnTo>
                    <a:pt x="462169" y="456877"/>
                  </a:lnTo>
                  <a:lnTo>
                    <a:pt x="461576" y="456617"/>
                  </a:lnTo>
                  <a:lnTo>
                    <a:pt x="460828" y="456361"/>
                  </a:lnTo>
                  <a:lnTo>
                    <a:pt x="460433" y="455858"/>
                  </a:lnTo>
                  <a:lnTo>
                    <a:pt x="460558" y="455406"/>
                  </a:lnTo>
                  <a:lnTo>
                    <a:pt x="460287" y="455073"/>
                  </a:lnTo>
                  <a:lnTo>
                    <a:pt x="459998" y="454718"/>
                  </a:lnTo>
                  <a:lnTo>
                    <a:pt x="459575" y="454515"/>
                  </a:lnTo>
                  <a:lnTo>
                    <a:pt x="459222" y="454343"/>
                  </a:lnTo>
                  <a:lnTo>
                    <a:pt x="459020" y="453972"/>
                  </a:lnTo>
                  <a:lnTo>
                    <a:pt x="459194" y="453650"/>
                  </a:lnTo>
                  <a:lnTo>
                    <a:pt x="459496" y="453256"/>
                  </a:lnTo>
                  <a:lnTo>
                    <a:pt x="459605" y="452971"/>
                  </a:lnTo>
                  <a:lnTo>
                    <a:pt x="459567" y="452543"/>
                  </a:lnTo>
                  <a:lnTo>
                    <a:pt x="459252" y="452437"/>
                  </a:lnTo>
                  <a:lnTo>
                    <a:pt x="459108" y="452213"/>
                  </a:lnTo>
                  <a:lnTo>
                    <a:pt x="458983" y="451899"/>
                  </a:lnTo>
                  <a:lnTo>
                    <a:pt x="458957" y="451770"/>
                  </a:lnTo>
                  <a:lnTo>
                    <a:pt x="458959" y="451600"/>
                  </a:lnTo>
                  <a:lnTo>
                    <a:pt x="459019" y="451328"/>
                  </a:lnTo>
                  <a:lnTo>
                    <a:pt x="459073" y="451200"/>
                  </a:lnTo>
                  <a:lnTo>
                    <a:pt x="459076" y="451070"/>
                  </a:lnTo>
                  <a:lnTo>
                    <a:pt x="459054" y="450940"/>
                  </a:lnTo>
                  <a:lnTo>
                    <a:pt x="458885" y="450702"/>
                  </a:lnTo>
                  <a:lnTo>
                    <a:pt x="458517" y="450513"/>
                  </a:lnTo>
                  <a:lnTo>
                    <a:pt x="458257" y="450398"/>
                  </a:lnTo>
                  <a:lnTo>
                    <a:pt x="458068" y="449937"/>
                  </a:lnTo>
                  <a:lnTo>
                    <a:pt x="458105" y="449675"/>
                  </a:lnTo>
                  <a:lnTo>
                    <a:pt x="457774" y="449348"/>
                  </a:lnTo>
                  <a:lnTo>
                    <a:pt x="457444" y="449264"/>
                  </a:lnTo>
                  <a:lnTo>
                    <a:pt x="457345" y="449063"/>
                  </a:lnTo>
                  <a:lnTo>
                    <a:pt x="454088" y="448921"/>
                  </a:lnTo>
                  <a:lnTo>
                    <a:pt x="453691" y="449421"/>
                  </a:lnTo>
                  <a:lnTo>
                    <a:pt x="453395" y="449660"/>
                  </a:lnTo>
                  <a:lnTo>
                    <a:pt x="453000" y="449898"/>
                  </a:lnTo>
                  <a:lnTo>
                    <a:pt x="452792" y="449911"/>
                  </a:lnTo>
                  <a:lnTo>
                    <a:pt x="452178" y="450263"/>
                  </a:lnTo>
                  <a:lnTo>
                    <a:pt x="451898" y="450520"/>
                  </a:lnTo>
                  <a:lnTo>
                    <a:pt x="451281" y="451175"/>
                  </a:lnTo>
                  <a:lnTo>
                    <a:pt x="451042" y="451749"/>
                  </a:lnTo>
                  <a:lnTo>
                    <a:pt x="450870" y="452129"/>
                  </a:lnTo>
                  <a:lnTo>
                    <a:pt x="449678" y="452335"/>
                  </a:lnTo>
                  <a:lnTo>
                    <a:pt x="449080" y="452521"/>
                  </a:lnTo>
                  <a:lnTo>
                    <a:pt x="448869" y="452549"/>
                  </a:lnTo>
                  <a:lnTo>
                    <a:pt x="448412" y="451753"/>
                  </a:lnTo>
                  <a:lnTo>
                    <a:pt x="448042" y="450862"/>
                  </a:lnTo>
                  <a:lnTo>
                    <a:pt x="446530" y="450063"/>
                  </a:lnTo>
                  <a:lnTo>
                    <a:pt x="444586" y="449521"/>
                  </a:lnTo>
                  <a:lnTo>
                    <a:pt x="444078" y="449357"/>
                  </a:lnTo>
                  <a:lnTo>
                    <a:pt x="443778" y="449245"/>
                  </a:lnTo>
                  <a:lnTo>
                    <a:pt x="443598" y="449176"/>
                  </a:lnTo>
                  <a:lnTo>
                    <a:pt x="443148" y="449009"/>
                  </a:lnTo>
                  <a:lnTo>
                    <a:pt x="442904" y="448917"/>
                  </a:lnTo>
                  <a:lnTo>
                    <a:pt x="442765" y="448864"/>
                  </a:lnTo>
                  <a:lnTo>
                    <a:pt x="441660" y="446866"/>
                  </a:lnTo>
                  <a:lnTo>
                    <a:pt x="436799" y="442789"/>
                  </a:lnTo>
                  <a:lnTo>
                    <a:pt x="436645" y="442751"/>
                  </a:lnTo>
                  <a:lnTo>
                    <a:pt x="406259" y="433951"/>
                  </a:lnTo>
                  <a:lnTo>
                    <a:pt x="405981" y="433900"/>
                  </a:lnTo>
                  <a:lnTo>
                    <a:pt x="405772" y="433767"/>
                  </a:lnTo>
                  <a:lnTo>
                    <a:pt x="405413" y="433519"/>
                  </a:lnTo>
                  <a:lnTo>
                    <a:pt x="405146" y="433210"/>
                  </a:lnTo>
                  <a:lnTo>
                    <a:pt x="404992" y="432263"/>
                  </a:lnTo>
                  <a:lnTo>
                    <a:pt x="404844" y="432093"/>
                  </a:lnTo>
                  <a:lnTo>
                    <a:pt x="404776" y="431862"/>
                  </a:lnTo>
                  <a:lnTo>
                    <a:pt x="404708" y="431445"/>
                  </a:lnTo>
                  <a:lnTo>
                    <a:pt x="404761" y="431101"/>
                  </a:lnTo>
                  <a:lnTo>
                    <a:pt x="404913" y="430820"/>
                  </a:lnTo>
                  <a:lnTo>
                    <a:pt x="405193" y="430498"/>
                  </a:lnTo>
                  <a:lnTo>
                    <a:pt x="405443" y="430161"/>
                  </a:lnTo>
                  <a:lnTo>
                    <a:pt x="405670" y="429840"/>
                  </a:lnTo>
                  <a:lnTo>
                    <a:pt x="405831" y="429632"/>
                  </a:lnTo>
                  <a:lnTo>
                    <a:pt x="406032" y="429434"/>
                  </a:lnTo>
                  <a:lnTo>
                    <a:pt x="406392" y="429272"/>
                  </a:lnTo>
                  <a:lnTo>
                    <a:pt x="406421" y="429122"/>
                  </a:lnTo>
                  <a:lnTo>
                    <a:pt x="406413" y="428952"/>
                  </a:lnTo>
                  <a:lnTo>
                    <a:pt x="406262" y="428339"/>
                  </a:lnTo>
                  <a:lnTo>
                    <a:pt x="406135" y="428016"/>
                  </a:lnTo>
                  <a:lnTo>
                    <a:pt x="406050" y="427835"/>
                  </a:lnTo>
                  <a:lnTo>
                    <a:pt x="406048" y="427684"/>
                  </a:lnTo>
                  <a:lnTo>
                    <a:pt x="406113" y="427530"/>
                  </a:lnTo>
                  <a:lnTo>
                    <a:pt x="406090" y="427401"/>
                  </a:lnTo>
                  <a:lnTo>
                    <a:pt x="406167" y="427042"/>
                  </a:lnTo>
                  <a:lnTo>
                    <a:pt x="406298" y="426821"/>
                  </a:lnTo>
                  <a:lnTo>
                    <a:pt x="406367" y="426656"/>
                  </a:lnTo>
                  <a:lnTo>
                    <a:pt x="406458" y="426393"/>
                  </a:lnTo>
                  <a:lnTo>
                    <a:pt x="406478" y="426184"/>
                  </a:lnTo>
                  <a:lnTo>
                    <a:pt x="406464" y="425954"/>
                  </a:lnTo>
                  <a:lnTo>
                    <a:pt x="406612" y="425902"/>
                  </a:lnTo>
                  <a:lnTo>
                    <a:pt x="406818" y="425821"/>
                  </a:lnTo>
                  <a:lnTo>
                    <a:pt x="406964" y="425684"/>
                  </a:lnTo>
                  <a:lnTo>
                    <a:pt x="403885" y="425510"/>
                  </a:lnTo>
                  <a:lnTo>
                    <a:pt x="399295" y="422191"/>
                  </a:lnTo>
                  <a:lnTo>
                    <a:pt x="398626" y="421430"/>
                  </a:lnTo>
                  <a:lnTo>
                    <a:pt x="395670" y="420655"/>
                  </a:lnTo>
                  <a:lnTo>
                    <a:pt x="391539" y="419997"/>
                  </a:lnTo>
                  <a:lnTo>
                    <a:pt x="390362" y="420699"/>
                  </a:lnTo>
                  <a:lnTo>
                    <a:pt x="362736" y="408863"/>
                  </a:lnTo>
                  <a:lnTo>
                    <a:pt x="362897" y="409054"/>
                  </a:lnTo>
                  <a:lnTo>
                    <a:pt x="363172" y="409381"/>
                  </a:lnTo>
                  <a:lnTo>
                    <a:pt x="363517" y="409642"/>
                  </a:lnTo>
                  <a:lnTo>
                    <a:pt x="363765" y="409730"/>
                  </a:lnTo>
                  <a:lnTo>
                    <a:pt x="363980" y="409828"/>
                  </a:lnTo>
                  <a:lnTo>
                    <a:pt x="364106" y="410117"/>
                  </a:lnTo>
                  <a:lnTo>
                    <a:pt x="363773" y="410419"/>
                  </a:lnTo>
                  <a:lnTo>
                    <a:pt x="363936" y="410805"/>
                  </a:lnTo>
                  <a:lnTo>
                    <a:pt x="364344" y="410805"/>
                  </a:lnTo>
                  <a:lnTo>
                    <a:pt x="364886" y="410975"/>
                  </a:lnTo>
                  <a:lnTo>
                    <a:pt x="364926" y="411334"/>
                  </a:lnTo>
                  <a:lnTo>
                    <a:pt x="365451" y="411594"/>
                  </a:lnTo>
                  <a:lnTo>
                    <a:pt x="365618" y="411380"/>
                  </a:lnTo>
                  <a:lnTo>
                    <a:pt x="366040" y="411705"/>
                  </a:lnTo>
                  <a:lnTo>
                    <a:pt x="366594" y="412169"/>
                  </a:lnTo>
                  <a:lnTo>
                    <a:pt x="367073" y="412165"/>
                  </a:lnTo>
                  <a:lnTo>
                    <a:pt x="367143" y="412418"/>
                  </a:lnTo>
                  <a:lnTo>
                    <a:pt x="367119" y="412653"/>
                  </a:lnTo>
                  <a:lnTo>
                    <a:pt x="367207" y="412821"/>
                  </a:lnTo>
                  <a:lnTo>
                    <a:pt x="367511" y="413238"/>
                  </a:lnTo>
                  <a:lnTo>
                    <a:pt x="367661" y="413320"/>
                  </a:lnTo>
                  <a:lnTo>
                    <a:pt x="367898" y="413852"/>
                  </a:lnTo>
                  <a:lnTo>
                    <a:pt x="367934" y="414056"/>
                  </a:lnTo>
                  <a:lnTo>
                    <a:pt x="368212" y="414469"/>
                  </a:lnTo>
                  <a:lnTo>
                    <a:pt x="368254" y="414941"/>
                  </a:lnTo>
                  <a:lnTo>
                    <a:pt x="368092" y="415102"/>
                  </a:lnTo>
                  <a:lnTo>
                    <a:pt x="368278" y="415528"/>
                  </a:lnTo>
                  <a:lnTo>
                    <a:pt x="368796" y="415811"/>
                  </a:lnTo>
                  <a:lnTo>
                    <a:pt x="369575" y="416163"/>
                  </a:lnTo>
                  <a:lnTo>
                    <a:pt x="369922" y="416222"/>
                  </a:lnTo>
                  <a:lnTo>
                    <a:pt x="370457" y="416389"/>
                  </a:lnTo>
                  <a:lnTo>
                    <a:pt x="370651" y="416755"/>
                  </a:lnTo>
                  <a:lnTo>
                    <a:pt x="370478" y="417057"/>
                  </a:lnTo>
                  <a:lnTo>
                    <a:pt x="370237" y="417661"/>
                  </a:lnTo>
                  <a:lnTo>
                    <a:pt x="370421" y="417819"/>
                  </a:lnTo>
                  <a:lnTo>
                    <a:pt x="370404" y="417950"/>
                  </a:lnTo>
                  <a:lnTo>
                    <a:pt x="370251" y="418256"/>
                  </a:lnTo>
                  <a:lnTo>
                    <a:pt x="370448" y="418567"/>
                  </a:lnTo>
                  <a:lnTo>
                    <a:pt x="370537" y="418951"/>
                  </a:lnTo>
                  <a:lnTo>
                    <a:pt x="370503" y="419091"/>
                  </a:lnTo>
                  <a:lnTo>
                    <a:pt x="370514" y="419296"/>
                  </a:lnTo>
                  <a:lnTo>
                    <a:pt x="370547" y="419511"/>
                  </a:lnTo>
                  <a:lnTo>
                    <a:pt x="370757" y="419782"/>
                  </a:lnTo>
                  <a:lnTo>
                    <a:pt x="370960" y="420067"/>
                  </a:lnTo>
                  <a:lnTo>
                    <a:pt x="371054" y="420423"/>
                  </a:lnTo>
                  <a:lnTo>
                    <a:pt x="371326" y="420785"/>
                  </a:lnTo>
                  <a:lnTo>
                    <a:pt x="371428" y="420966"/>
                  </a:lnTo>
                  <a:lnTo>
                    <a:pt x="371414" y="421125"/>
                  </a:lnTo>
                  <a:lnTo>
                    <a:pt x="371349" y="421350"/>
                  </a:lnTo>
                  <a:lnTo>
                    <a:pt x="371382" y="421628"/>
                  </a:lnTo>
                  <a:lnTo>
                    <a:pt x="333259" y="396138"/>
                  </a:lnTo>
                  <a:lnTo>
                    <a:pt x="330911" y="394215"/>
                  </a:lnTo>
                  <a:lnTo>
                    <a:pt x="328720" y="392610"/>
                  </a:lnTo>
                  <a:lnTo>
                    <a:pt x="327880" y="392408"/>
                  </a:lnTo>
                  <a:lnTo>
                    <a:pt x="324290" y="390135"/>
                  </a:lnTo>
                  <a:lnTo>
                    <a:pt x="322335" y="388248"/>
                  </a:lnTo>
                  <a:lnTo>
                    <a:pt x="321710" y="387715"/>
                  </a:lnTo>
                  <a:lnTo>
                    <a:pt x="319680" y="386470"/>
                  </a:lnTo>
                  <a:lnTo>
                    <a:pt x="319528" y="386099"/>
                  </a:lnTo>
                  <a:lnTo>
                    <a:pt x="319333" y="386046"/>
                  </a:lnTo>
                  <a:lnTo>
                    <a:pt x="319018" y="384227"/>
                  </a:lnTo>
                  <a:lnTo>
                    <a:pt x="307332" y="377006"/>
                  </a:lnTo>
                  <a:lnTo>
                    <a:pt x="304782" y="375502"/>
                  </a:lnTo>
                  <a:lnTo>
                    <a:pt x="303406" y="375563"/>
                  </a:lnTo>
                  <a:lnTo>
                    <a:pt x="303118" y="375718"/>
                  </a:lnTo>
                  <a:lnTo>
                    <a:pt x="303114" y="375990"/>
                  </a:lnTo>
                  <a:lnTo>
                    <a:pt x="303081" y="376217"/>
                  </a:lnTo>
                  <a:lnTo>
                    <a:pt x="302870" y="376571"/>
                  </a:lnTo>
                  <a:lnTo>
                    <a:pt x="296080" y="383637"/>
                  </a:lnTo>
                  <a:lnTo>
                    <a:pt x="294328" y="383123"/>
                  </a:lnTo>
                  <a:lnTo>
                    <a:pt x="281381" y="380536"/>
                  </a:lnTo>
                  <a:lnTo>
                    <a:pt x="281204" y="381184"/>
                  </a:lnTo>
                  <a:lnTo>
                    <a:pt x="281023" y="381653"/>
                  </a:lnTo>
                  <a:lnTo>
                    <a:pt x="280784" y="382110"/>
                  </a:lnTo>
                  <a:lnTo>
                    <a:pt x="280632" y="382363"/>
                  </a:lnTo>
                  <a:lnTo>
                    <a:pt x="280484" y="382609"/>
                  </a:lnTo>
                  <a:lnTo>
                    <a:pt x="280257" y="382972"/>
                  </a:lnTo>
                  <a:lnTo>
                    <a:pt x="280071" y="383219"/>
                  </a:lnTo>
                  <a:lnTo>
                    <a:pt x="279898" y="383425"/>
                  </a:lnTo>
                  <a:lnTo>
                    <a:pt x="279696" y="383608"/>
                  </a:lnTo>
                  <a:lnTo>
                    <a:pt x="279866" y="386327"/>
                  </a:lnTo>
                  <a:lnTo>
                    <a:pt x="241085" y="373451"/>
                  </a:lnTo>
                  <a:lnTo>
                    <a:pt x="240713" y="373617"/>
                  </a:lnTo>
                  <a:lnTo>
                    <a:pt x="240483" y="373332"/>
                  </a:lnTo>
                  <a:lnTo>
                    <a:pt x="240574" y="372878"/>
                  </a:lnTo>
                  <a:lnTo>
                    <a:pt x="240359" y="372747"/>
                  </a:lnTo>
                  <a:lnTo>
                    <a:pt x="240136" y="372668"/>
                  </a:lnTo>
                  <a:lnTo>
                    <a:pt x="239946" y="372454"/>
                  </a:lnTo>
                  <a:lnTo>
                    <a:pt x="239574" y="372258"/>
                  </a:lnTo>
                  <a:lnTo>
                    <a:pt x="239384" y="372229"/>
                  </a:lnTo>
                  <a:lnTo>
                    <a:pt x="238811" y="371975"/>
                  </a:lnTo>
                  <a:lnTo>
                    <a:pt x="238271" y="372156"/>
                  </a:lnTo>
                  <a:lnTo>
                    <a:pt x="237968" y="372187"/>
                  </a:lnTo>
                  <a:lnTo>
                    <a:pt x="237685" y="371930"/>
                  </a:lnTo>
                  <a:lnTo>
                    <a:pt x="237411" y="371555"/>
                  </a:lnTo>
                  <a:lnTo>
                    <a:pt x="237246" y="371282"/>
                  </a:lnTo>
                  <a:lnTo>
                    <a:pt x="236932" y="370791"/>
                  </a:lnTo>
                  <a:lnTo>
                    <a:pt x="236529" y="370955"/>
                  </a:lnTo>
                  <a:lnTo>
                    <a:pt x="235648" y="371186"/>
                  </a:lnTo>
                  <a:lnTo>
                    <a:pt x="235316" y="371538"/>
                  </a:lnTo>
                  <a:lnTo>
                    <a:pt x="235172" y="371534"/>
                  </a:lnTo>
                  <a:lnTo>
                    <a:pt x="234922" y="371472"/>
                  </a:lnTo>
                  <a:lnTo>
                    <a:pt x="234330" y="371293"/>
                  </a:lnTo>
                  <a:lnTo>
                    <a:pt x="233844" y="371003"/>
                  </a:lnTo>
                  <a:lnTo>
                    <a:pt x="233628" y="371024"/>
                  </a:lnTo>
                  <a:lnTo>
                    <a:pt x="233129" y="370914"/>
                  </a:lnTo>
                  <a:lnTo>
                    <a:pt x="232590" y="370494"/>
                  </a:lnTo>
                  <a:lnTo>
                    <a:pt x="232274" y="370447"/>
                  </a:lnTo>
                  <a:lnTo>
                    <a:pt x="231737" y="370272"/>
                  </a:lnTo>
                  <a:lnTo>
                    <a:pt x="230990" y="369978"/>
                  </a:lnTo>
                  <a:lnTo>
                    <a:pt x="230671" y="369617"/>
                  </a:lnTo>
                  <a:lnTo>
                    <a:pt x="230441" y="369620"/>
                  </a:lnTo>
                  <a:lnTo>
                    <a:pt x="229795" y="369695"/>
                  </a:lnTo>
                  <a:lnTo>
                    <a:pt x="229092" y="369998"/>
                  </a:lnTo>
                  <a:lnTo>
                    <a:pt x="228918" y="370001"/>
                  </a:lnTo>
                  <a:lnTo>
                    <a:pt x="228496" y="369856"/>
                  </a:lnTo>
                  <a:lnTo>
                    <a:pt x="218857" y="369608"/>
                  </a:lnTo>
                  <a:lnTo>
                    <a:pt x="219242" y="370009"/>
                  </a:lnTo>
                  <a:lnTo>
                    <a:pt x="219377" y="370548"/>
                  </a:lnTo>
                  <a:lnTo>
                    <a:pt x="219976" y="370737"/>
                  </a:lnTo>
                  <a:lnTo>
                    <a:pt x="220256" y="371120"/>
                  </a:lnTo>
                  <a:lnTo>
                    <a:pt x="220420" y="371385"/>
                  </a:lnTo>
                  <a:lnTo>
                    <a:pt x="220452" y="371650"/>
                  </a:lnTo>
                  <a:lnTo>
                    <a:pt x="220634" y="372096"/>
                  </a:lnTo>
                  <a:lnTo>
                    <a:pt x="220924" y="372225"/>
                  </a:lnTo>
                  <a:lnTo>
                    <a:pt x="219421" y="375373"/>
                  </a:lnTo>
                  <a:lnTo>
                    <a:pt x="219392" y="375613"/>
                  </a:lnTo>
                  <a:lnTo>
                    <a:pt x="219157" y="375970"/>
                  </a:lnTo>
                  <a:lnTo>
                    <a:pt x="218800" y="376170"/>
                  </a:lnTo>
                  <a:lnTo>
                    <a:pt x="218918" y="376449"/>
                  </a:lnTo>
                  <a:lnTo>
                    <a:pt x="218993" y="376594"/>
                  </a:lnTo>
                  <a:lnTo>
                    <a:pt x="218838" y="377004"/>
                  </a:lnTo>
                  <a:lnTo>
                    <a:pt x="218638" y="377254"/>
                  </a:lnTo>
                  <a:lnTo>
                    <a:pt x="218543" y="377800"/>
                  </a:lnTo>
                  <a:lnTo>
                    <a:pt x="218564" y="377936"/>
                  </a:lnTo>
                  <a:lnTo>
                    <a:pt x="218716" y="378035"/>
                  </a:lnTo>
                  <a:lnTo>
                    <a:pt x="218929" y="378042"/>
                  </a:lnTo>
                  <a:lnTo>
                    <a:pt x="219070" y="378201"/>
                  </a:lnTo>
                  <a:lnTo>
                    <a:pt x="219180" y="378332"/>
                  </a:lnTo>
                  <a:lnTo>
                    <a:pt x="219280" y="378891"/>
                  </a:lnTo>
                  <a:lnTo>
                    <a:pt x="219237" y="379147"/>
                  </a:lnTo>
                  <a:lnTo>
                    <a:pt x="219059" y="379511"/>
                  </a:lnTo>
                  <a:lnTo>
                    <a:pt x="218620" y="380051"/>
                  </a:lnTo>
                  <a:lnTo>
                    <a:pt x="218402" y="380264"/>
                  </a:lnTo>
                  <a:lnTo>
                    <a:pt x="218138" y="380501"/>
                  </a:lnTo>
                  <a:lnTo>
                    <a:pt x="218003" y="380999"/>
                  </a:lnTo>
                  <a:lnTo>
                    <a:pt x="218038" y="381169"/>
                  </a:lnTo>
                  <a:lnTo>
                    <a:pt x="217632" y="381584"/>
                  </a:lnTo>
                  <a:lnTo>
                    <a:pt x="217552" y="381760"/>
                  </a:lnTo>
                  <a:lnTo>
                    <a:pt x="217643" y="382654"/>
                  </a:lnTo>
                  <a:lnTo>
                    <a:pt x="217867" y="382997"/>
                  </a:lnTo>
                  <a:lnTo>
                    <a:pt x="218096" y="383194"/>
                  </a:lnTo>
                  <a:lnTo>
                    <a:pt x="217829" y="384141"/>
                  </a:lnTo>
                  <a:lnTo>
                    <a:pt x="217942" y="384379"/>
                  </a:lnTo>
                  <a:lnTo>
                    <a:pt x="217872" y="384603"/>
                  </a:lnTo>
                  <a:lnTo>
                    <a:pt x="217792" y="384852"/>
                  </a:lnTo>
                  <a:lnTo>
                    <a:pt x="217836" y="385218"/>
                  </a:lnTo>
                  <a:lnTo>
                    <a:pt x="218121" y="385239"/>
                  </a:lnTo>
                  <a:lnTo>
                    <a:pt x="218321" y="385404"/>
                  </a:lnTo>
                  <a:lnTo>
                    <a:pt x="218271" y="385618"/>
                  </a:lnTo>
                  <a:lnTo>
                    <a:pt x="218344" y="385962"/>
                  </a:lnTo>
                  <a:lnTo>
                    <a:pt x="218552" y="386216"/>
                  </a:lnTo>
                  <a:lnTo>
                    <a:pt x="218734" y="386202"/>
                  </a:lnTo>
                  <a:lnTo>
                    <a:pt x="220130" y="388231"/>
                  </a:lnTo>
                  <a:lnTo>
                    <a:pt x="220230" y="389362"/>
                  </a:lnTo>
                  <a:lnTo>
                    <a:pt x="220144" y="390284"/>
                  </a:lnTo>
                  <a:lnTo>
                    <a:pt x="220157" y="390557"/>
                  </a:lnTo>
                  <a:lnTo>
                    <a:pt x="220164" y="391670"/>
                  </a:lnTo>
                  <a:lnTo>
                    <a:pt x="221678" y="393979"/>
                  </a:lnTo>
                  <a:lnTo>
                    <a:pt x="221666" y="394182"/>
                  </a:lnTo>
                  <a:lnTo>
                    <a:pt x="221664" y="394388"/>
                  </a:lnTo>
                  <a:lnTo>
                    <a:pt x="220169" y="403704"/>
                  </a:lnTo>
                  <a:lnTo>
                    <a:pt x="220010" y="403749"/>
                  </a:lnTo>
                  <a:lnTo>
                    <a:pt x="219456" y="403873"/>
                  </a:lnTo>
                  <a:lnTo>
                    <a:pt x="219245" y="403940"/>
                  </a:lnTo>
                  <a:lnTo>
                    <a:pt x="218742" y="404169"/>
                  </a:lnTo>
                  <a:lnTo>
                    <a:pt x="218169" y="404023"/>
                  </a:lnTo>
                  <a:lnTo>
                    <a:pt x="217699" y="403955"/>
                  </a:lnTo>
                  <a:lnTo>
                    <a:pt x="217616" y="404155"/>
                  </a:lnTo>
                  <a:lnTo>
                    <a:pt x="217244" y="404128"/>
                  </a:lnTo>
                  <a:lnTo>
                    <a:pt x="217102" y="404060"/>
                  </a:lnTo>
                  <a:lnTo>
                    <a:pt x="216888" y="403832"/>
                  </a:lnTo>
                  <a:lnTo>
                    <a:pt x="216190" y="403318"/>
                  </a:lnTo>
                  <a:lnTo>
                    <a:pt x="215982" y="403171"/>
                  </a:lnTo>
                  <a:lnTo>
                    <a:pt x="215542" y="403056"/>
                  </a:lnTo>
                  <a:lnTo>
                    <a:pt x="214883" y="403065"/>
                  </a:lnTo>
                  <a:lnTo>
                    <a:pt x="214657" y="403089"/>
                  </a:lnTo>
                  <a:lnTo>
                    <a:pt x="214275" y="402889"/>
                  </a:lnTo>
                  <a:lnTo>
                    <a:pt x="214109" y="402781"/>
                  </a:lnTo>
                  <a:lnTo>
                    <a:pt x="213829" y="402431"/>
                  </a:lnTo>
                  <a:lnTo>
                    <a:pt x="213338" y="402266"/>
                  </a:lnTo>
                  <a:lnTo>
                    <a:pt x="213207" y="402268"/>
                  </a:lnTo>
                  <a:lnTo>
                    <a:pt x="212995" y="402122"/>
                  </a:lnTo>
                  <a:lnTo>
                    <a:pt x="212677" y="401879"/>
                  </a:lnTo>
                  <a:lnTo>
                    <a:pt x="212362" y="401846"/>
                  </a:lnTo>
                  <a:lnTo>
                    <a:pt x="212217" y="401875"/>
                  </a:lnTo>
                  <a:lnTo>
                    <a:pt x="211926" y="401702"/>
                  </a:lnTo>
                  <a:lnTo>
                    <a:pt x="211525" y="401247"/>
                  </a:lnTo>
                  <a:lnTo>
                    <a:pt x="211224" y="401248"/>
                  </a:lnTo>
                  <a:lnTo>
                    <a:pt x="210933" y="401281"/>
                  </a:lnTo>
                  <a:lnTo>
                    <a:pt x="211013" y="401552"/>
                  </a:lnTo>
                  <a:lnTo>
                    <a:pt x="211069" y="401761"/>
                  </a:lnTo>
                  <a:lnTo>
                    <a:pt x="211085" y="402040"/>
                  </a:lnTo>
                  <a:lnTo>
                    <a:pt x="211132" y="402258"/>
                  </a:lnTo>
                  <a:lnTo>
                    <a:pt x="211264" y="402381"/>
                  </a:lnTo>
                  <a:lnTo>
                    <a:pt x="211398" y="402480"/>
                  </a:lnTo>
                  <a:lnTo>
                    <a:pt x="211619" y="402694"/>
                  </a:lnTo>
                  <a:lnTo>
                    <a:pt x="211718" y="402929"/>
                  </a:lnTo>
                  <a:lnTo>
                    <a:pt x="211681" y="403080"/>
                  </a:lnTo>
                  <a:lnTo>
                    <a:pt x="211709" y="403211"/>
                  </a:lnTo>
                  <a:lnTo>
                    <a:pt x="211927" y="403619"/>
                  </a:lnTo>
                  <a:lnTo>
                    <a:pt x="211719" y="403788"/>
                  </a:lnTo>
                  <a:lnTo>
                    <a:pt x="211504" y="403542"/>
                  </a:lnTo>
                  <a:lnTo>
                    <a:pt x="211360" y="403372"/>
                  </a:lnTo>
                  <a:lnTo>
                    <a:pt x="211159" y="403238"/>
                  </a:lnTo>
                  <a:lnTo>
                    <a:pt x="210796" y="403469"/>
                  </a:lnTo>
                  <a:lnTo>
                    <a:pt x="210362" y="403645"/>
                  </a:lnTo>
                  <a:lnTo>
                    <a:pt x="210151" y="403558"/>
                  </a:lnTo>
                  <a:lnTo>
                    <a:pt x="209910" y="403505"/>
                  </a:lnTo>
                  <a:lnTo>
                    <a:pt x="209340" y="404208"/>
                  </a:lnTo>
                  <a:lnTo>
                    <a:pt x="209308" y="404556"/>
                  </a:lnTo>
                  <a:lnTo>
                    <a:pt x="209685" y="404908"/>
                  </a:lnTo>
                  <a:lnTo>
                    <a:pt x="209936" y="405076"/>
                  </a:lnTo>
                  <a:lnTo>
                    <a:pt x="210204" y="405247"/>
                  </a:lnTo>
                  <a:lnTo>
                    <a:pt x="210555" y="405416"/>
                  </a:lnTo>
                  <a:lnTo>
                    <a:pt x="210772" y="405672"/>
                  </a:lnTo>
                  <a:lnTo>
                    <a:pt x="210615" y="406389"/>
                  </a:lnTo>
                  <a:lnTo>
                    <a:pt x="210065" y="406881"/>
                  </a:lnTo>
                  <a:lnTo>
                    <a:pt x="209506" y="406886"/>
                  </a:lnTo>
                  <a:lnTo>
                    <a:pt x="209106" y="407067"/>
                  </a:lnTo>
                  <a:lnTo>
                    <a:pt x="208909" y="407104"/>
                  </a:lnTo>
                  <a:lnTo>
                    <a:pt x="208459" y="407047"/>
                  </a:lnTo>
                  <a:lnTo>
                    <a:pt x="207462" y="406884"/>
                  </a:lnTo>
                  <a:lnTo>
                    <a:pt x="206714" y="406753"/>
                  </a:lnTo>
                  <a:lnTo>
                    <a:pt x="206515" y="406739"/>
                  </a:lnTo>
                  <a:lnTo>
                    <a:pt x="206172" y="406993"/>
                  </a:lnTo>
                  <a:lnTo>
                    <a:pt x="206071" y="407294"/>
                  </a:lnTo>
                  <a:lnTo>
                    <a:pt x="205754" y="407365"/>
                  </a:lnTo>
                  <a:lnTo>
                    <a:pt x="205059" y="407185"/>
                  </a:lnTo>
                  <a:lnTo>
                    <a:pt x="204455" y="407687"/>
                  </a:lnTo>
                  <a:lnTo>
                    <a:pt x="204487" y="407923"/>
                  </a:lnTo>
                  <a:lnTo>
                    <a:pt x="204535" y="408092"/>
                  </a:lnTo>
                  <a:lnTo>
                    <a:pt x="205597" y="408889"/>
                  </a:lnTo>
                  <a:lnTo>
                    <a:pt x="206028" y="409077"/>
                  </a:lnTo>
                  <a:lnTo>
                    <a:pt x="206391" y="409355"/>
                  </a:lnTo>
                  <a:lnTo>
                    <a:pt x="206239" y="409583"/>
                  </a:lnTo>
                  <a:lnTo>
                    <a:pt x="206065" y="409742"/>
                  </a:lnTo>
                  <a:lnTo>
                    <a:pt x="206000" y="410038"/>
                  </a:lnTo>
                  <a:lnTo>
                    <a:pt x="205975" y="410242"/>
                  </a:lnTo>
                  <a:lnTo>
                    <a:pt x="205981" y="410818"/>
                  </a:lnTo>
                  <a:lnTo>
                    <a:pt x="205953" y="410968"/>
                  </a:lnTo>
                  <a:lnTo>
                    <a:pt x="205861" y="411305"/>
                  </a:lnTo>
                  <a:lnTo>
                    <a:pt x="205600" y="411758"/>
                  </a:lnTo>
                  <a:lnTo>
                    <a:pt x="205462" y="411830"/>
                  </a:lnTo>
                  <a:lnTo>
                    <a:pt x="204999" y="412404"/>
                  </a:lnTo>
                  <a:lnTo>
                    <a:pt x="204773" y="412761"/>
                  </a:lnTo>
                  <a:lnTo>
                    <a:pt x="204647" y="413095"/>
                  </a:lnTo>
                  <a:lnTo>
                    <a:pt x="204245" y="413443"/>
                  </a:lnTo>
                  <a:lnTo>
                    <a:pt x="203918" y="413704"/>
                  </a:lnTo>
                  <a:lnTo>
                    <a:pt x="203664" y="414092"/>
                  </a:lnTo>
                  <a:lnTo>
                    <a:pt x="203282" y="414527"/>
                  </a:lnTo>
                  <a:lnTo>
                    <a:pt x="203109" y="414666"/>
                  </a:lnTo>
                  <a:lnTo>
                    <a:pt x="202963" y="414844"/>
                  </a:lnTo>
                  <a:lnTo>
                    <a:pt x="202879" y="415105"/>
                  </a:lnTo>
                  <a:lnTo>
                    <a:pt x="202849" y="415431"/>
                  </a:lnTo>
                  <a:lnTo>
                    <a:pt x="202876" y="415698"/>
                  </a:lnTo>
                  <a:lnTo>
                    <a:pt x="203085" y="416090"/>
                  </a:lnTo>
                  <a:lnTo>
                    <a:pt x="203255" y="416406"/>
                  </a:lnTo>
                  <a:lnTo>
                    <a:pt x="203254" y="416664"/>
                  </a:lnTo>
                  <a:lnTo>
                    <a:pt x="203329" y="416933"/>
                  </a:lnTo>
                  <a:lnTo>
                    <a:pt x="203521" y="417233"/>
                  </a:lnTo>
                  <a:lnTo>
                    <a:pt x="203664" y="417436"/>
                  </a:lnTo>
                  <a:lnTo>
                    <a:pt x="203906" y="417632"/>
                  </a:lnTo>
                  <a:lnTo>
                    <a:pt x="204227" y="417878"/>
                  </a:lnTo>
                  <a:lnTo>
                    <a:pt x="204340" y="418040"/>
                  </a:lnTo>
                  <a:lnTo>
                    <a:pt x="204004" y="418250"/>
                  </a:lnTo>
                  <a:lnTo>
                    <a:pt x="204177" y="418609"/>
                  </a:lnTo>
                  <a:lnTo>
                    <a:pt x="204461" y="418991"/>
                  </a:lnTo>
                  <a:lnTo>
                    <a:pt x="204660" y="419741"/>
                  </a:lnTo>
                  <a:lnTo>
                    <a:pt x="204723" y="420011"/>
                  </a:lnTo>
                  <a:lnTo>
                    <a:pt x="204820" y="422012"/>
                  </a:lnTo>
                  <a:lnTo>
                    <a:pt x="200257" y="420676"/>
                  </a:lnTo>
                  <a:lnTo>
                    <a:pt x="199545" y="420457"/>
                  </a:lnTo>
                  <a:lnTo>
                    <a:pt x="198916" y="420315"/>
                  </a:lnTo>
                  <a:lnTo>
                    <a:pt x="198465" y="420032"/>
                  </a:lnTo>
                  <a:lnTo>
                    <a:pt x="197711" y="419845"/>
                  </a:lnTo>
                  <a:lnTo>
                    <a:pt x="197307" y="419816"/>
                  </a:lnTo>
                  <a:lnTo>
                    <a:pt x="196472" y="419609"/>
                  </a:lnTo>
                  <a:lnTo>
                    <a:pt x="194322" y="418983"/>
                  </a:lnTo>
                  <a:lnTo>
                    <a:pt x="193816" y="418891"/>
                  </a:lnTo>
                  <a:lnTo>
                    <a:pt x="193226" y="418905"/>
                  </a:lnTo>
                  <a:lnTo>
                    <a:pt x="192504" y="418853"/>
                  </a:lnTo>
                  <a:lnTo>
                    <a:pt x="192071" y="418863"/>
                  </a:lnTo>
                  <a:lnTo>
                    <a:pt x="191192" y="419071"/>
                  </a:lnTo>
                  <a:lnTo>
                    <a:pt x="189986" y="420072"/>
                  </a:lnTo>
                  <a:lnTo>
                    <a:pt x="189754" y="420133"/>
                  </a:lnTo>
                  <a:lnTo>
                    <a:pt x="189365" y="420245"/>
                  </a:lnTo>
                  <a:lnTo>
                    <a:pt x="188964" y="420983"/>
                  </a:lnTo>
                  <a:lnTo>
                    <a:pt x="188979" y="421274"/>
                  </a:lnTo>
                  <a:lnTo>
                    <a:pt x="188928" y="421437"/>
                  </a:lnTo>
                  <a:lnTo>
                    <a:pt x="188775" y="421614"/>
                  </a:lnTo>
                  <a:lnTo>
                    <a:pt x="188045" y="423178"/>
                  </a:lnTo>
                  <a:lnTo>
                    <a:pt x="188003" y="423386"/>
                  </a:lnTo>
                  <a:lnTo>
                    <a:pt x="188051" y="423826"/>
                  </a:lnTo>
                  <a:lnTo>
                    <a:pt x="187885" y="423938"/>
                  </a:lnTo>
                  <a:lnTo>
                    <a:pt x="187594" y="424162"/>
                  </a:lnTo>
                  <a:lnTo>
                    <a:pt x="187834" y="424535"/>
                  </a:lnTo>
                  <a:lnTo>
                    <a:pt x="187964" y="424577"/>
                  </a:lnTo>
                  <a:lnTo>
                    <a:pt x="188026" y="425382"/>
                  </a:lnTo>
                  <a:lnTo>
                    <a:pt x="187661" y="425578"/>
                  </a:lnTo>
                  <a:lnTo>
                    <a:pt x="187457" y="425563"/>
                  </a:lnTo>
                  <a:lnTo>
                    <a:pt x="187228" y="425547"/>
                  </a:lnTo>
                  <a:lnTo>
                    <a:pt x="186481" y="425801"/>
                  </a:lnTo>
                  <a:lnTo>
                    <a:pt x="186217" y="426142"/>
                  </a:lnTo>
                  <a:lnTo>
                    <a:pt x="185763" y="426136"/>
                  </a:lnTo>
                  <a:lnTo>
                    <a:pt x="185474" y="425769"/>
                  </a:lnTo>
                  <a:lnTo>
                    <a:pt x="185408" y="425634"/>
                  </a:lnTo>
                  <a:lnTo>
                    <a:pt x="185422" y="425402"/>
                  </a:lnTo>
                  <a:lnTo>
                    <a:pt x="185373" y="425166"/>
                  </a:lnTo>
                  <a:lnTo>
                    <a:pt x="185242" y="424969"/>
                  </a:lnTo>
                  <a:lnTo>
                    <a:pt x="184460" y="424816"/>
                  </a:lnTo>
                  <a:lnTo>
                    <a:pt x="184115" y="424836"/>
                  </a:lnTo>
                  <a:lnTo>
                    <a:pt x="183382" y="425081"/>
                  </a:lnTo>
                  <a:lnTo>
                    <a:pt x="183457" y="425235"/>
                  </a:lnTo>
                  <a:lnTo>
                    <a:pt x="183594" y="425360"/>
                  </a:lnTo>
                  <a:lnTo>
                    <a:pt x="183661" y="425595"/>
                  </a:lnTo>
                  <a:lnTo>
                    <a:pt x="183320" y="425851"/>
                  </a:lnTo>
                  <a:lnTo>
                    <a:pt x="183053" y="425972"/>
                  </a:lnTo>
                  <a:lnTo>
                    <a:pt x="182257" y="425764"/>
                  </a:lnTo>
                  <a:lnTo>
                    <a:pt x="182215" y="425615"/>
                  </a:lnTo>
                  <a:lnTo>
                    <a:pt x="181997" y="425511"/>
                  </a:lnTo>
                  <a:lnTo>
                    <a:pt x="181838" y="425508"/>
                  </a:lnTo>
                  <a:lnTo>
                    <a:pt x="181609" y="425479"/>
                  </a:lnTo>
                  <a:lnTo>
                    <a:pt x="181452" y="425425"/>
                  </a:lnTo>
                  <a:lnTo>
                    <a:pt x="181207" y="425333"/>
                  </a:lnTo>
                  <a:lnTo>
                    <a:pt x="181032" y="424967"/>
                  </a:lnTo>
                  <a:lnTo>
                    <a:pt x="180708" y="424993"/>
                  </a:lnTo>
                  <a:lnTo>
                    <a:pt x="180223" y="424822"/>
                  </a:lnTo>
                  <a:lnTo>
                    <a:pt x="180256" y="424517"/>
                  </a:lnTo>
                  <a:lnTo>
                    <a:pt x="180033" y="424485"/>
                  </a:lnTo>
                  <a:lnTo>
                    <a:pt x="179664" y="424450"/>
                  </a:lnTo>
                  <a:lnTo>
                    <a:pt x="179137" y="424406"/>
                  </a:lnTo>
                  <a:lnTo>
                    <a:pt x="178932" y="424368"/>
                  </a:lnTo>
                  <a:lnTo>
                    <a:pt x="178751" y="424288"/>
                  </a:lnTo>
                  <a:lnTo>
                    <a:pt x="178696" y="424108"/>
                  </a:lnTo>
                  <a:lnTo>
                    <a:pt x="178465" y="423936"/>
                  </a:lnTo>
                  <a:lnTo>
                    <a:pt x="178335" y="423889"/>
                  </a:lnTo>
                  <a:lnTo>
                    <a:pt x="178079" y="423861"/>
                  </a:lnTo>
                  <a:lnTo>
                    <a:pt x="177831" y="423996"/>
                  </a:lnTo>
                  <a:lnTo>
                    <a:pt x="177496" y="424094"/>
                  </a:lnTo>
                  <a:lnTo>
                    <a:pt x="177347" y="424070"/>
                  </a:lnTo>
                  <a:lnTo>
                    <a:pt x="177018" y="423899"/>
                  </a:lnTo>
                  <a:lnTo>
                    <a:pt x="176774" y="423864"/>
                  </a:lnTo>
                  <a:lnTo>
                    <a:pt x="176708" y="423993"/>
                  </a:lnTo>
                  <a:lnTo>
                    <a:pt x="176647" y="424182"/>
                  </a:lnTo>
                  <a:lnTo>
                    <a:pt x="176544" y="424479"/>
                  </a:lnTo>
                  <a:lnTo>
                    <a:pt x="176337" y="424701"/>
                  </a:lnTo>
                  <a:lnTo>
                    <a:pt x="175845" y="424521"/>
                  </a:lnTo>
                  <a:lnTo>
                    <a:pt x="175626" y="424423"/>
                  </a:lnTo>
                  <a:lnTo>
                    <a:pt x="175355" y="424273"/>
                  </a:lnTo>
                  <a:lnTo>
                    <a:pt x="175075" y="424073"/>
                  </a:lnTo>
                  <a:lnTo>
                    <a:pt x="174598" y="423656"/>
                  </a:lnTo>
                  <a:lnTo>
                    <a:pt x="174495" y="423438"/>
                  </a:lnTo>
                  <a:lnTo>
                    <a:pt x="174457" y="423280"/>
                  </a:lnTo>
                  <a:lnTo>
                    <a:pt x="174140" y="423205"/>
                  </a:lnTo>
                  <a:lnTo>
                    <a:pt x="173907" y="423263"/>
                  </a:lnTo>
                  <a:lnTo>
                    <a:pt x="173672" y="423181"/>
                  </a:lnTo>
                  <a:lnTo>
                    <a:pt x="173594" y="422820"/>
                  </a:lnTo>
                  <a:lnTo>
                    <a:pt x="173313" y="422858"/>
                  </a:lnTo>
                  <a:lnTo>
                    <a:pt x="173136" y="422817"/>
                  </a:lnTo>
                  <a:lnTo>
                    <a:pt x="172384" y="422304"/>
                  </a:lnTo>
                  <a:lnTo>
                    <a:pt x="172130" y="422258"/>
                  </a:lnTo>
                  <a:lnTo>
                    <a:pt x="171892" y="422035"/>
                  </a:lnTo>
                  <a:lnTo>
                    <a:pt x="171563" y="421738"/>
                  </a:lnTo>
                  <a:lnTo>
                    <a:pt x="171145" y="421706"/>
                  </a:lnTo>
                  <a:lnTo>
                    <a:pt x="170173" y="420871"/>
                  </a:lnTo>
                  <a:lnTo>
                    <a:pt x="170015" y="420313"/>
                  </a:lnTo>
                  <a:lnTo>
                    <a:pt x="169360" y="419443"/>
                  </a:lnTo>
                  <a:lnTo>
                    <a:pt x="169179" y="419209"/>
                  </a:lnTo>
                  <a:lnTo>
                    <a:pt x="168994" y="418959"/>
                  </a:lnTo>
                  <a:lnTo>
                    <a:pt x="168241" y="418350"/>
                  </a:lnTo>
                  <a:lnTo>
                    <a:pt x="167826" y="418419"/>
                  </a:lnTo>
                  <a:lnTo>
                    <a:pt x="167493" y="418521"/>
                  </a:lnTo>
                  <a:lnTo>
                    <a:pt x="166635" y="418719"/>
                  </a:lnTo>
                  <a:lnTo>
                    <a:pt x="166152" y="417897"/>
                  </a:lnTo>
                  <a:lnTo>
                    <a:pt x="166142" y="417734"/>
                  </a:lnTo>
                  <a:lnTo>
                    <a:pt x="165812" y="416645"/>
                  </a:lnTo>
                  <a:lnTo>
                    <a:pt x="165704" y="416191"/>
                  </a:lnTo>
                  <a:lnTo>
                    <a:pt x="165538" y="415462"/>
                  </a:lnTo>
                  <a:lnTo>
                    <a:pt x="164710" y="414953"/>
                  </a:lnTo>
                  <a:lnTo>
                    <a:pt x="164498" y="415041"/>
                  </a:lnTo>
                  <a:lnTo>
                    <a:pt x="164282" y="415114"/>
                  </a:lnTo>
                  <a:lnTo>
                    <a:pt x="164074" y="415117"/>
                  </a:lnTo>
                  <a:lnTo>
                    <a:pt x="163298" y="414857"/>
                  </a:lnTo>
                  <a:lnTo>
                    <a:pt x="163120" y="414867"/>
                  </a:lnTo>
                  <a:lnTo>
                    <a:pt x="162634" y="414843"/>
                  </a:lnTo>
                  <a:lnTo>
                    <a:pt x="162183" y="414281"/>
                  </a:lnTo>
                  <a:lnTo>
                    <a:pt x="161634" y="414189"/>
                  </a:lnTo>
                  <a:lnTo>
                    <a:pt x="160552" y="413897"/>
                  </a:lnTo>
                  <a:lnTo>
                    <a:pt x="160148" y="413604"/>
                  </a:lnTo>
                  <a:lnTo>
                    <a:pt x="160091" y="413380"/>
                  </a:lnTo>
                  <a:lnTo>
                    <a:pt x="159688" y="412771"/>
                  </a:lnTo>
                  <a:lnTo>
                    <a:pt x="158892" y="412654"/>
                  </a:lnTo>
                  <a:lnTo>
                    <a:pt x="157755" y="413091"/>
                  </a:lnTo>
                  <a:lnTo>
                    <a:pt x="156978" y="414382"/>
                  </a:lnTo>
                  <a:lnTo>
                    <a:pt x="156558" y="414234"/>
                  </a:lnTo>
                  <a:lnTo>
                    <a:pt x="156119" y="414691"/>
                  </a:lnTo>
                  <a:lnTo>
                    <a:pt x="155923" y="414931"/>
                  </a:lnTo>
                  <a:lnTo>
                    <a:pt x="155538" y="415315"/>
                  </a:lnTo>
                  <a:lnTo>
                    <a:pt x="154915" y="415679"/>
                  </a:lnTo>
                  <a:lnTo>
                    <a:pt x="154729" y="415709"/>
                  </a:lnTo>
                  <a:lnTo>
                    <a:pt x="154387" y="415634"/>
                  </a:lnTo>
                  <a:lnTo>
                    <a:pt x="154071" y="415510"/>
                  </a:lnTo>
                  <a:lnTo>
                    <a:pt x="153802" y="415463"/>
                  </a:lnTo>
                  <a:lnTo>
                    <a:pt x="153480" y="415583"/>
                  </a:lnTo>
                  <a:lnTo>
                    <a:pt x="153072" y="415915"/>
                  </a:lnTo>
                  <a:lnTo>
                    <a:pt x="152895" y="416445"/>
                  </a:lnTo>
                  <a:lnTo>
                    <a:pt x="152484" y="416541"/>
                  </a:lnTo>
                  <a:lnTo>
                    <a:pt x="152166" y="416707"/>
                  </a:lnTo>
                  <a:lnTo>
                    <a:pt x="151766" y="416998"/>
                  </a:lnTo>
                  <a:lnTo>
                    <a:pt x="151279" y="417103"/>
                  </a:lnTo>
                  <a:lnTo>
                    <a:pt x="150971" y="417579"/>
                  </a:lnTo>
                  <a:lnTo>
                    <a:pt x="150773" y="417706"/>
                  </a:lnTo>
                  <a:lnTo>
                    <a:pt x="150365" y="418086"/>
                  </a:lnTo>
                  <a:lnTo>
                    <a:pt x="149886" y="417966"/>
                  </a:lnTo>
                  <a:lnTo>
                    <a:pt x="149898" y="417762"/>
                  </a:lnTo>
                  <a:lnTo>
                    <a:pt x="149803" y="417268"/>
                  </a:lnTo>
                  <a:lnTo>
                    <a:pt x="149650" y="417129"/>
                  </a:lnTo>
                  <a:lnTo>
                    <a:pt x="149304" y="417006"/>
                  </a:lnTo>
                  <a:lnTo>
                    <a:pt x="149005" y="417080"/>
                  </a:lnTo>
                  <a:lnTo>
                    <a:pt x="148707" y="417400"/>
                  </a:lnTo>
                  <a:lnTo>
                    <a:pt x="148476" y="417720"/>
                  </a:lnTo>
                  <a:lnTo>
                    <a:pt x="148122" y="417909"/>
                  </a:lnTo>
                  <a:lnTo>
                    <a:pt x="147898" y="418002"/>
                  </a:lnTo>
                  <a:lnTo>
                    <a:pt x="147726" y="418122"/>
                  </a:lnTo>
                  <a:lnTo>
                    <a:pt x="147419" y="418290"/>
                  </a:lnTo>
                  <a:lnTo>
                    <a:pt x="147271" y="418163"/>
                  </a:lnTo>
                  <a:lnTo>
                    <a:pt x="146954" y="417823"/>
                  </a:lnTo>
                  <a:lnTo>
                    <a:pt x="146535" y="417433"/>
                  </a:lnTo>
                  <a:lnTo>
                    <a:pt x="145831" y="417264"/>
                  </a:lnTo>
                  <a:lnTo>
                    <a:pt x="144723" y="417561"/>
                  </a:lnTo>
                  <a:lnTo>
                    <a:pt x="144553" y="417635"/>
                  </a:lnTo>
                  <a:lnTo>
                    <a:pt x="143742" y="417591"/>
                  </a:lnTo>
                  <a:lnTo>
                    <a:pt x="143320" y="417318"/>
                  </a:lnTo>
                  <a:lnTo>
                    <a:pt x="143037" y="417095"/>
                  </a:lnTo>
                  <a:lnTo>
                    <a:pt x="142585" y="417170"/>
                  </a:lnTo>
                  <a:lnTo>
                    <a:pt x="142063" y="417374"/>
                  </a:lnTo>
                  <a:lnTo>
                    <a:pt x="141489" y="416938"/>
                  </a:lnTo>
                  <a:lnTo>
                    <a:pt x="140847" y="416828"/>
                  </a:lnTo>
                  <a:lnTo>
                    <a:pt x="140256" y="417141"/>
                  </a:lnTo>
                  <a:lnTo>
                    <a:pt x="140038" y="417213"/>
                  </a:lnTo>
                  <a:lnTo>
                    <a:pt x="139448" y="417435"/>
                  </a:lnTo>
                  <a:lnTo>
                    <a:pt x="139257" y="417766"/>
                  </a:lnTo>
                  <a:lnTo>
                    <a:pt x="138862" y="417996"/>
                  </a:lnTo>
                  <a:lnTo>
                    <a:pt x="138622" y="417972"/>
                  </a:lnTo>
                  <a:lnTo>
                    <a:pt x="138330" y="417808"/>
                  </a:lnTo>
                  <a:lnTo>
                    <a:pt x="138163" y="417392"/>
                  </a:lnTo>
                  <a:lnTo>
                    <a:pt x="138005" y="417132"/>
                  </a:lnTo>
                  <a:lnTo>
                    <a:pt x="137865" y="416959"/>
                  </a:lnTo>
                  <a:lnTo>
                    <a:pt x="137385" y="416810"/>
                  </a:lnTo>
                  <a:lnTo>
                    <a:pt x="136975" y="416410"/>
                  </a:lnTo>
                  <a:lnTo>
                    <a:pt x="136645" y="416182"/>
                  </a:lnTo>
                  <a:lnTo>
                    <a:pt x="136089" y="416422"/>
                  </a:lnTo>
                  <a:lnTo>
                    <a:pt x="135930" y="416448"/>
                  </a:lnTo>
                  <a:lnTo>
                    <a:pt x="135170" y="415429"/>
                  </a:lnTo>
                  <a:lnTo>
                    <a:pt x="135211" y="414796"/>
                  </a:lnTo>
                  <a:lnTo>
                    <a:pt x="134968" y="414319"/>
                  </a:lnTo>
                  <a:lnTo>
                    <a:pt x="134996" y="413977"/>
                  </a:lnTo>
                  <a:lnTo>
                    <a:pt x="134384" y="413698"/>
                  </a:lnTo>
                  <a:lnTo>
                    <a:pt x="134207" y="413653"/>
                  </a:lnTo>
                  <a:lnTo>
                    <a:pt x="133885" y="413166"/>
                  </a:lnTo>
                  <a:lnTo>
                    <a:pt x="133535" y="413064"/>
                  </a:lnTo>
                  <a:lnTo>
                    <a:pt x="132905" y="412937"/>
                  </a:lnTo>
                  <a:lnTo>
                    <a:pt x="132450" y="412779"/>
                  </a:lnTo>
                  <a:lnTo>
                    <a:pt x="132280" y="412465"/>
                  </a:lnTo>
                  <a:lnTo>
                    <a:pt x="132093" y="412069"/>
                  </a:lnTo>
                  <a:lnTo>
                    <a:pt x="131763" y="411728"/>
                  </a:lnTo>
                  <a:lnTo>
                    <a:pt x="130842" y="411703"/>
                  </a:lnTo>
                  <a:lnTo>
                    <a:pt x="130609" y="411800"/>
                  </a:lnTo>
                  <a:lnTo>
                    <a:pt x="130135" y="412064"/>
                  </a:lnTo>
                  <a:lnTo>
                    <a:pt x="129321" y="412337"/>
                  </a:lnTo>
                  <a:lnTo>
                    <a:pt x="128696" y="411885"/>
                  </a:lnTo>
                  <a:lnTo>
                    <a:pt x="128474" y="411744"/>
                  </a:lnTo>
                  <a:lnTo>
                    <a:pt x="127716" y="411780"/>
                  </a:lnTo>
                  <a:lnTo>
                    <a:pt x="127256" y="411692"/>
                  </a:lnTo>
                  <a:lnTo>
                    <a:pt x="126881" y="411161"/>
                  </a:lnTo>
                  <a:lnTo>
                    <a:pt x="126396" y="411284"/>
                  </a:lnTo>
                  <a:lnTo>
                    <a:pt x="126171" y="411238"/>
                  </a:lnTo>
                  <a:lnTo>
                    <a:pt x="125633" y="411115"/>
                  </a:lnTo>
                  <a:lnTo>
                    <a:pt x="125377" y="411188"/>
                  </a:lnTo>
                  <a:lnTo>
                    <a:pt x="124909" y="410995"/>
                  </a:lnTo>
                  <a:lnTo>
                    <a:pt x="124555" y="410818"/>
                  </a:lnTo>
                  <a:lnTo>
                    <a:pt x="124388" y="410823"/>
                  </a:lnTo>
                  <a:lnTo>
                    <a:pt x="123872" y="410886"/>
                  </a:lnTo>
                  <a:lnTo>
                    <a:pt x="123639" y="410970"/>
                  </a:lnTo>
                  <a:lnTo>
                    <a:pt x="123255" y="410990"/>
                  </a:lnTo>
                  <a:lnTo>
                    <a:pt x="122703" y="411112"/>
                  </a:lnTo>
                  <a:lnTo>
                    <a:pt x="122405" y="411317"/>
                  </a:lnTo>
                  <a:lnTo>
                    <a:pt x="121921" y="411381"/>
                  </a:lnTo>
                  <a:lnTo>
                    <a:pt x="121548" y="411367"/>
                  </a:lnTo>
                  <a:lnTo>
                    <a:pt x="120952" y="411771"/>
                  </a:lnTo>
                  <a:lnTo>
                    <a:pt x="120235" y="412187"/>
                  </a:lnTo>
                  <a:lnTo>
                    <a:pt x="119699" y="412601"/>
                  </a:lnTo>
                  <a:lnTo>
                    <a:pt x="119328" y="412837"/>
                  </a:lnTo>
                  <a:lnTo>
                    <a:pt x="119038" y="412922"/>
                  </a:lnTo>
                  <a:lnTo>
                    <a:pt x="118751" y="412899"/>
                  </a:lnTo>
                  <a:lnTo>
                    <a:pt x="118409" y="412940"/>
                  </a:lnTo>
                  <a:lnTo>
                    <a:pt x="117841" y="412931"/>
                  </a:lnTo>
                  <a:lnTo>
                    <a:pt x="117472" y="413046"/>
                  </a:lnTo>
                  <a:lnTo>
                    <a:pt x="117213" y="413062"/>
                  </a:lnTo>
                  <a:lnTo>
                    <a:pt x="117021" y="413215"/>
                  </a:lnTo>
                  <a:lnTo>
                    <a:pt x="116699" y="413183"/>
                  </a:lnTo>
                  <a:lnTo>
                    <a:pt x="115831" y="413134"/>
                  </a:lnTo>
                  <a:lnTo>
                    <a:pt x="115427" y="413297"/>
                  </a:lnTo>
                  <a:lnTo>
                    <a:pt x="115103" y="413286"/>
                  </a:lnTo>
                  <a:lnTo>
                    <a:pt x="114897" y="413207"/>
                  </a:lnTo>
                  <a:lnTo>
                    <a:pt x="114522" y="413248"/>
                  </a:lnTo>
                  <a:lnTo>
                    <a:pt x="114275" y="413298"/>
                  </a:lnTo>
                  <a:lnTo>
                    <a:pt x="113967" y="413241"/>
                  </a:lnTo>
                  <a:lnTo>
                    <a:pt x="113401" y="413196"/>
                  </a:lnTo>
                  <a:lnTo>
                    <a:pt x="113010" y="413047"/>
                  </a:lnTo>
                  <a:lnTo>
                    <a:pt x="112486" y="413159"/>
                  </a:lnTo>
                  <a:lnTo>
                    <a:pt x="112297" y="413145"/>
                  </a:lnTo>
                  <a:lnTo>
                    <a:pt x="111950" y="413161"/>
                  </a:lnTo>
                  <a:lnTo>
                    <a:pt x="111631" y="413291"/>
                  </a:lnTo>
                  <a:lnTo>
                    <a:pt x="111459" y="413300"/>
                  </a:lnTo>
                  <a:lnTo>
                    <a:pt x="111072" y="413274"/>
                  </a:lnTo>
                  <a:lnTo>
                    <a:pt x="110632" y="413143"/>
                  </a:lnTo>
                  <a:lnTo>
                    <a:pt x="110293" y="413213"/>
                  </a:lnTo>
                  <a:lnTo>
                    <a:pt x="109682" y="413293"/>
                  </a:lnTo>
                  <a:lnTo>
                    <a:pt x="109295" y="413345"/>
                  </a:lnTo>
                  <a:lnTo>
                    <a:pt x="109149" y="413417"/>
                  </a:lnTo>
                  <a:lnTo>
                    <a:pt x="108978" y="413459"/>
                  </a:lnTo>
                  <a:lnTo>
                    <a:pt x="108472" y="413715"/>
                  </a:lnTo>
                  <a:lnTo>
                    <a:pt x="108237" y="413770"/>
                  </a:lnTo>
                  <a:lnTo>
                    <a:pt x="108022" y="413783"/>
                  </a:lnTo>
                  <a:lnTo>
                    <a:pt x="107391" y="414020"/>
                  </a:lnTo>
                  <a:lnTo>
                    <a:pt x="106516" y="414062"/>
                  </a:lnTo>
                  <a:lnTo>
                    <a:pt x="106089" y="414179"/>
                  </a:lnTo>
                  <a:lnTo>
                    <a:pt x="105880" y="414472"/>
                  </a:lnTo>
                  <a:lnTo>
                    <a:pt x="105546" y="414611"/>
                  </a:lnTo>
                  <a:lnTo>
                    <a:pt x="105397" y="414737"/>
                  </a:lnTo>
                  <a:lnTo>
                    <a:pt x="105189" y="414909"/>
                  </a:lnTo>
                  <a:lnTo>
                    <a:pt x="102336" y="408890"/>
                  </a:lnTo>
                  <a:lnTo>
                    <a:pt x="97891" y="397530"/>
                  </a:lnTo>
                  <a:lnTo>
                    <a:pt x="97778" y="397243"/>
                  </a:lnTo>
                  <a:lnTo>
                    <a:pt x="97472" y="396462"/>
                  </a:lnTo>
                  <a:lnTo>
                    <a:pt x="97333" y="396116"/>
                  </a:lnTo>
                  <a:lnTo>
                    <a:pt x="97281" y="395981"/>
                  </a:lnTo>
                  <a:lnTo>
                    <a:pt x="96108" y="393009"/>
                  </a:lnTo>
                  <a:lnTo>
                    <a:pt x="95817" y="393040"/>
                  </a:lnTo>
                  <a:lnTo>
                    <a:pt x="95474" y="393142"/>
                  </a:lnTo>
                  <a:lnTo>
                    <a:pt x="95127" y="393267"/>
                  </a:lnTo>
                  <a:lnTo>
                    <a:pt x="94914" y="393327"/>
                  </a:lnTo>
                  <a:lnTo>
                    <a:pt x="94378" y="393446"/>
                  </a:lnTo>
                  <a:lnTo>
                    <a:pt x="94113" y="393492"/>
                  </a:lnTo>
                  <a:lnTo>
                    <a:pt x="92621" y="393314"/>
                  </a:lnTo>
                  <a:lnTo>
                    <a:pt x="92297" y="393329"/>
                  </a:lnTo>
                  <a:lnTo>
                    <a:pt x="92086" y="393298"/>
                  </a:lnTo>
                  <a:lnTo>
                    <a:pt x="91548" y="393124"/>
                  </a:lnTo>
                  <a:lnTo>
                    <a:pt x="91255" y="393186"/>
                  </a:lnTo>
                  <a:lnTo>
                    <a:pt x="90497" y="393285"/>
                  </a:lnTo>
                  <a:lnTo>
                    <a:pt x="84148" y="394089"/>
                  </a:lnTo>
                  <a:lnTo>
                    <a:pt x="82573" y="394290"/>
                  </a:lnTo>
                  <a:lnTo>
                    <a:pt x="79461" y="394688"/>
                  </a:lnTo>
                  <a:lnTo>
                    <a:pt x="78261" y="394851"/>
                  </a:lnTo>
                  <a:lnTo>
                    <a:pt x="77906" y="394901"/>
                  </a:lnTo>
                  <a:lnTo>
                    <a:pt x="77459" y="394967"/>
                  </a:lnTo>
                  <a:lnTo>
                    <a:pt x="77261" y="394997"/>
                  </a:lnTo>
                  <a:lnTo>
                    <a:pt x="77111" y="395142"/>
                  </a:lnTo>
                  <a:lnTo>
                    <a:pt x="76935" y="395281"/>
                  </a:lnTo>
                  <a:lnTo>
                    <a:pt x="76446" y="395497"/>
                  </a:lnTo>
                  <a:lnTo>
                    <a:pt x="76206" y="395551"/>
                  </a:lnTo>
                  <a:lnTo>
                    <a:pt x="75722" y="395583"/>
                  </a:lnTo>
                  <a:lnTo>
                    <a:pt x="74634" y="395344"/>
                  </a:lnTo>
                  <a:lnTo>
                    <a:pt x="74494" y="395306"/>
                  </a:lnTo>
                  <a:lnTo>
                    <a:pt x="73934" y="395152"/>
                  </a:lnTo>
                  <a:lnTo>
                    <a:pt x="73313" y="395145"/>
                  </a:lnTo>
                  <a:lnTo>
                    <a:pt x="73067" y="395216"/>
                  </a:lnTo>
                  <a:lnTo>
                    <a:pt x="72833" y="395235"/>
                  </a:lnTo>
                  <a:lnTo>
                    <a:pt x="72646" y="395224"/>
                  </a:lnTo>
                  <a:lnTo>
                    <a:pt x="72429" y="395169"/>
                  </a:lnTo>
                  <a:lnTo>
                    <a:pt x="71978" y="395006"/>
                  </a:lnTo>
                  <a:lnTo>
                    <a:pt x="71522" y="394798"/>
                  </a:lnTo>
                  <a:lnTo>
                    <a:pt x="71212" y="394640"/>
                  </a:lnTo>
                  <a:lnTo>
                    <a:pt x="70864" y="394470"/>
                  </a:lnTo>
                  <a:lnTo>
                    <a:pt x="70515" y="394300"/>
                  </a:lnTo>
                  <a:lnTo>
                    <a:pt x="69821" y="393965"/>
                  </a:lnTo>
                  <a:lnTo>
                    <a:pt x="69476" y="393798"/>
                  </a:lnTo>
                  <a:lnTo>
                    <a:pt x="69058" y="393590"/>
                  </a:lnTo>
                  <a:lnTo>
                    <a:pt x="68688" y="393145"/>
                  </a:lnTo>
                  <a:lnTo>
                    <a:pt x="68093" y="392626"/>
                  </a:lnTo>
                  <a:lnTo>
                    <a:pt x="67635" y="391917"/>
                  </a:lnTo>
                  <a:lnTo>
                    <a:pt x="67477" y="391387"/>
                  </a:lnTo>
                  <a:lnTo>
                    <a:pt x="67399" y="391157"/>
                  </a:lnTo>
                  <a:lnTo>
                    <a:pt x="67318" y="390983"/>
                  </a:lnTo>
                  <a:lnTo>
                    <a:pt x="66993" y="390554"/>
                  </a:lnTo>
                  <a:lnTo>
                    <a:pt x="67168" y="390221"/>
                  </a:lnTo>
                  <a:lnTo>
                    <a:pt x="67416" y="389923"/>
                  </a:lnTo>
                  <a:lnTo>
                    <a:pt x="67784" y="389837"/>
                  </a:lnTo>
                  <a:lnTo>
                    <a:pt x="68135" y="389818"/>
                  </a:lnTo>
                  <a:lnTo>
                    <a:pt x="68836" y="389780"/>
                  </a:lnTo>
                  <a:lnTo>
                    <a:pt x="69187" y="389759"/>
                  </a:lnTo>
                  <a:lnTo>
                    <a:pt x="69538" y="389738"/>
                  </a:lnTo>
                  <a:lnTo>
                    <a:pt x="69889" y="389718"/>
                  </a:lnTo>
                  <a:lnTo>
                    <a:pt x="70239" y="389698"/>
                  </a:lnTo>
                  <a:lnTo>
                    <a:pt x="70941" y="389658"/>
                  </a:lnTo>
                  <a:lnTo>
                    <a:pt x="71999" y="389599"/>
                  </a:lnTo>
                  <a:lnTo>
                    <a:pt x="72354" y="389579"/>
                  </a:lnTo>
                  <a:lnTo>
                    <a:pt x="72710" y="389560"/>
                  </a:lnTo>
                  <a:lnTo>
                    <a:pt x="73060" y="389548"/>
                  </a:lnTo>
                  <a:lnTo>
                    <a:pt x="73069" y="389138"/>
                  </a:lnTo>
                  <a:lnTo>
                    <a:pt x="73071" y="388773"/>
                  </a:lnTo>
                  <a:lnTo>
                    <a:pt x="73075" y="388290"/>
                  </a:lnTo>
                  <a:lnTo>
                    <a:pt x="73076" y="388049"/>
                  </a:lnTo>
                  <a:lnTo>
                    <a:pt x="73080" y="387566"/>
                  </a:lnTo>
                  <a:lnTo>
                    <a:pt x="73084" y="387320"/>
                  </a:lnTo>
                  <a:lnTo>
                    <a:pt x="71897" y="387321"/>
                  </a:lnTo>
                  <a:lnTo>
                    <a:pt x="70854" y="387322"/>
                  </a:lnTo>
                  <a:lnTo>
                    <a:pt x="70694" y="387324"/>
                  </a:lnTo>
                  <a:lnTo>
                    <a:pt x="70458" y="387166"/>
                  </a:lnTo>
                  <a:lnTo>
                    <a:pt x="70133" y="386957"/>
                  </a:lnTo>
                  <a:lnTo>
                    <a:pt x="69790" y="386758"/>
                  </a:lnTo>
                  <a:lnTo>
                    <a:pt x="69080" y="386351"/>
                  </a:lnTo>
                  <a:lnTo>
                    <a:pt x="68747" y="386161"/>
                  </a:lnTo>
                  <a:lnTo>
                    <a:pt x="68398" y="385961"/>
                  </a:lnTo>
                  <a:lnTo>
                    <a:pt x="67698" y="385554"/>
                  </a:lnTo>
                  <a:lnTo>
                    <a:pt x="67187" y="385257"/>
                  </a:lnTo>
                  <a:lnTo>
                    <a:pt x="66819" y="385047"/>
                  </a:lnTo>
                  <a:lnTo>
                    <a:pt x="66603" y="384929"/>
                  </a:lnTo>
                  <a:lnTo>
                    <a:pt x="66297" y="384673"/>
                  </a:lnTo>
                  <a:lnTo>
                    <a:pt x="65786" y="384302"/>
                  </a:lnTo>
                  <a:lnTo>
                    <a:pt x="65466" y="384327"/>
                  </a:lnTo>
                  <a:lnTo>
                    <a:pt x="64764" y="384351"/>
                  </a:lnTo>
                  <a:lnTo>
                    <a:pt x="63599" y="384385"/>
                  </a:lnTo>
                  <a:lnTo>
                    <a:pt x="58410" y="384541"/>
                  </a:lnTo>
                  <a:lnTo>
                    <a:pt x="55972" y="384616"/>
                  </a:lnTo>
                  <a:lnTo>
                    <a:pt x="55394" y="384634"/>
                  </a:lnTo>
                  <a:lnTo>
                    <a:pt x="55135" y="384642"/>
                  </a:lnTo>
                  <a:lnTo>
                    <a:pt x="54624" y="384583"/>
                  </a:lnTo>
                  <a:lnTo>
                    <a:pt x="54037" y="384630"/>
                  </a:lnTo>
                  <a:lnTo>
                    <a:pt x="53642" y="384675"/>
                  </a:lnTo>
                  <a:lnTo>
                    <a:pt x="53453" y="384696"/>
                  </a:lnTo>
                  <a:lnTo>
                    <a:pt x="53179" y="384711"/>
                  </a:lnTo>
                  <a:lnTo>
                    <a:pt x="51617" y="384874"/>
                  </a:lnTo>
                  <a:lnTo>
                    <a:pt x="51463" y="384889"/>
                  </a:lnTo>
                  <a:lnTo>
                    <a:pt x="49944" y="385048"/>
                  </a:lnTo>
                  <a:lnTo>
                    <a:pt x="49284" y="385119"/>
                  </a:lnTo>
                  <a:lnTo>
                    <a:pt x="48640" y="385188"/>
                  </a:lnTo>
                  <a:lnTo>
                    <a:pt x="47845" y="385272"/>
                  </a:lnTo>
                  <a:lnTo>
                    <a:pt x="47270" y="385334"/>
                  </a:lnTo>
                  <a:lnTo>
                    <a:pt x="46796" y="385413"/>
                  </a:lnTo>
                  <a:lnTo>
                    <a:pt x="46569" y="385499"/>
                  </a:lnTo>
                  <a:lnTo>
                    <a:pt x="46400" y="385564"/>
                  </a:lnTo>
                  <a:lnTo>
                    <a:pt x="46142" y="385665"/>
                  </a:lnTo>
                  <a:lnTo>
                    <a:pt x="45768" y="385809"/>
                  </a:lnTo>
                  <a:lnTo>
                    <a:pt x="45515" y="385893"/>
                  </a:lnTo>
                  <a:lnTo>
                    <a:pt x="45274" y="385901"/>
                  </a:lnTo>
                  <a:lnTo>
                    <a:pt x="44540" y="385909"/>
                  </a:lnTo>
                  <a:lnTo>
                    <a:pt x="44295" y="385838"/>
                  </a:lnTo>
                  <a:lnTo>
                    <a:pt x="44113" y="385772"/>
                  </a:lnTo>
                  <a:lnTo>
                    <a:pt x="43846" y="385531"/>
                  </a:lnTo>
                  <a:lnTo>
                    <a:pt x="43552" y="385272"/>
                  </a:lnTo>
                  <a:lnTo>
                    <a:pt x="43314" y="385154"/>
                  </a:lnTo>
                  <a:lnTo>
                    <a:pt x="42318" y="384745"/>
                  </a:lnTo>
                  <a:lnTo>
                    <a:pt x="41800" y="384802"/>
                  </a:lnTo>
                  <a:lnTo>
                    <a:pt x="40969" y="384735"/>
                  </a:lnTo>
                  <a:lnTo>
                    <a:pt x="40131" y="384547"/>
                  </a:lnTo>
                  <a:lnTo>
                    <a:pt x="39932" y="384447"/>
                  </a:lnTo>
                  <a:lnTo>
                    <a:pt x="39755" y="384308"/>
                  </a:lnTo>
                  <a:lnTo>
                    <a:pt x="39918" y="384002"/>
                  </a:lnTo>
                  <a:lnTo>
                    <a:pt x="40220" y="381511"/>
                  </a:lnTo>
                  <a:lnTo>
                    <a:pt x="40350" y="380172"/>
                  </a:lnTo>
                  <a:lnTo>
                    <a:pt x="40490" y="378514"/>
                  </a:lnTo>
                  <a:lnTo>
                    <a:pt x="40437" y="377639"/>
                  </a:lnTo>
                  <a:lnTo>
                    <a:pt x="40311" y="377169"/>
                  </a:lnTo>
                  <a:lnTo>
                    <a:pt x="39907" y="376710"/>
                  </a:lnTo>
                  <a:lnTo>
                    <a:pt x="39669" y="376605"/>
                  </a:lnTo>
                  <a:lnTo>
                    <a:pt x="39000" y="375339"/>
                  </a:lnTo>
                  <a:lnTo>
                    <a:pt x="37812" y="374674"/>
                  </a:lnTo>
                  <a:lnTo>
                    <a:pt x="37244" y="373992"/>
                  </a:lnTo>
                  <a:lnTo>
                    <a:pt x="37506" y="373305"/>
                  </a:lnTo>
                  <a:lnTo>
                    <a:pt x="37433" y="372768"/>
                  </a:lnTo>
                  <a:lnTo>
                    <a:pt x="37568" y="372272"/>
                  </a:lnTo>
                  <a:lnTo>
                    <a:pt x="37694" y="371927"/>
                  </a:lnTo>
                  <a:lnTo>
                    <a:pt x="37718" y="371264"/>
                  </a:lnTo>
                  <a:lnTo>
                    <a:pt x="37249" y="370834"/>
                  </a:lnTo>
                  <a:lnTo>
                    <a:pt x="36917" y="370635"/>
                  </a:lnTo>
                  <a:lnTo>
                    <a:pt x="36647" y="370565"/>
                  </a:lnTo>
                  <a:lnTo>
                    <a:pt x="36202" y="370623"/>
                  </a:lnTo>
                  <a:lnTo>
                    <a:pt x="35602" y="371145"/>
                  </a:lnTo>
                  <a:lnTo>
                    <a:pt x="35288" y="371208"/>
                  </a:lnTo>
                  <a:lnTo>
                    <a:pt x="34859" y="371502"/>
                  </a:lnTo>
                  <a:lnTo>
                    <a:pt x="34696" y="371688"/>
                  </a:lnTo>
                  <a:lnTo>
                    <a:pt x="34495" y="371932"/>
                  </a:lnTo>
                  <a:lnTo>
                    <a:pt x="34300" y="372117"/>
                  </a:lnTo>
                  <a:lnTo>
                    <a:pt x="34141" y="372102"/>
                  </a:lnTo>
                  <a:lnTo>
                    <a:pt x="33979" y="372075"/>
                  </a:lnTo>
                  <a:lnTo>
                    <a:pt x="33724" y="372076"/>
                  </a:lnTo>
                  <a:lnTo>
                    <a:pt x="32827" y="372198"/>
                  </a:lnTo>
                  <a:lnTo>
                    <a:pt x="32251" y="372191"/>
                  </a:lnTo>
                  <a:lnTo>
                    <a:pt x="31683" y="372051"/>
                  </a:lnTo>
                  <a:lnTo>
                    <a:pt x="31109" y="372047"/>
                  </a:lnTo>
                  <a:lnTo>
                    <a:pt x="30564" y="372276"/>
                  </a:lnTo>
                  <a:lnTo>
                    <a:pt x="29905" y="372377"/>
                  </a:lnTo>
                  <a:lnTo>
                    <a:pt x="29479" y="371615"/>
                  </a:lnTo>
                  <a:lnTo>
                    <a:pt x="29327" y="371303"/>
                  </a:lnTo>
                  <a:lnTo>
                    <a:pt x="28650" y="371156"/>
                  </a:lnTo>
                  <a:lnTo>
                    <a:pt x="28181" y="371206"/>
                  </a:lnTo>
                  <a:lnTo>
                    <a:pt x="27771" y="371225"/>
                  </a:lnTo>
                  <a:lnTo>
                    <a:pt x="27097" y="371398"/>
                  </a:lnTo>
                  <a:lnTo>
                    <a:pt x="25854" y="371740"/>
                  </a:lnTo>
                  <a:lnTo>
                    <a:pt x="25750" y="371877"/>
                  </a:lnTo>
                  <a:lnTo>
                    <a:pt x="25482" y="372108"/>
                  </a:lnTo>
                  <a:lnTo>
                    <a:pt x="25164" y="372353"/>
                  </a:lnTo>
                  <a:lnTo>
                    <a:pt x="25040" y="372594"/>
                  </a:lnTo>
                  <a:lnTo>
                    <a:pt x="24835" y="372757"/>
                  </a:lnTo>
                  <a:lnTo>
                    <a:pt x="24603" y="372700"/>
                  </a:lnTo>
                  <a:lnTo>
                    <a:pt x="24238" y="372661"/>
                  </a:lnTo>
                  <a:lnTo>
                    <a:pt x="23521" y="372561"/>
                  </a:lnTo>
                  <a:lnTo>
                    <a:pt x="23104" y="372641"/>
                  </a:lnTo>
                  <a:lnTo>
                    <a:pt x="22833" y="372957"/>
                  </a:lnTo>
                  <a:lnTo>
                    <a:pt x="21663" y="372815"/>
                  </a:lnTo>
                  <a:lnTo>
                    <a:pt x="21322" y="372713"/>
                  </a:lnTo>
                  <a:lnTo>
                    <a:pt x="21069" y="372711"/>
                  </a:lnTo>
                  <a:lnTo>
                    <a:pt x="19850" y="373230"/>
                  </a:lnTo>
                  <a:lnTo>
                    <a:pt x="19311" y="373244"/>
                  </a:lnTo>
                  <a:lnTo>
                    <a:pt x="18346" y="373679"/>
                  </a:lnTo>
                  <a:lnTo>
                    <a:pt x="18160" y="373640"/>
                  </a:lnTo>
                  <a:lnTo>
                    <a:pt x="17659" y="373375"/>
                  </a:lnTo>
                  <a:lnTo>
                    <a:pt x="17105" y="373731"/>
                  </a:lnTo>
                  <a:lnTo>
                    <a:pt x="16953" y="373835"/>
                  </a:lnTo>
                  <a:lnTo>
                    <a:pt x="16543" y="374066"/>
                  </a:lnTo>
                  <a:lnTo>
                    <a:pt x="15786" y="373899"/>
                  </a:lnTo>
                  <a:lnTo>
                    <a:pt x="14946" y="374270"/>
                  </a:lnTo>
                  <a:lnTo>
                    <a:pt x="14688" y="374026"/>
                  </a:lnTo>
                  <a:lnTo>
                    <a:pt x="14226" y="373967"/>
                  </a:lnTo>
                  <a:lnTo>
                    <a:pt x="13922" y="374073"/>
                  </a:lnTo>
                  <a:lnTo>
                    <a:pt x="13450" y="374187"/>
                  </a:lnTo>
                  <a:lnTo>
                    <a:pt x="13246" y="374216"/>
                  </a:lnTo>
                  <a:lnTo>
                    <a:pt x="13056" y="374254"/>
                  </a:lnTo>
                  <a:lnTo>
                    <a:pt x="12796" y="374348"/>
                  </a:lnTo>
                  <a:lnTo>
                    <a:pt x="12542" y="374357"/>
                  </a:lnTo>
                  <a:lnTo>
                    <a:pt x="12174" y="374200"/>
                  </a:lnTo>
                  <a:lnTo>
                    <a:pt x="11937" y="374159"/>
                  </a:lnTo>
                  <a:lnTo>
                    <a:pt x="11683" y="374353"/>
                  </a:lnTo>
                  <a:lnTo>
                    <a:pt x="11225" y="374356"/>
                  </a:lnTo>
                  <a:lnTo>
                    <a:pt x="10887" y="374452"/>
                  </a:lnTo>
                  <a:lnTo>
                    <a:pt x="10548" y="374285"/>
                  </a:lnTo>
                  <a:lnTo>
                    <a:pt x="10340" y="374320"/>
                  </a:lnTo>
                  <a:lnTo>
                    <a:pt x="9591" y="374788"/>
                  </a:lnTo>
                  <a:lnTo>
                    <a:pt x="9165" y="374743"/>
                  </a:lnTo>
                  <a:lnTo>
                    <a:pt x="8867" y="374653"/>
                  </a:lnTo>
                  <a:lnTo>
                    <a:pt x="8245" y="374666"/>
                  </a:lnTo>
                  <a:lnTo>
                    <a:pt x="7126" y="374774"/>
                  </a:lnTo>
                  <a:lnTo>
                    <a:pt x="6776" y="375152"/>
                  </a:lnTo>
                  <a:lnTo>
                    <a:pt x="6489" y="375801"/>
                  </a:lnTo>
                  <a:lnTo>
                    <a:pt x="5908" y="376328"/>
                  </a:lnTo>
                  <a:lnTo>
                    <a:pt x="5726" y="377213"/>
                  </a:lnTo>
                  <a:lnTo>
                    <a:pt x="5679" y="377387"/>
                  </a:lnTo>
                  <a:lnTo>
                    <a:pt x="5409" y="377952"/>
                  </a:lnTo>
                  <a:lnTo>
                    <a:pt x="4873" y="377894"/>
                  </a:lnTo>
                  <a:lnTo>
                    <a:pt x="4631" y="377861"/>
                  </a:lnTo>
                  <a:lnTo>
                    <a:pt x="4376" y="377734"/>
                  </a:lnTo>
                  <a:lnTo>
                    <a:pt x="3691" y="378032"/>
                  </a:lnTo>
                  <a:lnTo>
                    <a:pt x="3435" y="378136"/>
                  </a:lnTo>
                  <a:lnTo>
                    <a:pt x="3052" y="377969"/>
                  </a:lnTo>
                  <a:lnTo>
                    <a:pt x="2691" y="377630"/>
                  </a:lnTo>
                  <a:lnTo>
                    <a:pt x="2589" y="377409"/>
                  </a:lnTo>
                  <a:lnTo>
                    <a:pt x="2088" y="376968"/>
                  </a:lnTo>
                  <a:lnTo>
                    <a:pt x="1949" y="377046"/>
                  </a:lnTo>
                  <a:lnTo>
                    <a:pt x="1711" y="377142"/>
                  </a:lnTo>
                  <a:lnTo>
                    <a:pt x="1514" y="377122"/>
                  </a:lnTo>
                  <a:lnTo>
                    <a:pt x="1226" y="377061"/>
                  </a:lnTo>
                  <a:lnTo>
                    <a:pt x="706" y="376728"/>
                  </a:lnTo>
                  <a:lnTo>
                    <a:pt x="598" y="376165"/>
                  </a:lnTo>
                  <a:lnTo>
                    <a:pt x="515" y="375935"/>
                  </a:lnTo>
                  <a:lnTo>
                    <a:pt x="521" y="375606"/>
                  </a:lnTo>
                  <a:lnTo>
                    <a:pt x="752" y="375378"/>
                  </a:lnTo>
                  <a:lnTo>
                    <a:pt x="897" y="375314"/>
                  </a:lnTo>
                  <a:lnTo>
                    <a:pt x="1162" y="375068"/>
                  </a:lnTo>
                  <a:lnTo>
                    <a:pt x="1037" y="374614"/>
                  </a:lnTo>
                  <a:lnTo>
                    <a:pt x="595" y="373522"/>
                  </a:lnTo>
                  <a:lnTo>
                    <a:pt x="589" y="373271"/>
                  </a:lnTo>
                  <a:lnTo>
                    <a:pt x="520" y="373090"/>
                  </a:lnTo>
                  <a:lnTo>
                    <a:pt x="161" y="372524"/>
                  </a:lnTo>
                  <a:lnTo>
                    <a:pt x="109" y="372311"/>
                  </a:lnTo>
                  <a:lnTo>
                    <a:pt x="110" y="372024"/>
                  </a:lnTo>
                  <a:lnTo>
                    <a:pt x="169" y="371680"/>
                  </a:lnTo>
                  <a:lnTo>
                    <a:pt x="74" y="371262"/>
                  </a:lnTo>
                  <a:lnTo>
                    <a:pt x="3" y="370656"/>
                  </a:lnTo>
                  <a:lnTo>
                    <a:pt x="0" y="370444"/>
                  </a:lnTo>
                  <a:lnTo>
                    <a:pt x="13" y="369969"/>
                  </a:lnTo>
                  <a:lnTo>
                    <a:pt x="272" y="369328"/>
                  </a:lnTo>
                  <a:lnTo>
                    <a:pt x="157" y="368553"/>
                  </a:lnTo>
                  <a:lnTo>
                    <a:pt x="138" y="368352"/>
                  </a:lnTo>
                  <a:lnTo>
                    <a:pt x="57" y="367348"/>
                  </a:lnTo>
                  <a:lnTo>
                    <a:pt x="553" y="367040"/>
                  </a:lnTo>
                  <a:lnTo>
                    <a:pt x="888" y="366772"/>
                  </a:lnTo>
                  <a:lnTo>
                    <a:pt x="1606" y="366369"/>
                  </a:lnTo>
                  <a:lnTo>
                    <a:pt x="1906" y="366291"/>
                  </a:lnTo>
                  <a:lnTo>
                    <a:pt x="2304" y="365798"/>
                  </a:lnTo>
                  <a:lnTo>
                    <a:pt x="5489" y="363076"/>
                  </a:lnTo>
                  <a:lnTo>
                    <a:pt x="8463" y="360535"/>
                  </a:lnTo>
                  <a:lnTo>
                    <a:pt x="8764" y="360347"/>
                  </a:lnTo>
                  <a:lnTo>
                    <a:pt x="13642" y="353298"/>
                  </a:lnTo>
                  <a:lnTo>
                    <a:pt x="14143" y="352573"/>
                  </a:lnTo>
                  <a:lnTo>
                    <a:pt x="16403" y="344890"/>
                  </a:lnTo>
                  <a:lnTo>
                    <a:pt x="16535" y="344339"/>
                  </a:lnTo>
                  <a:lnTo>
                    <a:pt x="17153" y="341776"/>
                  </a:lnTo>
                  <a:lnTo>
                    <a:pt x="18426" y="336507"/>
                  </a:lnTo>
                  <a:lnTo>
                    <a:pt x="18698" y="335381"/>
                  </a:lnTo>
                  <a:lnTo>
                    <a:pt x="19139" y="333556"/>
                  </a:lnTo>
                  <a:lnTo>
                    <a:pt x="19408" y="331888"/>
                  </a:lnTo>
                  <a:lnTo>
                    <a:pt x="19464" y="331545"/>
                  </a:lnTo>
                  <a:lnTo>
                    <a:pt x="20359" y="326437"/>
                  </a:lnTo>
                  <a:lnTo>
                    <a:pt x="21554" y="318203"/>
                  </a:lnTo>
                  <a:lnTo>
                    <a:pt x="23086" y="315729"/>
                  </a:lnTo>
                  <a:lnTo>
                    <a:pt x="24974" y="312684"/>
                  </a:lnTo>
                  <a:lnTo>
                    <a:pt x="26786" y="309767"/>
                  </a:lnTo>
                  <a:lnTo>
                    <a:pt x="27435" y="305404"/>
                  </a:lnTo>
                  <a:lnTo>
                    <a:pt x="27483" y="304138"/>
                  </a:lnTo>
                  <a:lnTo>
                    <a:pt x="27778" y="296430"/>
                  </a:lnTo>
                  <a:lnTo>
                    <a:pt x="27806" y="295686"/>
                  </a:lnTo>
                  <a:lnTo>
                    <a:pt x="31303" y="295171"/>
                  </a:lnTo>
                  <a:lnTo>
                    <a:pt x="47222" y="292805"/>
                  </a:lnTo>
                  <a:lnTo>
                    <a:pt x="54922" y="291681"/>
                  </a:lnTo>
                  <a:lnTo>
                    <a:pt x="55154" y="291625"/>
                  </a:lnTo>
                  <a:lnTo>
                    <a:pt x="67203" y="290743"/>
                  </a:lnTo>
                  <a:lnTo>
                    <a:pt x="67290" y="290577"/>
                  </a:lnTo>
                  <a:lnTo>
                    <a:pt x="70064" y="283817"/>
                  </a:lnTo>
                  <a:lnTo>
                    <a:pt x="69535" y="279217"/>
                  </a:lnTo>
                  <a:lnTo>
                    <a:pt x="74197" y="273623"/>
                  </a:lnTo>
                  <a:lnTo>
                    <a:pt x="78600" y="267148"/>
                  </a:lnTo>
                  <a:lnTo>
                    <a:pt x="79044" y="266575"/>
                  </a:lnTo>
                  <a:lnTo>
                    <a:pt x="87253" y="258319"/>
                  </a:lnTo>
                  <a:lnTo>
                    <a:pt x="91854" y="254742"/>
                  </a:lnTo>
                  <a:lnTo>
                    <a:pt x="103845" y="245555"/>
                  </a:lnTo>
                  <a:lnTo>
                    <a:pt x="111945" y="244225"/>
                  </a:lnTo>
                  <a:lnTo>
                    <a:pt x="114066" y="243822"/>
                  </a:lnTo>
                  <a:lnTo>
                    <a:pt x="115247" y="241963"/>
                  </a:lnTo>
                  <a:lnTo>
                    <a:pt x="116897" y="239467"/>
                  </a:lnTo>
                  <a:lnTo>
                    <a:pt x="117609" y="238726"/>
                  </a:lnTo>
                  <a:lnTo>
                    <a:pt x="119378" y="236813"/>
                  </a:lnTo>
                  <a:lnTo>
                    <a:pt x="124426" y="234119"/>
                  </a:lnTo>
                  <a:lnTo>
                    <a:pt x="126429" y="233718"/>
                  </a:lnTo>
                  <a:lnTo>
                    <a:pt x="131126" y="231466"/>
                  </a:lnTo>
                  <a:lnTo>
                    <a:pt x="132379" y="231211"/>
                  </a:lnTo>
                  <a:lnTo>
                    <a:pt x="132425" y="231342"/>
                  </a:lnTo>
                  <a:lnTo>
                    <a:pt x="132497" y="231665"/>
                  </a:lnTo>
                  <a:lnTo>
                    <a:pt x="132708" y="231947"/>
                  </a:lnTo>
                  <a:lnTo>
                    <a:pt x="133189" y="232432"/>
                  </a:lnTo>
                  <a:lnTo>
                    <a:pt x="133483" y="232681"/>
                  </a:lnTo>
                  <a:lnTo>
                    <a:pt x="134033" y="233388"/>
                  </a:lnTo>
                  <a:lnTo>
                    <a:pt x="134466" y="233641"/>
                  </a:lnTo>
                  <a:lnTo>
                    <a:pt x="135236" y="234293"/>
                  </a:lnTo>
                  <a:lnTo>
                    <a:pt x="135237" y="234457"/>
                  </a:lnTo>
                  <a:lnTo>
                    <a:pt x="135181" y="234700"/>
                  </a:lnTo>
                  <a:lnTo>
                    <a:pt x="134961" y="235152"/>
                  </a:lnTo>
                  <a:lnTo>
                    <a:pt x="135091" y="235488"/>
                  </a:lnTo>
                  <a:lnTo>
                    <a:pt x="135736" y="236216"/>
                  </a:lnTo>
                  <a:lnTo>
                    <a:pt x="135957" y="236622"/>
                  </a:lnTo>
                  <a:lnTo>
                    <a:pt x="135977" y="236768"/>
                  </a:lnTo>
                  <a:lnTo>
                    <a:pt x="136111" y="236996"/>
                  </a:lnTo>
                  <a:lnTo>
                    <a:pt x="136426" y="237265"/>
                  </a:lnTo>
                  <a:lnTo>
                    <a:pt x="136485" y="237411"/>
                  </a:lnTo>
                  <a:lnTo>
                    <a:pt x="136598" y="237795"/>
                  </a:lnTo>
                  <a:lnTo>
                    <a:pt x="136645" y="237925"/>
                  </a:lnTo>
                  <a:lnTo>
                    <a:pt x="136792" y="238234"/>
                  </a:lnTo>
                  <a:lnTo>
                    <a:pt x="137749" y="240089"/>
                  </a:lnTo>
                  <a:lnTo>
                    <a:pt x="137920" y="240275"/>
                  </a:lnTo>
                  <a:lnTo>
                    <a:pt x="139466" y="241812"/>
                  </a:lnTo>
                  <a:lnTo>
                    <a:pt x="139680" y="242024"/>
                  </a:lnTo>
                  <a:lnTo>
                    <a:pt x="140205" y="242176"/>
                  </a:lnTo>
                  <a:lnTo>
                    <a:pt x="140395" y="242047"/>
                  </a:lnTo>
                  <a:lnTo>
                    <a:pt x="140490" y="241911"/>
                  </a:lnTo>
                  <a:lnTo>
                    <a:pt x="140583" y="241646"/>
                  </a:lnTo>
                  <a:lnTo>
                    <a:pt x="140701" y="241311"/>
                  </a:lnTo>
                  <a:lnTo>
                    <a:pt x="140721" y="240970"/>
                  </a:lnTo>
                  <a:lnTo>
                    <a:pt x="140765" y="240811"/>
                  </a:lnTo>
                  <a:lnTo>
                    <a:pt x="140831" y="240576"/>
                  </a:lnTo>
                  <a:lnTo>
                    <a:pt x="141106" y="239916"/>
                  </a:lnTo>
                  <a:lnTo>
                    <a:pt x="141285" y="239525"/>
                  </a:lnTo>
                  <a:lnTo>
                    <a:pt x="141440" y="239153"/>
                  </a:lnTo>
                  <a:lnTo>
                    <a:pt x="141520" y="238902"/>
                  </a:lnTo>
                  <a:lnTo>
                    <a:pt x="141602" y="238630"/>
                  </a:lnTo>
                  <a:lnTo>
                    <a:pt x="141649" y="238466"/>
                  </a:lnTo>
                  <a:lnTo>
                    <a:pt x="141725" y="238208"/>
                  </a:lnTo>
                  <a:lnTo>
                    <a:pt x="142074" y="237699"/>
                  </a:lnTo>
                  <a:lnTo>
                    <a:pt x="142222" y="237571"/>
                  </a:lnTo>
                  <a:lnTo>
                    <a:pt x="142406" y="237412"/>
                  </a:lnTo>
                  <a:lnTo>
                    <a:pt x="143018" y="236747"/>
                  </a:lnTo>
                  <a:lnTo>
                    <a:pt x="143189" y="236614"/>
                  </a:lnTo>
                  <a:lnTo>
                    <a:pt x="143498" y="236371"/>
                  </a:lnTo>
                  <a:lnTo>
                    <a:pt x="144053" y="235938"/>
                  </a:lnTo>
                  <a:lnTo>
                    <a:pt x="144688" y="235441"/>
                  </a:lnTo>
                  <a:lnTo>
                    <a:pt x="144983" y="235285"/>
                  </a:lnTo>
                  <a:lnTo>
                    <a:pt x="145793" y="234751"/>
                  </a:lnTo>
                  <a:lnTo>
                    <a:pt x="146199" y="234544"/>
                  </a:lnTo>
                  <a:lnTo>
                    <a:pt x="146794" y="234220"/>
                  </a:lnTo>
                  <a:lnTo>
                    <a:pt x="146925" y="234134"/>
                  </a:lnTo>
                  <a:lnTo>
                    <a:pt x="148195" y="233260"/>
                  </a:lnTo>
                  <a:lnTo>
                    <a:pt x="148760" y="232885"/>
                  </a:lnTo>
                  <a:lnTo>
                    <a:pt x="148981" y="232739"/>
                  </a:lnTo>
                  <a:lnTo>
                    <a:pt x="149499" y="232395"/>
                  </a:lnTo>
                  <a:lnTo>
                    <a:pt x="149837" y="232212"/>
                  </a:lnTo>
                  <a:lnTo>
                    <a:pt x="150175" y="232065"/>
                  </a:lnTo>
                  <a:lnTo>
                    <a:pt x="150394" y="231893"/>
                  </a:lnTo>
                  <a:lnTo>
                    <a:pt x="150495" y="231753"/>
                  </a:lnTo>
                  <a:lnTo>
                    <a:pt x="151309" y="231134"/>
                  </a:lnTo>
                  <a:lnTo>
                    <a:pt x="151915" y="230865"/>
                  </a:lnTo>
                  <a:lnTo>
                    <a:pt x="152045" y="230831"/>
                  </a:lnTo>
                  <a:lnTo>
                    <a:pt x="152224" y="230792"/>
                  </a:lnTo>
                  <a:lnTo>
                    <a:pt x="152499" y="230584"/>
                  </a:lnTo>
                  <a:lnTo>
                    <a:pt x="152848" y="230175"/>
                  </a:lnTo>
                  <a:lnTo>
                    <a:pt x="152953" y="230006"/>
                  </a:lnTo>
                  <a:lnTo>
                    <a:pt x="153295" y="229917"/>
                  </a:lnTo>
                  <a:lnTo>
                    <a:pt x="154084" y="229712"/>
                  </a:lnTo>
                  <a:lnTo>
                    <a:pt x="154543" y="229615"/>
                  </a:lnTo>
                  <a:lnTo>
                    <a:pt x="154912" y="229513"/>
                  </a:lnTo>
                  <a:lnTo>
                    <a:pt x="155216" y="229367"/>
                  </a:lnTo>
                  <a:lnTo>
                    <a:pt x="155542" y="229173"/>
                  </a:lnTo>
                  <a:lnTo>
                    <a:pt x="155860" y="229016"/>
                  </a:lnTo>
                  <a:lnTo>
                    <a:pt x="156479" y="228673"/>
                  </a:lnTo>
                  <a:lnTo>
                    <a:pt x="156790" y="228478"/>
                  </a:lnTo>
                  <a:lnTo>
                    <a:pt x="157759" y="228204"/>
                  </a:lnTo>
                  <a:lnTo>
                    <a:pt x="158001" y="228164"/>
                  </a:lnTo>
                  <a:lnTo>
                    <a:pt x="159126" y="228169"/>
                  </a:lnTo>
                  <a:lnTo>
                    <a:pt x="159597" y="227972"/>
                  </a:lnTo>
                  <a:lnTo>
                    <a:pt x="159844" y="227934"/>
                  </a:lnTo>
                  <a:lnTo>
                    <a:pt x="159988" y="227942"/>
                  </a:lnTo>
                  <a:lnTo>
                    <a:pt x="161302" y="227877"/>
                  </a:lnTo>
                  <a:lnTo>
                    <a:pt x="161840" y="227830"/>
                  </a:lnTo>
                  <a:lnTo>
                    <a:pt x="162058" y="227811"/>
                  </a:lnTo>
                  <a:lnTo>
                    <a:pt x="162345" y="227742"/>
                  </a:lnTo>
                  <a:lnTo>
                    <a:pt x="163156" y="227544"/>
                  </a:lnTo>
                  <a:lnTo>
                    <a:pt x="163873" y="227177"/>
                  </a:lnTo>
                  <a:lnTo>
                    <a:pt x="164164" y="227111"/>
                  </a:lnTo>
                  <a:lnTo>
                    <a:pt x="164727" y="227074"/>
                  </a:lnTo>
                  <a:lnTo>
                    <a:pt x="164905" y="227066"/>
                  </a:lnTo>
                  <a:lnTo>
                    <a:pt x="165561" y="227192"/>
                  </a:lnTo>
                  <a:lnTo>
                    <a:pt x="166239" y="227151"/>
                  </a:lnTo>
                  <a:lnTo>
                    <a:pt x="166547" y="227033"/>
                  </a:lnTo>
                  <a:lnTo>
                    <a:pt x="166944" y="226755"/>
                  </a:lnTo>
                  <a:lnTo>
                    <a:pt x="167325" y="226487"/>
                  </a:lnTo>
                  <a:lnTo>
                    <a:pt x="167778" y="226139"/>
                  </a:lnTo>
                  <a:lnTo>
                    <a:pt x="168384" y="225946"/>
                  </a:lnTo>
                  <a:lnTo>
                    <a:pt x="169184" y="225798"/>
                  </a:lnTo>
                  <a:lnTo>
                    <a:pt x="170217" y="225295"/>
                  </a:lnTo>
                  <a:lnTo>
                    <a:pt x="170999" y="225067"/>
                  </a:lnTo>
                  <a:lnTo>
                    <a:pt x="171186" y="224971"/>
                  </a:lnTo>
                  <a:lnTo>
                    <a:pt x="171408" y="224786"/>
                  </a:lnTo>
                  <a:lnTo>
                    <a:pt x="172521" y="224288"/>
                  </a:lnTo>
                  <a:lnTo>
                    <a:pt x="173000" y="224107"/>
                  </a:lnTo>
                  <a:lnTo>
                    <a:pt x="173925" y="223652"/>
                  </a:lnTo>
                  <a:lnTo>
                    <a:pt x="174538" y="223358"/>
                  </a:lnTo>
                  <a:lnTo>
                    <a:pt x="175136" y="223026"/>
                  </a:lnTo>
                  <a:lnTo>
                    <a:pt x="175285" y="222921"/>
                  </a:lnTo>
                  <a:lnTo>
                    <a:pt x="175438" y="222799"/>
                  </a:lnTo>
                  <a:lnTo>
                    <a:pt x="175962" y="222388"/>
                  </a:lnTo>
                  <a:lnTo>
                    <a:pt x="176366" y="221944"/>
                  </a:lnTo>
                  <a:lnTo>
                    <a:pt x="176599" y="221690"/>
                  </a:lnTo>
                  <a:lnTo>
                    <a:pt x="176733" y="221566"/>
                  </a:lnTo>
                  <a:lnTo>
                    <a:pt x="176933" y="221400"/>
                  </a:lnTo>
                  <a:lnTo>
                    <a:pt x="177199" y="221176"/>
                  </a:lnTo>
                  <a:lnTo>
                    <a:pt x="177443" y="220977"/>
                  </a:lnTo>
                  <a:lnTo>
                    <a:pt x="177939" y="220564"/>
                  </a:lnTo>
                  <a:lnTo>
                    <a:pt x="178303" y="220252"/>
                  </a:lnTo>
                  <a:lnTo>
                    <a:pt x="178876" y="219558"/>
                  </a:lnTo>
                  <a:lnTo>
                    <a:pt x="178891" y="219359"/>
                  </a:lnTo>
                  <a:lnTo>
                    <a:pt x="179235" y="218538"/>
                  </a:lnTo>
                  <a:lnTo>
                    <a:pt x="179634" y="217383"/>
                  </a:lnTo>
                  <a:lnTo>
                    <a:pt x="179846" y="216101"/>
                  </a:lnTo>
                  <a:lnTo>
                    <a:pt x="176919" y="210969"/>
                  </a:lnTo>
                  <a:lnTo>
                    <a:pt x="178241" y="209942"/>
                  </a:lnTo>
                  <a:lnTo>
                    <a:pt x="179699" y="208811"/>
                  </a:lnTo>
                  <a:lnTo>
                    <a:pt x="181722" y="207291"/>
                  </a:lnTo>
                  <a:lnTo>
                    <a:pt x="175210" y="201456"/>
                  </a:lnTo>
                  <a:lnTo>
                    <a:pt x="175224" y="200998"/>
                  </a:lnTo>
                  <a:lnTo>
                    <a:pt x="175256" y="200040"/>
                  </a:lnTo>
                  <a:lnTo>
                    <a:pt x="176395" y="196729"/>
                  </a:lnTo>
                  <a:lnTo>
                    <a:pt x="173313" y="195848"/>
                  </a:lnTo>
                  <a:lnTo>
                    <a:pt x="172266" y="195522"/>
                  </a:lnTo>
                  <a:lnTo>
                    <a:pt x="172990" y="194588"/>
                  </a:lnTo>
                  <a:lnTo>
                    <a:pt x="173319" y="194136"/>
                  </a:lnTo>
                  <a:lnTo>
                    <a:pt x="174099" y="193090"/>
                  </a:lnTo>
                  <a:lnTo>
                    <a:pt x="174193" y="192040"/>
                  </a:lnTo>
                  <a:lnTo>
                    <a:pt x="174489" y="189781"/>
                  </a:lnTo>
                  <a:lnTo>
                    <a:pt x="174912" y="189513"/>
                  </a:lnTo>
                  <a:lnTo>
                    <a:pt x="175870" y="188931"/>
                  </a:lnTo>
                  <a:lnTo>
                    <a:pt x="176168" y="188755"/>
                  </a:lnTo>
                  <a:lnTo>
                    <a:pt x="176826" y="188245"/>
                  </a:lnTo>
                  <a:lnTo>
                    <a:pt x="178305" y="186485"/>
                  </a:lnTo>
                  <a:lnTo>
                    <a:pt x="179165" y="186203"/>
                  </a:lnTo>
                  <a:lnTo>
                    <a:pt x="179295" y="186156"/>
                  </a:lnTo>
                  <a:lnTo>
                    <a:pt x="179500" y="186078"/>
                  </a:lnTo>
                  <a:lnTo>
                    <a:pt x="179685" y="186000"/>
                  </a:lnTo>
                  <a:lnTo>
                    <a:pt x="180753" y="185686"/>
                  </a:lnTo>
                  <a:lnTo>
                    <a:pt x="181406" y="185035"/>
                  </a:lnTo>
                  <a:lnTo>
                    <a:pt x="181738" y="184991"/>
                  </a:lnTo>
                  <a:lnTo>
                    <a:pt x="182050" y="184939"/>
                  </a:lnTo>
                  <a:lnTo>
                    <a:pt x="183478" y="184330"/>
                  </a:lnTo>
                  <a:lnTo>
                    <a:pt x="183847" y="184035"/>
                  </a:lnTo>
                  <a:lnTo>
                    <a:pt x="184773" y="183553"/>
                  </a:lnTo>
                  <a:lnTo>
                    <a:pt x="185152" y="183354"/>
                  </a:lnTo>
                  <a:lnTo>
                    <a:pt x="185841" y="182986"/>
                  </a:lnTo>
                  <a:lnTo>
                    <a:pt x="185979" y="182914"/>
                  </a:lnTo>
                  <a:lnTo>
                    <a:pt x="186215" y="182784"/>
                  </a:lnTo>
                  <a:lnTo>
                    <a:pt x="187006" y="182402"/>
                  </a:lnTo>
                  <a:lnTo>
                    <a:pt x="187252" y="182305"/>
                  </a:lnTo>
                  <a:lnTo>
                    <a:pt x="187401" y="182256"/>
                  </a:lnTo>
                  <a:lnTo>
                    <a:pt x="187632" y="182135"/>
                  </a:lnTo>
                  <a:lnTo>
                    <a:pt x="187853" y="181998"/>
                  </a:lnTo>
                  <a:lnTo>
                    <a:pt x="188089" y="181877"/>
                  </a:lnTo>
                  <a:lnTo>
                    <a:pt x="188266" y="181795"/>
                  </a:lnTo>
                  <a:lnTo>
                    <a:pt x="189254" y="181327"/>
                  </a:lnTo>
                  <a:lnTo>
                    <a:pt x="189401" y="181261"/>
                  </a:lnTo>
                  <a:lnTo>
                    <a:pt x="190501" y="180675"/>
                  </a:lnTo>
                  <a:lnTo>
                    <a:pt x="191535" y="179926"/>
                  </a:lnTo>
                  <a:lnTo>
                    <a:pt x="193702" y="179766"/>
                  </a:lnTo>
                  <a:lnTo>
                    <a:pt x="194843" y="179662"/>
                  </a:lnTo>
                  <a:lnTo>
                    <a:pt x="195811" y="179562"/>
                  </a:lnTo>
                  <a:lnTo>
                    <a:pt x="196991" y="179453"/>
                  </a:lnTo>
                  <a:lnTo>
                    <a:pt x="197313" y="179420"/>
                  </a:lnTo>
                  <a:lnTo>
                    <a:pt x="198550" y="179302"/>
                  </a:lnTo>
                  <a:lnTo>
                    <a:pt x="199372" y="179218"/>
                  </a:lnTo>
                  <a:lnTo>
                    <a:pt x="200050" y="179155"/>
                  </a:lnTo>
                  <a:lnTo>
                    <a:pt x="201088" y="179058"/>
                  </a:lnTo>
                  <a:lnTo>
                    <a:pt x="202327" y="178934"/>
                  </a:lnTo>
                  <a:lnTo>
                    <a:pt x="203691" y="178808"/>
                  </a:lnTo>
                  <a:lnTo>
                    <a:pt x="208750" y="178230"/>
                  </a:lnTo>
                  <a:lnTo>
                    <a:pt x="211841" y="178340"/>
                  </a:lnTo>
                  <a:lnTo>
                    <a:pt x="214630" y="178348"/>
                  </a:lnTo>
                  <a:lnTo>
                    <a:pt x="219633" y="178363"/>
                  </a:lnTo>
                  <a:lnTo>
                    <a:pt x="220670" y="178118"/>
                  </a:lnTo>
                  <a:lnTo>
                    <a:pt x="221737" y="177864"/>
                  </a:lnTo>
                  <a:lnTo>
                    <a:pt x="221976" y="177805"/>
                  </a:lnTo>
                  <a:lnTo>
                    <a:pt x="222554" y="177666"/>
                  </a:lnTo>
                  <a:lnTo>
                    <a:pt x="222804" y="177606"/>
                  </a:lnTo>
                  <a:lnTo>
                    <a:pt x="223453" y="177461"/>
                  </a:lnTo>
                  <a:lnTo>
                    <a:pt x="223997" y="177334"/>
                  </a:lnTo>
                  <a:lnTo>
                    <a:pt x="225748" y="176921"/>
                  </a:lnTo>
                  <a:lnTo>
                    <a:pt x="226813" y="176669"/>
                  </a:lnTo>
                  <a:lnTo>
                    <a:pt x="227671" y="176471"/>
                  </a:lnTo>
                  <a:lnTo>
                    <a:pt x="228223" y="176337"/>
                  </a:lnTo>
                  <a:lnTo>
                    <a:pt x="228801" y="176207"/>
                  </a:lnTo>
                  <a:lnTo>
                    <a:pt x="229691" y="177909"/>
                  </a:lnTo>
                  <a:close/>
                  <a:moveTo>
                    <a:pt x="647826" y="569310"/>
                  </a:moveTo>
                  <a:lnTo>
                    <a:pt x="647144" y="569288"/>
                  </a:lnTo>
                  <a:lnTo>
                    <a:pt x="646868" y="569382"/>
                  </a:lnTo>
                  <a:lnTo>
                    <a:pt x="646089" y="569793"/>
                  </a:lnTo>
                  <a:lnTo>
                    <a:pt x="645927" y="569883"/>
                  </a:lnTo>
                  <a:lnTo>
                    <a:pt x="645596" y="569981"/>
                  </a:lnTo>
                  <a:lnTo>
                    <a:pt x="644949" y="570208"/>
                  </a:lnTo>
                  <a:lnTo>
                    <a:pt x="644735" y="570276"/>
                  </a:lnTo>
                  <a:lnTo>
                    <a:pt x="644259" y="570428"/>
                  </a:lnTo>
                  <a:lnTo>
                    <a:pt x="644004" y="570483"/>
                  </a:lnTo>
                  <a:lnTo>
                    <a:pt x="643870" y="570484"/>
                  </a:lnTo>
                  <a:lnTo>
                    <a:pt x="643522" y="570624"/>
                  </a:lnTo>
                  <a:lnTo>
                    <a:pt x="643210" y="570945"/>
                  </a:lnTo>
                  <a:lnTo>
                    <a:pt x="642320" y="570704"/>
                  </a:lnTo>
                  <a:lnTo>
                    <a:pt x="641763" y="570888"/>
                  </a:lnTo>
                  <a:lnTo>
                    <a:pt x="641487" y="571259"/>
                  </a:lnTo>
                  <a:lnTo>
                    <a:pt x="641443" y="571675"/>
                  </a:lnTo>
                  <a:lnTo>
                    <a:pt x="641564" y="572400"/>
                  </a:lnTo>
                  <a:lnTo>
                    <a:pt x="642021" y="572868"/>
                  </a:lnTo>
                  <a:lnTo>
                    <a:pt x="642438" y="572888"/>
                  </a:lnTo>
                  <a:lnTo>
                    <a:pt x="642815" y="572653"/>
                  </a:lnTo>
                  <a:lnTo>
                    <a:pt x="643005" y="572534"/>
                  </a:lnTo>
                  <a:lnTo>
                    <a:pt x="643458" y="572260"/>
                  </a:lnTo>
                  <a:lnTo>
                    <a:pt x="644117" y="572488"/>
                  </a:lnTo>
                  <a:lnTo>
                    <a:pt x="644201" y="572355"/>
                  </a:lnTo>
                  <a:lnTo>
                    <a:pt x="644414" y="572094"/>
                  </a:lnTo>
                  <a:lnTo>
                    <a:pt x="645128" y="572281"/>
                  </a:lnTo>
                  <a:lnTo>
                    <a:pt x="645479" y="572089"/>
                  </a:lnTo>
                  <a:lnTo>
                    <a:pt x="646016" y="571762"/>
                  </a:lnTo>
                  <a:lnTo>
                    <a:pt x="646355" y="571553"/>
                  </a:lnTo>
                  <a:lnTo>
                    <a:pt x="646425" y="571311"/>
                  </a:lnTo>
                  <a:lnTo>
                    <a:pt x="646520" y="571067"/>
                  </a:lnTo>
                  <a:lnTo>
                    <a:pt x="646659" y="571118"/>
                  </a:lnTo>
                  <a:lnTo>
                    <a:pt x="646947" y="571544"/>
                  </a:lnTo>
                  <a:lnTo>
                    <a:pt x="647113" y="570897"/>
                  </a:lnTo>
                  <a:lnTo>
                    <a:pt x="647219" y="570673"/>
                  </a:lnTo>
                  <a:lnTo>
                    <a:pt x="647545" y="570253"/>
                  </a:lnTo>
                  <a:lnTo>
                    <a:pt x="648340" y="570042"/>
                  </a:lnTo>
                  <a:lnTo>
                    <a:pt x="648572" y="570405"/>
                  </a:lnTo>
                  <a:lnTo>
                    <a:pt x="648910" y="570836"/>
                  </a:lnTo>
                  <a:lnTo>
                    <a:pt x="649243" y="570999"/>
                  </a:lnTo>
                  <a:lnTo>
                    <a:pt x="649186" y="570666"/>
                  </a:lnTo>
                  <a:lnTo>
                    <a:pt x="648993" y="570450"/>
                  </a:lnTo>
                  <a:lnTo>
                    <a:pt x="649138" y="570142"/>
                  </a:lnTo>
                  <a:lnTo>
                    <a:pt x="649373" y="569344"/>
                  </a:lnTo>
                  <a:lnTo>
                    <a:pt x="649453" y="569086"/>
                  </a:lnTo>
                  <a:lnTo>
                    <a:pt x="649435" y="568904"/>
                  </a:lnTo>
                  <a:lnTo>
                    <a:pt x="649158" y="568860"/>
                  </a:lnTo>
                  <a:lnTo>
                    <a:pt x="648649" y="568900"/>
                  </a:lnTo>
                  <a:lnTo>
                    <a:pt x="648324" y="568925"/>
                  </a:lnTo>
                  <a:lnTo>
                    <a:pt x="647977" y="569040"/>
                  </a:lnTo>
                  <a:close/>
                </a:path>
              </a:pathLst>
            </a:custGeom>
            <a:solidFill>
              <a:srgbClr val="F7E6D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4040044" y="5769117"/>
              <a:ext cx="183258" cy="184338"/>
            </a:xfrm>
            <a:custGeom>
              <a:avLst/>
              <a:pathLst>
                <a:path w="183258" h="184338">
                  <a:moveTo>
                    <a:pt x="182879" y="182879"/>
                  </a:moveTo>
                  <a:lnTo>
                    <a:pt x="182516" y="183392"/>
                  </a:lnTo>
                  <a:lnTo>
                    <a:pt x="181871" y="184338"/>
                  </a:lnTo>
                  <a:lnTo>
                    <a:pt x="181624" y="184338"/>
                  </a:lnTo>
                  <a:lnTo>
                    <a:pt x="181428" y="184338"/>
                  </a:lnTo>
                  <a:lnTo>
                    <a:pt x="181537" y="184175"/>
                  </a:lnTo>
                  <a:lnTo>
                    <a:pt x="182059" y="183204"/>
                  </a:lnTo>
                  <a:lnTo>
                    <a:pt x="182231" y="182701"/>
                  </a:lnTo>
                  <a:lnTo>
                    <a:pt x="182387" y="182283"/>
                  </a:lnTo>
                  <a:lnTo>
                    <a:pt x="182871" y="182033"/>
                  </a:lnTo>
                  <a:lnTo>
                    <a:pt x="182946" y="181810"/>
                  </a:lnTo>
                  <a:lnTo>
                    <a:pt x="183159" y="181910"/>
                  </a:lnTo>
                  <a:lnTo>
                    <a:pt x="183258" y="182264"/>
                  </a:lnTo>
                  <a:lnTo>
                    <a:pt x="183124" y="18247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4038417" y="5759407"/>
              <a:ext cx="183050" cy="182879"/>
            </a:xfrm>
            <a:custGeom>
              <a:avLst/>
              <a:pathLst>
                <a:path w="183050" h="182879">
                  <a:moveTo>
                    <a:pt x="182879" y="182879"/>
                  </a:moveTo>
                  <a:lnTo>
                    <a:pt x="183016" y="182427"/>
                  </a:lnTo>
                  <a:lnTo>
                    <a:pt x="183050" y="18257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4031982" y="5756386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4028828" y="5751737"/>
              <a:ext cx="183933" cy="183719"/>
            </a:xfrm>
            <a:custGeom>
              <a:avLst/>
              <a:pathLst>
                <a:path w="183933" h="183719">
                  <a:moveTo>
                    <a:pt x="182879" y="182879"/>
                  </a:moveTo>
                  <a:lnTo>
                    <a:pt x="183018" y="182642"/>
                  </a:lnTo>
                  <a:lnTo>
                    <a:pt x="183196" y="182727"/>
                  </a:lnTo>
                  <a:lnTo>
                    <a:pt x="183442" y="182916"/>
                  </a:lnTo>
                  <a:lnTo>
                    <a:pt x="183645" y="183151"/>
                  </a:lnTo>
                  <a:lnTo>
                    <a:pt x="183933" y="183605"/>
                  </a:lnTo>
                  <a:lnTo>
                    <a:pt x="183806" y="183710"/>
                  </a:lnTo>
                  <a:lnTo>
                    <a:pt x="183566" y="183719"/>
                  </a:lnTo>
                  <a:lnTo>
                    <a:pt x="183385" y="183592"/>
                  </a:lnTo>
                  <a:lnTo>
                    <a:pt x="183127" y="183374"/>
                  </a:lnTo>
                  <a:lnTo>
                    <a:pt x="183047" y="18317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4032714" y="5751195"/>
              <a:ext cx="182879" cy="183514"/>
            </a:xfrm>
            <a:custGeom>
              <a:avLst/>
              <a:pathLst>
                <a:path w="182879" h="183514">
                  <a:moveTo>
                    <a:pt x="182879" y="182879"/>
                  </a:moveTo>
                  <a:lnTo>
                    <a:pt x="182851" y="183255"/>
                  </a:lnTo>
                  <a:lnTo>
                    <a:pt x="182617" y="183496"/>
                  </a:lnTo>
                  <a:lnTo>
                    <a:pt x="181738" y="183514"/>
                  </a:lnTo>
                  <a:lnTo>
                    <a:pt x="181541" y="183268"/>
                  </a:lnTo>
                  <a:lnTo>
                    <a:pt x="181473" y="182966"/>
                  </a:lnTo>
                  <a:lnTo>
                    <a:pt x="181630" y="182427"/>
                  </a:lnTo>
                  <a:lnTo>
                    <a:pt x="182016" y="182001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4038591" y="5740574"/>
              <a:ext cx="184591" cy="182879"/>
            </a:xfrm>
            <a:custGeom>
              <a:avLst/>
              <a:pathLst>
                <a:path w="184591" h="182879">
                  <a:moveTo>
                    <a:pt x="182879" y="182879"/>
                  </a:moveTo>
                  <a:lnTo>
                    <a:pt x="184591" y="18047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4023930" y="5736891"/>
              <a:ext cx="182929" cy="183489"/>
            </a:xfrm>
            <a:custGeom>
              <a:avLst/>
              <a:pathLst>
                <a:path w="182929" h="183489">
                  <a:moveTo>
                    <a:pt x="182879" y="182879"/>
                  </a:moveTo>
                  <a:lnTo>
                    <a:pt x="181358" y="183489"/>
                  </a:lnTo>
                  <a:lnTo>
                    <a:pt x="180925" y="182615"/>
                  </a:lnTo>
                  <a:lnTo>
                    <a:pt x="181084" y="181892"/>
                  </a:lnTo>
                  <a:lnTo>
                    <a:pt x="181378" y="181751"/>
                  </a:lnTo>
                  <a:lnTo>
                    <a:pt x="181530" y="181838"/>
                  </a:lnTo>
                  <a:lnTo>
                    <a:pt x="181771" y="181973"/>
                  </a:lnTo>
                  <a:lnTo>
                    <a:pt x="182432" y="182160"/>
                  </a:lnTo>
                  <a:lnTo>
                    <a:pt x="182791" y="182201"/>
                  </a:lnTo>
                  <a:lnTo>
                    <a:pt x="182925" y="182215"/>
                  </a:lnTo>
                  <a:lnTo>
                    <a:pt x="182929" y="182454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4032438" y="5731697"/>
              <a:ext cx="188884" cy="190008"/>
            </a:xfrm>
            <a:custGeom>
              <a:avLst/>
              <a:pathLst>
                <a:path w="188884" h="190008">
                  <a:moveTo>
                    <a:pt x="182879" y="182879"/>
                  </a:moveTo>
                  <a:lnTo>
                    <a:pt x="183271" y="183082"/>
                  </a:lnTo>
                  <a:lnTo>
                    <a:pt x="183542" y="183079"/>
                  </a:lnTo>
                  <a:lnTo>
                    <a:pt x="183756" y="182985"/>
                  </a:lnTo>
                  <a:lnTo>
                    <a:pt x="183895" y="182946"/>
                  </a:lnTo>
                  <a:lnTo>
                    <a:pt x="184038" y="182936"/>
                  </a:lnTo>
                  <a:lnTo>
                    <a:pt x="184552" y="182954"/>
                  </a:lnTo>
                  <a:lnTo>
                    <a:pt x="184719" y="182988"/>
                  </a:lnTo>
                  <a:lnTo>
                    <a:pt x="185043" y="183000"/>
                  </a:lnTo>
                  <a:lnTo>
                    <a:pt x="185601" y="182750"/>
                  </a:lnTo>
                  <a:lnTo>
                    <a:pt x="185602" y="182339"/>
                  </a:lnTo>
                  <a:lnTo>
                    <a:pt x="186128" y="182090"/>
                  </a:lnTo>
                  <a:lnTo>
                    <a:pt x="186419" y="181975"/>
                  </a:lnTo>
                  <a:lnTo>
                    <a:pt x="186971" y="181758"/>
                  </a:lnTo>
                  <a:lnTo>
                    <a:pt x="187227" y="181739"/>
                  </a:lnTo>
                  <a:lnTo>
                    <a:pt x="187787" y="181996"/>
                  </a:lnTo>
                  <a:lnTo>
                    <a:pt x="188884" y="182764"/>
                  </a:lnTo>
                  <a:lnTo>
                    <a:pt x="188832" y="183152"/>
                  </a:lnTo>
                  <a:lnTo>
                    <a:pt x="188808" y="183326"/>
                  </a:lnTo>
                  <a:lnTo>
                    <a:pt x="188780" y="183494"/>
                  </a:lnTo>
                  <a:lnTo>
                    <a:pt x="188604" y="184190"/>
                  </a:lnTo>
                  <a:lnTo>
                    <a:pt x="188538" y="184377"/>
                  </a:lnTo>
                  <a:lnTo>
                    <a:pt x="188447" y="184629"/>
                  </a:lnTo>
                  <a:lnTo>
                    <a:pt x="188262" y="185163"/>
                  </a:lnTo>
                  <a:lnTo>
                    <a:pt x="188006" y="185919"/>
                  </a:lnTo>
                  <a:lnTo>
                    <a:pt x="187914" y="186212"/>
                  </a:lnTo>
                  <a:lnTo>
                    <a:pt x="187859" y="186414"/>
                  </a:lnTo>
                  <a:lnTo>
                    <a:pt x="187810" y="186642"/>
                  </a:lnTo>
                  <a:lnTo>
                    <a:pt x="187779" y="186863"/>
                  </a:lnTo>
                  <a:lnTo>
                    <a:pt x="187743" y="187181"/>
                  </a:lnTo>
                  <a:lnTo>
                    <a:pt x="187729" y="187406"/>
                  </a:lnTo>
                  <a:lnTo>
                    <a:pt x="187723" y="187593"/>
                  </a:lnTo>
                  <a:lnTo>
                    <a:pt x="187761" y="188319"/>
                  </a:lnTo>
                  <a:lnTo>
                    <a:pt x="187820" y="188725"/>
                  </a:lnTo>
                  <a:lnTo>
                    <a:pt x="187833" y="188906"/>
                  </a:lnTo>
                  <a:lnTo>
                    <a:pt x="187849" y="189236"/>
                  </a:lnTo>
                  <a:lnTo>
                    <a:pt x="187550" y="189946"/>
                  </a:lnTo>
                  <a:lnTo>
                    <a:pt x="187199" y="190008"/>
                  </a:lnTo>
                  <a:lnTo>
                    <a:pt x="187035" y="189978"/>
                  </a:lnTo>
                  <a:lnTo>
                    <a:pt x="186635" y="189478"/>
                  </a:lnTo>
                  <a:lnTo>
                    <a:pt x="186620" y="189329"/>
                  </a:lnTo>
                  <a:lnTo>
                    <a:pt x="186524" y="189196"/>
                  </a:lnTo>
                  <a:lnTo>
                    <a:pt x="186413" y="188805"/>
                  </a:lnTo>
                  <a:lnTo>
                    <a:pt x="186606" y="188339"/>
                  </a:lnTo>
                  <a:lnTo>
                    <a:pt x="186545" y="188121"/>
                  </a:lnTo>
                  <a:lnTo>
                    <a:pt x="186056" y="187965"/>
                  </a:lnTo>
                  <a:lnTo>
                    <a:pt x="185971" y="187803"/>
                  </a:lnTo>
                  <a:lnTo>
                    <a:pt x="185837" y="187535"/>
                  </a:lnTo>
                  <a:lnTo>
                    <a:pt x="185652" y="187194"/>
                  </a:lnTo>
                  <a:lnTo>
                    <a:pt x="185227" y="186610"/>
                  </a:lnTo>
                  <a:lnTo>
                    <a:pt x="185066" y="186333"/>
                  </a:lnTo>
                  <a:lnTo>
                    <a:pt x="184407" y="186012"/>
                  </a:lnTo>
                  <a:lnTo>
                    <a:pt x="184247" y="186021"/>
                  </a:lnTo>
                  <a:lnTo>
                    <a:pt x="183968" y="186056"/>
                  </a:lnTo>
                  <a:lnTo>
                    <a:pt x="183743" y="186081"/>
                  </a:lnTo>
                  <a:lnTo>
                    <a:pt x="183369" y="186186"/>
                  </a:lnTo>
                  <a:lnTo>
                    <a:pt x="183025" y="186122"/>
                  </a:lnTo>
                  <a:lnTo>
                    <a:pt x="182842" y="186046"/>
                  </a:lnTo>
                  <a:lnTo>
                    <a:pt x="181716" y="185918"/>
                  </a:lnTo>
                  <a:lnTo>
                    <a:pt x="181582" y="185989"/>
                  </a:lnTo>
                  <a:lnTo>
                    <a:pt x="181353" y="186101"/>
                  </a:lnTo>
                  <a:lnTo>
                    <a:pt x="181056" y="186222"/>
                  </a:lnTo>
                  <a:lnTo>
                    <a:pt x="180816" y="186234"/>
                  </a:lnTo>
                  <a:lnTo>
                    <a:pt x="180308" y="186122"/>
                  </a:lnTo>
                  <a:lnTo>
                    <a:pt x="179753" y="186089"/>
                  </a:lnTo>
                  <a:lnTo>
                    <a:pt x="178753" y="186400"/>
                  </a:lnTo>
                  <a:lnTo>
                    <a:pt x="178420" y="186660"/>
                  </a:lnTo>
                  <a:lnTo>
                    <a:pt x="178025" y="186960"/>
                  </a:lnTo>
                  <a:lnTo>
                    <a:pt x="177299" y="187408"/>
                  </a:lnTo>
                  <a:lnTo>
                    <a:pt x="177071" y="187471"/>
                  </a:lnTo>
                  <a:lnTo>
                    <a:pt x="176779" y="187548"/>
                  </a:lnTo>
                  <a:lnTo>
                    <a:pt x="176525" y="187623"/>
                  </a:lnTo>
                  <a:lnTo>
                    <a:pt x="176388" y="187663"/>
                  </a:lnTo>
                  <a:lnTo>
                    <a:pt x="176199" y="187718"/>
                  </a:lnTo>
                  <a:lnTo>
                    <a:pt x="175848" y="187831"/>
                  </a:lnTo>
                  <a:lnTo>
                    <a:pt x="175510" y="187889"/>
                  </a:lnTo>
                  <a:lnTo>
                    <a:pt x="175321" y="187979"/>
                  </a:lnTo>
                  <a:lnTo>
                    <a:pt x="174740" y="188117"/>
                  </a:lnTo>
                  <a:lnTo>
                    <a:pt x="174914" y="187265"/>
                  </a:lnTo>
                  <a:lnTo>
                    <a:pt x="175166" y="186859"/>
                  </a:lnTo>
                  <a:lnTo>
                    <a:pt x="175889" y="185920"/>
                  </a:lnTo>
                  <a:lnTo>
                    <a:pt x="176067" y="185333"/>
                  </a:lnTo>
                  <a:lnTo>
                    <a:pt x="176143" y="185084"/>
                  </a:lnTo>
                  <a:lnTo>
                    <a:pt x="176281" y="184843"/>
                  </a:lnTo>
                  <a:lnTo>
                    <a:pt x="177132" y="184127"/>
                  </a:lnTo>
                  <a:lnTo>
                    <a:pt x="177420" y="184280"/>
                  </a:lnTo>
                  <a:lnTo>
                    <a:pt x="177777" y="184497"/>
                  </a:lnTo>
                  <a:lnTo>
                    <a:pt x="177933" y="184445"/>
                  </a:lnTo>
                  <a:lnTo>
                    <a:pt x="178138" y="184218"/>
                  </a:lnTo>
                  <a:lnTo>
                    <a:pt x="177971" y="184256"/>
                  </a:lnTo>
                  <a:lnTo>
                    <a:pt x="177717" y="183861"/>
                  </a:lnTo>
                  <a:lnTo>
                    <a:pt x="177697" y="183414"/>
                  </a:lnTo>
                  <a:lnTo>
                    <a:pt x="177799" y="183157"/>
                  </a:lnTo>
                  <a:lnTo>
                    <a:pt x="177983" y="182922"/>
                  </a:lnTo>
                  <a:lnTo>
                    <a:pt x="177820" y="182428"/>
                  </a:lnTo>
                  <a:lnTo>
                    <a:pt x="177547" y="182178"/>
                  </a:lnTo>
                  <a:lnTo>
                    <a:pt x="177302" y="182045"/>
                  </a:lnTo>
                  <a:lnTo>
                    <a:pt x="177666" y="181997"/>
                  </a:lnTo>
                  <a:lnTo>
                    <a:pt x="178122" y="181964"/>
                  </a:lnTo>
                  <a:lnTo>
                    <a:pt x="178333" y="181995"/>
                  </a:lnTo>
                  <a:lnTo>
                    <a:pt x="179614" y="181844"/>
                  </a:lnTo>
                  <a:lnTo>
                    <a:pt x="179783" y="181877"/>
                  </a:lnTo>
                  <a:lnTo>
                    <a:pt x="180009" y="181936"/>
                  </a:lnTo>
                  <a:lnTo>
                    <a:pt x="180203" y="181981"/>
                  </a:lnTo>
                  <a:lnTo>
                    <a:pt x="180408" y="181485"/>
                  </a:lnTo>
                  <a:lnTo>
                    <a:pt x="180750" y="181223"/>
                  </a:lnTo>
                  <a:lnTo>
                    <a:pt x="181239" y="180954"/>
                  </a:lnTo>
                  <a:lnTo>
                    <a:pt x="181430" y="180900"/>
                  </a:lnTo>
                  <a:lnTo>
                    <a:pt x="181632" y="180850"/>
                  </a:lnTo>
                  <a:lnTo>
                    <a:pt x="181894" y="181050"/>
                  </a:lnTo>
                  <a:lnTo>
                    <a:pt x="182031" y="181185"/>
                  </a:lnTo>
                  <a:lnTo>
                    <a:pt x="182169" y="181390"/>
                  </a:lnTo>
                  <a:lnTo>
                    <a:pt x="182203" y="181541"/>
                  </a:lnTo>
                  <a:lnTo>
                    <a:pt x="182290" y="181920"/>
                  </a:lnTo>
                  <a:lnTo>
                    <a:pt x="182596" y="182616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4032311" y="5730905"/>
              <a:ext cx="183905" cy="183323"/>
            </a:xfrm>
            <a:custGeom>
              <a:avLst/>
              <a:pathLst>
                <a:path w="183905" h="183323">
                  <a:moveTo>
                    <a:pt x="182879" y="182879"/>
                  </a:moveTo>
                  <a:lnTo>
                    <a:pt x="183185" y="182487"/>
                  </a:lnTo>
                  <a:lnTo>
                    <a:pt x="183905" y="183323"/>
                  </a:lnTo>
                  <a:lnTo>
                    <a:pt x="183372" y="18332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4032113" y="5729419"/>
              <a:ext cx="183146" cy="182879"/>
            </a:xfrm>
            <a:custGeom>
              <a:avLst/>
              <a:pathLst>
                <a:path w="183146" h="182879">
                  <a:moveTo>
                    <a:pt x="182879" y="182879"/>
                  </a:moveTo>
                  <a:lnTo>
                    <a:pt x="182323" y="182675"/>
                  </a:lnTo>
                  <a:lnTo>
                    <a:pt x="182014" y="182691"/>
                  </a:lnTo>
                  <a:lnTo>
                    <a:pt x="182050" y="182349"/>
                  </a:lnTo>
                  <a:lnTo>
                    <a:pt x="182202" y="182282"/>
                  </a:lnTo>
                  <a:lnTo>
                    <a:pt x="182527" y="182141"/>
                  </a:lnTo>
                  <a:lnTo>
                    <a:pt x="182689" y="182146"/>
                  </a:lnTo>
                  <a:lnTo>
                    <a:pt x="183146" y="18249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4036289" y="5724704"/>
              <a:ext cx="188336" cy="188052"/>
            </a:xfrm>
            <a:custGeom>
              <a:avLst/>
              <a:pathLst>
                <a:path w="188336" h="188052">
                  <a:moveTo>
                    <a:pt x="182879" y="182879"/>
                  </a:moveTo>
                  <a:lnTo>
                    <a:pt x="182745" y="183180"/>
                  </a:lnTo>
                  <a:lnTo>
                    <a:pt x="182965" y="183212"/>
                  </a:lnTo>
                  <a:lnTo>
                    <a:pt x="183171" y="183133"/>
                  </a:lnTo>
                  <a:lnTo>
                    <a:pt x="183358" y="183056"/>
                  </a:lnTo>
                  <a:lnTo>
                    <a:pt x="183686" y="182685"/>
                  </a:lnTo>
                  <a:lnTo>
                    <a:pt x="183895" y="182578"/>
                  </a:lnTo>
                  <a:lnTo>
                    <a:pt x="184673" y="182471"/>
                  </a:lnTo>
                  <a:lnTo>
                    <a:pt x="184952" y="182299"/>
                  </a:lnTo>
                  <a:lnTo>
                    <a:pt x="185287" y="182061"/>
                  </a:lnTo>
                  <a:lnTo>
                    <a:pt x="185528" y="182050"/>
                  </a:lnTo>
                  <a:lnTo>
                    <a:pt x="186703" y="182468"/>
                  </a:lnTo>
                  <a:lnTo>
                    <a:pt x="186913" y="182449"/>
                  </a:lnTo>
                  <a:lnTo>
                    <a:pt x="187157" y="182361"/>
                  </a:lnTo>
                  <a:lnTo>
                    <a:pt x="187454" y="182267"/>
                  </a:lnTo>
                  <a:lnTo>
                    <a:pt x="187582" y="182186"/>
                  </a:lnTo>
                  <a:lnTo>
                    <a:pt x="187796" y="181982"/>
                  </a:lnTo>
                  <a:lnTo>
                    <a:pt x="187873" y="181846"/>
                  </a:lnTo>
                  <a:lnTo>
                    <a:pt x="188121" y="181642"/>
                  </a:lnTo>
                  <a:lnTo>
                    <a:pt x="188311" y="181728"/>
                  </a:lnTo>
                  <a:lnTo>
                    <a:pt x="188280" y="182074"/>
                  </a:lnTo>
                  <a:lnTo>
                    <a:pt x="188298" y="182235"/>
                  </a:lnTo>
                  <a:lnTo>
                    <a:pt x="188336" y="182473"/>
                  </a:lnTo>
                  <a:lnTo>
                    <a:pt x="188212" y="182687"/>
                  </a:lnTo>
                  <a:lnTo>
                    <a:pt x="187912" y="183094"/>
                  </a:lnTo>
                  <a:lnTo>
                    <a:pt x="187346" y="184057"/>
                  </a:lnTo>
                  <a:lnTo>
                    <a:pt x="187259" y="184285"/>
                  </a:lnTo>
                  <a:lnTo>
                    <a:pt x="187200" y="184439"/>
                  </a:lnTo>
                  <a:lnTo>
                    <a:pt x="187103" y="184693"/>
                  </a:lnTo>
                  <a:lnTo>
                    <a:pt x="187041" y="184981"/>
                  </a:lnTo>
                  <a:lnTo>
                    <a:pt x="186970" y="185185"/>
                  </a:lnTo>
                  <a:lnTo>
                    <a:pt x="186865" y="185441"/>
                  </a:lnTo>
                  <a:lnTo>
                    <a:pt x="186599" y="186230"/>
                  </a:lnTo>
                  <a:lnTo>
                    <a:pt x="186566" y="186369"/>
                  </a:lnTo>
                  <a:lnTo>
                    <a:pt x="186483" y="186649"/>
                  </a:lnTo>
                  <a:lnTo>
                    <a:pt x="186270" y="187233"/>
                  </a:lnTo>
                  <a:lnTo>
                    <a:pt x="186177" y="187397"/>
                  </a:lnTo>
                  <a:lnTo>
                    <a:pt x="186034" y="187600"/>
                  </a:lnTo>
                  <a:lnTo>
                    <a:pt x="185454" y="187860"/>
                  </a:lnTo>
                  <a:lnTo>
                    <a:pt x="184770" y="188033"/>
                  </a:lnTo>
                  <a:lnTo>
                    <a:pt x="184620" y="188052"/>
                  </a:lnTo>
                  <a:lnTo>
                    <a:pt x="184215" y="187956"/>
                  </a:lnTo>
                  <a:lnTo>
                    <a:pt x="184117" y="187366"/>
                  </a:lnTo>
                  <a:lnTo>
                    <a:pt x="184260" y="187330"/>
                  </a:lnTo>
                  <a:lnTo>
                    <a:pt x="184239" y="186805"/>
                  </a:lnTo>
                  <a:lnTo>
                    <a:pt x="183992" y="186444"/>
                  </a:lnTo>
                  <a:lnTo>
                    <a:pt x="183558" y="186607"/>
                  </a:lnTo>
                  <a:lnTo>
                    <a:pt x="183409" y="186178"/>
                  </a:lnTo>
                  <a:lnTo>
                    <a:pt x="183391" y="186040"/>
                  </a:lnTo>
                  <a:lnTo>
                    <a:pt x="183342" y="184697"/>
                  </a:lnTo>
                  <a:lnTo>
                    <a:pt x="182848" y="185084"/>
                  </a:lnTo>
                  <a:lnTo>
                    <a:pt x="182541" y="184912"/>
                  </a:lnTo>
                  <a:lnTo>
                    <a:pt x="182482" y="184628"/>
                  </a:lnTo>
                  <a:lnTo>
                    <a:pt x="182289" y="184565"/>
                  </a:lnTo>
                  <a:lnTo>
                    <a:pt x="182079" y="184623"/>
                  </a:lnTo>
                  <a:lnTo>
                    <a:pt x="182069" y="184964"/>
                  </a:lnTo>
                  <a:lnTo>
                    <a:pt x="181895" y="185168"/>
                  </a:lnTo>
                  <a:lnTo>
                    <a:pt x="181597" y="185024"/>
                  </a:lnTo>
                  <a:lnTo>
                    <a:pt x="181401" y="184914"/>
                  </a:lnTo>
                  <a:lnTo>
                    <a:pt x="181256" y="184821"/>
                  </a:lnTo>
                  <a:lnTo>
                    <a:pt x="180968" y="184683"/>
                  </a:lnTo>
                  <a:lnTo>
                    <a:pt x="180821" y="184656"/>
                  </a:lnTo>
                  <a:lnTo>
                    <a:pt x="180550" y="184495"/>
                  </a:lnTo>
                  <a:lnTo>
                    <a:pt x="180440" y="184363"/>
                  </a:lnTo>
                  <a:lnTo>
                    <a:pt x="180361" y="184218"/>
                  </a:lnTo>
                  <a:lnTo>
                    <a:pt x="180324" y="183953"/>
                  </a:lnTo>
                  <a:lnTo>
                    <a:pt x="180198" y="183720"/>
                  </a:lnTo>
                  <a:lnTo>
                    <a:pt x="180039" y="183764"/>
                  </a:lnTo>
                  <a:lnTo>
                    <a:pt x="179599" y="183804"/>
                  </a:lnTo>
                  <a:lnTo>
                    <a:pt x="179314" y="183622"/>
                  </a:lnTo>
                  <a:lnTo>
                    <a:pt x="179376" y="183402"/>
                  </a:lnTo>
                  <a:lnTo>
                    <a:pt x="179360" y="183057"/>
                  </a:lnTo>
                  <a:lnTo>
                    <a:pt x="180169" y="182973"/>
                  </a:lnTo>
                  <a:lnTo>
                    <a:pt x="180996" y="182484"/>
                  </a:lnTo>
                  <a:lnTo>
                    <a:pt x="180987" y="181972"/>
                  </a:lnTo>
                  <a:lnTo>
                    <a:pt x="181438" y="182115"/>
                  </a:lnTo>
                  <a:lnTo>
                    <a:pt x="181624" y="182116"/>
                  </a:lnTo>
                  <a:lnTo>
                    <a:pt x="181773" y="181967"/>
                  </a:lnTo>
                  <a:lnTo>
                    <a:pt x="182001" y="181738"/>
                  </a:lnTo>
                  <a:lnTo>
                    <a:pt x="182338" y="181414"/>
                  </a:lnTo>
                  <a:lnTo>
                    <a:pt x="182594" y="181513"/>
                  </a:lnTo>
                  <a:lnTo>
                    <a:pt x="182973" y="182031"/>
                  </a:lnTo>
                  <a:lnTo>
                    <a:pt x="183184" y="182639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4033068" y="5726622"/>
              <a:ext cx="183099" cy="182879"/>
            </a:xfrm>
            <a:custGeom>
              <a:avLst/>
              <a:pathLst>
                <a:path w="183099" h="182879">
                  <a:moveTo>
                    <a:pt x="182879" y="182879"/>
                  </a:moveTo>
                  <a:lnTo>
                    <a:pt x="182343" y="182855"/>
                  </a:lnTo>
                  <a:lnTo>
                    <a:pt x="182039" y="182777"/>
                  </a:lnTo>
                  <a:lnTo>
                    <a:pt x="181967" y="182397"/>
                  </a:lnTo>
                  <a:lnTo>
                    <a:pt x="182266" y="182151"/>
                  </a:lnTo>
                  <a:lnTo>
                    <a:pt x="182445" y="182162"/>
                  </a:lnTo>
                  <a:lnTo>
                    <a:pt x="182801" y="182162"/>
                  </a:lnTo>
                  <a:lnTo>
                    <a:pt x="183099" y="182207"/>
                  </a:lnTo>
                  <a:lnTo>
                    <a:pt x="183048" y="182561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4036257" y="5723313"/>
              <a:ext cx="183287" cy="183163"/>
            </a:xfrm>
            <a:custGeom>
              <a:avLst/>
              <a:pathLst>
                <a:path w="183287" h="183163">
                  <a:moveTo>
                    <a:pt x="182879" y="182879"/>
                  </a:moveTo>
                  <a:lnTo>
                    <a:pt x="183287" y="183018"/>
                  </a:lnTo>
                  <a:lnTo>
                    <a:pt x="183029" y="18316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068392" y="5714352"/>
              <a:ext cx="183183" cy="183162"/>
            </a:xfrm>
            <a:custGeom>
              <a:avLst/>
              <a:pathLst>
                <a:path w="183183" h="183162">
                  <a:moveTo>
                    <a:pt x="182879" y="182879"/>
                  </a:moveTo>
                  <a:lnTo>
                    <a:pt x="182692" y="183162"/>
                  </a:lnTo>
                  <a:lnTo>
                    <a:pt x="182603" y="182981"/>
                  </a:lnTo>
                  <a:lnTo>
                    <a:pt x="182640" y="182676"/>
                  </a:lnTo>
                  <a:lnTo>
                    <a:pt x="183170" y="182327"/>
                  </a:lnTo>
                  <a:lnTo>
                    <a:pt x="183183" y="182704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116306" y="5705145"/>
              <a:ext cx="183073" cy="183057"/>
            </a:xfrm>
            <a:custGeom>
              <a:avLst/>
              <a:pathLst>
                <a:path w="183073" h="183057">
                  <a:moveTo>
                    <a:pt x="182879" y="182879"/>
                  </a:moveTo>
                  <a:lnTo>
                    <a:pt x="182565" y="182910"/>
                  </a:lnTo>
                  <a:lnTo>
                    <a:pt x="182407" y="182917"/>
                  </a:lnTo>
                  <a:lnTo>
                    <a:pt x="181995" y="183057"/>
                  </a:lnTo>
                  <a:lnTo>
                    <a:pt x="181865" y="182964"/>
                  </a:lnTo>
                  <a:lnTo>
                    <a:pt x="181808" y="182776"/>
                  </a:lnTo>
                  <a:lnTo>
                    <a:pt x="181795" y="182588"/>
                  </a:lnTo>
                  <a:lnTo>
                    <a:pt x="181925" y="182327"/>
                  </a:lnTo>
                  <a:lnTo>
                    <a:pt x="182127" y="182254"/>
                  </a:lnTo>
                  <a:lnTo>
                    <a:pt x="182359" y="182207"/>
                  </a:lnTo>
                  <a:lnTo>
                    <a:pt x="182576" y="182288"/>
                  </a:lnTo>
                  <a:lnTo>
                    <a:pt x="182601" y="182589"/>
                  </a:lnTo>
                  <a:lnTo>
                    <a:pt x="182925" y="182584"/>
                  </a:lnTo>
                  <a:lnTo>
                    <a:pt x="183073" y="18285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113798" y="5701796"/>
              <a:ext cx="182922" cy="183293"/>
            </a:xfrm>
            <a:custGeom>
              <a:avLst/>
              <a:pathLst>
                <a:path w="182922" h="183293">
                  <a:moveTo>
                    <a:pt x="182879" y="182879"/>
                  </a:moveTo>
                  <a:lnTo>
                    <a:pt x="182922" y="183148"/>
                  </a:lnTo>
                  <a:lnTo>
                    <a:pt x="182882" y="183293"/>
                  </a:lnTo>
                  <a:lnTo>
                    <a:pt x="182616" y="18328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104963" y="5699888"/>
              <a:ext cx="185855" cy="187627"/>
            </a:xfrm>
            <a:custGeom>
              <a:avLst/>
              <a:pathLst>
                <a:path w="185855" h="187627">
                  <a:moveTo>
                    <a:pt x="182879" y="182879"/>
                  </a:moveTo>
                  <a:lnTo>
                    <a:pt x="182947" y="182657"/>
                  </a:lnTo>
                  <a:lnTo>
                    <a:pt x="183071" y="182348"/>
                  </a:lnTo>
                  <a:lnTo>
                    <a:pt x="183280" y="182626"/>
                  </a:lnTo>
                  <a:lnTo>
                    <a:pt x="183252" y="182796"/>
                  </a:lnTo>
                  <a:lnTo>
                    <a:pt x="183543" y="183074"/>
                  </a:lnTo>
                  <a:lnTo>
                    <a:pt x="183673" y="183075"/>
                  </a:lnTo>
                  <a:lnTo>
                    <a:pt x="183823" y="182921"/>
                  </a:lnTo>
                  <a:lnTo>
                    <a:pt x="183899" y="182717"/>
                  </a:lnTo>
                  <a:lnTo>
                    <a:pt x="184218" y="182464"/>
                  </a:lnTo>
                  <a:lnTo>
                    <a:pt x="184482" y="182412"/>
                  </a:lnTo>
                  <a:lnTo>
                    <a:pt x="184676" y="182504"/>
                  </a:lnTo>
                  <a:lnTo>
                    <a:pt x="185094" y="182824"/>
                  </a:lnTo>
                  <a:lnTo>
                    <a:pt x="185260" y="182971"/>
                  </a:lnTo>
                  <a:lnTo>
                    <a:pt x="185464" y="182906"/>
                  </a:lnTo>
                  <a:lnTo>
                    <a:pt x="185824" y="183113"/>
                  </a:lnTo>
                  <a:lnTo>
                    <a:pt x="185855" y="183658"/>
                  </a:lnTo>
                  <a:lnTo>
                    <a:pt x="185492" y="183958"/>
                  </a:lnTo>
                  <a:lnTo>
                    <a:pt x="185373" y="184299"/>
                  </a:lnTo>
                  <a:lnTo>
                    <a:pt x="185216" y="184362"/>
                  </a:lnTo>
                  <a:lnTo>
                    <a:pt x="184822" y="184206"/>
                  </a:lnTo>
                  <a:lnTo>
                    <a:pt x="184560" y="184269"/>
                  </a:lnTo>
                  <a:lnTo>
                    <a:pt x="184185" y="184461"/>
                  </a:lnTo>
                  <a:lnTo>
                    <a:pt x="183720" y="184738"/>
                  </a:lnTo>
                  <a:lnTo>
                    <a:pt x="183327" y="185109"/>
                  </a:lnTo>
                  <a:lnTo>
                    <a:pt x="182884" y="184964"/>
                  </a:lnTo>
                  <a:lnTo>
                    <a:pt x="182374" y="185065"/>
                  </a:lnTo>
                  <a:lnTo>
                    <a:pt x="182202" y="184724"/>
                  </a:lnTo>
                  <a:lnTo>
                    <a:pt x="181826" y="184823"/>
                  </a:lnTo>
                  <a:lnTo>
                    <a:pt x="180894" y="185162"/>
                  </a:lnTo>
                  <a:lnTo>
                    <a:pt x="180601" y="185352"/>
                  </a:lnTo>
                  <a:lnTo>
                    <a:pt x="180114" y="185728"/>
                  </a:lnTo>
                  <a:lnTo>
                    <a:pt x="179871" y="186002"/>
                  </a:lnTo>
                  <a:lnTo>
                    <a:pt x="179625" y="186205"/>
                  </a:lnTo>
                  <a:lnTo>
                    <a:pt x="179327" y="186466"/>
                  </a:lnTo>
                  <a:lnTo>
                    <a:pt x="178904" y="186843"/>
                  </a:lnTo>
                  <a:lnTo>
                    <a:pt x="178729" y="186998"/>
                  </a:lnTo>
                  <a:lnTo>
                    <a:pt x="178330" y="187477"/>
                  </a:lnTo>
                  <a:lnTo>
                    <a:pt x="177841" y="186951"/>
                  </a:lnTo>
                  <a:lnTo>
                    <a:pt x="177581" y="186998"/>
                  </a:lnTo>
                  <a:lnTo>
                    <a:pt x="177355" y="187074"/>
                  </a:lnTo>
                  <a:lnTo>
                    <a:pt x="176961" y="187381"/>
                  </a:lnTo>
                  <a:lnTo>
                    <a:pt x="176551" y="187392"/>
                  </a:lnTo>
                  <a:lnTo>
                    <a:pt x="176375" y="187402"/>
                  </a:lnTo>
                  <a:lnTo>
                    <a:pt x="176265" y="187627"/>
                  </a:lnTo>
                  <a:lnTo>
                    <a:pt x="175955" y="187460"/>
                  </a:lnTo>
                  <a:lnTo>
                    <a:pt x="175927" y="187269"/>
                  </a:lnTo>
                  <a:lnTo>
                    <a:pt x="176667" y="186796"/>
                  </a:lnTo>
                  <a:lnTo>
                    <a:pt x="176864" y="186703"/>
                  </a:lnTo>
                  <a:lnTo>
                    <a:pt x="176963" y="186380"/>
                  </a:lnTo>
                  <a:lnTo>
                    <a:pt x="176856" y="186166"/>
                  </a:lnTo>
                  <a:lnTo>
                    <a:pt x="176796" y="185845"/>
                  </a:lnTo>
                  <a:lnTo>
                    <a:pt x="176921" y="185592"/>
                  </a:lnTo>
                  <a:lnTo>
                    <a:pt x="177061" y="185478"/>
                  </a:lnTo>
                  <a:lnTo>
                    <a:pt x="177261" y="185357"/>
                  </a:lnTo>
                  <a:lnTo>
                    <a:pt x="177581" y="185368"/>
                  </a:lnTo>
                  <a:lnTo>
                    <a:pt x="177748" y="185140"/>
                  </a:lnTo>
                  <a:lnTo>
                    <a:pt x="178032" y="184875"/>
                  </a:lnTo>
                  <a:lnTo>
                    <a:pt x="178132" y="184571"/>
                  </a:lnTo>
                  <a:lnTo>
                    <a:pt x="178148" y="184335"/>
                  </a:lnTo>
                  <a:lnTo>
                    <a:pt x="178045" y="183948"/>
                  </a:lnTo>
                  <a:lnTo>
                    <a:pt x="177793" y="183492"/>
                  </a:lnTo>
                  <a:lnTo>
                    <a:pt x="177608" y="183385"/>
                  </a:lnTo>
                  <a:lnTo>
                    <a:pt x="177459" y="183437"/>
                  </a:lnTo>
                  <a:lnTo>
                    <a:pt x="177146" y="183149"/>
                  </a:lnTo>
                  <a:lnTo>
                    <a:pt x="177379" y="182724"/>
                  </a:lnTo>
                  <a:lnTo>
                    <a:pt x="177907" y="182510"/>
                  </a:lnTo>
                  <a:lnTo>
                    <a:pt x="178174" y="182681"/>
                  </a:lnTo>
                  <a:lnTo>
                    <a:pt x="178516" y="182805"/>
                  </a:lnTo>
                  <a:lnTo>
                    <a:pt x="178878" y="183014"/>
                  </a:lnTo>
                  <a:lnTo>
                    <a:pt x="179101" y="183145"/>
                  </a:lnTo>
                  <a:lnTo>
                    <a:pt x="179465" y="182925"/>
                  </a:lnTo>
                  <a:lnTo>
                    <a:pt x="179741" y="182993"/>
                  </a:lnTo>
                  <a:lnTo>
                    <a:pt x="179879" y="183038"/>
                  </a:lnTo>
                  <a:lnTo>
                    <a:pt x="180040" y="182898"/>
                  </a:lnTo>
                  <a:lnTo>
                    <a:pt x="180244" y="182331"/>
                  </a:lnTo>
                  <a:lnTo>
                    <a:pt x="180535" y="182273"/>
                  </a:lnTo>
                  <a:lnTo>
                    <a:pt x="180621" y="182479"/>
                  </a:lnTo>
                  <a:lnTo>
                    <a:pt x="180884" y="182294"/>
                  </a:lnTo>
                  <a:lnTo>
                    <a:pt x="181339" y="181937"/>
                  </a:lnTo>
                  <a:lnTo>
                    <a:pt x="181482" y="181985"/>
                  </a:lnTo>
                  <a:lnTo>
                    <a:pt x="181742" y="182148"/>
                  </a:lnTo>
                  <a:lnTo>
                    <a:pt x="181719" y="182340"/>
                  </a:lnTo>
                  <a:lnTo>
                    <a:pt x="181709" y="182669"/>
                  </a:lnTo>
                  <a:lnTo>
                    <a:pt x="182107" y="18307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112984" y="5700139"/>
              <a:ext cx="182879" cy="183262"/>
            </a:xfrm>
            <a:custGeom>
              <a:avLst/>
              <a:pathLst>
                <a:path w="182879" h="183262">
                  <a:moveTo>
                    <a:pt x="182879" y="182879"/>
                  </a:moveTo>
                  <a:lnTo>
                    <a:pt x="182727" y="183074"/>
                  </a:lnTo>
                  <a:lnTo>
                    <a:pt x="182342" y="183262"/>
                  </a:lnTo>
                  <a:lnTo>
                    <a:pt x="182359" y="182826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098514" y="5697313"/>
              <a:ext cx="183492" cy="183799"/>
            </a:xfrm>
            <a:custGeom>
              <a:avLst/>
              <a:pathLst>
                <a:path w="183492" h="183799">
                  <a:moveTo>
                    <a:pt x="182879" y="182879"/>
                  </a:moveTo>
                  <a:lnTo>
                    <a:pt x="183082" y="182594"/>
                  </a:lnTo>
                  <a:lnTo>
                    <a:pt x="183284" y="183126"/>
                  </a:lnTo>
                  <a:lnTo>
                    <a:pt x="183492" y="183725"/>
                  </a:lnTo>
                  <a:lnTo>
                    <a:pt x="183288" y="183799"/>
                  </a:lnTo>
                  <a:lnTo>
                    <a:pt x="183015" y="18322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097802" y="5697549"/>
              <a:ext cx="183059" cy="183363"/>
            </a:xfrm>
            <a:custGeom>
              <a:avLst/>
              <a:pathLst>
                <a:path w="183059" h="183363">
                  <a:moveTo>
                    <a:pt x="182879" y="182879"/>
                  </a:moveTo>
                  <a:lnTo>
                    <a:pt x="182759" y="183129"/>
                  </a:lnTo>
                  <a:lnTo>
                    <a:pt x="182692" y="183282"/>
                  </a:lnTo>
                  <a:lnTo>
                    <a:pt x="182173" y="183363"/>
                  </a:lnTo>
                  <a:lnTo>
                    <a:pt x="182153" y="183166"/>
                  </a:lnTo>
                  <a:lnTo>
                    <a:pt x="182138" y="182984"/>
                  </a:lnTo>
                  <a:lnTo>
                    <a:pt x="182134" y="182760"/>
                  </a:lnTo>
                  <a:lnTo>
                    <a:pt x="182197" y="182468"/>
                  </a:lnTo>
                  <a:lnTo>
                    <a:pt x="182632" y="182423"/>
                  </a:lnTo>
                  <a:lnTo>
                    <a:pt x="182802" y="182598"/>
                  </a:lnTo>
                  <a:lnTo>
                    <a:pt x="183059" y="18265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098461" y="5695294"/>
              <a:ext cx="182920" cy="183495"/>
            </a:xfrm>
            <a:custGeom>
              <a:avLst/>
              <a:pathLst>
                <a:path w="182920" h="183495">
                  <a:moveTo>
                    <a:pt x="182879" y="182879"/>
                  </a:moveTo>
                  <a:lnTo>
                    <a:pt x="182920" y="183007"/>
                  </a:lnTo>
                  <a:lnTo>
                    <a:pt x="182903" y="183364"/>
                  </a:lnTo>
                  <a:lnTo>
                    <a:pt x="182767" y="183495"/>
                  </a:lnTo>
                  <a:lnTo>
                    <a:pt x="182605" y="18334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4098111" y="5695099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4144504" y="5704070"/>
              <a:ext cx="183947" cy="183057"/>
            </a:xfrm>
            <a:custGeom>
              <a:avLst/>
              <a:pathLst>
                <a:path w="183947" h="183057">
                  <a:moveTo>
                    <a:pt x="182879" y="182879"/>
                  </a:moveTo>
                  <a:lnTo>
                    <a:pt x="183412" y="182477"/>
                  </a:lnTo>
                  <a:lnTo>
                    <a:pt x="183765" y="182252"/>
                  </a:lnTo>
                  <a:lnTo>
                    <a:pt x="183947" y="182391"/>
                  </a:lnTo>
                  <a:lnTo>
                    <a:pt x="183868" y="182673"/>
                  </a:lnTo>
                  <a:lnTo>
                    <a:pt x="183780" y="182810"/>
                  </a:lnTo>
                  <a:lnTo>
                    <a:pt x="183599" y="182853"/>
                  </a:lnTo>
                  <a:lnTo>
                    <a:pt x="183255" y="183057"/>
                  </a:lnTo>
                  <a:lnTo>
                    <a:pt x="183092" y="183057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4134317" y="5702854"/>
              <a:ext cx="183957" cy="183003"/>
            </a:xfrm>
            <a:custGeom>
              <a:avLst/>
              <a:pathLst>
                <a:path w="183957" h="183003">
                  <a:moveTo>
                    <a:pt x="182879" y="182879"/>
                  </a:moveTo>
                  <a:lnTo>
                    <a:pt x="182915" y="182658"/>
                  </a:lnTo>
                  <a:lnTo>
                    <a:pt x="183098" y="182506"/>
                  </a:lnTo>
                  <a:lnTo>
                    <a:pt x="183395" y="182412"/>
                  </a:lnTo>
                  <a:lnTo>
                    <a:pt x="183957" y="182546"/>
                  </a:lnTo>
                  <a:lnTo>
                    <a:pt x="183817" y="182770"/>
                  </a:lnTo>
                  <a:lnTo>
                    <a:pt x="183446" y="183003"/>
                  </a:lnTo>
                  <a:lnTo>
                    <a:pt x="183204" y="18292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4138011" y="5702580"/>
              <a:ext cx="183240" cy="182879"/>
            </a:xfrm>
            <a:custGeom>
              <a:avLst/>
              <a:pathLst>
                <a:path w="183240" h="182879">
                  <a:moveTo>
                    <a:pt x="182879" y="182879"/>
                  </a:moveTo>
                  <a:lnTo>
                    <a:pt x="182590" y="182665"/>
                  </a:lnTo>
                  <a:lnTo>
                    <a:pt x="182717" y="182337"/>
                  </a:lnTo>
                  <a:lnTo>
                    <a:pt x="183050" y="182269"/>
                  </a:lnTo>
                  <a:lnTo>
                    <a:pt x="183240" y="18226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4149614" y="5702153"/>
              <a:ext cx="183008" cy="183259"/>
            </a:xfrm>
            <a:custGeom>
              <a:avLst/>
              <a:pathLst>
                <a:path w="183008" h="183259">
                  <a:moveTo>
                    <a:pt x="182879" y="182879"/>
                  </a:moveTo>
                  <a:lnTo>
                    <a:pt x="182480" y="183121"/>
                  </a:lnTo>
                  <a:lnTo>
                    <a:pt x="182330" y="183259"/>
                  </a:lnTo>
                  <a:lnTo>
                    <a:pt x="181884" y="183136"/>
                  </a:lnTo>
                  <a:lnTo>
                    <a:pt x="181578" y="183189"/>
                  </a:lnTo>
                  <a:lnTo>
                    <a:pt x="181287" y="183034"/>
                  </a:lnTo>
                  <a:lnTo>
                    <a:pt x="181273" y="182705"/>
                  </a:lnTo>
                  <a:lnTo>
                    <a:pt x="180912" y="182861"/>
                  </a:lnTo>
                  <a:lnTo>
                    <a:pt x="181711" y="182386"/>
                  </a:lnTo>
                  <a:lnTo>
                    <a:pt x="181882" y="182293"/>
                  </a:lnTo>
                  <a:lnTo>
                    <a:pt x="182023" y="182340"/>
                  </a:lnTo>
                  <a:lnTo>
                    <a:pt x="182413" y="182420"/>
                  </a:lnTo>
                  <a:lnTo>
                    <a:pt x="182843" y="182550"/>
                  </a:lnTo>
                  <a:lnTo>
                    <a:pt x="183008" y="18266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4138372" y="5701713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4138269" y="5696265"/>
              <a:ext cx="183154" cy="189720"/>
            </a:xfrm>
            <a:custGeom>
              <a:avLst/>
              <a:pathLst>
                <a:path w="183154" h="189720">
                  <a:moveTo>
                    <a:pt x="182879" y="182879"/>
                  </a:moveTo>
                  <a:lnTo>
                    <a:pt x="182948" y="183318"/>
                  </a:lnTo>
                  <a:lnTo>
                    <a:pt x="183021" y="183450"/>
                  </a:lnTo>
                  <a:lnTo>
                    <a:pt x="183154" y="183913"/>
                  </a:lnTo>
                  <a:lnTo>
                    <a:pt x="182633" y="184437"/>
                  </a:lnTo>
                  <a:lnTo>
                    <a:pt x="182283" y="184694"/>
                  </a:lnTo>
                  <a:lnTo>
                    <a:pt x="181732" y="184930"/>
                  </a:lnTo>
                  <a:lnTo>
                    <a:pt x="181669" y="185063"/>
                  </a:lnTo>
                  <a:lnTo>
                    <a:pt x="181613" y="185435"/>
                  </a:lnTo>
                  <a:lnTo>
                    <a:pt x="181560" y="186038"/>
                  </a:lnTo>
                  <a:lnTo>
                    <a:pt x="181800" y="186206"/>
                  </a:lnTo>
                  <a:lnTo>
                    <a:pt x="181965" y="186567"/>
                  </a:lnTo>
                  <a:lnTo>
                    <a:pt x="182227" y="186675"/>
                  </a:lnTo>
                  <a:lnTo>
                    <a:pt x="182469" y="186647"/>
                  </a:lnTo>
                  <a:lnTo>
                    <a:pt x="182739" y="186685"/>
                  </a:lnTo>
                  <a:lnTo>
                    <a:pt x="182905" y="186810"/>
                  </a:lnTo>
                  <a:lnTo>
                    <a:pt x="182704" y="187183"/>
                  </a:lnTo>
                  <a:lnTo>
                    <a:pt x="182218" y="187119"/>
                  </a:lnTo>
                  <a:lnTo>
                    <a:pt x="181783" y="187089"/>
                  </a:lnTo>
                  <a:lnTo>
                    <a:pt x="181330" y="187324"/>
                  </a:lnTo>
                  <a:lnTo>
                    <a:pt x="181429" y="187718"/>
                  </a:lnTo>
                  <a:lnTo>
                    <a:pt x="180999" y="187906"/>
                  </a:lnTo>
                  <a:lnTo>
                    <a:pt x="180811" y="188079"/>
                  </a:lnTo>
                  <a:lnTo>
                    <a:pt x="180831" y="188243"/>
                  </a:lnTo>
                  <a:lnTo>
                    <a:pt x="180518" y="188203"/>
                  </a:lnTo>
                  <a:lnTo>
                    <a:pt x="179642" y="188103"/>
                  </a:lnTo>
                  <a:lnTo>
                    <a:pt x="179365" y="188133"/>
                  </a:lnTo>
                  <a:lnTo>
                    <a:pt x="178983" y="188125"/>
                  </a:lnTo>
                  <a:lnTo>
                    <a:pt x="179000" y="187975"/>
                  </a:lnTo>
                  <a:lnTo>
                    <a:pt x="178754" y="187818"/>
                  </a:lnTo>
                  <a:lnTo>
                    <a:pt x="178536" y="187773"/>
                  </a:lnTo>
                  <a:lnTo>
                    <a:pt x="178377" y="187758"/>
                  </a:lnTo>
                  <a:lnTo>
                    <a:pt x="178148" y="188095"/>
                  </a:lnTo>
                  <a:lnTo>
                    <a:pt x="177692" y="188354"/>
                  </a:lnTo>
                  <a:lnTo>
                    <a:pt x="177387" y="188430"/>
                  </a:lnTo>
                  <a:lnTo>
                    <a:pt x="177158" y="188576"/>
                  </a:lnTo>
                  <a:lnTo>
                    <a:pt x="177140" y="188806"/>
                  </a:lnTo>
                  <a:lnTo>
                    <a:pt x="177275" y="189107"/>
                  </a:lnTo>
                  <a:lnTo>
                    <a:pt x="177842" y="189514"/>
                  </a:lnTo>
                  <a:lnTo>
                    <a:pt x="177574" y="189544"/>
                  </a:lnTo>
                  <a:lnTo>
                    <a:pt x="177194" y="189238"/>
                  </a:lnTo>
                  <a:lnTo>
                    <a:pt x="176568" y="189720"/>
                  </a:lnTo>
                  <a:lnTo>
                    <a:pt x="176334" y="189558"/>
                  </a:lnTo>
                  <a:lnTo>
                    <a:pt x="176730" y="189155"/>
                  </a:lnTo>
                  <a:lnTo>
                    <a:pt x="176826" y="189002"/>
                  </a:lnTo>
                  <a:lnTo>
                    <a:pt x="176525" y="188742"/>
                  </a:lnTo>
                  <a:lnTo>
                    <a:pt x="176714" y="188590"/>
                  </a:lnTo>
                  <a:lnTo>
                    <a:pt x="176839" y="188303"/>
                  </a:lnTo>
                  <a:lnTo>
                    <a:pt x="176612" y="188159"/>
                  </a:lnTo>
                  <a:lnTo>
                    <a:pt x="176767" y="187943"/>
                  </a:lnTo>
                  <a:lnTo>
                    <a:pt x="176909" y="187412"/>
                  </a:lnTo>
                  <a:lnTo>
                    <a:pt x="177241" y="187174"/>
                  </a:lnTo>
                  <a:lnTo>
                    <a:pt x="178029" y="187081"/>
                  </a:lnTo>
                  <a:lnTo>
                    <a:pt x="178481" y="186640"/>
                  </a:lnTo>
                  <a:lnTo>
                    <a:pt x="178611" y="186559"/>
                  </a:lnTo>
                  <a:lnTo>
                    <a:pt x="178618" y="186218"/>
                  </a:lnTo>
                  <a:lnTo>
                    <a:pt x="178545" y="185995"/>
                  </a:lnTo>
                  <a:lnTo>
                    <a:pt x="178306" y="185886"/>
                  </a:lnTo>
                  <a:lnTo>
                    <a:pt x="178026" y="185737"/>
                  </a:lnTo>
                  <a:lnTo>
                    <a:pt x="178273" y="185452"/>
                  </a:lnTo>
                  <a:lnTo>
                    <a:pt x="178460" y="185292"/>
                  </a:lnTo>
                  <a:lnTo>
                    <a:pt x="178840" y="185220"/>
                  </a:lnTo>
                  <a:lnTo>
                    <a:pt x="178997" y="185188"/>
                  </a:lnTo>
                  <a:lnTo>
                    <a:pt x="179372" y="185032"/>
                  </a:lnTo>
                  <a:lnTo>
                    <a:pt x="179510" y="184035"/>
                  </a:lnTo>
                  <a:lnTo>
                    <a:pt x="180424" y="183477"/>
                  </a:lnTo>
                  <a:lnTo>
                    <a:pt x="181118" y="183650"/>
                  </a:lnTo>
                  <a:lnTo>
                    <a:pt x="181372" y="183597"/>
                  </a:lnTo>
                  <a:lnTo>
                    <a:pt x="181382" y="183358"/>
                  </a:lnTo>
                  <a:lnTo>
                    <a:pt x="181628" y="183118"/>
                  </a:lnTo>
                  <a:lnTo>
                    <a:pt x="181812" y="183061"/>
                  </a:lnTo>
                  <a:lnTo>
                    <a:pt x="182421" y="183087"/>
                  </a:lnTo>
                  <a:lnTo>
                    <a:pt x="182732" y="183151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4128629" y="5699423"/>
              <a:ext cx="183146" cy="183138"/>
            </a:xfrm>
            <a:custGeom>
              <a:avLst/>
              <a:pathLst>
                <a:path w="183146" h="183138">
                  <a:moveTo>
                    <a:pt x="182879" y="182879"/>
                  </a:moveTo>
                  <a:lnTo>
                    <a:pt x="182694" y="183138"/>
                  </a:lnTo>
                  <a:lnTo>
                    <a:pt x="182072" y="182942"/>
                  </a:lnTo>
                  <a:lnTo>
                    <a:pt x="182042" y="182201"/>
                  </a:lnTo>
                  <a:lnTo>
                    <a:pt x="182462" y="181899"/>
                  </a:lnTo>
                  <a:lnTo>
                    <a:pt x="182602" y="181605"/>
                  </a:lnTo>
                  <a:lnTo>
                    <a:pt x="182815" y="181027"/>
                  </a:lnTo>
                  <a:lnTo>
                    <a:pt x="183108" y="181177"/>
                  </a:lnTo>
                  <a:lnTo>
                    <a:pt x="182995" y="181377"/>
                  </a:lnTo>
                  <a:lnTo>
                    <a:pt x="183090" y="181540"/>
                  </a:lnTo>
                  <a:lnTo>
                    <a:pt x="183146" y="182030"/>
                  </a:lnTo>
                  <a:lnTo>
                    <a:pt x="183035" y="182249"/>
                  </a:lnTo>
                  <a:lnTo>
                    <a:pt x="182823" y="18243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4148328" y="5693298"/>
              <a:ext cx="182948" cy="193587"/>
            </a:xfrm>
            <a:custGeom>
              <a:avLst/>
              <a:pathLst>
                <a:path w="182948" h="193587">
                  <a:moveTo>
                    <a:pt x="182879" y="182879"/>
                  </a:moveTo>
                  <a:lnTo>
                    <a:pt x="182740" y="182991"/>
                  </a:lnTo>
                  <a:lnTo>
                    <a:pt x="182948" y="183446"/>
                  </a:lnTo>
                  <a:lnTo>
                    <a:pt x="182766" y="183784"/>
                  </a:lnTo>
                  <a:lnTo>
                    <a:pt x="182623" y="183926"/>
                  </a:lnTo>
                  <a:lnTo>
                    <a:pt x="182287" y="184297"/>
                  </a:lnTo>
                  <a:lnTo>
                    <a:pt x="181969" y="184227"/>
                  </a:lnTo>
                  <a:lnTo>
                    <a:pt x="181673" y="184495"/>
                  </a:lnTo>
                  <a:lnTo>
                    <a:pt x="181442" y="184510"/>
                  </a:lnTo>
                  <a:lnTo>
                    <a:pt x="181235" y="184510"/>
                  </a:lnTo>
                  <a:lnTo>
                    <a:pt x="180918" y="184424"/>
                  </a:lnTo>
                  <a:lnTo>
                    <a:pt x="180781" y="184377"/>
                  </a:lnTo>
                  <a:lnTo>
                    <a:pt x="180361" y="185076"/>
                  </a:lnTo>
                  <a:lnTo>
                    <a:pt x="180149" y="185507"/>
                  </a:lnTo>
                  <a:lnTo>
                    <a:pt x="180087" y="185652"/>
                  </a:lnTo>
                  <a:lnTo>
                    <a:pt x="180175" y="185921"/>
                  </a:lnTo>
                  <a:lnTo>
                    <a:pt x="179742" y="186350"/>
                  </a:lnTo>
                  <a:lnTo>
                    <a:pt x="179679" y="186484"/>
                  </a:lnTo>
                  <a:lnTo>
                    <a:pt x="179556" y="186914"/>
                  </a:lnTo>
                  <a:lnTo>
                    <a:pt x="179494" y="187177"/>
                  </a:lnTo>
                  <a:lnTo>
                    <a:pt x="179475" y="187375"/>
                  </a:lnTo>
                  <a:lnTo>
                    <a:pt x="179479" y="187606"/>
                  </a:lnTo>
                  <a:lnTo>
                    <a:pt x="179684" y="187819"/>
                  </a:lnTo>
                  <a:lnTo>
                    <a:pt x="179855" y="188228"/>
                  </a:lnTo>
                  <a:lnTo>
                    <a:pt x="180058" y="188554"/>
                  </a:lnTo>
                  <a:lnTo>
                    <a:pt x="180222" y="188758"/>
                  </a:lnTo>
                  <a:lnTo>
                    <a:pt x="180268" y="188925"/>
                  </a:lnTo>
                  <a:lnTo>
                    <a:pt x="179868" y="189287"/>
                  </a:lnTo>
                  <a:lnTo>
                    <a:pt x="179612" y="189604"/>
                  </a:lnTo>
                  <a:lnTo>
                    <a:pt x="179419" y="189796"/>
                  </a:lnTo>
                  <a:lnTo>
                    <a:pt x="179302" y="190206"/>
                  </a:lnTo>
                  <a:lnTo>
                    <a:pt x="179117" y="190500"/>
                  </a:lnTo>
                  <a:lnTo>
                    <a:pt x="178978" y="190936"/>
                  </a:lnTo>
                  <a:lnTo>
                    <a:pt x="179046" y="191237"/>
                  </a:lnTo>
                  <a:lnTo>
                    <a:pt x="179150" y="191483"/>
                  </a:lnTo>
                  <a:lnTo>
                    <a:pt x="179408" y="191675"/>
                  </a:lnTo>
                  <a:lnTo>
                    <a:pt x="179361" y="191869"/>
                  </a:lnTo>
                  <a:lnTo>
                    <a:pt x="179412" y="192183"/>
                  </a:lnTo>
                  <a:lnTo>
                    <a:pt x="179559" y="192149"/>
                  </a:lnTo>
                  <a:lnTo>
                    <a:pt x="179839" y="192098"/>
                  </a:lnTo>
                  <a:lnTo>
                    <a:pt x="179848" y="192299"/>
                  </a:lnTo>
                  <a:lnTo>
                    <a:pt x="180008" y="192541"/>
                  </a:lnTo>
                  <a:lnTo>
                    <a:pt x="179614" y="192945"/>
                  </a:lnTo>
                  <a:lnTo>
                    <a:pt x="179349" y="193137"/>
                  </a:lnTo>
                  <a:lnTo>
                    <a:pt x="178689" y="193361"/>
                  </a:lnTo>
                  <a:lnTo>
                    <a:pt x="178470" y="193587"/>
                  </a:lnTo>
                  <a:lnTo>
                    <a:pt x="178000" y="193528"/>
                  </a:lnTo>
                  <a:lnTo>
                    <a:pt x="177521" y="193440"/>
                  </a:lnTo>
                  <a:lnTo>
                    <a:pt x="177645" y="193250"/>
                  </a:lnTo>
                  <a:lnTo>
                    <a:pt x="177903" y="193017"/>
                  </a:lnTo>
                  <a:lnTo>
                    <a:pt x="178068" y="192772"/>
                  </a:lnTo>
                  <a:lnTo>
                    <a:pt x="178150" y="192537"/>
                  </a:lnTo>
                  <a:lnTo>
                    <a:pt x="177880" y="192344"/>
                  </a:lnTo>
                  <a:lnTo>
                    <a:pt x="177671" y="192433"/>
                  </a:lnTo>
                  <a:lnTo>
                    <a:pt x="177095" y="192729"/>
                  </a:lnTo>
                  <a:lnTo>
                    <a:pt x="177363" y="192178"/>
                  </a:lnTo>
                  <a:lnTo>
                    <a:pt x="177205" y="191953"/>
                  </a:lnTo>
                  <a:lnTo>
                    <a:pt x="177523" y="191517"/>
                  </a:lnTo>
                  <a:lnTo>
                    <a:pt x="177731" y="191430"/>
                  </a:lnTo>
                  <a:lnTo>
                    <a:pt x="177705" y="191291"/>
                  </a:lnTo>
                  <a:lnTo>
                    <a:pt x="177197" y="190998"/>
                  </a:lnTo>
                  <a:lnTo>
                    <a:pt x="177003" y="191333"/>
                  </a:lnTo>
                  <a:lnTo>
                    <a:pt x="176906" y="191515"/>
                  </a:lnTo>
                  <a:lnTo>
                    <a:pt x="176659" y="191676"/>
                  </a:lnTo>
                  <a:lnTo>
                    <a:pt x="176436" y="191719"/>
                  </a:lnTo>
                  <a:lnTo>
                    <a:pt x="176127" y="191608"/>
                  </a:lnTo>
                  <a:lnTo>
                    <a:pt x="176083" y="191222"/>
                  </a:lnTo>
                  <a:lnTo>
                    <a:pt x="176348" y="190892"/>
                  </a:lnTo>
                  <a:lnTo>
                    <a:pt x="176431" y="190523"/>
                  </a:lnTo>
                  <a:lnTo>
                    <a:pt x="176501" y="190300"/>
                  </a:lnTo>
                  <a:lnTo>
                    <a:pt x="176654" y="190269"/>
                  </a:lnTo>
                  <a:lnTo>
                    <a:pt x="176879" y="190124"/>
                  </a:lnTo>
                  <a:lnTo>
                    <a:pt x="177020" y="189747"/>
                  </a:lnTo>
                  <a:lnTo>
                    <a:pt x="177040" y="189353"/>
                  </a:lnTo>
                  <a:lnTo>
                    <a:pt x="177245" y="189269"/>
                  </a:lnTo>
                  <a:lnTo>
                    <a:pt x="177731" y="189289"/>
                  </a:lnTo>
                  <a:lnTo>
                    <a:pt x="177687" y="189591"/>
                  </a:lnTo>
                  <a:lnTo>
                    <a:pt x="177946" y="189564"/>
                  </a:lnTo>
                  <a:lnTo>
                    <a:pt x="178377" y="189471"/>
                  </a:lnTo>
                  <a:lnTo>
                    <a:pt x="178506" y="189244"/>
                  </a:lnTo>
                  <a:lnTo>
                    <a:pt x="178585" y="189017"/>
                  </a:lnTo>
                  <a:lnTo>
                    <a:pt x="178378" y="188757"/>
                  </a:lnTo>
                  <a:lnTo>
                    <a:pt x="178595" y="188628"/>
                  </a:lnTo>
                  <a:lnTo>
                    <a:pt x="178721" y="188324"/>
                  </a:lnTo>
                  <a:lnTo>
                    <a:pt x="178655" y="188075"/>
                  </a:lnTo>
                  <a:lnTo>
                    <a:pt x="178667" y="187857"/>
                  </a:lnTo>
                  <a:lnTo>
                    <a:pt x="178761" y="187931"/>
                  </a:lnTo>
                  <a:lnTo>
                    <a:pt x="178721" y="187595"/>
                  </a:lnTo>
                  <a:lnTo>
                    <a:pt x="178448" y="187656"/>
                  </a:lnTo>
                  <a:lnTo>
                    <a:pt x="178269" y="187864"/>
                  </a:lnTo>
                  <a:lnTo>
                    <a:pt x="177891" y="187522"/>
                  </a:lnTo>
                  <a:lnTo>
                    <a:pt x="177503" y="187431"/>
                  </a:lnTo>
                  <a:lnTo>
                    <a:pt x="177361" y="187499"/>
                  </a:lnTo>
                  <a:lnTo>
                    <a:pt x="177049" y="187453"/>
                  </a:lnTo>
                  <a:lnTo>
                    <a:pt x="176827" y="187786"/>
                  </a:lnTo>
                  <a:lnTo>
                    <a:pt x="176718" y="188144"/>
                  </a:lnTo>
                  <a:lnTo>
                    <a:pt x="175864" y="187763"/>
                  </a:lnTo>
                  <a:lnTo>
                    <a:pt x="175261" y="187680"/>
                  </a:lnTo>
                  <a:lnTo>
                    <a:pt x="175074" y="187457"/>
                  </a:lnTo>
                  <a:lnTo>
                    <a:pt x="175528" y="186983"/>
                  </a:lnTo>
                  <a:lnTo>
                    <a:pt x="175129" y="186746"/>
                  </a:lnTo>
                  <a:lnTo>
                    <a:pt x="175015" y="186577"/>
                  </a:lnTo>
                  <a:lnTo>
                    <a:pt x="175270" y="186286"/>
                  </a:lnTo>
                  <a:lnTo>
                    <a:pt x="175967" y="185464"/>
                  </a:lnTo>
                  <a:lnTo>
                    <a:pt x="176266" y="185242"/>
                  </a:lnTo>
                  <a:lnTo>
                    <a:pt x="176548" y="185143"/>
                  </a:lnTo>
                  <a:lnTo>
                    <a:pt x="176734" y="185211"/>
                  </a:lnTo>
                  <a:lnTo>
                    <a:pt x="176919" y="185286"/>
                  </a:lnTo>
                  <a:lnTo>
                    <a:pt x="177019" y="185012"/>
                  </a:lnTo>
                  <a:lnTo>
                    <a:pt x="177377" y="184980"/>
                  </a:lnTo>
                  <a:lnTo>
                    <a:pt x="177435" y="185487"/>
                  </a:lnTo>
                  <a:lnTo>
                    <a:pt x="177517" y="185826"/>
                  </a:lnTo>
                  <a:lnTo>
                    <a:pt x="177737" y="185543"/>
                  </a:lnTo>
                  <a:lnTo>
                    <a:pt x="178002" y="185395"/>
                  </a:lnTo>
                  <a:lnTo>
                    <a:pt x="178005" y="185077"/>
                  </a:lnTo>
                  <a:lnTo>
                    <a:pt x="178236" y="184797"/>
                  </a:lnTo>
                  <a:lnTo>
                    <a:pt x="178580" y="184555"/>
                  </a:lnTo>
                  <a:lnTo>
                    <a:pt x="178292" y="184079"/>
                  </a:lnTo>
                  <a:lnTo>
                    <a:pt x="178417" y="183735"/>
                  </a:lnTo>
                  <a:lnTo>
                    <a:pt x="178339" y="183369"/>
                  </a:lnTo>
                  <a:lnTo>
                    <a:pt x="178492" y="183157"/>
                  </a:lnTo>
                  <a:lnTo>
                    <a:pt x="178588" y="183454"/>
                  </a:lnTo>
                  <a:lnTo>
                    <a:pt x="178731" y="183472"/>
                  </a:lnTo>
                  <a:lnTo>
                    <a:pt x="179017" y="183605"/>
                  </a:lnTo>
                  <a:lnTo>
                    <a:pt x="179418" y="183369"/>
                  </a:lnTo>
                  <a:lnTo>
                    <a:pt x="179733" y="183088"/>
                  </a:lnTo>
                  <a:lnTo>
                    <a:pt x="179938" y="183125"/>
                  </a:lnTo>
                  <a:lnTo>
                    <a:pt x="180114" y="183013"/>
                  </a:lnTo>
                  <a:lnTo>
                    <a:pt x="180289" y="182943"/>
                  </a:lnTo>
                  <a:lnTo>
                    <a:pt x="180451" y="182910"/>
                  </a:lnTo>
                  <a:lnTo>
                    <a:pt x="180802" y="182707"/>
                  </a:lnTo>
                  <a:lnTo>
                    <a:pt x="181000" y="182463"/>
                  </a:lnTo>
                  <a:lnTo>
                    <a:pt x="181437" y="182480"/>
                  </a:lnTo>
                  <a:lnTo>
                    <a:pt x="181639" y="182633"/>
                  </a:lnTo>
                  <a:lnTo>
                    <a:pt x="181865" y="182763"/>
                  </a:lnTo>
                  <a:lnTo>
                    <a:pt x="182050" y="182810"/>
                  </a:lnTo>
                  <a:lnTo>
                    <a:pt x="182471" y="18266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4139190" y="5696542"/>
              <a:ext cx="183194" cy="183313"/>
            </a:xfrm>
            <a:custGeom>
              <a:avLst/>
              <a:pathLst>
                <a:path w="183194" h="183313">
                  <a:moveTo>
                    <a:pt x="182879" y="182879"/>
                  </a:moveTo>
                  <a:lnTo>
                    <a:pt x="183188" y="182988"/>
                  </a:lnTo>
                  <a:lnTo>
                    <a:pt x="183194" y="183313"/>
                  </a:lnTo>
                  <a:lnTo>
                    <a:pt x="182656" y="18325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4162669" y="5688349"/>
              <a:ext cx="184062" cy="184271"/>
            </a:xfrm>
            <a:custGeom>
              <a:avLst/>
              <a:pathLst>
                <a:path w="184062" h="184271">
                  <a:moveTo>
                    <a:pt x="182879" y="182879"/>
                  </a:moveTo>
                  <a:lnTo>
                    <a:pt x="183137" y="182844"/>
                  </a:lnTo>
                  <a:lnTo>
                    <a:pt x="183474" y="182379"/>
                  </a:lnTo>
                  <a:lnTo>
                    <a:pt x="183637" y="182294"/>
                  </a:lnTo>
                  <a:lnTo>
                    <a:pt x="184062" y="182523"/>
                  </a:lnTo>
                  <a:lnTo>
                    <a:pt x="183849" y="182862"/>
                  </a:lnTo>
                  <a:lnTo>
                    <a:pt x="183429" y="183102"/>
                  </a:lnTo>
                  <a:lnTo>
                    <a:pt x="183139" y="183506"/>
                  </a:lnTo>
                  <a:lnTo>
                    <a:pt x="182937" y="183406"/>
                  </a:lnTo>
                  <a:lnTo>
                    <a:pt x="182193" y="183109"/>
                  </a:lnTo>
                  <a:lnTo>
                    <a:pt x="182061" y="183161"/>
                  </a:lnTo>
                  <a:lnTo>
                    <a:pt x="181792" y="183379"/>
                  </a:lnTo>
                  <a:lnTo>
                    <a:pt x="181641" y="183516"/>
                  </a:lnTo>
                  <a:lnTo>
                    <a:pt x="181242" y="184098"/>
                  </a:lnTo>
                  <a:lnTo>
                    <a:pt x="181109" y="184271"/>
                  </a:lnTo>
                  <a:lnTo>
                    <a:pt x="180967" y="184004"/>
                  </a:lnTo>
                  <a:lnTo>
                    <a:pt x="180853" y="183382"/>
                  </a:lnTo>
                  <a:lnTo>
                    <a:pt x="180855" y="183094"/>
                  </a:lnTo>
                  <a:lnTo>
                    <a:pt x="180877" y="182641"/>
                  </a:lnTo>
                  <a:lnTo>
                    <a:pt x="181242" y="182315"/>
                  </a:lnTo>
                  <a:lnTo>
                    <a:pt x="181406" y="182499"/>
                  </a:lnTo>
                  <a:lnTo>
                    <a:pt x="181638" y="182778"/>
                  </a:lnTo>
                  <a:lnTo>
                    <a:pt x="181822" y="182759"/>
                  </a:lnTo>
                  <a:lnTo>
                    <a:pt x="182006" y="182614"/>
                  </a:lnTo>
                  <a:lnTo>
                    <a:pt x="182296" y="182113"/>
                  </a:lnTo>
                  <a:lnTo>
                    <a:pt x="182468" y="182358"/>
                  </a:lnTo>
                  <a:lnTo>
                    <a:pt x="182613" y="182701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4155334" y="5689018"/>
              <a:ext cx="184097" cy="183001"/>
            </a:xfrm>
            <a:custGeom>
              <a:avLst/>
              <a:pathLst>
                <a:path w="184097" h="183001">
                  <a:moveTo>
                    <a:pt x="182879" y="182879"/>
                  </a:moveTo>
                  <a:lnTo>
                    <a:pt x="182764" y="183001"/>
                  </a:lnTo>
                  <a:lnTo>
                    <a:pt x="182647" y="182533"/>
                  </a:lnTo>
                  <a:lnTo>
                    <a:pt x="182564" y="182380"/>
                  </a:lnTo>
                  <a:lnTo>
                    <a:pt x="182530" y="182138"/>
                  </a:lnTo>
                  <a:lnTo>
                    <a:pt x="182392" y="181905"/>
                  </a:lnTo>
                  <a:lnTo>
                    <a:pt x="182241" y="181693"/>
                  </a:lnTo>
                  <a:lnTo>
                    <a:pt x="182481" y="181441"/>
                  </a:lnTo>
                  <a:lnTo>
                    <a:pt x="182640" y="181432"/>
                  </a:lnTo>
                  <a:lnTo>
                    <a:pt x="182972" y="181226"/>
                  </a:lnTo>
                  <a:lnTo>
                    <a:pt x="183111" y="181220"/>
                  </a:lnTo>
                  <a:lnTo>
                    <a:pt x="183421" y="181106"/>
                  </a:lnTo>
                  <a:lnTo>
                    <a:pt x="183577" y="181043"/>
                  </a:lnTo>
                  <a:lnTo>
                    <a:pt x="183833" y="181072"/>
                  </a:lnTo>
                  <a:lnTo>
                    <a:pt x="183912" y="181334"/>
                  </a:lnTo>
                  <a:lnTo>
                    <a:pt x="184097" y="181804"/>
                  </a:lnTo>
                  <a:lnTo>
                    <a:pt x="184068" y="181969"/>
                  </a:lnTo>
                  <a:lnTo>
                    <a:pt x="183827" y="182489"/>
                  </a:lnTo>
                  <a:lnTo>
                    <a:pt x="183595" y="18253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4160640" y="5685490"/>
              <a:ext cx="183912" cy="183689"/>
            </a:xfrm>
            <a:custGeom>
              <a:avLst/>
              <a:pathLst>
                <a:path w="183912" h="183689">
                  <a:moveTo>
                    <a:pt x="182879" y="182879"/>
                  </a:moveTo>
                  <a:lnTo>
                    <a:pt x="182912" y="182452"/>
                  </a:lnTo>
                  <a:lnTo>
                    <a:pt x="182921" y="182188"/>
                  </a:lnTo>
                  <a:lnTo>
                    <a:pt x="183025" y="181936"/>
                  </a:lnTo>
                  <a:lnTo>
                    <a:pt x="183279" y="181722"/>
                  </a:lnTo>
                  <a:lnTo>
                    <a:pt x="183527" y="181592"/>
                  </a:lnTo>
                  <a:lnTo>
                    <a:pt x="183912" y="182144"/>
                  </a:lnTo>
                  <a:lnTo>
                    <a:pt x="183714" y="182606"/>
                  </a:lnTo>
                  <a:lnTo>
                    <a:pt x="183585" y="182700"/>
                  </a:lnTo>
                  <a:lnTo>
                    <a:pt x="183354" y="182817"/>
                  </a:lnTo>
                  <a:lnTo>
                    <a:pt x="183183" y="182845"/>
                  </a:lnTo>
                  <a:lnTo>
                    <a:pt x="182995" y="183072"/>
                  </a:lnTo>
                  <a:lnTo>
                    <a:pt x="182759" y="183358"/>
                  </a:lnTo>
                  <a:lnTo>
                    <a:pt x="182574" y="183564"/>
                  </a:lnTo>
                  <a:lnTo>
                    <a:pt x="182355" y="183689"/>
                  </a:lnTo>
                  <a:lnTo>
                    <a:pt x="182400" y="183396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4162100" y="5683335"/>
              <a:ext cx="183203" cy="183334"/>
            </a:xfrm>
            <a:custGeom>
              <a:avLst/>
              <a:pathLst>
                <a:path w="183203" h="183334">
                  <a:moveTo>
                    <a:pt x="182879" y="182879"/>
                  </a:moveTo>
                  <a:lnTo>
                    <a:pt x="183203" y="182977"/>
                  </a:lnTo>
                  <a:lnTo>
                    <a:pt x="183079" y="183259"/>
                  </a:lnTo>
                  <a:lnTo>
                    <a:pt x="182837" y="183334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4124846" y="5680577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4185983" y="5679214"/>
              <a:ext cx="183085" cy="182908"/>
            </a:xfrm>
            <a:custGeom>
              <a:avLst/>
              <a:pathLst>
                <a:path w="183085" h="182908">
                  <a:moveTo>
                    <a:pt x="182879" y="182879"/>
                  </a:moveTo>
                  <a:lnTo>
                    <a:pt x="182786" y="182294"/>
                  </a:lnTo>
                  <a:lnTo>
                    <a:pt x="182994" y="182371"/>
                  </a:lnTo>
                  <a:lnTo>
                    <a:pt x="183033" y="182661"/>
                  </a:lnTo>
                  <a:lnTo>
                    <a:pt x="183085" y="18290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4125963" y="567826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4175100" y="5677519"/>
              <a:ext cx="183519" cy="182930"/>
            </a:xfrm>
            <a:custGeom>
              <a:avLst/>
              <a:pathLst>
                <a:path w="183519" h="182930">
                  <a:moveTo>
                    <a:pt x="182879" y="182879"/>
                  </a:moveTo>
                  <a:lnTo>
                    <a:pt x="183347" y="182476"/>
                  </a:lnTo>
                  <a:lnTo>
                    <a:pt x="183519" y="182254"/>
                  </a:lnTo>
                  <a:lnTo>
                    <a:pt x="183453" y="182387"/>
                  </a:lnTo>
                  <a:lnTo>
                    <a:pt x="183315" y="182651"/>
                  </a:lnTo>
                  <a:lnTo>
                    <a:pt x="183142" y="18293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4177452" y="5676796"/>
              <a:ext cx="183141" cy="183715"/>
            </a:xfrm>
            <a:custGeom>
              <a:avLst/>
              <a:pathLst>
                <a:path w="183141" h="183715">
                  <a:moveTo>
                    <a:pt x="182879" y="182879"/>
                  </a:moveTo>
                  <a:lnTo>
                    <a:pt x="183034" y="183056"/>
                  </a:lnTo>
                  <a:lnTo>
                    <a:pt x="183141" y="183715"/>
                  </a:lnTo>
                  <a:lnTo>
                    <a:pt x="182515" y="18290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4174689" y="5676661"/>
              <a:ext cx="183145" cy="183319"/>
            </a:xfrm>
            <a:custGeom>
              <a:avLst/>
              <a:pathLst>
                <a:path w="183145" h="183319">
                  <a:moveTo>
                    <a:pt x="182879" y="182879"/>
                  </a:moveTo>
                  <a:lnTo>
                    <a:pt x="183145" y="182876"/>
                  </a:lnTo>
                  <a:lnTo>
                    <a:pt x="183083" y="183138"/>
                  </a:lnTo>
                  <a:lnTo>
                    <a:pt x="182808" y="183319"/>
                  </a:lnTo>
                  <a:lnTo>
                    <a:pt x="182788" y="183096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4182146" y="5665787"/>
              <a:ext cx="183036" cy="183156"/>
            </a:xfrm>
            <a:custGeom>
              <a:avLst/>
              <a:pathLst>
                <a:path w="183036" h="183156">
                  <a:moveTo>
                    <a:pt x="182879" y="182879"/>
                  </a:moveTo>
                  <a:lnTo>
                    <a:pt x="182738" y="182681"/>
                  </a:lnTo>
                  <a:lnTo>
                    <a:pt x="182847" y="182501"/>
                  </a:lnTo>
                  <a:lnTo>
                    <a:pt x="183036" y="182982"/>
                  </a:lnTo>
                  <a:lnTo>
                    <a:pt x="182864" y="183156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4185729" y="5657778"/>
              <a:ext cx="182879" cy="185253"/>
            </a:xfrm>
            <a:custGeom>
              <a:avLst/>
              <a:pathLst>
                <a:path w="182879" h="185253">
                  <a:moveTo>
                    <a:pt x="182879" y="182879"/>
                  </a:moveTo>
                  <a:lnTo>
                    <a:pt x="182735" y="183396"/>
                  </a:lnTo>
                  <a:lnTo>
                    <a:pt x="182726" y="183719"/>
                  </a:lnTo>
                  <a:lnTo>
                    <a:pt x="182147" y="184086"/>
                  </a:lnTo>
                  <a:lnTo>
                    <a:pt x="182212" y="184533"/>
                  </a:lnTo>
                  <a:lnTo>
                    <a:pt x="181791" y="184690"/>
                  </a:lnTo>
                  <a:lnTo>
                    <a:pt x="181176" y="185253"/>
                  </a:lnTo>
                  <a:lnTo>
                    <a:pt x="181020" y="185188"/>
                  </a:lnTo>
                  <a:lnTo>
                    <a:pt x="180626" y="184958"/>
                  </a:lnTo>
                  <a:lnTo>
                    <a:pt x="180435" y="184327"/>
                  </a:lnTo>
                  <a:lnTo>
                    <a:pt x="180451" y="184192"/>
                  </a:lnTo>
                  <a:lnTo>
                    <a:pt x="181056" y="183160"/>
                  </a:lnTo>
                  <a:lnTo>
                    <a:pt x="181325" y="183164"/>
                  </a:lnTo>
                  <a:lnTo>
                    <a:pt x="181454" y="183137"/>
                  </a:lnTo>
                  <a:lnTo>
                    <a:pt x="181678" y="182928"/>
                  </a:lnTo>
                  <a:lnTo>
                    <a:pt x="181614" y="182776"/>
                  </a:lnTo>
                  <a:lnTo>
                    <a:pt x="181621" y="182570"/>
                  </a:lnTo>
                  <a:lnTo>
                    <a:pt x="182850" y="182737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4184740" y="5649574"/>
              <a:ext cx="183591" cy="184029"/>
            </a:xfrm>
            <a:custGeom>
              <a:avLst/>
              <a:pathLst>
                <a:path w="183591" h="184029">
                  <a:moveTo>
                    <a:pt x="182879" y="182879"/>
                  </a:moveTo>
                  <a:lnTo>
                    <a:pt x="183303" y="182480"/>
                  </a:lnTo>
                  <a:lnTo>
                    <a:pt x="183591" y="183099"/>
                  </a:lnTo>
                  <a:lnTo>
                    <a:pt x="182619" y="184029"/>
                  </a:lnTo>
                  <a:lnTo>
                    <a:pt x="182459" y="183755"/>
                  </a:lnTo>
                  <a:lnTo>
                    <a:pt x="182335" y="183400"/>
                  </a:lnTo>
                  <a:lnTo>
                    <a:pt x="182706" y="18305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4184729" y="5643017"/>
              <a:ext cx="185539" cy="189996"/>
            </a:xfrm>
            <a:custGeom>
              <a:avLst/>
              <a:pathLst>
                <a:path w="185539" h="189996">
                  <a:moveTo>
                    <a:pt x="182879" y="182879"/>
                  </a:moveTo>
                  <a:lnTo>
                    <a:pt x="183197" y="183101"/>
                  </a:lnTo>
                  <a:lnTo>
                    <a:pt x="183400" y="183043"/>
                  </a:lnTo>
                  <a:lnTo>
                    <a:pt x="183825" y="183799"/>
                  </a:lnTo>
                  <a:lnTo>
                    <a:pt x="184155" y="184392"/>
                  </a:lnTo>
                  <a:lnTo>
                    <a:pt x="184312" y="185017"/>
                  </a:lnTo>
                  <a:lnTo>
                    <a:pt x="184498" y="185158"/>
                  </a:lnTo>
                  <a:lnTo>
                    <a:pt x="184312" y="185416"/>
                  </a:lnTo>
                  <a:lnTo>
                    <a:pt x="184628" y="185344"/>
                  </a:lnTo>
                  <a:lnTo>
                    <a:pt x="184841" y="185979"/>
                  </a:lnTo>
                  <a:lnTo>
                    <a:pt x="185048" y="186988"/>
                  </a:lnTo>
                  <a:lnTo>
                    <a:pt x="185185" y="187881"/>
                  </a:lnTo>
                  <a:lnTo>
                    <a:pt x="185265" y="188263"/>
                  </a:lnTo>
                  <a:lnTo>
                    <a:pt x="185325" y="188547"/>
                  </a:lnTo>
                  <a:lnTo>
                    <a:pt x="185485" y="189286"/>
                  </a:lnTo>
                  <a:lnTo>
                    <a:pt x="185531" y="189511"/>
                  </a:lnTo>
                  <a:lnTo>
                    <a:pt x="185539" y="189718"/>
                  </a:lnTo>
                  <a:lnTo>
                    <a:pt x="185442" y="189996"/>
                  </a:lnTo>
                  <a:lnTo>
                    <a:pt x="185239" y="189632"/>
                  </a:lnTo>
                  <a:lnTo>
                    <a:pt x="184962" y="189229"/>
                  </a:lnTo>
                  <a:lnTo>
                    <a:pt x="184450" y="188466"/>
                  </a:lnTo>
                  <a:lnTo>
                    <a:pt x="184301" y="188139"/>
                  </a:lnTo>
                  <a:lnTo>
                    <a:pt x="184213" y="187906"/>
                  </a:lnTo>
                  <a:lnTo>
                    <a:pt x="183889" y="186626"/>
                  </a:lnTo>
                  <a:lnTo>
                    <a:pt x="183815" y="186283"/>
                  </a:lnTo>
                  <a:lnTo>
                    <a:pt x="183759" y="186153"/>
                  </a:lnTo>
                  <a:lnTo>
                    <a:pt x="183673" y="185893"/>
                  </a:lnTo>
                  <a:lnTo>
                    <a:pt x="184031" y="185531"/>
                  </a:lnTo>
                  <a:lnTo>
                    <a:pt x="183598" y="185888"/>
                  </a:lnTo>
                  <a:lnTo>
                    <a:pt x="182986" y="185162"/>
                  </a:lnTo>
                  <a:lnTo>
                    <a:pt x="182627" y="184752"/>
                  </a:lnTo>
                  <a:lnTo>
                    <a:pt x="182429" y="184496"/>
                  </a:lnTo>
                  <a:lnTo>
                    <a:pt x="182175" y="184178"/>
                  </a:lnTo>
                  <a:lnTo>
                    <a:pt x="181905" y="183904"/>
                  </a:lnTo>
                  <a:lnTo>
                    <a:pt x="181401" y="183512"/>
                  </a:lnTo>
                  <a:lnTo>
                    <a:pt x="181059" y="183375"/>
                  </a:lnTo>
                  <a:lnTo>
                    <a:pt x="180821" y="183331"/>
                  </a:lnTo>
                  <a:lnTo>
                    <a:pt x="180413" y="182938"/>
                  </a:lnTo>
                  <a:lnTo>
                    <a:pt x="180255" y="182595"/>
                  </a:lnTo>
                  <a:lnTo>
                    <a:pt x="180185" y="182425"/>
                  </a:lnTo>
                  <a:lnTo>
                    <a:pt x="180240" y="182274"/>
                  </a:lnTo>
                  <a:lnTo>
                    <a:pt x="180216" y="181860"/>
                  </a:lnTo>
                  <a:lnTo>
                    <a:pt x="180723" y="182050"/>
                  </a:lnTo>
                  <a:lnTo>
                    <a:pt x="181084" y="182179"/>
                  </a:lnTo>
                  <a:lnTo>
                    <a:pt x="181303" y="182268"/>
                  </a:lnTo>
                  <a:lnTo>
                    <a:pt x="181410" y="182399"/>
                  </a:lnTo>
                  <a:lnTo>
                    <a:pt x="181826" y="182062"/>
                  </a:lnTo>
                  <a:lnTo>
                    <a:pt x="182278" y="181735"/>
                  </a:lnTo>
                  <a:lnTo>
                    <a:pt x="182753" y="182227"/>
                  </a:lnTo>
                  <a:lnTo>
                    <a:pt x="183038" y="182390"/>
                  </a:lnTo>
                  <a:lnTo>
                    <a:pt x="183178" y="18266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169046" y="5494828"/>
              <a:ext cx="366581" cy="464379"/>
            </a:xfrm>
            <a:custGeom>
              <a:avLst/>
              <a:pathLst>
                <a:path w="366581" h="464379">
                  <a:moveTo>
                    <a:pt x="182879" y="182879"/>
                  </a:moveTo>
                  <a:lnTo>
                    <a:pt x="182849" y="183020"/>
                  </a:lnTo>
                  <a:lnTo>
                    <a:pt x="182800" y="183308"/>
                  </a:lnTo>
                  <a:lnTo>
                    <a:pt x="183078" y="183743"/>
                  </a:lnTo>
                  <a:lnTo>
                    <a:pt x="183324" y="183419"/>
                  </a:lnTo>
                  <a:lnTo>
                    <a:pt x="183712" y="183356"/>
                  </a:lnTo>
                  <a:lnTo>
                    <a:pt x="184017" y="183438"/>
                  </a:lnTo>
                  <a:lnTo>
                    <a:pt x="185126" y="184109"/>
                  </a:lnTo>
                  <a:lnTo>
                    <a:pt x="185248" y="184247"/>
                  </a:lnTo>
                  <a:lnTo>
                    <a:pt x="185362" y="184376"/>
                  </a:lnTo>
                  <a:lnTo>
                    <a:pt x="185502" y="184960"/>
                  </a:lnTo>
                  <a:lnTo>
                    <a:pt x="185485" y="185448"/>
                  </a:lnTo>
                  <a:lnTo>
                    <a:pt x="185636" y="185829"/>
                  </a:lnTo>
                  <a:lnTo>
                    <a:pt x="185967" y="185907"/>
                  </a:lnTo>
                  <a:lnTo>
                    <a:pt x="186766" y="186231"/>
                  </a:lnTo>
                  <a:lnTo>
                    <a:pt x="187317" y="186026"/>
                  </a:lnTo>
                  <a:lnTo>
                    <a:pt x="187771" y="186172"/>
                  </a:lnTo>
                  <a:lnTo>
                    <a:pt x="188067" y="186623"/>
                  </a:lnTo>
                  <a:lnTo>
                    <a:pt x="188275" y="187481"/>
                  </a:lnTo>
                  <a:lnTo>
                    <a:pt x="188809" y="188049"/>
                  </a:lnTo>
                  <a:lnTo>
                    <a:pt x="189109" y="188274"/>
                  </a:lnTo>
                  <a:lnTo>
                    <a:pt x="189361" y="188268"/>
                  </a:lnTo>
                  <a:lnTo>
                    <a:pt x="189560" y="188007"/>
                  </a:lnTo>
                  <a:lnTo>
                    <a:pt x="189752" y="187792"/>
                  </a:lnTo>
                  <a:lnTo>
                    <a:pt x="190303" y="187880"/>
                  </a:lnTo>
                  <a:lnTo>
                    <a:pt x="190574" y="187695"/>
                  </a:lnTo>
                  <a:lnTo>
                    <a:pt x="191103" y="187416"/>
                  </a:lnTo>
                  <a:lnTo>
                    <a:pt x="192147" y="187622"/>
                  </a:lnTo>
                  <a:lnTo>
                    <a:pt x="192390" y="188287"/>
                  </a:lnTo>
                  <a:lnTo>
                    <a:pt x="192895" y="188409"/>
                  </a:lnTo>
                  <a:lnTo>
                    <a:pt x="193193" y="188085"/>
                  </a:lnTo>
                  <a:lnTo>
                    <a:pt x="193537" y="187750"/>
                  </a:lnTo>
                  <a:lnTo>
                    <a:pt x="193761" y="187837"/>
                  </a:lnTo>
                  <a:lnTo>
                    <a:pt x="193882" y="188416"/>
                  </a:lnTo>
                  <a:lnTo>
                    <a:pt x="194496" y="188812"/>
                  </a:lnTo>
                  <a:lnTo>
                    <a:pt x="194884" y="188828"/>
                  </a:lnTo>
                  <a:lnTo>
                    <a:pt x="195507" y="189044"/>
                  </a:lnTo>
                  <a:lnTo>
                    <a:pt x="195496" y="189869"/>
                  </a:lnTo>
                  <a:lnTo>
                    <a:pt x="195403" y="190609"/>
                  </a:lnTo>
                  <a:lnTo>
                    <a:pt x="195567" y="190697"/>
                  </a:lnTo>
                  <a:lnTo>
                    <a:pt x="196007" y="190651"/>
                  </a:lnTo>
                  <a:lnTo>
                    <a:pt x="196178" y="190539"/>
                  </a:lnTo>
                  <a:lnTo>
                    <a:pt x="196961" y="189998"/>
                  </a:lnTo>
                  <a:lnTo>
                    <a:pt x="197327" y="190005"/>
                  </a:lnTo>
                  <a:lnTo>
                    <a:pt x="197616" y="189991"/>
                  </a:lnTo>
                  <a:lnTo>
                    <a:pt x="197930" y="189821"/>
                  </a:lnTo>
                  <a:lnTo>
                    <a:pt x="198329" y="189803"/>
                  </a:lnTo>
                  <a:lnTo>
                    <a:pt x="198647" y="190042"/>
                  </a:lnTo>
                  <a:lnTo>
                    <a:pt x="198919" y="190014"/>
                  </a:lnTo>
                  <a:lnTo>
                    <a:pt x="199071" y="189956"/>
                  </a:lnTo>
                  <a:lnTo>
                    <a:pt x="199279" y="189797"/>
                  </a:lnTo>
                  <a:lnTo>
                    <a:pt x="199335" y="189668"/>
                  </a:lnTo>
                  <a:lnTo>
                    <a:pt x="199506" y="189495"/>
                  </a:lnTo>
                  <a:lnTo>
                    <a:pt x="199801" y="189466"/>
                  </a:lnTo>
                  <a:lnTo>
                    <a:pt x="200062" y="189542"/>
                  </a:lnTo>
                  <a:lnTo>
                    <a:pt x="200267" y="189651"/>
                  </a:lnTo>
                  <a:lnTo>
                    <a:pt x="200478" y="189353"/>
                  </a:lnTo>
                  <a:lnTo>
                    <a:pt x="200409" y="188970"/>
                  </a:lnTo>
                  <a:lnTo>
                    <a:pt x="200618" y="188597"/>
                  </a:lnTo>
                  <a:lnTo>
                    <a:pt x="200798" y="188597"/>
                  </a:lnTo>
                  <a:lnTo>
                    <a:pt x="200988" y="188637"/>
                  </a:lnTo>
                  <a:lnTo>
                    <a:pt x="201173" y="188663"/>
                  </a:lnTo>
                  <a:lnTo>
                    <a:pt x="201552" y="188657"/>
                  </a:lnTo>
                  <a:lnTo>
                    <a:pt x="201588" y="188339"/>
                  </a:lnTo>
                  <a:lnTo>
                    <a:pt x="201518" y="188209"/>
                  </a:lnTo>
                  <a:lnTo>
                    <a:pt x="202214" y="188273"/>
                  </a:lnTo>
                  <a:lnTo>
                    <a:pt x="202446" y="188351"/>
                  </a:lnTo>
                  <a:lnTo>
                    <a:pt x="202942" y="188499"/>
                  </a:lnTo>
                  <a:lnTo>
                    <a:pt x="203226" y="188063"/>
                  </a:lnTo>
                  <a:lnTo>
                    <a:pt x="203425" y="187933"/>
                  </a:lnTo>
                  <a:lnTo>
                    <a:pt x="203591" y="187985"/>
                  </a:lnTo>
                  <a:lnTo>
                    <a:pt x="203733" y="188227"/>
                  </a:lnTo>
                  <a:lnTo>
                    <a:pt x="203894" y="188820"/>
                  </a:lnTo>
                  <a:lnTo>
                    <a:pt x="204213" y="189373"/>
                  </a:lnTo>
                  <a:lnTo>
                    <a:pt x="203940" y="189862"/>
                  </a:lnTo>
                  <a:lnTo>
                    <a:pt x="204152" y="189892"/>
                  </a:lnTo>
                  <a:lnTo>
                    <a:pt x="204290" y="189871"/>
                  </a:lnTo>
                  <a:lnTo>
                    <a:pt x="204829" y="189675"/>
                  </a:lnTo>
                  <a:lnTo>
                    <a:pt x="205389" y="189773"/>
                  </a:lnTo>
                  <a:lnTo>
                    <a:pt x="206007" y="189972"/>
                  </a:lnTo>
                  <a:lnTo>
                    <a:pt x="206645" y="189957"/>
                  </a:lnTo>
                  <a:lnTo>
                    <a:pt x="206948" y="189834"/>
                  </a:lnTo>
                  <a:lnTo>
                    <a:pt x="207284" y="189218"/>
                  </a:lnTo>
                  <a:lnTo>
                    <a:pt x="207428" y="188751"/>
                  </a:lnTo>
                  <a:lnTo>
                    <a:pt x="207492" y="188436"/>
                  </a:lnTo>
                  <a:lnTo>
                    <a:pt x="207722" y="188066"/>
                  </a:lnTo>
                  <a:lnTo>
                    <a:pt x="207865" y="187931"/>
                  </a:lnTo>
                  <a:lnTo>
                    <a:pt x="208721" y="187741"/>
                  </a:lnTo>
                  <a:lnTo>
                    <a:pt x="209092" y="187710"/>
                  </a:lnTo>
                  <a:lnTo>
                    <a:pt x="209509" y="187184"/>
                  </a:lnTo>
                  <a:lnTo>
                    <a:pt x="210100" y="185545"/>
                  </a:lnTo>
                  <a:lnTo>
                    <a:pt x="209835" y="184861"/>
                  </a:lnTo>
                  <a:lnTo>
                    <a:pt x="210039" y="184084"/>
                  </a:lnTo>
                  <a:lnTo>
                    <a:pt x="211291" y="183760"/>
                  </a:lnTo>
                  <a:lnTo>
                    <a:pt x="212023" y="183860"/>
                  </a:lnTo>
                  <a:lnTo>
                    <a:pt x="212194" y="183991"/>
                  </a:lnTo>
                  <a:lnTo>
                    <a:pt x="212330" y="184035"/>
                  </a:lnTo>
                  <a:lnTo>
                    <a:pt x="212540" y="184043"/>
                  </a:lnTo>
                  <a:lnTo>
                    <a:pt x="212813" y="183837"/>
                  </a:lnTo>
                  <a:lnTo>
                    <a:pt x="212967" y="183776"/>
                  </a:lnTo>
                  <a:lnTo>
                    <a:pt x="213192" y="183655"/>
                  </a:lnTo>
                  <a:lnTo>
                    <a:pt x="213572" y="183200"/>
                  </a:lnTo>
                  <a:lnTo>
                    <a:pt x="214380" y="183474"/>
                  </a:lnTo>
                  <a:lnTo>
                    <a:pt x="214626" y="183623"/>
                  </a:lnTo>
                  <a:lnTo>
                    <a:pt x="215357" y="183701"/>
                  </a:lnTo>
                  <a:lnTo>
                    <a:pt x="215666" y="183921"/>
                  </a:lnTo>
                  <a:lnTo>
                    <a:pt x="215750" y="184056"/>
                  </a:lnTo>
                  <a:lnTo>
                    <a:pt x="215628" y="184187"/>
                  </a:lnTo>
                  <a:lnTo>
                    <a:pt x="215431" y="184418"/>
                  </a:lnTo>
                  <a:lnTo>
                    <a:pt x="214950" y="184929"/>
                  </a:lnTo>
                  <a:lnTo>
                    <a:pt x="214561" y="185322"/>
                  </a:lnTo>
                  <a:lnTo>
                    <a:pt x="214628" y="185693"/>
                  </a:lnTo>
                  <a:lnTo>
                    <a:pt x="214733" y="185946"/>
                  </a:lnTo>
                  <a:lnTo>
                    <a:pt x="214880" y="186029"/>
                  </a:lnTo>
                  <a:lnTo>
                    <a:pt x="215493" y="186217"/>
                  </a:lnTo>
                  <a:lnTo>
                    <a:pt x="215738" y="186129"/>
                  </a:lnTo>
                  <a:lnTo>
                    <a:pt x="215882" y="186441"/>
                  </a:lnTo>
                  <a:lnTo>
                    <a:pt x="215920" y="186631"/>
                  </a:lnTo>
                  <a:lnTo>
                    <a:pt x="215956" y="186786"/>
                  </a:lnTo>
                  <a:lnTo>
                    <a:pt x="216237" y="186928"/>
                  </a:lnTo>
                  <a:lnTo>
                    <a:pt x="216500" y="186951"/>
                  </a:lnTo>
                  <a:lnTo>
                    <a:pt x="216733" y="186689"/>
                  </a:lnTo>
                  <a:lnTo>
                    <a:pt x="217111" y="186484"/>
                  </a:lnTo>
                  <a:lnTo>
                    <a:pt x="217378" y="186768"/>
                  </a:lnTo>
                  <a:lnTo>
                    <a:pt x="217158" y="187083"/>
                  </a:lnTo>
                  <a:lnTo>
                    <a:pt x="216937" y="187154"/>
                  </a:lnTo>
                  <a:lnTo>
                    <a:pt x="216804" y="187293"/>
                  </a:lnTo>
                  <a:lnTo>
                    <a:pt x="216874" y="187581"/>
                  </a:lnTo>
                  <a:lnTo>
                    <a:pt x="217148" y="187758"/>
                  </a:lnTo>
                  <a:lnTo>
                    <a:pt x="217316" y="187856"/>
                  </a:lnTo>
                  <a:lnTo>
                    <a:pt x="217097" y="188214"/>
                  </a:lnTo>
                  <a:lnTo>
                    <a:pt x="217263" y="188318"/>
                  </a:lnTo>
                  <a:lnTo>
                    <a:pt x="217276" y="188866"/>
                  </a:lnTo>
                  <a:lnTo>
                    <a:pt x="217242" y="189080"/>
                  </a:lnTo>
                  <a:lnTo>
                    <a:pt x="217024" y="189520"/>
                  </a:lnTo>
                  <a:lnTo>
                    <a:pt x="216866" y="189602"/>
                  </a:lnTo>
                  <a:lnTo>
                    <a:pt x="216656" y="189675"/>
                  </a:lnTo>
                  <a:lnTo>
                    <a:pt x="216661" y="189814"/>
                  </a:lnTo>
                  <a:lnTo>
                    <a:pt x="217164" y="190410"/>
                  </a:lnTo>
                  <a:lnTo>
                    <a:pt x="217297" y="190414"/>
                  </a:lnTo>
                  <a:lnTo>
                    <a:pt x="217457" y="190442"/>
                  </a:lnTo>
                  <a:lnTo>
                    <a:pt x="217681" y="190621"/>
                  </a:lnTo>
                  <a:lnTo>
                    <a:pt x="218059" y="190862"/>
                  </a:lnTo>
                  <a:lnTo>
                    <a:pt x="217909" y="190979"/>
                  </a:lnTo>
                  <a:lnTo>
                    <a:pt x="217579" y="191098"/>
                  </a:lnTo>
                  <a:lnTo>
                    <a:pt x="216965" y="191059"/>
                  </a:lnTo>
                  <a:lnTo>
                    <a:pt x="216607" y="191457"/>
                  </a:lnTo>
                  <a:lnTo>
                    <a:pt x="216713" y="191595"/>
                  </a:lnTo>
                  <a:lnTo>
                    <a:pt x="216653" y="192018"/>
                  </a:lnTo>
                  <a:lnTo>
                    <a:pt x="216473" y="192365"/>
                  </a:lnTo>
                  <a:lnTo>
                    <a:pt x="216151" y="192558"/>
                  </a:lnTo>
                  <a:lnTo>
                    <a:pt x="216198" y="192856"/>
                  </a:lnTo>
                  <a:lnTo>
                    <a:pt x="216458" y="193122"/>
                  </a:lnTo>
                  <a:lnTo>
                    <a:pt x="216634" y="193166"/>
                  </a:lnTo>
                  <a:lnTo>
                    <a:pt x="216805" y="193241"/>
                  </a:lnTo>
                  <a:lnTo>
                    <a:pt x="216749" y="193642"/>
                  </a:lnTo>
                  <a:lnTo>
                    <a:pt x="216810" y="193944"/>
                  </a:lnTo>
                  <a:lnTo>
                    <a:pt x="216931" y="194079"/>
                  </a:lnTo>
                  <a:lnTo>
                    <a:pt x="217064" y="194111"/>
                  </a:lnTo>
                  <a:lnTo>
                    <a:pt x="217328" y="194041"/>
                  </a:lnTo>
                  <a:lnTo>
                    <a:pt x="217550" y="193448"/>
                  </a:lnTo>
                  <a:lnTo>
                    <a:pt x="217644" y="193210"/>
                  </a:lnTo>
                  <a:lnTo>
                    <a:pt x="217839" y="192840"/>
                  </a:lnTo>
                  <a:lnTo>
                    <a:pt x="218044" y="192636"/>
                  </a:lnTo>
                  <a:lnTo>
                    <a:pt x="218306" y="192607"/>
                  </a:lnTo>
                  <a:lnTo>
                    <a:pt x="218491" y="192699"/>
                  </a:lnTo>
                  <a:lnTo>
                    <a:pt x="218838" y="192666"/>
                  </a:lnTo>
                  <a:lnTo>
                    <a:pt x="219002" y="192626"/>
                  </a:lnTo>
                  <a:lnTo>
                    <a:pt x="219158" y="192658"/>
                  </a:lnTo>
                  <a:lnTo>
                    <a:pt x="219337" y="192819"/>
                  </a:lnTo>
                  <a:lnTo>
                    <a:pt x="219529" y="192475"/>
                  </a:lnTo>
                  <a:lnTo>
                    <a:pt x="220215" y="191809"/>
                  </a:lnTo>
                  <a:lnTo>
                    <a:pt x="220376" y="191726"/>
                  </a:lnTo>
                  <a:lnTo>
                    <a:pt x="220594" y="191595"/>
                  </a:lnTo>
                  <a:lnTo>
                    <a:pt x="221048" y="191409"/>
                  </a:lnTo>
                  <a:lnTo>
                    <a:pt x="221419" y="191380"/>
                  </a:lnTo>
                  <a:lnTo>
                    <a:pt x="221477" y="191199"/>
                  </a:lnTo>
                  <a:lnTo>
                    <a:pt x="221998" y="190829"/>
                  </a:lnTo>
                  <a:lnTo>
                    <a:pt x="222368" y="191042"/>
                  </a:lnTo>
                  <a:lnTo>
                    <a:pt x="222609" y="190842"/>
                  </a:lnTo>
                  <a:lnTo>
                    <a:pt x="222753" y="190747"/>
                  </a:lnTo>
                  <a:lnTo>
                    <a:pt x="222896" y="190716"/>
                  </a:lnTo>
                  <a:lnTo>
                    <a:pt x="223367" y="190798"/>
                  </a:lnTo>
                  <a:lnTo>
                    <a:pt x="223633" y="191169"/>
                  </a:lnTo>
                  <a:lnTo>
                    <a:pt x="223892" y="191135"/>
                  </a:lnTo>
                  <a:lnTo>
                    <a:pt x="224130" y="190827"/>
                  </a:lnTo>
                  <a:lnTo>
                    <a:pt x="224287" y="190657"/>
                  </a:lnTo>
                  <a:lnTo>
                    <a:pt x="224475" y="190502"/>
                  </a:lnTo>
                  <a:lnTo>
                    <a:pt x="224651" y="190494"/>
                  </a:lnTo>
                  <a:lnTo>
                    <a:pt x="224966" y="190706"/>
                  </a:lnTo>
                  <a:lnTo>
                    <a:pt x="225094" y="190845"/>
                  </a:lnTo>
                  <a:lnTo>
                    <a:pt x="225094" y="191015"/>
                  </a:lnTo>
                  <a:lnTo>
                    <a:pt x="225074" y="191191"/>
                  </a:lnTo>
                  <a:lnTo>
                    <a:pt x="225175" y="191533"/>
                  </a:lnTo>
                  <a:lnTo>
                    <a:pt x="225605" y="191437"/>
                  </a:lnTo>
                  <a:lnTo>
                    <a:pt x="225842" y="191531"/>
                  </a:lnTo>
                  <a:lnTo>
                    <a:pt x="226235" y="191686"/>
                  </a:lnTo>
                  <a:lnTo>
                    <a:pt x="226262" y="191459"/>
                  </a:lnTo>
                  <a:lnTo>
                    <a:pt x="226561" y="191427"/>
                  </a:lnTo>
                  <a:lnTo>
                    <a:pt x="227022" y="191648"/>
                  </a:lnTo>
                  <a:lnTo>
                    <a:pt x="227332" y="191781"/>
                  </a:lnTo>
                  <a:lnTo>
                    <a:pt x="227889" y="191946"/>
                  </a:lnTo>
                  <a:lnTo>
                    <a:pt x="228033" y="191774"/>
                  </a:lnTo>
                  <a:lnTo>
                    <a:pt x="228130" y="191582"/>
                  </a:lnTo>
                  <a:lnTo>
                    <a:pt x="228310" y="191343"/>
                  </a:lnTo>
                  <a:lnTo>
                    <a:pt x="228793" y="191449"/>
                  </a:lnTo>
                  <a:lnTo>
                    <a:pt x="229120" y="191649"/>
                  </a:lnTo>
                  <a:lnTo>
                    <a:pt x="229149" y="191877"/>
                  </a:lnTo>
                  <a:lnTo>
                    <a:pt x="229235" y="192070"/>
                  </a:lnTo>
                  <a:lnTo>
                    <a:pt x="229402" y="192059"/>
                  </a:lnTo>
                  <a:lnTo>
                    <a:pt x="229583" y="192041"/>
                  </a:lnTo>
                  <a:lnTo>
                    <a:pt x="229593" y="191808"/>
                  </a:lnTo>
                  <a:lnTo>
                    <a:pt x="229459" y="191740"/>
                  </a:lnTo>
                  <a:lnTo>
                    <a:pt x="229388" y="191449"/>
                  </a:lnTo>
                  <a:lnTo>
                    <a:pt x="229653" y="191233"/>
                  </a:lnTo>
                  <a:lnTo>
                    <a:pt x="230059" y="191141"/>
                  </a:lnTo>
                  <a:lnTo>
                    <a:pt x="230245" y="191117"/>
                  </a:lnTo>
                  <a:lnTo>
                    <a:pt x="230000" y="190764"/>
                  </a:lnTo>
                  <a:lnTo>
                    <a:pt x="229797" y="190636"/>
                  </a:lnTo>
                  <a:lnTo>
                    <a:pt x="229773" y="190379"/>
                  </a:lnTo>
                  <a:lnTo>
                    <a:pt x="229798" y="190170"/>
                  </a:lnTo>
                  <a:lnTo>
                    <a:pt x="229837" y="189938"/>
                  </a:lnTo>
                  <a:lnTo>
                    <a:pt x="229892" y="189688"/>
                  </a:lnTo>
                  <a:lnTo>
                    <a:pt x="230075" y="189535"/>
                  </a:lnTo>
                  <a:lnTo>
                    <a:pt x="230327" y="189359"/>
                  </a:lnTo>
                  <a:lnTo>
                    <a:pt x="230496" y="189380"/>
                  </a:lnTo>
                  <a:lnTo>
                    <a:pt x="230640" y="189499"/>
                  </a:lnTo>
                  <a:lnTo>
                    <a:pt x="230873" y="189628"/>
                  </a:lnTo>
                  <a:lnTo>
                    <a:pt x="231072" y="189605"/>
                  </a:lnTo>
                  <a:lnTo>
                    <a:pt x="231204" y="189590"/>
                  </a:lnTo>
                  <a:lnTo>
                    <a:pt x="231633" y="189825"/>
                  </a:lnTo>
                  <a:lnTo>
                    <a:pt x="232257" y="190023"/>
                  </a:lnTo>
                  <a:lnTo>
                    <a:pt x="232539" y="189998"/>
                  </a:lnTo>
                  <a:lnTo>
                    <a:pt x="233059" y="190152"/>
                  </a:lnTo>
                  <a:lnTo>
                    <a:pt x="233164" y="190465"/>
                  </a:lnTo>
                  <a:lnTo>
                    <a:pt x="233535" y="190532"/>
                  </a:lnTo>
                  <a:lnTo>
                    <a:pt x="233737" y="190203"/>
                  </a:lnTo>
                  <a:lnTo>
                    <a:pt x="234068" y="190103"/>
                  </a:lnTo>
                  <a:lnTo>
                    <a:pt x="234337" y="190040"/>
                  </a:lnTo>
                  <a:lnTo>
                    <a:pt x="234526" y="189577"/>
                  </a:lnTo>
                  <a:lnTo>
                    <a:pt x="234677" y="189536"/>
                  </a:lnTo>
                  <a:lnTo>
                    <a:pt x="235157" y="189594"/>
                  </a:lnTo>
                  <a:lnTo>
                    <a:pt x="235507" y="189468"/>
                  </a:lnTo>
                  <a:lnTo>
                    <a:pt x="235639" y="189280"/>
                  </a:lnTo>
                  <a:lnTo>
                    <a:pt x="235779" y="189010"/>
                  </a:lnTo>
                  <a:lnTo>
                    <a:pt x="235789" y="188824"/>
                  </a:lnTo>
                  <a:lnTo>
                    <a:pt x="235991" y="188220"/>
                  </a:lnTo>
                  <a:lnTo>
                    <a:pt x="236084" y="188056"/>
                  </a:lnTo>
                  <a:lnTo>
                    <a:pt x="236202" y="187289"/>
                  </a:lnTo>
                  <a:lnTo>
                    <a:pt x="236644" y="186803"/>
                  </a:lnTo>
                  <a:lnTo>
                    <a:pt x="237108" y="186750"/>
                  </a:lnTo>
                  <a:lnTo>
                    <a:pt x="237532" y="187263"/>
                  </a:lnTo>
                  <a:lnTo>
                    <a:pt x="237800" y="187393"/>
                  </a:lnTo>
                  <a:lnTo>
                    <a:pt x="238450" y="187355"/>
                  </a:lnTo>
                  <a:lnTo>
                    <a:pt x="238674" y="187386"/>
                  </a:lnTo>
                  <a:lnTo>
                    <a:pt x="238943" y="187256"/>
                  </a:lnTo>
                  <a:lnTo>
                    <a:pt x="239270" y="187073"/>
                  </a:lnTo>
                  <a:lnTo>
                    <a:pt x="239555" y="186872"/>
                  </a:lnTo>
                  <a:lnTo>
                    <a:pt x="239432" y="186512"/>
                  </a:lnTo>
                  <a:lnTo>
                    <a:pt x="239414" y="186369"/>
                  </a:lnTo>
                  <a:lnTo>
                    <a:pt x="239374" y="186043"/>
                  </a:lnTo>
                  <a:lnTo>
                    <a:pt x="239653" y="186036"/>
                  </a:lnTo>
                  <a:lnTo>
                    <a:pt x="239933" y="185983"/>
                  </a:lnTo>
                  <a:lnTo>
                    <a:pt x="240098" y="185943"/>
                  </a:lnTo>
                  <a:lnTo>
                    <a:pt x="240114" y="185730"/>
                  </a:lnTo>
                  <a:lnTo>
                    <a:pt x="240518" y="185243"/>
                  </a:lnTo>
                  <a:lnTo>
                    <a:pt x="240976" y="185072"/>
                  </a:lnTo>
                  <a:lnTo>
                    <a:pt x="241109" y="185184"/>
                  </a:lnTo>
                  <a:lnTo>
                    <a:pt x="241150" y="185340"/>
                  </a:lnTo>
                  <a:lnTo>
                    <a:pt x="241559" y="185438"/>
                  </a:lnTo>
                  <a:lnTo>
                    <a:pt x="241860" y="185801"/>
                  </a:lnTo>
                  <a:lnTo>
                    <a:pt x="242043" y="185796"/>
                  </a:lnTo>
                  <a:lnTo>
                    <a:pt x="242555" y="186044"/>
                  </a:lnTo>
                  <a:lnTo>
                    <a:pt x="242689" y="185960"/>
                  </a:lnTo>
                  <a:lnTo>
                    <a:pt x="242841" y="186068"/>
                  </a:lnTo>
                  <a:lnTo>
                    <a:pt x="242772" y="186206"/>
                  </a:lnTo>
                  <a:lnTo>
                    <a:pt x="242619" y="186245"/>
                  </a:lnTo>
                  <a:lnTo>
                    <a:pt x="242552" y="186382"/>
                  </a:lnTo>
                  <a:lnTo>
                    <a:pt x="242495" y="186843"/>
                  </a:lnTo>
                  <a:lnTo>
                    <a:pt x="242771" y="187073"/>
                  </a:lnTo>
                  <a:lnTo>
                    <a:pt x="242942" y="186928"/>
                  </a:lnTo>
                  <a:lnTo>
                    <a:pt x="242910" y="186745"/>
                  </a:lnTo>
                  <a:lnTo>
                    <a:pt x="242806" y="186540"/>
                  </a:lnTo>
                  <a:lnTo>
                    <a:pt x="242923" y="186213"/>
                  </a:lnTo>
                  <a:lnTo>
                    <a:pt x="243124" y="186185"/>
                  </a:lnTo>
                  <a:lnTo>
                    <a:pt x="243265" y="186279"/>
                  </a:lnTo>
                  <a:lnTo>
                    <a:pt x="243613" y="186756"/>
                  </a:lnTo>
                  <a:lnTo>
                    <a:pt x="243756" y="186800"/>
                  </a:lnTo>
                  <a:lnTo>
                    <a:pt x="243896" y="186886"/>
                  </a:lnTo>
                  <a:lnTo>
                    <a:pt x="243884" y="187342"/>
                  </a:lnTo>
                  <a:lnTo>
                    <a:pt x="243718" y="187408"/>
                  </a:lnTo>
                  <a:lnTo>
                    <a:pt x="243689" y="187544"/>
                  </a:lnTo>
                  <a:lnTo>
                    <a:pt x="243657" y="187784"/>
                  </a:lnTo>
                  <a:lnTo>
                    <a:pt x="243927" y="187725"/>
                  </a:lnTo>
                  <a:lnTo>
                    <a:pt x="243831" y="187936"/>
                  </a:lnTo>
                  <a:lnTo>
                    <a:pt x="243902" y="188287"/>
                  </a:lnTo>
                  <a:lnTo>
                    <a:pt x="244370" y="188284"/>
                  </a:lnTo>
                  <a:lnTo>
                    <a:pt x="244493" y="188638"/>
                  </a:lnTo>
                  <a:lnTo>
                    <a:pt x="244754" y="189108"/>
                  </a:lnTo>
                  <a:lnTo>
                    <a:pt x="244959" y="189320"/>
                  </a:lnTo>
                  <a:lnTo>
                    <a:pt x="245036" y="189544"/>
                  </a:lnTo>
                  <a:lnTo>
                    <a:pt x="244997" y="189797"/>
                  </a:lnTo>
                  <a:lnTo>
                    <a:pt x="245192" y="189897"/>
                  </a:lnTo>
                  <a:lnTo>
                    <a:pt x="245471" y="190013"/>
                  </a:lnTo>
                  <a:lnTo>
                    <a:pt x="245657" y="190161"/>
                  </a:lnTo>
                  <a:lnTo>
                    <a:pt x="245814" y="190106"/>
                  </a:lnTo>
                  <a:lnTo>
                    <a:pt x="246209" y="190042"/>
                  </a:lnTo>
                  <a:lnTo>
                    <a:pt x="246589" y="189982"/>
                  </a:lnTo>
                  <a:lnTo>
                    <a:pt x="247053" y="190079"/>
                  </a:lnTo>
                  <a:lnTo>
                    <a:pt x="247111" y="190274"/>
                  </a:lnTo>
                  <a:lnTo>
                    <a:pt x="247242" y="190461"/>
                  </a:lnTo>
                  <a:lnTo>
                    <a:pt x="247339" y="190594"/>
                  </a:lnTo>
                  <a:lnTo>
                    <a:pt x="247702" y="190753"/>
                  </a:lnTo>
                  <a:lnTo>
                    <a:pt x="248186" y="190221"/>
                  </a:lnTo>
                  <a:lnTo>
                    <a:pt x="248677" y="190650"/>
                  </a:lnTo>
                  <a:lnTo>
                    <a:pt x="248948" y="190650"/>
                  </a:lnTo>
                  <a:lnTo>
                    <a:pt x="249273" y="190688"/>
                  </a:lnTo>
                  <a:lnTo>
                    <a:pt x="249492" y="191196"/>
                  </a:lnTo>
                  <a:lnTo>
                    <a:pt x="249664" y="191523"/>
                  </a:lnTo>
                  <a:lnTo>
                    <a:pt x="249705" y="191956"/>
                  </a:lnTo>
                  <a:lnTo>
                    <a:pt x="249653" y="192110"/>
                  </a:lnTo>
                  <a:lnTo>
                    <a:pt x="249705" y="192339"/>
                  </a:lnTo>
                  <a:lnTo>
                    <a:pt x="250039" y="192269"/>
                  </a:lnTo>
                  <a:lnTo>
                    <a:pt x="250285" y="192448"/>
                  </a:lnTo>
                  <a:lnTo>
                    <a:pt x="250613" y="192834"/>
                  </a:lnTo>
                  <a:lnTo>
                    <a:pt x="250655" y="193036"/>
                  </a:lnTo>
                  <a:lnTo>
                    <a:pt x="250573" y="193932"/>
                  </a:lnTo>
                  <a:lnTo>
                    <a:pt x="250507" y="194255"/>
                  </a:lnTo>
                  <a:lnTo>
                    <a:pt x="250706" y="194459"/>
                  </a:lnTo>
                  <a:lnTo>
                    <a:pt x="250859" y="194646"/>
                  </a:lnTo>
                  <a:lnTo>
                    <a:pt x="250549" y="194711"/>
                  </a:lnTo>
                  <a:lnTo>
                    <a:pt x="250340" y="194777"/>
                  </a:lnTo>
                  <a:lnTo>
                    <a:pt x="250532" y="195170"/>
                  </a:lnTo>
                  <a:lnTo>
                    <a:pt x="250895" y="194972"/>
                  </a:lnTo>
                  <a:lnTo>
                    <a:pt x="250888" y="195227"/>
                  </a:lnTo>
                  <a:lnTo>
                    <a:pt x="250666" y="195376"/>
                  </a:lnTo>
                  <a:lnTo>
                    <a:pt x="250305" y="195510"/>
                  </a:lnTo>
                  <a:lnTo>
                    <a:pt x="250009" y="195266"/>
                  </a:lnTo>
                  <a:lnTo>
                    <a:pt x="249741" y="195028"/>
                  </a:lnTo>
                  <a:lnTo>
                    <a:pt x="249553" y="195258"/>
                  </a:lnTo>
                  <a:lnTo>
                    <a:pt x="249436" y="195394"/>
                  </a:lnTo>
                  <a:lnTo>
                    <a:pt x="248778" y="195646"/>
                  </a:lnTo>
                  <a:lnTo>
                    <a:pt x="248647" y="195729"/>
                  </a:lnTo>
                  <a:lnTo>
                    <a:pt x="248299" y="196249"/>
                  </a:lnTo>
                  <a:lnTo>
                    <a:pt x="248488" y="196661"/>
                  </a:lnTo>
                  <a:lnTo>
                    <a:pt x="248598" y="196780"/>
                  </a:lnTo>
                  <a:lnTo>
                    <a:pt x="248493" y="196908"/>
                  </a:lnTo>
                  <a:lnTo>
                    <a:pt x="248337" y="197079"/>
                  </a:lnTo>
                  <a:lnTo>
                    <a:pt x="248150" y="197090"/>
                  </a:lnTo>
                  <a:lnTo>
                    <a:pt x="247928" y="197029"/>
                  </a:lnTo>
                  <a:lnTo>
                    <a:pt x="247795" y="197005"/>
                  </a:lnTo>
                  <a:lnTo>
                    <a:pt x="247601" y="197217"/>
                  </a:lnTo>
                  <a:lnTo>
                    <a:pt x="247685" y="197439"/>
                  </a:lnTo>
                  <a:lnTo>
                    <a:pt x="247836" y="197584"/>
                  </a:lnTo>
                  <a:lnTo>
                    <a:pt x="248065" y="197638"/>
                  </a:lnTo>
                  <a:lnTo>
                    <a:pt x="248026" y="197968"/>
                  </a:lnTo>
                  <a:lnTo>
                    <a:pt x="247824" y="198297"/>
                  </a:lnTo>
                  <a:lnTo>
                    <a:pt x="248390" y="198608"/>
                  </a:lnTo>
                  <a:lnTo>
                    <a:pt x="248714" y="198820"/>
                  </a:lnTo>
                  <a:lnTo>
                    <a:pt x="249019" y="198899"/>
                  </a:lnTo>
                  <a:lnTo>
                    <a:pt x="249327" y="198825"/>
                  </a:lnTo>
                  <a:lnTo>
                    <a:pt x="249525" y="198818"/>
                  </a:lnTo>
                  <a:lnTo>
                    <a:pt x="249660" y="198897"/>
                  </a:lnTo>
                  <a:lnTo>
                    <a:pt x="249842" y="199193"/>
                  </a:lnTo>
                  <a:lnTo>
                    <a:pt x="250277" y="199283"/>
                  </a:lnTo>
                  <a:lnTo>
                    <a:pt x="250248" y="199475"/>
                  </a:lnTo>
                  <a:lnTo>
                    <a:pt x="250217" y="200031"/>
                  </a:lnTo>
                  <a:lnTo>
                    <a:pt x="250353" y="200470"/>
                  </a:lnTo>
                  <a:lnTo>
                    <a:pt x="250146" y="201012"/>
                  </a:lnTo>
                  <a:lnTo>
                    <a:pt x="250031" y="201249"/>
                  </a:lnTo>
                  <a:lnTo>
                    <a:pt x="249957" y="201386"/>
                  </a:lnTo>
                  <a:lnTo>
                    <a:pt x="249828" y="201322"/>
                  </a:lnTo>
                  <a:lnTo>
                    <a:pt x="249672" y="201281"/>
                  </a:lnTo>
                  <a:lnTo>
                    <a:pt x="249303" y="201550"/>
                  </a:lnTo>
                  <a:lnTo>
                    <a:pt x="248918" y="201837"/>
                  </a:lnTo>
                  <a:lnTo>
                    <a:pt x="248780" y="201711"/>
                  </a:lnTo>
                  <a:lnTo>
                    <a:pt x="248552" y="201913"/>
                  </a:lnTo>
                  <a:lnTo>
                    <a:pt x="248400" y="202017"/>
                  </a:lnTo>
                  <a:lnTo>
                    <a:pt x="248258" y="202041"/>
                  </a:lnTo>
                  <a:lnTo>
                    <a:pt x="247721" y="201789"/>
                  </a:lnTo>
                  <a:lnTo>
                    <a:pt x="247456" y="201827"/>
                  </a:lnTo>
                  <a:lnTo>
                    <a:pt x="247273" y="202115"/>
                  </a:lnTo>
                  <a:lnTo>
                    <a:pt x="247174" y="202185"/>
                  </a:lnTo>
                  <a:lnTo>
                    <a:pt x="246932" y="202048"/>
                  </a:lnTo>
                  <a:lnTo>
                    <a:pt x="246847" y="202292"/>
                  </a:lnTo>
                  <a:lnTo>
                    <a:pt x="246618" y="203043"/>
                  </a:lnTo>
                  <a:lnTo>
                    <a:pt x="246572" y="203337"/>
                  </a:lnTo>
                  <a:lnTo>
                    <a:pt x="246134" y="203409"/>
                  </a:lnTo>
                  <a:lnTo>
                    <a:pt x="245754" y="203765"/>
                  </a:lnTo>
                  <a:lnTo>
                    <a:pt x="245510" y="203707"/>
                  </a:lnTo>
                  <a:lnTo>
                    <a:pt x="245290" y="203657"/>
                  </a:lnTo>
                  <a:lnTo>
                    <a:pt x="244746" y="203524"/>
                  </a:lnTo>
                  <a:lnTo>
                    <a:pt x="244393" y="203382"/>
                  </a:lnTo>
                  <a:lnTo>
                    <a:pt x="244186" y="203219"/>
                  </a:lnTo>
                  <a:lnTo>
                    <a:pt x="243965" y="203109"/>
                  </a:lnTo>
                  <a:lnTo>
                    <a:pt x="243836" y="203303"/>
                  </a:lnTo>
                  <a:lnTo>
                    <a:pt x="243589" y="203479"/>
                  </a:lnTo>
                  <a:lnTo>
                    <a:pt x="243297" y="203316"/>
                  </a:lnTo>
                  <a:lnTo>
                    <a:pt x="242850" y="203238"/>
                  </a:lnTo>
                  <a:lnTo>
                    <a:pt x="242474" y="203311"/>
                  </a:lnTo>
                  <a:lnTo>
                    <a:pt x="241993" y="203359"/>
                  </a:lnTo>
                  <a:lnTo>
                    <a:pt x="241742" y="203845"/>
                  </a:lnTo>
                  <a:lnTo>
                    <a:pt x="241722" y="204149"/>
                  </a:lnTo>
                  <a:lnTo>
                    <a:pt x="241547" y="204337"/>
                  </a:lnTo>
                  <a:lnTo>
                    <a:pt x="241300" y="204651"/>
                  </a:lnTo>
                  <a:lnTo>
                    <a:pt x="241001" y="205118"/>
                  </a:lnTo>
                  <a:lnTo>
                    <a:pt x="241055" y="205268"/>
                  </a:lnTo>
                  <a:lnTo>
                    <a:pt x="241021" y="205658"/>
                  </a:lnTo>
                  <a:lnTo>
                    <a:pt x="240911" y="205993"/>
                  </a:lnTo>
                  <a:lnTo>
                    <a:pt x="240849" y="206217"/>
                  </a:lnTo>
                  <a:lnTo>
                    <a:pt x="240575" y="206396"/>
                  </a:lnTo>
                  <a:lnTo>
                    <a:pt x="240336" y="206508"/>
                  </a:lnTo>
                  <a:lnTo>
                    <a:pt x="240111" y="206292"/>
                  </a:lnTo>
                  <a:lnTo>
                    <a:pt x="239776" y="206264"/>
                  </a:lnTo>
                  <a:lnTo>
                    <a:pt x="239651" y="206954"/>
                  </a:lnTo>
                  <a:lnTo>
                    <a:pt x="239722" y="207145"/>
                  </a:lnTo>
                  <a:lnTo>
                    <a:pt x="239734" y="207320"/>
                  </a:lnTo>
                  <a:lnTo>
                    <a:pt x="239430" y="207572"/>
                  </a:lnTo>
                  <a:lnTo>
                    <a:pt x="238965" y="207560"/>
                  </a:lnTo>
                  <a:lnTo>
                    <a:pt x="238584" y="207480"/>
                  </a:lnTo>
                  <a:lnTo>
                    <a:pt x="238399" y="207401"/>
                  </a:lnTo>
                  <a:lnTo>
                    <a:pt x="238217" y="207233"/>
                  </a:lnTo>
                  <a:lnTo>
                    <a:pt x="237953" y="207396"/>
                  </a:lnTo>
                  <a:lnTo>
                    <a:pt x="237804" y="207525"/>
                  </a:lnTo>
                  <a:lnTo>
                    <a:pt x="237465" y="207621"/>
                  </a:lnTo>
                  <a:lnTo>
                    <a:pt x="237229" y="207796"/>
                  </a:lnTo>
                  <a:lnTo>
                    <a:pt x="236992" y="207920"/>
                  </a:lnTo>
                  <a:lnTo>
                    <a:pt x="237171" y="208464"/>
                  </a:lnTo>
                  <a:lnTo>
                    <a:pt x="237083" y="208679"/>
                  </a:lnTo>
                  <a:lnTo>
                    <a:pt x="236974" y="208849"/>
                  </a:lnTo>
                  <a:lnTo>
                    <a:pt x="236641" y="209052"/>
                  </a:lnTo>
                  <a:lnTo>
                    <a:pt x="236506" y="209021"/>
                  </a:lnTo>
                  <a:lnTo>
                    <a:pt x="236147" y="209140"/>
                  </a:lnTo>
                  <a:lnTo>
                    <a:pt x="235644" y="209063"/>
                  </a:lnTo>
                  <a:lnTo>
                    <a:pt x="235216" y="209283"/>
                  </a:lnTo>
                  <a:lnTo>
                    <a:pt x="235371" y="209733"/>
                  </a:lnTo>
                  <a:lnTo>
                    <a:pt x="235586" y="209812"/>
                  </a:lnTo>
                  <a:lnTo>
                    <a:pt x="235424" y="209950"/>
                  </a:lnTo>
                  <a:lnTo>
                    <a:pt x="235263" y="209996"/>
                  </a:lnTo>
                  <a:lnTo>
                    <a:pt x="235121" y="210018"/>
                  </a:lnTo>
                  <a:lnTo>
                    <a:pt x="234700" y="210010"/>
                  </a:lnTo>
                  <a:lnTo>
                    <a:pt x="234374" y="210105"/>
                  </a:lnTo>
                  <a:lnTo>
                    <a:pt x="234134" y="210290"/>
                  </a:lnTo>
                  <a:lnTo>
                    <a:pt x="234193" y="210544"/>
                  </a:lnTo>
                  <a:lnTo>
                    <a:pt x="234327" y="210784"/>
                  </a:lnTo>
                  <a:lnTo>
                    <a:pt x="234227" y="210911"/>
                  </a:lnTo>
                  <a:lnTo>
                    <a:pt x="234090" y="211034"/>
                  </a:lnTo>
                  <a:lnTo>
                    <a:pt x="234432" y="211491"/>
                  </a:lnTo>
                  <a:lnTo>
                    <a:pt x="234251" y="212093"/>
                  </a:lnTo>
                  <a:lnTo>
                    <a:pt x="234074" y="212149"/>
                  </a:lnTo>
                  <a:lnTo>
                    <a:pt x="233919" y="212446"/>
                  </a:lnTo>
                  <a:lnTo>
                    <a:pt x="234139" y="212613"/>
                  </a:lnTo>
                  <a:lnTo>
                    <a:pt x="234272" y="212630"/>
                  </a:lnTo>
                  <a:lnTo>
                    <a:pt x="234414" y="212822"/>
                  </a:lnTo>
                  <a:lnTo>
                    <a:pt x="234596" y="213236"/>
                  </a:lnTo>
                  <a:lnTo>
                    <a:pt x="234546" y="213820"/>
                  </a:lnTo>
                  <a:lnTo>
                    <a:pt x="234503" y="214183"/>
                  </a:lnTo>
                  <a:lnTo>
                    <a:pt x="234162" y="214506"/>
                  </a:lnTo>
                  <a:lnTo>
                    <a:pt x="233973" y="214844"/>
                  </a:lnTo>
                  <a:lnTo>
                    <a:pt x="233618" y="215007"/>
                  </a:lnTo>
                  <a:lnTo>
                    <a:pt x="233343" y="215042"/>
                  </a:lnTo>
                  <a:lnTo>
                    <a:pt x="233209" y="215148"/>
                  </a:lnTo>
                  <a:lnTo>
                    <a:pt x="233159" y="215351"/>
                  </a:lnTo>
                  <a:lnTo>
                    <a:pt x="233078" y="215645"/>
                  </a:lnTo>
                  <a:lnTo>
                    <a:pt x="232713" y="215858"/>
                  </a:lnTo>
                  <a:lnTo>
                    <a:pt x="232585" y="216095"/>
                  </a:lnTo>
                  <a:lnTo>
                    <a:pt x="232443" y="216458"/>
                  </a:lnTo>
                  <a:lnTo>
                    <a:pt x="232229" y="216942"/>
                  </a:lnTo>
                  <a:lnTo>
                    <a:pt x="232322" y="217146"/>
                  </a:lnTo>
                  <a:lnTo>
                    <a:pt x="232279" y="217392"/>
                  </a:lnTo>
                  <a:lnTo>
                    <a:pt x="232134" y="217402"/>
                  </a:lnTo>
                  <a:lnTo>
                    <a:pt x="231824" y="217569"/>
                  </a:lnTo>
                  <a:lnTo>
                    <a:pt x="231568" y="217912"/>
                  </a:lnTo>
                  <a:lnTo>
                    <a:pt x="231749" y="218160"/>
                  </a:lnTo>
                  <a:lnTo>
                    <a:pt x="231869" y="218375"/>
                  </a:lnTo>
                  <a:lnTo>
                    <a:pt x="231613" y="218877"/>
                  </a:lnTo>
                  <a:lnTo>
                    <a:pt x="231275" y="218990"/>
                  </a:lnTo>
                  <a:lnTo>
                    <a:pt x="231060" y="219259"/>
                  </a:lnTo>
                  <a:lnTo>
                    <a:pt x="231110" y="219494"/>
                  </a:lnTo>
                  <a:lnTo>
                    <a:pt x="231325" y="219752"/>
                  </a:lnTo>
                  <a:lnTo>
                    <a:pt x="231672" y="220044"/>
                  </a:lnTo>
                  <a:lnTo>
                    <a:pt x="231424" y="220664"/>
                  </a:lnTo>
                  <a:lnTo>
                    <a:pt x="231427" y="220869"/>
                  </a:lnTo>
                  <a:lnTo>
                    <a:pt x="231285" y="221077"/>
                  </a:lnTo>
                  <a:lnTo>
                    <a:pt x="231163" y="221223"/>
                  </a:lnTo>
                  <a:lnTo>
                    <a:pt x="231007" y="221307"/>
                  </a:lnTo>
                  <a:lnTo>
                    <a:pt x="230652" y="221456"/>
                  </a:lnTo>
                  <a:lnTo>
                    <a:pt x="230427" y="221503"/>
                  </a:lnTo>
                  <a:lnTo>
                    <a:pt x="230275" y="221766"/>
                  </a:lnTo>
                  <a:lnTo>
                    <a:pt x="230055" y="222027"/>
                  </a:lnTo>
                  <a:lnTo>
                    <a:pt x="229788" y="222046"/>
                  </a:lnTo>
                  <a:lnTo>
                    <a:pt x="229562" y="222061"/>
                  </a:lnTo>
                  <a:lnTo>
                    <a:pt x="228933" y="222112"/>
                  </a:lnTo>
                  <a:lnTo>
                    <a:pt x="228690" y="222445"/>
                  </a:lnTo>
                  <a:lnTo>
                    <a:pt x="228661" y="223175"/>
                  </a:lnTo>
                  <a:lnTo>
                    <a:pt x="228620" y="223468"/>
                  </a:lnTo>
                  <a:lnTo>
                    <a:pt x="228414" y="223604"/>
                  </a:lnTo>
                  <a:lnTo>
                    <a:pt x="228211" y="223678"/>
                  </a:lnTo>
                  <a:lnTo>
                    <a:pt x="227977" y="223688"/>
                  </a:lnTo>
                  <a:lnTo>
                    <a:pt x="227626" y="223881"/>
                  </a:lnTo>
                  <a:lnTo>
                    <a:pt x="227496" y="223868"/>
                  </a:lnTo>
                  <a:lnTo>
                    <a:pt x="227154" y="223743"/>
                  </a:lnTo>
                  <a:lnTo>
                    <a:pt x="226852" y="223790"/>
                  </a:lnTo>
                  <a:lnTo>
                    <a:pt x="226563" y="223794"/>
                  </a:lnTo>
                  <a:lnTo>
                    <a:pt x="226316" y="223755"/>
                  </a:lnTo>
                  <a:lnTo>
                    <a:pt x="225617" y="224157"/>
                  </a:lnTo>
                  <a:lnTo>
                    <a:pt x="225391" y="224255"/>
                  </a:lnTo>
                  <a:lnTo>
                    <a:pt x="224815" y="224170"/>
                  </a:lnTo>
                  <a:lnTo>
                    <a:pt x="224649" y="224083"/>
                  </a:lnTo>
                  <a:lnTo>
                    <a:pt x="224295" y="224009"/>
                  </a:lnTo>
                  <a:lnTo>
                    <a:pt x="224089" y="224189"/>
                  </a:lnTo>
                  <a:lnTo>
                    <a:pt x="223688" y="224102"/>
                  </a:lnTo>
                  <a:lnTo>
                    <a:pt x="223360" y="224283"/>
                  </a:lnTo>
                  <a:lnTo>
                    <a:pt x="223318" y="224466"/>
                  </a:lnTo>
                  <a:lnTo>
                    <a:pt x="223373" y="224648"/>
                  </a:lnTo>
                  <a:lnTo>
                    <a:pt x="223698" y="224802"/>
                  </a:lnTo>
                  <a:lnTo>
                    <a:pt x="223882" y="225300"/>
                  </a:lnTo>
                  <a:lnTo>
                    <a:pt x="224175" y="225503"/>
                  </a:lnTo>
                  <a:lnTo>
                    <a:pt x="224425" y="226007"/>
                  </a:lnTo>
                  <a:lnTo>
                    <a:pt x="224350" y="226142"/>
                  </a:lnTo>
                  <a:lnTo>
                    <a:pt x="224099" y="226035"/>
                  </a:lnTo>
                  <a:lnTo>
                    <a:pt x="223816" y="225833"/>
                  </a:lnTo>
                  <a:lnTo>
                    <a:pt x="223621" y="226257"/>
                  </a:lnTo>
                  <a:lnTo>
                    <a:pt x="223688" y="226502"/>
                  </a:lnTo>
                  <a:lnTo>
                    <a:pt x="223711" y="226659"/>
                  </a:lnTo>
                  <a:lnTo>
                    <a:pt x="224126" y="226592"/>
                  </a:lnTo>
                  <a:lnTo>
                    <a:pt x="224302" y="226334"/>
                  </a:lnTo>
                  <a:lnTo>
                    <a:pt x="224659" y="226281"/>
                  </a:lnTo>
                  <a:lnTo>
                    <a:pt x="224857" y="226285"/>
                  </a:lnTo>
                  <a:lnTo>
                    <a:pt x="225208" y="226450"/>
                  </a:lnTo>
                  <a:lnTo>
                    <a:pt x="225324" y="226586"/>
                  </a:lnTo>
                  <a:lnTo>
                    <a:pt x="225554" y="226670"/>
                  </a:lnTo>
                  <a:lnTo>
                    <a:pt x="225940" y="226759"/>
                  </a:lnTo>
                  <a:lnTo>
                    <a:pt x="226257" y="226992"/>
                  </a:lnTo>
                  <a:lnTo>
                    <a:pt x="226927" y="226584"/>
                  </a:lnTo>
                  <a:lnTo>
                    <a:pt x="227615" y="226762"/>
                  </a:lnTo>
                  <a:lnTo>
                    <a:pt x="227725" y="227057"/>
                  </a:lnTo>
                  <a:lnTo>
                    <a:pt x="227764" y="227306"/>
                  </a:lnTo>
                  <a:lnTo>
                    <a:pt x="227937" y="227445"/>
                  </a:lnTo>
                  <a:lnTo>
                    <a:pt x="228388" y="227405"/>
                  </a:lnTo>
                  <a:lnTo>
                    <a:pt x="228678" y="227521"/>
                  </a:lnTo>
                  <a:lnTo>
                    <a:pt x="228821" y="227770"/>
                  </a:lnTo>
                  <a:lnTo>
                    <a:pt x="228760" y="227904"/>
                  </a:lnTo>
                  <a:lnTo>
                    <a:pt x="228730" y="228056"/>
                  </a:lnTo>
                  <a:lnTo>
                    <a:pt x="229143" y="228051"/>
                  </a:lnTo>
                  <a:lnTo>
                    <a:pt x="229178" y="228570"/>
                  </a:lnTo>
                  <a:lnTo>
                    <a:pt x="229192" y="228864"/>
                  </a:lnTo>
                  <a:lnTo>
                    <a:pt x="229217" y="229247"/>
                  </a:lnTo>
                  <a:lnTo>
                    <a:pt x="229420" y="229320"/>
                  </a:lnTo>
                  <a:lnTo>
                    <a:pt x="229587" y="229597"/>
                  </a:lnTo>
                  <a:lnTo>
                    <a:pt x="229695" y="229821"/>
                  </a:lnTo>
                  <a:lnTo>
                    <a:pt x="229644" y="229977"/>
                  </a:lnTo>
                  <a:lnTo>
                    <a:pt x="229616" y="230208"/>
                  </a:lnTo>
                  <a:lnTo>
                    <a:pt x="229804" y="230445"/>
                  </a:lnTo>
                  <a:lnTo>
                    <a:pt x="229998" y="230530"/>
                  </a:lnTo>
                  <a:lnTo>
                    <a:pt x="230964" y="230406"/>
                  </a:lnTo>
                  <a:lnTo>
                    <a:pt x="231269" y="230223"/>
                  </a:lnTo>
                  <a:lnTo>
                    <a:pt x="231518" y="229937"/>
                  </a:lnTo>
                  <a:lnTo>
                    <a:pt x="231646" y="229985"/>
                  </a:lnTo>
                  <a:lnTo>
                    <a:pt x="231830" y="230519"/>
                  </a:lnTo>
                  <a:lnTo>
                    <a:pt x="232001" y="230167"/>
                  </a:lnTo>
                  <a:lnTo>
                    <a:pt x="231748" y="229962"/>
                  </a:lnTo>
                  <a:lnTo>
                    <a:pt x="231809" y="229789"/>
                  </a:lnTo>
                  <a:lnTo>
                    <a:pt x="232283" y="229667"/>
                  </a:lnTo>
                  <a:lnTo>
                    <a:pt x="232122" y="229954"/>
                  </a:lnTo>
                  <a:lnTo>
                    <a:pt x="232138" y="230171"/>
                  </a:lnTo>
                  <a:lnTo>
                    <a:pt x="232407" y="229977"/>
                  </a:lnTo>
                  <a:lnTo>
                    <a:pt x="232611" y="229894"/>
                  </a:lnTo>
                  <a:lnTo>
                    <a:pt x="232679" y="230206"/>
                  </a:lnTo>
                  <a:lnTo>
                    <a:pt x="233001" y="230348"/>
                  </a:lnTo>
                  <a:lnTo>
                    <a:pt x="233247" y="230701"/>
                  </a:lnTo>
                  <a:lnTo>
                    <a:pt x="233249" y="230978"/>
                  </a:lnTo>
                  <a:lnTo>
                    <a:pt x="233462" y="231181"/>
                  </a:lnTo>
                  <a:lnTo>
                    <a:pt x="233609" y="231076"/>
                  </a:lnTo>
                  <a:lnTo>
                    <a:pt x="233933" y="231150"/>
                  </a:lnTo>
                  <a:lnTo>
                    <a:pt x="233884" y="231489"/>
                  </a:lnTo>
                  <a:lnTo>
                    <a:pt x="233783" y="231648"/>
                  </a:lnTo>
                  <a:lnTo>
                    <a:pt x="233871" y="232056"/>
                  </a:lnTo>
                  <a:lnTo>
                    <a:pt x="233880" y="232210"/>
                  </a:lnTo>
                  <a:lnTo>
                    <a:pt x="233833" y="232364"/>
                  </a:lnTo>
                  <a:lnTo>
                    <a:pt x="233826" y="232643"/>
                  </a:lnTo>
                  <a:lnTo>
                    <a:pt x="233978" y="232740"/>
                  </a:lnTo>
                  <a:lnTo>
                    <a:pt x="234148" y="232769"/>
                  </a:lnTo>
                  <a:lnTo>
                    <a:pt x="234562" y="233096"/>
                  </a:lnTo>
                  <a:lnTo>
                    <a:pt x="234666" y="233544"/>
                  </a:lnTo>
                  <a:lnTo>
                    <a:pt x="234619" y="233757"/>
                  </a:lnTo>
                  <a:lnTo>
                    <a:pt x="234531" y="233948"/>
                  </a:lnTo>
                  <a:lnTo>
                    <a:pt x="234474" y="234129"/>
                  </a:lnTo>
                  <a:lnTo>
                    <a:pt x="234561" y="234528"/>
                  </a:lnTo>
                  <a:lnTo>
                    <a:pt x="234853" y="234439"/>
                  </a:lnTo>
                  <a:lnTo>
                    <a:pt x="235036" y="234667"/>
                  </a:lnTo>
                  <a:lnTo>
                    <a:pt x="235208" y="234646"/>
                  </a:lnTo>
                  <a:lnTo>
                    <a:pt x="235372" y="234682"/>
                  </a:lnTo>
                  <a:lnTo>
                    <a:pt x="235525" y="234837"/>
                  </a:lnTo>
                  <a:lnTo>
                    <a:pt x="235586" y="235087"/>
                  </a:lnTo>
                  <a:lnTo>
                    <a:pt x="235755" y="235284"/>
                  </a:lnTo>
                  <a:lnTo>
                    <a:pt x="235939" y="235105"/>
                  </a:lnTo>
                  <a:lnTo>
                    <a:pt x="236096" y="234869"/>
                  </a:lnTo>
                  <a:lnTo>
                    <a:pt x="236351" y="234555"/>
                  </a:lnTo>
                  <a:lnTo>
                    <a:pt x="236584" y="234472"/>
                  </a:lnTo>
                  <a:lnTo>
                    <a:pt x="236755" y="234512"/>
                  </a:lnTo>
                  <a:lnTo>
                    <a:pt x="236939" y="234430"/>
                  </a:lnTo>
                  <a:lnTo>
                    <a:pt x="237164" y="234148"/>
                  </a:lnTo>
                  <a:lnTo>
                    <a:pt x="237427" y="234018"/>
                  </a:lnTo>
                  <a:lnTo>
                    <a:pt x="237700" y="233693"/>
                  </a:lnTo>
                  <a:lnTo>
                    <a:pt x="237763" y="233541"/>
                  </a:lnTo>
                  <a:lnTo>
                    <a:pt x="237882" y="233407"/>
                  </a:lnTo>
                  <a:lnTo>
                    <a:pt x="238076" y="232919"/>
                  </a:lnTo>
                  <a:lnTo>
                    <a:pt x="238247" y="232854"/>
                  </a:lnTo>
                  <a:lnTo>
                    <a:pt x="238396" y="232888"/>
                  </a:lnTo>
                  <a:lnTo>
                    <a:pt x="238773" y="232606"/>
                  </a:lnTo>
                  <a:lnTo>
                    <a:pt x="238987" y="232736"/>
                  </a:lnTo>
                  <a:lnTo>
                    <a:pt x="239189" y="232406"/>
                  </a:lnTo>
                  <a:lnTo>
                    <a:pt x="239304" y="232255"/>
                  </a:lnTo>
                  <a:lnTo>
                    <a:pt x="239601" y="232220"/>
                  </a:lnTo>
                  <a:lnTo>
                    <a:pt x="240008" y="231955"/>
                  </a:lnTo>
                  <a:lnTo>
                    <a:pt x="240128" y="231812"/>
                  </a:lnTo>
                  <a:lnTo>
                    <a:pt x="240261" y="231612"/>
                  </a:lnTo>
                  <a:lnTo>
                    <a:pt x="240481" y="231288"/>
                  </a:lnTo>
                  <a:lnTo>
                    <a:pt x="240888" y="231420"/>
                  </a:lnTo>
                  <a:lnTo>
                    <a:pt x="240898" y="231568"/>
                  </a:lnTo>
                  <a:lnTo>
                    <a:pt x="241223" y="232106"/>
                  </a:lnTo>
                  <a:lnTo>
                    <a:pt x="241538" y="232271"/>
                  </a:lnTo>
                  <a:lnTo>
                    <a:pt x="242127" y="232470"/>
                  </a:lnTo>
                  <a:lnTo>
                    <a:pt x="242371" y="232212"/>
                  </a:lnTo>
                  <a:lnTo>
                    <a:pt x="242769" y="232241"/>
                  </a:lnTo>
                  <a:lnTo>
                    <a:pt x="243085" y="232380"/>
                  </a:lnTo>
                  <a:lnTo>
                    <a:pt x="243422" y="232472"/>
                  </a:lnTo>
                  <a:lnTo>
                    <a:pt x="243616" y="232249"/>
                  </a:lnTo>
                  <a:lnTo>
                    <a:pt x="243752" y="231834"/>
                  </a:lnTo>
                  <a:lnTo>
                    <a:pt x="243770" y="231645"/>
                  </a:lnTo>
                  <a:lnTo>
                    <a:pt x="243862" y="231502"/>
                  </a:lnTo>
                  <a:lnTo>
                    <a:pt x="244221" y="231017"/>
                  </a:lnTo>
                  <a:lnTo>
                    <a:pt x="244375" y="230876"/>
                  </a:lnTo>
                  <a:lnTo>
                    <a:pt x="244703" y="230670"/>
                  </a:lnTo>
                  <a:lnTo>
                    <a:pt x="245104" y="230340"/>
                  </a:lnTo>
                  <a:lnTo>
                    <a:pt x="245222" y="230500"/>
                  </a:lnTo>
                  <a:lnTo>
                    <a:pt x="245348" y="230699"/>
                  </a:lnTo>
                  <a:lnTo>
                    <a:pt x="245698" y="230661"/>
                  </a:lnTo>
                  <a:lnTo>
                    <a:pt x="245827" y="230533"/>
                  </a:lnTo>
                  <a:lnTo>
                    <a:pt x="246235" y="230359"/>
                  </a:lnTo>
                  <a:lnTo>
                    <a:pt x="246853" y="229974"/>
                  </a:lnTo>
                  <a:lnTo>
                    <a:pt x="247206" y="230498"/>
                  </a:lnTo>
                  <a:lnTo>
                    <a:pt x="247170" y="230687"/>
                  </a:lnTo>
                  <a:lnTo>
                    <a:pt x="247226" y="230953"/>
                  </a:lnTo>
                  <a:lnTo>
                    <a:pt x="247325" y="231125"/>
                  </a:lnTo>
                  <a:lnTo>
                    <a:pt x="247430" y="231419"/>
                  </a:lnTo>
                  <a:lnTo>
                    <a:pt x="247465" y="231570"/>
                  </a:lnTo>
                  <a:lnTo>
                    <a:pt x="247572" y="231709"/>
                  </a:lnTo>
                  <a:lnTo>
                    <a:pt x="247794" y="231900"/>
                  </a:lnTo>
                  <a:lnTo>
                    <a:pt x="247761" y="232257"/>
                  </a:lnTo>
                  <a:lnTo>
                    <a:pt x="248369" y="232379"/>
                  </a:lnTo>
                  <a:lnTo>
                    <a:pt x="248520" y="232436"/>
                  </a:lnTo>
                  <a:lnTo>
                    <a:pt x="248641" y="232617"/>
                  </a:lnTo>
                  <a:lnTo>
                    <a:pt x="248682" y="232793"/>
                  </a:lnTo>
                  <a:lnTo>
                    <a:pt x="248958" y="232849"/>
                  </a:lnTo>
                  <a:lnTo>
                    <a:pt x="249055" y="232644"/>
                  </a:lnTo>
                  <a:lnTo>
                    <a:pt x="249066" y="232411"/>
                  </a:lnTo>
                  <a:lnTo>
                    <a:pt x="249214" y="232155"/>
                  </a:lnTo>
                  <a:lnTo>
                    <a:pt x="249355" y="231789"/>
                  </a:lnTo>
                  <a:lnTo>
                    <a:pt x="249440" y="231514"/>
                  </a:lnTo>
                  <a:lnTo>
                    <a:pt x="249788" y="231735"/>
                  </a:lnTo>
                  <a:lnTo>
                    <a:pt x="249915" y="231554"/>
                  </a:lnTo>
                  <a:lnTo>
                    <a:pt x="250040" y="231331"/>
                  </a:lnTo>
                  <a:lnTo>
                    <a:pt x="250331" y="231003"/>
                  </a:lnTo>
                  <a:lnTo>
                    <a:pt x="250350" y="230807"/>
                  </a:lnTo>
                  <a:lnTo>
                    <a:pt x="250170" y="230252"/>
                  </a:lnTo>
                  <a:lnTo>
                    <a:pt x="250235" y="230091"/>
                  </a:lnTo>
                  <a:lnTo>
                    <a:pt x="250147" y="229847"/>
                  </a:lnTo>
                  <a:lnTo>
                    <a:pt x="249932" y="229586"/>
                  </a:lnTo>
                  <a:lnTo>
                    <a:pt x="250105" y="229137"/>
                  </a:lnTo>
                  <a:lnTo>
                    <a:pt x="250080" y="229005"/>
                  </a:lnTo>
                  <a:lnTo>
                    <a:pt x="249995" y="228816"/>
                  </a:lnTo>
                  <a:lnTo>
                    <a:pt x="249908" y="228659"/>
                  </a:lnTo>
                  <a:lnTo>
                    <a:pt x="250143" y="228418"/>
                  </a:lnTo>
                  <a:lnTo>
                    <a:pt x="250313" y="228402"/>
                  </a:lnTo>
                  <a:lnTo>
                    <a:pt x="250468" y="228473"/>
                  </a:lnTo>
                  <a:lnTo>
                    <a:pt x="250664" y="228419"/>
                  </a:lnTo>
                  <a:lnTo>
                    <a:pt x="250913" y="228150"/>
                  </a:lnTo>
                  <a:lnTo>
                    <a:pt x="251281" y="228370"/>
                  </a:lnTo>
                  <a:lnTo>
                    <a:pt x="251533" y="228598"/>
                  </a:lnTo>
                  <a:lnTo>
                    <a:pt x="251722" y="228719"/>
                  </a:lnTo>
                  <a:lnTo>
                    <a:pt x="251916" y="228785"/>
                  </a:lnTo>
                  <a:lnTo>
                    <a:pt x="252486" y="228381"/>
                  </a:lnTo>
                  <a:lnTo>
                    <a:pt x="252781" y="228539"/>
                  </a:lnTo>
                  <a:lnTo>
                    <a:pt x="252939" y="228951"/>
                  </a:lnTo>
                  <a:lnTo>
                    <a:pt x="253484" y="228809"/>
                  </a:lnTo>
                  <a:lnTo>
                    <a:pt x="253565" y="228952"/>
                  </a:lnTo>
                  <a:lnTo>
                    <a:pt x="253657" y="229084"/>
                  </a:lnTo>
                  <a:lnTo>
                    <a:pt x="253981" y="229291"/>
                  </a:lnTo>
                  <a:lnTo>
                    <a:pt x="254260" y="229597"/>
                  </a:lnTo>
                  <a:lnTo>
                    <a:pt x="254492" y="229685"/>
                  </a:lnTo>
                  <a:lnTo>
                    <a:pt x="254630" y="229591"/>
                  </a:lnTo>
                  <a:lnTo>
                    <a:pt x="254668" y="229312"/>
                  </a:lnTo>
                  <a:lnTo>
                    <a:pt x="254984" y="229093"/>
                  </a:lnTo>
                  <a:lnTo>
                    <a:pt x="255652" y="229033"/>
                  </a:lnTo>
                  <a:lnTo>
                    <a:pt x="256095" y="229209"/>
                  </a:lnTo>
                  <a:lnTo>
                    <a:pt x="256046" y="229561"/>
                  </a:lnTo>
                  <a:lnTo>
                    <a:pt x="255867" y="229969"/>
                  </a:lnTo>
                  <a:lnTo>
                    <a:pt x="256067" y="230299"/>
                  </a:lnTo>
                  <a:lnTo>
                    <a:pt x="256166" y="230555"/>
                  </a:lnTo>
                  <a:lnTo>
                    <a:pt x="256210" y="230871"/>
                  </a:lnTo>
                  <a:lnTo>
                    <a:pt x="256590" y="231135"/>
                  </a:lnTo>
                  <a:lnTo>
                    <a:pt x="256790" y="230940"/>
                  </a:lnTo>
                  <a:lnTo>
                    <a:pt x="257280" y="230632"/>
                  </a:lnTo>
                  <a:lnTo>
                    <a:pt x="257313" y="230483"/>
                  </a:lnTo>
                  <a:lnTo>
                    <a:pt x="257749" y="230016"/>
                  </a:lnTo>
                  <a:lnTo>
                    <a:pt x="257755" y="229722"/>
                  </a:lnTo>
                  <a:lnTo>
                    <a:pt x="257802" y="229388"/>
                  </a:lnTo>
                  <a:lnTo>
                    <a:pt x="257849" y="229146"/>
                  </a:lnTo>
                  <a:lnTo>
                    <a:pt x="257907" y="228977"/>
                  </a:lnTo>
                  <a:lnTo>
                    <a:pt x="258072" y="228836"/>
                  </a:lnTo>
                  <a:lnTo>
                    <a:pt x="258146" y="228489"/>
                  </a:lnTo>
                  <a:lnTo>
                    <a:pt x="257990" y="228256"/>
                  </a:lnTo>
                  <a:lnTo>
                    <a:pt x="257951" y="228090"/>
                  </a:lnTo>
                  <a:lnTo>
                    <a:pt x="258276" y="227434"/>
                  </a:lnTo>
                  <a:lnTo>
                    <a:pt x="258437" y="226695"/>
                  </a:lnTo>
                  <a:lnTo>
                    <a:pt x="258449" y="226483"/>
                  </a:lnTo>
                  <a:lnTo>
                    <a:pt x="258414" y="226298"/>
                  </a:lnTo>
                  <a:lnTo>
                    <a:pt x="258402" y="226130"/>
                  </a:lnTo>
                  <a:lnTo>
                    <a:pt x="258411" y="225989"/>
                  </a:lnTo>
                  <a:lnTo>
                    <a:pt x="258512" y="225752"/>
                  </a:lnTo>
                  <a:lnTo>
                    <a:pt x="258626" y="225588"/>
                  </a:lnTo>
                  <a:lnTo>
                    <a:pt x="258944" y="225502"/>
                  </a:lnTo>
                  <a:lnTo>
                    <a:pt x="259584" y="225515"/>
                  </a:lnTo>
                  <a:lnTo>
                    <a:pt x="259775" y="225639"/>
                  </a:lnTo>
                  <a:lnTo>
                    <a:pt x="259737" y="225814"/>
                  </a:lnTo>
                  <a:lnTo>
                    <a:pt x="259706" y="226116"/>
                  </a:lnTo>
                  <a:lnTo>
                    <a:pt x="260047" y="226421"/>
                  </a:lnTo>
                  <a:lnTo>
                    <a:pt x="260537" y="226260"/>
                  </a:lnTo>
                  <a:lnTo>
                    <a:pt x="260758" y="225896"/>
                  </a:lnTo>
                  <a:lnTo>
                    <a:pt x="260902" y="225679"/>
                  </a:lnTo>
                  <a:lnTo>
                    <a:pt x="261054" y="225549"/>
                  </a:lnTo>
                  <a:lnTo>
                    <a:pt x="261859" y="225152"/>
                  </a:lnTo>
                  <a:lnTo>
                    <a:pt x="262253" y="225233"/>
                  </a:lnTo>
                  <a:lnTo>
                    <a:pt x="262638" y="224995"/>
                  </a:lnTo>
                  <a:lnTo>
                    <a:pt x="262953" y="224777"/>
                  </a:lnTo>
                  <a:lnTo>
                    <a:pt x="263130" y="224982"/>
                  </a:lnTo>
                  <a:lnTo>
                    <a:pt x="263107" y="225180"/>
                  </a:lnTo>
                  <a:lnTo>
                    <a:pt x="263618" y="225100"/>
                  </a:lnTo>
                  <a:lnTo>
                    <a:pt x="263775" y="225250"/>
                  </a:lnTo>
                  <a:lnTo>
                    <a:pt x="263948" y="225437"/>
                  </a:lnTo>
                  <a:lnTo>
                    <a:pt x="264098" y="224911"/>
                  </a:lnTo>
                  <a:lnTo>
                    <a:pt x="264536" y="224793"/>
                  </a:lnTo>
                  <a:lnTo>
                    <a:pt x="264688" y="224565"/>
                  </a:lnTo>
                  <a:lnTo>
                    <a:pt x="265343" y="223336"/>
                  </a:lnTo>
                  <a:lnTo>
                    <a:pt x="265559" y="223593"/>
                  </a:lnTo>
                  <a:lnTo>
                    <a:pt x="265732" y="223536"/>
                  </a:lnTo>
                  <a:lnTo>
                    <a:pt x="266022" y="223489"/>
                  </a:lnTo>
                  <a:lnTo>
                    <a:pt x="266238" y="223503"/>
                  </a:lnTo>
                  <a:lnTo>
                    <a:pt x="266882" y="224111"/>
                  </a:lnTo>
                  <a:lnTo>
                    <a:pt x="266854" y="224385"/>
                  </a:lnTo>
                  <a:lnTo>
                    <a:pt x="267329" y="225129"/>
                  </a:lnTo>
                  <a:lnTo>
                    <a:pt x="267679" y="225213"/>
                  </a:lnTo>
                  <a:lnTo>
                    <a:pt x="267731" y="225486"/>
                  </a:lnTo>
                  <a:lnTo>
                    <a:pt x="267912" y="225425"/>
                  </a:lnTo>
                  <a:lnTo>
                    <a:pt x="268133" y="225288"/>
                  </a:lnTo>
                  <a:lnTo>
                    <a:pt x="268675" y="225476"/>
                  </a:lnTo>
                  <a:lnTo>
                    <a:pt x="268799" y="225330"/>
                  </a:lnTo>
                  <a:lnTo>
                    <a:pt x="268585" y="225293"/>
                  </a:lnTo>
                  <a:lnTo>
                    <a:pt x="268610" y="225049"/>
                  </a:lnTo>
                  <a:lnTo>
                    <a:pt x="268801" y="224778"/>
                  </a:lnTo>
                  <a:lnTo>
                    <a:pt x="268987" y="224814"/>
                  </a:lnTo>
                  <a:lnTo>
                    <a:pt x="269209" y="224757"/>
                  </a:lnTo>
                  <a:lnTo>
                    <a:pt x="269343" y="224722"/>
                  </a:lnTo>
                  <a:lnTo>
                    <a:pt x="269906" y="224360"/>
                  </a:lnTo>
                  <a:lnTo>
                    <a:pt x="270282" y="224222"/>
                  </a:lnTo>
                  <a:lnTo>
                    <a:pt x="270434" y="224160"/>
                  </a:lnTo>
                  <a:lnTo>
                    <a:pt x="270600" y="224222"/>
                  </a:lnTo>
                  <a:lnTo>
                    <a:pt x="271058" y="223997"/>
                  </a:lnTo>
                  <a:lnTo>
                    <a:pt x="271213" y="224060"/>
                  </a:lnTo>
                  <a:lnTo>
                    <a:pt x="271435" y="224072"/>
                  </a:lnTo>
                  <a:lnTo>
                    <a:pt x="272005" y="224099"/>
                  </a:lnTo>
                  <a:lnTo>
                    <a:pt x="271536" y="223827"/>
                  </a:lnTo>
                  <a:lnTo>
                    <a:pt x="271513" y="223617"/>
                  </a:lnTo>
                  <a:lnTo>
                    <a:pt x="271526" y="223297"/>
                  </a:lnTo>
                  <a:lnTo>
                    <a:pt x="271708" y="223252"/>
                  </a:lnTo>
                  <a:lnTo>
                    <a:pt x="272121" y="223105"/>
                  </a:lnTo>
                  <a:lnTo>
                    <a:pt x="272401" y="222943"/>
                  </a:lnTo>
                  <a:lnTo>
                    <a:pt x="272767" y="222701"/>
                  </a:lnTo>
                  <a:lnTo>
                    <a:pt x="273146" y="222493"/>
                  </a:lnTo>
                  <a:lnTo>
                    <a:pt x="273445" y="222292"/>
                  </a:lnTo>
                  <a:lnTo>
                    <a:pt x="273643" y="222310"/>
                  </a:lnTo>
                  <a:lnTo>
                    <a:pt x="273896" y="222426"/>
                  </a:lnTo>
                  <a:lnTo>
                    <a:pt x="273992" y="222237"/>
                  </a:lnTo>
                  <a:lnTo>
                    <a:pt x="274512" y="222089"/>
                  </a:lnTo>
                  <a:lnTo>
                    <a:pt x="275127" y="222155"/>
                  </a:lnTo>
                  <a:lnTo>
                    <a:pt x="275244" y="221964"/>
                  </a:lnTo>
                  <a:lnTo>
                    <a:pt x="275240" y="221828"/>
                  </a:lnTo>
                  <a:lnTo>
                    <a:pt x="275422" y="221468"/>
                  </a:lnTo>
                  <a:lnTo>
                    <a:pt x="275521" y="221332"/>
                  </a:lnTo>
                  <a:lnTo>
                    <a:pt x="275644" y="220941"/>
                  </a:lnTo>
                  <a:lnTo>
                    <a:pt x="275795" y="220938"/>
                  </a:lnTo>
                  <a:lnTo>
                    <a:pt x="276041" y="220799"/>
                  </a:lnTo>
                  <a:lnTo>
                    <a:pt x="276221" y="220752"/>
                  </a:lnTo>
                  <a:lnTo>
                    <a:pt x="276394" y="220761"/>
                  </a:lnTo>
                  <a:lnTo>
                    <a:pt x="276780" y="220673"/>
                  </a:lnTo>
                  <a:lnTo>
                    <a:pt x="277391" y="220578"/>
                  </a:lnTo>
                  <a:lnTo>
                    <a:pt x="277481" y="220746"/>
                  </a:lnTo>
                  <a:lnTo>
                    <a:pt x="277647" y="220982"/>
                  </a:lnTo>
                  <a:lnTo>
                    <a:pt x="278007" y="221155"/>
                  </a:lnTo>
                  <a:lnTo>
                    <a:pt x="278348" y="221050"/>
                  </a:lnTo>
                  <a:lnTo>
                    <a:pt x="278596" y="221069"/>
                  </a:lnTo>
                  <a:lnTo>
                    <a:pt x="278833" y="221147"/>
                  </a:lnTo>
                  <a:lnTo>
                    <a:pt x="279261" y="221425"/>
                  </a:lnTo>
                  <a:lnTo>
                    <a:pt x="279517" y="221744"/>
                  </a:lnTo>
                  <a:lnTo>
                    <a:pt x="279818" y="221866"/>
                  </a:lnTo>
                  <a:lnTo>
                    <a:pt x="280002" y="221643"/>
                  </a:lnTo>
                  <a:lnTo>
                    <a:pt x="279998" y="221265"/>
                  </a:lnTo>
                  <a:lnTo>
                    <a:pt x="279871" y="221005"/>
                  </a:lnTo>
                  <a:lnTo>
                    <a:pt x="279898" y="220716"/>
                  </a:lnTo>
                  <a:lnTo>
                    <a:pt x="279963" y="220492"/>
                  </a:lnTo>
                  <a:lnTo>
                    <a:pt x="280194" y="220049"/>
                  </a:lnTo>
                  <a:lnTo>
                    <a:pt x="280458" y="219726"/>
                  </a:lnTo>
                  <a:lnTo>
                    <a:pt x="280661" y="219918"/>
                  </a:lnTo>
                  <a:lnTo>
                    <a:pt x="281106" y="219900"/>
                  </a:lnTo>
                  <a:lnTo>
                    <a:pt x="281382" y="219540"/>
                  </a:lnTo>
                  <a:lnTo>
                    <a:pt x="281412" y="219266"/>
                  </a:lnTo>
                  <a:lnTo>
                    <a:pt x="281827" y="218808"/>
                  </a:lnTo>
                  <a:lnTo>
                    <a:pt x="282174" y="218655"/>
                  </a:lnTo>
                  <a:lnTo>
                    <a:pt x="282343" y="218728"/>
                  </a:lnTo>
                  <a:lnTo>
                    <a:pt x="282384" y="218870"/>
                  </a:lnTo>
                  <a:lnTo>
                    <a:pt x="282718" y="219102"/>
                  </a:lnTo>
                  <a:lnTo>
                    <a:pt x="282889" y="219183"/>
                  </a:lnTo>
                  <a:lnTo>
                    <a:pt x="283026" y="219182"/>
                  </a:lnTo>
                  <a:lnTo>
                    <a:pt x="283188" y="219229"/>
                  </a:lnTo>
                  <a:lnTo>
                    <a:pt x="283266" y="219523"/>
                  </a:lnTo>
                  <a:lnTo>
                    <a:pt x="283530" y="219648"/>
                  </a:lnTo>
                  <a:lnTo>
                    <a:pt x="283767" y="219878"/>
                  </a:lnTo>
                  <a:lnTo>
                    <a:pt x="284045" y="220176"/>
                  </a:lnTo>
                  <a:lnTo>
                    <a:pt x="284222" y="220129"/>
                  </a:lnTo>
                  <a:lnTo>
                    <a:pt x="284382" y="220310"/>
                  </a:lnTo>
                  <a:lnTo>
                    <a:pt x="284753" y="220173"/>
                  </a:lnTo>
                  <a:lnTo>
                    <a:pt x="284964" y="220193"/>
                  </a:lnTo>
                  <a:lnTo>
                    <a:pt x="285228" y="220305"/>
                  </a:lnTo>
                  <a:lnTo>
                    <a:pt x="285415" y="220498"/>
                  </a:lnTo>
                  <a:lnTo>
                    <a:pt x="285551" y="220991"/>
                  </a:lnTo>
                  <a:lnTo>
                    <a:pt x="285870" y="221259"/>
                  </a:lnTo>
                  <a:lnTo>
                    <a:pt x="286001" y="221246"/>
                  </a:lnTo>
                  <a:lnTo>
                    <a:pt x="286316" y="221564"/>
                  </a:lnTo>
                  <a:lnTo>
                    <a:pt x="286312" y="222003"/>
                  </a:lnTo>
                  <a:lnTo>
                    <a:pt x="286487" y="222115"/>
                  </a:lnTo>
                  <a:lnTo>
                    <a:pt x="286629" y="222179"/>
                  </a:lnTo>
                  <a:lnTo>
                    <a:pt x="286745" y="222365"/>
                  </a:lnTo>
                  <a:lnTo>
                    <a:pt x="286717" y="222511"/>
                  </a:lnTo>
                  <a:lnTo>
                    <a:pt x="286717" y="222703"/>
                  </a:lnTo>
                  <a:lnTo>
                    <a:pt x="286815" y="222865"/>
                  </a:lnTo>
                  <a:lnTo>
                    <a:pt x="287095" y="222901"/>
                  </a:lnTo>
                  <a:lnTo>
                    <a:pt x="287287" y="222850"/>
                  </a:lnTo>
                  <a:lnTo>
                    <a:pt x="287661" y="222815"/>
                  </a:lnTo>
                  <a:lnTo>
                    <a:pt x="287796" y="223089"/>
                  </a:lnTo>
                  <a:lnTo>
                    <a:pt x="287594" y="223475"/>
                  </a:lnTo>
                  <a:lnTo>
                    <a:pt x="287410" y="223674"/>
                  </a:lnTo>
                  <a:lnTo>
                    <a:pt x="287759" y="223893"/>
                  </a:lnTo>
                  <a:lnTo>
                    <a:pt x="287970" y="223952"/>
                  </a:lnTo>
                  <a:lnTo>
                    <a:pt x="288567" y="224369"/>
                  </a:lnTo>
                  <a:lnTo>
                    <a:pt x="288951" y="224552"/>
                  </a:lnTo>
                  <a:lnTo>
                    <a:pt x="289104" y="224604"/>
                  </a:lnTo>
                  <a:lnTo>
                    <a:pt x="289095" y="224745"/>
                  </a:lnTo>
                  <a:lnTo>
                    <a:pt x="289055" y="224882"/>
                  </a:lnTo>
                  <a:lnTo>
                    <a:pt x="289031" y="225257"/>
                  </a:lnTo>
                  <a:lnTo>
                    <a:pt x="289110" y="225470"/>
                  </a:lnTo>
                  <a:lnTo>
                    <a:pt x="289174" y="225627"/>
                  </a:lnTo>
                  <a:lnTo>
                    <a:pt x="289266" y="225959"/>
                  </a:lnTo>
                  <a:lnTo>
                    <a:pt x="289197" y="226189"/>
                  </a:lnTo>
                  <a:lnTo>
                    <a:pt x="289206" y="226534"/>
                  </a:lnTo>
                  <a:lnTo>
                    <a:pt x="289339" y="226837"/>
                  </a:lnTo>
                  <a:lnTo>
                    <a:pt x="289364" y="227068"/>
                  </a:lnTo>
                  <a:lnTo>
                    <a:pt x="289550" y="227206"/>
                  </a:lnTo>
                  <a:lnTo>
                    <a:pt x="289701" y="227469"/>
                  </a:lnTo>
                  <a:lnTo>
                    <a:pt x="289699" y="227905"/>
                  </a:lnTo>
                  <a:lnTo>
                    <a:pt x="289847" y="228083"/>
                  </a:lnTo>
                  <a:lnTo>
                    <a:pt x="290237" y="228369"/>
                  </a:lnTo>
                  <a:lnTo>
                    <a:pt x="290414" y="228209"/>
                  </a:lnTo>
                  <a:lnTo>
                    <a:pt x="290622" y="228243"/>
                  </a:lnTo>
                  <a:lnTo>
                    <a:pt x="291147" y="228249"/>
                  </a:lnTo>
                  <a:lnTo>
                    <a:pt x="291366" y="228026"/>
                  </a:lnTo>
                  <a:lnTo>
                    <a:pt x="291479" y="227702"/>
                  </a:lnTo>
                  <a:lnTo>
                    <a:pt x="291721" y="227736"/>
                  </a:lnTo>
                  <a:lnTo>
                    <a:pt x="291972" y="227945"/>
                  </a:lnTo>
                  <a:lnTo>
                    <a:pt x="292115" y="228079"/>
                  </a:lnTo>
                  <a:lnTo>
                    <a:pt x="292646" y="228430"/>
                  </a:lnTo>
                  <a:lnTo>
                    <a:pt x="292888" y="228454"/>
                  </a:lnTo>
                  <a:lnTo>
                    <a:pt x="293195" y="228348"/>
                  </a:lnTo>
                  <a:lnTo>
                    <a:pt x="293378" y="228324"/>
                  </a:lnTo>
                  <a:lnTo>
                    <a:pt x="293925" y="228692"/>
                  </a:lnTo>
                  <a:lnTo>
                    <a:pt x="294240" y="228766"/>
                  </a:lnTo>
                  <a:lnTo>
                    <a:pt x="294601" y="228846"/>
                  </a:lnTo>
                  <a:lnTo>
                    <a:pt x="294806" y="229149"/>
                  </a:lnTo>
                  <a:lnTo>
                    <a:pt x="295048" y="229634"/>
                  </a:lnTo>
                  <a:lnTo>
                    <a:pt x="295328" y="230399"/>
                  </a:lnTo>
                  <a:lnTo>
                    <a:pt x="295298" y="230718"/>
                  </a:lnTo>
                  <a:lnTo>
                    <a:pt x="295164" y="230742"/>
                  </a:lnTo>
                  <a:lnTo>
                    <a:pt x="294852" y="230964"/>
                  </a:lnTo>
                  <a:lnTo>
                    <a:pt x="294886" y="231294"/>
                  </a:lnTo>
                  <a:lnTo>
                    <a:pt x="295138" y="231718"/>
                  </a:lnTo>
                  <a:lnTo>
                    <a:pt x="295166" y="231920"/>
                  </a:lnTo>
                  <a:lnTo>
                    <a:pt x="295741" y="232006"/>
                  </a:lnTo>
                  <a:lnTo>
                    <a:pt x="295873" y="231993"/>
                  </a:lnTo>
                  <a:lnTo>
                    <a:pt x="296009" y="231984"/>
                  </a:lnTo>
                  <a:lnTo>
                    <a:pt x="296436" y="232323"/>
                  </a:lnTo>
                  <a:lnTo>
                    <a:pt x="296770" y="232322"/>
                  </a:lnTo>
                  <a:lnTo>
                    <a:pt x="297399" y="232252"/>
                  </a:lnTo>
                  <a:lnTo>
                    <a:pt x="297893" y="232334"/>
                  </a:lnTo>
                  <a:lnTo>
                    <a:pt x="298398" y="232012"/>
                  </a:lnTo>
                  <a:lnTo>
                    <a:pt x="298673" y="231812"/>
                  </a:lnTo>
                  <a:lnTo>
                    <a:pt x="299142" y="231293"/>
                  </a:lnTo>
                  <a:lnTo>
                    <a:pt x="299411" y="231207"/>
                  </a:lnTo>
                  <a:lnTo>
                    <a:pt x="299620" y="231105"/>
                  </a:lnTo>
                  <a:lnTo>
                    <a:pt x="299762" y="230839"/>
                  </a:lnTo>
                  <a:lnTo>
                    <a:pt x="300295" y="230870"/>
                  </a:lnTo>
                  <a:lnTo>
                    <a:pt x="300610" y="230969"/>
                  </a:lnTo>
                  <a:lnTo>
                    <a:pt x="301019" y="231283"/>
                  </a:lnTo>
                  <a:lnTo>
                    <a:pt x="301170" y="230870"/>
                  </a:lnTo>
                  <a:lnTo>
                    <a:pt x="301332" y="230913"/>
                  </a:lnTo>
                  <a:lnTo>
                    <a:pt x="301576" y="231087"/>
                  </a:lnTo>
                  <a:lnTo>
                    <a:pt x="301766" y="231296"/>
                  </a:lnTo>
                  <a:lnTo>
                    <a:pt x="302216" y="231106"/>
                  </a:lnTo>
                  <a:lnTo>
                    <a:pt x="302733" y="231161"/>
                  </a:lnTo>
                  <a:lnTo>
                    <a:pt x="303082" y="231030"/>
                  </a:lnTo>
                  <a:lnTo>
                    <a:pt x="303152" y="230843"/>
                  </a:lnTo>
                  <a:lnTo>
                    <a:pt x="302951" y="230595"/>
                  </a:lnTo>
                  <a:lnTo>
                    <a:pt x="302575" y="230411"/>
                  </a:lnTo>
                  <a:lnTo>
                    <a:pt x="302582" y="230141"/>
                  </a:lnTo>
                  <a:lnTo>
                    <a:pt x="302469" y="229834"/>
                  </a:lnTo>
                  <a:lnTo>
                    <a:pt x="302314" y="229647"/>
                  </a:lnTo>
                  <a:lnTo>
                    <a:pt x="302257" y="229479"/>
                  </a:lnTo>
                  <a:lnTo>
                    <a:pt x="302173" y="229297"/>
                  </a:lnTo>
                  <a:lnTo>
                    <a:pt x="302020" y="229250"/>
                  </a:lnTo>
                  <a:lnTo>
                    <a:pt x="301886" y="229213"/>
                  </a:lnTo>
                  <a:lnTo>
                    <a:pt x="301696" y="229168"/>
                  </a:lnTo>
                  <a:lnTo>
                    <a:pt x="301397" y="228818"/>
                  </a:lnTo>
                  <a:lnTo>
                    <a:pt x="301372" y="228683"/>
                  </a:lnTo>
                  <a:lnTo>
                    <a:pt x="301323" y="228490"/>
                  </a:lnTo>
                  <a:lnTo>
                    <a:pt x="301174" y="228413"/>
                  </a:lnTo>
                  <a:lnTo>
                    <a:pt x="300945" y="228189"/>
                  </a:lnTo>
                  <a:lnTo>
                    <a:pt x="300875" y="227985"/>
                  </a:lnTo>
                  <a:lnTo>
                    <a:pt x="300674" y="228001"/>
                  </a:lnTo>
                  <a:lnTo>
                    <a:pt x="300624" y="227695"/>
                  </a:lnTo>
                  <a:lnTo>
                    <a:pt x="300563" y="227514"/>
                  </a:lnTo>
                  <a:lnTo>
                    <a:pt x="300310" y="227436"/>
                  </a:lnTo>
                  <a:lnTo>
                    <a:pt x="300178" y="227443"/>
                  </a:lnTo>
                  <a:lnTo>
                    <a:pt x="300003" y="227369"/>
                  </a:lnTo>
                  <a:lnTo>
                    <a:pt x="299982" y="227086"/>
                  </a:lnTo>
                  <a:lnTo>
                    <a:pt x="300214" y="226527"/>
                  </a:lnTo>
                  <a:lnTo>
                    <a:pt x="299884" y="226223"/>
                  </a:lnTo>
                  <a:lnTo>
                    <a:pt x="299852" y="226023"/>
                  </a:lnTo>
                  <a:lnTo>
                    <a:pt x="299836" y="225836"/>
                  </a:lnTo>
                  <a:lnTo>
                    <a:pt x="299530" y="225728"/>
                  </a:lnTo>
                  <a:lnTo>
                    <a:pt x="299041" y="225647"/>
                  </a:lnTo>
                  <a:lnTo>
                    <a:pt x="298889" y="225285"/>
                  </a:lnTo>
                  <a:lnTo>
                    <a:pt x="299034" y="225300"/>
                  </a:lnTo>
                  <a:lnTo>
                    <a:pt x="299328" y="225264"/>
                  </a:lnTo>
                  <a:lnTo>
                    <a:pt x="299575" y="225046"/>
                  </a:lnTo>
                  <a:lnTo>
                    <a:pt x="299576" y="224914"/>
                  </a:lnTo>
                  <a:lnTo>
                    <a:pt x="299898" y="225008"/>
                  </a:lnTo>
                  <a:lnTo>
                    <a:pt x="300082" y="225081"/>
                  </a:lnTo>
                  <a:lnTo>
                    <a:pt x="300626" y="224878"/>
                  </a:lnTo>
                  <a:lnTo>
                    <a:pt x="300643" y="224563"/>
                  </a:lnTo>
                  <a:lnTo>
                    <a:pt x="300917" y="224342"/>
                  </a:lnTo>
                  <a:lnTo>
                    <a:pt x="300900" y="223989"/>
                  </a:lnTo>
                  <a:lnTo>
                    <a:pt x="301031" y="223841"/>
                  </a:lnTo>
                  <a:lnTo>
                    <a:pt x="301010" y="223713"/>
                  </a:lnTo>
                  <a:lnTo>
                    <a:pt x="300938" y="223526"/>
                  </a:lnTo>
                  <a:lnTo>
                    <a:pt x="300547" y="223596"/>
                  </a:lnTo>
                  <a:lnTo>
                    <a:pt x="300291" y="223745"/>
                  </a:lnTo>
                  <a:lnTo>
                    <a:pt x="299868" y="223657"/>
                  </a:lnTo>
                  <a:lnTo>
                    <a:pt x="299718" y="223485"/>
                  </a:lnTo>
                  <a:lnTo>
                    <a:pt x="299516" y="223273"/>
                  </a:lnTo>
                  <a:lnTo>
                    <a:pt x="299241" y="223250"/>
                  </a:lnTo>
                  <a:lnTo>
                    <a:pt x="299269" y="223029"/>
                  </a:lnTo>
                  <a:lnTo>
                    <a:pt x="299343" y="222565"/>
                  </a:lnTo>
                  <a:lnTo>
                    <a:pt x="299234" y="222285"/>
                  </a:lnTo>
                  <a:lnTo>
                    <a:pt x="298927" y="222024"/>
                  </a:lnTo>
                  <a:lnTo>
                    <a:pt x="298585" y="221871"/>
                  </a:lnTo>
                  <a:lnTo>
                    <a:pt x="298555" y="221744"/>
                  </a:lnTo>
                  <a:lnTo>
                    <a:pt x="298556" y="221562"/>
                  </a:lnTo>
                  <a:lnTo>
                    <a:pt x="298567" y="221226"/>
                  </a:lnTo>
                  <a:lnTo>
                    <a:pt x="298816" y="220933"/>
                  </a:lnTo>
                  <a:lnTo>
                    <a:pt x="298929" y="220679"/>
                  </a:lnTo>
                  <a:lnTo>
                    <a:pt x="298894" y="220536"/>
                  </a:lnTo>
                  <a:lnTo>
                    <a:pt x="298988" y="220310"/>
                  </a:lnTo>
                  <a:lnTo>
                    <a:pt x="299281" y="220068"/>
                  </a:lnTo>
                  <a:lnTo>
                    <a:pt x="299442" y="220004"/>
                  </a:lnTo>
                  <a:lnTo>
                    <a:pt x="299352" y="219476"/>
                  </a:lnTo>
                  <a:lnTo>
                    <a:pt x="299251" y="219324"/>
                  </a:lnTo>
                  <a:lnTo>
                    <a:pt x="299170" y="219092"/>
                  </a:lnTo>
                  <a:lnTo>
                    <a:pt x="299012" y="218714"/>
                  </a:lnTo>
                  <a:lnTo>
                    <a:pt x="299183" y="218573"/>
                  </a:lnTo>
                  <a:lnTo>
                    <a:pt x="299343" y="218313"/>
                  </a:lnTo>
                  <a:lnTo>
                    <a:pt x="299381" y="218082"/>
                  </a:lnTo>
                  <a:lnTo>
                    <a:pt x="299369" y="217885"/>
                  </a:lnTo>
                  <a:lnTo>
                    <a:pt x="299343" y="217748"/>
                  </a:lnTo>
                  <a:lnTo>
                    <a:pt x="299359" y="217566"/>
                  </a:lnTo>
                  <a:lnTo>
                    <a:pt x="299504" y="217400"/>
                  </a:lnTo>
                  <a:lnTo>
                    <a:pt x="299651" y="217269"/>
                  </a:lnTo>
                  <a:lnTo>
                    <a:pt x="299626" y="216860"/>
                  </a:lnTo>
                  <a:lnTo>
                    <a:pt x="299541" y="216699"/>
                  </a:lnTo>
                  <a:lnTo>
                    <a:pt x="299670" y="216427"/>
                  </a:lnTo>
                  <a:lnTo>
                    <a:pt x="299883" y="216533"/>
                  </a:lnTo>
                  <a:lnTo>
                    <a:pt x="300043" y="216579"/>
                  </a:lnTo>
                  <a:lnTo>
                    <a:pt x="300216" y="216277"/>
                  </a:lnTo>
                  <a:lnTo>
                    <a:pt x="300067" y="216220"/>
                  </a:lnTo>
                  <a:lnTo>
                    <a:pt x="300007" y="216084"/>
                  </a:lnTo>
                  <a:lnTo>
                    <a:pt x="299889" y="215714"/>
                  </a:lnTo>
                  <a:lnTo>
                    <a:pt x="300008" y="215574"/>
                  </a:lnTo>
                  <a:lnTo>
                    <a:pt x="300177" y="215469"/>
                  </a:lnTo>
                  <a:lnTo>
                    <a:pt x="300332" y="215318"/>
                  </a:lnTo>
                  <a:lnTo>
                    <a:pt x="300160" y="215305"/>
                  </a:lnTo>
                  <a:lnTo>
                    <a:pt x="299987" y="215335"/>
                  </a:lnTo>
                  <a:lnTo>
                    <a:pt x="299841" y="215132"/>
                  </a:lnTo>
                  <a:lnTo>
                    <a:pt x="299855" y="214937"/>
                  </a:lnTo>
                  <a:lnTo>
                    <a:pt x="300145" y="214925"/>
                  </a:lnTo>
                  <a:lnTo>
                    <a:pt x="300360" y="214989"/>
                  </a:lnTo>
                  <a:lnTo>
                    <a:pt x="300451" y="215208"/>
                  </a:lnTo>
                  <a:lnTo>
                    <a:pt x="301041" y="215047"/>
                  </a:lnTo>
                  <a:lnTo>
                    <a:pt x="301019" y="214813"/>
                  </a:lnTo>
                  <a:lnTo>
                    <a:pt x="300938" y="214648"/>
                  </a:lnTo>
                  <a:lnTo>
                    <a:pt x="300851" y="214327"/>
                  </a:lnTo>
                  <a:lnTo>
                    <a:pt x="300840" y="214091"/>
                  </a:lnTo>
                  <a:lnTo>
                    <a:pt x="301046" y="213748"/>
                  </a:lnTo>
                  <a:lnTo>
                    <a:pt x="301103" y="213380"/>
                  </a:lnTo>
                  <a:lnTo>
                    <a:pt x="301356" y="213050"/>
                  </a:lnTo>
                  <a:lnTo>
                    <a:pt x="301473" y="212793"/>
                  </a:lnTo>
                  <a:lnTo>
                    <a:pt x="302027" y="212592"/>
                  </a:lnTo>
                  <a:lnTo>
                    <a:pt x="302244" y="212643"/>
                  </a:lnTo>
                  <a:lnTo>
                    <a:pt x="302435" y="212623"/>
                  </a:lnTo>
                  <a:lnTo>
                    <a:pt x="302632" y="212731"/>
                  </a:lnTo>
                  <a:lnTo>
                    <a:pt x="302807" y="212827"/>
                  </a:lnTo>
                  <a:lnTo>
                    <a:pt x="303021" y="213199"/>
                  </a:lnTo>
                  <a:lnTo>
                    <a:pt x="303253" y="213414"/>
                  </a:lnTo>
                  <a:lnTo>
                    <a:pt x="303788" y="213539"/>
                  </a:lnTo>
                  <a:lnTo>
                    <a:pt x="303632" y="213846"/>
                  </a:lnTo>
                  <a:lnTo>
                    <a:pt x="303520" y="214065"/>
                  </a:lnTo>
                  <a:lnTo>
                    <a:pt x="303691" y="214345"/>
                  </a:lnTo>
                  <a:lnTo>
                    <a:pt x="303551" y="214451"/>
                  </a:lnTo>
                  <a:lnTo>
                    <a:pt x="303500" y="214588"/>
                  </a:lnTo>
                  <a:lnTo>
                    <a:pt x="303595" y="214929"/>
                  </a:lnTo>
                  <a:lnTo>
                    <a:pt x="303914" y="214742"/>
                  </a:lnTo>
                  <a:lnTo>
                    <a:pt x="304272" y="214642"/>
                  </a:lnTo>
                  <a:lnTo>
                    <a:pt x="304402" y="214659"/>
                  </a:lnTo>
                  <a:lnTo>
                    <a:pt x="304548" y="214673"/>
                  </a:lnTo>
                  <a:lnTo>
                    <a:pt x="305151" y="214400"/>
                  </a:lnTo>
                  <a:lnTo>
                    <a:pt x="305346" y="214185"/>
                  </a:lnTo>
                  <a:lnTo>
                    <a:pt x="305482" y="214110"/>
                  </a:lnTo>
                  <a:lnTo>
                    <a:pt x="305788" y="214002"/>
                  </a:lnTo>
                  <a:lnTo>
                    <a:pt x="305744" y="213826"/>
                  </a:lnTo>
                  <a:lnTo>
                    <a:pt x="305667" y="213629"/>
                  </a:lnTo>
                  <a:lnTo>
                    <a:pt x="305367" y="213476"/>
                  </a:lnTo>
                  <a:lnTo>
                    <a:pt x="305150" y="213444"/>
                  </a:lnTo>
                  <a:lnTo>
                    <a:pt x="304931" y="213257"/>
                  </a:lnTo>
                  <a:lnTo>
                    <a:pt x="304805" y="213099"/>
                  </a:lnTo>
                  <a:lnTo>
                    <a:pt x="304666" y="213105"/>
                  </a:lnTo>
                  <a:lnTo>
                    <a:pt x="304575" y="212635"/>
                  </a:lnTo>
                  <a:lnTo>
                    <a:pt x="304719" y="212207"/>
                  </a:lnTo>
                  <a:lnTo>
                    <a:pt x="304616" y="211821"/>
                  </a:lnTo>
                  <a:lnTo>
                    <a:pt x="304512" y="211637"/>
                  </a:lnTo>
                  <a:lnTo>
                    <a:pt x="304375" y="211123"/>
                  </a:lnTo>
                  <a:lnTo>
                    <a:pt x="304551" y="210942"/>
                  </a:lnTo>
                  <a:lnTo>
                    <a:pt x="304741" y="211141"/>
                  </a:lnTo>
                  <a:lnTo>
                    <a:pt x="304876" y="211211"/>
                  </a:lnTo>
                  <a:lnTo>
                    <a:pt x="305091" y="210971"/>
                  </a:lnTo>
                  <a:lnTo>
                    <a:pt x="305286" y="211057"/>
                  </a:lnTo>
                  <a:lnTo>
                    <a:pt x="305499" y="211221"/>
                  </a:lnTo>
                  <a:lnTo>
                    <a:pt x="305624" y="211408"/>
                  </a:lnTo>
                  <a:lnTo>
                    <a:pt x="305933" y="211608"/>
                  </a:lnTo>
                  <a:lnTo>
                    <a:pt x="306254" y="211673"/>
                  </a:lnTo>
                  <a:lnTo>
                    <a:pt x="306621" y="211963"/>
                  </a:lnTo>
                  <a:lnTo>
                    <a:pt x="306929" y="211902"/>
                  </a:lnTo>
                  <a:lnTo>
                    <a:pt x="307352" y="211872"/>
                  </a:lnTo>
                  <a:lnTo>
                    <a:pt x="307717" y="212082"/>
                  </a:lnTo>
                  <a:lnTo>
                    <a:pt x="308575" y="212296"/>
                  </a:lnTo>
                  <a:lnTo>
                    <a:pt x="308856" y="212173"/>
                  </a:lnTo>
                  <a:lnTo>
                    <a:pt x="309192" y="212136"/>
                  </a:lnTo>
                  <a:lnTo>
                    <a:pt x="309565" y="212961"/>
                  </a:lnTo>
                  <a:lnTo>
                    <a:pt x="309700" y="212969"/>
                  </a:lnTo>
                  <a:lnTo>
                    <a:pt x="310117" y="213184"/>
                  </a:lnTo>
                  <a:lnTo>
                    <a:pt x="310277" y="213147"/>
                  </a:lnTo>
                  <a:lnTo>
                    <a:pt x="310625" y="212924"/>
                  </a:lnTo>
                  <a:lnTo>
                    <a:pt x="310721" y="212779"/>
                  </a:lnTo>
                  <a:lnTo>
                    <a:pt x="310896" y="212716"/>
                  </a:lnTo>
                  <a:lnTo>
                    <a:pt x="311034" y="212694"/>
                  </a:lnTo>
                  <a:lnTo>
                    <a:pt x="311267" y="212894"/>
                  </a:lnTo>
                  <a:lnTo>
                    <a:pt x="311373" y="213060"/>
                  </a:lnTo>
                  <a:lnTo>
                    <a:pt x="311736" y="213414"/>
                  </a:lnTo>
                  <a:lnTo>
                    <a:pt x="311712" y="213571"/>
                  </a:lnTo>
                  <a:lnTo>
                    <a:pt x="311842" y="213610"/>
                  </a:lnTo>
                  <a:lnTo>
                    <a:pt x="312011" y="213620"/>
                  </a:lnTo>
                  <a:lnTo>
                    <a:pt x="312097" y="213891"/>
                  </a:lnTo>
                  <a:lnTo>
                    <a:pt x="312173" y="214304"/>
                  </a:lnTo>
                  <a:lnTo>
                    <a:pt x="312430" y="214470"/>
                  </a:lnTo>
                  <a:lnTo>
                    <a:pt x="312407" y="214803"/>
                  </a:lnTo>
                  <a:lnTo>
                    <a:pt x="312566" y="215043"/>
                  </a:lnTo>
                  <a:lnTo>
                    <a:pt x="312898" y="215146"/>
                  </a:lnTo>
                  <a:lnTo>
                    <a:pt x="313072" y="215142"/>
                  </a:lnTo>
                  <a:lnTo>
                    <a:pt x="313194" y="215275"/>
                  </a:lnTo>
                  <a:lnTo>
                    <a:pt x="313428" y="215633"/>
                  </a:lnTo>
                  <a:lnTo>
                    <a:pt x="313664" y="215483"/>
                  </a:lnTo>
                  <a:lnTo>
                    <a:pt x="314067" y="215478"/>
                  </a:lnTo>
                  <a:lnTo>
                    <a:pt x="314175" y="215689"/>
                  </a:lnTo>
                  <a:lnTo>
                    <a:pt x="314171" y="216247"/>
                  </a:lnTo>
                  <a:lnTo>
                    <a:pt x="314517" y="216318"/>
                  </a:lnTo>
                  <a:lnTo>
                    <a:pt x="314635" y="215952"/>
                  </a:lnTo>
                  <a:lnTo>
                    <a:pt x="314770" y="215601"/>
                  </a:lnTo>
                  <a:lnTo>
                    <a:pt x="315004" y="215639"/>
                  </a:lnTo>
                  <a:lnTo>
                    <a:pt x="315501" y="215647"/>
                  </a:lnTo>
                  <a:lnTo>
                    <a:pt x="315857" y="215715"/>
                  </a:lnTo>
                  <a:lnTo>
                    <a:pt x="316052" y="215787"/>
                  </a:lnTo>
                  <a:lnTo>
                    <a:pt x="316219" y="215818"/>
                  </a:lnTo>
                  <a:lnTo>
                    <a:pt x="316438" y="215821"/>
                  </a:lnTo>
                  <a:lnTo>
                    <a:pt x="316753" y="215947"/>
                  </a:lnTo>
                  <a:lnTo>
                    <a:pt x="316980" y="215958"/>
                  </a:lnTo>
                  <a:lnTo>
                    <a:pt x="317435" y="215847"/>
                  </a:lnTo>
                  <a:lnTo>
                    <a:pt x="317495" y="215618"/>
                  </a:lnTo>
                  <a:lnTo>
                    <a:pt x="317669" y="215439"/>
                  </a:lnTo>
                  <a:lnTo>
                    <a:pt x="318018" y="215084"/>
                  </a:lnTo>
                  <a:lnTo>
                    <a:pt x="318122" y="214908"/>
                  </a:lnTo>
                  <a:lnTo>
                    <a:pt x="318541" y="214512"/>
                  </a:lnTo>
                  <a:lnTo>
                    <a:pt x="318846" y="214298"/>
                  </a:lnTo>
                  <a:lnTo>
                    <a:pt x="319191" y="214222"/>
                  </a:lnTo>
                  <a:lnTo>
                    <a:pt x="319169" y="214407"/>
                  </a:lnTo>
                  <a:lnTo>
                    <a:pt x="319341" y="214661"/>
                  </a:lnTo>
                  <a:lnTo>
                    <a:pt x="319463" y="214905"/>
                  </a:lnTo>
                  <a:lnTo>
                    <a:pt x="319603" y="215196"/>
                  </a:lnTo>
                  <a:lnTo>
                    <a:pt x="319712" y="215335"/>
                  </a:lnTo>
                  <a:lnTo>
                    <a:pt x="320202" y="215612"/>
                  </a:lnTo>
                  <a:lnTo>
                    <a:pt x="320514" y="215917"/>
                  </a:lnTo>
                  <a:lnTo>
                    <a:pt x="320447" y="216234"/>
                  </a:lnTo>
                  <a:lnTo>
                    <a:pt x="320627" y="216743"/>
                  </a:lnTo>
                  <a:lnTo>
                    <a:pt x="321180" y="216928"/>
                  </a:lnTo>
                  <a:lnTo>
                    <a:pt x="321290" y="216787"/>
                  </a:lnTo>
                  <a:lnTo>
                    <a:pt x="321421" y="216666"/>
                  </a:lnTo>
                  <a:lnTo>
                    <a:pt x="321852" y="216651"/>
                  </a:lnTo>
                  <a:lnTo>
                    <a:pt x="321843" y="217239"/>
                  </a:lnTo>
                  <a:lnTo>
                    <a:pt x="321615" y="217469"/>
                  </a:lnTo>
                  <a:lnTo>
                    <a:pt x="321495" y="217638"/>
                  </a:lnTo>
                  <a:lnTo>
                    <a:pt x="321194" y="218174"/>
                  </a:lnTo>
                  <a:lnTo>
                    <a:pt x="321264" y="218386"/>
                  </a:lnTo>
                  <a:lnTo>
                    <a:pt x="321462" y="218498"/>
                  </a:lnTo>
                  <a:lnTo>
                    <a:pt x="321701" y="218708"/>
                  </a:lnTo>
                  <a:lnTo>
                    <a:pt x="321908" y="218755"/>
                  </a:lnTo>
                  <a:lnTo>
                    <a:pt x="322041" y="218712"/>
                  </a:lnTo>
                  <a:lnTo>
                    <a:pt x="322235" y="218606"/>
                  </a:lnTo>
                  <a:lnTo>
                    <a:pt x="322490" y="218420"/>
                  </a:lnTo>
                  <a:lnTo>
                    <a:pt x="322848" y="218354"/>
                  </a:lnTo>
                  <a:lnTo>
                    <a:pt x="323129" y="218421"/>
                  </a:lnTo>
                  <a:lnTo>
                    <a:pt x="323615" y="218408"/>
                  </a:lnTo>
                  <a:lnTo>
                    <a:pt x="323929" y="218355"/>
                  </a:lnTo>
                  <a:lnTo>
                    <a:pt x="324314" y="218247"/>
                  </a:lnTo>
                  <a:lnTo>
                    <a:pt x="324512" y="218056"/>
                  </a:lnTo>
                  <a:lnTo>
                    <a:pt x="324811" y="217788"/>
                  </a:lnTo>
                  <a:lnTo>
                    <a:pt x="325205" y="217441"/>
                  </a:lnTo>
                  <a:lnTo>
                    <a:pt x="325373" y="217318"/>
                  </a:lnTo>
                  <a:lnTo>
                    <a:pt x="325760" y="217059"/>
                  </a:lnTo>
                  <a:lnTo>
                    <a:pt x="326006" y="217102"/>
                  </a:lnTo>
                  <a:lnTo>
                    <a:pt x="326452" y="216840"/>
                  </a:lnTo>
                  <a:lnTo>
                    <a:pt x="326676" y="216654"/>
                  </a:lnTo>
                  <a:lnTo>
                    <a:pt x="326740" y="216440"/>
                  </a:lnTo>
                  <a:lnTo>
                    <a:pt x="326774" y="216059"/>
                  </a:lnTo>
                  <a:lnTo>
                    <a:pt x="326719" y="215848"/>
                  </a:lnTo>
                  <a:lnTo>
                    <a:pt x="326926" y="215202"/>
                  </a:lnTo>
                  <a:lnTo>
                    <a:pt x="327151" y="214898"/>
                  </a:lnTo>
                  <a:lnTo>
                    <a:pt x="327363" y="214558"/>
                  </a:lnTo>
                  <a:lnTo>
                    <a:pt x="327558" y="214635"/>
                  </a:lnTo>
                  <a:lnTo>
                    <a:pt x="327926" y="214666"/>
                  </a:lnTo>
                  <a:lnTo>
                    <a:pt x="327868" y="214329"/>
                  </a:lnTo>
                  <a:lnTo>
                    <a:pt x="328112" y="214219"/>
                  </a:lnTo>
                  <a:lnTo>
                    <a:pt x="328401" y="214183"/>
                  </a:lnTo>
                  <a:lnTo>
                    <a:pt x="328546" y="214173"/>
                  </a:lnTo>
                  <a:lnTo>
                    <a:pt x="328878" y="214175"/>
                  </a:lnTo>
                  <a:lnTo>
                    <a:pt x="328923" y="214414"/>
                  </a:lnTo>
                  <a:lnTo>
                    <a:pt x="328655" y="214526"/>
                  </a:lnTo>
                  <a:lnTo>
                    <a:pt x="328658" y="214677"/>
                  </a:lnTo>
                  <a:lnTo>
                    <a:pt x="328756" y="215208"/>
                  </a:lnTo>
                  <a:lnTo>
                    <a:pt x="329013" y="215554"/>
                  </a:lnTo>
                  <a:lnTo>
                    <a:pt x="329408" y="215596"/>
                  </a:lnTo>
                  <a:lnTo>
                    <a:pt x="329654" y="215787"/>
                  </a:lnTo>
                  <a:lnTo>
                    <a:pt x="329913" y="216228"/>
                  </a:lnTo>
                  <a:lnTo>
                    <a:pt x="329763" y="216359"/>
                  </a:lnTo>
                  <a:lnTo>
                    <a:pt x="329388" y="216576"/>
                  </a:lnTo>
                  <a:lnTo>
                    <a:pt x="329075" y="216715"/>
                  </a:lnTo>
                  <a:lnTo>
                    <a:pt x="328832" y="216760"/>
                  </a:lnTo>
                  <a:lnTo>
                    <a:pt x="328594" y="216821"/>
                  </a:lnTo>
                  <a:lnTo>
                    <a:pt x="328448" y="216891"/>
                  </a:lnTo>
                  <a:lnTo>
                    <a:pt x="328180" y="217033"/>
                  </a:lnTo>
                  <a:lnTo>
                    <a:pt x="328012" y="217124"/>
                  </a:lnTo>
                  <a:lnTo>
                    <a:pt x="327929" y="217348"/>
                  </a:lnTo>
                  <a:lnTo>
                    <a:pt x="327860" y="218048"/>
                  </a:lnTo>
                  <a:lnTo>
                    <a:pt x="328145" y="218315"/>
                  </a:lnTo>
                  <a:lnTo>
                    <a:pt x="328390" y="218869"/>
                  </a:lnTo>
                  <a:lnTo>
                    <a:pt x="328647" y="218944"/>
                  </a:lnTo>
                  <a:lnTo>
                    <a:pt x="328688" y="218786"/>
                  </a:lnTo>
                  <a:lnTo>
                    <a:pt x="329003" y="218655"/>
                  </a:lnTo>
                  <a:lnTo>
                    <a:pt x="329137" y="218784"/>
                  </a:lnTo>
                  <a:lnTo>
                    <a:pt x="329112" y="218955"/>
                  </a:lnTo>
                  <a:lnTo>
                    <a:pt x="329167" y="219145"/>
                  </a:lnTo>
                  <a:lnTo>
                    <a:pt x="329385" y="219521"/>
                  </a:lnTo>
                  <a:lnTo>
                    <a:pt x="329628" y="219711"/>
                  </a:lnTo>
                  <a:lnTo>
                    <a:pt x="329905" y="219981"/>
                  </a:lnTo>
                  <a:lnTo>
                    <a:pt x="329979" y="220214"/>
                  </a:lnTo>
                  <a:lnTo>
                    <a:pt x="329916" y="220449"/>
                  </a:lnTo>
                  <a:lnTo>
                    <a:pt x="329864" y="220777"/>
                  </a:lnTo>
                  <a:lnTo>
                    <a:pt x="329863" y="220963"/>
                  </a:lnTo>
                  <a:lnTo>
                    <a:pt x="329740" y="221198"/>
                  </a:lnTo>
                  <a:lnTo>
                    <a:pt x="330030" y="221519"/>
                  </a:lnTo>
                  <a:lnTo>
                    <a:pt x="330164" y="221496"/>
                  </a:lnTo>
                  <a:lnTo>
                    <a:pt x="330386" y="221530"/>
                  </a:lnTo>
                  <a:lnTo>
                    <a:pt x="330398" y="221837"/>
                  </a:lnTo>
                  <a:lnTo>
                    <a:pt x="330822" y="221870"/>
                  </a:lnTo>
                  <a:lnTo>
                    <a:pt x="330998" y="222087"/>
                  </a:lnTo>
                  <a:lnTo>
                    <a:pt x="330958" y="222321"/>
                  </a:lnTo>
                  <a:lnTo>
                    <a:pt x="330949" y="222494"/>
                  </a:lnTo>
                  <a:lnTo>
                    <a:pt x="331011" y="222691"/>
                  </a:lnTo>
                  <a:lnTo>
                    <a:pt x="331198" y="222892"/>
                  </a:lnTo>
                  <a:lnTo>
                    <a:pt x="331546" y="222955"/>
                  </a:lnTo>
                  <a:lnTo>
                    <a:pt x="331788" y="222932"/>
                  </a:lnTo>
                  <a:lnTo>
                    <a:pt x="332018" y="222835"/>
                  </a:lnTo>
                  <a:lnTo>
                    <a:pt x="332302" y="222684"/>
                  </a:lnTo>
                  <a:lnTo>
                    <a:pt x="332774" y="222760"/>
                  </a:lnTo>
                  <a:lnTo>
                    <a:pt x="333005" y="222608"/>
                  </a:lnTo>
                  <a:lnTo>
                    <a:pt x="333190" y="222744"/>
                  </a:lnTo>
                  <a:lnTo>
                    <a:pt x="333298" y="222988"/>
                  </a:lnTo>
                  <a:lnTo>
                    <a:pt x="333520" y="223340"/>
                  </a:lnTo>
                  <a:lnTo>
                    <a:pt x="333737" y="223606"/>
                  </a:lnTo>
                  <a:lnTo>
                    <a:pt x="333890" y="223853"/>
                  </a:lnTo>
                  <a:lnTo>
                    <a:pt x="333960" y="224191"/>
                  </a:lnTo>
                  <a:lnTo>
                    <a:pt x="333873" y="224346"/>
                  </a:lnTo>
                  <a:lnTo>
                    <a:pt x="333872" y="224787"/>
                  </a:lnTo>
                  <a:lnTo>
                    <a:pt x="333912" y="225014"/>
                  </a:lnTo>
                  <a:lnTo>
                    <a:pt x="333876" y="225259"/>
                  </a:lnTo>
                  <a:lnTo>
                    <a:pt x="334023" y="225413"/>
                  </a:lnTo>
                  <a:lnTo>
                    <a:pt x="334202" y="225617"/>
                  </a:lnTo>
                  <a:lnTo>
                    <a:pt x="334292" y="225798"/>
                  </a:lnTo>
                  <a:lnTo>
                    <a:pt x="334415" y="226086"/>
                  </a:lnTo>
                  <a:lnTo>
                    <a:pt x="334600" y="226220"/>
                  </a:lnTo>
                  <a:lnTo>
                    <a:pt x="334565" y="226449"/>
                  </a:lnTo>
                  <a:lnTo>
                    <a:pt x="334486" y="226589"/>
                  </a:lnTo>
                  <a:lnTo>
                    <a:pt x="334333" y="226766"/>
                  </a:lnTo>
                  <a:lnTo>
                    <a:pt x="334278" y="226948"/>
                  </a:lnTo>
                  <a:lnTo>
                    <a:pt x="334386" y="227095"/>
                  </a:lnTo>
                  <a:lnTo>
                    <a:pt x="334021" y="227986"/>
                  </a:lnTo>
                  <a:lnTo>
                    <a:pt x="334432" y="228364"/>
                  </a:lnTo>
                  <a:lnTo>
                    <a:pt x="334679" y="228427"/>
                  </a:lnTo>
                  <a:lnTo>
                    <a:pt x="334970" y="228639"/>
                  </a:lnTo>
                  <a:lnTo>
                    <a:pt x="335199" y="228843"/>
                  </a:lnTo>
                  <a:lnTo>
                    <a:pt x="335454" y="228668"/>
                  </a:lnTo>
                  <a:lnTo>
                    <a:pt x="335959" y="228407"/>
                  </a:lnTo>
                  <a:lnTo>
                    <a:pt x="336204" y="228427"/>
                  </a:lnTo>
                  <a:lnTo>
                    <a:pt x="336130" y="228626"/>
                  </a:lnTo>
                  <a:lnTo>
                    <a:pt x="336229" y="228797"/>
                  </a:lnTo>
                  <a:lnTo>
                    <a:pt x="336318" y="228655"/>
                  </a:lnTo>
                  <a:lnTo>
                    <a:pt x="336524" y="228247"/>
                  </a:lnTo>
                  <a:lnTo>
                    <a:pt x="336850" y="227966"/>
                  </a:lnTo>
                  <a:lnTo>
                    <a:pt x="337152" y="227796"/>
                  </a:lnTo>
                  <a:lnTo>
                    <a:pt x="337124" y="227628"/>
                  </a:lnTo>
                  <a:lnTo>
                    <a:pt x="337336" y="227382"/>
                  </a:lnTo>
                  <a:lnTo>
                    <a:pt x="337501" y="227285"/>
                  </a:lnTo>
                  <a:lnTo>
                    <a:pt x="337748" y="227215"/>
                  </a:lnTo>
                  <a:lnTo>
                    <a:pt x="337928" y="227111"/>
                  </a:lnTo>
                  <a:lnTo>
                    <a:pt x="338096" y="226853"/>
                  </a:lnTo>
                  <a:lnTo>
                    <a:pt x="338213" y="226594"/>
                  </a:lnTo>
                  <a:lnTo>
                    <a:pt x="338225" y="226412"/>
                  </a:lnTo>
                  <a:lnTo>
                    <a:pt x="338403" y="226152"/>
                  </a:lnTo>
                  <a:lnTo>
                    <a:pt x="338540" y="226151"/>
                  </a:lnTo>
                  <a:lnTo>
                    <a:pt x="338746" y="226249"/>
                  </a:lnTo>
                  <a:lnTo>
                    <a:pt x="338755" y="226506"/>
                  </a:lnTo>
                  <a:lnTo>
                    <a:pt x="339069" y="226580"/>
                  </a:lnTo>
                  <a:lnTo>
                    <a:pt x="339309" y="226526"/>
                  </a:lnTo>
                  <a:lnTo>
                    <a:pt x="339727" y="226843"/>
                  </a:lnTo>
                  <a:lnTo>
                    <a:pt x="339941" y="226843"/>
                  </a:lnTo>
                  <a:lnTo>
                    <a:pt x="340091" y="226740"/>
                  </a:lnTo>
                  <a:lnTo>
                    <a:pt x="340213" y="226526"/>
                  </a:lnTo>
                  <a:lnTo>
                    <a:pt x="340632" y="226332"/>
                  </a:lnTo>
                  <a:lnTo>
                    <a:pt x="340938" y="226350"/>
                  </a:lnTo>
                  <a:lnTo>
                    <a:pt x="341068" y="226269"/>
                  </a:lnTo>
                  <a:lnTo>
                    <a:pt x="341241" y="226099"/>
                  </a:lnTo>
                  <a:lnTo>
                    <a:pt x="341626" y="226043"/>
                  </a:lnTo>
                  <a:lnTo>
                    <a:pt x="341835" y="225988"/>
                  </a:lnTo>
                  <a:lnTo>
                    <a:pt x="342029" y="225927"/>
                  </a:lnTo>
                  <a:lnTo>
                    <a:pt x="342157" y="225837"/>
                  </a:lnTo>
                  <a:lnTo>
                    <a:pt x="342383" y="225854"/>
                  </a:lnTo>
                  <a:lnTo>
                    <a:pt x="342856" y="225839"/>
                  </a:lnTo>
                  <a:lnTo>
                    <a:pt x="343020" y="225930"/>
                  </a:lnTo>
                  <a:lnTo>
                    <a:pt x="343486" y="225894"/>
                  </a:lnTo>
                  <a:lnTo>
                    <a:pt x="343625" y="225639"/>
                  </a:lnTo>
                  <a:lnTo>
                    <a:pt x="343947" y="225628"/>
                  </a:lnTo>
                  <a:lnTo>
                    <a:pt x="344212" y="225633"/>
                  </a:lnTo>
                  <a:lnTo>
                    <a:pt x="344675" y="225505"/>
                  </a:lnTo>
                  <a:lnTo>
                    <a:pt x="344938" y="225492"/>
                  </a:lnTo>
                  <a:lnTo>
                    <a:pt x="345266" y="225681"/>
                  </a:lnTo>
                  <a:lnTo>
                    <a:pt x="345432" y="225877"/>
                  </a:lnTo>
                  <a:lnTo>
                    <a:pt x="345829" y="226078"/>
                  </a:lnTo>
                  <a:lnTo>
                    <a:pt x="345998" y="225908"/>
                  </a:lnTo>
                  <a:lnTo>
                    <a:pt x="346075" y="225734"/>
                  </a:lnTo>
                  <a:lnTo>
                    <a:pt x="346509" y="225492"/>
                  </a:lnTo>
                  <a:lnTo>
                    <a:pt x="346605" y="225306"/>
                  </a:lnTo>
                  <a:lnTo>
                    <a:pt x="346796" y="225082"/>
                  </a:lnTo>
                  <a:lnTo>
                    <a:pt x="347120" y="224871"/>
                  </a:lnTo>
                  <a:lnTo>
                    <a:pt x="347409" y="224873"/>
                  </a:lnTo>
                  <a:lnTo>
                    <a:pt x="347641" y="224938"/>
                  </a:lnTo>
                  <a:lnTo>
                    <a:pt x="348088" y="224930"/>
                  </a:lnTo>
                  <a:lnTo>
                    <a:pt x="348316" y="225283"/>
                  </a:lnTo>
                  <a:lnTo>
                    <a:pt x="348477" y="225644"/>
                  </a:lnTo>
                  <a:lnTo>
                    <a:pt x="348722" y="226164"/>
                  </a:lnTo>
                  <a:lnTo>
                    <a:pt x="348539" y="226495"/>
                  </a:lnTo>
                  <a:lnTo>
                    <a:pt x="348533" y="226688"/>
                  </a:lnTo>
                  <a:lnTo>
                    <a:pt x="348144" y="226919"/>
                  </a:lnTo>
                  <a:lnTo>
                    <a:pt x="347984" y="226985"/>
                  </a:lnTo>
                  <a:lnTo>
                    <a:pt x="347820" y="227240"/>
                  </a:lnTo>
                  <a:lnTo>
                    <a:pt x="347873" y="227551"/>
                  </a:lnTo>
                  <a:lnTo>
                    <a:pt x="347911" y="227887"/>
                  </a:lnTo>
                  <a:lnTo>
                    <a:pt x="347582" y="228210"/>
                  </a:lnTo>
                  <a:lnTo>
                    <a:pt x="347361" y="228412"/>
                  </a:lnTo>
                  <a:lnTo>
                    <a:pt x="347082" y="228986"/>
                  </a:lnTo>
                  <a:lnTo>
                    <a:pt x="347034" y="229157"/>
                  </a:lnTo>
                  <a:lnTo>
                    <a:pt x="346794" y="229465"/>
                  </a:lnTo>
                  <a:lnTo>
                    <a:pt x="346526" y="229630"/>
                  </a:lnTo>
                  <a:lnTo>
                    <a:pt x="346361" y="229815"/>
                  </a:lnTo>
                  <a:lnTo>
                    <a:pt x="346179" y="230040"/>
                  </a:lnTo>
                  <a:lnTo>
                    <a:pt x="346059" y="230235"/>
                  </a:lnTo>
                  <a:lnTo>
                    <a:pt x="346270" y="230435"/>
                  </a:lnTo>
                  <a:lnTo>
                    <a:pt x="346451" y="230849"/>
                  </a:lnTo>
                  <a:lnTo>
                    <a:pt x="346338" y="231070"/>
                  </a:lnTo>
                  <a:lnTo>
                    <a:pt x="346130" y="231199"/>
                  </a:lnTo>
                  <a:lnTo>
                    <a:pt x="345970" y="231397"/>
                  </a:lnTo>
                  <a:lnTo>
                    <a:pt x="345897" y="231724"/>
                  </a:lnTo>
                  <a:lnTo>
                    <a:pt x="345959" y="231932"/>
                  </a:lnTo>
                  <a:lnTo>
                    <a:pt x="346151" y="232160"/>
                  </a:lnTo>
                  <a:lnTo>
                    <a:pt x="346378" y="232333"/>
                  </a:lnTo>
                  <a:lnTo>
                    <a:pt x="346839" y="232654"/>
                  </a:lnTo>
                  <a:lnTo>
                    <a:pt x="346982" y="233031"/>
                  </a:lnTo>
                  <a:lnTo>
                    <a:pt x="347099" y="233368"/>
                  </a:lnTo>
                  <a:lnTo>
                    <a:pt x="347282" y="233671"/>
                  </a:lnTo>
                  <a:lnTo>
                    <a:pt x="347509" y="234015"/>
                  </a:lnTo>
                  <a:lnTo>
                    <a:pt x="348047" y="234602"/>
                  </a:lnTo>
                  <a:lnTo>
                    <a:pt x="348375" y="234754"/>
                  </a:lnTo>
                  <a:lnTo>
                    <a:pt x="348649" y="234844"/>
                  </a:lnTo>
                  <a:lnTo>
                    <a:pt x="348838" y="234972"/>
                  </a:lnTo>
                  <a:lnTo>
                    <a:pt x="348639" y="235157"/>
                  </a:lnTo>
                  <a:lnTo>
                    <a:pt x="348717" y="235328"/>
                  </a:lnTo>
                  <a:lnTo>
                    <a:pt x="348930" y="235184"/>
                  </a:lnTo>
                  <a:lnTo>
                    <a:pt x="349167" y="234991"/>
                  </a:lnTo>
                  <a:lnTo>
                    <a:pt x="349276" y="234811"/>
                  </a:lnTo>
                  <a:lnTo>
                    <a:pt x="349573" y="234660"/>
                  </a:lnTo>
                  <a:lnTo>
                    <a:pt x="349863" y="234993"/>
                  </a:lnTo>
                  <a:lnTo>
                    <a:pt x="350089" y="235260"/>
                  </a:lnTo>
                  <a:lnTo>
                    <a:pt x="350286" y="235538"/>
                  </a:lnTo>
                  <a:lnTo>
                    <a:pt x="350441" y="235797"/>
                  </a:lnTo>
                  <a:lnTo>
                    <a:pt x="350496" y="236002"/>
                  </a:lnTo>
                  <a:lnTo>
                    <a:pt x="350603" y="236207"/>
                  </a:lnTo>
                  <a:lnTo>
                    <a:pt x="350721" y="236334"/>
                  </a:lnTo>
                  <a:lnTo>
                    <a:pt x="350839" y="236746"/>
                  </a:lnTo>
                  <a:lnTo>
                    <a:pt x="350369" y="237035"/>
                  </a:lnTo>
                  <a:lnTo>
                    <a:pt x="349959" y="237072"/>
                  </a:lnTo>
                  <a:lnTo>
                    <a:pt x="349812" y="237581"/>
                  </a:lnTo>
                  <a:lnTo>
                    <a:pt x="349871" y="237734"/>
                  </a:lnTo>
                  <a:lnTo>
                    <a:pt x="350114" y="238170"/>
                  </a:lnTo>
                  <a:lnTo>
                    <a:pt x="350205" y="238314"/>
                  </a:lnTo>
                  <a:lnTo>
                    <a:pt x="350449" y="238498"/>
                  </a:lnTo>
                  <a:lnTo>
                    <a:pt x="350631" y="238605"/>
                  </a:lnTo>
                  <a:lnTo>
                    <a:pt x="350794" y="238825"/>
                  </a:lnTo>
                  <a:lnTo>
                    <a:pt x="350931" y="239254"/>
                  </a:lnTo>
                  <a:lnTo>
                    <a:pt x="351225" y="239425"/>
                  </a:lnTo>
                  <a:lnTo>
                    <a:pt x="351285" y="239754"/>
                  </a:lnTo>
                  <a:lnTo>
                    <a:pt x="351294" y="239894"/>
                  </a:lnTo>
                  <a:lnTo>
                    <a:pt x="351504" y="240304"/>
                  </a:lnTo>
                  <a:lnTo>
                    <a:pt x="351748" y="240213"/>
                  </a:lnTo>
                  <a:lnTo>
                    <a:pt x="352088" y="240305"/>
                  </a:lnTo>
                  <a:lnTo>
                    <a:pt x="352241" y="240431"/>
                  </a:lnTo>
                  <a:lnTo>
                    <a:pt x="352470" y="240620"/>
                  </a:lnTo>
                  <a:lnTo>
                    <a:pt x="352697" y="241005"/>
                  </a:lnTo>
                  <a:lnTo>
                    <a:pt x="352848" y="241495"/>
                  </a:lnTo>
                  <a:lnTo>
                    <a:pt x="352828" y="241647"/>
                  </a:lnTo>
                  <a:lnTo>
                    <a:pt x="352670" y="241709"/>
                  </a:lnTo>
                  <a:lnTo>
                    <a:pt x="352514" y="241881"/>
                  </a:lnTo>
                  <a:lnTo>
                    <a:pt x="352623" y="242046"/>
                  </a:lnTo>
                  <a:lnTo>
                    <a:pt x="352681" y="242460"/>
                  </a:lnTo>
                  <a:lnTo>
                    <a:pt x="352563" y="242534"/>
                  </a:lnTo>
                  <a:lnTo>
                    <a:pt x="352709" y="242569"/>
                  </a:lnTo>
                  <a:lnTo>
                    <a:pt x="353099" y="242973"/>
                  </a:lnTo>
                  <a:lnTo>
                    <a:pt x="353115" y="243261"/>
                  </a:lnTo>
                  <a:lnTo>
                    <a:pt x="353197" y="243560"/>
                  </a:lnTo>
                  <a:lnTo>
                    <a:pt x="353450" y="243774"/>
                  </a:lnTo>
                  <a:lnTo>
                    <a:pt x="353565" y="244266"/>
                  </a:lnTo>
                  <a:lnTo>
                    <a:pt x="353415" y="244466"/>
                  </a:lnTo>
                  <a:lnTo>
                    <a:pt x="353304" y="244722"/>
                  </a:lnTo>
                  <a:lnTo>
                    <a:pt x="353346" y="245383"/>
                  </a:lnTo>
                  <a:lnTo>
                    <a:pt x="353433" y="245525"/>
                  </a:lnTo>
                  <a:lnTo>
                    <a:pt x="353494" y="246066"/>
                  </a:lnTo>
                  <a:lnTo>
                    <a:pt x="353720" y="246127"/>
                  </a:lnTo>
                  <a:lnTo>
                    <a:pt x="353865" y="245983"/>
                  </a:lnTo>
                  <a:lnTo>
                    <a:pt x="354395" y="245986"/>
                  </a:lnTo>
                  <a:lnTo>
                    <a:pt x="354608" y="246072"/>
                  </a:lnTo>
                  <a:lnTo>
                    <a:pt x="354606" y="246500"/>
                  </a:lnTo>
                  <a:lnTo>
                    <a:pt x="354577" y="246932"/>
                  </a:lnTo>
                  <a:lnTo>
                    <a:pt x="354505" y="247112"/>
                  </a:lnTo>
                  <a:lnTo>
                    <a:pt x="354553" y="247493"/>
                  </a:lnTo>
                  <a:lnTo>
                    <a:pt x="354473" y="247831"/>
                  </a:lnTo>
                  <a:lnTo>
                    <a:pt x="354389" y="248002"/>
                  </a:lnTo>
                  <a:lnTo>
                    <a:pt x="354571" y="248360"/>
                  </a:lnTo>
                  <a:lnTo>
                    <a:pt x="354583" y="248588"/>
                  </a:lnTo>
                  <a:lnTo>
                    <a:pt x="354384" y="248911"/>
                  </a:lnTo>
                  <a:lnTo>
                    <a:pt x="354346" y="249082"/>
                  </a:lnTo>
                  <a:lnTo>
                    <a:pt x="354355" y="249579"/>
                  </a:lnTo>
                  <a:lnTo>
                    <a:pt x="354516" y="249644"/>
                  </a:lnTo>
                  <a:lnTo>
                    <a:pt x="354704" y="249678"/>
                  </a:lnTo>
                  <a:lnTo>
                    <a:pt x="354924" y="249698"/>
                  </a:lnTo>
                  <a:lnTo>
                    <a:pt x="355120" y="249696"/>
                  </a:lnTo>
                  <a:lnTo>
                    <a:pt x="355442" y="249788"/>
                  </a:lnTo>
                  <a:lnTo>
                    <a:pt x="355492" y="249939"/>
                  </a:lnTo>
                  <a:lnTo>
                    <a:pt x="355784" y="250099"/>
                  </a:lnTo>
                  <a:lnTo>
                    <a:pt x="355854" y="250229"/>
                  </a:lnTo>
                  <a:lnTo>
                    <a:pt x="355879" y="250397"/>
                  </a:lnTo>
                  <a:lnTo>
                    <a:pt x="356042" y="250597"/>
                  </a:lnTo>
                  <a:lnTo>
                    <a:pt x="356210" y="250736"/>
                  </a:lnTo>
                  <a:lnTo>
                    <a:pt x="356417" y="250602"/>
                  </a:lnTo>
                  <a:lnTo>
                    <a:pt x="356766" y="250876"/>
                  </a:lnTo>
                  <a:lnTo>
                    <a:pt x="357356" y="251395"/>
                  </a:lnTo>
                  <a:lnTo>
                    <a:pt x="357290" y="251673"/>
                  </a:lnTo>
                  <a:lnTo>
                    <a:pt x="357202" y="251861"/>
                  </a:lnTo>
                  <a:lnTo>
                    <a:pt x="356822" y="252251"/>
                  </a:lnTo>
                  <a:lnTo>
                    <a:pt x="356655" y="252472"/>
                  </a:lnTo>
                  <a:lnTo>
                    <a:pt x="356517" y="252512"/>
                  </a:lnTo>
                  <a:lnTo>
                    <a:pt x="356325" y="252662"/>
                  </a:lnTo>
                  <a:lnTo>
                    <a:pt x="356234" y="252951"/>
                  </a:lnTo>
                  <a:lnTo>
                    <a:pt x="356091" y="253078"/>
                  </a:lnTo>
                  <a:lnTo>
                    <a:pt x="355658" y="253235"/>
                  </a:lnTo>
                  <a:lnTo>
                    <a:pt x="355486" y="253548"/>
                  </a:lnTo>
                  <a:lnTo>
                    <a:pt x="355117" y="253545"/>
                  </a:lnTo>
                  <a:lnTo>
                    <a:pt x="355040" y="253682"/>
                  </a:lnTo>
                  <a:lnTo>
                    <a:pt x="355134" y="253919"/>
                  </a:lnTo>
                  <a:lnTo>
                    <a:pt x="354793" y="254151"/>
                  </a:lnTo>
                  <a:lnTo>
                    <a:pt x="354661" y="254363"/>
                  </a:lnTo>
                  <a:lnTo>
                    <a:pt x="354442" y="254497"/>
                  </a:lnTo>
                  <a:lnTo>
                    <a:pt x="354435" y="254700"/>
                  </a:lnTo>
                  <a:lnTo>
                    <a:pt x="354433" y="254942"/>
                  </a:lnTo>
                  <a:lnTo>
                    <a:pt x="354418" y="255073"/>
                  </a:lnTo>
                  <a:lnTo>
                    <a:pt x="354254" y="255404"/>
                  </a:lnTo>
                  <a:lnTo>
                    <a:pt x="354164" y="255553"/>
                  </a:lnTo>
                  <a:lnTo>
                    <a:pt x="354051" y="255743"/>
                  </a:lnTo>
                  <a:lnTo>
                    <a:pt x="354125" y="256269"/>
                  </a:lnTo>
                  <a:lnTo>
                    <a:pt x="354103" y="256690"/>
                  </a:lnTo>
                  <a:lnTo>
                    <a:pt x="354104" y="257103"/>
                  </a:lnTo>
                  <a:lnTo>
                    <a:pt x="354137" y="257462"/>
                  </a:lnTo>
                  <a:lnTo>
                    <a:pt x="354257" y="257926"/>
                  </a:lnTo>
                  <a:lnTo>
                    <a:pt x="354408" y="258375"/>
                  </a:lnTo>
                  <a:lnTo>
                    <a:pt x="354846" y="258463"/>
                  </a:lnTo>
                  <a:lnTo>
                    <a:pt x="355002" y="258439"/>
                  </a:lnTo>
                  <a:lnTo>
                    <a:pt x="355219" y="258619"/>
                  </a:lnTo>
                  <a:lnTo>
                    <a:pt x="355222" y="259039"/>
                  </a:lnTo>
                  <a:lnTo>
                    <a:pt x="355008" y="259405"/>
                  </a:lnTo>
                  <a:lnTo>
                    <a:pt x="354761" y="259534"/>
                  </a:lnTo>
                  <a:lnTo>
                    <a:pt x="354797" y="259821"/>
                  </a:lnTo>
                  <a:lnTo>
                    <a:pt x="355064" y="259868"/>
                  </a:lnTo>
                  <a:lnTo>
                    <a:pt x="355145" y="260116"/>
                  </a:lnTo>
                  <a:lnTo>
                    <a:pt x="355377" y="260314"/>
                  </a:lnTo>
                  <a:lnTo>
                    <a:pt x="355336" y="260589"/>
                  </a:lnTo>
                  <a:lnTo>
                    <a:pt x="355468" y="261135"/>
                  </a:lnTo>
                  <a:lnTo>
                    <a:pt x="355460" y="260970"/>
                  </a:lnTo>
                  <a:lnTo>
                    <a:pt x="355680" y="260736"/>
                  </a:lnTo>
                  <a:lnTo>
                    <a:pt x="355828" y="260799"/>
                  </a:lnTo>
                  <a:lnTo>
                    <a:pt x="356360" y="261103"/>
                  </a:lnTo>
                  <a:lnTo>
                    <a:pt x="356575" y="261315"/>
                  </a:lnTo>
                  <a:lnTo>
                    <a:pt x="356574" y="261657"/>
                  </a:lnTo>
                  <a:lnTo>
                    <a:pt x="356357" y="261775"/>
                  </a:lnTo>
                  <a:lnTo>
                    <a:pt x="356292" y="261972"/>
                  </a:lnTo>
                  <a:lnTo>
                    <a:pt x="356200" y="262404"/>
                  </a:lnTo>
                  <a:lnTo>
                    <a:pt x="356357" y="263064"/>
                  </a:lnTo>
                  <a:lnTo>
                    <a:pt x="356462" y="263276"/>
                  </a:lnTo>
                  <a:lnTo>
                    <a:pt x="356527" y="263444"/>
                  </a:lnTo>
                  <a:lnTo>
                    <a:pt x="356568" y="263667"/>
                  </a:lnTo>
                  <a:lnTo>
                    <a:pt x="356581" y="263842"/>
                  </a:lnTo>
                  <a:lnTo>
                    <a:pt x="356590" y="264243"/>
                  </a:lnTo>
                  <a:lnTo>
                    <a:pt x="356565" y="264445"/>
                  </a:lnTo>
                  <a:lnTo>
                    <a:pt x="356522" y="264660"/>
                  </a:lnTo>
                  <a:lnTo>
                    <a:pt x="356367" y="265081"/>
                  </a:lnTo>
                  <a:lnTo>
                    <a:pt x="356246" y="265261"/>
                  </a:lnTo>
                  <a:lnTo>
                    <a:pt x="355717" y="265527"/>
                  </a:lnTo>
                  <a:lnTo>
                    <a:pt x="355643" y="266137"/>
                  </a:lnTo>
                  <a:lnTo>
                    <a:pt x="355627" y="266324"/>
                  </a:lnTo>
                  <a:lnTo>
                    <a:pt x="355564" y="266511"/>
                  </a:lnTo>
                  <a:lnTo>
                    <a:pt x="355868" y="266674"/>
                  </a:lnTo>
                  <a:lnTo>
                    <a:pt x="356268" y="267223"/>
                  </a:lnTo>
                  <a:lnTo>
                    <a:pt x="356271" y="267516"/>
                  </a:lnTo>
                  <a:lnTo>
                    <a:pt x="356411" y="267797"/>
                  </a:lnTo>
                  <a:lnTo>
                    <a:pt x="356389" y="268367"/>
                  </a:lnTo>
                  <a:lnTo>
                    <a:pt x="356084" y="268423"/>
                  </a:lnTo>
                  <a:lnTo>
                    <a:pt x="355925" y="268366"/>
                  </a:lnTo>
                  <a:lnTo>
                    <a:pt x="355575" y="268557"/>
                  </a:lnTo>
                  <a:lnTo>
                    <a:pt x="355809" y="268953"/>
                  </a:lnTo>
                  <a:lnTo>
                    <a:pt x="356223" y="269122"/>
                  </a:lnTo>
                  <a:lnTo>
                    <a:pt x="356448" y="269064"/>
                  </a:lnTo>
                  <a:lnTo>
                    <a:pt x="356644" y="268925"/>
                  </a:lnTo>
                  <a:lnTo>
                    <a:pt x="356746" y="268781"/>
                  </a:lnTo>
                  <a:lnTo>
                    <a:pt x="357114" y="268739"/>
                  </a:lnTo>
                  <a:lnTo>
                    <a:pt x="357631" y="268902"/>
                  </a:lnTo>
                  <a:lnTo>
                    <a:pt x="357791" y="269135"/>
                  </a:lnTo>
                  <a:lnTo>
                    <a:pt x="358463" y="269948"/>
                  </a:lnTo>
                  <a:lnTo>
                    <a:pt x="358608" y="270513"/>
                  </a:lnTo>
                  <a:lnTo>
                    <a:pt x="359050" y="270775"/>
                  </a:lnTo>
                  <a:lnTo>
                    <a:pt x="359016" y="271033"/>
                  </a:lnTo>
                  <a:lnTo>
                    <a:pt x="358983" y="271237"/>
                  </a:lnTo>
                  <a:lnTo>
                    <a:pt x="358838" y="271349"/>
                  </a:lnTo>
                  <a:lnTo>
                    <a:pt x="358465" y="271655"/>
                  </a:lnTo>
                  <a:lnTo>
                    <a:pt x="358629" y="271949"/>
                  </a:lnTo>
                  <a:lnTo>
                    <a:pt x="358937" y="272236"/>
                  </a:lnTo>
                  <a:lnTo>
                    <a:pt x="359029" y="272485"/>
                  </a:lnTo>
                  <a:lnTo>
                    <a:pt x="359021" y="272638"/>
                  </a:lnTo>
                  <a:lnTo>
                    <a:pt x="359070" y="273000"/>
                  </a:lnTo>
                  <a:lnTo>
                    <a:pt x="359321" y="273757"/>
                  </a:lnTo>
                  <a:lnTo>
                    <a:pt x="359587" y="274471"/>
                  </a:lnTo>
                  <a:lnTo>
                    <a:pt x="359726" y="274836"/>
                  </a:lnTo>
                  <a:lnTo>
                    <a:pt x="359799" y="275075"/>
                  </a:lnTo>
                  <a:lnTo>
                    <a:pt x="359924" y="275635"/>
                  </a:lnTo>
                  <a:lnTo>
                    <a:pt x="359846" y="276101"/>
                  </a:lnTo>
                  <a:lnTo>
                    <a:pt x="359812" y="276895"/>
                  </a:lnTo>
                  <a:lnTo>
                    <a:pt x="359846" y="277498"/>
                  </a:lnTo>
                  <a:lnTo>
                    <a:pt x="360340" y="278189"/>
                  </a:lnTo>
                  <a:lnTo>
                    <a:pt x="360579" y="278233"/>
                  </a:lnTo>
                  <a:lnTo>
                    <a:pt x="360868" y="278540"/>
                  </a:lnTo>
                  <a:lnTo>
                    <a:pt x="361008" y="278662"/>
                  </a:lnTo>
                  <a:lnTo>
                    <a:pt x="361149" y="278569"/>
                  </a:lnTo>
                  <a:lnTo>
                    <a:pt x="361386" y="278960"/>
                  </a:lnTo>
                  <a:lnTo>
                    <a:pt x="361872" y="279344"/>
                  </a:lnTo>
                  <a:lnTo>
                    <a:pt x="362081" y="279393"/>
                  </a:lnTo>
                  <a:lnTo>
                    <a:pt x="362282" y="279491"/>
                  </a:lnTo>
                  <a:lnTo>
                    <a:pt x="363226" y="280130"/>
                  </a:lnTo>
                  <a:lnTo>
                    <a:pt x="363322" y="280395"/>
                  </a:lnTo>
                  <a:lnTo>
                    <a:pt x="363654" y="280156"/>
                  </a:lnTo>
                  <a:lnTo>
                    <a:pt x="364127" y="280048"/>
                  </a:lnTo>
                  <a:lnTo>
                    <a:pt x="364622" y="280338"/>
                  </a:lnTo>
                  <a:lnTo>
                    <a:pt x="365047" y="280787"/>
                  </a:lnTo>
                  <a:lnTo>
                    <a:pt x="365228" y="280849"/>
                  </a:lnTo>
                  <a:lnTo>
                    <a:pt x="365775" y="280844"/>
                  </a:lnTo>
                  <a:lnTo>
                    <a:pt x="366381" y="281345"/>
                  </a:lnTo>
                  <a:lnTo>
                    <a:pt x="366581" y="281965"/>
                  </a:lnTo>
                  <a:lnTo>
                    <a:pt x="366408" y="282020"/>
                  </a:lnTo>
                  <a:lnTo>
                    <a:pt x="366217" y="282064"/>
                  </a:lnTo>
                  <a:lnTo>
                    <a:pt x="365623" y="282379"/>
                  </a:lnTo>
                  <a:lnTo>
                    <a:pt x="365362" y="282525"/>
                  </a:lnTo>
                  <a:lnTo>
                    <a:pt x="364954" y="282831"/>
                  </a:lnTo>
                  <a:lnTo>
                    <a:pt x="364642" y="283083"/>
                  </a:lnTo>
                  <a:lnTo>
                    <a:pt x="364211" y="283584"/>
                  </a:lnTo>
                  <a:lnTo>
                    <a:pt x="363943" y="283922"/>
                  </a:lnTo>
                  <a:lnTo>
                    <a:pt x="363725" y="284236"/>
                  </a:lnTo>
                  <a:lnTo>
                    <a:pt x="363633" y="284443"/>
                  </a:lnTo>
                  <a:lnTo>
                    <a:pt x="363544" y="284890"/>
                  </a:lnTo>
                  <a:lnTo>
                    <a:pt x="363302" y="284890"/>
                  </a:lnTo>
                  <a:lnTo>
                    <a:pt x="363094" y="284868"/>
                  </a:lnTo>
                  <a:lnTo>
                    <a:pt x="362905" y="284842"/>
                  </a:lnTo>
                  <a:lnTo>
                    <a:pt x="362703" y="284903"/>
                  </a:lnTo>
                  <a:lnTo>
                    <a:pt x="362461" y="285173"/>
                  </a:lnTo>
                  <a:lnTo>
                    <a:pt x="362221" y="285055"/>
                  </a:lnTo>
                  <a:lnTo>
                    <a:pt x="362050" y="285307"/>
                  </a:lnTo>
                  <a:lnTo>
                    <a:pt x="361867" y="285861"/>
                  </a:lnTo>
                  <a:lnTo>
                    <a:pt x="361509" y="285619"/>
                  </a:lnTo>
                  <a:lnTo>
                    <a:pt x="361322" y="285514"/>
                  </a:lnTo>
                  <a:lnTo>
                    <a:pt x="361395" y="285210"/>
                  </a:lnTo>
                  <a:lnTo>
                    <a:pt x="361532" y="285113"/>
                  </a:lnTo>
                  <a:lnTo>
                    <a:pt x="361718" y="285035"/>
                  </a:lnTo>
                  <a:lnTo>
                    <a:pt x="361439" y="284233"/>
                  </a:lnTo>
                  <a:lnTo>
                    <a:pt x="361545" y="283448"/>
                  </a:lnTo>
                  <a:lnTo>
                    <a:pt x="361280" y="283090"/>
                  </a:lnTo>
                  <a:lnTo>
                    <a:pt x="361196" y="282879"/>
                  </a:lnTo>
                  <a:lnTo>
                    <a:pt x="361115" y="282651"/>
                  </a:lnTo>
                  <a:lnTo>
                    <a:pt x="361183" y="282173"/>
                  </a:lnTo>
                  <a:lnTo>
                    <a:pt x="361106" y="281923"/>
                  </a:lnTo>
                  <a:lnTo>
                    <a:pt x="360969" y="281922"/>
                  </a:lnTo>
                  <a:lnTo>
                    <a:pt x="360070" y="281872"/>
                  </a:lnTo>
                  <a:lnTo>
                    <a:pt x="359942" y="281859"/>
                  </a:lnTo>
                  <a:lnTo>
                    <a:pt x="359219" y="281786"/>
                  </a:lnTo>
                  <a:lnTo>
                    <a:pt x="359090" y="281684"/>
                  </a:lnTo>
                  <a:lnTo>
                    <a:pt x="358339" y="282012"/>
                  </a:lnTo>
                  <a:lnTo>
                    <a:pt x="358042" y="281824"/>
                  </a:lnTo>
                  <a:lnTo>
                    <a:pt x="357447" y="281577"/>
                  </a:lnTo>
                  <a:lnTo>
                    <a:pt x="357069" y="281507"/>
                  </a:lnTo>
                  <a:lnTo>
                    <a:pt x="356933" y="281713"/>
                  </a:lnTo>
                  <a:lnTo>
                    <a:pt x="356461" y="282176"/>
                  </a:lnTo>
                  <a:lnTo>
                    <a:pt x="356018" y="282281"/>
                  </a:lnTo>
                  <a:lnTo>
                    <a:pt x="355758" y="282510"/>
                  </a:lnTo>
                  <a:lnTo>
                    <a:pt x="356182" y="282946"/>
                  </a:lnTo>
                  <a:lnTo>
                    <a:pt x="356459" y="282942"/>
                  </a:lnTo>
                  <a:lnTo>
                    <a:pt x="356531" y="283306"/>
                  </a:lnTo>
                  <a:lnTo>
                    <a:pt x="356309" y="283893"/>
                  </a:lnTo>
                  <a:lnTo>
                    <a:pt x="356182" y="284046"/>
                  </a:lnTo>
                  <a:lnTo>
                    <a:pt x="355984" y="284088"/>
                  </a:lnTo>
                  <a:lnTo>
                    <a:pt x="355810" y="284459"/>
                  </a:lnTo>
                  <a:lnTo>
                    <a:pt x="355799" y="284587"/>
                  </a:lnTo>
                  <a:lnTo>
                    <a:pt x="355821" y="284939"/>
                  </a:lnTo>
                  <a:lnTo>
                    <a:pt x="355898" y="285102"/>
                  </a:lnTo>
                  <a:lnTo>
                    <a:pt x="356023" y="285360"/>
                  </a:lnTo>
                  <a:lnTo>
                    <a:pt x="356156" y="285642"/>
                  </a:lnTo>
                  <a:lnTo>
                    <a:pt x="356181" y="285496"/>
                  </a:lnTo>
                  <a:lnTo>
                    <a:pt x="356227" y="285261"/>
                  </a:lnTo>
                  <a:lnTo>
                    <a:pt x="356473" y="285013"/>
                  </a:lnTo>
                  <a:lnTo>
                    <a:pt x="356641" y="285143"/>
                  </a:lnTo>
                  <a:lnTo>
                    <a:pt x="356987" y="285230"/>
                  </a:lnTo>
                  <a:lnTo>
                    <a:pt x="357127" y="285179"/>
                  </a:lnTo>
                  <a:lnTo>
                    <a:pt x="357378" y="285077"/>
                  </a:lnTo>
                  <a:lnTo>
                    <a:pt x="357654" y="284777"/>
                  </a:lnTo>
                  <a:lnTo>
                    <a:pt x="358093" y="284781"/>
                  </a:lnTo>
                  <a:lnTo>
                    <a:pt x="358285" y="284859"/>
                  </a:lnTo>
                  <a:lnTo>
                    <a:pt x="358611" y="285089"/>
                  </a:lnTo>
                  <a:lnTo>
                    <a:pt x="358628" y="285347"/>
                  </a:lnTo>
                  <a:lnTo>
                    <a:pt x="358527" y="285565"/>
                  </a:lnTo>
                  <a:lnTo>
                    <a:pt x="358397" y="285546"/>
                  </a:lnTo>
                  <a:lnTo>
                    <a:pt x="358204" y="285613"/>
                  </a:lnTo>
                  <a:lnTo>
                    <a:pt x="357679" y="285916"/>
                  </a:lnTo>
                  <a:lnTo>
                    <a:pt x="357487" y="286204"/>
                  </a:lnTo>
                  <a:lnTo>
                    <a:pt x="357424" y="286604"/>
                  </a:lnTo>
                  <a:lnTo>
                    <a:pt x="357401" y="286787"/>
                  </a:lnTo>
                  <a:lnTo>
                    <a:pt x="357369" y="287049"/>
                  </a:lnTo>
                  <a:lnTo>
                    <a:pt x="357343" y="287267"/>
                  </a:lnTo>
                  <a:lnTo>
                    <a:pt x="357388" y="287834"/>
                  </a:lnTo>
                  <a:lnTo>
                    <a:pt x="357074" y="287913"/>
                  </a:lnTo>
                  <a:lnTo>
                    <a:pt x="356433" y="287664"/>
                  </a:lnTo>
                  <a:lnTo>
                    <a:pt x="356238" y="287672"/>
                  </a:lnTo>
                  <a:lnTo>
                    <a:pt x="356075" y="287680"/>
                  </a:lnTo>
                  <a:lnTo>
                    <a:pt x="355908" y="287624"/>
                  </a:lnTo>
                  <a:lnTo>
                    <a:pt x="355641" y="287467"/>
                  </a:lnTo>
                  <a:lnTo>
                    <a:pt x="355406" y="287415"/>
                  </a:lnTo>
                  <a:lnTo>
                    <a:pt x="355036" y="287332"/>
                  </a:lnTo>
                  <a:lnTo>
                    <a:pt x="354856" y="287258"/>
                  </a:lnTo>
                  <a:lnTo>
                    <a:pt x="354725" y="287171"/>
                  </a:lnTo>
                  <a:lnTo>
                    <a:pt x="354428" y="286742"/>
                  </a:lnTo>
                  <a:lnTo>
                    <a:pt x="354551" y="286455"/>
                  </a:lnTo>
                  <a:lnTo>
                    <a:pt x="354869" y="286336"/>
                  </a:lnTo>
                  <a:lnTo>
                    <a:pt x="355314" y="286245"/>
                  </a:lnTo>
                  <a:lnTo>
                    <a:pt x="355611" y="286222"/>
                  </a:lnTo>
                  <a:lnTo>
                    <a:pt x="355685" y="286069"/>
                  </a:lnTo>
                  <a:lnTo>
                    <a:pt x="355189" y="286057"/>
                  </a:lnTo>
                  <a:lnTo>
                    <a:pt x="354836" y="285903"/>
                  </a:lnTo>
                  <a:lnTo>
                    <a:pt x="354698" y="286319"/>
                  </a:lnTo>
                  <a:lnTo>
                    <a:pt x="354486" y="286336"/>
                  </a:lnTo>
                  <a:lnTo>
                    <a:pt x="353997" y="286148"/>
                  </a:lnTo>
                  <a:lnTo>
                    <a:pt x="353719" y="285517"/>
                  </a:lnTo>
                  <a:lnTo>
                    <a:pt x="353521" y="285584"/>
                  </a:lnTo>
                  <a:lnTo>
                    <a:pt x="352500" y="285406"/>
                  </a:lnTo>
                  <a:lnTo>
                    <a:pt x="352238" y="285423"/>
                  </a:lnTo>
                  <a:lnTo>
                    <a:pt x="351797" y="285543"/>
                  </a:lnTo>
                  <a:lnTo>
                    <a:pt x="352149" y="285801"/>
                  </a:lnTo>
                  <a:lnTo>
                    <a:pt x="352749" y="286029"/>
                  </a:lnTo>
                  <a:lnTo>
                    <a:pt x="352257" y="286988"/>
                  </a:lnTo>
                  <a:lnTo>
                    <a:pt x="351670" y="288135"/>
                  </a:lnTo>
                  <a:lnTo>
                    <a:pt x="351490" y="288479"/>
                  </a:lnTo>
                  <a:lnTo>
                    <a:pt x="351275" y="288255"/>
                  </a:lnTo>
                  <a:lnTo>
                    <a:pt x="351162" y="288286"/>
                  </a:lnTo>
                  <a:lnTo>
                    <a:pt x="351122" y="288707"/>
                  </a:lnTo>
                  <a:lnTo>
                    <a:pt x="351247" y="289103"/>
                  </a:lnTo>
                  <a:lnTo>
                    <a:pt x="351041" y="289508"/>
                  </a:lnTo>
                  <a:lnTo>
                    <a:pt x="351100" y="289693"/>
                  </a:lnTo>
                  <a:lnTo>
                    <a:pt x="351582" y="289784"/>
                  </a:lnTo>
                  <a:lnTo>
                    <a:pt x="351753" y="290066"/>
                  </a:lnTo>
                  <a:lnTo>
                    <a:pt x="351415" y="290498"/>
                  </a:lnTo>
                  <a:lnTo>
                    <a:pt x="351203" y="290399"/>
                  </a:lnTo>
                  <a:lnTo>
                    <a:pt x="350958" y="290379"/>
                  </a:lnTo>
                  <a:lnTo>
                    <a:pt x="350665" y="290377"/>
                  </a:lnTo>
                  <a:lnTo>
                    <a:pt x="350517" y="290482"/>
                  </a:lnTo>
                  <a:lnTo>
                    <a:pt x="350384" y="290560"/>
                  </a:lnTo>
                  <a:lnTo>
                    <a:pt x="349833" y="290699"/>
                  </a:lnTo>
                  <a:lnTo>
                    <a:pt x="349394" y="290760"/>
                  </a:lnTo>
                  <a:lnTo>
                    <a:pt x="349166" y="290816"/>
                  </a:lnTo>
                  <a:lnTo>
                    <a:pt x="349466" y="291000"/>
                  </a:lnTo>
                  <a:lnTo>
                    <a:pt x="349690" y="290961"/>
                  </a:lnTo>
                  <a:lnTo>
                    <a:pt x="349826" y="290905"/>
                  </a:lnTo>
                  <a:lnTo>
                    <a:pt x="350056" y="290834"/>
                  </a:lnTo>
                  <a:lnTo>
                    <a:pt x="350501" y="290899"/>
                  </a:lnTo>
                  <a:lnTo>
                    <a:pt x="350699" y="290931"/>
                  </a:lnTo>
                  <a:lnTo>
                    <a:pt x="351228" y="291476"/>
                  </a:lnTo>
                  <a:lnTo>
                    <a:pt x="351011" y="291726"/>
                  </a:lnTo>
                  <a:lnTo>
                    <a:pt x="350886" y="291962"/>
                  </a:lnTo>
                  <a:lnTo>
                    <a:pt x="350890" y="292159"/>
                  </a:lnTo>
                  <a:lnTo>
                    <a:pt x="350895" y="292328"/>
                  </a:lnTo>
                  <a:lnTo>
                    <a:pt x="350930" y="292489"/>
                  </a:lnTo>
                  <a:lnTo>
                    <a:pt x="351364" y="292913"/>
                  </a:lnTo>
                  <a:lnTo>
                    <a:pt x="350977" y="292823"/>
                  </a:lnTo>
                  <a:lnTo>
                    <a:pt x="350834" y="292807"/>
                  </a:lnTo>
                  <a:lnTo>
                    <a:pt x="350402" y="293027"/>
                  </a:lnTo>
                  <a:lnTo>
                    <a:pt x="350113" y="293409"/>
                  </a:lnTo>
                  <a:lnTo>
                    <a:pt x="349995" y="293602"/>
                  </a:lnTo>
                  <a:lnTo>
                    <a:pt x="349800" y="293973"/>
                  </a:lnTo>
                  <a:lnTo>
                    <a:pt x="349663" y="294312"/>
                  </a:lnTo>
                  <a:lnTo>
                    <a:pt x="349445" y="294489"/>
                  </a:lnTo>
                  <a:lnTo>
                    <a:pt x="349109" y="294237"/>
                  </a:lnTo>
                  <a:lnTo>
                    <a:pt x="348840" y="293816"/>
                  </a:lnTo>
                  <a:lnTo>
                    <a:pt x="348502" y="293647"/>
                  </a:lnTo>
                  <a:lnTo>
                    <a:pt x="348617" y="294191"/>
                  </a:lnTo>
                  <a:lnTo>
                    <a:pt x="348621" y="294372"/>
                  </a:lnTo>
                  <a:lnTo>
                    <a:pt x="348697" y="294629"/>
                  </a:lnTo>
                  <a:lnTo>
                    <a:pt x="349024" y="295129"/>
                  </a:lnTo>
                  <a:lnTo>
                    <a:pt x="348318" y="295828"/>
                  </a:lnTo>
                  <a:lnTo>
                    <a:pt x="348081" y="296210"/>
                  </a:lnTo>
                  <a:lnTo>
                    <a:pt x="347935" y="296527"/>
                  </a:lnTo>
                  <a:lnTo>
                    <a:pt x="347807" y="296919"/>
                  </a:lnTo>
                  <a:lnTo>
                    <a:pt x="347485" y="297435"/>
                  </a:lnTo>
                  <a:lnTo>
                    <a:pt x="347319" y="297613"/>
                  </a:lnTo>
                  <a:lnTo>
                    <a:pt x="346945" y="297752"/>
                  </a:lnTo>
                  <a:lnTo>
                    <a:pt x="346798" y="297575"/>
                  </a:lnTo>
                  <a:lnTo>
                    <a:pt x="346622" y="297385"/>
                  </a:lnTo>
                  <a:lnTo>
                    <a:pt x="346446" y="297950"/>
                  </a:lnTo>
                  <a:lnTo>
                    <a:pt x="346268" y="298228"/>
                  </a:lnTo>
                  <a:lnTo>
                    <a:pt x="346303" y="298908"/>
                  </a:lnTo>
                  <a:lnTo>
                    <a:pt x="346439" y="298985"/>
                  </a:lnTo>
                  <a:lnTo>
                    <a:pt x="346685" y="299334"/>
                  </a:lnTo>
                  <a:lnTo>
                    <a:pt x="346849" y="299658"/>
                  </a:lnTo>
                  <a:lnTo>
                    <a:pt x="346872" y="300026"/>
                  </a:lnTo>
                  <a:lnTo>
                    <a:pt x="346874" y="300633"/>
                  </a:lnTo>
                  <a:lnTo>
                    <a:pt x="346876" y="300941"/>
                  </a:lnTo>
                  <a:lnTo>
                    <a:pt x="346899" y="301331"/>
                  </a:lnTo>
                  <a:lnTo>
                    <a:pt x="346951" y="301587"/>
                  </a:lnTo>
                  <a:lnTo>
                    <a:pt x="347070" y="301986"/>
                  </a:lnTo>
                  <a:lnTo>
                    <a:pt x="347401" y="302442"/>
                  </a:lnTo>
                  <a:lnTo>
                    <a:pt x="347685" y="302501"/>
                  </a:lnTo>
                  <a:lnTo>
                    <a:pt x="347876" y="302338"/>
                  </a:lnTo>
                  <a:lnTo>
                    <a:pt x="348181" y="302253"/>
                  </a:lnTo>
                  <a:lnTo>
                    <a:pt x="348357" y="302534"/>
                  </a:lnTo>
                  <a:lnTo>
                    <a:pt x="348225" y="302692"/>
                  </a:lnTo>
                  <a:lnTo>
                    <a:pt x="348063" y="303474"/>
                  </a:lnTo>
                  <a:lnTo>
                    <a:pt x="348002" y="303709"/>
                  </a:lnTo>
                  <a:lnTo>
                    <a:pt x="347619" y="303875"/>
                  </a:lnTo>
                  <a:lnTo>
                    <a:pt x="347492" y="303839"/>
                  </a:lnTo>
                  <a:lnTo>
                    <a:pt x="347142" y="303626"/>
                  </a:lnTo>
                  <a:lnTo>
                    <a:pt x="347112" y="303424"/>
                  </a:lnTo>
                  <a:lnTo>
                    <a:pt x="347120" y="303042"/>
                  </a:lnTo>
                  <a:lnTo>
                    <a:pt x="346847" y="302922"/>
                  </a:lnTo>
                  <a:lnTo>
                    <a:pt x="346343" y="303009"/>
                  </a:lnTo>
                  <a:lnTo>
                    <a:pt x="346175" y="302886"/>
                  </a:lnTo>
                  <a:lnTo>
                    <a:pt x="346010" y="302520"/>
                  </a:lnTo>
                  <a:lnTo>
                    <a:pt x="345756" y="302240"/>
                  </a:lnTo>
                  <a:lnTo>
                    <a:pt x="345718" y="301652"/>
                  </a:lnTo>
                  <a:lnTo>
                    <a:pt x="345690" y="301444"/>
                  </a:lnTo>
                  <a:lnTo>
                    <a:pt x="345463" y="301318"/>
                  </a:lnTo>
                  <a:lnTo>
                    <a:pt x="345222" y="301185"/>
                  </a:lnTo>
                  <a:lnTo>
                    <a:pt x="345050" y="301112"/>
                  </a:lnTo>
                  <a:lnTo>
                    <a:pt x="344653" y="301044"/>
                  </a:lnTo>
                  <a:lnTo>
                    <a:pt x="344515" y="301103"/>
                  </a:lnTo>
                  <a:lnTo>
                    <a:pt x="344409" y="301326"/>
                  </a:lnTo>
                  <a:lnTo>
                    <a:pt x="344906" y="301525"/>
                  </a:lnTo>
                  <a:lnTo>
                    <a:pt x="345056" y="301502"/>
                  </a:lnTo>
                  <a:lnTo>
                    <a:pt x="345286" y="301959"/>
                  </a:lnTo>
                  <a:lnTo>
                    <a:pt x="345102" y="301951"/>
                  </a:lnTo>
                  <a:lnTo>
                    <a:pt x="344952" y="301970"/>
                  </a:lnTo>
                  <a:lnTo>
                    <a:pt x="344619" y="302082"/>
                  </a:lnTo>
                  <a:lnTo>
                    <a:pt x="344141" y="302155"/>
                  </a:lnTo>
                  <a:lnTo>
                    <a:pt x="343920" y="302255"/>
                  </a:lnTo>
                  <a:lnTo>
                    <a:pt x="343591" y="302439"/>
                  </a:lnTo>
                  <a:lnTo>
                    <a:pt x="343450" y="302541"/>
                  </a:lnTo>
                  <a:lnTo>
                    <a:pt x="343086" y="302834"/>
                  </a:lnTo>
                  <a:lnTo>
                    <a:pt x="342844" y="303057"/>
                  </a:lnTo>
                  <a:lnTo>
                    <a:pt x="342642" y="303251"/>
                  </a:lnTo>
                  <a:lnTo>
                    <a:pt x="342432" y="303491"/>
                  </a:lnTo>
                  <a:lnTo>
                    <a:pt x="341719" y="304494"/>
                  </a:lnTo>
                  <a:lnTo>
                    <a:pt x="341689" y="304784"/>
                  </a:lnTo>
                  <a:lnTo>
                    <a:pt x="341697" y="305022"/>
                  </a:lnTo>
                  <a:lnTo>
                    <a:pt x="341696" y="305235"/>
                  </a:lnTo>
                  <a:lnTo>
                    <a:pt x="341602" y="305401"/>
                  </a:lnTo>
                  <a:lnTo>
                    <a:pt x="341037" y="306360"/>
                  </a:lnTo>
                  <a:lnTo>
                    <a:pt x="340839" y="306428"/>
                  </a:lnTo>
                  <a:lnTo>
                    <a:pt x="340463" y="306388"/>
                  </a:lnTo>
                  <a:lnTo>
                    <a:pt x="340025" y="305452"/>
                  </a:lnTo>
                  <a:lnTo>
                    <a:pt x="339554" y="305402"/>
                  </a:lnTo>
                  <a:lnTo>
                    <a:pt x="339367" y="305446"/>
                  </a:lnTo>
                  <a:lnTo>
                    <a:pt x="339085" y="305382"/>
                  </a:lnTo>
                  <a:lnTo>
                    <a:pt x="339009" y="305121"/>
                  </a:lnTo>
                  <a:lnTo>
                    <a:pt x="339244" y="304560"/>
                  </a:lnTo>
                  <a:lnTo>
                    <a:pt x="339641" y="304406"/>
                  </a:lnTo>
                  <a:lnTo>
                    <a:pt x="339701" y="303774"/>
                  </a:lnTo>
                  <a:lnTo>
                    <a:pt x="339469" y="303567"/>
                  </a:lnTo>
                  <a:lnTo>
                    <a:pt x="339456" y="303904"/>
                  </a:lnTo>
                  <a:lnTo>
                    <a:pt x="339423" y="304295"/>
                  </a:lnTo>
                  <a:lnTo>
                    <a:pt x="339289" y="304280"/>
                  </a:lnTo>
                  <a:lnTo>
                    <a:pt x="338983" y="304364"/>
                  </a:lnTo>
                  <a:lnTo>
                    <a:pt x="338929" y="304730"/>
                  </a:lnTo>
                  <a:lnTo>
                    <a:pt x="338732" y="304864"/>
                  </a:lnTo>
                  <a:lnTo>
                    <a:pt x="338547" y="304972"/>
                  </a:lnTo>
                  <a:lnTo>
                    <a:pt x="338241" y="305088"/>
                  </a:lnTo>
                  <a:lnTo>
                    <a:pt x="337955" y="305260"/>
                  </a:lnTo>
                  <a:lnTo>
                    <a:pt x="337758" y="305398"/>
                  </a:lnTo>
                  <a:lnTo>
                    <a:pt x="337561" y="305561"/>
                  </a:lnTo>
                  <a:lnTo>
                    <a:pt x="337274" y="305824"/>
                  </a:lnTo>
                  <a:lnTo>
                    <a:pt x="336788" y="306370"/>
                  </a:lnTo>
                  <a:lnTo>
                    <a:pt x="336639" y="306558"/>
                  </a:lnTo>
                  <a:lnTo>
                    <a:pt x="336441" y="306832"/>
                  </a:lnTo>
                  <a:lnTo>
                    <a:pt x="336345" y="306990"/>
                  </a:lnTo>
                  <a:lnTo>
                    <a:pt x="336140" y="307372"/>
                  </a:lnTo>
                  <a:lnTo>
                    <a:pt x="336034" y="307595"/>
                  </a:lnTo>
                  <a:lnTo>
                    <a:pt x="335947" y="307803"/>
                  </a:lnTo>
                  <a:lnTo>
                    <a:pt x="335808" y="308174"/>
                  </a:lnTo>
                  <a:lnTo>
                    <a:pt x="335699" y="308583"/>
                  </a:lnTo>
                  <a:lnTo>
                    <a:pt x="335646" y="308839"/>
                  </a:lnTo>
                  <a:lnTo>
                    <a:pt x="335619" y="309061"/>
                  </a:lnTo>
                  <a:lnTo>
                    <a:pt x="335614" y="309275"/>
                  </a:lnTo>
                  <a:lnTo>
                    <a:pt x="335784" y="309733"/>
                  </a:lnTo>
                  <a:lnTo>
                    <a:pt x="336153" y="310070"/>
                  </a:lnTo>
                  <a:lnTo>
                    <a:pt x="336267" y="310217"/>
                  </a:lnTo>
                  <a:lnTo>
                    <a:pt x="336437" y="310339"/>
                  </a:lnTo>
                  <a:lnTo>
                    <a:pt x="336455" y="310727"/>
                  </a:lnTo>
                  <a:lnTo>
                    <a:pt x="336358" y="311027"/>
                  </a:lnTo>
                  <a:lnTo>
                    <a:pt x="336303" y="311263"/>
                  </a:lnTo>
                  <a:lnTo>
                    <a:pt x="336256" y="311547"/>
                  </a:lnTo>
                  <a:lnTo>
                    <a:pt x="336231" y="311781"/>
                  </a:lnTo>
                  <a:lnTo>
                    <a:pt x="336227" y="312202"/>
                  </a:lnTo>
                  <a:lnTo>
                    <a:pt x="336267" y="312439"/>
                  </a:lnTo>
                  <a:lnTo>
                    <a:pt x="336345" y="312599"/>
                  </a:lnTo>
                  <a:lnTo>
                    <a:pt x="336621" y="312950"/>
                  </a:lnTo>
                  <a:lnTo>
                    <a:pt x="336613" y="313219"/>
                  </a:lnTo>
                  <a:lnTo>
                    <a:pt x="336586" y="313483"/>
                  </a:lnTo>
                  <a:lnTo>
                    <a:pt x="336923" y="314091"/>
                  </a:lnTo>
                  <a:lnTo>
                    <a:pt x="337060" y="314231"/>
                  </a:lnTo>
                  <a:lnTo>
                    <a:pt x="336880" y="314419"/>
                  </a:lnTo>
                  <a:lnTo>
                    <a:pt x="336617" y="314612"/>
                  </a:lnTo>
                  <a:lnTo>
                    <a:pt x="336763" y="314994"/>
                  </a:lnTo>
                  <a:lnTo>
                    <a:pt x="336125" y="315382"/>
                  </a:lnTo>
                  <a:lnTo>
                    <a:pt x="336084" y="315221"/>
                  </a:lnTo>
                  <a:lnTo>
                    <a:pt x="335797" y="314903"/>
                  </a:lnTo>
                  <a:lnTo>
                    <a:pt x="335298" y="315106"/>
                  </a:lnTo>
                  <a:lnTo>
                    <a:pt x="335041" y="315369"/>
                  </a:lnTo>
                  <a:lnTo>
                    <a:pt x="334908" y="315563"/>
                  </a:lnTo>
                  <a:lnTo>
                    <a:pt x="334835" y="315693"/>
                  </a:lnTo>
                  <a:lnTo>
                    <a:pt x="334775" y="315862"/>
                  </a:lnTo>
                  <a:lnTo>
                    <a:pt x="334700" y="316117"/>
                  </a:lnTo>
                  <a:lnTo>
                    <a:pt x="334717" y="316720"/>
                  </a:lnTo>
                  <a:lnTo>
                    <a:pt x="334523" y="316989"/>
                  </a:lnTo>
                  <a:lnTo>
                    <a:pt x="334477" y="317124"/>
                  </a:lnTo>
                  <a:lnTo>
                    <a:pt x="334234" y="317636"/>
                  </a:lnTo>
                  <a:lnTo>
                    <a:pt x="334183" y="317870"/>
                  </a:lnTo>
                  <a:lnTo>
                    <a:pt x="334214" y="318300"/>
                  </a:lnTo>
                  <a:lnTo>
                    <a:pt x="333852" y="318567"/>
                  </a:lnTo>
                  <a:lnTo>
                    <a:pt x="333215" y="318419"/>
                  </a:lnTo>
                  <a:lnTo>
                    <a:pt x="333078" y="318323"/>
                  </a:lnTo>
                  <a:lnTo>
                    <a:pt x="332745" y="318123"/>
                  </a:lnTo>
                  <a:lnTo>
                    <a:pt x="332613" y="318116"/>
                  </a:lnTo>
                  <a:lnTo>
                    <a:pt x="332353" y="318151"/>
                  </a:lnTo>
                  <a:lnTo>
                    <a:pt x="332001" y="317993"/>
                  </a:lnTo>
                  <a:lnTo>
                    <a:pt x="331748" y="318065"/>
                  </a:lnTo>
                  <a:lnTo>
                    <a:pt x="331459" y="318251"/>
                  </a:lnTo>
                  <a:lnTo>
                    <a:pt x="331326" y="318399"/>
                  </a:lnTo>
                  <a:lnTo>
                    <a:pt x="331147" y="318428"/>
                  </a:lnTo>
                  <a:lnTo>
                    <a:pt x="330897" y="318461"/>
                  </a:lnTo>
                  <a:lnTo>
                    <a:pt x="330285" y="318722"/>
                  </a:lnTo>
                  <a:lnTo>
                    <a:pt x="329977" y="318559"/>
                  </a:lnTo>
                  <a:lnTo>
                    <a:pt x="329679" y="318582"/>
                  </a:lnTo>
                  <a:lnTo>
                    <a:pt x="329507" y="318668"/>
                  </a:lnTo>
                  <a:lnTo>
                    <a:pt x="329288" y="318829"/>
                  </a:lnTo>
                  <a:lnTo>
                    <a:pt x="328370" y="319096"/>
                  </a:lnTo>
                  <a:lnTo>
                    <a:pt x="327879" y="318904"/>
                  </a:lnTo>
                  <a:lnTo>
                    <a:pt x="327620" y="318780"/>
                  </a:lnTo>
                  <a:lnTo>
                    <a:pt x="327178" y="318655"/>
                  </a:lnTo>
                  <a:lnTo>
                    <a:pt x="326948" y="318526"/>
                  </a:lnTo>
                  <a:lnTo>
                    <a:pt x="326814" y="318474"/>
                  </a:lnTo>
                  <a:lnTo>
                    <a:pt x="326144" y="318230"/>
                  </a:lnTo>
                  <a:lnTo>
                    <a:pt x="325970" y="318075"/>
                  </a:lnTo>
                  <a:lnTo>
                    <a:pt x="325781" y="317692"/>
                  </a:lnTo>
                  <a:lnTo>
                    <a:pt x="325463" y="317303"/>
                  </a:lnTo>
                  <a:lnTo>
                    <a:pt x="325117" y="317301"/>
                  </a:lnTo>
                  <a:lnTo>
                    <a:pt x="324213" y="317451"/>
                  </a:lnTo>
                  <a:lnTo>
                    <a:pt x="323919" y="317537"/>
                  </a:lnTo>
                  <a:lnTo>
                    <a:pt x="323700" y="317619"/>
                  </a:lnTo>
                  <a:lnTo>
                    <a:pt x="323252" y="317807"/>
                  </a:lnTo>
                  <a:lnTo>
                    <a:pt x="322791" y="318059"/>
                  </a:lnTo>
                  <a:lnTo>
                    <a:pt x="322642" y="318151"/>
                  </a:lnTo>
                  <a:lnTo>
                    <a:pt x="322430" y="318304"/>
                  </a:lnTo>
                  <a:lnTo>
                    <a:pt x="322279" y="318429"/>
                  </a:lnTo>
                  <a:lnTo>
                    <a:pt x="322053" y="318594"/>
                  </a:lnTo>
                  <a:lnTo>
                    <a:pt x="321742" y="318822"/>
                  </a:lnTo>
                  <a:lnTo>
                    <a:pt x="321419" y="319073"/>
                  </a:lnTo>
                  <a:lnTo>
                    <a:pt x="321107" y="319316"/>
                  </a:lnTo>
                  <a:lnTo>
                    <a:pt x="320771" y="319606"/>
                  </a:lnTo>
                  <a:lnTo>
                    <a:pt x="320627" y="319742"/>
                  </a:lnTo>
                  <a:lnTo>
                    <a:pt x="320315" y="320096"/>
                  </a:lnTo>
                  <a:lnTo>
                    <a:pt x="320131" y="320340"/>
                  </a:lnTo>
                  <a:lnTo>
                    <a:pt x="319788" y="320686"/>
                  </a:lnTo>
                  <a:lnTo>
                    <a:pt x="319668" y="320819"/>
                  </a:lnTo>
                  <a:lnTo>
                    <a:pt x="318876" y="321824"/>
                  </a:lnTo>
                  <a:lnTo>
                    <a:pt x="318669" y="322046"/>
                  </a:lnTo>
                  <a:lnTo>
                    <a:pt x="318396" y="322418"/>
                  </a:lnTo>
                  <a:lnTo>
                    <a:pt x="317009" y="323601"/>
                  </a:lnTo>
                  <a:lnTo>
                    <a:pt x="316774" y="323883"/>
                  </a:lnTo>
                  <a:lnTo>
                    <a:pt x="316569" y="324018"/>
                  </a:lnTo>
                  <a:lnTo>
                    <a:pt x="316204" y="324017"/>
                  </a:lnTo>
                  <a:lnTo>
                    <a:pt x="315890" y="324076"/>
                  </a:lnTo>
                  <a:lnTo>
                    <a:pt x="315553" y="324286"/>
                  </a:lnTo>
                  <a:lnTo>
                    <a:pt x="315271" y="324482"/>
                  </a:lnTo>
                  <a:lnTo>
                    <a:pt x="314815" y="324962"/>
                  </a:lnTo>
                  <a:lnTo>
                    <a:pt x="314412" y="324530"/>
                  </a:lnTo>
                  <a:lnTo>
                    <a:pt x="314362" y="324046"/>
                  </a:lnTo>
                  <a:lnTo>
                    <a:pt x="314295" y="323837"/>
                  </a:lnTo>
                  <a:lnTo>
                    <a:pt x="313936" y="323449"/>
                  </a:lnTo>
                  <a:lnTo>
                    <a:pt x="313464" y="323362"/>
                  </a:lnTo>
                  <a:lnTo>
                    <a:pt x="313137" y="323332"/>
                  </a:lnTo>
                  <a:lnTo>
                    <a:pt x="312739" y="323338"/>
                  </a:lnTo>
                  <a:lnTo>
                    <a:pt x="312585" y="323350"/>
                  </a:lnTo>
                  <a:lnTo>
                    <a:pt x="312407" y="323373"/>
                  </a:lnTo>
                  <a:lnTo>
                    <a:pt x="312166" y="323410"/>
                  </a:lnTo>
                  <a:lnTo>
                    <a:pt x="311354" y="323707"/>
                  </a:lnTo>
                  <a:lnTo>
                    <a:pt x="311095" y="323844"/>
                  </a:lnTo>
                  <a:lnTo>
                    <a:pt x="310639" y="324179"/>
                  </a:lnTo>
                  <a:lnTo>
                    <a:pt x="310403" y="324281"/>
                  </a:lnTo>
                  <a:lnTo>
                    <a:pt x="310221" y="324211"/>
                  </a:lnTo>
                  <a:lnTo>
                    <a:pt x="310006" y="324138"/>
                  </a:lnTo>
                  <a:lnTo>
                    <a:pt x="309785" y="324260"/>
                  </a:lnTo>
                  <a:lnTo>
                    <a:pt x="309538" y="324411"/>
                  </a:lnTo>
                  <a:lnTo>
                    <a:pt x="309151" y="324770"/>
                  </a:lnTo>
                  <a:lnTo>
                    <a:pt x="309024" y="324900"/>
                  </a:lnTo>
                  <a:lnTo>
                    <a:pt x="308624" y="325389"/>
                  </a:lnTo>
                  <a:lnTo>
                    <a:pt x="308374" y="325738"/>
                  </a:lnTo>
                  <a:lnTo>
                    <a:pt x="308171" y="325905"/>
                  </a:lnTo>
                  <a:lnTo>
                    <a:pt x="307795" y="325720"/>
                  </a:lnTo>
                  <a:lnTo>
                    <a:pt x="307961" y="325451"/>
                  </a:lnTo>
                  <a:lnTo>
                    <a:pt x="308185" y="325232"/>
                  </a:lnTo>
                  <a:lnTo>
                    <a:pt x="307683" y="325471"/>
                  </a:lnTo>
                  <a:lnTo>
                    <a:pt x="307397" y="325452"/>
                  </a:lnTo>
                  <a:lnTo>
                    <a:pt x="307225" y="325482"/>
                  </a:lnTo>
                  <a:lnTo>
                    <a:pt x="307015" y="325541"/>
                  </a:lnTo>
                  <a:lnTo>
                    <a:pt x="306822" y="325630"/>
                  </a:lnTo>
                  <a:lnTo>
                    <a:pt x="306626" y="325736"/>
                  </a:lnTo>
                  <a:lnTo>
                    <a:pt x="306431" y="325864"/>
                  </a:lnTo>
                  <a:lnTo>
                    <a:pt x="306202" y="326040"/>
                  </a:lnTo>
                  <a:lnTo>
                    <a:pt x="305929" y="326295"/>
                  </a:lnTo>
                  <a:lnTo>
                    <a:pt x="305682" y="326470"/>
                  </a:lnTo>
                  <a:lnTo>
                    <a:pt x="305365" y="326195"/>
                  </a:lnTo>
                  <a:lnTo>
                    <a:pt x="305192" y="326065"/>
                  </a:lnTo>
                  <a:lnTo>
                    <a:pt x="304854" y="326052"/>
                  </a:lnTo>
                  <a:lnTo>
                    <a:pt x="304653" y="326130"/>
                  </a:lnTo>
                  <a:lnTo>
                    <a:pt x="304479" y="326227"/>
                  </a:lnTo>
                  <a:lnTo>
                    <a:pt x="304059" y="326529"/>
                  </a:lnTo>
                  <a:lnTo>
                    <a:pt x="303746" y="326764"/>
                  </a:lnTo>
                  <a:lnTo>
                    <a:pt x="303564" y="326920"/>
                  </a:lnTo>
                  <a:lnTo>
                    <a:pt x="303271" y="327212"/>
                  </a:lnTo>
                  <a:lnTo>
                    <a:pt x="303074" y="327429"/>
                  </a:lnTo>
                  <a:lnTo>
                    <a:pt x="302564" y="328102"/>
                  </a:lnTo>
                  <a:lnTo>
                    <a:pt x="302339" y="328389"/>
                  </a:lnTo>
                  <a:lnTo>
                    <a:pt x="301761" y="329111"/>
                  </a:lnTo>
                  <a:lnTo>
                    <a:pt x="301612" y="329184"/>
                  </a:lnTo>
                  <a:lnTo>
                    <a:pt x="301450" y="329077"/>
                  </a:lnTo>
                  <a:lnTo>
                    <a:pt x="301258" y="328984"/>
                  </a:lnTo>
                  <a:lnTo>
                    <a:pt x="301044" y="328860"/>
                  </a:lnTo>
                  <a:lnTo>
                    <a:pt x="300851" y="328627"/>
                  </a:lnTo>
                  <a:lnTo>
                    <a:pt x="300850" y="328051"/>
                  </a:lnTo>
                  <a:lnTo>
                    <a:pt x="300929" y="327886"/>
                  </a:lnTo>
                  <a:lnTo>
                    <a:pt x="300959" y="327557"/>
                  </a:lnTo>
                  <a:lnTo>
                    <a:pt x="300857" y="327181"/>
                  </a:lnTo>
                  <a:lnTo>
                    <a:pt x="301004" y="326495"/>
                  </a:lnTo>
                  <a:lnTo>
                    <a:pt x="300933" y="326211"/>
                  </a:lnTo>
                  <a:lnTo>
                    <a:pt x="300812" y="326060"/>
                  </a:lnTo>
                  <a:lnTo>
                    <a:pt x="300654" y="325799"/>
                  </a:lnTo>
                  <a:lnTo>
                    <a:pt x="300470" y="325049"/>
                  </a:lnTo>
                  <a:lnTo>
                    <a:pt x="301257" y="325316"/>
                  </a:lnTo>
                  <a:lnTo>
                    <a:pt x="301305" y="325471"/>
                  </a:lnTo>
                  <a:lnTo>
                    <a:pt x="301426" y="325687"/>
                  </a:lnTo>
                  <a:lnTo>
                    <a:pt x="301645" y="325502"/>
                  </a:lnTo>
                  <a:lnTo>
                    <a:pt x="301316" y="324959"/>
                  </a:lnTo>
                  <a:lnTo>
                    <a:pt x="301115" y="324925"/>
                  </a:lnTo>
                  <a:lnTo>
                    <a:pt x="300854" y="324704"/>
                  </a:lnTo>
                  <a:lnTo>
                    <a:pt x="300314" y="324744"/>
                  </a:lnTo>
                  <a:lnTo>
                    <a:pt x="299976" y="324534"/>
                  </a:lnTo>
                  <a:lnTo>
                    <a:pt x="299479" y="323891"/>
                  </a:lnTo>
                  <a:lnTo>
                    <a:pt x="298856" y="323592"/>
                  </a:lnTo>
                  <a:lnTo>
                    <a:pt x="298540" y="323469"/>
                  </a:lnTo>
                  <a:lnTo>
                    <a:pt x="298166" y="323376"/>
                  </a:lnTo>
                  <a:lnTo>
                    <a:pt x="297289" y="323251"/>
                  </a:lnTo>
                  <a:lnTo>
                    <a:pt x="296971" y="323243"/>
                  </a:lnTo>
                  <a:lnTo>
                    <a:pt x="296413" y="323270"/>
                  </a:lnTo>
                  <a:lnTo>
                    <a:pt x="296118" y="322803"/>
                  </a:lnTo>
                  <a:lnTo>
                    <a:pt x="296148" y="322374"/>
                  </a:lnTo>
                  <a:lnTo>
                    <a:pt x="295776" y="321928"/>
                  </a:lnTo>
                  <a:lnTo>
                    <a:pt x="295637" y="321889"/>
                  </a:lnTo>
                  <a:lnTo>
                    <a:pt x="295400" y="321853"/>
                  </a:lnTo>
                  <a:lnTo>
                    <a:pt x="295016" y="321845"/>
                  </a:lnTo>
                  <a:lnTo>
                    <a:pt x="294833" y="321855"/>
                  </a:lnTo>
                  <a:lnTo>
                    <a:pt x="294336" y="321910"/>
                  </a:lnTo>
                  <a:lnTo>
                    <a:pt x="294165" y="321928"/>
                  </a:lnTo>
                  <a:lnTo>
                    <a:pt x="293931" y="321984"/>
                  </a:lnTo>
                  <a:lnTo>
                    <a:pt x="293616" y="322073"/>
                  </a:lnTo>
                  <a:lnTo>
                    <a:pt x="293026" y="322283"/>
                  </a:lnTo>
                  <a:lnTo>
                    <a:pt x="292888" y="322343"/>
                  </a:lnTo>
                  <a:lnTo>
                    <a:pt x="292432" y="322548"/>
                  </a:lnTo>
                  <a:lnTo>
                    <a:pt x="291949" y="322520"/>
                  </a:lnTo>
                  <a:lnTo>
                    <a:pt x="291684" y="322605"/>
                  </a:lnTo>
                  <a:lnTo>
                    <a:pt x="291303" y="323253"/>
                  </a:lnTo>
                  <a:lnTo>
                    <a:pt x="291020" y="323418"/>
                  </a:lnTo>
                  <a:lnTo>
                    <a:pt x="290819" y="323583"/>
                  </a:lnTo>
                  <a:lnTo>
                    <a:pt x="290405" y="323949"/>
                  </a:lnTo>
                  <a:lnTo>
                    <a:pt x="290042" y="324341"/>
                  </a:lnTo>
                  <a:lnTo>
                    <a:pt x="289663" y="324816"/>
                  </a:lnTo>
                  <a:lnTo>
                    <a:pt x="289459" y="325090"/>
                  </a:lnTo>
                  <a:lnTo>
                    <a:pt x="289526" y="325536"/>
                  </a:lnTo>
                  <a:lnTo>
                    <a:pt x="289223" y="325997"/>
                  </a:lnTo>
                  <a:lnTo>
                    <a:pt x="289010" y="326218"/>
                  </a:lnTo>
                  <a:lnTo>
                    <a:pt x="288763" y="326350"/>
                  </a:lnTo>
                  <a:lnTo>
                    <a:pt x="288634" y="326609"/>
                  </a:lnTo>
                  <a:lnTo>
                    <a:pt x="288560" y="326911"/>
                  </a:lnTo>
                  <a:lnTo>
                    <a:pt x="288205" y="327128"/>
                  </a:lnTo>
                  <a:lnTo>
                    <a:pt x="287859" y="327681"/>
                  </a:lnTo>
                  <a:lnTo>
                    <a:pt x="288094" y="327675"/>
                  </a:lnTo>
                  <a:lnTo>
                    <a:pt x="288153" y="327813"/>
                  </a:lnTo>
                  <a:lnTo>
                    <a:pt x="288057" y="328146"/>
                  </a:lnTo>
                  <a:lnTo>
                    <a:pt x="287713" y="328572"/>
                  </a:lnTo>
                  <a:lnTo>
                    <a:pt x="287937" y="328982"/>
                  </a:lnTo>
                  <a:lnTo>
                    <a:pt x="288185" y="329437"/>
                  </a:lnTo>
                  <a:lnTo>
                    <a:pt x="288273" y="329773"/>
                  </a:lnTo>
                  <a:lnTo>
                    <a:pt x="288388" y="330175"/>
                  </a:lnTo>
                  <a:lnTo>
                    <a:pt x="288504" y="330378"/>
                  </a:lnTo>
                  <a:lnTo>
                    <a:pt x="288780" y="330633"/>
                  </a:lnTo>
                  <a:lnTo>
                    <a:pt x="288944" y="330488"/>
                  </a:lnTo>
                  <a:lnTo>
                    <a:pt x="289228" y="329974"/>
                  </a:lnTo>
                  <a:lnTo>
                    <a:pt x="289329" y="329788"/>
                  </a:lnTo>
                  <a:lnTo>
                    <a:pt x="289488" y="329079"/>
                  </a:lnTo>
                  <a:lnTo>
                    <a:pt x="289237" y="328921"/>
                  </a:lnTo>
                  <a:lnTo>
                    <a:pt x="289292" y="328776"/>
                  </a:lnTo>
                  <a:lnTo>
                    <a:pt x="289593" y="328591"/>
                  </a:lnTo>
                  <a:lnTo>
                    <a:pt x="289752" y="328667"/>
                  </a:lnTo>
                  <a:lnTo>
                    <a:pt x="290212" y="328975"/>
                  </a:lnTo>
                  <a:lnTo>
                    <a:pt x="290790" y="328944"/>
                  </a:lnTo>
                  <a:lnTo>
                    <a:pt x="290961" y="328762"/>
                  </a:lnTo>
                  <a:lnTo>
                    <a:pt x="291382" y="328713"/>
                  </a:lnTo>
                  <a:lnTo>
                    <a:pt x="291253" y="329517"/>
                  </a:lnTo>
                  <a:lnTo>
                    <a:pt x="290641" y="329676"/>
                  </a:lnTo>
                  <a:lnTo>
                    <a:pt x="290431" y="329904"/>
                  </a:lnTo>
                  <a:lnTo>
                    <a:pt x="290068" y="330267"/>
                  </a:lnTo>
                  <a:lnTo>
                    <a:pt x="289909" y="330506"/>
                  </a:lnTo>
                  <a:lnTo>
                    <a:pt x="289724" y="330785"/>
                  </a:lnTo>
                  <a:lnTo>
                    <a:pt x="289629" y="330928"/>
                  </a:lnTo>
                  <a:lnTo>
                    <a:pt x="289517" y="331173"/>
                  </a:lnTo>
                  <a:lnTo>
                    <a:pt x="289461" y="331351"/>
                  </a:lnTo>
                  <a:lnTo>
                    <a:pt x="289407" y="331600"/>
                  </a:lnTo>
                  <a:lnTo>
                    <a:pt x="289389" y="331731"/>
                  </a:lnTo>
                  <a:lnTo>
                    <a:pt x="289474" y="332224"/>
                  </a:lnTo>
                  <a:lnTo>
                    <a:pt x="289808" y="332506"/>
                  </a:lnTo>
                  <a:lnTo>
                    <a:pt x="290040" y="332664"/>
                  </a:lnTo>
                  <a:lnTo>
                    <a:pt x="289835" y="333279"/>
                  </a:lnTo>
                  <a:lnTo>
                    <a:pt x="290038" y="333615"/>
                  </a:lnTo>
                  <a:lnTo>
                    <a:pt x="289848" y="333746"/>
                  </a:lnTo>
                  <a:lnTo>
                    <a:pt x="289630" y="333549"/>
                  </a:lnTo>
                  <a:lnTo>
                    <a:pt x="289496" y="333414"/>
                  </a:lnTo>
                  <a:lnTo>
                    <a:pt x="289214" y="332952"/>
                  </a:lnTo>
                  <a:lnTo>
                    <a:pt x="288893" y="332901"/>
                  </a:lnTo>
                  <a:lnTo>
                    <a:pt x="288762" y="332907"/>
                  </a:lnTo>
                  <a:lnTo>
                    <a:pt x="288414" y="333041"/>
                  </a:lnTo>
                  <a:lnTo>
                    <a:pt x="287855" y="332783"/>
                  </a:lnTo>
                  <a:lnTo>
                    <a:pt x="287714" y="332742"/>
                  </a:lnTo>
                  <a:lnTo>
                    <a:pt x="287490" y="332513"/>
                  </a:lnTo>
                  <a:lnTo>
                    <a:pt x="287234" y="332090"/>
                  </a:lnTo>
                  <a:lnTo>
                    <a:pt x="286891" y="332081"/>
                  </a:lnTo>
                  <a:lnTo>
                    <a:pt x="286623" y="332134"/>
                  </a:lnTo>
                  <a:lnTo>
                    <a:pt x="286211" y="332023"/>
                  </a:lnTo>
                  <a:lnTo>
                    <a:pt x="285999" y="331830"/>
                  </a:lnTo>
                  <a:lnTo>
                    <a:pt x="285645" y="331584"/>
                  </a:lnTo>
                  <a:lnTo>
                    <a:pt x="285449" y="331415"/>
                  </a:lnTo>
                  <a:lnTo>
                    <a:pt x="285181" y="331196"/>
                  </a:lnTo>
                  <a:lnTo>
                    <a:pt x="284778" y="331218"/>
                  </a:lnTo>
                  <a:lnTo>
                    <a:pt x="284417" y="331299"/>
                  </a:lnTo>
                  <a:lnTo>
                    <a:pt x="284176" y="331364"/>
                  </a:lnTo>
                  <a:lnTo>
                    <a:pt x="283867" y="331368"/>
                  </a:lnTo>
                  <a:lnTo>
                    <a:pt x="283699" y="331301"/>
                  </a:lnTo>
                  <a:lnTo>
                    <a:pt x="283360" y="331511"/>
                  </a:lnTo>
                  <a:lnTo>
                    <a:pt x="283162" y="331729"/>
                  </a:lnTo>
                  <a:lnTo>
                    <a:pt x="282955" y="331977"/>
                  </a:lnTo>
                  <a:lnTo>
                    <a:pt x="282646" y="331946"/>
                  </a:lnTo>
                  <a:lnTo>
                    <a:pt x="282244" y="331864"/>
                  </a:lnTo>
                  <a:lnTo>
                    <a:pt x="281991" y="331837"/>
                  </a:lnTo>
                  <a:lnTo>
                    <a:pt x="281613" y="331851"/>
                  </a:lnTo>
                  <a:lnTo>
                    <a:pt x="280976" y="331881"/>
                  </a:lnTo>
                  <a:lnTo>
                    <a:pt x="280806" y="331456"/>
                  </a:lnTo>
                  <a:lnTo>
                    <a:pt x="280168" y="331223"/>
                  </a:lnTo>
                  <a:lnTo>
                    <a:pt x="279628" y="330754"/>
                  </a:lnTo>
                  <a:lnTo>
                    <a:pt x="279514" y="330605"/>
                  </a:lnTo>
                  <a:lnTo>
                    <a:pt x="279403" y="330447"/>
                  </a:lnTo>
                  <a:lnTo>
                    <a:pt x="279287" y="330048"/>
                  </a:lnTo>
                  <a:lnTo>
                    <a:pt x="279199" y="329914"/>
                  </a:lnTo>
                  <a:lnTo>
                    <a:pt x="279074" y="329553"/>
                  </a:lnTo>
                  <a:lnTo>
                    <a:pt x="279523" y="329050"/>
                  </a:lnTo>
                  <a:lnTo>
                    <a:pt x="279521" y="328663"/>
                  </a:lnTo>
                  <a:lnTo>
                    <a:pt x="279905" y="328386"/>
                  </a:lnTo>
                  <a:lnTo>
                    <a:pt x="280068" y="328489"/>
                  </a:lnTo>
                  <a:lnTo>
                    <a:pt x="280512" y="328615"/>
                  </a:lnTo>
                  <a:lnTo>
                    <a:pt x="280869" y="328642"/>
                  </a:lnTo>
                  <a:lnTo>
                    <a:pt x="281084" y="328683"/>
                  </a:lnTo>
                  <a:lnTo>
                    <a:pt x="281274" y="328756"/>
                  </a:lnTo>
                  <a:lnTo>
                    <a:pt x="281819" y="328842"/>
                  </a:lnTo>
                  <a:lnTo>
                    <a:pt x="282149" y="328763"/>
                  </a:lnTo>
                  <a:lnTo>
                    <a:pt x="282486" y="328542"/>
                  </a:lnTo>
                  <a:lnTo>
                    <a:pt x="282725" y="328307"/>
                  </a:lnTo>
                  <a:lnTo>
                    <a:pt x="282981" y="328281"/>
                  </a:lnTo>
                  <a:lnTo>
                    <a:pt x="283323" y="328101"/>
                  </a:lnTo>
                  <a:lnTo>
                    <a:pt x="283174" y="327831"/>
                  </a:lnTo>
                  <a:lnTo>
                    <a:pt x="282984" y="327482"/>
                  </a:lnTo>
                  <a:lnTo>
                    <a:pt x="282902" y="327310"/>
                  </a:lnTo>
                  <a:lnTo>
                    <a:pt x="282698" y="326887"/>
                  </a:lnTo>
                  <a:lnTo>
                    <a:pt x="282442" y="326625"/>
                  </a:lnTo>
                  <a:lnTo>
                    <a:pt x="282256" y="326581"/>
                  </a:lnTo>
                  <a:lnTo>
                    <a:pt x="281637" y="326658"/>
                  </a:lnTo>
                  <a:lnTo>
                    <a:pt x="281347" y="326916"/>
                  </a:lnTo>
                  <a:lnTo>
                    <a:pt x="281245" y="327094"/>
                  </a:lnTo>
                  <a:lnTo>
                    <a:pt x="280854" y="327240"/>
                  </a:lnTo>
                  <a:lnTo>
                    <a:pt x="280644" y="327198"/>
                  </a:lnTo>
                  <a:lnTo>
                    <a:pt x="280460" y="327254"/>
                  </a:lnTo>
                  <a:lnTo>
                    <a:pt x="280424" y="327519"/>
                  </a:lnTo>
                  <a:lnTo>
                    <a:pt x="280435" y="327931"/>
                  </a:lnTo>
                  <a:lnTo>
                    <a:pt x="280035" y="328004"/>
                  </a:lnTo>
                  <a:lnTo>
                    <a:pt x="279577" y="327403"/>
                  </a:lnTo>
                  <a:lnTo>
                    <a:pt x="279395" y="327172"/>
                  </a:lnTo>
                  <a:lnTo>
                    <a:pt x="278976" y="326833"/>
                  </a:lnTo>
                  <a:lnTo>
                    <a:pt x="278165" y="326441"/>
                  </a:lnTo>
                  <a:lnTo>
                    <a:pt x="277815" y="326358"/>
                  </a:lnTo>
                  <a:lnTo>
                    <a:pt x="277649" y="326341"/>
                  </a:lnTo>
                  <a:lnTo>
                    <a:pt x="277249" y="326320"/>
                  </a:lnTo>
                  <a:lnTo>
                    <a:pt x="276962" y="326329"/>
                  </a:lnTo>
                  <a:lnTo>
                    <a:pt x="276421" y="326367"/>
                  </a:lnTo>
                  <a:lnTo>
                    <a:pt x="275806" y="326448"/>
                  </a:lnTo>
                  <a:lnTo>
                    <a:pt x="275495" y="326581"/>
                  </a:lnTo>
                  <a:lnTo>
                    <a:pt x="275130" y="326697"/>
                  </a:lnTo>
                  <a:lnTo>
                    <a:pt x="274867" y="326711"/>
                  </a:lnTo>
                  <a:lnTo>
                    <a:pt x="274497" y="326709"/>
                  </a:lnTo>
                  <a:lnTo>
                    <a:pt x="274308" y="326727"/>
                  </a:lnTo>
                  <a:lnTo>
                    <a:pt x="274069" y="326791"/>
                  </a:lnTo>
                  <a:lnTo>
                    <a:pt x="273890" y="327030"/>
                  </a:lnTo>
                  <a:lnTo>
                    <a:pt x="274218" y="326386"/>
                  </a:lnTo>
                  <a:lnTo>
                    <a:pt x="274047" y="325795"/>
                  </a:lnTo>
                  <a:lnTo>
                    <a:pt x="274500" y="325554"/>
                  </a:lnTo>
                  <a:lnTo>
                    <a:pt x="274846" y="325220"/>
                  </a:lnTo>
                  <a:lnTo>
                    <a:pt x="275579" y="324939"/>
                  </a:lnTo>
                  <a:lnTo>
                    <a:pt x="275819" y="324434"/>
                  </a:lnTo>
                  <a:lnTo>
                    <a:pt x="276455" y="324405"/>
                  </a:lnTo>
                  <a:lnTo>
                    <a:pt x="276476" y="323948"/>
                  </a:lnTo>
                  <a:lnTo>
                    <a:pt x="276583" y="323151"/>
                  </a:lnTo>
                  <a:lnTo>
                    <a:pt x="277001" y="323175"/>
                  </a:lnTo>
                  <a:lnTo>
                    <a:pt x="277424" y="322862"/>
                  </a:lnTo>
                  <a:lnTo>
                    <a:pt x="277766" y="322701"/>
                  </a:lnTo>
                  <a:lnTo>
                    <a:pt x="278018" y="322263"/>
                  </a:lnTo>
                  <a:lnTo>
                    <a:pt x="278026" y="321450"/>
                  </a:lnTo>
                  <a:lnTo>
                    <a:pt x="278020" y="321135"/>
                  </a:lnTo>
                  <a:lnTo>
                    <a:pt x="278015" y="320997"/>
                  </a:lnTo>
                  <a:lnTo>
                    <a:pt x="277963" y="320794"/>
                  </a:lnTo>
                  <a:lnTo>
                    <a:pt x="278348" y="320276"/>
                  </a:lnTo>
                  <a:lnTo>
                    <a:pt x="278365" y="319792"/>
                  </a:lnTo>
                  <a:lnTo>
                    <a:pt x="278361" y="319926"/>
                  </a:lnTo>
                  <a:lnTo>
                    <a:pt x="278178" y="320340"/>
                  </a:lnTo>
                  <a:lnTo>
                    <a:pt x="277446" y="320416"/>
                  </a:lnTo>
                  <a:lnTo>
                    <a:pt x="277723" y="320775"/>
                  </a:lnTo>
                  <a:lnTo>
                    <a:pt x="277807" y="321196"/>
                  </a:lnTo>
                  <a:lnTo>
                    <a:pt x="277788" y="321681"/>
                  </a:lnTo>
                  <a:lnTo>
                    <a:pt x="277624" y="322205"/>
                  </a:lnTo>
                  <a:lnTo>
                    <a:pt x="277313" y="322390"/>
                  </a:lnTo>
                  <a:lnTo>
                    <a:pt x="276755" y="322578"/>
                  </a:lnTo>
                  <a:lnTo>
                    <a:pt x="276547" y="322720"/>
                  </a:lnTo>
                  <a:lnTo>
                    <a:pt x="276333" y="322905"/>
                  </a:lnTo>
                  <a:lnTo>
                    <a:pt x="276183" y="323583"/>
                  </a:lnTo>
                  <a:lnTo>
                    <a:pt x="276067" y="323841"/>
                  </a:lnTo>
                  <a:lnTo>
                    <a:pt x="275731" y="323968"/>
                  </a:lnTo>
                  <a:lnTo>
                    <a:pt x="275581" y="324190"/>
                  </a:lnTo>
                  <a:lnTo>
                    <a:pt x="275411" y="324430"/>
                  </a:lnTo>
                  <a:lnTo>
                    <a:pt x="275318" y="324581"/>
                  </a:lnTo>
                  <a:lnTo>
                    <a:pt x="275120" y="324802"/>
                  </a:lnTo>
                  <a:lnTo>
                    <a:pt x="274729" y="324596"/>
                  </a:lnTo>
                  <a:lnTo>
                    <a:pt x="274229" y="324377"/>
                  </a:lnTo>
                  <a:lnTo>
                    <a:pt x="273934" y="324290"/>
                  </a:lnTo>
                  <a:lnTo>
                    <a:pt x="273569" y="324216"/>
                  </a:lnTo>
                  <a:lnTo>
                    <a:pt x="272573" y="324216"/>
                  </a:lnTo>
                  <a:lnTo>
                    <a:pt x="272058" y="324360"/>
                  </a:lnTo>
                  <a:lnTo>
                    <a:pt x="271789" y="324473"/>
                  </a:lnTo>
                  <a:lnTo>
                    <a:pt x="271391" y="324704"/>
                  </a:lnTo>
                  <a:lnTo>
                    <a:pt x="271161" y="325105"/>
                  </a:lnTo>
                  <a:lnTo>
                    <a:pt x="271167" y="325262"/>
                  </a:lnTo>
                  <a:lnTo>
                    <a:pt x="270827" y="325594"/>
                  </a:lnTo>
                  <a:lnTo>
                    <a:pt x="270783" y="325781"/>
                  </a:lnTo>
                  <a:lnTo>
                    <a:pt x="270894" y="325991"/>
                  </a:lnTo>
                  <a:lnTo>
                    <a:pt x="271017" y="326213"/>
                  </a:lnTo>
                  <a:lnTo>
                    <a:pt x="271480" y="326350"/>
                  </a:lnTo>
                  <a:lnTo>
                    <a:pt x="271677" y="326302"/>
                  </a:lnTo>
                  <a:lnTo>
                    <a:pt x="271897" y="326600"/>
                  </a:lnTo>
                  <a:lnTo>
                    <a:pt x="271955" y="326890"/>
                  </a:lnTo>
                  <a:lnTo>
                    <a:pt x="271710" y="327130"/>
                  </a:lnTo>
                  <a:lnTo>
                    <a:pt x="271473" y="327187"/>
                  </a:lnTo>
                  <a:lnTo>
                    <a:pt x="271266" y="326833"/>
                  </a:lnTo>
                  <a:lnTo>
                    <a:pt x="270883" y="326642"/>
                  </a:lnTo>
                  <a:lnTo>
                    <a:pt x="270745" y="326656"/>
                  </a:lnTo>
                  <a:lnTo>
                    <a:pt x="270573" y="326547"/>
                  </a:lnTo>
                  <a:lnTo>
                    <a:pt x="270276" y="326179"/>
                  </a:lnTo>
                  <a:lnTo>
                    <a:pt x="270585" y="325546"/>
                  </a:lnTo>
                  <a:lnTo>
                    <a:pt x="270251" y="325380"/>
                  </a:lnTo>
                  <a:lnTo>
                    <a:pt x="270019" y="325306"/>
                  </a:lnTo>
                  <a:lnTo>
                    <a:pt x="269798" y="325294"/>
                  </a:lnTo>
                  <a:lnTo>
                    <a:pt x="269643" y="325302"/>
                  </a:lnTo>
                  <a:lnTo>
                    <a:pt x="269402" y="325346"/>
                  </a:lnTo>
                  <a:lnTo>
                    <a:pt x="269022" y="325415"/>
                  </a:lnTo>
                  <a:lnTo>
                    <a:pt x="268822" y="325465"/>
                  </a:lnTo>
                  <a:lnTo>
                    <a:pt x="268475" y="325585"/>
                  </a:lnTo>
                  <a:lnTo>
                    <a:pt x="268128" y="325814"/>
                  </a:lnTo>
                  <a:lnTo>
                    <a:pt x="267735" y="326072"/>
                  </a:lnTo>
                  <a:lnTo>
                    <a:pt x="267497" y="326089"/>
                  </a:lnTo>
                  <a:lnTo>
                    <a:pt x="267364" y="326075"/>
                  </a:lnTo>
                  <a:lnTo>
                    <a:pt x="267016" y="326077"/>
                  </a:lnTo>
                  <a:lnTo>
                    <a:pt x="266857" y="326086"/>
                  </a:lnTo>
                  <a:lnTo>
                    <a:pt x="266656" y="326120"/>
                  </a:lnTo>
                  <a:lnTo>
                    <a:pt x="266340" y="326225"/>
                  </a:lnTo>
                  <a:lnTo>
                    <a:pt x="265904" y="326420"/>
                  </a:lnTo>
                  <a:lnTo>
                    <a:pt x="265534" y="326513"/>
                  </a:lnTo>
                  <a:lnTo>
                    <a:pt x="265085" y="326811"/>
                  </a:lnTo>
                  <a:lnTo>
                    <a:pt x="265010" y="327347"/>
                  </a:lnTo>
                  <a:lnTo>
                    <a:pt x="265049" y="327737"/>
                  </a:lnTo>
                  <a:lnTo>
                    <a:pt x="265014" y="328021"/>
                  </a:lnTo>
                  <a:lnTo>
                    <a:pt x="265045" y="328308"/>
                  </a:lnTo>
                  <a:lnTo>
                    <a:pt x="265113" y="328593"/>
                  </a:lnTo>
                  <a:lnTo>
                    <a:pt x="264753" y="328711"/>
                  </a:lnTo>
                  <a:lnTo>
                    <a:pt x="264288" y="328785"/>
                  </a:lnTo>
                  <a:lnTo>
                    <a:pt x="264124" y="328936"/>
                  </a:lnTo>
                  <a:lnTo>
                    <a:pt x="263929" y="329141"/>
                  </a:lnTo>
                  <a:lnTo>
                    <a:pt x="263822" y="329301"/>
                  </a:lnTo>
                  <a:lnTo>
                    <a:pt x="263728" y="329646"/>
                  </a:lnTo>
                  <a:lnTo>
                    <a:pt x="263817" y="329948"/>
                  </a:lnTo>
                  <a:lnTo>
                    <a:pt x="264044" y="330036"/>
                  </a:lnTo>
                  <a:lnTo>
                    <a:pt x="264387" y="330192"/>
                  </a:lnTo>
                  <a:lnTo>
                    <a:pt x="264333" y="330729"/>
                  </a:lnTo>
                  <a:lnTo>
                    <a:pt x="264236" y="331050"/>
                  </a:lnTo>
                  <a:lnTo>
                    <a:pt x="263921" y="331072"/>
                  </a:lnTo>
                  <a:lnTo>
                    <a:pt x="263652" y="331085"/>
                  </a:lnTo>
                  <a:lnTo>
                    <a:pt x="263044" y="331172"/>
                  </a:lnTo>
                  <a:lnTo>
                    <a:pt x="262834" y="331346"/>
                  </a:lnTo>
                  <a:lnTo>
                    <a:pt x="262289" y="331875"/>
                  </a:lnTo>
                  <a:lnTo>
                    <a:pt x="261835" y="331857"/>
                  </a:lnTo>
                  <a:lnTo>
                    <a:pt x="261726" y="331629"/>
                  </a:lnTo>
                  <a:lnTo>
                    <a:pt x="261157" y="331564"/>
                  </a:lnTo>
                  <a:lnTo>
                    <a:pt x="260971" y="331550"/>
                  </a:lnTo>
                  <a:lnTo>
                    <a:pt x="260644" y="330978"/>
                  </a:lnTo>
                  <a:lnTo>
                    <a:pt x="260614" y="330751"/>
                  </a:lnTo>
                  <a:lnTo>
                    <a:pt x="260624" y="330309"/>
                  </a:lnTo>
                  <a:lnTo>
                    <a:pt x="260709" y="329995"/>
                  </a:lnTo>
                  <a:lnTo>
                    <a:pt x="260791" y="329755"/>
                  </a:lnTo>
                  <a:lnTo>
                    <a:pt x="260606" y="329165"/>
                  </a:lnTo>
                  <a:lnTo>
                    <a:pt x="259793" y="328590"/>
                  </a:lnTo>
                  <a:lnTo>
                    <a:pt x="259216" y="328686"/>
                  </a:lnTo>
                  <a:lnTo>
                    <a:pt x="259085" y="328707"/>
                  </a:lnTo>
                  <a:lnTo>
                    <a:pt x="258436" y="328758"/>
                  </a:lnTo>
                  <a:lnTo>
                    <a:pt x="258194" y="328600"/>
                  </a:lnTo>
                  <a:lnTo>
                    <a:pt x="257881" y="328371"/>
                  </a:lnTo>
                  <a:lnTo>
                    <a:pt x="257578" y="327961"/>
                  </a:lnTo>
                  <a:lnTo>
                    <a:pt x="257304" y="327865"/>
                  </a:lnTo>
                  <a:lnTo>
                    <a:pt x="257120" y="328183"/>
                  </a:lnTo>
                  <a:lnTo>
                    <a:pt x="256711" y="328243"/>
                  </a:lnTo>
                  <a:lnTo>
                    <a:pt x="257016" y="328584"/>
                  </a:lnTo>
                  <a:lnTo>
                    <a:pt x="257262" y="328797"/>
                  </a:lnTo>
                  <a:lnTo>
                    <a:pt x="257559" y="329124"/>
                  </a:lnTo>
                  <a:lnTo>
                    <a:pt x="257528" y="329378"/>
                  </a:lnTo>
                  <a:lnTo>
                    <a:pt x="257340" y="329617"/>
                  </a:lnTo>
                  <a:lnTo>
                    <a:pt x="257233" y="329887"/>
                  </a:lnTo>
                  <a:lnTo>
                    <a:pt x="257747" y="329957"/>
                  </a:lnTo>
                  <a:lnTo>
                    <a:pt x="257897" y="330123"/>
                  </a:lnTo>
                  <a:lnTo>
                    <a:pt x="258017" y="330332"/>
                  </a:lnTo>
                  <a:lnTo>
                    <a:pt x="258351" y="330398"/>
                  </a:lnTo>
                  <a:lnTo>
                    <a:pt x="258593" y="330347"/>
                  </a:lnTo>
                  <a:lnTo>
                    <a:pt x="258804" y="330196"/>
                  </a:lnTo>
                  <a:lnTo>
                    <a:pt x="259274" y="330353"/>
                  </a:lnTo>
                  <a:lnTo>
                    <a:pt x="259477" y="330573"/>
                  </a:lnTo>
                  <a:lnTo>
                    <a:pt x="259868" y="330731"/>
                  </a:lnTo>
                  <a:lnTo>
                    <a:pt x="260190" y="330975"/>
                  </a:lnTo>
                  <a:lnTo>
                    <a:pt x="260663" y="331309"/>
                  </a:lnTo>
                  <a:lnTo>
                    <a:pt x="260798" y="331655"/>
                  </a:lnTo>
                  <a:lnTo>
                    <a:pt x="261071" y="331747"/>
                  </a:lnTo>
                  <a:lnTo>
                    <a:pt x="261222" y="331730"/>
                  </a:lnTo>
                  <a:lnTo>
                    <a:pt x="261351" y="331768"/>
                  </a:lnTo>
                  <a:lnTo>
                    <a:pt x="261331" y="332096"/>
                  </a:lnTo>
                  <a:lnTo>
                    <a:pt x="261418" y="332300"/>
                  </a:lnTo>
                  <a:lnTo>
                    <a:pt x="261494" y="332543"/>
                  </a:lnTo>
                  <a:lnTo>
                    <a:pt x="261237" y="332718"/>
                  </a:lnTo>
                  <a:lnTo>
                    <a:pt x="260846" y="333004"/>
                  </a:lnTo>
                  <a:lnTo>
                    <a:pt x="260100" y="333672"/>
                  </a:lnTo>
                  <a:lnTo>
                    <a:pt x="259908" y="333910"/>
                  </a:lnTo>
                  <a:lnTo>
                    <a:pt x="259488" y="334432"/>
                  </a:lnTo>
                  <a:lnTo>
                    <a:pt x="259359" y="334650"/>
                  </a:lnTo>
                  <a:lnTo>
                    <a:pt x="259244" y="334875"/>
                  </a:lnTo>
                  <a:lnTo>
                    <a:pt x="259094" y="335192"/>
                  </a:lnTo>
                  <a:lnTo>
                    <a:pt x="258944" y="335471"/>
                  </a:lnTo>
                  <a:lnTo>
                    <a:pt x="258854" y="335606"/>
                  </a:lnTo>
                  <a:lnTo>
                    <a:pt x="258697" y="335892"/>
                  </a:lnTo>
                  <a:lnTo>
                    <a:pt x="258505" y="336264"/>
                  </a:lnTo>
                  <a:lnTo>
                    <a:pt x="258454" y="336398"/>
                  </a:lnTo>
                  <a:lnTo>
                    <a:pt x="258361" y="336708"/>
                  </a:lnTo>
                  <a:lnTo>
                    <a:pt x="258309" y="336968"/>
                  </a:lnTo>
                  <a:lnTo>
                    <a:pt x="258255" y="337295"/>
                  </a:lnTo>
                  <a:lnTo>
                    <a:pt x="258239" y="337543"/>
                  </a:lnTo>
                  <a:lnTo>
                    <a:pt x="258365" y="338107"/>
                  </a:lnTo>
                  <a:lnTo>
                    <a:pt x="258811" y="338280"/>
                  </a:lnTo>
                  <a:lnTo>
                    <a:pt x="259082" y="338841"/>
                  </a:lnTo>
                  <a:lnTo>
                    <a:pt x="258886" y="339129"/>
                  </a:lnTo>
                  <a:lnTo>
                    <a:pt x="258591" y="339346"/>
                  </a:lnTo>
                  <a:lnTo>
                    <a:pt x="258454" y="339376"/>
                  </a:lnTo>
                  <a:lnTo>
                    <a:pt x="258233" y="339282"/>
                  </a:lnTo>
                  <a:lnTo>
                    <a:pt x="257886" y="339211"/>
                  </a:lnTo>
                  <a:lnTo>
                    <a:pt x="257669" y="339365"/>
                  </a:lnTo>
                  <a:lnTo>
                    <a:pt x="257347" y="339641"/>
                  </a:lnTo>
                  <a:lnTo>
                    <a:pt x="257563" y="339154"/>
                  </a:lnTo>
                  <a:lnTo>
                    <a:pt x="257771" y="338791"/>
                  </a:lnTo>
                  <a:lnTo>
                    <a:pt x="257733" y="338646"/>
                  </a:lnTo>
                  <a:lnTo>
                    <a:pt x="257734" y="338183"/>
                  </a:lnTo>
                  <a:lnTo>
                    <a:pt x="257881" y="337925"/>
                  </a:lnTo>
                  <a:lnTo>
                    <a:pt x="257804" y="337694"/>
                  </a:lnTo>
                  <a:lnTo>
                    <a:pt x="257739" y="337544"/>
                  </a:lnTo>
                  <a:lnTo>
                    <a:pt x="257396" y="337156"/>
                  </a:lnTo>
                  <a:lnTo>
                    <a:pt x="257061" y="336941"/>
                  </a:lnTo>
                  <a:lnTo>
                    <a:pt x="256913" y="336874"/>
                  </a:lnTo>
                  <a:lnTo>
                    <a:pt x="256582" y="336747"/>
                  </a:lnTo>
                  <a:lnTo>
                    <a:pt x="256397" y="336692"/>
                  </a:lnTo>
                  <a:lnTo>
                    <a:pt x="256264" y="336664"/>
                  </a:lnTo>
                  <a:lnTo>
                    <a:pt x="255884" y="336624"/>
                  </a:lnTo>
                  <a:lnTo>
                    <a:pt x="255603" y="336620"/>
                  </a:lnTo>
                  <a:lnTo>
                    <a:pt x="255413" y="336617"/>
                  </a:lnTo>
                  <a:lnTo>
                    <a:pt x="254904" y="336679"/>
                  </a:lnTo>
                  <a:lnTo>
                    <a:pt x="254774" y="336703"/>
                  </a:lnTo>
                  <a:lnTo>
                    <a:pt x="254576" y="337033"/>
                  </a:lnTo>
                  <a:lnTo>
                    <a:pt x="254334" y="336977"/>
                  </a:lnTo>
                  <a:lnTo>
                    <a:pt x="254012" y="337105"/>
                  </a:lnTo>
                  <a:lnTo>
                    <a:pt x="253579" y="337182"/>
                  </a:lnTo>
                  <a:lnTo>
                    <a:pt x="253493" y="337036"/>
                  </a:lnTo>
                  <a:lnTo>
                    <a:pt x="253365" y="336854"/>
                  </a:lnTo>
                  <a:lnTo>
                    <a:pt x="252951" y="336780"/>
                  </a:lnTo>
                  <a:lnTo>
                    <a:pt x="252557" y="336876"/>
                  </a:lnTo>
                  <a:lnTo>
                    <a:pt x="252279" y="336983"/>
                  </a:lnTo>
                  <a:lnTo>
                    <a:pt x="251804" y="337110"/>
                  </a:lnTo>
                  <a:lnTo>
                    <a:pt x="251254" y="337163"/>
                  </a:lnTo>
                  <a:lnTo>
                    <a:pt x="251183" y="336829"/>
                  </a:lnTo>
                  <a:lnTo>
                    <a:pt x="250847" y="336717"/>
                  </a:lnTo>
                  <a:lnTo>
                    <a:pt x="250511" y="336480"/>
                  </a:lnTo>
                  <a:lnTo>
                    <a:pt x="250505" y="336238"/>
                  </a:lnTo>
                  <a:lnTo>
                    <a:pt x="250743" y="335984"/>
                  </a:lnTo>
                  <a:lnTo>
                    <a:pt x="250807" y="335752"/>
                  </a:lnTo>
                  <a:lnTo>
                    <a:pt x="250825" y="335445"/>
                  </a:lnTo>
                  <a:lnTo>
                    <a:pt x="250816" y="335204"/>
                  </a:lnTo>
                  <a:lnTo>
                    <a:pt x="250995" y="334616"/>
                  </a:lnTo>
                  <a:lnTo>
                    <a:pt x="250734" y="334267"/>
                  </a:lnTo>
                  <a:lnTo>
                    <a:pt x="250305" y="333928"/>
                  </a:lnTo>
                  <a:lnTo>
                    <a:pt x="250300" y="333743"/>
                  </a:lnTo>
                  <a:lnTo>
                    <a:pt x="250340" y="333541"/>
                  </a:lnTo>
                  <a:lnTo>
                    <a:pt x="250516" y="333200"/>
                  </a:lnTo>
                  <a:lnTo>
                    <a:pt x="250718" y="332706"/>
                  </a:lnTo>
                  <a:lnTo>
                    <a:pt x="251123" y="332198"/>
                  </a:lnTo>
                  <a:lnTo>
                    <a:pt x="251116" y="331713"/>
                  </a:lnTo>
                  <a:lnTo>
                    <a:pt x="251050" y="331583"/>
                  </a:lnTo>
                  <a:lnTo>
                    <a:pt x="250753" y="331235"/>
                  </a:lnTo>
                  <a:lnTo>
                    <a:pt x="250562" y="330900"/>
                  </a:lnTo>
                  <a:lnTo>
                    <a:pt x="250674" y="330088"/>
                  </a:lnTo>
                  <a:lnTo>
                    <a:pt x="250632" y="329727"/>
                  </a:lnTo>
                  <a:lnTo>
                    <a:pt x="250670" y="329440"/>
                  </a:lnTo>
                  <a:lnTo>
                    <a:pt x="250823" y="329066"/>
                  </a:lnTo>
                  <a:lnTo>
                    <a:pt x="251123" y="328745"/>
                  </a:lnTo>
                  <a:lnTo>
                    <a:pt x="251420" y="328386"/>
                  </a:lnTo>
                  <a:lnTo>
                    <a:pt x="251586" y="328258"/>
                  </a:lnTo>
                  <a:lnTo>
                    <a:pt x="251738" y="328189"/>
                  </a:lnTo>
                  <a:lnTo>
                    <a:pt x="252159" y="328084"/>
                  </a:lnTo>
                  <a:lnTo>
                    <a:pt x="252408" y="328051"/>
                  </a:lnTo>
                  <a:lnTo>
                    <a:pt x="253342" y="327255"/>
                  </a:lnTo>
                  <a:lnTo>
                    <a:pt x="253571" y="327287"/>
                  </a:lnTo>
                  <a:lnTo>
                    <a:pt x="253835" y="327246"/>
                  </a:lnTo>
                  <a:lnTo>
                    <a:pt x="254381" y="326951"/>
                  </a:lnTo>
                  <a:lnTo>
                    <a:pt x="254520" y="326806"/>
                  </a:lnTo>
                  <a:lnTo>
                    <a:pt x="254662" y="326582"/>
                  </a:lnTo>
                  <a:lnTo>
                    <a:pt x="254713" y="326353"/>
                  </a:lnTo>
                  <a:lnTo>
                    <a:pt x="254550" y="326259"/>
                  </a:lnTo>
                  <a:lnTo>
                    <a:pt x="254291" y="326043"/>
                  </a:lnTo>
                  <a:lnTo>
                    <a:pt x="254086" y="325799"/>
                  </a:lnTo>
                  <a:lnTo>
                    <a:pt x="253904" y="325614"/>
                  </a:lnTo>
                  <a:lnTo>
                    <a:pt x="253728" y="325443"/>
                  </a:lnTo>
                  <a:lnTo>
                    <a:pt x="253625" y="325033"/>
                  </a:lnTo>
                  <a:lnTo>
                    <a:pt x="253380" y="324911"/>
                  </a:lnTo>
                  <a:lnTo>
                    <a:pt x="253346" y="324678"/>
                  </a:lnTo>
                  <a:lnTo>
                    <a:pt x="252943" y="324495"/>
                  </a:lnTo>
                  <a:lnTo>
                    <a:pt x="252526" y="323997"/>
                  </a:lnTo>
                  <a:lnTo>
                    <a:pt x="252703" y="324241"/>
                  </a:lnTo>
                  <a:lnTo>
                    <a:pt x="253000" y="324946"/>
                  </a:lnTo>
                  <a:lnTo>
                    <a:pt x="252740" y="325056"/>
                  </a:lnTo>
                  <a:lnTo>
                    <a:pt x="252464" y="324404"/>
                  </a:lnTo>
                  <a:lnTo>
                    <a:pt x="252307" y="324306"/>
                  </a:lnTo>
                  <a:lnTo>
                    <a:pt x="252078" y="324336"/>
                  </a:lnTo>
                  <a:lnTo>
                    <a:pt x="251962" y="324553"/>
                  </a:lnTo>
                  <a:lnTo>
                    <a:pt x="252034" y="324702"/>
                  </a:lnTo>
                  <a:lnTo>
                    <a:pt x="252248" y="324747"/>
                  </a:lnTo>
                  <a:lnTo>
                    <a:pt x="252345" y="324981"/>
                  </a:lnTo>
                  <a:lnTo>
                    <a:pt x="252346" y="325186"/>
                  </a:lnTo>
                  <a:lnTo>
                    <a:pt x="252349" y="325547"/>
                  </a:lnTo>
                  <a:lnTo>
                    <a:pt x="252374" y="325772"/>
                  </a:lnTo>
                  <a:lnTo>
                    <a:pt x="252135" y="326269"/>
                  </a:lnTo>
                  <a:lnTo>
                    <a:pt x="251969" y="326706"/>
                  </a:lnTo>
                  <a:lnTo>
                    <a:pt x="251655" y="326714"/>
                  </a:lnTo>
                  <a:lnTo>
                    <a:pt x="251249" y="326888"/>
                  </a:lnTo>
                  <a:lnTo>
                    <a:pt x="251065" y="327040"/>
                  </a:lnTo>
                  <a:lnTo>
                    <a:pt x="250897" y="327222"/>
                  </a:lnTo>
                  <a:lnTo>
                    <a:pt x="250167" y="326931"/>
                  </a:lnTo>
                  <a:lnTo>
                    <a:pt x="249836" y="326862"/>
                  </a:lnTo>
                  <a:lnTo>
                    <a:pt x="249756" y="326720"/>
                  </a:lnTo>
                  <a:lnTo>
                    <a:pt x="249846" y="326526"/>
                  </a:lnTo>
                  <a:lnTo>
                    <a:pt x="249840" y="326318"/>
                  </a:lnTo>
                  <a:lnTo>
                    <a:pt x="249065" y="326384"/>
                  </a:lnTo>
                  <a:lnTo>
                    <a:pt x="248832" y="326372"/>
                  </a:lnTo>
                  <a:lnTo>
                    <a:pt x="248426" y="326400"/>
                  </a:lnTo>
                  <a:lnTo>
                    <a:pt x="248064" y="326668"/>
                  </a:lnTo>
                  <a:lnTo>
                    <a:pt x="248170" y="327086"/>
                  </a:lnTo>
                  <a:lnTo>
                    <a:pt x="247687" y="327173"/>
                  </a:lnTo>
                  <a:lnTo>
                    <a:pt x="247438" y="327226"/>
                  </a:lnTo>
                  <a:lnTo>
                    <a:pt x="247074" y="327354"/>
                  </a:lnTo>
                  <a:lnTo>
                    <a:pt x="246744" y="327470"/>
                  </a:lnTo>
                  <a:lnTo>
                    <a:pt x="246344" y="327602"/>
                  </a:lnTo>
                  <a:lnTo>
                    <a:pt x="246051" y="327738"/>
                  </a:lnTo>
                  <a:lnTo>
                    <a:pt x="245996" y="328040"/>
                  </a:lnTo>
                  <a:lnTo>
                    <a:pt x="245955" y="328243"/>
                  </a:lnTo>
                  <a:lnTo>
                    <a:pt x="245841" y="328485"/>
                  </a:lnTo>
                  <a:lnTo>
                    <a:pt x="245569" y="328605"/>
                  </a:lnTo>
                  <a:lnTo>
                    <a:pt x="244241" y="329195"/>
                  </a:lnTo>
                  <a:lnTo>
                    <a:pt x="243433" y="329547"/>
                  </a:lnTo>
                  <a:lnTo>
                    <a:pt x="242841" y="329815"/>
                  </a:lnTo>
                  <a:lnTo>
                    <a:pt x="242705" y="329879"/>
                  </a:lnTo>
                  <a:lnTo>
                    <a:pt x="242522" y="329917"/>
                  </a:lnTo>
                  <a:lnTo>
                    <a:pt x="242317" y="330042"/>
                  </a:lnTo>
                  <a:lnTo>
                    <a:pt x="242318" y="330171"/>
                  </a:lnTo>
                  <a:lnTo>
                    <a:pt x="242548" y="330441"/>
                  </a:lnTo>
                  <a:lnTo>
                    <a:pt x="242639" y="330660"/>
                  </a:lnTo>
                  <a:lnTo>
                    <a:pt x="242641" y="331074"/>
                  </a:lnTo>
                  <a:lnTo>
                    <a:pt x="242875" y="331338"/>
                  </a:lnTo>
                  <a:lnTo>
                    <a:pt x="242923" y="331576"/>
                  </a:lnTo>
                  <a:lnTo>
                    <a:pt x="242763" y="331870"/>
                  </a:lnTo>
                  <a:lnTo>
                    <a:pt x="242546" y="331872"/>
                  </a:lnTo>
                  <a:lnTo>
                    <a:pt x="241934" y="331490"/>
                  </a:lnTo>
                  <a:lnTo>
                    <a:pt x="241884" y="331244"/>
                  </a:lnTo>
                  <a:lnTo>
                    <a:pt x="241416" y="331082"/>
                  </a:lnTo>
                  <a:lnTo>
                    <a:pt x="241250" y="330882"/>
                  </a:lnTo>
                  <a:lnTo>
                    <a:pt x="241132" y="330679"/>
                  </a:lnTo>
                  <a:lnTo>
                    <a:pt x="240751" y="330994"/>
                  </a:lnTo>
                  <a:lnTo>
                    <a:pt x="240848" y="331197"/>
                  </a:lnTo>
                  <a:lnTo>
                    <a:pt x="240861" y="331450"/>
                  </a:lnTo>
                  <a:lnTo>
                    <a:pt x="241052" y="331560"/>
                  </a:lnTo>
                  <a:lnTo>
                    <a:pt x="241305" y="331754"/>
                  </a:lnTo>
                  <a:lnTo>
                    <a:pt x="241004" y="332239"/>
                  </a:lnTo>
                  <a:lnTo>
                    <a:pt x="240760" y="332287"/>
                  </a:lnTo>
                  <a:lnTo>
                    <a:pt x="240338" y="332292"/>
                  </a:lnTo>
                  <a:lnTo>
                    <a:pt x="239989" y="332622"/>
                  </a:lnTo>
                  <a:lnTo>
                    <a:pt x="239939" y="332859"/>
                  </a:lnTo>
                  <a:lnTo>
                    <a:pt x="239708" y="333234"/>
                  </a:lnTo>
                  <a:lnTo>
                    <a:pt x="239170" y="333828"/>
                  </a:lnTo>
                  <a:lnTo>
                    <a:pt x="239377" y="334241"/>
                  </a:lnTo>
                  <a:lnTo>
                    <a:pt x="239763" y="334251"/>
                  </a:lnTo>
                  <a:lnTo>
                    <a:pt x="240129" y="333912"/>
                  </a:lnTo>
                  <a:lnTo>
                    <a:pt x="240748" y="333989"/>
                  </a:lnTo>
                  <a:lnTo>
                    <a:pt x="241029" y="334076"/>
                  </a:lnTo>
                  <a:lnTo>
                    <a:pt x="241179" y="334055"/>
                  </a:lnTo>
                  <a:lnTo>
                    <a:pt x="241605" y="334023"/>
                  </a:lnTo>
                  <a:lnTo>
                    <a:pt x="241879" y="334003"/>
                  </a:lnTo>
                  <a:lnTo>
                    <a:pt x="242279" y="333973"/>
                  </a:lnTo>
                  <a:lnTo>
                    <a:pt x="242526" y="333955"/>
                  </a:lnTo>
                  <a:lnTo>
                    <a:pt x="242713" y="333693"/>
                  </a:lnTo>
                  <a:lnTo>
                    <a:pt x="242962" y="333519"/>
                  </a:lnTo>
                  <a:lnTo>
                    <a:pt x="243130" y="333552"/>
                  </a:lnTo>
                  <a:lnTo>
                    <a:pt x="243332" y="333629"/>
                  </a:lnTo>
                  <a:lnTo>
                    <a:pt x="243670" y="333713"/>
                  </a:lnTo>
                  <a:lnTo>
                    <a:pt x="243100" y="334892"/>
                  </a:lnTo>
                  <a:lnTo>
                    <a:pt x="243081" y="335394"/>
                  </a:lnTo>
                  <a:lnTo>
                    <a:pt x="243063" y="335579"/>
                  </a:lnTo>
                  <a:lnTo>
                    <a:pt x="242717" y="335906"/>
                  </a:lnTo>
                  <a:lnTo>
                    <a:pt x="242421" y="336165"/>
                  </a:lnTo>
                  <a:lnTo>
                    <a:pt x="242253" y="336292"/>
                  </a:lnTo>
                  <a:lnTo>
                    <a:pt x="241743" y="336699"/>
                  </a:lnTo>
                  <a:lnTo>
                    <a:pt x="241202" y="337099"/>
                  </a:lnTo>
                  <a:lnTo>
                    <a:pt x="240940" y="337149"/>
                  </a:lnTo>
                  <a:lnTo>
                    <a:pt x="240688" y="337227"/>
                  </a:lnTo>
                  <a:lnTo>
                    <a:pt x="240319" y="337305"/>
                  </a:lnTo>
                  <a:lnTo>
                    <a:pt x="240085" y="337167"/>
                  </a:lnTo>
                  <a:lnTo>
                    <a:pt x="239943" y="337036"/>
                  </a:lnTo>
                  <a:lnTo>
                    <a:pt x="239700" y="337155"/>
                  </a:lnTo>
                  <a:lnTo>
                    <a:pt x="239570" y="337314"/>
                  </a:lnTo>
                  <a:lnTo>
                    <a:pt x="239428" y="337522"/>
                  </a:lnTo>
                  <a:lnTo>
                    <a:pt x="239281" y="337925"/>
                  </a:lnTo>
                  <a:lnTo>
                    <a:pt x="239294" y="338079"/>
                  </a:lnTo>
                  <a:lnTo>
                    <a:pt x="239344" y="338353"/>
                  </a:lnTo>
                  <a:lnTo>
                    <a:pt x="239314" y="338560"/>
                  </a:lnTo>
                  <a:lnTo>
                    <a:pt x="239360" y="339136"/>
                  </a:lnTo>
                  <a:lnTo>
                    <a:pt x="240200" y="339324"/>
                  </a:lnTo>
                  <a:lnTo>
                    <a:pt x="240512" y="338925"/>
                  </a:lnTo>
                  <a:lnTo>
                    <a:pt x="240517" y="338794"/>
                  </a:lnTo>
                  <a:lnTo>
                    <a:pt x="240638" y="338450"/>
                  </a:lnTo>
                  <a:lnTo>
                    <a:pt x="240770" y="338502"/>
                  </a:lnTo>
                  <a:lnTo>
                    <a:pt x="241071" y="338360"/>
                  </a:lnTo>
                  <a:lnTo>
                    <a:pt x="241647" y="338492"/>
                  </a:lnTo>
                  <a:lnTo>
                    <a:pt x="241964" y="338993"/>
                  </a:lnTo>
                  <a:lnTo>
                    <a:pt x="242404" y="339566"/>
                  </a:lnTo>
                  <a:lnTo>
                    <a:pt x="243108" y="339739"/>
                  </a:lnTo>
                  <a:lnTo>
                    <a:pt x="243567" y="339863"/>
                  </a:lnTo>
                  <a:lnTo>
                    <a:pt x="244033" y="339873"/>
                  </a:lnTo>
                  <a:lnTo>
                    <a:pt x="244312" y="339787"/>
                  </a:lnTo>
                  <a:lnTo>
                    <a:pt x="244382" y="340603"/>
                  </a:lnTo>
                  <a:lnTo>
                    <a:pt x="244851" y="340941"/>
                  </a:lnTo>
                  <a:lnTo>
                    <a:pt x="245030" y="341209"/>
                  </a:lnTo>
                  <a:lnTo>
                    <a:pt x="245114" y="341502"/>
                  </a:lnTo>
                  <a:lnTo>
                    <a:pt x="245051" y="341631"/>
                  </a:lnTo>
                  <a:lnTo>
                    <a:pt x="244787" y="341955"/>
                  </a:lnTo>
                  <a:lnTo>
                    <a:pt x="244549" y="342191"/>
                  </a:lnTo>
                  <a:lnTo>
                    <a:pt x="244264" y="342227"/>
                  </a:lnTo>
                  <a:lnTo>
                    <a:pt x="243559" y="342551"/>
                  </a:lnTo>
                  <a:lnTo>
                    <a:pt x="243422" y="342511"/>
                  </a:lnTo>
                  <a:lnTo>
                    <a:pt x="243017" y="342841"/>
                  </a:lnTo>
                  <a:lnTo>
                    <a:pt x="242765" y="342853"/>
                  </a:lnTo>
                  <a:lnTo>
                    <a:pt x="242353" y="342990"/>
                  </a:lnTo>
                  <a:lnTo>
                    <a:pt x="242027" y="343336"/>
                  </a:lnTo>
                  <a:lnTo>
                    <a:pt x="241371" y="343001"/>
                  </a:lnTo>
                  <a:lnTo>
                    <a:pt x="241243" y="343051"/>
                  </a:lnTo>
                  <a:lnTo>
                    <a:pt x="241072" y="343158"/>
                  </a:lnTo>
                  <a:lnTo>
                    <a:pt x="240910" y="343287"/>
                  </a:lnTo>
                  <a:lnTo>
                    <a:pt x="240642" y="344098"/>
                  </a:lnTo>
                  <a:lnTo>
                    <a:pt x="240191" y="344460"/>
                  </a:lnTo>
                  <a:lnTo>
                    <a:pt x="240187" y="344638"/>
                  </a:lnTo>
                  <a:lnTo>
                    <a:pt x="240036" y="344739"/>
                  </a:lnTo>
                  <a:lnTo>
                    <a:pt x="239335" y="344787"/>
                  </a:lnTo>
                  <a:lnTo>
                    <a:pt x="239199" y="344664"/>
                  </a:lnTo>
                  <a:lnTo>
                    <a:pt x="239063" y="344524"/>
                  </a:lnTo>
                  <a:lnTo>
                    <a:pt x="239119" y="344156"/>
                  </a:lnTo>
                  <a:lnTo>
                    <a:pt x="239088" y="343935"/>
                  </a:lnTo>
                  <a:lnTo>
                    <a:pt x="238819" y="343859"/>
                  </a:lnTo>
                  <a:lnTo>
                    <a:pt x="238440" y="343720"/>
                  </a:lnTo>
                  <a:lnTo>
                    <a:pt x="238492" y="343310"/>
                  </a:lnTo>
                  <a:lnTo>
                    <a:pt x="238594" y="343053"/>
                  </a:lnTo>
                  <a:lnTo>
                    <a:pt x="238478" y="342566"/>
                  </a:lnTo>
                  <a:lnTo>
                    <a:pt x="238369" y="342230"/>
                  </a:lnTo>
                  <a:lnTo>
                    <a:pt x="238347" y="342013"/>
                  </a:lnTo>
                  <a:lnTo>
                    <a:pt x="238179" y="341656"/>
                  </a:lnTo>
                  <a:lnTo>
                    <a:pt x="238429" y="341234"/>
                  </a:lnTo>
                  <a:lnTo>
                    <a:pt x="238647" y="340711"/>
                  </a:lnTo>
                  <a:lnTo>
                    <a:pt x="238511" y="340068"/>
                  </a:lnTo>
                  <a:lnTo>
                    <a:pt x="238325" y="339738"/>
                  </a:lnTo>
                  <a:lnTo>
                    <a:pt x="237975" y="339443"/>
                  </a:lnTo>
                  <a:lnTo>
                    <a:pt x="237699" y="339218"/>
                  </a:lnTo>
                  <a:lnTo>
                    <a:pt x="237513" y="338801"/>
                  </a:lnTo>
                  <a:lnTo>
                    <a:pt x="237343" y="338385"/>
                  </a:lnTo>
                  <a:lnTo>
                    <a:pt x="237147" y="338350"/>
                  </a:lnTo>
                  <a:lnTo>
                    <a:pt x="236953" y="338326"/>
                  </a:lnTo>
                  <a:lnTo>
                    <a:pt x="236575" y="338279"/>
                  </a:lnTo>
                  <a:lnTo>
                    <a:pt x="236388" y="338181"/>
                  </a:lnTo>
                  <a:lnTo>
                    <a:pt x="236122" y="337998"/>
                  </a:lnTo>
                  <a:lnTo>
                    <a:pt x="236195" y="337666"/>
                  </a:lnTo>
                  <a:lnTo>
                    <a:pt x="236187" y="337494"/>
                  </a:lnTo>
                  <a:lnTo>
                    <a:pt x="236092" y="337233"/>
                  </a:lnTo>
                  <a:lnTo>
                    <a:pt x="235936" y="336973"/>
                  </a:lnTo>
                  <a:lnTo>
                    <a:pt x="235809" y="336668"/>
                  </a:lnTo>
                  <a:lnTo>
                    <a:pt x="235484" y="336529"/>
                  </a:lnTo>
                  <a:lnTo>
                    <a:pt x="235201" y="336414"/>
                  </a:lnTo>
                  <a:lnTo>
                    <a:pt x="235157" y="336280"/>
                  </a:lnTo>
                  <a:lnTo>
                    <a:pt x="235030" y="336124"/>
                  </a:lnTo>
                  <a:lnTo>
                    <a:pt x="234802" y="336095"/>
                  </a:lnTo>
                  <a:lnTo>
                    <a:pt x="234536" y="336053"/>
                  </a:lnTo>
                  <a:lnTo>
                    <a:pt x="234022" y="335982"/>
                  </a:lnTo>
                  <a:lnTo>
                    <a:pt x="233828" y="336013"/>
                  </a:lnTo>
                  <a:lnTo>
                    <a:pt x="233037" y="336269"/>
                  </a:lnTo>
                  <a:lnTo>
                    <a:pt x="232878" y="336349"/>
                  </a:lnTo>
                  <a:lnTo>
                    <a:pt x="232731" y="336422"/>
                  </a:lnTo>
                  <a:lnTo>
                    <a:pt x="232323" y="336613"/>
                  </a:lnTo>
                  <a:lnTo>
                    <a:pt x="231886" y="336835"/>
                  </a:lnTo>
                  <a:lnTo>
                    <a:pt x="231700" y="336843"/>
                  </a:lnTo>
                  <a:lnTo>
                    <a:pt x="231438" y="336690"/>
                  </a:lnTo>
                  <a:lnTo>
                    <a:pt x="231100" y="336497"/>
                  </a:lnTo>
                  <a:lnTo>
                    <a:pt x="230930" y="336565"/>
                  </a:lnTo>
                  <a:lnTo>
                    <a:pt x="230408" y="336724"/>
                  </a:lnTo>
                  <a:lnTo>
                    <a:pt x="229991" y="336966"/>
                  </a:lnTo>
                  <a:lnTo>
                    <a:pt x="229936" y="337636"/>
                  </a:lnTo>
                  <a:lnTo>
                    <a:pt x="229836" y="338223"/>
                  </a:lnTo>
                  <a:lnTo>
                    <a:pt x="229677" y="338209"/>
                  </a:lnTo>
                  <a:lnTo>
                    <a:pt x="229291" y="337738"/>
                  </a:lnTo>
                  <a:lnTo>
                    <a:pt x="229027" y="337504"/>
                  </a:lnTo>
                  <a:lnTo>
                    <a:pt x="228862" y="337381"/>
                  </a:lnTo>
                  <a:lnTo>
                    <a:pt x="228665" y="337353"/>
                  </a:lnTo>
                  <a:lnTo>
                    <a:pt x="228371" y="337661"/>
                  </a:lnTo>
                  <a:lnTo>
                    <a:pt x="227073" y="338943"/>
                  </a:lnTo>
                  <a:lnTo>
                    <a:pt x="226774" y="339277"/>
                  </a:lnTo>
                  <a:lnTo>
                    <a:pt x="226657" y="339511"/>
                  </a:lnTo>
                  <a:lnTo>
                    <a:pt x="226344" y="339725"/>
                  </a:lnTo>
                  <a:lnTo>
                    <a:pt x="226272" y="339478"/>
                  </a:lnTo>
                  <a:lnTo>
                    <a:pt x="225934" y="339145"/>
                  </a:lnTo>
                  <a:lnTo>
                    <a:pt x="224960" y="339100"/>
                  </a:lnTo>
                  <a:lnTo>
                    <a:pt x="224803" y="339176"/>
                  </a:lnTo>
                  <a:lnTo>
                    <a:pt x="224484" y="339211"/>
                  </a:lnTo>
                  <a:lnTo>
                    <a:pt x="224239" y="339171"/>
                  </a:lnTo>
                  <a:lnTo>
                    <a:pt x="224044" y="339142"/>
                  </a:lnTo>
                  <a:lnTo>
                    <a:pt x="223718" y="338942"/>
                  </a:lnTo>
                  <a:lnTo>
                    <a:pt x="223564" y="338911"/>
                  </a:lnTo>
                  <a:lnTo>
                    <a:pt x="223079" y="339072"/>
                  </a:lnTo>
                  <a:lnTo>
                    <a:pt x="222864" y="339198"/>
                  </a:lnTo>
                  <a:lnTo>
                    <a:pt x="222715" y="339603"/>
                  </a:lnTo>
                  <a:lnTo>
                    <a:pt x="222342" y="339874"/>
                  </a:lnTo>
                  <a:lnTo>
                    <a:pt x="222022" y="339855"/>
                  </a:lnTo>
                  <a:lnTo>
                    <a:pt x="221816" y="339896"/>
                  </a:lnTo>
                  <a:lnTo>
                    <a:pt x="221474" y="340069"/>
                  </a:lnTo>
                  <a:lnTo>
                    <a:pt x="220918" y="340567"/>
                  </a:lnTo>
                  <a:lnTo>
                    <a:pt x="220309" y="340221"/>
                  </a:lnTo>
                  <a:lnTo>
                    <a:pt x="219787" y="340220"/>
                  </a:lnTo>
                  <a:lnTo>
                    <a:pt x="219491" y="340728"/>
                  </a:lnTo>
                  <a:lnTo>
                    <a:pt x="219663" y="340963"/>
                  </a:lnTo>
                  <a:lnTo>
                    <a:pt x="219198" y="341321"/>
                  </a:lnTo>
                  <a:lnTo>
                    <a:pt x="219028" y="341175"/>
                  </a:lnTo>
                  <a:lnTo>
                    <a:pt x="217958" y="342025"/>
                  </a:lnTo>
                  <a:lnTo>
                    <a:pt x="216880" y="341107"/>
                  </a:lnTo>
                  <a:lnTo>
                    <a:pt x="215485" y="340611"/>
                  </a:lnTo>
                  <a:lnTo>
                    <a:pt x="215555" y="340799"/>
                  </a:lnTo>
                  <a:lnTo>
                    <a:pt x="215390" y="340896"/>
                  </a:lnTo>
                  <a:lnTo>
                    <a:pt x="213671" y="340961"/>
                  </a:lnTo>
                  <a:lnTo>
                    <a:pt x="213260" y="340982"/>
                  </a:lnTo>
                  <a:lnTo>
                    <a:pt x="213144" y="342638"/>
                  </a:lnTo>
                  <a:lnTo>
                    <a:pt x="212651" y="343050"/>
                  </a:lnTo>
                  <a:lnTo>
                    <a:pt x="212357" y="343228"/>
                  </a:lnTo>
                  <a:lnTo>
                    <a:pt x="211915" y="343111"/>
                  </a:lnTo>
                  <a:lnTo>
                    <a:pt x="211676" y="343104"/>
                  </a:lnTo>
                  <a:lnTo>
                    <a:pt x="211256" y="343324"/>
                  </a:lnTo>
                  <a:lnTo>
                    <a:pt x="211038" y="343503"/>
                  </a:lnTo>
                  <a:lnTo>
                    <a:pt x="210860" y="343711"/>
                  </a:lnTo>
                  <a:lnTo>
                    <a:pt x="210624" y="343986"/>
                  </a:lnTo>
                  <a:lnTo>
                    <a:pt x="210704" y="344424"/>
                  </a:lnTo>
                  <a:lnTo>
                    <a:pt x="210213" y="344919"/>
                  </a:lnTo>
                  <a:lnTo>
                    <a:pt x="209900" y="344301"/>
                  </a:lnTo>
                  <a:lnTo>
                    <a:pt x="209514" y="343404"/>
                  </a:lnTo>
                  <a:lnTo>
                    <a:pt x="209313" y="342759"/>
                  </a:lnTo>
                  <a:lnTo>
                    <a:pt x="209228" y="342010"/>
                  </a:lnTo>
                  <a:lnTo>
                    <a:pt x="209108" y="341479"/>
                  </a:lnTo>
                  <a:lnTo>
                    <a:pt x="209137" y="341279"/>
                  </a:lnTo>
                  <a:lnTo>
                    <a:pt x="209430" y="341109"/>
                  </a:lnTo>
                  <a:lnTo>
                    <a:pt x="209985" y="340765"/>
                  </a:lnTo>
                  <a:lnTo>
                    <a:pt x="210152" y="340536"/>
                  </a:lnTo>
                  <a:lnTo>
                    <a:pt x="210230" y="340277"/>
                  </a:lnTo>
                  <a:lnTo>
                    <a:pt x="210433" y="339804"/>
                  </a:lnTo>
                  <a:lnTo>
                    <a:pt x="209703" y="339700"/>
                  </a:lnTo>
                  <a:lnTo>
                    <a:pt x="209467" y="339529"/>
                  </a:lnTo>
                  <a:lnTo>
                    <a:pt x="209298" y="339318"/>
                  </a:lnTo>
                  <a:lnTo>
                    <a:pt x="209003" y="339229"/>
                  </a:lnTo>
                  <a:lnTo>
                    <a:pt x="209351" y="340576"/>
                  </a:lnTo>
                  <a:lnTo>
                    <a:pt x="209158" y="340700"/>
                  </a:lnTo>
                  <a:lnTo>
                    <a:pt x="208898" y="340808"/>
                  </a:lnTo>
                  <a:lnTo>
                    <a:pt x="208413" y="339038"/>
                  </a:lnTo>
                  <a:lnTo>
                    <a:pt x="208205" y="338871"/>
                  </a:lnTo>
                  <a:lnTo>
                    <a:pt x="207838" y="338240"/>
                  </a:lnTo>
                  <a:lnTo>
                    <a:pt x="208013" y="338136"/>
                  </a:lnTo>
                  <a:lnTo>
                    <a:pt x="207620" y="337656"/>
                  </a:lnTo>
                  <a:lnTo>
                    <a:pt x="207730" y="337460"/>
                  </a:lnTo>
                  <a:lnTo>
                    <a:pt x="207194" y="336188"/>
                  </a:lnTo>
                  <a:lnTo>
                    <a:pt x="206505" y="336462"/>
                  </a:lnTo>
                  <a:lnTo>
                    <a:pt x="206085" y="335371"/>
                  </a:lnTo>
                  <a:lnTo>
                    <a:pt x="205480" y="334122"/>
                  </a:lnTo>
                  <a:lnTo>
                    <a:pt x="204659" y="332775"/>
                  </a:lnTo>
                  <a:lnTo>
                    <a:pt x="204541" y="332472"/>
                  </a:lnTo>
                  <a:lnTo>
                    <a:pt x="204461" y="332312"/>
                  </a:lnTo>
                  <a:lnTo>
                    <a:pt x="204250" y="332356"/>
                  </a:lnTo>
                  <a:lnTo>
                    <a:pt x="203973" y="331891"/>
                  </a:lnTo>
                  <a:lnTo>
                    <a:pt x="203913" y="331544"/>
                  </a:lnTo>
                  <a:lnTo>
                    <a:pt x="203896" y="330910"/>
                  </a:lnTo>
                  <a:lnTo>
                    <a:pt x="203874" y="330708"/>
                  </a:lnTo>
                  <a:lnTo>
                    <a:pt x="203867" y="330480"/>
                  </a:lnTo>
                  <a:lnTo>
                    <a:pt x="203924" y="330253"/>
                  </a:lnTo>
                  <a:lnTo>
                    <a:pt x="204032" y="329683"/>
                  </a:lnTo>
                  <a:lnTo>
                    <a:pt x="204114" y="329397"/>
                  </a:lnTo>
                  <a:lnTo>
                    <a:pt x="204325" y="329172"/>
                  </a:lnTo>
                  <a:lnTo>
                    <a:pt x="204220" y="329083"/>
                  </a:lnTo>
                  <a:lnTo>
                    <a:pt x="204009" y="329248"/>
                  </a:lnTo>
                  <a:lnTo>
                    <a:pt x="203716" y="329554"/>
                  </a:lnTo>
                  <a:lnTo>
                    <a:pt x="203477" y="329332"/>
                  </a:lnTo>
                  <a:lnTo>
                    <a:pt x="202940" y="328918"/>
                  </a:lnTo>
                  <a:lnTo>
                    <a:pt x="202806" y="328815"/>
                  </a:lnTo>
                  <a:lnTo>
                    <a:pt x="202465" y="328583"/>
                  </a:lnTo>
                  <a:lnTo>
                    <a:pt x="202305" y="328721"/>
                  </a:lnTo>
                  <a:lnTo>
                    <a:pt x="202185" y="328564"/>
                  </a:lnTo>
                  <a:lnTo>
                    <a:pt x="201965" y="328453"/>
                  </a:lnTo>
                  <a:lnTo>
                    <a:pt x="202021" y="328896"/>
                  </a:lnTo>
                  <a:lnTo>
                    <a:pt x="201908" y="329077"/>
                  </a:lnTo>
                  <a:lnTo>
                    <a:pt x="201755" y="329078"/>
                  </a:lnTo>
                  <a:lnTo>
                    <a:pt x="200440" y="329037"/>
                  </a:lnTo>
                  <a:lnTo>
                    <a:pt x="199691" y="328834"/>
                  </a:lnTo>
                  <a:lnTo>
                    <a:pt x="199433" y="328374"/>
                  </a:lnTo>
                  <a:lnTo>
                    <a:pt x="199386" y="328101"/>
                  </a:lnTo>
                  <a:lnTo>
                    <a:pt x="198794" y="328153"/>
                  </a:lnTo>
                  <a:lnTo>
                    <a:pt x="197557" y="328315"/>
                  </a:lnTo>
                  <a:lnTo>
                    <a:pt x="197605" y="328520"/>
                  </a:lnTo>
                  <a:lnTo>
                    <a:pt x="197052" y="329018"/>
                  </a:lnTo>
                  <a:lnTo>
                    <a:pt x="196473" y="329073"/>
                  </a:lnTo>
                  <a:lnTo>
                    <a:pt x="195919" y="329164"/>
                  </a:lnTo>
                  <a:lnTo>
                    <a:pt x="195370" y="329173"/>
                  </a:lnTo>
                  <a:lnTo>
                    <a:pt x="195014" y="329033"/>
                  </a:lnTo>
                  <a:lnTo>
                    <a:pt x="194654" y="328714"/>
                  </a:lnTo>
                  <a:lnTo>
                    <a:pt x="194327" y="329144"/>
                  </a:lnTo>
                  <a:lnTo>
                    <a:pt x="194704" y="329481"/>
                  </a:lnTo>
                  <a:lnTo>
                    <a:pt x="194958" y="329667"/>
                  </a:lnTo>
                  <a:lnTo>
                    <a:pt x="195144" y="330100"/>
                  </a:lnTo>
                  <a:lnTo>
                    <a:pt x="195504" y="330465"/>
                  </a:lnTo>
                  <a:lnTo>
                    <a:pt x="195838" y="331315"/>
                  </a:lnTo>
                  <a:lnTo>
                    <a:pt x="196012" y="331611"/>
                  </a:lnTo>
                  <a:lnTo>
                    <a:pt x="196516" y="331922"/>
                  </a:lnTo>
                  <a:lnTo>
                    <a:pt x="196745" y="332046"/>
                  </a:lnTo>
                  <a:lnTo>
                    <a:pt x="196922" y="332211"/>
                  </a:lnTo>
                  <a:lnTo>
                    <a:pt x="197245" y="332611"/>
                  </a:lnTo>
                  <a:lnTo>
                    <a:pt x="197481" y="332934"/>
                  </a:lnTo>
                  <a:lnTo>
                    <a:pt x="197765" y="333297"/>
                  </a:lnTo>
                  <a:lnTo>
                    <a:pt x="198123" y="333767"/>
                  </a:lnTo>
                  <a:lnTo>
                    <a:pt x="198489" y="334267"/>
                  </a:lnTo>
                  <a:lnTo>
                    <a:pt x="198780" y="334641"/>
                  </a:lnTo>
                  <a:lnTo>
                    <a:pt x="198816" y="334797"/>
                  </a:lnTo>
                  <a:lnTo>
                    <a:pt x="198869" y="335105"/>
                  </a:lnTo>
                  <a:lnTo>
                    <a:pt x="198932" y="335464"/>
                  </a:lnTo>
                  <a:lnTo>
                    <a:pt x="199016" y="335860"/>
                  </a:lnTo>
                  <a:lnTo>
                    <a:pt x="199147" y="336121"/>
                  </a:lnTo>
                  <a:lnTo>
                    <a:pt x="199460" y="336743"/>
                  </a:lnTo>
                  <a:lnTo>
                    <a:pt x="198978" y="337204"/>
                  </a:lnTo>
                  <a:lnTo>
                    <a:pt x="197949" y="338145"/>
                  </a:lnTo>
                  <a:lnTo>
                    <a:pt x="197644" y="337621"/>
                  </a:lnTo>
                  <a:lnTo>
                    <a:pt x="197268" y="336990"/>
                  </a:lnTo>
                  <a:lnTo>
                    <a:pt x="196855" y="336676"/>
                  </a:lnTo>
                  <a:lnTo>
                    <a:pt x="196461" y="336263"/>
                  </a:lnTo>
                  <a:lnTo>
                    <a:pt x="196299" y="336465"/>
                  </a:lnTo>
                  <a:lnTo>
                    <a:pt x="196121" y="336562"/>
                  </a:lnTo>
                  <a:lnTo>
                    <a:pt x="195796" y="336793"/>
                  </a:lnTo>
                  <a:lnTo>
                    <a:pt x="195742" y="336949"/>
                  </a:lnTo>
                  <a:lnTo>
                    <a:pt x="195404" y="337170"/>
                  </a:lnTo>
                  <a:lnTo>
                    <a:pt x="195654" y="337263"/>
                  </a:lnTo>
                  <a:lnTo>
                    <a:pt x="195266" y="337502"/>
                  </a:lnTo>
                  <a:lnTo>
                    <a:pt x="194808" y="337829"/>
                  </a:lnTo>
                  <a:lnTo>
                    <a:pt x="195199" y="337733"/>
                  </a:lnTo>
                  <a:lnTo>
                    <a:pt x="196027" y="337672"/>
                  </a:lnTo>
                  <a:lnTo>
                    <a:pt x="196563" y="337689"/>
                  </a:lnTo>
                  <a:lnTo>
                    <a:pt x="196952" y="337983"/>
                  </a:lnTo>
                  <a:lnTo>
                    <a:pt x="197490" y="338702"/>
                  </a:lnTo>
                  <a:lnTo>
                    <a:pt x="197613" y="338974"/>
                  </a:lnTo>
                  <a:lnTo>
                    <a:pt x="197700" y="339320"/>
                  </a:lnTo>
                  <a:lnTo>
                    <a:pt x="197715" y="339505"/>
                  </a:lnTo>
                  <a:lnTo>
                    <a:pt x="197734" y="339721"/>
                  </a:lnTo>
                  <a:lnTo>
                    <a:pt x="197742" y="340115"/>
                  </a:lnTo>
                  <a:lnTo>
                    <a:pt x="197738" y="340734"/>
                  </a:lnTo>
                  <a:lnTo>
                    <a:pt x="197778" y="341146"/>
                  </a:lnTo>
                  <a:lnTo>
                    <a:pt x="197793" y="341300"/>
                  </a:lnTo>
                  <a:lnTo>
                    <a:pt x="197894" y="341862"/>
                  </a:lnTo>
                  <a:lnTo>
                    <a:pt x="196999" y="341997"/>
                  </a:lnTo>
                  <a:lnTo>
                    <a:pt x="196621" y="342044"/>
                  </a:lnTo>
                  <a:lnTo>
                    <a:pt x="196265" y="341703"/>
                  </a:lnTo>
                  <a:lnTo>
                    <a:pt x="196208" y="341437"/>
                  </a:lnTo>
                  <a:lnTo>
                    <a:pt x="196073" y="340793"/>
                  </a:lnTo>
                  <a:lnTo>
                    <a:pt x="196042" y="340645"/>
                  </a:lnTo>
                  <a:lnTo>
                    <a:pt x="195991" y="340161"/>
                  </a:lnTo>
                  <a:lnTo>
                    <a:pt x="195920" y="339469"/>
                  </a:lnTo>
                  <a:lnTo>
                    <a:pt x="195989" y="339333"/>
                  </a:lnTo>
                  <a:lnTo>
                    <a:pt x="195225" y="338734"/>
                  </a:lnTo>
                  <a:lnTo>
                    <a:pt x="195349" y="338925"/>
                  </a:lnTo>
                  <a:lnTo>
                    <a:pt x="195509" y="339274"/>
                  </a:lnTo>
                  <a:lnTo>
                    <a:pt x="195716" y="339971"/>
                  </a:lnTo>
                  <a:lnTo>
                    <a:pt x="195737" y="340674"/>
                  </a:lnTo>
                  <a:lnTo>
                    <a:pt x="195931" y="341695"/>
                  </a:lnTo>
                  <a:lnTo>
                    <a:pt x="196052" y="342377"/>
                  </a:lnTo>
                  <a:lnTo>
                    <a:pt x="195976" y="342605"/>
                  </a:lnTo>
                  <a:lnTo>
                    <a:pt x="195894" y="342822"/>
                  </a:lnTo>
                  <a:lnTo>
                    <a:pt x="195629" y="342883"/>
                  </a:lnTo>
                  <a:lnTo>
                    <a:pt x="195556" y="343088"/>
                  </a:lnTo>
                  <a:lnTo>
                    <a:pt x="195341" y="343923"/>
                  </a:lnTo>
                  <a:lnTo>
                    <a:pt x="195783" y="343929"/>
                  </a:lnTo>
                  <a:lnTo>
                    <a:pt x="195770" y="344533"/>
                  </a:lnTo>
                  <a:lnTo>
                    <a:pt x="195782" y="344913"/>
                  </a:lnTo>
                  <a:lnTo>
                    <a:pt x="195795" y="345326"/>
                  </a:lnTo>
                  <a:lnTo>
                    <a:pt x="195790" y="345790"/>
                  </a:lnTo>
                  <a:lnTo>
                    <a:pt x="195745" y="346068"/>
                  </a:lnTo>
                  <a:lnTo>
                    <a:pt x="195165" y="346667"/>
                  </a:lnTo>
                  <a:lnTo>
                    <a:pt x="194903" y="346710"/>
                  </a:lnTo>
                  <a:lnTo>
                    <a:pt x="194947" y="347279"/>
                  </a:lnTo>
                  <a:lnTo>
                    <a:pt x="194965" y="347470"/>
                  </a:lnTo>
                  <a:lnTo>
                    <a:pt x="195013" y="348003"/>
                  </a:lnTo>
                  <a:lnTo>
                    <a:pt x="195189" y="348243"/>
                  </a:lnTo>
                  <a:lnTo>
                    <a:pt x="195373" y="347952"/>
                  </a:lnTo>
                  <a:lnTo>
                    <a:pt x="196024" y="348220"/>
                  </a:lnTo>
                  <a:lnTo>
                    <a:pt x="196540" y="348352"/>
                  </a:lnTo>
                  <a:lnTo>
                    <a:pt x="196982" y="348452"/>
                  </a:lnTo>
                  <a:lnTo>
                    <a:pt x="197109" y="348702"/>
                  </a:lnTo>
                  <a:lnTo>
                    <a:pt x="197126" y="348882"/>
                  </a:lnTo>
                  <a:lnTo>
                    <a:pt x="197367" y="348891"/>
                  </a:lnTo>
                  <a:lnTo>
                    <a:pt x="197489" y="348683"/>
                  </a:lnTo>
                  <a:lnTo>
                    <a:pt x="197790" y="348784"/>
                  </a:lnTo>
                  <a:lnTo>
                    <a:pt x="197795" y="349097"/>
                  </a:lnTo>
                  <a:lnTo>
                    <a:pt x="197782" y="349640"/>
                  </a:lnTo>
                  <a:lnTo>
                    <a:pt x="197713" y="349865"/>
                  </a:lnTo>
                  <a:lnTo>
                    <a:pt x="197233" y="350300"/>
                  </a:lnTo>
                  <a:lnTo>
                    <a:pt x="197100" y="350298"/>
                  </a:lnTo>
                  <a:lnTo>
                    <a:pt x="196432" y="350261"/>
                  </a:lnTo>
                  <a:lnTo>
                    <a:pt x="196250" y="350369"/>
                  </a:lnTo>
                  <a:lnTo>
                    <a:pt x="196221" y="350526"/>
                  </a:lnTo>
                  <a:lnTo>
                    <a:pt x="196236" y="350892"/>
                  </a:lnTo>
                  <a:lnTo>
                    <a:pt x="196631" y="351350"/>
                  </a:lnTo>
                  <a:lnTo>
                    <a:pt x="196677" y="351503"/>
                  </a:lnTo>
                  <a:lnTo>
                    <a:pt x="197000" y="351857"/>
                  </a:lnTo>
                  <a:lnTo>
                    <a:pt x="196622" y="352127"/>
                  </a:lnTo>
                  <a:lnTo>
                    <a:pt x="196358" y="351974"/>
                  </a:lnTo>
                  <a:lnTo>
                    <a:pt x="196103" y="351984"/>
                  </a:lnTo>
                  <a:lnTo>
                    <a:pt x="195681" y="352344"/>
                  </a:lnTo>
                  <a:lnTo>
                    <a:pt x="195496" y="352721"/>
                  </a:lnTo>
                  <a:lnTo>
                    <a:pt x="195430" y="353067"/>
                  </a:lnTo>
                  <a:lnTo>
                    <a:pt x="195427" y="353364"/>
                  </a:lnTo>
                  <a:lnTo>
                    <a:pt x="195451" y="353550"/>
                  </a:lnTo>
                  <a:lnTo>
                    <a:pt x="195488" y="353719"/>
                  </a:lnTo>
                  <a:lnTo>
                    <a:pt x="195579" y="353946"/>
                  </a:lnTo>
                  <a:lnTo>
                    <a:pt x="195608" y="354076"/>
                  </a:lnTo>
                  <a:lnTo>
                    <a:pt x="195594" y="354579"/>
                  </a:lnTo>
                  <a:lnTo>
                    <a:pt x="195678" y="354801"/>
                  </a:lnTo>
                  <a:lnTo>
                    <a:pt x="196006" y="354995"/>
                  </a:lnTo>
                  <a:lnTo>
                    <a:pt x="196234" y="355425"/>
                  </a:lnTo>
                  <a:lnTo>
                    <a:pt x="196287" y="355609"/>
                  </a:lnTo>
                  <a:lnTo>
                    <a:pt x="196165" y="356068"/>
                  </a:lnTo>
                  <a:lnTo>
                    <a:pt x="195950" y="356435"/>
                  </a:lnTo>
                  <a:lnTo>
                    <a:pt x="195629" y="356319"/>
                  </a:lnTo>
                  <a:lnTo>
                    <a:pt x="195383" y="356344"/>
                  </a:lnTo>
                  <a:lnTo>
                    <a:pt x="194791" y="356645"/>
                  </a:lnTo>
                  <a:lnTo>
                    <a:pt x="194689" y="356803"/>
                  </a:lnTo>
                  <a:lnTo>
                    <a:pt x="194376" y="357365"/>
                  </a:lnTo>
                  <a:lnTo>
                    <a:pt x="194000" y="357415"/>
                  </a:lnTo>
                  <a:lnTo>
                    <a:pt x="193730" y="357552"/>
                  </a:lnTo>
                  <a:lnTo>
                    <a:pt x="193509" y="357617"/>
                  </a:lnTo>
                  <a:lnTo>
                    <a:pt x="193593" y="357936"/>
                  </a:lnTo>
                  <a:lnTo>
                    <a:pt x="193500" y="358208"/>
                  </a:lnTo>
                  <a:lnTo>
                    <a:pt x="193374" y="358540"/>
                  </a:lnTo>
                  <a:lnTo>
                    <a:pt x="193249" y="358737"/>
                  </a:lnTo>
                  <a:lnTo>
                    <a:pt x="193212" y="358877"/>
                  </a:lnTo>
                  <a:lnTo>
                    <a:pt x="193081" y="359872"/>
                  </a:lnTo>
                  <a:lnTo>
                    <a:pt x="193172" y="360007"/>
                  </a:lnTo>
                  <a:lnTo>
                    <a:pt x="193393" y="359913"/>
                  </a:lnTo>
                  <a:lnTo>
                    <a:pt x="193499" y="360099"/>
                  </a:lnTo>
                  <a:lnTo>
                    <a:pt x="193636" y="360428"/>
                  </a:lnTo>
                  <a:lnTo>
                    <a:pt x="193975" y="360880"/>
                  </a:lnTo>
                  <a:lnTo>
                    <a:pt x="194172" y="361147"/>
                  </a:lnTo>
                  <a:lnTo>
                    <a:pt x="194213" y="361354"/>
                  </a:lnTo>
                  <a:lnTo>
                    <a:pt x="194185" y="361824"/>
                  </a:lnTo>
                  <a:lnTo>
                    <a:pt x="194131" y="363186"/>
                  </a:lnTo>
                  <a:lnTo>
                    <a:pt x="194082" y="363647"/>
                  </a:lnTo>
                  <a:lnTo>
                    <a:pt x="194388" y="364492"/>
                  </a:lnTo>
                  <a:lnTo>
                    <a:pt x="194573" y="364539"/>
                  </a:lnTo>
                  <a:lnTo>
                    <a:pt x="194387" y="364917"/>
                  </a:lnTo>
                  <a:lnTo>
                    <a:pt x="193821" y="364505"/>
                  </a:lnTo>
                  <a:lnTo>
                    <a:pt x="193587" y="364603"/>
                  </a:lnTo>
                  <a:lnTo>
                    <a:pt x="193319" y="364507"/>
                  </a:lnTo>
                  <a:lnTo>
                    <a:pt x="192932" y="364632"/>
                  </a:lnTo>
                  <a:lnTo>
                    <a:pt x="192160" y="365156"/>
                  </a:lnTo>
                  <a:lnTo>
                    <a:pt x="191672" y="364763"/>
                  </a:lnTo>
                  <a:lnTo>
                    <a:pt x="191494" y="364759"/>
                  </a:lnTo>
                  <a:lnTo>
                    <a:pt x="190775" y="364278"/>
                  </a:lnTo>
                  <a:lnTo>
                    <a:pt x="190572" y="363988"/>
                  </a:lnTo>
                  <a:lnTo>
                    <a:pt x="190409" y="363860"/>
                  </a:lnTo>
                  <a:lnTo>
                    <a:pt x="190166" y="363249"/>
                  </a:lnTo>
                  <a:lnTo>
                    <a:pt x="190027" y="362944"/>
                  </a:lnTo>
                  <a:lnTo>
                    <a:pt x="189853" y="362544"/>
                  </a:lnTo>
                  <a:lnTo>
                    <a:pt x="189400" y="361476"/>
                  </a:lnTo>
                  <a:lnTo>
                    <a:pt x="188744" y="359929"/>
                  </a:lnTo>
                  <a:lnTo>
                    <a:pt x="188291" y="359934"/>
                  </a:lnTo>
                  <a:lnTo>
                    <a:pt x="188057" y="359937"/>
                  </a:lnTo>
                  <a:lnTo>
                    <a:pt x="187647" y="359942"/>
                  </a:lnTo>
                  <a:lnTo>
                    <a:pt x="187856" y="360465"/>
                  </a:lnTo>
                  <a:lnTo>
                    <a:pt x="187333" y="360950"/>
                  </a:lnTo>
                  <a:lnTo>
                    <a:pt x="187010" y="361250"/>
                  </a:lnTo>
                  <a:lnTo>
                    <a:pt x="186182" y="361856"/>
                  </a:lnTo>
                  <a:lnTo>
                    <a:pt x="185829" y="361297"/>
                  </a:lnTo>
                  <a:lnTo>
                    <a:pt x="185698" y="361069"/>
                  </a:lnTo>
                  <a:lnTo>
                    <a:pt x="185426" y="360803"/>
                  </a:lnTo>
                  <a:lnTo>
                    <a:pt x="185459" y="361107"/>
                  </a:lnTo>
                  <a:lnTo>
                    <a:pt x="185527" y="361388"/>
                  </a:lnTo>
                  <a:lnTo>
                    <a:pt x="185753" y="362328"/>
                  </a:lnTo>
                  <a:lnTo>
                    <a:pt x="185857" y="362787"/>
                  </a:lnTo>
                  <a:lnTo>
                    <a:pt x="186044" y="363613"/>
                  </a:lnTo>
                  <a:lnTo>
                    <a:pt x="186104" y="363878"/>
                  </a:lnTo>
                  <a:lnTo>
                    <a:pt x="186192" y="364263"/>
                  </a:lnTo>
                  <a:lnTo>
                    <a:pt x="186488" y="364552"/>
                  </a:lnTo>
                  <a:lnTo>
                    <a:pt x="187076" y="364992"/>
                  </a:lnTo>
                  <a:lnTo>
                    <a:pt x="187264" y="364908"/>
                  </a:lnTo>
                  <a:lnTo>
                    <a:pt x="187475" y="364788"/>
                  </a:lnTo>
                  <a:lnTo>
                    <a:pt x="187698" y="364935"/>
                  </a:lnTo>
                  <a:lnTo>
                    <a:pt x="187822" y="365466"/>
                  </a:lnTo>
                  <a:lnTo>
                    <a:pt x="187718" y="365652"/>
                  </a:lnTo>
                  <a:lnTo>
                    <a:pt x="187485" y="366075"/>
                  </a:lnTo>
                  <a:lnTo>
                    <a:pt x="187255" y="366906"/>
                  </a:lnTo>
                  <a:lnTo>
                    <a:pt x="187111" y="367051"/>
                  </a:lnTo>
                  <a:lnTo>
                    <a:pt x="186749" y="367459"/>
                  </a:lnTo>
                  <a:lnTo>
                    <a:pt x="187440" y="368269"/>
                  </a:lnTo>
                  <a:lnTo>
                    <a:pt x="187064" y="368487"/>
                  </a:lnTo>
                  <a:lnTo>
                    <a:pt x="186763" y="368611"/>
                  </a:lnTo>
                  <a:lnTo>
                    <a:pt x="186369" y="368791"/>
                  </a:lnTo>
                  <a:lnTo>
                    <a:pt x="186069" y="369014"/>
                  </a:lnTo>
                  <a:lnTo>
                    <a:pt x="185906" y="369381"/>
                  </a:lnTo>
                  <a:lnTo>
                    <a:pt x="185784" y="369538"/>
                  </a:lnTo>
                  <a:lnTo>
                    <a:pt x="185354" y="369586"/>
                  </a:lnTo>
                  <a:lnTo>
                    <a:pt x="185186" y="369468"/>
                  </a:lnTo>
                  <a:lnTo>
                    <a:pt x="185061" y="369177"/>
                  </a:lnTo>
                  <a:lnTo>
                    <a:pt x="184845" y="368927"/>
                  </a:lnTo>
                  <a:lnTo>
                    <a:pt x="184569" y="368650"/>
                  </a:lnTo>
                  <a:lnTo>
                    <a:pt x="183784" y="368558"/>
                  </a:lnTo>
                  <a:lnTo>
                    <a:pt x="183613" y="368600"/>
                  </a:lnTo>
                  <a:lnTo>
                    <a:pt x="183216" y="368803"/>
                  </a:lnTo>
                  <a:lnTo>
                    <a:pt x="183040" y="368881"/>
                  </a:lnTo>
                  <a:lnTo>
                    <a:pt x="182758" y="368845"/>
                  </a:lnTo>
                  <a:lnTo>
                    <a:pt x="182409" y="368742"/>
                  </a:lnTo>
                  <a:lnTo>
                    <a:pt x="182105" y="368458"/>
                  </a:lnTo>
                  <a:lnTo>
                    <a:pt x="182176" y="368023"/>
                  </a:lnTo>
                  <a:lnTo>
                    <a:pt x="182216" y="367740"/>
                  </a:lnTo>
                  <a:lnTo>
                    <a:pt x="181947" y="367552"/>
                  </a:lnTo>
                  <a:lnTo>
                    <a:pt x="181799" y="367406"/>
                  </a:lnTo>
                  <a:lnTo>
                    <a:pt x="181559" y="367270"/>
                  </a:lnTo>
                  <a:lnTo>
                    <a:pt x="181526" y="367044"/>
                  </a:lnTo>
                  <a:lnTo>
                    <a:pt x="181501" y="366429"/>
                  </a:lnTo>
                  <a:lnTo>
                    <a:pt x="181508" y="366291"/>
                  </a:lnTo>
                  <a:lnTo>
                    <a:pt x="181530" y="366009"/>
                  </a:lnTo>
                  <a:lnTo>
                    <a:pt x="181418" y="365363"/>
                  </a:lnTo>
                  <a:lnTo>
                    <a:pt x="181203" y="364929"/>
                  </a:lnTo>
                  <a:lnTo>
                    <a:pt x="180917" y="364402"/>
                  </a:lnTo>
                  <a:lnTo>
                    <a:pt x="180634" y="364590"/>
                  </a:lnTo>
                  <a:lnTo>
                    <a:pt x="180742" y="364775"/>
                  </a:lnTo>
                  <a:lnTo>
                    <a:pt x="180967" y="365076"/>
                  </a:lnTo>
                  <a:lnTo>
                    <a:pt x="181051" y="365427"/>
                  </a:lnTo>
                  <a:lnTo>
                    <a:pt x="181108" y="365709"/>
                  </a:lnTo>
                  <a:lnTo>
                    <a:pt x="181080" y="365967"/>
                  </a:lnTo>
                  <a:lnTo>
                    <a:pt x="181093" y="366386"/>
                  </a:lnTo>
                  <a:lnTo>
                    <a:pt x="180824" y="366754"/>
                  </a:lnTo>
                  <a:lnTo>
                    <a:pt x="180650" y="366727"/>
                  </a:lnTo>
                  <a:lnTo>
                    <a:pt x="180407" y="366790"/>
                  </a:lnTo>
                  <a:lnTo>
                    <a:pt x="180325" y="366928"/>
                  </a:lnTo>
                  <a:lnTo>
                    <a:pt x="180163" y="367353"/>
                  </a:lnTo>
                  <a:lnTo>
                    <a:pt x="179745" y="367639"/>
                  </a:lnTo>
                  <a:lnTo>
                    <a:pt x="179592" y="367921"/>
                  </a:lnTo>
                  <a:lnTo>
                    <a:pt x="179968" y="368087"/>
                  </a:lnTo>
                  <a:lnTo>
                    <a:pt x="180118" y="368138"/>
                  </a:lnTo>
                  <a:lnTo>
                    <a:pt x="180272" y="368565"/>
                  </a:lnTo>
                  <a:lnTo>
                    <a:pt x="180093" y="368779"/>
                  </a:lnTo>
                  <a:lnTo>
                    <a:pt x="180152" y="369031"/>
                  </a:lnTo>
                  <a:lnTo>
                    <a:pt x="180220" y="369326"/>
                  </a:lnTo>
                  <a:lnTo>
                    <a:pt x="180728" y="371507"/>
                  </a:lnTo>
                  <a:lnTo>
                    <a:pt x="180961" y="371628"/>
                  </a:lnTo>
                  <a:lnTo>
                    <a:pt x="181224" y="372262"/>
                  </a:lnTo>
                  <a:lnTo>
                    <a:pt x="181224" y="372395"/>
                  </a:lnTo>
                  <a:lnTo>
                    <a:pt x="181418" y="372552"/>
                  </a:lnTo>
                  <a:lnTo>
                    <a:pt x="181515" y="372725"/>
                  </a:lnTo>
                  <a:lnTo>
                    <a:pt x="181561" y="372905"/>
                  </a:lnTo>
                  <a:lnTo>
                    <a:pt x="181704" y="373085"/>
                  </a:lnTo>
                  <a:lnTo>
                    <a:pt x="181982" y="373114"/>
                  </a:lnTo>
                  <a:lnTo>
                    <a:pt x="181566" y="373608"/>
                  </a:lnTo>
                  <a:lnTo>
                    <a:pt x="181414" y="374073"/>
                  </a:lnTo>
                  <a:lnTo>
                    <a:pt x="181760" y="374508"/>
                  </a:lnTo>
                  <a:lnTo>
                    <a:pt x="181566" y="374522"/>
                  </a:lnTo>
                  <a:lnTo>
                    <a:pt x="181418" y="374557"/>
                  </a:lnTo>
                  <a:lnTo>
                    <a:pt x="181270" y="374702"/>
                  </a:lnTo>
                  <a:lnTo>
                    <a:pt x="181158" y="374939"/>
                  </a:lnTo>
                  <a:lnTo>
                    <a:pt x="181076" y="375076"/>
                  </a:lnTo>
                  <a:lnTo>
                    <a:pt x="180668" y="375768"/>
                  </a:lnTo>
                  <a:lnTo>
                    <a:pt x="180479" y="375640"/>
                  </a:lnTo>
                  <a:lnTo>
                    <a:pt x="180106" y="375316"/>
                  </a:lnTo>
                  <a:lnTo>
                    <a:pt x="179693" y="375078"/>
                  </a:lnTo>
                  <a:lnTo>
                    <a:pt x="179468" y="374812"/>
                  </a:lnTo>
                  <a:lnTo>
                    <a:pt x="179320" y="374649"/>
                  </a:lnTo>
                  <a:lnTo>
                    <a:pt x="179167" y="374279"/>
                  </a:lnTo>
                  <a:lnTo>
                    <a:pt x="179111" y="374099"/>
                  </a:lnTo>
                  <a:lnTo>
                    <a:pt x="178636" y="374272"/>
                  </a:lnTo>
                  <a:lnTo>
                    <a:pt x="178553" y="374037"/>
                  </a:lnTo>
                  <a:lnTo>
                    <a:pt x="178530" y="373851"/>
                  </a:lnTo>
                  <a:lnTo>
                    <a:pt x="178441" y="373136"/>
                  </a:lnTo>
                  <a:lnTo>
                    <a:pt x="178735" y="372719"/>
                  </a:lnTo>
                  <a:lnTo>
                    <a:pt x="178873" y="372522"/>
                  </a:lnTo>
                  <a:lnTo>
                    <a:pt x="179086" y="372240"/>
                  </a:lnTo>
                  <a:lnTo>
                    <a:pt x="179296" y="371947"/>
                  </a:lnTo>
                  <a:lnTo>
                    <a:pt x="178830" y="371758"/>
                  </a:lnTo>
                  <a:lnTo>
                    <a:pt x="178533" y="372151"/>
                  </a:lnTo>
                  <a:lnTo>
                    <a:pt x="178274" y="372493"/>
                  </a:lnTo>
                  <a:lnTo>
                    <a:pt x="178156" y="372649"/>
                  </a:lnTo>
                  <a:lnTo>
                    <a:pt x="177934" y="372440"/>
                  </a:lnTo>
                  <a:lnTo>
                    <a:pt x="177933" y="372081"/>
                  </a:lnTo>
                  <a:lnTo>
                    <a:pt x="178253" y="371591"/>
                  </a:lnTo>
                  <a:lnTo>
                    <a:pt x="178364" y="371438"/>
                  </a:lnTo>
                  <a:lnTo>
                    <a:pt x="178407" y="370962"/>
                  </a:lnTo>
                  <a:lnTo>
                    <a:pt x="178238" y="371036"/>
                  </a:lnTo>
                  <a:lnTo>
                    <a:pt x="178143" y="371322"/>
                  </a:lnTo>
                  <a:lnTo>
                    <a:pt x="177831" y="371514"/>
                  </a:lnTo>
                  <a:lnTo>
                    <a:pt x="177485" y="371456"/>
                  </a:lnTo>
                  <a:lnTo>
                    <a:pt x="177381" y="371262"/>
                  </a:lnTo>
                  <a:lnTo>
                    <a:pt x="176974" y="371084"/>
                  </a:lnTo>
                  <a:lnTo>
                    <a:pt x="176833" y="371023"/>
                  </a:lnTo>
                  <a:lnTo>
                    <a:pt x="176470" y="370784"/>
                  </a:lnTo>
                  <a:lnTo>
                    <a:pt x="176313" y="370571"/>
                  </a:lnTo>
                  <a:lnTo>
                    <a:pt x="175868" y="369978"/>
                  </a:lnTo>
                  <a:lnTo>
                    <a:pt x="175572" y="369568"/>
                  </a:lnTo>
                  <a:lnTo>
                    <a:pt x="175717" y="369343"/>
                  </a:lnTo>
                  <a:lnTo>
                    <a:pt x="175497" y="369022"/>
                  </a:lnTo>
                  <a:lnTo>
                    <a:pt x="175078" y="368412"/>
                  </a:lnTo>
                  <a:lnTo>
                    <a:pt x="174862" y="368097"/>
                  </a:lnTo>
                  <a:lnTo>
                    <a:pt x="174340" y="367336"/>
                  </a:lnTo>
                  <a:lnTo>
                    <a:pt x="174073" y="366927"/>
                  </a:lnTo>
                  <a:lnTo>
                    <a:pt x="173851" y="366573"/>
                  </a:lnTo>
                  <a:lnTo>
                    <a:pt x="173646" y="366231"/>
                  </a:lnTo>
                  <a:lnTo>
                    <a:pt x="173416" y="365848"/>
                  </a:lnTo>
                  <a:lnTo>
                    <a:pt x="173281" y="365243"/>
                  </a:lnTo>
                  <a:lnTo>
                    <a:pt x="173267" y="364991"/>
                  </a:lnTo>
                  <a:lnTo>
                    <a:pt x="173244" y="364549"/>
                  </a:lnTo>
                  <a:lnTo>
                    <a:pt x="173185" y="364136"/>
                  </a:lnTo>
                  <a:lnTo>
                    <a:pt x="173217" y="363937"/>
                  </a:lnTo>
                  <a:lnTo>
                    <a:pt x="173319" y="363511"/>
                  </a:lnTo>
                  <a:lnTo>
                    <a:pt x="173383" y="363285"/>
                  </a:lnTo>
                  <a:lnTo>
                    <a:pt x="173526" y="362903"/>
                  </a:lnTo>
                  <a:lnTo>
                    <a:pt x="173753" y="362207"/>
                  </a:lnTo>
                  <a:lnTo>
                    <a:pt x="173753" y="360983"/>
                  </a:lnTo>
                  <a:lnTo>
                    <a:pt x="173659" y="360668"/>
                  </a:lnTo>
                  <a:lnTo>
                    <a:pt x="173402" y="359711"/>
                  </a:lnTo>
                  <a:lnTo>
                    <a:pt x="173213" y="359096"/>
                  </a:lnTo>
                  <a:lnTo>
                    <a:pt x="173144" y="358616"/>
                  </a:lnTo>
                  <a:lnTo>
                    <a:pt x="173475" y="357943"/>
                  </a:lnTo>
                  <a:lnTo>
                    <a:pt x="173618" y="357809"/>
                  </a:lnTo>
                  <a:lnTo>
                    <a:pt x="173982" y="357440"/>
                  </a:lnTo>
                  <a:lnTo>
                    <a:pt x="174102" y="357077"/>
                  </a:lnTo>
                  <a:lnTo>
                    <a:pt x="173904" y="357224"/>
                  </a:lnTo>
                  <a:lnTo>
                    <a:pt x="173702" y="357455"/>
                  </a:lnTo>
                  <a:lnTo>
                    <a:pt x="173479" y="357617"/>
                  </a:lnTo>
                  <a:lnTo>
                    <a:pt x="173319" y="357734"/>
                  </a:lnTo>
                  <a:lnTo>
                    <a:pt x="172930" y="357750"/>
                  </a:lnTo>
                  <a:lnTo>
                    <a:pt x="172789" y="357475"/>
                  </a:lnTo>
                  <a:lnTo>
                    <a:pt x="172398" y="356849"/>
                  </a:lnTo>
                  <a:lnTo>
                    <a:pt x="172242" y="356883"/>
                  </a:lnTo>
                  <a:lnTo>
                    <a:pt x="172154" y="357044"/>
                  </a:lnTo>
                  <a:lnTo>
                    <a:pt x="172244" y="357318"/>
                  </a:lnTo>
                  <a:lnTo>
                    <a:pt x="172273" y="357609"/>
                  </a:lnTo>
                  <a:lnTo>
                    <a:pt x="172253" y="357794"/>
                  </a:lnTo>
                  <a:lnTo>
                    <a:pt x="172335" y="357922"/>
                  </a:lnTo>
                  <a:lnTo>
                    <a:pt x="172350" y="358103"/>
                  </a:lnTo>
                  <a:lnTo>
                    <a:pt x="172347" y="358314"/>
                  </a:lnTo>
                  <a:lnTo>
                    <a:pt x="172258" y="359029"/>
                  </a:lnTo>
                  <a:lnTo>
                    <a:pt x="172185" y="360069"/>
                  </a:lnTo>
                  <a:lnTo>
                    <a:pt x="171697" y="360657"/>
                  </a:lnTo>
                  <a:lnTo>
                    <a:pt x="172202" y="361186"/>
                  </a:lnTo>
                  <a:lnTo>
                    <a:pt x="171543" y="362051"/>
                  </a:lnTo>
                  <a:lnTo>
                    <a:pt x="171193" y="362511"/>
                  </a:lnTo>
                  <a:lnTo>
                    <a:pt x="171052" y="362652"/>
                  </a:lnTo>
                  <a:lnTo>
                    <a:pt x="169634" y="361672"/>
                  </a:lnTo>
                  <a:lnTo>
                    <a:pt x="169003" y="362723"/>
                  </a:lnTo>
                  <a:lnTo>
                    <a:pt x="169234" y="362999"/>
                  </a:lnTo>
                  <a:lnTo>
                    <a:pt x="169503" y="363353"/>
                  </a:lnTo>
                  <a:lnTo>
                    <a:pt x="169317" y="363743"/>
                  </a:lnTo>
                  <a:lnTo>
                    <a:pt x="169283" y="363915"/>
                  </a:lnTo>
                  <a:lnTo>
                    <a:pt x="169223" y="364135"/>
                  </a:lnTo>
                  <a:lnTo>
                    <a:pt x="169144" y="364778"/>
                  </a:lnTo>
                  <a:lnTo>
                    <a:pt x="168774" y="364682"/>
                  </a:lnTo>
                  <a:lnTo>
                    <a:pt x="168742" y="365085"/>
                  </a:lnTo>
                  <a:lnTo>
                    <a:pt x="169045" y="365082"/>
                  </a:lnTo>
                  <a:lnTo>
                    <a:pt x="169027" y="365306"/>
                  </a:lnTo>
                  <a:lnTo>
                    <a:pt x="168942" y="366371"/>
                  </a:lnTo>
                  <a:lnTo>
                    <a:pt x="168886" y="367075"/>
                  </a:lnTo>
                  <a:lnTo>
                    <a:pt x="168875" y="367351"/>
                  </a:lnTo>
                  <a:lnTo>
                    <a:pt x="168931" y="367521"/>
                  </a:lnTo>
                  <a:lnTo>
                    <a:pt x="169125" y="367592"/>
                  </a:lnTo>
                  <a:lnTo>
                    <a:pt x="169066" y="367836"/>
                  </a:lnTo>
                  <a:lnTo>
                    <a:pt x="169232" y="367938"/>
                  </a:lnTo>
                  <a:lnTo>
                    <a:pt x="169533" y="368949"/>
                  </a:lnTo>
                  <a:lnTo>
                    <a:pt x="169417" y="369249"/>
                  </a:lnTo>
                  <a:lnTo>
                    <a:pt x="169469" y="369742"/>
                  </a:lnTo>
                  <a:lnTo>
                    <a:pt x="169421" y="370063"/>
                  </a:lnTo>
                  <a:lnTo>
                    <a:pt x="169283" y="370061"/>
                  </a:lnTo>
                  <a:lnTo>
                    <a:pt x="169448" y="370778"/>
                  </a:lnTo>
                  <a:lnTo>
                    <a:pt x="169650" y="371090"/>
                  </a:lnTo>
                  <a:lnTo>
                    <a:pt x="169710" y="371343"/>
                  </a:lnTo>
                  <a:lnTo>
                    <a:pt x="169359" y="371928"/>
                  </a:lnTo>
                  <a:lnTo>
                    <a:pt x="169056" y="372366"/>
                  </a:lnTo>
                  <a:lnTo>
                    <a:pt x="168813" y="372391"/>
                  </a:lnTo>
                  <a:lnTo>
                    <a:pt x="168459" y="372524"/>
                  </a:lnTo>
                  <a:lnTo>
                    <a:pt x="168025" y="373025"/>
                  </a:lnTo>
                  <a:lnTo>
                    <a:pt x="167773" y="373424"/>
                  </a:lnTo>
                  <a:lnTo>
                    <a:pt x="167723" y="373912"/>
                  </a:lnTo>
                  <a:lnTo>
                    <a:pt x="167610" y="374244"/>
                  </a:lnTo>
                  <a:lnTo>
                    <a:pt x="167484" y="374659"/>
                  </a:lnTo>
                  <a:lnTo>
                    <a:pt x="167464" y="374824"/>
                  </a:lnTo>
                  <a:lnTo>
                    <a:pt x="167273" y="374906"/>
                  </a:lnTo>
                  <a:lnTo>
                    <a:pt x="166829" y="375066"/>
                  </a:lnTo>
                  <a:lnTo>
                    <a:pt x="166610" y="375177"/>
                  </a:lnTo>
                  <a:lnTo>
                    <a:pt x="166364" y="375522"/>
                  </a:lnTo>
                  <a:lnTo>
                    <a:pt x="166219" y="375850"/>
                  </a:lnTo>
                  <a:lnTo>
                    <a:pt x="165861" y="375962"/>
                  </a:lnTo>
                  <a:lnTo>
                    <a:pt x="165665" y="376023"/>
                  </a:lnTo>
                  <a:lnTo>
                    <a:pt x="165041" y="376050"/>
                  </a:lnTo>
                  <a:lnTo>
                    <a:pt x="164859" y="376165"/>
                  </a:lnTo>
                  <a:lnTo>
                    <a:pt x="164858" y="376797"/>
                  </a:lnTo>
                  <a:lnTo>
                    <a:pt x="164558" y="376821"/>
                  </a:lnTo>
                  <a:lnTo>
                    <a:pt x="164257" y="376887"/>
                  </a:lnTo>
                  <a:lnTo>
                    <a:pt x="163882" y="376968"/>
                  </a:lnTo>
                  <a:lnTo>
                    <a:pt x="163342" y="376665"/>
                  </a:lnTo>
                  <a:lnTo>
                    <a:pt x="163139" y="376373"/>
                  </a:lnTo>
                  <a:lnTo>
                    <a:pt x="163054" y="376069"/>
                  </a:lnTo>
                  <a:lnTo>
                    <a:pt x="163097" y="375846"/>
                  </a:lnTo>
                  <a:lnTo>
                    <a:pt x="163126" y="375594"/>
                  </a:lnTo>
                  <a:lnTo>
                    <a:pt x="162819" y="375063"/>
                  </a:lnTo>
                  <a:lnTo>
                    <a:pt x="162245" y="374993"/>
                  </a:lnTo>
                  <a:lnTo>
                    <a:pt x="162027" y="374760"/>
                  </a:lnTo>
                  <a:lnTo>
                    <a:pt x="161906" y="374386"/>
                  </a:lnTo>
                  <a:lnTo>
                    <a:pt x="161754" y="373817"/>
                  </a:lnTo>
                  <a:lnTo>
                    <a:pt x="161564" y="373161"/>
                  </a:lnTo>
                  <a:lnTo>
                    <a:pt x="161353" y="373151"/>
                  </a:lnTo>
                  <a:lnTo>
                    <a:pt x="161335" y="372819"/>
                  </a:lnTo>
                  <a:lnTo>
                    <a:pt x="161441" y="372448"/>
                  </a:lnTo>
                  <a:lnTo>
                    <a:pt x="161229" y="372262"/>
                  </a:lnTo>
                  <a:lnTo>
                    <a:pt x="160969" y="372078"/>
                  </a:lnTo>
                  <a:lnTo>
                    <a:pt x="160209" y="371455"/>
                  </a:lnTo>
                  <a:lnTo>
                    <a:pt x="160140" y="371306"/>
                  </a:lnTo>
                  <a:lnTo>
                    <a:pt x="160101" y="371548"/>
                  </a:lnTo>
                  <a:lnTo>
                    <a:pt x="159939" y="371892"/>
                  </a:lnTo>
                  <a:lnTo>
                    <a:pt x="159749" y="371863"/>
                  </a:lnTo>
                  <a:lnTo>
                    <a:pt x="159521" y="371867"/>
                  </a:lnTo>
                  <a:lnTo>
                    <a:pt x="159253" y="371926"/>
                  </a:lnTo>
                  <a:lnTo>
                    <a:pt x="158872" y="372046"/>
                  </a:lnTo>
                  <a:lnTo>
                    <a:pt x="158499" y="372062"/>
                  </a:lnTo>
                  <a:lnTo>
                    <a:pt x="158149" y="372090"/>
                  </a:lnTo>
                  <a:lnTo>
                    <a:pt x="157925" y="372135"/>
                  </a:lnTo>
                  <a:lnTo>
                    <a:pt x="157581" y="372361"/>
                  </a:lnTo>
                  <a:lnTo>
                    <a:pt x="157121" y="372662"/>
                  </a:lnTo>
                  <a:lnTo>
                    <a:pt x="156961" y="372759"/>
                  </a:lnTo>
                  <a:lnTo>
                    <a:pt x="156790" y="372883"/>
                  </a:lnTo>
                  <a:lnTo>
                    <a:pt x="156330" y="373458"/>
                  </a:lnTo>
                  <a:lnTo>
                    <a:pt x="156118" y="373773"/>
                  </a:lnTo>
                  <a:lnTo>
                    <a:pt x="156183" y="374233"/>
                  </a:lnTo>
                  <a:lnTo>
                    <a:pt x="156423" y="374678"/>
                  </a:lnTo>
                  <a:lnTo>
                    <a:pt x="156040" y="375004"/>
                  </a:lnTo>
                  <a:lnTo>
                    <a:pt x="155860" y="375042"/>
                  </a:lnTo>
                  <a:lnTo>
                    <a:pt x="155562" y="374700"/>
                  </a:lnTo>
                  <a:lnTo>
                    <a:pt x="155413" y="374775"/>
                  </a:lnTo>
                  <a:lnTo>
                    <a:pt x="155103" y="374955"/>
                  </a:lnTo>
                  <a:lnTo>
                    <a:pt x="154769" y="375181"/>
                  </a:lnTo>
                  <a:lnTo>
                    <a:pt x="154515" y="374903"/>
                  </a:lnTo>
                  <a:lnTo>
                    <a:pt x="154226" y="375253"/>
                  </a:lnTo>
                  <a:lnTo>
                    <a:pt x="154121" y="375400"/>
                  </a:lnTo>
                  <a:lnTo>
                    <a:pt x="153911" y="375728"/>
                  </a:lnTo>
                  <a:lnTo>
                    <a:pt x="153709" y="376116"/>
                  </a:lnTo>
                  <a:lnTo>
                    <a:pt x="153639" y="376266"/>
                  </a:lnTo>
                  <a:lnTo>
                    <a:pt x="153585" y="376588"/>
                  </a:lnTo>
                  <a:lnTo>
                    <a:pt x="153501" y="377094"/>
                  </a:lnTo>
                  <a:lnTo>
                    <a:pt x="153156" y="377007"/>
                  </a:lnTo>
                  <a:lnTo>
                    <a:pt x="152920" y="376983"/>
                  </a:lnTo>
                  <a:lnTo>
                    <a:pt x="152783" y="377115"/>
                  </a:lnTo>
                  <a:lnTo>
                    <a:pt x="152677" y="377295"/>
                  </a:lnTo>
                  <a:lnTo>
                    <a:pt x="152291" y="377664"/>
                  </a:lnTo>
                  <a:lnTo>
                    <a:pt x="152124" y="377697"/>
                  </a:lnTo>
                  <a:lnTo>
                    <a:pt x="152113" y="377946"/>
                  </a:lnTo>
                  <a:lnTo>
                    <a:pt x="152093" y="378128"/>
                  </a:lnTo>
                  <a:lnTo>
                    <a:pt x="152075" y="378289"/>
                  </a:lnTo>
                  <a:lnTo>
                    <a:pt x="151690" y="378501"/>
                  </a:lnTo>
                  <a:lnTo>
                    <a:pt x="151598" y="378800"/>
                  </a:lnTo>
                  <a:lnTo>
                    <a:pt x="151555" y="379028"/>
                  </a:lnTo>
                  <a:lnTo>
                    <a:pt x="151526" y="379242"/>
                  </a:lnTo>
                  <a:lnTo>
                    <a:pt x="151498" y="379885"/>
                  </a:lnTo>
                  <a:lnTo>
                    <a:pt x="151497" y="380030"/>
                  </a:lnTo>
                  <a:lnTo>
                    <a:pt x="151485" y="380265"/>
                  </a:lnTo>
                  <a:lnTo>
                    <a:pt x="151264" y="380505"/>
                  </a:lnTo>
                  <a:lnTo>
                    <a:pt x="151131" y="380454"/>
                  </a:lnTo>
                  <a:lnTo>
                    <a:pt x="150834" y="380380"/>
                  </a:lnTo>
                  <a:lnTo>
                    <a:pt x="150494" y="380306"/>
                  </a:lnTo>
                  <a:lnTo>
                    <a:pt x="150278" y="380425"/>
                  </a:lnTo>
                  <a:lnTo>
                    <a:pt x="150475" y="380682"/>
                  </a:lnTo>
                  <a:lnTo>
                    <a:pt x="150538" y="380925"/>
                  </a:lnTo>
                  <a:lnTo>
                    <a:pt x="150565" y="381105"/>
                  </a:lnTo>
                  <a:lnTo>
                    <a:pt x="150480" y="381278"/>
                  </a:lnTo>
                  <a:lnTo>
                    <a:pt x="150118" y="381088"/>
                  </a:lnTo>
                  <a:lnTo>
                    <a:pt x="149868" y="381286"/>
                  </a:lnTo>
                  <a:lnTo>
                    <a:pt x="149785" y="381490"/>
                  </a:lnTo>
                  <a:lnTo>
                    <a:pt x="149563" y="381512"/>
                  </a:lnTo>
                  <a:lnTo>
                    <a:pt x="149019" y="381857"/>
                  </a:lnTo>
                  <a:lnTo>
                    <a:pt x="148692" y="381877"/>
                  </a:lnTo>
                  <a:lnTo>
                    <a:pt x="148374" y="381850"/>
                  </a:lnTo>
                  <a:lnTo>
                    <a:pt x="148168" y="381835"/>
                  </a:lnTo>
                  <a:lnTo>
                    <a:pt x="147502" y="382132"/>
                  </a:lnTo>
                  <a:lnTo>
                    <a:pt x="147175" y="381948"/>
                  </a:lnTo>
                  <a:lnTo>
                    <a:pt x="146974" y="381864"/>
                  </a:lnTo>
                  <a:lnTo>
                    <a:pt x="146649" y="381599"/>
                  </a:lnTo>
                  <a:lnTo>
                    <a:pt x="146536" y="381336"/>
                  </a:lnTo>
                  <a:lnTo>
                    <a:pt x="146494" y="381073"/>
                  </a:lnTo>
                  <a:lnTo>
                    <a:pt x="146362" y="381078"/>
                  </a:lnTo>
                  <a:lnTo>
                    <a:pt x="146095" y="381088"/>
                  </a:lnTo>
                  <a:lnTo>
                    <a:pt x="145844" y="381168"/>
                  </a:lnTo>
                  <a:lnTo>
                    <a:pt x="145284" y="380877"/>
                  </a:lnTo>
                  <a:lnTo>
                    <a:pt x="144781" y="380638"/>
                  </a:lnTo>
                  <a:lnTo>
                    <a:pt x="144762" y="380506"/>
                  </a:lnTo>
                  <a:lnTo>
                    <a:pt x="144432" y="380306"/>
                  </a:lnTo>
                  <a:lnTo>
                    <a:pt x="144018" y="380175"/>
                  </a:lnTo>
                  <a:lnTo>
                    <a:pt x="143816" y="379958"/>
                  </a:lnTo>
                  <a:lnTo>
                    <a:pt x="143609" y="379816"/>
                  </a:lnTo>
                  <a:lnTo>
                    <a:pt x="143421" y="379752"/>
                  </a:lnTo>
                  <a:lnTo>
                    <a:pt x="143064" y="379517"/>
                  </a:lnTo>
                  <a:lnTo>
                    <a:pt x="142935" y="379271"/>
                  </a:lnTo>
                  <a:lnTo>
                    <a:pt x="142763" y="379255"/>
                  </a:lnTo>
                  <a:lnTo>
                    <a:pt x="142601" y="379426"/>
                  </a:lnTo>
                  <a:lnTo>
                    <a:pt x="142344" y="379295"/>
                  </a:lnTo>
                  <a:lnTo>
                    <a:pt x="142028" y="379299"/>
                  </a:lnTo>
                  <a:lnTo>
                    <a:pt x="141613" y="379113"/>
                  </a:lnTo>
                  <a:lnTo>
                    <a:pt x="141220" y="378745"/>
                  </a:lnTo>
                  <a:lnTo>
                    <a:pt x="141037" y="378267"/>
                  </a:lnTo>
                  <a:lnTo>
                    <a:pt x="140906" y="377959"/>
                  </a:lnTo>
                  <a:lnTo>
                    <a:pt x="140759" y="377437"/>
                  </a:lnTo>
                  <a:lnTo>
                    <a:pt x="140734" y="377209"/>
                  </a:lnTo>
                  <a:lnTo>
                    <a:pt x="140705" y="376878"/>
                  </a:lnTo>
                  <a:lnTo>
                    <a:pt x="140696" y="376444"/>
                  </a:lnTo>
                  <a:lnTo>
                    <a:pt x="140732" y="376040"/>
                  </a:lnTo>
                  <a:lnTo>
                    <a:pt x="140611" y="375025"/>
                  </a:lnTo>
                  <a:lnTo>
                    <a:pt x="140590" y="374791"/>
                  </a:lnTo>
                  <a:lnTo>
                    <a:pt x="140614" y="374381"/>
                  </a:lnTo>
                  <a:lnTo>
                    <a:pt x="140767" y="373816"/>
                  </a:lnTo>
                  <a:lnTo>
                    <a:pt x="140855" y="373636"/>
                  </a:lnTo>
                  <a:lnTo>
                    <a:pt x="141078" y="373300"/>
                  </a:lnTo>
                  <a:lnTo>
                    <a:pt x="141258" y="373173"/>
                  </a:lnTo>
                  <a:lnTo>
                    <a:pt x="141969" y="372820"/>
                  </a:lnTo>
                  <a:lnTo>
                    <a:pt x="142193" y="372660"/>
                  </a:lnTo>
                  <a:lnTo>
                    <a:pt x="142522" y="372581"/>
                  </a:lnTo>
                  <a:lnTo>
                    <a:pt x="142885" y="372641"/>
                  </a:lnTo>
                  <a:lnTo>
                    <a:pt x="143459" y="372426"/>
                  </a:lnTo>
                  <a:lnTo>
                    <a:pt x="143680" y="372250"/>
                  </a:lnTo>
                  <a:lnTo>
                    <a:pt x="144040" y="372169"/>
                  </a:lnTo>
                  <a:lnTo>
                    <a:pt x="144410" y="372167"/>
                  </a:lnTo>
                  <a:lnTo>
                    <a:pt x="144823" y="372085"/>
                  </a:lnTo>
                  <a:lnTo>
                    <a:pt x="144781" y="371664"/>
                  </a:lnTo>
                  <a:lnTo>
                    <a:pt x="144521" y="372083"/>
                  </a:lnTo>
                  <a:lnTo>
                    <a:pt x="144030" y="371919"/>
                  </a:lnTo>
                  <a:lnTo>
                    <a:pt x="143758" y="371779"/>
                  </a:lnTo>
                  <a:lnTo>
                    <a:pt x="143545" y="371666"/>
                  </a:lnTo>
                  <a:lnTo>
                    <a:pt x="143326" y="371581"/>
                  </a:lnTo>
                  <a:lnTo>
                    <a:pt x="143145" y="371543"/>
                  </a:lnTo>
                  <a:lnTo>
                    <a:pt x="142651" y="371598"/>
                  </a:lnTo>
                  <a:lnTo>
                    <a:pt x="142506" y="371849"/>
                  </a:lnTo>
                  <a:lnTo>
                    <a:pt x="142278" y="372389"/>
                  </a:lnTo>
                  <a:lnTo>
                    <a:pt x="142129" y="372495"/>
                  </a:lnTo>
                  <a:lnTo>
                    <a:pt x="141646" y="372728"/>
                  </a:lnTo>
                  <a:lnTo>
                    <a:pt x="141314" y="372843"/>
                  </a:lnTo>
                  <a:lnTo>
                    <a:pt x="140972" y="373064"/>
                  </a:lnTo>
                  <a:lnTo>
                    <a:pt x="140609" y="373385"/>
                  </a:lnTo>
                  <a:lnTo>
                    <a:pt x="140520" y="373847"/>
                  </a:lnTo>
                  <a:lnTo>
                    <a:pt x="140420" y="373883"/>
                  </a:lnTo>
                  <a:lnTo>
                    <a:pt x="140226" y="373733"/>
                  </a:lnTo>
                  <a:lnTo>
                    <a:pt x="140039" y="373194"/>
                  </a:lnTo>
                  <a:lnTo>
                    <a:pt x="139961" y="372989"/>
                  </a:lnTo>
                  <a:lnTo>
                    <a:pt x="139865" y="372669"/>
                  </a:lnTo>
                  <a:lnTo>
                    <a:pt x="139819" y="372492"/>
                  </a:lnTo>
                  <a:lnTo>
                    <a:pt x="139614" y="372066"/>
                  </a:lnTo>
                  <a:lnTo>
                    <a:pt x="139487" y="371673"/>
                  </a:lnTo>
                  <a:lnTo>
                    <a:pt x="139430" y="371474"/>
                  </a:lnTo>
                  <a:lnTo>
                    <a:pt x="139309" y="371248"/>
                  </a:lnTo>
                  <a:lnTo>
                    <a:pt x="139014" y="370776"/>
                  </a:lnTo>
                  <a:lnTo>
                    <a:pt x="139061" y="370581"/>
                  </a:lnTo>
                  <a:lnTo>
                    <a:pt x="139090" y="370345"/>
                  </a:lnTo>
                  <a:lnTo>
                    <a:pt x="138976" y="370007"/>
                  </a:lnTo>
                  <a:lnTo>
                    <a:pt x="138821" y="369780"/>
                  </a:lnTo>
                  <a:lnTo>
                    <a:pt x="138538" y="369470"/>
                  </a:lnTo>
                  <a:lnTo>
                    <a:pt x="138531" y="369317"/>
                  </a:lnTo>
                  <a:lnTo>
                    <a:pt x="138871" y="368788"/>
                  </a:lnTo>
                  <a:lnTo>
                    <a:pt x="139038" y="368440"/>
                  </a:lnTo>
                  <a:lnTo>
                    <a:pt x="139023" y="367939"/>
                  </a:lnTo>
                  <a:lnTo>
                    <a:pt x="139285" y="367712"/>
                  </a:lnTo>
                  <a:lnTo>
                    <a:pt x="139686" y="367567"/>
                  </a:lnTo>
                  <a:lnTo>
                    <a:pt x="139734" y="367262"/>
                  </a:lnTo>
                  <a:lnTo>
                    <a:pt x="139772" y="367091"/>
                  </a:lnTo>
                  <a:lnTo>
                    <a:pt x="139860" y="366684"/>
                  </a:lnTo>
                  <a:lnTo>
                    <a:pt x="139906" y="366297"/>
                  </a:lnTo>
                  <a:lnTo>
                    <a:pt x="139665" y="365966"/>
                  </a:lnTo>
                  <a:lnTo>
                    <a:pt x="139677" y="366215"/>
                  </a:lnTo>
                  <a:lnTo>
                    <a:pt x="139621" y="366395"/>
                  </a:lnTo>
                  <a:lnTo>
                    <a:pt x="139597" y="366909"/>
                  </a:lnTo>
                  <a:lnTo>
                    <a:pt x="139435" y="367003"/>
                  </a:lnTo>
                  <a:lnTo>
                    <a:pt x="139134" y="367166"/>
                  </a:lnTo>
                  <a:lnTo>
                    <a:pt x="138673" y="367551"/>
                  </a:lnTo>
                  <a:lnTo>
                    <a:pt x="138626" y="367944"/>
                  </a:lnTo>
                  <a:lnTo>
                    <a:pt x="138622" y="368374"/>
                  </a:lnTo>
                  <a:lnTo>
                    <a:pt x="138237" y="368687"/>
                  </a:lnTo>
                  <a:lnTo>
                    <a:pt x="138303" y="369051"/>
                  </a:lnTo>
                  <a:lnTo>
                    <a:pt x="138337" y="369588"/>
                  </a:lnTo>
                  <a:lnTo>
                    <a:pt x="138617" y="369964"/>
                  </a:lnTo>
                  <a:lnTo>
                    <a:pt x="138710" y="370263"/>
                  </a:lnTo>
                  <a:lnTo>
                    <a:pt x="138750" y="370577"/>
                  </a:lnTo>
                  <a:lnTo>
                    <a:pt x="138892" y="371172"/>
                  </a:lnTo>
                  <a:lnTo>
                    <a:pt x="139034" y="371599"/>
                  </a:lnTo>
                  <a:lnTo>
                    <a:pt x="139082" y="371910"/>
                  </a:lnTo>
                  <a:lnTo>
                    <a:pt x="139122" y="372135"/>
                  </a:lnTo>
                  <a:lnTo>
                    <a:pt x="139175" y="372399"/>
                  </a:lnTo>
                  <a:lnTo>
                    <a:pt x="139239" y="372637"/>
                  </a:lnTo>
                  <a:lnTo>
                    <a:pt x="139395" y="373050"/>
                  </a:lnTo>
                  <a:lnTo>
                    <a:pt x="139521" y="373320"/>
                  </a:lnTo>
                  <a:lnTo>
                    <a:pt x="139591" y="373514"/>
                  </a:lnTo>
                  <a:lnTo>
                    <a:pt x="139682" y="374158"/>
                  </a:lnTo>
                  <a:lnTo>
                    <a:pt x="139807" y="374460"/>
                  </a:lnTo>
                  <a:lnTo>
                    <a:pt x="139837" y="374625"/>
                  </a:lnTo>
                  <a:lnTo>
                    <a:pt x="139859" y="374827"/>
                  </a:lnTo>
                  <a:lnTo>
                    <a:pt x="139884" y="375255"/>
                  </a:lnTo>
                  <a:lnTo>
                    <a:pt x="139943" y="375417"/>
                  </a:lnTo>
                  <a:lnTo>
                    <a:pt x="140029" y="375828"/>
                  </a:lnTo>
                  <a:lnTo>
                    <a:pt x="140014" y="376194"/>
                  </a:lnTo>
                  <a:lnTo>
                    <a:pt x="140014" y="376503"/>
                  </a:lnTo>
                  <a:lnTo>
                    <a:pt x="140016" y="376676"/>
                  </a:lnTo>
                  <a:lnTo>
                    <a:pt x="140027" y="376885"/>
                  </a:lnTo>
                  <a:lnTo>
                    <a:pt x="140054" y="377140"/>
                  </a:lnTo>
                  <a:lnTo>
                    <a:pt x="140150" y="377546"/>
                  </a:lnTo>
                  <a:lnTo>
                    <a:pt x="140224" y="377805"/>
                  </a:lnTo>
                  <a:lnTo>
                    <a:pt x="140293" y="377989"/>
                  </a:lnTo>
                  <a:lnTo>
                    <a:pt x="140391" y="378194"/>
                  </a:lnTo>
                  <a:lnTo>
                    <a:pt x="140343" y="378684"/>
                  </a:lnTo>
                  <a:lnTo>
                    <a:pt x="140354" y="378849"/>
                  </a:lnTo>
                  <a:lnTo>
                    <a:pt x="140345" y="379193"/>
                  </a:lnTo>
                  <a:lnTo>
                    <a:pt x="140417" y="379876"/>
                  </a:lnTo>
                  <a:lnTo>
                    <a:pt x="140475" y="380194"/>
                  </a:lnTo>
                  <a:lnTo>
                    <a:pt x="140349" y="380436"/>
                  </a:lnTo>
                  <a:lnTo>
                    <a:pt x="140399" y="380678"/>
                  </a:lnTo>
                  <a:lnTo>
                    <a:pt x="140502" y="380806"/>
                  </a:lnTo>
                  <a:lnTo>
                    <a:pt x="140519" y="381237"/>
                  </a:lnTo>
                  <a:lnTo>
                    <a:pt x="140400" y="381373"/>
                  </a:lnTo>
                  <a:lnTo>
                    <a:pt x="140230" y="381718"/>
                  </a:lnTo>
                  <a:lnTo>
                    <a:pt x="140098" y="382286"/>
                  </a:lnTo>
                  <a:lnTo>
                    <a:pt x="140176" y="382708"/>
                  </a:lnTo>
                  <a:lnTo>
                    <a:pt x="140222" y="382895"/>
                  </a:lnTo>
                  <a:lnTo>
                    <a:pt x="140132" y="383030"/>
                  </a:lnTo>
                  <a:lnTo>
                    <a:pt x="139929" y="383240"/>
                  </a:lnTo>
                  <a:lnTo>
                    <a:pt x="139608" y="383380"/>
                  </a:lnTo>
                  <a:lnTo>
                    <a:pt x="139424" y="383443"/>
                  </a:lnTo>
                  <a:lnTo>
                    <a:pt x="139210" y="383498"/>
                  </a:lnTo>
                  <a:lnTo>
                    <a:pt x="138964" y="383558"/>
                  </a:lnTo>
                  <a:lnTo>
                    <a:pt x="138555" y="383571"/>
                  </a:lnTo>
                  <a:lnTo>
                    <a:pt x="137856" y="383723"/>
                  </a:lnTo>
                  <a:lnTo>
                    <a:pt x="137419" y="384015"/>
                  </a:lnTo>
                  <a:lnTo>
                    <a:pt x="137461" y="384407"/>
                  </a:lnTo>
                  <a:lnTo>
                    <a:pt x="137208" y="384580"/>
                  </a:lnTo>
                  <a:lnTo>
                    <a:pt x="136808" y="384135"/>
                  </a:lnTo>
                  <a:lnTo>
                    <a:pt x="136285" y="384454"/>
                  </a:lnTo>
                  <a:lnTo>
                    <a:pt x="135981" y="384500"/>
                  </a:lnTo>
                  <a:lnTo>
                    <a:pt x="135737" y="384820"/>
                  </a:lnTo>
                  <a:lnTo>
                    <a:pt x="135433" y="384724"/>
                  </a:lnTo>
                  <a:lnTo>
                    <a:pt x="135162" y="384772"/>
                  </a:lnTo>
                  <a:lnTo>
                    <a:pt x="134269" y="384872"/>
                  </a:lnTo>
                  <a:lnTo>
                    <a:pt x="132820" y="384946"/>
                  </a:lnTo>
                  <a:lnTo>
                    <a:pt x="132515" y="384801"/>
                  </a:lnTo>
                  <a:lnTo>
                    <a:pt x="132515" y="384302"/>
                  </a:lnTo>
                  <a:lnTo>
                    <a:pt x="132408" y="384021"/>
                  </a:lnTo>
                  <a:lnTo>
                    <a:pt x="132138" y="383342"/>
                  </a:lnTo>
                  <a:lnTo>
                    <a:pt x="131862" y="383118"/>
                  </a:lnTo>
                  <a:lnTo>
                    <a:pt x="131726" y="383087"/>
                  </a:lnTo>
                  <a:lnTo>
                    <a:pt x="131423" y="383179"/>
                  </a:lnTo>
                  <a:lnTo>
                    <a:pt x="131025" y="383358"/>
                  </a:lnTo>
                  <a:lnTo>
                    <a:pt x="130971" y="382834"/>
                  </a:lnTo>
                  <a:lnTo>
                    <a:pt x="130767" y="382708"/>
                  </a:lnTo>
                  <a:lnTo>
                    <a:pt x="130252" y="382612"/>
                  </a:lnTo>
                  <a:lnTo>
                    <a:pt x="130107" y="382265"/>
                  </a:lnTo>
                  <a:lnTo>
                    <a:pt x="130029" y="382116"/>
                  </a:lnTo>
                  <a:lnTo>
                    <a:pt x="130352" y="381714"/>
                  </a:lnTo>
                  <a:lnTo>
                    <a:pt x="130330" y="381420"/>
                  </a:lnTo>
                  <a:lnTo>
                    <a:pt x="130210" y="381091"/>
                  </a:lnTo>
                  <a:lnTo>
                    <a:pt x="130250" y="380821"/>
                  </a:lnTo>
                  <a:lnTo>
                    <a:pt x="130311" y="380528"/>
                  </a:lnTo>
                  <a:lnTo>
                    <a:pt x="130348" y="380186"/>
                  </a:lnTo>
                  <a:lnTo>
                    <a:pt x="130091" y="380103"/>
                  </a:lnTo>
                  <a:lnTo>
                    <a:pt x="129561" y="379494"/>
                  </a:lnTo>
                  <a:lnTo>
                    <a:pt x="129282" y="379440"/>
                  </a:lnTo>
                  <a:lnTo>
                    <a:pt x="129022" y="379411"/>
                  </a:lnTo>
                  <a:lnTo>
                    <a:pt x="128638" y="379399"/>
                  </a:lnTo>
                  <a:lnTo>
                    <a:pt x="128202" y="379416"/>
                  </a:lnTo>
                  <a:lnTo>
                    <a:pt x="127762" y="379483"/>
                  </a:lnTo>
                  <a:lnTo>
                    <a:pt x="127226" y="379592"/>
                  </a:lnTo>
                  <a:lnTo>
                    <a:pt x="126565" y="379797"/>
                  </a:lnTo>
                  <a:lnTo>
                    <a:pt x="126086" y="379962"/>
                  </a:lnTo>
                  <a:lnTo>
                    <a:pt x="125747" y="380118"/>
                  </a:lnTo>
                  <a:lnTo>
                    <a:pt x="125318" y="380307"/>
                  </a:lnTo>
                  <a:lnTo>
                    <a:pt x="124842" y="380510"/>
                  </a:lnTo>
                  <a:lnTo>
                    <a:pt x="123954" y="380596"/>
                  </a:lnTo>
                  <a:lnTo>
                    <a:pt x="123714" y="380550"/>
                  </a:lnTo>
                  <a:lnTo>
                    <a:pt x="123449" y="380539"/>
                  </a:lnTo>
                  <a:lnTo>
                    <a:pt x="122761" y="380421"/>
                  </a:lnTo>
                  <a:lnTo>
                    <a:pt x="122451" y="380280"/>
                  </a:lnTo>
                  <a:lnTo>
                    <a:pt x="122301" y="380248"/>
                  </a:lnTo>
                  <a:lnTo>
                    <a:pt x="121955" y="380517"/>
                  </a:lnTo>
                  <a:lnTo>
                    <a:pt x="122641" y="380791"/>
                  </a:lnTo>
                  <a:lnTo>
                    <a:pt x="123016" y="380938"/>
                  </a:lnTo>
                  <a:lnTo>
                    <a:pt x="123411" y="381156"/>
                  </a:lnTo>
                  <a:lnTo>
                    <a:pt x="122264" y="381514"/>
                  </a:lnTo>
                  <a:lnTo>
                    <a:pt x="121872" y="381650"/>
                  </a:lnTo>
                  <a:lnTo>
                    <a:pt x="121675" y="381737"/>
                  </a:lnTo>
                  <a:lnTo>
                    <a:pt x="121539" y="381800"/>
                  </a:lnTo>
                  <a:lnTo>
                    <a:pt x="121167" y="381988"/>
                  </a:lnTo>
                  <a:lnTo>
                    <a:pt x="120792" y="382131"/>
                  </a:lnTo>
                  <a:lnTo>
                    <a:pt x="120622" y="382192"/>
                  </a:lnTo>
                  <a:lnTo>
                    <a:pt x="120423" y="382315"/>
                  </a:lnTo>
                  <a:lnTo>
                    <a:pt x="120006" y="382657"/>
                  </a:lnTo>
                  <a:lnTo>
                    <a:pt x="119834" y="382780"/>
                  </a:lnTo>
                  <a:lnTo>
                    <a:pt x="119414" y="383141"/>
                  </a:lnTo>
                  <a:lnTo>
                    <a:pt x="119285" y="383252"/>
                  </a:lnTo>
                  <a:lnTo>
                    <a:pt x="118757" y="383498"/>
                  </a:lnTo>
                  <a:lnTo>
                    <a:pt x="119363" y="382895"/>
                  </a:lnTo>
                  <a:lnTo>
                    <a:pt x="118171" y="384027"/>
                  </a:lnTo>
                  <a:lnTo>
                    <a:pt x="117509" y="384383"/>
                  </a:lnTo>
                  <a:lnTo>
                    <a:pt x="117133" y="384746"/>
                  </a:lnTo>
                  <a:lnTo>
                    <a:pt x="116439" y="385028"/>
                  </a:lnTo>
                  <a:lnTo>
                    <a:pt x="115696" y="385650"/>
                  </a:lnTo>
                  <a:lnTo>
                    <a:pt x="115405" y="385795"/>
                  </a:lnTo>
                  <a:lnTo>
                    <a:pt x="114892" y="385928"/>
                  </a:lnTo>
                  <a:lnTo>
                    <a:pt x="114548" y="386082"/>
                  </a:lnTo>
                  <a:lnTo>
                    <a:pt x="114087" y="386184"/>
                  </a:lnTo>
                  <a:lnTo>
                    <a:pt x="113825" y="386020"/>
                  </a:lnTo>
                  <a:lnTo>
                    <a:pt x="113357" y="385882"/>
                  </a:lnTo>
                  <a:lnTo>
                    <a:pt x="112979" y="385643"/>
                  </a:lnTo>
                  <a:lnTo>
                    <a:pt x="112958" y="385491"/>
                  </a:lnTo>
                  <a:lnTo>
                    <a:pt x="112775" y="384434"/>
                  </a:lnTo>
                  <a:lnTo>
                    <a:pt x="112739" y="384669"/>
                  </a:lnTo>
                  <a:lnTo>
                    <a:pt x="112322" y="385127"/>
                  </a:lnTo>
                  <a:lnTo>
                    <a:pt x="112116" y="384712"/>
                  </a:lnTo>
                  <a:lnTo>
                    <a:pt x="111961" y="384484"/>
                  </a:lnTo>
                  <a:lnTo>
                    <a:pt x="112452" y="383850"/>
                  </a:lnTo>
                  <a:lnTo>
                    <a:pt x="112620" y="383799"/>
                  </a:lnTo>
                  <a:lnTo>
                    <a:pt x="112871" y="383735"/>
                  </a:lnTo>
                  <a:lnTo>
                    <a:pt x="113042" y="383574"/>
                  </a:lnTo>
                  <a:lnTo>
                    <a:pt x="113198" y="383399"/>
                  </a:lnTo>
                  <a:lnTo>
                    <a:pt x="113125" y="383204"/>
                  </a:lnTo>
                  <a:lnTo>
                    <a:pt x="113016" y="382923"/>
                  </a:lnTo>
                  <a:lnTo>
                    <a:pt x="112589" y="383128"/>
                  </a:lnTo>
                  <a:lnTo>
                    <a:pt x="112334" y="383105"/>
                  </a:lnTo>
                  <a:lnTo>
                    <a:pt x="112503" y="382810"/>
                  </a:lnTo>
                  <a:lnTo>
                    <a:pt x="112763" y="382704"/>
                  </a:lnTo>
                  <a:lnTo>
                    <a:pt x="113174" y="382565"/>
                  </a:lnTo>
                  <a:lnTo>
                    <a:pt x="113374" y="382370"/>
                  </a:lnTo>
                  <a:lnTo>
                    <a:pt x="113110" y="382326"/>
                  </a:lnTo>
                  <a:lnTo>
                    <a:pt x="112945" y="382443"/>
                  </a:lnTo>
                  <a:lnTo>
                    <a:pt x="112768" y="382514"/>
                  </a:lnTo>
                  <a:lnTo>
                    <a:pt x="112476" y="382456"/>
                  </a:lnTo>
                  <a:lnTo>
                    <a:pt x="112235" y="382631"/>
                  </a:lnTo>
                  <a:lnTo>
                    <a:pt x="111888" y="383163"/>
                  </a:lnTo>
                  <a:lnTo>
                    <a:pt x="111397" y="383257"/>
                  </a:lnTo>
                  <a:lnTo>
                    <a:pt x="111441" y="383004"/>
                  </a:lnTo>
                  <a:lnTo>
                    <a:pt x="111393" y="382645"/>
                  </a:lnTo>
                  <a:lnTo>
                    <a:pt x="111499" y="381737"/>
                  </a:lnTo>
                  <a:lnTo>
                    <a:pt x="110991" y="381854"/>
                  </a:lnTo>
                  <a:lnTo>
                    <a:pt x="111074" y="381337"/>
                  </a:lnTo>
                  <a:lnTo>
                    <a:pt x="111159" y="381174"/>
                  </a:lnTo>
                  <a:lnTo>
                    <a:pt x="111231" y="381034"/>
                  </a:lnTo>
                  <a:lnTo>
                    <a:pt x="111065" y="380910"/>
                  </a:lnTo>
                  <a:lnTo>
                    <a:pt x="110944" y="381126"/>
                  </a:lnTo>
                  <a:lnTo>
                    <a:pt x="110569" y="381403"/>
                  </a:lnTo>
                  <a:lnTo>
                    <a:pt x="110129" y="381781"/>
                  </a:lnTo>
                  <a:lnTo>
                    <a:pt x="109865" y="381599"/>
                  </a:lnTo>
                  <a:lnTo>
                    <a:pt x="109566" y="381221"/>
                  </a:lnTo>
                  <a:lnTo>
                    <a:pt x="109443" y="381075"/>
                  </a:lnTo>
                  <a:lnTo>
                    <a:pt x="109103" y="381398"/>
                  </a:lnTo>
                  <a:lnTo>
                    <a:pt x="108971" y="381507"/>
                  </a:lnTo>
                  <a:lnTo>
                    <a:pt x="108751" y="381697"/>
                  </a:lnTo>
                  <a:lnTo>
                    <a:pt x="108360" y="381802"/>
                  </a:lnTo>
                  <a:lnTo>
                    <a:pt x="108223" y="381787"/>
                  </a:lnTo>
                  <a:lnTo>
                    <a:pt x="108084" y="381804"/>
                  </a:lnTo>
                  <a:lnTo>
                    <a:pt x="107692" y="381894"/>
                  </a:lnTo>
                  <a:lnTo>
                    <a:pt x="107215" y="381712"/>
                  </a:lnTo>
                  <a:lnTo>
                    <a:pt x="107114" y="380794"/>
                  </a:lnTo>
                  <a:lnTo>
                    <a:pt x="106935" y="380855"/>
                  </a:lnTo>
                  <a:lnTo>
                    <a:pt x="106930" y="381163"/>
                  </a:lnTo>
                  <a:lnTo>
                    <a:pt x="106803" y="381552"/>
                  </a:lnTo>
                  <a:lnTo>
                    <a:pt x="106135" y="381195"/>
                  </a:lnTo>
                  <a:lnTo>
                    <a:pt x="106287" y="381596"/>
                  </a:lnTo>
                  <a:lnTo>
                    <a:pt x="107337" y="382286"/>
                  </a:lnTo>
                  <a:lnTo>
                    <a:pt x="107198" y="382497"/>
                  </a:lnTo>
                  <a:lnTo>
                    <a:pt x="106765" y="382585"/>
                  </a:lnTo>
                  <a:lnTo>
                    <a:pt x="107548" y="383202"/>
                  </a:lnTo>
                  <a:lnTo>
                    <a:pt x="107681" y="383372"/>
                  </a:lnTo>
                  <a:lnTo>
                    <a:pt x="107898" y="383299"/>
                  </a:lnTo>
                  <a:lnTo>
                    <a:pt x="108129" y="383336"/>
                  </a:lnTo>
                  <a:lnTo>
                    <a:pt x="108395" y="383572"/>
                  </a:lnTo>
                  <a:lnTo>
                    <a:pt x="108321" y="383848"/>
                  </a:lnTo>
                  <a:lnTo>
                    <a:pt x="108351" y="384059"/>
                  </a:lnTo>
                  <a:lnTo>
                    <a:pt x="108461" y="384001"/>
                  </a:lnTo>
                  <a:lnTo>
                    <a:pt x="108713" y="383530"/>
                  </a:lnTo>
                  <a:lnTo>
                    <a:pt x="109084" y="383748"/>
                  </a:lnTo>
                  <a:lnTo>
                    <a:pt x="109576" y="384001"/>
                  </a:lnTo>
                  <a:lnTo>
                    <a:pt x="109898" y="384078"/>
                  </a:lnTo>
                  <a:lnTo>
                    <a:pt x="110320" y="384236"/>
                  </a:lnTo>
                  <a:lnTo>
                    <a:pt x="110883" y="384607"/>
                  </a:lnTo>
                  <a:lnTo>
                    <a:pt x="110858" y="385067"/>
                  </a:lnTo>
                  <a:lnTo>
                    <a:pt x="110782" y="385414"/>
                  </a:lnTo>
                  <a:lnTo>
                    <a:pt x="110763" y="385574"/>
                  </a:lnTo>
                  <a:lnTo>
                    <a:pt x="110795" y="385803"/>
                  </a:lnTo>
                  <a:lnTo>
                    <a:pt x="110555" y="386225"/>
                  </a:lnTo>
                  <a:lnTo>
                    <a:pt x="110784" y="386481"/>
                  </a:lnTo>
                  <a:lnTo>
                    <a:pt x="110770" y="386782"/>
                  </a:lnTo>
                  <a:lnTo>
                    <a:pt x="110627" y="387210"/>
                  </a:lnTo>
                  <a:lnTo>
                    <a:pt x="110539" y="387356"/>
                  </a:lnTo>
                  <a:lnTo>
                    <a:pt x="110363" y="387602"/>
                  </a:lnTo>
                  <a:lnTo>
                    <a:pt x="110288" y="387764"/>
                  </a:lnTo>
                  <a:lnTo>
                    <a:pt x="110246" y="388045"/>
                  </a:lnTo>
                  <a:lnTo>
                    <a:pt x="110140" y="388258"/>
                  </a:lnTo>
                  <a:lnTo>
                    <a:pt x="109886" y="388049"/>
                  </a:lnTo>
                  <a:lnTo>
                    <a:pt x="109708" y="388065"/>
                  </a:lnTo>
                  <a:lnTo>
                    <a:pt x="109668" y="388450"/>
                  </a:lnTo>
                  <a:lnTo>
                    <a:pt x="109803" y="388761"/>
                  </a:lnTo>
                  <a:lnTo>
                    <a:pt x="109953" y="389050"/>
                  </a:lnTo>
                  <a:lnTo>
                    <a:pt x="110348" y="389063"/>
                  </a:lnTo>
                  <a:lnTo>
                    <a:pt x="110582" y="389516"/>
                  </a:lnTo>
                  <a:lnTo>
                    <a:pt x="110079" y="389498"/>
                  </a:lnTo>
                  <a:lnTo>
                    <a:pt x="109741" y="389486"/>
                  </a:lnTo>
                  <a:lnTo>
                    <a:pt x="109031" y="389532"/>
                  </a:lnTo>
                  <a:lnTo>
                    <a:pt x="108641" y="389606"/>
                  </a:lnTo>
                  <a:lnTo>
                    <a:pt x="108393" y="389667"/>
                  </a:lnTo>
                  <a:lnTo>
                    <a:pt x="107937" y="389806"/>
                  </a:lnTo>
                  <a:lnTo>
                    <a:pt x="107512" y="390010"/>
                  </a:lnTo>
                  <a:lnTo>
                    <a:pt x="107348" y="390093"/>
                  </a:lnTo>
                  <a:lnTo>
                    <a:pt x="107136" y="390191"/>
                  </a:lnTo>
                  <a:lnTo>
                    <a:pt x="106936" y="390301"/>
                  </a:lnTo>
                  <a:lnTo>
                    <a:pt x="106564" y="390524"/>
                  </a:lnTo>
                  <a:lnTo>
                    <a:pt x="105900" y="391098"/>
                  </a:lnTo>
                  <a:lnTo>
                    <a:pt x="105603" y="391466"/>
                  </a:lnTo>
                  <a:lnTo>
                    <a:pt x="105416" y="391816"/>
                  </a:lnTo>
                  <a:lnTo>
                    <a:pt x="105306" y="392118"/>
                  </a:lnTo>
                  <a:lnTo>
                    <a:pt x="105223" y="392511"/>
                  </a:lnTo>
                  <a:lnTo>
                    <a:pt x="105322" y="392846"/>
                  </a:lnTo>
                  <a:lnTo>
                    <a:pt x="105292" y="393088"/>
                  </a:lnTo>
                  <a:lnTo>
                    <a:pt x="105307" y="393386"/>
                  </a:lnTo>
                  <a:lnTo>
                    <a:pt x="105464" y="393806"/>
                  </a:lnTo>
                  <a:lnTo>
                    <a:pt x="105287" y="394142"/>
                  </a:lnTo>
                  <a:lnTo>
                    <a:pt x="105060" y="394227"/>
                  </a:lnTo>
                  <a:lnTo>
                    <a:pt x="104656" y="394313"/>
                  </a:lnTo>
                  <a:lnTo>
                    <a:pt x="104028" y="395062"/>
                  </a:lnTo>
                  <a:lnTo>
                    <a:pt x="103858" y="394910"/>
                  </a:lnTo>
                  <a:lnTo>
                    <a:pt x="103885" y="394769"/>
                  </a:lnTo>
                  <a:lnTo>
                    <a:pt x="103618" y="394258"/>
                  </a:lnTo>
                  <a:lnTo>
                    <a:pt x="103725" y="394028"/>
                  </a:lnTo>
                  <a:lnTo>
                    <a:pt x="103327" y="393702"/>
                  </a:lnTo>
                  <a:lnTo>
                    <a:pt x="103090" y="393693"/>
                  </a:lnTo>
                  <a:lnTo>
                    <a:pt x="102832" y="393693"/>
                  </a:lnTo>
                  <a:lnTo>
                    <a:pt x="102558" y="393288"/>
                  </a:lnTo>
                  <a:lnTo>
                    <a:pt x="102405" y="393307"/>
                  </a:lnTo>
                  <a:lnTo>
                    <a:pt x="103121" y="394051"/>
                  </a:lnTo>
                  <a:lnTo>
                    <a:pt x="103511" y="394294"/>
                  </a:lnTo>
                  <a:lnTo>
                    <a:pt x="103436" y="394462"/>
                  </a:lnTo>
                  <a:lnTo>
                    <a:pt x="103289" y="394319"/>
                  </a:lnTo>
                  <a:lnTo>
                    <a:pt x="103104" y="394186"/>
                  </a:lnTo>
                  <a:lnTo>
                    <a:pt x="102892" y="394096"/>
                  </a:lnTo>
                  <a:lnTo>
                    <a:pt x="102760" y="394063"/>
                  </a:lnTo>
                  <a:lnTo>
                    <a:pt x="102630" y="394050"/>
                  </a:lnTo>
                  <a:lnTo>
                    <a:pt x="102240" y="394037"/>
                  </a:lnTo>
                  <a:lnTo>
                    <a:pt x="102042" y="394055"/>
                  </a:lnTo>
                  <a:lnTo>
                    <a:pt x="101630" y="394141"/>
                  </a:lnTo>
                  <a:lnTo>
                    <a:pt x="101356" y="394233"/>
                  </a:lnTo>
                  <a:lnTo>
                    <a:pt x="101219" y="394293"/>
                  </a:lnTo>
                  <a:lnTo>
                    <a:pt x="100697" y="394579"/>
                  </a:lnTo>
                  <a:lnTo>
                    <a:pt x="100297" y="394863"/>
                  </a:lnTo>
                  <a:lnTo>
                    <a:pt x="100144" y="394976"/>
                  </a:lnTo>
                  <a:lnTo>
                    <a:pt x="99829" y="395223"/>
                  </a:lnTo>
                  <a:lnTo>
                    <a:pt x="99317" y="395514"/>
                  </a:lnTo>
                  <a:lnTo>
                    <a:pt x="99070" y="395290"/>
                  </a:lnTo>
                  <a:lnTo>
                    <a:pt x="99455" y="394890"/>
                  </a:lnTo>
                  <a:lnTo>
                    <a:pt x="99510" y="394596"/>
                  </a:lnTo>
                  <a:lnTo>
                    <a:pt x="99303" y="394442"/>
                  </a:lnTo>
                  <a:lnTo>
                    <a:pt x="99136" y="394537"/>
                  </a:lnTo>
                  <a:lnTo>
                    <a:pt x="98991" y="394587"/>
                  </a:lnTo>
                  <a:lnTo>
                    <a:pt x="98340" y="394569"/>
                  </a:lnTo>
                  <a:lnTo>
                    <a:pt x="97889" y="394730"/>
                  </a:lnTo>
                  <a:lnTo>
                    <a:pt x="97655" y="394839"/>
                  </a:lnTo>
                  <a:lnTo>
                    <a:pt x="97409" y="395000"/>
                  </a:lnTo>
                  <a:lnTo>
                    <a:pt x="96989" y="395281"/>
                  </a:lnTo>
                  <a:lnTo>
                    <a:pt x="96744" y="395469"/>
                  </a:lnTo>
                  <a:lnTo>
                    <a:pt x="96396" y="395494"/>
                  </a:lnTo>
                  <a:lnTo>
                    <a:pt x="95957" y="395674"/>
                  </a:lnTo>
                  <a:lnTo>
                    <a:pt x="95941" y="395454"/>
                  </a:lnTo>
                  <a:lnTo>
                    <a:pt x="95867" y="395218"/>
                  </a:lnTo>
                  <a:lnTo>
                    <a:pt x="95479" y="395033"/>
                  </a:lnTo>
                  <a:lnTo>
                    <a:pt x="95190" y="394854"/>
                  </a:lnTo>
                  <a:lnTo>
                    <a:pt x="95120" y="394673"/>
                  </a:lnTo>
                  <a:lnTo>
                    <a:pt x="95322" y="394464"/>
                  </a:lnTo>
                  <a:lnTo>
                    <a:pt x="95645" y="394622"/>
                  </a:lnTo>
                  <a:lnTo>
                    <a:pt x="95885" y="394662"/>
                  </a:lnTo>
                  <a:lnTo>
                    <a:pt x="96027" y="394686"/>
                  </a:lnTo>
                  <a:lnTo>
                    <a:pt x="96164" y="394673"/>
                  </a:lnTo>
                  <a:lnTo>
                    <a:pt x="96392" y="394637"/>
                  </a:lnTo>
                  <a:lnTo>
                    <a:pt x="96508" y="394430"/>
                  </a:lnTo>
                  <a:lnTo>
                    <a:pt x="96214" y="394337"/>
                  </a:lnTo>
                  <a:lnTo>
                    <a:pt x="95426" y="394000"/>
                  </a:lnTo>
                  <a:lnTo>
                    <a:pt x="95098" y="393332"/>
                  </a:lnTo>
                  <a:lnTo>
                    <a:pt x="95092" y="393160"/>
                  </a:lnTo>
                  <a:lnTo>
                    <a:pt x="94647" y="392487"/>
                  </a:lnTo>
                  <a:lnTo>
                    <a:pt x="94437" y="392167"/>
                  </a:lnTo>
                  <a:lnTo>
                    <a:pt x="94388" y="391952"/>
                  </a:lnTo>
                  <a:lnTo>
                    <a:pt x="94227" y="392160"/>
                  </a:lnTo>
                  <a:lnTo>
                    <a:pt x="94370" y="392555"/>
                  </a:lnTo>
                  <a:lnTo>
                    <a:pt x="94282" y="393026"/>
                  </a:lnTo>
                  <a:lnTo>
                    <a:pt x="94273" y="393464"/>
                  </a:lnTo>
                  <a:lnTo>
                    <a:pt x="94279" y="393777"/>
                  </a:lnTo>
                  <a:lnTo>
                    <a:pt x="94518" y="393954"/>
                  </a:lnTo>
                  <a:lnTo>
                    <a:pt x="93387" y="394417"/>
                  </a:lnTo>
                  <a:lnTo>
                    <a:pt x="92751" y="394200"/>
                  </a:lnTo>
                  <a:lnTo>
                    <a:pt x="92188" y="393906"/>
                  </a:lnTo>
                  <a:lnTo>
                    <a:pt x="91944" y="393873"/>
                  </a:lnTo>
                  <a:lnTo>
                    <a:pt x="91589" y="393896"/>
                  </a:lnTo>
                  <a:lnTo>
                    <a:pt x="91648" y="394163"/>
                  </a:lnTo>
                  <a:lnTo>
                    <a:pt x="91819" y="394065"/>
                  </a:lnTo>
                  <a:lnTo>
                    <a:pt x="92189" y="394110"/>
                  </a:lnTo>
                  <a:lnTo>
                    <a:pt x="92317" y="394380"/>
                  </a:lnTo>
                  <a:lnTo>
                    <a:pt x="92449" y="394655"/>
                  </a:lnTo>
                  <a:lnTo>
                    <a:pt x="92597" y="394693"/>
                  </a:lnTo>
                  <a:lnTo>
                    <a:pt x="93185" y="394771"/>
                  </a:lnTo>
                  <a:lnTo>
                    <a:pt x="92957" y="394950"/>
                  </a:lnTo>
                  <a:lnTo>
                    <a:pt x="92827" y="394977"/>
                  </a:lnTo>
                  <a:lnTo>
                    <a:pt x="92190" y="395189"/>
                  </a:lnTo>
                  <a:lnTo>
                    <a:pt x="91862" y="395313"/>
                  </a:lnTo>
                  <a:lnTo>
                    <a:pt x="91609" y="395447"/>
                  </a:lnTo>
                  <a:lnTo>
                    <a:pt x="91288" y="395645"/>
                  </a:lnTo>
                  <a:lnTo>
                    <a:pt x="91012" y="395873"/>
                  </a:lnTo>
                  <a:lnTo>
                    <a:pt x="90820" y="396118"/>
                  </a:lnTo>
                  <a:lnTo>
                    <a:pt x="90428" y="396571"/>
                  </a:lnTo>
                  <a:lnTo>
                    <a:pt x="90170" y="396890"/>
                  </a:lnTo>
                  <a:lnTo>
                    <a:pt x="89851" y="397231"/>
                  </a:lnTo>
                  <a:lnTo>
                    <a:pt x="89645" y="397432"/>
                  </a:lnTo>
                  <a:lnTo>
                    <a:pt x="89219" y="397807"/>
                  </a:lnTo>
                  <a:lnTo>
                    <a:pt x="89088" y="397899"/>
                  </a:lnTo>
                  <a:lnTo>
                    <a:pt x="88617" y="398312"/>
                  </a:lnTo>
                  <a:lnTo>
                    <a:pt x="88326" y="398494"/>
                  </a:lnTo>
                  <a:lnTo>
                    <a:pt x="88001" y="398926"/>
                  </a:lnTo>
                  <a:lnTo>
                    <a:pt x="87834" y="399062"/>
                  </a:lnTo>
                  <a:lnTo>
                    <a:pt x="87567" y="398963"/>
                  </a:lnTo>
                  <a:lnTo>
                    <a:pt x="87211" y="399234"/>
                  </a:lnTo>
                  <a:lnTo>
                    <a:pt x="86808" y="399850"/>
                  </a:lnTo>
                  <a:lnTo>
                    <a:pt x="86735" y="400060"/>
                  </a:lnTo>
                  <a:lnTo>
                    <a:pt x="86474" y="400194"/>
                  </a:lnTo>
                  <a:lnTo>
                    <a:pt x="86135" y="400067"/>
                  </a:lnTo>
                  <a:lnTo>
                    <a:pt x="85959" y="400186"/>
                  </a:lnTo>
                  <a:lnTo>
                    <a:pt x="85664" y="399797"/>
                  </a:lnTo>
                  <a:lnTo>
                    <a:pt x="85721" y="399629"/>
                  </a:lnTo>
                  <a:lnTo>
                    <a:pt x="85757" y="399437"/>
                  </a:lnTo>
                  <a:lnTo>
                    <a:pt x="85698" y="399261"/>
                  </a:lnTo>
                  <a:lnTo>
                    <a:pt x="85593" y="398973"/>
                  </a:lnTo>
                  <a:lnTo>
                    <a:pt x="85627" y="398800"/>
                  </a:lnTo>
                  <a:lnTo>
                    <a:pt x="85770" y="398950"/>
                  </a:lnTo>
                  <a:lnTo>
                    <a:pt x="86329" y="399132"/>
                  </a:lnTo>
                  <a:lnTo>
                    <a:pt x="87017" y="398586"/>
                  </a:lnTo>
                  <a:lnTo>
                    <a:pt x="86762" y="398111"/>
                  </a:lnTo>
                  <a:lnTo>
                    <a:pt x="86866" y="397942"/>
                  </a:lnTo>
                  <a:lnTo>
                    <a:pt x="86957" y="397774"/>
                  </a:lnTo>
                  <a:lnTo>
                    <a:pt x="87128" y="397449"/>
                  </a:lnTo>
                  <a:lnTo>
                    <a:pt x="87445" y="397127"/>
                  </a:lnTo>
                  <a:lnTo>
                    <a:pt x="87508" y="396903"/>
                  </a:lnTo>
                  <a:lnTo>
                    <a:pt x="87155" y="396649"/>
                  </a:lnTo>
                  <a:lnTo>
                    <a:pt x="87148" y="396438"/>
                  </a:lnTo>
                  <a:lnTo>
                    <a:pt x="86929" y="396414"/>
                  </a:lnTo>
                  <a:lnTo>
                    <a:pt x="86456" y="395968"/>
                  </a:lnTo>
                  <a:lnTo>
                    <a:pt x="86252" y="395945"/>
                  </a:lnTo>
                  <a:lnTo>
                    <a:pt x="86038" y="396130"/>
                  </a:lnTo>
                  <a:lnTo>
                    <a:pt x="85875" y="396390"/>
                  </a:lnTo>
                  <a:lnTo>
                    <a:pt x="85661" y="396327"/>
                  </a:lnTo>
                  <a:lnTo>
                    <a:pt x="85437" y="396278"/>
                  </a:lnTo>
                  <a:lnTo>
                    <a:pt x="85214" y="396259"/>
                  </a:lnTo>
                  <a:lnTo>
                    <a:pt x="85171" y="396082"/>
                  </a:lnTo>
                  <a:lnTo>
                    <a:pt x="84782" y="396069"/>
                  </a:lnTo>
                  <a:lnTo>
                    <a:pt x="84576" y="395786"/>
                  </a:lnTo>
                  <a:lnTo>
                    <a:pt x="83873" y="395344"/>
                  </a:lnTo>
                  <a:lnTo>
                    <a:pt x="83283" y="395213"/>
                  </a:lnTo>
                  <a:lnTo>
                    <a:pt x="82670" y="395322"/>
                  </a:lnTo>
                  <a:lnTo>
                    <a:pt x="82525" y="395418"/>
                  </a:lnTo>
                  <a:lnTo>
                    <a:pt x="82373" y="395952"/>
                  </a:lnTo>
                  <a:lnTo>
                    <a:pt x="82424" y="396093"/>
                  </a:lnTo>
                  <a:lnTo>
                    <a:pt x="82822" y="395925"/>
                  </a:lnTo>
                  <a:lnTo>
                    <a:pt x="83084" y="395884"/>
                  </a:lnTo>
                  <a:lnTo>
                    <a:pt x="83365" y="395884"/>
                  </a:lnTo>
                  <a:lnTo>
                    <a:pt x="83797" y="395885"/>
                  </a:lnTo>
                  <a:lnTo>
                    <a:pt x="84074" y="395920"/>
                  </a:lnTo>
                  <a:lnTo>
                    <a:pt x="84387" y="396303"/>
                  </a:lnTo>
                  <a:lnTo>
                    <a:pt x="84636" y="396450"/>
                  </a:lnTo>
                  <a:lnTo>
                    <a:pt x="84705" y="396718"/>
                  </a:lnTo>
                  <a:lnTo>
                    <a:pt x="84456" y="396983"/>
                  </a:lnTo>
                  <a:lnTo>
                    <a:pt x="84279" y="396966"/>
                  </a:lnTo>
                  <a:lnTo>
                    <a:pt x="83917" y="396889"/>
                  </a:lnTo>
                  <a:lnTo>
                    <a:pt x="83608" y="396820"/>
                  </a:lnTo>
                  <a:lnTo>
                    <a:pt x="83459" y="396838"/>
                  </a:lnTo>
                  <a:lnTo>
                    <a:pt x="83215" y="396881"/>
                  </a:lnTo>
                  <a:lnTo>
                    <a:pt x="82676" y="397023"/>
                  </a:lnTo>
                  <a:lnTo>
                    <a:pt x="82205" y="397201"/>
                  </a:lnTo>
                  <a:lnTo>
                    <a:pt x="82057" y="397270"/>
                  </a:lnTo>
                  <a:lnTo>
                    <a:pt x="81665" y="397428"/>
                  </a:lnTo>
                  <a:lnTo>
                    <a:pt x="81142" y="397622"/>
                  </a:lnTo>
                  <a:lnTo>
                    <a:pt x="80633" y="397659"/>
                  </a:lnTo>
                  <a:lnTo>
                    <a:pt x="80342" y="397728"/>
                  </a:lnTo>
                  <a:lnTo>
                    <a:pt x="79858" y="397605"/>
                  </a:lnTo>
                  <a:lnTo>
                    <a:pt x="79629" y="397560"/>
                  </a:lnTo>
                  <a:lnTo>
                    <a:pt x="79287" y="397591"/>
                  </a:lnTo>
                  <a:lnTo>
                    <a:pt x="79011" y="397669"/>
                  </a:lnTo>
                  <a:lnTo>
                    <a:pt x="78693" y="397844"/>
                  </a:lnTo>
                  <a:lnTo>
                    <a:pt x="78296" y="398001"/>
                  </a:lnTo>
                  <a:lnTo>
                    <a:pt x="78230" y="397872"/>
                  </a:lnTo>
                  <a:lnTo>
                    <a:pt x="78141" y="397733"/>
                  </a:lnTo>
                  <a:lnTo>
                    <a:pt x="77928" y="397502"/>
                  </a:lnTo>
                  <a:lnTo>
                    <a:pt x="77693" y="397295"/>
                  </a:lnTo>
                  <a:lnTo>
                    <a:pt x="77701" y="396973"/>
                  </a:lnTo>
                  <a:lnTo>
                    <a:pt x="78070" y="397048"/>
                  </a:lnTo>
                  <a:lnTo>
                    <a:pt x="78019" y="396733"/>
                  </a:lnTo>
                  <a:lnTo>
                    <a:pt x="77824" y="396762"/>
                  </a:lnTo>
                  <a:lnTo>
                    <a:pt x="77515" y="396894"/>
                  </a:lnTo>
                  <a:lnTo>
                    <a:pt x="77341" y="396751"/>
                  </a:lnTo>
                  <a:lnTo>
                    <a:pt x="77177" y="396614"/>
                  </a:lnTo>
                  <a:lnTo>
                    <a:pt x="76997" y="396506"/>
                  </a:lnTo>
                  <a:lnTo>
                    <a:pt x="77011" y="396336"/>
                  </a:lnTo>
                  <a:lnTo>
                    <a:pt x="77050" y="396110"/>
                  </a:lnTo>
                  <a:lnTo>
                    <a:pt x="77253" y="395710"/>
                  </a:lnTo>
                  <a:lnTo>
                    <a:pt x="77310" y="395545"/>
                  </a:lnTo>
                  <a:lnTo>
                    <a:pt x="77333" y="395318"/>
                  </a:lnTo>
                  <a:lnTo>
                    <a:pt x="77159" y="395204"/>
                  </a:lnTo>
                  <a:lnTo>
                    <a:pt x="76888" y="395044"/>
                  </a:lnTo>
                  <a:lnTo>
                    <a:pt x="76708" y="395048"/>
                  </a:lnTo>
                  <a:lnTo>
                    <a:pt x="76540" y="395037"/>
                  </a:lnTo>
                  <a:lnTo>
                    <a:pt x="75876" y="394951"/>
                  </a:lnTo>
                  <a:lnTo>
                    <a:pt x="75130" y="394196"/>
                  </a:lnTo>
                  <a:lnTo>
                    <a:pt x="75085" y="394022"/>
                  </a:lnTo>
                  <a:lnTo>
                    <a:pt x="75014" y="394340"/>
                  </a:lnTo>
                  <a:lnTo>
                    <a:pt x="74959" y="394520"/>
                  </a:lnTo>
                  <a:lnTo>
                    <a:pt x="74796" y="394729"/>
                  </a:lnTo>
                  <a:lnTo>
                    <a:pt x="74401" y="395170"/>
                  </a:lnTo>
                  <a:lnTo>
                    <a:pt x="74166" y="395052"/>
                  </a:lnTo>
                  <a:lnTo>
                    <a:pt x="74339" y="395251"/>
                  </a:lnTo>
                  <a:lnTo>
                    <a:pt x="73722" y="395833"/>
                  </a:lnTo>
                  <a:lnTo>
                    <a:pt x="73474" y="396576"/>
                  </a:lnTo>
                  <a:lnTo>
                    <a:pt x="73656" y="396619"/>
                  </a:lnTo>
                  <a:lnTo>
                    <a:pt x="73982" y="396547"/>
                  </a:lnTo>
                  <a:lnTo>
                    <a:pt x="74228" y="397004"/>
                  </a:lnTo>
                  <a:lnTo>
                    <a:pt x="74188" y="397266"/>
                  </a:lnTo>
                  <a:lnTo>
                    <a:pt x="74407" y="397445"/>
                  </a:lnTo>
                  <a:lnTo>
                    <a:pt x="74559" y="397271"/>
                  </a:lnTo>
                  <a:lnTo>
                    <a:pt x="74632" y="397068"/>
                  </a:lnTo>
                  <a:lnTo>
                    <a:pt x="75059" y="396876"/>
                  </a:lnTo>
                  <a:lnTo>
                    <a:pt x="75292" y="397023"/>
                  </a:lnTo>
                  <a:lnTo>
                    <a:pt x="75645" y="397109"/>
                  </a:lnTo>
                  <a:lnTo>
                    <a:pt x="75776" y="396759"/>
                  </a:lnTo>
                  <a:lnTo>
                    <a:pt x="75990" y="396629"/>
                  </a:lnTo>
                  <a:lnTo>
                    <a:pt x="76148" y="396614"/>
                  </a:lnTo>
                  <a:lnTo>
                    <a:pt x="76541" y="396722"/>
                  </a:lnTo>
                  <a:lnTo>
                    <a:pt x="76917" y="397007"/>
                  </a:lnTo>
                  <a:lnTo>
                    <a:pt x="77078" y="397142"/>
                  </a:lnTo>
                  <a:lnTo>
                    <a:pt x="77557" y="397686"/>
                  </a:lnTo>
                  <a:lnTo>
                    <a:pt x="77290" y="397833"/>
                  </a:lnTo>
                  <a:lnTo>
                    <a:pt x="76743" y="397950"/>
                  </a:lnTo>
                  <a:lnTo>
                    <a:pt x="76318" y="398023"/>
                  </a:lnTo>
                  <a:lnTo>
                    <a:pt x="75498" y="398294"/>
                  </a:lnTo>
                  <a:lnTo>
                    <a:pt x="75204" y="398409"/>
                  </a:lnTo>
                  <a:lnTo>
                    <a:pt x="74929" y="398534"/>
                  </a:lnTo>
                  <a:lnTo>
                    <a:pt x="74391" y="398887"/>
                  </a:lnTo>
                  <a:lnTo>
                    <a:pt x="73820" y="399324"/>
                  </a:lnTo>
                  <a:lnTo>
                    <a:pt x="73649" y="399470"/>
                  </a:lnTo>
                  <a:lnTo>
                    <a:pt x="73451" y="399651"/>
                  </a:lnTo>
                  <a:lnTo>
                    <a:pt x="72913" y="399692"/>
                  </a:lnTo>
                  <a:lnTo>
                    <a:pt x="72667" y="399696"/>
                  </a:lnTo>
                  <a:lnTo>
                    <a:pt x="72525" y="399745"/>
                  </a:lnTo>
                  <a:lnTo>
                    <a:pt x="72338" y="399825"/>
                  </a:lnTo>
                  <a:lnTo>
                    <a:pt x="72181" y="399905"/>
                  </a:lnTo>
                  <a:lnTo>
                    <a:pt x="71822" y="400174"/>
                  </a:lnTo>
                  <a:lnTo>
                    <a:pt x="71611" y="400324"/>
                  </a:lnTo>
                  <a:lnTo>
                    <a:pt x="70375" y="400234"/>
                  </a:lnTo>
                  <a:lnTo>
                    <a:pt x="69690" y="400602"/>
                  </a:lnTo>
                  <a:lnTo>
                    <a:pt x="69196" y="400997"/>
                  </a:lnTo>
                  <a:lnTo>
                    <a:pt x="68957" y="401236"/>
                  </a:lnTo>
                  <a:lnTo>
                    <a:pt x="68774" y="401431"/>
                  </a:lnTo>
                  <a:lnTo>
                    <a:pt x="68304" y="401947"/>
                  </a:lnTo>
                  <a:lnTo>
                    <a:pt x="67949" y="402044"/>
                  </a:lnTo>
                  <a:lnTo>
                    <a:pt x="67762" y="402007"/>
                  </a:lnTo>
                  <a:lnTo>
                    <a:pt x="67517" y="401962"/>
                  </a:lnTo>
                  <a:lnTo>
                    <a:pt x="67251" y="402052"/>
                  </a:lnTo>
                  <a:lnTo>
                    <a:pt x="67104" y="402061"/>
                  </a:lnTo>
                  <a:lnTo>
                    <a:pt x="66591" y="401711"/>
                  </a:lnTo>
                  <a:lnTo>
                    <a:pt x="66087" y="401702"/>
                  </a:lnTo>
                  <a:lnTo>
                    <a:pt x="65724" y="401883"/>
                  </a:lnTo>
                  <a:lnTo>
                    <a:pt x="65516" y="401940"/>
                  </a:lnTo>
                  <a:lnTo>
                    <a:pt x="65462" y="401752"/>
                  </a:lnTo>
                  <a:lnTo>
                    <a:pt x="65321" y="401543"/>
                  </a:lnTo>
                  <a:lnTo>
                    <a:pt x="64805" y="401321"/>
                  </a:lnTo>
                  <a:lnTo>
                    <a:pt x="64623" y="401341"/>
                  </a:lnTo>
                  <a:lnTo>
                    <a:pt x="63996" y="401374"/>
                  </a:lnTo>
                  <a:lnTo>
                    <a:pt x="63926" y="401143"/>
                  </a:lnTo>
                  <a:lnTo>
                    <a:pt x="63455" y="401258"/>
                  </a:lnTo>
                  <a:lnTo>
                    <a:pt x="63274" y="401309"/>
                  </a:lnTo>
                  <a:lnTo>
                    <a:pt x="62921" y="401417"/>
                  </a:lnTo>
                  <a:lnTo>
                    <a:pt x="62683" y="401508"/>
                  </a:lnTo>
                  <a:lnTo>
                    <a:pt x="62057" y="402086"/>
                  </a:lnTo>
                  <a:lnTo>
                    <a:pt x="61422" y="402128"/>
                  </a:lnTo>
                  <a:lnTo>
                    <a:pt x="61359" y="402398"/>
                  </a:lnTo>
                  <a:lnTo>
                    <a:pt x="61030" y="402744"/>
                  </a:lnTo>
                  <a:lnTo>
                    <a:pt x="60817" y="402900"/>
                  </a:lnTo>
                  <a:lnTo>
                    <a:pt x="60586" y="403120"/>
                  </a:lnTo>
                  <a:lnTo>
                    <a:pt x="60460" y="403269"/>
                  </a:lnTo>
                  <a:lnTo>
                    <a:pt x="60209" y="403568"/>
                  </a:lnTo>
                  <a:lnTo>
                    <a:pt x="60016" y="403798"/>
                  </a:lnTo>
                  <a:lnTo>
                    <a:pt x="59820" y="404053"/>
                  </a:lnTo>
                  <a:lnTo>
                    <a:pt x="59519" y="404461"/>
                  </a:lnTo>
                  <a:lnTo>
                    <a:pt x="59338" y="404743"/>
                  </a:lnTo>
                  <a:lnTo>
                    <a:pt x="59112" y="405099"/>
                  </a:lnTo>
                  <a:lnTo>
                    <a:pt x="58962" y="405349"/>
                  </a:lnTo>
                  <a:lnTo>
                    <a:pt x="58659" y="405773"/>
                  </a:lnTo>
                  <a:lnTo>
                    <a:pt x="58395" y="406159"/>
                  </a:lnTo>
                  <a:lnTo>
                    <a:pt x="58304" y="406302"/>
                  </a:lnTo>
                  <a:lnTo>
                    <a:pt x="58087" y="406726"/>
                  </a:lnTo>
                  <a:lnTo>
                    <a:pt x="57912" y="407121"/>
                  </a:lnTo>
                  <a:lnTo>
                    <a:pt x="57758" y="407533"/>
                  </a:lnTo>
                  <a:lnTo>
                    <a:pt x="57628" y="407936"/>
                  </a:lnTo>
                  <a:lnTo>
                    <a:pt x="57595" y="408121"/>
                  </a:lnTo>
                  <a:lnTo>
                    <a:pt x="57522" y="408347"/>
                  </a:lnTo>
                  <a:lnTo>
                    <a:pt x="57409" y="408666"/>
                  </a:lnTo>
                  <a:lnTo>
                    <a:pt x="57298" y="408918"/>
                  </a:lnTo>
                  <a:lnTo>
                    <a:pt x="57171" y="409156"/>
                  </a:lnTo>
                  <a:lnTo>
                    <a:pt x="56982" y="409510"/>
                  </a:lnTo>
                  <a:lnTo>
                    <a:pt x="56689" y="409711"/>
                  </a:lnTo>
                  <a:lnTo>
                    <a:pt x="56538" y="409905"/>
                  </a:lnTo>
                  <a:lnTo>
                    <a:pt x="56344" y="410195"/>
                  </a:lnTo>
                  <a:lnTo>
                    <a:pt x="56038" y="410584"/>
                  </a:lnTo>
                  <a:lnTo>
                    <a:pt x="55702" y="410773"/>
                  </a:lnTo>
                  <a:lnTo>
                    <a:pt x="55370" y="410923"/>
                  </a:lnTo>
                  <a:lnTo>
                    <a:pt x="55114" y="410876"/>
                  </a:lnTo>
                  <a:lnTo>
                    <a:pt x="54980" y="410694"/>
                  </a:lnTo>
                  <a:lnTo>
                    <a:pt x="54916" y="410562"/>
                  </a:lnTo>
                  <a:lnTo>
                    <a:pt x="54765" y="410568"/>
                  </a:lnTo>
                  <a:lnTo>
                    <a:pt x="54679" y="411020"/>
                  </a:lnTo>
                  <a:lnTo>
                    <a:pt x="54044" y="411025"/>
                  </a:lnTo>
                  <a:lnTo>
                    <a:pt x="53844" y="410967"/>
                  </a:lnTo>
                  <a:lnTo>
                    <a:pt x="53604" y="410979"/>
                  </a:lnTo>
                  <a:lnTo>
                    <a:pt x="53264" y="410935"/>
                  </a:lnTo>
                  <a:lnTo>
                    <a:pt x="52640" y="410829"/>
                  </a:lnTo>
                  <a:lnTo>
                    <a:pt x="52146" y="411045"/>
                  </a:lnTo>
                  <a:lnTo>
                    <a:pt x="51879" y="411231"/>
                  </a:lnTo>
                  <a:lnTo>
                    <a:pt x="51652" y="411454"/>
                  </a:lnTo>
                  <a:lnTo>
                    <a:pt x="50911" y="411464"/>
                  </a:lnTo>
                  <a:lnTo>
                    <a:pt x="50783" y="411312"/>
                  </a:lnTo>
                  <a:lnTo>
                    <a:pt x="50393" y="411141"/>
                  </a:lnTo>
                  <a:lnTo>
                    <a:pt x="50104" y="411050"/>
                  </a:lnTo>
                  <a:lnTo>
                    <a:pt x="49975" y="410992"/>
                  </a:lnTo>
                  <a:lnTo>
                    <a:pt x="49789" y="410916"/>
                  </a:lnTo>
                  <a:lnTo>
                    <a:pt x="49255" y="410926"/>
                  </a:lnTo>
                  <a:lnTo>
                    <a:pt x="49066" y="411004"/>
                  </a:lnTo>
                  <a:lnTo>
                    <a:pt x="48946" y="411176"/>
                  </a:lnTo>
                  <a:lnTo>
                    <a:pt x="48593" y="411434"/>
                  </a:lnTo>
                  <a:lnTo>
                    <a:pt x="48218" y="411499"/>
                  </a:lnTo>
                  <a:lnTo>
                    <a:pt x="48045" y="411585"/>
                  </a:lnTo>
                  <a:lnTo>
                    <a:pt x="47808" y="411908"/>
                  </a:lnTo>
                  <a:lnTo>
                    <a:pt x="47524" y="412526"/>
                  </a:lnTo>
                  <a:lnTo>
                    <a:pt x="47381" y="412556"/>
                  </a:lnTo>
                  <a:lnTo>
                    <a:pt x="47225" y="412590"/>
                  </a:lnTo>
                  <a:lnTo>
                    <a:pt x="47076" y="412595"/>
                  </a:lnTo>
                  <a:lnTo>
                    <a:pt x="46911" y="412591"/>
                  </a:lnTo>
                  <a:lnTo>
                    <a:pt x="46688" y="412534"/>
                  </a:lnTo>
                  <a:lnTo>
                    <a:pt x="46571" y="412362"/>
                  </a:lnTo>
                  <a:lnTo>
                    <a:pt x="46439" y="412168"/>
                  </a:lnTo>
                  <a:lnTo>
                    <a:pt x="46489" y="412037"/>
                  </a:lnTo>
                  <a:lnTo>
                    <a:pt x="46544" y="411889"/>
                  </a:lnTo>
                  <a:lnTo>
                    <a:pt x="46796" y="411630"/>
                  </a:lnTo>
                  <a:lnTo>
                    <a:pt x="46993" y="411116"/>
                  </a:lnTo>
                  <a:lnTo>
                    <a:pt x="47064" y="410937"/>
                  </a:lnTo>
                  <a:lnTo>
                    <a:pt x="47076" y="410738"/>
                  </a:lnTo>
                  <a:lnTo>
                    <a:pt x="47233" y="410534"/>
                  </a:lnTo>
                  <a:lnTo>
                    <a:pt x="47479" y="410332"/>
                  </a:lnTo>
                  <a:lnTo>
                    <a:pt x="47401" y="410139"/>
                  </a:lnTo>
                  <a:lnTo>
                    <a:pt x="47431" y="409838"/>
                  </a:lnTo>
                  <a:lnTo>
                    <a:pt x="47325" y="409582"/>
                  </a:lnTo>
                  <a:lnTo>
                    <a:pt x="47164" y="409544"/>
                  </a:lnTo>
                  <a:lnTo>
                    <a:pt x="46807" y="409719"/>
                  </a:lnTo>
                  <a:lnTo>
                    <a:pt x="46716" y="409186"/>
                  </a:lnTo>
                  <a:lnTo>
                    <a:pt x="46441" y="408869"/>
                  </a:lnTo>
                  <a:lnTo>
                    <a:pt x="46353" y="408431"/>
                  </a:lnTo>
                  <a:lnTo>
                    <a:pt x="46397" y="408230"/>
                  </a:lnTo>
                  <a:lnTo>
                    <a:pt x="46432" y="408068"/>
                  </a:lnTo>
                  <a:lnTo>
                    <a:pt x="46559" y="407641"/>
                  </a:lnTo>
                  <a:lnTo>
                    <a:pt x="46783" y="407245"/>
                  </a:lnTo>
                  <a:lnTo>
                    <a:pt x="47222" y="406838"/>
                  </a:lnTo>
                  <a:lnTo>
                    <a:pt x="47322" y="406144"/>
                  </a:lnTo>
                  <a:lnTo>
                    <a:pt x="46891" y="406451"/>
                  </a:lnTo>
                  <a:lnTo>
                    <a:pt x="46584" y="406233"/>
                  </a:lnTo>
                  <a:lnTo>
                    <a:pt x="46259" y="405988"/>
                  </a:lnTo>
                  <a:lnTo>
                    <a:pt x="46227" y="405674"/>
                  </a:lnTo>
                  <a:lnTo>
                    <a:pt x="46435" y="404934"/>
                  </a:lnTo>
                  <a:lnTo>
                    <a:pt x="46371" y="404697"/>
                  </a:lnTo>
                  <a:lnTo>
                    <a:pt x="46331" y="404123"/>
                  </a:lnTo>
                  <a:lnTo>
                    <a:pt x="46350" y="403484"/>
                  </a:lnTo>
                  <a:lnTo>
                    <a:pt x="46732" y="402966"/>
                  </a:lnTo>
                  <a:lnTo>
                    <a:pt x="46745" y="402381"/>
                  </a:lnTo>
                  <a:lnTo>
                    <a:pt x="46728" y="402029"/>
                  </a:lnTo>
                  <a:lnTo>
                    <a:pt x="46551" y="402163"/>
                  </a:lnTo>
                  <a:lnTo>
                    <a:pt x="46552" y="402366"/>
                  </a:lnTo>
                  <a:lnTo>
                    <a:pt x="46530" y="402650"/>
                  </a:lnTo>
                  <a:lnTo>
                    <a:pt x="46175" y="403061"/>
                  </a:lnTo>
                  <a:lnTo>
                    <a:pt x="45920" y="402855"/>
                  </a:lnTo>
                  <a:lnTo>
                    <a:pt x="45754" y="402720"/>
                  </a:lnTo>
                  <a:lnTo>
                    <a:pt x="45565" y="402574"/>
                  </a:lnTo>
                  <a:lnTo>
                    <a:pt x="45242" y="402334"/>
                  </a:lnTo>
                  <a:lnTo>
                    <a:pt x="45057" y="402174"/>
                  </a:lnTo>
                  <a:lnTo>
                    <a:pt x="44592" y="401566"/>
                  </a:lnTo>
                  <a:lnTo>
                    <a:pt x="44528" y="401368"/>
                  </a:lnTo>
                  <a:lnTo>
                    <a:pt x="44504" y="401169"/>
                  </a:lnTo>
                  <a:lnTo>
                    <a:pt x="44480" y="400926"/>
                  </a:lnTo>
                  <a:lnTo>
                    <a:pt x="43961" y="400490"/>
                  </a:lnTo>
                  <a:lnTo>
                    <a:pt x="43776" y="400767"/>
                  </a:lnTo>
                  <a:lnTo>
                    <a:pt x="44028" y="400939"/>
                  </a:lnTo>
                  <a:lnTo>
                    <a:pt x="44345" y="401340"/>
                  </a:lnTo>
                  <a:lnTo>
                    <a:pt x="44351" y="401482"/>
                  </a:lnTo>
                  <a:lnTo>
                    <a:pt x="44349" y="401662"/>
                  </a:lnTo>
                  <a:lnTo>
                    <a:pt x="44386" y="401856"/>
                  </a:lnTo>
                  <a:lnTo>
                    <a:pt x="44481" y="402151"/>
                  </a:lnTo>
                  <a:lnTo>
                    <a:pt x="44613" y="402425"/>
                  </a:lnTo>
                  <a:lnTo>
                    <a:pt x="45087" y="403382"/>
                  </a:lnTo>
                  <a:lnTo>
                    <a:pt x="45299" y="403927"/>
                  </a:lnTo>
                  <a:lnTo>
                    <a:pt x="45426" y="404178"/>
                  </a:lnTo>
                  <a:lnTo>
                    <a:pt x="45473" y="404340"/>
                  </a:lnTo>
                  <a:lnTo>
                    <a:pt x="45591" y="404833"/>
                  </a:lnTo>
                  <a:lnTo>
                    <a:pt x="45494" y="405137"/>
                  </a:lnTo>
                  <a:lnTo>
                    <a:pt x="45242" y="405157"/>
                  </a:lnTo>
                  <a:lnTo>
                    <a:pt x="44698" y="405318"/>
                  </a:lnTo>
                  <a:lnTo>
                    <a:pt x="44695" y="405629"/>
                  </a:lnTo>
                  <a:lnTo>
                    <a:pt x="44792" y="405915"/>
                  </a:lnTo>
                  <a:lnTo>
                    <a:pt x="44943" y="406008"/>
                  </a:lnTo>
                  <a:lnTo>
                    <a:pt x="45156" y="406094"/>
                  </a:lnTo>
                  <a:lnTo>
                    <a:pt x="45044" y="405857"/>
                  </a:lnTo>
                  <a:lnTo>
                    <a:pt x="45220" y="405486"/>
                  </a:lnTo>
                  <a:lnTo>
                    <a:pt x="45333" y="405342"/>
                  </a:lnTo>
                  <a:lnTo>
                    <a:pt x="45604" y="405245"/>
                  </a:lnTo>
                  <a:lnTo>
                    <a:pt x="45696" y="405869"/>
                  </a:lnTo>
                  <a:lnTo>
                    <a:pt x="45712" y="405999"/>
                  </a:lnTo>
                  <a:lnTo>
                    <a:pt x="45808" y="406462"/>
                  </a:lnTo>
                  <a:lnTo>
                    <a:pt x="45926" y="406651"/>
                  </a:lnTo>
                  <a:lnTo>
                    <a:pt x="45540" y="407248"/>
                  </a:lnTo>
                  <a:lnTo>
                    <a:pt x="45563" y="407437"/>
                  </a:lnTo>
                  <a:lnTo>
                    <a:pt x="44995" y="407988"/>
                  </a:lnTo>
                  <a:lnTo>
                    <a:pt x="44780" y="407774"/>
                  </a:lnTo>
                  <a:lnTo>
                    <a:pt x="44710" y="408053"/>
                  </a:lnTo>
                  <a:lnTo>
                    <a:pt x="44684" y="408466"/>
                  </a:lnTo>
                  <a:lnTo>
                    <a:pt x="44770" y="408635"/>
                  </a:lnTo>
                  <a:lnTo>
                    <a:pt x="45048" y="409004"/>
                  </a:lnTo>
                  <a:lnTo>
                    <a:pt x="45080" y="408723"/>
                  </a:lnTo>
                  <a:lnTo>
                    <a:pt x="45460" y="409021"/>
                  </a:lnTo>
                  <a:lnTo>
                    <a:pt x="45601" y="409276"/>
                  </a:lnTo>
                  <a:lnTo>
                    <a:pt x="45475" y="409429"/>
                  </a:lnTo>
                  <a:lnTo>
                    <a:pt x="45690" y="409820"/>
                  </a:lnTo>
                  <a:lnTo>
                    <a:pt x="45798" y="409676"/>
                  </a:lnTo>
                  <a:lnTo>
                    <a:pt x="46197" y="409951"/>
                  </a:lnTo>
                  <a:lnTo>
                    <a:pt x="46242" y="410079"/>
                  </a:lnTo>
                  <a:lnTo>
                    <a:pt x="46280" y="410457"/>
                  </a:lnTo>
                  <a:lnTo>
                    <a:pt x="46234" y="410781"/>
                  </a:lnTo>
                  <a:lnTo>
                    <a:pt x="46057" y="411154"/>
                  </a:lnTo>
                  <a:lnTo>
                    <a:pt x="45934" y="411404"/>
                  </a:lnTo>
                  <a:lnTo>
                    <a:pt x="45872" y="411632"/>
                  </a:lnTo>
                  <a:lnTo>
                    <a:pt x="45884" y="411911"/>
                  </a:lnTo>
                  <a:lnTo>
                    <a:pt x="45880" y="412226"/>
                  </a:lnTo>
                  <a:lnTo>
                    <a:pt x="45822" y="412583"/>
                  </a:lnTo>
                  <a:lnTo>
                    <a:pt x="45714" y="412994"/>
                  </a:lnTo>
                  <a:lnTo>
                    <a:pt x="45510" y="412911"/>
                  </a:lnTo>
                  <a:lnTo>
                    <a:pt x="45388" y="413328"/>
                  </a:lnTo>
                  <a:lnTo>
                    <a:pt x="45277" y="413876"/>
                  </a:lnTo>
                  <a:lnTo>
                    <a:pt x="45297" y="414077"/>
                  </a:lnTo>
                  <a:lnTo>
                    <a:pt x="45265" y="414487"/>
                  </a:lnTo>
                  <a:lnTo>
                    <a:pt x="45165" y="414795"/>
                  </a:lnTo>
                  <a:lnTo>
                    <a:pt x="45159" y="415147"/>
                  </a:lnTo>
                  <a:lnTo>
                    <a:pt x="44972" y="415421"/>
                  </a:lnTo>
                  <a:lnTo>
                    <a:pt x="44817" y="415601"/>
                  </a:lnTo>
                  <a:lnTo>
                    <a:pt x="44537" y="415718"/>
                  </a:lnTo>
                  <a:lnTo>
                    <a:pt x="44402" y="415581"/>
                  </a:lnTo>
                  <a:lnTo>
                    <a:pt x="44019" y="415101"/>
                  </a:lnTo>
                  <a:lnTo>
                    <a:pt x="43744" y="415252"/>
                  </a:lnTo>
                  <a:lnTo>
                    <a:pt x="43251" y="415628"/>
                  </a:lnTo>
                  <a:lnTo>
                    <a:pt x="43181" y="415793"/>
                  </a:lnTo>
                  <a:lnTo>
                    <a:pt x="43131" y="416068"/>
                  </a:lnTo>
                  <a:lnTo>
                    <a:pt x="43079" y="416270"/>
                  </a:lnTo>
                  <a:lnTo>
                    <a:pt x="42953" y="416495"/>
                  </a:lnTo>
                  <a:lnTo>
                    <a:pt x="42714" y="416715"/>
                  </a:lnTo>
                  <a:lnTo>
                    <a:pt x="42258" y="416914"/>
                  </a:lnTo>
                  <a:lnTo>
                    <a:pt x="42028" y="416960"/>
                  </a:lnTo>
                  <a:lnTo>
                    <a:pt x="41677" y="416959"/>
                  </a:lnTo>
                  <a:lnTo>
                    <a:pt x="41201" y="416808"/>
                  </a:lnTo>
                  <a:lnTo>
                    <a:pt x="40786" y="417195"/>
                  </a:lnTo>
                  <a:lnTo>
                    <a:pt x="40575" y="417221"/>
                  </a:lnTo>
                  <a:lnTo>
                    <a:pt x="40124" y="417285"/>
                  </a:lnTo>
                  <a:lnTo>
                    <a:pt x="39926" y="417372"/>
                  </a:lnTo>
                  <a:lnTo>
                    <a:pt x="39701" y="417499"/>
                  </a:lnTo>
                  <a:lnTo>
                    <a:pt x="39075" y="417830"/>
                  </a:lnTo>
                  <a:lnTo>
                    <a:pt x="38854" y="417934"/>
                  </a:lnTo>
                  <a:lnTo>
                    <a:pt x="38202" y="417629"/>
                  </a:lnTo>
                  <a:lnTo>
                    <a:pt x="37612" y="417537"/>
                  </a:lnTo>
                  <a:lnTo>
                    <a:pt x="37578" y="417590"/>
                  </a:lnTo>
                  <a:lnTo>
                    <a:pt x="37765" y="417861"/>
                  </a:lnTo>
                  <a:lnTo>
                    <a:pt x="37950" y="418256"/>
                  </a:lnTo>
                  <a:lnTo>
                    <a:pt x="37927" y="418537"/>
                  </a:lnTo>
                  <a:lnTo>
                    <a:pt x="37592" y="418843"/>
                  </a:lnTo>
                  <a:lnTo>
                    <a:pt x="37471" y="419209"/>
                  </a:lnTo>
                  <a:lnTo>
                    <a:pt x="37468" y="419750"/>
                  </a:lnTo>
                  <a:lnTo>
                    <a:pt x="37389" y="420060"/>
                  </a:lnTo>
                  <a:lnTo>
                    <a:pt x="36948" y="420841"/>
                  </a:lnTo>
                  <a:lnTo>
                    <a:pt x="36693" y="420954"/>
                  </a:lnTo>
                  <a:lnTo>
                    <a:pt x="36596" y="420699"/>
                  </a:lnTo>
                  <a:lnTo>
                    <a:pt x="36591" y="420155"/>
                  </a:lnTo>
                  <a:lnTo>
                    <a:pt x="36508" y="419884"/>
                  </a:lnTo>
                  <a:lnTo>
                    <a:pt x="36492" y="418644"/>
                  </a:lnTo>
                  <a:lnTo>
                    <a:pt x="36475" y="418498"/>
                  </a:lnTo>
                  <a:lnTo>
                    <a:pt x="36489" y="418346"/>
                  </a:lnTo>
                  <a:lnTo>
                    <a:pt x="36541" y="418162"/>
                  </a:lnTo>
                  <a:lnTo>
                    <a:pt x="36559" y="417844"/>
                  </a:lnTo>
                  <a:lnTo>
                    <a:pt x="36582" y="417587"/>
                  </a:lnTo>
                  <a:lnTo>
                    <a:pt x="36903" y="417217"/>
                  </a:lnTo>
                  <a:lnTo>
                    <a:pt x="36021" y="416729"/>
                  </a:lnTo>
                  <a:lnTo>
                    <a:pt x="35773" y="417004"/>
                  </a:lnTo>
                  <a:lnTo>
                    <a:pt x="35790" y="417210"/>
                  </a:lnTo>
                  <a:lnTo>
                    <a:pt x="35997" y="417546"/>
                  </a:lnTo>
                  <a:lnTo>
                    <a:pt x="36024" y="418244"/>
                  </a:lnTo>
                  <a:lnTo>
                    <a:pt x="36099" y="418579"/>
                  </a:lnTo>
                  <a:lnTo>
                    <a:pt x="35916" y="419165"/>
                  </a:lnTo>
                  <a:lnTo>
                    <a:pt x="35885" y="419433"/>
                  </a:lnTo>
                  <a:lnTo>
                    <a:pt x="35273" y="419464"/>
                  </a:lnTo>
                  <a:lnTo>
                    <a:pt x="35672" y="419877"/>
                  </a:lnTo>
                  <a:lnTo>
                    <a:pt x="35708" y="420157"/>
                  </a:lnTo>
                  <a:lnTo>
                    <a:pt x="35508" y="420588"/>
                  </a:lnTo>
                  <a:lnTo>
                    <a:pt x="35279" y="420553"/>
                  </a:lnTo>
                  <a:lnTo>
                    <a:pt x="35213" y="420709"/>
                  </a:lnTo>
                  <a:lnTo>
                    <a:pt x="35127" y="421038"/>
                  </a:lnTo>
                  <a:lnTo>
                    <a:pt x="35098" y="421191"/>
                  </a:lnTo>
                  <a:lnTo>
                    <a:pt x="34913" y="421543"/>
                  </a:lnTo>
                  <a:lnTo>
                    <a:pt x="34577" y="422193"/>
                  </a:lnTo>
                  <a:lnTo>
                    <a:pt x="34487" y="422365"/>
                  </a:lnTo>
                  <a:lnTo>
                    <a:pt x="34411" y="422658"/>
                  </a:lnTo>
                  <a:lnTo>
                    <a:pt x="34497" y="422996"/>
                  </a:lnTo>
                  <a:lnTo>
                    <a:pt x="34316" y="423174"/>
                  </a:lnTo>
                  <a:lnTo>
                    <a:pt x="34161" y="424119"/>
                  </a:lnTo>
                  <a:lnTo>
                    <a:pt x="34198" y="424258"/>
                  </a:lnTo>
                  <a:lnTo>
                    <a:pt x="34236" y="424401"/>
                  </a:lnTo>
                  <a:lnTo>
                    <a:pt x="34158" y="424785"/>
                  </a:lnTo>
                  <a:lnTo>
                    <a:pt x="34066" y="425251"/>
                  </a:lnTo>
                  <a:lnTo>
                    <a:pt x="34019" y="425444"/>
                  </a:lnTo>
                  <a:lnTo>
                    <a:pt x="33964" y="425593"/>
                  </a:lnTo>
                  <a:lnTo>
                    <a:pt x="33866" y="426092"/>
                  </a:lnTo>
                  <a:lnTo>
                    <a:pt x="33891" y="426232"/>
                  </a:lnTo>
                  <a:lnTo>
                    <a:pt x="33891" y="426527"/>
                  </a:lnTo>
                  <a:lnTo>
                    <a:pt x="33999" y="427202"/>
                  </a:lnTo>
                  <a:lnTo>
                    <a:pt x="34041" y="427480"/>
                  </a:lnTo>
                  <a:lnTo>
                    <a:pt x="34189" y="428029"/>
                  </a:lnTo>
                  <a:lnTo>
                    <a:pt x="34350" y="428452"/>
                  </a:lnTo>
                  <a:lnTo>
                    <a:pt x="34589" y="429037"/>
                  </a:lnTo>
                  <a:lnTo>
                    <a:pt x="34873" y="429442"/>
                  </a:lnTo>
                  <a:lnTo>
                    <a:pt x="35072" y="429796"/>
                  </a:lnTo>
                  <a:lnTo>
                    <a:pt x="35260" y="430287"/>
                  </a:lnTo>
                  <a:lnTo>
                    <a:pt x="34723" y="431045"/>
                  </a:lnTo>
                  <a:lnTo>
                    <a:pt x="34548" y="431351"/>
                  </a:lnTo>
                  <a:lnTo>
                    <a:pt x="34540" y="431475"/>
                  </a:lnTo>
                  <a:lnTo>
                    <a:pt x="34976" y="431316"/>
                  </a:lnTo>
                  <a:lnTo>
                    <a:pt x="35117" y="431280"/>
                  </a:lnTo>
                  <a:lnTo>
                    <a:pt x="35782" y="431061"/>
                  </a:lnTo>
                  <a:lnTo>
                    <a:pt x="35954" y="430960"/>
                  </a:lnTo>
                  <a:lnTo>
                    <a:pt x="36409" y="430846"/>
                  </a:lnTo>
                  <a:lnTo>
                    <a:pt x="36708" y="430752"/>
                  </a:lnTo>
                  <a:lnTo>
                    <a:pt x="36903" y="430577"/>
                  </a:lnTo>
                  <a:lnTo>
                    <a:pt x="37299" y="430681"/>
                  </a:lnTo>
                  <a:lnTo>
                    <a:pt x="37438" y="430796"/>
                  </a:lnTo>
                  <a:lnTo>
                    <a:pt x="37607" y="430853"/>
                  </a:lnTo>
                  <a:lnTo>
                    <a:pt x="39875" y="431067"/>
                  </a:lnTo>
                  <a:lnTo>
                    <a:pt x="40839" y="430981"/>
                  </a:lnTo>
                  <a:lnTo>
                    <a:pt x="41213" y="430972"/>
                  </a:lnTo>
                  <a:lnTo>
                    <a:pt x="41751" y="431540"/>
                  </a:lnTo>
                  <a:lnTo>
                    <a:pt x="42042" y="431586"/>
                  </a:lnTo>
                  <a:lnTo>
                    <a:pt x="42247" y="431801"/>
                  </a:lnTo>
                  <a:lnTo>
                    <a:pt x="43590" y="432409"/>
                  </a:lnTo>
                  <a:lnTo>
                    <a:pt x="43750" y="432498"/>
                  </a:lnTo>
                  <a:lnTo>
                    <a:pt x="44166" y="432592"/>
                  </a:lnTo>
                  <a:lnTo>
                    <a:pt x="43836" y="432206"/>
                  </a:lnTo>
                  <a:lnTo>
                    <a:pt x="44238" y="432338"/>
                  </a:lnTo>
                  <a:lnTo>
                    <a:pt x="44485" y="433251"/>
                  </a:lnTo>
                  <a:lnTo>
                    <a:pt x="44588" y="434171"/>
                  </a:lnTo>
                  <a:lnTo>
                    <a:pt x="44617" y="434397"/>
                  </a:lnTo>
                  <a:lnTo>
                    <a:pt x="44736" y="435165"/>
                  </a:lnTo>
                  <a:lnTo>
                    <a:pt x="44807" y="435512"/>
                  </a:lnTo>
                  <a:lnTo>
                    <a:pt x="44799" y="435682"/>
                  </a:lnTo>
                  <a:lnTo>
                    <a:pt x="44707" y="436386"/>
                  </a:lnTo>
                  <a:lnTo>
                    <a:pt x="44672" y="436650"/>
                  </a:lnTo>
                  <a:lnTo>
                    <a:pt x="44615" y="437163"/>
                  </a:lnTo>
                  <a:lnTo>
                    <a:pt x="44555" y="437774"/>
                  </a:lnTo>
                  <a:lnTo>
                    <a:pt x="44476" y="438013"/>
                  </a:lnTo>
                  <a:lnTo>
                    <a:pt x="43864" y="438529"/>
                  </a:lnTo>
                  <a:lnTo>
                    <a:pt x="43666" y="438484"/>
                  </a:lnTo>
                  <a:lnTo>
                    <a:pt x="43261" y="438336"/>
                  </a:lnTo>
                  <a:lnTo>
                    <a:pt x="42813" y="437561"/>
                  </a:lnTo>
                  <a:lnTo>
                    <a:pt x="42267" y="436611"/>
                  </a:lnTo>
                  <a:lnTo>
                    <a:pt x="42226" y="436432"/>
                  </a:lnTo>
                  <a:lnTo>
                    <a:pt x="42026" y="435513"/>
                  </a:lnTo>
                  <a:lnTo>
                    <a:pt x="41744" y="434953"/>
                  </a:lnTo>
                  <a:lnTo>
                    <a:pt x="41894" y="436184"/>
                  </a:lnTo>
                  <a:lnTo>
                    <a:pt x="40933" y="436726"/>
                  </a:lnTo>
                  <a:lnTo>
                    <a:pt x="41053" y="437044"/>
                  </a:lnTo>
                  <a:lnTo>
                    <a:pt x="41411" y="436748"/>
                  </a:lnTo>
                  <a:lnTo>
                    <a:pt x="41752" y="436716"/>
                  </a:lnTo>
                  <a:lnTo>
                    <a:pt x="41792" y="436982"/>
                  </a:lnTo>
                  <a:lnTo>
                    <a:pt x="41610" y="437710"/>
                  </a:lnTo>
                  <a:lnTo>
                    <a:pt x="41851" y="438040"/>
                  </a:lnTo>
                  <a:lnTo>
                    <a:pt x="42075" y="438489"/>
                  </a:lnTo>
                  <a:lnTo>
                    <a:pt x="40491" y="441320"/>
                  </a:lnTo>
                  <a:lnTo>
                    <a:pt x="40634" y="441146"/>
                  </a:lnTo>
                  <a:lnTo>
                    <a:pt x="42000" y="441696"/>
                  </a:lnTo>
                  <a:lnTo>
                    <a:pt x="42008" y="441554"/>
                  </a:lnTo>
                  <a:lnTo>
                    <a:pt x="42247" y="441141"/>
                  </a:lnTo>
                  <a:lnTo>
                    <a:pt x="42275" y="440997"/>
                  </a:lnTo>
                  <a:lnTo>
                    <a:pt x="42373" y="441044"/>
                  </a:lnTo>
                  <a:lnTo>
                    <a:pt x="42522" y="441134"/>
                  </a:lnTo>
                  <a:lnTo>
                    <a:pt x="42970" y="441435"/>
                  </a:lnTo>
                  <a:lnTo>
                    <a:pt x="43634" y="441560"/>
                  </a:lnTo>
                  <a:lnTo>
                    <a:pt x="43599" y="441850"/>
                  </a:lnTo>
                  <a:lnTo>
                    <a:pt x="43785" y="442091"/>
                  </a:lnTo>
                  <a:lnTo>
                    <a:pt x="43767" y="441796"/>
                  </a:lnTo>
                  <a:lnTo>
                    <a:pt x="43751" y="441532"/>
                  </a:lnTo>
                  <a:lnTo>
                    <a:pt x="43743" y="441396"/>
                  </a:lnTo>
                  <a:lnTo>
                    <a:pt x="44406" y="441370"/>
                  </a:lnTo>
                  <a:lnTo>
                    <a:pt x="44454" y="441537"/>
                  </a:lnTo>
                  <a:lnTo>
                    <a:pt x="44445" y="441710"/>
                  </a:lnTo>
                  <a:lnTo>
                    <a:pt x="44644" y="442011"/>
                  </a:lnTo>
                  <a:lnTo>
                    <a:pt x="45083" y="441810"/>
                  </a:lnTo>
                  <a:lnTo>
                    <a:pt x="45222" y="441747"/>
                  </a:lnTo>
                  <a:lnTo>
                    <a:pt x="45437" y="441648"/>
                  </a:lnTo>
                  <a:lnTo>
                    <a:pt x="47078" y="440765"/>
                  </a:lnTo>
                  <a:lnTo>
                    <a:pt x="47688" y="440708"/>
                  </a:lnTo>
                  <a:lnTo>
                    <a:pt x="48302" y="440620"/>
                  </a:lnTo>
                  <a:lnTo>
                    <a:pt x="48506" y="441148"/>
                  </a:lnTo>
                  <a:lnTo>
                    <a:pt x="48608" y="441442"/>
                  </a:lnTo>
                  <a:lnTo>
                    <a:pt x="48749" y="441881"/>
                  </a:lnTo>
                  <a:lnTo>
                    <a:pt x="48910" y="442672"/>
                  </a:lnTo>
                  <a:lnTo>
                    <a:pt x="49106" y="443076"/>
                  </a:lnTo>
                  <a:lnTo>
                    <a:pt x="49172" y="443719"/>
                  </a:lnTo>
                  <a:lnTo>
                    <a:pt x="49241" y="444312"/>
                  </a:lnTo>
                  <a:lnTo>
                    <a:pt x="49239" y="444496"/>
                  </a:lnTo>
                  <a:lnTo>
                    <a:pt x="49031" y="445322"/>
                  </a:lnTo>
                  <a:lnTo>
                    <a:pt x="48867" y="445155"/>
                  </a:lnTo>
                  <a:lnTo>
                    <a:pt x="48551" y="445022"/>
                  </a:lnTo>
                  <a:lnTo>
                    <a:pt x="47012" y="443782"/>
                  </a:lnTo>
                  <a:lnTo>
                    <a:pt x="47002" y="443095"/>
                  </a:lnTo>
                  <a:lnTo>
                    <a:pt x="46281" y="442265"/>
                  </a:lnTo>
                  <a:lnTo>
                    <a:pt x="45008" y="443501"/>
                  </a:lnTo>
                  <a:lnTo>
                    <a:pt x="45177" y="444120"/>
                  </a:lnTo>
                  <a:lnTo>
                    <a:pt x="45208" y="444263"/>
                  </a:lnTo>
                  <a:lnTo>
                    <a:pt x="45255" y="444494"/>
                  </a:lnTo>
                  <a:lnTo>
                    <a:pt x="45701" y="444859"/>
                  </a:lnTo>
                  <a:lnTo>
                    <a:pt x="46234" y="445151"/>
                  </a:lnTo>
                  <a:lnTo>
                    <a:pt x="47050" y="445957"/>
                  </a:lnTo>
                  <a:lnTo>
                    <a:pt x="47294" y="446143"/>
                  </a:lnTo>
                  <a:lnTo>
                    <a:pt x="47539" y="446282"/>
                  </a:lnTo>
                  <a:lnTo>
                    <a:pt x="47695" y="446115"/>
                  </a:lnTo>
                  <a:lnTo>
                    <a:pt x="47944" y="445908"/>
                  </a:lnTo>
                  <a:lnTo>
                    <a:pt x="48015" y="445732"/>
                  </a:lnTo>
                  <a:lnTo>
                    <a:pt x="48077" y="445577"/>
                  </a:lnTo>
                  <a:lnTo>
                    <a:pt x="48302" y="445400"/>
                  </a:lnTo>
                  <a:lnTo>
                    <a:pt x="48581" y="445522"/>
                  </a:lnTo>
                  <a:lnTo>
                    <a:pt x="49390" y="446541"/>
                  </a:lnTo>
                  <a:lnTo>
                    <a:pt x="49609" y="446924"/>
                  </a:lnTo>
                  <a:lnTo>
                    <a:pt x="49772" y="447210"/>
                  </a:lnTo>
                  <a:lnTo>
                    <a:pt x="49822" y="447359"/>
                  </a:lnTo>
                  <a:lnTo>
                    <a:pt x="49934" y="447677"/>
                  </a:lnTo>
                  <a:lnTo>
                    <a:pt x="49916" y="447986"/>
                  </a:lnTo>
                  <a:lnTo>
                    <a:pt x="50410" y="448464"/>
                  </a:lnTo>
                  <a:lnTo>
                    <a:pt x="50502" y="448738"/>
                  </a:lnTo>
                  <a:lnTo>
                    <a:pt x="50570" y="448959"/>
                  </a:lnTo>
                  <a:lnTo>
                    <a:pt x="50682" y="449244"/>
                  </a:lnTo>
                  <a:lnTo>
                    <a:pt x="50945" y="449913"/>
                  </a:lnTo>
                  <a:lnTo>
                    <a:pt x="51156" y="450356"/>
                  </a:lnTo>
                  <a:lnTo>
                    <a:pt x="51248" y="451281"/>
                  </a:lnTo>
                  <a:lnTo>
                    <a:pt x="51058" y="451747"/>
                  </a:lnTo>
                  <a:lnTo>
                    <a:pt x="50986" y="452091"/>
                  </a:lnTo>
                  <a:lnTo>
                    <a:pt x="50863" y="452582"/>
                  </a:lnTo>
                  <a:lnTo>
                    <a:pt x="50843" y="452746"/>
                  </a:lnTo>
                  <a:lnTo>
                    <a:pt x="50804" y="453062"/>
                  </a:lnTo>
                  <a:lnTo>
                    <a:pt x="49180" y="454821"/>
                  </a:lnTo>
                  <a:lnTo>
                    <a:pt x="48929" y="455111"/>
                  </a:lnTo>
                  <a:lnTo>
                    <a:pt x="48769" y="455391"/>
                  </a:lnTo>
                  <a:lnTo>
                    <a:pt x="48428" y="456214"/>
                  </a:lnTo>
                  <a:lnTo>
                    <a:pt x="48387" y="456382"/>
                  </a:lnTo>
                  <a:lnTo>
                    <a:pt x="48359" y="456575"/>
                  </a:lnTo>
                  <a:lnTo>
                    <a:pt x="48084" y="457003"/>
                  </a:lnTo>
                  <a:lnTo>
                    <a:pt x="47925" y="457145"/>
                  </a:lnTo>
                  <a:lnTo>
                    <a:pt x="47677" y="457455"/>
                  </a:lnTo>
                  <a:lnTo>
                    <a:pt x="47456" y="457899"/>
                  </a:lnTo>
                  <a:lnTo>
                    <a:pt x="47117" y="458428"/>
                  </a:lnTo>
                  <a:lnTo>
                    <a:pt x="46819" y="458928"/>
                  </a:lnTo>
                  <a:lnTo>
                    <a:pt x="46443" y="459205"/>
                  </a:lnTo>
                  <a:lnTo>
                    <a:pt x="46315" y="459298"/>
                  </a:lnTo>
                  <a:lnTo>
                    <a:pt x="45582" y="459923"/>
                  </a:lnTo>
                  <a:lnTo>
                    <a:pt x="45448" y="460104"/>
                  </a:lnTo>
                  <a:lnTo>
                    <a:pt x="45135" y="460148"/>
                  </a:lnTo>
                  <a:lnTo>
                    <a:pt x="44745" y="460043"/>
                  </a:lnTo>
                  <a:lnTo>
                    <a:pt x="43893" y="459987"/>
                  </a:lnTo>
                  <a:lnTo>
                    <a:pt x="43744" y="460138"/>
                  </a:lnTo>
                  <a:lnTo>
                    <a:pt x="43204" y="460518"/>
                  </a:lnTo>
                  <a:lnTo>
                    <a:pt x="42854" y="461184"/>
                  </a:lnTo>
                  <a:lnTo>
                    <a:pt x="42549" y="461242"/>
                  </a:lnTo>
                  <a:lnTo>
                    <a:pt x="42367" y="461268"/>
                  </a:lnTo>
                  <a:lnTo>
                    <a:pt x="41928" y="462056"/>
                  </a:lnTo>
                  <a:lnTo>
                    <a:pt x="41691" y="462168"/>
                  </a:lnTo>
                  <a:lnTo>
                    <a:pt x="41244" y="462378"/>
                  </a:lnTo>
                  <a:lnTo>
                    <a:pt x="40845" y="462566"/>
                  </a:lnTo>
                  <a:lnTo>
                    <a:pt x="40311" y="462356"/>
                  </a:lnTo>
                  <a:lnTo>
                    <a:pt x="39850" y="462487"/>
                  </a:lnTo>
                  <a:lnTo>
                    <a:pt x="39638" y="463076"/>
                  </a:lnTo>
                  <a:lnTo>
                    <a:pt x="39646" y="463210"/>
                  </a:lnTo>
                  <a:lnTo>
                    <a:pt x="39418" y="463082"/>
                  </a:lnTo>
                  <a:lnTo>
                    <a:pt x="38750" y="462149"/>
                  </a:lnTo>
                  <a:lnTo>
                    <a:pt x="38555" y="462168"/>
                  </a:lnTo>
                  <a:lnTo>
                    <a:pt x="38044" y="461684"/>
                  </a:lnTo>
                  <a:lnTo>
                    <a:pt x="37812" y="461666"/>
                  </a:lnTo>
                  <a:lnTo>
                    <a:pt x="37421" y="461637"/>
                  </a:lnTo>
                  <a:lnTo>
                    <a:pt x="36590" y="461589"/>
                  </a:lnTo>
                  <a:lnTo>
                    <a:pt x="36554" y="461986"/>
                  </a:lnTo>
                  <a:lnTo>
                    <a:pt x="36262" y="461952"/>
                  </a:lnTo>
                  <a:lnTo>
                    <a:pt x="35982" y="461854"/>
                  </a:lnTo>
                  <a:lnTo>
                    <a:pt x="35813" y="461792"/>
                  </a:lnTo>
                  <a:lnTo>
                    <a:pt x="35310" y="462160"/>
                  </a:lnTo>
                  <a:lnTo>
                    <a:pt x="35328" y="462419"/>
                  </a:lnTo>
                  <a:lnTo>
                    <a:pt x="35353" y="462773"/>
                  </a:lnTo>
                  <a:lnTo>
                    <a:pt x="35262" y="463014"/>
                  </a:lnTo>
                  <a:lnTo>
                    <a:pt x="35175" y="463242"/>
                  </a:lnTo>
                  <a:lnTo>
                    <a:pt x="35028" y="463325"/>
                  </a:lnTo>
                  <a:lnTo>
                    <a:pt x="34685" y="463518"/>
                  </a:lnTo>
                  <a:lnTo>
                    <a:pt x="33384" y="463518"/>
                  </a:lnTo>
                  <a:lnTo>
                    <a:pt x="33176" y="463605"/>
                  </a:lnTo>
                  <a:lnTo>
                    <a:pt x="33024" y="463668"/>
                  </a:lnTo>
                  <a:lnTo>
                    <a:pt x="31873" y="462953"/>
                  </a:lnTo>
                  <a:lnTo>
                    <a:pt x="31753" y="462670"/>
                  </a:lnTo>
                  <a:lnTo>
                    <a:pt x="31626" y="462372"/>
                  </a:lnTo>
                  <a:lnTo>
                    <a:pt x="30949" y="462360"/>
                  </a:lnTo>
                  <a:lnTo>
                    <a:pt x="30442" y="462219"/>
                  </a:lnTo>
                  <a:lnTo>
                    <a:pt x="29999" y="462095"/>
                  </a:lnTo>
                  <a:lnTo>
                    <a:pt x="29505" y="461802"/>
                  </a:lnTo>
                  <a:lnTo>
                    <a:pt x="29296" y="461335"/>
                  </a:lnTo>
                  <a:lnTo>
                    <a:pt x="29221" y="461127"/>
                  </a:lnTo>
                  <a:lnTo>
                    <a:pt x="29054" y="460911"/>
                  </a:lnTo>
                  <a:lnTo>
                    <a:pt x="28553" y="460821"/>
                  </a:lnTo>
                  <a:lnTo>
                    <a:pt x="28202" y="460951"/>
                  </a:lnTo>
                  <a:lnTo>
                    <a:pt x="28265" y="461186"/>
                  </a:lnTo>
                  <a:lnTo>
                    <a:pt x="28076" y="461421"/>
                  </a:lnTo>
                  <a:lnTo>
                    <a:pt x="27787" y="461473"/>
                  </a:lnTo>
                  <a:lnTo>
                    <a:pt x="27452" y="461535"/>
                  </a:lnTo>
                  <a:lnTo>
                    <a:pt x="27285" y="461566"/>
                  </a:lnTo>
                  <a:lnTo>
                    <a:pt x="27028" y="461396"/>
                  </a:lnTo>
                  <a:lnTo>
                    <a:pt x="26846" y="461105"/>
                  </a:lnTo>
                  <a:lnTo>
                    <a:pt x="26741" y="461413"/>
                  </a:lnTo>
                  <a:lnTo>
                    <a:pt x="26806" y="461644"/>
                  </a:lnTo>
                  <a:lnTo>
                    <a:pt x="26808" y="462092"/>
                  </a:lnTo>
                  <a:lnTo>
                    <a:pt x="26634" y="462098"/>
                  </a:lnTo>
                  <a:lnTo>
                    <a:pt x="26391" y="462079"/>
                  </a:lnTo>
                  <a:lnTo>
                    <a:pt x="26260" y="461811"/>
                  </a:lnTo>
                  <a:lnTo>
                    <a:pt x="26051" y="461382"/>
                  </a:lnTo>
                  <a:lnTo>
                    <a:pt x="25650" y="460946"/>
                  </a:lnTo>
                  <a:lnTo>
                    <a:pt x="25072" y="461204"/>
                  </a:lnTo>
                  <a:lnTo>
                    <a:pt x="25105" y="461512"/>
                  </a:lnTo>
                  <a:lnTo>
                    <a:pt x="24838" y="461767"/>
                  </a:lnTo>
                  <a:lnTo>
                    <a:pt x="24551" y="462031"/>
                  </a:lnTo>
                  <a:lnTo>
                    <a:pt x="24397" y="462173"/>
                  </a:lnTo>
                  <a:lnTo>
                    <a:pt x="23607" y="463268"/>
                  </a:lnTo>
                  <a:lnTo>
                    <a:pt x="23331" y="463596"/>
                  </a:lnTo>
                  <a:lnTo>
                    <a:pt x="23210" y="463814"/>
                  </a:lnTo>
                  <a:lnTo>
                    <a:pt x="23119" y="464029"/>
                  </a:lnTo>
                  <a:lnTo>
                    <a:pt x="22809" y="464379"/>
                  </a:lnTo>
                  <a:lnTo>
                    <a:pt x="22423" y="464211"/>
                  </a:lnTo>
                  <a:lnTo>
                    <a:pt x="22465" y="463657"/>
                  </a:lnTo>
                  <a:lnTo>
                    <a:pt x="22382" y="463406"/>
                  </a:lnTo>
                  <a:lnTo>
                    <a:pt x="22340" y="463102"/>
                  </a:lnTo>
                  <a:lnTo>
                    <a:pt x="22352" y="462747"/>
                  </a:lnTo>
                  <a:lnTo>
                    <a:pt x="22569" y="462060"/>
                  </a:lnTo>
                  <a:lnTo>
                    <a:pt x="23089" y="460398"/>
                  </a:lnTo>
                  <a:lnTo>
                    <a:pt x="22913" y="459696"/>
                  </a:lnTo>
                  <a:lnTo>
                    <a:pt x="22786" y="459190"/>
                  </a:lnTo>
                  <a:lnTo>
                    <a:pt x="22748" y="458962"/>
                  </a:lnTo>
                  <a:lnTo>
                    <a:pt x="22662" y="458448"/>
                  </a:lnTo>
                  <a:lnTo>
                    <a:pt x="22546" y="458063"/>
                  </a:lnTo>
                  <a:lnTo>
                    <a:pt x="22272" y="457720"/>
                  </a:lnTo>
                  <a:lnTo>
                    <a:pt x="21771" y="457351"/>
                  </a:lnTo>
                  <a:lnTo>
                    <a:pt x="21544" y="457204"/>
                  </a:lnTo>
                  <a:lnTo>
                    <a:pt x="20930" y="457306"/>
                  </a:lnTo>
                  <a:lnTo>
                    <a:pt x="20720" y="457010"/>
                  </a:lnTo>
                  <a:lnTo>
                    <a:pt x="20609" y="456698"/>
                  </a:lnTo>
                  <a:lnTo>
                    <a:pt x="20405" y="456123"/>
                  </a:lnTo>
                  <a:lnTo>
                    <a:pt x="20346" y="455958"/>
                  </a:lnTo>
                  <a:lnTo>
                    <a:pt x="20410" y="455025"/>
                  </a:lnTo>
                  <a:lnTo>
                    <a:pt x="20548" y="454999"/>
                  </a:lnTo>
                  <a:lnTo>
                    <a:pt x="21167" y="454790"/>
                  </a:lnTo>
                  <a:lnTo>
                    <a:pt x="21291" y="454654"/>
                  </a:lnTo>
                  <a:lnTo>
                    <a:pt x="21361" y="454472"/>
                  </a:lnTo>
                  <a:lnTo>
                    <a:pt x="21855" y="453419"/>
                  </a:lnTo>
                  <a:lnTo>
                    <a:pt x="22120" y="453542"/>
                  </a:lnTo>
                  <a:lnTo>
                    <a:pt x="22349" y="453668"/>
                  </a:lnTo>
                  <a:lnTo>
                    <a:pt x="23033" y="454077"/>
                  </a:lnTo>
                  <a:lnTo>
                    <a:pt x="23105" y="454251"/>
                  </a:lnTo>
                  <a:lnTo>
                    <a:pt x="23210" y="454448"/>
                  </a:lnTo>
                  <a:lnTo>
                    <a:pt x="23514" y="454810"/>
                  </a:lnTo>
                  <a:lnTo>
                    <a:pt x="23701" y="454863"/>
                  </a:lnTo>
                  <a:lnTo>
                    <a:pt x="24280" y="454950"/>
                  </a:lnTo>
                  <a:lnTo>
                    <a:pt x="24566" y="454811"/>
                  </a:lnTo>
                  <a:lnTo>
                    <a:pt x="24721" y="454833"/>
                  </a:lnTo>
                  <a:lnTo>
                    <a:pt x="25036" y="455199"/>
                  </a:lnTo>
                  <a:lnTo>
                    <a:pt x="24824" y="455372"/>
                  </a:lnTo>
                  <a:lnTo>
                    <a:pt x="24583" y="455979"/>
                  </a:lnTo>
                  <a:lnTo>
                    <a:pt x="24998" y="456697"/>
                  </a:lnTo>
                  <a:lnTo>
                    <a:pt x="25254" y="457438"/>
                  </a:lnTo>
                  <a:lnTo>
                    <a:pt x="25561" y="457052"/>
                  </a:lnTo>
                  <a:lnTo>
                    <a:pt x="25633" y="456694"/>
                  </a:lnTo>
                  <a:lnTo>
                    <a:pt x="26002" y="455390"/>
                  </a:lnTo>
                  <a:lnTo>
                    <a:pt x="26247" y="455168"/>
                  </a:lnTo>
                  <a:lnTo>
                    <a:pt x="26562" y="454938"/>
                  </a:lnTo>
                  <a:lnTo>
                    <a:pt x="26779" y="454586"/>
                  </a:lnTo>
                  <a:lnTo>
                    <a:pt x="26606" y="453903"/>
                  </a:lnTo>
                  <a:lnTo>
                    <a:pt x="26500" y="453521"/>
                  </a:lnTo>
                  <a:lnTo>
                    <a:pt x="26034" y="452856"/>
                  </a:lnTo>
                  <a:lnTo>
                    <a:pt x="25812" y="452494"/>
                  </a:lnTo>
                  <a:lnTo>
                    <a:pt x="25253" y="452722"/>
                  </a:lnTo>
                  <a:lnTo>
                    <a:pt x="25224" y="452581"/>
                  </a:lnTo>
                  <a:lnTo>
                    <a:pt x="25134" y="452254"/>
                  </a:lnTo>
                  <a:lnTo>
                    <a:pt x="24920" y="451157"/>
                  </a:lnTo>
                  <a:lnTo>
                    <a:pt x="24660" y="451207"/>
                  </a:lnTo>
                  <a:lnTo>
                    <a:pt x="24418" y="451497"/>
                  </a:lnTo>
                  <a:lnTo>
                    <a:pt x="24289" y="452035"/>
                  </a:lnTo>
                  <a:lnTo>
                    <a:pt x="24223" y="452310"/>
                  </a:lnTo>
                  <a:lnTo>
                    <a:pt x="24142" y="452485"/>
                  </a:lnTo>
                  <a:lnTo>
                    <a:pt x="23573" y="452906"/>
                  </a:lnTo>
                  <a:lnTo>
                    <a:pt x="23467" y="452400"/>
                  </a:lnTo>
                  <a:lnTo>
                    <a:pt x="23552" y="451730"/>
                  </a:lnTo>
                  <a:lnTo>
                    <a:pt x="23249" y="451142"/>
                  </a:lnTo>
                  <a:lnTo>
                    <a:pt x="23225" y="450849"/>
                  </a:lnTo>
                  <a:lnTo>
                    <a:pt x="23266" y="450679"/>
                  </a:lnTo>
                  <a:lnTo>
                    <a:pt x="23062" y="450335"/>
                  </a:lnTo>
                  <a:lnTo>
                    <a:pt x="22777" y="450490"/>
                  </a:lnTo>
                  <a:lnTo>
                    <a:pt x="22766" y="450651"/>
                  </a:lnTo>
                  <a:lnTo>
                    <a:pt x="22716" y="450867"/>
                  </a:lnTo>
                  <a:lnTo>
                    <a:pt x="23106" y="451918"/>
                  </a:lnTo>
                  <a:lnTo>
                    <a:pt x="23013" y="452228"/>
                  </a:lnTo>
                  <a:lnTo>
                    <a:pt x="22886" y="452450"/>
                  </a:lnTo>
                  <a:lnTo>
                    <a:pt x="22700" y="452855"/>
                  </a:lnTo>
                  <a:lnTo>
                    <a:pt x="22288" y="452743"/>
                  </a:lnTo>
                  <a:lnTo>
                    <a:pt x="22403" y="452462"/>
                  </a:lnTo>
                  <a:lnTo>
                    <a:pt x="22389" y="452234"/>
                  </a:lnTo>
                  <a:lnTo>
                    <a:pt x="22352" y="451738"/>
                  </a:lnTo>
                  <a:lnTo>
                    <a:pt x="22066" y="450989"/>
                  </a:lnTo>
                  <a:lnTo>
                    <a:pt x="21957" y="450812"/>
                  </a:lnTo>
                  <a:lnTo>
                    <a:pt x="21848" y="450606"/>
                  </a:lnTo>
                  <a:lnTo>
                    <a:pt x="21679" y="450351"/>
                  </a:lnTo>
                  <a:lnTo>
                    <a:pt x="20900" y="450080"/>
                  </a:lnTo>
                  <a:lnTo>
                    <a:pt x="20574" y="450231"/>
                  </a:lnTo>
                  <a:lnTo>
                    <a:pt x="20237" y="449638"/>
                  </a:lnTo>
                  <a:lnTo>
                    <a:pt x="19849" y="449405"/>
                  </a:lnTo>
                  <a:lnTo>
                    <a:pt x="19037" y="449651"/>
                  </a:lnTo>
                  <a:lnTo>
                    <a:pt x="18908" y="449650"/>
                  </a:lnTo>
                  <a:lnTo>
                    <a:pt x="18477" y="449351"/>
                  </a:lnTo>
                  <a:lnTo>
                    <a:pt x="17828" y="448755"/>
                  </a:lnTo>
                  <a:lnTo>
                    <a:pt x="17712" y="448166"/>
                  </a:lnTo>
                  <a:lnTo>
                    <a:pt x="17623" y="447917"/>
                  </a:lnTo>
                  <a:lnTo>
                    <a:pt x="17313" y="447351"/>
                  </a:lnTo>
                  <a:lnTo>
                    <a:pt x="17672" y="447410"/>
                  </a:lnTo>
                  <a:lnTo>
                    <a:pt x="18163" y="447186"/>
                  </a:lnTo>
                  <a:lnTo>
                    <a:pt x="18503" y="446690"/>
                  </a:lnTo>
                  <a:lnTo>
                    <a:pt x="18297" y="446370"/>
                  </a:lnTo>
                  <a:lnTo>
                    <a:pt x="18293" y="446677"/>
                  </a:lnTo>
                  <a:lnTo>
                    <a:pt x="18256" y="446859"/>
                  </a:lnTo>
                  <a:lnTo>
                    <a:pt x="18202" y="446169"/>
                  </a:lnTo>
                  <a:lnTo>
                    <a:pt x="18190" y="446035"/>
                  </a:lnTo>
                  <a:lnTo>
                    <a:pt x="18162" y="445892"/>
                  </a:lnTo>
                  <a:lnTo>
                    <a:pt x="18089" y="445637"/>
                  </a:lnTo>
                  <a:lnTo>
                    <a:pt x="18043" y="445492"/>
                  </a:lnTo>
                  <a:lnTo>
                    <a:pt x="17883" y="445065"/>
                  </a:lnTo>
                  <a:lnTo>
                    <a:pt x="17704" y="444677"/>
                  </a:lnTo>
                  <a:lnTo>
                    <a:pt x="17506" y="444294"/>
                  </a:lnTo>
                  <a:lnTo>
                    <a:pt x="17275" y="443937"/>
                  </a:lnTo>
                  <a:lnTo>
                    <a:pt x="17069" y="443618"/>
                  </a:lnTo>
                  <a:lnTo>
                    <a:pt x="16857" y="443292"/>
                  </a:lnTo>
                  <a:lnTo>
                    <a:pt x="16610" y="442926"/>
                  </a:lnTo>
                  <a:lnTo>
                    <a:pt x="16472" y="442722"/>
                  </a:lnTo>
                  <a:lnTo>
                    <a:pt x="14713" y="442613"/>
                  </a:lnTo>
                  <a:lnTo>
                    <a:pt x="14260" y="442236"/>
                  </a:lnTo>
                  <a:lnTo>
                    <a:pt x="14292" y="441941"/>
                  </a:lnTo>
                  <a:lnTo>
                    <a:pt x="14266" y="441808"/>
                  </a:lnTo>
                  <a:lnTo>
                    <a:pt x="14208" y="441603"/>
                  </a:lnTo>
                  <a:lnTo>
                    <a:pt x="14082" y="441158"/>
                  </a:lnTo>
                  <a:lnTo>
                    <a:pt x="13994" y="440635"/>
                  </a:lnTo>
                  <a:lnTo>
                    <a:pt x="13964" y="440460"/>
                  </a:lnTo>
                  <a:lnTo>
                    <a:pt x="14259" y="440118"/>
                  </a:lnTo>
                  <a:lnTo>
                    <a:pt x="14670" y="440053"/>
                  </a:lnTo>
                  <a:lnTo>
                    <a:pt x="14902" y="440017"/>
                  </a:lnTo>
                  <a:lnTo>
                    <a:pt x="14970" y="439735"/>
                  </a:lnTo>
                  <a:lnTo>
                    <a:pt x="15035" y="439467"/>
                  </a:lnTo>
                  <a:lnTo>
                    <a:pt x="15073" y="439311"/>
                  </a:lnTo>
                  <a:lnTo>
                    <a:pt x="15344" y="439195"/>
                  </a:lnTo>
                  <a:lnTo>
                    <a:pt x="15692" y="439175"/>
                  </a:lnTo>
                  <a:lnTo>
                    <a:pt x="16081" y="439388"/>
                  </a:lnTo>
                  <a:lnTo>
                    <a:pt x="16481" y="439961"/>
                  </a:lnTo>
                  <a:lnTo>
                    <a:pt x="16748" y="439821"/>
                  </a:lnTo>
                  <a:lnTo>
                    <a:pt x="16891" y="439719"/>
                  </a:lnTo>
                  <a:lnTo>
                    <a:pt x="16992" y="439541"/>
                  </a:lnTo>
                  <a:lnTo>
                    <a:pt x="17328" y="439312"/>
                  </a:lnTo>
                  <a:lnTo>
                    <a:pt x="17470" y="439481"/>
                  </a:lnTo>
                  <a:lnTo>
                    <a:pt x="17524" y="439354"/>
                  </a:lnTo>
                  <a:lnTo>
                    <a:pt x="17582" y="439070"/>
                  </a:lnTo>
                  <a:lnTo>
                    <a:pt x="17578" y="438877"/>
                  </a:lnTo>
                  <a:lnTo>
                    <a:pt x="17776" y="438682"/>
                  </a:lnTo>
                  <a:lnTo>
                    <a:pt x="17488" y="438854"/>
                  </a:lnTo>
                  <a:lnTo>
                    <a:pt x="17182" y="438612"/>
                  </a:lnTo>
                  <a:lnTo>
                    <a:pt x="17447" y="438375"/>
                  </a:lnTo>
                  <a:lnTo>
                    <a:pt x="17604" y="438341"/>
                  </a:lnTo>
                  <a:lnTo>
                    <a:pt x="17790" y="438381"/>
                  </a:lnTo>
                  <a:lnTo>
                    <a:pt x="17486" y="438124"/>
                  </a:lnTo>
                  <a:lnTo>
                    <a:pt x="17092" y="438108"/>
                  </a:lnTo>
                  <a:lnTo>
                    <a:pt x="16455" y="438807"/>
                  </a:lnTo>
                  <a:lnTo>
                    <a:pt x="16417" y="439619"/>
                  </a:lnTo>
                  <a:lnTo>
                    <a:pt x="15974" y="439045"/>
                  </a:lnTo>
                  <a:lnTo>
                    <a:pt x="15812" y="438922"/>
                  </a:lnTo>
                  <a:lnTo>
                    <a:pt x="15634" y="438730"/>
                  </a:lnTo>
                  <a:lnTo>
                    <a:pt x="15004" y="437969"/>
                  </a:lnTo>
                  <a:lnTo>
                    <a:pt x="14924" y="437795"/>
                  </a:lnTo>
                  <a:lnTo>
                    <a:pt x="14751" y="437485"/>
                  </a:lnTo>
                  <a:lnTo>
                    <a:pt x="14644" y="437329"/>
                  </a:lnTo>
                  <a:lnTo>
                    <a:pt x="14432" y="437066"/>
                  </a:lnTo>
                  <a:lnTo>
                    <a:pt x="14297" y="436862"/>
                  </a:lnTo>
                  <a:lnTo>
                    <a:pt x="14635" y="435534"/>
                  </a:lnTo>
                  <a:lnTo>
                    <a:pt x="14862" y="434994"/>
                  </a:lnTo>
                  <a:lnTo>
                    <a:pt x="14918" y="434722"/>
                  </a:lnTo>
                  <a:lnTo>
                    <a:pt x="14983" y="434406"/>
                  </a:lnTo>
                  <a:lnTo>
                    <a:pt x="15036" y="434147"/>
                  </a:lnTo>
                  <a:lnTo>
                    <a:pt x="14996" y="433970"/>
                  </a:lnTo>
                  <a:lnTo>
                    <a:pt x="14888" y="433488"/>
                  </a:lnTo>
                  <a:lnTo>
                    <a:pt x="14828" y="433220"/>
                  </a:lnTo>
                  <a:lnTo>
                    <a:pt x="14591" y="432900"/>
                  </a:lnTo>
                  <a:lnTo>
                    <a:pt x="13797" y="433086"/>
                  </a:lnTo>
                  <a:lnTo>
                    <a:pt x="13812" y="433325"/>
                  </a:lnTo>
                  <a:lnTo>
                    <a:pt x="13328" y="433660"/>
                  </a:lnTo>
                  <a:lnTo>
                    <a:pt x="13266" y="433879"/>
                  </a:lnTo>
                  <a:lnTo>
                    <a:pt x="13172" y="433685"/>
                  </a:lnTo>
                  <a:lnTo>
                    <a:pt x="13000" y="433334"/>
                  </a:lnTo>
                  <a:lnTo>
                    <a:pt x="12859" y="433072"/>
                  </a:lnTo>
                  <a:lnTo>
                    <a:pt x="12684" y="432758"/>
                  </a:lnTo>
                  <a:lnTo>
                    <a:pt x="12475" y="432451"/>
                  </a:lnTo>
                  <a:lnTo>
                    <a:pt x="12182" y="432023"/>
                  </a:lnTo>
                  <a:lnTo>
                    <a:pt x="11661" y="431261"/>
                  </a:lnTo>
                  <a:lnTo>
                    <a:pt x="11135" y="430528"/>
                  </a:lnTo>
                  <a:lnTo>
                    <a:pt x="11036" y="430346"/>
                  </a:lnTo>
                  <a:lnTo>
                    <a:pt x="10957" y="430183"/>
                  </a:lnTo>
                  <a:lnTo>
                    <a:pt x="10798" y="429821"/>
                  </a:lnTo>
                  <a:lnTo>
                    <a:pt x="10651" y="429203"/>
                  </a:lnTo>
                  <a:lnTo>
                    <a:pt x="10558" y="428803"/>
                  </a:lnTo>
                  <a:lnTo>
                    <a:pt x="10497" y="428533"/>
                  </a:lnTo>
                  <a:lnTo>
                    <a:pt x="10388" y="427923"/>
                  </a:lnTo>
                  <a:lnTo>
                    <a:pt x="10353" y="427472"/>
                  </a:lnTo>
                  <a:lnTo>
                    <a:pt x="10334" y="426835"/>
                  </a:lnTo>
                  <a:lnTo>
                    <a:pt x="10334" y="426675"/>
                  </a:lnTo>
                  <a:lnTo>
                    <a:pt x="10335" y="426546"/>
                  </a:lnTo>
                  <a:lnTo>
                    <a:pt x="10367" y="426091"/>
                  </a:lnTo>
                  <a:lnTo>
                    <a:pt x="10475" y="425595"/>
                  </a:lnTo>
                  <a:lnTo>
                    <a:pt x="11952" y="421905"/>
                  </a:lnTo>
                  <a:lnTo>
                    <a:pt x="12052" y="421684"/>
                  </a:lnTo>
                  <a:lnTo>
                    <a:pt x="12116" y="421455"/>
                  </a:lnTo>
                  <a:lnTo>
                    <a:pt x="12166" y="421301"/>
                  </a:lnTo>
                  <a:lnTo>
                    <a:pt x="12274" y="420872"/>
                  </a:lnTo>
                  <a:lnTo>
                    <a:pt x="12342" y="420410"/>
                  </a:lnTo>
                  <a:lnTo>
                    <a:pt x="12373" y="420246"/>
                  </a:lnTo>
                  <a:lnTo>
                    <a:pt x="12407" y="420075"/>
                  </a:lnTo>
                  <a:lnTo>
                    <a:pt x="12498" y="419601"/>
                  </a:lnTo>
                  <a:lnTo>
                    <a:pt x="12476" y="419426"/>
                  </a:lnTo>
                  <a:lnTo>
                    <a:pt x="12456" y="419266"/>
                  </a:lnTo>
                  <a:lnTo>
                    <a:pt x="12365" y="419049"/>
                  </a:lnTo>
                  <a:lnTo>
                    <a:pt x="12282" y="418852"/>
                  </a:lnTo>
                  <a:lnTo>
                    <a:pt x="11724" y="417882"/>
                  </a:lnTo>
                  <a:lnTo>
                    <a:pt x="11524" y="417611"/>
                  </a:lnTo>
                  <a:lnTo>
                    <a:pt x="11055" y="416901"/>
                  </a:lnTo>
                  <a:lnTo>
                    <a:pt x="10871" y="416519"/>
                  </a:lnTo>
                  <a:lnTo>
                    <a:pt x="10863" y="416221"/>
                  </a:lnTo>
                  <a:lnTo>
                    <a:pt x="11152" y="415552"/>
                  </a:lnTo>
                  <a:lnTo>
                    <a:pt x="11678" y="414694"/>
                  </a:lnTo>
                  <a:lnTo>
                    <a:pt x="12359" y="413834"/>
                  </a:lnTo>
                  <a:lnTo>
                    <a:pt x="12940" y="413332"/>
                  </a:lnTo>
                  <a:lnTo>
                    <a:pt x="13782" y="413175"/>
                  </a:lnTo>
                  <a:lnTo>
                    <a:pt x="13905" y="413615"/>
                  </a:lnTo>
                  <a:lnTo>
                    <a:pt x="14541" y="414250"/>
                  </a:lnTo>
                  <a:lnTo>
                    <a:pt x="14941" y="414336"/>
                  </a:lnTo>
                  <a:lnTo>
                    <a:pt x="14948" y="414250"/>
                  </a:lnTo>
                  <a:lnTo>
                    <a:pt x="14567" y="414136"/>
                  </a:lnTo>
                  <a:lnTo>
                    <a:pt x="14737" y="412212"/>
                  </a:lnTo>
                  <a:lnTo>
                    <a:pt x="15268" y="411367"/>
                  </a:lnTo>
                  <a:lnTo>
                    <a:pt x="15364" y="411086"/>
                  </a:lnTo>
                  <a:lnTo>
                    <a:pt x="15434" y="410861"/>
                  </a:lnTo>
                  <a:lnTo>
                    <a:pt x="15535" y="410299"/>
                  </a:lnTo>
                  <a:lnTo>
                    <a:pt x="15541" y="410154"/>
                  </a:lnTo>
                  <a:lnTo>
                    <a:pt x="15525" y="409352"/>
                  </a:lnTo>
                  <a:lnTo>
                    <a:pt x="15432" y="408630"/>
                  </a:lnTo>
                  <a:lnTo>
                    <a:pt x="15366" y="408487"/>
                  </a:lnTo>
                  <a:lnTo>
                    <a:pt x="15270" y="408320"/>
                  </a:lnTo>
                  <a:lnTo>
                    <a:pt x="15123" y="408211"/>
                  </a:lnTo>
                  <a:lnTo>
                    <a:pt x="15170" y="407906"/>
                  </a:lnTo>
                  <a:lnTo>
                    <a:pt x="15401" y="407899"/>
                  </a:lnTo>
                  <a:lnTo>
                    <a:pt x="15438" y="407559"/>
                  </a:lnTo>
                  <a:lnTo>
                    <a:pt x="15526" y="406576"/>
                  </a:lnTo>
                  <a:lnTo>
                    <a:pt x="15402" y="405489"/>
                  </a:lnTo>
                  <a:lnTo>
                    <a:pt x="15326" y="405101"/>
                  </a:lnTo>
                  <a:lnTo>
                    <a:pt x="15214" y="404875"/>
                  </a:lnTo>
                  <a:lnTo>
                    <a:pt x="15130" y="404712"/>
                  </a:lnTo>
                  <a:lnTo>
                    <a:pt x="14787" y="404091"/>
                  </a:lnTo>
                  <a:lnTo>
                    <a:pt x="14949" y="403990"/>
                  </a:lnTo>
                  <a:lnTo>
                    <a:pt x="15181" y="403801"/>
                  </a:lnTo>
                  <a:lnTo>
                    <a:pt x="15479" y="403843"/>
                  </a:lnTo>
                  <a:lnTo>
                    <a:pt x="15609" y="404095"/>
                  </a:lnTo>
                  <a:lnTo>
                    <a:pt x="15768" y="404282"/>
                  </a:lnTo>
                  <a:lnTo>
                    <a:pt x="15853" y="404449"/>
                  </a:lnTo>
                  <a:lnTo>
                    <a:pt x="16089" y="404715"/>
                  </a:lnTo>
                  <a:lnTo>
                    <a:pt x="16351" y="404430"/>
                  </a:lnTo>
                  <a:lnTo>
                    <a:pt x="16546" y="404054"/>
                  </a:lnTo>
                  <a:lnTo>
                    <a:pt x="16826" y="403895"/>
                  </a:lnTo>
                  <a:lnTo>
                    <a:pt x="17096" y="403871"/>
                  </a:lnTo>
                  <a:lnTo>
                    <a:pt x="17376" y="403889"/>
                  </a:lnTo>
                  <a:lnTo>
                    <a:pt x="17698" y="403897"/>
                  </a:lnTo>
                  <a:lnTo>
                    <a:pt x="18555" y="403829"/>
                  </a:lnTo>
                  <a:lnTo>
                    <a:pt x="19612" y="403581"/>
                  </a:lnTo>
                  <a:lnTo>
                    <a:pt x="19880" y="403522"/>
                  </a:lnTo>
                  <a:lnTo>
                    <a:pt x="20014" y="403522"/>
                  </a:lnTo>
                  <a:lnTo>
                    <a:pt x="20211" y="403521"/>
                  </a:lnTo>
                  <a:lnTo>
                    <a:pt x="20505" y="403521"/>
                  </a:lnTo>
                  <a:lnTo>
                    <a:pt x="20857" y="403520"/>
                  </a:lnTo>
                  <a:lnTo>
                    <a:pt x="21102" y="403520"/>
                  </a:lnTo>
                  <a:lnTo>
                    <a:pt x="21258" y="403520"/>
                  </a:lnTo>
                  <a:lnTo>
                    <a:pt x="21870" y="403499"/>
                  </a:lnTo>
                  <a:lnTo>
                    <a:pt x="22024" y="403079"/>
                  </a:lnTo>
                  <a:lnTo>
                    <a:pt x="21782" y="402852"/>
                  </a:lnTo>
                  <a:lnTo>
                    <a:pt x="21559" y="402679"/>
                  </a:lnTo>
                  <a:lnTo>
                    <a:pt x="21538" y="402249"/>
                  </a:lnTo>
                  <a:lnTo>
                    <a:pt x="21580" y="401959"/>
                  </a:lnTo>
                  <a:lnTo>
                    <a:pt x="21701" y="401652"/>
                  </a:lnTo>
                  <a:lnTo>
                    <a:pt x="21862" y="400607"/>
                  </a:lnTo>
                  <a:lnTo>
                    <a:pt x="22124" y="400324"/>
                  </a:lnTo>
                  <a:lnTo>
                    <a:pt x="22344" y="400245"/>
                  </a:lnTo>
                  <a:lnTo>
                    <a:pt x="22616" y="400258"/>
                  </a:lnTo>
                  <a:lnTo>
                    <a:pt x="22898" y="399931"/>
                  </a:lnTo>
                  <a:lnTo>
                    <a:pt x="22114" y="398713"/>
                  </a:lnTo>
                  <a:lnTo>
                    <a:pt x="22501" y="397540"/>
                  </a:lnTo>
                  <a:lnTo>
                    <a:pt x="22317" y="397488"/>
                  </a:lnTo>
                  <a:lnTo>
                    <a:pt x="22141" y="397440"/>
                  </a:lnTo>
                  <a:lnTo>
                    <a:pt x="21916" y="397651"/>
                  </a:lnTo>
                  <a:lnTo>
                    <a:pt x="21310" y="398260"/>
                  </a:lnTo>
                  <a:lnTo>
                    <a:pt x="21169" y="398263"/>
                  </a:lnTo>
                  <a:lnTo>
                    <a:pt x="20909" y="398266"/>
                  </a:lnTo>
                  <a:lnTo>
                    <a:pt x="20494" y="398273"/>
                  </a:lnTo>
                  <a:lnTo>
                    <a:pt x="20233" y="398315"/>
                  </a:lnTo>
                  <a:lnTo>
                    <a:pt x="19779" y="398474"/>
                  </a:lnTo>
                  <a:lnTo>
                    <a:pt x="19508" y="398477"/>
                  </a:lnTo>
                  <a:lnTo>
                    <a:pt x="19237" y="398480"/>
                  </a:lnTo>
                  <a:lnTo>
                    <a:pt x="18398" y="398486"/>
                  </a:lnTo>
                  <a:lnTo>
                    <a:pt x="18110" y="398464"/>
                  </a:lnTo>
                  <a:lnTo>
                    <a:pt x="17137" y="398015"/>
                  </a:lnTo>
                  <a:lnTo>
                    <a:pt x="16701" y="397708"/>
                  </a:lnTo>
                  <a:lnTo>
                    <a:pt x="16369" y="397284"/>
                  </a:lnTo>
                  <a:lnTo>
                    <a:pt x="16498" y="397339"/>
                  </a:lnTo>
                  <a:lnTo>
                    <a:pt x="16644" y="397109"/>
                  </a:lnTo>
                  <a:lnTo>
                    <a:pt x="16647" y="396884"/>
                  </a:lnTo>
                  <a:lnTo>
                    <a:pt x="16637" y="396621"/>
                  </a:lnTo>
                  <a:lnTo>
                    <a:pt x="16613" y="396471"/>
                  </a:lnTo>
                  <a:lnTo>
                    <a:pt x="16584" y="396222"/>
                  </a:lnTo>
                  <a:lnTo>
                    <a:pt x="16578" y="396079"/>
                  </a:lnTo>
                  <a:lnTo>
                    <a:pt x="16505" y="395704"/>
                  </a:lnTo>
                  <a:lnTo>
                    <a:pt x="16310" y="395442"/>
                  </a:lnTo>
                  <a:lnTo>
                    <a:pt x="16173" y="395255"/>
                  </a:lnTo>
                  <a:lnTo>
                    <a:pt x="15902" y="394104"/>
                  </a:lnTo>
                  <a:lnTo>
                    <a:pt x="15537" y="393770"/>
                  </a:lnTo>
                  <a:lnTo>
                    <a:pt x="15285" y="393446"/>
                  </a:lnTo>
                  <a:lnTo>
                    <a:pt x="15214" y="393095"/>
                  </a:lnTo>
                  <a:lnTo>
                    <a:pt x="15174" y="392880"/>
                  </a:lnTo>
                  <a:lnTo>
                    <a:pt x="15073" y="392338"/>
                  </a:lnTo>
                  <a:lnTo>
                    <a:pt x="14361" y="391901"/>
                  </a:lnTo>
                  <a:lnTo>
                    <a:pt x="14376" y="391332"/>
                  </a:lnTo>
                  <a:lnTo>
                    <a:pt x="14082" y="390643"/>
                  </a:lnTo>
                  <a:lnTo>
                    <a:pt x="13872" y="390342"/>
                  </a:lnTo>
                  <a:lnTo>
                    <a:pt x="13847" y="389484"/>
                  </a:lnTo>
                  <a:lnTo>
                    <a:pt x="13982" y="389162"/>
                  </a:lnTo>
                  <a:lnTo>
                    <a:pt x="14171" y="389081"/>
                  </a:lnTo>
                  <a:lnTo>
                    <a:pt x="14398" y="388898"/>
                  </a:lnTo>
                  <a:lnTo>
                    <a:pt x="14399" y="388536"/>
                  </a:lnTo>
                  <a:lnTo>
                    <a:pt x="14554" y="388099"/>
                  </a:lnTo>
                  <a:lnTo>
                    <a:pt x="14796" y="387638"/>
                  </a:lnTo>
                  <a:lnTo>
                    <a:pt x="14925" y="387292"/>
                  </a:lnTo>
                  <a:lnTo>
                    <a:pt x="14915" y="387145"/>
                  </a:lnTo>
                  <a:lnTo>
                    <a:pt x="14924" y="386763"/>
                  </a:lnTo>
                  <a:lnTo>
                    <a:pt x="15331" y="386470"/>
                  </a:lnTo>
                  <a:lnTo>
                    <a:pt x="15521" y="386681"/>
                  </a:lnTo>
                  <a:lnTo>
                    <a:pt x="15597" y="387071"/>
                  </a:lnTo>
                  <a:lnTo>
                    <a:pt x="15617" y="387250"/>
                  </a:lnTo>
                  <a:lnTo>
                    <a:pt x="15835" y="387996"/>
                  </a:lnTo>
                  <a:lnTo>
                    <a:pt x="16022" y="388353"/>
                  </a:lnTo>
                  <a:lnTo>
                    <a:pt x="16431" y="388853"/>
                  </a:lnTo>
                  <a:lnTo>
                    <a:pt x="16582" y="388933"/>
                  </a:lnTo>
                  <a:lnTo>
                    <a:pt x="16861" y="388794"/>
                  </a:lnTo>
                  <a:lnTo>
                    <a:pt x="16845" y="388574"/>
                  </a:lnTo>
                  <a:lnTo>
                    <a:pt x="16837" y="388410"/>
                  </a:lnTo>
                  <a:lnTo>
                    <a:pt x="16918" y="388160"/>
                  </a:lnTo>
                  <a:lnTo>
                    <a:pt x="17175" y="387991"/>
                  </a:lnTo>
                  <a:lnTo>
                    <a:pt x="17566" y="388331"/>
                  </a:lnTo>
                  <a:lnTo>
                    <a:pt x="18408" y="388417"/>
                  </a:lnTo>
                  <a:lnTo>
                    <a:pt x="18661" y="388115"/>
                  </a:lnTo>
                  <a:lnTo>
                    <a:pt x="18713" y="387964"/>
                  </a:lnTo>
                  <a:lnTo>
                    <a:pt x="19357" y="387818"/>
                  </a:lnTo>
                  <a:lnTo>
                    <a:pt x="19867" y="387647"/>
                  </a:lnTo>
                  <a:lnTo>
                    <a:pt x="20131" y="387525"/>
                  </a:lnTo>
                  <a:lnTo>
                    <a:pt x="20550" y="387801"/>
                  </a:lnTo>
                  <a:lnTo>
                    <a:pt x="21204" y="387713"/>
                  </a:lnTo>
                  <a:lnTo>
                    <a:pt x="21420" y="387545"/>
                  </a:lnTo>
                  <a:lnTo>
                    <a:pt x="22021" y="386676"/>
                  </a:lnTo>
                  <a:lnTo>
                    <a:pt x="21927" y="385880"/>
                  </a:lnTo>
                  <a:lnTo>
                    <a:pt x="21499" y="385705"/>
                  </a:lnTo>
                  <a:lnTo>
                    <a:pt x="21538" y="385345"/>
                  </a:lnTo>
                  <a:lnTo>
                    <a:pt x="22182" y="384742"/>
                  </a:lnTo>
                  <a:lnTo>
                    <a:pt x="22481" y="384568"/>
                  </a:lnTo>
                  <a:lnTo>
                    <a:pt x="22419" y="384003"/>
                  </a:lnTo>
                  <a:lnTo>
                    <a:pt x="22353" y="383698"/>
                  </a:lnTo>
                  <a:lnTo>
                    <a:pt x="22361" y="383483"/>
                  </a:lnTo>
                  <a:lnTo>
                    <a:pt x="22643" y="383206"/>
                  </a:lnTo>
                  <a:lnTo>
                    <a:pt x="22845" y="383224"/>
                  </a:lnTo>
                  <a:lnTo>
                    <a:pt x="23212" y="382903"/>
                  </a:lnTo>
                  <a:lnTo>
                    <a:pt x="22753" y="382208"/>
                  </a:lnTo>
                  <a:lnTo>
                    <a:pt x="22982" y="381968"/>
                  </a:lnTo>
                  <a:lnTo>
                    <a:pt x="23170" y="381316"/>
                  </a:lnTo>
                  <a:lnTo>
                    <a:pt x="23062" y="380976"/>
                  </a:lnTo>
                  <a:lnTo>
                    <a:pt x="22978" y="380092"/>
                  </a:lnTo>
                  <a:lnTo>
                    <a:pt x="23023" y="378844"/>
                  </a:lnTo>
                  <a:lnTo>
                    <a:pt x="23498" y="378308"/>
                  </a:lnTo>
                  <a:lnTo>
                    <a:pt x="23565" y="377641"/>
                  </a:lnTo>
                  <a:lnTo>
                    <a:pt x="23507" y="377029"/>
                  </a:lnTo>
                  <a:lnTo>
                    <a:pt x="23679" y="376984"/>
                  </a:lnTo>
                  <a:lnTo>
                    <a:pt x="23889" y="376828"/>
                  </a:lnTo>
                  <a:lnTo>
                    <a:pt x="24313" y="376476"/>
                  </a:lnTo>
                  <a:lnTo>
                    <a:pt x="24482" y="376283"/>
                  </a:lnTo>
                  <a:lnTo>
                    <a:pt x="24845" y="376114"/>
                  </a:lnTo>
                  <a:lnTo>
                    <a:pt x="24991" y="376080"/>
                  </a:lnTo>
                  <a:lnTo>
                    <a:pt x="25410" y="375687"/>
                  </a:lnTo>
                  <a:lnTo>
                    <a:pt x="25403" y="375536"/>
                  </a:lnTo>
                  <a:lnTo>
                    <a:pt x="25403" y="375354"/>
                  </a:lnTo>
                  <a:lnTo>
                    <a:pt x="25950" y="375285"/>
                  </a:lnTo>
                  <a:lnTo>
                    <a:pt x="26101" y="375297"/>
                  </a:lnTo>
                  <a:lnTo>
                    <a:pt x="26324" y="375442"/>
                  </a:lnTo>
                  <a:lnTo>
                    <a:pt x="26564" y="375620"/>
                  </a:lnTo>
                  <a:lnTo>
                    <a:pt x="27003" y="375795"/>
                  </a:lnTo>
                  <a:lnTo>
                    <a:pt x="27165" y="375837"/>
                  </a:lnTo>
                  <a:lnTo>
                    <a:pt x="27536" y="375792"/>
                  </a:lnTo>
                  <a:lnTo>
                    <a:pt x="27813" y="375886"/>
                  </a:lnTo>
                  <a:lnTo>
                    <a:pt x="28085" y="376121"/>
                  </a:lnTo>
                  <a:lnTo>
                    <a:pt x="28267" y="376312"/>
                  </a:lnTo>
                  <a:lnTo>
                    <a:pt x="28568" y="376590"/>
                  </a:lnTo>
                  <a:lnTo>
                    <a:pt x="29317" y="376385"/>
                  </a:lnTo>
                  <a:lnTo>
                    <a:pt x="29758" y="376170"/>
                  </a:lnTo>
                  <a:lnTo>
                    <a:pt x="30104" y="375913"/>
                  </a:lnTo>
                  <a:lnTo>
                    <a:pt x="30314" y="375339"/>
                  </a:lnTo>
                  <a:lnTo>
                    <a:pt x="30379" y="375110"/>
                  </a:lnTo>
                  <a:lnTo>
                    <a:pt x="30610" y="375020"/>
                  </a:lnTo>
                  <a:lnTo>
                    <a:pt x="30707" y="375290"/>
                  </a:lnTo>
                  <a:lnTo>
                    <a:pt x="30652" y="375541"/>
                  </a:lnTo>
                  <a:lnTo>
                    <a:pt x="30808" y="375875"/>
                  </a:lnTo>
                  <a:lnTo>
                    <a:pt x="31072" y="375753"/>
                  </a:lnTo>
                  <a:lnTo>
                    <a:pt x="31025" y="375364"/>
                  </a:lnTo>
                  <a:lnTo>
                    <a:pt x="31068" y="375208"/>
                  </a:lnTo>
                  <a:lnTo>
                    <a:pt x="31870" y="374124"/>
                  </a:lnTo>
                  <a:lnTo>
                    <a:pt x="32052" y="374122"/>
                  </a:lnTo>
                  <a:lnTo>
                    <a:pt x="32309" y="374272"/>
                  </a:lnTo>
                  <a:lnTo>
                    <a:pt x="32474" y="374789"/>
                  </a:lnTo>
                  <a:lnTo>
                    <a:pt x="32594" y="375118"/>
                  </a:lnTo>
                  <a:lnTo>
                    <a:pt x="32785" y="374936"/>
                  </a:lnTo>
                  <a:lnTo>
                    <a:pt x="33155" y="374415"/>
                  </a:lnTo>
                  <a:lnTo>
                    <a:pt x="33344" y="374407"/>
                  </a:lnTo>
                  <a:lnTo>
                    <a:pt x="33963" y="374436"/>
                  </a:lnTo>
                  <a:lnTo>
                    <a:pt x="34378" y="374316"/>
                  </a:lnTo>
                  <a:lnTo>
                    <a:pt x="34716" y="374366"/>
                  </a:lnTo>
                  <a:lnTo>
                    <a:pt x="34856" y="374521"/>
                  </a:lnTo>
                  <a:lnTo>
                    <a:pt x="35330" y="374271"/>
                  </a:lnTo>
                  <a:lnTo>
                    <a:pt x="35594" y="374387"/>
                  </a:lnTo>
                  <a:lnTo>
                    <a:pt x="35981" y="374801"/>
                  </a:lnTo>
                  <a:lnTo>
                    <a:pt x="36053" y="375026"/>
                  </a:lnTo>
                  <a:lnTo>
                    <a:pt x="36535" y="375272"/>
                  </a:lnTo>
                  <a:lnTo>
                    <a:pt x="37032" y="375403"/>
                  </a:lnTo>
                  <a:lnTo>
                    <a:pt x="37184" y="375403"/>
                  </a:lnTo>
                  <a:lnTo>
                    <a:pt x="38347" y="375149"/>
                  </a:lnTo>
                  <a:lnTo>
                    <a:pt x="38487" y="374919"/>
                  </a:lnTo>
                  <a:lnTo>
                    <a:pt x="38784" y="374588"/>
                  </a:lnTo>
                  <a:lnTo>
                    <a:pt x="38958" y="374634"/>
                  </a:lnTo>
                  <a:lnTo>
                    <a:pt x="39118" y="374716"/>
                  </a:lnTo>
                  <a:lnTo>
                    <a:pt x="39435" y="374680"/>
                  </a:lnTo>
                  <a:lnTo>
                    <a:pt x="39500" y="374487"/>
                  </a:lnTo>
                  <a:lnTo>
                    <a:pt x="39720" y="373555"/>
                  </a:lnTo>
                  <a:lnTo>
                    <a:pt x="39834" y="373345"/>
                  </a:lnTo>
                  <a:lnTo>
                    <a:pt x="40387" y="373762"/>
                  </a:lnTo>
                  <a:lnTo>
                    <a:pt x="40937" y="374100"/>
                  </a:lnTo>
                  <a:lnTo>
                    <a:pt x="40990" y="374296"/>
                  </a:lnTo>
                  <a:lnTo>
                    <a:pt x="41337" y="374655"/>
                  </a:lnTo>
                  <a:lnTo>
                    <a:pt x="41792" y="374813"/>
                  </a:lnTo>
                  <a:lnTo>
                    <a:pt x="42178" y="374808"/>
                  </a:lnTo>
                  <a:lnTo>
                    <a:pt x="42981" y="374809"/>
                  </a:lnTo>
                  <a:lnTo>
                    <a:pt x="43210" y="374835"/>
                  </a:lnTo>
                  <a:lnTo>
                    <a:pt x="43574" y="374818"/>
                  </a:lnTo>
                  <a:lnTo>
                    <a:pt x="43715" y="374798"/>
                  </a:lnTo>
                  <a:lnTo>
                    <a:pt x="44159" y="374736"/>
                  </a:lnTo>
                  <a:lnTo>
                    <a:pt x="44460" y="374735"/>
                  </a:lnTo>
                  <a:lnTo>
                    <a:pt x="44552" y="374588"/>
                  </a:lnTo>
                  <a:lnTo>
                    <a:pt x="44495" y="374023"/>
                  </a:lnTo>
                  <a:lnTo>
                    <a:pt x="44820" y="373908"/>
                  </a:lnTo>
                  <a:lnTo>
                    <a:pt x="44591" y="373496"/>
                  </a:lnTo>
                  <a:lnTo>
                    <a:pt x="44442" y="373332"/>
                  </a:lnTo>
                  <a:lnTo>
                    <a:pt x="44457" y="373063"/>
                  </a:lnTo>
                  <a:lnTo>
                    <a:pt x="44386" y="372834"/>
                  </a:lnTo>
                  <a:lnTo>
                    <a:pt x="44189" y="372626"/>
                  </a:lnTo>
                  <a:lnTo>
                    <a:pt x="43926" y="372717"/>
                  </a:lnTo>
                  <a:lnTo>
                    <a:pt x="43669" y="372397"/>
                  </a:lnTo>
                  <a:lnTo>
                    <a:pt x="43906" y="372064"/>
                  </a:lnTo>
                  <a:lnTo>
                    <a:pt x="44142" y="371856"/>
                  </a:lnTo>
                  <a:lnTo>
                    <a:pt x="44340" y="371721"/>
                  </a:lnTo>
                  <a:lnTo>
                    <a:pt x="44516" y="371568"/>
                  </a:lnTo>
                  <a:lnTo>
                    <a:pt x="44449" y="371389"/>
                  </a:lnTo>
                  <a:lnTo>
                    <a:pt x="44269" y="371137"/>
                  </a:lnTo>
                  <a:lnTo>
                    <a:pt x="43823" y="370607"/>
                  </a:lnTo>
                  <a:lnTo>
                    <a:pt x="43689" y="370531"/>
                  </a:lnTo>
                  <a:lnTo>
                    <a:pt x="43439" y="370551"/>
                  </a:lnTo>
                  <a:lnTo>
                    <a:pt x="42708" y="370159"/>
                  </a:lnTo>
                  <a:lnTo>
                    <a:pt x="42822" y="369900"/>
                  </a:lnTo>
                  <a:lnTo>
                    <a:pt x="43000" y="369532"/>
                  </a:lnTo>
                  <a:lnTo>
                    <a:pt x="43095" y="368519"/>
                  </a:lnTo>
                  <a:lnTo>
                    <a:pt x="43112" y="368244"/>
                  </a:lnTo>
                  <a:lnTo>
                    <a:pt x="42797" y="367720"/>
                  </a:lnTo>
                  <a:lnTo>
                    <a:pt x="42564" y="367213"/>
                  </a:lnTo>
                  <a:lnTo>
                    <a:pt x="42475" y="366743"/>
                  </a:lnTo>
                  <a:lnTo>
                    <a:pt x="42746" y="366401"/>
                  </a:lnTo>
                  <a:lnTo>
                    <a:pt x="42756" y="365981"/>
                  </a:lnTo>
                  <a:lnTo>
                    <a:pt x="42723" y="365559"/>
                  </a:lnTo>
                  <a:lnTo>
                    <a:pt x="42817" y="365103"/>
                  </a:lnTo>
                  <a:lnTo>
                    <a:pt x="42992" y="364827"/>
                  </a:lnTo>
                  <a:lnTo>
                    <a:pt x="42959" y="364478"/>
                  </a:lnTo>
                  <a:lnTo>
                    <a:pt x="42802" y="364224"/>
                  </a:lnTo>
                  <a:lnTo>
                    <a:pt x="42583" y="363996"/>
                  </a:lnTo>
                  <a:lnTo>
                    <a:pt x="42596" y="363675"/>
                  </a:lnTo>
                  <a:lnTo>
                    <a:pt x="42936" y="363698"/>
                  </a:lnTo>
                  <a:lnTo>
                    <a:pt x="43116" y="363727"/>
                  </a:lnTo>
                  <a:lnTo>
                    <a:pt x="43330" y="363681"/>
                  </a:lnTo>
                  <a:lnTo>
                    <a:pt x="43362" y="363266"/>
                  </a:lnTo>
                  <a:lnTo>
                    <a:pt x="43281" y="362208"/>
                  </a:lnTo>
                  <a:lnTo>
                    <a:pt x="43198" y="361978"/>
                  </a:lnTo>
                  <a:lnTo>
                    <a:pt x="42919" y="361743"/>
                  </a:lnTo>
                  <a:lnTo>
                    <a:pt x="42655" y="361763"/>
                  </a:lnTo>
                  <a:lnTo>
                    <a:pt x="42384" y="361631"/>
                  </a:lnTo>
                  <a:lnTo>
                    <a:pt x="41821" y="361209"/>
                  </a:lnTo>
                  <a:lnTo>
                    <a:pt x="41460" y="360676"/>
                  </a:lnTo>
                  <a:lnTo>
                    <a:pt x="41480" y="360162"/>
                  </a:lnTo>
                  <a:lnTo>
                    <a:pt x="41537" y="359998"/>
                  </a:lnTo>
                  <a:lnTo>
                    <a:pt x="41663" y="359814"/>
                  </a:lnTo>
                  <a:lnTo>
                    <a:pt x="42107" y="359040"/>
                  </a:lnTo>
                  <a:lnTo>
                    <a:pt x="42615" y="358346"/>
                  </a:lnTo>
                  <a:lnTo>
                    <a:pt x="42781" y="358516"/>
                  </a:lnTo>
                  <a:lnTo>
                    <a:pt x="42992" y="359020"/>
                  </a:lnTo>
                  <a:lnTo>
                    <a:pt x="43793" y="359976"/>
                  </a:lnTo>
                  <a:lnTo>
                    <a:pt x="44132" y="360040"/>
                  </a:lnTo>
                  <a:lnTo>
                    <a:pt x="44628" y="359678"/>
                  </a:lnTo>
                  <a:lnTo>
                    <a:pt x="44595" y="359544"/>
                  </a:lnTo>
                  <a:lnTo>
                    <a:pt x="44510" y="359250"/>
                  </a:lnTo>
                  <a:lnTo>
                    <a:pt x="45231" y="358899"/>
                  </a:lnTo>
                  <a:lnTo>
                    <a:pt x="45445" y="358603"/>
                  </a:lnTo>
                  <a:lnTo>
                    <a:pt x="45471" y="358299"/>
                  </a:lnTo>
                  <a:lnTo>
                    <a:pt x="45393" y="357973"/>
                  </a:lnTo>
                  <a:lnTo>
                    <a:pt x="45630" y="357668"/>
                  </a:lnTo>
                  <a:lnTo>
                    <a:pt x="45893" y="357729"/>
                  </a:lnTo>
                  <a:lnTo>
                    <a:pt x="46421" y="357753"/>
                  </a:lnTo>
                  <a:lnTo>
                    <a:pt x="47328" y="358615"/>
                  </a:lnTo>
                  <a:lnTo>
                    <a:pt x="47565" y="358872"/>
                  </a:lnTo>
                  <a:lnTo>
                    <a:pt x="47779" y="359297"/>
                  </a:lnTo>
                  <a:lnTo>
                    <a:pt x="47949" y="359435"/>
                  </a:lnTo>
                  <a:lnTo>
                    <a:pt x="48188" y="359583"/>
                  </a:lnTo>
                  <a:lnTo>
                    <a:pt x="48411" y="359751"/>
                  </a:lnTo>
                  <a:lnTo>
                    <a:pt x="48932" y="360318"/>
                  </a:lnTo>
                  <a:lnTo>
                    <a:pt x="48921" y="360703"/>
                  </a:lnTo>
                  <a:lnTo>
                    <a:pt x="49281" y="361229"/>
                  </a:lnTo>
                  <a:lnTo>
                    <a:pt x="49758" y="361214"/>
                  </a:lnTo>
                  <a:lnTo>
                    <a:pt x="50208" y="361059"/>
                  </a:lnTo>
                  <a:lnTo>
                    <a:pt x="50767" y="360771"/>
                  </a:lnTo>
                  <a:lnTo>
                    <a:pt x="51129" y="360550"/>
                  </a:lnTo>
                  <a:lnTo>
                    <a:pt x="51042" y="360126"/>
                  </a:lnTo>
                  <a:lnTo>
                    <a:pt x="51129" y="359835"/>
                  </a:lnTo>
                  <a:lnTo>
                    <a:pt x="51494" y="359615"/>
                  </a:lnTo>
                  <a:lnTo>
                    <a:pt x="51616" y="359391"/>
                  </a:lnTo>
                  <a:lnTo>
                    <a:pt x="51666" y="359200"/>
                  </a:lnTo>
                  <a:lnTo>
                    <a:pt x="51719" y="358988"/>
                  </a:lnTo>
                  <a:lnTo>
                    <a:pt x="52097" y="358470"/>
                  </a:lnTo>
                  <a:lnTo>
                    <a:pt x="52538" y="358312"/>
                  </a:lnTo>
                  <a:lnTo>
                    <a:pt x="52688" y="358377"/>
                  </a:lnTo>
                  <a:lnTo>
                    <a:pt x="52838" y="358486"/>
                  </a:lnTo>
                  <a:lnTo>
                    <a:pt x="53741" y="358920"/>
                  </a:lnTo>
                  <a:lnTo>
                    <a:pt x="54215" y="358833"/>
                  </a:lnTo>
                  <a:lnTo>
                    <a:pt x="54475" y="359013"/>
                  </a:lnTo>
                  <a:lnTo>
                    <a:pt x="54575" y="359237"/>
                  </a:lnTo>
                  <a:lnTo>
                    <a:pt x="54490" y="359714"/>
                  </a:lnTo>
                  <a:lnTo>
                    <a:pt x="54382" y="360209"/>
                  </a:lnTo>
                  <a:lnTo>
                    <a:pt x="54440" y="360337"/>
                  </a:lnTo>
                  <a:lnTo>
                    <a:pt x="54737" y="360533"/>
                  </a:lnTo>
                  <a:lnTo>
                    <a:pt x="54973" y="360485"/>
                  </a:lnTo>
                  <a:lnTo>
                    <a:pt x="55272" y="360276"/>
                  </a:lnTo>
                  <a:lnTo>
                    <a:pt x="55659" y="360677"/>
                  </a:lnTo>
                  <a:lnTo>
                    <a:pt x="55899" y="360845"/>
                  </a:lnTo>
                  <a:lnTo>
                    <a:pt x="56502" y="360415"/>
                  </a:lnTo>
                  <a:lnTo>
                    <a:pt x="57208" y="359886"/>
                  </a:lnTo>
                  <a:lnTo>
                    <a:pt x="58160" y="359491"/>
                  </a:lnTo>
                  <a:lnTo>
                    <a:pt x="57996" y="358694"/>
                  </a:lnTo>
                  <a:lnTo>
                    <a:pt x="57581" y="358113"/>
                  </a:lnTo>
                  <a:lnTo>
                    <a:pt x="57391" y="357973"/>
                  </a:lnTo>
                  <a:lnTo>
                    <a:pt x="57022" y="357848"/>
                  </a:lnTo>
                  <a:lnTo>
                    <a:pt x="56803" y="357431"/>
                  </a:lnTo>
                  <a:lnTo>
                    <a:pt x="56663" y="356621"/>
                  </a:lnTo>
                  <a:lnTo>
                    <a:pt x="56741" y="356428"/>
                  </a:lnTo>
                  <a:lnTo>
                    <a:pt x="56957" y="355984"/>
                  </a:lnTo>
                  <a:lnTo>
                    <a:pt x="57210" y="355813"/>
                  </a:lnTo>
                  <a:lnTo>
                    <a:pt x="57787" y="355744"/>
                  </a:lnTo>
                  <a:lnTo>
                    <a:pt x="58604" y="355400"/>
                  </a:lnTo>
                  <a:lnTo>
                    <a:pt x="58803" y="355127"/>
                  </a:lnTo>
                  <a:lnTo>
                    <a:pt x="58924" y="354944"/>
                  </a:lnTo>
                  <a:lnTo>
                    <a:pt x="58826" y="354797"/>
                  </a:lnTo>
                  <a:lnTo>
                    <a:pt x="58701" y="354632"/>
                  </a:lnTo>
                  <a:lnTo>
                    <a:pt x="58891" y="354307"/>
                  </a:lnTo>
                  <a:lnTo>
                    <a:pt x="59568" y="354184"/>
                  </a:lnTo>
                  <a:lnTo>
                    <a:pt x="59707" y="353947"/>
                  </a:lnTo>
                  <a:lnTo>
                    <a:pt x="59783" y="353811"/>
                  </a:lnTo>
                  <a:lnTo>
                    <a:pt x="59945" y="353429"/>
                  </a:lnTo>
                  <a:lnTo>
                    <a:pt x="60186" y="352964"/>
                  </a:lnTo>
                  <a:lnTo>
                    <a:pt x="60381" y="352879"/>
                  </a:lnTo>
                  <a:lnTo>
                    <a:pt x="60537" y="352976"/>
                  </a:lnTo>
                  <a:lnTo>
                    <a:pt x="60776" y="353445"/>
                  </a:lnTo>
                  <a:lnTo>
                    <a:pt x="61021" y="353725"/>
                  </a:lnTo>
                  <a:lnTo>
                    <a:pt x="62040" y="353996"/>
                  </a:lnTo>
                  <a:lnTo>
                    <a:pt x="62715" y="353948"/>
                  </a:lnTo>
                  <a:lnTo>
                    <a:pt x="63126" y="353766"/>
                  </a:lnTo>
                  <a:lnTo>
                    <a:pt x="63249" y="353610"/>
                  </a:lnTo>
                  <a:lnTo>
                    <a:pt x="63346" y="353451"/>
                  </a:lnTo>
                  <a:lnTo>
                    <a:pt x="63248" y="353056"/>
                  </a:lnTo>
                  <a:lnTo>
                    <a:pt x="63116" y="352987"/>
                  </a:lnTo>
                  <a:lnTo>
                    <a:pt x="62874" y="352928"/>
                  </a:lnTo>
                  <a:lnTo>
                    <a:pt x="62641" y="352728"/>
                  </a:lnTo>
                  <a:lnTo>
                    <a:pt x="62646" y="352538"/>
                  </a:lnTo>
                  <a:lnTo>
                    <a:pt x="62429" y="351778"/>
                  </a:lnTo>
                  <a:lnTo>
                    <a:pt x="62087" y="351569"/>
                  </a:lnTo>
                  <a:lnTo>
                    <a:pt x="61787" y="351392"/>
                  </a:lnTo>
                  <a:lnTo>
                    <a:pt x="61600" y="351345"/>
                  </a:lnTo>
                  <a:lnTo>
                    <a:pt x="61434" y="351113"/>
                  </a:lnTo>
                  <a:lnTo>
                    <a:pt x="61374" y="350579"/>
                  </a:lnTo>
                  <a:lnTo>
                    <a:pt x="61527" y="350445"/>
                  </a:lnTo>
                  <a:lnTo>
                    <a:pt x="61530" y="350201"/>
                  </a:lnTo>
                  <a:lnTo>
                    <a:pt x="61387" y="349861"/>
                  </a:lnTo>
                  <a:lnTo>
                    <a:pt x="61085" y="349471"/>
                  </a:lnTo>
                  <a:lnTo>
                    <a:pt x="60396" y="349205"/>
                  </a:lnTo>
                  <a:lnTo>
                    <a:pt x="60264" y="349356"/>
                  </a:lnTo>
                  <a:lnTo>
                    <a:pt x="60255" y="349529"/>
                  </a:lnTo>
                  <a:lnTo>
                    <a:pt x="60100" y="349523"/>
                  </a:lnTo>
                  <a:lnTo>
                    <a:pt x="59599" y="348944"/>
                  </a:lnTo>
                  <a:lnTo>
                    <a:pt x="59573" y="348785"/>
                  </a:lnTo>
                  <a:lnTo>
                    <a:pt x="59549" y="348561"/>
                  </a:lnTo>
                  <a:lnTo>
                    <a:pt x="59768" y="348100"/>
                  </a:lnTo>
                  <a:lnTo>
                    <a:pt x="59681" y="347644"/>
                  </a:lnTo>
                  <a:lnTo>
                    <a:pt x="59525" y="347355"/>
                  </a:lnTo>
                  <a:lnTo>
                    <a:pt x="59498" y="347008"/>
                  </a:lnTo>
                  <a:lnTo>
                    <a:pt x="59751" y="346610"/>
                  </a:lnTo>
                  <a:lnTo>
                    <a:pt x="59777" y="345595"/>
                  </a:lnTo>
                  <a:lnTo>
                    <a:pt x="59627" y="344994"/>
                  </a:lnTo>
                  <a:lnTo>
                    <a:pt x="59483" y="344884"/>
                  </a:lnTo>
                  <a:lnTo>
                    <a:pt x="59164" y="344838"/>
                  </a:lnTo>
                  <a:lnTo>
                    <a:pt x="58762" y="344714"/>
                  </a:lnTo>
                  <a:lnTo>
                    <a:pt x="58804" y="344286"/>
                  </a:lnTo>
                  <a:lnTo>
                    <a:pt x="58561" y="343954"/>
                  </a:lnTo>
                  <a:lnTo>
                    <a:pt x="58437" y="343777"/>
                  </a:lnTo>
                  <a:lnTo>
                    <a:pt x="58321" y="343389"/>
                  </a:lnTo>
                  <a:lnTo>
                    <a:pt x="58704" y="343085"/>
                  </a:lnTo>
                  <a:lnTo>
                    <a:pt x="59002" y="343253"/>
                  </a:lnTo>
                  <a:lnTo>
                    <a:pt x="59154" y="343368"/>
                  </a:lnTo>
                  <a:lnTo>
                    <a:pt x="59227" y="343556"/>
                  </a:lnTo>
                  <a:lnTo>
                    <a:pt x="59534" y="343800"/>
                  </a:lnTo>
                  <a:lnTo>
                    <a:pt x="60022" y="344043"/>
                  </a:lnTo>
                  <a:lnTo>
                    <a:pt x="60326" y="344091"/>
                  </a:lnTo>
                  <a:lnTo>
                    <a:pt x="61066" y="343875"/>
                  </a:lnTo>
                  <a:lnTo>
                    <a:pt x="61205" y="343776"/>
                  </a:lnTo>
                  <a:lnTo>
                    <a:pt x="61284" y="343166"/>
                  </a:lnTo>
                  <a:lnTo>
                    <a:pt x="60963" y="342682"/>
                  </a:lnTo>
                  <a:lnTo>
                    <a:pt x="60946" y="342169"/>
                  </a:lnTo>
                  <a:lnTo>
                    <a:pt x="60970" y="342019"/>
                  </a:lnTo>
                  <a:lnTo>
                    <a:pt x="61344" y="341201"/>
                  </a:lnTo>
                  <a:lnTo>
                    <a:pt x="61820" y="341045"/>
                  </a:lnTo>
                  <a:lnTo>
                    <a:pt x="61970" y="341069"/>
                  </a:lnTo>
                  <a:lnTo>
                    <a:pt x="62146" y="340978"/>
                  </a:lnTo>
                  <a:lnTo>
                    <a:pt x="61864" y="340244"/>
                  </a:lnTo>
                  <a:lnTo>
                    <a:pt x="61976" y="339524"/>
                  </a:lnTo>
                  <a:lnTo>
                    <a:pt x="61791" y="339370"/>
                  </a:lnTo>
                  <a:lnTo>
                    <a:pt x="61405" y="338896"/>
                  </a:lnTo>
                  <a:lnTo>
                    <a:pt x="61722" y="338760"/>
                  </a:lnTo>
                  <a:lnTo>
                    <a:pt x="62018" y="338820"/>
                  </a:lnTo>
                  <a:lnTo>
                    <a:pt x="62152" y="338627"/>
                  </a:lnTo>
                  <a:lnTo>
                    <a:pt x="62175" y="338488"/>
                  </a:lnTo>
                  <a:lnTo>
                    <a:pt x="62180" y="338262"/>
                  </a:lnTo>
                  <a:lnTo>
                    <a:pt x="62114" y="337946"/>
                  </a:lnTo>
                  <a:lnTo>
                    <a:pt x="61995" y="337582"/>
                  </a:lnTo>
                  <a:lnTo>
                    <a:pt x="62083" y="337420"/>
                  </a:lnTo>
                  <a:lnTo>
                    <a:pt x="62486" y="337205"/>
                  </a:lnTo>
                  <a:lnTo>
                    <a:pt x="62775" y="337316"/>
                  </a:lnTo>
                  <a:lnTo>
                    <a:pt x="63473" y="338043"/>
                  </a:lnTo>
                  <a:lnTo>
                    <a:pt x="63678" y="338496"/>
                  </a:lnTo>
                  <a:lnTo>
                    <a:pt x="63681" y="338671"/>
                  </a:lnTo>
                  <a:lnTo>
                    <a:pt x="63851" y="338915"/>
                  </a:lnTo>
                  <a:lnTo>
                    <a:pt x="64120" y="338811"/>
                  </a:lnTo>
                  <a:lnTo>
                    <a:pt x="64234" y="338603"/>
                  </a:lnTo>
                  <a:lnTo>
                    <a:pt x="64204" y="338222"/>
                  </a:lnTo>
                  <a:lnTo>
                    <a:pt x="64271" y="337983"/>
                  </a:lnTo>
                  <a:lnTo>
                    <a:pt x="64614" y="337693"/>
                  </a:lnTo>
                  <a:lnTo>
                    <a:pt x="64812" y="337714"/>
                  </a:lnTo>
                  <a:lnTo>
                    <a:pt x="65271" y="337486"/>
                  </a:lnTo>
                  <a:lnTo>
                    <a:pt x="65328" y="337351"/>
                  </a:lnTo>
                  <a:lnTo>
                    <a:pt x="65408" y="337187"/>
                  </a:lnTo>
                  <a:lnTo>
                    <a:pt x="65820" y="337345"/>
                  </a:lnTo>
                  <a:lnTo>
                    <a:pt x="66295" y="337525"/>
                  </a:lnTo>
                  <a:lnTo>
                    <a:pt x="66433" y="337488"/>
                  </a:lnTo>
                  <a:lnTo>
                    <a:pt x="66601" y="337361"/>
                  </a:lnTo>
                  <a:lnTo>
                    <a:pt x="66667" y="337218"/>
                  </a:lnTo>
                  <a:lnTo>
                    <a:pt x="66804" y="337221"/>
                  </a:lnTo>
                  <a:lnTo>
                    <a:pt x="67286" y="337366"/>
                  </a:lnTo>
                  <a:lnTo>
                    <a:pt x="67433" y="337456"/>
                  </a:lnTo>
                  <a:lnTo>
                    <a:pt x="67808" y="337531"/>
                  </a:lnTo>
                  <a:lnTo>
                    <a:pt x="68039" y="337429"/>
                  </a:lnTo>
                  <a:lnTo>
                    <a:pt x="68294" y="337220"/>
                  </a:lnTo>
                  <a:lnTo>
                    <a:pt x="68442" y="337059"/>
                  </a:lnTo>
                  <a:lnTo>
                    <a:pt x="68574" y="336834"/>
                  </a:lnTo>
                  <a:lnTo>
                    <a:pt x="68586" y="336676"/>
                  </a:lnTo>
                  <a:lnTo>
                    <a:pt x="68364" y="336191"/>
                  </a:lnTo>
                  <a:lnTo>
                    <a:pt x="68378" y="335993"/>
                  </a:lnTo>
                  <a:lnTo>
                    <a:pt x="68468" y="335855"/>
                  </a:lnTo>
                  <a:lnTo>
                    <a:pt x="69045" y="335991"/>
                  </a:lnTo>
                  <a:lnTo>
                    <a:pt x="69540" y="336027"/>
                  </a:lnTo>
                  <a:lnTo>
                    <a:pt x="69997" y="336173"/>
                  </a:lnTo>
                  <a:lnTo>
                    <a:pt x="70362" y="336192"/>
                  </a:lnTo>
                  <a:lnTo>
                    <a:pt x="70575" y="336181"/>
                  </a:lnTo>
                  <a:lnTo>
                    <a:pt x="71176" y="335908"/>
                  </a:lnTo>
                  <a:lnTo>
                    <a:pt x="71463" y="335487"/>
                  </a:lnTo>
                  <a:lnTo>
                    <a:pt x="71535" y="335292"/>
                  </a:lnTo>
                  <a:lnTo>
                    <a:pt x="71522" y="335147"/>
                  </a:lnTo>
                  <a:lnTo>
                    <a:pt x="71462" y="334844"/>
                  </a:lnTo>
                  <a:lnTo>
                    <a:pt x="71348" y="334646"/>
                  </a:lnTo>
                  <a:lnTo>
                    <a:pt x="71554" y="334657"/>
                  </a:lnTo>
                  <a:lnTo>
                    <a:pt x="71840" y="334665"/>
                  </a:lnTo>
                  <a:lnTo>
                    <a:pt x="72056" y="334475"/>
                  </a:lnTo>
                  <a:lnTo>
                    <a:pt x="72414" y="334336"/>
                  </a:lnTo>
                  <a:lnTo>
                    <a:pt x="72749" y="334424"/>
                  </a:lnTo>
                  <a:lnTo>
                    <a:pt x="72829" y="334722"/>
                  </a:lnTo>
                  <a:lnTo>
                    <a:pt x="73251" y="334826"/>
                  </a:lnTo>
                  <a:lnTo>
                    <a:pt x="73338" y="334662"/>
                  </a:lnTo>
                  <a:lnTo>
                    <a:pt x="73480" y="334559"/>
                  </a:lnTo>
                  <a:lnTo>
                    <a:pt x="73750" y="334404"/>
                  </a:lnTo>
                  <a:lnTo>
                    <a:pt x="73884" y="334169"/>
                  </a:lnTo>
                  <a:lnTo>
                    <a:pt x="74666" y="333880"/>
                  </a:lnTo>
                  <a:lnTo>
                    <a:pt x="74800" y="334148"/>
                  </a:lnTo>
                  <a:lnTo>
                    <a:pt x="75233" y="334003"/>
                  </a:lnTo>
                  <a:lnTo>
                    <a:pt x="75648" y="333981"/>
                  </a:lnTo>
                  <a:lnTo>
                    <a:pt x="75951" y="334051"/>
                  </a:lnTo>
                  <a:lnTo>
                    <a:pt x="76185" y="333666"/>
                  </a:lnTo>
                  <a:lnTo>
                    <a:pt x="76197" y="333341"/>
                  </a:lnTo>
                  <a:lnTo>
                    <a:pt x="76269" y="333074"/>
                  </a:lnTo>
                  <a:lnTo>
                    <a:pt x="76623" y="333098"/>
                  </a:lnTo>
                  <a:lnTo>
                    <a:pt x="76888" y="332904"/>
                  </a:lnTo>
                  <a:lnTo>
                    <a:pt x="77017" y="332599"/>
                  </a:lnTo>
                  <a:lnTo>
                    <a:pt x="77075" y="332459"/>
                  </a:lnTo>
                  <a:lnTo>
                    <a:pt x="77317" y="332153"/>
                  </a:lnTo>
                  <a:lnTo>
                    <a:pt x="77565" y="331809"/>
                  </a:lnTo>
                  <a:lnTo>
                    <a:pt x="77259" y="331129"/>
                  </a:lnTo>
                  <a:lnTo>
                    <a:pt x="77276" y="330992"/>
                  </a:lnTo>
                  <a:lnTo>
                    <a:pt x="77208" y="330721"/>
                  </a:lnTo>
                  <a:lnTo>
                    <a:pt x="77030" y="330557"/>
                  </a:lnTo>
                  <a:lnTo>
                    <a:pt x="76750" y="330330"/>
                  </a:lnTo>
                  <a:lnTo>
                    <a:pt x="76224" y="330062"/>
                  </a:lnTo>
                  <a:lnTo>
                    <a:pt x="76004" y="329806"/>
                  </a:lnTo>
                  <a:lnTo>
                    <a:pt x="76086" y="329623"/>
                  </a:lnTo>
                  <a:lnTo>
                    <a:pt x="76227" y="329562"/>
                  </a:lnTo>
                  <a:lnTo>
                    <a:pt x="77253" y="329667"/>
                  </a:lnTo>
                  <a:lnTo>
                    <a:pt x="77531" y="329606"/>
                  </a:lnTo>
                  <a:lnTo>
                    <a:pt x="77674" y="329485"/>
                  </a:lnTo>
                  <a:lnTo>
                    <a:pt x="77818" y="329345"/>
                  </a:lnTo>
                  <a:lnTo>
                    <a:pt x="78013" y="329011"/>
                  </a:lnTo>
                  <a:lnTo>
                    <a:pt x="78315" y="329086"/>
                  </a:lnTo>
                  <a:lnTo>
                    <a:pt x="78801" y="328916"/>
                  </a:lnTo>
                  <a:lnTo>
                    <a:pt x="78984" y="328920"/>
                  </a:lnTo>
                  <a:lnTo>
                    <a:pt x="79210" y="329035"/>
                  </a:lnTo>
                  <a:lnTo>
                    <a:pt x="79557" y="329233"/>
                  </a:lnTo>
                  <a:lnTo>
                    <a:pt x="80444" y="328951"/>
                  </a:lnTo>
                  <a:lnTo>
                    <a:pt x="80737" y="328973"/>
                  </a:lnTo>
                  <a:lnTo>
                    <a:pt x="80802" y="329148"/>
                  </a:lnTo>
                  <a:lnTo>
                    <a:pt x="81074" y="329103"/>
                  </a:lnTo>
                  <a:lnTo>
                    <a:pt x="81643" y="329150"/>
                  </a:lnTo>
                  <a:lnTo>
                    <a:pt x="81920" y="329286"/>
                  </a:lnTo>
                  <a:lnTo>
                    <a:pt x="82096" y="329320"/>
                  </a:lnTo>
                  <a:lnTo>
                    <a:pt x="82583" y="329265"/>
                  </a:lnTo>
                  <a:lnTo>
                    <a:pt x="82742" y="329191"/>
                  </a:lnTo>
                  <a:lnTo>
                    <a:pt x="82907" y="329065"/>
                  </a:lnTo>
                  <a:lnTo>
                    <a:pt x="82918" y="328720"/>
                  </a:lnTo>
                  <a:lnTo>
                    <a:pt x="83179" y="328613"/>
                  </a:lnTo>
                  <a:lnTo>
                    <a:pt x="83709" y="328652"/>
                  </a:lnTo>
                  <a:lnTo>
                    <a:pt x="84023" y="328405"/>
                  </a:lnTo>
                  <a:lnTo>
                    <a:pt x="84322" y="328069"/>
                  </a:lnTo>
                  <a:lnTo>
                    <a:pt x="84315" y="327931"/>
                  </a:lnTo>
                  <a:lnTo>
                    <a:pt x="84547" y="327673"/>
                  </a:lnTo>
                  <a:lnTo>
                    <a:pt x="84513" y="327330"/>
                  </a:lnTo>
                  <a:lnTo>
                    <a:pt x="84580" y="327140"/>
                  </a:lnTo>
                  <a:lnTo>
                    <a:pt x="84787" y="326842"/>
                  </a:lnTo>
                  <a:lnTo>
                    <a:pt x="85165" y="326680"/>
                  </a:lnTo>
                  <a:lnTo>
                    <a:pt x="85446" y="326476"/>
                  </a:lnTo>
                  <a:lnTo>
                    <a:pt x="85491" y="326170"/>
                  </a:lnTo>
                  <a:lnTo>
                    <a:pt x="85659" y="326156"/>
                  </a:lnTo>
                  <a:lnTo>
                    <a:pt x="85870" y="326269"/>
                  </a:lnTo>
                  <a:lnTo>
                    <a:pt x="86024" y="326484"/>
                  </a:lnTo>
                  <a:lnTo>
                    <a:pt x="86213" y="326339"/>
                  </a:lnTo>
                  <a:lnTo>
                    <a:pt x="86402" y="325799"/>
                  </a:lnTo>
                  <a:lnTo>
                    <a:pt x="86868" y="325678"/>
                  </a:lnTo>
                  <a:lnTo>
                    <a:pt x="87061" y="325582"/>
                  </a:lnTo>
                  <a:lnTo>
                    <a:pt x="87102" y="325423"/>
                  </a:lnTo>
                  <a:lnTo>
                    <a:pt x="87086" y="325196"/>
                  </a:lnTo>
                  <a:lnTo>
                    <a:pt x="87084" y="324904"/>
                  </a:lnTo>
                  <a:lnTo>
                    <a:pt x="87239" y="324543"/>
                  </a:lnTo>
                  <a:lnTo>
                    <a:pt x="87497" y="324200"/>
                  </a:lnTo>
                  <a:lnTo>
                    <a:pt x="87699" y="323977"/>
                  </a:lnTo>
                  <a:lnTo>
                    <a:pt x="87792" y="323645"/>
                  </a:lnTo>
                  <a:lnTo>
                    <a:pt x="88483" y="323122"/>
                  </a:lnTo>
                  <a:lnTo>
                    <a:pt x="88639" y="322940"/>
                  </a:lnTo>
                  <a:lnTo>
                    <a:pt x="88710" y="322306"/>
                  </a:lnTo>
                  <a:lnTo>
                    <a:pt x="89251" y="322189"/>
                  </a:lnTo>
                  <a:lnTo>
                    <a:pt x="89405" y="322239"/>
                  </a:lnTo>
                  <a:lnTo>
                    <a:pt x="89682" y="321805"/>
                  </a:lnTo>
                  <a:lnTo>
                    <a:pt x="89854" y="321705"/>
                  </a:lnTo>
                  <a:lnTo>
                    <a:pt x="90000" y="321442"/>
                  </a:lnTo>
                  <a:lnTo>
                    <a:pt x="89987" y="321287"/>
                  </a:lnTo>
                  <a:lnTo>
                    <a:pt x="90342" y="321045"/>
                  </a:lnTo>
                  <a:lnTo>
                    <a:pt x="90368" y="320728"/>
                  </a:lnTo>
                  <a:lnTo>
                    <a:pt x="90373" y="320174"/>
                  </a:lnTo>
                  <a:lnTo>
                    <a:pt x="90860" y="319690"/>
                  </a:lnTo>
                  <a:lnTo>
                    <a:pt x="91090" y="319160"/>
                  </a:lnTo>
                  <a:lnTo>
                    <a:pt x="91125" y="318929"/>
                  </a:lnTo>
                  <a:lnTo>
                    <a:pt x="91076" y="318450"/>
                  </a:lnTo>
                  <a:lnTo>
                    <a:pt x="91009" y="318281"/>
                  </a:lnTo>
                  <a:lnTo>
                    <a:pt x="90750" y="318143"/>
                  </a:lnTo>
                  <a:lnTo>
                    <a:pt x="90629" y="317853"/>
                  </a:lnTo>
                  <a:lnTo>
                    <a:pt x="90721" y="317621"/>
                  </a:lnTo>
                  <a:lnTo>
                    <a:pt x="90697" y="317386"/>
                  </a:lnTo>
                  <a:lnTo>
                    <a:pt x="90601" y="317101"/>
                  </a:lnTo>
                  <a:lnTo>
                    <a:pt x="90557" y="316796"/>
                  </a:lnTo>
                  <a:lnTo>
                    <a:pt x="90852" y="316836"/>
                  </a:lnTo>
                  <a:lnTo>
                    <a:pt x="91104" y="316860"/>
                  </a:lnTo>
                  <a:lnTo>
                    <a:pt x="91134" y="316730"/>
                  </a:lnTo>
                  <a:lnTo>
                    <a:pt x="91200" y="316554"/>
                  </a:lnTo>
                  <a:lnTo>
                    <a:pt x="91765" y="316268"/>
                  </a:lnTo>
                  <a:lnTo>
                    <a:pt x="92018" y="316174"/>
                  </a:lnTo>
                  <a:lnTo>
                    <a:pt x="92398" y="315794"/>
                  </a:lnTo>
                  <a:lnTo>
                    <a:pt x="92161" y="315416"/>
                  </a:lnTo>
                  <a:lnTo>
                    <a:pt x="91958" y="315280"/>
                  </a:lnTo>
                  <a:lnTo>
                    <a:pt x="91764" y="314801"/>
                  </a:lnTo>
                  <a:lnTo>
                    <a:pt x="92162" y="314404"/>
                  </a:lnTo>
                  <a:lnTo>
                    <a:pt x="92395" y="314396"/>
                  </a:lnTo>
                  <a:lnTo>
                    <a:pt x="92804" y="314208"/>
                  </a:lnTo>
                  <a:lnTo>
                    <a:pt x="92939" y="313979"/>
                  </a:lnTo>
                  <a:lnTo>
                    <a:pt x="92992" y="313776"/>
                  </a:lnTo>
                  <a:lnTo>
                    <a:pt x="93561" y="313387"/>
                  </a:lnTo>
                  <a:lnTo>
                    <a:pt x="93718" y="313385"/>
                  </a:lnTo>
                  <a:lnTo>
                    <a:pt x="93867" y="313169"/>
                  </a:lnTo>
                  <a:lnTo>
                    <a:pt x="93867" y="313019"/>
                  </a:lnTo>
                  <a:lnTo>
                    <a:pt x="93645" y="312473"/>
                  </a:lnTo>
                  <a:lnTo>
                    <a:pt x="93514" y="312236"/>
                  </a:lnTo>
                  <a:lnTo>
                    <a:pt x="93530" y="311803"/>
                  </a:lnTo>
                  <a:lnTo>
                    <a:pt x="93805" y="311505"/>
                  </a:lnTo>
                  <a:lnTo>
                    <a:pt x="93801" y="311210"/>
                  </a:lnTo>
                  <a:lnTo>
                    <a:pt x="93560" y="311498"/>
                  </a:lnTo>
                  <a:lnTo>
                    <a:pt x="93258" y="311632"/>
                  </a:lnTo>
                  <a:lnTo>
                    <a:pt x="93110" y="311527"/>
                  </a:lnTo>
                  <a:lnTo>
                    <a:pt x="92877" y="311414"/>
                  </a:lnTo>
                  <a:lnTo>
                    <a:pt x="92370" y="311581"/>
                  </a:lnTo>
                  <a:lnTo>
                    <a:pt x="91957" y="311450"/>
                  </a:lnTo>
                  <a:lnTo>
                    <a:pt x="91698" y="311246"/>
                  </a:lnTo>
                  <a:lnTo>
                    <a:pt x="91184" y="310724"/>
                  </a:lnTo>
                  <a:lnTo>
                    <a:pt x="91015" y="310301"/>
                  </a:lnTo>
                  <a:lnTo>
                    <a:pt x="91010" y="310149"/>
                  </a:lnTo>
                  <a:lnTo>
                    <a:pt x="91052" y="309805"/>
                  </a:lnTo>
                  <a:lnTo>
                    <a:pt x="91072" y="309495"/>
                  </a:lnTo>
                  <a:lnTo>
                    <a:pt x="91104" y="309037"/>
                  </a:lnTo>
                  <a:lnTo>
                    <a:pt x="91374" y="308507"/>
                  </a:lnTo>
                  <a:lnTo>
                    <a:pt x="91237" y="308263"/>
                  </a:lnTo>
                  <a:lnTo>
                    <a:pt x="91161" y="308052"/>
                  </a:lnTo>
                  <a:lnTo>
                    <a:pt x="91167" y="307833"/>
                  </a:lnTo>
                  <a:lnTo>
                    <a:pt x="91157" y="307504"/>
                  </a:lnTo>
                  <a:lnTo>
                    <a:pt x="90776" y="307441"/>
                  </a:lnTo>
                  <a:lnTo>
                    <a:pt x="90909" y="307264"/>
                  </a:lnTo>
                  <a:lnTo>
                    <a:pt x="91480" y="306880"/>
                  </a:lnTo>
                  <a:lnTo>
                    <a:pt x="91913" y="306813"/>
                  </a:lnTo>
                  <a:lnTo>
                    <a:pt x="92220" y="306510"/>
                  </a:lnTo>
                  <a:lnTo>
                    <a:pt x="92125" y="306228"/>
                  </a:lnTo>
                  <a:lnTo>
                    <a:pt x="91733" y="306213"/>
                  </a:lnTo>
                  <a:lnTo>
                    <a:pt x="91506" y="306159"/>
                  </a:lnTo>
                  <a:lnTo>
                    <a:pt x="91502" y="305884"/>
                  </a:lnTo>
                  <a:lnTo>
                    <a:pt x="91530" y="305612"/>
                  </a:lnTo>
                  <a:lnTo>
                    <a:pt x="91534" y="305326"/>
                  </a:lnTo>
                  <a:lnTo>
                    <a:pt x="91523" y="304948"/>
                  </a:lnTo>
                  <a:lnTo>
                    <a:pt x="91532" y="304473"/>
                  </a:lnTo>
                  <a:lnTo>
                    <a:pt x="91554" y="304271"/>
                  </a:lnTo>
                  <a:lnTo>
                    <a:pt x="91682" y="303998"/>
                  </a:lnTo>
                  <a:lnTo>
                    <a:pt x="91699" y="303736"/>
                  </a:lnTo>
                  <a:lnTo>
                    <a:pt x="91527" y="303661"/>
                  </a:lnTo>
                  <a:lnTo>
                    <a:pt x="91366" y="303602"/>
                  </a:lnTo>
                  <a:lnTo>
                    <a:pt x="91181" y="303537"/>
                  </a:lnTo>
                  <a:lnTo>
                    <a:pt x="91271" y="303235"/>
                  </a:lnTo>
                  <a:lnTo>
                    <a:pt x="91171" y="303011"/>
                  </a:lnTo>
                  <a:lnTo>
                    <a:pt x="91020" y="302788"/>
                  </a:lnTo>
                  <a:lnTo>
                    <a:pt x="90891" y="302628"/>
                  </a:lnTo>
                  <a:lnTo>
                    <a:pt x="90690" y="302438"/>
                  </a:lnTo>
                  <a:lnTo>
                    <a:pt x="90725" y="302104"/>
                  </a:lnTo>
                  <a:lnTo>
                    <a:pt x="90863" y="301795"/>
                  </a:lnTo>
                  <a:lnTo>
                    <a:pt x="90936" y="301347"/>
                  </a:lnTo>
                  <a:lnTo>
                    <a:pt x="90654" y="300705"/>
                  </a:lnTo>
                  <a:lnTo>
                    <a:pt x="90298" y="300667"/>
                  </a:lnTo>
                  <a:lnTo>
                    <a:pt x="90154" y="300803"/>
                  </a:lnTo>
                  <a:lnTo>
                    <a:pt x="89991" y="300797"/>
                  </a:lnTo>
                  <a:lnTo>
                    <a:pt x="89899" y="300654"/>
                  </a:lnTo>
                  <a:lnTo>
                    <a:pt x="89846" y="300510"/>
                  </a:lnTo>
                  <a:lnTo>
                    <a:pt x="90011" y="300132"/>
                  </a:lnTo>
                  <a:lnTo>
                    <a:pt x="90021" y="299869"/>
                  </a:lnTo>
                  <a:lnTo>
                    <a:pt x="90185" y="299634"/>
                  </a:lnTo>
                  <a:lnTo>
                    <a:pt x="90395" y="299467"/>
                  </a:lnTo>
                  <a:lnTo>
                    <a:pt x="90505" y="299312"/>
                  </a:lnTo>
                  <a:lnTo>
                    <a:pt x="90645" y="299166"/>
                  </a:lnTo>
                  <a:lnTo>
                    <a:pt x="91190" y="298741"/>
                  </a:lnTo>
                  <a:lnTo>
                    <a:pt x="91229" y="298254"/>
                  </a:lnTo>
                  <a:lnTo>
                    <a:pt x="91094" y="298130"/>
                  </a:lnTo>
                  <a:lnTo>
                    <a:pt x="90886" y="298010"/>
                  </a:lnTo>
                  <a:lnTo>
                    <a:pt x="90555" y="297852"/>
                  </a:lnTo>
                  <a:lnTo>
                    <a:pt x="90467" y="297682"/>
                  </a:lnTo>
                  <a:lnTo>
                    <a:pt x="90455" y="297541"/>
                  </a:lnTo>
                  <a:lnTo>
                    <a:pt x="90586" y="296745"/>
                  </a:lnTo>
                  <a:lnTo>
                    <a:pt x="90777" y="296277"/>
                  </a:lnTo>
                  <a:lnTo>
                    <a:pt x="90940" y="296185"/>
                  </a:lnTo>
                  <a:lnTo>
                    <a:pt x="91051" y="295994"/>
                  </a:lnTo>
                  <a:lnTo>
                    <a:pt x="91106" y="295693"/>
                  </a:lnTo>
                  <a:lnTo>
                    <a:pt x="91239" y="295240"/>
                  </a:lnTo>
                  <a:lnTo>
                    <a:pt x="91382" y="295127"/>
                  </a:lnTo>
                  <a:lnTo>
                    <a:pt x="91805" y="294814"/>
                  </a:lnTo>
                  <a:lnTo>
                    <a:pt x="91889" y="294534"/>
                  </a:lnTo>
                  <a:lnTo>
                    <a:pt x="91872" y="294045"/>
                  </a:lnTo>
                  <a:lnTo>
                    <a:pt x="91483" y="293513"/>
                  </a:lnTo>
                  <a:lnTo>
                    <a:pt x="91582" y="293180"/>
                  </a:lnTo>
                  <a:lnTo>
                    <a:pt x="91754" y="292903"/>
                  </a:lnTo>
                  <a:lnTo>
                    <a:pt x="91780" y="292773"/>
                  </a:lnTo>
                  <a:lnTo>
                    <a:pt x="91813" y="292387"/>
                  </a:lnTo>
                  <a:lnTo>
                    <a:pt x="91814" y="292135"/>
                  </a:lnTo>
                  <a:lnTo>
                    <a:pt x="91834" y="291935"/>
                  </a:lnTo>
                  <a:lnTo>
                    <a:pt x="92065" y="291550"/>
                  </a:lnTo>
                  <a:lnTo>
                    <a:pt x="91989" y="291382"/>
                  </a:lnTo>
                  <a:lnTo>
                    <a:pt x="91980" y="290971"/>
                  </a:lnTo>
                  <a:lnTo>
                    <a:pt x="92099" y="290778"/>
                  </a:lnTo>
                  <a:lnTo>
                    <a:pt x="92221" y="290560"/>
                  </a:lnTo>
                  <a:lnTo>
                    <a:pt x="92115" y="290296"/>
                  </a:lnTo>
                  <a:lnTo>
                    <a:pt x="92238" y="289909"/>
                  </a:lnTo>
                  <a:lnTo>
                    <a:pt x="92563" y="289923"/>
                  </a:lnTo>
                  <a:lnTo>
                    <a:pt x="92870" y="289950"/>
                  </a:lnTo>
                  <a:lnTo>
                    <a:pt x="93124" y="289992"/>
                  </a:lnTo>
                  <a:lnTo>
                    <a:pt x="93422" y="290041"/>
                  </a:lnTo>
                  <a:lnTo>
                    <a:pt x="93612" y="290071"/>
                  </a:lnTo>
                  <a:lnTo>
                    <a:pt x="93673" y="289864"/>
                  </a:lnTo>
                  <a:lnTo>
                    <a:pt x="93721" y="289533"/>
                  </a:lnTo>
                  <a:lnTo>
                    <a:pt x="93924" y="289274"/>
                  </a:lnTo>
                  <a:lnTo>
                    <a:pt x="94105" y="289300"/>
                  </a:lnTo>
                  <a:lnTo>
                    <a:pt x="94398" y="288890"/>
                  </a:lnTo>
                  <a:lnTo>
                    <a:pt x="94526" y="288644"/>
                  </a:lnTo>
                  <a:lnTo>
                    <a:pt x="94842" y="288288"/>
                  </a:lnTo>
                  <a:lnTo>
                    <a:pt x="94971" y="288330"/>
                  </a:lnTo>
                  <a:lnTo>
                    <a:pt x="95128" y="288239"/>
                  </a:lnTo>
                  <a:lnTo>
                    <a:pt x="95192" y="288065"/>
                  </a:lnTo>
                  <a:lnTo>
                    <a:pt x="95266" y="287840"/>
                  </a:lnTo>
                  <a:lnTo>
                    <a:pt x="95316" y="287688"/>
                  </a:lnTo>
                  <a:lnTo>
                    <a:pt x="95372" y="287539"/>
                  </a:lnTo>
                  <a:lnTo>
                    <a:pt x="95617" y="287274"/>
                  </a:lnTo>
                  <a:lnTo>
                    <a:pt x="95819" y="286739"/>
                  </a:lnTo>
                  <a:lnTo>
                    <a:pt x="95953" y="286183"/>
                  </a:lnTo>
                  <a:lnTo>
                    <a:pt x="95941" y="285929"/>
                  </a:lnTo>
                  <a:lnTo>
                    <a:pt x="96051" y="285349"/>
                  </a:lnTo>
                  <a:lnTo>
                    <a:pt x="96360" y="285004"/>
                  </a:lnTo>
                  <a:lnTo>
                    <a:pt x="96518" y="284838"/>
                  </a:lnTo>
                  <a:lnTo>
                    <a:pt x="96540" y="284679"/>
                  </a:lnTo>
                  <a:lnTo>
                    <a:pt x="96488" y="283608"/>
                  </a:lnTo>
                  <a:lnTo>
                    <a:pt x="96455" y="283282"/>
                  </a:lnTo>
                  <a:lnTo>
                    <a:pt x="96310" y="282746"/>
                  </a:lnTo>
                  <a:lnTo>
                    <a:pt x="96324" y="282324"/>
                  </a:lnTo>
                  <a:lnTo>
                    <a:pt x="96488" y="281421"/>
                  </a:lnTo>
                  <a:lnTo>
                    <a:pt x="97111" y="281287"/>
                  </a:lnTo>
                  <a:lnTo>
                    <a:pt x="97425" y="281350"/>
                  </a:lnTo>
                  <a:lnTo>
                    <a:pt x="97772" y="281480"/>
                  </a:lnTo>
                  <a:lnTo>
                    <a:pt x="98583" y="281298"/>
                  </a:lnTo>
                  <a:lnTo>
                    <a:pt x="98930" y="281141"/>
                  </a:lnTo>
                  <a:lnTo>
                    <a:pt x="99164" y="280904"/>
                  </a:lnTo>
                  <a:lnTo>
                    <a:pt x="99399" y="280670"/>
                  </a:lnTo>
                  <a:lnTo>
                    <a:pt x="99560" y="280654"/>
                  </a:lnTo>
                  <a:lnTo>
                    <a:pt x="99698" y="280969"/>
                  </a:lnTo>
                  <a:lnTo>
                    <a:pt x="99759" y="281104"/>
                  </a:lnTo>
                  <a:lnTo>
                    <a:pt x="100043" y="281084"/>
                  </a:lnTo>
                  <a:lnTo>
                    <a:pt x="100215" y="281000"/>
                  </a:lnTo>
                  <a:lnTo>
                    <a:pt x="100392" y="280900"/>
                  </a:lnTo>
                  <a:lnTo>
                    <a:pt x="100650" y="280610"/>
                  </a:lnTo>
                  <a:lnTo>
                    <a:pt x="100910" y="280554"/>
                  </a:lnTo>
                  <a:lnTo>
                    <a:pt x="101513" y="280602"/>
                  </a:lnTo>
                  <a:lnTo>
                    <a:pt x="102110" y="280899"/>
                  </a:lnTo>
                  <a:lnTo>
                    <a:pt x="102501" y="280727"/>
                  </a:lnTo>
                  <a:lnTo>
                    <a:pt x="102549" y="280428"/>
                  </a:lnTo>
                  <a:lnTo>
                    <a:pt x="102405" y="280273"/>
                  </a:lnTo>
                  <a:lnTo>
                    <a:pt x="102440" y="279788"/>
                  </a:lnTo>
                  <a:lnTo>
                    <a:pt x="102624" y="279319"/>
                  </a:lnTo>
                  <a:lnTo>
                    <a:pt x="103089" y="278840"/>
                  </a:lnTo>
                  <a:lnTo>
                    <a:pt x="103321" y="278810"/>
                  </a:lnTo>
                  <a:lnTo>
                    <a:pt x="103500" y="278552"/>
                  </a:lnTo>
                  <a:lnTo>
                    <a:pt x="103492" y="278398"/>
                  </a:lnTo>
                  <a:lnTo>
                    <a:pt x="103604" y="277981"/>
                  </a:lnTo>
                  <a:lnTo>
                    <a:pt x="103779" y="277701"/>
                  </a:lnTo>
                  <a:lnTo>
                    <a:pt x="104012" y="277756"/>
                  </a:lnTo>
                  <a:lnTo>
                    <a:pt x="104417" y="277650"/>
                  </a:lnTo>
                  <a:lnTo>
                    <a:pt x="104824" y="277497"/>
                  </a:lnTo>
                  <a:lnTo>
                    <a:pt x="104884" y="276523"/>
                  </a:lnTo>
                  <a:lnTo>
                    <a:pt x="104721" y="276427"/>
                  </a:lnTo>
                  <a:lnTo>
                    <a:pt x="104260" y="276363"/>
                  </a:lnTo>
                  <a:lnTo>
                    <a:pt x="103872" y="276413"/>
                  </a:lnTo>
                  <a:lnTo>
                    <a:pt x="103748" y="276739"/>
                  </a:lnTo>
                  <a:lnTo>
                    <a:pt x="103648" y="276605"/>
                  </a:lnTo>
                  <a:lnTo>
                    <a:pt x="103325" y="276303"/>
                  </a:lnTo>
                  <a:lnTo>
                    <a:pt x="102761" y="276095"/>
                  </a:lnTo>
                  <a:lnTo>
                    <a:pt x="102556" y="275691"/>
                  </a:lnTo>
                  <a:lnTo>
                    <a:pt x="102697" y="275493"/>
                  </a:lnTo>
                  <a:lnTo>
                    <a:pt x="102850" y="275502"/>
                  </a:lnTo>
                  <a:lnTo>
                    <a:pt x="103122" y="275194"/>
                  </a:lnTo>
                  <a:lnTo>
                    <a:pt x="103085" y="275033"/>
                  </a:lnTo>
                  <a:lnTo>
                    <a:pt x="103074" y="274092"/>
                  </a:lnTo>
                  <a:lnTo>
                    <a:pt x="103089" y="273559"/>
                  </a:lnTo>
                  <a:lnTo>
                    <a:pt x="103355" y="272729"/>
                  </a:lnTo>
                  <a:lnTo>
                    <a:pt x="103583" y="272590"/>
                  </a:lnTo>
                  <a:lnTo>
                    <a:pt x="104075" y="271506"/>
                  </a:lnTo>
                  <a:lnTo>
                    <a:pt x="104308" y="270876"/>
                  </a:lnTo>
                  <a:lnTo>
                    <a:pt x="104312" y="270685"/>
                  </a:lnTo>
                  <a:lnTo>
                    <a:pt x="104310" y="270512"/>
                  </a:lnTo>
                  <a:lnTo>
                    <a:pt x="104339" y="270310"/>
                  </a:lnTo>
                  <a:lnTo>
                    <a:pt x="104551" y="270260"/>
                  </a:lnTo>
                  <a:lnTo>
                    <a:pt x="104937" y="270330"/>
                  </a:lnTo>
                  <a:lnTo>
                    <a:pt x="105502" y="270948"/>
                  </a:lnTo>
                  <a:lnTo>
                    <a:pt x="105812" y="271071"/>
                  </a:lnTo>
                  <a:lnTo>
                    <a:pt x="106155" y="271190"/>
                  </a:lnTo>
                  <a:lnTo>
                    <a:pt x="106283" y="270774"/>
                  </a:lnTo>
                  <a:lnTo>
                    <a:pt x="106216" y="270480"/>
                  </a:lnTo>
                  <a:lnTo>
                    <a:pt x="106336" y="270127"/>
                  </a:lnTo>
                  <a:lnTo>
                    <a:pt x="106645" y="270054"/>
                  </a:lnTo>
                  <a:lnTo>
                    <a:pt x="107153" y="270120"/>
                  </a:lnTo>
                  <a:lnTo>
                    <a:pt x="107186" y="270391"/>
                  </a:lnTo>
                  <a:lnTo>
                    <a:pt x="107279" y="270524"/>
                  </a:lnTo>
                  <a:lnTo>
                    <a:pt x="107525" y="270872"/>
                  </a:lnTo>
                  <a:lnTo>
                    <a:pt x="108076" y="270979"/>
                  </a:lnTo>
                  <a:lnTo>
                    <a:pt x="108763" y="271200"/>
                  </a:lnTo>
                  <a:lnTo>
                    <a:pt x="109054" y="271437"/>
                  </a:lnTo>
                  <a:lnTo>
                    <a:pt x="109300" y="271420"/>
                  </a:lnTo>
                  <a:lnTo>
                    <a:pt x="109438" y="271380"/>
                  </a:lnTo>
                  <a:lnTo>
                    <a:pt x="109895" y="271581"/>
                  </a:lnTo>
                  <a:lnTo>
                    <a:pt x="110799" y="271518"/>
                  </a:lnTo>
                  <a:lnTo>
                    <a:pt x="111063" y="271294"/>
                  </a:lnTo>
                  <a:lnTo>
                    <a:pt x="111376" y="271379"/>
                  </a:lnTo>
                  <a:lnTo>
                    <a:pt x="111747" y="271717"/>
                  </a:lnTo>
                  <a:lnTo>
                    <a:pt x="111859" y="271467"/>
                  </a:lnTo>
                  <a:lnTo>
                    <a:pt x="111752" y="271108"/>
                  </a:lnTo>
                  <a:lnTo>
                    <a:pt x="111934" y="270534"/>
                  </a:lnTo>
                  <a:lnTo>
                    <a:pt x="112242" y="270512"/>
                  </a:lnTo>
                  <a:lnTo>
                    <a:pt x="112396" y="270390"/>
                  </a:lnTo>
                  <a:lnTo>
                    <a:pt x="112399" y="270244"/>
                  </a:lnTo>
                  <a:lnTo>
                    <a:pt x="112295" y="269669"/>
                  </a:lnTo>
                  <a:lnTo>
                    <a:pt x="112213" y="269045"/>
                  </a:lnTo>
                  <a:lnTo>
                    <a:pt x="112317" y="268483"/>
                  </a:lnTo>
                  <a:lnTo>
                    <a:pt x="112318" y="268243"/>
                  </a:lnTo>
                  <a:lnTo>
                    <a:pt x="111837" y="267861"/>
                  </a:lnTo>
                  <a:lnTo>
                    <a:pt x="111805" y="267357"/>
                  </a:lnTo>
                  <a:lnTo>
                    <a:pt x="112181" y="266338"/>
                  </a:lnTo>
                  <a:lnTo>
                    <a:pt x="112261" y="266137"/>
                  </a:lnTo>
                  <a:lnTo>
                    <a:pt x="112427" y="266069"/>
                  </a:lnTo>
                  <a:lnTo>
                    <a:pt x="112903" y="266157"/>
                  </a:lnTo>
                  <a:lnTo>
                    <a:pt x="113081" y="266252"/>
                  </a:lnTo>
                  <a:lnTo>
                    <a:pt x="113515" y="266415"/>
                  </a:lnTo>
                  <a:lnTo>
                    <a:pt x="113861" y="265934"/>
                  </a:lnTo>
                  <a:lnTo>
                    <a:pt x="113925" y="265765"/>
                  </a:lnTo>
                  <a:lnTo>
                    <a:pt x="113948" y="265509"/>
                  </a:lnTo>
                  <a:lnTo>
                    <a:pt x="113906" y="265237"/>
                  </a:lnTo>
                  <a:lnTo>
                    <a:pt x="113816" y="265064"/>
                  </a:lnTo>
                  <a:lnTo>
                    <a:pt x="113677" y="264975"/>
                  </a:lnTo>
                  <a:lnTo>
                    <a:pt x="113592" y="264833"/>
                  </a:lnTo>
                  <a:lnTo>
                    <a:pt x="113627" y="264677"/>
                  </a:lnTo>
                  <a:lnTo>
                    <a:pt x="113743" y="264275"/>
                  </a:lnTo>
                  <a:lnTo>
                    <a:pt x="113799" y="264135"/>
                  </a:lnTo>
                  <a:lnTo>
                    <a:pt x="113931" y="264128"/>
                  </a:lnTo>
                  <a:lnTo>
                    <a:pt x="114394" y="264397"/>
                  </a:lnTo>
                  <a:lnTo>
                    <a:pt x="114615" y="264660"/>
                  </a:lnTo>
                  <a:lnTo>
                    <a:pt x="115044" y="264642"/>
                  </a:lnTo>
                  <a:lnTo>
                    <a:pt x="115238" y="264471"/>
                  </a:lnTo>
                  <a:lnTo>
                    <a:pt x="115835" y="264184"/>
                  </a:lnTo>
                  <a:lnTo>
                    <a:pt x="116368" y="264359"/>
                  </a:lnTo>
                  <a:lnTo>
                    <a:pt x="116519" y="264380"/>
                  </a:lnTo>
                  <a:lnTo>
                    <a:pt x="116977" y="263531"/>
                  </a:lnTo>
                  <a:lnTo>
                    <a:pt x="117079" y="263065"/>
                  </a:lnTo>
                  <a:lnTo>
                    <a:pt x="117378" y="262723"/>
                  </a:lnTo>
                  <a:lnTo>
                    <a:pt x="117593" y="262486"/>
                  </a:lnTo>
                  <a:lnTo>
                    <a:pt x="117742" y="262441"/>
                  </a:lnTo>
                  <a:lnTo>
                    <a:pt x="117927" y="262200"/>
                  </a:lnTo>
                  <a:lnTo>
                    <a:pt x="117852" y="262016"/>
                  </a:lnTo>
                  <a:lnTo>
                    <a:pt x="117517" y="261493"/>
                  </a:lnTo>
                  <a:lnTo>
                    <a:pt x="117048" y="261151"/>
                  </a:lnTo>
                  <a:lnTo>
                    <a:pt x="116916" y="260722"/>
                  </a:lnTo>
                  <a:lnTo>
                    <a:pt x="117044" y="260393"/>
                  </a:lnTo>
                  <a:lnTo>
                    <a:pt x="116942" y="259490"/>
                  </a:lnTo>
                  <a:lnTo>
                    <a:pt x="116852" y="259145"/>
                  </a:lnTo>
                  <a:lnTo>
                    <a:pt x="116566" y="259017"/>
                  </a:lnTo>
                  <a:lnTo>
                    <a:pt x="116271" y="258594"/>
                  </a:lnTo>
                  <a:lnTo>
                    <a:pt x="115933" y="257680"/>
                  </a:lnTo>
                  <a:lnTo>
                    <a:pt x="115542" y="257291"/>
                  </a:lnTo>
                  <a:lnTo>
                    <a:pt x="115182" y="256212"/>
                  </a:lnTo>
                  <a:lnTo>
                    <a:pt x="115059" y="256022"/>
                  </a:lnTo>
                  <a:lnTo>
                    <a:pt x="114929" y="255453"/>
                  </a:lnTo>
                  <a:lnTo>
                    <a:pt x="114955" y="254552"/>
                  </a:lnTo>
                  <a:lnTo>
                    <a:pt x="115149" y="254010"/>
                  </a:lnTo>
                  <a:lnTo>
                    <a:pt x="115388" y="252879"/>
                  </a:lnTo>
                  <a:lnTo>
                    <a:pt x="114929" y="252289"/>
                  </a:lnTo>
                  <a:lnTo>
                    <a:pt x="114591" y="251909"/>
                  </a:lnTo>
                  <a:lnTo>
                    <a:pt x="114540" y="251605"/>
                  </a:lnTo>
                  <a:lnTo>
                    <a:pt x="114566" y="251476"/>
                  </a:lnTo>
                  <a:lnTo>
                    <a:pt x="114760" y="250691"/>
                  </a:lnTo>
                  <a:lnTo>
                    <a:pt x="114813" y="249798"/>
                  </a:lnTo>
                  <a:lnTo>
                    <a:pt x="114994" y="249016"/>
                  </a:lnTo>
                  <a:lnTo>
                    <a:pt x="115413" y="249242"/>
                  </a:lnTo>
                  <a:lnTo>
                    <a:pt x="115603" y="249360"/>
                  </a:lnTo>
                  <a:lnTo>
                    <a:pt x="115809" y="249422"/>
                  </a:lnTo>
                  <a:lnTo>
                    <a:pt x="116532" y="249389"/>
                  </a:lnTo>
                  <a:lnTo>
                    <a:pt x="116922" y="248786"/>
                  </a:lnTo>
                  <a:lnTo>
                    <a:pt x="117064" y="248672"/>
                  </a:lnTo>
                  <a:lnTo>
                    <a:pt x="117621" y="248866"/>
                  </a:lnTo>
                  <a:lnTo>
                    <a:pt x="117721" y="249008"/>
                  </a:lnTo>
                  <a:lnTo>
                    <a:pt x="117936" y="248677"/>
                  </a:lnTo>
                  <a:lnTo>
                    <a:pt x="118101" y="248171"/>
                  </a:lnTo>
                  <a:lnTo>
                    <a:pt x="118608" y="247268"/>
                  </a:lnTo>
                  <a:lnTo>
                    <a:pt x="118694" y="247130"/>
                  </a:lnTo>
                  <a:lnTo>
                    <a:pt x="119140" y="247158"/>
                  </a:lnTo>
                  <a:lnTo>
                    <a:pt x="119392" y="247371"/>
                  </a:lnTo>
                  <a:lnTo>
                    <a:pt x="119579" y="247645"/>
                  </a:lnTo>
                  <a:lnTo>
                    <a:pt x="120035" y="247528"/>
                  </a:lnTo>
                  <a:lnTo>
                    <a:pt x="120189" y="247228"/>
                  </a:lnTo>
                  <a:lnTo>
                    <a:pt x="120185" y="247040"/>
                  </a:lnTo>
                  <a:lnTo>
                    <a:pt x="120191" y="246752"/>
                  </a:lnTo>
                  <a:lnTo>
                    <a:pt x="120278" y="246312"/>
                  </a:lnTo>
                  <a:lnTo>
                    <a:pt x="120806" y="246331"/>
                  </a:lnTo>
                  <a:lnTo>
                    <a:pt x="120995" y="246152"/>
                  </a:lnTo>
                  <a:lnTo>
                    <a:pt x="121090" y="245894"/>
                  </a:lnTo>
                  <a:lnTo>
                    <a:pt x="121393" y="245517"/>
                  </a:lnTo>
                  <a:lnTo>
                    <a:pt x="121689" y="245460"/>
                  </a:lnTo>
                  <a:lnTo>
                    <a:pt x="122076" y="245425"/>
                  </a:lnTo>
                  <a:lnTo>
                    <a:pt x="122154" y="245106"/>
                  </a:lnTo>
                  <a:lnTo>
                    <a:pt x="122135" y="244782"/>
                  </a:lnTo>
                  <a:lnTo>
                    <a:pt x="122326" y="244453"/>
                  </a:lnTo>
                  <a:lnTo>
                    <a:pt x="122595" y="244307"/>
                  </a:lnTo>
                  <a:lnTo>
                    <a:pt x="122795" y="244222"/>
                  </a:lnTo>
                  <a:lnTo>
                    <a:pt x="122852" y="244054"/>
                  </a:lnTo>
                  <a:lnTo>
                    <a:pt x="122864" y="243915"/>
                  </a:lnTo>
                  <a:lnTo>
                    <a:pt x="122966" y="243597"/>
                  </a:lnTo>
                  <a:lnTo>
                    <a:pt x="123472" y="243149"/>
                  </a:lnTo>
                  <a:lnTo>
                    <a:pt x="123599" y="241676"/>
                  </a:lnTo>
                  <a:lnTo>
                    <a:pt x="123605" y="241434"/>
                  </a:lnTo>
                  <a:lnTo>
                    <a:pt x="123444" y="240472"/>
                  </a:lnTo>
                  <a:lnTo>
                    <a:pt x="122980" y="240523"/>
                  </a:lnTo>
                  <a:lnTo>
                    <a:pt x="122581" y="239987"/>
                  </a:lnTo>
                  <a:lnTo>
                    <a:pt x="122609" y="239710"/>
                  </a:lnTo>
                  <a:lnTo>
                    <a:pt x="122627" y="239558"/>
                  </a:lnTo>
                  <a:lnTo>
                    <a:pt x="122610" y="239263"/>
                  </a:lnTo>
                  <a:lnTo>
                    <a:pt x="122515" y="239043"/>
                  </a:lnTo>
                  <a:lnTo>
                    <a:pt x="122069" y="238172"/>
                  </a:lnTo>
                  <a:lnTo>
                    <a:pt x="121645" y="237496"/>
                  </a:lnTo>
                  <a:lnTo>
                    <a:pt x="121499" y="237382"/>
                  </a:lnTo>
                  <a:lnTo>
                    <a:pt x="121086" y="237292"/>
                  </a:lnTo>
                  <a:lnTo>
                    <a:pt x="120856" y="237275"/>
                  </a:lnTo>
                  <a:lnTo>
                    <a:pt x="120622" y="236902"/>
                  </a:lnTo>
                  <a:lnTo>
                    <a:pt x="120377" y="236647"/>
                  </a:lnTo>
                  <a:lnTo>
                    <a:pt x="120249" y="236611"/>
                  </a:lnTo>
                  <a:lnTo>
                    <a:pt x="120018" y="236387"/>
                  </a:lnTo>
                  <a:lnTo>
                    <a:pt x="119899" y="235751"/>
                  </a:lnTo>
                  <a:lnTo>
                    <a:pt x="119938" y="235598"/>
                  </a:lnTo>
                  <a:lnTo>
                    <a:pt x="119998" y="235368"/>
                  </a:lnTo>
                  <a:lnTo>
                    <a:pt x="120039" y="235232"/>
                  </a:lnTo>
                  <a:lnTo>
                    <a:pt x="120322" y="234826"/>
                  </a:lnTo>
                  <a:lnTo>
                    <a:pt x="120795" y="234590"/>
                  </a:lnTo>
                  <a:lnTo>
                    <a:pt x="121082" y="234284"/>
                  </a:lnTo>
                  <a:lnTo>
                    <a:pt x="120948" y="234139"/>
                  </a:lnTo>
                  <a:lnTo>
                    <a:pt x="120971" y="233575"/>
                  </a:lnTo>
                  <a:lnTo>
                    <a:pt x="121026" y="233278"/>
                  </a:lnTo>
                  <a:lnTo>
                    <a:pt x="121005" y="232810"/>
                  </a:lnTo>
                  <a:lnTo>
                    <a:pt x="120959" y="232542"/>
                  </a:lnTo>
                  <a:lnTo>
                    <a:pt x="120504" y="231718"/>
                  </a:lnTo>
                  <a:lnTo>
                    <a:pt x="120274" y="231662"/>
                  </a:lnTo>
                  <a:lnTo>
                    <a:pt x="120146" y="231608"/>
                  </a:lnTo>
                  <a:lnTo>
                    <a:pt x="119639" y="231112"/>
                  </a:lnTo>
                  <a:lnTo>
                    <a:pt x="119654" y="230787"/>
                  </a:lnTo>
                  <a:lnTo>
                    <a:pt x="119544" y="230486"/>
                  </a:lnTo>
                  <a:lnTo>
                    <a:pt x="119295" y="230180"/>
                  </a:lnTo>
                  <a:lnTo>
                    <a:pt x="119160" y="230200"/>
                  </a:lnTo>
                  <a:lnTo>
                    <a:pt x="118862" y="230070"/>
                  </a:lnTo>
                  <a:lnTo>
                    <a:pt x="118507" y="229791"/>
                  </a:lnTo>
                  <a:lnTo>
                    <a:pt x="118407" y="229598"/>
                  </a:lnTo>
                  <a:lnTo>
                    <a:pt x="118205" y="229486"/>
                  </a:lnTo>
                  <a:lnTo>
                    <a:pt x="117907" y="229458"/>
                  </a:lnTo>
                  <a:lnTo>
                    <a:pt x="117756" y="229364"/>
                  </a:lnTo>
                  <a:lnTo>
                    <a:pt x="117731" y="228955"/>
                  </a:lnTo>
                  <a:lnTo>
                    <a:pt x="117655" y="228649"/>
                  </a:lnTo>
                  <a:lnTo>
                    <a:pt x="117561" y="228135"/>
                  </a:lnTo>
                  <a:lnTo>
                    <a:pt x="117289" y="227629"/>
                  </a:lnTo>
                  <a:lnTo>
                    <a:pt x="117260" y="227415"/>
                  </a:lnTo>
                  <a:lnTo>
                    <a:pt x="117514" y="227002"/>
                  </a:lnTo>
                  <a:lnTo>
                    <a:pt x="117880" y="226829"/>
                  </a:lnTo>
                  <a:lnTo>
                    <a:pt x="118055" y="226786"/>
                  </a:lnTo>
                  <a:lnTo>
                    <a:pt x="118346" y="226311"/>
                  </a:lnTo>
                  <a:lnTo>
                    <a:pt x="118121" y="225750"/>
                  </a:lnTo>
                  <a:lnTo>
                    <a:pt x="118008" y="225120"/>
                  </a:lnTo>
                  <a:lnTo>
                    <a:pt x="117662" y="224736"/>
                  </a:lnTo>
                  <a:lnTo>
                    <a:pt x="118226" y="224129"/>
                  </a:lnTo>
                  <a:lnTo>
                    <a:pt x="118403" y="224027"/>
                  </a:lnTo>
                  <a:lnTo>
                    <a:pt x="118505" y="223829"/>
                  </a:lnTo>
                  <a:lnTo>
                    <a:pt x="118541" y="223604"/>
                  </a:lnTo>
                  <a:lnTo>
                    <a:pt x="118848" y="222546"/>
                  </a:lnTo>
                  <a:lnTo>
                    <a:pt x="119245" y="222324"/>
                  </a:lnTo>
                  <a:lnTo>
                    <a:pt x="119578" y="222276"/>
                  </a:lnTo>
                  <a:lnTo>
                    <a:pt x="120046" y="222244"/>
                  </a:lnTo>
                  <a:lnTo>
                    <a:pt x="120238" y="222129"/>
                  </a:lnTo>
                  <a:lnTo>
                    <a:pt x="120505" y="221937"/>
                  </a:lnTo>
                  <a:lnTo>
                    <a:pt x="121146" y="222128"/>
                  </a:lnTo>
                  <a:lnTo>
                    <a:pt x="121495" y="221892"/>
                  </a:lnTo>
                  <a:lnTo>
                    <a:pt x="121761" y="221568"/>
                  </a:lnTo>
                  <a:lnTo>
                    <a:pt x="122215" y="221159"/>
                  </a:lnTo>
                  <a:lnTo>
                    <a:pt x="122276" y="220616"/>
                  </a:lnTo>
                  <a:lnTo>
                    <a:pt x="122263" y="220311"/>
                  </a:lnTo>
                  <a:lnTo>
                    <a:pt x="122276" y="219895"/>
                  </a:lnTo>
                  <a:lnTo>
                    <a:pt x="122366" y="219694"/>
                  </a:lnTo>
                  <a:lnTo>
                    <a:pt x="122621" y="219500"/>
                  </a:lnTo>
                  <a:lnTo>
                    <a:pt x="122976" y="219338"/>
                  </a:lnTo>
                  <a:lnTo>
                    <a:pt x="123554" y="218432"/>
                  </a:lnTo>
                  <a:lnTo>
                    <a:pt x="123851" y="218248"/>
                  </a:lnTo>
                  <a:lnTo>
                    <a:pt x="124669" y="218034"/>
                  </a:lnTo>
                  <a:lnTo>
                    <a:pt x="125168" y="217116"/>
                  </a:lnTo>
                  <a:lnTo>
                    <a:pt x="125659" y="216874"/>
                  </a:lnTo>
                  <a:lnTo>
                    <a:pt x="126086" y="216676"/>
                  </a:lnTo>
                  <a:lnTo>
                    <a:pt x="126327" y="216471"/>
                  </a:lnTo>
                  <a:lnTo>
                    <a:pt x="126482" y="216310"/>
                  </a:lnTo>
                  <a:lnTo>
                    <a:pt x="126718" y="216086"/>
                  </a:lnTo>
                  <a:lnTo>
                    <a:pt x="127687" y="216364"/>
                  </a:lnTo>
                  <a:lnTo>
                    <a:pt x="127981" y="216372"/>
                  </a:lnTo>
                  <a:lnTo>
                    <a:pt x="128271" y="215715"/>
                  </a:lnTo>
                  <a:lnTo>
                    <a:pt x="128494" y="215573"/>
                  </a:lnTo>
                  <a:lnTo>
                    <a:pt x="128724" y="214924"/>
                  </a:lnTo>
                  <a:lnTo>
                    <a:pt x="128495" y="214470"/>
                  </a:lnTo>
                  <a:lnTo>
                    <a:pt x="128474" y="213784"/>
                  </a:lnTo>
                  <a:lnTo>
                    <a:pt x="128600" y="213130"/>
                  </a:lnTo>
                  <a:lnTo>
                    <a:pt x="128671" y="212922"/>
                  </a:lnTo>
                  <a:lnTo>
                    <a:pt x="128737" y="212769"/>
                  </a:lnTo>
                  <a:lnTo>
                    <a:pt x="128812" y="212376"/>
                  </a:lnTo>
                  <a:lnTo>
                    <a:pt x="128949" y="211547"/>
                  </a:lnTo>
                  <a:lnTo>
                    <a:pt x="128773" y="211389"/>
                  </a:lnTo>
                  <a:lnTo>
                    <a:pt x="128293" y="211309"/>
                  </a:lnTo>
                  <a:lnTo>
                    <a:pt x="127731" y="211135"/>
                  </a:lnTo>
                  <a:lnTo>
                    <a:pt x="127316" y="210738"/>
                  </a:lnTo>
                  <a:lnTo>
                    <a:pt x="127199" y="210412"/>
                  </a:lnTo>
                  <a:lnTo>
                    <a:pt x="126961" y="210252"/>
                  </a:lnTo>
                  <a:lnTo>
                    <a:pt x="126713" y="210189"/>
                  </a:lnTo>
                  <a:lnTo>
                    <a:pt x="126459" y="209762"/>
                  </a:lnTo>
                  <a:lnTo>
                    <a:pt x="126406" y="209326"/>
                  </a:lnTo>
                  <a:lnTo>
                    <a:pt x="126677" y="207971"/>
                  </a:lnTo>
                  <a:lnTo>
                    <a:pt x="127001" y="207760"/>
                  </a:lnTo>
                  <a:lnTo>
                    <a:pt x="127470" y="207019"/>
                  </a:lnTo>
                  <a:lnTo>
                    <a:pt x="127771" y="206478"/>
                  </a:lnTo>
                  <a:lnTo>
                    <a:pt x="127821" y="205926"/>
                  </a:lnTo>
                  <a:lnTo>
                    <a:pt x="127709" y="205685"/>
                  </a:lnTo>
                  <a:lnTo>
                    <a:pt x="127845" y="205145"/>
                  </a:lnTo>
                  <a:lnTo>
                    <a:pt x="127853" y="204652"/>
                  </a:lnTo>
                  <a:lnTo>
                    <a:pt x="127921" y="204233"/>
                  </a:lnTo>
                  <a:lnTo>
                    <a:pt x="128153" y="203670"/>
                  </a:lnTo>
                  <a:lnTo>
                    <a:pt x="128369" y="202477"/>
                  </a:lnTo>
                  <a:lnTo>
                    <a:pt x="128755" y="200863"/>
                  </a:lnTo>
                  <a:lnTo>
                    <a:pt x="128909" y="200383"/>
                  </a:lnTo>
                  <a:lnTo>
                    <a:pt x="129063" y="199729"/>
                  </a:lnTo>
                  <a:lnTo>
                    <a:pt x="129181" y="199037"/>
                  </a:lnTo>
                  <a:lnTo>
                    <a:pt x="129501" y="198693"/>
                  </a:lnTo>
                  <a:lnTo>
                    <a:pt x="129493" y="197700"/>
                  </a:lnTo>
                  <a:lnTo>
                    <a:pt x="130088" y="197578"/>
                  </a:lnTo>
                  <a:lnTo>
                    <a:pt x="131451" y="197501"/>
                  </a:lnTo>
                  <a:lnTo>
                    <a:pt x="131602" y="197502"/>
                  </a:lnTo>
                  <a:lnTo>
                    <a:pt x="132394" y="197651"/>
                  </a:lnTo>
                  <a:lnTo>
                    <a:pt x="132643" y="198583"/>
                  </a:lnTo>
                  <a:lnTo>
                    <a:pt x="132841" y="198930"/>
                  </a:lnTo>
                  <a:lnTo>
                    <a:pt x="133515" y="198809"/>
                  </a:lnTo>
                  <a:lnTo>
                    <a:pt x="133776" y="198748"/>
                  </a:lnTo>
                  <a:lnTo>
                    <a:pt x="134134" y="199083"/>
                  </a:lnTo>
                  <a:lnTo>
                    <a:pt x="135144" y="198718"/>
                  </a:lnTo>
                  <a:lnTo>
                    <a:pt x="135325" y="198437"/>
                  </a:lnTo>
                  <a:lnTo>
                    <a:pt x="135702" y="198141"/>
                  </a:lnTo>
                  <a:lnTo>
                    <a:pt x="135964" y="198222"/>
                  </a:lnTo>
                  <a:lnTo>
                    <a:pt x="136403" y="198165"/>
                  </a:lnTo>
                  <a:lnTo>
                    <a:pt x="137057" y="197815"/>
                  </a:lnTo>
                  <a:lnTo>
                    <a:pt x="137097" y="197650"/>
                  </a:lnTo>
                  <a:lnTo>
                    <a:pt x="137585" y="197385"/>
                  </a:lnTo>
                  <a:lnTo>
                    <a:pt x="137815" y="197233"/>
                  </a:lnTo>
                  <a:lnTo>
                    <a:pt x="137985" y="197367"/>
                  </a:lnTo>
                  <a:lnTo>
                    <a:pt x="138235" y="197840"/>
                  </a:lnTo>
                  <a:lnTo>
                    <a:pt x="138654" y="198249"/>
                  </a:lnTo>
                  <a:lnTo>
                    <a:pt x="138892" y="198477"/>
                  </a:lnTo>
                  <a:lnTo>
                    <a:pt x="139131" y="198840"/>
                  </a:lnTo>
                  <a:lnTo>
                    <a:pt x="139103" y="199129"/>
                  </a:lnTo>
                  <a:lnTo>
                    <a:pt x="139000" y="199514"/>
                  </a:lnTo>
                  <a:lnTo>
                    <a:pt x="139225" y="199743"/>
                  </a:lnTo>
                  <a:lnTo>
                    <a:pt x="139765" y="200109"/>
                  </a:lnTo>
                  <a:lnTo>
                    <a:pt x="140155" y="200100"/>
                  </a:lnTo>
                  <a:lnTo>
                    <a:pt x="140385" y="199846"/>
                  </a:lnTo>
                  <a:lnTo>
                    <a:pt x="140812" y="199269"/>
                  </a:lnTo>
                  <a:lnTo>
                    <a:pt x="140986" y="198765"/>
                  </a:lnTo>
                  <a:lnTo>
                    <a:pt x="141033" y="198227"/>
                  </a:lnTo>
                  <a:lnTo>
                    <a:pt x="141101" y="198012"/>
                  </a:lnTo>
                  <a:lnTo>
                    <a:pt x="141602" y="197561"/>
                  </a:lnTo>
                  <a:lnTo>
                    <a:pt x="141884" y="197736"/>
                  </a:lnTo>
                  <a:lnTo>
                    <a:pt x="142107" y="198012"/>
                  </a:lnTo>
                  <a:lnTo>
                    <a:pt x="142261" y="198283"/>
                  </a:lnTo>
                  <a:lnTo>
                    <a:pt x="142181" y="198598"/>
                  </a:lnTo>
                  <a:lnTo>
                    <a:pt x="142115" y="199074"/>
                  </a:lnTo>
                  <a:lnTo>
                    <a:pt x="142433" y="199484"/>
                  </a:lnTo>
                  <a:lnTo>
                    <a:pt x="142914" y="199522"/>
                  </a:lnTo>
                  <a:lnTo>
                    <a:pt x="143135" y="199460"/>
                  </a:lnTo>
                  <a:lnTo>
                    <a:pt x="144214" y="199766"/>
                  </a:lnTo>
                  <a:lnTo>
                    <a:pt x="144239" y="199988"/>
                  </a:lnTo>
                  <a:lnTo>
                    <a:pt x="144584" y="200267"/>
                  </a:lnTo>
                  <a:lnTo>
                    <a:pt x="145217" y="200200"/>
                  </a:lnTo>
                  <a:lnTo>
                    <a:pt x="146167" y="200353"/>
                  </a:lnTo>
                  <a:lnTo>
                    <a:pt x="146840" y="200669"/>
                  </a:lnTo>
                  <a:lnTo>
                    <a:pt x="146966" y="200963"/>
                  </a:lnTo>
                  <a:lnTo>
                    <a:pt x="147262" y="200966"/>
                  </a:lnTo>
                  <a:lnTo>
                    <a:pt x="147414" y="200963"/>
                  </a:lnTo>
                  <a:lnTo>
                    <a:pt x="149006" y="200794"/>
                  </a:lnTo>
                  <a:lnTo>
                    <a:pt x="150037" y="200371"/>
                  </a:lnTo>
                  <a:lnTo>
                    <a:pt x="150576" y="200040"/>
                  </a:lnTo>
                  <a:lnTo>
                    <a:pt x="150867" y="200091"/>
                  </a:lnTo>
                  <a:lnTo>
                    <a:pt x="151029" y="200127"/>
                  </a:lnTo>
                  <a:lnTo>
                    <a:pt x="151988" y="200458"/>
                  </a:lnTo>
                  <a:lnTo>
                    <a:pt x="152914" y="201681"/>
                  </a:lnTo>
                  <a:lnTo>
                    <a:pt x="153263" y="202062"/>
                  </a:lnTo>
                  <a:lnTo>
                    <a:pt x="153707" y="202931"/>
                  </a:lnTo>
                  <a:lnTo>
                    <a:pt x="154387" y="203130"/>
                  </a:lnTo>
                  <a:lnTo>
                    <a:pt x="154546" y="203533"/>
                  </a:lnTo>
                  <a:lnTo>
                    <a:pt x="154901" y="204979"/>
                  </a:lnTo>
                  <a:lnTo>
                    <a:pt x="154569" y="205467"/>
                  </a:lnTo>
                  <a:lnTo>
                    <a:pt x="154547" y="206228"/>
                  </a:lnTo>
                  <a:lnTo>
                    <a:pt x="154614" y="206391"/>
                  </a:lnTo>
                  <a:lnTo>
                    <a:pt x="154978" y="207146"/>
                  </a:lnTo>
                  <a:lnTo>
                    <a:pt x="155385" y="207268"/>
                  </a:lnTo>
                  <a:lnTo>
                    <a:pt x="155792" y="207685"/>
                  </a:lnTo>
                  <a:lnTo>
                    <a:pt x="155853" y="207950"/>
                  </a:lnTo>
                  <a:lnTo>
                    <a:pt x="155920" y="208382"/>
                  </a:lnTo>
                  <a:lnTo>
                    <a:pt x="155801" y="208864"/>
                  </a:lnTo>
                  <a:lnTo>
                    <a:pt x="155859" y="209839"/>
                  </a:lnTo>
                  <a:lnTo>
                    <a:pt x="155997" y="209893"/>
                  </a:lnTo>
                  <a:lnTo>
                    <a:pt x="156492" y="209955"/>
                  </a:lnTo>
                  <a:lnTo>
                    <a:pt x="157315" y="210246"/>
                  </a:lnTo>
                  <a:lnTo>
                    <a:pt x="157636" y="210379"/>
                  </a:lnTo>
                  <a:lnTo>
                    <a:pt x="157849" y="210814"/>
                  </a:lnTo>
                  <a:lnTo>
                    <a:pt x="157787" y="211506"/>
                  </a:lnTo>
                  <a:lnTo>
                    <a:pt x="157976" y="212066"/>
                  </a:lnTo>
                  <a:lnTo>
                    <a:pt x="157880" y="212492"/>
                  </a:lnTo>
                  <a:lnTo>
                    <a:pt x="157790" y="212746"/>
                  </a:lnTo>
                  <a:lnTo>
                    <a:pt x="157583" y="213050"/>
                  </a:lnTo>
                  <a:lnTo>
                    <a:pt x="157789" y="213263"/>
                  </a:lnTo>
                  <a:lnTo>
                    <a:pt x="158243" y="213473"/>
                  </a:lnTo>
                  <a:lnTo>
                    <a:pt x="158727" y="213446"/>
                  </a:lnTo>
                  <a:lnTo>
                    <a:pt x="159499" y="213215"/>
                  </a:lnTo>
                  <a:lnTo>
                    <a:pt x="159890" y="213309"/>
                  </a:lnTo>
                  <a:lnTo>
                    <a:pt x="160317" y="213223"/>
                  </a:lnTo>
                  <a:lnTo>
                    <a:pt x="160665" y="213093"/>
                  </a:lnTo>
                  <a:lnTo>
                    <a:pt x="161600" y="213189"/>
                  </a:lnTo>
                  <a:lnTo>
                    <a:pt x="162012" y="213118"/>
                  </a:lnTo>
                  <a:lnTo>
                    <a:pt x="162137" y="212587"/>
                  </a:lnTo>
                  <a:lnTo>
                    <a:pt x="162547" y="212296"/>
                  </a:lnTo>
                  <a:lnTo>
                    <a:pt x="163796" y="211858"/>
                  </a:lnTo>
                  <a:lnTo>
                    <a:pt x="164723" y="211798"/>
                  </a:lnTo>
                  <a:lnTo>
                    <a:pt x="165168" y="212156"/>
                  </a:lnTo>
                  <a:lnTo>
                    <a:pt x="165423" y="212052"/>
                  </a:lnTo>
                  <a:lnTo>
                    <a:pt x="165668" y="211875"/>
                  </a:lnTo>
                  <a:lnTo>
                    <a:pt x="166188" y="211894"/>
                  </a:lnTo>
                  <a:lnTo>
                    <a:pt x="166538" y="211966"/>
                  </a:lnTo>
                  <a:lnTo>
                    <a:pt x="167323" y="211812"/>
                  </a:lnTo>
                  <a:lnTo>
                    <a:pt x="167504" y="211700"/>
                  </a:lnTo>
                  <a:lnTo>
                    <a:pt x="167830" y="211651"/>
                  </a:lnTo>
                  <a:lnTo>
                    <a:pt x="167804" y="211266"/>
                  </a:lnTo>
                  <a:lnTo>
                    <a:pt x="167591" y="210933"/>
                  </a:lnTo>
                  <a:lnTo>
                    <a:pt x="167764" y="210780"/>
                  </a:lnTo>
                  <a:lnTo>
                    <a:pt x="167989" y="210702"/>
                  </a:lnTo>
                  <a:lnTo>
                    <a:pt x="168376" y="210648"/>
                  </a:lnTo>
                  <a:lnTo>
                    <a:pt x="168357" y="210194"/>
                  </a:lnTo>
                  <a:lnTo>
                    <a:pt x="168188" y="210055"/>
                  </a:lnTo>
                  <a:lnTo>
                    <a:pt x="168146" y="209879"/>
                  </a:lnTo>
                  <a:lnTo>
                    <a:pt x="168430" y="209601"/>
                  </a:lnTo>
                  <a:lnTo>
                    <a:pt x="168467" y="209007"/>
                  </a:lnTo>
                  <a:lnTo>
                    <a:pt x="168170" y="208306"/>
                  </a:lnTo>
                  <a:lnTo>
                    <a:pt x="167700" y="207853"/>
                  </a:lnTo>
                  <a:lnTo>
                    <a:pt x="167347" y="207499"/>
                  </a:lnTo>
                  <a:lnTo>
                    <a:pt x="167468" y="207370"/>
                  </a:lnTo>
                  <a:lnTo>
                    <a:pt x="167668" y="206967"/>
                  </a:lnTo>
                  <a:lnTo>
                    <a:pt x="167625" y="206599"/>
                  </a:lnTo>
                  <a:lnTo>
                    <a:pt x="167267" y="206312"/>
                  </a:lnTo>
                  <a:lnTo>
                    <a:pt x="166973" y="206194"/>
                  </a:lnTo>
                  <a:lnTo>
                    <a:pt x="167026" y="205788"/>
                  </a:lnTo>
                  <a:lnTo>
                    <a:pt x="167389" y="205270"/>
                  </a:lnTo>
                  <a:lnTo>
                    <a:pt x="167602" y="205049"/>
                  </a:lnTo>
                  <a:lnTo>
                    <a:pt x="167731" y="205013"/>
                  </a:lnTo>
                  <a:lnTo>
                    <a:pt x="167899" y="204968"/>
                  </a:lnTo>
                  <a:lnTo>
                    <a:pt x="168077" y="204355"/>
                  </a:lnTo>
                  <a:lnTo>
                    <a:pt x="168010" y="204221"/>
                  </a:lnTo>
                  <a:lnTo>
                    <a:pt x="168010" y="204041"/>
                  </a:lnTo>
                  <a:lnTo>
                    <a:pt x="168184" y="203723"/>
                  </a:lnTo>
                  <a:lnTo>
                    <a:pt x="168598" y="203332"/>
                  </a:lnTo>
                  <a:lnTo>
                    <a:pt x="168775" y="203208"/>
                  </a:lnTo>
                  <a:lnTo>
                    <a:pt x="168637" y="202999"/>
                  </a:lnTo>
                  <a:lnTo>
                    <a:pt x="168473" y="202956"/>
                  </a:lnTo>
                  <a:lnTo>
                    <a:pt x="167457" y="201298"/>
                  </a:lnTo>
                  <a:lnTo>
                    <a:pt x="167060" y="200854"/>
                  </a:lnTo>
                  <a:lnTo>
                    <a:pt x="166812" y="200599"/>
                  </a:lnTo>
                  <a:lnTo>
                    <a:pt x="166588" y="200323"/>
                  </a:lnTo>
                  <a:lnTo>
                    <a:pt x="166378" y="199838"/>
                  </a:lnTo>
                  <a:lnTo>
                    <a:pt x="166625" y="198958"/>
                  </a:lnTo>
                  <a:lnTo>
                    <a:pt x="166759" y="198648"/>
                  </a:lnTo>
                  <a:lnTo>
                    <a:pt x="167216" y="198341"/>
                  </a:lnTo>
                  <a:lnTo>
                    <a:pt x="167616" y="198072"/>
                  </a:lnTo>
                  <a:lnTo>
                    <a:pt x="168548" y="197424"/>
                  </a:lnTo>
                  <a:lnTo>
                    <a:pt x="168852" y="197441"/>
                  </a:lnTo>
                  <a:lnTo>
                    <a:pt x="169244" y="197361"/>
                  </a:lnTo>
                  <a:lnTo>
                    <a:pt x="169422" y="197308"/>
                  </a:lnTo>
                  <a:lnTo>
                    <a:pt x="169650" y="196987"/>
                  </a:lnTo>
                  <a:lnTo>
                    <a:pt x="169617" y="196431"/>
                  </a:lnTo>
                  <a:lnTo>
                    <a:pt x="169113" y="196464"/>
                  </a:lnTo>
                  <a:lnTo>
                    <a:pt x="168917" y="196394"/>
                  </a:lnTo>
                  <a:lnTo>
                    <a:pt x="168635" y="195787"/>
                  </a:lnTo>
                  <a:lnTo>
                    <a:pt x="168559" y="195486"/>
                  </a:lnTo>
                  <a:lnTo>
                    <a:pt x="168495" y="195250"/>
                  </a:lnTo>
                  <a:lnTo>
                    <a:pt x="168323" y="195193"/>
                  </a:lnTo>
                  <a:lnTo>
                    <a:pt x="168034" y="195006"/>
                  </a:lnTo>
                  <a:lnTo>
                    <a:pt x="167961" y="194635"/>
                  </a:lnTo>
                  <a:lnTo>
                    <a:pt x="167782" y="194390"/>
                  </a:lnTo>
                  <a:lnTo>
                    <a:pt x="167325" y="194361"/>
                  </a:lnTo>
                  <a:lnTo>
                    <a:pt x="166902" y="194339"/>
                  </a:lnTo>
                  <a:lnTo>
                    <a:pt x="166273" y="194078"/>
                  </a:lnTo>
                  <a:lnTo>
                    <a:pt x="165812" y="194018"/>
                  </a:lnTo>
                  <a:lnTo>
                    <a:pt x="165405" y="194207"/>
                  </a:lnTo>
                  <a:lnTo>
                    <a:pt x="164733" y="194579"/>
                  </a:lnTo>
                  <a:lnTo>
                    <a:pt x="164522" y="194451"/>
                  </a:lnTo>
                  <a:lnTo>
                    <a:pt x="164377" y="194249"/>
                  </a:lnTo>
                  <a:lnTo>
                    <a:pt x="163539" y="194582"/>
                  </a:lnTo>
                  <a:lnTo>
                    <a:pt x="163036" y="194552"/>
                  </a:lnTo>
                  <a:lnTo>
                    <a:pt x="162932" y="194393"/>
                  </a:lnTo>
                  <a:lnTo>
                    <a:pt x="162502" y="194268"/>
                  </a:lnTo>
                  <a:lnTo>
                    <a:pt x="162018" y="194311"/>
                  </a:lnTo>
                  <a:lnTo>
                    <a:pt x="161706" y="194073"/>
                  </a:lnTo>
                  <a:lnTo>
                    <a:pt x="161674" y="193819"/>
                  </a:lnTo>
                  <a:lnTo>
                    <a:pt x="161807" y="193407"/>
                  </a:lnTo>
                  <a:lnTo>
                    <a:pt x="161693" y="192712"/>
                  </a:lnTo>
                  <a:lnTo>
                    <a:pt x="161619" y="192543"/>
                  </a:lnTo>
                  <a:lnTo>
                    <a:pt x="161530" y="192339"/>
                  </a:lnTo>
                  <a:lnTo>
                    <a:pt x="161312" y="191798"/>
                  </a:lnTo>
                  <a:lnTo>
                    <a:pt x="161202" y="190988"/>
                  </a:lnTo>
                  <a:lnTo>
                    <a:pt x="161330" y="190378"/>
                  </a:lnTo>
                  <a:lnTo>
                    <a:pt x="161126" y="190084"/>
                  </a:lnTo>
                  <a:lnTo>
                    <a:pt x="161008" y="189739"/>
                  </a:lnTo>
                  <a:lnTo>
                    <a:pt x="161185" y="189434"/>
                  </a:lnTo>
                  <a:lnTo>
                    <a:pt x="161322" y="189590"/>
                  </a:lnTo>
                  <a:lnTo>
                    <a:pt x="161920" y="190032"/>
                  </a:lnTo>
                  <a:lnTo>
                    <a:pt x="162212" y="189731"/>
                  </a:lnTo>
                  <a:lnTo>
                    <a:pt x="163114" y="189524"/>
                  </a:lnTo>
                  <a:lnTo>
                    <a:pt x="163245" y="190258"/>
                  </a:lnTo>
                  <a:lnTo>
                    <a:pt x="163290" y="190602"/>
                  </a:lnTo>
                  <a:lnTo>
                    <a:pt x="163423" y="190989"/>
                  </a:lnTo>
                  <a:lnTo>
                    <a:pt x="163806" y="191465"/>
                  </a:lnTo>
                  <a:lnTo>
                    <a:pt x="164450" y="191666"/>
                  </a:lnTo>
                  <a:lnTo>
                    <a:pt x="164612" y="191051"/>
                  </a:lnTo>
                  <a:lnTo>
                    <a:pt x="164907" y="190169"/>
                  </a:lnTo>
                  <a:lnTo>
                    <a:pt x="165798" y="189434"/>
                  </a:lnTo>
                  <a:lnTo>
                    <a:pt x="166080" y="189379"/>
                  </a:lnTo>
                  <a:lnTo>
                    <a:pt x="166365" y="189317"/>
                  </a:lnTo>
                  <a:lnTo>
                    <a:pt x="166486" y="188929"/>
                  </a:lnTo>
                  <a:lnTo>
                    <a:pt x="166501" y="188752"/>
                  </a:lnTo>
                  <a:lnTo>
                    <a:pt x="166654" y="188677"/>
                  </a:lnTo>
                  <a:lnTo>
                    <a:pt x="167553" y="188807"/>
                  </a:lnTo>
                  <a:lnTo>
                    <a:pt x="167719" y="188837"/>
                  </a:lnTo>
                  <a:lnTo>
                    <a:pt x="167879" y="188853"/>
                  </a:lnTo>
                  <a:lnTo>
                    <a:pt x="168193" y="188815"/>
                  </a:lnTo>
                  <a:lnTo>
                    <a:pt x="168953" y="189037"/>
                  </a:lnTo>
                  <a:lnTo>
                    <a:pt x="169199" y="188947"/>
                  </a:lnTo>
                  <a:lnTo>
                    <a:pt x="169590" y="188216"/>
                  </a:lnTo>
                  <a:lnTo>
                    <a:pt x="169678" y="187979"/>
                  </a:lnTo>
                  <a:lnTo>
                    <a:pt x="169949" y="187943"/>
                  </a:lnTo>
                  <a:lnTo>
                    <a:pt x="170733" y="187327"/>
                  </a:lnTo>
                  <a:lnTo>
                    <a:pt x="171208" y="187070"/>
                  </a:lnTo>
                  <a:lnTo>
                    <a:pt x="171447" y="187094"/>
                  </a:lnTo>
                  <a:lnTo>
                    <a:pt x="171927" y="186500"/>
                  </a:lnTo>
                  <a:lnTo>
                    <a:pt x="172298" y="186228"/>
                  </a:lnTo>
                  <a:lnTo>
                    <a:pt x="172433" y="185423"/>
                  </a:lnTo>
                  <a:lnTo>
                    <a:pt x="172406" y="185148"/>
                  </a:lnTo>
                  <a:lnTo>
                    <a:pt x="172795" y="185022"/>
                  </a:lnTo>
                  <a:lnTo>
                    <a:pt x="173287" y="184956"/>
                  </a:lnTo>
                  <a:lnTo>
                    <a:pt x="173827" y="185331"/>
                  </a:lnTo>
                  <a:lnTo>
                    <a:pt x="174305" y="185288"/>
                  </a:lnTo>
                  <a:lnTo>
                    <a:pt x="174254" y="184903"/>
                  </a:lnTo>
                  <a:lnTo>
                    <a:pt x="174129" y="184431"/>
                  </a:lnTo>
                  <a:lnTo>
                    <a:pt x="173768" y="183954"/>
                  </a:lnTo>
                  <a:lnTo>
                    <a:pt x="173579" y="183602"/>
                  </a:lnTo>
                  <a:lnTo>
                    <a:pt x="173815" y="182978"/>
                  </a:lnTo>
                  <a:lnTo>
                    <a:pt x="174434" y="182530"/>
                  </a:lnTo>
                  <a:lnTo>
                    <a:pt x="174658" y="182521"/>
                  </a:lnTo>
                  <a:lnTo>
                    <a:pt x="175052" y="182483"/>
                  </a:lnTo>
                  <a:lnTo>
                    <a:pt x="175183" y="182133"/>
                  </a:lnTo>
                  <a:lnTo>
                    <a:pt x="175031" y="182170"/>
                  </a:lnTo>
                  <a:lnTo>
                    <a:pt x="174798" y="182318"/>
                  </a:lnTo>
                  <a:lnTo>
                    <a:pt x="174626" y="182168"/>
                  </a:lnTo>
                  <a:lnTo>
                    <a:pt x="175033" y="181442"/>
                  </a:lnTo>
                  <a:lnTo>
                    <a:pt x="175101" y="181163"/>
                  </a:lnTo>
                  <a:lnTo>
                    <a:pt x="175391" y="181098"/>
                  </a:lnTo>
                  <a:lnTo>
                    <a:pt x="175691" y="181165"/>
                  </a:lnTo>
                  <a:lnTo>
                    <a:pt x="176075" y="181483"/>
                  </a:lnTo>
                  <a:lnTo>
                    <a:pt x="176136" y="181995"/>
                  </a:lnTo>
                  <a:lnTo>
                    <a:pt x="176728" y="182227"/>
                  </a:lnTo>
                  <a:lnTo>
                    <a:pt x="176945" y="182017"/>
                  </a:lnTo>
                  <a:lnTo>
                    <a:pt x="177726" y="181724"/>
                  </a:lnTo>
                  <a:lnTo>
                    <a:pt x="177926" y="181410"/>
                  </a:lnTo>
                  <a:lnTo>
                    <a:pt x="177953" y="181098"/>
                  </a:lnTo>
                  <a:lnTo>
                    <a:pt x="177976" y="180865"/>
                  </a:lnTo>
                  <a:lnTo>
                    <a:pt x="178049" y="180587"/>
                  </a:lnTo>
                  <a:lnTo>
                    <a:pt x="178743" y="180148"/>
                  </a:lnTo>
                  <a:lnTo>
                    <a:pt x="179792" y="179939"/>
                  </a:lnTo>
                  <a:lnTo>
                    <a:pt x="180020" y="180496"/>
                  </a:lnTo>
                  <a:lnTo>
                    <a:pt x="180116" y="180635"/>
                  </a:lnTo>
                  <a:lnTo>
                    <a:pt x="180453" y="180824"/>
                  </a:lnTo>
                  <a:lnTo>
                    <a:pt x="180783" y="180415"/>
                  </a:lnTo>
                  <a:lnTo>
                    <a:pt x="181117" y="180623"/>
                  </a:lnTo>
                  <a:lnTo>
                    <a:pt x="181197" y="180894"/>
                  </a:lnTo>
                  <a:lnTo>
                    <a:pt x="181433" y="181048"/>
                  </a:lnTo>
                  <a:lnTo>
                    <a:pt x="181733" y="180903"/>
                  </a:lnTo>
                  <a:lnTo>
                    <a:pt x="181828" y="180468"/>
                  </a:lnTo>
                  <a:lnTo>
                    <a:pt x="181646" y="180162"/>
                  </a:lnTo>
                  <a:lnTo>
                    <a:pt x="181804" y="179803"/>
                  </a:lnTo>
                  <a:lnTo>
                    <a:pt x="182487" y="179921"/>
                  </a:lnTo>
                  <a:lnTo>
                    <a:pt x="182095" y="180375"/>
                  </a:lnTo>
                  <a:lnTo>
                    <a:pt x="182211" y="180571"/>
                  </a:lnTo>
                  <a:lnTo>
                    <a:pt x="182378" y="180661"/>
                  </a:lnTo>
                  <a:lnTo>
                    <a:pt x="182665" y="181207"/>
                  </a:lnTo>
                  <a:lnTo>
                    <a:pt x="182860" y="182289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202377" y="5687882"/>
              <a:ext cx="183245" cy="183439"/>
            </a:xfrm>
            <a:custGeom>
              <a:avLst/>
              <a:pathLst>
                <a:path w="183245" h="183439">
                  <a:moveTo>
                    <a:pt x="182879" y="182879"/>
                  </a:moveTo>
                  <a:lnTo>
                    <a:pt x="183245" y="182716"/>
                  </a:lnTo>
                  <a:lnTo>
                    <a:pt x="183166" y="183061"/>
                  </a:lnTo>
                  <a:lnTo>
                    <a:pt x="182825" y="183186"/>
                  </a:lnTo>
                  <a:lnTo>
                    <a:pt x="182799" y="183439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204882" y="5686337"/>
              <a:ext cx="183180" cy="183602"/>
            </a:xfrm>
            <a:custGeom>
              <a:avLst/>
              <a:pathLst>
                <a:path w="183180" h="183602">
                  <a:moveTo>
                    <a:pt x="182879" y="182879"/>
                  </a:moveTo>
                  <a:lnTo>
                    <a:pt x="183180" y="182826"/>
                  </a:lnTo>
                  <a:lnTo>
                    <a:pt x="182855" y="183046"/>
                  </a:lnTo>
                  <a:lnTo>
                    <a:pt x="181959" y="183144"/>
                  </a:lnTo>
                  <a:lnTo>
                    <a:pt x="181707" y="183441"/>
                  </a:lnTo>
                  <a:lnTo>
                    <a:pt x="181679" y="183602"/>
                  </a:lnTo>
                  <a:lnTo>
                    <a:pt x="181300" y="183358"/>
                  </a:lnTo>
                  <a:lnTo>
                    <a:pt x="182064" y="182899"/>
                  </a:lnTo>
                  <a:lnTo>
                    <a:pt x="182384" y="182554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189423" y="5683799"/>
              <a:ext cx="183246" cy="184071"/>
            </a:xfrm>
            <a:custGeom>
              <a:avLst/>
              <a:pathLst>
                <a:path w="183246" h="184071">
                  <a:moveTo>
                    <a:pt x="182879" y="182879"/>
                  </a:moveTo>
                  <a:lnTo>
                    <a:pt x="183230" y="182921"/>
                  </a:lnTo>
                  <a:lnTo>
                    <a:pt x="183246" y="183137"/>
                  </a:lnTo>
                  <a:lnTo>
                    <a:pt x="182814" y="183771"/>
                  </a:lnTo>
                  <a:lnTo>
                    <a:pt x="182483" y="183903"/>
                  </a:lnTo>
                  <a:lnTo>
                    <a:pt x="182049" y="184071"/>
                  </a:lnTo>
                  <a:lnTo>
                    <a:pt x="181759" y="183947"/>
                  </a:lnTo>
                  <a:lnTo>
                    <a:pt x="181843" y="183655"/>
                  </a:lnTo>
                  <a:lnTo>
                    <a:pt x="181797" y="183479"/>
                  </a:lnTo>
                  <a:lnTo>
                    <a:pt x="181602" y="183360"/>
                  </a:lnTo>
                  <a:lnTo>
                    <a:pt x="181729" y="182936"/>
                  </a:lnTo>
                  <a:lnTo>
                    <a:pt x="181682" y="182770"/>
                  </a:lnTo>
                  <a:lnTo>
                    <a:pt x="181530" y="182758"/>
                  </a:lnTo>
                  <a:lnTo>
                    <a:pt x="181654" y="182559"/>
                  </a:lnTo>
                  <a:lnTo>
                    <a:pt x="182165" y="182379"/>
                  </a:lnTo>
                  <a:lnTo>
                    <a:pt x="182467" y="18248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187500" y="5683801"/>
              <a:ext cx="182983" cy="183178"/>
            </a:xfrm>
            <a:custGeom>
              <a:avLst/>
              <a:pathLst>
                <a:path w="182983" h="183178">
                  <a:moveTo>
                    <a:pt x="182879" y="182879"/>
                  </a:moveTo>
                  <a:lnTo>
                    <a:pt x="182464" y="182974"/>
                  </a:lnTo>
                  <a:lnTo>
                    <a:pt x="182170" y="183178"/>
                  </a:lnTo>
                  <a:lnTo>
                    <a:pt x="181923" y="182931"/>
                  </a:lnTo>
                  <a:lnTo>
                    <a:pt x="182108" y="182323"/>
                  </a:lnTo>
                  <a:lnTo>
                    <a:pt x="182509" y="181921"/>
                  </a:lnTo>
                  <a:lnTo>
                    <a:pt x="182720" y="182028"/>
                  </a:lnTo>
                  <a:lnTo>
                    <a:pt x="182983" y="182439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208270" y="5682647"/>
              <a:ext cx="182879" cy="182963"/>
            </a:xfrm>
            <a:custGeom>
              <a:avLst/>
              <a:pathLst>
                <a:path w="182879" h="182963">
                  <a:moveTo>
                    <a:pt x="182879" y="182879"/>
                  </a:moveTo>
                  <a:lnTo>
                    <a:pt x="182292" y="182963"/>
                  </a:lnTo>
                  <a:lnTo>
                    <a:pt x="182713" y="182699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191139" y="5681421"/>
              <a:ext cx="182879" cy="184281"/>
            </a:xfrm>
            <a:custGeom>
              <a:avLst/>
              <a:pathLst>
                <a:path w="182879" h="184281">
                  <a:moveTo>
                    <a:pt x="182879" y="182879"/>
                  </a:moveTo>
                  <a:lnTo>
                    <a:pt x="182783" y="183137"/>
                  </a:lnTo>
                  <a:lnTo>
                    <a:pt x="182809" y="183373"/>
                  </a:lnTo>
                  <a:lnTo>
                    <a:pt x="182737" y="183594"/>
                  </a:lnTo>
                  <a:lnTo>
                    <a:pt x="182287" y="183769"/>
                  </a:lnTo>
                  <a:lnTo>
                    <a:pt x="182308" y="183978"/>
                  </a:lnTo>
                  <a:lnTo>
                    <a:pt x="182048" y="184281"/>
                  </a:lnTo>
                  <a:lnTo>
                    <a:pt x="181779" y="183744"/>
                  </a:lnTo>
                  <a:lnTo>
                    <a:pt x="181546" y="183688"/>
                  </a:lnTo>
                  <a:lnTo>
                    <a:pt x="181413" y="183192"/>
                  </a:lnTo>
                  <a:lnTo>
                    <a:pt x="181141" y="182986"/>
                  </a:lnTo>
                  <a:lnTo>
                    <a:pt x="181136" y="182750"/>
                  </a:lnTo>
                  <a:lnTo>
                    <a:pt x="181333" y="182690"/>
                  </a:lnTo>
                  <a:lnTo>
                    <a:pt x="181677" y="182651"/>
                  </a:lnTo>
                  <a:lnTo>
                    <a:pt x="181922" y="182701"/>
                  </a:lnTo>
                  <a:lnTo>
                    <a:pt x="182250" y="182608"/>
                  </a:lnTo>
                  <a:lnTo>
                    <a:pt x="182266" y="182437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193930" y="5680893"/>
              <a:ext cx="183084" cy="183435"/>
            </a:xfrm>
            <a:custGeom>
              <a:avLst/>
              <a:pathLst>
                <a:path w="183084" h="183435">
                  <a:moveTo>
                    <a:pt x="182879" y="182879"/>
                  </a:moveTo>
                  <a:lnTo>
                    <a:pt x="183084" y="182844"/>
                  </a:lnTo>
                  <a:lnTo>
                    <a:pt x="182913" y="183174"/>
                  </a:lnTo>
                  <a:lnTo>
                    <a:pt x="182562" y="183435"/>
                  </a:lnTo>
                  <a:lnTo>
                    <a:pt x="182266" y="183325"/>
                  </a:lnTo>
                  <a:lnTo>
                    <a:pt x="182264" y="183154"/>
                  </a:lnTo>
                  <a:lnTo>
                    <a:pt x="182209" y="182804"/>
                  </a:lnTo>
                  <a:lnTo>
                    <a:pt x="182407" y="18273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192907" y="5680848"/>
              <a:ext cx="182879" cy="182934"/>
            </a:xfrm>
            <a:custGeom>
              <a:avLst/>
              <a:pathLst>
                <a:path w="182879" h="182934">
                  <a:moveTo>
                    <a:pt x="182879" y="182879"/>
                  </a:moveTo>
                  <a:lnTo>
                    <a:pt x="182642" y="182934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4188227" y="5679568"/>
              <a:ext cx="183324" cy="183697"/>
            </a:xfrm>
            <a:custGeom>
              <a:avLst/>
              <a:pathLst>
                <a:path w="183324" h="183697">
                  <a:moveTo>
                    <a:pt x="182879" y="182879"/>
                  </a:moveTo>
                  <a:lnTo>
                    <a:pt x="182701" y="183209"/>
                  </a:lnTo>
                  <a:lnTo>
                    <a:pt x="183038" y="182960"/>
                  </a:lnTo>
                  <a:lnTo>
                    <a:pt x="183297" y="182997"/>
                  </a:lnTo>
                  <a:lnTo>
                    <a:pt x="183324" y="183339"/>
                  </a:lnTo>
                  <a:lnTo>
                    <a:pt x="183045" y="183601"/>
                  </a:lnTo>
                  <a:lnTo>
                    <a:pt x="182537" y="183653"/>
                  </a:lnTo>
                  <a:lnTo>
                    <a:pt x="182241" y="183697"/>
                  </a:lnTo>
                  <a:lnTo>
                    <a:pt x="182018" y="183163"/>
                  </a:lnTo>
                  <a:lnTo>
                    <a:pt x="181796" y="182958"/>
                  </a:lnTo>
                  <a:lnTo>
                    <a:pt x="181906" y="182798"/>
                  </a:lnTo>
                  <a:lnTo>
                    <a:pt x="182130" y="182751"/>
                  </a:lnTo>
                  <a:lnTo>
                    <a:pt x="182339" y="182778"/>
                  </a:lnTo>
                  <a:lnTo>
                    <a:pt x="182617" y="182544"/>
                  </a:lnTo>
                  <a:lnTo>
                    <a:pt x="182781" y="182517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4202081" y="5679196"/>
              <a:ext cx="183220" cy="182879"/>
            </a:xfrm>
            <a:custGeom>
              <a:avLst/>
              <a:pathLst>
                <a:path w="183220" h="182879">
                  <a:moveTo>
                    <a:pt x="182879" y="182879"/>
                  </a:moveTo>
                  <a:lnTo>
                    <a:pt x="183119" y="182589"/>
                  </a:lnTo>
                  <a:lnTo>
                    <a:pt x="183220" y="18273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4197376" y="5678760"/>
              <a:ext cx="183208" cy="182950"/>
            </a:xfrm>
            <a:custGeom>
              <a:avLst/>
              <a:pathLst>
                <a:path w="183208" h="182950">
                  <a:moveTo>
                    <a:pt x="182879" y="182879"/>
                  </a:moveTo>
                  <a:lnTo>
                    <a:pt x="183208" y="18295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4202317" y="5678722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4198006" y="5678181"/>
              <a:ext cx="183490" cy="183693"/>
            </a:xfrm>
            <a:custGeom>
              <a:avLst/>
              <a:pathLst>
                <a:path w="183490" h="183693">
                  <a:moveTo>
                    <a:pt x="182879" y="182879"/>
                  </a:moveTo>
                  <a:lnTo>
                    <a:pt x="182966" y="183058"/>
                  </a:lnTo>
                  <a:lnTo>
                    <a:pt x="183239" y="183158"/>
                  </a:lnTo>
                  <a:lnTo>
                    <a:pt x="183490" y="183568"/>
                  </a:lnTo>
                  <a:lnTo>
                    <a:pt x="183340" y="183603"/>
                  </a:lnTo>
                  <a:lnTo>
                    <a:pt x="182993" y="183693"/>
                  </a:lnTo>
                  <a:lnTo>
                    <a:pt x="182643" y="183594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4187448" y="5678406"/>
              <a:ext cx="182879" cy="183278"/>
            </a:xfrm>
            <a:custGeom>
              <a:avLst/>
              <a:pathLst>
                <a:path w="182879" h="183278">
                  <a:moveTo>
                    <a:pt x="182879" y="182879"/>
                  </a:moveTo>
                  <a:lnTo>
                    <a:pt x="182832" y="183039"/>
                  </a:lnTo>
                  <a:lnTo>
                    <a:pt x="182718" y="183278"/>
                  </a:lnTo>
                  <a:lnTo>
                    <a:pt x="182539" y="18325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4201455" y="5678634"/>
              <a:ext cx="183219" cy="182879"/>
            </a:xfrm>
            <a:custGeom>
              <a:avLst/>
              <a:pathLst>
                <a:path w="183219" h="182879">
                  <a:moveTo>
                    <a:pt x="182879" y="182879"/>
                  </a:moveTo>
                  <a:lnTo>
                    <a:pt x="182791" y="182409"/>
                  </a:lnTo>
                  <a:lnTo>
                    <a:pt x="183014" y="182449"/>
                  </a:lnTo>
                  <a:lnTo>
                    <a:pt x="183219" y="182651"/>
                  </a:lnTo>
                  <a:lnTo>
                    <a:pt x="183127" y="18281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4200705" y="5677534"/>
              <a:ext cx="183067" cy="183366"/>
            </a:xfrm>
            <a:custGeom>
              <a:avLst/>
              <a:pathLst>
                <a:path w="183067" h="183366">
                  <a:moveTo>
                    <a:pt x="182879" y="182879"/>
                  </a:moveTo>
                  <a:lnTo>
                    <a:pt x="183067" y="183366"/>
                  </a:lnTo>
                  <a:lnTo>
                    <a:pt x="182877" y="183362"/>
                  </a:lnTo>
                  <a:lnTo>
                    <a:pt x="182684" y="18314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4187684" y="5675444"/>
              <a:ext cx="183010" cy="183325"/>
            </a:xfrm>
            <a:custGeom>
              <a:avLst/>
              <a:pathLst>
                <a:path w="183010" h="183325">
                  <a:moveTo>
                    <a:pt x="182879" y="182879"/>
                  </a:moveTo>
                  <a:lnTo>
                    <a:pt x="183010" y="18332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4204170" y="5675905"/>
              <a:ext cx="182879" cy="182956"/>
            </a:xfrm>
            <a:custGeom>
              <a:avLst/>
              <a:pathLst>
                <a:path w="182879" h="182956">
                  <a:moveTo>
                    <a:pt x="182879" y="182879"/>
                  </a:moveTo>
                  <a:lnTo>
                    <a:pt x="182280" y="182956"/>
                  </a:lnTo>
                  <a:lnTo>
                    <a:pt x="181605" y="182551"/>
                  </a:lnTo>
                  <a:lnTo>
                    <a:pt x="181756" y="182322"/>
                  </a:lnTo>
                  <a:lnTo>
                    <a:pt x="182466" y="181909"/>
                  </a:lnTo>
                  <a:lnTo>
                    <a:pt x="182833" y="182466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4196372" y="5674259"/>
              <a:ext cx="183460" cy="183536"/>
            </a:xfrm>
            <a:custGeom>
              <a:avLst/>
              <a:pathLst>
                <a:path w="183460" h="183536">
                  <a:moveTo>
                    <a:pt x="182879" y="182879"/>
                  </a:moveTo>
                  <a:lnTo>
                    <a:pt x="183183" y="182736"/>
                  </a:lnTo>
                  <a:lnTo>
                    <a:pt x="183386" y="182892"/>
                  </a:lnTo>
                  <a:lnTo>
                    <a:pt x="183460" y="183174"/>
                  </a:lnTo>
                  <a:lnTo>
                    <a:pt x="183338" y="183367"/>
                  </a:lnTo>
                  <a:lnTo>
                    <a:pt x="183015" y="183536"/>
                  </a:lnTo>
                  <a:lnTo>
                    <a:pt x="182707" y="183387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4193434" y="5674476"/>
              <a:ext cx="183345" cy="182879"/>
            </a:xfrm>
            <a:custGeom>
              <a:avLst/>
              <a:pathLst>
                <a:path w="183345" h="182879">
                  <a:moveTo>
                    <a:pt x="182879" y="182879"/>
                  </a:moveTo>
                  <a:lnTo>
                    <a:pt x="182508" y="182626"/>
                  </a:lnTo>
                  <a:lnTo>
                    <a:pt x="182400" y="182068"/>
                  </a:lnTo>
                  <a:lnTo>
                    <a:pt x="182622" y="181919"/>
                  </a:lnTo>
                  <a:lnTo>
                    <a:pt x="182576" y="181276"/>
                  </a:lnTo>
                  <a:lnTo>
                    <a:pt x="182509" y="180895"/>
                  </a:lnTo>
                  <a:lnTo>
                    <a:pt x="182860" y="180967"/>
                  </a:lnTo>
                  <a:lnTo>
                    <a:pt x="182829" y="181265"/>
                  </a:lnTo>
                  <a:lnTo>
                    <a:pt x="182955" y="181437"/>
                  </a:lnTo>
                  <a:lnTo>
                    <a:pt x="183289" y="181833"/>
                  </a:lnTo>
                  <a:lnTo>
                    <a:pt x="183345" y="182057"/>
                  </a:lnTo>
                  <a:lnTo>
                    <a:pt x="183309" y="182218"/>
                  </a:lnTo>
                  <a:lnTo>
                    <a:pt x="183095" y="182455"/>
                  </a:lnTo>
                  <a:lnTo>
                    <a:pt x="182953" y="18269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4188321" y="5673285"/>
              <a:ext cx="182879" cy="183101"/>
            </a:xfrm>
            <a:custGeom>
              <a:avLst/>
              <a:pathLst>
                <a:path w="182879" h="183101">
                  <a:moveTo>
                    <a:pt x="182879" y="182879"/>
                  </a:moveTo>
                  <a:lnTo>
                    <a:pt x="182262" y="183101"/>
                  </a:lnTo>
                  <a:lnTo>
                    <a:pt x="182444" y="182726"/>
                  </a:lnTo>
                  <a:lnTo>
                    <a:pt x="182851" y="18274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4192793" y="5672363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96" y="182732"/>
                  </a:lnTo>
                  <a:lnTo>
                    <a:pt x="182357" y="182600"/>
                  </a:lnTo>
                  <a:lnTo>
                    <a:pt x="182158" y="182420"/>
                  </a:lnTo>
                  <a:lnTo>
                    <a:pt x="182262" y="181991"/>
                  </a:lnTo>
                  <a:lnTo>
                    <a:pt x="182503" y="182204"/>
                  </a:lnTo>
                  <a:lnTo>
                    <a:pt x="182661" y="18227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4192904" y="5658592"/>
              <a:ext cx="183191" cy="183760"/>
            </a:xfrm>
            <a:custGeom>
              <a:avLst/>
              <a:pathLst>
                <a:path w="183191" h="183760">
                  <a:moveTo>
                    <a:pt x="182879" y="182879"/>
                  </a:moveTo>
                  <a:lnTo>
                    <a:pt x="182904" y="183011"/>
                  </a:lnTo>
                  <a:lnTo>
                    <a:pt x="183191" y="183484"/>
                  </a:lnTo>
                  <a:lnTo>
                    <a:pt x="183058" y="183760"/>
                  </a:lnTo>
                  <a:lnTo>
                    <a:pt x="182713" y="183681"/>
                  </a:lnTo>
                  <a:lnTo>
                    <a:pt x="182579" y="183638"/>
                  </a:lnTo>
                  <a:lnTo>
                    <a:pt x="182423" y="183545"/>
                  </a:lnTo>
                  <a:lnTo>
                    <a:pt x="182117" y="183174"/>
                  </a:lnTo>
                  <a:lnTo>
                    <a:pt x="181979" y="183082"/>
                  </a:lnTo>
                  <a:lnTo>
                    <a:pt x="181486" y="182694"/>
                  </a:lnTo>
                  <a:lnTo>
                    <a:pt x="182017" y="182629"/>
                  </a:lnTo>
                  <a:lnTo>
                    <a:pt x="182386" y="182655"/>
                  </a:lnTo>
                  <a:lnTo>
                    <a:pt x="182725" y="18261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4194146" y="5653770"/>
              <a:ext cx="183105" cy="183362"/>
            </a:xfrm>
            <a:custGeom>
              <a:avLst/>
              <a:pathLst>
                <a:path w="183105" h="183362">
                  <a:moveTo>
                    <a:pt x="182879" y="182879"/>
                  </a:moveTo>
                  <a:lnTo>
                    <a:pt x="183105" y="183094"/>
                  </a:lnTo>
                  <a:lnTo>
                    <a:pt x="183007" y="18336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4194230" y="5653039"/>
              <a:ext cx="183420" cy="183618"/>
            </a:xfrm>
            <a:custGeom>
              <a:avLst/>
              <a:pathLst>
                <a:path w="183420" h="183618">
                  <a:moveTo>
                    <a:pt x="182879" y="182879"/>
                  </a:moveTo>
                  <a:lnTo>
                    <a:pt x="182954" y="183027"/>
                  </a:lnTo>
                  <a:lnTo>
                    <a:pt x="183086" y="183092"/>
                  </a:lnTo>
                  <a:lnTo>
                    <a:pt x="183267" y="183181"/>
                  </a:lnTo>
                  <a:lnTo>
                    <a:pt x="183420" y="183330"/>
                  </a:lnTo>
                  <a:lnTo>
                    <a:pt x="183320" y="183618"/>
                  </a:lnTo>
                  <a:lnTo>
                    <a:pt x="183123" y="18350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4209378" y="5681745"/>
              <a:ext cx="183202" cy="182910"/>
            </a:xfrm>
            <a:custGeom>
              <a:avLst/>
              <a:pathLst>
                <a:path w="183202" h="182910">
                  <a:moveTo>
                    <a:pt x="182879" y="182879"/>
                  </a:moveTo>
                  <a:lnTo>
                    <a:pt x="182016" y="182909"/>
                  </a:lnTo>
                  <a:lnTo>
                    <a:pt x="181203" y="182910"/>
                  </a:lnTo>
                  <a:lnTo>
                    <a:pt x="181071" y="182821"/>
                  </a:lnTo>
                  <a:lnTo>
                    <a:pt x="181570" y="182555"/>
                  </a:lnTo>
                  <a:lnTo>
                    <a:pt x="181869" y="182630"/>
                  </a:lnTo>
                  <a:lnTo>
                    <a:pt x="182432" y="182117"/>
                  </a:lnTo>
                  <a:lnTo>
                    <a:pt x="182515" y="182252"/>
                  </a:lnTo>
                  <a:lnTo>
                    <a:pt x="182850" y="182138"/>
                  </a:lnTo>
                  <a:lnTo>
                    <a:pt x="183202" y="182397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211673" y="5680369"/>
              <a:ext cx="183403" cy="183753"/>
            </a:xfrm>
            <a:custGeom>
              <a:avLst/>
              <a:pathLst>
                <a:path w="183403" h="183753">
                  <a:moveTo>
                    <a:pt x="182879" y="182879"/>
                  </a:moveTo>
                  <a:lnTo>
                    <a:pt x="183174" y="183550"/>
                  </a:lnTo>
                  <a:lnTo>
                    <a:pt x="183403" y="183695"/>
                  </a:lnTo>
                  <a:lnTo>
                    <a:pt x="182925" y="183686"/>
                  </a:lnTo>
                  <a:lnTo>
                    <a:pt x="182382" y="183675"/>
                  </a:lnTo>
                  <a:lnTo>
                    <a:pt x="181343" y="183753"/>
                  </a:lnTo>
                  <a:lnTo>
                    <a:pt x="181326" y="183187"/>
                  </a:lnTo>
                  <a:lnTo>
                    <a:pt x="181489" y="182781"/>
                  </a:lnTo>
                  <a:lnTo>
                    <a:pt x="181688" y="182831"/>
                  </a:lnTo>
                  <a:lnTo>
                    <a:pt x="181937" y="182818"/>
                  </a:lnTo>
                  <a:lnTo>
                    <a:pt x="182291" y="18286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216897" y="5677596"/>
              <a:ext cx="182879" cy="185047"/>
            </a:xfrm>
            <a:custGeom>
              <a:avLst/>
              <a:pathLst>
                <a:path w="182879" h="185047">
                  <a:moveTo>
                    <a:pt x="182879" y="182879"/>
                  </a:moveTo>
                  <a:lnTo>
                    <a:pt x="182820" y="183070"/>
                  </a:lnTo>
                  <a:lnTo>
                    <a:pt x="182366" y="183186"/>
                  </a:lnTo>
                  <a:lnTo>
                    <a:pt x="182264" y="183460"/>
                  </a:lnTo>
                  <a:lnTo>
                    <a:pt x="182098" y="183887"/>
                  </a:lnTo>
                  <a:lnTo>
                    <a:pt x="181311" y="184172"/>
                  </a:lnTo>
                  <a:lnTo>
                    <a:pt x="180990" y="184143"/>
                  </a:lnTo>
                  <a:lnTo>
                    <a:pt x="180521" y="184379"/>
                  </a:lnTo>
                  <a:lnTo>
                    <a:pt x="178089" y="185047"/>
                  </a:lnTo>
                  <a:lnTo>
                    <a:pt x="178118" y="184881"/>
                  </a:lnTo>
                  <a:lnTo>
                    <a:pt x="178465" y="184569"/>
                  </a:lnTo>
                  <a:lnTo>
                    <a:pt x="179258" y="184187"/>
                  </a:lnTo>
                  <a:lnTo>
                    <a:pt x="179698" y="183946"/>
                  </a:lnTo>
                  <a:lnTo>
                    <a:pt x="179956" y="183913"/>
                  </a:lnTo>
                  <a:lnTo>
                    <a:pt x="180279" y="183831"/>
                  </a:lnTo>
                  <a:lnTo>
                    <a:pt x="180493" y="183692"/>
                  </a:lnTo>
                  <a:lnTo>
                    <a:pt x="180930" y="183470"/>
                  </a:lnTo>
                  <a:lnTo>
                    <a:pt x="181376" y="183459"/>
                  </a:lnTo>
                  <a:lnTo>
                    <a:pt x="181981" y="18342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232690" y="5657211"/>
              <a:ext cx="182879" cy="183337"/>
            </a:xfrm>
            <a:custGeom>
              <a:avLst/>
              <a:pathLst>
                <a:path w="182879" h="183337">
                  <a:moveTo>
                    <a:pt x="182879" y="182879"/>
                  </a:moveTo>
                  <a:lnTo>
                    <a:pt x="182778" y="183195"/>
                  </a:lnTo>
                  <a:lnTo>
                    <a:pt x="182181" y="183337"/>
                  </a:lnTo>
                  <a:lnTo>
                    <a:pt x="182419" y="182960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232640" y="5655960"/>
              <a:ext cx="182879" cy="183584"/>
            </a:xfrm>
            <a:custGeom>
              <a:avLst/>
              <a:pathLst>
                <a:path w="182879" h="183584">
                  <a:moveTo>
                    <a:pt x="182879" y="182879"/>
                  </a:moveTo>
                  <a:lnTo>
                    <a:pt x="182323" y="183256"/>
                  </a:lnTo>
                  <a:lnTo>
                    <a:pt x="181575" y="183584"/>
                  </a:lnTo>
                  <a:lnTo>
                    <a:pt x="181401" y="183070"/>
                  </a:lnTo>
                  <a:lnTo>
                    <a:pt x="181797" y="182524"/>
                  </a:lnTo>
                  <a:lnTo>
                    <a:pt x="182014" y="182482"/>
                  </a:lnTo>
                  <a:lnTo>
                    <a:pt x="182346" y="182742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241911" y="5653436"/>
              <a:ext cx="182879" cy="183229"/>
            </a:xfrm>
            <a:custGeom>
              <a:avLst/>
              <a:pathLst>
                <a:path w="182879" h="183229">
                  <a:moveTo>
                    <a:pt x="182879" y="182879"/>
                  </a:moveTo>
                  <a:lnTo>
                    <a:pt x="182346" y="183229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232185" y="5649657"/>
              <a:ext cx="183254" cy="183586"/>
            </a:xfrm>
            <a:custGeom>
              <a:avLst/>
              <a:pathLst>
                <a:path w="183254" h="183586">
                  <a:moveTo>
                    <a:pt x="182879" y="182879"/>
                  </a:moveTo>
                  <a:lnTo>
                    <a:pt x="183091" y="182968"/>
                  </a:lnTo>
                  <a:lnTo>
                    <a:pt x="183244" y="183032"/>
                  </a:lnTo>
                  <a:lnTo>
                    <a:pt x="183254" y="183586"/>
                  </a:lnTo>
                  <a:lnTo>
                    <a:pt x="183215" y="183443"/>
                  </a:lnTo>
                  <a:lnTo>
                    <a:pt x="182820" y="183171"/>
                  </a:lnTo>
                  <a:lnTo>
                    <a:pt x="182666" y="183227"/>
                  </a:lnTo>
                  <a:lnTo>
                    <a:pt x="182538" y="182631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235669" y="5649503"/>
              <a:ext cx="183145" cy="182879"/>
            </a:xfrm>
            <a:custGeom>
              <a:avLst/>
              <a:pathLst>
                <a:path w="183145" h="182879">
                  <a:moveTo>
                    <a:pt x="182879" y="182879"/>
                  </a:moveTo>
                  <a:lnTo>
                    <a:pt x="183145" y="182691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232543" y="564515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4230810" y="564494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484" y="18281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4232432" y="5644575"/>
              <a:ext cx="182966" cy="183378"/>
            </a:xfrm>
            <a:custGeom>
              <a:avLst/>
              <a:pathLst>
                <a:path w="182966" h="183378">
                  <a:moveTo>
                    <a:pt x="182879" y="182879"/>
                  </a:moveTo>
                  <a:lnTo>
                    <a:pt x="182966" y="183152"/>
                  </a:lnTo>
                  <a:lnTo>
                    <a:pt x="182715" y="18337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4229347" y="5642654"/>
              <a:ext cx="183563" cy="182879"/>
            </a:xfrm>
            <a:custGeom>
              <a:avLst/>
              <a:pathLst>
                <a:path w="183563" h="182879">
                  <a:moveTo>
                    <a:pt x="182879" y="182879"/>
                  </a:moveTo>
                  <a:lnTo>
                    <a:pt x="183080" y="182767"/>
                  </a:lnTo>
                  <a:lnTo>
                    <a:pt x="183563" y="182845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4246764" y="5641860"/>
              <a:ext cx="182879" cy="183742"/>
            </a:xfrm>
            <a:custGeom>
              <a:avLst/>
              <a:pathLst>
                <a:path w="182879" h="183742">
                  <a:moveTo>
                    <a:pt x="182879" y="182879"/>
                  </a:moveTo>
                  <a:lnTo>
                    <a:pt x="182655" y="183742"/>
                  </a:lnTo>
                  <a:lnTo>
                    <a:pt x="182406" y="183604"/>
                  </a:lnTo>
                  <a:lnTo>
                    <a:pt x="181894" y="183229"/>
                  </a:lnTo>
                  <a:lnTo>
                    <a:pt x="181848" y="182874"/>
                  </a:lnTo>
                  <a:lnTo>
                    <a:pt x="182100" y="182537"/>
                  </a:lnTo>
                  <a:lnTo>
                    <a:pt x="182254" y="182473"/>
                  </a:lnTo>
                  <a:lnTo>
                    <a:pt x="182413" y="182556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4258196" y="5641040"/>
              <a:ext cx="182879" cy="183123"/>
            </a:xfrm>
            <a:custGeom>
              <a:avLst/>
              <a:pathLst>
                <a:path w="182879" h="183123">
                  <a:moveTo>
                    <a:pt x="182879" y="182879"/>
                  </a:moveTo>
                  <a:lnTo>
                    <a:pt x="182616" y="183123"/>
                  </a:lnTo>
                  <a:lnTo>
                    <a:pt x="182427" y="182924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4254096" y="5639221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4357111" y="5613237"/>
              <a:ext cx="183209" cy="182879"/>
            </a:xfrm>
            <a:custGeom>
              <a:avLst/>
              <a:pathLst>
                <a:path w="183209" h="182879">
                  <a:moveTo>
                    <a:pt x="182879" y="182879"/>
                  </a:moveTo>
                  <a:lnTo>
                    <a:pt x="183209" y="182724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4358189" y="5612166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4349865" y="5601902"/>
              <a:ext cx="183680" cy="187102"/>
            </a:xfrm>
            <a:custGeom>
              <a:avLst/>
              <a:pathLst>
                <a:path w="183680" h="187102">
                  <a:moveTo>
                    <a:pt x="182879" y="182879"/>
                  </a:moveTo>
                  <a:lnTo>
                    <a:pt x="182678" y="182999"/>
                  </a:lnTo>
                  <a:lnTo>
                    <a:pt x="182574" y="183286"/>
                  </a:lnTo>
                  <a:lnTo>
                    <a:pt x="182858" y="183624"/>
                  </a:lnTo>
                  <a:lnTo>
                    <a:pt x="183203" y="183484"/>
                  </a:lnTo>
                  <a:lnTo>
                    <a:pt x="183441" y="183389"/>
                  </a:lnTo>
                  <a:lnTo>
                    <a:pt x="183518" y="183779"/>
                  </a:lnTo>
                  <a:lnTo>
                    <a:pt x="183670" y="184000"/>
                  </a:lnTo>
                  <a:lnTo>
                    <a:pt x="183680" y="184407"/>
                  </a:lnTo>
                  <a:lnTo>
                    <a:pt x="183228" y="185079"/>
                  </a:lnTo>
                  <a:lnTo>
                    <a:pt x="183380" y="185563"/>
                  </a:lnTo>
                  <a:lnTo>
                    <a:pt x="183494" y="185960"/>
                  </a:lnTo>
                  <a:lnTo>
                    <a:pt x="183420" y="186347"/>
                  </a:lnTo>
                  <a:lnTo>
                    <a:pt x="182962" y="186654"/>
                  </a:lnTo>
                  <a:lnTo>
                    <a:pt x="182607" y="187102"/>
                  </a:lnTo>
                  <a:lnTo>
                    <a:pt x="182350" y="186571"/>
                  </a:lnTo>
                  <a:lnTo>
                    <a:pt x="181705" y="186827"/>
                  </a:lnTo>
                  <a:lnTo>
                    <a:pt x="181630" y="186715"/>
                  </a:lnTo>
                  <a:lnTo>
                    <a:pt x="181398" y="186196"/>
                  </a:lnTo>
                  <a:lnTo>
                    <a:pt x="180762" y="186016"/>
                  </a:lnTo>
                  <a:lnTo>
                    <a:pt x="180447" y="186044"/>
                  </a:lnTo>
                  <a:lnTo>
                    <a:pt x="180024" y="186148"/>
                  </a:lnTo>
                  <a:lnTo>
                    <a:pt x="179018" y="186446"/>
                  </a:lnTo>
                  <a:lnTo>
                    <a:pt x="178160" y="185994"/>
                  </a:lnTo>
                  <a:lnTo>
                    <a:pt x="177915" y="185719"/>
                  </a:lnTo>
                  <a:lnTo>
                    <a:pt x="177785" y="185716"/>
                  </a:lnTo>
                  <a:lnTo>
                    <a:pt x="177534" y="185711"/>
                  </a:lnTo>
                  <a:lnTo>
                    <a:pt x="177079" y="185685"/>
                  </a:lnTo>
                  <a:lnTo>
                    <a:pt x="176524" y="185605"/>
                  </a:lnTo>
                  <a:lnTo>
                    <a:pt x="176042" y="185663"/>
                  </a:lnTo>
                  <a:lnTo>
                    <a:pt x="174819" y="185486"/>
                  </a:lnTo>
                  <a:lnTo>
                    <a:pt x="174125" y="184837"/>
                  </a:lnTo>
                  <a:lnTo>
                    <a:pt x="174267" y="184567"/>
                  </a:lnTo>
                  <a:lnTo>
                    <a:pt x="174478" y="184244"/>
                  </a:lnTo>
                  <a:lnTo>
                    <a:pt x="174628" y="184168"/>
                  </a:lnTo>
                  <a:lnTo>
                    <a:pt x="174977" y="183968"/>
                  </a:lnTo>
                  <a:lnTo>
                    <a:pt x="175231" y="183778"/>
                  </a:lnTo>
                  <a:lnTo>
                    <a:pt x="175420" y="183552"/>
                  </a:lnTo>
                  <a:lnTo>
                    <a:pt x="176504" y="183513"/>
                  </a:lnTo>
                  <a:lnTo>
                    <a:pt x="176644" y="183489"/>
                  </a:lnTo>
                  <a:lnTo>
                    <a:pt x="176872" y="183751"/>
                  </a:lnTo>
                  <a:lnTo>
                    <a:pt x="176905" y="183892"/>
                  </a:lnTo>
                  <a:lnTo>
                    <a:pt x="176976" y="184079"/>
                  </a:lnTo>
                  <a:lnTo>
                    <a:pt x="177078" y="184267"/>
                  </a:lnTo>
                  <a:lnTo>
                    <a:pt x="177390" y="184527"/>
                  </a:lnTo>
                  <a:lnTo>
                    <a:pt x="177478" y="184674"/>
                  </a:lnTo>
                  <a:lnTo>
                    <a:pt x="177680" y="184720"/>
                  </a:lnTo>
                  <a:lnTo>
                    <a:pt x="178001" y="184699"/>
                  </a:lnTo>
                  <a:lnTo>
                    <a:pt x="178168" y="184232"/>
                  </a:lnTo>
                  <a:lnTo>
                    <a:pt x="178489" y="184056"/>
                  </a:lnTo>
                  <a:lnTo>
                    <a:pt x="178554" y="183892"/>
                  </a:lnTo>
                  <a:lnTo>
                    <a:pt x="178682" y="183828"/>
                  </a:lnTo>
                  <a:lnTo>
                    <a:pt x="178964" y="183585"/>
                  </a:lnTo>
                  <a:lnTo>
                    <a:pt x="179069" y="183278"/>
                  </a:lnTo>
                  <a:lnTo>
                    <a:pt x="179271" y="182846"/>
                  </a:lnTo>
                  <a:lnTo>
                    <a:pt x="179420" y="182769"/>
                  </a:lnTo>
                  <a:lnTo>
                    <a:pt x="179667" y="182642"/>
                  </a:lnTo>
                  <a:lnTo>
                    <a:pt x="179857" y="182580"/>
                  </a:lnTo>
                  <a:lnTo>
                    <a:pt x="180388" y="182732"/>
                  </a:lnTo>
                  <a:lnTo>
                    <a:pt x="180572" y="182994"/>
                  </a:lnTo>
                  <a:lnTo>
                    <a:pt x="180797" y="183370"/>
                  </a:lnTo>
                  <a:lnTo>
                    <a:pt x="181054" y="183440"/>
                  </a:lnTo>
                  <a:lnTo>
                    <a:pt x="181200" y="183354"/>
                  </a:lnTo>
                  <a:lnTo>
                    <a:pt x="181850" y="182628"/>
                  </a:lnTo>
                  <a:lnTo>
                    <a:pt x="182074" y="182402"/>
                  </a:lnTo>
                  <a:lnTo>
                    <a:pt x="182269" y="182391"/>
                  </a:lnTo>
                  <a:lnTo>
                    <a:pt x="182440" y="182364"/>
                  </a:lnTo>
                  <a:lnTo>
                    <a:pt x="182770" y="182118"/>
                  </a:lnTo>
                  <a:lnTo>
                    <a:pt x="182856" y="182472"/>
                  </a:lnTo>
                  <a:lnTo>
                    <a:pt x="182933" y="182681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4348707" y="5601473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4347224" y="5596933"/>
              <a:ext cx="183264" cy="182879"/>
            </a:xfrm>
            <a:custGeom>
              <a:avLst/>
              <a:pathLst>
                <a:path w="183264" h="182879">
                  <a:moveTo>
                    <a:pt x="182879" y="182879"/>
                  </a:moveTo>
                  <a:lnTo>
                    <a:pt x="182420" y="182559"/>
                  </a:lnTo>
                  <a:lnTo>
                    <a:pt x="182573" y="182268"/>
                  </a:lnTo>
                  <a:lnTo>
                    <a:pt x="182796" y="182215"/>
                  </a:lnTo>
                  <a:lnTo>
                    <a:pt x="183264" y="182553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4345637" y="5596509"/>
              <a:ext cx="182958" cy="183152"/>
            </a:xfrm>
            <a:custGeom>
              <a:avLst/>
              <a:pathLst>
                <a:path w="182958" h="183152">
                  <a:moveTo>
                    <a:pt x="182879" y="182879"/>
                  </a:moveTo>
                  <a:lnTo>
                    <a:pt x="182705" y="183152"/>
                  </a:lnTo>
                  <a:lnTo>
                    <a:pt x="182124" y="182925"/>
                  </a:lnTo>
                  <a:lnTo>
                    <a:pt x="182958" y="182528"/>
                  </a:lnTo>
                  <a:close/>
                </a:path>
              </a:pathLst>
            </a:custGeom>
            <a:solidFill>
              <a:srgbClr val="F7DED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3935342" y="5700156"/>
              <a:ext cx="183545" cy="187508"/>
            </a:xfrm>
            <a:custGeom>
              <a:avLst/>
              <a:pathLst>
                <a:path w="183545" h="187508">
                  <a:moveTo>
                    <a:pt x="182879" y="182879"/>
                  </a:moveTo>
                  <a:lnTo>
                    <a:pt x="182532" y="183175"/>
                  </a:lnTo>
                  <a:lnTo>
                    <a:pt x="182393" y="183491"/>
                  </a:lnTo>
                  <a:lnTo>
                    <a:pt x="182514" y="183726"/>
                  </a:lnTo>
                  <a:lnTo>
                    <a:pt x="182495" y="184223"/>
                  </a:lnTo>
                  <a:lnTo>
                    <a:pt x="182695" y="184615"/>
                  </a:lnTo>
                  <a:lnTo>
                    <a:pt x="182410" y="184923"/>
                  </a:lnTo>
                  <a:lnTo>
                    <a:pt x="182263" y="185166"/>
                  </a:lnTo>
                  <a:lnTo>
                    <a:pt x="182191" y="185413"/>
                  </a:lnTo>
                  <a:lnTo>
                    <a:pt x="182001" y="185965"/>
                  </a:lnTo>
                  <a:lnTo>
                    <a:pt x="181790" y="185941"/>
                  </a:lnTo>
                  <a:lnTo>
                    <a:pt x="181374" y="185957"/>
                  </a:lnTo>
                  <a:lnTo>
                    <a:pt x="181797" y="186445"/>
                  </a:lnTo>
                  <a:lnTo>
                    <a:pt x="181952" y="186525"/>
                  </a:lnTo>
                  <a:lnTo>
                    <a:pt x="182149" y="186789"/>
                  </a:lnTo>
                  <a:lnTo>
                    <a:pt x="181776" y="187508"/>
                  </a:lnTo>
                  <a:lnTo>
                    <a:pt x="181536" y="187356"/>
                  </a:lnTo>
                  <a:lnTo>
                    <a:pt x="181297" y="187124"/>
                  </a:lnTo>
                  <a:lnTo>
                    <a:pt x="181135" y="187004"/>
                  </a:lnTo>
                  <a:lnTo>
                    <a:pt x="181086" y="186837"/>
                  </a:lnTo>
                  <a:lnTo>
                    <a:pt x="180980" y="186197"/>
                  </a:lnTo>
                  <a:lnTo>
                    <a:pt x="180950" y="186002"/>
                  </a:lnTo>
                  <a:lnTo>
                    <a:pt x="180644" y="185043"/>
                  </a:lnTo>
                  <a:lnTo>
                    <a:pt x="180737" y="184632"/>
                  </a:lnTo>
                  <a:lnTo>
                    <a:pt x="180839" y="184273"/>
                  </a:lnTo>
                  <a:lnTo>
                    <a:pt x="180903" y="184120"/>
                  </a:lnTo>
                  <a:lnTo>
                    <a:pt x="181033" y="184104"/>
                  </a:lnTo>
                  <a:lnTo>
                    <a:pt x="181204" y="184083"/>
                  </a:lnTo>
                  <a:lnTo>
                    <a:pt x="181372" y="184016"/>
                  </a:lnTo>
                  <a:lnTo>
                    <a:pt x="181439" y="183704"/>
                  </a:lnTo>
                  <a:lnTo>
                    <a:pt x="181517" y="183143"/>
                  </a:lnTo>
                  <a:lnTo>
                    <a:pt x="181573" y="182948"/>
                  </a:lnTo>
                  <a:lnTo>
                    <a:pt x="181662" y="182666"/>
                  </a:lnTo>
                  <a:lnTo>
                    <a:pt x="181931" y="182251"/>
                  </a:lnTo>
                  <a:lnTo>
                    <a:pt x="182023" y="182066"/>
                  </a:lnTo>
                  <a:lnTo>
                    <a:pt x="182016" y="181702"/>
                  </a:lnTo>
                  <a:lnTo>
                    <a:pt x="182151" y="181242"/>
                  </a:lnTo>
                  <a:lnTo>
                    <a:pt x="182409" y="181062"/>
                  </a:lnTo>
                  <a:lnTo>
                    <a:pt x="182526" y="180885"/>
                  </a:lnTo>
                  <a:lnTo>
                    <a:pt x="182734" y="181163"/>
                  </a:lnTo>
                  <a:lnTo>
                    <a:pt x="183032" y="181692"/>
                  </a:lnTo>
                  <a:lnTo>
                    <a:pt x="183545" y="182044"/>
                  </a:lnTo>
                  <a:lnTo>
                    <a:pt x="183435" y="182372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3934168" y="5698856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3933430" y="5697430"/>
              <a:ext cx="183251" cy="182879"/>
            </a:xfrm>
            <a:custGeom>
              <a:avLst/>
              <a:pathLst>
                <a:path w="183251" h="182879">
                  <a:moveTo>
                    <a:pt x="182879" y="182879"/>
                  </a:moveTo>
                  <a:lnTo>
                    <a:pt x="182869" y="182639"/>
                  </a:lnTo>
                  <a:lnTo>
                    <a:pt x="182887" y="182448"/>
                  </a:lnTo>
                  <a:lnTo>
                    <a:pt x="183251" y="182656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3945848" y="5695153"/>
              <a:ext cx="182879" cy="183721"/>
            </a:xfrm>
            <a:custGeom>
              <a:avLst/>
              <a:pathLst>
                <a:path w="182879" h="183721">
                  <a:moveTo>
                    <a:pt x="182879" y="182879"/>
                  </a:moveTo>
                  <a:lnTo>
                    <a:pt x="182875" y="183244"/>
                  </a:lnTo>
                  <a:lnTo>
                    <a:pt x="182694" y="183705"/>
                  </a:lnTo>
                  <a:lnTo>
                    <a:pt x="182468" y="183721"/>
                  </a:lnTo>
                  <a:lnTo>
                    <a:pt x="182322" y="183505"/>
                  </a:lnTo>
                  <a:lnTo>
                    <a:pt x="182253" y="183301"/>
                  </a:lnTo>
                  <a:lnTo>
                    <a:pt x="181967" y="182782"/>
                  </a:lnTo>
                  <a:lnTo>
                    <a:pt x="182281" y="182615"/>
                  </a:lnTo>
                  <a:lnTo>
                    <a:pt x="182440" y="182672"/>
                  </a:lnTo>
                  <a:lnTo>
                    <a:pt x="182716" y="182664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3944780" y="5694371"/>
              <a:ext cx="183008" cy="183411"/>
            </a:xfrm>
            <a:custGeom>
              <a:avLst/>
              <a:pathLst>
                <a:path w="183008" h="183411">
                  <a:moveTo>
                    <a:pt x="182879" y="182879"/>
                  </a:moveTo>
                  <a:lnTo>
                    <a:pt x="183008" y="183126"/>
                  </a:lnTo>
                  <a:lnTo>
                    <a:pt x="182913" y="183411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3945059" y="5694303"/>
              <a:ext cx="183472" cy="182879"/>
            </a:xfrm>
            <a:custGeom>
              <a:avLst/>
              <a:pathLst>
                <a:path w="183472" h="182879">
                  <a:moveTo>
                    <a:pt x="182879" y="182879"/>
                  </a:moveTo>
                  <a:lnTo>
                    <a:pt x="182592" y="182581"/>
                  </a:lnTo>
                  <a:lnTo>
                    <a:pt x="182337" y="182020"/>
                  </a:lnTo>
                  <a:lnTo>
                    <a:pt x="182719" y="181905"/>
                  </a:lnTo>
                  <a:lnTo>
                    <a:pt x="183092" y="182012"/>
                  </a:lnTo>
                  <a:lnTo>
                    <a:pt x="183422" y="182235"/>
                  </a:lnTo>
                  <a:lnTo>
                    <a:pt x="183472" y="182397"/>
                  </a:lnTo>
                  <a:lnTo>
                    <a:pt x="183298" y="182747"/>
                  </a:lnTo>
                  <a:lnTo>
                    <a:pt x="183065" y="182753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3944607" y="5693309"/>
              <a:ext cx="183069" cy="183022"/>
            </a:xfrm>
            <a:custGeom>
              <a:avLst/>
              <a:pathLst>
                <a:path w="183069" h="183022">
                  <a:moveTo>
                    <a:pt x="182879" y="182879"/>
                  </a:moveTo>
                  <a:lnTo>
                    <a:pt x="182700" y="183022"/>
                  </a:lnTo>
                  <a:lnTo>
                    <a:pt x="182655" y="182867"/>
                  </a:lnTo>
                  <a:lnTo>
                    <a:pt x="182818" y="182479"/>
                  </a:lnTo>
                  <a:lnTo>
                    <a:pt x="183069" y="182630"/>
                  </a:lnTo>
                  <a:lnTo>
                    <a:pt x="183036" y="182824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3932422" y="5447608"/>
              <a:ext cx="360229" cy="448371"/>
            </a:xfrm>
            <a:custGeom>
              <a:avLst/>
              <a:pathLst>
                <a:path w="360229" h="448371">
                  <a:moveTo>
                    <a:pt x="310666" y="182879"/>
                  </a:moveTo>
                  <a:lnTo>
                    <a:pt x="310816" y="182877"/>
                  </a:lnTo>
                  <a:lnTo>
                    <a:pt x="311299" y="182910"/>
                  </a:lnTo>
                  <a:lnTo>
                    <a:pt x="311709" y="183043"/>
                  </a:lnTo>
                  <a:lnTo>
                    <a:pt x="311927" y="183004"/>
                  </a:lnTo>
                  <a:lnTo>
                    <a:pt x="311957" y="183176"/>
                  </a:lnTo>
                  <a:lnTo>
                    <a:pt x="311974" y="183406"/>
                  </a:lnTo>
                  <a:lnTo>
                    <a:pt x="311914" y="183581"/>
                  </a:lnTo>
                  <a:lnTo>
                    <a:pt x="312662" y="183590"/>
                  </a:lnTo>
                  <a:lnTo>
                    <a:pt x="312942" y="183561"/>
                  </a:lnTo>
                  <a:lnTo>
                    <a:pt x="313073" y="183784"/>
                  </a:lnTo>
                  <a:lnTo>
                    <a:pt x="313339" y="183795"/>
                  </a:lnTo>
                  <a:lnTo>
                    <a:pt x="313576" y="183937"/>
                  </a:lnTo>
                  <a:lnTo>
                    <a:pt x="313753" y="184055"/>
                  </a:lnTo>
                  <a:lnTo>
                    <a:pt x="314045" y="184334"/>
                  </a:lnTo>
                  <a:lnTo>
                    <a:pt x="314154" y="184462"/>
                  </a:lnTo>
                  <a:lnTo>
                    <a:pt x="314477" y="184654"/>
                  </a:lnTo>
                  <a:lnTo>
                    <a:pt x="314645" y="184725"/>
                  </a:lnTo>
                  <a:lnTo>
                    <a:pt x="315036" y="184630"/>
                  </a:lnTo>
                  <a:lnTo>
                    <a:pt x="315600" y="184446"/>
                  </a:lnTo>
                  <a:lnTo>
                    <a:pt x="315903" y="184436"/>
                  </a:lnTo>
                  <a:lnTo>
                    <a:pt x="316732" y="184624"/>
                  </a:lnTo>
                  <a:lnTo>
                    <a:pt x="317801" y="184437"/>
                  </a:lnTo>
                  <a:lnTo>
                    <a:pt x="318060" y="184178"/>
                  </a:lnTo>
                  <a:lnTo>
                    <a:pt x="318303" y="184460"/>
                  </a:lnTo>
                  <a:lnTo>
                    <a:pt x="318791" y="184739"/>
                  </a:lnTo>
                  <a:lnTo>
                    <a:pt x="319008" y="184793"/>
                  </a:lnTo>
                  <a:lnTo>
                    <a:pt x="319236" y="184644"/>
                  </a:lnTo>
                  <a:lnTo>
                    <a:pt x="319678" y="184595"/>
                  </a:lnTo>
                  <a:lnTo>
                    <a:pt x="319739" y="185227"/>
                  </a:lnTo>
                  <a:lnTo>
                    <a:pt x="319720" y="185769"/>
                  </a:lnTo>
                  <a:lnTo>
                    <a:pt x="319503" y="186090"/>
                  </a:lnTo>
                  <a:lnTo>
                    <a:pt x="320079" y="186897"/>
                  </a:lnTo>
                  <a:lnTo>
                    <a:pt x="320313" y="186732"/>
                  </a:lnTo>
                  <a:lnTo>
                    <a:pt x="320458" y="186555"/>
                  </a:lnTo>
                  <a:lnTo>
                    <a:pt x="320852" y="186779"/>
                  </a:lnTo>
                  <a:lnTo>
                    <a:pt x="320949" y="186922"/>
                  </a:lnTo>
                  <a:lnTo>
                    <a:pt x="321671" y="186841"/>
                  </a:lnTo>
                  <a:lnTo>
                    <a:pt x="321841" y="186768"/>
                  </a:lnTo>
                  <a:lnTo>
                    <a:pt x="322250" y="186456"/>
                  </a:lnTo>
                  <a:lnTo>
                    <a:pt x="322397" y="186294"/>
                  </a:lnTo>
                  <a:lnTo>
                    <a:pt x="323310" y="186580"/>
                  </a:lnTo>
                  <a:lnTo>
                    <a:pt x="323535" y="186976"/>
                  </a:lnTo>
                  <a:lnTo>
                    <a:pt x="323600" y="187135"/>
                  </a:lnTo>
                  <a:lnTo>
                    <a:pt x="323696" y="187389"/>
                  </a:lnTo>
                  <a:lnTo>
                    <a:pt x="323550" y="188489"/>
                  </a:lnTo>
                  <a:lnTo>
                    <a:pt x="323631" y="189029"/>
                  </a:lnTo>
                  <a:lnTo>
                    <a:pt x="323642" y="189171"/>
                  </a:lnTo>
                  <a:lnTo>
                    <a:pt x="323026" y="189523"/>
                  </a:lnTo>
                  <a:lnTo>
                    <a:pt x="322764" y="190026"/>
                  </a:lnTo>
                  <a:lnTo>
                    <a:pt x="322671" y="190935"/>
                  </a:lnTo>
                  <a:lnTo>
                    <a:pt x="322951" y="191140"/>
                  </a:lnTo>
                  <a:lnTo>
                    <a:pt x="322953" y="191313"/>
                  </a:lnTo>
                  <a:lnTo>
                    <a:pt x="322941" y="191914"/>
                  </a:lnTo>
                  <a:lnTo>
                    <a:pt x="322682" y="192118"/>
                  </a:lnTo>
                  <a:lnTo>
                    <a:pt x="322518" y="192245"/>
                  </a:lnTo>
                  <a:lnTo>
                    <a:pt x="322329" y="192430"/>
                  </a:lnTo>
                  <a:lnTo>
                    <a:pt x="322209" y="192798"/>
                  </a:lnTo>
                  <a:lnTo>
                    <a:pt x="322293" y="193605"/>
                  </a:lnTo>
                  <a:lnTo>
                    <a:pt x="322689" y="194126"/>
                  </a:lnTo>
                  <a:lnTo>
                    <a:pt x="322524" y="194434"/>
                  </a:lnTo>
                  <a:lnTo>
                    <a:pt x="322631" y="194875"/>
                  </a:lnTo>
                  <a:lnTo>
                    <a:pt x="322109" y="195225"/>
                  </a:lnTo>
                  <a:lnTo>
                    <a:pt x="322098" y="195891"/>
                  </a:lnTo>
                  <a:lnTo>
                    <a:pt x="321719" y="196749"/>
                  </a:lnTo>
                  <a:lnTo>
                    <a:pt x="321681" y="196923"/>
                  </a:lnTo>
                  <a:lnTo>
                    <a:pt x="321814" y="197235"/>
                  </a:lnTo>
                  <a:lnTo>
                    <a:pt x="321970" y="197432"/>
                  </a:lnTo>
                  <a:lnTo>
                    <a:pt x="322285" y="197656"/>
                  </a:lnTo>
                  <a:lnTo>
                    <a:pt x="322513" y="197778"/>
                  </a:lnTo>
                  <a:lnTo>
                    <a:pt x="322439" y="198097"/>
                  </a:lnTo>
                  <a:lnTo>
                    <a:pt x="322150" y="198127"/>
                  </a:lnTo>
                  <a:lnTo>
                    <a:pt x="321906" y="198116"/>
                  </a:lnTo>
                  <a:lnTo>
                    <a:pt x="321121" y="198336"/>
                  </a:lnTo>
                  <a:lnTo>
                    <a:pt x="320928" y="198468"/>
                  </a:lnTo>
                  <a:lnTo>
                    <a:pt x="320651" y="199332"/>
                  </a:lnTo>
                  <a:lnTo>
                    <a:pt x="320380" y="199766"/>
                  </a:lnTo>
                  <a:lnTo>
                    <a:pt x="320108" y="200271"/>
                  </a:lnTo>
                  <a:lnTo>
                    <a:pt x="320024" y="200551"/>
                  </a:lnTo>
                  <a:lnTo>
                    <a:pt x="320013" y="200871"/>
                  </a:lnTo>
                  <a:lnTo>
                    <a:pt x="319736" y="202039"/>
                  </a:lnTo>
                  <a:lnTo>
                    <a:pt x="319461" y="202463"/>
                  </a:lnTo>
                  <a:lnTo>
                    <a:pt x="319226" y="202654"/>
                  </a:lnTo>
                  <a:lnTo>
                    <a:pt x="319184" y="202951"/>
                  </a:lnTo>
                  <a:lnTo>
                    <a:pt x="319175" y="203253"/>
                  </a:lnTo>
                  <a:lnTo>
                    <a:pt x="319257" y="203411"/>
                  </a:lnTo>
                  <a:lnTo>
                    <a:pt x="319562" y="203498"/>
                  </a:lnTo>
                  <a:lnTo>
                    <a:pt x="319816" y="203781"/>
                  </a:lnTo>
                  <a:lnTo>
                    <a:pt x="319884" y="204115"/>
                  </a:lnTo>
                  <a:lnTo>
                    <a:pt x="320286" y="204398"/>
                  </a:lnTo>
                  <a:lnTo>
                    <a:pt x="320293" y="204879"/>
                  </a:lnTo>
                  <a:lnTo>
                    <a:pt x="320645" y="205484"/>
                  </a:lnTo>
                  <a:lnTo>
                    <a:pt x="320588" y="205977"/>
                  </a:lnTo>
                  <a:lnTo>
                    <a:pt x="320597" y="206161"/>
                  </a:lnTo>
                  <a:lnTo>
                    <a:pt x="320907" y="206604"/>
                  </a:lnTo>
                  <a:lnTo>
                    <a:pt x="321416" y="206808"/>
                  </a:lnTo>
                  <a:lnTo>
                    <a:pt x="321591" y="207300"/>
                  </a:lnTo>
                  <a:lnTo>
                    <a:pt x="321728" y="207711"/>
                  </a:lnTo>
                  <a:lnTo>
                    <a:pt x="321663" y="208009"/>
                  </a:lnTo>
                  <a:lnTo>
                    <a:pt x="321802" y="208206"/>
                  </a:lnTo>
                  <a:lnTo>
                    <a:pt x="322309" y="208401"/>
                  </a:lnTo>
                  <a:lnTo>
                    <a:pt x="322819" y="208432"/>
                  </a:lnTo>
                  <a:lnTo>
                    <a:pt x="323372" y="208606"/>
                  </a:lnTo>
                  <a:lnTo>
                    <a:pt x="323536" y="208820"/>
                  </a:lnTo>
                  <a:lnTo>
                    <a:pt x="323814" y="208790"/>
                  </a:lnTo>
                  <a:lnTo>
                    <a:pt x="323686" y="208410"/>
                  </a:lnTo>
                  <a:lnTo>
                    <a:pt x="323843" y="208101"/>
                  </a:lnTo>
                  <a:lnTo>
                    <a:pt x="324139" y="207696"/>
                  </a:lnTo>
                  <a:lnTo>
                    <a:pt x="324406" y="207241"/>
                  </a:lnTo>
                  <a:lnTo>
                    <a:pt x="324555" y="206991"/>
                  </a:lnTo>
                  <a:lnTo>
                    <a:pt x="324949" y="206883"/>
                  </a:lnTo>
                  <a:lnTo>
                    <a:pt x="325142" y="206853"/>
                  </a:lnTo>
                  <a:lnTo>
                    <a:pt x="325371" y="206429"/>
                  </a:lnTo>
                  <a:lnTo>
                    <a:pt x="325633" y="206050"/>
                  </a:lnTo>
                  <a:lnTo>
                    <a:pt x="326289" y="206113"/>
                  </a:lnTo>
                  <a:lnTo>
                    <a:pt x="326490" y="206581"/>
                  </a:lnTo>
                  <a:lnTo>
                    <a:pt x="326625" y="206707"/>
                  </a:lnTo>
                  <a:lnTo>
                    <a:pt x="326956" y="206769"/>
                  </a:lnTo>
                  <a:lnTo>
                    <a:pt x="327329" y="206338"/>
                  </a:lnTo>
                  <a:lnTo>
                    <a:pt x="327918" y="206384"/>
                  </a:lnTo>
                  <a:lnTo>
                    <a:pt x="327880" y="206654"/>
                  </a:lnTo>
                  <a:lnTo>
                    <a:pt x="327959" y="206997"/>
                  </a:lnTo>
                  <a:lnTo>
                    <a:pt x="328391" y="207234"/>
                  </a:lnTo>
                  <a:lnTo>
                    <a:pt x="328782" y="207246"/>
                  </a:lnTo>
                  <a:lnTo>
                    <a:pt x="329150" y="207262"/>
                  </a:lnTo>
                  <a:lnTo>
                    <a:pt x="329437" y="207563"/>
                  </a:lnTo>
                  <a:lnTo>
                    <a:pt x="329731" y="207654"/>
                  </a:lnTo>
                  <a:lnTo>
                    <a:pt x="329881" y="207536"/>
                  </a:lnTo>
                  <a:lnTo>
                    <a:pt x="330123" y="207083"/>
                  </a:lnTo>
                  <a:lnTo>
                    <a:pt x="330331" y="207083"/>
                  </a:lnTo>
                  <a:lnTo>
                    <a:pt x="330682" y="207149"/>
                  </a:lnTo>
                  <a:lnTo>
                    <a:pt x="330941" y="207333"/>
                  </a:lnTo>
                  <a:lnTo>
                    <a:pt x="331170" y="207356"/>
                  </a:lnTo>
                  <a:lnTo>
                    <a:pt x="331602" y="207481"/>
                  </a:lnTo>
                  <a:lnTo>
                    <a:pt x="331660" y="207833"/>
                  </a:lnTo>
                  <a:lnTo>
                    <a:pt x="331993" y="207911"/>
                  </a:lnTo>
                  <a:lnTo>
                    <a:pt x="332505" y="207659"/>
                  </a:lnTo>
                  <a:lnTo>
                    <a:pt x="333301" y="208139"/>
                  </a:lnTo>
                  <a:lnTo>
                    <a:pt x="332964" y="208685"/>
                  </a:lnTo>
                  <a:lnTo>
                    <a:pt x="332539" y="208767"/>
                  </a:lnTo>
                  <a:lnTo>
                    <a:pt x="331951" y="208734"/>
                  </a:lnTo>
                  <a:lnTo>
                    <a:pt x="331769" y="209148"/>
                  </a:lnTo>
                  <a:lnTo>
                    <a:pt x="331345" y="209218"/>
                  </a:lnTo>
                  <a:lnTo>
                    <a:pt x="331142" y="209236"/>
                  </a:lnTo>
                  <a:lnTo>
                    <a:pt x="330927" y="209326"/>
                  </a:lnTo>
                  <a:lnTo>
                    <a:pt x="330561" y="209487"/>
                  </a:lnTo>
                  <a:lnTo>
                    <a:pt x="330207" y="209862"/>
                  </a:lnTo>
                  <a:lnTo>
                    <a:pt x="330059" y="210257"/>
                  </a:lnTo>
                  <a:lnTo>
                    <a:pt x="330098" y="210520"/>
                  </a:lnTo>
                  <a:lnTo>
                    <a:pt x="330188" y="210812"/>
                  </a:lnTo>
                  <a:lnTo>
                    <a:pt x="330698" y="210832"/>
                  </a:lnTo>
                  <a:lnTo>
                    <a:pt x="330654" y="211513"/>
                  </a:lnTo>
                  <a:lnTo>
                    <a:pt x="330617" y="211645"/>
                  </a:lnTo>
                  <a:lnTo>
                    <a:pt x="330641" y="211896"/>
                  </a:lnTo>
                  <a:lnTo>
                    <a:pt x="330794" y="212535"/>
                  </a:lnTo>
                  <a:lnTo>
                    <a:pt x="330937" y="212788"/>
                  </a:lnTo>
                  <a:lnTo>
                    <a:pt x="330935" y="213334"/>
                  </a:lnTo>
                  <a:lnTo>
                    <a:pt x="330773" y="213423"/>
                  </a:lnTo>
                  <a:lnTo>
                    <a:pt x="330002" y="213534"/>
                  </a:lnTo>
                  <a:lnTo>
                    <a:pt x="329717" y="213502"/>
                  </a:lnTo>
                  <a:lnTo>
                    <a:pt x="329463" y="213533"/>
                  </a:lnTo>
                  <a:lnTo>
                    <a:pt x="329007" y="214102"/>
                  </a:lnTo>
                  <a:lnTo>
                    <a:pt x="329096" y="214582"/>
                  </a:lnTo>
                  <a:lnTo>
                    <a:pt x="328946" y="214862"/>
                  </a:lnTo>
                  <a:lnTo>
                    <a:pt x="328225" y="215193"/>
                  </a:lnTo>
                  <a:lnTo>
                    <a:pt x="327987" y="215084"/>
                  </a:lnTo>
                  <a:lnTo>
                    <a:pt x="327403" y="215242"/>
                  </a:lnTo>
                  <a:lnTo>
                    <a:pt x="326853" y="215434"/>
                  </a:lnTo>
                  <a:lnTo>
                    <a:pt x="326656" y="215526"/>
                  </a:lnTo>
                  <a:lnTo>
                    <a:pt x="326402" y="215618"/>
                  </a:lnTo>
                  <a:lnTo>
                    <a:pt x="326034" y="215592"/>
                  </a:lnTo>
                  <a:lnTo>
                    <a:pt x="325581" y="215186"/>
                  </a:lnTo>
                  <a:lnTo>
                    <a:pt x="325438" y="215261"/>
                  </a:lnTo>
                  <a:lnTo>
                    <a:pt x="324976" y="215533"/>
                  </a:lnTo>
                  <a:lnTo>
                    <a:pt x="324550" y="216131"/>
                  </a:lnTo>
                  <a:lnTo>
                    <a:pt x="324506" y="216357"/>
                  </a:lnTo>
                  <a:lnTo>
                    <a:pt x="324510" y="216598"/>
                  </a:lnTo>
                  <a:lnTo>
                    <a:pt x="324550" y="216811"/>
                  </a:lnTo>
                  <a:lnTo>
                    <a:pt x="324560" y="217003"/>
                  </a:lnTo>
                  <a:lnTo>
                    <a:pt x="324553" y="217494"/>
                  </a:lnTo>
                  <a:lnTo>
                    <a:pt x="324969" y="217871"/>
                  </a:lnTo>
                  <a:lnTo>
                    <a:pt x="325019" y="218095"/>
                  </a:lnTo>
                  <a:lnTo>
                    <a:pt x="325018" y="218296"/>
                  </a:lnTo>
                  <a:lnTo>
                    <a:pt x="325003" y="218618"/>
                  </a:lnTo>
                  <a:lnTo>
                    <a:pt x="324879" y="218897"/>
                  </a:lnTo>
                  <a:lnTo>
                    <a:pt x="324783" y="219065"/>
                  </a:lnTo>
                  <a:lnTo>
                    <a:pt x="324694" y="219393"/>
                  </a:lnTo>
                  <a:lnTo>
                    <a:pt x="324609" y="219829"/>
                  </a:lnTo>
                  <a:lnTo>
                    <a:pt x="324691" y="220243"/>
                  </a:lnTo>
                  <a:lnTo>
                    <a:pt x="325028" y="220882"/>
                  </a:lnTo>
                  <a:lnTo>
                    <a:pt x="325680" y="221489"/>
                  </a:lnTo>
                  <a:lnTo>
                    <a:pt x="325794" y="221616"/>
                  </a:lnTo>
                  <a:lnTo>
                    <a:pt x="326016" y="221887"/>
                  </a:lnTo>
                  <a:lnTo>
                    <a:pt x="326176" y="222381"/>
                  </a:lnTo>
                  <a:lnTo>
                    <a:pt x="326035" y="222629"/>
                  </a:lnTo>
                  <a:lnTo>
                    <a:pt x="325773" y="222969"/>
                  </a:lnTo>
                  <a:lnTo>
                    <a:pt x="325558" y="223413"/>
                  </a:lnTo>
                  <a:lnTo>
                    <a:pt x="325330" y="224399"/>
                  </a:lnTo>
                  <a:lnTo>
                    <a:pt x="325295" y="224572"/>
                  </a:lnTo>
                  <a:lnTo>
                    <a:pt x="325189" y="225319"/>
                  </a:lnTo>
                  <a:lnTo>
                    <a:pt x="325455" y="225866"/>
                  </a:lnTo>
                  <a:lnTo>
                    <a:pt x="325497" y="226404"/>
                  </a:lnTo>
                  <a:lnTo>
                    <a:pt x="325472" y="226810"/>
                  </a:lnTo>
                  <a:lnTo>
                    <a:pt x="325177" y="227975"/>
                  </a:lnTo>
                  <a:lnTo>
                    <a:pt x="325132" y="228145"/>
                  </a:lnTo>
                  <a:lnTo>
                    <a:pt x="324792" y="228663"/>
                  </a:lnTo>
                  <a:lnTo>
                    <a:pt x="324412" y="229226"/>
                  </a:lnTo>
                  <a:lnTo>
                    <a:pt x="324284" y="229435"/>
                  </a:lnTo>
                  <a:lnTo>
                    <a:pt x="324090" y="229825"/>
                  </a:lnTo>
                  <a:lnTo>
                    <a:pt x="324249" y="230365"/>
                  </a:lnTo>
                  <a:lnTo>
                    <a:pt x="324178" y="230695"/>
                  </a:lnTo>
                  <a:lnTo>
                    <a:pt x="324089" y="230860"/>
                  </a:lnTo>
                  <a:lnTo>
                    <a:pt x="323779" y="231386"/>
                  </a:lnTo>
                  <a:lnTo>
                    <a:pt x="323543" y="231653"/>
                  </a:lnTo>
                  <a:lnTo>
                    <a:pt x="322936" y="232013"/>
                  </a:lnTo>
                  <a:lnTo>
                    <a:pt x="322652" y="232000"/>
                  </a:lnTo>
                  <a:lnTo>
                    <a:pt x="322465" y="232133"/>
                  </a:lnTo>
                  <a:lnTo>
                    <a:pt x="322297" y="232620"/>
                  </a:lnTo>
                  <a:lnTo>
                    <a:pt x="322118" y="233326"/>
                  </a:lnTo>
                  <a:lnTo>
                    <a:pt x="321997" y="233508"/>
                  </a:lnTo>
                  <a:lnTo>
                    <a:pt x="320903" y="234618"/>
                  </a:lnTo>
                  <a:lnTo>
                    <a:pt x="320601" y="234736"/>
                  </a:lnTo>
                  <a:lnTo>
                    <a:pt x="320321" y="234963"/>
                  </a:lnTo>
                  <a:lnTo>
                    <a:pt x="319863" y="235265"/>
                  </a:lnTo>
                  <a:lnTo>
                    <a:pt x="318951" y="235121"/>
                  </a:lnTo>
                  <a:lnTo>
                    <a:pt x="318624" y="235032"/>
                  </a:lnTo>
                  <a:lnTo>
                    <a:pt x="318275" y="235556"/>
                  </a:lnTo>
                  <a:lnTo>
                    <a:pt x="317727" y="236405"/>
                  </a:lnTo>
                  <a:lnTo>
                    <a:pt x="317584" y="236696"/>
                  </a:lnTo>
                  <a:lnTo>
                    <a:pt x="317425" y="237126"/>
                  </a:lnTo>
                  <a:lnTo>
                    <a:pt x="317331" y="237439"/>
                  </a:lnTo>
                  <a:lnTo>
                    <a:pt x="316854" y="238112"/>
                  </a:lnTo>
                  <a:lnTo>
                    <a:pt x="316325" y="238739"/>
                  </a:lnTo>
                  <a:lnTo>
                    <a:pt x="316101" y="238817"/>
                  </a:lnTo>
                  <a:lnTo>
                    <a:pt x="315802" y="238980"/>
                  </a:lnTo>
                  <a:lnTo>
                    <a:pt x="315617" y="239132"/>
                  </a:lnTo>
                  <a:lnTo>
                    <a:pt x="314770" y="239768"/>
                  </a:lnTo>
                  <a:lnTo>
                    <a:pt x="314869" y="240003"/>
                  </a:lnTo>
                  <a:lnTo>
                    <a:pt x="315002" y="240266"/>
                  </a:lnTo>
                  <a:lnTo>
                    <a:pt x="315101" y="241267"/>
                  </a:lnTo>
                  <a:lnTo>
                    <a:pt x="315237" y="241649"/>
                  </a:lnTo>
                  <a:lnTo>
                    <a:pt x="315481" y="242193"/>
                  </a:lnTo>
                  <a:lnTo>
                    <a:pt x="315088" y="243355"/>
                  </a:lnTo>
                  <a:lnTo>
                    <a:pt x="314646" y="243590"/>
                  </a:lnTo>
                  <a:lnTo>
                    <a:pt x="314185" y="243785"/>
                  </a:lnTo>
                  <a:lnTo>
                    <a:pt x="313581" y="244157"/>
                  </a:lnTo>
                  <a:lnTo>
                    <a:pt x="313257" y="244470"/>
                  </a:lnTo>
                  <a:lnTo>
                    <a:pt x="312599" y="244701"/>
                  </a:lnTo>
                  <a:lnTo>
                    <a:pt x="312380" y="244804"/>
                  </a:lnTo>
                  <a:lnTo>
                    <a:pt x="311760" y="245157"/>
                  </a:lnTo>
                  <a:lnTo>
                    <a:pt x="311469" y="245345"/>
                  </a:lnTo>
                  <a:lnTo>
                    <a:pt x="311310" y="245438"/>
                  </a:lnTo>
                  <a:lnTo>
                    <a:pt x="310673" y="245661"/>
                  </a:lnTo>
                  <a:lnTo>
                    <a:pt x="310410" y="245691"/>
                  </a:lnTo>
                  <a:lnTo>
                    <a:pt x="309910" y="246076"/>
                  </a:lnTo>
                  <a:lnTo>
                    <a:pt x="309988" y="246526"/>
                  </a:lnTo>
                  <a:lnTo>
                    <a:pt x="309686" y="246975"/>
                  </a:lnTo>
                  <a:lnTo>
                    <a:pt x="309418" y="247574"/>
                  </a:lnTo>
                  <a:lnTo>
                    <a:pt x="309215" y="248205"/>
                  </a:lnTo>
                  <a:lnTo>
                    <a:pt x="309130" y="249186"/>
                  </a:lnTo>
                  <a:lnTo>
                    <a:pt x="309141" y="249448"/>
                  </a:lnTo>
                  <a:lnTo>
                    <a:pt x="308900" y="249817"/>
                  </a:lnTo>
                  <a:lnTo>
                    <a:pt x="308700" y="250028"/>
                  </a:lnTo>
                  <a:lnTo>
                    <a:pt x="308396" y="250639"/>
                  </a:lnTo>
                  <a:lnTo>
                    <a:pt x="308246" y="251077"/>
                  </a:lnTo>
                  <a:lnTo>
                    <a:pt x="307961" y="251554"/>
                  </a:lnTo>
                  <a:lnTo>
                    <a:pt x="307776" y="252814"/>
                  </a:lnTo>
                  <a:lnTo>
                    <a:pt x="307915" y="253144"/>
                  </a:lnTo>
                  <a:lnTo>
                    <a:pt x="307920" y="253431"/>
                  </a:lnTo>
                  <a:lnTo>
                    <a:pt x="307824" y="253843"/>
                  </a:lnTo>
                  <a:lnTo>
                    <a:pt x="307851" y="254019"/>
                  </a:lnTo>
                  <a:lnTo>
                    <a:pt x="308619" y="255205"/>
                  </a:lnTo>
                  <a:lnTo>
                    <a:pt x="308893" y="255580"/>
                  </a:lnTo>
                  <a:lnTo>
                    <a:pt x="308678" y="256016"/>
                  </a:lnTo>
                  <a:lnTo>
                    <a:pt x="308386" y="256135"/>
                  </a:lnTo>
                  <a:lnTo>
                    <a:pt x="308547" y="256569"/>
                  </a:lnTo>
                  <a:lnTo>
                    <a:pt x="308815" y="256626"/>
                  </a:lnTo>
                  <a:lnTo>
                    <a:pt x="309007" y="256649"/>
                  </a:lnTo>
                  <a:lnTo>
                    <a:pt x="309305" y="256701"/>
                  </a:lnTo>
                  <a:lnTo>
                    <a:pt x="309542" y="257238"/>
                  </a:lnTo>
                  <a:lnTo>
                    <a:pt x="309485" y="257366"/>
                  </a:lnTo>
                  <a:lnTo>
                    <a:pt x="309386" y="257623"/>
                  </a:lnTo>
                  <a:lnTo>
                    <a:pt x="309292" y="258056"/>
                  </a:lnTo>
                  <a:lnTo>
                    <a:pt x="309356" y="258255"/>
                  </a:lnTo>
                  <a:lnTo>
                    <a:pt x="309441" y="258473"/>
                  </a:lnTo>
                  <a:lnTo>
                    <a:pt x="309184" y="258871"/>
                  </a:lnTo>
                  <a:lnTo>
                    <a:pt x="309033" y="259063"/>
                  </a:lnTo>
                  <a:lnTo>
                    <a:pt x="308973" y="259277"/>
                  </a:lnTo>
                  <a:lnTo>
                    <a:pt x="309250" y="259321"/>
                  </a:lnTo>
                  <a:lnTo>
                    <a:pt x="309539" y="259016"/>
                  </a:lnTo>
                  <a:lnTo>
                    <a:pt x="309562" y="258885"/>
                  </a:lnTo>
                  <a:lnTo>
                    <a:pt x="309676" y="258657"/>
                  </a:lnTo>
                  <a:lnTo>
                    <a:pt x="310449" y="259067"/>
                  </a:lnTo>
                  <a:lnTo>
                    <a:pt x="310891" y="258547"/>
                  </a:lnTo>
                  <a:lnTo>
                    <a:pt x="311052" y="258524"/>
                  </a:lnTo>
                  <a:lnTo>
                    <a:pt x="311600" y="258615"/>
                  </a:lnTo>
                  <a:lnTo>
                    <a:pt x="311733" y="258668"/>
                  </a:lnTo>
                  <a:lnTo>
                    <a:pt x="312117" y="258764"/>
                  </a:lnTo>
                  <a:lnTo>
                    <a:pt x="312463" y="258680"/>
                  </a:lnTo>
                  <a:lnTo>
                    <a:pt x="313474" y="258218"/>
                  </a:lnTo>
                  <a:lnTo>
                    <a:pt x="313631" y="258107"/>
                  </a:lnTo>
                  <a:lnTo>
                    <a:pt x="314005" y="257905"/>
                  </a:lnTo>
                  <a:lnTo>
                    <a:pt x="314685" y="257836"/>
                  </a:lnTo>
                  <a:lnTo>
                    <a:pt x="314729" y="257690"/>
                  </a:lnTo>
                  <a:lnTo>
                    <a:pt x="314718" y="257416"/>
                  </a:lnTo>
                  <a:lnTo>
                    <a:pt x="314517" y="256065"/>
                  </a:lnTo>
                  <a:lnTo>
                    <a:pt x="314715" y="255848"/>
                  </a:lnTo>
                  <a:lnTo>
                    <a:pt x="315112" y="255529"/>
                  </a:lnTo>
                  <a:lnTo>
                    <a:pt x="315098" y="255305"/>
                  </a:lnTo>
                  <a:lnTo>
                    <a:pt x="314955" y="254720"/>
                  </a:lnTo>
                  <a:lnTo>
                    <a:pt x="315140" y="254175"/>
                  </a:lnTo>
                  <a:lnTo>
                    <a:pt x="315046" y="253892"/>
                  </a:lnTo>
                  <a:lnTo>
                    <a:pt x="314882" y="253185"/>
                  </a:lnTo>
                  <a:lnTo>
                    <a:pt x="315084" y="252746"/>
                  </a:lnTo>
                  <a:lnTo>
                    <a:pt x="315484" y="252509"/>
                  </a:lnTo>
                  <a:lnTo>
                    <a:pt x="316244" y="252608"/>
                  </a:lnTo>
                  <a:lnTo>
                    <a:pt x="317029" y="252122"/>
                  </a:lnTo>
                  <a:lnTo>
                    <a:pt x="317337" y="251883"/>
                  </a:lnTo>
                  <a:lnTo>
                    <a:pt x="318191" y="251397"/>
                  </a:lnTo>
                  <a:lnTo>
                    <a:pt x="318812" y="251217"/>
                  </a:lnTo>
                  <a:lnTo>
                    <a:pt x="319373" y="251059"/>
                  </a:lnTo>
                  <a:lnTo>
                    <a:pt x="319542" y="250982"/>
                  </a:lnTo>
                  <a:lnTo>
                    <a:pt x="319652" y="250829"/>
                  </a:lnTo>
                  <a:lnTo>
                    <a:pt x="319633" y="250549"/>
                  </a:lnTo>
                  <a:lnTo>
                    <a:pt x="319797" y="250058"/>
                  </a:lnTo>
                  <a:lnTo>
                    <a:pt x="319949" y="250049"/>
                  </a:lnTo>
                  <a:lnTo>
                    <a:pt x="320613" y="249328"/>
                  </a:lnTo>
                  <a:lnTo>
                    <a:pt x="320597" y="249167"/>
                  </a:lnTo>
                  <a:lnTo>
                    <a:pt x="320595" y="248895"/>
                  </a:lnTo>
                  <a:lnTo>
                    <a:pt x="320735" y="248655"/>
                  </a:lnTo>
                  <a:lnTo>
                    <a:pt x="320833" y="248509"/>
                  </a:lnTo>
                  <a:lnTo>
                    <a:pt x="321409" y="248107"/>
                  </a:lnTo>
                  <a:lnTo>
                    <a:pt x="321679" y="248039"/>
                  </a:lnTo>
                  <a:lnTo>
                    <a:pt x="321815" y="248022"/>
                  </a:lnTo>
                  <a:lnTo>
                    <a:pt x="322256" y="247891"/>
                  </a:lnTo>
                  <a:lnTo>
                    <a:pt x="322515" y="247226"/>
                  </a:lnTo>
                  <a:lnTo>
                    <a:pt x="322588" y="246964"/>
                  </a:lnTo>
                  <a:lnTo>
                    <a:pt x="322825" y="246839"/>
                  </a:lnTo>
                  <a:lnTo>
                    <a:pt x="323177" y="246890"/>
                  </a:lnTo>
                  <a:lnTo>
                    <a:pt x="323535" y="247392"/>
                  </a:lnTo>
                  <a:lnTo>
                    <a:pt x="323945" y="248279"/>
                  </a:lnTo>
                  <a:lnTo>
                    <a:pt x="324130" y="248433"/>
                  </a:lnTo>
                  <a:lnTo>
                    <a:pt x="324881" y="248829"/>
                  </a:lnTo>
                  <a:lnTo>
                    <a:pt x="324991" y="249017"/>
                  </a:lnTo>
                  <a:lnTo>
                    <a:pt x="325221" y="249247"/>
                  </a:lnTo>
                  <a:lnTo>
                    <a:pt x="325860" y="249440"/>
                  </a:lnTo>
                  <a:lnTo>
                    <a:pt x="326018" y="249464"/>
                  </a:lnTo>
                  <a:lnTo>
                    <a:pt x="326771" y="249427"/>
                  </a:lnTo>
                  <a:lnTo>
                    <a:pt x="327016" y="249275"/>
                  </a:lnTo>
                  <a:lnTo>
                    <a:pt x="327461" y="248982"/>
                  </a:lnTo>
                  <a:lnTo>
                    <a:pt x="327623" y="248851"/>
                  </a:lnTo>
                  <a:lnTo>
                    <a:pt x="327671" y="248405"/>
                  </a:lnTo>
                  <a:lnTo>
                    <a:pt x="328258" y="247899"/>
                  </a:lnTo>
                  <a:lnTo>
                    <a:pt x="328522" y="247880"/>
                  </a:lnTo>
                  <a:lnTo>
                    <a:pt x="329070" y="248112"/>
                  </a:lnTo>
                  <a:lnTo>
                    <a:pt x="329045" y="248402"/>
                  </a:lnTo>
                  <a:lnTo>
                    <a:pt x="329134" y="248960"/>
                  </a:lnTo>
                  <a:lnTo>
                    <a:pt x="329288" y="249127"/>
                  </a:lnTo>
                  <a:lnTo>
                    <a:pt x="329762" y="249325"/>
                  </a:lnTo>
                  <a:lnTo>
                    <a:pt x="330108" y="249144"/>
                  </a:lnTo>
                  <a:lnTo>
                    <a:pt x="330308" y="249227"/>
                  </a:lnTo>
                  <a:lnTo>
                    <a:pt x="330092" y="250171"/>
                  </a:lnTo>
                  <a:lnTo>
                    <a:pt x="330005" y="250301"/>
                  </a:lnTo>
                  <a:lnTo>
                    <a:pt x="330010" y="250610"/>
                  </a:lnTo>
                  <a:lnTo>
                    <a:pt x="330057" y="250835"/>
                  </a:lnTo>
                  <a:lnTo>
                    <a:pt x="330038" y="251558"/>
                  </a:lnTo>
                  <a:lnTo>
                    <a:pt x="329874" y="251965"/>
                  </a:lnTo>
                  <a:lnTo>
                    <a:pt x="329807" y="252155"/>
                  </a:lnTo>
                  <a:lnTo>
                    <a:pt x="329732" y="252467"/>
                  </a:lnTo>
                  <a:lnTo>
                    <a:pt x="329754" y="252657"/>
                  </a:lnTo>
                  <a:lnTo>
                    <a:pt x="330004" y="252892"/>
                  </a:lnTo>
                  <a:lnTo>
                    <a:pt x="330760" y="253101"/>
                  </a:lnTo>
                  <a:lnTo>
                    <a:pt x="331336" y="253140"/>
                  </a:lnTo>
                  <a:lnTo>
                    <a:pt x="331568" y="253010"/>
                  </a:lnTo>
                  <a:lnTo>
                    <a:pt x="332010" y="253052"/>
                  </a:lnTo>
                  <a:lnTo>
                    <a:pt x="332220" y="253119"/>
                  </a:lnTo>
                  <a:lnTo>
                    <a:pt x="332097" y="253394"/>
                  </a:lnTo>
                  <a:lnTo>
                    <a:pt x="332045" y="253607"/>
                  </a:lnTo>
                  <a:lnTo>
                    <a:pt x="332190" y="253716"/>
                  </a:lnTo>
                  <a:lnTo>
                    <a:pt x="332038" y="254422"/>
                  </a:lnTo>
                  <a:lnTo>
                    <a:pt x="331857" y="255033"/>
                  </a:lnTo>
                  <a:lnTo>
                    <a:pt x="331704" y="255182"/>
                  </a:lnTo>
                  <a:lnTo>
                    <a:pt x="331125" y="255183"/>
                  </a:lnTo>
                  <a:lnTo>
                    <a:pt x="330925" y="255459"/>
                  </a:lnTo>
                  <a:lnTo>
                    <a:pt x="330681" y="255937"/>
                  </a:lnTo>
                  <a:lnTo>
                    <a:pt x="330841" y="256869"/>
                  </a:lnTo>
                  <a:lnTo>
                    <a:pt x="330970" y="257194"/>
                  </a:lnTo>
                  <a:lnTo>
                    <a:pt x="331225" y="257586"/>
                  </a:lnTo>
                  <a:lnTo>
                    <a:pt x="331353" y="257636"/>
                  </a:lnTo>
                  <a:lnTo>
                    <a:pt x="331785" y="257875"/>
                  </a:lnTo>
                  <a:lnTo>
                    <a:pt x="331762" y="258781"/>
                  </a:lnTo>
                  <a:lnTo>
                    <a:pt x="331590" y="259427"/>
                  </a:lnTo>
                  <a:lnTo>
                    <a:pt x="331340" y="260238"/>
                  </a:lnTo>
                  <a:lnTo>
                    <a:pt x="331426" y="260444"/>
                  </a:lnTo>
                  <a:lnTo>
                    <a:pt x="331692" y="260725"/>
                  </a:lnTo>
                  <a:lnTo>
                    <a:pt x="331870" y="260815"/>
                  </a:lnTo>
                  <a:lnTo>
                    <a:pt x="331822" y="261089"/>
                  </a:lnTo>
                  <a:lnTo>
                    <a:pt x="331564" y="261507"/>
                  </a:lnTo>
                  <a:lnTo>
                    <a:pt x="331491" y="262541"/>
                  </a:lnTo>
                  <a:lnTo>
                    <a:pt x="331494" y="262887"/>
                  </a:lnTo>
                  <a:lnTo>
                    <a:pt x="331730" y="263674"/>
                  </a:lnTo>
                  <a:lnTo>
                    <a:pt x="332147" y="263943"/>
                  </a:lnTo>
                  <a:lnTo>
                    <a:pt x="332489" y="264184"/>
                  </a:lnTo>
                  <a:lnTo>
                    <a:pt x="332607" y="264402"/>
                  </a:lnTo>
                  <a:lnTo>
                    <a:pt x="332832" y="264903"/>
                  </a:lnTo>
                  <a:lnTo>
                    <a:pt x="332986" y="265524"/>
                  </a:lnTo>
                  <a:lnTo>
                    <a:pt x="332901" y="266251"/>
                  </a:lnTo>
                  <a:lnTo>
                    <a:pt x="332678" y="266971"/>
                  </a:lnTo>
                  <a:lnTo>
                    <a:pt x="332401" y="267168"/>
                  </a:lnTo>
                  <a:lnTo>
                    <a:pt x="331917" y="268092"/>
                  </a:lnTo>
                  <a:lnTo>
                    <a:pt x="331867" y="268713"/>
                  </a:lnTo>
                  <a:lnTo>
                    <a:pt x="331938" y="269201"/>
                  </a:lnTo>
                  <a:lnTo>
                    <a:pt x="331671" y="269376"/>
                  </a:lnTo>
                  <a:lnTo>
                    <a:pt x="331468" y="269494"/>
                  </a:lnTo>
                  <a:lnTo>
                    <a:pt x="331259" y="270035"/>
                  </a:lnTo>
                  <a:lnTo>
                    <a:pt x="331247" y="270166"/>
                  </a:lnTo>
                  <a:lnTo>
                    <a:pt x="331196" y="270323"/>
                  </a:lnTo>
                  <a:lnTo>
                    <a:pt x="330488" y="271277"/>
                  </a:lnTo>
                  <a:lnTo>
                    <a:pt x="330402" y="271800"/>
                  </a:lnTo>
                  <a:lnTo>
                    <a:pt x="330662" y="271941"/>
                  </a:lnTo>
                  <a:lnTo>
                    <a:pt x="330835" y="271881"/>
                  </a:lnTo>
                  <a:lnTo>
                    <a:pt x="331131" y="271900"/>
                  </a:lnTo>
                  <a:lnTo>
                    <a:pt x="331236" y="272163"/>
                  </a:lnTo>
                  <a:lnTo>
                    <a:pt x="331259" y="272429"/>
                  </a:lnTo>
                  <a:lnTo>
                    <a:pt x="331388" y="272952"/>
                  </a:lnTo>
                  <a:lnTo>
                    <a:pt x="332046" y="272723"/>
                  </a:lnTo>
                  <a:lnTo>
                    <a:pt x="332211" y="272639"/>
                  </a:lnTo>
                  <a:lnTo>
                    <a:pt x="332260" y="272496"/>
                  </a:lnTo>
                  <a:lnTo>
                    <a:pt x="332436" y="272336"/>
                  </a:lnTo>
                  <a:lnTo>
                    <a:pt x="333084" y="272433"/>
                  </a:lnTo>
                  <a:lnTo>
                    <a:pt x="333214" y="272496"/>
                  </a:lnTo>
                  <a:lnTo>
                    <a:pt x="333358" y="272603"/>
                  </a:lnTo>
                  <a:lnTo>
                    <a:pt x="333502" y="272711"/>
                  </a:lnTo>
                  <a:lnTo>
                    <a:pt x="333760" y="272818"/>
                  </a:lnTo>
                  <a:lnTo>
                    <a:pt x="333890" y="272815"/>
                  </a:lnTo>
                  <a:lnTo>
                    <a:pt x="334399" y="273470"/>
                  </a:lnTo>
                  <a:lnTo>
                    <a:pt x="334518" y="273891"/>
                  </a:lnTo>
                  <a:lnTo>
                    <a:pt x="334542" y="274059"/>
                  </a:lnTo>
                  <a:lnTo>
                    <a:pt x="334808" y="274105"/>
                  </a:lnTo>
                  <a:lnTo>
                    <a:pt x="335415" y="273932"/>
                  </a:lnTo>
                  <a:lnTo>
                    <a:pt x="336080" y="273686"/>
                  </a:lnTo>
                  <a:lnTo>
                    <a:pt x="336312" y="273933"/>
                  </a:lnTo>
                  <a:lnTo>
                    <a:pt x="336577" y="274157"/>
                  </a:lnTo>
                  <a:lnTo>
                    <a:pt x="336716" y="274087"/>
                  </a:lnTo>
                  <a:lnTo>
                    <a:pt x="337022" y="273899"/>
                  </a:lnTo>
                  <a:lnTo>
                    <a:pt x="337157" y="273614"/>
                  </a:lnTo>
                  <a:lnTo>
                    <a:pt x="337130" y="273479"/>
                  </a:lnTo>
                  <a:lnTo>
                    <a:pt x="337460" y="272416"/>
                  </a:lnTo>
                  <a:lnTo>
                    <a:pt x="337597" y="272060"/>
                  </a:lnTo>
                  <a:lnTo>
                    <a:pt x="337774" y="271657"/>
                  </a:lnTo>
                  <a:lnTo>
                    <a:pt x="338100" y="271053"/>
                  </a:lnTo>
                  <a:lnTo>
                    <a:pt x="338731" y="271251"/>
                  </a:lnTo>
                  <a:lnTo>
                    <a:pt x="339679" y="271572"/>
                  </a:lnTo>
                  <a:lnTo>
                    <a:pt x="340196" y="271654"/>
                  </a:lnTo>
                  <a:lnTo>
                    <a:pt x="340417" y="271449"/>
                  </a:lnTo>
                  <a:lnTo>
                    <a:pt x="340535" y="270592"/>
                  </a:lnTo>
                  <a:lnTo>
                    <a:pt x="340222" y="270335"/>
                  </a:lnTo>
                  <a:lnTo>
                    <a:pt x="340162" y="270192"/>
                  </a:lnTo>
                  <a:lnTo>
                    <a:pt x="340336" y="269710"/>
                  </a:lnTo>
                  <a:lnTo>
                    <a:pt x="340454" y="269568"/>
                  </a:lnTo>
                  <a:lnTo>
                    <a:pt x="340673" y="269263"/>
                  </a:lnTo>
                  <a:lnTo>
                    <a:pt x="340892" y="268883"/>
                  </a:lnTo>
                  <a:lnTo>
                    <a:pt x="341019" y="268494"/>
                  </a:lnTo>
                  <a:lnTo>
                    <a:pt x="341232" y="267966"/>
                  </a:lnTo>
                  <a:lnTo>
                    <a:pt x="341478" y="267641"/>
                  </a:lnTo>
                  <a:lnTo>
                    <a:pt x="341986" y="266992"/>
                  </a:lnTo>
                  <a:lnTo>
                    <a:pt x="342144" y="266717"/>
                  </a:lnTo>
                  <a:lnTo>
                    <a:pt x="342750" y="266369"/>
                  </a:lnTo>
                  <a:lnTo>
                    <a:pt x="343486" y="266119"/>
                  </a:lnTo>
                  <a:lnTo>
                    <a:pt x="343927" y="266193"/>
                  </a:lnTo>
                  <a:lnTo>
                    <a:pt x="344180" y="266389"/>
                  </a:lnTo>
                  <a:lnTo>
                    <a:pt x="344327" y="266489"/>
                  </a:lnTo>
                  <a:lnTo>
                    <a:pt x="344554" y="266631"/>
                  </a:lnTo>
                  <a:lnTo>
                    <a:pt x="344799" y="266730"/>
                  </a:lnTo>
                  <a:lnTo>
                    <a:pt x="345129" y="266715"/>
                  </a:lnTo>
                  <a:lnTo>
                    <a:pt x="346254" y="266326"/>
                  </a:lnTo>
                  <a:lnTo>
                    <a:pt x="346542" y="266068"/>
                  </a:lnTo>
                  <a:lnTo>
                    <a:pt x="346673" y="265981"/>
                  </a:lnTo>
                  <a:lnTo>
                    <a:pt x="347200" y="265924"/>
                  </a:lnTo>
                  <a:lnTo>
                    <a:pt x="347307" y="266412"/>
                  </a:lnTo>
                  <a:lnTo>
                    <a:pt x="348106" y="266796"/>
                  </a:lnTo>
                  <a:lnTo>
                    <a:pt x="348269" y="266865"/>
                  </a:lnTo>
                  <a:lnTo>
                    <a:pt x="348637" y="266883"/>
                  </a:lnTo>
                  <a:lnTo>
                    <a:pt x="349005" y="266785"/>
                  </a:lnTo>
                  <a:lnTo>
                    <a:pt x="349674" y="266580"/>
                  </a:lnTo>
                  <a:lnTo>
                    <a:pt x="350083" y="266602"/>
                  </a:lnTo>
                  <a:lnTo>
                    <a:pt x="350140" y="266773"/>
                  </a:lnTo>
                  <a:lnTo>
                    <a:pt x="351050" y="266750"/>
                  </a:lnTo>
                  <a:lnTo>
                    <a:pt x="351178" y="267041"/>
                  </a:lnTo>
                  <a:lnTo>
                    <a:pt x="351258" y="267358"/>
                  </a:lnTo>
                  <a:lnTo>
                    <a:pt x="351305" y="267506"/>
                  </a:lnTo>
                  <a:lnTo>
                    <a:pt x="351460" y="267680"/>
                  </a:lnTo>
                  <a:lnTo>
                    <a:pt x="351519" y="267981"/>
                  </a:lnTo>
                  <a:lnTo>
                    <a:pt x="351715" y="267932"/>
                  </a:lnTo>
                  <a:lnTo>
                    <a:pt x="352126" y="267502"/>
                  </a:lnTo>
                  <a:lnTo>
                    <a:pt x="352688" y="267206"/>
                  </a:lnTo>
                  <a:lnTo>
                    <a:pt x="353540" y="267273"/>
                  </a:lnTo>
                  <a:lnTo>
                    <a:pt x="353931" y="267677"/>
                  </a:lnTo>
                  <a:lnTo>
                    <a:pt x="354177" y="267677"/>
                  </a:lnTo>
                  <a:lnTo>
                    <a:pt x="354309" y="267677"/>
                  </a:lnTo>
                  <a:lnTo>
                    <a:pt x="354543" y="267637"/>
                  </a:lnTo>
                  <a:lnTo>
                    <a:pt x="354866" y="267047"/>
                  </a:lnTo>
                  <a:lnTo>
                    <a:pt x="355619" y="267258"/>
                  </a:lnTo>
                  <a:lnTo>
                    <a:pt x="356316" y="267510"/>
                  </a:lnTo>
                  <a:lnTo>
                    <a:pt x="356572" y="267462"/>
                  </a:lnTo>
                  <a:lnTo>
                    <a:pt x="357324" y="267779"/>
                  </a:lnTo>
                  <a:lnTo>
                    <a:pt x="357934" y="268490"/>
                  </a:lnTo>
                  <a:lnTo>
                    <a:pt x="358358" y="268788"/>
                  </a:lnTo>
                  <a:lnTo>
                    <a:pt x="358055" y="269163"/>
                  </a:lnTo>
                  <a:lnTo>
                    <a:pt x="357582" y="269262"/>
                  </a:lnTo>
                  <a:lnTo>
                    <a:pt x="357008" y="269227"/>
                  </a:lnTo>
                  <a:lnTo>
                    <a:pt x="356862" y="269348"/>
                  </a:lnTo>
                  <a:lnTo>
                    <a:pt x="356332" y="269507"/>
                  </a:lnTo>
                  <a:lnTo>
                    <a:pt x="356090" y="269484"/>
                  </a:lnTo>
                  <a:lnTo>
                    <a:pt x="355869" y="269543"/>
                  </a:lnTo>
                  <a:lnTo>
                    <a:pt x="355405" y="269856"/>
                  </a:lnTo>
                  <a:lnTo>
                    <a:pt x="355164" y="270824"/>
                  </a:lnTo>
                  <a:lnTo>
                    <a:pt x="355129" y="271048"/>
                  </a:lnTo>
                  <a:lnTo>
                    <a:pt x="355009" y="271262"/>
                  </a:lnTo>
                  <a:lnTo>
                    <a:pt x="354564" y="271503"/>
                  </a:lnTo>
                  <a:lnTo>
                    <a:pt x="354374" y="272004"/>
                  </a:lnTo>
                  <a:lnTo>
                    <a:pt x="354632" y="272339"/>
                  </a:lnTo>
                  <a:lnTo>
                    <a:pt x="354745" y="272970"/>
                  </a:lnTo>
                  <a:lnTo>
                    <a:pt x="354941" y="273859"/>
                  </a:lnTo>
                  <a:lnTo>
                    <a:pt x="354650" y="274015"/>
                  </a:lnTo>
                  <a:lnTo>
                    <a:pt x="354352" y="274044"/>
                  </a:lnTo>
                  <a:lnTo>
                    <a:pt x="354137" y="274222"/>
                  </a:lnTo>
                  <a:lnTo>
                    <a:pt x="353880" y="274657"/>
                  </a:lnTo>
                  <a:lnTo>
                    <a:pt x="353912" y="274848"/>
                  </a:lnTo>
                  <a:lnTo>
                    <a:pt x="354348" y="275558"/>
                  </a:lnTo>
                  <a:lnTo>
                    <a:pt x="354318" y="275922"/>
                  </a:lnTo>
                  <a:lnTo>
                    <a:pt x="354224" y="276321"/>
                  </a:lnTo>
                  <a:lnTo>
                    <a:pt x="354380" y="276583"/>
                  </a:lnTo>
                  <a:lnTo>
                    <a:pt x="354531" y="276678"/>
                  </a:lnTo>
                  <a:lnTo>
                    <a:pt x="354829" y="276706"/>
                  </a:lnTo>
                  <a:lnTo>
                    <a:pt x="355031" y="276817"/>
                  </a:lnTo>
                  <a:lnTo>
                    <a:pt x="355216" y="277078"/>
                  </a:lnTo>
                  <a:lnTo>
                    <a:pt x="355557" y="277342"/>
                  </a:lnTo>
                  <a:lnTo>
                    <a:pt x="355783" y="277419"/>
                  </a:lnTo>
                  <a:lnTo>
                    <a:pt x="355919" y="277399"/>
                  </a:lnTo>
                  <a:lnTo>
                    <a:pt x="356168" y="277705"/>
                  </a:lnTo>
                  <a:lnTo>
                    <a:pt x="356303" y="278155"/>
                  </a:lnTo>
                  <a:lnTo>
                    <a:pt x="356306" y="278475"/>
                  </a:lnTo>
                  <a:lnTo>
                    <a:pt x="356770" y="278827"/>
                  </a:lnTo>
                  <a:lnTo>
                    <a:pt x="357000" y="278899"/>
                  </a:lnTo>
                  <a:lnTo>
                    <a:pt x="357238" y="279059"/>
                  </a:lnTo>
                  <a:lnTo>
                    <a:pt x="357598" y="279809"/>
                  </a:lnTo>
                  <a:lnTo>
                    <a:pt x="357629" y="280029"/>
                  </a:lnTo>
                  <a:lnTo>
                    <a:pt x="357645" y="280587"/>
                  </a:lnTo>
                  <a:lnTo>
                    <a:pt x="357497" y="281188"/>
                  </a:lnTo>
                  <a:lnTo>
                    <a:pt x="357578" y="281367"/>
                  </a:lnTo>
                  <a:lnTo>
                    <a:pt x="357706" y="281503"/>
                  </a:lnTo>
                  <a:lnTo>
                    <a:pt x="357419" y="281810"/>
                  </a:lnTo>
                  <a:lnTo>
                    <a:pt x="356938" y="282053"/>
                  </a:lnTo>
                  <a:lnTo>
                    <a:pt x="356663" y="282451"/>
                  </a:lnTo>
                  <a:lnTo>
                    <a:pt x="356622" y="282588"/>
                  </a:lnTo>
                  <a:lnTo>
                    <a:pt x="356561" y="282817"/>
                  </a:lnTo>
                  <a:lnTo>
                    <a:pt x="356525" y="283042"/>
                  </a:lnTo>
                  <a:lnTo>
                    <a:pt x="356667" y="283641"/>
                  </a:lnTo>
                  <a:lnTo>
                    <a:pt x="356872" y="283830"/>
                  </a:lnTo>
                  <a:lnTo>
                    <a:pt x="357123" y="283970"/>
                  </a:lnTo>
                  <a:lnTo>
                    <a:pt x="357246" y="284121"/>
                  </a:lnTo>
                  <a:lnTo>
                    <a:pt x="357480" y="284494"/>
                  </a:lnTo>
                  <a:lnTo>
                    <a:pt x="357874" y="284537"/>
                  </a:lnTo>
                  <a:lnTo>
                    <a:pt x="358136" y="284610"/>
                  </a:lnTo>
                  <a:lnTo>
                    <a:pt x="358429" y="284907"/>
                  </a:lnTo>
                  <a:lnTo>
                    <a:pt x="358693" y="285391"/>
                  </a:lnTo>
                  <a:lnTo>
                    <a:pt x="359139" y="286262"/>
                  </a:lnTo>
                  <a:lnTo>
                    <a:pt x="359260" y="286560"/>
                  </a:lnTo>
                  <a:lnTo>
                    <a:pt x="359251" y="286777"/>
                  </a:lnTo>
                  <a:lnTo>
                    <a:pt x="359171" y="287052"/>
                  </a:lnTo>
                  <a:lnTo>
                    <a:pt x="359275" y="287416"/>
                  </a:lnTo>
                  <a:lnTo>
                    <a:pt x="359827" y="287594"/>
                  </a:lnTo>
                  <a:lnTo>
                    <a:pt x="360177" y="287896"/>
                  </a:lnTo>
                  <a:lnTo>
                    <a:pt x="360229" y="288654"/>
                  </a:lnTo>
                  <a:lnTo>
                    <a:pt x="360222" y="288895"/>
                  </a:lnTo>
                  <a:lnTo>
                    <a:pt x="359739" y="290678"/>
                  </a:lnTo>
                  <a:lnTo>
                    <a:pt x="359487" y="290963"/>
                  </a:lnTo>
                  <a:lnTo>
                    <a:pt x="359488" y="291134"/>
                  </a:lnTo>
                  <a:lnTo>
                    <a:pt x="359476" y="291273"/>
                  </a:lnTo>
                  <a:lnTo>
                    <a:pt x="359402" y="291459"/>
                  </a:lnTo>
                  <a:lnTo>
                    <a:pt x="359101" y="291554"/>
                  </a:lnTo>
                  <a:lnTo>
                    <a:pt x="358786" y="291853"/>
                  </a:lnTo>
                  <a:lnTo>
                    <a:pt x="358753" y="292172"/>
                  </a:lnTo>
                  <a:lnTo>
                    <a:pt x="358790" y="292377"/>
                  </a:lnTo>
                  <a:lnTo>
                    <a:pt x="358445" y="292677"/>
                  </a:lnTo>
                  <a:lnTo>
                    <a:pt x="358312" y="292679"/>
                  </a:lnTo>
                  <a:lnTo>
                    <a:pt x="357996" y="292749"/>
                  </a:lnTo>
                  <a:lnTo>
                    <a:pt x="357694" y="293179"/>
                  </a:lnTo>
                  <a:lnTo>
                    <a:pt x="357619" y="293372"/>
                  </a:lnTo>
                  <a:lnTo>
                    <a:pt x="357085" y="293464"/>
                  </a:lnTo>
                  <a:lnTo>
                    <a:pt x="356872" y="293638"/>
                  </a:lnTo>
                  <a:lnTo>
                    <a:pt x="356811" y="294006"/>
                  </a:lnTo>
                  <a:lnTo>
                    <a:pt x="356809" y="294260"/>
                  </a:lnTo>
                  <a:lnTo>
                    <a:pt x="356808" y="294576"/>
                  </a:lnTo>
                  <a:lnTo>
                    <a:pt x="356375" y="294857"/>
                  </a:lnTo>
                  <a:lnTo>
                    <a:pt x="356078" y="294726"/>
                  </a:lnTo>
                  <a:lnTo>
                    <a:pt x="355997" y="294560"/>
                  </a:lnTo>
                  <a:lnTo>
                    <a:pt x="355657" y="294303"/>
                  </a:lnTo>
                  <a:lnTo>
                    <a:pt x="355318" y="294350"/>
                  </a:lnTo>
                  <a:lnTo>
                    <a:pt x="355054" y="295075"/>
                  </a:lnTo>
                  <a:lnTo>
                    <a:pt x="354503" y="295479"/>
                  </a:lnTo>
                  <a:lnTo>
                    <a:pt x="354512" y="296148"/>
                  </a:lnTo>
                  <a:lnTo>
                    <a:pt x="354316" y="296217"/>
                  </a:lnTo>
                  <a:lnTo>
                    <a:pt x="354153" y="295993"/>
                  </a:lnTo>
                  <a:lnTo>
                    <a:pt x="353676" y="295891"/>
                  </a:lnTo>
                  <a:lnTo>
                    <a:pt x="353471" y="296081"/>
                  </a:lnTo>
                  <a:lnTo>
                    <a:pt x="353156" y="296609"/>
                  </a:lnTo>
                  <a:lnTo>
                    <a:pt x="352433" y="296641"/>
                  </a:lnTo>
                  <a:lnTo>
                    <a:pt x="352227" y="296580"/>
                  </a:lnTo>
                  <a:lnTo>
                    <a:pt x="351749" y="296220"/>
                  </a:lnTo>
                  <a:lnTo>
                    <a:pt x="351450" y="296439"/>
                  </a:lnTo>
                  <a:lnTo>
                    <a:pt x="351437" y="297017"/>
                  </a:lnTo>
                  <a:lnTo>
                    <a:pt x="351384" y="297910"/>
                  </a:lnTo>
                  <a:lnTo>
                    <a:pt x="351190" y="298696"/>
                  </a:lnTo>
                  <a:lnTo>
                    <a:pt x="351167" y="298857"/>
                  </a:lnTo>
                  <a:lnTo>
                    <a:pt x="351277" y="299248"/>
                  </a:lnTo>
                  <a:lnTo>
                    <a:pt x="352045" y="299839"/>
                  </a:lnTo>
                  <a:lnTo>
                    <a:pt x="352011" y="300098"/>
                  </a:lnTo>
                  <a:lnTo>
                    <a:pt x="351773" y="301229"/>
                  </a:lnTo>
                  <a:lnTo>
                    <a:pt x="351563" y="301813"/>
                  </a:lnTo>
                  <a:lnTo>
                    <a:pt x="351553" y="302672"/>
                  </a:lnTo>
                  <a:lnTo>
                    <a:pt x="351711" y="303300"/>
                  </a:lnTo>
                  <a:lnTo>
                    <a:pt x="351806" y="303431"/>
                  </a:lnTo>
                  <a:lnTo>
                    <a:pt x="352252" y="304587"/>
                  </a:lnTo>
                  <a:lnTo>
                    <a:pt x="352568" y="304915"/>
                  </a:lnTo>
                  <a:lnTo>
                    <a:pt x="352867" y="306016"/>
                  </a:lnTo>
                  <a:lnTo>
                    <a:pt x="353190" y="306236"/>
                  </a:lnTo>
                  <a:lnTo>
                    <a:pt x="353530" y="306451"/>
                  </a:lnTo>
                  <a:lnTo>
                    <a:pt x="353566" y="306709"/>
                  </a:lnTo>
                  <a:lnTo>
                    <a:pt x="353541" y="307799"/>
                  </a:lnTo>
                  <a:lnTo>
                    <a:pt x="353540" y="307941"/>
                  </a:lnTo>
                  <a:lnTo>
                    <a:pt x="353912" y="308570"/>
                  </a:lnTo>
                  <a:lnTo>
                    <a:pt x="354303" y="309084"/>
                  </a:lnTo>
                  <a:lnTo>
                    <a:pt x="354476" y="309236"/>
                  </a:lnTo>
                  <a:lnTo>
                    <a:pt x="354522" y="309531"/>
                  </a:lnTo>
                  <a:lnTo>
                    <a:pt x="354366" y="309660"/>
                  </a:lnTo>
                  <a:lnTo>
                    <a:pt x="354180" y="309737"/>
                  </a:lnTo>
                  <a:lnTo>
                    <a:pt x="354001" y="309942"/>
                  </a:lnTo>
                  <a:lnTo>
                    <a:pt x="353654" y="310406"/>
                  </a:lnTo>
                  <a:lnTo>
                    <a:pt x="353612" y="310990"/>
                  </a:lnTo>
                  <a:lnTo>
                    <a:pt x="353143" y="311599"/>
                  </a:lnTo>
                  <a:lnTo>
                    <a:pt x="352615" y="311411"/>
                  </a:lnTo>
                  <a:lnTo>
                    <a:pt x="352459" y="311404"/>
                  </a:lnTo>
                  <a:lnTo>
                    <a:pt x="351862" y="311690"/>
                  </a:lnTo>
                  <a:lnTo>
                    <a:pt x="351578" y="311931"/>
                  </a:lnTo>
                  <a:lnTo>
                    <a:pt x="351085" y="311763"/>
                  </a:lnTo>
                  <a:lnTo>
                    <a:pt x="350970" y="311467"/>
                  </a:lnTo>
                  <a:lnTo>
                    <a:pt x="350555" y="311347"/>
                  </a:lnTo>
                  <a:lnTo>
                    <a:pt x="350423" y="311354"/>
                  </a:lnTo>
                  <a:lnTo>
                    <a:pt x="350367" y="311494"/>
                  </a:lnTo>
                  <a:lnTo>
                    <a:pt x="350251" y="311897"/>
                  </a:lnTo>
                  <a:lnTo>
                    <a:pt x="350216" y="312052"/>
                  </a:lnTo>
                  <a:lnTo>
                    <a:pt x="350301" y="312195"/>
                  </a:lnTo>
                  <a:lnTo>
                    <a:pt x="350440" y="312283"/>
                  </a:lnTo>
                  <a:lnTo>
                    <a:pt x="350537" y="312495"/>
                  </a:lnTo>
                  <a:lnTo>
                    <a:pt x="350572" y="312729"/>
                  </a:lnTo>
                  <a:lnTo>
                    <a:pt x="350549" y="312984"/>
                  </a:lnTo>
                  <a:lnTo>
                    <a:pt x="350324" y="313418"/>
                  </a:lnTo>
                  <a:lnTo>
                    <a:pt x="350019" y="313730"/>
                  </a:lnTo>
                  <a:lnTo>
                    <a:pt x="349705" y="313471"/>
                  </a:lnTo>
                  <a:lnTo>
                    <a:pt x="349526" y="313377"/>
                  </a:lnTo>
                  <a:lnTo>
                    <a:pt x="349051" y="313288"/>
                  </a:lnTo>
                  <a:lnTo>
                    <a:pt x="348885" y="313357"/>
                  </a:lnTo>
                  <a:lnTo>
                    <a:pt x="348805" y="313558"/>
                  </a:lnTo>
                  <a:lnTo>
                    <a:pt x="348415" y="314701"/>
                  </a:lnTo>
                  <a:lnTo>
                    <a:pt x="348725" y="315291"/>
                  </a:lnTo>
                  <a:lnTo>
                    <a:pt x="348965" y="315519"/>
                  </a:lnTo>
                  <a:lnTo>
                    <a:pt x="348940" y="315703"/>
                  </a:lnTo>
                  <a:lnTo>
                    <a:pt x="348837" y="316264"/>
                  </a:lnTo>
                  <a:lnTo>
                    <a:pt x="348919" y="316889"/>
                  </a:lnTo>
                  <a:lnTo>
                    <a:pt x="349023" y="317463"/>
                  </a:lnTo>
                  <a:lnTo>
                    <a:pt x="349020" y="317609"/>
                  </a:lnTo>
                  <a:lnTo>
                    <a:pt x="348742" y="317781"/>
                  </a:lnTo>
                  <a:lnTo>
                    <a:pt x="348553" y="317771"/>
                  </a:lnTo>
                  <a:lnTo>
                    <a:pt x="348416" y="318549"/>
                  </a:lnTo>
                  <a:lnTo>
                    <a:pt x="348460" y="318805"/>
                  </a:lnTo>
                  <a:lnTo>
                    <a:pt x="348127" y="318724"/>
                  </a:lnTo>
                  <a:lnTo>
                    <a:pt x="347970" y="318583"/>
                  </a:lnTo>
                  <a:lnTo>
                    <a:pt x="347566" y="318604"/>
                  </a:lnTo>
                  <a:lnTo>
                    <a:pt x="347423" y="318737"/>
                  </a:lnTo>
                  <a:lnTo>
                    <a:pt x="346519" y="318800"/>
                  </a:lnTo>
                  <a:lnTo>
                    <a:pt x="346062" y="318599"/>
                  </a:lnTo>
                  <a:lnTo>
                    <a:pt x="345923" y="318640"/>
                  </a:lnTo>
                  <a:lnTo>
                    <a:pt x="345527" y="318595"/>
                  </a:lnTo>
                  <a:lnTo>
                    <a:pt x="345167" y="318260"/>
                  </a:lnTo>
                  <a:lnTo>
                    <a:pt x="344664" y="318217"/>
                  </a:lnTo>
                  <a:lnTo>
                    <a:pt x="344149" y="318091"/>
                  </a:lnTo>
                  <a:lnTo>
                    <a:pt x="343903" y="317743"/>
                  </a:lnTo>
                  <a:lnTo>
                    <a:pt x="343810" y="317610"/>
                  </a:lnTo>
                  <a:lnTo>
                    <a:pt x="343673" y="317302"/>
                  </a:lnTo>
                  <a:lnTo>
                    <a:pt x="343170" y="317291"/>
                  </a:lnTo>
                  <a:lnTo>
                    <a:pt x="342960" y="317346"/>
                  </a:lnTo>
                  <a:lnTo>
                    <a:pt x="342852" y="317820"/>
                  </a:lnTo>
                  <a:lnTo>
                    <a:pt x="342902" y="318051"/>
                  </a:lnTo>
                  <a:lnTo>
                    <a:pt x="342654" y="318464"/>
                  </a:lnTo>
                  <a:lnTo>
                    <a:pt x="342435" y="318290"/>
                  </a:lnTo>
                  <a:lnTo>
                    <a:pt x="341832" y="317810"/>
                  </a:lnTo>
                  <a:lnTo>
                    <a:pt x="341406" y="317458"/>
                  </a:lnTo>
                  <a:lnTo>
                    <a:pt x="341175" y="317479"/>
                  </a:lnTo>
                  <a:lnTo>
                    <a:pt x="340963" y="317529"/>
                  </a:lnTo>
                  <a:lnTo>
                    <a:pt x="340934" y="317732"/>
                  </a:lnTo>
                  <a:lnTo>
                    <a:pt x="340935" y="317905"/>
                  </a:lnTo>
                  <a:lnTo>
                    <a:pt x="340932" y="318095"/>
                  </a:lnTo>
                  <a:lnTo>
                    <a:pt x="340699" y="318725"/>
                  </a:lnTo>
                  <a:lnTo>
                    <a:pt x="340207" y="319810"/>
                  </a:lnTo>
                  <a:lnTo>
                    <a:pt x="339705" y="320022"/>
                  </a:lnTo>
                  <a:lnTo>
                    <a:pt x="339713" y="320778"/>
                  </a:lnTo>
                  <a:lnTo>
                    <a:pt x="339698" y="321311"/>
                  </a:lnTo>
                  <a:lnTo>
                    <a:pt x="339709" y="322253"/>
                  </a:lnTo>
                  <a:lnTo>
                    <a:pt x="339767" y="322485"/>
                  </a:lnTo>
                  <a:lnTo>
                    <a:pt x="339473" y="322722"/>
                  </a:lnTo>
                  <a:lnTo>
                    <a:pt x="339321" y="322712"/>
                  </a:lnTo>
                  <a:lnTo>
                    <a:pt x="339206" y="323003"/>
                  </a:lnTo>
                  <a:lnTo>
                    <a:pt x="339541" y="323435"/>
                  </a:lnTo>
                  <a:lnTo>
                    <a:pt x="339948" y="323522"/>
                  </a:lnTo>
                  <a:lnTo>
                    <a:pt x="340271" y="323825"/>
                  </a:lnTo>
                  <a:lnTo>
                    <a:pt x="340372" y="323958"/>
                  </a:lnTo>
                  <a:lnTo>
                    <a:pt x="340598" y="323553"/>
                  </a:lnTo>
                  <a:lnTo>
                    <a:pt x="340884" y="323583"/>
                  </a:lnTo>
                  <a:lnTo>
                    <a:pt x="341345" y="323647"/>
                  </a:lnTo>
                  <a:lnTo>
                    <a:pt x="341507" y="323742"/>
                  </a:lnTo>
                  <a:lnTo>
                    <a:pt x="341336" y="324771"/>
                  </a:lnTo>
                  <a:lnTo>
                    <a:pt x="340926" y="324900"/>
                  </a:lnTo>
                  <a:lnTo>
                    <a:pt x="340636" y="324975"/>
                  </a:lnTo>
                  <a:lnTo>
                    <a:pt x="340343" y="324998"/>
                  </a:lnTo>
                  <a:lnTo>
                    <a:pt x="340228" y="325201"/>
                  </a:lnTo>
                  <a:lnTo>
                    <a:pt x="340116" y="325617"/>
                  </a:lnTo>
                  <a:lnTo>
                    <a:pt x="340112" y="325883"/>
                  </a:lnTo>
                  <a:lnTo>
                    <a:pt x="339887" y="326058"/>
                  </a:lnTo>
                  <a:lnTo>
                    <a:pt x="339545" y="326001"/>
                  </a:lnTo>
                  <a:lnTo>
                    <a:pt x="339247" y="326538"/>
                  </a:lnTo>
                  <a:lnTo>
                    <a:pt x="339064" y="327008"/>
                  </a:lnTo>
                  <a:lnTo>
                    <a:pt x="339029" y="327493"/>
                  </a:lnTo>
                  <a:lnTo>
                    <a:pt x="339173" y="327648"/>
                  </a:lnTo>
                  <a:lnTo>
                    <a:pt x="339105" y="327992"/>
                  </a:lnTo>
                  <a:lnTo>
                    <a:pt x="338491" y="327937"/>
                  </a:lnTo>
                  <a:lnTo>
                    <a:pt x="338095" y="327814"/>
                  </a:lnTo>
                  <a:lnTo>
                    <a:pt x="337413" y="327773"/>
                  </a:lnTo>
                  <a:lnTo>
                    <a:pt x="337130" y="327982"/>
                  </a:lnTo>
                  <a:lnTo>
                    <a:pt x="337016" y="328119"/>
                  </a:lnTo>
                  <a:lnTo>
                    <a:pt x="336838" y="328220"/>
                  </a:lnTo>
                  <a:lnTo>
                    <a:pt x="336667" y="328304"/>
                  </a:lnTo>
                  <a:lnTo>
                    <a:pt x="336323" y="328324"/>
                  </a:lnTo>
                  <a:lnTo>
                    <a:pt x="336324" y="327947"/>
                  </a:lnTo>
                  <a:lnTo>
                    <a:pt x="336184" y="327874"/>
                  </a:lnTo>
                  <a:lnTo>
                    <a:pt x="336023" y="327890"/>
                  </a:lnTo>
                  <a:lnTo>
                    <a:pt x="335788" y="328124"/>
                  </a:lnTo>
                  <a:lnTo>
                    <a:pt x="335554" y="328360"/>
                  </a:lnTo>
                  <a:lnTo>
                    <a:pt x="335207" y="328518"/>
                  </a:lnTo>
                  <a:lnTo>
                    <a:pt x="334396" y="328700"/>
                  </a:lnTo>
                  <a:lnTo>
                    <a:pt x="334049" y="328569"/>
                  </a:lnTo>
                  <a:lnTo>
                    <a:pt x="333734" y="328506"/>
                  </a:lnTo>
                  <a:lnTo>
                    <a:pt x="332999" y="328668"/>
                  </a:lnTo>
                  <a:lnTo>
                    <a:pt x="332948" y="329544"/>
                  </a:lnTo>
                  <a:lnTo>
                    <a:pt x="332972" y="330053"/>
                  </a:lnTo>
                  <a:lnTo>
                    <a:pt x="333079" y="330501"/>
                  </a:lnTo>
                  <a:lnTo>
                    <a:pt x="333112" y="330827"/>
                  </a:lnTo>
                  <a:lnTo>
                    <a:pt x="333164" y="331899"/>
                  </a:lnTo>
                  <a:lnTo>
                    <a:pt x="333127" y="332138"/>
                  </a:lnTo>
                  <a:lnTo>
                    <a:pt x="332715" y="332353"/>
                  </a:lnTo>
                  <a:lnTo>
                    <a:pt x="332675" y="332568"/>
                  </a:lnTo>
                  <a:lnTo>
                    <a:pt x="332565" y="333148"/>
                  </a:lnTo>
                  <a:lnTo>
                    <a:pt x="332577" y="333403"/>
                  </a:lnTo>
                  <a:lnTo>
                    <a:pt x="332304" y="334193"/>
                  </a:lnTo>
                  <a:lnTo>
                    <a:pt x="332132" y="334497"/>
                  </a:lnTo>
                  <a:lnTo>
                    <a:pt x="331996" y="334759"/>
                  </a:lnTo>
                  <a:lnTo>
                    <a:pt x="331940" y="334908"/>
                  </a:lnTo>
                  <a:lnTo>
                    <a:pt x="331890" y="335059"/>
                  </a:lnTo>
                  <a:lnTo>
                    <a:pt x="331816" y="335284"/>
                  </a:lnTo>
                  <a:lnTo>
                    <a:pt x="331751" y="335459"/>
                  </a:lnTo>
                  <a:lnTo>
                    <a:pt x="331594" y="335549"/>
                  </a:lnTo>
                  <a:lnTo>
                    <a:pt x="331466" y="335507"/>
                  </a:lnTo>
                  <a:lnTo>
                    <a:pt x="331150" y="335864"/>
                  </a:lnTo>
                  <a:lnTo>
                    <a:pt x="331022" y="336109"/>
                  </a:lnTo>
                  <a:lnTo>
                    <a:pt x="330729" y="336519"/>
                  </a:lnTo>
                  <a:lnTo>
                    <a:pt x="330448" y="336566"/>
                  </a:lnTo>
                  <a:lnTo>
                    <a:pt x="330340" y="336862"/>
                  </a:lnTo>
                  <a:lnTo>
                    <a:pt x="330297" y="337083"/>
                  </a:lnTo>
                  <a:lnTo>
                    <a:pt x="330177" y="337281"/>
                  </a:lnTo>
                  <a:lnTo>
                    <a:pt x="330045" y="337260"/>
                  </a:lnTo>
                  <a:lnTo>
                    <a:pt x="329747" y="337211"/>
                  </a:lnTo>
                  <a:lnTo>
                    <a:pt x="329494" y="337169"/>
                  </a:lnTo>
                  <a:lnTo>
                    <a:pt x="329105" y="337137"/>
                  </a:lnTo>
                  <a:lnTo>
                    <a:pt x="328820" y="337227"/>
                  </a:lnTo>
                  <a:lnTo>
                    <a:pt x="328774" y="337651"/>
                  </a:lnTo>
                  <a:lnTo>
                    <a:pt x="328845" y="337780"/>
                  </a:lnTo>
                  <a:lnTo>
                    <a:pt x="328723" y="337997"/>
                  </a:lnTo>
                  <a:lnTo>
                    <a:pt x="328539" y="338281"/>
                  </a:lnTo>
                  <a:lnTo>
                    <a:pt x="328613" y="338602"/>
                  </a:lnTo>
                  <a:lnTo>
                    <a:pt x="328605" y="338881"/>
                  </a:lnTo>
                  <a:lnTo>
                    <a:pt x="328458" y="339154"/>
                  </a:lnTo>
                  <a:lnTo>
                    <a:pt x="328438" y="339355"/>
                  </a:lnTo>
                  <a:lnTo>
                    <a:pt x="328436" y="339606"/>
                  </a:lnTo>
                  <a:lnTo>
                    <a:pt x="328404" y="339992"/>
                  </a:lnTo>
                  <a:lnTo>
                    <a:pt x="328306" y="340240"/>
                  </a:lnTo>
                  <a:lnTo>
                    <a:pt x="328206" y="340399"/>
                  </a:lnTo>
                  <a:lnTo>
                    <a:pt x="328338" y="341101"/>
                  </a:lnTo>
                  <a:lnTo>
                    <a:pt x="328535" y="341352"/>
                  </a:lnTo>
                  <a:lnTo>
                    <a:pt x="328512" y="341754"/>
                  </a:lnTo>
                  <a:lnTo>
                    <a:pt x="328172" y="342248"/>
                  </a:lnTo>
                  <a:lnTo>
                    <a:pt x="328006" y="342347"/>
                  </a:lnTo>
                  <a:lnTo>
                    <a:pt x="327781" y="342616"/>
                  </a:lnTo>
                  <a:lnTo>
                    <a:pt x="327730" y="342913"/>
                  </a:lnTo>
                  <a:lnTo>
                    <a:pt x="327674" y="343213"/>
                  </a:lnTo>
                  <a:lnTo>
                    <a:pt x="327564" y="343404"/>
                  </a:lnTo>
                  <a:lnTo>
                    <a:pt x="327348" y="343560"/>
                  </a:lnTo>
                  <a:lnTo>
                    <a:pt x="327195" y="344018"/>
                  </a:lnTo>
                  <a:lnTo>
                    <a:pt x="327079" y="344760"/>
                  </a:lnTo>
                  <a:lnTo>
                    <a:pt x="327091" y="344901"/>
                  </a:lnTo>
                  <a:lnTo>
                    <a:pt x="327362" y="345153"/>
                  </a:lnTo>
                  <a:lnTo>
                    <a:pt x="327510" y="345229"/>
                  </a:lnTo>
                  <a:lnTo>
                    <a:pt x="327717" y="345350"/>
                  </a:lnTo>
                  <a:lnTo>
                    <a:pt x="327897" y="345565"/>
                  </a:lnTo>
                  <a:lnTo>
                    <a:pt x="327551" y="346137"/>
                  </a:lnTo>
                  <a:lnTo>
                    <a:pt x="327269" y="346385"/>
                  </a:lnTo>
                  <a:lnTo>
                    <a:pt x="327128" y="346532"/>
                  </a:lnTo>
                  <a:lnTo>
                    <a:pt x="326997" y="346721"/>
                  </a:lnTo>
                  <a:lnTo>
                    <a:pt x="326642" y="346871"/>
                  </a:lnTo>
                  <a:lnTo>
                    <a:pt x="326645" y="347088"/>
                  </a:lnTo>
                  <a:lnTo>
                    <a:pt x="326635" y="347352"/>
                  </a:lnTo>
                  <a:lnTo>
                    <a:pt x="326470" y="347729"/>
                  </a:lnTo>
                  <a:lnTo>
                    <a:pt x="326523" y="347874"/>
                  </a:lnTo>
                  <a:lnTo>
                    <a:pt x="326615" y="348017"/>
                  </a:lnTo>
                  <a:lnTo>
                    <a:pt x="326778" y="348022"/>
                  </a:lnTo>
                  <a:lnTo>
                    <a:pt x="327023" y="347809"/>
                  </a:lnTo>
                  <a:lnTo>
                    <a:pt x="327568" y="348240"/>
                  </a:lnTo>
                  <a:lnTo>
                    <a:pt x="327560" y="348566"/>
                  </a:lnTo>
                  <a:lnTo>
                    <a:pt x="327487" y="349015"/>
                  </a:lnTo>
                  <a:lnTo>
                    <a:pt x="327207" y="349401"/>
                  </a:lnTo>
                  <a:lnTo>
                    <a:pt x="327384" y="349750"/>
                  </a:lnTo>
                  <a:lnTo>
                    <a:pt x="327514" y="349847"/>
                  </a:lnTo>
                  <a:lnTo>
                    <a:pt x="327644" y="350008"/>
                  </a:lnTo>
                  <a:lnTo>
                    <a:pt x="327795" y="350231"/>
                  </a:lnTo>
                  <a:lnTo>
                    <a:pt x="327783" y="350614"/>
                  </a:lnTo>
                  <a:lnTo>
                    <a:pt x="327843" y="350780"/>
                  </a:lnTo>
                  <a:lnTo>
                    <a:pt x="327990" y="350822"/>
                  </a:lnTo>
                  <a:lnTo>
                    <a:pt x="328150" y="350881"/>
                  </a:lnTo>
                  <a:lnTo>
                    <a:pt x="328323" y="350955"/>
                  </a:lnTo>
                  <a:lnTo>
                    <a:pt x="328241" y="351282"/>
                  </a:lnTo>
                  <a:lnTo>
                    <a:pt x="328169" y="351542"/>
                  </a:lnTo>
                  <a:lnTo>
                    <a:pt x="328156" y="351692"/>
                  </a:lnTo>
                  <a:lnTo>
                    <a:pt x="328147" y="352167"/>
                  </a:lnTo>
                  <a:lnTo>
                    <a:pt x="328158" y="352545"/>
                  </a:lnTo>
                  <a:lnTo>
                    <a:pt x="328154" y="352831"/>
                  </a:lnTo>
                  <a:lnTo>
                    <a:pt x="328101" y="353199"/>
                  </a:lnTo>
                  <a:lnTo>
                    <a:pt x="328130" y="353378"/>
                  </a:lnTo>
                  <a:lnTo>
                    <a:pt x="328519" y="353243"/>
                  </a:lnTo>
                  <a:lnTo>
                    <a:pt x="328749" y="353447"/>
                  </a:lnTo>
                  <a:lnTo>
                    <a:pt x="328830" y="353796"/>
                  </a:lnTo>
                  <a:lnTo>
                    <a:pt x="328297" y="354096"/>
                  </a:lnTo>
                  <a:lnTo>
                    <a:pt x="327984" y="354173"/>
                  </a:lnTo>
                  <a:lnTo>
                    <a:pt x="327533" y="354483"/>
                  </a:lnTo>
                  <a:lnTo>
                    <a:pt x="327452" y="354657"/>
                  </a:lnTo>
                  <a:lnTo>
                    <a:pt x="327795" y="354810"/>
                  </a:lnTo>
                  <a:lnTo>
                    <a:pt x="327790" y="355052"/>
                  </a:lnTo>
                  <a:lnTo>
                    <a:pt x="327784" y="355272"/>
                  </a:lnTo>
                  <a:lnTo>
                    <a:pt x="327861" y="355482"/>
                  </a:lnTo>
                  <a:lnTo>
                    <a:pt x="327997" y="355726"/>
                  </a:lnTo>
                  <a:lnTo>
                    <a:pt x="327704" y="356343"/>
                  </a:lnTo>
                  <a:lnTo>
                    <a:pt x="327696" y="356714"/>
                  </a:lnTo>
                  <a:lnTo>
                    <a:pt x="327676" y="357025"/>
                  </a:lnTo>
                  <a:lnTo>
                    <a:pt x="327634" y="357368"/>
                  </a:lnTo>
                  <a:lnTo>
                    <a:pt x="327638" y="357521"/>
                  </a:lnTo>
                  <a:lnTo>
                    <a:pt x="327808" y="357943"/>
                  </a:lnTo>
                  <a:lnTo>
                    <a:pt x="328322" y="358465"/>
                  </a:lnTo>
                  <a:lnTo>
                    <a:pt x="328581" y="358669"/>
                  </a:lnTo>
                  <a:lnTo>
                    <a:pt x="329114" y="358753"/>
                  </a:lnTo>
                  <a:lnTo>
                    <a:pt x="329567" y="358649"/>
                  </a:lnTo>
                  <a:lnTo>
                    <a:pt x="329734" y="358747"/>
                  </a:lnTo>
                  <a:lnTo>
                    <a:pt x="330040" y="358865"/>
                  </a:lnTo>
                  <a:lnTo>
                    <a:pt x="330209" y="358559"/>
                  </a:lnTo>
                  <a:lnTo>
                    <a:pt x="330505" y="358526"/>
                  </a:lnTo>
                  <a:lnTo>
                    <a:pt x="330391" y="358763"/>
                  </a:lnTo>
                  <a:lnTo>
                    <a:pt x="330150" y="359073"/>
                  </a:lnTo>
                  <a:lnTo>
                    <a:pt x="330154" y="359530"/>
                  </a:lnTo>
                  <a:lnTo>
                    <a:pt x="330479" y="359811"/>
                  </a:lnTo>
                  <a:lnTo>
                    <a:pt x="330491" y="360239"/>
                  </a:lnTo>
                  <a:lnTo>
                    <a:pt x="330491" y="360388"/>
                  </a:lnTo>
                  <a:lnTo>
                    <a:pt x="330341" y="360605"/>
                  </a:lnTo>
                  <a:lnTo>
                    <a:pt x="330015" y="360581"/>
                  </a:lnTo>
                  <a:lnTo>
                    <a:pt x="329616" y="360996"/>
                  </a:lnTo>
                  <a:lnTo>
                    <a:pt x="329576" y="361300"/>
                  </a:lnTo>
                  <a:lnTo>
                    <a:pt x="329427" y="361427"/>
                  </a:lnTo>
                  <a:lnTo>
                    <a:pt x="329019" y="361616"/>
                  </a:lnTo>
                  <a:lnTo>
                    <a:pt x="328746" y="361629"/>
                  </a:lnTo>
                  <a:lnTo>
                    <a:pt x="328416" y="362134"/>
                  </a:lnTo>
                  <a:lnTo>
                    <a:pt x="328623" y="362527"/>
                  </a:lnTo>
                  <a:lnTo>
                    <a:pt x="329040" y="362828"/>
                  </a:lnTo>
                  <a:lnTo>
                    <a:pt x="329022" y="363013"/>
                  </a:lnTo>
                  <a:lnTo>
                    <a:pt x="328641" y="363394"/>
                  </a:lnTo>
                  <a:lnTo>
                    <a:pt x="328389" y="363487"/>
                  </a:lnTo>
                  <a:lnTo>
                    <a:pt x="327799" y="363815"/>
                  </a:lnTo>
                  <a:lnTo>
                    <a:pt x="327757" y="363950"/>
                  </a:lnTo>
                  <a:lnTo>
                    <a:pt x="327727" y="364080"/>
                  </a:lnTo>
                  <a:lnTo>
                    <a:pt x="327401" y="363982"/>
                  </a:lnTo>
                  <a:lnTo>
                    <a:pt x="327153" y="364075"/>
                  </a:lnTo>
                  <a:lnTo>
                    <a:pt x="327224" y="364321"/>
                  </a:lnTo>
                  <a:lnTo>
                    <a:pt x="327321" y="364605"/>
                  </a:lnTo>
                  <a:lnTo>
                    <a:pt x="327345" y="364840"/>
                  </a:lnTo>
                  <a:lnTo>
                    <a:pt x="327253" y="365073"/>
                  </a:lnTo>
                  <a:lnTo>
                    <a:pt x="327374" y="365362"/>
                  </a:lnTo>
                  <a:lnTo>
                    <a:pt x="327658" y="365531"/>
                  </a:lnTo>
                  <a:lnTo>
                    <a:pt x="327708" y="365693"/>
                  </a:lnTo>
                  <a:lnTo>
                    <a:pt x="327749" y="366149"/>
                  </a:lnTo>
                  <a:lnTo>
                    <a:pt x="327714" y="366380"/>
                  </a:lnTo>
                  <a:lnTo>
                    <a:pt x="327484" y="366909"/>
                  </a:lnTo>
                  <a:lnTo>
                    <a:pt x="326982" y="367460"/>
                  </a:lnTo>
                  <a:lnTo>
                    <a:pt x="327018" y="368066"/>
                  </a:lnTo>
                  <a:lnTo>
                    <a:pt x="326965" y="368264"/>
                  </a:lnTo>
                  <a:lnTo>
                    <a:pt x="326611" y="368507"/>
                  </a:lnTo>
                  <a:lnTo>
                    <a:pt x="326624" y="368661"/>
                  </a:lnTo>
                  <a:lnTo>
                    <a:pt x="326478" y="368925"/>
                  </a:lnTo>
                  <a:lnTo>
                    <a:pt x="326306" y="369024"/>
                  </a:lnTo>
                  <a:lnTo>
                    <a:pt x="326028" y="369459"/>
                  </a:lnTo>
                  <a:lnTo>
                    <a:pt x="325875" y="369409"/>
                  </a:lnTo>
                  <a:lnTo>
                    <a:pt x="325467" y="369783"/>
                  </a:lnTo>
                  <a:lnTo>
                    <a:pt x="325263" y="370159"/>
                  </a:lnTo>
                  <a:lnTo>
                    <a:pt x="324766" y="370334"/>
                  </a:lnTo>
                  <a:lnTo>
                    <a:pt x="324416" y="371047"/>
                  </a:lnTo>
                  <a:lnTo>
                    <a:pt x="324323" y="371197"/>
                  </a:lnTo>
                  <a:lnTo>
                    <a:pt x="324018" y="371497"/>
                  </a:lnTo>
                  <a:lnTo>
                    <a:pt x="323863" y="371762"/>
                  </a:lnTo>
                  <a:lnTo>
                    <a:pt x="323708" y="372124"/>
                  </a:lnTo>
                  <a:lnTo>
                    <a:pt x="323710" y="372416"/>
                  </a:lnTo>
                  <a:lnTo>
                    <a:pt x="323726" y="372642"/>
                  </a:lnTo>
                  <a:lnTo>
                    <a:pt x="323620" y="372908"/>
                  </a:lnTo>
                  <a:lnTo>
                    <a:pt x="323419" y="372847"/>
                  </a:lnTo>
                  <a:lnTo>
                    <a:pt x="322872" y="373281"/>
                  </a:lnTo>
                  <a:lnTo>
                    <a:pt x="322794" y="373671"/>
                  </a:lnTo>
                  <a:lnTo>
                    <a:pt x="322648" y="373703"/>
                  </a:lnTo>
                  <a:lnTo>
                    <a:pt x="322493" y="373488"/>
                  </a:lnTo>
                  <a:lnTo>
                    <a:pt x="322283" y="373376"/>
                  </a:lnTo>
                  <a:lnTo>
                    <a:pt x="322116" y="373466"/>
                  </a:lnTo>
                  <a:lnTo>
                    <a:pt x="321983" y="373826"/>
                  </a:lnTo>
                  <a:lnTo>
                    <a:pt x="321674" y="373934"/>
                  </a:lnTo>
                  <a:lnTo>
                    <a:pt x="321330" y="374143"/>
                  </a:lnTo>
                  <a:lnTo>
                    <a:pt x="321183" y="374416"/>
                  </a:lnTo>
                  <a:lnTo>
                    <a:pt x="321293" y="374760"/>
                  </a:lnTo>
                  <a:lnTo>
                    <a:pt x="321170" y="374893"/>
                  </a:lnTo>
                  <a:lnTo>
                    <a:pt x="320939" y="375151"/>
                  </a:lnTo>
                  <a:lnTo>
                    <a:pt x="320887" y="375364"/>
                  </a:lnTo>
                  <a:lnTo>
                    <a:pt x="320646" y="375625"/>
                  </a:lnTo>
                  <a:lnTo>
                    <a:pt x="320333" y="375871"/>
                  </a:lnTo>
                  <a:lnTo>
                    <a:pt x="319570" y="375765"/>
                  </a:lnTo>
                  <a:lnTo>
                    <a:pt x="319542" y="375939"/>
                  </a:lnTo>
                  <a:lnTo>
                    <a:pt x="319514" y="376308"/>
                  </a:lnTo>
                  <a:lnTo>
                    <a:pt x="319366" y="376411"/>
                  </a:lnTo>
                  <a:lnTo>
                    <a:pt x="319121" y="376512"/>
                  </a:lnTo>
                  <a:lnTo>
                    <a:pt x="318720" y="376539"/>
                  </a:lnTo>
                  <a:lnTo>
                    <a:pt x="318544" y="376506"/>
                  </a:lnTo>
                  <a:lnTo>
                    <a:pt x="318069" y="376256"/>
                  </a:lnTo>
                  <a:lnTo>
                    <a:pt x="317698" y="376322"/>
                  </a:lnTo>
                  <a:lnTo>
                    <a:pt x="317340" y="376327"/>
                  </a:lnTo>
                  <a:lnTo>
                    <a:pt x="317360" y="376192"/>
                  </a:lnTo>
                  <a:lnTo>
                    <a:pt x="316682" y="376507"/>
                  </a:lnTo>
                  <a:lnTo>
                    <a:pt x="316061" y="376370"/>
                  </a:lnTo>
                  <a:lnTo>
                    <a:pt x="315834" y="376254"/>
                  </a:lnTo>
                  <a:lnTo>
                    <a:pt x="315607" y="376139"/>
                  </a:lnTo>
                  <a:lnTo>
                    <a:pt x="315412" y="376257"/>
                  </a:lnTo>
                  <a:lnTo>
                    <a:pt x="314938" y="376306"/>
                  </a:lnTo>
                  <a:lnTo>
                    <a:pt x="314472" y="376407"/>
                  </a:lnTo>
                  <a:lnTo>
                    <a:pt x="314442" y="376565"/>
                  </a:lnTo>
                  <a:lnTo>
                    <a:pt x="314298" y="376704"/>
                  </a:lnTo>
                  <a:lnTo>
                    <a:pt x="314086" y="376851"/>
                  </a:lnTo>
                  <a:lnTo>
                    <a:pt x="313807" y="376803"/>
                  </a:lnTo>
                  <a:lnTo>
                    <a:pt x="312851" y="376781"/>
                  </a:lnTo>
                  <a:lnTo>
                    <a:pt x="312685" y="376873"/>
                  </a:lnTo>
                  <a:lnTo>
                    <a:pt x="312628" y="377026"/>
                  </a:lnTo>
                  <a:lnTo>
                    <a:pt x="313243" y="377464"/>
                  </a:lnTo>
                  <a:lnTo>
                    <a:pt x="313374" y="377549"/>
                  </a:lnTo>
                  <a:lnTo>
                    <a:pt x="313692" y="377810"/>
                  </a:lnTo>
                  <a:lnTo>
                    <a:pt x="313876" y="378007"/>
                  </a:lnTo>
                  <a:lnTo>
                    <a:pt x="313900" y="378211"/>
                  </a:lnTo>
                  <a:lnTo>
                    <a:pt x="314211" y="378808"/>
                  </a:lnTo>
                  <a:lnTo>
                    <a:pt x="314165" y="379073"/>
                  </a:lnTo>
                  <a:lnTo>
                    <a:pt x="313830" y="379475"/>
                  </a:lnTo>
                  <a:lnTo>
                    <a:pt x="313699" y="379678"/>
                  </a:lnTo>
                  <a:lnTo>
                    <a:pt x="313613" y="379924"/>
                  </a:lnTo>
                  <a:lnTo>
                    <a:pt x="313376" y="380271"/>
                  </a:lnTo>
                  <a:lnTo>
                    <a:pt x="313047" y="380247"/>
                  </a:lnTo>
                  <a:lnTo>
                    <a:pt x="312786" y="380419"/>
                  </a:lnTo>
                  <a:lnTo>
                    <a:pt x="312820" y="380561"/>
                  </a:lnTo>
                  <a:lnTo>
                    <a:pt x="312808" y="380886"/>
                  </a:lnTo>
                  <a:lnTo>
                    <a:pt x="312468" y="381236"/>
                  </a:lnTo>
                  <a:lnTo>
                    <a:pt x="312272" y="381201"/>
                  </a:lnTo>
                  <a:lnTo>
                    <a:pt x="311566" y="381444"/>
                  </a:lnTo>
                  <a:lnTo>
                    <a:pt x="311398" y="381351"/>
                  </a:lnTo>
                  <a:lnTo>
                    <a:pt x="311234" y="381087"/>
                  </a:lnTo>
                  <a:lnTo>
                    <a:pt x="310418" y="381461"/>
                  </a:lnTo>
                  <a:lnTo>
                    <a:pt x="310374" y="381624"/>
                  </a:lnTo>
                  <a:lnTo>
                    <a:pt x="310104" y="381779"/>
                  </a:lnTo>
                  <a:lnTo>
                    <a:pt x="309961" y="381881"/>
                  </a:lnTo>
                  <a:lnTo>
                    <a:pt x="309762" y="382157"/>
                  </a:lnTo>
                  <a:lnTo>
                    <a:pt x="309430" y="381910"/>
                  </a:lnTo>
                  <a:lnTo>
                    <a:pt x="309373" y="381643"/>
                  </a:lnTo>
                  <a:lnTo>
                    <a:pt x="309038" y="381556"/>
                  </a:lnTo>
                  <a:lnTo>
                    <a:pt x="308632" y="381796"/>
                  </a:lnTo>
                  <a:lnTo>
                    <a:pt x="308464" y="381885"/>
                  </a:lnTo>
                  <a:lnTo>
                    <a:pt x="308178" y="381877"/>
                  </a:lnTo>
                  <a:lnTo>
                    <a:pt x="307971" y="381865"/>
                  </a:lnTo>
                  <a:lnTo>
                    <a:pt x="308086" y="382063"/>
                  </a:lnTo>
                  <a:lnTo>
                    <a:pt x="308146" y="382366"/>
                  </a:lnTo>
                  <a:lnTo>
                    <a:pt x="308159" y="382512"/>
                  </a:lnTo>
                  <a:lnTo>
                    <a:pt x="308025" y="382814"/>
                  </a:lnTo>
                  <a:lnTo>
                    <a:pt x="307554" y="383320"/>
                  </a:lnTo>
                  <a:lnTo>
                    <a:pt x="307199" y="383400"/>
                  </a:lnTo>
                  <a:lnTo>
                    <a:pt x="306986" y="383412"/>
                  </a:lnTo>
                  <a:lnTo>
                    <a:pt x="306512" y="383354"/>
                  </a:lnTo>
                  <a:lnTo>
                    <a:pt x="306164" y="383247"/>
                  </a:lnTo>
                  <a:lnTo>
                    <a:pt x="305488" y="383116"/>
                  </a:lnTo>
                  <a:lnTo>
                    <a:pt x="305092" y="383074"/>
                  </a:lnTo>
                  <a:lnTo>
                    <a:pt x="304985" y="383269"/>
                  </a:lnTo>
                  <a:lnTo>
                    <a:pt x="305169" y="383539"/>
                  </a:lnTo>
                  <a:lnTo>
                    <a:pt x="305210" y="383895"/>
                  </a:lnTo>
                  <a:lnTo>
                    <a:pt x="305198" y="384054"/>
                  </a:lnTo>
                  <a:lnTo>
                    <a:pt x="305066" y="384279"/>
                  </a:lnTo>
                  <a:lnTo>
                    <a:pt x="304872" y="384486"/>
                  </a:lnTo>
                  <a:lnTo>
                    <a:pt x="304662" y="384649"/>
                  </a:lnTo>
                  <a:lnTo>
                    <a:pt x="304271" y="384777"/>
                  </a:lnTo>
                  <a:lnTo>
                    <a:pt x="304057" y="384676"/>
                  </a:lnTo>
                  <a:lnTo>
                    <a:pt x="303823" y="384507"/>
                  </a:lnTo>
                  <a:lnTo>
                    <a:pt x="303428" y="384440"/>
                  </a:lnTo>
                  <a:lnTo>
                    <a:pt x="303290" y="384437"/>
                  </a:lnTo>
                  <a:lnTo>
                    <a:pt x="303225" y="384580"/>
                  </a:lnTo>
                  <a:lnTo>
                    <a:pt x="303056" y="384708"/>
                  </a:lnTo>
                  <a:lnTo>
                    <a:pt x="302710" y="384693"/>
                  </a:lnTo>
                  <a:lnTo>
                    <a:pt x="302444" y="384565"/>
                  </a:lnTo>
                  <a:lnTo>
                    <a:pt x="302032" y="384407"/>
                  </a:lnTo>
                  <a:lnTo>
                    <a:pt x="301952" y="384571"/>
                  </a:lnTo>
                  <a:lnTo>
                    <a:pt x="301894" y="384705"/>
                  </a:lnTo>
                  <a:lnTo>
                    <a:pt x="301391" y="384941"/>
                  </a:lnTo>
                  <a:lnTo>
                    <a:pt x="301166" y="384921"/>
                  </a:lnTo>
                  <a:lnTo>
                    <a:pt x="300875" y="385249"/>
                  </a:lnTo>
                  <a:lnTo>
                    <a:pt x="300851" y="385610"/>
                  </a:lnTo>
                  <a:lnTo>
                    <a:pt x="300857" y="385823"/>
                  </a:lnTo>
                  <a:lnTo>
                    <a:pt x="300744" y="386030"/>
                  </a:lnTo>
                  <a:lnTo>
                    <a:pt x="300475" y="386134"/>
                  </a:lnTo>
                  <a:lnTo>
                    <a:pt x="300305" y="385891"/>
                  </a:lnTo>
                  <a:lnTo>
                    <a:pt x="300302" y="385716"/>
                  </a:lnTo>
                  <a:lnTo>
                    <a:pt x="300097" y="385262"/>
                  </a:lnTo>
                  <a:lnTo>
                    <a:pt x="299398" y="384535"/>
                  </a:lnTo>
                  <a:lnTo>
                    <a:pt x="299085" y="384420"/>
                  </a:lnTo>
                  <a:lnTo>
                    <a:pt x="298675" y="384665"/>
                  </a:lnTo>
                  <a:lnTo>
                    <a:pt x="298618" y="384802"/>
                  </a:lnTo>
                  <a:lnTo>
                    <a:pt x="298738" y="385165"/>
                  </a:lnTo>
                  <a:lnTo>
                    <a:pt x="298805" y="385532"/>
                  </a:lnTo>
                  <a:lnTo>
                    <a:pt x="298799" y="385708"/>
                  </a:lnTo>
                  <a:lnTo>
                    <a:pt x="298775" y="385846"/>
                  </a:lnTo>
                  <a:lnTo>
                    <a:pt x="298542" y="386091"/>
                  </a:lnTo>
                  <a:lnTo>
                    <a:pt x="298241" y="385886"/>
                  </a:lnTo>
                  <a:lnTo>
                    <a:pt x="298122" y="386327"/>
                  </a:lnTo>
                  <a:lnTo>
                    <a:pt x="298414" y="386589"/>
                  </a:lnTo>
                  <a:lnTo>
                    <a:pt x="298599" y="386771"/>
                  </a:lnTo>
                  <a:lnTo>
                    <a:pt x="298488" y="387463"/>
                  </a:lnTo>
                  <a:lnTo>
                    <a:pt x="298769" y="388197"/>
                  </a:lnTo>
                  <a:lnTo>
                    <a:pt x="298594" y="388289"/>
                  </a:lnTo>
                  <a:lnTo>
                    <a:pt x="298187" y="388181"/>
                  </a:lnTo>
                  <a:lnTo>
                    <a:pt x="297879" y="388530"/>
                  </a:lnTo>
                  <a:lnTo>
                    <a:pt x="297594" y="389238"/>
                  </a:lnTo>
                  <a:lnTo>
                    <a:pt x="297570" y="389388"/>
                  </a:lnTo>
                  <a:lnTo>
                    <a:pt x="297587" y="389901"/>
                  </a:lnTo>
                  <a:lnTo>
                    <a:pt x="298085" y="390442"/>
                  </a:lnTo>
                  <a:lnTo>
                    <a:pt x="297828" y="390995"/>
                  </a:lnTo>
                  <a:lnTo>
                    <a:pt x="297608" y="391131"/>
                  </a:lnTo>
                  <a:lnTo>
                    <a:pt x="296950" y="391310"/>
                  </a:lnTo>
                  <a:lnTo>
                    <a:pt x="296618" y="391251"/>
                  </a:lnTo>
                  <a:lnTo>
                    <a:pt x="296158" y="391019"/>
                  </a:lnTo>
                  <a:lnTo>
                    <a:pt x="295851" y="390776"/>
                  </a:lnTo>
                  <a:lnTo>
                    <a:pt x="295777" y="390588"/>
                  </a:lnTo>
                  <a:lnTo>
                    <a:pt x="295626" y="390472"/>
                  </a:lnTo>
                  <a:lnTo>
                    <a:pt x="295226" y="390322"/>
                  </a:lnTo>
                  <a:lnTo>
                    <a:pt x="294945" y="390630"/>
                  </a:lnTo>
                  <a:lnTo>
                    <a:pt x="295061" y="390997"/>
                  </a:lnTo>
                  <a:lnTo>
                    <a:pt x="295184" y="391174"/>
                  </a:lnTo>
                  <a:lnTo>
                    <a:pt x="295434" y="391781"/>
                  </a:lnTo>
                  <a:lnTo>
                    <a:pt x="295569" y="392098"/>
                  </a:lnTo>
                  <a:lnTo>
                    <a:pt x="295977" y="392016"/>
                  </a:lnTo>
                  <a:lnTo>
                    <a:pt x="296107" y="392104"/>
                  </a:lnTo>
                  <a:lnTo>
                    <a:pt x="296278" y="392273"/>
                  </a:lnTo>
                  <a:lnTo>
                    <a:pt x="296401" y="392815"/>
                  </a:lnTo>
                  <a:lnTo>
                    <a:pt x="296350" y="393878"/>
                  </a:lnTo>
                  <a:lnTo>
                    <a:pt x="296121" y="394228"/>
                  </a:lnTo>
                  <a:lnTo>
                    <a:pt x="296149" y="394575"/>
                  </a:lnTo>
                  <a:lnTo>
                    <a:pt x="296398" y="395101"/>
                  </a:lnTo>
                  <a:lnTo>
                    <a:pt x="296187" y="395652"/>
                  </a:lnTo>
                  <a:lnTo>
                    <a:pt x="296172" y="395781"/>
                  </a:lnTo>
                  <a:lnTo>
                    <a:pt x="296197" y="396005"/>
                  </a:lnTo>
                  <a:lnTo>
                    <a:pt x="296280" y="396262"/>
                  </a:lnTo>
                  <a:lnTo>
                    <a:pt x="296724" y="396743"/>
                  </a:lnTo>
                  <a:lnTo>
                    <a:pt x="296879" y="396748"/>
                  </a:lnTo>
                  <a:lnTo>
                    <a:pt x="296888" y="396576"/>
                  </a:lnTo>
                  <a:lnTo>
                    <a:pt x="297178" y="396403"/>
                  </a:lnTo>
                  <a:lnTo>
                    <a:pt x="297709" y="396691"/>
                  </a:lnTo>
                  <a:lnTo>
                    <a:pt x="298080" y="397178"/>
                  </a:lnTo>
                  <a:lnTo>
                    <a:pt x="298154" y="397420"/>
                  </a:lnTo>
                  <a:lnTo>
                    <a:pt x="298151" y="397665"/>
                  </a:lnTo>
                  <a:lnTo>
                    <a:pt x="297972" y="397851"/>
                  </a:lnTo>
                  <a:lnTo>
                    <a:pt x="298057" y="398333"/>
                  </a:lnTo>
                  <a:lnTo>
                    <a:pt x="298224" y="398564"/>
                  </a:lnTo>
                  <a:lnTo>
                    <a:pt x="298411" y="398611"/>
                  </a:lnTo>
                  <a:lnTo>
                    <a:pt x="298710" y="398788"/>
                  </a:lnTo>
                  <a:lnTo>
                    <a:pt x="299053" y="398997"/>
                  </a:lnTo>
                  <a:lnTo>
                    <a:pt x="299270" y="399757"/>
                  </a:lnTo>
                  <a:lnTo>
                    <a:pt x="299264" y="399947"/>
                  </a:lnTo>
                  <a:lnTo>
                    <a:pt x="299497" y="400147"/>
                  </a:lnTo>
                  <a:lnTo>
                    <a:pt x="299740" y="400207"/>
                  </a:lnTo>
                  <a:lnTo>
                    <a:pt x="299972" y="400437"/>
                  </a:lnTo>
                  <a:lnTo>
                    <a:pt x="299969" y="400671"/>
                  </a:lnTo>
                  <a:lnTo>
                    <a:pt x="299873" y="400830"/>
                  </a:lnTo>
                  <a:lnTo>
                    <a:pt x="299749" y="400985"/>
                  </a:lnTo>
                  <a:lnTo>
                    <a:pt x="299339" y="401167"/>
                  </a:lnTo>
                  <a:lnTo>
                    <a:pt x="298664" y="401216"/>
                  </a:lnTo>
                  <a:lnTo>
                    <a:pt x="297645" y="400945"/>
                  </a:lnTo>
                  <a:lnTo>
                    <a:pt x="297397" y="400586"/>
                  </a:lnTo>
                  <a:lnTo>
                    <a:pt x="297160" y="400195"/>
                  </a:lnTo>
                  <a:lnTo>
                    <a:pt x="297005" y="400098"/>
                  </a:lnTo>
                  <a:lnTo>
                    <a:pt x="296663" y="400399"/>
                  </a:lnTo>
                  <a:lnTo>
                    <a:pt x="296569" y="400648"/>
                  </a:lnTo>
                  <a:lnTo>
                    <a:pt x="296407" y="401031"/>
                  </a:lnTo>
                  <a:lnTo>
                    <a:pt x="296331" y="401167"/>
                  </a:lnTo>
                  <a:lnTo>
                    <a:pt x="295849" y="401327"/>
                  </a:lnTo>
                  <a:lnTo>
                    <a:pt x="295514" y="401526"/>
                  </a:lnTo>
                  <a:lnTo>
                    <a:pt x="295325" y="401851"/>
                  </a:lnTo>
                  <a:lnTo>
                    <a:pt x="295450" y="402017"/>
                  </a:lnTo>
                  <a:lnTo>
                    <a:pt x="295548" y="402164"/>
                  </a:lnTo>
                  <a:lnTo>
                    <a:pt x="295426" y="402346"/>
                  </a:lnTo>
                  <a:lnTo>
                    <a:pt x="295120" y="402723"/>
                  </a:lnTo>
                  <a:lnTo>
                    <a:pt x="294094" y="402915"/>
                  </a:lnTo>
                  <a:lnTo>
                    <a:pt x="293834" y="403032"/>
                  </a:lnTo>
                  <a:lnTo>
                    <a:pt x="293581" y="403203"/>
                  </a:lnTo>
                  <a:lnTo>
                    <a:pt x="293364" y="403648"/>
                  </a:lnTo>
                  <a:lnTo>
                    <a:pt x="293296" y="403899"/>
                  </a:lnTo>
                  <a:lnTo>
                    <a:pt x="293427" y="404650"/>
                  </a:lnTo>
                  <a:lnTo>
                    <a:pt x="293837" y="405204"/>
                  </a:lnTo>
                  <a:lnTo>
                    <a:pt x="294015" y="405192"/>
                  </a:lnTo>
                  <a:lnTo>
                    <a:pt x="294205" y="405332"/>
                  </a:lnTo>
                  <a:lnTo>
                    <a:pt x="294620" y="405913"/>
                  </a:lnTo>
                  <a:lnTo>
                    <a:pt x="294764" y="406800"/>
                  </a:lnTo>
                  <a:lnTo>
                    <a:pt x="293672" y="407090"/>
                  </a:lnTo>
                  <a:lnTo>
                    <a:pt x="292934" y="407923"/>
                  </a:lnTo>
                  <a:lnTo>
                    <a:pt x="292388" y="408040"/>
                  </a:lnTo>
                  <a:lnTo>
                    <a:pt x="292203" y="407685"/>
                  </a:lnTo>
                  <a:lnTo>
                    <a:pt x="291772" y="407596"/>
                  </a:lnTo>
                  <a:lnTo>
                    <a:pt x="291597" y="407705"/>
                  </a:lnTo>
                  <a:lnTo>
                    <a:pt x="291336" y="407749"/>
                  </a:lnTo>
                  <a:lnTo>
                    <a:pt x="291063" y="407557"/>
                  </a:lnTo>
                  <a:lnTo>
                    <a:pt x="291041" y="407119"/>
                  </a:lnTo>
                  <a:lnTo>
                    <a:pt x="291113" y="406934"/>
                  </a:lnTo>
                  <a:lnTo>
                    <a:pt x="291199" y="406456"/>
                  </a:lnTo>
                  <a:lnTo>
                    <a:pt x="291099" y="406232"/>
                  </a:lnTo>
                  <a:lnTo>
                    <a:pt x="290570" y="406130"/>
                  </a:lnTo>
                  <a:lnTo>
                    <a:pt x="290281" y="406118"/>
                  </a:lnTo>
                  <a:lnTo>
                    <a:pt x="289462" y="405706"/>
                  </a:lnTo>
                  <a:lnTo>
                    <a:pt x="289312" y="405597"/>
                  </a:lnTo>
                  <a:lnTo>
                    <a:pt x="289050" y="405554"/>
                  </a:lnTo>
                  <a:lnTo>
                    <a:pt x="288618" y="405802"/>
                  </a:lnTo>
                  <a:lnTo>
                    <a:pt x="288343" y="406207"/>
                  </a:lnTo>
                  <a:lnTo>
                    <a:pt x="288290" y="406420"/>
                  </a:lnTo>
                  <a:lnTo>
                    <a:pt x="288240" y="406611"/>
                  </a:lnTo>
                  <a:lnTo>
                    <a:pt x="288117" y="406834"/>
                  </a:lnTo>
                  <a:lnTo>
                    <a:pt x="287695" y="407168"/>
                  </a:lnTo>
                  <a:lnTo>
                    <a:pt x="287696" y="407460"/>
                  </a:lnTo>
                  <a:lnTo>
                    <a:pt x="287753" y="407769"/>
                  </a:lnTo>
                  <a:lnTo>
                    <a:pt x="287391" y="407991"/>
                  </a:lnTo>
                  <a:lnTo>
                    <a:pt x="286831" y="408279"/>
                  </a:lnTo>
                  <a:lnTo>
                    <a:pt x="286382" y="408434"/>
                  </a:lnTo>
                  <a:lnTo>
                    <a:pt x="285905" y="408449"/>
                  </a:lnTo>
                  <a:lnTo>
                    <a:pt x="285545" y="407923"/>
                  </a:lnTo>
                  <a:lnTo>
                    <a:pt x="285555" y="407537"/>
                  </a:lnTo>
                  <a:lnTo>
                    <a:pt x="284968" y="406901"/>
                  </a:lnTo>
                  <a:lnTo>
                    <a:pt x="284812" y="406803"/>
                  </a:lnTo>
                  <a:lnTo>
                    <a:pt x="284573" y="406655"/>
                  </a:lnTo>
                  <a:lnTo>
                    <a:pt x="284284" y="406371"/>
                  </a:lnTo>
                  <a:lnTo>
                    <a:pt x="284189" y="406092"/>
                  </a:lnTo>
                  <a:lnTo>
                    <a:pt x="283952" y="405835"/>
                  </a:lnTo>
                  <a:lnTo>
                    <a:pt x="282882" y="405010"/>
                  </a:lnTo>
                  <a:lnTo>
                    <a:pt x="282420" y="404867"/>
                  </a:lnTo>
                  <a:lnTo>
                    <a:pt x="282147" y="404974"/>
                  </a:lnTo>
                  <a:lnTo>
                    <a:pt x="282017" y="405193"/>
                  </a:lnTo>
                  <a:lnTo>
                    <a:pt x="282095" y="405519"/>
                  </a:lnTo>
                  <a:lnTo>
                    <a:pt x="282013" y="405949"/>
                  </a:lnTo>
                  <a:lnTo>
                    <a:pt x="281488" y="406058"/>
                  </a:lnTo>
                  <a:lnTo>
                    <a:pt x="281173" y="406605"/>
                  </a:lnTo>
                  <a:lnTo>
                    <a:pt x="281219" y="406763"/>
                  </a:lnTo>
                  <a:lnTo>
                    <a:pt x="281086" y="407087"/>
                  </a:lnTo>
                  <a:lnTo>
                    <a:pt x="280626" y="407278"/>
                  </a:lnTo>
                  <a:lnTo>
                    <a:pt x="280386" y="407161"/>
                  </a:lnTo>
                  <a:lnTo>
                    <a:pt x="279615" y="406239"/>
                  </a:lnTo>
                  <a:lnTo>
                    <a:pt x="279405" y="405735"/>
                  </a:lnTo>
                  <a:lnTo>
                    <a:pt x="279115" y="405566"/>
                  </a:lnTo>
                  <a:lnTo>
                    <a:pt x="278731" y="406259"/>
                  </a:lnTo>
                  <a:lnTo>
                    <a:pt x="278287" y="407033"/>
                  </a:lnTo>
                  <a:lnTo>
                    <a:pt x="278160" y="407217"/>
                  </a:lnTo>
                  <a:lnTo>
                    <a:pt x="278075" y="407476"/>
                  </a:lnTo>
                  <a:lnTo>
                    <a:pt x="278103" y="407946"/>
                  </a:lnTo>
                  <a:lnTo>
                    <a:pt x="278445" y="408429"/>
                  </a:lnTo>
                  <a:lnTo>
                    <a:pt x="279008" y="408851"/>
                  </a:lnTo>
                  <a:lnTo>
                    <a:pt x="279349" y="409001"/>
                  </a:lnTo>
                  <a:lnTo>
                    <a:pt x="279649" y="408887"/>
                  </a:lnTo>
                  <a:lnTo>
                    <a:pt x="279822" y="409198"/>
                  </a:lnTo>
                  <a:lnTo>
                    <a:pt x="279915" y="409520"/>
                  </a:lnTo>
                  <a:lnTo>
                    <a:pt x="279986" y="410485"/>
                  </a:lnTo>
                  <a:lnTo>
                    <a:pt x="279954" y="410900"/>
                  </a:lnTo>
                  <a:lnTo>
                    <a:pt x="279740" y="410946"/>
                  </a:lnTo>
                  <a:lnTo>
                    <a:pt x="279449" y="410798"/>
                  </a:lnTo>
                  <a:lnTo>
                    <a:pt x="279220" y="410895"/>
                  </a:lnTo>
                  <a:lnTo>
                    <a:pt x="279203" y="411317"/>
                  </a:lnTo>
                  <a:lnTo>
                    <a:pt x="279553" y="411496"/>
                  </a:lnTo>
                  <a:lnTo>
                    <a:pt x="279583" y="411698"/>
                  </a:lnTo>
                  <a:lnTo>
                    <a:pt x="279524" y="412095"/>
                  </a:lnTo>
                  <a:lnTo>
                    <a:pt x="279441" y="412322"/>
                  </a:lnTo>
                  <a:lnTo>
                    <a:pt x="279347" y="412779"/>
                  </a:lnTo>
                  <a:lnTo>
                    <a:pt x="279380" y="413200"/>
                  </a:lnTo>
                  <a:lnTo>
                    <a:pt x="279167" y="413806"/>
                  </a:lnTo>
                  <a:lnTo>
                    <a:pt x="279085" y="414012"/>
                  </a:lnTo>
                  <a:lnTo>
                    <a:pt x="279188" y="414432"/>
                  </a:lnTo>
                  <a:lnTo>
                    <a:pt x="279421" y="414939"/>
                  </a:lnTo>
                  <a:lnTo>
                    <a:pt x="279735" y="415464"/>
                  </a:lnTo>
                  <a:lnTo>
                    <a:pt x="279719" y="415739"/>
                  </a:lnTo>
                  <a:lnTo>
                    <a:pt x="279518" y="416957"/>
                  </a:lnTo>
                  <a:lnTo>
                    <a:pt x="279446" y="417119"/>
                  </a:lnTo>
                  <a:lnTo>
                    <a:pt x="279442" y="417497"/>
                  </a:lnTo>
                  <a:lnTo>
                    <a:pt x="280159" y="417706"/>
                  </a:lnTo>
                  <a:lnTo>
                    <a:pt x="280312" y="417750"/>
                  </a:lnTo>
                  <a:lnTo>
                    <a:pt x="280447" y="417826"/>
                  </a:lnTo>
                  <a:lnTo>
                    <a:pt x="280892" y="418357"/>
                  </a:lnTo>
                  <a:lnTo>
                    <a:pt x="281072" y="418609"/>
                  </a:lnTo>
                  <a:lnTo>
                    <a:pt x="281142" y="418794"/>
                  </a:lnTo>
                  <a:lnTo>
                    <a:pt x="280964" y="418940"/>
                  </a:lnTo>
                  <a:lnTo>
                    <a:pt x="280766" y="419075"/>
                  </a:lnTo>
                  <a:lnTo>
                    <a:pt x="280530" y="419284"/>
                  </a:lnTo>
                  <a:lnTo>
                    <a:pt x="280289" y="419717"/>
                  </a:lnTo>
                  <a:lnTo>
                    <a:pt x="280662" y="419782"/>
                  </a:lnTo>
                  <a:lnTo>
                    <a:pt x="280870" y="419880"/>
                  </a:lnTo>
                  <a:lnTo>
                    <a:pt x="281010" y="420054"/>
                  </a:lnTo>
                  <a:lnTo>
                    <a:pt x="281081" y="420283"/>
                  </a:lnTo>
                  <a:lnTo>
                    <a:pt x="281074" y="420601"/>
                  </a:lnTo>
                  <a:lnTo>
                    <a:pt x="281359" y="420762"/>
                  </a:lnTo>
                  <a:lnTo>
                    <a:pt x="281368" y="421168"/>
                  </a:lnTo>
                  <a:lnTo>
                    <a:pt x="281231" y="421467"/>
                  </a:lnTo>
                  <a:lnTo>
                    <a:pt x="281172" y="421820"/>
                  </a:lnTo>
                  <a:lnTo>
                    <a:pt x="280917" y="422004"/>
                  </a:lnTo>
                  <a:lnTo>
                    <a:pt x="280782" y="421956"/>
                  </a:lnTo>
                  <a:lnTo>
                    <a:pt x="280339" y="422017"/>
                  </a:lnTo>
                  <a:lnTo>
                    <a:pt x="280003" y="422055"/>
                  </a:lnTo>
                  <a:lnTo>
                    <a:pt x="279833" y="422054"/>
                  </a:lnTo>
                  <a:lnTo>
                    <a:pt x="279045" y="421991"/>
                  </a:lnTo>
                  <a:lnTo>
                    <a:pt x="278521" y="422173"/>
                  </a:lnTo>
                  <a:lnTo>
                    <a:pt x="278406" y="422033"/>
                  </a:lnTo>
                  <a:lnTo>
                    <a:pt x="277741" y="421651"/>
                  </a:lnTo>
                  <a:lnTo>
                    <a:pt x="277614" y="421515"/>
                  </a:lnTo>
                  <a:lnTo>
                    <a:pt x="277326" y="421105"/>
                  </a:lnTo>
                  <a:lnTo>
                    <a:pt x="276664" y="420668"/>
                  </a:lnTo>
                  <a:lnTo>
                    <a:pt x="276323" y="420612"/>
                  </a:lnTo>
                  <a:lnTo>
                    <a:pt x="276373" y="420879"/>
                  </a:lnTo>
                  <a:lnTo>
                    <a:pt x="276123" y="421707"/>
                  </a:lnTo>
                  <a:lnTo>
                    <a:pt x="275959" y="421963"/>
                  </a:lnTo>
                  <a:lnTo>
                    <a:pt x="275741" y="421935"/>
                  </a:lnTo>
                  <a:lnTo>
                    <a:pt x="275538" y="421750"/>
                  </a:lnTo>
                  <a:lnTo>
                    <a:pt x="275318" y="421892"/>
                  </a:lnTo>
                  <a:lnTo>
                    <a:pt x="275110" y="422138"/>
                  </a:lnTo>
                  <a:lnTo>
                    <a:pt x="274777" y="422536"/>
                  </a:lnTo>
                  <a:lnTo>
                    <a:pt x="273808" y="422622"/>
                  </a:lnTo>
                  <a:lnTo>
                    <a:pt x="273656" y="422623"/>
                  </a:lnTo>
                  <a:lnTo>
                    <a:pt x="273111" y="422475"/>
                  </a:lnTo>
                  <a:lnTo>
                    <a:pt x="272575" y="422180"/>
                  </a:lnTo>
                  <a:lnTo>
                    <a:pt x="272650" y="421841"/>
                  </a:lnTo>
                  <a:lnTo>
                    <a:pt x="272109" y="421558"/>
                  </a:lnTo>
                  <a:lnTo>
                    <a:pt x="271847" y="421668"/>
                  </a:lnTo>
                  <a:lnTo>
                    <a:pt x="271479" y="421741"/>
                  </a:lnTo>
                  <a:lnTo>
                    <a:pt x="271252" y="421505"/>
                  </a:lnTo>
                  <a:lnTo>
                    <a:pt x="270916" y="421553"/>
                  </a:lnTo>
                  <a:lnTo>
                    <a:pt x="270587" y="421655"/>
                  </a:lnTo>
                  <a:lnTo>
                    <a:pt x="269968" y="421626"/>
                  </a:lnTo>
                  <a:lnTo>
                    <a:pt x="269666" y="421754"/>
                  </a:lnTo>
                  <a:lnTo>
                    <a:pt x="269408" y="422155"/>
                  </a:lnTo>
                  <a:lnTo>
                    <a:pt x="269218" y="422338"/>
                  </a:lnTo>
                  <a:lnTo>
                    <a:pt x="269098" y="422008"/>
                  </a:lnTo>
                  <a:lnTo>
                    <a:pt x="268878" y="421422"/>
                  </a:lnTo>
                  <a:lnTo>
                    <a:pt x="268676" y="421341"/>
                  </a:lnTo>
                  <a:lnTo>
                    <a:pt x="268370" y="421384"/>
                  </a:lnTo>
                  <a:lnTo>
                    <a:pt x="267691" y="422427"/>
                  </a:lnTo>
                  <a:lnTo>
                    <a:pt x="267649" y="422584"/>
                  </a:lnTo>
                  <a:lnTo>
                    <a:pt x="267697" y="423066"/>
                  </a:lnTo>
                  <a:lnTo>
                    <a:pt x="267400" y="423079"/>
                  </a:lnTo>
                  <a:lnTo>
                    <a:pt x="267276" y="422761"/>
                  </a:lnTo>
                  <a:lnTo>
                    <a:pt x="267330" y="422510"/>
                  </a:lnTo>
                  <a:lnTo>
                    <a:pt x="267158" y="422243"/>
                  </a:lnTo>
                  <a:lnTo>
                    <a:pt x="266982" y="422352"/>
                  </a:lnTo>
                  <a:lnTo>
                    <a:pt x="266938" y="422558"/>
                  </a:lnTo>
                  <a:lnTo>
                    <a:pt x="266691" y="423183"/>
                  </a:lnTo>
                  <a:lnTo>
                    <a:pt x="266382" y="423389"/>
                  </a:lnTo>
                  <a:lnTo>
                    <a:pt x="265941" y="423604"/>
                  </a:lnTo>
                  <a:lnTo>
                    <a:pt x="264933" y="423669"/>
                  </a:lnTo>
                  <a:lnTo>
                    <a:pt x="264890" y="423531"/>
                  </a:lnTo>
                  <a:lnTo>
                    <a:pt x="264709" y="423340"/>
                  </a:lnTo>
                  <a:lnTo>
                    <a:pt x="264437" y="423106"/>
                  </a:lnTo>
                  <a:lnTo>
                    <a:pt x="264082" y="423001"/>
                  </a:lnTo>
                  <a:lnTo>
                    <a:pt x="263789" y="423056"/>
                  </a:lnTo>
                  <a:lnTo>
                    <a:pt x="263627" y="423015"/>
                  </a:lnTo>
                  <a:lnTo>
                    <a:pt x="263188" y="422840"/>
                  </a:lnTo>
                  <a:lnTo>
                    <a:pt x="262852" y="422536"/>
                  </a:lnTo>
                  <a:lnTo>
                    <a:pt x="262724" y="422516"/>
                  </a:lnTo>
                  <a:lnTo>
                    <a:pt x="262574" y="422505"/>
                  </a:lnTo>
                  <a:lnTo>
                    <a:pt x="261980" y="422596"/>
                  </a:lnTo>
                  <a:lnTo>
                    <a:pt x="262026" y="422755"/>
                  </a:lnTo>
                  <a:lnTo>
                    <a:pt x="262033" y="422907"/>
                  </a:lnTo>
                  <a:lnTo>
                    <a:pt x="261615" y="423299"/>
                  </a:lnTo>
                  <a:lnTo>
                    <a:pt x="261279" y="423373"/>
                  </a:lnTo>
                  <a:lnTo>
                    <a:pt x="261105" y="423502"/>
                  </a:lnTo>
                  <a:lnTo>
                    <a:pt x="260936" y="423696"/>
                  </a:lnTo>
                  <a:lnTo>
                    <a:pt x="260513" y="424047"/>
                  </a:lnTo>
                  <a:lnTo>
                    <a:pt x="260303" y="424204"/>
                  </a:lnTo>
                  <a:lnTo>
                    <a:pt x="260046" y="424471"/>
                  </a:lnTo>
                  <a:lnTo>
                    <a:pt x="260189" y="424861"/>
                  </a:lnTo>
                  <a:lnTo>
                    <a:pt x="259872" y="425742"/>
                  </a:lnTo>
                  <a:lnTo>
                    <a:pt x="259608" y="426138"/>
                  </a:lnTo>
                  <a:lnTo>
                    <a:pt x="259602" y="427344"/>
                  </a:lnTo>
                  <a:lnTo>
                    <a:pt x="259762" y="428360"/>
                  </a:lnTo>
                  <a:lnTo>
                    <a:pt x="259793" y="428535"/>
                  </a:lnTo>
                  <a:lnTo>
                    <a:pt x="259561" y="429294"/>
                  </a:lnTo>
                  <a:lnTo>
                    <a:pt x="259589" y="430002"/>
                  </a:lnTo>
                  <a:lnTo>
                    <a:pt x="259613" y="430444"/>
                  </a:lnTo>
                  <a:lnTo>
                    <a:pt x="259469" y="430443"/>
                  </a:lnTo>
                  <a:lnTo>
                    <a:pt x="259267" y="430425"/>
                  </a:lnTo>
                  <a:lnTo>
                    <a:pt x="258968" y="430766"/>
                  </a:lnTo>
                  <a:lnTo>
                    <a:pt x="258989" y="430932"/>
                  </a:lnTo>
                  <a:lnTo>
                    <a:pt x="259043" y="431223"/>
                  </a:lnTo>
                  <a:lnTo>
                    <a:pt x="258971" y="431999"/>
                  </a:lnTo>
                  <a:lnTo>
                    <a:pt x="258599" y="431941"/>
                  </a:lnTo>
                  <a:lnTo>
                    <a:pt x="258161" y="432564"/>
                  </a:lnTo>
                  <a:lnTo>
                    <a:pt x="258320" y="432997"/>
                  </a:lnTo>
                  <a:lnTo>
                    <a:pt x="258592" y="433172"/>
                  </a:lnTo>
                  <a:lnTo>
                    <a:pt x="258569" y="434016"/>
                  </a:lnTo>
                  <a:lnTo>
                    <a:pt x="258044" y="434764"/>
                  </a:lnTo>
                  <a:lnTo>
                    <a:pt x="257828" y="434932"/>
                  </a:lnTo>
                  <a:lnTo>
                    <a:pt x="257120" y="435011"/>
                  </a:lnTo>
                  <a:lnTo>
                    <a:pt x="256755" y="434744"/>
                  </a:lnTo>
                  <a:lnTo>
                    <a:pt x="256491" y="434866"/>
                  </a:lnTo>
                  <a:lnTo>
                    <a:pt x="255981" y="435038"/>
                  </a:lnTo>
                  <a:lnTo>
                    <a:pt x="255316" y="435191"/>
                  </a:lnTo>
                  <a:lnTo>
                    <a:pt x="255267" y="435550"/>
                  </a:lnTo>
                  <a:lnTo>
                    <a:pt x="255032" y="435637"/>
                  </a:lnTo>
                  <a:lnTo>
                    <a:pt x="254190" y="435551"/>
                  </a:lnTo>
                  <a:lnTo>
                    <a:pt x="253640" y="435179"/>
                  </a:lnTo>
                  <a:lnTo>
                    <a:pt x="253522" y="435423"/>
                  </a:lnTo>
                  <a:lnTo>
                    <a:pt x="253461" y="435630"/>
                  </a:lnTo>
                  <a:lnTo>
                    <a:pt x="253469" y="435793"/>
                  </a:lnTo>
                  <a:lnTo>
                    <a:pt x="253495" y="436069"/>
                  </a:lnTo>
                  <a:lnTo>
                    <a:pt x="253206" y="436153"/>
                  </a:lnTo>
                  <a:lnTo>
                    <a:pt x="252933" y="435988"/>
                  </a:lnTo>
                  <a:lnTo>
                    <a:pt x="252646" y="435572"/>
                  </a:lnTo>
                  <a:lnTo>
                    <a:pt x="252459" y="435215"/>
                  </a:lnTo>
                  <a:lnTo>
                    <a:pt x="252241" y="434470"/>
                  </a:lnTo>
                  <a:lnTo>
                    <a:pt x="252221" y="434084"/>
                  </a:lnTo>
                  <a:lnTo>
                    <a:pt x="252111" y="433829"/>
                  </a:lnTo>
                  <a:lnTo>
                    <a:pt x="251706" y="433737"/>
                  </a:lnTo>
                  <a:lnTo>
                    <a:pt x="251523" y="434136"/>
                  </a:lnTo>
                  <a:lnTo>
                    <a:pt x="251539" y="434364"/>
                  </a:lnTo>
                  <a:lnTo>
                    <a:pt x="251549" y="434511"/>
                  </a:lnTo>
                  <a:lnTo>
                    <a:pt x="251420" y="434857"/>
                  </a:lnTo>
                  <a:lnTo>
                    <a:pt x="251178" y="435319"/>
                  </a:lnTo>
                  <a:lnTo>
                    <a:pt x="251023" y="435756"/>
                  </a:lnTo>
                  <a:lnTo>
                    <a:pt x="250970" y="436166"/>
                  </a:lnTo>
                  <a:lnTo>
                    <a:pt x="250794" y="436301"/>
                  </a:lnTo>
                  <a:lnTo>
                    <a:pt x="250606" y="436381"/>
                  </a:lnTo>
                  <a:lnTo>
                    <a:pt x="250468" y="436790"/>
                  </a:lnTo>
                  <a:lnTo>
                    <a:pt x="250523" y="437607"/>
                  </a:lnTo>
                  <a:lnTo>
                    <a:pt x="250706" y="437863"/>
                  </a:lnTo>
                  <a:lnTo>
                    <a:pt x="251000" y="438551"/>
                  </a:lnTo>
                  <a:lnTo>
                    <a:pt x="250916" y="439373"/>
                  </a:lnTo>
                  <a:lnTo>
                    <a:pt x="250776" y="439838"/>
                  </a:lnTo>
                  <a:lnTo>
                    <a:pt x="251236" y="440988"/>
                  </a:lnTo>
                  <a:lnTo>
                    <a:pt x="251350" y="441276"/>
                  </a:lnTo>
                  <a:lnTo>
                    <a:pt x="251250" y="441534"/>
                  </a:lnTo>
                  <a:lnTo>
                    <a:pt x="251301" y="441749"/>
                  </a:lnTo>
                  <a:lnTo>
                    <a:pt x="251465" y="442063"/>
                  </a:lnTo>
                  <a:lnTo>
                    <a:pt x="251523" y="442336"/>
                  </a:lnTo>
                  <a:lnTo>
                    <a:pt x="251529" y="442533"/>
                  </a:lnTo>
                  <a:lnTo>
                    <a:pt x="251581" y="442789"/>
                  </a:lnTo>
                  <a:lnTo>
                    <a:pt x="251709" y="443060"/>
                  </a:lnTo>
                  <a:lnTo>
                    <a:pt x="251826" y="443381"/>
                  </a:lnTo>
                  <a:lnTo>
                    <a:pt x="251938" y="443790"/>
                  </a:lnTo>
                  <a:lnTo>
                    <a:pt x="251751" y="443586"/>
                  </a:lnTo>
                  <a:lnTo>
                    <a:pt x="251320" y="443322"/>
                  </a:lnTo>
                  <a:lnTo>
                    <a:pt x="251260" y="443471"/>
                  </a:lnTo>
                  <a:lnTo>
                    <a:pt x="251246" y="443915"/>
                  </a:lnTo>
                  <a:lnTo>
                    <a:pt x="251319" y="444115"/>
                  </a:lnTo>
                  <a:lnTo>
                    <a:pt x="251367" y="444309"/>
                  </a:lnTo>
                  <a:lnTo>
                    <a:pt x="251453" y="444567"/>
                  </a:lnTo>
                  <a:lnTo>
                    <a:pt x="251379" y="444958"/>
                  </a:lnTo>
                  <a:lnTo>
                    <a:pt x="250399" y="444932"/>
                  </a:lnTo>
                  <a:lnTo>
                    <a:pt x="249916" y="444913"/>
                  </a:lnTo>
                  <a:lnTo>
                    <a:pt x="249613" y="444773"/>
                  </a:lnTo>
                  <a:lnTo>
                    <a:pt x="249366" y="444616"/>
                  </a:lnTo>
                  <a:lnTo>
                    <a:pt x="248462" y="443721"/>
                  </a:lnTo>
                  <a:lnTo>
                    <a:pt x="247875" y="443280"/>
                  </a:lnTo>
                  <a:lnTo>
                    <a:pt x="247435" y="443084"/>
                  </a:lnTo>
                  <a:lnTo>
                    <a:pt x="247289" y="442884"/>
                  </a:lnTo>
                  <a:lnTo>
                    <a:pt x="247112" y="442650"/>
                  </a:lnTo>
                  <a:lnTo>
                    <a:pt x="246900" y="442479"/>
                  </a:lnTo>
                  <a:lnTo>
                    <a:pt x="247058" y="441415"/>
                  </a:lnTo>
                  <a:lnTo>
                    <a:pt x="247219" y="440366"/>
                  </a:lnTo>
                  <a:lnTo>
                    <a:pt x="247245" y="440198"/>
                  </a:lnTo>
                  <a:lnTo>
                    <a:pt x="247345" y="439548"/>
                  </a:lnTo>
                  <a:lnTo>
                    <a:pt x="247373" y="439367"/>
                  </a:lnTo>
                  <a:lnTo>
                    <a:pt x="247397" y="439210"/>
                  </a:lnTo>
                  <a:lnTo>
                    <a:pt x="247188" y="438950"/>
                  </a:lnTo>
                  <a:lnTo>
                    <a:pt x="247188" y="438544"/>
                  </a:lnTo>
                  <a:lnTo>
                    <a:pt x="247400" y="437373"/>
                  </a:lnTo>
                  <a:lnTo>
                    <a:pt x="247139" y="437263"/>
                  </a:lnTo>
                  <a:lnTo>
                    <a:pt x="246756" y="437495"/>
                  </a:lnTo>
                  <a:lnTo>
                    <a:pt x="245600" y="438597"/>
                  </a:lnTo>
                  <a:lnTo>
                    <a:pt x="245207" y="439634"/>
                  </a:lnTo>
                  <a:lnTo>
                    <a:pt x="245022" y="439514"/>
                  </a:lnTo>
                  <a:lnTo>
                    <a:pt x="244505" y="439132"/>
                  </a:lnTo>
                  <a:lnTo>
                    <a:pt x="244326" y="438858"/>
                  </a:lnTo>
                  <a:lnTo>
                    <a:pt x="244569" y="438296"/>
                  </a:lnTo>
                  <a:lnTo>
                    <a:pt x="244164" y="436517"/>
                  </a:lnTo>
                  <a:lnTo>
                    <a:pt x="244168" y="436382"/>
                  </a:lnTo>
                  <a:lnTo>
                    <a:pt x="244177" y="436098"/>
                  </a:lnTo>
                  <a:lnTo>
                    <a:pt x="244600" y="435197"/>
                  </a:lnTo>
                  <a:lnTo>
                    <a:pt x="244333" y="435461"/>
                  </a:lnTo>
                  <a:lnTo>
                    <a:pt x="243434" y="436255"/>
                  </a:lnTo>
                  <a:lnTo>
                    <a:pt x="242973" y="436113"/>
                  </a:lnTo>
                  <a:lnTo>
                    <a:pt x="242999" y="435922"/>
                  </a:lnTo>
                  <a:lnTo>
                    <a:pt x="243056" y="435501"/>
                  </a:lnTo>
                  <a:lnTo>
                    <a:pt x="242131" y="434046"/>
                  </a:lnTo>
                  <a:lnTo>
                    <a:pt x="242082" y="433820"/>
                  </a:lnTo>
                  <a:lnTo>
                    <a:pt x="242122" y="433520"/>
                  </a:lnTo>
                  <a:lnTo>
                    <a:pt x="241751" y="432536"/>
                  </a:lnTo>
                  <a:lnTo>
                    <a:pt x="242990" y="429961"/>
                  </a:lnTo>
                  <a:lnTo>
                    <a:pt x="242866" y="430089"/>
                  </a:lnTo>
                  <a:lnTo>
                    <a:pt x="242709" y="430423"/>
                  </a:lnTo>
                  <a:lnTo>
                    <a:pt x="242193" y="430457"/>
                  </a:lnTo>
                  <a:lnTo>
                    <a:pt x="241112" y="430865"/>
                  </a:lnTo>
                  <a:lnTo>
                    <a:pt x="240797" y="430968"/>
                  </a:lnTo>
                  <a:lnTo>
                    <a:pt x="240452" y="432055"/>
                  </a:lnTo>
                  <a:lnTo>
                    <a:pt x="240312" y="432162"/>
                  </a:lnTo>
                  <a:lnTo>
                    <a:pt x="239948" y="432074"/>
                  </a:lnTo>
                  <a:lnTo>
                    <a:pt x="239778" y="432262"/>
                  </a:lnTo>
                  <a:lnTo>
                    <a:pt x="239579" y="432246"/>
                  </a:lnTo>
                  <a:lnTo>
                    <a:pt x="240765" y="434026"/>
                  </a:lnTo>
                  <a:lnTo>
                    <a:pt x="240844" y="434372"/>
                  </a:lnTo>
                  <a:lnTo>
                    <a:pt x="240079" y="434837"/>
                  </a:lnTo>
                  <a:lnTo>
                    <a:pt x="239887" y="434847"/>
                  </a:lnTo>
                  <a:lnTo>
                    <a:pt x="239226" y="434983"/>
                  </a:lnTo>
                  <a:lnTo>
                    <a:pt x="239599" y="435081"/>
                  </a:lnTo>
                  <a:lnTo>
                    <a:pt x="239787" y="435073"/>
                  </a:lnTo>
                  <a:lnTo>
                    <a:pt x="240118" y="435113"/>
                  </a:lnTo>
                  <a:lnTo>
                    <a:pt x="240400" y="435176"/>
                  </a:lnTo>
                  <a:lnTo>
                    <a:pt x="240533" y="435248"/>
                  </a:lnTo>
                  <a:lnTo>
                    <a:pt x="240740" y="435360"/>
                  </a:lnTo>
                  <a:lnTo>
                    <a:pt x="241056" y="435791"/>
                  </a:lnTo>
                  <a:lnTo>
                    <a:pt x="241700" y="436710"/>
                  </a:lnTo>
                  <a:lnTo>
                    <a:pt x="242361" y="437239"/>
                  </a:lnTo>
                  <a:lnTo>
                    <a:pt x="242435" y="437621"/>
                  </a:lnTo>
                  <a:lnTo>
                    <a:pt x="242696" y="437604"/>
                  </a:lnTo>
                  <a:lnTo>
                    <a:pt x="242457" y="437837"/>
                  </a:lnTo>
                  <a:lnTo>
                    <a:pt x="243117" y="438541"/>
                  </a:lnTo>
                  <a:lnTo>
                    <a:pt x="243163" y="438890"/>
                  </a:lnTo>
                  <a:lnTo>
                    <a:pt x="243197" y="439310"/>
                  </a:lnTo>
                  <a:lnTo>
                    <a:pt x="242970" y="439365"/>
                  </a:lnTo>
                  <a:lnTo>
                    <a:pt x="242917" y="439811"/>
                  </a:lnTo>
                  <a:lnTo>
                    <a:pt x="242390" y="440126"/>
                  </a:lnTo>
                  <a:lnTo>
                    <a:pt x="242146" y="440703"/>
                  </a:lnTo>
                  <a:lnTo>
                    <a:pt x="242085" y="440842"/>
                  </a:lnTo>
                  <a:lnTo>
                    <a:pt x="242136" y="441181"/>
                  </a:lnTo>
                  <a:lnTo>
                    <a:pt x="242128" y="441330"/>
                  </a:lnTo>
                  <a:lnTo>
                    <a:pt x="242023" y="441668"/>
                  </a:lnTo>
                  <a:lnTo>
                    <a:pt x="241190" y="442773"/>
                  </a:lnTo>
                  <a:lnTo>
                    <a:pt x="241750" y="443036"/>
                  </a:lnTo>
                  <a:lnTo>
                    <a:pt x="241520" y="443624"/>
                  </a:lnTo>
                  <a:lnTo>
                    <a:pt x="241663" y="444019"/>
                  </a:lnTo>
                  <a:lnTo>
                    <a:pt x="241544" y="444326"/>
                  </a:lnTo>
                  <a:lnTo>
                    <a:pt x="240222" y="443695"/>
                  </a:lnTo>
                  <a:lnTo>
                    <a:pt x="239964" y="443659"/>
                  </a:lnTo>
                  <a:lnTo>
                    <a:pt x="239791" y="443739"/>
                  </a:lnTo>
                  <a:lnTo>
                    <a:pt x="239399" y="444008"/>
                  </a:lnTo>
                  <a:lnTo>
                    <a:pt x="239227" y="444123"/>
                  </a:lnTo>
                  <a:lnTo>
                    <a:pt x="239001" y="444269"/>
                  </a:lnTo>
                  <a:lnTo>
                    <a:pt x="238668" y="444472"/>
                  </a:lnTo>
                  <a:lnTo>
                    <a:pt x="238533" y="444537"/>
                  </a:lnTo>
                  <a:lnTo>
                    <a:pt x="237898" y="444817"/>
                  </a:lnTo>
                  <a:lnTo>
                    <a:pt x="237745" y="444845"/>
                  </a:lnTo>
                  <a:lnTo>
                    <a:pt x="237476" y="444790"/>
                  </a:lnTo>
                  <a:lnTo>
                    <a:pt x="237127" y="444733"/>
                  </a:lnTo>
                  <a:lnTo>
                    <a:pt x="236992" y="445057"/>
                  </a:lnTo>
                  <a:lnTo>
                    <a:pt x="236818" y="445313"/>
                  </a:lnTo>
                  <a:lnTo>
                    <a:pt x="236649" y="445406"/>
                  </a:lnTo>
                  <a:lnTo>
                    <a:pt x="236288" y="445458"/>
                  </a:lnTo>
                  <a:lnTo>
                    <a:pt x="235980" y="445472"/>
                  </a:lnTo>
                  <a:lnTo>
                    <a:pt x="235699" y="445551"/>
                  </a:lnTo>
                  <a:lnTo>
                    <a:pt x="235474" y="445592"/>
                  </a:lnTo>
                  <a:lnTo>
                    <a:pt x="235066" y="445553"/>
                  </a:lnTo>
                  <a:lnTo>
                    <a:pt x="234891" y="445474"/>
                  </a:lnTo>
                  <a:lnTo>
                    <a:pt x="234693" y="445414"/>
                  </a:lnTo>
                  <a:lnTo>
                    <a:pt x="234320" y="445315"/>
                  </a:lnTo>
                  <a:lnTo>
                    <a:pt x="234105" y="445272"/>
                  </a:lnTo>
                  <a:lnTo>
                    <a:pt x="233661" y="445382"/>
                  </a:lnTo>
                  <a:lnTo>
                    <a:pt x="233432" y="445397"/>
                  </a:lnTo>
                  <a:lnTo>
                    <a:pt x="232595" y="445531"/>
                  </a:lnTo>
                  <a:lnTo>
                    <a:pt x="232262" y="445596"/>
                  </a:lnTo>
                  <a:lnTo>
                    <a:pt x="231806" y="445709"/>
                  </a:lnTo>
                  <a:lnTo>
                    <a:pt x="231470" y="445771"/>
                  </a:lnTo>
                  <a:lnTo>
                    <a:pt x="231206" y="445470"/>
                  </a:lnTo>
                  <a:lnTo>
                    <a:pt x="231380" y="445328"/>
                  </a:lnTo>
                  <a:lnTo>
                    <a:pt x="231399" y="444919"/>
                  </a:lnTo>
                  <a:lnTo>
                    <a:pt x="231269" y="444738"/>
                  </a:lnTo>
                  <a:lnTo>
                    <a:pt x="230941" y="444344"/>
                  </a:lnTo>
                  <a:lnTo>
                    <a:pt x="231117" y="444663"/>
                  </a:lnTo>
                  <a:lnTo>
                    <a:pt x="231009" y="444961"/>
                  </a:lnTo>
                  <a:lnTo>
                    <a:pt x="230871" y="445243"/>
                  </a:lnTo>
                  <a:lnTo>
                    <a:pt x="230703" y="445468"/>
                  </a:lnTo>
                  <a:lnTo>
                    <a:pt x="230354" y="445737"/>
                  </a:lnTo>
                  <a:lnTo>
                    <a:pt x="230204" y="445846"/>
                  </a:lnTo>
                  <a:lnTo>
                    <a:pt x="230008" y="445988"/>
                  </a:lnTo>
                  <a:lnTo>
                    <a:pt x="229614" y="446258"/>
                  </a:lnTo>
                  <a:lnTo>
                    <a:pt x="228986" y="446501"/>
                  </a:lnTo>
                  <a:lnTo>
                    <a:pt x="228772" y="446584"/>
                  </a:lnTo>
                  <a:lnTo>
                    <a:pt x="228478" y="446685"/>
                  </a:lnTo>
                  <a:lnTo>
                    <a:pt x="228285" y="446717"/>
                  </a:lnTo>
                  <a:lnTo>
                    <a:pt x="227840" y="446791"/>
                  </a:lnTo>
                  <a:lnTo>
                    <a:pt x="227242" y="446783"/>
                  </a:lnTo>
                  <a:lnTo>
                    <a:pt x="226998" y="446453"/>
                  </a:lnTo>
                  <a:lnTo>
                    <a:pt x="226835" y="446101"/>
                  </a:lnTo>
                  <a:lnTo>
                    <a:pt x="226705" y="445852"/>
                  </a:lnTo>
                  <a:lnTo>
                    <a:pt x="226765" y="445594"/>
                  </a:lnTo>
                  <a:lnTo>
                    <a:pt x="226835" y="445325"/>
                  </a:lnTo>
                  <a:lnTo>
                    <a:pt x="227043" y="444885"/>
                  </a:lnTo>
                  <a:lnTo>
                    <a:pt x="227028" y="444692"/>
                  </a:lnTo>
                  <a:lnTo>
                    <a:pt x="227046" y="444495"/>
                  </a:lnTo>
                  <a:lnTo>
                    <a:pt x="226827" y="444407"/>
                  </a:lnTo>
                  <a:lnTo>
                    <a:pt x="226806" y="444582"/>
                  </a:lnTo>
                  <a:lnTo>
                    <a:pt x="226758" y="444948"/>
                  </a:lnTo>
                  <a:lnTo>
                    <a:pt x="226201" y="445347"/>
                  </a:lnTo>
                  <a:lnTo>
                    <a:pt x="226344" y="445600"/>
                  </a:lnTo>
                  <a:lnTo>
                    <a:pt x="226361" y="445763"/>
                  </a:lnTo>
                  <a:lnTo>
                    <a:pt x="226332" y="445920"/>
                  </a:lnTo>
                  <a:lnTo>
                    <a:pt x="226246" y="446215"/>
                  </a:lnTo>
                  <a:lnTo>
                    <a:pt x="226288" y="446486"/>
                  </a:lnTo>
                  <a:lnTo>
                    <a:pt x="226333" y="446637"/>
                  </a:lnTo>
                  <a:lnTo>
                    <a:pt x="225832" y="447413"/>
                  </a:lnTo>
                  <a:lnTo>
                    <a:pt x="224928" y="447365"/>
                  </a:lnTo>
                  <a:lnTo>
                    <a:pt x="224540" y="447503"/>
                  </a:lnTo>
                  <a:lnTo>
                    <a:pt x="224328" y="447706"/>
                  </a:lnTo>
                  <a:lnTo>
                    <a:pt x="224347" y="447850"/>
                  </a:lnTo>
                  <a:lnTo>
                    <a:pt x="223942" y="447949"/>
                  </a:lnTo>
                  <a:lnTo>
                    <a:pt x="223859" y="447737"/>
                  </a:lnTo>
                  <a:lnTo>
                    <a:pt x="223238" y="447813"/>
                  </a:lnTo>
                  <a:lnTo>
                    <a:pt x="223106" y="448305"/>
                  </a:lnTo>
                  <a:lnTo>
                    <a:pt x="222861" y="448371"/>
                  </a:lnTo>
                  <a:lnTo>
                    <a:pt x="222364" y="448106"/>
                  </a:lnTo>
                  <a:lnTo>
                    <a:pt x="222074" y="447963"/>
                  </a:lnTo>
                  <a:lnTo>
                    <a:pt x="221838" y="447852"/>
                  </a:lnTo>
                  <a:lnTo>
                    <a:pt x="221662" y="447779"/>
                  </a:lnTo>
                  <a:lnTo>
                    <a:pt x="221533" y="447642"/>
                  </a:lnTo>
                  <a:lnTo>
                    <a:pt x="221375" y="447468"/>
                  </a:lnTo>
                  <a:lnTo>
                    <a:pt x="221068" y="447307"/>
                  </a:lnTo>
                  <a:lnTo>
                    <a:pt x="220901" y="447489"/>
                  </a:lnTo>
                  <a:lnTo>
                    <a:pt x="220633" y="447338"/>
                  </a:lnTo>
                  <a:lnTo>
                    <a:pt x="220438" y="447291"/>
                  </a:lnTo>
                  <a:lnTo>
                    <a:pt x="220291" y="447228"/>
                  </a:lnTo>
                  <a:lnTo>
                    <a:pt x="219918" y="447122"/>
                  </a:lnTo>
                  <a:lnTo>
                    <a:pt x="219784" y="447063"/>
                  </a:lnTo>
                  <a:lnTo>
                    <a:pt x="219862" y="446851"/>
                  </a:lnTo>
                  <a:lnTo>
                    <a:pt x="219569" y="446633"/>
                  </a:lnTo>
                  <a:lnTo>
                    <a:pt x="219232" y="446607"/>
                  </a:lnTo>
                  <a:lnTo>
                    <a:pt x="219001" y="446627"/>
                  </a:lnTo>
                  <a:lnTo>
                    <a:pt x="218750" y="446463"/>
                  </a:lnTo>
                  <a:lnTo>
                    <a:pt x="218658" y="446298"/>
                  </a:lnTo>
                  <a:lnTo>
                    <a:pt x="218612" y="446160"/>
                  </a:lnTo>
                  <a:lnTo>
                    <a:pt x="218466" y="446106"/>
                  </a:lnTo>
                  <a:lnTo>
                    <a:pt x="218040" y="446041"/>
                  </a:lnTo>
                  <a:lnTo>
                    <a:pt x="217706" y="446306"/>
                  </a:lnTo>
                  <a:lnTo>
                    <a:pt x="217511" y="445763"/>
                  </a:lnTo>
                  <a:lnTo>
                    <a:pt x="217636" y="445544"/>
                  </a:lnTo>
                  <a:lnTo>
                    <a:pt x="217753" y="445382"/>
                  </a:lnTo>
                  <a:lnTo>
                    <a:pt x="217915" y="445173"/>
                  </a:lnTo>
                  <a:lnTo>
                    <a:pt x="218082" y="445040"/>
                  </a:lnTo>
                  <a:lnTo>
                    <a:pt x="217971" y="444905"/>
                  </a:lnTo>
                  <a:lnTo>
                    <a:pt x="218109" y="444783"/>
                  </a:lnTo>
                  <a:lnTo>
                    <a:pt x="218301" y="444649"/>
                  </a:lnTo>
                  <a:lnTo>
                    <a:pt x="218547" y="444521"/>
                  </a:lnTo>
                  <a:lnTo>
                    <a:pt x="218967" y="443771"/>
                  </a:lnTo>
                  <a:lnTo>
                    <a:pt x="219373" y="443987"/>
                  </a:lnTo>
                  <a:lnTo>
                    <a:pt x="219577" y="444135"/>
                  </a:lnTo>
                  <a:lnTo>
                    <a:pt x="219801" y="444097"/>
                  </a:lnTo>
                  <a:lnTo>
                    <a:pt x="220096" y="444046"/>
                  </a:lnTo>
                  <a:lnTo>
                    <a:pt x="220290" y="444012"/>
                  </a:lnTo>
                  <a:lnTo>
                    <a:pt x="220718" y="443852"/>
                  </a:lnTo>
                  <a:lnTo>
                    <a:pt x="221313" y="443636"/>
                  </a:lnTo>
                  <a:lnTo>
                    <a:pt x="221687" y="443439"/>
                  </a:lnTo>
                  <a:lnTo>
                    <a:pt x="222012" y="443250"/>
                  </a:lnTo>
                  <a:lnTo>
                    <a:pt x="222200" y="443117"/>
                  </a:lnTo>
                  <a:lnTo>
                    <a:pt x="222503" y="442833"/>
                  </a:lnTo>
                  <a:lnTo>
                    <a:pt x="222682" y="442601"/>
                  </a:lnTo>
                  <a:lnTo>
                    <a:pt x="223110" y="442191"/>
                  </a:lnTo>
                  <a:lnTo>
                    <a:pt x="223313" y="441850"/>
                  </a:lnTo>
                  <a:lnTo>
                    <a:pt x="223398" y="441614"/>
                  </a:lnTo>
                  <a:lnTo>
                    <a:pt x="223434" y="441456"/>
                  </a:lnTo>
                  <a:lnTo>
                    <a:pt x="223452" y="441246"/>
                  </a:lnTo>
                  <a:lnTo>
                    <a:pt x="223258" y="440812"/>
                  </a:lnTo>
                  <a:lnTo>
                    <a:pt x="223053" y="440588"/>
                  </a:lnTo>
                  <a:lnTo>
                    <a:pt x="222900" y="440373"/>
                  </a:lnTo>
                  <a:lnTo>
                    <a:pt x="222922" y="439946"/>
                  </a:lnTo>
                  <a:lnTo>
                    <a:pt x="222842" y="439805"/>
                  </a:lnTo>
                  <a:lnTo>
                    <a:pt x="222648" y="439491"/>
                  </a:lnTo>
                  <a:lnTo>
                    <a:pt x="222597" y="439324"/>
                  </a:lnTo>
                  <a:lnTo>
                    <a:pt x="222584" y="439094"/>
                  </a:lnTo>
                  <a:lnTo>
                    <a:pt x="222501" y="438723"/>
                  </a:lnTo>
                  <a:lnTo>
                    <a:pt x="222202" y="438684"/>
                  </a:lnTo>
                  <a:lnTo>
                    <a:pt x="221460" y="438507"/>
                  </a:lnTo>
                  <a:lnTo>
                    <a:pt x="220343" y="438587"/>
                  </a:lnTo>
                  <a:lnTo>
                    <a:pt x="220048" y="438575"/>
                  </a:lnTo>
                  <a:lnTo>
                    <a:pt x="219907" y="438492"/>
                  </a:lnTo>
                  <a:lnTo>
                    <a:pt x="219584" y="438262"/>
                  </a:lnTo>
                  <a:lnTo>
                    <a:pt x="219055" y="437520"/>
                  </a:lnTo>
                  <a:lnTo>
                    <a:pt x="219045" y="437230"/>
                  </a:lnTo>
                  <a:lnTo>
                    <a:pt x="218986" y="436813"/>
                  </a:lnTo>
                  <a:lnTo>
                    <a:pt x="218955" y="436434"/>
                  </a:lnTo>
                  <a:lnTo>
                    <a:pt x="219976" y="435622"/>
                  </a:lnTo>
                  <a:lnTo>
                    <a:pt x="220344" y="434970"/>
                  </a:lnTo>
                  <a:lnTo>
                    <a:pt x="220966" y="434599"/>
                  </a:lnTo>
                  <a:lnTo>
                    <a:pt x="221074" y="434370"/>
                  </a:lnTo>
                  <a:lnTo>
                    <a:pt x="220925" y="434494"/>
                  </a:lnTo>
                  <a:lnTo>
                    <a:pt x="220643" y="434759"/>
                  </a:lnTo>
                  <a:lnTo>
                    <a:pt x="220034" y="435046"/>
                  </a:lnTo>
                  <a:lnTo>
                    <a:pt x="219940" y="435242"/>
                  </a:lnTo>
                  <a:lnTo>
                    <a:pt x="219610" y="435715"/>
                  </a:lnTo>
                  <a:lnTo>
                    <a:pt x="219471" y="435730"/>
                  </a:lnTo>
                  <a:lnTo>
                    <a:pt x="218896" y="436087"/>
                  </a:lnTo>
                  <a:lnTo>
                    <a:pt x="218811" y="436312"/>
                  </a:lnTo>
                  <a:lnTo>
                    <a:pt x="218844" y="436918"/>
                  </a:lnTo>
                  <a:lnTo>
                    <a:pt x="218877" y="437451"/>
                  </a:lnTo>
                  <a:lnTo>
                    <a:pt x="218866" y="437739"/>
                  </a:lnTo>
                  <a:lnTo>
                    <a:pt x="218539" y="438041"/>
                  </a:lnTo>
                  <a:lnTo>
                    <a:pt x="217753" y="437444"/>
                  </a:lnTo>
                  <a:lnTo>
                    <a:pt x="217895" y="437352"/>
                  </a:lnTo>
                  <a:lnTo>
                    <a:pt x="219192" y="434580"/>
                  </a:lnTo>
                  <a:lnTo>
                    <a:pt x="218671" y="435498"/>
                  </a:lnTo>
                  <a:lnTo>
                    <a:pt x="218324" y="435985"/>
                  </a:lnTo>
                  <a:lnTo>
                    <a:pt x="218143" y="436120"/>
                  </a:lnTo>
                  <a:lnTo>
                    <a:pt x="217299" y="436466"/>
                  </a:lnTo>
                  <a:lnTo>
                    <a:pt x="217053" y="436555"/>
                  </a:lnTo>
                  <a:lnTo>
                    <a:pt x="216921" y="436602"/>
                  </a:lnTo>
                  <a:lnTo>
                    <a:pt x="216729" y="436676"/>
                  </a:lnTo>
                  <a:lnTo>
                    <a:pt x="216531" y="436753"/>
                  </a:lnTo>
                  <a:lnTo>
                    <a:pt x="215991" y="437209"/>
                  </a:lnTo>
                  <a:lnTo>
                    <a:pt x="215364" y="437629"/>
                  </a:lnTo>
                  <a:lnTo>
                    <a:pt x="214906" y="437585"/>
                  </a:lnTo>
                  <a:lnTo>
                    <a:pt x="213529" y="437691"/>
                  </a:lnTo>
                  <a:lnTo>
                    <a:pt x="213307" y="437583"/>
                  </a:lnTo>
                  <a:lnTo>
                    <a:pt x="213118" y="437492"/>
                  </a:lnTo>
                  <a:lnTo>
                    <a:pt x="212421" y="437283"/>
                  </a:lnTo>
                  <a:lnTo>
                    <a:pt x="211868" y="437092"/>
                  </a:lnTo>
                  <a:lnTo>
                    <a:pt x="211523" y="436994"/>
                  </a:lnTo>
                  <a:lnTo>
                    <a:pt x="211044" y="435823"/>
                  </a:lnTo>
                  <a:lnTo>
                    <a:pt x="210823" y="435506"/>
                  </a:lnTo>
                  <a:lnTo>
                    <a:pt x="210535" y="435238"/>
                  </a:lnTo>
                  <a:lnTo>
                    <a:pt x="210312" y="435021"/>
                  </a:lnTo>
                  <a:lnTo>
                    <a:pt x="210312" y="434562"/>
                  </a:lnTo>
                  <a:lnTo>
                    <a:pt x="209674" y="434456"/>
                  </a:lnTo>
                  <a:lnTo>
                    <a:pt x="209388" y="434244"/>
                  </a:lnTo>
                  <a:lnTo>
                    <a:pt x="209226" y="434062"/>
                  </a:lnTo>
                  <a:lnTo>
                    <a:pt x="209081" y="433689"/>
                  </a:lnTo>
                  <a:lnTo>
                    <a:pt x="208375" y="433100"/>
                  </a:lnTo>
                  <a:lnTo>
                    <a:pt x="208395" y="432914"/>
                  </a:lnTo>
                  <a:lnTo>
                    <a:pt x="208632" y="432306"/>
                  </a:lnTo>
                  <a:lnTo>
                    <a:pt x="209132" y="432184"/>
                  </a:lnTo>
                  <a:lnTo>
                    <a:pt x="209155" y="431390"/>
                  </a:lnTo>
                  <a:lnTo>
                    <a:pt x="209101" y="431085"/>
                  </a:lnTo>
                  <a:lnTo>
                    <a:pt x="208848" y="430625"/>
                  </a:lnTo>
                  <a:lnTo>
                    <a:pt x="208979" y="430198"/>
                  </a:lnTo>
                  <a:lnTo>
                    <a:pt x="209173" y="429973"/>
                  </a:lnTo>
                  <a:lnTo>
                    <a:pt x="209301" y="429968"/>
                  </a:lnTo>
                  <a:lnTo>
                    <a:pt x="209923" y="430277"/>
                  </a:lnTo>
                  <a:lnTo>
                    <a:pt x="210161" y="430274"/>
                  </a:lnTo>
                  <a:lnTo>
                    <a:pt x="210640" y="429919"/>
                  </a:lnTo>
                  <a:lnTo>
                    <a:pt x="210773" y="429768"/>
                  </a:lnTo>
                  <a:lnTo>
                    <a:pt x="210904" y="429371"/>
                  </a:lnTo>
                  <a:lnTo>
                    <a:pt x="210667" y="429543"/>
                  </a:lnTo>
                  <a:lnTo>
                    <a:pt x="210500" y="429712"/>
                  </a:lnTo>
                  <a:lnTo>
                    <a:pt x="210206" y="429470"/>
                  </a:lnTo>
                  <a:lnTo>
                    <a:pt x="210300" y="429109"/>
                  </a:lnTo>
                  <a:lnTo>
                    <a:pt x="210351" y="428947"/>
                  </a:lnTo>
                  <a:lnTo>
                    <a:pt x="210273" y="428858"/>
                  </a:lnTo>
                  <a:lnTo>
                    <a:pt x="210193" y="429116"/>
                  </a:lnTo>
                  <a:lnTo>
                    <a:pt x="210011" y="429406"/>
                  </a:lnTo>
                  <a:lnTo>
                    <a:pt x="209674" y="429596"/>
                  </a:lnTo>
                  <a:lnTo>
                    <a:pt x="209107" y="429562"/>
                  </a:lnTo>
                  <a:lnTo>
                    <a:pt x="209117" y="429433"/>
                  </a:lnTo>
                  <a:lnTo>
                    <a:pt x="209131" y="429188"/>
                  </a:lnTo>
                  <a:lnTo>
                    <a:pt x="209061" y="428970"/>
                  </a:lnTo>
                  <a:lnTo>
                    <a:pt x="209082" y="428580"/>
                  </a:lnTo>
                  <a:lnTo>
                    <a:pt x="209199" y="428305"/>
                  </a:lnTo>
                  <a:lnTo>
                    <a:pt x="208408" y="427897"/>
                  </a:lnTo>
                  <a:lnTo>
                    <a:pt x="208336" y="427738"/>
                  </a:lnTo>
                  <a:lnTo>
                    <a:pt x="208310" y="427563"/>
                  </a:lnTo>
                  <a:lnTo>
                    <a:pt x="208313" y="427361"/>
                  </a:lnTo>
                  <a:lnTo>
                    <a:pt x="208258" y="426958"/>
                  </a:lnTo>
                  <a:lnTo>
                    <a:pt x="207838" y="426842"/>
                  </a:lnTo>
                  <a:lnTo>
                    <a:pt x="207397" y="426630"/>
                  </a:lnTo>
                  <a:lnTo>
                    <a:pt x="207763" y="427130"/>
                  </a:lnTo>
                  <a:lnTo>
                    <a:pt x="208243" y="427335"/>
                  </a:lnTo>
                  <a:lnTo>
                    <a:pt x="208179" y="427831"/>
                  </a:lnTo>
                  <a:lnTo>
                    <a:pt x="207872" y="427991"/>
                  </a:lnTo>
                  <a:lnTo>
                    <a:pt x="207830" y="427839"/>
                  </a:lnTo>
                  <a:lnTo>
                    <a:pt x="207575" y="427341"/>
                  </a:lnTo>
                  <a:lnTo>
                    <a:pt x="207634" y="427658"/>
                  </a:lnTo>
                  <a:lnTo>
                    <a:pt x="207731" y="427892"/>
                  </a:lnTo>
                  <a:lnTo>
                    <a:pt x="207739" y="428173"/>
                  </a:lnTo>
                  <a:lnTo>
                    <a:pt x="207897" y="428462"/>
                  </a:lnTo>
                  <a:lnTo>
                    <a:pt x="208232" y="428423"/>
                  </a:lnTo>
                  <a:lnTo>
                    <a:pt x="208408" y="428437"/>
                  </a:lnTo>
                  <a:lnTo>
                    <a:pt x="208631" y="428644"/>
                  </a:lnTo>
                  <a:lnTo>
                    <a:pt x="208652" y="428915"/>
                  </a:lnTo>
                  <a:lnTo>
                    <a:pt x="208595" y="429106"/>
                  </a:lnTo>
                  <a:lnTo>
                    <a:pt x="208462" y="429300"/>
                  </a:lnTo>
                  <a:lnTo>
                    <a:pt x="208428" y="430274"/>
                  </a:lnTo>
                  <a:lnTo>
                    <a:pt x="208348" y="430490"/>
                  </a:lnTo>
                  <a:lnTo>
                    <a:pt x="208205" y="430879"/>
                  </a:lnTo>
                  <a:lnTo>
                    <a:pt x="207890" y="431284"/>
                  </a:lnTo>
                  <a:lnTo>
                    <a:pt x="208125" y="431606"/>
                  </a:lnTo>
                  <a:lnTo>
                    <a:pt x="208051" y="431939"/>
                  </a:lnTo>
                  <a:lnTo>
                    <a:pt x="207708" y="432270"/>
                  </a:lnTo>
                  <a:lnTo>
                    <a:pt x="207507" y="432121"/>
                  </a:lnTo>
                  <a:lnTo>
                    <a:pt x="206968" y="431963"/>
                  </a:lnTo>
                  <a:lnTo>
                    <a:pt x="207142" y="432039"/>
                  </a:lnTo>
                  <a:lnTo>
                    <a:pt x="207461" y="432265"/>
                  </a:lnTo>
                  <a:lnTo>
                    <a:pt x="207350" y="432719"/>
                  </a:lnTo>
                  <a:lnTo>
                    <a:pt x="207479" y="432944"/>
                  </a:lnTo>
                  <a:lnTo>
                    <a:pt x="207858" y="433247"/>
                  </a:lnTo>
                  <a:lnTo>
                    <a:pt x="207907" y="433407"/>
                  </a:lnTo>
                  <a:lnTo>
                    <a:pt x="207941" y="433562"/>
                  </a:lnTo>
                  <a:lnTo>
                    <a:pt x="207968" y="433731"/>
                  </a:lnTo>
                  <a:lnTo>
                    <a:pt x="207996" y="433901"/>
                  </a:lnTo>
                  <a:lnTo>
                    <a:pt x="207980" y="434731"/>
                  </a:lnTo>
                  <a:lnTo>
                    <a:pt x="208074" y="435016"/>
                  </a:lnTo>
                  <a:lnTo>
                    <a:pt x="208374" y="435282"/>
                  </a:lnTo>
                  <a:lnTo>
                    <a:pt x="208648" y="435332"/>
                  </a:lnTo>
                  <a:lnTo>
                    <a:pt x="208674" y="436345"/>
                  </a:lnTo>
                  <a:lnTo>
                    <a:pt x="208480" y="436172"/>
                  </a:lnTo>
                  <a:lnTo>
                    <a:pt x="208342" y="436365"/>
                  </a:lnTo>
                  <a:lnTo>
                    <a:pt x="208393" y="436550"/>
                  </a:lnTo>
                  <a:lnTo>
                    <a:pt x="208139" y="436687"/>
                  </a:lnTo>
                  <a:lnTo>
                    <a:pt x="207463" y="436639"/>
                  </a:lnTo>
                  <a:lnTo>
                    <a:pt x="207216" y="436461"/>
                  </a:lnTo>
                  <a:lnTo>
                    <a:pt x="206940" y="436167"/>
                  </a:lnTo>
                  <a:lnTo>
                    <a:pt x="206847" y="436034"/>
                  </a:lnTo>
                  <a:lnTo>
                    <a:pt x="206510" y="435675"/>
                  </a:lnTo>
                  <a:lnTo>
                    <a:pt x="206414" y="436104"/>
                  </a:lnTo>
                  <a:lnTo>
                    <a:pt x="206183" y="436075"/>
                  </a:lnTo>
                  <a:lnTo>
                    <a:pt x="206036" y="435994"/>
                  </a:lnTo>
                  <a:lnTo>
                    <a:pt x="205998" y="435826"/>
                  </a:lnTo>
                  <a:lnTo>
                    <a:pt x="205754" y="435832"/>
                  </a:lnTo>
                  <a:lnTo>
                    <a:pt x="205531" y="435896"/>
                  </a:lnTo>
                  <a:lnTo>
                    <a:pt x="205313" y="435959"/>
                  </a:lnTo>
                  <a:lnTo>
                    <a:pt x="204919" y="436149"/>
                  </a:lnTo>
                  <a:lnTo>
                    <a:pt x="204631" y="436392"/>
                  </a:lnTo>
                  <a:lnTo>
                    <a:pt x="204342" y="436616"/>
                  </a:lnTo>
                  <a:lnTo>
                    <a:pt x="204031" y="436691"/>
                  </a:lnTo>
                  <a:lnTo>
                    <a:pt x="203753" y="436810"/>
                  </a:lnTo>
                  <a:lnTo>
                    <a:pt x="203615" y="436959"/>
                  </a:lnTo>
                  <a:lnTo>
                    <a:pt x="203352" y="437435"/>
                  </a:lnTo>
                  <a:lnTo>
                    <a:pt x="203187" y="437294"/>
                  </a:lnTo>
                  <a:lnTo>
                    <a:pt x="203095" y="437152"/>
                  </a:lnTo>
                  <a:lnTo>
                    <a:pt x="202945" y="436942"/>
                  </a:lnTo>
                  <a:lnTo>
                    <a:pt x="202742" y="436764"/>
                  </a:lnTo>
                  <a:lnTo>
                    <a:pt x="202725" y="436459"/>
                  </a:lnTo>
                  <a:lnTo>
                    <a:pt x="202767" y="436225"/>
                  </a:lnTo>
                  <a:lnTo>
                    <a:pt x="202956" y="435938"/>
                  </a:lnTo>
                  <a:lnTo>
                    <a:pt x="202419" y="435195"/>
                  </a:lnTo>
                  <a:lnTo>
                    <a:pt x="202287" y="435136"/>
                  </a:lnTo>
                  <a:lnTo>
                    <a:pt x="202139" y="435083"/>
                  </a:lnTo>
                  <a:lnTo>
                    <a:pt x="201916" y="435048"/>
                  </a:lnTo>
                  <a:lnTo>
                    <a:pt x="201589" y="434938"/>
                  </a:lnTo>
                  <a:lnTo>
                    <a:pt x="201921" y="434142"/>
                  </a:lnTo>
                  <a:lnTo>
                    <a:pt x="201955" y="434348"/>
                  </a:lnTo>
                  <a:lnTo>
                    <a:pt x="202291" y="434528"/>
                  </a:lnTo>
                  <a:lnTo>
                    <a:pt x="202499" y="434470"/>
                  </a:lnTo>
                  <a:lnTo>
                    <a:pt x="202492" y="434141"/>
                  </a:lnTo>
                  <a:lnTo>
                    <a:pt x="202180" y="433724"/>
                  </a:lnTo>
                  <a:lnTo>
                    <a:pt x="202036" y="433690"/>
                  </a:lnTo>
                  <a:lnTo>
                    <a:pt x="201731" y="433277"/>
                  </a:lnTo>
                  <a:lnTo>
                    <a:pt x="201551" y="432857"/>
                  </a:lnTo>
                  <a:lnTo>
                    <a:pt x="201569" y="432605"/>
                  </a:lnTo>
                  <a:lnTo>
                    <a:pt x="201813" y="432249"/>
                  </a:lnTo>
                  <a:lnTo>
                    <a:pt x="201881" y="431964"/>
                  </a:lnTo>
                  <a:lnTo>
                    <a:pt x="201849" y="431568"/>
                  </a:lnTo>
                  <a:lnTo>
                    <a:pt x="201975" y="431335"/>
                  </a:lnTo>
                  <a:lnTo>
                    <a:pt x="202005" y="431037"/>
                  </a:lnTo>
                  <a:lnTo>
                    <a:pt x="202014" y="430849"/>
                  </a:lnTo>
                  <a:lnTo>
                    <a:pt x="201678" y="430642"/>
                  </a:lnTo>
                  <a:lnTo>
                    <a:pt x="201716" y="430832"/>
                  </a:lnTo>
                  <a:lnTo>
                    <a:pt x="201608" y="431351"/>
                  </a:lnTo>
                  <a:lnTo>
                    <a:pt x="201363" y="431622"/>
                  </a:lnTo>
                  <a:lnTo>
                    <a:pt x="201044" y="431874"/>
                  </a:lnTo>
                  <a:lnTo>
                    <a:pt x="201096" y="432127"/>
                  </a:lnTo>
                  <a:lnTo>
                    <a:pt x="200840" y="432366"/>
                  </a:lnTo>
                  <a:lnTo>
                    <a:pt x="200682" y="432311"/>
                  </a:lnTo>
                  <a:lnTo>
                    <a:pt x="200472" y="432074"/>
                  </a:lnTo>
                  <a:lnTo>
                    <a:pt x="200312" y="431846"/>
                  </a:lnTo>
                  <a:lnTo>
                    <a:pt x="200116" y="431817"/>
                  </a:lnTo>
                  <a:lnTo>
                    <a:pt x="200045" y="431554"/>
                  </a:lnTo>
                  <a:lnTo>
                    <a:pt x="199985" y="431392"/>
                  </a:lnTo>
                  <a:lnTo>
                    <a:pt x="199685" y="431681"/>
                  </a:lnTo>
                  <a:lnTo>
                    <a:pt x="199489" y="431430"/>
                  </a:lnTo>
                  <a:lnTo>
                    <a:pt x="199355" y="431320"/>
                  </a:lnTo>
                  <a:lnTo>
                    <a:pt x="199290" y="431776"/>
                  </a:lnTo>
                  <a:lnTo>
                    <a:pt x="200019" y="431921"/>
                  </a:lnTo>
                  <a:lnTo>
                    <a:pt x="199993" y="432266"/>
                  </a:lnTo>
                  <a:lnTo>
                    <a:pt x="200014" y="432755"/>
                  </a:lnTo>
                  <a:lnTo>
                    <a:pt x="199716" y="432749"/>
                  </a:lnTo>
                  <a:lnTo>
                    <a:pt x="199663" y="432967"/>
                  </a:lnTo>
                  <a:lnTo>
                    <a:pt x="200142" y="433983"/>
                  </a:lnTo>
                  <a:lnTo>
                    <a:pt x="199253" y="434527"/>
                  </a:lnTo>
                  <a:lnTo>
                    <a:pt x="198821" y="434170"/>
                  </a:lnTo>
                  <a:lnTo>
                    <a:pt x="198209" y="433263"/>
                  </a:lnTo>
                  <a:lnTo>
                    <a:pt x="198374" y="432508"/>
                  </a:lnTo>
                  <a:lnTo>
                    <a:pt x="198374" y="431976"/>
                  </a:lnTo>
                  <a:lnTo>
                    <a:pt x="198369" y="431722"/>
                  </a:lnTo>
                  <a:lnTo>
                    <a:pt x="198225" y="431540"/>
                  </a:lnTo>
                  <a:lnTo>
                    <a:pt x="198417" y="430567"/>
                  </a:lnTo>
                  <a:lnTo>
                    <a:pt x="198377" y="430288"/>
                  </a:lnTo>
                  <a:lnTo>
                    <a:pt x="198505" y="430075"/>
                  </a:lnTo>
                  <a:lnTo>
                    <a:pt x="198607" y="429745"/>
                  </a:lnTo>
                  <a:lnTo>
                    <a:pt x="198800" y="429398"/>
                  </a:lnTo>
                  <a:lnTo>
                    <a:pt x="198677" y="429189"/>
                  </a:lnTo>
                  <a:lnTo>
                    <a:pt x="198697" y="429019"/>
                  </a:lnTo>
                  <a:lnTo>
                    <a:pt x="198814" y="428805"/>
                  </a:lnTo>
                  <a:lnTo>
                    <a:pt x="198912" y="428661"/>
                  </a:lnTo>
                  <a:lnTo>
                    <a:pt x="199230" y="428165"/>
                  </a:lnTo>
                  <a:lnTo>
                    <a:pt x="199733" y="427748"/>
                  </a:lnTo>
                  <a:lnTo>
                    <a:pt x="199864" y="427466"/>
                  </a:lnTo>
                  <a:lnTo>
                    <a:pt x="199986" y="427050"/>
                  </a:lnTo>
                  <a:lnTo>
                    <a:pt x="199877" y="427223"/>
                  </a:lnTo>
                  <a:lnTo>
                    <a:pt x="199497" y="427741"/>
                  </a:lnTo>
                  <a:lnTo>
                    <a:pt x="199328" y="427882"/>
                  </a:lnTo>
                  <a:lnTo>
                    <a:pt x="199082" y="427780"/>
                  </a:lnTo>
                  <a:lnTo>
                    <a:pt x="198989" y="427350"/>
                  </a:lnTo>
                  <a:lnTo>
                    <a:pt x="198875" y="426782"/>
                  </a:lnTo>
                  <a:lnTo>
                    <a:pt x="198895" y="427378"/>
                  </a:lnTo>
                  <a:lnTo>
                    <a:pt x="198944" y="427521"/>
                  </a:lnTo>
                  <a:lnTo>
                    <a:pt x="198944" y="427669"/>
                  </a:lnTo>
                  <a:lnTo>
                    <a:pt x="198960" y="427822"/>
                  </a:lnTo>
                  <a:lnTo>
                    <a:pt x="198821" y="428309"/>
                  </a:lnTo>
                  <a:lnTo>
                    <a:pt x="198526" y="428799"/>
                  </a:lnTo>
                  <a:lnTo>
                    <a:pt x="197991" y="428718"/>
                  </a:lnTo>
                  <a:lnTo>
                    <a:pt x="197723" y="428431"/>
                  </a:lnTo>
                  <a:lnTo>
                    <a:pt x="197833" y="428681"/>
                  </a:lnTo>
                  <a:lnTo>
                    <a:pt x="198114" y="429083"/>
                  </a:lnTo>
                  <a:lnTo>
                    <a:pt x="198223" y="429319"/>
                  </a:lnTo>
                  <a:lnTo>
                    <a:pt x="198292" y="429531"/>
                  </a:lnTo>
                  <a:lnTo>
                    <a:pt x="198083" y="429827"/>
                  </a:lnTo>
                  <a:lnTo>
                    <a:pt x="198068" y="429958"/>
                  </a:lnTo>
                  <a:lnTo>
                    <a:pt x="198069" y="430242"/>
                  </a:lnTo>
                  <a:lnTo>
                    <a:pt x="198010" y="430674"/>
                  </a:lnTo>
                  <a:lnTo>
                    <a:pt x="197803" y="430758"/>
                  </a:lnTo>
                  <a:lnTo>
                    <a:pt x="197534" y="432152"/>
                  </a:lnTo>
                  <a:lnTo>
                    <a:pt x="196589" y="432025"/>
                  </a:lnTo>
                  <a:lnTo>
                    <a:pt x="196407" y="431822"/>
                  </a:lnTo>
                  <a:lnTo>
                    <a:pt x="196295" y="431685"/>
                  </a:lnTo>
                  <a:lnTo>
                    <a:pt x="196223" y="431289"/>
                  </a:lnTo>
                  <a:lnTo>
                    <a:pt x="196401" y="430707"/>
                  </a:lnTo>
                  <a:lnTo>
                    <a:pt x="196353" y="430285"/>
                  </a:lnTo>
                  <a:lnTo>
                    <a:pt x="196279" y="430009"/>
                  </a:lnTo>
                  <a:lnTo>
                    <a:pt x="196278" y="429859"/>
                  </a:lnTo>
                  <a:lnTo>
                    <a:pt x="196178" y="429439"/>
                  </a:lnTo>
                  <a:lnTo>
                    <a:pt x="195977" y="428817"/>
                  </a:lnTo>
                  <a:lnTo>
                    <a:pt x="194986" y="428060"/>
                  </a:lnTo>
                  <a:lnTo>
                    <a:pt x="194934" y="427924"/>
                  </a:lnTo>
                  <a:lnTo>
                    <a:pt x="194873" y="427663"/>
                  </a:lnTo>
                  <a:lnTo>
                    <a:pt x="194712" y="427495"/>
                  </a:lnTo>
                  <a:lnTo>
                    <a:pt x="195282" y="427087"/>
                  </a:lnTo>
                  <a:lnTo>
                    <a:pt x="195435" y="426554"/>
                  </a:lnTo>
                  <a:lnTo>
                    <a:pt x="195585" y="426481"/>
                  </a:lnTo>
                  <a:lnTo>
                    <a:pt x="195757" y="426300"/>
                  </a:lnTo>
                  <a:lnTo>
                    <a:pt x="196279" y="425594"/>
                  </a:lnTo>
                  <a:lnTo>
                    <a:pt x="196510" y="425222"/>
                  </a:lnTo>
                  <a:lnTo>
                    <a:pt x="197066" y="424507"/>
                  </a:lnTo>
                  <a:lnTo>
                    <a:pt x="196925" y="424254"/>
                  </a:lnTo>
                  <a:lnTo>
                    <a:pt x="196766" y="423527"/>
                  </a:lnTo>
                  <a:lnTo>
                    <a:pt x="196913" y="423426"/>
                  </a:lnTo>
                  <a:lnTo>
                    <a:pt x="197062" y="423332"/>
                  </a:lnTo>
                  <a:lnTo>
                    <a:pt x="198116" y="422557"/>
                  </a:lnTo>
                  <a:lnTo>
                    <a:pt x="197240" y="422059"/>
                  </a:lnTo>
                  <a:lnTo>
                    <a:pt x="196654" y="421744"/>
                  </a:lnTo>
                  <a:lnTo>
                    <a:pt x="196370" y="422102"/>
                  </a:lnTo>
                  <a:lnTo>
                    <a:pt x="195402" y="422278"/>
                  </a:lnTo>
                  <a:lnTo>
                    <a:pt x="195209" y="422266"/>
                  </a:lnTo>
                  <a:lnTo>
                    <a:pt x="195047" y="422246"/>
                  </a:lnTo>
                  <a:lnTo>
                    <a:pt x="193987" y="421801"/>
                  </a:lnTo>
                  <a:lnTo>
                    <a:pt x="194025" y="421390"/>
                  </a:lnTo>
                  <a:lnTo>
                    <a:pt x="194104" y="421197"/>
                  </a:lnTo>
                  <a:lnTo>
                    <a:pt x="194082" y="420793"/>
                  </a:lnTo>
                  <a:lnTo>
                    <a:pt x="193330" y="421697"/>
                  </a:lnTo>
                  <a:lnTo>
                    <a:pt x="193006" y="422268"/>
                  </a:lnTo>
                  <a:lnTo>
                    <a:pt x="192357" y="422417"/>
                  </a:lnTo>
                  <a:lnTo>
                    <a:pt x="192213" y="422445"/>
                  </a:lnTo>
                  <a:lnTo>
                    <a:pt x="191800" y="422757"/>
                  </a:lnTo>
                  <a:lnTo>
                    <a:pt x="191485" y="423283"/>
                  </a:lnTo>
                  <a:lnTo>
                    <a:pt x="191289" y="423267"/>
                  </a:lnTo>
                  <a:lnTo>
                    <a:pt x="189986" y="423848"/>
                  </a:lnTo>
                  <a:lnTo>
                    <a:pt x="189947" y="423277"/>
                  </a:lnTo>
                  <a:lnTo>
                    <a:pt x="189728" y="423159"/>
                  </a:lnTo>
                  <a:lnTo>
                    <a:pt x="189731" y="423554"/>
                  </a:lnTo>
                  <a:lnTo>
                    <a:pt x="189781" y="423696"/>
                  </a:lnTo>
                  <a:lnTo>
                    <a:pt x="189856" y="423919"/>
                  </a:lnTo>
                  <a:lnTo>
                    <a:pt x="189946" y="424194"/>
                  </a:lnTo>
                  <a:lnTo>
                    <a:pt x="190064" y="424331"/>
                  </a:lnTo>
                  <a:lnTo>
                    <a:pt x="190262" y="424478"/>
                  </a:lnTo>
                  <a:lnTo>
                    <a:pt x="190456" y="425056"/>
                  </a:lnTo>
                  <a:lnTo>
                    <a:pt x="191215" y="425443"/>
                  </a:lnTo>
                  <a:lnTo>
                    <a:pt x="191354" y="425644"/>
                  </a:lnTo>
                  <a:lnTo>
                    <a:pt x="191491" y="425846"/>
                  </a:lnTo>
                  <a:lnTo>
                    <a:pt x="192101" y="427487"/>
                  </a:lnTo>
                  <a:lnTo>
                    <a:pt x="192156" y="427708"/>
                  </a:lnTo>
                  <a:lnTo>
                    <a:pt x="192855" y="428634"/>
                  </a:lnTo>
                  <a:lnTo>
                    <a:pt x="192953" y="429303"/>
                  </a:lnTo>
                  <a:lnTo>
                    <a:pt x="193079" y="429436"/>
                  </a:lnTo>
                  <a:lnTo>
                    <a:pt x="193839" y="429658"/>
                  </a:lnTo>
                  <a:lnTo>
                    <a:pt x="193015" y="430899"/>
                  </a:lnTo>
                  <a:lnTo>
                    <a:pt x="192448" y="430784"/>
                  </a:lnTo>
                  <a:lnTo>
                    <a:pt x="191969" y="430591"/>
                  </a:lnTo>
                  <a:lnTo>
                    <a:pt x="192069" y="430070"/>
                  </a:lnTo>
                  <a:lnTo>
                    <a:pt x="192085" y="429920"/>
                  </a:lnTo>
                  <a:lnTo>
                    <a:pt x="192034" y="429697"/>
                  </a:lnTo>
                  <a:lnTo>
                    <a:pt x="191841" y="429458"/>
                  </a:lnTo>
                  <a:lnTo>
                    <a:pt x="191836" y="429625"/>
                  </a:lnTo>
                  <a:lnTo>
                    <a:pt x="191880" y="429975"/>
                  </a:lnTo>
                  <a:lnTo>
                    <a:pt x="191907" y="430250"/>
                  </a:lnTo>
                  <a:lnTo>
                    <a:pt x="191866" y="430407"/>
                  </a:lnTo>
                  <a:lnTo>
                    <a:pt x="191868" y="430841"/>
                  </a:lnTo>
                  <a:lnTo>
                    <a:pt x="192186" y="431257"/>
                  </a:lnTo>
                  <a:lnTo>
                    <a:pt x="192226" y="431428"/>
                  </a:lnTo>
                  <a:lnTo>
                    <a:pt x="192026" y="431825"/>
                  </a:lnTo>
                  <a:lnTo>
                    <a:pt x="191888" y="432085"/>
                  </a:lnTo>
                  <a:lnTo>
                    <a:pt x="192146" y="431941"/>
                  </a:lnTo>
                  <a:lnTo>
                    <a:pt x="192447" y="431655"/>
                  </a:lnTo>
                  <a:lnTo>
                    <a:pt x="193759" y="430902"/>
                  </a:lnTo>
                  <a:lnTo>
                    <a:pt x="193883" y="431880"/>
                  </a:lnTo>
                  <a:lnTo>
                    <a:pt x="193725" y="432007"/>
                  </a:lnTo>
                  <a:lnTo>
                    <a:pt x="193723" y="432172"/>
                  </a:lnTo>
                  <a:lnTo>
                    <a:pt x="193765" y="432429"/>
                  </a:lnTo>
                  <a:lnTo>
                    <a:pt x="193343" y="432700"/>
                  </a:lnTo>
                  <a:lnTo>
                    <a:pt x="193734" y="432712"/>
                  </a:lnTo>
                  <a:lnTo>
                    <a:pt x="193947" y="432665"/>
                  </a:lnTo>
                  <a:lnTo>
                    <a:pt x="194279" y="432581"/>
                  </a:lnTo>
                  <a:lnTo>
                    <a:pt x="194563" y="431965"/>
                  </a:lnTo>
                  <a:lnTo>
                    <a:pt x="194719" y="432038"/>
                  </a:lnTo>
                  <a:lnTo>
                    <a:pt x="194963" y="432298"/>
                  </a:lnTo>
                  <a:lnTo>
                    <a:pt x="195102" y="432872"/>
                  </a:lnTo>
                  <a:lnTo>
                    <a:pt x="195150" y="433219"/>
                  </a:lnTo>
                  <a:lnTo>
                    <a:pt x="195064" y="433381"/>
                  </a:lnTo>
                  <a:lnTo>
                    <a:pt x="194982" y="433546"/>
                  </a:lnTo>
                  <a:lnTo>
                    <a:pt x="194915" y="433843"/>
                  </a:lnTo>
                  <a:lnTo>
                    <a:pt x="194914" y="434017"/>
                  </a:lnTo>
                  <a:lnTo>
                    <a:pt x="194652" y="434088"/>
                  </a:lnTo>
                  <a:lnTo>
                    <a:pt x="194246" y="434172"/>
                  </a:lnTo>
                  <a:lnTo>
                    <a:pt x="194167" y="434409"/>
                  </a:lnTo>
                  <a:lnTo>
                    <a:pt x="194240" y="434717"/>
                  </a:lnTo>
                  <a:lnTo>
                    <a:pt x="194288" y="434583"/>
                  </a:lnTo>
                  <a:lnTo>
                    <a:pt x="194534" y="434668"/>
                  </a:lnTo>
                  <a:lnTo>
                    <a:pt x="194437" y="434814"/>
                  </a:lnTo>
                  <a:lnTo>
                    <a:pt x="193576" y="435941"/>
                  </a:lnTo>
                  <a:lnTo>
                    <a:pt x="193107" y="437143"/>
                  </a:lnTo>
                  <a:lnTo>
                    <a:pt x="192756" y="437429"/>
                  </a:lnTo>
                  <a:lnTo>
                    <a:pt x="192847" y="437663"/>
                  </a:lnTo>
                  <a:lnTo>
                    <a:pt x="192475" y="438145"/>
                  </a:lnTo>
                  <a:lnTo>
                    <a:pt x="192338" y="438200"/>
                  </a:lnTo>
                  <a:lnTo>
                    <a:pt x="191361" y="438598"/>
                  </a:lnTo>
                  <a:lnTo>
                    <a:pt x="190675" y="438625"/>
                  </a:lnTo>
                  <a:lnTo>
                    <a:pt x="190658" y="438325"/>
                  </a:lnTo>
                  <a:lnTo>
                    <a:pt x="190708" y="438138"/>
                  </a:lnTo>
                  <a:lnTo>
                    <a:pt x="190901" y="437914"/>
                  </a:lnTo>
                  <a:lnTo>
                    <a:pt x="190996" y="437764"/>
                  </a:lnTo>
                  <a:lnTo>
                    <a:pt x="191177" y="437596"/>
                  </a:lnTo>
                  <a:lnTo>
                    <a:pt x="191305" y="437320"/>
                  </a:lnTo>
                  <a:lnTo>
                    <a:pt x="191169" y="437161"/>
                  </a:lnTo>
                  <a:lnTo>
                    <a:pt x="191157" y="437338"/>
                  </a:lnTo>
                  <a:lnTo>
                    <a:pt x="190802" y="437619"/>
                  </a:lnTo>
                  <a:lnTo>
                    <a:pt x="190687" y="437820"/>
                  </a:lnTo>
                  <a:lnTo>
                    <a:pt x="190658" y="437956"/>
                  </a:lnTo>
                  <a:lnTo>
                    <a:pt x="190584" y="438110"/>
                  </a:lnTo>
                  <a:lnTo>
                    <a:pt x="190477" y="438353"/>
                  </a:lnTo>
                  <a:lnTo>
                    <a:pt x="190526" y="438484"/>
                  </a:lnTo>
                  <a:lnTo>
                    <a:pt x="190592" y="438662"/>
                  </a:lnTo>
                  <a:lnTo>
                    <a:pt x="190642" y="438837"/>
                  </a:lnTo>
                  <a:lnTo>
                    <a:pt x="190631" y="439151"/>
                  </a:lnTo>
                  <a:lnTo>
                    <a:pt x="190629" y="439378"/>
                  </a:lnTo>
                  <a:lnTo>
                    <a:pt x="190460" y="439453"/>
                  </a:lnTo>
                  <a:lnTo>
                    <a:pt x="190436" y="439645"/>
                  </a:lnTo>
                  <a:lnTo>
                    <a:pt x="190462" y="439979"/>
                  </a:lnTo>
                  <a:lnTo>
                    <a:pt x="190214" y="439974"/>
                  </a:lnTo>
                  <a:lnTo>
                    <a:pt x="190038" y="439973"/>
                  </a:lnTo>
                  <a:lnTo>
                    <a:pt x="189088" y="440233"/>
                  </a:lnTo>
                  <a:lnTo>
                    <a:pt x="188891" y="440206"/>
                  </a:lnTo>
                  <a:lnTo>
                    <a:pt x="188356" y="440180"/>
                  </a:lnTo>
                  <a:lnTo>
                    <a:pt x="187972" y="440225"/>
                  </a:lnTo>
                  <a:lnTo>
                    <a:pt x="187807" y="440253"/>
                  </a:lnTo>
                  <a:lnTo>
                    <a:pt x="187601" y="440274"/>
                  </a:lnTo>
                  <a:lnTo>
                    <a:pt x="187471" y="440406"/>
                  </a:lnTo>
                  <a:lnTo>
                    <a:pt x="187185" y="440529"/>
                  </a:lnTo>
                  <a:lnTo>
                    <a:pt x="187160" y="441011"/>
                  </a:lnTo>
                  <a:lnTo>
                    <a:pt x="185833" y="440980"/>
                  </a:lnTo>
                  <a:lnTo>
                    <a:pt x="185757" y="440489"/>
                  </a:lnTo>
                  <a:lnTo>
                    <a:pt x="185760" y="440182"/>
                  </a:lnTo>
                  <a:lnTo>
                    <a:pt x="186144" y="439126"/>
                  </a:lnTo>
                  <a:lnTo>
                    <a:pt x="187004" y="438701"/>
                  </a:lnTo>
                  <a:lnTo>
                    <a:pt x="186911" y="438533"/>
                  </a:lnTo>
                  <a:lnTo>
                    <a:pt x="186794" y="438358"/>
                  </a:lnTo>
                  <a:lnTo>
                    <a:pt x="186476" y="438132"/>
                  </a:lnTo>
                  <a:lnTo>
                    <a:pt x="187361" y="437778"/>
                  </a:lnTo>
                  <a:lnTo>
                    <a:pt x="187716" y="437691"/>
                  </a:lnTo>
                  <a:lnTo>
                    <a:pt x="187845" y="437707"/>
                  </a:lnTo>
                  <a:lnTo>
                    <a:pt x="188035" y="437751"/>
                  </a:lnTo>
                  <a:lnTo>
                    <a:pt x="188255" y="437816"/>
                  </a:lnTo>
                  <a:lnTo>
                    <a:pt x="188980" y="437164"/>
                  </a:lnTo>
                  <a:lnTo>
                    <a:pt x="188148" y="437388"/>
                  </a:lnTo>
                  <a:lnTo>
                    <a:pt x="188009" y="436243"/>
                  </a:lnTo>
                  <a:lnTo>
                    <a:pt x="188781" y="435161"/>
                  </a:lnTo>
                  <a:lnTo>
                    <a:pt x="189022" y="434888"/>
                  </a:lnTo>
                  <a:lnTo>
                    <a:pt x="189341" y="434758"/>
                  </a:lnTo>
                  <a:lnTo>
                    <a:pt x="189564" y="434742"/>
                  </a:lnTo>
                  <a:lnTo>
                    <a:pt x="190087" y="434013"/>
                  </a:lnTo>
                  <a:lnTo>
                    <a:pt x="189111" y="434324"/>
                  </a:lnTo>
                  <a:lnTo>
                    <a:pt x="187971" y="434913"/>
                  </a:lnTo>
                  <a:lnTo>
                    <a:pt x="187670" y="434918"/>
                  </a:lnTo>
                  <a:lnTo>
                    <a:pt x="187773" y="434788"/>
                  </a:lnTo>
                  <a:lnTo>
                    <a:pt x="187964" y="434496"/>
                  </a:lnTo>
                  <a:lnTo>
                    <a:pt x="187994" y="434313"/>
                  </a:lnTo>
                  <a:lnTo>
                    <a:pt x="188597" y="433681"/>
                  </a:lnTo>
                  <a:lnTo>
                    <a:pt x="188470" y="433419"/>
                  </a:lnTo>
                  <a:lnTo>
                    <a:pt x="187890" y="433265"/>
                  </a:lnTo>
                  <a:lnTo>
                    <a:pt x="187836" y="433862"/>
                  </a:lnTo>
                  <a:lnTo>
                    <a:pt x="187599" y="434017"/>
                  </a:lnTo>
                  <a:lnTo>
                    <a:pt x="187373" y="434109"/>
                  </a:lnTo>
                  <a:lnTo>
                    <a:pt x="187194" y="434184"/>
                  </a:lnTo>
                  <a:lnTo>
                    <a:pt x="186497" y="433799"/>
                  </a:lnTo>
                  <a:lnTo>
                    <a:pt x="185847" y="433870"/>
                  </a:lnTo>
                  <a:lnTo>
                    <a:pt x="185719" y="433669"/>
                  </a:lnTo>
                  <a:lnTo>
                    <a:pt x="185679" y="433310"/>
                  </a:lnTo>
                  <a:lnTo>
                    <a:pt x="185344" y="433328"/>
                  </a:lnTo>
                  <a:lnTo>
                    <a:pt x="184595" y="433257"/>
                  </a:lnTo>
                  <a:lnTo>
                    <a:pt x="184338" y="432325"/>
                  </a:lnTo>
                  <a:lnTo>
                    <a:pt x="184246" y="432009"/>
                  </a:lnTo>
                  <a:lnTo>
                    <a:pt x="183723" y="432140"/>
                  </a:lnTo>
                  <a:lnTo>
                    <a:pt x="183659" y="432351"/>
                  </a:lnTo>
                  <a:lnTo>
                    <a:pt x="183729" y="432767"/>
                  </a:lnTo>
                  <a:lnTo>
                    <a:pt x="183880" y="432898"/>
                  </a:lnTo>
                  <a:lnTo>
                    <a:pt x="184049" y="433370"/>
                  </a:lnTo>
                  <a:lnTo>
                    <a:pt x="184021" y="433613"/>
                  </a:lnTo>
                  <a:lnTo>
                    <a:pt x="183979" y="433979"/>
                  </a:lnTo>
                  <a:lnTo>
                    <a:pt x="183860" y="434342"/>
                  </a:lnTo>
                  <a:lnTo>
                    <a:pt x="183725" y="434570"/>
                  </a:lnTo>
                  <a:lnTo>
                    <a:pt x="183538" y="433593"/>
                  </a:lnTo>
                  <a:lnTo>
                    <a:pt x="183663" y="433109"/>
                  </a:lnTo>
                  <a:lnTo>
                    <a:pt x="183558" y="433278"/>
                  </a:lnTo>
                  <a:lnTo>
                    <a:pt x="183183" y="433683"/>
                  </a:lnTo>
                  <a:lnTo>
                    <a:pt x="183141" y="433869"/>
                  </a:lnTo>
                  <a:lnTo>
                    <a:pt x="183023" y="434142"/>
                  </a:lnTo>
                  <a:lnTo>
                    <a:pt x="183024" y="434297"/>
                  </a:lnTo>
                  <a:lnTo>
                    <a:pt x="183051" y="434479"/>
                  </a:lnTo>
                  <a:lnTo>
                    <a:pt x="183121" y="434993"/>
                  </a:lnTo>
                  <a:lnTo>
                    <a:pt x="183493" y="435293"/>
                  </a:lnTo>
                  <a:lnTo>
                    <a:pt x="183451" y="435916"/>
                  </a:lnTo>
                  <a:lnTo>
                    <a:pt x="183089" y="436642"/>
                  </a:lnTo>
                  <a:lnTo>
                    <a:pt x="183071" y="436943"/>
                  </a:lnTo>
                  <a:lnTo>
                    <a:pt x="182538" y="437442"/>
                  </a:lnTo>
                  <a:lnTo>
                    <a:pt x="182852" y="437926"/>
                  </a:lnTo>
                  <a:lnTo>
                    <a:pt x="183144" y="438038"/>
                  </a:lnTo>
                  <a:lnTo>
                    <a:pt x="183472" y="437944"/>
                  </a:lnTo>
                  <a:lnTo>
                    <a:pt x="183473" y="438163"/>
                  </a:lnTo>
                  <a:lnTo>
                    <a:pt x="183369" y="438489"/>
                  </a:lnTo>
                  <a:lnTo>
                    <a:pt x="183200" y="438679"/>
                  </a:lnTo>
                  <a:lnTo>
                    <a:pt x="183096" y="438845"/>
                  </a:lnTo>
                  <a:lnTo>
                    <a:pt x="183041" y="439027"/>
                  </a:lnTo>
                  <a:lnTo>
                    <a:pt x="182892" y="439162"/>
                  </a:lnTo>
                  <a:lnTo>
                    <a:pt x="182654" y="439429"/>
                  </a:lnTo>
                  <a:lnTo>
                    <a:pt x="182276" y="439862"/>
                  </a:lnTo>
                  <a:lnTo>
                    <a:pt x="182121" y="440039"/>
                  </a:lnTo>
                  <a:lnTo>
                    <a:pt x="181881" y="440302"/>
                  </a:lnTo>
                  <a:lnTo>
                    <a:pt x="181995" y="440630"/>
                  </a:lnTo>
                  <a:lnTo>
                    <a:pt x="182058" y="440784"/>
                  </a:lnTo>
                  <a:lnTo>
                    <a:pt x="182020" y="440985"/>
                  </a:lnTo>
                  <a:lnTo>
                    <a:pt x="181546" y="441001"/>
                  </a:lnTo>
                  <a:lnTo>
                    <a:pt x="181247" y="441040"/>
                  </a:lnTo>
                  <a:lnTo>
                    <a:pt x="180820" y="441221"/>
                  </a:lnTo>
                  <a:lnTo>
                    <a:pt x="180487" y="441383"/>
                  </a:lnTo>
                  <a:lnTo>
                    <a:pt x="180212" y="442018"/>
                  </a:lnTo>
                  <a:lnTo>
                    <a:pt x="179931" y="442042"/>
                  </a:lnTo>
                  <a:lnTo>
                    <a:pt x="179398" y="442497"/>
                  </a:lnTo>
                  <a:lnTo>
                    <a:pt x="178956" y="442763"/>
                  </a:lnTo>
                  <a:lnTo>
                    <a:pt x="178649" y="442997"/>
                  </a:lnTo>
                  <a:lnTo>
                    <a:pt x="178430" y="443162"/>
                  </a:lnTo>
                  <a:lnTo>
                    <a:pt x="178019" y="442865"/>
                  </a:lnTo>
                  <a:lnTo>
                    <a:pt x="177983" y="442665"/>
                  </a:lnTo>
                  <a:lnTo>
                    <a:pt x="178094" y="442527"/>
                  </a:lnTo>
                  <a:lnTo>
                    <a:pt x="178467" y="442308"/>
                  </a:lnTo>
                  <a:lnTo>
                    <a:pt x="178651" y="442077"/>
                  </a:lnTo>
                  <a:lnTo>
                    <a:pt x="178848" y="441686"/>
                  </a:lnTo>
                  <a:lnTo>
                    <a:pt x="179370" y="441237"/>
                  </a:lnTo>
                  <a:lnTo>
                    <a:pt x="179543" y="441032"/>
                  </a:lnTo>
                  <a:lnTo>
                    <a:pt x="179644" y="440801"/>
                  </a:lnTo>
                  <a:lnTo>
                    <a:pt x="180383" y="439114"/>
                  </a:lnTo>
                  <a:lnTo>
                    <a:pt x="180497" y="438867"/>
                  </a:lnTo>
                  <a:lnTo>
                    <a:pt x="180658" y="438478"/>
                  </a:lnTo>
                  <a:lnTo>
                    <a:pt x="180757" y="438283"/>
                  </a:lnTo>
                  <a:lnTo>
                    <a:pt x="180570" y="438142"/>
                  </a:lnTo>
                  <a:lnTo>
                    <a:pt x="180231" y="438348"/>
                  </a:lnTo>
                  <a:lnTo>
                    <a:pt x="180007" y="438337"/>
                  </a:lnTo>
                  <a:lnTo>
                    <a:pt x="179858" y="437960"/>
                  </a:lnTo>
                  <a:lnTo>
                    <a:pt x="179887" y="437569"/>
                  </a:lnTo>
                  <a:lnTo>
                    <a:pt x="179883" y="437027"/>
                  </a:lnTo>
                  <a:lnTo>
                    <a:pt x="179665" y="436732"/>
                  </a:lnTo>
                  <a:lnTo>
                    <a:pt x="179499" y="436709"/>
                  </a:lnTo>
                  <a:lnTo>
                    <a:pt x="179211" y="436901"/>
                  </a:lnTo>
                  <a:lnTo>
                    <a:pt x="178942" y="436876"/>
                  </a:lnTo>
                  <a:lnTo>
                    <a:pt x="178682" y="436648"/>
                  </a:lnTo>
                  <a:lnTo>
                    <a:pt x="178278" y="437063"/>
                  </a:lnTo>
                  <a:lnTo>
                    <a:pt x="177801" y="437571"/>
                  </a:lnTo>
                  <a:lnTo>
                    <a:pt x="177576" y="437265"/>
                  </a:lnTo>
                  <a:lnTo>
                    <a:pt x="175959" y="437667"/>
                  </a:lnTo>
                  <a:lnTo>
                    <a:pt x="176509" y="438428"/>
                  </a:lnTo>
                  <a:lnTo>
                    <a:pt x="176357" y="438696"/>
                  </a:lnTo>
                  <a:lnTo>
                    <a:pt x="175465" y="438786"/>
                  </a:lnTo>
                  <a:lnTo>
                    <a:pt x="174717" y="439440"/>
                  </a:lnTo>
                  <a:lnTo>
                    <a:pt x="174730" y="439591"/>
                  </a:lnTo>
                  <a:lnTo>
                    <a:pt x="174767" y="439958"/>
                  </a:lnTo>
                  <a:lnTo>
                    <a:pt x="175229" y="440325"/>
                  </a:lnTo>
                  <a:lnTo>
                    <a:pt x="175373" y="440439"/>
                  </a:lnTo>
                  <a:lnTo>
                    <a:pt x="175602" y="440522"/>
                  </a:lnTo>
                  <a:lnTo>
                    <a:pt x="175940" y="440578"/>
                  </a:lnTo>
                  <a:lnTo>
                    <a:pt x="176177" y="440634"/>
                  </a:lnTo>
                  <a:lnTo>
                    <a:pt x="176322" y="440707"/>
                  </a:lnTo>
                  <a:lnTo>
                    <a:pt x="176569" y="440943"/>
                  </a:lnTo>
                  <a:lnTo>
                    <a:pt x="176796" y="441071"/>
                  </a:lnTo>
                  <a:lnTo>
                    <a:pt x="176940" y="441433"/>
                  </a:lnTo>
                  <a:lnTo>
                    <a:pt x="176783" y="441474"/>
                  </a:lnTo>
                  <a:lnTo>
                    <a:pt x="176258" y="441581"/>
                  </a:lnTo>
                  <a:lnTo>
                    <a:pt x="175253" y="441828"/>
                  </a:lnTo>
                  <a:lnTo>
                    <a:pt x="174650" y="442015"/>
                  </a:lnTo>
                  <a:lnTo>
                    <a:pt x="173867" y="442195"/>
                  </a:lnTo>
                  <a:lnTo>
                    <a:pt x="173621" y="441989"/>
                  </a:lnTo>
                  <a:lnTo>
                    <a:pt x="174187" y="441911"/>
                  </a:lnTo>
                  <a:lnTo>
                    <a:pt x="174098" y="441330"/>
                  </a:lnTo>
                  <a:lnTo>
                    <a:pt x="173964" y="441418"/>
                  </a:lnTo>
                  <a:lnTo>
                    <a:pt x="173465" y="441453"/>
                  </a:lnTo>
                  <a:lnTo>
                    <a:pt x="172949" y="441315"/>
                  </a:lnTo>
                  <a:lnTo>
                    <a:pt x="172904" y="441180"/>
                  </a:lnTo>
                  <a:lnTo>
                    <a:pt x="173045" y="441044"/>
                  </a:lnTo>
                  <a:lnTo>
                    <a:pt x="172204" y="440376"/>
                  </a:lnTo>
                  <a:lnTo>
                    <a:pt x="171737" y="441231"/>
                  </a:lnTo>
                  <a:lnTo>
                    <a:pt x="171471" y="441275"/>
                  </a:lnTo>
                  <a:lnTo>
                    <a:pt x="170396" y="440686"/>
                  </a:lnTo>
                  <a:lnTo>
                    <a:pt x="170199" y="440632"/>
                  </a:lnTo>
                  <a:lnTo>
                    <a:pt x="169926" y="440545"/>
                  </a:lnTo>
                  <a:lnTo>
                    <a:pt x="169606" y="440459"/>
                  </a:lnTo>
                  <a:lnTo>
                    <a:pt x="169188" y="440519"/>
                  </a:lnTo>
                  <a:lnTo>
                    <a:pt x="169024" y="440559"/>
                  </a:lnTo>
                  <a:lnTo>
                    <a:pt x="167716" y="440641"/>
                  </a:lnTo>
                  <a:lnTo>
                    <a:pt x="165779" y="440826"/>
                  </a:lnTo>
                  <a:lnTo>
                    <a:pt x="165708" y="440594"/>
                  </a:lnTo>
                  <a:lnTo>
                    <a:pt x="165481" y="439919"/>
                  </a:lnTo>
                  <a:lnTo>
                    <a:pt x="152044" y="437212"/>
                  </a:lnTo>
                  <a:lnTo>
                    <a:pt x="151645" y="437372"/>
                  </a:lnTo>
                  <a:lnTo>
                    <a:pt x="151279" y="437372"/>
                  </a:lnTo>
                  <a:lnTo>
                    <a:pt x="151029" y="437372"/>
                  </a:lnTo>
                  <a:lnTo>
                    <a:pt x="150620" y="437370"/>
                  </a:lnTo>
                  <a:lnTo>
                    <a:pt x="150215" y="437280"/>
                  </a:lnTo>
                  <a:lnTo>
                    <a:pt x="150061" y="437299"/>
                  </a:lnTo>
                  <a:lnTo>
                    <a:pt x="149750" y="437317"/>
                  </a:lnTo>
                  <a:lnTo>
                    <a:pt x="149255" y="437554"/>
                  </a:lnTo>
                  <a:lnTo>
                    <a:pt x="147646" y="437114"/>
                  </a:lnTo>
                  <a:lnTo>
                    <a:pt x="137543" y="436090"/>
                  </a:lnTo>
                  <a:lnTo>
                    <a:pt x="137902" y="435856"/>
                  </a:lnTo>
                  <a:lnTo>
                    <a:pt x="137770" y="434784"/>
                  </a:lnTo>
                  <a:lnTo>
                    <a:pt x="124112" y="426517"/>
                  </a:lnTo>
                  <a:lnTo>
                    <a:pt x="123962" y="426516"/>
                  </a:lnTo>
                  <a:lnTo>
                    <a:pt x="122480" y="426119"/>
                  </a:lnTo>
                  <a:lnTo>
                    <a:pt x="123374" y="422478"/>
                  </a:lnTo>
                  <a:lnTo>
                    <a:pt x="121868" y="419461"/>
                  </a:lnTo>
                  <a:lnTo>
                    <a:pt x="111281" y="417301"/>
                  </a:lnTo>
                  <a:lnTo>
                    <a:pt x="110717" y="416615"/>
                  </a:lnTo>
                  <a:lnTo>
                    <a:pt x="110643" y="416242"/>
                  </a:lnTo>
                  <a:lnTo>
                    <a:pt x="110447" y="416072"/>
                  </a:lnTo>
                  <a:lnTo>
                    <a:pt x="106095" y="415752"/>
                  </a:lnTo>
                  <a:lnTo>
                    <a:pt x="106507" y="413268"/>
                  </a:lnTo>
                  <a:lnTo>
                    <a:pt x="106597" y="413106"/>
                  </a:lnTo>
                  <a:lnTo>
                    <a:pt x="106867" y="412731"/>
                  </a:lnTo>
                  <a:lnTo>
                    <a:pt x="106840" y="412335"/>
                  </a:lnTo>
                  <a:lnTo>
                    <a:pt x="106815" y="411957"/>
                  </a:lnTo>
                  <a:lnTo>
                    <a:pt x="106199" y="402991"/>
                  </a:lnTo>
                  <a:lnTo>
                    <a:pt x="105026" y="400472"/>
                  </a:lnTo>
                  <a:lnTo>
                    <a:pt x="105055" y="400292"/>
                  </a:lnTo>
                  <a:lnTo>
                    <a:pt x="103705" y="398069"/>
                  </a:lnTo>
                  <a:lnTo>
                    <a:pt x="102306" y="398059"/>
                  </a:lnTo>
                  <a:lnTo>
                    <a:pt x="100776" y="397693"/>
                  </a:lnTo>
                  <a:lnTo>
                    <a:pt x="100439" y="397886"/>
                  </a:lnTo>
                  <a:lnTo>
                    <a:pt x="100228" y="397751"/>
                  </a:lnTo>
                  <a:lnTo>
                    <a:pt x="100343" y="394224"/>
                  </a:lnTo>
                  <a:lnTo>
                    <a:pt x="102230" y="383888"/>
                  </a:lnTo>
                  <a:lnTo>
                    <a:pt x="105035" y="385189"/>
                  </a:lnTo>
                  <a:lnTo>
                    <a:pt x="108111" y="381260"/>
                  </a:lnTo>
                  <a:lnTo>
                    <a:pt x="108048" y="380991"/>
                  </a:lnTo>
                  <a:lnTo>
                    <a:pt x="109244" y="378758"/>
                  </a:lnTo>
                  <a:lnTo>
                    <a:pt x="111192" y="374817"/>
                  </a:lnTo>
                  <a:lnTo>
                    <a:pt x="111614" y="374899"/>
                  </a:lnTo>
                  <a:lnTo>
                    <a:pt x="112419" y="373966"/>
                  </a:lnTo>
                  <a:lnTo>
                    <a:pt x="103104" y="368214"/>
                  </a:lnTo>
                  <a:lnTo>
                    <a:pt x="102697" y="367944"/>
                  </a:lnTo>
                  <a:lnTo>
                    <a:pt x="92624" y="369158"/>
                  </a:lnTo>
                  <a:lnTo>
                    <a:pt x="92118" y="368921"/>
                  </a:lnTo>
                  <a:lnTo>
                    <a:pt x="90380" y="369941"/>
                  </a:lnTo>
                  <a:lnTo>
                    <a:pt x="73667" y="364564"/>
                  </a:lnTo>
                  <a:lnTo>
                    <a:pt x="67899" y="366869"/>
                  </a:lnTo>
                  <a:lnTo>
                    <a:pt x="67406" y="366810"/>
                  </a:lnTo>
                  <a:lnTo>
                    <a:pt x="66998" y="365693"/>
                  </a:lnTo>
                  <a:lnTo>
                    <a:pt x="63679" y="362433"/>
                  </a:lnTo>
                  <a:lnTo>
                    <a:pt x="63632" y="362203"/>
                  </a:lnTo>
                  <a:lnTo>
                    <a:pt x="60609" y="359900"/>
                  </a:lnTo>
                  <a:lnTo>
                    <a:pt x="59760" y="359155"/>
                  </a:lnTo>
                  <a:lnTo>
                    <a:pt x="53412" y="358752"/>
                  </a:lnTo>
                  <a:lnTo>
                    <a:pt x="53257" y="358648"/>
                  </a:lnTo>
                  <a:lnTo>
                    <a:pt x="51824" y="351743"/>
                  </a:lnTo>
                  <a:lnTo>
                    <a:pt x="51850" y="351628"/>
                  </a:lnTo>
                  <a:lnTo>
                    <a:pt x="51636" y="351257"/>
                  </a:lnTo>
                  <a:lnTo>
                    <a:pt x="51469" y="351012"/>
                  </a:lnTo>
                  <a:lnTo>
                    <a:pt x="51343" y="350867"/>
                  </a:lnTo>
                  <a:lnTo>
                    <a:pt x="50977" y="350424"/>
                  </a:lnTo>
                  <a:lnTo>
                    <a:pt x="51134" y="350157"/>
                  </a:lnTo>
                  <a:lnTo>
                    <a:pt x="51038" y="349684"/>
                  </a:lnTo>
                  <a:lnTo>
                    <a:pt x="51190" y="349309"/>
                  </a:lnTo>
                  <a:lnTo>
                    <a:pt x="51457" y="349156"/>
                  </a:lnTo>
                  <a:lnTo>
                    <a:pt x="51745" y="349015"/>
                  </a:lnTo>
                  <a:lnTo>
                    <a:pt x="52597" y="348720"/>
                  </a:lnTo>
                  <a:lnTo>
                    <a:pt x="52713" y="348573"/>
                  </a:lnTo>
                  <a:lnTo>
                    <a:pt x="52874" y="347998"/>
                  </a:lnTo>
                  <a:lnTo>
                    <a:pt x="52828" y="347789"/>
                  </a:lnTo>
                  <a:lnTo>
                    <a:pt x="52805" y="347661"/>
                  </a:lnTo>
                  <a:lnTo>
                    <a:pt x="53047" y="347127"/>
                  </a:lnTo>
                  <a:lnTo>
                    <a:pt x="53049" y="346887"/>
                  </a:lnTo>
                  <a:lnTo>
                    <a:pt x="53314" y="346792"/>
                  </a:lnTo>
                  <a:lnTo>
                    <a:pt x="53886" y="346403"/>
                  </a:lnTo>
                  <a:lnTo>
                    <a:pt x="53773" y="346125"/>
                  </a:lnTo>
                  <a:lnTo>
                    <a:pt x="53664" y="345805"/>
                  </a:lnTo>
                  <a:lnTo>
                    <a:pt x="54056" y="345502"/>
                  </a:lnTo>
                  <a:lnTo>
                    <a:pt x="54230" y="345425"/>
                  </a:lnTo>
                  <a:lnTo>
                    <a:pt x="54692" y="345400"/>
                  </a:lnTo>
                  <a:lnTo>
                    <a:pt x="54823" y="345406"/>
                  </a:lnTo>
                  <a:lnTo>
                    <a:pt x="55273" y="344831"/>
                  </a:lnTo>
                  <a:lnTo>
                    <a:pt x="55548" y="344819"/>
                  </a:lnTo>
                  <a:lnTo>
                    <a:pt x="55818" y="344574"/>
                  </a:lnTo>
                  <a:lnTo>
                    <a:pt x="55931" y="344436"/>
                  </a:lnTo>
                  <a:lnTo>
                    <a:pt x="56473" y="344227"/>
                  </a:lnTo>
                  <a:lnTo>
                    <a:pt x="56784" y="343682"/>
                  </a:lnTo>
                  <a:lnTo>
                    <a:pt x="57051" y="343631"/>
                  </a:lnTo>
                  <a:lnTo>
                    <a:pt x="57185" y="343621"/>
                  </a:lnTo>
                  <a:lnTo>
                    <a:pt x="57453" y="343677"/>
                  </a:lnTo>
                  <a:lnTo>
                    <a:pt x="57540" y="343842"/>
                  </a:lnTo>
                  <a:lnTo>
                    <a:pt x="57690" y="344812"/>
                  </a:lnTo>
                  <a:lnTo>
                    <a:pt x="57918" y="344968"/>
                  </a:lnTo>
                  <a:lnTo>
                    <a:pt x="58150" y="345063"/>
                  </a:lnTo>
                  <a:lnTo>
                    <a:pt x="58760" y="344885"/>
                  </a:lnTo>
                  <a:lnTo>
                    <a:pt x="59092" y="344612"/>
                  </a:lnTo>
                  <a:lnTo>
                    <a:pt x="58877" y="344171"/>
                  </a:lnTo>
                  <a:lnTo>
                    <a:pt x="58434" y="343716"/>
                  </a:lnTo>
                  <a:lnTo>
                    <a:pt x="57809" y="343094"/>
                  </a:lnTo>
                  <a:lnTo>
                    <a:pt x="57995" y="343166"/>
                  </a:lnTo>
                  <a:lnTo>
                    <a:pt x="58235" y="343235"/>
                  </a:lnTo>
                  <a:lnTo>
                    <a:pt x="58530" y="343204"/>
                  </a:lnTo>
                  <a:lnTo>
                    <a:pt x="58678" y="343004"/>
                  </a:lnTo>
                  <a:lnTo>
                    <a:pt x="58751" y="342602"/>
                  </a:lnTo>
                  <a:lnTo>
                    <a:pt x="58505" y="342372"/>
                  </a:lnTo>
                  <a:lnTo>
                    <a:pt x="58345" y="342322"/>
                  </a:lnTo>
                  <a:lnTo>
                    <a:pt x="58098" y="342255"/>
                  </a:lnTo>
                  <a:lnTo>
                    <a:pt x="57720" y="341581"/>
                  </a:lnTo>
                  <a:lnTo>
                    <a:pt x="57408" y="341438"/>
                  </a:lnTo>
                  <a:lnTo>
                    <a:pt x="57225" y="341350"/>
                  </a:lnTo>
                  <a:lnTo>
                    <a:pt x="57020" y="341241"/>
                  </a:lnTo>
                  <a:lnTo>
                    <a:pt x="56665" y="340969"/>
                  </a:lnTo>
                  <a:lnTo>
                    <a:pt x="56526" y="340939"/>
                  </a:lnTo>
                  <a:lnTo>
                    <a:pt x="56022" y="340950"/>
                  </a:lnTo>
                  <a:lnTo>
                    <a:pt x="55775" y="340697"/>
                  </a:lnTo>
                  <a:lnTo>
                    <a:pt x="55916" y="340640"/>
                  </a:lnTo>
                  <a:lnTo>
                    <a:pt x="56351" y="340581"/>
                  </a:lnTo>
                  <a:lnTo>
                    <a:pt x="57041" y="340659"/>
                  </a:lnTo>
                  <a:lnTo>
                    <a:pt x="57434" y="340767"/>
                  </a:lnTo>
                  <a:lnTo>
                    <a:pt x="57745" y="340392"/>
                  </a:lnTo>
                  <a:lnTo>
                    <a:pt x="58190" y="340558"/>
                  </a:lnTo>
                  <a:lnTo>
                    <a:pt x="58321" y="340738"/>
                  </a:lnTo>
                  <a:lnTo>
                    <a:pt x="58504" y="340995"/>
                  </a:lnTo>
                  <a:lnTo>
                    <a:pt x="58796" y="341039"/>
                  </a:lnTo>
                  <a:lnTo>
                    <a:pt x="59027" y="340954"/>
                  </a:lnTo>
                  <a:lnTo>
                    <a:pt x="59435" y="340671"/>
                  </a:lnTo>
                  <a:lnTo>
                    <a:pt x="59790" y="340371"/>
                  </a:lnTo>
                  <a:lnTo>
                    <a:pt x="59974" y="339994"/>
                  </a:lnTo>
                  <a:lnTo>
                    <a:pt x="60130" y="339799"/>
                  </a:lnTo>
                  <a:lnTo>
                    <a:pt x="60460" y="339408"/>
                  </a:lnTo>
                  <a:lnTo>
                    <a:pt x="60869" y="339196"/>
                  </a:lnTo>
                  <a:lnTo>
                    <a:pt x="61431" y="338874"/>
                  </a:lnTo>
                  <a:lnTo>
                    <a:pt x="61533" y="338596"/>
                  </a:lnTo>
                  <a:lnTo>
                    <a:pt x="61575" y="338398"/>
                  </a:lnTo>
                  <a:lnTo>
                    <a:pt x="61529" y="338122"/>
                  </a:lnTo>
                  <a:lnTo>
                    <a:pt x="61620" y="337814"/>
                  </a:lnTo>
                  <a:lnTo>
                    <a:pt x="61893" y="337577"/>
                  </a:lnTo>
                  <a:lnTo>
                    <a:pt x="62412" y="337546"/>
                  </a:lnTo>
                  <a:lnTo>
                    <a:pt x="62550" y="337529"/>
                  </a:lnTo>
                  <a:lnTo>
                    <a:pt x="62694" y="337496"/>
                  </a:lnTo>
                  <a:lnTo>
                    <a:pt x="63188" y="337176"/>
                  </a:lnTo>
                  <a:lnTo>
                    <a:pt x="63409" y="337110"/>
                  </a:lnTo>
                  <a:lnTo>
                    <a:pt x="64057" y="337210"/>
                  </a:lnTo>
                  <a:lnTo>
                    <a:pt x="64370" y="337283"/>
                  </a:lnTo>
                  <a:lnTo>
                    <a:pt x="64455" y="337075"/>
                  </a:lnTo>
                  <a:lnTo>
                    <a:pt x="64576" y="336385"/>
                  </a:lnTo>
                  <a:lnTo>
                    <a:pt x="64688" y="336034"/>
                  </a:lnTo>
                  <a:lnTo>
                    <a:pt x="64588" y="335716"/>
                  </a:lnTo>
                  <a:lnTo>
                    <a:pt x="64538" y="335568"/>
                  </a:lnTo>
                  <a:lnTo>
                    <a:pt x="64711" y="335205"/>
                  </a:lnTo>
                  <a:lnTo>
                    <a:pt x="64838" y="334875"/>
                  </a:lnTo>
                  <a:lnTo>
                    <a:pt x="64921" y="334708"/>
                  </a:lnTo>
                  <a:lnTo>
                    <a:pt x="65074" y="334606"/>
                  </a:lnTo>
                  <a:lnTo>
                    <a:pt x="65311" y="334463"/>
                  </a:lnTo>
                  <a:lnTo>
                    <a:pt x="65725" y="334046"/>
                  </a:lnTo>
                  <a:lnTo>
                    <a:pt x="66452" y="334137"/>
                  </a:lnTo>
                  <a:lnTo>
                    <a:pt x="66994" y="333675"/>
                  </a:lnTo>
                  <a:lnTo>
                    <a:pt x="67408" y="333745"/>
                  </a:lnTo>
                  <a:lnTo>
                    <a:pt x="67943" y="333857"/>
                  </a:lnTo>
                  <a:lnTo>
                    <a:pt x="68091" y="333956"/>
                  </a:lnTo>
                  <a:lnTo>
                    <a:pt x="68731" y="334547"/>
                  </a:lnTo>
                  <a:lnTo>
                    <a:pt x="68940" y="335599"/>
                  </a:lnTo>
                  <a:lnTo>
                    <a:pt x="69758" y="335154"/>
                  </a:lnTo>
                  <a:lnTo>
                    <a:pt x="70390" y="335317"/>
                  </a:lnTo>
                  <a:lnTo>
                    <a:pt x="70492" y="335467"/>
                  </a:lnTo>
                  <a:lnTo>
                    <a:pt x="70612" y="335688"/>
                  </a:lnTo>
                  <a:lnTo>
                    <a:pt x="70779" y="335932"/>
                  </a:lnTo>
                  <a:lnTo>
                    <a:pt x="70954" y="335924"/>
                  </a:lnTo>
                  <a:lnTo>
                    <a:pt x="71613" y="335658"/>
                  </a:lnTo>
                  <a:lnTo>
                    <a:pt x="72106" y="336013"/>
                  </a:lnTo>
                  <a:lnTo>
                    <a:pt x="72678" y="335899"/>
                  </a:lnTo>
                  <a:lnTo>
                    <a:pt x="72927" y="335952"/>
                  </a:lnTo>
                  <a:lnTo>
                    <a:pt x="73008" y="336178"/>
                  </a:lnTo>
                  <a:lnTo>
                    <a:pt x="73163" y="336627"/>
                  </a:lnTo>
                  <a:lnTo>
                    <a:pt x="72610" y="337649"/>
                  </a:lnTo>
                  <a:lnTo>
                    <a:pt x="72756" y="337966"/>
                  </a:lnTo>
                  <a:lnTo>
                    <a:pt x="73202" y="338353"/>
                  </a:lnTo>
                  <a:lnTo>
                    <a:pt x="73790" y="338078"/>
                  </a:lnTo>
                  <a:lnTo>
                    <a:pt x="73994" y="337718"/>
                  </a:lnTo>
                  <a:lnTo>
                    <a:pt x="74064" y="337503"/>
                  </a:lnTo>
                  <a:lnTo>
                    <a:pt x="74416" y="337266"/>
                  </a:lnTo>
                  <a:lnTo>
                    <a:pt x="74743" y="336811"/>
                  </a:lnTo>
                  <a:lnTo>
                    <a:pt x="74887" y="336586"/>
                  </a:lnTo>
                  <a:lnTo>
                    <a:pt x="75348" y="336373"/>
                  </a:lnTo>
                  <a:lnTo>
                    <a:pt x="75930" y="336324"/>
                  </a:lnTo>
                  <a:lnTo>
                    <a:pt x="76123" y="336125"/>
                  </a:lnTo>
                  <a:lnTo>
                    <a:pt x="76369" y="336114"/>
                  </a:lnTo>
                  <a:lnTo>
                    <a:pt x="76695" y="336063"/>
                  </a:lnTo>
                  <a:lnTo>
                    <a:pt x="76729" y="335834"/>
                  </a:lnTo>
                  <a:lnTo>
                    <a:pt x="76792" y="335519"/>
                  </a:lnTo>
                  <a:lnTo>
                    <a:pt x="76803" y="335110"/>
                  </a:lnTo>
                  <a:lnTo>
                    <a:pt x="77142" y="334741"/>
                  </a:lnTo>
                  <a:lnTo>
                    <a:pt x="77198" y="334484"/>
                  </a:lnTo>
                  <a:lnTo>
                    <a:pt x="77204" y="334239"/>
                  </a:lnTo>
                  <a:lnTo>
                    <a:pt x="77679" y="334155"/>
                  </a:lnTo>
                  <a:lnTo>
                    <a:pt x="78355" y="333868"/>
                  </a:lnTo>
                  <a:lnTo>
                    <a:pt x="78320" y="333704"/>
                  </a:lnTo>
                  <a:lnTo>
                    <a:pt x="78900" y="333240"/>
                  </a:lnTo>
                  <a:lnTo>
                    <a:pt x="79159" y="333051"/>
                  </a:lnTo>
                  <a:lnTo>
                    <a:pt x="79316" y="332133"/>
                  </a:lnTo>
                  <a:lnTo>
                    <a:pt x="79936" y="331480"/>
                  </a:lnTo>
                  <a:lnTo>
                    <a:pt x="79382" y="331095"/>
                  </a:lnTo>
                  <a:lnTo>
                    <a:pt x="79015" y="330849"/>
                  </a:lnTo>
                  <a:lnTo>
                    <a:pt x="78960" y="330541"/>
                  </a:lnTo>
                  <a:lnTo>
                    <a:pt x="78917" y="329957"/>
                  </a:lnTo>
                  <a:lnTo>
                    <a:pt x="79067" y="329669"/>
                  </a:lnTo>
                  <a:lnTo>
                    <a:pt x="79373" y="329368"/>
                  </a:lnTo>
                  <a:lnTo>
                    <a:pt x="79529" y="329277"/>
                  </a:lnTo>
                  <a:lnTo>
                    <a:pt x="79730" y="329137"/>
                  </a:lnTo>
                  <a:lnTo>
                    <a:pt x="80023" y="328394"/>
                  </a:lnTo>
                  <a:lnTo>
                    <a:pt x="80039" y="328079"/>
                  </a:lnTo>
                  <a:lnTo>
                    <a:pt x="79980" y="327874"/>
                  </a:lnTo>
                  <a:lnTo>
                    <a:pt x="80127" y="327568"/>
                  </a:lnTo>
                  <a:lnTo>
                    <a:pt x="80349" y="327321"/>
                  </a:lnTo>
                  <a:lnTo>
                    <a:pt x="80555" y="326933"/>
                  </a:lnTo>
                  <a:lnTo>
                    <a:pt x="80549" y="326674"/>
                  </a:lnTo>
                  <a:lnTo>
                    <a:pt x="80513" y="326159"/>
                  </a:lnTo>
                  <a:lnTo>
                    <a:pt x="80477" y="325784"/>
                  </a:lnTo>
                  <a:lnTo>
                    <a:pt x="80637" y="325112"/>
                  </a:lnTo>
                  <a:lnTo>
                    <a:pt x="80678" y="324723"/>
                  </a:lnTo>
                  <a:lnTo>
                    <a:pt x="80864" y="324264"/>
                  </a:lnTo>
                  <a:lnTo>
                    <a:pt x="80935" y="323979"/>
                  </a:lnTo>
                  <a:lnTo>
                    <a:pt x="80991" y="323555"/>
                  </a:lnTo>
                  <a:lnTo>
                    <a:pt x="80866" y="323410"/>
                  </a:lnTo>
                  <a:lnTo>
                    <a:pt x="80659" y="323421"/>
                  </a:lnTo>
                  <a:lnTo>
                    <a:pt x="80412" y="323180"/>
                  </a:lnTo>
                  <a:lnTo>
                    <a:pt x="80266" y="322956"/>
                  </a:lnTo>
                  <a:lnTo>
                    <a:pt x="80092" y="322118"/>
                  </a:lnTo>
                  <a:lnTo>
                    <a:pt x="80055" y="321941"/>
                  </a:lnTo>
                  <a:lnTo>
                    <a:pt x="80131" y="321702"/>
                  </a:lnTo>
                  <a:lnTo>
                    <a:pt x="80220" y="321040"/>
                  </a:lnTo>
                  <a:lnTo>
                    <a:pt x="80077" y="320777"/>
                  </a:lnTo>
                  <a:lnTo>
                    <a:pt x="79975" y="320489"/>
                  </a:lnTo>
                  <a:lnTo>
                    <a:pt x="79976" y="320218"/>
                  </a:lnTo>
                  <a:lnTo>
                    <a:pt x="80270" y="318892"/>
                  </a:lnTo>
                  <a:lnTo>
                    <a:pt x="80683" y="318640"/>
                  </a:lnTo>
                  <a:lnTo>
                    <a:pt x="81051" y="318395"/>
                  </a:lnTo>
                  <a:lnTo>
                    <a:pt x="81584" y="318524"/>
                  </a:lnTo>
                  <a:lnTo>
                    <a:pt x="81876" y="318528"/>
                  </a:lnTo>
                  <a:lnTo>
                    <a:pt x="82067" y="318503"/>
                  </a:lnTo>
                  <a:lnTo>
                    <a:pt x="82392" y="318260"/>
                  </a:lnTo>
                  <a:lnTo>
                    <a:pt x="82642" y="317801"/>
                  </a:lnTo>
                  <a:lnTo>
                    <a:pt x="82579" y="317334"/>
                  </a:lnTo>
                  <a:lnTo>
                    <a:pt x="82117" y="316968"/>
                  </a:lnTo>
                  <a:lnTo>
                    <a:pt x="81966" y="316931"/>
                  </a:lnTo>
                  <a:lnTo>
                    <a:pt x="81662" y="316748"/>
                  </a:lnTo>
                  <a:lnTo>
                    <a:pt x="81543" y="316428"/>
                  </a:lnTo>
                  <a:lnTo>
                    <a:pt x="81437" y="315975"/>
                  </a:lnTo>
                  <a:lnTo>
                    <a:pt x="81618" y="315903"/>
                  </a:lnTo>
                  <a:lnTo>
                    <a:pt x="82252" y="316191"/>
                  </a:lnTo>
                  <a:lnTo>
                    <a:pt x="82526" y="316039"/>
                  </a:lnTo>
                  <a:lnTo>
                    <a:pt x="82703" y="315747"/>
                  </a:lnTo>
                  <a:lnTo>
                    <a:pt x="82724" y="315356"/>
                  </a:lnTo>
                  <a:lnTo>
                    <a:pt x="82579" y="315057"/>
                  </a:lnTo>
                  <a:lnTo>
                    <a:pt x="82318" y="314887"/>
                  </a:lnTo>
                  <a:lnTo>
                    <a:pt x="81762" y="315025"/>
                  </a:lnTo>
                  <a:lnTo>
                    <a:pt x="81473" y="315017"/>
                  </a:lnTo>
                  <a:lnTo>
                    <a:pt x="81204" y="314861"/>
                  </a:lnTo>
                  <a:lnTo>
                    <a:pt x="80895" y="314834"/>
                  </a:lnTo>
                  <a:lnTo>
                    <a:pt x="80910" y="314702"/>
                  </a:lnTo>
                  <a:lnTo>
                    <a:pt x="80892" y="314495"/>
                  </a:lnTo>
                  <a:lnTo>
                    <a:pt x="80762" y="314305"/>
                  </a:lnTo>
                  <a:lnTo>
                    <a:pt x="80740" y="313943"/>
                  </a:lnTo>
                  <a:lnTo>
                    <a:pt x="80416" y="313364"/>
                  </a:lnTo>
                  <a:lnTo>
                    <a:pt x="80184" y="313118"/>
                  </a:lnTo>
                  <a:lnTo>
                    <a:pt x="80030" y="312869"/>
                  </a:lnTo>
                  <a:lnTo>
                    <a:pt x="79895" y="312789"/>
                  </a:lnTo>
                  <a:lnTo>
                    <a:pt x="79828" y="312011"/>
                  </a:lnTo>
                  <a:lnTo>
                    <a:pt x="79816" y="311881"/>
                  </a:lnTo>
                  <a:lnTo>
                    <a:pt x="79842" y="311266"/>
                  </a:lnTo>
                  <a:lnTo>
                    <a:pt x="79753" y="310969"/>
                  </a:lnTo>
                  <a:lnTo>
                    <a:pt x="79392" y="310733"/>
                  </a:lnTo>
                  <a:lnTo>
                    <a:pt x="78800" y="310510"/>
                  </a:lnTo>
                  <a:lnTo>
                    <a:pt x="78484" y="310233"/>
                  </a:lnTo>
                  <a:lnTo>
                    <a:pt x="78333" y="309876"/>
                  </a:lnTo>
                  <a:lnTo>
                    <a:pt x="78021" y="309508"/>
                  </a:lnTo>
                  <a:lnTo>
                    <a:pt x="77932" y="309336"/>
                  </a:lnTo>
                  <a:lnTo>
                    <a:pt x="77350" y="309151"/>
                  </a:lnTo>
                  <a:lnTo>
                    <a:pt x="77112" y="308931"/>
                  </a:lnTo>
                  <a:lnTo>
                    <a:pt x="77303" y="308621"/>
                  </a:lnTo>
                  <a:lnTo>
                    <a:pt x="77593" y="308399"/>
                  </a:lnTo>
                  <a:lnTo>
                    <a:pt x="77873" y="307317"/>
                  </a:lnTo>
                  <a:lnTo>
                    <a:pt x="77745" y="307283"/>
                  </a:lnTo>
                  <a:lnTo>
                    <a:pt x="77589" y="306964"/>
                  </a:lnTo>
                  <a:lnTo>
                    <a:pt x="77199" y="306760"/>
                  </a:lnTo>
                  <a:lnTo>
                    <a:pt x="77153" y="306916"/>
                  </a:lnTo>
                  <a:lnTo>
                    <a:pt x="76817" y="307072"/>
                  </a:lnTo>
                  <a:lnTo>
                    <a:pt x="76649" y="306880"/>
                  </a:lnTo>
                  <a:lnTo>
                    <a:pt x="76631" y="306555"/>
                  </a:lnTo>
                  <a:lnTo>
                    <a:pt x="76482" y="306504"/>
                  </a:lnTo>
                  <a:lnTo>
                    <a:pt x="76132" y="306311"/>
                  </a:lnTo>
                  <a:lnTo>
                    <a:pt x="75769" y="305880"/>
                  </a:lnTo>
                  <a:lnTo>
                    <a:pt x="75710" y="305496"/>
                  </a:lnTo>
                  <a:lnTo>
                    <a:pt x="75781" y="305359"/>
                  </a:lnTo>
                  <a:lnTo>
                    <a:pt x="75866" y="305125"/>
                  </a:lnTo>
                  <a:lnTo>
                    <a:pt x="75741" y="304770"/>
                  </a:lnTo>
                  <a:lnTo>
                    <a:pt x="75667" y="304140"/>
                  </a:lnTo>
                  <a:lnTo>
                    <a:pt x="75493" y="303797"/>
                  </a:lnTo>
                  <a:lnTo>
                    <a:pt x="75318" y="303665"/>
                  </a:lnTo>
                  <a:lnTo>
                    <a:pt x="75122" y="303523"/>
                  </a:lnTo>
                  <a:lnTo>
                    <a:pt x="74833" y="303338"/>
                  </a:lnTo>
                  <a:lnTo>
                    <a:pt x="74648" y="303221"/>
                  </a:lnTo>
                  <a:lnTo>
                    <a:pt x="74377" y="303047"/>
                  </a:lnTo>
                  <a:lnTo>
                    <a:pt x="74042" y="303219"/>
                  </a:lnTo>
                  <a:lnTo>
                    <a:pt x="73883" y="303248"/>
                  </a:lnTo>
                  <a:lnTo>
                    <a:pt x="73591" y="302971"/>
                  </a:lnTo>
                  <a:lnTo>
                    <a:pt x="73238" y="302365"/>
                  </a:lnTo>
                  <a:lnTo>
                    <a:pt x="73137" y="302193"/>
                  </a:lnTo>
                  <a:lnTo>
                    <a:pt x="72582" y="302210"/>
                  </a:lnTo>
                  <a:lnTo>
                    <a:pt x="72328" y="302294"/>
                  </a:lnTo>
                  <a:lnTo>
                    <a:pt x="72093" y="302354"/>
                  </a:lnTo>
                  <a:lnTo>
                    <a:pt x="71301" y="302556"/>
                  </a:lnTo>
                  <a:lnTo>
                    <a:pt x="71116" y="302516"/>
                  </a:lnTo>
                  <a:lnTo>
                    <a:pt x="70547" y="302369"/>
                  </a:lnTo>
                  <a:lnTo>
                    <a:pt x="70201" y="302186"/>
                  </a:lnTo>
                  <a:lnTo>
                    <a:pt x="69546" y="302076"/>
                  </a:lnTo>
                  <a:lnTo>
                    <a:pt x="68694" y="302619"/>
                  </a:lnTo>
                  <a:lnTo>
                    <a:pt x="68498" y="303273"/>
                  </a:lnTo>
                  <a:lnTo>
                    <a:pt x="68364" y="303856"/>
                  </a:lnTo>
                  <a:lnTo>
                    <a:pt x="68331" y="304186"/>
                  </a:lnTo>
                  <a:lnTo>
                    <a:pt x="68921" y="304750"/>
                  </a:lnTo>
                  <a:lnTo>
                    <a:pt x="68827" y="304999"/>
                  </a:lnTo>
                  <a:lnTo>
                    <a:pt x="68787" y="305131"/>
                  </a:lnTo>
                  <a:lnTo>
                    <a:pt x="68738" y="305290"/>
                  </a:lnTo>
                  <a:lnTo>
                    <a:pt x="68464" y="306181"/>
                  </a:lnTo>
                  <a:lnTo>
                    <a:pt x="68261" y="306359"/>
                  </a:lnTo>
                  <a:lnTo>
                    <a:pt x="67758" y="306163"/>
                  </a:lnTo>
                  <a:lnTo>
                    <a:pt x="67429" y="306027"/>
                  </a:lnTo>
                  <a:lnTo>
                    <a:pt x="67213" y="305939"/>
                  </a:lnTo>
                  <a:lnTo>
                    <a:pt x="66747" y="305747"/>
                  </a:lnTo>
                  <a:lnTo>
                    <a:pt x="66541" y="305568"/>
                  </a:lnTo>
                  <a:lnTo>
                    <a:pt x="66122" y="305713"/>
                  </a:lnTo>
                  <a:lnTo>
                    <a:pt x="66158" y="305930"/>
                  </a:lnTo>
                  <a:lnTo>
                    <a:pt x="66034" y="306204"/>
                  </a:lnTo>
                  <a:lnTo>
                    <a:pt x="65942" y="306481"/>
                  </a:lnTo>
                  <a:lnTo>
                    <a:pt x="65943" y="306654"/>
                  </a:lnTo>
                  <a:lnTo>
                    <a:pt x="65790" y="306954"/>
                  </a:lnTo>
                  <a:lnTo>
                    <a:pt x="65631" y="306961"/>
                  </a:lnTo>
                  <a:lnTo>
                    <a:pt x="65397" y="306976"/>
                  </a:lnTo>
                  <a:lnTo>
                    <a:pt x="65092" y="307035"/>
                  </a:lnTo>
                  <a:lnTo>
                    <a:pt x="64892" y="306902"/>
                  </a:lnTo>
                  <a:lnTo>
                    <a:pt x="64394" y="307043"/>
                  </a:lnTo>
                  <a:lnTo>
                    <a:pt x="63862" y="307194"/>
                  </a:lnTo>
                  <a:lnTo>
                    <a:pt x="63598" y="307287"/>
                  </a:lnTo>
                  <a:lnTo>
                    <a:pt x="63499" y="307155"/>
                  </a:lnTo>
                  <a:lnTo>
                    <a:pt x="63193" y="306912"/>
                  </a:lnTo>
                  <a:lnTo>
                    <a:pt x="63334" y="306320"/>
                  </a:lnTo>
                  <a:lnTo>
                    <a:pt x="63712" y="306093"/>
                  </a:lnTo>
                  <a:lnTo>
                    <a:pt x="63831" y="305700"/>
                  </a:lnTo>
                  <a:lnTo>
                    <a:pt x="63626" y="305512"/>
                  </a:lnTo>
                  <a:lnTo>
                    <a:pt x="63281" y="305044"/>
                  </a:lnTo>
                  <a:lnTo>
                    <a:pt x="62773" y="304992"/>
                  </a:lnTo>
                  <a:lnTo>
                    <a:pt x="62397" y="304954"/>
                  </a:lnTo>
                  <a:lnTo>
                    <a:pt x="61732" y="304838"/>
                  </a:lnTo>
                  <a:lnTo>
                    <a:pt x="61394" y="305082"/>
                  </a:lnTo>
                  <a:lnTo>
                    <a:pt x="61328" y="305240"/>
                  </a:lnTo>
                  <a:lnTo>
                    <a:pt x="61250" y="305425"/>
                  </a:lnTo>
                  <a:lnTo>
                    <a:pt x="60757" y="305631"/>
                  </a:lnTo>
                  <a:lnTo>
                    <a:pt x="60624" y="305508"/>
                  </a:lnTo>
                  <a:lnTo>
                    <a:pt x="60363" y="305405"/>
                  </a:lnTo>
                  <a:lnTo>
                    <a:pt x="60199" y="305302"/>
                  </a:lnTo>
                  <a:lnTo>
                    <a:pt x="60020" y="305489"/>
                  </a:lnTo>
                  <a:lnTo>
                    <a:pt x="59614" y="305350"/>
                  </a:lnTo>
                  <a:lnTo>
                    <a:pt x="59270" y="305174"/>
                  </a:lnTo>
                  <a:lnTo>
                    <a:pt x="59001" y="305401"/>
                  </a:lnTo>
                  <a:lnTo>
                    <a:pt x="58599" y="305904"/>
                  </a:lnTo>
                  <a:lnTo>
                    <a:pt x="58383" y="306073"/>
                  </a:lnTo>
                  <a:lnTo>
                    <a:pt x="58128" y="306274"/>
                  </a:lnTo>
                  <a:lnTo>
                    <a:pt x="57816" y="306519"/>
                  </a:lnTo>
                  <a:lnTo>
                    <a:pt x="57472" y="306625"/>
                  </a:lnTo>
                  <a:lnTo>
                    <a:pt x="56961" y="306851"/>
                  </a:lnTo>
                  <a:lnTo>
                    <a:pt x="56736" y="306983"/>
                  </a:lnTo>
                  <a:lnTo>
                    <a:pt x="56525" y="306827"/>
                  </a:lnTo>
                  <a:lnTo>
                    <a:pt x="56431" y="306595"/>
                  </a:lnTo>
                  <a:lnTo>
                    <a:pt x="56396" y="306467"/>
                  </a:lnTo>
                  <a:lnTo>
                    <a:pt x="56145" y="305752"/>
                  </a:lnTo>
                  <a:lnTo>
                    <a:pt x="56202" y="305472"/>
                  </a:lnTo>
                  <a:lnTo>
                    <a:pt x="56323" y="305197"/>
                  </a:lnTo>
                  <a:lnTo>
                    <a:pt x="56171" y="304506"/>
                  </a:lnTo>
                  <a:lnTo>
                    <a:pt x="56478" y="304197"/>
                  </a:lnTo>
                  <a:lnTo>
                    <a:pt x="56352" y="303815"/>
                  </a:lnTo>
                  <a:lnTo>
                    <a:pt x="56209" y="303835"/>
                  </a:lnTo>
                  <a:lnTo>
                    <a:pt x="55908" y="303652"/>
                  </a:lnTo>
                  <a:lnTo>
                    <a:pt x="55698" y="302721"/>
                  </a:lnTo>
                  <a:lnTo>
                    <a:pt x="55732" y="302545"/>
                  </a:lnTo>
                  <a:lnTo>
                    <a:pt x="55653" y="302290"/>
                  </a:lnTo>
                  <a:lnTo>
                    <a:pt x="55649" y="302014"/>
                  </a:lnTo>
                  <a:lnTo>
                    <a:pt x="55566" y="301657"/>
                  </a:lnTo>
                  <a:lnTo>
                    <a:pt x="55126" y="301297"/>
                  </a:lnTo>
                  <a:lnTo>
                    <a:pt x="54871" y="301326"/>
                  </a:lnTo>
                  <a:lnTo>
                    <a:pt x="54742" y="301278"/>
                  </a:lnTo>
                  <a:lnTo>
                    <a:pt x="54294" y="301130"/>
                  </a:lnTo>
                  <a:lnTo>
                    <a:pt x="54065" y="301188"/>
                  </a:lnTo>
                  <a:lnTo>
                    <a:pt x="53821" y="301417"/>
                  </a:lnTo>
                  <a:lnTo>
                    <a:pt x="53669" y="301611"/>
                  </a:lnTo>
                  <a:lnTo>
                    <a:pt x="53474" y="301620"/>
                  </a:lnTo>
                  <a:lnTo>
                    <a:pt x="53251" y="301511"/>
                  </a:lnTo>
                  <a:lnTo>
                    <a:pt x="52497" y="301581"/>
                  </a:lnTo>
                  <a:lnTo>
                    <a:pt x="52286" y="301645"/>
                  </a:lnTo>
                  <a:lnTo>
                    <a:pt x="51982" y="301868"/>
                  </a:lnTo>
                  <a:lnTo>
                    <a:pt x="51456" y="301680"/>
                  </a:lnTo>
                  <a:lnTo>
                    <a:pt x="51183" y="301590"/>
                  </a:lnTo>
                  <a:lnTo>
                    <a:pt x="50894" y="301779"/>
                  </a:lnTo>
                  <a:lnTo>
                    <a:pt x="50898" y="301988"/>
                  </a:lnTo>
                  <a:lnTo>
                    <a:pt x="51065" y="302281"/>
                  </a:lnTo>
                  <a:lnTo>
                    <a:pt x="50999" y="302510"/>
                  </a:lnTo>
                  <a:lnTo>
                    <a:pt x="50705" y="302766"/>
                  </a:lnTo>
                  <a:lnTo>
                    <a:pt x="50549" y="302997"/>
                  </a:lnTo>
                  <a:lnTo>
                    <a:pt x="50425" y="303366"/>
                  </a:lnTo>
                  <a:lnTo>
                    <a:pt x="50417" y="303678"/>
                  </a:lnTo>
                  <a:lnTo>
                    <a:pt x="50411" y="303865"/>
                  </a:lnTo>
                  <a:lnTo>
                    <a:pt x="50466" y="304266"/>
                  </a:lnTo>
                  <a:lnTo>
                    <a:pt x="50437" y="304488"/>
                  </a:lnTo>
                  <a:lnTo>
                    <a:pt x="50327" y="304814"/>
                  </a:lnTo>
                  <a:lnTo>
                    <a:pt x="50147" y="305058"/>
                  </a:lnTo>
                  <a:lnTo>
                    <a:pt x="50017" y="305301"/>
                  </a:lnTo>
                  <a:lnTo>
                    <a:pt x="49873" y="306016"/>
                  </a:lnTo>
                  <a:lnTo>
                    <a:pt x="49867" y="306355"/>
                  </a:lnTo>
                  <a:lnTo>
                    <a:pt x="49984" y="306572"/>
                  </a:lnTo>
                  <a:lnTo>
                    <a:pt x="50065" y="306728"/>
                  </a:lnTo>
                  <a:lnTo>
                    <a:pt x="49837" y="307267"/>
                  </a:lnTo>
                  <a:lnTo>
                    <a:pt x="49671" y="307242"/>
                  </a:lnTo>
                  <a:lnTo>
                    <a:pt x="49482" y="307336"/>
                  </a:lnTo>
                  <a:lnTo>
                    <a:pt x="49224" y="307638"/>
                  </a:lnTo>
                  <a:lnTo>
                    <a:pt x="49053" y="307625"/>
                  </a:lnTo>
                  <a:lnTo>
                    <a:pt x="48783" y="307560"/>
                  </a:lnTo>
                  <a:lnTo>
                    <a:pt x="48278" y="307333"/>
                  </a:lnTo>
                  <a:lnTo>
                    <a:pt x="48112" y="307248"/>
                  </a:lnTo>
                  <a:lnTo>
                    <a:pt x="47859" y="307114"/>
                  </a:lnTo>
                  <a:lnTo>
                    <a:pt x="47473" y="307052"/>
                  </a:lnTo>
                  <a:lnTo>
                    <a:pt x="47217" y="306991"/>
                  </a:lnTo>
                  <a:lnTo>
                    <a:pt x="47085" y="306907"/>
                  </a:lnTo>
                  <a:lnTo>
                    <a:pt x="46706" y="306738"/>
                  </a:lnTo>
                  <a:lnTo>
                    <a:pt x="46274" y="306896"/>
                  </a:lnTo>
                  <a:lnTo>
                    <a:pt x="46118" y="307045"/>
                  </a:lnTo>
                  <a:lnTo>
                    <a:pt x="45969" y="307080"/>
                  </a:lnTo>
                  <a:lnTo>
                    <a:pt x="45726" y="307080"/>
                  </a:lnTo>
                  <a:lnTo>
                    <a:pt x="45496" y="306984"/>
                  </a:lnTo>
                  <a:lnTo>
                    <a:pt x="45354" y="306742"/>
                  </a:lnTo>
                  <a:lnTo>
                    <a:pt x="45202" y="306577"/>
                  </a:lnTo>
                  <a:lnTo>
                    <a:pt x="45135" y="306420"/>
                  </a:lnTo>
                  <a:lnTo>
                    <a:pt x="45077" y="306228"/>
                  </a:lnTo>
                  <a:lnTo>
                    <a:pt x="44844" y="305471"/>
                  </a:lnTo>
                  <a:lnTo>
                    <a:pt x="44205" y="305106"/>
                  </a:lnTo>
                  <a:lnTo>
                    <a:pt x="43853" y="304841"/>
                  </a:lnTo>
                  <a:lnTo>
                    <a:pt x="43781" y="304701"/>
                  </a:lnTo>
                  <a:lnTo>
                    <a:pt x="43514" y="304467"/>
                  </a:lnTo>
                  <a:lnTo>
                    <a:pt x="42336" y="303946"/>
                  </a:lnTo>
                  <a:lnTo>
                    <a:pt x="42260" y="303528"/>
                  </a:lnTo>
                  <a:lnTo>
                    <a:pt x="41612" y="303463"/>
                  </a:lnTo>
                  <a:lnTo>
                    <a:pt x="41556" y="303249"/>
                  </a:lnTo>
                  <a:lnTo>
                    <a:pt x="40596" y="302369"/>
                  </a:lnTo>
                  <a:lnTo>
                    <a:pt x="40480" y="302529"/>
                  </a:lnTo>
                  <a:lnTo>
                    <a:pt x="40331" y="302600"/>
                  </a:lnTo>
                  <a:lnTo>
                    <a:pt x="39691" y="302667"/>
                  </a:lnTo>
                  <a:lnTo>
                    <a:pt x="39545" y="303032"/>
                  </a:lnTo>
                  <a:lnTo>
                    <a:pt x="39352" y="303279"/>
                  </a:lnTo>
                  <a:lnTo>
                    <a:pt x="39217" y="303220"/>
                  </a:lnTo>
                  <a:lnTo>
                    <a:pt x="38845" y="303231"/>
                  </a:lnTo>
                  <a:lnTo>
                    <a:pt x="38818" y="303462"/>
                  </a:lnTo>
                  <a:lnTo>
                    <a:pt x="38876" y="303673"/>
                  </a:lnTo>
                  <a:lnTo>
                    <a:pt x="39129" y="303784"/>
                  </a:lnTo>
                  <a:lnTo>
                    <a:pt x="39407" y="304023"/>
                  </a:lnTo>
                  <a:lnTo>
                    <a:pt x="39683" y="304219"/>
                  </a:lnTo>
                  <a:lnTo>
                    <a:pt x="39796" y="304371"/>
                  </a:lnTo>
                  <a:lnTo>
                    <a:pt x="39718" y="304579"/>
                  </a:lnTo>
                  <a:lnTo>
                    <a:pt x="39306" y="305165"/>
                  </a:lnTo>
                  <a:lnTo>
                    <a:pt x="39166" y="305216"/>
                  </a:lnTo>
                  <a:lnTo>
                    <a:pt x="39004" y="305249"/>
                  </a:lnTo>
                  <a:lnTo>
                    <a:pt x="38742" y="305203"/>
                  </a:lnTo>
                  <a:lnTo>
                    <a:pt x="38180" y="305306"/>
                  </a:lnTo>
                  <a:lnTo>
                    <a:pt x="38049" y="305203"/>
                  </a:lnTo>
                  <a:lnTo>
                    <a:pt x="37704" y="304771"/>
                  </a:lnTo>
                  <a:lnTo>
                    <a:pt x="37542" y="304635"/>
                  </a:lnTo>
                  <a:lnTo>
                    <a:pt x="37106" y="304555"/>
                  </a:lnTo>
                  <a:lnTo>
                    <a:pt x="36915" y="304419"/>
                  </a:lnTo>
                  <a:lnTo>
                    <a:pt x="36775" y="304147"/>
                  </a:lnTo>
                  <a:lnTo>
                    <a:pt x="36662" y="303923"/>
                  </a:lnTo>
                  <a:lnTo>
                    <a:pt x="35986" y="303476"/>
                  </a:lnTo>
                  <a:lnTo>
                    <a:pt x="35500" y="303036"/>
                  </a:lnTo>
                  <a:lnTo>
                    <a:pt x="35289" y="302524"/>
                  </a:lnTo>
                  <a:lnTo>
                    <a:pt x="35162" y="302141"/>
                  </a:lnTo>
                  <a:lnTo>
                    <a:pt x="34988" y="301846"/>
                  </a:lnTo>
                  <a:lnTo>
                    <a:pt x="34826" y="301734"/>
                  </a:lnTo>
                  <a:lnTo>
                    <a:pt x="34626" y="301605"/>
                  </a:lnTo>
                  <a:lnTo>
                    <a:pt x="34542" y="301454"/>
                  </a:lnTo>
                  <a:lnTo>
                    <a:pt x="34491" y="301264"/>
                  </a:lnTo>
                  <a:lnTo>
                    <a:pt x="34568" y="300886"/>
                  </a:lnTo>
                  <a:lnTo>
                    <a:pt x="34373" y="300484"/>
                  </a:lnTo>
                  <a:lnTo>
                    <a:pt x="34577" y="299903"/>
                  </a:lnTo>
                  <a:lnTo>
                    <a:pt x="34700" y="299558"/>
                  </a:lnTo>
                  <a:lnTo>
                    <a:pt x="34838" y="299567"/>
                  </a:lnTo>
                  <a:lnTo>
                    <a:pt x="35071" y="299573"/>
                  </a:lnTo>
                  <a:lnTo>
                    <a:pt x="35463" y="299742"/>
                  </a:lnTo>
                  <a:lnTo>
                    <a:pt x="35839" y="299655"/>
                  </a:lnTo>
                  <a:lnTo>
                    <a:pt x="35844" y="299885"/>
                  </a:lnTo>
                  <a:lnTo>
                    <a:pt x="36015" y="300136"/>
                  </a:lnTo>
                  <a:lnTo>
                    <a:pt x="36432" y="299869"/>
                  </a:lnTo>
                  <a:lnTo>
                    <a:pt x="36666" y="299839"/>
                  </a:lnTo>
                  <a:lnTo>
                    <a:pt x="36795" y="299720"/>
                  </a:lnTo>
                  <a:lnTo>
                    <a:pt x="36788" y="299489"/>
                  </a:lnTo>
                  <a:lnTo>
                    <a:pt x="36764" y="299240"/>
                  </a:lnTo>
                  <a:lnTo>
                    <a:pt x="36839" y="299029"/>
                  </a:lnTo>
                  <a:lnTo>
                    <a:pt x="37127" y="298938"/>
                  </a:lnTo>
                  <a:lnTo>
                    <a:pt x="37276" y="298215"/>
                  </a:lnTo>
                  <a:lnTo>
                    <a:pt x="37369" y="297896"/>
                  </a:lnTo>
                  <a:lnTo>
                    <a:pt x="35973" y="296908"/>
                  </a:lnTo>
                  <a:lnTo>
                    <a:pt x="35914" y="296738"/>
                  </a:lnTo>
                  <a:lnTo>
                    <a:pt x="35813" y="296544"/>
                  </a:lnTo>
                  <a:lnTo>
                    <a:pt x="35605" y="296104"/>
                  </a:lnTo>
                  <a:lnTo>
                    <a:pt x="35598" y="295743"/>
                  </a:lnTo>
                  <a:lnTo>
                    <a:pt x="35562" y="295503"/>
                  </a:lnTo>
                  <a:lnTo>
                    <a:pt x="35100" y="294927"/>
                  </a:lnTo>
                  <a:lnTo>
                    <a:pt x="34918" y="294991"/>
                  </a:lnTo>
                  <a:lnTo>
                    <a:pt x="34740" y="295053"/>
                  </a:lnTo>
                  <a:lnTo>
                    <a:pt x="34505" y="295060"/>
                  </a:lnTo>
                  <a:lnTo>
                    <a:pt x="34442" y="294679"/>
                  </a:lnTo>
                  <a:lnTo>
                    <a:pt x="34517" y="294382"/>
                  </a:lnTo>
                  <a:lnTo>
                    <a:pt x="34316" y="294203"/>
                  </a:lnTo>
                  <a:lnTo>
                    <a:pt x="33812" y="293532"/>
                  </a:lnTo>
                  <a:lnTo>
                    <a:pt x="33464" y="293366"/>
                  </a:lnTo>
                  <a:lnTo>
                    <a:pt x="33559" y="293237"/>
                  </a:lnTo>
                  <a:lnTo>
                    <a:pt x="33843" y="293069"/>
                  </a:lnTo>
                  <a:lnTo>
                    <a:pt x="33971" y="293139"/>
                  </a:lnTo>
                  <a:lnTo>
                    <a:pt x="34363" y="293131"/>
                  </a:lnTo>
                  <a:lnTo>
                    <a:pt x="34392" y="292957"/>
                  </a:lnTo>
                  <a:lnTo>
                    <a:pt x="34336" y="292793"/>
                  </a:lnTo>
                  <a:lnTo>
                    <a:pt x="34203" y="292700"/>
                  </a:lnTo>
                  <a:lnTo>
                    <a:pt x="34045" y="292476"/>
                  </a:lnTo>
                  <a:lnTo>
                    <a:pt x="34045" y="292316"/>
                  </a:lnTo>
                  <a:lnTo>
                    <a:pt x="34265" y="292029"/>
                  </a:lnTo>
                  <a:lnTo>
                    <a:pt x="34421" y="291909"/>
                  </a:lnTo>
                  <a:lnTo>
                    <a:pt x="34532" y="291781"/>
                  </a:lnTo>
                  <a:lnTo>
                    <a:pt x="35216" y="291221"/>
                  </a:lnTo>
                  <a:lnTo>
                    <a:pt x="35356" y="290909"/>
                  </a:lnTo>
                  <a:lnTo>
                    <a:pt x="35265" y="290558"/>
                  </a:lnTo>
                  <a:lnTo>
                    <a:pt x="35025" y="290278"/>
                  </a:lnTo>
                  <a:lnTo>
                    <a:pt x="34518" y="290246"/>
                  </a:lnTo>
                  <a:lnTo>
                    <a:pt x="34258" y="290138"/>
                  </a:lnTo>
                  <a:lnTo>
                    <a:pt x="33937" y="289932"/>
                  </a:lnTo>
                  <a:lnTo>
                    <a:pt x="33861" y="289782"/>
                  </a:lnTo>
                  <a:lnTo>
                    <a:pt x="33599" y="289433"/>
                  </a:lnTo>
                  <a:lnTo>
                    <a:pt x="33289" y="289337"/>
                  </a:lnTo>
                  <a:lnTo>
                    <a:pt x="33110" y="289230"/>
                  </a:lnTo>
                  <a:lnTo>
                    <a:pt x="33051" y="289091"/>
                  </a:lnTo>
                  <a:lnTo>
                    <a:pt x="32892" y="288857"/>
                  </a:lnTo>
                  <a:lnTo>
                    <a:pt x="32335" y="288775"/>
                  </a:lnTo>
                  <a:lnTo>
                    <a:pt x="31748" y="288674"/>
                  </a:lnTo>
                  <a:lnTo>
                    <a:pt x="31570" y="288839"/>
                  </a:lnTo>
                  <a:lnTo>
                    <a:pt x="31173" y="288898"/>
                  </a:lnTo>
                  <a:lnTo>
                    <a:pt x="31151" y="288750"/>
                  </a:lnTo>
                  <a:lnTo>
                    <a:pt x="31118" y="288560"/>
                  </a:lnTo>
                  <a:lnTo>
                    <a:pt x="31039" y="288346"/>
                  </a:lnTo>
                  <a:lnTo>
                    <a:pt x="30763" y="288068"/>
                  </a:lnTo>
                  <a:lnTo>
                    <a:pt x="30603" y="287588"/>
                  </a:lnTo>
                  <a:lnTo>
                    <a:pt x="30748" y="287594"/>
                  </a:lnTo>
                  <a:lnTo>
                    <a:pt x="31100" y="287505"/>
                  </a:lnTo>
                  <a:lnTo>
                    <a:pt x="30772" y="286917"/>
                  </a:lnTo>
                  <a:lnTo>
                    <a:pt x="31048" y="286349"/>
                  </a:lnTo>
                  <a:lnTo>
                    <a:pt x="30919" y="286296"/>
                  </a:lnTo>
                  <a:lnTo>
                    <a:pt x="30750" y="286252"/>
                  </a:lnTo>
                  <a:lnTo>
                    <a:pt x="30563" y="286137"/>
                  </a:lnTo>
                  <a:lnTo>
                    <a:pt x="30374" y="286053"/>
                  </a:lnTo>
                  <a:lnTo>
                    <a:pt x="29818" y="285819"/>
                  </a:lnTo>
                  <a:lnTo>
                    <a:pt x="29598" y="285670"/>
                  </a:lnTo>
                  <a:lnTo>
                    <a:pt x="29453" y="285572"/>
                  </a:lnTo>
                  <a:lnTo>
                    <a:pt x="29176" y="285434"/>
                  </a:lnTo>
                  <a:lnTo>
                    <a:pt x="29029" y="285506"/>
                  </a:lnTo>
                  <a:lnTo>
                    <a:pt x="28653" y="285443"/>
                  </a:lnTo>
                  <a:lnTo>
                    <a:pt x="28532" y="285080"/>
                  </a:lnTo>
                  <a:lnTo>
                    <a:pt x="28208" y="284808"/>
                  </a:lnTo>
                  <a:lnTo>
                    <a:pt x="27949" y="284859"/>
                  </a:lnTo>
                  <a:lnTo>
                    <a:pt x="27616" y="284924"/>
                  </a:lnTo>
                  <a:lnTo>
                    <a:pt x="27315" y="285091"/>
                  </a:lnTo>
                  <a:lnTo>
                    <a:pt x="27158" y="285177"/>
                  </a:lnTo>
                  <a:lnTo>
                    <a:pt x="26986" y="285272"/>
                  </a:lnTo>
                  <a:lnTo>
                    <a:pt x="26835" y="285298"/>
                  </a:lnTo>
                  <a:lnTo>
                    <a:pt x="26178" y="285411"/>
                  </a:lnTo>
                  <a:lnTo>
                    <a:pt x="26001" y="285441"/>
                  </a:lnTo>
                  <a:lnTo>
                    <a:pt x="25767" y="285555"/>
                  </a:lnTo>
                  <a:lnTo>
                    <a:pt x="25632" y="285621"/>
                  </a:lnTo>
                  <a:lnTo>
                    <a:pt x="25319" y="285774"/>
                  </a:lnTo>
                  <a:lnTo>
                    <a:pt x="25292" y="286042"/>
                  </a:lnTo>
                  <a:lnTo>
                    <a:pt x="25054" y="286283"/>
                  </a:lnTo>
                  <a:lnTo>
                    <a:pt x="24785" y="286556"/>
                  </a:lnTo>
                  <a:lnTo>
                    <a:pt x="24574" y="286628"/>
                  </a:lnTo>
                  <a:lnTo>
                    <a:pt x="24381" y="286695"/>
                  </a:lnTo>
                  <a:lnTo>
                    <a:pt x="24093" y="286503"/>
                  </a:lnTo>
                  <a:lnTo>
                    <a:pt x="23845" y="286509"/>
                  </a:lnTo>
                  <a:lnTo>
                    <a:pt x="23307" y="286750"/>
                  </a:lnTo>
                  <a:lnTo>
                    <a:pt x="22956" y="286636"/>
                  </a:lnTo>
                  <a:lnTo>
                    <a:pt x="22823" y="286592"/>
                  </a:lnTo>
                  <a:lnTo>
                    <a:pt x="22616" y="286710"/>
                  </a:lnTo>
                  <a:lnTo>
                    <a:pt x="22424" y="286458"/>
                  </a:lnTo>
                  <a:lnTo>
                    <a:pt x="22323" y="286034"/>
                  </a:lnTo>
                  <a:lnTo>
                    <a:pt x="22136" y="285927"/>
                  </a:lnTo>
                  <a:lnTo>
                    <a:pt x="21833" y="285755"/>
                  </a:lnTo>
                  <a:lnTo>
                    <a:pt x="21703" y="285701"/>
                  </a:lnTo>
                  <a:lnTo>
                    <a:pt x="21253" y="285518"/>
                  </a:lnTo>
                  <a:lnTo>
                    <a:pt x="20838" y="285452"/>
                  </a:lnTo>
                  <a:lnTo>
                    <a:pt x="20407" y="285384"/>
                  </a:lnTo>
                  <a:lnTo>
                    <a:pt x="20237" y="285357"/>
                  </a:lnTo>
                  <a:lnTo>
                    <a:pt x="19884" y="285411"/>
                  </a:lnTo>
                  <a:lnTo>
                    <a:pt x="19729" y="285435"/>
                  </a:lnTo>
                  <a:lnTo>
                    <a:pt x="19539" y="285152"/>
                  </a:lnTo>
                  <a:lnTo>
                    <a:pt x="19502" y="285023"/>
                  </a:lnTo>
                  <a:lnTo>
                    <a:pt x="18838" y="285066"/>
                  </a:lnTo>
                  <a:lnTo>
                    <a:pt x="18705" y="284736"/>
                  </a:lnTo>
                  <a:lnTo>
                    <a:pt x="18627" y="284544"/>
                  </a:lnTo>
                  <a:lnTo>
                    <a:pt x="18132" y="284488"/>
                  </a:lnTo>
                  <a:lnTo>
                    <a:pt x="17849" y="284776"/>
                  </a:lnTo>
                  <a:lnTo>
                    <a:pt x="17541" y="285002"/>
                  </a:lnTo>
                  <a:lnTo>
                    <a:pt x="17267" y="285083"/>
                  </a:lnTo>
                  <a:lnTo>
                    <a:pt x="17086" y="285137"/>
                  </a:lnTo>
                  <a:lnTo>
                    <a:pt x="16696" y="284901"/>
                  </a:lnTo>
                  <a:lnTo>
                    <a:pt x="16304" y="284822"/>
                  </a:lnTo>
                  <a:lnTo>
                    <a:pt x="16059" y="284812"/>
                  </a:lnTo>
                  <a:lnTo>
                    <a:pt x="15929" y="284808"/>
                  </a:lnTo>
                  <a:lnTo>
                    <a:pt x="15645" y="284797"/>
                  </a:lnTo>
                  <a:lnTo>
                    <a:pt x="15289" y="284634"/>
                  </a:lnTo>
                  <a:lnTo>
                    <a:pt x="15256" y="284476"/>
                  </a:lnTo>
                  <a:lnTo>
                    <a:pt x="14791" y="283928"/>
                  </a:lnTo>
                  <a:lnTo>
                    <a:pt x="14509" y="283976"/>
                  </a:lnTo>
                  <a:lnTo>
                    <a:pt x="14219" y="284091"/>
                  </a:lnTo>
                  <a:lnTo>
                    <a:pt x="14050" y="285199"/>
                  </a:lnTo>
                  <a:lnTo>
                    <a:pt x="13851" y="285077"/>
                  </a:lnTo>
                  <a:lnTo>
                    <a:pt x="13390" y="284793"/>
                  </a:lnTo>
                  <a:lnTo>
                    <a:pt x="13041" y="284658"/>
                  </a:lnTo>
                  <a:lnTo>
                    <a:pt x="12712" y="284816"/>
                  </a:lnTo>
                  <a:lnTo>
                    <a:pt x="12423" y="284848"/>
                  </a:lnTo>
                  <a:lnTo>
                    <a:pt x="12387" y="285004"/>
                  </a:lnTo>
                  <a:lnTo>
                    <a:pt x="12328" y="285159"/>
                  </a:lnTo>
                  <a:lnTo>
                    <a:pt x="12117" y="285565"/>
                  </a:lnTo>
                  <a:lnTo>
                    <a:pt x="11859" y="286025"/>
                  </a:lnTo>
                  <a:lnTo>
                    <a:pt x="12133" y="286486"/>
                  </a:lnTo>
                  <a:lnTo>
                    <a:pt x="12148" y="286624"/>
                  </a:lnTo>
                  <a:lnTo>
                    <a:pt x="12172" y="286855"/>
                  </a:lnTo>
                  <a:lnTo>
                    <a:pt x="12236" y="287453"/>
                  </a:lnTo>
                  <a:lnTo>
                    <a:pt x="12267" y="287707"/>
                  </a:lnTo>
                  <a:lnTo>
                    <a:pt x="12308" y="288038"/>
                  </a:lnTo>
                  <a:lnTo>
                    <a:pt x="12417" y="288241"/>
                  </a:lnTo>
                  <a:lnTo>
                    <a:pt x="12573" y="288815"/>
                  </a:lnTo>
                  <a:lnTo>
                    <a:pt x="12525" y="289054"/>
                  </a:lnTo>
                  <a:lnTo>
                    <a:pt x="12391" y="289453"/>
                  </a:lnTo>
                  <a:lnTo>
                    <a:pt x="12576" y="289789"/>
                  </a:lnTo>
                  <a:lnTo>
                    <a:pt x="12704" y="289877"/>
                  </a:lnTo>
                  <a:lnTo>
                    <a:pt x="12986" y="290105"/>
                  </a:lnTo>
                  <a:lnTo>
                    <a:pt x="12959" y="290243"/>
                  </a:lnTo>
                  <a:lnTo>
                    <a:pt x="12846" y="290546"/>
                  </a:lnTo>
                  <a:lnTo>
                    <a:pt x="12314" y="291113"/>
                  </a:lnTo>
                  <a:lnTo>
                    <a:pt x="11909" y="291531"/>
                  </a:lnTo>
                  <a:lnTo>
                    <a:pt x="11666" y="291435"/>
                  </a:lnTo>
                  <a:lnTo>
                    <a:pt x="11232" y="291045"/>
                  </a:lnTo>
                  <a:lnTo>
                    <a:pt x="10918" y="290809"/>
                  </a:lnTo>
                  <a:lnTo>
                    <a:pt x="10907" y="290661"/>
                  </a:lnTo>
                  <a:lnTo>
                    <a:pt x="10607" y="290406"/>
                  </a:lnTo>
                  <a:lnTo>
                    <a:pt x="10631" y="290276"/>
                  </a:lnTo>
                  <a:lnTo>
                    <a:pt x="10470" y="290037"/>
                  </a:lnTo>
                  <a:lnTo>
                    <a:pt x="10292" y="289982"/>
                  </a:lnTo>
                  <a:lnTo>
                    <a:pt x="9907" y="289746"/>
                  </a:lnTo>
                  <a:lnTo>
                    <a:pt x="9825" y="289602"/>
                  </a:lnTo>
                  <a:lnTo>
                    <a:pt x="9788" y="289468"/>
                  </a:lnTo>
                  <a:lnTo>
                    <a:pt x="9287" y="288939"/>
                  </a:lnTo>
                  <a:lnTo>
                    <a:pt x="8829" y="288748"/>
                  </a:lnTo>
                  <a:lnTo>
                    <a:pt x="8633" y="288765"/>
                  </a:lnTo>
                  <a:lnTo>
                    <a:pt x="8288" y="288655"/>
                  </a:lnTo>
                  <a:lnTo>
                    <a:pt x="8138" y="288544"/>
                  </a:lnTo>
                  <a:lnTo>
                    <a:pt x="7727" y="288397"/>
                  </a:lnTo>
                  <a:lnTo>
                    <a:pt x="7599" y="288374"/>
                  </a:lnTo>
                  <a:lnTo>
                    <a:pt x="7522" y="288219"/>
                  </a:lnTo>
                  <a:lnTo>
                    <a:pt x="7668" y="288069"/>
                  </a:lnTo>
                  <a:lnTo>
                    <a:pt x="7721" y="287848"/>
                  </a:lnTo>
                  <a:lnTo>
                    <a:pt x="8145" y="287075"/>
                  </a:lnTo>
                  <a:lnTo>
                    <a:pt x="8180" y="286624"/>
                  </a:lnTo>
                  <a:lnTo>
                    <a:pt x="8098" y="286493"/>
                  </a:lnTo>
                  <a:lnTo>
                    <a:pt x="7818" y="286008"/>
                  </a:lnTo>
                  <a:lnTo>
                    <a:pt x="7615" y="285976"/>
                  </a:lnTo>
                  <a:lnTo>
                    <a:pt x="7055" y="285935"/>
                  </a:lnTo>
                  <a:lnTo>
                    <a:pt x="6846" y="285877"/>
                  </a:lnTo>
                  <a:lnTo>
                    <a:pt x="6412" y="285976"/>
                  </a:lnTo>
                  <a:lnTo>
                    <a:pt x="6244" y="286029"/>
                  </a:lnTo>
                  <a:lnTo>
                    <a:pt x="5992" y="286085"/>
                  </a:lnTo>
                  <a:lnTo>
                    <a:pt x="5841" y="285595"/>
                  </a:lnTo>
                  <a:lnTo>
                    <a:pt x="5798" y="285323"/>
                  </a:lnTo>
                  <a:lnTo>
                    <a:pt x="5714" y="285085"/>
                  </a:lnTo>
                  <a:lnTo>
                    <a:pt x="5625" y="284925"/>
                  </a:lnTo>
                  <a:lnTo>
                    <a:pt x="5759" y="284479"/>
                  </a:lnTo>
                  <a:lnTo>
                    <a:pt x="5603" y="284032"/>
                  </a:lnTo>
                  <a:lnTo>
                    <a:pt x="5491" y="283867"/>
                  </a:lnTo>
                  <a:lnTo>
                    <a:pt x="5433" y="283498"/>
                  </a:lnTo>
                  <a:lnTo>
                    <a:pt x="4923" y="282917"/>
                  </a:lnTo>
                  <a:lnTo>
                    <a:pt x="4774" y="282766"/>
                  </a:lnTo>
                  <a:lnTo>
                    <a:pt x="4512" y="281947"/>
                  </a:lnTo>
                  <a:lnTo>
                    <a:pt x="4356" y="281521"/>
                  </a:lnTo>
                  <a:lnTo>
                    <a:pt x="4315" y="281202"/>
                  </a:lnTo>
                  <a:lnTo>
                    <a:pt x="4593" y="281135"/>
                  </a:lnTo>
                  <a:lnTo>
                    <a:pt x="4636" y="280829"/>
                  </a:lnTo>
                  <a:lnTo>
                    <a:pt x="4550" y="280522"/>
                  </a:lnTo>
                  <a:lnTo>
                    <a:pt x="4275" y="280445"/>
                  </a:lnTo>
                  <a:lnTo>
                    <a:pt x="4141" y="280171"/>
                  </a:lnTo>
                  <a:lnTo>
                    <a:pt x="3854" y="279810"/>
                  </a:lnTo>
                  <a:lnTo>
                    <a:pt x="3651" y="280055"/>
                  </a:lnTo>
                  <a:lnTo>
                    <a:pt x="3477" y="279964"/>
                  </a:lnTo>
                  <a:lnTo>
                    <a:pt x="3210" y="279759"/>
                  </a:lnTo>
                  <a:lnTo>
                    <a:pt x="3093" y="279216"/>
                  </a:lnTo>
                  <a:lnTo>
                    <a:pt x="3046" y="278877"/>
                  </a:lnTo>
                  <a:lnTo>
                    <a:pt x="3003" y="278568"/>
                  </a:lnTo>
                  <a:lnTo>
                    <a:pt x="2980" y="278163"/>
                  </a:lnTo>
                  <a:lnTo>
                    <a:pt x="2828" y="277926"/>
                  </a:lnTo>
                  <a:lnTo>
                    <a:pt x="2647" y="277736"/>
                  </a:lnTo>
                  <a:lnTo>
                    <a:pt x="2608" y="277201"/>
                  </a:lnTo>
                  <a:lnTo>
                    <a:pt x="2407" y="276830"/>
                  </a:lnTo>
                  <a:lnTo>
                    <a:pt x="2393" y="276499"/>
                  </a:lnTo>
                  <a:lnTo>
                    <a:pt x="2438" y="275713"/>
                  </a:lnTo>
                  <a:lnTo>
                    <a:pt x="2471" y="275251"/>
                  </a:lnTo>
                  <a:lnTo>
                    <a:pt x="2539" y="274837"/>
                  </a:lnTo>
                  <a:lnTo>
                    <a:pt x="2343" y="274646"/>
                  </a:lnTo>
                  <a:lnTo>
                    <a:pt x="2163" y="274536"/>
                  </a:lnTo>
                  <a:lnTo>
                    <a:pt x="1947" y="274403"/>
                  </a:lnTo>
                  <a:lnTo>
                    <a:pt x="1737" y="274304"/>
                  </a:lnTo>
                  <a:lnTo>
                    <a:pt x="1599" y="273851"/>
                  </a:lnTo>
                  <a:lnTo>
                    <a:pt x="1328" y="273861"/>
                  </a:lnTo>
                  <a:lnTo>
                    <a:pt x="1124" y="273974"/>
                  </a:lnTo>
                  <a:lnTo>
                    <a:pt x="868" y="274326"/>
                  </a:lnTo>
                  <a:lnTo>
                    <a:pt x="0" y="274326"/>
                  </a:lnTo>
                  <a:lnTo>
                    <a:pt x="103" y="273957"/>
                  </a:lnTo>
                  <a:lnTo>
                    <a:pt x="485" y="274119"/>
                  </a:lnTo>
                  <a:lnTo>
                    <a:pt x="934" y="273936"/>
                  </a:lnTo>
                  <a:lnTo>
                    <a:pt x="1161" y="273565"/>
                  </a:lnTo>
                  <a:lnTo>
                    <a:pt x="1319" y="273473"/>
                  </a:lnTo>
                  <a:lnTo>
                    <a:pt x="1956" y="273171"/>
                  </a:lnTo>
                  <a:lnTo>
                    <a:pt x="2274" y="272527"/>
                  </a:lnTo>
                  <a:lnTo>
                    <a:pt x="2434" y="271831"/>
                  </a:lnTo>
                  <a:lnTo>
                    <a:pt x="2427" y="271529"/>
                  </a:lnTo>
                  <a:lnTo>
                    <a:pt x="2705" y="271128"/>
                  </a:lnTo>
                  <a:lnTo>
                    <a:pt x="2906" y="270709"/>
                  </a:lnTo>
                  <a:lnTo>
                    <a:pt x="3082" y="270040"/>
                  </a:lnTo>
                  <a:lnTo>
                    <a:pt x="3153" y="269895"/>
                  </a:lnTo>
                  <a:lnTo>
                    <a:pt x="3168" y="269454"/>
                  </a:lnTo>
                  <a:lnTo>
                    <a:pt x="3683" y="269233"/>
                  </a:lnTo>
                  <a:lnTo>
                    <a:pt x="3941" y="269281"/>
                  </a:lnTo>
                  <a:lnTo>
                    <a:pt x="4441" y="269372"/>
                  </a:lnTo>
                  <a:lnTo>
                    <a:pt x="5002" y="269414"/>
                  </a:lnTo>
                  <a:lnTo>
                    <a:pt x="5190" y="269530"/>
                  </a:lnTo>
                  <a:lnTo>
                    <a:pt x="5771" y="270202"/>
                  </a:lnTo>
                  <a:lnTo>
                    <a:pt x="6260" y="270249"/>
                  </a:lnTo>
                  <a:lnTo>
                    <a:pt x="6600" y="270327"/>
                  </a:lnTo>
                  <a:lnTo>
                    <a:pt x="6821" y="270411"/>
                  </a:lnTo>
                  <a:lnTo>
                    <a:pt x="6921" y="270611"/>
                  </a:lnTo>
                  <a:lnTo>
                    <a:pt x="6943" y="270931"/>
                  </a:lnTo>
                  <a:lnTo>
                    <a:pt x="7114" y="271282"/>
                  </a:lnTo>
                  <a:lnTo>
                    <a:pt x="7860" y="272219"/>
                  </a:lnTo>
                  <a:lnTo>
                    <a:pt x="8604" y="273134"/>
                  </a:lnTo>
                  <a:lnTo>
                    <a:pt x="8837" y="273159"/>
                  </a:lnTo>
                  <a:lnTo>
                    <a:pt x="9317" y="273161"/>
                  </a:lnTo>
                  <a:lnTo>
                    <a:pt x="9723" y="273203"/>
                  </a:lnTo>
                  <a:lnTo>
                    <a:pt x="10272" y="273315"/>
                  </a:lnTo>
                  <a:lnTo>
                    <a:pt x="10462" y="273315"/>
                  </a:lnTo>
                  <a:lnTo>
                    <a:pt x="10629" y="273338"/>
                  </a:lnTo>
                  <a:lnTo>
                    <a:pt x="10948" y="273401"/>
                  </a:lnTo>
                  <a:lnTo>
                    <a:pt x="11341" y="273487"/>
                  </a:lnTo>
                  <a:lnTo>
                    <a:pt x="11555" y="273566"/>
                  </a:lnTo>
                  <a:lnTo>
                    <a:pt x="11792" y="274202"/>
                  </a:lnTo>
                  <a:lnTo>
                    <a:pt x="12000" y="274855"/>
                  </a:lnTo>
                  <a:lnTo>
                    <a:pt x="12176" y="274990"/>
                  </a:lnTo>
                  <a:lnTo>
                    <a:pt x="12384" y="275105"/>
                  </a:lnTo>
                  <a:lnTo>
                    <a:pt x="12748" y="275268"/>
                  </a:lnTo>
                  <a:lnTo>
                    <a:pt x="12963" y="275341"/>
                  </a:lnTo>
                  <a:lnTo>
                    <a:pt x="13147" y="275354"/>
                  </a:lnTo>
                  <a:lnTo>
                    <a:pt x="13327" y="275346"/>
                  </a:lnTo>
                  <a:lnTo>
                    <a:pt x="13470" y="275320"/>
                  </a:lnTo>
                  <a:lnTo>
                    <a:pt x="13769" y="275200"/>
                  </a:lnTo>
                  <a:lnTo>
                    <a:pt x="13845" y="275063"/>
                  </a:lnTo>
                  <a:lnTo>
                    <a:pt x="13955" y="274761"/>
                  </a:lnTo>
                  <a:lnTo>
                    <a:pt x="14059" y="274524"/>
                  </a:lnTo>
                  <a:lnTo>
                    <a:pt x="14079" y="274350"/>
                  </a:lnTo>
                  <a:lnTo>
                    <a:pt x="14084" y="274134"/>
                  </a:lnTo>
                  <a:lnTo>
                    <a:pt x="14097" y="273892"/>
                  </a:lnTo>
                  <a:lnTo>
                    <a:pt x="14176" y="273709"/>
                  </a:lnTo>
                  <a:lnTo>
                    <a:pt x="14504" y="273396"/>
                  </a:lnTo>
                  <a:lnTo>
                    <a:pt x="14682" y="273247"/>
                  </a:lnTo>
                  <a:lnTo>
                    <a:pt x="14998" y="273116"/>
                  </a:lnTo>
                  <a:lnTo>
                    <a:pt x="15423" y="272996"/>
                  </a:lnTo>
                  <a:lnTo>
                    <a:pt x="15673" y="272926"/>
                  </a:lnTo>
                  <a:lnTo>
                    <a:pt x="15915" y="272902"/>
                  </a:lnTo>
                  <a:lnTo>
                    <a:pt x="16234" y="272902"/>
                  </a:lnTo>
                  <a:lnTo>
                    <a:pt x="18070" y="272373"/>
                  </a:lnTo>
                  <a:lnTo>
                    <a:pt x="18378" y="272227"/>
                  </a:lnTo>
                  <a:lnTo>
                    <a:pt x="18641" y="272003"/>
                  </a:lnTo>
                  <a:lnTo>
                    <a:pt x="18909" y="271478"/>
                  </a:lnTo>
                  <a:lnTo>
                    <a:pt x="19087" y="271303"/>
                  </a:lnTo>
                  <a:lnTo>
                    <a:pt x="19250" y="271072"/>
                  </a:lnTo>
                  <a:lnTo>
                    <a:pt x="19354" y="270839"/>
                  </a:lnTo>
                  <a:lnTo>
                    <a:pt x="19398" y="270646"/>
                  </a:lnTo>
                  <a:lnTo>
                    <a:pt x="19397" y="270344"/>
                  </a:lnTo>
                  <a:lnTo>
                    <a:pt x="19465" y="269596"/>
                  </a:lnTo>
                  <a:lnTo>
                    <a:pt x="19566" y="269371"/>
                  </a:lnTo>
                  <a:lnTo>
                    <a:pt x="19795" y="269038"/>
                  </a:lnTo>
                  <a:lnTo>
                    <a:pt x="20018" y="268827"/>
                  </a:lnTo>
                  <a:lnTo>
                    <a:pt x="20146" y="268736"/>
                  </a:lnTo>
                  <a:lnTo>
                    <a:pt x="20308" y="268619"/>
                  </a:lnTo>
                  <a:lnTo>
                    <a:pt x="20635" y="268453"/>
                  </a:lnTo>
                  <a:lnTo>
                    <a:pt x="20873" y="268317"/>
                  </a:lnTo>
                  <a:lnTo>
                    <a:pt x="21381" y="267975"/>
                  </a:lnTo>
                  <a:lnTo>
                    <a:pt x="21691" y="267887"/>
                  </a:lnTo>
                  <a:lnTo>
                    <a:pt x="22522" y="267767"/>
                  </a:lnTo>
                  <a:lnTo>
                    <a:pt x="23494" y="267474"/>
                  </a:lnTo>
                  <a:lnTo>
                    <a:pt x="24361" y="267317"/>
                  </a:lnTo>
                  <a:lnTo>
                    <a:pt x="24725" y="267277"/>
                  </a:lnTo>
                  <a:lnTo>
                    <a:pt x="25019" y="267213"/>
                  </a:lnTo>
                  <a:lnTo>
                    <a:pt x="25924" y="266788"/>
                  </a:lnTo>
                  <a:lnTo>
                    <a:pt x="26053" y="266661"/>
                  </a:lnTo>
                  <a:lnTo>
                    <a:pt x="26266" y="266515"/>
                  </a:lnTo>
                  <a:lnTo>
                    <a:pt x="26577" y="266344"/>
                  </a:lnTo>
                  <a:lnTo>
                    <a:pt x="26920" y="266264"/>
                  </a:lnTo>
                  <a:lnTo>
                    <a:pt x="27150" y="266263"/>
                  </a:lnTo>
                  <a:lnTo>
                    <a:pt x="27566" y="266092"/>
                  </a:lnTo>
                  <a:lnTo>
                    <a:pt x="27387" y="265311"/>
                  </a:lnTo>
                  <a:lnTo>
                    <a:pt x="27341" y="265174"/>
                  </a:lnTo>
                  <a:lnTo>
                    <a:pt x="27718" y="262170"/>
                  </a:lnTo>
                  <a:lnTo>
                    <a:pt x="27644" y="261789"/>
                  </a:lnTo>
                  <a:lnTo>
                    <a:pt x="28085" y="261431"/>
                  </a:lnTo>
                  <a:lnTo>
                    <a:pt x="28587" y="261132"/>
                  </a:lnTo>
                  <a:lnTo>
                    <a:pt x="28906" y="260885"/>
                  </a:lnTo>
                  <a:lnTo>
                    <a:pt x="29937" y="259045"/>
                  </a:lnTo>
                  <a:lnTo>
                    <a:pt x="30050" y="258868"/>
                  </a:lnTo>
                  <a:lnTo>
                    <a:pt x="30507" y="258382"/>
                  </a:lnTo>
                  <a:lnTo>
                    <a:pt x="30646" y="258241"/>
                  </a:lnTo>
                  <a:lnTo>
                    <a:pt x="31204" y="257984"/>
                  </a:lnTo>
                  <a:lnTo>
                    <a:pt x="31496" y="257842"/>
                  </a:lnTo>
                  <a:lnTo>
                    <a:pt x="31853" y="257680"/>
                  </a:lnTo>
                  <a:lnTo>
                    <a:pt x="31934" y="257521"/>
                  </a:lnTo>
                  <a:lnTo>
                    <a:pt x="32044" y="257304"/>
                  </a:lnTo>
                  <a:lnTo>
                    <a:pt x="32399" y="256763"/>
                  </a:lnTo>
                  <a:lnTo>
                    <a:pt x="33506" y="256878"/>
                  </a:lnTo>
                  <a:lnTo>
                    <a:pt x="33975" y="256152"/>
                  </a:lnTo>
                  <a:lnTo>
                    <a:pt x="34076" y="255947"/>
                  </a:lnTo>
                  <a:lnTo>
                    <a:pt x="35436" y="255085"/>
                  </a:lnTo>
                  <a:lnTo>
                    <a:pt x="36142" y="255338"/>
                  </a:lnTo>
                  <a:lnTo>
                    <a:pt x="36147" y="255808"/>
                  </a:lnTo>
                  <a:lnTo>
                    <a:pt x="36615" y="255873"/>
                  </a:lnTo>
                  <a:lnTo>
                    <a:pt x="37032" y="256020"/>
                  </a:lnTo>
                  <a:lnTo>
                    <a:pt x="37083" y="256660"/>
                  </a:lnTo>
                  <a:lnTo>
                    <a:pt x="37530" y="256744"/>
                  </a:lnTo>
                  <a:lnTo>
                    <a:pt x="37896" y="256559"/>
                  </a:lnTo>
                  <a:lnTo>
                    <a:pt x="38352" y="256967"/>
                  </a:lnTo>
                  <a:lnTo>
                    <a:pt x="38198" y="258102"/>
                  </a:lnTo>
                  <a:lnTo>
                    <a:pt x="38734" y="258612"/>
                  </a:lnTo>
                  <a:lnTo>
                    <a:pt x="39118" y="258632"/>
                  </a:lnTo>
                  <a:lnTo>
                    <a:pt x="39886" y="258801"/>
                  </a:lnTo>
                  <a:lnTo>
                    <a:pt x="40263" y="258875"/>
                  </a:lnTo>
                  <a:lnTo>
                    <a:pt x="40502" y="258899"/>
                  </a:lnTo>
                  <a:lnTo>
                    <a:pt x="40994" y="258909"/>
                  </a:lnTo>
                  <a:lnTo>
                    <a:pt x="41488" y="258863"/>
                  </a:lnTo>
                  <a:lnTo>
                    <a:pt x="42003" y="258381"/>
                  </a:lnTo>
                  <a:lnTo>
                    <a:pt x="42221" y="258248"/>
                  </a:lnTo>
                  <a:lnTo>
                    <a:pt x="42590" y="258067"/>
                  </a:lnTo>
                  <a:lnTo>
                    <a:pt x="42733" y="258053"/>
                  </a:lnTo>
                  <a:lnTo>
                    <a:pt x="43476" y="257878"/>
                  </a:lnTo>
                  <a:lnTo>
                    <a:pt x="44004" y="257920"/>
                  </a:lnTo>
                  <a:lnTo>
                    <a:pt x="44466" y="257958"/>
                  </a:lnTo>
                  <a:lnTo>
                    <a:pt x="44594" y="258023"/>
                  </a:lnTo>
                  <a:lnTo>
                    <a:pt x="44863" y="258160"/>
                  </a:lnTo>
                  <a:lnTo>
                    <a:pt x="45281" y="258295"/>
                  </a:lnTo>
                  <a:lnTo>
                    <a:pt x="45648" y="258390"/>
                  </a:lnTo>
                  <a:lnTo>
                    <a:pt x="45965" y="258473"/>
                  </a:lnTo>
                  <a:lnTo>
                    <a:pt x="46280" y="258611"/>
                  </a:lnTo>
                  <a:lnTo>
                    <a:pt x="46497" y="258752"/>
                  </a:lnTo>
                  <a:lnTo>
                    <a:pt x="47076" y="259358"/>
                  </a:lnTo>
                  <a:lnTo>
                    <a:pt x="49258" y="264118"/>
                  </a:lnTo>
                  <a:lnTo>
                    <a:pt x="49253" y="264357"/>
                  </a:lnTo>
                  <a:lnTo>
                    <a:pt x="51305" y="265495"/>
                  </a:lnTo>
                  <a:lnTo>
                    <a:pt x="74464" y="274343"/>
                  </a:lnTo>
                  <a:lnTo>
                    <a:pt x="74670" y="273929"/>
                  </a:lnTo>
                  <a:lnTo>
                    <a:pt x="74749" y="273794"/>
                  </a:lnTo>
                  <a:lnTo>
                    <a:pt x="75102" y="273292"/>
                  </a:lnTo>
                  <a:lnTo>
                    <a:pt x="75166" y="273133"/>
                  </a:lnTo>
                  <a:lnTo>
                    <a:pt x="75266" y="272847"/>
                  </a:lnTo>
                  <a:lnTo>
                    <a:pt x="75332" y="272679"/>
                  </a:lnTo>
                  <a:lnTo>
                    <a:pt x="75449" y="272247"/>
                  </a:lnTo>
                  <a:lnTo>
                    <a:pt x="75420" y="272114"/>
                  </a:lnTo>
                  <a:lnTo>
                    <a:pt x="75461" y="271844"/>
                  </a:lnTo>
                  <a:lnTo>
                    <a:pt x="75719" y="271585"/>
                  </a:lnTo>
                  <a:lnTo>
                    <a:pt x="76087" y="271364"/>
                  </a:lnTo>
                  <a:lnTo>
                    <a:pt x="78221" y="270441"/>
                  </a:lnTo>
                  <a:lnTo>
                    <a:pt x="78709" y="270015"/>
                  </a:lnTo>
                  <a:lnTo>
                    <a:pt x="78813" y="269756"/>
                  </a:lnTo>
                  <a:lnTo>
                    <a:pt x="79223" y="269488"/>
                  </a:lnTo>
                  <a:lnTo>
                    <a:pt x="79763" y="269117"/>
                  </a:lnTo>
                  <a:lnTo>
                    <a:pt x="79818" y="268878"/>
                  </a:lnTo>
                  <a:lnTo>
                    <a:pt x="79869" y="268509"/>
                  </a:lnTo>
                  <a:lnTo>
                    <a:pt x="80024" y="267917"/>
                  </a:lnTo>
                  <a:lnTo>
                    <a:pt x="80931" y="267829"/>
                  </a:lnTo>
                  <a:lnTo>
                    <a:pt x="81393" y="267685"/>
                  </a:lnTo>
                  <a:lnTo>
                    <a:pt x="81557" y="267435"/>
                  </a:lnTo>
                  <a:lnTo>
                    <a:pt x="81637" y="267112"/>
                  </a:lnTo>
                  <a:lnTo>
                    <a:pt x="81736" y="266746"/>
                  </a:lnTo>
                  <a:lnTo>
                    <a:pt x="82111" y="266007"/>
                  </a:lnTo>
                  <a:lnTo>
                    <a:pt x="82011" y="265727"/>
                  </a:lnTo>
                  <a:lnTo>
                    <a:pt x="82345" y="265280"/>
                  </a:lnTo>
                  <a:lnTo>
                    <a:pt x="82542" y="264906"/>
                  </a:lnTo>
                  <a:lnTo>
                    <a:pt x="82631" y="264622"/>
                  </a:lnTo>
                  <a:lnTo>
                    <a:pt x="82684" y="264288"/>
                  </a:lnTo>
                  <a:lnTo>
                    <a:pt x="82737" y="263398"/>
                  </a:lnTo>
                  <a:lnTo>
                    <a:pt x="82817" y="263237"/>
                  </a:lnTo>
                  <a:lnTo>
                    <a:pt x="83012" y="262752"/>
                  </a:lnTo>
                  <a:lnTo>
                    <a:pt x="82881" y="262208"/>
                  </a:lnTo>
                  <a:lnTo>
                    <a:pt x="82740" y="261972"/>
                  </a:lnTo>
                  <a:lnTo>
                    <a:pt x="82657" y="261840"/>
                  </a:lnTo>
                  <a:lnTo>
                    <a:pt x="82597" y="261134"/>
                  </a:lnTo>
                  <a:lnTo>
                    <a:pt x="82476" y="260625"/>
                  </a:lnTo>
                  <a:lnTo>
                    <a:pt x="81960" y="260092"/>
                  </a:lnTo>
                  <a:lnTo>
                    <a:pt x="81865" y="259944"/>
                  </a:lnTo>
                  <a:lnTo>
                    <a:pt x="81773" y="259800"/>
                  </a:lnTo>
                  <a:lnTo>
                    <a:pt x="81682" y="259655"/>
                  </a:lnTo>
                  <a:lnTo>
                    <a:pt x="81542" y="259433"/>
                  </a:lnTo>
                  <a:lnTo>
                    <a:pt x="81137" y="258766"/>
                  </a:lnTo>
                  <a:lnTo>
                    <a:pt x="80296" y="257747"/>
                  </a:lnTo>
                  <a:lnTo>
                    <a:pt x="80152" y="257244"/>
                  </a:lnTo>
                  <a:lnTo>
                    <a:pt x="80581" y="256902"/>
                  </a:lnTo>
                  <a:lnTo>
                    <a:pt x="81006" y="256967"/>
                  </a:lnTo>
                  <a:lnTo>
                    <a:pt x="82363" y="257209"/>
                  </a:lnTo>
                  <a:lnTo>
                    <a:pt x="83656" y="255788"/>
                  </a:lnTo>
                  <a:lnTo>
                    <a:pt x="83957" y="255834"/>
                  </a:lnTo>
                  <a:lnTo>
                    <a:pt x="84157" y="255939"/>
                  </a:lnTo>
                  <a:lnTo>
                    <a:pt x="84358" y="256092"/>
                  </a:lnTo>
                  <a:lnTo>
                    <a:pt x="84762" y="256374"/>
                  </a:lnTo>
                  <a:lnTo>
                    <a:pt x="85215" y="256404"/>
                  </a:lnTo>
                  <a:lnTo>
                    <a:pt x="85426" y="256232"/>
                  </a:lnTo>
                  <a:lnTo>
                    <a:pt x="85798" y="255975"/>
                  </a:lnTo>
                  <a:lnTo>
                    <a:pt x="85942" y="255969"/>
                  </a:lnTo>
                  <a:lnTo>
                    <a:pt x="86820" y="256084"/>
                  </a:lnTo>
                  <a:lnTo>
                    <a:pt x="87182" y="256188"/>
                  </a:lnTo>
                  <a:lnTo>
                    <a:pt x="88407" y="255656"/>
                  </a:lnTo>
                  <a:lnTo>
                    <a:pt x="89052" y="255459"/>
                  </a:lnTo>
                  <a:lnTo>
                    <a:pt x="89313" y="255444"/>
                  </a:lnTo>
                  <a:lnTo>
                    <a:pt x="90112" y="255305"/>
                  </a:lnTo>
                  <a:lnTo>
                    <a:pt x="90402" y="255160"/>
                  </a:lnTo>
                  <a:lnTo>
                    <a:pt x="90829" y="254871"/>
                  </a:lnTo>
                  <a:lnTo>
                    <a:pt x="90995" y="254811"/>
                  </a:lnTo>
                  <a:lnTo>
                    <a:pt x="92099" y="254560"/>
                  </a:lnTo>
                  <a:lnTo>
                    <a:pt x="92986" y="254087"/>
                  </a:lnTo>
                  <a:lnTo>
                    <a:pt x="93505" y="253934"/>
                  </a:lnTo>
                  <a:lnTo>
                    <a:pt x="94218" y="253764"/>
                  </a:lnTo>
                  <a:lnTo>
                    <a:pt x="94310" y="253550"/>
                  </a:lnTo>
                  <a:lnTo>
                    <a:pt x="94351" y="253415"/>
                  </a:lnTo>
                  <a:lnTo>
                    <a:pt x="94385" y="253249"/>
                  </a:lnTo>
                  <a:lnTo>
                    <a:pt x="94620" y="252955"/>
                  </a:lnTo>
                  <a:lnTo>
                    <a:pt x="94771" y="252859"/>
                  </a:lnTo>
                  <a:lnTo>
                    <a:pt x="94910" y="252773"/>
                  </a:lnTo>
                  <a:lnTo>
                    <a:pt x="95334" y="252622"/>
                  </a:lnTo>
                  <a:lnTo>
                    <a:pt x="95606" y="252580"/>
                  </a:lnTo>
                  <a:lnTo>
                    <a:pt x="96058" y="252468"/>
                  </a:lnTo>
                  <a:lnTo>
                    <a:pt x="96222" y="252400"/>
                  </a:lnTo>
                  <a:lnTo>
                    <a:pt x="96882" y="252176"/>
                  </a:lnTo>
                  <a:lnTo>
                    <a:pt x="97487" y="252060"/>
                  </a:lnTo>
                  <a:lnTo>
                    <a:pt x="97838" y="251933"/>
                  </a:lnTo>
                  <a:lnTo>
                    <a:pt x="97895" y="251777"/>
                  </a:lnTo>
                  <a:lnTo>
                    <a:pt x="98123" y="251331"/>
                  </a:lnTo>
                  <a:lnTo>
                    <a:pt x="98355" y="250991"/>
                  </a:lnTo>
                  <a:lnTo>
                    <a:pt x="98501" y="250868"/>
                  </a:lnTo>
                  <a:lnTo>
                    <a:pt x="98952" y="250586"/>
                  </a:lnTo>
                  <a:lnTo>
                    <a:pt x="99201" y="250457"/>
                  </a:lnTo>
                  <a:lnTo>
                    <a:pt x="99334" y="250384"/>
                  </a:lnTo>
                  <a:lnTo>
                    <a:pt x="99745" y="250258"/>
                  </a:lnTo>
                  <a:lnTo>
                    <a:pt x="100304" y="250287"/>
                  </a:lnTo>
                  <a:lnTo>
                    <a:pt x="100485" y="250301"/>
                  </a:lnTo>
                  <a:lnTo>
                    <a:pt x="100624" y="250303"/>
                  </a:lnTo>
                  <a:lnTo>
                    <a:pt x="100912" y="250254"/>
                  </a:lnTo>
                  <a:lnTo>
                    <a:pt x="101252" y="250009"/>
                  </a:lnTo>
                  <a:lnTo>
                    <a:pt x="101415" y="249649"/>
                  </a:lnTo>
                  <a:lnTo>
                    <a:pt x="101554" y="249136"/>
                  </a:lnTo>
                  <a:lnTo>
                    <a:pt x="103143" y="248198"/>
                  </a:lnTo>
                  <a:lnTo>
                    <a:pt x="103618" y="247446"/>
                  </a:lnTo>
                  <a:lnTo>
                    <a:pt x="103625" y="247271"/>
                  </a:lnTo>
                  <a:lnTo>
                    <a:pt x="103603" y="247037"/>
                  </a:lnTo>
                  <a:lnTo>
                    <a:pt x="103522" y="246510"/>
                  </a:lnTo>
                  <a:lnTo>
                    <a:pt x="103776" y="245918"/>
                  </a:lnTo>
                  <a:lnTo>
                    <a:pt x="103964" y="245820"/>
                  </a:lnTo>
                  <a:lnTo>
                    <a:pt x="104266" y="245771"/>
                  </a:lnTo>
                  <a:lnTo>
                    <a:pt x="104921" y="245610"/>
                  </a:lnTo>
                  <a:lnTo>
                    <a:pt x="105079" y="245536"/>
                  </a:lnTo>
                  <a:lnTo>
                    <a:pt x="105237" y="245463"/>
                  </a:lnTo>
                  <a:lnTo>
                    <a:pt x="105394" y="245363"/>
                  </a:lnTo>
                  <a:lnTo>
                    <a:pt x="105724" y="245205"/>
                  </a:lnTo>
                  <a:lnTo>
                    <a:pt x="106057" y="245188"/>
                  </a:lnTo>
                  <a:lnTo>
                    <a:pt x="106477" y="245271"/>
                  </a:lnTo>
                  <a:lnTo>
                    <a:pt x="108479" y="245534"/>
                  </a:lnTo>
                  <a:lnTo>
                    <a:pt x="108732" y="245449"/>
                  </a:lnTo>
                  <a:lnTo>
                    <a:pt x="109052" y="245251"/>
                  </a:lnTo>
                  <a:lnTo>
                    <a:pt x="109201" y="245134"/>
                  </a:lnTo>
                  <a:lnTo>
                    <a:pt x="109638" y="244987"/>
                  </a:lnTo>
                  <a:lnTo>
                    <a:pt x="109771" y="245051"/>
                  </a:lnTo>
                  <a:lnTo>
                    <a:pt x="110081" y="245343"/>
                  </a:lnTo>
                  <a:lnTo>
                    <a:pt x="110683" y="245603"/>
                  </a:lnTo>
                  <a:lnTo>
                    <a:pt x="110897" y="245603"/>
                  </a:lnTo>
                  <a:lnTo>
                    <a:pt x="111184" y="245573"/>
                  </a:lnTo>
                  <a:lnTo>
                    <a:pt x="111375" y="245537"/>
                  </a:lnTo>
                  <a:lnTo>
                    <a:pt x="111764" y="245441"/>
                  </a:lnTo>
                  <a:lnTo>
                    <a:pt x="111989" y="245367"/>
                  </a:lnTo>
                  <a:lnTo>
                    <a:pt x="112239" y="245301"/>
                  </a:lnTo>
                  <a:lnTo>
                    <a:pt x="112584" y="245207"/>
                  </a:lnTo>
                  <a:lnTo>
                    <a:pt x="112748" y="245159"/>
                  </a:lnTo>
                  <a:lnTo>
                    <a:pt x="113181" y="244994"/>
                  </a:lnTo>
                  <a:lnTo>
                    <a:pt x="113357" y="244910"/>
                  </a:lnTo>
                  <a:lnTo>
                    <a:pt x="113722" y="244768"/>
                  </a:lnTo>
                  <a:lnTo>
                    <a:pt x="114039" y="244804"/>
                  </a:lnTo>
                  <a:lnTo>
                    <a:pt x="114345" y="244867"/>
                  </a:lnTo>
                  <a:lnTo>
                    <a:pt x="114681" y="244963"/>
                  </a:lnTo>
                  <a:lnTo>
                    <a:pt x="115146" y="245017"/>
                  </a:lnTo>
                  <a:lnTo>
                    <a:pt x="115273" y="244990"/>
                  </a:lnTo>
                  <a:lnTo>
                    <a:pt x="115804" y="244526"/>
                  </a:lnTo>
                  <a:lnTo>
                    <a:pt x="115860" y="244368"/>
                  </a:lnTo>
                  <a:lnTo>
                    <a:pt x="115888" y="244201"/>
                  </a:lnTo>
                  <a:lnTo>
                    <a:pt x="115890" y="244019"/>
                  </a:lnTo>
                  <a:lnTo>
                    <a:pt x="115896" y="243798"/>
                  </a:lnTo>
                  <a:lnTo>
                    <a:pt x="115916" y="243262"/>
                  </a:lnTo>
                  <a:lnTo>
                    <a:pt x="115985" y="242548"/>
                  </a:lnTo>
                  <a:lnTo>
                    <a:pt x="116099" y="242262"/>
                  </a:lnTo>
                  <a:lnTo>
                    <a:pt x="116230" y="242002"/>
                  </a:lnTo>
                  <a:lnTo>
                    <a:pt x="116360" y="241857"/>
                  </a:lnTo>
                  <a:lnTo>
                    <a:pt x="116490" y="241712"/>
                  </a:lnTo>
                  <a:lnTo>
                    <a:pt x="116900" y="241437"/>
                  </a:lnTo>
                  <a:lnTo>
                    <a:pt x="117050" y="241393"/>
                  </a:lnTo>
                  <a:lnTo>
                    <a:pt x="117560" y="241349"/>
                  </a:lnTo>
                  <a:lnTo>
                    <a:pt x="117940" y="241413"/>
                  </a:lnTo>
                  <a:lnTo>
                    <a:pt x="118125" y="241466"/>
                  </a:lnTo>
                  <a:lnTo>
                    <a:pt x="118599" y="241636"/>
                  </a:lnTo>
                  <a:lnTo>
                    <a:pt x="118997" y="241891"/>
                  </a:lnTo>
                  <a:lnTo>
                    <a:pt x="119536" y="242188"/>
                  </a:lnTo>
                  <a:lnTo>
                    <a:pt x="119688" y="242095"/>
                  </a:lnTo>
                  <a:lnTo>
                    <a:pt x="120027" y="241972"/>
                  </a:lnTo>
                  <a:lnTo>
                    <a:pt x="120173" y="241958"/>
                  </a:lnTo>
                  <a:lnTo>
                    <a:pt x="120450" y="241600"/>
                  </a:lnTo>
                  <a:lnTo>
                    <a:pt x="120012" y="241084"/>
                  </a:lnTo>
                  <a:lnTo>
                    <a:pt x="120030" y="240886"/>
                  </a:lnTo>
                  <a:lnTo>
                    <a:pt x="120098" y="240759"/>
                  </a:lnTo>
                  <a:lnTo>
                    <a:pt x="120217" y="240627"/>
                  </a:lnTo>
                  <a:lnTo>
                    <a:pt x="120480" y="240439"/>
                  </a:lnTo>
                  <a:lnTo>
                    <a:pt x="120726" y="240317"/>
                  </a:lnTo>
                  <a:lnTo>
                    <a:pt x="121223" y="240003"/>
                  </a:lnTo>
                  <a:lnTo>
                    <a:pt x="121240" y="239728"/>
                  </a:lnTo>
                  <a:lnTo>
                    <a:pt x="121208" y="239585"/>
                  </a:lnTo>
                  <a:lnTo>
                    <a:pt x="121112" y="239409"/>
                  </a:lnTo>
                  <a:lnTo>
                    <a:pt x="121070" y="239272"/>
                  </a:lnTo>
                  <a:lnTo>
                    <a:pt x="121068" y="239138"/>
                  </a:lnTo>
                  <a:lnTo>
                    <a:pt x="121140" y="238912"/>
                  </a:lnTo>
                  <a:lnTo>
                    <a:pt x="121083" y="238734"/>
                  </a:lnTo>
                  <a:lnTo>
                    <a:pt x="120988" y="238438"/>
                  </a:lnTo>
                  <a:lnTo>
                    <a:pt x="120943" y="238198"/>
                  </a:lnTo>
                  <a:lnTo>
                    <a:pt x="120951" y="237888"/>
                  </a:lnTo>
                  <a:lnTo>
                    <a:pt x="121093" y="237447"/>
                  </a:lnTo>
                  <a:lnTo>
                    <a:pt x="121084" y="236928"/>
                  </a:lnTo>
                  <a:lnTo>
                    <a:pt x="121113" y="236692"/>
                  </a:lnTo>
                  <a:lnTo>
                    <a:pt x="121247" y="236321"/>
                  </a:lnTo>
                  <a:lnTo>
                    <a:pt x="121188" y="235893"/>
                  </a:lnTo>
                  <a:lnTo>
                    <a:pt x="121133" y="235741"/>
                  </a:lnTo>
                  <a:lnTo>
                    <a:pt x="120909" y="235654"/>
                  </a:lnTo>
                  <a:lnTo>
                    <a:pt x="120294" y="235613"/>
                  </a:lnTo>
                  <a:lnTo>
                    <a:pt x="119951" y="235439"/>
                  </a:lnTo>
                  <a:lnTo>
                    <a:pt x="119883" y="235185"/>
                  </a:lnTo>
                  <a:lnTo>
                    <a:pt x="119730" y="234864"/>
                  </a:lnTo>
                  <a:lnTo>
                    <a:pt x="119579" y="234496"/>
                  </a:lnTo>
                  <a:lnTo>
                    <a:pt x="119645" y="234156"/>
                  </a:lnTo>
                  <a:lnTo>
                    <a:pt x="119614" y="233916"/>
                  </a:lnTo>
                  <a:lnTo>
                    <a:pt x="119487" y="233507"/>
                  </a:lnTo>
                  <a:lnTo>
                    <a:pt x="119487" y="233086"/>
                  </a:lnTo>
                  <a:lnTo>
                    <a:pt x="119385" y="232947"/>
                  </a:lnTo>
                  <a:lnTo>
                    <a:pt x="119049" y="232684"/>
                  </a:lnTo>
                  <a:lnTo>
                    <a:pt x="119116" y="232301"/>
                  </a:lnTo>
                  <a:lnTo>
                    <a:pt x="119124" y="232019"/>
                  </a:lnTo>
                  <a:lnTo>
                    <a:pt x="119018" y="231714"/>
                  </a:lnTo>
                  <a:lnTo>
                    <a:pt x="118955" y="231178"/>
                  </a:lnTo>
                  <a:lnTo>
                    <a:pt x="119171" y="230997"/>
                  </a:lnTo>
                  <a:lnTo>
                    <a:pt x="119689" y="230711"/>
                  </a:lnTo>
                  <a:lnTo>
                    <a:pt x="120044" y="230882"/>
                  </a:lnTo>
                  <a:lnTo>
                    <a:pt x="120536" y="230787"/>
                  </a:lnTo>
                  <a:lnTo>
                    <a:pt x="120507" y="230594"/>
                  </a:lnTo>
                  <a:lnTo>
                    <a:pt x="120577" y="230234"/>
                  </a:lnTo>
                  <a:lnTo>
                    <a:pt x="120736" y="230012"/>
                  </a:lnTo>
                  <a:lnTo>
                    <a:pt x="120817" y="229760"/>
                  </a:lnTo>
                  <a:lnTo>
                    <a:pt x="120882" y="229425"/>
                  </a:lnTo>
                  <a:lnTo>
                    <a:pt x="120940" y="229035"/>
                  </a:lnTo>
                  <a:lnTo>
                    <a:pt x="121149" y="228881"/>
                  </a:lnTo>
                  <a:lnTo>
                    <a:pt x="121276" y="228674"/>
                  </a:lnTo>
                  <a:lnTo>
                    <a:pt x="121299" y="228171"/>
                  </a:lnTo>
                  <a:lnTo>
                    <a:pt x="121562" y="228053"/>
                  </a:lnTo>
                  <a:lnTo>
                    <a:pt x="122056" y="227863"/>
                  </a:lnTo>
                  <a:lnTo>
                    <a:pt x="122604" y="227788"/>
                  </a:lnTo>
                  <a:lnTo>
                    <a:pt x="123168" y="227743"/>
                  </a:lnTo>
                  <a:lnTo>
                    <a:pt x="123543" y="227544"/>
                  </a:lnTo>
                  <a:lnTo>
                    <a:pt x="123933" y="227257"/>
                  </a:lnTo>
                  <a:lnTo>
                    <a:pt x="124016" y="227108"/>
                  </a:lnTo>
                  <a:lnTo>
                    <a:pt x="124079" y="226945"/>
                  </a:lnTo>
                  <a:lnTo>
                    <a:pt x="124098" y="226801"/>
                  </a:lnTo>
                  <a:lnTo>
                    <a:pt x="124081" y="226566"/>
                  </a:lnTo>
                  <a:lnTo>
                    <a:pt x="124032" y="226349"/>
                  </a:lnTo>
                  <a:lnTo>
                    <a:pt x="123804" y="226275"/>
                  </a:lnTo>
                  <a:lnTo>
                    <a:pt x="123649" y="225849"/>
                  </a:lnTo>
                  <a:lnTo>
                    <a:pt x="123617" y="225573"/>
                  </a:lnTo>
                  <a:lnTo>
                    <a:pt x="123724" y="225386"/>
                  </a:lnTo>
                  <a:lnTo>
                    <a:pt x="123722" y="225087"/>
                  </a:lnTo>
                  <a:lnTo>
                    <a:pt x="124120" y="224680"/>
                  </a:lnTo>
                  <a:lnTo>
                    <a:pt x="124195" y="224535"/>
                  </a:lnTo>
                  <a:lnTo>
                    <a:pt x="124442" y="224387"/>
                  </a:lnTo>
                  <a:lnTo>
                    <a:pt x="124965" y="224262"/>
                  </a:lnTo>
                  <a:lnTo>
                    <a:pt x="125179" y="224277"/>
                  </a:lnTo>
                  <a:lnTo>
                    <a:pt x="125497" y="224298"/>
                  </a:lnTo>
                  <a:lnTo>
                    <a:pt x="125646" y="224341"/>
                  </a:lnTo>
                  <a:lnTo>
                    <a:pt x="126070" y="224463"/>
                  </a:lnTo>
                  <a:lnTo>
                    <a:pt x="126455" y="224490"/>
                  </a:lnTo>
                  <a:lnTo>
                    <a:pt x="126802" y="224353"/>
                  </a:lnTo>
                  <a:lnTo>
                    <a:pt x="127512" y="224401"/>
                  </a:lnTo>
                  <a:lnTo>
                    <a:pt x="127768" y="224210"/>
                  </a:lnTo>
                  <a:lnTo>
                    <a:pt x="127897" y="224114"/>
                  </a:lnTo>
                  <a:lnTo>
                    <a:pt x="128478" y="223922"/>
                  </a:lnTo>
                  <a:lnTo>
                    <a:pt x="128731" y="223879"/>
                  </a:lnTo>
                  <a:lnTo>
                    <a:pt x="128916" y="223938"/>
                  </a:lnTo>
                  <a:lnTo>
                    <a:pt x="129349" y="223717"/>
                  </a:lnTo>
                  <a:lnTo>
                    <a:pt x="129415" y="223329"/>
                  </a:lnTo>
                  <a:lnTo>
                    <a:pt x="129687" y="222732"/>
                  </a:lnTo>
                  <a:lnTo>
                    <a:pt x="130215" y="222345"/>
                  </a:lnTo>
                  <a:lnTo>
                    <a:pt x="130478" y="222017"/>
                  </a:lnTo>
                  <a:lnTo>
                    <a:pt x="131156" y="222543"/>
                  </a:lnTo>
                  <a:lnTo>
                    <a:pt x="131611" y="222704"/>
                  </a:lnTo>
                  <a:lnTo>
                    <a:pt x="131869" y="223057"/>
                  </a:lnTo>
                  <a:lnTo>
                    <a:pt x="131709" y="223209"/>
                  </a:lnTo>
                  <a:lnTo>
                    <a:pt x="131595" y="223427"/>
                  </a:lnTo>
                  <a:lnTo>
                    <a:pt x="131460" y="223929"/>
                  </a:lnTo>
                  <a:lnTo>
                    <a:pt x="131382" y="224343"/>
                  </a:lnTo>
                  <a:lnTo>
                    <a:pt x="131377" y="224660"/>
                  </a:lnTo>
                  <a:lnTo>
                    <a:pt x="131514" y="224988"/>
                  </a:lnTo>
                  <a:lnTo>
                    <a:pt x="131934" y="225394"/>
                  </a:lnTo>
                  <a:lnTo>
                    <a:pt x="132113" y="225544"/>
                  </a:lnTo>
                  <a:lnTo>
                    <a:pt x="132514" y="225689"/>
                  </a:lnTo>
                  <a:lnTo>
                    <a:pt x="133002" y="225795"/>
                  </a:lnTo>
                  <a:lnTo>
                    <a:pt x="133776" y="226265"/>
                  </a:lnTo>
                  <a:lnTo>
                    <a:pt x="134250" y="226762"/>
                  </a:lnTo>
                  <a:lnTo>
                    <a:pt x="134430" y="226838"/>
                  </a:lnTo>
                  <a:lnTo>
                    <a:pt x="134618" y="226956"/>
                  </a:lnTo>
                  <a:lnTo>
                    <a:pt x="134795" y="227244"/>
                  </a:lnTo>
                  <a:lnTo>
                    <a:pt x="134860" y="227579"/>
                  </a:lnTo>
                  <a:lnTo>
                    <a:pt x="135928" y="227983"/>
                  </a:lnTo>
                  <a:lnTo>
                    <a:pt x="136150" y="228239"/>
                  </a:lnTo>
                  <a:lnTo>
                    <a:pt x="135810" y="228418"/>
                  </a:lnTo>
                  <a:lnTo>
                    <a:pt x="135781" y="228684"/>
                  </a:lnTo>
                  <a:lnTo>
                    <a:pt x="135793" y="228844"/>
                  </a:lnTo>
                  <a:lnTo>
                    <a:pt x="135919" y="229046"/>
                  </a:lnTo>
                  <a:lnTo>
                    <a:pt x="136151" y="229189"/>
                  </a:lnTo>
                  <a:lnTo>
                    <a:pt x="136154" y="229412"/>
                  </a:lnTo>
                  <a:lnTo>
                    <a:pt x="136110" y="229606"/>
                  </a:lnTo>
                  <a:lnTo>
                    <a:pt x="136186" y="229859"/>
                  </a:lnTo>
                  <a:lnTo>
                    <a:pt x="136370" y="230171"/>
                  </a:lnTo>
                  <a:lnTo>
                    <a:pt x="136185" y="230486"/>
                  </a:lnTo>
                  <a:lnTo>
                    <a:pt x="136207" y="230661"/>
                  </a:lnTo>
                  <a:lnTo>
                    <a:pt x="136140" y="230977"/>
                  </a:lnTo>
                  <a:lnTo>
                    <a:pt x="135965" y="231390"/>
                  </a:lnTo>
                  <a:lnTo>
                    <a:pt x="135836" y="231484"/>
                  </a:lnTo>
                  <a:lnTo>
                    <a:pt x="135705" y="231521"/>
                  </a:lnTo>
                  <a:lnTo>
                    <a:pt x="135521" y="231560"/>
                  </a:lnTo>
                  <a:lnTo>
                    <a:pt x="135210" y="231589"/>
                  </a:lnTo>
                  <a:lnTo>
                    <a:pt x="135003" y="231885"/>
                  </a:lnTo>
                  <a:lnTo>
                    <a:pt x="135070" y="232141"/>
                  </a:lnTo>
                  <a:lnTo>
                    <a:pt x="135144" y="232370"/>
                  </a:lnTo>
                  <a:lnTo>
                    <a:pt x="135601" y="233182"/>
                  </a:lnTo>
                  <a:lnTo>
                    <a:pt x="135823" y="233097"/>
                  </a:lnTo>
                  <a:lnTo>
                    <a:pt x="135987" y="233033"/>
                  </a:lnTo>
                  <a:lnTo>
                    <a:pt x="136137" y="233105"/>
                  </a:lnTo>
                  <a:lnTo>
                    <a:pt x="136298" y="233182"/>
                  </a:lnTo>
                  <a:lnTo>
                    <a:pt x="136871" y="233157"/>
                  </a:lnTo>
                  <a:lnTo>
                    <a:pt x="137042" y="233250"/>
                  </a:lnTo>
                  <a:lnTo>
                    <a:pt x="137298" y="233586"/>
                  </a:lnTo>
                  <a:lnTo>
                    <a:pt x="137536" y="233678"/>
                  </a:lnTo>
                  <a:lnTo>
                    <a:pt x="138029" y="233308"/>
                  </a:lnTo>
                  <a:lnTo>
                    <a:pt x="138056" y="232777"/>
                  </a:lnTo>
                  <a:lnTo>
                    <a:pt x="138241" y="232735"/>
                  </a:lnTo>
                  <a:lnTo>
                    <a:pt x="138487" y="232812"/>
                  </a:lnTo>
                  <a:lnTo>
                    <a:pt x="138772" y="232901"/>
                  </a:lnTo>
                  <a:lnTo>
                    <a:pt x="139021" y="232995"/>
                  </a:lnTo>
                  <a:lnTo>
                    <a:pt x="139206" y="233094"/>
                  </a:lnTo>
                  <a:lnTo>
                    <a:pt x="139200" y="233294"/>
                  </a:lnTo>
                  <a:lnTo>
                    <a:pt x="139194" y="233537"/>
                  </a:lnTo>
                  <a:lnTo>
                    <a:pt x="139367" y="233873"/>
                  </a:lnTo>
                  <a:lnTo>
                    <a:pt x="139504" y="233890"/>
                  </a:lnTo>
                  <a:lnTo>
                    <a:pt x="139673" y="233912"/>
                  </a:lnTo>
                  <a:lnTo>
                    <a:pt x="139976" y="233950"/>
                  </a:lnTo>
                  <a:lnTo>
                    <a:pt x="140149" y="233972"/>
                  </a:lnTo>
                  <a:lnTo>
                    <a:pt x="140580" y="234077"/>
                  </a:lnTo>
                  <a:lnTo>
                    <a:pt x="140487" y="234269"/>
                  </a:lnTo>
                  <a:lnTo>
                    <a:pt x="140168" y="234952"/>
                  </a:lnTo>
                  <a:lnTo>
                    <a:pt x="139793" y="235871"/>
                  </a:lnTo>
                  <a:lnTo>
                    <a:pt x="139563" y="236184"/>
                  </a:lnTo>
                  <a:lnTo>
                    <a:pt x="139741" y="236425"/>
                  </a:lnTo>
                  <a:lnTo>
                    <a:pt x="140152" y="236714"/>
                  </a:lnTo>
                  <a:lnTo>
                    <a:pt x="140297" y="236799"/>
                  </a:lnTo>
                  <a:lnTo>
                    <a:pt x="140513" y="237099"/>
                  </a:lnTo>
                  <a:lnTo>
                    <a:pt x="140492" y="237356"/>
                  </a:lnTo>
                  <a:lnTo>
                    <a:pt x="140475" y="237562"/>
                  </a:lnTo>
                  <a:lnTo>
                    <a:pt x="140427" y="238132"/>
                  </a:lnTo>
                  <a:lnTo>
                    <a:pt x="140434" y="238377"/>
                  </a:lnTo>
                  <a:lnTo>
                    <a:pt x="140572" y="238458"/>
                  </a:lnTo>
                  <a:lnTo>
                    <a:pt x="140703" y="238558"/>
                  </a:lnTo>
                  <a:lnTo>
                    <a:pt x="140709" y="238863"/>
                  </a:lnTo>
                  <a:lnTo>
                    <a:pt x="140715" y="239127"/>
                  </a:lnTo>
                  <a:lnTo>
                    <a:pt x="140946" y="239523"/>
                  </a:lnTo>
                  <a:lnTo>
                    <a:pt x="141125" y="239599"/>
                  </a:lnTo>
                  <a:lnTo>
                    <a:pt x="141501" y="239585"/>
                  </a:lnTo>
                  <a:lnTo>
                    <a:pt x="141532" y="239824"/>
                  </a:lnTo>
                  <a:lnTo>
                    <a:pt x="141556" y="240004"/>
                  </a:lnTo>
                  <a:lnTo>
                    <a:pt x="141869" y="239873"/>
                  </a:lnTo>
                  <a:lnTo>
                    <a:pt x="142087" y="239584"/>
                  </a:lnTo>
                  <a:lnTo>
                    <a:pt x="142467" y="239326"/>
                  </a:lnTo>
                  <a:lnTo>
                    <a:pt x="142624" y="239218"/>
                  </a:lnTo>
                  <a:lnTo>
                    <a:pt x="142866" y="239054"/>
                  </a:lnTo>
                  <a:lnTo>
                    <a:pt x="143087" y="238973"/>
                  </a:lnTo>
                  <a:lnTo>
                    <a:pt x="143495" y="239252"/>
                  </a:lnTo>
                  <a:lnTo>
                    <a:pt x="143624" y="239432"/>
                  </a:lnTo>
                  <a:lnTo>
                    <a:pt x="143406" y="239731"/>
                  </a:lnTo>
                  <a:lnTo>
                    <a:pt x="143226" y="239840"/>
                  </a:lnTo>
                  <a:lnTo>
                    <a:pt x="143572" y="240375"/>
                  </a:lnTo>
                  <a:lnTo>
                    <a:pt x="143375" y="240758"/>
                  </a:lnTo>
                  <a:lnTo>
                    <a:pt x="143154" y="241300"/>
                  </a:lnTo>
                  <a:lnTo>
                    <a:pt x="142853" y="241942"/>
                  </a:lnTo>
                  <a:lnTo>
                    <a:pt x="142791" y="242071"/>
                  </a:lnTo>
                  <a:lnTo>
                    <a:pt x="142899" y="242319"/>
                  </a:lnTo>
                  <a:lnTo>
                    <a:pt x="142857" y="242731"/>
                  </a:lnTo>
                  <a:lnTo>
                    <a:pt x="142856" y="243100"/>
                  </a:lnTo>
                  <a:lnTo>
                    <a:pt x="142902" y="243302"/>
                  </a:lnTo>
                  <a:lnTo>
                    <a:pt x="144080" y="243510"/>
                  </a:lnTo>
                  <a:lnTo>
                    <a:pt x="144387" y="243444"/>
                  </a:lnTo>
                  <a:lnTo>
                    <a:pt x="144690" y="243251"/>
                  </a:lnTo>
                  <a:lnTo>
                    <a:pt x="145031" y="243342"/>
                  </a:lnTo>
                  <a:lnTo>
                    <a:pt x="145180" y="243289"/>
                  </a:lnTo>
                  <a:lnTo>
                    <a:pt x="145362" y="242930"/>
                  </a:lnTo>
                  <a:lnTo>
                    <a:pt x="145674" y="242866"/>
                  </a:lnTo>
                  <a:lnTo>
                    <a:pt x="145891" y="242815"/>
                  </a:lnTo>
                  <a:lnTo>
                    <a:pt x="146112" y="242596"/>
                  </a:lnTo>
                  <a:lnTo>
                    <a:pt x="146232" y="242217"/>
                  </a:lnTo>
                  <a:lnTo>
                    <a:pt x="147520" y="241390"/>
                  </a:lnTo>
                  <a:lnTo>
                    <a:pt x="147726" y="241270"/>
                  </a:lnTo>
                  <a:lnTo>
                    <a:pt x="147989" y="241139"/>
                  </a:lnTo>
                  <a:lnTo>
                    <a:pt x="148239" y="241203"/>
                  </a:lnTo>
                  <a:lnTo>
                    <a:pt x="148855" y="241363"/>
                  </a:lnTo>
                  <a:lnTo>
                    <a:pt x="148811" y="241214"/>
                  </a:lnTo>
                  <a:lnTo>
                    <a:pt x="148635" y="240950"/>
                  </a:lnTo>
                  <a:lnTo>
                    <a:pt x="148760" y="240734"/>
                  </a:lnTo>
                  <a:lnTo>
                    <a:pt x="149030" y="240774"/>
                  </a:lnTo>
                  <a:lnTo>
                    <a:pt x="149171" y="241037"/>
                  </a:lnTo>
                  <a:lnTo>
                    <a:pt x="149399" y="240931"/>
                  </a:lnTo>
                  <a:lnTo>
                    <a:pt x="149477" y="240601"/>
                  </a:lnTo>
                  <a:lnTo>
                    <a:pt x="149707" y="240421"/>
                  </a:lnTo>
                  <a:lnTo>
                    <a:pt x="149667" y="239884"/>
                  </a:lnTo>
                  <a:lnTo>
                    <a:pt x="149674" y="239661"/>
                  </a:lnTo>
                  <a:lnTo>
                    <a:pt x="149833" y="239469"/>
                  </a:lnTo>
                  <a:lnTo>
                    <a:pt x="150022" y="238890"/>
                  </a:lnTo>
                  <a:lnTo>
                    <a:pt x="150011" y="238744"/>
                  </a:lnTo>
                  <a:lnTo>
                    <a:pt x="150355" y="238260"/>
                  </a:lnTo>
                  <a:lnTo>
                    <a:pt x="150925" y="238149"/>
                  </a:lnTo>
                  <a:lnTo>
                    <a:pt x="151103" y="238036"/>
                  </a:lnTo>
                  <a:lnTo>
                    <a:pt x="151145" y="237839"/>
                  </a:lnTo>
                  <a:lnTo>
                    <a:pt x="151580" y="237770"/>
                  </a:lnTo>
                  <a:lnTo>
                    <a:pt x="151965" y="237697"/>
                  </a:lnTo>
                  <a:lnTo>
                    <a:pt x="152158" y="237763"/>
                  </a:lnTo>
                  <a:lnTo>
                    <a:pt x="152237" y="238064"/>
                  </a:lnTo>
                  <a:lnTo>
                    <a:pt x="152299" y="238298"/>
                  </a:lnTo>
                  <a:lnTo>
                    <a:pt x="152236" y="238468"/>
                  </a:lnTo>
                  <a:lnTo>
                    <a:pt x="152100" y="238522"/>
                  </a:lnTo>
                  <a:lnTo>
                    <a:pt x="151771" y="238652"/>
                  </a:lnTo>
                  <a:lnTo>
                    <a:pt x="151667" y="238960"/>
                  </a:lnTo>
                  <a:lnTo>
                    <a:pt x="151743" y="239123"/>
                  </a:lnTo>
                  <a:lnTo>
                    <a:pt x="152046" y="239241"/>
                  </a:lnTo>
                  <a:lnTo>
                    <a:pt x="151989" y="239473"/>
                  </a:lnTo>
                  <a:lnTo>
                    <a:pt x="152154" y="239797"/>
                  </a:lnTo>
                  <a:lnTo>
                    <a:pt x="152228" y="239945"/>
                  </a:lnTo>
                  <a:lnTo>
                    <a:pt x="151869" y="240874"/>
                  </a:lnTo>
                  <a:lnTo>
                    <a:pt x="152406" y="241429"/>
                  </a:lnTo>
                  <a:lnTo>
                    <a:pt x="152141" y="241476"/>
                  </a:lnTo>
                  <a:lnTo>
                    <a:pt x="152070" y="241669"/>
                  </a:lnTo>
                  <a:lnTo>
                    <a:pt x="152393" y="241814"/>
                  </a:lnTo>
                  <a:lnTo>
                    <a:pt x="152607" y="242133"/>
                  </a:lnTo>
                  <a:lnTo>
                    <a:pt x="152854" y="242220"/>
                  </a:lnTo>
                  <a:lnTo>
                    <a:pt x="153050" y="242782"/>
                  </a:lnTo>
                  <a:lnTo>
                    <a:pt x="153185" y="242853"/>
                  </a:lnTo>
                  <a:lnTo>
                    <a:pt x="153508" y="242704"/>
                  </a:lnTo>
                  <a:lnTo>
                    <a:pt x="153693" y="242902"/>
                  </a:lnTo>
                  <a:lnTo>
                    <a:pt x="153559" y="243051"/>
                  </a:lnTo>
                  <a:lnTo>
                    <a:pt x="153581" y="243246"/>
                  </a:lnTo>
                  <a:lnTo>
                    <a:pt x="153669" y="243475"/>
                  </a:lnTo>
                  <a:lnTo>
                    <a:pt x="153503" y="243703"/>
                  </a:lnTo>
                  <a:lnTo>
                    <a:pt x="153329" y="243935"/>
                  </a:lnTo>
                  <a:lnTo>
                    <a:pt x="153507" y="244205"/>
                  </a:lnTo>
                  <a:lnTo>
                    <a:pt x="153636" y="244098"/>
                  </a:lnTo>
                  <a:lnTo>
                    <a:pt x="153785" y="244018"/>
                  </a:lnTo>
                  <a:lnTo>
                    <a:pt x="154073" y="244007"/>
                  </a:lnTo>
                  <a:lnTo>
                    <a:pt x="154106" y="243710"/>
                  </a:lnTo>
                  <a:lnTo>
                    <a:pt x="154122" y="243566"/>
                  </a:lnTo>
                  <a:lnTo>
                    <a:pt x="154346" y="243308"/>
                  </a:lnTo>
                  <a:lnTo>
                    <a:pt x="154622" y="243154"/>
                  </a:lnTo>
                  <a:lnTo>
                    <a:pt x="154877" y="243012"/>
                  </a:lnTo>
                  <a:lnTo>
                    <a:pt x="155166" y="242851"/>
                  </a:lnTo>
                  <a:lnTo>
                    <a:pt x="155508" y="242658"/>
                  </a:lnTo>
                  <a:lnTo>
                    <a:pt x="155535" y="242456"/>
                  </a:lnTo>
                  <a:lnTo>
                    <a:pt x="155672" y="242139"/>
                  </a:lnTo>
                  <a:lnTo>
                    <a:pt x="155764" y="241996"/>
                  </a:lnTo>
                  <a:lnTo>
                    <a:pt x="156041" y="241950"/>
                  </a:lnTo>
                  <a:lnTo>
                    <a:pt x="156209" y="241922"/>
                  </a:lnTo>
                  <a:lnTo>
                    <a:pt x="156554" y="242220"/>
                  </a:lnTo>
                  <a:lnTo>
                    <a:pt x="156701" y="242348"/>
                  </a:lnTo>
                  <a:lnTo>
                    <a:pt x="156833" y="242901"/>
                  </a:lnTo>
                  <a:lnTo>
                    <a:pt x="156713" y="243132"/>
                  </a:lnTo>
                  <a:lnTo>
                    <a:pt x="156486" y="243566"/>
                  </a:lnTo>
                  <a:lnTo>
                    <a:pt x="156474" y="243828"/>
                  </a:lnTo>
                  <a:lnTo>
                    <a:pt x="156722" y="244272"/>
                  </a:lnTo>
                  <a:lnTo>
                    <a:pt x="156726" y="244471"/>
                  </a:lnTo>
                  <a:lnTo>
                    <a:pt x="156725" y="244779"/>
                  </a:lnTo>
                  <a:lnTo>
                    <a:pt x="156886" y="244876"/>
                  </a:lnTo>
                  <a:lnTo>
                    <a:pt x="157074" y="244886"/>
                  </a:lnTo>
                  <a:lnTo>
                    <a:pt x="157272" y="245281"/>
                  </a:lnTo>
                  <a:lnTo>
                    <a:pt x="157654" y="245690"/>
                  </a:lnTo>
                  <a:lnTo>
                    <a:pt x="157596" y="246000"/>
                  </a:lnTo>
                  <a:lnTo>
                    <a:pt x="157392" y="246208"/>
                  </a:lnTo>
                  <a:lnTo>
                    <a:pt x="157648" y="246603"/>
                  </a:lnTo>
                  <a:lnTo>
                    <a:pt x="157980" y="246870"/>
                  </a:lnTo>
                  <a:lnTo>
                    <a:pt x="158063" y="247013"/>
                  </a:lnTo>
                  <a:lnTo>
                    <a:pt x="157931" y="247191"/>
                  </a:lnTo>
                  <a:lnTo>
                    <a:pt x="157797" y="247371"/>
                  </a:lnTo>
                  <a:lnTo>
                    <a:pt x="157080" y="247806"/>
                  </a:lnTo>
                  <a:lnTo>
                    <a:pt x="156884" y="247924"/>
                  </a:lnTo>
                  <a:lnTo>
                    <a:pt x="156948" y="248549"/>
                  </a:lnTo>
                  <a:lnTo>
                    <a:pt x="157179" y="248396"/>
                  </a:lnTo>
                  <a:lnTo>
                    <a:pt x="157307" y="248256"/>
                  </a:lnTo>
                  <a:lnTo>
                    <a:pt x="157564" y="248465"/>
                  </a:lnTo>
                  <a:lnTo>
                    <a:pt x="157796" y="248495"/>
                  </a:lnTo>
                  <a:lnTo>
                    <a:pt x="158262" y="248570"/>
                  </a:lnTo>
                  <a:lnTo>
                    <a:pt x="158881" y="248131"/>
                  </a:lnTo>
                  <a:lnTo>
                    <a:pt x="159121" y="247961"/>
                  </a:lnTo>
                  <a:lnTo>
                    <a:pt x="159561" y="248057"/>
                  </a:lnTo>
                  <a:lnTo>
                    <a:pt x="159689" y="248097"/>
                  </a:lnTo>
                  <a:lnTo>
                    <a:pt x="159929" y="248198"/>
                  </a:lnTo>
                  <a:lnTo>
                    <a:pt x="160166" y="248426"/>
                  </a:lnTo>
                  <a:lnTo>
                    <a:pt x="160358" y="248549"/>
                  </a:lnTo>
                  <a:lnTo>
                    <a:pt x="160889" y="248339"/>
                  </a:lnTo>
                  <a:lnTo>
                    <a:pt x="161247" y="248213"/>
                  </a:lnTo>
                  <a:lnTo>
                    <a:pt x="161597" y="248090"/>
                  </a:lnTo>
                  <a:lnTo>
                    <a:pt x="161814" y="247837"/>
                  </a:lnTo>
                  <a:lnTo>
                    <a:pt x="161789" y="247385"/>
                  </a:lnTo>
                  <a:lnTo>
                    <a:pt x="161781" y="247242"/>
                  </a:lnTo>
                  <a:lnTo>
                    <a:pt x="162043" y="247184"/>
                  </a:lnTo>
                  <a:lnTo>
                    <a:pt x="162213" y="247149"/>
                  </a:lnTo>
                  <a:lnTo>
                    <a:pt x="162381" y="247114"/>
                  </a:lnTo>
                  <a:lnTo>
                    <a:pt x="162644" y="247059"/>
                  </a:lnTo>
                  <a:lnTo>
                    <a:pt x="163154" y="246800"/>
                  </a:lnTo>
                  <a:lnTo>
                    <a:pt x="163375" y="246682"/>
                  </a:lnTo>
                  <a:lnTo>
                    <a:pt x="163623" y="246641"/>
                  </a:lnTo>
                  <a:lnTo>
                    <a:pt x="163914" y="246594"/>
                  </a:lnTo>
                  <a:lnTo>
                    <a:pt x="164064" y="246531"/>
                  </a:lnTo>
                  <a:lnTo>
                    <a:pt x="164494" y="246351"/>
                  </a:lnTo>
                  <a:lnTo>
                    <a:pt x="164739" y="246247"/>
                  </a:lnTo>
                  <a:lnTo>
                    <a:pt x="165112" y="245882"/>
                  </a:lnTo>
                  <a:lnTo>
                    <a:pt x="165379" y="245620"/>
                  </a:lnTo>
                  <a:lnTo>
                    <a:pt x="165809" y="245362"/>
                  </a:lnTo>
                  <a:lnTo>
                    <a:pt x="166187" y="245191"/>
                  </a:lnTo>
                  <a:lnTo>
                    <a:pt x="166382" y="245331"/>
                  </a:lnTo>
                  <a:lnTo>
                    <a:pt x="166527" y="245250"/>
                  </a:lnTo>
                  <a:lnTo>
                    <a:pt x="166859" y="245066"/>
                  </a:lnTo>
                  <a:lnTo>
                    <a:pt x="167160" y="245032"/>
                  </a:lnTo>
                  <a:lnTo>
                    <a:pt x="167301" y="245016"/>
                  </a:lnTo>
                  <a:lnTo>
                    <a:pt x="167573" y="244863"/>
                  </a:lnTo>
                  <a:lnTo>
                    <a:pt x="168232" y="244445"/>
                  </a:lnTo>
                  <a:lnTo>
                    <a:pt x="168649" y="244560"/>
                  </a:lnTo>
                  <a:lnTo>
                    <a:pt x="169093" y="244286"/>
                  </a:lnTo>
                  <a:lnTo>
                    <a:pt x="169487" y="244165"/>
                  </a:lnTo>
                  <a:lnTo>
                    <a:pt x="169745" y="244132"/>
                  </a:lnTo>
                  <a:lnTo>
                    <a:pt x="170142" y="244110"/>
                  </a:lnTo>
                  <a:lnTo>
                    <a:pt x="170525" y="244133"/>
                  </a:lnTo>
                  <a:lnTo>
                    <a:pt x="170777" y="244162"/>
                  </a:lnTo>
                  <a:lnTo>
                    <a:pt x="171031" y="244203"/>
                  </a:lnTo>
                  <a:lnTo>
                    <a:pt x="171723" y="244421"/>
                  </a:lnTo>
                  <a:lnTo>
                    <a:pt x="172123" y="244197"/>
                  </a:lnTo>
                  <a:lnTo>
                    <a:pt x="172513" y="243961"/>
                  </a:lnTo>
                  <a:lnTo>
                    <a:pt x="172750" y="243819"/>
                  </a:lnTo>
                  <a:lnTo>
                    <a:pt x="172954" y="243697"/>
                  </a:lnTo>
                  <a:lnTo>
                    <a:pt x="173089" y="243620"/>
                  </a:lnTo>
                  <a:lnTo>
                    <a:pt x="173284" y="243534"/>
                  </a:lnTo>
                  <a:lnTo>
                    <a:pt x="173521" y="243076"/>
                  </a:lnTo>
                  <a:lnTo>
                    <a:pt x="173707" y="242810"/>
                  </a:lnTo>
                  <a:lnTo>
                    <a:pt x="174017" y="242550"/>
                  </a:lnTo>
                  <a:lnTo>
                    <a:pt x="174489" y="242289"/>
                  </a:lnTo>
                  <a:lnTo>
                    <a:pt x="174323" y="241541"/>
                  </a:lnTo>
                  <a:lnTo>
                    <a:pt x="174279" y="241404"/>
                  </a:lnTo>
                  <a:lnTo>
                    <a:pt x="174242" y="241252"/>
                  </a:lnTo>
                  <a:lnTo>
                    <a:pt x="174283" y="241055"/>
                  </a:lnTo>
                  <a:lnTo>
                    <a:pt x="174882" y="240225"/>
                  </a:lnTo>
                  <a:lnTo>
                    <a:pt x="174914" y="240029"/>
                  </a:lnTo>
                  <a:lnTo>
                    <a:pt x="174733" y="239866"/>
                  </a:lnTo>
                  <a:lnTo>
                    <a:pt x="174415" y="239512"/>
                  </a:lnTo>
                  <a:lnTo>
                    <a:pt x="174587" y="239149"/>
                  </a:lnTo>
                  <a:lnTo>
                    <a:pt x="174752" y="238837"/>
                  </a:lnTo>
                  <a:lnTo>
                    <a:pt x="175157" y="238243"/>
                  </a:lnTo>
                  <a:lnTo>
                    <a:pt x="175123" y="238068"/>
                  </a:lnTo>
                  <a:lnTo>
                    <a:pt x="175129" y="237941"/>
                  </a:lnTo>
                  <a:lnTo>
                    <a:pt x="175382" y="237282"/>
                  </a:lnTo>
                  <a:lnTo>
                    <a:pt x="175224" y="237063"/>
                  </a:lnTo>
                  <a:lnTo>
                    <a:pt x="175034" y="236823"/>
                  </a:lnTo>
                  <a:lnTo>
                    <a:pt x="174829" y="236415"/>
                  </a:lnTo>
                  <a:lnTo>
                    <a:pt x="174803" y="236199"/>
                  </a:lnTo>
                  <a:lnTo>
                    <a:pt x="174946" y="236037"/>
                  </a:lnTo>
                  <a:lnTo>
                    <a:pt x="175153" y="235812"/>
                  </a:lnTo>
                  <a:lnTo>
                    <a:pt x="175183" y="235674"/>
                  </a:lnTo>
                  <a:lnTo>
                    <a:pt x="175273" y="235080"/>
                  </a:lnTo>
                  <a:lnTo>
                    <a:pt x="175249" y="234477"/>
                  </a:lnTo>
                  <a:lnTo>
                    <a:pt x="175199" y="234329"/>
                  </a:lnTo>
                  <a:lnTo>
                    <a:pt x="174971" y="234167"/>
                  </a:lnTo>
                  <a:lnTo>
                    <a:pt x="174694" y="233819"/>
                  </a:lnTo>
                  <a:lnTo>
                    <a:pt x="174963" y="233633"/>
                  </a:lnTo>
                  <a:lnTo>
                    <a:pt x="175513" y="233683"/>
                  </a:lnTo>
                  <a:lnTo>
                    <a:pt x="176307" y="233856"/>
                  </a:lnTo>
                  <a:lnTo>
                    <a:pt x="176524" y="233856"/>
                  </a:lnTo>
                  <a:lnTo>
                    <a:pt x="176899" y="233468"/>
                  </a:lnTo>
                  <a:lnTo>
                    <a:pt x="176786" y="232851"/>
                  </a:lnTo>
                  <a:lnTo>
                    <a:pt x="176724" y="232609"/>
                  </a:lnTo>
                  <a:lnTo>
                    <a:pt x="176737" y="232302"/>
                  </a:lnTo>
                  <a:lnTo>
                    <a:pt x="176553" y="231983"/>
                  </a:lnTo>
                  <a:lnTo>
                    <a:pt x="175652" y="231792"/>
                  </a:lnTo>
                  <a:lnTo>
                    <a:pt x="175493" y="231554"/>
                  </a:lnTo>
                  <a:lnTo>
                    <a:pt x="175430" y="231334"/>
                  </a:lnTo>
                  <a:lnTo>
                    <a:pt x="175444" y="231123"/>
                  </a:lnTo>
                  <a:lnTo>
                    <a:pt x="176068" y="230702"/>
                  </a:lnTo>
                  <a:lnTo>
                    <a:pt x="176631" y="230462"/>
                  </a:lnTo>
                  <a:lnTo>
                    <a:pt x="177155" y="230264"/>
                  </a:lnTo>
                  <a:lnTo>
                    <a:pt x="178098" y="230525"/>
                  </a:lnTo>
                  <a:lnTo>
                    <a:pt x="178445" y="230755"/>
                  </a:lnTo>
                  <a:lnTo>
                    <a:pt x="178582" y="231068"/>
                  </a:lnTo>
                  <a:lnTo>
                    <a:pt x="178679" y="231351"/>
                  </a:lnTo>
                  <a:lnTo>
                    <a:pt x="178869" y="231794"/>
                  </a:lnTo>
                  <a:lnTo>
                    <a:pt x="179408" y="231937"/>
                  </a:lnTo>
                  <a:lnTo>
                    <a:pt x="179817" y="231679"/>
                  </a:lnTo>
                  <a:lnTo>
                    <a:pt x="179897" y="231428"/>
                  </a:lnTo>
                  <a:lnTo>
                    <a:pt x="179695" y="231149"/>
                  </a:lnTo>
                  <a:lnTo>
                    <a:pt x="179421" y="230871"/>
                  </a:lnTo>
                  <a:lnTo>
                    <a:pt x="179260" y="230632"/>
                  </a:lnTo>
                  <a:lnTo>
                    <a:pt x="179254" y="230350"/>
                  </a:lnTo>
                  <a:lnTo>
                    <a:pt x="179306" y="230221"/>
                  </a:lnTo>
                  <a:lnTo>
                    <a:pt x="179452" y="229958"/>
                  </a:lnTo>
                  <a:lnTo>
                    <a:pt x="179772" y="229817"/>
                  </a:lnTo>
                  <a:lnTo>
                    <a:pt x="180099" y="229619"/>
                  </a:lnTo>
                  <a:lnTo>
                    <a:pt x="180192" y="229438"/>
                  </a:lnTo>
                  <a:lnTo>
                    <a:pt x="180414" y="229159"/>
                  </a:lnTo>
                  <a:lnTo>
                    <a:pt x="181056" y="229138"/>
                  </a:lnTo>
                  <a:lnTo>
                    <a:pt x="181246" y="229184"/>
                  </a:lnTo>
                  <a:lnTo>
                    <a:pt x="181790" y="228953"/>
                  </a:lnTo>
                  <a:lnTo>
                    <a:pt x="182052" y="228633"/>
                  </a:lnTo>
                  <a:lnTo>
                    <a:pt x="181908" y="228538"/>
                  </a:lnTo>
                  <a:lnTo>
                    <a:pt x="181782" y="228375"/>
                  </a:lnTo>
                  <a:lnTo>
                    <a:pt x="181888" y="228168"/>
                  </a:lnTo>
                  <a:lnTo>
                    <a:pt x="182037" y="227807"/>
                  </a:lnTo>
                  <a:lnTo>
                    <a:pt x="182268" y="227134"/>
                  </a:lnTo>
                  <a:lnTo>
                    <a:pt x="182300" y="226909"/>
                  </a:lnTo>
                  <a:lnTo>
                    <a:pt x="182707" y="226590"/>
                  </a:lnTo>
                  <a:lnTo>
                    <a:pt x="182910" y="226734"/>
                  </a:lnTo>
                  <a:lnTo>
                    <a:pt x="183819" y="226041"/>
                  </a:lnTo>
                  <a:lnTo>
                    <a:pt x="184270" y="226036"/>
                  </a:lnTo>
                  <a:lnTo>
                    <a:pt x="184602" y="226445"/>
                  </a:lnTo>
                  <a:lnTo>
                    <a:pt x="184581" y="226629"/>
                  </a:lnTo>
                  <a:lnTo>
                    <a:pt x="184676" y="226894"/>
                  </a:lnTo>
                  <a:lnTo>
                    <a:pt x="184930" y="227196"/>
                  </a:lnTo>
                  <a:lnTo>
                    <a:pt x="185443" y="227653"/>
                  </a:lnTo>
                  <a:lnTo>
                    <a:pt x="185811" y="227815"/>
                  </a:lnTo>
                  <a:lnTo>
                    <a:pt x="186508" y="228132"/>
                  </a:lnTo>
                  <a:lnTo>
                    <a:pt x="186851" y="228415"/>
                  </a:lnTo>
                  <a:lnTo>
                    <a:pt x="187066" y="228788"/>
                  </a:lnTo>
                  <a:lnTo>
                    <a:pt x="187419" y="229546"/>
                  </a:lnTo>
                  <a:lnTo>
                    <a:pt x="187604" y="230019"/>
                  </a:lnTo>
                  <a:lnTo>
                    <a:pt x="187637" y="230448"/>
                  </a:lnTo>
                  <a:lnTo>
                    <a:pt x="187844" y="231147"/>
                  </a:lnTo>
                  <a:lnTo>
                    <a:pt x="188926" y="230633"/>
                  </a:lnTo>
                  <a:lnTo>
                    <a:pt x="189190" y="230529"/>
                  </a:lnTo>
                  <a:lnTo>
                    <a:pt x="190044" y="230320"/>
                  </a:lnTo>
                  <a:lnTo>
                    <a:pt x="190780" y="230258"/>
                  </a:lnTo>
                  <a:lnTo>
                    <a:pt x="191064" y="230313"/>
                  </a:lnTo>
                  <a:lnTo>
                    <a:pt x="191120" y="230512"/>
                  </a:lnTo>
                  <a:lnTo>
                    <a:pt x="191478" y="230712"/>
                  </a:lnTo>
                  <a:lnTo>
                    <a:pt x="191806" y="230894"/>
                  </a:lnTo>
                  <a:lnTo>
                    <a:pt x="192278" y="231876"/>
                  </a:lnTo>
                  <a:lnTo>
                    <a:pt x="192123" y="232177"/>
                  </a:lnTo>
                  <a:lnTo>
                    <a:pt x="192216" y="232329"/>
                  </a:lnTo>
                  <a:lnTo>
                    <a:pt x="192291" y="232517"/>
                  </a:lnTo>
                  <a:lnTo>
                    <a:pt x="192487" y="232434"/>
                  </a:lnTo>
                  <a:lnTo>
                    <a:pt x="192854" y="232446"/>
                  </a:lnTo>
                  <a:lnTo>
                    <a:pt x="193178" y="232778"/>
                  </a:lnTo>
                  <a:lnTo>
                    <a:pt x="193661" y="233103"/>
                  </a:lnTo>
                  <a:lnTo>
                    <a:pt x="194169" y="233614"/>
                  </a:lnTo>
                  <a:lnTo>
                    <a:pt x="194599" y="234655"/>
                  </a:lnTo>
                  <a:lnTo>
                    <a:pt x="195101" y="235003"/>
                  </a:lnTo>
                  <a:lnTo>
                    <a:pt x="195652" y="235302"/>
                  </a:lnTo>
                  <a:lnTo>
                    <a:pt x="196073" y="236161"/>
                  </a:lnTo>
                  <a:lnTo>
                    <a:pt x="195950" y="236505"/>
                  </a:lnTo>
                  <a:lnTo>
                    <a:pt x="195863" y="236659"/>
                  </a:lnTo>
                  <a:lnTo>
                    <a:pt x="195992" y="237019"/>
                  </a:lnTo>
                  <a:lnTo>
                    <a:pt x="196525" y="237575"/>
                  </a:lnTo>
                  <a:lnTo>
                    <a:pt x="197260" y="238324"/>
                  </a:lnTo>
                  <a:lnTo>
                    <a:pt x="197528" y="237988"/>
                  </a:lnTo>
                  <a:lnTo>
                    <a:pt x="197765" y="236777"/>
                  </a:lnTo>
                  <a:lnTo>
                    <a:pt x="197560" y="236161"/>
                  </a:lnTo>
                  <a:lnTo>
                    <a:pt x="197166" y="235440"/>
                  </a:lnTo>
                  <a:lnTo>
                    <a:pt x="197414" y="234864"/>
                  </a:lnTo>
                  <a:lnTo>
                    <a:pt x="197387" y="234422"/>
                  </a:lnTo>
                  <a:lnTo>
                    <a:pt x="197090" y="233849"/>
                  </a:lnTo>
                  <a:lnTo>
                    <a:pt x="197080" y="233385"/>
                  </a:lnTo>
                  <a:lnTo>
                    <a:pt x="196989" y="232919"/>
                  </a:lnTo>
                  <a:lnTo>
                    <a:pt x="196611" y="232961"/>
                  </a:lnTo>
                  <a:lnTo>
                    <a:pt x="196109" y="232866"/>
                  </a:lnTo>
                  <a:lnTo>
                    <a:pt x="195929" y="232690"/>
                  </a:lnTo>
                  <a:lnTo>
                    <a:pt x="195816" y="232345"/>
                  </a:lnTo>
                  <a:lnTo>
                    <a:pt x="195796" y="232087"/>
                  </a:lnTo>
                  <a:lnTo>
                    <a:pt x="195975" y="232009"/>
                  </a:lnTo>
                  <a:lnTo>
                    <a:pt x="196134" y="231875"/>
                  </a:lnTo>
                  <a:lnTo>
                    <a:pt x="196191" y="231103"/>
                  </a:lnTo>
                  <a:lnTo>
                    <a:pt x="196273" y="230601"/>
                  </a:lnTo>
                  <a:lnTo>
                    <a:pt x="196944" y="229176"/>
                  </a:lnTo>
                  <a:lnTo>
                    <a:pt x="197135" y="229438"/>
                  </a:lnTo>
                  <a:lnTo>
                    <a:pt x="197519" y="229852"/>
                  </a:lnTo>
                  <a:lnTo>
                    <a:pt x="197918" y="229800"/>
                  </a:lnTo>
                  <a:lnTo>
                    <a:pt x="197817" y="229400"/>
                  </a:lnTo>
                  <a:lnTo>
                    <a:pt x="197678" y="229136"/>
                  </a:lnTo>
                  <a:lnTo>
                    <a:pt x="197531" y="229032"/>
                  </a:lnTo>
                  <a:lnTo>
                    <a:pt x="197312" y="229059"/>
                  </a:lnTo>
                  <a:lnTo>
                    <a:pt x="197214" y="228772"/>
                  </a:lnTo>
                  <a:lnTo>
                    <a:pt x="196968" y="228622"/>
                  </a:lnTo>
                  <a:lnTo>
                    <a:pt x="196966" y="228444"/>
                  </a:lnTo>
                  <a:lnTo>
                    <a:pt x="197323" y="228339"/>
                  </a:lnTo>
                  <a:lnTo>
                    <a:pt x="197391" y="228116"/>
                  </a:lnTo>
                  <a:lnTo>
                    <a:pt x="197584" y="227701"/>
                  </a:lnTo>
                  <a:lnTo>
                    <a:pt x="198009" y="226873"/>
                  </a:lnTo>
                  <a:lnTo>
                    <a:pt x="198366" y="226619"/>
                  </a:lnTo>
                  <a:lnTo>
                    <a:pt x="198990" y="226437"/>
                  </a:lnTo>
                  <a:lnTo>
                    <a:pt x="199490" y="226344"/>
                  </a:lnTo>
                  <a:lnTo>
                    <a:pt x="200286" y="226849"/>
                  </a:lnTo>
                  <a:lnTo>
                    <a:pt x="200642" y="226932"/>
                  </a:lnTo>
                  <a:lnTo>
                    <a:pt x="200637" y="226512"/>
                  </a:lnTo>
                  <a:lnTo>
                    <a:pt x="200579" y="226249"/>
                  </a:lnTo>
                  <a:lnTo>
                    <a:pt x="200056" y="225914"/>
                  </a:lnTo>
                  <a:lnTo>
                    <a:pt x="199836" y="225677"/>
                  </a:lnTo>
                  <a:lnTo>
                    <a:pt x="199607" y="225391"/>
                  </a:lnTo>
                  <a:lnTo>
                    <a:pt x="199419" y="225279"/>
                  </a:lnTo>
                  <a:lnTo>
                    <a:pt x="199131" y="225133"/>
                  </a:lnTo>
                  <a:lnTo>
                    <a:pt x="199287" y="224790"/>
                  </a:lnTo>
                  <a:lnTo>
                    <a:pt x="199316" y="224344"/>
                  </a:lnTo>
                  <a:lnTo>
                    <a:pt x="199110" y="223911"/>
                  </a:lnTo>
                  <a:lnTo>
                    <a:pt x="199275" y="223406"/>
                  </a:lnTo>
                  <a:lnTo>
                    <a:pt x="199431" y="223200"/>
                  </a:lnTo>
                  <a:lnTo>
                    <a:pt x="199731" y="223088"/>
                  </a:lnTo>
                  <a:lnTo>
                    <a:pt x="200009" y="223131"/>
                  </a:lnTo>
                  <a:lnTo>
                    <a:pt x="200162" y="223226"/>
                  </a:lnTo>
                  <a:lnTo>
                    <a:pt x="200481" y="223306"/>
                  </a:lnTo>
                  <a:lnTo>
                    <a:pt x="200509" y="223025"/>
                  </a:lnTo>
                  <a:lnTo>
                    <a:pt x="200581" y="222382"/>
                  </a:lnTo>
                  <a:lnTo>
                    <a:pt x="200384" y="222353"/>
                  </a:lnTo>
                  <a:lnTo>
                    <a:pt x="200251" y="221900"/>
                  </a:lnTo>
                  <a:lnTo>
                    <a:pt x="200403" y="221835"/>
                  </a:lnTo>
                  <a:lnTo>
                    <a:pt x="200456" y="221380"/>
                  </a:lnTo>
                  <a:lnTo>
                    <a:pt x="200638" y="221265"/>
                  </a:lnTo>
                  <a:lnTo>
                    <a:pt x="201037" y="221240"/>
                  </a:lnTo>
                  <a:lnTo>
                    <a:pt x="201200" y="221244"/>
                  </a:lnTo>
                  <a:lnTo>
                    <a:pt x="201461" y="221308"/>
                  </a:lnTo>
                  <a:lnTo>
                    <a:pt x="201943" y="221046"/>
                  </a:lnTo>
                  <a:lnTo>
                    <a:pt x="202405" y="220689"/>
                  </a:lnTo>
                  <a:lnTo>
                    <a:pt x="202594" y="220691"/>
                  </a:lnTo>
                  <a:lnTo>
                    <a:pt x="203014" y="220658"/>
                  </a:lnTo>
                  <a:lnTo>
                    <a:pt x="203242" y="220619"/>
                  </a:lnTo>
                  <a:lnTo>
                    <a:pt x="203449" y="220530"/>
                  </a:lnTo>
                  <a:lnTo>
                    <a:pt x="204006" y="220631"/>
                  </a:lnTo>
                  <a:lnTo>
                    <a:pt x="204308" y="221078"/>
                  </a:lnTo>
                  <a:lnTo>
                    <a:pt x="204622" y="221162"/>
                  </a:lnTo>
                  <a:lnTo>
                    <a:pt x="204952" y="221254"/>
                  </a:lnTo>
                  <a:lnTo>
                    <a:pt x="205182" y="221414"/>
                  </a:lnTo>
                  <a:lnTo>
                    <a:pt x="205006" y="221912"/>
                  </a:lnTo>
                  <a:lnTo>
                    <a:pt x="204989" y="222099"/>
                  </a:lnTo>
                  <a:lnTo>
                    <a:pt x="204890" y="222482"/>
                  </a:lnTo>
                  <a:lnTo>
                    <a:pt x="205104" y="222587"/>
                  </a:lnTo>
                  <a:lnTo>
                    <a:pt x="205520" y="222961"/>
                  </a:lnTo>
                  <a:lnTo>
                    <a:pt x="205588" y="223234"/>
                  </a:lnTo>
                  <a:lnTo>
                    <a:pt x="205449" y="223961"/>
                  </a:lnTo>
                  <a:lnTo>
                    <a:pt x="205178" y="224145"/>
                  </a:lnTo>
                  <a:lnTo>
                    <a:pt x="204917" y="224995"/>
                  </a:lnTo>
                  <a:lnTo>
                    <a:pt x="205498" y="225118"/>
                  </a:lnTo>
                  <a:lnTo>
                    <a:pt x="205647" y="225261"/>
                  </a:lnTo>
                  <a:lnTo>
                    <a:pt x="205794" y="225508"/>
                  </a:lnTo>
                  <a:lnTo>
                    <a:pt x="205803" y="225654"/>
                  </a:lnTo>
                  <a:lnTo>
                    <a:pt x="205835" y="225891"/>
                  </a:lnTo>
                  <a:lnTo>
                    <a:pt x="205983" y="226115"/>
                  </a:lnTo>
                  <a:lnTo>
                    <a:pt x="206334" y="226563"/>
                  </a:lnTo>
                  <a:lnTo>
                    <a:pt x="206637" y="226287"/>
                  </a:lnTo>
                  <a:lnTo>
                    <a:pt x="206667" y="226101"/>
                  </a:lnTo>
                  <a:lnTo>
                    <a:pt x="206685" y="225960"/>
                  </a:lnTo>
                  <a:lnTo>
                    <a:pt x="206793" y="225747"/>
                  </a:lnTo>
                  <a:lnTo>
                    <a:pt x="206938" y="225462"/>
                  </a:lnTo>
                  <a:lnTo>
                    <a:pt x="207158" y="225410"/>
                  </a:lnTo>
                  <a:lnTo>
                    <a:pt x="207499" y="225451"/>
                  </a:lnTo>
                  <a:lnTo>
                    <a:pt x="207791" y="225423"/>
                  </a:lnTo>
                  <a:lnTo>
                    <a:pt x="208196" y="225334"/>
                  </a:lnTo>
                  <a:lnTo>
                    <a:pt x="208259" y="224991"/>
                  </a:lnTo>
                  <a:lnTo>
                    <a:pt x="208415" y="224953"/>
                  </a:lnTo>
                  <a:lnTo>
                    <a:pt x="208646" y="224997"/>
                  </a:lnTo>
                  <a:lnTo>
                    <a:pt x="208974" y="224899"/>
                  </a:lnTo>
                  <a:lnTo>
                    <a:pt x="209715" y="224934"/>
                  </a:lnTo>
                  <a:lnTo>
                    <a:pt x="210147" y="225083"/>
                  </a:lnTo>
                  <a:lnTo>
                    <a:pt x="210075" y="225676"/>
                  </a:lnTo>
                  <a:lnTo>
                    <a:pt x="210299" y="225777"/>
                  </a:lnTo>
                  <a:lnTo>
                    <a:pt x="210629" y="225765"/>
                  </a:lnTo>
                  <a:lnTo>
                    <a:pt x="211281" y="225580"/>
                  </a:lnTo>
                  <a:lnTo>
                    <a:pt x="211520" y="225446"/>
                  </a:lnTo>
                  <a:lnTo>
                    <a:pt x="211652" y="225337"/>
                  </a:lnTo>
                  <a:lnTo>
                    <a:pt x="212087" y="225039"/>
                  </a:lnTo>
                  <a:lnTo>
                    <a:pt x="212954" y="224906"/>
                  </a:lnTo>
                  <a:lnTo>
                    <a:pt x="213769" y="225501"/>
                  </a:lnTo>
                  <a:lnTo>
                    <a:pt x="213869" y="225693"/>
                  </a:lnTo>
                  <a:lnTo>
                    <a:pt x="213891" y="225891"/>
                  </a:lnTo>
                  <a:lnTo>
                    <a:pt x="213984" y="226275"/>
                  </a:lnTo>
                  <a:lnTo>
                    <a:pt x="214586" y="226199"/>
                  </a:lnTo>
                  <a:lnTo>
                    <a:pt x="215038" y="226089"/>
                  </a:lnTo>
                  <a:lnTo>
                    <a:pt x="215504" y="226585"/>
                  </a:lnTo>
                  <a:lnTo>
                    <a:pt x="215794" y="226934"/>
                  </a:lnTo>
                  <a:lnTo>
                    <a:pt x="216377" y="227278"/>
                  </a:lnTo>
                  <a:lnTo>
                    <a:pt x="216769" y="226968"/>
                  </a:lnTo>
                  <a:lnTo>
                    <a:pt x="217502" y="226798"/>
                  </a:lnTo>
                  <a:lnTo>
                    <a:pt x="217847" y="226648"/>
                  </a:lnTo>
                  <a:lnTo>
                    <a:pt x="218092" y="226233"/>
                  </a:lnTo>
                  <a:lnTo>
                    <a:pt x="218419" y="225836"/>
                  </a:lnTo>
                  <a:lnTo>
                    <a:pt x="218619" y="225914"/>
                  </a:lnTo>
                  <a:lnTo>
                    <a:pt x="218943" y="225936"/>
                  </a:lnTo>
                  <a:lnTo>
                    <a:pt x="219137" y="225801"/>
                  </a:lnTo>
                  <a:lnTo>
                    <a:pt x="219323" y="225465"/>
                  </a:lnTo>
                  <a:lnTo>
                    <a:pt x="219357" y="225192"/>
                  </a:lnTo>
                  <a:lnTo>
                    <a:pt x="219191" y="225094"/>
                  </a:lnTo>
                  <a:lnTo>
                    <a:pt x="218595" y="224789"/>
                  </a:lnTo>
                  <a:lnTo>
                    <a:pt x="218430" y="224609"/>
                  </a:lnTo>
                  <a:lnTo>
                    <a:pt x="218101" y="224423"/>
                  </a:lnTo>
                  <a:lnTo>
                    <a:pt x="217671" y="224324"/>
                  </a:lnTo>
                  <a:lnTo>
                    <a:pt x="217532" y="224072"/>
                  </a:lnTo>
                  <a:lnTo>
                    <a:pt x="217427" y="223704"/>
                  </a:lnTo>
                  <a:lnTo>
                    <a:pt x="217360" y="222798"/>
                  </a:lnTo>
                  <a:lnTo>
                    <a:pt x="217293" y="222562"/>
                  </a:lnTo>
                  <a:lnTo>
                    <a:pt x="217247" y="222248"/>
                  </a:lnTo>
                  <a:lnTo>
                    <a:pt x="217562" y="221876"/>
                  </a:lnTo>
                  <a:lnTo>
                    <a:pt x="217276" y="221718"/>
                  </a:lnTo>
                  <a:lnTo>
                    <a:pt x="217004" y="221595"/>
                  </a:lnTo>
                  <a:lnTo>
                    <a:pt x="216756" y="220908"/>
                  </a:lnTo>
                  <a:lnTo>
                    <a:pt x="216748" y="220651"/>
                  </a:lnTo>
                  <a:lnTo>
                    <a:pt x="217153" y="219996"/>
                  </a:lnTo>
                  <a:lnTo>
                    <a:pt x="217584" y="219132"/>
                  </a:lnTo>
                  <a:lnTo>
                    <a:pt x="218034" y="218273"/>
                  </a:lnTo>
                  <a:lnTo>
                    <a:pt x="218319" y="217869"/>
                  </a:lnTo>
                  <a:lnTo>
                    <a:pt x="218495" y="217735"/>
                  </a:lnTo>
                  <a:lnTo>
                    <a:pt x="218729" y="217592"/>
                  </a:lnTo>
                  <a:lnTo>
                    <a:pt x="218657" y="217120"/>
                  </a:lnTo>
                  <a:lnTo>
                    <a:pt x="218823" y="216411"/>
                  </a:lnTo>
                  <a:lnTo>
                    <a:pt x="218705" y="216104"/>
                  </a:lnTo>
                  <a:lnTo>
                    <a:pt x="218393" y="215964"/>
                  </a:lnTo>
                  <a:lnTo>
                    <a:pt x="217837" y="215665"/>
                  </a:lnTo>
                  <a:lnTo>
                    <a:pt x="217760" y="215515"/>
                  </a:lnTo>
                  <a:lnTo>
                    <a:pt x="217841" y="215213"/>
                  </a:lnTo>
                  <a:lnTo>
                    <a:pt x="217896" y="214949"/>
                  </a:lnTo>
                  <a:lnTo>
                    <a:pt x="217787" y="214805"/>
                  </a:lnTo>
                  <a:lnTo>
                    <a:pt x="217640" y="214922"/>
                  </a:lnTo>
                  <a:lnTo>
                    <a:pt x="217370" y="215138"/>
                  </a:lnTo>
                  <a:lnTo>
                    <a:pt x="217257" y="215283"/>
                  </a:lnTo>
                  <a:lnTo>
                    <a:pt x="217188" y="215556"/>
                  </a:lnTo>
                  <a:lnTo>
                    <a:pt x="217051" y="215882"/>
                  </a:lnTo>
                  <a:lnTo>
                    <a:pt x="216734" y="215981"/>
                  </a:lnTo>
                  <a:lnTo>
                    <a:pt x="216272" y="215612"/>
                  </a:lnTo>
                  <a:lnTo>
                    <a:pt x="215368" y="215298"/>
                  </a:lnTo>
                  <a:lnTo>
                    <a:pt x="215265" y="215623"/>
                  </a:lnTo>
                  <a:lnTo>
                    <a:pt x="215232" y="215940"/>
                  </a:lnTo>
                  <a:lnTo>
                    <a:pt x="214920" y="216015"/>
                  </a:lnTo>
                  <a:lnTo>
                    <a:pt x="214438" y="216255"/>
                  </a:lnTo>
                  <a:lnTo>
                    <a:pt x="214401" y="216687"/>
                  </a:lnTo>
                  <a:lnTo>
                    <a:pt x="214295" y="216877"/>
                  </a:lnTo>
                  <a:lnTo>
                    <a:pt x="214096" y="217124"/>
                  </a:lnTo>
                  <a:lnTo>
                    <a:pt x="213661" y="217506"/>
                  </a:lnTo>
                  <a:lnTo>
                    <a:pt x="213519" y="217655"/>
                  </a:lnTo>
                  <a:lnTo>
                    <a:pt x="213533" y="217879"/>
                  </a:lnTo>
                  <a:lnTo>
                    <a:pt x="213367" y="217889"/>
                  </a:lnTo>
                  <a:lnTo>
                    <a:pt x="212806" y="218448"/>
                  </a:lnTo>
                  <a:lnTo>
                    <a:pt x="212580" y="218423"/>
                  </a:lnTo>
                  <a:lnTo>
                    <a:pt x="212108" y="218145"/>
                  </a:lnTo>
                  <a:lnTo>
                    <a:pt x="211913" y="218030"/>
                  </a:lnTo>
                  <a:lnTo>
                    <a:pt x="211514" y="218267"/>
                  </a:lnTo>
                  <a:lnTo>
                    <a:pt x="211423" y="218435"/>
                  </a:lnTo>
                  <a:lnTo>
                    <a:pt x="211145" y="218374"/>
                  </a:lnTo>
                  <a:lnTo>
                    <a:pt x="210704" y="218222"/>
                  </a:lnTo>
                  <a:lnTo>
                    <a:pt x="210394" y="217945"/>
                  </a:lnTo>
                  <a:lnTo>
                    <a:pt x="210292" y="216867"/>
                  </a:lnTo>
                  <a:lnTo>
                    <a:pt x="210441" y="216360"/>
                  </a:lnTo>
                  <a:lnTo>
                    <a:pt x="211177" y="215735"/>
                  </a:lnTo>
                  <a:lnTo>
                    <a:pt x="211569" y="215450"/>
                  </a:lnTo>
                  <a:lnTo>
                    <a:pt x="212520" y="215023"/>
                  </a:lnTo>
                  <a:lnTo>
                    <a:pt x="212635" y="215487"/>
                  </a:lnTo>
                  <a:lnTo>
                    <a:pt x="212888" y="215603"/>
                  </a:lnTo>
                  <a:lnTo>
                    <a:pt x="213232" y="215564"/>
                  </a:lnTo>
                  <a:lnTo>
                    <a:pt x="213255" y="215090"/>
                  </a:lnTo>
                  <a:lnTo>
                    <a:pt x="213328" y="214934"/>
                  </a:lnTo>
                  <a:lnTo>
                    <a:pt x="213882" y="214975"/>
                  </a:lnTo>
                  <a:lnTo>
                    <a:pt x="214277" y="214428"/>
                  </a:lnTo>
                  <a:lnTo>
                    <a:pt x="214642" y="213886"/>
                  </a:lnTo>
                  <a:lnTo>
                    <a:pt x="214935" y="213809"/>
                  </a:lnTo>
                  <a:lnTo>
                    <a:pt x="215250" y="213737"/>
                  </a:lnTo>
                  <a:lnTo>
                    <a:pt x="215004" y="213311"/>
                  </a:lnTo>
                  <a:lnTo>
                    <a:pt x="214896" y="212846"/>
                  </a:lnTo>
                  <a:lnTo>
                    <a:pt x="216006" y="212233"/>
                  </a:lnTo>
                  <a:lnTo>
                    <a:pt x="216209" y="212266"/>
                  </a:lnTo>
                  <a:lnTo>
                    <a:pt x="216453" y="212311"/>
                  </a:lnTo>
                  <a:lnTo>
                    <a:pt x="217149" y="212396"/>
                  </a:lnTo>
                  <a:lnTo>
                    <a:pt x="217599" y="212324"/>
                  </a:lnTo>
                  <a:lnTo>
                    <a:pt x="217941" y="212626"/>
                  </a:lnTo>
                  <a:lnTo>
                    <a:pt x="218647" y="212917"/>
                  </a:lnTo>
                  <a:lnTo>
                    <a:pt x="218996" y="212957"/>
                  </a:lnTo>
                  <a:lnTo>
                    <a:pt x="218993" y="212482"/>
                  </a:lnTo>
                  <a:lnTo>
                    <a:pt x="219155" y="212256"/>
                  </a:lnTo>
                  <a:lnTo>
                    <a:pt x="219680" y="211624"/>
                  </a:lnTo>
                  <a:lnTo>
                    <a:pt x="220036" y="211580"/>
                  </a:lnTo>
                  <a:lnTo>
                    <a:pt x="220501" y="211521"/>
                  </a:lnTo>
                  <a:lnTo>
                    <a:pt x="221043" y="211310"/>
                  </a:lnTo>
                  <a:lnTo>
                    <a:pt x="221241" y="211359"/>
                  </a:lnTo>
                  <a:lnTo>
                    <a:pt x="221548" y="211515"/>
                  </a:lnTo>
                  <a:lnTo>
                    <a:pt x="221726" y="211692"/>
                  </a:lnTo>
                  <a:lnTo>
                    <a:pt x="222064" y="212045"/>
                  </a:lnTo>
                  <a:lnTo>
                    <a:pt x="222279" y="212937"/>
                  </a:lnTo>
                  <a:lnTo>
                    <a:pt x="222102" y="213170"/>
                  </a:lnTo>
                  <a:lnTo>
                    <a:pt x="221975" y="213288"/>
                  </a:lnTo>
                  <a:lnTo>
                    <a:pt x="221747" y="213466"/>
                  </a:lnTo>
                  <a:lnTo>
                    <a:pt x="221506" y="213815"/>
                  </a:lnTo>
                  <a:lnTo>
                    <a:pt x="221500" y="213960"/>
                  </a:lnTo>
                  <a:lnTo>
                    <a:pt x="221790" y="214417"/>
                  </a:lnTo>
                  <a:lnTo>
                    <a:pt x="222552" y="214859"/>
                  </a:lnTo>
                  <a:lnTo>
                    <a:pt x="222801" y="214348"/>
                  </a:lnTo>
                  <a:lnTo>
                    <a:pt x="222707" y="214011"/>
                  </a:lnTo>
                  <a:lnTo>
                    <a:pt x="223121" y="213888"/>
                  </a:lnTo>
                  <a:lnTo>
                    <a:pt x="223782" y="213927"/>
                  </a:lnTo>
                  <a:lnTo>
                    <a:pt x="224116" y="213481"/>
                  </a:lnTo>
                  <a:lnTo>
                    <a:pt x="224298" y="213049"/>
                  </a:lnTo>
                  <a:lnTo>
                    <a:pt x="223661" y="212852"/>
                  </a:lnTo>
                  <a:lnTo>
                    <a:pt x="223140" y="211979"/>
                  </a:lnTo>
                  <a:lnTo>
                    <a:pt x="223789" y="211528"/>
                  </a:lnTo>
                  <a:lnTo>
                    <a:pt x="224121" y="211660"/>
                  </a:lnTo>
                  <a:lnTo>
                    <a:pt x="224330" y="211800"/>
                  </a:lnTo>
                  <a:lnTo>
                    <a:pt x="224922" y="212243"/>
                  </a:lnTo>
                  <a:lnTo>
                    <a:pt x="225059" y="212551"/>
                  </a:lnTo>
                  <a:lnTo>
                    <a:pt x="224697" y="213331"/>
                  </a:lnTo>
                  <a:lnTo>
                    <a:pt x="224526" y="213545"/>
                  </a:lnTo>
                  <a:lnTo>
                    <a:pt x="225055" y="213812"/>
                  </a:lnTo>
                  <a:lnTo>
                    <a:pt x="225150" y="214230"/>
                  </a:lnTo>
                  <a:lnTo>
                    <a:pt x="225175" y="214461"/>
                  </a:lnTo>
                  <a:lnTo>
                    <a:pt x="225113" y="215121"/>
                  </a:lnTo>
                  <a:lnTo>
                    <a:pt x="225814" y="215244"/>
                  </a:lnTo>
                  <a:lnTo>
                    <a:pt x="226310" y="215200"/>
                  </a:lnTo>
                  <a:lnTo>
                    <a:pt x="226517" y="215339"/>
                  </a:lnTo>
                  <a:lnTo>
                    <a:pt x="226976" y="215674"/>
                  </a:lnTo>
                  <a:lnTo>
                    <a:pt x="227504" y="216242"/>
                  </a:lnTo>
                  <a:lnTo>
                    <a:pt x="227865" y="216311"/>
                  </a:lnTo>
                  <a:lnTo>
                    <a:pt x="228531" y="216406"/>
                  </a:lnTo>
                  <a:lnTo>
                    <a:pt x="229264" y="216390"/>
                  </a:lnTo>
                  <a:lnTo>
                    <a:pt x="230132" y="215389"/>
                  </a:lnTo>
                  <a:lnTo>
                    <a:pt x="230292" y="215390"/>
                  </a:lnTo>
                  <a:lnTo>
                    <a:pt x="230642" y="215410"/>
                  </a:lnTo>
                  <a:lnTo>
                    <a:pt x="230943" y="215431"/>
                  </a:lnTo>
                  <a:lnTo>
                    <a:pt x="231426" y="215418"/>
                  </a:lnTo>
                  <a:lnTo>
                    <a:pt x="231368" y="214608"/>
                  </a:lnTo>
                  <a:lnTo>
                    <a:pt x="231239" y="214259"/>
                  </a:lnTo>
                  <a:lnTo>
                    <a:pt x="230995" y="214081"/>
                  </a:lnTo>
                  <a:lnTo>
                    <a:pt x="230712" y="213869"/>
                  </a:lnTo>
                  <a:lnTo>
                    <a:pt x="230903" y="213504"/>
                  </a:lnTo>
                  <a:lnTo>
                    <a:pt x="231238" y="213388"/>
                  </a:lnTo>
                  <a:lnTo>
                    <a:pt x="230943" y="212902"/>
                  </a:lnTo>
                  <a:lnTo>
                    <a:pt x="231150" y="212407"/>
                  </a:lnTo>
                  <a:lnTo>
                    <a:pt x="231342" y="212063"/>
                  </a:lnTo>
                  <a:lnTo>
                    <a:pt x="231271" y="211535"/>
                  </a:lnTo>
                  <a:lnTo>
                    <a:pt x="231189" y="211278"/>
                  </a:lnTo>
                  <a:lnTo>
                    <a:pt x="231129" y="210817"/>
                  </a:lnTo>
                  <a:lnTo>
                    <a:pt x="231475" y="209779"/>
                  </a:lnTo>
                  <a:lnTo>
                    <a:pt x="231969" y="209631"/>
                  </a:lnTo>
                  <a:lnTo>
                    <a:pt x="232212" y="209598"/>
                  </a:lnTo>
                  <a:lnTo>
                    <a:pt x="232753" y="209283"/>
                  </a:lnTo>
                  <a:lnTo>
                    <a:pt x="232917" y="208869"/>
                  </a:lnTo>
                  <a:lnTo>
                    <a:pt x="233659" y="208192"/>
                  </a:lnTo>
                  <a:lnTo>
                    <a:pt x="233740" y="208022"/>
                  </a:lnTo>
                  <a:lnTo>
                    <a:pt x="233928" y="207524"/>
                  </a:lnTo>
                  <a:lnTo>
                    <a:pt x="233958" y="207164"/>
                  </a:lnTo>
                  <a:lnTo>
                    <a:pt x="233761" y="206631"/>
                  </a:lnTo>
                  <a:lnTo>
                    <a:pt x="233911" y="206357"/>
                  </a:lnTo>
                  <a:lnTo>
                    <a:pt x="234451" y="206183"/>
                  </a:lnTo>
                  <a:lnTo>
                    <a:pt x="235058" y="205963"/>
                  </a:lnTo>
                  <a:lnTo>
                    <a:pt x="235283" y="205858"/>
                  </a:lnTo>
                  <a:lnTo>
                    <a:pt x="235514" y="205732"/>
                  </a:lnTo>
                  <a:lnTo>
                    <a:pt x="235705" y="205330"/>
                  </a:lnTo>
                  <a:lnTo>
                    <a:pt x="235806" y="205089"/>
                  </a:lnTo>
                  <a:lnTo>
                    <a:pt x="235797" y="204916"/>
                  </a:lnTo>
                  <a:lnTo>
                    <a:pt x="236086" y="203566"/>
                  </a:lnTo>
                  <a:lnTo>
                    <a:pt x="236015" y="203428"/>
                  </a:lnTo>
                  <a:lnTo>
                    <a:pt x="235450" y="203072"/>
                  </a:lnTo>
                  <a:lnTo>
                    <a:pt x="235300" y="203023"/>
                  </a:lnTo>
                  <a:lnTo>
                    <a:pt x="234467" y="202882"/>
                  </a:lnTo>
                  <a:lnTo>
                    <a:pt x="234743" y="202767"/>
                  </a:lnTo>
                  <a:lnTo>
                    <a:pt x="235038" y="202683"/>
                  </a:lnTo>
                  <a:lnTo>
                    <a:pt x="235317" y="202656"/>
                  </a:lnTo>
                  <a:lnTo>
                    <a:pt x="235790" y="202112"/>
                  </a:lnTo>
                  <a:lnTo>
                    <a:pt x="236618" y="201704"/>
                  </a:lnTo>
                  <a:lnTo>
                    <a:pt x="236884" y="201506"/>
                  </a:lnTo>
                  <a:lnTo>
                    <a:pt x="237127" y="201214"/>
                  </a:lnTo>
                  <a:lnTo>
                    <a:pt x="237451" y="200854"/>
                  </a:lnTo>
                  <a:lnTo>
                    <a:pt x="237678" y="200677"/>
                  </a:lnTo>
                  <a:lnTo>
                    <a:pt x="237964" y="200319"/>
                  </a:lnTo>
                  <a:lnTo>
                    <a:pt x="238142" y="199651"/>
                  </a:lnTo>
                  <a:lnTo>
                    <a:pt x="238219" y="199377"/>
                  </a:lnTo>
                  <a:lnTo>
                    <a:pt x="238718" y="199424"/>
                  </a:lnTo>
                  <a:lnTo>
                    <a:pt x="238762" y="199618"/>
                  </a:lnTo>
                  <a:lnTo>
                    <a:pt x="238803" y="199839"/>
                  </a:lnTo>
                  <a:lnTo>
                    <a:pt x="238956" y="200045"/>
                  </a:lnTo>
                  <a:lnTo>
                    <a:pt x="239131" y="200128"/>
                  </a:lnTo>
                  <a:lnTo>
                    <a:pt x="239274" y="200218"/>
                  </a:lnTo>
                  <a:lnTo>
                    <a:pt x="239457" y="200395"/>
                  </a:lnTo>
                  <a:lnTo>
                    <a:pt x="239546" y="200863"/>
                  </a:lnTo>
                  <a:lnTo>
                    <a:pt x="239870" y="201070"/>
                  </a:lnTo>
                  <a:lnTo>
                    <a:pt x="240711" y="201316"/>
                  </a:lnTo>
                  <a:lnTo>
                    <a:pt x="241187" y="200780"/>
                  </a:lnTo>
                  <a:lnTo>
                    <a:pt x="241120" y="200466"/>
                  </a:lnTo>
                  <a:lnTo>
                    <a:pt x="241156" y="199988"/>
                  </a:lnTo>
                  <a:lnTo>
                    <a:pt x="241205" y="199834"/>
                  </a:lnTo>
                  <a:lnTo>
                    <a:pt x="241504" y="199738"/>
                  </a:lnTo>
                  <a:lnTo>
                    <a:pt x="241705" y="199708"/>
                  </a:lnTo>
                  <a:lnTo>
                    <a:pt x="242018" y="199814"/>
                  </a:lnTo>
                  <a:lnTo>
                    <a:pt x="242371" y="200256"/>
                  </a:lnTo>
                  <a:lnTo>
                    <a:pt x="242649" y="200477"/>
                  </a:lnTo>
                  <a:lnTo>
                    <a:pt x="242958" y="199938"/>
                  </a:lnTo>
                  <a:lnTo>
                    <a:pt x="243168" y="199887"/>
                  </a:lnTo>
                  <a:lnTo>
                    <a:pt x="243475" y="199809"/>
                  </a:lnTo>
                  <a:lnTo>
                    <a:pt x="243792" y="199695"/>
                  </a:lnTo>
                  <a:lnTo>
                    <a:pt x="244496" y="198659"/>
                  </a:lnTo>
                  <a:lnTo>
                    <a:pt x="245011" y="198317"/>
                  </a:lnTo>
                  <a:lnTo>
                    <a:pt x="245240" y="198236"/>
                  </a:lnTo>
                  <a:lnTo>
                    <a:pt x="245537" y="198268"/>
                  </a:lnTo>
                  <a:lnTo>
                    <a:pt x="246063" y="198466"/>
                  </a:lnTo>
                  <a:lnTo>
                    <a:pt x="246248" y="198630"/>
                  </a:lnTo>
                  <a:lnTo>
                    <a:pt x="246190" y="198937"/>
                  </a:lnTo>
                  <a:lnTo>
                    <a:pt x="246143" y="199111"/>
                  </a:lnTo>
                  <a:lnTo>
                    <a:pt x="246093" y="199320"/>
                  </a:lnTo>
                  <a:lnTo>
                    <a:pt x="246045" y="199950"/>
                  </a:lnTo>
                  <a:lnTo>
                    <a:pt x="246281" y="200287"/>
                  </a:lnTo>
                  <a:lnTo>
                    <a:pt x="246814" y="200302"/>
                  </a:lnTo>
                  <a:lnTo>
                    <a:pt x="246984" y="200212"/>
                  </a:lnTo>
                  <a:lnTo>
                    <a:pt x="247423" y="200039"/>
                  </a:lnTo>
                  <a:lnTo>
                    <a:pt x="247717" y="200374"/>
                  </a:lnTo>
                  <a:lnTo>
                    <a:pt x="247982" y="200733"/>
                  </a:lnTo>
                  <a:lnTo>
                    <a:pt x="248353" y="201208"/>
                  </a:lnTo>
                  <a:lnTo>
                    <a:pt x="248536" y="200956"/>
                  </a:lnTo>
                  <a:lnTo>
                    <a:pt x="248471" y="200592"/>
                  </a:lnTo>
                  <a:lnTo>
                    <a:pt x="248963" y="200591"/>
                  </a:lnTo>
                  <a:lnTo>
                    <a:pt x="249567" y="200896"/>
                  </a:lnTo>
                  <a:lnTo>
                    <a:pt x="249858" y="201515"/>
                  </a:lnTo>
                  <a:lnTo>
                    <a:pt x="249738" y="201796"/>
                  </a:lnTo>
                  <a:lnTo>
                    <a:pt x="249410" y="202349"/>
                  </a:lnTo>
                  <a:lnTo>
                    <a:pt x="249323" y="202514"/>
                  </a:lnTo>
                  <a:lnTo>
                    <a:pt x="249172" y="202961"/>
                  </a:lnTo>
                  <a:lnTo>
                    <a:pt x="248759" y="203602"/>
                  </a:lnTo>
                  <a:lnTo>
                    <a:pt x="248618" y="203555"/>
                  </a:lnTo>
                  <a:lnTo>
                    <a:pt x="248385" y="203434"/>
                  </a:lnTo>
                  <a:lnTo>
                    <a:pt x="248210" y="203343"/>
                  </a:lnTo>
                  <a:lnTo>
                    <a:pt x="248160" y="203716"/>
                  </a:lnTo>
                  <a:lnTo>
                    <a:pt x="247952" y="204178"/>
                  </a:lnTo>
                  <a:lnTo>
                    <a:pt x="247709" y="204452"/>
                  </a:lnTo>
                  <a:lnTo>
                    <a:pt x="247566" y="204656"/>
                  </a:lnTo>
                  <a:lnTo>
                    <a:pt x="247421" y="205239"/>
                  </a:lnTo>
                  <a:lnTo>
                    <a:pt x="247668" y="205569"/>
                  </a:lnTo>
                  <a:lnTo>
                    <a:pt x="248001" y="205833"/>
                  </a:lnTo>
                  <a:lnTo>
                    <a:pt x="248112" y="205980"/>
                  </a:lnTo>
                  <a:lnTo>
                    <a:pt x="248062" y="206138"/>
                  </a:lnTo>
                  <a:lnTo>
                    <a:pt x="247750" y="206275"/>
                  </a:lnTo>
                  <a:lnTo>
                    <a:pt x="247509" y="206405"/>
                  </a:lnTo>
                  <a:lnTo>
                    <a:pt x="247419" y="206708"/>
                  </a:lnTo>
                  <a:lnTo>
                    <a:pt x="247445" y="206926"/>
                  </a:lnTo>
                  <a:lnTo>
                    <a:pt x="247766" y="207423"/>
                  </a:lnTo>
                  <a:lnTo>
                    <a:pt x="248296" y="207466"/>
                  </a:lnTo>
                  <a:lnTo>
                    <a:pt x="248658" y="207216"/>
                  </a:lnTo>
                  <a:lnTo>
                    <a:pt x="249229" y="207236"/>
                  </a:lnTo>
                  <a:lnTo>
                    <a:pt x="249424" y="207264"/>
                  </a:lnTo>
                  <a:lnTo>
                    <a:pt x="250108" y="207119"/>
                  </a:lnTo>
                  <a:lnTo>
                    <a:pt x="250430" y="207011"/>
                  </a:lnTo>
                  <a:lnTo>
                    <a:pt x="250627" y="206956"/>
                  </a:lnTo>
                  <a:lnTo>
                    <a:pt x="251383" y="206923"/>
                  </a:lnTo>
                  <a:lnTo>
                    <a:pt x="251593" y="206961"/>
                  </a:lnTo>
                  <a:lnTo>
                    <a:pt x="251488" y="207663"/>
                  </a:lnTo>
                  <a:lnTo>
                    <a:pt x="251774" y="207784"/>
                  </a:lnTo>
                  <a:lnTo>
                    <a:pt x="252083" y="208077"/>
                  </a:lnTo>
                  <a:lnTo>
                    <a:pt x="252399" y="207956"/>
                  </a:lnTo>
                  <a:lnTo>
                    <a:pt x="253299" y="207591"/>
                  </a:lnTo>
                  <a:lnTo>
                    <a:pt x="253926" y="207408"/>
                  </a:lnTo>
                  <a:lnTo>
                    <a:pt x="253883" y="207035"/>
                  </a:lnTo>
                  <a:lnTo>
                    <a:pt x="253967" y="206673"/>
                  </a:lnTo>
                  <a:lnTo>
                    <a:pt x="254614" y="205911"/>
                  </a:lnTo>
                  <a:lnTo>
                    <a:pt x="254468" y="205345"/>
                  </a:lnTo>
                  <a:lnTo>
                    <a:pt x="254332" y="205172"/>
                  </a:lnTo>
                  <a:lnTo>
                    <a:pt x="253979" y="204825"/>
                  </a:lnTo>
                  <a:lnTo>
                    <a:pt x="253902" y="204407"/>
                  </a:lnTo>
                  <a:lnTo>
                    <a:pt x="253729" y="203721"/>
                  </a:lnTo>
                  <a:lnTo>
                    <a:pt x="253639" y="203355"/>
                  </a:lnTo>
                  <a:lnTo>
                    <a:pt x="253657" y="202770"/>
                  </a:lnTo>
                  <a:lnTo>
                    <a:pt x="253742" y="202575"/>
                  </a:lnTo>
                  <a:lnTo>
                    <a:pt x="253841" y="202404"/>
                  </a:lnTo>
                  <a:lnTo>
                    <a:pt x="253657" y="202274"/>
                  </a:lnTo>
                  <a:lnTo>
                    <a:pt x="253063" y="201954"/>
                  </a:lnTo>
                  <a:lnTo>
                    <a:pt x="252826" y="201885"/>
                  </a:lnTo>
                  <a:lnTo>
                    <a:pt x="252484" y="201631"/>
                  </a:lnTo>
                  <a:lnTo>
                    <a:pt x="252474" y="201335"/>
                  </a:lnTo>
                  <a:lnTo>
                    <a:pt x="252953" y="200095"/>
                  </a:lnTo>
                  <a:lnTo>
                    <a:pt x="253205" y="199339"/>
                  </a:lnTo>
                  <a:lnTo>
                    <a:pt x="253344" y="199105"/>
                  </a:lnTo>
                  <a:lnTo>
                    <a:pt x="253742" y="198635"/>
                  </a:lnTo>
                  <a:lnTo>
                    <a:pt x="254000" y="198751"/>
                  </a:lnTo>
                  <a:lnTo>
                    <a:pt x="254120" y="198921"/>
                  </a:lnTo>
                  <a:lnTo>
                    <a:pt x="254380" y="199143"/>
                  </a:lnTo>
                  <a:lnTo>
                    <a:pt x="255289" y="199431"/>
                  </a:lnTo>
                  <a:lnTo>
                    <a:pt x="256114" y="199537"/>
                  </a:lnTo>
                  <a:lnTo>
                    <a:pt x="256283" y="199549"/>
                  </a:lnTo>
                  <a:lnTo>
                    <a:pt x="256566" y="199344"/>
                  </a:lnTo>
                  <a:lnTo>
                    <a:pt x="257106" y="198655"/>
                  </a:lnTo>
                  <a:lnTo>
                    <a:pt x="257310" y="198326"/>
                  </a:lnTo>
                  <a:lnTo>
                    <a:pt x="257366" y="198179"/>
                  </a:lnTo>
                  <a:lnTo>
                    <a:pt x="257415" y="197874"/>
                  </a:lnTo>
                  <a:lnTo>
                    <a:pt x="257418" y="197626"/>
                  </a:lnTo>
                  <a:lnTo>
                    <a:pt x="257407" y="197473"/>
                  </a:lnTo>
                  <a:lnTo>
                    <a:pt x="257413" y="197315"/>
                  </a:lnTo>
                  <a:lnTo>
                    <a:pt x="257666" y="195851"/>
                  </a:lnTo>
                  <a:lnTo>
                    <a:pt x="257981" y="195159"/>
                  </a:lnTo>
                  <a:lnTo>
                    <a:pt x="258316" y="194384"/>
                  </a:lnTo>
                  <a:lnTo>
                    <a:pt x="258328" y="193933"/>
                  </a:lnTo>
                  <a:lnTo>
                    <a:pt x="258490" y="192840"/>
                  </a:lnTo>
                  <a:lnTo>
                    <a:pt x="259138" y="192369"/>
                  </a:lnTo>
                  <a:lnTo>
                    <a:pt x="259393" y="192317"/>
                  </a:lnTo>
                  <a:lnTo>
                    <a:pt x="259594" y="192143"/>
                  </a:lnTo>
                  <a:lnTo>
                    <a:pt x="260262" y="191443"/>
                  </a:lnTo>
                  <a:lnTo>
                    <a:pt x="260497" y="191148"/>
                  </a:lnTo>
                  <a:lnTo>
                    <a:pt x="260831" y="190711"/>
                  </a:lnTo>
                  <a:lnTo>
                    <a:pt x="261363" y="190302"/>
                  </a:lnTo>
                  <a:lnTo>
                    <a:pt x="261553" y="190468"/>
                  </a:lnTo>
                  <a:lnTo>
                    <a:pt x="261676" y="190632"/>
                  </a:lnTo>
                  <a:lnTo>
                    <a:pt x="261929" y="191226"/>
                  </a:lnTo>
                  <a:lnTo>
                    <a:pt x="262656" y="191120"/>
                  </a:lnTo>
                  <a:lnTo>
                    <a:pt x="262827" y="191041"/>
                  </a:lnTo>
                  <a:lnTo>
                    <a:pt x="263106" y="191038"/>
                  </a:lnTo>
                  <a:lnTo>
                    <a:pt x="263402" y="191119"/>
                  </a:lnTo>
                  <a:lnTo>
                    <a:pt x="263572" y="191331"/>
                  </a:lnTo>
                  <a:lnTo>
                    <a:pt x="263855" y="191944"/>
                  </a:lnTo>
                  <a:lnTo>
                    <a:pt x="264112" y="192222"/>
                  </a:lnTo>
                  <a:lnTo>
                    <a:pt x="264540" y="192271"/>
                  </a:lnTo>
                  <a:lnTo>
                    <a:pt x="264807" y="192253"/>
                  </a:lnTo>
                  <a:lnTo>
                    <a:pt x="265112" y="191771"/>
                  </a:lnTo>
                  <a:lnTo>
                    <a:pt x="265656" y="192091"/>
                  </a:lnTo>
                  <a:lnTo>
                    <a:pt x="265988" y="192136"/>
                  </a:lnTo>
                  <a:lnTo>
                    <a:pt x="266254" y="192053"/>
                  </a:lnTo>
                  <a:lnTo>
                    <a:pt x="266520" y="191752"/>
                  </a:lnTo>
                  <a:lnTo>
                    <a:pt x="267246" y="191986"/>
                  </a:lnTo>
                  <a:lnTo>
                    <a:pt x="267146" y="192199"/>
                  </a:lnTo>
                  <a:lnTo>
                    <a:pt x="267038" y="192419"/>
                  </a:lnTo>
                  <a:lnTo>
                    <a:pt x="266980" y="192972"/>
                  </a:lnTo>
                  <a:lnTo>
                    <a:pt x="267122" y="193211"/>
                  </a:lnTo>
                  <a:lnTo>
                    <a:pt x="267300" y="193622"/>
                  </a:lnTo>
                  <a:lnTo>
                    <a:pt x="267402" y="193866"/>
                  </a:lnTo>
                  <a:lnTo>
                    <a:pt x="267154" y="194205"/>
                  </a:lnTo>
                  <a:lnTo>
                    <a:pt x="267043" y="194519"/>
                  </a:lnTo>
                  <a:lnTo>
                    <a:pt x="267038" y="194665"/>
                  </a:lnTo>
                  <a:lnTo>
                    <a:pt x="266781" y="195179"/>
                  </a:lnTo>
                  <a:lnTo>
                    <a:pt x="266673" y="195391"/>
                  </a:lnTo>
                  <a:lnTo>
                    <a:pt x="266537" y="195560"/>
                  </a:lnTo>
                  <a:lnTo>
                    <a:pt x="266442" y="195721"/>
                  </a:lnTo>
                  <a:lnTo>
                    <a:pt x="266208" y="196442"/>
                  </a:lnTo>
                  <a:lnTo>
                    <a:pt x="266071" y="196976"/>
                  </a:lnTo>
                  <a:lnTo>
                    <a:pt x="266115" y="197197"/>
                  </a:lnTo>
                  <a:lnTo>
                    <a:pt x="266158" y="197511"/>
                  </a:lnTo>
                  <a:lnTo>
                    <a:pt x="266136" y="197943"/>
                  </a:lnTo>
                  <a:lnTo>
                    <a:pt x="265890" y="198450"/>
                  </a:lnTo>
                  <a:lnTo>
                    <a:pt x="265845" y="198812"/>
                  </a:lnTo>
                  <a:lnTo>
                    <a:pt x="266042" y="198782"/>
                  </a:lnTo>
                  <a:lnTo>
                    <a:pt x="266340" y="198784"/>
                  </a:lnTo>
                  <a:lnTo>
                    <a:pt x="266575" y="198810"/>
                  </a:lnTo>
                  <a:lnTo>
                    <a:pt x="267095" y="199005"/>
                  </a:lnTo>
                  <a:lnTo>
                    <a:pt x="267363" y="199790"/>
                  </a:lnTo>
                  <a:lnTo>
                    <a:pt x="267747" y="199917"/>
                  </a:lnTo>
                  <a:lnTo>
                    <a:pt x="267936" y="199649"/>
                  </a:lnTo>
                  <a:lnTo>
                    <a:pt x="267981" y="199474"/>
                  </a:lnTo>
                  <a:lnTo>
                    <a:pt x="268109" y="199287"/>
                  </a:lnTo>
                  <a:lnTo>
                    <a:pt x="268583" y="199092"/>
                  </a:lnTo>
                  <a:lnTo>
                    <a:pt x="268805" y="199265"/>
                  </a:lnTo>
                  <a:lnTo>
                    <a:pt x="269137" y="199714"/>
                  </a:lnTo>
                  <a:lnTo>
                    <a:pt x="269434" y="200019"/>
                  </a:lnTo>
                  <a:lnTo>
                    <a:pt x="269644" y="200096"/>
                  </a:lnTo>
                  <a:lnTo>
                    <a:pt x="270114" y="200099"/>
                  </a:lnTo>
                  <a:lnTo>
                    <a:pt x="270399" y="199849"/>
                  </a:lnTo>
                  <a:lnTo>
                    <a:pt x="270515" y="199311"/>
                  </a:lnTo>
                  <a:lnTo>
                    <a:pt x="270624" y="198767"/>
                  </a:lnTo>
                  <a:lnTo>
                    <a:pt x="270809" y="198424"/>
                  </a:lnTo>
                  <a:lnTo>
                    <a:pt x="271423" y="197707"/>
                  </a:lnTo>
                  <a:lnTo>
                    <a:pt x="271783" y="197388"/>
                  </a:lnTo>
                  <a:lnTo>
                    <a:pt x="272250" y="197860"/>
                  </a:lnTo>
                  <a:lnTo>
                    <a:pt x="272551" y="198415"/>
                  </a:lnTo>
                  <a:lnTo>
                    <a:pt x="272720" y="198679"/>
                  </a:lnTo>
                  <a:lnTo>
                    <a:pt x="272999" y="198826"/>
                  </a:lnTo>
                  <a:lnTo>
                    <a:pt x="273799" y="199161"/>
                  </a:lnTo>
                  <a:lnTo>
                    <a:pt x="274100" y="199949"/>
                  </a:lnTo>
                  <a:lnTo>
                    <a:pt x="274378" y="200172"/>
                  </a:lnTo>
                  <a:lnTo>
                    <a:pt x="274337" y="200616"/>
                  </a:lnTo>
                  <a:lnTo>
                    <a:pt x="274206" y="200939"/>
                  </a:lnTo>
                  <a:lnTo>
                    <a:pt x="274299" y="201088"/>
                  </a:lnTo>
                  <a:lnTo>
                    <a:pt x="274682" y="201389"/>
                  </a:lnTo>
                  <a:lnTo>
                    <a:pt x="274597" y="201755"/>
                  </a:lnTo>
                  <a:lnTo>
                    <a:pt x="274458" y="202033"/>
                  </a:lnTo>
                  <a:lnTo>
                    <a:pt x="274445" y="202612"/>
                  </a:lnTo>
                  <a:lnTo>
                    <a:pt x="274647" y="202785"/>
                  </a:lnTo>
                  <a:lnTo>
                    <a:pt x="275466" y="202876"/>
                  </a:lnTo>
                  <a:lnTo>
                    <a:pt x="275636" y="202837"/>
                  </a:lnTo>
                  <a:lnTo>
                    <a:pt x="275924" y="202804"/>
                  </a:lnTo>
                  <a:lnTo>
                    <a:pt x="276167" y="202840"/>
                  </a:lnTo>
                  <a:lnTo>
                    <a:pt x="276448" y="202932"/>
                  </a:lnTo>
                  <a:lnTo>
                    <a:pt x="276687" y="202907"/>
                  </a:lnTo>
                  <a:lnTo>
                    <a:pt x="277196" y="202803"/>
                  </a:lnTo>
                  <a:lnTo>
                    <a:pt x="277918" y="202485"/>
                  </a:lnTo>
                  <a:lnTo>
                    <a:pt x="278320" y="201918"/>
                  </a:lnTo>
                  <a:lnTo>
                    <a:pt x="278599" y="201344"/>
                  </a:lnTo>
                  <a:lnTo>
                    <a:pt x="278759" y="200985"/>
                  </a:lnTo>
                  <a:lnTo>
                    <a:pt x="278930" y="200484"/>
                  </a:lnTo>
                  <a:lnTo>
                    <a:pt x="279191" y="199800"/>
                  </a:lnTo>
                  <a:lnTo>
                    <a:pt x="279497" y="199105"/>
                  </a:lnTo>
                  <a:lnTo>
                    <a:pt x="279705" y="198625"/>
                  </a:lnTo>
                  <a:lnTo>
                    <a:pt x="279672" y="198321"/>
                  </a:lnTo>
                  <a:lnTo>
                    <a:pt x="279610" y="198192"/>
                  </a:lnTo>
                  <a:lnTo>
                    <a:pt x="279542" y="198034"/>
                  </a:lnTo>
                  <a:lnTo>
                    <a:pt x="279503" y="197885"/>
                  </a:lnTo>
                  <a:lnTo>
                    <a:pt x="279523" y="197583"/>
                  </a:lnTo>
                  <a:lnTo>
                    <a:pt x="280114" y="197092"/>
                  </a:lnTo>
                  <a:lnTo>
                    <a:pt x="280414" y="197082"/>
                  </a:lnTo>
                  <a:lnTo>
                    <a:pt x="280476" y="196609"/>
                  </a:lnTo>
                  <a:lnTo>
                    <a:pt x="280459" y="196196"/>
                  </a:lnTo>
                  <a:lnTo>
                    <a:pt x="280478" y="195785"/>
                  </a:lnTo>
                  <a:lnTo>
                    <a:pt x="280662" y="195573"/>
                  </a:lnTo>
                  <a:lnTo>
                    <a:pt x="280992" y="195211"/>
                  </a:lnTo>
                  <a:lnTo>
                    <a:pt x="281180" y="195009"/>
                  </a:lnTo>
                  <a:lnTo>
                    <a:pt x="281362" y="194871"/>
                  </a:lnTo>
                  <a:lnTo>
                    <a:pt x="281770" y="194774"/>
                  </a:lnTo>
                  <a:lnTo>
                    <a:pt x="282218" y="194387"/>
                  </a:lnTo>
                  <a:lnTo>
                    <a:pt x="282725" y="193545"/>
                  </a:lnTo>
                  <a:lnTo>
                    <a:pt x="282813" y="193343"/>
                  </a:lnTo>
                  <a:lnTo>
                    <a:pt x="283286" y="192856"/>
                  </a:lnTo>
                  <a:lnTo>
                    <a:pt x="283897" y="192369"/>
                  </a:lnTo>
                  <a:lnTo>
                    <a:pt x="285071" y="191475"/>
                  </a:lnTo>
                  <a:lnTo>
                    <a:pt x="285378" y="191225"/>
                  </a:lnTo>
                  <a:lnTo>
                    <a:pt x="285801" y="191468"/>
                  </a:lnTo>
                  <a:lnTo>
                    <a:pt x="285766" y="191620"/>
                  </a:lnTo>
                  <a:lnTo>
                    <a:pt x="285775" y="191802"/>
                  </a:lnTo>
                  <a:lnTo>
                    <a:pt x="286200" y="192084"/>
                  </a:lnTo>
                  <a:lnTo>
                    <a:pt x="286450" y="191741"/>
                  </a:lnTo>
                  <a:lnTo>
                    <a:pt x="286489" y="191542"/>
                  </a:lnTo>
                  <a:lnTo>
                    <a:pt x="286774" y="191187"/>
                  </a:lnTo>
                  <a:lnTo>
                    <a:pt x="287188" y="190855"/>
                  </a:lnTo>
                  <a:lnTo>
                    <a:pt x="287768" y="190022"/>
                  </a:lnTo>
                  <a:lnTo>
                    <a:pt x="287846" y="189686"/>
                  </a:lnTo>
                  <a:lnTo>
                    <a:pt x="288057" y="189384"/>
                  </a:lnTo>
                  <a:lnTo>
                    <a:pt x="288356" y="189250"/>
                  </a:lnTo>
                  <a:lnTo>
                    <a:pt x="288457" y="189091"/>
                  </a:lnTo>
                  <a:lnTo>
                    <a:pt x="288751" y="188609"/>
                  </a:lnTo>
                  <a:lnTo>
                    <a:pt x="288963" y="187923"/>
                  </a:lnTo>
                  <a:lnTo>
                    <a:pt x="288943" y="187603"/>
                  </a:lnTo>
                  <a:lnTo>
                    <a:pt x="288790" y="187359"/>
                  </a:lnTo>
                  <a:lnTo>
                    <a:pt x="288600" y="187075"/>
                  </a:lnTo>
                  <a:lnTo>
                    <a:pt x="288527" y="186847"/>
                  </a:lnTo>
                  <a:lnTo>
                    <a:pt x="288557" y="186183"/>
                  </a:lnTo>
                  <a:lnTo>
                    <a:pt x="288673" y="185992"/>
                  </a:lnTo>
                  <a:lnTo>
                    <a:pt x="288855" y="185772"/>
                  </a:lnTo>
                  <a:lnTo>
                    <a:pt x="288933" y="185598"/>
                  </a:lnTo>
                  <a:lnTo>
                    <a:pt x="289568" y="185487"/>
                  </a:lnTo>
                  <a:lnTo>
                    <a:pt x="290278" y="185080"/>
                  </a:lnTo>
                  <a:lnTo>
                    <a:pt x="290468" y="184908"/>
                  </a:lnTo>
                  <a:lnTo>
                    <a:pt x="290905" y="184149"/>
                  </a:lnTo>
                  <a:lnTo>
                    <a:pt x="291696" y="183115"/>
                  </a:lnTo>
                  <a:lnTo>
                    <a:pt x="292096" y="182945"/>
                  </a:lnTo>
                  <a:lnTo>
                    <a:pt x="292095" y="183414"/>
                  </a:lnTo>
                  <a:lnTo>
                    <a:pt x="292052" y="183735"/>
                  </a:lnTo>
                  <a:lnTo>
                    <a:pt x="292387" y="183915"/>
                  </a:lnTo>
                  <a:lnTo>
                    <a:pt x="292947" y="184251"/>
                  </a:lnTo>
                  <a:lnTo>
                    <a:pt x="293308" y="184477"/>
                  </a:lnTo>
                  <a:lnTo>
                    <a:pt x="293547" y="184392"/>
                  </a:lnTo>
                  <a:lnTo>
                    <a:pt x="293862" y="184266"/>
                  </a:lnTo>
                  <a:lnTo>
                    <a:pt x="294417" y="183893"/>
                  </a:lnTo>
                  <a:lnTo>
                    <a:pt x="295245" y="184104"/>
                  </a:lnTo>
                  <a:lnTo>
                    <a:pt x="296112" y="184981"/>
                  </a:lnTo>
                  <a:lnTo>
                    <a:pt x="296392" y="185169"/>
                  </a:lnTo>
                  <a:lnTo>
                    <a:pt x="296559" y="185198"/>
                  </a:lnTo>
                  <a:lnTo>
                    <a:pt x="296978" y="185178"/>
                  </a:lnTo>
                  <a:lnTo>
                    <a:pt x="297221" y="184903"/>
                  </a:lnTo>
                  <a:lnTo>
                    <a:pt x="297096" y="184648"/>
                  </a:lnTo>
                  <a:lnTo>
                    <a:pt x="297217" y="184419"/>
                  </a:lnTo>
                  <a:lnTo>
                    <a:pt x="297744" y="183894"/>
                  </a:lnTo>
                  <a:lnTo>
                    <a:pt x="298036" y="184039"/>
                  </a:lnTo>
                  <a:lnTo>
                    <a:pt x="298187" y="184501"/>
                  </a:lnTo>
                  <a:lnTo>
                    <a:pt x="298262" y="184789"/>
                  </a:lnTo>
                  <a:lnTo>
                    <a:pt x="298132" y="185407"/>
                  </a:lnTo>
                  <a:lnTo>
                    <a:pt x="297759" y="186002"/>
                  </a:lnTo>
                  <a:lnTo>
                    <a:pt x="297614" y="186527"/>
                  </a:lnTo>
                  <a:lnTo>
                    <a:pt x="297802" y="186789"/>
                  </a:lnTo>
                  <a:lnTo>
                    <a:pt x="297935" y="186946"/>
                  </a:lnTo>
                  <a:lnTo>
                    <a:pt x="298621" y="187646"/>
                  </a:lnTo>
                  <a:lnTo>
                    <a:pt x="298987" y="187506"/>
                  </a:lnTo>
                  <a:lnTo>
                    <a:pt x="299045" y="187317"/>
                  </a:lnTo>
                  <a:lnTo>
                    <a:pt x="299452" y="187003"/>
                  </a:lnTo>
                  <a:lnTo>
                    <a:pt x="300556" y="186787"/>
                  </a:lnTo>
                  <a:lnTo>
                    <a:pt x="301118" y="187149"/>
                  </a:lnTo>
                  <a:lnTo>
                    <a:pt x="301289" y="187062"/>
                  </a:lnTo>
                  <a:lnTo>
                    <a:pt x="301664" y="187224"/>
                  </a:lnTo>
                  <a:lnTo>
                    <a:pt x="301959" y="187350"/>
                  </a:lnTo>
                  <a:lnTo>
                    <a:pt x="302264" y="187363"/>
                  </a:lnTo>
                  <a:lnTo>
                    <a:pt x="302563" y="187186"/>
                  </a:lnTo>
                  <a:lnTo>
                    <a:pt x="302786" y="186976"/>
                  </a:lnTo>
                  <a:lnTo>
                    <a:pt x="303259" y="186555"/>
                  </a:lnTo>
                  <a:lnTo>
                    <a:pt x="303398" y="186451"/>
                  </a:lnTo>
                  <a:lnTo>
                    <a:pt x="303940" y="186521"/>
                  </a:lnTo>
                  <a:lnTo>
                    <a:pt x="304524" y="186323"/>
                  </a:lnTo>
                  <a:lnTo>
                    <a:pt x="305495" y="186192"/>
                  </a:lnTo>
                  <a:lnTo>
                    <a:pt x="306004" y="186266"/>
                  </a:lnTo>
                  <a:lnTo>
                    <a:pt x="306327" y="186824"/>
                  </a:lnTo>
                  <a:lnTo>
                    <a:pt x="306384" y="187077"/>
                  </a:lnTo>
                  <a:lnTo>
                    <a:pt x="306600" y="187293"/>
                  </a:lnTo>
                  <a:lnTo>
                    <a:pt x="306656" y="187081"/>
                  </a:lnTo>
                  <a:lnTo>
                    <a:pt x="306911" y="186114"/>
                  </a:lnTo>
                  <a:lnTo>
                    <a:pt x="307078" y="185558"/>
                  </a:lnTo>
                  <a:lnTo>
                    <a:pt x="306891" y="184509"/>
                  </a:lnTo>
                  <a:lnTo>
                    <a:pt x="306583" y="183803"/>
                  </a:lnTo>
                  <a:lnTo>
                    <a:pt x="306878" y="183714"/>
                  </a:lnTo>
                  <a:lnTo>
                    <a:pt x="307238" y="183568"/>
                  </a:lnTo>
                  <a:lnTo>
                    <a:pt x="307387" y="182996"/>
                  </a:lnTo>
                  <a:lnTo>
                    <a:pt x="307404" y="182474"/>
                  </a:lnTo>
                  <a:lnTo>
                    <a:pt x="307446" y="182173"/>
                  </a:lnTo>
                  <a:lnTo>
                    <a:pt x="307566" y="181771"/>
                  </a:lnTo>
                  <a:lnTo>
                    <a:pt x="307363" y="180952"/>
                  </a:lnTo>
                  <a:lnTo>
                    <a:pt x="307567" y="180775"/>
                  </a:lnTo>
                  <a:lnTo>
                    <a:pt x="307838" y="180578"/>
                  </a:lnTo>
                  <a:lnTo>
                    <a:pt x="308152" y="180467"/>
                  </a:lnTo>
                  <a:lnTo>
                    <a:pt x="308880" y="180426"/>
                  </a:lnTo>
                  <a:lnTo>
                    <a:pt x="309108" y="180718"/>
                  </a:lnTo>
                  <a:lnTo>
                    <a:pt x="309187" y="180887"/>
                  </a:lnTo>
                  <a:lnTo>
                    <a:pt x="309249" y="181163"/>
                  </a:lnTo>
                  <a:lnTo>
                    <a:pt x="309467" y="181525"/>
                  </a:lnTo>
                  <a:lnTo>
                    <a:pt x="309766" y="181637"/>
                  </a:lnTo>
                  <a:lnTo>
                    <a:pt x="310211" y="181968"/>
                  </a:lnTo>
                  <a:lnTo>
                    <a:pt x="310134" y="182181"/>
                  </a:lnTo>
                  <a:lnTo>
                    <a:pt x="310104" y="182786"/>
                  </a:lnTo>
                  <a:lnTo>
                    <a:pt x="310333" y="182888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3970802" y="5733714"/>
              <a:ext cx="183703" cy="183437"/>
            </a:xfrm>
            <a:custGeom>
              <a:avLst/>
              <a:pathLst>
                <a:path w="183703" h="183437">
                  <a:moveTo>
                    <a:pt x="182879" y="182879"/>
                  </a:moveTo>
                  <a:lnTo>
                    <a:pt x="182752" y="182713"/>
                  </a:lnTo>
                  <a:lnTo>
                    <a:pt x="182396" y="182559"/>
                  </a:lnTo>
                  <a:lnTo>
                    <a:pt x="181473" y="182788"/>
                  </a:lnTo>
                  <a:lnTo>
                    <a:pt x="181807" y="183291"/>
                  </a:lnTo>
                  <a:lnTo>
                    <a:pt x="181737" y="183437"/>
                  </a:lnTo>
                  <a:lnTo>
                    <a:pt x="181548" y="183287"/>
                  </a:lnTo>
                  <a:lnTo>
                    <a:pt x="181146" y="182961"/>
                  </a:lnTo>
                  <a:lnTo>
                    <a:pt x="181113" y="182714"/>
                  </a:lnTo>
                  <a:lnTo>
                    <a:pt x="181120" y="182514"/>
                  </a:lnTo>
                  <a:lnTo>
                    <a:pt x="181143" y="182383"/>
                  </a:lnTo>
                  <a:lnTo>
                    <a:pt x="181127" y="181900"/>
                  </a:lnTo>
                  <a:lnTo>
                    <a:pt x="181067" y="181677"/>
                  </a:lnTo>
                  <a:lnTo>
                    <a:pt x="181018" y="181389"/>
                  </a:lnTo>
                  <a:lnTo>
                    <a:pt x="181026" y="181261"/>
                  </a:lnTo>
                  <a:lnTo>
                    <a:pt x="181134" y="181104"/>
                  </a:lnTo>
                  <a:lnTo>
                    <a:pt x="181317" y="181029"/>
                  </a:lnTo>
                  <a:lnTo>
                    <a:pt x="181417" y="180811"/>
                  </a:lnTo>
                  <a:lnTo>
                    <a:pt x="181699" y="180605"/>
                  </a:lnTo>
                  <a:lnTo>
                    <a:pt x="182320" y="180245"/>
                  </a:lnTo>
                  <a:lnTo>
                    <a:pt x="182505" y="180178"/>
                  </a:lnTo>
                  <a:lnTo>
                    <a:pt x="182847" y="180074"/>
                  </a:lnTo>
                  <a:lnTo>
                    <a:pt x="183345" y="180236"/>
                  </a:lnTo>
                  <a:lnTo>
                    <a:pt x="183645" y="180682"/>
                  </a:lnTo>
                  <a:lnTo>
                    <a:pt x="183703" y="180973"/>
                  </a:lnTo>
                  <a:lnTo>
                    <a:pt x="183674" y="181347"/>
                  </a:lnTo>
                  <a:lnTo>
                    <a:pt x="183644" y="181507"/>
                  </a:lnTo>
                  <a:lnTo>
                    <a:pt x="183513" y="181836"/>
                  </a:lnTo>
                  <a:lnTo>
                    <a:pt x="183145" y="182621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3969134" y="5708644"/>
              <a:ext cx="183844" cy="182954"/>
            </a:xfrm>
            <a:custGeom>
              <a:avLst/>
              <a:pathLst>
                <a:path w="183844" h="182954">
                  <a:moveTo>
                    <a:pt x="182879" y="182879"/>
                  </a:moveTo>
                  <a:lnTo>
                    <a:pt x="183401" y="182820"/>
                  </a:lnTo>
                  <a:lnTo>
                    <a:pt x="183638" y="182777"/>
                  </a:lnTo>
                  <a:lnTo>
                    <a:pt x="183844" y="182863"/>
                  </a:lnTo>
                  <a:lnTo>
                    <a:pt x="183409" y="182954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3950130" y="5702674"/>
              <a:ext cx="183560" cy="182986"/>
            </a:xfrm>
            <a:custGeom>
              <a:avLst/>
              <a:pathLst>
                <a:path w="183560" h="182986">
                  <a:moveTo>
                    <a:pt x="182879" y="182879"/>
                  </a:moveTo>
                  <a:lnTo>
                    <a:pt x="182635" y="182758"/>
                  </a:lnTo>
                  <a:lnTo>
                    <a:pt x="182254" y="182986"/>
                  </a:lnTo>
                  <a:lnTo>
                    <a:pt x="182742" y="182539"/>
                  </a:lnTo>
                  <a:lnTo>
                    <a:pt x="183041" y="182225"/>
                  </a:lnTo>
                  <a:lnTo>
                    <a:pt x="183321" y="182019"/>
                  </a:lnTo>
                  <a:lnTo>
                    <a:pt x="183560" y="182291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3966590" y="5701690"/>
              <a:ext cx="184478" cy="182879"/>
            </a:xfrm>
            <a:custGeom>
              <a:avLst/>
              <a:pathLst>
                <a:path w="184478" h="182879">
                  <a:moveTo>
                    <a:pt x="182879" y="182879"/>
                  </a:moveTo>
                  <a:lnTo>
                    <a:pt x="183079" y="182765"/>
                  </a:lnTo>
                  <a:lnTo>
                    <a:pt x="184038" y="182114"/>
                  </a:lnTo>
                  <a:lnTo>
                    <a:pt x="184478" y="181851"/>
                  </a:lnTo>
                  <a:lnTo>
                    <a:pt x="184315" y="182401"/>
                  </a:lnTo>
                  <a:lnTo>
                    <a:pt x="183704" y="182834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968289" y="5699707"/>
              <a:ext cx="182918" cy="183282"/>
            </a:xfrm>
            <a:custGeom>
              <a:avLst/>
              <a:pathLst>
                <a:path w="182918" h="183282">
                  <a:moveTo>
                    <a:pt x="182879" y="182879"/>
                  </a:moveTo>
                  <a:lnTo>
                    <a:pt x="182878" y="183008"/>
                  </a:lnTo>
                  <a:lnTo>
                    <a:pt x="182918" y="183282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3958282" y="5695899"/>
              <a:ext cx="182902" cy="183451"/>
            </a:xfrm>
            <a:custGeom>
              <a:avLst/>
              <a:pathLst>
                <a:path w="182902" h="183451">
                  <a:moveTo>
                    <a:pt x="182879" y="182879"/>
                  </a:moveTo>
                  <a:lnTo>
                    <a:pt x="182902" y="183020"/>
                  </a:lnTo>
                  <a:lnTo>
                    <a:pt x="182879" y="183182"/>
                  </a:lnTo>
                  <a:lnTo>
                    <a:pt x="182537" y="183451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3947172" y="5687412"/>
              <a:ext cx="182879" cy="184828"/>
            </a:xfrm>
            <a:custGeom>
              <a:avLst/>
              <a:pathLst>
                <a:path w="182879" h="184828">
                  <a:moveTo>
                    <a:pt x="182879" y="182879"/>
                  </a:moveTo>
                  <a:lnTo>
                    <a:pt x="182667" y="183091"/>
                  </a:lnTo>
                  <a:lnTo>
                    <a:pt x="182182" y="183418"/>
                  </a:lnTo>
                  <a:lnTo>
                    <a:pt x="182016" y="183447"/>
                  </a:lnTo>
                  <a:lnTo>
                    <a:pt x="181716" y="183795"/>
                  </a:lnTo>
                  <a:lnTo>
                    <a:pt x="181336" y="184157"/>
                  </a:lnTo>
                  <a:lnTo>
                    <a:pt x="181304" y="184386"/>
                  </a:lnTo>
                  <a:lnTo>
                    <a:pt x="181317" y="184542"/>
                  </a:lnTo>
                  <a:lnTo>
                    <a:pt x="180810" y="184828"/>
                  </a:lnTo>
                  <a:lnTo>
                    <a:pt x="180788" y="184671"/>
                  </a:lnTo>
                  <a:lnTo>
                    <a:pt x="181061" y="184169"/>
                  </a:lnTo>
                  <a:lnTo>
                    <a:pt x="181181" y="183659"/>
                  </a:lnTo>
                  <a:lnTo>
                    <a:pt x="180789" y="183474"/>
                  </a:lnTo>
                  <a:lnTo>
                    <a:pt x="180531" y="183021"/>
                  </a:lnTo>
                  <a:lnTo>
                    <a:pt x="180876" y="182650"/>
                  </a:lnTo>
                  <a:lnTo>
                    <a:pt x="182290" y="182255"/>
                  </a:lnTo>
                  <a:close/>
                </a:path>
              </a:pathLst>
            </a:custGeom>
            <a:solidFill>
              <a:srgbClr val="ED9B6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3892215" y="5293664"/>
              <a:ext cx="282014" cy="429298"/>
            </a:xfrm>
            <a:custGeom>
              <a:avLst/>
              <a:pathLst>
                <a:path w="282014" h="429298">
                  <a:moveTo>
                    <a:pt x="187971" y="182879"/>
                  </a:moveTo>
                  <a:lnTo>
                    <a:pt x="187991" y="183408"/>
                  </a:lnTo>
                  <a:lnTo>
                    <a:pt x="188260" y="183909"/>
                  </a:lnTo>
                  <a:lnTo>
                    <a:pt x="188382" y="184432"/>
                  </a:lnTo>
                  <a:lnTo>
                    <a:pt x="188417" y="184695"/>
                  </a:lnTo>
                  <a:lnTo>
                    <a:pt x="188439" y="185033"/>
                  </a:lnTo>
                  <a:lnTo>
                    <a:pt x="188478" y="185218"/>
                  </a:lnTo>
                  <a:lnTo>
                    <a:pt x="188544" y="185507"/>
                  </a:lnTo>
                  <a:lnTo>
                    <a:pt x="188672" y="185741"/>
                  </a:lnTo>
                  <a:lnTo>
                    <a:pt x="189025" y="185941"/>
                  </a:lnTo>
                  <a:lnTo>
                    <a:pt x="189240" y="185758"/>
                  </a:lnTo>
                  <a:lnTo>
                    <a:pt x="189256" y="185062"/>
                  </a:lnTo>
                  <a:lnTo>
                    <a:pt x="189479" y="184861"/>
                  </a:lnTo>
                  <a:lnTo>
                    <a:pt x="190435" y="184520"/>
                  </a:lnTo>
                  <a:lnTo>
                    <a:pt x="190599" y="184874"/>
                  </a:lnTo>
                  <a:lnTo>
                    <a:pt x="190851" y="185056"/>
                  </a:lnTo>
                  <a:lnTo>
                    <a:pt x="191008" y="185091"/>
                  </a:lnTo>
                  <a:lnTo>
                    <a:pt x="191289" y="185118"/>
                  </a:lnTo>
                  <a:lnTo>
                    <a:pt x="191469" y="185044"/>
                  </a:lnTo>
                  <a:lnTo>
                    <a:pt x="191637" y="185013"/>
                  </a:lnTo>
                  <a:lnTo>
                    <a:pt x="191964" y="185110"/>
                  </a:lnTo>
                  <a:lnTo>
                    <a:pt x="192044" y="185434"/>
                  </a:lnTo>
                  <a:lnTo>
                    <a:pt x="192140" y="185712"/>
                  </a:lnTo>
                  <a:lnTo>
                    <a:pt x="192351" y="185818"/>
                  </a:lnTo>
                  <a:lnTo>
                    <a:pt x="192685" y="185898"/>
                  </a:lnTo>
                  <a:lnTo>
                    <a:pt x="193153" y="185997"/>
                  </a:lnTo>
                  <a:lnTo>
                    <a:pt x="193429" y="186018"/>
                  </a:lnTo>
                  <a:lnTo>
                    <a:pt x="193762" y="186044"/>
                  </a:lnTo>
                  <a:lnTo>
                    <a:pt x="193987" y="185803"/>
                  </a:lnTo>
                  <a:lnTo>
                    <a:pt x="194087" y="185538"/>
                  </a:lnTo>
                  <a:lnTo>
                    <a:pt x="194306" y="185104"/>
                  </a:lnTo>
                  <a:lnTo>
                    <a:pt x="194467" y="185208"/>
                  </a:lnTo>
                  <a:lnTo>
                    <a:pt x="194386" y="185407"/>
                  </a:lnTo>
                  <a:lnTo>
                    <a:pt x="194769" y="185413"/>
                  </a:lnTo>
                  <a:lnTo>
                    <a:pt x="195097" y="184588"/>
                  </a:lnTo>
                  <a:lnTo>
                    <a:pt x="195157" y="184263"/>
                  </a:lnTo>
                  <a:lnTo>
                    <a:pt x="194951" y="184163"/>
                  </a:lnTo>
                  <a:lnTo>
                    <a:pt x="195188" y="183823"/>
                  </a:lnTo>
                  <a:lnTo>
                    <a:pt x="195464" y="183736"/>
                  </a:lnTo>
                  <a:lnTo>
                    <a:pt x="195853" y="183473"/>
                  </a:lnTo>
                  <a:lnTo>
                    <a:pt x="196416" y="183039"/>
                  </a:lnTo>
                  <a:lnTo>
                    <a:pt x="196802" y="183412"/>
                  </a:lnTo>
                  <a:lnTo>
                    <a:pt x="197046" y="183967"/>
                  </a:lnTo>
                  <a:lnTo>
                    <a:pt x="197093" y="184301"/>
                  </a:lnTo>
                  <a:lnTo>
                    <a:pt x="197130" y="184442"/>
                  </a:lnTo>
                  <a:lnTo>
                    <a:pt x="197518" y="184991"/>
                  </a:lnTo>
                  <a:lnTo>
                    <a:pt x="198078" y="185403"/>
                  </a:lnTo>
                  <a:lnTo>
                    <a:pt x="198367" y="185784"/>
                  </a:lnTo>
                  <a:lnTo>
                    <a:pt x="199091" y="186059"/>
                  </a:lnTo>
                  <a:lnTo>
                    <a:pt x="199159" y="186321"/>
                  </a:lnTo>
                  <a:lnTo>
                    <a:pt x="199069" y="186566"/>
                  </a:lnTo>
                  <a:lnTo>
                    <a:pt x="199006" y="186738"/>
                  </a:lnTo>
                  <a:lnTo>
                    <a:pt x="198897" y="187031"/>
                  </a:lnTo>
                  <a:lnTo>
                    <a:pt x="198725" y="187411"/>
                  </a:lnTo>
                  <a:lnTo>
                    <a:pt x="198664" y="187901"/>
                  </a:lnTo>
                  <a:lnTo>
                    <a:pt x="198617" y="188135"/>
                  </a:lnTo>
                  <a:lnTo>
                    <a:pt x="198460" y="188444"/>
                  </a:lnTo>
                  <a:lnTo>
                    <a:pt x="198226" y="189000"/>
                  </a:lnTo>
                  <a:lnTo>
                    <a:pt x="198183" y="189155"/>
                  </a:lnTo>
                  <a:lnTo>
                    <a:pt x="198000" y="190490"/>
                  </a:lnTo>
                  <a:lnTo>
                    <a:pt x="197937" y="191060"/>
                  </a:lnTo>
                  <a:lnTo>
                    <a:pt x="197986" y="191267"/>
                  </a:lnTo>
                  <a:lnTo>
                    <a:pt x="198121" y="191325"/>
                  </a:lnTo>
                  <a:lnTo>
                    <a:pt x="198307" y="191330"/>
                  </a:lnTo>
                  <a:lnTo>
                    <a:pt x="198621" y="191377"/>
                  </a:lnTo>
                  <a:lnTo>
                    <a:pt x="198948" y="191452"/>
                  </a:lnTo>
                  <a:lnTo>
                    <a:pt x="199143" y="191517"/>
                  </a:lnTo>
                  <a:lnTo>
                    <a:pt x="199412" y="191847"/>
                  </a:lnTo>
                  <a:lnTo>
                    <a:pt x="199578" y="191890"/>
                  </a:lnTo>
                  <a:lnTo>
                    <a:pt x="199746" y="191946"/>
                  </a:lnTo>
                  <a:lnTo>
                    <a:pt x="199726" y="192093"/>
                  </a:lnTo>
                  <a:lnTo>
                    <a:pt x="199703" y="192432"/>
                  </a:lnTo>
                  <a:lnTo>
                    <a:pt x="199706" y="192583"/>
                  </a:lnTo>
                  <a:lnTo>
                    <a:pt x="199698" y="192838"/>
                  </a:lnTo>
                  <a:lnTo>
                    <a:pt x="199650" y="193412"/>
                  </a:lnTo>
                  <a:lnTo>
                    <a:pt x="199471" y="193792"/>
                  </a:lnTo>
                  <a:lnTo>
                    <a:pt x="199164" y="194433"/>
                  </a:lnTo>
                  <a:lnTo>
                    <a:pt x="199485" y="194830"/>
                  </a:lnTo>
                  <a:lnTo>
                    <a:pt x="200024" y="195029"/>
                  </a:lnTo>
                  <a:lnTo>
                    <a:pt x="200393" y="195285"/>
                  </a:lnTo>
                  <a:lnTo>
                    <a:pt x="200403" y="195544"/>
                  </a:lnTo>
                  <a:lnTo>
                    <a:pt x="200683" y="195663"/>
                  </a:lnTo>
                  <a:lnTo>
                    <a:pt x="200832" y="195702"/>
                  </a:lnTo>
                  <a:lnTo>
                    <a:pt x="201410" y="195611"/>
                  </a:lnTo>
                  <a:lnTo>
                    <a:pt x="201776" y="195821"/>
                  </a:lnTo>
                  <a:lnTo>
                    <a:pt x="201845" y="195988"/>
                  </a:lnTo>
                  <a:lnTo>
                    <a:pt x="201857" y="195773"/>
                  </a:lnTo>
                  <a:lnTo>
                    <a:pt x="201873" y="195496"/>
                  </a:lnTo>
                  <a:lnTo>
                    <a:pt x="201887" y="195304"/>
                  </a:lnTo>
                  <a:lnTo>
                    <a:pt x="202117" y="194582"/>
                  </a:lnTo>
                  <a:lnTo>
                    <a:pt x="202305" y="194516"/>
                  </a:lnTo>
                  <a:lnTo>
                    <a:pt x="202688" y="194425"/>
                  </a:lnTo>
                  <a:lnTo>
                    <a:pt x="202622" y="193234"/>
                  </a:lnTo>
                  <a:lnTo>
                    <a:pt x="203157" y="193311"/>
                  </a:lnTo>
                  <a:lnTo>
                    <a:pt x="203371" y="193361"/>
                  </a:lnTo>
                  <a:lnTo>
                    <a:pt x="203907" y="193230"/>
                  </a:lnTo>
                  <a:lnTo>
                    <a:pt x="204506" y="192580"/>
                  </a:lnTo>
                  <a:lnTo>
                    <a:pt x="204696" y="192194"/>
                  </a:lnTo>
                  <a:lnTo>
                    <a:pt x="204742" y="192007"/>
                  </a:lnTo>
                  <a:lnTo>
                    <a:pt x="204853" y="191780"/>
                  </a:lnTo>
                  <a:lnTo>
                    <a:pt x="205323" y="191759"/>
                  </a:lnTo>
                  <a:lnTo>
                    <a:pt x="206040" y="191866"/>
                  </a:lnTo>
                  <a:lnTo>
                    <a:pt x="206238" y="191882"/>
                  </a:lnTo>
                  <a:lnTo>
                    <a:pt x="206430" y="191897"/>
                  </a:lnTo>
                  <a:lnTo>
                    <a:pt x="206934" y="191906"/>
                  </a:lnTo>
                  <a:lnTo>
                    <a:pt x="207257" y="191911"/>
                  </a:lnTo>
                  <a:lnTo>
                    <a:pt x="207803" y="191845"/>
                  </a:lnTo>
                  <a:lnTo>
                    <a:pt x="208038" y="191821"/>
                  </a:lnTo>
                  <a:lnTo>
                    <a:pt x="208430" y="191846"/>
                  </a:lnTo>
                  <a:lnTo>
                    <a:pt x="208563" y="191823"/>
                  </a:lnTo>
                  <a:lnTo>
                    <a:pt x="209223" y="191656"/>
                  </a:lnTo>
                  <a:lnTo>
                    <a:pt x="209574" y="191269"/>
                  </a:lnTo>
                  <a:lnTo>
                    <a:pt x="209757" y="191212"/>
                  </a:lnTo>
                  <a:lnTo>
                    <a:pt x="209910" y="190718"/>
                  </a:lnTo>
                  <a:lnTo>
                    <a:pt x="210227" y="190301"/>
                  </a:lnTo>
                  <a:lnTo>
                    <a:pt x="210387" y="190156"/>
                  </a:lnTo>
                  <a:lnTo>
                    <a:pt x="210545" y="190058"/>
                  </a:lnTo>
                  <a:lnTo>
                    <a:pt x="210773" y="189856"/>
                  </a:lnTo>
                  <a:lnTo>
                    <a:pt x="210960" y="189620"/>
                  </a:lnTo>
                  <a:lnTo>
                    <a:pt x="211096" y="189328"/>
                  </a:lnTo>
                  <a:lnTo>
                    <a:pt x="211389" y="189087"/>
                  </a:lnTo>
                  <a:lnTo>
                    <a:pt x="211711" y="189207"/>
                  </a:lnTo>
                  <a:lnTo>
                    <a:pt x="212026" y="189306"/>
                  </a:lnTo>
                  <a:lnTo>
                    <a:pt x="212660" y="189467"/>
                  </a:lnTo>
                  <a:lnTo>
                    <a:pt x="213254" y="189600"/>
                  </a:lnTo>
                  <a:lnTo>
                    <a:pt x="213963" y="189994"/>
                  </a:lnTo>
                  <a:lnTo>
                    <a:pt x="214152" y="190159"/>
                  </a:lnTo>
                  <a:lnTo>
                    <a:pt x="214343" y="190441"/>
                  </a:lnTo>
                  <a:lnTo>
                    <a:pt x="214364" y="190660"/>
                  </a:lnTo>
                  <a:lnTo>
                    <a:pt x="214492" y="190895"/>
                  </a:lnTo>
                  <a:lnTo>
                    <a:pt x="215113" y="190889"/>
                  </a:lnTo>
                  <a:lnTo>
                    <a:pt x="215602" y="190621"/>
                  </a:lnTo>
                  <a:lnTo>
                    <a:pt x="215770" y="190481"/>
                  </a:lnTo>
                  <a:lnTo>
                    <a:pt x="216155" y="190266"/>
                  </a:lnTo>
                  <a:lnTo>
                    <a:pt x="216775" y="190007"/>
                  </a:lnTo>
                  <a:lnTo>
                    <a:pt x="216908" y="189956"/>
                  </a:lnTo>
                  <a:lnTo>
                    <a:pt x="217502" y="190009"/>
                  </a:lnTo>
                  <a:lnTo>
                    <a:pt x="217553" y="190213"/>
                  </a:lnTo>
                  <a:lnTo>
                    <a:pt x="218229" y="190688"/>
                  </a:lnTo>
                  <a:lnTo>
                    <a:pt x="218836" y="190999"/>
                  </a:lnTo>
                  <a:lnTo>
                    <a:pt x="219041" y="191254"/>
                  </a:lnTo>
                  <a:lnTo>
                    <a:pt x="218688" y="191754"/>
                  </a:lnTo>
                  <a:lnTo>
                    <a:pt x="218803" y="192123"/>
                  </a:lnTo>
                  <a:lnTo>
                    <a:pt x="219217" y="192247"/>
                  </a:lnTo>
                  <a:lnTo>
                    <a:pt x="219736" y="191920"/>
                  </a:lnTo>
                  <a:lnTo>
                    <a:pt x="220290" y="191400"/>
                  </a:lnTo>
                  <a:lnTo>
                    <a:pt x="220394" y="190771"/>
                  </a:lnTo>
                  <a:lnTo>
                    <a:pt x="220388" y="190438"/>
                  </a:lnTo>
                  <a:lnTo>
                    <a:pt x="220677" y="189888"/>
                  </a:lnTo>
                  <a:lnTo>
                    <a:pt x="220820" y="189607"/>
                  </a:lnTo>
                  <a:lnTo>
                    <a:pt x="220783" y="189085"/>
                  </a:lnTo>
                  <a:lnTo>
                    <a:pt x="220874" y="188881"/>
                  </a:lnTo>
                  <a:lnTo>
                    <a:pt x="221350" y="188882"/>
                  </a:lnTo>
                  <a:lnTo>
                    <a:pt x="221602" y="189032"/>
                  </a:lnTo>
                  <a:lnTo>
                    <a:pt x="221944" y="189078"/>
                  </a:lnTo>
                  <a:lnTo>
                    <a:pt x="222114" y="189107"/>
                  </a:lnTo>
                  <a:lnTo>
                    <a:pt x="222704" y="189471"/>
                  </a:lnTo>
                  <a:lnTo>
                    <a:pt x="222612" y="189833"/>
                  </a:lnTo>
                  <a:lnTo>
                    <a:pt x="222363" y="190501"/>
                  </a:lnTo>
                  <a:lnTo>
                    <a:pt x="222249" y="190940"/>
                  </a:lnTo>
                  <a:lnTo>
                    <a:pt x="222242" y="191157"/>
                  </a:lnTo>
                  <a:lnTo>
                    <a:pt x="222275" y="191346"/>
                  </a:lnTo>
                  <a:lnTo>
                    <a:pt x="222389" y="191736"/>
                  </a:lnTo>
                  <a:lnTo>
                    <a:pt x="222708" y="192418"/>
                  </a:lnTo>
                  <a:lnTo>
                    <a:pt x="222784" y="192785"/>
                  </a:lnTo>
                  <a:lnTo>
                    <a:pt x="222701" y="193103"/>
                  </a:lnTo>
                  <a:lnTo>
                    <a:pt x="222732" y="193519"/>
                  </a:lnTo>
                  <a:lnTo>
                    <a:pt x="222920" y="193879"/>
                  </a:lnTo>
                  <a:lnTo>
                    <a:pt x="223000" y="194243"/>
                  </a:lnTo>
                  <a:lnTo>
                    <a:pt x="223174" y="195149"/>
                  </a:lnTo>
                  <a:lnTo>
                    <a:pt x="223222" y="195657"/>
                  </a:lnTo>
                  <a:lnTo>
                    <a:pt x="223566" y="196281"/>
                  </a:lnTo>
                  <a:lnTo>
                    <a:pt x="223921" y="196363"/>
                  </a:lnTo>
                  <a:lnTo>
                    <a:pt x="224253" y="196553"/>
                  </a:lnTo>
                  <a:lnTo>
                    <a:pt x="224520" y="196813"/>
                  </a:lnTo>
                  <a:lnTo>
                    <a:pt x="224629" y="197009"/>
                  </a:lnTo>
                  <a:lnTo>
                    <a:pt x="224704" y="197279"/>
                  </a:lnTo>
                  <a:lnTo>
                    <a:pt x="224723" y="197508"/>
                  </a:lnTo>
                  <a:lnTo>
                    <a:pt x="224716" y="197966"/>
                  </a:lnTo>
                  <a:lnTo>
                    <a:pt x="224697" y="198323"/>
                  </a:lnTo>
                  <a:lnTo>
                    <a:pt x="224707" y="198703"/>
                  </a:lnTo>
                  <a:lnTo>
                    <a:pt x="224806" y="198998"/>
                  </a:lnTo>
                  <a:lnTo>
                    <a:pt x="225039" y="199535"/>
                  </a:lnTo>
                  <a:lnTo>
                    <a:pt x="224966" y="199852"/>
                  </a:lnTo>
                  <a:lnTo>
                    <a:pt x="224939" y="200087"/>
                  </a:lnTo>
                  <a:lnTo>
                    <a:pt x="224976" y="200413"/>
                  </a:lnTo>
                  <a:lnTo>
                    <a:pt x="224965" y="200572"/>
                  </a:lnTo>
                  <a:lnTo>
                    <a:pt x="224918" y="200703"/>
                  </a:lnTo>
                  <a:lnTo>
                    <a:pt x="224664" y="201026"/>
                  </a:lnTo>
                  <a:lnTo>
                    <a:pt x="224541" y="201298"/>
                  </a:lnTo>
                  <a:lnTo>
                    <a:pt x="224521" y="201485"/>
                  </a:lnTo>
                  <a:lnTo>
                    <a:pt x="224612" y="201906"/>
                  </a:lnTo>
                  <a:lnTo>
                    <a:pt x="224699" y="202089"/>
                  </a:lnTo>
                  <a:lnTo>
                    <a:pt x="224867" y="202440"/>
                  </a:lnTo>
                  <a:lnTo>
                    <a:pt x="224929" y="202623"/>
                  </a:lnTo>
                  <a:lnTo>
                    <a:pt x="224934" y="202851"/>
                  </a:lnTo>
                  <a:lnTo>
                    <a:pt x="224898" y="203310"/>
                  </a:lnTo>
                  <a:lnTo>
                    <a:pt x="224901" y="203694"/>
                  </a:lnTo>
                  <a:lnTo>
                    <a:pt x="225289" y="203874"/>
                  </a:lnTo>
                  <a:lnTo>
                    <a:pt x="226239" y="204160"/>
                  </a:lnTo>
                  <a:lnTo>
                    <a:pt x="226477" y="204434"/>
                  </a:lnTo>
                  <a:lnTo>
                    <a:pt x="226543" y="204973"/>
                  </a:lnTo>
                  <a:lnTo>
                    <a:pt x="226540" y="205168"/>
                  </a:lnTo>
                  <a:lnTo>
                    <a:pt x="226516" y="205416"/>
                  </a:lnTo>
                  <a:lnTo>
                    <a:pt x="226434" y="205737"/>
                  </a:lnTo>
                  <a:lnTo>
                    <a:pt x="226260" y="206009"/>
                  </a:lnTo>
                  <a:lnTo>
                    <a:pt x="225996" y="206106"/>
                  </a:lnTo>
                  <a:lnTo>
                    <a:pt x="225866" y="206242"/>
                  </a:lnTo>
                  <a:lnTo>
                    <a:pt x="225781" y="206546"/>
                  </a:lnTo>
                  <a:lnTo>
                    <a:pt x="225119" y="207310"/>
                  </a:lnTo>
                  <a:lnTo>
                    <a:pt x="225054" y="207511"/>
                  </a:lnTo>
                  <a:lnTo>
                    <a:pt x="224818" y="207771"/>
                  </a:lnTo>
                  <a:lnTo>
                    <a:pt x="224647" y="207847"/>
                  </a:lnTo>
                  <a:lnTo>
                    <a:pt x="224610" y="208118"/>
                  </a:lnTo>
                  <a:lnTo>
                    <a:pt x="224570" y="209443"/>
                  </a:lnTo>
                  <a:lnTo>
                    <a:pt x="224530" y="209571"/>
                  </a:lnTo>
                  <a:lnTo>
                    <a:pt x="224395" y="210004"/>
                  </a:lnTo>
                  <a:lnTo>
                    <a:pt x="224322" y="210186"/>
                  </a:lnTo>
                  <a:lnTo>
                    <a:pt x="224000" y="210794"/>
                  </a:lnTo>
                  <a:lnTo>
                    <a:pt x="223914" y="211122"/>
                  </a:lnTo>
                  <a:lnTo>
                    <a:pt x="224309" y="211191"/>
                  </a:lnTo>
                  <a:lnTo>
                    <a:pt x="224506" y="211129"/>
                  </a:lnTo>
                  <a:lnTo>
                    <a:pt x="224792" y="211139"/>
                  </a:lnTo>
                  <a:lnTo>
                    <a:pt x="224978" y="211269"/>
                  </a:lnTo>
                  <a:lnTo>
                    <a:pt x="225304" y="211569"/>
                  </a:lnTo>
                  <a:lnTo>
                    <a:pt x="225826" y="211804"/>
                  </a:lnTo>
                  <a:lnTo>
                    <a:pt x="226276" y="212214"/>
                  </a:lnTo>
                  <a:lnTo>
                    <a:pt x="226624" y="212431"/>
                  </a:lnTo>
                  <a:lnTo>
                    <a:pt x="227087" y="212514"/>
                  </a:lnTo>
                  <a:lnTo>
                    <a:pt x="227751" y="212741"/>
                  </a:lnTo>
                  <a:lnTo>
                    <a:pt x="228000" y="212836"/>
                  </a:lnTo>
                  <a:lnTo>
                    <a:pt x="228372" y="213088"/>
                  </a:lnTo>
                  <a:lnTo>
                    <a:pt x="228578" y="213212"/>
                  </a:lnTo>
                  <a:lnTo>
                    <a:pt x="229116" y="213467"/>
                  </a:lnTo>
                  <a:lnTo>
                    <a:pt x="229324" y="213469"/>
                  </a:lnTo>
                  <a:lnTo>
                    <a:pt x="229480" y="213424"/>
                  </a:lnTo>
                  <a:lnTo>
                    <a:pt x="229676" y="213331"/>
                  </a:lnTo>
                  <a:lnTo>
                    <a:pt x="229813" y="213321"/>
                  </a:lnTo>
                  <a:lnTo>
                    <a:pt x="229946" y="213377"/>
                  </a:lnTo>
                  <a:lnTo>
                    <a:pt x="230320" y="213660"/>
                  </a:lnTo>
                  <a:lnTo>
                    <a:pt x="230540" y="213740"/>
                  </a:lnTo>
                  <a:lnTo>
                    <a:pt x="230698" y="213749"/>
                  </a:lnTo>
                  <a:lnTo>
                    <a:pt x="231102" y="213594"/>
                  </a:lnTo>
                  <a:lnTo>
                    <a:pt x="231391" y="213569"/>
                  </a:lnTo>
                  <a:lnTo>
                    <a:pt x="231545" y="213688"/>
                  </a:lnTo>
                  <a:lnTo>
                    <a:pt x="231675" y="213755"/>
                  </a:lnTo>
                  <a:lnTo>
                    <a:pt x="232130" y="213085"/>
                  </a:lnTo>
                  <a:lnTo>
                    <a:pt x="232736" y="213032"/>
                  </a:lnTo>
                  <a:lnTo>
                    <a:pt x="233676" y="212360"/>
                  </a:lnTo>
                  <a:lnTo>
                    <a:pt x="234108" y="212648"/>
                  </a:lnTo>
                  <a:lnTo>
                    <a:pt x="234807" y="212100"/>
                  </a:lnTo>
                  <a:lnTo>
                    <a:pt x="235060" y="211816"/>
                  </a:lnTo>
                  <a:lnTo>
                    <a:pt x="235309" y="211926"/>
                  </a:lnTo>
                  <a:lnTo>
                    <a:pt x="235542" y="212059"/>
                  </a:lnTo>
                  <a:lnTo>
                    <a:pt x="236263" y="212966"/>
                  </a:lnTo>
                  <a:lnTo>
                    <a:pt x="236534" y="212999"/>
                  </a:lnTo>
                  <a:lnTo>
                    <a:pt x="236652" y="213335"/>
                  </a:lnTo>
                  <a:lnTo>
                    <a:pt x="236955" y="213310"/>
                  </a:lnTo>
                  <a:lnTo>
                    <a:pt x="237336" y="213207"/>
                  </a:lnTo>
                  <a:lnTo>
                    <a:pt x="237506" y="213104"/>
                  </a:lnTo>
                  <a:lnTo>
                    <a:pt x="237737" y="212973"/>
                  </a:lnTo>
                  <a:lnTo>
                    <a:pt x="237996" y="213037"/>
                  </a:lnTo>
                  <a:lnTo>
                    <a:pt x="238177" y="214184"/>
                  </a:lnTo>
                  <a:lnTo>
                    <a:pt x="237831" y="214514"/>
                  </a:lnTo>
                  <a:lnTo>
                    <a:pt x="237543" y="214786"/>
                  </a:lnTo>
                  <a:lnTo>
                    <a:pt x="237304" y="215048"/>
                  </a:lnTo>
                  <a:lnTo>
                    <a:pt x="237147" y="215236"/>
                  </a:lnTo>
                  <a:lnTo>
                    <a:pt x="236771" y="215747"/>
                  </a:lnTo>
                  <a:lnTo>
                    <a:pt x="236780" y="215946"/>
                  </a:lnTo>
                  <a:lnTo>
                    <a:pt x="236838" y="216193"/>
                  </a:lnTo>
                  <a:lnTo>
                    <a:pt x="236880" y="216465"/>
                  </a:lnTo>
                  <a:lnTo>
                    <a:pt x="236883" y="216800"/>
                  </a:lnTo>
                  <a:lnTo>
                    <a:pt x="236867" y="217194"/>
                  </a:lnTo>
                  <a:lnTo>
                    <a:pt x="237046" y="217910"/>
                  </a:lnTo>
                  <a:lnTo>
                    <a:pt x="237081" y="218300"/>
                  </a:lnTo>
                  <a:lnTo>
                    <a:pt x="236813" y="218490"/>
                  </a:lnTo>
                  <a:lnTo>
                    <a:pt x="236356" y="218491"/>
                  </a:lnTo>
                  <a:lnTo>
                    <a:pt x="235917" y="218552"/>
                  </a:lnTo>
                  <a:lnTo>
                    <a:pt x="235505" y="218621"/>
                  </a:lnTo>
                  <a:lnTo>
                    <a:pt x="235288" y="219189"/>
                  </a:lnTo>
                  <a:lnTo>
                    <a:pt x="235520" y="220050"/>
                  </a:lnTo>
                  <a:lnTo>
                    <a:pt x="235620" y="220336"/>
                  </a:lnTo>
                  <a:lnTo>
                    <a:pt x="235482" y="220549"/>
                  </a:lnTo>
                  <a:lnTo>
                    <a:pt x="235463" y="220747"/>
                  </a:lnTo>
                  <a:lnTo>
                    <a:pt x="235556" y="221026"/>
                  </a:lnTo>
                  <a:lnTo>
                    <a:pt x="235799" y="221436"/>
                  </a:lnTo>
                  <a:lnTo>
                    <a:pt x="236007" y="221783"/>
                  </a:lnTo>
                  <a:lnTo>
                    <a:pt x="236045" y="222061"/>
                  </a:lnTo>
                  <a:lnTo>
                    <a:pt x="236064" y="222219"/>
                  </a:lnTo>
                  <a:lnTo>
                    <a:pt x="236049" y="222735"/>
                  </a:lnTo>
                  <a:lnTo>
                    <a:pt x="236466" y="223365"/>
                  </a:lnTo>
                  <a:lnTo>
                    <a:pt x="236899" y="223777"/>
                  </a:lnTo>
                  <a:lnTo>
                    <a:pt x="236991" y="224145"/>
                  </a:lnTo>
                  <a:lnTo>
                    <a:pt x="237010" y="224854"/>
                  </a:lnTo>
                  <a:lnTo>
                    <a:pt x="237002" y="225049"/>
                  </a:lnTo>
                  <a:lnTo>
                    <a:pt x="236957" y="225358"/>
                  </a:lnTo>
                  <a:lnTo>
                    <a:pt x="236701" y="225637"/>
                  </a:lnTo>
                  <a:lnTo>
                    <a:pt x="236487" y="225646"/>
                  </a:lnTo>
                  <a:lnTo>
                    <a:pt x="235978" y="225693"/>
                  </a:lnTo>
                  <a:lnTo>
                    <a:pt x="235830" y="225875"/>
                  </a:lnTo>
                  <a:lnTo>
                    <a:pt x="235453" y="226697"/>
                  </a:lnTo>
                  <a:lnTo>
                    <a:pt x="235438" y="226876"/>
                  </a:lnTo>
                  <a:lnTo>
                    <a:pt x="235455" y="227298"/>
                  </a:lnTo>
                  <a:lnTo>
                    <a:pt x="235500" y="227560"/>
                  </a:lnTo>
                  <a:lnTo>
                    <a:pt x="235521" y="227833"/>
                  </a:lnTo>
                  <a:lnTo>
                    <a:pt x="235467" y="228133"/>
                  </a:lnTo>
                  <a:lnTo>
                    <a:pt x="235749" y="229020"/>
                  </a:lnTo>
                  <a:lnTo>
                    <a:pt x="236285" y="229070"/>
                  </a:lnTo>
                  <a:lnTo>
                    <a:pt x="236518" y="229126"/>
                  </a:lnTo>
                  <a:lnTo>
                    <a:pt x="236721" y="229244"/>
                  </a:lnTo>
                  <a:lnTo>
                    <a:pt x="236857" y="229497"/>
                  </a:lnTo>
                  <a:lnTo>
                    <a:pt x="236927" y="229708"/>
                  </a:lnTo>
                  <a:lnTo>
                    <a:pt x="236993" y="229995"/>
                  </a:lnTo>
                  <a:lnTo>
                    <a:pt x="237476" y="229928"/>
                  </a:lnTo>
                  <a:lnTo>
                    <a:pt x="238716" y="229679"/>
                  </a:lnTo>
                  <a:lnTo>
                    <a:pt x="239198" y="229469"/>
                  </a:lnTo>
                  <a:lnTo>
                    <a:pt x="239873" y="229320"/>
                  </a:lnTo>
                  <a:lnTo>
                    <a:pt x="240219" y="228737"/>
                  </a:lnTo>
                  <a:lnTo>
                    <a:pt x="239174" y="228265"/>
                  </a:lnTo>
                  <a:lnTo>
                    <a:pt x="239334" y="227588"/>
                  </a:lnTo>
                  <a:lnTo>
                    <a:pt x="239479" y="227386"/>
                  </a:lnTo>
                  <a:lnTo>
                    <a:pt x="239678" y="226786"/>
                  </a:lnTo>
                  <a:lnTo>
                    <a:pt x="240057" y="226524"/>
                  </a:lnTo>
                  <a:lnTo>
                    <a:pt x="240537" y="226359"/>
                  </a:lnTo>
                  <a:lnTo>
                    <a:pt x="240999" y="226121"/>
                  </a:lnTo>
                  <a:lnTo>
                    <a:pt x="241128" y="225938"/>
                  </a:lnTo>
                  <a:lnTo>
                    <a:pt x="241156" y="225725"/>
                  </a:lnTo>
                  <a:lnTo>
                    <a:pt x="241064" y="225557"/>
                  </a:lnTo>
                  <a:lnTo>
                    <a:pt x="240855" y="225178"/>
                  </a:lnTo>
                  <a:lnTo>
                    <a:pt x="240746" y="224768"/>
                  </a:lnTo>
                  <a:lnTo>
                    <a:pt x="240494" y="224493"/>
                  </a:lnTo>
                  <a:lnTo>
                    <a:pt x="240318" y="224503"/>
                  </a:lnTo>
                  <a:lnTo>
                    <a:pt x="239941" y="224256"/>
                  </a:lnTo>
                  <a:lnTo>
                    <a:pt x="239723" y="224035"/>
                  </a:lnTo>
                  <a:lnTo>
                    <a:pt x="239647" y="223619"/>
                  </a:lnTo>
                  <a:lnTo>
                    <a:pt x="239154" y="223468"/>
                  </a:lnTo>
                  <a:lnTo>
                    <a:pt x="238477" y="222879"/>
                  </a:lnTo>
                  <a:lnTo>
                    <a:pt x="238722" y="222149"/>
                  </a:lnTo>
                  <a:lnTo>
                    <a:pt x="239053" y="222004"/>
                  </a:lnTo>
                  <a:lnTo>
                    <a:pt x="239484" y="221903"/>
                  </a:lnTo>
                  <a:lnTo>
                    <a:pt x="239724" y="221918"/>
                  </a:lnTo>
                  <a:lnTo>
                    <a:pt x="241478" y="221223"/>
                  </a:lnTo>
                  <a:lnTo>
                    <a:pt x="241589" y="220828"/>
                  </a:lnTo>
                  <a:lnTo>
                    <a:pt x="242143" y="220871"/>
                  </a:lnTo>
                  <a:lnTo>
                    <a:pt x="242359" y="221291"/>
                  </a:lnTo>
                  <a:lnTo>
                    <a:pt x="242389" y="221438"/>
                  </a:lnTo>
                  <a:lnTo>
                    <a:pt x="242428" y="221619"/>
                  </a:lnTo>
                  <a:lnTo>
                    <a:pt x="242697" y="222172"/>
                  </a:lnTo>
                  <a:lnTo>
                    <a:pt x="243278" y="222359"/>
                  </a:lnTo>
                  <a:lnTo>
                    <a:pt x="243420" y="223153"/>
                  </a:lnTo>
                  <a:lnTo>
                    <a:pt x="243598" y="223330"/>
                  </a:lnTo>
                  <a:lnTo>
                    <a:pt x="243859" y="223445"/>
                  </a:lnTo>
                  <a:lnTo>
                    <a:pt x="244654" y="223812"/>
                  </a:lnTo>
                  <a:lnTo>
                    <a:pt x="244869" y="224102"/>
                  </a:lnTo>
                  <a:lnTo>
                    <a:pt x="245125" y="224502"/>
                  </a:lnTo>
                  <a:lnTo>
                    <a:pt x="244772" y="225018"/>
                  </a:lnTo>
                  <a:lnTo>
                    <a:pt x="244526" y="225573"/>
                  </a:lnTo>
                  <a:lnTo>
                    <a:pt x="244199" y="226188"/>
                  </a:lnTo>
                  <a:lnTo>
                    <a:pt x="244156" y="226762"/>
                  </a:lnTo>
                  <a:lnTo>
                    <a:pt x="244961" y="226968"/>
                  </a:lnTo>
                  <a:lnTo>
                    <a:pt x="245237" y="227046"/>
                  </a:lnTo>
                  <a:lnTo>
                    <a:pt x="245234" y="227188"/>
                  </a:lnTo>
                  <a:lnTo>
                    <a:pt x="245119" y="227464"/>
                  </a:lnTo>
                  <a:lnTo>
                    <a:pt x="244957" y="227636"/>
                  </a:lnTo>
                  <a:lnTo>
                    <a:pt x="244886" y="227916"/>
                  </a:lnTo>
                  <a:lnTo>
                    <a:pt x="244983" y="228533"/>
                  </a:lnTo>
                  <a:lnTo>
                    <a:pt x="244863" y="229176"/>
                  </a:lnTo>
                  <a:lnTo>
                    <a:pt x="244566" y="229421"/>
                  </a:lnTo>
                  <a:lnTo>
                    <a:pt x="244130" y="229929"/>
                  </a:lnTo>
                  <a:lnTo>
                    <a:pt x="244617" y="230550"/>
                  </a:lnTo>
                  <a:lnTo>
                    <a:pt x="244423" y="231065"/>
                  </a:lnTo>
                  <a:lnTo>
                    <a:pt x="244029" y="231174"/>
                  </a:lnTo>
                  <a:lnTo>
                    <a:pt x="243588" y="231368"/>
                  </a:lnTo>
                  <a:lnTo>
                    <a:pt x="242959" y="231913"/>
                  </a:lnTo>
                  <a:lnTo>
                    <a:pt x="242434" y="232760"/>
                  </a:lnTo>
                  <a:lnTo>
                    <a:pt x="242490" y="233445"/>
                  </a:lnTo>
                  <a:lnTo>
                    <a:pt x="242706" y="233700"/>
                  </a:lnTo>
                  <a:lnTo>
                    <a:pt x="242923" y="233857"/>
                  </a:lnTo>
                  <a:lnTo>
                    <a:pt x="243015" y="234071"/>
                  </a:lnTo>
                  <a:lnTo>
                    <a:pt x="243034" y="234459"/>
                  </a:lnTo>
                  <a:lnTo>
                    <a:pt x="243063" y="234915"/>
                  </a:lnTo>
                  <a:lnTo>
                    <a:pt x="243189" y="235310"/>
                  </a:lnTo>
                  <a:lnTo>
                    <a:pt x="243570" y="235230"/>
                  </a:lnTo>
                  <a:lnTo>
                    <a:pt x="243859" y="235335"/>
                  </a:lnTo>
                  <a:lnTo>
                    <a:pt x="244034" y="235493"/>
                  </a:lnTo>
                  <a:lnTo>
                    <a:pt x="244019" y="236388"/>
                  </a:lnTo>
                  <a:lnTo>
                    <a:pt x="244002" y="236983"/>
                  </a:lnTo>
                  <a:lnTo>
                    <a:pt x="244290" y="237145"/>
                  </a:lnTo>
                  <a:lnTo>
                    <a:pt x="244675" y="236180"/>
                  </a:lnTo>
                  <a:lnTo>
                    <a:pt x="244900" y="235732"/>
                  </a:lnTo>
                  <a:lnTo>
                    <a:pt x="245198" y="235663"/>
                  </a:lnTo>
                  <a:lnTo>
                    <a:pt x="245480" y="235598"/>
                  </a:lnTo>
                  <a:lnTo>
                    <a:pt x="245886" y="235403"/>
                  </a:lnTo>
                  <a:lnTo>
                    <a:pt x="246046" y="234880"/>
                  </a:lnTo>
                  <a:lnTo>
                    <a:pt x="247071" y="234795"/>
                  </a:lnTo>
                  <a:lnTo>
                    <a:pt x="247198" y="235163"/>
                  </a:lnTo>
                  <a:lnTo>
                    <a:pt x="247306" y="235431"/>
                  </a:lnTo>
                  <a:lnTo>
                    <a:pt x="247646" y="236233"/>
                  </a:lnTo>
                  <a:lnTo>
                    <a:pt x="247832" y="236436"/>
                  </a:lnTo>
                  <a:lnTo>
                    <a:pt x="248188" y="236740"/>
                  </a:lnTo>
                  <a:lnTo>
                    <a:pt x="248933" y="236450"/>
                  </a:lnTo>
                  <a:lnTo>
                    <a:pt x="249088" y="236366"/>
                  </a:lnTo>
                  <a:lnTo>
                    <a:pt x="249244" y="236307"/>
                  </a:lnTo>
                  <a:lnTo>
                    <a:pt x="249854" y="236010"/>
                  </a:lnTo>
                  <a:lnTo>
                    <a:pt x="250393" y="235711"/>
                  </a:lnTo>
                  <a:lnTo>
                    <a:pt x="250629" y="235667"/>
                  </a:lnTo>
                  <a:lnTo>
                    <a:pt x="251130" y="235852"/>
                  </a:lnTo>
                  <a:lnTo>
                    <a:pt x="251450" y="235822"/>
                  </a:lnTo>
                  <a:lnTo>
                    <a:pt x="251796" y="235752"/>
                  </a:lnTo>
                  <a:lnTo>
                    <a:pt x="252153" y="236108"/>
                  </a:lnTo>
                  <a:lnTo>
                    <a:pt x="252037" y="236686"/>
                  </a:lnTo>
                  <a:lnTo>
                    <a:pt x="252698" y="237368"/>
                  </a:lnTo>
                  <a:lnTo>
                    <a:pt x="253355" y="237607"/>
                  </a:lnTo>
                  <a:lnTo>
                    <a:pt x="253670" y="237912"/>
                  </a:lnTo>
                  <a:lnTo>
                    <a:pt x="253875" y="237956"/>
                  </a:lnTo>
                  <a:lnTo>
                    <a:pt x="254213" y="238027"/>
                  </a:lnTo>
                  <a:lnTo>
                    <a:pt x="254504" y="238219"/>
                  </a:lnTo>
                  <a:lnTo>
                    <a:pt x="254777" y="238675"/>
                  </a:lnTo>
                  <a:lnTo>
                    <a:pt x="255160" y="238762"/>
                  </a:lnTo>
                  <a:lnTo>
                    <a:pt x="255744" y="238734"/>
                  </a:lnTo>
                  <a:lnTo>
                    <a:pt x="256053" y="238204"/>
                  </a:lnTo>
                  <a:lnTo>
                    <a:pt x="256164" y="237753"/>
                  </a:lnTo>
                  <a:lnTo>
                    <a:pt x="256023" y="237160"/>
                  </a:lnTo>
                  <a:lnTo>
                    <a:pt x="256063" y="236893"/>
                  </a:lnTo>
                  <a:lnTo>
                    <a:pt x="256137" y="236689"/>
                  </a:lnTo>
                  <a:lnTo>
                    <a:pt x="256370" y="236367"/>
                  </a:lnTo>
                  <a:lnTo>
                    <a:pt x="256597" y="235994"/>
                  </a:lnTo>
                  <a:lnTo>
                    <a:pt x="256792" y="235649"/>
                  </a:lnTo>
                  <a:lnTo>
                    <a:pt x="257282" y="235758"/>
                  </a:lnTo>
                  <a:lnTo>
                    <a:pt x="257473" y="236168"/>
                  </a:lnTo>
                  <a:lnTo>
                    <a:pt x="257491" y="236580"/>
                  </a:lnTo>
                  <a:lnTo>
                    <a:pt x="258038" y="236733"/>
                  </a:lnTo>
                  <a:lnTo>
                    <a:pt x="258314" y="236740"/>
                  </a:lnTo>
                  <a:lnTo>
                    <a:pt x="258625" y="236998"/>
                  </a:lnTo>
                  <a:lnTo>
                    <a:pt x="258776" y="237192"/>
                  </a:lnTo>
                  <a:lnTo>
                    <a:pt x="259281" y="237555"/>
                  </a:lnTo>
                  <a:lnTo>
                    <a:pt x="259500" y="237569"/>
                  </a:lnTo>
                  <a:lnTo>
                    <a:pt x="259588" y="237323"/>
                  </a:lnTo>
                  <a:lnTo>
                    <a:pt x="259659" y="237043"/>
                  </a:lnTo>
                  <a:lnTo>
                    <a:pt x="259775" y="236818"/>
                  </a:lnTo>
                  <a:lnTo>
                    <a:pt x="260091" y="236824"/>
                  </a:lnTo>
                  <a:lnTo>
                    <a:pt x="260243" y="236677"/>
                  </a:lnTo>
                  <a:lnTo>
                    <a:pt x="260294" y="236214"/>
                  </a:lnTo>
                  <a:lnTo>
                    <a:pt x="260108" y="235760"/>
                  </a:lnTo>
                  <a:lnTo>
                    <a:pt x="259951" y="235475"/>
                  </a:lnTo>
                  <a:lnTo>
                    <a:pt x="259818" y="235373"/>
                  </a:lnTo>
                  <a:lnTo>
                    <a:pt x="259581" y="235144"/>
                  </a:lnTo>
                  <a:lnTo>
                    <a:pt x="259466" y="234761"/>
                  </a:lnTo>
                  <a:lnTo>
                    <a:pt x="259419" y="234466"/>
                  </a:lnTo>
                  <a:lnTo>
                    <a:pt x="259283" y="233947"/>
                  </a:lnTo>
                  <a:lnTo>
                    <a:pt x="259337" y="233790"/>
                  </a:lnTo>
                  <a:lnTo>
                    <a:pt x="259422" y="233578"/>
                  </a:lnTo>
                  <a:lnTo>
                    <a:pt x="259579" y="233443"/>
                  </a:lnTo>
                  <a:lnTo>
                    <a:pt x="259828" y="233417"/>
                  </a:lnTo>
                  <a:lnTo>
                    <a:pt x="260076" y="233306"/>
                  </a:lnTo>
                  <a:lnTo>
                    <a:pt x="260443" y="232952"/>
                  </a:lnTo>
                  <a:lnTo>
                    <a:pt x="260782" y="232786"/>
                  </a:lnTo>
                  <a:lnTo>
                    <a:pt x="261052" y="232458"/>
                  </a:lnTo>
                  <a:lnTo>
                    <a:pt x="261027" y="231890"/>
                  </a:lnTo>
                  <a:lnTo>
                    <a:pt x="261389" y="231575"/>
                  </a:lnTo>
                  <a:lnTo>
                    <a:pt x="261585" y="231017"/>
                  </a:lnTo>
                  <a:lnTo>
                    <a:pt x="261850" y="230510"/>
                  </a:lnTo>
                  <a:lnTo>
                    <a:pt x="262019" y="230317"/>
                  </a:lnTo>
                  <a:lnTo>
                    <a:pt x="262175" y="230119"/>
                  </a:lnTo>
                  <a:lnTo>
                    <a:pt x="261939" y="229616"/>
                  </a:lnTo>
                  <a:lnTo>
                    <a:pt x="261948" y="229426"/>
                  </a:lnTo>
                  <a:lnTo>
                    <a:pt x="262557" y="229011"/>
                  </a:lnTo>
                  <a:lnTo>
                    <a:pt x="262508" y="228492"/>
                  </a:lnTo>
                  <a:lnTo>
                    <a:pt x="262020" y="228229"/>
                  </a:lnTo>
                  <a:lnTo>
                    <a:pt x="262128" y="228076"/>
                  </a:lnTo>
                  <a:lnTo>
                    <a:pt x="262273" y="227881"/>
                  </a:lnTo>
                  <a:lnTo>
                    <a:pt x="262613" y="227235"/>
                  </a:lnTo>
                  <a:lnTo>
                    <a:pt x="262834" y="225788"/>
                  </a:lnTo>
                  <a:lnTo>
                    <a:pt x="262682" y="225605"/>
                  </a:lnTo>
                  <a:lnTo>
                    <a:pt x="262524" y="225298"/>
                  </a:lnTo>
                  <a:lnTo>
                    <a:pt x="262697" y="225066"/>
                  </a:lnTo>
                  <a:lnTo>
                    <a:pt x="263270" y="225104"/>
                  </a:lnTo>
                  <a:lnTo>
                    <a:pt x="263353" y="224901"/>
                  </a:lnTo>
                  <a:lnTo>
                    <a:pt x="263382" y="224634"/>
                  </a:lnTo>
                  <a:lnTo>
                    <a:pt x="263421" y="224239"/>
                  </a:lnTo>
                  <a:lnTo>
                    <a:pt x="263688" y="224359"/>
                  </a:lnTo>
                  <a:lnTo>
                    <a:pt x="263878" y="224247"/>
                  </a:lnTo>
                  <a:lnTo>
                    <a:pt x="263936" y="224112"/>
                  </a:lnTo>
                  <a:lnTo>
                    <a:pt x="264004" y="223941"/>
                  </a:lnTo>
                  <a:lnTo>
                    <a:pt x="264003" y="223657"/>
                  </a:lnTo>
                  <a:lnTo>
                    <a:pt x="263734" y="223283"/>
                  </a:lnTo>
                  <a:lnTo>
                    <a:pt x="263961" y="223194"/>
                  </a:lnTo>
                  <a:lnTo>
                    <a:pt x="264214" y="223075"/>
                  </a:lnTo>
                  <a:lnTo>
                    <a:pt x="264310" y="222810"/>
                  </a:lnTo>
                  <a:lnTo>
                    <a:pt x="264565" y="222643"/>
                  </a:lnTo>
                  <a:lnTo>
                    <a:pt x="264525" y="222433"/>
                  </a:lnTo>
                  <a:lnTo>
                    <a:pt x="264489" y="222215"/>
                  </a:lnTo>
                  <a:lnTo>
                    <a:pt x="265011" y="221942"/>
                  </a:lnTo>
                  <a:lnTo>
                    <a:pt x="265256" y="221921"/>
                  </a:lnTo>
                  <a:lnTo>
                    <a:pt x="265804" y="221656"/>
                  </a:lnTo>
                  <a:lnTo>
                    <a:pt x="266468" y="221965"/>
                  </a:lnTo>
                  <a:lnTo>
                    <a:pt x="267190" y="221550"/>
                  </a:lnTo>
                  <a:lnTo>
                    <a:pt x="267470" y="221352"/>
                  </a:lnTo>
                  <a:lnTo>
                    <a:pt x="267756" y="221106"/>
                  </a:lnTo>
                  <a:lnTo>
                    <a:pt x="268032" y="220949"/>
                  </a:lnTo>
                  <a:lnTo>
                    <a:pt x="268271" y="220885"/>
                  </a:lnTo>
                  <a:lnTo>
                    <a:pt x="268457" y="220925"/>
                  </a:lnTo>
                  <a:lnTo>
                    <a:pt x="268446" y="221245"/>
                  </a:lnTo>
                  <a:lnTo>
                    <a:pt x="268068" y="221579"/>
                  </a:lnTo>
                  <a:lnTo>
                    <a:pt x="267806" y="222512"/>
                  </a:lnTo>
                  <a:lnTo>
                    <a:pt x="267912" y="222808"/>
                  </a:lnTo>
                  <a:lnTo>
                    <a:pt x="267864" y="223010"/>
                  </a:lnTo>
                  <a:lnTo>
                    <a:pt x="267783" y="223182"/>
                  </a:lnTo>
                  <a:lnTo>
                    <a:pt x="267711" y="223473"/>
                  </a:lnTo>
                  <a:lnTo>
                    <a:pt x="267684" y="224115"/>
                  </a:lnTo>
                  <a:lnTo>
                    <a:pt x="267696" y="224391"/>
                  </a:lnTo>
                  <a:lnTo>
                    <a:pt x="267838" y="225553"/>
                  </a:lnTo>
                  <a:lnTo>
                    <a:pt x="267991" y="225736"/>
                  </a:lnTo>
                  <a:lnTo>
                    <a:pt x="268021" y="226047"/>
                  </a:lnTo>
                  <a:lnTo>
                    <a:pt x="267992" y="226322"/>
                  </a:lnTo>
                  <a:lnTo>
                    <a:pt x="268312" y="226860"/>
                  </a:lnTo>
                  <a:lnTo>
                    <a:pt x="268511" y="226841"/>
                  </a:lnTo>
                  <a:lnTo>
                    <a:pt x="268635" y="227219"/>
                  </a:lnTo>
                  <a:lnTo>
                    <a:pt x="269144" y="227399"/>
                  </a:lnTo>
                  <a:lnTo>
                    <a:pt x="269099" y="227837"/>
                  </a:lnTo>
                  <a:lnTo>
                    <a:pt x="268959" y="228191"/>
                  </a:lnTo>
                  <a:lnTo>
                    <a:pt x="268632" y="228622"/>
                  </a:lnTo>
                  <a:lnTo>
                    <a:pt x="268421" y="228840"/>
                  </a:lnTo>
                  <a:lnTo>
                    <a:pt x="268396" y="229026"/>
                  </a:lnTo>
                  <a:lnTo>
                    <a:pt x="268154" y="229350"/>
                  </a:lnTo>
                  <a:lnTo>
                    <a:pt x="268215" y="229627"/>
                  </a:lnTo>
                  <a:lnTo>
                    <a:pt x="268319" y="230055"/>
                  </a:lnTo>
                  <a:lnTo>
                    <a:pt x="268470" y="230671"/>
                  </a:lnTo>
                  <a:lnTo>
                    <a:pt x="268378" y="230843"/>
                  </a:lnTo>
                  <a:lnTo>
                    <a:pt x="268768" y="230914"/>
                  </a:lnTo>
                  <a:lnTo>
                    <a:pt x="269373" y="231536"/>
                  </a:lnTo>
                  <a:lnTo>
                    <a:pt x="269647" y="231964"/>
                  </a:lnTo>
                  <a:lnTo>
                    <a:pt x="269481" y="232570"/>
                  </a:lnTo>
                  <a:lnTo>
                    <a:pt x="270043" y="232763"/>
                  </a:lnTo>
                  <a:lnTo>
                    <a:pt x="270519" y="232542"/>
                  </a:lnTo>
                  <a:lnTo>
                    <a:pt x="271114" y="231912"/>
                  </a:lnTo>
                  <a:lnTo>
                    <a:pt x="271334" y="231685"/>
                  </a:lnTo>
                  <a:lnTo>
                    <a:pt x="271795" y="231832"/>
                  </a:lnTo>
                  <a:lnTo>
                    <a:pt x="271993" y="231935"/>
                  </a:lnTo>
                  <a:lnTo>
                    <a:pt x="272150" y="231975"/>
                  </a:lnTo>
                  <a:lnTo>
                    <a:pt x="272370" y="232027"/>
                  </a:lnTo>
                  <a:lnTo>
                    <a:pt x="272619" y="232215"/>
                  </a:lnTo>
                  <a:lnTo>
                    <a:pt x="272588" y="232378"/>
                  </a:lnTo>
                  <a:lnTo>
                    <a:pt x="272448" y="232593"/>
                  </a:lnTo>
                  <a:lnTo>
                    <a:pt x="272196" y="232923"/>
                  </a:lnTo>
                  <a:lnTo>
                    <a:pt x="272114" y="233305"/>
                  </a:lnTo>
                  <a:lnTo>
                    <a:pt x="272603" y="232927"/>
                  </a:lnTo>
                  <a:lnTo>
                    <a:pt x="273103" y="232571"/>
                  </a:lnTo>
                  <a:lnTo>
                    <a:pt x="273329" y="232640"/>
                  </a:lnTo>
                  <a:lnTo>
                    <a:pt x="273532" y="232797"/>
                  </a:lnTo>
                  <a:lnTo>
                    <a:pt x="273875" y="232889"/>
                  </a:lnTo>
                  <a:lnTo>
                    <a:pt x="274283" y="233061"/>
                  </a:lnTo>
                  <a:lnTo>
                    <a:pt x="274149" y="233114"/>
                  </a:lnTo>
                  <a:lnTo>
                    <a:pt x="273963" y="233162"/>
                  </a:lnTo>
                  <a:lnTo>
                    <a:pt x="273722" y="233249"/>
                  </a:lnTo>
                  <a:lnTo>
                    <a:pt x="273270" y="233585"/>
                  </a:lnTo>
                  <a:lnTo>
                    <a:pt x="272996" y="233982"/>
                  </a:lnTo>
                  <a:lnTo>
                    <a:pt x="272970" y="234280"/>
                  </a:lnTo>
                  <a:lnTo>
                    <a:pt x="272522" y="235285"/>
                  </a:lnTo>
                  <a:lnTo>
                    <a:pt x="272519" y="235633"/>
                  </a:lnTo>
                  <a:lnTo>
                    <a:pt x="272106" y="236044"/>
                  </a:lnTo>
                  <a:lnTo>
                    <a:pt x="271835" y="236319"/>
                  </a:lnTo>
                  <a:lnTo>
                    <a:pt x="271646" y="237020"/>
                  </a:lnTo>
                  <a:lnTo>
                    <a:pt x="271643" y="237349"/>
                  </a:lnTo>
                  <a:lnTo>
                    <a:pt x="271573" y="237633"/>
                  </a:lnTo>
                  <a:lnTo>
                    <a:pt x="271681" y="237897"/>
                  </a:lnTo>
                  <a:lnTo>
                    <a:pt x="271713" y="238081"/>
                  </a:lnTo>
                  <a:lnTo>
                    <a:pt x="271873" y="238589"/>
                  </a:lnTo>
                  <a:lnTo>
                    <a:pt x="271794" y="238736"/>
                  </a:lnTo>
                  <a:lnTo>
                    <a:pt x="271347" y="239133"/>
                  </a:lnTo>
                  <a:lnTo>
                    <a:pt x="271400" y="239303"/>
                  </a:lnTo>
                  <a:lnTo>
                    <a:pt x="271522" y="239515"/>
                  </a:lnTo>
                  <a:lnTo>
                    <a:pt x="271612" y="239784"/>
                  </a:lnTo>
                  <a:lnTo>
                    <a:pt x="271479" y="240074"/>
                  </a:lnTo>
                  <a:lnTo>
                    <a:pt x="271074" y="240586"/>
                  </a:lnTo>
                  <a:lnTo>
                    <a:pt x="271047" y="240835"/>
                  </a:lnTo>
                  <a:lnTo>
                    <a:pt x="271034" y="241079"/>
                  </a:lnTo>
                  <a:lnTo>
                    <a:pt x="270903" y="241390"/>
                  </a:lnTo>
                  <a:lnTo>
                    <a:pt x="270377" y="241870"/>
                  </a:lnTo>
                  <a:lnTo>
                    <a:pt x="270313" y="241999"/>
                  </a:lnTo>
                  <a:lnTo>
                    <a:pt x="270214" y="242381"/>
                  </a:lnTo>
                  <a:lnTo>
                    <a:pt x="270321" y="242622"/>
                  </a:lnTo>
                  <a:lnTo>
                    <a:pt x="270329" y="242874"/>
                  </a:lnTo>
                  <a:lnTo>
                    <a:pt x="270106" y="243118"/>
                  </a:lnTo>
                  <a:lnTo>
                    <a:pt x="269911" y="243261"/>
                  </a:lnTo>
                  <a:lnTo>
                    <a:pt x="269843" y="243985"/>
                  </a:lnTo>
                  <a:lnTo>
                    <a:pt x="269869" y="244153"/>
                  </a:lnTo>
                  <a:lnTo>
                    <a:pt x="269609" y="244888"/>
                  </a:lnTo>
                  <a:lnTo>
                    <a:pt x="269606" y="245084"/>
                  </a:lnTo>
                  <a:lnTo>
                    <a:pt x="269622" y="245915"/>
                  </a:lnTo>
                  <a:lnTo>
                    <a:pt x="270182" y="245351"/>
                  </a:lnTo>
                  <a:lnTo>
                    <a:pt x="270503" y="245306"/>
                  </a:lnTo>
                  <a:lnTo>
                    <a:pt x="270808" y="245261"/>
                  </a:lnTo>
                  <a:lnTo>
                    <a:pt x="271039" y="244802"/>
                  </a:lnTo>
                  <a:lnTo>
                    <a:pt x="271046" y="244646"/>
                  </a:lnTo>
                  <a:lnTo>
                    <a:pt x="271150" y="244405"/>
                  </a:lnTo>
                  <a:lnTo>
                    <a:pt x="271419" y="244044"/>
                  </a:lnTo>
                  <a:lnTo>
                    <a:pt x="271816" y="244165"/>
                  </a:lnTo>
                  <a:lnTo>
                    <a:pt x="272118" y="244513"/>
                  </a:lnTo>
                  <a:lnTo>
                    <a:pt x="272376" y="244589"/>
                  </a:lnTo>
                  <a:lnTo>
                    <a:pt x="272514" y="244740"/>
                  </a:lnTo>
                  <a:lnTo>
                    <a:pt x="272690" y="244833"/>
                  </a:lnTo>
                  <a:lnTo>
                    <a:pt x="272960" y="245005"/>
                  </a:lnTo>
                  <a:lnTo>
                    <a:pt x="273420" y="245734"/>
                  </a:lnTo>
                  <a:lnTo>
                    <a:pt x="273296" y="245897"/>
                  </a:lnTo>
                  <a:lnTo>
                    <a:pt x="272967" y="246493"/>
                  </a:lnTo>
                  <a:lnTo>
                    <a:pt x="272746" y="246809"/>
                  </a:lnTo>
                  <a:lnTo>
                    <a:pt x="272613" y="247122"/>
                  </a:lnTo>
                  <a:lnTo>
                    <a:pt x="271727" y="247090"/>
                  </a:lnTo>
                  <a:lnTo>
                    <a:pt x="271406" y="247310"/>
                  </a:lnTo>
                  <a:lnTo>
                    <a:pt x="271259" y="247505"/>
                  </a:lnTo>
                  <a:lnTo>
                    <a:pt x="271102" y="247703"/>
                  </a:lnTo>
                  <a:lnTo>
                    <a:pt x="270747" y="248449"/>
                  </a:lnTo>
                  <a:lnTo>
                    <a:pt x="270359" y="249154"/>
                  </a:lnTo>
                  <a:lnTo>
                    <a:pt x="269934" y="249217"/>
                  </a:lnTo>
                  <a:lnTo>
                    <a:pt x="269698" y="249839"/>
                  </a:lnTo>
                  <a:lnTo>
                    <a:pt x="270015" y="250510"/>
                  </a:lnTo>
                  <a:lnTo>
                    <a:pt x="270222" y="250957"/>
                  </a:lnTo>
                  <a:lnTo>
                    <a:pt x="270396" y="251737"/>
                  </a:lnTo>
                  <a:lnTo>
                    <a:pt x="270278" y="252156"/>
                  </a:lnTo>
                  <a:lnTo>
                    <a:pt x="270565" y="253002"/>
                  </a:lnTo>
                  <a:lnTo>
                    <a:pt x="270489" y="253621"/>
                  </a:lnTo>
                  <a:lnTo>
                    <a:pt x="270501" y="254013"/>
                  </a:lnTo>
                  <a:lnTo>
                    <a:pt x="270509" y="254144"/>
                  </a:lnTo>
                  <a:lnTo>
                    <a:pt x="270724" y="254251"/>
                  </a:lnTo>
                  <a:lnTo>
                    <a:pt x="271101" y="254565"/>
                  </a:lnTo>
                  <a:lnTo>
                    <a:pt x="271240" y="254782"/>
                  </a:lnTo>
                  <a:lnTo>
                    <a:pt x="270878" y="254860"/>
                  </a:lnTo>
                  <a:lnTo>
                    <a:pt x="270736" y="255096"/>
                  </a:lnTo>
                  <a:lnTo>
                    <a:pt x="271172" y="255387"/>
                  </a:lnTo>
                  <a:lnTo>
                    <a:pt x="271468" y="255627"/>
                  </a:lnTo>
                  <a:lnTo>
                    <a:pt x="271695" y="255745"/>
                  </a:lnTo>
                  <a:lnTo>
                    <a:pt x="271969" y="255993"/>
                  </a:lnTo>
                  <a:lnTo>
                    <a:pt x="271759" y="256261"/>
                  </a:lnTo>
                  <a:lnTo>
                    <a:pt x="271666" y="256491"/>
                  </a:lnTo>
                  <a:lnTo>
                    <a:pt x="271601" y="256672"/>
                  </a:lnTo>
                  <a:lnTo>
                    <a:pt x="271541" y="257179"/>
                  </a:lnTo>
                  <a:lnTo>
                    <a:pt x="271700" y="257439"/>
                  </a:lnTo>
                  <a:lnTo>
                    <a:pt x="271669" y="257753"/>
                  </a:lnTo>
                  <a:lnTo>
                    <a:pt x="271494" y="258185"/>
                  </a:lnTo>
                  <a:lnTo>
                    <a:pt x="271415" y="258359"/>
                  </a:lnTo>
                  <a:lnTo>
                    <a:pt x="271212" y="258700"/>
                  </a:lnTo>
                  <a:lnTo>
                    <a:pt x="271148" y="259215"/>
                  </a:lnTo>
                  <a:lnTo>
                    <a:pt x="271405" y="259631"/>
                  </a:lnTo>
                  <a:lnTo>
                    <a:pt x="271761" y="259642"/>
                  </a:lnTo>
                  <a:lnTo>
                    <a:pt x="272093" y="259686"/>
                  </a:lnTo>
                  <a:lnTo>
                    <a:pt x="272632" y="260595"/>
                  </a:lnTo>
                  <a:lnTo>
                    <a:pt x="272636" y="260838"/>
                  </a:lnTo>
                  <a:lnTo>
                    <a:pt x="272942" y="261986"/>
                  </a:lnTo>
                  <a:lnTo>
                    <a:pt x="272733" y="262078"/>
                  </a:lnTo>
                  <a:lnTo>
                    <a:pt x="272981" y="262268"/>
                  </a:lnTo>
                  <a:lnTo>
                    <a:pt x="273521" y="262185"/>
                  </a:lnTo>
                  <a:lnTo>
                    <a:pt x="273986" y="262401"/>
                  </a:lnTo>
                  <a:lnTo>
                    <a:pt x="274763" y="262241"/>
                  </a:lnTo>
                  <a:lnTo>
                    <a:pt x="275289" y="262498"/>
                  </a:lnTo>
                  <a:lnTo>
                    <a:pt x="275298" y="262896"/>
                  </a:lnTo>
                  <a:lnTo>
                    <a:pt x="275673" y="263379"/>
                  </a:lnTo>
                  <a:lnTo>
                    <a:pt x="276128" y="263598"/>
                  </a:lnTo>
                  <a:lnTo>
                    <a:pt x="276643" y="263792"/>
                  </a:lnTo>
                  <a:lnTo>
                    <a:pt x="277094" y="263991"/>
                  </a:lnTo>
                  <a:lnTo>
                    <a:pt x="277658" y="264551"/>
                  </a:lnTo>
                  <a:lnTo>
                    <a:pt x="277558" y="264832"/>
                  </a:lnTo>
                  <a:lnTo>
                    <a:pt x="277258" y="265167"/>
                  </a:lnTo>
                  <a:lnTo>
                    <a:pt x="277202" y="265799"/>
                  </a:lnTo>
                  <a:lnTo>
                    <a:pt x="277381" y="266243"/>
                  </a:lnTo>
                  <a:lnTo>
                    <a:pt x="277633" y="266586"/>
                  </a:lnTo>
                  <a:lnTo>
                    <a:pt x="277986" y="267014"/>
                  </a:lnTo>
                  <a:lnTo>
                    <a:pt x="277739" y="267914"/>
                  </a:lnTo>
                  <a:lnTo>
                    <a:pt x="277583" y="268604"/>
                  </a:lnTo>
                  <a:lnTo>
                    <a:pt x="277174" y="269003"/>
                  </a:lnTo>
                  <a:lnTo>
                    <a:pt x="276888" y="269666"/>
                  </a:lnTo>
                  <a:lnTo>
                    <a:pt x="277094" y="270409"/>
                  </a:lnTo>
                  <a:lnTo>
                    <a:pt x="277325" y="270866"/>
                  </a:lnTo>
                  <a:lnTo>
                    <a:pt x="276903" y="271094"/>
                  </a:lnTo>
                  <a:lnTo>
                    <a:pt x="276348" y="271037"/>
                  </a:lnTo>
                  <a:lnTo>
                    <a:pt x="275912" y="271702"/>
                  </a:lnTo>
                  <a:lnTo>
                    <a:pt x="275391" y="271490"/>
                  </a:lnTo>
                  <a:lnTo>
                    <a:pt x="275083" y="271357"/>
                  </a:lnTo>
                  <a:lnTo>
                    <a:pt x="274443" y="271750"/>
                  </a:lnTo>
                  <a:lnTo>
                    <a:pt x="273387" y="272444"/>
                  </a:lnTo>
                  <a:lnTo>
                    <a:pt x="273106" y="272678"/>
                  </a:lnTo>
                  <a:lnTo>
                    <a:pt x="272973" y="272902"/>
                  </a:lnTo>
                  <a:lnTo>
                    <a:pt x="272571" y="273346"/>
                  </a:lnTo>
                  <a:lnTo>
                    <a:pt x="272263" y="273590"/>
                  </a:lnTo>
                  <a:lnTo>
                    <a:pt x="272013" y="273737"/>
                  </a:lnTo>
                  <a:lnTo>
                    <a:pt x="271593" y="274436"/>
                  </a:lnTo>
                  <a:lnTo>
                    <a:pt x="271448" y="274604"/>
                  </a:lnTo>
                  <a:lnTo>
                    <a:pt x="271116" y="274674"/>
                  </a:lnTo>
                  <a:lnTo>
                    <a:pt x="270754" y="274750"/>
                  </a:lnTo>
                  <a:lnTo>
                    <a:pt x="270597" y="275024"/>
                  </a:lnTo>
                  <a:lnTo>
                    <a:pt x="270481" y="275172"/>
                  </a:lnTo>
                  <a:lnTo>
                    <a:pt x="270148" y="275434"/>
                  </a:lnTo>
                  <a:lnTo>
                    <a:pt x="269724" y="275357"/>
                  </a:lnTo>
                  <a:lnTo>
                    <a:pt x="269542" y="275629"/>
                  </a:lnTo>
                  <a:lnTo>
                    <a:pt x="269783" y="276206"/>
                  </a:lnTo>
                  <a:lnTo>
                    <a:pt x="269992" y="276748"/>
                  </a:lnTo>
                  <a:lnTo>
                    <a:pt x="269950" y="277365"/>
                  </a:lnTo>
                  <a:lnTo>
                    <a:pt x="269784" y="277498"/>
                  </a:lnTo>
                  <a:lnTo>
                    <a:pt x="269523" y="278305"/>
                  </a:lnTo>
                  <a:lnTo>
                    <a:pt x="269391" y="278588"/>
                  </a:lnTo>
                  <a:lnTo>
                    <a:pt x="268896" y="278487"/>
                  </a:lnTo>
                  <a:lnTo>
                    <a:pt x="268174" y="278253"/>
                  </a:lnTo>
                  <a:lnTo>
                    <a:pt x="267341" y="278722"/>
                  </a:lnTo>
                  <a:lnTo>
                    <a:pt x="267157" y="278580"/>
                  </a:lnTo>
                  <a:lnTo>
                    <a:pt x="267170" y="277892"/>
                  </a:lnTo>
                  <a:lnTo>
                    <a:pt x="266145" y="277824"/>
                  </a:lnTo>
                  <a:lnTo>
                    <a:pt x="265902" y="276946"/>
                  </a:lnTo>
                  <a:lnTo>
                    <a:pt x="265296" y="277142"/>
                  </a:lnTo>
                  <a:lnTo>
                    <a:pt x="264993" y="277415"/>
                  </a:lnTo>
                  <a:lnTo>
                    <a:pt x="264403" y="277910"/>
                  </a:lnTo>
                  <a:lnTo>
                    <a:pt x="264219" y="277951"/>
                  </a:lnTo>
                  <a:lnTo>
                    <a:pt x="263901" y="278070"/>
                  </a:lnTo>
                  <a:lnTo>
                    <a:pt x="263382" y="278697"/>
                  </a:lnTo>
                  <a:lnTo>
                    <a:pt x="263136" y="278943"/>
                  </a:lnTo>
                  <a:lnTo>
                    <a:pt x="262734" y="278858"/>
                  </a:lnTo>
                  <a:lnTo>
                    <a:pt x="263030" y="278407"/>
                  </a:lnTo>
                  <a:lnTo>
                    <a:pt x="263116" y="278214"/>
                  </a:lnTo>
                  <a:lnTo>
                    <a:pt x="263104" y="278071"/>
                  </a:lnTo>
                  <a:lnTo>
                    <a:pt x="263120" y="277878"/>
                  </a:lnTo>
                  <a:lnTo>
                    <a:pt x="262656" y="277198"/>
                  </a:lnTo>
                  <a:lnTo>
                    <a:pt x="262380" y="277066"/>
                  </a:lnTo>
                  <a:lnTo>
                    <a:pt x="262087" y="277284"/>
                  </a:lnTo>
                  <a:lnTo>
                    <a:pt x="261834" y="277671"/>
                  </a:lnTo>
                  <a:lnTo>
                    <a:pt x="261663" y="277922"/>
                  </a:lnTo>
                  <a:lnTo>
                    <a:pt x="261283" y="278229"/>
                  </a:lnTo>
                  <a:lnTo>
                    <a:pt x="260871" y="278372"/>
                  </a:lnTo>
                  <a:lnTo>
                    <a:pt x="260603" y="278699"/>
                  </a:lnTo>
                  <a:lnTo>
                    <a:pt x="261457" y="278663"/>
                  </a:lnTo>
                  <a:lnTo>
                    <a:pt x="261511" y="278518"/>
                  </a:lnTo>
                  <a:lnTo>
                    <a:pt x="261981" y="278148"/>
                  </a:lnTo>
                  <a:lnTo>
                    <a:pt x="262257" y="278593"/>
                  </a:lnTo>
                  <a:lnTo>
                    <a:pt x="262053" y="278924"/>
                  </a:lnTo>
                  <a:lnTo>
                    <a:pt x="261356" y="279561"/>
                  </a:lnTo>
                  <a:lnTo>
                    <a:pt x="260975" y="279810"/>
                  </a:lnTo>
                  <a:lnTo>
                    <a:pt x="261208" y="280197"/>
                  </a:lnTo>
                  <a:lnTo>
                    <a:pt x="261056" y="280824"/>
                  </a:lnTo>
                  <a:lnTo>
                    <a:pt x="260879" y="281272"/>
                  </a:lnTo>
                  <a:lnTo>
                    <a:pt x="261119" y="281661"/>
                  </a:lnTo>
                  <a:lnTo>
                    <a:pt x="260331" y="282218"/>
                  </a:lnTo>
                  <a:lnTo>
                    <a:pt x="260217" y="282441"/>
                  </a:lnTo>
                  <a:lnTo>
                    <a:pt x="260240" y="282586"/>
                  </a:lnTo>
                  <a:lnTo>
                    <a:pt x="260303" y="282766"/>
                  </a:lnTo>
                  <a:lnTo>
                    <a:pt x="260419" y="283131"/>
                  </a:lnTo>
                  <a:lnTo>
                    <a:pt x="260233" y="283127"/>
                  </a:lnTo>
                  <a:lnTo>
                    <a:pt x="259886" y="283222"/>
                  </a:lnTo>
                  <a:lnTo>
                    <a:pt x="259615" y="283438"/>
                  </a:lnTo>
                  <a:lnTo>
                    <a:pt x="259342" y="283257"/>
                  </a:lnTo>
                  <a:lnTo>
                    <a:pt x="258974" y="283396"/>
                  </a:lnTo>
                  <a:lnTo>
                    <a:pt x="258879" y="283610"/>
                  </a:lnTo>
                  <a:lnTo>
                    <a:pt x="258674" y="283832"/>
                  </a:lnTo>
                  <a:lnTo>
                    <a:pt x="258285" y="283640"/>
                  </a:lnTo>
                  <a:lnTo>
                    <a:pt x="258162" y="283478"/>
                  </a:lnTo>
                  <a:lnTo>
                    <a:pt x="257876" y="283137"/>
                  </a:lnTo>
                  <a:lnTo>
                    <a:pt x="257663" y="283261"/>
                  </a:lnTo>
                  <a:lnTo>
                    <a:pt x="257793" y="283667"/>
                  </a:lnTo>
                  <a:lnTo>
                    <a:pt x="257986" y="284428"/>
                  </a:lnTo>
                  <a:lnTo>
                    <a:pt x="258097" y="284748"/>
                  </a:lnTo>
                  <a:lnTo>
                    <a:pt x="258011" y="285292"/>
                  </a:lnTo>
                  <a:lnTo>
                    <a:pt x="257881" y="285359"/>
                  </a:lnTo>
                  <a:lnTo>
                    <a:pt x="257729" y="285460"/>
                  </a:lnTo>
                  <a:lnTo>
                    <a:pt x="257669" y="285705"/>
                  </a:lnTo>
                  <a:lnTo>
                    <a:pt x="257384" y="286351"/>
                  </a:lnTo>
                  <a:lnTo>
                    <a:pt x="256914" y="286169"/>
                  </a:lnTo>
                  <a:lnTo>
                    <a:pt x="256545" y="286131"/>
                  </a:lnTo>
                  <a:lnTo>
                    <a:pt x="255914" y="286710"/>
                  </a:lnTo>
                  <a:lnTo>
                    <a:pt x="255259" y="286783"/>
                  </a:lnTo>
                  <a:lnTo>
                    <a:pt x="254703" y="286807"/>
                  </a:lnTo>
                  <a:lnTo>
                    <a:pt x="254798" y="287232"/>
                  </a:lnTo>
                  <a:lnTo>
                    <a:pt x="254553" y="287614"/>
                  </a:lnTo>
                  <a:lnTo>
                    <a:pt x="254337" y="287741"/>
                  </a:lnTo>
                  <a:lnTo>
                    <a:pt x="254080" y="287933"/>
                  </a:lnTo>
                  <a:lnTo>
                    <a:pt x="253625" y="288561"/>
                  </a:lnTo>
                  <a:lnTo>
                    <a:pt x="253227" y="288585"/>
                  </a:lnTo>
                  <a:lnTo>
                    <a:pt x="252982" y="289034"/>
                  </a:lnTo>
                  <a:lnTo>
                    <a:pt x="252765" y="289231"/>
                  </a:lnTo>
                  <a:lnTo>
                    <a:pt x="252341" y="289345"/>
                  </a:lnTo>
                  <a:lnTo>
                    <a:pt x="251977" y="289399"/>
                  </a:lnTo>
                  <a:lnTo>
                    <a:pt x="251044" y="289958"/>
                  </a:lnTo>
                  <a:lnTo>
                    <a:pt x="251108" y="290262"/>
                  </a:lnTo>
                  <a:lnTo>
                    <a:pt x="251489" y="290421"/>
                  </a:lnTo>
                  <a:lnTo>
                    <a:pt x="251815" y="290488"/>
                  </a:lnTo>
                  <a:lnTo>
                    <a:pt x="251805" y="291059"/>
                  </a:lnTo>
                  <a:lnTo>
                    <a:pt x="252067" y="291536"/>
                  </a:lnTo>
                  <a:lnTo>
                    <a:pt x="251994" y="292598"/>
                  </a:lnTo>
                  <a:lnTo>
                    <a:pt x="251564" y="292694"/>
                  </a:lnTo>
                  <a:lnTo>
                    <a:pt x="250867" y="294060"/>
                  </a:lnTo>
                  <a:lnTo>
                    <a:pt x="250585" y="294255"/>
                  </a:lnTo>
                  <a:lnTo>
                    <a:pt x="250177" y="294629"/>
                  </a:lnTo>
                  <a:lnTo>
                    <a:pt x="250192" y="294773"/>
                  </a:lnTo>
                  <a:lnTo>
                    <a:pt x="250199" y="294956"/>
                  </a:lnTo>
                  <a:lnTo>
                    <a:pt x="250064" y="295361"/>
                  </a:lnTo>
                  <a:lnTo>
                    <a:pt x="249676" y="295231"/>
                  </a:lnTo>
                  <a:lnTo>
                    <a:pt x="249288" y="294992"/>
                  </a:lnTo>
                  <a:lnTo>
                    <a:pt x="248894" y="295066"/>
                  </a:lnTo>
                  <a:lnTo>
                    <a:pt x="248645" y="295480"/>
                  </a:lnTo>
                  <a:lnTo>
                    <a:pt x="248617" y="295623"/>
                  </a:lnTo>
                  <a:lnTo>
                    <a:pt x="248212" y="295903"/>
                  </a:lnTo>
                  <a:lnTo>
                    <a:pt x="247670" y="296229"/>
                  </a:lnTo>
                  <a:lnTo>
                    <a:pt x="247408" y="296380"/>
                  </a:lnTo>
                  <a:lnTo>
                    <a:pt x="247236" y="296419"/>
                  </a:lnTo>
                  <a:lnTo>
                    <a:pt x="246901" y="296296"/>
                  </a:lnTo>
                  <a:lnTo>
                    <a:pt x="246681" y="296064"/>
                  </a:lnTo>
                  <a:lnTo>
                    <a:pt x="246486" y="295967"/>
                  </a:lnTo>
                  <a:lnTo>
                    <a:pt x="245612" y="296750"/>
                  </a:lnTo>
                  <a:lnTo>
                    <a:pt x="246220" y="296963"/>
                  </a:lnTo>
                  <a:lnTo>
                    <a:pt x="246448" y="297179"/>
                  </a:lnTo>
                  <a:lnTo>
                    <a:pt x="246895" y="297618"/>
                  </a:lnTo>
                  <a:lnTo>
                    <a:pt x="247305" y="297994"/>
                  </a:lnTo>
                  <a:lnTo>
                    <a:pt x="248157" y="298071"/>
                  </a:lnTo>
                  <a:lnTo>
                    <a:pt x="248122" y="298551"/>
                  </a:lnTo>
                  <a:lnTo>
                    <a:pt x="248235" y="298982"/>
                  </a:lnTo>
                  <a:lnTo>
                    <a:pt x="248371" y="299186"/>
                  </a:lnTo>
                  <a:lnTo>
                    <a:pt x="248920" y="299520"/>
                  </a:lnTo>
                  <a:lnTo>
                    <a:pt x="249323" y="299655"/>
                  </a:lnTo>
                  <a:lnTo>
                    <a:pt x="249579" y="300001"/>
                  </a:lnTo>
                  <a:lnTo>
                    <a:pt x="249664" y="300259"/>
                  </a:lnTo>
                  <a:lnTo>
                    <a:pt x="249721" y="300522"/>
                  </a:lnTo>
                  <a:lnTo>
                    <a:pt x="249671" y="300765"/>
                  </a:lnTo>
                  <a:lnTo>
                    <a:pt x="249397" y="300992"/>
                  </a:lnTo>
                  <a:lnTo>
                    <a:pt x="249354" y="301138"/>
                  </a:lnTo>
                  <a:lnTo>
                    <a:pt x="249643" y="301333"/>
                  </a:lnTo>
                  <a:lnTo>
                    <a:pt x="250119" y="301085"/>
                  </a:lnTo>
                  <a:lnTo>
                    <a:pt x="250474" y="300696"/>
                  </a:lnTo>
                  <a:lnTo>
                    <a:pt x="250620" y="300480"/>
                  </a:lnTo>
                  <a:lnTo>
                    <a:pt x="250873" y="300219"/>
                  </a:lnTo>
                  <a:lnTo>
                    <a:pt x="251038" y="300307"/>
                  </a:lnTo>
                  <a:lnTo>
                    <a:pt x="251421" y="299784"/>
                  </a:lnTo>
                  <a:lnTo>
                    <a:pt x="251732" y="299616"/>
                  </a:lnTo>
                  <a:lnTo>
                    <a:pt x="251782" y="299817"/>
                  </a:lnTo>
                  <a:lnTo>
                    <a:pt x="251785" y="300323"/>
                  </a:lnTo>
                  <a:lnTo>
                    <a:pt x="251910" y="300726"/>
                  </a:lnTo>
                  <a:lnTo>
                    <a:pt x="252973" y="300350"/>
                  </a:lnTo>
                  <a:lnTo>
                    <a:pt x="253273" y="300105"/>
                  </a:lnTo>
                  <a:lnTo>
                    <a:pt x="252734" y="299045"/>
                  </a:lnTo>
                  <a:lnTo>
                    <a:pt x="252771" y="298596"/>
                  </a:lnTo>
                  <a:lnTo>
                    <a:pt x="253387" y="298516"/>
                  </a:lnTo>
                  <a:lnTo>
                    <a:pt x="253687" y="298563"/>
                  </a:lnTo>
                  <a:lnTo>
                    <a:pt x="253907" y="298480"/>
                  </a:lnTo>
                  <a:lnTo>
                    <a:pt x="254324" y="297997"/>
                  </a:lnTo>
                  <a:lnTo>
                    <a:pt x="254524" y="297704"/>
                  </a:lnTo>
                  <a:lnTo>
                    <a:pt x="254851" y="297383"/>
                  </a:lnTo>
                  <a:lnTo>
                    <a:pt x="255246" y="297182"/>
                  </a:lnTo>
                  <a:lnTo>
                    <a:pt x="255825" y="297092"/>
                  </a:lnTo>
                  <a:lnTo>
                    <a:pt x="256011" y="296790"/>
                  </a:lnTo>
                  <a:lnTo>
                    <a:pt x="256151" y="296437"/>
                  </a:lnTo>
                  <a:lnTo>
                    <a:pt x="256644" y="295734"/>
                  </a:lnTo>
                  <a:lnTo>
                    <a:pt x="257223" y="295989"/>
                  </a:lnTo>
                  <a:lnTo>
                    <a:pt x="257703" y="296045"/>
                  </a:lnTo>
                  <a:lnTo>
                    <a:pt x="257967" y="295968"/>
                  </a:lnTo>
                  <a:lnTo>
                    <a:pt x="258057" y="295753"/>
                  </a:lnTo>
                  <a:lnTo>
                    <a:pt x="258334" y="295420"/>
                  </a:lnTo>
                  <a:lnTo>
                    <a:pt x="259251" y="294997"/>
                  </a:lnTo>
                  <a:lnTo>
                    <a:pt x="259719" y="294853"/>
                  </a:lnTo>
                  <a:lnTo>
                    <a:pt x="259900" y="294880"/>
                  </a:lnTo>
                  <a:lnTo>
                    <a:pt x="260664" y="294606"/>
                  </a:lnTo>
                  <a:lnTo>
                    <a:pt x="260800" y="294584"/>
                  </a:lnTo>
                  <a:lnTo>
                    <a:pt x="261398" y="294516"/>
                  </a:lnTo>
                  <a:lnTo>
                    <a:pt x="261708" y="294587"/>
                  </a:lnTo>
                  <a:lnTo>
                    <a:pt x="261834" y="294793"/>
                  </a:lnTo>
                  <a:lnTo>
                    <a:pt x="261701" y="295181"/>
                  </a:lnTo>
                  <a:lnTo>
                    <a:pt x="261428" y="295391"/>
                  </a:lnTo>
                  <a:lnTo>
                    <a:pt x="260972" y="295748"/>
                  </a:lnTo>
                  <a:lnTo>
                    <a:pt x="260614" y="296268"/>
                  </a:lnTo>
                  <a:lnTo>
                    <a:pt x="260335" y="297242"/>
                  </a:lnTo>
                  <a:lnTo>
                    <a:pt x="260536" y="297518"/>
                  </a:lnTo>
                  <a:lnTo>
                    <a:pt x="261721" y="297385"/>
                  </a:lnTo>
                  <a:lnTo>
                    <a:pt x="262124" y="297362"/>
                  </a:lnTo>
                  <a:lnTo>
                    <a:pt x="262764" y="297360"/>
                  </a:lnTo>
                  <a:lnTo>
                    <a:pt x="262886" y="297559"/>
                  </a:lnTo>
                  <a:lnTo>
                    <a:pt x="263260" y="297727"/>
                  </a:lnTo>
                  <a:lnTo>
                    <a:pt x="263372" y="297499"/>
                  </a:lnTo>
                  <a:lnTo>
                    <a:pt x="263578" y="297012"/>
                  </a:lnTo>
                  <a:lnTo>
                    <a:pt x="264018" y="296775"/>
                  </a:lnTo>
                  <a:lnTo>
                    <a:pt x="264380" y="296832"/>
                  </a:lnTo>
                  <a:lnTo>
                    <a:pt x="264764" y="296568"/>
                  </a:lnTo>
                  <a:lnTo>
                    <a:pt x="264973" y="296383"/>
                  </a:lnTo>
                  <a:lnTo>
                    <a:pt x="265184" y="296134"/>
                  </a:lnTo>
                  <a:lnTo>
                    <a:pt x="265504" y="295611"/>
                  </a:lnTo>
                  <a:lnTo>
                    <a:pt x="265597" y="295115"/>
                  </a:lnTo>
                  <a:lnTo>
                    <a:pt x="266065" y="294602"/>
                  </a:lnTo>
                  <a:lnTo>
                    <a:pt x="266139" y="294438"/>
                  </a:lnTo>
                  <a:lnTo>
                    <a:pt x="266212" y="294280"/>
                  </a:lnTo>
                  <a:lnTo>
                    <a:pt x="266318" y="294124"/>
                  </a:lnTo>
                  <a:lnTo>
                    <a:pt x="266454" y="294046"/>
                  </a:lnTo>
                  <a:lnTo>
                    <a:pt x="266719" y="293835"/>
                  </a:lnTo>
                  <a:lnTo>
                    <a:pt x="266949" y="293201"/>
                  </a:lnTo>
                  <a:lnTo>
                    <a:pt x="267351" y="293056"/>
                  </a:lnTo>
                  <a:lnTo>
                    <a:pt x="267634" y="293294"/>
                  </a:lnTo>
                  <a:lnTo>
                    <a:pt x="267575" y="293834"/>
                  </a:lnTo>
                  <a:lnTo>
                    <a:pt x="267720" y="294084"/>
                  </a:lnTo>
                  <a:lnTo>
                    <a:pt x="267977" y="294409"/>
                  </a:lnTo>
                  <a:lnTo>
                    <a:pt x="268756" y="294158"/>
                  </a:lnTo>
                  <a:lnTo>
                    <a:pt x="269085" y="294111"/>
                  </a:lnTo>
                  <a:lnTo>
                    <a:pt x="269362" y="294111"/>
                  </a:lnTo>
                  <a:lnTo>
                    <a:pt x="269950" y="293767"/>
                  </a:lnTo>
                  <a:lnTo>
                    <a:pt x="270405" y="293879"/>
                  </a:lnTo>
                  <a:lnTo>
                    <a:pt x="270746" y="293920"/>
                  </a:lnTo>
                  <a:lnTo>
                    <a:pt x="271071" y="293894"/>
                  </a:lnTo>
                  <a:lnTo>
                    <a:pt x="271313" y="293595"/>
                  </a:lnTo>
                  <a:lnTo>
                    <a:pt x="271303" y="293440"/>
                  </a:lnTo>
                  <a:lnTo>
                    <a:pt x="271311" y="293151"/>
                  </a:lnTo>
                  <a:lnTo>
                    <a:pt x="272548" y="293045"/>
                  </a:lnTo>
                  <a:lnTo>
                    <a:pt x="272760" y="293188"/>
                  </a:lnTo>
                  <a:lnTo>
                    <a:pt x="273407" y="292862"/>
                  </a:lnTo>
                  <a:lnTo>
                    <a:pt x="273768" y="293493"/>
                  </a:lnTo>
                  <a:lnTo>
                    <a:pt x="274147" y="293230"/>
                  </a:lnTo>
                  <a:lnTo>
                    <a:pt x="274112" y="292841"/>
                  </a:lnTo>
                  <a:lnTo>
                    <a:pt x="274395" y="292984"/>
                  </a:lnTo>
                  <a:lnTo>
                    <a:pt x="274725" y="292998"/>
                  </a:lnTo>
                  <a:lnTo>
                    <a:pt x="275216" y="293014"/>
                  </a:lnTo>
                  <a:lnTo>
                    <a:pt x="275252" y="293364"/>
                  </a:lnTo>
                  <a:lnTo>
                    <a:pt x="275894" y="294534"/>
                  </a:lnTo>
                  <a:lnTo>
                    <a:pt x="276333" y="294550"/>
                  </a:lnTo>
                  <a:lnTo>
                    <a:pt x="276681" y="294455"/>
                  </a:lnTo>
                  <a:lnTo>
                    <a:pt x="277722" y="293981"/>
                  </a:lnTo>
                  <a:lnTo>
                    <a:pt x="277950" y="294252"/>
                  </a:lnTo>
                  <a:lnTo>
                    <a:pt x="277807" y="294851"/>
                  </a:lnTo>
                  <a:lnTo>
                    <a:pt x="277719" y="294987"/>
                  </a:lnTo>
                  <a:lnTo>
                    <a:pt x="277418" y="295248"/>
                  </a:lnTo>
                  <a:lnTo>
                    <a:pt x="277184" y="296080"/>
                  </a:lnTo>
                  <a:lnTo>
                    <a:pt x="277141" y="296649"/>
                  </a:lnTo>
                  <a:lnTo>
                    <a:pt x="277277" y="296854"/>
                  </a:lnTo>
                  <a:lnTo>
                    <a:pt x="277597" y="296841"/>
                  </a:lnTo>
                  <a:lnTo>
                    <a:pt x="278076" y="296840"/>
                  </a:lnTo>
                  <a:lnTo>
                    <a:pt x="278284" y="296920"/>
                  </a:lnTo>
                  <a:lnTo>
                    <a:pt x="278145" y="297488"/>
                  </a:lnTo>
                  <a:lnTo>
                    <a:pt x="277814" y="297401"/>
                  </a:lnTo>
                  <a:lnTo>
                    <a:pt x="277635" y="297388"/>
                  </a:lnTo>
                  <a:lnTo>
                    <a:pt x="277260" y="297433"/>
                  </a:lnTo>
                  <a:lnTo>
                    <a:pt x="277053" y="297687"/>
                  </a:lnTo>
                  <a:lnTo>
                    <a:pt x="277308" y="297731"/>
                  </a:lnTo>
                  <a:lnTo>
                    <a:pt x="277611" y="297760"/>
                  </a:lnTo>
                  <a:lnTo>
                    <a:pt x="277748" y="297854"/>
                  </a:lnTo>
                  <a:lnTo>
                    <a:pt x="278014" y="297951"/>
                  </a:lnTo>
                  <a:lnTo>
                    <a:pt x="278295" y="298157"/>
                  </a:lnTo>
                  <a:lnTo>
                    <a:pt x="278661" y="298274"/>
                  </a:lnTo>
                  <a:lnTo>
                    <a:pt x="278854" y="297812"/>
                  </a:lnTo>
                  <a:lnTo>
                    <a:pt x="278709" y="297697"/>
                  </a:lnTo>
                  <a:lnTo>
                    <a:pt x="278660" y="297140"/>
                  </a:lnTo>
                  <a:lnTo>
                    <a:pt x="278694" y="296939"/>
                  </a:lnTo>
                  <a:lnTo>
                    <a:pt x="278850" y="296965"/>
                  </a:lnTo>
                  <a:lnTo>
                    <a:pt x="279134" y="296947"/>
                  </a:lnTo>
                  <a:lnTo>
                    <a:pt x="280188" y="297605"/>
                  </a:lnTo>
                  <a:lnTo>
                    <a:pt x="279921" y="297870"/>
                  </a:lnTo>
                  <a:lnTo>
                    <a:pt x="279960" y="298659"/>
                  </a:lnTo>
                  <a:lnTo>
                    <a:pt x="280331" y="299838"/>
                  </a:lnTo>
                  <a:lnTo>
                    <a:pt x="280532" y="299993"/>
                  </a:lnTo>
                  <a:lnTo>
                    <a:pt x="281134" y="300569"/>
                  </a:lnTo>
                  <a:lnTo>
                    <a:pt x="281180" y="301272"/>
                  </a:lnTo>
                  <a:lnTo>
                    <a:pt x="281141" y="301489"/>
                  </a:lnTo>
                  <a:lnTo>
                    <a:pt x="280611" y="301609"/>
                  </a:lnTo>
                  <a:lnTo>
                    <a:pt x="280498" y="301862"/>
                  </a:lnTo>
                  <a:lnTo>
                    <a:pt x="280477" y="302438"/>
                  </a:lnTo>
                  <a:lnTo>
                    <a:pt x="280605" y="302489"/>
                  </a:lnTo>
                  <a:lnTo>
                    <a:pt x="280948" y="302553"/>
                  </a:lnTo>
                  <a:lnTo>
                    <a:pt x="281348" y="302504"/>
                  </a:lnTo>
                  <a:lnTo>
                    <a:pt x="281478" y="302917"/>
                  </a:lnTo>
                  <a:lnTo>
                    <a:pt x="281646" y="303329"/>
                  </a:lnTo>
                  <a:lnTo>
                    <a:pt x="282014" y="303858"/>
                  </a:lnTo>
                  <a:lnTo>
                    <a:pt x="281453" y="304245"/>
                  </a:lnTo>
                  <a:lnTo>
                    <a:pt x="281055" y="304399"/>
                  </a:lnTo>
                  <a:lnTo>
                    <a:pt x="280821" y="304764"/>
                  </a:lnTo>
                  <a:lnTo>
                    <a:pt x="280900" y="304982"/>
                  </a:lnTo>
                  <a:lnTo>
                    <a:pt x="280866" y="305269"/>
                  </a:lnTo>
                  <a:lnTo>
                    <a:pt x="279781" y="304905"/>
                  </a:lnTo>
                  <a:lnTo>
                    <a:pt x="279495" y="305019"/>
                  </a:lnTo>
                  <a:lnTo>
                    <a:pt x="278957" y="305410"/>
                  </a:lnTo>
                  <a:lnTo>
                    <a:pt x="278551" y="305917"/>
                  </a:lnTo>
                  <a:lnTo>
                    <a:pt x="277723" y="306180"/>
                  </a:lnTo>
                  <a:lnTo>
                    <a:pt x="277188" y="306555"/>
                  </a:lnTo>
                  <a:lnTo>
                    <a:pt x="276557" y="307071"/>
                  </a:lnTo>
                  <a:lnTo>
                    <a:pt x="276240" y="307241"/>
                  </a:lnTo>
                  <a:lnTo>
                    <a:pt x="276205" y="307636"/>
                  </a:lnTo>
                  <a:lnTo>
                    <a:pt x="276346" y="308720"/>
                  </a:lnTo>
                  <a:lnTo>
                    <a:pt x="276767" y="308711"/>
                  </a:lnTo>
                  <a:lnTo>
                    <a:pt x="277118" y="308179"/>
                  </a:lnTo>
                  <a:lnTo>
                    <a:pt x="277397" y="307775"/>
                  </a:lnTo>
                  <a:lnTo>
                    <a:pt x="277598" y="307597"/>
                  </a:lnTo>
                  <a:lnTo>
                    <a:pt x="277824" y="306997"/>
                  </a:lnTo>
                  <a:lnTo>
                    <a:pt x="277903" y="306830"/>
                  </a:lnTo>
                  <a:lnTo>
                    <a:pt x="278157" y="306668"/>
                  </a:lnTo>
                  <a:lnTo>
                    <a:pt x="278431" y="306712"/>
                  </a:lnTo>
                  <a:lnTo>
                    <a:pt x="278572" y="307182"/>
                  </a:lnTo>
                  <a:lnTo>
                    <a:pt x="278778" y="307439"/>
                  </a:lnTo>
                  <a:lnTo>
                    <a:pt x="279250" y="307465"/>
                  </a:lnTo>
                  <a:lnTo>
                    <a:pt x="279477" y="307508"/>
                  </a:lnTo>
                  <a:lnTo>
                    <a:pt x="279810" y="307640"/>
                  </a:lnTo>
                  <a:lnTo>
                    <a:pt x="279709" y="308239"/>
                  </a:lnTo>
                  <a:lnTo>
                    <a:pt x="279896" y="308873"/>
                  </a:lnTo>
                  <a:lnTo>
                    <a:pt x="279987" y="309235"/>
                  </a:lnTo>
                  <a:lnTo>
                    <a:pt x="279809" y="309697"/>
                  </a:lnTo>
                  <a:lnTo>
                    <a:pt x="279504" y="310032"/>
                  </a:lnTo>
                  <a:lnTo>
                    <a:pt x="279311" y="310220"/>
                  </a:lnTo>
                  <a:lnTo>
                    <a:pt x="279179" y="310614"/>
                  </a:lnTo>
                  <a:lnTo>
                    <a:pt x="279087" y="311228"/>
                  </a:lnTo>
                  <a:lnTo>
                    <a:pt x="279209" y="311492"/>
                  </a:lnTo>
                  <a:lnTo>
                    <a:pt x="279862" y="312120"/>
                  </a:lnTo>
                  <a:lnTo>
                    <a:pt x="280334" y="312978"/>
                  </a:lnTo>
                  <a:lnTo>
                    <a:pt x="280045" y="313326"/>
                  </a:lnTo>
                  <a:lnTo>
                    <a:pt x="280005" y="314117"/>
                  </a:lnTo>
                  <a:lnTo>
                    <a:pt x="280009" y="314747"/>
                  </a:lnTo>
                  <a:lnTo>
                    <a:pt x="279839" y="314761"/>
                  </a:lnTo>
                  <a:lnTo>
                    <a:pt x="279377" y="314619"/>
                  </a:lnTo>
                  <a:lnTo>
                    <a:pt x="279381" y="314266"/>
                  </a:lnTo>
                  <a:lnTo>
                    <a:pt x="279453" y="314095"/>
                  </a:lnTo>
                  <a:lnTo>
                    <a:pt x="279588" y="313721"/>
                  </a:lnTo>
                  <a:lnTo>
                    <a:pt x="278676" y="314111"/>
                  </a:lnTo>
                  <a:lnTo>
                    <a:pt x="278161" y="313727"/>
                  </a:lnTo>
                  <a:lnTo>
                    <a:pt x="277712" y="313646"/>
                  </a:lnTo>
                  <a:lnTo>
                    <a:pt x="277503" y="313724"/>
                  </a:lnTo>
                  <a:lnTo>
                    <a:pt x="277219" y="314083"/>
                  </a:lnTo>
                  <a:lnTo>
                    <a:pt x="277042" y="314063"/>
                  </a:lnTo>
                  <a:lnTo>
                    <a:pt x="276436" y="314100"/>
                  </a:lnTo>
                  <a:lnTo>
                    <a:pt x="276010" y="314730"/>
                  </a:lnTo>
                  <a:lnTo>
                    <a:pt x="275730" y="314777"/>
                  </a:lnTo>
                  <a:lnTo>
                    <a:pt x="274879" y="315227"/>
                  </a:lnTo>
                  <a:lnTo>
                    <a:pt x="275329" y="315596"/>
                  </a:lnTo>
                  <a:lnTo>
                    <a:pt x="275318" y="316059"/>
                  </a:lnTo>
                  <a:lnTo>
                    <a:pt x="274923" y="316248"/>
                  </a:lnTo>
                  <a:lnTo>
                    <a:pt x="274767" y="316217"/>
                  </a:lnTo>
                  <a:lnTo>
                    <a:pt x="274489" y="315936"/>
                  </a:lnTo>
                  <a:lnTo>
                    <a:pt x="274362" y="315749"/>
                  </a:lnTo>
                  <a:lnTo>
                    <a:pt x="273796" y="315751"/>
                  </a:lnTo>
                  <a:lnTo>
                    <a:pt x="273537" y="315863"/>
                  </a:lnTo>
                  <a:lnTo>
                    <a:pt x="273714" y="316117"/>
                  </a:lnTo>
                  <a:lnTo>
                    <a:pt x="274044" y="316558"/>
                  </a:lnTo>
                  <a:lnTo>
                    <a:pt x="273860" y="316677"/>
                  </a:lnTo>
                  <a:lnTo>
                    <a:pt x="273094" y="317092"/>
                  </a:lnTo>
                  <a:lnTo>
                    <a:pt x="272721" y="317187"/>
                  </a:lnTo>
                  <a:lnTo>
                    <a:pt x="271601" y="317328"/>
                  </a:lnTo>
                  <a:lnTo>
                    <a:pt x="270987" y="317106"/>
                  </a:lnTo>
                  <a:lnTo>
                    <a:pt x="270649" y="316959"/>
                  </a:lnTo>
                  <a:lnTo>
                    <a:pt x="270504" y="316888"/>
                  </a:lnTo>
                  <a:lnTo>
                    <a:pt x="270043" y="316850"/>
                  </a:lnTo>
                  <a:lnTo>
                    <a:pt x="269893" y="317167"/>
                  </a:lnTo>
                  <a:lnTo>
                    <a:pt x="269098" y="317346"/>
                  </a:lnTo>
                  <a:lnTo>
                    <a:pt x="269168" y="317797"/>
                  </a:lnTo>
                  <a:lnTo>
                    <a:pt x="269646" y="318443"/>
                  </a:lnTo>
                  <a:lnTo>
                    <a:pt x="269745" y="318705"/>
                  </a:lnTo>
                  <a:lnTo>
                    <a:pt x="269794" y="318838"/>
                  </a:lnTo>
                  <a:lnTo>
                    <a:pt x="269806" y="319089"/>
                  </a:lnTo>
                  <a:lnTo>
                    <a:pt x="269865" y="319411"/>
                  </a:lnTo>
                  <a:lnTo>
                    <a:pt x="270371" y="319565"/>
                  </a:lnTo>
                  <a:lnTo>
                    <a:pt x="270964" y="319723"/>
                  </a:lnTo>
                  <a:lnTo>
                    <a:pt x="271583" y="320160"/>
                  </a:lnTo>
                  <a:lnTo>
                    <a:pt x="272001" y="319865"/>
                  </a:lnTo>
                  <a:lnTo>
                    <a:pt x="272509" y="320197"/>
                  </a:lnTo>
                  <a:lnTo>
                    <a:pt x="272565" y="320469"/>
                  </a:lnTo>
                  <a:lnTo>
                    <a:pt x="272947" y="320771"/>
                  </a:lnTo>
                  <a:lnTo>
                    <a:pt x="273288" y="321488"/>
                  </a:lnTo>
                  <a:lnTo>
                    <a:pt x="273666" y="322189"/>
                  </a:lnTo>
                  <a:lnTo>
                    <a:pt x="274022" y="322649"/>
                  </a:lnTo>
                  <a:lnTo>
                    <a:pt x="273914" y="323066"/>
                  </a:lnTo>
                  <a:lnTo>
                    <a:pt x="273830" y="323483"/>
                  </a:lnTo>
                  <a:lnTo>
                    <a:pt x="273827" y="324266"/>
                  </a:lnTo>
                  <a:lnTo>
                    <a:pt x="274353" y="324350"/>
                  </a:lnTo>
                  <a:lnTo>
                    <a:pt x="274352" y="324702"/>
                  </a:lnTo>
                  <a:lnTo>
                    <a:pt x="274317" y="324864"/>
                  </a:lnTo>
                  <a:lnTo>
                    <a:pt x="274730" y="325331"/>
                  </a:lnTo>
                  <a:lnTo>
                    <a:pt x="274835" y="326214"/>
                  </a:lnTo>
                  <a:lnTo>
                    <a:pt x="274570" y="326403"/>
                  </a:lnTo>
                  <a:lnTo>
                    <a:pt x="274189" y="326536"/>
                  </a:lnTo>
                  <a:lnTo>
                    <a:pt x="273889" y="326703"/>
                  </a:lnTo>
                  <a:lnTo>
                    <a:pt x="273494" y="326963"/>
                  </a:lnTo>
                  <a:lnTo>
                    <a:pt x="273388" y="327118"/>
                  </a:lnTo>
                  <a:lnTo>
                    <a:pt x="273779" y="327678"/>
                  </a:lnTo>
                  <a:lnTo>
                    <a:pt x="273996" y="328145"/>
                  </a:lnTo>
                  <a:lnTo>
                    <a:pt x="273632" y="328492"/>
                  </a:lnTo>
                  <a:lnTo>
                    <a:pt x="273243" y="328706"/>
                  </a:lnTo>
                  <a:lnTo>
                    <a:pt x="272651" y="329533"/>
                  </a:lnTo>
                  <a:lnTo>
                    <a:pt x="272930" y="329862"/>
                  </a:lnTo>
                  <a:lnTo>
                    <a:pt x="273449" y="329865"/>
                  </a:lnTo>
                  <a:lnTo>
                    <a:pt x="273661" y="330118"/>
                  </a:lnTo>
                  <a:lnTo>
                    <a:pt x="273363" y="330404"/>
                  </a:lnTo>
                  <a:lnTo>
                    <a:pt x="272488" y="330911"/>
                  </a:lnTo>
                  <a:lnTo>
                    <a:pt x="272114" y="330991"/>
                  </a:lnTo>
                  <a:lnTo>
                    <a:pt x="271937" y="331075"/>
                  </a:lnTo>
                  <a:lnTo>
                    <a:pt x="271587" y="331600"/>
                  </a:lnTo>
                  <a:lnTo>
                    <a:pt x="271046" y="331807"/>
                  </a:lnTo>
                  <a:lnTo>
                    <a:pt x="271008" y="331958"/>
                  </a:lnTo>
                  <a:lnTo>
                    <a:pt x="271027" y="332136"/>
                  </a:lnTo>
                  <a:lnTo>
                    <a:pt x="270651" y="332633"/>
                  </a:lnTo>
                  <a:lnTo>
                    <a:pt x="270479" y="332974"/>
                  </a:lnTo>
                  <a:lnTo>
                    <a:pt x="270417" y="333401"/>
                  </a:lnTo>
                  <a:lnTo>
                    <a:pt x="270427" y="333638"/>
                  </a:lnTo>
                  <a:lnTo>
                    <a:pt x="270311" y="334100"/>
                  </a:lnTo>
                  <a:lnTo>
                    <a:pt x="269791" y="334153"/>
                  </a:lnTo>
                  <a:lnTo>
                    <a:pt x="269430" y="334927"/>
                  </a:lnTo>
                  <a:lnTo>
                    <a:pt x="269570" y="335374"/>
                  </a:lnTo>
                  <a:lnTo>
                    <a:pt x="269685" y="336070"/>
                  </a:lnTo>
                  <a:lnTo>
                    <a:pt x="269078" y="336299"/>
                  </a:lnTo>
                  <a:lnTo>
                    <a:pt x="268877" y="336465"/>
                  </a:lnTo>
                  <a:lnTo>
                    <a:pt x="268575" y="336731"/>
                  </a:lnTo>
                  <a:lnTo>
                    <a:pt x="268387" y="337116"/>
                  </a:lnTo>
                  <a:lnTo>
                    <a:pt x="268474" y="337361"/>
                  </a:lnTo>
                  <a:lnTo>
                    <a:pt x="268604" y="337584"/>
                  </a:lnTo>
                  <a:lnTo>
                    <a:pt x="268728" y="338085"/>
                  </a:lnTo>
                  <a:lnTo>
                    <a:pt x="268771" y="338282"/>
                  </a:lnTo>
                  <a:lnTo>
                    <a:pt x="268780" y="338420"/>
                  </a:lnTo>
                  <a:lnTo>
                    <a:pt x="268736" y="338639"/>
                  </a:lnTo>
                  <a:lnTo>
                    <a:pt x="268735" y="338964"/>
                  </a:lnTo>
                  <a:lnTo>
                    <a:pt x="269487" y="338965"/>
                  </a:lnTo>
                  <a:lnTo>
                    <a:pt x="269925" y="339285"/>
                  </a:lnTo>
                  <a:lnTo>
                    <a:pt x="270227" y="339337"/>
                  </a:lnTo>
                  <a:lnTo>
                    <a:pt x="270710" y="339321"/>
                  </a:lnTo>
                  <a:lnTo>
                    <a:pt x="270880" y="339391"/>
                  </a:lnTo>
                  <a:lnTo>
                    <a:pt x="271398" y="340220"/>
                  </a:lnTo>
                  <a:lnTo>
                    <a:pt x="271621" y="340822"/>
                  </a:lnTo>
                  <a:lnTo>
                    <a:pt x="272017" y="340718"/>
                  </a:lnTo>
                  <a:lnTo>
                    <a:pt x="272254" y="340598"/>
                  </a:lnTo>
                  <a:lnTo>
                    <a:pt x="272680" y="340338"/>
                  </a:lnTo>
                  <a:lnTo>
                    <a:pt x="273142" y="340033"/>
                  </a:lnTo>
                  <a:lnTo>
                    <a:pt x="273789" y="339750"/>
                  </a:lnTo>
                  <a:lnTo>
                    <a:pt x="275228" y="339515"/>
                  </a:lnTo>
                  <a:lnTo>
                    <a:pt x="275817" y="339591"/>
                  </a:lnTo>
                  <a:lnTo>
                    <a:pt x="276065" y="339515"/>
                  </a:lnTo>
                  <a:lnTo>
                    <a:pt x="276307" y="339366"/>
                  </a:lnTo>
                  <a:lnTo>
                    <a:pt x="276495" y="339152"/>
                  </a:lnTo>
                  <a:lnTo>
                    <a:pt x="276556" y="338948"/>
                  </a:lnTo>
                  <a:lnTo>
                    <a:pt x="276520" y="338736"/>
                  </a:lnTo>
                  <a:lnTo>
                    <a:pt x="276709" y="338541"/>
                  </a:lnTo>
                  <a:lnTo>
                    <a:pt x="276943" y="338373"/>
                  </a:lnTo>
                  <a:lnTo>
                    <a:pt x="277295" y="338132"/>
                  </a:lnTo>
                  <a:lnTo>
                    <a:pt x="277640" y="338151"/>
                  </a:lnTo>
                  <a:lnTo>
                    <a:pt x="277906" y="338494"/>
                  </a:lnTo>
                  <a:lnTo>
                    <a:pt x="278004" y="338768"/>
                  </a:lnTo>
                  <a:lnTo>
                    <a:pt x="277838" y="339003"/>
                  </a:lnTo>
                  <a:lnTo>
                    <a:pt x="277581" y="339230"/>
                  </a:lnTo>
                  <a:lnTo>
                    <a:pt x="277325" y="339598"/>
                  </a:lnTo>
                  <a:lnTo>
                    <a:pt x="277155" y="339891"/>
                  </a:lnTo>
                  <a:lnTo>
                    <a:pt x="277100" y="340067"/>
                  </a:lnTo>
                  <a:lnTo>
                    <a:pt x="277166" y="340481"/>
                  </a:lnTo>
                  <a:lnTo>
                    <a:pt x="276891" y="340946"/>
                  </a:lnTo>
                  <a:lnTo>
                    <a:pt x="276676" y="341266"/>
                  </a:lnTo>
                  <a:lnTo>
                    <a:pt x="276451" y="341465"/>
                  </a:lnTo>
                  <a:lnTo>
                    <a:pt x="276139" y="341860"/>
                  </a:lnTo>
                  <a:lnTo>
                    <a:pt x="276296" y="342014"/>
                  </a:lnTo>
                  <a:lnTo>
                    <a:pt x="276788" y="342461"/>
                  </a:lnTo>
                  <a:lnTo>
                    <a:pt x="276946" y="342983"/>
                  </a:lnTo>
                  <a:lnTo>
                    <a:pt x="276916" y="343206"/>
                  </a:lnTo>
                  <a:lnTo>
                    <a:pt x="277112" y="343836"/>
                  </a:lnTo>
                  <a:lnTo>
                    <a:pt x="277545" y="343639"/>
                  </a:lnTo>
                  <a:lnTo>
                    <a:pt x="277771" y="343914"/>
                  </a:lnTo>
                  <a:lnTo>
                    <a:pt x="277945" y="344205"/>
                  </a:lnTo>
                  <a:lnTo>
                    <a:pt x="277197" y="344545"/>
                  </a:lnTo>
                  <a:lnTo>
                    <a:pt x="277359" y="344992"/>
                  </a:lnTo>
                  <a:lnTo>
                    <a:pt x="277548" y="345244"/>
                  </a:lnTo>
                  <a:lnTo>
                    <a:pt x="277659" y="345391"/>
                  </a:lnTo>
                  <a:lnTo>
                    <a:pt x="277753" y="345562"/>
                  </a:lnTo>
                  <a:lnTo>
                    <a:pt x="277814" y="345922"/>
                  </a:lnTo>
                  <a:lnTo>
                    <a:pt x="277672" y="346126"/>
                  </a:lnTo>
                  <a:lnTo>
                    <a:pt x="277679" y="346360"/>
                  </a:lnTo>
                  <a:lnTo>
                    <a:pt x="277951" y="346965"/>
                  </a:lnTo>
                  <a:lnTo>
                    <a:pt x="278172" y="347174"/>
                  </a:lnTo>
                  <a:lnTo>
                    <a:pt x="278689" y="347151"/>
                  </a:lnTo>
                  <a:lnTo>
                    <a:pt x="279000" y="346955"/>
                  </a:lnTo>
                  <a:lnTo>
                    <a:pt x="279139" y="347212"/>
                  </a:lnTo>
                  <a:lnTo>
                    <a:pt x="279434" y="347772"/>
                  </a:lnTo>
                  <a:lnTo>
                    <a:pt x="279580" y="347864"/>
                  </a:lnTo>
                  <a:lnTo>
                    <a:pt x="279817" y="348042"/>
                  </a:lnTo>
                  <a:lnTo>
                    <a:pt x="279664" y="348902"/>
                  </a:lnTo>
                  <a:lnTo>
                    <a:pt x="279359" y="349518"/>
                  </a:lnTo>
                  <a:lnTo>
                    <a:pt x="279084" y="349658"/>
                  </a:lnTo>
                  <a:lnTo>
                    <a:pt x="278560" y="349656"/>
                  </a:lnTo>
                  <a:lnTo>
                    <a:pt x="277813" y="349815"/>
                  </a:lnTo>
                  <a:lnTo>
                    <a:pt x="277474" y="350031"/>
                  </a:lnTo>
                  <a:lnTo>
                    <a:pt x="277279" y="349959"/>
                  </a:lnTo>
                  <a:lnTo>
                    <a:pt x="276782" y="349710"/>
                  </a:lnTo>
                  <a:lnTo>
                    <a:pt x="276749" y="350016"/>
                  </a:lnTo>
                  <a:lnTo>
                    <a:pt x="276740" y="350207"/>
                  </a:lnTo>
                  <a:lnTo>
                    <a:pt x="276714" y="351036"/>
                  </a:lnTo>
                  <a:lnTo>
                    <a:pt x="276809" y="351360"/>
                  </a:lnTo>
                  <a:lnTo>
                    <a:pt x="276905" y="351839"/>
                  </a:lnTo>
                  <a:lnTo>
                    <a:pt x="276892" y="352065"/>
                  </a:lnTo>
                  <a:lnTo>
                    <a:pt x="277402" y="352350"/>
                  </a:lnTo>
                  <a:lnTo>
                    <a:pt x="277942" y="352398"/>
                  </a:lnTo>
                  <a:lnTo>
                    <a:pt x="278216" y="352526"/>
                  </a:lnTo>
                  <a:lnTo>
                    <a:pt x="278073" y="352982"/>
                  </a:lnTo>
                  <a:lnTo>
                    <a:pt x="278356" y="353387"/>
                  </a:lnTo>
                  <a:lnTo>
                    <a:pt x="278333" y="353678"/>
                  </a:lnTo>
                  <a:lnTo>
                    <a:pt x="278114" y="354357"/>
                  </a:lnTo>
                  <a:lnTo>
                    <a:pt x="277835" y="354669"/>
                  </a:lnTo>
                  <a:lnTo>
                    <a:pt x="277306" y="355000"/>
                  </a:lnTo>
                  <a:lnTo>
                    <a:pt x="277339" y="355200"/>
                  </a:lnTo>
                  <a:lnTo>
                    <a:pt x="277091" y="355450"/>
                  </a:lnTo>
                  <a:lnTo>
                    <a:pt x="276495" y="355719"/>
                  </a:lnTo>
                  <a:lnTo>
                    <a:pt x="275718" y="356448"/>
                  </a:lnTo>
                  <a:lnTo>
                    <a:pt x="275524" y="356600"/>
                  </a:lnTo>
                  <a:lnTo>
                    <a:pt x="275245" y="356627"/>
                  </a:lnTo>
                  <a:lnTo>
                    <a:pt x="274885" y="356735"/>
                  </a:lnTo>
                  <a:lnTo>
                    <a:pt x="275006" y="357007"/>
                  </a:lnTo>
                  <a:lnTo>
                    <a:pt x="275523" y="356969"/>
                  </a:lnTo>
                  <a:lnTo>
                    <a:pt x="275657" y="357016"/>
                  </a:lnTo>
                  <a:lnTo>
                    <a:pt x="276229" y="357381"/>
                  </a:lnTo>
                  <a:lnTo>
                    <a:pt x="276297" y="357545"/>
                  </a:lnTo>
                  <a:lnTo>
                    <a:pt x="276004" y="358860"/>
                  </a:lnTo>
                  <a:lnTo>
                    <a:pt x="276013" y="359039"/>
                  </a:lnTo>
                  <a:lnTo>
                    <a:pt x="275911" y="359274"/>
                  </a:lnTo>
                  <a:lnTo>
                    <a:pt x="275693" y="359693"/>
                  </a:lnTo>
                  <a:lnTo>
                    <a:pt x="275489" y="359802"/>
                  </a:lnTo>
                  <a:lnTo>
                    <a:pt x="275265" y="359907"/>
                  </a:lnTo>
                  <a:lnTo>
                    <a:pt x="274657" y="360127"/>
                  </a:lnTo>
                  <a:lnTo>
                    <a:pt x="274044" y="360384"/>
                  </a:lnTo>
                  <a:lnTo>
                    <a:pt x="274109" y="360838"/>
                  </a:lnTo>
                  <a:lnTo>
                    <a:pt x="274170" y="361178"/>
                  </a:lnTo>
                  <a:lnTo>
                    <a:pt x="274135" y="361468"/>
                  </a:lnTo>
                  <a:lnTo>
                    <a:pt x="273947" y="361966"/>
                  </a:lnTo>
                  <a:lnTo>
                    <a:pt x="273797" y="362244"/>
                  </a:lnTo>
                  <a:lnTo>
                    <a:pt x="273123" y="362813"/>
                  </a:lnTo>
                  <a:lnTo>
                    <a:pt x="272960" y="363227"/>
                  </a:lnTo>
                  <a:lnTo>
                    <a:pt x="272326" y="363530"/>
                  </a:lnTo>
                  <a:lnTo>
                    <a:pt x="272176" y="363575"/>
                  </a:lnTo>
                  <a:lnTo>
                    <a:pt x="271487" y="363944"/>
                  </a:lnTo>
                  <a:lnTo>
                    <a:pt x="271336" y="364786"/>
                  </a:lnTo>
                  <a:lnTo>
                    <a:pt x="271396" y="365222"/>
                  </a:lnTo>
                  <a:lnTo>
                    <a:pt x="271545" y="365639"/>
                  </a:lnTo>
                  <a:lnTo>
                    <a:pt x="271537" y="366040"/>
                  </a:lnTo>
                  <a:lnTo>
                    <a:pt x="271185" y="366491"/>
                  </a:lnTo>
                  <a:lnTo>
                    <a:pt x="271149" y="366846"/>
                  </a:lnTo>
                  <a:lnTo>
                    <a:pt x="271335" y="367366"/>
                  </a:lnTo>
                  <a:lnTo>
                    <a:pt x="271004" y="367561"/>
                  </a:lnTo>
                  <a:lnTo>
                    <a:pt x="270921" y="367820"/>
                  </a:lnTo>
                  <a:lnTo>
                    <a:pt x="271336" y="368055"/>
                  </a:lnTo>
                  <a:lnTo>
                    <a:pt x="271445" y="368203"/>
                  </a:lnTo>
                  <a:lnTo>
                    <a:pt x="271578" y="368568"/>
                  </a:lnTo>
                  <a:lnTo>
                    <a:pt x="271462" y="369404"/>
                  </a:lnTo>
                  <a:lnTo>
                    <a:pt x="271149" y="369375"/>
                  </a:lnTo>
                  <a:lnTo>
                    <a:pt x="270849" y="369354"/>
                  </a:lnTo>
                  <a:lnTo>
                    <a:pt x="270484" y="369333"/>
                  </a:lnTo>
                  <a:lnTo>
                    <a:pt x="270224" y="370059"/>
                  </a:lnTo>
                  <a:lnTo>
                    <a:pt x="269406" y="370351"/>
                  </a:lnTo>
                  <a:lnTo>
                    <a:pt x="268732" y="370349"/>
                  </a:lnTo>
                  <a:lnTo>
                    <a:pt x="268042" y="370251"/>
                  </a:lnTo>
                  <a:lnTo>
                    <a:pt x="267586" y="370007"/>
                  </a:lnTo>
                  <a:lnTo>
                    <a:pt x="267182" y="369618"/>
                  </a:lnTo>
                  <a:lnTo>
                    <a:pt x="266723" y="369283"/>
                  </a:lnTo>
                  <a:lnTo>
                    <a:pt x="266155" y="369129"/>
                  </a:lnTo>
                  <a:lnTo>
                    <a:pt x="265887" y="369200"/>
                  </a:lnTo>
                  <a:lnTo>
                    <a:pt x="265379" y="368626"/>
                  </a:lnTo>
                  <a:lnTo>
                    <a:pt x="265382" y="368405"/>
                  </a:lnTo>
                  <a:lnTo>
                    <a:pt x="265357" y="368174"/>
                  </a:lnTo>
                  <a:lnTo>
                    <a:pt x="264739" y="367632"/>
                  </a:lnTo>
                  <a:lnTo>
                    <a:pt x="264741" y="367440"/>
                  </a:lnTo>
                  <a:lnTo>
                    <a:pt x="265202" y="367124"/>
                  </a:lnTo>
                  <a:lnTo>
                    <a:pt x="265246" y="366369"/>
                  </a:lnTo>
                  <a:lnTo>
                    <a:pt x="265024" y="366085"/>
                  </a:lnTo>
                  <a:lnTo>
                    <a:pt x="264537" y="365744"/>
                  </a:lnTo>
                  <a:lnTo>
                    <a:pt x="264305" y="365591"/>
                  </a:lnTo>
                  <a:lnTo>
                    <a:pt x="263462" y="365751"/>
                  </a:lnTo>
                  <a:lnTo>
                    <a:pt x="263353" y="365971"/>
                  </a:lnTo>
                  <a:lnTo>
                    <a:pt x="263867" y="366796"/>
                  </a:lnTo>
                  <a:lnTo>
                    <a:pt x="264513" y="367119"/>
                  </a:lnTo>
                  <a:lnTo>
                    <a:pt x="264314" y="367436"/>
                  </a:lnTo>
                  <a:lnTo>
                    <a:pt x="263582" y="367904"/>
                  </a:lnTo>
                  <a:lnTo>
                    <a:pt x="263327" y="367832"/>
                  </a:lnTo>
                  <a:lnTo>
                    <a:pt x="262987" y="368152"/>
                  </a:lnTo>
                  <a:lnTo>
                    <a:pt x="262971" y="368477"/>
                  </a:lnTo>
                  <a:lnTo>
                    <a:pt x="262369" y="368857"/>
                  </a:lnTo>
                  <a:lnTo>
                    <a:pt x="261875" y="368180"/>
                  </a:lnTo>
                  <a:lnTo>
                    <a:pt x="261706" y="367904"/>
                  </a:lnTo>
                  <a:lnTo>
                    <a:pt x="261806" y="367506"/>
                  </a:lnTo>
                  <a:lnTo>
                    <a:pt x="261954" y="367410"/>
                  </a:lnTo>
                  <a:lnTo>
                    <a:pt x="262182" y="367232"/>
                  </a:lnTo>
                  <a:lnTo>
                    <a:pt x="262389" y="367024"/>
                  </a:lnTo>
                  <a:lnTo>
                    <a:pt x="262517" y="366815"/>
                  </a:lnTo>
                  <a:lnTo>
                    <a:pt x="262262" y="365965"/>
                  </a:lnTo>
                  <a:lnTo>
                    <a:pt x="261933" y="365636"/>
                  </a:lnTo>
                  <a:lnTo>
                    <a:pt x="261754" y="365459"/>
                  </a:lnTo>
                  <a:lnTo>
                    <a:pt x="261396" y="365284"/>
                  </a:lnTo>
                  <a:lnTo>
                    <a:pt x="260858" y="365382"/>
                  </a:lnTo>
                  <a:lnTo>
                    <a:pt x="260516" y="365512"/>
                  </a:lnTo>
                  <a:lnTo>
                    <a:pt x="260134" y="365471"/>
                  </a:lnTo>
                  <a:lnTo>
                    <a:pt x="259887" y="365568"/>
                  </a:lnTo>
                  <a:lnTo>
                    <a:pt x="259340" y="366228"/>
                  </a:lnTo>
                  <a:lnTo>
                    <a:pt x="259184" y="366485"/>
                  </a:lnTo>
                  <a:lnTo>
                    <a:pt x="259211" y="367009"/>
                  </a:lnTo>
                  <a:lnTo>
                    <a:pt x="258830" y="366851"/>
                  </a:lnTo>
                  <a:lnTo>
                    <a:pt x="257968" y="366383"/>
                  </a:lnTo>
                  <a:lnTo>
                    <a:pt x="257601" y="366331"/>
                  </a:lnTo>
                  <a:lnTo>
                    <a:pt x="257144" y="366337"/>
                  </a:lnTo>
                  <a:lnTo>
                    <a:pt x="256660" y="366255"/>
                  </a:lnTo>
                  <a:lnTo>
                    <a:pt x="256415" y="366210"/>
                  </a:lnTo>
                  <a:lnTo>
                    <a:pt x="256029" y="366171"/>
                  </a:lnTo>
                  <a:lnTo>
                    <a:pt x="255083" y="367039"/>
                  </a:lnTo>
                  <a:lnTo>
                    <a:pt x="255211" y="367255"/>
                  </a:lnTo>
                  <a:lnTo>
                    <a:pt x="255288" y="367770"/>
                  </a:lnTo>
                  <a:lnTo>
                    <a:pt x="255025" y="367767"/>
                  </a:lnTo>
                  <a:lnTo>
                    <a:pt x="254800" y="367877"/>
                  </a:lnTo>
                  <a:lnTo>
                    <a:pt x="254460" y="368803"/>
                  </a:lnTo>
                  <a:lnTo>
                    <a:pt x="253771" y="368732"/>
                  </a:lnTo>
                  <a:lnTo>
                    <a:pt x="253512" y="368899"/>
                  </a:lnTo>
                  <a:lnTo>
                    <a:pt x="253646" y="369477"/>
                  </a:lnTo>
                  <a:lnTo>
                    <a:pt x="253439" y="369508"/>
                  </a:lnTo>
                  <a:lnTo>
                    <a:pt x="253048" y="369534"/>
                  </a:lnTo>
                  <a:lnTo>
                    <a:pt x="252894" y="369066"/>
                  </a:lnTo>
                  <a:lnTo>
                    <a:pt x="252569" y="368957"/>
                  </a:lnTo>
                  <a:lnTo>
                    <a:pt x="251776" y="369394"/>
                  </a:lnTo>
                  <a:lnTo>
                    <a:pt x="251378" y="369684"/>
                  </a:lnTo>
                  <a:lnTo>
                    <a:pt x="250520" y="370448"/>
                  </a:lnTo>
                  <a:lnTo>
                    <a:pt x="250497" y="370905"/>
                  </a:lnTo>
                  <a:lnTo>
                    <a:pt x="250690" y="372019"/>
                  </a:lnTo>
                  <a:lnTo>
                    <a:pt x="250972" y="372197"/>
                  </a:lnTo>
                  <a:lnTo>
                    <a:pt x="251361" y="372321"/>
                  </a:lnTo>
                  <a:lnTo>
                    <a:pt x="251660" y="372371"/>
                  </a:lnTo>
                  <a:lnTo>
                    <a:pt x="251735" y="372150"/>
                  </a:lnTo>
                  <a:lnTo>
                    <a:pt x="252120" y="371974"/>
                  </a:lnTo>
                  <a:lnTo>
                    <a:pt x="252465" y="372151"/>
                  </a:lnTo>
                  <a:lnTo>
                    <a:pt x="252877" y="372394"/>
                  </a:lnTo>
                  <a:lnTo>
                    <a:pt x="253071" y="372374"/>
                  </a:lnTo>
                  <a:lnTo>
                    <a:pt x="253574" y="371833"/>
                  </a:lnTo>
                  <a:lnTo>
                    <a:pt x="253740" y="371823"/>
                  </a:lnTo>
                  <a:lnTo>
                    <a:pt x="253726" y="371599"/>
                  </a:lnTo>
                  <a:lnTo>
                    <a:pt x="253882" y="371439"/>
                  </a:lnTo>
                  <a:lnTo>
                    <a:pt x="254303" y="371068"/>
                  </a:lnTo>
                  <a:lnTo>
                    <a:pt x="254502" y="370821"/>
                  </a:lnTo>
                  <a:lnTo>
                    <a:pt x="254614" y="370490"/>
                  </a:lnTo>
                  <a:lnTo>
                    <a:pt x="254961" y="369979"/>
                  </a:lnTo>
                  <a:lnTo>
                    <a:pt x="255205" y="369942"/>
                  </a:lnTo>
                  <a:lnTo>
                    <a:pt x="255528" y="369842"/>
                  </a:lnTo>
                  <a:lnTo>
                    <a:pt x="255419" y="369302"/>
                  </a:lnTo>
                  <a:lnTo>
                    <a:pt x="255697" y="369248"/>
                  </a:lnTo>
                  <a:lnTo>
                    <a:pt x="256615" y="369835"/>
                  </a:lnTo>
                  <a:lnTo>
                    <a:pt x="257092" y="369887"/>
                  </a:lnTo>
                  <a:lnTo>
                    <a:pt x="257276" y="369803"/>
                  </a:lnTo>
                  <a:lnTo>
                    <a:pt x="257395" y="369500"/>
                  </a:lnTo>
                  <a:lnTo>
                    <a:pt x="257464" y="369227"/>
                  </a:lnTo>
                  <a:lnTo>
                    <a:pt x="257577" y="369082"/>
                  </a:lnTo>
                  <a:lnTo>
                    <a:pt x="257846" y="368866"/>
                  </a:lnTo>
                  <a:lnTo>
                    <a:pt x="258016" y="368763"/>
                  </a:lnTo>
                  <a:lnTo>
                    <a:pt x="258102" y="368893"/>
                  </a:lnTo>
                  <a:lnTo>
                    <a:pt x="258048" y="369157"/>
                  </a:lnTo>
                  <a:lnTo>
                    <a:pt x="257967" y="369459"/>
                  </a:lnTo>
                  <a:lnTo>
                    <a:pt x="258121" y="369668"/>
                  </a:lnTo>
                  <a:lnTo>
                    <a:pt x="258600" y="369908"/>
                  </a:lnTo>
                  <a:lnTo>
                    <a:pt x="259169" y="370188"/>
                  </a:lnTo>
                  <a:lnTo>
                    <a:pt x="258836" y="370680"/>
                  </a:lnTo>
                  <a:lnTo>
                    <a:pt x="258867" y="371103"/>
                  </a:lnTo>
                  <a:lnTo>
                    <a:pt x="258936" y="371536"/>
                  </a:lnTo>
                  <a:lnTo>
                    <a:pt x="258702" y="371679"/>
                  </a:lnTo>
                  <a:lnTo>
                    <a:pt x="258525" y="371813"/>
                  </a:lnTo>
                  <a:lnTo>
                    <a:pt x="258241" y="372217"/>
                  </a:lnTo>
                  <a:lnTo>
                    <a:pt x="257791" y="373076"/>
                  </a:lnTo>
                  <a:lnTo>
                    <a:pt x="257359" y="373940"/>
                  </a:lnTo>
                  <a:lnTo>
                    <a:pt x="256955" y="374595"/>
                  </a:lnTo>
                  <a:lnTo>
                    <a:pt x="257006" y="374999"/>
                  </a:lnTo>
                  <a:lnTo>
                    <a:pt x="257210" y="375539"/>
                  </a:lnTo>
                  <a:lnTo>
                    <a:pt x="257686" y="375606"/>
                  </a:lnTo>
                  <a:lnTo>
                    <a:pt x="257627" y="376063"/>
                  </a:lnTo>
                  <a:lnTo>
                    <a:pt x="257453" y="376192"/>
                  </a:lnTo>
                  <a:lnTo>
                    <a:pt x="257499" y="376506"/>
                  </a:lnTo>
                  <a:lnTo>
                    <a:pt x="257567" y="376742"/>
                  </a:lnTo>
                  <a:lnTo>
                    <a:pt x="257631" y="377776"/>
                  </a:lnTo>
                  <a:lnTo>
                    <a:pt x="257739" y="378016"/>
                  </a:lnTo>
                  <a:lnTo>
                    <a:pt x="258119" y="378328"/>
                  </a:lnTo>
                  <a:lnTo>
                    <a:pt x="258399" y="378388"/>
                  </a:lnTo>
                  <a:lnTo>
                    <a:pt x="258637" y="378553"/>
                  </a:lnTo>
                  <a:lnTo>
                    <a:pt x="258802" y="378733"/>
                  </a:lnTo>
                  <a:lnTo>
                    <a:pt x="259398" y="379038"/>
                  </a:lnTo>
                  <a:lnTo>
                    <a:pt x="259670" y="379219"/>
                  </a:lnTo>
                  <a:lnTo>
                    <a:pt x="259506" y="379480"/>
                  </a:lnTo>
                  <a:lnTo>
                    <a:pt x="259343" y="379745"/>
                  </a:lnTo>
                  <a:lnTo>
                    <a:pt x="258964" y="379933"/>
                  </a:lnTo>
                  <a:lnTo>
                    <a:pt x="258826" y="379858"/>
                  </a:lnTo>
                  <a:lnTo>
                    <a:pt x="258540" y="379808"/>
                  </a:lnTo>
                  <a:lnTo>
                    <a:pt x="258299" y="380177"/>
                  </a:lnTo>
                  <a:lnTo>
                    <a:pt x="257972" y="380648"/>
                  </a:lnTo>
                  <a:lnTo>
                    <a:pt x="257506" y="380545"/>
                  </a:lnTo>
                  <a:lnTo>
                    <a:pt x="256721" y="381286"/>
                  </a:lnTo>
                  <a:lnTo>
                    <a:pt x="256584" y="381222"/>
                  </a:lnTo>
                  <a:lnTo>
                    <a:pt x="256000" y="380878"/>
                  </a:lnTo>
                  <a:lnTo>
                    <a:pt x="255711" y="380529"/>
                  </a:lnTo>
                  <a:lnTo>
                    <a:pt x="255052" y="380070"/>
                  </a:lnTo>
                  <a:lnTo>
                    <a:pt x="254793" y="380143"/>
                  </a:lnTo>
                  <a:lnTo>
                    <a:pt x="254165" y="380143"/>
                  </a:lnTo>
                  <a:lnTo>
                    <a:pt x="254097" y="379812"/>
                  </a:lnTo>
                  <a:lnTo>
                    <a:pt x="254075" y="379637"/>
                  </a:lnTo>
                  <a:lnTo>
                    <a:pt x="253894" y="379356"/>
                  </a:lnTo>
                  <a:lnTo>
                    <a:pt x="253116" y="378830"/>
                  </a:lnTo>
                  <a:lnTo>
                    <a:pt x="252294" y="378983"/>
                  </a:lnTo>
                  <a:lnTo>
                    <a:pt x="251859" y="379281"/>
                  </a:lnTo>
                  <a:lnTo>
                    <a:pt x="251726" y="379390"/>
                  </a:lnTo>
                  <a:lnTo>
                    <a:pt x="251477" y="379529"/>
                  </a:lnTo>
                  <a:lnTo>
                    <a:pt x="250836" y="379709"/>
                  </a:lnTo>
                  <a:lnTo>
                    <a:pt x="250425" y="379706"/>
                  </a:lnTo>
                  <a:lnTo>
                    <a:pt x="250331" y="379210"/>
                  </a:lnTo>
                  <a:lnTo>
                    <a:pt x="250257" y="378844"/>
                  </a:lnTo>
                  <a:lnTo>
                    <a:pt x="249852" y="378915"/>
                  </a:lnTo>
                  <a:lnTo>
                    <a:pt x="249161" y="378798"/>
                  </a:lnTo>
                  <a:lnTo>
                    <a:pt x="248852" y="378941"/>
                  </a:lnTo>
                  <a:lnTo>
                    <a:pt x="248622" y="378897"/>
                  </a:lnTo>
                  <a:lnTo>
                    <a:pt x="248466" y="378935"/>
                  </a:lnTo>
                  <a:lnTo>
                    <a:pt x="248476" y="379292"/>
                  </a:lnTo>
                  <a:lnTo>
                    <a:pt x="247997" y="379367"/>
                  </a:lnTo>
                  <a:lnTo>
                    <a:pt x="247706" y="379395"/>
                  </a:lnTo>
                  <a:lnTo>
                    <a:pt x="247365" y="379354"/>
                  </a:lnTo>
                  <a:lnTo>
                    <a:pt x="247145" y="379406"/>
                  </a:lnTo>
                  <a:lnTo>
                    <a:pt x="246999" y="379691"/>
                  </a:lnTo>
                  <a:lnTo>
                    <a:pt x="246892" y="379904"/>
                  </a:lnTo>
                  <a:lnTo>
                    <a:pt x="246873" y="380045"/>
                  </a:lnTo>
                  <a:lnTo>
                    <a:pt x="246685" y="380433"/>
                  </a:lnTo>
                  <a:lnTo>
                    <a:pt x="246519" y="380486"/>
                  </a:lnTo>
                  <a:lnTo>
                    <a:pt x="246189" y="380059"/>
                  </a:lnTo>
                  <a:lnTo>
                    <a:pt x="246016" y="379746"/>
                  </a:lnTo>
                  <a:lnTo>
                    <a:pt x="246010" y="379598"/>
                  </a:lnTo>
                  <a:lnTo>
                    <a:pt x="245988" y="379414"/>
                  </a:lnTo>
                  <a:lnTo>
                    <a:pt x="245854" y="379205"/>
                  </a:lnTo>
                  <a:lnTo>
                    <a:pt x="245633" y="379035"/>
                  </a:lnTo>
                  <a:lnTo>
                    <a:pt x="245124" y="378939"/>
                  </a:lnTo>
                  <a:lnTo>
                    <a:pt x="245385" y="378089"/>
                  </a:lnTo>
                  <a:lnTo>
                    <a:pt x="245896" y="377658"/>
                  </a:lnTo>
                  <a:lnTo>
                    <a:pt x="245795" y="377178"/>
                  </a:lnTo>
                  <a:lnTo>
                    <a:pt x="245573" y="376732"/>
                  </a:lnTo>
                  <a:lnTo>
                    <a:pt x="245291" y="376517"/>
                  </a:lnTo>
                  <a:lnTo>
                    <a:pt x="245097" y="376426"/>
                  </a:lnTo>
                  <a:lnTo>
                    <a:pt x="245196" y="376043"/>
                  </a:lnTo>
                  <a:lnTo>
                    <a:pt x="245213" y="375856"/>
                  </a:lnTo>
                  <a:lnTo>
                    <a:pt x="245385" y="375348"/>
                  </a:lnTo>
                  <a:lnTo>
                    <a:pt x="245158" y="375198"/>
                  </a:lnTo>
                  <a:lnTo>
                    <a:pt x="244829" y="375106"/>
                  </a:lnTo>
                  <a:lnTo>
                    <a:pt x="244304" y="374833"/>
                  </a:lnTo>
                  <a:lnTo>
                    <a:pt x="244212" y="374575"/>
                  </a:lnTo>
                  <a:lnTo>
                    <a:pt x="243644" y="374474"/>
                  </a:lnTo>
                  <a:lnTo>
                    <a:pt x="243449" y="374563"/>
                  </a:lnTo>
                  <a:lnTo>
                    <a:pt x="243221" y="374602"/>
                  </a:lnTo>
                  <a:lnTo>
                    <a:pt x="242801" y="374635"/>
                  </a:lnTo>
                  <a:lnTo>
                    <a:pt x="242386" y="374665"/>
                  </a:lnTo>
                  <a:lnTo>
                    <a:pt x="242150" y="374990"/>
                  </a:lnTo>
                  <a:lnTo>
                    <a:pt x="241668" y="375252"/>
                  </a:lnTo>
                  <a:lnTo>
                    <a:pt x="241407" y="375188"/>
                  </a:lnTo>
                  <a:lnTo>
                    <a:pt x="241243" y="375184"/>
                  </a:lnTo>
                  <a:lnTo>
                    <a:pt x="240845" y="375209"/>
                  </a:lnTo>
                  <a:lnTo>
                    <a:pt x="240663" y="375324"/>
                  </a:lnTo>
                  <a:lnTo>
                    <a:pt x="240610" y="375779"/>
                  </a:lnTo>
                  <a:lnTo>
                    <a:pt x="240504" y="375958"/>
                  </a:lnTo>
                  <a:lnTo>
                    <a:pt x="240591" y="376297"/>
                  </a:lnTo>
                  <a:lnTo>
                    <a:pt x="240758" y="376511"/>
                  </a:lnTo>
                  <a:lnTo>
                    <a:pt x="240715" y="376969"/>
                  </a:lnTo>
                  <a:lnTo>
                    <a:pt x="240612" y="377257"/>
                  </a:lnTo>
                  <a:lnTo>
                    <a:pt x="240368" y="377170"/>
                  </a:lnTo>
                  <a:lnTo>
                    <a:pt x="240085" y="376977"/>
                  </a:lnTo>
                  <a:lnTo>
                    <a:pt x="239938" y="377032"/>
                  </a:lnTo>
                  <a:lnTo>
                    <a:pt x="239621" y="377158"/>
                  </a:lnTo>
                  <a:lnTo>
                    <a:pt x="239481" y="377350"/>
                  </a:lnTo>
                  <a:lnTo>
                    <a:pt x="239476" y="378152"/>
                  </a:lnTo>
                  <a:lnTo>
                    <a:pt x="239561" y="378537"/>
                  </a:lnTo>
                  <a:lnTo>
                    <a:pt x="239494" y="378734"/>
                  </a:lnTo>
                  <a:lnTo>
                    <a:pt x="239338" y="379077"/>
                  </a:lnTo>
                  <a:lnTo>
                    <a:pt x="239670" y="379240"/>
                  </a:lnTo>
                  <a:lnTo>
                    <a:pt x="239814" y="379335"/>
                  </a:lnTo>
                  <a:lnTo>
                    <a:pt x="240042" y="379621"/>
                  </a:lnTo>
                  <a:lnTo>
                    <a:pt x="240746" y="380052"/>
                  </a:lnTo>
                  <a:lnTo>
                    <a:pt x="240818" y="380325"/>
                  </a:lnTo>
                  <a:lnTo>
                    <a:pt x="240844" y="380456"/>
                  </a:lnTo>
                  <a:lnTo>
                    <a:pt x="240694" y="380907"/>
                  </a:lnTo>
                  <a:lnTo>
                    <a:pt x="240136" y="380518"/>
                  </a:lnTo>
                  <a:lnTo>
                    <a:pt x="239697" y="380288"/>
                  </a:lnTo>
                  <a:lnTo>
                    <a:pt x="239197" y="380381"/>
                  </a:lnTo>
                  <a:lnTo>
                    <a:pt x="238551" y="380573"/>
                  </a:lnTo>
                  <a:lnTo>
                    <a:pt x="238117" y="380945"/>
                  </a:lnTo>
                  <a:lnTo>
                    <a:pt x="237791" y="381645"/>
                  </a:lnTo>
                  <a:lnTo>
                    <a:pt x="237597" y="382060"/>
                  </a:lnTo>
                  <a:lnTo>
                    <a:pt x="237467" y="382355"/>
                  </a:lnTo>
                  <a:lnTo>
                    <a:pt x="237172" y="382388"/>
                  </a:lnTo>
                  <a:lnTo>
                    <a:pt x="237175" y="382580"/>
                  </a:lnTo>
                  <a:lnTo>
                    <a:pt x="237420" y="382716"/>
                  </a:lnTo>
                  <a:lnTo>
                    <a:pt x="237518" y="383003"/>
                  </a:lnTo>
                  <a:lnTo>
                    <a:pt x="237737" y="382976"/>
                  </a:lnTo>
                  <a:lnTo>
                    <a:pt x="237915" y="383084"/>
                  </a:lnTo>
                  <a:lnTo>
                    <a:pt x="238024" y="383345"/>
                  </a:lnTo>
                  <a:lnTo>
                    <a:pt x="237914" y="383837"/>
                  </a:lnTo>
                  <a:lnTo>
                    <a:pt x="237695" y="383780"/>
                  </a:lnTo>
                  <a:lnTo>
                    <a:pt x="237296" y="383307"/>
                  </a:lnTo>
                  <a:lnTo>
                    <a:pt x="236979" y="383137"/>
                  </a:lnTo>
                  <a:lnTo>
                    <a:pt x="236479" y="384546"/>
                  </a:lnTo>
                  <a:lnTo>
                    <a:pt x="236561" y="385532"/>
                  </a:lnTo>
                  <a:lnTo>
                    <a:pt x="236341" y="385819"/>
                  </a:lnTo>
                  <a:lnTo>
                    <a:pt x="236132" y="385959"/>
                  </a:lnTo>
                  <a:lnTo>
                    <a:pt x="235982" y="386124"/>
                  </a:lnTo>
                  <a:lnTo>
                    <a:pt x="236022" y="386289"/>
                  </a:lnTo>
                  <a:lnTo>
                    <a:pt x="236157" y="386669"/>
                  </a:lnTo>
                  <a:lnTo>
                    <a:pt x="236633" y="386908"/>
                  </a:lnTo>
                  <a:lnTo>
                    <a:pt x="237006" y="386817"/>
                  </a:lnTo>
                  <a:lnTo>
                    <a:pt x="237201" y="386865"/>
                  </a:lnTo>
                  <a:lnTo>
                    <a:pt x="237287" y="387329"/>
                  </a:lnTo>
                  <a:lnTo>
                    <a:pt x="237297" y="387793"/>
                  </a:lnTo>
                  <a:lnTo>
                    <a:pt x="237598" y="388370"/>
                  </a:lnTo>
                  <a:lnTo>
                    <a:pt x="237485" y="388880"/>
                  </a:lnTo>
                  <a:lnTo>
                    <a:pt x="237379" y="389416"/>
                  </a:lnTo>
                  <a:lnTo>
                    <a:pt x="237767" y="390105"/>
                  </a:lnTo>
                  <a:lnTo>
                    <a:pt x="237729" y="391237"/>
                  </a:lnTo>
                  <a:lnTo>
                    <a:pt x="237667" y="392229"/>
                  </a:lnTo>
                  <a:lnTo>
                    <a:pt x="237219" y="392093"/>
                  </a:lnTo>
                  <a:lnTo>
                    <a:pt x="236732" y="391519"/>
                  </a:lnTo>
                  <a:lnTo>
                    <a:pt x="236199" y="390963"/>
                  </a:lnTo>
                  <a:lnTo>
                    <a:pt x="236069" y="390603"/>
                  </a:lnTo>
                  <a:lnTo>
                    <a:pt x="236157" y="390449"/>
                  </a:lnTo>
                  <a:lnTo>
                    <a:pt x="236293" y="389971"/>
                  </a:lnTo>
                  <a:lnTo>
                    <a:pt x="235859" y="389246"/>
                  </a:lnTo>
                  <a:lnTo>
                    <a:pt x="235307" y="388947"/>
                  </a:lnTo>
                  <a:lnTo>
                    <a:pt x="234868" y="388190"/>
                  </a:lnTo>
                  <a:lnTo>
                    <a:pt x="234375" y="387558"/>
                  </a:lnTo>
                  <a:lnTo>
                    <a:pt x="233867" y="387047"/>
                  </a:lnTo>
                  <a:lnTo>
                    <a:pt x="233384" y="386722"/>
                  </a:lnTo>
                  <a:lnTo>
                    <a:pt x="232901" y="386296"/>
                  </a:lnTo>
                  <a:lnTo>
                    <a:pt x="232694" y="386378"/>
                  </a:lnTo>
                  <a:lnTo>
                    <a:pt x="232498" y="386461"/>
                  </a:lnTo>
                  <a:lnTo>
                    <a:pt x="232423" y="386273"/>
                  </a:lnTo>
                  <a:lnTo>
                    <a:pt x="232340" y="386111"/>
                  </a:lnTo>
                  <a:lnTo>
                    <a:pt x="232485" y="385820"/>
                  </a:lnTo>
                  <a:lnTo>
                    <a:pt x="231983" y="384809"/>
                  </a:lnTo>
                  <a:lnTo>
                    <a:pt x="231685" y="384656"/>
                  </a:lnTo>
                  <a:lnTo>
                    <a:pt x="231326" y="384456"/>
                  </a:lnTo>
                  <a:lnTo>
                    <a:pt x="231229" y="384201"/>
                  </a:lnTo>
                  <a:lnTo>
                    <a:pt x="230987" y="384202"/>
                  </a:lnTo>
                  <a:lnTo>
                    <a:pt x="230251" y="384264"/>
                  </a:lnTo>
                  <a:lnTo>
                    <a:pt x="229343" y="384491"/>
                  </a:lnTo>
                  <a:lnTo>
                    <a:pt x="228455" y="385385"/>
                  </a:lnTo>
                  <a:lnTo>
                    <a:pt x="227863" y="384708"/>
                  </a:lnTo>
                  <a:lnTo>
                    <a:pt x="227843" y="384392"/>
                  </a:lnTo>
                  <a:lnTo>
                    <a:pt x="227804" y="383943"/>
                  </a:lnTo>
                  <a:lnTo>
                    <a:pt x="227626" y="383490"/>
                  </a:lnTo>
                  <a:lnTo>
                    <a:pt x="227188" y="382582"/>
                  </a:lnTo>
                  <a:lnTo>
                    <a:pt x="227057" y="382359"/>
                  </a:lnTo>
                  <a:lnTo>
                    <a:pt x="226715" y="382076"/>
                  </a:lnTo>
                  <a:lnTo>
                    <a:pt x="226018" y="381759"/>
                  </a:lnTo>
                  <a:lnTo>
                    <a:pt x="225606" y="381583"/>
                  </a:lnTo>
                  <a:lnTo>
                    <a:pt x="225136" y="381140"/>
                  </a:lnTo>
                  <a:lnTo>
                    <a:pt x="224848" y="380790"/>
                  </a:lnTo>
                  <a:lnTo>
                    <a:pt x="224789" y="380533"/>
                  </a:lnTo>
                  <a:lnTo>
                    <a:pt x="224684" y="380005"/>
                  </a:lnTo>
                  <a:lnTo>
                    <a:pt x="224477" y="379980"/>
                  </a:lnTo>
                  <a:lnTo>
                    <a:pt x="223969" y="379989"/>
                  </a:lnTo>
                  <a:lnTo>
                    <a:pt x="223093" y="380647"/>
                  </a:lnTo>
                  <a:lnTo>
                    <a:pt x="222698" y="380547"/>
                  </a:lnTo>
                  <a:lnTo>
                    <a:pt x="222461" y="380927"/>
                  </a:lnTo>
                  <a:lnTo>
                    <a:pt x="222475" y="381078"/>
                  </a:lnTo>
                  <a:lnTo>
                    <a:pt x="222244" y="381751"/>
                  </a:lnTo>
                  <a:lnTo>
                    <a:pt x="221971" y="382124"/>
                  </a:lnTo>
                  <a:lnTo>
                    <a:pt x="221988" y="382319"/>
                  </a:lnTo>
                  <a:lnTo>
                    <a:pt x="222115" y="382482"/>
                  </a:lnTo>
                  <a:lnTo>
                    <a:pt x="222221" y="382638"/>
                  </a:lnTo>
                  <a:lnTo>
                    <a:pt x="221789" y="383026"/>
                  </a:lnTo>
                  <a:lnTo>
                    <a:pt x="221453" y="383128"/>
                  </a:lnTo>
                  <a:lnTo>
                    <a:pt x="221262" y="383082"/>
                  </a:lnTo>
                  <a:lnTo>
                    <a:pt x="220481" y="383226"/>
                  </a:lnTo>
                  <a:lnTo>
                    <a:pt x="220398" y="383382"/>
                  </a:lnTo>
                  <a:lnTo>
                    <a:pt x="220185" y="383671"/>
                  </a:lnTo>
                  <a:lnTo>
                    <a:pt x="219979" y="383761"/>
                  </a:lnTo>
                  <a:lnTo>
                    <a:pt x="219539" y="383941"/>
                  </a:lnTo>
                  <a:lnTo>
                    <a:pt x="219512" y="384165"/>
                  </a:lnTo>
                  <a:lnTo>
                    <a:pt x="219451" y="384438"/>
                  </a:lnTo>
                  <a:lnTo>
                    <a:pt x="219467" y="384576"/>
                  </a:lnTo>
                  <a:lnTo>
                    <a:pt x="219628" y="384815"/>
                  </a:lnTo>
                  <a:lnTo>
                    <a:pt x="220049" y="385219"/>
                  </a:lnTo>
                  <a:lnTo>
                    <a:pt x="220103" y="385379"/>
                  </a:lnTo>
                  <a:lnTo>
                    <a:pt x="219768" y="385886"/>
                  </a:lnTo>
                  <a:lnTo>
                    <a:pt x="219573" y="385877"/>
                  </a:lnTo>
                  <a:lnTo>
                    <a:pt x="219076" y="385738"/>
                  </a:lnTo>
                  <a:lnTo>
                    <a:pt x="218864" y="385218"/>
                  </a:lnTo>
                  <a:lnTo>
                    <a:pt x="218788" y="385012"/>
                  </a:lnTo>
                  <a:lnTo>
                    <a:pt x="218534" y="384518"/>
                  </a:lnTo>
                  <a:lnTo>
                    <a:pt x="218037" y="384552"/>
                  </a:lnTo>
                  <a:lnTo>
                    <a:pt x="217362" y="384208"/>
                  </a:lnTo>
                  <a:lnTo>
                    <a:pt x="216838" y="384406"/>
                  </a:lnTo>
                  <a:lnTo>
                    <a:pt x="216275" y="384646"/>
                  </a:lnTo>
                  <a:lnTo>
                    <a:pt x="215651" y="385067"/>
                  </a:lnTo>
                  <a:lnTo>
                    <a:pt x="215637" y="385278"/>
                  </a:lnTo>
                  <a:lnTo>
                    <a:pt x="215711" y="385523"/>
                  </a:lnTo>
                  <a:lnTo>
                    <a:pt x="216339" y="385596"/>
                  </a:lnTo>
                  <a:lnTo>
                    <a:pt x="216760" y="385927"/>
                  </a:lnTo>
                  <a:lnTo>
                    <a:pt x="216944" y="386246"/>
                  </a:lnTo>
                  <a:lnTo>
                    <a:pt x="216913" y="386623"/>
                  </a:lnTo>
                  <a:lnTo>
                    <a:pt x="217211" y="387218"/>
                  </a:lnTo>
                  <a:lnTo>
                    <a:pt x="217032" y="387527"/>
                  </a:lnTo>
                  <a:lnTo>
                    <a:pt x="216694" y="387807"/>
                  </a:lnTo>
                  <a:lnTo>
                    <a:pt x="216514" y="387801"/>
                  </a:lnTo>
                  <a:lnTo>
                    <a:pt x="215602" y="387545"/>
                  </a:lnTo>
                  <a:lnTo>
                    <a:pt x="215122" y="387594"/>
                  </a:lnTo>
                  <a:lnTo>
                    <a:pt x="214850" y="387878"/>
                  </a:lnTo>
                  <a:lnTo>
                    <a:pt x="215261" y="388193"/>
                  </a:lnTo>
                  <a:lnTo>
                    <a:pt x="215405" y="388273"/>
                  </a:lnTo>
                  <a:lnTo>
                    <a:pt x="215503" y="388545"/>
                  </a:lnTo>
                  <a:lnTo>
                    <a:pt x="215480" y="389024"/>
                  </a:lnTo>
                  <a:lnTo>
                    <a:pt x="215390" y="389618"/>
                  </a:lnTo>
                  <a:lnTo>
                    <a:pt x="215325" y="389796"/>
                  </a:lnTo>
                  <a:lnTo>
                    <a:pt x="215153" y="389981"/>
                  </a:lnTo>
                  <a:lnTo>
                    <a:pt x="215004" y="390230"/>
                  </a:lnTo>
                  <a:lnTo>
                    <a:pt x="215074" y="390490"/>
                  </a:lnTo>
                  <a:lnTo>
                    <a:pt x="215286" y="390807"/>
                  </a:lnTo>
                  <a:lnTo>
                    <a:pt x="215430" y="391007"/>
                  </a:lnTo>
                  <a:lnTo>
                    <a:pt x="215350" y="391697"/>
                  </a:lnTo>
                  <a:lnTo>
                    <a:pt x="215335" y="391885"/>
                  </a:lnTo>
                  <a:lnTo>
                    <a:pt x="215329" y="392049"/>
                  </a:lnTo>
                  <a:lnTo>
                    <a:pt x="215364" y="392187"/>
                  </a:lnTo>
                  <a:lnTo>
                    <a:pt x="214958" y="392781"/>
                  </a:lnTo>
                  <a:lnTo>
                    <a:pt x="214794" y="393093"/>
                  </a:lnTo>
                  <a:lnTo>
                    <a:pt x="214723" y="393655"/>
                  </a:lnTo>
                  <a:lnTo>
                    <a:pt x="214940" y="393810"/>
                  </a:lnTo>
                  <a:lnTo>
                    <a:pt x="215123" y="394029"/>
                  </a:lnTo>
                  <a:lnTo>
                    <a:pt x="214639" y="394673"/>
                  </a:lnTo>
                  <a:lnTo>
                    <a:pt x="214484" y="395014"/>
                  </a:lnTo>
                  <a:lnTo>
                    <a:pt x="214448" y="395196"/>
                  </a:lnTo>
                  <a:lnTo>
                    <a:pt x="214485" y="395348"/>
                  </a:lnTo>
                  <a:lnTo>
                    <a:pt x="214795" y="395789"/>
                  </a:lnTo>
                  <a:lnTo>
                    <a:pt x="214584" y="396400"/>
                  </a:lnTo>
                  <a:lnTo>
                    <a:pt x="214224" y="396494"/>
                  </a:lnTo>
                  <a:lnTo>
                    <a:pt x="213863" y="396799"/>
                  </a:lnTo>
                  <a:lnTo>
                    <a:pt x="213715" y="397073"/>
                  </a:lnTo>
                  <a:lnTo>
                    <a:pt x="213491" y="397478"/>
                  </a:lnTo>
                  <a:lnTo>
                    <a:pt x="213296" y="397564"/>
                  </a:lnTo>
                  <a:lnTo>
                    <a:pt x="213161" y="397641"/>
                  </a:lnTo>
                  <a:lnTo>
                    <a:pt x="212956" y="397763"/>
                  </a:lnTo>
                  <a:lnTo>
                    <a:pt x="212720" y="397905"/>
                  </a:lnTo>
                  <a:lnTo>
                    <a:pt x="212246" y="398199"/>
                  </a:lnTo>
                  <a:lnTo>
                    <a:pt x="211736" y="398307"/>
                  </a:lnTo>
                  <a:lnTo>
                    <a:pt x="211218" y="398142"/>
                  </a:lnTo>
                  <a:lnTo>
                    <a:pt x="210964" y="398103"/>
                  </a:lnTo>
                  <a:lnTo>
                    <a:pt x="210731" y="398077"/>
                  </a:lnTo>
                  <a:lnTo>
                    <a:pt x="210333" y="398054"/>
                  </a:lnTo>
                  <a:lnTo>
                    <a:pt x="209952" y="398076"/>
                  </a:lnTo>
                  <a:lnTo>
                    <a:pt x="209694" y="398109"/>
                  </a:lnTo>
                  <a:lnTo>
                    <a:pt x="209236" y="398349"/>
                  </a:lnTo>
                  <a:lnTo>
                    <a:pt x="208697" y="398516"/>
                  </a:lnTo>
                  <a:lnTo>
                    <a:pt x="207956" y="398481"/>
                  </a:lnTo>
                  <a:lnTo>
                    <a:pt x="207780" y="398807"/>
                  </a:lnTo>
                  <a:lnTo>
                    <a:pt x="207508" y="398960"/>
                  </a:lnTo>
                  <a:lnTo>
                    <a:pt x="207244" y="398990"/>
                  </a:lnTo>
                  <a:lnTo>
                    <a:pt x="207065" y="399010"/>
                  </a:lnTo>
                  <a:lnTo>
                    <a:pt x="206733" y="399194"/>
                  </a:lnTo>
                  <a:lnTo>
                    <a:pt x="206588" y="399275"/>
                  </a:lnTo>
                  <a:lnTo>
                    <a:pt x="206194" y="399199"/>
                  </a:lnTo>
                  <a:lnTo>
                    <a:pt x="205926" y="399360"/>
                  </a:lnTo>
                  <a:lnTo>
                    <a:pt x="205586" y="399564"/>
                  </a:lnTo>
                  <a:lnTo>
                    <a:pt x="205307" y="399838"/>
                  </a:lnTo>
                  <a:lnTo>
                    <a:pt x="204946" y="400191"/>
                  </a:lnTo>
                  <a:lnTo>
                    <a:pt x="204700" y="400295"/>
                  </a:lnTo>
                  <a:lnTo>
                    <a:pt x="204270" y="400475"/>
                  </a:lnTo>
                  <a:lnTo>
                    <a:pt x="204121" y="400538"/>
                  </a:lnTo>
                  <a:lnTo>
                    <a:pt x="203830" y="400585"/>
                  </a:lnTo>
                  <a:lnTo>
                    <a:pt x="203581" y="400626"/>
                  </a:lnTo>
                  <a:lnTo>
                    <a:pt x="203361" y="400744"/>
                  </a:lnTo>
                  <a:lnTo>
                    <a:pt x="202850" y="401003"/>
                  </a:lnTo>
                  <a:lnTo>
                    <a:pt x="202588" y="401058"/>
                  </a:lnTo>
                  <a:lnTo>
                    <a:pt x="202419" y="401093"/>
                  </a:lnTo>
                  <a:lnTo>
                    <a:pt x="202250" y="401128"/>
                  </a:lnTo>
                  <a:lnTo>
                    <a:pt x="201987" y="401186"/>
                  </a:lnTo>
                  <a:lnTo>
                    <a:pt x="202000" y="401411"/>
                  </a:lnTo>
                  <a:lnTo>
                    <a:pt x="201945" y="401870"/>
                  </a:lnTo>
                  <a:lnTo>
                    <a:pt x="201804" y="402034"/>
                  </a:lnTo>
                  <a:lnTo>
                    <a:pt x="201454" y="402157"/>
                  </a:lnTo>
                  <a:lnTo>
                    <a:pt x="201096" y="402283"/>
                  </a:lnTo>
                  <a:lnTo>
                    <a:pt x="200507" y="402518"/>
                  </a:lnTo>
                  <a:lnTo>
                    <a:pt x="200373" y="402370"/>
                  </a:lnTo>
                  <a:lnTo>
                    <a:pt x="200054" y="402090"/>
                  </a:lnTo>
                  <a:lnTo>
                    <a:pt x="199896" y="402041"/>
                  </a:lnTo>
                  <a:lnTo>
                    <a:pt x="199768" y="402001"/>
                  </a:lnTo>
                  <a:lnTo>
                    <a:pt x="199328" y="401905"/>
                  </a:lnTo>
                  <a:lnTo>
                    <a:pt x="198971" y="402158"/>
                  </a:lnTo>
                  <a:lnTo>
                    <a:pt x="198349" y="402495"/>
                  </a:lnTo>
                  <a:lnTo>
                    <a:pt x="198003" y="402439"/>
                  </a:lnTo>
                  <a:lnTo>
                    <a:pt x="197655" y="402153"/>
                  </a:lnTo>
                  <a:lnTo>
                    <a:pt x="197514" y="402200"/>
                  </a:lnTo>
                  <a:lnTo>
                    <a:pt x="197289" y="402384"/>
                  </a:lnTo>
                  <a:lnTo>
                    <a:pt x="196985" y="401998"/>
                  </a:lnTo>
                  <a:lnTo>
                    <a:pt x="197091" y="401868"/>
                  </a:lnTo>
                  <a:lnTo>
                    <a:pt x="197416" y="401672"/>
                  </a:lnTo>
                  <a:lnTo>
                    <a:pt x="198004" y="401315"/>
                  </a:lnTo>
                  <a:lnTo>
                    <a:pt x="198138" y="401135"/>
                  </a:lnTo>
                  <a:lnTo>
                    <a:pt x="198269" y="400957"/>
                  </a:lnTo>
                  <a:lnTo>
                    <a:pt x="198070" y="400720"/>
                  </a:lnTo>
                  <a:lnTo>
                    <a:pt x="197855" y="400547"/>
                  </a:lnTo>
                  <a:lnTo>
                    <a:pt x="197668" y="400060"/>
                  </a:lnTo>
                  <a:lnTo>
                    <a:pt x="197873" y="399882"/>
                  </a:lnTo>
                  <a:lnTo>
                    <a:pt x="197698" y="399468"/>
                  </a:lnTo>
                  <a:lnTo>
                    <a:pt x="197368" y="399129"/>
                  </a:lnTo>
                  <a:lnTo>
                    <a:pt x="197281" y="398830"/>
                  </a:lnTo>
                  <a:lnTo>
                    <a:pt x="197093" y="398820"/>
                  </a:lnTo>
                  <a:lnTo>
                    <a:pt x="196789" y="398473"/>
                  </a:lnTo>
                  <a:lnTo>
                    <a:pt x="196954" y="398358"/>
                  </a:lnTo>
                  <a:lnTo>
                    <a:pt x="196673" y="397940"/>
                  </a:lnTo>
                  <a:lnTo>
                    <a:pt x="196680" y="397772"/>
                  </a:lnTo>
                  <a:lnTo>
                    <a:pt x="196693" y="397510"/>
                  </a:lnTo>
                  <a:lnTo>
                    <a:pt x="196919" y="397076"/>
                  </a:lnTo>
                  <a:lnTo>
                    <a:pt x="197029" y="396657"/>
                  </a:lnTo>
                  <a:lnTo>
                    <a:pt x="196908" y="396292"/>
                  </a:lnTo>
                  <a:lnTo>
                    <a:pt x="196693" y="396106"/>
                  </a:lnTo>
                  <a:lnTo>
                    <a:pt x="196416" y="395866"/>
                  </a:lnTo>
                  <a:lnTo>
                    <a:pt x="196248" y="395894"/>
                  </a:lnTo>
                  <a:lnTo>
                    <a:pt x="195939" y="395934"/>
                  </a:lnTo>
                  <a:lnTo>
                    <a:pt x="195773" y="396157"/>
                  </a:lnTo>
                  <a:lnTo>
                    <a:pt x="195741" y="396400"/>
                  </a:lnTo>
                  <a:lnTo>
                    <a:pt x="195715" y="396602"/>
                  </a:lnTo>
                  <a:lnTo>
                    <a:pt x="195373" y="396795"/>
                  </a:lnTo>
                  <a:lnTo>
                    <a:pt x="195035" y="396983"/>
                  </a:lnTo>
                  <a:lnTo>
                    <a:pt x="194829" y="397098"/>
                  </a:lnTo>
                  <a:lnTo>
                    <a:pt x="194469" y="397348"/>
                  </a:lnTo>
                  <a:lnTo>
                    <a:pt x="194328" y="397510"/>
                  </a:lnTo>
                  <a:lnTo>
                    <a:pt x="194302" y="397748"/>
                  </a:lnTo>
                  <a:lnTo>
                    <a:pt x="194126" y="398060"/>
                  </a:lnTo>
                  <a:lnTo>
                    <a:pt x="193992" y="397962"/>
                  </a:lnTo>
                  <a:lnTo>
                    <a:pt x="193843" y="398042"/>
                  </a:lnTo>
                  <a:lnTo>
                    <a:pt x="193343" y="398137"/>
                  </a:lnTo>
                  <a:lnTo>
                    <a:pt x="193610" y="397781"/>
                  </a:lnTo>
                  <a:lnTo>
                    <a:pt x="193710" y="397647"/>
                  </a:lnTo>
                  <a:lnTo>
                    <a:pt x="193875" y="397419"/>
                  </a:lnTo>
                  <a:lnTo>
                    <a:pt x="193787" y="397190"/>
                  </a:lnTo>
                  <a:lnTo>
                    <a:pt x="193766" y="396995"/>
                  </a:lnTo>
                  <a:lnTo>
                    <a:pt x="193870" y="396718"/>
                  </a:lnTo>
                  <a:lnTo>
                    <a:pt x="193596" y="396775"/>
                  </a:lnTo>
                  <a:lnTo>
                    <a:pt x="193392" y="396797"/>
                  </a:lnTo>
                  <a:lnTo>
                    <a:pt x="193200" y="396185"/>
                  </a:lnTo>
                  <a:lnTo>
                    <a:pt x="192987" y="396096"/>
                  </a:lnTo>
                  <a:lnTo>
                    <a:pt x="192713" y="396041"/>
                  </a:lnTo>
                  <a:lnTo>
                    <a:pt x="192441" y="395663"/>
                  </a:lnTo>
                  <a:lnTo>
                    <a:pt x="192217" y="395468"/>
                  </a:lnTo>
                  <a:lnTo>
                    <a:pt x="192483" y="395457"/>
                  </a:lnTo>
                  <a:lnTo>
                    <a:pt x="192209" y="394924"/>
                  </a:lnTo>
                  <a:lnTo>
                    <a:pt x="192401" y="394444"/>
                  </a:lnTo>
                  <a:lnTo>
                    <a:pt x="192435" y="393889"/>
                  </a:lnTo>
                  <a:lnTo>
                    <a:pt x="192360" y="393741"/>
                  </a:lnTo>
                  <a:lnTo>
                    <a:pt x="192196" y="393417"/>
                  </a:lnTo>
                  <a:lnTo>
                    <a:pt x="192220" y="393160"/>
                  </a:lnTo>
                  <a:lnTo>
                    <a:pt x="191950" y="393067"/>
                  </a:lnTo>
                  <a:lnTo>
                    <a:pt x="191834" y="392652"/>
                  </a:lnTo>
                  <a:lnTo>
                    <a:pt x="191978" y="392596"/>
                  </a:lnTo>
                  <a:lnTo>
                    <a:pt x="192307" y="392466"/>
                  </a:lnTo>
                  <a:lnTo>
                    <a:pt x="192443" y="392412"/>
                  </a:lnTo>
                  <a:lnTo>
                    <a:pt x="192506" y="392242"/>
                  </a:lnTo>
                  <a:lnTo>
                    <a:pt x="192422" y="391924"/>
                  </a:lnTo>
                  <a:lnTo>
                    <a:pt x="192338" y="391606"/>
                  </a:lnTo>
                  <a:lnTo>
                    <a:pt x="191947" y="391698"/>
                  </a:lnTo>
                  <a:lnTo>
                    <a:pt x="191488" y="391691"/>
                  </a:lnTo>
                  <a:lnTo>
                    <a:pt x="191304" y="391846"/>
                  </a:lnTo>
                  <a:lnTo>
                    <a:pt x="191297" y="392114"/>
                  </a:lnTo>
                  <a:lnTo>
                    <a:pt x="190689" y="392178"/>
                  </a:lnTo>
                  <a:lnTo>
                    <a:pt x="190294" y="392553"/>
                  </a:lnTo>
                  <a:lnTo>
                    <a:pt x="190218" y="392688"/>
                  </a:lnTo>
                  <a:lnTo>
                    <a:pt x="190279" y="393172"/>
                  </a:lnTo>
                  <a:lnTo>
                    <a:pt x="189972" y="393455"/>
                  </a:lnTo>
                  <a:lnTo>
                    <a:pt x="189797" y="393676"/>
                  </a:lnTo>
                  <a:lnTo>
                    <a:pt x="189954" y="393897"/>
                  </a:lnTo>
                  <a:lnTo>
                    <a:pt x="189913" y="394365"/>
                  </a:lnTo>
                  <a:lnTo>
                    <a:pt x="189684" y="394545"/>
                  </a:lnTo>
                  <a:lnTo>
                    <a:pt x="189509" y="394984"/>
                  </a:lnTo>
                  <a:lnTo>
                    <a:pt x="189378" y="394981"/>
                  </a:lnTo>
                  <a:lnTo>
                    <a:pt x="189236" y="394718"/>
                  </a:lnTo>
                  <a:lnTo>
                    <a:pt x="188811" y="394749"/>
                  </a:lnTo>
                  <a:lnTo>
                    <a:pt x="188842" y="394894"/>
                  </a:lnTo>
                  <a:lnTo>
                    <a:pt x="189017" y="395159"/>
                  </a:lnTo>
                  <a:lnTo>
                    <a:pt x="188846" y="395389"/>
                  </a:lnTo>
                  <a:lnTo>
                    <a:pt x="188446" y="395147"/>
                  </a:lnTo>
                  <a:lnTo>
                    <a:pt x="188196" y="395083"/>
                  </a:lnTo>
                  <a:lnTo>
                    <a:pt x="187933" y="395214"/>
                  </a:lnTo>
                  <a:lnTo>
                    <a:pt x="187727" y="395334"/>
                  </a:lnTo>
                  <a:lnTo>
                    <a:pt x="186439" y="396161"/>
                  </a:lnTo>
                  <a:lnTo>
                    <a:pt x="186318" y="396540"/>
                  </a:lnTo>
                  <a:lnTo>
                    <a:pt x="186098" y="396759"/>
                  </a:lnTo>
                  <a:lnTo>
                    <a:pt x="185881" y="396810"/>
                  </a:lnTo>
                  <a:lnTo>
                    <a:pt x="185569" y="396874"/>
                  </a:lnTo>
                  <a:lnTo>
                    <a:pt x="185387" y="397233"/>
                  </a:lnTo>
                  <a:lnTo>
                    <a:pt x="185237" y="397286"/>
                  </a:lnTo>
                  <a:lnTo>
                    <a:pt x="184897" y="397195"/>
                  </a:lnTo>
                  <a:lnTo>
                    <a:pt x="184593" y="397388"/>
                  </a:lnTo>
                  <a:lnTo>
                    <a:pt x="184286" y="397454"/>
                  </a:lnTo>
                  <a:lnTo>
                    <a:pt x="183108" y="397246"/>
                  </a:lnTo>
                  <a:lnTo>
                    <a:pt x="183062" y="397044"/>
                  </a:lnTo>
                  <a:lnTo>
                    <a:pt x="183064" y="396675"/>
                  </a:lnTo>
                  <a:lnTo>
                    <a:pt x="183092" y="396177"/>
                  </a:lnTo>
                  <a:lnTo>
                    <a:pt x="182998" y="396015"/>
                  </a:lnTo>
                  <a:lnTo>
                    <a:pt x="183321" y="395593"/>
                  </a:lnTo>
                  <a:lnTo>
                    <a:pt x="183423" y="395090"/>
                  </a:lnTo>
                  <a:lnTo>
                    <a:pt x="183616" y="394313"/>
                  </a:lnTo>
                  <a:lnTo>
                    <a:pt x="183632" y="394011"/>
                  </a:lnTo>
                  <a:lnTo>
                    <a:pt x="183421" y="393747"/>
                  </a:lnTo>
                  <a:lnTo>
                    <a:pt x="183805" y="393515"/>
                  </a:lnTo>
                  <a:lnTo>
                    <a:pt x="183830" y="393376"/>
                  </a:lnTo>
                  <a:lnTo>
                    <a:pt x="183466" y="392919"/>
                  </a:lnTo>
                  <a:lnTo>
                    <a:pt x="183241" y="392930"/>
                  </a:lnTo>
                  <a:lnTo>
                    <a:pt x="182975" y="393065"/>
                  </a:lnTo>
                  <a:lnTo>
                    <a:pt x="182831" y="393162"/>
                  </a:lnTo>
                  <a:lnTo>
                    <a:pt x="182570" y="393340"/>
                  </a:lnTo>
                  <a:lnTo>
                    <a:pt x="182294" y="393528"/>
                  </a:lnTo>
                  <a:lnTo>
                    <a:pt x="181928" y="393987"/>
                  </a:lnTo>
                  <a:lnTo>
                    <a:pt x="181762" y="393948"/>
                  </a:lnTo>
                  <a:lnTo>
                    <a:pt x="181734" y="393736"/>
                  </a:lnTo>
                  <a:lnTo>
                    <a:pt x="181707" y="393529"/>
                  </a:lnTo>
                  <a:lnTo>
                    <a:pt x="181332" y="393543"/>
                  </a:lnTo>
                  <a:lnTo>
                    <a:pt x="181153" y="393467"/>
                  </a:lnTo>
                  <a:lnTo>
                    <a:pt x="180922" y="393071"/>
                  </a:lnTo>
                  <a:lnTo>
                    <a:pt x="180916" y="392807"/>
                  </a:lnTo>
                  <a:lnTo>
                    <a:pt x="180909" y="392502"/>
                  </a:lnTo>
                  <a:lnTo>
                    <a:pt x="180778" y="392402"/>
                  </a:lnTo>
                  <a:lnTo>
                    <a:pt x="180592" y="392279"/>
                  </a:lnTo>
                  <a:lnTo>
                    <a:pt x="180642" y="391974"/>
                  </a:lnTo>
                  <a:lnTo>
                    <a:pt x="180681" y="391506"/>
                  </a:lnTo>
                  <a:lnTo>
                    <a:pt x="180699" y="391300"/>
                  </a:lnTo>
                  <a:lnTo>
                    <a:pt x="180657" y="390833"/>
                  </a:lnTo>
                  <a:lnTo>
                    <a:pt x="180504" y="390743"/>
                  </a:lnTo>
                  <a:lnTo>
                    <a:pt x="180275" y="390557"/>
                  </a:lnTo>
                  <a:lnTo>
                    <a:pt x="179948" y="390369"/>
                  </a:lnTo>
                  <a:lnTo>
                    <a:pt x="179922" y="389976"/>
                  </a:lnTo>
                  <a:lnTo>
                    <a:pt x="180066" y="389616"/>
                  </a:lnTo>
                  <a:lnTo>
                    <a:pt x="180374" y="388896"/>
                  </a:lnTo>
                  <a:lnTo>
                    <a:pt x="180694" y="388213"/>
                  </a:lnTo>
                  <a:lnTo>
                    <a:pt x="180662" y="387956"/>
                  </a:lnTo>
                  <a:lnTo>
                    <a:pt x="180355" y="387916"/>
                  </a:lnTo>
                  <a:lnTo>
                    <a:pt x="180183" y="387894"/>
                  </a:lnTo>
                  <a:lnTo>
                    <a:pt x="179879" y="387856"/>
                  </a:lnTo>
                  <a:lnTo>
                    <a:pt x="179710" y="387834"/>
                  </a:lnTo>
                  <a:lnTo>
                    <a:pt x="179574" y="387817"/>
                  </a:lnTo>
                  <a:lnTo>
                    <a:pt x="179403" y="387385"/>
                  </a:lnTo>
                  <a:lnTo>
                    <a:pt x="179407" y="387238"/>
                  </a:lnTo>
                  <a:lnTo>
                    <a:pt x="179413" y="387038"/>
                  </a:lnTo>
                  <a:lnTo>
                    <a:pt x="179152" y="386899"/>
                  </a:lnTo>
                  <a:lnTo>
                    <a:pt x="178856" y="386807"/>
                  </a:lnTo>
                  <a:lnTo>
                    <a:pt x="178694" y="386756"/>
                  </a:lnTo>
                  <a:lnTo>
                    <a:pt x="178447" y="386679"/>
                  </a:lnTo>
                  <a:lnTo>
                    <a:pt x="178263" y="386721"/>
                  </a:lnTo>
                  <a:lnTo>
                    <a:pt x="178235" y="387252"/>
                  </a:lnTo>
                  <a:lnTo>
                    <a:pt x="177743" y="387622"/>
                  </a:lnTo>
                  <a:lnTo>
                    <a:pt x="177388" y="387376"/>
                  </a:lnTo>
                  <a:lnTo>
                    <a:pt x="177249" y="387194"/>
                  </a:lnTo>
                  <a:lnTo>
                    <a:pt x="176706" y="387118"/>
                  </a:lnTo>
                  <a:lnTo>
                    <a:pt x="176505" y="387126"/>
                  </a:lnTo>
                  <a:lnTo>
                    <a:pt x="176344" y="387049"/>
                  </a:lnTo>
                  <a:lnTo>
                    <a:pt x="176194" y="386977"/>
                  </a:lnTo>
                  <a:lnTo>
                    <a:pt x="176030" y="387041"/>
                  </a:lnTo>
                  <a:lnTo>
                    <a:pt x="175420" y="386666"/>
                  </a:lnTo>
                  <a:lnTo>
                    <a:pt x="175351" y="386314"/>
                  </a:lnTo>
                  <a:lnTo>
                    <a:pt x="175276" y="386085"/>
                  </a:lnTo>
                  <a:lnTo>
                    <a:pt x="175259" y="385595"/>
                  </a:lnTo>
                  <a:lnTo>
                    <a:pt x="175417" y="385533"/>
                  </a:lnTo>
                  <a:lnTo>
                    <a:pt x="175728" y="385504"/>
                  </a:lnTo>
                  <a:lnTo>
                    <a:pt x="175911" y="385465"/>
                  </a:lnTo>
                  <a:lnTo>
                    <a:pt x="176043" y="385428"/>
                  </a:lnTo>
                  <a:lnTo>
                    <a:pt x="176230" y="385224"/>
                  </a:lnTo>
                  <a:lnTo>
                    <a:pt x="176347" y="384921"/>
                  </a:lnTo>
                  <a:lnTo>
                    <a:pt x="176413" y="384605"/>
                  </a:lnTo>
                  <a:lnTo>
                    <a:pt x="176435" y="384226"/>
                  </a:lnTo>
                  <a:lnTo>
                    <a:pt x="176566" y="383863"/>
                  </a:lnTo>
                  <a:lnTo>
                    <a:pt x="176334" y="383710"/>
                  </a:lnTo>
                  <a:lnTo>
                    <a:pt x="176317" y="383550"/>
                  </a:lnTo>
                  <a:lnTo>
                    <a:pt x="176390" y="383288"/>
                  </a:lnTo>
                  <a:lnTo>
                    <a:pt x="176293" y="383096"/>
                  </a:lnTo>
                  <a:lnTo>
                    <a:pt x="176126" y="382990"/>
                  </a:lnTo>
                  <a:lnTo>
                    <a:pt x="175999" y="382788"/>
                  </a:lnTo>
                  <a:lnTo>
                    <a:pt x="175987" y="382628"/>
                  </a:lnTo>
                  <a:lnTo>
                    <a:pt x="176116" y="382206"/>
                  </a:lnTo>
                  <a:lnTo>
                    <a:pt x="176295" y="381933"/>
                  </a:lnTo>
                  <a:lnTo>
                    <a:pt x="175150" y="381728"/>
                  </a:lnTo>
                  <a:lnTo>
                    <a:pt x="175067" y="381523"/>
                  </a:lnTo>
                  <a:lnTo>
                    <a:pt x="175001" y="381188"/>
                  </a:lnTo>
                  <a:lnTo>
                    <a:pt x="174824" y="380900"/>
                  </a:lnTo>
                  <a:lnTo>
                    <a:pt x="174637" y="380782"/>
                  </a:lnTo>
                  <a:lnTo>
                    <a:pt x="174456" y="380706"/>
                  </a:lnTo>
                  <a:lnTo>
                    <a:pt x="173983" y="380209"/>
                  </a:lnTo>
                  <a:lnTo>
                    <a:pt x="173208" y="379739"/>
                  </a:lnTo>
                  <a:lnTo>
                    <a:pt x="172720" y="379633"/>
                  </a:lnTo>
                  <a:lnTo>
                    <a:pt x="172320" y="379488"/>
                  </a:lnTo>
                  <a:lnTo>
                    <a:pt x="172140" y="379338"/>
                  </a:lnTo>
                  <a:lnTo>
                    <a:pt x="171720" y="378932"/>
                  </a:lnTo>
                  <a:lnTo>
                    <a:pt x="171584" y="378604"/>
                  </a:lnTo>
                  <a:lnTo>
                    <a:pt x="171589" y="378287"/>
                  </a:lnTo>
                  <a:lnTo>
                    <a:pt x="171667" y="377873"/>
                  </a:lnTo>
                  <a:lnTo>
                    <a:pt x="171802" y="377371"/>
                  </a:lnTo>
                  <a:lnTo>
                    <a:pt x="171916" y="377153"/>
                  </a:lnTo>
                  <a:lnTo>
                    <a:pt x="172172" y="376837"/>
                  </a:lnTo>
                  <a:lnTo>
                    <a:pt x="171561" y="376625"/>
                  </a:lnTo>
                  <a:lnTo>
                    <a:pt x="170834" y="376020"/>
                  </a:lnTo>
                  <a:lnTo>
                    <a:pt x="170432" y="376116"/>
                  </a:lnTo>
                  <a:lnTo>
                    <a:pt x="170026" y="376605"/>
                  </a:lnTo>
                  <a:lnTo>
                    <a:pt x="169700" y="376666"/>
                  </a:lnTo>
                  <a:lnTo>
                    <a:pt x="169622" y="377273"/>
                  </a:lnTo>
                  <a:lnTo>
                    <a:pt x="169515" y="377682"/>
                  </a:lnTo>
                  <a:lnTo>
                    <a:pt x="169123" y="377882"/>
                  </a:lnTo>
                  <a:lnTo>
                    <a:pt x="168938" y="377823"/>
                  </a:lnTo>
                  <a:lnTo>
                    <a:pt x="168685" y="377866"/>
                  </a:lnTo>
                  <a:lnTo>
                    <a:pt x="168104" y="378058"/>
                  </a:lnTo>
                  <a:lnTo>
                    <a:pt x="167975" y="378154"/>
                  </a:lnTo>
                  <a:lnTo>
                    <a:pt x="167252" y="378397"/>
                  </a:lnTo>
                  <a:lnTo>
                    <a:pt x="166867" y="378446"/>
                  </a:lnTo>
                  <a:lnTo>
                    <a:pt x="166481" y="378440"/>
                  </a:lnTo>
                  <a:lnTo>
                    <a:pt x="166202" y="378386"/>
                  </a:lnTo>
                  <a:lnTo>
                    <a:pt x="165853" y="378285"/>
                  </a:lnTo>
                  <a:lnTo>
                    <a:pt x="165704" y="378242"/>
                  </a:lnTo>
                  <a:lnTo>
                    <a:pt x="165385" y="378221"/>
                  </a:lnTo>
                  <a:lnTo>
                    <a:pt x="165172" y="378206"/>
                  </a:lnTo>
                  <a:lnTo>
                    <a:pt x="164547" y="378355"/>
                  </a:lnTo>
                  <a:lnTo>
                    <a:pt x="164402" y="378479"/>
                  </a:lnTo>
                  <a:lnTo>
                    <a:pt x="163898" y="378865"/>
                  </a:lnTo>
                  <a:lnTo>
                    <a:pt x="163928" y="379031"/>
                  </a:lnTo>
                  <a:lnTo>
                    <a:pt x="163923" y="379344"/>
                  </a:lnTo>
                  <a:lnTo>
                    <a:pt x="163812" y="379621"/>
                  </a:lnTo>
                  <a:lnTo>
                    <a:pt x="163856" y="379793"/>
                  </a:lnTo>
                  <a:lnTo>
                    <a:pt x="164010" y="380219"/>
                  </a:lnTo>
                  <a:lnTo>
                    <a:pt x="164238" y="380293"/>
                  </a:lnTo>
                  <a:lnTo>
                    <a:pt x="164288" y="380510"/>
                  </a:lnTo>
                  <a:lnTo>
                    <a:pt x="164305" y="380745"/>
                  </a:lnTo>
                  <a:lnTo>
                    <a:pt x="164275" y="380918"/>
                  </a:lnTo>
                  <a:lnTo>
                    <a:pt x="164223" y="381052"/>
                  </a:lnTo>
                  <a:lnTo>
                    <a:pt x="164059" y="381285"/>
                  </a:lnTo>
                  <a:lnTo>
                    <a:pt x="163750" y="381488"/>
                  </a:lnTo>
                  <a:lnTo>
                    <a:pt x="163375" y="381687"/>
                  </a:lnTo>
                  <a:lnTo>
                    <a:pt x="162607" y="381718"/>
                  </a:lnTo>
                  <a:lnTo>
                    <a:pt x="162263" y="381807"/>
                  </a:lnTo>
                  <a:lnTo>
                    <a:pt x="161769" y="381997"/>
                  </a:lnTo>
                  <a:lnTo>
                    <a:pt x="161484" y="382384"/>
                  </a:lnTo>
                  <a:lnTo>
                    <a:pt x="161483" y="382618"/>
                  </a:lnTo>
                  <a:lnTo>
                    <a:pt x="161295" y="382870"/>
                  </a:lnTo>
                  <a:lnTo>
                    <a:pt x="161125" y="383021"/>
                  </a:lnTo>
                  <a:lnTo>
                    <a:pt x="161070" y="383463"/>
                  </a:lnTo>
                  <a:lnTo>
                    <a:pt x="161024" y="383704"/>
                  </a:lnTo>
                  <a:lnTo>
                    <a:pt x="160919" y="383988"/>
                  </a:lnTo>
                  <a:lnTo>
                    <a:pt x="160784" y="384178"/>
                  </a:lnTo>
                  <a:lnTo>
                    <a:pt x="160714" y="384538"/>
                  </a:lnTo>
                  <a:lnTo>
                    <a:pt x="160508" y="384915"/>
                  </a:lnTo>
                  <a:lnTo>
                    <a:pt x="160135" y="384721"/>
                  </a:lnTo>
                  <a:lnTo>
                    <a:pt x="159896" y="384655"/>
                  </a:lnTo>
                  <a:lnTo>
                    <a:pt x="159378" y="384941"/>
                  </a:lnTo>
                  <a:lnTo>
                    <a:pt x="159127" y="385476"/>
                  </a:lnTo>
                  <a:lnTo>
                    <a:pt x="159275" y="385754"/>
                  </a:lnTo>
                  <a:lnTo>
                    <a:pt x="159330" y="385963"/>
                  </a:lnTo>
                  <a:lnTo>
                    <a:pt x="159278" y="386499"/>
                  </a:lnTo>
                  <a:lnTo>
                    <a:pt x="159410" y="386847"/>
                  </a:lnTo>
                  <a:lnTo>
                    <a:pt x="159591" y="386891"/>
                  </a:lnTo>
                  <a:lnTo>
                    <a:pt x="159714" y="387145"/>
                  </a:lnTo>
                  <a:lnTo>
                    <a:pt x="159714" y="387574"/>
                  </a:lnTo>
                  <a:lnTo>
                    <a:pt x="159820" y="387860"/>
                  </a:lnTo>
                  <a:lnTo>
                    <a:pt x="159854" y="388205"/>
                  </a:lnTo>
                  <a:lnTo>
                    <a:pt x="159823" y="388644"/>
                  </a:lnTo>
                  <a:lnTo>
                    <a:pt x="159936" y="388808"/>
                  </a:lnTo>
                  <a:lnTo>
                    <a:pt x="160089" y="389129"/>
                  </a:lnTo>
                  <a:lnTo>
                    <a:pt x="160270" y="389496"/>
                  </a:lnTo>
                  <a:lnTo>
                    <a:pt x="160501" y="389557"/>
                  </a:lnTo>
                  <a:lnTo>
                    <a:pt x="161144" y="389600"/>
                  </a:lnTo>
                  <a:lnTo>
                    <a:pt x="161339" y="389685"/>
                  </a:lnTo>
                  <a:lnTo>
                    <a:pt x="161425" y="389921"/>
                  </a:lnTo>
                  <a:lnTo>
                    <a:pt x="161452" y="390271"/>
                  </a:lnTo>
                  <a:lnTo>
                    <a:pt x="161320" y="390636"/>
                  </a:lnTo>
                  <a:lnTo>
                    <a:pt x="161278" y="390996"/>
                  </a:lnTo>
                  <a:lnTo>
                    <a:pt x="161285" y="391515"/>
                  </a:lnTo>
                  <a:lnTo>
                    <a:pt x="161158" y="391832"/>
                  </a:lnTo>
                  <a:lnTo>
                    <a:pt x="161150" y="392142"/>
                  </a:lnTo>
                  <a:lnTo>
                    <a:pt x="161195" y="392382"/>
                  </a:lnTo>
                  <a:lnTo>
                    <a:pt x="161290" y="392678"/>
                  </a:lnTo>
                  <a:lnTo>
                    <a:pt x="161347" y="392856"/>
                  </a:lnTo>
                  <a:lnTo>
                    <a:pt x="161275" y="393082"/>
                  </a:lnTo>
                  <a:lnTo>
                    <a:pt x="161277" y="393216"/>
                  </a:lnTo>
                  <a:lnTo>
                    <a:pt x="161319" y="393353"/>
                  </a:lnTo>
                  <a:lnTo>
                    <a:pt x="161415" y="393529"/>
                  </a:lnTo>
                  <a:lnTo>
                    <a:pt x="161446" y="393683"/>
                  </a:lnTo>
                  <a:lnTo>
                    <a:pt x="161091" y="394227"/>
                  </a:lnTo>
                  <a:lnTo>
                    <a:pt x="160933" y="394261"/>
                  </a:lnTo>
                  <a:lnTo>
                    <a:pt x="160686" y="394383"/>
                  </a:lnTo>
                  <a:lnTo>
                    <a:pt x="160424" y="394571"/>
                  </a:lnTo>
                  <a:lnTo>
                    <a:pt x="160305" y="394703"/>
                  </a:lnTo>
                  <a:lnTo>
                    <a:pt x="160236" y="394830"/>
                  </a:lnTo>
                  <a:lnTo>
                    <a:pt x="160320" y="395208"/>
                  </a:lnTo>
                  <a:lnTo>
                    <a:pt x="160529" y="395883"/>
                  </a:lnTo>
                  <a:lnTo>
                    <a:pt x="160365" y="395904"/>
                  </a:lnTo>
                  <a:lnTo>
                    <a:pt x="160083" y="395959"/>
                  </a:lnTo>
                  <a:lnTo>
                    <a:pt x="159895" y="396039"/>
                  </a:lnTo>
                  <a:lnTo>
                    <a:pt x="159358" y="395938"/>
                  </a:lnTo>
                  <a:lnTo>
                    <a:pt x="159204" y="395835"/>
                  </a:lnTo>
                  <a:lnTo>
                    <a:pt x="158695" y="395512"/>
                  </a:lnTo>
                  <a:lnTo>
                    <a:pt x="158332" y="395410"/>
                  </a:lnTo>
                  <a:lnTo>
                    <a:pt x="158127" y="395354"/>
                  </a:lnTo>
                  <a:lnTo>
                    <a:pt x="157759" y="395293"/>
                  </a:lnTo>
                  <a:lnTo>
                    <a:pt x="157256" y="395337"/>
                  </a:lnTo>
                  <a:lnTo>
                    <a:pt x="156928" y="395474"/>
                  </a:lnTo>
                  <a:lnTo>
                    <a:pt x="156697" y="395656"/>
                  </a:lnTo>
                  <a:lnTo>
                    <a:pt x="156566" y="395801"/>
                  </a:lnTo>
                  <a:lnTo>
                    <a:pt x="156437" y="395946"/>
                  </a:lnTo>
                  <a:lnTo>
                    <a:pt x="156306" y="396206"/>
                  </a:lnTo>
                  <a:lnTo>
                    <a:pt x="156133" y="396870"/>
                  </a:lnTo>
                  <a:lnTo>
                    <a:pt x="156115" y="397329"/>
                  </a:lnTo>
                  <a:lnTo>
                    <a:pt x="156103" y="397742"/>
                  </a:lnTo>
                  <a:lnTo>
                    <a:pt x="156096" y="397963"/>
                  </a:lnTo>
                  <a:lnTo>
                    <a:pt x="156092" y="398178"/>
                  </a:lnTo>
                  <a:lnTo>
                    <a:pt x="156067" y="398312"/>
                  </a:lnTo>
                  <a:lnTo>
                    <a:pt x="155614" y="398884"/>
                  </a:lnTo>
                  <a:lnTo>
                    <a:pt x="155480" y="398934"/>
                  </a:lnTo>
                  <a:lnTo>
                    <a:pt x="155105" y="398955"/>
                  </a:lnTo>
                  <a:lnTo>
                    <a:pt x="154888" y="398907"/>
                  </a:lnTo>
                  <a:lnTo>
                    <a:pt x="154552" y="398811"/>
                  </a:lnTo>
                  <a:lnTo>
                    <a:pt x="154116" y="398726"/>
                  </a:lnTo>
                  <a:lnTo>
                    <a:pt x="153765" y="398742"/>
                  </a:lnTo>
                  <a:lnTo>
                    <a:pt x="153564" y="398854"/>
                  </a:lnTo>
                  <a:lnTo>
                    <a:pt x="153321" y="398969"/>
                  </a:lnTo>
                  <a:lnTo>
                    <a:pt x="152955" y="399103"/>
                  </a:lnTo>
                  <a:lnTo>
                    <a:pt x="152669" y="399186"/>
                  </a:lnTo>
                  <a:lnTo>
                    <a:pt x="152393" y="399259"/>
                  </a:lnTo>
                  <a:lnTo>
                    <a:pt x="152156" y="399323"/>
                  </a:lnTo>
                  <a:lnTo>
                    <a:pt x="151971" y="399385"/>
                  </a:lnTo>
                  <a:lnTo>
                    <a:pt x="151527" y="399491"/>
                  </a:lnTo>
                  <a:lnTo>
                    <a:pt x="151236" y="399541"/>
                  </a:lnTo>
                  <a:lnTo>
                    <a:pt x="151034" y="399549"/>
                  </a:lnTo>
                  <a:lnTo>
                    <a:pt x="150453" y="399421"/>
                  </a:lnTo>
                  <a:lnTo>
                    <a:pt x="150259" y="399259"/>
                  </a:lnTo>
                  <a:lnTo>
                    <a:pt x="149978" y="398995"/>
                  </a:lnTo>
                  <a:lnTo>
                    <a:pt x="149561" y="398975"/>
                  </a:lnTo>
                  <a:lnTo>
                    <a:pt x="149408" y="399078"/>
                  </a:lnTo>
                  <a:lnTo>
                    <a:pt x="149259" y="399195"/>
                  </a:lnTo>
                  <a:lnTo>
                    <a:pt x="148831" y="399445"/>
                  </a:lnTo>
                  <a:lnTo>
                    <a:pt x="146858" y="399298"/>
                  </a:lnTo>
                  <a:lnTo>
                    <a:pt x="146438" y="399144"/>
                  </a:lnTo>
                  <a:lnTo>
                    <a:pt x="146188" y="399130"/>
                  </a:lnTo>
                  <a:lnTo>
                    <a:pt x="145731" y="399213"/>
                  </a:lnTo>
                  <a:lnTo>
                    <a:pt x="145601" y="399307"/>
                  </a:lnTo>
                  <a:lnTo>
                    <a:pt x="145444" y="399407"/>
                  </a:lnTo>
                  <a:lnTo>
                    <a:pt x="145286" y="399480"/>
                  </a:lnTo>
                  <a:lnTo>
                    <a:pt x="144999" y="399605"/>
                  </a:lnTo>
                  <a:lnTo>
                    <a:pt x="144473" y="399715"/>
                  </a:lnTo>
                  <a:lnTo>
                    <a:pt x="144171" y="399764"/>
                  </a:lnTo>
                  <a:lnTo>
                    <a:pt x="143733" y="400278"/>
                  </a:lnTo>
                  <a:lnTo>
                    <a:pt x="143729" y="400454"/>
                  </a:lnTo>
                  <a:lnTo>
                    <a:pt x="143809" y="400981"/>
                  </a:lnTo>
                  <a:lnTo>
                    <a:pt x="143832" y="401215"/>
                  </a:lnTo>
                  <a:lnTo>
                    <a:pt x="143658" y="401796"/>
                  </a:lnTo>
                  <a:lnTo>
                    <a:pt x="141900" y="402960"/>
                  </a:lnTo>
                  <a:lnTo>
                    <a:pt x="141641" y="403441"/>
                  </a:lnTo>
                  <a:lnTo>
                    <a:pt x="141579" y="403782"/>
                  </a:lnTo>
                  <a:lnTo>
                    <a:pt x="141301" y="404109"/>
                  </a:lnTo>
                  <a:lnTo>
                    <a:pt x="140965" y="404241"/>
                  </a:lnTo>
                  <a:lnTo>
                    <a:pt x="140831" y="404247"/>
                  </a:lnTo>
                  <a:lnTo>
                    <a:pt x="140692" y="404245"/>
                  </a:lnTo>
                  <a:lnTo>
                    <a:pt x="140088" y="404217"/>
                  </a:lnTo>
                  <a:lnTo>
                    <a:pt x="139684" y="404265"/>
                  </a:lnTo>
                  <a:lnTo>
                    <a:pt x="139541" y="404328"/>
                  </a:lnTo>
                  <a:lnTo>
                    <a:pt x="139301" y="404465"/>
                  </a:lnTo>
                  <a:lnTo>
                    <a:pt x="139092" y="404558"/>
                  </a:lnTo>
                  <a:lnTo>
                    <a:pt x="138708" y="404812"/>
                  </a:lnTo>
                  <a:lnTo>
                    <a:pt x="138562" y="404935"/>
                  </a:lnTo>
                  <a:lnTo>
                    <a:pt x="138229" y="405510"/>
                  </a:lnTo>
                  <a:lnTo>
                    <a:pt x="138102" y="405721"/>
                  </a:lnTo>
                  <a:lnTo>
                    <a:pt x="137904" y="405961"/>
                  </a:lnTo>
                  <a:lnTo>
                    <a:pt x="137271" y="406080"/>
                  </a:lnTo>
                  <a:lnTo>
                    <a:pt x="136962" y="406152"/>
                  </a:lnTo>
                  <a:lnTo>
                    <a:pt x="136429" y="406345"/>
                  </a:lnTo>
                  <a:lnTo>
                    <a:pt x="136207" y="406426"/>
                  </a:lnTo>
                  <a:lnTo>
                    <a:pt x="135697" y="406536"/>
                  </a:lnTo>
                  <a:lnTo>
                    <a:pt x="135380" y="406610"/>
                  </a:lnTo>
                  <a:lnTo>
                    <a:pt x="135116" y="406717"/>
                  </a:lnTo>
                  <a:lnTo>
                    <a:pt x="134978" y="406803"/>
                  </a:lnTo>
                  <a:lnTo>
                    <a:pt x="134668" y="407037"/>
                  </a:lnTo>
                  <a:lnTo>
                    <a:pt x="134592" y="407193"/>
                  </a:lnTo>
                  <a:lnTo>
                    <a:pt x="134558" y="407359"/>
                  </a:lnTo>
                  <a:lnTo>
                    <a:pt x="134499" y="407535"/>
                  </a:lnTo>
                  <a:lnTo>
                    <a:pt x="133921" y="407829"/>
                  </a:lnTo>
                  <a:lnTo>
                    <a:pt x="133390" y="407986"/>
                  </a:lnTo>
                  <a:lnTo>
                    <a:pt x="132485" y="408503"/>
                  </a:lnTo>
                  <a:lnTo>
                    <a:pt x="131476" y="408652"/>
                  </a:lnTo>
                  <a:lnTo>
                    <a:pt x="131202" y="408755"/>
                  </a:lnTo>
                  <a:lnTo>
                    <a:pt x="130787" y="409002"/>
                  </a:lnTo>
                  <a:lnTo>
                    <a:pt x="130609" y="409104"/>
                  </a:lnTo>
                  <a:lnTo>
                    <a:pt x="130077" y="409334"/>
                  </a:lnTo>
                  <a:lnTo>
                    <a:pt x="129519" y="409388"/>
                  </a:lnTo>
                  <a:lnTo>
                    <a:pt x="129003" y="409440"/>
                  </a:lnTo>
                  <a:lnTo>
                    <a:pt x="127647" y="410150"/>
                  </a:lnTo>
                  <a:lnTo>
                    <a:pt x="127159" y="410071"/>
                  </a:lnTo>
                  <a:lnTo>
                    <a:pt x="126373" y="409900"/>
                  </a:lnTo>
                  <a:lnTo>
                    <a:pt x="126149" y="409913"/>
                  </a:lnTo>
                  <a:lnTo>
                    <a:pt x="125788" y="410027"/>
                  </a:lnTo>
                  <a:lnTo>
                    <a:pt x="125632" y="410176"/>
                  </a:lnTo>
                  <a:lnTo>
                    <a:pt x="125112" y="410378"/>
                  </a:lnTo>
                  <a:lnTo>
                    <a:pt x="124773" y="410185"/>
                  </a:lnTo>
                  <a:lnTo>
                    <a:pt x="124565" y="410036"/>
                  </a:lnTo>
                  <a:lnTo>
                    <a:pt x="124364" y="409883"/>
                  </a:lnTo>
                  <a:lnTo>
                    <a:pt x="124018" y="409751"/>
                  </a:lnTo>
                  <a:lnTo>
                    <a:pt x="122705" y="410925"/>
                  </a:lnTo>
                  <a:lnTo>
                    <a:pt x="121352" y="410958"/>
                  </a:lnTo>
                  <a:lnTo>
                    <a:pt x="120962" y="410848"/>
                  </a:lnTo>
                  <a:lnTo>
                    <a:pt x="120497" y="411035"/>
                  </a:lnTo>
                  <a:lnTo>
                    <a:pt x="120450" y="411562"/>
                  </a:lnTo>
                  <a:lnTo>
                    <a:pt x="121308" y="412583"/>
                  </a:lnTo>
                  <a:lnTo>
                    <a:pt x="121413" y="412834"/>
                  </a:lnTo>
                  <a:lnTo>
                    <a:pt x="121749" y="413377"/>
                  </a:lnTo>
                  <a:lnTo>
                    <a:pt x="121889" y="413599"/>
                  </a:lnTo>
                  <a:lnTo>
                    <a:pt x="121980" y="413744"/>
                  </a:lnTo>
                  <a:lnTo>
                    <a:pt x="122071" y="413888"/>
                  </a:lnTo>
                  <a:lnTo>
                    <a:pt x="122570" y="414343"/>
                  </a:lnTo>
                  <a:lnTo>
                    <a:pt x="122798" y="414905"/>
                  </a:lnTo>
                  <a:lnTo>
                    <a:pt x="122761" y="415619"/>
                  </a:lnTo>
                  <a:lnTo>
                    <a:pt x="122864" y="415784"/>
                  </a:lnTo>
                  <a:lnTo>
                    <a:pt x="123012" y="416004"/>
                  </a:lnTo>
                  <a:lnTo>
                    <a:pt x="123185" y="416505"/>
                  </a:lnTo>
                  <a:lnTo>
                    <a:pt x="123140" y="416998"/>
                  </a:lnTo>
                  <a:lnTo>
                    <a:pt x="123023" y="417181"/>
                  </a:lnTo>
                  <a:lnTo>
                    <a:pt x="122959" y="417796"/>
                  </a:lnTo>
                  <a:lnTo>
                    <a:pt x="122890" y="418232"/>
                  </a:lnTo>
                  <a:lnTo>
                    <a:pt x="122808" y="418714"/>
                  </a:lnTo>
                  <a:lnTo>
                    <a:pt x="122749" y="418850"/>
                  </a:lnTo>
                  <a:lnTo>
                    <a:pt x="122181" y="419512"/>
                  </a:lnTo>
                  <a:lnTo>
                    <a:pt x="122263" y="419798"/>
                  </a:lnTo>
                  <a:lnTo>
                    <a:pt x="121996" y="420557"/>
                  </a:lnTo>
                  <a:lnTo>
                    <a:pt x="121899" y="420821"/>
                  </a:lnTo>
                  <a:lnTo>
                    <a:pt x="121823" y="421158"/>
                  </a:lnTo>
                  <a:lnTo>
                    <a:pt x="121699" y="421502"/>
                  </a:lnTo>
                  <a:lnTo>
                    <a:pt x="121276" y="421815"/>
                  </a:lnTo>
                  <a:lnTo>
                    <a:pt x="120428" y="421614"/>
                  </a:lnTo>
                  <a:lnTo>
                    <a:pt x="120162" y="422118"/>
                  </a:lnTo>
                  <a:lnTo>
                    <a:pt x="120048" y="422600"/>
                  </a:lnTo>
                  <a:lnTo>
                    <a:pt x="120019" y="422880"/>
                  </a:lnTo>
                  <a:lnTo>
                    <a:pt x="119660" y="423379"/>
                  </a:lnTo>
                  <a:lnTo>
                    <a:pt x="119080" y="423565"/>
                  </a:lnTo>
                  <a:lnTo>
                    <a:pt x="119020" y="423700"/>
                  </a:lnTo>
                  <a:lnTo>
                    <a:pt x="118691" y="424255"/>
                  </a:lnTo>
                  <a:lnTo>
                    <a:pt x="116427" y="425190"/>
                  </a:lnTo>
                  <a:lnTo>
                    <a:pt x="116063" y="425395"/>
                  </a:lnTo>
                  <a:lnTo>
                    <a:pt x="115803" y="425649"/>
                  </a:lnTo>
                  <a:lnTo>
                    <a:pt x="115598" y="425922"/>
                  </a:lnTo>
                  <a:lnTo>
                    <a:pt x="115627" y="426058"/>
                  </a:lnTo>
                  <a:lnTo>
                    <a:pt x="115617" y="426424"/>
                  </a:lnTo>
                  <a:lnTo>
                    <a:pt x="115539" y="426623"/>
                  </a:lnTo>
                  <a:lnTo>
                    <a:pt x="115418" y="426948"/>
                  </a:lnTo>
                  <a:lnTo>
                    <a:pt x="115370" y="427084"/>
                  </a:lnTo>
                  <a:lnTo>
                    <a:pt x="115020" y="427609"/>
                  </a:lnTo>
                  <a:lnTo>
                    <a:pt x="114956" y="427738"/>
                  </a:lnTo>
                  <a:lnTo>
                    <a:pt x="114711" y="428133"/>
                  </a:lnTo>
                  <a:lnTo>
                    <a:pt x="91649" y="419473"/>
                  </a:lnTo>
                  <a:lnTo>
                    <a:pt x="89450" y="418446"/>
                  </a:lnTo>
                  <a:lnTo>
                    <a:pt x="89464" y="418204"/>
                  </a:lnTo>
                  <a:lnTo>
                    <a:pt x="87334" y="413547"/>
                  </a:lnTo>
                  <a:lnTo>
                    <a:pt x="87009" y="412905"/>
                  </a:lnTo>
                  <a:lnTo>
                    <a:pt x="86704" y="412696"/>
                  </a:lnTo>
                  <a:lnTo>
                    <a:pt x="86362" y="412482"/>
                  </a:lnTo>
                  <a:lnTo>
                    <a:pt x="86172" y="412417"/>
                  </a:lnTo>
                  <a:lnTo>
                    <a:pt x="85793" y="412317"/>
                  </a:lnTo>
                  <a:lnTo>
                    <a:pt x="85488" y="412239"/>
                  </a:lnTo>
                  <a:lnTo>
                    <a:pt x="85070" y="412104"/>
                  </a:lnTo>
                  <a:lnTo>
                    <a:pt x="84801" y="411967"/>
                  </a:lnTo>
                  <a:lnTo>
                    <a:pt x="84650" y="411895"/>
                  </a:lnTo>
                  <a:lnTo>
                    <a:pt x="84210" y="411864"/>
                  </a:lnTo>
                  <a:lnTo>
                    <a:pt x="83166" y="411928"/>
                  </a:lnTo>
                  <a:lnTo>
                    <a:pt x="82939" y="411998"/>
                  </a:lnTo>
                  <a:lnTo>
                    <a:pt x="82641" y="412066"/>
                  </a:lnTo>
                  <a:lnTo>
                    <a:pt x="82428" y="412192"/>
                  </a:lnTo>
                  <a:lnTo>
                    <a:pt x="81849" y="412754"/>
                  </a:lnTo>
                  <a:lnTo>
                    <a:pt x="81363" y="412848"/>
                  </a:lnTo>
                  <a:lnTo>
                    <a:pt x="81078" y="412852"/>
                  </a:lnTo>
                  <a:lnTo>
                    <a:pt x="80708" y="412843"/>
                  </a:lnTo>
                  <a:lnTo>
                    <a:pt x="80387" y="412806"/>
                  </a:lnTo>
                  <a:lnTo>
                    <a:pt x="79657" y="412612"/>
                  </a:lnTo>
                  <a:lnTo>
                    <a:pt x="79324" y="412576"/>
                  </a:lnTo>
                  <a:lnTo>
                    <a:pt x="78642" y="412438"/>
                  </a:lnTo>
                  <a:lnTo>
                    <a:pt x="78607" y="411061"/>
                  </a:lnTo>
                  <a:lnTo>
                    <a:pt x="78353" y="410664"/>
                  </a:lnTo>
                  <a:lnTo>
                    <a:pt x="77871" y="410628"/>
                  </a:lnTo>
                  <a:lnTo>
                    <a:pt x="77538" y="410690"/>
                  </a:lnTo>
                  <a:lnTo>
                    <a:pt x="77295" y="410109"/>
                  </a:lnTo>
                  <a:lnTo>
                    <a:pt x="76977" y="409798"/>
                  </a:lnTo>
                  <a:lnTo>
                    <a:pt x="76498" y="409788"/>
                  </a:lnTo>
                  <a:lnTo>
                    <a:pt x="76315" y="409420"/>
                  </a:lnTo>
                  <a:lnTo>
                    <a:pt x="76108" y="408996"/>
                  </a:lnTo>
                  <a:lnTo>
                    <a:pt x="74601" y="409528"/>
                  </a:lnTo>
                  <a:lnTo>
                    <a:pt x="74246" y="409942"/>
                  </a:lnTo>
                  <a:lnTo>
                    <a:pt x="73968" y="410485"/>
                  </a:lnTo>
                  <a:lnTo>
                    <a:pt x="72953" y="410660"/>
                  </a:lnTo>
                  <a:lnTo>
                    <a:pt x="72302" y="411090"/>
                  </a:lnTo>
                  <a:lnTo>
                    <a:pt x="72251" y="411248"/>
                  </a:lnTo>
                  <a:lnTo>
                    <a:pt x="72132" y="411482"/>
                  </a:lnTo>
                  <a:lnTo>
                    <a:pt x="71893" y="411718"/>
                  </a:lnTo>
                  <a:lnTo>
                    <a:pt x="71572" y="411843"/>
                  </a:lnTo>
                  <a:lnTo>
                    <a:pt x="71129" y="412043"/>
                  </a:lnTo>
                  <a:lnTo>
                    <a:pt x="70853" y="412185"/>
                  </a:lnTo>
                  <a:lnTo>
                    <a:pt x="70414" y="412601"/>
                  </a:lnTo>
                  <a:lnTo>
                    <a:pt x="70257" y="412812"/>
                  </a:lnTo>
                  <a:lnTo>
                    <a:pt x="69462" y="414347"/>
                  </a:lnTo>
                  <a:lnTo>
                    <a:pt x="68973" y="414959"/>
                  </a:lnTo>
                  <a:lnTo>
                    <a:pt x="68774" y="415089"/>
                  </a:lnTo>
                  <a:lnTo>
                    <a:pt x="68051" y="415506"/>
                  </a:lnTo>
                  <a:lnTo>
                    <a:pt x="67850" y="415949"/>
                  </a:lnTo>
                  <a:lnTo>
                    <a:pt x="67507" y="418982"/>
                  </a:lnTo>
                  <a:lnTo>
                    <a:pt x="67548" y="419118"/>
                  </a:lnTo>
                  <a:lnTo>
                    <a:pt x="67726" y="419896"/>
                  </a:lnTo>
                  <a:lnTo>
                    <a:pt x="67562" y="420206"/>
                  </a:lnTo>
                  <a:lnTo>
                    <a:pt x="67306" y="420207"/>
                  </a:lnTo>
                  <a:lnTo>
                    <a:pt x="67080" y="420215"/>
                  </a:lnTo>
                  <a:lnTo>
                    <a:pt x="66618" y="420362"/>
                  </a:lnTo>
                  <a:lnTo>
                    <a:pt x="66473" y="420459"/>
                  </a:lnTo>
                  <a:lnTo>
                    <a:pt x="66259" y="420605"/>
                  </a:lnTo>
                  <a:lnTo>
                    <a:pt x="65898" y="420864"/>
                  </a:lnTo>
                  <a:lnTo>
                    <a:pt x="65226" y="421157"/>
                  </a:lnTo>
                  <a:lnTo>
                    <a:pt x="64741" y="421259"/>
                  </a:lnTo>
                  <a:lnTo>
                    <a:pt x="63927" y="421397"/>
                  </a:lnTo>
                  <a:lnTo>
                    <a:pt x="63052" y="421626"/>
                  </a:lnTo>
                  <a:lnTo>
                    <a:pt x="62071" y="421809"/>
                  </a:lnTo>
                  <a:lnTo>
                    <a:pt x="61726" y="421876"/>
                  </a:lnTo>
                  <a:lnTo>
                    <a:pt x="61304" y="422075"/>
                  </a:lnTo>
                  <a:lnTo>
                    <a:pt x="61079" y="422261"/>
                  </a:lnTo>
                  <a:lnTo>
                    <a:pt x="60841" y="422397"/>
                  </a:lnTo>
                  <a:lnTo>
                    <a:pt x="60515" y="422563"/>
                  </a:lnTo>
                  <a:lnTo>
                    <a:pt x="60352" y="422680"/>
                  </a:lnTo>
                  <a:lnTo>
                    <a:pt x="60225" y="422771"/>
                  </a:lnTo>
                  <a:lnTo>
                    <a:pt x="59864" y="423163"/>
                  </a:lnTo>
                  <a:lnTo>
                    <a:pt x="59748" y="423389"/>
                  </a:lnTo>
                  <a:lnTo>
                    <a:pt x="59610" y="423820"/>
                  </a:lnTo>
                  <a:lnTo>
                    <a:pt x="59604" y="424288"/>
                  </a:lnTo>
                  <a:lnTo>
                    <a:pt x="59604" y="424590"/>
                  </a:lnTo>
                  <a:lnTo>
                    <a:pt x="59561" y="424783"/>
                  </a:lnTo>
                  <a:lnTo>
                    <a:pt x="59457" y="425016"/>
                  </a:lnTo>
                  <a:lnTo>
                    <a:pt x="59294" y="425247"/>
                  </a:lnTo>
                  <a:lnTo>
                    <a:pt x="59017" y="425530"/>
                  </a:lnTo>
                  <a:lnTo>
                    <a:pt x="58722" y="426063"/>
                  </a:lnTo>
                  <a:lnTo>
                    <a:pt x="58404" y="426264"/>
                  </a:lnTo>
                  <a:lnTo>
                    <a:pt x="56591" y="426824"/>
                  </a:lnTo>
                  <a:lnTo>
                    <a:pt x="56441" y="426846"/>
                  </a:lnTo>
                  <a:lnTo>
                    <a:pt x="56121" y="426846"/>
                  </a:lnTo>
                  <a:lnTo>
                    <a:pt x="55880" y="426870"/>
                  </a:lnTo>
                  <a:lnTo>
                    <a:pt x="55629" y="426940"/>
                  </a:lnTo>
                  <a:lnTo>
                    <a:pt x="55204" y="427060"/>
                  </a:lnTo>
                  <a:lnTo>
                    <a:pt x="54889" y="427191"/>
                  </a:lnTo>
                  <a:lnTo>
                    <a:pt x="54507" y="427500"/>
                  </a:lnTo>
                  <a:lnTo>
                    <a:pt x="54383" y="427653"/>
                  </a:lnTo>
                  <a:lnTo>
                    <a:pt x="54291" y="427907"/>
                  </a:lnTo>
                  <a:lnTo>
                    <a:pt x="54291" y="428078"/>
                  </a:lnTo>
                  <a:lnTo>
                    <a:pt x="54286" y="428294"/>
                  </a:lnTo>
                  <a:lnTo>
                    <a:pt x="54266" y="428468"/>
                  </a:lnTo>
                  <a:lnTo>
                    <a:pt x="54162" y="428705"/>
                  </a:lnTo>
                  <a:lnTo>
                    <a:pt x="54051" y="429007"/>
                  </a:lnTo>
                  <a:lnTo>
                    <a:pt x="53890" y="429200"/>
                  </a:lnTo>
                  <a:lnTo>
                    <a:pt x="53671" y="429265"/>
                  </a:lnTo>
                  <a:lnTo>
                    <a:pt x="53534" y="429290"/>
                  </a:lnTo>
                  <a:lnTo>
                    <a:pt x="53354" y="429298"/>
                  </a:lnTo>
                  <a:lnTo>
                    <a:pt x="53170" y="429285"/>
                  </a:lnTo>
                  <a:lnTo>
                    <a:pt x="52779" y="429142"/>
                  </a:lnTo>
                  <a:lnTo>
                    <a:pt x="52524" y="429019"/>
                  </a:lnTo>
                  <a:lnTo>
                    <a:pt x="52369" y="428925"/>
                  </a:lnTo>
                  <a:lnTo>
                    <a:pt x="51882" y="428295"/>
                  </a:lnTo>
                  <a:lnTo>
                    <a:pt x="51991" y="427646"/>
                  </a:lnTo>
                  <a:lnTo>
                    <a:pt x="51761" y="427510"/>
                  </a:lnTo>
                  <a:lnTo>
                    <a:pt x="51548" y="427431"/>
                  </a:lnTo>
                  <a:lnTo>
                    <a:pt x="51154" y="427345"/>
                  </a:lnTo>
                  <a:lnTo>
                    <a:pt x="50836" y="427282"/>
                  </a:lnTo>
                  <a:lnTo>
                    <a:pt x="50668" y="427259"/>
                  </a:lnTo>
                  <a:lnTo>
                    <a:pt x="50274" y="427256"/>
                  </a:lnTo>
                  <a:lnTo>
                    <a:pt x="49765" y="427102"/>
                  </a:lnTo>
                  <a:lnTo>
                    <a:pt x="49524" y="427105"/>
                  </a:lnTo>
                  <a:lnTo>
                    <a:pt x="49044" y="427103"/>
                  </a:lnTo>
                  <a:lnTo>
                    <a:pt x="48492" y="426797"/>
                  </a:lnTo>
                  <a:lnTo>
                    <a:pt x="48067" y="426163"/>
                  </a:lnTo>
                  <a:lnTo>
                    <a:pt x="47299" y="425199"/>
                  </a:lnTo>
                  <a:lnTo>
                    <a:pt x="47149" y="424875"/>
                  </a:lnTo>
                  <a:lnTo>
                    <a:pt x="47098" y="424496"/>
                  </a:lnTo>
                  <a:lnTo>
                    <a:pt x="47028" y="424355"/>
                  </a:lnTo>
                  <a:lnTo>
                    <a:pt x="46806" y="424271"/>
                  </a:lnTo>
                  <a:lnTo>
                    <a:pt x="46467" y="424193"/>
                  </a:lnTo>
                  <a:lnTo>
                    <a:pt x="45656" y="423827"/>
                  </a:lnTo>
                  <a:lnTo>
                    <a:pt x="45397" y="423474"/>
                  </a:lnTo>
                  <a:lnTo>
                    <a:pt x="45181" y="423356"/>
                  </a:lnTo>
                  <a:lnTo>
                    <a:pt x="44638" y="423315"/>
                  </a:lnTo>
                  <a:lnTo>
                    <a:pt x="44148" y="423225"/>
                  </a:lnTo>
                  <a:lnTo>
                    <a:pt x="43851" y="422851"/>
                  </a:lnTo>
                  <a:lnTo>
                    <a:pt x="43889" y="422716"/>
                  </a:lnTo>
                  <a:lnTo>
                    <a:pt x="44103" y="422334"/>
                  </a:lnTo>
                  <a:lnTo>
                    <a:pt x="44467" y="421883"/>
                  </a:lnTo>
                  <a:lnTo>
                    <a:pt x="44478" y="421704"/>
                  </a:lnTo>
                  <a:lnTo>
                    <a:pt x="44401" y="421447"/>
                  </a:lnTo>
                  <a:lnTo>
                    <a:pt x="44376" y="421248"/>
                  </a:lnTo>
                  <a:lnTo>
                    <a:pt x="44565" y="420979"/>
                  </a:lnTo>
                  <a:lnTo>
                    <a:pt x="44634" y="420745"/>
                  </a:lnTo>
                  <a:lnTo>
                    <a:pt x="44571" y="420546"/>
                  </a:lnTo>
                  <a:lnTo>
                    <a:pt x="44453" y="420170"/>
                  </a:lnTo>
                  <a:lnTo>
                    <a:pt x="44251" y="419826"/>
                  </a:lnTo>
                  <a:lnTo>
                    <a:pt x="44276" y="419588"/>
                  </a:lnTo>
                  <a:lnTo>
                    <a:pt x="44311" y="419297"/>
                  </a:lnTo>
                  <a:lnTo>
                    <a:pt x="44377" y="418754"/>
                  </a:lnTo>
                  <a:lnTo>
                    <a:pt x="44767" y="418163"/>
                  </a:lnTo>
                  <a:lnTo>
                    <a:pt x="44955" y="418074"/>
                  </a:lnTo>
                  <a:lnTo>
                    <a:pt x="45350" y="417601"/>
                  </a:lnTo>
                  <a:lnTo>
                    <a:pt x="45853" y="417087"/>
                  </a:lnTo>
                  <a:lnTo>
                    <a:pt x="46075" y="416666"/>
                  </a:lnTo>
                  <a:lnTo>
                    <a:pt x="46219" y="416338"/>
                  </a:lnTo>
                  <a:lnTo>
                    <a:pt x="46577" y="415673"/>
                  </a:lnTo>
                  <a:lnTo>
                    <a:pt x="47059" y="414933"/>
                  </a:lnTo>
                  <a:lnTo>
                    <a:pt x="47402" y="414737"/>
                  </a:lnTo>
                  <a:lnTo>
                    <a:pt x="47531" y="414698"/>
                  </a:lnTo>
                  <a:lnTo>
                    <a:pt x="47754" y="414435"/>
                  </a:lnTo>
                  <a:lnTo>
                    <a:pt x="48186" y="414414"/>
                  </a:lnTo>
                  <a:lnTo>
                    <a:pt x="48368" y="414321"/>
                  </a:lnTo>
                  <a:lnTo>
                    <a:pt x="48509" y="414215"/>
                  </a:lnTo>
                  <a:lnTo>
                    <a:pt x="48744" y="414040"/>
                  </a:lnTo>
                  <a:lnTo>
                    <a:pt x="48904" y="413847"/>
                  </a:lnTo>
                  <a:lnTo>
                    <a:pt x="48953" y="413640"/>
                  </a:lnTo>
                  <a:lnTo>
                    <a:pt x="48994" y="413323"/>
                  </a:lnTo>
                  <a:lnTo>
                    <a:pt x="49045" y="413154"/>
                  </a:lnTo>
                  <a:lnTo>
                    <a:pt x="49255" y="412835"/>
                  </a:lnTo>
                  <a:lnTo>
                    <a:pt x="49492" y="412553"/>
                  </a:lnTo>
                  <a:lnTo>
                    <a:pt x="49622" y="412321"/>
                  </a:lnTo>
                  <a:lnTo>
                    <a:pt x="49685" y="412117"/>
                  </a:lnTo>
                  <a:lnTo>
                    <a:pt x="49664" y="411901"/>
                  </a:lnTo>
                  <a:lnTo>
                    <a:pt x="49812" y="411785"/>
                  </a:lnTo>
                  <a:lnTo>
                    <a:pt x="50035" y="411557"/>
                  </a:lnTo>
                  <a:lnTo>
                    <a:pt x="50253" y="411336"/>
                  </a:lnTo>
                  <a:lnTo>
                    <a:pt x="50287" y="411093"/>
                  </a:lnTo>
                  <a:lnTo>
                    <a:pt x="50290" y="410606"/>
                  </a:lnTo>
                  <a:lnTo>
                    <a:pt x="50759" y="410292"/>
                  </a:lnTo>
                  <a:lnTo>
                    <a:pt x="51002" y="410244"/>
                  </a:lnTo>
                  <a:lnTo>
                    <a:pt x="51356" y="409936"/>
                  </a:lnTo>
                  <a:lnTo>
                    <a:pt x="51237" y="409595"/>
                  </a:lnTo>
                  <a:lnTo>
                    <a:pt x="51346" y="409430"/>
                  </a:lnTo>
                  <a:lnTo>
                    <a:pt x="51488" y="409334"/>
                  </a:lnTo>
                  <a:lnTo>
                    <a:pt x="52045" y="409038"/>
                  </a:lnTo>
                  <a:lnTo>
                    <a:pt x="52255" y="409090"/>
                  </a:lnTo>
                  <a:lnTo>
                    <a:pt x="52608" y="408840"/>
                  </a:lnTo>
                  <a:lnTo>
                    <a:pt x="52579" y="408697"/>
                  </a:lnTo>
                  <a:lnTo>
                    <a:pt x="52484" y="408510"/>
                  </a:lnTo>
                  <a:lnTo>
                    <a:pt x="52213" y="408008"/>
                  </a:lnTo>
                  <a:lnTo>
                    <a:pt x="52172" y="407818"/>
                  </a:lnTo>
                  <a:lnTo>
                    <a:pt x="52191" y="407610"/>
                  </a:lnTo>
                  <a:lnTo>
                    <a:pt x="52173" y="407440"/>
                  </a:lnTo>
                  <a:lnTo>
                    <a:pt x="51949" y="406970"/>
                  </a:lnTo>
                  <a:lnTo>
                    <a:pt x="51942" y="406717"/>
                  </a:lnTo>
                  <a:lnTo>
                    <a:pt x="51571" y="406292"/>
                  </a:lnTo>
                  <a:lnTo>
                    <a:pt x="51402" y="406146"/>
                  </a:lnTo>
                  <a:lnTo>
                    <a:pt x="51217" y="405827"/>
                  </a:lnTo>
                  <a:lnTo>
                    <a:pt x="50909" y="405720"/>
                  </a:lnTo>
                  <a:lnTo>
                    <a:pt x="50735" y="405615"/>
                  </a:lnTo>
                  <a:lnTo>
                    <a:pt x="50292" y="405567"/>
                  </a:lnTo>
                  <a:lnTo>
                    <a:pt x="49795" y="405571"/>
                  </a:lnTo>
                  <a:lnTo>
                    <a:pt x="49495" y="405648"/>
                  </a:lnTo>
                  <a:lnTo>
                    <a:pt x="49318" y="405758"/>
                  </a:lnTo>
                  <a:lnTo>
                    <a:pt x="48834" y="405799"/>
                  </a:lnTo>
                  <a:lnTo>
                    <a:pt x="48307" y="405624"/>
                  </a:lnTo>
                  <a:lnTo>
                    <a:pt x="48222" y="405508"/>
                  </a:lnTo>
                  <a:lnTo>
                    <a:pt x="48363" y="405471"/>
                  </a:lnTo>
                  <a:lnTo>
                    <a:pt x="48962" y="405501"/>
                  </a:lnTo>
                  <a:lnTo>
                    <a:pt x="49296" y="405487"/>
                  </a:lnTo>
                  <a:lnTo>
                    <a:pt x="50113" y="405371"/>
                  </a:lnTo>
                  <a:lnTo>
                    <a:pt x="50624" y="405116"/>
                  </a:lnTo>
                  <a:lnTo>
                    <a:pt x="51274" y="404580"/>
                  </a:lnTo>
                  <a:lnTo>
                    <a:pt x="51257" y="404444"/>
                  </a:lnTo>
                  <a:lnTo>
                    <a:pt x="51237" y="404129"/>
                  </a:lnTo>
                  <a:lnTo>
                    <a:pt x="51307" y="403583"/>
                  </a:lnTo>
                  <a:lnTo>
                    <a:pt x="51541" y="403352"/>
                  </a:lnTo>
                  <a:lnTo>
                    <a:pt x="51624" y="403192"/>
                  </a:lnTo>
                  <a:lnTo>
                    <a:pt x="51693" y="402588"/>
                  </a:lnTo>
                  <a:lnTo>
                    <a:pt x="51930" y="401944"/>
                  </a:lnTo>
                  <a:lnTo>
                    <a:pt x="52127" y="401755"/>
                  </a:lnTo>
                  <a:lnTo>
                    <a:pt x="52530" y="401470"/>
                  </a:lnTo>
                  <a:lnTo>
                    <a:pt x="52817" y="401074"/>
                  </a:lnTo>
                  <a:lnTo>
                    <a:pt x="52856" y="400504"/>
                  </a:lnTo>
                  <a:lnTo>
                    <a:pt x="53158" y="400119"/>
                  </a:lnTo>
                  <a:lnTo>
                    <a:pt x="53499" y="399696"/>
                  </a:lnTo>
                  <a:lnTo>
                    <a:pt x="53592" y="399431"/>
                  </a:lnTo>
                  <a:lnTo>
                    <a:pt x="53581" y="398935"/>
                  </a:lnTo>
                  <a:lnTo>
                    <a:pt x="53509" y="398753"/>
                  </a:lnTo>
                  <a:lnTo>
                    <a:pt x="53249" y="398490"/>
                  </a:lnTo>
                  <a:lnTo>
                    <a:pt x="53046" y="398437"/>
                  </a:lnTo>
                  <a:lnTo>
                    <a:pt x="53335" y="398146"/>
                  </a:lnTo>
                  <a:lnTo>
                    <a:pt x="53606" y="397814"/>
                  </a:lnTo>
                  <a:lnTo>
                    <a:pt x="53919" y="397574"/>
                  </a:lnTo>
                  <a:lnTo>
                    <a:pt x="54135" y="397470"/>
                  </a:lnTo>
                  <a:lnTo>
                    <a:pt x="54277" y="397477"/>
                  </a:lnTo>
                  <a:lnTo>
                    <a:pt x="54505" y="397523"/>
                  </a:lnTo>
                  <a:lnTo>
                    <a:pt x="54714" y="397626"/>
                  </a:lnTo>
                  <a:lnTo>
                    <a:pt x="55211" y="398003"/>
                  </a:lnTo>
                  <a:lnTo>
                    <a:pt x="55387" y="398373"/>
                  </a:lnTo>
                  <a:lnTo>
                    <a:pt x="55697" y="398911"/>
                  </a:lnTo>
                  <a:lnTo>
                    <a:pt x="56474" y="399877"/>
                  </a:lnTo>
                  <a:lnTo>
                    <a:pt x="56732" y="400004"/>
                  </a:lnTo>
                  <a:lnTo>
                    <a:pt x="57019" y="400104"/>
                  </a:lnTo>
                  <a:lnTo>
                    <a:pt x="57172" y="400092"/>
                  </a:lnTo>
                  <a:lnTo>
                    <a:pt x="57526" y="399968"/>
                  </a:lnTo>
                  <a:lnTo>
                    <a:pt x="57571" y="399772"/>
                  </a:lnTo>
                  <a:lnTo>
                    <a:pt x="57563" y="399513"/>
                  </a:lnTo>
                  <a:lnTo>
                    <a:pt x="57316" y="399072"/>
                  </a:lnTo>
                  <a:lnTo>
                    <a:pt x="57161" y="398821"/>
                  </a:lnTo>
                  <a:lnTo>
                    <a:pt x="57139" y="398380"/>
                  </a:lnTo>
                  <a:lnTo>
                    <a:pt x="57341" y="398188"/>
                  </a:lnTo>
                  <a:lnTo>
                    <a:pt x="57515" y="398118"/>
                  </a:lnTo>
                  <a:lnTo>
                    <a:pt x="57382" y="397951"/>
                  </a:lnTo>
                  <a:lnTo>
                    <a:pt x="57205" y="397634"/>
                  </a:lnTo>
                  <a:lnTo>
                    <a:pt x="57193" y="397488"/>
                  </a:lnTo>
                  <a:lnTo>
                    <a:pt x="57138" y="396544"/>
                  </a:lnTo>
                  <a:lnTo>
                    <a:pt x="57597" y="396196"/>
                  </a:lnTo>
                  <a:lnTo>
                    <a:pt x="57781" y="396174"/>
                  </a:lnTo>
                  <a:lnTo>
                    <a:pt x="57915" y="396074"/>
                  </a:lnTo>
                  <a:lnTo>
                    <a:pt x="57949" y="395839"/>
                  </a:lnTo>
                  <a:lnTo>
                    <a:pt x="57709" y="395259"/>
                  </a:lnTo>
                  <a:lnTo>
                    <a:pt x="57623" y="394974"/>
                  </a:lnTo>
                  <a:lnTo>
                    <a:pt x="57560" y="394672"/>
                  </a:lnTo>
                  <a:lnTo>
                    <a:pt x="57313" y="394477"/>
                  </a:lnTo>
                  <a:lnTo>
                    <a:pt x="57166" y="394568"/>
                  </a:lnTo>
                  <a:lnTo>
                    <a:pt x="56850" y="394714"/>
                  </a:lnTo>
                  <a:lnTo>
                    <a:pt x="56267" y="395173"/>
                  </a:lnTo>
                  <a:lnTo>
                    <a:pt x="56228" y="394942"/>
                  </a:lnTo>
                  <a:lnTo>
                    <a:pt x="56026" y="394710"/>
                  </a:lnTo>
                  <a:lnTo>
                    <a:pt x="55909" y="394541"/>
                  </a:lnTo>
                  <a:lnTo>
                    <a:pt x="55700" y="394119"/>
                  </a:lnTo>
                  <a:lnTo>
                    <a:pt x="55164" y="393941"/>
                  </a:lnTo>
                  <a:lnTo>
                    <a:pt x="54619" y="393922"/>
                  </a:lnTo>
                  <a:lnTo>
                    <a:pt x="54600" y="394118"/>
                  </a:lnTo>
                  <a:lnTo>
                    <a:pt x="54544" y="394256"/>
                  </a:lnTo>
                  <a:lnTo>
                    <a:pt x="54536" y="394623"/>
                  </a:lnTo>
                  <a:lnTo>
                    <a:pt x="54304" y="394579"/>
                  </a:lnTo>
                  <a:lnTo>
                    <a:pt x="54051" y="394513"/>
                  </a:lnTo>
                  <a:lnTo>
                    <a:pt x="53806" y="394413"/>
                  </a:lnTo>
                  <a:lnTo>
                    <a:pt x="53534" y="394209"/>
                  </a:lnTo>
                  <a:lnTo>
                    <a:pt x="53322" y="394148"/>
                  </a:lnTo>
                  <a:lnTo>
                    <a:pt x="53320" y="393970"/>
                  </a:lnTo>
                  <a:lnTo>
                    <a:pt x="53129" y="393897"/>
                  </a:lnTo>
                  <a:lnTo>
                    <a:pt x="52613" y="393657"/>
                  </a:lnTo>
                  <a:lnTo>
                    <a:pt x="52385" y="393505"/>
                  </a:lnTo>
                  <a:lnTo>
                    <a:pt x="52420" y="393118"/>
                  </a:lnTo>
                  <a:lnTo>
                    <a:pt x="52263" y="392798"/>
                  </a:lnTo>
                  <a:lnTo>
                    <a:pt x="52050" y="392852"/>
                  </a:lnTo>
                  <a:lnTo>
                    <a:pt x="51894" y="392996"/>
                  </a:lnTo>
                  <a:lnTo>
                    <a:pt x="51580" y="392840"/>
                  </a:lnTo>
                  <a:lnTo>
                    <a:pt x="51328" y="392915"/>
                  </a:lnTo>
                  <a:lnTo>
                    <a:pt x="50719" y="393046"/>
                  </a:lnTo>
                  <a:lnTo>
                    <a:pt x="50587" y="393244"/>
                  </a:lnTo>
                  <a:lnTo>
                    <a:pt x="50186" y="393596"/>
                  </a:lnTo>
                  <a:lnTo>
                    <a:pt x="49841" y="393228"/>
                  </a:lnTo>
                  <a:lnTo>
                    <a:pt x="49541" y="393067"/>
                  </a:lnTo>
                  <a:lnTo>
                    <a:pt x="49160" y="392894"/>
                  </a:lnTo>
                  <a:lnTo>
                    <a:pt x="49040" y="392741"/>
                  </a:lnTo>
                  <a:lnTo>
                    <a:pt x="49411" y="392573"/>
                  </a:lnTo>
                  <a:lnTo>
                    <a:pt x="49587" y="392439"/>
                  </a:lnTo>
                  <a:lnTo>
                    <a:pt x="49372" y="391778"/>
                  </a:lnTo>
                  <a:lnTo>
                    <a:pt x="49399" y="391441"/>
                  </a:lnTo>
                  <a:lnTo>
                    <a:pt x="49396" y="390916"/>
                  </a:lnTo>
                  <a:lnTo>
                    <a:pt x="49541" y="390529"/>
                  </a:lnTo>
                  <a:lnTo>
                    <a:pt x="49450" y="390364"/>
                  </a:lnTo>
                  <a:lnTo>
                    <a:pt x="49355" y="390027"/>
                  </a:lnTo>
                  <a:lnTo>
                    <a:pt x="48919" y="389115"/>
                  </a:lnTo>
                  <a:lnTo>
                    <a:pt x="48492" y="389135"/>
                  </a:lnTo>
                  <a:lnTo>
                    <a:pt x="47876" y="389043"/>
                  </a:lnTo>
                  <a:lnTo>
                    <a:pt x="47684" y="388908"/>
                  </a:lnTo>
                  <a:lnTo>
                    <a:pt x="47441" y="388716"/>
                  </a:lnTo>
                  <a:lnTo>
                    <a:pt x="47177" y="388507"/>
                  </a:lnTo>
                  <a:lnTo>
                    <a:pt x="46872" y="388184"/>
                  </a:lnTo>
                  <a:lnTo>
                    <a:pt x="46899" y="387890"/>
                  </a:lnTo>
                  <a:lnTo>
                    <a:pt x="46662" y="387639"/>
                  </a:lnTo>
                  <a:lnTo>
                    <a:pt x="46188" y="387264"/>
                  </a:lnTo>
                  <a:lnTo>
                    <a:pt x="45945" y="387071"/>
                  </a:lnTo>
                  <a:lnTo>
                    <a:pt x="45744" y="387097"/>
                  </a:lnTo>
                  <a:lnTo>
                    <a:pt x="45467" y="387341"/>
                  </a:lnTo>
                  <a:lnTo>
                    <a:pt x="45318" y="387680"/>
                  </a:lnTo>
                  <a:lnTo>
                    <a:pt x="45129" y="387584"/>
                  </a:lnTo>
                  <a:lnTo>
                    <a:pt x="44794" y="387463"/>
                  </a:lnTo>
                  <a:lnTo>
                    <a:pt x="44435" y="387111"/>
                  </a:lnTo>
                  <a:lnTo>
                    <a:pt x="44576" y="386490"/>
                  </a:lnTo>
                  <a:lnTo>
                    <a:pt x="44511" y="386142"/>
                  </a:lnTo>
                  <a:lnTo>
                    <a:pt x="44618" y="385386"/>
                  </a:lnTo>
                  <a:lnTo>
                    <a:pt x="44615" y="384696"/>
                  </a:lnTo>
                  <a:lnTo>
                    <a:pt x="44458" y="384386"/>
                  </a:lnTo>
                  <a:lnTo>
                    <a:pt x="44446" y="384135"/>
                  </a:lnTo>
                  <a:lnTo>
                    <a:pt x="44552" y="383902"/>
                  </a:lnTo>
                  <a:lnTo>
                    <a:pt x="44681" y="383671"/>
                  </a:lnTo>
                  <a:lnTo>
                    <a:pt x="44875" y="383401"/>
                  </a:lnTo>
                  <a:lnTo>
                    <a:pt x="44881" y="382980"/>
                  </a:lnTo>
                  <a:lnTo>
                    <a:pt x="44924" y="382757"/>
                  </a:lnTo>
                  <a:lnTo>
                    <a:pt x="45039" y="381767"/>
                  </a:lnTo>
                  <a:lnTo>
                    <a:pt x="45123" y="381147"/>
                  </a:lnTo>
                  <a:lnTo>
                    <a:pt x="44980" y="381028"/>
                  </a:lnTo>
                  <a:lnTo>
                    <a:pt x="45028" y="380726"/>
                  </a:lnTo>
                  <a:lnTo>
                    <a:pt x="45127" y="380504"/>
                  </a:lnTo>
                  <a:lnTo>
                    <a:pt x="44985" y="380375"/>
                  </a:lnTo>
                  <a:lnTo>
                    <a:pt x="44650" y="380368"/>
                  </a:lnTo>
                  <a:lnTo>
                    <a:pt x="44585" y="380554"/>
                  </a:lnTo>
                  <a:lnTo>
                    <a:pt x="44547" y="380764"/>
                  </a:lnTo>
                  <a:lnTo>
                    <a:pt x="44774" y="380908"/>
                  </a:lnTo>
                  <a:lnTo>
                    <a:pt x="44795" y="381038"/>
                  </a:lnTo>
                  <a:lnTo>
                    <a:pt x="44593" y="381135"/>
                  </a:lnTo>
                  <a:lnTo>
                    <a:pt x="44193" y="380785"/>
                  </a:lnTo>
                  <a:lnTo>
                    <a:pt x="43794" y="380691"/>
                  </a:lnTo>
                  <a:lnTo>
                    <a:pt x="43369" y="380641"/>
                  </a:lnTo>
                  <a:lnTo>
                    <a:pt x="42992" y="381138"/>
                  </a:lnTo>
                  <a:lnTo>
                    <a:pt x="42859" y="381314"/>
                  </a:lnTo>
                  <a:lnTo>
                    <a:pt x="42719" y="381499"/>
                  </a:lnTo>
                  <a:lnTo>
                    <a:pt x="42402" y="381553"/>
                  </a:lnTo>
                  <a:lnTo>
                    <a:pt x="42227" y="381728"/>
                  </a:lnTo>
                  <a:lnTo>
                    <a:pt x="41763" y="382193"/>
                  </a:lnTo>
                  <a:lnTo>
                    <a:pt x="41497" y="382289"/>
                  </a:lnTo>
                  <a:lnTo>
                    <a:pt x="41101" y="382181"/>
                  </a:lnTo>
                  <a:lnTo>
                    <a:pt x="40826" y="382160"/>
                  </a:lnTo>
                  <a:lnTo>
                    <a:pt x="40647" y="382146"/>
                  </a:lnTo>
                  <a:lnTo>
                    <a:pt x="40058" y="382264"/>
                  </a:lnTo>
                  <a:lnTo>
                    <a:pt x="40065" y="382514"/>
                  </a:lnTo>
                  <a:lnTo>
                    <a:pt x="40051" y="382785"/>
                  </a:lnTo>
                  <a:lnTo>
                    <a:pt x="40038" y="383042"/>
                  </a:lnTo>
                  <a:lnTo>
                    <a:pt x="40030" y="383189"/>
                  </a:lnTo>
                  <a:lnTo>
                    <a:pt x="39857" y="383342"/>
                  </a:lnTo>
                  <a:lnTo>
                    <a:pt x="39436" y="383245"/>
                  </a:lnTo>
                  <a:lnTo>
                    <a:pt x="39401" y="383027"/>
                  </a:lnTo>
                  <a:lnTo>
                    <a:pt x="39352" y="382721"/>
                  </a:lnTo>
                  <a:lnTo>
                    <a:pt x="39102" y="382495"/>
                  </a:lnTo>
                  <a:lnTo>
                    <a:pt x="38698" y="382208"/>
                  </a:lnTo>
                  <a:lnTo>
                    <a:pt x="38649" y="381901"/>
                  </a:lnTo>
                  <a:lnTo>
                    <a:pt x="38850" y="381696"/>
                  </a:lnTo>
                  <a:lnTo>
                    <a:pt x="39137" y="381609"/>
                  </a:lnTo>
                  <a:lnTo>
                    <a:pt x="39281" y="381588"/>
                  </a:lnTo>
                  <a:lnTo>
                    <a:pt x="39311" y="381459"/>
                  </a:lnTo>
                  <a:lnTo>
                    <a:pt x="39402" y="381107"/>
                  </a:lnTo>
                  <a:lnTo>
                    <a:pt x="39456" y="380901"/>
                  </a:lnTo>
                  <a:lnTo>
                    <a:pt x="39413" y="380595"/>
                  </a:lnTo>
                  <a:lnTo>
                    <a:pt x="39375" y="380323"/>
                  </a:lnTo>
                  <a:lnTo>
                    <a:pt x="39341" y="380082"/>
                  </a:lnTo>
                  <a:lnTo>
                    <a:pt x="39424" y="379896"/>
                  </a:lnTo>
                  <a:lnTo>
                    <a:pt x="39413" y="379038"/>
                  </a:lnTo>
                  <a:lnTo>
                    <a:pt x="39209" y="378788"/>
                  </a:lnTo>
                  <a:lnTo>
                    <a:pt x="39048" y="378656"/>
                  </a:lnTo>
                  <a:lnTo>
                    <a:pt x="39070" y="377961"/>
                  </a:lnTo>
                  <a:lnTo>
                    <a:pt x="38831" y="377489"/>
                  </a:lnTo>
                  <a:lnTo>
                    <a:pt x="38692" y="377314"/>
                  </a:lnTo>
                  <a:lnTo>
                    <a:pt x="38500" y="377314"/>
                  </a:lnTo>
                  <a:lnTo>
                    <a:pt x="38205" y="377189"/>
                  </a:lnTo>
                  <a:lnTo>
                    <a:pt x="37967" y="376796"/>
                  </a:lnTo>
                  <a:lnTo>
                    <a:pt x="37764" y="376892"/>
                  </a:lnTo>
                  <a:lnTo>
                    <a:pt x="37635" y="376928"/>
                  </a:lnTo>
                  <a:lnTo>
                    <a:pt x="37443" y="376905"/>
                  </a:lnTo>
                  <a:lnTo>
                    <a:pt x="37119" y="376911"/>
                  </a:lnTo>
                  <a:lnTo>
                    <a:pt x="36694" y="377287"/>
                  </a:lnTo>
                  <a:lnTo>
                    <a:pt x="36413" y="377639"/>
                  </a:lnTo>
                  <a:lnTo>
                    <a:pt x="36271" y="377699"/>
                  </a:lnTo>
                  <a:lnTo>
                    <a:pt x="35986" y="377810"/>
                  </a:lnTo>
                  <a:lnTo>
                    <a:pt x="36016" y="377593"/>
                  </a:lnTo>
                  <a:lnTo>
                    <a:pt x="36181" y="377087"/>
                  </a:lnTo>
                  <a:lnTo>
                    <a:pt x="36012" y="376731"/>
                  </a:lnTo>
                  <a:lnTo>
                    <a:pt x="35553" y="376540"/>
                  </a:lnTo>
                  <a:lnTo>
                    <a:pt x="35269" y="376614"/>
                  </a:lnTo>
                  <a:lnTo>
                    <a:pt x="34989" y="376633"/>
                  </a:lnTo>
                  <a:lnTo>
                    <a:pt x="34732" y="376430"/>
                  </a:lnTo>
                  <a:lnTo>
                    <a:pt x="34373" y="375421"/>
                  </a:lnTo>
                  <a:lnTo>
                    <a:pt x="34196" y="375257"/>
                  </a:lnTo>
                  <a:lnTo>
                    <a:pt x="33985" y="375233"/>
                  </a:lnTo>
                  <a:lnTo>
                    <a:pt x="33820" y="375061"/>
                  </a:lnTo>
                  <a:lnTo>
                    <a:pt x="33788" y="374826"/>
                  </a:lnTo>
                  <a:lnTo>
                    <a:pt x="34095" y="374495"/>
                  </a:lnTo>
                  <a:lnTo>
                    <a:pt x="34143" y="374296"/>
                  </a:lnTo>
                  <a:lnTo>
                    <a:pt x="33601" y="373624"/>
                  </a:lnTo>
                  <a:lnTo>
                    <a:pt x="33542" y="373251"/>
                  </a:lnTo>
                  <a:lnTo>
                    <a:pt x="33748" y="372692"/>
                  </a:lnTo>
                  <a:lnTo>
                    <a:pt x="33834" y="371494"/>
                  </a:lnTo>
                  <a:lnTo>
                    <a:pt x="34030" y="371061"/>
                  </a:lnTo>
                  <a:lnTo>
                    <a:pt x="34109" y="370787"/>
                  </a:lnTo>
                  <a:lnTo>
                    <a:pt x="34019" y="370449"/>
                  </a:lnTo>
                  <a:lnTo>
                    <a:pt x="33931" y="370193"/>
                  </a:lnTo>
                  <a:lnTo>
                    <a:pt x="34048" y="369972"/>
                  </a:lnTo>
                  <a:lnTo>
                    <a:pt x="34135" y="369742"/>
                  </a:lnTo>
                  <a:lnTo>
                    <a:pt x="34257" y="369214"/>
                  </a:lnTo>
                  <a:lnTo>
                    <a:pt x="34306" y="368912"/>
                  </a:lnTo>
                  <a:lnTo>
                    <a:pt x="34129" y="368476"/>
                  </a:lnTo>
                  <a:lnTo>
                    <a:pt x="34172" y="368327"/>
                  </a:lnTo>
                  <a:lnTo>
                    <a:pt x="34219" y="368165"/>
                  </a:lnTo>
                  <a:lnTo>
                    <a:pt x="34528" y="367719"/>
                  </a:lnTo>
                  <a:lnTo>
                    <a:pt x="34682" y="367928"/>
                  </a:lnTo>
                  <a:lnTo>
                    <a:pt x="35071" y="368489"/>
                  </a:lnTo>
                  <a:lnTo>
                    <a:pt x="35281" y="368635"/>
                  </a:lnTo>
                  <a:lnTo>
                    <a:pt x="35652" y="369244"/>
                  </a:lnTo>
                  <a:lnTo>
                    <a:pt x="35925" y="369382"/>
                  </a:lnTo>
                  <a:lnTo>
                    <a:pt x="36138" y="369499"/>
                  </a:lnTo>
                  <a:lnTo>
                    <a:pt x="36570" y="369255"/>
                  </a:lnTo>
                  <a:lnTo>
                    <a:pt x="36932" y="368881"/>
                  </a:lnTo>
                  <a:lnTo>
                    <a:pt x="36998" y="368598"/>
                  </a:lnTo>
                  <a:lnTo>
                    <a:pt x="37117" y="368436"/>
                  </a:lnTo>
                  <a:lnTo>
                    <a:pt x="37322" y="367728"/>
                  </a:lnTo>
                  <a:lnTo>
                    <a:pt x="37755" y="367743"/>
                  </a:lnTo>
                  <a:lnTo>
                    <a:pt x="37718" y="367352"/>
                  </a:lnTo>
                  <a:lnTo>
                    <a:pt x="37710" y="367027"/>
                  </a:lnTo>
                  <a:lnTo>
                    <a:pt x="37953" y="366326"/>
                  </a:lnTo>
                  <a:lnTo>
                    <a:pt x="37830" y="366014"/>
                  </a:lnTo>
                  <a:lnTo>
                    <a:pt x="37939" y="365897"/>
                  </a:lnTo>
                  <a:lnTo>
                    <a:pt x="38355" y="365595"/>
                  </a:lnTo>
                  <a:lnTo>
                    <a:pt x="38402" y="365341"/>
                  </a:lnTo>
                  <a:lnTo>
                    <a:pt x="38822" y="364779"/>
                  </a:lnTo>
                  <a:lnTo>
                    <a:pt x="38996" y="364727"/>
                  </a:lnTo>
                  <a:lnTo>
                    <a:pt x="39171" y="364730"/>
                  </a:lnTo>
                  <a:lnTo>
                    <a:pt x="39163" y="364589"/>
                  </a:lnTo>
                  <a:lnTo>
                    <a:pt x="39142" y="364405"/>
                  </a:lnTo>
                  <a:lnTo>
                    <a:pt x="39110" y="364114"/>
                  </a:lnTo>
                  <a:lnTo>
                    <a:pt x="39043" y="363955"/>
                  </a:lnTo>
                  <a:lnTo>
                    <a:pt x="38954" y="363403"/>
                  </a:lnTo>
                  <a:lnTo>
                    <a:pt x="39026" y="363214"/>
                  </a:lnTo>
                  <a:lnTo>
                    <a:pt x="39107" y="363002"/>
                  </a:lnTo>
                  <a:lnTo>
                    <a:pt x="39185" y="362799"/>
                  </a:lnTo>
                  <a:lnTo>
                    <a:pt x="39247" y="362636"/>
                  </a:lnTo>
                  <a:lnTo>
                    <a:pt x="39334" y="362477"/>
                  </a:lnTo>
                  <a:lnTo>
                    <a:pt x="39474" y="362210"/>
                  </a:lnTo>
                  <a:lnTo>
                    <a:pt x="39535" y="361774"/>
                  </a:lnTo>
                  <a:lnTo>
                    <a:pt x="39515" y="361546"/>
                  </a:lnTo>
                  <a:lnTo>
                    <a:pt x="39472" y="361402"/>
                  </a:lnTo>
                  <a:lnTo>
                    <a:pt x="39402" y="361033"/>
                  </a:lnTo>
                  <a:lnTo>
                    <a:pt x="39362" y="360683"/>
                  </a:lnTo>
                  <a:lnTo>
                    <a:pt x="39069" y="360611"/>
                  </a:lnTo>
                  <a:lnTo>
                    <a:pt x="38734" y="360849"/>
                  </a:lnTo>
                  <a:lnTo>
                    <a:pt x="38610" y="360480"/>
                  </a:lnTo>
                  <a:lnTo>
                    <a:pt x="38553" y="360226"/>
                  </a:lnTo>
                  <a:lnTo>
                    <a:pt x="38450" y="359565"/>
                  </a:lnTo>
                  <a:lnTo>
                    <a:pt x="38867" y="359236"/>
                  </a:lnTo>
                  <a:lnTo>
                    <a:pt x="39171" y="359249"/>
                  </a:lnTo>
                  <a:lnTo>
                    <a:pt x="39288" y="359033"/>
                  </a:lnTo>
                  <a:lnTo>
                    <a:pt x="39617" y="358443"/>
                  </a:lnTo>
                  <a:lnTo>
                    <a:pt x="39732" y="358307"/>
                  </a:lnTo>
                  <a:lnTo>
                    <a:pt x="39969" y="357993"/>
                  </a:lnTo>
                  <a:lnTo>
                    <a:pt x="39821" y="357854"/>
                  </a:lnTo>
                  <a:lnTo>
                    <a:pt x="39764" y="357289"/>
                  </a:lnTo>
                  <a:lnTo>
                    <a:pt x="39889" y="357097"/>
                  </a:lnTo>
                  <a:lnTo>
                    <a:pt x="39959" y="356961"/>
                  </a:lnTo>
                  <a:lnTo>
                    <a:pt x="40324" y="356580"/>
                  </a:lnTo>
                  <a:lnTo>
                    <a:pt x="40400" y="356446"/>
                  </a:lnTo>
                  <a:lnTo>
                    <a:pt x="40513" y="356169"/>
                  </a:lnTo>
                  <a:lnTo>
                    <a:pt x="40585" y="356033"/>
                  </a:lnTo>
                  <a:lnTo>
                    <a:pt x="40687" y="355752"/>
                  </a:lnTo>
                  <a:lnTo>
                    <a:pt x="40646" y="355330"/>
                  </a:lnTo>
                  <a:lnTo>
                    <a:pt x="40827" y="355019"/>
                  </a:lnTo>
                  <a:lnTo>
                    <a:pt x="40811" y="354532"/>
                  </a:lnTo>
                  <a:lnTo>
                    <a:pt x="41055" y="354395"/>
                  </a:lnTo>
                  <a:lnTo>
                    <a:pt x="40923" y="354242"/>
                  </a:lnTo>
                  <a:lnTo>
                    <a:pt x="40784" y="354033"/>
                  </a:lnTo>
                  <a:lnTo>
                    <a:pt x="40691" y="353657"/>
                  </a:lnTo>
                  <a:lnTo>
                    <a:pt x="40672" y="353440"/>
                  </a:lnTo>
                  <a:lnTo>
                    <a:pt x="40840" y="353298"/>
                  </a:lnTo>
                  <a:lnTo>
                    <a:pt x="41022" y="353061"/>
                  </a:lnTo>
                  <a:lnTo>
                    <a:pt x="41155" y="352383"/>
                  </a:lnTo>
                  <a:lnTo>
                    <a:pt x="40975" y="351701"/>
                  </a:lnTo>
                  <a:lnTo>
                    <a:pt x="40663" y="351311"/>
                  </a:lnTo>
                  <a:lnTo>
                    <a:pt x="40379" y="350968"/>
                  </a:lnTo>
                  <a:lnTo>
                    <a:pt x="40380" y="350743"/>
                  </a:lnTo>
                  <a:lnTo>
                    <a:pt x="40457" y="350428"/>
                  </a:lnTo>
                  <a:lnTo>
                    <a:pt x="40590" y="350336"/>
                  </a:lnTo>
                  <a:lnTo>
                    <a:pt x="40800" y="350304"/>
                  </a:lnTo>
                  <a:lnTo>
                    <a:pt x="41061" y="350322"/>
                  </a:lnTo>
                  <a:lnTo>
                    <a:pt x="41280" y="350499"/>
                  </a:lnTo>
                  <a:lnTo>
                    <a:pt x="41810" y="350921"/>
                  </a:lnTo>
                  <a:lnTo>
                    <a:pt x="41937" y="351039"/>
                  </a:lnTo>
                  <a:lnTo>
                    <a:pt x="42596" y="350995"/>
                  </a:lnTo>
                  <a:lnTo>
                    <a:pt x="42756" y="350631"/>
                  </a:lnTo>
                  <a:lnTo>
                    <a:pt x="42935" y="350478"/>
                  </a:lnTo>
                  <a:lnTo>
                    <a:pt x="43244" y="350396"/>
                  </a:lnTo>
                  <a:lnTo>
                    <a:pt x="43413" y="350230"/>
                  </a:lnTo>
                  <a:lnTo>
                    <a:pt x="43530" y="350023"/>
                  </a:lnTo>
                  <a:lnTo>
                    <a:pt x="43646" y="349789"/>
                  </a:lnTo>
                  <a:lnTo>
                    <a:pt x="43759" y="349467"/>
                  </a:lnTo>
                  <a:lnTo>
                    <a:pt x="43818" y="349096"/>
                  </a:lnTo>
                  <a:lnTo>
                    <a:pt x="43825" y="348865"/>
                  </a:lnTo>
                  <a:lnTo>
                    <a:pt x="43731" y="348410"/>
                  </a:lnTo>
                  <a:lnTo>
                    <a:pt x="43494" y="348115"/>
                  </a:lnTo>
                  <a:lnTo>
                    <a:pt x="43376" y="347815"/>
                  </a:lnTo>
                  <a:lnTo>
                    <a:pt x="43324" y="347432"/>
                  </a:lnTo>
                  <a:lnTo>
                    <a:pt x="43315" y="347296"/>
                  </a:lnTo>
                  <a:lnTo>
                    <a:pt x="43346" y="346627"/>
                  </a:lnTo>
                  <a:lnTo>
                    <a:pt x="43384" y="346453"/>
                  </a:lnTo>
                  <a:lnTo>
                    <a:pt x="43361" y="346103"/>
                  </a:lnTo>
                  <a:lnTo>
                    <a:pt x="43395" y="345942"/>
                  </a:lnTo>
                  <a:lnTo>
                    <a:pt x="43497" y="345812"/>
                  </a:lnTo>
                  <a:lnTo>
                    <a:pt x="43709" y="345659"/>
                  </a:lnTo>
                  <a:lnTo>
                    <a:pt x="43846" y="345534"/>
                  </a:lnTo>
                  <a:lnTo>
                    <a:pt x="44010" y="345146"/>
                  </a:lnTo>
                  <a:lnTo>
                    <a:pt x="44052" y="344879"/>
                  </a:lnTo>
                  <a:lnTo>
                    <a:pt x="44183" y="344637"/>
                  </a:lnTo>
                  <a:lnTo>
                    <a:pt x="44354" y="344312"/>
                  </a:lnTo>
                  <a:lnTo>
                    <a:pt x="44400" y="344109"/>
                  </a:lnTo>
                  <a:lnTo>
                    <a:pt x="44576" y="343404"/>
                  </a:lnTo>
                  <a:lnTo>
                    <a:pt x="44835" y="342986"/>
                  </a:lnTo>
                  <a:lnTo>
                    <a:pt x="44765" y="342640"/>
                  </a:lnTo>
                  <a:lnTo>
                    <a:pt x="44667" y="342368"/>
                  </a:lnTo>
                  <a:lnTo>
                    <a:pt x="44505" y="341827"/>
                  </a:lnTo>
                  <a:lnTo>
                    <a:pt x="44475" y="341338"/>
                  </a:lnTo>
                  <a:lnTo>
                    <a:pt x="44735" y="341033"/>
                  </a:lnTo>
                  <a:lnTo>
                    <a:pt x="44874" y="340783"/>
                  </a:lnTo>
                  <a:lnTo>
                    <a:pt x="44990" y="340481"/>
                  </a:lnTo>
                  <a:lnTo>
                    <a:pt x="45543" y="339942"/>
                  </a:lnTo>
                  <a:lnTo>
                    <a:pt x="45672" y="339861"/>
                  </a:lnTo>
                  <a:lnTo>
                    <a:pt x="45869" y="339592"/>
                  </a:lnTo>
                  <a:lnTo>
                    <a:pt x="46125" y="339330"/>
                  </a:lnTo>
                  <a:lnTo>
                    <a:pt x="46295" y="339195"/>
                  </a:lnTo>
                  <a:lnTo>
                    <a:pt x="46345" y="338853"/>
                  </a:lnTo>
                  <a:lnTo>
                    <a:pt x="46491" y="338494"/>
                  </a:lnTo>
                  <a:lnTo>
                    <a:pt x="46848" y="337903"/>
                  </a:lnTo>
                  <a:lnTo>
                    <a:pt x="47000" y="337804"/>
                  </a:lnTo>
                  <a:lnTo>
                    <a:pt x="47263" y="337684"/>
                  </a:lnTo>
                  <a:lnTo>
                    <a:pt x="47522" y="337672"/>
                  </a:lnTo>
                  <a:lnTo>
                    <a:pt x="47857" y="337618"/>
                  </a:lnTo>
                  <a:lnTo>
                    <a:pt x="48272" y="337281"/>
                  </a:lnTo>
                  <a:lnTo>
                    <a:pt x="48481" y="337315"/>
                  </a:lnTo>
                  <a:lnTo>
                    <a:pt x="48821" y="337326"/>
                  </a:lnTo>
                  <a:lnTo>
                    <a:pt x="49492" y="337186"/>
                  </a:lnTo>
                  <a:lnTo>
                    <a:pt x="50050" y="336821"/>
                  </a:lnTo>
                  <a:lnTo>
                    <a:pt x="50035" y="336564"/>
                  </a:lnTo>
                  <a:lnTo>
                    <a:pt x="49979" y="336436"/>
                  </a:lnTo>
                  <a:lnTo>
                    <a:pt x="49969" y="335959"/>
                  </a:lnTo>
                  <a:lnTo>
                    <a:pt x="50037" y="335787"/>
                  </a:lnTo>
                  <a:lnTo>
                    <a:pt x="50549" y="335350"/>
                  </a:lnTo>
                  <a:lnTo>
                    <a:pt x="50811" y="335444"/>
                  </a:lnTo>
                  <a:lnTo>
                    <a:pt x="51035" y="335374"/>
                  </a:lnTo>
                  <a:lnTo>
                    <a:pt x="51185" y="335071"/>
                  </a:lnTo>
                  <a:lnTo>
                    <a:pt x="51210" y="334664"/>
                  </a:lnTo>
                  <a:lnTo>
                    <a:pt x="51038" y="334583"/>
                  </a:lnTo>
                  <a:lnTo>
                    <a:pt x="50515" y="334074"/>
                  </a:lnTo>
                  <a:lnTo>
                    <a:pt x="50286" y="333619"/>
                  </a:lnTo>
                  <a:lnTo>
                    <a:pt x="50239" y="333362"/>
                  </a:lnTo>
                  <a:lnTo>
                    <a:pt x="50435" y="333137"/>
                  </a:lnTo>
                  <a:lnTo>
                    <a:pt x="50464" y="332996"/>
                  </a:lnTo>
                  <a:lnTo>
                    <a:pt x="50387" y="332652"/>
                  </a:lnTo>
                  <a:lnTo>
                    <a:pt x="50314" y="332003"/>
                  </a:lnTo>
                  <a:lnTo>
                    <a:pt x="50210" y="331550"/>
                  </a:lnTo>
                  <a:lnTo>
                    <a:pt x="49994" y="331465"/>
                  </a:lnTo>
                  <a:lnTo>
                    <a:pt x="49541" y="331370"/>
                  </a:lnTo>
                  <a:lnTo>
                    <a:pt x="49199" y="331344"/>
                  </a:lnTo>
                  <a:lnTo>
                    <a:pt x="49082" y="331205"/>
                  </a:lnTo>
                  <a:lnTo>
                    <a:pt x="48740" y="330662"/>
                  </a:lnTo>
                  <a:lnTo>
                    <a:pt x="48851" y="329919"/>
                  </a:lnTo>
                  <a:lnTo>
                    <a:pt x="48907" y="329787"/>
                  </a:lnTo>
                  <a:lnTo>
                    <a:pt x="48924" y="329025"/>
                  </a:lnTo>
                  <a:lnTo>
                    <a:pt x="48794" y="328837"/>
                  </a:lnTo>
                  <a:lnTo>
                    <a:pt x="48637" y="328608"/>
                  </a:lnTo>
                  <a:lnTo>
                    <a:pt x="48200" y="328233"/>
                  </a:lnTo>
                  <a:lnTo>
                    <a:pt x="48023" y="327905"/>
                  </a:lnTo>
                  <a:lnTo>
                    <a:pt x="47929" y="327627"/>
                  </a:lnTo>
                  <a:lnTo>
                    <a:pt x="47782" y="327591"/>
                  </a:lnTo>
                  <a:lnTo>
                    <a:pt x="47533" y="327390"/>
                  </a:lnTo>
                  <a:lnTo>
                    <a:pt x="47414" y="327173"/>
                  </a:lnTo>
                  <a:lnTo>
                    <a:pt x="47209" y="326998"/>
                  </a:lnTo>
                  <a:lnTo>
                    <a:pt x="46886" y="326850"/>
                  </a:lnTo>
                  <a:lnTo>
                    <a:pt x="46142" y="326696"/>
                  </a:lnTo>
                  <a:lnTo>
                    <a:pt x="45839" y="326747"/>
                  </a:lnTo>
                  <a:lnTo>
                    <a:pt x="45754" y="326423"/>
                  </a:lnTo>
                  <a:lnTo>
                    <a:pt x="45707" y="326282"/>
                  </a:lnTo>
                  <a:lnTo>
                    <a:pt x="45788" y="325936"/>
                  </a:lnTo>
                  <a:lnTo>
                    <a:pt x="45990" y="325552"/>
                  </a:lnTo>
                  <a:lnTo>
                    <a:pt x="46313" y="324916"/>
                  </a:lnTo>
                  <a:lnTo>
                    <a:pt x="46049" y="324447"/>
                  </a:lnTo>
                  <a:lnTo>
                    <a:pt x="45903" y="324361"/>
                  </a:lnTo>
                  <a:lnTo>
                    <a:pt x="45931" y="324083"/>
                  </a:lnTo>
                  <a:lnTo>
                    <a:pt x="45851" y="323851"/>
                  </a:lnTo>
                  <a:lnTo>
                    <a:pt x="45519" y="323444"/>
                  </a:lnTo>
                  <a:lnTo>
                    <a:pt x="45130" y="323210"/>
                  </a:lnTo>
                  <a:lnTo>
                    <a:pt x="44815" y="323422"/>
                  </a:lnTo>
                  <a:lnTo>
                    <a:pt x="44516" y="323529"/>
                  </a:lnTo>
                  <a:lnTo>
                    <a:pt x="44149" y="323493"/>
                  </a:lnTo>
                  <a:lnTo>
                    <a:pt x="43934" y="323419"/>
                  </a:lnTo>
                  <a:lnTo>
                    <a:pt x="43267" y="323372"/>
                  </a:lnTo>
                  <a:lnTo>
                    <a:pt x="43070" y="323382"/>
                  </a:lnTo>
                  <a:lnTo>
                    <a:pt x="42744" y="323289"/>
                  </a:lnTo>
                  <a:lnTo>
                    <a:pt x="42487" y="323291"/>
                  </a:lnTo>
                  <a:lnTo>
                    <a:pt x="42198" y="323510"/>
                  </a:lnTo>
                  <a:lnTo>
                    <a:pt x="41766" y="323799"/>
                  </a:lnTo>
                  <a:lnTo>
                    <a:pt x="41190" y="323382"/>
                  </a:lnTo>
                  <a:lnTo>
                    <a:pt x="41035" y="323214"/>
                  </a:lnTo>
                  <a:lnTo>
                    <a:pt x="40769" y="322984"/>
                  </a:lnTo>
                  <a:lnTo>
                    <a:pt x="40560" y="322589"/>
                  </a:lnTo>
                  <a:lnTo>
                    <a:pt x="40546" y="322298"/>
                  </a:lnTo>
                  <a:lnTo>
                    <a:pt x="40493" y="322153"/>
                  </a:lnTo>
                  <a:lnTo>
                    <a:pt x="40526" y="321997"/>
                  </a:lnTo>
                  <a:lnTo>
                    <a:pt x="40610" y="321416"/>
                  </a:lnTo>
                  <a:lnTo>
                    <a:pt x="40621" y="321216"/>
                  </a:lnTo>
                  <a:lnTo>
                    <a:pt x="40750" y="320944"/>
                  </a:lnTo>
                  <a:lnTo>
                    <a:pt x="40887" y="320564"/>
                  </a:lnTo>
                  <a:lnTo>
                    <a:pt x="40945" y="320328"/>
                  </a:lnTo>
                  <a:lnTo>
                    <a:pt x="40783" y="319848"/>
                  </a:lnTo>
                  <a:lnTo>
                    <a:pt x="40294" y="319189"/>
                  </a:lnTo>
                  <a:lnTo>
                    <a:pt x="40108" y="319063"/>
                  </a:lnTo>
                  <a:lnTo>
                    <a:pt x="39891" y="318951"/>
                  </a:lnTo>
                  <a:lnTo>
                    <a:pt x="39723" y="318787"/>
                  </a:lnTo>
                  <a:lnTo>
                    <a:pt x="39676" y="318554"/>
                  </a:lnTo>
                  <a:lnTo>
                    <a:pt x="39779" y="318320"/>
                  </a:lnTo>
                  <a:lnTo>
                    <a:pt x="39735" y="318141"/>
                  </a:lnTo>
                  <a:lnTo>
                    <a:pt x="39094" y="317365"/>
                  </a:lnTo>
                  <a:lnTo>
                    <a:pt x="38841" y="317117"/>
                  </a:lnTo>
                  <a:lnTo>
                    <a:pt x="38891" y="316968"/>
                  </a:lnTo>
                  <a:lnTo>
                    <a:pt x="38417" y="316803"/>
                  </a:lnTo>
                  <a:lnTo>
                    <a:pt x="37659" y="317025"/>
                  </a:lnTo>
                  <a:lnTo>
                    <a:pt x="37630" y="317221"/>
                  </a:lnTo>
                  <a:lnTo>
                    <a:pt x="37641" y="317675"/>
                  </a:lnTo>
                  <a:lnTo>
                    <a:pt x="37654" y="318073"/>
                  </a:lnTo>
                  <a:lnTo>
                    <a:pt x="37454" y="318305"/>
                  </a:lnTo>
                  <a:lnTo>
                    <a:pt x="37322" y="318524"/>
                  </a:lnTo>
                  <a:lnTo>
                    <a:pt x="36871" y="319275"/>
                  </a:lnTo>
                  <a:lnTo>
                    <a:pt x="36934" y="319686"/>
                  </a:lnTo>
                  <a:lnTo>
                    <a:pt x="36649" y="320177"/>
                  </a:lnTo>
                  <a:lnTo>
                    <a:pt x="36081" y="320410"/>
                  </a:lnTo>
                  <a:lnTo>
                    <a:pt x="36043" y="320630"/>
                  </a:lnTo>
                  <a:lnTo>
                    <a:pt x="35949" y="321087"/>
                  </a:lnTo>
                  <a:lnTo>
                    <a:pt x="35721" y="321345"/>
                  </a:lnTo>
                  <a:lnTo>
                    <a:pt x="35566" y="321507"/>
                  </a:lnTo>
                  <a:lnTo>
                    <a:pt x="35302" y="321664"/>
                  </a:lnTo>
                  <a:lnTo>
                    <a:pt x="35079" y="321641"/>
                  </a:lnTo>
                  <a:lnTo>
                    <a:pt x="34811" y="321593"/>
                  </a:lnTo>
                  <a:lnTo>
                    <a:pt x="34413" y="321664"/>
                  </a:lnTo>
                  <a:lnTo>
                    <a:pt x="34160" y="321799"/>
                  </a:lnTo>
                  <a:lnTo>
                    <a:pt x="33972" y="321909"/>
                  </a:lnTo>
                  <a:lnTo>
                    <a:pt x="33769" y="321984"/>
                  </a:lnTo>
                  <a:lnTo>
                    <a:pt x="33596" y="322038"/>
                  </a:lnTo>
                  <a:lnTo>
                    <a:pt x="33360" y="321847"/>
                  </a:lnTo>
                  <a:lnTo>
                    <a:pt x="33351" y="321522"/>
                  </a:lnTo>
                  <a:lnTo>
                    <a:pt x="33194" y="321269"/>
                  </a:lnTo>
                  <a:lnTo>
                    <a:pt x="32975" y="321119"/>
                  </a:lnTo>
                  <a:lnTo>
                    <a:pt x="32575" y="320956"/>
                  </a:lnTo>
                  <a:lnTo>
                    <a:pt x="32396" y="320951"/>
                  </a:lnTo>
                  <a:lnTo>
                    <a:pt x="32162" y="320917"/>
                  </a:lnTo>
                  <a:lnTo>
                    <a:pt x="31815" y="320938"/>
                  </a:lnTo>
                  <a:lnTo>
                    <a:pt x="31632" y="321179"/>
                  </a:lnTo>
                  <a:lnTo>
                    <a:pt x="31708" y="321313"/>
                  </a:lnTo>
                  <a:lnTo>
                    <a:pt x="30961" y="321698"/>
                  </a:lnTo>
                  <a:lnTo>
                    <a:pt x="30548" y="321248"/>
                  </a:lnTo>
                  <a:lnTo>
                    <a:pt x="30274" y="321216"/>
                  </a:lnTo>
                  <a:lnTo>
                    <a:pt x="30086" y="321243"/>
                  </a:lnTo>
                  <a:lnTo>
                    <a:pt x="29827" y="321452"/>
                  </a:lnTo>
                  <a:lnTo>
                    <a:pt x="29703" y="321640"/>
                  </a:lnTo>
                  <a:lnTo>
                    <a:pt x="29506" y="321542"/>
                  </a:lnTo>
                  <a:lnTo>
                    <a:pt x="29059" y="321425"/>
                  </a:lnTo>
                  <a:lnTo>
                    <a:pt x="28475" y="321305"/>
                  </a:lnTo>
                  <a:lnTo>
                    <a:pt x="28277" y="321183"/>
                  </a:lnTo>
                  <a:lnTo>
                    <a:pt x="27775" y="320625"/>
                  </a:lnTo>
                  <a:lnTo>
                    <a:pt x="27582" y="320692"/>
                  </a:lnTo>
                  <a:lnTo>
                    <a:pt x="27483" y="320837"/>
                  </a:lnTo>
                  <a:lnTo>
                    <a:pt x="27014" y="320823"/>
                  </a:lnTo>
                  <a:lnTo>
                    <a:pt x="26908" y="320692"/>
                  </a:lnTo>
                  <a:lnTo>
                    <a:pt x="26802" y="320506"/>
                  </a:lnTo>
                  <a:lnTo>
                    <a:pt x="26371" y="320222"/>
                  </a:lnTo>
                  <a:lnTo>
                    <a:pt x="25977" y="320232"/>
                  </a:lnTo>
                  <a:lnTo>
                    <a:pt x="25836" y="320404"/>
                  </a:lnTo>
                  <a:lnTo>
                    <a:pt x="25432" y="320487"/>
                  </a:lnTo>
                  <a:lnTo>
                    <a:pt x="25030" y="320394"/>
                  </a:lnTo>
                  <a:lnTo>
                    <a:pt x="24818" y="320372"/>
                  </a:lnTo>
                  <a:lnTo>
                    <a:pt x="24533" y="320675"/>
                  </a:lnTo>
                  <a:lnTo>
                    <a:pt x="24308" y="321041"/>
                  </a:lnTo>
                  <a:lnTo>
                    <a:pt x="24182" y="321369"/>
                  </a:lnTo>
                  <a:lnTo>
                    <a:pt x="24028" y="321591"/>
                  </a:lnTo>
                  <a:lnTo>
                    <a:pt x="23818" y="321881"/>
                  </a:lnTo>
                  <a:lnTo>
                    <a:pt x="23579" y="322466"/>
                  </a:lnTo>
                  <a:lnTo>
                    <a:pt x="23339" y="322728"/>
                  </a:lnTo>
                  <a:lnTo>
                    <a:pt x="23227" y="322945"/>
                  </a:lnTo>
                  <a:lnTo>
                    <a:pt x="23051" y="323204"/>
                  </a:lnTo>
                  <a:lnTo>
                    <a:pt x="22639" y="323753"/>
                  </a:lnTo>
                  <a:lnTo>
                    <a:pt x="22262" y="324016"/>
                  </a:lnTo>
                  <a:lnTo>
                    <a:pt x="22046" y="324124"/>
                  </a:lnTo>
                  <a:lnTo>
                    <a:pt x="21853" y="324865"/>
                  </a:lnTo>
                  <a:lnTo>
                    <a:pt x="22082" y="325561"/>
                  </a:lnTo>
                  <a:lnTo>
                    <a:pt x="22167" y="325916"/>
                  </a:lnTo>
                  <a:lnTo>
                    <a:pt x="22135" y="326245"/>
                  </a:lnTo>
                  <a:lnTo>
                    <a:pt x="22223" y="326953"/>
                  </a:lnTo>
                  <a:lnTo>
                    <a:pt x="22078" y="327103"/>
                  </a:lnTo>
                  <a:lnTo>
                    <a:pt x="21900" y="327300"/>
                  </a:lnTo>
                  <a:lnTo>
                    <a:pt x="21720" y="327481"/>
                  </a:lnTo>
                  <a:lnTo>
                    <a:pt x="21416" y="327668"/>
                  </a:lnTo>
                  <a:lnTo>
                    <a:pt x="21046" y="327708"/>
                  </a:lnTo>
                  <a:lnTo>
                    <a:pt x="20888" y="327437"/>
                  </a:lnTo>
                  <a:lnTo>
                    <a:pt x="20194" y="327118"/>
                  </a:lnTo>
                  <a:lnTo>
                    <a:pt x="20119" y="327262"/>
                  </a:lnTo>
                  <a:lnTo>
                    <a:pt x="19777" y="327395"/>
                  </a:lnTo>
                  <a:lnTo>
                    <a:pt x="19556" y="327306"/>
                  </a:lnTo>
                  <a:lnTo>
                    <a:pt x="18872" y="326972"/>
                  </a:lnTo>
                  <a:lnTo>
                    <a:pt x="18734" y="326996"/>
                  </a:lnTo>
                  <a:lnTo>
                    <a:pt x="18428" y="327037"/>
                  </a:lnTo>
                  <a:lnTo>
                    <a:pt x="18135" y="327244"/>
                  </a:lnTo>
                  <a:lnTo>
                    <a:pt x="17848" y="327174"/>
                  </a:lnTo>
                  <a:lnTo>
                    <a:pt x="17686" y="327144"/>
                  </a:lnTo>
                  <a:lnTo>
                    <a:pt x="17198" y="327053"/>
                  </a:lnTo>
                  <a:lnTo>
                    <a:pt x="16866" y="327013"/>
                  </a:lnTo>
                  <a:lnTo>
                    <a:pt x="16546" y="327010"/>
                  </a:lnTo>
                  <a:lnTo>
                    <a:pt x="16091" y="327109"/>
                  </a:lnTo>
                  <a:lnTo>
                    <a:pt x="15745" y="327183"/>
                  </a:lnTo>
                  <a:lnTo>
                    <a:pt x="14759" y="327422"/>
                  </a:lnTo>
                  <a:lnTo>
                    <a:pt x="14302" y="327296"/>
                  </a:lnTo>
                  <a:lnTo>
                    <a:pt x="13879" y="327257"/>
                  </a:lnTo>
                  <a:lnTo>
                    <a:pt x="13675" y="327238"/>
                  </a:lnTo>
                  <a:lnTo>
                    <a:pt x="13258" y="327198"/>
                  </a:lnTo>
                  <a:lnTo>
                    <a:pt x="13060" y="327253"/>
                  </a:lnTo>
                  <a:lnTo>
                    <a:pt x="12771" y="327332"/>
                  </a:lnTo>
                  <a:lnTo>
                    <a:pt x="12590" y="327382"/>
                  </a:lnTo>
                  <a:lnTo>
                    <a:pt x="12282" y="327328"/>
                  </a:lnTo>
                  <a:lnTo>
                    <a:pt x="12197" y="327161"/>
                  </a:lnTo>
                  <a:lnTo>
                    <a:pt x="11882" y="326894"/>
                  </a:lnTo>
                  <a:lnTo>
                    <a:pt x="11692" y="326832"/>
                  </a:lnTo>
                  <a:lnTo>
                    <a:pt x="11542" y="326537"/>
                  </a:lnTo>
                  <a:lnTo>
                    <a:pt x="11110" y="326364"/>
                  </a:lnTo>
                  <a:lnTo>
                    <a:pt x="10907" y="326532"/>
                  </a:lnTo>
                  <a:lnTo>
                    <a:pt x="10610" y="326561"/>
                  </a:lnTo>
                  <a:lnTo>
                    <a:pt x="10418" y="326510"/>
                  </a:lnTo>
                  <a:lnTo>
                    <a:pt x="10233" y="326461"/>
                  </a:lnTo>
                  <a:lnTo>
                    <a:pt x="10023" y="326138"/>
                  </a:lnTo>
                  <a:lnTo>
                    <a:pt x="9925" y="325734"/>
                  </a:lnTo>
                  <a:lnTo>
                    <a:pt x="9995" y="325482"/>
                  </a:lnTo>
                  <a:lnTo>
                    <a:pt x="10086" y="325243"/>
                  </a:lnTo>
                  <a:lnTo>
                    <a:pt x="9957" y="325160"/>
                  </a:lnTo>
                  <a:lnTo>
                    <a:pt x="9789" y="325010"/>
                  </a:lnTo>
                  <a:lnTo>
                    <a:pt x="9578" y="324767"/>
                  </a:lnTo>
                  <a:lnTo>
                    <a:pt x="9362" y="324522"/>
                  </a:lnTo>
                  <a:lnTo>
                    <a:pt x="8953" y="324291"/>
                  </a:lnTo>
                  <a:lnTo>
                    <a:pt x="8567" y="324162"/>
                  </a:lnTo>
                  <a:lnTo>
                    <a:pt x="8307" y="324083"/>
                  </a:lnTo>
                  <a:lnTo>
                    <a:pt x="7794" y="323684"/>
                  </a:lnTo>
                  <a:lnTo>
                    <a:pt x="7641" y="323477"/>
                  </a:lnTo>
                  <a:lnTo>
                    <a:pt x="7778" y="323377"/>
                  </a:lnTo>
                  <a:lnTo>
                    <a:pt x="7946" y="322809"/>
                  </a:lnTo>
                  <a:lnTo>
                    <a:pt x="7666" y="322303"/>
                  </a:lnTo>
                  <a:lnTo>
                    <a:pt x="7477" y="321973"/>
                  </a:lnTo>
                  <a:lnTo>
                    <a:pt x="7171" y="321749"/>
                  </a:lnTo>
                  <a:lnTo>
                    <a:pt x="6998" y="321593"/>
                  </a:lnTo>
                  <a:lnTo>
                    <a:pt x="6896" y="321383"/>
                  </a:lnTo>
                  <a:lnTo>
                    <a:pt x="6933" y="321101"/>
                  </a:lnTo>
                  <a:lnTo>
                    <a:pt x="7096" y="320683"/>
                  </a:lnTo>
                  <a:lnTo>
                    <a:pt x="7496" y="320052"/>
                  </a:lnTo>
                  <a:lnTo>
                    <a:pt x="7501" y="319821"/>
                  </a:lnTo>
                  <a:lnTo>
                    <a:pt x="7495" y="319454"/>
                  </a:lnTo>
                  <a:lnTo>
                    <a:pt x="7378" y="319207"/>
                  </a:lnTo>
                  <a:lnTo>
                    <a:pt x="7387" y="319069"/>
                  </a:lnTo>
                  <a:lnTo>
                    <a:pt x="7413" y="318878"/>
                  </a:lnTo>
                  <a:lnTo>
                    <a:pt x="7449" y="318566"/>
                  </a:lnTo>
                  <a:lnTo>
                    <a:pt x="7397" y="318013"/>
                  </a:lnTo>
                  <a:lnTo>
                    <a:pt x="7437" y="317870"/>
                  </a:lnTo>
                  <a:lnTo>
                    <a:pt x="7546" y="317696"/>
                  </a:lnTo>
                  <a:lnTo>
                    <a:pt x="7759" y="317519"/>
                  </a:lnTo>
                  <a:lnTo>
                    <a:pt x="7840" y="317346"/>
                  </a:lnTo>
                  <a:lnTo>
                    <a:pt x="7846" y="317109"/>
                  </a:lnTo>
                  <a:lnTo>
                    <a:pt x="7808" y="316937"/>
                  </a:lnTo>
                  <a:lnTo>
                    <a:pt x="7903" y="316756"/>
                  </a:lnTo>
                  <a:lnTo>
                    <a:pt x="8070" y="316392"/>
                  </a:lnTo>
                  <a:lnTo>
                    <a:pt x="8034" y="316172"/>
                  </a:lnTo>
                  <a:lnTo>
                    <a:pt x="7978" y="315863"/>
                  </a:lnTo>
                  <a:lnTo>
                    <a:pt x="7754" y="315375"/>
                  </a:lnTo>
                  <a:lnTo>
                    <a:pt x="7539" y="315328"/>
                  </a:lnTo>
                  <a:lnTo>
                    <a:pt x="7151" y="315734"/>
                  </a:lnTo>
                  <a:lnTo>
                    <a:pt x="6898" y="315968"/>
                  </a:lnTo>
                  <a:lnTo>
                    <a:pt x="6769" y="315972"/>
                  </a:lnTo>
                  <a:lnTo>
                    <a:pt x="6354" y="315775"/>
                  </a:lnTo>
                  <a:lnTo>
                    <a:pt x="6238" y="315543"/>
                  </a:lnTo>
                  <a:lnTo>
                    <a:pt x="6066" y="315437"/>
                  </a:lnTo>
                  <a:lnTo>
                    <a:pt x="5798" y="314964"/>
                  </a:lnTo>
                  <a:lnTo>
                    <a:pt x="5787" y="314684"/>
                  </a:lnTo>
                  <a:lnTo>
                    <a:pt x="5692" y="314317"/>
                  </a:lnTo>
                  <a:lnTo>
                    <a:pt x="5560" y="314225"/>
                  </a:lnTo>
                  <a:lnTo>
                    <a:pt x="5496" y="314069"/>
                  </a:lnTo>
                  <a:lnTo>
                    <a:pt x="5547" y="313858"/>
                  </a:lnTo>
                  <a:lnTo>
                    <a:pt x="5577" y="313471"/>
                  </a:lnTo>
                  <a:lnTo>
                    <a:pt x="5309" y="313041"/>
                  </a:lnTo>
                  <a:lnTo>
                    <a:pt x="5173" y="312823"/>
                  </a:lnTo>
                  <a:lnTo>
                    <a:pt x="4885" y="312180"/>
                  </a:lnTo>
                  <a:lnTo>
                    <a:pt x="4820" y="311920"/>
                  </a:lnTo>
                  <a:lnTo>
                    <a:pt x="4759" y="311496"/>
                  </a:lnTo>
                  <a:lnTo>
                    <a:pt x="4738" y="311226"/>
                  </a:lnTo>
                  <a:lnTo>
                    <a:pt x="4771" y="311098"/>
                  </a:lnTo>
                  <a:lnTo>
                    <a:pt x="5040" y="310315"/>
                  </a:lnTo>
                  <a:lnTo>
                    <a:pt x="5204" y="310347"/>
                  </a:lnTo>
                  <a:lnTo>
                    <a:pt x="5416" y="310247"/>
                  </a:lnTo>
                  <a:lnTo>
                    <a:pt x="5669" y="309937"/>
                  </a:lnTo>
                  <a:lnTo>
                    <a:pt x="5741" y="309760"/>
                  </a:lnTo>
                  <a:lnTo>
                    <a:pt x="5731" y="309619"/>
                  </a:lnTo>
                  <a:lnTo>
                    <a:pt x="5706" y="309476"/>
                  </a:lnTo>
                  <a:lnTo>
                    <a:pt x="5650" y="309197"/>
                  </a:lnTo>
                  <a:lnTo>
                    <a:pt x="5785" y="309090"/>
                  </a:lnTo>
                  <a:lnTo>
                    <a:pt x="5998" y="308993"/>
                  </a:lnTo>
                  <a:lnTo>
                    <a:pt x="6346" y="308931"/>
                  </a:lnTo>
                  <a:lnTo>
                    <a:pt x="6501" y="308920"/>
                  </a:lnTo>
                  <a:lnTo>
                    <a:pt x="6674" y="308877"/>
                  </a:lnTo>
                  <a:lnTo>
                    <a:pt x="7158" y="308683"/>
                  </a:lnTo>
                  <a:lnTo>
                    <a:pt x="7311" y="308514"/>
                  </a:lnTo>
                  <a:lnTo>
                    <a:pt x="7486" y="308418"/>
                  </a:lnTo>
                  <a:lnTo>
                    <a:pt x="7627" y="308393"/>
                  </a:lnTo>
                  <a:lnTo>
                    <a:pt x="8045" y="308402"/>
                  </a:lnTo>
                  <a:lnTo>
                    <a:pt x="8175" y="308298"/>
                  </a:lnTo>
                  <a:lnTo>
                    <a:pt x="8369" y="307896"/>
                  </a:lnTo>
                  <a:lnTo>
                    <a:pt x="8261" y="307688"/>
                  </a:lnTo>
                  <a:lnTo>
                    <a:pt x="8048" y="307519"/>
                  </a:lnTo>
                  <a:lnTo>
                    <a:pt x="7871" y="307206"/>
                  </a:lnTo>
                  <a:lnTo>
                    <a:pt x="7804" y="306952"/>
                  </a:lnTo>
                  <a:lnTo>
                    <a:pt x="7771" y="306585"/>
                  </a:lnTo>
                  <a:lnTo>
                    <a:pt x="7607" y="306262"/>
                  </a:lnTo>
                  <a:lnTo>
                    <a:pt x="7636" y="305917"/>
                  </a:lnTo>
                  <a:lnTo>
                    <a:pt x="7730" y="305620"/>
                  </a:lnTo>
                  <a:lnTo>
                    <a:pt x="7943" y="305295"/>
                  </a:lnTo>
                  <a:lnTo>
                    <a:pt x="8225" y="304797"/>
                  </a:lnTo>
                  <a:lnTo>
                    <a:pt x="8292" y="304412"/>
                  </a:lnTo>
                  <a:lnTo>
                    <a:pt x="8293" y="304241"/>
                  </a:lnTo>
                  <a:lnTo>
                    <a:pt x="8104" y="303806"/>
                  </a:lnTo>
                  <a:lnTo>
                    <a:pt x="7961" y="303698"/>
                  </a:lnTo>
                  <a:lnTo>
                    <a:pt x="7477" y="303397"/>
                  </a:lnTo>
                  <a:lnTo>
                    <a:pt x="7126" y="303073"/>
                  </a:lnTo>
                  <a:lnTo>
                    <a:pt x="7161" y="302857"/>
                  </a:lnTo>
                  <a:lnTo>
                    <a:pt x="7131" y="302659"/>
                  </a:lnTo>
                  <a:lnTo>
                    <a:pt x="6915" y="302212"/>
                  </a:lnTo>
                  <a:lnTo>
                    <a:pt x="6849" y="302059"/>
                  </a:lnTo>
                  <a:lnTo>
                    <a:pt x="6803" y="301829"/>
                  </a:lnTo>
                  <a:lnTo>
                    <a:pt x="6701" y="301575"/>
                  </a:lnTo>
                  <a:lnTo>
                    <a:pt x="6618" y="301432"/>
                  </a:lnTo>
                  <a:lnTo>
                    <a:pt x="6232" y="300966"/>
                  </a:lnTo>
                  <a:lnTo>
                    <a:pt x="6079" y="300516"/>
                  </a:lnTo>
                  <a:lnTo>
                    <a:pt x="6121" y="300214"/>
                  </a:lnTo>
                  <a:lnTo>
                    <a:pt x="5848" y="299888"/>
                  </a:lnTo>
                  <a:lnTo>
                    <a:pt x="5705" y="299720"/>
                  </a:lnTo>
                  <a:lnTo>
                    <a:pt x="5487" y="299406"/>
                  </a:lnTo>
                  <a:lnTo>
                    <a:pt x="5302" y="299300"/>
                  </a:lnTo>
                  <a:lnTo>
                    <a:pt x="5139" y="299117"/>
                  </a:lnTo>
                  <a:lnTo>
                    <a:pt x="5087" y="298829"/>
                  </a:lnTo>
                  <a:lnTo>
                    <a:pt x="4778" y="298547"/>
                  </a:lnTo>
                  <a:lnTo>
                    <a:pt x="4356" y="298484"/>
                  </a:lnTo>
                  <a:lnTo>
                    <a:pt x="4060" y="298447"/>
                  </a:lnTo>
                  <a:lnTo>
                    <a:pt x="3543" y="298434"/>
                  </a:lnTo>
                  <a:lnTo>
                    <a:pt x="3401" y="298457"/>
                  </a:lnTo>
                  <a:lnTo>
                    <a:pt x="3204" y="298657"/>
                  </a:lnTo>
                  <a:lnTo>
                    <a:pt x="2891" y="299139"/>
                  </a:lnTo>
                  <a:lnTo>
                    <a:pt x="2488" y="299543"/>
                  </a:lnTo>
                  <a:lnTo>
                    <a:pt x="2418" y="299990"/>
                  </a:lnTo>
                  <a:lnTo>
                    <a:pt x="1845" y="300317"/>
                  </a:lnTo>
                  <a:lnTo>
                    <a:pt x="1403" y="300481"/>
                  </a:lnTo>
                  <a:lnTo>
                    <a:pt x="1169" y="300639"/>
                  </a:lnTo>
                  <a:lnTo>
                    <a:pt x="955" y="300832"/>
                  </a:lnTo>
                  <a:lnTo>
                    <a:pt x="745" y="300800"/>
                  </a:lnTo>
                  <a:lnTo>
                    <a:pt x="583" y="300675"/>
                  </a:lnTo>
                  <a:lnTo>
                    <a:pt x="718" y="300629"/>
                  </a:lnTo>
                  <a:lnTo>
                    <a:pt x="1258" y="300275"/>
                  </a:lnTo>
                  <a:lnTo>
                    <a:pt x="1166" y="300143"/>
                  </a:lnTo>
                  <a:lnTo>
                    <a:pt x="1098" y="299956"/>
                  </a:lnTo>
                  <a:lnTo>
                    <a:pt x="1027" y="299687"/>
                  </a:lnTo>
                  <a:lnTo>
                    <a:pt x="913" y="299273"/>
                  </a:lnTo>
                  <a:lnTo>
                    <a:pt x="585" y="299204"/>
                  </a:lnTo>
                  <a:lnTo>
                    <a:pt x="393" y="298921"/>
                  </a:lnTo>
                  <a:lnTo>
                    <a:pt x="193" y="298595"/>
                  </a:lnTo>
                  <a:lnTo>
                    <a:pt x="203" y="298459"/>
                  </a:lnTo>
                  <a:lnTo>
                    <a:pt x="85" y="298169"/>
                  </a:lnTo>
                  <a:lnTo>
                    <a:pt x="0" y="297819"/>
                  </a:lnTo>
                  <a:lnTo>
                    <a:pt x="298" y="297663"/>
                  </a:lnTo>
                  <a:lnTo>
                    <a:pt x="350" y="297310"/>
                  </a:lnTo>
                  <a:lnTo>
                    <a:pt x="587" y="296920"/>
                  </a:lnTo>
                  <a:lnTo>
                    <a:pt x="928" y="297102"/>
                  </a:lnTo>
                  <a:lnTo>
                    <a:pt x="1104" y="297292"/>
                  </a:lnTo>
                  <a:lnTo>
                    <a:pt x="1844" y="297634"/>
                  </a:lnTo>
                  <a:lnTo>
                    <a:pt x="2113" y="297770"/>
                  </a:lnTo>
                  <a:lnTo>
                    <a:pt x="2412" y="297629"/>
                  </a:lnTo>
                  <a:lnTo>
                    <a:pt x="2695" y="297712"/>
                  </a:lnTo>
                  <a:lnTo>
                    <a:pt x="2635" y="297016"/>
                  </a:lnTo>
                  <a:lnTo>
                    <a:pt x="2461" y="296644"/>
                  </a:lnTo>
                  <a:lnTo>
                    <a:pt x="2438" y="296407"/>
                  </a:lnTo>
                  <a:lnTo>
                    <a:pt x="2390" y="296238"/>
                  </a:lnTo>
                  <a:lnTo>
                    <a:pt x="2132" y="296323"/>
                  </a:lnTo>
                  <a:lnTo>
                    <a:pt x="1861" y="296385"/>
                  </a:lnTo>
                  <a:lnTo>
                    <a:pt x="1387" y="296241"/>
                  </a:lnTo>
                  <a:lnTo>
                    <a:pt x="1169" y="296063"/>
                  </a:lnTo>
                  <a:lnTo>
                    <a:pt x="1020" y="296014"/>
                  </a:lnTo>
                  <a:lnTo>
                    <a:pt x="879" y="295821"/>
                  </a:lnTo>
                  <a:lnTo>
                    <a:pt x="1000" y="295458"/>
                  </a:lnTo>
                  <a:lnTo>
                    <a:pt x="999" y="295303"/>
                  </a:lnTo>
                  <a:lnTo>
                    <a:pt x="1118" y="295085"/>
                  </a:lnTo>
                  <a:lnTo>
                    <a:pt x="1435" y="294749"/>
                  </a:lnTo>
                  <a:lnTo>
                    <a:pt x="2131" y="294542"/>
                  </a:lnTo>
                  <a:lnTo>
                    <a:pt x="2347" y="294419"/>
                  </a:lnTo>
                  <a:lnTo>
                    <a:pt x="3106" y="294317"/>
                  </a:lnTo>
                  <a:lnTo>
                    <a:pt x="3491" y="294171"/>
                  </a:lnTo>
                  <a:lnTo>
                    <a:pt x="4095" y="294200"/>
                  </a:lnTo>
                  <a:lnTo>
                    <a:pt x="4493" y="294388"/>
                  </a:lnTo>
                  <a:lnTo>
                    <a:pt x="4627" y="294145"/>
                  </a:lnTo>
                  <a:lnTo>
                    <a:pt x="5140" y="293495"/>
                  </a:lnTo>
                  <a:lnTo>
                    <a:pt x="5028" y="293096"/>
                  </a:lnTo>
                  <a:lnTo>
                    <a:pt x="5017" y="292963"/>
                  </a:lnTo>
                  <a:lnTo>
                    <a:pt x="5551" y="292613"/>
                  </a:lnTo>
                  <a:lnTo>
                    <a:pt x="5674" y="292355"/>
                  </a:lnTo>
                  <a:lnTo>
                    <a:pt x="5882" y="291929"/>
                  </a:lnTo>
                  <a:lnTo>
                    <a:pt x="5914" y="291661"/>
                  </a:lnTo>
                  <a:lnTo>
                    <a:pt x="6136" y="291408"/>
                  </a:lnTo>
                  <a:lnTo>
                    <a:pt x="6419" y="291028"/>
                  </a:lnTo>
                  <a:lnTo>
                    <a:pt x="6424" y="290869"/>
                  </a:lnTo>
                  <a:lnTo>
                    <a:pt x="6836" y="290499"/>
                  </a:lnTo>
                  <a:lnTo>
                    <a:pt x="6875" y="290333"/>
                  </a:lnTo>
                  <a:lnTo>
                    <a:pt x="6847" y="290128"/>
                  </a:lnTo>
                  <a:lnTo>
                    <a:pt x="6959" y="289851"/>
                  </a:lnTo>
                  <a:lnTo>
                    <a:pt x="7392" y="289856"/>
                  </a:lnTo>
                  <a:lnTo>
                    <a:pt x="7885" y="289382"/>
                  </a:lnTo>
                  <a:lnTo>
                    <a:pt x="8297" y="288847"/>
                  </a:lnTo>
                  <a:lnTo>
                    <a:pt x="8671" y="288371"/>
                  </a:lnTo>
                  <a:lnTo>
                    <a:pt x="8910" y="288241"/>
                  </a:lnTo>
                  <a:lnTo>
                    <a:pt x="8891" y="287919"/>
                  </a:lnTo>
                  <a:lnTo>
                    <a:pt x="8930" y="287608"/>
                  </a:lnTo>
                  <a:lnTo>
                    <a:pt x="9005" y="287748"/>
                  </a:lnTo>
                  <a:lnTo>
                    <a:pt x="9390" y="287897"/>
                  </a:lnTo>
                  <a:lnTo>
                    <a:pt x="9458" y="287692"/>
                  </a:lnTo>
                  <a:lnTo>
                    <a:pt x="9365" y="287016"/>
                  </a:lnTo>
                  <a:lnTo>
                    <a:pt x="9507" y="286846"/>
                  </a:lnTo>
                  <a:lnTo>
                    <a:pt x="10385" y="287040"/>
                  </a:lnTo>
                  <a:lnTo>
                    <a:pt x="10993" y="286854"/>
                  </a:lnTo>
                  <a:lnTo>
                    <a:pt x="11234" y="286616"/>
                  </a:lnTo>
                  <a:lnTo>
                    <a:pt x="11300" y="286153"/>
                  </a:lnTo>
                  <a:lnTo>
                    <a:pt x="11328" y="285952"/>
                  </a:lnTo>
                  <a:lnTo>
                    <a:pt x="11610" y="285790"/>
                  </a:lnTo>
                  <a:lnTo>
                    <a:pt x="12114" y="285877"/>
                  </a:lnTo>
                  <a:lnTo>
                    <a:pt x="12367" y="285661"/>
                  </a:lnTo>
                  <a:lnTo>
                    <a:pt x="12429" y="284966"/>
                  </a:lnTo>
                  <a:lnTo>
                    <a:pt x="12520" y="284814"/>
                  </a:lnTo>
                  <a:lnTo>
                    <a:pt x="12949" y="284187"/>
                  </a:lnTo>
                  <a:lnTo>
                    <a:pt x="12904" y="284060"/>
                  </a:lnTo>
                  <a:lnTo>
                    <a:pt x="12812" y="283868"/>
                  </a:lnTo>
                  <a:lnTo>
                    <a:pt x="12912" y="283325"/>
                  </a:lnTo>
                  <a:lnTo>
                    <a:pt x="13418" y="283078"/>
                  </a:lnTo>
                  <a:lnTo>
                    <a:pt x="13603" y="283020"/>
                  </a:lnTo>
                  <a:lnTo>
                    <a:pt x="14081" y="282824"/>
                  </a:lnTo>
                  <a:lnTo>
                    <a:pt x="14244" y="282555"/>
                  </a:lnTo>
                  <a:lnTo>
                    <a:pt x="14251" y="282050"/>
                  </a:lnTo>
                  <a:lnTo>
                    <a:pt x="14259" y="281750"/>
                  </a:lnTo>
                  <a:lnTo>
                    <a:pt x="14282" y="281067"/>
                  </a:lnTo>
                  <a:lnTo>
                    <a:pt x="14297" y="280614"/>
                  </a:lnTo>
                  <a:lnTo>
                    <a:pt x="14493" y="280360"/>
                  </a:lnTo>
                  <a:lnTo>
                    <a:pt x="14711" y="280257"/>
                  </a:lnTo>
                  <a:lnTo>
                    <a:pt x="15326" y="278889"/>
                  </a:lnTo>
                  <a:lnTo>
                    <a:pt x="15346" y="278434"/>
                  </a:lnTo>
                  <a:lnTo>
                    <a:pt x="15363" y="278236"/>
                  </a:lnTo>
                  <a:lnTo>
                    <a:pt x="15387" y="278052"/>
                  </a:lnTo>
                  <a:lnTo>
                    <a:pt x="15514" y="277918"/>
                  </a:lnTo>
                  <a:lnTo>
                    <a:pt x="15523" y="277738"/>
                  </a:lnTo>
                  <a:lnTo>
                    <a:pt x="15714" y="277396"/>
                  </a:lnTo>
                  <a:lnTo>
                    <a:pt x="15905" y="277542"/>
                  </a:lnTo>
                  <a:lnTo>
                    <a:pt x="16108" y="277788"/>
                  </a:lnTo>
                  <a:lnTo>
                    <a:pt x="16555" y="277937"/>
                  </a:lnTo>
                  <a:lnTo>
                    <a:pt x="16750" y="278078"/>
                  </a:lnTo>
                  <a:lnTo>
                    <a:pt x="17115" y="278394"/>
                  </a:lnTo>
                  <a:lnTo>
                    <a:pt x="17298" y="278471"/>
                  </a:lnTo>
                  <a:lnTo>
                    <a:pt x="17789" y="278659"/>
                  </a:lnTo>
                  <a:lnTo>
                    <a:pt x="17871" y="278801"/>
                  </a:lnTo>
                  <a:lnTo>
                    <a:pt x="18276" y="278736"/>
                  </a:lnTo>
                  <a:lnTo>
                    <a:pt x="18798" y="278260"/>
                  </a:lnTo>
                  <a:lnTo>
                    <a:pt x="19142" y="278093"/>
                  </a:lnTo>
                  <a:lnTo>
                    <a:pt x="19364" y="278106"/>
                  </a:lnTo>
                  <a:lnTo>
                    <a:pt x="19531" y="278140"/>
                  </a:lnTo>
                  <a:lnTo>
                    <a:pt x="19593" y="278474"/>
                  </a:lnTo>
                  <a:lnTo>
                    <a:pt x="19519" y="278612"/>
                  </a:lnTo>
                  <a:lnTo>
                    <a:pt x="19741" y="279147"/>
                  </a:lnTo>
                  <a:lnTo>
                    <a:pt x="19760" y="279465"/>
                  </a:lnTo>
                  <a:lnTo>
                    <a:pt x="19731" y="280290"/>
                  </a:lnTo>
                  <a:lnTo>
                    <a:pt x="19628" y="280584"/>
                  </a:lnTo>
                  <a:lnTo>
                    <a:pt x="19811" y="281032"/>
                  </a:lnTo>
                  <a:lnTo>
                    <a:pt x="20078" y="281322"/>
                  </a:lnTo>
                  <a:lnTo>
                    <a:pt x="20206" y="281433"/>
                  </a:lnTo>
                  <a:lnTo>
                    <a:pt x="20696" y="281738"/>
                  </a:lnTo>
                  <a:lnTo>
                    <a:pt x="20963" y="281801"/>
                  </a:lnTo>
                  <a:lnTo>
                    <a:pt x="21513" y="282092"/>
                  </a:lnTo>
                  <a:lnTo>
                    <a:pt x="21778" y="282567"/>
                  </a:lnTo>
                  <a:lnTo>
                    <a:pt x="22264" y="282817"/>
                  </a:lnTo>
                  <a:lnTo>
                    <a:pt x="22600" y="283025"/>
                  </a:lnTo>
                  <a:lnTo>
                    <a:pt x="22791" y="283434"/>
                  </a:lnTo>
                  <a:lnTo>
                    <a:pt x="22976" y="283422"/>
                  </a:lnTo>
                  <a:lnTo>
                    <a:pt x="23299" y="283327"/>
                  </a:lnTo>
                  <a:lnTo>
                    <a:pt x="23548" y="283185"/>
                  </a:lnTo>
                  <a:lnTo>
                    <a:pt x="23795" y="283098"/>
                  </a:lnTo>
                  <a:lnTo>
                    <a:pt x="24212" y="283094"/>
                  </a:lnTo>
                  <a:lnTo>
                    <a:pt x="24442" y="283490"/>
                  </a:lnTo>
                  <a:lnTo>
                    <a:pt x="24954" y="283652"/>
                  </a:lnTo>
                  <a:lnTo>
                    <a:pt x="25085" y="283772"/>
                  </a:lnTo>
                  <a:lnTo>
                    <a:pt x="25153" y="283942"/>
                  </a:lnTo>
                  <a:lnTo>
                    <a:pt x="25148" y="284095"/>
                  </a:lnTo>
                  <a:lnTo>
                    <a:pt x="25036" y="284246"/>
                  </a:lnTo>
                  <a:lnTo>
                    <a:pt x="25024" y="284757"/>
                  </a:lnTo>
                  <a:lnTo>
                    <a:pt x="25148" y="284924"/>
                  </a:lnTo>
                  <a:lnTo>
                    <a:pt x="25342" y="285162"/>
                  </a:lnTo>
                  <a:lnTo>
                    <a:pt x="25566" y="285493"/>
                  </a:lnTo>
                  <a:lnTo>
                    <a:pt x="25668" y="285708"/>
                  </a:lnTo>
                  <a:lnTo>
                    <a:pt x="25856" y="285952"/>
                  </a:lnTo>
                  <a:lnTo>
                    <a:pt x="26062" y="286156"/>
                  </a:lnTo>
                  <a:lnTo>
                    <a:pt x="26564" y="286604"/>
                  </a:lnTo>
                  <a:lnTo>
                    <a:pt x="27007" y="287062"/>
                  </a:lnTo>
                  <a:lnTo>
                    <a:pt x="27218" y="286845"/>
                  </a:lnTo>
                  <a:lnTo>
                    <a:pt x="27384" y="286734"/>
                  </a:lnTo>
                  <a:lnTo>
                    <a:pt x="27667" y="286461"/>
                  </a:lnTo>
                  <a:lnTo>
                    <a:pt x="27800" y="285837"/>
                  </a:lnTo>
                  <a:lnTo>
                    <a:pt x="27932" y="285731"/>
                  </a:lnTo>
                  <a:lnTo>
                    <a:pt x="28139" y="285759"/>
                  </a:lnTo>
                  <a:lnTo>
                    <a:pt x="28411" y="286172"/>
                  </a:lnTo>
                  <a:lnTo>
                    <a:pt x="28543" y="286188"/>
                  </a:lnTo>
                  <a:lnTo>
                    <a:pt x="28806" y="286151"/>
                  </a:lnTo>
                  <a:lnTo>
                    <a:pt x="29074" y="286016"/>
                  </a:lnTo>
                  <a:lnTo>
                    <a:pt x="29216" y="285680"/>
                  </a:lnTo>
                  <a:lnTo>
                    <a:pt x="28918" y="285335"/>
                  </a:lnTo>
                  <a:lnTo>
                    <a:pt x="28917" y="285081"/>
                  </a:lnTo>
                  <a:lnTo>
                    <a:pt x="29271" y="285063"/>
                  </a:lnTo>
                  <a:lnTo>
                    <a:pt x="29852" y="285483"/>
                  </a:lnTo>
                  <a:lnTo>
                    <a:pt x="30277" y="285399"/>
                  </a:lnTo>
                  <a:lnTo>
                    <a:pt x="30863" y="285062"/>
                  </a:lnTo>
                  <a:lnTo>
                    <a:pt x="30928" y="284908"/>
                  </a:lnTo>
                  <a:lnTo>
                    <a:pt x="31060" y="284600"/>
                  </a:lnTo>
                  <a:lnTo>
                    <a:pt x="30554" y="283752"/>
                  </a:lnTo>
                  <a:lnTo>
                    <a:pt x="30460" y="283333"/>
                  </a:lnTo>
                  <a:lnTo>
                    <a:pt x="30613" y="283055"/>
                  </a:lnTo>
                  <a:lnTo>
                    <a:pt x="30799" y="282851"/>
                  </a:lnTo>
                  <a:lnTo>
                    <a:pt x="31093" y="282362"/>
                  </a:lnTo>
                  <a:lnTo>
                    <a:pt x="31463" y="282023"/>
                  </a:lnTo>
                  <a:lnTo>
                    <a:pt x="31608" y="281968"/>
                  </a:lnTo>
                  <a:lnTo>
                    <a:pt x="32506" y="281277"/>
                  </a:lnTo>
                  <a:lnTo>
                    <a:pt x="33052" y="280171"/>
                  </a:lnTo>
                  <a:lnTo>
                    <a:pt x="33131" y="279842"/>
                  </a:lnTo>
                  <a:lnTo>
                    <a:pt x="33404" y="279574"/>
                  </a:lnTo>
                  <a:lnTo>
                    <a:pt x="33600" y="279404"/>
                  </a:lnTo>
                  <a:lnTo>
                    <a:pt x="34112" y="279196"/>
                  </a:lnTo>
                  <a:lnTo>
                    <a:pt x="34712" y="278174"/>
                  </a:lnTo>
                  <a:lnTo>
                    <a:pt x="34992" y="277963"/>
                  </a:lnTo>
                  <a:lnTo>
                    <a:pt x="34991" y="277768"/>
                  </a:lnTo>
                  <a:lnTo>
                    <a:pt x="34733" y="277560"/>
                  </a:lnTo>
                  <a:lnTo>
                    <a:pt x="34861" y="277060"/>
                  </a:lnTo>
                  <a:lnTo>
                    <a:pt x="35072" y="276659"/>
                  </a:lnTo>
                  <a:lnTo>
                    <a:pt x="35421" y="276160"/>
                  </a:lnTo>
                  <a:lnTo>
                    <a:pt x="35810" y="276111"/>
                  </a:lnTo>
                  <a:lnTo>
                    <a:pt x="36070" y="276096"/>
                  </a:lnTo>
                  <a:lnTo>
                    <a:pt x="36180" y="276241"/>
                  </a:lnTo>
                  <a:lnTo>
                    <a:pt x="36403" y="276446"/>
                  </a:lnTo>
                  <a:lnTo>
                    <a:pt x="36576" y="276282"/>
                  </a:lnTo>
                  <a:lnTo>
                    <a:pt x="36710" y="276259"/>
                  </a:lnTo>
                  <a:lnTo>
                    <a:pt x="36862" y="276294"/>
                  </a:lnTo>
                  <a:lnTo>
                    <a:pt x="37239" y="276508"/>
                  </a:lnTo>
                  <a:lnTo>
                    <a:pt x="37616" y="276557"/>
                  </a:lnTo>
                  <a:lnTo>
                    <a:pt x="38151" y="277032"/>
                  </a:lnTo>
                  <a:lnTo>
                    <a:pt x="38425" y="277449"/>
                  </a:lnTo>
                  <a:lnTo>
                    <a:pt x="38555" y="277863"/>
                  </a:lnTo>
                  <a:lnTo>
                    <a:pt x="38932" y="277841"/>
                  </a:lnTo>
                  <a:lnTo>
                    <a:pt x="39105" y="277881"/>
                  </a:lnTo>
                  <a:lnTo>
                    <a:pt x="39247" y="278039"/>
                  </a:lnTo>
                  <a:lnTo>
                    <a:pt x="39303" y="278228"/>
                  </a:lnTo>
                  <a:lnTo>
                    <a:pt x="40591" y="278682"/>
                  </a:lnTo>
                  <a:lnTo>
                    <a:pt x="42189" y="278893"/>
                  </a:lnTo>
                  <a:lnTo>
                    <a:pt x="42044" y="279401"/>
                  </a:lnTo>
                  <a:lnTo>
                    <a:pt x="42028" y="279571"/>
                  </a:lnTo>
                  <a:lnTo>
                    <a:pt x="42277" y="279693"/>
                  </a:lnTo>
                  <a:lnTo>
                    <a:pt x="42522" y="279833"/>
                  </a:lnTo>
                  <a:lnTo>
                    <a:pt x="43052" y="279985"/>
                  </a:lnTo>
                  <a:lnTo>
                    <a:pt x="42920" y="280282"/>
                  </a:lnTo>
                  <a:lnTo>
                    <a:pt x="42895" y="280486"/>
                  </a:lnTo>
                  <a:lnTo>
                    <a:pt x="43742" y="282473"/>
                  </a:lnTo>
                  <a:lnTo>
                    <a:pt x="44265" y="282920"/>
                  </a:lnTo>
                  <a:lnTo>
                    <a:pt x="44383" y="283147"/>
                  </a:lnTo>
                  <a:lnTo>
                    <a:pt x="44365" y="283500"/>
                  </a:lnTo>
                  <a:lnTo>
                    <a:pt x="44327" y="283654"/>
                  </a:lnTo>
                  <a:lnTo>
                    <a:pt x="44574" y="283653"/>
                  </a:lnTo>
                  <a:lnTo>
                    <a:pt x="45088" y="283442"/>
                  </a:lnTo>
                  <a:lnTo>
                    <a:pt x="45225" y="283420"/>
                  </a:lnTo>
                  <a:lnTo>
                    <a:pt x="45396" y="283419"/>
                  </a:lnTo>
                  <a:lnTo>
                    <a:pt x="45573" y="283368"/>
                  </a:lnTo>
                  <a:lnTo>
                    <a:pt x="45814" y="283339"/>
                  </a:lnTo>
                  <a:lnTo>
                    <a:pt x="46067" y="283466"/>
                  </a:lnTo>
                  <a:lnTo>
                    <a:pt x="46478" y="283899"/>
                  </a:lnTo>
                  <a:lnTo>
                    <a:pt x="46766" y="284133"/>
                  </a:lnTo>
                  <a:lnTo>
                    <a:pt x="47524" y="284550"/>
                  </a:lnTo>
                  <a:lnTo>
                    <a:pt x="47839" y="284682"/>
                  </a:lnTo>
                  <a:lnTo>
                    <a:pt x="48767" y="284068"/>
                  </a:lnTo>
                  <a:lnTo>
                    <a:pt x="49684" y="283879"/>
                  </a:lnTo>
                  <a:lnTo>
                    <a:pt x="49867" y="283945"/>
                  </a:lnTo>
                  <a:lnTo>
                    <a:pt x="50099" y="284097"/>
                  </a:lnTo>
                  <a:lnTo>
                    <a:pt x="50256" y="284104"/>
                  </a:lnTo>
                  <a:lnTo>
                    <a:pt x="50798" y="284065"/>
                  </a:lnTo>
                  <a:lnTo>
                    <a:pt x="51343" y="283335"/>
                  </a:lnTo>
                  <a:lnTo>
                    <a:pt x="52249" y="283004"/>
                  </a:lnTo>
                  <a:lnTo>
                    <a:pt x="53026" y="282832"/>
                  </a:lnTo>
                  <a:lnTo>
                    <a:pt x="53366" y="283110"/>
                  </a:lnTo>
                  <a:lnTo>
                    <a:pt x="53531" y="283110"/>
                  </a:lnTo>
                  <a:lnTo>
                    <a:pt x="53946" y="283045"/>
                  </a:lnTo>
                  <a:lnTo>
                    <a:pt x="54192" y="282711"/>
                  </a:lnTo>
                  <a:lnTo>
                    <a:pt x="54399" y="282632"/>
                  </a:lnTo>
                  <a:lnTo>
                    <a:pt x="55010" y="283313"/>
                  </a:lnTo>
                  <a:lnTo>
                    <a:pt x="55244" y="284048"/>
                  </a:lnTo>
                  <a:lnTo>
                    <a:pt x="55452" y="284140"/>
                  </a:lnTo>
                  <a:lnTo>
                    <a:pt x="56029" y="284053"/>
                  </a:lnTo>
                  <a:lnTo>
                    <a:pt x="56938" y="282652"/>
                  </a:lnTo>
                  <a:lnTo>
                    <a:pt x="57055" y="282259"/>
                  </a:lnTo>
                  <a:lnTo>
                    <a:pt x="57807" y="282297"/>
                  </a:lnTo>
                  <a:lnTo>
                    <a:pt x="58170" y="282642"/>
                  </a:lnTo>
                  <a:lnTo>
                    <a:pt x="58552" y="282817"/>
                  </a:lnTo>
                  <a:lnTo>
                    <a:pt x="59027" y="283066"/>
                  </a:lnTo>
                  <a:lnTo>
                    <a:pt x="59160" y="283297"/>
                  </a:lnTo>
                  <a:lnTo>
                    <a:pt x="59167" y="283650"/>
                  </a:lnTo>
                  <a:lnTo>
                    <a:pt x="59142" y="284125"/>
                  </a:lnTo>
                  <a:lnTo>
                    <a:pt x="59155" y="284703"/>
                  </a:lnTo>
                  <a:lnTo>
                    <a:pt x="59220" y="285077"/>
                  </a:lnTo>
                  <a:lnTo>
                    <a:pt x="60600" y="285165"/>
                  </a:lnTo>
                  <a:lnTo>
                    <a:pt x="60774" y="285214"/>
                  </a:lnTo>
                  <a:lnTo>
                    <a:pt x="61093" y="284976"/>
                  </a:lnTo>
                  <a:lnTo>
                    <a:pt x="61180" y="284785"/>
                  </a:lnTo>
                  <a:lnTo>
                    <a:pt x="61677" y="284534"/>
                  </a:lnTo>
                  <a:lnTo>
                    <a:pt x="61757" y="284303"/>
                  </a:lnTo>
                  <a:lnTo>
                    <a:pt x="61849" y="284037"/>
                  </a:lnTo>
                  <a:lnTo>
                    <a:pt x="61919" y="283834"/>
                  </a:lnTo>
                  <a:lnTo>
                    <a:pt x="61964" y="283703"/>
                  </a:lnTo>
                  <a:lnTo>
                    <a:pt x="62355" y="283496"/>
                  </a:lnTo>
                  <a:lnTo>
                    <a:pt x="62526" y="283434"/>
                  </a:lnTo>
                  <a:lnTo>
                    <a:pt x="62722" y="283363"/>
                  </a:lnTo>
                  <a:lnTo>
                    <a:pt x="63048" y="283246"/>
                  </a:lnTo>
                  <a:lnTo>
                    <a:pt x="63186" y="283029"/>
                  </a:lnTo>
                  <a:lnTo>
                    <a:pt x="63302" y="282849"/>
                  </a:lnTo>
                  <a:lnTo>
                    <a:pt x="63443" y="282628"/>
                  </a:lnTo>
                  <a:lnTo>
                    <a:pt x="63817" y="282444"/>
                  </a:lnTo>
                  <a:lnTo>
                    <a:pt x="64129" y="282118"/>
                  </a:lnTo>
                  <a:lnTo>
                    <a:pt x="64298" y="282012"/>
                  </a:lnTo>
                  <a:lnTo>
                    <a:pt x="64468" y="281965"/>
                  </a:lnTo>
                  <a:lnTo>
                    <a:pt x="64598" y="281995"/>
                  </a:lnTo>
                  <a:lnTo>
                    <a:pt x="64812" y="281980"/>
                  </a:lnTo>
                  <a:lnTo>
                    <a:pt x="65679" y="281514"/>
                  </a:lnTo>
                  <a:lnTo>
                    <a:pt x="65940" y="281310"/>
                  </a:lnTo>
                  <a:lnTo>
                    <a:pt x="66182" y="281121"/>
                  </a:lnTo>
                  <a:lnTo>
                    <a:pt x="66444" y="280916"/>
                  </a:lnTo>
                  <a:lnTo>
                    <a:pt x="66746" y="280680"/>
                  </a:lnTo>
                  <a:lnTo>
                    <a:pt x="67695" y="279727"/>
                  </a:lnTo>
                  <a:lnTo>
                    <a:pt x="67943" y="279685"/>
                  </a:lnTo>
                  <a:lnTo>
                    <a:pt x="68110" y="279808"/>
                  </a:lnTo>
                  <a:lnTo>
                    <a:pt x="68268" y="279947"/>
                  </a:lnTo>
                  <a:lnTo>
                    <a:pt x="68260" y="279691"/>
                  </a:lnTo>
                  <a:lnTo>
                    <a:pt x="68354" y="279330"/>
                  </a:lnTo>
                  <a:lnTo>
                    <a:pt x="68557" y="279305"/>
                  </a:lnTo>
                  <a:lnTo>
                    <a:pt x="68817" y="279278"/>
                  </a:lnTo>
                  <a:lnTo>
                    <a:pt x="69206" y="278920"/>
                  </a:lnTo>
                  <a:lnTo>
                    <a:pt x="69481" y="278666"/>
                  </a:lnTo>
                  <a:lnTo>
                    <a:pt x="69658" y="278678"/>
                  </a:lnTo>
                  <a:lnTo>
                    <a:pt x="69962" y="278699"/>
                  </a:lnTo>
                  <a:lnTo>
                    <a:pt x="70325" y="278705"/>
                  </a:lnTo>
                  <a:lnTo>
                    <a:pt x="70727" y="279173"/>
                  </a:lnTo>
                  <a:lnTo>
                    <a:pt x="70959" y="279059"/>
                  </a:lnTo>
                  <a:lnTo>
                    <a:pt x="71478" y="278792"/>
                  </a:lnTo>
                  <a:lnTo>
                    <a:pt x="71766" y="278812"/>
                  </a:lnTo>
                  <a:lnTo>
                    <a:pt x="71993" y="278828"/>
                  </a:lnTo>
                  <a:lnTo>
                    <a:pt x="72189" y="278841"/>
                  </a:lnTo>
                  <a:lnTo>
                    <a:pt x="72558" y="278867"/>
                  </a:lnTo>
                  <a:lnTo>
                    <a:pt x="73237" y="279295"/>
                  </a:lnTo>
                  <a:lnTo>
                    <a:pt x="73565" y="279484"/>
                  </a:lnTo>
                  <a:lnTo>
                    <a:pt x="73698" y="279261"/>
                  </a:lnTo>
                  <a:lnTo>
                    <a:pt x="73894" y="279159"/>
                  </a:lnTo>
                  <a:lnTo>
                    <a:pt x="74045" y="279320"/>
                  </a:lnTo>
                  <a:lnTo>
                    <a:pt x="74220" y="279593"/>
                  </a:lnTo>
                  <a:lnTo>
                    <a:pt x="74207" y="279747"/>
                  </a:lnTo>
                  <a:lnTo>
                    <a:pt x="74377" y="279936"/>
                  </a:lnTo>
                  <a:lnTo>
                    <a:pt x="74511" y="279948"/>
                  </a:lnTo>
                  <a:lnTo>
                    <a:pt x="74797" y="280056"/>
                  </a:lnTo>
                  <a:lnTo>
                    <a:pt x="74794" y="280327"/>
                  </a:lnTo>
                  <a:lnTo>
                    <a:pt x="74786" y="280824"/>
                  </a:lnTo>
                  <a:lnTo>
                    <a:pt x="74755" y="281330"/>
                  </a:lnTo>
                  <a:lnTo>
                    <a:pt x="75192" y="281196"/>
                  </a:lnTo>
                  <a:lnTo>
                    <a:pt x="75215" y="280855"/>
                  </a:lnTo>
                  <a:lnTo>
                    <a:pt x="75762" y="280238"/>
                  </a:lnTo>
                  <a:lnTo>
                    <a:pt x="76221" y="279643"/>
                  </a:lnTo>
                  <a:lnTo>
                    <a:pt x="76429" y="279276"/>
                  </a:lnTo>
                  <a:lnTo>
                    <a:pt x="76727" y="278752"/>
                  </a:lnTo>
                  <a:lnTo>
                    <a:pt x="76865" y="278509"/>
                  </a:lnTo>
                  <a:lnTo>
                    <a:pt x="77025" y="278228"/>
                  </a:lnTo>
                  <a:lnTo>
                    <a:pt x="77067" y="277692"/>
                  </a:lnTo>
                  <a:lnTo>
                    <a:pt x="76879" y="277538"/>
                  </a:lnTo>
                  <a:lnTo>
                    <a:pt x="76888" y="277273"/>
                  </a:lnTo>
                  <a:lnTo>
                    <a:pt x="77002" y="277031"/>
                  </a:lnTo>
                  <a:lnTo>
                    <a:pt x="77261" y="276481"/>
                  </a:lnTo>
                  <a:lnTo>
                    <a:pt x="77439" y="276097"/>
                  </a:lnTo>
                  <a:lnTo>
                    <a:pt x="77191" y="275705"/>
                  </a:lnTo>
                  <a:lnTo>
                    <a:pt x="77217" y="275565"/>
                  </a:lnTo>
                  <a:lnTo>
                    <a:pt x="77321" y="275334"/>
                  </a:lnTo>
                  <a:lnTo>
                    <a:pt x="77338" y="274913"/>
                  </a:lnTo>
                  <a:lnTo>
                    <a:pt x="77555" y="274772"/>
                  </a:lnTo>
                  <a:lnTo>
                    <a:pt x="77818" y="274763"/>
                  </a:lnTo>
                  <a:lnTo>
                    <a:pt x="78193" y="274085"/>
                  </a:lnTo>
                  <a:lnTo>
                    <a:pt x="78315" y="273865"/>
                  </a:lnTo>
                  <a:lnTo>
                    <a:pt x="78470" y="273586"/>
                  </a:lnTo>
                  <a:lnTo>
                    <a:pt x="78480" y="273345"/>
                  </a:lnTo>
                  <a:lnTo>
                    <a:pt x="78432" y="273101"/>
                  </a:lnTo>
                  <a:lnTo>
                    <a:pt x="78345" y="272961"/>
                  </a:lnTo>
                  <a:lnTo>
                    <a:pt x="78262" y="272726"/>
                  </a:lnTo>
                  <a:lnTo>
                    <a:pt x="78153" y="272532"/>
                  </a:lnTo>
                  <a:lnTo>
                    <a:pt x="77967" y="272037"/>
                  </a:lnTo>
                  <a:lnTo>
                    <a:pt x="77784" y="271953"/>
                  </a:lnTo>
                  <a:lnTo>
                    <a:pt x="77435" y="272145"/>
                  </a:lnTo>
                  <a:lnTo>
                    <a:pt x="77174" y="271774"/>
                  </a:lnTo>
                  <a:lnTo>
                    <a:pt x="77516" y="271677"/>
                  </a:lnTo>
                  <a:lnTo>
                    <a:pt x="77599" y="271463"/>
                  </a:lnTo>
                  <a:lnTo>
                    <a:pt x="77731" y="271123"/>
                  </a:lnTo>
                  <a:lnTo>
                    <a:pt x="77796" y="270956"/>
                  </a:lnTo>
                  <a:lnTo>
                    <a:pt x="77845" y="270651"/>
                  </a:lnTo>
                  <a:lnTo>
                    <a:pt x="77660" y="270287"/>
                  </a:lnTo>
                  <a:lnTo>
                    <a:pt x="77839" y="270168"/>
                  </a:lnTo>
                  <a:lnTo>
                    <a:pt x="78460" y="269774"/>
                  </a:lnTo>
                  <a:lnTo>
                    <a:pt x="79065" y="269563"/>
                  </a:lnTo>
                  <a:lnTo>
                    <a:pt x="79210" y="269427"/>
                  </a:lnTo>
                  <a:lnTo>
                    <a:pt x="79726" y="268944"/>
                  </a:lnTo>
                  <a:lnTo>
                    <a:pt x="80149" y="268599"/>
                  </a:lnTo>
                  <a:lnTo>
                    <a:pt x="80516" y="268322"/>
                  </a:lnTo>
                  <a:lnTo>
                    <a:pt x="80556" y="268134"/>
                  </a:lnTo>
                  <a:lnTo>
                    <a:pt x="80469" y="267591"/>
                  </a:lnTo>
                  <a:lnTo>
                    <a:pt x="80190" y="267300"/>
                  </a:lnTo>
                  <a:lnTo>
                    <a:pt x="80148" y="267098"/>
                  </a:lnTo>
                  <a:lnTo>
                    <a:pt x="80284" y="266997"/>
                  </a:lnTo>
                  <a:lnTo>
                    <a:pt x="80522" y="266767"/>
                  </a:lnTo>
                  <a:lnTo>
                    <a:pt x="80602" y="266542"/>
                  </a:lnTo>
                  <a:lnTo>
                    <a:pt x="80742" y="266015"/>
                  </a:lnTo>
                  <a:lnTo>
                    <a:pt x="80734" y="265830"/>
                  </a:lnTo>
                  <a:lnTo>
                    <a:pt x="80726" y="265623"/>
                  </a:lnTo>
                  <a:lnTo>
                    <a:pt x="80720" y="265469"/>
                  </a:lnTo>
                  <a:lnTo>
                    <a:pt x="80585" y="265003"/>
                  </a:lnTo>
                  <a:lnTo>
                    <a:pt x="80335" y="264338"/>
                  </a:lnTo>
                  <a:lnTo>
                    <a:pt x="80386" y="263761"/>
                  </a:lnTo>
                  <a:lnTo>
                    <a:pt x="80752" y="263279"/>
                  </a:lnTo>
                  <a:lnTo>
                    <a:pt x="81192" y="262829"/>
                  </a:lnTo>
                  <a:lnTo>
                    <a:pt x="81378" y="262532"/>
                  </a:lnTo>
                  <a:lnTo>
                    <a:pt x="81390" y="262376"/>
                  </a:lnTo>
                  <a:lnTo>
                    <a:pt x="81620" y="262137"/>
                  </a:lnTo>
                  <a:lnTo>
                    <a:pt x="81778" y="262165"/>
                  </a:lnTo>
                  <a:lnTo>
                    <a:pt x="81944" y="262173"/>
                  </a:lnTo>
                  <a:lnTo>
                    <a:pt x="82260" y="261991"/>
                  </a:lnTo>
                  <a:lnTo>
                    <a:pt x="82428" y="261730"/>
                  </a:lnTo>
                  <a:lnTo>
                    <a:pt x="82576" y="261342"/>
                  </a:lnTo>
                  <a:lnTo>
                    <a:pt x="82684" y="261139"/>
                  </a:lnTo>
                  <a:lnTo>
                    <a:pt x="82892" y="260964"/>
                  </a:lnTo>
                  <a:lnTo>
                    <a:pt x="83473" y="260892"/>
                  </a:lnTo>
                  <a:lnTo>
                    <a:pt x="83867" y="260628"/>
                  </a:lnTo>
                  <a:lnTo>
                    <a:pt x="84455" y="260689"/>
                  </a:lnTo>
                  <a:lnTo>
                    <a:pt x="84506" y="260907"/>
                  </a:lnTo>
                  <a:lnTo>
                    <a:pt x="84761" y="260847"/>
                  </a:lnTo>
                  <a:lnTo>
                    <a:pt x="84750" y="260335"/>
                  </a:lnTo>
                  <a:lnTo>
                    <a:pt x="84909" y="260201"/>
                  </a:lnTo>
                  <a:lnTo>
                    <a:pt x="85289" y="260076"/>
                  </a:lnTo>
                  <a:lnTo>
                    <a:pt x="85895" y="260027"/>
                  </a:lnTo>
                  <a:lnTo>
                    <a:pt x="86488" y="260143"/>
                  </a:lnTo>
                  <a:lnTo>
                    <a:pt x="86833" y="259793"/>
                  </a:lnTo>
                  <a:lnTo>
                    <a:pt x="86965" y="259533"/>
                  </a:lnTo>
                  <a:lnTo>
                    <a:pt x="87822" y="259946"/>
                  </a:lnTo>
                  <a:lnTo>
                    <a:pt x="88113" y="259893"/>
                  </a:lnTo>
                  <a:lnTo>
                    <a:pt x="88250" y="259676"/>
                  </a:lnTo>
                  <a:lnTo>
                    <a:pt x="88690" y="259561"/>
                  </a:lnTo>
                  <a:lnTo>
                    <a:pt x="89158" y="259625"/>
                  </a:lnTo>
                  <a:lnTo>
                    <a:pt x="89553" y="259794"/>
                  </a:lnTo>
                  <a:lnTo>
                    <a:pt x="89785" y="259897"/>
                  </a:lnTo>
                  <a:lnTo>
                    <a:pt x="90032" y="259900"/>
                  </a:lnTo>
                  <a:lnTo>
                    <a:pt x="90261" y="259909"/>
                  </a:lnTo>
                  <a:lnTo>
                    <a:pt x="90646" y="260107"/>
                  </a:lnTo>
                  <a:lnTo>
                    <a:pt x="90886" y="260453"/>
                  </a:lnTo>
                  <a:lnTo>
                    <a:pt x="91097" y="260554"/>
                  </a:lnTo>
                  <a:lnTo>
                    <a:pt x="91575" y="260736"/>
                  </a:lnTo>
                  <a:lnTo>
                    <a:pt x="91562" y="260976"/>
                  </a:lnTo>
                  <a:lnTo>
                    <a:pt x="91807" y="261267"/>
                  </a:lnTo>
                  <a:lnTo>
                    <a:pt x="91848" y="261587"/>
                  </a:lnTo>
                  <a:lnTo>
                    <a:pt x="91954" y="261842"/>
                  </a:lnTo>
                  <a:lnTo>
                    <a:pt x="92168" y="262163"/>
                  </a:lnTo>
                  <a:lnTo>
                    <a:pt x="92568" y="262471"/>
                  </a:lnTo>
                  <a:lnTo>
                    <a:pt x="92719" y="262511"/>
                  </a:lnTo>
                  <a:lnTo>
                    <a:pt x="93072" y="262499"/>
                  </a:lnTo>
                  <a:lnTo>
                    <a:pt x="93606" y="262412"/>
                  </a:lnTo>
                  <a:lnTo>
                    <a:pt x="93836" y="262463"/>
                  </a:lnTo>
                  <a:lnTo>
                    <a:pt x="94173" y="262537"/>
                  </a:lnTo>
                  <a:lnTo>
                    <a:pt x="94577" y="262626"/>
                  </a:lnTo>
                  <a:lnTo>
                    <a:pt x="94771" y="262800"/>
                  </a:lnTo>
                  <a:lnTo>
                    <a:pt x="94642" y="263266"/>
                  </a:lnTo>
                  <a:lnTo>
                    <a:pt x="94722" y="263576"/>
                  </a:lnTo>
                  <a:lnTo>
                    <a:pt x="94982" y="263997"/>
                  </a:lnTo>
                  <a:lnTo>
                    <a:pt x="95334" y="264177"/>
                  </a:lnTo>
                  <a:lnTo>
                    <a:pt x="95471" y="264274"/>
                  </a:lnTo>
                  <a:lnTo>
                    <a:pt x="95586" y="264599"/>
                  </a:lnTo>
                  <a:lnTo>
                    <a:pt x="95526" y="264913"/>
                  </a:lnTo>
                  <a:lnTo>
                    <a:pt x="95659" y="265419"/>
                  </a:lnTo>
                  <a:lnTo>
                    <a:pt x="95897" y="265682"/>
                  </a:lnTo>
                  <a:lnTo>
                    <a:pt x="96127" y="265731"/>
                  </a:lnTo>
                  <a:lnTo>
                    <a:pt x="96289" y="265784"/>
                  </a:lnTo>
                  <a:lnTo>
                    <a:pt x="96548" y="265736"/>
                  </a:lnTo>
                  <a:lnTo>
                    <a:pt x="96695" y="265573"/>
                  </a:lnTo>
                  <a:lnTo>
                    <a:pt x="96887" y="265218"/>
                  </a:lnTo>
                  <a:lnTo>
                    <a:pt x="97150" y="264764"/>
                  </a:lnTo>
                  <a:lnTo>
                    <a:pt x="97315" y="264602"/>
                  </a:lnTo>
                  <a:lnTo>
                    <a:pt x="97644" y="264419"/>
                  </a:lnTo>
                  <a:lnTo>
                    <a:pt x="97980" y="264419"/>
                  </a:lnTo>
                  <a:lnTo>
                    <a:pt x="98199" y="264482"/>
                  </a:lnTo>
                  <a:lnTo>
                    <a:pt x="98555" y="264728"/>
                  </a:lnTo>
                  <a:lnTo>
                    <a:pt x="99281" y="264829"/>
                  </a:lnTo>
                  <a:lnTo>
                    <a:pt x="99952" y="264617"/>
                  </a:lnTo>
                  <a:lnTo>
                    <a:pt x="100230" y="264416"/>
                  </a:lnTo>
                  <a:lnTo>
                    <a:pt x="100145" y="264151"/>
                  </a:lnTo>
                  <a:lnTo>
                    <a:pt x="100155" y="263976"/>
                  </a:lnTo>
                  <a:lnTo>
                    <a:pt x="100245" y="263506"/>
                  </a:lnTo>
                  <a:lnTo>
                    <a:pt x="100343" y="263239"/>
                  </a:lnTo>
                  <a:lnTo>
                    <a:pt x="100756" y="263070"/>
                  </a:lnTo>
                  <a:lnTo>
                    <a:pt x="101141" y="262939"/>
                  </a:lnTo>
                  <a:lnTo>
                    <a:pt x="101429" y="262936"/>
                  </a:lnTo>
                  <a:lnTo>
                    <a:pt x="101662" y="262885"/>
                  </a:lnTo>
                  <a:lnTo>
                    <a:pt x="102023" y="262705"/>
                  </a:lnTo>
                  <a:lnTo>
                    <a:pt x="102654" y="262719"/>
                  </a:lnTo>
                  <a:lnTo>
                    <a:pt x="102829" y="262595"/>
                  </a:lnTo>
                  <a:lnTo>
                    <a:pt x="103027" y="262557"/>
                  </a:lnTo>
                  <a:lnTo>
                    <a:pt x="103196" y="262566"/>
                  </a:lnTo>
                  <a:lnTo>
                    <a:pt x="103461" y="262655"/>
                  </a:lnTo>
                  <a:lnTo>
                    <a:pt x="103749" y="262697"/>
                  </a:lnTo>
                  <a:lnTo>
                    <a:pt x="103951" y="262834"/>
                  </a:lnTo>
                  <a:lnTo>
                    <a:pt x="104265" y="262853"/>
                  </a:lnTo>
                  <a:lnTo>
                    <a:pt x="104631" y="262997"/>
                  </a:lnTo>
                  <a:lnTo>
                    <a:pt x="104849" y="263016"/>
                  </a:lnTo>
                  <a:lnTo>
                    <a:pt x="104987" y="263006"/>
                  </a:lnTo>
                  <a:lnTo>
                    <a:pt x="105418" y="263031"/>
                  </a:lnTo>
                  <a:lnTo>
                    <a:pt x="105630" y="263200"/>
                  </a:lnTo>
                  <a:lnTo>
                    <a:pt x="106273" y="263204"/>
                  </a:lnTo>
                  <a:lnTo>
                    <a:pt x="106619" y="262893"/>
                  </a:lnTo>
                  <a:lnTo>
                    <a:pt x="106843" y="262684"/>
                  </a:lnTo>
                  <a:lnTo>
                    <a:pt x="107248" y="262085"/>
                  </a:lnTo>
                  <a:lnTo>
                    <a:pt x="107321" y="261728"/>
                  </a:lnTo>
                  <a:lnTo>
                    <a:pt x="107546" y="261601"/>
                  </a:lnTo>
                  <a:lnTo>
                    <a:pt x="108040" y="261616"/>
                  </a:lnTo>
                  <a:lnTo>
                    <a:pt x="108368" y="261606"/>
                  </a:lnTo>
                  <a:lnTo>
                    <a:pt x="108954" y="261154"/>
                  </a:lnTo>
                  <a:lnTo>
                    <a:pt x="109155" y="261101"/>
                  </a:lnTo>
                  <a:lnTo>
                    <a:pt x="109470" y="261133"/>
                  </a:lnTo>
                  <a:lnTo>
                    <a:pt x="109871" y="261156"/>
                  </a:lnTo>
                  <a:lnTo>
                    <a:pt x="110066" y="261902"/>
                  </a:lnTo>
                  <a:lnTo>
                    <a:pt x="110299" y="262000"/>
                  </a:lnTo>
                  <a:lnTo>
                    <a:pt x="110554" y="261961"/>
                  </a:lnTo>
                  <a:lnTo>
                    <a:pt x="110901" y="261847"/>
                  </a:lnTo>
                  <a:lnTo>
                    <a:pt x="111981" y="261395"/>
                  </a:lnTo>
                  <a:lnTo>
                    <a:pt x="112405" y="261129"/>
                  </a:lnTo>
                  <a:lnTo>
                    <a:pt x="112819" y="260888"/>
                  </a:lnTo>
                  <a:lnTo>
                    <a:pt x="113340" y="260935"/>
                  </a:lnTo>
                  <a:lnTo>
                    <a:pt x="113472" y="261000"/>
                  </a:lnTo>
                  <a:lnTo>
                    <a:pt x="113626" y="261076"/>
                  </a:lnTo>
                  <a:lnTo>
                    <a:pt x="113988" y="261078"/>
                  </a:lnTo>
                  <a:lnTo>
                    <a:pt x="114182" y="261121"/>
                  </a:lnTo>
                  <a:lnTo>
                    <a:pt x="114702" y="260968"/>
                  </a:lnTo>
                  <a:lnTo>
                    <a:pt x="115115" y="260722"/>
                  </a:lnTo>
                  <a:lnTo>
                    <a:pt x="115379" y="260637"/>
                  </a:lnTo>
                  <a:lnTo>
                    <a:pt x="116042" y="260422"/>
                  </a:lnTo>
                  <a:lnTo>
                    <a:pt x="116348" y="259998"/>
                  </a:lnTo>
                  <a:lnTo>
                    <a:pt x="116310" y="259606"/>
                  </a:lnTo>
                  <a:lnTo>
                    <a:pt x="116477" y="259424"/>
                  </a:lnTo>
                  <a:lnTo>
                    <a:pt x="117194" y="259512"/>
                  </a:lnTo>
                  <a:lnTo>
                    <a:pt x="117569" y="259439"/>
                  </a:lnTo>
                  <a:lnTo>
                    <a:pt x="117836" y="259362"/>
                  </a:lnTo>
                  <a:lnTo>
                    <a:pt x="118062" y="259334"/>
                  </a:lnTo>
                  <a:lnTo>
                    <a:pt x="118208" y="259316"/>
                  </a:lnTo>
                  <a:lnTo>
                    <a:pt x="118433" y="259289"/>
                  </a:lnTo>
                  <a:lnTo>
                    <a:pt x="118796" y="259410"/>
                  </a:lnTo>
                  <a:lnTo>
                    <a:pt x="119105" y="259326"/>
                  </a:lnTo>
                  <a:lnTo>
                    <a:pt x="119342" y="259337"/>
                  </a:lnTo>
                  <a:lnTo>
                    <a:pt x="119713" y="259444"/>
                  </a:lnTo>
                  <a:lnTo>
                    <a:pt x="120413" y="259700"/>
                  </a:lnTo>
                  <a:lnTo>
                    <a:pt x="121060" y="260079"/>
                  </a:lnTo>
                  <a:lnTo>
                    <a:pt x="121384" y="260230"/>
                  </a:lnTo>
                  <a:lnTo>
                    <a:pt x="121629" y="260242"/>
                  </a:lnTo>
                  <a:lnTo>
                    <a:pt x="121769" y="260203"/>
                  </a:lnTo>
                  <a:lnTo>
                    <a:pt x="121974" y="260319"/>
                  </a:lnTo>
                  <a:lnTo>
                    <a:pt x="122223" y="260485"/>
                  </a:lnTo>
                  <a:lnTo>
                    <a:pt x="122604" y="260668"/>
                  </a:lnTo>
                  <a:lnTo>
                    <a:pt x="123007" y="260447"/>
                  </a:lnTo>
                  <a:lnTo>
                    <a:pt x="123201" y="260230"/>
                  </a:lnTo>
                  <a:lnTo>
                    <a:pt x="123394" y="260141"/>
                  </a:lnTo>
                  <a:lnTo>
                    <a:pt x="123521" y="260144"/>
                  </a:lnTo>
                  <a:lnTo>
                    <a:pt x="124087" y="260306"/>
                  </a:lnTo>
                  <a:lnTo>
                    <a:pt x="124250" y="260038"/>
                  </a:lnTo>
                  <a:lnTo>
                    <a:pt x="124383" y="259951"/>
                  </a:lnTo>
                  <a:lnTo>
                    <a:pt x="124675" y="259918"/>
                  </a:lnTo>
                  <a:lnTo>
                    <a:pt x="124913" y="259976"/>
                  </a:lnTo>
                  <a:lnTo>
                    <a:pt x="125219" y="259822"/>
                  </a:lnTo>
                  <a:lnTo>
                    <a:pt x="125492" y="259553"/>
                  </a:lnTo>
                  <a:lnTo>
                    <a:pt x="126031" y="259272"/>
                  </a:lnTo>
                  <a:lnTo>
                    <a:pt x="126431" y="258964"/>
                  </a:lnTo>
                  <a:lnTo>
                    <a:pt x="127025" y="258507"/>
                  </a:lnTo>
                  <a:lnTo>
                    <a:pt x="127437" y="258061"/>
                  </a:lnTo>
                  <a:lnTo>
                    <a:pt x="127862" y="257819"/>
                  </a:lnTo>
                  <a:lnTo>
                    <a:pt x="128144" y="257668"/>
                  </a:lnTo>
                  <a:lnTo>
                    <a:pt x="128495" y="257695"/>
                  </a:lnTo>
                  <a:lnTo>
                    <a:pt x="128749" y="257693"/>
                  </a:lnTo>
                  <a:lnTo>
                    <a:pt x="129008" y="257543"/>
                  </a:lnTo>
                  <a:lnTo>
                    <a:pt x="129215" y="257416"/>
                  </a:lnTo>
                  <a:lnTo>
                    <a:pt x="129047" y="256897"/>
                  </a:lnTo>
                  <a:lnTo>
                    <a:pt x="128611" y="256601"/>
                  </a:lnTo>
                  <a:lnTo>
                    <a:pt x="128524" y="256144"/>
                  </a:lnTo>
                  <a:lnTo>
                    <a:pt x="128633" y="255958"/>
                  </a:lnTo>
                  <a:lnTo>
                    <a:pt x="128811" y="255781"/>
                  </a:lnTo>
                  <a:lnTo>
                    <a:pt x="128966" y="255572"/>
                  </a:lnTo>
                  <a:lnTo>
                    <a:pt x="129128" y="255488"/>
                  </a:lnTo>
                  <a:lnTo>
                    <a:pt x="129437" y="255128"/>
                  </a:lnTo>
                  <a:lnTo>
                    <a:pt x="129494" y="254981"/>
                  </a:lnTo>
                  <a:lnTo>
                    <a:pt x="129600" y="254670"/>
                  </a:lnTo>
                  <a:lnTo>
                    <a:pt x="129510" y="254309"/>
                  </a:lnTo>
                  <a:lnTo>
                    <a:pt x="129095" y="253837"/>
                  </a:lnTo>
                  <a:lnTo>
                    <a:pt x="129166" y="253568"/>
                  </a:lnTo>
                  <a:lnTo>
                    <a:pt x="129013" y="253439"/>
                  </a:lnTo>
                  <a:lnTo>
                    <a:pt x="128968" y="253281"/>
                  </a:lnTo>
                  <a:lnTo>
                    <a:pt x="128799" y="253001"/>
                  </a:lnTo>
                  <a:lnTo>
                    <a:pt x="128162" y="252870"/>
                  </a:lnTo>
                  <a:lnTo>
                    <a:pt x="128022" y="252895"/>
                  </a:lnTo>
                  <a:lnTo>
                    <a:pt x="127741" y="252799"/>
                  </a:lnTo>
                  <a:lnTo>
                    <a:pt x="127734" y="252578"/>
                  </a:lnTo>
                  <a:lnTo>
                    <a:pt x="127783" y="252293"/>
                  </a:lnTo>
                  <a:lnTo>
                    <a:pt x="128095" y="252138"/>
                  </a:lnTo>
                  <a:lnTo>
                    <a:pt x="128042" y="251872"/>
                  </a:lnTo>
                  <a:lnTo>
                    <a:pt x="128095" y="251640"/>
                  </a:lnTo>
                  <a:lnTo>
                    <a:pt x="128124" y="251422"/>
                  </a:lnTo>
                  <a:lnTo>
                    <a:pt x="128084" y="250836"/>
                  </a:lnTo>
                  <a:lnTo>
                    <a:pt x="128340" y="250809"/>
                  </a:lnTo>
                  <a:lnTo>
                    <a:pt x="128824" y="250176"/>
                  </a:lnTo>
                  <a:lnTo>
                    <a:pt x="128992" y="249951"/>
                  </a:lnTo>
                  <a:lnTo>
                    <a:pt x="128572" y="249501"/>
                  </a:lnTo>
                  <a:lnTo>
                    <a:pt x="128497" y="249301"/>
                  </a:lnTo>
                  <a:lnTo>
                    <a:pt x="128296" y="248999"/>
                  </a:lnTo>
                  <a:lnTo>
                    <a:pt x="128325" y="248859"/>
                  </a:lnTo>
                  <a:lnTo>
                    <a:pt x="128339" y="248568"/>
                  </a:lnTo>
                  <a:lnTo>
                    <a:pt x="128174" y="248469"/>
                  </a:lnTo>
                  <a:lnTo>
                    <a:pt x="128049" y="248300"/>
                  </a:lnTo>
                  <a:lnTo>
                    <a:pt x="127860" y="248062"/>
                  </a:lnTo>
                  <a:lnTo>
                    <a:pt x="127516" y="247643"/>
                  </a:lnTo>
                  <a:lnTo>
                    <a:pt x="127505" y="247499"/>
                  </a:lnTo>
                  <a:lnTo>
                    <a:pt x="127045" y="247139"/>
                  </a:lnTo>
                  <a:lnTo>
                    <a:pt x="126859" y="247114"/>
                  </a:lnTo>
                  <a:lnTo>
                    <a:pt x="126572" y="247203"/>
                  </a:lnTo>
                  <a:lnTo>
                    <a:pt x="126326" y="247286"/>
                  </a:lnTo>
                  <a:lnTo>
                    <a:pt x="125832" y="247109"/>
                  </a:lnTo>
                  <a:lnTo>
                    <a:pt x="125423" y="246982"/>
                  </a:lnTo>
                  <a:lnTo>
                    <a:pt x="125291" y="246941"/>
                  </a:lnTo>
                  <a:lnTo>
                    <a:pt x="124854" y="246387"/>
                  </a:lnTo>
                  <a:lnTo>
                    <a:pt x="124816" y="246189"/>
                  </a:lnTo>
                  <a:lnTo>
                    <a:pt x="124886" y="245935"/>
                  </a:lnTo>
                  <a:lnTo>
                    <a:pt x="125093" y="245629"/>
                  </a:lnTo>
                  <a:lnTo>
                    <a:pt x="125389" y="245386"/>
                  </a:lnTo>
                  <a:lnTo>
                    <a:pt x="125707" y="244903"/>
                  </a:lnTo>
                  <a:lnTo>
                    <a:pt x="125940" y="244593"/>
                  </a:lnTo>
                  <a:lnTo>
                    <a:pt x="125979" y="244323"/>
                  </a:lnTo>
                  <a:lnTo>
                    <a:pt x="126026" y="243767"/>
                  </a:lnTo>
                  <a:lnTo>
                    <a:pt x="125935" y="243636"/>
                  </a:lnTo>
                  <a:lnTo>
                    <a:pt x="125763" y="243392"/>
                  </a:lnTo>
                  <a:lnTo>
                    <a:pt x="125472" y="242947"/>
                  </a:lnTo>
                  <a:lnTo>
                    <a:pt x="125381" y="242683"/>
                  </a:lnTo>
                  <a:lnTo>
                    <a:pt x="125275" y="242494"/>
                  </a:lnTo>
                  <a:lnTo>
                    <a:pt x="125019" y="242337"/>
                  </a:lnTo>
                  <a:lnTo>
                    <a:pt x="124761" y="242282"/>
                  </a:lnTo>
                  <a:lnTo>
                    <a:pt x="124223" y="241878"/>
                  </a:lnTo>
                  <a:lnTo>
                    <a:pt x="124108" y="241214"/>
                  </a:lnTo>
                  <a:lnTo>
                    <a:pt x="123418" y="240986"/>
                  </a:lnTo>
                  <a:lnTo>
                    <a:pt x="123234" y="240225"/>
                  </a:lnTo>
                  <a:lnTo>
                    <a:pt x="122856" y="240196"/>
                  </a:lnTo>
                  <a:lnTo>
                    <a:pt x="122460" y="240065"/>
                  </a:lnTo>
                  <a:lnTo>
                    <a:pt x="121896" y="239574"/>
                  </a:lnTo>
                  <a:lnTo>
                    <a:pt x="121537" y="239383"/>
                  </a:lnTo>
                  <a:lnTo>
                    <a:pt x="121048" y="239133"/>
                  </a:lnTo>
                  <a:lnTo>
                    <a:pt x="120353" y="238721"/>
                  </a:lnTo>
                  <a:lnTo>
                    <a:pt x="120083" y="238738"/>
                  </a:lnTo>
                  <a:lnTo>
                    <a:pt x="119865" y="238716"/>
                  </a:lnTo>
                  <a:lnTo>
                    <a:pt x="119045" y="238549"/>
                  </a:lnTo>
                  <a:lnTo>
                    <a:pt x="118693" y="238653"/>
                  </a:lnTo>
                  <a:lnTo>
                    <a:pt x="118229" y="238684"/>
                  </a:lnTo>
                  <a:lnTo>
                    <a:pt x="117954" y="238709"/>
                  </a:lnTo>
                  <a:lnTo>
                    <a:pt x="117612" y="238798"/>
                  </a:lnTo>
                  <a:lnTo>
                    <a:pt x="116944" y="239284"/>
                  </a:lnTo>
                  <a:lnTo>
                    <a:pt x="116593" y="239593"/>
                  </a:lnTo>
                  <a:lnTo>
                    <a:pt x="116217" y="239822"/>
                  </a:lnTo>
                  <a:lnTo>
                    <a:pt x="115577" y="240023"/>
                  </a:lnTo>
                  <a:lnTo>
                    <a:pt x="114735" y="240450"/>
                  </a:lnTo>
                  <a:lnTo>
                    <a:pt x="114931" y="240933"/>
                  </a:lnTo>
                  <a:lnTo>
                    <a:pt x="115070" y="241232"/>
                  </a:lnTo>
                  <a:lnTo>
                    <a:pt x="114993" y="241696"/>
                  </a:lnTo>
                  <a:lnTo>
                    <a:pt x="114241" y="241124"/>
                  </a:lnTo>
                  <a:lnTo>
                    <a:pt x="113975" y="241015"/>
                  </a:lnTo>
                  <a:lnTo>
                    <a:pt x="113705" y="241107"/>
                  </a:lnTo>
                  <a:lnTo>
                    <a:pt x="113402" y="241221"/>
                  </a:lnTo>
                  <a:lnTo>
                    <a:pt x="112787" y="241414"/>
                  </a:lnTo>
                  <a:lnTo>
                    <a:pt x="112568" y="241707"/>
                  </a:lnTo>
                  <a:lnTo>
                    <a:pt x="112237" y="241211"/>
                  </a:lnTo>
                  <a:lnTo>
                    <a:pt x="112121" y="240734"/>
                  </a:lnTo>
                  <a:lnTo>
                    <a:pt x="112102" y="240542"/>
                  </a:lnTo>
                  <a:lnTo>
                    <a:pt x="111891" y="240185"/>
                  </a:lnTo>
                  <a:lnTo>
                    <a:pt x="111604" y="239998"/>
                  </a:lnTo>
                  <a:lnTo>
                    <a:pt x="111244" y="239826"/>
                  </a:lnTo>
                  <a:lnTo>
                    <a:pt x="110680" y="239703"/>
                  </a:lnTo>
                  <a:lnTo>
                    <a:pt x="110592" y="240081"/>
                  </a:lnTo>
                  <a:lnTo>
                    <a:pt x="110293" y="240355"/>
                  </a:lnTo>
                  <a:lnTo>
                    <a:pt x="109945" y="240143"/>
                  </a:lnTo>
                  <a:lnTo>
                    <a:pt x="109781" y="240053"/>
                  </a:lnTo>
                  <a:lnTo>
                    <a:pt x="109493" y="240146"/>
                  </a:lnTo>
                  <a:lnTo>
                    <a:pt x="108997" y="240444"/>
                  </a:lnTo>
                  <a:lnTo>
                    <a:pt x="108761" y="240802"/>
                  </a:lnTo>
                  <a:lnTo>
                    <a:pt x="108401" y="241025"/>
                  </a:lnTo>
                  <a:lnTo>
                    <a:pt x="107641" y="240797"/>
                  </a:lnTo>
                  <a:lnTo>
                    <a:pt x="107604" y="240370"/>
                  </a:lnTo>
                  <a:lnTo>
                    <a:pt x="107427" y="239763"/>
                  </a:lnTo>
                  <a:lnTo>
                    <a:pt x="107233" y="239596"/>
                  </a:lnTo>
                  <a:lnTo>
                    <a:pt x="106960" y="239189"/>
                  </a:lnTo>
                  <a:lnTo>
                    <a:pt x="106858" y="238887"/>
                  </a:lnTo>
                  <a:lnTo>
                    <a:pt x="106820" y="238408"/>
                  </a:lnTo>
                  <a:lnTo>
                    <a:pt x="106949" y="238075"/>
                  </a:lnTo>
                  <a:lnTo>
                    <a:pt x="106997" y="237938"/>
                  </a:lnTo>
                  <a:lnTo>
                    <a:pt x="107052" y="237780"/>
                  </a:lnTo>
                  <a:lnTo>
                    <a:pt x="107278" y="237106"/>
                  </a:lnTo>
                  <a:lnTo>
                    <a:pt x="107292" y="236658"/>
                  </a:lnTo>
                  <a:lnTo>
                    <a:pt x="107530" y="236403"/>
                  </a:lnTo>
                  <a:lnTo>
                    <a:pt x="107749" y="236234"/>
                  </a:lnTo>
                  <a:lnTo>
                    <a:pt x="107945" y="235666"/>
                  </a:lnTo>
                  <a:lnTo>
                    <a:pt x="108255" y="234922"/>
                  </a:lnTo>
                  <a:lnTo>
                    <a:pt x="108172" y="234621"/>
                  </a:lnTo>
                  <a:lnTo>
                    <a:pt x="107920" y="234485"/>
                  </a:lnTo>
                  <a:lnTo>
                    <a:pt x="107781" y="234403"/>
                  </a:lnTo>
                  <a:lnTo>
                    <a:pt x="107334" y="233769"/>
                  </a:lnTo>
                  <a:lnTo>
                    <a:pt x="106828" y="234077"/>
                  </a:lnTo>
                  <a:lnTo>
                    <a:pt x="106370" y="233814"/>
                  </a:lnTo>
                  <a:lnTo>
                    <a:pt x="106077" y="233368"/>
                  </a:lnTo>
                  <a:lnTo>
                    <a:pt x="105964" y="233181"/>
                  </a:lnTo>
                  <a:lnTo>
                    <a:pt x="105594" y="232338"/>
                  </a:lnTo>
                  <a:lnTo>
                    <a:pt x="105433" y="231886"/>
                  </a:lnTo>
                  <a:lnTo>
                    <a:pt x="105293" y="231470"/>
                  </a:lnTo>
                  <a:lnTo>
                    <a:pt x="105232" y="231248"/>
                  </a:lnTo>
                  <a:lnTo>
                    <a:pt x="104833" y="230924"/>
                  </a:lnTo>
                  <a:lnTo>
                    <a:pt x="104484" y="230953"/>
                  </a:lnTo>
                  <a:lnTo>
                    <a:pt x="104271" y="230944"/>
                  </a:lnTo>
                  <a:lnTo>
                    <a:pt x="104019" y="230868"/>
                  </a:lnTo>
                  <a:lnTo>
                    <a:pt x="103822" y="230641"/>
                  </a:lnTo>
                  <a:lnTo>
                    <a:pt x="103811" y="230481"/>
                  </a:lnTo>
                  <a:lnTo>
                    <a:pt x="103709" y="230129"/>
                  </a:lnTo>
                  <a:lnTo>
                    <a:pt x="103582" y="229751"/>
                  </a:lnTo>
                  <a:lnTo>
                    <a:pt x="103351" y="229368"/>
                  </a:lnTo>
                  <a:lnTo>
                    <a:pt x="102799" y="229430"/>
                  </a:lnTo>
                  <a:lnTo>
                    <a:pt x="102600" y="229774"/>
                  </a:lnTo>
                  <a:lnTo>
                    <a:pt x="102582" y="230058"/>
                  </a:lnTo>
                  <a:lnTo>
                    <a:pt x="102623" y="230322"/>
                  </a:lnTo>
                  <a:lnTo>
                    <a:pt x="103033" y="230615"/>
                  </a:lnTo>
                  <a:lnTo>
                    <a:pt x="102855" y="230827"/>
                  </a:lnTo>
                  <a:lnTo>
                    <a:pt x="102114" y="230843"/>
                  </a:lnTo>
                  <a:lnTo>
                    <a:pt x="101713" y="230908"/>
                  </a:lnTo>
                  <a:lnTo>
                    <a:pt x="101062" y="231103"/>
                  </a:lnTo>
                  <a:lnTo>
                    <a:pt x="100928" y="231378"/>
                  </a:lnTo>
                  <a:lnTo>
                    <a:pt x="100933" y="231861"/>
                  </a:lnTo>
                  <a:lnTo>
                    <a:pt x="101014" y="232189"/>
                  </a:lnTo>
                  <a:lnTo>
                    <a:pt x="101022" y="232420"/>
                  </a:lnTo>
                  <a:lnTo>
                    <a:pt x="101059" y="232655"/>
                  </a:lnTo>
                  <a:lnTo>
                    <a:pt x="100851" y="232912"/>
                  </a:lnTo>
                  <a:lnTo>
                    <a:pt x="100716" y="232874"/>
                  </a:lnTo>
                  <a:lnTo>
                    <a:pt x="100280" y="232707"/>
                  </a:lnTo>
                  <a:lnTo>
                    <a:pt x="99471" y="232437"/>
                  </a:lnTo>
                  <a:lnTo>
                    <a:pt x="98873" y="232269"/>
                  </a:lnTo>
                  <a:lnTo>
                    <a:pt x="98717" y="232187"/>
                  </a:lnTo>
                  <a:lnTo>
                    <a:pt x="98590" y="231938"/>
                  </a:lnTo>
                  <a:lnTo>
                    <a:pt x="98467" y="231735"/>
                  </a:lnTo>
                  <a:lnTo>
                    <a:pt x="98376" y="231583"/>
                  </a:lnTo>
                  <a:lnTo>
                    <a:pt x="98199" y="231291"/>
                  </a:lnTo>
                  <a:lnTo>
                    <a:pt x="97993" y="230967"/>
                  </a:lnTo>
                  <a:lnTo>
                    <a:pt x="97699" y="230646"/>
                  </a:lnTo>
                  <a:lnTo>
                    <a:pt x="97570" y="230680"/>
                  </a:lnTo>
                  <a:lnTo>
                    <a:pt x="96821" y="230430"/>
                  </a:lnTo>
                  <a:lnTo>
                    <a:pt x="96397" y="230673"/>
                  </a:lnTo>
                  <a:lnTo>
                    <a:pt x="96418" y="229994"/>
                  </a:lnTo>
                  <a:lnTo>
                    <a:pt x="96619" y="229721"/>
                  </a:lnTo>
                  <a:lnTo>
                    <a:pt x="96854" y="229268"/>
                  </a:lnTo>
                  <a:lnTo>
                    <a:pt x="96928" y="229031"/>
                  </a:lnTo>
                  <a:lnTo>
                    <a:pt x="96941" y="228789"/>
                  </a:lnTo>
                  <a:lnTo>
                    <a:pt x="96957" y="228482"/>
                  </a:lnTo>
                  <a:lnTo>
                    <a:pt x="97013" y="228165"/>
                  </a:lnTo>
                  <a:lnTo>
                    <a:pt x="97083" y="227939"/>
                  </a:lnTo>
                  <a:lnTo>
                    <a:pt x="97085" y="227466"/>
                  </a:lnTo>
                  <a:lnTo>
                    <a:pt x="96954" y="227163"/>
                  </a:lnTo>
                  <a:lnTo>
                    <a:pt x="96972" y="226907"/>
                  </a:lnTo>
                  <a:lnTo>
                    <a:pt x="96946" y="226632"/>
                  </a:lnTo>
                  <a:lnTo>
                    <a:pt x="96919" y="226480"/>
                  </a:lnTo>
                  <a:lnTo>
                    <a:pt x="96665" y="226223"/>
                  </a:lnTo>
                  <a:lnTo>
                    <a:pt x="96572" y="225705"/>
                  </a:lnTo>
                  <a:lnTo>
                    <a:pt x="96835" y="225232"/>
                  </a:lnTo>
                  <a:lnTo>
                    <a:pt x="96775" y="224820"/>
                  </a:lnTo>
                  <a:lnTo>
                    <a:pt x="96725" y="224639"/>
                  </a:lnTo>
                  <a:lnTo>
                    <a:pt x="96599" y="224285"/>
                  </a:lnTo>
                  <a:lnTo>
                    <a:pt x="96003" y="224220"/>
                  </a:lnTo>
                  <a:lnTo>
                    <a:pt x="95579" y="224075"/>
                  </a:lnTo>
                  <a:lnTo>
                    <a:pt x="95177" y="223846"/>
                  </a:lnTo>
                  <a:lnTo>
                    <a:pt x="94988" y="223563"/>
                  </a:lnTo>
                  <a:lnTo>
                    <a:pt x="95425" y="222479"/>
                  </a:lnTo>
                  <a:lnTo>
                    <a:pt x="95170" y="222124"/>
                  </a:lnTo>
                  <a:lnTo>
                    <a:pt x="94972" y="221992"/>
                  </a:lnTo>
                  <a:lnTo>
                    <a:pt x="95079" y="221758"/>
                  </a:lnTo>
                  <a:lnTo>
                    <a:pt x="95534" y="221284"/>
                  </a:lnTo>
                  <a:lnTo>
                    <a:pt x="95653" y="221018"/>
                  </a:lnTo>
                  <a:lnTo>
                    <a:pt x="95761" y="220761"/>
                  </a:lnTo>
                  <a:lnTo>
                    <a:pt x="95824" y="220227"/>
                  </a:lnTo>
                  <a:lnTo>
                    <a:pt x="95848" y="220027"/>
                  </a:lnTo>
                  <a:lnTo>
                    <a:pt x="95724" y="219692"/>
                  </a:lnTo>
                  <a:lnTo>
                    <a:pt x="95915" y="219440"/>
                  </a:lnTo>
                  <a:lnTo>
                    <a:pt x="96164" y="219586"/>
                  </a:lnTo>
                  <a:lnTo>
                    <a:pt x="96395" y="219585"/>
                  </a:lnTo>
                  <a:lnTo>
                    <a:pt x="97017" y="219328"/>
                  </a:lnTo>
                  <a:lnTo>
                    <a:pt x="97332" y="219284"/>
                  </a:lnTo>
                  <a:lnTo>
                    <a:pt x="97501" y="219313"/>
                  </a:lnTo>
                  <a:lnTo>
                    <a:pt x="97808" y="219093"/>
                  </a:lnTo>
                  <a:lnTo>
                    <a:pt x="97777" y="218711"/>
                  </a:lnTo>
                  <a:lnTo>
                    <a:pt x="97990" y="218647"/>
                  </a:lnTo>
                  <a:lnTo>
                    <a:pt x="98147" y="218657"/>
                  </a:lnTo>
                  <a:lnTo>
                    <a:pt x="98469" y="218565"/>
                  </a:lnTo>
                  <a:lnTo>
                    <a:pt x="98549" y="217354"/>
                  </a:lnTo>
                  <a:lnTo>
                    <a:pt x="98658" y="217220"/>
                  </a:lnTo>
                  <a:lnTo>
                    <a:pt x="98844" y="216176"/>
                  </a:lnTo>
                  <a:lnTo>
                    <a:pt x="99426" y="215769"/>
                  </a:lnTo>
                  <a:lnTo>
                    <a:pt x="100344" y="215491"/>
                  </a:lnTo>
                  <a:lnTo>
                    <a:pt x="100415" y="215284"/>
                  </a:lnTo>
                  <a:lnTo>
                    <a:pt x="100741" y="214863"/>
                  </a:lnTo>
                  <a:lnTo>
                    <a:pt x="101083" y="214445"/>
                  </a:lnTo>
                  <a:lnTo>
                    <a:pt x="101539" y="214351"/>
                  </a:lnTo>
                  <a:lnTo>
                    <a:pt x="101917" y="215008"/>
                  </a:lnTo>
                  <a:lnTo>
                    <a:pt x="101902" y="215432"/>
                  </a:lnTo>
                  <a:lnTo>
                    <a:pt x="102077" y="215735"/>
                  </a:lnTo>
                  <a:lnTo>
                    <a:pt x="102452" y="215587"/>
                  </a:lnTo>
                  <a:lnTo>
                    <a:pt x="102935" y="215360"/>
                  </a:lnTo>
                  <a:lnTo>
                    <a:pt x="103009" y="215081"/>
                  </a:lnTo>
                  <a:lnTo>
                    <a:pt x="103271" y="214613"/>
                  </a:lnTo>
                  <a:lnTo>
                    <a:pt x="103774" y="215000"/>
                  </a:lnTo>
                  <a:lnTo>
                    <a:pt x="104615" y="215173"/>
                  </a:lnTo>
                  <a:lnTo>
                    <a:pt x="104811" y="215071"/>
                  </a:lnTo>
                  <a:lnTo>
                    <a:pt x="105265" y="215117"/>
                  </a:lnTo>
                  <a:lnTo>
                    <a:pt x="106068" y="214931"/>
                  </a:lnTo>
                  <a:lnTo>
                    <a:pt x="106196" y="214892"/>
                  </a:lnTo>
                  <a:lnTo>
                    <a:pt x="106625" y="215061"/>
                  </a:lnTo>
                  <a:lnTo>
                    <a:pt x="106816" y="215228"/>
                  </a:lnTo>
                  <a:lnTo>
                    <a:pt x="107034" y="215136"/>
                  </a:lnTo>
                  <a:lnTo>
                    <a:pt x="108095" y="215286"/>
                  </a:lnTo>
                  <a:lnTo>
                    <a:pt x="108523" y="215033"/>
                  </a:lnTo>
                  <a:lnTo>
                    <a:pt x="108750" y="215107"/>
                  </a:lnTo>
                  <a:lnTo>
                    <a:pt x="108984" y="214990"/>
                  </a:lnTo>
                  <a:lnTo>
                    <a:pt x="108934" y="214485"/>
                  </a:lnTo>
                  <a:lnTo>
                    <a:pt x="108540" y="214194"/>
                  </a:lnTo>
                  <a:lnTo>
                    <a:pt x="108335" y="213976"/>
                  </a:lnTo>
                  <a:lnTo>
                    <a:pt x="108396" y="213109"/>
                  </a:lnTo>
                  <a:lnTo>
                    <a:pt x="108414" y="212863"/>
                  </a:lnTo>
                  <a:lnTo>
                    <a:pt x="108167" y="212390"/>
                  </a:lnTo>
                  <a:lnTo>
                    <a:pt x="108187" y="212050"/>
                  </a:lnTo>
                  <a:lnTo>
                    <a:pt x="108305" y="211539"/>
                  </a:lnTo>
                  <a:lnTo>
                    <a:pt x="108897" y="211476"/>
                  </a:lnTo>
                  <a:lnTo>
                    <a:pt x="109143" y="211359"/>
                  </a:lnTo>
                  <a:lnTo>
                    <a:pt x="109275" y="211275"/>
                  </a:lnTo>
                  <a:lnTo>
                    <a:pt x="110113" y="210989"/>
                  </a:lnTo>
                  <a:lnTo>
                    <a:pt x="110453" y="210738"/>
                  </a:lnTo>
                  <a:lnTo>
                    <a:pt x="110499" y="210581"/>
                  </a:lnTo>
                  <a:lnTo>
                    <a:pt x="110392" y="210231"/>
                  </a:lnTo>
                  <a:lnTo>
                    <a:pt x="110265" y="209894"/>
                  </a:lnTo>
                  <a:lnTo>
                    <a:pt x="110274" y="209654"/>
                  </a:lnTo>
                  <a:lnTo>
                    <a:pt x="110754" y="209233"/>
                  </a:lnTo>
                  <a:lnTo>
                    <a:pt x="111080" y="209081"/>
                  </a:lnTo>
                  <a:lnTo>
                    <a:pt x="111388" y="209056"/>
                  </a:lnTo>
                  <a:lnTo>
                    <a:pt x="111335" y="208486"/>
                  </a:lnTo>
                  <a:lnTo>
                    <a:pt x="111765" y="207836"/>
                  </a:lnTo>
                  <a:lnTo>
                    <a:pt x="111808" y="207256"/>
                  </a:lnTo>
                  <a:lnTo>
                    <a:pt x="111819" y="207105"/>
                  </a:lnTo>
                  <a:lnTo>
                    <a:pt x="111959" y="206488"/>
                  </a:lnTo>
                  <a:lnTo>
                    <a:pt x="112238" y="206861"/>
                  </a:lnTo>
                  <a:lnTo>
                    <a:pt x="112434" y="207354"/>
                  </a:lnTo>
                  <a:lnTo>
                    <a:pt x="112995" y="207631"/>
                  </a:lnTo>
                  <a:lnTo>
                    <a:pt x="113741" y="207652"/>
                  </a:lnTo>
                  <a:lnTo>
                    <a:pt x="113991" y="207900"/>
                  </a:lnTo>
                  <a:lnTo>
                    <a:pt x="114246" y="208203"/>
                  </a:lnTo>
                  <a:lnTo>
                    <a:pt x="114396" y="208386"/>
                  </a:lnTo>
                  <a:lnTo>
                    <a:pt x="114659" y="208801"/>
                  </a:lnTo>
                  <a:lnTo>
                    <a:pt x="114920" y="209441"/>
                  </a:lnTo>
                  <a:lnTo>
                    <a:pt x="114947" y="210162"/>
                  </a:lnTo>
                  <a:lnTo>
                    <a:pt x="115313" y="210365"/>
                  </a:lnTo>
                  <a:lnTo>
                    <a:pt x="115605" y="210195"/>
                  </a:lnTo>
                  <a:lnTo>
                    <a:pt x="115909" y="210342"/>
                  </a:lnTo>
                  <a:lnTo>
                    <a:pt x="116160" y="210578"/>
                  </a:lnTo>
                  <a:lnTo>
                    <a:pt x="116830" y="210447"/>
                  </a:lnTo>
                  <a:lnTo>
                    <a:pt x="117149" y="210559"/>
                  </a:lnTo>
                  <a:lnTo>
                    <a:pt x="117479" y="210858"/>
                  </a:lnTo>
                  <a:lnTo>
                    <a:pt x="117679" y="211527"/>
                  </a:lnTo>
                  <a:lnTo>
                    <a:pt x="117495" y="212004"/>
                  </a:lnTo>
                  <a:lnTo>
                    <a:pt x="117868" y="212285"/>
                  </a:lnTo>
                  <a:lnTo>
                    <a:pt x="117979" y="212608"/>
                  </a:lnTo>
                  <a:lnTo>
                    <a:pt x="118006" y="212794"/>
                  </a:lnTo>
                  <a:lnTo>
                    <a:pt x="118085" y="213095"/>
                  </a:lnTo>
                  <a:lnTo>
                    <a:pt x="118799" y="213549"/>
                  </a:lnTo>
                  <a:lnTo>
                    <a:pt x="119204" y="213453"/>
                  </a:lnTo>
                  <a:lnTo>
                    <a:pt x="119332" y="213359"/>
                  </a:lnTo>
                  <a:lnTo>
                    <a:pt x="119192" y="213016"/>
                  </a:lnTo>
                  <a:lnTo>
                    <a:pt x="119516" y="212879"/>
                  </a:lnTo>
                  <a:lnTo>
                    <a:pt x="120127" y="212877"/>
                  </a:lnTo>
                  <a:lnTo>
                    <a:pt x="120402" y="212973"/>
                  </a:lnTo>
                  <a:lnTo>
                    <a:pt x="120901" y="213149"/>
                  </a:lnTo>
                  <a:lnTo>
                    <a:pt x="121244" y="213270"/>
                  </a:lnTo>
                  <a:lnTo>
                    <a:pt x="121368" y="213488"/>
                  </a:lnTo>
                  <a:lnTo>
                    <a:pt x="121456" y="213793"/>
                  </a:lnTo>
                  <a:lnTo>
                    <a:pt x="121424" y="214216"/>
                  </a:lnTo>
                  <a:lnTo>
                    <a:pt x="121734" y="214637"/>
                  </a:lnTo>
                  <a:lnTo>
                    <a:pt x="122193" y="215337"/>
                  </a:lnTo>
                  <a:lnTo>
                    <a:pt x="122206" y="215984"/>
                  </a:lnTo>
                  <a:lnTo>
                    <a:pt x="122419" y="216356"/>
                  </a:lnTo>
                  <a:lnTo>
                    <a:pt x="122665" y="216577"/>
                  </a:lnTo>
                  <a:lnTo>
                    <a:pt x="122802" y="216637"/>
                  </a:lnTo>
                  <a:lnTo>
                    <a:pt x="122971" y="216711"/>
                  </a:lnTo>
                  <a:lnTo>
                    <a:pt x="123298" y="216755"/>
                  </a:lnTo>
                  <a:lnTo>
                    <a:pt x="123672" y="216640"/>
                  </a:lnTo>
                  <a:lnTo>
                    <a:pt x="124010" y="217058"/>
                  </a:lnTo>
                  <a:lnTo>
                    <a:pt x="124351" y="217307"/>
                  </a:lnTo>
                  <a:lnTo>
                    <a:pt x="124585" y="217477"/>
                  </a:lnTo>
                  <a:lnTo>
                    <a:pt x="124924" y="217728"/>
                  </a:lnTo>
                  <a:lnTo>
                    <a:pt x="125207" y="218152"/>
                  </a:lnTo>
                  <a:lnTo>
                    <a:pt x="125739" y="218294"/>
                  </a:lnTo>
                  <a:lnTo>
                    <a:pt x="126325" y="218724"/>
                  </a:lnTo>
                  <a:lnTo>
                    <a:pt x="126559" y="218705"/>
                  </a:lnTo>
                  <a:lnTo>
                    <a:pt x="126617" y="218491"/>
                  </a:lnTo>
                  <a:lnTo>
                    <a:pt x="126795" y="218490"/>
                  </a:lnTo>
                  <a:lnTo>
                    <a:pt x="126924" y="218504"/>
                  </a:lnTo>
                  <a:lnTo>
                    <a:pt x="127250" y="218629"/>
                  </a:lnTo>
                  <a:lnTo>
                    <a:pt x="127565" y="219499"/>
                  </a:lnTo>
                  <a:lnTo>
                    <a:pt x="127713" y="219902"/>
                  </a:lnTo>
                  <a:lnTo>
                    <a:pt x="127840" y="220247"/>
                  </a:lnTo>
                  <a:lnTo>
                    <a:pt x="127949" y="220484"/>
                  </a:lnTo>
                  <a:lnTo>
                    <a:pt x="128405" y="220826"/>
                  </a:lnTo>
                  <a:lnTo>
                    <a:pt x="128856" y="221398"/>
                  </a:lnTo>
                  <a:lnTo>
                    <a:pt x="129127" y="221647"/>
                  </a:lnTo>
                  <a:lnTo>
                    <a:pt x="129723" y="221754"/>
                  </a:lnTo>
                  <a:lnTo>
                    <a:pt x="130179" y="221699"/>
                  </a:lnTo>
                  <a:lnTo>
                    <a:pt x="130842" y="221719"/>
                  </a:lnTo>
                  <a:lnTo>
                    <a:pt x="131016" y="221896"/>
                  </a:lnTo>
                  <a:lnTo>
                    <a:pt x="131373" y="221622"/>
                  </a:lnTo>
                  <a:lnTo>
                    <a:pt x="131269" y="221240"/>
                  </a:lnTo>
                  <a:lnTo>
                    <a:pt x="131230" y="220965"/>
                  </a:lnTo>
                  <a:lnTo>
                    <a:pt x="131184" y="220640"/>
                  </a:lnTo>
                  <a:lnTo>
                    <a:pt x="131264" y="220478"/>
                  </a:lnTo>
                  <a:lnTo>
                    <a:pt x="131259" y="220284"/>
                  </a:lnTo>
                  <a:lnTo>
                    <a:pt x="131256" y="220153"/>
                  </a:lnTo>
                  <a:lnTo>
                    <a:pt x="131226" y="219571"/>
                  </a:lnTo>
                  <a:lnTo>
                    <a:pt x="131061" y="219198"/>
                  </a:lnTo>
                  <a:lnTo>
                    <a:pt x="131252" y="219088"/>
                  </a:lnTo>
                  <a:lnTo>
                    <a:pt x="131349" y="218929"/>
                  </a:lnTo>
                  <a:lnTo>
                    <a:pt x="131672" y="218368"/>
                  </a:lnTo>
                  <a:lnTo>
                    <a:pt x="131769" y="217968"/>
                  </a:lnTo>
                  <a:lnTo>
                    <a:pt x="131774" y="217585"/>
                  </a:lnTo>
                  <a:lnTo>
                    <a:pt x="131705" y="217235"/>
                  </a:lnTo>
                  <a:lnTo>
                    <a:pt x="131914" y="216966"/>
                  </a:lnTo>
                  <a:lnTo>
                    <a:pt x="132185" y="216806"/>
                  </a:lnTo>
                  <a:lnTo>
                    <a:pt x="132426" y="216787"/>
                  </a:lnTo>
                  <a:lnTo>
                    <a:pt x="132701" y="216982"/>
                  </a:lnTo>
                  <a:lnTo>
                    <a:pt x="133279" y="217267"/>
                  </a:lnTo>
                  <a:lnTo>
                    <a:pt x="134099" y="217451"/>
                  </a:lnTo>
                  <a:lnTo>
                    <a:pt x="134358" y="217440"/>
                  </a:lnTo>
                  <a:lnTo>
                    <a:pt x="135539" y="218610"/>
                  </a:lnTo>
                  <a:lnTo>
                    <a:pt x="135647" y="218817"/>
                  </a:lnTo>
                  <a:lnTo>
                    <a:pt x="135808" y="218879"/>
                  </a:lnTo>
                  <a:lnTo>
                    <a:pt x="136112" y="218974"/>
                  </a:lnTo>
                  <a:lnTo>
                    <a:pt x="136258" y="218908"/>
                  </a:lnTo>
                  <a:lnTo>
                    <a:pt x="136403" y="218843"/>
                  </a:lnTo>
                  <a:lnTo>
                    <a:pt x="136541" y="218781"/>
                  </a:lnTo>
                  <a:lnTo>
                    <a:pt x="137467" y="218473"/>
                  </a:lnTo>
                  <a:lnTo>
                    <a:pt x="137359" y="218207"/>
                  </a:lnTo>
                  <a:lnTo>
                    <a:pt x="136808" y="217716"/>
                  </a:lnTo>
                  <a:lnTo>
                    <a:pt x="136432" y="217212"/>
                  </a:lnTo>
                  <a:lnTo>
                    <a:pt x="136388" y="217036"/>
                  </a:lnTo>
                  <a:lnTo>
                    <a:pt x="136074" y="216591"/>
                  </a:lnTo>
                  <a:lnTo>
                    <a:pt x="135883" y="216370"/>
                  </a:lnTo>
                  <a:lnTo>
                    <a:pt x="135641" y="216212"/>
                  </a:lnTo>
                  <a:lnTo>
                    <a:pt x="135557" y="215765"/>
                  </a:lnTo>
                  <a:lnTo>
                    <a:pt x="136069" y="215433"/>
                  </a:lnTo>
                  <a:lnTo>
                    <a:pt x="136308" y="215698"/>
                  </a:lnTo>
                  <a:lnTo>
                    <a:pt x="136940" y="215944"/>
                  </a:lnTo>
                  <a:lnTo>
                    <a:pt x="137180" y="216300"/>
                  </a:lnTo>
                  <a:lnTo>
                    <a:pt x="137240" y="216521"/>
                  </a:lnTo>
                  <a:lnTo>
                    <a:pt x="137468" y="216998"/>
                  </a:lnTo>
                  <a:lnTo>
                    <a:pt x="137894" y="217100"/>
                  </a:lnTo>
                  <a:lnTo>
                    <a:pt x="138258" y="216660"/>
                  </a:lnTo>
                  <a:lnTo>
                    <a:pt x="138223" y="216476"/>
                  </a:lnTo>
                  <a:lnTo>
                    <a:pt x="137939" y="216465"/>
                  </a:lnTo>
                  <a:lnTo>
                    <a:pt x="137650" y="216399"/>
                  </a:lnTo>
                  <a:lnTo>
                    <a:pt x="137064" y="215503"/>
                  </a:lnTo>
                  <a:lnTo>
                    <a:pt x="136811" y="215143"/>
                  </a:lnTo>
                  <a:lnTo>
                    <a:pt x="136802" y="214854"/>
                  </a:lnTo>
                  <a:lnTo>
                    <a:pt x="137065" y="214224"/>
                  </a:lnTo>
                  <a:lnTo>
                    <a:pt x="137206" y="213875"/>
                  </a:lnTo>
                  <a:lnTo>
                    <a:pt x="137440" y="213269"/>
                  </a:lnTo>
                  <a:lnTo>
                    <a:pt x="137367" y="212304"/>
                  </a:lnTo>
                  <a:lnTo>
                    <a:pt x="137410" y="211942"/>
                  </a:lnTo>
                  <a:lnTo>
                    <a:pt x="137687" y="212048"/>
                  </a:lnTo>
                  <a:lnTo>
                    <a:pt x="138157" y="211672"/>
                  </a:lnTo>
                  <a:lnTo>
                    <a:pt x="138432" y="211109"/>
                  </a:lnTo>
                  <a:lnTo>
                    <a:pt x="138165" y="210746"/>
                  </a:lnTo>
                  <a:lnTo>
                    <a:pt x="137863" y="210463"/>
                  </a:lnTo>
                  <a:lnTo>
                    <a:pt x="137792" y="210254"/>
                  </a:lnTo>
                  <a:lnTo>
                    <a:pt x="137555" y="209329"/>
                  </a:lnTo>
                  <a:lnTo>
                    <a:pt x="137332" y="209004"/>
                  </a:lnTo>
                  <a:lnTo>
                    <a:pt x="137051" y="208855"/>
                  </a:lnTo>
                  <a:lnTo>
                    <a:pt x="137057" y="208496"/>
                  </a:lnTo>
                  <a:lnTo>
                    <a:pt x="137028" y="208310"/>
                  </a:lnTo>
                  <a:lnTo>
                    <a:pt x="136805" y="207921"/>
                  </a:lnTo>
                  <a:lnTo>
                    <a:pt x="136566" y="207502"/>
                  </a:lnTo>
                  <a:lnTo>
                    <a:pt x="136271" y="207285"/>
                  </a:lnTo>
                  <a:lnTo>
                    <a:pt x="136090" y="207194"/>
                  </a:lnTo>
                  <a:lnTo>
                    <a:pt x="135508" y="206698"/>
                  </a:lnTo>
                  <a:lnTo>
                    <a:pt x="135219" y="206191"/>
                  </a:lnTo>
                  <a:lnTo>
                    <a:pt x="135077" y="205932"/>
                  </a:lnTo>
                  <a:lnTo>
                    <a:pt x="134951" y="205555"/>
                  </a:lnTo>
                  <a:lnTo>
                    <a:pt x="134919" y="205311"/>
                  </a:lnTo>
                  <a:lnTo>
                    <a:pt x="134833" y="204847"/>
                  </a:lnTo>
                  <a:lnTo>
                    <a:pt x="135001" y="204776"/>
                  </a:lnTo>
                  <a:lnTo>
                    <a:pt x="135347" y="204854"/>
                  </a:lnTo>
                  <a:lnTo>
                    <a:pt x="135452" y="204473"/>
                  </a:lnTo>
                  <a:lnTo>
                    <a:pt x="135149" y="204084"/>
                  </a:lnTo>
                  <a:lnTo>
                    <a:pt x="134808" y="204097"/>
                  </a:lnTo>
                  <a:lnTo>
                    <a:pt x="134806" y="203623"/>
                  </a:lnTo>
                  <a:lnTo>
                    <a:pt x="135049" y="203510"/>
                  </a:lnTo>
                  <a:lnTo>
                    <a:pt x="135238" y="203408"/>
                  </a:lnTo>
                  <a:lnTo>
                    <a:pt x="135552" y="202889"/>
                  </a:lnTo>
                  <a:lnTo>
                    <a:pt x="135294" y="202787"/>
                  </a:lnTo>
                  <a:lnTo>
                    <a:pt x="135667" y="202637"/>
                  </a:lnTo>
                  <a:lnTo>
                    <a:pt x="135889" y="202672"/>
                  </a:lnTo>
                  <a:lnTo>
                    <a:pt x="136114" y="203246"/>
                  </a:lnTo>
                  <a:lnTo>
                    <a:pt x="136334" y="203532"/>
                  </a:lnTo>
                  <a:lnTo>
                    <a:pt x="136757" y="204136"/>
                  </a:lnTo>
                  <a:lnTo>
                    <a:pt x="137357" y="204533"/>
                  </a:lnTo>
                  <a:lnTo>
                    <a:pt x="137595" y="204669"/>
                  </a:lnTo>
                  <a:lnTo>
                    <a:pt x="137980" y="204745"/>
                  </a:lnTo>
                  <a:lnTo>
                    <a:pt x="138115" y="205188"/>
                  </a:lnTo>
                  <a:lnTo>
                    <a:pt x="138745" y="205849"/>
                  </a:lnTo>
                  <a:lnTo>
                    <a:pt x="138881" y="206237"/>
                  </a:lnTo>
                  <a:lnTo>
                    <a:pt x="139165" y="206166"/>
                  </a:lnTo>
                  <a:lnTo>
                    <a:pt x="139585" y="206171"/>
                  </a:lnTo>
                  <a:lnTo>
                    <a:pt x="140101" y="206938"/>
                  </a:lnTo>
                  <a:lnTo>
                    <a:pt x="140147" y="207340"/>
                  </a:lnTo>
                  <a:lnTo>
                    <a:pt x="139985" y="207782"/>
                  </a:lnTo>
                  <a:lnTo>
                    <a:pt x="139925" y="208122"/>
                  </a:lnTo>
                  <a:lnTo>
                    <a:pt x="139974" y="208574"/>
                  </a:lnTo>
                  <a:lnTo>
                    <a:pt x="140130" y="208965"/>
                  </a:lnTo>
                  <a:lnTo>
                    <a:pt x="140623" y="209640"/>
                  </a:lnTo>
                  <a:lnTo>
                    <a:pt x="141147" y="209947"/>
                  </a:lnTo>
                  <a:lnTo>
                    <a:pt x="141615" y="210198"/>
                  </a:lnTo>
                  <a:lnTo>
                    <a:pt x="141761" y="210249"/>
                  </a:lnTo>
                  <a:lnTo>
                    <a:pt x="142371" y="210426"/>
                  </a:lnTo>
                  <a:lnTo>
                    <a:pt x="142572" y="210679"/>
                  </a:lnTo>
                  <a:lnTo>
                    <a:pt x="142477" y="211033"/>
                  </a:lnTo>
                  <a:lnTo>
                    <a:pt x="142867" y="211780"/>
                  </a:lnTo>
                  <a:lnTo>
                    <a:pt x="143193" y="212036"/>
                  </a:lnTo>
                  <a:lnTo>
                    <a:pt x="143522" y="212018"/>
                  </a:lnTo>
                  <a:lnTo>
                    <a:pt x="143764" y="211695"/>
                  </a:lnTo>
                  <a:lnTo>
                    <a:pt x="144077" y="211808"/>
                  </a:lnTo>
                  <a:lnTo>
                    <a:pt x="143889" y="212857"/>
                  </a:lnTo>
                  <a:lnTo>
                    <a:pt x="143480" y="212919"/>
                  </a:lnTo>
                  <a:lnTo>
                    <a:pt x="143294" y="212814"/>
                  </a:lnTo>
                  <a:lnTo>
                    <a:pt x="143144" y="212767"/>
                  </a:lnTo>
                  <a:lnTo>
                    <a:pt x="142787" y="212708"/>
                  </a:lnTo>
                  <a:lnTo>
                    <a:pt x="142645" y="213088"/>
                  </a:lnTo>
                  <a:lnTo>
                    <a:pt x="142948" y="213260"/>
                  </a:lnTo>
                  <a:lnTo>
                    <a:pt x="143239" y="213458"/>
                  </a:lnTo>
                  <a:lnTo>
                    <a:pt x="143389" y="213613"/>
                  </a:lnTo>
                  <a:lnTo>
                    <a:pt x="143596" y="213941"/>
                  </a:lnTo>
                  <a:lnTo>
                    <a:pt x="143473" y="214705"/>
                  </a:lnTo>
                  <a:lnTo>
                    <a:pt x="143176" y="214995"/>
                  </a:lnTo>
                  <a:lnTo>
                    <a:pt x="142821" y="214843"/>
                  </a:lnTo>
                  <a:lnTo>
                    <a:pt x="142390" y="214779"/>
                  </a:lnTo>
                  <a:lnTo>
                    <a:pt x="142206" y="215305"/>
                  </a:lnTo>
                  <a:lnTo>
                    <a:pt x="142107" y="215588"/>
                  </a:lnTo>
                  <a:lnTo>
                    <a:pt x="142294" y="215968"/>
                  </a:lnTo>
                  <a:lnTo>
                    <a:pt x="142453" y="216282"/>
                  </a:lnTo>
                  <a:lnTo>
                    <a:pt x="142614" y="217010"/>
                  </a:lnTo>
                  <a:lnTo>
                    <a:pt x="142617" y="217275"/>
                  </a:lnTo>
                  <a:lnTo>
                    <a:pt x="142613" y="217668"/>
                  </a:lnTo>
                  <a:lnTo>
                    <a:pt x="142578" y="217893"/>
                  </a:lnTo>
                  <a:lnTo>
                    <a:pt x="141936" y="218392"/>
                  </a:lnTo>
                  <a:lnTo>
                    <a:pt x="141567" y="218804"/>
                  </a:lnTo>
                  <a:lnTo>
                    <a:pt x="141326" y="219109"/>
                  </a:lnTo>
                  <a:lnTo>
                    <a:pt x="141134" y="219307"/>
                  </a:lnTo>
                  <a:lnTo>
                    <a:pt x="140916" y="219334"/>
                  </a:lnTo>
                  <a:lnTo>
                    <a:pt x="140600" y="219333"/>
                  </a:lnTo>
                  <a:lnTo>
                    <a:pt x="140166" y="219415"/>
                  </a:lnTo>
                  <a:lnTo>
                    <a:pt x="139943" y="219843"/>
                  </a:lnTo>
                  <a:lnTo>
                    <a:pt x="139954" y="219999"/>
                  </a:lnTo>
                  <a:lnTo>
                    <a:pt x="140106" y="220770"/>
                  </a:lnTo>
                  <a:lnTo>
                    <a:pt x="140166" y="221020"/>
                  </a:lnTo>
                  <a:lnTo>
                    <a:pt x="140149" y="221178"/>
                  </a:lnTo>
                  <a:lnTo>
                    <a:pt x="140344" y="221406"/>
                  </a:lnTo>
                  <a:lnTo>
                    <a:pt x="140541" y="221339"/>
                  </a:lnTo>
                  <a:lnTo>
                    <a:pt x="140803" y="221186"/>
                  </a:lnTo>
                  <a:lnTo>
                    <a:pt x="141246" y="221228"/>
                  </a:lnTo>
                  <a:lnTo>
                    <a:pt x="141416" y="221104"/>
                  </a:lnTo>
                  <a:lnTo>
                    <a:pt x="141483" y="220965"/>
                  </a:lnTo>
                  <a:lnTo>
                    <a:pt x="141428" y="220578"/>
                  </a:lnTo>
                  <a:lnTo>
                    <a:pt x="141182" y="220100"/>
                  </a:lnTo>
                  <a:lnTo>
                    <a:pt x="141310" y="220004"/>
                  </a:lnTo>
                  <a:lnTo>
                    <a:pt x="141636" y="219919"/>
                  </a:lnTo>
                  <a:lnTo>
                    <a:pt x="142138" y="220352"/>
                  </a:lnTo>
                  <a:lnTo>
                    <a:pt x="142449" y="220521"/>
                  </a:lnTo>
                  <a:lnTo>
                    <a:pt x="142939" y="220358"/>
                  </a:lnTo>
                  <a:lnTo>
                    <a:pt x="143338" y="220999"/>
                  </a:lnTo>
                  <a:lnTo>
                    <a:pt x="143398" y="221198"/>
                  </a:lnTo>
                  <a:lnTo>
                    <a:pt x="143581" y="221472"/>
                  </a:lnTo>
                  <a:lnTo>
                    <a:pt x="144310" y="221621"/>
                  </a:lnTo>
                  <a:lnTo>
                    <a:pt x="144613" y="221328"/>
                  </a:lnTo>
                  <a:lnTo>
                    <a:pt x="144723" y="221197"/>
                  </a:lnTo>
                  <a:lnTo>
                    <a:pt x="144905" y="221018"/>
                  </a:lnTo>
                  <a:lnTo>
                    <a:pt x="144981" y="221302"/>
                  </a:lnTo>
                  <a:lnTo>
                    <a:pt x="145599" y="221555"/>
                  </a:lnTo>
                  <a:lnTo>
                    <a:pt x="145768" y="221516"/>
                  </a:lnTo>
                  <a:lnTo>
                    <a:pt x="146067" y="221397"/>
                  </a:lnTo>
                  <a:lnTo>
                    <a:pt x="146430" y="222028"/>
                  </a:lnTo>
                  <a:lnTo>
                    <a:pt x="146327" y="222302"/>
                  </a:lnTo>
                  <a:lnTo>
                    <a:pt x="146180" y="222693"/>
                  </a:lnTo>
                  <a:lnTo>
                    <a:pt x="146561" y="222908"/>
                  </a:lnTo>
                  <a:lnTo>
                    <a:pt x="146732" y="223005"/>
                  </a:lnTo>
                  <a:lnTo>
                    <a:pt x="146976" y="223243"/>
                  </a:lnTo>
                  <a:lnTo>
                    <a:pt x="147131" y="223138"/>
                  </a:lnTo>
                  <a:lnTo>
                    <a:pt x="147631" y="222978"/>
                  </a:lnTo>
                  <a:lnTo>
                    <a:pt x="147998" y="222674"/>
                  </a:lnTo>
                  <a:lnTo>
                    <a:pt x="148739" y="222271"/>
                  </a:lnTo>
                  <a:lnTo>
                    <a:pt x="148739" y="221514"/>
                  </a:lnTo>
                  <a:lnTo>
                    <a:pt x="148723" y="221352"/>
                  </a:lnTo>
                  <a:lnTo>
                    <a:pt x="148666" y="221015"/>
                  </a:lnTo>
                  <a:lnTo>
                    <a:pt x="148525" y="220656"/>
                  </a:lnTo>
                  <a:lnTo>
                    <a:pt x="148303" y="220388"/>
                  </a:lnTo>
                  <a:lnTo>
                    <a:pt x="147735" y="219502"/>
                  </a:lnTo>
                  <a:lnTo>
                    <a:pt x="147727" y="218838"/>
                  </a:lnTo>
                  <a:lnTo>
                    <a:pt x="147955" y="218210"/>
                  </a:lnTo>
                  <a:lnTo>
                    <a:pt x="148070" y="218052"/>
                  </a:lnTo>
                  <a:lnTo>
                    <a:pt x="148423" y="217611"/>
                  </a:lnTo>
                  <a:lnTo>
                    <a:pt x="149258" y="217462"/>
                  </a:lnTo>
                  <a:lnTo>
                    <a:pt x="149741" y="217353"/>
                  </a:lnTo>
                  <a:lnTo>
                    <a:pt x="149749" y="216313"/>
                  </a:lnTo>
                  <a:lnTo>
                    <a:pt x="149586" y="216137"/>
                  </a:lnTo>
                  <a:lnTo>
                    <a:pt x="149372" y="215852"/>
                  </a:lnTo>
                  <a:lnTo>
                    <a:pt x="149323" y="215703"/>
                  </a:lnTo>
                  <a:lnTo>
                    <a:pt x="149252" y="214855"/>
                  </a:lnTo>
                  <a:lnTo>
                    <a:pt x="149357" y="214596"/>
                  </a:lnTo>
                  <a:lnTo>
                    <a:pt x="149597" y="214493"/>
                  </a:lnTo>
                  <a:lnTo>
                    <a:pt x="149856" y="214456"/>
                  </a:lnTo>
                  <a:lnTo>
                    <a:pt x="150283" y="214122"/>
                  </a:lnTo>
                  <a:lnTo>
                    <a:pt x="150680" y="213927"/>
                  </a:lnTo>
                  <a:lnTo>
                    <a:pt x="150873" y="214262"/>
                  </a:lnTo>
                  <a:lnTo>
                    <a:pt x="150923" y="214624"/>
                  </a:lnTo>
                  <a:lnTo>
                    <a:pt x="151084" y="215107"/>
                  </a:lnTo>
                  <a:lnTo>
                    <a:pt x="151198" y="215313"/>
                  </a:lnTo>
                  <a:lnTo>
                    <a:pt x="151656" y="215789"/>
                  </a:lnTo>
                  <a:lnTo>
                    <a:pt x="151995" y="215618"/>
                  </a:lnTo>
                  <a:lnTo>
                    <a:pt x="152156" y="215410"/>
                  </a:lnTo>
                  <a:lnTo>
                    <a:pt x="152346" y="215240"/>
                  </a:lnTo>
                  <a:lnTo>
                    <a:pt x="152605" y="215209"/>
                  </a:lnTo>
                  <a:lnTo>
                    <a:pt x="152794" y="214788"/>
                  </a:lnTo>
                  <a:lnTo>
                    <a:pt x="152662" y="214440"/>
                  </a:lnTo>
                  <a:lnTo>
                    <a:pt x="152606" y="214209"/>
                  </a:lnTo>
                  <a:lnTo>
                    <a:pt x="152729" y="213947"/>
                  </a:lnTo>
                  <a:lnTo>
                    <a:pt x="153006" y="213967"/>
                  </a:lnTo>
                  <a:lnTo>
                    <a:pt x="153247" y="213989"/>
                  </a:lnTo>
                  <a:lnTo>
                    <a:pt x="153706" y="213990"/>
                  </a:lnTo>
                  <a:lnTo>
                    <a:pt x="154089" y="213983"/>
                  </a:lnTo>
                  <a:lnTo>
                    <a:pt x="154226" y="213953"/>
                  </a:lnTo>
                  <a:lnTo>
                    <a:pt x="154366" y="213876"/>
                  </a:lnTo>
                  <a:lnTo>
                    <a:pt x="154495" y="213804"/>
                  </a:lnTo>
                  <a:lnTo>
                    <a:pt x="154500" y="213516"/>
                  </a:lnTo>
                  <a:lnTo>
                    <a:pt x="154595" y="213164"/>
                  </a:lnTo>
                  <a:lnTo>
                    <a:pt x="154637" y="212556"/>
                  </a:lnTo>
                  <a:lnTo>
                    <a:pt x="154410" y="212381"/>
                  </a:lnTo>
                  <a:lnTo>
                    <a:pt x="154708" y="211859"/>
                  </a:lnTo>
                  <a:lnTo>
                    <a:pt x="154884" y="211533"/>
                  </a:lnTo>
                  <a:lnTo>
                    <a:pt x="155342" y="210396"/>
                  </a:lnTo>
                  <a:lnTo>
                    <a:pt x="155288" y="210112"/>
                  </a:lnTo>
                  <a:lnTo>
                    <a:pt x="154727" y="210130"/>
                  </a:lnTo>
                  <a:lnTo>
                    <a:pt x="154587" y="210210"/>
                  </a:lnTo>
                  <a:lnTo>
                    <a:pt x="154440" y="210311"/>
                  </a:lnTo>
                  <a:lnTo>
                    <a:pt x="154102" y="210320"/>
                  </a:lnTo>
                  <a:lnTo>
                    <a:pt x="153814" y="209883"/>
                  </a:lnTo>
                  <a:lnTo>
                    <a:pt x="153848" y="209507"/>
                  </a:lnTo>
                  <a:lnTo>
                    <a:pt x="154254" y="209295"/>
                  </a:lnTo>
                  <a:lnTo>
                    <a:pt x="154026" y="208798"/>
                  </a:lnTo>
                  <a:lnTo>
                    <a:pt x="153819" y="208478"/>
                  </a:lnTo>
                  <a:lnTo>
                    <a:pt x="153379" y="208238"/>
                  </a:lnTo>
                  <a:lnTo>
                    <a:pt x="153081" y="208187"/>
                  </a:lnTo>
                  <a:lnTo>
                    <a:pt x="152709" y="208024"/>
                  </a:lnTo>
                  <a:lnTo>
                    <a:pt x="152592" y="207777"/>
                  </a:lnTo>
                  <a:lnTo>
                    <a:pt x="152397" y="207065"/>
                  </a:lnTo>
                  <a:lnTo>
                    <a:pt x="152725" y="206265"/>
                  </a:lnTo>
                  <a:lnTo>
                    <a:pt x="152837" y="206044"/>
                  </a:lnTo>
                  <a:lnTo>
                    <a:pt x="153381" y="205442"/>
                  </a:lnTo>
                  <a:lnTo>
                    <a:pt x="154089" y="205370"/>
                  </a:lnTo>
                  <a:lnTo>
                    <a:pt x="154369" y="205816"/>
                  </a:lnTo>
                  <a:lnTo>
                    <a:pt x="154632" y="205670"/>
                  </a:lnTo>
                  <a:lnTo>
                    <a:pt x="155143" y="204947"/>
                  </a:lnTo>
                  <a:lnTo>
                    <a:pt x="155391" y="204719"/>
                  </a:lnTo>
                  <a:lnTo>
                    <a:pt x="155791" y="204483"/>
                  </a:lnTo>
                  <a:lnTo>
                    <a:pt x="156083" y="204548"/>
                  </a:lnTo>
                  <a:lnTo>
                    <a:pt x="156234" y="204508"/>
                  </a:lnTo>
                  <a:lnTo>
                    <a:pt x="156419" y="204460"/>
                  </a:lnTo>
                  <a:lnTo>
                    <a:pt x="156924" y="204104"/>
                  </a:lnTo>
                  <a:lnTo>
                    <a:pt x="157135" y="203966"/>
                  </a:lnTo>
                  <a:lnTo>
                    <a:pt x="157293" y="203944"/>
                  </a:lnTo>
                  <a:lnTo>
                    <a:pt x="157818" y="204697"/>
                  </a:lnTo>
                  <a:lnTo>
                    <a:pt x="157867" y="204969"/>
                  </a:lnTo>
                  <a:lnTo>
                    <a:pt x="158027" y="205432"/>
                  </a:lnTo>
                  <a:lnTo>
                    <a:pt x="158287" y="205564"/>
                  </a:lnTo>
                  <a:lnTo>
                    <a:pt x="158501" y="206274"/>
                  </a:lnTo>
                  <a:lnTo>
                    <a:pt x="159150" y="205977"/>
                  </a:lnTo>
                  <a:lnTo>
                    <a:pt x="159560" y="205755"/>
                  </a:lnTo>
                  <a:lnTo>
                    <a:pt x="159812" y="206038"/>
                  </a:lnTo>
                  <a:lnTo>
                    <a:pt x="160421" y="205908"/>
                  </a:lnTo>
                  <a:lnTo>
                    <a:pt x="160289" y="205612"/>
                  </a:lnTo>
                  <a:lnTo>
                    <a:pt x="160283" y="205425"/>
                  </a:lnTo>
                  <a:lnTo>
                    <a:pt x="160298" y="205152"/>
                  </a:lnTo>
                  <a:lnTo>
                    <a:pt x="160140" y="204845"/>
                  </a:lnTo>
                  <a:lnTo>
                    <a:pt x="160079" y="204701"/>
                  </a:lnTo>
                  <a:lnTo>
                    <a:pt x="159987" y="204466"/>
                  </a:lnTo>
                  <a:lnTo>
                    <a:pt x="159895" y="204226"/>
                  </a:lnTo>
                  <a:lnTo>
                    <a:pt x="159879" y="203954"/>
                  </a:lnTo>
                  <a:lnTo>
                    <a:pt x="159884" y="203734"/>
                  </a:lnTo>
                  <a:lnTo>
                    <a:pt x="160011" y="203436"/>
                  </a:lnTo>
                  <a:lnTo>
                    <a:pt x="160066" y="203307"/>
                  </a:lnTo>
                  <a:lnTo>
                    <a:pt x="160275" y="202840"/>
                  </a:lnTo>
                  <a:lnTo>
                    <a:pt x="160088" y="202408"/>
                  </a:lnTo>
                  <a:lnTo>
                    <a:pt x="160032" y="201977"/>
                  </a:lnTo>
                  <a:lnTo>
                    <a:pt x="160003" y="201710"/>
                  </a:lnTo>
                  <a:lnTo>
                    <a:pt x="160354" y="201559"/>
                  </a:lnTo>
                  <a:lnTo>
                    <a:pt x="160699" y="201597"/>
                  </a:lnTo>
                  <a:lnTo>
                    <a:pt x="161008" y="201490"/>
                  </a:lnTo>
                  <a:lnTo>
                    <a:pt x="161620" y="201128"/>
                  </a:lnTo>
                  <a:lnTo>
                    <a:pt x="161623" y="200732"/>
                  </a:lnTo>
                  <a:lnTo>
                    <a:pt x="161616" y="200601"/>
                  </a:lnTo>
                  <a:lnTo>
                    <a:pt x="161467" y="200346"/>
                  </a:lnTo>
                  <a:lnTo>
                    <a:pt x="161541" y="200044"/>
                  </a:lnTo>
                  <a:lnTo>
                    <a:pt x="161677" y="199871"/>
                  </a:lnTo>
                  <a:lnTo>
                    <a:pt x="162620" y="200308"/>
                  </a:lnTo>
                  <a:lnTo>
                    <a:pt x="162533" y="200658"/>
                  </a:lnTo>
                  <a:lnTo>
                    <a:pt x="162746" y="200973"/>
                  </a:lnTo>
                  <a:lnTo>
                    <a:pt x="163270" y="200795"/>
                  </a:lnTo>
                  <a:lnTo>
                    <a:pt x="163400" y="200706"/>
                  </a:lnTo>
                  <a:lnTo>
                    <a:pt x="162949" y="200458"/>
                  </a:lnTo>
                  <a:lnTo>
                    <a:pt x="163005" y="200250"/>
                  </a:lnTo>
                  <a:lnTo>
                    <a:pt x="163335" y="199608"/>
                  </a:lnTo>
                  <a:lnTo>
                    <a:pt x="163644" y="199359"/>
                  </a:lnTo>
                  <a:lnTo>
                    <a:pt x="164012" y="199319"/>
                  </a:lnTo>
                  <a:lnTo>
                    <a:pt x="164159" y="199659"/>
                  </a:lnTo>
                  <a:lnTo>
                    <a:pt x="164279" y="199938"/>
                  </a:lnTo>
                  <a:lnTo>
                    <a:pt x="164094" y="200240"/>
                  </a:lnTo>
                  <a:lnTo>
                    <a:pt x="163790" y="200365"/>
                  </a:lnTo>
                  <a:lnTo>
                    <a:pt x="163596" y="200828"/>
                  </a:lnTo>
                  <a:lnTo>
                    <a:pt x="163911" y="200912"/>
                  </a:lnTo>
                  <a:lnTo>
                    <a:pt x="164220" y="200890"/>
                  </a:lnTo>
                  <a:lnTo>
                    <a:pt x="164979" y="200369"/>
                  </a:lnTo>
                  <a:lnTo>
                    <a:pt x="165156" y="199898"/>
                  </a:lnTo>
                  <a:lnTo>
                    <a:pt x="165242" y="199571"/>
                  </a:lnTo>
                  <a:lnTo>
                    <a:pt x="166126" y="199540"/>
                  </a:lnTo>
                  <a:lnTo>
                    <a:pt x="166373" y="199584"/>
                  </a:lnTo>
                  <a:lnTo>
                    <a:pt x="166744" y="199650"/>
                  </a:lnTo>
                  <a:lnTo>
                    <a:pt x="167476" y="199862"/>
                  </a:lnTo>
                  <a:lnTo>
                    <a:pt x="167617" y="199910"/>
                  </a:lnTo>
                  <a:lnTo>
                    <a:pt x="167554" y="200218"/>
                  </a:lnTo>
                  <a:lnTo>
                    <a:pt x="167640" y="200400"/>
                  </a:lnTo>
                  <a:lnTo>
                    <a:pt x="168135" y="199947"/>
                  </a:lnTo>
                  <a:lnTo>
                    <a:pt x="168455" y="200064"/>
                  </a:lnTo>
                  <a:lnTo>
                    <a:pt x="168808" y="200108"/>
                  </a:lnTo>
                  <a:lnTo>
                    <a:pt x="168980" y="200055"/>
                  </a:lnTo>
                  <a:lnTo>
                    <a:pt x="169351" y="199755"/>
                  </a:lnTo>
                  <a:lnTo>
                    <a:pt x="169911" y="199797"/>
                  </a:lnTo>
                  <a:lnTo>
                    <a:pt x="170017" y="200205"/>
                  </a:lnTo>
                  <a:lnTo>
                    <a:pt x="170380" y="200921"/>
                  </a:lnTo>
                  <a:lnTo>
                    <a:pt x="170197" y="201289"/>
                  </a:lnTo>
                  <a:lnTo>
                    <a:pt x="170079" y="201525"/>
                  </a:lnTo>
                  <a:lnTo>
                    <a:pt x="169982" y="201917"/>
                  </a:lnTo>
                  <a:lnTo>
                    <a:pt x="169951" y="202073"/>
                  </a:lnTo>
                  <a:lnTo>
                    <a:pt x="170027" y="202422"/>
                  </a:lnTo>
                  <a:lnTo>
                    <a:pt x="170592" y="202433"/>
                  </a:lnTo>
                  <a:lnTo>
                    <a:pt x="171441" y="202597"/>
                  </a:lnTo>
                  <a:lnTo>
                    <a:pt x="170993" y="202951"/>
                  </a:lnTo>
                  <a:lnTo>
                    <a:pt x="170841" y="203303"/>
                  </a:lnTo>
                  <a:lnTo>
                    <a:pt x="170763" y="203484"/>
                  </a:lnTo>
                  <a:lnTo>
                    <a:pt x="170745" y="203719"/>
                  </a:lnTo>
                  <a:lnTo>
                    <a:pt x="170756" y="204122"/>
                  </a:lnTo>
                  <a:lnTo>
                    <a:pt x="170863" y="204619"/>
                  </a:lnTo>
                  <a:lnTo>
                    <a:pt x="171147" y="205022"/>
                  </a:lnTo>
                  <a:lnTo>
                    <a:pt x="170997" y="205621"/>
                  </a:lnTo>
                  <a:lnTo>
                    <a:pt x="171151" y="205970"/>
                  </a:lnTo>
                  <a:lnTo>
                    <a:pt x="171657" y="206131"/>
                  </a:lnTo>
                  <a:lnTo>
                    <a:pt x="172290" y="206490"/>
                  </a:lnTo>
                  <a:lnTo>
                    <a:pt x="172648" y="206493"/>
                  </a:lnTo>
                  <a:lnTo>
                    <a:pt x="172789" y="206098"/>
                  </a:lnTo>
                  <a:lnTo>
                    <a:pt x="172777" y="205709"/>
                  </a:lnTo>
                  <a:lnTo>
                    <a:pt x="172695" y="205571"/>
                  </a:lnTo>
                  <a:lnTo>
                    <a:pt x="173414" y="204773"/>
                  </a:lnTo>
                  <a:lnTo>
                    <a:pt x="173604" y="204604"/>
                  </a:lnTo>
                  <a:lnTo>
                    <a:pt x="173769" y="204549"/>
                  </a:lnTo>
                  <a:lnTo>
                    <a:pt x="174533" y="204412"/>
                  </a:lnTo>
                  <a:lnTo>
                    <a:pt x="174955" y="204170"/>
                  </a:lnTo>
                  <a:lnTo>
                    <a:pt x="175123" y="204069"/>
                  </a:lnTo>
                  <a:lnTo>
                    <a:pt x="175529" y="204058"/>
                  </a:lnTo>
                  <a:lnTo>
                    <a:pt x="176069" y="204003"/>
                  </a:lnTo>
                  <a:lnTo>
                    <a:pt x="176268" y="203980"/>
                  </a:lnTo>
                  <a:lnTo>
                    <a:pt x="176633" y="203368"/>
                  </a:lnTo>
                  <a:lnTo>
                    <a:pt x="176944" y="203184"/>
                  </a:lnTo>
                  <a:lnTo>
                    <a:pt x="177119" y="202999"/>
                  </a:lnTo>
                  <a:lnTo>
                    <a:pt x="176538" y="202445"/>
                  </a:lnTo>
                  <a:lnTo>
                    <a:pt x="176533" y="202096"/>
                  </a:lnTo>
                  <a:lnTo>
                    <a:pt x="176717" y="202052"/>
                  </a:lnTo>
                  <a:lnTo>
                    <a:pt x="177798" y="201882"/>
                  </a:lnTo>
                  <a:lnTo>
                    <a:pt x="178294" y="202018"/>
                  </a:lnTo>
                  <a:lnTo>
                    <a:pt x="178585" y="201882"/>
                  </a:lnTo>
                  <a:lnTo>
                    <a:pt x="178850" y="201732"/>
                  </a:lnTo>
                  <a:lnTo>
                    <a:pt x="179043" y="201592"/>
                  </a:lnTo>
                  <a:lnTo>
                    <a:pt x="179490" y="201275"/>
                  </a:lnTo>
                  <a:lnTo>
                    <a:pt x="179416" y="200771"/>
                  </a:lnTo>
                  <a:lnTo>
                    <a:pt x="179592" y="200250"/>
                  </a:lnTo>
                  <a:lnTo>
                    <a:pt x="179950" y="199819"/>
                  </a:lnTo>
                  <a:lnTo>
                    <a:pt x="180547" y="199819"/>
                  </a:lnTo>
                  <a:lnTo>
                    <a:pt x="180544" y="199450"/>
                  </a:lnTo>
                  <a:lnTo>
                    <a:pt x="180429" y="199094"/>
                  </a:lnTo>
                  <a:lnTo>
                    <a:pt x="180399" y="198862"/>
                  </a:lnTo>
                  <a:lnTo>
                    <a:pt x="180345" y="198438"/>
                  </a:lnTo>
                  <a:lnTo>
                    <a:pt x="180403" y="198283"/>
                  </a:lnTo>
                  <a:lnTo>
                    <a:pt x="180726" y="197638"/>
                  </a:lnTo>
                  <a:lnTo>
                    <a:pt x="181111" y="197158"/>
                  </a:lnTo>
                  <a:lnTo>
                    <a:pt x="181605" y="196466"/>
                  </a:lnTo>
                  <a:lnTo>
                    <a:pt x="181265" y="196191"/>
                  </a:lnTo>
                  <a:lnTo>
                    <a:pt x="181050" y="196184"/>
                  </a:lnTo>
                  <a:lnTo>
                    <a:pt x="180712" y="196078"/>
                  </a:lnTo>
                  <a:lnTo>
                    <a:pt x="180120" y="195709"/>
                  </a:lnTo>
                  <a:lnTo>
                    <a:pt x="179969" y="194914"/>
                  </a:lnTo>
                  <a:lnTo>
                    <a:pt x="179843" y="194550"/>
                  </a:lnTo>
                  <a:lnTo>
                    <a:pt x="179699" y="194335"/>
                  </a:lnTo>
                  <a:lnTo>
                    <a:pt x="179269" y="194003"/>
                  </a:lnTo>
                  <a:lnTo>
                    <a:pt x="178786" y="194059"/>
                  </a:lnTo>
                  <a:lnTo>
                    <a:pt x="178529" y="194083"/>
                  </a:lnTo>
                  <a:lnTo>
                    <a:pt x="178252" y="193951"/>
                  </a:lnTo>
                  <a:lnTo>
                    <a:pt x="178161" y="193732"/>
                  </a:lnTo>
                  <a:lnTo>
                    <a:pt x="178063" y="193430"/>
                  </a:lnTo>
                  <a:lnTo>
                    <a:pt x="178002" y="193179"/>
                  </a:lnTo>
                  <a:lnTo>
                    <a:pt x="178799" y="192108"/>
                  </a:lnTo>
                  <a:lnTo>
                    <a:pt x="179017" y="191997"/>
                  </a:lnTo>
                  <a:lnTo>
                    <a:pt x="179182" y="191975"/>
                  </a:lnTo>
                  <a:lnTo>
                    <a:pt x="179439" y="191753"/>
                  </a:lnTo>
                  <a:lnTo>
                    <a:pt x="179486" y="191556"/>
                  </a:lnTo>
                  <a:lnTo>
                    <a:pt x="179432" y="191054"/>
                  </a:lnTo>
                  <a:lnTo>
                    <a:pt x="179416" y="190907"/>
                  </a:lnTo>
                  <a:lnTo>
                    <a:pt x="179214" y="190538"/>
                  </a:lnTo>
                  <a:lnTo>
                    <a:pt x="179033" y="190533"/>
                  </a:lnTo>
                  <a:lnTo>
                    <a:pt x="178630" y="190130"/>
                  </a:lnTo>
                  <a:lnTo>
                    <a:pt x="178581" y="189928"/>
                  </a:lnTo>
                  <a:lnTo>
                    <a:pt x="178440" y="189336"/>
                  </a:lnTo>
                  <a:lnTo>
                    <a:pt x="178307" y="188623"/>
                  </a:lnTo>
                  <a:lnTo>
                    <a:pt x="178554" y="188237"/>
                  </a:lnTo>
                  <a:lnTo>
                    <a:pt x="179037" y="188573"/>
                  </a:lnTo>
                  <a:lnTo>
                    <a:pt x="179408" y="188815"/>
                  </a:lnTo>
                  <a:lnTo>
                    <a:pt x="179771" y="188725"/>
                  </a:lnTo>
                  <a:lnTo>
                    <a:pt x="180326" y="188541"/>
                  </a:lnTo>
                  <a:lnTo>
                    <a:pt x="180484" y="188219"/>
                  </a:lnTo>
                  <a:lnTo>
                    <a:pt x="180597" y="187737"/>
                  </a:lnTo>
                  <a:lnTo>
                    <a:pt x="180768" y="187407"/>
                  </a:lnTo>
                  <a:lnTo>
                    <a:pt x="180840" y="187242"/>
                  </a:lnTo>
                  <a:lnTo>
                    <a:pt x="180953" y="186982"/>
                  </a:lnTo>
                  <a:lnTo>
                    <a:pt x="180967" y="186698"/>
                  </a:lnTo>
                  <a:lnTo>
                    <a:pt x="180733" y="186432"/>
                  </a:lnTo>
                  <a:lnTo>
                    <a:pt x="180584" y="186418"/>
                  </a:lnTo>
                  <a:lnTo>
                    <a:pt x="180292" y="186435"/>
                  </a:lnTo>
                  <a:lnTo>
                    <a:pt x="180062" y="186039"/>
                  </a:lnTo>
                  <a:lnTo>
                    <a:pt x="180083" y="185634"/>
                  </a:lnTo>
                  <a:lnTo>
                    <a:pt x="180177" y="184914"/>
                  </a:lnTo>
                  <a:lnTo>
                    <a:pt x="180047" y="184775"/>
                  </a:lnTo>
                  <a:lnTo>
                    <a:pt x="179915" y="184581"/>
                  </a:lnTo>
                  <a:lnTo>
                    <a:pt x="179809" y="184354"/>
                  </a:lnTo>
                  <a:lnTo>
                    <a:pt x="179744" y="184065"/>
                  </a:lnTo>
                  <a:lnTo>
                    <a:pt x="179779" y="183899"/>
                  </a:lnTo>
                  <a:lnTo>
                    <a:pt x="180013" y="183596"/>
                  </a:lnTo>
                  <a:lnTo>
                    <a:pt x="180213" y="183529"/>
                  </a:lnTo>
                  <a:lnTo>
                    <a:pt x="180500" y="183445"/>
                  </a:lnTo>
                  <a:lnTo>
                    <a:pt x="181168" y="183323"/>
                  </a:lnTo>
                  <a:lnTo>
                    <a:pt x="181824" y="182732"/>
                  </a:lnTo>
                  <a:lnTo>
                    <a:pt x="181897" y="182910"/>
                  </a:lnTo>
                  <a:lnTo>
                    <a:pt x="182727" y="183304"/>
                  </a:lnTo>
                  <a:lnTo>
                    <a:pt x="182673" y="184250"/>
                  </a:lnTo>
                  <a:lnTo>
                    <a:pt x="183197" y="184521"/>
                  </a:lnTo>
                  <a:lnTo>
                    <a:pt x="183756" y="184395"/>
                  </a:lnTo>
                  <a:lnTo>
                    <a:pt x="183909" y="184337"/>
                  </a:lnTo>
                  <a:lnTo>
                    <a:pt x="184185" y="184133"/>
                  </a:lnTo>
                  <a:lnTo>
                    <a:pt x="184563" y="183837"/>
                  </a:lnTo>
                  <a:lnTo>
                    <a:pt x="184892" y="183531"/>
                  </a:lnTo>
                  <a:lnTo>
                    <a:pt x="185231" y="183250"/>
                  </a:lnTo>
                  <a:lnTo>
                    <a:pt x="185633" y="183222"/>
                  </a:lnTo>
                  <a:lnTo>
                    <a:pt x="185770" y="183282"/>
                  </a:lnTo>
                  <a:lnTo>
                    <a:pt x="185916" y="183268"/>
                  </a:lnTo>
                  <a:lnTo>
                    <a:pt x="186682" y="182591"/>
                  </a:lnTo>
                  <a:lnTo>
                    <a:pt x="186851" y="182180"/>
                  </a:lnTo>
                  <a:lnTo>
                    <a:pt x="187106" y="181883"/>
                  </a:lnTo>
                  <a:lnTo>
                    <a:pt x="187368" y="181832"/>
                  </a:lnTo>
                  <a:lnTo>
                    <a:pt x="187800" y="182071"/>
                  </a:lnTo>
                  <a:lnTo>
                    <a:pt x="187903" y="182486"/>
                  </a:lnTo>
                  <a:close/>
                </a:path>
              </a:pathLst>
            </a:custGeom>
            <a:solidFill>
              <a:srgbClr val="F3B28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4068802" y="6014739"/>
              <a:ext cx="184457" cy="183873"/>
            </a:xfrm>
            <a:custGeom>
              <a:avLst/>
              <a:pathLst>
                <a:path w="184457" h="183873">
                  <a:moveTo>
                    <a:pt x="182879" y="182879"/>
                  </a:moveTo>
                  <a:lnTo>
                    <a:pt x="183342" y="182576"/>
                  </a:lnTo>
                  <a:lnTo>
                    <a:pt x="184039" y="182240"/>
                  </a:lnTo>
                  <a:lnTo>
                    <a:pt x="184262" y="182285"/>
                  </a:lnTo>
                  <a:lnTo>
                    <a:pt x="184423" y="182538"/>
                  </a:lnTo>
                  <a:lnTo>
                    <a:pt x="184457" y="183031"/>
                  </a:lnTo>
                  <a:lnTo>
                    <a:pt x="184278" y="183392"/>
                  </a:lnTo>
                  <a:lnTo>
                    <a:pt x="183833" y="183765"/>
                  </a:lnTo>
                  <a:lnTo>
                    <a:pt x="183532" y="183841"/>
                  </a:lnTo>
                  <a:lnTo>
                    <a:pt x="183136" y="183873"/>
                  </a:lnTo>
                  <a:lnTo>
                    <a:pt x="182852" y="183765"/>
                  </a:lnTo>
                  <a:lnTo>
                    <a:pt x="182712" y="183512"/>
                  </a:lnTo>
                  <a:lnTo>
                    <a:pt x="182718" y="183240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4083933" y="5979831"/>
              <a:ext cx="184561" cy="183227"/>
            </a:xfrm>
            <a:custGeom>
              <a:avLst/>
              <a:pathLst>
                <a:path w="184561" h="183227">
                  <a:moveTo>
                    <a:pt x="182879" y="182879"/>
                  </a:moveTo>
                  <a:lnTo>
                    <a:pt x="182631" y="182886"/>
                  </a:lnTo>
                  <a:lnTo>
                    <a:pt x="182426" y="182943"/>
                  </a:lnTo>
                  <a:lnTo>
                    <a:pt x="182177" y="182999"/>
                  </a:lnTo>
                  <a:lnTo>
                    <a:pt x="181895" y="182969"/>
                  </a:lnTo>
                  <a:lnTo>
                    <a:pt x="181845" y="182658"/>
                  </a:lnTo>
                  <a:lnTo>
                    <a:pt x="181906" y="182450"/>
                  </a:lnTo>
                  <a:lnTo>
                    <a:pt x="182126" y="182184"/>
                  </a:lnTo>
                  <a:lnTo>
                    <a:pt x="182877" y="181893"/>
                  </a:lnTo>
                  <a:lnTo>
                    <a:pt x="183127" y="181813"/>
                  </a:lnTo>
                  <a:lnTo>
                    <a:pt x="183400" y="181745"/>
                  </a:lnTo>
                  <a:lnTo>
                    <a:pt x="183706" y="181678"/>
                  </a:lnTo>
                  <a:lnTo>
                    <a:pt x="183966" y="181660"/>
                  </a:lnTo>
                  <a:lnTo>
                    <a:pt x="184258" y="181716"/>
                  </a:lnTo>
                  <a:lnTo>
                    <a:pt x="184435" y="181881"/>
                  </a:lnTo>
                  <a:lnTo>
                    <a:pt x="184533" y="182092"/>
                  </a:lnTo>
                  <a:lnTo>
                    <a:pt x="184561" y="182377"/>
                  </a:lnTo>
                  <a:lnTo>
                    <a:pt x="184546" y="182561"/>
                  </a:lnTo>
                  <a:lnTo>
                    <a:pt x="184486" y="182720"/>
                  </a:lnTo>
                  <a:lnTo>
                    <a:pt x="184313" y="183101"/>
                  </a:lnTo>
                  <a:lnTo>
                    <a:pt x="184103" y="183227"/>
                  </a:lnTo>
                  <a:lnTo>
                    <a:pt x="183888" y="183227"/>
                  </a:lnTo>
                  <a:lnTo>
                    <a:pt x="183596" y="183108"/>
                  </a:lnTo>
                  <a:lnTo>
                    <a:pt x="183241" y="182976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4081675" y="5945601"/>
              <a:ext cx="183322" cy="183805"/>
            </a:xfrm>
            <a:custGeom>
              <a:avLst/>
              <a:pathLst>
                <a:path w="183322" h="183805">
                  <a:moveTo>
                    <a:pt x="182879" y="182879"/>
                  </a:moveTo>
                  <a:lnTo>
                    <a:pt x="183025" y="182945"/>
                  </a:lnTo>
                  <a:lnTo>
                    <a:pt x="183159" y="183046"/>
                  </a:lnTo>
                  <a:lnTo>
                    <a:pt x="183281" y="183222"/>
                  </a:lnTo>
                  <a:lnTo>
                    <a:pt x="183322" y="183408"/>
                  </a:lnTo>
                  <a:lnTo>
                    <a:pt x="183213" y="183750"/>
                  </a:lnTo>
                  <a:lnTo>
                    <a:pt x="182895" y="183805"/>
                  </a:lnTo>
                  <a:lnTo>
                    <a:pt x="182475" y="183253"/>
                  </a:lnTo>
                  <a:lnTo>
                    <a:pt x="182434" y="183042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4085032" y="5945494"/>
              <a:ext cx="184026" cy="183943"/>
            </a:xfrm>
            <a:custGeom>
              <a:avLst/>
              <a:pathLst>
                <a:path w="184026" h="183943">
                  <a:moveTo>
                    <a:pt x="182879" y="182879"/>
                  </a:moveTo>
                  <a:lnTo>
                    <a:pt x="182320" y="183101"/>
                  </a:lnTo>
                  <a:lnTo>
                    <a:pt x="181952" y="183351"/>
                  </a:lnTo>
                  <a:lnTo>
                    <a:pt x="181653" y="183554"/>
                  </a:lnTo>
                  <a:lnTo>
                    <a:pt x="181127" y="183788"/>
                  </a:lnTo>
                  <a:lnTo>
                    <a:pt x="180728" y="183914"/>
                  </a:lnTo>
                  <a:lnTo>
                    <a:pt x="180365" y="183943"/>
                  </a:lnTo>
                  <a:lnTo>
                    <a:pt x="180187" y="183791"/>
                  </a:lnTo>
                  <a:lnTo>
                    <a:pt x="180104" y="183419"/>
                  </a:lnTo>
                  <a:lnTo>
                    <a:pt x="180053" y="183110"/>
                  </a:lnTo>
                  <a:lnTo>
                    <a:pt x="180170" y="182927"/>
                  </a:lnTo>
                  <a:lnTo>
                    <a:pt x="180451" y="183020"/>
                  </a:lnTo>
                  <a:lnTo>
                    <a:pt x="180723" y="183039"/>
                  </a:lnTo>
                  <a:lnTo>
                    <a:pt x="181096" y="183072"/>
                  </a:lnTo>
                  <a:lnTo>
                    <a:pt x="181257" y="182965"/>
                  </a:lnTo>
                  <a:lnTo>
                    <a:pt x="181373" y="182832"/>
                  </a:lnTo>
                  <a:lnTo>
                    <a:pt x="181562" y="182479"/>
                  </a:lnTo>
                  <a:lnTo>
                    <a:pt x="181838" y="182263"/>
                  </a:lnTo>
                  <a:lnTo>
                    <a:pt x="182147" y="182122"/>
                  </a:lnTo>
                  <a:lnTo>
                    <a:pt x="182397" y="182104"/>
                  </a:lnTo>
                  <a:lnTo>
                    <a:pt x="182624" y="182097"/>
                  </a:lnTo>
                  <a:lnTo>
                    <a:pt x="182841" y="182003"/>
                  </a:lnTo>
                  <a:lnTo>
                    <a:pt x="182914" y="181721"/>
                  </a:lnTo>
                  <a:lnTo>
                    <a:pt x="182762" y="181434"/>
                  </a:lnTo>
                  <a:lnTo>
                    <a:pt x="182376" y="181449"/>
                  </a:lnTo>
                  <a:lnTo>
                    <a:pt x="182138" y="181481"/>
                  </a:lnTo>
                  <a:lnTo>
                    <a:pt x="181817" y="181609"/>
                  </a:lnTo>
                  <a:lnTo>
                    <a:pt x="181542" y="181775"/>
                  </a:lnTo>
                  <a:lnTo>
                    <a:pt x="181165" y="181927"/>
                  </a:lnTo>
                  <a:lnTo>
                    <a:pt x="180790" y="182004"/>
                  </a:lnTo>
                  <a:lnTo>
                    <a:pt x="180390" y="182106"/>
                  </a:lnTo>
                  <a:lnTo>
                    <a:pt x="179967" y="182294"/>
                  </a:lnTo>
                  <a:lnTo>
                    <a:pt x="179782" y="182474"/>
                  </a:lnTo>
                  <a:lnTo>
                    <a:pt x="179494" y="182739"/>
                  </a:lnTo>
                  <a:lnTo>
                    <a:pt x="179271" y="182900"/>
                  </a:lnTo>
                  <a:lnTo>
                    <a:pt x="179012" y="183024"/>
                  </a:lnTo>
                  <a:lnTo>
                    <a:pt x="178844" y="182921"/>
                  </a:lnTo>
                  <a:lnTo>
                    <a:pt x="178621" y="182719"/>
                  </a:lnTo>
                  <a:lnTo>
                    <a:pt x="178605" y="182422"/>
                  </a:lnTo>
                  <a:lnTo>
                    <a:pt x="178748" y="182068"/>
                  </a:lnTo>
                  <a:lnTo>
                    <a:pt x="179227" y="181919"/>
                  </a:lnTo>
                  <a:lnTo>
                    <a:pt x="179650" y="181719"/>
                  </a:lnTo>
                  <a:lnTo>
                    <a:pt x="179889" y="181663"/>
                  </a:lnTo>
                  <a:lnTo>
                    <a:pt x="180553" y="181382"/>
                  </a:lnTo>
                  <a:lnTo>
                    <a:pt x="180966" y="181096"/>
                  </a:lnTo>
                  <a:lnTo>
                    <a:pt x="181437" y="180799"/>
                  </a:lnTo>
                  <a:lnTo>
                    <a:pt x="181962" y="180651"/>
                  </a:lnTo>
                  <a:lnTo>
                    <a:pt x="182575" y="180579"/>
                  </a:lnTo>
                  <a:lnTo>
                    <a:pt x="183017" y="180614"/>
                  </a:lnTo>
                  <a:lnTo>
                    <a:pt x="183442" y="180858"/>
                  </a:lnTo>
                  <a:lnTo>
                    <a:pt x="183843" y="181225"/>
                  </a:lnTo>
                  <a:lnTo>
                    <a:pt x="184026" y="181710"/>
                  </a:lnTo>
                  <a:lnTo>
                    <a:pt x="183996" y="182067"/>
                  </a:lnTo>
                  <a:lnTo>
                    <a:pt x="183831" y="182347"/>
                  </a:lnTo>
                  <a:lnTo>
                    <a:pt x="183439" y="182658"/>
                  </a:lnTo>
                  <a:lnTo>
                    <a:pt x="183176" y="182788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3997823" y="5885968"/>
              <a:ext cx="183151" cy="182879"/>
            </a:xfrm>
            <a:custGeom>
              <a:avLst/>
              <a:pathLst>
                <a:path w="183151" h="182879">
                  <a:moveTo>
                    <a:pt x="182879" y="182879"/>
                  </a:moveTo>
                  <a:lnTo>
                    <a:pt x="183151" y="182811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3984606" y="5884046"/>
              <a:ext cx="183065" cy="183372"/>
            </a:xfrm>
            <a:custGeom>
              <a:avLst/>
              <a:pathLst>
                <a:path w="183065" h="183372">
                  <a:moveTo>
                    <a:pt x="182879" y="182879"/>
                  </a:moveTo>
                  <a:lnTo>
                    <a:pt x="183065" y="183372"/>
                  </a:lnTo>
                  <a:lnTo>
                    <a:pt x="182803" y="183332"/>
                  </a:lnTo>
                  <a:lnTo>
                    <a:pt x="182796" y="183178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3996355" y="5884115"/>
              <a:ext cx="182901" cy="183317"/>
            </a:xfrm>
            <a:custGeom>
              <a:avLst/>
              <a:pathLst>
                <a:path w="182901" h="183317">
                  <a:moveTo>
                    <a:pt x="182879" y="182879"/>
                  </a:moveTo>
                  <a:lnTo>
                    <a:pt x="182901" y="183317"/>
                  </a:lnTo>
                  <a:lnTo>
                    <a:pt x="182730" y="183168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3982316" y="5883252"/>
              <a:ext cx="183470" cy="183475"/>
            </a:xfrm>
            <a:custGeom>
              <a:avLst/>
              <a:pathLst>
                <a:path w="183470" h="183475">
                  <a:moveTo>
                    <a:pt x="182879" y="182879"/>
                  </a:moveTo>
                  <a:lnTo>
                    <a:pt x="183150" y="182526"/>
                  </a:lnTo>
                  <a:lnTo>
                    <a:pt x="183332" y="182833"/>
                  </a:lnTo>
                  <a:lnTo>
                    <a:pt x="183470" y="183218"/>
                  </a:lnTo>
                  <a:lnTo>
                    <a:pt x="183173" y="183475"/>
                  </a:lnTo>
                  <a:lnTo>
                    <a:pt x="182791" y="183299"/>
                  </a:lnTo>
                  <a:lnTo>
                    <a:pt x="182837" y="183112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3988032" y="5883025"/>
              <a:ext cx="183222" cy="182879"/>
            </a:xfrm>
            <a:custGeom>
              <a:avLst/>
              <a:pathLst>
                <a:path w="183222" h="182879">
                  <a:moveTo>
                    <a:pt x="182879" y="182879"/>
                  </a:moveTo>
                  <a:lnTo>
                    <a:pt x="183222" y="182862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4000792" y="5879065"/>
              <a:ext cx="183494" cy="183336"/>
            </a:xfrm>
            <a:custGeom>
              <a:avLst/>
              <a:pathLst>
                <a:path w="183494" h="183336">
                  <a:moveTo>
                    <a:pt x="182879" y="182879"/>
                  </a:moveTo>
                  <a:lnTo>
                    <a:pt x="183295" y="182825"/>
                  </a:lnTo>
                  <a:lnTo>
                    <a:pt x="183494" y="182969"/>
                  </a:lnTo>
                  <a:lnTo>
                    <a:pt x="183437" y="183212"/>
                  </a:lnTo>
                  <a:lnTo>
                    <a:pt x="183122" y="183336"/>
                  </a:lnTo>
                  <a:lnTo>
                    <a:pt x="182892" y="183087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4029155" y="5861486"/>
              <a:ext cx="183277" cy="183009"/>
            </a:xfrm>
            <a:custGeom>
              <a:avLst/>
              <a:pathLst>
                <a:path w="183277" h="183009">
                  <a:moveTo>
                    <a:pt x="182879" y="182879"/>
                  </a:moveTo>
                  <a:lnTo>
                    <a:pt x="183180" y="182812"/>
                  </a:lnTo>
                  <a:lnTo>
                    <a:pt x="183277" y="183009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4034856" y="5860117"/>
              <a:ext cx="183818" cy="183464"/>
            </a:xfrm>
            <a:custGeom>
              <a:avLst/>
              <a:pathLst>
                <a:path w="183818" h="183464">
                  <a:moveTo>
                    <a:pt x="182879" y="182879"/>
                  </a:moveTo>
                  <a:lnTo>
                    <a:pt x="182960" y="182744"/>
                  </a:lnTo>
                  <a:lnTo>
                    <a:pt x="183212" y="182476"/>
                  </a:lnTo>
                  <a:lnTo>
                    <a:pt x="183411" y="182506"/>
                  </a:lnTo>
                  <a:lnTo>
                    <a:pt x="183770" y="182712"/>
                  </a:lnTo>
                  <a:lnTo>
                    <a:pt x="183818" y="182917"/>
                  </a:lnTo>
                  <a:lnTo>
                    <a:pt x="183695" y="183190"/>
                  </a:lnTo>
                  <a:lnTo>
                    <a:pt x="183402" y="183464"/>
                  </a:lnTo>
                  <a:lnTo>
                    <a:pt x="183010" y="183462"/>
                  </a:lnTo>
                  <a:lnTo>
                    <a:pt x="182956" y="183330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4034697" y="5858911"/>
              <a:ext cx="183336" cy="183661"/>
            </a:xfrm>
            <a:custGeom>
              <a:avLst/>
              <a:pathLst>
                <a:path w="183336" h="183661">
                  <a:moveTo>
                    <a:pt x="182879" y="182879"/>
                  </a:moveTo>
                  <a:lnTo>
                    <a:pt x="183085" y="182864"/>
                  </a:lnTo>
                  <a:lnTo>
                    <a:pt x="183258" y="183235"/>
                  </a:lnTo>
                  <a:lnTo>
                    <a:pt x="183336" y="183601"/>
                  </a:lnTo>
                  <a:lnTo>
                    <a:pt x="182954" y="183661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4039623" y="5834168"/>
              <a:ext cx="182893" cy="183707"/>
            </a:xfrm>
            <a:custGeom>
              <a:avLst/>
              <a:pathLst>
                <a:path w="182893" h="183707">
                  <a:moveTo>
                    <a:pt x="182879" y="182879"/>
                  </a:moveTo>
                  <a:lnTo>
                    <a:pt x="182893" y="183250"/>
                  </a:lnTo>
                  <a:lnTo>
                    <a:pt x="182845" y="183388"/>
                  </a:lnTo>
                  <a:lnTo>
                    <a:pt x="182700" y="183519"/>
                  </a:lnTo>
                  <a:lnTo>
                    <a:pt x="182397" y="183707"/>
                  </a:lnTo>
                  <a:lnTo>
                    <a:pt x="182186" y="183602"/>
                  </a:lnTo>
                  <a:lnTo>
                    <a:pt x="182165" y="183247"/>
                  </a:lnTo>
                  <a:lnTo>
                    <a:pt x="182576" y="182895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4048681" y="5786933"/>
              <a:ext cx="195923" cy="283383"/>
            </a:xfrm>
            <a:custGeom>
              <a:avLst/>
              <a:pathLst>
                <a:path w="195923" h="283383">
                  <a:moveTo>
                    <a:pt x="182879" y="182879"/>
                  </a:moveTo>
                  <a:lnTo>
                    <a:pt x="183173" y="183372"/>
                  </a:lnTo>
                  <a:lnTo>
                    <a:pt x="183920" y="183961"/>
                  </a:lnTo>
                  <a:lnTo>
                    <a:pt x="185209" y="184218"/>
                  </a:lnTo>
                  <a:lnTo>
                    <a:pt x="185657" y="184455"/>
                  </a:lnTo>
                  <a:lnTo>
                    <a:pt x="186205" y="184695"/>
                  </a:lnTo>
                  <a:lnTo>
                    <a:pt x="187225" y="184631"/>
                  </a:lnTo>
                  <a:lnTo>
                    <a:pt x="187445" y="184675"/>
                  </a:lnTo>
                  <a:lnTo>
                    <a:pt x="187781" y="184761"/>
                  </a:lnTo>
                  <a:lnTo>
                    <a:pt x="188000" y="184754"/>
                  </a:lnTo>
                  <a:lnTo>
                    <a:pt x="188462" y="184628"/>
                  </a:lnTo>
                  <a:lnTo>
                    <a:pt x="188787" y="184517"/>
                  </a:lnTo>
                  <a:lnTo>
                    <a:pt x="189306" y="184498"/>
                  </a:lnTo>
                  <a:lnTo>
                    <a:pt x="191032" y="184441"/>
                  </a:lnTo>
                  <a:lnTo>
                    <a:pt x="191682" y="185765"/>
                  </a:lnTo>
                  <a:lnTo>
                    <a:pt x="191682" y="186653"/>
                  </a:lnTo>
                  <a:lnTo>
                    <a:pt x="191711" y="186978"/>
                  </a:lnTo>
                  <a:lnTo>
                    <a:pt x="191879" y="187592"/>
                  </a:lnTo>
                  <a:lnTo>
                    <a:pt x="191972" y="187881"/>
                  </a:lnTo>
                  <a:lnTo>
                    <a:pt x="192110" y="188311"/>
                  </a:lnTo>
                  <a:lnTo>
                    <a:pt x="192246" y="188733"/>
                  </a:lnTo>
                  <a:lnTo>
                    <a:pt x="192414" y="189212"/>
                  </a:lnTo>
                  <a:lnTo>
                    <a:pt x="192563" y="189922"/>
                  </a:lnTo>
                  <a:lnTo>
                    <a:pt x="192770" y="190589"/>
                  </a:lnTo>
                  <a:lnTo>
                    <a:pt x="192962" y="191354"/>
                  </a:lnTo>
                  <a:lnTo>
                    <a:pt x="193144" y="191961"/>
                  </a:lnTo>
                  <a:lnTo>
                    <a:pt x="193360" y="192682"/>
                  </a:lnTo>
                  <a:lnTo>
                    <a:pt x="193477" y="193075"/>
                  </a:lnTo>
                  <a:lnTo>
                    <a:pt x="193699" y="193950"/>
                  </a:lnTo>
                  <a:lnTo>
                    <a:pt x="193725" y="194203"/>
                  </a:lnTo>
                  <a:lnTo>
                    <a:pt x="193739" y="194349"/>
                  </a:lnTo>
                  <a:lnTo>
                    <a:pt x="193772" y="195602"/>
                  </a:lnTo>
                  <a:lnTo>
                    <a:pt x="193824" y="196303"/>
                  </a:lnTo>
                  <a:lnTo>
                    <a:pt x="193837" y="197897"/>
                  </a:lnTo>
                  <a:lnTo>
                    <a:pt x="193872" y="198082"/>
                  </a:lnTo>
                  <a:lnTo>
                    <a:pt x="193861" y="198340"/>
                  </a:lnTo>
                  <a:lnTo>
                    <a:pt x="193914" y="199013"/>
                  </a:lnTo>
                  <a:lnTo>
                    <a:pt x="194036" y="199995"/>
                  </a:lnTo>
                  <a:lnTo>
                    <a:pt x="194119" y="200402"/>
                  </a:lnTo>
                  <a:lnTo>
                    <a:pt x="194206" y="200825"/>
                  </a:lnTo>
                  <a:lnTo>
                    <a:pt x="194807" y="201443"/>
                  </a:lnTo>
                  <a:lnTo>
                    <a:pt x="195007" y="201620"/>
                  </a:lnTo>
                  <a:lnTo>
                    <a:pt x="195037" y="201780"/>
                  </a:lnTo>
                  <a:lnTo>
                    <a:pt x="195337" y="202138"/>
                  </a:lnTo>
                  <a:lnTo>
                    <a:pt x="195364" y="202550"/>
                  </a:lnTo>
                  <a:lnTo>
                    <a:pt x="195253" y="202885"/>
                  </a:lnTo>
                  <a:lnTo>
                    <a:pt x="195369" y="203128"/>
                  </a:lnTo>
                  <a:lnTo>
                    <a:pt x="195398" y="203419"/>
                  </a:lnTo>
                  <a:lnTo>
                    <a:pt x="195550" y="203679"/>
                  </a:lnTo>
                  <a:lnTo>
                    <a:pt x="195770" y="203539"/>
                  </a:lnTo>
                  <a:lnTo>
                    <a:pt x="195923" y="203631"/>
                  </a:lnTo>
                  <a:lnTo>
                    <a:pt x="195711" y="203958"/>
                  </a:lnTo>
                  <a:lnTo>
                    <a:pt x="195272" y="204016"/>
                  </a:lnTo>
                  <a:lnTo>
                    <a:pt x="194622" y="203668"/>
                  </a:lnTo>
                  <a:lnTo>
                    <a:pt x="194384" y="203653"/>
                  </a:lnTo>
                  <a:lnTo>
                    <a:pt x="193980" y="203626"/>
                  </a:lnTo>
                  <a:lnTo>
                    <a:pt x="193610" y="203604"/>
                  </a:lnTo>
                  <a:lnTo>
                    <a:pt x="193133" y="203616"/>
                  </a:lnTo>
                  <a:lnTo>
                    <a:pt x="192864" y="203890"/>
                  </a:lnTo>
                  <a:lnTo>
                    <a:pt x="192370" y="204799"/>
                  </a:lnTo>
                  <a:lnTo>
                    <a:pt x="192276" y="204972"/>
                  </a:lnTo>
                  <a:lnTo>
                    <a:pt x="192146" y="205141"/>
                  </a:lnTo>
                  <a:lnTo>
                    <a:pt x="191630" y="205680"/>
                  </a:lnTo>
                  <a:lnTo>
                    <a:pt x="191478" y="205828"/>
                  </a:lnTo>
                  <a:lnTo>
                    <a:pt x="191300" y="205935"/>
                  </a:lnTo>
                  <a:lnTo>
                    <a:pt x="190879" y="206254"/>
                  </a:lnTo>
                  <a:lnTo>
                    <a:pt x="190714" y="206343"/>
                  </a:lnTo>
                  <a:lnTo>
                    <a:pt x="190344" y="206483"/>
                  </a:lnTo>
                  <a:lnTo>
                    <a:pt x="190021" y="206692"/>
                  </a:lnTo>
                  <a:lnTo>
                    <a:pt x="189744" y="207031"/>
                  </a:lnTo>
                  <a:lnTo>
                    <a:pt x="189698" y="207170"/>
                  </a:lnTo>
                  <a:lnTo>
                    <a:pt x="189498" y="207453"/>
                  </a:lnTo>
                  <a:lnTo>
                    <a:pt x="189247" y="207618"/>
                  </a:lnTo>
                  <a:lnTo>
                    <a:pt x="189055" y="207942"/>
                  </a:lnTo>
                  <a:lnTo>
                    <a:pt x="188858" y="208268"/>
                  </a:lnTo>
                  <a:lnTo>
                    <a:pt x="188503" y="208629"/>
                  </a:lnTo>
                  <a:lnTo>
                    <a:pt x="188405" y="208912"/>
                  </a:lnTo>
                  <a:lnTo>
                    <a:pt x="188184" y="209038"/>
                  </a:lnTo>
                  <a:lnTo>
                    <a:pt x="187983" y="209264"/>
                  </a:lnTo>
                  <a:lnTo>
                    <a:pt x="187985" y="209431"/>
                  </a:lnTo>
                  <a:lnTo>
                    <a:pt x="187861" y="209662"/>
                  </a:lnTo>
                  <a:lnTo>
                    <a:pt x="187507" y="210020"/>
                  </a:lnTo>
                  <a:lnTo>
                    <a:pt x="187169" y="210015"/>
                  </a:lnTo>
                  <a:lnTo>
                    <a:pt x="186793" y="209765"/>
                  </a:lnTo>
                  <a:lnTo>
                    <a:pt x="186543" y="209540"/>
                  </a:lnTo>
                  <a:lnTo>
                    <a:pt x="186604" y="209203"/>
                  </a:lnTo>
                  <a:lnTo>
                    <a:pt x="186576" y="209018"/>
                  </a:lnTo>
                  <a:lnTo>
                    <a:pt x="186523" y="208850"/>
                  </a:lnTo>
                  <a:lnTo>
                    <a:pt x="186389" y="208703"/>
                  </a:lnTo>
                  <a:lnTo>
                    <a:pt x="186182" y="208480"/>
                  </a:lnTo>
                  <a:lnTo>
                    <a:pt x="185945" y="208152"/>
                  </a:lnTo>
                  <a:lnTo>
                    <a:pt x="186448" y="208303"/>
                  </a:lnTo>
                  <a:lnTo>
                    <a:pt x="186288" y="207951"/>
                  </a:lnTo>
                  <a:lnTo>
                    <a:pt x="186119" y="207911"/>
                  </a:lnTo>
                  <a:lnTo>
                    <a:pt x="185787" y="207926"/>
                  </a:lnTo>
                  <a:lnTo>
                    <a:pt x="185722" y="207747"/>
                  </a:lnTo>
                  <a:lnTo>
                    <a:pt x="185701" y="207494"/>
                  </a:lnTo>
                  <a:lnTo>
                    <a:pt x="185732" y="207337"/>
                  </a:lnTo>
                  <a:lnTo>
                    <a:pt x="185928" y="207102"/>
                  </a:lnTo>
                  <a:lnTo>
                    <a:pt x="185994" y="206910"/>
                  </a:lnTo>
                  <a:lnTo>
                    <a:pt x="185982" y="206659"/>
                  </a:lnTo>
                  <a:lnTo>
                    <a:pt x="185855" y="206463"/>
                  </a:lnTo>
                  <a:lnTo>
                    <a:pt x="185592" y="205981"/>
                  </a:lnTo>
                  <a:lnTo>
                    <a:pt x="185769" y="205799"/>
                  </a:lnTo>
                  <a:lnTo>
                    <a:pt x="185997" y="205566"/>
                  </a:lnTo>
                  <a:lnTo>
                    <a:pt x="186177" y="205450"/>
                  </a:lnTo>
                  <a:lnTo>
                    <a:pt x="186507" y="205270"/>
                  </a:lnTo>
                  <a:lnTo>
                    <a:pt x="186853" y="205490"/>
                  </a:lnTo>
                  <a:lnTo>
                    <a:pt x="186988" y="205577"/>
                  </a:lnTo>
                  <a:lnTo>
                    <a:pt x="187631" y="205534"/>
                  </a:lnTo>
                  <a:lnTo>
                    <a:pt x="187818" y="205359"/>
                  </a:lnTo>
                  <a:lnTo>
                    <a:pt x="187716" y="205165"/>
                  </a:lnTo>
                  <a:lnTo>
                    <a:pt x="187717" y="204985"/>
                  </a:lnTo>
                  <a:lnTo>
                    <a:pt x="188238" y="204649"/>
                  </a:lnTo>
                  <a:lnTo>
                    <a:pt x="188273" y="204437"/>
                  </a:lnTo>
                  <a:lnTo>
                    <a:pt x="188229" y="204097"/>
                  </a:lnTo>
                  <a:lnTo>
                    <a:pt x="188250" y="203960"/>
                  </a:lnTo>
                  <a:lnTo>
                    <a:pt x="188354" y="203749"/>
                  </a:lnTo>
                  <a:lnTo>
                    <a:pt x="188741" y="203422"/>
                  </a:lnTo>
                  <a:lnTo>
                    <a:pt x="189087" y="203441"/>
                  </a:lnTo>
                  <a:lnTo>
                    <a:pt x="188972" y="203372"/>
                  </a:lnTo>
                  <a:lnTo>
                    <a:pt x="188770" y="203288"/>
                  </a:lnTo>
                  <a:lnTo>
                    <a:pt x="188626" y="203298"/>
                  </a:lnTo>
                  <a:lnTo>
                    <a:pt x="188231" y="203502"/>
                  </a:lnTo>
                  <a:lnTo>
                    <a:pt x="188200" y="203936"/>
                  </a:lnTo>
                  <a:lnTo>
                    <a:pt x="188188" y="204404"/>
                  </a:lnTo>
                  <a:lnTo>
                    <a:pt x="188112" y="204706"/>
                  </a:lnTo>
                  <a:lnTo>
                    <a:pt x="187841" y="204847"/>
                  </a:lnTo>
                  <a:lnTo>
                    <a:pt x="187211" y="204504"/>
                  </a:lnTo>
                  <a:lnTo>
                    <a:pt x="186530" y="204470"/>
                  </a:lnTo>
                  <a:lnTo>
                    <a:pt x="186288" y="204519"/>
                  </a:lnTo>
                  <a:lnTo>
                    <a:pt x="186136" y="204436"/>
                  </a:lnTo>
                  <a:lnTo>
                    <a:pt x="185994" y="204447"/>
                  </a:lnTo>
                  <a:lnTo>
                    <a:pt x="185137" y="204579"/>
                  </a:lnTo>
                  <a:lnTo>
                    <a:pt x="184874" y="204758"/>
                  </a:lnTo>
                  <a:lnTo>
                    <a:pt x="184663" y="204794"/>
                  </a:lnTo>
                  <a:lnTo>
                    <a:pt x="184262" y="204846"/>
                  </a:lnTo>
                  <a:lnTo>
                    <a:pt x="184218" y="204616"/>
                  </a:lnTo>
                  <a:lnTo>
                    <a:pt x="183975" y="204366"/>
                  </a:lnTo>
                  <a:lnTo>
                    <a:pt x="183663" y="204537"/>
                  </a:lnTo>
                  <a:lnTo>
                    <a:pt x="183430" y="204698"/>
                  </a:lnTo>
                  <a:lnTo>
                    <a:pt x="183149" y="204705"/>
                  </a:lnTo>
                  <a:lnTo>
                    <a:pt x="182824" y="204619"/>
                  </a:lnTo>
                  <a:lnTo>
                    <a:pt x="182707" y="204773"/>
                  </a:lnTo>
                  <a:lnTo>
                    <a:pt x="182903" y="204954"/>
                  </a:lnTo>
                  <a:lnTo>
                    <a:pt x="183049" y="205010"/>
                  </a:lnTo>
                  <a:lnTo>
                    <a:pt x="183078" y="204812"/>
                  </a:lnTo>
                  <a:lnTo>
                    <a:pt x="183517" y="204809"/>
                  </a:lnTo>
                  <a:lnTo>
                    <a:pt x="183545" y="205021"/>
                  </a:lnTo>
                  <a:lnTo>
                    <a:pt x="183820" y="205369"/>
                  </a:lnTo>
                  <a:lnTo>
                    <a:pt x="183975" y="205451"/>
                  </a:lnTo>
                  <a:lnTo>
                    <a:pt x="184151" y="205443"/>
                  </a:lnTo>
                  <a:lnTo>
                    <a:pt x="184366" y="206262"/>
                  </a:lnTo>
                  <a:lnTo>
                    <a:pt x="184426" y="206488"/>
                  </a:lnTo>
                  <a:lnTo>
                    <a:pt x="185008" y="206934"/>
                  </a:lnTo>
                  <a:lnTo>
                    <a:pt x="185259" y="207062"/>
                  </a:lnTo>
                  <a:lnTo>
                    <a:pt x="185302" y="207525"/>
                  </a:lnTo>
                  <a:lnTo>
                    <a:pt x="185425" y="207792"/>
                  </a:lnTo>
                  <a:lnTo>
                    <a:pt x="185593" y="208083"/>
                  </a:lnTo>
                  <a:lnTo>
                    <a:pt x="186186" y="209012"/>
                  </a:lnTo>
                  <a:lnTo>
                    <a:pt x="186227" y="209385"/>
                  </a:lnTo>
                  <a:lnTo>
                    <a:pt x="186180" y="209730"/>
                  </a:lnTo>
                  <a:lnTo>
                    <a:pt x="185865" y="209598"/>
                  </a:lnTo>
                  <a:lnTo>
                    <a:pt x="185736" y="209044"/>
                  </a:lnTo>
                  <a:lnTo>
                    <a:pt x="185532" y="209077"/>
                  </a:lnTo>
                  <a:lnTo>
                    <a:pt x="185260" y="209224"/>
                  </a:lnTo>
                  <a:lnTo>
                    <a:pt x="185028" y="209426"/>
                  </a:lnTo>
                  <a:lnTo>
                    <a:pt x="184880" y="209600"/>
                  </a:lnTo>
                  <a:lnTo>
                    <a:pt x="184747" y="209877"/>
                  </a:lnTo>
                  <a:lnTo>
                    <a:pt x="184697" y="210172"/>
                  </a:lnTo>
                  <a:lnTo>
                    <a:pt x="184698" y="210446"/>
                  </a:lnTo>
                  <a:lnTo>
                    <a:pt x="184763" y="210722"/>
                  </a:lnTo>
                  <a:lnTo>
                    <a:pt x="184820" y="210966"/>
                  </a:lnTo>
                  <a:lnTo>
                    <a:pt x="184835" y="211352"/>
                  </a:lnTo>
                  <a:lnTo>
                    <a:pt x="184637" y="212176"/>
                  </a:lnTo>
                  <a:lnTo>
                    <a:pt x="184269" y="212445"/>
                  </a:lnTo>
                  <a:lnTo>
                    <a:pt x="183943" y="212959"/>
                  </a:lnTo>
                  <a:lnTo>
                    <a:pt x="183780" y="213155"/>
                  </a:lnTo>
                  <a:lnTo>
                    <a:pt x="183433" y="213431"/>
                  </a:lnTo>
                  <a:lnTo>
                    <a:pt x="183219" y="213499"/>
                  </a:lnTo>
                  <a:lnTo>
                    <a:pt x="182871" y="213803"/>
                  </a:lnTo>
                  <a:lnTo>
                    <a:pt x="182584" y="213723"/>
                  </a:lnTo>
                  <a:lnTo>
                    <a:pt x="182743" y="214074"/>
                  </a:lnTo>
                  <a:lnTo>
                    <a:pt x="183059" y="213885"/>
                  </a:lnTo>
                  <a:lnTo>
                    <a:pt x="183221" y="214058"/>
                  </a:lnTo>
                  <a:lnTo>
                    <a:pt x="182972" y="214286"/>
                  </a:lnTo>
                  <a:lnTo>
                    <a:pt x="182798" y="214515"/>
                  </a:lnTo>
                  <a:lnTo>
                    <a:pt x="182704" y="214842"/>
                  </a:lnTo>
                  <a:lnTo>
                    <a:pt x="182667" y="215194"/>
                  </a:lnTo>
                  <a:lnTo>
                    <a:pt x="182551" y="215331"/>
                  </a:lnTo>
                  <a:lnTo>
                    <a:pt x="182253" y="215601"/>
                  </a:lnTo>
                  <a:lnTo>
                    <a:pt x="181948" y="215735"/>
                  </a:lnTo>
                  <a:lnTo>
                    <a:pt x="181659" y="215862"/>
                  </a:lnTo>
                  <a:lnTo>
                    <a:pt x="181309" y="216201"/>
                  </a:lnTo>
                  <a:lnTo>
                    <a:pt x="180946" y="216067"/>
                  </a:lnTo>
                  <a:lnTo>
                    <a:pt x="180725" y="215949"/>
                  </a:lnTo>
                  <a:lnTo>
                    <a:pt x="180501" y="215926"/>
                  </a:lnTo>
                  <a:lnTo>
                    <a:pt x="180139" y="215936"/>
                  </a:lnTo>
                  <a:lnTo>
                    <a:pt x="179705" y="216132"/>
                  </a:lnTo>
                  <a:lnTo>
                    <a:pt x="179219" y="216511"/>
                  </a:lnTo>
                  <a:lnTo>
                    <a:pt x="179099" y="216639"/>
                  </a:lnTo>
                  <a:lnTo>
                    <a:pt x="178926" y="216824"/>
                  </a:lnTo>
                  <a:lnTo>
                    <a:pt x="178594" y="217178"/>
                  </a:lnTo>
                  <a:lnTo>
                    <a:pt x="178370" y="217761"/>
                  </a:lnTo>
                  <a:lnTo>
                    <a:pt x="178399" y="217938"/>
                  </a:lnTo>
                  <a:lnTo>
                    <a:pt x="178423" y="218088"/>
                  </a:lnTo>
                  <a:lnTo>
                    <a:pt x="178373" y="218363"/>
                  </a:lnTo>
                  <a:lnTo>
                    <a:pt x="178288" y="218518"/>
                  </a:lnTo>
                  <a:lnTo>
                    <a:pt x="178283" y="218774"/>
                  </a:lnTo>
                  <a:lnTo>
                    <a:pt x="178339" y="218918"/>
                  </a:lnTo>
                  <a:lnTo>
                    <a:pt x="178475" y="219186"/>
                  </a:lnTo>
                  <a:lnTo>
                    <a:pt x="178506" y="219392"/>
                  </a:lnTo>
                  <a:lnTo>
                    <a:pt x="178627" y="219593"/>
                  </a:lnTo>
                  <a:lnTo>
                    <a:pt x="178834" y="219814"/>
                  </a:lnTo>
                  <a:lnTo>
                    <a:pt x="178952" y="219981"/>
                  </a:lnTo>
                  <a:lnTo>
                    <a:pt x="178982" y="220209"/>
                  </a:lnTo>
                  <a:lnTo>
                    <a:pt x="178861" y="220625"/>
                  </a:lnTo>
                  <a:lnTo>
                    <a:pt x="178630" y="221047"/>
                  </a:lnTo>
                  <a:lnTo>
                    <a:pt x="178285" y="221148"/>
                  </a:lnTo>
                  <a:lnTo>
                    <a:pt x="177661" y="221447"/>
                  </a:lnTo>
                  <a:lnTo>
                    <a:pt x="177457" y="221339"/>
                  </a:lnTo>
                  <a:lnTo>
                    <a:pt x="177272" y="221325"/>
                  </a:lnTo>
                  <a:lnTo>
                    <a:pt x="177091" y="221354"/>
                  </a:lnTo>
                  <a:lnTo>
                    <a:pt x="176913" y="221460"/>
                  </a:lnTo>
                  <a:lnTo>
                    <a:pt x="176768" y="221594"/>
                  </a:lnTo>
                  <a:lnTo>
                    <a:pt x="176669" y="221761"/>
                  </a:lnTo>
                  <a:lnTo>
                    <a:pt x="176576" y="221987"/>
                  </a:lnTo>
                  <a:lnTo>
                    <a:pt x="176544" y="222327"/>
                  </a:lnTo>
                  <a:lnTo>
                    <a:pt x="176551" y="222463"/>
                  </a:lnTo>
                  <a:lnTo>
                    <a:pt x="176560" y="222627"/>
                  </a:lnTo>
                  <a:lnTo>
                    <a:pt x="176757" y="222919"/>
                  </a:lnTo>
                  <a:lnTo>
                    <a:pt x="176828" y="223358"/>
                  </a:lnTo>
                  <a:lnTo>
                    <a:pt x="176763" y="223919"/>
                  </a:lnTo>
                  <a:lnTo>
                    <a:pt x="176691" y="224245"/>
                  </a:lnTo>
                  <a:lnTo>
                    <a:pt x="176598" y="224530"/>
                  </a:lnTo>
                  <a:lnTo>
                    <a:pt x="175986" y="225615"/>
                  </a:lnTo>
                  <a:lnTo>
                    <a:pt x="176130" y="225717"/>
                  </a:lnTo>
                  <a:lnTo>
                    <a:pt x="175929" y="225944"/>
                  </a:lnTo>
                  <a:lnTo>
                    <a:pt x="175773" y="226245"/>
                  </a:lnTo>
                  <a:lnTo>
                    <a:pt x="175710" y="226760"/>
                  </a:lnTo>
                  <a:lnTo>
                    <a:pt x="175610" y="227074"/>
                  </a:lnTo>
                  <a:lnTo>
                    <a:pt x="175499" y="227212"/>
                  </a:lnTo>
                  <a:lnTo>
                    <a:pt x="175355" y="227391"/>
                  </a:lnTo>
                  <a:lnTo>
                    <a:pt x="174955" y="227599"/>
                  </a:lnTo>
                  <a:lnTo>
                    <a:pt x="174846" y="227738"/>
                  </a:lnTo>
                  <a:lnTo>
                    <a:pt x="174738" y="227969"/>
                  </a:lnTo>
                  <a:lnTo>
                    <a:pt x="174556" y="228567"/>
                  </a:lnTo>
                  <a:lnTo>
                    <a:pt x="174235" y="229718"/>
                  </a:lnTo>
                  <a:lnTo>
                    <a:pt x="173996" y="229683"/>
                  </a:lnTo>
                  <a:lnTo>
                    <a:pt x="173356" y="230119"/>
                  </a:lnTo>
                  <a:lnTo>
                    <a:pt x="173041" y="230415"/>
                  </a:lnTo>
                  <a:lnTo>
                    <a:pt x="172952" y="230715"/>
                  </a:lnTo>
                  <a:lnTo>
                    <a:pt x="173058" y="230853"/>
                  </a:lnTo>
                  <a:lnTo>
                    <a:pt x="173206" y="231124"/>
                  </a:lnTo>
                  <a:lnTo>
                    <a:pt x="173272" y="231684"/>
                  </a:lnTo>
                  <a:lnTo>
                    <a:pt x="173315" y="231859"/>
                  </a:lnTo>
                  <a:lnTo>
                    <a:pt x="173160" y="232227"/>
                  </a:lnTo>
                  <a:lnTo>
                    <a:pt x="172784" y="232416"/>
                  </a:lnTo>
                  <a:lnTo>
                    <a:pt x="172774" y="232599"/>
                  </a:lnTo>
                  <a:lnTo>
                    <a:pt x="172938" y="233004"/>
                  </a:lnTo>
                  <a:lnTo>
                    <a:pt x="173231" y="233053"/>
                  </a:lnTo>
                  <a:lnTo>
                    <a:pt x="173301" y="232567"/>
                  </a:lnTo>
                  <a:lnTo>
                    <a:pt x="173458" y="231888"/>
                  </a:lnTo>
                  <a:lnTo>
                    <a:pt x="173316" y="231211"/>
                  </a:lnTo>
                  <a:lnTo>
                    <a:pt x="173517" y="230991"/>
                  </a:lnTo>
                  <a:lnTo>
                    <a:pt x="173848" y="231284"/>
                  </a:lnTo>
                  <a:lnTo>
                    <a:pt x="173822" y="231533"/>
                  </a:lnTo>
                  <a:lnTo>
                    <a:pt x="173804" y="231874"/>
                  </a:lnTo>
                  <a:lnTo>
                    <a:pt x="173763" y="232149"/>
                  </a:lnTo>
                  <a:lnTo>
                    <a:pt x="173701" y="232454"/>
                  </a:lnTo>
                  <a:lnTo>
                    <a:pt x="173685" y="232693"/>
                  </a:lnTo>
                  <a:lnTo>
                    <a:pt x="173636" y="233406"/>
                  </a:lnTo>
                  <a:lnTo>
                    <a:pt x="173627" y="233543"/>
                  </a:lnTo>
                  <a:lnTo>
                    <a:pt x="173527" y="234914"/>
                  </a:lnTo>
                  <a:lnTo>
                    <a:pt x="173474" y="235387"/>
                  </a:lnTo>
                  <a:lnTo>
                    <a:pt x="173371" y="235706"/>
                  </a:lnTo>
                  <a:lnTo>
                    <a:pt x="173061" y="235639"/>
                  </a:lnTo>
                  <a:lnTo>
                    <a:pt x="172240" y="235865"/>
                  </a:lnTo>
                  <a:lnTo>
                    <a:pt x="171953" y="236239"/>
                  </a:lnTo>
                  <a:lnTo>
                    <a:pt x="171891" y="236517"/>
                  </a:lnTo>
                  <a:lnTo>
                    <a:pt x="171809" y="236886"/>
                  </a:lnTo>
                  <a:lnTo>
                    <a:pt x="171650" y="237385"/>
                  </a:lnTo>
                  <a:lnTo>
                    <a:pt x="171555" y="237541"/>
                  </a:lnTo>
                  <a:lnTo>
                    <a:pt x="171387" y="237769"/>
                  </a:lnTo>
                  <a:lnTo>
                    <a:pt x="171137" y="238369"/>
                  </a:lnTo>
                  <a:lnTo>
                    <a:pt x="171004" y="238956"/>
                  </a:lnTo>
                  <a:lnTo>
                    <a:pt x="170890" y="239739"/>
                  </a:lnTo>
                  <a:lnTo>
                    <a:pt x="170850" y="240353"/>
                  </a:lnTo>
                  <a:lnTo>
                    <a:pt x="170848" y="240673"/>
                  </a:lnTo>
                  <a:lnTo>
                    <a:pt x="170847" y="240866"/>
                  </a:lnTo>
                  <a:lnTo>
                    <a:pt x="170772" y="241483"/>
                  </a:lnTo>
                  <a:lnTo>
                    <a:pt x="170784" y="242056"/>
                  </a:lnTo>
                  <a:lnTo>
                    <a:pt x="170789" y="242271"/>
                  </a:lnTo>
                  <a:lnTo>
                    <a:pt x="170773" y="242474"/>
                  </a:lnTo>
                  <a:lnTo>
                    <a:pt x="170826" y="242786"/>
                  </a:lnTo>
                  <a:lnTo>
                    <a:pt x="170846" y="242960"/>
                  </a:lnTo>
                  <a:lnTo>
                    <a:pt x="170891" y="243485"/>
                  </a:lnTo>
                  <a:lnTo>
                    <a:pt x="170871" y="244097"/>
                  </a:lnTo>
                  <a:lnTo>
                    <a:pt x="170760" y="243946"/>
                  </a:lnTo>
                  <a:lnTo>
                    <a:pt x="170632" y="243870"/>
                  </a:lnTo>
                  <a:lnTo>
                    <a:pt x="170349" y="243964"/>
                  </a:lnTo>
                  <a:lnTo>
                    <a:pt x="170055" y="244072"/>
                  </a:lnTo>
                  <a:lnTo>
                    <a:pt x="169853" y="244177"/>
                  </a:lnTo>
                  <a:lnTo>
                    <a:pt x="169338" y="244632"/>
                  </a:lnTo>
                  <a:lnTo>
                    <a:pt x="168752" y="244908"/>
                  </a:lnTo>
                  <a:lnTo>
                    <a:pt x="168679" y="244710"/>
                  </a:lnTo>
                  <a:lnTo>
                    <a:pt x="168612" y="245100"/>
                  </a:lnTo>
                  <a:lnTo>
                    <a:pt x="168630" y="245251"/>
                  </a:lnTo>
                  <a:lnTo>
                    <a:pt x="168686" y="245724"/>
                  </a:lnTo>
                  <a:lnTo>
                    <a:pt x="168808" y="246041"/>
                  </a:lnTo>
                  <a:lnTo>
                    <a:pt x="168588" y="246432"/>
                  </a:lnTo>
                  <a:lnTo>
                    <a:pt x="168283" y="246939"/>
                  </a:lnTo>
                  <a:lnTo>
                    <a:pt x="167684" y="246898"/>
                  </a:lnTo>
                  <a:lnTo>
                    <a:pt x="167255" y="246899"/>
                  </a:lnTo>
                  <a:lnTo>
                    <a:pt x="167214" y="247170"/>
                  </a:lnTo>
                  <a:lnTo>
                    <a:pt x="167225" y="247298"/>
                  </a:lnTo>
                  <a:lnTo>
                    <a:pt x="167170" y="247441"/>
                  </a:lnTo>
                  <a:lnTo>
                    <a:pt x="167112" y="247722"/>
                  </a:lnTo>
                  <a:lnTo>
                    <a:pt x="167154" y="247861"/>
                  </a:lnTo>
                  <a:lnTo>
                    <a:pt x="167383" y="248225"/>
                  </a:lnTo>
                  <a:lnTo>
                    <a:pt x="167813" y="248472"/>
                  </a:lnTo>
                  <a:lnTo>
                    <a:pt x="168249" y="248483"/>
                  </a:lnTo>
                  <a:lnTo>
                    <a:pt x="168403" y="248574"/>
                  </a:lnTo>
                  <a:lnTo>
                    <a:pt x="168581" y="248680"/>
                  </a:lnTo>
                  <a:lnTo>
                    <a:pt x="168760" y="248813"/>
                  </a:lnTo>
                  <a:lnTo>
                    <a:pt x="169081" y="248857"/>
                  </a:lnTo>
                  <a:lnTo>
                    <a:pt x="169806" y="249368"/>
                  </a:lnTo>
                  <a:lnTo>
                    <a:pt x="170094" y="249290"/>
                  </a:lnTo>
                  <a:lnTo>
                    <a:pt x="170263" y="248996"/>
                  </a:lnTo>
                  <a:lnTo>
                    <a:pt x="170393" y="248955"/>
                  </a:lnTo>
                  <a:lnTo>
                    <a:pt x="170630" y="248880"/>
                  </a:lnTo>
                  <a:lnTo>
                    <a:pt x="170849" y="248836"/>
                  </a:lnTo>
                  <a:lnTo>
                    <a:pt x="170813" y="248586"/>
                  </a:lnTo>
                  <a:lnTo>
                    <a:pt x="170569" y="248261"/>
                  </a:lnTo>
                  <a:lnTo>
                    <a:pt x="170487" y="247402"/>
                  </a:lnTo>
                  <a:lnTo>
                    <a:pt x="170349" y="246767"/>
                  </a:lnTo>
                  <a:lnTo>
                    <a:pt x="170003" y="246349"/>
                  </a:lnTo>
                  <a:lnTo>
                    <a:pt x="169945" y="245883"/>
                  </a:lnTo>
                  <a:lnTo>
                    <a:pt x="169872" y="245600"/>
                  </a:lnTo>
                  <a:lnTo>
                    <a:pt x="169849" y="245411"/>
                  </a:lnTo>
                  <a:lnTo>
                    <a:pt x="169835" y="245225"/>
                  </a:lnTo>
                  <a:lnTo>
                    <a:pt x="170144" y="244196"/>
                  </a:lnTo>
                  <a:lnTo>
                    <a:pt x="170333" y="244107"/>
                  </a:lnTo>
                  <a:lnTo>
                    <a:pt x="170722" y="244124"/>
                  </a:lnTo>
                  <a:lnTo>
                    <a:pt x="170900" y="244674"/>
                  </a:lnTo>
                  <a:lnTo>
                    <a:pt x="170899" y="245378"/>
                  </a:lnTo>
                  <a:lnTo>
                    <a:pt x="170940" y="245779"/>
                  </a:lnTo>
                  <a:lnTo>
                    <a:pt x="170998" y="246350"/>
                  </a:lnTo>
                  <a:lnTo>
                    <a:pt x="171032" y="246631"/>
                  </a:lnTo>
                  <a:lnTo>
                    <a:pt x="171170" y="247416"/>
                  </a:lnTo>
                  <a:lnTo>
                    <a:pt x="171366" y="248032"/>
                  </a:lnTo>
                  <a:lnTo>
                    <a:pt x="171414" y="248181"/>
                  </a:lnTo>
                  <a:lnTo>
                    <a:pt x="171493" y="248429"/>
                  </a:lnTo>
                  <a:lnTo>
                    <a:pt x="171534" y="248559"/>
                  </a:lnTo>
                  <a:lnTo>
                    <a:pt x="171601" y="248767"/>
                  </a:lnTo>
                  <a:lnTo>
                    <a:pt x="171684" y="249172"/>
                  </a:lnTo>
                  <a:lnTo>
                    <a:pt x="172195" y="249584"/>
                  </a:lnTo>
                  <a:lnTo>
                    <a:pt x="171977" y="249948"/>
                  </a:lnTo>
                  <a:lnTo>
                    <a:pt x="171797" y="249880"/>
                  </a:lnTo>
                  <a:lnTo>
                    <a:pt x="171756" y="249572"/>
                  </a:lnTo>
                  <a:lnTo>
                    <a:pt x="171600" y="249537"/>
                  </a:lnTo>
                  <a:lnTo>
                    <a:pt x="171392" y="249580"/>
                  </a:lnTo>
                  <a:lnTo>
                    <a:pt x="171075" y="249810"/>
                  </a:lnTo>
                  <a:lnTo>
                    <a:pt x="170943" y="249997"/>
                  </a:lnTo>
                  <a:lnTo>
                    <a:pt x="170764" y="250133"/>
                  </a:lnTo>
                  <a:lnTo>
                    <a:pt x="170568" y="249940"/>
                  </a:lnTo>
                  <a:lnTo>
                    <a:pt x="170211" y="250041"/>
                  </a:lnTo>
                  <a:lnTo>
                    <a:pt x="169910" y="250601"/>
                  </a:lnTo>
                  <a:lnTo>
                    <a:pt x="169688" y="250690"/>
                  </a:lnTo>
                  <a:lnTo>
                    <a:pt x="169686" y="250488"/>
                  </a:lnTo>
                  <a:lnTo>
                    <a:pt x="169443" y="250251"/>
                  </a:lnTo>
                  <a:lnTo>
                    <a:pt x="169251" y="250236"/>
                  </a:lnTo>
                  <a:lnTo>
                    <a:pt x="168937" y="250304"/>
                  </a:lnTo>
                  <a:lnTo>
                    <a:pt x="168797" y="250381"/>
                  </a:lnTo>
                  <a:lnTo>
                    <a:pt x="168564" y="250602"/>
                  </a:lnTo>
                  <a:lnTo>
                    <a:pt x="168427" y="250780"/>
                  </a:lnTo>
                  <a:lnTo>
                    <a:pt x="168300" y="251008"/>
                  </a:lnTo>
                  <a:lnTo>
                    <a:pt x="168020" y="251688"/>
                  </a:lnTo>
                  <a:lnTo>
                    <a:pt x="167328" y="252615"/>
                  </a:lnTo>
                  <a:lnTo>
                    <a:pt x="167161" y="252879"/>
                  </a:lnTo>
                  <a:lnTo>
                    <a:pt x="166994" y="253385"/>
                  </a:lnTo>
                  <a:lnTo>
                    <a:pt x="166933" y="253685"/>
                  </a:lnTo>
                  <a:lnTo>
                    <a:pt x="166889" y="253905"/>
                  </a:lnTo>
                  <a:lnTo>
                    <a:pt x="166856" y="255045"/>
                  </a:lnTo>
                  <a:lnTo>
                    <a:pt x="166804" y="255345"/>
                  </a:lnTo>
                  <a:lnTo>
                    <a:pt x="166686" y="255530"/>
                  </a:lnTo>
                  <a:lnTo>
                    <a:pt x="166201" y="256023"/>
                  </a:lnTo>
                  <a:lnTo>
                    <a:pt x="166126" y="256301"/>
                  </a:lnTo>
                  <a:lnTo>
                    <a:pt x="165944" y="256417"/>
                  </a:lnTo>
                  <a:lnTo>
                    <a:pt x="165360" y="255966"/>
                  </a:lnTo>
                  <a:lnTo>
                    <a:pt x="165179" y="255614"/>
                  </a:lnTo>
                  <a:lnTo>
                    <a:pt x="164971" y="255640"/>
                  </a:lnTo>
                  <a:lnTo>
                    <a:pt x="164700" y="255787"/>
                  </a:lnTo>
                  <a:lnTo>
                    <a:pt x="163588" y="256395"/>
                  </a:lnTo>
                  <a:lnTo>
                    <a:pt x="163307" y="256120"/>
                  </a:lnTo>
                  <a:lnTo>
                    <a:pt x="163184" y="255831"/>
                  </a:lnTo>
                  <a:lnTo>
                    <a:pt x="163009" y="255775"/>
                  </a:lnTo>
                  <a:lnTo>
                    <a:pt x="162758" y="255765"/>
                  </a:lnTo>
                  <a:lnTo>
                    <a:pt x="162615" y="255794"/>
                  </a:lnTo>
                  <a:lnTo>
                    <a:pt x="162411" y="255869"/>
                  </a:lnTo>
                  <a:lnTo>
                    <a:pt x="162034" y="256104"/>
                  </a:lnTo>
                  <a:lnTo>
                    <a:pt x="162353" y="255750"/>
                  </a:lnTo>
                  <a:lnTo>
                    <a:pt x="162556" y="255464"/>
                  </a:lnTo>
                  <a:lnTo>
                    <a:pt x="162912" y="255185"/>
                  </a:lnTo>
                  <a:lnTo>
                    <a:pt x="163164" y="255064"/>
                  </a:lnTo>
                  <a:lnTo>
                    <a:pt x="163582" y="254910"/>
                  </a:lnTo>
                  <a:lnTo>
                    <a:pt x="164078" y="255058"/>
                  </a:lnTo>
                  <a:lnTo>
                    <a:pt x="164211" y="255062"/>
                  </a:lnTo>
                  <a:lnTo>
                    <a:pt x="164570" y="255025"/>
                  </a:lnTo>
                  <a:lnTo>
                    <a:pt x="164753" y="254941"/>
                  </a:lnTo>
                  <a:lnTo>
                    <a:pt x="164908" y="254986"/>
                  </a:lnTo>
                  <a:lnTo>
                    <a:pt x="165118" y="255106"/>
                  </a:lnTo>
                  <a:lnTo>
                    <a:pt x="165585" y="255074"/>
                  </a:lnTo>
                  <a:lnTo>
                    <a:pt x="165811" y="254552"/>
                  </a:lnTo>
                  <a:lnTo>
                    <a:pt x="165951" y="254859"/>
                  </a:lnTo>
                  <a:lnTo>
                    <a:pt x="165964" y="255084"/>
                  </a:lnTo>
                  <a:lnTo>
                    <a:pt x="166018" y="255230"/>
                  </a:lnTo>
                  <a:lnTo>
                    <a:pt x="166169" y="255186"/>
                  </a:lnTo>
                  <a:lnTo>
                    <a:pt x="166165" y="254965"/>
                  </a:lnTo>
                  <a:lnTo>
                    <a:pt x="166247" y="254527"/>
                  </a:lnTo>
                  <a:lnTo>
                    <a:pt x="165795" y="254180"/>
                  </a:lnTo>
                  <a:lnTo>
                    <a:pt x="165651" y="254138"/>
                  </a:lnTo>
                  <a:lnTo>
                    <a:pt x="165103" y="254245"/>
                  </a:lnTo>
                  <a:lnTo>
                    <a:pt x="165337" y="255000"/>
                  </a:lnTo>
                  <a:lnTo>
                    <a:pt x="165168" y="254920"/>
                  </a:lnTo>
                  <a:lnTo>
                    <a:pt x="164894" y="254791"/>
                  </a:lnTo>
                  <a:lnTo>
                    <a:pt x="164693" y="254749"/>
                  </a:lnTo>
                  <a:lnTo>
                    <a:pt x="164412" y="254830"/>
                  </a:lnTo>
                  <a:lnTo>
                    <a:pt x="164257" y="254930"/>
                  </a:lnTo>
                  <a:lnTo>
                    <a:pt x="164081" y="254980"/>
                  </a:lnTo>
                  <a:lnTo>
                    <a:pt x="163790" y="254830"/>
                  </a:lnTo>
                  <a:lnTo>
                    <a:pt x="163457" y="254803"/>
                  </a:lnTo>
                  <a:lnTo>
                    <a:pt x="163103" y="254881"/>
                  </a:lnTo>
                  <a:lnTo>
                    <a:pt x="162551" y="255302"/>
                  </a:lnTo>
                  <a:lnTo>
                    <a:pt x="161927" y="256218"/>
                  </a:lnTo>
                  <a:lnTo>
                    <a:pt x="161657" y="256342"/>
                  </a:lnTo>
                  <a:lnTo>
                    <a:pt x="161238" y="256498"/>
                  </a:lnTo>
                  <a:lnTo>
                    <a:pt x="161084" y="256474"/>
                  </a:lnTo>
                  <a:lnTo>
                    <a:pt x="160987" y="256251"/>
                  </a:lnTo>
                  <a:lnTo>
                    <a:pt x="160607" y="256079"/>
                  </a:lnTo>
                  <a:lnTo>
                    <a:pt x="160455" y="256054"/>
                  </a:lnTo>
                  <a:lnTo>
                    <a:pt x="159920" y="255984"/>
                  </a:lnTo>
                  <a:lnTo>
                    <a:pt x="159469" y="256259"/>
                  </a:lnTo>
                  <a:lnTo>
                    <a:pt x="159238" y="256273"/>
                  </a:lnTo>
                  <a:lnTo>
                    <a:pt x="159002" y="256371"/>
                  </a:lnTo>
                  <a:lnTo>
                    <a:pt x="158703" y="256543"/>
                  </a:lnTo>
                  <a:lnTo>
                    <a:pt x="158117" y="257089"/>
                  </a:lnTo>
                  <a:lnTo>
                    <a:pt x="157515" y="257790"/>
                  </a:lnTo>
                  <a:lnTo>
                    <a:pt x="157274" y="258117"/>
                  </a:lnTo>
                  <a:lnTo>
                    <a:pt x="156850" y="258020"/>
                  </a:lnTo>
                  <a:lnTo>
                    <a:pt x="156693" y="258164"/>
                  </a:lnTo>
                  <a:lnTo>
                    <a:pt x="156513" y="258301"/>
                  </a:lnTo>
                  <a:lnTo>
                    <a:pt x="156286" y="258473"/>
                  </a:lnTo>
                  <a:lnTo>
                    <a:pt x="155914" y="258760"/>
                  </a:lnTo>
                  <a:lnTo>
                    <a:pt x="155643" y="259035"/>
                  </a:lnTo>
                  <a:lnTo>
                    <a:pt x="155471" y="259244"/>
                  </a:lnTo>
                  <a:lnTo>
                    <a:pt x="155370" y="259401"/>
                  </a:lnTo>
                  <a:lnTo>
                    <a:pt x="155220" y="259710"/>
                  </a:lnTo>
                  <a:lnTo>
                    <a:pt x="155044" y="260147"/>
                  </a:lnTo>
                  <a:lnTo>
                    <a:pt x="154907" y="260344"/>
                  </a:lnTo>
                  <a:lnTo>
                    <a:pt x="154542" y="260564"/>
                  </a:lnTo>
                  <a:lnTo>
                    <a:pt x="154172" y="260561"/>
                  </a:lnTo>
                  <a:lnTo>
                    <a:pt x="154003" y="260656"/>
                  </a:lnTo>
                  <a:lnTo>
                    <a:pt x="153729" y="261014"/>
                  </a:lnTo>
                  <a:lnTo>
                    <a:pt x="153597" y="261188"/>
                  </a:lnTo>
                  <a:lnTo>
                    <a:pt x="153431" y="261536"/>
                  </a:lnTo>
                  <a:lnTo>
                    <a:pt x="153283" y="261968"/>
                  </a:lnTo>
                  <a:lnTo>
                    <a:pt x="153127" y="262239"/>
                  </a:lnTo>
                  <a:lnTo>
                    <a:pt x="152842" y="262405"/>
                  </a:lnTo>
                  <a:lnTo>
                    <a:pt x="152585" y="262285"/>
                  </a:lnTo>
                  <a:lnTo>
                    <a:pt x="152405" y="262370"/>
                  </a:lnTo>
                  <a:lnTo>
                    <a:pt x="152161" y="262565"/>
                  </a:lnTo>
                  <a:lnTo>
                    <a:pt x="151839" y="262823"/>
                  </a:lnTo>
                  <a:lnTo>
                    <a:pt x="151478" y="263408"/>
                  </a:lnTo>
                  <a:lnTo>
                    <a:pt x="151277" y="263897"/>
                  </a:lnTo>
                  <a:lnTo>
                    <a:pt x="151213" y="264053"/>
                  </a:lnTo>
                  <a:lnTo>
                    <a:pt x="150858" y="265198"/>
                  </a:lnTo>
                  <a:lnTo>
                    <a:pt x="150776" y="265357"/>
                  </a:lnTo>
                  <a:lnTo>
                    <a:pt x="150684" y="265557"/>
                  </a:lnTo>
                  <a:lnTo>
                    <a:pt x="150535" y="266053"/>
                  </a:lnTo>
                  <a:lnTo>
                    <a:pt x="150261" y="267075"/>
                  </a:lnTo>
                  <a:lnTo>
                    <a:pt x="150024" y="268359"/>
                  </a:lnTo>
                  <a:lnTo>
                    <a:pt x="149879" y="269146"/>
                  </a:lnTo>
                  <a:lnTo>
                    <a:pt x="149845" y="269332"/>
                  </a:lnTo>
                  <a:lnTo>
                    <a:pt x="149621" y="269020"/>
                  </a:lnTo>
                  <a:lnTo>
                    <a:pt x="149619" y="268784"/>
                  </a:lnTo>
                  <a:lnTo>
                    <a:pt x="149559" y="268482"/>
                  </a:lnTo>
                  <a:lnTo>
                    <a:pt x="148792" y="268320"/>
                  </a:lnTo>
                  <a:lnTo>
                    <a:pt x="148454" y="268758"/>
                  </a:lnTo>
                  <a:lnTo>
                    <a:pt x="148720" y="269260"/>
                  </a:lnTo>
                  <a:lnTo>
                    <a:pt x="148870" y="269345"/>
                  </a:lnTo>
                  <a:lnTo>
                    <a:pt x="148606" y="269576"/>
                  </a:lnTo>
                  <a:lnTo>
                    <a:pt x="148147" y="269709"/>
                  </a:lnTo>
                  <a:lnTo>
                    <a:pt x="148039" y="269982"/>
                  </a:lnTo>
                  <a:lnTo>
                    <a:pt x="148136" y="270342"/>
                  </a:lnTo>
                  <a:lnTo>
                    <a:pt x="148243" y="270118"/>
                  </a:lnTo>
                  <a:lnTo>
                    <a:pt x="148179" y="269937"/>
                  </a:lnTo>
                  <a:lnTo>
                    <a:pt x="148460" y="269634"/>
                  </a:lnTo>
                  <a:lnTo>
                    <a:pt x="148637" y="269962"/>
                  </a:lnTo>
                  <a:lnTo>
                    <a:pt x="148822" y="270081"/>
                  </a:lnTo>
                  <a:lnTo>
                    <a:pt x="149109" y="270071"/>
                  </a:lnTo>
                  <a:lnTo>
                    <a:pt x="149259" y="270043"/>
                  </a:lnTo>
                  <a:lnTo>
                    <a:pt x="149407" y="270132"/>
                  </a:lnTo>
                  <a:lnTo>
                    <a:pt x="149223" y="270468"/>
                  </a:lnTo>
                  <a:lnTo>
                    <a:pt x="149160" y="270940"/>
                  </a:lnTo>
                  <a:lnTo>
                    <a:pt x="148843" y="271209"/>
                  </a:lnTo>
                  <a:lnTo>
                    <a:pt x="148371" y="271260"/>
                  </a:lnTo>
                  <a:lnTo>
                    <a:pt x="148032" y="271171"/>
                  </a:lnTo>
                  <a:lnTo>
                    <a:pt x="147822" y="271191"/>
                  </a:lnTo>
                  <a:lnTo>
                    <a:pt x="147577" y="271272"/>
                  </a:lnTo>
                  <a:lnTo>
                    <a:pt x="147445" y="271381"/>
                  </a:lnTo>
                  <a:lnTo>
                    <a:pt x="147148" y="271644"/>
                  </a:lnTo>
                  <a:lnTo>
                    <a:pt x="146508" y="271440"/>
                  </a:lnTo>
                  <a:lnTo>
                    <a:pt x="146180" y="271199"/>
                  </a:lnTo>
                  <a:lnTo>
                    <a:pt x="145982" y="271168"/>
                  </a:lnTo>
                  <a:lnTo>
                    <a:pt x="145623" y="271278"/>
                  </a:lnTo>
                  <a:lnTo>
                    <a:pt x="145263" y="271184"/>
                  </a:lnTo>
                  <a:lnTo>
                    <a:pt x="145049" y="271007"/>
                  </a:lnTo>
                  <a:lnTo>
                    <a:pt x="145112" y="270541"/>
                  </a:lnTo>
                  <a:lnTo>
                    <a:pt x="145073" y="269951"/>
                  </a:lnTo>
                  <a:lnTo>
                    <a:pt x="145252" y="269907"/>
                  </a:lnTo>
                  <a:lnTo>
                    <a:pt x="145490" y="270119"/>
                  </a:lnTo>
                  <a:lnTo>
                    <a:pt x="145718" y="270390"/>
                  </a:lnTo>
                  <a:lnTo>
                    <a:pt x="146010" y="270603"/>
                  </a:lnTo>
                  <a:lnTo>
                    <a:pt x="146177" y="270637"/>
                  </a:lnTo>
                  <a:lnTo>
                    <a:pt x="146688" y="270651"/>
                  </a:lnTo>
                  <a:lnTo>
                    <a:pt x="146833" y="270637"/>
                  </a:lnTo>
                  <a:lnTo>
                    <a:pt x="147446" y="269946"/>
                  </a:lnTo>
                  <a:lnTo>
                    <a:pt x="147627" y="269587"/>
                  </a:lnTo>
                  <a:lnTo>
                    <a:pt x="147662" y="269302"/>
                  </a:lnTo>
                  <a:lnTo>
                    <a:pt x="147812" y="269027"/>
                  </a:lnTo>
                  <a:lnTo>
                    <a:pt x="147955" y="268872"/>
                  </a:lnTo>
                  <a:lnTo>
                    <a:pt x="148011" y="268724"/>
                  </a:lnTo>
                  <a:lnTo>
                    <a:pt x="148092" y="268432"/>
                  </a:lnTo>
                  <a:lnTo>
                    <a:pt x="148055" y="268302"/>
                  </a:lnTo>
                  <a:lnTo>
                    <a:pt x="147617" y="267913"/>
                  </a:lnTo>
                  <a:lnTo>
                    <a:pt x="147360" y="268008"/>
                  </a:lnTo>
                  <a:lnTo>
                    <a:pt x="147435" y="268394"/>
                  </a:lnTo>
                  <a:lnTo>
                    <a:pt x="147018" y="268685"/>
                  </a:lnTo>
                  <a:lnTo>
                    <a:pt x="146641" y="268561"/>
                  </a:lnTo>
                  <a:lnTo>
                    <a:pt x="146331" y="268693"/>
                  </a:lnTo>
                  <a:lnTo>
                    <a:pt x="145829" y="268766"/>
                  </a:lnTo>
                  <a:lnTo>
                    <a:pt x="145663" y="269073"/>
                  </a:lnTo>
                  <a:lnTo>
                    <a:pt x="145024" y="269857"/>
                  </a:lnTo>
                  <a:lnTo>
                    <a:pt x="144508" y="269793"/>
                  </a:lnTo>
                  <a:lnTo>
                    <a:pt x="143768" y="269610"/>
                  </a:lnTo>
                  <a:lnTo>
                    <a:pt x="143531" y="269552"/>
                  </a:lnTo>
                  <a:lnTo>
                    <a:pt x="143221" y="269527"/>
                  </a:lnTo>
                  <a:lnTo>
                    <a:pt x="142784" y="269559"/>
                  </a:lnTo>
                  <a:lnTo>
                    <a:pt x="142401" y="269587"/>
                  </a:lnTo>
                  <a:lnTo>
                    <a:pt x="142251" y="269624"/>
                  </a:lnTo>
                  <a:lnTo>
                    <a:pt x="141927" y="269707"/>
                  </a:lnTo>
                  <a:lnTo>
                    <a:pt x="141379" y="269897"/>
                  </a:lnTo>
                  <a:lnTo>
                    <a:pt x="140791" y="270201"/>
                  </a:lnTo>
                  <a:lnTo>
                    <a:pt x="140254" y="270569"/>
                  </a:lnTo>
                  <a:lnTo>
                    <a:pt x="140080" y="270718"/>
                  </a:lnTo>
                  <a:lnTo>
                    <a:pt x="139891" y="270941"/>
                  </a:lnTo>
                  <a:lnTo>
                    <a:pt x="139296" y="271104"/>
                  </a:lnTo>
                  <a:lnTo>
                    <a:pt x="138935" y="271252"/>
                  </a:lnTo>
                  <a:lnTo>
                    <a:pt x="138695" y="271375"/>
                  </a:lnTo>
                  <a:lnTo>
                    <a:pt x="138373" y="271541"/>
                  </a:lnTo>
                  <a:lnTo>
                    <a:pt x="138166" y="271647"/>
                  </a:lnTo>
                  <a:lnTo>
                    <a:pt x="137899" y="271500"/>
                  </a:lnTo>
                  <a:lnTo>
                    <a:pt x="137890" y="271361"/>
                  </a:lnTo>
                  <a:lnTo>
                    <a:pt x="137930" y="270927"/>
                  </a:lnTo>
                  <a:lnTo>
                    <a:pt x="137818" y="270676"/>
                  </a:lnTo>
                  <a:lnTo>
                    <a:pt x="137637" y="270508"/>
                  </a:lnTo>
                  <a:lnTo>
                    <a:pt x="137397" y="270390"/>
                  </a:lnTo>
                  <a:lnTo>
                    <a:pt x="136941" y="270303"/>
                  </a:lnTo>
                  <a:lnTo>
                    <a:pt x="136489" y="270356"/>
                  </a:lnTo>
                  <a:lnTo>
                    <a:pt x="136204" y="270482"/>
                  </a:lnTo>
                  <a:lnTo>
                    <a:pt x="135999" y="270600"/>
                  </a:lnTo>
                  <a:lnTo>
                    <a:pt x="135709" y="270844"/>
                  </a:lnTo>
                  <a:lnTo>
                    <a:pt x="135419" y="271035"/>
                  </a:lnTo>
                  <a:lnTo>
                    <a:pt x="135264" y="271265"/>
                  </a:lnTo>
                  <a:lnTo>
                    <a:pt x="135060" y="271499"/>
                  </a:lnTo>
                  <a:lnTo>
                    <a:pt x="134963" y="271649"/>
                  </a:lnTo>
                  <a:lnTo>
                    <a:pt x="134643" y="272260"/>
                  </a:lnTo>
                  <a:lnTo>
                    <a:pt x="134232" y="273338"/>
                  </a:lnTo>
                  <a:lnTo>
                    <a:pt x="134141" y="273648"/>
                  </a:lnTo>
                  <a:lnTo>
                    <a:pt x="134071" y="273891"/>
                  </a:lnTo>
                  <a:lnTo>
                    <a:pt x="133951" y="274536"/>
                  </a:lnTo>
                  <a:lnTo>
                    <a:pt x="133745" y="275017"/>
                  </a:lnTo>
                  <a:lnTo>
                    <a:pt x="133585" y="275274"/>
                  </a:lnTo>
                  <a:lnTo>
                    <a:pt x="133352" y="275979"/>
                  </a:lnTo>
                  <a:lnTo>
                    <a:pt x="133324" y="276296"/>
                  </a:lnTo>
                  <a:lnTo>
                    <a:pt x="133299" y="276583"/>
                  </a:lnTo>
                  <a:lnTo>
                    <a:pt x="133315" y="276855"/>
                  </a:lnTo>
                  <a:lnTo>
                    <a:pt x="133451" y="277081"/>
                  </a:lnTo>
                  <a:lnTo>
                    <a:pt x="133692" y="277147"/>
                  </a:lnTo>
                  <a:lnTo>
                    <a:pt x="134137" y="277320"/>
                  </a:lnTo>
                  <a:lnTo>
                    <a:pt x="133231" y="277795"/>
                  </a:lnTo>
                  <a:lnTo>
                    <a:pt x="132801" y="277775"/>
                  </a:lnTo>
                  <a:lnTo>
                    <a:pt x="132662" y="277617"/>
                  </a:lnTo>
                  <a:lnTo>
                    <a:pt x="132615" y="277450"/>
                  </a:lnTo>
                  <a:lnTo>
                    <a:pt x="132749" y="277009"/>
                  </a:lnTo>
                  <a:lnTo>
                    <a:pt x="132638" y="276737"/>
                  </a:lnTo>
                  <a:lnTo>
                    <a:pt x="132514" y="276566"/>
                  </a:lnTo>
                  <a:lnTo>
                    <a:pt x="132386" y="276514"/>
                  </a:lnTo>
                  <a:lnTo>
                    <a:pt x="132043" y="276815"/>
                  </a:lnTo>
                  <a:lnTo>
                    <a:pt x="132068" y="277064"/>
                  </a:lnTo>
                  <a:lnTo>
                    <a:pt x="131903" y="277100"/>
                  </a:lnTo>
                  <a:lnTo>
                    <a:pt x="131662" y="277073"/>
                  </a:lnTo>
                  <a:lnTo>
                    <a:pt x="131462" y="276952"/>
                  </a:lnTo>
                  <a:lnTo>
                    <a:pt x="131135" y="277311"/>
                  </a:lnTo>
                  <a:lnTo>
                    <a:pt x="131183" y="277498"/>
                  </a:lnTo>
                  <a:lnTo>
                    <a:pt x="131235" y="277668"/>
                  </a:lnTo>
                  <a:lnTo>
                    <a:pt x="131714" y="278042"/>
                  </a:lnTo>
                  <a:lnTo>
                    <a:pt x="132033" y="277856"/>
                  </a:lnTo>
                  <a:lnTo>
                    <a:pt x="132131" y="277641"/>
                  </a:lnTo>
                  <a:lnTo>
                    <a:pt x="132266" y="277260"/>
                  </a:lnTo>
                  <a:lnTo>
                    <a:pt x="132377" y="276746"/>
                  </a:lnTo>
                  <a:lnTo>
                    <a:pt x="132394" y="276939"/>
                  </a:lnTo>
                  <a:lnTo>
                    <a:pt x="132401" y="277126"/>
                  </a:lnTo>
                  <a:lnTo>
                    <a:pt x="132698" y="278029"/>
                  </a:lnTo>
                  <a:lnTo>
                    <a:pt x="133318" y="277925"/>
                  </a:lnTo>
                  <a:lnTo>
                    <a:pt x="133984" y="277976"/>
                  </a:lnTo>
                  <a:lnTo>
                    <a:pt x="134326" y="278254"/>
                  </a:lnTo>
                  <a:lnTo>
                    <a:pt x="134381" y="278576"/>
                  </a:lnTo>
                  <a:lnTo>
                    <a:pt x="134348" y="278811"/>
                  </a:lnTo>
                  <a:lnTo>
                    <a:pt x="134304" y="279131"/>
                  </a:lnTo>
                  <a:lnTo>
                    <a:pt x="133815" y="279369"/>
                  </a:lnTo>
                  <a:lnTo>
                    <a:pt x="133644" y="279593"/>
                  </a:lnTo>
                  <a:lnTo>
                    <a:pt x="133832" y="279877"/>
                  </a:lnTo>
                  <a:lnTo>
                    <a:pt x="133716" y="280317"/>
                  </a:lnTo>
                  <a:lnTo>
                    <a:pt x="133660" y="280528"/>
                  </a:lnTo>
                  <a:lnTo>
                    <a:pt x="133524" y="280536"/>
                  </a:lnTo>
                  <a:lnTo>
                    <a:pt x="133353" y="280424"/>
                  </a:lnTo>
                  <a:lnTo>
                    <a:pt x="133007" y="280081"/>
                  </a:lnTo>
                  <a:lnTo>
                    <a:pt x="132693" y="280207"/>
                  </a:lnTo>
                  <a:lnTo>
                    <a:pt x="132571" y="280342"/>
                  </a:lnTo>
                  <a:lnTo>
                    <a:pt x="132492" y="280480"/>
                  </a:lnTo>
                  <a:lnTo>
                    <a:pt x="132735" y="280857"/>
                  </a:lnTo>
                  <a:lnTo>
                    <a:pt x="132910" y="281367"/>
                  </a:lnTo>
                  <a:lnTo>
                    <a:pt x="132543" y="281381"/>
                  </a:lnTo>
                  <a:lnTo>
                    <a:pt x="132348" y="281360"/>
                  </a:lnTo>
                  <a:lnTo>
                    <a:pt x="131839" y="280741"/>
                  </a:lnTo>
                  <a:lnTo>
                    <a:pt x="131817" y="280270"/>
                  </a:lnTo>
                  <a:lnTo>
                    <a:pt x="132164" y="280092"/>
                  </a:lnTo>
                  <a:lnTo>
                    <a:pt x="132160" y="279865"/>
                  </a:lnTo>
                  <a:lnTo>
                    <a:pt x="132040" y="279715"/>
                  </a:lnTo>
                  <a:lnTo>
                    <a:pt x="131621" y="279280"/>
                  </a:lnTo>
                  <a:lnTo>
                    <a:pt x="131424" y="279223"/>
                  </a:lnTo>
                  <a:lnTo>
                    <a:pt x="131175" y="279193"/>
                  </a:lnTo>
                  <a:lnTo>
                    <a:pt x="131003" y="279210"/>
                  </a:lnTo>
                  <a:lnTo>
                    <a:pt x="130876" y="279240"/>
                  </a:lnTo>
                  <a:lnTo>
                    <a:pt x="130694" y="279283"/>
                  </a:lnTo>
                  <a:lnTo>
                    <a:pt x="130465" y="279409"/>
                  </a:lnTo>
                  <a:lnTo>
                    <a:pt x="130295" y="279421"/>
                  </a:lnTo>
                  <a:lnTo>
                    <a:pt x="129840" y="279453"/>
                  </a:lnTo>
                  <a:lnTo>
                    <a:pt x="129158" y="279670"/>
                  </a:lnTo>
                  <a:lnTo>
                    <a:pt x="128935" y="279776"/>
                  </a:lnTo>
                  <a:lnTo>
                    <a:pt x="128120" y="280541"/>
                  </a:lnTo>
                  <a:lnTo>
                    <a:pt x="128106" y="281198"/>
                  </a:lnTo>
                  <a:lnTo>
                    <a:pt x="127971" y="281596"/>
                  </a:lnTo>
                  <a:lnTo>
                    <a:pt x="128345" y="281812"/>
                  </a:lnTo>
                  <a:lnTo>
                    <a:pt x="128669" y="282610"/>
                  </a:lnTo>
                  <a:lnTo>
                    <a:pt x="128483" y="282747"/>
                  </a:lnTo>
                  <a:lnTo>
                    <a:pt x="128054" y="282277"/>
                  </a:lnTo>
                  <a:lnTo>
                    <a:pt x="127878" y="282213"/>
                  </a:lnTo>
                  <a:lnTo>
                    <a:pt x="127540" y="282423"/>
                  </a:lnTo>
                  <a:lnTo>
                    <a:pt x="127354" y="282453"/>
                  </a:lnTo>
                  <a:lnTo>
                    <a:pt x="126973" y="282333"/>
                  </a:lnTo>
                  <a:lnTo>
                    <a:pt x="126645" y="282415"/>
                  </a:lnTo>
                  <a:lnTo>
                    <a:pt x="126732" y="282784"/>
                  </a:lnTo>
                  <a:lnTo>
                    <a:pt x="126692" y="282949"/>
                  </a:lnTo>
                  <a:lnTo>
                    <a:pt x="126523" y="282915"/>
                  </a:lnTo>
                  <a:lnTo>
                    <a:pt x="126358" y="282955"/>
                  </a:lnTo>
                  <a:lnTo>
                    <a:pt x="126322" y="283140"/>
                  </a:lnTo>
                  <a:lnTo>
                    <a:pt x="126387" y="283383"/>
                  </a:lnTo>
                  <a:lnTo>
                    <a:pt x="126238" y="283279"/>
                  </a:lnTo>
                  <a:lnTo>
                    <a:pt x="125644" y="282688"/>
                  </a:lnTo>
                  <a:lnTo>
                    <a:pt x="126109" y="282254"/>
                  </a:lnTo>
                  <a:lnTo>
                    <a:pt x="125985" y="281691"/>
                  </a:lnTo>
                  <a:lnTo>
                    <a:pt x="126256" y="281356"/>
                  </a:lnTo>
                  <a:lnTo>
                    <a:pt x="126446" y="281058"/>
                  </a:lnTo>
                  <a:lnTo>
                    <a:pt x="126397" y="280831"/>
                  </a:lnTo>
                  <a:lnTo>
                    <a:pt x="126025" y="280815"/>
                  </a:lnTo>
                  <a:lnTo>
                    <a:pt x="125607" y="280332"/>
                  </a:lnTo>
                  <a:lnTo>
                    <a:pt x="125439" y="280230"/>
                  </a:lnTo>
                  <a:lnTo>
                    <a:pt x="125192" y="280199"/>
                  </a:lnTo>
                  <a:lnTo>
                    <a:pt x="125231" y="279725"/>
                  </a:lnTo>
                  <a:lnTo>
                    <a:pt x="125650" y="279525"/>
                  </a:lnTo>
                  <a:lnTo>
                    <a:pt x="125804" y="279315"/>
                  </a:lnTo>
                  <a:lnTo>
                    <a:pt x="126105" y="279220"/>
                  </a:lnTo>
                  <a:lnTo>
                    <a:pt x="126390" y="278939"/>
                  </a:lnTo>
                  <a:lnTo>
                    <a:pt x="126330" y="278581"/>
                  </a:lnTo>
                  <a:lnTo>
                    <a:pt x="126214" y="278226"/>
                  </a:lnTo>
                  <a:lnTo>
                    <a:pt x="126007" y="278118"/>
                  </a:lnTo>
                  <a:lnTo>
                    <a:pt x="125931" y="278402"/>
                  </a:lnTo>
                  <a:lnTo>
                    <a:pt x="125948" y="278661"/>
                  </a:lnTo>
                  <a:lnTo>
                    <a:pt x="125986" y="278815"/>
                  </a:lnTo>
                  <a:lnTo>
                    <a:pt x="125896" y="279054"/>
                  </a:lnTo>
                  <a:lnTo>
                    <a:pt x="125701" y="279142"/>
                  </a:lnTo>
                  <a:lnTo>
                    <a:pt x="125526" y="279177"/>
                  </a:lnTo>
                  <a:lnTo>
                    <a:pt x="125261" y="279405"/>
                  </a:lnTo>
                  <a:lnTo>
                    <a:pt x="125022" y="279376"/>
                  </a:lnTo>
                  <a:lnTo>
                    <a:pt x="124599" y="279543"/>
                  </a:lnTo>
                  <a:lnTo>
                    <a:pt x="124438" y="279640"/>
                  </a:lnTo>
                  <a:lnTo>
                    <a:pt x="124401" y="279880"/>
                  </a:lnTo>
                  <a:lnTo>
                    <a:pt x="124580" y="280030"/>
                  </a:lnTo>
                  <a:lnTo>
                    <a:pt x="124796" y="280163"/>
                  </a:lnTo>
                  <a:lnTo>
                    <a:pt x="124483" y="280735"/>
                  </a:lnTo>
                  <a:lnTo>
                    <a:pt x="124379" y="280567"/>
                  </a:lnTo>
                  <a:lnTo>
                    <a:pt x="124205" y="280289"/>
                  </a:lnTo>
                  <a:lnTo>
                    <a:pt x="123928" y="279994"/>
                  </a:lnTo>
                  <a:lnTo>
                    <a:pt x="123458" y="280063"/>
                  </a:lnTo>
                  <a:lnTo>
                    <a:pt x="123381" y="280246"/>
                  </a:lnTo>
                  <a:lnTo>
                    <a:pt x="123385" y="280395"/>
                  </a:lnTo>
                  <a:lnTo>
                    <a:pt x="123331" y="280553"/>
                  </a:lnTo>
                  <a:lnTo>
                    <a:pt x="122731" y="280601"/>
                  </a:lnTo>
                  <a:lnTo>
                    <a:pt x="122718" y="280835"/>
                  </a:lnTo>
                  <a:lnTo>
                    <a:pt x="122623" y="281164"/>
                  </a:lnTo>
                  <a:lnTo>
                    <a:pt x="122344" y="281777"/>
                  </a:lnTo>
                  <a:lnTo>
                    <a:pt x="121870" y="281717"/>
                  </a:lnTo>
                  <a:lnTo>
                    <a:pt x="121516" y="281043"/>
                  </a:lnTo>
                  <a:lnTo>
                    <a:pt x="121672" y="280555"/>
                  </a:lnTo>
                  <a:lnTo>
                    <a:pt x="122040" y="280514"/>
                  </a:lnTo>
                  <a:lnTo>
                    <a:pt x="122255" y="280414"/>
                  </a:lnTo>
                  <a:lnTo>
                    <a:pt x="122327" y="279747"/>
                  </a:lnTo>
                  <a:lnTo>
                    <a:pt x="122175" y="279562"/>
                  </a:lnTo>
                  <a:lnTo>
                    <a:pt x="122366" y="279536"/>
                  </a:lnTo>
                  <a:lnTo>
                    <a:pt x="122746" y="279344"/>
                  </a:lnTo>
                  <a:lnTo>
                    <a:pt x="122811" y="279135"/>
                  </a:lnTo>
                  <a:lnTo>
                    <a:pt x="122731" y="278514"/>
                  </a:lnTo>
                  <a:lnTo>
                    <a:pt x="122630" y="278248"/>
                  </a:lnTo>
                  <a:lnTo>
                    <a:pt x="122501" y="278046"/>
                  </a:lnTo>
                  <a:lnTo>
                    <a:pt x="122227" y="277721"/>
                  </a:lnTo>
                  <a:lnTo>
                    <a:pt x="121806" y="277335"/>
                  </a:lnTo>
                  <a:lnTo>
                    <a:pt x="121407" y="277057"/>
                  </a:lnTo>
                  <a:lnTo>
                    <a:pt x="121252" y="276970"/>
                  </a:lnTo>
                  <a:lnTo>
                    <a:pt x="121036" y="276848"/>
                  </a:lnTo>
                  <a:lnTo>
                    <a:pt x="120466" y="276615"/>
                  </a:lnTo>
                  <a:lnTo>
                    <a:pt x="120062" y="276510"/>
                  </a:lnTo>
                  <a:lnTo>
                    <a:pt x="119451" y="276401"/>
                  </a:lnTo>
                  <a:lnTo>
                    <a:pt x="118101" y="276371"/>
                  </a:lnTo>
                  <a:lnTo>
                    <a:pt x="117467" y="276395"/>
                  </a:lnTo>
                  <a:lnTo>
                    <a:pt x="116912" y="276417"/>
                  </a:lnTo>
                  <a:lnTo>
                    <a:pt x="116494" y="276355"/>
                  </a:lnTo>
                  <a:lnTo>
                    <a:pt x="116197" y="276317"/>
                  </a:lnTo>
                  <a:lnTo>
                    <a:pt x="116012" y="276363"/>
                  </a:lnTo>
                  <a:lnTo>
                    <a:pt x="115834" y="276313"/>
                  </a:lnTo>
                  <a:lnTo>
                    <a:pt x="115480" y="276026"/>
                  </a:lnTo>
                  <a:lnTo>
                    <a:pt x="115231" y="275757"/>
                  </a:lnTo>
                  <a:lnTo>
                    <a:pt x="115075" y="275680"/>
                  </a:lnTo>
                  <a:lnTo>
                    <a:pt x="114691" y="275566"/>
                  </a:lnTo>
                  <a:lnTo>
                    <a:pt x="114490" y="275527"/>
                  </a:lnTo>
                  <a:lnTo>
                    <a:pt x="113865" y="275494"/>
                  </a:lnTo>
                  <a:lnTo>
                    <a:pt x="113557" y="275511"/>
                  </a:lnTo>
                  <a:lnTo>
                    <a:pt x="113231" y="275529"/>
                  </a:lnTo>
                  <a:lnTo>
                    <a:pt x="113071" y="275537"/>
                  </a:lnTo>
                  <a:lnTo>
                    <a:pt x="112936" y="275545"/>
                  </a:lnTo>
                  <a:lnTo>
                    <a:pt x="112016" y="275679"/>
                  </a:lnTo>
                  <a:lnTo>
                    <a:pt x="111715" y="275723"/>
                  </a:lnTo>
                  <a:lnTo>
                    <a:pt x="111435" y="275764"/>
                  </a:lnTo>
                  <a:lnTo>
                    <a:pt x="111200" y="275913"/>
                  </a:lnTo>
                  <a:lnTo>
                    <a:pt x="110807" y="275955"/>
                  </a:lnTo>
                  <a:lnTo>
                    <a:pt x="110482" y="275743"/>
                  </a:lnTo>
                  <a:lnTo>
                    <a:pt x="109990" y="275782"/>
                  </a:lnTo>
                  <a:lnTo>
                    <a:pt x="109712" y="275804"/>
                  </a:lnTo>
                  <a:lnTo>
                    <a:pt x="109495" y="275877"/>
                  </a:lnTo>
                  <a:lnTo>
                    <a:pt x="108782" y="276210"/>
                  </a:lnTo>
                  <a:lnTo>
                    <a:pt x="108646" y="276289"/>
                  </a:lnTo>
                  <a:lnTo>
                    <a:pt x="108360" y="276563"/>
                  </a:lnTo>
                  <a:lnTo>
                    <a:pt x="107919" y="276642"/>
                  </a:lnTo>
                  <a:lnTo>
                    <a:pt x="107551" y="276551"/>
                  </a:lnTo>
                  <a:lnTo>
                    <a:pt x="107125" y="276353"/>
                  </a:lnTo>
                  <a:lnTo>
                    <a:pt x="106950" y="276163"/>
                  </a:lnTo>
                  <a:lnTo>
                    <a:pt x="106532" y="276110"/>
                  </a:lnTo>
                  <a:lnTo>
                    <a:pt x="106330" y="275743"/>
                  </a:lnTo>
                  <a:lnTo>
                    <a:pt x="105946" y="274877"/>
                  </a:lnTo>
                  <a:lnTo>
                    <a:pt x="106286" y="274833"/>
                  </a:lnTo>
                  <a:lnTo>
                    <a:pt x="106284" y="274664"/>
                  </a:lnTo>
                  <a:lnTo>
                    <a:pt x="106281" y="274408"/>
                  </a:lnTo>
                  <a:lnTo>
                    <a:pt x="106167" y="274139"/>
                  </a:lnTo>
                  <a:lnTo>
                    <a:pt x="106007" y="273896"/>
                  </a:lnTo>
                  <a:lnTo>
                    <a:pt x="105760" y="273670"/>
                  </a:lnTo>
                  <a:lnTo>
                    <a:pt x="105391" y="273482"/>
                  </a:lnTo>
                  <a:lnTo>
                    <a:pt x="104867" y="273102"/>
                  </a:lnTo>
                  <a:lnTo>
                    <a:pt x="104460" y="272635"/>
                  </a:lnTo>
                  <a:lnTo>
                    <a:pt x="104284" y="272517"/>
                  </a:lnTo>
                  <a:lnTo>
                    <a:pt x="103914" y="272355"/>
                  </a:lnTo>
                  <a:lnTo>
                    <a:pt x="103665" y="272257"/>
                  </a:lnTo>
                  <a:lnTo>
                    <a:pt x="103500" y="272193"/>
                  </a:lnTo>
                  <a:lnTo>
                    <a:pt x="103240" y="272124"/>
                  </a:lnTo>
                  <a:lnTo>
                    <a:pt x="102341" y="272056"/>
                  </a:lnTo>
                  <a:lnTo>
                    <a:pt x="102062" y="272077"/>
                  </a:lnTo>
                  <a:lnTo>
                    <a:pt x="101534" y="272117"/>
                  </a:lnTo>
                  <a:lnTo>
                    <a:pt x="100848" y="272265"/>
                  </a:lnTo>
                  <a:lnTo>
                    <a:pt x="100083" y="272477"/>
                  </a:lnTo>
                  <a:lnTo>
                    <a:pt x="99918" y="272518"/>
                  </a:lnTo>
                  <a:lnTo>
                    <a:pt x="99663" y="272499"/>
                  </a:lnTo>
                  <a:lnTo>
                    <a:pt x="98850" y="272720"/>
                  </a:lnTo>
                  <a:lnTo>
                    <a:pt x="98696" y="272637"/>
                  </a:lnTo>
                  <a:lnTo>
                    <a:pt x="98679" y="272218"/>
                  </a:lnTo>
                  <a:lnTo>
                    <a:pt x="98546" y="271935"/>
                  </a:lnTo>
                  <a:lnTo>
                    <a:pt x="98353" y="271726"/>
                  </a:lnTo>
                  <a:lnTo>
                    <a:pt x="97785" y="271375"/>
                  </a:lnTo>
                  <a:lnTo>
                    <a:pt x="97640" y="271106"/>
                  </a:lnTo>
                  <a:lnTo>
                    <a:pt x="97472" y="270664"/>
                  </a:lnTo>
                  <a:lnTo>
                    <a:pt x="97327" y="270342"/>
                  </a:lnTo>
                  <a:lnTo>
                    <a:pt x="97033" y="270230"/>
                  </a:lnTo>
                  <a:lnTo>
                    <a:pt x="96805" y="270147"/>
                  </a:lnTo>
                  <a:lnTo>
                    <a:pt x="96218" y="269855"/>
                  </a:lnTo>
                  <a:lnTo>
                    <a:pt x="96024" y="269768"/>
                  </a:lnTo>
                  <a:lnTo>
                    <a:pt x="95797" y="269703"/>
                  </a:lnTo>
                  <a:lnTo>
                    <a:pt x="95234" y="269542"/>
                  </a:lnTo>
                  <a:lnTo>
                    <a:pt x="94681" y="269400"/>
                  </a:lnTo>
                  <a:lnTo>
                    <a:pt x="94368" y="269361"/>
                  </a:lnTo>
                  <a:lnTo>
                    <a:pt x="94015" y="269319"/>
                  </a:lnTo>
                  <a:lnTo>
                    <a:pt x="93804" y="269265"/>
                  </a:lnTo>
                  <a:lnTo>
                    <a:pt x="93543" y="269152"/>
                  </a:lnTo>
                  <a:lnTo>
                    <a:pt x="92772" y="268621"/>
                  </a:lnTo>
                  <a:lnTo>
                    <a:pt x="92281" y="268323"/>
                  </a:lnTo>
                  <a:lnTo>
                    <a:pt x="92056" y="267933"/>
                  </a:lnTo>
                  <a:lnTo>
                    <a:pt x="91844" y="267585"/>
                  </a:lnTo>
                  <a:lnTo>
                    <a:pt x="91406" y="267154"/>
                  </a:lnTo>
                  <a:lnTo>
                    <a:pt x="91003" y="266850"/>
                  </a:lnTo>
                  <a:lnTo>
                    <a:pt x="90412" y="266516"/>
                  </a:lnTo>
                  <a:lnTo>
                    <a:pt x="89318" y="266018"/>
                  </a:lnTo>
                  <a:lnTo>
                    <a:pt x="88453" y="265753"/>
                  </a:lnTo>
                  <a:lnTo>
                    <a:pt x="87790" y="265629"/>
                  </a:lnTo>
                  <a:lnTo>
                    <a:pt x="87104" y="265517"/>
                  </a:lnTo>
                  <a:lnTo>
                    <a:pt x="85239" y="265219"/>
                  </a:lnTo>
                  <a:lnTo>
                    <a:pt x="84987" y="265145"/>
                  </a:lnTo>
                  <a:lnTo>
                    <a:pt x="84733" y="265019"/>
                  </a:lnTo>
                  <a:lnTo>
                    <a:pt x="84425" y="264754"/>
                  </a:lnTo>
                  <a:lnTo>
                    <a:pt x="84273" y="264060"/>
                  </a:lnTo>
                  <a:lnTo>
                    <a:pt x="84201" y="263634"/>
                  </a:lnTo>
                  <a:lnTo>
                    <a:pt x="84112" y="263203"/>
                  </a:lnTo>
                  <a:lnTo>
                    <a:pt x="84047" y="263011"/>
                  </a:lnTo>
                  <a:lnTo>
                    <a:pt x="83817" y="262511"/>
                  </a:lnTo>
                  <a:lnTo>
                    <a:pt x="83831" y="262190"/>
                  </a:lnTo>
                  <a:lnTo>
                    <a:pt x="83950" y="261720"/>
                  </a:lnTo>
                  <a:lnTo>
                    <a:pt x="84061" y="261284"/>
                  </a:lnTo>
                  <a:lnTo>
                    <a:pt x="84170" y="261077"/>
                  </a:lnTo>
                  <a:lnTo>
                    <a:pt x="84345" y="260685"/>
                  </a:lnTo>
                  <a:lnTo>
                    <a:pt x="84585" y="260169"/>
                  </a:lnTo>
                  <a:lnTo>
                    <a:pt x="84652" y="259971"/>
                  </a:lnTo>
                  <a:lnTo>
                    <a:pt x="84712" y="259793"/>
                  </a:lnTo>
                  <a:lnTo>
                    <a:pt x="84905" y="259219"/>
                  </a:lnTo>
                  <a:lnTo>
                    <a:pt x="85035" y="258590"/>
                  </a:lnTo>
                  <a:lnTo>
                    <a:pt x="85066" y="258289"/>
                  </a:lnTo>
                  <a:lnTo>
                    <a:pt x="84972" y="257657"/>
                  </a:lnTo>
                  <a:lnTo>
                    <a:pt x="85000" y="257289"/>
                  </a:lnTo>
                  <a:lnTo>
                    <a:pt x="85076" y="257136"/>
                  </a:lnTo>
                  <a:lnTo>
                    <a:pt x="85125" y="256984"/>
                  </a:lnTo>
                  <a:lnTo>
                    <a:pt x="85172" y="256478"/>
                  </a:lnTo>
                  <a:lnTo>
                    <a:pt x="85156" y="256082"/>
                  </a:lnTo>
                  <a:lnTo>
                    <a:pt x="85071" y="255642"/>
                  </a:lnTo>
                  <a:lnTo>
                    <a:pt x="85036" y="255482"/>
                  </a:lnTo>
                  <a:lnTo>
                    <a:pt x="84673" y="255154"/>
                  </a:lnTo>
                  <a:lnTo>
                    <a:pt x="84749" y="254928"/>
                  </a:lnTo>
                  <a:lnTo>
                    <a:pt x="84973" y="254513"/>
                  </a:lnTo>
                  <a:lnTo>
                    <a:pt x="84985" y="254298"/>
                  </a:lnTo>
                  <a:lnTo>
                    <a:pt x="84952" y="254014"/>
                  </a:lnTo>
                  <a:lnTo>
                    <a:pt x="84838" y="253654"/>
                  </a:lnTo>
                  <a:lnTo>
                    <a:pt x="84927" y="253440"/>
                  </a:lnTo>
                  <a:lnTo>
                    <a:pt x="84910" y="253297"/>
                  </a:lnTo>
                  <a:lnTo>
                    <a:pt x="84830" y="252693"/>
                  </a:lnTo>
                  <a:lnTo>
                    <a:pt x="84759" y="252334"/>
                  </a:lnTo>
                  <a:lnTo>
                    <a:pt x="84732" y="252194"/>
                  </a:lnTo>
                  <a:lnTo>
                    <a:pt x="84546" y="251800"/>
                  </a:lnTo>
                  <a:lnTo>
                    <a:pt x="84254" y="251349"/>
                  </a:lnTo>
                  <a:lnTo>
                    <a:pt x="83895" y="250019"/>
                  </a:lnTo>
                  <a:lnTo>
                    <a:pt x="83703" y="249476"/>
                  </a:lnTo>
                  <a:lnTo>
                    <a:pt x="83653" y="249334"/>
                  </a:lnTo>
                  <a:lnTo>
                    <a:pt x="83464" y="248971"/>
                  </a:lnTo>
                  <a:lnTo>
                    <a:pt x="83219" y="248605"/>
                  </a:lnTo>
                  <a:lnTo>
                    <a:pt x="82955" y="248312"/>
                  </a:lnTo>
                  <a:lnTo>
                    <a:pt x="82757" y="248142"/>
                  </a:lnTo>
                  <a:lnTo>
                    <a:pt x="82342" y="247879"/>
                  </a:lnTo>
                  <a:lnTo>
                    <a:pt x="82128" y="247793"/>
                  </a:lnTo>
                  <a:lnTo>
                    <a:pt x="81878" y="247728"/>
                  </a:lnTo>
                  <a:lnTo>
                    <a:pt x="81452" y="247619"/>
                  </a:lnTo>
                  <a:lnTo>
                    <a:pt x="81378" y="246797"/>
                  </a:lnTo>
                  <a:lnTo>
                    <a:pt x="81528" y="246324"/>
                  </a:lnTo>
                  <a:lnTo>
                    <a:pt x="81600" y="246098"/>
                  </a:lnTo>
                  <a:lnTo>
                    <a:pt x="81721" y="245593"/>
                  </a:lnTo>
                  <a:lnTo>
                    <a:pt x="81975" y="245646"/>
                  </a:lnTo>
                  <a:lnTo>
                    <a:pt x="82240" y="245738"/>
                  </a:lnTo>
                  <a:lnTo>
                    <a:pt x="81868" y="245283"/>
                  </a:lnTo>
                  <a:lnTo>
                    <a:pt x="82037" y="245047"/>
                  </a:lnTo>
                  <a:lnTo>
                    <a:pt x="82227" y="244781"/>
                  </a:lnTo>
                  <a:lnTo>
                    <a:pt x="82585" y="244163"/>
                  </a:lnTo>
                  <a:lnTo>
                    <a:pt x="82739" y="243785"/>
                  </a:lnTo>
                  <a:lnTo>
                    <a:pt x="82802" y="243493"/>
                  </a:lnTo>
                  <a:lnTo>
                    <a:pt x="82889" y="243088"/>
                  </a:lnTo>
                  <a:lnTo>
                    <a:pt x="82971" y="242786"/>
                  </a:lnTo>
                  <a:lnTo>
                    <a:pt x="83044" y="242336"/>
                  </a:lnTo>
                  <a:lnTo>
                    <a:pt x="83067" y="241899"/>
                  </a:lnTo>
                  <a:lnTo>
                    <a:pt x="83049" y="241593"/>
                  </a:lnTo>
                  <a:lnTo>
                    <a:pt x="82982" y="241349"/>
                  </a:lnTo>
                  <a:lnTo>
                    <a:pt x="82938" y="241188"/>
                  </a:lnTo>
                  <a:lnTo>
                    <a:pt x="82563" y="240450"/>
                  </a:lnTo>
                  <a:lnTo>
                    <a:pt x="82514" y="240154"/>
                  </a:lnTo>
                  <a:lnTo>
                    <a:pt x="82383" y="239960"/>
                  </a:lnTo>
                  <a:lnTo>
                    <a:pt x="82512" y="239425"/>
                  </a:lnTo>
                  <a:lnTo>
                    <a:pt x="82530" y="239270"/>
                  </a:lnTo>
                  <a:lnTo>
                    <a:pt x="82535" y="238984"/>
                  </a:lnTo>
                  <a:lnTo>
                    <a:pt x="82503" y="238452"/>
                  </a:lnTo>
                  <a:lnTo>
                    <a:pt x="82421" y="238077"/>
                  </a:lnTo>
                  <a:lnTo>
                    <a:pt x="82220" y="237445"/>
                  </a:lnTo>
                  <a:lnTo>
                    <a:pt x="82145" y="237212"/>
                  </a:lnTo>
                  <a:lnTo>
                    <a:pt x="81883" y="236571"/>
                  </a:lnTo>
                  <a:lnTo>
                    <a:pt x="81834" y="236385"/>
                  </a:lnTo>
                  <a:lnTo>
                    <a:pt x="81835" y="235999"/>
                  </a:lnTo>
                  <a:lnTo>
                    <a:pt x="81807" y="235685"/>
                  </a:lnTo>
                  <a:lnTo>
                    <a:pt x="81611" y="234953"/>
                  </a:lnTo>
                  <a:lnTo>
                    <a:pt x="81439" y="234528"/>
                  </a:lnTo>
                  <a:lnTo>
                    <a:pt x="81406" y="234169"/>
                  </a:lnTo>
                  <a:lnTo>
                    <a:pt x="81360" y="233912"/>
                  </a:lnTo>
                  <a:lnTo>
                    <a:pt x="81272" y="233675"/>
                  </a:lnTo>
                  <a:lnTo>
                    <a:pt x="81116" y="233443"/>
                  </a:lnTo>
                  <a:lnTo>
                    <a:pt x="81043" y="233259"/>
                  </a:lnTo>
                  <a:lnTo>
                    <a:pt x="81008" y="233116"/>
                  </a:lnTo>
                  <a:lnTo>
                    <a:pt x="80968" y="232845"/>
                  </a:lnTo>
                  <a:lnTo>
                    <a:pt x="81315" y="232789"/>
                  </a:lnTo>
                  <a:lnTo>
                    <a:pt x="81692" y="232548"/>
                  </a:lnTo>
                  <a:lnTo>
                    <a:pt x="82188" y="232105"/>
                  </a:lnTo>
                  <a:lnTo>
                    <a:pt x="82669" y="231600"/>
                  </a:lnTo>
                  <a:lnTo>
                    <a:pt x="83070" y="231006"/>
                  </a:lnTo>
                  <a:lnTo>
                    <a:pt x="83277" y="230638"/>
                  </a:lnTo>
                  <a:lnTo>
                    <a:pt x="83334" y="230463"/>
                  </a:lnTo>
                  <a:lnTo>
                    <a:pt x="83348" y="230321"/>
                  </a:lnTo>
                  <a:lnTo>
                    <a:pt x="83437" y="230124"/>
                  </a:lnTo>
                  <a:lnTo>
                    <a:pt x="83655" y="229850"/>
                  </a:lnTo>
                  <a:lnTo>
                    <a:pt x="83601" y="229704"/>
                  </a:lnTo>
                  <a:lnTo>
                    <a:pt x="83843" y="229482"/>
                  </a:lnTo>
                  <a:lnTo>
                    <a:pt x="83961" y="229151"/>
                  </a:lnTo>
                  <a:lnTo>
                    <a:pt x="83972" y="228959"/>
                  </a:lnTo>
                  <a:lnTo>
                    <a:pt x="83880" y="228770"/>
                  </a:lnTo>
                  <a:lnTo>
                    <a:pt x="83854" y="228009"/>
                  </a:lnTo>
                  <a:lnTo>
                    <a:pt x="83589" y="227645"/>
                  </a:lnTo>
                  <a:lnTo>
                    <a:pt x="83297" y="227312"/>
                  </a:lnTo>
                  <a:lnTo>
                    <a:pt x="83111" y="227137"/>
                  </a:lnTo>
                  <a:lnTo>
                    <a:pt x="82926" y="226962"/>
                  </a:lnTo>
                  <a:lnTo>
                    <a:pt x="82463" y="226706"/>
                  </a:lnTo>
                  <a:lnTo>
                    <a:pt x="81788" y="226364"/>
                  </a:lnTo>
                  <a:lnTo>
                    <a:pt x="81762" y="226105"/>
                  </a:lnTo>
                  <a:lnTo>
                    <a:pt x="81812" y="225920"/>
                  </a:lnTo>
                  <a:lnTo>
                    <a:pt x="81887" y="225753"/>
                  </a:lnTo>
                  <a:lnTo>
                    <a:pt x="81923" y="225519"/>
                  </a:lnTo>
                  <a:lnTo>
                    <a:pt x="81927" y="225269"/>
                  </a:lnTo>
                  <a:lnTo>
                    <a:pt x="81867" y="224604"/>
                  </a:lnTo>
                  <a:lnTo>
                    <a:pt x="81898" y="224339"/>
                  </a:lnTo>
                  <a:lnTo>
                    <a:pt x="81931" y="224048"/>
                  </a:lnTo>
                  <a:lnTo>
                    <a:pt x="81947" y="223567"/>
                  </a:lnTo>
                  <a:lnTo>
                    <a:pt x="81985" y="223127"/>
                  </a:lnTo>
                  <a:lnTo>
                    <a:pt x="81947" y="222886"/>
                  </a:lnTo>
                  <a:lnTo>
                    <a:pt x="82075" y="222410"/>
                  </a:lnTo>
                  <a:lnTo>
                    <a:pt x="82104" y="222173"/>
                  </a:lnTo>
                  <a:lnTo>
                    <a:pt x="82289" y="222379"/>
                  </a:lnTo>
                  <a:lnTo>
                    <a:pt x="82638" y="222566"/>
                  </a:lnTo>
                  <a:lnTo>
                    <a:pt x="82798" y="222652"/>
                  </a:lnTo>
                  <a:lnTo>
                    <a:pt x="83350" y="222889"/>
                  </a:lnTo>
                  <a:lnTo>
                    <a:pt x="83363" y="222533"/>
                  </a:lnTo>
                  <a:lnTo>
                    <a:pt x="83221" y="222388"/>
                  </a:lnTo>
                  <a:lnTo>
                    <a:pt x="82454" y="221744"/>
                  </a:lnTo>
                  <a:lnTo>
                    <a:pt x="82606" y="221568"/>
                  </a:lnTo>
                  <a:lnTo>
                    <a:pt x="83347" y="221651"/>
                  </a:lnTo>
                  <a:lnTo>
                    <a:pt x="83470" y="221952"/>
                  </a:lnTo>
                  <a:lnTo>
                    <a:pt x="83860" y="222282"/>
                  </a:lnTo>
                  <a:lnTo>
                    <a:pt x="83682" y="222112"/>
                  </a:lnTo>
                  <a:lnTo>
                    <a:pt x="83548" y="221887"/>
                  </a:lnTo>
                  <a:lnTo>
                    <a:pt x="83369" y="221232"/>
                  </a:lnTo>
                  <a:lnTo>
                    <a:pt x="83614" y="220980"/>
                  </a:lnTo>
                  <a:lnTo>
                    <a:pt x="83776" y="220964"/>
                  </a:lnTo>
                  <a:lnTo>
                    <a:pt x="84156" y="221403"/>
                  </a:lnTo>
                  <a:lnTo>
                    <a:pt x="84165" y="221572"/>
                  </a:lnTo>
                  <a:lnTo>
                    <a:pt x="84426" y="221616"/>
                  </a:lnTo>
                  <a:lnTo>
                    <a:pt x="84273" y="221199"/>
                  </a:lnTo>
                  <a:lnTo>
                    <a:pt x="84109" y="220748"/>
                  </a:lnTo>
                  <a:lnTo>
                    <a:pt x="84050" y="220587"/>
                  </a:lnTo>
                  <a:lnTo>
                    <a:pt x="83781" y="220461"/>
                  </a:lnTo>
                  <a:lnTo>
                    <a:pt x="83570" y="220132"/>
                  </a:lnTo>
                  <a:lnTo>
                    <a:pt x="83412" y="219886"/>
                  </a:lnTo>
                  <a:lnTo>
                    <a:pt x="83306" y="219467"/>
                  </a:lnTo>
                  <a:lnTo>
                    <a:pt x="83569" y="219274"/>
                  </a:lnTo>
                  <a:lnTo>
                    <a:pt x="83762" y="219202"/>
                  </a:lnTo>
                  <a:lnTo>
                    <a:pt x="83926" y="219061"/>
                  </a:lnTo>
                  <a:lnTo>
                    <a:pt x="84058" y="218825"/>
                  </a:lnTo>
                  <a:lnTo>
                    <a:pt x="84080" y="218644"/>
                  </a:lnTo>
                  <a:lnTo>
                    <a:pt x="84178" y="218318"/>
                  </a:lnTo>
                  <a:lnTo>
                    <a:pt x="84288" y="218143"/>
                  </a:lnTo>
                  <a:lnTo>
                    <a:pt x="84714" y="218168"/>
                  </a:lnTo>
                  <a:lnTo>
                    <a:pt x="85712" y="218212"/>
                  </a:lnTo>
                  <a:lnTo>
                    <a:pt x="85895" y="218184"/>
                  </a:lnTo>
                  <a:lnTo>
                    <a:pt x="86062" y="218159"/>
                  </a:lnTo>
                  <a:lnTo>
                    <a:pt x="86342" y="218116"/>
                  </a:lnTo>
                  <a:lnTo>
                    <a:pt x="86979" y="217911"/>
                  </a:lnTo>
                  <a:lnTo>
                    <a:pt x="87121" y="217821"/>
                  </a:lnTo>
                  <a:lnTo>
                    <a:pt x="87526" y="217701"/>
                  </a:lnTo>
                  <a:lnTo>
                    <a:pt x="87843" y="217369"/>
                  </a:lnTo>
                  <a:lnTo>
                    <a:pt x="88236" y="217197"/>
                  </a:lnTo>
                  <a:lnTo>
                    <a:pt x="88438" y="217076"/>
                  </a:lnTo>
                  <a:lnTo>
                    <a:pt x="88640" y="216955"/>
                  </a:lnTo>
                  <a:lnTo>
                    <a:pt x="89573" y="216105"/>
                  </a:lnTo>
                  <a:lnTo>
                    <a:pt x="89638" y="215890"/>
                  </a:lnTo>
                  <a:lnTo>
                    <a:pt x="89926" y="215553"/>
                  </a:lnTo>
                  <a:lnTo>
                    <a:pt x="90147" y="215409"/>
                  </a:lnTo>
                  <a:lnTo>
                    <a:pt x="90233" y="215277"/>
                  </a:lnTo>
                  <a:lnTo>
                    <a:pt x="90266" y="215042"/>
                  </a:lnTo>
                  <a:lnTo>
                    <a:pt x="90589" y="214664"/>
                  </a:lnTo>
                  <a:lnTo>
                    <a:pt x="90737" y="214522"/>
                  </a:lnTo>
                  <a:lnTo>
                    <a:pt x="91080" y="214322"/>
                  </a:lnTo>
                  <a:lnTo>
                    <a:pt x="91258" y="214217"/>
                  </a:lnTo>
                  <a:lnTo>
                    <a:pt x="91413" y="214150"/>
                  </a:lnTo>
                  <a:lnTo>
                    <a:pt x="91656" y="214092"/>
                  </a:lnTo>
                  <a:lnTo>
                    <a:pt x="91907" y="214073"/>
                  </a:lnTo>
                  <a:lnTo>
                    <a:pt x="92098" y="214019"/>
                  </a:lnTo>
                  <a:lnTo>
                    <a:pt x="92734" y="213791"/>
                  </a:lnTo>
                  <a:lnTo>
                    <a:pt x="93096" y="213557"/>
                  </a:lnTo>
                  <a:lnTo>
                    <a:pt x="93390" y="213350"/>
                  </a:lnTo>
                  <a:lnTo>
                    <a:pt x="93807" y="213005"/>
                  </a:lnTo>
                  <a:lnTo>
                    <a:pt x="94121" y="212644"/>
                  </a:lnTo>
                  <a:lnTo>
                    <a:pt x="94782" y="212036"/>
                  </a:lnTo>
                  <a:lnTo>
                    <a:pt x="95298" y="211510"/>
                  </a:lnTo>
                  <a:lnTo>
                    <a:pt x="96018" y="210861"/>
                  </a:lnTo>
                  <a:lnTo>
                    <a:pt x="96282" y="210830"/>
                  </a:lnTo>
                  <a:lnTo>
                    <a:pt x="96448" y="210770"/>
                  </a:lnTo>
                  <a:lnTo>
                    <a:pt x="96771" y="210787"/>
                  </a:lnTo>
                  <a:lnTo>
                    <a:pt x="96978" y="210766"/>
                  </a:lnTo>
                  <a:lnTo>
                    <a:pt x="96721" y="210616"/>
                  </a:lnTo>
                  <a:lnTo>
                    <a:pt x="96358" y="210622"/>
                  </a:lnTo>
                  <a:lnTo>
                    <a:pt x="96116" y="210686"/>
                  </a:lnTo>
                  <a:lnTo>
                    <a:pt x="96404" y="210389"/>
                  </a:lnTo>
                  <a:lnTo>
                    <a:pt x="96597" y="210190"/>
                  </a:lnTo>
                  <a:lnTo>
                    <a:pt x="96988" y="209827"/>
                  </a:lnTo>
                  <a:lnTo>
                    <a:pt x="97358" y="209582"/>
                  </a:lnTo>
                  <a:lnTo>
                    <a:pt x="97700" y="209396"/>
                  </a:lnTo>
                  <a:lnTo>
                    <a:pt x="98119" y="209011"/>
                  </a:lnTo>
                  <a:lnTo>
                    <a:pt x="98578" y="208380"/>
                  </a:lnTo>
                  <a:lnTo>
                    <a:pt x="98863" y="208032"/>
                  </a:lnTo>
                  <a:lnTo>
                    <a:pt x="98920" y="207896"/>
                  </a:lnTo>
                  <a:lnTo>
                    <a:pt x="98942" y="207700"/>
                  </a:lnTo>
                  <a:lnTo>
                    <a:pt x="99635" y="206840"/>
                  </a:lnTo>
                  <a:lnTo>
                    <a:pt x="99840" y="206726"/>
                  </a:lnTo>
                  <a:lnTo>
                    <a:pt x="99975" y="206674"/>
                  </a:lnTo>
                  <a:lnTo>
                    <a:pt x="100669" y="206405"/>
                  </a:lnTo>
                  <a:lnTo>
                    <a:pt x="101021" y="206186"/>
                  </a:lnTo>
                  <a:lnTo>
                    <a:pt x="101652" y="206036"/>
                  </a:lnTo>
                  <a:lnTo>
                    <a:pt x="101955" y="205984"/>
                  </a:lnTo>
                  <a:lnTo>
                    <a:pt x="102325" y="205831"/>
                  </a:lnTo>
                  <a:lnTo>
                    <a:pt x="103027" y="205638"/>
                  </a:lnTo>
                  <a:lnTo>
                    <a:pt x="103531" y="205263"/>
                  </a:lnTo>
                  <a:lnTo>
                    <a:pt x="103741" y="205161"/>
                  </a:lnTo>
                  <a:lnTo>
                    <a:pt x="104085" y="204888"/>
                  </a:lnTo>
                  <a:lnTo>
                    <a:pt x="104333" y="204732"/>
                  </a:lnTo>
                  <a:lnTo>
                    <a:pt x="104604" y="204561"/>
                  </a:lnTo>
                  <a:lnTo>
                    <a:pt x="105018" y="204399"/>
                  </a:lnTo>
                  <a:lnTo>
                    <a:pt x="105808" y="203950"/>
                  </a:lnTo>
                  <a:lnTo>
                    <a:pt x="106423" y="203638"/>
                  </a:lnTo>
                  <a:lnTo>
                    <a:pt x="106564" y="203662"/>
                  </a:lnTo>
                  <a:lnTo>
                    <a:pt x="106716" y="203689"/>
                  </a:lnTo>
                  <a:lnTo>
                    <a:pt x="106848" y="203654"/>
                  </a:lnTo>
                  <a:lnTo>
                    <a:pt x="107064" y="203556"/>
                  </a:lnTo>
                  <a:lnTo>
                    <a:pt x="107815" y="202996"/>
                  </a:lnTo>
                  <a:lnTo>
                    <a:pt x="108096" y="202696"/>
                  </a:lnTo>
                  <a:lnTo>
                    <a:pt x="108599" y="202321"/>
                  </a:lnTo>
                  <a:lnTo>
                    <a:pt x="108686" y="202095"/>
                  </a:lnTo>
                  <a:lnTo>
                    <a:pt x="109079" y="201713"/>
                  </a:lnTo>
                  <a:lnTo>
                    <a:pt x="109208" y="201370"/>
                  </a:lnTo>
                  <a:lnTo>
                    <a:pt x="109212" y="201177"/>
                  </a:lnTo>
                  <a:lnTo>
                    <a:pt x="109327" y="200784"/>
                  </a:lnTo>
                  <a:lnTo>
                    <a:pt x="109365" y="200310"/>
                  </a:lnTo>
                  <a:lnTo>
                    <a:pt x="109313" y="199749"/>
                  </a:lnTo>
                  <a:lnTo>
                    <a:pt x="109225" y="199421"/>
                  </a:lnTo>
                  <a:lnTo>
                    <a:pt x="109463" y="199534"/>
                  </a:lnTo>
                  <a:lnTo>
                    <a:pt x="109780" y="199913"/>
                  </a:lnTo>
                  <a:lnTo>
                    <a:pt x="109984" y="199909"/>
                  </a:lnTo>
                  <a:lnTo>
                    <a:pt x="110134" y="199548"/>
                  </a:lnTo>
                  <a:lnTo>
                    <a:pt x="110256" y="199417"/>
                  </a:lnTo>
                  <a:lnTo>
                    <a:pt x="110666" y="199302"/>
                  </a:lnTo>
                  <a:lnTo>
                    <a:pt x="110938" y="199409"/>
                  </a:lnTo>
                  <a:lnTo>
                    <a:pt x="111900" y="199309"/>
                  </a:lnTo>
                  <a:lnTo>
                    <a:pt x="112259" y="199222"/>
                  </a:lnTo>
                  <a:lnTo>
                    <a:pt x="112806" y="199499"/>
                  </a:lnTo>
                  <a:lnTo>
                    <a:pt x="112946" y="199779"/>
                  </a:lnTo>
                  <a:lnTo>
                    <a:pt x="113355" y="200707"/>
                  </a:lnTo>
                  <a:lnTo>
                    <a:pt x="113676" y="200886"/>
                  </a:lnTo>
                  <a:lnTo>
                    <a:pt x="113761" y="200451"/>
                  </a:lnTo>
                  <a:lnTo>
                    <a:pt x="113735" y="199779"/>
                  </a:lnTo>
                  <a:lnTo>
                    <a:pt x="113607" y="199440"/>
                  </a:lnTo>
                  <a:lnTo>
                    <a:pt x="113453" y="199312"/>
                  </a:lnTo>
                  <a:lnTo>
                    <a:pt x="112985" y="199127"/>
                  </a:lnTo>
                  <a:lnTo>
                    <a:pt x="112600" y="198670"/>
                  </a:lnTo>
                  <a:lnTo>
                    <a:pt x="112166" y="198375"/>
                  </a:lnTo>
                  <a:lnTo>
                    <a:pt x="112455" y="197909"/>
                  </a:lnTo>
                  <a:lnTo>
                    <a:pt x="113126" y="197587"/>
                  </a:lnTo>
                  <a:lnTo>
                    <a:pt x="113479" y="197689"/>
                  </a:lnTo>
                  <a:lnTo>
                    <a:pt x="113545" y="197914"/>
                  </a:lnTo>
                  <a:lnTo>
                    <a:pt x="113729" y="197856"/>
                  </a:lnTo>
                  <a:lnTo>
                    <a:pt x="113667" y="197558"/>
                  </a:lnTo>
                  <a:lnTo>
                    <a:pt x="113728" y="197152"/>
                  </a:lnTo>
                  <a:lnTo>
                    <a:pt x="113681" y="196739"/>
                  </a:lnTo>
                  <a:lnTo>
                    <a:pt x="113753" y="196560"/>
                  </a:lnTo>
                  <a:lnTo>
                    <a:pt x="114363" y="196422"/>
                  </a:lnTo>
                  <a:lnTo>
                    <a:pt x="114367" y="196232"/>
                  </a:lnTo>
                  <a:lnTo>
                    <a:pt x="114090" y="196171"/>
                  </a:lnTo>
                  <a:lnTo>
                    <a:pt x="113623" y="196011"/>
                  </a:lnTo>
                  <a:lnTo>
                    <a:pt x="113357" y="196149"/>
                  </a:lnTo>
                  <a:lnTo>
                    <a:pt x="112851" y="195962"/>
                  </a:lnTo>
                  <a:lnTo>
                    <a:pt x="112974" y="195674"/>
                  </a:lnTo>
                  <a:lnTo>
                    <a:pt x="112715" y="195633"/>
                  </a:lnTo>
                  <a:lnTo>
                    <a:pt x="112391" y="195797"/>
                  </a:lnTo>
                  <a:lnTo>
                    <a:pt x="112257" y="195933"/>
                  </a:lnTo>
                  <a:lnTo>
                    <a:pt x="111963" y="196663"/>
                  </a:lnTo>
                  <a:lnTo>
                    <a:pt x="112026" y="196884"/>
                  </a:lnTo>
                  <a:lnTo>
                    <a:pt x="111765" y="197092"/>
                  </a:lnTo>
                  <a:lnTo>
                    <a:pt x="111730" y="196783"/>
                  </a:lnTo>
                  <a:lnTo>
                    <a:pt x="111224" y="196929"/>
                  </a:lnTo>
                  <a:lnTo>
                    <a:pt x="111196" y="197159"/>
                  </a:lnTo>
                  <a:lnTo>
                    <a:pt x="110875" y="197259"/>
                  </a:lnTo>
                  <a:lnTo>
                    <a:pt x="110669" y="197197"/>
                  </a:lnTo>
                  <a:lnTo>
                    <a:pt x="110352" y="197319"/>
                  </a:lnTo>
                  <a:lnTo>
                    <a:pt x="110085" y="197214"/>
                  </a:lnTo>
                  <a:lnTo>
                    <a:pt x="110111" y="197710"/>
                  </a:lnTo>
                  <a:lnTo>
                    <a:pt x="110104" y="197855"/>
                  </a:lnTo>
                  <a:lnTo>
                    <a:pt x="109898" y="198252"/>
                  </a:lnTo>
                  <a:lnTo>
                    <a:pt x="109383" y="198269"/>
                  </a:lnTo>
                  <a:lnTo>
                    <a:pt x="109435" y="198753"/>
                  </a:lnTo>
                  <a:lnTo>
                    <a:pt x="109390" y="198930"/>
                  </a:lnTo>
                  <a:lnTo>
                    <a:pt x="109337" y="199146"/>
                  </a:lnTo>
                  <a:lnTo>
                    <a:pt x="109081" y="199169"/>
                  </a:lnTo>
                  <a:lnTo>
                    <a:pt x="108857" y="199159"/>
                  </a:lnTo>
                  <a:lnTo>
                    <a:pt x="108584" y="199012"/>
                  </a:lnTo>
                  <a:lnTo>
                    <a:pt x="108153" y="198779"/>
                  </a:lnTo>
                  <a:lnTo>
                    <a:pt x="107903" y="199048"/>
                  </a:lnTo>
                  <a:lnTo>
                    <a:pt x="107912" y="199331"/>
                  </a:lnTo>
                  <a:lnTo>
                    <a:pt x="107582" y="199499"/>
                  </a:lnTo>
                  <a:lnTo>
                    <a:pt x="107016" y="199650"/>
                  </a:lnTo>
                  <a:lnTo>
                    <a:pt x="106837" y="199649"/>
                  </a:lnTo>
                  <a:lnTo>
                    <a:pt x="106837" y="200163"/>
                  </a:lnTo>
                  <a:lnTo>
                    <a:pt x="106371" y="200164"/>
                  </a:lnTo>
                  <a:lnTo>
                    <a:pt x="106370" y="199379"/>
                  </a:lnTo>
                  <a:lnTo>
                    <a:pt x="106755" y="199217"/>
                  </a:lnTo>
                  <a:lnTo>
                    <a:pt x="107223" y="199217"/>
                  </a:lnTo>
                  <a:lnTo>
                    <a:pt x="107223" y="199001"/>
                  </a:lnTo>
                  <a:lnTo>
                    <a:pt x="107222" y="198730"/>
                  </a:lnTo>
                  <a:lnTo>
                    <a:pt x="107456" y="198734"/>
                  </a:lnTo>
                  <a:lnTo>
                    <a:pt x="107598" y="198736"/>
                  </a:lnTo>
                  <a:lnTo>
                    <a:pt x="107680" y="198552"/>
                  </a:lnTo>
                  <a:lnTo>
                    <a:pt x="107483" y="198274"/>
                  </a:lnTo>
                  <a:lnTo>
                    <a:pt x="107237" y="197586"/>
                  </a:lnTo>
                  <a:lnTo>
                    <a:pt x="106984" y="197202"/>
                  </a:lnTo>
                  <a:lnTo>
                    <a:pt x="106973" y="197003"/>
                  </a:lnTo>
                  <a:lnTo>
                    <a:pt x="107024" y="196859"/>
                  </a:lnTo>
                  <a:lnTo>
                    <a:pt x="107009" y="196507"/>
                  </a:lnTo>
                  <a:lnTo>
                    <a:pt x="106757" y="196465"/>
                  </a:lnTo>
                  <a:lnTo>
                    <a:pt x="106724" y="195540"/>
                  </a:lnTo>
                  <a:lnTo>
                    <a:pt x="106872" y="195184"/>
                  </a:lnTo>
                  <a:lnTo>
                    <a:pt x="107381" y="194407"/>
                  </a:lnTo>
                  <a:lnTo>
                    <a:pt x="107747" y="194046"/>
                  </a:lnTo>
                  <a:lnTo>
                    <a:pt x="108123" y="193674"/>
                  </a:lnTo>
                  <a:lnTo>
                    <a:pt x="108611" y="193510"/>
                  </a:lnTo>
                  <a:lnTo>
                    <a:pt x="109127" y="194048"/>
                  </a:lnTo>
                  <a:lnTo>
                    <a:pt x="109025" y="193840"/>
                  </a:lnTo>
                  <a:lnTo>
                    <a:pt x="109073" y="193695"/>
                  </a:lnTo>
                  <a:lnTo>
                    <a:pt x="109180" y="193499"/>
                  </a:lnTo>
                  <a:lnTo>
                    <a:pt x="109179" y="193297"/>
                  </a:lnTo>
                  <a:lnTo>
                    <a:pt x="109177" y="193014"/>
                  </a:lnTo>
                  <a:lnTo>
                    <a:pt x="109541" y="192436"/>
                  </a:lnTo>
                  <a:lnTo>
                    <a:pt x="109625" y="192297"/>
                  </a:lnTo>
                  <a:lnTo>
                    <a:pt x="110198" y="192238"/>
                  </a:lnTo>
                  <a:lnTo>
                    <a:pt x="110223" y="192700"/>
                  </a:lnTo>
                  <a:lnTo>
                    <a:pt x="110582" y="192603"/>
                  </a:lnTo>
                  <a:lnTo>
                    <a:pt x="110195" y="192396"/>
                  </a:lnTo>
                  <a:lnTo>
                    <a:pt x="110573" y="192226"/>
                  </a:lnTo>
                  <a:lnTo>
                    <a:pt x="110849" y="192186"/>
                  </a:lnTo>
                  <a:lnTo>
                    <a:pt x="111066" y="192093"/>
                  </a:lnTo>
                  <a:lnTo>
                    <a:pt x="111336" y="191379"/>
                  </a:lnTo>
                  <a:lnTo>
                    <a:pt x="111338" y="191172"/>
                  </a:lnTo>
                  <a:lnTo>
                    <a:pt x="111540" y="191069"/>
                  </a:lnTo>
                  <a:lnTo>
                    <a:pt x="111704" y="190742"/>
                  </a:lnTo>
                  <a:lnTo>
                    <a:pt x="111543" y="190135"/>
                  </a:lnTo>
                  <a:lnTo>
                    <a:pt x="111615" y="189759"/>
                  </a:lnTo>
                  <a:lnTo>
                    <a:pt x="111832" y="189784"/>
                  </a:lnTo>
                  <a:lnTo>
                    <a:pt x="112469" y="189941"/>
                  </a:lnTo>
                  <a:lnTo>
                    <a:pt x="112683" y="190132"/>
                  </a:lnTo>
                  <a:lnTo>
                    <a:pt x="112896" y="190053"/>
                  </a:lnTo>
                  <a:lnTo>
                    <a:pt x="112945" y="189803"/>
                  </a:lnTo>
                  <a:lnTo>
                    <a:pt x="112870" y="189606"/>
                  </a:lnTo>
                  <a:lnTo>
                    <a:pt x="113048" y="189232"/>
                  </a:lnTo>
                  <a:lnTo>
                    <a:pt x="113523" y="188876"/>
                  </a:lnTo>
                  <a:lnTo>
                    <a:pt x="113788" y="188950"/>
                  </a:lnTo>
                  <a:lnTo>
                    <a:pt x="113949" y="189169"/>
                  </a:lnTo>
                  <a:lnTo>
                    <a:pt x="114333" y="189061"/>
                  </a:lnTo>
                  <a:lnTo>
                    <a:pt x="114699" y="189452"/>
                  </a:lnTo>
                  <a:lnTo>
                    <a:pt x="114528" y="189725"/>
                  </a:lnTo>
                  <a:lnTo>
                    <a:pt x="114399" y="189697"/>
                  </a:lnTo>
                  <a:lnTo>
                    <a:pt x="114185" y="189919"/>
                  </a:lnTo>
                  <a:lnTo>
                    <a:pt x="114224" y="190245"/>
                  </a:lnTo>
                  <a:lnTo>
                    <a:pt x="114442" y="190541"/>
                  </a:lnTo>
                  <a:lnTo>
                    <a:pt x="114688" y="190744"/>
                  </a:lnTo>
                  <a:lnTo>
                    <a:pt x="114882" y="190803"/>
                  </a:lnTo>
                  <a:lnTo>
                    <a:pt x="115292" y="190653"/>
                  </a:lnTo>
                  <a:lnTo>
                    <a:pt x="115625" y="190530"/>
                  </a:lnTo>
                  <a:lnTo>
                    <a:pt x="116040" y="190307"/>
                  </a:lnTo>
                  <a:lnTo>
                    <a:pt x="116465" y="190436"/>
                  </a:lnTo>
                  <a:lnTo>
                    <a:pt x="116634" y="190398"/>
                  </a:lnTo>
                  <a:lnTo>
                    <a:pt x="116954" y="190667"/>
                  </a:lnTo>
                  <a:lnTo>
                    <a:pt x="117241" y="190974"/>
                  </a:lnTo>
                  <a:lnTo>
                    <a:pt x="117146" y="190658"/>
                  </a:lnTo>
                  <a:lnTo>
                    <a:pt x="117405" y="190472"/>
                  </a:lnTo>
                  <a:lnTo>
                    <a:pt x="117654" y="190842"/>
                  </a:lnTo>
                  <a:lnTo>
                    <a:pt x="117852" y="191179"/>
                  </a:lnTo>
                  <a:lnTo>
                    <a:pt x="118036" y="191253"/>
                  </a:lnTo>
                  <a:lnTo>
                    <a:pt x="118233" y="191434"/>
                  </a:lnTo>
                  <a:lnTo>
                    <a:pt x="118290" y="191596"/>
                  </a:lnTo>
                  <a:lnTo>
                    <a:pt x="118458" y="191857"/>
                  </a:lnTo>
                  <a:lnTo>
                    <a:pt x="118870" y="192032"/>
                  </a:lnTo>
                  <a:lnTo>
                    <a:pt x="119053" y="192211"/>
                  </a:lnTo>
                  <a:lnTo>
                    <a:pt x="118880" y="192532"/>
                  </a:lnTo>
                  <a:lnTo>
                    <a:pt x="119458" y="192504"/>
                  </a:lnTo>
                  <a:lnTo>
                    <a:pt x="119427" y="192345"/>
                  </a:lnTo>
                  <a:lnTo>
                    <a:pt x="119288" y="192336"/>
                  </a:lnTo>
                  <a:lnTo>
                    <a:pt x="119433" y="192068"/>
                  </a:lnTo>
                  <a:lnTo>
                    <a:pt x="119580" y="192008"/>
                  </a:lnTo>
                  <a:lnTo>
                    <a:pt x="119955" y="191678"/>
                  </a:lnTo>
                  <a:lnTo>
                    <a:pt x="120086" y="191222"/>
                  </a:lnTo>
                  <a:lnTo>
                    <a:pt x="120289" y="191265"/>
                  </a:lnTo>
                  <a:lnTo>
                    <a:pt x="120276" y="191643"/>
                  </a:lnTo>
                  <a:lnTo>
                    <a:pt x="120365" y="191792"/>
                  </a:lnTo>
                  <a:lnTo>
                    <a:pt x="120734" y="191889"/>
                  </a:lnTo>
                  <a:lnTo>
                    <a:pt x="120649" y="191632"/>
                  </a:lnTo>
                  <a:lnTo>
                    <a:pt x="120682" y="191477"/>
                  </a:lnTo>
                  <a:lnTo>
                    <a:pt x="121190" y="191585"/>
                  </a:lnTo>
                  <a:lnTo>
                    <a:pt x="121403" y="192013"/>
                  </a:lnTo>
                  <a:lnTo>
                    <a:pt x="121289" y="192362"/>
                  </a:lnTo>
                  <a:lnTo>
                    <a:pt x="121525" y="192546"/>
                  </a:lnTo>
                  <a:lnTo>
                    <a:pt x="121681" y="193073"/>
                  </a:lnTo>
                  <a:lnTo>
                    <a:pt x="121699" y="193300"/>
                  </a:lnTo>
                  <a:lnTo>
                    <a:pt x="121575" y="193546"/>
                  </a:lnTo>
                  <a:lnTo>
                    <a:pt x="121679" y="193883"/>
                  </a:lnTo>
                  <a:lnTo>
                    <a:pt x="121888" y="193784"/>
                  </a:lnTo>
                  <a:lnTo>
                    <a:pt x="121892" y="193385"/>
                  </a:lnTo>
                  <a:lnTo>
                    <a:pt x="122078" y="193074"/>
                  </a:lnTo>
                  <a:lnTo>
                    <a:pt x="122279" y="192991"/>
                  </a:lnTo>
                  <a:lnTo>
                    <a:pt x="122548" y="192961"/>
                  </a:lnTo>
                  <a:lnTo>
                    <a:pt x="122844" y="192959"/>
                  </a:lnTo>
                  <a:lnTo>
                    <a:pt x="123428" y="192837"/>
                  </a:lnTo>
                  <a:lnTo>
                    <a:pt x="123729" y="192713"/>
                  </a:lnTo>
                  <a:lnTo>
                    <a:pt x="124177" y="192377"/>
                  </a:lnTo>
                  <a:lnTo>
                    <a:pt x="124315" y="192162"/>
                  </a:lnTo>
                  <a:lnTo>
                    <a:pt x="124419" y="191904"/>
                  </a:lnTo>
                  <a:lnTo>
                    <a:pt x="124565" y="191504"/>
                  </a:lnTo>
                  <a:lnTo>
                    <a:pt x="124619" y="191727"/>
                  </a:lnTo>
                  <a:lnTo>
                    <a:pt x="124571" y="192021"/>
                  </a:lnTo>
                  <a:lnTo>
                    <a:pt x="124517" y="192344"/>
                  </a:lnTo>
                  <a:lnTo>
                    <a:pt x="124573" y="192596"/>
                  </a:lnTo>
                  <a:lnTo>
                    <a:pt x="124547" y="192788"/>
                  </a:lnTo>
                  <a:lnTo>
                    <a:pt x="124154" y="192845"/>
                  </a:lnTo>
                  <a:lnTo>
                    <a:pt x="123847" y="193349"/>
                  </a:lnTo>
                  <a:lnTo>
                    <a:pt x="124012" y="193280"/>
                  </a:lnTo>
                  <a:lnTo>
                    <a:pt x="124402" y="193331"/>
                  </a:lnTo>
                  <a:lnTo>
                    <a:pt x="124806" y="192961"/>
                  </a:lnTo>
                  <a:lnTo>
                    <a:pt x="124965" y="192699"/>
                  </a:lnTo>
                  <a:lnTo>
                    <a:pt x="125382" y="192198"/>
                  </a:lnTo>
                  <a:lnTo>
                    <a:pt x="125592" y="192177"/>
                  </a:lnTo>
                  <a:lnTo>
                    <a:pt x="125780" y="192326"/>
                  </a:lnTo>
                  <a:lnTo>
                    <a:pt x="126034" y="192600"/>
                  </a:lnTo>
                  <a:lnTo>
                    <a:pt x="126124" y="192447"/>
                  </a:lnTo>
                  <a:lnTo>
                    <a:pt x="126069" y="192112"/>
                  </a:lnTo>
                  <a:lnTo>
                    <a:pt x="126566" y="192135"/>
                  </a:lnTo>
                  <a:lnTo>
                    <a:pt x="126339" y="192026"/>
                  </a:lnTo>
                  <a:lnTo>
                    <a:pt x="126113" y="191967"/>
                  </a:lnTo>
                  <a:lnTo>
                    <a:pt x="125858" y="191883"/>
                  </a:lnTo>
                  <a:lnTo>
                    <a:pt x="125616" y="191841"/>
                  </a:lnTo>
                  <a:lnTo>
                    <a:pt x="125085" y="191795"/>
                  </a:lnTo>
                  <a:lnTo>
                    <a:pt x="124865" y="191695"/>
                  </a:lnTo>
                  <a:lnTo>
                    <a:pt x="124629" y="191330"/>
                  </a:lnTo>
                  <a:lnTo>
                    <a:pt x="124164" y="191477"/>
                  </a:lnTo>
                  <a:lnTo>
                    <a:pt x="123895" y="191350"/>
                  </a:lnTo>
                  <a:lnTo>
                    <a:pt x="123812" y="190946"/>
                  </a:lnTo>
                  <a:lnTo>
                    <a:pt x="124067" y="190536"/>
                  </a:lnTo>
                  <a:lnTo>
                    <a:pt x="124111" y="190353"/>
                  </a:lnTo>
                  <a:lnTo>
                    <a:pt x="123767" y="189623"/>
                  </a:lnTo>
                  <a:lnTo>
                    <a:pt x="123831" y="189375"/>
                  </a:lnTo>
                  <a:lnTo>
                    <a:pt x="124158" y="189016"/>
                  </a:lnTo>
                  <a:lnTo>
                    <a:pt x="125345" y="189129"/>
                  </a:lnTo>
                  <a:lnTo>
                    <a:pt x="125496" y="189177"/>
                  </a:lnTo>
                  <a:lnTo>
                    <a:pt x="125877" y="189512"/>
                  </a:lnTo>
                  <a:lnTo>
                    <a:pt x="125997" y="189491"/>
                  </a:lnTo>
                  <a:lnTo>
                    <a:pt x="125594" y="188883"/>
                  </a:lnTo>
                  <a:lnTo>
                    <a:pt x="125211" y="188763"/>
                  </a:lnTo>
                  <a:lnTo>
                    <a:pt x="125005" y="188788"/>
                  </a:lnTo>
                  <a:lnTo>
                    <a:pt x="124618" y="188944"/>
                  </a:lnTo>
                  <a:lnTo>
                    <a:pt x="124439" y="188927"/>
                  </a:lnTo>
                  <a:lnTo>
                    <a:pt x="124265" y="188639"/>
                  </a:lnTo>
                  <a:lnTo>
                    <a:pt x="124346" y="188149"/>
                  </a:lnTo>
                  <a:lnTo>
                    <a:pt x="124374" y="187987"/>
                  </a:lnTo>
                  <a:lnTo>
                    <a:pt x="124399" y="187831"/>
                  </a:lnTo>
                  <a:lnTo>
                    <a:pt x="124698" y="187323"/>
                  </a:lnTo>
                  <a:lnTo>
                    <a:pt x="124906" y="187240"/>
                  </a:lnTo>
                  <a:lnTo>
                    <a:pt x="125099" y="187221"/>
                  </a:lnTo>
                  <a:lnTo>
                    <a:pt x="125334" y="187196"/>
                  </a:lnTo>
                  <a:lnTo>
                    <a:pt x="125547" y="187029"/>
                  </a:lnTo>
                  <a:lnTo>
                    <a:pt x="125763" y="186702"/>
                  </a:lnTo>
                  <a:lnTo>
                    <a:pt x="126025" y="186493"/>
                  </a:lnTo>
                  <a:lnTo>
                    <a:pt x="126262" y="186169"/>
                  </a:lnTo>
                  <a:lnTo>
                    <a:pt x="126363" y="185908"/>
                  </a:lnTo>
                  <a:lnTo>
                    <a:pt x="126452" y="185755"/>
                  </a:lnTo>
                  <a:lnTo>
                    <a:pt x="126679" y="185491"/>
                  </a:lnTo>
                  <a:lnTo>
                    <a:pt x="127199" y="185249"/>
                  </a:lnTo>
                  <a:lnTo>
                    <a:pt x="127498" y="185153"/>
                  </a:lnTo>
                  <a:lnTo>
                    <a:pt x="128281" y="184754"/>
                  </a:lnTo>
                  <a:lnTo>
                    <a:pt x="128476" y="184792"/>
                  </a:lnTo>
                  <a:lnTo>
                    <a:pt x="129096" y="184798"/>
                  </a:lnTo>
                  <a:lnTo>
                    <a:pt x="129445" y="184796"/>
                  </a:lnTo>
                  <a:lnTo>
                    <a:pt x="129726" y="184742"/>
                  </a:lnTo>
                  <a:lnTo>
                    <a:pt x="130109" y="184602"/>
                  </a:lnTo>
                  <a:lnTo>
                    <a:pt x="133701" y="184493"/>
                  </a:lnTo>
                  <a:lnTo>
                    <a:pt x="133741" y="184977"/>
                  </a:lnTo>
                  <a:lnTo>
                    <a:pt x="133719" y="185162"/>
                  </a:lnTo>
                  <a:lnTo>
                    <a:pt x="133715" y="185655"/>
                  </a:lnTo>
                  <a:lnTo>
                    <a:pt x="133978" y="185873"/>
                  </a:lnTo>
                  <a:lnTo>
                    <a:pt x="133949" y="185399"/>
                  </a:lnTo>
                  <a:lnTo>
                    <a:pt x="134101" y="185172"/>
                  </a:lnTo>
                  <a:lnTo>
                    <a:pt x="134371" y="185469"/>
                  </a:lnTo>
                  <a:lnTo>
                    <a:pt x="134594" y="185789"/>
                  </a:lnTo>
                  <a:lnTo>
                    <a:pt x="135243" y="186310"/>
                  </a:lnTo>
                  <a:lnTo>
                    <a:pt x="135605" y="186392"/>
                  </a:lnTo>
                  <a:lnTo>
                    <a:pt x="136221" y="186338"/>
                  </a:lnTo>
                  <a:lnTo>
                    <a:pt x="136421" y="186274"/>
                  </a:lnTo>
                  <a:lnTo>
                    <a:pt x="136789" y="186346"/>
                  </a:lnTo>
                  <a:lnTo>
                    <a:pt x="136941" y="186379"/>
                  </a:lnTo>
                  <a:lnTo>
                    <a:pt x="137127" y="186567"/>
                  </a:lnTo>
                  <a:lnTo>
                    <a:pt x="137140" y="186996"/>
                  </a:lnTo>
                  <a:lnTo>
                    <a:pt x="137279" y="187237"/>
                  </a:lnTo>
                  <a:lnTo>
                    <a:pt x="137231" y="187437"/>
                  </a:lnTo>
                  <a:lnTo>
                    <a:pt x="137373" y="187864"/>
                  </a:lnTo>
                  <a:lnTo>
                    <a:pt x="137968" y="187467"/>
                  </a:lnTo>
                  <a:lnTo>
                    <a:pt x="138050" y="187309"/>
                  </a:lnTo>
                  <a:lnTo>
                    <a:pt x="138131" y="187034"/>
                  </a:lnTo>
                  <a:lnTo>
                    <a:pt x="138017" y="186666"/>
                  </a:lnTo>
                  <a:lnTo>
                    <a:pt x="137879" y="186380"/>
                  </a:lnTo>
                  <a:lnTo>
                    <a:pt x="137938" y="186209"/>
                  </a:lnTo>
                  <a:lnTo>
                    <a:pt x="137980" y="185854"/>
                  </a:lnTo>
                  <a:lnTo>
                    <a:pt x="137878" y="185572"/>
                  </a:lnTo>
                  <a:lnTo>
                    <a:pt x="137852" y="185241"/>
                  </a:lnTo>
                  <a:lnTo>
                    <a:pt x="138444" y="185322"/>
                  </a:lnTo>
                  <a:lnTo>
                    <a:pt x="138789" y="185696"/>
                  </a:lnTo>
                  <a:lnTo>
                    <a:pt x="138829" y="186070"/>
                  </a:lnTo>
                  <a:lnTo>
                    <a:pt x="138792" y="186229"/>
                  </a:lnTo>
                  <a:lnTo>
                    <a:pt x="138902" y="187038"/>
                  </a:lnTo>
                  <a:lnTo>
                    <a:pt x="139035" y="187212"/>
                  </a:lnTo>
                  <a:lnTo>
                    <a:pt x="139329" y="187595"/>
                  </a:lnTo>
                  <a:lnTo>
                    <a:pt x="139175" y="187631"/>
                  </a:lnTo>
                  <a:lnTo>
                    <a:pt x="138782" y="188336"/>
                  </a:lnTo>
                  <a:lnTo>
                    <a:pt x="138809" y="188677"/>
                  </a:lnTo>
                  <a:lnTo>
                    <a:pt x="138788" y="188846"/>
                  </a:lnTo>
                  <a:lnTo>
                    <a:pt x="139101" y="189018"/>
                  </a:lnTo>
                  <a:lnTo>
                    <a:pt x="139278" y="189243"/>
                  </a:lnTo>
                  <a:lnTo>
                    <a:pt x="139384" y="189038"/>
                  </a:lnTo>
                  <a:lnTo>
                    <a:pt x="139221" y="188681"/>
                  </a:lnTo>
                  <a:lnTo>
                    <a:pt x="139062" y="188561"/>
                  </a:lnTo>
                  <a:lnTo>
                    <a:pt x="138892" y="188528"/>
                  </a:lnTo>
                  <a:lnTo>
                    <a:pt x="138858" y="188190"/>
                  </a:lnTo>
                  <a:lnTo>
                    <a:pt x="139286" y="187698"/>
                  </a:lnTo>
                  <a:lnTo>
                    <a:pt x="139704" y="187711"/>
                  </a:lnTo>
                  <a:lnTo>
                    <a:pt x="140451" y="187922"/>
                  </a:lnTo>
                  <a:lnTo>
                    <a:pt x="140148" y="187541"/>
                  </a:lnTo>
                  <a:lnTo>
                    <a:pt x="140251" y="187398"/>
                  </a:lnTo>
                  <a:lnTo>
                    <a:pt x="140350" y="187260"/>
                  </a:lnTo>
                  <a:lnTo>
                    <a:pt x="140493" y="187191"/>
                  </a:lnTo>
                  <a:lnTo>
                    <a:pt x="140656" y="187072"/>
                  </a:lnTo>
                  <a:lnTo>
                    <a:pt x="140846" y="186665"/>
                  </a:lnTo>
                  <a:lnTo>
                    <a:pt x="140712" y="186533"/>
                  </a:lnTo>
                  <a:lnTo>
                    <a:pt x="140926" y="186381"/>
                  </a:lnTo>
                  <a:lnTo>
                    <a:pt x="141267" y="186087"/>
                  </a:lnTo>
                  <a:lnTo>
                    <a:pt x="141334" y="185874"/>
                  </a:lnTo>
                  <a:lnTo>
                    <a:pt x="141307" y="185440"/>
                  </a:lnTo>
                  <a:lnTo>
                    <a:pt x="141075" y="185371"/>
                  </a:lnTo>
                  <a:lnTo>
                    <a:pt x="140923" y="185211"/>
                  </a:lnTo>
                  <a:lnTo>
                    <a:pt x="140874" y="184997"/>
                  </a:lnTo>
                  <a:lnTo>
                    <a:pt x="141282" y="185036"/>
                  </a:lnTo>
                  <a:lnTo>
                    <a:pt x="141583" y="185246"/>
                  </a:lnTo>
                  <a:lnTo>
                    <a:pt x="141728" y="185303"/>
                  </a:lnTo>
                  <a:lnTo>
                    <a:pt x="142031" y="185326"/>
                  </a:lnTo>
                  <a:lnTo>
                    <a:pt x="142304" y="185327"/>
                  </a:lnTo>
                  <a:lnTo>
                    <a:pt x="142660" y="185216"/>
                  </a:lnTo>
                  <a:lnTo>
                    <a:pt x="143363" y="184986"/>
                  </a:lnTo>
                  <a:lnTo>
                    <a:pt x="143759" y="184808"/>
                  </a:lnTo>
                  <a:lnTo>
                    <a:pt x="144010" y="185258"/>
                  </a:lnTo>
                  <a:lnTo>
                    <a:pt x="144400" y="185856"/>
                  </a:lnTo>
                  <a:lnTo>
                    <a:pt x="144282" y="186018"/>
                  </a:lnTo>
                  <a:lnTo>
                    <a:pt x="144373" y="186171"/>
                  </a:lnTo>
                  <a:lnTo>
                    <a:pt x="144478" y="186311"/>
                  </a:lnTo>
                  <a:lnTo>
                    <a:pt x="144695" y="186599"/>
                  </a:lnTo>
                  <a:lnTo>
                    <a:pt x="144986" y="186942"/>
                  </a:lnTo>
                  <a:lnTo>
                    <a:pt x="145463" y="187324"/>
                  </a:lnTo>
                  <a:lnTo>
                    <a:pt x="146078" y="187644"/>
                  </a:lnTo>
                  <a:lnTo>
                    <a:pt x="146255" y="187706"/>
                  </a:lnTo>
                  <a:lnTo>
                    <a:pt x="146488" y="187747"/>
                  </a:lnTo>
                  <a:lnTo>
                    <a:pt x="146886" y="187727"/>
                  </a:lnTo>
                  <a:lnTo>
                    <a:pt x="147235" y="187624"/>
                  </a:lnTo>
                  <a:lnTo>
                    <a:pt x="147399" y="187241"/>
                  </a:lnTo>
                  <a:lnTo>
                    <a:pt x="147535" y="187524"/>
                  </a:lnTo>
                  <a:lnTo>
                    <a:pt x="147242" y="187758"/>
                  </a:lnTo>
                  <a:lnTo>
                    <a:pt x="146744" y="187971"/>
                  </a:lnTo>
                  <a:lnTo>
                    <a:pt x="146007" y="187792"/>
                  </a:lnTo>
                  <a:lnTo>
                    <a:pt x="145788" y="188120"/>
                  </a:lnTo>
                  <a:lnTo>
                    <a:pt x="145710" y="188280"/>
                  </a:lnTo>
                  <a:lnTo>
                    <a:pt x="145408" y="188572"/>
                  </a:lnTo>
                  <a:lnTo>
                    <a:pt x="145096" y="188566"/>
                  </a:lnTo>
                  <a:lnTo>
                    <a:pt x="144885" y="188642"/>
                  </a:lnTo>
                  <a:lnTo>
                    <a:pt x="144614" y="188941"/>
                  </a:lnTo>
                  <a:lnTo>
                    <a:pt x="144971" y="189310"/>
                  </a:lnTo>
                  <a:lnTo>
                    <a:pt x="145270" y="189349"/>
                  </a:lnTo>
                  <a:lnTo>
                    <a:pt x="145471" y="189355"/>
                  </a:lnTo>
                  <a:lnTo>
                    <a:pt x="145721" y="189281"/>
                  </a:lnTo>
                  <a:lnTo>
                    <a:pt x="145990" y="189397"/>
                  </a:lnTo>
                  <a:lnTo>
                    <a:pt x="146252" y="189648"/>
                  </a:lnTo>
                  <a:lnTo>
                    <a:pt x="146417" y="189986"/>
                  </a:lnTo>
                  <a:lnTo>
                    <a:pt x="146416" y="189817"/>
                  </a:lnTo>
                  <a:lnTo>
                    <a:pt x="146402" y="189655"/>
                  </a:lnTo>
                  <a:lnTo>
                    <a:pt x="146320" y="189512"/>
                  </a:lnTo>
                  <a:lnTo>
                    <a:pt x="146363" y="188921"/>
                  </a:lnTo>
                  <a:lnTo>
                    <a:pt x="146710" y="188988"/>
                  </a:lnTo>
                  <a:lnTo>
                    <a:pt x="146822" y="189217"/>
                  </a:lnTo>
                  <a:lnTo>
                    <a:pt x="146928" y="189575"/>
                  </a:lnTo>
                  <a:lnTo>
                    <a:pt x="146942" y="189157"/>
                  </a:lnTo>
                  <a:lnTo>
                    <a:pt x="146992" y="188864"/>
                  </a:lnTo>
                  <a:lnTo>
                    <a:pt x="146778" y="188810"/>
                  </a:lnTo>
                  <a:lnTo>
                    <a:pt x="146441" y="188716"/>
                  </a:lnTo>
                  <a:lnTo>
                    <a:pt x="145944" y="188415"/>
                  </a:lnTo>
                  <a:lnTo>
                    <a:pt x="146048" y="188009"/>
                  </a:lnTo>
                  <a:lnTo>
                    <a:pt x="146210" y="188007"/>
                  </a:lnTo>
                  <a:lnTo>
                    <a:pt x="146589" y="188199"/>
                  </a:lnTo>
                  <a:lnTo>
                    <a:pt x="146758" y="188200"/>
                  </a:lnTo>
                  <a:lnTo>
                    <a:pt x="147008" y="188137"/>
                  </a:lnTo>
                  <a:lnTo>
                    <a:pt x="147236" y="188007"/>
                  </a:lnTo>
                  <a:lnTo>
                    <a:pt x="147740" y="187694"/>
                  </a:lnTo>
                  <a:lnTo>
                    <a:pt x="147654" y="187260"/>
                  </a:lnTo>
                  <a:lnTo>
                    <a:pt x="147463" y="187056"/>
                  </a:lnTo>
                  <a:lnTo>
                    <a:pt x="147198" y="187058"/>
                  </a:lnTo>
                  <a:lnTo>
                    <a:pt x="147137" y="186913"/>
                  </a:lnTo>
                  <a:lnTo>
                    <a:pt x="147011" y="186604"/>
                  </a:lnTo>
                  <a:lnTo>
                    <a:pt x="147200" y="186576"/>
                  </a:lnTo>
                  <a:lnTo>
                    <a:pt x="147338" y="186590"/>
                  </a:lnTo>
                  <a:lnTo>
                    <a:pt x="147491" y="186855"/>
                  </a:lnTo>
                  <a:lnTo>
                    <a:pt x="147735" y="186600"/>
                  </a:lnTo>
                  <a:lnTo>
                    <a:pt x="148031" y="186458"/>
                  </a:lnTo>
                  <a:lnTo>
                    <a:pt x="148356" y="186394"/>
                  </a:lnTo>
                  <a:lnTo>
                    <a:pt x="148814" y="186230"/>
                  </a:lnTo>
                  <a:lnTo>
                    <a:pt x="149013" y="186120"/>
                  </a:lnTo>
                  <a:lnTo>
                    <a:pt x="149050" y="185848"/>
                  </a:lnTo>
                  <a:lnTo>
                    <a:pt x="149097" y="185718"/>
                  </a:lnTo>
                  <a:lnTo>
                    <a:pt x="149197" y="185590"/>
                  </a:lnTo>
                  <a:lnTo>
                    <a:pt x="149395" y="185470"/>
                  </a:lnTo>
                  <a:lnTo>
                    <a:pt x="149685" y="185372"/>
                  </a:lnTo>
                  <a:lnTo>
                    <a:pt x="150018" y="185550"/>
                  </a:lnTo>
                  <a:lnTo>
                    <a:pt x="150518" y="185871"/>
                  </a:lnTo>
                  <a:lnTo>
                    <a:pt x="150755" y="185794"/>
                  </a:lnTo>
                  <a:lnTo>
                    <a:pt x="151163" y="185725"/>
                  </a:lnTo>
                  <a:lnTo>
                    <a:pt x="151386" y="185710"/>
                  </a:lnTo>
                  <a:lnTo>
                    <a:pt x="151520" y="185702"/>
                  </a:lnTo>
                  <a:lnTo>
                    <a:pt x="151849" y="185680"/>
                  </a:lnTo>
                  <a:lnTo>
                    <a:pt x="152179" y="186008"/>
                  </a:lnTo>
                  <a:lnTo>
                    <a:pt x="152176" y="186160"/>
                  </a:lnTo>
                  <a:lnTo>
                    <a:pt x="152095" y="186377"/>
                  </a:lnTo>
                  <a:lnTo>
                    <a:pt x="152000" y="186558"/>
                  </a:lnTo>
                  <a:lnTo>
                    <a:pt x="152188" y="186311"/>
                  </a:lnTo>
                  <a:lnTo>
                    <a:pt x="152273" y="186156"/>
                  </a:lnTo>
                  <a:lnTo>
                    <a:pt x="152308" y="185775"/>
                  </a:lnTo>
                  <a:lnTo>
                    <a:pt x="152477" y="185629"/>
                  </a:lnTo>
                  <a:lnTo>
                    <a:pt x="152541" y="185331"/>
                  </a:lnTo>
                  <a:lnTo>
                    <a:pt x="152080" y="185441"/>
                  </a:lnTo>
                  <a:lnTo>
                    <a:pt x="151921" y="185432"/>
                  </a:lnTo>
                  <a:lnTo>
                    <a:pt x="151754" y="185423"/>
                  </a:lnTo>
                  <a:lnTo>
                    <a:pt x="151252" y="185544"/>
                  </a:lnTo>
                  <a:lnTo>
                    <a:pt x="150896" y="185449"/>
                  </a:lnTo>
                  <a:lnTo>
                    <a:pt x="150507" y="185482"/>
                  </a:lnTo>
                  <a:lnTo>
                    <a:pt x="150325" y="185355"/>
                  </a:lnTo>
                  <a:lnTo>
                    <a:pt x="149819" y="185339"/>
                  </a:lnTo>
                  <a:lnTo>
                    <a:pt x="149948" y="185324"/>
                  </a:lnTo>
                  <a:lnTo>
                    <a:pt x="150097" y="185329"/>
                  </a:lnTo>
                  <a:lnTo>
                    <a:pt x="150730" y="185188"/>
                  </a:lnTo>
                  <a:lnTo>
                    <a:pt x="151023" y="185144"/>
                  </a:lnTo>
                  <a:lnTo>
                    <a:pt x="151377" y="185088"/>
                  </a:lnTo>
                  <a:lnTo>
                    <a:pt x="151536" y="185021"/>
                  </a:lnTo>
                  <a:lnTo>
                    <a:pt x="151933" y="184853"/>
                  </a:lnTo>
                  <a:lnTo>
                    <a:pt x="152179" y="184686"/>
                  </a:lnTo>
                  <a:lnTo>
                    <a:pt x="153471" y="182776"/>
                  </a:lnTo>
                  <a:lnTo>
                    <a:pt x="153672" y="182139"/>
                  </a:lnTo>
                  <a:lnTo>
                    <a:pt x="153881" y="181528"/>
                  </a:lnTo>
                  <a:lnTo>
                    <a:pt x="153967" y="181376"/>
                  </a:lnTo>
                  <a:lnTo>
                    <a:pt x="154110" y="181122"/>
                  </a:lnTo>
                  <a:lnTo>
                    <a:pt x="154472" y="181091"/>
                  </a:lnTo>
                  <a:lnTo>
                    <a:pt x="154901" y="181053"/>
                  </a:lnTo>
                  <a:lnTo>
                    <a:pt x="155189" y="181076"/>
                  </a:lnTo>
                  <a:lnTo>
                    <a:pt x="158722" y="182970"/>
                  </a:lnTo>
                  <a:lnTo>
                    <a:pt x="159194" y="183068"/>
                  </a:lnTo>
                  <a:lnTo>
                    <a:pt x="159516" y="183134"/>
                  </a:lnTo>
                  <a:lnTo>
                    <a:pt x="159620" y="182933"/>
                  </a:lnTo>
                  <a:lnTo>
                    <a:pt x="159882" y="182489"/>
                  </a:lnTo>
                  <a:lnTo>
                    <a:pt x="159548" y="182388"/>
                  </a:lnTo>
                  <a:lnTo>
                    <a:pt x="159667" y="182018"/>
                  </a:lnTo>
                  <a:lnTo>
                    <a:pt x="159763" y="182149"/>
                  </a:lnTo>
                  <a:lnTo>
                    <a:pt x="160051" y="182239"/>
                  </a:lnTo>
                  <a:lnTo>
                    <a:pt x="160184" y="182201"/>
                  </a:lnTo>
                  <a:lnTo>
                    <a:pt x="160322" y="182507"/>
                  </a:lnTo>
                  <a:lnTo>
                    <a:pt x="160451" y="182586"/>
                  </a:lnTo>
                  <a:lnTo>
                    <a:pt x="160818" y="182578"/>
                  </a:lnTo>
                  <a:lnTo>
                    <a:pt x="161116" y="182364"/>
                  </a:lnTo>
                  <a:lnTo>
                    <a:pt x="161369" y="182218"/>
                  </a:lnTo>
                  <a:lnTo>
                    <a:pt x="161392" y="182042"/>
                  </a:lnTo>
                  <a:lnTo>
                    <a:pt x="161384" y="181768"/>
                  </a:lnTo>
                  <a:lnTo>
                    <a:pt x="162088" y="181683"/>
                  </a:lnTo>
                  <a:lnTo>
                    <a:pt x="161924" y="180237"/>
                  </a:lnTo>
                  <a:lnTo>
                    <a:pt x="162868" y="179728"/>
                  </a:lnTo>
                  <a:lnTo>
                    <a:pt x="163427" y="179576"/>
                  </a:lnTo>
                  <a:lnTo>
                    <a:pt x="164189" y="179693"/>
                  </a:lnTo>
                  <a:lnTo>
                    <a:pt x="164283" y="179869"/>
                  </a:lnTo>
                  <a:lnTo>
                    <a:pt x="164311" y="180207"/>
                  </a:lnTo>
                  <a:lnTo>
                    <a:pt x="164453" y="180243"/>
                  </a:lnTo>
                  <a:lnTo>
                    <a:pt x="168953" y="182766"/>
                  </a:lnTo>
                  <a:lnTo>
                    <a:pt x="172378" y="183565"/>
                  </a:lnTo>
                  <a:lnTo>
                    <a:pt x="172029" y="183789"/>
                  </a:lnTo>
                  <a:lnTo>
                    <a:pt x="172043" y="184443"/>
                  </a:lnTo>
                  <a:lnTo>
                    <a:pt x="172123" y="184935"/>
                  </a:lnTo>
                  <a:lnTo>
                    <a:pt x="172246" y="185781"/>
                  </a:lnTo>
                  <a:lnTo>
                    <a:pt x="172409" y="186231"/>
                  </a:lnTo>
                  <a:lnTo>
                    <a:pt x="172604" y="186348"/>
                  </a:lnTo>
                  <a:lnTo>
                    <a:pt x="172713" y="186019"/>
                  </a:lnTo>
                  <a:lnTo>
                    <a:pt x="172894" y="185799"/>
                  </a:lnTo>
                  <a:lnTo>
                    <a:pt x="173285" y="185639"/>
                  </a:lnTo>
                  <a:lnTo>
                    <a:pt x="173418" y="185561"/>
                  </a:lnTo>
                  <a:lnTo>
                    <a:pt x="173511" y="185138"/>
                  </a:lnTo>
                  <a:lnTo>
                    <a:pt x="173447" y="184794"/>
                  </a:lnTo>
                  <a:lnTo>
                    <a:pt x="174027" y="184556"/>
                  </a:lnTo>
                  <a:lnTo>
                    <a:pt x="174317" y="184649"/>
                  </a:lnTo>
                  <a:lnTo>
                    <a:pt x="174343" y="185014"/>
                  </a:lnTo>
                  <a:lnTo>
                    <a:pt x="174141" y="185323"/>
                  </a:lnTo>
                  <a:lnTo>
                    <a:pt x="174018" y="186000"/>
                  </a:lnTo>
                  <a:lnTo>
                    <a:pt x="174139" y="186170"/>
                  </a:lnTo>
                  <a:lnTo>
                    <a:pt x="174493" y="186519"/>
                  </a:lnTo>
                  <a:lnTo>
                    <a:pt x="174465" y="186786"/>
                  </a:lnTo>
                  <a:lnTo>
                    <a:pt x="174242" y="186813"/>
                  </a:lnTo>
                  <a:lnTo>
                    <a:pt x="174052" y="186789"/>
                  </a:lnTo>
                  <a:lnTo>
                    <a:pt x="173497" y="186940"/>
                  </a:lnTo>
                  <a:lnTo>
                    <a:pt x="173017" y="187138"/>
                  </a:lnTo>
                  <a:lnTo>
                    <a:pt x="173208" y="187223"/>
                  </a:lnTo>
                  <a:lnTo>
                    <a:pt x="173433" y="187041"/>
                  </a:lnTo>
                  <a:lnTo>
                    <a:pt x="173820" y="187254"/>
                  </a:lnTo>
                  <a:lnTo>
                    <a:pt x="174053" y="187348"/>
                  </a:lnTo>
                  <a:lnTo>
                    <a:pt x="174233" y="187230"/>
                  </a:lnTo>
                  <a:lnTo>
                    <a:pt x="174539" y="187191"/>
                  </a:lnTo>
                  <a:lnTo>
                    <a:pt x="174599" y="187355"/>
                  </a:lnTo>
                  <a:lnTo>
                    <a:pt x="174576" y="187530"/>
                  </a:lnTo>
                  <a:lnTo>
                    <a:pt x="174299" y="187592"/>
                  </a:lnTo>
                  <a:lnTo>
                    <a:pt x="174060" y="187636"/>
                  </a:lnTo>
                  <a:lnTo>
                    <a:pt x="174108" y="187795"/>
                  </a:lnTo>
                  <a:lnTo>
                    <a:pt x="174251" y="187822"/>
                  </a:lnTo>
                  <a:lnTo>
                    <a:pt x="174587" y="188226"/>
                  </a:lnTo>
                  <a:lnTo>
                    <a:pt x="174780" y="188453"/>
                  </a:lnTo>
                  <a:lnTo>
                    <a:pt x="174647" y="188944"/>
                  </a:lnTo>
                  <a:lnTo>
                    <a:pt x="175229" y="190287"/>
                  </a:lnTo>
                  <a:lnTo>
                    <a:pt x="175283" y="190081"/>
                  </a:lnTo>
                  <a:lnTo>
                    <a:pt x="175404" y="189819"/>
                  </a:lnTo>
                  <a:lnTo>
                    <a:pt x="175149" y="189176"/>
                  </a:lnTo>
                  <a:lnTo>
                    <a:pt x="175252" y="188587"/>
                  </a:lnTo>
                  <a:lnTo>
                    <a:pt x="175704" y="188601"/>
                  </a:lnTo>
                  <a:lnTo>
                    <a:pt x="176526" y="188698"/>
                  </a:lnTo>
                  <a:lnTo>
                    <a:pt x="176624" y="188338"/>
                  </a:lnTo>
                  <a:lnTo>
                    <a:pt x="176421" y="188029"/>
                  </a:lnTo>
                  <a:lnTo>
                    <a:pt x="176145" y="187515"/>
                  </a:lnTo>
                  <a:lnTo>
                    <a:pt x="176087" y="187248"/>
                  </a:lnTo>
                  <a:lnTo>
                    <a:pt x="176022" y="186951"/>
                  </a:lnTo>
                  <a:lnTo>
                    <a:pt x="175948" y="186451"/>
                  </a:lnTo>
                  <a:lnTo>
                    <a:pt x="175921" y="186035"/>
                  </a:lnTo>
                  <a:lnTo>
                    <a:pt x="175812" y="185754"/>
                  </a:lnTo>
                  <a:lnTo>
                    <a:pt x="175532" y="185367"/>
                  </a:lnTo>
                  <a:lnTo>
                    <a:pt x="175565" y="185098"/>
                  </a:lnTo>
                  <a:lnTo>
                    <a:pt x="174851" y="183143"/>
                  </a:lnTo>
                  <a:lnTo>
                    <a:pt x="174438" y="183182"/>
                  </a:lnTo>
                  <a:lnTo>
                    <a:pt x="173823" y="183137"/>
                  </a:lnTo>
                  <a:lnTo>
                    <a:pt x="173740" y="182792"/>
                  </a:lnTo>
                  <a:lnTo>
                    <a:pt x="173469" y="182227"/>
                  </a:lnTo>
                  <a:lnTo>
                    <a:pt x="173488" y="181969"/>
                  </a:lnTo>
                  <a:lnTo>
                    <a:pt x="173482" y="181787"/>
                  </a:lnTo>
                  <a:lnTo>
                    <a:pt x="173517" y="181594"/>
                  </a:lnTo>
                  <a:lnTo>
                    <a:pt x="173641" y="180800"/>
                  </a:lnTo>
                  <a:lnTo>
                    <a:pt x="173906" y="180347"/>
                  </a:lnTo>
                  <a:lnTo>
                    <a:pt x="173885" y="179800"/>
                  </a:lnTo>
                  <a:lnTo>
                    <a:pt x="173674" y="179481"/>
                  </a:lnTo>
                  <a:lnTo>
                    <a:pt x="174163" y="179281"/>
                  </a:lnTo>
                  <a:lnTo>
                    <a:pt x="175018" y="178472"/>
                  </a:lnTo>
                  <a:lnTo>
                    <a:pt x="175402" y="178547"/>
                  </a:lnTo>
                  <a:lnTo>
                    <a:pt x="175797" y="178625"/>
                  </a:lnTo>
                  <a:lnTo>
                    <a:pt x="175937" y="178653"/>
                  </a:lnTo>
                  <a:lnTo>
                    <a:pt x="176811" y="178807"/>
                  </a:lnTo>
                  <a:lnTo>
                    <a:pt x="177710" y="178179"/>
                  </a:lnTo>
                  <a:lnTo>
                    <a:pt x="177904" y="177823"/>
                  </a:lnTo>
                  <a:lnTo>
                    <a:pt x="178034" y="177584"/>
                  </a:lnTo>
                  <a:lnTo>
                    <a:pt x="178164" y="177512"/>
                  </a:lnTo>
                  <a:lnTo>
                    <a:pt x="178365" y="177401"/>
                  </a:lnTo>
                  <a:lnTo>
                    <a:pt x="178587" y="176813"/>
                  </a:lnTo>
                  <a:lnTo>
                    <a:pt x="178545" y="176621"/>
                  </a:lnTo>
                  <a:lnTo>
                    <a:pt x="178481" y="176176"/>
                  </a:lnTo>
                  <a:lnTo>
                    <a:pt x="179092" y="175854"/>
                  </a:lnTo>
                  <a:lnTo>
                    <a:pt x="179121" y="176006"/>
                  </a:lnTo>
                  <a:lnTo>
                    <a:pt x="179215" y="176375"/>
                  </a:lnTo>
                  <a:lnTo>
                    <a:pt x="179705" y="177650"/>
                  </a:lnTo>
                  <a:lnTo>
                    <a:pt x="180027" y="179028"/>
                  </a:lnTo>
                  <a:lnTo>
                    <a:pt x="180579" y="180431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3949228" y="5825127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656" y="182869"/>
                  </a:lnTo>
                  <a:lnTo>
                    <a:pt x="182771" y="182729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4069198" y="5793107"/>
              <a:ext cx="183072" cy="183320"/>
            </a:xfrm>
            <a:custGeom>
              <a:avLst/>
              <a:pathLst>
                <a:path w="183072" h="183320">
                  <a:moveTo>
                    <a:pt x="182879" y="182879"/>
                  </a:moveTo>
                  <a:lnTo>
                    <a:pt x="182927" y="183020"/>
                  </a:lnTo>
                  <a:lnTo>
                    <a:pt x="183072" y="183213"/>
                  </a:lnTo>
                  <a:lnTo>
                    <a:pt x="182875" y="183320"/>
                  </a:lnTo>
                  <a:lnTo>
                    <a:pt x="182736" y="183069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4038743" y="5787223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4117589" y="6017809"/>
              <a:ext cx="184455" cy="184988"/>
            </a:xfrm>
            <a:custGeom>
              <a:avLst/>
              <a:pathLst>
                <a:path w="184455" h="184988">
                  <a:moveTo>
                    <a:pt x="182879" y="182879"/>
                  </a:moveTo>
                  <a:lnTo>
                    <a:pt x="183535" y="182436"/>
                  </a:lnTo>
                  <a:lnTo>
                    <a:pt x="184073" y="182322"/>
                  </a:lnTo>
                  <a:lnTo>
                    <a:pt x="184455" y="182758"/>
                  </a:lnTo>
                  <a:lnTo>
                    <a:pt x="184380" y="183417"/>
                  </a:lnTo>
                  <a:lnTo>
                    <a:pt x="184184" y="184010"/>
                  </a:lnTo>
                  <a:lnTo>
                    <a:pt x="183092" y="184918"/>
                  </a:lnTo>
                  <a:lnTo>
                    <a:pt x="182594" y="184988"/>
                  </a:lnTo>
                  <a:lnTo>
                    <a:pt x="182034" y="184883"/>
                  </a:lnTo>
                  <a:lnTo>
                    <a:pt x="181792" y="184402"/>
                  </a:lnTo>
                  <a:lnTo>
                    <a:pt x="181789" y="183875"/>
                  </a:lnTo>
                  <a:lnTo>
                    <a:pt x="182105" y="183522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4095314" y="6000497"/>
              <a:ext cx="186515" cy="184300"/>
            </a:xfrm>
            <a:custGeom>
              <a:avLst/>
              <a:pathLst>
                <a:path w="186515" h="184300">
                  <a:moveTo>
                    <a:pt x="182879" y="182879"/>
                  </a:moveTo>
                  <a:lnTo>
                    <a:pt x="182954" y="182625"/>
                  </a:lnTo>
                  <a:lnTo>
                    <a:pt x="183136" y="182497"/>
                  </a:lnTo>
                  <a:lnTo>
                    <a:pt x="184056" y="182266"/>
                  </a:lnTo>
                  <a:lnTo>
                    <a:pt x="184756" y="182054"/>
                  </a:lnTo>
                  <a:lnTo>
                    <a:pt x="185703" y="181884"/>
                  </a:lnTo>
                  <a:lnTo>
                    <a:pt x="186071" y="181890"/>
                  </a:lnTo>
                  <a:lnTo>
                    <a:pt x="186355" y="181993"/>
                  </a:lnTo>
                  <a:lnTo>
                    <a:pt x="186472" y="182175"/>
                  </a:lnTo>
                  <a:lnTo>
                    <a:pt x="186515" y="182479"/>
                  </a:lnTo>
                  <a:lnTo>
                    <a:pt x="186462" y="182843"/>
                  </a:lnTo>
                  <a:lnTo>
                    <a:pt x="186301" y="183159"/>
                  </a:lnTo>
                  <a:lnTo>
                    <a:pt x="185986" y="183408"/>
                  </a:lnTo>
                  <a:lnTo>
                    <a:pt x="185302" y="183936"/>
                  </a:lnTo>
                  <a:lnTo>
                    <a:pt x="184542" y="184263"/>
                  </a:lnTo>
                  <a:lnTo>
                    <a:pt x="184168" y="184300"/>
                  </a:lnTo>
                  <a:lnTo>
                    <a:pt x="183847" y="184215"/>
                  </a:lnTo>
                  <a:lnTo>
                    <a:pt x="183505" y="183905"/>
                  </a:lnTo>
                  <a:lnTo>
                    <a:pt x="183104" y="183571"/>
                  </a:lnTo>
                  <a:lnTo>
                    <a:pt x="182922" y="183262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4092832" y="5992180"/>
              <a:ext cx="183897" cy="183306"/>
            </a:xfrm>
            <a:custGeom>
              <a:avLst/>
              <a:pathLst>
                <a:path w="183897" h="183306">
                  <a:moveTo>
                    <a:pt x="182879" y="182879"/>
                  </a:moveTo>
                  <a:lnTo>
                    <a:pt x="183001" y="182713"/>
                  </a:lnTo>
                  <a:lnTo>
                    <a:pt x="183181" y="182634"/>
                  </a:lnTo>
                  <a:lnTo>
                    <a:pt x="183492" y="182643"/>
                  </a:lnTo>
                  <a:lnTo>
                    <a:pt x="183825" y="182798"/>
                  </a:lnTo>
                  <a:lnTo>
                    <a:pt x="183897" y="182958"/>
                  </a:lnTo>
                  <a:lnTo>
                    <a:pt x="183735" y="183306"/>
                  </a:lnTo>
                  <a:lnTo>
                    <a:pt x="182916" y="183195"/>
                  </a:lnTo>
                  <a:lnTo>
                    <a:pt x="182854" y="183017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088457" y="5992217"/>
              <a:ext cx="187166" cy="185821"/>
            </a:xfrm>
            <a:custGeom>
              <a:avLst/>
              <a:pathLst>
                <a:path w="187166" h="185821">
                  <a:moveTo>
                    <a:pt x="182879" y="182879"/>
                  </a:moveTo>
                  <a:lnTo>
                    <a:pt x="182290" y="183423"/>
                  </a:lnTo>
                  <a:lnTo>
                    <a:pt x="182130" y="183855"/>
                  </a:lnTo>
                  <a:lnTo>
                    <a:pt x="182388" y="184343"/>
                  </a:lnTo>
                  <a:lnTo>
                    <a:pt x="182658" y="184525"/>
                  </a:lnTo>
                  <a:lnTo>
                    <a:pt x="183002" y="184539"/>
                  </a:lnTo>
                  <a:lnTo>
                    <a:pt x="183469" y="184441"/>
                  </a:lnTo>
                  <a:lnTo>
                    <a:pt x="183936" y="184190"/>
                  </a:lnTo>
                  <a:lnTo>
                    <a:pt x="184353" y="183660"/>
                  </a:lnTo>
                  <a:lnTo>
                    <a:pt x="184808" y="183270"/>
                  </a:lnTo>
                  <a:lnTo>
                    <a:pt x="185569" y="182963"/>
                  </a:lnTo>
                  <a:lnTo>
                    <a:pt x="186637" y="182754"/>
                  </a:lnTo>
                  <a:lnTo>
                    <a:pt x="186883" y="182740"/>
                  </a:lnTo>
                  <a:lnTo>
                    <a:pt x="187067" y="182893"/>
                  </a:lnTo>
                  <a:lnTo>
                    <a:pt x="187166" y="183284"/>
                  </a:lnTo>
                  <a:lnTo>
                    <a:pt x="187104" y="183423"/>
                  </a:lnTo>
                  <a:lnTo>
                    <a:pt x="186637" y="183702"/>
                  </a:lnTo>
                  <a:lnTo>
                    <a:pt x="185655" y="183869"/>
                  </a:lnTo>
                  <a:lnTo>
                    <a:pt x="185016" y="184190"/>
                  </a:lnTo>
                  <a:lnTo>
                    <a:pt x="184562" y="184664"/>
                  </a:lnTo>
                  <a:lnTo>
                    <a:pt x="183874" y="185082"/>
                  </a:lnTo>
                  <a:lnTo>
                    <a:pt x="183432" y="185375"/>
                  </a:lnTo>
                  <a:lnTo>
                    <a:pt x="182867" y="185682"/>
                  </a:lnTo>
                  <a:lnTo>
                    <a:pt x="181860" y="185821"/>
                  </a:lnTo>
                  <a:lnTo>
                    <a:pt x="181234" y="185640"/>
                  </a:lnTo>
                  <a:lnTo>
                    <a:pt x="180841" y="185333"/>
                  </a:lnTo>
                  <a:lnTo>
                    <a:pt x="180743" y="184845"/>
                  </a:lnTo>
                  <a:lnTo>
                    <a:pt x="180902" y="183577"/>
                  </a:lnTo>
                  <a:lnTo>
                    <a:pt x="181295" y="182879"/>
                  </a:lnTo>
                  <a:lnTo>
                    <a:pt x="182953" y="181485"/>
                  </a:lnTo>
                  <a:lnTo>
                    <a:pt x="184685" y="180342"/>
                  </a:lnTo>
                  <a:lnTo>
                    <a:pt x="184980" y="180203"/>
                  </a:lnTo>
                  <a:lnTo>
                    <a:pt x="185188" y="180203"/>
                  </a:lnTo>
                  <a:lnTo>
                    <a:pt x="185311" y="180370"/>
                  </a:lnTo>
                  <a:lnTo>
                    <a:pt x="185606" y="180175"/>
                  </a:lnTo>
                  <a:lnTo>
                    <a:pt x="186257" y="180077"/>
                  </a:lnTo>
                  <a:lnTo>
                    <a:pt x="186208" y="180398"/>
                  </a:lnTo>
                  <a:lnTo>
                    <a:pt x="185815" y="180816"/>
                  </a:lnTo>
                  <a:lnTo>
                    <a:pt x="185336" y="181179"/>
                  </a:lnTo>
                  <a:lnTo>
                    <a:pt x="184685" y="181346"/>
                  </a:lnTo>
                  <a:lnTo>
                    <a:pt x="183580" y="182224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095647" y="5993027"/>
              <a:ext cx="185662" cy="182915"/>
            </a:xfrm>
            <a:custGeom>
              <a:avLst/>
              <a:pathLst>
                <a:path w="185662" h="182915">
                  <a:moveTo>
                    <a:pt x="182879" y="182879"/>
                  </a:moveTo>
                  <a:lnTo>
                    <a:pt x="182369" y="182915"/>
                  </a:lnTo>
                  <a:lnTo>
                    <a:pt x="182031" y="182862"/>
                  </a:lnTo>
                  <a:lnTo>
                    <a:pt x="181512" y="182674"/>
                  </a:lnTo>
                  <a:lnTo>
                    <a:pt x="181347" y="182603"/>
                  </a:lnTo>
                  <a:lnTo>
                    <a:pt x="181315" y="182460"/>
                  </a:lnTo>
                  <a:lnTo>
                    <a:pt x="181418" y="182192"/>
                  </a:lnTo>
                  <a:lnTo>
                    <a:pt x="181559" y="182121"/>
                  </a:lnTo>
                  <a:lnTo>
                    <a:pt x="181873" y="182121"/>
                  </a:lnTo>
                  <a:lnTo>
                    <a:pt x="182659" y="182085"/>
                  </a:lnTo>
                  <a:lnTo>
                    <a:pt x="182935" y="182041"/>
                  </a:lnTo>
                  <a:lnTo>
                    <a:pt x="183713" y="181764"/>
                  </a:lnTo>
                  <a:lnTo>
                    <a:pt x="184161" y="181425"/>
                  </a:lnTo>
                  <a:lnTo>
                    <a:pt x="184318" y="181149"/>
                  </a:lnTo>
                  <a:lnTo>
                    <a:pt x="184389" y="180604"/>
                  </a:lnTo>
                  <a:lnTo>
                    <a:pt x="184334" y="180212"/>
                  </a:lnTo>
                  <a:lnTo>
                    <a:pt x="184129" y="179846"/>
                  </a:lnTo>
                  <a:lnTo>
                    <a:pt x="183901" y="179676"/>
                  </a:lnTo>
                  <a:lnTo>
                    <a:pt x="183359" y="179534"/>
                  </a:lnTo>
                  <a:lnTo>
                    <a:pt x="182927" y="179534"/>
                  </a:lnTo>
                  <a:lnTo>
                    <a:pt x="182730" y="179712"/>
                  </a:lnTo>
                  <a:lnTo>
                    <a:pt x="182243" y="179819"/>
                  </a:lnTo>
                  <a:lnTo>
                    <a:pt x="181402" y="179881"/>
                  </a:lnTo>
                  <a:lnTo>
                    <a:pt x="180663" y="179908"/>
                  </a:lnTo>
                  <a:lnTo>
                    <a:pt x="180113" y="179801"/>
                  </a:lnTo>
                  <a:lnTo>
                    <a:pt x="179500" y="179569"/>
                  </a:lnTo>
                  <a:lnTo>
                    <a:pt x="179170" y="179462"/>
                  </a:lnTo>
                  <a:lnTo>
                    <a:pt x="179138" y="179177"/>
                  </a:lnTo>
                  <a:lnTo>
                    <a:pt x="179429" y="179078"/>
                  </a:lnTo>
                  <a:lnTo>
                    <a:pt x="179987" y="179061"/>
                  </a:lnTo>
                  <a:lnTo>
                    <a:pt x="180529" y="179114"/>
                  </a:lnTo>
                  <a:lnTo>
                    <a:pt x="181182" y="179212"/>
                  </a:lnTo>
                  <a:lnTo>
                    <a:pt x="182042" y="178976"/>
                  </a:lnTo>
                  <a:lnTo>
                    <a:pt x="182695" y="178851"/>
                  </a:lnTo>
                  <a:lnTo>
                    <a:pt x="183787" y="178565"/>
                  </a:lnTo>
                  <a:lnTo>
                    <a:pt x="184149" y="178521"/>
                  </a:lnTo>
                  <a:lnTo>
                    <a:pt x="184518" y="178628"/>
                  </a:lnTo>
                  <a:lnTo>
                    <a:pt x="184896" y="178896"/>
                  </a:lnTo>
                  <a:lnTo>
                    <a:pt x="185241" y="179208"/>
                  </a:lnTo>
                  <a:lnTo>
                    <a:pt x="185615" y="180060"/>
                  </a:lnTo>
                  <a:lnTo>
                    <a:pt x="185662" y="180461"/>
                  </a:lnTo>
                  <a:lnTo>
                    <a:pt x="185418" y="181229"/>
                  </a:lnTo>
                  <a:lnTo>
                    <a:pt x="184640" y="182094"/>
                  </a:lnTo>
                  <a:lnTo>
                    <a:pt x="183665" y="182665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128039" y="5988408"/>
              <a:ext cx="187297" cy="183748"/>
            </a:xfrm>
            <a:custGeom>
              <a:avLst/>
              <a:pathLst>
                <a:path w="187297" h="183748">
                  <a:moveTo>
                    <a:pt x="182879" y="182879"/>
                  </a:moveTo>
                  <a:lnTo>
                    <a:pt x="182227" y="183333"/>
                  </a:lnTo>
                  <a:lnTo>
                    <a:pt x="181655" y="183561"/>
                  </a:lnTo>
                  <a:lnTo>
                    <a:pt x="181165" y="183744"/>
                  </a:lnTo>
                  <a:lnTo>
                    <a:pt x="180673" y="183748"/>
                  </a:lnTo>
                  <a:lnTo>
                    <a:pt x="179854" y="183619"/>
                  </a:lnTo>
                  <a:lnTo>
                    <a:pt x="179648" y="183441"/>
                  </a:lnTo>
                  <a:lnTo>
                    <a:pt x="179645" y="182992"/>
                  </a:lnTo>
                  <a:lnTo>
                    <a:pt x="179970" y="182540"/>
                  </a:lnTo>
                  <a:lnTo>
                    <a:pt x="180746" y="182131"/>
                  </a:lnTo>
                  <a:lnTo>
                    <a:pt x="181073" y="182039"/>
                  </a:lnTo>
                  <a:lnTo>
                    <a:pt x="182013" y="181673"/>
                  </a:lnTo>
                  <a:lnTo>
                    <a:pt x="183117" y="181396"/>
                  </a:lnTo>
                  <a:lnTo>
                    <a:pt x="184427" y="181208"/>
                  </a:lnTo>
                  <a:lnTo>
                    <a:pt x="185327" y="181022"/>
                  </a:lnTo>
                  <a:lnTo>
                    <a:pt x="185817" y="180840"/>
                  </a:lnTo>
                  <a:lnTo>
                    <a:pt x="186472" y="180791"/>
                  </a:lnTo>
                  <a:lnTo>
                    <a:pt x="186759" y="180789"/>
                  </a:lnTo>
                  <a:lnTo>
                    <a:pt x="187129" y="181101"/>
                  </a:lnTo>
                  <a:lnTo>
                    <a:pt x="187297" y="181818"/>
                  </a:lnTo>
                  <a:lnTo>
                    <a:pt x="187218" y="182357"/>
                  </a:lnTo>
                  <a:lnTo>
                    <a:pt x="186850" y="182539"/>
                  </a:lnTo>
                  <a:lnTo>
                    <a:pt x="185990" y="182500"/>
                  </a:lnTo>
                  <a:lnTo>
                    <a:pt x="185048" y="182416"/>
                  </a:lnTo>
                  <a:lnTo>
                    <a:pt x="184228" y="182377"/>
                  </a:lnTo>
                  <a:lnTo>
                    <a:pt x="183492" y="182606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105647" y="5986020"/>
              <a:ext cx="187974" cy="183807"/>
            </a:xfrm>
            <a:custGeom>
              <a:avLst/>
              <a:pathLst>
                <a:path w="187974" h="183807">
                  <a:moveTo>
                    <a:pt x="182879" y="182879"/>
                  </a:moveTo>
                  <a:lnTo>
                    <a:pt x="182949" y="182644"/>
                  </a:lnTo>
                  <a:lnTo>
                    <a:pt x="183042" y="182357"/>
                  </a:lnTo>
                  <a:lnTo>
                    <a:pt x="183255" y="182094"/>
                  </a:lnTo>
                  <a:lnTo>
                    <a:pt x="183633" y="181856"/>
                  </a:lnTo>
                  <a:lnTo>
                    <a:pt x="183965" y="181619"/>
                  </a:lnTo>
                  <a:lnTo>
                    <a:pt x="184225" y="181434"/>
                  </a:lnTo>
                  <a:lnTo>
                    <a:pt x="184486" y="181353"/>
                  </a:lnTo>
                  <a:lnTo>
                    <a:pt x="184819" y="181324"/>
                  </a:lnTo>
                  <a:lnTo>
                    <a:pt x="185246" y="181164"/>
                  </a:lnTo>
                  <a:lnTo>
                    <a:pt x="185602" y="181083"/>
                  </a:lnTo>
                  <a:lnTo>
                    <a:pt x="185983" y="181080"/>
                  </a:lnTo>
                  <a:lnTo>
                    <a:pt x="186319" y="180924"/>
                  </a:lnTo>
                  <a:lnTo>
                    <a:pt x="186610" y="181030"/>
                  </a:lnTo>
                  <a:lnTo>
                    <a:pt x="186878" y="181136"/>
                  </a:lnTo>
                  <a:lnTo>
                    <a:pt x="187202" y="181293"/>
                  </a:lnTo>
                  <a:lnTo>
                    <a:pt x="187626" y="181501"/>
                  </a:lnTo>
                  <a:lnTo>
                    <a:pt x="187792" y="181679"/>
                  </a:lnTo>
                  <a:lnTo>
                    <a:pt x="187974" y="182090"/>
                  </a:lnTo>
                  <a:lnTo>
                    <a:pt x="187931" y="182484"/>
                  </a:lnTo>
                  <a:lnTo>
                    <a:pt x="187685" y="182896"/>
                  </a:lnTo>
                  <a:lnTo>
                    <a:pt x="187273" y="183120"/>
                  </a:lnTo>
                  <a:lnTo>
                    <a:pt x="186998" y="183392"/>
                  </a:lnTo>
                  <a:lnTo>
                    <a:pt x="186761" y="183472"/>
                  </a:lnTo>
                  <a:lnTo>
                    <a:pt x="186475" y="183474"/>
                  </a:lnTo>
                  <a:lnTo>
                    <a:pt x="186143" y="183477"/>
                  </a:lnTo>
                  <a:lnTo>
                    <a:pt x="185881" y="183505"/>
                  </a:lnTo>
                  <a:lnTo>
                    <a:pt x="185525" y="183587"/>
                  </a:lnTo>
                  <a:lnTo>
                    <a:pt x="185073" y="183643"/>
                  </a:lnTo>
                  <a:lnTo>
                    <a:pt x="184646" y="183751"/>
                  </a:lnTo>
                  <a:lnTo>
                    <a:pt x="184195" y="183807"/>
                  </a:lnTo>
                  <a:lnTo>
                    <a:pt x="183885" y="183783"/>
                  </a:lnTo>
                  <a:lnTo>
                    <a:pt x="183503" y="183552"/>
                  </a:lnTo>
                  <a:lnTo>
                    <a:pt x="183311" y="183345"/>
                  </a:lnTo>
                  <a:lnTo>
                    <a:pt x="183018" y="183143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093548" y="5979559"/>
              <a:ext cx="182879" cy="182932"/>
            </a:xfrm>
            <a:custGeom>
              <a:avLst/>
              <a:pathLst>
                <a:path w="182879" h="182932">
                  <a:moveTo>
                    <a:pt x="182879" y="182879"/>
                  </a:moveTo>
                  <a:lnTo>
                    <a:pt x="182690" y="182923"/>
                  </a:lnTo>
                  <a:lnTo>
                    <a:pt x="182515" y="182932"/>
                  </a:lnTo>
                  <a:lnTo>
                    <a:pt x="182284" y="182909"/>
                  </a:lnTo>
                  <a:lnTo>
                    <a:pt x="182130" y="182332"/>
                  </a:lnTo>
                  <a:lnTo>
                    <a:pt x="182484" y="182356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4086751" y="5978982"/>
              <a:ext cx="184794" cy="183759"/>
            </a:xfrm>
            <a:custGeom>
              <a:avLst/>
              <a:pathLst>
                <a:path w="184794" h="183759">
                  <a:moveTo>
                    <a:pt x="182879" y="182879"/>
                  </a:moveTo>
                  <a:lnTo>
                    <a:pt x="182765" y="182408"/>
                  </a:lnTo>
                  <a:lnTo>
                    <a:pt x="182772" y="182051"/>
                  </a:lnTo>
                  <a:lnTo>
                    <a:pt x="182922" y="181352"/>
                  </a:lnTo>
                  <a:lnTo>
                    <a:pt x="183074" y="181109"/>
                  </a:lnTo>
                  <a:lnTo>
                    <a:pt x="183280" y="180929"/>
                  </a:lnTo>
                  <a:lnTo>
                    <a:pt x="183519" y="180836"/>
                  </a:lnTo>
                  <a:lnTo>
                    <a:pt x="183693" y="180936"/>
                  </a:lnTo>
                  <a:lnTo>
                    <a:pt x="183845" y="181253"/>
                  </a:lnTo>
                  <a:lnTo>
                    <a:pt x="184113" y="181617"/>
                  </a:lnTo>
                  <a:lnTo>
                    <a:pt x="184375" y="181941"/>
                  </a:lnTo>
                  <a:lnTo>
                    <a:pt x="184602" y="182384"/>
                  </a:lnTo>
                  <a:lnTo>
                    <a:pt x="184707" y="182761"/>
                  </a:lnTo>
                  <a:lnTo>
                    <a:pt x="184794" y="183276"/>
                  </a:lnTo>
                  <a:lnTo>
                    <a:pt x="184724" y="183647"/>
                  </a:lnTo>
                  <a:lnTo>
                    <a:pt x="184456" y="183746"/>
                  </a:lnTo>
                  <a:lnTo>
                    <a:pt x="184070" y="183759"/>
                  </a:lnTo>
                  <a:lnTo>
                    <a:pt x="183666" y="183613"/>
                  </a:lnTo>
                  <a:lnTo>
                    <a:pt x="183487" y="183511"/>
                  </a:lnTo>
                  <a:lnTo>
                    <a:pt x="183230" y="183418"/>
                  </a:lnTo>
                  <a:lnTo>
                    <a:pt x="183030" y="183265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4095105" y="5977832"/>
              <a:ext cx="184609" cy="184175"/>
            </a:xfrm>
            <a:custGeom>
              <a:avLst/>
              <a:pathLst>
                <a:path w="184609" h="184175">
                  <a:moveTo>
                    <a:pt x="182879" y="182879"/>
                  </a:moveTo>
                  <a:lnTo>
                    <a:pt x="183078" y="182714"/>
                  </a:lnTo>
                  <a:lnTo>
                    <a:pt x="183258" y="182572"/>
                  </a:lnTo>
                  <a:lnTo>
                    <a:pt x="183402" y="182168"/>
                  </a:lnTo>
                  <a:lnTo>
                    <a:pt x="183538" y="181848"/>
                  </a:lnTo>
                  <a:lnTo>
                    <a:pt x="183526" y="181504"/>
                  </a:lnTo>
                  <a:lnTo>
                    <a:pt x="183485" y="180942"/>
                  </a:lnTo>
                  <a:lnTo>
                    <a:pt x="183392" y="180572"/>
                  </a:lnTo>
                  <a:lnTo>
                    <a:pt x="183229" y="180347"/>
                  </a:lnTo>
                  <a:lnTo>
                    <a:pt x="182891" y="180050"/>
                  </a:lnTo>
                  <a:lnTo>
                    <a:pt x="182639" y="179807"/>
                  </a:lnTo>
                  <a:lnTo>
                    <a:pt x="182363" y="179528"/>
                  </a:lnTo>
                  <a:lnTo>
                    <a:pt x="182270" y="179132"/>
                  </a:lnTo>
                  <a:lnTo>
                    <a:pt x="182333" y="178984"/>
                  </a:lnTo>
                  <a:lnTo>
                    <a:pt x="182581" y="178819"/>
                  </a:lnTo>
                  <a:lnTo>
                    <a:pt x="182772" y="178885"/>
                  </a:lnTo>
                  <a:lnTo>
                    <a:pt x="183229" y="179144"/>
                  </a:lnTo>
                  <a:lnTo>
                    <a:pt x="183538" y="179474"/>
                  </a:lnTo>
                  <a:lnTo>
                    <a:pt x="183848" y="179837"/>
                  </a:lnTo>
                  <a:lnTo>
                    <a:pt x="184125" y="180066"/>
                  </a:lnTo>
                  <a:lnTo>
                    <a:pt x="184324" y="180280"/>
                  </a:lnTo>
                  <a:lnTo>
                    <a:pt x="184528" y="180512"/>
                  </a:lnTo>
                  <a:lnTo>
                    <a:pt x="184609" y="180916"/>
                  </a:lnTo>
                  <a:lnTo>
                    <a:pt x="184505" y="181372"/>
                  </a:lnTo>
                  <a:lnTo>
                    <a:pt x="184359" y="181802"/>
                  </a:lnTo>
                  <a:lnTo>
                    <a:pt x="183948" y="182527"/>
                  </a:lnTo>
                  <a:lnTo>
                    <a:pt x="183595" y="183197"/>
                  </a:lnTo>
                  <a:lnTo>
                    <a:pt x="183338" y="183523"/>
                  </a:lnTo>
                  <a:lnTo>
                    <a:pt x="183142" y="183715"/>
                  </a:lnTo>
                  <a:lnTo>
                    <a:pt x="182888" y="183980"/>
                  </a:lnTo>
                  <a:lnTo>
                    <a:pt x="182483" y="184175"/>
                  </a:lnTo>
                  <a:lnTo>
                    <a:pt x="182285" y="184129"/>
                  </a:lnTo>
                  <a:lnTo>
                    <a:pt x="182268" y="183812"/>
                  </a:lnTo>
                  <a:lnTo>
                    <a:pt x="182332" y="183276"/>
                  </a:lnTo>
                  <a:lnTo>
                    <a:pt x="182507" y="182999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4087608" y="5976240"/>
              <a:ext cx="182894" cy="183015"/>
            </a:xfrm>
            <a:custGeom>
              <a:avLst/>
              <a:pathLst>
                <a:path w="182894" h="183015">
                  <a:moveTo>
                    <a:pt x="182879" y="182879"/>
                  </a:moveTo>
                  <a:lnTo>
                    <a:pt x="182894" y="183015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4088251" y="5974366"/>
              <a:ext cx="184147" cy="183650"/>
            </a:xfrm>
            <a:custGeom>
              <a:avLst/>
              <a:pathLst>
                <a:path w="184147" h="183650">
                  <a:moveTo>
                    <a:pt x="182879" y="182879"/>
                  </a:moveTo>
                  <a:lnTo>
                    <a:pt x="183148" y="182676"/>
                  </a:lnTo>
                  <a:lnTo>
                    <a:pt x="183472" y="182571"/>
                  </a:lnTo>
                  <a:lnTo>
                    <a:pt x="183845" y="182473"/>
                  </a:lnTo>
                  <a:lnTo>
                    <a:pt x="184147" y="182600"/>
                  </a:lnTo>
                  <a:lnTo>
                    <a:pt x="184145" y="182740"/>
                  </a:lnTo>
                  <a:lnTo>
                    <a:pt x="184087" y="182909"/>
                  </a:lnTo>
                  <a:lnTo>
                    <a:pt x="183886" y="183155"/>
                  </a:lnTo>
                  <a:lnTo>
                    <a:pt x="183636" y="183239"/>
                  </a:lnTo>
                  <a:lnTo>
                    <a:pt x="183409" y="183502"/>
                  </a:lnTo>
                  <a:lnTo>
                    <a:pt x="183267" y="183595"/>
                  </a:lnTo>
                  <a:lnTo>
                    <a:pt x="183081" y="183612"/>
                  </a:lnTo>
                  <a:lnTo>
                    <a:pt x="182827" y="183650"/>
                  </a:lnTo>
                  <a:lnTo>
                    <a:pt x="182544" y="183514"/>
                  </a:lnTo>
                  <a:lnTo>
                    <a:pt x="182522" y="183315"/>
                  </a:lnTo>
                  <a:lnTo>
                    <a:pt x="182619" y="183129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4090552" y="5973030"/>
              <a:ext cx="184195" cy="183472"/>
            </a:xfrm>
            <a:custGeom>
              <a:avLst/>
              <a:pathLst>
                <a:path w="184195" h="183472">
                  <a:moveTo>
                    <a:pt x="182879" y="182879"/>
                  </a:moveTo>
                  <a:lnTo>
                    <a:pt x="183111" y="182693"/>
                  </a:lnTo>
                  <a:lnTo>
                    <a:pt x="183364" y="182507"/>
                  </a:lnTo>
                  <a:lnTo>
                    <a:pt x="183659" y="182287"/>
                  </a:lnTo>
                  <a:lnTo>
                    <a:pt x="183852" y="182224"/>
                  </a:lnTo>
                  <a:lnTo>
                    <a:pt x="184009" y="182262"/>
                  </a:lnTo>
                  <a:lnTo>
                    <a:pt x="184147" y="182380"/>
                  </a:lnTo>
                  <a:lnTo>
                    <a:pt x="184195" y="182566"/>
                  </a:lnTo>
                  <a:lnTo>
                    <a:pt x="184151" y="182744"/>
                  </a:lnTo>
                  <a:lnTo>
                    <a:pt x="183938" y="182926"/>
                  </a:lnTo>
                  <a:lnTo>
                    <a:pt x="183677" y="183116"/>
                  </a:lnTo>
                  <a:lnTo>
                    <a:pt x="183420" y="183472"/>
                  </a:lnTo>
                  <a:lnTo>
                    <a:pt x="183213" y="183436"/>
                  </a:lnTo>
                  <a:lnTo>
                    <a:pt x="183046" y="183346"/>
                  </a:lnTo>
                  <a:lnTo>
                    <a:pt x="182868" y="183243"/>
                  </a:lnTo>
                  <a:lnTo>
                    <a:pt x="182812" y="183057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4092875" y="5972581"/>
              <a:ext cx="184217" cy="183652"/>
            </a:xfrm>
            <a:custGeom>
              <a:avLst/>
              <a:pathLst>
                <a:path w="184217" h="183652">
                  <a:moveTo>
                    <a:pt x="182879" y="182879"/>
                  </a:moveTo>
                  <a:lnTo>
                    <a:pt x="182721" y="182657"/>
                  </a:lnTo>
                  <a:lnTo>
                    <a:pt x="182567" y="182530"/>
                  </a:lnTo>
                  <a:lnTo>
                    <a:pt x="182348" y="182382"/>
                  </a:lnTo>
                  <a:lnTo>
                    <a:pt x="182204" y="182139"/>
                  </a:lnTo>
                  <a:lnTo>
                    <a:pt x="182266" y="181898"/>
                  </a:lnTo>
                  <a:lnTo>
                    <a:pt x="182487" y="181766"/>
                  </a:lnTo>
                  <a:lnTo>
                    <a:pt x="182721" y="181705"/>
                  </a:lnTo>
                  <a:lnTo>
                    <a:pt x="183089" y="181668"/>
                  </a:lnTo>
                  <a:lnTo>
                    <a:pt x="183457" y="181785"/>
                  </a:lnTo>
                  <a:lnTo>
                    <a:pt x="183742" y="182028"/>
                  </a:lnTo>
                  <a:lnTo>
                    <a:pt x="183970" y="182372"/>
                  </a:lnTo>
                  <a:lnTo>
                    <a:pt x="184100" y="182980"/>
                  </a:lnTo>
                  <a:lnTo>
                    <a:pt x="184217" y="183398"/>
                  </a:lnTo>
                  <a:lnTo>
                    <a:pt x="184142" y="183594"/>
                  </a:lnTo>
                  <a:lnTo>
                    <a:pt x="183965" y="183652"/>
                  </a:lnTo>
                  <a:lnTo>
                    <a:pt x="183811" y="183609"/>
                  </a:lnTo>
                  <a:lnTo>
                    <a:pt x="183597" y="183440"/>
                  </a:lnTo>
                  <a:lnTo>
                    <a:pt x="183341" y="183133"/>
                  </a:lnTo>
                  <a:lnTo>
                    <a:pt x="183071" y="183001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4116484" y="5961197"/>
              <a:ext cx="185810" cy="184736"/>
            </a:xfrm>
            <a:custGeom>
              <a:avLst/>
              <a:pathLst>
                <a:path w="185810" h="184736">
                  <a:moveTo>
                    <a:pt x="182879" y="182879"/>
                  </a:moveTo>
                  <a:lnTo>
                    <a:pt x="183233" y="182331"/>
                  </a:lnTo>
                  <a:lnTo>
                    <a:pt x="183875" y="182365"/>
                  </a:lnTo>
                  <a:lnTo>
                    <a:pt x="184943" y="182904"/>
                  </a:lnTo>
                  <a:lnTo>
                    <a:pt x="185665" y="183287"/>
                  </a:lnTo>
                  <a:lnTo>
                    <a:pt x="185810" y="183715"/>
                  </a:lnTo>
                  <a:lnTo>
                    <a:pt x="185600" y="184341"/>
                  </a:lnTo>
                  <a:lnTo>
                    <a:pt x="185281" y="184695"/>
                  </a:lnTo>
                  <a:lnTo>
                    <a:pt x="184925" y="184736"/>
                  </a:lnTo>
                  <a:lnTo>
                    <a:pt x="184424" y="184623"/>
                  </a:lnTo>
                  <a:lnTo>
                    <a:pt x="184138" y="184399"/>
                  </a:lnTo>
                  <a:lnTo>
                    <a:pt x="183979" y="184297"/>
                  </a:lnTo>
                  <a:lnTo>
                    <a:pt x="182919" y="183503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4123860" y="5958368"/>
              <a:ext cx="182879" cy="183627"/>
            </a:xfrm>
            <a:custGeom>
              <a:avLst/>
              <a:pathLst>
                <a:path w="182879" h="183627">
                  <a:moveTo>
                    <a:pt x="182879" y="182879"/>
                  </a:moveTo>
                  <a:lnTo>
                    <a:pt x="182638" y="183192"/>
                  </a:lnTo>
                  <a:lnTo>
                    <a:pt x="182546" y="183358"/>
                  </a:lnTo>
                  <a:lnTo>
                    <a:pt x="182371" y="183507"/>
                  </a:lnTo>
                  <a:lnTo>
                    <a:pt x="181950" y="183627"/>
                  </a:lnTo>
                  <a:lnTo>
                    <a:pt x="181754" y="183332"/>
                  </a:lnTo>
                  <a:lnTo>
                    <a:pt x="181852" y="182781"/>
                  </a:lnTo>
                  <a:lnTo>
                    <a:pt x="182023" y="182771"/>
                  </a:lnTo>
                  <a:lnTo>
                    <a:pt x="182411" y="182722"/>
                  </a:lnTo>
                  <a:lnTo>
                    <a:pt x="182611" y="182733"/>
                  </a:lnTo>
                  <a:lnTo>
                    <a:pt x="182575" y="182954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4122025" y="5952665"/>
              <a:ext cx="184778" cy="184640"/>
            </a:xfrm>
            <a:custGeom>
              <a:avLst/>
              <a:pathLst>
                <a:path w="184778" h="184640">
                  <a:moveTo>
                    <a:pt x="182879" y="182879"/>
                  </a:moveTo>
                  <a:lnTo>
                    <a:pt x="182719" y="182717"/>
                  </a:lnTo>
                  <a:lnTo>
                    <a:pt x="182541" y="182421"/>
                  </a:lnTo>
                  <a:lnTo>
                    <a:pt x="182337" y="182204"/>
                  </a:lnTo>
                  <a:lnTo>
                    <a:pt x="182098" y="182031"/>
                  </a:lnTo>
                  <a:lnTo>
                    <a:pt x="182024" y="181888"/>
                  </a:lnTo>
                  <a:lnTo>
                    <a:pt x="182015" y="181667"/>
                  </a:lnTo>
                  <a:lnTo>
                    <a:pt x="182267" y="181297"/>
                  </a:lnTo>
                  <a:lnTo>
                    <a:pt x="182793" y="181469"/>
                  </a:lnTo>
                  <a:lnTo>
                    <a:pt x="183522" y="181913"/>
                  </a:lnTo>
                  <a:lnTo>
                    <a:pt x="184287" y="182889"/>
                  </a:lnTo>
                  <a:lnTo>
                    <a:pt x="184526" y="183304"/>
                  </a:lnTo>
                  <a:lnTo>
                    <a:pt x="184712" y="183673"/>
                  </a:lnTo>
                  <a:lnTo>
                    <a:pt x="184778" y="183915"/>
                  </a:lnTo>
                  <a:lnTo>
                    <a:pt x="184717" y="184300"/>
                  </a:lnTo>
                  <a:lnTo>
                    <a:pt x="184591" y="184502"/>
                  </a:lnTo>
                  <a:lnTo>
                    <a:pt x="184382" y="184625"/>
                  </a:lnTo>
                  <a:lnTo>
                    <a:pt x="184226" y="184640"/>
                  </a:lnTo>
                  <a:lnTo>
                    <a:pt x="183974" y="184546"/>
                  </a:lnTo>
                  <a:lnTo>
                    <a:pt x="183813" y="184403"/>
                  </a:lnTo>
                  <a:lnTo>
                    <a:pt x="183379" y="183343"/>
                  </a:lnTo>
                  <a:lnTo>
                    <a:pt x="183175" y="183096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4118612" y="5951518"/>
              <a:ext cx="185289" cy="183164"/>
            </a:xfrm>
            <a:custGeom>
              <a:avLst/>
              <a:pathLst>
                <a:path w="185289" h="183164">
                  <a:moveTo>
                    <a:pt x="182879" y="182879"/>
                  </a:moveTo>
                  <a:lnTo>
                    <a:pt x="182515" y="182959"/>
                  </a:lnTo>
                  <a:lnTo>
                    <a:pt x="181989" y="183102"/>
                  </a:lnTo>
                  <a:lnTo>
                    <a:pt x="181660" y="183164"/>
                  </a:lnTo>
                  <a:lnTo>
                    <a:pt x="181317" y="183122"/>
                  </a:lnTo>
                  <a:lnTo>
                    <a:pt x="181061" y="183055"/>
                  </a:lnTo>
                  <a:lnTo>
                    <a:pt x="180740" y="182780"/>
                  </a:lnTo>
                  <a:lnTo>
                    <a:pt x="180660" y="182615"/>
                  </a:lnTo>
                  <a:lnTo>
                    <a:pt x="180612" y="182356"/>
                  </a:lnTo>
                  <a:lnTo>
                    <a:pt x="180612" y="182191"/>
                  </a:lnTo>
                  <a:lnTo>
                    <a:pt x="180744" y="181937"/>
                  </a:lnTo>
                  <a:lnTo>
                    <a:pt x="180968" y="181747"/>
                  </a:lnTo>
                  <a:lnTo>
                    <a:pt x="181232" y="181612"/>
                  </a:lnTo>
                  <a:lnTo>
                    <a:pt x="181676" y="181418"/>
                  </a:lnTo>
                  <a:lnTo>
                    <a:pt x="182141" y="181243"/>
                  </a:lnTo>
                  <a:lnTo>
                    <a:pt x="182436" y="181174"/>
                  </a:lnTo>
                  <a:lnTo>
                    <a:pt x="182783" y="181164"/>
                  </a:lnTo>
                  <a:lnTo>
                    <a:pt x="183196" y="181203"/>
                  </a:lnTo>
                  <a:lnTo>
                    <a:pt x="183464" y="181268"/>
                  </a:lnTo>
                  <a:lnTo>
                    <a:pt x="183750" y="181358"/>
                  </a:lnTo>
                  <a:lnTo>
                    <a:pt x="184083" y="181533"/>
                  </a:lnTo>
                  <a:lnTo>
                    <a:pt x="184431" y="181692"/>
                  </a:lnTo>
                  <a:lnTo>
                    <a:pt x="184760" y="181852"/>
                  </a:lnTo>
                  <a:lnTo>
                    <a:pt x="184949" y="182007"/>
                  </a:lnTo>
                  <a:lnTo>
                    <a:pt x="185139" y="182137"/>
                  </a:lnTo>
                  <a:lnTo>
                    <a:pt x="185289" y="182329"/>
                  </a:lnTo>
                  <a:lnTo>
                    <a:pt x="185285" y="182469"/>
                  </a:lnTo>
                  <a:lnTo>
                    <a:pt x="185152" y="182661"/>
                  </a:lnTo>
                  <a:lnTo>
                    <a:pt x="185011" y="182775"/>
                  </a:lnTo>
                  <a:lnTo>
                    <a:pt x="184373" y="182855"/>
                  </a:lnTo>
                  <a:lnTo>
                    <a:pt x="184220" y="182870"/>
                  </a:lnTo>
                  <a:lnTo>
                    <a:pt x="183644" y="182840"/>
                  </a:lnTo>
                  <a:lnTo>
                    <a:pt x="183328" y="182815"/>
                  </a:lnTo>
                  <a:lnTo>
                    <a:pt x="183104" y="182830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4165600" y="6523552"/>
              <a:ext cx="182879" cy="182994"/>
            </a:xfrm>
            <a:custGeom>
              <a:avLst/>
              <a:pathLst>
                <a:path w="182879" h="182994">
                  <a:moveTo>
                    <a:pt x="182879" y="182879"/>
                  </a:moveTo>
                  <a:lnTo>
                    <a:pt x="182744" y="182994"/>
                  </a:lnTo>
                  <a:lnTo>
                    <a:pt x="182508" y="182872"/>
                  </a:lnTo>
                  <a:lnTo>
                    <a:pt x="182644" y="182748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4166164" y="6522602"/>
              <a:ext cx="183143" cy="183086"/>
            </a:xfrm>
            <a:custGeom>
              <a:avLst/>
              <a:pathLst>
                <a:path w="183143" h="183086">
                  <a:moveTo>
                    <a:pt x="182879" y="182879"/>
                  </a:moveTo>
                  <a:lnTo>
                    <a:pt x="183143" y="182970"/>
                  </a:lnTo>
                  <a:lnTo>
                    <a:pt x="182772" y="183086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4171484" y="6417268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4219370" y="6305774"/>
              <a:ext cx="182879" cy="183033"/>
            </a:xfrm>
            <a:custGeom>
              <a:avLst/>
              <a:pathLst>
                <a:path w="182879" h="183033">
                  <a:moveTo>
                    <a:pt x="182879" y="182879"/>
                  </a:moveTo>
                  <a:lnTo>
                    <a:pt x="182750" y="183033"/>
                  </a:lnTo>
                  <a:lnTo>
                    <a:pt x="182468" y="182918"/>
                  </a:lnTo>
                  <a:lnTo>
                    <a:pt x="182606" y="182806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4215347" y="6269277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4382592" y="6051335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4380529" y="6051269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705" y="182686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4378679" y="6045642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4135576" y="6001654"/>
              <a:ext cx="183216" cy="184590"/>
            </a:xfrm>
            <a:custGeom>
              <a:avLst/>
              <a:pathLst>
                <a:path w="183216" h="184590">
                  <a:moveTo>
                    <a:pt x="182879" y="182879"/>
                  </a:moveTo>
                  <a:lnTo>
                    <a:pt x="182514" y="183349"/>
                  </a:lnTo>
                  <a:lnTo>
                    <a:pt x="182175" y="183631"/>
                  </a:lnTo>
                  <a:lnTo>
                    <a:pt x="181815" y="183846"/>
                  </a:lnTo>
                  <a:lnTo>
                    <a:pt x="181160" y="184052"/>
                  </a:lnTo>
                  <a:lnTo>
                    <a:pt x="179208" y="184305"/>
                  </a:lnTo>
                  <a:lnTo>
                    <a:pt x="176727" y="184590"/>
                  </a:lnTo>
                  <a:lnTo>
                    <a:pt x="175395" y="184385"/>
                  </a:lnTo>
                  <a:lnTo>
                    <a:pt x="175288" y="184160"/>
                  </a:lnTo>
                  <a:lnTo>
                    <a:pt x="175251" y="183826"/>
                  </a:lnTo>
                  <a:lnTo>
                    <a:pt x="175213" y="183554"/>
                  </a:lnTo>
                  <a:lnTo>
                    <a:pt x="175312" y="183162"/>
                  </a:lnTo>
                  <a:lnTo>
                    <a:pt x="175585" y="182628"/>
                  </a:lnTo>
                  <a:lnTo>
                    <a:pt x="176044" y="182296"/>
                  </a:lnTo>
                  <a:lnTo>
                    <a:pt x="176419" y="182159"/>
                  </a:lnTo>
                  <a:lnTo>
                    <a:pt x="176724" y="182118"/>
                  </a:lnTo>
                  <a:lnTo>
                    <a:pt x="176985" y="182052"/>
                  </a:lnTo>
                  <a:lnTo>
                    <a:pt x="179151" y="181536"/>
                  </a:lnTo>
                  <a:lnTo>
                    <a:pt x="179697" y="181343"/>
                  </a:lnTo>
                  <a:lnTo>
                    <a:pt x="180038" y="181229"/>
                  </a:lnTo>
                  <a:lnTo>
                    <a:pt x="180457" y="181143"/>
                  </a:lnTo>
                  <a:lnTo>
                    <a:pt x="181068" y="181051"/>
                  </a:lnTo>
                  <a:lnTo>
                    <a:pt x="181510" y="180953"/>
                  </a:lnTo>
                  <a:lnTo>
                    <a:pt x="182020" y="180845"/>
                  </a:lnTo>
                  <a:lnTo>
                    <a:pt x="182470" y="180895"/>
                  </a:lnTo>
                  <a:lnTo>
                    <a:pt x="182947" y="181056"/>
                  </a:lnTo>
                  <a:lnTo>
                    <a:pt x="183119" y="181506"/>
                  </a:lnTo>
                  <a:lnTo>
                    <a:pt x="183216" y="182068"/>
                  </a:lnTo>
                  <a:lnTo>
                    <a:pt x="183161" y="182535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4330625" y="5983298"/>
              <a:ext cx="184250" cy="187050"/>
            </a:xfrm>
            <a:custGeom>
              <a:avLst/>
              <a:pathLst>
                <a:path w="184250" h="187050">
                  <a:moveTo>
                    <a:pt x="182879" y="182879"/>
                  </a:moveTo>
                  <a:lnTo>
                    <a:pt x="183843" y="183344"/>
                  </a:lnTo>
                  <a:lnTo>
                    <a:pt x="184233" y="184111"/>
                  </a:lnTo>
                  <a:lnTo>
                    <a:pt x="184250" y="185202"/>
                  </a:lnTo>
                  <a:lnTo>
                    <a:pt x="183930" y="185946"/>
                  </a:lnTo>
                  <a:lnTo>
                    <a:pt x="183410" y="186844"/>
                  </a:lnTo>
                  <a:lnTo>
                    <a:pt x="182355" y="187050"/>
                  </a:lnTo>
                  <a:lnTo>
                    <a:pt x="181626" y="186044"/>
                  </a:lnTo>
                  <a:lnTo>
                    <a:pt x="181407" y="185137"/>
                  </a:lnTo>
                  <a:lnTo>
                    <a:pt x="181645" y="184081"/>
                  </a:lnTo>
                  <a:lnTo>
                    <a:pt x="182020" y="183524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4139362" y="5983937"/>
              <a:ext cx="183622" cy="184763"/>
            </a:xfrm>
            <a:custGeom>
              <a:avLst/>
              <a:pathLst>
                <a:path w="183622" h="184763">
                  <a:moveTo>
                    <a:pt x="182879" y="182879"/>
                  </a:moveTo>
                  <a:lnTo>
                    <a:pt x="183414" y="183191"/>
                  </a:lnTo>
                  <a:lnTo>
                    <a:pt x="183622" y="183908"/>
                  </a:lnTo>
                  <a:lnTo>
                    <a:pt x="183584" y="184537"/>
                  </a:lnTo>
                  <a:lnTo>
                    <a:pt x="183216" y="184763"/>
                  </a:lnTo>
                  <a:lnTo>
                    <a:pt x="182561" y="184722"/>
                  </a:lnTo>
                  <a:lnTo>
                    <a:pt x="182191" y="184545"/>
                  </a:lnTo>
                  <a:lnTo>
                    <a:pt x="182147" y="183871"/>
                  </a:lnTo>
                  <a:lnTo>
                    <a:pt x="182471" y="183061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4137708" y="5980894"/>
              <a:ext cx="184318" cy="184941"/>
            </a:xfrm>
            <a:custGeom>
              <a:avLst/>
              <a:pathLst>
                <a:path w="184318" h="184941">
                  <a:moveTo>
                    <a:pt x="182879" y="182879"/>
                  </a:moveTo>
                  <a:lnTo>
                    <a:pt x="183287" y="182473"/>
                  </a:lnTo>
                  <a:lnTo>
                    <a:pt x="183862" y="182739"/>
                  </a:lnTo>
                  <a:lnTo>
                    <a:pt x="184192" y="183186"/>
                  </a:lnTo>
                  <a:lnTo>
                    <a:pt x="184318" y="183859"/>
                  </a:lnTo>
                  <a:lnTo>
                    <a:pt x="184116" y="184533"/>
                  </a:lnTo>
                  <a:lnTo>
                    <a:pt x="183504" y="184941"/>
                  </a:lnTo>
                  <a:lnTo>
                    <a:pt x="183053" y="184899"/>
                  </a:lnTo>
                  <a:lnTo>
                    <a:pt x="182642" y="184677"/>
                  </a:lnTo>
                  <a:lnTo>
                    <a:pt x="182600" y="184318"/>
                  </a:lnTo>
                  <a:lnTo>
                    <a:pt x="182556" y="183734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4130843" y="5976672"/>
              <a:ext cx="186684" cy="184630"/>
            </a:xfrm>
            <a:custGeom>
              <a:avLst/>
              <a:pathLst>
                <a:path w="186684" h="184630">
                  <a:moveTo>
                    <a:pt x="182879" y="182879"/>
                  </a:moveTo>
                  <a:lnTo>
                    <a:pt x="183492" y="182606"/>
                  </a:lnTo>
                  <a:lnTo>
                    <a:pt x="184146" y="182153"/>
                  </a:lnTo>
                  <a:lnTo>
                    <a:pt x="184718" y="181746"/>
                  </a:lnTo>
                  <a:lnTo>
                    <a:pt x="185616" y="181067"/>
                  </a:lnTo>
                  <a:lnTo>
                    <a:pt x="186147" y="180749"/>
                  </a:lnTo>
                  <a:lnTo>
                    <a:pt x="186559" y="181061"/>
                  </a:lnTo>
                  <a:lnTo>
                    <a:pt x="186684" y="181374"/>
                  </a:lnTo>
                  <a:lnTo>
                    <a:pt x="186318" y="182050"/>
                  </a:lnTo>
                  <a:lnTo>
                    <a:pt x="185787" y="182457"/>
                  </a:lnTo>
                  <a:lnTo>
                    <a:pt x="185256" y="182820"/>
                  </a:lnTo>
                  <a:lnTo>
                    <a:pt x="184643" y="183003"/>
                  </a:lnTo>
                  <a:lnTo>
                    <a:pt x="184111" y="183231"/>
                  </a:lnTo>
                  <a:lnTo>
                    <a:pt x="183581" y="183728"/>
                  </a:lnTo>
                  <a:lnTo>
                    <a:pt x="182889" y="184630"/>
                  </a:lnTo>
                  <a:lnTo>
                    <a:pt x="182519" y="184408"/>
                  </a:lnTo>
                  <a:lnTo>
                    <a:pt x="182394" y="184095"/>
                  </a:lnTo>
                  <a:lnTo>
                    <a:pt x="182350" y="183511"/>
                  </a:lnTo>
                  <a:lnTo>
                    <a:pt x="182552" y="183106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4137461" y="5973027"/>
              <a:ext cx="182879" cy="182966"/>
            </a:xfrm>
            <a:custGeom>
              <a:avLst/>
              <a:pathLst>
                <a:path w="182879" h="182966">
                  <a:moveTo>
                    <a:pt x="182879" y="182879"/>
                  </a:moveTo>
                  <a:lnTo>
                    <a:pt x="182725" y="182966"/>
                  </a:lnTo>
                  <a:lnTo>
                    <a:pt x="182446" y="182888"/>
                  </a:lnTo>
                  <a:lnTo>
                    <a:pt x="182425" y="182626"/>
                  </a:lnTo>
                  <a:lnTo>
                    <a:pt x="182578" y="182568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4140973" y="5967309"/>
              <a:ext cx="184348" cy="183956"/>
            </a:xfrm>
            <a:custGeom>
              <a:avLst/>
              <a:pathLst>
                <a:path w="184348" h="183956">
                  <a:moveTo>
                    <a:pt x="182879" y="182879"/>
                  </a:moveTo>
                  <a:lnTo>
                    <a:pt x="182953" y="182660"/>
                  </a:lnTo>
                  <a:lnTo>
                    <a:pt x="183091" y="182590"/>
                  </a:lnTo>
                  <a:lnTo>
                    <a:pt x="183342" y="182499"/>
                  </a:lnTo>
                  <a:lnTo>
                    <a:pt x="183612" y="182532"/>
                  </a:lnTo>
                  <a:lnTo>
                    <a:pt x="183847" y="182662"/>
                  </a:lnTo>
                  <a:lnTo>
                    <a:pt x="184023" y="182828"/>
                  </a:lnTo>
                  <a:lnTo>
                    <a:pt x="184298" y="183120"/>
                  </a:lnTo>
                  <a:lnTo>
                    <a:pt x="184348" y="183356"/>
                  </a:lnTo>
                  <a:lnTo>
                    <a:pt x="184296" y="183638"/>
                  </a:lnTo>
                  <a:lnTo>
                    <a:pt x="184097" y="183891"/>
                  </a:lnTo>
                  <a:lnTo>
                    <a:pt x="183801" y="183956"/>
                  </a:lnTo>
                  <a:lnTo>
                    <a:pt x="183521" y="183861"/>
                  </a:lnTo>
                  <a:lnTo>
                    <a:pt x="183241" y="183742"/>
                  </a:lnTo>
                  <a:lnTo>
                    <a:pt x="183000" y="183463"/>
                  </a:lnTo>
                  <a:lnTo>
                    <a:pt x="182896" y="183127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4148856" y="5961307"/>
              <a:ext cx="183863" cy="184556"/>
            </a:xfrm>
            <a:custGeom>
              <a:avLst/>
              <a:pathLst>
                <a:path w="183863" h="184556">
                  <a:moveTo>
                    <a:pt x="182879" y="182879"/>
                  </a:moveTo>
                  <a:lnTo>
                    <a:pt x="183192" y="182695"/>
                  </a:lnTo>
                  <a:lnTo>
                    <a:pt x="183651" y="182670"/>
                  </a:lnTo>
                  <a:lnTo>
                    <a:pt x="183840" y="182829"/>
                  </a:lnTo>
                  <a:lnTo>
                    <a:pt x="183863" y="183263"/>
                  </a:lnTo>
                  <a:lnTo>
                    <a:pt x="183698" y="183766"/>
                  </a:lnTo>
                  <a:lnTo>
                    <a:pt x="183261" y="184248"/>
                  </a:lnTo>
                  <a:lnTo>
                    <a:pt x="182719" y="184479"/>
                  </a:lnTo>
                  <a:lnTo>
                    <a:pt x="182464" y="184556"/>
                  </a:lnTo>
                  <a:lnTo>
                    <a:pt x="182142" y="184377"/>
                  </a:lnTo>
                  <a:lnTo>
                    <a:pt x="182090" y="184003"/>
                  </a:lnTo>
                  <a:lnTo>
                    <a:pt x="182276" y="183453"/>
                  </a:lnTo>
                  <a:lnTo>
                    <a:pt x="182609" y="183109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192413" y="5830162"/>
              <a:ext cx="188706" cy="186730"/>
            </a:xfrm>
            <a:custGeom>
              <a:avLst/>
              <a:pathLst>
                <a:path w="188706" h="186730">
                  <a:moveTo>
                    <a:pt x="182879" y="182879"/>
                  </a:moveTo>
                  <a:lnTo>
                    <a:pt x="183911" y="182405"/>
                  </a:lnTo>
                  <a:lnTo>
                    <a:pt x="184942" y="182178"/>
                  </a:lnTo>
                  <a:lnTo>
                    <a:pt x="186161" y="182132"/>
                  </a:lnTo>
                  <a:lnTo>
                    <a:pt x="187292" y="182526"/>
                  </a:lnTo>
                  <a:lnTo>
                    <a:pt x="188267" y="182856"/>
                  </a:lnTo>
                  <a:lnTo>
                    <a:pt x="188706" y="183845"/>
                  </a:lnTo>
                  <a:lnTo>
                    <a:pt x="188401" y="184792"/>
                  </a:lnTo>
                  <a:lnTo>
                    <a:pt x="188000" y="185617"/>
                  </a:lnTo>
                  <a:lnTo>
                    <a:pt x="187026" y="186379"/>
                  </a:lnTo>
                  <a:lnTo>
                    <a:pt x="186071" y="186730"/>
                  </a:lnTo>
                  <a:lnTo>
                    <a:pt x="185117" y="186690"/>
                  </a:lnTo>
                  <a:lnTo>
                    <a:pt x="184085" y="186360"/>
                  </a:lnTo>
                  <a:lnTo>
                    <a:pt x="183092" y="185681"/>
                  </a:lnTo>
                  <a:lnTo>
                    <a:pt x="182536" y="184178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153492" y="5814498"/>
              <a:ext cx="185874" cy="185346"/>
            </a:xfrm>
            <a:custGeom>
              <a:avLst/>
              <a:pathLst>
                <a:path w="185874" h="185346">
                  <a:moveTo>
                    <a:pt x="182879" y="182879"/>
                  </a:moveTo>
                  <a:lnTo>
                    <a:pt x="183287" y="182261"/>
                  </a:lnTo>
                  <a:lnTo>
                    <a:pt x="183973" y="181992"/>
                  </a:lnTo>
                  <a:lnTo>
                    <a:pt x="184365" y="181970"/>
                  </a:lnTo>
                  <a:lnTo>
                    <a:pt x="184962" y="182113"/>
                  </a:lnTo>
                  <a:lnTo>
                    <a:pt x="185532" y="182664"/>
                  </a:lnTo>
                  <a:lnTo>
                    <a:pt x="185874" y="183337"/>
                  </a:lnTo>
                  <a:lnTo>
                    <a:pt x="185863" y="184019"/>
                  </a:lnTo>
                  <a:lnTo>
                    <a:pt x="185420" y="184714"/>
                  </a:lnTo>
                  <a:lnTo>
                    <a:pt x="184891" y="185057"/>
                  </a:lnTo>
                  <a:lnTo>
                    <a:pt x="184174" y="185346"/>
                  </a:lnTo>
                  <a:lnTo>
                    <a:pt x="183619" y="185296"/>
                  </a:lnTo>
                  <a:lnTo>
                    <a:pt x="183267" y="185151"/>
                  </a:lnTo>
                  <a:lnTo>
                    <a:pt x="182886" y="184687"/>
                  </a:lnTo>
                  <a:lnTo>
                    <a:pt x="182667" y="183871"/>
                  </a:lnTo>
                  <a:close/>
                </a:path>
              </a:pathLst>
            </a:custGeom>
            <a:solidFill>
              <a:srgbClr val="D55E0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431226" y="4761242"/>
              <a:ext cx="183834" cy="182980"/>
            </a:xfrm>
            <a:custGeom>
              <a:avLst/>
              <a:pathLst>
                <a:path w="183834" h="182980">
                  <a:moveTo>
                    <a:pt x="182879" y="182879"/>
                  </a:moveTo>
                  <a:lnTo>
                    <a:pt x="182971" y="182387"/>
                  </a:lnTo>
                  <a:lnTo>
                    <a:pt x="183507" y="181882"/>
                  </a:lnTo>
                  <a:lnTo>
                    <a:pt x="183642" y="181816"/>
                  </a:lnTo>
                  <a:lnTo>
                    <a:pt x="183834" y="181926"/>
                  </a:lnTo>
                  <a:lnTo>
                    <a:pt x="183783" y="182121"/>
                  </a:lnTo>
                  <a:lnTo>
                    <a:pt x="183668" y="182355"/>
                  </a:lnTo>
                  <a:lnTo>
                    <a:pt x="183518" y="182770"/>
                  </a:lnTo>
                  <a:lnTo>
                    <a:pt x="183306" y="182973"/>
                  </a:lnTo>
                  <a:lnTo>
                    <a:pt x="183091" y="182980"/>
                  </a:lnTo>
                  <a:close/>
                </a:path>
              </a:pathLst>
            </a:custGeom>
            <a:solidFill>
              <a:srgbClr val="F6E9E3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429824" y="4760463"/>
              <a:ext cx="184011" cy="182905"/>
            </a:xfrm>
            <a:custGeom>
              <a:avLst/>
              <a:pathLst>
                <a:path w="184011" h="182905">
                  <a:moveTo>
                    <a:pt x="182879" y="182879"/>
                  </a:moveTo>
                  <a:lnTo>
                    <a:pt x="182675" y="182700"/>
                  </a:lnTo>
                  <a:lnTo>
                    <a:pt x="182629" y="182421"/>
                  </a:lnTo>
                  <a:lnTo>
                    <a:pt x="182682" y="182184"/>
                  </a:lnTo>
                  <a:lnTo>
                    <a:pt x="182890" y="181886"/>
                  </a:lnTo>
                  <a:lnTo>
                    <a:pt x="183104" y="181698"/>
                  </a:lnTo>
                  <a:lnTo>
                    <a:pt x="183812" y="181302"/>
                  </a:lnTo>
                  <a:lnTo>
                    <a:pt x="183967" y="181349"/>
                  </a:lnTo>
                  <a:lnTo>
                    <a:pt x="184011" y="181565"/>
                  </a:lnTo>
                  <a:lnTo>
                    <a:pt x="183928" y="182021"/>
                  </a:lnTo>
                  <a:lnTo>
                    <a:pt x="183767" y="182343"/>
                  </a:lnTo>
                  <a:lnTo>
                    <a:pt x="183325" y="182776"/>
                  </a:lnTo>
                  <a:lnTo>
                    <a:pt x="183103" y="182905"/>
                  </a:lnTo>
                  <a:close/>
                </a:path>
              </a:pathLst>
            </a:custGeom>
            <a:solidFill>
              <a:srgbClr val="F6E9E3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4358861" y="4572950"/>
              <a:ext cx="302775" cy="535667"/>
            </a:xfrm>
            <a:custGeom>
              <a:avLst/>
              <a:pathLst>
                <a:path w="302775" h="535667">
                  <a:moveTo>
                    <a:pt x="205749" y="182879"/>
                  </a:moveTo>
                  <a:lnTo>
                    <a:pt x="205612" y="183418"/>
                  </a:lnTo>
                  <a:lnTo>
                    <a:pt x="205356" y="183764"/>
                  </a:lnTo>
                  <a:lnTo>
                    <a:pt x="205169" y="184158"/>
                  </a:lnTo>
                  <a:lnTo>
                    <a:pt x="206184" y="184894"/>
                  </a:lnTo>
                  <a:lnTo>
                    <a:pt x="206773" y="185287"/>
                  </a:lnTo>
                  <a:lnTo>
                    <a:pt x="207221" y="185612"/>
                  </a:lnTo>
                  <a:lnTo>
                    <a:pt x="207410" y="186082"/>
                  </a:lnTo>
                  <a:lnTo>
                    <a:pt x="208178" y="186747"/>
                  </a:lnTo>
                  <a:lnTo>
                    <a:pt x="208749" y="188111"/>
                  </a:lnTo>
                  <a:lnTo>
                    <a:pt x="208884" y="188914"/>
                  </a:lnTo>
                  <a:lnTo>
                    <a:pt x="209181" y="189351"/>
                  </a:lnTo>
                  <a:lnTo>
                    <a:pt x="209889" y="189553"/>
                  </a:lnTo>
                  <a:lnTo>
                    <a:pt x="210184" y="189714"/>
                  </a:lnTo>
                  <a:lnTo>
                    <a:pt x="210450" y="189852"/>
                  </a:lnTo>
                  <a:lnTo>
                    <a:pt x="210646" y="189917"/>
                  </a:lnTo>
                  <a:lnTo>
                    <a:pt x="211049" y="190080"/>
                  </a:lnTo>
                  <a:lnTo>
                    <a:pt x="211551" y="190362"/>
                  </a:lnTo>
                  <a:lnTo>
                    <a:pt x="212159" y="190972"/>
                  </a:lnTo>
                  <a:lnTo>
                    <a:pt x="212202" y="191321"/>
                  </a:lnTo>
                  <a:lnTo>
                    <a:pt x="212212" y="191519"/>
                  </a:lnTo>
                  <a:lnTo>
                    <a:pt x="213238" y="192651"/>
                  </a:lnTo>
                  <a:lnTo>
                    <a:pt x="213663" y="192691"/>
                  </a:lnTo>
                  <a:lnTo>
                    <a:pt x="213985" y="192783"/>
                  </a:lnTo>
                  <a:lnTo>
                    <a:pt x="214101" y="192957"/>
                  </a:lnTo>
                  <a:lnTo>
                    <a:pt x="214351" y="193231"/>
                  </a:lnTo>
                  <a:lnTo>
                    <a:pt x="214851" y="193409"/>
                  </a:lnTo>
                  <a:lnTo>
                    <a:pt x="215339" y="193638"/>
                  </a:lnTo>
                  <a:lnTo>
                    <a:pt x="215656" y="193980"/>
                  </a:lnTo>
                  <a:lnTo>
                    <a:pt x="215861" y="194314"/>
                  </a:lnTo>
                  <a:lnTo>
                    <a:pt x="215884" y="194575"/>
                  </a:lnTo>
                  <a:lnTo>
                    <a:pt x="216001" y="194881"/>
                  </a:lnTo>
                  <a:lnTo>
                    <a:pt x="216403" y="195206"/>
                  </a:lnTo>
                  <a:lnTo>
                    <a:pt x="216410" y="195588"/>
                  </a:lnTo>
                  <a:lnTo>
                    <a:pt x="216117" y="195945"/>
                  </a:lnTo>
                  <a:lnTo>
                    <a:pt x="215815" y="196058"/>
                  </a:lnTo>
                  <a:lnTo>
                    <a:pt x="215421" y="197012"/>
                  </a:lnTo>
                  <a:lnTo>
                    <a:pt x="215387" y="197320"/>
                  </a:lnTo>
                  <a:lnTo>
                    <a:pt x="215853" y="198154"/>
                  </a:lnTo>
                  <a:lnTo>
                    <a:pt x="216183" y="198457"/>
                  </a:lnTo>
                  <a:lnTo>
                    <a:pt x="216259" y="198613"/>
                  </a:lnTo>
                  <a:lnTo>
                    <a:pt x="216297" y="198907"/>
                  </a:lnTo>
                  <a:lnTo>
                    <a:pt x="216741" y="198971"/>
                  </a:lnTo>
                  <a:lnTo>
                    <a:pt x="217135" y="198956"/>
                  </a:lnTo>
                  <a:lnTo>
                    <a:pt x="217726" y="199306"/>
                  </a:lnTo>
                  <a:lnTo>
                    <a:pt x="217765" y="199972"/>
                  </a:lnTo>
                  <a:lnTo>
                    <a:pt x="217761" y="200675"/>
                  </a:lnTo>
                  <a:lnTo>
                    <a:pt x="216967" y="201150"/>
                  </a:lnTo>
                  <a:lnTo>
                    <a:pt x="216565" y="201305"/>
                  </a:lnTo>
                  <a:lnTo>
                    <a:pt x="216224" y="201340"/>
                  </a:lnTo>
                  <a:lnTo>
                    <a:pt x="216003" y="201377"/>
                  </a:lnTo>
                  <a:lnTo>
                    <a:pt x="215576" y="201976"/>
                  </a:lnTo>
                  <a:lnTo>
                    <a:pt x="215122" y="202075"/>
                  </a:lnTo>
                  <a:lnTo>
                    <a:pt x="214539" y="202062"/>
                  </a:lnTo>
                  <a:lnTo>
                    <a:pt x="214193" y="202253"/>
                  </a:lnTo>
                  <a:lnTo>
                    <a:pt x="213556" y="202890"/>
                  </a:lnTo>
                  <a:lnTo>
                    <a:pt x="213759" y="203059"/>
                  </a:lnTo>
                  <a:lnTo>
                    <a:pt x="213908" y="203179"/>
                  </a:lnTo>
                  <a:lnTo>
                    <a:pt x="214243" y="203325"/>
                  </a:lnTo>
                  <a:lnTo>
                    <a:pt x="215039" y="203761"/>
                  </a:lnTo>
                  <a:lnTo>
                    <a:pt x="215354" y="204074"/>
                  </a:lnTo>
                  <a:lnTo>
                    <a:pt x="215528" y="204232"/>
                  </a:lnTo>
                  <a:lnTo>
                    <a:pt x="216043" y="204423"/>
                  </a:lnTo>
                  <a:lnTo>
                    <a:pt x="216265" y="204487"/>
                  </a:lnTo>
                  <a:lnTo>
                    <a:pt x="216593" y="204684"/>
                  </a:lnTo>
                  <a:lnTo>
                    <a:pt x="216924" y="205474"/>
                  </a:lnTo>
                  <a:lnTo>
                    <a:pt x="217221" y="205498"/>
                  </a:lnTo>
                  <a:lnTo>
                    <a:pt x="217418" y="205465"/>
                  </a:lnTo>
                  <a:lnTo>
                    <a:pt x="217623" y="205468"/>
                  </a:lnTo>
                  <a:lnTo>
                    <a:pt x="217952" y="205549"/>
                  </a:lnTo>
                  <a:lnTo>
                    <a:pt x="218170" y="205638"/>
                  </a:lnTo>
                  <a:lnTo>
                    <a:pt x="218442" y="205792"/>
                  </a:lnTo>
                  <a:lnTo>
                    <a:pt x="219458" y="206169"/>
                  </a:lnTo>
                  <a:lnTo>
                    <a:pt x="219736" y="206241"/>
                  </a:lnTo>
                  <a:lnTo>
                    <a:pt x="220415" y="206757"/>
                  </a:lnTo>
                  <a:lnTo>
                    <a:pt x="220494" y="206931"/>
                  </a:lnTo>
                  <a:lnTo>
                    <a:pt x="220141" y="207520"/>
                  </a:lnTo>
                  <a:lnTo>
                    <a:pt x="219692" y="207979"/>
                  </a:lnTo>
                  <a:lnTo>
                    <a:pt x="219491" y="208628"/>
                  </a:lnTo>
                  <a:lnTo>
                    <a:pt x="219526" y="208833"/>
                  </a:lnTo>
                  <a:lnTo>
                    <a:pt x="219557" y="209176"/>
                  </a:lnTo>
                  <a:lnTo>
                    <a:pt x="219535" y="209318"/>
                  </a:lnTo>
                  <a:lnTo>
                    <a:pt x="219355" y="210024"/>
                  </a:lnTo>
                  <a:lnTo>
                    <a:pt x="219840" y="210238"/>
                  </a:lnTo>
                  <a:lnTo>
                    <a:pt x="220429" y="210647"/>
                  </a:lnTo>
                  <a:lnTo>
                    <a:pt x="220870" y="210689"/>
                  </a:lnTo>
                  <a:lnTo>
                    <a:pt x="221362" y="210606"/>
                  </a:lnTo>
                  <a:lnTo>
                    <a:pt x="221628" y="210791"/>
                  </a:lnTo>
                  <a:lnTo>
                    <a:pt x="221912" y="211001"/>
                  </a:lnTo>
                  <a:lnTo>
                    <a:pt x="222512" y="211107"/>
                  </a:lnTo>
                  <a:lnTo>
                    <a:pt x="222454" y="211750"/>
                  </a:lnTo>
                  <a:lnTo>
                    <a:pt x="222424" y="211894"/>
                  </a:lnTo>
                  <a:lnTo>
                    <a:pt x="222478" y="212424"/>
                  </a:lnTo>
                  <a:lnTo>
                    <a:pt x="222429" y="212764"/>
                  </a:lnTo>
                  <a:lnTo>
                    <a:pt x="222194" y="212648"/>
                  </a:lnTo>
                  <a:lnTo>
                    <a:pt x="221512" y="212357"/>
                  </a:lnTo>
                  <a:lnTo>
                    <a:pt x="221771" y="212775"/>
                  </a:lnTo>
                  <a:lnTo>
                    <a:pt x="221905" y="212953"/>
                  </a:lnTo>
                  <a:lnTo>
                    <a:pt x="221693" y="213249"/>
                  </a:lnTo>
                  <a:lnTo>
                    <a:pt x="221331" y="213440"/>
                  </a:lnTo>
                  <a:lnTo>
                    <a:pt x="220952" y="213489"/>
                  </a:lnTo>
                  <a:lnTo>
                    <a:pt x="220707" y="213471"/>
                  </a:lnTo>
                  <a:lnTo>
                    <a:pt x="220593" y="213874"/>
                  </a:lnTo>
                  <a:lnTo>
                    <a:pt x="221657" y="214121"/>
                  </a:lnTo>
                  <a:lnTo>
                    <a:pt x="222146" y="214212"/>
                  </a:lnTo>
                  <a:lnTo>
                    <a:pt x="222556" y="214380"/>
                  </a:lnTo>
                  <a:lnTo>
                    <a:pt x="224245" y="214078"/>
                  </a:lnTo>
                  <a:lnTo>
                    <a:pt x="225034" y="213565"/>
                  </a:lnTo>
                  <a:lnTo>
                    <a:pt x="225314" y="213217"/>
                  </a:lnTo>
                  <a:lnTo>
                    <a:pt x="225282" y="212304"/>
                  </a:lnTo>
                  <a:lnTo>
                    <a:pt x="225300" y="211966"/>
                  </a:lnTo>
                  <a:lnTo>
                    <a:pt x="225341" y="211532"/>
                  </a:lnTo>
                  <a:lnTo>
                    <a:pt x="225498" y="211364"/>
                  </a:lnTo>
                  <a:lnTo>
                    <a:pt x="225939" y="211046"/>
                  </a:lnTo>
                  <a:lnTo>
                    <a:pt x="226107" y="210977"/>
                  </a:lnTo>
                  <a:lnTo>
                    <a:pt x="226614" y="210984"/>
                  </a:lnTo>
                  <a:lnTo>
                    <a:pt x="227126" y="211126"/>
                  </a:lnTo>
                  <a:lnTo>
                    <a:pt x="227489" y="211145"/>
                  </a:lnTo>
                  <a:lnTo>
                    <a:pt x="227801" y="211689"/>
                  </a:lnTo>
                  <a:lnTo>
                    <a:pt x="227888" y="211836"/>
                  </a:lnTo>
                  <a:lnTo>
                    <a:pt x="228192" y="212306"/>
                  </a:lnTo>
                  <a:lnTo>
                    <a:pt x="228351" y="212427"/>
                  </a:lnTo>
                  <a:lnTo>
                    <a:pt x="228832" y="212563"/>
                  </a:lnTo>
                  <a:lnTo>
                    <a:pt x="228958" y="212727"/>
                  </a:lnTo>
                  <a:lnTo>
                    <a:pt x="229026" y="212945"/>
                  </a:lnTo>
                  <a:lnTo>
                    <a:pt x="228984" y="213251"/>
                  </a:lnTo>
                  <a:lnTo>
                    <a:pt x="228654" y="213546"/>
                  </a:lnTo>
                  <a:lnTo>
                    <a:pt x="228359" y="213821"/>
                  </a:lnTo>
                  <a:lnTo>
                    <a:pt x="228385" y="214315"/>
                  </a:lnTo>
                  <a:lnTo>
                    <a:pt x="227898" y="214383"/>
                  </a:lnTo>
                  <a:lnTo>
                    <a:pt x="227371" y="214745"/>
                  </a:lnTo>
                  <a:lnTo>
                    <a:pt x="227173" y="214797"/>
                  </a:lnTo>
                  <a:lnTo>
                    <a:pt x="226520" y="214771"/>
                  </a:lnTo>
                  <a:lnTo>
                    <a:pt x="226143" y="215016"/>
                  </a:lnTo>
                  <a:lnTo>
                    <a:pt x="226418" y="215368"/>
                  </a:lnTo>
                  <a:lnTo>
                    <a:pt x="226849" y="215320"/>
                  </a:lnTo>
                  <a:lnTo>
                    <a:pt x="227468" y="215293"/>
                  </a:lnTo>
                  <a:lnTo>
                    <a:pt x="228951" y="215935"/>
                  </a:lnTo>
                  <a:lnTo>
                    <a:pt x="229338" y="216341"/>
                  </a:lnTo>
                  <a:lnTo>
                    <a:pt x="229543" y="216909"/>
                  </a:lnTo>
                  <a:lnTo>
                    <a:pt x="229389" y="217418"/>
                  </a:lnTo>
                  <a:lnTo>
                    <a:pt x="229400" y="217625"/>
                  </a:lnTo>
                  <a:lnTo>
                    <a:pt x="229589" y="217953"/>
                  </a:lnTo>
                  <a:lnTo>
                    <a:pt x="229512" y="218082"/>
                  </a:lnTo>
                  <a:lnTo>
                    <a:pt x="229306" y="218376"/>
                  </a:lnTo>
                  <a:lnTo>
                    <a:pt x="229360" y="218821"/>
                  </a:lnTo>
                  <a:lnTo>
                    <a:pt x="229294" y="219106"/>
                  </a:lnTo>
                  <a:lnTo>
                    <a:pt x="228534" y="219411"/>
                  </a:lnTo>
                  <a:lnTo>
                    <a:pt x="227973" y="219576"/>
                  </a:lnTo>
                  <a:lnTo>
                    <a:pt x="227652" y="219612"/>
                  </a:lnTo>
                  <a:lnTo>
                    <a:pt x="227678" y="220174"/>
                  </a:lnTo>
                  <a:lnTo>
                    <a:pt x="227828" y="220337"/>
                  </a:lnTo>
                  <a:lnTo>
                    <a:pt x="228183" y="220501"/>
                  </a:lnTo>
                  <a:lnTo>
                    <a:pt x="228687" y="220758"/>
                  </a:lnTo>
                  <a:lnTo>
                    <a:pt x="229196" y="221349"/>
                  </a:lnTo>
                  <a:lnTo>
                    <a:pt x="229372" y="221544"/>
                  </a:lnTo>
                  <a:lnTo>
                    <a:pt x="230002" y="222024"/>
                  </a:lnTo>
                  <a:lnTo>
                    <a:pt x="230453" y="222299"/>
                  </a:lnTo>
                  <a:lnTo>
                    <a:pt x="230620" y="222356"/>
                  </a:lnTo>
                  <a:lnTo>
                    <a:pt x="230812" y="222450"/>
                  </a:lnTo>
                  <a:lnTo>
                    <a:pt x="230970" y="222700"/>
                  </a:lnTo>
                  <a:lnTo>
                    <a:pt x="230959" y="223007"/>
                  </a:lnTo>
                  <a:lnTo>
                    <a:pt x="230779" y="223409"/>
                  </a:lnTo>
                  <a:lnTo>
                    <a:pt x="231130" y="223728"/>
                  </a:lnTo>
                  <a:lnTo>
                    <a:pt x="231312" y="223974"/>
                  </a:lnTo>
                  <a:lnTo>
                    <a:pt x="231067" y="224248"/>
                  </a:lnTo>
                  <a:lnTo>
                    <a:pt x="230683" y="224405"/>
                  </a:lnTo>
                  <a:lnTo>
                    <a:pt x="230513" y="224597"/>
                  </a:lnTo>
                  <a:lnTo>
                    <a:pt x="230299" y="224969"/>
                  </a:lnTo>
                  <a:lnTo>
                    <a:pt x="230185" y="225341"/>
                  </a:lnTo>
                  <a:lnTo>
                    <a:pt x="229868" y="225832"/>
                  </a:lnTo>
                  <a:lnTo>
                    <a:pt x="229842" y="226209"/>
                  </a:lnTo>
                  <a:lnTo>
                    <a:pt x="229820" y="226456"/>
                  </a:lnTo>
                  <a:lnTo>
                    <a:pt x="229770" y="226819"/>
                  </a:lnTo>
                  <a:lnTo>
                    <a:pt x="229555" y="227384"/>
                  </a:lnTo>
                  <a:lnTo>
                    <a:pt x="229478" y="227762"/>
                  </a:lnTo>
                  <a:lnTo>
                    <a:pt x="228995" y="228021"/>
                  </a:lnTo>
                  <a:lnTo>
                    <a:pt x="228831" y="228040"/>
                  </a:lnTo>
                  <a:lnTo>
                    <a:pt x="228516" y="228207"/>
                  </a:lnTo>
                  <a:lnTo>
                    <a:pt x="228451" y="228352"/>
                  </a:lnTo>
                  <a:lnTo>
                    <a:pt x="228200" y="228656"/>
                  </a:lnTo>
                  <a:lnTo>
                    <a:pt x="227983" y="228692"/>
                  </a:lnTo>
                  <a:lnTo>
                    <a:pt x="227313" y="228637"/>
                  </a:lnTo>
                  <a:lnTo>
                    <a:pt x="226829" y="228090"/>
                  </a:lnTo>
                  <a:lnTo>
                    <a:pt x="226539" y="227592"/>
                  </a:lnTo>
                  <a:lnTo>
                    <a:pt x="226526" y="227127"/>
                  </a:lnTo>
                  <a:lnTo>
                    <a:pt x="226584" y="226726"/>
                  </a:lnTo>
                  <a:lnTo>
                    <a:pt x="225908" y="225907"/>
                  </a:lnTo>
                  <a:lnTo>
                    <a:pt x="225532" y="225823"/>
                  </a:lnTo>
                  <a:lnTo>
                    <a:pt x="225029" y="225965"/>
                  </a:lnTo>
                  <a:lnTo>
                    <a:pt x="224514" y="226165"/>
                  </a:lnTo>
                  <a:lnTo>
                    <a:pt x="224377" y="226109"/>
                  </a:lnTo>
                  <a:lnTo>
                    <a:pt x="223992" y="225891"/>
                  </a:lnTo>
                  <a:lnTo>
                    <a:pt x="223644" y="225732"/>
                  </a:lnTo>
                  <a:lnTo>
                    <a:pt x="223234" y="225938"/>
                  </a:lnTo>
                  <a:lnTo>
                    <a:pt x="222803" y="226179"/>
                  </a:lnTo>
                  <a:lnTo>
                    <a:pt x="222408" y="226473"/>
                  </a:lnTo>
                  <a:lnTo>
                    <a:pt x="222166" y="226582"/>
                  </a:lnTo>
                  <a:lnTo>
                    <a:pt x="221827" y="226800"/>
                  </a:lnTo>
                  <a:lnTo>
                    <a:pt x="222107" y="227235"/>
                  </a:lnTo>
                  <a:lnTo>
                    <a:pt x="221744" y="227656"/>
                  </a:lnTo>
                  <a:lnTo>
                    <a:pt x="221657" y="227857"/>
                  </a:lnTo>
                  <a:lnTo>
                    <a:pt x="221819" y="228738"/>
                  </a:lnTo>
                  <a:lnTo>
                    <a:pt x="221498" y="229751"/>
                  </a:lnTo>
                  <a:lnTo>
                    <a:pt x="221500" y="230423"/>
                  </a:lnTo>
                  <a:lnTo>
                    <a:pt x="222372" y="230954"/>
                  </a:lnTo>
                  <a:lnTo>
                    <a:pt x="222417" y="231546"/>
                  </a:lnTo>
                  <a:lnTo>
                    <a:pt x="222604" y="231758"/>
                  </a:lnTo>
                  <a:lnTo>
                    <a:pt x="222733" y="232008"/>
                  </a:lnTo>
                  <a:lnTo>
                    <a:pt x="222802" y="232285"/>
                  </a:lnTo>
                  <a:lnTo>
                    <a:pt x="222883" y="232709"/>
                  </a:lnTo>
                  <a:lnTo>
                    <a:pt x="222699" y="233069"/>
                  </a:lnTo>
                  <a:lnTo>
                    <a:pt x="222953" y="233087"/>
                  </a:lnTo>
                  <a:lnTo>
                    <a:pt x="223161" y="233191"/>
                  </a:lnTo>
                  <a:lnTo>
                    <a:pt x="223446" y="233446"/>
                  </a:lnTo>
                  <a:lnTo>
                    <a:pt x="223577" y="233606"/>
                  </a:lnTo>
                  <a:lnTo>
                    <a:pt x="224247" y="234021"/>
                  </a:lnTo>
                  <a:lnTo>
                    <a:pt x="224405" y="234239"/>
                  </a:lnTo>
                  <a:lnTo>
                    <a:pt x="224503" y="234566"/>
                  </a:lnTo>
                  <a:lnTo>
                    <a:pt x="225348" y="235104"/>
                  </a:lnTo>
                  <a:lnTo>
                    <a:pt x="225424" y="235376"/>
                  </a:lnTo>
                  <a:lnTo>
                    <a:pt x="225043" y="236081"/>
                  </a:lnTo>
                  <a:lnTo>
                    <a:pt x="225411" y="237037"/>
                  </a:lnTo>
                  <a:lnTo>
                    <a:pt x="225788" y="237746"/>
                  </a:lnTo>
                  <a:lnTo>
                    <a:pt x="225932" y="238097"/>
                  </a:lnTo>
                  <a:lnTo>
                    <a:pt x="226167" y="238491"/>
                  </a:lnTo>
                  <a:lnTo>
                    <a:pt x="227349" y="238580"/>
                  </a:lnTo>
                  <a:lnTo>
                    <a:pt x="227659" y="238835"/>
                  </a:lnTo>
                  <a:lnTo>
                    <a:pt x="228164" y="238868"/>
                  </a:lnTo>
                  <a:lnTo>
                    <a:pt x="228440" y="239264"/>
                  </a:lnTo>
                  <a:lnTo>
                    <a:pt x="228475" y="239435"/>
                  </a:lnTo>
                  <a:lnTo>
                    <a:pt x="228861" y="239450"/>
                  </a:lnTo>
                  <a:lnTo>
                    <a:pt x="229430" y="239049"/>
                  </a:lnTo>
                  <a:lnTo>
                    <a:pt x="230095" y="239445"/>
                  </a:lnTo>
                  <a:lnTo>
                    <a:pt x="229632" y="239724"/>
                  </a:lnTo>
                  <a:lnTo>
                    <a:pt x="229532" y="240353"/>
                  </a:lnTo>
                  <a:lnTo>
                    <a:pt x="229655" y="240981"/>
                  </a:lnTo>
                  <a:lnTo>
                    <a:pt x="229795" y="241258"/>
                  </a:lnTo>
                  <a:lnTo>
                    <a:pt x="230094" y="241548"/>
                  </a:lnTo>
                  <a:lnTo>
                    <a:pt x="230344" y="241945"/>
                  </a:lnTo>
                  <a:lnTo>
                    <a:pt x="230263" y="242187"/>
                  </a:lnTo>
                  <a:lnTo>
                    <a:pt x="229544" y="242695"/>
                  </a:lnTo>
                  <a:lnTo>
                    <a:pt x="229389" y="243063"/>
                  </a:lnTo>
                  <a:lnTo>
                    <a:pt x="229425" y="243198"/>
                  </a:lnTo>
                  <a:lnTo>
                    <a:pt x="229134" y="243633"/>
                  </a:lnTo>
                  <a:lnTo>
                    <a:pt x="228878" y="243578"/>
                  </a:lnTo>
                  <a:lnTo>
                    <a:pt x="228279" y="243692"/>
                  </a:lnTo>
                  <a:lnTo>
                    <a:pt x="227988" y="243963"/>
                  </a:lnTo>
                  <a:lnTo>
                    <a:pt x="227780" y="244511"/>
                  </a:lnTo>
                  <a:lnTo>
                    <a:pt x="227992" y="244681"/>
                  </a:lnTo>
                  <a:lnTo>
                    <a:pt x="228293" y="244737"/>
                  </a:lnTo>
                  <a:lnTo>
                    <a:pt x="228762" y="244766"/>
                  </a:lnTo>
                  <a:lnTo>
                    <a:pt x="228970" y="244711"/>
                  </a:lnTo>
                  <a:lnTo>
                    <a:pt x="229356" y="244921"/>
                  </a:lnTo>
                  <a:lnTo>
                    <a:pt x="229776" y="245136"/>
                  </a:lnTo>
                  <a:lnTo>
                    <a:pt x="230195" y="245320"/>
                  </a:lnTo>
                  <a:lnTo>
                    <a:pt x="230604" y="245412"/>
                  </a:lnTo>
                  <a:lnTo>
                    <a:pt x="231009" y="245495"/>
                  </a:lnTo>
                  <a:lnTo>
                    <a:pt x="231236" y="245801"/>
                  </a:lnTo>
                  <a:lnTo>
                    <a:pt x="231389" y="246258"/>
                  </a:lnTo>
                  <a:lnTo>
                    <a:pt x="231705" y="246585"/>
                  </a:lnTo>
                  <a:lnTo>
                    <a:pt x="231715" y="247103"/>
                  </a:lnTo>
                  <a:lnTo>
                    <a:pt x="231635" y="247746"/>
                  </a:lnTo>
                  <a:lnTo>
                    <a:pt x="231866" y="248578"/>
                  </a:lnTo>
                  <a:lnTo>
                    <a:pt x="232016" y="248625"/>
                  </a:lnTo>
                  <a:lnTo>
                    <a:pt x="232326" y="248757"/>
                  </a:lnTo>
                  <a:lnTo>
                    <a:pt x="232315" y="248951"/>
                  </a:lnTo>
                  <a:lnTo>
                    <a:pt x="231873" y="249344"/>
                  </a:lnTo>
                  <a:lnTo>
                    <a:pt x="231756" y="249901"/>
                  </a:lnTo>
                  <a:lnTo>
                    <a:pt x="231894" y="250235"/>
                  </a:lnTo>
                  <a:lnTo>
                    <a:pt x="231858" y="250391"/>
                  </a:lnTo>
                  <a:lnTo>
                    <a:pt x="232004" y="251084"/>
                  </a:lnTo>
                  <a:lnTo>
                    <a:pt x="232016" y="251242"/>
                  </a:lnTo>
                  <a:lnTo>
                    <a:pt x="232018" y="251456"/>
                  </a:lnTo>
                  <a:lnTo>
                    <a:pt x="231861" y="251662"/>
                  </a:lnTo>
                  <a:lnTo>
                    <a:pt x="232079" y="252036"/>
                  </a:lnTo>
                  <a:lnTo>
                    <a:pt x="232497" y="252569"/>
                  </a:lnTo>
                  <a:lnTo>
                    <a:pt x="232706" y="252768"/>
                  </a:lnTo>
                  <a:lnTo>
                    <a:pt x="233329" y="252850"/>
                  </a:lnTo>
                  <a:lnTo>
                    <a:pt x="233527" y="252872"/>
                  </a:lnTo>
                  <a:lnTo>
                    <a:pt x="233985" y="252899"/>
                  </a:lnTo>
                  <a:lnTo>
                    <a:pt x="234211" y="252526"/>
                  </a:lnTo>
                  <a:lnTo>
                    <a:pt x="234533" y="252385"/>
                  </a:lnTo>
                  <a:lnTo>
                    <a:pt x="234785" y="252448"/>
                  </a:lnTo>
                  <a:lnTo>
                    <a:pt x="234653" y="251571"/>
                  </a:lnTo>
                  <a:lnTo>
                    <a:pt x="235184" y="251461"/>
                  </a:lnTo>
                  <a:lnTo>
                    <a:pt x="235509" y="251446"/>
                  </a:lnTo>
                  <a:lnTo>
                    <a:pt x="235666" y="251438"/>
                  </a:lnTo>
                  <a:lnTo>
                    <a:pt x="235945" y="251422"/>
                  </a:lnTo>
                  <a:lnTo>
                    <a:pt x="236327" y="251346"/>
                  </a:lnTo>
                  <a:lnTo>
                    <a:pt x="236665" y="251135"/>
                  </a:lnTo>
                  <a:lnTo>
                    <a:pt x="236986" y="251051"/>
                  </a:lnTo>
                  <a:lnTo>
                    <a:pt x="237162" y="251018"/>
                  </a:lnTo>
                  <a:lnTo>
                    <a:pt x="238040" y="250959"/>
                  </a:lnTo>
                  <a:lnTo>
                    <a:pt x="238287" y="250977"/>
                  </a:lnTo>
                  <a:lnTo>
                    <a:pt x="239461" y="250954"/>
                  </a:lnTo>
                  <a:lnTo>
                    <a:pt x="239680" y="250647"/>
                  </a:lnTo>
                  <a:lnTo>
                    <a:pt x="239926" y="250331"/>
                  </a:lnTo>
                  <a:lnTo>
                    <a:pt x="240115" y="250331"/>
                  </a:lnTo>
                  <a:lnTo>
                    <a:pt x="240350" y="250556"/>
                  </a:lnTo>
                  <a:lnTo>
                    <a:pt x="240891" y="250772"/>
                  </a:lnTo>
                  <a:lnTo>
                    <a:pt x="241180" y="250569"/>
                  </a:lnTo>
                  <a:lnTo>
                    <a:pt x="241790" y="250643"/>
                  </a:lnTo>
                  <a:lnTo>
                    <a:pt x="242417" y="250592"/>
                  </a:lnTo>
                  <a:lnTo>
                    <a:pt x="242940" y="250681"/>
                  </a:lnTo>
                  <a:lnTo>
                    <a:pt x="243338" y="250874"/>
                  </a:lnTo>
                  <a:lnTo>
                    <a:pt x="243811" y="250818"/>
                  </a:lnTo>
                  <a:lnTo>
                    <a:pt x="244379" y="250936"/>
                  </a:lnTo>
                  <a:lnTo>
                    <a:pt x="244991" y="250880"/>
                  </a:lnTo>
                  <a:lnTo>
                    <a:pt x="245599" y="250926"/>
                  </a:lnTo>
                  <a:lnTo>
                    <a:pt x="246314" y="250726"/>
                  </a:lnTo>
                  <a:lnTo>
                    <a:pt x="246431" y="250598"/>
                  </a:lnTo>
                  <a:lnTo>
                    <a:pt x="246583" y="250501"/>
                  </a:lnTo>
                  <a:lnTo>
                    <a:pt x="246730" y="250489"/>
                  </a:lnTo>
                  <a:lnTo>
                    <a:pt x="247137" y="250787"/>
                  </a:lnTo>
                  <a:lnTo>
                    <a:pt x="247473" y="251167"/>
                  </a:lnTo>
                  <a:lnTo>
                    <a:pt x="247713" y="251510"/>
                  </a:lnTo>
                  <a:lnTo>
                    <a:pt x="248241" y="251508"/>
                  </a:lnTo>
                  <a:lnTo>
                    <a:pt x="248846" y="251876"/>
                  </a:lnTo>
                  <a:lnTo>
                    <a:pt x="249072" y="251991"/>
                  </a:lnTo>
                  <a:lnTo>
                    <a:pt x="249841" y="252152"/>
                  </a:lnTo>
                  <a:lnTo>
                    <a:pt x="250093" y="252194"/>
                  </a:lnTo>
                  <a:lnTo>
                    <a:pt x="250298" y="252191"/>
                  </a:lnTo>
                  <a:lnTo>
                    <a:pt x="250520" y="252131"/>
                  </a:lnTo>
                  <a:lnTo>
                    <a:pt x="251009" y="251855"/>
                  </a:lnTo>
                  <a:lnTo>
                    <a:pt x="251123" y="251701"/>
                  </a:lnTo>
                  <a:lnTo>
                    <a:pt x="251247" y="251423"/>
                  </a:lnTo>
                  <a:lnTo>
                    <a:pt x="251308" y="251092"/>
                  </a:lnTo>
                  <a:lnTo>
                    <a:pt x="251376" y="250928"/>
                  </a:lnTo>
                  <a:lnTo>
                    <a:pt x="251477" y="250725"/>
                  </a:lnTo>
                  <a:lnTo>
                    <a:pt x="252037" y="250250"/>
                  </a:lnTo>
                  <a:lnTo>
                    <a:pt x="252624" y="250125"/>
                  </a:lnTo>
                  <a:lnTo>
                    <a:pt x="253121" y="250095"/>
                  </a:lnTo>
                  <a:lnTo>
                    <a:pt x="253673" y="249887"/>
                  </a:lnTo>
                  <a:lnTo>
                    <a:pt x="254037" y="249646"/>
                  </a:lnTo>
                  <a:lnTo>
                    <a:pt x="254367" y="249664"/>
                  </a:lnTo>
                  <a:lnTo>
                    <a:pt x="254697" y="249487"/>
                  </a:lnTo>
                  <a:lnTo>
                    <a:pt x="254946" y="249092"/>
                  </a:lnTo>
                  <a:lnTo>
                    <a:pt x="255124" y="249125"/>
                  </a:lnTo>
                  <a:lnTo>
                    <a:pt x="254953" y="249860"/>
                  </a:lnTo>
                  <a:lnTo>
                    <a:pt x="254725" y="250063"/>
                  </a:lnTo>
                  <a:lnTo>
                    <a:pt x="254827" y="250393"/>
                  </a:lnTo>
                  <a:lnTo>
                    <a:pt x="255292" y="251329"/>
                  </a:lnTo>
                  <a:lnTo>
                    <a:pt x="255483" y="251553"/>
                  </a:lnTo>
                  <a:lnTo>
                    <a:pt x="255861" y="252222"/>
                  </a:lnTo>
                  <a:lnTo>
                    <a:pt x="255926" y="252675"/>
                  </a:lnTo>
                  <a:lnTo>
                    <a:pt x="256315" y="253215"/>
                  </a:lnTo>
                  <a:lnTo>
                    <a:pt x="256631" y="253065"/>
                  </a:lnTo>
                  <a:lnTo>
                    <a:pt x="256862" y="253050"/>
                  </a:lnTo>
                  <a:lnTo>
                    <a:pt x="257565" y="253486"/>
                  </a:lnTo>
                  <a:lnTo>
                    <a:pt x="258277" y="253082"/>
                  </a:lnTo>
                  <a:lnTo>
                    <a:pt x="258926" y="253288"/>
                  </a:lnTo>
                  <a:lnTo>
                    <a:pt x="259498" y="253067"/>
                  </a:lnTo>
                  <a:lnTo>
                    <a:pt x="259814" y="252795"/>
                  </a:lnTo>
                  <a:lnTo>
                    <a:pt x="260227" y="252804"/>
                  </a:lnTo>
                  <a:lnTo>
                    <a:pt x="260741" y="253062"/>
                  </a:lnTo>
                  <a:lnTo>
                    <a:pt x="261281" y="252954"/>
                  </a:lnTo>
                  <a:lnTo>
                    <a:pt x="261735" y="253037"/>
                  </a:lnTo>
                  <a:lnTo>
                    <a:pt x="262045" y="253151"/>
                  </a:lnTo>
                  <a:lnTo>
                    <a:pt x="262619" y="253190"/>
                  </a:lnTo>
                  <a:lnTo>
                    <a:pt x="263377" y="253220"/>
                  </a:lnTo>
                  <a:lnTo>
                    <a:pt x="263584" y="253356"/>
                  </a:lnTo>
                  <a:lnTo>
                    <a:pt x="263796" y="253473"/>
                  </a:lnTo>
                  <a:lnTo>
                    <a:pt x="264327" y="253723"/>
                  </a:lnTo>
                  <a:lnTo>
                    <a:pt x="264578" y="253778"/>
                  </a:lnTo>
                  <a:lnTo>
                    <a:pt x="264739" y="253767"/>
                  </a:lnTo>
                  <a:lnTo>
                    <a:pt x="265129" y="253733"/>
                  </a:lnTo>
                  <a:lnTo>
                    <a:pt x="265507" y="253626"/>
                  </a:lnTo>
                  <a:lnTo>
                    <a:pt x="265824" y="253534"/>
                  </a:lnTo>
                  <a:lnTo>
                    <a:pt x="266427" y="253817"/>
                  </a:lnTo>
                  <a:lnTo>
                    <a:pt x="267080" y="253802"/>
                  </a:lnTo>
                  <a:lnTo>
                    <a:pt x="267372" y="253723"/>
                  </a:lnTo>
                  <a:lnTo>
                    <a:pt x="267923" y="253592"/>
                  </a:lnTo>
                  <a:lnTo>
                    <a:pt x="268385" y="253613"/>
                  </a:lnTo>
                  <a:lnTo>
                    <a:pt x="268817" y="253701"/>
                  </a:lnTo>
                  <a:lnTo>
                    <a:pt x="269159" y="253584"/>
                  </a:lnTo>
                  <a:lnTo>
                    <a:pt x="269334" y="253535"/>
                  </a:lnTo>
                  <a:lnTo>
                    <a:pt x="269549" y="253512"/>
                  </a:lnTo>
                  <a:lnTo>
                    <a:pt x="269834" y="253533"/>
                  </a:lnTo>
                  <a:lnTo>
                    <a:pt x="270724" y="253910"/>
                  </a:lnTo>
                  <a:lnTo>
                    <a:pt x="271115" y="254036"/>
                  </a:lnTo>
                  <a:lnTo>
                    <a:pt x="271810" y="254085"/>
                  </a:lnTo>
                  <a:lnTo>
                    <a:pt x="272353" y="253571"/>
                  </a:lnTo>
                  <a:lnTo>
                    <a:pt x="272460" y="253218"/>
                  </a:lnTo>
                  <a:lnTo>
                    <a:pt x="272663" y="253053"/>
                  </a:lnTo>
                  <a:lnTo>
                    <a:pt x="273359" y="252766"/>
                  </a:lnTo>
                  <a:lnTo>
                    <a:pt x="273672" y="252841"/>
                  </a:lnTo>
                  <a:lnTo>
                    <a:pt x="274088" y="254262"/>
                  </a:lnTo>
                  <a:lnTo>
                    <a:pt x="274073" y="254675"/>
                  </a:lnTo>
                  <a:lnTo>
                    <a:pt x="273776" y="255216"/>
                  </a:lnTo>
                  <a:lnTo>
                    <a:pt x="272908" y="255834"/>
                  </a:lnTo>
                  <a:lnTo>
                    <a:pt x="272752" y="255824"/>
                  </a:lnTo>
                  <a:lnTo>
                    <a:pt x="272188" y="256507"/>
                  </a:lnTo>
                  <a:lnTo>
                    <a:pt x="272415" y="257343"/>
                  </a:lnTo>
                  <a:lnTo>
                    <a:pt x="272117" y="257538"/>
                  </a:lnTo>
                  <a:lnTo>
                    <a:pt x="271782" y="257645"/>
                  </a:lnTo>
                  <a:lnTo>
                    <a:pt x="271574" y="257687"/>
                  </a:lnTo>
                  <a:lnTo>
                    <a:pt x="271260" y="257721"/>
                  </a:lnTo>
                  <a:lnTo>
                    <a:pt x="270692" y="257599"/>
                  </a:lnTo>
                  <a:lnTo>
                    <a:pt x="270521" y="257696"/>
                  </a:lnTo>
                  <a:lnTo>
                    <a:pt x="270300" y="258044"/>
                  </a:lnTo>
                  <a:lnTo>
                    <a:pt x="270663" y="258462"/>
                  </a:lnTo>
                  <a:lnTo>
                    <a:pt x="271001" y="258574"/>
                  </a:lnTo>
                  <a:lnTo>
                    <a:pt x="271199" y="258617"/>
                  </a:lnTo>
                  <a:lnTo>
                    <a:pt x="271443" y="258709"/>
                  </a:lnTo>
                  <a:lnTo>
                    <a:pt x="271671" y="259274"/>
                  </a:lnTo>
                  <a:lnTo>
                    <a:pt x="271349" y="259479"/>
                  </a:lnTo>
                  <a:lnTo>
                    <a:pt x="271188" y="259519"/>
                  </a:lnTo>
                  <a:lnTo>
                    <a:pt x="270981" y="259604"/>
                  </a:lnTo>
                  <a:lnTo>
                    <a:pt x="270120" y="260302"/>
                  </a:lnTo>
                  <a:lnTo>
                    <a:pt x="269672" y="260669"/>
                  </a:lnTo>
                  <a:lnTo>
                    <a:pt x="269140" y="261236"/>
                  </a:lnTo>
                  <a:lnTo>
                    <a:pt x="269081" y="261640"/>
                  </a:lnTo>
                  <a:lnTo>
                    <a:pt x="268775" y="261943"/>
                  </a:lnTo>
                  <a:lnTo>
                    <a:pt x="268414" y="262088"/>
                  </a:lnTo>
                  <a:lnTo>
                    <a:pt x="268043" y="262166"/>
                  </a:lnTo>
                  <a:lnTo>
                    <a:pt x="267063" y="262355"/>
                  </a:lnTo>
                  <a:lnTo>
                    <a:pt x="266752" y="262362"/>
                  </a:lnTo>
                  <a:lnTo>
                    <a:pt x="266576" y="262324"/>
                  </a:lnTo>
                  <a:lnTo>
                    <a:pt x="266379" y="262291"/>
                  </a:lnTo>
                  <a:lnTo>
                    <a:pt x="266234" y="262763"/>
                  </a:lnTo>
                  <a:lnTo>
                    <a:pt x="266283" y="263068"/>
                  </a:lnTo>
                  <a:lnTo>
                    <a:pt x="266232" y="263397"/>
                  </a:lnTo>
                  <a:lnTo>
                    <a:pt x="266140" y="263885"/>
                  </a:lnTo>
                  <a:lnTo>
                    <a:pt x="266158" y="264254"/>
                  </a:lnTo>
                  <a:lnTo>
                    <a:pt x="266118" y="264877"/>
                  </a:lnTo>
                  <a:lnTo>
                    <a:pt x="265966" y="265258"/>
                  </a:lnTo>
                  <a:lnTo>
                    <a:pt x="265764" y="265539"/>
                  </a:lnTo>
                  <a:lnTo>
                    <a:pt x="265357" y="265710"/>
                  </a:lnTo>
                  <a:lnTo>
                    <a:pt x="264475" y="265673"/>
                  </a:lnTo>
                  <a:lnTo>
                    <a:pt x="264306" y="265998"/>
                  </a:lnTo>
                  <a:lnTo>
                    <a:pt x="264061" y="266222"/>
                  </a:lnTo>
                  <a:lnTo>
                    <a:pt x="263789" y="266232"/>
                  </a:lnTo>
                  <a:lnTo>
                    <a:pt x="263636" y="266216"/>
                  </a:lnTo>
                  <a:lnTo>
                    <a:pt x="263172" y="265944"/>
                  </a:lnTo>
                  <a:lnTo>
                    <a:pt x="262741" y="265918"/>
                  </a:lnTo>
                  <a:lnTo>
                    <a:pt x="262284" y="265799"/>
                  </a:lnTo>
                  <a:lnTo>
                    <a:pt x="261528" y="265407"/>
                  </a:lnTo>
                  <a:lnTo>
                    <a:pt x="260600" y="265373"/>
                  </a:lnTo>
                  <a:lnTo>
                    <a:pt x="260340" y="265728"/>
                  </a:lnTo>
                  <a:lnTo>
                    <a:pt x="260042" y="265962"/>
                  </a:lnTo>
                  <a:lnTo>
                    <a:pt x="259841" y="266192"/>
                  </a:lnTo>
                  <a:lnTo>
                    <a:pt x="259343" y="266824"/>
                  </a:lnTo>
                  <a:lnTo>
                    <a:pt x="259284" y="267570"/>
                  </a:lnTo>
                  <a:lnTo>
                    <a:pt x="259582" y="268177"/>
                  </a:lnTo>
                  <a:lnTo>
                    <a:pt x="260227" y="268560"/>
                  </a:lnTo>
                  <a:lnTo>
                    <a:pt x="260377" y="268549"/>
                  </a:lnTo>
                  <a:lnTo>
                    <a:pt x="260925" y="268593"/>
                  </a:lnTo>
                  <a:lnTo>
                    <a:pt x="261167" y="268718"/>
                  </a:lnTo>
                  <a:lnTo>
                    <a:pt x="261486" y="269010"/>
                  </a:lnTo>
                  <a:lnTo>
                    <a:pt x="261837" y="269125"/>
                  </a:lnTo>
                  <a:lnTo>
                    <a:pt x="262144" y="269003"/>
                  </a:lnTo>
                  <a:lnTo>
                    <a:pt x="262329" y="268977"/>
                  </a:lnTo>
                  <a:lnTo>
                    <a:pt x="263275" y="269645"/>
                  </a:lnTo>
                  <a:lnTo>
                    <a:pt x="263263" y="269805"/>
                  </a:lnTo>
                  <a:lnTo>
                    <a:pt x="263113" y="270260"/>
                  </a:lnTo>
                  <a:lnTo>
                    <a:pt x="262786" y="270491"/>
                  </a:lnTo>
                  <a:lnTo>
                    <a:pt x="262553" y="270899"/>
                  </a:lnTo>
                  <a:lnTo>
                    <a:pt x="262366" y="271307"/>
                  </a:lnTo>
                  <a:lnTo>
                    <a:pt x="261898" y="271346"/>
                  </a:lnTo>
                  <a:lnTo>
                    <a:pt x="261635" y="271467"/>
                  </a:lnTo>
                  <a:lnTo>
                    <a:pt x="261235" y="271663"/>
                  </a:lnTo>
                  <a:lnTo>
                    <a:pt x="260990" y="271778"/>
                  </a:lnTo>
                  <a:lnTo>
                    <a:pt x="259551" y="271810"/>
                  </a:lnTo>
                  <a:lnTo>
                    <a:pt x="259379" y="271736"/>
                  </a:lnTo>
                  <a:lnTo>
                    <a:pt x="258981" y="271492"/>
                  </a:lnTo>
                  <a:lnTo>
                    <a:pt x="258339" y="271292"/>
                  </a:lnTo>
                  <a:lnTo>
                    <a:pt x="257667" y="271687"/>
                  </a:lnTo>
                  <a:lnTo>
                    <a:pt x="257526" y="272132"/>
                  </a:lnTo>
                  <a:lnTo>
                    <a:pt x="257518" y="272517"/>
                  </a:lnTo>
                  <a:lnTo>
                    <a:pt x="257439" y="272887"/>
                  </a:lnTo>
                  <a:lnTo>
                    <a:pt x="257304" y="273433"/>
                  </a:lnTo>
                  <a:lnTo>
                    <a:pt x="256991" y="273601"/>
                  </a:lnTo>
                  <a:lnTo>
                    <a:pt x="257066" y="274192"/>
                  </a:lnTo>
                  <a:lnTo>
                    <a:pt x="257097" y="274705"/>
                  </a:lnTo>
                  <a:lnTo>
                    <a:pt x="257076" y="275430"/>
                  </a:lnTo>
                  <a:lnTo>
                    <a:pt x="256862" y="276476"/>
                  </a:lnTo>
                  <a:lnTo>
                    <a:pt x="256690" y="276787"/>
                  </a:lnTo>
                  <a:lnTo>
                    <a:pt x="256519" y="277039"/>
                  </a:lnTo>
                  <a:lnTo>
                    <a:pt x="256244" y="277522"/>
                  </a:lnTo>
                  <a:lnTo>
                    <a:pt x="256175" y="277764"/>
                  </a:lnTo>
                  <a:lnTo>
                    <a:pt x="255894" y="277929"/>
                  </a:lnTo>
                  <a:lnTo>
                    <a:pt x="255466" y="278238"/>
                  </a:lnTo>
                  <a:lnTo>
                    <a:pt x="255026" y="279201"/>
                  </a:lnTo>
                  <a:lnTo>
                    <a:pt x="254998" y="279598"/>
                  </a:lnTo>
                  <a:lnTo>
                    <a:pt x="255033" y="279848"/>
                  </a:lnTo>
                  <a:lnTo>
                    <a:pt x="255211" y="280306"/>
                  </a:lnTo>
                  <a:lnTo>
                    <a:pt x="255558" y="280207"/>
                  </a:lnTo>
                  <a:lnTo>
                    <a:pt x="255818" y="280400"/>
                  </a:lnTo>
                  <a:lnTo>
                    <a:pt x="256175" y="280732"/>
                  </a:lnTo>
                  <a:lnTo>
                    <a:pt x="256505" y="280955"/>
                  </a:lnTo>
                  <a:lnTo>
                    <a:pt x="256562" y="281201"/>
                  </a:lnTo>
                  <a:lnTo>
                    <a:pt x="256823" y="281325"/>
                  </a:lnTo>
                  <a:lnTo>
                    <a:pt x="257270" y="281504"/>
                  </a:lnTo>
                  <a:lnTo>
                    <a:pt x="257583" y="281369"/>
                  </a:lnTo>
                  <a:lnTo>
                    <a:pt x="257851" y="281427"/>
                  </a:lnTo>
                  <a:lnTo>
                    <a:pt x="258035" y="281541"/>
                  </a:lnTo>
                  <a:lnTo>
                    <a:pt x="257942" y="281920"/>
                  </a:lnTo>
                  <a:lnTo>
                    <a:pt x="257374" y="282814"/>
                  </a:lnTo>
                  <a:lnTo>
                    <a:pt x="257944" y="282656"/>
                  </a:lnTo>
                  <a:lnTo>
                    <a:pt x="258125" y="282680"/>
                  </a:lnTo>
                  <a:lnTo>
                    <a:pt x="258317" y="282726"/>
                  </a:lnTo>
                  <a:lnTo>
                    <a:pt x="258448" y="282775"/>
                  </a:lnTo>
                  <a:lnTo>
                    <a:pt x="259295" y="282970"/>
                  </a:lnTo>
                  <a:lnTo>
                    <a:pt x="259701" y="283050"/>
                  </a:lnTo>
                  <a:lnTo>
                    <a:pt x="260018" y="283230"/>
                  </a:lnTo>
                  <a:lnTo>
                    <a:pt x="260173" y="283386"/>
                  </a:lnTo>
                  <a:lnTo>
                    <a:pt x="260342" y="284002"/>
                  </a:lnTo>
                  <a:lnTo>
                    <a:pt x="260385" y="284285"/>
                  </a:lnTo>
                  <a:lnTo>
                    <a:pt x="260432" y="284601"/>
                  </a:lnTo>
                  <a:lnTo>
                    <a:pt x="261295" y="285241"/>
                  </a:lnTo>
                  <a:lnTo>
                    <a:pt x="261666" y="285584"/>
                  </a:lnTo>
                  <a:lnTo>
                    <a:pt x="262057" y="285767"/>
                  </a:lnTo>
                  <a:lnTo>
                    <a:pt x="262488" y="286041"/>
                  </a:lnTo>
                  <a:lnTo>
                    <a:pt x="262620" y="286185"/>
                  </a:lnTo>
                  <a:lnTo>
                    <a:pt x="263012" y="286339"/>
                  </a:lnTo>
                  <a:lnTo>
                    <a:pt x="263276" y="286131"/>
                  </a:lnTo>
                  <a:lnTo>
                    <a:pt x="263633" y="286146"/>
                  </a:lnTo>
                  <a:lnTo>
                    <a:pt x="264630" y="286748"/>
                  </a:lnTo>
                  <a:lnTo>
                    <a:pt x="264725" y="287011"/>
                  </a:lnTo>
                  <a:lnTo>
                    <a:pt x="264724" y="287315"/>
                  </a:lnTo>
                  <a:lnTo>
                    <a:pt x="264876" y="287587"/>
                  </a:lnTo>
                  <a:lnTo>
                    <a:pt x="265395" y="287648"/>
                  </a:lnTo>
                  <a:lnTo>
                    <a:pt x="265635" y="287300"/>
                  </a:lnTo>
                  <a:lnTo>
                    <a:pt x="266003" y="286898"/>
                  </a:lnTo>
                  <a:lnTo>
                    <a:pt x="266463" y="287122"/>
                  </a:lnTo>
                  <a:lnTo>
                    <a:pt x="266624" y="287396"/>
                  </a:lnTo>
                  <a:lnTo>
                    <a:pt x="266822" y="287485"/>
                  </a:lnTo>
                  <a:lnTo>
                    <a:pt x="267081" y="287597"/>
                  </a:lnTo>
                  <a:lnTo>
                    <a:pt x="267289" y="287651"/>
                  </a:lnTo>
                  <a:lnTo>
                    <a:pt x="267735" y="287461"/>
                  </a:lnTo>
                  <a:lnTo>
                    <a:pt x="268273" y="287063"/>
                  </a:lnTo>
                  <a:lnTo>
                    <a:pt x="268870" y="286666"/>
                  </a:lnTo>
                  <a:lnTo>
                    <a:pt x="269050" y="286606"/>
                  </a:lnTo>
                  <a:lnTo>
                    <a:pt x="269418" y="286400"/>
                  </a:lnTo>
                  <a:lnTo>
                    <a:pt x="269837" y="285992"/>
                  </a:lnTo>
                  <a:lnTo>
                    <a:pt x="270179" y="285961"/>
                  </a:lnTo>
                  <a:lnTo>
                    <a:pt x="270852" y="286416"/>
                  </a:lnTo>
                  <a:lnTo>
                    <a:pt x="271125" y="287086"/>
                  </a:lnTo>
                  <a:lnTo>
                    <a:pt x="271078" y="287240"/>
                  </a:lnTo>
                  <a:lnTo>
                    <a:pt x="270937" y="287683"/>
                  </a:lnTo>
                  <a:lnTo>
                    <a:pt x="270518" y="288173"/>
                  </a:lnTo>
                  <a:lnTo>
                    <a:pt x="270153" y="288444"/>
                  </a:lnTo>
                  <a:lnTo>
                    <a:pt x="269841" y="288532"/>
                  </a:lnTo>
                  <a:lnTo>
                    <a:pt x="269643" y="288672"/>
                  </a:lnTo>
                  <a:lnTo>
                    <a:pt x="269130" y="289313"/>
                  </a:lnTo>
                  <a:lnTo>
                    <a:pt x="269578" y="289775"/>
                  </a:lnTo>
                  <a:lnTo>
                    <a:pt x="269791" y="290179"/>
                  </a:lnTo>
                  <a:lnTo>
                    <a:pt x="269792" y="290310"/>
                  </a:lnTo>
                  <a:lnTo>
                    <a:pt x="269773" y="290894"/>
                  </a:lnTo>
                  <a:lnTo>
                    <a:pt x="270401" y="290864"/>
                  </a:lnTo>
                  <a:lnTo>
                    <a:pt x="270687" y="290577"/>
                  </a:lnTo>
                  <a:lnTo>
                    <a:pt x="271400" y="290853"/>
                  </a:lnTo>
                  <a:lnTo>
                    <a:pt x="271644" y="290726"/>
                  </a:lnTo>
                  <a:lnTo>
                    <a:pt x="272304" y="290599"/>
                  </a:lnTo>
                  <a:lnTo>
                    <a:pt x="273429" y="290984"/>
                  </a:lnTo>
                  <a:lnTo>
                    <a:pt x="273751" y="291004"/>
                  </a:lnTo>
                  <a:lnTo>
                    <a:pt x="273586" y="291430"/>
                  </a:lnTo>
                  <a:lnTo>
                    <a:pt x="273183" y="291674"/>
                  </a:lnTo>
                  <a:lnTo>
                    <a:pt x="273008" y="291910"/>
                  </a:lnTo>
                  <a:lnTo>
                    <a:pt x="272834" y="292651"/>
                  </a:lnTo>
                  <a:lnTo>
                    <a:pt x="273034" y="292640"/>
                  </a:lnTo>
                  <a:lnTo>
                    <a:pt x="273340" y="293160"/>
                  </a:lnTo>
                  <a:lnTo>
                    <a:pt x="273355" y="293305"/>
                  </a:lnTo>
                  <a:lnTo>
                    <a:pt x="273593" y="293474"/>
                  </a:lnTo>
                  <a:lnTo>
                    <a:pt x="273841" y="293611"/>
                  </a:lnTo>
                  <a:lnTo>
                    <a:pt x="274524" y="293994"/>
                  </a:lnTo>
                  <a:lnTo>
                    <a:pt x="274605" y="294251"/>
                  </a:lnTo>
                  <a:lnTo>
                    <a:pt x="274636" y="294408"/>
                  </a:lnTo>
                  <a:lnTo>
                    <a:pt x="275229" y="294367"/>
                  </a:lnTo>
                  <a:lnTo>
                    <a:pt x="275519" y="294240"/>
                  </a:lnTo>
                  <a:lnTo>
                    <a:pt x="276219" y="294443"/>
                  </a:lnTo>
                  <a:lnTo>
                    <a:pt x="276371" y="294897"/>
                  </a:lnTo>
                  <a:lnTo>
                    <a:pt x="276739" y="294895"/>
                  </a:lnTo>
                  <a:lnTo>
                    <a:pt x="277568" y="294546"/>
                  </a:lnTo>
                  <a:lnTo>
                    <a:pt x="277768" y="294511"/>
                  </a:lnTo>
                  <a:lnTo>
                    <a:pt x="278095" y="294814"/>
                  </a:lnTo>
                  <a:lnTo>
                    <a:pt x="278586" y="294768"/>
                  </a:lnTo>
                  <a:lnTo>
                    <a:pt x="278742" y="294479"/>
                  </a:lnTo>
                  <a:lnTo>
                    <a:pt x="279272" y="294188"/>
                  </a:lnTo>
                  <a:lnTo>
                    <a:pt x="279844" y="293908"/>
                  </a:lnTo>
                  <a:lnTo>
                    <a:pt x="280232" y="293810"/>
                  </a:lnTo>
                  <a:lnTo>
                    <a:pt x="280380" y="293819"/>
                  </a:lnTo>
                  <a:lnTo>
                    <a:pt x="280590" y="293869"/>
                  </a:lnTo>
                  <a:lnTo>
                    <a:pt x="280912" y="294224"/>
                  </a:lnTo>
                  <a:lnTo>
                    <a:pt x="280585" y="294606"/>
                  </a:lnTo>
                  <a:lnTo>
                    <a:pt x="280898" y="295046"/>
                  </a:lnTo>
                  <a:lnTo>
                    <a:pt x="281330" y="294949"/>
                  </a:lnTo>
                  <a:lnTo>
                    <a:pt x="281488" y="294686"/>
                  </a:lnTo>
                  <a:lnTo>
                    <a:pt x="281568" y="294494"/>
                  </a:lnTo>
                  <a:lnTo>
                    <a:pt x="282233" y="294298"/>
                  </a:lnTo>
                  <a:lnTo>
                    <a:pt x="282561" y="294217"/>
                  </a:lnTo>
                  <a:lnTo>
                    <a:pt x="283148" y="294232"/>
                  </a:lnTo>
                  <a:lnTo>
                    <a:pt x="283501" y="294661"/>
                  </a:lnTo>
                  <a:lnTo>
                    <a:pt x="283892" y="294389"/>
                  </a:lnTo>
                  <a:lnTo>
                    <a:pt x="284165" y="294356"/>
                  </a:lnTo>
                  <a:lnTo>
                    <a:pt x="284716" y="294553"/>
                  </a:lnTo>
                  <a:lnTo>
                    <a:pt x="285180" y="294740"/>
                  </a:lnTo>
                  <a:lnTo>
                    <a:pt x="285454" y="294575"/>
                  </a:lnTo>
                  <a:lnTo>
                    <a:pt x="285587" y="294403"/>
                  </a:lnTo>
                  <a:lnTo>
                    <a:pt x="285826" y="294072"/>
                  </a:lnTo>
                  <a:lnTo>
                    <a:pt x="285950" y="293897"/>
                  </a:lnTo>
                  <a:lnTo>
                    <a:pt x="286162" y="293551"/>
                  </a:lnTo>
                  <a:lnTo>
                    <a:pt x="286554" y="293766"/>
                  </a:lnTo>
                  <a:lnTo>
                    <a:pt x="287067" y="293886"/>
                  </a:lnTo>
                  <a:lnTo>
                    <a:pt x="287576" y="293546"/>
                  </a:lnTo>
                  <a:lnTo>
                    <a:pt x="287848" y="293630"/>
                  </a:lnTo>
                  <a:lnTo>
                    <a:pt x="288241" y="294119"/>
                  </a:lnTo>
                  <a:lnTo>
                    <a:pt x="288533" y="294411"/>
                  </a:lnTo>
                  <a:lnTo>
                    <a:pt x="288664" y="294452"/>
                  </a:lnTo>
                  <a:lnTo>
                    <a:pt x="289303" y="294613"/>
                  </a:lnTo>
                  <a:lnTo>
                    <a:pt x="289229" y="294942"/>
                  </a:lnTo>
                  <a:lnTo>
                    <a:pt x="289037" y="295022"/>
                  </a:lnTo>
                  <a:lnTo>
                    <a:pt x="288808" y="295112"/>
                  </a:lnTo>
                  <a:lnTo>
                    <a:pt x="288390" y="295451"/>
                  </a:lnTo>
                  <a:lnTo>
                    <a:pt x="288268" y="295933"/>
                  </a:lnTo>
                  <a:lnTo>
                    <a:pt x="288468" y="296123"/>
                  </a:lnTo>
                  <a:lnTo>
                    <a:pt x="289066" y="296370"/>
                  </a:lnTo>
                  <a:lnTo>
                    <a:pt x="288995" y="296694"/>
                  </a:lnTo>
                  <a:lnTo>
                    <a:pt x="288943" y="297020"/>
                  </a:lnTo>
                  <a:lnTo>
                    <a:pt x="289595" y="297633"/>
                  </a:lnTo>
                  <a:lnTo>
                    <a:pt x="289777" y="297801"/>
                  </a:lnTo>
                  <a:lnTo>
                    <a:pt x="290127" y="297879"/>
                  </a:lnTo>
                  <a:lnTo>
                    <a:pt x="290286" y="297919"/>
                  </a:lnTo>
                  <a:lnTo>
                    <a:pt x="290709" y="298288"/>
                  </a:lnTo>
                  <a:lnTo>
                    <a:pt x="290703" y="299296"/>
                  </a:lnTo>
                  <a:lnTo>
                    <a:pt x="290158" y="299835"/>
                  </a:lnTo>
                  <a:lnTo>
                    <a:pt x="290335" y="300332"/>
                  </a:lnTo>
                  <a:lnTo>
                    <a:pt x="290634" y="300431"/>
                  </a:lnTo>
                  <a:lnTo>
                    <a:pt x="290482" y="300831"/>
                  </a:lnTo>
                  <a:lnTo>
                    <a:pt x="290557" y="301222"/>
                  </a:lnTo>
                  <a:lnTo>
                    <a:pt x="290616" y="301419"/>
                  </a:lnTo>
                  <a:lnTo>
                    <a:pt x="290444" y="302226"/>
                  </a:lnTo>
                  <a:lnTo>
                    <a:pt x="289942" y="302437"/>
                  </a:lnTo>
                  <a:lnTo>
                    <a:pt x="289817" y="302765"/>
                  </a:lnTo>
                  <a:lnTo>
                    <a:pt x="289866" y="303097"/>
                  </a:lnTo>
                  <a:lnTo>
                    <a:pt x="290247" y="303320"/>
                  </a:lnTo>
                  <a:lnTo>
                    <a:pt x="290333" y="303556"/>
                  </a:lnTo>
                  <a:lnTo>
                    <a:pt x="290491" y="303655"/>
                  </a:lnTo>
                  <a:lnTo>
                    <a:pt x="290867" y="303868"/>
                  </a:lnTo>
                  <a:lnTo>
                    <a:pt x="290670" y="304112"/>
                  </a:lnTo>
                  <a:lnTo>
                    <a:pt x="290506" y="304361"/>
                  </a:lnTo>
                  <a:lnTo>
                    <a:pt x="290332" y="304863"/>
                  </a:lnTo>
                  <a:lnTo>
                    <a:pt x="290516" y="305051"/>
                  </a:lnTo>
                  <a:lnTo>
                    <a:pt x="290916" y="305235"/>
                  </a:lnTo>
                  <a:lnTo>
                    <a:pt x="291271" y="305508"/>
                  </a:lnTo>
                  <a:lnTo>
                    <a:pt x="291435" y="306326"/>
                  </a:lnTo>
                  <a:lnTo>
                    <a:pt x="291317" y="306696"/>
                  </a:lnTo>
                  <a:lnTo>
                    <a:pt x="291588" y="307045"/>
                  </a:lnTo>
                  <a:lnTo>
                    <a:pt x="292193" y="307422"/>
                  </a:lnTo>
                  <a:lnTo>
                    <a:pt x="292454" y="307568"/>
                  </a:lnTo>
                  <a:lnTo>
                    <a:pt x="292771" y="307712"/>
                  </a:lnTo>
                  <a:lnTo>
                    <a:pt x="292961" y="307973"/>
                  </a:lnTo>
                  <a:lnTo>
                    <a:pt x="293146" y="308730"/>
                  </a:lnTo>
                  <a:lnTo>
                    <a:pt x="292798" y="309267"/>
                  </a:lnTo>
                  <a:lnTo>
                    <a:pt x="292451" y="309894"/>
                  </a:lnTo>
                  <a:lnTo>
                    <a:pt x="292308" y="309966"/>
                  </a:lnTo>
                  <a:lnTo>
                    <a:pt x="292161" y="310275"/>
                  </a:lnTo>
                  <a:lnTo>
                    <a:pt x="292147" y="310563"/>
                  </a:lnTo>
                  <a:lnTo>
                    <a:pt x="292110" y="310703"/>
                  </a:lnTo>
                  <a:lnTo>
                    <a:pt x="292168" y="311337"/>
                  </a:lnTo>
                  <a:lnTo>
                    <a:pt x="292637" y="310980"/>
                  </a:lnTo>
                  <a:lnTo>
                    <a:pt x="292987" y="310992"/>
                  </a:lnTo>
                  <a:lnTo>
                    <a:pt x="293254" y="310833"/>
                  </a:lnTo>
                  <a:lnTo>
                    <a:pt x="293395" y="310703"/>
                  </a:lnTo>
                  <a:lnTo>
                    <a:pt x="293884" y="310449"/>
                  </a:lnTo>
                  <a:lnTo>
                    <a:pt x="294258" y="310628"/>
                  </a:lnTo>
                  <a:lnTo>
                    <a:pt x="294425" y="311111"/>
                  </a:lnTo>
                  <a:lnTo>
                    <a:pt x="294556" y="311458"/>
                  </a:lnTo>
                  <a:lnTo>
                    <a:pt x="295289" y="312153"/>
                  </a:lnTo>
                  <a:lnTo>
                    <a:pt x="295442" y="312148"/>
                  </a:lnTo>
                  <a:lnTo>
                    <a:pt x="295784" y="312306"/>
                  </a:lnTo>
                  <a:lnTo>
                    <a:pt x="296270" y="312788"/>
                  </a:lnTo>
                  <a:lnTo>
                    <a:pt x="296422" y="312473"/>
                  </a:lnTo>
                  <a:lnTo>
                    <a:pt x="296359" y="312261"/>
                  </a:lnTo>
                  <a:lnTo>
                    <a:pt x="296855" y="312205"/>
                  </a:lnTo>
                  <a:lnTo>
                    <a:pt x="297511" y="312184"/>
                  </a:lnTo>
                  <a:lnTo>
                    <a:pt x="297870" y="313050"/>
                  </a:lnTo>
                  <a:lnTo>
                    <a:pt x="297936" y="313675"/>
                  </a:lnTo>
                  <a:lnTo>
                    <a:pt x="297877" y="313884"/>
                  </a:lnTo>
                  <a:lnTo>
                    <a:pt x="297919" y="314218"/>
                  </a:lnTo>
                  <a:lnTo>
                    <a:pt x="298296" y="315329"/>
                  </a:lnTo>
                  <a:lnTo>
                    <a:pt x="298400" y="315529"/>
                  </a:lnTo>
                  <a:lnTo>
                    <a:pt x="298291" y="315922"/>
                  </a:lnTo>
                  <a:lnTo>
                    <a:pt x="298040" y="316403"/>
                  </a:lnTo>
                  <a:lnTo>
                    <a:pt x="297852" y="316931"/>
                  </a:lnTo>
                  <a:lnTo>
                    <a:pt x="297333" y="317339"/>
                  </a:lnTo>
                  <a:lnTo>
                    <a:pt x="297290" y="317863"/>
                  </a:lnTo>
                  <a:lnTo>
                    <a:pt x="298039" y="318520"/>
                  </a:lnTo>
                  <a:lnTo>
                    <a:pt x="298350" y="318704"/>
                  </a:lnTo>
                  <a:lnTo>
                    <a:pt x="298655" y="318786"/>
                  </a:lnTo>
                  <a:lnTo>
                    <a:pt x="298651" y="319088"/>
                  </a:lnTo>
                  <a:lnTo>
                    <a:pt x="298508" y="319243"/>
                  </a:lnTo>
                  <a:lnTo>
                    <a:pt x="298254" y="319678"/>
                  </a:lnTo>
                  <a:lnTo>
                    <a:pt x="298823" y="320698"/>
                  </a:lnTo>
                  <a:lnTo>
                    <a:pt x="299036" y="320594"/>
                  </a:lnTo>
                  <a:lnTo>
                    <a:pt x="299213" y="320662"/>
                  </a:lnTo>
                  <a:lnTo>
                    <a:pt x="299502" y="320886"/>
                  </a:lnTo>
                  <a:lnTo>
                    <a:pt x="299966" y="321184"/>
                  </a:lnTo>
                  <a:lnTo>
                    <a:pt x="300584" y="321031"/>
                  </a:lnTo>
                  <a:lnTo>
                    <a:pt x="300656" y="320868"/>
                  </a:lnTo>
                  <a:lnTo>
                    <a:pt x="300841" y="320605"/>
                  </a:lnTo>
                  <a:lnTo>
                    <a:pt x="301067" y="320539"/>
                  </a:lnTo>
                  <a:lnTo>
                    <a:pt x="301372" y="320752"/>
                  </a:lnTo>
                  <a:lnTo>
                    <a:pt x="301988" y="320983"/>
                  </a:lnTo>
                  <a:lnTo>
                    <a:pt x="302375" y="321340"/>
                  </a:lnTo>
                  <a:lnTo>
                    <a:pt x="302775" y="321582"/>
                  </a:lnTo>
                  <a:lnTo>
                    <a:pt x="302524" y="322318"/>
                  </a:lnTo>
                  <a:lnTo>
                    <a:pt x="302249" y="322666"/>
                  </a:lnTo>
                  <a:lnTo>
                    <a:pt x="302257" y="322997"/>
                  </a:lnTo>
                  <a:lnTo>
                    <a:pt x="302363" y="323254"/>
                  </a:lnTo>
                  <a:lnTo>
                    <a:pt x="302590" y="323468"/>
                  </a:lnTo>
                  <a:lnTo>
                    <a:pt x="302636" y="323835"/>
                  </a:lnTo>
                  <a:lnTo>
                    <a:pt x="302401" y="323972"/>
                  </a:lnTo>
                  <a:lnTo>
                    <a:pt x="302174" y="324094"/>
                  </a:lnTo>
                  <a:lnTo>
                    <a:pt x="301469" y="324265"/>
                  </a:lnTo>
                  <a:lnTo>
                    <a:pt x="301196" y="324210"/>
                  </a:lnTo>
                  <a:lnTo>
                    <a:pt x="301033" y="324264"/>
                  </a:lnTo>
                  <a:lnTo>
                    <a:pt x="300476" y="324533"/>
                  </a:lnTo>
                  <a:lnTo>
                    <a:pt x="300235" y="324849"/>
                  </a:lnTo>
                  <a:lnTo>
                    <a:pt x="300257" y="325026"/>
                  </a:lnTo>
                  <a:lnTo>
                    <a:pt x="300112" y="325153"/>
                  </a:lnTo>
                  <a:lnTo>
                    <a:pt x="299756" y="325611"/>
                  </a:lnTo>
                  <a:lnTo>
                    <a:pt x="299592" y="325714"/>
                  </a:lnTo>
                  <a:lnTo>
                    <a:pt x="299458" y="325766"/>
                  </a:lnTo>
                  <a:lnTo>
                    <a:pt x="299111" y="325790"/>
                  </a:lnTo>
                  <a:lnTo>
                    <a:pt x="298570" y="325776"/>
                  </a:lnTo>
                  <a:lnTo>
                    <a:pt x="298395" y="325791"/>
                  </a:lnTo>
                  <a:lnTo>
                    <a:pt x="298154" y="325811"/>
                  </a:lnTo>
                  <a:lnTo>
                    <a:pt x="297546" y="325962"/>
                  </a:lnTo>
                  <a:lnTo>
                    <a:pt x="297059" y="326131"/>
                  </a:lnTo>
                  <a:lnTo>
                    <a:pt x="296247" y="326508"/>
                  </a:lnTo>
                  <a:lnTo>
                    <a:pt x="296231" y="326731"/>
                  </a:lnTo>
                  <a:lnTo>
                    <a:pt x="295694" y="326663"/>
                  </a:lnTo>
                  <a:lnTo>
                    <a:pt x="295357" y="326666"/>
                  </a:lnTo>
                  <a:lnTo>
                    <a:pt x="295311" y="326809"/>
                  </a:lnTo>
                  <a:lnTo>
                    <a:pt x="295302" y="327281"/>
                  </a:lnTo>
                  <a:lnTo>
                    <a:pt x="294762" y="327282"/>
                  </a:lnTo>
                  <a:lnTo>
                    <a:pt x="294621" y="327041"/>
                  </a:lnTo>
                  <a:lnTo>
                    <a:pt x="294524" y="326784"/>
                  </a:lnTo>
                  <a:lnTo>
                    <a:pt x="294215" y="326715"/>
                  </a:lnTo>
                  <a:lnTo>
                    <a:pt x="294040" y="326807"/>
                  </a:lnTo>
                  <a:lnTo>
                    <a:pt x="293317" y="327168"/>
                  </a:lnTo>
                  <a:lnTo>
                    <a:pt x="292947" y="327340"/>
                  </a:lnTo>
                  <a:lnTo>
                    <a:pt x="292825" y="327138"/>
                  </a:lnTo>
                  <a:lnTo>
                    <a:pt x="292465" y="327277"/>
                  </a:lnTo>
                  <a:lnTo>
                    <a:pt x="292111" y="327687"/>
                  </a:lnTo>
                  <a:lnTo>
                    <a:pt x="291853" y="327969"/>
                  </a:lnTo>
                  <a:lnTo>
                    <a:pt x="291737" y="328096"/>
                  </a:lnTo>
                  <a:lnTo>
                    <a:pt x="291555" y="328169"/>
                  </a:lnTo>
                  <a:lnTo>
                    <a:pt x="290967" y="328202"/>
                  </a:lnTo>
                  <a:lnTo>
                    <a:pt x="290753" y="328027"/>
                  </a:lnTo>
                  <a:lnTo>
                    <a:pt x="290529" y="328038"/>
                  </a:lnTo>
                  <a:lnTo>
                    <a:pt x="290266" y="328076"/>
                  </a:lnTo>
                  <a:lnTo>
                    <a:pt x="290122" y="328097"/>
                  </a:lnTo>
                  <a:lnTo>
                    <a:pt x="290177" y="328664"/>
                  </a:lnTo>
                  <a:lnTo>
                    <a:pt x="289825" y="328687"/>
                  </a:lnTo>
                  <a:lnTo>
                    <a:pt x="289645" y="328308"/>
                  </a:lnTo>
                  <a:lnTo>
                    <a:pt x="289091" y="328352"/>
                  </a:lnTo>
                  <a:lnTo>
                    <a:pt x="288914" y="328438"/>
                  </a:lnTo>
                  <a:lnTo>
                    <a:pt x="288124" y="328993"/>
                  </a:lnTo>
                  <a:lnTo>
                    <a:pt x="287632" y="329654"/>
                  </a:lnTo>
                  <a:lnTo>
                    <a:pt x="287484" y="330089"/>
                  </a:lnTo>
                  <a:lnTo>
                    <a:pt x="287366" y="330522"/>
                  </a:lnTo>
                  <a:lnTo>
                    <a:pt x="287026" y="331569"/>
                  </a:lnTo>
                  <a:lnTo>
                    <a:pt x="286897" y="331925"/>
                  </a:lnTo>
                  <a:lnTo>
                    <a:pt x="287648" y="332724"/>
                  </a:lnTo>
                  <a:lnTo>
                    <a:pt x="287635" y="332852"/>
                  </a:lnTo>
                  <a:lnTo>
                    <a:pt x="287743" y="333308"/>
                  </a:lnTo>
                  <a:lnTo>
                    <a:pt x="287725" y="333482"/>
                  </a:lnTo>
                  <a:lnTo>
                    <a:pt x="287235" y="333209"/>
                  </a:lnTo>
                  <a:lnTo>
                    <a:pt x="286660" y="333242"/>
                  </a:lnTo>
                  <a:lnTo>
                    <a:pt x="286488" y="333129"/>
                  </a:lnTo>
                  <a:lnTo>
                    <a:pt x="286297" y="333133"/>
                  </a:lnTo>
                  <a:lnTo>
                    <a:pt x="285459" y="333336"/>
                  </a:lnTo>
                  <a:lnTo>
                    <a:pt x="285118" y="333354"/>
                  </a:lnTo>
                  <a:lnTo>
                    <a:pt x="284520" y="333499"/>
                  </a:lnTo>
                  <a:lnTo>
                    <a:pt x="284230" y="333569"/>
                  </a:lnTo>
                  <a:lnTo>
                    <a:pt x="284099" y="333600"/>
                  </a:lnTo>
                  <a:lnTo>
                    <a:pt x="283863" y="333748"/>
                  </a:lnTo>
                  <a:lnTo>
                    <a:pt x="283736" y="333865"/>
                  </a:lnTo>
                  <a:lnTo>
                    <a:pt x="283539" y="333978"/>
                  </a:lnTo>
                  <a:lnTo>
                    <a:pt x="283167" y="334191"/>
                  </a:lnTo>
                  <a:lnTo>
                    <a:pt x="282740" y="334495"/>
                  </a:lnTo>
                  <a:lnTo>
                    <a:pt x="282403" y="334857"/>
                  </a:lnTo>
                  <a:lnTo>
                    <a:pt x="282285" y="335065"/>
                  </a:lnTo>
                  <a:lnTo>
                    <a:pt x="282315" y="335259"/>
                  </a:lnTo>
                  <a:lnTo>
                    <a:pt x="281899" y="335331"/>
                  </a:lnTo>
                  <a:lnTo>
                    <a:pt x="281727" y="335535"/>
                  </a:lnTo>
                  <a:lnTo>
                    <a:pt x="281174" y="335900"/>
                  </a:lnTo>
                  <a:lnTo>
                    <a:pt x="281017" y="336003"/>
                  </a:lnTo>
                  <a:lnTo>
                    <a:pt x="280627" y="336261"/>
                  </a:lnTo>
                  <a:lnTo>
                    <a:pt x="279865" y="336850"/>
                  </a:lnTo>
                  <a:lnTo>
                    <a:pt x="279664" y="337057"/>
                  </a:lnTo>
                  <a:lnTo>
                    <a:pt x="279560" y="337267"/>
                  </a:lnTo>
                  <a:lnTo>
                    <a:pt x="279385" y="337587"/>
                  </a:lnTo>
                  <a:lnTo>
                    <a:pt x="279198" y="337842"/>
                  </a:lnTo>
                  <a:lnTo>
                    <a:pt x="279061" y="338029"/>
                  </a:lnTo>
                  <a:lnTo>
                    <a:pt x="278920" y="338300"/>
                  </a:lnTo>
                  <a:lnTo>
                    <a:pt x="278785" y="338558"/>
                  </a:lnTo>
                  <a:lnTo>
                    <a:pt x="278491" y="339323"/>
                  </a:lnTo>
                  <a:lnTo>
                    <a:pt x="278279" y="340062"/>
                  </a:lnTo>
                  <a:lnTo>
                    <a:pt x="278149" y="340514"/>
                  </a:lnTo>
                  <a:lnTo>
                    <a:pt x="278115" y="340669"/>
                  </a:lnTo>
                  <a:lnTo>
                    <a:pt x="277905" y="341116"/>
                  </a:lnTo>
                  <a:lnTo>
                    <a:pt x="277696" y="341573"/>
                  </a:lnTo>
                  <a:lnTo>
                    <a:pt x="277535" y="342038"/>
                  </a:lnTo>
                  <a:lnTo>
                    <a:pt x="277283" y="342768"/>
                  </a:lnTo>
                  <a:lnTo>
                    <a:pt x="277201" y="343045"/>
                  </a:lnTo>
                  <a:lnTo>
                    <a:pt x="277144" y="343239"/>
                  </a:lnTo>
                  <a:lnTo>
                    <a:pt x="277088" y="343427"/>
                  </a:lnTo>
                  <a:lnTo>
                    <a:pt x="276637" y="344623"/>
                  </a:lnTo>
                  <a:lnTo>
                    <a:pt x="276502" y="344887"/>
                  </a:lnTo>
                  <a:lnTo>
                    <a:pt x="276278" y="345327"/>
                  </a:lnTo>
                  <a:lnTo>
                    <a:pt x="276121" y="345983"/>
                  </a:lnTo>
                  <a:lnTo>
                    <a:pt x="275999" y="346224"/>
                  </a:lnTo>
                  <a:lnTo>
                    <a:pt x="275885" y="346447"/>
                  </a:lnTo>
                  <a:lnTo>
                    <a:pt x="275719" y="346776"/>
                  </a:lnTo>
                  <a:lnTo>
                    <a:pt x="275399" y="347306"/>
                  </a:lnTo>
                  <a:lnTo>
                    <a:pt x="275231" y="347653"/>
                  </a:lnTo>
                  <a:lnTo>
                    <a:pt x="275140" y="347917"/>
                  </a:lnTo>
                  <a:lnTo>
                    <a:pt x="275079" y="348094"/>
                  </a:lnTo>
                  <a:lnTo>
                    <a:pt x="274939" y="348532"/>
                  </a:lnTo>
                  <a:lnTo>
                    <a:pt x="274757" y="349530"/>
                  </a:lnTo>
                  <a:lnTo>
                    <a:pt x="274724" y="349959"/>
                  </a:lnTo>
                  <a:lnTo>
                    <a:pt x="274732" y="350479"/>
                  </a:lnTo>
                  <a:lnTo>
                    <a:pt x="274735" y="350627"/>
                  </a:lnTo>
                  <a:lnTo>
                    <a:pt x="275039" y="350958"/>
                  </a:lnTo>
                  <a:lnTo>
                    <a:pt x="275296" y="350687"/>
                  </a:lnTo>
                  <a:lnTo>
                    <a:pt x="275588" y="351112"/>
                  </a:lnTo>
                  <a:lnTo>
                    <a:pt x="275975" y="351515"/>
                  </a:lnTo>
                  <a:lnTo>
                    <a:pt x="276445" y="352107"/>
                  </a:lnTo>
                  <a:lnTo>
                    <a:pt x="276701" y="352541"/>
                  </a:lnTo>
                  <a:lnTo>
                    <a:pt x="276994" y="353314"/>
                  </a:lnTo>
                  <a:lnTo>
                    <a:pt x="277040" y="353507"/>
                  </a:lnTo>
                  <a:lnTo>
                    <a:pt x="276948" y="353747"/>
                  </a:lnTo>
                  <a:lnTo>
                    <a:pt x="276782" y="353894"/>
                  </a:lnTo>
                  <a:lnTo>
                    <a:pt x="276346" y="354220"/>
                  </a:lnTo>
                  <a:lnTo>
                    <a:pt x="276681" y="354163"/>
                  </a:lnTo>
                  <a:lnTo>
                    <a:pt x="276809" y="354101"/>
                  </a:lnTo>
                  <a:lnTo>
                    <a:pt x="276985" y="354079"/>
                  </a:lnTo>
                  <a:lnTo>
                    <a:pt x="276974" y="354241"/>
                  </a:lnTo>
                  <a:lnTo>
                    <a:pt x="276705" y="354764"/>
                  </a:lnTo>
                  <a:lnTo>
                    <a:pt x="276513" y="354844"/>
                  </a:lnTo>
                  <a:lnTo>
                    <a:pt x="276030" y="354923"/>
                  </a:lnTo>
                  <a:lnTo>
                    <a:pt x="276000" y="355413"/>
                  </a:lnTo>
                  <a:lnTo>
                    <a:pt x="276266" y="355569"/>
                  </a:lnTo>
                  <a:lnTo>
                    <a:pt x="275941" y="356058"/>
                  </a:lnTo>
                  <a:lnTo>
                    <a:pt x="275509" y="356336"/>
                  </a:lnTo>
                  <a:lnTo>
                    <a:pt x="275418" y="356720"/>
                  </a:lnTo>
                  <a:lnTo>
                    <a:pt x="275239" y="356961"/>
                  </a:lnTo>
                  <a:lnTo>
                    <a:pt x="274766" y="357385"/>
                  </a:lnTo>
                  <a:lnTo>
                    <a:pt x="274354" y="357580"/>
                  </a:lnTo>
                  <a:lnTo>
                    <a:pt x="273801" y="357575"/>
                  </a:lnTo>
                  <a:lnTo>
                    <a:pt x="273224" y="357740"/>
                  </a:lnTo>
                  <a:lnTo>
                    <a:pt x="272971" y="357883"/>
                  </a:lnTo>
                  <a:lnTo>
                    <a:pt x="272516" y="358046"/>
                  </a:lnTo>
                  <a:lnTo>
                    <a:pt x="272310" y="358052"/>
                  </a:lnTo>
                  <a:lnTo>
                    <a:pt x="272222" y="357637"/>
                  </a:lnTo>
                  <a:lnTo>
                    <a:pt x="272047" y="357409"/>
                  </a:lnTo>
                  <a:lnTo>
                    <a:pt x="271630" y="357502"/>
                  </a:lnTo>
                  <a:lnTo>
                    <a:pt x="271476" y="357281"/>
                  </a:lnTo>
                  <a:lnTo>
                    <a:pt x="271254" y="357594"/>
                  </a:lnTo>
                  <a:lnTo>
                    <a:pt x="271159" y="357729"/>
                  </a:lnTo>
                  <a:lnTo>
                    <a:pt x="271032" y="357870"/>
                  </a:lnTo>
                  <a:lnTo>
                    <a:pt x="270814" y="358113"/>
                  </a:lnTo>
                  <a:lnTo>
                    <a:pt x="270788" y="358279"/>
                  </a:lnTo>
                  <a:lnTo>
                    <a:pt x="270908" y="358424"/>
                  </a:lnTo>
                  <a:lnTo>
                    <a:pt x="270499" y="358758"/>
                  </a:lnTo>
                  <a:lnTo>
                    <a:pt x="270366" y="358890"/>
                  </a:lnTo>
                  <a:lnTo>
                    <a:pt x="270238" y="359017"/>
                  </a:lnTo>
                  <a:lnTo>
                    <a:pt x="270140" y="359203"/>
                  </a:lnTo>
                  <a:lnTo>
                    <a:pt x="269927" y="359508"/>
                  </a:lnTo>
                  <a:lnTo>
                    <a:pt x="269306" y="360234"/>
                  </a:lnTo>
                  <a:lnTo>
                    <a:pt x="269176" y="360385"/>
                  </a:lnTo>
                  <a:lnTo>
                    <a:pt x="269042" y="360567"/>
                  </a:lnTo>
                  <a:lnTo>
                    <a:pt x="268814" y="360877"/>
                  </a:lnTo>
                  <a:lnTo>
                    <a:pt x="268563" y="361399"/>
                  </a:lnTo>
                  <a:lnTo>
                    <a:pt x="268641" y="361545"/>
                  </a:lnTo>
                  <a:lnTo>
                    <a:pt x="268471" y="361817"/>
                  </a:lnTo>
                  <a:lnTo>
                    <a:pt x="268150" y="361684"/>
                  </a:lnTo>
                  <a:lnTo>
                    <a:pt x="267497" y="362343"/>
                  </a:lnTo>
                  <a:lnTo>
                    <a:pt x="267339" y="362595"/>
                  </a:lnTo>
                  <a:lnTo>
                    <a:pt x="267169" y="362776"/>
                  </a:lnTo>
                  <a:lnTo>
                    <a:pt x="266972" y="362986"/>
                  </a:lnTo>
                  <a:lnTo>
                    <a:pt x="266785" y="363141"/>
                  </a:lnTo>
                  <a:lnTo>
                    <a:pt x="266539" y="363463"/>
                  </a:lnTo>
                  <a:lnTo>
                    <a:pt x="266704" y="363674"/>
                  </a:lnTo>
                  <a:lnTo>
                    <a:pt x="267141" y="364234"/>
                  </a:lnTo>
                  <a:lnTo>
                    <a:pt x="267071" y="364466"/>
                  </a:lnTo>
                  <a:lnTo>
                    <a:pt x="266415" y="364867"/>
                  </a:lnTo>
                  <a:lnTo>
                    <a:pt x="265755" y="365270"/>
                  </a:lnTo>
                  <a:lnTo>
                    <a:pt x="264977" y="365746"/>
                  </a:lnTo>
                  <a:lnTo>
                    <a:pt x="263940" y="366381"/>
                  </a:lnTo>
                  <a:lnTo>
                    <a:pt x="264104" y="366986"/>
                  </a:lnTo>
                  <a:lnTo>
                    <a:pt x="264260" y="367334"/>
                  </a:lnTo>
                  <a:lnTo>
                    <a:pt x="264038" y="367426"/>
                  </a:lnTo>
                  <a:lnTo>
                    <a:pt x="263714" y="367231"/>
                  </a:lnTo>
                  <a:lnTo>
                    <a:pt x="262374" y="367658"/>
                  </a:lnTo>
                  <a:lnTo>
                    <a:pt x="262188" y="367717"/>
                  </a:lnTo>
                  <a:lnTo>
                    <a:pt x="262004" y="367270"/>
                  </a:lnTo>
                  <a:lnTo>
                    <a:pt x="261777" y="367323"/>
                  </a:lnTo>
                  <a:lnTo>
                    <a:pt x="261737" y="367565"/>
                  </a:lnTo>
                  <a:lnTo>
                    <a:pt x="261415" y="367821"/>
                  </a:lnTo>
                  <a:lnTo>
                    <a:pt x="261257" y="367994"/>
                  </a:lnTo>
                  <a:lnTo>
                    <a:pt x="260812" y="368483"/>
                  </a:lnTo>
                  <a:lnTo>
                    <a:pt x="260556" y="368703"/>
                  </a:lnTo>
                  <a:lnTo>
                    <a:pt x="259906" y="369261"/>
                  </a:lnTo>
                  <a:lnTo>
                    <a:pt x="259442" y="369721"/>
                  </a:lnTo>
                  <a:lnTo>
                    <a:pt x="259260" y="369902"/>
                  </a:lnTo>
                  <a:lnTo>
                    <a:pt x="258907" y="370208"/>
                  </a:lnTo>
                  <a:lnTo>
                    <a:pt x="258633" y="370370"/>
                  </a:lnTo>
                  <a:lnTo>
                    <a:pt x="258381" y="370464"/>
                  </a:lnTo>
                  <a:lnTo>
                    <a:pt x="257595" y="370609"/>
                  </a:lnTo>
                  <a:lnTo>
                    <a:pt x="257408" y="370620"/>
                  </a:lnTo>
                  <a:lnTo>
                    <a:pt x="257251" y="370566"/>
                  </a:lnTo>
                  <a:lnTo>
                    <a:pt x="257089" y="370270"/>
                  </a:lnTo>
                  <a:lnTo>
                    <a:pt x="257184" y="370053"/>
                  </a:lnTo>
                  <a:lnTo>
                    <a:pt x="257292" y="369900"/>
                  </a:lnTo>
                  <a:lnTo>
                    <a:pt x="257773" y="369418"/>
                  </a:lnTo>
                  <a:lnTo>
                    <a:pt x="258534" y="368778"/>
                  </a:lnTo>
                  <a:lnTo>
                    <a:pt x="258958" y="368458"/>
                  </a:lnTo>
                  <a:lnTo>
                    <a:pt x="259174" y="368296"/>
                  </a:lnTo>
                  <a:lnTo>
                    <a:pt x="259595" y="368030"/>
                  </a:lnTo>
                  <a:lnTo>
                    <a:pt x="260337" y="367561"/>
                  </a:lnTo>
                  <a:lnTo>
                    <a:pt x="261032" y="367281"/>
                  </a:lnTo>
                  <a:lnTo>
                    <a:pt x="261379" y="367141"/>
                  </a:lnTo>
                  <a:lnTo>
                    <a:pt x="261766" y="366964"/>
                  </a:lnTo>
                  <a:lnTo>
                    <a:pt x="261694" y="366819"/>
                  </a:lnTo>
                  <a:lnTo>
                    <a:pt x="260955" y="367094"/>
                  </a:lnTo>
                  <a:lnTo>
                    <a:pt x="260759" y="367178"/>
                  </a:lnTo>
                  <a:lnTo>
                    <a:pt x="260364" y="367348"/>
                  </a:lnTo>
                  <a:lnTo>
                    <a:pt x="260125" y="367377"/>
                  </a:lnTo>
                  <a:lnTo>
                    <a:pt x="259873" y="367365"/>
                  </a:lnTo>
                  <a:lnTo>
                    <a:pt x="259715" y="367110"/>
                  </a:lnTo>
                  <a:lnTo>
                    <a:pt x="259591" y="367307"/>
                  </a:lnTo>
                  <a:lnTo>
                    <a:pt x="259405" y="367346"/>
                  </a:lnTo>
                  <a:lnTo>
                    <a:pt x="259078" y="367440"/>
                  </a:lnTo>
                  <a:lnTo>
                    <a:pt x="258452" y="367789"/>
                  </a:lnTo>
                  <a:lnTo>
                    <a:pt x="258252" y="368021"/>
                  </a:lnTo>
                  <a:lnTo>
                    <a:pt x="257881" y="368090"/>
                  </a:lnTo>
                  <a:lnTo>
                    <a:pt x="257524" y="368345"/>
                  </a:lnTo>
                  <a:lnTo>
                    <a:pt x="257120" y="368411"/>
                  </a:lnTo>
                  <a:lnTo>
                    <a:pt x="256690" y="368645"/>
                  </a:lnTo>
                  <a:lnTo>
                    <a:pt x="256394" y="368610"/>
                  </a:lnTo>
                  <a:lnTo>
                    <a:pt x="256299" y="368296"/>
                  </a:lnTo>
                  <a:lnTo>
                    <a:pt x="256081" y="368218"/>
                  </a:lnTo>
                  <a:lnTo>
                    <a:pt x="255871" y="367616"/>
                  </a:lnTo>
                  <a:lnTo>
                    <a:pt x="256354" y="367497"/>
                  </a:lnTo>
                  <a:lnTo>
                    <a:pt x="256424" y="367298"/>
                  </a:lnTo>
                  <a:lnTo>
                    <a:pt x="256100" y="367119"/>
                  </a:lnTo>
                  <a:lnTo>
                    <a:pt x="255888" y="366674"/>
                  </a:lnTo>
                  <a:lnTo>
                    <a:pt x="255893" y="366535"/>
                  </a:lnTo>
                  <a:lnTo>
                    <a:pt x="255800" y="366204"/>
                  </a:lnTo>
                  <a:lnTo>
                    <a:pt x="255746" y="366004"/>
                  </a:lnTo>
                  <a:lnTo>
                    <a:pt x="255748" y="365609"/>
                  </a:lnTo>
                  <a:lnTo>
                    <a:pt x="255687" y="365610"/>
                  </a:lnTo>
                  <a:lnTo>
                    <a:pt x="255647" y="365802"/>
                  </a:lnTo>
                  <a:lnTo>
                    <a:pt x="255931" y="367137"/>
                  </a:lnTo>
                  <a:lnTo>
                    <a:pt x="256144" y="367465"/>
                  </a:lnTo>
                  <a:lnTo>
                    <a:pt x="255928" y="367406"/>
                  </a:lnTo>
                  <a:lnTo>
                    <a:pt x="255608" y="367796"/>
                  </a:lnTo>
                  <a:lnTo>
                    <a:pt x="255340" y="368143"/>
                  </a:lnTo>
                  <a:lnTo>
                    <a:pt x="255227" y="368251"/>
                  </a:lnTo>
                  <a:lnTo>
                    <a:pt x="255195" y="368441"/>
                  </a:lnTo>
                  <a:lnTo>
                    <a:pt x="254879" y="368582"/>
                  </a:lnTo>
                  <a:lnTo>
                    <a:pt x="254575" y="368718"/>
                  </a:lnTo>
                  <a:lnTo>
                    <a:pt x="254419" y="368537"/>
                  </a:lnTo>
                  <a:lnTo>
                    <a:pt x="254002" y="368868"/>
                  </a:lnTo>
                  <a:lnTo>
                    <a:pt x="253446" y="369546"/>
                  </a:lnTo>
                  <a:lnTo>
                    <a:pt x="253190" y="369596"/>
                  </a:lnTo>
                  <a:lnTo>
                    <a:pt x="253004" y="369631"/>
                  </a:lnTo>
                  <a:lnTo>
                    <a:pt x="252709" y="369618"/>
                  </a:lnTo>
                  <a:lnTo>
                    <a:pt x="251799" y="369655"/>
                  </a:lnTo>
                  <a:lnTo>
                    <a:pt x="250903" y="369830"/>
                  </a:lnTo>
                  <a:lnTo>
                    <a:pt x="250885" y="369574"/>
                  </a:lnTo>
                  <a:lnTo>
                    <a:pt x="250420" y="369564"/>
                  </a:lnTo>
                  <a:lnTo>
                    <a:pt x="249871" y="369553"/>
                  </a:lnTo>
                  <a:lnTo>
                    <a:pt x="249231" y="369573"/>
                  </a:lnTo>
                  <a:lnTo>
                    <a:pt x="248599" y="369328"/>
                  </a:lnTo>
                  <a:lnTo>
                    <a:pt x="248344" y="369509"/>
                  </a:lnTo>
                  <a:lnTo>
                    <a:pt x="248020" y="369168"/>
                  </a:lnTo>
                  <a:lnTo>
                    <a:pt x="247646" y="369310"/>
                  </a:lnTo>
                  <a:lnTo>
                    <a:pt x="247377" y="368905"/>
                  </a:lnTo>
                  <a:lnTo>
                    <a:pt x="246877" y="368916"/>
                  </a:lnTo>
                  <a:lnTo>
                    <a:pt x="246142" y="368576"/>
                  </a:lnTo>
                  <a:lnTo>
                    <a:pt x="245289" y="368435"/>
                  </a:lnTo>
                  <a:lnTo>
                    <a:pt x="244984" y="368425"/>
                  </a:lnTo>
                  <a:lnTo>
                    <a:pt x="244676" y="368468"/>
                  </a:lnTo>
                  <a:lnTo>
                    <a:pt x="244388" y="368599"/>
                  </a:lnTo>
                  <a:lnTo>
                    <a:pt x="244701" y="368503"/>
                  </a:lnTo>
                  <a:lnTo>
                    <a:pt x="244832" y="368707"/>
                  </a:lnTo>
                  <a:lnTo>
                    <a:pt x="244501" y="368805"/>
                  </a:lnTo>
                  <a:lnTo>
                    <a:pt x="244335" y="368571"/>
                  </a:lnTo>
                  <a:lnTo>
                    <a:pt x="244098" y="368694"/>
                  </a:lnTo>
                  <a:lnTo>
                    <a:pt x="243818" y="368860"/>
                  </a:lnTo>
                  <a:lnTo>
                    <a:pt x="243476" y="369043"/>
                  </a:lnTo>
                  <a:lnTo>
                    <a:pt x="243116" y="369181"/>
                  </a:lnTo>
                  <a:lnTo>
                    <a:pt x="242453" y="369301"/>
                  </a:lnTo>
                  <a:lnTo>
                    <a:pt x="242125" y="369312"/>
                  </a:lnTo>
                  <a:lnTo>
                    <a:pt x="241813" y="369269"/>
                  </a:lnTo>
                  <a:lnTo>
                    <a:pt x="241482" y="369160"/>
                  </a:lnTo>
                  <a:lnTo>
                    <a:pt x="240776" y="369041"/>
                  </a:lnTo>
                  <a:lnTo>
                    <a:pt x="240478" y="368980"/>
                  </a:lnTo>
                  <a:lnTo>
                    <a:pt x="240705" y="369239"/>
                  </a:lnTo>
                  <a:lnTo>
                    <a:pt x="241148" y="369677"/>
                  </a:lnTo>
                  <a:lnTo>
                    <a:pt x="241383" y="369909"/>
                  </a:lnTo>
                  <a:lnTo>
                    <a:pt x="242512" y="371067"/>
                  </a:lnTo>
                  <a:lnTo>
                    <a:pt x="242265" y="371510"/>
                  </a:lnTo>
                  <a:lnTo>
                    <a:pt x="241672" y="371279"/>
                  </a:lnTo>
                  <a:lnTo>
                    <a:pt x="240595" y="370797"/>
                  </a:lnTo>
                  <a:lnTo>
                    <a:pt x="240365" y="371208"/>
                  </a:lnTo>
                  <a:lnTo>
                    <a:pt x="241052" y="371703"/>
                  </a:lnTo>
                  <a:lnTo>
                    <a:pt x="240907" y="371927"/>
                  </a:lnTo>
                  <a:lnTo>
                    <a:pt x="240726" y="372209"/>
                  </a:lnTo>
                  <a:lnTo>
                    <a:pt x="239057" y="371488"/>
                  </a:lnTo>
                  <a:lnTo>
                    <a:pt x="238912" y="371744"/>
                  </a:lnTo>
                  <a:lnTo>
                    <a:pt x="238858" y="371905"/>
                  </a:lnTo>
                  <a:lnTo>
                    <a:pt x="239521" y="372298"/>
                  </a:lnTo>
                  <a:lnTo>
                    <a:pt x="239149" y="372869"/>
                  </a:lnTo>
                  <a:lnTo>
                    <a:pt x="238912" y="372763"/>
                  </a:lnTo>
                  <a:lnTo>
                    <a:pt x="238750" y="372692"/>
                  </a:lnTo>
                  <a:lnTo>
                    <a:pt x="238608" y="372629"/>
                  </a:lnTo>
                  <a:lnTo>
                    <a:pt x="238311" y="372499"/>
                  </a:lnTo>
                  <a:lnTo>
                    <a:pt x="237809" y="372304"/>
                  </a:lnTo>
                  <a:lnTo>
                    <a:pt x="237541" y="372481"/>
                  </a:lnTo>
                  <a:lnTo>
                    <a:pt x="237487" y="372655"/>
                  </a:lnTo>
                  <a:lnTo>
                    <a:pt x="237778" y="372787"/>
                  </a:lnTo>
                  <a:lnTo>
                    <a:pt x="237742" y="372914"/>
                  </a:lnTo>
                  <a:lnTo>
                    <a:pt x="237691" y="373102"/>
                  </a:lnTo>
                  <a:lnTo>
                    <a:pt x="237749" y="373238"/>
                  </a:lnTo>
                  <a:lnTo>
                    <a:pt x="238017" y="373863"/>
                  </a:lnTo>
                  <a:lnTo>
                    <a:pt x="237809" y="374035"/>
                  </a:lnTo>
                  <a:lnTo>
                    <a:pt x="237995" y="374296"/>
                  </a:lnTo>
                  <a:lnTo>
                    <a:pt x="238351" y="374361"/>
                  </a:lnTo>
                  <a:lnTo>
                    <a:pt x="238567" y="374380"/>
                  </a:lnTo>
                  <a:lnTo>
                    <a:pt x="240067" y="374646"/>
                  </a:lnTo>
                  <a:lnTo>
                    <a:pt x="240323" y="374986"/>
                  </a:lnTo>
                  <a:lnTo>
                    <a:pt x="240536" y="375269"/>
                  </a:lnTo>
                  <a:lnTo>
                    <a:pt x="240645" y="375423"/>
                  </a:lnTo>
                  <a:lnTo>
                    <a:pt x="241037" y="375972"/>
                  </a:lnTo>
                  <a:lnTo>
                    <a:pt x="241456" y="376560"/>
                  </a:lnTo>
                  <a:lnTo>
                    <a:pt x="241753" y="376978"/>
                  </a:lnTo>
                  <a:lnTo>
                    <a:pt x="242162" y="377450"/>
                  </a:lnTo>
                  <a:lnTo>
                    <a:pt x="242505" y="376988"/>
                  </a:lnTo>
                  <a:lnTo>
                    <a:pt x="242988" y="376339"/>
                  </a:lnTo>
                  <a:lnTo>
                    <a:pt x="244147" y="375266"/>
                  </a:lnTo>
                  <a:lnTo>
                    <a:pt x="244639" y="374996"/>
                  </a:lnTo>
                  <a:lnTo>
                    <a:pt x="244689" y="374801"/>
                  </a:lnTo>
                  <a:lnTo>
                    <a:pt x="245038" y="374405"/>
                  </a:lnTo>
                  <a:lnTo>
                    <a:pt x="244794" y="374018"/>
                  </a:lnTo>
                  <a:lnTo>
                    <a:pt x="244702" y="373870"/>
                  </a:lnTo>
                  <a:lnTo>
                    <a:pt x="244404" y="373397"/>
                  </a:lnTo>
                  <a:lnTo>
                    <a:pt x="245232" y="373010"/>
                  </a:lnTo>
                  <a:lnTo>
                    <a:pt x="245746" y="373791"/>
                  </a:lnTo>
                  <a:lnTo>
                    <a:pt x="245893" y="374014"/>
                  </a:lnTo>
                  <a:lnTo>
                    <a:pt x="245892" y="374353"/>
                  </a:lnTo>
                  <a:lnTo>
                    <a:pt x="245892" y="374587"/>
                  </a:lnTo>
                  <a:lnTo>
                    <a:pt x="244990" y="375995"/>
                  </a:lnTo>
                  <a:lnTo>
                    <a:pt x="244341" y="377009"/>
                  </a:lnTo>
                  <a:lnTo>
                    <a:pt x="243344" y="378483"/>
                  </a:lnTo>
                  <a:lnTo>
                    <a:pt x="242992" y="378759"/>
                  </a:lnTo>
                  <a:lnTo>
                    <a:pt x="242022" y="379519"/>
                  </a:lnTo>
                  <a:lnTo>
                    <a:pt x="241268" y="380111"/>
                  </a:lnTo>
                  <a:lnTo>
                    <a:pt x="239644" y="381387"/>
                  </a:lnTo>
                  <a:lnTo>
                    <a:pt x="239361" y="381467"/>
                  </a:lnTo>
                  <a:lnTo>
                    <a:pt x="239050" y="381418"/>
                  </a:lnTo>
                  <a:lnTo>
                    <a:pt x="238034" y="380403"/>
                  </a:lnTo>
                  <a:lnTo>
                    <a:pt x="238269" y="380204"/>
                  </a:lnTo>
                  <a:lnTo>
                    <a:pt x="238459" y="379987"/>
                  </a:lnTo>
                  <a:lnTo>
                    <a:pt x="238342" y="379822"/>
                  </a:lnTo>
                  <a:lnTo>
                    <a:pt x="238036" y="379392"/>
                  </a:lnTo>
                  <a:lnTo>
                    <a:pt x="237896" y="379195"/>
                  </a:lnTo>
                  <a:lnTo>
                    <a:pt x="237435" y="378436"/>
                  </a:lnTo>
                  <a:lnTo>
                    <a:pt x="237437" y="378139"/>
                  </a:lnTo>
                  <a:lnTo>
                    <a:pt x="237440" y="377718"/>
                  </a:lnTo>
                  <a:lnTo>
                    <a:pt x="237441" y="377287"/>
                  </a:lnTo>
                  <a:lnTo>
                    <a:pt x="237432" y="377070"/>
                  </a:lnTo>
                  <a:lnTo>
                    <a:pt x="237420" y="376769"/>
                  </a:lnTo>
                  <a:lnTo>
                    <a:pt x="237405" y="376413"/>
                  </a:lnTo>
                  <a:lnTo>
                    <a:pt x="237078" y="375865"/>
                  </a:lnTo>
                  <a:lnTo>
                    <a:pt x="236810" y="375957"/>
                  </a:lnTo>
                  <a:lnTo>
                    <a:pt x="236499" y="376130"/>
                  </a:lnTo>
                  <a:lnTo>
                    <a:pt x="236799" y="376600"/>
                  </a:lnTo>
                  <a:lnTo>
                    <a:pt x="236801" y="376845"/>
                  </a:lnTo>
                  <a:lnTo>
                    <a:pt x="236800" y="377165"/>
                  </a:lnTo>
                  <a:lnTo>
                    <a:pt x="236799" y="377539"/>
                  </a:lnTo>
                  <a:lnTo>
                    <a:pt x="236792" y="378116"/>
                  </a:lnTo>
                  <a:lnTo>
                    <a:pt x="236790" y="378297"/>
                  </a:lnTo>
                  <a:lnTo>
                    <a:pt x="236786" y="378701"/>
                  </a:lnTo>
                  <a:lnTo>
                    <a:pt x="236784" y="378885"/>
                  </a:lnTo>
                  <a:lnTo>
                    <a:pt x="236785" y="379330"/>
                  </a:lnTo>
                  <a:lnTo>
                    <a:pt x="236785" y="379595"/>
                  </a:lnTo>
                  <a:lnTo>
                    <a:pt x="236665" y="379760"/>
                  </a:lnTo>
                  <a:lnTo>
                    <a:pt x="236388" y="379609"/>
                  </a:lnTo>
                  <a:lnTo>
                    <a:pt x="235995" y="379396"/>
                  </a:lnTo>
                  <a:lnTo>
                    <a:pt x="235424" y="379118"/>
                  </a:lnTo>
                  <a:lnTo>
                    <a:pt x="235215" y="379152"/>
                  </a:lnTo>
                  <a:lnTo>
                    <a:pt x="235047" y="379180"/>
                  </a:lnTo>
                  <a:lnTo>
                    <a:pt x="235047" y="377315"/>
                  </a:lnTo>
                  <a:lnTo>
                    <a:pt x="235047" y="376814"/>
                  </a:lnTo>
                  <a:lnTo>
                    <a:pt x="235047" y="376516"/>
                  </a:lnTo>
                  <a:lnTo>
                    <a:pt x="235435" y="375932"/>
                  </a:lnTo>
                  <a:lnTo>
                    <a:pt x="235911" y="375653"/>
                  </a:lnTo>
                  <a:lnTo>
                    <a:pt x="236157" y="375517"/>
                  </a:lnTo>
                  <a:lnTo>
                    <a:pt x="236452" y="375309"/>
                  </a:lnTo>
                  <a:lnTo>
                    <a:pt x="236603" y="375190"/>
                  </a:lnTo>
                  <a:lnTo>
                    <a:pt x="236828" y="375063"/>
                  </a:lnTo>
                  <a:lnTo>
                    <a:pt x="237009" y="374962"/>
                  </a:lnTo>
                  <a:lnTo>
                    <a:pt x="237307" y="374794"/>
                  </a:lnTo>
                  <a:lnTo>
                    <a:pt x="237691" y="374605"/>
                  </a:lnTo>
                  <a:lnTo>
                    <a:pt x="237937" y="374447"/>
                  </a:lnTo>
                  <a:lnTo>
                    <a:pt x="237689" y="374098"/>
                  </a:lnTo>
                  <a:lnTo>
                    <a:pt x="237289" y="374274"/>
                  </a:lnTo>
                  <a:lnTo>
                    <a:pt x="237002" y="374436"/>
                  </a:lnTo>
                  <a:lnTo>
                    <a:pt x="235825" y="375129"/>
                  </a:lnTo>
                  <a:lnTo>
                    <a:pt x="234965" y="375709"/>
                  </a:lnTo>
                  <a:lnTo>
                    <a:pt x="234869" y="375854"/>
                  </a:lnTo>
                  <a:lnTo>
                    <a:pt x="234362" y="376617"/>
                  </a:lnTo>
                  <a:lnTo>
                    <a:pt x="234366" y="377436"/>
                  </a:lnTo>
                  <a:lnTo>
                    <a:pt x="234361" y="378806"/>
                  </a:lnTo>
                  <a:lnTo>
                    <a:pt x="233153" y="378158"/>
                  </a:lnTo>
                  <a:lnTo>
                    <a:pt x="232858" y="377898"/>
                  </a:lnTo>
                  <a:lnTo>
                    <a:pt x="232856" y="377462"/>
                  </a:lnTo>
                  <a:lnTo>
                    <a:pt x="232855" y="377009"/>
                  </a:lnTo>
                  <a:lnTo>
                    <a:pt x="232853" y="376340"/>
                  </a:lnTo>
                  <a:lnTo>
                    <a:pt x="232852" y="375766"/>
                  </a:lnTo>
                  <a:lnTo>
                    <a:pt x="232804" y="375576"/>
                  </a:lnTo>
                  <a:lnTo>
                    <a:pt x="232433" y="375091"/>
                  </a:lnTo>
                  <a:lnTo>
                    <a:pt x="232218" y="375530"/>
                  </a:lnTo>
                  <a:lnTo>
                    <a:pt x="232069" y="375653"/>
                  </a:lnTo>
                  <a:lnTo>
                    <a:pt x="231849" y="375808"/>
                  </a:lnTo>
                  <a:lnTo>
                    <a:pt x="231605" y="375878"/>
                  </a:lnTo>
                  <a:lnTo>
                    <a:pt x="231400" y="375566"/>
                  </a:lnTo>
                  <a:lnTo>
                    <a:pt x="231095" y="375669"/>
                  </a:lnTo>
                  <a:lnTo>
                    <a:pt x="230449" y="375502"/>
                  </a:lnTo>
                  <a:lnTo>
                    <a:pt x="230134" y="375380"/>
                  </a:lnTo>
                  <a:lnTo>
                    <a:pt x="229778" y="375098"/>
                  </a:lnTo>
                  <a:lnTo>
                    <a:pt x="229438" y="374870"/>
                  </a:lnTo>
                  <a:lnTo>
                    <a:pt x="228815" y="374834"/>
                  </a:lnTo>
                  <a:lnTo>
                    <a:pt x="228425" y="374725"/>
                  </a:lnTo>
                  <a:lnTo>
                    <a:pt x="228137" y="374771"/>
                  </a:lnTo>
                  <a:lnTo>
                    <a:pt x="228002" y="374918"/>
                  </a:lnTo>
                  <a:lnTo>
                    <a:pt x="227760" y="374902"/>
                  </a:lnTo>
                  <a:lnTo>
                    <a:pt x="227406" y="374836"/>
                  </a:lnTo>
                  <a:lnTo>
                    <a:pt x="226777" y="374546"/>
                  </a:lnTo>
                  <a:lnTo>
                    <a:pt x="226232" y="374126"/>
                  </a:lnTo>
                  <a:lnTo>
                    <a:pt x="225247" y="373298"/>
                  </a:lnTo>
                  <a:lnTo>
                    <a:pt x="224693" y="372664"/>
                  </a:lnTo>
                  <a:lnTo>
                    <a:pt x="224106" y="371741"/>
                  </a:lnTo>
                  <a:lnTo>
                    <a:pt x="224035" y="371575"/>
                  </a:lnTo>
                  <a:lnTo>
                    <a:pt x="223952" y="371305"/>
                  </a:lnTo>
                  <a:lnTo>
                    <a:pt x="223908" y="371160"/>
                  </a:lnTo>
                  <a:lnTo>
                    <a:pt x="223613" y="370494"/>
                  </a:lnTo>
                  <a:lnTo>
                    <a:pt x="223475" y="370279"/>
                  </a:lnTo>
                  <a:lnTo>
                    <a:pt x="223332" y="370050"/>
                  </a:lnTo>
                  <a:lnTo>
                    <a:pt x="223188" y="369815"/>
                  </a:lnTo>
                  <a:lnTo>
                    <a:pt x="222989" y="369295"/>
                  </a:lnTo>
                  <a:lnTo>
                    <a:pt x="222890" y="369138"/>
                  </a:lnTo>
                  <a:lnTo>
                    <a:pt x="222762" y="368935"/>
                  </a:lnTo>
                  <a:lnTo>
                    <a:pt x="222468" y="368531"/>
                  </a:lnTo>
                  <a:lnTo>
                    <a:pt x="222299" y="368593"/>
                  </a:lnTo>
                  <a:lnTo>
                    <a:pt x="221843" y="368096"/>
                  </a:lnTo>
                  <a:lnTo>
                    <a:pt x="222065" y="367916"/>
                  </a:lnTo>
                  <a:lnTo>
                    <a:pt x="221756" y="367614"/>
                  </a:lnTo>
                  <a:lnTo>
                    <a:pt x="221608" y="367889"/>
                  </a:lnTo>
                  <a:lnTo>
                    <a:pt x="221229" y="367420"/>
                  </a:lnTo>
                  <a:lnTo>
                    <a:pt x="221377" y="367141"/>
                  </a:lnTo>
                  <a:lnTo>
                    <a:pt x="221417" y="366943"/>
                  </a:lnTo>
                  <a:lnTo>
                    <a:pt x="220942" y="366787"/>
                  </a:lnTo>
                  <a:lnTo>
                    <a:pt x="220732" y="366749"/>
                  </a:lnTo>
                  <a:lnTo>
                    <a:pt x="220102" y="366507"/>
                  </a:lnTo>
                  <a:lnTo>
                    <a:pt x="219856" y="366379"/>
                  </a:lnTo>
                  <a:lnTo>
                    <a:pt x="220087" y="366075"/>
                  </a:lnTo>
                  <a:lnTo>
                    <a:pt x="219744" y="365937"/>
                  </a:lnTo>
                  <a:lnTo>
                    <a:pt x="218986" y="365754"/>
                  </a:lnTo>
                  <a:lnTo>
                    <a:pt x="218822" y="365689"/>
                  </a:lnTo>
                  <a:lnTo>
                    <a:pt x="218340" y="365315"/>
                  </a:lnTo>
                  <a:lnTo>
                    <a:pt x="218097" y="365490"/>
                  </a:lnTo>
                  <a:lnTo>
                    <a:pt x="217736" y="365535"/>
                  </a:lnTo>
                  <a:lnTo>
                    <a:pt x="217271" y="365451"/>
                  </a:lnTo>
                  <a:lnTo>
                    <a:pt x="217076" y="365416"/>
                  </a:lnTo>
                  <a:lnTo>
                    <a:pt x="216633" y="365337"/>
                  </a:lnTo>
                  <a:lnTo>
                    <a:pt x="216650" y="365107"/>
                  </a:lnTo>
                  <a:lnTo>
                    <a:pt x="216692" y="364683"/>
                  </a:lnTo>
                  <a:lnTo>
                    <a:pt x="216963" y="364677"/>
                  </a:lnTo>
                  <a:lnTo>
                    <a:pt x="217146" y="364673"/>
                  </a:lnTo>
                  <a:lnTo>
                    <a:pt x="217283" y="364670"/>
                  </a:lnTo>
                  <a:lnTo>
                    <a:pt x="218005" y="364636"/>
                  </a:lnTo>
                  <a:lnTo>
                    <a:pt x="218037" y="364284"/>
                  </a:lnTo>
                  <a:lnTo>
                    <a:pt x="217832" y="363231"/>
                  </a:lnTo>
                  <a:lnTo>
                    <a:pt x="217454" y="363099"/>
                  </a:lnTo>
                  <a:lnTo>
                    <a:pt x="216840" y="362883"/>
                  </a:lnTo>
                  <a:lnTo>
                    <a:pt x="216521" y="362471"/>
                  </a:lnTo>
                  <a:lnTo>
                    <a:pt x="216466" y="362237"/>
                  </a:lnTo>
                  <a:lnTo>
                    <a:pt x="216302" y="362113"/>
                  </a:lnTo>
                  <a:lnTo>
                    <a:pt x="216110" y="361355"/>
                  </a:lnTo>
                  <a:lnTo>
                    <a:pt x="215909" y="361693"/>
                  </a:lnTo>
                  <a:lnTo>
                    <a:pt x="215742" y="361796"/>
                  </a:lnTo>
                  <a:lnTo>
                    <a:pt x="215398" y="361591"/>
                  </a:lnTo>
                  <a:lnTo>
                    <a:pt x="215192" y="361547"/>
                  </a:lnTo>
                  <a:lnTo>
                    <a:pt x="214852" y="361538"/>
                  </a:lnTo>
                  <a:lnTo>
                    <a:pt x="214731" y="361265"/>
                  </a:lnTo>
                  <a:lnTo>
                    <a:pt x="214467" y="361116"/>
                  </a:lnTo>
                  <a:lnTo>
                    <a:pt x="213877" y="360909"/>
                  </a:lnTo>
                  <a:lnTo>
                    <a:pt x="213710" y="360383"/>
                  </a:lnTo>
                  <a:lnTo>
                    <a:pt x="213365" y="360052"/>
                  </a:lnTo>
                  <a:lnTo>
                    <a:pt x="212653" y="360068"/>
                  </a:lnTo>
                  <a:lnTo>
                    <a:pt x="212457" y="359974"/>
                  </a:lnTo>
                  <a:lnTo>
                    <a:pt x="211792" y="359910"/>
                  </a:lnTo>
                  <a:lnTo>
                    <a:pt x="211342" y="359887"/>
                  </a:lnTo>
                  <a:lnTo>
                    <a:pt x="211137" y="359973"/>
                  </a:lnTo>
                  <a:lnTo>
                    <a:pt x="210149" y="359761"/>
                  </a:lnTo>
                  <a:lnTo>
                    <a:pt x="209620" y="359197"/>
                  </a:lnTo>
                  <a:lnTo>
                    <a:pt x="209125" y="359224"/>
                  </a:lnTo>
                  <a:lnTo>
                    <a:pt x="208918" y="359267"/>
                  </a:lnTo>
                  <a:lnTo>
                    <a:pt x="208771" y="359298"/>
                  </a:lnTo>
                  <a:lnTo>
                    <a:pt x="208261" y="359151"/>
                  </a:lnTo>
                  <a:lnTo>
                    <a:pt x="208054" y="359421"/>
                  </a:lnTo>
                  <a:lnTo>
                    <a:pt x="207897" y="359454"/>
                  </a:lnTo>
                  <a:lnTo>
                    <a:pt x="207650" y="358667"/>
                  </a:lnTo>
                  <a:lnTo>
                    <a:pt x="207840" y="358653"/>
                  </a:lnTo>
                  <a:lnTo>
                    <a:pt x="208079" y="358054"/>
                  </a:lnTo>
                  <a:lnTo>
                    <a:pt x="208317" y="357756"/>
                  </a:lnTo>
                  <a:lnTo>
                    <a:pt x="208346" y="357452"/>
                  </a:lnTo>
                  <a:lnTo>
                    <a:pt x="207935" y="357196"/>
                  </a:lnTo>
                  <a:lnTo>
                    <a:pt x="207750" y="357332"/>
                  </a:lnTo>
                  <a:lnTo>
                    <a:pt x="207883" y="357496"/>
                  </a:lnTo>
                  <a:lnTo>
                    <a:pt x="207990" y="357673"/>
                  </a:lnTo>
                  <a:lnTo>
                    <a:pt x="207762" y="357836"/>
                  </a:lnTo>
                  <a:lnTo>
                    <a:pt x="207319" y="358035"/>
                  </a:lnTo>
                  <a:lnTo>
                    <a:pt x="206364" y="357985"/>
                  </a:lnTo>
                  <a:lnTo>
                    <a:pt x="205760" y="357000"/>
                  </a:lnTo>
                  <a:lnTo>
                    <a:pt x="206054" y="356900"/>
                  </a:lnTo>
                  <a:lnTo>
                    <a:pt x="206299" y="356831"/>
                  </a:lnTo>
                  <a:lnTo>
                    <a:pt x="206453" y="356810"/>
                  </a:lnTo>
                  <a:lnTo>
                    <a:pt x="207009" y="356782"/>
                  </a:lnTo>
                  <a:lnTo>
                    <a:pt x="207336" y="356766"/>
                  </a:lnTo>
                  <a:lnTo>
                    <a:pt x="208025" y="356687"/>
                  </a:lnTo>
                  <a:lnTo>
                    <a:pt x="208276" y="356954"/>
                  </a:lnTo>
                  <a:lnTo>
                    <a:pt x="208540" y="356664"/>
                  </a:lnTo>
                  <a:lnTo>
                    <a:pt x="208441" y="356529"/>
                  </a:lnTo>
                  <a:lnTo>
                    <a:pt x="208350" y="356283"/>
                  </a:lnTo>
                  <a:lnTo>
                    <a:pt x="208393" y="355997"/>
                  </a:lnTo>
                  <a:lnTo>
                    <a:pt x="208231" y="355421"/>
                  </a:lnTo>
                  <a:lnTo>
                    <a:pt x="207925" y="355476"/>
                  </a:lnTo>
                  <a:lnTo>
                    <a:pt x="207759" y="355492"/>
                  </a:lnTo>
                  <a:lnTo>
                    <a:pt x="207734" y="355321"/>
                  </a:lnTo>
                  <a:lnTo>
                    <a:pt x="207706" y="355124"/>
                  </a:lnTo>
                  <a:lnTo>
                    <a:pt x="208368" y="355017"/>
                  </a:lnTo>
                  <a:lnTo>
                    <a:pt x="208875" y="354946"/>
                  </a:lnTo>
                  <a:lnTo>
                    <a:pt x="208865" y="354445"/>
                  </a:lnTo>
                  <a:lnTo>
                    <a:pt x="208860" y="354237"/>
                  </a:lnTo>
                  <a:lnTo>
                    <a:pt x="208850" y="353791"/>
                  </a:lnTo>
                  <a:lnTo>
                    <a:pt x="208838" y="353423"/>
                  </a:lnTo>
                  <a:lnTo>
                    <a:pt x="208820" y="352610"/>
                  </a:lnTo>
                  <a:lnTo>
                    <a:pt x="209019" y="352612"/>
                  </a:lnTo>
                  <a:lnTo>
                    <a:pt x="209200" y="351954"/>
                  </a:lnTo>
                  <a:lnTo>
                    <a:pt x="209895" y="351732"/>
                  </a:lnTo>
                  <a:lnTo>
                    <a:pt x="210180" y="351452"/>
                  </a:lnTo>
                  <a:lnTo>
                    <a:pt x="209845" y="350915"/>
                  </a:lnTo>
                  <a:lnTo>
                    <a:pt x="210064" y="350763"/>
                  </a:lnTo>
                  <a:lnTo>
                    <a:pt x="210131" y="350058"/>
                  </a:lnTo>
                  <a:lnTo>
                    <a:pt x="210143" y="349878"/>
                  </a:lnTo>
                  <a:lnTo>
                    <a:pt x="210147" y="349666"/>
                  </a:lnTo>
                  <a:lnTo>
                    <a:pt x="210320" y="349632"/>
                  </a:lnTo>
                  <a:lnTo>
                    <a:pt x="210641" y="349542"/>
                  </a:lnTo>
                  <a:lnTo>
                    <a:pt x="210811" y="349249"/>
                  </a:lnTo>
                  <a:lnTo>
                    <a:pt x="210660" y="348922"/>
                  </a:lnTo>
                  <a:lnTo>
                    <a:pt x="210480" y="348541"/>
                  </a:lnTo>
                  <a:lnTo>
                    <a:pt x="210444" y="348338"/>
                  </a:lnTo>
                  <a:lnTo>
                    <a:pt x="210631" y="348060"/>
                  </a:lnTo>
                  <a:lnTo>
                    <a:pt x="210830" y="347906"/>
                  </a:lnTo>
                  <a:lnTo>
                    <a:pt x="210940" y="347640"/>
                  </a:lnTo>
                  <a:lnTo>
                    <a:pt x="211091" y="347190"/>
                  </a:lnTo>
                  <a:lnTo>
                    <a:pt x="211501" y="346696"/>
                  </a:lnTo>
                  <a:lnTo>
                    <a:pt x="211705" y="346474"/>
                  </a:lnTo>
                  <a:lnTo>
                    <a:pt x="211816" y="346220"/>
                  </a:lnTo>
                  <a:lnTo>
                    <a:pt x="211633" y="345987"/>
                  </a:lnTo>
                  <a:lnTo>
                    <a:pt x="211120" y="345600"/>
                  </a:lnTo>
                  <a:lnTo>
                    <a:pt x="210552" y="345384"/>
                  </a:lnTo>
                  <a:lnTo>
                    <a:pt x="210278" y="345405"/>
                  </a:lnTo>
                  <a:lnTo>
                    <a:pt x="209744" y="345316"/>
                  </a:lnTo>
                  <a:lnTo>
                    <a:pt x="209405" y="345326"/>
                  </a:lnTo>
                  <a:lnTo>
                    <a:pt x="208994" y="345127"/>
                  </a:lnTo>
                  <a:lnTo>
                    <a:pt x="208994" y="344906"/>
                  </a:lnTo>
                  <a:lnTo>
                    <a:pt x="208423" y="345044"/>
                  </a:lnTo>
                  <a:lnTo>
                    <a:pt x="208186" y="345220"/>
                  </a:lnTo>
                  <a:lnTo>
                    <a:pt x="207842" y="345353"/>
                  </a:lnTo>
                  <a:lnTo>
                    <a:pt x="207557" y="345327"/>
                  </a:lnTo>
                  <a:lnTo>
                    <a:pt x="207217" y="345362"/>
                  </a:lnTo>
                  <a:lnTo>
                    <a:pt x="207001" y="345355"/>
                  </a:lnTo>
                  <a:lnTo>
                    <a:pt x="206850" y="345346"/>
                  </a:lnTo>
                  <a:lnTo>
                    <a:pt x="206471" y="345161"/>
                  </a:lnTo>
                  <a:lnTo>
                    <a:pt x="205948" y="344898"/>
                  </a:lnTo>
                  <a:lnTo>
                    <a:pt x="205436" y="344738"/>
                  </a:lnTo>
                  <a:lnTo>
                    <a:pt x="204962" y="345122"/>
                  </a:lnTo>
                  <a:lnTo>
                    <a:pt x="204082" y="344881"/>
                  </a:lnTo>
                  <a:lnTo>
                    <a:pt x="203875" y="344911"/>
                  </a:lnTo>
                  <a:lnTo>
                    <a:pt x="203576" y="345073"/>
                  </a:lnTo>
                  <a:lnTo>
                    <a:pt x="202913" y="345269"/>
                  </a:lnTo>
                  <a:lnTo>
                    <a:pt x="203189" y="345707"/>
                  </a:lnTo>
                  <a:lnTo>
                    <a:pt x="203245" y="346117"/>
                  </a:lnTo>
                  <a:lnTo>
                    <a:pt x="203030" y="346197"/>
                  </a:lnTo>
                  <a:lnTo>
                    <a:pt x="202897" y="346204"/>
                  </a:lnTo>
                  <a:lnTo>
                    <a:pt x="202670" y="346210"/>
                  </a:lnTo>
                  <a:lnTo>
                    <a:pt x="202528" y="346218"/>
                  </a:lnTo>
                  <a:lnTo>
                    <a:pt x="202430" y="346564"/>
                  </a:lnTo>
                  <a:lnTo>
                    <a:pt x="202411" y="346937"/>
                  </a:lnTo>
                  <a:lnTo>
                    <a:pt x="202642" y="347197"/>
                  </a:lnTo>
                  <a:lnTo>
                    <a:pt x="202772" y="347402"/>
                  </a:lnTo>
                  <a:lnTo>
                    <a:pt x="202604" y="347852"/>
                  </a:lnTo>
                  <a:lnTo>
                    <a:pt x="202517" y="348020"/>
                  </a:lnTo>
                  <a:lnTo>
                    <a:pt x="202257" y="348252"/>
                  </a:lnTo>
                  <a:lnTo>
                    <a:pt x="202031" y="348315"/>
                  </a:lnTo>
                  <a:lnTo>
                    <a:pt x="201808" y="348302"/>
                  </a:lnTo>
                  <a:lnTo>
                    <a:pt x="201493" y="348582"/>
                  </a:lnTo>
                  <a:lnTo>
                    <a:pt x="201075" y="347920"/>
                  </a:lnTo>
                  <a:lnTo>
                    <a:pt x="200969" y="347427"/>
                  </a:lnTo>
                  <a:lnTo>
                    <a:pt x="200193" y="346926"/>
                  </a:lnTo>
                  <a:lnTo>
                    <a:pt x="200978" y="346062"/>
                  </a:lnTo>
                  <a:lnTo>
                    <a:pt x="200277" y="345694"/>
                  </a:lnTo>
                  <a:lnTo>
                    <a:pt x="199292" y="345872"/>
                  </a:lnTo>
                  <a:lnTo>
                    <a:pt x="198538" y="345240"/>
                  </a:lnTo>
                  <a:lnTo>
                    <a:pt x="198242" y="345128"/>
                  </a:lnTo>
                  <a:lnTo>
                    <a:pt x="197265" y="345101"/>
                  </a:lnTo>
                  <a:lnTo>
                    <a:pt x="196991" y="345190"/>
                  </a:lnTo>
                  <a:lnTo>
                    <a:pt x="198118" y="343545"/>
                  </a:lnTo>
                  <a:lnTo>
                    <a:pt x="198036" y="343377"/>
                  </a:lnTo>
                  <a:lnTo>
                    <a:pt x="198722" y="342792"/>
                  </a:lnTo>
                  <a:lnTo>
                    <a:pt x="199151" y="342483"/>
                  </a:lnTo>
                  <a:lnTo>
                    <a:pt x="199153" y="342140"/>
                  </a:lnTo>
                  <a:lnTo>
                    <a:pt x="198803" y="340757"/>
                  </a:lnTo>
                  <a:lnTo>
                    <a:pt x="198564" y="340568"/>
                  </a:lnTo>
                  <a:lnTo>
                    <a:pt x="198466" y="340400"/>
                  </a:lnTo>
                  <a:lnTo>
                    <a:pt x="198185" y="340120"/>
                  </a:lnTo>
                  <a:lnTo>
                    <a:pt x="198202" y="339883"/>
                  </a:lnTo>
                  <a:lnTo>
                    <a:pt x="197565" y="339346"/>
                  </a:lnTo>
                  <a:lnTo>
                    <a:pt x="197273" y="339246"/>
                  </a:lnTo>
                  <a:lnTo>
                    <a:pt x="196665" y="339115"/>
                  </a:lnTo>
                  <a:lnTo>
                    <a:pt x="196415" y="339135"/>
                  </a:lnTo>
                  <a:lnTo>
                    <a:pt x="196109" y="339141"/>
                  </a:lnTo>
                  <a:lnTo>
                    <a:pt x="195623" y="338527"/>
                  </a:lnTo>
                  <a:lnTo>
                    <a:pt x="195297" y="338240"/>
                  </a:lnTo>
                  <a:lnTo>
                    <a:pt x="195721" y="336930"/>
                  </a:lnTo>
                  <a:lnTo>
                    <a:pt x="195594" y="336894"/>
                  </a:lnTo>
                  <a:lnTo>
                    <a:pt x="194041" y="336368"/>
                  </a:lnTo>
                  <a:lnTo>
                    <a:pt x="193225" y="336100"/>
                  </a:lnTo>
                  <a:lnTo>
                    <a:pt x="193496" y="336030"/>
                  </a:lnTo>
                  <a:lnTo>
                    <a:pt x="193646" y="336056"/>
                  </a:lnTo>
                  <a:lnTo>
                    <a:pt x="193732" y="335874"/>
                  </a:lnTo>
                  <a:lnTo>
                    <a:pt x="193860" y="335598"/>
                  </a:lnTo>
                  <a:lnTo>
                    <a:pt x="193733" y="335444"/>
                  </a:lnTo>
                  <a:lnTo>
                    <a:pt x="193772" y="334913"/>
                  </a:lnTo>
                  <a:lnTo>
                    <a:pt x="193855" y="334313"/>
                  </a:lnTo>
                  <a:lnTo>
                    <a:pt x="194125" y="334292"/>
                  </a:lnTo>
                  <a:lnTo>
                    <a:pt x="194176" y="333923"/>
                  </a:lnTo>
                  <a:lnTo>
                    <a:pt x="194027" y="333423"/>
                  </a:lnTo>
                  <a:lnTo>
                    <a:pt x="193557" y="332720"/>
                  </a:lnTo>
                  <a:lnTo>
                    <a:pt x="193469" y="332589"/>
                  </a:lnTo>
                  <a:lnTo>
                    <a:pt x="193298" y="332034"/>
                  </a:lnTo>
                  <a:lnTo>
                    <a:pt x="193380" y="331672"/>
                  </a:lnTo>
                  <a:lnTo>
                    <a:pt x="193009" y="331203"/>
                  </a:lnTo>
                  <a:lnTo>
                    <a:pt x="192411" y="330447"/>
                  </a:lnTo>
                  <a:lnTo>
                    <a:pt x="192252" y="330210"/>
                  </a:lnTo>
                  <a:lnTo>
                    <a:pt x="192140" y="329136"/>
                  </a:lnTo>
                  <a:lnTo>
                    <a:pt x="191868" y="329015"/>
                  </a:lnTo>
                  <a:lnTo>
                    <a:pt x="191732" y="329027"/>
                  </a:lnTo>
                  <a:lnTo>
                    <a:pt x="191640" y="328606"/>
                  </a:lnTo>
                  <a:lnTo>
                    <a:pt x="191622" y="328219"/>
                  </a:lnTo>
                  <a:lnTo>
                    <a:pt x="191820" y="328284"/>
                  </a:lnTo>
                  <a:lnTo>
                    <a:pt x="191907" y="328152"/>
                  </a:lnTo>
                  <a:lnTo>
                    <a:pt x="191732" y="327802"/>
                  </a:lnTo>
                  <a:lnTo>
                    <a:pt x="191473" y="327854"/>
                  </a:lnTo>
                  <a:lnTo>
                    <a:pt x="191511" y="327719"/>
                  </a:lnTo>
                  <a:lnTo>
                    <a:pt x="191792" y="327550"/>
                  </a:lnTo>
                  <a:lnTo>
                    <a:pt x="191946" y="327581"/>
                  </a:lnTo>
                  <a:lnTo>
                    <a:pt x="192295" y="327585"/>
                  </a:lnTo>
                  <a:lnTo>
                    <a:pt x="192464" y="327102"/>
                  </a:lnTo>
                  <a:lnTo>
                    <a:pt x="191964" y="326934"/>
                  </a:lnTo>
                  <a:lnTo>
                    <a:pt x="191806" y="326869"/>
                  </a:lnTo>
                  <a:lnTo>
                    <a:pt x="191798" y="326474"/>
                  </a:lnTo>
                  <a:lnTo>
                    <a:pt x="191891" y="326324"/>
                  </a:lnTo>
                  <a:lnTo>
                    <a:pt x="191986" y="326196"/>
                  </a:lnTo>
                  <a:lnTo>
                    <a:pt x="192180" y="326083"/>
                  </a:lnTo>
                  <a:lnTo>
                    <a:pt x="192404" y="326192"/>
                  </a:lnTo>
                  <a:lnTo>
                    <a:pt x="192467" y="326054"/>
                  </a:lnTo>
                  <a:lnTo>
                    <a:pt x="192867" y="325624"/>
                  </a:lnTo>
                  <a:lnTo>
                    <a:pt x="192884" y="325444"/>
                  </a:lnTo>
                  <a:lnTo>
                    <a:pt x="192977" y="325187"/>
                  </a:lnTo>
                  <a:lnTo>
                    <a:pt x="193166" y="324852"/>
                  </a:lnTo>
                  <a:lnTo>
                    <a:pt x="193510" y="324526"/>
                  </a:lnTo>
                  <a:lnTo>
                    <a:pt x="193453" y="324307"/>
                  </a:lnTo>
                  <a:lnTo>
                    <a:pt x="193044" y="323854"/>
                  </a:lnTo>
                  <a:lnTo>
                    <a:pt x="193206" y="323590"/>
                  </a:lnTo>
                  <a:lnTo>
                    <a:pt x="193357" y="323613"/>
                  </a:lnTo>
                  <a:lnTo>
                    <a:pt x="193488" y="323373"/>
                  </a:lnTo>
                  <a:lnTo>
                    <a:pt x="194055" y="323493"/>
                  </a:lnTo>
                  <a:lnTo>
                    <a:pt x="194707" y="323514"/>
                  </a:lnTo>
                  <a:lnTo>
                    <a:pt x="195005" y="323642"/>
                  </a:lnTo>
                  <a:lnTo>
                    <a:pt x="195606" y="323487"/>
                  </a:lnTo>
                  <a:lnTo>
                    <a:pt x="195986" y="323652"/>
                  </a:lnTo>
                  <a:lnTo>
                    <a:pt x="196391" y="324161"/>
                  </a:lnTo>
                  <a:lnTo>
                    <a:pt x="196704" y="324794"/>
                  </a:lnTo>
                  <a:lnTo>
                    <a:pt x="197012" y="324905"/>
                  </a:lnTo>
                  <a:lnTo>
                    <a:pt x="197791" y="324830"/>
                  </a:lnTo>
                  <a:lnTo>
                    <a:pt x="197943" y="324810"/>
                  </a:lnTo>
                  <a:lnTo>
                    <a:pt x="198498" y="324851"/>
                  </a:lnTo>
                  <a:lnTo>
                    <a:pt x="198772" y="325011"/>
                  </a:lnTo>
                  <a:lnTo>
                    <a:pt x="199188" y="325101"/>
                  </a:lnTo>
                  <a:lnTo>
                    <a:pt x="199593" y="325011"/>
                  </a:lnTo>
                  <a:lnTo>
                    <a:pt x="199948" y="324619"/>
                  </a:lnTo>
                  <a:lnTo>
                    <a:pt x="199889" y="324393"/>
                  </a:lnTo>
                  <a:lnTo>
                    <a:pt x="200317" y="324137"/>
                  </a:lnTo>
                  <a:lnTo>
                    <a:pt x="200536" y="324080"/>
                  </a:lnTo>
                  <a:lnTo>
                    <a:pt x="201030" y="324069"/>
                  </a:lnTo>
                  <a:lnTo>
                    <a:pt x="201260" y="324134"/>
                  </a:lnTo>
                  <a:lnTo>
                    <a:pt x="201677" y="324410"/>
                  </a:lnTo>
                  <a:lnTo>
                    <a:pt x="202107" y="324835"/>
                  </a:lnTo>
                  <a:lnTo>
                    <a:pt x="202746" y="324763"/>
                  </a:lnTo>
                  <a:lnTo>
                    <a:pt x="203194" y="325137"/>
                  </a:lnTo>
                  <a:lnTo>
                    <a:pt x="203734" y="324788"/>
                  </a:lnTo>
                  <a:lnTo>
                    <a:pt x="204673" y="324969"/>
                  </a:lnTo>
                  <a:lnTo>
                    <a:pt x="204873" y="324697"/>
                  </a:lnTo>
                  <a:lnTo>
                    <a:pt x="204852" y="324506"/>
                  </a:lnTo>
                  <a:lnTo>
                    <a:pt x="204831" y="324309"/>
                  </a:lnTo>
                  <a:lnTo>
                    <a:pt x="204876" y="324130"/>
                  </a:lnTo>
                  <a:lnTo>
                    <a:pt x="204975" y="323801"/>
                  </a:lnTo>
                  <a:lnTo>
                    <a:pt x="205212" y="323254"/>
                  </a:lnTo>
                  <a:lnTo>
                    <a:pt x="205156" y="323066"/>
                  </a:lnTo>
                  <a:lnTo>
                    <a:pt x="205212" y="322887"/>
                  </a:lnTo>
                  <a:lnTo>
                    <a:pt x="205193" y="322724"/>
                  </a:lnTo>
                  <a:lnTo>
                    <a:pt x="205013" y="322413"/>
                  </a:lnTo>
                  <a:lnTo>
                    <a:pt x="204698" y="322299"/>
                  </a:lnTo>
                  <a:lnTo>
                    <a:pt x="204458" y="322055"/>
                  </a:lnTo>
                  <a:lnTo>
                    <a:pt x="204057" y="322055"/>
                  </a:lnTo>
                  <a:lnTo>
                    <a:pt x="203481" y="322451"/>
                  </a:lnTo>
                  <a:lnTo>
                    <a:pt x="203491" y="322625"/>
                  </a:lnTo>
                  <a:lnTo>
                    <a:pt x="203168" y="322590"/>
                  </a:lnTo>
                  <a:lnTo>
                    <a:pt x="202769" y="322366"/>
                  </a:lnTo>
                  <a:lnTo>
                    <a:pt x="202865" y="321506"/>
                  </a:lnTo>
                  <a:lnTo>
                    <a:pt x="203008" y="321179"/>
                  </a:lnTo>
                  <a:lnTo>
                    <a:pt x="203011" y="321039"/>
                  </a:lnTo>
                  <a:lnTo>
                    <a:pt x="203224" y="320887"/>
                  </a:lnTo>
                  <a:lnTo>
                    <a:pt x="203531" y="320937"/>
                  </a:lnTo>
                  <a:lnTo>
                    <a:pt x="204261" y="320394"/>
                  </a:lnTo>
                  <a:lnTo>
                    <a:pt x="204326" y="320140"/>
                  </a:lnTo>
                  <a:lnTo>
                    <a:pt x="203922" y="319776"/>
                  </a:lnTo>
                  <a:lnTo>
                    <a:pt x="203472" y="319781"/>
                  </a:lnTo>
                  <a:lnTo>
                    <a:pt x="203279" y="319563"/>
                  </a:lnTo>
                  <a:lnTo>
                    <a:pt x="203262" y="319380"/>
                  </a:lnTo>
                  <a:lnTo>
                    <a:pt x="203162" y="318914"/>
                  </a:lnTo>
                  <a:lnTo>
                    <a:pt x="202928" y="319024"/>
                  </a:lnTo>
                  <a:lnTo>
                    <a:pt x="202773" y="319102"/>
                  </a:lnTo>
                  <a:lnTo>
                    <a:pt x="202522" y="319125"/>
                  </a:lnTo>
                  <a:lnTo>
                    <a:pt x="202301" y="319133"/>
                  </a:lnTo>
                  <a:lnTo>
                    <a:pt x="201779" y="319030"/>
                  </a:lnTo>
                  <a:lnTo>
                    <a:pt x="201193" y="318526"/>
                  </a:lnTo>
                  <a:lnTo>
                    <a:pt x="201079" y="318261"/>
                  </a:lnTo>
                  <a:lnTo>
                    <a:pt x="200559" y="318215"/>
                  </a:lnTo>
                  <a:lnTo>
                    <a:pt x="200241" y="318330"/>
                  </a:lnTo>
                  <a:lnTo>
                    <a:pt x="200170" y="318864"/>
                  </a:lnTo>
                  <a:lnTo>
                    <a:pt x="199680" y="318902"/>
                  </a:lnTo>
                  <a:lnTo>
                    <a:pt x="199565" y="318625"/>
                  </a:lnTo>
                  <a:lnTo>
                    <a:pt x="199520" y="318418"/>
                  </a:lnTo>
                  <a:lnTo>
                    <a:pt x="199227" y="317946"/>
                  </a:lnTo>
                  <a:lnTo>
                    <a:pt x="198716" y="318281"/>
                  </a:lnTo>
                  <a:lnTo>
                    <a:pt x="198555" y="318435"/>
                  </a:lnTo>
                  <a:lnTo>
                    <a:pt x="198338" y="318413"/>
                  </a:lnTo>
                  <a:lnTo>
                    <a:pt x="198259" y="318282"/>
                  </a:lnTo>
                  <a:lnTo>
                    <a:pt x="198423" y="317638"/>
                  </a:lnTo>
                  <a:lnTo>
                    <a:pt x="198651" y="317444"/>
                  </a:lnTo>
                  <a:lnTo>
                    <a:pt x="198470" y="317212"/>
                  </a:lnTo>
                  <a:lnTo>
                    <a:pt x="198419" y="316595"/>
                  </a:lnTo>
                  <a:lnTo>
                    <a:pt x="198305" y="316401"/>
                  </a:lnTo>
                  <a:lnTo>
                    <a:pt x="198061" y="316324"/>
                  </a:lnTo>
                  <a:lnTo>
                    <a:pt x="197708" y="315855"/>
                  </a:lnTo>
                  <a:lnTo>
                    <a:pt x="197382" y="315374"/>
                  </a:lnTo>
                  <a:lnTo>
                    <a:pt x="196931" y="315092"/>
                  </a:lnTo>
                  <a:lnTo>
                    <a:pt x="196878" y="314841"/>
                  </a:lnTo>
                  <a:lnTo>
                    <a:pt x="196625" y="314705"/>
                  </a:lnTo>
                  <a:lnTo>
                    <a:pt x="196468" y="314656"/>
                  </a:lnTo>
                  <a:lnTo>
                    <a:pt x="196307" y="314543"/>
                  </a:lnTo>
                  <a:lnTo>
                    <a:pt x="196253" y="314376"/>
                  </a:lnTo>
                  <a:lnTo>
                    <a:pt x="195977" y="314101"/>
                  </a:lnTo>
                  <a:lnTo>
                    <a:pt x="195455" y="314256"/>
                  </a:lnTo>
                  <a:lnTo>
                    <a:pt x="195257" y="314093"/>
                  </a:lnTo>
                  <a:lnTo>
                    <a:pt x="194879" y="313713"/>
                  </a:lnTo>
                  <a:lnTo>
                    <a:pt x="194817" y="313490"/>
                  </a:lnTo>
                  <a:lnTo>
                    <a:pt x="194842" y="312958"/>
                  </a:lnTo>
                  <a:lnTo>
                    <a:pt x="194680" y="312840"/>
                  </a:lnTo>
                  <a:lnTo>
                    <a:pt x="194347" y="312281"/>
                  </a:lnTo>
                  <a:lnTo>
                    <a:pt x="194545" y="311799"/>
                  </a:lnTo>
                  <a:lnTo>
                    <a:pt x="194628" y="311419"/>
                  </a:lnTo>
                  <a:lnTo>
                    <a:pt x="194507" y="311164"/>
                  </a:lnTo>
                  <a:lnTo>
                    <a:pt x="194190" y="311019"/>
                  </a:lnTo>
                  <a:lnTo>
                    <a:pt x="193440" y="310801"/>
                  </a:lnTo>
                  <a:lnTo>
                    <a:pt x="193304" y="310847"/>
                  </a:lnTo>
                  <a:lnTo>
                    <a:pt x="192915" y="310949"/>
                  </a:lnTo>
                  <a:lnTo>
                    <a:pt x="192539" y="311010"/>
                  </a:lnTo>
                  <a:lnTo>
                    <a:pt x="191882" y="311087"/>
                  </a:lnTo>
                  <a:lnTo>
                    <a:pt x="191390" y="311025"/>
                  </a:lnTo>
                  <a:lnTo>
                    <a:pt x="190959" y="310840"/>
                  </a:lnTo>
                  <a:lnTo>
                    <a:pt x="190344" y="310337"/>
                  </a:lnTo>
                  <a:lnTo>
                    <a:pt x="189947" y="310252"/>
                  </a:lnTo>
                  <a:lnTo>
                    <a:pt x="189479" y="310021"/>
                  </a:lnTo>
                  <a:lnTo>
                    <a:pt x="188882" y="309754"/>
                  </a:lnTo>
                  <a:lnTo>
                    <a:pt x="188740" y="309720"/>
                  </a:lnTo>
                  <a:lnTo>
                    <a:pt x="188315" y="309746"/>
                  </a:lnTo>
                  <a:lnTo>
                    <a:pt x="187681" y="309973"/>
                  </a:lnTo>
                  <a:lnTo>
                    <a:pt x="187407" y="309947"/>
                  </a:lnTo>
                  <a:lnTo>
                    <a:pt x="187164" y="310103"/>
                  </a:lnTo>
                  <a:lnTo>
                    <a:pt x="187217" y="310382"/>
                  </a:lnTo>
                  <a:lnTo>
                    <a:pt x="187230" y="310604"/>
                  </a:lnTo>
                  <a:lnTo>
                    <a:pt x="186941" y="310837"/>
                  </a:lnTo>
                  <a:lnTo>
                    <a:pt x="186665" y="310916"/>
                  </a:lnTo>
                  <a:lnTo>
                    <a:pt x="186241" y="310873"/>
                  </a:lnTo>
                  <a:lnTo>
                    <a:pt x="185706" y="311073"/>
                  </a:lnTo>
                  <a:lnTo>
                    <a:pt x="185496" y="310968"/>
                  </a:lnTo>
                  <a:lnTo>
                    <a:pt x="185352" y="310898"/>
                  </a:lnTo>
                  <a:lnTo>
                    <a:pt x="185024" y="310809"/>
                  </a:lnTo>
                  <a:lnTo>
                    <a:pt x="184419" y="310992"/>
                  </a:lnTo>
                  <a:lnTo>
                    <a:pt x="184186" y="310970"/>
                  </a:lnTo>
                  <a:lnTo>
                    <a:pt x="183935" y="310621"/>
                  </a:lnTo>
                  <a:lnTo>
                    <a:pt x="183661" y="310082"/>
                  </a:lnTo>
                  <a:lnTo>
                    <a:pt x="183726" y="309802"/>
                  </a:lnTo>
                  <a:lnTo>
                    <a:pt x="183772" y="309538"/>
                  </a:lnTo>
                  <a:lnTo>
                    <a:pt x="183529" y="308841"/>
                  </a:lnTo>
                  <a:lnTo>
                    <a:pt x="183490" y="308489"/>
                  </a:lnTo>
                  <a:lnTo>
                    <a:pt x="183385" y="307958"/>
                  </a:lnTo>
                  <a:lnTo>
                    <a:pt x="183264" y="307748"/>
                  </a:lnTo>
                  <a:lnTo>
                    <a:pt x="183069" y="307892"/>
                  </a:lnTo>
                  <a:lnTo>
                    <a:pt x="182812" y="308041"/>
                  </a:lnTo>
                  <a:lnTo>
                    <a:pt x="182319" y="308258"/>
                  </a:lnTo>
                  <a:lnTo>
                    <a:pt x="181995" y="308372"/>
                  </a:lnTo>
                  <a:lnTo>
                    <a:pt x="181569" y="308356"/>
                  </a:lnTo>
                  <a:lnTo>
                    <a:pt x="181484" y="307858"/>
                  </a:lnTo>
                  <a:lnTo>
                    <a:pt x="181510" y="307594"/>
                  </a:lnTo>
                  <a:lnTo>
                    <a:pt x="181464" y="307383"/>
                  </a:lnTo>
                  <a:lnTo>
                    <a:pt x="181185" y="307093"/>
                  </a:lnTo>
                  <a:lnTo>
                    <a:pt x="180566" y="306736"/>
                  </a:lnTo>
                  <a:lnTo>
                    <a:pt x="180447" y="306161"/>
                  </a:lnTo>
                  <a:lnTo>
                    <a:pt x="180427" y="305347"/>
                  </a:lnTo>
                  <a:lnTo>
                    <a:pt x="179879" y="305249"/>
                  </a:lnTo>
                  <a:lnTo>
                    <a:pt x="179736" y="304903"/>
                  </a:lnTo>
                  <a:lnTo>
                    <a:pt x="179621" y="304444"/>
                  </a:lnTo>
                  <a:lnTo>
                    <a:pt x="179608" y="304245"/>
                  </a:lnTo>
                  <a:lnTo>
                    <a:pt x="179438" y="304055"/>
                  </a:lnTo>
                  <a:lnTo>
                    <a:pt x="179171" y="303658"/>
                  </a:lnTo>
                  <a:lnTo>
                    <a:pt x="178999" y="303418"/>
                  </a:lnTo>
                  <a:lnTo>
                    <a:pt x="178804" y="303406"/>
                  </a:lnTo>
                  <a:lnTo>
                    <a:pt x="178437" y="303486"/>
                  </a:lnTo>
                  <a:lnTo>
                    <a:pt x="178194" y="303084"/>
                  </a:lnTo>
                  <a:lnTo>
                    <a:pt x="178422" y="302528"/>
                  </a:lnTo>
                  <a:lnTo>
                    <a:pt x="178777" y="302212"/>
                  </a:lnTo>
                  <a:lnTo>
                    <a:pt x="178911" y="302131"/>
                  </a:lnTo>
                  <a:lnTo>
                    <a:pt x="178803" y="301801"/>
                  </a:lnTo>
                  <a:lnTo>
                    <a:pt x="178811" y="300830"/>
                  </a:lnTo>
                  <a:lnTo>
                    <a:pt x="179124" y="300593"/>
                  </a:lnTo>
                  <a:lnTo>
                    <a:pt x="179425" y="300306"/>
                  </a:lnTo>
                  <a:lnTo>
                    <a:pt x="179763" y="299934"/>
                  </a:lnTo>
                  <a:lnTo>
                    <a:pt x="179983" y="299652"/>
                  </a:lnTo>
                  <a:lnTo>
                    <a:pt x="179265" y="299014"/>
                  </a:lnTo>
                  <a:lnTo>
                    <a:pt x="178697" y="298691"/>
                  </a:lnTo>
                  <a:lnTo>
                    <a:pt x="178637" y="298422"/>
                  </a:lnTo>
                  <a:lnTo>
                    <a:pt x="178372" y="297887"/>
                  </a:lnTo>
                  <a:lnTo>
                    <a:pt x="178360" y="297409"/>
                  </a:lnTo>
                  <a:lnTo>
                    <a:pt x="177615" y="296734"/>
                  </a:lnTo>
                  <a:lnTo>
                    <a:pt x="177424" y="296455"/>
                  </a:lnTo>
                  <a:lnTo>
                    <a:pt x="178236" y="295817"/>
                  </a:lnTo>
                  <a:lnTo>
                    <a:pt x="178585" y="295768"/>
                  </a:lnTo>
                  <a:lnTo>
                    <a:pt x="178796" y="295618"/>
                  </a:lnTo>
                  <a:lnTo>
                    <a:pt x="179225" y="295722"/>
                  </a:lnTo>
                  <a:lnTo>
                    <a:pt x="180048" y="295738"/>
                  </a:lnTo>
                  <a:lnTo>
                    <a:pt x="179913" y="295369"/>
                  </a:lnTo>
                  <a:lnTo>
                    <a:pt x="179652" y="294944"/>
                  </a:lnTo>
                  <a:lnTo>
                    <a:pt x="179322" y="294228"/>
                  </a:lnTo>
                  <a:lnTo>
                    <a:pt x="179392" y="293858"/>
                  </a:lnTo>
                  <a:lnTo>
                    <a:pt x="180620" y="293201"/>
                  </a:lnTo>
                  <a:lnTo>
                    <a:pt x="181141" y="292933"/>
                  </a:lnTo>
                  <a:lnTo>
                    <a:pt x="181797" y="292808"/>
                  </a:lnTo>
                  <a:lnTo>
                    <a:pt x="181992" y="292644"/>
                  </a:lnTo>
                  <a:lnTo>
                    <a:pt x="182130" y="292473"/>
                  </a:lnTo>
                  <a:lnTo>
                    <a:pt x="182312" y="292298"/>
                  </a:lnTo>
                  <a:lnTo>
                    <a:pt x="182495" y="292236"/>
                  </a:lnTo>
                  <a:lnTo>
                    <a:pt x="183087" y="292327"/>
                  </a:lnTo>
                  <a:lnTo>
                    <a:pt x="184005" y="292061"/>
                  </a:lnTo>
                  <a:lnTo>
                    <a:pt x="184180" y="292136"/>
                  </a:lnTo>
                  <a:lnTo>
                    <a:pt x="184686" y="292367"/>
                  </a:lnTo>
                  <a:lnTo>
                    <a:pt x="185482" y="293051"/>
                  </a:lnTo>
                  <a:lnTo>
                    <a:pt x="185713" y="293156"/>
                  </a:lnTo>
                  <a:lnTo>
                    <a:pt x="186040" y="293029"/>
                  </a:lnTo>
                  <a:lnTo>
                    <a:pt x="186250" y="292805"/>
                  </a:lnTo>
                  <a:lnTo>
                    <a:pt x="186572" y="292617"/>
                  </a:lnTo>
                  <a:lnTo>
                    <a:pt x="186946" y="292595"/>
                  </a:lnTo>
                  <a:lnTo>
                    <a:pt x="187539" y="292725"/>
                  </a:lnTo>
                  <a:lnTo>
                    <a:pt x="187909" y="292193"/>
                  </a:lnTo>
                  <a:lnTo>
                    <a:pt x="187596" y="292012"/>
                  </a:lnTo>
                  <a:lnTo>
                    <a:pt x="187105" y="290809"/>
                  </a:lnTo>
                  <a:lnTo>
                    <a:pt x="187230" y="290531"/>
                  </a:lnTo>
                  <a:lnTo>
                    <a:pt x="187471" y="289458"/>
                  </a:lnTo>
                  <a:lnTo>
                    <a:pt x="187871" y="289069"/>
                  </a:lnTo>
                  <a:lnTo>
                    <a:pt x="187868" y="289262"/>
                  </a:lnTo>
                  <a:lnTo>
                    <a:pt x="188061" y="289698"/>
                  </a:lnTo>
                  <a:lnTo>
                    <a:pt x="188457" y="289658"/>
                  </a:lnTo>
                  <a:lnTo>
                    <a:pt x="188733" y="289565"/>
                  </a:lnTo>
                  <a:lnTo>
                    <a:pt x="188967" y="289251"/>
                  </a:lnTo>
                  <a:lnTo>
                    <a:pt x="188996" y="289059"/>
                  </a:lnTo>
                  <a:lnTo>
                    <a:pt x="188940" y="288580"/>
                  </a:lnTo>
                  <a:lnTo>
                    <a:pt x="188898" y="288290"/>
                  </a:lnTo>
                  <a:lnTo>
                    <a:pt x="189136" y="288242"/>
                  </a:lnTo>
                  <a:lnTo>
                    <a:pt x="189518" y="288244"/>
                  </a:lnTo>
                  <a:lnTo>
                    <a:pt x="189836" y="288490"/>
                  </a:lnTo>
                  <a:lnTo>
                    <a:pt x="190224" y="289193"/>
                  </a:lnTo>
                  <a:lnTo>
                    <a:pt x="190618" y="289277"/>
                  </a:lnTo>
                  <a:lnTo>
                    <a:pt x="191310" y="289089"/>
                  </a:lnTo>
                  <a:lnTo>
                    <a:pt x="191472" y="288449"/>
                  </a:lnTo>
                  <a:lnTo>
                    <a:pt x="191927" y="288060"/>
                  </a:lnTo>
                  <a:lnTo>
                    <a:pt x="191694" y="287645"/>
                  </a:lnTo>
                  <a:lnTo>
                    <a:pt x="191242" y="287224"/>
                  </a:lnTo>
                  <a:lnTo>
                    <a:pt x="191042" y="287072"/>
                  </a:lnTo>
                  <a:lnTo>
                    <a:pt x="190311" y="286916"/>
                  </a:lnTo>
                  <a:lnTo>
                    <a:pt x="189603" y="287131"/>
                  </a:lnTo>
                  <a:lnTo>
                    <a:pt x="188701" y="286950"/>
                  </a:lnTo>
                  <a:lnTo>
                    <a:pt x="187816" y="286562"/>
                  </a:lnTo>
                  <a:lnTo>
                    <a:pt x="187307" y="286411"/>
                  </a:lnTo>
                  <a:lnTo>
                    <a:pt x="186916" y="286397"/>
                  </a:lnTo>
                  <a:lnTo>
                    <a:pt x="186110" y="286611"/>
                  </a:lnTo>
                  <a:lnTo>
                    <a:pt x="185436" y="286846"/>
                  </a:lnTo>
                  <a:lnTo>
                    <a:pt x="184912" y="286963"/>
                  </a:lnTo>
                  <a:lnTo>
                    <a:pt x="184533" y="287108"/>
                  </a:lnTo>
                  <a:lnTo>
                    <a:pt x="183784" y="287134"/>
                  </a:lnTo>
                  <a:lnTo>
                    <a:pt x="183524" y="287680"/>
                  </a:lnTo>
                  <a:lnTo>
                    <a:pt x="183335" y="287776"/>
                  </a:lnTo>
                  <a:lnTo>
                    <a:pt x="182594" y="287957"/>
                  </a:lnTo>
                  <a:lnTo>
                    <a:pt x="181286" y="287835"/>
                  </a:lnTo>
                  <a:lnTo>
                    <a:pt x="181061" y="287778"/>
                  </a:lnTo>
                  <a:lnTo>
                    <a:pt x="180741" y="287556"/>
                  </a:lnTo>
                  <a:lnTo>
                    <a:pt x="180260" y="286960"/>
                  </a:lnTo>
                  <a:lnTo>
                    <a:pt x="179849" y="286696"/>
                  </a:lnTo>
                  <a:lnTo>
                    <a:pt x="179520" y="286829"/>
                  </a:lnTo>
                  <a:lnTo>
                    <a:pt x="178993" y="286956"/>
                  </a:lnTo>
                  <a:lnTo>
                    <a:pt x="178660" y="286727"/>
                  </a:lnTo>
                  <a:lnTo>
                    <a:pt x="178405" y="286510"/>
                  </a:lnTo>
                  <a:lnTo>
                    <a:pt x="177707" y="286128"/>
                  </a:lnTo>
                  <a:lnTo>
                    <a:pt x="177328" y="285996"/>
                  </a:lnTo>
                  <a:lnTo>
                    <a:pt x="176611" y="285921"/>
                  </a:lnTo>
                  <a:lnTo>
                    <a:pt x="175673" y="285860"/>
                  </a:lnTo>
                  <a:lnTo>
                    <a:pt x="175012" y="285911"/>
                  </a:lnTo>
                  <a:lnTo>
                    <a:pt x="174113" y="285866"/>
                  </a:lnTo>
                  <a:lnTo>
                    <a:pt x="173857" y="285782"/>
                  </a:lnTo>
                  <a:lnTo>
                    <a:pt x="173031" y="285639"/>
                  </a:lnTo>
                  <a:lnTo>
                    <a:pt x="172875" y="285421"/>
                  </a:lnTo>
                  <a:lnTo>
                    <a:pt x="172729" y="285323"/>
                  </a:lnTo>
                  <a:lnTo>
                    <a:pt x="172157" y="285406"/>
                  </a:lnTo>
                  <a:lnTo>
                    <a:pt x="171944" y="285468"/>
                  </a:lnTo>
                  <a:lnTo>
                    <a:pt x="171725" y="285538"/>
                  </a:lnTo>
                  <a:lnTo>
                    <a:pt x="171547" y="285601"/>
                  </a:lnTo>
                  <a:lnTo>
                    <a:pt x="171013" y="285641"/>
                  </a:lnTo>
                  <a:lnTo>
                    <a:pt x="170329" y="285626"/>
                  </a:lnTo>
                  <a:lnTo>
                    <a:pt x="169662" y="285689"/>
                  </a:lnTo>
                  <a:lnTo>
                    <a:pt x="169426" y="285801"/>
                  </a:lnTo>
                  <a:lnTo>
                    <a:pt x="169298" y="285885"/>
                  </a:lnTo>
                  <a:lnTo>
                    <a:pt x="168907" y="286042"/>
                  </a:lnTo>
                  <a:lnTo>
                    <a:pt x="167699" y="285844"/>
                  </a:lnTo>
                  <a:lnTo>
                    <a:pt x="166998" y="285522"/>
                  </a:lnTo>
                  <a:lnTo>
                    <a:pt x="166696" y="285530"/>
                  </a:lnTo>
                  <a:lnTo>
                    <a:pt x="166021" y="284899"/>
                  </a:lnTo>
                  <a:lnTo>
                    <a:pt x="165842" y="284700"/>
                  </a:lnTo>
                  <a:lnTo>
                    <a:pt x="165701" y="284563"/>
                  </a:lnTo>
                  <a:lnTo>
                    <a:pt x="165222" y="284313"/>
                  </a:lnTo>
                  <a:lnTo>
                    <a:pt x="165017" y="284216"/>
                  </a:lnTo>
                  <a:lnTo>
                    <a:pt x="164838" y="283994"/>
                  </a:lnTo>
                  <a:lnTo>
                    <a:pt x="164553" y="283502"/>
                  </a:lnTo>
                  <a:lnTo>
                    <a:pt x="164132" y="283234"/>
                  </a:lnTo>
                  <a:lnTo>
                    <a:pt x="164016" y="282834"/>
                  </a:lnTo>
                  <a:lnTo>
                    <a:pt x="164116" y="282470"/>
                  </a:lnTo>
                  <a:lnTo>
                    <a:pt x="164046" y="282318"/>
                  </a:lnTo>
                  <a:lnTo>
                    <a:pt x="163878" y="281710"/>
                  </a:lnTo>
                  <a:lnTo>
                    <a:pt x="163532" y="281631"/>
                  </a:lnTo>
                  <a:lnTo>
                    <a:pt x="163337" y="281589"/>
                  </a:lnTo>
                  <a:lnTo>
                    <a:pt x="162770" y="281557"/>
                  </a:lnTo>
                  <a:lnTo>
                    <a:pt x="162492" y="281360"/>
                  </a:lnTo>
                  <a:lnTo>
                    <a:pt x="162657" y="281177"/>
                  </a:lnTo>
                  <a:lnTo>
                    <a:pt x="162672" y="281037"/>
                  </a:lnTo>
                  <a:lnTo>
                    <a:pt x="162642" y="280451"/>
                  </a:lnTo>
                  <a:lnTo>
                    <a:pt x="162370" y="280411"/>
                  </a:lnTo>
                  <a:lnTo>
                    <a:pt x="162242" y="280263"/>
                  </a:lnTo>
                  <a:lnTo>
                    <a:pt x="161952" y="280011"/>
                  </a:lnTo>
                  <a:lnTo>
                    <a:pt x="162004" y="279820"/>
                  </a:lnTo>
                  <a:lnTo>
                    <a:pt x="161903" y="279401"/>
                  </a:lnTo>
                  <a:lnTo>
                    <a:pt x="161681" y="279157"/>
                  </a:lnTo>
                  <a:lnTo>
                    <a:pt x="160796" y="278443"/>
                  </a:lnTo>
                  <a:lnTo>
                    <a:pt x="160417" y="278268"/>
                  </a:lnTo>
                  <a:lnTo>
                    <a:pt x="159800" y="278092"/>
                  </a:lnTo>
                  <a:lnTo>
                    <a:pt x="159591" y="278041"/>
                  </a:lnTo>
                  <a:lnTo>
                    <a:pt x="159232" y="277903"/>
                  </a:lnTo>
                  <a:lnTo>
                    <a:pt x="159071" y="277731"/>
                  </a:lnTo>
                  <a:lnTo>
                    <a:pt x="158235" y="278051"/>
                  </a:lnTo>
                  <a:lnTo>
                    <a:pt x="158181" y="277911"/>
                  </a:lnTo>
                  <a:lnTo>
                    <a:pt x="158077" y="277500"/>
                  </a:lnTo>
                  <a:lnTo>
                    <a:pt x="157944" y="277206"/>
                  </a:lnTo>
                  <a:lnTo>
                    <a:pt x="157790" y="276899"/>
                  </a:lnTo>
                  <a:lnTo>
                    <a:pt x="157187" y="276240"/>
                  </a:lnTo>
                  <a:lnTo>
                    <a:pt x="157059" y="276134"/>
                  </a:lnTo>
                  <a:lnTo>
                    <a:pt x="156135" y="275911"/>
                  </a:lnTo>
                  <a:lnTo>
                    <a:pt x="156151" y="275607"/>
                  </a:lnTo>
                  <a:lnTo>
                    <a:pt x="155862" y="275426"/>
                  </a:lnTo>
                  <a:lnTo>
                    <a:pt x="154963" y="275067"/>
                  </a:lnTo>
                  <a:lnTo>
                    <a:pt x="154611" y="274758"/>
                  </a:lnTo>
                  <a:lnTo>
                    <a:pt x="154502" y="274619"/>
                  </a:lnTo>
                  <a:lnTo>
                    <a:pt x="154337" y="274490"/>
                  </a:lnTo>
                  <a:lnTo>
                    <a:pt x="154014" y="274246"/>
                  </a:lnTo>
                  <a:lnTo>
                    <a:pt x="154219" y="273743"/>
                  </a:lnTo>
                  <a:lnTo>
                    <a:pt x="154361" y="273556"/>
                  </a:lnTo>
                  <a:lnTo>
                    <a:pt x="154040" y="273376"/>
                  </a:lnTo>
                  <a:lnTo>
                    <a:pt x="153670" y="273108"/>
                  </a:lnTo>
                  <a:lnTo>
                    <a:pt x="153484" y="272818"/>
                  </a:lnTo>
                  <a:lnTo>
                    <a:pt x="153218" y="272580"/>
                  </a:lnTo>
                  <a:lnTo>
                    <a:pt x="152882" y="272172"/>
                  </a:lnTo>
                  <a:lnTo>
                    <a:pt x="152861" y="272022"/>
                  </a:lnTo>
                  <a:lnTo>
                    <a:pt x="152840" y="271892"/>
                  </a:lnTo>
                  <a:lnTo>
                    <a:pt x="152668" y="271494"/>
                  </a:lnTo>
                  <a:lnTo>
                    <a:pt x="152498" y="271326"/>
                  </a:lnTo>
                  <a:lnTo>
                    <a:pt x="152327" y="271071"/>
                  </a:lnTo>
                  <a:lnTo>
                    <a:pt x="152328" y="270861"/>
                  </a:lnTo>
                  <a:lnTo>
                    <a:pt x="152559" y="270320"/>
                  </a:lnTo>
                  <a:lnTo>
                    <a:pt x="152567" y="269814"/>
                  </a:lnTo>
                  <a:lnTo>
                    <a:pt x="152762" y="269423"/>
                  </a:lnTo>
                  <a:lnTo>
                    <a:pt x="152991" y="269134"/>
                  </a:lnTo>
                  <a:lnTo>
                    <a:pt x="153143" y="267788"/>
                  </a:lnTo>
                  <a:lnTo>
                    <a:pt x="152970" y="267357"/>
                  </a:lnTo>
                  <a:lnTo>
                    <a:pt x="152295" y="267286"/>
                  </a:lnTo>
                  <a:lnTo>
                    <a:pt x="151760" y="267074"/>
                  </a:lnTo>
                  <a:lnTo>
                    <a:pt x="151516" y="266937"/>
                  </a:lnTo>
                  <a:lnTo>
                    <a:pt x="151085" y="266481"/>
                  </a:lnTo>
                  <a:lnTo>
                    <a:pt x="150900" y="266389"/>
                  </a:lnTo>
                  <a:lnTo>
                    <a:pt x="150721" y="266371"/>
                  </a:lnTo>
                  <a:lnTo>
                    <a:pt x="150146" y="266325"/>
                  </a:lnTo>
                  <a:lnTo>
                    <a:pt x="149480" y="266795"/>
                  </a:lnTo>
                  <a:lnTo>
                    <a:pt x="149370" y="267665"/>
                  </a:lnTo>
                  <a:lnTo>
                    <a:pt x="149681" y="268124"/>
                  </a:lnTo>
                  <a:lnTo>
                    <a:pt x="149741" y="268462"/>
                  </a:lnTo>
                  <a:lnTo>
                    <a:pt x="149681" y="268624"/>
                  </a:lnTo>
                  <a:lnTo>
                    <a:pt x="149455" y="269186"/>
                  </a:lnTo>
                  <a:lnTo>
                    <a:pt x="149462" y="269689"/>
                  </a:lnTo>
                  <a:lnTo>
                    <a:pt x="149409" y="270274"/>
                  </a:lnTo>
                  <a:lnTo>
                    <a:pt x="149324" y="270509"/>
                  </a:lnTo>
                  <a:lnTo>
                    <a:pt x="148742" y="270880"/>
                  </a:lnTo>
                  <a:lnTo>
                    <a:pt x="148552" y="270933"/>
                  </a:lnTo>
                  <a:lnTo>
                    <a:pt x="148036" y="270769"/>
                  </a:lnTo>
                  <a:lnTo>
                    <a:pt x="147840" y="270621"/>
                  </a:lnTo>
                  <a:lnTo>
                    <a:pt x="147636" y="270391"/>
                  </a:lnTo>
                  <a:lnTo>
                    <a:pt x="146392" y="270251"/>
                  </a:lnTo>
                  <a:lnTo>
                    <a:pt x="146110" y="270204"/>
                  </a:lnTo>
                  <a:lnTo>
                    <a:pt x="145483" y="270358"/>
                  </a:lnTo>
                  <a:lnTo>
                    <a:pt x="145284" y="270502"/>
                  </a:lnTo>
                  <a:lnTo>
                    <a:pt x="144685" y="270917"/>
                  </a:lnTo>
                  <a:lnTo>
                    <a:pt x="144486" y="270935"/>
                  </a:lnTo>
                  <a:lnTo>
                    <a:pt x="144125" y="270881"/>
                  </a:lnTo>
                  <a:lnTo>
                    <a:pt x="143860" y="270799"/>
                  </a:lnTo>
                  <a:lnTo>
                    <a:pt x="143384" y="270651"/>
                  </a:lnTo>
                  <a:lnTo>
                    <a:pt x="143042" y="270621"/>
                  </a:lnTo>
                  <a:lnTo>
                    <a:pt x="142586" y="270631"/>
                  </a:lnTo>
                  <a:lnTo>
                    <a:pt x="142353" y="270489"/>
                  </a:lnTo>
                  <a:lnTo>
                    <a:pt x="142190" y="270433"/>
                  </a:lnTo>
                  <a:lnTo>
                    <a:pt x="141797" y="270675"/>
                  </a:lnTo>
                  <a:lnTo>
                    <a:pt x="141703" y="270929"/>
                  </a:lnTo>
                  <a:lnTo>
                    <a:pt x="141612" y="271240"/>
                  </a:lnTo>
                  <a:lnTo>
                    <a:pt x="141568" y="271747"/>
                  </a:lnTo>
                  <a:lnTo>
                    <a:pt x="141647" y="272233"/>
                  </a:lnTo>
                  <a:lnTo>
                    <a:pt x="142114" y="273118"/>
                  </a:lnTo>
                  <a:lnTo>
                    <a:pt x="142398" y="273588"/>
                  </a:lnTo>
                  <a:lnTo>
                    <a:pt x="142657" y="273891"/>
                  </a:lnTo>
                  <a:lnTo>
                    <a:pt x="142824" y="274931"/>
                  </a:lnTo>
                  <a:lnTo>
                    <a:pt x="142533" y="275174"/>
                  </a:lnTo>
                  <a:lnTo>
                    <a:pt x="141845" y="274923"/>
                  </a:lnTo>
                  <a:lnTo>
                    <a:pt x="141393" y="274975"/>
                  </a:lnTo>
                  <a:lnTo>
                    <a:pt x="140857" y="274971"/>
                  </a:lnTo>
                  <a:lnTo>
                    <a:pt x="140555" y="274808"/>
                  </a:lnTo>
                  <a:lnTo>
                    <a:pt x="139860" y="274961"/>
                  </a:lnTo>
                  <a:lnTo>
                    <a:pt x="139114" y="274648"/>
                  </a:lnTo>
                  <a:lnTo>
                    <a:pt x="138715" y="274113"/>
                  </a:lnTo>
                  <a:lnTo>
                    <a:pt x="138432" y="273692"/>
                  </a:lnTo>
                  <a:lnTo>
                    <a:pt x="138329" y="273396"/>
                  </a:lnTo>
                  <a:lnTo>
                    <a:pt x="138140" y="273015"/>
                  </a:lnTo>
                  <a:lnTo>
                    <a:pt x="138033" y="272818"/>
                  </a:lnTo>
                  <a:lnTo>
                    <a:pt x="137761" y="272621"/>
                  </a:lnTo>
                  <a:lnTo>
                    <a:pt x="137476" y="272764"/>
                  </a:lnTo>
                  <a:lnTo>
                    <a:pt x="136778" y="273041"/>
                  </a:lnTo>
                  <a:lnTo>
                    <a:pt x="136348" y="273329"/>
                  </a:lnTo>
                  <a:lnTo>
                    <a:pt x="136050" y="273844"/>
                  </a:lnTo>
                  <a:lnTo>
                    <a:pt x="136065" y="274714"/>
                  </a:lnTo>
                  <a:lnTo>
                    <a:pt x="136562" y="275263"/>
                  </a:lnTo>
                  <a:lnTo>
                    <a:pt x="136744" y="275420"/>
                  </a:lnTo>
                  <a:lnTo>
                    <a:pt x="137298" y="275778"/>
                  </a:lnTo>
                  <a:lnTo>
                    <a:pt x="137605" y="276240"/>
                  </a:lnTo>
                  <a:lnTo>
                    <a:pt x="137748" y="276375"/>
                  </a:lnTo>
                  <a:lnTo>
                    <a:pt x="138271" y="276842"/>
                  </a:lnTo>
                  <a:lnTo>
                    <a:pt x="138442" y="276934"/>
                  </a:lnTo>
                  <a:lnTo>
                    <a:pt x="138692" y="277178"/>
                  </a:lnTo>
                  <a:lnTo>
                    <a:pt x="139189" y="277692"/>
                  </a:lnTo>
                  <a:lnTo>
                    <a:pt x="139460" y="278334"/>
                  </a:lnTo>
                  <a:lnTo>
                    <a:pt x="139620" y="278679"/>
                  </a:lnTo>
                  <a:lnTo>
                    <a:pt x="140262" y="279115"/>
                  </a:lnTo>
                  <a:lnTo>
                    <a:pt x="140538" y="279152"/>
                  </a:lnTo>
                  <a:lnTo>
                    <a:pt x="140767" y="279188"/>
                  </a:lnTo>
                  <a:lnTo>
                    <a:pt x="140956" y="279270"/>
                  </a:lnTo>
                  <a:lnTo>
                    <a:pt x="141093" y="279740"/>
                  </a:lnTo>
                  <a:lnTo>
                    <a:pt x="141292" y="280011"/>
                  </a:lnTo>
                  <a:lnTo>
                    <a:pt x="141551" y="280196"/>
                  </a:lnTo>
                  <a:lnTo>
                    <a:pt x="141879" y="280428"/>
                  </a:lnTo>
                  <a:lnTo>
                    <a:pt x="141981" y="280565"/>
                  </a:lnTo>
                  <a:lnTo>
                    <a:pt x="142003" y="280865"/>
                  </a:lnTo>
                  <a:lnTo>
                    <a:pt x="142056" y="281268"/>
                  </a:lnTo>
                  <a:lnTo>
                    <a:pt x="142202" y="281524"/>
                  </a:lnTo>
                  <a:lnTo>
                    <a:pt x="142255" y="281824"/>
                  </a:lnTo>
                  <a:lnTo>
                    <a:pt x="142091" y="281961"/>
                  </a:lnTo>
                  <a:lnTo>
                    <a:pt x="141716" y="282167"/>
                  </a:lnTo>
                  <a:lnTo>
                    <a:pt x="141445" y="282075"/>
                  </a:lnTo>
                  <a:lnTo>
                    <a:pt x="141053" y="282054"/>
                  </a:lnTo>
                  <a:lnTo>
                    <a:pt x="140843" y="282074"/>
                  </a:lnTo>
                  <a:lnTo>
                    <a:pt x="140343" y="282088"/>
                  </a:lnTo>
                  <a:lnTo>
                    <a:pt x="139929" y="281926"/>
                  </a:lnTo>
                  <a:lnTo>
                    <a:pt x="139891" y="281728"/>
                  </a:lnTo>
                  <a:lnTo>
                    <a:pt x="139760" y="281471"/>
                  </a:lnTo>
                  <a:lnTo>
                    <a:pt x="139537" y="281391"/>
                  </a:lnTo>
                  <a:lnTo>
                    <a:pt x="138738" y="281594"/>
                  </a:lnTo>
                  <a:lnTo>
                    <a:pt x="138536" y="281686"/>
                  </a:lnTo>
                  <a:lnTo>
                    <a:pt x="138193" y="281827"/>
                  </a:lnTo>
                  <a:lnTo>
                    <a:pt x="137226" y="281870"/>
                  </a:lnTo>
                  <a:lnTo>
                    <a:pt x="136729" y="281837"/>
                  </a:lnTo>
                  <a:lnTo>
                    <a:pt x="136513" y="281779"/>
                  </a:lnTo>
                  <a:lnTo>
                    <a:pt x="136305" y="281779"/>
                  </a:lnTo>
                  <a:lnTo>
                    <a:pt x="135734" y="281781"/>
                  </a:lnTo>
                  <a:lnTo>
                    <a:pt x="135269" y="281827"/>
                  </a:lnTo>
                  <a:lnTo>
                    <a:pt x="135061" y="281933"/>
                  </a:lnTo>
                  <a:lnTo>
                    <a:pt x="134814" y="282332"/>
                  </a:lnTo>
                  <a:lnTo>
                    <a:pt x="134819" y="282905"/>
                  </a:lnTo>
                  <a:lnTo>
                    <a:pt x="134355" y="282660"/>
                  </a:lnTo>
                  <a:lnTo>
                    <a:pt x="134099" y="282404"/>
                  </a:lnTo>
                  <a:lnTo>
                    <a:pt x="133947" y="282246"/>
                  </a:lnTo>
                  <a:lnTo>
                    <a:pt x="133432" y="282361"/>
                  </a:lnTo>
                  <a:lnTo>
                    <a:pt x="133215" y="282267"/>
                  </a:lnTo>
                  <a:lnTo>
                    <a:pt x="132929" y="281535"/>
                  </a:lnTo>
                  <a:lnTo>
                    <a:pt x="132393" y="280980"/>
                  </a:lnTo>
                  <a:lnTo>
                    <a:pt x="132180" y="280846"/>
                  </a:lnTo>
                  <a:lnTo>
                    <a:pt x="131943" y="280780"/>
                  </a:lnTo>
                  <a:lnTo>
                    <a:pt x="131401" y="281364"/>
                  </a:lnTo>
                  <a:lnTo>
                    <a:pt x="131188" y="281895"/>
                  </a:lnTo>
                  <a:lnTo>
                    <a:pt x="131154" y="282061"/>
                  </a:lnTo>
                  <a:lnTo>
                    <a:pt x="131149" y="282287"/>
                  </a:lnTo>
                  <a:lnTo>
                    <a:pt x="130792" y="282838"/>
                  </a:lnTo>
                  <a:lnTo>
                    <a:pt x="130651" y="283238"/>
                  </a:lnTo>
                  <a:lnTo>
                    <a:pt x="129981" y="283861"/>
                  </a:lnTo>
                  <a:lnTo>
                    <a:pt x="129331" y="284380"/>
                  </a:lnTo>
                  <a:lnTo>
                    <a:pt x="128713" y="285219"/>
                  </a:lnTo>
                  <a:lnTo>
                    <a:pt x="128557" y="285694"/>
                  </a:lnTo>
                  <a:lnTo>
                    <a:pt x="128432" y="286296"/>
                  </a:lnTo>
                  <a:lnTo>
                    <a:pt x="128345" y="286678"/>
                  </a:lnTo>
                  <a:lnTo>
                    <a:pt x="127897" y="287727"/>
                  </a:lnTo>
                  <a:lnTo>
                    <a:pt x="127395" y="287678"/>
                  </a:lnTo>
                  <a:lnTo>
                    <a:pt x="126988" y="287484"/>
                  </a:lnTo>
                  <a:lnTo>
                    <a:pt x="126474" y="287743"/>
                  </a:lnTo>
                  <a:lnTo>
                    <a:pt x="126347" y="287945"/>
                  </a:lnTo>
                  <a:lnTo>
                    <a:pt x="126151" y="288176"/>
                  </a:lnTo>
                  <a:lnTo>
                    <a:pt x="125858" y="288342"/>
                  </a:lnTo>
                  <a:lnTo>
                    <a:pt x="125494" y="288589"/>
                  </a:lnTo>
                  <a:lnTo>
                    <a:pt x="125722" y="289084"/>
                  </a:lnTo>
                  <a:lnTo>
                    <a:pt x="125924" y="289313"/>
                  </a:lnTo>
                  <a:lnTo>
                    <a:pt x="125825" y="289581"/>
                  </a:lnTo>
                  <a:lnTo>
                    <a:pt x="125583" y="289610"/>
                  </a:lnTo>
                  <a:lnTo>
                    <a:pt x="124902" y="289440"/>
                  </a:lnTo>
                  <a:lnTo>
                    <a:pt x="124432" y="289636"/>
                  </a:lnTo>
                  <a:lnTo>
                    <a:pt x="123987" y="289968"/>
                  </a:lnTo>
                  <a:lnTo>
                    <a:pt x="123744" y="290206"/>
                  </a:lnTo>
                  <a:lnTo>
                    <a:pt x="123332" y="290533"/>
                  </a:lnTo>
                  <a:lnTo>
                    <a:pt x="123148" y="290579"/>
                  </a:lnTo>
                  <a:lnTo>
                    <a:pt x="122600" y="290762"/>
                  </a:lnTo>
                  <a:lnTo>
                    <a:pt x="122387" y="290895"/>
                  </a:lnTo>
                  <a:lnTo>
                    <a:pt x="121658" y="290940"/>
                  </a:lnTo>
                  <a:lnTo>
                    <a:pt x="121569" y="290686"/>
                  </a:lnTo>
                  <a:lnTo>
                    <a:pt x="121327" y="290821"/>
                  </a:lnTo>
                  <a:lnTo>
                    <a:pt x="121149" y="291000"/>
                  </a:lnTo>
                  <a:lnTo>
                    <a:pt x="121029" y="291195"/>
                  </a:lnTo>
                  <a:lnTo>
                    <a:pt x="120695" y="291658"/>
                  </a:lnTo>
                  <a:lnTo>
                    <a:pt x="119987" y="292159"/>
                  </a:lnTo>
                  <a:lnTo>
                    <a:pt x="119355" y="292163"/>
                  </a:lnTo>
                  <a:lnTo>
                    <a:pt x="118994" y="291168"/>
                  </a:lnTo>
                  <a:lnTo>
                    <a:pt x="118901" y="290995"/>
                  </a:lnTo>
                  <a:lnTo>
                    <a:pt x="118664" y="290729"/>
                  </a:lnTo>
                  <a:lnTo>
                    <a:pt x="118484" y="290630"/>
                  </a:lnTo>
                  <a:lnTo>
                    <a:pt x="117127" y="290340"/>
                  </a:lnTo>
                  <a:lnTo>
                    <a:pt x="116244" y="290134"/>
                  </a:lnTo>
                  <a:lnTo>
                    <a:pt x="115788" y="290197"/>
                  </a:lnTo>
                  <a:lnTo>
                    <a:pt x="115197" y="290747"/>
                  </a:lnTo>
                  <a:lnTo>
                    <a:pt x="114838" y="291280"/>
                  </a:lnTo>
                  <a:lnTo>
                    <a:pt x="113677" y="291531"/>
                  </a:lnTo>
                  <a:lnTo>
                    <a:pt x="113274" y="291581"/>
                  </a:lnTo>
                  <a:lnTo>
                    <a:pt x="113077" y="291521"/>
                  </a:lnTo>
                  <a:lnTo>
                    <a:pt x="112859" y="291536"/>
                  </a:lnTo>
                  <a:lnTo>
                    <a:pt x="112555" y="291588"/>
                  </a:lnTo>
                  <a:lnTo>
                    <a:pt x="112056" y="291765"/>
                  </a:lnTo>
                  <a:lnTo>
                    <a:pt x="111982" y="291916"/>
                  </a:lnTo>
                  <a:lnTo>
                    <a:pt x="111697" y="293253"/>
                  </a:lnTo>
                  <a:lnTo>
                    <a:pt x="111332" y="293371"/>
                  </a:lnTo>
                  <a:lnTo>
                    <a:pt x="110312" y="293170"/>
                  </a:lnTo>
                  <a:lnTo>
                    <a:pt x="110031" y="293308"/>
                  </a:lnTo>
                  <a:lnTo>
                    <a:pt x="109741" y="293539"/>
                  </a:lnTo>
                  <a:lnTo>
                    <a:pt x="109342" y="293866"/>
                  </a:lnTo>
                  <a:lnTo>
                    <a:pt x="108714" y="294317"/>
                  </a:lnTo>
                  <a:lnTo>
                    <a:pt x="108526" y="294495"/>
                  </a:lnTo>
                  <a:lnTo>
                    <a:pt x="108521" y="294825"/>
                  </a:lnTo>
                  <a:lnTo>
                    <a:pt x="108309" y="295088"/>
                  </a:lnTo>
                  <a:lnTo>
                    <a:pt x="108163" y="295360"/>
                  </a:lnTo>
                  <a:lnTo>
                    <a:pt x="108077" y="295604"/>
                  </a:lnTo>
                  <a:lnTo>
                    <a:pt x="107716" y="296231"/>
                  </a:lnTo>
                  <a:lnTo>
                    <a:pt x="108063" y="296619"/>
                  </a:lnTo>
                  <a:lnTo>
                    <a:pt x="109049" y="296466"/>
                  </a:lnTo>
                  <a:lnTo>
                    <a:pt x="109200" y="296511"/>
                  </a:lnTo>
                  <a:lnTo>
                    <a:pt x="109765" y="296737"/>
                  </a:lnTo>
                  <a:lnTo>
                    <a:pt x="109910" y="297012"/>
                  </a:lnTo>
                  <a:lnTo>
                    <a:pt x="109401" y="297881"/>
                  </a:lnTo>
                  <a:lnTo>
                    <a:pt x="109524" y="298482"/>
                  </a:lnTo>
                  <a:lnTo>
                    <a:pt x="109543" y="298716"/>
                  </a:lnTo>
                  <a:lnTo>
                    <a:pt x="109374" y="299530"/>
                  </a:lnTo>
                  <a:lnTo>
                    <a:pt x="109773" y="299528"/>
                  </a:lnTo>
                  <a:lnTo>
                    <a:pt x="110588" y="300376"/>
                  </a:lnTo>
                  <a:lnTo>
                    <a:pt x="112256" y="302308"/>
                  </a:lnTo>
                  <a:lnTo>
                    <a:pt x="112536" y="302821"/>
                  </a:lnTo>
                  <a:lnTo>
                    <a:pt x="112725" y="303003"/>
                  </a:lnTo>
                  <a:lnTo>
                    <a:pt x="113093" y="303055"/>
                  </a:lnTo>
                  <a:lnTo>
                    <a:pt x="113415" y="303041"/>
                  </a:lnTo>
                  <a:lnTo>
                    <a:pt x="113695" y="303240"/>
                  </a:lnTo>
                  <a:lnTo>
                    <a:pt x="113715" y="303462"/>
                  </a:lnTo>
                  <a:lnTo>
                    <a:pt x="113703" y="303747"/>
                  </a:lnTo>
                  <a:lnTo>
                    <a:pt x="113573" y="303832"/>
                  </a:lnTo>
                  <a:lnTo>
                    <a:pt x="113829" y="303993"/>
                  </a:lnTo>
                  <a:lnTo>
                    <a:pt x="114464" y="303994"/>
                  </a:lnTo>
                  <a:lnTo>
                    <a:pt x="115002" y="304086"/>
                  </a:lnTo>
                  <a:lnTo>
                    <a:pt x="115631" y="304116"/>
                  </a:lnTo>
                  <a:lnTo>
                    <a:pt x="115985" y="304078"/>
                  </a:lnTo>
                  <a:lnTo>
                    <a:pt x="116372" y="304287"/>
                  </a:lnTo>
                  <a:lnTo>
                    <a:pt x="116434" y="304453"/>
                  </a:lnTo>
                  <a:lnTo>
                    <a:pt x="116525" y="304757"/>
                  </a:lnTo>
                  <a:lnTo>
                    <a:pt x="116550" y="305155"/>
                  </a:lnTo>
                  <a:lnTo>
                    <a:pt x="116645" y="305772"/>
                  </a:lnTo>
                  <a:lnTo>
                    <a:pt x="116804" y="306094"/>
                  </a:lnTo>
                  <a:lnTo>
                    <a:pt x="117320" y="306503"/>
                  </a:lnTo>
                  <a:lnTo>
                    <a:pt x="117457" y="306553"/>
                  </a:lnTo>
                  <a:lnTo>
                    <a:pt x="117391" y="307016"/>
                  </a:lnTo>
                  <a:lnTo>
                    <a:pt x="117488" y="307175"/>
                  </a:lnTo>
                  <a:lnTo>
                    <a:pt x="117798" y="307753"/>
                  </a:lnTo>
                  <a:lnTo>
                    <a:pt x="117977" y="308189"/>
                  </a:lnTo>
                  <a:lnTo>
                    <a:pt x="118439" y="308848"/>
                  </a:lnTo>
                  <a:lnTo>
                    <a:pt x="118716" y="309147"/>
                  </a:lnTo>
                  <a:lnTo>
                    <a:pt x="118345" y="309516"/>
                  </a:lnTo>
                  <a:lnTo>
                    <a:pt x="117100" y="309573"/>
                  </a:lnTo>
                  <a:lnTo>
                    <a:pt x="116929" y="309624"/>
                  </a:lnTo>
                  <a:lnTo>
                    <a:pt x="116492" y="309906"/>
                  </a:lnTo>
                  <a:lnTo>
                    <a:pt x="116235" y="310167"/>
                  </a:lnTo>
                  <a:lnTo>
                    <a:pt x="116203" y="310351"/>
                  </a:lnTo>
                  <a:lnTo>
                    <a:pt x="115976" y="310732"/>
                  </a:lnTo>
                  <a:lnTo>
                    <a:pt x="115433" y="310704"/>
                  </a:lnTo>
                  <a:lnTo>
                    <a:pt x="115230" y="310945"/>
                  </a:lnTo>
                  <a:lnTo>
                    <a:pt x="114774" y="311631"/>
                  </a:lnTo>
                  <a:lnTo>
                    <a:pt x="114732" y="311767"/>
                  </a:lnTo>
                  <a:lnTo>
                    <a:pt x="114713" y="311951"/>
                  </a:lnTo>
                  <a:lnTo>
                    <a:pt x="114716" y="312368"/>
                  </a:lnTo>
                  <a:lnTo>
                    <a:pt x="114069" y="313306"/>
                  </a:lnTo>
                  <a:lnTo>
                    <a:pt x="113568" y="313214"/>
                  </a:lnTo>
                  <a:lnTo>
                    <a:pt x="113365" y="313168"/>
                  </a:lnTo>
                  <a:lnTo>
                    <a:pt x="113302" y="313604"/>
                  </a:lnTo>
                  <a:lnTo>
                    <a:pt x="113108" y="314023"/>
                  </a:lnTo>
                  <a:lnTo>
                    <a:pt x="112885" y="314442"/>
                  </a:lnTo>
                  <a:lnTo>
                    <a:pt x="113055" y="314656"/>
                  </a:lnTo>
                  <a:lnTo>
                    <a:pt x="113307" y="315050"/>
                  </a:lnTo>
                  <a:lnTo>
                    <a:pt x="113205" y="315360"/>
                  </a:lnTo>
                  <a:lnTo>
                    <a:pt x="113006" y="315408"/>
                  </a:lnTo>
                  <a:lnTo>
                    <a:pt x="112467" y="315411"/>
                  </a:lnTo>
                  <a:lnTo>
                    <a:pt x="112138" y="315253"/>
                  </a:lnTo>
                  <a:lnTo>
                    <a:pt x="111743" y="315095"/>
                  </a:lnTo>
                  <a:lnTo>
                    <a:pt x="111441" y="315079"/>
                  </a:lnTo>
                  <a:lnTo>
                    <a:pt x="111250" y="315083"/>
                  </a:lnTo>
                  <a:lnTo>
                    <a:pt x="111070" y="315078"/>
                  </a:lnTo>
                  <a:lnTo>
                    <a:pt x="110796" y="314772"/>
                  </a:lnTo>
                  <a:lnTo>
                    <a:pt x="110593" y="314567"/>
                  </a:lnTo>
                  <a:lnTo>
                    <a:pt x="110369" y="314350"/>
                  </a:lnTo>
                  <a:lnTo>
                    <a:pt x="110142" y="313949"/>
                  </a:lnTo>
                  <a:lnTo>
                    <a:pt x="110142" y="313711"/>
                  </a:lnTo>
                  <a:lnTo>
                    <a:pt x="109699" y="313759"/>
                  </a:lnTo>
                  <a:lnTo>
                    <a:pt x="109474" y="313846"/>
                  </a:lnTo>
                  <a:lnTo>
                    <a:pt x="109329" y="314171"/>
                  </a:lnTo>
                  <a:lnTo>
                    <a:pt x="108559" y="314620"/>
                  </a:lnTo>
                  <a:lnTo>
                    <a:pt x="108592" y="315354"/>
                  </a:lnTo>
                  <a:lnTo>
                    <a:pt x="108565" y="315606"/>
                  </a:lnTo>
                  <a:lnTo>
                    <a:pt x="108352" y="315916"/>
                  </a:lnTo>
                  <a:lnTo>
                    <a:pt x="108197" y="316037"/>
                  </a:lnTo>
                  <a:lnTo>
                    <a:pt x="107636" y="316364"/>
                  </a:lnTo>
                  <a:lnTo>
                    <a:pt x="107140" y="316379"/>
                  </a:lnTo>
                  <a:lnTo>
                    <a:pt x="106774" y="316147"/>
                  </a:lnTo>
                  <a:lnTo>
                    <a:pt x="106458" y="316089"/>
                  </a:lnTo>
                  <a:lnTo>
                    <a:pt x="106059" y="316251"/>
                  </a:lnTo>
                  <a:lnTo>
                    <a:pt x="106226" y="316428"/>
                  </a:lnTo>
                  <a:lnTo>
                    <a:pt x="106024" y="316456"/>
                  </a:lnTo>
                  <a:lnTo>
                    <a:pt x="105779" y="316349"/>
                  </a:lnTo>
                  <a:lnTo>
                    <a:pt x="105526" y="316225"/>
                  </a:lnTo>
                  <a:lnTo>
                    <a:pt x="105014" y="316275"/>
                  </a:lnTo>
                  <a:lnTo>
                    <a:pt x="104780" y="316338"/>
                  </a:lnTo>
                  <a:lnTo>
                    <a:pt x="104398" y="316360"/>
                  </a:lnTo>
                  <a:lnTo>
                    <a:pt x="103873" y="316253"/>
                  </a:lnTo>
                  <a:lnTo>
                    <a:pt x="103399" y="316510"/>
                  </a:lnTo>
                  <a:lnTo>
                    <a:pt x="103344" y="316741"/>
                  </a:lnTo>
                  <a:lnTo>
                    <a:pt x="103256" y="317084"/>
                  </a:lnTo>
                  <a:lnTo>
                    <a:pt x="102995" y="317085"/>
                  </a:lnTo>
                  <a:lnTo>
                    <a:pt x="101769" y="316876"/>
                  </a:lnTo>
                  <a:lnTo>
                    <a:pt x="101625" y="316855"/>
                  </a:lnTo>
                  <a:lnTo>
                    <a:pt x="101214" y="316903"/>
                  </a:lnTo>
                  <a:lnTo>
                    <a:pt x="101031" y="317093"/>
                  </a:lnTo>
                  <a:lnTo>
                    <a:pt x="100930" y="317500"/>
                  </a:lnTo>
                  <a:lnTo>
                    <a:pt x="100828" y="318136"/>
                  </a:lnTo>
                  <a:lnTo>
                    <a:pt x="100436" y="318190"/>
                  </a:lnTo>
                  <a:lnTo>
                    <a:pt x="100185" y="317966"/>
                  </a:lnTo>
                  <a:lnTo>
                    <a:pt x="99559" y="318047"/>
                  </a:lnTo>
                  <a:lnTo>
                    <a:pt x="99247" y="318259"/>
                  </a:lnTo>
                  <a:lnTo>
                    <a:pt x="99201" y="318726"/>
                  </a:lnTo>
                  <a:lnTo>
                    <a:pt x="99165" y="318891"/>
                  </a:lnTo>
                  <a:lnTo>
                    <a:pt x="98973" y="319066"/>
                  </a:lnTo>
                  <a:lnTo>
                    <a:pt x="98275" y="319138"/>
                  </a:lnTo>
                  <a:lnTo>
                    <a:pt x="97648" y="319400"/>
                  </a:lnTo>
                  <a:lnTo>
                    <a:pt x="97239" y="319726"/>
                  </a:lnTo>
                  <a:lnTo>
                    <a:pt x="97025" y="319971"/>
                  </a:lnTo>
                  <a:lnTo>
                    <a:pt x="96940" y="320100"/>
                  </a:lnTo>
                  <a:lnTo>
                    <a:pt x="96788" y="320319"/>
                  </a:lnTo>
                  <a:lnTo>
                    <a:pt x="96558" y="320490"/>
                  </a:lnTo>
                  <a:lnTo>
                    <a:pt x="96410" y="320552"/>
                  </a:lnTo>
                  <a:lnTo>
                    <a:pt x="96184" y="320711"/>
                  </a:lnTo>
                  <a:lnTo>
                    <a:pt x="95777" y="321202"/>
                  </a:lnTo>
                  <a:lnTo>
                    <a:pt x="95489" y="321408"/>
                  </a:lnTo>
                  <a:lnTo>
                    <a:pt x="95240" y="321528"/>
                  </a:lnTo>
                  <a:lnTo>
                    <a:pt x="94676" y="321596"/>
                  </a:lnTo>
                  <a:lnTo>
                    <a:pt x="94350" y="322034"/>
                  </a:lnTo>
                  <a:lnTo>
                    <a:pt x="93992" y="322455"/>
                  </a:lnTo>
                  <a:lnTo>
                    <a:pt x="93797" y="322781"/>
                  </a:lnTo>
                  <a:lnTo>
                    <a:pt x="94013" y="323083"/>
                  </a:lnTo>
                  <a:lnTo>
                    <a:pt x="94100" y="323254"/>
                  </a:lnTo>
                  <a:lnTo>
                    <a:pt x="94110" y="323421"/>
                  </a:lnTo>
                  <a:lnTo>
                    <a:pt x="93739" y="323675"/>
                  </a:lnTo>
                  <a:lnTo>
                    <a:pt x="93357" y="323952"/>
                  </a:lnTo>
                  <a:lnTo>
                    <a:pt x="93168" y="324254"/>
                  </a:lnTo>
                  <a:lnTo>
                    <a:pt x="93027" y="324513"/>
                  </a:lnTo>
                  <a:lnTo>
                    <a:pt x="93016" y="325134"/>
                  </a:lnTo>
                  <a:lnTo>
                    <a:pt x="93022" y="325305"/>
                  </a:lnTo>
                  <a:lnTo>
                    <a:pt x="92986" y="325440"/>
                  </a:lnTo>
                  <a:lnTo>
                    <a:pt x="93191" y="326039"/>
                  </a:lnTo>
                  <a:lnTo>
                    <a:pt x="93740" y="325890"/>
                  </a:lnTo>
                  <a:lnTo>
                    <a:pt x="93902" y="325933"/>
                  </a:lnTo>
                  <a:lnTo>
                    <a:pt x="94169" y="326092"/>
                  </a:lnTo>
                  <a:lnTo>
                    <a:pt x="94365" y="326230"/>
                  </a:lnTo>
                  <a:lnTo>
                    <a:pt x="94568" y="326362"/>
                  </a:lnTo>
                  <a:lnTo>
                    <a:pt x="94757" y="326462"/>
                  </a:lnTo>
                  <a:lnTo>
                    <a:pt x="94888" y="326528"/>
                  </a:lnTo>
                  <a:lnTo>
                    <a:pt x="95032" y="326573"/>
                  </a:lnTo>
                  <a:lnTo>
                    <a:pt x="95270" y="326634"/>
                  </a:lnTo>
                  <a:lnTo>
                    <a:pt x="95660" y="326817"/>
                  </a:lnTo>
                  <a:lnTo>
                    <a:pt x="95806" y="327143"/>
                  </a:lnTo>
                  <a:lnTo>
                    <a:pt x="95935" y="327417"/>
                  </a:lnTo>
                  <a:lnTo>
                    <a:pt x="96499" y="327732"/>
                  </a:lnTo>
                  <a:lnTo>
                    <a:pt x="96979" y="328139"/>
                  </a:lnTo>
                  <a:lnTo>
                    <a:pt x="97187" y="328303"/>
                  </a:lnTo>
                  <a:lnTo>
                    <a:pt x="97341" y="328423"/>
                  </a:lnTo>
                  <a:lnTo>
                    <a:pt x="97641" y="328749"/>
                  </a:lnTo>
                  <a:lnTo>
                    <a:pt x="97351" y="329086"/>
                  </a:lnTo>
                  <a:lnTo>
                    <a:pt x="97052" y="329369"/>
                  </a:lnTo>
                  <a:lnTo>
                    <a:pt x="96977" y="329544"/>
                  </a:lnTo>
                  <a:lnTo>
                    <a:pt x="97340" y="329745"/>
                  </a:lnTo>
                  <a:lnTo>
                    <a:pt x="97523" y="329842"/>
                  </a:lnTo>
                  <a:lnTo>
                    <a:pt x="97713" y="330373"/>
                  </a:lnTo>
                  <a:lnTo>
                    <a:pt x="97613" y="330529"/>
                  </a:lnTo>
                  <a:lnTo>
                    <a:pt x="97633" y="330752"/>
                  </a:lnTo>
                  <a:lnTo>
                    <a:pt x="97610" y="330907"/>
                  </a:lnTo>
                  <a:lnTo>
                    <a:pt x="97378" y="331366"/>
                  </a:lnTo>
                  <a:lnTo>
                    <a:pt x="97183" y="331820"/>
                  </a:lnTo>
                  <a:lnTo>
                    <a:pt x="97406" y="332042"/>
                  </a:lnTo>
                  <a:lnTo>
                    <a:pt x="97666" y="332119"/>
                  </a:lnTo>
                  <a:lnTo>
                    <a:pt x="98015" y="332448"/>
                  </a:lnTo>
                  <a:lnTo>
                    <a:pt x="98318" y="332496"/>
                  </a:lnTo>
                  <a:lnTo>
                    <a:pt x="98578" y="332610"/>
                  </a:lnTo>
                  <a:lnTo>
                    <a:pt x="98816" y="332835"/>
                  </a:lnTo>
                  <a:lnTo>
                    <a:pt x="99058" y="332966"/>
                  </a:lnTo>
                  <a:lnTo>
                    <a:pt x="99200" y="333030"/>
                  </a:lnTo>
                  <a:lnTo>
                    <a:pt x="99838" y="333336"/>
                  </a:lnTo>
                  <a:lnTo>
                    <a:pt x="99702" y="333611"/>
                  </a:lnTo>
                  <a:lnTo>
                    <a:pt x="99634" y="333824"/>
                  </a:lnTo>
                  <a:lnTo>
                    <a:pt x="99288" y="334173"/>
                  </a:lnTo>
                  <a:lnTo>
                    <a:pt x="98622" y="334299"/>
                  </a:lnTo>
                  <a:lnTo>
                    <a:pt x="98250" y="334492"/>
                  </a:lnTo>
                  <a:lnTo>
                    <a:pt x="97610" y="334606"/>
                  </a:lnTo>
                  <a:lnTo>
                    <a:pt x="96592" y="334643"/>
                  </a:lnTo>
                  <a:lnTo>
                    <a:pt x="96385" y="334470"/>
                  </a:lnTo>
                  <a:lnTo>
                    <a:pt x="96140" y="334280"/>
                  </a:lnTo>
                  <a:lnTo>
                    <a:pt x="95420" y="334487"/>
                  </a:lnTo>
                  <a:lnTo>
                    <a:pt x="95171" y="334663"/>
                  </a:lnTo>
                  <a:lnTo>
                    <a:pt x="94961" y="334800"/>
                  </a:lnTo>
                  <a:lnTo>
                    <a:pt x="94054" y="334921"/>
                  </a:lnTo>
                  <a:lnTo>
                    <a:pt x="93832" y="334876"/>
                  </a:lnTo>
                  <a:lnTo>
                    <a:pt x="93010" y="335551"/>
                  </a:lnTo>
                  <a:lnTo>
                    <a:pt x="93305" y="335596"/>
                  </a:lnTo>
                  <a:lnTo>
                    <a:pt x="93432" y="336022"/>
                  </a:lnTo>
                  <a:lnTo>
                    <a:pt x="93502" y="336325"/>
                  </a:lnTo>
                  <a:lnTo>
                    <a:pt x="93717" y="336672"/>
                  </a:lnTo>
                  <a:lnTo>
                    <a:pt x="94203" y="336864"/>
                  </a:lnTo>
                  <a:lnTo>
                    <a:pt x="94671" y="337115"/>
                  </a:lnTo>
                  <a:lnTo>
                    <a:pt x="95282" y="337164"/>
                  </a:lnTo>
                  <a:lnTo>
                    <a:pt x="95731" y="337180"/>
                  </a:lnTo>
                  <a:lnTo>
                    <a:pt x="95899" y="337213"/>
                  </a:lnTo>
                  <a:lnTo>
                    <a:pt x="96053" y="337929"/>
                  </a:lnTo>
                  <a:lnTo>
                    <a:pt x="96089" y="338323"/>
                  </a:lnTo>
                  <a:lnTo>
                    <a:pt x="96144" y="339239"/>
                  </a:lnTo>
                  <a:lnTo>
                    <a:pt x="96303" y="339481"/>
                  </a:lnTo>
                  <a:lnTo>
                    <a:pt x="96497" y="339626"/>
                  </a:lnTo>
                  <a:lnTo>
                    <a:pt x="96496" y="339996"/>
                  </a:lnTo>
                  <a:lnTo>
                    <a:pt x="96373" y="340180"/>
                  </a:lnTo>
                  <a:lnTo>
                    <a:pt x="96013" y="340446"/>
                  </a:lnTo>
                  <a:lnTo>
                    <a:pt x="96118" y="341163"/>
                  </a:lnTo>
                  <a:lnTo>
                    <a:pt x="95917" y="341293"/>
                  </a:lnTo>
                  <a:lnTo>
                    <a:pt x="95702" y="341448"/>
                  </a:lnTo>
                  <a:lnTo>
                    <a:pt x="95555" y="341736"/>
                  </a:lnTo>
                  <a:lnTo>
                    <a:pt x="95551" y="342094"/>
                  </a:lnTo>
                  <a:lnTo>
                    <a:pt x="96399" y="341987"/>
                  </a:lnTo>
                  <a:lnTo>
                    <a:pt x="96721" y="341999"/>
                  </a:lnTo>
                  <a:lnTo>
                    <a:pt x="97096" y="342431"/>
                  </a:lnTo>
                  <a:lnTo>
                    <a:pt x="97439" y="342617"/>
                  </a:lnTo>
                  <a:lnTo>
                    <a:pt x="97613" y="342668"/>
                  </a:lnTo>
                  <a:lnTo>
                    <a:pt x="97517" y="343052"/>
                  </a:lnTo>
                  <a:lnTo>
                    <a:pt x="97532" y="343245"/>
                  </a:lnTo>
                  <a:lnTo>
                    <a:pt x="97599" y="343623"/>
                  </a:lnTo>
                  <a:lnTo>
                    <a:pt x="97437" y="343865"/>
                  </a:lnTo>
                  <a:lnTo>
                    <a:pt x="97141" y="344255"/>
                  </a:lnTo>
                  <a:lnTo>
                    <a:pt x="97211" y="344783"/>
                  </a:lnTo>
                  <a:lnTo>
                    <a:pt x="97454" y="345103"/>
                  </a:lnTo>
                  <a:lnTo>
                    <a:pt x="97706" y="344874"/>
                  </a:lnTo>
                  <a:lnTo>
                    <a:pt x="98024" y="344454"/>
                  </a:lnTo>
                  <a:lnTo>
                    <a:pt x="98166" y="344098"/>
                  </a:lnTo>
                  <a:lnTo>
                    <a:pt x="98445" y="343913"/>
                  </a:lnTo>
                  <a:lnTo>
                    <a:pt x="98870" y="343916"/>
                  </a:lnTo>
                  <a:lnTo>
                    <a:pt x="99392" y="344387"/>
                  </a:lnTo>
                  <a:lnTo>
                    <a:pt x="99626" y="344616"/>
                  </a:lnTo>
                  <a:lnTo>
                    <a:pt x="99797" y="344893"/>
                  </a:lnTo>
                  <a:lnTo>
                    <a:pt x="99976" y="345270"/>
                  </a:lnTo>
                  <a:lnTo>
                    <a:pt x="100403" y="345381"/>
                  </a:lnTo>
                  <a:lnTo>
                    <a:pt x="100944" y="344978"/>
                  </a:lnTo>
                  <a:lnTo>
                    <a:pt x="101267" y="344838"/>
                  </a:lnTo>
                  <a:lnTo>
                    <a:pt x="101997" y="344682"/>
                  </a:lnTo>
                  <a:lnTo>
                    <a:pt x="102529" y="344844"/>
                  </a:lnTo>
                  <a:lnTo>
                    <a:pt x="102919" y="344910"/>
                  </a:lnTo>
                  <a:lnTo>
                    <a:pt x="103116" y="344581"/>
                  </a:lnTo>
                  <a:lnTo>
                    <a:pt x="103484" y="344882"/>
                  </a:lnTo>
                  <a:lnTo>
                    <a:pt x="104031" y="344809"/>
                  </a:lnTo>
                  <a:lnTo>
                    <a:pt x="104406" y="344516"/>
                  </a:lnTo>
                  <a:lnTo>
                    <a:pt x="104507" y="344299"/>
                  </a:lnTo>
                  <a:lnTo>
                    <a:pt x="104524" y="344067"/>
                  </a:lnTo>
                  <a:lnTo>
                    <a:pt x="104747" y="344328"/>
                  </a:lnTo>
                  <a:lnTo>
                    <a:pt x="104927" y="344450"/>
                  </a:lnTo>
                  <a:lnTo>
                    <a:pt x="105462" y="344764"/>
                  </a:lnTo>
                  <a:lnTo>
                    <a:pt x="105505" y="345203"/>
                  </a:lnTo>
                  <a:lnTo>
                    <a:pt x="105715" y="345865"/>
                  </a:lnTo>
                  <a:lnTo>
                    <a:pt x="106003" y="346073"/>
                  </a:lnTo>
                  <a:lnTo>
                    <a:pt x="105767" y="346416"/>
                  </a:lnTo>
                  <a:lnTo>
                    <a:pt x="105953" y="346789"/>
                  </a:lnTo>
                  <a:lnTo>
                    <a:pt x="106258" y="346789"/>
                  </a:lnTo>
                  <a:lnTo>
                    <a:pt x="106576" y="346843"/>
                  </a:lnTo>
                  <a:lnTo>
                    <a:pt x="106835" y="346949"/>
                  </a:lnTo>
                  <a:lnTo>
                    <a:pt x="106930" y="347118"/>
                  </a:lnTo>
                  <a:lnTo>
                    <a:pt x="106982" y="347252"/>
                  </a:lnTo>
                  <a:lnTo>
                    <a:pt x="107016" y="347630"/>
                  </a:lnTo>
                  <a:lnTo>
                    <a:pt x="107287" y="347697"/>
                  </a:lnTo>
                  <a:lnTo>
                    <a:pt x="107461" y="347634"/>
                  </a:lnTo>
                  <a:lnTo>
                    <a:pt x="107876" y="347799"/>
                  </a:lnTo>
                  <a:lnTo>
                    <a:pt x="107858" y="348032"/>
                  </a:lnTo>
                  <a:lnTo>
                    <a:pt x="108002" y="348244"/>
                  </a:lnTo>
                  <a:lnTo>
                    <a:pt x="108272" y="349013"/>
                  </a:lnTo>
                  <a:lnTo>
                    <a:pt x="108495" y="349439"/>
                  </a:lnTo>
                  <a:lnTo>
                    <a:pt x="108639" y="349458"/>
                  </a:lnTo>
                  <a:lnTo>
                    <a:pt x="109118" y="349396"/>
                  </a:lnTo>
                  <a:lnTo>
                    <a:pt x="109325" y="349550"/>
                  </a:lnTo>
                  <a:lnTo>
                    <a:pt x="109217" y="349341"/>
                  </a:lnTo>
                  <a:lnTo>
                    <a:pt x="110211" y="349645"/>
                  </a:lnTo>
                  <a:lnTo>
                    <a:pt x="110438" y="349620"/>
                  </a:lnTo>
                  <a:lnTo>
                    <a:pt x="110779" y="349633"/>
                  </a:lnTo>
                  <a:lnTo>
                    <a:pt x="110996" y="349576"/>
                  </a:lnTo>
                  <a:lnTo>
                    <a:pt x="111781" y="349680"/>
                  </a:lnTo>
                  <a:lnTo>
                    <a:pt x="112199" y="349687"/>
                  </a:lnTo>
                  <a:lnTo>
                    <a:pt x="111815" y="349431"/>
                  </a:lnTo>
                  <a:lnTo>
                    <a:pt x="111701" y="349195"/>
                  </a:lnTo>
                  <a:lnTo>
                    <a:pt x="111683" y="348528"/>
                  </a:lnTo>
                  <a:lnTo>
                    <a:pt x="111911" y="348432"/>
                  </a:lnTo>
                  <a:lnTo>
                    <a:pt x="112114" y="348187"/>
                  </a:lnTo>
                  <a:lnTo>
                    <a:pt x="112184" y="347968"/>
                  </a:lnTo>
                  <a:lnTo>
                    <a:pt x="112319" y="347965"/>
                  </a:lnTo>
                  <a:lnTo>
                    <a:pt x="112500" y="347961"/>
                  </a:lnTo>
                  <a:lnTo>
                    <a:pt x="112726" y="347951"/>
                  </a:lnTo>
                  <a:lnTo>
                    <a:pt x="112949" y="347862"/>
                  </a:lnTo>
                  <a:lnTo>
                    <a:pt x="112966" y="347638"/>
                  </a:lnTo>
                  <a:lnTo>
                    <a:pt x="113021" y="347484"/>
                  </a:lnTo>
                  <a:lnTo>
                    <a:pt x="113708" y="347578"/>
                  </a:lnTo>
                  <a:lnTo>
                    <a:pt x="113914" y="347687"/>
                  </a:lnTo>
                  <a:lnTo>
                    <a:pt x="114196" y="347701"/>
                  </a:lnTo>
                  <a:lnTo>
                    <a:pt x="114444" y="347591"/>
                  </a:lnTo>
                  <a:lnTo>
                    <a:pt x="114701" y="347599"/>
                  </a:lnTo>
                  <a:lnTo>
                    <a:pt x="114918" y="347457"/>
                  </a:lnTo>
                  <a:lnTo>
                    <a:pt x="115180" y="347163"/>
                  </a:lnTo>
                  <a:lnTo>
                    <a:pt x="115130" y="346464"/>
                  </a:lnTo>
                  <a:lnTo>
                    <a:pt x="115270" y="346445"/>
                  </a:lnTo>
                  <a:lnTo>
                    <a:pt x="115882" y="346591"/>
                  </a:lnTo>
                  <a:lnTo>
                    <a:pt x="116067" y="346198"/>
                  </a:lnTo>
                  <a:lnTo>
                    <a:pt x="116147" y="345980"/>
                  </a:lnTo>
                  <a:lnTo>
                    <a:pt x="116224" y="345715"/>
                  </a:lnTo>
                  <a:lnTo>
                    <a:pt x="115924" y="345669"/>
                  </a:lnTo>
                  <a:lnTo>
                    <a:pt x="115832" y="345347"/>
                  </a:lnTo>
                  <a:lnTo>
                    <a:pt x="116126" y="344855"/>
                  </a:lnTo>
                  <a:lnTo>
                    <a:pt x="116261" y="344850"/>
                  </a:lnTo>
                  <a:lnTo>
                    <a:pt x="116415" y="344908"/>
                  </a:lnTo>
                  <a:lnTo>
                    <a:pt x="116940" y="345167"/>
                  </a:lnTo>
                  <a:lnTo>
                    <a:pt x="117127" y="345454"/>
                  </a:lnTo>
                  <a:lnTo>
                    <a:pt x="117156" y="345591"/>
                  </a:lnTo>
                  <a:lnTo>
                    <a:pt x="117165" y="345788"/>
                  </a:lnTo>
                  <a:lnTo>
                    <a:pt x="117306" y="346022"/>
                  </a:lnTo>
                  <a:lnTo>
                    <a:pt x="117554" y="346027"/>
                  </a:lnTo>
                  <a:lnTo>
                    <a:pt x="117836" y="346248"/>
                  </a:lnTo>
                  <a:lnTo>
                    <a:pt x="117825" y="346464"/>
                  </a:lnTo>
                  <a:lnTo>
                    <a:pt x="117896" y="346620"/>
                  </a:lnTo>
                  <a:lnTo>
                    <a:pt x="118112" y="346635"/>
                  </a:lnTo>
                  <a:lnTo>
                    <a:pt x="118328" y="346918"/>
                  </a:lnTo>
                  <a:lnTo>
                    <a:pt x="118666" y="346704"/>
                  </a:lnTo>
                  <a:lnTo>
                    <a:pt x="118884" y="346372"/>
                  </a:lnTo>
                  <a:lnTo>
                    <a:pt x="119037" y="346383"/>
                  </a:lnTo>
                  <a:lnTo>
                    <a:pt x="119121" y="346060"/>
                  </a:lnTo>
                  <a:lnTo>
                    <a:pt x="119155" y="345303"/>
                  </a:lnTo>
                  <a:lnTo>
                    <a:pt x="119250" y="345127"/>
                  </a:lnTo>
                  <a:lnTo>
                    <a:pt x="119436" y="345132"/>
                  </a:lnTo>
                  <a:lnTo>
                    <a:pt x="119804" y="345361"/>
                  </a:lnTo>
                  <a:lnTo>
                    <a:pt x="119836" y="345544"/>
                  </a:lnTo>
                  <a:lnTo>
                    <a:pt x="119924" y="345704"/>
                  </a:lnTo>
                  <a:lnTo>
                    <a:pt x="120093" y="345721"/>
                  </a:lnTo>
                  <a:lnTo>
                    <a:pt x="120046" y="345891"/>
                  </a:lnTo>
                  <a:lnTo>
                    <a:pt x="120017" y="346051"/>
                  </a:lnTo>
                  <a:lnTo>
                    <a:pt x="120693" y="345970"/>
                  </a:lnTo>
                  <a:lnTo>
                    <a:pt x="120866" y="345791"/>
                  </a:lnTo>
                  <a:lnTo>
                    <a:pt x="121006" y="345459"/>
                  </a:lnTo>
                  <a:lnTo>
                    <a:pt x="121171" y="345533"/>
                  </a:lnTo>
                  <a:lnTo>
                    <a:pt x="121487" y="345607"/>
                  </a:lnTo>
                  <a:lnTo>
                    <a:pt x="121458" y="345977"/>
                  </a:lnTo>
                  <a:lnTo>
                    <a:pt x="121404" y="346131"/>
                  </a:lnTo>
                  <a:lnTo>
                    <a:pt x="121947" y="346348"/>
                  </a:lnTo>
                  <a:lnTo>
                    <a:pt x="123061" y="346281"/>
                  </a:lnTo>
                  <a:lnTo>
                    <a:pt x="124015" y="346223"/>
                  </a:lnTo>
                  <a:lnTo>
                    <a:pt x="124707" y="346180"/>
                  </a:lnTo>
                  <a:lnTo>
                    <a:pt x="124919" y="346165"/>
                  </a:lnTo>
                  <a:lnTo>
                    <a:pt x="125039" y="345910"/>
                  </a:lnTo>
                  <a:lnTo>
                    <a:pt x="125258" y="346127"/>
                  </a:lnTo>
                  <a:lnTo>
                    <a:pt x="125274" y="346392"/>
                  </a:lnTo>
                  <a:lnTo>
                    <a:pt x="125561" y="346414"/>
                  </a:lnTo>
                  <a:lnTo>
                    <a:pt x="125749" y="346245"/>
                  </a:lnTo>
                  <a:lnTo>
                    <a:pt x="125975" y="346250"/>
                  </a:lnTo>
                  <a:lnTo>
                    <a:pt x="125980" y="346413"/>
                  </a:lnTo>
                  <a:lnTo>
                    <a:pt x="126539" y="346515"/>
                  </a:lnTo>
                  <a:lnTo>
                    <a:pt x="126785" y="346502"/>
                  </a:lnTo>
                  <a:lnTo>
                    <a:pt x="127057" y="346346"/>
                  </a:lnTo>
                  <a:lnTo>
                    <a:pt x="127192" y="346158"/>
                  </a:lnTo>
                  <a:lnTo>
                    <a:pt x="127315" y="346275"/>
                  </a:lnTo>
                  <a:lnTo>
                    <a:pt x="127422" y="345874"/>
                  </a:lnTo>
                  <a:lnTo>
                    <a:pt x="127580" y="345706"/>
                  </a:lnTo>
                  <a:lnTo>
                    <a:pt x="127842" y="345734"/>
                  </a:lnTo>
                  <a:lnTo>
                    <a:pt x="128071" y="345710"/>
                  </a:lnTo>
                  <a:lnTo>
                    <a:pt x="128609" y="345583"/>
                  </a:lnTo>
                  <a:lnTo>
                    <a:pt x="128611" y="345363"/>
                  </a:lnTo>
                  <a:lnTo>
                    <a:pt x="128791" y="345328"/>
                  </a:lnTo>
                  <a:lnTo>
                    <a:pt x="128977" y="345313"/>
                  </a:lnTo>
                  <a:lnTo>
                    <a:pt x="129254" y="345425"/>
                  </a:lnTo>
                  <a:lnTo>
                    <a:pt x="129585" y="345417"/>
                  </a:lnTo>
                  <a:lnTo>
                    <a:pt x="129637" y="345574"/>
                  </a:lnTo>
                  <a:lnTo>
                    <a:pt x="129764" y="345555"/>
                  </a:lnTo>
                  <a:lnTo>
                    <a:pt x="129900" y="345425"/>
                  </a:lnTo>
                  <a:lnTo>
                    <a:pt x="129919" y="345709"/>
                  </a:lnTo>
                  <a:lnTo>
                    <a:pt x="130720" y="345975"/>
                  </a:lnTo>
                  <a:lnTo>
                    <a:pt x="130803" y="346196"/>
                  </a:lnTo>
                  <a:lnTo>
                    <a:pt x="131064" y="346690"/>
                  </a:lnTo>
                  <a:lnTo>
                    <a:pt x="131355" y="346737"/>
                  </a:lnTo>
                  <a:lnTo>
                    <a:pt x="131637" y="346751"/>
                  </a:lnTo>
                  <a:lnTo>
                    <a:pt x="131724" y="347349"/>
                  </a:lnTo>
                  <a:lnTo>
                    <a:pt x="131922" y="348205"/>
                  </a:lnTo>
                  <a:lnTo>
                    <a:pt x="131885" y="348335"/>
                  </a:lnTo>
                  <a:lnTo>
                    <a:pt x="131926" y="348666"/>
                  </a:lnTo>
                  <a:lnTo>
                    <a:pt x="131901" y="349383"/>
                  </a:lnTo>
                  <a:lnTo>
                    <a:pt x="132502" y="350190"/>
                  </a:lnTo>
                  <a:lnTo>
                    <a:pt x="132977" y="350415"/>
                  </a:lnTo>
                  <a:lnTo>
                    <a:pt x="133463" y="350622"/>
                  </a:lnTo>
                  <a:lnTo>
                    <a:pt x="134107" y="350619"/>
                  </a:lnTo>
                  <a:lnTo>
                    <a:pt x="134698" y="350766"/>
                  </a:lnTo>
                  <a:lnTo>
                    <a:pt x="134758" y="351080"/>
                  </a:lnTo>
                  <a:lnTo>
                    <a:pt x="134968" y="351251"/>
                  </a:lnTo>
                  <a:lnTo>
                    <a:pt x="135151" y="351458"/>
                  </a:lnTo>
                  <a:lnTo>
                    <a:pt x="135342" y="351741"/>
                  </a:lnTo>
                  <a:lnTo>
                    <a:pt x="135425" y="351939"/>
                  </a:lnTo>
                  <a:lnTo>
                    <a:pt x="135780" y="352336"/>
                  </a:lnTo>
                  <a:lnTo>
                    <a:pt x="136056" y="352569"/>
                  </a:lnTo>
                  <a:lnTo>
                    <a:pt x="136567" y="352596"/>
                  </a:lnTo>
                  <a:lnTo>
                    <a:pt x="136864" y="352592"/>
                  </a:lnTo>
                  <a:lnTo>
                    <a:pt x="137421" y="352710"/>
                  </a:lnTo>
                  <a:lnTo>
                    <a:pt x="137643" y="352802"/>
                  </a:lnTo>
                  <a:lnTo>
                    <a:pt x="138217" y="352778"/>
                  </a:lnTo>
                  <a:lnTo>
                    <a:pt x="138395" y="352818"/>
                  </a:lnTo>
                  <a:lnTo>
                    <a:pt x="138609" y="352834"/>
                  </a:lnTo>
                  <a:lnTo>
                    <a:pt x="139547" y="352864"/>
                  </a:lnTo>
                  <a:lnTo>
                    <a:pt x="140096" y="352983"/>
                  </a:lnTo>
                  <a:lnTo>
                    <a:pt x="140654" y="353183"/>
                  </a:lnTo>
                  <a:lnTo>
                    <a:pt x="140940" y="353108"/>
                  </a:lnTo>
                  <a:lnTo>
                    <a:pt x="141081" y="353095"/>
                  </a:lnTo>
                  <a:lnTo>
                    <a:pt x="141275" y="353071"/>
                  </a:lnTo>
                  <a:lnTo>
                    <a:pt x="141622" y="352320"/>
                  </a:lnTo>
                  <a:lnTo>
                    <a:pt x="141503" y="351762"/>
                  </a:lnTo>
                  <a:lnTo>
                    <a:pt x="141485" y="351477"/>
                  </a:lnTo>
                  <a:lnTo>
                    <a:pt x="141401" y="351317"/>
                  </a:lnTo>
                  <a:lnTo>
                    <a:pt x="141266" y="351161"/>
                  </a:lnTo>
                  <a:lnTo>
                    <a:pt x="140766" y="351378"/>
                  </a:lnTo>
                  <a:lnTo>
                    <a:pt x="140514" y="351484"/>
                  </a:lnTo>
                  <a:lnTo>
                    <a:pt x="140462" y="351236"/>
                  </a:lnTo>
                  <a:lnTo>
                    <a:pt x="140578" y="351164"/>
                  </a:lnTo>
                  <a:lnTo>
                    <a:pt x="140419" y="350858"/>
                  </a:lnTo>
                  <a:lnTo>
                    <a:pt x="140231" y="351043"/>
                  </a:lnTo>
                  <a:lnTo>
                    <a:pt x="139952" y="350755"/>
                  </a:lnTo>
                  <a:lnTo>
                    <a:pt x="139994" y="350601"/>
                  </a:lnTo>
                  <a:lnTo>
                    <a:pt x="140232" y="350266"/>
                  </a:lnTo>
                  <a:lnTo>
                    <a:pt x="140017" y="349873"/>
                  </a:lnTo>
                  <a:lnTo>
                    <a:pt x="139826" y="349775"/>
                  </a:lnTo>
                  <a:lnTo>
                    <a:pt x="139568" y="349651"/>
                  </a:lnTo>
                  <a:lnTo>
                    <a:pt x="139398" y="349466"/>
                  </a:lnTo>
                  <a:lnTo>
                    <a:pt x="139321" y="349078"/>
                  </a:lnTo>
                  <a:lnTo>
                    <a:pt x="139300" y="348760"/>
                  </a:lnTo>
                  <a:lnTo>
                    <a:pt x="139521" y="348833"/>
                  </a:lnTo>
                  <a:lnTo>
                    <a:pt x="139771" y="348870"/>
                  </a:lnTo>
                  <a:lnTo>
                    <a:pt x="139961" y="348870"/>
                  </a:lnTo>
                  <a:lnTo>
                    <a:pt x="140189" y="348845"/>
                  </a:lnTo>
                  <a:lnTo>
                    <a:pt x="140295" y="349050"/>
                  </a:lnTo>
                  <a:lnTo>
                    <a:pt x="140291" y="349513"/>
                  </a:lnTo>
                  <a:lnTo>
                    <a:pt x="140462" y="349683"/>
                  </a:lnTo>
                  <a:lnTo>
                    <a:pt x="140840" y="349783"/>
                  </a:lnTo>
                  <a:lnTo>
                    <a:pt x="141250" y="349674"/>
                  </a:lnTo>
                  <a:lnTo>
                    <a:pt x="141083" y="349323"/>
                  </a:lnTo>
                  <a:lnTo>
                    <a:pt x="141209" y="348750"/>
                  </a:lnTo>
                  <a:lnTo>
                    <a:pt x="141408" y="348766"/>
                  </a:lnTo>
                  <a:lnTo>
                    <a:pt x="141718" y="348787"/>
                  </a:lnTo>
                  <a:lnTo>
                    <a:pt x="142039" y="348758"/>
                  </a:lnTo>
                  <a:lnTo>
                    <a:pt x="142236" y="348502"/>
                  </a:lnTo>
                  <a:lnTo>
                    <a:pt x="142437" y="348355"/>
                  </a:lnTo>
                  <a:lnTo>
                    <a:pt x="142860" y="348253"/>
                  </a:lnTo>
                  <a:lnTo>
                    <a:pt x="142910" y="348052"/>
                  </a:lnTo>
                  <a:lnTo>
                    <a:pt x="142874" y="347878"/>
                  </a:lnTo>
                  <a:lnTo>
                    <a:pt x="142642" y="347537"/>
                  </a:lnTo>
                  <a:lnTo>
                    <a:pt x="142646" y="347343"/>
                  </a:lnTo>
                  <a:lnTo>
                    <a:pt x="143251" y="347377"/>
                  </a:lnTo>
                  <a:lnTo>
                    <a:pt x="143473" y="347480"/>
                  </a:lnTo>
                  <a:lnTo>
                    <a:pt x="143703" y="347472"/>
                  </a:lnTo>
                  <a:lnTo>
                    <a:pt x="144180" y="347512"/>
                  </a:lnTo>
                  <a:lnTo>
                    <a:pt x="144310" y="347360"/>
                  </a:lnTo>
                  <a:lnTo>
                    <a:pt x="144277" y="347167"/>
                  </a:lnTo>
                  <a:lnTo>
                    <a:pt x="144337" y="346952"/>
                  </a:lnTo>
                  <a:lnTo>
                    <a:pt x="144479" y="346764"/>
                  </a:lnTo>
                  <a:lnTo>
                    <a:pt x="144755" y="346628"/>
                  </a:lnTo>
                  <a:lnTo>
                    <a:pt x="144787" y="346458"/>
                  </a:lnTo>
                  <a:lnTo>
                    <a:pt x="144980" y="346313"/>
                  </a:lnTo>
                  <a:lnTo>
                    <a:pt x="144888" y="346047"/>
                  </a:lnTo>
                  <a:lnTo>
                    <a:pt x="144931" y="345781"/>
                  </a:lnTo>
                  <a:lnTo>
                    <a:pt x="144970" y="345555"/>
                  </a:lnTo>
                  <a:lnTo>
                    <a:pt x="144929" y="345344"/>
                  </a:lnTo>
                  <a:lnTo>
                    <a:pt x="145017" y="345178"/>
                  </a:lnTo>
                  <a:lnTo>
                    <a:pt x="145246" y="344934"/>
                  </a:lnTo>
                  <a:lnTo>
                    <a:pt x="145401" y="344980"/>
                  </a:lnTo>
                  <a:lnTo>
                    <a:pt x="145626" y="345100"/>
                  </a:lnTo>
                  <a:lnTo>
                    <a:pt x="145840" y="345114"/>
                  </a:lnTo>
                  <a:lnTo>
                    <a:pt x="145935" y="344973"/>
                  </a:lnTo>
                  <a:lnTo>
                    <a:pt x="145914" y="344812"/>
                  </a:lnTo>
                  <a:lnTo>
                    <a:pt x="146004" y="344856"/>
                  </a:lnTo>
                  <a:lnTo>
                    <a:pt x="146095" y="345039"/>
                  </a:lnTo>
                  <a:lnTo>
                    <a:pt x="146282" y="345015"/>
                  </a:lnTo>
                  <a:lnTo>
                    <a:pt x="146597" y="344835"/>
                  </a:lnTo>
                  <a:lnTo>
                    <a:pt x="146936" y="344617"/>
                  </a:lnTo>
                  <a:lnTo>
                    <a:pt x="147226" y="344181"/>
                  </a:lnTo>
                  <a:lnTo>
                    <a:pt x="147051" y="343750"/>
                  </a:lnTo>
                  <a:lnTo>
                    <a:pt x="147257" y="343721"/>
                  </a:lnTo>
                  <a:lnTo>
                    <a:pt x="147689" y="343756"/>
                  </a:lnTo>
                  <a:lnTo>
                    <a:pt x="147683" y="343608"/>
                  </a:lnTo>
                  <a:lnTo>
                    <a:pt x="147867" y="343579"/>
                  </a:lnTo>
                  <a:lnTo>
                    <a:pt x="148518" y="343828"/>
                  </a:lnTo>
                  <a:lnTo>
                    <a:pt x="148630" y="343596"/>
                  </a:lnTo>
                  <a:lnTo>
                    <a:pt x="148829" y="343484"/>
                  </a:lnTo>
                  <a:lnTo>
                    <a:pt x="149046" y="343623"/>
                  </a:lnTo>
                  <a:lnTo>
                    <a:pt x="149149" y="343793"/>
                  </a:lnTo>
                  <a:lnTo>
                    <a:pt x="149393" y="344066"/>
                  </a:lnTo>
                  <a:lnTo>
                    <a:pt x="149458" y="344202"/>
                  </a:lnTo>
                  <a:lnTo>
                    <a:pt x="149464" y="344419"/>
                  </a:lnTo>
                  <a:lnTo>
                    <a:pt x="149637" y="344722"/>
                  </a:lnTo>
                  <a:lnTo>
                    <a:pt x="150007" y="344836"/>
                  </a:lnTo>
                  <a:lnTo>
                    <a:pt x="150341" y="344816"/>
                  </a:lnTo>
                  <a:lnTo>
                    <a:pt x="150481" y="344548"/>
                  </a:lnTo>
                  <a:lnTo>
                    <a:pt x="150656" y="344618"/>
                  </a:lnTo>
                  <a:lnTo>
                    <a:pt x="150820" y="344702"/>
                  </a:lnTo>
                  <a:lnTo>
                    <a:pt x="150867" y="344861"/>
                  </a:lnTo>
                  <a:lnTo>
                    <a:pt x="151393" y="344629"/>
                  </a:lnTo>
                  <a:lnTo>
                    <a:pt x="151588" y="344529"/>
                  </a:lnTo>
                  <a:lnTo>
                    <a:pt x="151724" y="344517"/>
                  </a:lnTo>
                  <a:lnTo>
                    <a:pt x="151996" y="344641"/>
                  </a:lnTo>
                  <a:lnTo>
                    <a:pt x="152206" y="344691"/>
                  </a:lnTo>
                  <a:lnTo>
                    <a:pt x="152518" y="344765"/>
                  </a:lnTo>
                  <a:lnTo>
                    <a:pt x="152961" y="344841"/>
                  </a:lnTo>
                  <a:lnTo>
                    <a:pt x="153149" y="344855"/>
                  </a:lnTo>
                  <a:lnTo>
                    <a:pt x="153366" y="345112"/>
                  </a:lnTo>
                  <a:lnTo>
                    <a:pt x="153653" y="345465"/>
                  </a:lnTo>
                  <a:lnTo>
                    <a:pt x="153878" y="345442"/>
                  </a:lnTo>
                  <a:lnTo>
                    <a:pt x="154147" y="345335"/>
                  </a:lnTo>
                  <a:lnTo>
                    <a:pt x="154670" y="345194"/>
                  </a:lnTo>
                  <a:lnTo>
                    <a:pt x="154636" y="344938"/>
                  </a:lnTo>
                  <a:lnTo>
                    <a:pt x="154216" y="344629"/>
                  </a:lnTo>
                  <a:lnTo>
                    <a:pt x="153834" y="344398"/>
                  </a:lnTo>
                  <a:lnTo>
                    <a:pt x="153683" y="344364"/>
                  </a:lnTo>
                  <a:lnTo>
                    <a:pt x="153542" y="344269"/>
                  </a:lnTo>
                  <a:lnTo>
                    <a:pt x="153442" y="343876"/>
                  </a:lnTo>
                  <a:lnTo>
                    <a:pt x="153459" y="343682"/>
                  </a:lnTo>
                  <a:lnTo>
                    <a:pt x="153675" y="343797"/>
                  </a:lnTo>
                  <a:lnTo>
                    <a:pt x="153915" y="343837"/>
                  </a:lnTo>
                  <a:lnTo>
                    <a:pt x="154715" y="343591"/>
                  </a:lnTo>
                  <a:lnTo>
                    <a:pt x="154833" y="343792"/>
                  </a:lnTo>
                  <a:lnTo>
                    <a:pt x="154969" y="343896"/>
                  </a:lnTo>
                  <a:lnTo>
                    <a:pt x="155195" y="343993"/>
                  </a:lnTo>
                  <a:lnTo>
                    <a:pt x="155325" y="343967"/>
                  </a:lnTo>
                  <a:lnTo>
                    <a:pt x="155518" y="343791"/>
                  </a:lnTo>
                  <a:lnTo>
                    <a:pt x="155762" y="343803"/>
                  </a:lnTo>
                  <a:lnTo>
                    <a:pt x="155971" y="343853"/>
                  </a:lnTo>
                  <a:lnTo>
                    <a:pt x="156117" y="343940"/>
                  </a:lnTo>
                  <a:lnTo>
                    <a:pt x="156365" y="344098"/>
                  </a:lnTo>
                  <a:lnTo>
                    <a:pt x="156495" y="344246"/>
                  </a:lnTo>
                  <a:lnTo>
                    <a:pt x="156760" y="344514"/>
                  </a:lnTo>
                  <a:lnTo>
                    <a:pt x="156905" y="344537"/>
                  </a:lnTo>
                  <a:lnTo>
                    <a:pt x="156935" y="344865"/>
                  </a:lnTo>
                  <a:lnTo>
                    <a:pt x="157412" y="345172"/>
                  </a:lnTo>
                  <a:lnTo>
                    <a:pt x="157676" y="345010"/>
                  </a:lnTo>
                  <a:lnTo>
                    <a:pt x="157709" y="344689"/>
                  </a:lnTo>
                  <a:lnTo>
                    <a:pt x="157650" y="344254"/>
                  </a:lnTo>
                  <a:lnTo>
                    <a:pt x="158492" y="344051"/>
                  </a:lnTo>
                  <a:lnTo>
                    <a:pt x="158835" y="344240"/>
                  </a:lnTo>
                  <a:lnTo>
                    <a:pt x="158885" y="344521"/>
                  </a:lnTo>
                  <a:lnTo>
                    <a:pt x="158760" y="344802"/>
                  </a:lnTo>
                  <a:lnTo>
                    <a:pt x="158512" y="344796"/>
                  </a:lnTo>
                  <a:lnTo>
                    <a:pt x="158573" y="344360"/>
                  </a:lnTo>
                  <a:lnTo>
                    <a:pt x="158400" y="344430"/>
                  </a:lnTo>
                  <a:lnTo>
                    <a:pt x="158386" y="344653"/>
                  </a:lnTo>
                  <a:lnTo>
                    <a:pt x="158337" y="344933"/>
                  </a:lnTo>
                  <a:lnTo>
                    <a:pt x="158031" y="345155"/>
                  </a:lnTo>
                  <a:lnTo>
                    <a:pt x="158067" y="345301"/>
                  </a:lnTo>
                  <a:lnTo>
                    <a:pt x="158217" y="345579"/>
                  </a:lnTo>
                  <a:lnTo>
                    <a:pt x="158369" y="345735"/>
                  </a:lnTo>
                  <a:lnTo>
                    <a:pt x="158676" y="346054"/>
                  </a:lnTo>
                  <a:lnTo>
                    <a:pt x="158302" y="346427"/>
                  </a:lnTo>
                  <a:lnTo>
                    <a:pt x="158113" y="346495"/>
                  </a:lnTo>
                  <a:lnTo>
                    <a:pt x="157728" y="346983"/>
                  </a:lnTo>
                  <a:lnTo>
                    <a:pt x="157540" y="347262"/>
                  </a:lnTo>
                  <a:lnTo>
                    <a:pt x="157511" y="347438"/>
                  </a:lnTo>
                  <a:lnTo>
                    <a:pt x="157532" y="347577"/>
                  </a:lnTo>
                  <a:lnTo>
                    <a:pt x="157900" y="347729"/>
                  </a:lnTo>
                  <a:lnTo>
                    <a:pt x="158219" y="348228"/>
                  </a:lnTo>
                  <a:lnTo>
                    <a:pt x="158401" y="348626"/>
                  </a:lnTo>
                  <a:lnTo>
                    <a:pt x="158885" y="348632"/>
                  </a:lnTo>
                  <a:lnTo>
                    <a:pt x="158996" y="348420"/>
                  </a:lnTo>
                  <a:lnTo>
                    <a:pt x="159215" y="348429"/>
                  </a:lnTo>
                  <a:lnTo>
                    <a:pt x="159233" y="348806"/>
                  </a:lnTo>
                  <a:lnTo>
                    <a:pt x="159270" y="349035"/>
                  </a:lnTo>
                  <a:lnTo>
                    <a:pt x="159310" y="349260"/>
                  </a:lnTo>
                  <a:lnTo>
                    <a:pt x="159253" y="349544"/>
                  </a:lnTo>
                  <a:lnTo>
                    <a:pt x="159031" y="349567"/>
                  </a:lnTo>
                  <a:lnTo>
                    <a:pt x="158787" y="349641"/>
                  </a:lnTo>
                  <a:lnTo>
                    <a:pt x="158868" y="350228"/>
                  </a:lnTo>
                  <a:lnTo>
                    <a:pt x="159138" y="350923"/>
                  </a:lnTo>
                  <a:lnTo>
                    <a:pt x="159100" y="351235"/>
                  </a:lnTo>
                  <a:lnTo>
                    <a:pt x="158652" y="351372"/>
                  </a:lnTo>
                  <a:lnTo>
                    <a:pt x="158247" y="351454"/>
                  </a:lnTo>
                  <a:lnTo>
                    <a:pt x="158059" y="351528"/>
                  </a:lnTo>
                  <a:lnTo>
                    <a:pt x="157799" y="351615"/>
                  </a:lnTo>
                  <a:lnTo>
                    <a:pt x="157653" y="352059"/>
                  </a:lnTo>
                  <a:lnTo>
                    <a:pt x="158032" y="352485"/>
                  </a:lnTo>
                  <a:lnTo>
                    <a:pt x="157918" y="352775"/>
                  </a:lnTo>
                  <a:lnTo>
                    <a:pt x="157847" y="352892"/>
                  </a:lnTo>
                  <a:lnTo>
                    <a:pt x="158026" y="353009"/>
                  </a:lnTo>
                  <a:lnTo>
                    <a:pt x="158176" y="352929"/>
                  </a:lnTo>
                  <a:lnTo>
                    <a:pt x="158329" y="353017"/>
                  </a:lnTo>
                  <a:lnTo>
                    <a:pt x="158487" y="353106"/>
                  </a:lnTo>
                  <a:lnTo>
                    <a:pt x="158875" y="352785"/>
                  </a:lnTo>
                  <a:lnTo>
                    <a:pt x="159393" y="353109"/>
                  </a:lnTo>
                  <a:lnTo>
                    <a:pt x="159415" y="353257"/>
                  </a:lnTo>
                  <a:lnTo>
                    <a:pt x="159665" y="353654"/>
                  </a:lnTo>
                  <a:lnTo>
                    <a:pt x="160137" y="353503"/>
                  </a:lnTo>
                  <a:lnTo>
                    <a:pt x="160362" y="353341"/>
                  </a:lnTo>
                  <a:lnTo>
                    <a:pt x="160518" y="353295"/>
                  </a:lnTo>
                  <a:lnTo>
                    <a:pt x="161220" y="353530"/>
                  </a:lnTo>
                  <a:lnTo>
                    <a:pt x="161370" y="353464"/>
                  </a:lnTo>
                  <a:lnTo>
                    <a:pt x="161720" y="353708"/>
                  </a:lnTo>
                  <a:lnTo>
                    <a:pt x="161490" y="354095"/>
                  </a:lnTo>
                  <a:lnTo>
                    <a:pt x="161348" y="354021"/>
                  </a:lnTo>
                  <a:lnTo>
                    <a:pt x="161159" y="354131"/>
                  </a:lnTo>
                  <a:lnTo>
                    <a:pt x="160853" y="354412"/>
                  </a:lnTo>
                  <a:lnTo>
                    <a:pt x="160620" y="354673"/>
                  </a:lnTo>
                  <a:lnTo>
                    <a:pt x="160590" y="354821"/>
                  </a:lnTo>
                  <a:lnTo>
                    <a:pt x="160065" y="354827"/>
                  </a:lnTo>
                  <a:lnTo>
                    <a:pt x="159742" y="355419"/>
                  </a:lnTo>
                  <a:lnTo>
                    <a:pt x="159791" y="355725"/>
                  </a:lnTo>
                  <a:lnTo>
                    <a:pt x="159924" y="356043"/>
                  </a:lnTo>
                  <a:lnTo>
                    <a:pt x="160078" y="356557"/>
                  </a:lnTo>
                  <a:lnTo>
                    <a:pt x="160082" y="356687"/>
                  </a:lnTo>
                  <a:lnTo>
                    <a:pt x="159908" y="356956"/>
                  </a:lnTo>
                  <a:lnTo>
                    <a:pt x="159706" y="356972"/>
                  </a:lnTo>
                  <a:lnTo>
                    <a:pt x="159185" y="356972"/>
                  </a:lnTo>
                  <a:lnTo>
                    <a:pt x="159013" y="357132"/>
                  </a:lnTo>
                  <a:lnTo>
                    <a:pt x="159101" y="357357"/>
                  </a:lnTo>
                  <a:lnTo>
                    <a:pt x="159473" y="357501"/>
                  </a:lnTo>
                  <a:lnTo>
                    <a:pt x="159874" y="357499"/>
                  </a:lnTo>
                  <a:lnTo>
                    <a:pt x="159640" y="357706"/>
                  </a:lnTo>
                  <a:lnTo>
                    <a:pt x="159482" y="357746"/>
                  </a:lnTo>
                  <a:lnTo>
                    <a:pt x="159312" y="358059"/>
                  </a:lnTo>
                  <a:lnTo>
                    <a:pt x="159393" y="358371"/>
                  </a:lnTo>
                  <a:lnTo>
                    <a:pt x="159465" y="358662"/>
                  </a:lnTo>
                  <a:lnTo>
                    <a:pt x="159504" y="358825"/>
                  </a:lnTo>
                  <a:lnTo>
                    <a:pt x="159887" y="358809"/>
                  </a:lnTo>
                  <a:lnTo>
                    <a:pt x="160149" y="358742"/>
                  </a:lnTo>
                  <a:lnTo>
                    <a:pt x="160513" y="358748"/>
                  </a:lnTo>
                  <a:lnTo>
                    <a:pt x="160950" y="358199"/>
                  </a:lnTo>
                  <a:lnTo>
                    <a:pt x="160951" y="357907"/>
                  </a:lnTo>
                  <a:lnTo>
                    <a:pt x="161481" y="357846"/>
                  </a:lnTo>
                  <a:lnTo>
                    <a:pt x="161673" y="357929"/>
                  </a:lnTo>
                  <a:lnTo>
                    <a:pt x="161535" y="358185"/>
                  </a:lnTo>
                  <a:lnTo>
                    <a:pt x="161491" y="358414"/>
                  </a:lnTo>
                  <a:lnTo>
                    <a:pt x="161560" y="358720"/>
                  </a:lnTo>
                  <a:lnTo>
                    <a:pt x="161724" y="358828"/>
                  </a:lnTo>
                  <a:lnTo>
                    <a:pt x="161863" y="358787"/>
                  </a:lnTo>
                  <a:lnTo>
                    <a:pt x="162043" y="358797"/>
                  </a:lnTo>
                  <a:lnTo>
                    <a:pt x="162178" y="358956"/>
                  </a:lnTo>
                  <a:lnTo>
                    <a:pt x="162219" y="359088"/>
                  </a:lnTo>
                  <a:lnTo>
                    <a:pt x="162306" y="359360"/>
                  </a:lnTo>
                  <a:lnTo>
                    <a:pt x="162372" y="359716"/>
                  </a:lnTo>
                  <a:lnTo>
                    <a:pt x="162355" y="359884"/>
                  </a:lnTo>
                  <a:lnTo>
                    <a:pt x="162296" y="360093"/>
                  </a:lnTo>
                  <a:lnTo>
                    <a:pt x="162242" y="360362"/>
                  </a:lnTo>
                  <a:lnTo>
                    <a:pt x="161488" y="361157"/>
                  </a:lnTo>
                  <a:lnTo>
                    <a:pt x="161593" y="361519"/>
                  </a:lnTo>
                  <a:lnTo>
                    <a:pt x="161639" y="361689"/>
                  </a:lnTo>
                  <a:lnTo>
                    <a:pt x="161688" y="361833"/>
                  </a:lnTo>
                  <a:lnTo>
                    <a:pt x="161700" y="362182"/>
                  </a:lnTo>
                  <a:lnTo>
                    <a:pt x="161744" y="362529"/>
                  </a:lnTo>
                  <a:lnTo>
                    <a:pt x="161519" y="362586"/>
                  </a:lnTo>
                  <a:lnTo>
                    <a:pt x="161705" y="362986"/>
                  </a:lnTo>
                  <a:lnTo>
                    <a:pt x="161785" y="363155"/>
                  </a:lnTo>
                  <a:lnTo>
                    <a:pt x="161708" y="363413"/>
                  </a:lnTo>
                  <a:lnTo>
                    <a:pt x="161727" y="363890"/>
                  </a:lnTo>
                  <a:lnTo>
                    <a:pt x="161776" y="364105"/>
                  </a:lnTo>
                  <a:lnTo>
                    <a:pt x="161932" y="364168"/>
                  </a:lnTo>
                  <a:lnTo>
                    <a:pt x="162151" y="364117"/>
                  </a:lnTo>
                  <a:lnTo>
                    <a:pt x="162204" y="364364"/>
                  </a:lnTo>
                  <a:lnTo>
                    <a:pt x="162200" y="364546"/>
                  </a:lnTo>
                  <a:lnTo>
                    <a:pt x="162487" y="364633"/>
                  </a:lnTo>
                  <a:lnTo>
                    <a:pt x="162525" y="364852"/>
                  </a:lnTo>
                  <a:lnTo>
                    <a:pt x="162517" y="365021"/>
                  </a:lnTo>
                  <a:lnTo>
                    <a:pt x="162297" y="364997"/>
                  </a:lnTo>
                  <a:lnTo>
                    <a:pt x="162088" y="364894"/>
                  </a:lnTo>
                  <a:lnTo>
                    <a:pt x="161666" y="364684"/>
                  </a:lnTo>
                  <a:lnTo>
                    <a:pt x="161695" y="364986"/>
                  </a:lnTo>
                  <a:lnTo>
                    <a:pt x="161526" y="365359"/>
                  </a:lnTo>
                  <a:lnTo>
                    <a:pt x="160965" y="365432"/>
                  </a:lnTo>
                  <a:lnTo>
                    <a:pt x="160774" y="365473"/>
                  </a:lnTo>
                  <a:lnTo>
                    <a:pt x="161016" y="366027"/>
                  </a:lnTo>
                  <a:lnTo>
                    <a:pt x="161087" y="366241"/>
                  </a:lnTo>
                  <a:lnTo>
                    <a:pt x="161119" y="366752"/>
                  </a:lnTo>
                  <a:lnTo>
                    <a:pt x="161150" y="367073"/>
                  </a:lnTo>
                  <a:lnTo>
                    <a:pt x="161174" y="367297"/>
                  </a:lnTo>
                  <a:lnTo>
                    <a:pt x="161125" y="367645"/>
                  </a:lnTo>
                  <a:lnTo>
                    <a:pt x="161217" y="367818"/>
                  </a:lnTo>
                  <a:lnTo>
                    <a:pt x="161272" y="368167"/>
                  </a:lnTo>
                  <a:lnTo>
                    <a:pt x="161269" y="368335"/>
                  </a:lnTo>
                  <a:lnTo>
                    <a:pt x="161427" y="368773"/>
                  </a:lnTo>
                  <a:lnTo>
                    <a:pt x="162016" y="368745"/>
                  </a:lnTo>
                  <a:lnTo>
                    <a:pt x="162594" y="368729"/>
                  </a:lnTo>
                  <a:lnTo>
                    <a:pt x="163095" y="368879"/>
                  </a:lnTo>
                  <a:lnTo>
                    <a:pt x="163421" y="369004"/>
                  </a:lnTo>
                  <a:lnTo>
                    <a:pt x="163483" y="369169"/>
                  </a:lnTo>
                  <a:lnTo>
                    <a:pt x="163778" y="369706"/>
                  </a:lnTo>
                  <a:lnTo>
                    <a:pt x="163841" y="369912"/>
                  </a:lnTo>
                  <a:lnTo>
                    <a:pt x="163902" y="370116"/>
                  </a:lnTo>
                  <a:lnTo>
                    <a:pt x="163812" y="370605"/>
                  </a:lnTo>
                  <a:lnTo>
                    <a:pt x="163988" y="370667"/>
                  </a:lnTo>
                  <a:lnTo>
                    <a:pt x="163938" y="370802"/>
                  </a:lnTo>
                  <a:lnTo>
                    <a:pt x="163785" y="371185"/>
                  </a:lnTo>
                  <a:lnTo>
                    <a:pt x="163393" y="371089"/>
                  </a:lnTo>
                  <a:lnTo>
                    <a:pt x="163353" y="371321"/>
                  </a:lnTo>
                  <a:lnTo>
                    <a:pt x="163154" y="371500"/>
                  </a:lnTo>
                  <a:lnTo>
                    <a:pt x="162708" y="372124"/>
                  </a:lnTo>
                  <a:lnTo>
                    <a:pt x="162402" y="372539"/>
                  </a:lnTo>
                  <a:lnTo>
                    <a:pt x="162248" y="372871"/>
                  </a:lnTo>
                  <a:lnTo>
                    <a:pt x="162056" y="372877"/>
                  </a:lnTo>
                  <a:lnTo>
                    <a:pt x="161991" y="373200"/>
                  </a:lnTo>
                  <a:lnTo>
                    <a:pt x="161834" y="373158"/>
                  </a:lnTo>
                  <a:lnTo>
                    <a:pt x="161590" y="373231"/>
                  </a:lnTo>
                  <a:lnTo>
                    <a:pt x="161455" y="373294"/>
                  </a:lnTo>
                  <a:lnTo>
                    <a:pt x="161500" y="373427"/>
                  </a:lnTo>
                  <a:lnTo>
                    <a:pt x="161455" y="373855"/>
                  </a:lnTo>
                  <a:lnTo>
                    <a:pt x="161515" y="374121"/>
                  </a:lnTo>
                  <a:lnTo>
                    <a:pt x="161302" y="374142"/>
                  </a:lnTo>
                  <a:lnTo>
                    <a:pt x="160995" y="374333"/>
                  </a:lnTo>
                  <a:lnTo>
                    <a:pt x="160127" y="374391"/>
                  </a:lnTo>
                  <a:lnTo>
                    <a:pt x="160034" y="374191"/>
                  </a:lnTo>
                  <a:lnTo>
                    <a:pt x="160031" y="374383"/>
                  </a:lnTo>
                  <a:lnTo>
                    <a:pt x="159673" y="374380"/>
                  </a:lnTo>
                  <a:lnTo>
                    <a:pt x="159409" y="374499"/>
                  </a:lnTo>
                  <a:lnTo>
                    <a:pt x="159226" y="374516"/>
                  </a:lnTo>
                  <a:lnTo>
                    <a:pt x="159044" y="374320"/>
                  </a:lnTo>
                  <a:lnTo>
                    <a:pt x="158769" y="374283"/>
                  </a:lnTo>
                  <a:lnTo>
                    <a:pt x="158520" y="374360"/>
                  </a:lnTo>
                  <a:lnTo>
                    <a:pt x="158139" y="374214"/>
                  </a:lnTo>
                  <a:lnTo>
                    <a:pt x="158002" y="374158"/>
                  </a:lnTo>
                  <a:lnTo>
                    <a:pt x="157843" y="374200"/>
                  </a:lnTo>
                  <a:lnTo>
                    <a:pt x="157413" y="374470"/>
                  </a:lnTo>
                  <a:lnTo>
                    <a:pt x="157354" y="374226"/>
                  </a:lnTo>
                  <a:lnTo>
                    <a:pt x="157605" y="374028"/>
                  </a:lnTo>
                  <a:lnTo>
                    <a:pt x="157746" y="374030"/>
                  </a:lnTo>
                  <a:lnTo>
                    <a:pt x="157998" y="373798"/>
                  </a:lnTo>
                  <a:lnTo>
                    <a:pt x="157676" y="373733"/>
                  </a:lnTo>
                  <a:lnTo>
                    <a:pt x="157525" y="373736"/>
                  </a:lnTo>
                  <a:lnTo>
                    <a:pt x="157254" y="373918"/>
                  </a:lnTo>
                  <a:lnTo>
                    <a:pt x="157123" y="374406"/>
                  </a:lnTo>
                  <a:lnTo>
                    <a:pt x="156823" y="374536"/>
                  </a:lnTo>
                  <a:lnTo>
                    <a:pt x="156400" y="374391"/>
                  </a:lnTo>
                  <a:lnTo>
                    <a:pt x="156259" y="374341"/>
                  </a:lnTo>
                  <a:lnTo>
                    <a:pt x="156060" y="374359"/>
                  </a:lnTo>
                  <a:lnTo>
                    <a:pt x="155828" y="375025"/>
                  </a:lnTo>
                  <a:lnTo>
                    <a:pt x="155839" y="375201"/>
                  </a:lnTo>
                  <a:lnTo>
                    <a:pt x="155973" y="375177"/>
                  </a:lnTo>
                  <a:lnTo>
                    <a:pt x="156202" y="375360"/>
                  </a:lnTo>
                  <a:lnTo>
                    <a:pt x="155990" y="376104"/>
                  </a:lnTo>
                  <a:lnTo>
                    <a:pt x="156045" y="376454"/>
                  </a:lnTo>
                  <a:lnTo>
                    <a:pt x="155840" y="376984"/>
                  </a:lnTo>
                  <a:lnTo>
                    <a:pt x="155666" y="377507"/>
                  </a:lnTo>
                  <a:lnTo>
                    <a:pt x="155490" y="377698"/>
                  </a:lnTo>
                  <a:lnTo>
                    <a:pt x="155441" y="377880"/>
                  </a:lnTo>
                  <a:lnTo>
                    <a:pt x="155317" y="378091"/>
                  </a:lnTo>
                  <a:lnTo>
                    <a:pt x="155064" y="378153"/>
                  </a:lnTo>
                  <a:lnTo>
                    <a:pt x="154832" y="378391"/>
                  </a:lnTo>
                  <a:lnTo>
                    <a:pt x="154483" y="378981"/>
                  </a:lnTo>
                  <a:lnTo>
                    <a:pt x="154476" y="379127"/>
                  </a:lnTo>
                  <a:lnTo>
                    <a:pt x="154449" y="379451"/>
                  </a:lnTo>
                  <a:lnTo>
                    <a:pt x="154306" y="379902"/>
                  </a:lnTo>
                  <a:lnTo>
                    <a:pt x="153886" y="380470"/>
                  </a:lnTo>
                  <a:lnTo>
                    <a:pt x="153788" y="380786"/>
                  </a:lnTo>
                  <a:lnTo>
                    <a:pt x="153773" y="382289"/>
                  </a:lnTo>
                  <a:lnTo>
                    <a:pt x="153772" y="382426"/>
                  </a:lnTo>
                  <a:lnTo>
                    <a:pt x="153852" y="382593"/>
                  </a:lnTo>
                  <a:lnTo>
                    <a:pt x="153994" y="382590"/>
                  </a:lnTo>
                  <a:lnTo>
                    <a:pt x="154461" y="382588"/>
                  </a:lnTo>
                  <a:lnTo>
                    <a:pt x="154467" y="382839"/>
                  </a:lnTo>
                  <a:lnTo>
                    <a:pt x="154470" y="382991"/>
                  </a:lnTo>
                  <a:lnTo>
                    <a:pt x="154468" y="383250"/>
                  </a:lnTo>
                  <a:lnTo>
                    <a:pt x="154476" y="383795"/>
                  </a:lnTo>
                  <a:lnTo>
                    <a:pt x="154481" y="383963"/>
                  </a:lnTo>
                  <a:lnTo>
                    <a:pt x="154488" y="384566"/>
                  </a:lnTo>
                  <a:lnTo>
                    <a:pt x="154490" y="384746"/>
                  </a:lnTo>
                  <a:lnTo>
                    <a:pt x="154558" y="384980"/>
                  </a:lnTo>
                  <a:lnTo>
                    <a:pt x="155514" y="385043"/>
                  </a:lnTo>
                  <a:lnTo>
                    <a:pt x="155493" y="385423"/>
                  </a:lnTo>
                  <a:lnTo>
                    <a:pt x="155442" y="385766"/>
                  </a:lnTo>
                  <a:lnTo>
                    <a:pt x="155424" y="385930"/>
                  </a:lnTo>
                  <a:lnTo>
                    <a:pt x="155464" y="386111"/>
                  </a:lnTo>
                  <a:lnTo>
                    <a:pt x="155805" y="386172"/>
                  </a:lnTo>
                  <a:lnTo>
                    <a:pt x="155581" y="386483"/>
                  </a:lnTo>
                  <a:lnTo>
                    <a:pt x="155566" y="386663"/>
                  </a:lnTo>
                  <a:lnTo>
                    <a:pt x="155480" y="387045"/>
                  </a:lnTo>
                  <a:lnTo>
                    <a:pt x="155319" y="387260"/>
                  </a:lnTo>
                  <a:lnTo>
                    <a:pt x="155434" y="387611"/>
                  </a:lnTo>
                  <a:lnTo>
                    <a:pt x="155575" y="387883"/>
                  </a:lnTo>
                  <a:lnTo>
                    <a:pt x="155354" y="388010"/>
                  </a:lnTo>
                  <a:lnTo>
                    <a:pt x="155218" y="388406"/>
                  </a:lnTo>
                  <a:lnTo>
                    <a:pt x="155167" y="388640"/>
                  </a:lnTo>
                  <a:lnTo>
                    <a:pt x="155423" y="388689"/>
                  </a:lnTo>
                  <a:lnTo>
                    <a:pt x="155864" y="388882"/>
                  </a:lnTo>
                  <a:lnTo>
                    <a:pt x="155793" y="389106"/>
                  </a:lnTo>
                  <a:lnTo>
                    <a:pt x="155703" y="389475"/>
                  </a:lnTo>
                  <a:lnTo>
                    <a:pt x="155613" y="389841"/>
                  </a:lnTo>
                  <a:lnTo>
                    <a:pt x="155507" y="390357"/>
                  </a:lnTo>
                  <a:lnTo>
                    <a:pt x="155832" y="390287"/>
                  </a:lnTo>
                  <a:lnTo>
                    <a:pt x="156183" y="390231"/>
                  </a:lnTo>
                  <a:lnTo>
                    <a:pt x="156520" y="390796"/>
                  </a:lnTo>
                  <a:lnTo>
                    <a:pt x="156534" y="390927"/>
                  </a:lnTo>
                  <a:lnTo>
                    <a:pt x="156686" y="390909"/>
                  </a:lnTo>
                  <a:lnTo>
                    <a:pt x="156945" y="390880"/>
                  </a:lnTo>
                  <a:lnTo>
                    <a:pt x="157373" y="391132"/>
                  </a:lnTo>
                  <a:lnTo>
                    <a:pt x="157554" y="391133"/>
                  </a:lnTo>
                  <a:lnTo>
                    <a:pt x="157711" y="391032"/>
                  </a:lnTo>
                  <a:lnTo>
                    <a:pt x="157790" y="390688"/>
                  </a:lnTo>
                  <a:lnTo>
                    <a:pt x="157976" y="390671"/>
                  </a:lnTo>
                  <a:lnTo>
                    <a:pt x="158343" y="390733"/>
                  </a:lnTo>
                  <a:lnTo>
                    <a:pt x="158856" y="390805"/>
                  </a:lnTo>
                  <a:lnTo>
                    <a:pt x="159655" y="390895"/>
                  </a:lnTo>
                  <a:lnTo>
                    <a:pt x="159815" y="390870"/>
                  </a:lnTo>
                  <a:lnTo>
                    <a:pt x="160299" y="390902"/>
                  </a:lnTo>
                  <a:lnTo>
                    <a:pt x="161408" y="391155"/>
                  </a:lnTo>
                  <a:lnTo>
                    <a:pt x="161386" y="391844"/>
                  </a:lnTo>
                  <a:lnTo>
                    <a:pt x="161254" y="392085"/>
                  </a:lnTo>
                  <a:lnTo>
                    <a:pt x="161360" y="392279"/>
                  </a:lnTo>
                  <a:lnTo>
                    <a:pt x="161577" y="392332"/>
                  </a:lnTo>
                  <a:lnTo>
                    <a:pt x="161607" y="392759"/>
                  </a:lnTo>
                  <a:lnTo>
                    <a:pt x="161566" y="392890"/>
                  </a:lnTo>
                  <a:lnTo>
                    <a:pt x="161712" y="393536"/>
                  </a:lnTo>
                  <a:lnTo>
                    <a:pt x="161712" y="393776"/>
                  </a:lnTo>
                  <a:lnTo>
                    <a:pt x="161953" y="394221"/>
                  </a:lnTo>
                  <a:lnTo>
                    <a:pt x="162235" y="394232"/>
                  </a:lnTo>
                  <a:lnTo>
                    <a:pt x="162682" y="394223"/>
                  </a:lnTo>
                  <a:lnTo>
                    <a:pt x="162881" y="394167"/>
                  </a:lnTo>
                  <a:lnTo>
                    <a:pt x="163362" y="393946"/>
                  </a:lnTo>
                  <a:lnTo>
                    <a:pt x="163813" y="394281"/>
                  </a:lnTo>
                  <a:lnTo>
                    <a:pt x="164179" y="394241"/>
                  </a:lnTo>
                  <a:lnTo>
                    <a:pt x="164159" y="393938"/>
                  </a:lnTo>
                  <a:lnTo>
                    <a:pt x="164314" y="393884"/>
                  </a:lnTo>
                  <a:lnTo>
                    <a:pt x="164555" y="393929"/>
                  </a:lnTo>
                  <a:lnTo>
                    <a:pt x="165106" y="393788"/>
                  </a:lnTo>
                  <a:lnTo>
                    <a:pt x="165280" y="393701"/>
                  </a:lnTo>
                  <a:lnTo>
                    <a:pt x="165765" y="393638"/>
                  </a:lnTo>
                  <a:lnTo>
                    <a:pt x="167321" y="393452"/>
                  </a:lnTo>
                  <a:lnTo>
                    <a:pt x="167264" y="393591"/>
                  </a:lnTo>
                  <a:lnTo>
                    <a:pt x="167735" y="393695"/>
                  </a:lnTo>
                  <a:lnTo>
                    <a:pt x="167943" y="393707"/>
                  </a:lnTo>
                  <a:lnTo>
                    <a:pt x="168277" y="393722"/>
                  </a:lnTo>
                  <a:lnTo>
                    <a:pt x="168299" y="393409"/>
                  </a:lnTo>
                  <a:lnTo>
                    <a:pt x="168324" y="393113"/>
                  </a:lnTo>
                  <a:lnTo>
                    <a:pt x="169743" y="392883"/>
                  </a:lnTo>
                  <a:lnTo>
                    <a:pt x="169602" y="393217"/>
                  </a:lnTo>
                  <a:lnTo>
                    <a:pt x="169452" y="393491"/>
                  </a:lnTo>
                  <a:lnTo>
                    <a:pt x="169431" y="393796"/>
                  </a:lnTo>
                  <a:lnTo>
                    <a:pt x="169725" y="393688"/>
                  </a:lnTo>
                  <a:lnTo>
                    <a:pt x="169907" y="393912"/>
                  </a:lnTo>
                  <a:lnTo>
                    <a:pt x="170181" y="394038"/>
                  </a:lnTo>
                  <a:lnTo>
                    <a:pt x="170815" y="394256"/>
                  </a:lnTo>
                  <a:lnTo>
                    <a:pt x="170619" y="394436"/>
                  </a:lnTo>
                  <a:lnTo>
                    <a:pt x="170488" y="394595"/>
                  </a:lnTo>
                  <a:lnTo>
                    <a:pt x="170389" y="394929"/>
                  </a:lnTo>
                  <a:lnTo>
                    <a:pt x="170268" y="395579"/>
                  </a:lnTo>
                  <a:lnTo>
                    <a:pt x="170258" y="395788"/>
                  </a:lnTo>
                  <a:lnTo>
                    <a:pt x="170264" y="395929"/>
                  </a:lnTo>
                  <a:lnTo>
                    <a:pt x="170095" y="396330"/>
                  </a:lnTo>
                  <a:lnTo>
                    <a:pt x="170459" y="396460"/>
                  </a:lnTo>
                  <a:lnTo>
                    <a:pt x="170630" y="396762"/>
                  </a:lnTo>
                  <a:lnTo>
                    <a:pt x="170639" y="396990"/>
                  </a:lnTo>
                  <a:lnTo>
                    <a:pt x="170990" y="398159"/>
                  </a:lnTo>
                  <a:lnTo>
                    <a:pt x="171288" y="398113"/>
                  </a:lnTo>
                  <a:lnTo>
                    <a:pt x="171668" y="398221"/>
                  </a:lnTo>
                  <a:lnTo>
                    <a:pt x="171658" y="398378"/>
                  </a:lnTo>
                  <a:lnTo>
                    <a:pt x="172167" y="398530"/>
                  </a:lnTo>
                  <a:lnTo>
                    <a:pt x="172176" y="398805"/>
                  </a:lnTo>
                  <a:lnTo>
                    <a:pt x="172192" y="399037"/>
                  </a:lnTo>
                  <a:lnTo>
                    <a:pt x="172464" y="399316"/>
                  </a:lnTo>
                  <a:lnTo>
                    <a:pt x="172625" y="399347"/>
                  </a:lnTo>
                  <a:lnTo>
                    <a:pt x="172780" y="399377"/>
                  </a:lnTo>
                  <a:lnTo>
                    <a:pt x="172772" y="399250"/>
                  </a:lnTo>
                  <a:lnTo>
                    <a:pt x="172935" y="399138"/>
                  </a:lnTo>
                  <a:lnTo>
                    <a:pt x="173333" y="398693"/>
                  </a:lnTo>
                  <a:lnTo>
                    <a:pt x="173551" y="398573"/>
                  </a:lnTo>
                  <a:lnTo>
                    <a:pt x="173743" y="398594"/>
                  </a:lnTo>
                  <a:lnTo>
                    <a:pt x="174129" y="398579"/>
                  </a:lnTo>
                  <a:lnTo>
                    <a:pt x="174380" y="398269"/>
                  </a:lnTo>
                  <a:lnTo>
                    <a:pt x="174573" y="398204"/>
                  </a:lnTo>
                  <a:lnTo>
                    <a:pt x="174719" y="398026"/>
                  </a:lnTo>
                  <a:lnTo>
                    <a:pt x="174804" y="397610"/>
                  </a:lnTo>
                  <a:lnTo>
                    <a:pt x="175192" y="397563"/>
                  </a:lnTo>
                  <a:lnTo>
                    <a:pt x="175460" y="397772"/>
                  </a:lnTo>
                  <a:lnTo>
                    <a:pt x="175943" y="397580"/>
                  </a:lnTo>
                  <a:lnTo>
                    <a:pt x="176533" y="397481"/>
                  </a:lnTo>
                  <a:lnTo>
                    <a:pt x="177546" y="396913"/>
                  </a:lnTo>
                  <a:lnTo>
                    <a:pt x="177672" y="396386"/>
                  </a:lnTo>
                  <a:lnTo>
                    <a:pt x="177853" y="396249"/>
                  </a:lnTo>
                  <a:lnTo>
                    <a:pt x="178276" y="396205"/>
                  </a:lnTo>
                  <a:lnTo>
                    <a:pt x="178489" y="396418"/>
                  </a:lnTo>
                  <a:lnTo>
                    <a:pt x="178244" y="396897"/>
                  </a:lnTo>
                  <a:lnTo>
                    <a:pt x="178604" y="397159"/>
                  </a:lnTo>
                  <a:lnTo>
                    <a:pt x="178607" y="397435"/>
                  </a:lnTo>
                  <a:lnTo>
                    <a:pt x="178959" y="397542"/>
                  </a:lnTo>
                  <a:lnTo>
                    <a:pt x="179107" y="397547"/>
                  </a:lnTo>
                  <a:lnTo>
                    <a:pt x="179261" y="397551"/>
                  </a:lnTo>
                  <a:lnTo>
                    <a:pt x="179708" y="397799"/>
                  </a:lnTo>
                  <a:lnTo>
                    <a:pt x="179821" y="398217"/>
                  </a:lnTo>
                  <a:lnTo>
                    <a:pt x="179851" y="398358"/>
                  </a:lnTo>
                  <a:lnTo>
                    <a:pt x="179162" y="398869"/>
                  </a:lnTo>
                  <a:lnTo>
                    <a:pt x="178848" y="399347"/>
                  </a:lnTo>
                  <a:lnTo>
                    <a:pt x="179030" y="399527"/>
                  </a:lnTo>
                  <a:lnTo>
                    <a:pt x="179470" y="399396"/>
                  </a:lnTo>
                  <a:lnTo>
                    <a:pt x="179962" y="399281"/>
                  </a:lnTo>
                  <a:lnTo>
                    <a:pt x="180011" y="399428"/>
                  </a:lnTo>
                  <a:lnTo>
                    <a:pt x="179104" y="399684"/>
                  </a:lnTo>
                  <a:lnTo>
                    <a:pt x="178931" y="399715"/>
                  </a:lnTo>
                  <a:lnTo>
                    <a:pt x="179192" y="400332"/>
                  </a:lnTo>
                  <a:lnTo>
                    <a:pt x="179576" y="400908"/>
                  </a:lnTo>
                  <a:lnTo>
                    <a:pt x="180153" y="400879"/>
                  </a:lnTo>
                  <a:lnTo>
                    <a:pt x="180494" y="400781"/>
                  </a:lnTo>
                  <a:lnTo>
                    <a:pt x="180784" y="400702"/>
                  </a:lnTo>
                  <a:lnTo>
                    <a:pt x="181404" y="400302"/>
                  </a:lnTo>
                  <a:lnTo>
                    <a:pt x="181395" y="400078"/>
                  </a:lnTo>
                  <a:lnTo>
                    <a:pt x="181567" y="400056"/>
                  </a:lnTo>
                  <a:lnTo>
                    <a:pt x="181819" y="400148"/>
                  </a:lnTo>
                  <a:lnTo>
                    <a:pt x="181996" y="400568"/>
                  </a:lnTo>
                  <a:lnTo>
                    <a:pt x="182198" y="400939"/>
                  </a:lnTo>
                  <a:lnTo>
                    <a:pt x="182532" y="400822"/>
                  </a:lnTo>
                  <a:lnTo>
                    <a:pt x="182751" y="400668"/>
                  </a:lnTo>
                  <a:lnTo>
                    <a:pt x="182967" y="400460"/>
                  </a:lnTo>
                  <a:lnTo>
                    <a:pt x="183471" y="400475"/>
                  </a:lnTo>
                  <a:lnTo>
                    <a:pt x="183746" y="400460"/>
                  </a:lnTo>
                  <a:lnTo>
                    <a:pt x="184020" y="400621"/>
                  </a:lnTo>
                  <a:lnTo>
                    <a:pt x="184177" y="400617"/>
                  </a:lnTo>
                  <a:lnTo>
                    <a:pt x="184317" y="400301"/>
                  </a:lnTo>
                  <a:lnTo>
                    <a:pt x="184520" y="400130"/>
                  </a:lnTo>
                  <a:lnTo>
                    <a:pt x="184499" y="399580"/>
                  </a:lnTo>
                  <a:lnTo>
                    <a:pt x="184752" y="399546"/>
                  </a:lnTo>
                  <a:lnTo>
                    <a:pt x="185043" y="399507"/>
                  </a:lnTo>
                  <a:lnTo>
                    <a:pt x="185046" y="399818"/>
                  </a:lnTo>
                  <a:lnTo>
                    <a:pt x="185047" y="400198"/>
                  </a:lnTo>
                  <a:lnTo>
                    <a:pt x="185145" y="400420"/>
                  </a:lnTo>
                  <a:lnTo>
                    <a:pt x="185327" y="400347"/>
                  </a:lnTo>
                  <a:lnTo>
                    <a:pt x="185526" y="400266"/>
                  </a:lnTo>
                  <a:lnTo>
                    <a:pt x="185713" y="400190"/>
                  </a:lnTo>
                  <a:lnTo>
                    <a:pt x="186103" y="400076"/>
                  </a:lnTo>
                  <a:lnTo>
                    <a:pt x="186494" y="399794"/>
                  </a:lnTo>
                  <a:lnTo>
                    <a:pt x="186572" y="399209"/>
                  </a:lnTo>
                  <a:lnTo>
                    <a:pt x="187078" y="398951"/>
                  </a:lnTo>
                  <a:lnTo>
                    <a:pt x="187276" y="399041"/>
                  </a:lnTo>
                  <a:lnTo>
                    <a:pt x="187486" y="398877"/>
                  </a:lnTo>
                  <a:lnTo>
                    <a:pt x="187616" y="398777"/>
                  </a:lnTo>
                  <a:lnTo>
                    <a:pt x="188035" y="398503"/>
                  </a:lnTo>
                  <a:lnTo>
                    <a:pt x="188357" y="398406"/>
                  </a:lnTo>
                  <a:lnTo>
                    <a:pt x="188889" y="398246"/>
                  </a:lnTo>
                  <a:lnTo>
                    <a:pt x="189500" y="398072"/>
                  </a:lnTo>
                  <a:lnTo>
                    <a:pt x="190042" y="397975"/>
                  </a:lnTo>
                  <a:lnTo>
                    <a:pt x="190330" y="397814"/>
                  </a:lnTo>
                  <a:lnTo>
                    <a:pt x="190257" y="397630"/>
                  </a:lnTo>
                  <a:lnTo>
                    <a:pt x="190440" y="397645"/>
                  </a:lnTo>
                  <a:lnTo>
                    <a:pt x="190603" y="397659"/>
                  </a:lnTo>
                  <a:lnTo>
                    <a:pt x="190855" y="397684"/>
                  </a:lnTo>
                  <a:lnTo>
                    <a:pt x="191297" y="397661"/>
                  </a:lnTo>
                  <a:lnTo>
                    <a:pt x="191545" y="397654"/>
                  </a:lnTo>
                  <a:lnTo>
                    <a:pt x="191991" y="397950"/>
                  </a:lnTo>
                  <a:lnTo>
                    <a:pt x="192335" y="398183"/>
                  </a:lnTo>
                  <a:lnTo>
                    <a:pt x="192640" y="398511"/>
                  </a:lnTo>
                  <a:lnTo>
                    <a:pt x="193227" y="398354"/>
                  </a:lnTo>
                  <a:lnTo>
                    <a:pt x="193282" y="397906"/>
                  </a:lnTo>
                  <a:lnTo>
                    <a:pt x="193384" y="397562"/>
                  </a:lnTo>
                  <a:lnTo>
                    <a:pt x="193643" y="397619"/>
                  </a:lnTo>
                  <a:lnTo>
                    <a:pt x="195402" y="397769"/>
                  </a:lnTo>
                  <a:lnTo>
                    <a:pt x="195687" y="397906"/>
                  </a:lnTo>
                  <a:lnTo>
                    <a:pt x="195956" y="398766"/>
                  </a:lnTo>
                  <a:lnTo>
                    <a:pt x="195971" y="399224"/>
                  </a:lnTo>
                  <a:lnTo>
                    <a:pt x="196112" y="399472"/>
                  </a:lnTo>
                  <a:lnTo>
                    <a:pt x="196092" y="399710"/>
                  </a:lnTo>
                  <a:lnTo>
                    <a:pt x="196161" y="400006"/>
                  </a:lnTo>
                  <a:lnTo>
                    <a:pt x="196225" y="400279"/>
                  </a:lnTo>
                  <a:lnTo>
                    <a:pt x="196405" y="400609"/>
                  </a:lnTo>
                  <a:lnTo>
                    <a:pt x="196783" y="401298"/>
                  </a:lnTo>
                  <a:lnTo>
                    <a:pt x="196858" y="401540"/>
                  </a:lnTo>
                  <a:lnTo>
                    <a:pt x="196986" y="401951"/>
                  </a:lnTo>
                  <a:lnTo>
                    <a:pt x="197385" y="402647"/>
                  </a:lnTo>
                  <a:lnTo>
                    <a:pt x="197460" y="402792"/>
                  </a:lnTo>
                  <a:lnTo>
                    <a:pt x="197586" y="403120"/>
                  </a:lnTo>
                  <a:lnTo>
                    <a:pt x="197832" y="404000"/>
                  </a:lnTo>
                  <a:lnTo>
                    <a:pt x="198084" y="404604"/>
                  </a:lnTo>
                  <a:lnTo>
                    <a:pt x="198346" y="404833"/>
                  </a:lnTo>
                  <a:lnTo>
                    <a:pt x="198823" y="405451"/>
                  </a:lnTo>
                  <a:lnTo>
                    <a:pt x="198935" y="405667"/>
                  </a:lnTo>
                  <a:lnTo>
                    <a:pt x="199199" y="406177"/>
                  </a:lnTo>
                  <a:lnTo>
                    <a:pt x="199428" y="406532"/>
                  </a:lnTo>
                  <a:lnTo>
                    <a:pt x="199710" y="407081"/>
                  </a:lnTo>
                  <a:lnTo>
                    <a:pt x="199809" y="407308"/>
                  </a:lnTo>
                  <a:lnTo>
                    <a:pt x="200002" y="407665"/>
                  </a:lnTo>
                  <a:lnTo>
                    <a:pt x="200192" y="408004"/>
                  </a:lnTo>
                  <a:lnTo>
                    <a:pt x="200435" y="408425"/>
                  </a:lnTo>
                  <a:lnTo>
                    <a:pt x="200763" y="408984"/>
                  </a:lnTo>
                  <a:lnTo>
                    <a:pt x="201186" y="409907"/>
                  </a:lnTo>
                  <a:lnTo>
                    <a:pt x="201707" y="410493"/>
                  </a:lnTo>
                  <a:lnTo>
                    <a:pt x="201960" y="410772"/>
                  </a:lnTo>
                  <a:lnTo>
                    <a:pt x="202175" y="411032"/>
                  </a:lnTo>
                  <a:lnTo>
                    <a:pt x="202541" y="411840"/>
                  </a:lnTo>
                  <a:lnTo>
                    <a:pt x="202831" y="412123"/>
                  </a:lnTo>
                  <a:lnTo>
                    <a:pt x="203070" y="412357"/>
                  </a:lnTo>
                  <a:lnTo>
                    <a:pt x="203454" y="412599"/>
                  </a:lnTo>
                  <a:lnTo>
                    <a:pt x="203770" y="412873"/>
                  </a:lnTo>
                  <a:lnTo>
                    <a:pt x="203975" y="413170"/>
                  </a:lnTo>
                  <a:lnTo>
                    <a:pt x="204284" y="412966"/>
                  </a:lnTo>
                  <a:lnTo>
                    <a:pt x="203981" y="412653"/>
                  </a:lnTo>
                  <a:lnTo>
                    <a:pt x="204418" y="412318"/>
                  </a:lnTo>
                  <a:lnTo>
                    <a:pt x="204875" y="411966"/>
                  </a:lnTo>
                  <a:lnTo>
                    <a:pt x="205200" y="412298"/>
                  </a:lnTo>
                  <a:lnTo>
                    <a:pt x="205886" y="411774"/>
                  </a:lnTo>
                  <a:lnTo>
                    <a:pt x="206308" y="412213"/>
                  </a:lnTo>
                  <a:lnTo>
                    <a:pt x="207330" y="411432"/>
                  </a:lnTo>
                  <a:lnTo>
                    <a:pt x="208075" y="411607"/>
                  </a:lnTo>
                  <a:lnTo>
                    <a:pt x="208298" y="411841"/>
                  </a:lnTo>
                  <a:lnTo>
                    <a:pt x="206941" y="412878"/>
                  </a:lnTo>
                  <a:lnTo>
                    <a:pt x="207188" y="413133"/>
                  </a:lnTo>
                  <a:lnTo>
                    <a:pt x="207362" y="413314"/>
                  </a:lnTo>
                  <a:lnTo>
                    <a:pt x="209172" y="411933"/>
                  </a:lnTo>
                  <a:lnTo>
                    <a:pt x="210873" y="411098"/>
                  </a:lnTo>
                  <a:lnTo>
                    <a:pt x="212017" y="410512"/>
                  </a:lnTo>
                  <a:lnTo>
                    <a:pt x="212453" y="411194"/>
                  </a:lnTo>
                  <a:lnTo>
                    <a:pt x="211529" y="411768"/>
                  </a:lnTo>
                  <a:lnTo>
                    <a:pt x="211431" y="412228"/>
                  </a:lnTo>
                  <a:lnTo>
                    <a:pt x="210727" y="412568"/>
                  </a:lnTo>
                  <a:lnTo>
                    <a:pt x="210231" y="412807"/>
                  </a:lnTo>
                  <a:lnTo>
                    <a:pt x="210029" y="412782"/>
                  </a:lnTo>
                  <a:lnTo>
                    <a:pt x="209291" y="412734"/>
                  </a:lnTo>
                  <a:lnTo>
                    <a:pt x="208983" y="412970"/>
                  </a:lnTo>
                  <a:lnTo>
                    <a:pt x="208771" y="413133"/>
                  </a:lnTo>
                  <a:lnTo>
                    <a:pt x="208913" y="413284"/>
                  </a:lnTo>
                  <a:lnTo>
                    <a:pt x="209456" y="413861"/>
                  </a:lnTo>
                  <a:lnTo>
                    <a:pt x="209930" y="413492"/>
                  </a:lnTo>
                  <a:lnTo>
                    <a:pt x="210078" y="413644"/>
                  </a:lnTo>
                  <a:lnTo>
                    <a:pt x="210534" y="413384"/>
                  </a:lnTo>
                  <a:lnTo>
                    <a:pt x="210520" y="413517"/>
                  </a:lnTo>
                  <a:lnTo>
                    <a:pt x="210282" y="413681"/>
                  </a:lnTo>
                  <a:lnTo>
                    <a:pt x="209702" y="414265"/>
                  </a:lnTo>
                  <a:lnTo>
                    <a:pt x="207984" y="415569"/>
                  </a:lnTo>
                  <a:lnTo>
                    <a:pt x="207689" y="415952"/>
                  </a:lnTo>
                  <a:lnTo>
                    <a:pt x="208088" y="416112"/>
                  </a:lnTo>
                  <a:lnTo>
                    <a:pt x="208030" y="416280"/>
                  </a:lnTo>
                  <a:lnTo>
                    <a:pt x="207675" y="416622"/>
                  </a:lnTo>
                  <a:lnTo>
                    <a:pt x="207471" y="416651"/>
                  </a:lnTo>
                  <a:lnTo>
                    <a:pt x="207236" y="416645"/>
                  </a:lnTo>
                  <a:lnTo>
                    <a:pt x="206890" y="416590"/>
                  </a:lnTo>
                  <a:lnTo>
                    <a:pt x="206551" y="416426"/>
                  </a:lnTo>
                  <a:lnTo>
                    <a:pt x="205646" y="415980"/>
                  </a:lnTo>
                  <a:lnTo>
                    <a:pt x="205314" y="416795"/>
                  </a:lnTo>
                  <a:lnTo>
                    <a:pt x="206184" y="417729"/>
                  </a:lnTo>
                  <a:lnTo>
                    <a:pt x="206196" y="417934"/>
                  </a:lnTo>
                  <a:lnTo>
                    <a:pt x="206060" y="418374"/>
                  </a:lnTo>
                  <a:lnTo>
                    <a:pt x="205718" y="418712"/>
                  </a:lnTo>
                  <a:lnTo>
                    <a:pt x="205775" y="419092"/>
                  </a:lnTo>
                  <a:lnTo>
                    <a:pt x="205427" y="419556"/>
                  </a:lnTo>
                  <a:lnTo>
                    <a:pt x="205110" y="419726"/>
                  </a:lnTo>
                  <a:lnTo>
                    <a:pt x="205052" y="419971"/>
                  </a:lnTo>
                  <a:lnTo>
                    <a:pt x="205316" y="420217"/>
                  </a:lnTo>
                  <a:lnTo>
                    <a:pt x="205210" y="420588"/>
                  </a:lnTo>
                  <a:lnTo>
                    <a:pt x="205059" y="421187"/>
                  </a:lnTo>
                  <a:lnTo>
                    <a:pt x="205287" y="421322"/>
                  </a:lnTo>
                  <a:lnTo>
                    <a:pt x="205527" y="421513"/>
                  </a:lnTo>
                  <a:lnTo>
                    <a:pt x="204951" y="421716"/>
                  </a:lnTo>
                  <a:lnTo>
                    <a:pt x="204575" y="421710"/>
                  </a:lnTo>
                  <a:lnTo>
                    <a:pt x="204117" y="421855"/>
                  </a:lnTo>
                  <a:lnTo>
                    <a:pt x="203879" y="421989"/>
                  </a:lnTo>
                  <a:lnTo>
                    <a:pt x="203870" y="422319"/>
                  </a:lnTo>
                  <a:lnTo>
                    <a:pt x="203991" y="422884"/>
                  </a:lnTo>
                  <a:lnTo>
                    <a:pt x="204045" y="423109"/>
                  </a:lnTo>
                  <a:lnTo>
                    <a:pt x="204017" y="423659"/>
                  </a:lnTo>
                  <a:lnTo>
                    <a:pt x="203753" y="423724"/>
                  </a:lnTo>
                  <a:lnTo>
                    <a:pt x="203595" y="423792"/>
                  </a:lnTo>
                  <a:lnTo>
                    <a:pt x="203294" y="424011"/>
                  </a:lnTo>
                  <a:lnTo>
                    <a:pt x="202773" y="424172"/>
                  </a:lnTo>
                  <a:lnTo>
                    <a:pt x="202433" y="424823"/>
                  </a:lnTo>
                  <a:lnTo>
                    <a:pt x="202132" y="425060"/>
                  </a:lnTo>
                  <a:lnTo>
                    <a:pt x="202088" y="425373"/>
                  </a:lnTo>
                  <a:lnTo>
                    <a:pt x="202128" y="425560"/>
                  </a:lnTo>
                  <a:lnTo>
                    <a:pt x="202120" y="425814"/>
                  </a:lnTo>
                  <a:lnTo>
                    <a:pt x="201789" y="425928"/>
                  </a:lnTo>
                  <a:lnTo>
                    <a:pt x="201464" y="426298"/>
                  </a:lnTo>
                  <a:lnTo>
                    <a:pt x="201087" y="426660"/>
                  </a:lnTo>
                  <a:lnTo>
                    <a:pt x="200873" y="426774"/>
                  </a:lnTo>
                  <a:lnTo>
                    <a:pt x="200652" y="426770"/>
                  </a:lnTo>
                  <a:lnTo>
                    <a:pt x="200385" y="426641"/>
                  </a:lnTo>
                  <a:lnTo>
                    <a:pt x="199793" y="426508"/>
                  </a:lnTo>
                  <a:lnTo>
                    <a:pt x="199400" y="426630"/>
                  </a:lnTo>
                  <a:lnTo>
                    <a:pt x="198972" y="426930"/>
                  </a:lnTo>
                  <a:lnTo>
                    <a:pt x="198830" y="426932"/>
                  </a:lnTo>
                  <a:lnTo>
                    <a:pt x="198694" y="426900"/>
                  </a:lnTo>
                  <a:lnTo>
                    <a:pt x="198174" y="426873"/>
                  </a:lnTo>
                  <a:lnTo>
                    <a:pt x="197962" y="426897"/>
                  </a:lnTo>
                  <a:lnTo>
                    <a:pt x="197583" y="426985"/>
                  </a:lnTo>
                  <a:lnTo>
                    <a:pt x="196954" y="427108"/>
                  </a:lnTo>
                  <a:lnTo>
                    <a:pt x="196699" y="427074"/>
                  </a:lnTo>
                  <a:lnTo>
                    <a:pt x="196488" y="426935"/>
                  </a:lnTo>
                  <a:lnTo>
                    <a:pt x="196205" y="426844"/>
                  </a:lnTo>
                  <a:lnTo>
                    <a:pt x="195854" y="426888"/>
                  </a:lnTo>
                  <a:lnTo>
                    <a:pt x="195122" y="427046"/>
                  </a:lnTo>
                  <a:lnTo>
                    <a:pt x="194871" y="427307"/>
                  </a:lnTo>
                  <a:lnTo>
                    <a:pt x="193986" y="427815"/>
                  </a:lnTo>
                  <a:lnTo>
                    <a:pt x="193917" y="428201"/>
                  </a:lnTo>
                  <a:lnTo>
                    <a:pt x="194131" y="428596"/>
                  </a:lnTo>
                  <a:lnTo>
                    <a:pt x="194001" y="428818"/>
                  </a:lnTo>
                  <a:lnTo>
                    <a:pt x="193851" y="428978"/>
                  </a:lnTo>
                  <a:lnTo>
                    <a:pt x="193415" y="429401"/>
                  </a:lnTo>
                  <a:lnTo>
                    <a:pt x="193356" y="429567"/>
                  </a:lnTo>
                  <a:lnTo>
                    <a:pt x="193352" y="429736"/>
                  </a:lnTo>
                  <a:lnTo>
                    <a:pt x="193345" y="430009"/>
                  </a:lnTo>
                  <a:lnTo>
                    <a:pt x="193205" y="430195"/>
                  </a:lnTo>
                  <a:lnTo>
                    <a:pt x="192723" y="430836"/>
                  </a:lnTo>
                  <a:lnTo>
                    <a:pt x="192538" y="431085"/>
                  </a:lnTo>
                  <a:lnTo>
                    <a:pt x="192447" y="431296"/>
                  </a:lnTo>
                  <a:lnTo>
                    <a:pt x="192356" y="431887"/>
                  </a:lnTo>
                  <a:lnTo>
                    <a:pt x="192227" y="432720"/>
                  </a:lnTo>
                  <a:lnTo>
                    <a:pt x="192105" y="433095"/>
                  </a:lnTo>
                  <a:lnTo>
                    <a:pt x="192018" y="433362"/>
                  </a:lnTo>
                  <a:lnTo>
                    <a:pt x="191853" y="433871"/>
                  </a:lnTo>
                  <a:lnTo>
                    <a:pt x="191764" y="434030"/>
                  </a:lnTo>
                  <a:lnTo>
                    <a:pt x="191379" y="434342"/>
                  </a:lnTo>
                  <a:lnTo>
                    <a:pt x="191241" y="434453"/>
                  </a:lnTo>
                  <a:lnTo>
                    <a:pt x="190852" y="434768"/>
                  </a:lnTo>
                  <a:lnTo>
                    <a:pt x="190382" y="435357"/>
                  </a:lnTo>
                  <a:lnTo>
                    <a:pt x="190009" y="436063"/>
                  </a:lnTo>
                  <a:lnTo>
                    <a:pt x="189832" y="436398"/>
                  </a:lnTo>
                  <a:lnTo>
                    <a:pt x="189714" y="436622"/>
                  </a:lnTo>
                  <a:lnTo>
                    <a:pt x="188383" y="438629"/>
                  </a:lnTo>
                  <a:lnTo>
                    <a:pt x="188167" y="438785"/>
                  </a:lnTo>
                  <a:lnTo>
                    <a:pt x="187600" y="439043"/>
                  </a:lnTo>
                  <a:lnTo>
                    <a:pt x="187406" y="439100"/>
                  </a:lnTo>
                  <a:lnTo>
                    <a:pt x="187199" y="439161"/>
                  </a:lnTo>
                  <a:lnTo>
                    <a:pt x="186703" y="439218"/>
                  </a:lnTo>
                  <a:lnTo>
                    <a:pt x="186565" y="439171"/>
                  </a:lnTo>
                  <a:lnTo>
                    <a:pt x="186388" y="439055"/>
                  </a:lnTo>
                  <a:lnTo>
                    <a:pt x="186046" y="438829"/>
                  </a:lnTo>
                  <a:lnTo>
                    <a:pt x="185670" y="438638"/>
                  </a:lnTo>
                  <a:lnTo>
                    <a:pt x="185487" y="438618"/>
                  </a:lnTo>
                  <a:lnTo>
                    <a:pt x="185082" y="438666"/>
                  </a:lnTo>
                  <a:lnTo>
                    <a:pt x="184866" y="438659"/>
                  </a:lnTo>
                  <a:lnTo>
                    <a:pt x="184555" y="438549"/>
                  </a:lnTo>
                  <a:lnTo>
                    <a:pt x="184298" y="438393"/>
                  </a:lnTo>
                  <a:lnTo>
                    <a:pt x="184120" y="438293"/>
                  </a:lnTo>
                  <a:lnTo>
                    <a:pt x="183672" y="438182"/>
                  </a:lnTo>
                  <a:lnTo>
                    <a:pt x="182787" y="438254"/>
                  </a:lnTo>
                  <a:lnTo>
                    <a:pt x="182595" y="438317"/>
                  </a:lnTo>
                  <a:lnTo>
                    <a:pt x="182300" y="438500"/>
                  </a:lnTo>
                  <a:lnTo>
                    <a:pt x="182090" y="438631"/>
                  </a:lnTo>
                  <a:lnTo>
                    <a:pt x="181780" y="438824"/>
                  </a:lnTo>
                  <a:lnTo>
                    <a:pt x="181162" y="438989"/>
                  </a:lnTo>
                  <a:lnTo>
                    <a:pt x="180767" y="439220"/>
                  </a:lnTo>
                  <a:lnTo>
                    <a:pt x="180432" y="439416"/>
                  </a:lnTo>
                  <a:lnTo>
                    <a:pt x="180245" y="439477"/>
                  </a:lnTo>
                  <a:lnTo>
                    <a:pt x="179981" y="439503"/>
                  </a:lnTo>
                  <a:lnTo>
                    <a:pt x="179567" y="439445"/>
                  </a:lnTo>
                  <a:lnTo>
                    <a:pt x="179121" y="439382"/>
                  </a:lnTo>
                  <a:lnTo>
                    <a:pt x="178517" y="439336"/>
                  </a:lnTo>
                  <a:lnTo>
                    <a:pt x="177327" y="439190"/>
                  </a:lnTo>
                  <a:lnTo>
                    <a:pt x="177080" y="439126"/>
                  </a:lnTo>
                  <a:lnTo>
                    <a:pt x="176724" y="438992"/>
                  </a:lnTo>
                  <a:lnTo>
                    <a:pt x="176556" y="438928"/>
                  </a:lnTo>
                  <a:lnTo>
                    <a:pt x="176354" y="438895"/>
                  </a:lnTo>
                  <a:lnTo>
                    <a:pt x="176152" y="438923"/>
                  </a:lnTo>
                  <a:lnTo>
                    <a:pt x="175962" y="438993"/>
                  </a:lnTo>
                  <a:lnTo>
                    <a:pt x="175805" y="439111"/>
                  </a:lnTo>
                  <a:lnTo>
                    <a:pt x="175427" y="439417"/>
                  </a:lnTo>
                  <a:lnTo>
                    <a:pt x="175069" y="439434"/>
                  </a:lnTo>
                  <a:lnTo>
                    <a:pt x="174753" y="439449"/>
                  </a:lnTo>
                  <a:lnTo>
                    <a:pt x="173978" y="439299"/>
                  </a:lnTo>
                  <a:lnTo>
                    <a:pt x="172542" y="439014"/>
                  </a:lnTo>
                  <a:lnTo>
                    <a:pt x="171946" y="438911"/>
                  </a:lnTo>
                  <a:lnTo>
                    <a:pt x="171678" y="438919"/>
                  </a:lnTo>
                  <a:lnTo>
                    <a:pt x="171316" y="438931"/>
                  </a:lnTo>
                  <a:lnTo>
                    <a:pt x="170902" y="438971"/>
                  </a:lnTo>
                  <a:lnTo>
                    <a:pt x="170631" y="439040"/>
                  </a:lnTo>
                  <a:lnTo>
                    <a:pt x="170326" y="439165"/>
                  </a:lnTo>
                  <a:lnTo>
                    <a:pt x="169916" y="439281"/>
                  </a:lnTo>
                  <a:lnTo>
                    <a:pt x="169780" y="439336"/>
                  </a:lnTo>
                  <a:lnTo>
                    <a:pt x="169378" y="439569"/>
                  </a:lnTo>
                  <a:lnTo>
                    <a:pt x="169325" y="439721"/>
                  </a:lnTo>
                  <a:lnTo>
                    <a:pt x="169177" y="439776"/>
                  </a:lnTo>
                  <a:lnTo>
                    <a:pt x="168986" y="439812"/>
                  </a:lnTo>
                  <a:lnTo>
                    <a:pt x="168788" y="439817"/>
                  </a:lnTo>
                  <a:lnTo>
                    <a:pt x="167894" y="439709"/>
                  </a:lnTo>
                  <a:lnTo>
                    <a:pt x="167739" y="439670"/>
                  </a:lnTo>
                  <a:lnTo>
                    <a:pt x="166883" y="439456"/>
                  </a:lnTo>
                  <a:lnTo>
                    <a:pt x="166146" y="439353"/>
                  </a:lnTo>
                  <a:lnTo>
                    <a:pt x="165756" y="439531"/>
                  </a:lnTo>
                  <a:lnTo>
                    <a:pt x="165264" y="439431"/>
                  </a:lnTo>
                  <a:lnTo>
                    <a:pt x="164959" y="439554"/>
                  </a:lnTo>
                  <a:lnTo>
                    <a:pt x="164794" y="439520"/>
                  </a:lnTo>
                  <a:lnTo>
                    <a:pt x="164840" y="439334"/>
                  </a:lnTo>
                  <a:lnTo>
                    <a:pt x="163782" y="439079"/>
                  </a:lnTo>
                  <a:lnTo>
                    <a:pt x="163273" y="439106"/>
                  </a:lnTo>
                  <a:lnTo>
                    <a:pt x="162670" y="439138"/>
                  </a:lnTo>
                  <a:lnTo>
                    <a:pt x="162481" y="439149"/>
                  </a:lnTo>
                  <a:lnTo>
                    <a:pt x="162169" y="439167"/>
                  </a:lnTo>
                  <a:lnTo>
                    <a:pt x="161864" y="439216"/>
                  </a:lnTo>
                  <a:lnTo>
                    <a:pt x="160447" y="439668"/>
                  </a:lnTo>
                  <a:lnTo>
                    <a:pt x="160157" y="439699"/>
                  </a:lnTo>
                  <a:lnTo>
                    <a:pt x="159561" y="439433"/>
                  </a:lnTo>
                  <a:lnTo>
                    <a:pt x="159073" y="439301"/>
                  </a:lnTo>
                  <a:lnTo>
                    <a:pt x="158732" y="439152"/>
                  </a:lnTo>
                  <a:lnTo>
                    <a:pt x="158701" y="438977"/>
                  </a:lnTo>
                  <a:lnTo>
                    <a:pt x="158368" y="438935"/>
                  </a:lnTo>
                  <a:lnTo>
                    <a:pt x="158212" y="439039"/>
                  </a:lnTo>
                  <a:lnTo>
                    <a:pt x="158014" y="439030"/>
                  </a:lnTo>
                  <a:lnTo>
                    <a:pt x="157882" y="439037"/>
                  </a:lnTo>
                  <a:lnTo>
                    <a:pt x="157512" y="439386"/>
                  </a:lnTo>
                  <a:lnTo>
                    <a:pt x="157652" y="439579"/>
                  </a:lnTo>
                  <a:lnTo>
                    <a:pt x="157482" y="440138"/>
                  </a:lnTo>
                  <a:lnTo>
                    <a:pt x="157227" y="440336"/>
                  </a:lnTo>
                  <a:lnTo>
                    <a:pt x="156997" y="440548"/>
                  </a:lnTo>
                  <a:lnTo>
                    <a:pt x="156509" y="440996"/>
                  </a:lnTo>
                  <a:lnTo>
                    <a:pt x="156171" y="441489"/>
                  </a:lnTo>
                  <a:lnTo>
                    <a:pt x="156076" y="441782"/>
                  </a:lnTo>
                  <a:lnTo>
                    <a:pt x="156035" y="442000"/>
                  </a:lnTo>
                  <a:lnTo>
                    <a:pt x="156021" y="442185"/>
                  </a:lnTo>
                  <a:lnTo>
                    <a:pt x="155933" y="443186"/>
                  </a:lnTo>
                  <a:lnTo>
                    <a:pt x="155795" y="443501"/>
                  </a:lnTo>
                  <a:lnTo>
                    <a:pt x="155604" y="443765"/>
                  </a:lnTo>
                  <a:lnTo>
                    <a:pt x="155392" y="443882"/>
                  </a:lnTo>
                  <a:lnTo>
                    <a:pt x="155264" y="443873"/>
                  </a:lnTo>
                  <a:lnTo>
                    <a:pt x="154900" y="443772"/>
                  </a:lnTo>
                  <a:lnTo>
                    <a:pt x="154973" y="443618"/>
                  </a:lnTo>
                  <a:lnTo>
                    <a:pt x="154801" y="443446"/>
                  </a:lnTo>
                  <a:lnTo>
                    <a:pt x="154500" y="443352"/>
                  </a:lnTo>
                  <a:lnTo>
                    <a:pt x="154268" y="443783"/>
                  </a:lnTo>
                  <a:lnTo>
                    <a:pt x="154314" y="444025"/>
                  </a:lnTo>
                  <a:lnTo>
                    <a:pt x="154560" y="444553"/>
                  </a:lnTo>
                  <a:lnTo>
                    <a:pt x="154296" y="444738"/>
                  </a:lnTo>
                  <a:lnTo>
                    <a:pt x="154124" y="444858"/>
                  </a:lnTo>
                  <a:lnTo>
                    <a:pt x="153851" y="445048"/>
                  </a:lnTo>
                  <a:lnTo>
                    <a:pt x="153698" y="444790"/>
                  </a:lnTo>
                  <a:lnTo>
                    <a:pt x="153348" y="444851"/>
                  </a:lnTo>
                  <a:lnTo>
                    <a:pt x="153350" y="445085"/>
                  </a:lnTo>
                  <a:lnTo>
                    <a:pt x="153375" y="445280"/>
                  </a:lnTo>
                  <a:lnTo>
                    <a:pt x="153218" y="445352"/>
                  </a:lnTo>
                  <a:lnTo>
                    <a:pt x="152922" y="445318"/>
                  </a:lnTo>
                  <a:lnTo>
                    <a:pt x="152585" y="445385"/>
                  </a:lnTo>
                  <a:lnTo>
                    <a:pt x="152450" y="445442"/>
                  </a:lnTo>
                  <a:lnTo>
                    <a:pt x="152260" y="445690"/>
                  </a:lnTo>
                  <a:lnTo>
                    <a:pt x="152206" y="445899"/>
                  </a:lnTo>
                  <a:lnTo>
                    <a:pt x="151963" y="446820"/>
                  </a:lnTo>
                  <a:lnTo>
                    <a:pt x="151742" y="447503"/>
                  </a:lnTo>
                  <a:lnTo>
                    <a:pt x="151631" y="447709"/>
                  </a:lnTo>
                  <a:lnTo>
                    <a:pt x="151419" y="447974"/>
                  </a:lnTo>
                  <a:lnTo>
                    <a:pt x="151215" y="448140"/>
                  </a:lnTo>
                  <a:lnTo>
                    <a:pt x="151029" y="448092"/>
                  </a:lnTo>
                  <a:lnTo>
                    <a:pt x="150461" y="448010"/>
                  </a:lnTo>
                  <a:lnTo>
                    <a:pt x="150409" y="448225"/>
                  </a:lnTo>
                  <a:lnTo>
                    <a:pt x="150667" y="448650"/>
                  </a:lnTo>
                  <a:lnTo>
                    <a:pt x="150271" y="449240"/>
                  </a:lnTo>
                  <a:lnTo>
                    <a:pt x="149643" y="450051"/>
                  </a:lnTo>
                  <a:lnTo>
                    <a:pt x="149463" y="450260"/>
                  </a:lnTo>
                  <a:lnTo>
                    <a:pt x="149008" y="450786"/>
                  </a:lnTo>
                  <a:lnTo>
                    <a:pt x="148791" y="451037"/>
                  </a:lnTo>
                  <a:lnTo>
                    <a:pt x="148568" y="451193"/>
                  </a:lnTo>
                  <a:lnTo>
                    <a:pt x="148373" y="451294"/>
                  </a:lnTo>
                  <a:lnTo>
                    <a:pt x="147509" y="451742"/>
                  </a:lnTo>
                  <a:lnTo>
                    <a:pt x="147260" y="452072"/>
                  </a:lnTo>
                  <a:lnTo>
                    <a:pt x="146911" y="452535"/>
                  </a:lnTo>
                  <a:lnTo>
                    <a:pt x="146684" y="452836"/>
                  </a:lnTo>
                  <a:lnTo>
                    <a:pt x="146495" y="452998"/>
                  </a:lnTo>
                  <a:lnTo>
                    <a:pt x="146008" y="453399"/>
                  </a:lnTo>
                  <a:lnTo>
                    <a:pt x="145996" y="453636"/>
                  </a:lnTo>
                  <a:lnTo>
                    <a:pt x="145868" y="453921"/>
                  </a:lnTo>
                  <a:lnTo>
                    <a:pt x="145730" y="454026"/>
                  </a:lnTo>
                  <a:lnTo>
                    <a:pt x="145460" y="454138"/>
                  </a:lnTo>
                  <a:lnTo>
                    <a:pt x="145136" y="454272"/>
                  </a:lnTo>
                  <a:lnTo>
                    <a:pt x="144894" y="454437"/>
                  </a:lnTo>
                  <a:lnTo>
                    <a:pt x="144731" y="454631"/>
                  </a:lnTo>
                  <a:lnTo>
                    <a:pt x="144509" y="455045"/>
                  </a:lnTo>
                  <a:lnTo>
                    <a:pt x="144242" y="455459"/>
                  </a:lnTo>
                  <a:lnTo>
                    <a:pt x="143868" y="455695"/>
                  </a:lnTo>
                  <a:lnTo>
                    <a:pt x="143616" y="455945"/>
                  </a:lnTo>
                  <a:lnTo>
                    <a:pt x="143212" y="456454"/>
                  </a:lnTo>
                  <a:lnTo>
                    <a:pt x="142997" y="456559"/>
                  </a:lnTo>
                  <a:lnTo>
                    <a:pt x="142254" y="456706"/>
                  </a:lnTo>
                  <a:lnTo>
                    <a:pt x="141994" y="456851"/>
                  </a:lnTo>
                  <a:lnTo>
                    <a:pt x="141831" y="456975"/>
                  </a:lnTo>
                  <a:lnTo>
                    <a:pt x="141645" y="457233"/>
                  </a:lnTo>
                  <a:lnTo>
                    <a:pt x="141384" y="457704"/>
                  </a:lnTo>
                  <a:lnTo>
                    <a:pt x="141082" y="458786"/>
                  </a:lnTo>
                  <a:lnTo>
                    <a:pt x="140981" y="458973"/>
                  </a:lnTo>
                  <a:lnTo>
                    <a:pt x="140605" y="458880"/>
                  </a:lnTo>
                  <a:lnTo>
                    <a:pt x="140271" y="458773"/>
                  </a:lnTo>
                  <a:lnTo>
                    <a:pt x="139697" y="457980"/>
                  </a:lnTo>
                  <a:lnTo>
                    <a:pt x="139721" y="457843"/>
                  </a:lnTo>
                  <a:lnTo>
                    <a:pt x="139759" y="457631"/>
                  </a:lnTo>
                  <a:lnTo>
                    <a:pt x="139634" y="457454"/>
                  </a:lnTo>
                  <a:lnTo>
                    <a:pt x="139500" y="457285"/>
                  </a:lnTo>
                  <a:lnTo>
                    <a:pt x="139412" y="457010"/>
                  </a:lnTo>
                  <a:lnTo>
                    <a:pt x="139106" y="456995"/>
                  </a:lnTo>
                  <a:lnTo>
                    <a:pt x="138812" y="457091"/>
                  </a:lnTo>
                  <a:lnTo>
                    <a:pt x="138008" y="456475"/>
                  </a:lnTo>
                  <a:lnTo>
                    <a:pt x="137782" y="456291"/>
                  </a:lnTo>
                  <a:lnTo>
                    <a:pt x="137661" y="455879"/>
                  </a:lnTo>
                  <a:lnTo>
                    <a:pt x="137759" y="455690"/>
                  </a:lnTo>
                  <a:lnTo>
                    <a:pt x="138090" y="455140"/>
                  </a:lnTo>
                  <a:lnTo>
                    <a:pt x="138070" y="454654"/>
                  </a:lnTo>
                  <a:lnTo>
                    <a:pt x="138084" y="454466"/>
                  </a:lnTo>
                  <a:lnTo>
                    <a:pt x="138186" y="454290"/>
                  </a:lnTo>
                  <a:lnTo>
                    <a:pt x="137874" y="454202"/>
                  </a:lnTo>
                  <a:lnTo>
                    <a:pt x="137655" y="454136"/>
                  </a:lnTo>
                  <a:lnTo>
                    <a:pt x="137724" y="454004"/>
                  </a:lnTo>
                  <a:lnTo>
                    <a:pt x="137461" y="453921"/>
                  </a:lnTo>
                  <a:lnTo>
                    <a:pt x="137374" y="454081"/>
                  </a:lnTo>
                  <a:lnTo>
                    <a:pt x="137300" y="454215"/>
                  </a:lnTo>
                  <a:lnTo>
                    <a:pt x="136947" y="454244"/>
                  </a:lnTo>
                  <a:lnTo>
                    <a:pt x="136535" y="454064"/>
                  </a:lnTo>
                  <a:lnTo>
                    <a:pt x="136581" y="453908"/>
                  </a:lnTo>
                  <a:lnTo>
                    <a:pt x="136293" y="453640"/>
                  </a:lnTo>
                  <a:lnTo>
                    <a:pt x="136146" y="453587"/>
                  </a:lnTo>
                  <a:lnTo>
                    <a:pt x="135958" y="453300"/>
                  </a:lnTo>
                  <a:lnTo>
                    <a:pt x="135748" y="453281"/>
                  </a:lnTo>
                  <a:lnTo>
                    <a:pt x="135811" y="453544"/>
                  </a:lnTo>
                  <a:lnTo>
                    <a:pt x="135691" y="453944"/>
                  </a:lnTo>
                  <a:lnTo>
                    <a:pt x="134940" y="454160"/>
                  </a:lnTo>
                  <a:lnTo>
                    <a:pt x="134393" y="454193"/>
                  </a:lnTo>
                  <a:lnTo>
                    <a:pt x="134398" y="454498"/>
                  </a:lnTo>
                  <a:lnTo>
                    <a:pt x="133939" y="454882"/>
                  </a:lnTo>
                  <a:lnTo>
                    <a:pt x="134020" y="455494"/>
                  </a:lnTo>
                  <a:lnTo>
                    <a:pt x="133559" y="456740"/>
                  </a:lnTo>
                  <a:lnTo>
                    <a:pt x="133570" y="456939"/>
                  </a:lnTo>
                  <a:lnTo>
                    <a:pt x="133603" y="457141"/>
                  </a:lnTo>
                  <a:lnTo>
                    <a:pt x="133943" y="457181"/>
                  </a:lnTo>
                  <a:lnTo>
                    <a:pt x="133677" y="458600"/>
                  </a:lnTo>
                  <a:lnTo>
                    <a:pt x="133518" y="458631"/>
                  </a:lnTo>
                  <a:lnTo>
                    <a:pt x="133290" y="459040"/>
                  </a:lnTo>
                  <a:lnTo>
                    <a:pt x="133550" y="459278"/>
                  </a:lnTo>
                  <a:lnTo>
                    <a:pt x="133445" y="459557"/>
                  </a:lnTo>
                  <a:lnTo>
                    <a:pt x="133056" y="459438"/>
                  </a:lnTo>
                  <a:lnTo>
                    <a:pt x="132741" y="459092"/>
                  </a:lnTo>
                  <a:lnTo>
                    <a:pt x="132747" y="458783"/>
                  </a:lnTo>
                  <a:lnTo>
                    <a:pt x="132551" y="458662"/>
                  </a:lnTo>
                  <a:lnTo>
                    <a:pt x="132336" y="458529"/>
                  </a:lnTo>
                  <a:lnTo>
                    <a:pt x="131892" y="458257"/>
                  </a:lnTo>
                  <a:lnTo>
                    <a:pt x="131537" y="458299"/>
                  </a:lnTo>
                  <a:lnTo>
                    <a:pt x="131385" y="458779"/>
                  </a:lnTo>
                  <a:lnTo>
                    <a:pt x="131146" y="458783"/>
                  </a:lnTo>
                  <a:lnTo>
                    <a:pt x="130878" y="458800"/>
                  </a:lnTo>
                  <a:lnTo>
                    <a:pt x="131020" y="459060"/>
                  </a:lnTo>
                  <a:lnTo>
                    <a:pt x="131114" y="459397"/>
                  </a:lnTo>
                  <a:lnTo>
                    <a:pt x="131127" y="459654"/>
                  </a:lnTo>
                  <a:lnTo>
                    <a:pt x="131143" y="459859"/>
                  </a:lnTo>
                  <a:lnTo>
                    <a:pt x="131404" y="459872"/>
                  </a:lnTo>
                  <a:lnTo>
                    <a:pt x="131788" y="460060"/>
                  </a:lnTo>
                  <a:lnTo>
                    <a:pt x="131664" y="460564"/>
                  </a:lnTo>
                  <a:lnTo>
                    <a:pt x="131520" y="460609"/>
                  </a:lnTo>
                  <a:lnTo>
                    <a:pt x="131344" y="460835"/>
                  </a:lnTo>
                  <a:lnTo>
                    <a:pt x="131115" y="461028"/>
                  </a:lnTo>
                  <a:lnTo>
                    <a:pt x="131017" y="461233"/>
                  </a:lnTo>
                  <a:lnTo>
                    <a:pt x="131031" y="461642"/>
                  </a:lnTo>
                  <a:lnTo>
                    <a:pt x="131283" y="461759"/>
                  </a:lnTo>
                  <a:lnTo>
                    <a:pt x="131964" y="461864"/>
                  </a:lnTo>
                  <a:lnTo>
                    <a:pt x="132189" y="461677"/>
                  </a:lnTo>
                  <a:lnTo>
                    <a:pt x="133006" y="461719"/>
                  </a:lnTo>
                  <a:lnTo>
                    <a:pt x="133089" y="461985"/>
                  </a:lnTo>
                  <a:lnTo>
                    <a:pt x="133223" y="462161"/>
                  </a:lnTo>
                  <a:lnTo>
                    <a:pt x="133153" y="462370"/>
                  </a:lnTo>
                  <a:lnTo>
                    <a:pt x="132625" y="463678"/>
                  </a:lnTo>
                  <a:lnTo>
                    <a:pt x="132629" y="463981"/>
                  </a:lnTo>
                  <a:lnTo>
                    <a:pt x="132451" y="464000"/>
                  </a:lnTo>
                  <a:lnTo>
                    <a:pt x="132060" y="464459"/>
                  </a:lnTo>
                  <a:lnTo>
                    <a:pt x="131456" y="465123"/>
                  </a:lnTo>
                  <a:lnTo>
                    <a:pt x="131050" y="465065"/>
                  </a:lnTo>
                  <a:lnTo>
                    <a:pt x="130750" y="465009"/>
                  </a:lnTo>
                  <a:lnTo>
                    <a:pt x="130414" y="465040"/>
                  </a:lnTo>
                  <a:lnTo>
                    <a:pt x="130255" y="465026"/>
                  </a:lnTo>
                  <a:lnTo>
                    <a:pt x="129524" y="464908"/>
                  </a:lnTo>
                  <a:lnTo>
                    <a:pt x="129325" y="464866"/>
                  </a:lnTo>
                  <a:lnTo>
                    <a:pt x="128838" y="464532"/>
                  </a:lnTo>
                  <a:lnTo>
                    <a:pt x="128450" y="464161"/>
                  </a:lnTo>
                  <a:lnTo>
                    <a:pt x="127844" y="464059"/>
                  </a:lnTo>
                  <a:lnTo>
                    <a:pt x="127287" y="464232"/>
                  </a:lnTo>
                  <a:lnTo>
                    <a:pt x="126993" y="464313"/>
                  </a:lnTo>
                  <a:lnTo>
                    <a:pt x="126352" y="464484"/>
                  </a:lnTo>
                  <a:lnTo>
                    <a:pt x="126156" y="464490"/>
                  </a:lnTo>
                  <a:lnTo>
                    <a:pt x="125566" y="464534"/>
                  </a:lnTo>
                  <a:lnTo>
                    <a:pt x="125333" y="464738"/>
                  </a:lnTo>
                  <a:lnTo>
                    <a:pt x="125017" y="464703"/>
                  </a:lnTo>
                  <a:lnTo>
                    <a:pt x="124284" y="464498"/>
                  </a:lnTo>
                  <a:lnTo>
                    <a:pt x="123907" y="464600"/>
                  </a:lnTo>
                  <a:lnTo>
                    <a:pt x="123522" y="464805"/>
                  </a:lnTo>
                  <a:lnTo>
                    <a:pt x="123271" y="464801"/>
                  </a:lnTo>
                  <a:lnTo>
                    <a:pt x="123102" y="464863"/>
                  </a:lnTo>
                  <a:lnTo>
                    <a:pt x="122591" y="465364"/>
                  </a:lnTo>
                  <a:lnTo>
                    <a:pt x="122356" y="465341"/>
                  </a:lnTo>
                  <a:lnTo>
                    <a:pt x="122071" y="465313"/>
                  </a:lnTo>
                  <a:lnTo>
                    <a:pt x="121883" y="465318"/>
                  </a:lnTo>
                  <a:lnTo>
                    <a:pt x="121711" y="465394"/>
                  </a:lnTo>
                  <a:lnTo>
                    <a:pt x="121246" y="465600"/>
                  </a:lnTo>
                  <a:lnTo>
                    <a:pt x="120831" y="465846"/>
                  </a:lnTo>
                  <a:lnTo>
                    <a:pt x="120668" y="466130"/>
                  </a:lnTo>
                  <a:lnTo>
                    <a:pt x="119907" y="466196"/>
                  </a:lnTo>
                  <a:lnTo>
                    <a:pt x="119635" y="466188"/>
                  </a:lnTo>
                  <a:lnTo>
                    <a:pt x="119122" y="466584"/>
                  </a:lnTo>
                  <a:lnTo>
                    <a:pt x="119419" y="466840"/>
                  </a:lnTo>
                  <a:lnTo>
                    <a:pt x="119536" y="467006"/>
                  </a:lnTo>
                  <a:lnTo>
                    <a:pt x="119543" y="467157"/>
                  </a:lnTo>
                  <a:lnTo>
                    <a:pt x="119536" y="467379"/>
                  </a:lnTo>
                  <a:lnTo>
                    <a:pt x="119531" y="467542"/>
                  </a:lnTo>
                  <a:lnTo>
                    <a:pt x="119429" y="467880"/>
                  </a:lnTo>
                  <a:lnTo>
                    <a:pt x="119379" y="468046"/>
                  </a:lnTo>
                  <a:lnTo>
                    <a:pt x="119097" y="468443"/>
                  </a:lnTo>
                  <a:lnTo>
                    <a:pt x="118956" y="468806"/>
                  </a:lnTo>
                  <a:lnTo>
                    <a:pt x="118796" y="469194"/>
                  </a:lnTo>
                  <a:lnTo>
                    <a:pt x="118973" y="469434"/>
                  </a:lnTo>
                  <a:lnTo>
                    <a:pt x="119067" y="469563"/>
                  </a:lnTo>
                  <a:lnTo>
                    <a:pt x="119132" y="469757"/>
                  </a:lnTo>
                  <a:lnTo>
                    <a:pt x="119077" y="470104"/>
                  </a:lnTo>
                  <a:lnTo>
                    <a:pt x="119011" y="470533"/>
                  </a:lnTo>
                  <a:lnTo>
                    <a:pt x="118983" y="470707"/>
                  </a:lnTo>
                  <a:lnTo>
                    <a:pt x="118803" y="470927"/>
                  </a:lnTo>
                  <a:lnTo>
                    <a:pt x="118738" y="471204"/>
                  </a:lnTo>
                  <a:lnTo>
                    <a:pt x="118893" y="471504"/>
                  </a:lnTo>
                  <a:lnTo>
                    <a:pt x="118804" y="471683"/>
                  </a:lnTo>
                  <a:lnTo>
                    <a:pt x="118561" y="471845"/>
                  </a:lnTo>
                  <a:lnTo>
                    <a:pt x="118351" y="472057"/>
                  </a:lnTo>
                  <a:lnTo>
                    <a:pt x="118130" y="472303"/>
                  </a:lnTo>
                  <a:lnTo>
                    <a:pt x="117662" y="472356"/>
                  </a:lnTo>
                  <a:lnTo>
                    <a:pt x="117453" y="472319"/>
                  </a:lnTo>
                  <a:lnTo>
                    <a:pt x="116838" y="472725"/>
                  </a:lnTo>
                  <a:lnTo>
                    <a:pt x="116499" y="473000"/>
                  </a:lnTo>
                  <a:lnTo>
                    <a:pt x="116226" y="473222"/>
                  </a:lnTo>
                  <a:lnTo>
                    <a:pt x="116124" y="473369"/>
                  </a:lnTo>
                  <a:lnTo>
                    <a:pt x="115942" y="473632"/>
                  </a:lnTo>
                  <a:lnTo>
                    <a:pt x="115905" y="473774"/>
                  </a:lnTo>
                  <a:lnTo>
                    <a:pt x="115743" y="474395"/>
                  </a:lnTo>
                  <a:lnTo>
                    <a:pt x="115832" y="474593"/>
                  </a:lnTo>
                  <a:lnTo>
                    <a:pt x="115985" y="475211"/>
                  </a:lnTo>
                  <a:lnTo>
                    <a:pt x="115857" y="475349"/>
                  </a:lnTo>
                  <a:lnTo>
                    <a:pt x="115446" y="475744"/>
                  </a:lnTo>
                  <a:lnTo>
                    <a:pt x="115220" y="475867"/>
                  </a:lnTo>
                  <a:lnTo>
                    <a:pt x="114811" y="476119"/>
                  </a:lnTo>
                  <a:lnTo>
                    <a:pt x="114561" y="476437"/>
                  </a:lnTo>
                  <a:lnTo>
                    <a:pt x="114546" y="477040"/>
                  </a:lnTo>
                  <a:lnTo>
                    <a:pt x="114659" y="477333"/>
                  </a:lnTo>
                  <a:lnTo>
                    <a:pt x="114827" y="477617"/>
                  </a:lnTo>
                  <a:lnTo>
                    <a:pt x="114829" y="477933"/>
                  </a:lnTo>
                  <a:lnTo>
                    <a:pt x="114708" y="478340"/>
                  </a:lnTo>
                  <a:lnTo>
                    <a:pt x="114646" y="478552"/>
                  </a:lnTo>
                  <a:lnTo>
                    <a:pt x="114550" y="478876"/>
                  </a:lnTo>
                  <a:lnTo>
                    <a:pt x="114481" y="479067"/>
                  </a:lnTo>
                  <a:lnTo>
                    <a:pt x="114398" y="479221"/>
                  </a:lnTo>
                  <a:lnTo>
                    <a:pt x="114165" y="479655"/>
                  </a:lnTo>
                  <a:lnTo>
                    <a:pt x="114038" y="480017"/>
                  </a:lnTo>
                  <a:lnTo>
                    <a:pt x="114032" y="480179"/>
                  </a:lnTo>
                  <a:lnTo>
                    <a:pt x="114024" y="480400"/>
                  </a:lnTo>
                  <a:lnTo>
                    <a:pt x="113870" y="480739"/>
                  </a:lnTo>
                  <a:lnTo>
                    <a:pt x="113107" y="481537"/>
                  </a:lnTo>
                  <a:lnTo>
                    <a:pt x="112663" y="481875"/>
                  </a:lnTo>
                  <a:lnTo>
                    <a:pt x="112248" y="482154"/>
                  </a:lnTo>
                  <a:lnTo>
                    <a:pt x="112066" y="482661"/>
                  </a:lnTo>
                  <a:lnTo>
                    <a:pt x="111754" y="482969"/>
                  </a:lnTo>
                  <a:lnTo>
                    <a:pt x="111363" y="483060"/>
                  </a:lnTo>
                  <a:lnTo>
                    <a:pt x="111439" y="483435"/>
                  </a:lnTo>
                  <a:lnTo>
                    <a:pt x="111196" y="483966"/>
                  </a:lnTo>
                  <a:lnTo>
                    <a:pt x="110685" y="484245"/>
                  </a:lnTo>
                  <a:lnTo>
                    <a:pt x="110164" y="484425"/>
                  </a:lnTo>
                  <a:lnTo>
                    <a:pt x="109740" y="485294"/>
                  </a:lnTo>
                  <a:lnTo>
                    <a:pt x="109965" y="485387"/>
                  </a:lnTo>
                  <a:lnTo>
                    <a:pt x="110018" y="485859"/>
                  </a:lnTo>
                  <a:lnTo>
                    <a:pt x="110611" y="486314"/>
                  </a:lnTo>
                  <a:lnTo>
                    <a:pt x="110178" y="487160"/>
                  </a:lnTo>
                  <a:lnTo>
                    <a:pt x="109826" y="487517"/>
                  </a:lnTo>
                  <a:lnTo>
                    <a:pt x="109638" y="487641"/>
                  </a:lnTo>
                  <a:lnTo>
                    <a:pt x="108950" y="488040"/>
                  </a:lnTo>
                  <a:lnTo>
                    <a:pt x="108974" y="488615"/>
                  </a:lnTo>
                  <a:lnTo>
                    <a:pt x="109294" y="488798"/>
                  </a:lnTo>
                  <a:lnTo>
                    <a:pt x="109292" y="489078"/>
                  </a:lnTo>
                  <a:lnTo>
                    <a:pt x="108870" y="489438"/>
                  </a:lnTo>
                  <a:lnTo>
                    <a:pt x="108453" y="489637"/>
                  </a:lnTo>
                  <a:lnTo>
                    <a:pt x="108177" y="489753"/>
                  </a:lnTo>
                  <a:lnTo>
                    <a:pt x="108039" y="489682"/>
                  </a:lnTo>
                  <a:lnTo>
                    <a:pt x="107846" y="489848"/>
                  </a:lnTo>
                  <a:lnTo>
                    <a:pt x="107047" y="490437"/>
                  </a:lnTo>
                  <a:lnTo>
                    <a:pt x="106275" y="491380"/>
                  </a:lnTo>
                  <a:lnTo>
                    <a:pt x="106074" y="492052"/>
                  </a:lnTo>
                  <a:lnTo>
                    <a:pt x="105654" y="493566"/>
                  </a:lnTo>
                  <a:lnTo>
                    <a:pt x="105617" y="493839"/>
                  </a:lnTo>
                  <a:lnTo>
                    <a:pt x="105496" y="494146"/>
                  </a:lnTo>
                  <a:lnTo>
                    <a:pt x="105384" y="494522"/>
                  </a:lnTo>
                  <a:lnTo>
                    <a:pt x="105254" y="494634"/>
                  </a:lnTo>
                  <a:lnTo>
                    <a:pt x="105127" y="494678"/>
                  </a:lnTo>
                  <a:lnTo>
                    <a:pt x="104687" y="494783"/>
                  </a:lnTo>
                  <a:lnTo>
                    <a:pt x="104405" y="494615"/>
                  </a:lnTo>
                  <a:lnTo>
                    <a:pt x="104028" y="494814"/>
                  </a:lnTo>
                  <a:lnTo>
                    <a:pt x="103465" y="495065"/>
                  </a:lnTo>
                  <a:lnTo>
                    <a:pt x="103279" y="495141"/>
                  </a:lnTo>
                  <a:lnTo>
                    <a:pt x="102853" y="495330"/>
                  </a:lnTo>
                  <a:lnTo>
                    <a:pt x="102250" y="495710"/>
                  </a:lnTo>
                  <a:lnTo>
                    <a:pt x="102121" y="495760"/>
                  </a:lnTo>
                  <a:lnTo>
                    <a:pt x="101282" y="496081"/>
                  </a:lnTo>
                  <a:lnTo>
                    <a:pt x="101145" y="496133"/>
                  </a:lnTo>
                  <a:lnTo>
                    <a:pt x="100925" y="496169"/>
                  </a:lnTo>
                  <a:lnTo>
                    <a:pt x="100630" y="496281"/>
                  </a:lnTo>
                  <a:lnTo>
                    <a:pt x="100490" y="496396"/>
                  </a:lnTo>
                  <a:lnTo>
                    <a:pt x="100322" y="496634"/>
                  </a:lnTo>
                  <a:lnTo>
                    <a:pt x="99988" y="496619"/>
                  </a:lnTo>
                  <a:lnTo>
                    <a:pt x="99482" y="496597"/>
                  </a:lnTo>
                  <a:lnTo>
                    <a:pt x="99082" y="496585"/>
                  </a:lnTo>
                  <a:lnTo>
                    <a:pt x="98078" y="496811"/>
                  </a:lnTo>
                  <a:lnTo>
                    <a:pt x="97767" y="496890"/>
                  </a:lnTo>
                  <a:lnTo>
                    <a:pt x="97691" y="497235"/>
                  </a:lnTo>
                  <a:lnTo>
                    <a:pt x="97368" y="497088"/>
                  </a:lnTo>
                  <a:lnTo>
                    <a:pt x="97150" y="497088"/>
                  </a:lnTo>
                  <a:lnTo>
                    <a:pt x="96181" y="497306"/>
                  </a:lnTo>
                  <a:lnTo>
                    <a:pt x="95534" y="497527"/>
                  </a:lnTo>
                  <a:lnTo>
                    <a:pt x="95497" y="498025"/>
                  </a:lnTo>
                  <a:lnTo>
                    <a:pt x="95379" y="498334"/>
                  </a:lnTo>
                  <a:lnTo>
                    <a:pt x="95021" y="498831"/>
                  </a:lnTo>
                  <a:lnTo>
                    <a:pt x="94935" y="499013"/>
                  </a:lnTo>
                  <a:lnTo>
                    <a:pt x="94591" y="499304"/>
                  </a:lnTo>
                  <a:lnTo>
                    <a:pt x="94463" y="499609"/>
                  </a:lnTo>
                  <a:lnTo>
                    <a:pt x="94194" y="499974"/>
                  </a:lnTo>
                  <a:lnTo>
                    <a:pt x="94199" y="500201"/>
                  </a:lnTo>
                  <a:lnTo>
                    <a:pt x="94203" y="500367"/>
                  </a:lnTo>
                  <a:lnTo>
                    <a:pt x="94148" y="500567"/>
                  </a:lnTo>
                  <a:lnTo>
                    <a:pt x="93973" y="501032"/>
                  </a:lnTo>
                  <a:lnTo>
                    <a:pt x="93764" y="501115"/>
                  </a:lnTo>
                  <a:lnTo>
                    <a:pt x="93286" y="501307"/>
                  </a:lnTo>
                  <a:lnTo>
                    <a:pt x="92769" y="501493"/>
                  </a:lnTo>
                  <a:lnTo>
                    <a:pt x="92755" y="501729"/>
                  </a:lnTo>
                  <a:lnTo>
                    <a:pt x="92400" y="501934"/>
                  </a:lnTo>
                  <a:lnTo>
                    <a:pt x="92278" y="502407"/>
                  </a:lnTo>
                  <a:lnTo>
                    <a:pt x="92218" y="502599"/>
                  </a:lnTo>
                  <a:lnTo>
                    <a:pt x="91926" y="502707"/>
                  </a:lnTo>
                  <a:lnTo>
                    <a:pt x="91494" y="502810"/>
                  </a:lnTo>
                  <a:lnTo>
                    <a:pt x="91340" y="502883"/>
                  </a:lnTo>
                  <a:lnTo>
                    <a:pt x="91169" y="503101"/>
                  </a:lnTo>
                  <a:lnTo>
                    <a:pt x="91275" y="503343"/>
                  </a:lnTo>
                  <a:lnTo>
                    <a:pt x="91217" y="503611"/>
                  </a:lnTo>
                  <a:lnTo>
                    <a:pt x="90833" y="504251"/>
                  </a:lnTo>
                  <a:lnTo>
                    <a:pt x="90594" y="504467"/>
                  </a:lnTo>
                  <a:lnTo>
                    <a:pt x="89550" y="504697"/>
                  </a:lnTo>
                  <a:lnTo>
                    <a:pt x="89538" y="504938"/>
                  </a:lnTo>
                  <a:lnTo>
                    <a:pt x="89290" y="505492"/>
                  </a:lnTo>
                  <a:lnTo>
                    <a:pt x="89260" y="505749"/>
                  </a:lnTo>
                  <a:lnTo>
                    <a:pt x="89053" y="505858"/>
                  </a:lnTo>
                  <a:lnTo>
                    <a:pt x="89001" y="506127"/>
                  </a:lnTo>
                  <a:lnTo>
                    <a:pt x="88999" y="506304"/>
                  </a:lnTo>
                  <a:lnTo>
                    <a:pt x="88975" y="506486"/>
                  </a:lnTo>
                  <a:lnTo>
                    <a:pt x="88883" y="506638"/>
                  </a:lnTo>
                  <a:lnTo>
                    <a:pt x="88791" y="506788"/>
                  </a:lnTo>
                  <a:lnTo>
                    <a:pt x="88724" y="507088"/>
                  </a:lnTo>
                  <a:lnTo>
                    <a:pt x="88751" y="507261"/>
                  </a:lnTo>
                  <a:lnTo>
                    <a:pt x="88751" y="507433"/>
                  </a:lnTo>
                  <a:lnTo>
                    <a:pt x="88607" y="508000"/>
                  </a:lnTo>
                  <a:lnTo>
                    <a:pt x="88572" y="508395"/>
                  </a:lnTo>
                  <a:lnTo>
                    <a:pt x="88518" y="508843"/>
                  </a:lnTo>
                  <a:lnTo>
                    <a:pt x="88146" y="509251"/>
                  </a:lnTo>
                  <a:lnTo>
                    <a:pt x="87819" y="509499"/>
                  </a:lnTo>
                  <a:lnTo>
                    <a:pt x="87651" y="509628"/>
                  </a:lnTo>
                  <a:lnTo>
                    <a:pt x="87456" y="509918"/>
                  </a:lnTo>
                  <a:lnTo>
                    <a:pt x="87305" y="510143"/>
                  </a:lnTo>
                  <a:lnTo>
                    <a:pt x="86927" y="510952"/>
                  </a:lnTo>
                  <a:lnTo>
                    <a:pt x="86805" y="511308"/>
                  </a:lnTo>
                  <a:lnTo>
                    <a:pt x="86502" y="511643"/>
                  </a:lnTo>
                  <a:lnTo>
                    <a:pt x="86301" y="511975"/>
                  </a:lnTo>
                  <a:lnTo>
                    <a:pt x="86316" y="512148"/>
                  </a:lnTo>
                  <a:lnTo>
                    <a:pt x="86572" y="513098"/>
                  </a:lnTo>
                  <a:lnTo>
                    <a:pt x="86847" y="513599"/>
                  </a:lnTo>
                  <a:lnTo>
                    <a:pt x="87195" y="513249"/>
                  </a:lnTo>
                  <a:lnTo>
                    <a:pt x="87464" y="513499"/>
                  </a:lnTo>
                  <a:lnTo>
                    <a:pt x="87653" y="513694"/>
                  </a:lnTo>
                  <a:lnTo>
                    <a:pt x="87808" y="513858"/>
                  </a:lnTo>
                  <a:lnTo>
                    <a:pt x="87935" y="514106"/>
                  </a:lnTo>
                  <a:lnTo>
                    <a:pt x="87929" y="514506"/>
                  </a:lnTo>
                  <a:lnTo>
                    <a:pt x="87904" y="514901"/>
                  </a:lnTo>
                  <a:lnTo>
                    <a:pt x="87893" y="515044"/>
                  </a:lnTo>
                  <a:lnTo>
                    <a:pt x="87617" y="515116"/>
                  </a:lnTo>
                  <a:lnTo>
                    <a:pt x="87279" y="515637"/>
                  </a:lnTo>
                  <a:lnTo>
                    <a:pt x="87066" y="516191"/>
                  </a:lnTo>
                  <a:lnTo>
                    <a:pt x="87307" y="516239"/>
                  </a:lnTo>
                  <a:lnTo>
                    <a:pt x="87811" y="516502"/>
                  </a:lnTo>
                  <a:lnTo>
                    <a:pt x="88028" y="516560"/>
                  </a:lnTo>
                  <a:lnTo>
                    <a:pt x="88575" y="516967"/>
                  </a:lnTo>
                  <a:lnTo>
                    <a:pt x="89204" y="517160"/>
                  </a:lnTo>
                  <a:lnTo>
                    <a:pt x="89133" y="517361"/>
                  </a:lnTo>
                  <a:lnTo>
                    <a:pt x="89076" y="517527"/>
                  </a:lnTo>
                  <a:lnTo>
                    <a:pt x="88989" y="517700"/>
                  </a:lnTo>
                  <a:lnTo>
                    <a:pt x="88971" y="517838"/>
                  </a:lnTo>
                  <a:lnTo>
                    <a:pt x="89031" y="517911"/>
                  </a:lnTo>
                  <a:lnTo>
                    <a:pt x="89021" y="518071"/>
                  </a:lnTo>
                  <a:lnTo>
                    <a:pt x="89056" y="518419"/>
                  </a:lnTo>
                  <a:lnTo>
                    <a:pt x="89092" y="518705"/>
                  </a:lnTo>
                  <a:lnTo>
                    <a:pt x="89308" y="518685"/>
                  </a:lnTo>
                  <a:lnTo>
                    <a:pt x="89184" y="519362"/>
                  </a:lnTo>
                  <a:lnTo>
                    <a:pt x="89551" y="519447"/>
                  </a:lnTo>
                  <a:lnTo>
                    <a:pt x="89852" y="519370"/>
                  </a:lnTo>
                  <a:lnTo>
                    <a:pt x="90106" y="519425"/>
                  </a:lnTo>
                  <a:lnTo>
                    <a:pt x="90311" y="519610"/>
                  </a:lnTo>
                  <a:lnTo>
                    <a:pt x="90365" y="519774"/>
                  </a:lnTo>
                  <a:lnTo>
                    <a:pt x="90320" y="520466"/>
                  </a:lnTo>
                  <a:lnTo>
                    <a:pt x="90205" y="520868"/>
                  </a:lnTo>
                  <a:lnTo>
                    <a:pt x="89654" y="521221"/>
                  </a:lnTo>
                  <a:lnTo>
                    <a:pt x="89639" y="521484"/>
                  </a:lnTo>
                  <a:lnTo>
                    <a:pt x="89799" y="521702"/>
                  </a:lnTo>
                  <a:lnTo>
                    <a:pt x="90142" y="521776"/>
                  </a:lnTo>
                  <a:lnTo>
                    <a:pt x="90565" y="521667"/>
                  </a:lnTo>
                  <a:lnTo>
                    <a:pt x="90746" y="521314"/>
                  </a:lnTo>
                  <a:lnTo>
                    <a:pt x="90880" y="520988"/>
                  </a:lnTo>
                  <a:lnTo>
                    <a:pt x="91122" y="521087"/>
                  </a:lnTo>
                  <a:lnTo>
                    <a:pt x="91430" y="521272"/>
                  </a:lnTo>
                  <a:lnTo>
                    <a:pt x="91685" y="521184"/>
                  </a:lnTo>
                  <a:lnTo>
                    <a:pt x="91805" y="520987"/>
                  </a:lnTo>
                  <a:lnTo>
                    <a:pt x="92060" y="520985"/>
                  </a:lnTo>
                  <a:lnTo>
                    <a:pt x="92168" y="520762"/>
                  </a:lnTo>
                  <a:lnTo>
                    <a:pt x="92300" y="520675"/>
                  </a:lnTo>
                  <a:lnTo>
                    <a:pt x="92479" y="520682"/>
                  </a:lnTo>
                  <a:lnTo>
                    <a:pt x="92737" y="520761"/>
                  </a:lnTo>
                  <a:lnTo>
                    <a:pt x="92806" y="521269"/>
                  </a:lnTo>
                  <a:lnTo>
                    <a:pt x="92777" y="521518"/>
                  </a:lnTo>
                  <a:lnTo>
                    <a:pt x="92869" y="521804"/>
                  </a:lnTo>
                  <a:lnTo>
                    <a:pt x="92897" y="522071"/>
                  </a:lnTo>
                  <a:lnTo>
                    <a:pt x="92630" y="522562"/>
                  </a:lnTo>
                  <a:lnTo>
                    <a:pt x="92798" y="522829"/>
                  </a:lnTo>
                  <a:lnTo>
                    <a:pt x="93033" y="522859"/>
                  </a:lnTo>
                  <a:lnTo>
                    <a:pt x="93367" y="523327"/>
                  </a:lnTo>
                  <a:lnTo>
                    <a:pt x="93544" y="523445"/>
                  </a:lnTo>
                  <a:lnTo>
                    <a:pt x="94015" y="523551"/>
                  </a:lnTo>
                  <a:lnTo>
                    <a:pt x="94263" y="523494"/>
                  </a:lnTo>
                  <a:lnTo>
                    <a:pt x="94426" y="523480"/>
                  </a:lnTo>
                  <a:lnTo>
                    <a:pt x="94635" y="523489"/>
                  </a:lnTo>
                  <a:lnTo>
                    <a:pt x="94792" y="523561"/>
                  </a:lnTo>
                  <a:lnTo>
                    <a:pt x="95038" y="523897"/>
                  </a:lnTo>
                  <a:lnTo>
                    <a:pt x="95058" y="524090"/>
                  </a:lnTo>
                  <a:lnTo>
                    <a:pt x="94931" y="524477"/>
                  </a:lnTo>
                  <a:lnTo>
                    <a:pt x="95172" y="524924"/>
                  </a:lnTo>
                  <a:lnTo>
                    <a:pt x="95426" y="525150"/>
                  </a:lnTo>
                  <a:lnTo>
                    <a:pt x="95480" y="525426"/>
                  </a:lnTo>
                  <a:lnTo>
                    <a:pt x="95445" y="525732"/>
                  </a:lnTo>
                  <a:lnTo>
                    <a:pt x="95221" y="526776"/>
                  </a:lnTo>
                  <a:lnTo>
                    <a:pt x="95414" y="526961"/>
                  </a:lnTo>
                  <a:lnTo>
                    <a:pt x="95549" y="527082"/>
                  </a:lnTo>
                  <a:lnTo>
                    <a:pt x="95675" y="527531"/>
                  </a:lnTo>
                  <a:lnTo>
                    <a:pt x="95595" y="527661"/>
                  </a:lnTo>
                  <a:lnTo>
                    <a:pt x="95402" y="527752"/>
                  </a:lnTo>
                  <a:lnTo>
                    <a:pt x="95372" y="527917"/>
                  </a:lnTo>
                  <a:lnTo>
                    <a:pt x="95574" y="528196"/>
                  </a:lnTo>
                  <a:lnTo>
                    <a:pt x="95552" y="528377"/>
                  </a:lnTo>
                  <a:lnTo>
                    <a:pt x="95490" y="528670"/>
                  </a:lnTo>
                  <a:lnTo>
                    <a:pt x="95544" y="528834"/>
                  </a:lnTo>
                  <a:lnTo>
                    <a:pt x="95685" y="528891"/>
                  </a:lnTo>
                  <a:lnTo>
                    <a:pt x="95580" y="529256"/>
                  </a:lnTo>
                  <a:lnTo>
                    <a:pt x="95588" y="529422"/>
                  </a:lnTo>
                  <a:lnTo>
                    <a:pt x="95715" y="529642"/>
                  </a:lnTo>
                  <a:lnTo>
                    <a:pt x="95850" y="529817"/>
                  </a:lnTo>
                  <a:lnTo>
                    <a:pt x="95947" y="530110"/>
                  </a:lnTo>
                  <a:lnTo>
                    <a:pt x="95948" y="530314"/>
                  </a:lnTo>
                  <a:lnTo>
                    <a:pt x="95748" y="530312"/>
                  </a:lnTo>
                  <a:lnTo>
                    <a:pt x="95459" y="530280"/>
                  </a:lnTo>
                  <a:lnTo>
                    <a:pt x="95273" y="530236"/>
                  </a:lnTo>
                  <a:lnTo>
                    <a:pt x="95063" y="530133"/>
                  </a:lnTo>
                  <a:lnTo>
                    <a:pt x="95192" y="529328"/>
                  </a:lnTo>
                  <a:lnTo>
                    <a:pt x="94886" y="529193"/>
                  </a:lnTo>
                  <a:lnTo>
                    <a:pt x="94602" y="528959"/>
                  </a:lnTo>
                  <a:lnTo>
                    <a:pt x="94268" y="528933"/>
                  </a:lnTo>
                  <a:lnTo>
                    <a:pt x="94158" y="529376"/>
                  </a:lnTo>
                  <a:lnTo>
                    <a:pt x="94226" y="529856"/>
                  </a:lnTo>
                  <a:lnTo>
                    <a:pt x="94354" y="529875"/>
                  </a:lnTo>
                  <a:lnTo>
                    <a:pt x="94232" y="530191"/>
                  </a:lnTo>
                  <a:lnTo>
                    <a:pt x="94142" y="530411"/>
                  </a:lnTo>
                  <a:lnTo>
                    <a:pt x="94007" y="530383"/>
                  </a:lnTo>
                  <a:lnTo>
                    <a:pt x="93624" y="530306"/>
                  </a:lnTo>
                  <a:lnTo>
                    <a:pt x="93171" y="530679"/>
                  </a:lnTo>
                  <a:lnTo>
                    <a:pt x="92560" y="530964"/>
                  </a:lnTo>
                  <a:lnTo>
                    <a:pt x="92351" y="530923"/>
                  </a:lnTo>
                  <a:lnTo>
                    <a:pt x="92072" y="530529"/>
                  </a:lnTo>
                  <a:lnTo>
                    <a:pt x="92163" y="530315"/>
                  </a:lnTo>
                  <a:lnTo>
                    <a:pt x="92163" y="529965"/>
                  </a:lnTo>
                  <a:lnTo>
                    <a:pt x="92029" y="529768"/>
                  </a:lnTo>
                  <a:lnTo>
                    <a:pt x="91928" y="530022"/>
                  </a:lnTo>
                  <a:lnTo>
                    <a:pt x="91728" y="530322"/>
                  </a:lnTo>
                  <a:lnTo>
                    <a:pt x="91828" y="530761"/>
                  </a:lnTo>
                  <a:lnTo>
                    <a:pt x="91701" y="530948"/>
                  </a:lnTo>
                  <a:lnTo>
                    <a:pt x="91491" y="531352"/>
                  </a:lnTo>
                  <a:lnTo>
                    <a:pt x="91063" y="531360"/>
                  </a:lnTo>
                  <a:lnTo>
                    <a:pt x="90821" y="531365"/>
                  </a:lnTo>
                  <a:lnTo>
                    <a:pt x="90547" y="531517"/>
                  </a:lnTo>
                  <a:lnTo>
                    <a:pt x="90437" y="531710"/>
                  </a:lnTo>
                  <a:lnTo>
                    <a:pt x="90539" y="531968"/>
                  </a:lnTo>
                  <a:lnTo>
                    <a:pt x="90673" y="532069"/>
                  </a:lnTo>
                  <a:lnTo>
                    <a:pt x="90602" y="532309"/>
                  </a:lnTo>
                  <a:lnTo>
                    <a:pt x="90468" y="532283"/>
                  </a:lnTo>
                  <a:lnTo>
                    <a:pt x="90336" y="532882"/>
                  </a:lnTo>
                  <a:lnTo>
                    <a:pt x="90209" y="533015"/>
                  </a:lnTo>
                  <a:lnTo>
                    <a:pt x="89966" y="533174"/>
                  </a:lnTo>
                  <a:lnTo>
                    <a:pt x="88939" y="533506"/>
                  </a:lnTo>
                  <a:lnTo>
                    <a:pt x="88743" y="533350"/>
                  </a:lnTo>
                  <a:lnTo>
                    <a:pt x="88488" y="533522"/>
                  </a:lnTo>
                  <a:lnTo>
                    <a:pt x="88451" y="533650"/>
                  </a:lnTo>
                  <a:lnTo>
                    <a:pt x="88074" y="533686"/>
                  </a:lnTo>
                  <a:lnTo>
                    <a:pt x="87679" y="533599"/>
                  </a:lnTo>
                  <a:lnTo>
                    <a:pt x="87274" y="533018"/>
                  </a:lnTo>
                  <a:lnTo>
                    <a:pt x="87135" y="532951"/>
                  </a:lnTo>
                  <a:lnTo>
                    <a:pt x="86952" y="532868"/>
                  </a:lnTo>
                  <a:lnTo>
                    <a:pt x="86938" y="532620"/>
                  </a:lnTo>
                  <a:lnTo>
                    <a:pt x="87112" y="532312"/>
                  </a:lnTo>
                  <a:lnTo>
                    <a:pt x="87241" y="531900"/>
                  </a:lnTo>
                  <a:lnTo>
                    <a:pt x="87290" y="531649"/>
                  </a:lnTo>
                  <a:lnTo>
                    <a:pt x="87203" y="531182"/>
                  </a:lnTo>
                  <a:lnTo>
                    <a:pt x="86774" y="531089"/>
                  </a:lnTo>
                  <a:lnTo>
                    <a:pt x="86593" y="531181"/>
                  </a:lnTo>
                  <a:lnTo>
                    <a:pt x="86393" y="531146"/>
                  </a:lnTo>
                  <a:lnTo>
                    <a:pt x="86227" y="531092"/>
                  </a:lnTo>
                  <a:lnTo>
                    <a:pt x="85853" y="530799"/>
                  </a:lnTo>
                  <a:lnTo>
                    <a:pt x="85821" y="530589"/>
                  </a:lnTo>
                  <a:lnTo>
                    <a:pt x="85761" y="530333"/>
                  </a:lnTo>
                  <a:lnTo>
                    <a:pt x="85557" y="530077"/>
                  </a:lnTo>
                  <a:lnTo>
                    <a:pt x="85398" y="530042"/>
                  </a:lnTo>
                  <a:lnTo>
                    <a:pt x="85284" y="529701"/>
                  </a:lnTo>
                  <a:lnTo>
                    <a:pt x="85310" y="529327"/>
                  </a:lnTo>
                  <a:lnTo>
                    <a:pt x="85334" y="528990"/>
                  </a:lnTo>
                  <a:lnTo>
                    <a:pt x="85051" y="528584"/>
                  </a:lnTo>
                  <a:lnTo>
                    <a:pt x="84787" y="528526"/>
                  </a:lnTo>
                  <a:lnTo>
                    <a:pt x="84637" y="528065"/>
                  </a:lnTo>
                  <a:lnTo>
                    <a:pt x="84191" y="527697"/>
                  </a:lnTo>
                  <a:lnTo>
                    <a:pt x="83388" y="527703"/>
                  </a:lnTo>
                  <a:lnTo>
                    <a:pt x="83231" y="527556"/>
                  </a:lnTo>
                  <a:lnTo>
                    <a:pt x="82988" y="527353"/>
                  </a:lnTo>
                  <a:lnTo>
                    <a:pt x="82520" y="527315"/>
                  </a:lnTo>
                  <a:lnTo>
                    <a:pt x="82470" y="527169"/>
                  </a:lnTo>
                  <a:lnTo>
                    <a:pt x="82443" y="526856"/>
                  </a:lnTo>
                  <a:lnTo>
                    <a:pt x="82276" y="527211"/>
                  </a:lnTo>
                  <a:lnTo>
                    <a:pt x="82097" y="527533"/>
                  </a:lnTo>
                  <a:lnTo>
                    <a:pt x="81823" y="527773"/>
                  </a:lnTo>
                  <a:lnTo>
                    <a:pt x="81617" y="527930"/>
                  </a:lnTo>
                  <a:lnTo>
                    <a:pt x="81473" y="527969"/>
                  </a:lnTo>
                  <a:lnTo>
                    <a:pt x="80981" y="528087"/>
                  </a:lnTo>
                  <a:lnTo>
                    <a:pt x="80757" y="527849"/>
                  </a:lnTo>
                  <a:lnTo>
                    <a:pt x="80600" y="527716"/>
                  </a:lnTo>
                  <a:lnTo>
                    <a:pt x="80327" y="527663"/>
                  </a:lnTo>
                  <a:lnTo>
                    <a:pt x="80180" y="527520"/>
                  </a:lnTo>
                  <a:lnTo>
                    <a:pt x="80141" y="527135"/>
                  </a:lnTo>
                  <a:lnTo>
                    <a:pt x="79941" y="526970"/>
                  </a:lnTo>
                  <a:lnTo>
                    <a:pt x="79653" y="527096"/>
                  </a:lnTo>
                  <a:lnTo>
                    <a:pt x="79029" y="526978"/>
                  </a:lnTo>
                  <a:lnTo>
                    <a:pt x="78792" y="527045"/>
                  </a:lnTo>
                  <a:lnTo>
                    <a:pt x="78757" y="527181"/>
                  </a:lnTo>
                  <a:lnTo>
                    <a:pt x="78553" y="527244"/>
                  </a:lnTo>
                  <a:lnTo>
                    <a:pt x="78339" y="527260"/>
                  </a:lnTo>
                  <a:lnTo>
                    <a:pt x="78138" y="527528"/>
                  </a:lnTo>
                  <a:lnTo>
                    <a:pt x="77826" y="527753"/>
                  </a:lnTo>
                  <a:lnTo>
                    <a:pt x="77692" y="527854"/>
                  </a:lnTo>
                  <a:lnTo>
                    <a:pt x="77727" y="528652"/>
                  </a:lnTo>
                  <a:lnTo>
                    <a:pt x="77881" y="528824"/>
                  </a:lnTo>
                  <a:lnTo>
                    <a:pt x="77806" y="528956"/>
                  </a:lnTo>
                  <a:lnTo>
                    <a:pt x="77490" y="529068"/>
                  </a:lnTo>
                  <a:lnTo>
                    <a:pt x="77325" y="529029"/>
                  </a:lnTo>
                  <a:lnTo>
                    <a:pt x="76951" y="528917"/>
                  </a:lnTo>
                  <a:lnTo>
                    <a:pt x="76482" y="528719"/>
                  </a:lnTo>
                  <a:lnTo>
                    <a:pt x="76256" y="528656"/>
                  </a:lnTo>
                  <a:lnTo>
                    <a:pt x="75698" y="528654"/>
                  </a:lnTo>
                  <a:lnTo>
                    <a:pt x="75600" y="529022"/>
                  </a:lnTo>
                  <a:lnTo>
                    <a:pt x="75666" y="529347"/>
                  </a:lnTo>
                  <a:lnTo>
                    <a:pt x="75334" y="529700"/>
                  </a:lnTo>
                  <a:lnTo>
                    <a:pt x="75099" y="529580"/>
                  </a:lnTo>
                  <a:lnTo>
                    <a:pt x="75011" y="529888"/>
                  </a:lnTo>
                  <a:lnTo>
                    <a:pt x="75220" y="530186"/>
                  </a:lnTo>
                  <a:lnTo>
                    <a:pt x="75312" y="530320"/>
                  </a:lnTo>
                  <a:lnTo>
                    <a:pt x="75321" y="530487"/>
                  </a:lnTo>
                  <a:lnTo>
                    <a:pt x="75281" y="530648"/>
                  </a:lnTo>
                  <a:lnTo>
                    <a:pt x="75004" y="531129"/>
                  </a:lnTo>
                  <a:lnTo>
                    <a:pt x="74915" y="531275"/>
                  </a:lnTo>
                  <a:lnTo>
                    <a:pt x="74938" y="531509"/>
                  </a:lnTo>
                  <a:lnTo>
                    <a:pt x="75265" y="531762"/>
                  </a:lnTo>
                  <a:lnTo>
                    <a:pt x="75116" y="532225"/>
                  </a:lnTo>
                  <a:lnTo>
                    <a:pt x="74800" y="532716"/>
                  </a:lnTo>
                  <a:lnTo>
                    <a:pt x="74505" y="533015"/>
                  </a:lnTo>
                  <a:lnTo>
                    <a:pt x="74324" y="532928"/>
                  </a:lnTo>
                  <a:lnTo>
                    <a:pt x="73357" y="534230"/>
                  </a:lnTo>
                  <a:lnTo>
                    <a:pt x="73296" y="534458"/>
                  </a:lnTo>
                  <a:lnTo>
                    <a:pt x="72968" y="534710"/>
                  </a:lnTo>
                  <a:lnTo>
                    <a:pt x="72644" y="534873"/>
                  </a:lnTo>
                  <a:lnTo>
                    <a:pt x="72247" y="534855"/>
                  </a:lnTo>
                  <a:lnTo>
                    <a:pt x="72108" y="534832"/>
                  </a:lnTo>
                  <a:lnTo>
                    <a:pt x="71343" y="534497"/>
                  </a:lnTo>
                  <a:lnTo>
                    <a:pt x="70733" y="534639"/>
                  </a:lnTo>
                  <a:lnTo>
                    <a:pt x="70422" y="534795"/>
                  </a:lnTo>
                  <a:lnTo>
                    <a:pt x="70245" y="534883"/>
                  </a:lnTo>
                  <a:lnTo>
                    <a:pt x="69736" y="535120"/>
                  </a:lnTo>
                  <a:lnTo>
                    <a:pt x="69565" y="535074"/>
                  </a:lnTo>
                  <a:lnTo>
                    <a:pt x="69250" y="535291"/>
                  </a:lnTo>
                  <a:lnTo>
                    <a:pt x="69005" y="535667"/>
                  </a:lnTo>
                  <a:lnTo>
                    <a:pt x="68977" y="535366"/>
                  </a:lnTo>
                  <a:lnTo>
                    <a:pt x="68970" y="535039"/>
                  </a:lnTo>
                  <a:lnTo>
                    <a:pt x="68771" y="534985"/>
                  </a:lnTo>
                  <a:lnTo>
                    <a:pt x="68855" y="534734"/>
                  </a:lnTo>
                  <a:lnTo>
                    <a:pt x="69136" y="534571"/>
                  </a:lnTo>
                  <a:lnTo>
                    <a:pt x="69201" y="534432"/>
                  </a:lnTo>
                  <a:lnTo>
                    <a:pt x="69218" y="534273"/>
                  </a:lnTo>
                  <a:lnTo>
                    <a:pt x="69368" y="533420"/>
                  </a:lnTo>
                  <a:lnTo>
                    <a:pt x="69511" y="533231"/>
                  </a:lnTo>
                  <a:lnTo>
                    <a:pt x="69542" y="533100"/>
                  </a:lnTo>
                  <a:lnTo>
                    <a:pt x="69480" y="532855"/>
                  </a:lnTo>
                  <a:lnTo>
                    <a:pt x="69258" y="532708"/>
                  </a:lnTo>
                  <a:lnTo>
                    <a:pt x="68808" y="532481"/>
                  </a:lnTo>
                  <a:lnTo>
                    <a:pt x="68818" y="532336"/>
                  </a:lnTo>
                  <a:lnTo>
                    <a:pt x="68647" y="532177"/>
                  </a:lnTo>
                  <a:lnTo>
                    <a:pt x="68490" y="531984"/>
                  </a:lnTo>
                  <a:lnTo>
                    <a:pt x="68504" y="531829"/>
                  </a:lnTo>
                  <a:lnTo>
                    <a:pt x="68627" y="531400"/>
                  </a:lnTo>
                  <a:lnTo>
                    <a:pt x="68703" y="531058"/>
                  </a:lnTo>
                  <a:lnTo>
                    <a:pt x="68759" y="530730"/>
                  </a:lnTo>
                  <a:lnTo>
                    <a:pt x="68524" y="530770"/>
                  </a:lnTo>
                  <a:lnTo>
                    <a:pt x="68033" y="530772"/>
                  </a:lnTo>
                  <a:lnTo>
                    <a:pt x="67862" y="530752"/>
                  </a:lnTo>
                  <a:lnTo>
                    <a:pt x="67792" y="530558"/>
                  </a:lnTo>
                  <a:lnTo>
                    <a:pt x="67178" y="530567"/>
                  </a:lnTo>
                  <a:lnTo>
                    <a:pt x="67066" y="530424"/>
                  </a:lnTo>
                  <a:lnTo>
                    <a:pt x="66660" y="530474"/>
                  </a:lnTo>
                  <a:lnTo>
                    <a:pt x="66530" y="530521"/>
                  </a:lnTo>
                  <a:lnTo>
                    <a:pt x="66381" y="530558"/>
                  </a:lnTo>
                  <a:lnTo>
                    <a:pt x="66172" y="530631"/>
                  </a:lnTo>
                  <a:lnTo>
                    <a:pt x="66223" y="530981"/>
                  </a:lnTo>
                  <a:lnTo>
                    <a:pt x="66154" y="531415"/>
                  </a:lnTo>
                  <a:lnTo>
                    <a:pt x="65802" y="531417"/>
                  </a:lnTo>
                  <a:lnTo>
                    <a:pt x="65622" y="531273"/>
                  </a:lnTo>
                  <a:lnTo>
                    <a:pt x="65398" y="531228"/>
                  </a:lnTo>
                  <a:lnTo>
                    <a:pt x="65137" y="531245"/>
                  </a:lnTo>
                  <a:lnTo>
                    <a:pt x="64924" y="531277"/>
                  </a:lnTo>
                  <a:lnTo>
                    <a:pt x="64882" y="531453"/>
                  </a:lnTo>
                  <a:lnTo>
                    <a:pt x="64619" y="531635"/>
                  </a:lnTo>
                  <a:lnTo>
                    <a:pt x="64361" y="531533"/>
                  </a:lnTo>
                  <a:lnTo>
                    <a:pt x="64078" y="531441"/>
                  </a:lnTo>
                  <a:lnTo>
                    <a:pt x="63905" y="531415"/>
                  </a:lnTo>
                  <a:lnTo>
                    <a:pt x="63486" y="531228"/>
                  </a:lnTo>
                  <a:lnTo>
                    <a:pt x="62845" y="531138"/>
                  </a:lnTo>
                  <a:lnTo>
                    <a:pt x="62592" y="531116"/>
                  </a:lnTo>
                  <a:lnTo>
                    <a:pt x="62413" y="531129"/>
                  </a:lnTo>
                  <a:lnTo>
                    <a:pt x="62381" y="531405"/>
                  </a:lnTo>
                  <a:lnTo>
                    <a:pt x="62125" y="531377"/>
                  </a:lnTo>
                  <a:lnTo>
                    <a:pt x="62082" y="531597"/>
                  </a:lnTo>
                  <a:lnTo>
                    <a:pt x="61771" y="531546"/>
                  </a:lnTo>
                  <a:lnTo>
                    <a:pt x="61755" y="531410"/>
                  </a:lnTo>
                  <a:lnTo>
                    <a:pt x="61789" y="531212"/>
                  </a:lnTo>
                  <a:lnTo>
                    <a:pt x="61671" y="531038"/>
                  </a:lnTo>
                  <a:lnTo>
                    <a:pt x="61350" y="530878"/>
                  </a:lnTo>
                  <a:lnTo>
                    <a:pt x="61130" y="530833"/>
                  </a:lnTo>
                  <a:lnTo>
                    <a:pt x="61130" y="530408"/>
                  </a:lnTo>
                  <a:lnTo>
                    <a:pt x="60681" y="529982"/>
                  </a:lnTo>
                  <a:lnTo>
                    <a:pt x="60298" y="529950"/>
                  </a:lnTo>
                  <a:lnTo>
                    <a:pt x="60121" y="530290"/>
                  </a:lnTo>
                  <a:lnTo>
                    <a:pt x="59836" y="530421"/>
                  </a:lnTo>
                  <a:lnTo>
                    <a:pt x="59836" y="530568"/>
                  </a:lnTo>
                  <a:lnTo>
                    <a:pt x="59674" y="530725"/>
                  </a:lnTo>
                  <a:lnTo>
                    <a:pt x="59302" y="530661"/>
                  </a:lnTo>
                  <a:lnTo>
                    <a:pt x="59244" y="530470"/>
                  </a:lnTo>
                  <a:lnTo>
                    <a:pt x="58934" y="530434"/>
                  </a:lnTo>
                  <a:lnTo>
                    <a:pt x="58769" y="530418"/>
                  </a:lnTo>
                  <a:lnTo>
                    <a:pt x="58332" y="530425"/>
                  </a:lnTo>
                  <a:lnTo>
                    <a:pt x="58313" y="530563"/>
                  </a:lnTo>
                  <a:lnTo>
                    <a:pt x="58294" y="530698"/>
                  </a:lnTo>
                  <a:lnTo>
                    <a:pt x="58272" y="530845"/>
                  </a:lnTo>
                  <a:lnTo>
                    <a:pt x="58096" y="530831"/>
                  </a:lnTo>
                  <a:lnTo>
                    <a:pt x="57626" y="530797"/>
                  </a:lnTo>
                  <a:lnTo>
                    <a:pt x="56960" y="530757"/>
                  </a:lnTo>
                  <a:lnTo>
                    <a:pt x="56712" y="530746"/>
                  </a:lnTo>
                  <a:lnTo>
                    <a:pt x="56493" y="530827"/>
                  </a:lnTo>
                  <a:lnTo>
                    <a:pt x="56198" y="530886"/>
                  </a:lnTo>
                  <a:lnTo>
                    <a:pt x="55877" y="530908"/>
                  </a:lnTo>
                  <a:lnTo>
                    <a:pt x="55722" y="530989"/>
                  </a:lnTo>
                  <a:lnTo>
                    <a:pt x="55721" y="531215"/>
                  </a:lnTo>
                  <a:lnTo>
                    <a:pt x="55669" y="531380"/>
                  </a:lnTo>
                  <a:lnTo>
                    <a:pt x="55401" y="531599"/>
                  </a:lnTo>
                  <a:lnTo>
                    <a:pt x="55267" y="531648"/>
                  </a:lnTo>
                  <a:lnTo>
                    <a:pt x="55051" y="531667"/>
                  </a:lnTo>
                  <a:lnTo>
                    <a:pt x="54893" y="531477"/>
                  </a:lnTo>
                  <a:lnTo>
                    <a:pt x="54665" y="531390"/>
                  </a:lnTo>
                  <a:lnTo>
                    <a:pt x="54475" y="531373"/>
                  </a:lnTo>
                  <a:lnTo>
                    <a:pt x="54343" y="531454"/>
                  </a:lnTo>
                  <a:lnTo>
                    <a:pt x="54182" y="531750"/>
                  </a:lnTo>
                  <a:lnTo>
                    <a:pt x="53944" y="531704"/>
                  </a:lnTo>
                  <a:lnTo>
                    <a:pt x="53398" y="531991"/>
                  </a:lnTo>
                  <a:lnTo>
                    <a:pt x="53252" y="531993"/>
                  </a:lnTo>
                  <a:lnTo>
                    <a:pt x="53112" y="531991"/>
                  </a:lnTo>
                  <a:lnTo>
                    <a:pt x="53164" y="531716"/>
                  </a:lnTo>
                  <a:lnTo>
                    <a:pt x="53184" y="531588"/>
                  </a:lnTo>
                  <a:lnTo>
                    <a:pt x="53395" y="531421"/>
                  </a:lnTo>
                  <a:lnTo>
                    <a:pt x="53499" y="531189"/>
                  </a:lnTo>
                  <a:lnTo>
                    <a:pt x="53317" y="531042"/>
                  </a:lnTo>
                  <a:lnTo>
                    <a:pt x="53315" y="530873"/>
                  </a:lnTo>
                  <a:lnTo>
                    <a:pt x="53341" y="530704"/>
                  </a:lnTo>
                  <a:lnTo>
                    <a:pt x="53155" y="530651"/>
                  </a:lnTo>
                  <a:lnTo>
                    <a:pt x="52964" y="530598"/>
                  </a:lnTo>
                  <a:lnTo>
                    <a:pt x="52799" y="530578"/>
                  </a:lnTo>
                  <a:lnTo>
                    <a:pt x="52618" y="530384"/>
                  </a:lnTo>
                  <a:lnTo>
                    <a:pt x="52620" y="530256"/>
                  </a:lnTo>
                  <a:lnTo>
                    <a:pt x="52447" y="530093"/>
                  </a:lnTo>
                  <a:lnTo>
                    <a:pt x="52306" y="530076"/>
                  </a:lnTo>
                  <a:lnTo>
                    <a:pt x="51915" y="530171"/>
                  </a:lnTo>
                  <a:lnTo>
                    <a:pt x="51244" y="529573"/>
                  </a:lnTo>
                  <a:lnTo>
                    <a:pt x="50942" y="529573"/>
                  </a:lnTo>
                  <a:lnTo>
                    <a:pt x="50709" y="529564"/>
                  </a:lnTo>
                  <a:lnTo>
                    <a:pt x="50781" y="529055"/>
                  </a:lnTo>
                  <a:lnTo>
                    <a:pt x="50486" y="528965"/>
                  </a:lnTo>
                  <a:lnTo>
                    <a:pt x="50022" y="529195"/>
                  </a:lnTo>
                  <a:lnTo>
                    <a:pt x="49959" y="529322"/>
                  </a:lnTo>
                  <a:lnTo>
                    <a:pt x="49859" y="529164"/>
                  </a:lnTo>
                  <a:lnTo>
                    <a:pt x="49814" y="528937"/>
                  </a:lnTo>
                  <a:lnTo>
                    <a:pt x="49323" y="528787"/>
                  </a:lnTo>
                  <a:lnTo>
                    <a:pt x="48892" y="528712"/>
                  </a:lnTo>
                  <a:lnTo>
                    <a:pt x="48698" y="528707"/>
                  </a:lnTo>
                  <a:lnTo>
                    <a:pt x="48380" y="528609"/>
                  </a:lnTo>
                  <a:lnTo>
                    <a:pt x="48137" y="528611"/>
                  </a:lnTo>
                  <a:lnTo>
                    <a:pt x="47927" y="528402"/>
                  </a:lnTo>
                  <a:lnTo>
                    <a:pt x="47790" y="528188"/>
                  </a:lnTo>
                  <a:lnTo>
                    <a:pt x="47810" y="528012"/>
                  </a:lnTo>
                  <a:lnTo>
                    <a:pt x="47493" y="527970"/>
                  </a:lnTo>
                  <a:lnTo>
                    <a:pt x="47371" y="527566"/>
                  </a:lnTo>
                  <a:lnTo>
                    <a:pt x="47212" y="527160"/>
                  </a:lnTo>
                  <a:lnTo>
                    <a:pt x="46991" y="527153"/>
                  </a:lnTo>
                  <a:lnTo>
                    <a:pt x="46710" y="527169"/>
                  </a:lnTo>
                  <a:lnTo>
                    <a:pt x="46427" y="527276"/>
                  </a:lnTo>
                  <a:lnTo>
                    <a:pt x="46301" y="527454"/>
                  </a:lnTo>
                  <a:lnTo>
                    <a:pt x="45963" y="527610"/>
                  </a:lnTo>
                  <a:lnTo>
                    <a:pt x="45822" y="527561"/>
                  </a:lnTo>
                  <a:lnTo>
                    <a:pt x="45674" y="527411"/>
                  </a:lnTo>
                  <a:lnTo>
                    <a:pt x="45686" y="527234"/>
                  </a:lnTo>
                  <a:lnTo>
                    <a:pt x="45142" y="527315"/>
                  </a:lnTo>
                  <a:lnTo>
                    <a:pt x="45002" y="527188"/>
                  </a:lnTo>
                  <a:lnTo>
                    <a:pt x="45058" y="526816"/>
                  </a:lnTo>
                  <a:lnTo>
                    <a:pt x="45088" y="526654"/>
                  </a:lnTo>
                  <a:lnTo>
                    <a:pt x="45093" y="526526"/>
                  </a:lnTo>
                  <a:lnTo>
                    <a:pt x="45100" y="526311"/>
                  </a:lnTo>
                  <a:lnTo>
                    <a:pt x="44828" y="525988"/>
                  </a:lnTo>
                  <a:lnTo>
                    <a:pt x="44418" y="526063"/>
                  </a:lnTo>
                  <a:lnTo>
                    <a:pt x="44282" y="526420"/>
                  </a:lnTo>
                  <a:lnTo>
                    <a:pt x="43747" y="526387"/>
                  </a:lnTo>
                  <a:lnTo>
                    <a:pt x="43586" y="526370"/>
                  </a:lnTo>
                  <a:lnTo>
                    <a:pt x="43588" y="526232"/>
                  </a:lnTo>
                  <a:lnTo>
                    <a:pt x="43329" y="526228"/>
                  </a:lnTo>
                  <a:lnTo>
                    <a:pt x="42930" y="526175"/>
                  </a:lnTo>
                  <a:lnTo>
                    <a:pt x="42941" y="525973"/>
                  </a:lnTo>
                  <a:lnTo>
                    <a:pt x="42719" y="526082"/>
                  </a:lnTo>
                  <a:lnTo>
                    <a:pt x="42389" y="525906"/>
                  </a:lnTo>
                  <a:lnTo>
                    <a:pt x="42402" y="525727"/>
                  </a:lnTo>
                  <a:lnTo>
                    <a:pt x="42376" y="525542"/>
                  </a:lnTo>
                  <a:lnTo>
                    <a:pt x="42189" y="525204"/>
                  </a:lnTo>
                  <a:lnTo>
                    <a:pt x="41938" y="525100"/>
                  </a:lnTo>
                  <a:lnTo>
                    <a:pt x="41943" y="524900"/>
                  </a:lnTo>
                  <a:lnTo>
                    <a:pt x="41855" y="524702"/>
                  </a:lnTo>
                  <a:lnTo>
                    <a:pt x="41871" y="524545"/>
                  </a:lnTo>
                  <a:lnTo>
                    <a:pt x="41390" y="524509"/>
                  </a:lnTo>
                  <a:lnTo>
                    <a:pt x="41118" y="524537"/>
                  </a:lnTo>
                  <a:lnTo>
                    <a:pt x="41091" y="524792"/>
                  </a:lnTo>
                  <a:lnTo>
                    <a:pt x="41077" y="524953"/>
                  </a:lnTo>
                  <a:lnTo>
                    <a:pt x="40761" y="524821"/>
                  </a:lnTo>
                  <a:lnTo>
                    <a:pt x="40342" y="524764"/>
                  </a:lnTo>
                  <a:lnTo>
                    <a:pt x="40074" y="525040"/>
                  </a:lnTo>
                  <a:lnTo>
                    <a:pt x="39689" y="525071"/>
                  </a:lnTo>
                  <a:lnTo>
                    <a:pt x="39307" y="524891"/>
                  </a:lnTo>
                  <a:lnTo>
                    <a:pt x="38722" y="524593"/>
                  </a:lnTo>
                  <a:lnTo>
                    <a:pt x="38560" y="524519"/>
                  </a:lnTo>
                  <a:lnTo>
                    <a:pt x="38371" y="524430"/>
                  </a:lnTo>
                  <a:lnTo>
                    <a:pt x="38135" y="524320"/>
                  </a:lnTo>
                  <a:lnTo>
                    <a:pt x="37950" y="524225"/>
                  </a:lnTo>
                  <a:lnTo>
                    <a:pt x="37775" y="524267"/>
                  </a:lnTo>
                  <a:lnTo>
                    <a:pt x="37213" y="524622"/>
                  </a:lnTo>
                  <a:lnTo>
                    <a:pt x="37006" y="524780"/>
                  </a:lnTo>
                  <a:lnTo>
                    <a:pt x="36634" y="524620"/>
                  </a:lnTo>
                  <a:lnTo>
                    <a:pt x="36048" y="523718"/>
                  </a:lnTo>
                  <a:lnTo>
                    <a:pt x="35492" y="523656"/>
                  </a:lnTo>
                  <a:lnTo>
                    <a:pt x="35412" y="523872"/>
                  </a:lnTo>
                  <a:lnTo>
                    <a:pt x="35233" y="524874"/>
                  </a:lnTo>
                  <a:lnTo>
                    <a:pt x="34668" y="524981"/>
                  </a:lnTo>
                  <a:lnTo>
                    <a:pt x="34446" y="524988"/>
                  </a:lnTo>
                  <a:lnTo>
                    <a:pt x="34150" y="525138"/>
                  </a:lnTo>
                  <a:lnTo>
                    <a:pt x="33971" y="525260"/>
                  </a:lnTo>
                  <a:lnTo>
                    <a:pt x="33613" y="525195"/>
                  </a:lnTo>
                  <a:lnTo>
                    <a:pt x="33721" y="524903"/>
                  </a:lnTo>
                  <a:lnTo>
                    <a:pt x="33726" y="524619"/>
                  </a:lnTo>
                  <a:lnTo>
                    <a:pt x="33728" y="523952"/>
                  </a:lnTo>
                  <a:lnTo>
                    <a:pt x="33309" y="523841"/>
                  </a:lnTo>
                  <a:lnTo>
                    <a:pt x="33140" y="523939"/>
                  </a:lnTo>
                  <a:lnTo>
                    <a:pt x="32823" y="523785"/>
                  </a:lnTo>
                  <a:lnTo>
                    <a:pt x="32384" y="523513"/>
                  </a:lnTo>
                  <a:lnTo>
                    <a:pt x="32236" y="523393"/>
                  </a:lnTo>
                  <a:lnTo>
                    <a:pt x="32020" y="523275"/>
                  </a:lnTo>
                  <a:lnTo>
                    <a:pt x="31581" y="523253"/>
                  </a:lnTo>
                  <a:lnTo>
                    <a:pt x="31589" y="523521"/>
                  </a:lnTo>
                  <a:lnTo>
                    <a:pt x="30760" y="523593"/>
                  </a:lnTo>
                  <a:lnTo>
                    <a:pt x="30358" y="523518"/>
                  </a:lnTo>
                  <a:lnTo>
                    <a:pt x="30103" y="523469"/>
                  </a:lnTo>
                  <a:lnTo>
                    <a:pt x="29774" y="523608"/>
                  </a:lnTo>
                  <a:lnTo>
                    <a:pt x="29556" y="523779"/>
                  </a:lnTo>
                  <a:lnTo>
                    <a:pt x="29265" y="523692"/>
                  </a:lnTo>
                  <a:lnTo>
                    <a:pt x="28357" y="523373"/>
                  </a:lnTo>
                  <a:lnTo>
                    <a:pt x="28303" y="523152"/>
                  </a:lnTo>
                  <a:lnTo>
                    <a:pt x="28234" y="522927"/>
                  </a:lnTo>
                  <a:lnTo>
                    <a:pt x="28079" y="522748"/>
                  </a:lnTo>
                  <a:lnTo>
                    <a:pt x="27552" y="522353"/>
                  </a:lnTo>
                  <a:lnTo>
                    <a:pt x="27349" y="521919"/>
                  </a:lnTo>
                  <a:lnTo>
                    <a:pt x="27634" y="521868"/>
                  </a:lnTo>
                  <a:lnTo>
                    <a:pt x="27886" y="521543"/>
                  </a:lnTo>
                  <a:lnTo>
                    <a:pt x="28033" y="521468"/>
                  </a:lnTo>
                  <a:lnTo>
                    <a:pt x="28273" y="521433"/>
                  </a:lnTo>
                  <a:lnTo>
                    <a:pt x="28320" y="521087"/>
                  </a:lnTo>
                  <a:lnTo>
                    <a:pt x="28282" y="520684"/>
                  </a:lnTo>
                  <a:lnTo>
                    <a:pt x="28151" y="520565"/>
                  </a:lnTo>
                  <a:lnTo>
                    <a:pt x="27985" y="520537"/>
                  </a:lnTo>
                  <a:lnTo>
                    <a:pt x="27685" y="520743"/>
                  </a:lnTo>
                  <a:lnTo>
                    <a:pt x="27503" y="520694"/>
                  </a:lnTo>
                  <a:lnTo>
                    <a:pt x="26774" y="520845"/>
                  </a:lnTo>
                  <a:lnTo>
                    <a:pt x="26940" y="520298"/>
                  </a:lnTo>
                  <a:lnTo>
                    <a:pt x="27032" y="520150"/>
                  </a:lnTo>
                  <a:lnTo>
                    <a:pt x="26832" y="519280"/>
                  </a:lnTo>
                  <a:lnTo>
                    <a:pt x="26451" y="519227"/>
                  </a:lnTo>
                  <a:lnTo>
                    <a:pt x="26217" y="519461"/>
                  </a:lnTo>
                  <a:lnTo>
                    <a:pt x="26157" y="519785"/>
                  </a:lnTo>
                  <a:lnTo>
                    <a:pt x="25813" y="519810"/>
                  </a:lnTo>
                  <a:lnTo>
                    <a:pt x="25584" y="519543"/>
                  </a:lnTo>
                  <a:lnTo>
                    <a:pt x="25434" y="519372"/>
                  </a:lnTo>
                  <a:lnTo>
                    <a:pt x="24490" y="519002"/>
                  </a:lnTo>
                  <a:lnTo>
                    <a:pt x="24432" y="519245"/>
                  </a:lnTo>
                  <a:lnTo>
                    <a:pt x="24447" y="519389"/>
                  </a:lnTo>
                  <a:lnTo>
                    <a:pt x="24577" y="519780"/>
                  </a:lnTo>
                  <a:lnTo>
                    <a:pt x="24894" y="519766"/>
                  </a:lnTo>
                  <a:lnTo>
                    <a:pt x="25259" y="519850"/>
                  </a:lnTo>
                  <a:lnTo>
                    <a:pt x="25650" y="520418"/>
                  </a:lnTo>
                  <a:lnTo>
                    <a:pt x="25208" y="521372"/>
                  </a:lnTo>
                  <a:lnTo>
                    <a:pt x="24973" y="521340"/>
                  </a:lnTo>
                  <a:lnTo>
                    <a:pt x="24694" y="521211"/>
                  </a:lnTo>
                  <a:lnTo>
                    <a:pt x="24602" y="520864"/>
                  </a:lnTo>
                  <a:lnTo>
                    <a:pt x="24548" y="520671"/>
                  </a:lnTo>
                  <a:lnTo>
                    <a:pt x="24324" y="520253"/>
                  </a:lnTo>
                  <a:lnTo>
                    <a:pt x="23661" y="519158"/>
                  </a:lnTo>
                  <a:lnTo>
                    <a:pt x="23493" y="519061"/>
                  </a:lnTo>
                  <a:lnTo>
                    <a:pt x="22999" y="519105"/>
                  </a:lnTo>
                  <a:lnTo>
                    <a:pt x="23083" y="519667"/>
                  </a:lnTo>
                  <a:lnTo>
                    <a:pt x="23454" y="519750"/>
                  </a:lnTo>
                  <a:lnTo>
                    <a:pt x="23518" y="519971"/>
                  </a:lnTo>
                  <a:lnTo>
                    <a:pt x="23353" y="520233"/>
                  </a:lnTo>
                  <a:lnTo>
                    <a:pt x="23028" y="520146"/>
                  </a:lnTo>
                  <a:lnTo>
                    <a:pt x="22791" y="520085"/>
                  </a:lnTo>
                  <a:lnTo>
                    <a:pt x="22622" y="520109"/>
                  </a:lnTo>
                  <a:lnTo>
                    <a:pt x="22413" y="520277"/>
                  </a:lnTo>
                  <a:lnTo>
                    <a:pt x="22465" y="520561"/>
                  </a:lnTo>
                  <a:lnTo>
                    <a:pt x="22440" y="520876"/>
                  </a:lnTo>
                  <a:lnTo>
                    <a:pt x="22308" y="521078"/>
                  </a:lnTo>
                  <a:lnTo>
                    <a:pt x="21550" y="521360"/>
                  </a:lnTo>
                  <a:lnTo>
                    <a:pt x="21205" y="521279"/>
                  </a:lnTo>
                  <a:lnTo>
                    <a:pt x="21182" y="520975"/>
                  </a:lnTo>
                  <a:lnTo>
                    <a:pt x="20403" y="519668"/>
                  </a:lnTo>
                  <a:lnTo>
                    <a:pt x="20300" y="519525"/>
                  </a:lnTo>
                  <a:lnTo>
                    <a:pt x="20216" y="519362"/>
                  </a:lnTo>
                  <a:lnTo>
                    <a:pt x="19943" y="519252"/>
                  </a:lnTo>
                  <a:lnTo>
                    <a:pt x="19228" y="519349"/>
                  </a:lnTo>
                  <a:lnTo>
                    <a:pt x="18997" y="519357"/>
                  </a:lnTo>
                  <a:lnTo>
                    <a:pt x="18818" y="519396"/>
                  </a:lnTo>
                  <a:lnTo>
                    <a:pt x="18501" y="519484"/>
                  </a:lnTo>
                  <a:lnTo>
                    <a:pt x="18378" y="519704"/>
                  </a:lnTo>
                  <a:lnTo>
                    <a:pt x="18471" y="520183"/>
                  </a:lnTo>
                  <a:lnTo>
                    <a:pt x="18872" y="520359"/>
                  </a:lnTo>
                  <a:lnTo>
                    <a:pt x="18887" y="520547"/>
                  </a:lnTo>
                  <a:lnTo>
                    <a:pt x="18422" y="520428"/>
                  </a:lnTo>
                  <a:lnTo>
                    <a:pt x="18064" y="520349"/>
                  </a:lnTo>
                  <a:lnTo>
                    <a:pt x="17673" y="520318"/>
                  </a:lnTo>
                  <a:lnTo>
                    <a:pt x="17236" y="520408"/>
                  </a:lnTo>
                  <a:lnTo>
                    <a:pt x="17044" y="520499"/>
                  </a:lnTo>
                  <a:lnTo>
                    <a:pt x="16647" y="520404"/>
                  </a:lnTo>
                  <a:lnTo>
                    <a:pt x="16292" y="520090"/>
                  </a:lnTo>
                  <a:lnTo>
                    <a:pt x="16016" y="519778"/>
                  </a:lnTo>
                  <a:lnTo>
                    <a:pt x="15860" y="519588"/>
                  </a:lnTo>
                  <a:lnTo>
                    <a:pt x="15438" y="519487"/>
                  </a:lnTo>
                  <a:lnTo>
                    <a:pt x="15096" y="519498"/>
                  </a:lnTo>
                  <a:lnTo>
                    <a:pt x="14938" y="519456"/>
                  </a:lnTo>
                  <a:lnTo>
                    <a:pt x="14312" y="519156"/>
                  </a:lnTo>
                  <a:lnTo>
                    <a:pt x="14114" y="518975"/>
                  </a:lnTo>
                  <a:lnTo>
                    <a:pt x="13801" y="518586"/>
                  </a:lnTo>
                  <a:lnTo>
                    <a:pt x="13668" y="518585"/>
                  </a:lnTo>
                  <a:lnTo>
                    <a:pt x="13500" y="518620"/>
                  </a:lnTo>
                  <a:lnTo>
                    <a:pt x="13323" y="518496"/>
                  </a:lnTo>
                  <a:lnTo>
                    <a:pt x="13295" y="518174"/>
                  </a:lnTo>
                  <a:lnTo>
                    <a:pt x="12754" y="517834"/>
                  </a:lnTo>
                  <a:lnTo>
                    <a:pt x="12413" y="517166"/>
                  </a:lnTo>
                  <a:lnTo>
                    <a:pt x="11985" y="516209"/>
                  </a:lnTo>
                  <a:lnTo>
                    <a:pt x="11705" y="515492"/>
                  </a:lnTo>
                  <a:lnTo>
                    <a:pt x="11506" y="515426"/>
                  </a:lnTo>
                  <a:lnTo>
                    <a:pt x="11129" y="515393"/>
                  </a:lnTo>
                  <a:lnTo>
                    <a:pt x="10765" y="515513"/>
                  </a:lnTo>
                  <a:lnTo>
                    <a:pt x="10365" y="515580"/>
                  </a:lnTo>
                  <a:lnTo>
                    <a:pt x="9396" y="515176"/>
                  </a:lnTo>
                  <a:lnTo>
                    <a:pt x="9057" y="514934"/>
                  </a:lnTo>
                  <a:lnTo>
                    <a:pt x="8685" y="514441"/>
                  </a:lnTo>
                  <a:lnTo>
                    <a:pt x="8090" y="513815"/>
                  </a:lnTo>
                  <a:lnTo>
                    <a:pt x="7816" y="513604"/>
                  </a:lnTo>
                  <a:lnTo>
                    <a:pt x="7209" y="513559"/>
                  </a:lnTo>
                  <a:lnTo>
                    <a:pt x="6844" y="513662"/>
                  </a:lnTo>
                  <a:lnTo>
                    <a:pt x="6210" y="513843"/>
                  </a:lnTo>
                  <a:lnTo>
                    <a:pt x="5883" y="513661"/>
                  </a:lnTo>
                  <a:lnTo>
                    <a:pt x="5642" y="512930"/>
                  </a:lnTo>
                  <a:lnTo>
                    <a:pt x="5796" y="512349"/>
                  </a:lnTo>
                  <a:lnTo>
                    <a:pt x="5619" y="512215"/>
                  </a:lnTo>
                  <a:lnTo>
                    <a:pt x="4925" y="511866"/>
                  </a:lnTo>
                  <a:lnTo>
                    <a:pt x="4505" y="511813"/>
                  </a:lnTo>
                  <a:lnTo>
                    <a:pt x="4383" y="511506"/>
                  </a:lnTo>
                  <a:lnTo>
                    <a:pt x="4491" y="510943"/>
                  </a:lnTo>
                  <a:lnTo>
                    <a:pt x="4798" y="509747"/>
                  </a:lnTo>
                  <a:lnTo>
                    <a:pt x="4555" y="509679"/>
                  </a:lnTo>
                  <a:lnTo>
                    <a:pt x="4143" y="509587"/>
                  </a:lnTo>
                  <a:lnTo>
                    <a:pt x="3949" y="509364"/>
                  </a:lnTo>
                  <a:lnTo>
                    <a:pt x="4100" y="509133"/>
                  </a:lnTo>
                  <a:lnTo>
                    <a:pt x="5004" y="509083"/>
                  </a:lnTo>
                  <a:lnTo>
                    <a:pt x="5184" y="509088"/>
                  </a:lnTo>
                  <a:lnTo>
                    <a:pt x="5468" y="509184"/>
                  </a:lnTo>
                  <a:lnTo>
                    <a:pt x="5734" y="509230"/>
                  </a:lnTo>
                  <a:lnTo>
                    <a:pt x="5964" y="509132"/>
                  </a:lnTo>
                  <a:lnTo>
                    <a:pt x="6137" y="508785"/>
                  </a:lnTo>
                  <a:lnTo>
                    <a:pt x="6142" y="508615"/>
                  </a:lnTo>
                  <a:lnTo>
                    <a:pt x="6129" y="508435"/>
                  </a:lnTo>
                  <a:lnTo>
                    <a:pt x="6024" y="507991"/>
                  </a:lnTo>
                  <a:lnTo>
                    <a:pt x="5085" y="507334"/>
                  </a:lnTo>
                  <a:lnTo>
                    <a:pt x="4316" y="506845"/>
                  </a:lnTo>
                  <a:lnTo>
                    <a:pt x="4075" y="506751"/>
                  </a:lnTo>
                  <a:lnTo>
                    <a:pt x="3687" y="506567"/>
                  </a:lnTo>
                  <a:lnTo>
                    <a:pt x="3548" y="506376"/>
                  </a:lnTo>
                  <a:lnTo>
                    <a:pt x="3557" y="506120"/>
                  </a:lnTo>
                  <a:lnTo>
                    <a:pt x="3804" y="505787"/>
                  </a:lnTo>
                  <a:lnTo>
                    <a:pt x="3935" y="505684"/>
                  </a:lnTo>
                  <a:lnTo>
                    <a:pt x="4077" y="505499"/>
                  </a:lnTo>
                  <a:lnTo>
                    <a:pt x="4141" y="505302"/>
                  </a:lnTo>
                  <a:lnTo>
                    <a:pt x="4215" y="505050"/>
                  </a:lnTo>
                  <a:lnTo>
                    <a:pt x="4175" y="504792"/>
                  </a:lnTo>
                  <a:lnTo>
                    <a:pt x="3717" y="504801"/>
                  </a:lnTo>
                  <a:lnTo>
                    <a:pt x="3023" y="504797"/>
                  </a:lnTo>
                  <a:lnTo>
                    <a:pt x="1070" y="504114"/>
                  </a:lnTo>
                  <a:lnTo>
                    <a:pt x="805" y="503784"/>
                  </a:lnTo>
                  <a:lnTo>
                    <a:pt x="731" y="503057"/>
                  </a:lnTo>
                  <a:lnTo>
                    <a:pt x="774" y="502820"/>
                  </a:lnTo>
                  <a:lnTo>
                    <a:pt x="854" y="502590"/>
                  </a:lnTo>
                  <a:lnTo>
                    <a:pt x="1734" y="501899"/>
                  </a:lnTo>
                  <a:lnTo>
                    <a:pt x="2398" y="501224"/>
                  </a:lnTo>
                  <a:lnTo>
                    <a:pt x="2600" y="500767"/>
                  </a:lnTo>
                  <a:lnTo>
                    <a:pt x="1876" y="500134"/>
                  </a:lnTo>
                  <a:lnTo>
                    <a:pt x="1728" y="500121"/>
                  </a:lnTo>
                  <a:lnTo>
                    <a:pt x="1474" y="500226"/>
                  </a:lnTo>
                  <a:lnTo>
                    <a:pt x="1270" y="500295"/>
                  </a:lnTo>
                  <a:lnTo>
                    <a:pt x="833" y="500436"/>
                  </a:lnTo>
                  <a:lnTo>
                    <a:pt x="204" y="500257"/>
                  </a:lnTo>
                  <a:lnTo>
                    <a:pt x="0" y="499894"/>
                  </a:lnTo>
                  <a:lnTo>
                    <a:pt x="36" y="499749"/>
                  </a:lnTo>
                  <a:lnTo>
                    <a:pt x="190" y="499504"/>
                  </a:lnTo>
                  <a:lnTo>
                    <a:pt x="1103" y="498488"/>
                  </a:lnTo>
                  <a:lnTo>
                    <a:pt x="1480" y="498481"/>
                  </a:lnTo>
                  <a:lnTo>
                    <a:pt x="1744" y="498479"/>
                  </a:lnTo>
                  <a:lnTo>
                    <a:pt x="2364" y="498685"/>
                  </a:lnTo>
                  <a:lnTo>
                    <a:pt x="2683" y="499087"/>
                  </a:lnTo>
                  <a:lnTo>
                    <a:pt x="2977" y="498974"/>
                  </a:lnTo>
                  <a:lnTo>
                    <a:pt x="3228" y="498868"/>
                  </a:lnTo>
                  <a:lnTo>
                    <a:pt x="3660" y="498648"/>
                  </a:lnTo>
                  <a:lnTo>
                    <a:pt x="3947" y="498437"/>
                  </a:lnTo>
                  <a:lnTo>
                    <a:pt x="3867" y="498016"/>
                  </a:lnTo>
                  <a:lnTo>
                    <a:pt x="3575" y="497848"/>
                  </a:lnTo>
                  <a:lnTo>
                    <a:pt x="3730" y="497710"/>
                  </a:lnTo>
                  <a:lnTo>
                    <a:pt x="5545" y="497528"/>
                  </a:lnTo>
                  <a:lnTo>
                    <a:pt x="5899" y="497739"/>
                  </a:lnTo>
                  <a:lnTo>
                    <a:pt x="6475" y="497854"/>
                  </a:lnTo>
                  <a:lnTo>
                    <a:pt x="7142" y="497484"/>
                  </a:lnTo>
                  <a:lnTo>
                    <a:pt x="8438" y="496328"/>
                  </a:lnTo>
                  <a:lnTo>
                    <a:pt x="9347" y="495919"/>
                  </a:lnTo>
                  <a:lnTo>
                    <a:pt x="9694" y="495866"/>
                  </a:lnTo>
                  <a:lnTo>
                    <a:pt x="10006" y="495661"/>
                  </a:lnTo>
                  <a:lnTo>
                    <a:pt x="10153" y="495350"/>
                  </a:lnTo>
                  <a:lnTo>
                    <a:pt x="10013" y="495034"/>
                  </a:lnTo>
                  <a:lnTo>
                    <a:pt x="10325" y="493869"/>
                  </a:lnTo>
                  <a:lnTo>
                    <a:pt x="10113" y="493532"/>
                  </a:lnTo>
                  <a:lnTo>
                    <a:pt x="10149" y="492807"/>
                  </a:lnTo>
                  <a:lnTo>
                    <a:pt x="10186" y="492498"/>
                  </a:lnTo>
                  <a:lnTo>
                    <a:pt x="10264" y="492303"/>
                  </a:lnTo>
                  <a:lnTo>
                    <a:pt x="10575" y="491544"/>
                  </a:lnTo>
                  <a:lnTo>
                    <a:pt x="10874" y="490945"/>
                  </a:lnTo>
                  <a:lnTo>
                    <a:pt x="11232" y="490631"/>
                  </a:lnTo>
                  <a:lnTo>
                    <a:pt x="11707" y="490556"/>
                  </a:lnTo>
                  <a:lnTo>
                    <a:pt x="12693" y="490841"/>
                  </a:lnTo>
                  <a:lnTo>
                    <a:pt x="12874" y="491202"/>
                  </a:lnTo>
                  <a:lnTo>
                    <a:pt x="12860" y="491578"/>
                  </a:lnTo>
                  <a:lnTo>
                    <a:pt x="12782" y="491989"/>
                  </a:lnTo>
                  <a:lnTo>
                    <a:pt x="13239" y="492592"/>
                  </a:lnTo>
                  <a:lnTo>
                    <a:pt x="13568" y="492629"/>
                  </a:lnTo>
                  <a:lnTo>
                    <a:pt x="13764" y="492565"/>
                  </a:lnTo>
                  <a:lnTo>
                    <a:pt x="13922" y="492507"/>
                  </a:lnTo>
                  <a:lnTo>
                    <a:pt x="13880" y="492351"/>
                  </a:lnTo>
                  <a:lnTo>
                    <a:pt x="14002" y="491912"/>
                  </a:lnTo>
                  <a:lnTo>
                    <a:pt x="15209" y="491614"/>
                  </a:lnTo>
                  <a:lnTo>
                    <a:pt x="15499" y="491548"/>
                  </a:lnTo>
                  <a:lnTo>
                    <a:pt x="15945" y="490854"/>
                  </a:lnTo>
                  <a:lnTo>
                    <a:pt x="15884" y="490696"/>
                  </a:lnTo>
                  <a:lnTo>
                    <a:pt x="15340" y="489373"/>
                  </a:lnTo>
                  <a:lnTo>
                    <a:pt x="15052" y="488989"/>
                  </a:lnTo>
                  <a:lnTo>
                    <a:pt x="14524" y="487987"/>
                  </a:lnTo>
                  <a:lnTo>
                    <a:pt x="14114" y="486921"/>
                  </a:lnTo>
                  <a:lnTo>
                    <a:pt x="14241" y="486631"/>
                  </a:lnTo>
                  <a:lnTo>
                    <a:pt x="14515" y="486490"/>
                  </a:lnTo>
                  <a:lnTo>
                    <a:pt x="15129" y="485549"/>
                  </a:lnTo>
                  <a:lnTo>
                    <a:pt x="15566" y="484911"/>
                  </a:lnTo>
                  <a:lnTo>
                    <a:pt x="15886" y="484766"/>
                  </a:lnTo>
                  <a:lnTo>
                    <a:pt x="15369" y="484556"/>
                  </a:lnTo>
                  <a:lnTo>
                    <a:pt x="15218" y="484486"/>
                  </a:lnTo>
                  <a:lnTo>
                    <a:pt x="14896" y="484235"/>
                  </a:lnTo>
                  <a:lnTo>
                    <a:pt x="14535" y="483539"/>
                  </a:lnTo>
                  <a:lnTo>
                    <a:pt x="14797" y="483023"/>
                  </a:lnTo>
                  <a:lnTo>
                    <a:pt x="15164" y="482700"/>
                  </a:lnTo>
                  <a:lnTo>
                    <a:pt x="15491" y="482368"/>
                  </a:lnTo>
                  <a:lnTo>
                    <a:pt x="15675" y="481784"/>
                  </a:lnTo>
                  <a:lnTo>
                    <a:pt x="15380" y="481429"/>
                  </a:lnTo>
                  <a:lnTo>
                    <a:pt x="15167" y="481296"/>
                  </a:lnTo>
                  <a:lnTo>
                    <a:pt x="15060" y="481443"/>
                  </a:lnTo>
                  <a:lnTo>
                    <a:pt x="14714" y="481298"/>
                  </a:lnTo>
                  <a:lnTo>
                    <a:pt x="14184" y="480756"/>
                  </a:lnTo>
                  <a:lnTo>
                    <a:pt x="14088" y="480457"/>
                  </a:lnTo>
                  <a:lnTo>
                    <a:pt x="14211" y="480168"/>
                  </a:lnTo>
                  <a:lnTo>
                    <a:pt x="14338" y="479386"/>
                  </a:lnTo>
                  <a:lnTo>
                    <a:pt x="14809" y="479011"/>
                  </a:lnTo>
                  <a:lnTo>
                    <a:pt x="14879" y="478048"/>
                  </a:lnTo>
                  <a:lnTo>
                    <a:pt x="14730" y="477582"/>
                  </a:lnTo>
                  <a:lnTo>
                    <a:pt x="14675" y="477399"/>
                  </a:lnTo>
                  <a:lnTo>
                    <a:pt x="14671" y="477020"/>
                  </a:lnTo>
                  <a:lnTo>
                    <a:pt x="15140" y="476170"/>
                  </a:lnTo>
                  <a:lnTo>
                    <a:pt x="15604" y="476204"/>
                  </a:lnTo>
                  <a:lnTo>
                    <a:pt x="15833" y="476272"/>
                  </a:lnTo>
                  <a:lnTo>
                    <a:pt x="16117" y="476064"/>
                  </a:lnTo>
                  <a:lnTo>
                    <a:pt x="16299" y="475684"/>
                  </a:lnTo>
                  <a:lnTo>
                    <a:pt x="16546" y="475609"/>
                  </a:lnTo>
                  <a:lnTo>
                    <a:pt x="17183" y="475406"/>
                  </a:lnTo>
                  <a:lnTo>
                    <a:pt x="17500" y="475225"/>
                  </a:lnTo>
                  <a:lnTo>
                    <a:pt x="17638" y="475038"/>
                  </a:lnTo>
                  <a:lnTo>
                    <a:pt x="17660" y="474867"/>
                  </a:lnTo>
                  <a:lnTo>
                    <a:pt x="17685" y="474427"/>
                  </a:lnTo>
                  <a:lnTo>
                    <a:pt x="18569" y="473358"/>
                  </a:lnTo>
                  <a:lnTo>
                    <a:pt x="19166" y="472625"/>
                  </a:lnTo>
                  <a:lnTo>
                    <a:pt x="20010" y="470831"/>
                  </a:lnTo>
                  <a:lnTo>
                    <a:pt x="19962" y="470525"/>
                  </a:lnTo>
                  <a:lnTo>
                    <a:pt x="20234" y="469851"/>
                  </a:lnTo>
                  <a:lnTo>
                    <a:pt x="20560" y="469670"/>
                  </a:lnTo>
                  <a:lnTo>
                    <a:pt x="20690" y="467782"/>
                  </a:lnTo>
                  <a:lnTo>
                    <a:pt x="20895" y="467502"/>
                  </a:lnTo>
                  <a:lnTo>
                    <a:pt x="21177" y="467280"/>
                  </a:lnTo>
                  <a:lnTo>
                    <a:pt x="21397" y="467104"/>
                  </a:lnTo>
                  <a:lnTo>
                    <a:pt x="21723" y="466772"/>
                  </a:lnTo>
                  <a:lnTo>
                    <a:pt x="21743" y="466526"/>
                  </a:lnTo>
                  <a:lnTo>
                    <a:pt x="21982" y="465842"/>
                  </a:lnTo>
                  <a:lnTo>
                    <a:pt x="22196" y="465819"/>
                  </a:lnTo>
                  <a:lnTo>
                    <a:pt x="22681" y="466074"/>
                  </a:lnTo>
                  <a:lnTo>
                    <a:pt x="22738" y="466222"/>
                  </a:lnTo>
                  <a:lnTo>
                    <a:pt x="22938" y="466329"/>
                  </a:lnTo>
                  <a:lnTo>
                    <a:pt x="23347" y="465955"/>
                  </a:lnTo>
                  <a:lnTo>
                    <a:pt x="23386" y="465564"/>
                  </a:lnTo>
                  <a:lnTo>
                    <a:pt x="23352" y="464980"/>
                  </a:lnTo>
                  <a:lnTo>
                    <a:pt x="23475" y="464755"/>
                  </a:lnTo>
                  <a:lnTo>
                    <a:pt x="23279" y="464426"/>
                  </a:lnTo>
                  <a:lnTo>
                    <a:pt x="23610" y="463959"/>
                  </a:lnTo>
                  <a:lnTo>
                    <a:pt x="23997" y="463479"/>
                  </a:lnTo>
                  <a:lnTo>
                    <a:pt x="24154" y="463251"/>
                  </a:lnTo>
                  <a:lnTo>
                    <a:pt x="24255" y="462851"/>
                  </a:lnTo>
                  <a:lnTo>
                    <a:pt x="24353" y="462541"/>
                  </a:lnTo>
                  <a:lnTo>
                    <a:pt x="24999" y="462061"/>
                  </a:lnTo>
                  <a:lnTo>
                    <a:pt x="25457" y="461914"/>
                  </a:lnTo>
                  <a:lnTo>
                    <a:pt x="26182" y="461826"/>
                  </a:lnTo>
                  <a:lnTo>
                    <a:pt x="26683" y="461047"/>
                  </a:lnTo>
                  <a:lnTo>
                    <a:pt x="26886" y="460901"/>
                  </a:lnTo>
                  <a:lnTo>
                    <a:pt x="27083" y="460360"/>
                  </a:lnTo>
                  <a:lnTo>
                    <a:pt x="27168" y="460152"/>
                  </a:lnTo>
                  <a:lnTo>
                    <a:pt x="26950" y="459337"/>
                  </a:lnTo>
                  <a:lnTo>
                    <a:pt x="26942" y="459053"/>
                  </a:lnTo>
                  <a:lnTo>
                    <a:pt x="27130" y="458676"/>
                  </a:lnTo>
                  <a:lnTo>
                    <a:pt x="27582" y="458336"/>
                  </a:lnTo>
                  <a:lnTo>
                    <a:pt x="27697" y="458093"/>
                  </a:lnTo>
                  <a:lnTo>
                    <a:pt x="27804" y="457724"/>
                  </a:lnTo>
                  <a:lnTo>
                    <a:pt x="28054" y="457532"/>
                  </a:lnTo>
                  <a:lnTo>
                    <a:pt x="28111" y="457305"/>
                  </a:lnTo>
                  <a:lnTo>
                    <a:pt x="28236" y="457122"/>
                  </a:lnTo>
                  <a:lnTo>
                    <a:pt x="28821" y="456981"/>
                  </a:lnTo>
                  <a:lnTo>
                    <a:pt x="28961" y="456754"/>
                  </a:lnTo>
                  <a:lnTo>
                    <a:pt x="29134" y="456190"/>
                  </a:lnTo>
                  <a:lnTo>
                    <a:pt x="29186" y="455802"/>
                  </a:lnTo>
                  <a:lnTo>
                    <a:pt x="29310" y="455535"/>
                  </a:lnTo>
                  <a:lnTo>
                    <a:pt x="29476" y="455390"/>
                  </a:lnTo>
                  <a:lnTo>
                    <a:pt x="29708" y="455242"/>
                  </a:lnTo>
                  <a:lnTo>
                    <a:pt x="29865" y="455292"/>
                  </a:lnTo>
                  <a:lnTo>
                    <a:pt x="30029" y="455108"/>
                  </a:lnTo>
                  <a:lnTo>
                    <a:pt x="29984" y="454630"/>
                  </a:lnTo>
                  <a:lnTo>
                    <a:pt x="29969" y="454229"/>
                  </a:lnTo>
                  <a:lnTo>
                    <a:pt x="29935" y="454009"/>
                  </a:lnTo>
                  <a:lnTo>
                    <a:pt x="30121" y="454006"/>
                  </a:lnTo>
                  <a:lnTo>
                    <a:pt x="30542" y="453887"/>
                  </a:lnTo>
                  <a:lnTo>
                    <a:pt x="30763" y="453659"/>
                  </a:lnTo>
                  <a:lnTo>
                    <a:pt x="30772" y="453442"/>
                  </a:lnTo>
                  <a:lnTo>
                    <a:pt x="31141" y="452980"/>
                  </a:lnTo>
                  <a:lnTo>
                    <a:pt x="31268" y="452796"/>
                  </a:lnTo>
                  <a:lnTo>
                    <a:pt x="31592" y="452230"/>
                  </a:lnTo>
                  <a:lnTo>
                    <a:pt x="31643" y="452012"/>
                  </a:lnTo>
                  <a:lnTo>
                    <a:pt x="31436" y="451686"/>
                  </a:lnTo>
                  <a:lnTo>
                    <a:pt x="31210" y="451592"/>
                  </a:lnTo>
                  <a:lnTo>
                    <a:pt x="30965" y="451525"/>
                  </a:lnTo>
                  <a:lnTo>
                    <a:pt x="30782" y="451221"/>
                  </a:lnTo>
                  <a:lnTo>
                    <a:pt x="30995" y="450672"/>
                  </a:lnTo>
                  <a:lnTo>
                    <a:pt x="31171" y="450297"/>
                  </a:lnTo>
                  <a:lnTo>
                    <a:pt x="31607" y="450085"/>
                  </a:lnTo>
                  <a:lnTo>
                    <a:pt x="31773" y="450013"/>
                  </a:lnTo>
                  <a:lnTo>
                    <a:pt x="31974" y="449602"/>
                  </a:lnTo>
                  <a:lnTo>
                    <a:pt x="31889" y="449384"/>
                  </a:lnTo>
                  <a:lnTo>
                    <a:pt x="32082" y="448529"/>
                  </a:lnTo>
                  <a:lnTo>
                    <a:pt x="32015" y="448112"/>
                  </a:lnTo>
                  <a:lnTo>
                    <a:pt x="31850" y="447842"/>
                  </a:lnTo>
                  <a:lnTo>
                    <a:pt x="31655" y="447169"/>
                  </a:lnTo>
                  <a:lnTo>
                    <a:pt x="31510" y="447095"/>
                  </a:lnTo>
                  <a:lnTo>
                    <a:pt x="30967" y="446479"/>
                  </a:lnTo>
                  <a:lnTo>
                    <a:pt x="30437" y="446353"/>
                  </a:lnTo>
                  <a:lnTo>
                    <a:pt x="30142" y="446245"/>
                  </a:lnTo>
                  <a:lnTo>
                    <a:pt x="29745" y="446313"/>
                  </a:lnTo>
                  <a:lnTo>
                    <a:pt x="29438" y="446081"/>
                  </a:lnTo>
                  <a:lnTo>
                    <a:pt x="28938" y="446086"/>
                  </a:lnTo>
                  <a:lnTo>
                    <a:pt x="28774" y="446044"/>
                  </a:lnTo>
                  <a:lnTo>
                    <a:pt x="28210" y="445570"/>
                  </a:lnTo>
                  <a:lnTo>
                    <a:pt x="28030" y="445529"/>
                  </a:lnTo>
                  <a:lnTo>
                    <a:pt x="27660" y="445454"/>
                  </a:lnTo>
                  <a:lnTo>
                    <a:pt x="27469" y="445459"/>
                  </a:lnTo>
                  <a:lnTo>
                    <a:pt x="27202" y="445495"/>
                  </a:lnTo>
                  <a:lnTo>
                    <a:pt x="27178" y="445785"/>
                  </a:lnTo>
                  <a:lnTo>
                    <a:pt x="27220" y="446021"/>
                  </a:lnTo>
                  <a:lnTo>
                    <a:pt x="26702" y="446015"/>
                  </a:lnTo>
                  <a:lnTo>
                    <a:pt x="26344" y="445909"/>
                  </a:lnTo>
                  <a:lnTo>
                    <a:pt x="25813" y="446249"/>
                  </a:lnTo>
                  <a:lnTo>
                    <a:pt x="25377" y="446383"/>
                  </a:lnTo>
                  <a:lnTo>
                    <a:pt x="25146" y="446175"/>
                  </a:lnTo>
                  <a:lnTo>
                    <a:pt x="25056" y="445862"/>
                  </a:lnTo>
                  <a:lnTo>
                    <a:pt x="25570" y="444585"/>
                  </a:lnTo>
                  <a:lnTo>
                    <a:pt x="25918" y="444477"/>
                  </a:lnTo>
                  <a:lnTo>
                    <a:pt x="26603" y="444462"/>
                  </a:lnTo>
                  <a:lnTo>
                    <a:pt x="26887" y="444417"/>
                  </a:lnTo>
                  <a:lnTo>
                    <a:pt x="27581" y="444063"/>
                  </a:lnTo>
                  <a:lnTo>
                    <a:pt x="27460" y="443658"/>
                  </a:lnTo>
                  <a:lnTo>
                    <a:pt x="27541" y="443282"/>
                  </a:lnTo>
                  <a:lnTo>
                    <a:pt x="27414" y="442871"/>
                  </a:lnTo>
                  <a:lnTo>
                    <a:pt x="27474" y="442743"/>
                  </a:lnTo>
                  <a:lnTo>
                    <a:pt x="27605" y="442507"/>
                  </a:lnTo>
                  <a:lnTo>
                    <a:pt x="27278" y="442200"/>
                  </a:lnTo>
                  <a:lnTo>
                    <a:pt x="26543" y="441670"/>
                  </a:lnTo>
                  <a:lnTo>
                    <a:pt x="26282" y="441558"/>
                  </a:lnTo>
                  <a:lnTo>
                    <a:pt x="26077" y="441372"/>
                  </a:lnTo>
                  <a:lnTo>
                    <a:pt x="26090" y="440858"/>
                  </a:lnTo>
                  <a:lnTo>
                    <a:pt x="25813" y="440740"/>
                  </a:lnTo>
                  <a:lnTo>
                    <a:pt x="25635" y="440643"/>
                  </a:lnTo>
                  <a:lnTo>
                    <a:pt x="25392" y="440551"/>
                  </a:lnTo>
                  <a:lnTo>
                    <a:pt x="25203" y="440513"/>
                  </a:lnTo>
                  <a:lnTo>
                    <a:pt x="25038" y="440551"/>
                  </a:lnTo>
                  <a:lnTo>
                    <a:pt x="24766" y="440615"/>
                  </a:lnTo>
                  <a:lnTo>
                    <a:pt x="24196" y="440578"/>
                  </a:lnTo>
                  <a:lnTo>
                    <a:pt x="23840" y="440050"/>
                  </a:lnTo>
                  <a:lnTo>
                    <a:pt x="23775" y="438880"/>
                  </a:lnTo>
                  <a:lnTo>
                    <a:pt x="24005" y="438491"/>
                  </a:lnTo>
                  <a:lnTo>
                    <a:pt x="24408" y="438123"/>
                  </a:lnTo>
                  <a:lnTo>
                    <a:pt x="24317" y="437327"/>
                  </a:lnTo>
                  <a:lnTo>
                    <a:pt x="23237" y="435306"/>
                  </a:lnTo>
                  <a:lnTo>
                    <a:pt x="23085" y="435196"/>
                  </a:lnTo>
                  <a:lnTo>
                    <a:pt x="22659" y="435069"/>
                  </a:lnTo>
                  <a:lnTo>
                    <a:pt x="22477" y="435037"/>
                  </a:lnTo>
                  <a:lnTo>
                    <a:pt x="22047" y="433484"/>
                  </a:lnTo>
                  <a:lnTo>
                    <a:pt x="20655" y="431575"/>
                  </a:lnTo>
                  <a:lnTo>
                    <a:pt x="20423" y="431392"/>
                  </a:lnTo>
                  <a:lnTo>
                    <a:pt x="19927" y="431332"/>
                  </a:lnTo>
                  <a:lnTo>
                    <a:pt x="19687" y="431367"/>
                  </a:lnTo>
                  <a:lnTo>
                    <a:pt x="19473" y="431286"/>
                  </a:lnTo>
                  <a:lnTo>
                    <a:pt x="19305" y="431150"/>
                  </a:lnTo>
                  <a:lnTo>
                    <a:pt x="19101" y="430869"/>
                  </a:lnTo>
                  <a:lnTo>
                    <a:pt x="19120" y="430708"/>
                  </a:lnTo>
                  <a:lnTo>
                    <a:pt x="19685" y="430162"/>
                  </a:lnTo>
                  <a:lnTo>
                    <a:pt x="19705" y="427776"/>
                  </a:lnTo>
                  <a:lnTo>
                    <a:pt x="18718" y="426669"/>
                  </a:lnTo>
                  <a:lnTo>
                    <a:pt x="18519" y="426454"/>
                  </a:lnTo>
                  <a:lnTo>
                    <a:pt x="17638" y="425520"/>
                  </a:lnTo>
                  <a:lnTo>
                    <a:pt x="17105" y="424986"/>
                  </a:lnTo>
                  <a:lnTo>
                    <a:pt x="16599" y="424823"/>
                  </a:lnTo>
                  <a:lnTo>
                    <a:pt x="16658" y="424457"/>
                  </a:lnTo>
                  <a:lnTo>
                    <a:pt x="16836" y="423892"/>
                  </a:lnTo>
                  <a:lnTo>
                    <a:pt x="17191" y="423179"/>
                  </a:lnTo>
                  <a:lnTo>
                    <a:pt x="17615" y="421817"/>
                  </a:lnTo>
                  <a:lnTo>
                    <a:pt x="16884" y="421808"/>
                  </a:lnTo>
                  <a:lnTo>
                    <a:pt x="16384" y="422005"/>
                  </a:lnTo>
                  <a:lnTo>
                    <a:pt x="16056" y="422103"/>
                  </a:lnTo>
                  <a:lnTo>
                    <a:pt x="15731" y="422102"/>
                  </a:lnTo>
                  <a:lnTo>
                    <a:pt x="15207" y="421992"/>
                  </a:lnTo>
                  <a:lnTo>
                    <a:pt x="13784" y="421563"/>
                  </a:lnTo>
                  <a:lnTo>
                    <a:pt x="12499" y="420462"/>
                  </a:lnTo>
                  <a:lnTo>
                    <a:pt x="12069" y="419697"/>
                  </a:lnTo>
                  <a:lnTo>
                    <a:pt x="11442" y="419621"/>
                  </a:lnTo>
                  <a:lnTo>
                    <a:pt x="10547" y="419737"/>
                  </a:lnTo>
                  <a:lnTo>
                    <a:pt x="9932" y="419220"/>
                  </a:lnTo>
                  <a:lnTo>
                    <a:pt x="9636" y="418972"/>
                  </a:lnTo>
                  <a:lnTo>
                    <a:pt x="9493" y="418847"/>
                  </a:lnTo>
                  <a:lnTo>
                    <a:pt x="9363" y="418688"/>
                  </a:lnTo>
                  <a:lnTo>
                    <a:pt x="9126" y="418327"/>
                  </a:lnTo>
                  <a:lnTo>
                    <a:pt x="8843" y="418238"/>
                  </a:lnTo>
                  <a:lnTo>
                    <a:pt x="7691" y="418299"/>
                  </a:lnTo>
                  <a:lnTo>
                    <a:pt x="6451" y="418121"/>
                  </a:lnTo>
                  <a:lnTo>
                    <a:pt x="6079" y="418046"/>
                  </a:lnTo>
                  <a:lnTo>
                    <a:pt x="5876" y="418098"/>
                  </a:lnTo>
                  <a:lnTo>
                    <a:pt x="5673" y="417983"/>
                  </a:lnTo>
                  <a:lnTo>
                    <a:pt x="5459" y="417921"/>
                  </a:lnTo>
                  <a:lnTo>
                    <a:pt x="4930" y="417821"/>
                  </a:lnTo>
                  <a:lnTo>
                    <a:pt x="3947" y="416939"/>
                  </a:lnTo>
                  <a:lnTo>
                    <a:pt x="3759" y="416529"/>
                  </a:lnTo>
                  <a:lnTo>
                    <a:pt x="3729" y="415475"/>
                  </a:lnTo>
                  <a:lnTo>
                    <a:pt x="3737" y="415289"/>
                  </a:lnTo>
                  <a:lnTo>
                    <a:pt x="4165" y="413900"/>
                  </a:lnTo>
                  <a:lnTo>
                    <a:pt x="4471" y="413282"/>
                  </a:lnTo>
                  <a:lnTo>
                    <a:pt x="4849" y="413005"/>
                  </a:lnTo>
                  <a:lnTo>
                    <a:pt x="4738" y="412381"/>
                  </a:lnTo>
                  <a:lnTo>
                    <a:pt x="4371" y="412125"/>
                  </a:lnTo>
                  <a:lnTo>
                    <a:pt x="4137" y="411812"/>
                  </a:lnTo>
                  <a:lnTo>
                    <a:pt x="3587" y="411667"/>
                  </a:lnTo>
                  <a:lnTo>
                    <a:pt x="3434" y="411497"/>
                  </a:lnTo>
                  <a:lnTo>
                    <a:pt x="3325" y="411135"/>
                  </a:lnTo>
                  <a:lnTo>
                    <a:pt x="3162" y="410841"/>
                  </a:lnTo>
                  <a:lnTo>
                    <a:pt x="2939" y="410549"/>
                  </a:lnTo>
                  <a:lnTo>
                    <a:pt x="3418" y="408251"/>
                  </a:lnTo>
                  <a:lnTo>
                    <a:pt x="3705" y="408005"/>
                  </a:lnTo>
                  <a:lnTo>
                    <a:pt x="4232" y="407898"/>
                  </a:lnTo>
                  <a:lnTo>
                    <a:pt x="4449" y="407997"/>
                  </a:lnTo>
                  <a:lnTo>
                    <a:pt x="4604" y="407996"/>
                  </a:lnTo>
                  <a:lnTo>
                    <a:pt x="4839" y="407915"/>
                  </a:lnTo>
                  <a:lnTo>
                    <a:pt x="5045" y="407235"/>
                  </a:lnTo>
                  <a:lnTo>
                    <a:pt x="5080" y="407000"/>
                  </a:lnTo>
                  <a:lnTo>
                    <a:pt x="5245" y="406453"/>
                  </a:lnTo>
                  <a:lnTo>
                    <a:pt x="5512" y="406293"/>
                  </a:lnTo>
                  <a:lnTo>
                    <a:pt x="5965" y="405752"/>
                  </a:lnTo>
                  <a:lnTo>
                    <a:pt x="5619" y="405552"/>
                  </a:lnTo>
                  <a:lnTo>
                    <a:pt x="5154" y="405185"/>
                  </a:lnTo>
                  <a:lnTo>
                    <a:pt x="4800" y="405022"/>
                  </a:lnTo>
                  <a:lnTo>
                    <a:pt x="4618" y="404818"/>
                  </a:lnTo>
                  <a:lnTo>
                    <a:pt x="4427" y="404388"/>
                  </a:lnTo>
                  <a:lnTo>
                    <a:pt x="4372" y="404027"/>
                  </a:lnTo>
                  <a:lnTo>
                    <a:pt x="4448" y="403816"/>
                  </a:lnTo>
                  <a:lnTo>
                    <a:pt x="4355" y="403402"/>
                  </a:lnTo>
                  <a:lnTo>
                    <a:pt x="4058" y="403028"/>
                  </a:lnTo>
                  <a:lnTo>
                    <a:pt x="4648" y="402657"/>
                  </a:lnTo>
                  <a:lnTo>
                    <a:pt x="4698" y="402284"/>
                  </a:lnTo>
                  <a:lnTo>
                    <a:pt x="4672" y="401680"/>
                  </a:lnTo>
                  <a:lnTo>
                    <a:pt x="4539" y="401204"/>
                  </a:lnTo>
                  <a:lnTo>
                    <a:pt x="4430" y="400909"/>
                  </a:lnTo>
                  <a:lnTo>
                    <a:pt x="4574" y="400747"/>
                  </a:lnTo>
                  <a:lnTo>
                    <a:pt x="5022" y="400258"/>
                  </a:lnTo>
                  <a:lnTo>
                    <a:pt x="5719" y="399850"/>
                  </a:lnTo>
                  <a:lnTo>
                    <a:pt x="6337" y="399522"/>
                  </a:lnTo>
                  <a:lnTo>
                    <a:pt x="7055" y="398820"/>
                  </a:lnTo>
                  <a:lnTo>
                    <a:pt x="7154" y="398436"/>
                  </a:lnTo>
                  <a:lnTo>
                    <a:pt x="6661" y="397995"/>
                  </a:lnTo>
                  <a:lnTo>
                    <a:pt x="6598" y="397753"/>
                  </a:lnTo>
                  <a:lnTo>
                    <a:pt x="6623" y="397562"/>
                  </a:lnTo>
                  <a:lnTo>
                    <a:pt x="6762" y="396970"/>
                  </a:lnTo>
                  <a:lnTo>
                    <a:pt x="6991" y="396633"/>
                  </a:lnTo>
                  <a:lnTo>
                    <a:pt x="7579" y="395801"/>
                  </a:lnTo>
                  <a:lnTo>
                    <a:pt x="8223" y="395585"/>
                  </a:lnTo>
                  <a:lnTo>
                    <a:pt x="9456" y="395801"/>
                  </a:lnTo>
                  <a:lnTo>
                    <a:pt x="10066" y="396032"/>
                  </a:lnTo>
                  <a:lnTo>
                    <a:pt x="10738" y="395916"/>
                  </a:lnTo>
                  <a:lnTo>
                    <a:pt x="11339" y="395731"/>
                  </a:lnTo>
                  <a:lnTo>
                    <a:pt x="11691" y="395472"/>
                  </a:lnTo>
                  <a:lnTo>
                    <a:pt x="12212" y="394886"/>
                  </a:lnTo>
                  <a:lnTo>
                    <a:pt x="12230" y="394694"/>
                  </a:lnTo>
                  <a:lnTo>
                    <a:pt x="12047" y="394356"/>
                  </a:lnTo>
                  <a:lnTo>
                    <a:pt x="11912" y="394090"/>
                  </a:lnTo>
                  <a:lnTo>
                    <a:pt x="11857" y="393376"/>
                  </a:lnTo>
                  <a:lnTo>
                    <a:pt x="11817" y="392553"/>
                  </a:lnTo>
                  <a:lnTo>
                    <a:pt x="11913" y="392420"/>
                  </a:lnTo>
                  <a:lnTo>
                    <a:pt x="12365" y="392280"/>
                  </a:lnTo>
                  <a:lnTo>
                    <a:pt x="12666" y="392502"/>
                  </a:lnTo>
                  <a:lnTo>
                    <a:pt x="12851" y="392655"/>
                  </a:lnTo>
                  <a:lnTo>
                    <a:pt x="13357" y="393004"/>
                  </a:lnTo>
                  <a:lnTo>
                    <a:pt x="13848" y="393214"/>
                  </a:lnTo>
                  <a:lnTo>
                    <a:pt x="14463" y="392912"/>
                  </a:lnTo>
                  <a:lnTo>
                    <a:pt x="14814" y="392521"/>
                  </a:lnTo>
                  <a:lnTo>
                    <a:pt x="14838" y="392150"/>
                  </a:lnTo>
                  <a:lnTo>
                    <a:pt x="14807" y="391649"/>
                  </a:lnTo>
                  <a:lnTo>
                    <a:pt x="15671" y="390243"/>
                  </a:lnTo>
                  <a:lnTo>
                    <a:pt x="16093" y="389733"/>
                  </a:lnTo>
                  <a:lnTo>
                    <a:pt x="16356" y="389859"/>
                  </a:lnTo>
                  <a:lnTo>
                    <a:pt x="16819" y="390002"/>
                  </a:lnTo>
                  <a:lnTo>
                    <a:pt x="17135" y="390014"/>
                  </a:lnTo>
                  <a:lnTo>
                    <a:pt x="17489" y="390019"/>
                  </a:lnTo>
                  <a:lnTo>
                    <a:pt x="17465" y="389640"/>
                  </a:lnTo>
                  <a:lnTo>
                    <a:pt x="17565" y="389444"/>
                  </a:lnTo>
                  <a:lnTo>
                    <a:pt x="17502" y="388648"/>
                  </a:lnTo>
                  <a:lnTo>
                    <a:pt x="17379" y="388200"/>
                  </a:lnTo>
                  <a:lnTo>
                    <a:pt x="17725" y="387606"/>
                  </a:lnTo>
                  <a:lnTo>
                    <a:pt x="18074" y="387380"/>
                  </a:lnTo>
                  <a:lnTo>
                    <a:pt x="18649" y="387141"/>
                  </a:lnTo>
                  <a:lnTo>
                    <a:pt x="18692" y="386782"/>
                  </a:lnTo>
                  <a:lnTo>
                    <a:pt x="18355" y="385955"/>
                  </a:lnTo>
                  <a:lnTo>
                    <a:pt x="18202" y="385708"/>
                  </a:lnTo>
                  <a:lnTo>
                    <a:pt x="17547" y="385605"/>
                  </a:lnTo>
                  <a:lnTo>
                    <a:pt x="17148" y="385463"/>
                  </a:lnTo>
                  <a:lnTo>
                    <a:pt x="16922" y="385380"/>
                  </a:lnTo>
                  <a:lnTo>
                    <a:pt x="16692" y="385244"/>
                  </a:lnTo>
                  <a:lnTo>
                    <a:pt x="16282" y="384993"/>
                  </a:lnTo>
                  <a:lnTo>
                    <a:pt x="16073" y="384669"/>
                  </a:lnTo>
                  <a:lnTo>
                    <a:pt x="15878" y="384233"/>
                  </a:lnTo>
                  <a:lnTo>
                    <a:pt x="15666" y="383978"/>
                  </a:lnTo>
                  <a:lnTo>
                    <a:pt x="15366" y="383717"/>
                  </a:lnTo>
                  <a:lnTo>
                    <a:pt x="15068" y="383367"/>
                  </a:lnTo>
                  <a:lnTo>
                    <a:pt x="14730" y="382813"/>
                  </a:lnTo>
                  <a:lnTo>
                    <a:pt x="14936" y="382040"/>
                  </a:lnTo>
                  <a:lnTo>
                    <a:pt x="14802" y="380836"/>
                  </a:lnTo>
                  <a:lnTo>
                    <a:pt x="14556" y="380214"/>
                  </a:lnTo>
                  <a:lnTo>
                    <a:pt x="14454" y="379179"/>
                  </a:lnTo>
                  <a:lnTo>
                    <a:pt x="14445" y="379047"/>
                  </a:lnTo>
                  <a:lnTo>
                    <a:pt x="14530" y="378250"/>
                  </a:lnTo>
                  <a:lnTo>
                    <a:pt x="14975" y="377463"/>
                  </a:lnTo>
                  <a:lnTo>
                    <a:pt x="15217" y="377362"/>
                  </a:lnTo>
                  <a:lnTo>
                    <a:pt x="15356" y="377340"/>
                  </a:lnTo>
                  <a:lnTo>
                    <a:pt x="15471" y="377479"/>
                  </a:lnTo>
                  <a:lnTo>
                    <a:pt x="15809" y="377521"/>
                  </a:lnTo>
                  <a:lnTo>
                    <a:pt x="16632" y="377408"/>
                  </a:lnTo>
                  <a:lnTo>
                    <a:pt x="16814" y="377032"/>
                  </a:lnTo>
                  <a:lnTo>
                    <a:pt x="16869" y="376771"/>
                  </a:lnTo>
                  <a:lnTo>
                    <a:pt x="16994" y="376340"/>
                  </a:lnTo>
                  <a:lnTo>
                    <a:pt x="17150" y="376240"/>
                  </a:lnTo>
                  <a:lnTo>
                    <a:pt x="18004" y="375867"/>
                  </a:lnTo>
                  <a:lnTo>
                    <a:pt x="18608" y="375577"/>
                  </a:lnTo>
                  <a:lnTo>
                    <a:pt x="19324" y="374743"/>
                  </a:lnTo>
                  <a:lnTo>
                    <a:pt x="19768" y="374089"/>
                  </a:lnTo>
                  <a:lnTo>
                    <a:pt x="20205" y="373411"/>
                  </a:lnTo>
                  <a:lnTo>
                    <a:pt x="20915" y="373418"/>
                  </a:lnTo>
                  <a:lnTo>
                    <a:pt x="21315" y="373551"/>
                  </a:lnTo>
                  <a:lnTo>
                    <a:pt x="21627" y="373650"/>
                  </a:lnTo>
                  <a:lnTo>
                    <a:pt x="21851" y="373670"/>
                  </a:lnTo>
                  <a:lnTo>
                    <a:pt x="22240" y="373235"/>
                  </a:lnTo>
                  <a:lnTo>
                    <a:pt x="22265" y="373101"/>
                  </a:lnTo>
                  <a:lnTo>
                    <a:pt x="22331" y="372881"/>
                  </a:lnTo>
                  <a:lnTo>
                    <a:pt x="22593" y="372534"/>
                  </a:lnTo>
                  <a:lnTo>
                    <a:pt x="22998" y="372067"/>
                  </a:lnTo>
                  <a:lnTo>
                    <a:pt x="23793" y="371642"/>
                  </a:lnTo>
                  <a:lnTo>
                    <a:pt x="24093" y="371715"/>
                  </a:lnTo>
                  <a:lnTo>
                    <a:pt x="24393" y="372093"/>
                  </a:lnTo>
                  <a:lnTo>
                    <a:pt x="24527" y="372143"/>
                  </a:lnTo>
                  <a:lnTo>
                    <a:pt x="24925" y="372116"/>
                  </a:lnTo>
                  <a:lnTo>
                    <a:pt x="25462" y="371090"/>
                  </a:lnTo>
                  <a:lnTo>
                    <a:pt x="25899" y="370559"/>
                  </a:lnTo>
                  <a:lnTo>
                    <a:pt x="26099" y="370445"/>
                  </a:lnTo>
                  <a:lnTo>
                    <a:pt x="26334" y="370361"/>
                  </a:lnTo>
                  <a:lnTo>
                    <a:pt x="26907" y="370231"/>
                  </a:lnTo>
                  <a:lnTo>
                    <a:pt x="27194" y="370253"/>
                  </a:lnTo>
                  <a:lnTo>
                    <a:pt x="27709" y="369935"/>
                  </a:lnTo>
                  <a:lnTo>
                    <a:pt x="27910" y="370383"/>
                  </a:lnTo>
                  <a:lnTo>
                    <a:pt x="28008" y="370608"/>
                  </a:lnTo>
                  <a:lnTo>
                    <a:pt x="28498" y="371186"/>
                  </a:lnTo>
                  <a:lnTo>
                    <a:pt x="28673" y="371480"/>
                  </a:lnTo>
                  <a:lnTo>
                    <a:pt x="28650" y="372037"/>
                  </a:lnTo>
                  <a:lnTo>
                    <a:pt x="28813" y="372091"/>
                  </a:lnTo>
                  <a:lnTo>
                    <a:pt x="29278" y="372013"/>
                  </a:lnTo>
                  <a:lnTo>
                    <a:pt x="29679" y="372141"/>
                  </a:lnTo>
                  <a:lnTo>
                    <a:pt x="29827" y="372235"/>
                  </a:lnTo>
                  <a:lnTo>
                    <a:pt x="30018" y="372358"/>
                  </a:lnTo>
                  <a:lnTo>
                    <a:pt x="30219" y="372583"/>
                  </a:lnTo>
                  <a:lnTo>
                    <a:pt x="30709" y="373032"/>
                  </a:lnTo>
                  <a:lnTo>
                    <a:pt x="30759" y="373183"/>
                  </a:lnTo>
                  <a:lnTo>
                    <a:pt x="30775" y="373386"/>
                  </a:lnTo>
                  <a:lnTo>
                    <a:pt x="30783" y="373620"/>
                  </a:lnTo>
                  <a:lnTo>
                    <a:pt x="30815" y="373951"/>
                  </a:lnTo>
                  <a:lnTo>
                    <a:pt x="31316" y="374398"/>
                  </a:lnTo>
                  <a:lnTo>
                    <a:pt x="31487" y="374390"/>
                  </a:lnTo>
                  <a:lnTo>
                    <a:pt x="31695" y="374387"/>
                  </a:lnTo>
                  <a:lnTo>
                    <a:pt x="31857" y="374402"/>
                  </a:lnTo>
                  <a:lnTo>
                    <a:pt x="32275" y="374443"/>
                  </a:lnTo>
                  <a:lnTo>
                    <a:pt x="32676" y="374484"/>
                  </a:lnTo>
                  <a:lnTo>
                    <a:pt x="33099" y="374147"/>
                  </a:lnTo>
                  <a:lnTo>
                    <a:pt x="33268" y="373924"/>
                  </a:lnTo>
                  <a:lnTo>
                    <a:pt x="33471" y="373660"/>
                  </a:lnTo>
                  <a:lnTo>
                    <a:pt x="33641" y="373604"/>
                  </a:lnTo>
                  <a:lnTo>
                    <a:pt x="33868" y="373737"/>
                  </a:lnTo>
                  <a:lnTo>
                    <a:pt x="34046" y="373945"/>
                  </a:lnTo>
                  <a:lnTo>
                    <a:pt x="34394" y="374231"/>
                  </a:lnTo>
                  <a:lnTo>
                    <a:pt x="34862" y="374344"/>
                  </a:lnTo>
                  <a:lnTo>
                    <a:pt x="35060" y="374373"/>
                  </a:lnTo>
                  <a:lnTo>
                    <a:pt x="35700" y="373910"/>
                  </a:lnTo>
                  <a:lnTo>
                    <a:pt x="35758" y="373599"/>
                  </a:lnTo>
                  <a:lnTo>
                    <a:pt x="35886" y="373549"/>
                  </a:lnTo>
                  <a:lnTo>
                    <a:pt x="36323" y="373501"/>
                  </a:lnTo>
                  <a:lnTo>
                    <a:pt x="36493" y="373529"/>
                  </a:lnTo>
                  <a:lnTo>
                    <a:pt x="37027" y="373474"/>
                  </a:lnTo>
                  <a:lnTo>
                    <a:pt x="37173" y="373376"/>
                  </a:lnTo>
                  <a:lnTo>
                    <a:pt x="37453" y="373119"/>
                  </a:lnTo>
                  <a:lnTo>
                    <a:pt x="37608" y="373088"/>
                  </a:lnTo>
                  <a:lnTo>
                    <a:pt x="37800" y="373073"/>
                  </a:lnTo>
                  <a:lnTo>
                    <a:pt x="38231" y="373199"/>
                  </a:lnTo>
                  <a:lnTo>
                    <a:pt x="38369" y="373145"/>
                  </a:lnTo>
                  <a:lnTo>
                    <a:pt x="38590" y="373092"/>
                  </a:lnTo>
                  <a:lnTo>
                    <a:pt x="39459" y="372884"/>
                  </a:lnTo>
                  <a:lnTo>
                    <a:pt x="39740" y="372802"/>
                  </a:lnTo>
                  <a:lnTo>
                    <a:pt x="40078" y="372903"/>
                  </a:lnTo>
                  <a:lnTo>
                    <a:pt x="40340" y="373061"/>
                  </a:lnTo>
                  <a:lnTo>
                    <a:pt x="40629" y="373204"/>
                  </a:lnTo>
                  <a:lnTo>
                    <a:pt x="40797" y="373152"/>
                  </a:lnTo>
                  <a:lnTo>
                    <a:pt x="41039" y="373020"/>
                  </a:lnTo>
                  <a:lnTo>
                    <a:pt x="41702" y="373061"/>
                  </a:lnTo>
                  <a:lnTo>
                    <a:pt x="42160" y="372800"/>
                  </a:lnTo>
                  <a:lnTo>
                    <a:pt x="42536" y="372228"/>
                  </a:lnTo>
                  <a:lnTo>
                    <a:pt x="42663" y="371724"/>
                  </a:lnTo>
                  <a:lnTo>
                    <a:pt x="43013" y="371271"/>
                  </a:lnTo>
                  <a:lnTo>
                    <a:pt x="43042" y="371111"/>
                  </a:lnTo>
                  <a:lnTo>
                    <a:pt x="43002" y="370907"/>
                  </a:lnTo>
                  <a:lnTo>
                    <a:pt x="43010" y="370485"/>
                  </a:lnTo>
                  <a:lnTo>
                    <a:pt x="42559" y="369751"/>
                  </a:lnTo>
                  <a:lnTo>
                    <a:pt x="42584" y="369457"/>
                  </a:lnTo>
                  <a:lnTo>
                    <a:pt x="43170" y="369139"/>
                  </a:lnTo>
                  <a:lnTo>
                    <a:pt x="43326" y="368863"/>
                  </a:lnTo>
                  <a:lnTo>
                    <a:pt x="43304" y="368631"/>
                  </a:lnTo>
                  <a:lnTo>
                    <a:pt x="43472" y="368071"/>
                  </a:lnTo>
                  <a:lnTo>
                    <a:pt x="43699" y="367716"/>
                  </a:lnTo>
                  <a:lnTo>
                    <a:pt x="44230" y="367615"/>
                  </a:lnTo>
                  <a:lnTo>
                    <a:pt x="44863" y="367477"/>
                  </a:lnTo>
                  <a:lnTo>
                    <a:pt x="45108" y="367516"/>
                  </a:lnTo>
                  <a:lnTo>
                    <a:pt x="45502" y="367816"/>
                  </a:lnTo>
                  <a:lnTo>
                    <a:pt x="46055" y="367649"/>
                  </a:lnTo>
                  <a:lnTo>
                    <a:pt x="46286" y="367664"/>
                  </a:lnTo>
                  <a:lnTo>
                    <a:pt x="46550" y="367579"/>
                  </a:lnTo>
                  <a:lnTo>
                    <a:pt x="46546" y="367098"/>
                  </a:lnTo>
                  <a:lnTo>
                    <a:pt x="46737" y="366755"/>
                  </a:lnTo>
                  <a:lnTo>
                    <a:pt x="46961" y="366717"/>
                  </a:lnTo>
                  <a:lnTo>
                    <a:pt x="47545" y="366969"/>
                  </a:lnTo>
                  <a:lnTo>
                    <a:pt x="47804" y="366620"/>
                  </a:lnTo>
                  <a:lnTo>
                    <a:pt x="47882" y="366378"/>
                  </a:lnTo>
                  <a:lnTo>
                    <a:pt x="47872" y="366099"/>
                  </a:lnTo>
                  <a:lnTo>
                    <a:pt x="47981" y="365714"/>
                  </a:lnTo>
                  <a:lnTo>
                    <a:pt x="47941" y="365245"/>
                  </a:lnTo>
                  <a:lnTo>
                    <a:pt x="47652" y="364974"/>
                  </a:lnTo>
                  <a:lnTo>
                    <a:pt x="47297" y="364890"/>
                  </a:lnTo>
                  <a:lnTo>
                    <a:pt x="46953" y="364769"/>
                  </a:lnTo>
                  <a:lnTo>
                    <a:pt x="46338" y="364763"/>
                  </a:lnTo>
                  <a:lnTo>
                    <a:pt x="46146" y="364731"/>
                  </a:lnTo>
                  <a:lnTo>
                    <a:pt x="45591" y="364424"/>
                  </a:lnTo>
                  <a:lnTo>
                    <a:pt x="45751" y="363694"/>
                  </a:lnTo>
                  <a:lnTo>
                    <a:pt x="46155" y="363196"/>
                  </a:lnTo>
                  <a:lnTo>
                    <a:pt x="46155" y="362911"/>
                  </a:lnTo>
                  <a:lnTo>
                    <a:pt x="46008" y="362827"/>
                  </a:lnTo>
                  <a:lnTo>
                    <a:pt x="45700" y="362367"/>
                  </a:lnTo>
                  <a:lnTo>
                    <a:pt x="45673" y="362153"/>
                  </a:lnTo>
                  <a:lnTo>
                    <a:pt x="45683" y="361905"/>
                  </a:lnTo>
                  <a:lnTo>
                    <a:pt x="45692" y="361712"/>
                  </a:lnTo>
                  <a:lnTo>
                    <a:pt x="45765" y="361572"/>
                  </a:lnTo>
                  <a:lnTo>
                    <a:pt x="46018" y="361202"/>
                  </a:lnTo>
                  <a:lnTo>
                    <a:pt x="45980" y="360810"/>
                  </a:lnTo>
                  <a:lnTo>
                    <a:pt x="46001" y="360492"/>
                  </a:lnTo>
                  <a:lnTo>
                    <a:pt x="46138" y="360033"/>
                  </a:lnTo>
                  <a:lnTo>
                    <a:pt x="46359" y="359914"/>
                  </a:lnTo>
                  <a:lnTo>
                    <a:pt x="46790" y="359468"/>
                  </a:lnTo>
                  <a:lnTo>
                    <a:pt x="47288" y="359457"/>
                  </a:lnTo>
                  <a:lnTo>
                    <a:pt x="47602" y="359155"/>
                  </a:lnTo>
                  <a:lnTo>
                    <a:pt x="47759" y="358830"/>
                  </a:lnTo>
                  <a:lnTo>
                    <a:pt x="47994" y="358637"/>
                  </a:lnTo>
                  <a:lnTo>
                    <a:pt x="48199" y="358479"/>
                  </a:lnTo>
                  <a:lnTo>
                    <a:pt x="48130" y="358141"/>
                  </a:lnTo>
                  <a:lnTo>
                    <a:pt x="47775" y="357697"/>
                  </a:lnTo>
                  <a:lnTo>
                    <a:pt x="47948" y="357421"/>
                  </a:lnTo>
                  <a:lnTo>
                    <a:pt x="47938" y="357272"/>
                  </a:lnTo>
                  <a:lnTo>
                    <a:pt x="47886" y="357095"/>
                  </a:lnTo>
                  <a:lnTo>
                    <a:pt x="47909" y="356665"/>
                  </a:lnTo>
                  <a:lnTo>
                    <a:pt x="47935" y="356353"/>
                  </a:lnTo>
                  <a:lnTo>
                    <a:pt x="47919" y="356159"/>
                  </a:lnTo>
                  <a:lnTo>
                    <a:pt x="48020" y="355580"/>
                  </a:lnTo>
                  <a:lnTo>
                    <a:pt x="48009" y="355324"/>
                  </a:lnTo>
                  <a:lnTo>
                    <a:pt x="48026" y="355118"/>
                  </a:lnTo>
                  <a:lnTo>
                    <a:pt x="48312" y="354898"/>
                  </a:lnTo>
                  <a:lnTo>
                    <a:pt x="48334" y="354533"/>
                  </a:lnTo>
                  <a:lnTo>
                    <a:pt x="48694" y="354058"/>
                  </a:lnTo>
                  <a:lnTo>
                    <a:pt x="48937" y="353973"/>
                  </a:lnTo>
                  <a:lnTo>
                    <a:pt x="49094" y="353848"/>
                  </a:lnTo>
                  <a:lnTo>
                    <a:pt x="49123" y="353466"/>
                  </a:lnTo>
                  <a:lnTo>
                    <a:pt x="49193" y="353155"/>
                  </a:lnTo>
                  <a:lnTo>
                    <a:pt x="49259" y="352967"/>
                  </a:lnTo>
                  <a:lnTo>
                    <a:pt x="49310" y="352811"/>
                  </a:lnTo>
                  <a:lnTo>
                    <a:pt x="49415" y="352260"/>
                  </a:lnTo>
                  <a:lnTo>
                    <a:pt x="49394" y="351400"/>
                  </a:lnTo>
                  <a:lnTo>
                    <a:pt x="49540" y="351394"/>
                  </a:lnTo>
                  <a:lnTo>
                    <a:pt x="49911" y="351330"/>
                  </a:lnTo>
                  <a:lnTo>
                    <a:pt x="50082" y="351175"/>
                  </a:lnTo>
                  <a:lnTo>
                    <a:pt x="50745" y="350929"/>
                  </a:lnTo>
                  <a:lnTo>
                    <a:pt x="50917" y="350550"/>
                  </a:lnTo>
                  <a:lnTo>
                    <a:pt x="51009" y="350035"/>
                  </a:lnTo>
                  <a:lnTo>
                    <a:pt x="50976" y="349889"/>
                  </a:lnTo>
                  <a:lnTo>
                    <a:pt x="51121" y="349355"/>
                  </a:lnTo>
                  <a:lnTo>
                    <a:pt x="51931" y="348468"/>
                  </a:lnTo>
                  <a:lnTo>
                    <a:pt x="52205" y="346926"/>
                  </a:lnTo>
                  <a:lnTo>
                    <a:pt x="52312" y="346554"/>
                  </a:lnTo>
                  <a:lnTo>
                    <a:pt x="52383" y="346411"/>
                  </a:lnTo>
                  <a:lnTo>
                    <a:pt x="52469" y="346199"/>
                  </a:lnTo>
                  <a:lnTo>
                    <a:pt x="52351" y="345947"/>
                  </a:lnTo>
                  <a:lnTo>
                    <a:pt x="51983" y="345767"/>
                  </a:lnTo>
                  <a:lnTo>
                    <a:pt x="51267" y="346110"/>
                  </a:lnTo>
                  <a:lnTo>
                    <a:pt x="50798" y="346480"/>
                  </a:lnTo>
                  <a:lnTo>
                    <a:pt x="50395" y="346682"/>
                  </a:lnTo>
                  <a:lnTo>
                    <a:pt x="49926" y="346698"/>
                  </a:lnTo>
                  <a:lnTo>
                    <a:pt x="49741" y="346216"/>
                  </a:lnTo>
                  <a:lnTo>
                    <a:pt x="49556" y="345731"/>
                  </a:lnTo>
                  <a:lnTo>
                    <a:pt x="49482" y="345210"/>
                  </a:lnTo>
                  <a:lnTo>
                    <a:pt x="49432" y="344953"/>
                  </a:lnTo>
                  <a:lnTo>
                    <a:pt x="48680" y="344677"/>
                  </a:lnTo>
                  <a:lnTo>
                    <a:pt x="48395" y="344479"/>
                  </a:lnTo>
                  <a:lnTo>
                    <a:pt x="48088" y="344340"/>
                  </a:lnTo>
                  <a:lnTo>
                    <a:pt x="47308" y="344151"/>
                  </a:lnTo>
                  <a:lnTo>
                    <a:pt x="47005" y="344268"/>
                  </a:lnTo>
                  <a:lnTo>
                    <a:pt x="46745" y="344425"/>
                  </a:lnTo>
                  <a:lnTo>
                    <a:pt x="46428" y="344449"/>
                  </a:lnTo>
                  <a:lnTo>
                    <a:pt x="46098" y="344409"/>
                  </a:lnTo>
                  <a:lnTo>
                    <a:pt x="45777" y="344084"/>
                  </a:lnTo>
                  <a:lnTo>
                    <a:pt x="45675" y="343827"/>
                  </a:lnTo>
                  <a:lnTo>
                    <a:pt x="45712" y="343614"/>
                  </a:lnTo>
                  <a:lnTo>
                    <a:pt x="45280" y="343094"/>
                  </a:lnTo>
                  <a:lnTo>
                    <a:pt x="45098" y="342650"/>
                  </a:lnTo>
                  <a:lnTo>
                    <a:pt x="44638" y="342383"/>
                  </a:lnTo>
                  <a:lnTo>
                    <a:pt x="44562" y="342152"/>
                  </a:lnTo>
                  <a:lnTo>
                    <a:pt x="44567" y="341156"/>
                  </a:lnTo>
                  <a:lnTo>
                    <a:pt x="44629" y="340971"/>
                  </a:lnTo>
                  <a:lnTo>
                    <a:pt x="44732" y="340290"/>
                  </a:lnTo>
                  <a:lnTo>
                    <a:pt x="44576" y="339834"/>
                  </a:lnTo>
                  <a:lnTo>
                    <a:pt x="44624" y="339695"/>
                  </a:lnTo>
                  <a:lnTo>
                    <a:pt x="44689" y="339547"/>
                  </a:lnTo>
                  <a:lnTo>
                    <a:pt x="44674" y="339294"/>
                  </a:lnTo>
                  <a:lnTo>
                    <a:pt x="44694" y="338973"/>
                  </a:lnTo>
                  <a:lnTo>
                    <a:pt x="44756" y="338829"/>
                  </a:lnTo>
                  <a:lnTo>
                    <a:pt x="44812" y="338669"/>
                  </a:lnTo>
                  <a:lnTo>
                    <a:pt x="44899" y="338100"/>
                  </a:lnTo>
                  <a:lnTo>
                    <a:pt x="44724" y="337552"/>
                  </a:lnTo>
                  <a:lnTo>
                    <a:pt x="44778" y="337362"/>
                  </a:lnTo>
                  <a:lnTo>
                    <a:pt x="44824" y="336943"/>
                  </a:lnTo>
                  <a:lnTo>
                    <a:pt x="44973" y="336823"/>
                  </a:lnTo>
                  <a:lnTo>
                    <a:pt x="45132" y="336776"/>
                  </a:lnTo>
                  <a:lnTo>
                    <a:pt x="45108" y="336545"/>
                  </a:lnTo>
                  <a:lnTo>
                    <a:pt x="44992" y="336308"/>
                  </a:lnTo>
                  <a:lnTo>
                    <a:pt x="44866" y="335945"/>
                  </a:lnTo>
                  <a:lnTo>
                    <a:pt x="45234" y="335549"/>
                  </a:lnTo>
                  <a:lnTo>
                    <a:pt x="45255" y="335318"/>
                  </a:lnTo>
                  <a:lnTo>
                    <a:pt x="44866" y="335028"/>
                  </a:lnTo>
                  <a:lnTo>
                    <a:pt x="44818" y="334781"/>
                  </a:lnTo>
                  <a:lnTo>
                    <a:pt x="44872" y="334566"/>
                  </a:lnTo>
                  <a:lnTo>
                    <a:pt x="44540" y="334391"/>
                  </a:lnTo>
                  <a:lnTo>
                    <a:pt x="44362" y="334005"/>
                  </a:lnTo>
                  <a:lnTo>
                    <a:pt x="44330" y="333672"/>
                  </a:lnTo>
                  <a:lnTo>
                    <a:pt x="44632" y="332623"/>
                  </a:lnTo>
                  <a:lnTo>
                    <a:pt x="44804" y="332271"/>
                  </a:lnTo>
                  <a:lnTo>
                    <a:pt x="44411" y="331869"/>
                  </a:lnTo>
                  <a:lnTo>
                    <a:pt x="44341" y="331648"/>
                  </a:lnTo>
                  <a:lnTo>
                    <a:pt x="44387" y="331372"/>
                  </a:lnTo>
                  <a:lnTo>
                    <a:pt x="44426" y="331011"/>
                  </a:lnTo>
                  <a:lnTo>
                    <a:pt x="44340" y="330744"/>
                  </a:lnTo>
                  <a:lnTo>
                    <a:pt x="44284" y="330613"/>
                  </a:lnTo>
                  <a:lnTo>
                    <a:pt x="43606" y="330334"/>
                  </a:lnTo>
                  <a:lnTo>
                    <a:pt x="42986" y="330509"/>
                  </a:lnTo>
                  <a:lnTo>
                    <a:pt x="42480" y="330582"/>
                  </a:lnTo>
                  <a:lnTo>
                    <a:pt x="42257" y="330646"/>
                  </a:lnTo>
                  <a:lnTo>
                    <a:pt x="42040" y="330721"/>
                  </a:lnTo>
                  <a:lnTo>
                    <a:pt x="41525" y="330697"/>
                  </a:lnTo>
                  <a:lnTo>
                    <a:pt x="40466" y="330851"/>
                  </a:lnTo>
                  <a:lnTo>
                    <a:pt x="39445" y="330797"/>
                  </a:lnTo>
                  <a:lnTo>
                    <a:pt x="39010" y="330877"/>
                  </a:lnTo>
                  <a:lnTo>
                    <a:pt x="38839" y="330077"/>
                  </a:lnTo>
                  <a:lnTo>
                    <a:pt x="38416" y="330256"/>
                  </a:lnTo>
                  <a:lnTo>
                    <a:pt x="37534" y="330510"/>
                  </a:lnTo>
                  <a:lnTo>
                    <a:pt x="36737" y="330723"/>
                  </a:lnTo>
                  <a:lnTo>
                    <a:pt x="36116" y="331243"/>
                  </a:lnTo>
                  <a:lnTo>
                    <a:pt x="36015" y="331030"/>
                  </a:lnTo>
                  <a:lnTo>
                    <a:pt x="35883" y="330681"/>
                  </a:lnTo>
                  <a:lnTo>
                    <a:pt x="35719" y="330723"/>
                  </a:lnTo>
                  <a:lnTo>
                    <a:pt x="35469" y="330537"/>
                  </a:lnTo>
                  <a:lnTo>
                    <a:pt x="34974" y="329972"/>
                  </a:lnTo>
                  <a:lnTo>
                    <a:pt x="35243" y="329457"/>
                  </a:lnTo>
                  <a:lnTo>
                    <a:pt x="35574" y="329251"/>
                  </a:lnTo>
                  <a:lnTo>
                    <a:pt x="35867" y="329097"/>
                  </a:lnTo>
                  <a:lnTo>
                    <a:pt x="36029" y="329025"/>
                  </a:lnTo>
                  <a:lnTo>
                    <a:pt x="36372" y="328719"/>
                  </a:lnTo>
                  <a:lnTo>
                    <a:pt x="36246" y="328284"/>
                  </a:lnTo>
                  <a:lnTo>
                    <a:pt x="35545" y="327834"/>
                  </a:lnTo>
                  <a:lnTo>
                    <a:pt x="35446" y="327836"/>
                  </a:lnTo>
                  <a:lnTo>
                    <a:pt x="35256" y="328101"/>
                  </a:lnTo>
                  <a:lnTo>
                    <a:pt x="34350" y="328502"/>
                  </a:lnTo>
                  <a:lnTo>
                    <a:pt x="34066" y="328695"/>
                  </a:lnTo>
                  <a:lnTo>
                    <a:pt x="33807" y="328736"/>
                  </a:lnTo>
                  <a:lnTo>
                    <a:pt x="33416" y="328615"/>
                  </a:lnTo>
                  <a:lnTo>
                    <a:pt x="32875" y="328857"/>
                  </a:lnTo>
                  <a:lnTo>
                    <a:pt x="31984" y="328512"/>
                  </a:lnTo>
                  <a:lnTo>
                    <a:pt x="31691" y="328471"/>
                  </a:lnTo>
                  <a:lnTo>
                    <a:pt x="31442" y="328409"/>
                  </a:lnTo>
                  <a:lnTo>
                    <a:pt x="31121" y="328181"/>
                  </a:lnTo>
                  <a:lnTo>
                    <a:pt x="30336" y="328094"/>
                  </a:lnTo>
                  <a:lnTo>
                    <a:pt x="29836" y="328144"/>
                  </a:lnTo>
                  <a:lnTo>
                    <a:pt x="29695" y="328115"/>
                  </a:lnTo>
                  <a:lnTo>
                    <a:pt x="29413" y="327950"/>
                  </a:lnTo>
                  <a:lnTo>
                    <a:pt x="28528" y="327513"/>
                  </a:lnTo>
                  <a:lnTo>
                    <a:pt x="28338" y="327526"/>
                  </a:lnTo>
                  <a:lnTo>
                    <a:pt x="27954" y="327657"/>
                  </a:lnTo>
                  <a:lnTo>
                    <a:pt x="27735" y="327748"/>
                  </a:lnTo>
                  <a:lnTo>
                    <a:pt x="27612" y="327420"/>
                  </a:lnTo>
                  <a:lnTo>
                    <a:pt x="27346" y="326881"/>
                  </a:lnTo>
                  <a:lnTo>
                    <a:pt x="27280" y="326598"/>
                  </a:lnTo>
                  <a:lnTo>
                    <a:pt x="27063" y="325843"/>
                  </a:lnTo>
                  <a:lnTo>
                    <a:pt x="26929" y="325649"/>
                  </a:lnTo>
                  <a:lnTo>
                    <a:pt x="26801" y="324957"/>
                  </a:lnTo>
                  <a:lnTo>
                    <a:pt x="26827" y="324806"/>
                  </a:lnTo>
                  <a:lnTo>
                    <a:pt x="26860" y="324575"/>
                  </a:lnTo>
                  <a:lnTo>
                    <a:pt x="26642" y="323866"/>
                  </a:lnTo>
                  <a:lnTo>
                    <a:pt x="26279" y="323760"/>
                  </a:lnTo>
                  <a:lnTo>
                    <a:pt x="26140" y="323803"/>
                  </a:lnTo>
                  <a:lnTo>
                    <a:pt x="25813" y="323738"/>
                  </a:lnTo>
                  <a:lnTo>
                    <a:pt x="25678" y="323707"/>
                  </a:lnTo>
                  <a:lnTo>
                    <a:pt x="25466" y="323719"/>
                  </a:lnTo>
                  <a:lnTo>
                    <a:pt x="25010" y="323560"/>
                  </a:lnTo>
                  <a:lnTo>
                    <a:pt x="23625" y="323254"/>
                  </a:lnTo>
                  <a:lnTo>
                    <a:pt x="22994" y="323034"/>
                  </a:lnTo>
                  <a:lnTo>
                    <a:pt x="22844" y="322973"/>
                  </a:lnTo>
                  <a:lnTo>
                    <a:pt x="22473" y="322879"/>
                  </a:lnTo>
                  <a:lnTo>
                    <a:pt x="21222" y="322666"/>
                  </a:lnTo>
                  <a:lnTo>
                    <a:pt x="21653" y="322086"/>
                  </a:lnTo>
                  <a:lnTo>
                    <a:pt x="21838" y="322051"/>
                  </a:lnTo>
                  <a:lnTo>
                    <a:pt x="22189" y="321985"/>
                  </a:lnTo>
                  <a:lnTo>
                    <a:pt x="22488" y="321930"/>
                  </a:lnTo>
                  <a:lnTo>
                    <a:pt x="23584" y="321512"/>
                  </a:lnTo>
                  <a:lnTo>
                    <a:pt x="24410" y="320085"/>
                  </a:lnTo>
                  <a:lnTo>
                    <a:pt x="24604" y="319378"/>
                  </a:lnTo>
                  <a:lnTo>
                    <a:pt x="24455" y="318345"/>
                  </a:lnTo>
                  <a:lnTo>
                    <a:pt x="24278" y="317963"/>
                  </a:lnTo>
                  <a:lnTo>
                    <a:pt x="24333" y="317783"/>
                  </a:lnTo>
                  <a:lnTo>
                    <a:pt x="24631" y="317263"/>
                  </a:lnTo>
                  <a:lnTo>
                    <a:pt x="25381" y="317373"/>
                  </a:lnTo>
                  <a:lnTo>
                    <a:pt x="25813" y="317519"/>
                  </a:lnTo>
                  <a:lnTo>
                    <a:pt x="26004" y="317576"/>
                  </a:lnTo>
                  <a:lnTo>
                    <a:pt x="26458" y="317825"/>
                  </a:lnTo>
                  <a:lnTo>
                    <a:pt x="26472" y="317990"/>
                  </a:lnTo>
                  <a:lnTo>
                    <a:pt x="26541" y="318146"/>
                  </a:lnTo>
                  <a:lnTo>
                    <a:pt x="26707" y="318471"/>
                  </a:lnTo>
                  <a:lnTo>
                    <a:pt x="27162" y="319264"/>
                  </a:lnTo>
                  <a:lnTo>
                    <a:pt x="27126" y="319500"/>
                  </a:lnTo>
                  <a:lnTo>
                    <a:pt x="27188" y="319935"/>
                  </a:lnTo>
                  <a:lnTo>
                    <a:pt x="27476" y="320228"/>
                  </a:lnTo>
                  <a:lnTo>
                    <a:pt x="27706" y="320244"/>
                  </a:lnTo>
                  <a:lnTo>
                    <a:pt x="27916" y="320132"/>
                  </a:lnTo>
                  <a:lnTo>
                    <a:pt x="28339" y="319706"/>
                  </a:lnTo>
                  <a:lnTo>
                    <a:pt x="28803" y="319637"/>
                  </a:lnTo>
                  <a:lnTo>
                    <a:pt x="28964" y="319614"/>
                  </a:lnTo>
                  <a:lnTo>
                    <a:pt x="29671" y="319407"/>
                  </a:lnTo>
                  <a:lnTo>
                    <a:pt x="29814" y="319115"/>
                  </a:lnTo>
                  <a:lnTo>
                    <a:pt x="29852" y="318626"/>
                  </a:lnTo>
                  <a:lnTo>
                    <a:pt x="30060" y="318293"/>
                  </a:lnTo>
                  <a:lnTo>
                    <a:pt x="30310" y="317922"/>
                  </a:lnTo>
                  <a:lnTo>
                    <a:pt x="30234" y="317401"/>
                  </a:lnTo>
                  <a:lnTo>
                    <a:pt x="29556" y="316499"/>
                  </a:lnTo>
                  <a:lnTo>
                    <a:pt x="29491" y="316322"/>
                  </a:lnTo>
                  <a:lnTo>
                    <a:pt x="29441" y="316152"/>
                  </a:lnTo>
                  <a:lnTo>
                    <a:pt x="29360" y="315882"/>
                  </a:lnTo>
                  <a:lnTo>
                    <a:pt x="29352" y="315687"/>
                  </a:lnTo>
                  <a:lnTo>
                    <a:pt x="29318" y="315363"/>
                  </a:lnTo>
                  <a:lnTo>
                    <a:pt x="29178" y="314918"/>
                  </a:lnTo>
                  <a:lnTo>
                    <a:pt x="28945" y="314329"/>
                  </a:lnTo>
                  <a:lnTo>
                    <a:pt x="28819" y="313977"/>
                  </a:lnTo>
                  <a:lnTo>
                    <a:pt x="29124" y="313341"/>
                  </a:lnTo>
                  <a:lnTo>
                    <a:pt x="29296" y="313329"/>
                  </a:lnTo>
                  <a:lnTo>
                    <a:pt x="29677" y="313235"/>
                  </a:lnTo>
                  <a:lnTo>
                    <a:pt x="30169" y="312908"/>
                  </a:lnTo>
                  <a:lnTo>
                    <a:pt x="30488" y="312906"/>
                  </a:lnTo>
                  <a:lnTo>
                    <a:pt x="30722" y="312915"/>
                  </a:lnTo>
                  <a:lnTo>
                    <a:pt x="31341" y="313202"/>
                  </a:lnTo>
                  <a:lnTo>
                    <a:pt x="31363" y="313750"/>
                  </a:lnTo>
                  <a:lnTo>
                    <a:pt x="32064" y="313901"/>
                  </a:lnTo>
                  <a:lnTo>
                    <a:pt x="32468" y="313850"/>
                  </a:lnTo>
                  <a:lnTo>
                    <a:pt x="32682" y="313796"/>
                  </a:lnTo>
                  <a:lnTo>
                    <a:pt x="33228" y="313276"/>
                  </a:lnTo>
                  <a:lnTo>
                    <a:pt x="33887" y="313104"/>
                  </a:lnTo>
                  <a:lnTo>
                    <a:pt x="34125" y="313044"/>
                  </a:lnTo>
                  <a:lnTo>
                    <a:pt x="34630" y="312971"/>
                  </a:lnTo>
                  <a:lnTo>
                    <a:pt x="35077" y="313003"/>
                  </a:lnTo>
                  <a:lnTo>
                    <a:pt x="36214" y="312746"/>
                  </a:lnTo>
                  <a:lnTo>
                    <a:pt x="36474" y="312849"/>
                  </a:lnTo>
                  <a:lnTo>
                    <a:pt x="36694" y="312457"/>
                  </a:lnTo>
                  <a:lnTo>
                    <a:pt x="36560" y="312219"/>
                  </a:lnTo>
                  <a:lnTo>
                    <a:pt x="36350" y="311874"/>
                  </a:lnTo>
                  <a:lnTo>
                    <a:pt x="36519" y="311806"/>
                  </a:lnTo>
                  <a:lnTo>
                    <a:pt x="36713" y="311726"/>
                  </a:lnTo>
                  <a:lnTo>
                    <a:pt x="37107" y="311490"/>
                  </a:lnTo>
                  <a:lnTo>
                    <a:pt x="37545" y="311005"/>
                  </a:lnTo>
                  <a:lnTo>
                    <a:pt x="37863" y="310607"/>
                  </a:lnTo>
                  <a:lnTo>
                    <a:pt x="38129" y="310990"/>
                  </a:lnTo>
                  <a:lnTo>
                    <a:pt x="38192" y="311165"/>
                  </a:lnTo>
                  <a:lnTo>
                    <a:pt x="38606" y="311244"/>
                  </a:lnTo>
                  <a:lnTo>
                    <a:pt x="39142" y="310960"/>
                  </a:lnTo>
                  <a:lnTo>
                    <a:pt x="39419" y="310901"/>
                  </a:lnTo>
                  <a:lnTo>
                    <a:pt x="39628" y="310946"/>
                  </a:lnTo>
                  <a:lnTo>
                    <a:pt x="39874" y="311043"/>
                  </a:lnTo>
                  <a:lnTo>
                    <a:pt x="40181" y="310768"/>
                  </a:lnTo>
                  <a:lnTo>
                    <a:pt x="41346" y="310433"/>
                  </a:lnTo>
                  <a:lnTo>
                    <a:pt x="41645" y="310153"/>
                  </a:lnTo>
                  <a:lnTo>
                    <a:pt x="41846" y="310091"/>
                  </a:lnTo>
                  <a:lnTo>
                    <a:pt x="42484" y="309923"/>
                  </a:lnTo>
                  <a:lnTo>
                    <a:pt x="42804" y="309961"/>
                  </a:lnTo>
                  <a:lnTo>
                    <a:pt x="43226" y="310129"/>
                  </a:lnTo>
                  <a:lnTo>
                    <a:pt x="43515" y="310324"/>
                  </a:lnTo>
                  <a:lnTo>
                    <a:pt x="43835" y="310459"/>
                  </a:lnTo>
                  <a:lnTo>
                    <a:pt x="44989" y="310253"/>
                  </a:lnTo>
                  <a:lnTo>
                    <a:pt x="45126" y="310225"/>
                  </a:lnTo>
                  <a:lnTo>
                    <a:pt x="45446" y="309995"/>
                  </a:lnTo>
                  <a:lnTo>
                    <a:pt x="45987" y="309819"/>
                  </a:lnTo>
                  <a:lnTo>
                    <a:pt x="46451" y="309704"/>
                  </a:lnTo>
                  <a:lnTo>
                    <a:pt x="47084" y="309576"/>
                  </a:lnTo>
                  <a:lnTo>
                    <a:pt x="47586" y="309266"/>
                  </a:lnTo>
                  <a:lnTo>
                    <a:pt x="48246" y="308910"/>
                  </a:lnTo>
                  <a:lnTo>
                    <a:pt x="48998" y="308324"/>
                  </a:lnTo>
                  <a:lnTo>
                    <a:pt x="49064" y="307780"/>
                  </a:lnTo>
                  <a:lnTo>
                    <a:pt x="49015" y="307535"/>
                  </a:lnTo>
                  <a:lnTo>
                    <a:pt x="49333" y="307413"/>
                  </a:lnTo>
                  <a:lnTo>
                    <a:pt x="49931" y="307042"/>
                  </a:lnTo>
                  <a:lnTo>
                    <a:pt x="50179" y="306741"/>
                  </a:lnTo>
                  <a:lnTo>
                    <a:pt x="50341" y="306317"/>
                  </a:lnTo>
                  <a:lnTo>
                    <a:pt x="50367" y="306106"/>
                  </a:lnTo>
                  <a:lnTo>
                    <a:pt x="50326" y="305930"/>
                  </a:lnTo>
                  <a:lnTo>
                    <a:pt x="50540" y="305562"/>
                  </a:lnTo>
                  <a:lnTo>
                    <a:pt x="50714" y="305085"/>
                  </a:lnTo>
                  <a:lnTo>
                    <a:pt x="50705" y="304865"/>
                  </a:lnTo>
                  <a:lnTo>
                    <a:pt x="50465" y="304724"/>
                  </a:lnTo>
                  <a:lnTo>
                    <a:pt x="49552" y="304274"/>
                  </a:lnTo>
                  <a:lnTo>
                    <a:pt x="49166" y="304527"/>
                  </a:lnTo>
                  <a:lnTo>
                    <a:pt x="48897" y="304662"/>
                  </a:lnTo>
                  <a:lnTo>
                    <a:pt x="48111" y="304793"/>
                  </a:lnTo>
                  <a:lnTo>
                    <a:pt x="47786" y="304569"/>
                  </a:lnTo>
                  <a:lnTo>
                    <a:pt x="47716" y="304343"/>
                  </a:lnTo>
                  <a:lnTo>
                    <a:pt x="47343" y="303858"/>
                  </a:lnTo>
                  <a:lnTo>
                    <a:pt x="46913" y="303398"/>
                  </a:lnTo>
                  <a:lnTo>
                    <a:pt x="45676" y="303593"/>
                  </a:lnTo>
                  <a:lnTo>
                    <a:pt x="45398" y="303594"/>
                  </a:lnTo>
                  <a:lnTo>
                    <a:pt x="44704" y="304218"/>
                  </a:lnTo>
                  <a:lnTo>
                    <a:pt x="44307" y="304507"/>
                  </a:lnTo>
                  <a:lnTo>
                    <a:pt x="43929" y="304427"/>
                  </a:lnTo>
                  <a:lnTo>
                    <a:pt x="43657" y="304014"/>
                  </a:lnTo>
                  <a:lnTo>
                    <a:pt x="43541" y="303819"/>
                  </a:lnTo>
                  <a:lnTo>
                    <a:pt x="43083" y="303854"/>
                  </a:lnTo>
                  <a:lnTo>
                    <a:pt x="42872" y="303856"/>
                  </a:lnTo>
                  <a:lnTo>
                    <a:pt x="42581" y="303729"/>
                  </a:lnTo>
                  <a:lnTo>
                    <a:pt x="42329" y="303607"/>
                  </a:lnTo>
                  <a:lnTo>
                    <a:pt x="42038" y="303589"/>
                  </a:lnTo>
                  <a:lnTo>
                    <a:pt x="41656" y="303589"/>
                  </a:lnTo>
                  <a:lnTo>
                    <a:pt x="40146" y="303684"/>
                  </a:lnTo>
                  <a:lnTo>
                    <a:pt x="39908" y="303030"/>
                  </a:lnTo>
                  <a:lnTo>
                    <a:pt x="39884" y="302391"/>
                  </a:lnTo>
                  <a:lnTo>
                    <a:pt x="39768" y="302188"/>
                  </a:lnTo>
                  <a:lnTo>
                    <a:pt x="39558" y="301801"/>
                  </a:lnTo>
                  <a:lnTo>
                    <a:pt x="39515" y="301652"/>
                  </a:lnTo>
                  <a:lnTo>
                    <a:pt x="39483" y="301275"/>
                  </a:lnTo>
                  <a:lnTo>
                    <a:pt x="39645" y="299817"/>
                  </a:lnTo>
                  <a:lnTo>
                    <a:pt x="39395" y="299246"/>
                  </a:lnTo>
                  <a:lnTo>
                    <a:pt x="39062" y="299082"/>
                  </a:lnTo>
                  <a:lnTo>
                    <a:pt x="38971" y="298743"/>
                  </a:lnTo>
                  <a:lnTo>
                    <a:pt x="38251" y="298349"/>
                  </a:lnTo>
                  <a:lnTo>
                    <a:pt x="38211" y="297710"/>
                  </a:lnTo>
                  <a:lnTo>
                    <a:pt x="38484" y="297128"/>
                  </a:lnTo>
                  <a:lnTo>
                    <a:pt x="38700" y="296881"/>
                  </a:lnTo>
                  <a:lnTo>
                    <a:pt x="38889" y="296703"/>
                  </a:lnTo>
                  <a:lnTo>
                    <a:pt x="39059" y="295819"/>
                  </a:lnTo>
                  <a:lnTo>
                    <a:pt x="39074" y="295537"/>
                  </a:lnTo>
                  <a:lnTo>
                    <a:pt x="39084" y="295268"/>
                  </a:lnTo>
                  <a:lnTo>
                    <a:pt x="39421" y="294667"/>
                  </a:lnTo>
                  <a:lnTo>
                    <a:pt x="39564" y="294255"/>
                  </a:lnTo>
                  <a:lnTo>
                    <a:pt x="39448" y="293899"/>
                  </a:lnTo>
                  <a:lnTo>
                    <a:pt x="39190" y="293743"/>
                  </a:lnTo>
                  <a:lnTo>
                    <a:pt x="38748" y="293698"/>
                  </a:lnTo>
                  <a:lnTo>
                    <a:pt x="38452" y="293514"/>
                  </a:lnTo>
                  <a:lnTo>
                    <a:pt x="38513" y="293281"/>
                  </a:lnTo>
                  <a:lnTo>
                    <a:pt x="38699" y="292161"/>
                  </a:lnTo>
                  <a:lnTo>
                    <a:pt x="38829" y="292099"/>
                  </a:lnTo>
                  <a:lnTo>
                    <a:pt x="39121" y="291811"/>
                  </a:lnTo>
                  <a:lnTo>
                    <a:pt x="38924" y="291308"/>
                  </a:lnTo>
                  <a:lnTo>
                    <a:pt x="38701" y="291201"/>
                  </a:lnTo>
                  <a:lnTo>
                    <a:pt x="38479" y="291086"/>
                  </a:lnTo>
                  <a:lnTo>
                    <a:pt x="38305" y="290830"/>
                  </a:lnTo>
                  <a:lnTo>
                    <a:pt x="38121" y="290568"/>
                  </a:lnTo>
                  <a:lnTo>
                    <a:pt x="37663" y="290598"/>
                  </a:lnTo>
                  <a:lnTo>
                    <a:pt x="37410" y="290745"/>
                  </a:lnTo>
                  <a:lnTo>
                    <a:pt x="37213" y="290756"/>
                  </a:lnTo>
                  <a:lnTo>
                    <a:pt x="36425" y="290605"/>
                  </a:lnTo>
                  <a:lnTo>
                    <a:pt x="36123" y="290398"/>
                  </a:lnTo>
                  <a:lnTo>
                    <a:pt x="36017" y="290187"/>
                  </a:lnTo>
                  <a:lnTo>
                    <a:pt x="35899" y="290036"/>
                  </a:lnTo>
                  <a:lnTo>
                    <a:pt x="35488" y="289776"/>
                  </a:lnTo>
                  <a:lnTo>
                    <a:pt x="35375" y="288688"/>
                  </a:lnTo>
                  <a:lnTo>
                    <a:pt x="35127" y="288506"/>
                  </a:lnTo>
                  <a:lnTo>
                    <a:pt x="34629" y="287800"/>
                  </a:lnTo>
                  <a:lnTo>
                    <a:pt x="33997" y="286855"/>
                  </a:lnTo>
                  <a:lnTo>
                    <a:pt x="33859" y="286529"/>
                  </a:lnTo>
                  <a:lnTo>
                    <a:pt x="33279" y="285408"/>
                  </a:lnTo>
                  <a:lnTo>
                    <a:pt x="33258" y="285212"/>
                  </a:lnTo>
                  <a:lnTo>
                    <a:pt x="32860" y="284695"/>
                  </a:lnTo>
                  <a:lnTo>
                    <a:pt x="32497" y="284121"/>
                  </a:lnTo>
                  <a:lnTo>
                    <a:pt x="32023" y="283522"/>
                  </a:lnTo>
                  <a:lnTo>
                    <a:pt x="31890" y="283339"/>
                  </a:lnTo>
                  <a:lnTo>
                    <a:pt x="31812" y="283206"/>
                  </a:lnTo>
                  <a:lnTo>
                    <a:pt x="31528" y="283103"/>
                  </a:lnTo>
                  <a:lnTo>
                    <a:pt x="31192" y="282855"/>
                  </a:lnTo>
                  <a:lnTo>
                    <a:pt x="30661" y="282634"/>
                  </a:lnTo>
                  <a:lnTo>
                    <a:pt x="30461" y="282554"/>
                  </a:lnTo>
                  <a:lnTo>
                    <a:pt x="30328" y="282012"/>
                  </a:lnTo>
                  <a:lnTo>
                    <a:pt x="30499" y="281211"/>
                  </a:lnTo>
                  <a:lnTo>
                    <a:pt x="30494" y="281047"/>
                  </a:lnTo>
                  <a:lnTo>
                    <a:pt x="30468" y="280597"/>
                  </a:lnTo>
                  <a:lnTo>
                    <a:pt x="30287" y="280473"/>
                  </a:lnTo>
                  <a:lnTo>
                    <a:pt x="29284" y="280843"/>
                  </a:lnTo>
                  <a:lnTo>
                    <a:pt x="29082" y="280696"/>
                  </a:lnTo>
                  <a:lnTo>
                    <a:pt x="28848" y="280254"/>
                  </a:lnTo>
                  <a:lnTo>
                    <a:pt x="28608" y="279983"/>
                  </a:lnTo>
                  <a:lnTo>
                    <a:pt x="28306" y="279660"/>
                  </a:lnTo>
                  <a:lnTo>
                    <a:pt x="28179" y="279349"/>
                  </a:lnTo>
                  <a:lnTo>
                    <a:pt x="28092" y="279096"/>
                  </a:lnTo>
                  <a:lnTo>
                    <a:pt x="27893" y="278862"/>
                  </a:lnTo>
                  <a:lnTo>
                    <a:pt x="27675" y="278539"/>
                  </a:lnTo>
                  <a:lnTo>
                    <a:pt x="27968" y="278218"/>
                  </a:lnTo>
                  <a:lnTo>
                    <a:pt x="28665" y="277844"/>
                  </a:lnTo>
                  <a:lnTo>
                    <a:pt x="28798" y="277741"/>
                  </a:lnTo>
                  <a:lnTo>
                    <a:pt x="28982" y="277370"/>
                  </a:lnTo>
                  <a:lnTo>
                    <a:pt x="28719" y="277213"/>
                  </a:lnTo>
                  <a:lnTo>
                    <a:pt x="28458" y="277125"/>
                  </a:lnTo>
                  <a:lnTo>
                    <a:pt x="28000" y="276812"/>
                  </a:lnTo>
                  <a:lnTo>
                    <a:pt x="27934" y="275870"/>
                  </a:lnTo>
                  <a:lnTo>
                    <a:pt x="27906" y="275450"/>
                  </a:lnTo>
                  <a:lnTo>
                    <a:pt x="27664" y="274961"/>
                  </a:lnTo>
                  <a:lnTo>
                    <a:pt x="27480" y="274686"/>
                  </a:lnTo>
                  <a:lnTo>
                    <a:pt x="27486" y="273881"/>
                  </a:lnTo>
                  <a:lnTo>
                    <a:pt x="27781" y="273676"/>
                  </a:lnTo>
                  <a:lnTo>
                    <a:pt x="27988" y="273630"/>
                  </a:lnTo>
                  <a:lnTo>
                    <a:pt x="28050" y="273326"/>
                  </a:lnTo>
                  <a:lnTo>
                    <a:pt x="27660" y="273146"/>
                  </a:lnTo>
                  <a:lnTo>
                    <a:pt x="27003" y="273155"/>
                  </a:lnTo>
                  <a:lnTo>
                    <a:pt x="26051" y="273057"/>
                  </a:lnTo>
                  <a:lnTo>
                    <a:pt x="25813" y="272799"/>
                  </a:lnTo>
                  <a:lnTo>
                    <a:pt x="25443" y="272476"/>
                  </a:lnTo>
                  <a:lnTo>
                    <a:pt x="25251" y="272903"/>
                  </a:lnTo>
                  <a:lnTo>
                    <a:pt x="24851" y="272727"/>
                  </a:lnTo>
                  <a:lnTo>
                    <a:pt x="24658" y="272577"/>
                  </a:lnTo>
                  <a:lnTo>
                    <a:pt x="24509" y="272248"/>
                  </a:lnTo>
                  <a:lnTo>
                    <a:pt x="24574" y="271854"/>
                  </a:lnTo>
                  <a:lnTo>
                    <a:pt x="24661" y="271536"/>
                  </a:lnTo>
                  <a:lnTo>
                    <a:pt x="24668" y="271324"/>
                  </a:lnTo>
                  <a:lnTo>
                    <a:pt x="24680" y="270670"/>
                  </a:lnTo>
                  <a:lnTo>
                    <a:pt x="24647" y="270509"/>
                  </a:lnTo>
                  <a:lnTo>
                    <a:pt x="24447" y="270052"/>
                  </a:lnTo>
                  <a:lnTo>
                    <a:pt x="23674" y="269940"/>
                  </a:lnTo>
                  <a:lnTo>
                    <a:pt x="23513" y="269550"/>
                  </a:lnTo>
                  <a:lnTo>
                    <a:pt x="23451" y="269305"/>
                  </a:lnTo>
                  <a:lnTo>
                    <a:pt x="22833" y="269155"/>
                  </a:lnTo>
                  <a:lnTo>
                    <a:pt x="22698" y="269117"/>
                  </a:lnTo>
                  <a:lnTo>
                    <a:pt x="22070" y="268789"/>
                  </a:lnTo>
                  <a:lnTo>
                    <a:pt x="21875" y="268599"/>
                  </a:lnTo>
                  <a:lnTo>
                    <a:pt x="21657" y="268193"/>
                  </a:lnTo>
                  <a:lnTo>
                    <a:pt x="21706" y="267911"/>
                  </a:lnTo>
                  <a:lnTo>
                    <a:pt x="21659" y="267769"/>
                  </a:lnTo>
                  <a:lnTo>
                    <a:pt x="21553" y="267619"/>
                  </a:lnTo>
                  <a:lnTo>
                    <a:pt x="21344" y="267514"/>
                  </a:lnTo>
                  <a:lnTo>
                    <a:pt x="20898" y="267289"/>
                  </a:lnTo>
                  <a:lnTo>
                    <a:pt x="20480" y="267203"/>
                  </a:lnTo>
                  <a:lnTo>
                    <a:pt x="20399" y="266951"/>
                  </a:lnTo>
                  <a:lnTo>
                    <a:pt x="20142" y="266598"/>
                  </a:lnTo>
                  <a:lnTo>
                    <a:pt x="19909" y="266538"/>
                  </a:lnTo>
                  <a:lnTo>
                    <a:pt x="19476" y="266110"/>
                  </a:lnTo>
                  <a:lnTo>
                    <a:pt x="19161" y="265491"/>
                  </a:lnTo>
                  <a:lnTo>
                    <a:pt x="18992" y="265343"/>
                  </a:lnTo>
                  <a:lnTo>
                    <a:pt x="18225" y="265390"/>
                  </a:lnTo>
                  <a:lnTo>
                    <a:pt x="17958" y="265444"/>
                  </a:lnTo>
                  <a:lnTo>
                    <a:pt x="17434" y="264830"/>
                  </a:lnTo>
                  <a:lnTo>
                    <a:pt x="17198" y="264432"/>
                  </a:lnTo>
                  <a:lnTo>
                    <a:pt x="17274" y="264090"/>
                  </a:lnTo>
                  <a:lnTo>
                    <a:pt x="17908" y="263703"/>
                  </a:lnTo>
                  <a:lnTo>
                    <a:pt x="18994" y="263705"/>
                  </a:lnTo>
                  <a:lnTo>
                    <a:pt x="19997" y="263663"/>
                  </a:lnTo>
                  <a:lnTo>
                    <a:pt x="19774" y="263562"/>
                  </a:lnTo>
                  <a:lnTo>
                    <a:pt x="19677" y="263356"/>
                  </a:lnTo>
                  <a:lnTo>
                    <a:pt x="19759" y="263194"/>
                  </a:lnTo>
                  <a:lnTo>
                    <a:pt x="19928" y="262968"/>
                  </a:lnTo>
                  <a:lnTo>
                    <a:pt x="19897" y="262602"/>
                  </a:lnTo>
                  <a:lnTo>
                    <a:pt x="20255" y="262392"/>
                  </a:lnTo>
                  <a:lnTo>
                    <a:pt x="20501" y="262347"/>
                  </a:lnTo>
                  <a:lnTo>
                    <a:pt x="20888" y="261975"/>
                  </a:lnTo>
                  <a:lnTo>
                    <a:pt x="21090" y="261267"/>
                  </a:lnTo>
                  <a:lnTo>
                    <a:pt x="21250" y="260874"/>
                  </a:lnTo>
                  <a:lnTo>
                    <a:pt x="21785" y="260256"/>
                  </a:lnTo>
                  <a:lnTo>
                    <a:pt x="22068" y="260270"/>
                  </a:lnTo>
                  <a:lnTo>
                    <a:pt x="22580" y="260082"/>
                  </a:lnTo>
                  <a:lnTo>
                    <a:pt x="22830" y="260015"/>
                  </a:lnTo>
                  <a:lnTo>
                    <a:pt x="23668" y="260312"/>
                  </a:lnTo>
                  <a:lnTo>
                    <a:pt x="23958" y="260174"/>
                  </a:lnTo>
                  <a:lnTo>
                    <a:pt x="24299" y="259863"/>
                  </a:lnTo>
                  <a:lnTo>
                    <a:pt x="24726" y="259755"/>
                  </a:lnTo>
                  <a:lnTo>
                    <a:pt x="25166" y="259803"/>
                  </a:lnTo>
                  <a:lnTo>
                    <a:pt x="25399" y="259819"/>
                  </a:lnTo>
                  <a:lnTo>
                    <a:pt x="25593" y="259580"/>
                  </a:lnTo>
                  <a:lnTo>
                    <a:pt x="25673" y="258764"/>
                  </a:lnTo>
                  <a:lnTo>
                    <a:pt x="25745" y="258398"/>
                  </a:lnTo>
                  <a:lnTo>
                    <a:pt x="25813" y="257785"/>
                  </a:lnTo>
                  <a:lnTo>
                    <a:pt x="26022" y="257507"/>
                  </a:lnTo>
                  <a:lnTo>
                    <a:pt x="25963" y="256931"/>
                  </a:lnTo>
                  <a:lnTo>
                    <a:pt x="25829" y="256712"/>
                  </a:lnTo>
                  <a:lnTo>
                    <a:pt x="25830" y="256553"/>
                  </a:lnTo>
                  <a:lnTo>
                    <a:pt x="25725" y="255986"/>
                  </a:lnTo>
                  <a:lnTo>
                    <a:pt x="25498" y="255831"/>
                  </a:lnTo>
                  <a:lnTo>
                    <a:pt x="25268" y="255657"/>
                  </a:lnTo>
                  <a:lnTo>
                    <a:pt x="24939" y="255037"/>
                  </a:lnTo>
                  <a:lnTo>
                    <a:pt x="24667" y="255107"/>
                  </a:lnTo>
                  <a:lnTo>
                    <a:pt x="24387" y="255288"/>
                  </a:lnTo>
                  <a:lnTo>
                    <a:pt x="24472" y="255522"/>
                  </a:lnTo>
                  <a:lnTo>
                    <a:pt x="24440" y="255914"/>
                  </a:lnTo>
                  <a:lnTo>
                    <a:pt x="24281" y="255939"/>
                  </a:lnTo>
                  <a:lnTo>
                    <a:pt x="24183" y="256559"/>
                  </a:lnTo>
                  <a:lnTo>
                    <a:pt x="23892" y="256653"/>
                  </a:lnTo>
                  <a:lnTo>
                    <a:pt x="23684" y="256423"/>
                  </a:lnTo>
                  <a:lnTo>
                    <a:pt x="23668" y="255923"/>
                  </a:lnTo>
                  <a:lnTo>
                    <a:pt x="23308" y="255679"/>
                  </a:lnTo>
                  <a:lnTo>
                    <a:pt x="23232" y="255252"/>
                  </a:lnTo>
                  <a:lnTo>
                    <a:pt x="23262" y="255042"/>
                  </a:lnTo>
                  <a:lnTo>
                    <a:pt x="23307" y="254716"/>
                  </a:lnTo>
                  <a:lnTo>
                    <a:pt x="23408" y="254374"/>
                  </a:lnTo>
                  <a:lnTo>
                    <a:pt x="23431" y="254196"/>
                  </a:lnTo>
                  <a:lnTo>
                    <a:pt x="23147" y="254048"/>
                  </a:lnTo>
                  <a:lnTo>
                    <a:pt x="22933" y="253949"/>
                  </a:lnTo>
                  <a:lnTo>
                    <a:pt x="22145" y="253839"/>
                  </a:lnTo>
                  <a:lnTo>
                    <a:pt x="21832" y="253936"/>
                  </a:lnTo>
                  <a:lnTo>
                    <a:pt x="21404" y="253664"/>
                  </a:lnTo>
                  <a:lnTo>
                    <a:pt x="21183" y="253278"/>
                  </a:lnTo>
                  <a:lnTo>
                    <a:pt x="21039" y="253114"/>
                  </a:lnTo>
                  <a:lnTo>
                    <a:pt x="21032" y="252389"/>
                  </a:lnTo>
                  <a:lnTo>
                    <a:pt x="21382" y="252223"/>
                  </a:lnTo>
                  <a:lnTo>
                    <a:pt x="21735" y="252069"/>
                  </a:lnTo>
                  <a:lnTo>
                    <a:pt x="21963" y="251019"/>
                  </a:lnTo>
                  <a:lnTo>
                    <a:pt x="22572" y="250273"/>
                  </a:lnTo>
                  <a:lnTo>
                    <a:pt x="22425" y="249742"/>
                  </a:lnTo>
                  <a:lnTo>
                    <a:pt x="22380" y="249316"/>
                  </a:lnTo>
                  <a:lnTo>
                    <a:pt x="22495" y="249005"/>
                  </a:lnTo>
                  <a:lnTo>
                    <a:pt x="22851" y="248577"/>
                  </a:lnTo>
                  <a:lnTo>
                    <a:pt x="22271" y="248322"/>
                  </a:lnTo>
                  <a:lnTo>
                    <a:pt x="21609" y="247878"/>
                  </a:lnTo>
                  <a:lnTo>
                    <a:pt x="21105" y="247764"/>
                  </a:lnTo>
                  <a:lnTo>
                    <a:pt x="20639" y="247659"/>
                  </a:lnTo>
                  <a:lnTo>
                    <a:pt x="20457" y="247617"/>
                  </a:lnTo>
                  <a:lnTo>
                    <a:pt x="19460" y="247138"/>
                  </a:lnTo>
                  <a:lnTo>
                    <a:pt x="19581" y="246743"/>
                  </a:lnTo>
                  <a:lnTo>
                    <a:pt x="19657" y="246555"/>
                  </a:lnTo>
                  <a:lnTo>
                    <a:pt x="19723" y="246418"/>
                  </a:lnTo>
                  <a:lnTo>
                    <a:pt x="20046" y="246039"/>
                  </a:lnTo>
                  <a:lnTo>
                    <a:pt x="20366" y="245889"/>
                  </a:lnTo>
                  <a:lnTo>
                    <a:pt x="21794" y="244939"/>
                  </a:lnTo>
                  <a:lnTo>
                    <a:pt x="21938" y="244480"/>
                  </a:lnTo>
                  <a:lnTo>
                    <a:pt x="22013" y="244194"/>
                  </a:lnTo>
                  <a:lnTo>
                    <a:pt x="22934" y="243589"/>
                  </a:lnTo>
                  <a:lnTo>
                    <a:pt x="23627" y="243228"/>
                  </a:lnTo>
                  <a:lnTo>
                    <a:pt x="23954" y="242961"/>
                  </a:lnTo>
                  <a:lnTo>
                    <a:pt x="24525" y="242352"/>
                  </a:lnTo>
                  <a:lnTo>
                    <a:pt x="24691" y="242308"/>
                  </a:lnTo>
                  <a:lnTo>
                    <a:pt x="24899" y="242252"/>
                  </a:lnTo>
                  <a:lnTo>
                    <a:pt x="26316" y="241633"/>
                  </a:lnTo>
                  <a:lnTo>
                    <a:pt x="26707" y="241439"/>
                  </a:lnTo>
                  <a:lnTo>
                    <a:pt x="27049" y="241181"/>
                  </a:lnTo>
                  <a:lnTo>
                    <a:pt x="27646" y="241145"/>
                  </a:lnTo>
                  <a:lnTo>
                    <a:pt x="27803" y="241251"/>
                  </a:lnTo>
                  <a:lnTo>
                    <a:pt x="28290" y="241280"/>
                  </a:lnTo>
                  <a:lnTo>
                    <a:pt x="28436" y="241105"/>
                  </a:lnTo>
                  <a:lnTo>
                    <a:pt x="28832" y="240997"/>
                  </a:lnTo>
                  <a:lnTo>
                    <a:pt x="29628" y="240991"/>
                  </a:lnTo>
                  <a:lnTo>
                    <a:pt x="30533" y="240679"/>
                  </a:lnTo>
                  <a:lnTo>
                    <a:pt x="30875" y="240732"/>
                  </a:lnTo>
                  <a:lnTo>
                    <a:pt x="31343" y="240879"/>
                  </a:lnTo>
                  <a:lnTo>
                    <a:pt x="31822" y="241048"/>
                  </a:lnTo>
                  <a:lnTo>
                    <a:pt x="31967" y="241060"/>
                  </a:lnTo>
                  <a:lnTo>
                    <a:pt x="32379" y="241161"/>
                  </a:lnTo>
                  <a:lnTo>
                    <a:pt x="32953" y="241271"/>
                  </a:lnTo>
                  <a:lnTo>
                    <a:pt x="33089" y="241298"/>
                  </a:lnTo>
                  <a:lnTo>
                    <a:pt x="33696" y="241420"/>
                  </a:lnTo>
                  <a:lnTo>
                    <a:pt x="35197" y="241760"/>
                  </a:lnTo>
                  <a:lnTo>
                    <a:pt x="35954" y="242128"/>
                  </a:lnTo>
                  <a:lnTo>
                    <a:pt x="36437" y="241990"/>
                  </a:lnTo>
                  <a:lnTo>
                    <a:pt x="36438" y="241832"/>
                  </a:lnTo>
                  <a:lnTo>
                    <a:pt x="36442" y="241456"/>
                  </a:lnTo>
                  <a:lnTo>
                    <a:pt x="36445" y="241243"/>
                  </a:lnTo>
                  <a:lnTo>
                    <a:pt x="36457" y="240617"/>
                  </a:lnTo>
                  <a:lnTo>
                    <a:pt x="36463" y="240296"/>
                  </a:lnTo>
                  <a:lnTo>
                    <a:pt x="36304" y="239877"/>
                  </a:lnTo>
                  <a:lnTo>
                    <a:pt x="36063" y="239320"/>
                  </a:lnTo>
                  <a:lnTo>
                    <a:pt x="35998" y="238951"/>
                  </a:lnTo>
                  <a:lnTo>
                    <a:pt x="35973" y="238714"/>
                  </a:lnTo>
                  <a:lnTo>
                    <a:pt x="35977" y="238582"/>
                  </a:lnTo>
                  <a:lnTo>
                    <a:pt x="36189" y="238245"/>
                  </a:lnTo>
                  <a:lnTo>
                    <a:pt x="36732" y="237552"/>
                  </a:lnTo>
                  <a:lnTo>
                    <a:pt x="36517" y="237122"/>
                  </a:lnTo>
                  <a:lnTo>
                    <a:pt x="36266" y="236783"/>
                  </a:lnTo>
                  <a:lnTo>
                    <a:pt x="36246" y="236623"/>
                  </a:lnTo>
                  <a:lnTo>
                    <a:pt x="36232" y="236489"/>
                  </a:lnTo>
                  <a:lnTo>
                    <a:pt x="36385" y="236215"/>
                  </a:lnTo>
                  <a:lnTo>
                    <a:pt x="36805" y="236135"/>
                  </a:lnTo>
                  <a:lnTo>
                    <a:pt x="37266" y="236114"/>
                  </a:lnTo>
                  <a:lnTo>
                    <a:pt x="37516" y="236124"/>
                  </a:lnTo>
                  <a:lnTo>
                    <a:pt x="37545" y="235718"/>
                  </a:lnTo>
                  <a:lnTo>
                    <a:pt x="36778" y="234530"/>
                  </a:lnTo>
                  <a:lnTo>
                    <a:pt x="36107" y="233505"/>
                  </a:lnTo>
                  <a:lnTo>
                    <a:pt x="36005" y="233344"/>
                  </a:lnTo>
                  <a:lnTo>
                    <a:pt x="35686" y="232793"/>
                  </a:lnTo>
                  <a:lnTo>
                    <a:pt x="35758" y="232167"/>
                  </a:lnTo>
                  <a:lnTo>
                    <a:pt x="35881" y="231963"/>
                  </a:lnTo>
                  <a:lnTo>
                    <a:pt x="36113" y="232068"/>
                  </a:lnTo>
                  <a:lnTo>
                    <a:pt x="36396" y="232129"/>
                  </a:lnTo>
                  <a:lnTo>
                    <a:pt x="36652" y="231845"/>
                  </a:lnTo>
                  <a:lnTo>
                    <a:pt x="36528" y="231574"/>
                  </a:lnTo>
                  <a:lnTo>
                    <a:pt x="36652" y="231403"/>
                  </a:lnTo>
                  <a:lnTo>
                    <a:pt x="36481" y="231000"/>
                  </a:lnTo>
                  <a:lnTo>
                    <a:pt x="36015" y="230612"/>
                  </a:lnTo>
                  <a:lnTo>
                    <a:pt x="35567" y="230204"/>
                  </a:lnTo>
                  <a:lnTo>
                    <a:pt x="35349" y="229842"/>
                  </a:lnTo>
                  <a:lnTo>
                    <a:pt x="35608" y="229497"/>
                  </a:lnTo>
                  <a:lnTo>
                    <a:pt x="35674" y="228939"/>
                  </a:lnTo>
                  <a:lnTo>
                    <a:pt x="35425" y="228878"/>
                  </a:lnTo>
                  <a:lnTo>
                    <a:pt x="35264" y="228831"/>
                  </a:lnTo>
                  <a:lnTo>
                    <a:pt x="35339" y="228095"/>
                  </a:lnTo>
                  <a:lnTo>
                    <a:pt x="34940" y="227555"/>
                  </a:lnTo>
                  <a:lnTo>
                    <a:pt x="35006" y="227129"/>
                  </a:lnTo>
                  <a:lnTo>
                    <a:pt x="35113" y="226945"/>
                  </a:lnTo>
                  <a:lnTo>
                    <a:pt x="35611" y="226466"/>
                  </a:lnTo>
                  <a:lnTo>
                    <a:pt x="36042" y="226155"/>
                  </a:lnTo>
                  <a:lnTo>
                    <a:pt x="36432" y="225838"/>
                  </a:lnTo>
                  <a:lnTo>
                    <a:pt x="36954" y="224760"/>
                  </a:lnTo>
                  <a:lnTo>
                    <a:pt x="37352" y="224577"/>
                  </a:lnTo>
                  <a:lnTo>
                    <a:pt x="38610" y="223966"/>
                  </a:lnTo>
                  <a:lnTo>
                    <a:pt x="38914" y="223389"/>
                  </a:lnTo>
                  <a:lnTo>
                    <a:pt x="38958" y="223204"/>
                  </a:lnTo>
                  <a:lnTo>
                    <a:pt x="39627" y="222691"/>
                  </a:lnTo>
                  <a:lnTo>
                    <a:pt x="39538" y="222107"/>
                  </a:lnTo>
                  <a:lnTo>
                    <a:pt x="40221" y="221467"/>
                  </a:lnTo>
                  <a:lnTo>
                    <a:pt x="40614" y="221149"/>
                  </a:lnTo>
                  <a:lnTo>
                    <a:pt x="41044" y="220683"/>
                  </a:lnTo>
                  <a:lnTo>
                    <a:pt x="40916" y="219856"/>
                  </a:lnTo>
                  <a:lnTo>
                    <a:pt x="41189" y="219648"/>
                  </a:lnTo>
                  <a:lnTo>
                    <a:pt x="41446" y="219701"/>
                  </a:lnTo>
                  <a:lnTo>
                    <a:pt x="42112" y="219491"/>
                  </a:lnTo>
                  <a:lnTo>
                    <a:pt x="42144" y="219333"/>
                  </a:lnTo>
                  <a:lnTo>
                    <a:pt x="42005" y="218616"/>
                  </a:lnTo>
                  <a:lnTo>
                    <a:pt x="42514" y="218611"/>
                  </a:lnTo>
                  <a:lnTo>
                    <a:pt x="43063" y="218362"/>
                  </a:lnTo>
                  <a:lnTo>
                    <a:pt x="43254" y="218173"/>
                  </a:lnTo>
                  <a:lnTo>
                    <a:pt x="43526" y="218159"/>
                  </a:lnTo>
                  <a:lnTo>
                    <a:pt x="44129" y="218379"/>
                  </a:lnTo>
                  <a:lnTo>
                    <a:pt x="44502" y="218569"/>
                  </a:lnTo>
                  <a:lnTo>
                    <a:pt x="44718" y="218674"/>
                  </a:lnTo>
                  <a:lnTo>
                    <a:pt x="45513" y="218957"/>
                  </a:lnTo>
                  <a:lnTo>
                    <a:pt x="45750" y="218855"/>
                  </a:lnTo>
                  <a:lnTo>
                    <a:pt x="46003" y="218754"/>
                  </a:lnTo>
                  <a:lnTo>
                    <a:pt x="47407" y="218415"/>
                  </a:lnTo>
                  <a:lnTo>
                    <a:pt x="48168" y="218131"/>
                  </a:lnTo>
                  <a:lnTo>
                    <a:pt x="48413" y="217812"/>
                  </a:lnTo>
                  <a:lnTo>
                    <a:pt x="48763" y="217524"/>
                  </a:lnTo>
                  <a:lnTo>
                    <a:pt x="48989" y="217424"/>
                  </a:lnTo>
                  <a:lnTo>
                    <a:pt x="49689" y="217281"/>
                  </a:lnTo>
                  <a:lnTo>
                    <a:pt x="49743" y="217016"/>
                  </a:lnTo>
                  <a:lnTo>
                    <a:pt x="49731" y="216805"/>
                  </a:lnTo>
                  <a:lnTo>
                    <a:pt x="49196" y="216206"/>
                  </a:lnTo>
                  <a:lnTo>
                    <a:pt x="49000" y="216145"/>
                  </a:lnTo>
                  <a:lnTo>
                    <a:pt x="48813" y="216118"/>
                  </a:lnTo>
                  <a:lnTo>
                    <a:pt x="48403" y="215792"/>
                  </a:lnTo>
                  <a:lnTo>
                    <a:pt x="48307" y="215393"/>
                  </a:lnTo>
                  <a:lnTo>
                    <a:pt x="48417" y="214969"/>
                  </a:lnTo>
                  <a:lnTo>
                    <a:pt x="48245" y="214882"/>
                  </a:lnTo>
                  <a:lnTo>
                    <a:pt x="47983" y="214755"/>
                  </a:lnTo>
                  <a:lnTo>
                    <a:pt x="47795" y="214530"/>
                  </a:lnTo>
                  <a:lnTo>
                    <a:pt x="47566" y="214015"/>
                  </a:lnTo>
                  <a:lnTo>
                    <a:pt x="47973" y="213232"/>
                  </a:lnTo>
                  <a:lnTo>
                    <a:pt x="48034" y="213056"/>
                  </a:lnTo>
                  <a:lnTo>
                    <a:pt x="48144" y="212670"/>
                  </a:lnTo>
                  <a:lnTo>
                    <a:pt x="48307" y="212389"/>
                  </a:lnTo>
                  <a:lnTo>
                    <a:pt x="48934" y="212639"/>
                  </a:lnTo>
                  <a:lnTo>
                    <a:pt x="49297" y="212223"/>
                  </a:lnTo>
                  <a:lnTo>
                    <a:pt x="49413" y="211573"/>
                  </a:lnTo>
                  <a:lnTo>
                    <a:pt x="49377" y="211058"/>
                  </a:lnTo>
                  <a:lnTo>
                    <a:pt x="49499" y="210861"/>
                  </a:lnTo>
                  <a:lnTo>
                    <a:pt x="49626" y="210506"/>
                  </a:lnTo>
                  <a:lnTo>
                    <a:pt x="49691" y="210225"/>
                  </a:lnTo>
                  <a:lnTo>
                    <a:pt x="49693" y="209954"/>
                  </a:lnTo>
                  <a:lnTo>
                    <a:pt x="50169" y="209320"/>
                  </a:lnTo>
                  <a:lnTo>
                    <a:pt x="51423" y="209252"/>
                  </a:lnTo>
                  <a:lnTo>
                    <a:pt x="51725" y="209270"/>
                  </a:lnTo>
                  <a:lnTo>
                    <a:pt x="52173" y="208930"/>
                  </a:lnTo>
                  <a:lnTo>
                    <a:pt x="53300" y="208723"/>
                  </a:lnTo>
                  <a:lnTo>
                    <a:pt x="53973" y="208808"/>
                  </a:lnTo>
                  <a:lnTo>
                    <a:pt x="54387" y="208958"/>
                  </a:lnTo>
                  <a:lnTo>
                    <a:pt x="55200" y="209389"/>
                  </a:lnTo>
                  <a:lnTo>
                    <a:pt x="55710" y="209798"/>
                  </a:lnTo>
                  <a:lnTo>
                    <a:pt x="56188" y="210201"/>
                  </a:lnTo>
                  <a:lnTo>
                    <a:pt x="56364" y="210178"/>
                  </a:lnTo>
                  <a:lnTo>
                    <a:pt x="56750" y="209944"/>
                  </a:lnTo>
                  <a:lnTo>
                    <a:pt x="56889" y="209798"/>
                  </a:lnTo>
                  <a:lnTo>
                    <a:pt x="57208" y="209585"/>
                  </a:lnTo>
                  <a:lnTo>
                    <a:pt x="57684" y="209653"/>
                  </a:lnTo>
                  <a:lnTo>
                    <a:pt x="58251" y="209276"/>
                  </a:lnTo>
                  <a:lnTo>
                    <a:pt x="59079" y="209457"/>
                  </a:lnTo>
                  <a:lnTo>
                    <a:pt x="60035" y="209557"/>
                  </a:lnTo>
                  <a:lnTo>
                    <a:pt x="60481" y="209655"/>
                  </a:lnTo>
                  <a:lnTo>
                    <a:pt x="61262" y="209621"/>
                  </a:lnTo>
                  <a:lnTo>
                    <a:pt x="61747" y="209466"/>
                  </a:lnTo>
                  <a:lnTo>
                    <a:pt x="62214" y="209269"/>
                  </a:lnTo>
                  <a:lnTo>
                    <a:pt x="62258" y="208917"/>
                  </a:lnTo>
                  <a:lnTo>
                    <a:pt x="62724" y="208851"/>
                  </a:lnTo>
                  <a:lnTo>
                    <a:pt x="62887" y="208804"/>
                  </a:lnTo>
                  <a:lnTo>
                    <a:pt x="62981" y="208402"/>
                  </a:lnTo>
                  <a:lnTo>
                    <a:pt x="63049" y="208085"/>
                  </a:lnTo>
                  <a:lnTo>
                    <a:pt x="63134" y="207814"/>
                  </a:lnTo>
                  <a:lnTo>
                    <a:pt x="63355" y="207801"/>
                  </a:lnTo>
                  <a:lnTo>
                    <a:pt x="63723" y="207807"/>
                  </a:lnTo>
                  <a:lnTo>
                    <a:pt x="63909" y="207816"/>
                  </a:lnTo>
                  <a:lnTo>
                    <a:pt x="64552" y="207863"/>
                  </a:lnTo>
                  <a:lnTo>
                    <a:pt x="64750" y="207987"/>
                  </a:lnTo>
                  <a:lnTo>
                    <a:pt x="64607" y="208219"/>
                  </a:lnTo>
                  <a:lnTo>
                    <a:pt x="64778" y="208573"/>
                  </a:lnTo>
                  <a:lnTo>
                    <a:pt x="65184" y="209020"/>
                  </a:lnTo>
                  <a:lnTo>
                    <a:pt x="65521" y="209506"/>
                  </a:lnTo>
                  <a:lnTo>
                    <a:pt x="65709" y="209783"/>
                  </a:lnTo>
                  <a:lnTo>
                    <a:pt x="66302" y="210357"/>
                  </a:lnTo>
                  <a:lnTo>
                    <a:pt x="66185" y="210860"/>
                  </a:lnTo>
                  <a:lnTo>
                    <a:pt x="66249" y="211519"/>
                  </a:lnTo>
                  <a:lnTo>
                    <a:pt x="66308" y="211883"/>
                  </a:lnTo>
                  <a:lnTo>
                    <a:pt x="66286" y="212365"/>
                  </a:lnTo>
                  <a:lnTo>
                    <a:pt x="66377" y="212925"/>
                  </a:lnTo>
                  <a:lnTo>
                    <a:pt x="66596" y="212933"/>
                  </a:lnTo>
                  <a:lnTo>
                    <a:pt x="66983" y="213629"/>
                  </a:lnTo>
                  <a:lnTo>
                    <a:pt x="67428" y="213829"/>
                  </a:lnTo>
                  <a:lnTo>
                    <a:pt x="67614" y="214240"/>
                  </a:lnTo>
                  <a:lnTo>
                    <a:pt x="67537" y="214561"/>
                  </a:lnTo>
                  <a:lnTo>
                    <a:pt x="67200" y="214587"/>
                  </a:lnTo>
                  <a:lnTo>
                    <a:pt x="67083" y="214759"/>
                  </a:lnTo>
                  <a:lnTo>
                    <a:pt x="67948" y="215060"/>
                  </a:lnTo>
                  <a:lnTo>
                    <a:pt x="68230" y="215014"/>
                  </a:lnTo>
                  <a:lnTo>
                    <a:pt x="68610" y="215693"/>
                  </a:lnTo>
                  <a:lnTo>
                    <a:pt x="68863" y="216611"/>
                  </a:lnTo>
                  <a:lnTo>
                    <a:pt x="68939" y="216979"/>
                  </a:lnTo>
                  <a:lnTo>
                    <a:pt x="68940" y="217206"/>
                  </a:lnTo>
                  <a:lnTo>
                    <a:pt x="68770" y="217553"/>
                  </a:lnTo>
                  <a:lnTo>
                    <a:pt x="68889" y="218065"/>
                  </a:lnTo>
                  <a:lnTo>
                    <a:pt x="69220" y="218406"/>
                  </a:lnTo>
                  <a:lnTo>
                    <a:pt x="69399" y="218541"/>
                  </a:lnTo>
                  <a:lnTo>
                    <a:pt x="69710" y="218874"/>
                  </a:lnTo>
                  <a:lnTo>
                    <a:pt x="69090" y="219231"/>
                  </a:lnTo>
                  <a:lnTo>
                    <a:pt x="68892" y="219268"/>
                  </a:lnTo>
                  <a:lnTo>
                    <a:pt x="68947" y="219499"/>
                  </a:lnTo>
                  <a:lnTo>
                    <a:pt x="69037" y="219681"/>
                  </a:lnTo>
                  <a:lnTo>
                    <a:pt x="68995" y="220112"/>
                  </a:lnTo>
                  <a:lnTo>
                    <a:pt x="68850" y="220318"/>
                  </a:lnTo>
                  <a:lnTo>
                    <a:pt x="69321" y="220907"/>
                  </a:lnTo>
                  <a:lnTo>
                    <a:pt x="69315" y="221254"/>
                  </a:lnTo>
                  <a:lnTo>
                    <a:pt x="69167" y="221407"/>
                  </a:lnTo>
                  <a:lnTo>
                    <a:pt x="68912" y="222173"/>
                  </a:lnTo>
                  <a:lnTo>
                    <a:pt x="68791" y="222373"/>
                  </a:lnTo>
                  <a:lnTo>
                    <a:pt x="68728" y="222629"/>
                  </a:lnTo>
                  <a:lnTo>
                    <a:pt x="69221" y="223657"/>
                  </a:lnTo>
                  <a:lnTo>
                    <a:pt x="69523" y="223655"/>
                  </a:lnTo>
                  <a:lnTo>
                    <a:pt x="69774" y="223583"/>
                  </a:lnTo>
                  <a:lnTo>
                    <a:pt x="69963" y="223850"/>
                  </a:lnTo>
                  <a:lnTo>
                    <a:pt x="70005" y="224077"/>
                  </a:lnTo>
                  <a:lnTo>
                    <a:pt x="69616" y="224513"/>
                  </a:lnTo>
                  <a:lnTo>
                    <a:pt x="69359" y="224802"/>
                  </a:lnTo>
                  <a:lnTo>
                    <a:pt x="69195" y="225238"/>
                  </a:lnTo>
                  <a:lnTo>
                    <a:pt x="68644" y="225548"/>
                  </a:lnTo>
                  <a:lnTo>
                    <a:pt x="67486" y="225961"/>
                  </a:lnTo>
                  <a:lnTo>
                    <a:pt x="67082" y="225817"/>
                  </a:lnTo>
                  <a:lnTo>
                    <a:pt x="66660" y="225866"/>
                  </a:lnTo>
                  <a:lnTo>
                    <a:pt x="66583" y="226425"/>
                  </a:lnTo>
                  <a:lnTo>
                    <a:pt x="66822" y="226596"/>
                  </a:lnTo>
                  <a:lnTo>
                    <a:pt x="67268" y="227085"/>
                  </a:lnTo>
                  <a:lnTo>
                    <a:pt x="67507" y="227395"/>
                  </a:lnTo>
                  <a:lnTo>
                    <a:pt x="67672" y="227379"/>
                  </a:lnTo>
                  <a:lnTo>
                    <a:pt x="67866" y="227360"/>
                  </a:lnTo>
                  <a:lnTo>
                    <a:pt x="68101" y="228942"/>
                  </a:lnTo>
                  <a:lnTo>
                    <a:pt x="68178" y="229650"/>
                  </a:lnTo>
                  <a:lnTo>
                    <a:pt x="68140" y="230031"/>
                  </a:lnTo>
                  <a:lnTo>
                    <a:pt x="68175" y="230901"/>
                  </a:lnTo>
                  <a:lnTo>
                    <a:pt x="68314" y="232242"/>
                  </a:lnTo>
                  <a:lnTo>
                    <a:pt x="68343" y="232586"/>
                  </a:lnTo>
                  <a:lnTo>
                    <a:pt x="68393" y="233198"/>
                  </a:lnTo>
                  <a:lnTo>
                    <a:pt x="68321" y="233528"/>
                  </a:lnTo>
                  <a:lnTo>
                    <a:pt x="68302" y="234197"/>
                  </a:lnTo>
                  <a:lnTo>
                    <a:pt x="68288" y="234828"/>
                  </a:lnTo>
                  <a:lnTo>
                    <a:pt x="68311" y="235030"/>
                  </a:lnTo>
                  <a:lnTo>
                    <a:pt x="68326" y="235327"/>
                  </a:lnTo>
                  <a:lnTo>
                    <a:pt x="67927" y="235632"/>
                  </a:lnTo>
                  <a:lnTo>
                    <a:pt x="67796" y="235729"/>
                  </a:lnTo>
                  <a:lnTo>
                    <a:pt x="67563" y="235829"/>
                  </a:lnTo>
                  <a:lnTo>
                    <a:pt x="67163" y="236080"/>
                  </a:lnTo>
                  <a:lnTo>
                    <a:pt x="66749" y="236605"/>
                  </a:lnTo>
                  <a:lnTo>
                    <a:pt x="67047" y="237344"/>
                  </a:lnTo>
                  <a:lnTo>
                    <a:pt x="67244" y="237370"/>
                  </a:lnTo>
                  <a:lnTo>
                    <a:pt x="67267" y="236957"/>
                  </a:lnTo>
                  <a:lnTo>
                    <a:pt x="67639" y="236903"/>
                  </a:lnTo>
                  <a:lnTo>
                    <a:pt x="68375" y="236859"/>
                  </a:lnTo>
                  <a:lnTo>
                    <a:pt x="69209" y="236802"/>
                  </a:lnTo>
                  <a:lnTo>
                    <a:pt x="69619" y="236695"/>
                  </a:lnTo>
                  <a:lnTo>
                    <a:pt x="70116" y="236624"/>
                  </a:lnTo>
                  <a:lnTo>
                    <a:pt x="70843" y="236586"/>
                  </a:lnTo>
                  <a:lnTo>
                    <a:pt x="70995" y="236580"/>
                  </a:lnTo>
                  <a:lnTo>
                    <a:pt x="71438" y="236579"/>
                  </a:lnTo>
                  <a:lnTo>
                    <a:pt x="71441" y="236765"/>
                  </a:lnTo>
                  <a:lnTo>
                    <a:pt x="71443" y="236910"/>
                  </a:lnTo>
                  <a:lnTo>
                    <a:pt x="71780" y="236903"/>
                  </a:lnTo>
                  <a:lnTo>
                    <a:pt x="71962" y="236898"/>
                  </a:lnTo>
                  <a:lnTo>
                    <a:pt x="72274" y="236881"/>
                  </a:lnTo>
                  <a:lnTo>
                    <a:pt x="72541" y="236837"/>
                  </a:lnTo>
                  <a:lnTo>
                    <a:pt x="72972" y="236736"/>
                  </a:lnTo>
                  <a:lnTo>
                    <a:pt x="73332" y="236627"/>
                  </a:lnTo>
                  <a:lnTo>
                    <a:pt x="73920" y="236616"/>
                  </a:lnTo>
                  <a:lnTo>
                    <a:pt x="74710" y="237390"/>
                  </a:lnTo>
                  <a:lnTo>
                    <a:pt x="75440" y="237465"/>
                  </a:lnTo>
                  <a:lnTo>
                    <a:pt x="75573" y="237420"/>
                  </a:lnTo>
                  <a:lnTo>
                    <a:pt x="75749" y="237359"/>
                  </a:lnTo>
                  <a:lnTo>
                    <a:pt x="76337" y="236981"/>
                  </a:lnTo>
                  <a:lnTo>
                    <a:pt x="76474" y="236767"/>
                  </a:lnTo>
                  <a:lnTo>
                    <a:pt x="76572" y="236627"/>
                  </a:lnTo>
                  <a:lnTo>
                    <a:pt x="76808" y="236634"/>
                  </a:lnTo>
                  <a:lnTo>
                    <a:pt x="77125" y="236104"/>
                  </a:lnTo>
                  <a:lnTo>
                    <a:pt x="77535" y="236074"/>
                  </a:lnTo>
                  <a:lnTo>
                    <a:pt x="77685" y="236151"/>
                  </a:lnTo>
                  <a:lnTo>
                    <a:pt x="78385" y="236572"/>
                  </a:lnTo>
                  <a:lnTo>
                    <a:pt x="78549" y="236626"/>
                  </a:lnTo>
                  <a:lnTo>
                    <a:pt x="79141" y="236514"/>
                  </a:lnTo>
                  <a:lnTo>
                    <a:pt x="79901" y="236539"/>
                  </a:lnTo>
                  <a:lnTo>
                    <a:pt x="80052" y="237195"/>
                  </a:lnTo>
                  <a:lnTo>
                    <a:pt x="81018" y="237171"/>
                  </a:lnTo>
                  <a:lnTo>
                    <a:pt x="81150" y="237165"/>
                  </a:lnTo>
                  <a:lnTo>
                    <a:pt x="81548" y="237147"/>
                  </a:lnTo>
                  <a:lnTo>
                    <a:pt x="81961" y="237130"/>
                  </a:lnTo>
                  <a:lnTo>
                    <a:pt x="82250" y="237119"/>
                  </a:lnTo>
                  <a:lnTo>
                    <a:pt x="82604" y="237363"/>
                  </a:lnTo>
                  <a:lnTo>
                    <a:pt x="82608" y="237747"/>
                  </a:lnTo>
                  <a:lnTo>
                    <a:pt x="82566" y="238595"/>
                  </a:lnTo>
                  <a:lnTo>
                    <a:pt x="82538" y="238887"/>
                  </a:lnTo>
                  <a:lnTo>
                    <a:pt x="82791" y="238836"/>
                  </a:lnTo>
                  <a:lnTo>
                    <a:pt x="84205" y="238611"/>
                  </a:lnTo>
                  <a:lnTo>
                    <a:pt x="84831" y="238468"/>
                  </a:lnTo>
                  <a:lnTo>
                    <a:pt x="85260" y="238134"/>
                  </a:lnTo>
                  <a:lnTo>
                    <a:pt x="85477" y="237666"/>
                  </a:lnTo>
                  <a:lnTo>
                    <a:pt x="85429" y="237146"/>
                  </a:lnTo>
                  <a:lnTo>
                    <a:pt x="85393" y="236934"/>
                  </a:lnTo>
                  <a:lnTo>
                    <a:pt x="85347" y="236497"/>
                  </a:lnTo>
                  <a:lnTo>
                    <a:pt x="86305" y="236209"/>
                  </a:lnTo>
                  <a:lnTo>
                    <a:pt x="86946" y="236583"/>
                  </a:lnTo>
                  <a:lnTo>
                    <a:pt x="87635" y="237746"/>
                  </a:lnTo>
                  <a:lnTo>
                    <a:pt x="87820" y="237726"/>
                  </a:lnTo>
                  <a:lnTo>
                    <a:pt x="88388" y="237675"/>
                  </a:lnTo>
                  <a:lnTo>
                    <a:pt x="89072" y="237658"/>
                  </a:lnTo>
                  <a:lnTo>
                    <a:pt x="89970" y="237606"/>
                  </a:lnTo>
                  <a:lnTo>
                    <a:pt x="90240" y="237536"/>
                  </a:lnTo>
                  <a:lnTo>
                    <a:pt x="90527" y="237360"/>
                  </a:lnTo>
                  <a:lnTo>
                    <a:pt x="90410" y="236935"/>
                  </a:lnTo>
                  <a:lnTo>
                    <a:pt x="90117" y="236669"/>
                  </a:lnTo>
                  <a:lnTo>
                    <a:pt x="89717" y="236145"/>
                  </a:lnTo>
                  <a:lnTo>
                    <a:pt x="89539" y="235900"/>
                  </a:lnTo>
                  <a:lnTo>
                    <a:pt x="89400" y="235709"/>
                  </a:lnTo>
                  <a:lnTo>
                    <a:pt x="89326" y="235248"/>
                  </a:lnTo>
                  <a:lnTo>
                    <a:pt x="89650" y="234678"/>
                  </a:lnTo>
                  <a:lnTo>
                    <a:pt x="89942" y="234062"/>
                  </a:lnTo>
                  <a:lnTo>
                    <a:pt x="90013" y="233696"/>
                  </a:lnTo>
                  <a:lnTo>
                    <a:pt x="89686" y="233479"/>
                  </a:lnTo>
                  <a:lnTo>
                    <a:pt x="89541" y="233452"/>
                  </a:lnTo>
                  <a:lnTo>
                    <a:pt x="89245" y="233398"/>
                  </a:lnTo>
                  <a:lnTo>
                    <a:pt x="89031" y="233361"/>
                  </a:lnTo>
                  <a:lnTo>
                    <a:pt x="88804" y="233318"/>
                  </a:lnTo>
                  <a:lnTo>
                    <a:pt x="88546" y="232889"/>
                  </a:lnTo>
                  <a:lnTo>
                    <a:pt x="87823" y="232264"/>
                  </a:lnTo>
                  <a:lnTo>
                    <a:pt x="87773" y="231811"/>
                  </a:lnTo>
                  <a:lnTo>
                    <a:pt x="87906" y="231727"/>
                  </a:lnTo>
                  <a:lnTo>
                    <a:pt x="88356" y="231474"/>
                  </a:lnTo>
                  <a:lnTo>
                    <a:pt x="88909" y="231283"/>
                  </a:lnTo>
                  <a:lnTo>
                    <a:pt x="89417" y="231168"/>
                  </a:lnTo>
                  <a:lnTo>
                    <a:pt x="89995" y="231030"/>
                  </a:lnTo>
                  <a:lnTo>
                    <a:pt x="90410" y="230912"/>
                  </a:lnTo>
                  <a:lnTo>
                    <a:pt x="91576" y="230581"/>
                  </a:lnTo>
                  <a:lnTo>
                    <a:pt x="91791" y="230519"/>
                  </a:lnTo>
                  <a:lnTo>
                    <a:pt x="91951" y="230474"/>
                  </a:lnTo>
                  <a:lnTo>
                    <a:pt x="93039" y="230089"/>
                  </a:lnTo>
                  <a:lnTo>
                    <a:pt x="93461" y="229834"/>
                  </a:lnTo>
                  <a:lnTo>
                    <a:pt x="93757" y="229658"/>
                  </a:lnTo>
                  <a:lnTo>
                    <a:pt x="94173" y="229497"/>
                  </a:lnTo>
                  <a:lnTo>
                    <a:pt x="94670" y="229309"/>
                  </a:lnTo>
                  <a:lnTo>
                    <a:pt x="96033" y="228849"/>
                  </a:lnTo>
                  <a:lnTo>
                    <a:pt x="96504" y="228717"/>
                  </a:lnTo>
                  <a:lnTo>
                    <a:pt x="96977" y="228575"/>
                  </a:lnTo>
                  <a:lnTo>
                    <a:pt x="97246" y="228463"/>
                  </a:lnTo>
                  <a:lnTo>
                    <a:pt x="97879" y="228204"/>
                  </a:lnTo>
                  <a:lnTo>
                    <a:pt x="98169" y="228084"/>
                  </a:lnTo>
                  <a:lnTo>
                    <a:pt x="99041" y="227572"/>
                  </a:lnTo>
                  <a:lnTo>
                    <a:pt x="99272" y="227299"/>
                  </a:lnTo>
                  <a:lnTo>
                    <a:pt x="99620" y="227109"/>
                  </a:lnTo>
                  <a:lnTo>
                    <a:pt x="99930" y="227056"/>
                  </a:lnTo>
                  <a:lnTo>
                    <a:pt x="100312" y="226845"/>
                  </a:lnTo>
                  <a:lnTo>
                    <a:pt x="101101" y="226401"/>
                  </a:lnTo>
                  <a:lnTo>
                    <a:pt x="101889" y="225950"/>
                  </a:lnTo>
                  <a:lnTo>
                    <a:pt x="102354" y="225566"/>
                  </a:lnTo>
                  <a:lnTo>
                    <a:pt x="103085" y="225319"/>
                  </a:lnTo>
                  <a:lnTo>
                    <a:pt x="103763" y="225007"/>
                  </a:lnTo>
                  <a:lnTo>
                    <a:pt x="104144" y="224575"/>
                  </a:lnTo>
                  <a:lnTo>
                    <a:pt x="105916" y="223410"/>
                  </a:lnTo>
                  <a:lnTo>
                    <a:pt x="106573" y="223048"/>
                  </a:lnTo>
                  <a:lnTo>
                    <a:pt x="106992" y="222813"/>
                  </a:lnTo>
                  <a:lnTo>
                    <a:pt x="107339" y="222476"/>
                  </a:lnTo>
                  <a:lnTo>
                    <a:pt x="107350" y="222138"/>
                  </a:lnTo>
                  <a:lnTo>
                    <a:pt x="108406" y="221786"/>
                  </a:lnTo>
                  <a:lnTo>
                    <a:pt x="109456" y="221789"/>
                  </a:lnTo>
                  <a:lnTo>
                    <a:pt x="110145" y="221242"/>
                  </a:lnTo>
                  <a:lnTo>
                    <a:pt x="110553" y="220432"/>
                  </a:lnTo>
                  <a:lnTo>
                    <a:pt x="110997" y="220412"/>
                  </a:lnTo>
                  <a:lnTo>
                    <a:pt x="111292" y="220374"/>
                  </a:lnTo>
                  <a:lnTo>
                    <a:pt x="111460" y="220280"/>
                  </a:lnTo>
                  <a:lnTo>
                    <a:pt x="111727" y="220100"/>
                  </a:lnTo>
                  <a:lnTo>
                    <a:pt x="111816" y="219953"/>
                  </a:lnTo>
                  <a:lnTo>
                    <a:pt x="111962" y="219711"/>
                  </a:lnTo>
                  <a:lnTo>
                    <a:pt x="112093" y="219480"/>
                  </a:lnTo>
                  <a:lnTo>
                    <a:pt x="112169" y="219346"/>
                  </a:lnTo>
                  <a:lnTo>
                    <a:pt x="113018" y="219156"/>
                  </a:lnTo>
                  <a:lnTo>
                    <a:pt x="113441" y="219286"/>
                  </a:lnTo>
                  <a:lnTo>
                    <a:pt x="113741" y="219276"/>
                  </a:lnTo>
                  <a:lnTo>
                    <a:pt x="113881" y="219266"/>
                  </a:lnTo>
                  <a:lnTo>
                    <a:pt x="114981" y="219134"/>
                  </a:lnTo>
                  <a:lnTo>
                    <a:pt x="115130" y="219083"/>
                  </a:lnTo>
                  <a:lnTo>
                    <a:pt x="115531" y="218931"/>
                  </a:lnTo>
                  <a:lnTo>
                    <a:pt x="115759" y="218842"/>
                  </a:lnTo>
                  <a:lnTo>
                    <a:pt x="116199" y="218633"/>
                  </a:lnTo>
                  <a:lnTo>
                    <a:pt x="116523" y="218501"/>
                  </a:lnTo>
                  <a:lnTo>
                    <a:pt x="116634" y="218822"/>
                  </a:lnTo>
                  <a:lnTo>
                    <a:pt x="116680" y="218958"/>
                  </a:lnTo>
                  <a:lnTo>
                    <a:pt x="116806" y="219357"/>
                  </a:lnTo>
                  <a:lnTo>
                    <a:pt x="116874" y="219574"/>
                  </a:lnTo>
                  <a:lnTo>
                    <a:pt x="116957" y="219855"/>
                  </a:lnTo>
                  <a:lnTo>
                    <a:pt x="117054" y="220186"/>
                  </a:lnTo>
                  <a:lnTo>
                    <a:pt x="117176" y="220513"/>
                  </a:lnTo>
                  <a:lnTo>
                    <a:pt x="117326" y="220847"/>
                  </a:lnTo>
                  <a:lnTo>
                    <a:pt x="117408" y="220994"/>
                  </a:lnTo>
                  <a:lnTo>
                    <a:pt x="117736" y="221495"/>
                  </a:lnTo>
                  <a:lnTo>
                    <a:pt x="117851" y="221656"/>
                  </a:lnTo>
                  <a:lnTo>
                    <a:pt x="118008" y="221901"/>
                  </a:lnTo>
                  <a:lnTo>
                    <a:pt x="118103" y="222076"/>
                  </a:lnTo>
                  <a:lnTo>
                    <a:pt x="118215" y="222285"/>
                  </a:lnTo>
                  <a:lnTo>
                    <a:pt x="118338" y="222530"/>
                  </a:lnTo>
                  <a:lnTo>
                    <a:pt x="118422" y="222692"/>
                  </a:lnTo>
                  <a:lnTo>
                    <a:pt x="118552" y="222876"/>
                  </a:lnTo>
                  <a:lnTo>
                    <a:pt x="118923" y="223315"/>
                  </a:lnTo>
                  <a:lnTo>
                    <a:pt x="119145" y="223574"/>
                  </a:lnTo>
                  <a:lnTo>
                    <a:pt x="119732" y="224274"/>
                  </a:lnTo>
                  <a:lnTo>
                    <a:pt x="120353" y="225118"/>
                  </a:lnTo>
                  <a:lnTo>
                    <a:pt x="120259" y="225635"/>
                  </a:lnTo>
                  <a:lnTo>
                    <a:pt x="120399" y="226504"/>
                  </a:lnTo>
                  <a:lnTo>
                    <a:pt x="120703" y="226874"/>
                  </a:lnTo>
                  <a:lnTo>
                    <a:pt x="120883" y="227125"/>
                  </a:lnTo>
                  <a:lnTo>
                    <a:pt x="121004" y="227837"/>
                  </a:lnTo>
                  <a:lnTo>
                    <a:pt x="121824" y="227831"/>
                  </a:lnTo>
                  <a:lnTo>
                    <a:pt x="121829" y="227599"/>
                  </a:lnTo>
                  <a:lnTo>
                    <a:pt x="121971" y="227541"/>
                  </a:lnTo>
                  <a:lnTo>
                    <a:pt x="122707" y="227542"/>
                  </a:lnTo>
                  <a:lnTo>
                    <a:pt x="124190" y="227590"/>
                  </a:lnTo>
                  <a:lnTo>
                    <a:pt x="124051" y="227880"/>
                  </a:lnTo>
                  <a:lnTo>
                    <a:pt x="125185" y="227491"/>
                  </a:lnTo>
                  <a:lnTo>
                    <a:pt x="125557" y="227268"/>
                  </a:lnTo>
                  <a:lnTo>
                    <a:pt x="126061" y="226634"/>
                  </a:lnTo>
                  <a:lnTo>
                    <a:pt x="126345" y="226058"/>
                  </a:lnTo>
                  <a:lnTo>
                    <a:pt x="126260" y="225822"/>
                  </a:lnTo>
                  <a:lnTo>
                    <a:pt x="126077" y="225597"/>
                  </a:lnTo>
                  <a:lnTo>
                    <a:pt x="125657" y="225165"/>
                  </a:lnTo>
                  <a:lnTo>
                    <a:pt x="125524" y="225087"/>
                  </a:lnTo>
                  <a:lnTo>
                    <a:pt x="125218" y="224742"/>
                  </a:lnTo>
                  <a:lnTo>
                    <a:pt x="125283" y="224026"/>
                  </a:lnTo>
                  <a:lnTo>
                    <a:pt x="125513" y="223704"/>
                  </a:lnTo>
                  <a:lnTo>
                    <a:pt x="126304" y="222940"/>
                  </a:lnTo>
                  <a:lnTo>
                    <a:pt x="126756" y="222795"/>
                  </a:lnTo>
                  <a:lnTo>
                    <a:pt x="126911" y="222805"/>
                  </a:lnTo>
                  <a:lnTo>
                    <a:pt x="127125" y="223001"/>
                  </a:lnTo>
                  <a:lnTo>
                    <a:pt x="127628" y="223286"/>
                  </a:lnTo>
                  <a:lnTo>
                    <a:pt x="127996" y="223100"/>
                  </a:lnTo>
                  <a:lnTo>
                    <a:pt x="128126" y="222915"/>
                  </a:lnTo>
                  <a:lnTo>
                    <a:pt x="128500" y="222665"/>
                  </a:lnTo>
                  <a:lnTo>
                    <a:pt x="129191" y="223221"/>
                  </a:lnTo>
                  <a:lnTo>
                    <a:pt x="129661" y="223148"/>
                  </a:lnTo>
                  <a:lnTo>
                    <a:pt x="129928" y="222778"/>
                  </a:lnTo>
                  <a:lnTo>
                    <a:pt x="129936" y="222605"/>
                  </a:lnTo>
                  <a:lnTo>
                    <a:pt x="130264" y="221988"/>
                  </a:lnTo>
                  <a:lnTo>
                    <a:pt x="130159" y="221589"/>
                  </a:lnTo>
                  <a:lnTo>
                    <a:pt x="130394" y="221305"/>
                  </a:lnTo>
                  <a:lnTo>
                    <a:pt x="130411" y="220818"/>
                  </a:lnTo>
                  <a:lnTo>
                    <a:pt x="130706" y="220475"/>
                  </a:lnTo>
                  <a:lnTo>
                    <a:pt x="131122" y="219941"/>
                  </a:lnTo>
                  <a:lnTo>
                    <a:pt x="130940" y="219618"/>
                  </a:lnTo>
                  <a:lnTo>
                    <a:pt x="130873" y="219467"/>
                  </a:lnTo>
                  <a:lnTo>
                    <a:pt x="131104" y="219158"/>
                  </a:lnTo>
                  <a:lnTo>
                    <a:pt x="131299" y="218977"/>
                  </a:lnTo>
                  <a:lnTo>
                    <a:pt x="131964" y="218817"/>
                  </a:lnTo>
                  <a:lnTo>
                    <a:pt x="132415" y="218436"/>
                  </a:lnTo>
                  <a:lnTo>
                    <a:pt x="132667" y="218225"/>
                  </a:lnTo>
                  <a:lnTo>
                    <a:pt x="133034" y="218246"/>
                  </a:lnTo>
                  <a:lnTo>
                    <a:pt x="133485" y="218119"/>
                  </a:lnTo>
                  <a:lnTo>
                    <a:pt x="133616" y="217970"/>
                  </a:lnTo>
                  <a:lnTo>
                    <a:pt x="133617" y="217840"/>
                  </a:lnTo>
                  <a:lnTo>
                    <a:pt x="133745" y="217646"/>
                  </a:lnTo>
                  <a:lnTo>
                    <a:pt x="134024" y="217356"/>
                  </a:lnTo>
                  <a:lnTo>
                    <a:pt x="134533" y="217448"/>
                  </a:lnTo>
                  <a:lnTo>
                    <a:pt x="134809" y="217066"/>
                  </a:lnTo>
                  <a:lnTo>
                    <a:pt x="134944" y="216730"/>
                  </a:lnTo>
                  <a:lnTo>
                    <a:pt x="135019" y="216455"/>
                  </a:lnTo>
                  <a:lnTo>
                    <a:pt x="135116" y="216091"/>
                  </a:lnTo>
                  <a:lnTo>
                    <a:pt x="135580" y="215568"/>
                  </a:lnTo>
                  <a:lnTo>
                    <a:pt x="136314" y="215377"/>
                  </a:lnTo>
                  <a:lnTo>
                    <a:pt x="137087" y="215236"/>
                  </a:lnTo>
                  <a:lnTo>
                    <a:pt x="137834" y="215251"/>
                  </a:lnTo>
                  <a:lnTo>
                    <a:pt x="138359" y="215564"/>
                  </a:lnTo>
                  <a:lnTo>
                    <a:pt x="138593" y="215689"/>
                  </a:lnTo>
                  <a:lnTo>
                    <a:pt x="138952" y="215872"/>
                  </a:lnTo>
                  <a:lnTo>
                    <a:pt x="139229" y="216002"/>
                  </a:lnTo>
                  <a:lnTo>
                    <a:pt x="139494" y="216033"/>
                  </a:lnTo>
                  <a:lnTo>
                    <a:pt x="139929" y="216150"/>
                  </a:lnTo>
                  <a:lnTo>
                    <a:pt x="140155" y="216455"/>
                  </a:lnTo>
                  <a:lnTo>
                    <a:pt x="140141" y="216602"/>
                  </a:lnTo>
                  <a:lnTo>
                    <a:pt x="139996" y="217271"/>
                  </a:lnTo>
                  <a:lnTo>
                    <a:pt x="139870" y="217716"/>
                  </a:lnTo>
                  <a:lnTo>
                    <a:pt x="138951" y="218499"/>
                  </a:lnTo>
                  <a:lnTo>
                    <a:pt x="138866" y="218864"/>
                  </a:lnTo>
                  <a:lnTo>
                    <a:pt x="139176" y="218877"/>
                  </a:lnTo>
                  <a:lnTo>
                    <a:pt x="139337" y="218798"/>
                  </a:lnTo>
                  <a:lnTo>
                    <a:pt x="139495" y="218737"/>
                  </a:lnTo>
                  <a:lnTo>
                    <a:pt x="140068" y="218869"/>
                  </a:lnTo>
                  <a:lnTo>
                    <a:pt x="140292" y="219057"/>
                  </a:lnTo>
                  <a:lnTo>
                    <a:pt x="140834" y="219069"/>
                  </a:lnTo>
                  <a:lnTo>
                    <a:pt x="141815" y="218621"/>
                  </a:lnTo>
                  <a:lnTo>
                    <a:pt x="142027" y="218511"/>
                  </a:lnTo>
                  <a:lnTo>
                    <a:pt x="142164" y="218304"/>
                  </a:lnTo>
                  <a:lnTo>
                    <a:pt x="143019" y="217578"/>
                  </a:lnTo>
                  <a:lnTo>
                    <a:pt x="143324" y="217357"/>
                  </a:lnTo>
                  <a:lnTo>
                    <a:pt x="143825" y="216802"/>
                  </a:lnTo>
                  <a:lnTo>
                    <a:pt x="144081" y="217020"/>
                  </a:lnTo>
                  <a:lnTo>
                    <a:pt x="144573" y="217452"/>
                  </a:lnTo>
                  <a:lnTo>
                    <a:pt x="144922" y="217765"/>
                  </a:lnTo>
                  <a:lnTo>
                    <a:pt x="145090" y="217974"/>
                  </a:lnTo>
                  <a:lnTo>
                    <a:pt x="145371" y="218084"/>
                  </a:lnTo>
                  <a:lnTo>
                    <a:pt x="145542" y="218734"/>
                  </a:lnTo>
                  <a:lnTo>
                    <a:pt x="146137" y="219425"/>
                  </a:lnTo>
                  <a:lnTo>
                    <a:pt x="146376" y="219495"/>
                  </a:lnTo>
                  <a:lnTo>
                    <a:pt x="147013" y="219421"/>
                  </a:lnTo>
                  <a:lnTo>
                    <a:pt x="147580" y="219747"/>
                  </a:lnTo>
                  <a:lnTo>
                    <a:pt x="148454" y="219273"/>
                  </a:lnTo>
                  <a:lnTo>
                    <a:pt x="148872" y="219326"/>
                  </a:lnTo>
                  <a:lnTo>
                    <a:pt x="149175" y="219420"/>
                  </a:lnTo>
                  <a:lnTo>
                    <a:pt x="149616" y="219364"/>
                  </a:lnTo>
                  <a:lnTo>
                    <a:pt x="149971" y="219510"/>
                  </a:lnTo>
                  <a:lnTo>
                    <a:pt x="150631" y="219544"/>
                  </a:lnTo>
                  <a:lnTo>
                    <a:pt x="150929" y="219141"/>
                  </a:lnTo>
                  <a:lnTo>
                    <a:pt x="151133" y="218859"/>
                  </a:lnTo>
                  <a:lnTo>
                    <a:pt x="151316" y="218772"/>
                  </a:lnTo>
                  <a:lnTo>
                    <a:pt x="151515" y="218687"/>
                  </a:lnTo>
                  <a:lnTo>
                    <a:pt x="151701" y="218654"/>
                  </a:lnTo>
                  <a:lnTo>
                    <a:pt x="151930" y="218651"/>
                  </a:lnTo>
                  <a:lnTo>
                    <a:pt x="153121" y="218818"/>
                  </a:lnTo>
                  <a:lnTo>
                    <a:pt x="153106" y="218535"/>
                  </a:lnTo>
                  <a:lnTo>
                    <a:pt x="154543" y="218405"/>
                  </a:lnTo>
                  <a:lnTo>
                    <a:pt x="154909" y="217881"/>
                  </a:lnTo>
                  <a:lnTo>
                    <a:pt x="154962" y="217750"/>
                  </a:lnTo>
                  <a:lnTo>
                    <a:pt x="155086" y="217478"/>
                  </a:lnTo>
                  <a:lnTo>
                    <a:pt x="155299" y="217179"/>
                  </a:lnTo>
                  <a:lnTo>
                    <a:pt x="155572" y="216809"/>
                  </a:lnTo>
                  <a:lnTo>
                    <a:pt x="156131" y="216191"/>
                  </a:lnTo>
                  <a:lnTo>
                    <a:pt x="156577" y="216066"/>
                  </a:lnTo>
                  <a:lnTo>
                    <a:pt x="156783" y="216585"/>
                  </a:lnTo>
                  <a:lnTo>
                    <a:pt x="157609" y="217271"/>
                  </a:lnTo>
                  <a:lnTo>
                    <a:pt x="159537" y="216340"/>
                  </a:lnTo>
                  <a:lnTo>
                    <a:pt x="160065" y="215879"/>
                  </a:lnTo>
                  <a:lnTo>
                    <a:pt x="160412" y="215643"/>
                  </a:lnTo>
                  <a:lnTo>
                    <a:pt x="160997" y="215648"/>
                  </a:lnTo>
                  <a:lnTo>
                    <a:pt x="161692" y="215287"/>
                  </a:lnTo>
                  <a:lnTo>
                    <a:pt x="161861" y="215145"/>
                  </a:lnTo>
                  <a:lnTo>
                    <a:pt x="162045" y="214905"/>
                  </a:lnTo>
                  <a:lnTo>
                    <a:pt x="162096" y="214651"/>
                  </a:lnTo>
                  <a:lnTo>
                    <a:pt x="161967" y="214228"/>
                  </a:lnTo>
                  <a:lnTo>
                    <a:pt x="162131" y="213358"/>
                  </a:lnTo>
                  <a:lnTo>
                    <a:pt x="162273" y="212925"/>
                  </a:lnTo>
                  <a:lnTo>
                    <a:pt x="162253" y="212797"/>
                  </a:lnTo>
                  <a:lnTo>
                    <a:pt x="162167" y="212356"/>
                  </a:lnTo>
                  <a:lnTo>
                    <a:pt x="161905" y="212173"/>
                  </a:lnTo>
                  <a:lnTo>
                    <a:pt x="161908" y="211998"/>
                  </a:lnTo>
                  <a:lnTo>
                    <a:pt x="162256" y="211503"/>
                  </a:lnTo>
                  <a:lnTo>
                    <a:pt x="162398" y="211153"/>
                  </a:lnTo>
                  <a:lnTo>
                    <a:pt x="162465" y="210486"/>
                  </a:lnTo>
                  <a:lnTo>
                    <a:pt x="162473" y="210177"/>
                  </a:lnTo>
                  <a:lnTo>
                    <a:pt x="162133" y="209767"/>
                  </a:lnTo>
                  <a:lnTo>
                    <a:pt x="161927" y="209622"/>
                  </a:lnTo>
                  <a:lnTo>
                    <a:pt x="161670" y="209445"/>
                  </a:lnTo>
                  <a:lnTo>
                    <a:pt x="161489" y="209160"/>
                  </a:lnTo>
                  <a:lnTo>
                    <a:pt x="160957" y="208620"/>
                  </a:lnTo>
                  <a:lnTo>
                    <a:pt x="160883" y="208437"/>
                  </a:lnTo>
                  <a:lnTo>
                    <a:pt x="160787" y="208198"/>
                  </a:lnTo>
                  <a:lnTo>
                    <a:pt x="160709" y="207998"/>
                  </a:lnTo>
                  <a:lnTo>
                    <a:pt x="160622" y="207772"/>
                  </a:lnTo>
                  <a:lnTo>
                    <a:pt x="160486" y="207433"/>
                  </a:lnTo>
                  <a:lnTo>
                    <a:pt x="160206" y="207452"/>
                  </a:lnTo>
                  <a:lnTo>
                    <a:pt x="159573" y="207497"/>
                  </a:lnTo>
                  <a:lnTo>
                    <a:pt x="159310" y="207498"/>
                  </a:lnTo>
                  <a:lnTo>
                    <a:pt x="159118" y="207221"/>
                  </a:lnTo>
                  <a:lnTo>
                    <a:pt x="158989" y="207033"/>
                  </a:lnTo>
                  <a:lnTo>
                    <a:pt x="158850" y="206834"/>
                  </a:lnTo>
                  <a:lnTo>
                    <a:pt x="158530" y="206373"/>
                  </a:lnTo>
                  <a:lnTo>
                    <a:pt x="158215" y="205925"/>
                  </a:lnTo>
                  <a:lnTo>
                    <a:pt x="157888" y="205475"/>
                  </a:lnTo>
                  <a:lnTo>
                    <a:pt x="157723" y="205251"/>
                  </a:lnTo>
                  <a:lnTo>
                    <a:pt x="157559" y="205026"/>
                  </a:lnTo>
                  <a:lnTo>
                    <a:pt x="157312" y="204680"/>
                  </a:lnTo>
                  <a:lnTo>
                    <a:pt x="157723" y="204783"/>
                  </a:lnTo>
                  <a:lnTo>
                    <a:pt x="158379" y="204947"/>
                  </a:lnTo>
                  <a:lnTo>
                    <a:pt x="158706" y="205029"/>
                  </a:lnTo>
                  <a:lnTo>
                    <a:pt x="159031" y="205097"/>
                  </a:lnTo>
                  <a:lnTo>
                    <a:pt x="159358" y="205126"/>
                  </a:lnTo>
                  <a:lnTo>
                    <a:pt x="159687" y="205153"/>
                  </a:lnTo>
                  <a:lnTo>
                    <a:pt x="160015" y="205177"/>
                  </a:lnTo>
                  <a:lnTo>
                    <a:pt x="160342" y="205190"/>
                  </a:lnTo>
                  <a:lnTo>
                    <a:pt x="160812" y="205208"/>
                  </a:lnTo>
                  <a:lnTo>
                    <a:pt x="160833" y="205430"/>
                  </a:lnTo>
                  <a:lnTo>
                    <a:pt x="160856" y="205686"/>
                  </a:lnTo>
                  <a:lnTo>
                    <a:pt x="161183" y="205605"/>
                  </a:lnTo>
                  <a:lnTo>
                    <a:pt x="161512" y="205519"/>
                  </a:lnTo>
                  <a:lnTo>
                    <a:pt x="161842" y="205430"/>
                  </a:lnTo>
                  <a:lnTo>
                    <a:pt x="162171" y="205412"/>
                  </a:lnTo>
                  <a:lnTo>
                    <a:pt x="162501" y="205529"/>
                  </a:lnTo>
                  <a:lnTo>
                    <a:pt x="162830" y="205646"/>
                  </a:lnTo>
                  <a:lnTo>
                    <a:pt x="163158" y="205681"/>
                  </a:lnTo>
                  <a:lnTo>
                    <a:pt x="163489" y="205562"/>
                  </a:lnTo>
                  <a:lnTo>
                    <a:pt x="163909" y="205405"/>
                  </a:lnTo>
                  <a:lnTo>
                    <a:pt x="163993" y="205089"/>
                  </a:lnTo>
                  <a:lnTo>
                    <a:pt x="163984" y="204392"/>
                  </a:lnTo>
                  <a:lnTo>
                    <a:pt x="163637" y="204081"/>
                  </a:lnTo>
                  <a:lnTo>
                    <a:pt x="163669" y="203853"/>
                  </a:lnTo>
                  <a:lnTo>
                    <a:pt x="163706" y="203628"/>
                  </a:lnTo>
                  <a:lnTo>
                    <a:pt x="163747" y="203327"/>
                  </a:lnTo>
                  <a:lnTo>
                    <a:pt x="163503" y="203175"/>
                  </a:lnTo>
                  <a:lnTo>
                    <a:pt x="163059" y="202901"/>
                  </a:lnTo>
                  <a:lnTo>
                    <a:pt x="163070" y="202749"/>
                  </a:lnTo>
                  <a:lnTo>
                    <a:pt x="163157" y="201872"/>
                  </a:lnTo>
                  <a:lnTo>
                    <a:pt x="163241" y="201405"/>
                  </a:lnTo>
                  <a:lnTo>
                    <a:pt x="163383" y="200562"/>
                  </a:lnTo>
                  <a:lnTo>
                    <a:pt x="163305" y="200278"/>
                  </a:lnTo>
                  <a:lnTo>
                    <a:pt x="163043" y="199379"/>
                  </a:lnTo>
                  <a:lnTo>
                    <a:pt x="162878" y="198931"/>
                  </a:lnTo>
                  <a:lnTo>
                    <a:pt x="162785" y="198709"/>
                  </a:lnTo>
                  <a:lnTo>
                    <a:pt x="162478" y="198038"/>
                  </a:lnTo>
                  <a:lnTo>
                    <a:pt x="162378" y="197835"/>
                  </a:lnTo>
                  <a:lnTo>
                    <a:pt x="162135" y="196838"/>
                  </a:lnTo>
                  <a:lnTo>
                    <a:pt x="162213" y="196259"/>
                  </a:lnTo>
                  <a:lnTo>
                    <a:pt x="162286" y="196047"/>
                  </a:lnTo>
                  <a:lnTo>
                    <a:pt x="162439" y="195817"/>
                  </a:lnTo>
                  <a:lnTo>
                    <a:pt x="162660" y="195476"/>
                  </a:lnTo>
                  <a:lnTo>
                    <a:pt x="162829" y="195189"/>
                  </a:lnTo>
                  <a:lnTo>
                    <a:pt x="162591" y="194992"/>
                  </a:lnTo>
                  <a:lnTo>
                    <a:pt x="162732" y="194957"/>
                  </a:lnTo>
                  <a:lnTo>
                    <a:pt x="162923" y="194897"/>
                  </a:lnTo>
                  <a:lnTo>
                    <a:pt x="163488" y="194501"/>
                  </a:lnTo>
                  <a:lnTo>
                    <a:pt x="164304" y="193971"/>
                  </a:lnTo>
                  <a:lnTo>
                    <a:pt x="164600" y="193779"/>
                  </a:lnTo>
                  <a:lnTo>
                    <a:pt x="165438" y="193331"/>
                  </a:lnTo>
                  <a:lnTo>
                    <a:pt x="166259" y="192838"/>
                  </a:lnTo>
                  <a:lnTo>
                    <a:pt x="166633" y="192818"/>
                  </a:lnTo>
                  <a:lnTo>
                    <a:pt x="167059" y="192962"/>
                  </a:lnTo>
                  <a:lnTo>
                    <a:pt x="167387" y="192980"/>
                  </a:lnTo>
                  <a:lnTo>
                    <a:pt x="167591" y="192846"/>
                  </a:lnTo>
                  <a:lnTo>
                    <a:pt x="167874" y="192414"/>
                  </a:lnTo>
                  <a:lnTo>
                    <a:pt x="168003" y="191873"/>
                  </a:lnTo>
                  <a:lnTo>
                    <a:pt x="168005" y="191661"/>
                  </a:lnTo>
                  <a:lnTo>
                    <a:pt x="168210" y="191385"/>
                  </a:lnTo>
                  <a:lnTo>
                    <a:pt x="169144" y="191229"/>
                  </a:lnTo>
                  <a:lnTo>
                    <a:pt x="169477" y="191317"/>
                  </a:lnTo>
                  <a:lnTo>
                    <a:pt x="169899" y="191422"/>
                  </a:lnTo>
                  <a:lnTo>
                    <a:pt x="170121" y="191409"/>
                  </a:lnTo>
                  <a:lnTo>
                    <a:pt x="170464" y="191329"/>
                  </a:lnTo>
                  <a:lnTo>
                    <a:pt x="171026" y="191162"/>
                  </a:lnTo>
                  <a:lnTo>
                    <a:pt x="171263" y="191082"/>
                  </a:lnTo>
                  <a:lnTo>
                    <a:pt x="171463" y="190845"/>
                  </a:lnTo>
                  <a:lnTo>
                    <a:pt x="171583" y="190593"/>
                  </a:lnTo>
                  <a:lnTo>
                    <a:pt x="171906" y="189960"/>
                  </a:lnTo>
                  <a:lnTo>
                    <a:pt x="172235" y="189846"/>
                  </a:lnTo>
                  <a:lnTo>
                    <a:pt x="172588" y="190124"/>
                  </a:lnTo>
                  <a:lnTo>
                    <a:pt x="172760" y="190260"/>
                  </a:lnTo>
                  <a:lnTo>
                    <a:pt x="172955" y="190372"/>
                  </a:lnTo>
                  <a:lnTo>
                    <a:pt x="173308" y="190408"/>
                  </a:lnTo>
                  <a:lnTo>
                    <a:pt x="173562" y="190355"/>
                  </a:lnTo>
                  <a:lnTo>
                    <a:pt x="174816" y="190719"/>
                  </a:lnTo>
                  <a:lnTo>
                    <a:pt x="175031" y="190759"/>
                  </a:lnTo>
                  <a:lnTo>
                    <a:pt x="175260" y="190801"/>
                  </a:lnTo>
                  <a:lnTo>
                    <a:pt x="175956" y="190776"/>
                  </a:lnTo>
                  <a:lnTo>
                    <a:pt x="177125" y="190690"/>
                  </a:lnTo>
                  <a:lnTo>
                    <a:pt x="177899" y="190462"/>
                  </a:lnTo>
                  <a:lnTo>
                    <a:pt x="178981" y="190349"/>
                  </a:lnTo>
                  <a:lnTo>
                    <a:pt x="179205" y="190335"/>
                  </a:lnTo>
                  <a:lnTo>
                    <a:pt x="179490" y="190366"/>
                  </a:lnTo>
                  <a:lnTo>
                    <a:pt x="179815" y="190338"/>
                  </a:lnTo>
                  <a:lnTo>
                    <a:pt x="180138" y="190073"/>
                  </a:lnTo>
                  <a:lnTo>
                    <a:pt x="180346" y="190014"/>
                  </a:lnTo>
                  <a:lnTo>
                    <a:pt x="180646" y="189951"/>
                  </a:lnTo>
                  <a:lnTo>
                    <a:pt x="180887" y="189997"/>
                  </a:lnTo>
                  <a:lnTo>
                    <a:pt x="181029" y="190035"/>
                  </a:lnTo>
                  <a:lnTo>
                    <a:pt x="181274" y="190148"/>
                  </a:lnTo>
                  <a:lnTo>
                    <a:pt x="181698" y="190382"/>
                  </a:lnTo>
                  <a:lnTo>
                    <a:pt x="182061" y="190569"/>
                  </a:lnTo>
                  <a:lnTo>
                    <a:pt x="182684" y="190654"/>
                  </a:lnTo>
                  <a:lnTo>
                    <a:pt x="182920" y="190816"/>
                  </a:lnTo>
                  <a:lnTo>
                    <a:pt x="183184" y="191027"/>
                  </a:lnTo>
                  <a:lnTo>
                    <a:pt x="183326" y="191078"/>
                  </a:lnTo>
                  <a:lnTo>
                    <a:pt x="183845" y="191083"/>
                  </a:lnTo>
                  <a:lnTo>
                    <a:pt x="183982" y="191104"/>
                  </a:lnTo>
                  <a:lnTo>
                    <a:pt x="184622" y="191085"/>
                  </a:lnTo>
                  <a:lnTo>
                    <a:pt x="185156" y="191069"/>
                  </a:lnTo>
                  <a:lnTo>
                    <a:pt x="185867" y="191085"/>
                  </a:lnTo>
                  <a:lnTo>
                    <a:pt x="186116" y="190979"/>
                  </a:lnTo>
                  <a:lnTo>
                    <a:pt x="186395" y="190750"/>
                  </a:lnTo>
                  <a:lnTo>
                    <a:pt x="186854" y="190644"/>
                  </a:lnTo>
                  <a:lnTo>
                    <a:pt x="187141" y="190451"/>
                  </a:lnTo>
                  <a:lnTo>
                    <a:pt x="187047" y="189982"/>
                  </a:lnTo>
                  <a:lnTo>
                    <a:pt x="187126" y="189598"/>
                  </a:lnTo>
                  <a:lnTo>
                    <a:pt x="187308" y="189243"/>
                  </a:lnTo>
                  <a:lnTo>
                    <a:pt x="187310" y="188957"/>
                  </a:lnTo>
                  <a:lnTo>
                    <a:pt x="187257" y="188301"/>
                  </a:lnTo>
                  <a:lnTo>
                    <a:pt x="186786" y="187919"/>
                  </a:lnTo>
                  <a:lnTo>
                    <a:pt x="186589" y="187964"/>
                  </a:lnTo>
                  <a:lnTo>
                    <a:pt x="186373" y="188009"/>
                  </a:lnTo>
                  <a:lnTo>
                    <a:pt x="186264" y="187560"/>
                  </a:lnTo>
                  <a:lnTo>
                    <a:pt x="186319" y="187024"/>
                  </a:lnTo>
                  <a:lnTo>
                    <a:pt x="186878" y="186600"/>
                  </a:lnTo>
                  <a:lnTo>
                    <a:pt x="187580" y="186287"/>
                  </a:lnTo>
                  <a:lnTo>
                    <a:pt x="188104" y="185908"/>
                  </a:lnTo>
                  <a:lnTo>
                    <a:pt x="188133" y="185710"/>
                  </a:lnTo>
                  <a:lnTo>
                    <a:pt x="188186" y="185518"/>
                  </a:lnTo>
                  <a:lnTo>
                    <a:pt x="188297" y="185115"/>
                  </a:lnTo>
                  <a:lnTo>
                    <a:pt x="188313" y="184398"/>
                  </a:lnTo>
                  <a:lnTo>
                    <a:pt x="188497" y="184354"/>
                  </a:lnTo>
                  <a:lnTo>
                    <a:pt x="188989" y="184214"/>
                  </a:lnTo>
                  <a:lnTo>
                    <a:pt x="189737" y="183543"/>
                  </a:lnTo>
                  <a:lnTo>
                    <a:pt x="190346" y="183518"/>
                  </a:lnTo>
                  <a:lnTo>
                    <a:pt x="190768" y="183739"/>
                  </a:lnTo>
                  <a:lnTo>
                    <a:pt x="191108" y="183727"/>
                  </a:lnTo>
                  <a:lnTo>
                    <a:pt x="191334" y="183714"/>
                  </a:lnTo>
                  <a:lnTo>
                    <a:pt x="192141" y="183845"/>
                  </a:lnTo>
                  <a:lnTo>
                    <a:pt x="192504" y="184101"/>
                  </a:lnTo>
                  <a:lnTo>
                    <a:pt x="192658" y="184091"/>
                  </a:lnTo>
                  <a:lnTo>
                    <a:pt x="192920" y="183609"/>
                  </a:lnTo>
                  <a:lnTo>
                    <a:pt x="193098" y="183401"/>
                  </a:lnTo>
                  <a:lnTo>
                    <a:pt x="193672" y="183284"/>
                  </a:lnTo>
                  <a:lnTo>
                    <a:pt x="194052" y="183298"/>
                  </a:lnTo>
                  <a:lnTo>
                    <a:pt x="194287" y="183306"/>
                  </a:lnTo>
                  <a:lnTo>
                    <a:pt x="194669" y="183317"/>
                  </a:lnTo>
                  <a:lnTo>
                    <a:pt x="195091" y="183327"/>
                  </a:lnTo>
                  <a:lnTo>
                    <a:pt x="195442" y="183337"/>
                  </a:lnTo>
                  <a:lnTo>
                    <a:pt x="195807" y="183394"/>
                  </a:lnTo>
                  <a:lnTo>
                    <a:pt x="196344" y="183826"/>
                  </a:lnTo>
                  <a:lnTo>
                    <a:pt x="196543" y="184000"/>
                  </a:lnTo>
                  <a:lnTo>
                    <a:pt x="197354" y="184071"/>
                  </a:lnTo>
                  <a:lnTo>
                    <a:pt x="198236" y="184194"/>
                  </a:lnTo>
                  <a:lnTo>
                    <a:pt x="198378" y="184246"/>
                  </a:lnTo>
                  <a:lnTo>
                    <a:pt x="200249" y="184478"/>
                  </a:lnTo>
                  <a:lnTo>
                    <a:pt x="201192" y="184150"/>
                  </a:lnTo>
                  <a:lnTo>
                    <a:pt x="201374" y="184024"/>
                  </a:lnTo>
                  <a:lnTo>
                    <a:pt x="201941" y="183704"/>
                  </a:lnTo>
                  <a:lnTo>
                    <a:pt x="202613" y="183633"/>
                  </a:lnTo>
                  <a:lnTo>
                    <a:pt x="203277" y="183350"/>
                  </a:lnTo>
                  <a:lnTo>
                    <a:pt x="203583" y="183197"/>
                  </a:lnTo>
                  <a:lnTo>
                    <a:pt x="204427" y="182919"/>
                  </a:lnTo>
                  <a:lnTo>
                    <a:pt x="204909" y="182771"/>
                  </a:lnTo>
                  <a:lnTo>
                    <a:pt x="205109" y="182781"/>
                  </a:lnTo>
                  <a:lnTo>
                    <a:pt x="205252" y="182761"/>
                  </a:lnTo>
                  <a:close/>
                </a:path>
              </a:pathLst>
            </a:custGeom>
            <a:solidFill>
              <a:srgbClr val="F6E9E3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4353284" y="4709603"/>
              <a:ext cx="185339" cy="207291"/>
            </a:xfrm>
            <a:custGeom>
              <a:avLst/>
              <a:pathLst>
                <a:path w="185339" h="207291">
                  <a:moveTo>
                    <a:pt x="182879" y="182879"/>
                  </a:moveTo>
                  <a:lnTo>
                    <a:pt x="182826" y="182389"/>
                  </a:lnTo>
                  <a:lnTo>
                    <a:pt x="183087" y="182249"/>
                  </a:lnTo>
                  <a:lnTo>
                    <a:pt x="183244" y="182412"/>
                  </a:lnTo>
                  <a:lnTo>
                    <a:pt x="183559" y="182846"/>
                  </a:lnTo>
                  <a:lnTo>
                    <a:pt x="183471" y="183208"/>
                  </a:lnTo>
                  <a:lnTo>
                    <a:pt x="183057" y="183137"/>
                  </a:lnTo>
                  <a:lnTo>
                    <a:pt x="182271" y="183103"/>
                  </a:lnTo>
                  <a:lnTo>
                    <a:pt x="181766" y="183558"/>
                  </a:lnTo>
                  <a:lnTo>
                    <a:pt x="181868" y="183735"/>
                  </a:lnTo>
                  <a:lnTo>
                    <a:pt x="182010" y="184325"/>
                  </a:lnTo>
                  <a:lnTo>
                    <a:pt x="181993" y="184679"/>
                  </a:lnTo>
                  <a:lnTo>
                    <a:pt x="182052" y="185300"/>
                  </a:lnTo>
                  <a:lnTo>
                    <a:pt x="182303" y="185783"/>
                  </a:lnTo>
                  <a:lnTo>
                    <a:pt x="182439" y="186444"/>
                  </a:lnTo>
                  <a:lnTo>
                    <a:pt x="182498" y="186656"/>
                  </a:lnTo>
                  <a:lnTo>
                    <a:pt x="182541" y="186906"/>
                  </a:lnTo>
                  <a:lnTo>
                    <a:pt x="182305" y="187241"/>
                  </a:lnTo>
                  <a:lnTo>
                    <a:pt x="182192" y="187401"/>
                  </a:lnTo>
                  <a:lnTo>
                    <a:pt x="182204" y="187658"/>
                  </a:lnTo>
                  <a:lnTo>
                    <a:pt x="182061" y="187811"/>
                  </a:lnTo>
                  <a:lnTo>
                    <a:pt x="181610" y="187895"/>
                  </a:lnTo>
                  <a:lnTo>
                    <a:pt x="181678" y="188343"/>
                  </a:lnTo>
                  <a:lnTo>
                    <a:pt x="181656" y="188526"/>
                  </a:lnTo>
                  <a:lnTo>
                    <a:pt x="181374" y="188816"/>
                  </a:lnTo>
                  <a:lnTo>
                    <a:pt x="180957" y="188655"/>
                  </a:lnTo>
                  <a:lnTo>
                    <a:pt x="180912" y="189275"/>
                  </a:lnTo>
                  <a:lnTo>
                    <a:pt x="180636" y="189346"/>
                  </a:lnTo>
                  <a:lnTo>
                    <a:pt x="180338" y="189717"/>
                  </a:lnTo>
                  <a:lnTo>
                    <a:pt x="180535" y="189931"/>
                  </a:lnTo>
                  <a:lnTo>
                    <a:pt x="180494" y="190214"/>
                  </a:lnTo>
                  <a:lnTo>
                    <a:pt x="180253" y="190109"/>
                  </a:lnTo>
                  <a:lnTo>
                    <a:pt x="180076" y="190267"/>
                  </a:lnTo>
                  <a:lnTo>
                    <a:pt x="179895" y="190863"/>
                  </a:lnTo>
                  <a:lnTo>
                    <a:pt x="179890" y="191024"/>
                  </a:lnTo>
                  <a:lnTo>
                    <a:pt x="180032" y="191468"/>
                  </a:lnTo>
                  <a:lnTo>
                    <a:pt x="180242" y="191498"/>
                  </a:lnTo>
                  <a:lnTo>
                    <a:pt x="180548" y="191819"/>
                  </a:lnTo>
                  <a:lnTo>
                    <a:pt x="180226" y="191970"/>
                  </a:lnTo>
                  <a:lnTo>
                    <a:pt x="180280" y="192301"/>
                  </a:lnTo>
                  <a:lnTo>
                    <a:pt x="180603" y="192727"/>
                  </a:lnTo>
                  <a:lnTo>
                    <a:pt x="180615" y="193195"/>
                  </a:lnTo>
                  <a:lnTo>
                    <a:pt x="180851" y="193295"/>
                  </a:lnTo>
                  <a:lnTo>
                    <a:pt x="181188" y="193378"/>
                  </a:lnTo>
                  <a:lnTo>
                    <a:pt x="181193" y="193625"/>
                  </a:lnTo>
                  <a:lnTo>
                    <a:pt x="181280" y="193853"/>
                  </a:lnTo>
                  <a:lnTo>
                    <a:pt x="182435" y="194115"/>
                  </a:lnTo>
                  <a:lnTo>
                    <a:pt x="182639" y="194074"/>
                  </a:lnTo>
                  <a:lnTo>
                    <a:pt x="183303" y="194263"/>
                  </a:lnTo>
                  <a:lnTo>
                    <a:pt x="183661" y="194415"/>
                  </a:lnTo>
                  <a:lnTo>
                    <a:pt x="184028" y="194543"/>
                  </a:lnTo>
                  <a:lnTo>
                    <a:pt x="184189" y="194310"/>
                  </a:lnTo>
                  <a:lnTo>
                    <a:pt x="184515" y="194171"/>
                  </a:lnTo>
                  <a:lnTo>
                    <a:pt x="184672" y="194145"/>
                  </a:lnTo>
                  <a:lnTo>
                    <a:pt x="184942" y="194180"/>
                  </a:lnTo>
                  <a:lnTo>
                    <a:pt x="185076" y="194305"/>
                  </a:lnTo>
                  <a:lnTo>
                    <a:pt x="185256" y="194720"/>
                  </a:lnTo>
                  <a:lnTo>
                    <a:pt x="185263" y="195118"/>
                  </a:lnTo>
                  <a:lnTo>
                    <a:pt x="185157" y="195342"/>
                  </a:lnTo>
                  <a:lnTo>
                    <a:pt x="185126" y="195686"/>
                  </a:lnTo>
                  <a:lnTo>
                    <a:pt x="185282" y="195654"/>
                  </a:lnTo>
                  <a:lnTo>
                    <a:pt x="185339" y="195803"/>
                  </a:lnTo>
                  <a:lnTo>
                    <a:pt x="184851" y="195691"/>
                  </a:lnTo>
                  <a:lnTo>
                    <a:pt x="184379" y="195582"/>
                  </a:lnTo>
                  <a:lnTo>
                    <a:pt x="183873" y="195741"/>
                  </a:lnTo>
                  <a:lnTo>
                    <a:pt x="183745" y="195894"/>
                  </a:lnTo>
                  <a:lnTo>
                    <a:pt x="183608" y="195953"/>
                  </a:lnTo>
                  <a:lnTo>
                    <a:pt x="183579" y="195774"/>
                  </a:lnTo>
                  <a:lnTo>
                    <a:pt x="183223" y="195685"/>
                  </a:lnTo>
                  <a:lnTo>
                    <a:pt x="182974" y="195540"/>
                  </a:lnTo>
                  <a:lnTo>
                    <a:pt x="182389" y="196038"/>
                  </a:lnTo>
                  <a:lnTo>
                    <a:pt x="182107" y="196012"/>
                  </a:lnTo>
                  <a:lnTo>
                    <a:pt x="181811" y="196048"/>
                  </a:lnTo>
                  <a:lnTo>
                    <a:pt x="181251" y="196117"/>
                  </a:lnTo>
                  <a:lnTo>
                    <a:pt x="181069" y="196393"/>
                  </a:lnTo>
                  <a:lnTo>
                    <a:pt x="180853" y="196463"/>
                  </a:lnTo>
                  <a:lnTo>
                    <a:pt x="180675" y="196354"/>
                  </a:lnTo>
                  <a:lnTo>
                    <a:pt x="180812" y="197048"/>
                  </a:lnTo>
                  <a:lnTo>
                    <a:pt x="180592" y="197063"/>
                  </a:lnTo>
                  <a:lnTo>
                    <a:pt x="180587" y="197302"/>
                  </a:lnTo>
                  <a:lnTo>
                    <a:pt x="180645" y="197600"/>
                  </a:lnTo>
                  <a:lnTo>
                    <a:pt x="180846" y="197504"/>
                  </a:lnTo>
                  <a:lnTo>
                    <a:pt x="181096" y="197443"/>
                  </a:lnTo>
                  <a:lnTo>
                    <a:pt x="181261" y="197435"/>
                  </a:lnTo>
                  <a:lnTo>
                    <a:pt x="181671" y="198341"/>
                  </a:lnTo>
                  <a:lnTo>
                    <a:pt x="182349" y="198797"/>
                  </a:lnTo>
                  <a:lnTo>
                    <a:pt x="182495" y="198943"/>
                  </a:lnTo>
                  <a:lnTo>
                    <a:pt x="182902" y="199370"/>
                  </a:lnTo>
                  <a:lnTo>
                    <a:pt x="182708" y="199577"/>
                  </a:lnTo>
                  <a:lnTo>
                    <a:pt x="182518" y="199621"/>
                  </a:lnTo>
                  <a:lnTo>
                    <a:pt x="182155" y="199827"/>
                  </a:lnTo>
                  <a:lnTo>
                    <a:pt x="181902" y="200008"/>
                  </a:lnTo>
                  <a:lnTo>
                    <a:pt x="181665" y="200003"/>
                  </a:lnTo>
                  <a:lnTo>
                    <a:pt x="181492" y="199996"/>
                  </a:lnTo>
                  <a:lnTo>
                    <a:pt x="181361" y="200009"/>
                  </a:lnTo>
                  <a:lnTo>
                    <a:pt x="180868" y="200119"/>
                  </a:lnTo>
                  <a:lnTo>
                    <a:pt x="180832" y="200321"/>
                  </a:lnTo>
                  <a:lnTo>
                    <a:pt x="180978" y="200811"/>
                  </a:lnTo>
                  <a:lnTo>
                    <a:pt x="180743" y="200841"/>
                  </a:lnTo>
                  <a:lnTo>
                    <a:pt x="180428" y="200850"/>
                  </a:lnTo>
                  <a:lnTo>
                    <a:pt x="180407" y="201009"/>
                  </a:lnTo>
                  <a:lnTo>
                    <a:pt x="180434" y="201150"/>
                  </a:lnTo>
                  <a:lnTo>
                    <a:pt x="180405" y="201580"/>
                  </a:lnTo>
                  <a:lnTo>
                    <a:pt x="180676" y="201547"/>
                  </a:lnTo>
                  <a:lnTo>
                    <a:pt x="180764" y="201681"/>
                  </a:lnTo>
                  <a:lnTo>
                    <a:pt x="181161" y="202073"/>
                  </a:lnTo>
                  <a:lnTo>
                    <a:pt x="181124" y="202360"/>
                  </a:lnTo>
                  <a:lnTo>
                    <a:pt x="181175" y="202888"/>
                  </a:lnTo>
                  <a:lnTo>
                    <a:pt x="181166" y="203497"/>
                  </a:lnTo>
                  <a:lnTo>
                    <a:pt x="181147" y="203786"/>
                  </a:lnTo>
                  <a:lnTo>
                    <a:pt x="181208" y="204232"/>
                  </a:lnTo>
                  <a:lnTo>
                    <a:pt x="180948" y="204517"/>
                  </a:lnTo>
                  <a:lnTo>
                    <a:pt x="180709" y="204577"/>
                  </a:lnTo>
                  <a:lnTo>
                    <a:pt x="180668" y="204738"/>
                  </a:lnTo>
                  <a:lnTo>
                    <a:pt x="180676" y="204883"/>
                  </a:lnTo>
                  <a:lnTo>
                    <a:pt x="180867" y="205192"/>
                  </a:lnTo>
                  <a:lnTo>
                    <a:pt x="181329" y="205680"/>
                  </a:lnTo>
                  <a:lnTo>
                    <a:pt x="181489" y="205710"/>
                  </a:lnTo>
                  <a:lnTo>
                    <a:pt x="181352" y="205960"/>
                  </a:lnTo>
                  <a:lnTo>
                    <a:pt x="181334" y="206214"/>
                  </a:lnTo>
                  <a:lnTo>
                    <a:pt x="181121" y="206226"/>
                  </a:lnTo>
                  <a:lnTo>
                    <a:pt x="180875" y="206238"/>
                  </a:lnTo>
                  <a:lnTo>
                    <a:pt x="180604" y="206262"/>
                  </a:lnTo>
                  <a:lnTo>
                    <a:pt x="180454" y="206773"/>
                  </a:lnTo>
                  <a:lnTo>
                    <a:pt x="180379" y="206914"/>
                  </a:lnTo>
                  <a:lnTo>
                    <a:pt x="180079" y="207044"/>
                  </a:lnTo>
                  <a:lnTo>
                    <a:pt x="179823" y="207291"/>
                  </a:lnTo>
                  <a:lnTo>
                    <a:pt x="179388" y="207190"/>
                  </a:lnTo>
                  <a:lnTo>
                    <a:pt x="179182" y="207273"/>
                  </a:lnTo>
                  <a:lnTo>
                    <a:pt x="178924" y="207254"/>
                  </a:lnTo>
                  <a:lnTo>
                    <a:pt x="178705" y="207067"/>
                  </a:lnTo>
                  <a:lnTo>
                    <a:pt x="178018" y="206605"/>
                  </a:lnTo>
                  <a:lnTo>
                    <a:pt x="177498" y="206445"/>
                  </a:lnTo>
                  <a:lnTo>
                    <a:pt x="176771" y="206098"/>
                  </a:lnTo>
                  <a:lnTo>
                    <a:pt x="175949" y="205803"/>
                  </a:lnTo>
                  <a:lnTo>
                    <a:pt x="175244" y="205641"/>
                  </a:lnTo>
                  <a:lnTo>
                    <a:pt x="174736" y="205456"/>
                  </a:lnTo>
                  <a:lnTo>
                    <a:pt x="174267" y="205323"/>
                  </a:lnTo>
                  <a:lnTo>
                    <a:pt x="173905" y="205270"/>
                  </a:lnTo>
                  <a:lnTo>
                    <a:pt x="173798" y="205398"/>
                  </a:lnTo>
                  <a:lnTo>
                    <a:pt x="173646" y="205559"/>
                  </a:lnTo>
                  <a:lnTo>
                    <a:pt x="173518" y="205679"/>
                  </a:lnTo>
                  <a:lnTo>
                    <a:pt x="173372" y="205778"/>
                  </a:lnTo>
                  <a:lnTo>
                    <a:pt x="173219" y="205811"/>
                  </a:lnTo>
                  <a:lnTo>
                    <a:pt x="173026" y="205857"/>
                  </a:lnTo>
                  <a:lnTo>
                    <a:pt x="172690" y="205938"/>
                  </a:lnTo>
                  <a:lnTo>
                    <a:pt x="171627" y="205685"/>
                  </a:lnTo>
                  <a:lnTo>
                    <a:pt x="171293" y="205640"/>
                  </a:lnTo>
                  <a:lnTo>
                    <a:pt x="171141" y="205313"/>
                  </a:lnTo>
                  <a:lnTo>
                    <a:pt x="170772" y="203913"/>
                  </a:lnTo>
                  <a:lnTo>
                    <a:pt x="170528" y="203445"/>
                  </a:lnTo>
                  <a:lnTo>
                    <a:pt x="170939" y="202792"/>
                  </a:lnTo>
                  <a:lnTo>
                    <a:pt x="170850" y="202420"/>
                  </a:lnTo>
                  <a:lnTo>
                    <a:pt x="170698" y="202417"/>
                  </a:lnTo>
                  <a:lnTo>
                    <a:pt x="170221" y="202440"/>
                  </a:lnTo>
                  <a:lnTo>
                    <a:pt x="169371" y="202422"/>
                  </a:lnTo>
                  <a:lnTo>
                    <a:pt x="169244" y="202442"/>
                  </a:lnTo>
                  <a:lnTo>
                    <a:pt x="169214" y="202579"/>
                  </a:lnTo>
                  <a:lnTo>
                    <a:pt x="169052" y="202900"/>
                  </a:lnTo>
                  <a:lnTo>
                    <a:pt x="168977" y="203032"/>
                  </a:lnTo>
                  <a:lnTo>
                    <a:pt x="169019" y="203189"/>
                  </a:lnTo>
                  <a:lnTo>
                    <a:pt x="168580" y="203291"/>
                  </a:lnTo>
                  <a:lnTo>
                    <a:pt x="168086" y="203318"/>
                  </a:lnTo>
                  <a:lnTo>
                    <a:pt x="168145" y="203143"/>
                  </a:lnTo>
                  <a:lnTo>
                    <a:pt x="168152" y="203007"/>
                  </a:lnTo>
                  <a:lnTo>
                    <a:pt x="167882" y="202634"/>
                  </a:lnTo>
                  <a:lnTo>
                    <a:pt x="167833" y="202408"/>
                  </a:lnTo>
                  <a:lnTo>
                    <a:pt x="168007" y="202325"/>
                  </a:lnTo>
                  <a:lnTo>
                    <a:pt x="167863" y="202138"/>
                  </a:lnTo>
                  <a:lnTo>
                    <a:pt x="167618" y="201786"/>
                  </a:lnTo>
                  <a:lnTo>
                    <a:pt x="167852" y="201415"/>
                  </a:lnTo>
                  <a:lnTo>
                    <a:pt x="168164" y="201417"/>
                  </a:lnTo>
                  <a:lnTo>
                    <a:pt x="168419" y="201379"/>
                  </a:lnTo>
                  <a:lnTo>
                    <a:pt x="168550" y="201203"/>
                  </a:lnTo>
                  <a:lnTo>
                    <a:pt x="168790" y="201128"/>
                  </a:lnTo>
                  <a:lnTo>
                    <a:pt x="169172" y="201099"/>
                  </a:lnTo>
                  <a:lnTo>
                    <a:pt x="169195" y="200859"/>
                  </a:lnTo>
                  <a:lnTo>
                    <a:pt x="169055" y="200859"/>
                  </a:lnTo>
                  <a:lnTo>
                    <a:pt x="169126" y="200540"/>
                  </a:lnTo>
                  <a:lnTo>
                    <a:pt x="169063" y="200316"/>
                  </a:lnTo>
                  <a:lnTo>
                    <a:pt x="168880" y="200022"/>
                  </a:lnTo>
                  <a:lnTo>
                    <a:pt x="168781" y="199776"/>
                  </a:lnTo>
                  <a:lnTo>
                    <a:pt x="168421" y="199631"/>
                  </a:lnTo>
                  <a:lnTo>
                    <a:pt x="168518" y="199380"/>
                  </a:lnTo>
                  <a:lnTo>
                    <a:pt x="169016" y="198961"/>
                  </a:lnTo>
                  <a:lnTo>
                    <a:pt x="169588" y="198415"/>
                  </a:lnTo>
                  <a:lnTo>
                    <a:pt x="169738" y="198402"/>
                  </a:lnTo>
                  <a:lnTo>
                    <a:pt x="169939" y="198385"/>
                  </a:lnTo>
                  <a:lnTo>
                    <a:pt x="170101" y="198384"/>
                  </a:lnTo>
                  <a:lnTo>
                    <a:pt x="170561" y="198598"/>
                  </a:lnTo>
                  <a:lnTo>
                    <a:pt x="170504" y="198041"/>
                  </a:lnTo>
                  <a:lnTo>
                    <a:pt x="170240" y="197769"/>
                  </a:lnTo>
                  <a:lnTo>
                    <a:pt x="170067" y="197337"/>
                  </a:lnTo>
                  <a:lnTo>
                    <a:pt x="170236" y="197113"/>
                  </a:lnTo>
                  <a:lnTo>
                    <a:pt x="170026" y="196923"/>
                  </a:lnTo>
                  <a:lnTo>
                    <a:pt x="169781" y="196646"/>
                  </a:lnTo>
                  <a:lnTo>
                    <a:pt x="169797" y="196300"/>
                  </a:lnTo>
                  <a:lnTo>
                    <a:pt x="169683" y="195557"/>
                  </a:lnTo>
                  <a:lnTo>
                    <a:pt x="169216" y="194856"/>
                  </a:lnTo>
                  <a:lnTo>
                    <a:pt x="168954" y="194685"/>
                  </a:lnTo>
                  <a:lnTo>
                    <a:pt x="168519" y="194958"/>
                  </a:lnTo>
                  <a:lnTo>
                    <a:pt x="168727" y="195372"/>
                  </a:lnTo>
                  <a:lnTo>
                    <a:pt x="168804" y="195532"/>
                  </a:lnTo>
                  <a:lnTo>
                    <a:pt x="168556" y="195740"/>
                  </a:lnTo>
                  <a:lnTo>
                    <a:pt x="168048" y="195315"/>
                  </a:lnTo>
                  <a:lnTo>
                    <a:pt x="167416" y="194925"/>
                  </a:lnTo>
                  <a:lnTo>
                    <a:pt x="167009" y="194832"/>
                  </a:lnTo>
                  <a:lnTo>
                    <a:pt x="166288" y="194670"/>
                  </a:lnTo>
                  <a:lnTo>
                    <a:pt x="165428" y="193903"/>
                  </a:lnTo>
                  <a:lnTo>
                    <a:pt x="165123" y="193477"/>
                  </a:lnTo>
                  <a:lnTo>
                    <a:pt x="164748" y="193145"/>
                  </a:lnTo>
                  <a:lnTo>
                    <a:pt x="164489" y="193160"/>
                  </a:lnTo>
                  <a:lnTo>
                    <a:pt x="164321" y="193036"/>
                  </a:lnTo>
                  <a:lnTo>
                    <a:pt x="164033" y="192853"/>
                  </a:lnTo>
                  <a:lnTo>
                    <a:pt x="163900" y="192890"/>
                  </a:lnTo>
                  <a:lnTo>
                    <a:pt x="163895" y="193218"/>
                  </a:lnTo>
                  <a:lnTo>
                    <a:pt x="163695" y="193192"/>
                  </a:lnTo>
                  <a:lnTo>
                    <a:pt x="163474" y="193057"/>
                  </a:lnTo>
                  <a:lnTo>
                    <a:pt x="162998" y="192679"/>
                  </a:lnTo>
                  <a:lnTo>
                    <a:pt x="162942" y="192150"/>
                  </a:lnTo>
                  <a:lnTo>
                    <a:pt x="162927" y="191802"/>
                  </a:lnTo>
                  <a:lnTo>
                    <a:pt x="162854" y="191422"/>
                  </a:lnTo>
                  <a:lnTo>
                    <a:pt x="162864" y="191219"/>
                  </a:lnTo>
                  <a:lnTo>
                    <a:pt x="162864" y="190973"/>
                  </a:lnTo>
                  <a:lnTo>
                    <a:pt x="162852" y="190773"/>
                  </a:lnTo>
                  <a:lnTo>
                    <a:pt x="162834" y="190538"/>
                  </a:lnTo>
                  <a:lnTo>
                    <a:pt x="162915" y="190068"/>
                  </a:lnTo>
                  <a:lnTo>
                    <a:pt x="162897" y="189629"/>
                  </a:lnTo>
                  <a:lnTo>
                    <a:pt x="162287" y="189182"/>
                  </a:lnTo>
                  <a:lnTo>
                    <a:pt x="161833" y="188933"/>
                  </a:lnTo>
                  <a:lnTo>
                    <a:pt x="161683" y="188520"/>
                  </a:lnTo>
                  <a:lnTo>
                    <a:pt x="162092" y="187723"/>
                  </a:lnTo>
                  <a:lnTo>
                    <a:pt x="162289" y="187390"/>
                  </a:lnTo>
                  <a:lnTo>
                    <a:pt x="162532" y="186918"/>
                  </a:lnTo>
                  <a:lnTo>
                    <a:pt x="162557" y="186561"/>
                  </a:lnTo>
                  <a:lnTo>
                    <a:pt x="162439" y="186281"/>
                  </a:lnTo>
                  <a:lnTo>
                    <a:pt x="162389" y="185941"/>
                  </a:lnTo>
                  <a:lnTo>
                    <a:pt x="162536" y="185228"/>
                  </a:lnTo>
                  <a:lnTo>
                    <a:pt x="162641" y="185057"/>
                  </a:lnTo>
                  <a:lnTo>
                    <a:pt x="163202" y="184930"/>
                  </a:lnTo>
                  <a:lnTo>
                    <a:pt x="163548" y="185057"/>
                  </a:lnTo>
                  <a:lnTo>
                    <a:pt x="163710" y="185115"/>
                  </a:lnTo>
                  <a:lnTo>
                    <a:pt x="164424" y="185003"/>
                  </a:lnTo>
                  <a:lnTo>
                    <a:pt x="164681" y="184911"/>
                  </a:lnTo>
                  <a:lnTo>
                    <a:pt x="164680" y="184746"/>
                  </a:lnTo>
                  <a:lnTo>
                    <a:pt x="164681" y="184561"/>
                  </a:lnTo>
                  <a:lnTo>
                    <a:pt x="164796" y="184308"/>
                  </a:lnTo>
                  <a:lnTo>
                    <a:pt x="165201" y="183912"/>
                  </a:lnTo>
                  <a:lnTo>
                    <a:pt x="165450" y="183901"/>
                  </a:lnTo>
                  <a:lnTo>
                    <a:pt x="166041" y="183862"/>
                  </a:lnTo>
                  <a:lnTo>
                    <a:pt x="166210" y="183760"/>
                  </a:lnTo>
                  <a:lnTo>
                    <a:pt x="166440" y="183871"/>
                  </a:lnTo>
                  <a:lnTo>
                    <a:pt x="166661" y="184093"/>
                  </a:lnTo>
                  <a:lnTo>
                    <a:pt x="166815" y="184282"/>
                  </a:lnTo>
                  <a:lnTo>
                    <a:pt x="166915" y="184409"/>
                  </a:lnTo>
                  <a:lnTo>
                    <a:pt x="167076" y="184489"/>
                  </a:lnTo>
                  <a:lnTo>
                    <a:pt x="167469" y="184269"/>
                  </a:lnTo>
                  <a:lnTo>
                    <a:pt x="167938" y="184186"/>
                  </a:lnTo>
                  <a:lnTo>
                    <a:pt x="168294" y="184130"/>
                  </a:lnTo>
                  <a:lnTo>
                    <a:pt x="168597" y="184018"/>
                  </a:lnTo>
                  <a:lnTo>
                    <a:pt x="168904" y="183836"/>
                  </a:lnTo>
                  <a:lnTo>
                    <a:pt x="169113" y="183831"/>
                  </a:lnTo>
                  <a:lnTo>
                    <a:pt x="169242" y="184100"/>
                  </a:lnTo>
                  <a:lnTo>
                    <a:pt x="169621" y="183997"/>
                  </a:lnTo>
                  <a:lnTo>
                    <a:pt x="169939" y="183862"/>
                  </a:lnTo>
                  <a:lnTo>
                    <a:pt x="170232" y="184158"/>
                  </a:lnTo>
                  <a:lnTo>
                    <a:pt x="170580" y="184434"/>
                  </a:lnTo>
                  <a:lnTo>
                    <a:pt x="170834" y="184268"/>
                  </a:lnTo>
                  <a:lnTo>
                    <a:pt x="171017" y="184130"/>
                  </a:lnTo>
                  <a:lnTo>
                    <a:pt x="171367" y="183901"/>
                  </a:lnTo>
                  <a:lnTo>
                    <a:pt x="171714" y="184051"/>
                  </a:lnTo>
                  <a:lnTo>
                    <a:pt x="172152" y="184613"/>
                  </a:lnTo>
                  <a:lnTo>
                    <a:pt x="172564" y="184600"/>
                  </a:lnTo>
                  <a:lnTo>
                    <a:pt x="172915" y="184766"/>
                  </a:lnTo>
                  <a:lnTo>
                    <a:pt x="173176" y="185061"/>
                  </a:lnTo>
                  <a:lnTo>
                    <a:pt x="174336" y="185051"/>
                  </a:lnTo>
                  <a:lnTo>
                    <a:pt x="174506" y="184841"/>
                  </a:lnTo>
                  <a:lnTo>
                    <a:pt x="174452" y="184637"/>
                  </a:lnTo>
                  <a:lnTo>
                    <a:pt x="174942" y="184085"/>
                  </a:lnTo>
                  <a:lnTo>
                    <a:pt x="175164" y="183977"/>
                  </a:lnTo>
                  <a:lnTo>
                    <a:pt x="175694" y="183728"/>
                  </a:lnTo>
                  <a:lnTo>
                    <a:pt x="175892" y="183417"/>
                  </a:lnTo>
                  <a:lnTo>
                    <a:pt x="176114" y="183359"/>
                  </a:lnTo>
                  <a:lnTo>
                    <a:pt x="176312" y="183272"/>
                  </a:lnTo>
                  <a:lnTo>
                    <a:pt x="176657" y="183008"/>
                  </a:lnTo>
                  <a:lnTo>
                    <a:pt x="176986" y="182978"/>
                  </a:lnTo>
                  <a:lnTo>
                    <a:pt x="177191" y="182787"/>
                  </a:lnTo>
                  <a:lnTo>
                    <a:pt x="177202" y="182639"/>
                  </a:lnTo>
                  <a:lnTo>
                    <a:pt x="177759" y="182653"/>
                  </a:lnTo>
                  <a:lnTo>
                    <a:pt x="178806" y="182784"/>
                  </a:lnTo>
                  <a:lnTo>
                    <a:pt x="179250" y="183158"/>
                  </a:lnTo>
                  <a:lnTo>
                    <a:pt x="179553" y="183236"/>
                  </a:lnTo>
                  <a:lnTo>
                    <a:pt x="179740" y="183233"/>
                  </a:lnTo>
                  <a:lnTo>
                    <a:pt x="180103" y="183119"/>
                  </a:lnTo>
                  <a:lnTo>
                    <a:pt x="180761" y="182560"/>
                  </a:lnTo>
                  <a:lnTo>
                    <a:pt x="180932" y="182590"/>
                  </a:lnTo>
                  <a:lnTo>
                    <a:pt x="181085" y="182632"/>
                  </a:lnTo>
                  <a:lnTo>
                    <a:pt x="181391" y="182759"/>
                  </a:lnTo>
                  <a:lnTo>
                    <a:pt x="181527" y="182844"/>
                  </a:lnTo>
                  <a:lnTo>
                    <a:pt x="181711" y="182912"/>
                  </a:lnTo>
                  <a:lnTo>
                    <a:pt x="181845" y="182798"/>
                  </a:lnTo>
                  <a:lnTo>
                    <a:pt x="181767" y="182325"/>
                  </a:lnTo>
                  <a:lnTo>
                    <a:pt x="182093" y="182369"/>
                  </a:lnTo>
                  <a:lnTo>
                    <a:pt x="182346" y="182847"/>
                  </a:lnTo>
                  <a:lnTo>
                    <a:pt x="182616" y="182992"/>
                  </a:lnTo>
                  <a:close/>
                </a:path>
              </a:pathLst>
            </a:custGeom>
            <a:solidFill>
              <a:srgbClr val="F6E9E3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4647159" y="3985700"/>
              <a:ext cx="736171" cy="726483"/>
            </a:xfrm>
            <a:custGeom>
              <a:avLst/>
              <a:pathLst>
                <a:path w="736171" h="726483">
                  <a:moveTo>
                    <a:pt x="182879" y="182879"/>
                  </a:moveTo>
                  <a:lnTo>
                    <a:pt x="189640" y="183369"/>
                  </a:lnTo>
                  <a:lnTo>
                    <a:pt x="195470" y="183726"/>
                  </a:lnTo>
                  <a:lnTo>
                    <a:pt x="195591" y="183890"/>
                  </a:lnTo>
                  <a:lnTo>
                    <a:pt x="195757" y="184236"/>
                  </a:lnTo>
                  <a:lnTo>
                    <a:pt x="195968" y="184590"/>
                  </a:lnTo>
                  <a:lnTo>
                    <a:pt x="196401" y="185004"/>
                  </a:lnTo>
                  <a:lnTo>
                    <a:pt x="196583" y="185085"/>
                  </a:lnTo>
                  <a:lnTo>
                    <a:pt x="198133" y="185006"/>
                  </a:lnTo>
                  <a:lnTo>
                    <a:pt x="198283" y="184985"/>
                  </a:lnTo>
                  <a:lnTo>
                    <a:pt x="198431" y="184967"/>
                  </a:lnTo>
                  <a:lnTo>
                    <a:pt x="198589" y="184946"/>
                  </a:lnTo>
                  <a:lnTo>
                    <a:pt x="199371" y="184957"/>
                  </a:lnTo>
                  <a:lnTo>
                    <a:pt x="200210" y="185168"/>
                  </a:lnTo>
                  <a:lnTo>
                    <a:pt x="200845" y="185350"/>
                  </a:lnTo>
                  <a:lnTo>
                    <a:pt x="201330" y="185468"/>
                  </a:lnTo>
                  <a:lnTo>
                    <a:pt x="201779" y="185534"/>
                  </a:lnTo>
                  <a:lnTo>
                    <a:pt x="203691" y="185392"/>
                  </a:lnTo>
                  <a:lnTo>
                    <a:pt x="204049" y="185397"/>
                  </a:lnTo>
                  <a:lnTo>
                    <a:pt x="204335" y="185435"/>
                  </a:lnTo>
                  <a:lnTo>
                    <a:pt x="204632" y="185531"/>
                  </a:lnTo>
                  <a:lnTo>
                    <a:pt x="205208" y="185725"/>
                  </a:lnTo>
                  <a:lnTo>
                    <a:pt x="205607" y="185854"/>
                  </a:lnTo>
                  <a:lnTo>
                    <a:pt x="205759" y="185928"/>
                  </a:lnTo>
                  <a:lnTo>
                    <a:pt x="206256" y="186279"/>
                  </a:lnTo>
                  <a:lnTo>
                    <a:pt x="206974" y="186762"/>
                  </a:lnTo>
                  <a:lnTo>
                    <a:pt x="208350" y="187450"/>
                  </a:lnTo>
                  <a:lnTo>
                    <a:pt x="209665" y="188250"/>
                  </a:lnTo>
                  <a:lnTo>
                    <a:pt x="211290" y="190075"/>
                  </a:lnTo>
                  <a:lnTo>
                    <a:pt x="211964" y="190441"/>
                  </a:lnTo>
                  <a:lnTo>
                    <a:pt x="214662" y="191174"/>
                  </a:lnTo>
                  <a:lnTo>
                    <a:pt x="216653" y="193032"/>
                  </a:lnTo>
                  <a:lnTo>
                    <a:pt x="217049" y="193007"/>
                  </a:lnTo>
                  <a:lnTo>
                    <a:pt x="217214" y="192984"/>
                  </a:lnTo>
                  <a:lnTo>
                    <a:pt x="217408" y="192917"/>
                  </a:lnTo>
                  <a:lnTo>
                    <a:pt x="219944" y="191752"/>
                  </a:lnTo>
                  <a:lnTo>
                    <a:pt x="220869" y="191479"/>
                  </a:lnTo>
                  <a:lnTo>
                    <a:pt x="221417" y="191371"/>
                  </a:lnTo>
                  <a:lnTo>
                    <a:pt x="223409" y="192380"/>
                  </a:lnTo>
                  <a:lnTo>
                    <a:pt x="224332" y="193011"/>
                  </a:lnTo>
                  <a:lnTo>
                    <a:pt x="224614" y="193183"/>
                  </a:lnTo>
                  <a:lnTo>
                    <a:pt x="224776" y="193267"/>
                  </a:lnTo>
                  <a:lnTo>
                    <a:pt x="225041" y="193395"/>
                  </a:lnTo>
                  <a:lnTo>
                    <a:pt x="225520" y="193576"/>
                  </a:lnTo>
                  <a:lnTo>
                    <a:pt x="225669" y="193683"/>
                  </a:lnTo>
                  <a:lnTo>
                    <a:pt x="225949" y="193852"/>
                  </a:lnTo>
                  <a:lnTo>
                    <a:pt x="226241" y="194154"/>
                  </a:lnTo>
                  <a:lnTo>
                    <a:pt x="226383" y="194394"/>
                  </a:lnTo>
                  <a:lnTo>
                    <a:pt x="226542" y="194682"/>
                  </a:lnTo>
                  <a:lnTo>
                    <a:pt x="226712" y="194958"/>
                  </a:lnTo>
                  <a:lnTo>
                    <a:pt x="226865" y="195184"/>
                  </a:lnTo>
                  <a:lnTo>
                    <a:pt x="226996" y="195379"/>
                  </a:lnTo>
                  <a:lnTo>
                    <a:pt x="227105" y="195599"/>
                  </a:lnTo>
                  <a:lnTo>
                    <a:pt x="227587" y="196414"/>
                  </a:lnTo>
                  <a:lnTo>
                    <a:pt x="227826" y="196660"/>
                  </a:lnTo>
                  <a:lnTo>
                    <a:pt x="227903" y="197018"/>
                  </a:lnTo>
                  <a:lnTo>
                    <a:pt x="227999" y="197335"/>
                  </a:lnTo>
                  <a:lnTo>
                    <a:pt x="228219" y="197636"/>
                  </a:lnTo>
                  <a:lnTo>
                    <a:pt x="228463" y="197853"/>
                  </a:lnTo>
                  <a:lnTo>
                    <a:pt x="228653" y="197985"/>
                  </a:lnTo>
                  <a:lnTo>
                    <a:pt x="229018" y="198127"/>
                  </a:lnTo>
                  <a:lnTo>
                    <a:pt x="229169" y="198173"/>
                  </a:lnTo>
                  <a:lnTo>
                    <a:pt x="229537" y="198219"/>
                  </a:lnTo>
                  <a:lnTo>
                    <a:pt x="229767" y="198231"/>
                  </a:lnTo>
                  <a:lnTo>
                    <a:pt x="229961" y="198279"/>
                  </a:lnTo>
                  <a:lnTo>
                    <a:pt x="230148" y="198362"/>
                  </a:lnTo>
                  <a:lnTo>
                    <a:pt x="230577" y="198618"/>
                  </a:lnTo>
                  <a:lnTo>
                    <a:pt x="230889" y="198977"/>
                  </a:lnTo>
                  <a:lnTo>
                    <a:pt x="230979" y="199139"/>
                  </a:lnTo>
                  <a:lnTo>
                    <a:pt x="232370" y="199959"/>
                  </a:lnTo>
                  <a:lnTo>
                    <a:pt x="232522" y="199965"/>
                  </a:lnTo>
                  <a:lnTo>
                    <a:pt x="232708" y="199984"/>
                  </a:lnTo>
                  <a:lnTo>
                    <a:pt x="233255" y="200086"/>
                  </a:lnTo>
                  <a:lnTo>
                    <a:pt x="233656" y="200214"/>
                  </a:lnTo>
                  <a:lnTo>
                    <a:pt x="234639" y="200719"/>
                  </a:lnTo>
                  <a:lnTo>
                    <a:pt x="234984" y="200777"/>
                  </a:lnTo>
                  <a:lnTo>
                    <a:pt x="235277" y="200803"/>
                  </a:lnTo>
                  <a:lnTo>
                    <a:pt x="235541" y="200823"/>
                  </a:lnTo>
                  <a:lnTo>
                    <a:pt x="235673" y="200831"/>
                  </a:lnTo>
                  <a:lnTo>
                    <a:pt x="236051" y="200852"/>
                  </a:lnTo>
                  <a:lnTo>
                    <a:pt x="236198" y="200858"/>
                  </a:lnTo>
                  <a:lnTo>
                    <a:pt x="236330" y="200863"/>
                  </a:lnTo>
                  <a:lnTo>
                    <a:pt x="236590" y="200851"/>
                  </a:lnTo>
                  <a:lnTo>
                    <a:pt x="238275" y="200674"/>
                  </a:lnTo>
                  <a:lnTo>
                    <a:pt x="238962" y="200530"/>
                  </a:lnTo>
                  <a:lnTo>
                    <a:pt x="239297" y="200496"/>
                  </a:lnTo>
                  <a:lnTo>
                    <a:pt x="239810" y="200514"/>
                  </a:lnTo>
                  <a:lnTo>
                    <a:pt x="240854" y="200528"/>
                  </a:lnTo>
                  <a:lnTo>
                    <a:pt x="241419" y="200600"/>
                  </a:lnTo>
                  <a:lnTo>
                    <a:pt x="241911" y="200652"/>
                  </a:lnTo>
                  <a:lnTo>
                    <a:pt x="242396" y="200701"/>
                  </a:lnTo>
                  <a:lnTo>
                    <a:pt x="243138" y="200814"/>
                  </a:lnTo>
                  <a:lnTo>
                    <a:pt x="244020" y="201172"/>
                  </a:lnTo>
                  <a:lnTo>
                    <a:pt x="244762" y="201342"/>
                  </a:lnTo>
                  <a:lnTo>
                    <a:pt x="245200" y="201968"/>
                  </a:lnTo>
                  <a:lnTo>
                    <a:pt x="244700" y="202660"/>
                  </a:lnTo>
                  <a:lnTo>
                    <a:pt x="244667" y="203376"/>
                  </a:lnTo>
                  <a:lnTo>
                    <a:pt x="245043" y="203619"/>
                  </a:lnTo>
                  <a:lnTo>
                    <a:pt x="246124" y="203961"/>
                  </a:lnTo>
                  <a:lnTo>
                    <a:pt x="246820" y="204106"/>
                  </a:lnTo>
                  <a:lnTo>
                    <a:pt x="247785" y="204166"/>
                  </a:lnTo>
                  <a:lnTo>
                    <a:pt x="248500" y="204112"/>
                  </a:lnTo>
                  <a:lnTo>
                    <a:pt x="248798" y="204067"/>
                  </a:lnTo>
                  <a:lnTo>
                    <a:pt x="249211" y="204013"/>
                  </a:lnTo>
                  <a:lnTo>
                    <a:pt x="249683" y="203897"/>
                  </a:lnTo>
                  <a:lnTo>
                    <a:pt x="250186" y="203877"/>
                  </a:lnTo>
                  <a:lnTo>
                    <a:pt x="250555" y="204110"/>
                  </a:lnTo>
                  <a:lnTo>
                    <a:pt x="250691" y="204350"/>
                  </a:lnTo>
                  <a:lnTo>
                    <a:pt x="250891" y="204740"/>
                  </a:lnTo>
                  <a:lnTo>
                    <a:pt x="251040" y="205057"/>
                  </a:lnTo>
                  <a:lnTo>
                    <a:pt x="251249" y="205897"/>
                  </a:lnTo>
                  <a:lnTo>
                    <a:pt x="251313" y="206036"/>
                  </a:lnTo>
                  <a:lnTo>
                    <a:pt x="251471" y="206209"/>
                  </a:lnTo>
                  <a:lnTo>
                    <a:pt x="251668" y="206343"/>
                  </a:lnTo>
                  <a:lnTo>
                    <a:pt x="251975" y="206448"/>
                  </a:lnTo>
                  <a:lnTo>
                    <a:pt x="252232" y="206484"/>
                  </a:lnTo>
                  <a:lnTo>
                    <a:pt x="253607" y="205882"/>
                  </a:lnTo>
                  <a:lnTo>
                    <a:pt x="253748" y="205360"/>
                  </a:lnTo>
                  <a:lnTo>
                    <a:pt x="253462" y="204675"/>
                  </a:lnTo>
                  <a:lnTo>
                    <a:pt x="253272" y="204193"/>
                  </a:lnTo>
                  <a:lnTo>
                    <a:pt x="253133" y="204021"/>
                  </a:lnTo>
                  <a:lnTo>
                    <a:pt x="252965" y="203808"/>
                  </a:lnTo>
                  <a:lnTo>
                    <a:pt x="252775" y="203551"/>
                  </a:lnTo>
                  <a:lnTo>
                    <a:pt x="252668" y="203316"/>
                  </a:lnTo>
                  <a:lnTo>
                    <a:pt x="252632" y="203075"/>
                  </a:lnTo>
                  <a:lnTo>
                    <a:pt x="252677" y="202940"/>
                  </a:lnTo>
                  <a:lnTo>
                    <a:pt x="252846" y="202806"/>
                  </a:lnTo>
                  <a:lnTo>
                    <a:pt x="253342" y="202550"/>
                  </a:lnTo>
                  <a:lnTo>
                    <a:pt x="254235" y="202169"/>
                  </a:lnTo>
                  <a:lnTo>
                    <a:pt x="255175" y="201825"/>
                  </a:lnTo>
                  <a:lnTo>
                    <a:pt x="255642" y="201732"/>
                  </a:lnTo>
                  <a:lnTo>
                    <a:pt x="256010" y="201654"/>
                  </a:lnTo>
                  <a:lnTo>
                    <a:pt x="256312" y="201569"/>
                  </a:lnTo>
                  <a:lnTo>
                    <a:pt x="257198" y="201142"/>
                  </a:lnTo>
                  <a:lnTo>
                    <a:pt x="257953" y="201084"/>
                  </a:lnTo>
                  <a:lnTo>
                    <a:pt x="258532" y="201057"/>
                  </a:lnTo>
                  <a:lnTo>
                    <a:pt x="258732" y="201049"/>
                  </a:lnTo>
                  <a:lnTo>
                    <a:pt x="259219" y="200952"/>
                  </a:lnTo>
                  <a:lnTo>
                    <a:pt x="259745" y="200908"/>
                  </a:lnTo>
                  <a:lnTo>
                    <a:pt x="260117" y="200876"/>
                  </a:lnTo>
                  <a:lnTo>
                    <a:pt x="260556" y="200863"/>
                  </a:lnTo>
                  <a:lnTo>
                    <a:pt x="261128" y="200820"/>
                  </a:lnTo>
                  <a:lnTo>
                    <a:pt x="261769" y="200728"/>
                  </a:lnTo>
                  <a:lnTo>
                    <a:pt x="263499" y="200820"/>
                  </a:lnTo>
                  <a:lnTo>
                    <a:pt x="264338" y="200800"/>
                  </a:lnTo>
                  <a:lnTo>
                    <a:pt x="265024" y="200758"/>
                  </a:lnTo>
                  <a:lnTo>
                    <a:pt x="265273" y="200785"/>
                  </a:lnTo>
                  <a:lnTo>
                    <a:pt x="265522" y="200817"/>
                  </a:lnTo>
                  <a:lnTo>
                    <a:pt x="266465" y="201068"/>
                  </a:lnTo>
                  <a:lnTo>
                    <a:pt x="266837" y="201016"/>
                  </a:lnTo>
                  <a:lnTo>
                    <a:pt x="267449" y="201117"/>
                  </a:lnTo>
                  <a:lnTo>
                    <a:pt x="268207" y="201368"/>
                  </a:lnTo>
                  <a:lnTo>
                    <a:pt x="268567" y="201667"/>
                  </a:lnTo>
                  <a:lnTo>
                    <a:pt x="269010" y="201827"/>
                  </a:lnTo>
                  <a:lnTo>
                    <a:pt x="269829" y="201973"/>
                  </a:lnTo>
                  <a:lnTo>
                    <a:pt x="271461" y="202962"/>
                  </a:lnTo>
                  <a:lnTo>
                    <a:pt x="271606" y="203133"/>
                  </a:lnTo>
                  <a:lnTo>
                    <a:pt x="271755" y="203303"/>
                  </a:lnTo>
                  <a:lnTo>
                    <a:pt x="271905" y="203389"/>
                  </a:lnTo>
                  <a:lnTo>
                    <a:pt x="272631" y="203739"/>
                  </a:lnTo>
                  <a:lnTo>
                    <a:pt x="273118" y="203927"/>
                  </a:lnTo>
                  <a:lnTo>
                    <a:pt x="273300" y="203997"/>
                  </a:lnTo>
                  <a:lnTo>
                    <a:pt x="273462" y="204044"/>
                  </a:lnTo>
                  <a:lnTo>
                    <a:pt x="273815" y="204115"/>
                  </a:lnTo>
                  <a:lnTo>
                    <a:pt x="274036" y="204150"/>
                  </a:lnTo>
                  <a:lnTo>
                    <a:pt x="274619" y="204287"/>
                  </a:lnTo>
                  <a:lnTo>
                    <a:pt x="275071" y="204345"/>
                  </a:lnTo>
                  <a:lnTo>
                    <a:pt x="275574" y="204542"/>
                  </a:lnTo>
                  <a:lnTo>
                    <a:pt x="276020" y="204683"/>
                  </a:lnTo>
                  <a:lnTo>
                    <a:pt x="276397" y="204732"/>
                  </a:lnTo>
                  <a:lnTo>
                    <a:pt x="276620" y="204702"/>
                  </a:lnTo>
                  <a:lnTo>
                    <a:pt x="276911" y="204760"/>
                  </a:lnTo>
                  <a:lnTo>
                    <a:pt x="277488" y="204993"/>
                  </a:lnTo>
                  <a:lnTo>
                    <a:pt x="277944" y="205227"/>
                  </a:lnTo>
                  <a:lnTo>
                    <a:pt x="278411" y="205491"/>
                  </a:lnTo>
                  <a:lnTo>
                    <a:pt x="278637" y="205598"/>
                  </a:lnTo>
                  <a:lnTo>
                    <a:pt x="278816" y="205674"/>
                  </a:lnTo>
                  <a:lnTo>
                    <a:pt x="279096" y="205784"/>
                  </a:lnTo>
                  <a:lnTo>
                    <a:pt x="279237" y="205805"/>
                  </a:lnTo>
                  <a:lnTo>
                    <a:pt x="279374" y="205825"/>
                  </a:lnTo>
                  <a:lnTo>
                    <a:pt x="279804" y="205903"/>
                  </a:lnTo>
                  <a:lnTo>
                    <a:pt x="280022" y="205994"/>
                  </a:lnTo>
                  <a:lnTo>
                    <a:pt x="280216" y="206035"/>
                  </a:lnTo>
                  <a:lnTo>
                    <a:pt x="280554" y="206090"/>
                  </a:lnTo>
                  <a:lnTo>
                    <a:pt x="281061" y="206215"/>
                  </a:lnTo>
                  <a:lnTo>
                    <a:pt x="281282" y="206277"/>
                  </a:lnTo>
                  <a:lnTo>
                    <a:pt x="281514" y="206376"/>
                  </a:lnTo>
                  <a:lnTo>
                    <a:pt x="281701" y="206466"/>
                  </a:lnTo>
                  <a:lnTo>
                    <a:pt x="281790" y="207579"/>
                  </a:lnTo>
                  <a:lnTo>
                    <a:pt x="281830" y="208000"/>
                  </a:lnTo>
                  <a:lnTo>
                    <a:pt x="281915" y="208260"/>
                  </a:lnTo>
                  <a:lnTo>
                    <a:pt x="282075" y="208647"/>
                  </a:lnTo>
                  <a:lnTo>
                    <a:pt x="282523" y="209046"/>
                  </a:lnTo>
                  <a:lnTo>
                    <a:pt x="283070" y="209007"/>
                  </a:lnTo>
                  <a:lnTo>
                    <a:pt x="283310" y="208897"/>
                  </a:lnTo>
                  <a:lnTo>
                    <a:pt x="283868" y="208622"/>
                  </a:lnTo>
                  <a:lnTo>
                    <a:pt x="284109" y="208480"/>
                  </a:lnTo>
                  <a:lnTo>
                    <a:pt x="284846" y="207816"/>
                  </a:lnTo>
                  <a:lnTo>
                    <a:pt x="285038" y="207688"/>
                  </a:lnTo>
                  <a:lnTo>
                    <a:pt x="285350" y="207554"/>
                  </a:lnTo>
                  <a:lnTo>
                    <a:pt x="286255" y="207305"/>
                  </a:lnTo>
                  <a:lnTo>
                    <a:pt x="286705" y="207257"/>
                  </a:lnTo>
                  <a:lnTo>
                    <a:pt x="286894" y="207241"/>
                  </a:lnTo>
                  <a:lnTo>
                    <a:pt x="287282" y="207280"/>
                  </a:lnTo>
                  <a:lnTo>
                    <a:pt x="287452" y="207378"/>
                  </a:lnTo>
                  <a:lnTo>
                    <a:pt x="287869" y="207759"/>
                  </a:lnTo>
                  <a:lnTo>
                    <a:pt x="288162" y="208035"/>
                  </a:lnTo>
                  <a:lnTo>
                    <a:pt x="288366" y="208362"/>
                  </a:lnTo>
                  <a:lnTo>
                    <a:pt x="288534" y="208871"/>
                  </a:lnTo>
                  <a:lnTo>
                    <a:pt x="288478" y="209126"/>
                  </a:lnTo>
                  <a:lnTo>
                    <a:pt x="288607" y="209755"/>
                  </a:lnTo>
                  <a:lnTo>
                    <a:pt x="289503" y="210298"/>
                  </a:lnTo>
                  <a:lnTo>
                    <a:pt x="289877" y="210696"/>
                  </a:lnTo>
                  <a:lnTo>
                    <a:pt x="290153" y="211074"/>
                  </a:lnTo>
                  <a:lnTo>
                    <a:pt x="290454" y="211349"/>
                  </a:lnTo>
                  <a:lnTo>
                    <a:pt x="290604" y="211476"/>
                  </a:lnTo>
                  <a:lnTo>
                    <a:pt x="291143" y="211681"/>
                  </a:lnTo>
                  <a:lnTo>
                    <a:pt x="291317" y="211699"/>
                  </a:lnTo>
                  <a:lnTo>
                    <a:pt x="291679" y="211716"/>
                  </a:lnTo>
                  <a:lnTo>
                    <a:pt x="292355" y="211814"/>
                  </a:lnTo>
                  <a:lnTo>
                    <a:pt x="293078" y="212019"/>
                  </a:lnTo>
                  <a:lnTo>
                    <a:pt x="293175" y="212993"/>
                  </a:lnTo>
                  <a:lnTo>
                    <a:pt x="292696" y="213335"/>
                  </a:lnTo>
                  <a:lnTo>
                    <a:pt x="292648" y="213499"/>
                  </a:lnTo>
                  <a:lnTo>
                    <a:pt x="292635" y="213628"/>
                  </a:lnTo>
                  <a:lnTo>
                    <a:pt x="292643" y="213806"/>
                  </a:lnTo>
                  <a:lnTo>
                    <a:pt x="292841" y="214282"/>
                  </a:lnTo>
                  <a:lnTo>
                    <a:pt x="292876" y="214420"/>
                  </a:lnTo>
                  <a:lnTo>
                    <a:pt x="292676" y="215008"/>
                  </a:lnTo>
                  <a:lnTo>
                    <a:pt x="292489" y="215114"/>
                  </a:lnTo>
                  <a:lnTo>
                    <a:pt x="292351" y="215185"/>
                  </a:lnTo>
                  <a:lnTo>
                    <a:pt x="292071" y="215297"/>
                  </a:lnTo>
                  <a:lnTo>
                    <a:pt x="291161" y="215515"/>
                  </a:lnTo>
                  <a:lnTo>
                    <a:pt x="290953" y="215508"/>
                  </a:lnTo>
                  <a:lnTo>
                    <a:pt x="290523" y="215581"/>
                  </a:lnTo>
                  <a:lnTo>
                    <a:pt x="289726" y="215973"/>
                  </a:lnTo>
                  <a:lnTo>
                    <a:pt x="289489" y="216738"/>
                  </a:lnTo>
                  <a:lnTo>
                    <a:pt x="289526" y="217280"/>
                  </a:lnTo>
                  <a:lnTo>
                    <a:pt x="289885" y="219035"/>
                  </a:lnTo>
                  <a:lnTo>
                    <a:pt x="290019" y="219113"/>
                  </a:lnTo>
                  <a:lnTo>
                    <a:pt x="290695" y="219064"/>
                  </a:lnTo>
                  <a:lnTo>
                    <a:pt x="291264" y="218830"/>
                  </a:lnTo>
                  <a:lnTo>
                    <a:pt x="291726" y="218429"/>
                  </a:lnTo>
                  <a:lnTo>
                    <a:pt x="292043" y="218200"/>
                  </a:lnTo>
                  <a:lnTo>
                    <a:pt x="292534" y="218131"/>
                  </a:lnTo>
                  <a:lnTo>
                    <a:pt x="292883" y="218119"/>
                  </a:lnTo>
                  <a:lnTo>
                    <a:pt x="293413" y="218116"/>
                  </a:lnTo>
                  <a:lnTo>
                    <a:pt x="293603" y="218094"/>
                  </a:lnTo>
                  <a:lnTo>
                    <a:pt x="293964" y="217918"/>
                  </a:lnTo>
                  <a:lnTo>
                    <a:pt x="295173" y="217194"/>
                  </a:lnTo>
                  <a:lnTo>
                    <a:pt x="295312" y="217225"/>
                  </a:lnTo>
                  <a:lnTo>
                    <a:pt x="295595" y="217275"/>
                  </a:lnTo>
                  <a:lnTo>
                    <a:pt x="296809" y="217256"/>
                  </a:lnTo>
                  <a:lnTo>
                    <a:pt x="297332" y="217210"/>
                  </a:lnTo>
                  <a:lnTo>
                    <a:pt x="297546" y="217221"/>
                  </a:lnTo>
                  <a:lnTo>
                    <a:pt x="297707" y="217245"/>
                  </a:lnTo>
                  <a:lnTo>
                    <a:pt x="297882" y="217291"/>
                  </a:lnTo>
                  <a:lnTo>
                    <a:pt x="298108" y="217379"/>
                  </a:lnTo>
                  <a:lnTo>
                    <a:pt x="298343" y="217481"/>
                  </a:lnTo>
                  <a:lnTo>
                    <a:pt x="298606" y="217862"/>
                  </a:lnTo>
                  <a:lnTo>
                    <a:pt x="298398" y="218336"/>
                  </a:lnTo>
                  <a:lnTo>
                    <a:pt x="298663" y="219059"/>
                  </a:lnTo>
                  <a:lnTo>
                    <a:pt x="298802" y="219171"/>
                  </a:lnTo>
                  <a:lnTo>
                    <a:pt x="298977" y="219335"/>
                  </a:lnTo>
                  <a:lnTo>
                    <a:pt x="299593" y="219972"/>
                  </a:lnTo>
                  <a:lnTo>
                    <a:pt x="299892" y="220159"/>
                  </a:lnTo>
                  <a:lnTo>
                    <a:pt x="300598" y="220704"/>
                  </a:lnTo>
                  <a:lnTo>
                    <a:pt x="301074" y="221034"/>
                  </a:lnTo>
                  <a:lnTo>
                    <a:pt x="301477" y="221302"/>
                  </a:lnTo>
                  <a:lnTo>
                    <a:pt x="301850" y="221737"/>
                  </a:lnTo>
                  <a:lnTo>
                    <a:pt x="301975" y="221996"/>
                  </a:lnTo>
                  <a:lnTo>
                    <a:pt x="302072" y="222276"/>
                  </a:lnTo>
                  <a:lnTo>
                    <a:pt x="302559" y="223309"/>
                  </a:lnTo>
                  <a:lnTo>
                    <a:pt x="302779" y="223431"/>
                  </a:lnTo>
                  <a:lnTo>
                    <a:pt x="303424" y="223963"/>
                  </a:lnTo>
                  <a:lnTo>
                    <a:pt x="303533" y="224145"/>
                  </a:lnTo>
                  <a:lnTo>
                    <a:pt x="305781" y="223675"/>
                  </a:lnTo>
                  <a:lnTo>
                    <a:pt x="306139" y="222873"/>
                  </a:lnTo>
                  <a:lnTo>
                    <a:pt x="306593" y="222615"/>
                  </a:lnTo>
                  <a:lnTo>
                    <a:pt x="306804" y="222579"/>
                  </a:lnTo>
                  <a:lnTo>
                    <a:pt x="307068" y="222529"/>
                  </a:lnTo>
                  <a:lnTo>
                    <a:pt x="307476" y="222557"/>
                  </a:lnTo>
                  <a:lnTo>
                    <a:pt x="307916" y="222618"/>
                  </a:lnTo>
                  <a:lnTo>
                    <a:pt x="309260" y="223266"/>
                  </a:lnTo>
                  <a:lnTo>
                    <a:pt x="310179" y="223699"/>
                  </a:lnTo>
                  <a:lnTo>
                    <a:pt x="310406" y="223809"/>
                  </a:lnTo>
                  <a:lnTo>
                    <a:pt x="310636" y="224777"/>
                  </a:lnTo>
                  <a:lnTo>
                    <a:pt x="310388" y="224827"/>
                  </a:lnTo>
                  <a:lnTo>
                    <a:pt x="310103" y="224838"/>
                  </a:lnTo>
                  <a:lnTo>
                    <a:pt x="309718" y="224871"/>
                  </a:lnTo>
                  <a:lnTo>
                    <a:pt x="309504" y="224897"/>
                  </a:lnTo>
                  <a:lnTo>
                    <a:pt x="308731" y="224979"/>
                  </a:lnTo>
                  <a:lnTo>
                    <a:pt x="307990" y="225226"/>
                  </a:lnTo>
                  <a:lnTo>
                    <a:pt x="307599" y="225456"/>
                  </a:lnTo>
                  <a:lnTo>
                    <a:pt x="307537" y="225587"/>
                  </a:lnTo>
                  <a:lnTo>
                    <a:pt x="307530" y="225864"/>
                  </a:lnTo>
                  <a:lnTo>
                    <a:pt x="307960" y="226804"/>
                  </a:lnTo>
                  <a:lnTo>
                    <a:pt x="308225" y="227152"/>
                  </a:lnTo>
                  <a:lnTo>
                    <a:pt x="308538" y="227640"/>
                  </a:lnTo>
                  <a:lnTo>
                    <a:pt x="308641" y="227858"/>
                  </a:lnTo>
                  <a:lnTo>
                    <a:pt x="308722" y="228113"/>
                  </a:lnTo>
                  <a:lnTo>
                    <a:pt x="308768" y="228358"/>
                  </a:lnTo>
                  <a:lnTo>
                    <a:pt x="308768" y="228650"/>
                  </a:lnTo>
                  <a:lnTo>
                    <a:pt x="308686" y="228874"/>
                  </a:lnTo>
                  <a:lnTo>
                    <a:pt x="308143" y="229069"/>
                  </a:lnTo>
                  <a:lnTo>
                    <a:pt x="306408" y="229195"/>
                  </a:lnTo>
                  <a:lnTo>
                    <a:pt x="306278" y="229184"/>
                  </a:lnTo>
                  <a:lnTo>
                    <a:pt x="306148" y="229170"/>
                  </a:lnTo>
                  <a:lnTo>
                    <a:pt x="306005" y="229144"/>
                  </a:lnTo>
                  <a:lnTo>
                    <a:pt x="305781" y="229115"/>
                  </a:lnTo>
                  <a:lnTo>
                    <a:pt x="305549" y="229102"/>
                  </a:lnTo>
                  <a:lnTo>
                    <a:pt x="304778" y="229420"/>
                  </a:lnTo>
                  <a:lnTo>
                    <a:pt x="304494" y="229674"/>
                  </a:lnTo>
                  <a:lnTo>
                    <a:pt x="304070" y="230245"/>
                  </a:lnTo>
                  <a:lnTo>
                    <a:pt x="303955" y="230730"/>
                  </a:lnTo>
                  <a:lnTo>
                    <a:pt x="303952" y="231082"/>
                  </a:lnTo>
                  <a:lnTo>
                    <a:pt x="303958" y="231617"/>
                  </a:lnTo>
                  <a:lnTo>
                    <a:pt x="304118" y="232121"/>
                  </a:lnTo>
                  <a:lnTo>
                    <a:pt x="304293" y="232444"/>
                  </a:lnTo>
                  <a:lnTo>
                    <a:pt x="304467" y="232634"/>
                  </a:lnTo>
                  <a:lnTo>
                    <a:pt x="304877" y="233030"/>
                  </a:lnTo>
                  <a:lnTo>
                    <a:pt x="305230" y="233337"/>
                  </a:lnTo>
                  <a:lnTo>
                    <a:pt x="305781" y="233686"/>
                  </a:lnTo>
                  <a:lnTo>
                    <a:pt x="306278" y="234216"/>
                  </a:lnTo>
                  <a:lnTo>
                    <a:pt x="306466" y="234345"/>
                  </a:lnTo>
                  <a:lnTo>
                    <a:pt x="306656" y="234424"/>
                  </a:lnTo>
                  <a:lnTo>
                    <a:pt x="307006" y="234568"/>
                  </a:lnTo>
                  <a:lnTo>
                    <a:pt x="307198" y="234607"/>
                  </a:lnTo>
                  <a:lnTo>
                    <a:pt x="307384" y="234580"/>
                  </a:lnTo>
                  <a:lnTo>
                    <a:pt x="307644" y="234449"/>
                  </a:lnTo>
                  <a:lnTo>
                    <a:pt x="307939" y="234192"/>
                  </a:lnTo>
                  <a:lnTo>
                    <a:pt x="308209" y="233860"/>
                  </a:lnTo>
                  <a:lnTo>
                    <a:pt x="308233" y="233347"/>
                  </a:lnTo>
                  <a:lnTo>
                    <a:pt x="308750" y="232941"/>
                  </a:lnTo>
                  <a:lnTo>
                    <a:pt x="308951" y="232948"/>
                  </a:lnTo>
                  <a:lnTo>
                    <a:pt x="309998" y="233378"/>
                  </a:lnTo>
                  <a:lnTo>
                    <a:pt x="310557" y="233735"/>
                  </a:lnTo>
                  <a:lnTo>
                    <a:pt x="310748" y="233905"/>
                  </a:lnTo>
                  <a:lnTo>
                    <a:pt x="311027" y="234103"/>
                  </a:lnTo>
                  <a:lnTo>
                    <a:pt x="311244" y="234218"/>
                  </a:lnTo>
                  <a:lnTo>
                    <a:pt x="311805" y="234471"/>
                  </a:lnTo>
                  <a:lnTo>
                    <a:pt x="313823" y="235605"/>
                  </a:lnTo>
                  <a:lnTo>
                    <a:pt x="314445" y="236110"/>
                  </a:lnTo>
                  <a:lnTo>
                    <a:pt x="315011" y="236576"/>
                  </a:lnTo>
                  <a:lnTo>
                    <a:pt x="315411" y="237074"/>
                  </a:lnTo>
                  <a:lnTo>
                    <a:pt x="315423" y="237338"/>
                  </a:lnTo>
                  <a:lnTo>
                    <a:pt x="315103" y="237950"/>
                  </a:lnTo>
                  <a:lnTo>
                    <a:pt x="314949" y="238157"/>
                  </a:lnTo>
                  <a:lnTo>
                    <a:pt x="314816" y="238349"/>
                  </a:lnTo>
                  <a:lnTo>
                    <a:pt x="314680" y="238608"/>
                  </a:lnTo>
                  <a:lnTo>
                    <a:pt x="314506" y="239049"/>
                  </a:lnTo>
                  <a:lnTo>
                    <a:pt x="314376" y="239633"/>
                  </a:lnTo>
                  <a:lnTo>
                    <a:pt x="314395" y="239787"/>
                  </a:lnTo>
                  <a:lnTo>
                    <a:pt x="314449" y="240017"/>
                  </a:lnTo>
                  <a:lnTo>
                    <a:pt x="314660" y="240297"/>
                  </a:lnTo>
                  <a:lnTo>
                    <a:pt x="314914" y="240392"/>
                  </a:lnTo>
                  <a:lnTo>
                    <a:pt x="315255" y="240431"/>
                  </a:lnTo>
                  <a:lnTo>
                    <a:pt x="315385" y="240411"/>
                  </a:lnTo>
                  <a:lnTo>
                    <a:pt x="315515" y="240383"/>
                  </a:lnTo>
                  <a:lnTo>
                    <a:pt x="315793" y="240269"/>
                  </a:lnTo>
                  <a:lnTo>
                    <a:pt x="316065" y="240133"/>
                  </a:lnTo>
                  <a:lnTo>
                    <a:pt x="316264" y="240054"/>
                  </a:lnTo>
                  <a:lnTo>
                    <a:pt x="316589" y="239955"/>
                  </a:lnTo>
                  <a:lnTo>
                    <a:pt x="316757" y="239945"/>
                  </a:lnTo>
                  <a:lnTo>
                    <a:pt x="316948" y="239943"/>
                  </a:lnTo>
                  <a:lnTo>
                    <a:pt x="317308" y="239920"/>
                  </a:lnTo>
                  <a:lnTo>
                    <a:pt x="317780" y="239874"/>
                  </a:lnTo>
                  <a:lnTo>
                    <a:pt x="317984" y="239904"/>
                  </a:lnTo>
                  <a:lnTo>
                    <a:pt x="318462" y="240277"/>
                  </a:lnTo>
                  <a:lnTo>
                    <a:pt x="318725" y="240686"/>
                  </a:lnTo>
                  <a:lnTo>
                    <a:pt x="319097" y="241104"/>
                  </a:lnTo>
                  <a:lnTo>
                    <a:pt x="320147" y="242149"/>
                  </a:lnTo>
                  <a:lnTo>
                    <a:pt x="320396" y="242253"/>
                  </a:lnTo>
                  <a:lnTo>
                    <a:pt x="321173" y="242964"/>
                  </a:lnTo>
                  <a:lnTo>
                    <a:pt x="321392" y="243293"/>
                  </a:lnTo>
                  <a:lnTo>
                    <a:pt x="321953" y="244094"/>
                  </a:lnTo>
                  <a:lnTo>
                    <a:pt x="322281" y="244818"/>
                  </a:lnTo>
                  <a:lnTo>
                    <a:pt x="322322" y="245178"/>
                  </a:lnTo>
                  <a:lnTo>
                    <a:pt x="320563" y="247640"/>
                  </a:lnTo>
                  <a:lnTo>
                    <a:pt x="320525" y="248152"/>
                  </a:lnTo>
                  <a:lnTo>
                    <a:pt x="320713" y="248543"/>
                  </a:lnTo>
                  <a:lnTo>
                    <a:pt x="321248" y="248944"/>
                  </a:lnTo>
                  <a:lnTo>
                    <a:pt x="321419" y="249007"/>
                  </a:lnTo>
                  <a:lnTo>
                    <a:pt x="321582" y="249073"/>
                  </a:lnTo>
                  <a:lnTo>
                    <a:pt x="321715" y="249130"/>
                  </a:lnTo>
                  <a:lnTo>
                    <a:pt x="322467" y="249169"/>
                  </a:lnTo>
                  <a:lnTo>
                    <a:pt x="322796" y="249155"/>
                  </a:lnTo>
                  <a:lnTo>
                    <a:pt x="323037" y="249144"/>
                  </a:lnTo>
                  <a:lnTo>
                    <a:pt x="323609" y="249124"/>
                  </a:lnTo>
                  <a:lnTo>
                    <a:pt x="323748" y="249126"/>
                  </a:lnTo>
                  <a:lnTo>
                    <a:pt x="323960" y="249116"/>
                  </a:lnTo>
                  <a:lnTo>
                    <a:pt x="324150" y="249104"/>
                  </a:lnTo>
                  <a:lnTo>
                    <a:pt x="324379" y="249110"/>
                  </a:lnTo>
                  <a:lnTo>
                    <a:pt x="324691" y="249172"/>
                  </a:lnTo>
                  <a:lnTo>
                    <a:pt x="324949" y="249213"/>
                  </a:lnTo>
                  <a:lnTo>
                    <a:pt x="325205" y="249237"/>
                  </a:lnTo>
                  <a:lnTo>
                    <a:pt x="326200" y="249618"/>
                  </a:lnTo>
                  <a:lnTo>
                    <a:pt x="326240" y="249795"/>
                  </a:lnTo>
                  <a:lnTo>
                    <a:pt x="326181" y="250036"/>
                  </a:lnTo>
                  <a:lnTo>
                    <a:pt x="326086" y="250251"/>
                  </a:lnTo>
                  <a:lnTo>
                    <a:pt x="325931" y="250381"/>
                  </a:lnTo>
                  <a:lnTo>
                    <a:pt x="325755" y="250428"/>
                  </a:lnTo>
                  <a:lnTo>
                    <a:pt x="325209" y="250301"/>
                  </a:lnTo>
                  <a:lnTo>
                    <a:pt x="324208" y="250544"/>
                  </a:lnTo>
                  <a:lnTo>
                    <a:pt x="323934" y="250702"/>
                  </a:lnTo>
                  <a:lnTo>
                    <a:pt x="323688" y="250829"/>
                  </a:lnTo>
                  <a:lnTo>
                    <a:pt x="323042" y="251097"/>
                  </a:lnTo>
                  <a:lnTo>
                    <a:pt x="322913" y="251125"/>
                  </a:lnTo>
                  <a:lnTo>
                    <a:pt x="322464" y="251289"/>
                  </a:lnTo>
                  <a:lnTo>
                    <a:pt x="321210" y="252022"/>
                  </a:lnTo>
                  <a:lnTo>
                    <a:pt x="321048" y="252116"/>
                  </a:lnTo>
                  <a:lnTo>
                    <a:pt x="320785" y="252278"/>
                  </a:lnTo>
                  <a:lnTo>
                    <a:pt x="320166" y="252809"/>
                  </a:lnTo>
                  <a:lnTo>
                    <a:pt x="320061" y="253018"/>
                  </a:lnTo>
                  <a:lnTo>
                    <a:pt x="319972" y="253171"/>
                  </a:lnTo>
                  <a:lnTo>
                    <a:pt x="319802" y="253452"/>
                  </a:lnTo>
                  <a:lnTo>
                    <a:pt x="319739" y="253597"/>
                  </a:lnTo>
                  <a:lnTo>
                    <a:pt x="319714" y="253741"/>
                  </a:lnTo>
                  <a:lnTo>
                    <a:pt x="319716" y="253920"/>
                  </a:lnTo>
                  <a:lnTo>
                    <a:pt x="319762" y="254096"/>
                  </a:lnTo>
                  <a:lnTo>
                    <a:pt x="319935" y="254399"/>
                  </a:lnTo>
                  <a:lnTo>
                    <a:pt x="320111" y="254499"/>
                  </a:lnTo>
                  <a:lnTo>
                    <a:pt x="320383" y="254624"/>
                  </a:lnTo>
                  <a:lnTo>
                    <a:pt x="320554" y="254675"/>
                  </a:lnTo>
                  <a:lnTo>
                    <a:pt x="320826" y="254792"/>
                  </a:lnTo>
                  <a:lnTo>
                    <a:pt x="321002" y="254857"/>
                  </a:lnTo>
                  <a:lnTo>
                    <a:pt x="321193" y="254933"/>
                  </a:lnTo>
                  <a:lnTo>
                    <a:pt x="321365" y="255000"/>
                  </a:lnTo>
                  <a:lnTo>
                    <a:pt x="321741" y="255145"/>
                  </a:lnTo>
                  <a:lnTo>
                    <a:pt x="321937" y="255202"/>
                  </a:lnTo>
                  <a:lnTo>
                    <a:pt x="322198" y="255278"/>
                  </a:lnTo>
                  <a:lnTo>
                    <a:pt x="322383" y="255317"/>
                  </a:lnTo>
                  <a:lnTo>
                    <a:pt x="322661" y="255366"/>
                  </a:lnTo>
                  <a:lnTo>
                    <a:pt x="322817" y="255376"/>
                  </a:lnTo>
                  <a:lnTo>
                    <a:pt x="323133" y="255397"/>
                  </a:lnTo>
                  <a:lnTo>
                    <a:pt x="323350" y="255407"/>
                  </a:lnTo>
                  <a:lnTo>
                    <a:pt x="323951" y="255474"/>
                  </a:lnTo>
                  <a:lnTo>
                    <a:pt x="324177" y="255489"/>
                  </a:lnTo>
                  <a:lnTo>
                    <a:pt x="324692" y="255546"/>
                  </a:lnTo>
                  <a:lnTo>
                    <a:pt x="325205" y="255892"/>
                  </a:lnTo>
                  <a:lnTo>
                    <a:pt x="325351" y="255998"/>
                  </a:lnTo>
                  <a:lnTo>
                    <a:pt x="325480" y="256076"/>
                  </a:lnTo>
                  <a:lnTo>
                    <a:pt x="325647" y="256158"/>
                  </a:lnTo>
                  <a:lnTo>
                    <a:pt x="325925" y="256282"/>
                  </a:lnTo>
                  <a:lnTo>
                    <a:pt x="326057" y="256333"/>
                  </a:lnTo>
                  <a:lnTo>
                    <a:pt x="326315" y="256438"/>
                  </a:lnTo>
                  <a:lnTo>
                    <a:pt x="326526" y="256502"/>
                  </a:lnTo>
                  <a:lnTo>
                    <a:pt x="326670" y="256543"/>
                  </a:lnTo>
                  <a:lnTo>
                    <a:pt x="326875" y="256599"/>
                  </a:lnTo>
                  <a:lnTo>
                    <a:pt x="327089" y="256646"/>
                  </a:lnTo>
                  <a:lnTo>
                    <a:pt x="327247" y="256679"/>
                  </a:lnTo>
                  <a:lnTo>
                    <a:pt x="328141" y="256769"/>
                  </a:lnTo>
                  <a:lnTo>
                    <a:pt x="328402" y="256781"/>
                  </a:lnTo>
                  <a:lnTo>
                    <a:pt x="328674" y="256797"/>
                  </a:lnTo>
                  <a:lnTo>
                    <a:pt x="328853" y="256811"/>
                  </a:lnTo>
                  <a:lnTo>
                    <a:pt x="329298" y="256917"/>
                  </a:lnTo>
                  <a:lnTo>
                    <a:pt x="331075" y="257783"/>
                  </a:lnTo>
                  <a:lnTo>
                    <a:pt x="331260" y="257859"/>
                  </a:lnTo>
                  <a:lnTo>
                    <a:pt x="332186" y="258592"/>
                  </a:lnTo>
                  <a:lnTo>
                    <a:pt x="332224" y="258732"/>
                  </a:lnTo>
                  <a:lnTo>
                    <a:pt x="332227" y="258973"/>
                  </a:lnTo>
                  <a:lnTo>
                    <a:pt x="331136" y="260279"/>
                  </a:lnTo>
                  <a:lnTo>
                    <a:pt x="330991" y="260627"/>
                  </a:lnTo>
                  <a:lnTo>
                    <a:pt x="331026" y="260819"/>
                  </a:lnTo>
                  <a:lnTo>
                    <a:pt x="331106" y="261054"/>
                  </a:lnTo>
                  <a:lnTo>
                    <a:pt x="329596" y="263544"/>
                  </a:lnTo>
                  <a:lnTo>
                    <a:pt x="328979" y="263323"/>
                  </a:lnTo>
                  <a:lnTo>
                    <a:pt x="327811" y="263413"/>
                  </a:lnTo>
                  <a:lnTo>
                    <a:pt x="326922" y="263834"/>
                  </a:lnTo>
                  <a:lnTo>
                    <a:pt x="326793" y="263934"/>
                  </a:lnTo>
                  <a:lnTo>
                    <a:pt x="326629" y="264202"/>
                  </a:lnTo>
                  <a:lnTo>
                    <a:pt x="326548" y="264512"/>
                  </a:lnTo>
                  <a:lnTo>
                    <a:pt x="326507" y="264842"/>
                  </a:lnTo>
                  <a:lnTo>
                    <a:pt x="326657" y="265401"/>
                  </a:lnTo>
                  <a:lnTo>
                    <a:pt x="327134" y="265714"/>
                  </a:lnTo>
                  <a:lnTo>
                    <a:pt x="327449" y="265957"/>
                  </a:lnTo>
                  <a:lnTo>
                    <a:pt x="327677" y="266192"/>
                  </a:lnTo>
                  <a:lnTo>
                    <a:pt x="327720" y="266468"/>
                  </a:lnTo>
                  <a:lnTo>
                    <a:pt x="327699" y="266654"/>
                  </a:lnTo>
                  <a:lnTo>
                    <a:pt x="327489" y="267087"/>
                  </a:lnTo>
                  <a:lnTo>
                    <a:pt x="327399" y="267408"/>
                  </a:lnTo>
                  <a:lnTo>
                    <a:pt x="327378" y="267684"/>
                  </a:lnTo>
                  <a:lnTo>
                    <a:pt x="327428" y="268008"/>
                  </a:lnTo>
                  <a:lnTo>
                    <a:pt x="327478" y="268275"/>
                  </a:lnTo>
                  <a:lnTo>
                    <a:pt x="327599" y="268567"/>
                  </a:lnTo>
                  <a:lnTo>
                    <a:pt x="327763" y="268778"/>
                  </a:lnTo>
                  <a:lnTo>
                    <a:pt x="328184" y="269029"/>
                  </a:lnTo>
                  <a:lnTo>
                    <a:pt x="328527" y="269118"/>
                  </a:lnTo>
                  <a:lnTo>
                    <a:pt x="328998" y="269167"/>
                  </a:lnTo>
                  <a:lnTo>
                    <a:pt x="329305" y="269329"/>
                  </a:lnTo>
                  <a:lnTo>
                    <a:pt x="329458" y="269549"/>
                  </a:lnTo>
                  <a:lnTo>
                    <a:pt x="329591" y="269880"/>
                  </a:lnTo>
                  <a:lnTo>
                    <a:pt x="330048" y="270585"/>
                  </a:lnTo>
                  <a:lnTo>
                    <a:pt x="330498" y="271080"/>
                  </a:lnTo>
                  <a:lnTo>
                    <a:pt x="331026" y="271436"/>
                  </a:lnTo>
                  <a:lnTo>
                    <a:pt x="331519" y="271963"/>
                  </a:lnTo>
                  <a:lnTo>
                    <a:pt x="332140" y="272903"/>
                  </a:lnTo>
                  <a:lnTo>
                    <a:pt x="332489" y="273795"/>
                  </a:lnTo>
                  <a:lnTo>
                    <a:pt x="332624" y="274210"/>
                  </a:lnTo>
                  <a:lnTo>
                    <a:pt x="332725" y="274435"/>
                  </a:lnTo>
                  <a:lnTo>
                    <a:pt x="333089" y="274946"/>
                  </a:lnTo>
                  <a:lnTo>
                    <a:pt x="333732" y="275521"/>
                  </a:lnTo>
                  <a:lnTo>
                    <a:pt x="334082" y="275934"/>
                  </a:lnTo>
                  <a:lnTo>
                    <a:pt x="334410" y="276477"/>
                  </a:lnTo>
                  <a:lnTo>
                    <a:pt x="334931" y="277288"/>
                  </a:lnTo>
                  <a:lnTo>
                    <a:pt x="335266" y="277626"/>
                  </a:lnTo>
                  <a:lnTo>
                    <a:pt x="335446" y="277748"/>
                  </a:lnTo>
                  <a:lnTo>
                    <a:pt x="335704" y="277897"/>
                  </a:lnTo>
                  <a:lnTo>
                    <a:pt x="335968" y="278010"/>
                  </a:lnTo>
                  <a:lnTo>
                    <a:pt x="336130" y="278063"/>
                  </a:lnTo>
                  <a:lnTo>
                    <a:pt x="336278" y="278098"/>
                  </a:lnTo>
                  <a:lnTo>
                    <a:pt x="336637" y="278194"/>
                  </a:lnTo>
                  <a:lnTo>
                    <a:pt x="337021" y="278606"/>
                  </a:lnTo>
                  <a:lnTo>
                    <a:pt x="336987" y="278787"/>
                  </a:lnTo>
                  <a:lnTo>
                    <a:pt x="336852" y="279022"/>
                  </a:lnTo>
                  <a:lnTo>
                    <a:pt x="336809" y="279176"/>
                  </a:lnTo>
                  <a:lnTo>
                    <a:pt x="336873" y="279484"/>
                  </a:lnTo>
                  <a:lnTo>
                    <a:pt x="337062" y="279736"/>
                  </a:lnTo>
                  <a:lnTo>
                    <a:pt x="337323" y="279938"/>
                  </a:lnTo>
                  <a:lnTo>
                    <a:pt x="337908" y="280116"/>
                  </a:lnTo>
                  <a:lnTo>
                    <a:pt x="338351" y="280068"/>
                  </a:lnTo>
                  <a:lnTo>
                    <a:pt x="338858" y="279962"/>
                  </a:lnTo>
                  <a:lnTo>
                    <a:pt x="339129" y="279906"/>
                  </a:lnTo>
                  <a:lnTo>
                    <a:pt x="339443" y="279922"/>
                  </a:lnTo>
                  <a:lnTo>
                    <a:pt x="339665" y="280092"/>
                  </a:lnTo>
                  <a:lnTo>
                    <a:pt x="340095" y="280776"/>
                  </a:lnTo>
                  <a:lnTo>
                    <a:pt x="340143" y="280976"/>
                  </a:lnTo>
                  <a:lnTo>
                    <a:pt x="340100" y="281405"/>
                  </a:lnTo>
                  <a:lnTo>
                    <a:pt x="339897" y="281738"/>
                  </a:lnTo>
                  <a:lnTo>
                    <a:pt x="339744" y="281910"/>
                  </a:lnTo>
                  <a:lnTo>
                    <a:pt x="339661" y="282130"/>
                  </a:lnTo>
                  <a:lnTo>
                    <a:pt x="339643" y="282361"/>
                  </a:lnTo>
                  <a:lnTo>
                    <a:pt x="339643" y="282551"/>
                  </a:lnTo>
                  <a:lnTo>
                    <a:pt x="339687" y="282713"/>
                  </a:lnTo>
                  <a:lnTo>
                    <a:pt x="339822" y="282969"/>
                  </a:lnTo>
                  <a:lnTo>
                    <a:pt x="340136" y="283448"/>
                  </a:lnTo>
                  <a:lnTo>
                    <a:pt x="340429" y="284023"/>
                  </a:lnTo>
                  <a:lnTo>
                    <a:pt x="340478" y="284420"/>
                  </a:lnTo>
                  <a:lnTo>
                    <a:pt x="340464" y="284858"/>
                  </a:lnTo>
                  <a:lnTo>
                    <a:pt x="340414" y="285077"/>
                  </a:lnTo>
                  <a:lnTo>
                    <a:pt x="340028" y="285502"/>
                  </a:lnTo>
                  <a:lnTo>
                    <a:pt x="339750" y="285620"/>
                  </a:lnTo>
                  <a:lnTo>
                    <a:pt x="339329" y="285749"/>
                  </a:lnTo>
                  <a:lnTo>
                    <a:pt x="338758" y="285895"/>
                  </a:lnTo>
                  <a:lnTo>
                    <a:pt x="338315" y="286082"/>
                  </a:lnTo>
                  <a:lnTo>
                    <a:pt x="337573" y="286698"/>
                  </a:lnTo>
                  <a:lnTo>
                    <a:pt x="337437" y="286884"/>
                  </a:lnTo>
                  <a:lnTo>
                    <a:pt x="337551" y="287281"/>
                  </a:lnTo>
                  <a:lnTo>
                    <a:pt x="337758" y="287581"/>
                  </a:lnTo>
                  <a:lnTo>
                    <a:pt x="338301" y="288075"/>
                  </a:lnTo>
                  <a:lnTo>
                    <a:pt x="338858" y="288351"/>
                  </a:lnTo>
                  <a:lnTo>
                    <a:pt x="339279" y="288554"/>
                  </a:lnTo>
                  <a:lnTo>
                    <a:pt x="339886" y="288740"/>
                  </a:lnTo>
                  <a:lnTo>
                    <a:pt x="340373" y="288830"/>
                  </a:lnTo>
                  <a:lnTo>
                    <a:pt x="340723" y="288934"/>
                  </a:lnTo>
                  <a:lnTo>
                    <a:pt x="341257" y="289024"/>
                  </a:lnTo>
                  <a:lnTo>
                    <a:pt x="342320" y="289275"/>
                  </a:lnTo>
                  <a:lnTo>
                    <a:pt x="343120" y="289583"/>
                  </a:lnTo>
                  <a:lnTo>
                    <a:pt x="343777" y="289818"/>
                  </a:lnTo>
                  <a:lnTo>
                    <a:pt x="345150" y="290474"/>
                  </a:lnTo>
                  <a:lnTo>
                    <a:pt x="345497" y="290938"/>
                  </a:lnTo>
                  <a:lnTo>
                    <a:pt x="344701" y="292046"/>
                  </a:lnTo>
                  <a:lnTo>
                    <a:pt x="343723" y="292928"/>
                  </a:lnTo>
                  <a:lnTo>
                    <a:pt x="343665" y="293078"/>
                  </a:lnTo>
                  <a:lnTo>
                    <a:pt x="343570" y="293340"/>
                  </a:lnTo>
                  <a:lnTo>
                    <a:pt x="343560" y="293553"/>
                  </a:lnTo>
                  <a:lnTo>
                    <a:pt x="343508" y="294066"/>
                  </a:lnTo>
                  <a:lnTo>
                    <a:pt x="343416" y="294202"/>
                  </a:lnTo>
                  <a:lnTo>
                    <a:pt x="343298" y="294339"/>
                  </a:lnTo>
                  <a:lnTo>
                    <a:pt x="342981" y="294656"/>
                  </a:lnTo>
                  <a:lnTo>
                    <a:pt x="343038" y="296113"/>
                  </a:lnTo>
                  <a:lnTo>
                    <a:pt x="343177" y="296213"/>
                  </a:lnTo>
                  <a:lnTo>
                    <a:pt x="343741" y="296559"/>
                  </a:lnTo>
                  <a:lnTo>
                    <a:pt x="343926" y="296665"/>
                  </a:lnTo>
                  <a:lnTo>
                    <a:pt x="344102" y="296739"/>
                  </a:lnTo>
                  <a:lnTo>
                    <a:pt x="344434" y="296804"/>
                  </a:lnTo>
                  <a:lnTo>
                    <a:pt x="344976" y="296893"/>
                  </a:lnTo>
                  <a:lnTo>
                    <a:pt x="346054" y="297031"/>
                  </a:lnTo>
                  <a:lnTo>
                    <a:pt x="347168" y="297128"/>
                  </a:lnTo>
                  <a:lnTo>
                    <a:pt x="347939" y="297169"/>
                  </a:lnTo>
                  <a:lnTo>
                    <a:pt x="348314" y="297294"/>
                  </a:lnTo>
                  <a:lnTo>
                    <a:pt x="348689" y="297720"/>
                  </a:lnTo>
                  <a:lnTo>
                    <a:pt x="348989" y="298093"/>
                  </a:lnTo>
                  <a:lnTo>
                    <a:pt x="349208" y="298527"/>
                  </a:lnTo>
                  <a:lnTo>
                    <a:pt x="349410" y="299390"/>
                  </a:lnTo>
                  <a:lnTo>
                    <a:pt x="349410" y="299779"/>
                  </a:lnTo>
                  <a:lnTo>
                    <a:pt x="349310" y="300135"/>
                  </a:lnTo>
                  <a:lnTo>
                    <a:pt x="349139" y="300419"/>
                  </a:lnTo>
                  <a:lnTo>
                    <a:pt x="348667" y="300743"/>
                  </a:lnTo>
                  <a:lnTo>
                    <a:pt x="348218" y="300930"/>
                  </a:lnTo>
                  <a:lnTo>
                    <a:pt x="347411" y="300881"/>
                  </a:lnTo>
                  <a:lnTo>
                    <a:pt x="346811" y="300767"/>
                  </a:lnTo>
                  <a:lnTo>
                    <a:pt x="345997" y="300703"/>
                  </a:lnTo>
                  <a:lnTo>
                    <a:pt x="345519" y="300622"/>
                  </a:lnTo>
                  <a:lnTo>
                    <a:pt x="345062" y="300735"/>
                  </a:lnTo>
                  <a:lnTo>
                    <a:pt x="344477" y="301213"/>
                  </a:lnTo>
                  <a:lnTo>
                    <a:pt x="344270" y="301521"/>
                  </a:lnTo>
                  <a:lnTo>
                    <a:pt x="344098" y="301999"/>
                  </a:lnTo>
                  <a:lnTo>
                    <a:pt x="344005" y="302445"/>
                  </a:lnTo>
                  <a:lnTo>
                    <a:pt x="344127" y="303239"/>
                  </a:lnTo>
                  <a:lnTo>
                    <a:pt x="344384" y="304204"/>
                  </a:lnTo>
                  <a:lnTo>
                    <a:pt x="344635" y="304664"/>
                  </a:lnTo>
                  <a:lnTo>
                    <a:pt x="345076" y="305143"/>
                  </a:lnTo>
                  <a:lnTo>
                    <a:pt x="345433" y="305435"/>
                  </a:lnTo>
                  <a:lnTo>
                    <a:pt x="346047" y="305703"/>
                  </a:lnTo>
                  <a:lnTo>
                    <a:pt x="346576" y="305890"/>
                  </a:lnTo>
                  <a:lnTo>
                    <a:pt x="347175" y="306011"/>
                  </a:lnTo>
                  <a:lnTo>
                    <a:pt x="347639" y="306084"/>
                  </a:lnTo>
                  <a:lnTo>
                    <a:pt x="347989" y="306068"/>
                  </a:lnTo>
                  <a:lnTo>
                    <a:pt x="348339" y="305979"/>
                  </a:lnTo>
                  <a:lnTo>
                    <a:pt x="348632" y="305784"/>
                  </a:lnTo>
                  <a:lnTo>
                    <a:pt x="349053" y="305399"/>
                  </a:lnTo>
                  <a:lnTo>
                    <a:pt x="349096" y="305266"/>
                  </a:lnTo>
                  <a:lnTo>
                    <a:pt x="349107" y="304995"/>
                  </a:lnTo>
                  <a:lnTo>
                    <a:pt x="348976" y="304626"/>
                  </a:lnTo>
                  <a:lnTo>
                    <a:pt x="348888" y="304442"/>
                  </a:lnTo>
                  <a:lnTo>
                    <a:pt x="348786" y="304261"/>
                  </a:lnTo>
                  <a:lnTo>
                    <a:pt x="348632" y="304074"/>
                  </a:lnTo>
                  <a:lnTo>
                    <a:pt x="347925" y="303685"/>
                  </a:lnTo>
                  <a:lnTo>
                    <a:pt x="347290" y="303223"/>
                  </a:lnTo>
                  <a:lnTo>
                    <a:pt x="346975" y="302964"/>
                  </a:lnTo>
                  <a:lnTo>
                    <a:pt x="346854" y="302656"/>
                  </a:lnTo>
                  <a:lnTo>
                    <a:pt x="346840" y="302429"/>
                  </a:lnTo>
                  <a:lnTo>
                    <a:pt x="346915" y="302161"/>
                  </a:lnTo>
                  <a:lnTo>
                    <a:pt x="347190" y="301991"/>
                  </a:lnTo>
                  <a:lnTo>
                    <a:pt x="347439" y="301937"/>
                  </a:lnTo>
                  <a:lnTo>
                    <a:pt x="347696" y="301872"/>
                  </a:lnTo>
                  <a:lnTo>
                    <a:pt x="348089" y="301772"/>
                  </a:lnTo>
                  <a:lnTo>
                    <a:pt x="348839" y="301578"/>
                  </a:lnTo>
                  <a:lnTo>
                    <a:pt x="349795" y="301351"/>
                  </a:lnTo>
                  <a:lnTo>
                    <a:pt x="350766" y="301278"/>
                  </a:lnTo>
                  <a:lnTo>
                    <a:pt x="351338" y="301246"/>
                  </a:lnTo>
                  <a:lnTo>
                    <a:pt x="352036" y="301949"/>
                  </a:lnTo>
                  <a:lnTo>
                    <a:pt x="352032" y="302161"/>
                  </a:lnTo>
                  <a:lnTo>
                    <a:pt x="351987" y="302540"/>
                  </a:lnTo>
                  <a:lnTo>
                    <a:pt x="351950" y="302774"/>
                  </a:lnTo>
                  <a:lnTo>
                    <a:pt x="351859" y="303045"/>
                  </a:lnTo>
                  <a:lnTo>
                    <a:pt x="351623" y="303547"/>
                  </a:lnTo>
                  <a:lnTo>
                    <a:pt x="351368" y="303944"/>
                  </a:lnTo>
                  <a:lnTo>
                    <a:pt x="351045" y="304334"/>
                  </a:lnTo>
                  <a:lnTo>
                    <a:pt x="350574" y="304877"/>
                  </a:lnTo>
                  <a:lnTo>
                    <a:pt x="349860" y="305452"/>
                  </a:lnTo>
                  <a:lnTo>
                    <a:pt x="349553" y="305719"/>
                  </a:lnTo>
                  <a:lnTo>
                    <a:pt x="349324" y="306076"/>
                  </a:lnTo>
                  <a:lnTo>
                    <a:pt x="348853" y="307016"/>
                  </a:lnTo>
                  <a:lnTo>
                    <a:pt x="348310" y="307624"/>
                  </a:lnTo>
                  <a:lnTo>
                    <a:pt x="348132" y="308054"/>
                  </a:lnTo>
                  <a:lnTo>
                    <a:pt x="348096" y="308305"/>
                  </a:lnTo>
                  <a:lnTo>
                    <a:pt x="348146" y="308686"/>
                  </a:lnTo>
                  <a:lnTo>
                    <a:pt x="348219" y="309066"/>
                  </a:lnTo>
                  <a:lnTo>
                    <a:pt x="348353" y="309715"/>
                  </a:lnTo>
                  <a:lnTo>
                    <a:pt x="348682" y="310801"/>
                  </a:lnTo>
                  <a:lnTo>
                    <a:pt x="348882" y="311417"/>
                  </a:lnTo>
                  <a:lnTo>
                    <a:pt x="348974" y="312187"/>
                  </a:lnTo>
                  <a:lnTo>
                    <a:pt x="349146" y="313225"/>
                  </a:lnTo>
                  <a:lnTo>
                    <a:pt x="349196" y="313865"/>
                  </a:lnTo>
                  <a:lnTo>
                    <a:pt x="349110" y="314497"/>
                  </a:lnTo>
                  <a:lnTo>
                    <a:pt x="349117" y="315032"/>
                  </a:lnTo>
                  <a:lnTo>
                    <a:pt x="349224" y="315696"/>
                  </a:lnTo>
                  <a:lnTo>
                    <a:pt x="349246" y="315972"/>
                  </a:lnTo>
                  <a:lnTo>
                    <a:pt x="349353" y="316110"/>
                  </a:lnTo>
                  <a:lnTo>
                    <a:pt x="349596" y="316248"/>
                  </a:lnTo>
                  <a:lnTo>
                    <a:pt x="349967" y="316345"/>
                  </a:lnTo>
                  <a:lnTo>
                    <a:pt x="350402" y="316515"/>
                  </a:lnTo>
                  <a:lnTo>
                    <a:pt x="350802" y="316758"/>
                  </a:lnTo>
                  <a:lnTo>
                    <a:pt x="351652" y="317374"/>
                  </a:lnTo>
                  <a:lnTo>
                    <a:pt x="352566" y="318136"/>
                  </a:lnTo>
                  <a:lnTo>
                    <a:pt x="353315" y="318914"/>
                  </a:lnTo>
                  <a:lnTo>
                    <a:pt x="353742" y="319386"/>
                  </a:lnTo>
                  <a:lnTo>
                    <a:pt x="354079" y="319919"/>
                  </a:lnTo>
                  <a:lnTo>
                    <a:pt x="354298" y="320371"/>
                  </a:lnTo>
                  <a:lnTo>
                    <a:pt x="354893" y="320931"/>
                  </a:lnTo>
                  <a:lnTo>
                    <a:pt x="355040" y="321046"/>
                  </a:lnTo>
                  <a:lnTo>
                    <a:pt x="355300" y="321233"/>
                  </a:lnTo>
                  <a:lnTo>
                    <a:pt x="355528" y="321370"/>
                  </a:lnTo>
                  <a:lnTo>
                    <a:pt x="356242" y="321670"/>
                  </a:lnTo>
                  <a:lnTo>
                    <a:pt x="357206" y="322075"/>
                  </a:lnTo>
                  <a:lnTo>
                    <a:pt x="357999" y="322480"/>
                  </a:lnTo>
                  <a:lnTo>
                    <a:pt x="358663" y="323015"/>
                  </a:lnTo>
                  <a:lnTo>
                    <a:pt x="359140" y="323454"/>
                  </a:lnTo>
                  <a:lnTo>
                    <a:pt x="359365" y="323743"/>
                  </a:lnTo>
                  <a:lnTo>
                    <a:pt x="359649" y="324095"/>
                  </a:lnTo>
                  <a:lnTo>
                    <a:pt x="359848" y="324356"/>
                  </a:lnTo>
                  <a:lnTo>
                    <a:pt x="360073" y="324671"/>
                  </a:lnTo>
                  <a:lnTo>
                    <a:pt x="360233" y="324907"/>
                  </a:lnTo>
                  <a:lnTo>
                    <a:pt x="360350" y="325084"/>
                  </a:lnTo>
                  <a:lnTo>
                    <a:pt x="360940" y="326103"/>
                  </a:lnTo>
                  <a:lnTo>
                    <a:pt x="361683" y="327319"/>
                  </a:lnTo>
                  <a:lnTo>
                    <a:pt x="362432" y="328445"/>
                  </a:lnTo>
                  <a:lnTo>
                    <a:pt x="363025" y="329637"/>
                  </a:lnTo>
                  <a:lnTo>
                    <a:pt x="363639" y="330601"/>
                  </a:lnTo>
                  <a:lnTo>
                    <a:pt x="364281" y="331331"/>
                  </a:lnTo>
                  <a:lnTo>
                    <a:pt x="364724" y="331679"/>
                  </a:lnTo>
                  <a:lnTo>
                    <a:pt x="364896" y="331760"/>
                  </a:lnTo>
                  <a:lnTo>
                    <a:pt x="365052" y="331828"/>
                  </a:lnTo>
                  <a:lnTo>
                    <a:pt x="365248" y="331907"/>
                  </a:lnTo>
                  <a:lnTo>
                    <a:pt x="365427" y="331971"/>
                  </a:lnTo>
                  <a:lnTo>
                    <a:pt x="365635" y="332028"/>
                  </a:lnTo>
                  <a:lnTo>
                    <a:pt x="366284" y="332177"/>
                  </a:lnTo>
                  <a:lnTo>
                    <a:pt x="366426" y="332210"/>
                  </a:lnTo>
                  <a:lnTo>
                    <a:pt x="366766" y="332327"/>
                  </a:lnTo>
                  <a:lnTo>
                    <a:pt x="367116" y="332554"/>
                  </a:lnTo>
                  <a:lnTo>
                    <a:pt x="367294" y="332846"/>
                  </a:lnTo>
                  <a:lnTo>
                    <a:pt x="367308" y="333170"/>
                  </a:lnTo>
                  <a:lnTo>
                    <a:pt x="367266" y="333495"/>
                  </a:lnTo>
                  <a:lnTo>
                    <a:pt x="367016" y="333965"/>
                  </a:lnTo>
                  <a:lnTo>
                    <a:pt x="366616" y="334500"/>
                  </a:lnTo>
                  <a:lnTo>
                    <a:pt x="366473" y="334710"/>
                  </a:lnTo>
                  <a:lnTo>
                    <a:pt x="366395" y="335180"/>
                  </a:lnTo>
                  <a:lnTo>
                    <a:pt x="366430" y="335740"/>
                  </a:lnTo>
                  <a:lnTo>
                    <a:pt x="366545" y="336177"/>
                  </a:lnTo>
                  <a:lnTo>
                    <a:pt x="366759" y="337012"/>
                  </a:lnTo>
                  <a:lnTo>
                    <a:pt x="367001" y="337482"/>
                  </a:lnTo>
                  <a:lnTo>
                    <a:pt x="367523" y="338171"/>
                  </a:lnTo>
                  <a:lnTo>
                    <a:pt x="368051" y="338779"/>
                  </a:lnTo>
                  <a:lnTo>
                    <a:pt x="368629" y="339208"/>
                  </a:lnTo>
                  <a:lnTo>
                    <a:pt x="368922" y="339484"/>
                  </a:lnTo>
                  <a:lnTo>
                    <a:pt x="369272" y="339954"/>
                  </a:lnTo>
                  <a:lnTo>
                    <a:pt x="369672" y="340643"/>
                  </a:lnTo>
                  <a:lnTo>
                    <a:pt x="370364" y="341486"/>
                  </a:lnTo>
                  <a:lnTo>
                    <a:pt x="370421" y="341753"/>
                  </a:lnTo>
                  <a:lnTo>
                    <a:pt x="370414" y="341956"/>
                  </a:lnTo>
                  <a:lnTo>
                    <a:pt x="370243" y="342450"/>
                  </a:lnTo>
                  <a:lnTo>
                    <a:pt x="370086" y="342896"/>
                  </a:lnTo>
                  <a:lnTo>
                    <a:pt x="370014" y="343472"/>
                  </a:lnTo>
                  <a:lnTo>
                    <a:pt x="369879" y="343739"/>
                  </a:lnTo>
                  <a:lnTo>
                    <a:pt x="369457" y="343958"/>
                  </a:lnTo>
                  <a:lnTo>
                    <a:pt x="368342" y="344403"/>
                  </a:lnTo>
                  <a:lnTo>
                    <a:pt x="368019" y="344620"/>
                  </a:lnTo>
                  <a:lnTo>
                    <a:pt x="367873" y="344824"/>
                  </a:lnTo>
                  <a:lnTo>
                    <a:pt x="367794" y="345055"/>
                  </a:lnTo>
                  <a:lnTo>
                    <a:pt x="367692" y="345732"/>
                  </a:lnTo>
                  <a:lnTo>
                    <a:pt x="367636" y="346065"/>
                  </a:lnTo>
                  <a:lnTo>
                    <a:pt x="367343" y="346692"/>
                  </a:lnTo>
                  <a:lnTo>
                    <a:pt x="367208" y="346884"/>
                  </a:lnTo>
                  <a:lnTo>
                    <a:pt x="366971" y="347088"/>
                  </a:lnTo>
                  <a:lnTo>
                    <a:pt x="366698" y="347471"/>
                  </a:lnTo>
                  <a:lnTo>
                    <a:pt x="366698" y="347612"/>
                  </a:lnTo>
                  <a:lnTo>
                    <a:pt x="366789" y="347893"/>
                  </a:lnTo>
                  <a:lnTo>
                    <a:pt x="366924" y="348200"/>
                  </a:lnTo>
                  <a:lnTo>
                    <a:pt x="367375" y="348584"/>
                  </a:lnTo>
                  <a:lnTo>
                    <a:pt x="367983" y="348814"/>
                  </a:lnTo>
                  <a:lnTo>
                    <a:pt x="368394" y="348887"/>
                  </a:lnTo>
                  <a:lnTo>
                    <a:pt x="368600" y="348895"/>
                  </a:lnTo>
                  <a:lnTo>
                    <a:pt x="369534" y="348986"/>
                  </a:lnTo>
                  <a:lnTo>
                    <a:pt x="370233" y="349679"/>
                  </a:lnTo>
                  <a:lnTo>
                    <a:pt x="370259" y="349863"/>
                  </a:lnTo>
                  <a:lnTo>
                    <a:pt x="370237" y="350144"/>
                  </a:lnTo>
                  <a:lnTo>
                    <a:pt x="370259" y="350554"/>
                  </a:lnTo>
                  <a:lnTo>
                    <a:pt x="370338" y="350912"/>
                  </a:lnTo>
                  <a:lnTo>
                    <a:pt x="370338" y="351193"/>
                  </a:lnTo>
                  <a:lnTo>
                    <a:pt x="370169" y="351718"/>
                  </a:lnTo>
                  <a:lnTo>
                    <a:pt x="369837" y="352200"/>
                  </a:lnTo>
                  <a:lnTo>
                    <a:pt x="369607" y="352473"/>
                  </a:lnTo>
                  <a:lnTo>
                    <a:pt x="369451" y="352676"/>
                  </a:lnTo>
                  <a:lnTo>
                    <a:pt x="368744" y="353403"/>
                  </a:lnTo>
                  <a:lnTo>
                    <a:pt x="368545" y="353959"/>
                  </a:lnTo>
                  <a:lnTo>
                    <a:pt x="368529" y="354506"/>
                  </a:lnTo>
                  <a:lnTo>
                    <a:pt x="368569" y="354724"/>
                  </a:lnTo>
                  <a:lnTo>
                    <a:pt x="368715" y="355031"/>
                  </a:lnTo>
                  <a:lnTo>
                    <a:pt x="369135" y="355529"/>
                  </a:lnTo>
                  <a:lnTo>
                    <a:pt x="369408" y="355806"/>
                  </a:lnTo>
                  <a:lnTo>
                    <a:pt x="369639" y="356105"/>
                  </a:lnTo>
                  <a:lnTo>
                    <a:pt x="370135" y="356681"/>
                  </a:lnTo>
                  <a:lnTo>
                    <a:pt x="370732" y="357320"/>
                  </a:lnTo>
                  <a:lnTo>
                    <a:pt x="371318" y="357653"/>
                  </a:lnTo>
                  <a:lnTo>
                    <a:pt x="372107" y="357819"/>
                  </a:lnTo>
                  <a:lnTo>
                    <a:pt x="372964" y="358011"/>
                  </a:lnTo>
                  <a:lnTo>
                    <a:pt x="373682" y="358174"/>
                  </a:lnTo>
                  <a:lnTo>
                    <a:pt x="373813" y="358217"/>
                  </a:lnTo>
                  <a:lnTo>
                    <a:pt x="374532" y="358447"/>
                  </a:lnTo>
                  <a:lnTo>
                    <a:pt x="374670" y="358497"/>
                  </a:lnTo>
                  <a:lnTo>
                    <a:pt x="374895" y="358572"/>
                  </a:lnTo>
                  <a:lnTo>
                    <a:pt x="375311" y="358717"/>
                  </a:lnTo>
                  <a:lnTo>
                    <a:pt x="375581" y="358827"/>
                  </a:lnTo>
                  <a:lnTo>
                    <a:pt x="375893" y="358966"/>
                  </a:lnTo>
                  <a:lnTo>
                    <a:pt x="376177" y="359078"/>
                  </a:lnTo>
                  <a:lnTo>
                    <a:pt x="376862" y="359214"/>
                  </a:lnTo>
                  <a:lnTo>
                    <a:pt x="377685" y="359316"/>
                  </a:lnTo>
                  <a:lnTo>
                    <a:pt x="378688" y="359444"/>
                  </a:lnTo>
                  <a:lnTo>
                    <a:pt x="379612" y="359764"/>
                  </a:lnTo>
                  <a:lnTo>
                    <a:pt x="380231" y="359917"/>
                  </a:lnTo>
                  <a:lnTo>
                    <a:pt x="381252" y="360088"/>
                  </a:lnTo>
                  <a:lnTo>
                    <a:pt x="381517" y="360245"/>
                  </a:lnTo>
                  <a:lnTo>
                    <a:pt x="381696" y="360633"/>
                  </a:lnTo>
                  <a:lnTo>
                    <a:pt x="381764" y="361201"/>
                  </a:lnTo>
                  <a:lnTo>
                    <a:pt x="381741" y="361529"/>
                  </a:lnTo>
                  <a:lnTo>
                    <a:pt x="381561" y="362898"/>
                  </a:lnTo>
                  <a:lnTo>
                    <a:pt x="381445" y="363580"/>
                  </a:lnTo>
                  <a:lnTo>
                    <a:pt x="381223" y="364177"/>
                  </a:lnTo>
                  <a:lnTo>
                    <a:pt x="380919" y="364880"/>
                  </a:lnTo>
                  <a:lnTo>
                    <a:pt x="380502" y="365533"/>
                  </a:lnTo>
                  <a:lnTo>
                    <a:pt x="379837" y="366339"/>
                  </a:lnTo>
                  <a:lnTo>
                    <a:pt x="379009" y="367106"/>
                  </a:lnTo>
                  <a:lnTo>
                    <a:pt x="378822" y="367237"/>
                  </a:lnTo>
                  <a:lnTo>
                    <a:pt x="378612" y="367380"/>
                  </a:lnTo>
                  <a:lnTo>
                    <a:pt x="378262" y="367700"/>
                  </a:lnTo>
                  <a:lnTo>
                    <a:pt x="377551" y="368553"/>
                  </a:lnTo>
                  <a:lnTo>
                    <a:pt x="377135" y="369245"/>
                  </a:lnTo>
                  <a:lnTo>
                    <a:pt x="376901" y="369756"/>
                  </a:lnTo>
                  <a:lnTo>
                    <a:pt x="376540" y="371025"/>
                  </a:lnTo>
                  <a:lnTo>
                    <a:pt x="376472" y="371204"/>
                  </a:lnTo>
                  <a:lnTo>
                    <a:pt x="376270" y="372264"/>
                  </a:lnTo>
                  <a:lnTo>
                    <a:pt x="376233" y="372919"/>
                  </a:lnTo>
                  <a:lnTo>
                    <a:pt x="376358" y="373603"/>
                  </a:lnTo>
                  <a:lnTo>
                    <a:pt x="376423" y="373737"/>
                  </a:lnTo>
                  <a:lnTo>
                    <a:pt x="376855" y="374341"/>
                  </a:lnTo>
                  <a:lnTo>
                    <a:pt x="377487" y="374996"/>
                  </a:lnTo>
                  <a:lnTo>
                    <a:pt x="378271" y="375733"/>
                  </a:lnTo>
                  <a:lnTo>
                    <a:pt x="378458" y="375977"/>
                  </a:lnTo>
                  <a:lnTo>
                    <a:pt x="378565" y="376148"/>
                  </a:lnTo>
                  <a:lnTo>
                    <a:pt x="378658" y="376531"/>
                  </a:lnTo>
                  <a:lnTo>
                    <a:pt x="378740" y="376950"/>
                  </a:lnTo>
                  <a:lnTo>
                    <a:pt x="378694" y="377605"/>
                  </a:lnTo>
                  <a:lnTo>
                    <a:pt x="378361" y="378475"/>
                  </a:lnTo>
                  <a:lnTo>
                    <a:pt x="378063" y="379642"/>
                  </a:lnTo>
                  <a:lnTo>
                    <a:pt x="377784" y="380768"/>
                  </a:lnTo>
                  <a:lnTo>
                    <a:pt x="377802" y="381023"/>
                  </a:lnTo>
                  <a:lnTo>
                    <a:pt x="377892" y="381617"/>
                  </a:lnTo>
                  <a:lnTo>
                    <a:pt x="378018" y="382241"/>
                  </a:lnTo>
                  <a:lnTo>
                    <a:pt x="378262" y="382691"/>
                  </a:lnTo>
                  <a:lnTo>
                    <a:pt x="378614" y="383328"/>
                  </a:lnTo>
                  <a:lnTo>
                    <a:pt x="379271" y="383940"/>
                  </a:lnTo>
                  <a:lnTo>
                    <a:pt x="379749" y="384298"/>
                  </a:lnTo>
                  <a:lnTo>
                    <a:pt x="380335" y="384503"/>
                  </a:lnTo>
                  <a:lnTo>
                    <a:pt x="381552" y="384656"/>
                  </a:lnTo>
                  <a:lnTo>
                    <a:pt x="382580" y="384728"/>
                  </a:lnTo>
                  <a:lnTo>
                    <a:pt x="383499" y="384861"/>
                  </a:lnTo>
                  <a:lnTo>
                    <a:pt x="383639" y="384896"/>
                  </a:lnTo>
                  <a:lnTo>
                    <a:pt x="384112" y="384943"/>
                  </a:lnTo>
                  <a:lnTo>
                    <a:pt x="384419" y="385106"/>
                  </a:lnTo>
                  <a:lnTo>
                    <a:pt x="384662" y="385332"/>
                  </a:lnTo>
                  <a:lnTo>
                    <a:pt x="384725" y="385546"/>
                  </a:lnTo>
                  <a:lnTo>
                    <a:pt x="384797" y="385843"/>
                  </a:lnTo>
                  <a:lnTo>
                    <a:pt x="384797" y="386263"/>
                  </a:lnTo>
                  <a:lnTo>
                    <a:pt x="384788" y="386969"/>
                  </a:lnTo>
                  <a:lnTo>
                    <a:pt x="384905" y="387675"/>
                  </a:lnTo>
                  <a:lnTo>
                    <a:pt x="384968" y="388760"/>
                  </a:lnTo>
                  <a:lnTo>
                    <a:pt x="385068" y="389324"/>
                  </a:lnTo>
                  <a:lnTo>
                    <a:pt x="385122" y="389476"/>
                  </a:lnTo>
                  <a:lnTo>
                    <a:pt x="385239" y="389814"/>
                  </a:lnTo>
                  <a:lnTo>
                    <a:pt x="385338" y="390083"/>
                  </a:lnTo>
                  <a:lnTo>
                    <a:pt x="385747" y="390626"/>
                  </a:lnTo>
                  <a:lnTo>
                    <a:pt x="386521" y="391314"/>
                  </a:lnTo>
                  <a:lnTo>
                    <a:pt x="387268" y="391744"/>
                  </a:lnTo>
                  <a:lnTo>
                    <a:pt x="387486" y="391826"/>
                  </a:lnTo>
                  <a:lnTo>
                    <a:pt x="388190" y="392033"/>
                  </a:lnTo>
                  <a:lnTo>
                    <a:pt x="389275" y="392601"/>
                  </a:lnTo>
                  <a:lnTo>
                    <a:pt x="389719" y="392905"/>
                  </a:lnTo>
                  <a:lnTo>
                    <a:pt x="390050" y="393145"/>
                  </a:lnTo>
                  <a:lnTo>
                    <a:pt x="390388" y="393536"/>
                  </a:lnTo>
                  <a:lnTo>
                    <a:pt x="390930" y="394448"/>
                  </a:lnTo>
                  <a:lnTo>
                    <a:pt x="391162" y="394832"/>
                  </a:lnTo>
                  <a:lnTo>
                    <a:pt x="391447" y="395096"/>
                  </a:lnTo>
                  <a:lnTo>
                    <a:pt x="391662" y="395167"/>
                  </a:lnTo>
                  <a:lnTo>
                    <a:pt x="392162" y="395207"/>
                  </a:lnTo>
                  <a:lnTo>
                    <a:pt x="392564" y="395183"/>
                  </a:lnTo>
                  <a:lnTo>
                    <a:pt x="393240" y="395087"/>
                  </a:lnTo>
                  <a:lnTo>
                    <a:pt x="393585" y="395199"/>
                  </a:lnTo>
                  <a:lnTo>
                    <a:pt x="393986" y="395327"/>
                  </a:lnTo>
                  <a:lnTo>
                    <a:pt x="394282" y="395479"/>
                  </a:lnTo>
                  <a:lnTo>
                    <a:pt x="394902" y="395743"/>
                  </a:lnTo>
                  <a:lnTo>
                    <a:pt x="395322" y="395803"/>
                  </a:lnTo>
                  <a:lnTo>
                    <a:pt x="395761" y="395775"/>
                  </a:lnTo>
                  <a:lnTo>
                    <a:pt x="396127" y="395695"/>
                  </a:lnTo>
                  <a:lnTo>
                    <a:pt x="396543" y="395575"/>
                  </a:lnTo>
                  <a:lnTo>
                    <a:pt x="396867" y="395367"/>
                  </a:lnTo>
                  <a:lnTo>
                    <a:pt x="397310" y="395063"/>
                  </a:lnTo>
                  <a:lnTo>
                    <a:pt x="398396" y="394603"/>
                  </a:lnTo>
                  <a:lnTo>
                    <a:pt x="398796" y="394704"/>
                  </a:lnTo>
                  <a:lnTo>
                    <a:pt x="399325" y="395087"/>
                  </a:lnTo>
                  <a:lnTo>
                    <a:pt x="399719" y="395247"/>
                  </a:lnTo>
                  <a:lnTo>
                    <a:pt x="399994" y="395335"/>
                  </a:lnTo>
                  <a:lnTo>
                    <a:pt x="400501" y="395447"/>
                  </a:lnTo>
                  <a:lnTo>
                    <a:pt x="400673" y="395521"/>
                  </a:lnTo>
                  <a:lnTo>
                    <a:pt x="400973" y="395728"/>
                  </a:lnTo>
                  <a:lnTo>
                    <a:pt x="401444" y="396069"/>
                  </a:lnTo>
                  <a:lnTo>
                    <a:pt x="402043" y="396447"/>
                  </a:lnTo>
                  <a:lnTo>
                    <a:pt x="402677" y="396678"/>
                  </a:lnTo>
                  <a:lnTo>
                    <a:pt x="403381" y="396878"/>
                  </a:lnTo>
                  <a:lnTo>
                    <a:pt x="404522" y="397214"/>
                  </a:lnTo>
                  <a:lnTo>
                    <a:pt x="404649" y="397257"/>
                  </a:lnTo>
                  <a:lnTo>
                    <a:pt x="404841" y="397293"/>
                  </a:lnTo>
                  <a:lnTo>
                    <a:pt x="405147" y="397273"/>
                  </a:lnTo>
                  <a:lnTo>
                    <a:pt x="405823" y="397150"/>
                  </a:lnTo>
                  <a:lnTo>
                    <a:pt x="406454" y="397171"/>
                  </a:lnTo>
                  <a:lnTo>
                    <a:pt x="407292" y="397416"/>
                  </a:lnTo>
                  <a:lnTo>
                    <a:pt x="408104" y="397672"/>
                  </a:lnTo>
                  <a:lnTo>
                    <a:pt x="409131" y="397846"/>
                  </a:lnTo>
                  <a:lnTo>
                    <a:pt x="410162" y="397602"/>
                  </a:lnTo>
                  <a:lnTo>
                    <a:pt x="410487" y="397459"/>
                  </a:lnTo>
                  <a:lnTo>
                    <a:pt x="410628" y="397355"/>
                  </a:lnTo>
                  <a:lnTo>
                    <a:pt x="411124" y="396905"/>
                  </a:lnTo>
                  <a:lnTo>
                    <a:pt x="411466" y="396628"/>
                  </a:lnTo>
                  <a:lnTo>
                    <a:pt x="412178" y="396413"/>
                  </a:lnTo>
                  <a:lnTo>
                    <a:pt x="412945" y="396342"/>
                  </a:lnTo>
                  <a:lnTo>
                    <a:pt x="413494" y="396342"/>
                  </a:lnTo>
                  <a:lnTo>
                    <a:pt x="413963" y="396413"/>
                  </a:lnTo>
                  <a:lnTo>
                    <a:pt x="414441" y="396618"/>
                  </a:lnTo>
                  <a:lnTo>
                    <a:pt x="415009" y="397038"/>
                  </a:lnTo>
                  <a:lnTo>
                    <a:pt x="415694" y="397498"/>
                  </a:lnTo>
                  <a:lnTo>
                    <a:pt x="416011" y="397597"/>
                  </a:lnTo>
                  <a:lnTo>
                    <a:pt x="416478" y="397519"/>
                  </a:lnTo>
                  <a:lnTo>
                    <a:pt x="416983" y="397252"/>
                  </a:lnTo>
                  <a:lnTo>
                    <a:pt x="417479" y="396782"/>
                  </a:lnTo>
                  <a:lnTo>
                    <a:pt x="417695" y="396495"/>
                  </a:lnTo>
                  <a:lnTo>
                    <a:pt x="417767" y="396321"/>
                  </a:lnTo>
                  <a:lnTo>
                    <a:pt x="417704" y="396106"/>
                  </a:lnTo>
                  <a:lnTo>
                    <a:pt x="417677" y="395779"/>
                  </a:lnTo>
                  <a:lnTo>
                    <a:pt x="417713" y="395511"/>
                  </a:lnTo>
                  <a:lnTo>
                    <a:pt x="417875" y="395308"/>
                  </a:lnTo>
                  <a:lnTo>
                    <a:pt x="418227" y="395144"/>
                  </a:lnTo>
                  <a:lnTo>
                    <a:pt x="419273" y="394960"/>
                  </a:lnTo>
                  <a:lnTo>
                    <a:pt x="420399" y="395001"/>
                  </a:lnTo>
                  <a:lnTo>
                    <a:pt x="421544" y="395103"/>
                  </a:lnTo>
                  <a:lnTo>
                    <a:pt x="422554" y="395073"/>
                  </a:lnTo>
                  <a:lnTo>
                    <a:pt x="423654" y="394960"/>
                  </a:lnTo>
                  <a:lnTo>
                    <a:pt x="424672" y="394649"/>
                  </a:lnTo>
                  <a:lnTo>
                    <a:pt x="425438" y="394318"/>
                  </a:lnTo>
                  <a:lnTo>
                    <a:pt x="426072" y="394237"/>
                  </a:lnTo>
                  <a:lnTo>
                    <a:pt x="426692" y="394367"/>
                  </a:lnTo>
                  <a:lnTo>
                    <a:pt x="427692" y="394633"/>
                  </a:lnTo>
                  <a:lnTo>
                    <a:pt x="428693" y="394868"/>
                  </a:lnTo>
                  <a:lnTo>
                    <a:pt x="429522" y="395073"/>
                  </a:lnTo>
                  <a:lnTo>
                    <a:pt x="430045" y="395277"/>
                  </a:lnTo>
                  <a:lnTo>
                    <a:pt x="430728" y="395572"/>
                  </a:lnTo>
                  <a:lnTo>
                    <a:pt x="431100" y="395707"/>
                  </a:lnTo>
                  <a:lnTo>
                    <a:pt x="431992" y="395963"/>
                  </a:lnTo>
                  <a:lnTo>
                    <a:pt x="432966" y="396096"/>
                  </a:lnTo>
                  <a:lnTo>
                    <a:pt x="433561" y="396270"/>
                  </a:lnTo>
                  <a:lnTo>
                    <a:pt x="434176" y="396473"/>
                  </a:lnTo>
                  <a:lnTo>
                    <a:pt x="434382" y="396455"/>
                  </a:lnTo>
                  <a:lnTo>
                    <a:pt x="434561" y="396372"/>
                  </a:lnTo>
                  <a:lnTo>
                    <a:pt x="434848" y="395940"/>
                  </a:lnTo>
                  <a:lnTo>
                    <a:pt x="435247" y="394795"/>
                  </a:lnTo>
                  <a:lnTo>
                    <a:pt x="436288" y="394819"/>
                  </a:lnTo>
                  <a:lnTo>
                    <a:pt x="436752" y="394981"/>
                  </a:lnTo>
                  <a:lnTo>
                    <a:pt x="437608" y="395144"/>
                  </a:lnTo>
                  <a:lnTo>
                    <a:pt x="438221" y="395503"/>
                  </a:lnTo>
                  <a:lnTo>
                    <a:pt x="438374" y="395697"/>
                  </a:lnTo>
                  <a:lnTo>
                    <a:pt x="438591" y="396403"/>
                  </a:lnTo>
                  <a:lnTo>
                    <a:pt x="438492" y="396790"/>
                  </a:lnTo>
                  <a:lnTo>
                    <a:pt x="438425" y="396967"/>
                  </a:lnTo>
                  <a:lnTo>
                    <a:pt x="438169" y="397404"/>
                  </a:lnTo>
                  <a:lnTo>
                    <a:pt x="437891" y="397564"/>
                  </a:lnTo>
                  <a:lnTo>
                    <a:pt x="437356" y="397949"/>
                  </a:lnTo>
                  <a:lnTo>
                    <a:pt x="437211" y="398071"/>
                  </a:lnTo>
                  <a:lnTo>
                    <a:pt x="436237" y="398855"/>
                  </a:lnTo>
                  <a:lnTo>
                    <a:pt x="435952" y="399148"/>
                  </a:lnTo>
                  <a:lnTo>
                    <a:pt x="435705" y="399624"/>
                  </a:lnTo>
                  <a:lnTo>
                    <a:pt x="435607" y="399995"/>
                  </a:lnTo>
                  <a:lnTo>
                    <a:pt x="435654" y="400476"/>
                  </a:lnTo>
                  <a:lnTo>
                    <a:pt x="435832" y="400793"/>
                  </a:lnTo>
                  <a:lnTo>
                    <a:pt x="436265" y="401121"/>
                  </a:lnTo>
                  <a:lnTo>
                    <a:pt x="436508" y="401213"/>
                  </a:lnTo>
                  <a:lnTo>
                    <a:pt x="437094" y="401366"/>
                  </a:lnTo>
                  <a:lnTo>
                    <a:pt x="437734" y="401428"/>
                  </a:lnTo>
                  <a:lnTo>
                    <a:pt x="438078" y="401352"/>
                  </a:lnTo>
                  <a:lnTo>
                    <a:pt x="438281" y="401251"/>
                  </a:lnTo>
                  <a:lnTo>
                    <a:pt x="438596" y="401103"/>
                  </a:lnTo>
                  <a:lnTo>
                    <a:pt x="438847" y="401000"/>
                  </a:lnTo>
                  <a:lnTo>
                    <a:pt x="439528" y="400824"/>
                  </a:lnTo>
                  <a:lnTo>
                    <a:pt x="440357" y="400558"/>
                  </a:lnTo>
                  <a:lnTo>
                    <a:pt x="441054" y="400376"/>
                  </a:lnTo>
                  <a:lnTo>
                    <a:pt x="441755" y="400394"/>
                  </a:lnTo>
                  <a:lnTo>
                    <a:pt x="442526" y="400564"/>
                  </a:lnTo>
                  <a:lnTo>
                    <a:pt x="443314" y="400988"/>
                  </a:lnTo>
                  <a:lnTo>
                    <a:pt x="443990" y="401550"/>
                  </a:lnTo>
                  <a:lnTo>
                    <a:pt x="444522" y="401827"/>
                  </a:lnTo>
                  <a:lnTo>
                    <a:pt x="445108" y="402001"/>
                  </a:lnTo>
                  <a:lnTo>
                    <a:pt x="446015" y="402100"/>
                  </a:lnTo>
                  <a:lnTo>
                    <a:pt x="446152" y="402079"/>
                  </a:lnTo>
                  <a:lnTo>
                    <a:pt x="447082" y="402093"/>
                  </a:lnTo>
                  <a:lnTo>
                    <a:pt x="447686" y="402103"/>
                  </a:lnTo>
                  <a:lnTo>
                    <a:pt x="448335" y="402420"/>
                  </a:lnTo>
                  <a:lnTo>
                    <a:pt x="448786" y="402963"/>
                  </a:lnTo>
                  <a:lnTo>
                    <a:pt x="449092" y="403505"/>
                  </a:lnTo>
                  <a:lnTo>
                    <a:pt x="449444" y="404385"/>
                  </a:lnTo>
                  <a:lnTo>
                    <a:pt x="449819" y="405646"/>
                  </a:lnTo>
                  <a:lnTo>
                    <a:pt x="450030" y="406145"/>
                  </a:lnTo>
                  <a:lnTo>
                    <a:pt x="450153" y="406359"/>
                  </a:lnTo>
                  <a:lnTo>
                    <a:pt x="450336" y="406677"/>
                  </a:lnTo>
                  <a:lnTo>
                    <a:pt x="450769" y="407128"/>
                  </a:lnTo>
                  <a:lnTo>
                    <a:pt x="451283" y="407424"/>
                  </a:lnTo>
                  <a:lnTo>
                    <a:pt x="451968" y="407609"/>
                  </a:lnTo>
                  <a:lnTo>
                    <a:pt x="452653" y="407793"/>
                  </a:lnTo>
                  <a:lnTo>
                    <a:pt x="453401" y="407834"/>
                  </a:lnTo>
                  <a:lnTo>
                    <a:pt x="453879" y="407793"/>
                  </a:lnTo>
                  <a:lnTo>
                    <a:pt x="454229" y="407659"/>
                  </a:lnTo>
                  <a:lnTo>
                    <a:pt x="454429" y="407506"/>
                  </a:lnTo>
                  <a:lnTo>
                    <a:pt x="454708" y="407250"/>
                  </a:lnTo>
                  <a:lnTo>
                    <a:pt x="455303" y="406677"/>
                  </a:lnTo>
                  <a:lnTo>
                    <a:pt x="455637" y="406248"/>
                  </a:lnTo>
                  <a:lnTo>
                    <a:pt x="455961" y="405971"/>
                  </a:lnTo>
                  <a:lnTo>
                    <a:pt x="456773" y="405582"/>
                  </a:lnTo>
                  <a:lnTo>
                    <a:pt x="457746" y="405224"/>
                  </a:lnTo>
                  <a:lnTo>
                    <a:pt x="458449" y="405173"/>
                  </a:lnTo>
                  <a:lnTo>
                    <a:pt x="459441" y="405398"/>
                  </a:lnTo>
                  <a:lnTo>
                    <a:pt x="460216" y="405623"/>
                  </a:lnTo>
                  <a:lnTo>
                    <a:pt x="460907" y="406107"/>
                  </a:lnTo>
                  <a:lnTo>
                    <a:pt x="461181" y="406341"/>
                  </a:lnTo>
                  <a:lnTo>
                    <a:pt x="461324" y="406459"/>
                  </a:lnTo>
                  <a:lnTo>
                    <a:pt x="461493" y="406623"/>
                  </a:lnTo>
                  <a:lnTo>
                    <a:pt x="462137" y="407270"/>
                  </a:lnTo>
                  <a:lnTo>
                    <a:pt x="463207" y="407712"/>
                  </a:lnTo>
                  <a:lnTo>
                    <a:pt x="463873" y="407782"/>
                  </a:lnTo>
                  <a:lnTo>
                    <a:pt x="464291" y="407721"/>
                  </a:lnTo>
                  <a:lnTo>
                    <a:pt x="464805" y="407619"/>
                  </a:lnTo>
                  <a:lnTo>
                    <a:pt x="465210" y="407435"/>
                  </a:lnTo>
                  <a:lnTo>
                    <a:pt x="465499" y="407148"/>
                  </a:lnTo>
                  <a:lnTo>
                    <a:pt x="465571" y="406902"/>
                  </a:lnTo>
                  <a:lnTo>
                    <a:pt x="465598" y="406688"/>
                  </a:lnTo>
                  <a:lnTo>
                    <a:pt x="465571" y="406452"/>
                  </a:lnTo>
                  <a:lnTo>
                    <a:pt x="465487" y="406166"/>
                  </a:lnTo>
                  <a:lnTo>
                    <a:pt x="465414" y="406021"/>
                  </a:lnTo>
                  <a:lnTo>
                    <a:pt x="465264" y="405807"/>
                  </a:lnTo>
                  <a:lnTo>
                    <a:pt x="465174" y="405511"/>
                  </a:lnTo>
                  <a:lnTo>
                    <a:pt x="465147" y="405122"/>
                  </a:lnTo>
                  <a:lnTo>
                    <a:pt x="465255" y="404651"/>
                  </a:lnTo>
                  <a:lnTo>
                    <a:pt x="465347" y="404328"/>
                  </a:lnTo>
                  <a:lnTo>
                    <a:pt x="465508" y="403986"/>
                  </a:lnTo>
                  <a:lnTo>
                    <a:pt x="465958" y="403618"/>
                  </a:lnTo>
                  <a:lnTo>
                    <a:pt x="466869" y="403167"/>
                  </a:lnTo>
                  <a:lnTo>
                    <a:pt x="467410" y="403065"/>
                  </a:lnTo>
                  <a:lnTo>
                    <a:pt x="468176" y="402993"/>
                  </a:lnTo>
                  <a:lnTo>
                    <a:pt x="468708" y="403137"/>
                  </a:lnTo>
                  <a:lnTo>
                    <a:pt x="469509" y="403373"/>
                  </a:lnTo>
                  <a:lnTo>
                    <a:pt x="469685" y="403426"/>
                  </a:lnTo>
                  <a:lnTo>
                    <a:pt x="469891" y="403483"/>
                  </a:lnTo>
                  <a:lnTo>
                    <a:pt x="470563" y="403636"/>
                  </a:lnTo>
                  <a:lnTo>
                    <a:pt x="471160" y="403771"/>
                  </a:lnTo>
                  <a:lnTo>
                    <a:pt x="472043" y="404058"/>
                  </a:lnTo>
                  <a:lnTo>
                    <a:pt x="472692" y="404610"/>
                  </a:lnTo>
                  <a:lnTo>
                    <a:pt x="473116" y="405183"/>
                  </a:lnTo>
                  <a:lnTo>
                    <a:pt x="473322" y="405724"/>
                  </a:lnTo>
                  <a:lnTo>
                    <a:pt x="473368" y="405992"/>
                  </a:lnTo>
                  <a:lnTo>
                    <a:pt x="473413" y="407025"/>
                  </a:lnTo>
                  <a:lnTo>
                    <a:pt x="473513" y="408304"/>
                  </a:lnTo>
                  <a:lnTo>
                    <a:pt x="473585" y="409205"/>
                  </a:lnTo>
                  <a:lnTo>
                    <a:pt x="473897" y="410433"/>
                  </a:lnTo>
                  <a:lnTo>
                    <a:pt x="474621" y="411417"/>
                  </a:lnTo>
                  <a:lnTo>
                    <a:pt x="475161" y="411702"/>
                  </a:lnTo>
                  <a:lnTo>
                    <a:pt x="475850" y="411907"/>
                  </a:lnTo>
                  <a:lnTo>
                    <a:pt x="476105" y="411913"/>
                  </a:lnTo>
                  <a:lnTo>
                    <a:pt x="476482" y="411887"/>
                  </a:lnTo>
                  <a:lnTo>
                    <a:pt x="477164" y="411710"/>
                  </a:lnTo>
                  <a:lnTo>
                    <a:pt x="477957" y="411333"/>
                  </a:lnTo>
                  <a:lnTo>
                    <a:pt x="478542" y="411049"/>
                  </a:lnTo>
                  <a:lnTo>
                    <a:pt x="479421" y="410826"/>
                  </a:lnTo>
                  <a:lnTo>
                    <a:pt x="479659" y="410807"/>
                  </a:lnTo>
                  <a:lnTo>
                    <a:pt x="480034" y="410791"/>
                  </a:lnTo>
                  <a:lnTo>
                    <a:pt x="480204" y="410791"/>
                  </a:lnTo>
                  <a:lnTo>
                    <a:pt x="480515" y="410800"/>
                  </a:lnTo>
                  <a:lnTo>
                    <a:pt x="480969" y="410850"/>
                  </a:lnTo>
                  <a:lnTo>
                    <a:pt x="481441" y="411033"/>
                  </a:lnTo>
                  <a:lnTo>
                    <a:pt x="481747" y="411210"/>
                  </a:lnTo>
                  <a:lnTo>
                    <a:pt x="482122" y="411513"/>
                  </a:lnTo>
                  <a:lnTo>
                    <a:pt x="483174" y="412866"/>
                  </a:lnTo>
                  <a:lnTo>
                    <a:pt x="483198" y="413188"/>
                  </a:lnTo>
                  <a:lnTo>
                    <a:pt x="483239" y="413364"/>
                  </a:lnTo>
                  <a:lnTo>
                    <a:pt x="483239" y="413769"/>
                  </a:lnTo>
                  <a:lnTo>
                    <a:pt x="483203" y="414009"/>
                  </a:lnTo>
                  <a:lnTo>
                    <a:pt x="483113" y="414332"/>
                  </a:lnTo>
                  <a:lnTo>
                    <a:pt x="483131" y="414833"/>
                  </a:lnTo>
                  <a:lnTo>
                    <a:pt x="483239" y="415509"/>
                  </a:lnTo>
                  <a:lnTo>
                    <a:pt x="483422" y="415959"/>
                  </a:lnTo>
                  <a:lnTo>
                    <a:pt x="483654" y="416276"/>
                  </a:lnTo>
                  <a:lnTo>
                    <a:pt x="484177" y="416655"/>
                  </a:lnTo>
                  <a:lnTo>
                    <a:pt x="484636" y="417003"/>
                  </a:lnTo>
                  <a:lnTo>
                    <a:pt x="485303" y="417156"/>
                  </a:lnTo>
                  <a:lnTo>
                    <a:pt x="486070" y="417238"/>
                  </a:lnTo>
                  <a:lnTo>
                    <a:pt x="486925" y="417172"/>
                  </a:lnTo>
                  <a:lnTo>
                    <a:pt x="487826" y="417211"/>
                  </a:lnTo>
                  <a:lnTo>
                    <a:pt x="488094" y="417377"/>
                  </a:lnTo>
                  <a:lnTo>
                    <a:pt x="488350" y="417668"/>
                  </a:lnTo>
                  <a:lnTo>
                    <a:pt x="488413" y="417944"/>
                  </a:lnTo>
                  <a:lnTo>
                    <a:pt x="488453" y="418185"/>
                  </a:lnTo>
                  <a:lnTo>
                    <a:pt x="488350" y="418701"/>
                  </a:lnTo>
                  <a:lnTo>
                    <a:pt x="487900" y="419305"/>
                  </a:lnTo>
                  <a:lnTo>
                    <a:pt x="487800" y="419602"/>
                  </a:lnTo>
                  <a:lnTo>
                    <a:pt x="487752" y="419897"/>
                  </a:lnTo>
                  <a:lnTo>
                    <a:pt x="487776" y="420141"/>
                  </a:lnTo>
                  <a:lnTo>
                    <a:pt x="487936" y="420472"/>
                  </a:lnTo>
                  <a:lnTo>
                    <a:pt x="488262" y="420772"/>
                  </a:lnTo>
                  <a:lnTo>
                    <a:pt x="488612" y="420881"/>
                  </a:lnTo>
                  <a:lnTo>
                    <a:pt x="489324" y="420943"/>
                  </a:lnTo>
                  <a:lnTo>
                    <a:pt x="490207" y="420994"/>
                  </a:lnTo>
                  <a:lnTo>
                    <a:pt x="490904" y="421187"/>
                  </a:lnTo>
                  <a:lnTo>
                    <a:pt x="491251" y="421417"/>
                  </a:lnTo>
                  <a:lnTo>
                    <a:pt x="491487" y="421638"/>
                  </a:lnTo>
                  <a:lnTo>
                    <a:pt x="491579" y="421834"/>
                  </a:lnTo>
                  <a:lnTo>
                    <a:pt x="491641" y="422191"/>
                  </a:lnTo>
                  <a:lnTo>
                    <a:pt x="491613" y="422549"/>
                  </a:lnTo>
                  <a:lnTo>
                    <a:pt x="491562" y="422745"/>
                  </a:lnTo>
                  <a:lnTo>
                    <a:pt x="491370" y="423071"/>
                  </a:lnTo>
                  <a:lnTo>
                    <a:pt x="491019" y="423399"/>
                  </a:lnTo>
                  <a:lnTo>
                    <a:pt x="490910" y="423675"/>
                  </a:lnTo>
                  <a:lnTo>
                    <a:pt x="490919" y="423890"/>
                  </a:lnTo>
                  <a:lnTo>
                    <a:pt x="490946" y="424187"/>
                  </a:lnTo>
                  <a:lnTo>
                    <a:pt x="491045" y="424383"/>
                  </a:lnTo>
                  <a:lnTo>
                    <a:pt x="491433" y="424637"/>
                  </a:lnTo>
                  <a:lnTo>
                    <a:pt x="492055" y="424903"/>
                  </a:lnTo>
                  <a:lnTo>
                    <a:pt x="492758" y="425108"/>
                  </a:lnTo>
                  <a:lnTo>
                    <a:pt x="493588" y="425200"/>
                  </a:lnTo>
                  <a:lnTo>
                    <a:pt x="494120" y="425353"/>
                  </a:lnTo>
                  <a:lnTo>
                    <a:pt x="494787" y="425599"/>
                  </a:lnTo>
                  <a:lnTo>
                    <a:pt x="495445" y="425824"/>
                  </a:lnTo>
                  <a:lnTo>
                    <a:pt x="495760" y="425947"/>
                  </a:lnTo>
                  <a:lnTo>
                    <a:pt x="496094" y="426162"/>
                  </a:lnTo>
                  <a:lnTo>
                    <a:pt x="496293" y="426381"/>
                  </a:lnTo>
                  <a:lnTo>
                    <a:pt x="496465" y="426656"/>
                  </a:lnTo>
                  <a:lnTo>
                    <a:pt x="496759" y="427282"/>
                  </a:lnTo>
                  <a:lnTo>
                    <a:pt x="496896" y="427484"/>
                  </a:lnTo>
                  <a:lnTo>
                    <a:pt x="497263" y="427874"/>
                  </a:lnTo>
                  <a:lnTo>
                    <a:pt x="497602" y="428173"/>
                  </a:lnTo>
                  <a:lnTo>
                    <a:pt x="498255" y="428511"/>
                  </a:lnTo>
                  <a:lnTo>
                    <a:pt x="498860" y="428719"/>
                  </a:lnTo>
                  <a:lnTo>
                    <a:pt x="499165" y="428810"/>
                  </a:lnTo>
                  <a:lnTo>
                    <a:pt x="499968" y="429147"/>
                  </a:lnTo>
                  <a:lnTo>
                    <a:pt x="500109" y="429223"/>
                  </a:lnTo>
                  <a:lnTo>
                    <a:pt x="500466" y="429429"/>
                  </a:lnTo>
                  <a:lnTo>
                    <a:pt x="501233" y="429887"/>
                  </a:lnTo>
                  <a:lnTo>
                    <a:pt x="501390" y="430008"/>
                  </a:lnTo>
                  <a:lnTo>
                    <a:pt x="501709" y="430241"/>
                  </a:lnTo>
                  <a:lnTo>
                    <a:pt x="501842" y="430330"/>
                  </a:lnTo>
                  <a:lnTo>
                    <a:pt x="502157" y="430579"/>
                  </a:lnTo>
                  <a:lnTo>
                    <a:pt x="502350" y="430705"/>
                  </a:lnTo>
                  <a:lnTo>
                    <a:pt x="503449" y="431473"/>
                  </a:lnTo>
                  <a:lnTo>
                    <a:pt x="503987" y="431790"/>
                  </a:lnTo>
                  <a:lnTo>
                    <a:pt x="504450" y="432148"/>
                  </a:lnTo>
                  <a:lnTo>
                    <a:pt x="504924" y="432591"/>
                  </a:lnTo>
                  <a:lnTo>
                    <a:pt x="505090" y="432823"/>
                  </a:lnTo>
                  <a:lnTo>
                    <a:pt x="505487" y="433427"/>
                  </a:lnTo>
                  <a:lnTo>
                    <a:pt x="505983" y="433908"/>
                  </a:lnTo>
                  <a:lnTo>
                    <a:pt x="506165" y="434012"/>
                  </a:lnTo>
                  <a:lnTo>
                    <a:pt x="506785" y="434133"/>
                  </a:lnTo>
                  <a:lnTo>
                    <a:pt x="507956" y="434054"/>
                  </a:lnTo>
                  <a:lnTo>
                    <a:pt x="508624" y="433907"/>
                  </a:lnTo>
                  <a:lnTo>
                    <a:pt x="509111" y="433765"/>
                  </a:lnTo>
                  <a:lnTo>
                    <a:pt x="510129" y="433366"/>
                  </a:lnTo>
                  <a:lnTo>
                    <a:pt x="511373" y="432854"/>
                  </a:lnTo>
                  <a:lnTo>
                    <a:pt x="512239" y="432547"/>
                  </a:lnTo>
                  <a:lnTo>
                    <a:pt x="513347" y="432199"/>
                  </a:lnTo>
                  <a:lnTo>
                    <a:pt x="514117" y="431958"/>
                  </a:lnTo>
                  <a:lnTo>
                    <a:pt x="514513" y="431880"/>
                  </a:lnTo>
                  <a:lnTo>
                    <a:pt x="514714" y="431842"/>
                  </a:lnTo>
                  <a:lnTo>
                    <a:pt x="514869" y="431812"/>
                  </a:lnTo>
                  <a:lnTo>
                    <a:pt x="515098" y="431772"/>
                  </a:lnTo>
                  <a:lnTo>
                    <a:pt x="515925" y="431745"/>
                  </a:lnTo>
                  <a:lnTo>
                    <a:pt x="516056" y="431758"/>
                  </a:lnTo>
                  <a:lnTo>
                    <a:pt x="516562" y="431828"/>
                  </a:lnTo>
                  <a:lnTo>
                    <a:pt x="517622" y="432470"/>
                  </a:lnTo>
                  <a:lnTo>
                    <a:pt x="517843" y="432915"/>
                  </a:lnTo>
                  <a:lnTo>
                    <a:pt x="517903" y="433063"/>
                  </a:lnTo>
                  <a:lnTo>
                    <a:pt x="518528" y="434127"/>
                  </a:lnTo>
                  <a:lnTo>
                    <a:pt x="518820" y="434307"/>
                  </a:lnTo>
                  <a:lnTo>
                    <a:pt x="518956" y="434377"/>
                  </a:lnTo>
                  <a:lnTo>
                    <a:pt x="519521" y="434569"/>
                  </a:lnTo>
                  <a:lnTo>
                    <a:pt x="519677" y="434585"/>
                  </a:lnTo>
                  <a:lnTo>
                    <a:pt x="520644" y="434629"/>
                  </a:lnTo>
                  <a:lnTo>
                    <a:pt x="521041" y="434535"/>
                  </a:lnTo>
                  <a:lnTo>
                    <a:pt x="521258" y="434463"/>
                  </a:lnTo>
                  <a:lnTo>
                    <a:pt x="521404" y="434412"/>
                  </a:lnTo>
                  <a:lnTo>
                    <a:pt x="521854" y="434215"/>
                  </a:lnTo>
                  <a:lnTo>
                    <a:pt x="522170" y="434042"/>
                  </a:lnTo>
                  <a:lnTo>
                    <a:pt x="523100" y="433520"/>
                  </a:lnTo>
                  <a:lnTo>
                    <a:pt x="523863" y="433177"/>
                  </a:lnTo>
                  <a:lnTo>
                    <a:pt x="524200" y="433056"/>
                  </a:lnTo>
                  <a:lnTo>
                    <a:pt x="524931" y="433036"/>
                  </a:lnTo>
                  <a:lnTo>
                    <a:pt x="525267" y="433101"/>
                  </a:lnTo>
                  <a:lnTo>
                    <a:pt x="525413" y="433100"/>
                  </a:lnTo>
                  <a:lnTo>
                    <a:pt x="525885" y="433079"/>
                  </a:lnTo>
                  <a:lnTo>
                    <a:pt x="526472" y="433136"/>
                  </a:lnTo>
                  <a:lnTo>
                    <a:pt x="527554" y="434522"/>
                  </a:lnTo>
                  <a:lnTo>
                    <a:pt x="527477" y="434789"/>
                  </a:lnTo>
                  <a:lnTo>
                    <a:pt x="527267" y="435140"/>
                  </a:lnTo>
                  <a:lnTo>
                    <a:pt x="526983" y="435391"/>
                  </a:lnTo>
                  <a:lnTo>
                    <a:pt x="526567" y="435683"/>
                  </a:lnTo>
                  <a:lnTo>
                    <a:pt x="525720" y="436420"/>
                  </a:lnTo>
                  <a:lnTo>
                    <a:pt x="525585" y="436558"/>
                  </a:lnTo>
                  <a:lnTo>
                    <a:pt x="525251" y="436858"/>
                  </a:lnTo>
                  <a:lnTo>
                    <a:pt x="525032" y="437064"/>
                  </a:lnTo>
                  <a:lnTo>
                    <a:pt x="524786" y="437409"/>
                  </a:lnTo>
                  <a:lnTo>
                    <a:pt x="524310" y="437919"/>
                  </a:lnTo>
                  <a:lnTo>
                    <a:pt x="523956" y="438872"/>
                  </a:lnTo>
                  <a:lnTo>
                    <a:pt x="523690" y="439536"/>
                  </a:lnTo>
                  <a:lnTo>
                    <a:pt x="523583" y="439780"/>
                  </a:lnTo>
                  <a:lnTo>
                    <a:pt x="523370" y="440190"/>
                  </a:lnTo>
                  <a:lnTo>
                    <a:pt x="523237" y="440436"/>
                  </a:lnTo>
                  <a:lnTo>
                    <a:pt x="523079" y="440717"/>
                  </a:lnTo>
                  <a:lnTo>
                    <a:pt x="522876" y="441213"/>
                  </a:lnTo>
                  <a:lnTo>
                    <a:pt x="522526" y="441879"/>
                  </a:lnTo>
                  <a:lnTo>
                    <a:pt x="522256" y="442770"/>
                  </a:lnTo>
                  <a:lnTo>
                    <a:pt x="521944" y="443474"/>
                  </a:lnTo>
                  <a:lnTo>
                    <a:pt x="521623" y="444116"/>
                  </a:lnTo>
                  <a:lnTo>
                    <a:pt x="521466" y="444361"/>
                  </a:lnTo>
                  <a:lnTo>
                    <a:pt x="521340" y="444549"/>
                  </a:lnTo>
                  <a:lnTo>
                    <a:pt x="521162" y="444806"/>
                  </a:lnTo>
                  <a:lnTo>
                    <a:pt x="520781" y="445465"/>
                  </a:lnTo>
                  <a:lnTo>
                    <a:pt x="520562" y="445749"/>
                  </a:lnTo>
                  <a:lnTo>
                    <a:pt x="520429" y="445906"/>
                  </a:lnTo>
                  <a:lnTo>
                    <a:pt x="520090" y="446363"/>
                  </a:lnTo>
                  <a:lnTo>
                    <a:pt x="520017" y="446543"/>
                  </a:lnTo>
                  <a:lnTo>
                    <a:pt x="519926" y="446929"/>
                  </a:lnTo>
                  <a:lnTo>
                    <a:pt x="520882" y="448078"/>
                  </a:lnTo>
                  <a:lnTo>
                    <a:pt x="521010" y="448089"/>
                  </a:lnTo>
                  <a:lnTo>
                    <a:pt x="521189" y="448109"/>
                  </a:lnTo>
                  <a:lnTo>
                    <a:pt x="521960" y="448227"/>
                  </a:lnTo>
                  <a:lnTo>
                    <a:pt x="522135" y="448258"/>
                  </a:lnTo>
                  <a:lnTo>
                    <a:pt x="522294" y="448288"/>
                  </a:lnTo>
                  <a:lnTo>
                    <a:pt x="522502" y="448332"/>
                  </a:lnTo>
                  <a:lnTo>
                    <a:pt x="522683" y="448372"/>
                  </a:lnTo>
                  <a:lnTo>
                    <a:pt x="522944" y="448447"/>
                  </a:lnTo>
                  <a:lnTo>
                    <a:pt x="523928" y="449326"/>
                  </a:lnTo>
                  <a:lnTo>
                    <a:pt x="523999" y="451373"/>
                  </a:lnTo>
                  <a:lnTo>
                    <a:pt x="523983" y="451870"/>
                  </a:lnTo>
                  <a:lnTo>
                    <a:pt x="523979" y="452140"/>
                  </a:lnTo>
                  <a:lnTo>
                    <a:pt x="523979" y="452624"/>
                  </a:lnTo>
                  <a:lnTo>
                    <a:pt x="524001" y="452942"/>
                  </a:lnTo>
                  <a:lnTo>
                    <a:pt x="524111" y="453316"/>
                  </a:lnTo>
                  <a:lnTo>
                    <a:pt x="525645" y="454281"/>
                  </a:lnTo>
                  <a:lnTo>
                    <a:pt x="526213" y="454208"/>
                  </a:lnTo>
                  <a:lnTo>
                    <a:pt x="526447" y="454147"/>
                  </a:lnTo>
                  <a:lnTo>
                    <a:pt x="527732" y="453540"/>
                  </a:lnTo>
                  <a:lnTo>
                    <a:pt x="530513" y="453080"/>
                  </a:lnTo>
                  <a:lnTo>
                    <a:pt x="530652" y="453208"/>
                  </a:lnTo>
                  <a:lnTo>
                    <a:pt x="531028" y="453589"/>
                  </a:lnTo>
                  <a:lnTo>
                    <a:pt x="531324" y="454055"/>
                  </a:lnTo>
                  <a:lnTo>
                    <a:pt x="531124" y="455090"/>
                  </a:lnTo>
                  <a:lnTo>
                    <a:pt x="531005" y="455246"/>
                  </a:lnTo>
                  <a:lnTo>
                    <a:pt x="530603" y="455647"/>
                  </a:lnTo>
                  <a:lnTo>
                    <a:pt x="530438" y="455801"/>
                  </a:lnTo>
                  <a:lnTo>
                    <a:pt x="530073" y="456198"/>
                  </a:lnTo>
                  <a:lnTo>
                    <a:pt x="529885" y="456499"/>
                  </a:lnTo>
                  <a:lnTo>
                    <a:pt x="529750" y="456789"/>
                  </a:lnTo>
                  <a:lnTo>
                    <a:pt x="529777" y="457176"/>
                  </a:lnTo>
                  <a:lnTo>
                    <a:pt x="529925" y="457465"/>
                  </a:lnTo>
                  <a:lnTo>
                    <a:pt x="530201" y="457895"/>
                  </a:lnTo>
                  <a:lnTo>
                    <a:pt x="530502" y="458421"/>
                  </a:lnTo>
                  <a:lnTo>
                    <a:pt x="530558" y="458605"/>
                  </a:lnTo>
                  <a:lnTo>
                    <a:pt x="530610" y="458739"/>
                  </a:lnTo>
                  <a:lnTo>
                    <a:pt x="531133" y="459681"/>
                  </a:lnTo>
                  <a:lnTo>
                    <a:pt x="531205" y="459861"/>
                  </a:lnTo>
                  <a:lnTo>
                    <a:pt x="531260" y="460008"/>
                  </a:lnTo>
                  <a:lnTo>
                    <a:pt x="531417" y="461020"/>
                  </a:lnTo>
                  <a:lnTo>
                    <a:pt x="531646" y="461330"/>
                  </a:lnTo>
                  <a:lnTo>
                    <a:pt x="533985" y="462714"/>
                  </a:lnTo>
                  <a:lnTo>
                    <a:pt x="533985" y="462910"/>
                  </a:lnTo>
                  <a:lnTo>
                    <a:pt x="534729" y="464198"/>
                  </a:lnTo>
                  <a:lnTo>
                    <a:pt x="534554" y="464641"/>
                  </a:lnTo>
                  <a:lnTo>
                    <a:pt x="534273" y="464870"/>
                  </a:lnTo>
                  <a:lnTo>
                    <a:pt x="533644" y="465671"/>
                  </a:lnTo>
                  <a:lnTo>
                    <a:pt x="533407" y="466118"/>
                  </a:lnTo>
                  <a:lnTo>
                    <a:pt x="533153" y="466364"/>
                  </a:lnTo>
                  <a:lnTo>
                    <a:pt x="532865" y="466493"/>
                  </a:lnTo>
                  <a:lnTo>
                    <a:pt x="532435" y="466576"/>
                  </a:lnTo>
                  <a:lnTo>
                    <a:pt x="532041" y="466645"/>
                  </a:lnTo>
                  <a:lnTo>
                    <a:pt x="531437" y="467441"/>
                  </a:lnTo>
                  <a:lnTo>
                    <a:pt x="530799" y="468753"/>
                  </a:lnTo>
                  <a:lnTo>
                    <a:pt x="530863" y="469553"/>
                  </a:lnTo>
                  <a:lnTo>
                    <a:pt x="530321" y="470785"/>
                  </a:lnTo>
                  <a:lnTo>
                    <a:pt x="530137" y="470851"/>
                  </a:lnTo>
                  <a:lnTo>
                    <a:pt x="529996" y="470902"/>
                  </a:lnTo>
                  <a:lnTo>
                    <a:pt x="529767" y="471017"/>
                  </a:lnTo>
                  <a:lnTo>
                    <a:pt x="528751" y="471854"/>
                  </a:lnTo>
                  <a:lnTo>
                    <a:pt x="528217" y="472344"/>
                  </a:lnTo>
                  <a:lnTo>
                    <a:pt x="527592" y="472792"/>
                  </a:lnTo>
                  <a:lnTo>
                    <a:pt x="527297" y="473026"/>
                  </a:lnTo>
                  <a:lnTo>
                    <a:pt x="526595" y="473757"/>
                  </a:lnTo>
                  <a:lnTo>
                    <a:pt x="528397" y="478417"/>
                  </a:lnTo>
                  <a:lnTo>
                    <a:pt x="528917" y="478532"/>
                  </a:lnTo>
                  <a:lnTo>
                    <a:pt x="529393" y="478737"/>
                  </a:lnTo>
                  <a:lnTo>
                    <a:pt x="529942" y="479541"/>
                  </a:lnTo>
                  <a:lnTo>
                    <a:pt x="530184" y="479966"/>
                  </a:lnTo>
                  <a:lnTo>
                    <a:pt x="530469" y="480255"/>
                  </a:lnTo>
                  <a:lnTo>
                    <a:pt x="530732" y="480471"/>
                  </a:lnTo>
                  <a:lnTo>
                    <a:pt x="531479" y="480920"/>
                  </a:lnTo>
                  <a:lnTo>
                    <a:pt x="532869" y="481819"/>
                  </a:lnTo>
                  <a:lnTo>
                    <a:pt x="534680" y="483002"/>
                  </a:lnTo>
                  <a:lnTo>
                    <a:pt x="535473" y="483433"/>
                  </a:lnTo>
                  <a:lnTo>
                    <a:pt x="536090" y="483915"/>
                  </a:lnTo>
                  <a:lnTo>
                    <a:pt x="536463" y="484383"/>
                  </a:lnTo>
                  <a:lnTo>
                    <a:pt x="536696" y="484805"/>
                  </a:lnTo>
                  <a:lnTo>
                    <a:pt x="536849" y="484951"/>
                  </a:lnTo>
                  <a:lnTo>
                    <a:pt x="537048" y="485103"/>
                  </a:lnTo>
                  <a:lnTo>
                    <a:pt x="537219" y="485270"/>
                  </a:lnTo>
                  <a:lnTo>
                    <a:pt x="537679" y="485835"/>
                  </a:lnTo>
                  <a:lnTo>
                    <a:pt x="537995" y="486308"/>
                  </a:lnTo>
                  <a:lnTo>
                    <a:pt x="538400" y="487072"/>
                  </a:lnTo>
                  <a:lnTo>
                    <a:pt x="538899" y="487902"/>
                  </a:lnTo>
                  <a:lnTo>
                    <a:pt x="539579" y="488919"/>
                  </a:lnTo>
                  <a:lnTo>
                    <a:pt x="540018" y="489434"/>
                  </a:lnTo>
                  <a:lnTo>
                    <a:pt x="540140" y="489650"/>
                  </a:lnTo>
                  <a:lnTo>
                    <a:pt x="540321" y="490353"/>
                  </a:lnTo>
                  <a:lnTo>
                    <a:pt x="540331" y="490547"/>
                  </a:lnTo>
                  <a:lnTo>
                    <a:pt x="540295" y="490794"/>
                  </a:lnTo>
                  <a:lnTo>
                    <a:pt x="540325" y="491790"/>
                  </a:lnTo>
                  <a:lnTo>
                    <a:pt x="540367" y="492651"/>
                  </a:lnTo>
                  <a:lnTo>
                    <a:pt x="540400" y="493876"/>
                  </a:lnTo>
                  <a:lnTo>
                    <a:pt x="540444" y="494480"/>
                  </a:lnTo>
                  <a:lnTo>
                    <a:pt x="540589" y="495207"/>
                  </a:lnTo>
                  <a:lnTo>
                    <a:pt x="540703" y="495490"/>
                  </a:lnTo>
                  <a:lnTo>
                    <a:pt x="540801" y="495701"/>
                  </a:lnTo>
                  <a:lnTo>
                    <a:pt x="541379" y="496291"/>
                  </a:lnTo>
                  <a:lnTo>
                    <a:pt x="541594" y="496358"/>
                  </a:lnTo>
                  <a:lnTo>
                    <a:pt x="542628" y="496889"/>
                  </a:lnTo>
                  <a:lnTo>
                    <a:pt x="543463" y="497130"/>
                  </a:lnTo>
                  <a:lnTo>
                    <a:pt x="544584" y="497328"/>
                  </a:lnTo>
                  <a:lnTo>
                    <a:pt x="544963" y="497346"/>
                  </a:lnTo>
                  <a:lnTo>
                    <a:pt x="546728" y="497369"/>
                  </a:lnTo>
                  <a:lnTo>
                    <a:pt x="547460" y="497355"/>
                  </a:lnTo>
                  <a:lnTo>
                    <a:pt x="547661" y="497353"/>
                  </a:lnTo>
                  <a:lnTo>
                    <a:pt x="548097" y="497309"/>
                  </a:lnTo>
                  <a:lnTo>
                    <a:pt x="550923" y="496605"/>
                  </a:lnTo>
                  <a:lnTo>
                    <a:pt x="552028" y="495827"/>
                  </a:lnTo>
                  <a:lnTo>
                    <a:pt x="552332" y="495580"/>
                  </a:lnTo>
                  <a:lnTo>
                    <a:pt x="552501" y="495474"/>
                  </a:lnTo>
                  <a:lnTo>
                    <a:pt x="552698" y="495360"/>
                  </a:lnTo>
                  <a:lnTo>
                    <a:pt x="552839" y="495282"/>
                  </a:lnTo>
                  <a:lnTo>
                    <a:pt x="553022" y="495177"/>
                  </a:lnTo>
                  <a:lnTo>
                    <a:pt x="553238" y="495091"/>
                  </a:lnTo>
                  <a:lnTo>
                    <a:pt x="553589" y="495025"/>
                  </a:lnTo>
                  <a:lnTo>
                    <a:pt x="554366" y="494841"/>
                  </a:lnTo>
                  <a:lnTo>
                    <a:pt x="555041" y="494597"/>
                  </a:lnTo>
                  <a:lnTo>
                    <a:pt x="555378" y="494586"/>
                  </a:lnTo>
                  <a:lnTo>
                    <a:pt x="555596" y="494602"/>
                  </a:lnTo>
                  <a:lnTo>
                    <a:pt x="555914" y="494621"/>
                  </a:lnTo>
                  <a:lnTo>
                    <a:pt x="556686" y="494768"/>
                  </a:lnTo>
                  <a:lnTo>
                    <a:pt x="556911" y="494793"/>
                  </a:lnTo>
                  <a:lnTo>
                    <a:pt x="557931" y="494920"/>
                  </a:lnTo>
                  <a:lnTo>
                    <a:pt x="558697" y="494975"/>
                  </a:lnTo>
                  <a:lnTo>
                    <a:pt x="559837" y="495097"/>
                  </a:lnTo>
                  <a:lnTo>
                    <a:pt x="560369" y="495071"/>
                  </a:lnTo>
                  <a:lnTo>
                    <a:pt x="560631" y="495005"/>
                  </a:lnTo>
                  <a:lnTo>
                    <a:pt x="560985" y="494863"/>
                  </a:lnTo>
                  <a:lnTo>
                    <a:pt x="561358" y="494717"/>
                  </a:lnTo>
                  <a:lnTo>
                    <a:pt x="561913" y="494485"/>
                  </a:lnTo>
                  <a:lnTo>
                    <a:pt x="562667" y="494294"/>
                  </a:lnTo>
                  <a:lnTo>
                    <a:pt x="563140" y="494232"/>
                  </a:lnTo>
                  <a:lnTo>
                    <a:pt x="563418" y="494181"/>
                  </a:lnTo>
                  <a:lnTo>
                    <a:pt x="563873" y="494165"/>
                  </a:lnTo>
                  <a:lnTo>
                    <a:pt x="564025" y="494178"/>
                  </a:lnTo>
                  <a:lnTo>
                    <a:pt x="564528" y="494279"/>
                  </a:lnTo>
                  <a:lnTo>
                    <a:pt x="564866" y="494380"/>
                  </a:lnTo>
                  <a:lnTo>
                    <a:pt x="565579" y="494542"/>
                  </a:lnTo>
                  <a:lnTo>
                    <a:pt x="566517" y="494662"/>
                  </a:lnTo>
                  <a:lnTo>
                    <a:pt x="567278" y="494661"/>
                  </a:lnTo>
                  <a:lnTo>
                    <a:pt x="567486" y="494674"/>
                  </a:lnTo>
                  <a:lnTo>
                    <a:pt x="567721" y="494728"/>
                  </a:lnTo>
                  <a:lnTo>
                    <a:pt x="567854" y="494779"/>
                  </a:lnTo>
                  <a:lnTo>
                    <a:pt x="568021" y="494857"/>
                  </a:lnTo>
                  <a:lnTo>
                    <a:pt x="568466" y="495260"/>
                  </a:lnTo>
                  <a:lnTo>
                    <a:pt x="568743" y="495793"/>
                  </a:lnTo>
                  <a:lnTo>
                    <a:pt x="568831" y="496307"/>
                  </a:lnTo>
                  <a:lnTo>
                    <a:pt x="568782" y="497203"/>
                  </a:lnTo>
                  <a:lnTo>
                    <a:pt x="568775" y="497495"/>
                  </a:lnTo>
                  <a:lnTo>
                    <a:pt x="568858" y="497734"/>
                  </a:lnTo>
                  <a:lnTo>
                    <a:pt x="568945" y="497869"/>
                  </a:lnTo>
                  <a:lnTo>
                    <a:pt x="569083" y="498036"/>
                  </a:lnTo>
                  <a:lnTo>
                    <a:pt x="570132" y="498700"/>
                  </a:lnTo>
                  <a:lnTo>
                    <a:pt x="570858" y="498903"/>
                  </a:lnTo>
                  <a:lnTo>
                    <a:pt x="571389" y="498904"/>
                  </a:lnTo>
                  <a:lnTo>
                    <a:pt x="571800" y="498879"/>
                  </a:lnTo>
                  <a:lnTo>
                    <a:pt x="572153" y="498788"/>
                  </a:lnTo>
                  <a:lnTo>
                    <a:pt x="572915" y="498426"/>
                  </a:lnTo>
                  <a:lnTo>
                    <a:pt x="573498" y="497980"/>
                  </a:lnTo>
                  <a:lnTo>
                    <a:pt x="573632" y="497854"/>
                  </a:lnTo>
                  <a:lnTo>
                    <a:pt x="573850" y="497543"/>
                  </a:lnTo>
                  <a:lnTo>
                    <a:pt x="574111" y="496973"/>
                  </a:lnTo>
                  <a:lnTo>
                    <a:pt x="574376" y="496671"/>
                  </a:lnTo>
                  <a:lnTo>
                    <a:pt x="574576" y="496534"/>
                  </a:lnTo>
                  <a:lnTo>
                    <a:pt x="574872" y="496386"/>
                  </a:lnTo>
                  <a:lnTo>
                    <a:pt x="575295" y="496183"/>
                  </a:lnTo>
                  <a:lnTo>
                    <a:pt x="575453" y="496156"/>
                  </a:lnTo>
                  <a:lnTo>
                    <a:pt x="575792" y="496134"/>
                  </a:lnTo>
                  <a:lnTo>
                    <a:pt x="576697" y="496251"/>
                  </a:lnTo>
                  <a:lnTo>
                    <a:pt x="576956" y="496313"/>
                  </a:lnTo>
                  <a:lnTo>
                    <a:pt x="577796" y="496724"/>
                  </a:lnTo>
                  <a:lnTo>
                    <a:pt x="578421" y="497101"/>
                  </a:lnTo>
                  <a:lnTo>
                    <a:pt x="578554" y="497228"/>
                  </a:lnTo>
                  <a:lnTo>
                    <a:pt x="579135" y="497601"/>
                  </a:lnTo>
                  <a:lnTo>
                    <a:pt x="579498" y="497603"/>
                  </a:lnTo>
                  <a:lnTo>
                    <a:pt x="579946" y="497698"/>
                  </a:lnTo>
                  <a:lnTo>
                    <a:pt x="580980" y="498018"/>
                  </a:lnTo>
                  <a:lnTo>
                    <a:pt x="581134" y="498057"/>
                  </a:lnTo>
                  <a:lnTo>
                    <a:pt x="581522" y="498104"/>
                  </a:lnTo>
                  <a:lnTo>
                    <a:pt x="582190" y="498123"/>
                  </a:lnTo>
                  <a:lnTo>
                    <a:pt x="582805" y="498060"/>
                  </a:lnTo>
                  <a:lnTo>
                    <a:pt x="583332" y="497811"/>
                  </a:lnTo>
                  <a:lnTo>
                    <a:pt x="583692" y="497751"/>
                  </a:lnTo>
                  <a:lnTo>
                    <a:pt x="584823" y="497483"/>
                  </a:lnTo>
                  <a:lnTo>
                    <a:pt x="584976" y="497467"/>
                  </a:lnTo>
                  <a:lnTo>
                    <a:pt x="585238" y="497590"/>
                  </a:lnTo>
                  <a:lnTo>
                    <a:pt x="585400" y="497810"/>
                  </a:lnTo>
                  <a:lnTo>
                    <a:pt x="585603" y="497918"/>
                  </a:lnTo>
                  <a:lnTo>
                    <a:pt x="585733" y="497942"/>
                  </a:lnTo>
                  <a:lnTo>
                    <a:pt x="587180" y="498260"/>
                  </a:lnTo>
                  <a:lnTo>
                    <a:pt x="587882" y="498401"/>
                  </a:lnTo>
                  <a:lnTo>
                    <a:pt x="588231" y="498405"/>
                  </a:lnTo>
                  <a:lnTo>
                    <a:pt x="588521" y="498349"/>
                  </a:lnTo>
                  <a:lnTo>
                    <a:pt x="588681" y="498303"/>
                  </a:lnTo>
                  <a:lnTo>
                    <a:pt x="588980" y="498116"/>
                  </a:lnTo>
                  <a:lnTo>
                    <a:pt x="589148" y="497800"/>
                  </a:lnTo>
                  <a:lnTo>
                    <a:pt x="589274" y="497271"/>
                  </a:lnTo>
                  <a:lnTo>
                    <a:pt x="589429" y="496618"/>
                  </a:lnTo>
                  <a:lnTo>
                    <a:pt x="589478" y="496415"/>
                  </a:lnTo>
                  <a:lnTo>
                    <a:pt x="589672" y="496111"/>
                  </a:lnTo>
                  <a:lnTo>
                    <a:pt x="590019" y="495953"/>
                  </a:lnTo>
                  <a:lnTo>
                    <a:pt x="590394" y="495896"/>
                  </a:lnTo>
                  <a:lnTo>
                    <a:pt x="590560" y="495876"/>
                  </a:lnTo>
                  <a:lnTo>
                    <a:pt x="590898" y="495917"/>
                  </a:lnTo>
                  <a:lnTo>
                    <a:pt x="591151" y="495988"/>
                  </a:lnTo>
                  <a:lnTo>
                    <a:pt x="591615" y="496178"/>
                  </a:lnTo>
                  <a:lnTo>
                    <a:pt x="592864" y="496613"/>
                  </a:lnTo>
                  <a:lnTo>
                    <a:pt x="593129" y="496613"/>
                  </a:lnTo>
                  <a:lnTo>
                    <a:pt x="593331" y="496579"/>
                  </a:lnTo>
                  <a:lnTo>
                    <a:pt x="594428" y="496495"/>
                  </a:lnTo>
                  <a:lnTo>
                    <a:pt x="594992" y="496504"/>
                  </a:lnTo>
                  <a:lnTo>
                    <a:pt x="595207" y="496489"/>
                  </a:lnTo>
                  <a:lnTo>
                    <a:pt x="595893" y="496447"/>
                  </a:lnTo>
                  <a:lnTo>
                    <a:pt x="596046" y="496454"/>
                  </a:lnTo>
                  <a:lnTo>
                    <a:pt x="596901" y="496439"/>
                  </a:lnTo>
                  <a:lnTo>
                    <a:pt x="597480" y="496436"/>
                  </a:lnTo>
                  <a:lnTo>
                    <a:pt x="597961" y="496248"/>
                  </a:lnTo>
                  <a:lnTo>
                    <a:pt x="598664" y="496069"/>
                  </a:lnTo>
                  <a:lnTo>
                    <a:pt x="599444" y="495839"/>
                  </a:lnTo>
                  <a:lnTo>
                    <a:pt x="599938" y="495836"/>
                  </a:lnTo>
                  <a:lnTo>
                    <a:pt x="600990" y="496067"/>
                  </a:lnTo>
                  <a:lnTo>
                    <a:pt x="601631" y="496204"/>
                  </a:lnTo>
                  <a:lnTo>
                    <a:pt x="603231" y="494882"/>
                  </a:lnTo>
                  <a:lnTo>
                    <a:pt x="603292" y="494550"/>
                  </a:lnTo>
                  <a:lnTo>
                    <a:pt x="603374" y="494392"/>
                  </a:lnTo>
                  <a:lnTo>
                    <a:pt x="603706" y="493989"/>
                  </a:lnTo>
                  <a:lnTo>
                    <a:pt x="604298" y="493631"/>
                  </a:lnTo>
                  <a:lnTo>
                    <a:pt x="604709" y="493542"/>
                  </a:lnTo>
                  <a:lnTo>
                    <a:pt x="605205" y="493542"/>
                  </a:lnTo>
                  <a:lnTo>
                    <a:pt x="608810" y="494146"/>
                  </a:lnTo>
                  <a:lnTo>
                    <a:pt x="608999" y="494267"/>
                  </a:lnTo>
                  <a:lnTo>
                    <a:pt x="609661" y="494619"/>
                  </a:lnTo>
                  <a:lnTo>
                    <a:pt x="610119" y="494759"/>
                  </a:lnTo>
                  <a:lnTo>
                    <a:pt x="610651" y="494912"/>
                  </a:lnTo>
                  <a:lnTo>
                    <a:pt x="611089" y="494934"/>
                  </a:lnTo>
                  <a:lnTo>
                    <a:pt x="612276" y="495448"/>
                  </a:lnTo>
                  <a:lnTo>
                    <a:pt x="612782" y="495618"/>
                  </a:lnTo>
                  <a:lnTo>
                    <a:pt x="613218" y="495696"/>
                  </a:lnTo>
                  <a:lnTo>
                    <a:pt x="613399" y="495710"/>
                  </a:lnTo>
                  <a:lnTo>
                    <a:pt x="613723" y="495735"/>
                  </a:lnTo>
                  <a:lnTo>
                    <a:pt x="614487" y="495788"/>
                  </a:lnTo>
                  <a:lnTo>
                    <a:pt x="618229" y="490726"/>
                  </a:lnTo>
                  <a:lnTo>
                    <a:pt x="619716" y="488833"/>
                  </a:lnTo>
                  <a:lnTo>
                    <a:pt x="619995" y="488720"/>
                  </a:lnTo>
                  <a:lnTo>
                    <a:pt x="620123" y="488671"/>
                  </a:lnTo>
                  <a:lnTo>
                    <a:pt x="620568" y="488463"/>
                  </a:lnTo>
                  <a:lnTo>
                    <a:pt x="620803" y="488316"/>
                  </a:lnTo>
                  <a:lnTo>
                    <a:pt x="621006" y="488193"/>
                  </a:lnTo>
                  <a:lnTo>
                    <a:pt x="621732" y="485573"/>
                  </a:lnTo>
                  <a:lnTo>
                    <a:pt x="621578" y="485291"/>
                  </a:lnTo>
                  <a:lnTo>
                    <a:pt x="621445" y="485051"/>
                  </a:lnTo>
                  <a:lnTo>
                    <a:pt x="621456" y="482898"/>
                  </a:lnTo>
                  <a:lnTo>
                    <a:pt x="622812" y="482415"/>
                  </a:lnTo>
                  <a:lnTo>
                    <a:pt x="624487" y="482755"/>
                  </a:lnTo>
                  <a:lnTo>
                    <a:pt x="624742" y="483144"/>
                  </a:lnTo>
                  <a:lnTo>
                    <a:pt x="625028" y="483541"/>
                  </a:lnTo>
                  <a:lnTo>
                    <a:pt x="625304" y="483755"/>
                  </a:lnTo>
                  <a:lnTo>
                    <a:pt x="625856" y="484073"/>
                  </a:lnTo>
                  <a:lnTo>
                    <a:pt x="626047" y="484140"/>
                  </a:lnTo>
                  <a:lnTo>
                    <a:pt x="626518" y="484262"/>
                  </a:lnTo>
                  <a:lnTo>
                    <a:pt x="626735" y="484290"/>
                  </a:lnTo>
                  <a:lnTo>
                    <a:pt x="627354" y="484290"/>
                  </a:lnTo>
                  <a:lnTo>
                    <a:pt x="627763" y="484290"/>
                  </a:lnTo>
                  <a:lnTo>
                    <a:pt x="628101" y="484127"/>
                  </a:lnTo>
                  <a:lnTo>
                    <a:pt x="628318" y="484070"/>
                  </a:lnTo>
                  <a:lnTo>
                    <a:pt x="629059" y="483449"/>
                  </a:lnTo>
                  <a:lnTo>
                    <a:pt x="630094" y="481969"/>
                  </a:lnTo>
                  <a:lnTo>
                    <a:pt x="630355" y="481509"/>
                  </a:lnTo>
                  <a:lnTo>
                    <a:pt x="630485" y="481197"/>
                  </a:lnTo>
                  <a:lnTo>
                    <a:pt x="630729" y="480797"/>
                  </a:lnTo>
                  <a:lnTo>
                    <a:pt x="631015" y="480435"/>
                  </a:lnTo>
                  <a:lnTo>
                    <a:pt x="632799" y="479738"/>
                  </a:lnTo>
                  <a:lnTo>
                    <a:pt x="633204" y="479597"/>
                  </a:lnTo>
                  <a:lnTo>
                    <a:pt x="634027" y="479380"/>
                  </a:lnTo>
                  <a:lnTo>
                    <a:pt x="636616" y="478832"/>
                  </a:lnTo>
                  <a:lnTo>
                    <a:pt x="636888" y="478719"/>
                  </a:lnTo>
                  <a:lnTo>
                    <a:pt x="637109" y="478572"/>
                  </a:lnTo>
                  <a:lnTo>
                    <a:pt x="637790" y="477922"/>
                  </a:lnTo>
                  <a:lnTo>
                    <a:pt x="638414" y="476574"/>
                  </a:lnTo>
                  <a:lnTo>
                    <a:pt x="638462" y="476318"/>
                  </a:lnTo>
                  <a:lnTo>
                    <a:pt x="638575" y="475871"/>
                  </a:lnTo>
                  <a:lnTo>
                    <a:pt x="638730" y="475439"/>
                  </a:lnTo>
                  <a:lnTo>
                    <a:pt x="639181" y="474751"/>
                  </a:lnTo>
                  <a:lnTo>
                    <a:pt x="639890" y="474338"/>
                  </a:lnTo>
                  <a:lnTo>
                    <a:pt x="640183" y="474224"/>
                  </a:lnTo>
                  <a:lnTo>
                    <a:pt x="640708" y="474033"/>
                  </a:lnTo>
                  <a:lnTo>
                    <a:pt x="640969" y="473954"/>
                  </a:lnTo>
                  <a:lnTo>
                    <a:pt x="642304" y="473567"/>
                  </a:lnTo>
                  <a:lnTo>
                    <a:pt x="642662" y="473541"/>
                  </a:lnTo>
                  <a:lnTo>
                    <a:pt x="643079" y="473491"/>
                  </a:lnTo>
                  <a:lnTo>
                    <a:pt x="643925" y="473383"/>
                  </a:lnTo>
                  <a:lnTo>
                    <a:pt x="644565" y="473272"/>
                  </a:lnTo>
                  <a:lnTo>
                    <a:pt x="644905" y="473280"/>
                  </a:lnTo>
                  <a:lnTo>
                    <a:pt x="645412" y="473328"/>
                  </a:lnTo>
                  <a:lnTo>
                    <a:pt x="646457" y="473443"/>
                  </a:lnTo>
                  <a:lnTo>
                    <a:pt x="646663" y="473472"/>
                  </a:lnTo>
                  <a:lnTo>
                    <a:pt x="647189" y="473609"/>
                  </a:lnTo>
                  <a:lnTo>
                    <a:pt x="647342" y="473669"/>
                  </a:lnTo>
                  <a:lnTo>
                    <a:pt x="647553" y="473661"/>
                  </a:lnTo>
                  <a:lnTo>
                    <a:pt x="648136" y="473731"/>
                  </a:lnTo>
                  <a:lnTo>
                    <a:pt x="648636" y="473873"/>
                  </a:lnTo>
                  <a:lnTo>
                    <a:pt x="648953" y="474047"/>
                  </a:lnTo>
                  <a:lnTo>
                    <a:pt x="649324" y="474259"/>
                  </a:lnTo>
                  <a:lnTo>
                    <a:pt x="649718" y="474412"/>
                  </a:lnTo>
                  <a:lnTo>
                    <a:pt x="650040" y="474486"/>
                  </a:lnTo>
                  <a:lnTo>
                    <a:pt x="650981" y="474860"/>
                  </a:lnTo>
                  <a:lnTo>
                    <a:pt x="651626" y="475109"/>
                  </a:lnTo>
                  <a:lnTo>
                    <a:pt x="651805" y="475194"/>
                  </a:lnTo>
                  <a:lnTo>
                    <a:pt x="657877" y="474419"/>
                  </a:lnTo>
                  <a:lnTo>
                    <a:pt x="658576" y="474486"/>
                  </a:lnTo>
                  <a:lnTo>
                    <a:pt x="659052" y="474435"/>
                  </a:lnTo>
                  <a:lnTo>
                    <a:pt x="660236" y="474246"/>
                  </a:lnTo>
                  <a:lnTo>
                    <a:pt x="660511" y="474191"/>
                  </a:lnTo>
                  <a:lnTo>
                    <a:pt x="661075" y="474181"/>
                  </a:lnTo>
                  <a:lnTo>
                    <a:pt x="661348" y="474222"/>
                  </a:lnTo>
                  <a:lnTo>
                    <a:pt x="661776" y="474286"/>
                  </a:lnTo>
                  <a:lnTo>
                    <a:pt x="662204" y="474319"/>
                  </a:lnTo>
                  <a:lnTo>
                    <a:pt x="662683" y="474254"/>
                  </a:lnTo>
                  <a:lnTo>
                    <a:pt x="662947" y="474197"/>
                  </a:lnTo>
                  <a:lnTo>
                    <a:pt x="663247" y="473962"/>
                  </a:lnTo>
                  <a:lnTo>
                    <a:pt x="663477" y="473606"/>
                  </a:lnTo>
                  <a:lnTo>
                    <a:pt x="663697" y="473133"/>
                  </a:lnTo>
                  <a:lnTo>
                    <a:pt x="664132" y="471858"/>
                  </a:lnTo>
                  <a:lnTo>
                    <a:pt x="664391" y="471022"/>
                  </a:lnTo>
                  <a:lnTo>
                    <a:pt x="664582" y="470529"/>
                  </a:lnTo>
                  <a:lnTo>
                    <a:pt x="664821" y="470200"/>
                  </a:lnTo>
                  <a:lnTo>
                    <a:pt x="664996" y="470091"/>
                  </a:lnTo>
                  <a:lnTo>
                    <a:pt x="665324" y="470019"/>
                  </a:lnTo>
                  <a:lnTo>
                    <a:pt x="665724" y="469946"/>
                  </a:lnTo>
                  <a:lnTo>
                    <a:pt x="666266" y="469913"/>
                  </a:lnTo>
                  <a:lnTo>
                    <a:pt x="666690" y="469989"/>
                  </a:lnTo>
                  <a:lnTo>
                    <a:pt x="666957" y="470082"/>
                  </a:lnTo>
                  <a:lnTo>
                    <a:pt x="667838" y="470403"/>
                  </a:lnTo>
                  <a:lnTo>
                    <a:pt x="668691" y="470662"/>
                  </a:lnTo>
                  <a:lnTo>
                    <a:pt x="669079" y="470699"/>
                  </a:lnTo>
                  <a:lnTo>
                    <a:pt x="670070" y="470604"/>
                  </a:lnTo>
                  <a:lnTo>
                    <a:pt x="670257" y="470534"/>
                  </a:lnTo>
                  <a:lnTo>
                    <a:pt x="670765" y="470225"/>
                  </a:lnTo>
                  <a:lnTo>
                    <a:pt x="670988" y="469891"/>
                  </a:lnTo>
                  <a:lnTo>
                    <a:pt x="671178" y="469390"/>
                  </a:lnTo>
                  <a:lnTo>
                    <a:pt x="671293" y="468446"/>
                  </a:lnTo>
                  <a:lnTo>
                    <a:pt x="671596" y="467160"/>
                  </a:lnTo>
                  <a:lnTo>
                    <a:pt x="671822" y="467023"/>
                  </a:lnTo>
                  <a:lnTo>
                    <a:pt x="675811" y="466063"/>
                  </a:lnTo>
                  <a:lnTo>
                    <a:pt x="676018" y="465940"/>
                  </a:lnTo>
                  <a:lnTo>
                    <a:pt x="676288" y="465785"/>
                  </a:lnTo>
                  <a:lnTo>
                    <a:pt x="676457" y="465724"/>
                  </a:lnTo>
                  <a:lnTo>
                    <a:pt x="676657" y="465651"/>
                  </a:lnTo>
                  <a:lnTo>
                    <a:pt x="676880" y="465597"/>
                  </a:lnTo>
                  <a:lnTo>
                    <a:pt x="677069" y="465566"/>
                  </a:lnTo>
                  <a:lnTo>
                    <a:pt x="677587" y="465492"/>
                  </a:lnTo>
                  <a:lnTo>
                    <a:pt x="678088" y="465402"/>
                  </a:lnTo>
                  <a:lnTo>
                    <a:pt x="678466" y="465292"/>
                  </a:lnTo>
                  <a:lnTo>
                    <a:pt x="678705" y="465226"/>
                  </a:lnTo>
                  <a:lnTo>
                    <a:pt x="679147" y="465052"/>
                  </a:lnTo>
                  <a:lnTo>
                    <a:pt x="679476" y="464931"/>
                  </a:lnTo>
                  <a:lnTo>
                    <a:pt x="679999" y="464791"/>
                  </a:lnTo>
                  <a:lnTo>
                    <a:pt x="680470" y="464673"/>
                  </a:lnTo>
                  <a:lnTo>
                    <a:pt x="681067" y="464412"/>
                  </a:lnTo>
                  <a:lnTo>
                    <a:pt x="681522" y="464212"/>
                  </a:lnTo>
                  <a:lnTo>
                    <a:pt x="681858" y="464133"/>
                  </a:lnTo>
                  <a:lnTo>
                    <a:pt x="682331" y="464133"/>
                  </a:lnTo>
                  <a:lnTo>
                    <a:pt x="682793" y="464228"/>
                  </a:lnTo>
                  <a:lnTo>
                    <a:pt x="685190" y="463576"/>
                  </a:lnTo>
                  <a:lnTo>
                    <a:pt x="685623" y="462686"/>
                  </a:lnTo>
                  <a:lnTo>
                    <a:pt x="686165" y="462187"/>
                  </a:lnTo>
                  <a:lnTo>
                    <a:pt x="686899" y="462179"/>
                  </a:lnTo>
                  <a:lnTo>
                    <a:pt x="687503" y="462157"/>
                  </a:lnTo>
                  <a:lnTo>
                    <a:pt x="687985" y="462335"/>
                  </a:lnTo>
                  <a:lnTo>
                    <a:pt x="688157" y="462348"/>
                  </a:lnTo>
                  <a:lnTo>
                    <a:pt x="688716" y="462453"/>
                  </a:lnTo>
                  <a:lnTo>
                    <a:pt x="689337" y="462551"/>
                  </a:lnTo>
                  <a:lnTo>
                    <a:pt x="689674" y="462568"/>
                  </a:lnTo>
                  <a:lnTo>
                    <a:pt x="690338" y="462520"/>
                  </a:lnTo>
                  <a:lnTo>
                    <a:pt x="691302" y="462003"/>
                  </a:lnTo>
                  <a:lnTo>
                    <a:pt x="691752" y="461533"/>
                  </a:lnTo>
                  <a:lnTo>
                    <a:pt x="692041" y="461268"/>
                  </a:lnTo>
                  <a:lnTo>
                    <a:pt x="692578" y="460753"/>
                  </a:lnTo>
                  <a:lnTo>
                    <a:pt x="693023" y="460391"/>
                  </a:lnTo>
                  <a:lnTo>
                    <a:pt x="693519" y="460064"/>
                  </a:lnTo>
                  <a:lnTo>
                    <a:pt x="693955" y="459874"/>
                  </a:lnTo>
                  <a:lnTo>
                    <a:pt x="694500" y="459784"/>
                  </a:lnTo>
                  <a:lnTo>
                    <a:pt x="695044" y="459771"/>
                  </a:lnTo>
                  <a:lnTo>
                    <a:pt x="695330" y="459787"/>
                  </a:lnTo>
                  <a:lnTo>
                    <a:pt x="695686" y="459833"/>
                  </a:lnTo>
                  <a:lnTo>
                    <a:pt x="696299" y="459977"/>
                  </a:lnTo>
                  <a:lnTo>
                    <a:pt x="696486" y="460018"/>
                  </a:lnTo>
                  <a:lnTo>
                    <a:pt x="696933" y="460009"/>
                  </a:lnTo>
                  <a:lnTo>
                    <a:pt x="697355" y="459953"/>
                  </a:lnTo>
                  <a:lnTo>
                    <a:pt x="697743" y="459945"/>
                  </a:lnTo>
                  <a:lnTo>
                    <a:pt x="698129" y="459946"/>
                  </a:lnTo>
                  <a:lnTo>
                    <a:pt x="698750" y="460033"/>
                  </a:lnTo>
                  <a:lnTo>
                    <a:pt x="698905" y="460073"/>
                  </a:lnTo>
                  <a:lnTo>
                    <a:pt x="699151" y="460129"/>
                  </a:lnTo>
                  <a:lnTo>
                    <a:pt x="699517" y="460177"/>
                  </a:lnTo>
                  <a:lnTo>
                    <a:pt x="699806" y="460177"/>
                  </a:lnTo>
                  <a:lnTo>
                    <a:pt x="700179" y="460169"/>
                  </a:lnTo>
                  <a:lnTo>
                    <a:pt x="700562" y="460114"/>
                  </a:lnTo>
                  <a:lnTo>
                    <a:pt x="700757" y="460115"/>
                  </a:lnTo>
                  <a:lnTo>
                    <a:pt x="701677" y="459982"/>
                  </a:lnTo>
                  <a:lnTo>
                    <a:pt x="702164" y="459839"/>
                  </a:lnTo>
                  <a:lnTo>
                    <a:pt x="702605" y="459614"/>
                  </a:lnTo>
                  <a:lnTo>
                    <a:pt x="703182" y="459204"/>
                  </a:lnTo>
                  <a:lnTo>
                    <a:pt x="703516" y="459071"/>
                  </a:lnTo>
                  <a:lnTo>
                    <a:pt x="703894" y="458918"/>
                  </a:lnTo>
                  <a:lnTo>
                    <a:pt x="704042" y="458880"/>
                  </a:lnTo>
                  <a:lnTo>
                    <a:pt x="704481" y="458841"/>
                  </a:lnTo>
                  <a:lnTo>
                    <a:pt x="704983" y="458732"/>
                  </a:lnTo>
                  <a:lnTo>
                    <a:pt x="705546" y="458633"/>
                  </a:lnTo>
                  <a:lnTo>
                    <a:pt x="705721" y="458579"/>
                  </a:lnTo>
                  <a:lnTo>
                    <a:pt x="706210" y="458416"/>
                  </a:lnTo>
                  <a:lnTo>
                    <a:pt x="706874" y="458142"/>
                  </a:lnTo>
                  <a:lnTo>
                    <a:pt x="707601" y="457881"/>
                  </a:lnTo>
                  <a:lnTo>
                    <a:pt x="708035" y="457740"/>
                  </a:lnTo>
                  <a:lnTo>
                    <a:pt x="708577" y="457707"/>
                  </a:lnTo>
                  <a:lnTo>
                    <a:pt x="708972" y="457830"/>
                  </a:lnTo>
                  <a:lnTo>
                    <a:pt x="709566" y="458046"/>
                  </a:lnTo>
                  <a:lnTo>
                    <a:pt x="710504" y="458379"/>
                  </a:lnTo>
                  <a:lnTo>
                    <a:pt x="710955" y="458510"/>
                  </a:lnTo>
                  <a:lnTo>
                    <a:pt x="711156" y="458537"/>
                  </a:lnTo>
                  <a:lnTo>
                    <a:pt x="711705" y="458624"/>
                  </a:lnTo>
                  <a:lnTo>
                    <a:pt x="712066" y="458645"/>
                  </a:lnTo>
                  <a:lnTo>
                    <a:pt x="712786" y="458599"/>
                  </a:lnTo>
                  <a:lnTo>
                    <a:pt x="713382" y="458497"/>
                  </a:lnTo>
                  <a:lnTo>
                    <a:pt x="713672" y="458447"/>
                  </a:lnTo>
                  <a:lnTo>
                    <a:pt x="714329" y="458412"/>
                  </a:lnTo>
                  <a:lnTo>
                    <a:pt x="714724" y="458402"/>
                  </a:lnTo>
                  <a:lnTo>
                    <a:pt x="715133" y="458411"/>
                  </a:lnTo>
                  <a:lnTo>
                    <a:pt x="715767" y="458504"/>
                  </a:lnTo>
                  <a:lnTo>
                    <a:pt x="716125" y="458429"/>
                  </a:lnTo>
                  <a:lnTo>
                    <a:pt x="716569" y="458327"/>
                  </a:lnTo>
                  <a:lnTo>
                    <a:pt x="716752" y="458350"/>
                  </a:lnTo>
                  <a:lnTo>
                    <a:pt x="717592" y="458730"/>
                  </a:lnTo>
                  <a:lnTo>
                    <a:pt x="717973" y="458864"/>
                  </a:lnTo>
                  <a:lnTo>
                    <a:pt x="718432" y="459204"/>
                  </a:lnTo>
                  <a:lnTo>
                    <a:pt x="719213" y="459757"/>
                  </a:lnTo>
                  <a:lnTo>
                    <a:pt x="720529" y="460444"/>
                  </a:lnTo>
                  <a:lnTo>
                    <a:pt x="720969" y="460637"/>
                  </a:lnTo>
                  <a:lnTo>
                    <a:pt x="721128" y="460631"/>
                  </a:lnTo>
                  <a:lnTo>
                    <a:pt x="721760" y="460536"/>
                  </a:lnTo>
                  <a:lnTo>
                    <a:pt x="722072" y="460519"/>
                  </a:lnTo>
                  <a:lnTo>
                    <a:pt x="722453" y="460435"/>
                  </a:lnTo>
                  <a:lnTo>
                    <a:pt x="723053" y="460232"/>
                  </a:lnTo>
                  <a:lnTo>
                    <a:pt x="723738" y="459841"/>
                  </a:lnTo>
                  <a:lnTo>
                    <a:pt x="724089" y="459458"/>
                  </a:lnTo>
                  <a:lnTo>
                    <a:pt x="724316" y="459231"/>
                  </a:lnTo>
                  <a:lnTo>
                    <a:pt x="724455" y="459066"/>
                  </a:lnTo>
                  <a:lnTo>
                    <a:pt x="724920" y="458323"/>
                  </a:lnTo>
                  <a:lnTo>
                    <a:pt x="725223" y="457847"/>
                  </a:lnTo>
                  <a:lnTo>
                    <a:pt x="726061" y="456976"/>
                  </a:lnTo>
                  <a:lnTo>
                    <a:pt x="727103" y="456476"/>
                  </a:lnTo>
                  <a:lnTo>
                    <a:pt x="727275" y="456465"/>
                  </a:lnTo>
                  <a:lnTo>
                    <a:pt x="728465" y="456352"/>
                  </a:lnTo>
                  <a:lnTo>
                    <a:pt x="728796" y="456329"/>
                  </a:lnTo>
                  <a:lnTo>
                    <a:pt x="729088" y="456344"/>
                  </a:lnTo>
                  <a:lnTo>
                    <a:pt x="730971" y="456742"/>
                  </a:lnTo>
                  <a:lnTo>
                    <a:pt x="732068" y="456926"/>
                  </a:lnTo>
                  <a:lnTo>
                    <a:pt x="732710" y="456907"/>
                  </a:lnTo>
                  <a:lnTo>
                    <a:pt x="732954" y="456915"/>
                  </a:lnTo>
                  <a:lnTo>
                    <a:pt x="733290" y="456925"/>
                  </a:lnTo>
                  <a:lnTo>
                    <a:pt x="733601" y="456799"/>
                  </a:lnTo>
                  <a:lnTo>
                    <a:pt x="734090" y="456393"/>
                  </a:lnTo>
                  <a:lnTo>
                    <a:pt x="734241" y="456157"/>
                  </a:lnTo>
                  <a:lnTo>
                    <a:pt x="734537" y="455754"/>
                  </a:lnTo>
                  <a:lnTo>
                    <a:pt x="734676" y="455580"/>
                  </a:lnTo>
                  <a:lnTo>
                    <a:pt x="735533" y="455984"/>
                  </a:lnTo>
                  <a:lnTo>
                    <a:pt x="735726" y="456235"/>
                  </a:lnTo>
                  <a:lnTo>
                    <a:pt x="735925" y="456567"/>
                  </a:lnTo>
                  <a:lnTo>
                    <a:pt x="736044" y="456802"/>
                  </a:lnTo>
                  <a:lnTo>
                    <a:pt x="736171" y="457229"/>
                  </a:lnTo>
                  <a:lnTo>
                    <a:pt x="736055" y="458045"/>
                  </a:lnTo>
                  <a:lnTo>
                    <a:pt x="735698" y="459009"/>
                  </a:lnTo>
                  <a:lnTo>
                    <a:pt x="735442" y="459264"/>
                  </a:lnTo>
                  <a:lnTo>
                    <a:pt x="735095" y="459458"/>
                  </a:lnTo>
                  <a:lnTo>
                    <a:pt x="734613" y="459724"/>
                  </a:lnTo>
                  <a:lnTo>
                    <a:pt x="733969" y="459980"/>
                  </a:lnTo>
                  <a:lnTo>
                    <a:pt x="733561" y="460127"/>
                  </a:lnTo>
                  <a:lnTo>
                    <a:pt x="732085" y="460892"/>
                  </a:lnTo>
                  <a:lnTo>
                    <a:pt x="731342" y="461081"/>
                  </a:lnTo>
                  <a:lnTo>
                    <a:pt x="730861" y="461165"/>
                  </a:lnTo>
                  <a:lnTo>
                    <a:pt x="730107" y="461329"/>
                  </a:lnTo>
                  <a:lnTo>
                    <a:pt x="729899" y="461401"/>
                  </a:lnTo>
                  <a:lnTo>
                    <a:pt x="729528" y="461480"/>
                  </a:lnTo>
                  <a:lnTo>
                    <a:pt x="729163" y="461678"/>
                  </a:lnTo>
                  <a:lnTo>
                    <a:pt x="727828" y="462011"/>
                  </a:lnTo>
                  <a:lnTo>
                    <a:pt x="727620" y="462043"/>
                  </a:lnTo>
                  <a:lnTo>
                    <a:pt x="726722" y="462277"/>
                  </a:lnTo>
                  <a:lnTo>
                    <a:pt x="726104" y="462346"/>
                  </a:lnTo>
                  <a:lnTo>
                    <a:pt x="725178" y="462627"/>
                  </a:lnTo>
                  <a:lnTo>
                    <a:pt x="724171" y="463123"/>
                  </a:lnTo>
                  <a:lnTo>
                    <a:pt x="723882" y="463278"/>
                  </a:lnTo>
                  <a:lnTo>
                    <a:pt x="723449" y="463456"/>
                  </a:lnTo>
                  <a:lnTo>
                    <a:pt x="722936" y="463687"/>
                  </a:lnTo>
                  <a:lnTo>
                    <a:pt x="722696" y="463950"/>
                  </a:lnTo>
                  <a:lnTo>
                    <a:pt x="722347" y="464391"/>
                  </a:lnTo>
                  <a:lnTo>
                    <a:pt x="722065" y="464740"/>
                  </a:lnTo>
                  <a:lnTo>
                    <a:pt x="721707" y="464983"/>
                  </a:lnTo>
                  <a:lnTo>
                    <a:pt x="721338" y="464995"/>
                  </a:lnTo>
                  <a:lnTo>
                    <a:pt x="721066" y="464946"/>
                  </a:lnTo>
                  <a:lnTo>
                    <a:pt x="720851" y="465015"/>
                  </a:lnTo>
                  <a:lnTo>
                    <a:pt x="720670" y="465053"/>
                  </a:lnTo>
                  <a:lnTo>
                    <a:pt x="720434" y="465155"/>
                  </a:lnTo>
                  <a:lnTo>
                    <a:pt x="720043" y="465397"/>
                  </a:lnTo>
                  <a:lnTo>
                    <a:pt x="719727" y="465599"/>
                  </a:lnTo>
                  <a:lnTo>
                    <a:pt x="719473" y="465633"/>
                  </a:lnTo>
                  <a:lnTo>
                    <a:pt x="719277" y="465617"/>
                  </a:lnTo>
                  <a:lnTo>
                    <a:pt x="718906" y="465682"/>
                  </a:lnTo>
                  <a:lnTo>
                    <a:pt x="718777" y="465771"/>
                  </a:lnTo>
                  <a:lnTo>
                    <a:pt x="718599" y="465917"/>
                  </a:lnTo>
                  <a:lnTo>
                    <a:pt x="718427" y="466014"/>
                  </a:lnTo>
                  <a:lnTo>
                    <a:pt x="717878" y="466087"/>
                  </a:lnTo>
                  <a:lnTo>
                    <a:pt x="717556" y="466104"/>
                  </a:lnTo>
                  <a:lnTo>
                    <a:pt x="717250" y="466200"/>
                  </a:lnTo>
                  <a:lnTo>
                    <a:pt x="716842" y="466525"/>
                  </a:lnTo>
                  <a:lnTo>
                    <a:pt x="716242" y="468197"/>
                  </a:lnTo>
                  <a:lnTo>
                    <a:pt x="716237" y="468719"/>
                  </a:lnTo>
                  <a:lnTo>
                    <a:pt x="716070" y="469190"/>
                  </a:lnTo>
                  <a:lnTo>
                    <a:pt x="716088" y="469497"/>
                  </a:lnTo>
                  <a:lnTo>
                    <a:pt x="716093" y="469681"/>
                  </a:lnTo>
                  <a:lnTo>
                    <a:pt x="716156" y="469870"/>
                  </a:lnTo>
                  <a:lnTo>
                    <a:pt x="716318" y="470275"/>
                  </a:lnTo>
                  <a:lnTo>
                    <a:pt x="716305" y="470428"/>
                  </a:lnTo>
                  <a:lnTo>
                    <a:pt x="716242" y="470556"/>
                  </a:lnTo>
                  <a:lnTo>
                    <a:pt x="716084" y="470937"/>
                  </a:lnTo>
                  <a:lnTo>
                    <a:pt x="716082" y="471144"/>
                  </a:lnTo>
                  <a:lnTo>
                    <a:pt x="716117" y="471390"/>
                  </a:lnTo>
                  <a:lnTo>
                    <a:pt x="716160" y="471522"/>
                  </a:lnTo>
                  <a:lnTo>
                    <a:pt x="716228" y="471726"/>
                  </a:lnTo>
                  <a:lnTo>
                    <a:pt x="716273" y="471905"/>
                  </a:lnTo>
                  <a:lnTo>
                    <a:pt x="716298" y="472072"/>
                  </a:lnTo>
                  <a:lnTo>
                    <a:pt x="716290" y="472253"/>
                  </a:lnTo>
                  <a:lnTo>
                    <a:pt x="716173" y="472525"/>
                  </a:lnTo>
                  <a:lnTo>
                    <a:pt x="715916" y="472831"/>
                  </a:lnTo>
                  <a:lnTo>
                    <a:pt x="715697" y="473066"/>
                  </a:lnTo>
                  <a:lnTo>
                    <a:pt x="715400" y="473332"/>
                  </a:lnTo>
                  <a:lnTo>
                    <a:pt x="715212" y="473450"/>
                  </a:lnTo>
                  <a:lnTo>
                    <a:pt x="714999" y="473634"/>
                  </a:lnTo>
                  <a:lnTo>
                    <a:pt x="714739" y="473878"/>
                  </a:lnTo>
                  <a:lnTo>
                    <a:pt x="714583" y="474163"/>
                  </a:lnTo>
                  <a:lnTo>
                    <a:pt x="714394" y="474900"/>
                  </a:lnTo>
                  <a:lnTo>
                    <a:pt x="714065" y="475345"/>
                  </a:lnTo>
                  <a:lnTo>
                    <a:pt x="713576" y="475758"/>
                  </a:lnTo>
                  <a:lnTo>
                    <a:pt x="712899" y="476322"/>
                  </a:lnTo>
                  <a:lnTo>
                    <a:pt x="712537" y="476647"/>
                  </a:lnTo>
                  <a:lnTo>
                    <a:pt x="712182" y="476976"/>
                  </a:lnTo>
                  <a:lnTo>
                    <a:pt x="710534" y="479464"/>
                  </a:lnTo>
                  <a:lnTo>
                    <a:pt x="710625" y="479889"/>
                  </a:lnTo>
                  <a:lnTo>
                    <a:pt x="710608" y="480234"/>
                  </a:lnTo>
                  <a:lnTo>
                    <a:pt x="710512" y="480500"/>
                  </a:lnTo>
                  <a:lnTo>
                    <a:pt x="710477" y="480667"/>
                  </a:lnTo>
                  <a:lnTo>
                    <a:pt x="710390" y="481246"/>
                  </a:lnTo>
                  <a:lnTo>
                    <a:pt x="710543" y="481485"/>
                  </a:lnTo>
                  <a:lnTo>
                    <a:pt x="710670" y="481590"/>
                  </a:lnTo>
                  <a:lnTo>
                    <a:pt x="710922" y="481672"/>
                  </a:lnTo>
                  <a:lnTo>
                    <a:pt x="711358" y="482004"/>
                  </a:lnTo>
                  <a:lnTo>
                    <a:pt x="716164" y="486637"/>
                  </a:lnTo>
                  <a:lnTo>
                    <a:pt x="716282" y="486793"/>
                  </a:lnTo>
                  <a:lnTo>
                    <a:pt x="716265" y="487020"/>
                  </a:lnTo>
                  <a:lnTo>
                    <a:pt x="716161" y="487387"/>
                  </a:lnTo>
                  <a:lnTo>
                    <a:pt x="716060" y="487560"/>
                  </a:lnTo>
                  <a:lnTo>
                    <a:pt x="720723" y="496150"/>
                  </a:lnTo>
                  <a:lnTo>
                    <a:pt x="718889" y="498253"/>
                  </a:lnTo>
                  <a:lnTo>
                    <a:pt x="718796" y="498398"/>
                  </a:lnTo>
                  <a:lnTo>
                    <a:pt x="718565" y="498703"/>
                  </a:lnTo>
                  <a:lnTo>
                    <a:pt x="718389" y="498901"/>
                  </a:lnTo>
                  <a:lnTo>
                    <a:pt x="717605" y="499529"/>
                  </a:lnTo>
                  <a:lnTo>
                    <a:pt x="717269" y="499724"/>
                  </a:lnTo>
                  <a:lnTo>
                    <a:pt x="714261" y="504840"/>
                  </a:lnTo>
                  <a:lnTo>
                    <a:pt x="713849" y="505171"/>
                  </a:lnTo>
                  <a:lnTo>
                    <a:pt x="711676" y="507372"/>
                  </a:lnTo>
                  <a:lnTo>
                    <a:pt x="710447" y="508897"/>
                  </a:lnTo>
                  <a:lnTo>
                    <a:pt x="709410" y="509048"/>
                  </a:lnTo>
                  <a:lnTo>
                    <a:pt x="706529" y="510243"/>
                  </a:lnTo>
                  <a:lnTo>
                    <a:pt x="702814" y="510776"/>
                  </a:lnTo>
                  <a:lnTo>
                    <a:pt x="702677" y="510744"/>
                  </a:lnTo>
                  <a:lnTo>
                    <a:pt x="702055" y="510674"/>
                  </a:lnTo>
                  <a:lnTo>
                    <a:pt x="701801" y="510630"/>
                  </a:lnTo>
                  <a:lnTo>
                    <a:pt x="700566" y="510580"/>
                  </a:lnTo>
                  <a:lnTo>
                    <a:pt x="699978" y="510723"/>
                  </a:lnTo>
                  <a:lnTo>
                    <a:pt x="699431" y="510929"/>
                  </a:lnTo>
                  <a:lnTo>
                    <a:pt x="699101" y="511108"/>
                  </a:lnTo>
                  <a:lnTo>
                    <a:pt x="698798" y="511386"/>
                  </a:lnTo>
                  <a:lnTo>
                    <a:pt x="698423" y="511663"/>
                  </a:lnTo>
                  <a:lnTo>
                    <a:pt x="698237" y="511832"/>
                  </a:lnTo>
                  <a:lnTo>
                    <a:pt x="697962" y="512135"/>
                  </a:lnTo>
                  <a:lnTo>
                    <a:pt x="696711" y="513940"/>
                  </a:lnTo>
                  <a:lnTo>
                    <a:pt x="696279" y="514898"/>
                  </a:lnTo>
                  <a:lnTo>
                    <a:pt x="695257" y="515388"/>
                  </a:lnTo>
                  <a:lnTo>
                    <a:pt x="694955" y="515426"/>
                  </a:lnTo>
                  <a:lnTo>
                    <a:pt x="693231" y="516350"/>
                  </a:lnTo>
                  <a:lnTo>
                    <a:pt x="691978" y="519552"/>
                  </a:lnTo>
                  <a:lnTo>
                    <a:pt x="693216" y="522047"/>
                  </a:lnTo>
                  <a:lnTo>
                    <a:pt x="693650" y="522457"/>
                  </a:lnTo>
                  <a:lnTo>
                    <a:pt x="693905" y="522643"/>
                  </a:lnTo>
                  <a:lnTo>
                    <a:pt x="694079" y="522829"/>
                  </a:lnTo>
                  <a:lnTo>
                    <a:pt x="694227" y="522971"/>
                  </a:lnTo>
                  <a:lnTo>
                    <a:pt x="694696" y="523524"/>
                  </a:lnTo>
                  <a:lnTo>
                    <a:pt x="694763" y="523681"/>
                  </a:lnTo>
                  <a:lnTo>
                    <a:pt x="694965" y="523973"/>
                  </a:lnTo>
                  <a:lnTo>
                    <a:pt x="695129" y="524350"/>
                  </a:lnTo>
                  <a:lnTo>
                    <a:pt x="695153" y="524547"/>
                  </a:lnTo>
                  <a:lnTo>
                    <a:pt x="695197" y="525302"/>
                  </a:lnTo>
                  <a:lnTo>
                    <a:pt x="695178" y="525526"/>
                  </a:lnTo>
                  <a:lnTo>
                    <a:pt x="695105" y="525756"/>
                  </a:lnTo>
                  <a:lnTo>
                    <a:pt x="695157" y="527676"/>
                  </a:lnTo>
                  <a:lnTo>
                    <a:pt x="695087" y="528172"/>
                  </a:lnTo>
                  <a:lnTo>
                    <a:pt x="694914" y="528476"/>
                  </a:lnTo>
                  <a:lnTo>
                    <a:pt x="694754" y="528742"/>
                  </a:lnTo>
                  <a:lnTo>
                    <a:pt x="694305" y="528948"/>
                  </a:lnTo>
                  <a:lnTo>
                    <a:pt x="693881" y="529055"/>
                  </a:lnTo>
                  <a:lnTo>
                    <a:pt x="690667" y="529873"/>
                  </a:lnTo>
                  <a:lnTo>
                    <a:pt x="690563" y="530151"/>
                  </a:lnTo>
                  <a:lnTo>
                    <a:pt x="690502" y="530284"/>
                  </a:lnTo>
                  <a:lnTo>
                    <a:pt x="689995" y="531519"/>
                  </a:lnTo>
                  <a:lnTo>
                    <a:pt x="689245" y="533849"/>
                  </a:lnTo>
                  <a:lnTo>
                    <a:pt x="689070" y="534010"/>
                  </a:lnTo>
                  <a:lnTo>
                    <a:pt x="688851" y="534131"/>
                  </a:lnTo>
                  <a:lnTo>
                    <a:pt x="688252" y="534576"/>
                  </a:lnTo>
                  <a:lnTo>
                    <a:pt x="687917" y="534783"/>
                  </a:lnTo>
                  <a:lnTo>
                    <a:pt x="687583" y="534988"/>
                  </a:lnTo>
                  <a:lnTo>
                    <a:pt x="687439" y="535119"/>
                  </a:lnTo>
                  <a:lnTo>
                    <a:pt x="687207" y="535435"/>
                  </a:lnTo>
                  <a:lnTo>
                    <a:pt x="687917" y="537189"/>
                  </a:lnTo>
                  <a:lnTo>
                    <a:pt x="687906" y="537424"/>
                  </a:lnTo>
                  <a:lnTo>
                    <a:pt x="687839" y="537672"/>
                  </a:lnTo>
                  <a:lnTo>
                    <a:pt x="687606" y="538148"/>
                  </a:lnTo>
                  <a:lnTo>
                    <a:pt x="687481" y="538406"/>
                  </a:lnTo>
                  <a:lnTo>
                    <a:pt x="687239" y="538669"/>
                  </a:lnTo>
                  <a:lnTo>
                    <a:pt x="687003" y="539109"/>
                  </a:lnTo>
                  <a:lnTo>
                    <a:pt x="686882" y="539389"/>
                  </a:lnTo>
                  <a:lnTo>
                    <a:pt x="686791" y="539727"/>
                  </a:lnTo>
                  <a:lnTo>
                    <a:pt x="685368" y="543984"/>
                  </a:lnTo>
                  <a:lnTo>
                    <a:pt x="685351" y="544146"/>
                  </a:lnTo>
                  <a:lnTo>
                    <a:pt x="685403" y="544314"/>
                  </a:lnTo>
                  <a:lnTo>
                    <a:pt x="685538" y="544519"/>
                  </a:lnTo>
                  <a:lnTo>
                    <a:pt x="685712" y="544669"/>
                  </a:lnTo>
                  <a:lnTo>
                    <a:pt x="686044" y="544990"/>
                  </a:lnTo>
                  <a:lnTo>
                    <a:pt x="686090" y="545124"/>
                  </a:lnTo>
                  <a:lnTo>
                    <a:pt x="686710" y="546128"/>
                  </a:lnTo>
                  <a:lnTo>
                    <a:pt x="686749" y="546265"/>
                  </a:lnTo>
                  <a:lnTo>
                    <a:pt x="686645" y="546628"/>
                  </a:lnTo>
                  <a:lnTo>
                    <a:pt x="686368" y="546838"/>
                  </a:lnTo>
                  <a:lnTo>
                    <a:pt x="686104" y="547019"/>
                  </a:lnTo>
                  <a:lnTo>
                    <a:pt x="685907" y="547215"/>
                  </a:lnTo>
                  <a:lnTo>
                    <a:pt x="685851" y="547369"/>
                  </a:lnTo>
                  <a:lnTo>
                    <a:pt x="685856" y="547600"/>
                  </a:lnTo>
                  <a:lnTo>
                    <a:pt x="685508" y="548682"/>
                  </a:lnTo>
                  <a:lnTo>
                    <a:pt x="685494" y="548875"/>
                  </a:lnTo>
                  <a:lnTo>
                    <a:pt x="685268" y="552177"/>
                  </a:lnTo>
                  <a:lnTo>
                    <a:pt x="685110" y="552522"/>
                  </a:lnTo>
                  <a:lnTo>
                    <a:pt x="685085" y="553099"/>
                  </a:lnTo>
                  <a:lnTo>
                    <a:pt x="684984" y="553414"/>
                  </a:lnTo>
                  <a:lnTo>
                    <a:pt x="684517" y="554015"/>
                  </a:lnTo>
                  <a:lnTo>
                    <a:pt x="684220" y="554184"/>
                  </a:lnTo>
                  <a:lnTo>
                    <a:pt x="683650" y="554425"/>
                  </a:lnTo>
                  <a:lnTo>
                    <a:pt x="683202" y="554693"/>
                  </a:lnTo>
                  <a:lnTo>
                    <a:pt x="683010" y="554766"/>
                  </a:lnTo>
                  <a:lnTo>
                    <a:pt x="682518" y="554922"/>
                  </a:lnTo>
                  <a:lnTo>
                    <a:pt x="680483" y="556192"/>
                  </a:lnTo>
                  <a:lnTo>
                    <a:pt x="680160" y="556710"/>
                  </a:lnTo>
                  <a:lnTo>
                    <a:pt x="680066" y="556961"/>
                  </a:lnTo>
                  <a:lnTo>
                    <a:pt x="680040" y="557310"/>
                  </a:lnTo>
                  <a:lnTo>
                    <a:pt x="679813" y="557518"/>
                  </a:lnTo>
                  <a:lnTo>
                    <a:pt x="679755" y="557646"/>
                  </a:lnTo>
                  <a:lnTo>
                    <a:pt x="679710" y="557923"/>
                  </a:lnTo>
                  <a:lnTo>
                    <a:pt x="679629" y="558634"/>
                  </a:lnTo>
                  <a:lnTo>
                    <a:pt x="679570" y="558859"/>
                  </a:lnTo>
                  <a:lnTo>
                    <a:pt x="679349" y="559237"/>
                  </a:lnTo>
                  <a:lnTo>
                    <a:pt x="679092" y="559836"/>
                  </a:lnTo>
                  <a:lnTo>
                    <a:pt x="678179" y="560651"/>
                  </a:lnTo>
                  <a:lnTo>
                    <a:pt x="678273" y="560926"/>
                  </a:lnTo>
                  <a:lnTo>
                    <a:pt x="678197" y="561177"/>
                  </a:lnTo>
                  <a:lnTo>
                    <a:pt x="677899" y="561428"/>
                  </a:lnTo>
                  <a:lnTo>
                    <a:pt x="677561" y="561922"/>
                  </a:lnTo>
                  <a:lnTo>
                    <a:pt x="677361" y="562090"/>
                  </a:lnTo>
                  <a:lnTo>
                    <a:pt x="677205" y="562328"/>
                  </a:lnTo>
                  <a:lnTo>
                    <a:pt x="677123" y="562829"/>
                  </a:lnTo>
                  <a:lnTo>
                    <a:pt x="677228" y="563403"/>
                  </a:lnTo>
                  <a:lnTo>
                    <a:pt x="677563" y="564119"/>
                  </a:lnTo>
                  <a:lnTo>
                    <a:pt x="678732" y="563894"/>
                  </a:lnTo>
                  <a:lnTo>
                    <a:pt x="678862" y="563912"/>
                  </a:lnTo>
                  <a:lnTo>
                    <a:pt x="679150" y="563950"/>
                  </a:lnTo>
                  <a:lnTo>
                    <a:pt x="679664" y="564132"/>
                  </a:lnTo>
                  <a:lnTo>
                    <a:pt x="679882" y="564262"/>
                  </a:lnTo>
                  <a:lnTo>
                    <a:pt x="681813" y="566976"/>
                  </a:lnTo>
                  <a:lnTo>
                    <a:pt x="681739" y="567243"/>
                  </a:lnTo>
                  <a:lnTo>
                    <a:pt x="681683" y="567425"/>
                  </a:lnTo>
                  <a:lnTo>
                    <a:pt x="681444" y="567611"/>
                  </a:lnTo>
                  <a:lnTo>
                    <a:pt x="681237" y="567747"/>
                  </a:lnTo>
                  <a:lnTo>
                    <a:pt x="681079" y="567908"/>
                  </a:lnTo>
                  <a:lnTo>
                    <a:pt x="679637" y="568383"/>
                  </a:lnTo>
                  <a:lnTo>
                    <a:pt x="679297" y="568370"/>
                  </a:lnTo>
                  <a:lnTo>
                    <a:pt x="679141" y="568385"/>
                  </a:lnTo>
                  <a:lnTo>
                    <a:pt x="678828" y="568461"/>
                  </a:lnTo>
                  <a:lnTo>
                    <a:pt x="678472" y="568640"/>
                  </a:lnTo>
                  <a:lnTo>
                    <a:pt x="678268" y="568894"/>
                  </a:lnTo>
                  <a:lnTo>
                    <a:pt x="678213" y="569041"/>
                  </a:lnTo>
                  <a:lnTo>
                    <a:pt x="678134" y="569304"/>
                  </a:lnTo>
                  <a:lnTo>
                    <a:pt x="678298" y="569967"/>
                  </a:lnTo>
                  <a:lnTo>
                    <a:pt x="678591" y="570107"/>
                  </a:lnTo>
                  <a:lnTo>
                    <a:pt x="678945" y="570255"/>
                  </a:lnTo>
                  <a:lnTo>
                    <a:pt x="679267" y="570380"/>
                  </a:lnTo>
                  <a:lnTo>
                    <a:pt x="673967" y="578175"/>
                  </a:lnTo>
                  <a:lnTo>
                    <a:pt x="673728" y="578321"/>
                  </a:lnTo>
                  <a:lnTo>
                    <a:pt x="673306" y="578506"/>
                  </a:lnTo>
                  <a:lnTo>
                    <a:pt x="673036" y="578641"/>
                  </a:lnTo>
                  <a:lnTo>
                    <a:pt x="672816" y="578745"/>
                  </a:lnTo>
                  <a:lnTo>
                    <a:pt x="672509" y="578870"/>
                  </a:lnTo>
                  <a:lnTo>
                    <a:pt x="672234" y="578932"/>
                  </a:lnTo>
                  <a:lnTo>
                    <a:pt x="671727" y="579063"/>
                  </a:lnTo>
                  <a:lnTo>
                    <a:pt x="669615" y="580693"/>
                  </a:lnTo>
                  <a:lnTo>
                    <a:pt x="672156" y="584910"/>
                  </a:lnTo>
                  <a:lnTo>
                    <a:pt x="671877" y="585265"/>
                  </a:lnTo>
                  <a:lnTo>
                    <a:pt x="671506" y="585730"/>
                  </a:lnTo>
                  <a:lnTo>
                    <a:pt x="671135" y="586337"/>
                  </a:lnTo>
                  <a:lnTo>
                    <a:pt x="670879" y="586696"/>
                  </a:lnTo>
                  <a:lnTo>
                    <a:pt x="670562" y="586950"/>
                  </a:lnTo>
                  <a:lnTo>
                    <a:pt x="670197" y="587204"/>
                  </a:lnTo>
                  <a:lnTo>
                    <a:pt x="669908" y="587470"/>
                  </a:lnTo>
                  <a:lnTo>
                    <a:pt x="669578" y="587885"/>
                  </a:lnTo>
                  <a:lnTo>
                    <a:pt x="667625" y="590873"/>
                  </a:lnTo>
                  <a:lnTo>
                    <a:pt x="667475" y="590882"/>
                  </a:lnTo>
                  <a:lnTo>
                    <a:pt x="667191" y="590885"/>
                  </a:lnTo>
                  <a:lnTo>
                    <a:pt x="666912" y="590910"/>
                  </a:lnTo>
                  <a:lnTo>
                    <a:pt x="666461" y="591009"/>
                  </a:lnTo>
                  <a:lnTo>
                    <a:pt x="665911" y="591277"/>
                  </a:lnTo>
                  <a:lnTo>
                    <a:pt x="665719" y="591523"/>
                  </a:lnTo>
                  <a:lnTo>
                    <a:pt x="665581" y="591868"/>
                  </a:lnTo>
                  <a:lnTo>
                    <a:pt x="665885" y="592358"/>
                  </a:lnTo>
                  <a:lnTo>
                    <a:pt x="666160" y="592730"/>
                  </a:lnTo>
                  <a:lnTo>
                    <a:pt x="666193" y="592878"/>
                  </a:lnTo>
                  <a:lnTo>
                    <a:pt x="666175" y="593137"/>
                  </a:lnTo>
                  <a:lnTo>
                    <a:pt x="666139" y="593309"/>
                  </a:lnTo>
                  <a:lnTo>
                    <a:pt x="666062" y="593470"/>
                  </a:lnTo>
                  <a:lnTo>
                    <a:pt x="665911" y="593567"/>
                  </a:lnTo>
                  <a:lnTo>
                    <a:pt x="665585" y="593616"/>
                  </a:lnTo>
                  <a:lnTo>
                    <a:pt x="663238" y="593858"/>
                  </a:lnTo>
                  <a:lnTo>
                    <a:pt x="663102" y="593741"/>
                  </a:lnTo>
                  <a:lnTo>
                    <a:pt x="659669" y="599739"/>
                  </a:lnTo>
                  <a:lnTo>
                    <a:pt x="659493" y="599761"/>
                  </a:lnTo>
                  <a:lnTo>
                    <a:pt x="656593" y="611030"/>
                  </a:lnTo>
                  <a:lnTo>
                    <a:pt x="655213" y="610959"/>
                  </a:lnTo>
                  <a:lnTo>
                    <a:pt x="654475" y="610850"/>
                  </a:lnTo>
                  <a:lnTo>
                    <a:pt x="652586" y="611654"/>
                  </a:lnTo>
                  <a:lnTo>
                    <a:pt x="652334" y="612228"/>
                  </a:lnTo>
                  <a:lnTo>
                    <a:pt x="651563" y="612369"/>
                  </a:lnTo>
                  <a:lnTo>
                    <a:pt x="651256" y="612696"/>
                  </a:lnTo>
                  <a:lnTo>
                    <a:pt x="649738" y="613153"/>
                  </a:lnTo>
                  <a:lnTo>
                    <a:pt x="648931" y="613979"/>
                  </a:lnTo>
                  <a:lnTo>
                    <a:pt x="648276" y="613985"/>
                  </a:lnTo>
                  <a:lnTo>
                    <a:pt x="646028" y="615297"/>
                  </a:lnTo>
                  <a:lnTo>
                    <a:pt x="645029" y="616561"/>
                  </a:lnTo>
                  <a:lnTo>
                    <a:pt x="645444" y="616923"/>
                  </a:lnTo>
                  <a:lnTo>
                    <a:pt x="644894" y="617280"/>
                  </a:lnTo>
                  <a:lnTo>
                    <a:pt x="644686" y="618334"/>
                  </a:lnTo>
                  <a:lnTo>
                    <a:pt x="643553" y="619475"/>
                  </a:lnTo>
                  <a:lnTo>
                    <a:pt x="643733" y="620614"/>
                  </a:lnTo>
                  <a:lnTo>
                    <a:pt x="642555" y="623117"/>
                  </a:lnTo>
                  <a:lnTo>
                    <a:pt x="642761" y="623820"/>
                  </a:lnTo>
                  <a:lnTo>
                    <a:pt x="641957" y="624567"/>
                  </a:lnTo>
                  <a:lnTo>
                    <a:pt x="642211" y="625046"/>
                  </a:lnTo>
                  <a:lnTo>
                    <a:pt x="641873" y="625457"/>
                  </a:lnTo>
                  <a:lnTo>
                    <a:pt x="642035" y="625920"/>
                  </a:lnTo>
                  <a:lnTo>
                    <a:pt x="641960" y="626332"/>
                  </a:lnTo>
                  <a:lnTo>
                    <a:pt x="641512" y="626710"/>
                  </a:lnTo>
                  <a:lnTo>
                    <a:pt x="641372" y="628158"/>
                  </a:lnTo>
                  <a:lnTo>
                    <a:pt x="641839" y="629043"/>
                  </a:lnTo>
                  <a:lnTo>
                    <a:pt x="642618" y="630068"/>
                  </a:lnTo>
                  <a:lnTo>
                    <a:pt x="642839" y="630407"/>
                  </a:lnTo>
                  <a:lnTo>
                    <a:pt x="643426" y="632332"/>
                  </a:lnTo>
                  <a:lnTo>
                    <a:pt x="643082" y="632841"/>
                  </a:lnTo>
                  <a:lnTo>
                    <a:pt x="643172" y="633879"/>
                  </a:lnTo>
                  <a:lnTo>
                    <a:pt x="643565" y="634950"/>
                  </a:lnTo>
                  <a:lnTo>
                    <a:pt x="642622" y="634906"/>
                  </a:lnTo>
                  <a:lnTo>
                    <a:pt x="641903" y="635296"/>
                  </a:lnTo>
                  <a:lnTo>
                    <a:pt x="641682" y="635669"/>
                  </a:lnTo>
                  <a:lnTo>
                    <a:pt x="641400" y="636110"/>
                  </a:lnTo>
                  <a:lnTo>
                    <a:pt x="641138" y="636588"/>
                  </a:lnTo>
                  <a:lnTo>
                    <a:pt x="640133" y="636675"/>
                  </a:lnTo>
                  <a:lnTo>
                    <a:pt x="640018" y="637105"/>
                  </a:lnTo>
                  <a:lnTo>
                    <a:pt x="639185" y="637558"/>
                  </a:lnTo>
                  <a:lnTo>
                    <a:pt x="638866" y="638095"/>
                  </a:lnTo>
                  <a:lnTo>
                    <a:pt x="638767" y="638569"/>
                  </a:lnTo>
                  <a:lnTo>
                    <a:pt x="638505" y="638782"/>
                  </a:lnTo>
                  <a:lnTo>
                    <a:pt x="637505" y="639201"/>
                  </a:lnTo>
                  <a:lnTo>
                    <a:pt x="636378" y="639505"/>
                  </a:lnTo>
                  <a:lnTo>
                    <a:pt x="636150" y="640111"/>
                  </a:lnTo>
                  <a:lnTo>
                    <a:pt x="635893" y="640601"/>
                  </a:lnTo>
                  <a:lnTo>
                    <a:pt x="634782" y="640614"/>
                  </a:lnTo>
                  <a:lnTo>
                    <a:pt x="634308" y="640500"/>
                  </a:lnTo>
                  <a:lnTo>
                    <a:pt x="634399" y="640339"/>
                  </a:lnTo>
                  <a:lnTo>
                    <a:pt x="634306" y="640033"/>
                  </a:lnTo>
                  <a:lnTo>
                    <a:pt x="633557" y="640050"/>
                  </a:lnTo>
                  <a:lnTo>
                    <a:pt x="633049" y="640023"/>
                  </a:lnTo>
                  <a:lnTo>
                    <a:pt x="632809" y="639935"/>
                  </a:lnTo>
                  <a:lnTo>
                    <a:pt x="632409" y="639621"/>
                  </a:lnTo>
                  <a:lnTo>
                    <a:pt x="631254" y="638955"/>
                  </a:lnTo>
                  <a:lnTo>
                    <a:pt x="630374" y="638577"/>
                  </a:lnTo>
                  <a:lnTo>
                    <a:pt x="630105" y="638537"/>
                  </a:lnTo>
                  <a:lnTo>
                    <a:pt x="589915" y="628144"/>
                  </a:lnTo>
                  <a:lnTo>
                    <a:pt x="589752" y="627948"/>
                  </a:lnTo>
                  <a:lnTo>
                    <a:pt x="589479" y="627555"/>
                  </a:lnTo>
                  <a:lnTo>
                    <a:pt x="589281" y="627235"/>
                  </a:lnTo>
                  <a:lnTo>
                    <a:pt x="589070" y="627049"/>
                  </a:lnTo>
                  <a:lnTo>
                    <a:pt x="588771" y="626928"/>
                  </a:lnTo>
                  <a:lnTo>
                    <a:pt x="588307" y="626813"/>
                  </a:lnTo>
                  <a:lnTo>
                    <a:pt x="587867" y="626749"/>
                  </a:lnTo>
                  <a:lnTo>
                    <a:pt x="587411" y="626720"/>
                  </a:lnTo>
                  <a:lnTo>
                    <a:pt x="586895" y="626630"/>
                  </a:lnTo>
                  <a:lnTo>
                    <a:pt x="586650" y="626483"/>
                  </a:lnTo>
                  <a:lnTo>
                    <a:pt x="586478" y="626301"/>
                  </a:lnTo>
                  <a:lnTo>
                    <a:pt x="586290" y="625924"/>
                  </a:lnTo>
                  <a:lnTo>
                    <a:pt x="586148" y="625171"/>
                  </a:lnTo>
                  <a:lnTo>
                    <a:pt x="585973" y="624245"/>
                  </a:lnTo>
                  <a:lnTo>
                    <a:pt x="585801" y="623627"/>
                  </a:lnTo>
                  <a:lnTo>
                    <a:pt x="584410" y="623372"/>
                  </a:lnTo>
                  <a:lnTo>
                    <a:pt x="584074" y="623334"/>
                  </a:lnTo>
                  <a:lnTo>
                    <a:pt x="583842" y="623326"/>
                  </a:lnTo>
                  <a:lnTo>
                    <a:pt x="583537" y="623462"/>
                  </a:lnTo>
                  <a:lnTo>
                    <a:pt x="583406" y="624024"/>
                  </a:lnTo>
                  <a:lnTo>
                    <a:pt x="583122" y="624147"/>
                  </a:lnTo>
                  <a:lnTo>
                    <a:pt x="582501" y="624597"/>
                  </a:lnTo>
                  <a:lnTo>
                    <a:pt x="581946" y="624729"/>
                  </a:lnTo>
                  <a:lnTo>
                    <a:pt x="581525" y="624947"/>
                  </a:lnTo>
                  <a:lnTo>
                    <a:pt x="581555" y="625074"/>
                  </a:lnTo>
                  <a:lnTo>
                    <a:pt x="581590" y="625229"/>
                  </a:lnTo>
                  <a:lnTo>
                    <a:pt x="581622" y="625541"/>
                  </a:lnTo>
                  <a:lnTo>
                    <a:pt x="581620" y="625699"/>
                  </a:lnTo>
                  <a:lnTo>
                    <a:pt x="581552" y="625835"/>
                  </a:lnTo>
                  <a:lnTo>
                    <a:pt x="581362" y="626065"/>
                  </a:lnTo>
                  <a:lnTo>
                    <a:pt x="580362" y="627189"/>
                  </a:lnTo>
                  <a:lnTo>
                    <a:pt x="580135" y="627452"/>
                  </a:lnTo>
                  <a:lnTo>
                    <a:pt x="579719" y="628072"/>
                  </a:lnTo>
                  <a:lnTo>
                    <a:pt x="579506" y="628632"/>
                  </a:lnTo>
                  <a:lnTo>
                    <a:pt x="579452" y="628955"/>
                  </a:lnTo>
                  <a:lnTo>
                    <a:pt x="579439" y="629432"/>
                  </a:lnTo>
                  <a:lnTo>
                    <a:pt x="579480" y="629763"/>
                  </a:lnTo>
                  <a:lnTo>
                    <a:pt x="579490" y="630282"/>
                  </a:lnTo>
                  <a:lnTo>
                    <a:pt x="579358" y="630282"/>
                  </a:lnTo>
                  <a:lnTo>
                    <a:pt x="578782" y="630215"/>
                  </a:lnTo>
                  <a:lnTo>
                    <a:pt x="578393" y="630107"/>
                  </a:lnTo>
                  <a:lnTo>
                    <a:pt x="578022" y="629997"/>
                  </a:lnTo>
                  <a:lnTo>
                    <a:pt x="577560" y="629788"/>
                  </a:lnTo>
                  <a:lnTo>
                    <a:pt x="576953" y="629557"/>
                  </a:lnTo>
                  <a:lnTo>
                    <a:pt x="576516" y="629496"/>
                  </a:lnTo>
                  <a:lnTo>
                    <a:pt x="576051" y="629625"/>
                  </a:lnTo>
                  <a:lnTo>
                    <a:pt x="575757" y="629821"/>
                  </a:lnTo>
                  <a:lnTo>
                    <a:pt x="575486" y="630005"/>
                  </a:lnTo>
                  <a:lnTo>
                    <a:pt x="575347" y="630055"/>
                  </a:lnTo>
                  <a:lnTo>
                    <a:pt x="574869" y="630101"/>
                  </a:lnTo>
                  <a:lnTo>
                    <a:pt x="574434" y="630193"/>
                  </a:lnTo>
                  <a:lnTo>
                    <a:pt x="574295" y="630328"/>
                  </a:lnTo>
                  <a:lnTo>
                    <a:pt x="573707" y="631310"/>
                  </a:lnTo>
                  <a:lnTo>
                    <a:pt x="573352" y="632070"/>
                  </a:lnTo>
                  <a:lnTo>
                    <a:pt x="572963" y="633033"/>
                  </a:lnTo>
                  <a:lnTo>
                    <a:pt x="573017" y="633417"/>
                  </a:lnTo>
                  <a:lnTo>
                    <a:pt x="573151" y="633457"/>
                  </a:lnTo>
                  <a:lnTo>
                    <a:pt x="573793" y="633578"/>
                  </a:lnTo>
                  <a:lnTo>
                    <a:pt x="574793" y="633910"/>
                  </a:lnTo>
                  <a:lnTo>
                    <a:pt x="574679" y="634353"/>
                  </a:lnTo>
                  <a:lnTo>
                    <a:pt x="574703" y="634483"/>
                  </a:lnTo>
                  <a:lnTo>
                    <a:pt x="574778" y="634930"/>
                  </a:lnTo>
                  <a:lnTo>
                    <a:pt x="574595" y="635532"/>
                  </a:lnTo>
                  <a:lnTo>
                    <a:pt x="574158" y="635862"/>
                  </a:lnTo>
                  <a:lnTo>
                    <a:pt x="573742" y="636159"/>
                  </a:lnTo>
                  <a:lnTo>
                    <a:pt x="572366" y="637134"/>
                  </a:lnTo>
                  <a:lnTo>
                    <a:pt x="571815" y="637785"/>
                  </a:lnTo>
                  <a:lnTo>
                    <a:pt x="571218" y="638302"/>
                  </a:lnTo>
                  <a:lnTo>
                    <a:pt x="570820" y="638574"/>
                  </a:lnTo>
                  <a:lnTo>
                    <a:pt x="569605" y="639201"/>
                  </a:lnTo>
                  <a:lnTo>
                    <a:pt x="568973" y="639449"/>
                  </a:lnTo>
                  <a:lnTo>
                    <a:pt x="568844" y="639771"/>
                  </a:lnTo>
                  <a:lnTo>
                    <a:pt x="568676" y="640054"/>
                  </a:lnTo>
                  <a:lnTo>
                    <a:pt x="568255" y="640482"/>
                  </a:lnTo>
                  <a:lnTo>
                    <a:pt x="568003" y="640708"/>
                  </a:lnTo>
                  <a:lnTo>
                    <a:pt x="567770" y="640814"/>
                  </a:lnTo>
                  <a:lnTo>
                    <a:pt x="567073" y="640944"/>
                  </a:lnTo>
                  <a:lnTo>
                    <a:pt x="566838" y="640976"/>
                  </a:lnTo>
                  <a:lnTo>
                    <a:pt x="566662" y="641022"/>
                  </a:lnTo>
                  <a:lnTo>
                    <a:pt x="566459" y="641183"/>
                  </a:lnTo>
                  <a:lnTo>
                    <a:pt x="566147" y="641506"/>
                  </a:lnTo>
                  <a:lnTo>
                    <a:pt x="565939" y="641621"/>
                  </a:lnTo>
                  <a:lnTo>
                    <a:pt x="565782" y="641657"/>
                  </a:lnTo>
                  <a:lnTo>
                    <a:pt x="565446" y="641637"/>
                  </a:lnTo>
                  <a:lnTo>
                    <a:pt x="565307" y="641682"/>
                  </a:lnTo>
                  <a:lnTo>
                    <a:pt x="565070" y="641974"/>
                  </a:lnTo>
                  <a:lnTo>
                    <a:pt x="565055" y="642320"/>
                  </a:lnTo>
                  <a:lnTo>
                    <a:pt x="565106" y="642489"/>
                  </a:lnTo>
                  <a:lnTo>
                    <a:pt x="565271" y="642630"/>
                  </a:lnTo>
                  <a:lnTo>
                    <a:pt x="565417" y="642732"/>
                  </a:lnTo>
                  <a:lnTo>
                    <a:pt x="565684" y="642875"/>
                  </a:lnTo>
                  <a:lnTo>
                    <a:pt x="565842" y="643035"/>
                  </a:lnTo>
                  <a:lnTo>
                    <a:pt x="565902" y="643168"/>
                  </a:lnTo>
                  <a:lnTo>
                    <a:pt x="565704" y="643489"/>
                  </a:lnTo>
                  <a:lnTo>
                    <a:pt x="565267" y="643625"/>
                  </a:lnTo>
                  <a:lnTo>
                    <a:pt x="564641" y="643767"/>
                  </a:lnTo>
                  <a:lnTo>
                    <a:pt x="564334" y="643795"/>
                  </a:lnTo>
                  <a:lnTo>
                    <a:pt x="564107" y="643736"/>
                  </a:lnTo>
                  <a:lnTo>
                    <a:pt x="563979" y="643685"/>
                  </a:lnTo>
                  <a:lnTo>
                    <a:pt x="563475" y="643509"/>
                  </a:lnTo>
                  <a:lnTo>
                    <a:pt x="562810" y="643472"/>
                  </a:lnTo>
                  <a:lnTo>
                    <a:pt x="562602" y="643410"/>
                  </a:lnTo>
                  <a:lnTo>
                    <a:pt x="562267" y="643071"/>
                  </a:lnTo>
                  <a:lnTo>
                    <a:pt x="561913" y="642828"/>
                  </a:lnTo>
                  <a:lnTo>
                    <a:pt x="561513" y="642606"/>
                  </a:lnTo>
                  <a:lnTo>
                    <a:pt x="561106" y="642534"/>
                  </a:lnTo>
                  <a:lnTo>
                    <a:pt x="560774" y="642614"/>
                  </a:lnTo>
                  <a:lnTo>
                    <a:pt x="560276" y="642871"/>
                  </a:lnTo>
                  <a:lnTo>
                    <a:pt x="559934" y="642917"/>
                  </a:lnTo>
                  <a:lnTo>
                    <a:pt x="559554" y="642624"/>
                  </a:lnTo>
                  <a:lnTo>
                    <a:pt x="559337" y="642470"/>
                  </a:lnTo>
                  <a:lnTo>
                    <a:pt x="558819" y="642497"/>
                  </a:lnTo>
                  <a:lnTo>
                    <a:pt x="558555" y="642666"/>
                  </a:lnTo>
                  <a:lnTo>
                    <a:pt x="557940" y="643253"/>
                  </a:lnTo>
                  <a:lnTo>
                    <a:pt x="557514" y="643590"/>
                  </a:lnTo>
                  <a:lnTo>
                    <a:pt x="557017" y="643808"/>
                  </a:lnTo>
                  <a:lnTo>
                    <a:pt x="556711" y="643915"/>
                  </a:lnTo>
                  <a:lnTo>
                    <a:pt x="556640" y="644043"/>
                  </a:lnTo>
                  <a:lnTo>
                    <a:pt x="556552" y="644362"/>
                  </a:lnTo>
                  <a:lnTo>
                    <a:pt x="556475" y="644626"/>
                  </a:lnTo>
                  <a:lnTo>
                    <a:pt x="556216" y="645139"/>
                  </a:lnTo>
                  <a:lnTo>
                    <a:pt x="555979" y="645461"/>
                  </a:lnTo>
                  <a:lnTo>
                    <a:pt x="555825" y="645551"/>
                  </a:lnTo>
                  <a:lnTo>
                    <a:pt x="555450" y="645818"/>
                  </a:lnTo>
                  <a:lnTo>
                    <a:pt x="555222" y="645957"/>
                  </a:lnTo>
                  <a:lnTo>
                    <a:pt x="554809" y="645899"/>
                  </a:lnTo>
                  <a:lnTo>
                    <a:pt x="554295" y="645536"/>
                  </a:lnTo>
                  <a:lnTo>
                    <a:pt x="554092" y="645668"/>
                  </a:lnTo>
                  <a:lnTo>
                    <a:pt x="553586" y="645975"/>
                  </a:lnTo>
                  <a:lnTo>
                    <a:pt x="553337" y="646078"/>
                  </a:lnTo>
                  <a:lnTo>
                    <a:pt x="552997" y="646136"/>
                  </a:lnTo>
                  <a:lnTo>
                    <a:pt x="552461" y="646225"/>
                  </a:lnTo>
                  <a:lnTo>
                    <a:pt x="552190" y="646250"/>
                  </a:lnTo>
                  <a:lnTo>
                    <a:pt x="551965" y="646129"/>
                  </a:lnTo>
                  <a:lnTo>
                    <a:pt x="551673" y="645778"/>
                  </a:lnTo>
                  <a:lnTo>
                    <a:pt x="551416" y="645521"/>
                  </a:lnTo>
                  <a:lnTo>
                    <a:pt x="551199" y="645326"/>
                  </a:lnTo>
                  <a:lnTo>
                    <a:pt x="550847" y="645230"/>
                  </a:lnTo>
                  <a:lnTo>
                    <a:pt x="550435" y="645325"/>
                  </a:lnTo>
                  <a:lnTo>
                    <a:pt x="550275" y="645328"/>
                  </a:lnTo>
                  <a:lnTo>
                    <a:pt x="550061" y="645278"/>
                  </a:lnTo>
                  <a:lnTo>
                    <a:pt x="549920" y="645221"/>
                  </a:lnTo>
                  <a:lnTo>
                    <a:pt x="549742" y="645074"/>
                  </a:lnTo>
                  <a:lnTo>
                    <a:pt x="549463" y="644856"/>
                  </a:lnTo>
                  <a:lnTo>
                    <a:pt x="549147" y="644705"/>
                  </a:lnTo>
                  <a:lnTo>
                    <a:pt x="548922" y="644730"/>
                  </a:lnTo>
                  <a:lnTo>
                    <a:pt x="548744" y="644836"/>
                  </a:lnTo>
                  <a:lnTo>
                    <a:pt x="548299" y="645216"/>
                  </a:lnTo>
                  <a:lnTo>
                    <a:pt x="548065" y="645325"/>
                  </a:lnTo>
                  <a:lnTo>
                    <a:pt x="547412" y="645322"/>
                  </a:lnTo>
                  <a:lnTo>
                    <a:pt x="546848" y="645357"/>
                  </a:lnTo>
                  <a:lnTo>
                    <a:pt x="546555" y="645456"/>
                  </a:lnTo>
                  <a:lnTo>
                    <a:pt x="546361" y="645616"/>
                  </a:lnTo>
                  <a:lnTo>
                    <a:pt x="546189" y="645862"/>
                  </a:lnTo>
                  <a:lnTo>
                    <a:pt x="546150" y="646080"/>
                  </a:lnTo>
                  <a:lnTo>
                    <a:pt x="546217" y="646342"/>
                  </a:lnTo>
                  <a:lnTo>
                    <a:pt x="546516" y="646764"/>
                  </a:lnTo>
                  <a:lnTo>
                    <a:pt x="546820" y="647528"/>
                  </a:lnTo>
                  <a:lnTo>
                    <a:pt x="546631" y="647736"/>
                  </a:lnTo>
                  <a:lnTo>
                    <a:pt x="546474" y="647736"/>
                  </a:lnTo>
                  <a:lnTo>
                    <a:pt x="545817" y="647753"/>
                  </a:lnTo>
                  <a:lnTo>
                    <a:pt x="545141" y="648322"/>
                  </a:lnTo>
                  <a:lnTo>
                    <a:pt x="544454" y="648585"/>
                  </a:lnTo>
                  <a:lnTo>
                    <a:pt x="544190" y="648647"/>
                  </a:lnTo>
                  <a:lnTo>
                    <a:pt x="543979" y="648618"/>
                  </a:lnTo>
                  <a:lnTo>
                    <a:pt x="543393" y="648511"/>
                  </a:lnTo>
                  <a:lnTo>
                    <a:pt x="543299" y="648681"/>
                  </a:lnTo>
                  <a:lnTo>
                    <a:pt x="543035" y="648884"/>
                  </a:lnTo>
                  <a:lnTo>
                    <a:pt x="541980" y="648879"/>
                  </a:lnTo>
                  <a:lnTo>
                    <a:pt x="541541" y="648929"/>
                  </a:lnTo>
                  <a:lnTo>
                    <a:pt x="541094" y="649136"/>
                  </a:lnTo>
                  <a:lnTo>
                    <a:pt x="540629" y="649510"/>
                  </a:lnTo>
                  <a:lnTo>
                    <a:pt x="540220" y="650055"/>
                  </a:lnTo>
                  <a:lnTo>
                    <a:pt x="540174" y="650361"/>
                  </a:lnTo>
                  <a:lnTo>
                    <a:pt x="540219" y="650821"/>
                  </a:lnTo>
                  <a:lnTo>
                    <a:pt x="540439" y="651467"/>
                  </a:lnTo>
                  <a:lnTo>
                    <a:pt x="540796" y="651622"/>
                  </a:lnTo>
                  <a:lnTo>
                    <a:pt x="541140" y="651529"/>
                  </a:lnTo>
                  <a:lnTo>
                    <a:pt x="541329" y="651449"/>
                  </a:lnTo>
                  <a:lnTo>
                    <a:pt x="541512" y="651433"/>
                  </a:lnTo>
                  <a:lnTo>
                    <a:pt x="541831" y="651513"/>
                  </a:lnTo>
                  <a:lnTo>
                    <a:pt x="542136" y="651625"/>
                  </a:lnTo>
                  <a:lnTo>
                    <a:pt x="542317" y="651731"/>
                  </a:lnTo>
                  <a:lnTo>
                    <a:pt x="542615" y="652003"/>
                  </a:lnTo>
                  <a:lnTo>
                    <a:pt x="542851" y="652218"/>
                  </a:lnTo>
                  <a:lnTo>
                    <a:pt x="542909" y="652381"/>
                  </a:lnTo>
                  <a:lnTo>
                    <a:pt x="542914" y="652570"/>
                  </a:lnTo>
                  <a:lnTo>
                    <a:pt x="542855" y="652771"/>
                  </a:lnTo>
                  <a:lnTo>
                    <a:pt x="542766" y="653095"/>
                  </a:lnTo>
                  <a:lnTo>
                    <a:pt x="542876" y="653578"/>
                  </a:lnTo>
                  <a:lnTo>
                    <a:pt x="543097" y="653629"/>
                  </a:lnTo>
                  <a:lnTo>
                    <a:pt x="543534" y="653699"/>
                  </a:lnTo>
                  <a:lnTo>
                    <a:pt x="543911" y="653667"/>
                  </a:lnTo>
                  <a:lnTo>
                    <a:pt x="544140" y="653617"/>
                  </a:lnTo>
                  <a:lnTo>
                    <a:pt x="545030" y="653563"/>
                  </a:lnTo>
                  <a:lnTo>
                    <a:pt x="545260" y="654515"/>
                  </a:lnTo>
                  <a:lnTo>
                    <a:pt x="545638" y="655060"/>
                  </a:lnTo>
                  <a:lnTo>
                    <a:pt x="546483" y="655544"/>
                  </a:lnTo>
                  <a:lnTo>
                    <a:pt x="546510" y="655728"/>
                  </a:lnTo>
                  <a:lnTo>
                    <a:pt x="546362" y="657086"/>
                  </a:lnTo>
                  <a:lnTo>
                    <a:pt x="546551" y="657263"/>
                  </a:lnTo>
                  <a:lnTo>
                    <a:pt x="546824" y="657408"/>
                  </a:lnTo>
                  <a:lnTo>
                    <a:pt x="547201" y="657315"/>
                  </a:lnTo>
                  <a:lnTo>
                    <a:pt x="549143" y="664423"/>
                  </a:lnTo>
                  <a:lnTo>
                    <a:pt x="549776" y="666840"/>
                  </a:lnTo>
                  <a:lnTo>
                    <a:pt x="553115" y="679424"/>
                  </a:lnTo>
                  <a:lnTo>
                    <a:pt x="556723" y="692939"/>
                  </a:lnTo>
                  <a:lnTo>
                    <a:pt x="556000" y="693189"/>
                  </a:lnTo>
                  <a:lnTo>
                    <a:pt x="555822" y="693607"/>
                  </a:lnTo>
                  <a:lnTo>
                    <a:pt x="555692" y="693689"/>
                  </a:lnTo>
                  <a:lnTo>
                    <a:pt x="555442" y="693751"/>
                  </a:lnTo>
                  <a:lnTo>
                    <a:pt x="554749" y="693999"/>
                  </a:lnTo>
                  <a:lnTo>
                    <a:pt x="554396" y="695949"/>
                  </a:lnTo>
                  <a:lnTo>
                    <a:pt x="553948" y="696115"/>
                  </a:lnTo>
                  <a:lnTo>
                    <a:pt x="553786" y="696367"/>
                  </a:lnTo>
                  <a:lnTo>
                    <a:pt x="554057" y="696891"/>
                  </a:lnTo>
                  <a:lnTo>
                    <a:pt x="553903" y="697032"/>
                  </a:lnTo>
                  <a:lnTo>
                    <a:pt x="553693" y="697437"/>
                  </a:lnTo>
                  <a:lnTo>
                    <a:pt x="553727" y="697591"/>
                  </a:lnTo>
                  <a:lnTo>
                    <a:pt x="553788" y="697790"/>
                  </a:lnTo>
                  <a:lnTo>
                    <a:pt x="553998" y="698143"/>
                  </a:lnTo>
                  <a:lnTo>
                    <a:pt x="554194" y="698172"/>
                  </a:lnTo>
                  <a:lnTo>
                    <a:pt x="554705" y="698402"/>
                  </a:lnTo>
                  <a:lnTo>
                    <a:pt x="554856" y="698719"/>
                  </a:lnTo>
                  <a:lnTo>
                    <a:pt x="554833" y="698941"/>
                  </a:lnTo>
                  <a:lnTo>
                    <a:pt x="554700" y="699608"/>
                  </a:lnTo>
                  <a:lnTo>
                    <a:pt x="554457" y="700767"/>
                  </a:lnTo>
                  <a:lnTo>
                    <a:pt x="554400" y="700953"/>
                  </a:lnTo>
                  <a:lnTo>
                    <a:pt x="554151" y="701337"/>
                  </a:lnTo>
                  <a:lnTo>
                    <a:pt x="553968" y="701495"/>
                  </a:lnTo>
                  <a:lnTo>
                    <a:pt x="553618" y="701716"/>
                  </a:lnTo>
                  <a:lnTo>
                    <a:pt x="553474" y="701954"/>
                  </a:lnTo>
                  <a:lnTo>
                    <a:pt x="553391" y="702093"/>
                  </a:lnTo>
                  <a:lnTo>
                    <a:pt x="553367" y="702530"/>
                  </a:lnTo>
                  <a:lnTo>
                    <a:pt x="553489" y="703113"/>
                  </a:lnTo>
                  <a:lnTo>
                    <a:pt x="553360" y="703295"/>
                  </a:lnTo>
                  <a:lnTo>
                    <a:pt x="553252" y="703558"/>
                  </a:lnTo>
                  <a:lnTo>
                    <a:pt x="553034" y="703790"/>
                  </a:lnTo>
                  <a:lnTo>
                    <a:pt x="552931" y="703988"/>
                  </a:lnTo>
                  <a:lnTo>
                    <a:pt x="552770" y="704180"/>
                  </a:lnTo>
                  <a:lnTo>
                    <a:pt x="552534" y="704441"/>
                  </a:lnTo>
                  <a:lnTo>
                    <a:pt x="552287" y="704852"/>
                  </a:lnTo>
                  <a:lnTo>
                    <a:pt x="552293" y="704983"/>
                  </a:lnTo>
                  <a:lnTo>
                    <a:pt x="552651" y="705274"/>
                  </a:lnTo>
                  <a:lnTo>
                    <a:pt x="552772" y="705680"/>
                  </a:lnTo>
                  <a:lnTo>
                    <a:pt x="552485" y="706246"/>
                  </a:lnTo>
                  <a:lnTo>
                    <a:pt x="552255" y="707261"/>
                  </a:lnTo>
                  <a:lnTo>
                    <a:pt x="552288" y="707568"/>
                  </a:lnTo>
                  <a:lnTo>
                    <a:pt x="552501" y="707810"/>
                  </a:lnTo>
                  <a:lnTo>
                    <a:pt x="553054" y="708234"/>
                  </a:lnTo>
                  <a:lnTo>
                    <a:pt x="553126" y="708455"/>
                  </a:lnTo>
                  <a:lnTo>
                    <a:pt x="553157" y="709548"/>
                  </a:lnTo>
                  <a:lnTo>
                    <a:pt x="552968" y="710895"/>
                  </a:lnTo>
                  <a:lnTo>
                    <a:pt x="552874" y="711325"/>
                  </a:lnTo>
                  <a:lnTo>
                    <a:pt x="552636" y="711572"/>
                  </a:lnTo>
                  <a:lnTo>
                    <a:pt x="552498" y="711796"/>
                  </a:lnTo>
                  <a:lnTo>
                    <a:pt x="552516" y="711970"/>
                  </a:lnTo>
                  <a:lnTo>
                    <a:pt x="552547" y="712332"/>
                  </a:lnTo>
                  <a:lnTo>
                    <a:pt x="552591" y="712466"/>
                  </a:lnTo>
                  <a:lnTo>
                    <a:pt x="552783" y="712755"/>
                  </a:lnTo>
                  <a:lnTo>
                    <a:pt x="553175" y="712925"/>
                  </a:lnTo>
                  <a:lnTo>
                    <a:pt x="553496" y="713219"/>
                  </a:lnTo>
                  <a:lnTo>
                    <a:pt x="553447" y="713796"/>
                  </a:lnTo>
                  <a:lnTo>
                    <a:pt x="553256" y="713845"/>
                  </a:lnTo>
                  <a:lnTo>
                    <a:pt x="553266" y="714030"/>
                  </a:lnTo>
                  <a:lnTo>
                    <a:pt x="553194" y="714586"/>
                  </a:lnTo>
                  <a:lnTo>
                    <a:pt x="553191" y="714822"/>
                  </a:lnTo>
                  <a:lnTo>
                    <a:pt x="552972" y="715265"/>
                  </a:lnTo>
                  <a:lnTo>
                    <a:pt x="552667" y="715382"/>
                  </a:lnTo>
                  <a:lnTo>
                    <a:pt x="552562" y="716525"/>
                  </a:lnTo>
                  <a:lnTo>
                    <a:pt x="552880" y="716666"/>
                  </a:lnTo>
                  <a:lnTo>
                    <a:pt x="553309" y="716767"/>
                  </a:lnTo>
                  <a:lnTo>
                    <a:pt x="553444" y="717289"/>
                  </a:lnTo>
                  <a:lnTo>
                    <a:pt x="552456" y="717491"/>
                  </a:lnTo>
                  <a:lnTo>
                    <a:pt x="552194" y="718413"/>
                  </a:lnTo>
                  <a:lnTo>
                    <a:pt x="551896" y="719123"/>
                  </a:lnTo>
                  <a:lnTo>
                    <a:pt x="551536" y="719321"/>
                  </a:lnTo>
                  <a:lnTo>
                    <a:pt x="552019" y="719787"/>
                  </a:lnTo>
                  <a:lnTo>
                    <a:pt x="551994" y="720104"/>
                  </a:lnTo>
                  <a:lnTo>
                    <a:pt x="551759" y="720778"/>
                  </a:lnTo>
                  <a:lnTo>
                    <a:pt x="552050" y="720762"/>
                  </a:lnTo>
                  <a:lnTo>
                    <a:pt x="552442" y="721224"/>
                  </a:lnTo>
                  <a:lnTo>
                    <a:pt x="552880" y="721526"/>
                  </a:lnTo>
                  <a:lnTo>
                    <a:pt x="553029" y="721598"/>
                  </a:lnTo>
                  <a:lnTo>
                    <a:pt x="553531" y="721802"/>
                  </a:lnTo>
                  <a:lnTo>
                    <a:pt x="553922" y="721862"/>
                  </a:lnTo>
                  <a:lnTo>
                    <a:pt x="554343" y="722262"/>
                  </a:lnTo>
                  <a:lnTo>
                    <a:pt x="554516" y="722354"/>
                  </a:lnTo>
                  <a:lnTo>
                    <a:pt x="555086" y="722718"/>
                  </a:lnTo>
                  <a:lnTo>
                    <a:pt x="555245" y="722738"/>
                  </a:lnTo>
                  <a:lnTo>
                    <a:pt x="555506" y="722667"/>
                  </a:lnTo>
                  <a:lnTo>
                    <a:pt x="555974" y="722455"/>
                  </a:lnTo>
                  <a:lnTo>
                    <a:pt x="556164" y="722398"/>
                  </a:lnTo>
                  <a:lnTo>
                    <a:pt x="556364" y="722887"/>
                  </a:lnTo>
                  <a:lnTo>
                    <a:pt x="556566" y="723068"/>
                  </a:lnTo>
                  <a:lnTo>
                    <a:pt x="556723" y="723221"/>
                  </a:lnTo>
                  <a:lnTo>
                    <a:pt x="556697" y="723604"/>
                  </a:lnTo>
                  <a:lnTo>
                    <a:pt x="556280" y="723653"/>
                  </a:lnTo>
                  <a:lnTo>
                    <a:pt x="556001" y="724152"/>
                  </a:lnTo>
                  <a:lnTo>
                    <a:pt x="555623" y="724216"/>
                  </a:lnTo>
                  <a:lnTo>
                    <a:pt x="554755" y="724139"/>
                  </a:lnTo>
                  <a:lnTo>
                    <a:pt x="554466" y="724014"/>
                  </a:lnTo>
                  <a:lnTo>
                    <a:pt x="554219" y="723763"/>
                  </a:lnTo>
                  <a:lnTo>
                    <a:pt x="553718" y="723707"/>
                  </a:lnTo>
                  <a:lnTo>
                    <a:pt x="553342" y="723822"/>
                  </a:lnTo>
                  <a:lnTo>
                    <a:pt x="553328" y="724490"/>
                  </a:lnTo>
                  <a:lnTo>
                    <a:pt x="552651" y="724759"/>
                  </a:lnTo>
                  <a:lnTo>
                    <a:pt x="551842" y="725331"/>
                  </a:lnTo>
                  <a:lnTo>
                    <a:pt x="551701" y="725612"/>
                  </a:lnTo>
                  <a:lnTo>
                    <a:pt x="550331" y="725717"/>
                  </a:lnTo>
                  <a:lnTo>
                    <a:pt x="549950" y="726029"/>
                  </a:lnTo>
                  <a:lnTo>
                    <a:pt x="549691" y="726236"/>
                  </a:lnTo>
                  <a:lnTo>
                    <a:pt x="549452" y="726342"/>
                  </a:lnTo>
                  <a:lnTo>
                    <a:pt x="548923" y="726483"/>
                  </a:lnTo>
                  <a:lnTo>
                    <a:pt x="548436" y="726256"/>
                  </a:lnTo>
                  <a:lnTo>
                    <a:pt x="548120" y="725597"/>
                  </a:lnTo>
                  <a:lnTo>
                    <a:pt x="547856" y="725273"/>
                  </a:lnTo>
                  <a:lnTo>
                    <a:pt x="546990" y="725025"/>
                  </a:lnTo>
                  <a:lnTo>
                    <a:pt x="546758" y="724895"/>
                  </a:lnTo>
                  <a:lnTo>
                    <a:pt x="546482" y="724701"/>
                  </a:lnTo>
                  <a:lnTo>
                    <a:pt x="546205" y="724465"/>
                  </a:lnTo>
                  <a:lnTo>
                    <a:pt x="545662" y="723798"/>
                  </a:lnTo>
                  <a:lnTo>
                    <a:pt x="545327" y="723355"/>
                  </a:lnTo>
                  <a:lnTo>
                    <a:pt x="545110" y="723262"/>
                  </a:lnTo>
                  <a:lnTo>
                    <a:pt x="544870" y="723167"/>
                  </a:lnTo>
                  <a:lnTo>
                    <a:pt x="544629" y="723042"/>
                  </a:lnTo>
                  <a:lnTo>
                    <a:pt x="544304" y="722750"/>
                  </a:lnTo>
                  <a:lnTo>
                    <a:pt x="543891" y="722364"/>
                  </a:lnTo>
                  <a:lnTo>
                    <a:pt x="543020" y="722076"/>
                  </a:lnTo>
                  <a:lnTo>
                    <a:pt x="542178" y="722337"/>
                  </a:lnTo>
                  <a:lnTo>
                    <a:pt x="541487" y="722848"/>
                  </a:lnTo>
                  <a:lnTo>
                    <a:pt x="540855" y="723106"/>
                  </a:lnTo>
                  <a:lnTo>
                    <a:pt x="540190" y="723407"/>
                  </a:lnTo>
                  <a:lnTo>
                    <a:pt x="539605" y="723744"/>
                  </a:lnTo>
                  <a:lnTo>
                    <a:pt x="539401" y="723927"/>
                  </a:lnTo>
                  <a:lnTo>
                    <a:pt x="538922" y="724422"/>
                  </a:lnTo>
                  <a:lnTo>
                    <a:pt x="538463" y="725002"/>
                  </a:lnTo>
                  <a:lnTo>
                    <a:pt x="538262" y="725261"/>
                  </a:lnTo>
                  <a:lnTo>
                    <a:pt x="537971" y="725838"/>
                  </a:lnTo>
                  <a:lnTo>
                    <a:pt x="537447" y="725997"/>
                  </a:lnTo>
                  <a:lnTo>
                    <a:pt x="537133" y="726047"/>
                  </a:lnTo>
                  <a:lnTo>
                    <a:pt x="536613" y="725961"/>
                  </a:lnTo>
                  <a:lnTo>
                    <a:pt x="536220" y="725897"/>
                  </a:lnTo>
                  <a:lnTo>
                    <a:pt x="535326" y="725376"/>
                  </a:lnTo>
                  <a:lnTo>
                    <a:pt x="535171" y="725181"/>
                  </a:lnTo>
                  <a:lnTo>
                    <a:pt x="534975" y="725037"/>
                  </a:lnTo>
                  <a:lnTo>
                    <a:pt x="534707" y="724584"/>
                  </a:lnTo>
                  <a:lnTo>
                    <a:pt x="534648" y="724394"/>
                  </a:lnTo>
                  <a:lnTo>
                    <a:pt x="534360" y="723781"/>
                  </a:lnTo>
                  <a:lnTo>
                    <a:pt x="534181" y="723459"/>
                  </a:lnTo>
                  <a:lnTo>
                    <a:pt x="533931" y="722805"/>
                  </a:lnTo>
                  <a:lnTo>
                    <a:pt x="533802" y="722299"/>
                  </a:lnTo>
                  <a:lnTo>
                    <a:pt x="532950" y="722162"/>
                  </a:lnTo>
                  <a:lnTo>
                    <a:pt x="532613" y="721795"/>
                  </a:lnTo>
                  <a:lnTo>
                    <a:pt x="532396" y="721367"/>
                  </a:lnTo>
                  <a:lnTo>
                    <a:pt x="532173" y="721018"/>
                  </a:lnTo>
                  <a:lnTo>
                    <a:pt x="531754" y="721193"/>
                  </a:lnTo>
                  <a:lnTo>
                    <a:pt x="531420" y="720959"/>
                  </a:lnTo>
                  <a:lnTo>
                    <a:pt x="530897" y="720517"/>
                  </a:lnTo>
                  <a:lnTo>
                    <a:pt x="530846" y="720358"/>
                  </a:lnTo>
                  <a:lnTo>
                    <a:pt x="530266" y="720206"/>
                  </a:lnTo>
                  <a:lnTo>
                    <a:pt x="529533" y="719524"/>
                  </a:lnTo>
                  <a:lnTo>
                    <a:pt x="529307" y="719250"/>
                  </a:lnTo>
                  <a:lnTo>
                    <a:pt x="528918" y="719192"/>
                  </a:lnTo>
                  <a:lnTo>
                    <a:pt x="527977" y="718822"/>
                  </a:lnTo>
                  <a:lnTo>
                    <a:pt x="527445" y="718777"/>
                  </a:lnTo>
                  <a:lnTo>
                    <a:pt x="527318" y="718796"/>
                  </a:lnTo>
                  <a:lnTo>
                    <a:pt x="527017" y="718939"/>
                  </a:lnTo>
                  <a:lnTo>
                    <a:pt x="526690" y="718935"/>
                  </a:lnTo>
                  <a:lnTo>
                    <a:pt x="526670" y="718697"/>
                  </a:lnTo>
                  <a:lnTo>
                    <a:pt x="526633" y="718509"/>
                  </a:lnTo>
                  <a:lnTo>
                    <a:pt x="526577" y="718309"/>
                  </a:lnTo>
                  <a:lnTo>
                    <a:pt x="525948" y="718123"/>
                  </a:lnTo>
                  <a:lnTo>
                    <a:pt x="525592" y="717781"/>
                  </a:lnTo>
                  <a:lnTo>
                    <a:pt x="525220" y="717887"/>
                  </a:lnTo>
                  <a:lnTo>
                    <a:pt x="524706" y="717975"/>
                  </a:lnTo>
                  <a:lnTo>
                    <a:pt x="524411" y="717603"/>
                  </a:lnTo>
                  <a:lnTo>
                    <a:pt x="524657" y="716894"/>
                  </a:lnTo>
                  <a:lnTo>
                    <a:pt x="524822" y="716440"/>
                  </a:lnTo>
                  <a:lnTo>
                    <a:pt x="524822" y="716281"/>
                  </a:lnTo>
                  <a:lnTo>
                    <a:pt x="524425" y="715802"/>
                  </a:lnTo>
                  <a:lnTo>
                    <a:pt x="524066" y="715866"/>
                  </a:lnTo>
                  <a:lnTo>
                    <a:pt x="523420" y="715897"/>
                  </a:lnTo>
                  <a:lnTo>
                    <a:pt x="523263" y="715909"/>
                  </a:lnTo>
                  <a:lnTo>
                    <a:pt x="523023" y="716217"/>
                  </a:lnTo>
                  <a:lnTo>
                    <a:pt x="522627" y="716266"/>
                  </a:lnTo>
                  <a:lnTo>
                    <a:pt x="522337" y="715992"/>
                  </a:lnTo>
                  <a:lnTo>
                    <a:pt x="521924" y="715688"/>
                  </a:lnTo>
                  <a:lnTo>
                    <a:pt x="521314" y="715487"/>
                  </a:lnTo>
                  <a:lnTo>
                    <a:pt x="521023" y="715829"/>
                  </a:lnTo>
                  <a:lnTo>
                    <a:pt x="520729" y="715861"/>
                  </a:lnTo>
                  <a:lnTo>
                    <a:pt x="520432" y="715720"/>
                  </a:lnTo>
                  <a:lnTo>
                    <a:pt x="520140" y="715429"/>
                  </a:lnTo>
                  <a:lnTo>
                    <a:pt x="519478" y="715283"/>
                  </a:lnTo>
                  <a:lnTo>
                    <a:pt x="519225" y="715151"/>
                  </a:lnTo>
                  <a:lnTo>
                    <a:pt x="519073" y="715148"/>
                  </a:lnTo>
                  <a:lnTo>
                    <a:pt x="518828" y="715145"/>
                  </a:lnTo>
                  <a:lnTo>
                    <a:pt x="518380" y="714693"/>
                  </a:lnTo>
                  <a:lnTo>
                    <a:pt x="518274" y="714543"/>
                  </a:lnTo>
                  <a:lnTo>
                    <a:pt x="518198" y="714400"/>
                  </a:lnTo>
                  <a:lnTo>
                    <a:pt x="518012" y="714133"/>
                  </a:lnTo>
                  <a:lnTo>
                    <a:pt x="517310" y="714035"/>
                  </a:lnTo>
                  <a:lnTo>
                    <a:pt x="517043" y="714085"/>
                  </a:lnTo>
                  <a:lnTo>
                    <a:pt x="516626" y="714395"/>
                  </a:lnTo>
                  <a:lnTo>
                    <a:pt x="516446" y="714575"/>
                  </a:lnTo>
                  <a:lnTo>
                    <a:pt x="516149" y="714619"/>
                  </a:lnTo>
                  <a:lnTo>
                    <a:pt x="515556" y="714626"/>
                  </a:lnTo>
                  <a:lnTo>
                    <a:pt x="514604" y="714420"/>
                  </a:lnTo>
                  <a:lnTo>
                    <a:pt x="514405" y="714290"/>
                  </a:lnTo>
                  <a:lnTo>
                    <a:pt x="514271" y="713928"/>
                  </a:lnTo>
                  <a:lnTo>
                    <a:pt x="514248" y="713596"/>
                  </a:lnTo>
                  <a:lnTo>
                    <a:pt x="514171" y="713317"/>
                  </a:lnTo>
                  <a:lnTo>
                    <a:pt x="514043" y="713272"/>
                  </a:lnTo>
                  <a:lnTo>
                    <a:pt x="513794" y="713122"/>
                  </a:lnTo>
                  <a:lnTo>
                    <a:pt x="513746" y="712642"/>
                  </a:lnTo>
                  <a:lnTo>
                    <a:pt x="513598" y="712147"/>
                  </a:lnTo>
                  <a:lnTo>
                    <a:pt x="513536" y="711566"/>
                  </a:lnTo>
                  <a:lnTo>
                    <a:pt x="513972" y="711034"/>
                  </a:lnTo>
                  <a:lnTo>
                    <a:pt x="514230" y="710532"/>
                  </a:lnTo>
                  <a:lnTo>
                    <a:pt x="514452" y="709987"/>
                  </a:lnTo>
                  <a:lnTo>
                    <a:pt x="514653" y="709750"/>
                  </a:lnTo>
                  <a:lnTo>
                    <a:pt x="514905" y="709344"/>
                  </a:lnTo>
                  <a:lnTo>
                    <a:pt x="514344" y="708684"/>
                  </a:lnTo>
                  <a:lnTo>
                    <a:pt x="514125" y="708593"/>
                  </a:lnTo>
                  <a:lnTo>
                    <a:pt x="513728" y="708354"/>
                  </a:lnTo>
                  <a:lnTo>
                    <a:pt x="513328" y="707969"/>
                  </a:lnTo>
                  <a:lnTo>
                    <a:pt x="512978" y="707589"/>
                  </a:lnTo>
                  <a:lnTo>
                    <a:pt x="512862" y="707238"/>
                  </a:lnTo>
                  <a:lnTo>
                    <a:pt x="512937" y="706734"/>
                  </a:lnTo>
                  <a:lnTo>
                    <a:pt x="512931" y="706297"/>
                  </a:lnTo>
                  <a:lnTo>
                    <a:pt x="512897" y="705814"/>
                  </a:lnTo>
                  <a:lnTo>
                    <a:pt x="512780" y="705324"/>
                  </a:lnTo>
                  <a:lnTo>
                    <a:pt x="512786" y="704939"/>
                  </a:lnTo>
                  <a:lnTo>
                    <a:pt x="512504" y="704714"/>
                  </a:lnTo>
                  <a:lnTo>
                    <a:pt x="512290" y="704590"/>
                  </a:lnTo>
                  <a:lnTo>
                    <a:pt x="512200" y="704412"/>
                  </a:lnTo>
                  <a:lnTo>
                    <a:pt x="512100" y="703877"/>
                  </a:lnTo>
                  <a:lnTo>
                    <a:pt x="512262" y="703748"/>
                  </a:lnTo>
                  <a:lnTo>
                    <a:pt x="512498" y="703627"/>
                  </a:lnTo>
                  <a:lnTo>
                    <a:pt x="512821" y="703490"/>
                  </a:lnTo>
                  <a:lnTo>
                    <a:pt x="512980" y="703021"/>
                  </a:lnTo>
                  <a:lnTo>
                    <a:pt x="512730" y="702796"/>
                  </a:lnTo>
                  <a:lnTo>
                    <a:pt x="512498" y="702275"/>
                  </a:lnTo>
                  <a:lnTo>
                    <a:pt x="512245" y="701840"/>
                  </a:lnTo>
                  <a:lnTo>
                    <a:pt x="512256" y="701369"/>
                  </a:lnTo>
                  <a:lnTo>
                    <a:pt x="512572" y="700911"/>
                  </a:lnTo>
                  <a:lnTo>
                    <a:pt x="513008" y="700643"/>
                  </a:lnTo>
                  <a:lnTo>
                    <a:pt x="512622" y="700292"/>
                  </a:lnTo>
                  <a:lnTo>
                    <a:pt x="512306" y="699760"/>
                  </a:lnTo>
                  <a:lnTo>
                    <a:pt x="512026" y="699298"/>
                  </a:lnTo>
                  <a:lnTo>
                    <a:pt x="511555" y="698693"/>
                  </a:lnTo>
                  <a:lnTo>
                    <a:pt x="511064" y="698516"/>
                  </a:lnTo>
                  <a:lnTo>
                    <a:pt x="510899" y="698257"/>
                  </a:lnTo>
                  <a:lnTo>
                    <a:pt x="510981" y="698082"/>
                  </a:lnTo>
                  <a:lnTo>
                    <a:pt x="510885" y="697945"/>
                  </a:lnTo>
                  <a:lnTo>
                    <a:pt x="510793" y="697813"/>
                  </a:lnTo>
                  <a:lnTo>
                    <a:pt x="511197" y="697556"/>
                  </a:lnTo>
                  <a:lnTo>
                    <a:pt x="511295" y="697407"/>
                  </a:lnTo>
                  <a:lnTo>
                    <a:pt x="511549" y="696778"/>
                  </a:lnTo>
                  <a:lnTo>
                    <a:pt x="512085" y="696004"/>
                  </a:lnTo>
                  <a:lnTo>
                    <a:pt x="512037" y="695378"/>
                  </a:lnTo>
                  <a:lnTo>
                    <a:pt x="512196" y="695158"/>
                  </a:lnTo>
                  <a:lnTo>
                    <a:pt x="511978" y="694608"/>
                  </a:lnTo>
                  <a:lnTo>
                    <a:pt x="511820" y="694298"/>
                  </a:lnTo>
                  <a:lnTo>
                    <a:pt x="512177" y="693251"/>
                  </a:lnTo>
                  <a:lnTo>
                    <a:pt x="511907" y="693144"/>
                  </a:lnTo>
                  <a:lnTo>
                    <a:pt x="511123" y="693102"/>
                  </a:lnTo>
                  <a:lnTo>
                    <a:pt x="510632" y="693380"/>
                  </a:lnTo>
                  <a:lnTo>
                    <a:pt x="509903" y="693606"/>
                  </a:lnTo>
                  <a:lnTo>
                    <a:pt x="509821" y="693836"/>
                  </a:lnTo>
                  <a:lnTo>
                    <a:pt x="509503" y="694557"/>
                  </a:lnTo>
                  <a:lnTo>
                    <a:pt x="509383" y="695269"/>
                  </a:lnTo>
                  <a:lnTo>
                    <a:pt x="509271" y="695492"/>
                  </a:lnTo>
                  <a:lnTo>
                    <a:pt x="508468" y="696136"/>
                  </a:lnTo>
                  <a:lnTo>
                    <a:pt x="508182" y="696340"/>
                  </a:lnTo>
                  <a:lnTo>
                    <a:pt x="507761" y="696612"/>
                  </a:lnTo>
                  <a:lnTo>
                    <a:pt x="507892" y="696910"/>
                  </a:lnTo>
                  <a:lnTo>
                    <a:pt x="507900" y="697314"/>
                  </a:lnTo>
                  <a:lnTo>
                    <a:pt x="507443" y="697717"/>
                  </a:lnTo>
                  <a:lnTo>
                    <a:pt x="507177" y="697976"/>
                  </a:lnTo>
                  <a:lnTo>
                    <a:pt x="506995" y="698407"/>
                  </a:lnTo>
                  <a:lnTo>
                    <a:pt x="506415" y="698725"/>
                  </a:lnTo>
                  <a:lnTo>
                    <a:pt x="505877" y="698393"/>
                  </a:lnTo>
                  <a:lnTo>
                    <a:pt x="505553" y="698372"/>
                  </a:lnTo>
                  <a:lnTo>
                    <a:pt x="505378" y="698461"/>
                  </a:lnTo>
                  <a:lnTo>
                    <a:pt x="504965" y="698513"/>
                  </a:lnTo>
                  <a:lnTo>
                    <a:pt x="504567" y="698444"/>
                  </a:lnTo>
                  <a:lnTo>
                    <a:pt x="504295" y="698675"/>
                  </a:lnTo>
                  <a:lnTo>
                    <a:pt x="504111" y="698706"/>
                  </a:lnTo>
                  <a:lnTo>
                    <a:pt x="503839" y="699124"/>
                  </a:lnTo>
                  <a:lnTo>
                    <a:pt x="503209" y="699288"/>
                  </a:lnTo>
                  <a:lnTo>
                    <a:pt x="502999" y="699487"/>
                  </a:lnTo>
                  <a:lnTo>
                    <a:pt x="502881" y="699622"/>
                  </a:lnTo>
                  <a:lnTo>
                    <a:pt x="502770" y="699757"/>
                  </a:lnTo>
                  <a:lnTo>
                    <a:pt x="502566" y="699954"/>
                  </a:lnTo>
                  <a:lnTo>
                    <a:pt x="502081" y="700421"/>
                  </a:lnTo>
                  <a:lnTo>
                    <a:pt x="502083" y="700644"/>
                  </a:lnTo>
                  <a:lnTo>
                    <a:pt x="502112" y="700983"/>
                  </a:lnTo>
                  <a:lnTo>
                    <a:pt x="502134" y="701457"/>
                  </a:lnTo>
                  <a:lnTo>
                    <a:pt x="501596" y="702146"/>
                  </a:lnTo>
                  <a:lnTo>
                    <a:pt x="500715" y="702213"/>
                  </a:lnTo>
                  <a:lnTo>
                    <a:pt x="500400" y="702369"/>
                  </a:lnTo>
                  <a:lnTo>
                    <a:pt x="500132" y="702782"/>
                  </a:lnTo>
                  <a:lnTo>
                    <a:pt x="500087" y="703165"/>
                  </a:lnTo>
                  <a:lnTo>
                    <a:pt x="499997" y="703675"/>
                  </a:lnTo>
                  <a:lnTo>
                    <a:pt x="499588" y="703994"/>
                  </a:lnTo>
                  <a:lnTo>
                    <a:pt x="499139" y="704078"/>
                  </a:lnTo>
                  <a:lnTo>
                    <a:pt x="498742" y="704189"/>
                  </a:lnTo>
                  <a:lnTo>
                    <a:pt x="498623" y="704355"/>
                  </a:lnTo>
                  <a:lnTo>
                    <a:pt x="498001" y="704483"/>
                  </a:lnTo>
                  <a:lnTo>
                    <a:pt x="497517" y="704262"/>
                  </a:lnTo>
                  <a:lnTo>
                    <a:pt x="497304" y="704082"/>
                  </a:lnTo>
                  <a:lnTo>
                    <a:pt x="497133" y="703591"/>
                  </a:lnTo>
                  <a:lnTo>
                    <a:pt x="496990" y="703521"/>
                  </a:lnTo>
                  <a:lnTo>
                    <a:pt x="496476" y="703432"/>
                  </a:lnTo>
                  <a:lnTo>
                    <a:pt x="496126" y="703401"/>
                  </a:lnTo>
                  <a:lnTo>
                    <a:pt x="495871" y="703030"/>
                  </a:lnTo>
                  <a:lnTo>
                    <a:pt x="495744" y="702827"/>
                  </a:lnTo>
                  <a:lnTo>
                    <a:pt x="495476" y="702254"/>
                  </a:lnTo>
                  <a:lnTo>
                    <a:pt x="495417" y="701944"/>
                  </a:lnTo>
                  <a:lnTo>
                    <a:pt x="495320" y="701329"/>
                  </a:lnTo>
                  <a:lnTo>
                    <a:pt x="495357" y="701166"/>
                  </a:lnTo>
                  <a:lnTo>
                    <a:pt x="495538" y="700631"/>
                  </a:lnTo>
                  <a:lnTo>
                    <a:pt x="495817" y="700166"/>
                  </a:lnTo>
                  <a:lnTo>
                    <a:pt x="495994" y="700044"/>
                  </a:lnTo>
                  <a:lnTo>
                    <a:pt x="495975" y="699560"/>
                  </a:lnTo>
                  <a:lnTo>
                    <a:pt x="495942" y="699408"/>
                  </a:lnTo>
                  <a:lnTo>
                    <a:pt x="495762" y="698968"/>
                  </a:lnTo>
                  <a:lnTo>
                    <a:pt x="496068" y="698624"/>
                  </a:lnTo>
                  <a:lnTo>
                    <a:pt x="495935" y="698391"/>
                  </a:lnTo>
                  <a:lnTo>
                    <a:pt x="495827" y="698255"/>
                  </a:lnTo>
                  <a:lnTo>
                    <a:pt x="495685" y="697824"/>
                  </a:lnTo>
                  <a:lnTo>
                    <a:pt x="495670" y="697647"/>
                  </a:lnTo>
                  <a:lnTo>
                    <a:pt x="495352" y="697507"/>
                  </a:lnTo>
                  <a:lnTo>
                    <a:pt x="495142" y="697206"/>
                  </a:lnTo>
                  <a:lnTo>
                    <a:pt x="494446" y="696737"/>
                  </a:lnTo>
                  <a:lnTo>
                    <a:pt x="494453" y="696430"/>
                  </a:lnTo>
                  <a:lnTo>
                    <a:pt x="494751" y="696332"/>
                  </a:lnTo>
                  <a:lnTo>
                    <a:pt x="494936" y="696161"/>
                  </a:lnTo>
                  <a:lnTo>
                    <a:pt x="494657" y="695505"/>
                  </a:lnTo>
                  <a:lnTo>
                    <a:pt x="494180" y="695355"/>
                  </a:lnTo>
                  <a:lnTo>
                    <a:pt x="493875" y="694763"/>
                  </a:lnTo>
                  <a:lnTo>
                    <a:pt x="493448" y="694549"/>
                  </a:lnTo>
                  <a:lnTo>
                    <a:pt x="493287" y="694542"/>
                  </a:lnTo>
                  <a:lnTo>
                    <a:pt x="492966" y="694481"/>
                  </a:lnTo>
                  <a:lnTo>
                    <a:pt x="492533" y="694125"/>
                  </a:lnTo>
                  <a:lnTo>
                    <a:pt x="491812" y="694131"/>
                  </a:lnTo>
                  <a:lnTo>
                    <a:pt x="491602" y="694326"/>
                  </a:lnTo>
                  <a:lnTo>
                    <a:pt x="491465" y="694626"/>
                  </a:lnTo>
                  <a:lnTo>
                    <a:pt x="491196" y="694695"/>
                  </a:lnTo>
                  <a:lnTo>
                    <a:pt x="490738" y="694271"/>
                  </a:lnTo>
                  <a:lnTo>
                    <a:pt x="490491" y="694311"/>
                  </a:lnTo>
                  <a:lnTo>
                    <a:pt x="489960" y="694868"/>
                  </a:lnTo>
                  <a:lnTo>
                    <a:pt x="489747" y="694956"/>
                  </a:lnTo>
                  <a:lnTo>
                    <a:pt x="489598" y="695077"/>
                  </a:lnTo>
                  <a:lnTo>
                    <a:pt x="489206" y="695584"/>
                  </a:lnTo>
                  <a:lnTo>
                    <a:pt x="488875" y="695521"/>
                  </a:lnTo>
                  <a:lnTo>
                    <a:pt x="488695" y="695470"/>
                  </a:lnTo>
                  <a:lnTo>
                    <a:pt x="488712" y="695341"/>
                  </a:lnTo>
                  <a:lnTo>
                    <a:pt x="488563" y="694958"/>
                  </a:lnTo>
                  <a:lnTo>
                    <a:pt x="488265" y="695271"/>
                  </a:lnTo>
                  <a:lnTo>
                    <a:pt x="487937" y="695592"/>
                  </a:lnTo>
                  <a:lnTo>
                    <a:pt x="487729" y="695776"/>
                  </a:lnTo>
                  <a:lnTo>
                    <a:pt x="487294" y="695861"/>
                  </a:lnTo>
                  <a:lnTo>
                    <a:pt x="487200" y="696021"/>
                  </a:lnTo>
                  <a:lnTo>
                    <a:pt x="486917" y="696338"/>
                  </a:lnTo>
                  <a:lnTo>
                    <a:pt x="486477" y="696635"/>
                  </a:lnTo>
                  <a:lnTo>
                    <a:pt x="486253" y="696969"/>
                  </a:lnTo>
                  <a:lnTo>
                    <a:pt x="485911" y="697351"/>
                  </a:lnTo>
                  <a:lnTo>
                    <a:pt x="485520" y="697478"/>
                  </a:lnTo>
                  <a:lnTo>
                    <a:pt x="485178" y="697427"/>
                  </a:lnTo>
                  <a:lnTo>
                    <a:pt x="484503" y="697762"/>
                  </a:lnTo>
                  <a:lnTo>
                    <a:pt x="484537" y="698091"/>
                  </a:lnTo>
                  <a:lnTo>
                    <a:pt x="484615" y="698227"/>
                  </a:lnTo>
                  <a:lnTo>
                    <a:pt x="484956" y="698464"/>
                  </a:lnTo>
                  <a:lnTo>
                    <a:pt x="485084" y="698894"/>
                  </a:lnTo>
                  <a:lnTo>
                    <a:pt x="484390" y="699669"/>
                  </a:lnTo>
                  <a:lnTo>
                    <a:pt x="484569" y="699879"/>
                  </a:lnTo>
                  <a:lnTo>
                    <a:pt x="484775" y="700485"/>
                  </a:lnTo>
                  <a:lnTo>
                    <a:pt x="484733" y="700889"/>
                  </a:lnTo>
                  <a:lnTo>
                    <a:pt x="484480" y="701220"/>
                  </a:lnTo>
                  <a:lnTo>
                    <a:pt x="484290" y="701310"/>
                  </a:lnTo>
                  <a:lnTo>
                    <a:pt x="483771" y="701383"/>
                  </a:lnTo>
                  <a:lnTo>
                    <a:pt x="483149" y="701159"/>
                  </a:lnTo>
                  <a:lnTo>
                    <a:pt x="482885" y="701169"/>
                  </a:lnTo>
                  <a:lnTo>
                    <a:pt x="482487" y="701434"/>
                  </a:lnTo>
                  <a:lnTo>
                    <a:pt x="482527" y="701917"/>
                  </a:lnTo>
                  <a:lnTo>
                    <a:pt x="482359" y="702083"/>
                  </a:lnTo>
                  <a:lnTo>
                    <a:pt x="481806" y="702150"/>
                  </a:lnTo>
                  <a:lnTo>
                    <a:pt x="481520" y="702094"/>
                  </a:lnTo>
                  <a:lnTo>
                    <a:pt x="481308" y="702008"/>
                  </a:lnTo>
                  <a:lnTo>
                    <a:pt x="481176" y="701970"/>
                  </a:lnTo>
                  <a:lnTo>
                    <a:pt x="480819" y="701921"/>
                  </a:lnTo>
                  <a:lnTo>
                    <a:pt x="480315" y="702058"/>
                  </a:lnTo>
                  <a:lnTo>
                    <a:pt x="479737" y="702176"/>
                  </a:lnTo>
                  <a:lnTo>
                    <a:pt x="479521" y="702187"/>
                  </a:lnTo>
                  <a:lnTo>
                    <a:pt x="479286" y="702224"/>
                  </a:lnTo>
                  <a:lnTo>
                    <a:pt x="478293" y="702374"/>
                  </a:lnTo>
                  <a:lnTo>
                    <a:pt x="477524" y="702138"/>
                  </a:lnTo>
                  <a:lnTo>
                    <a:pt x="476545" y="701970"/>
                  </a:lnTo>
                  <a:lnTo>
                    <a:pt x="476339" y="701929"/>
                  </a:lnTo>
                  <a:lnTo>
                    <a:pt x="475656" y="702352"/>
                  </a:lnTo>
                  <a:lnTo>
                    <a:pt x="475503" y="702375"/>
                  </a:lnTo>
                  <a:lnTo>
                    <a:pt x="474344" y="702524"/>
                  </a:lnTo>
                  <a:lnTo>
                    <a:pt x="473965" y="702485"/>
                  </a:lnTo>
                  <a:lnTo>
                    <a:pt x="473790" y="702424"/>
                  </a:lnTo>
                  <a:lnTo>
                    <a:pt x="473445" y="702338"/>
                  </a:lnTo>
                  <a:lnTo>
                    <a:pt x="473075" y="702392"/>
                  </a:lnTo>
                  <a:lnTo>
                    <a:pt x="472376" y="702547"/>
                  </a:lnTo>
                  <a:lnTo>
                    <a:pt x="471808" y="702413"/>
                  </a:lnTo>
                  <a:lnTo>
                    <a:pt x="470682" y="702356"/>
                  </a:lnTo>
                  <a:lnTo>
                    <a:pt x="470384" y="702390"/>
                  </a:lnTo>
                  <a:lnTo>
                    <a:pt x="469564" y="702887"/>
                  </a:lnTo>
                  <a:lnTo>
                    <a:pt x="469154" y="703254"/>
                  </a:lnTo>
                  <a:lnTo>
                    <a:pt x="468822" y="703596"/>
                  </a:lnTo>
                  <a:lnTo>
                    <a:pt x="467615" y="703984"/>
                  </a:lnTo>
                  <a:lnTo>
                    <a:pt x="466771" y="704769"/>
                  </a:lnTo>
                  <a:lnTo>
                    <a:pt x="466813" y="704942"/>
                  </a:lnTo>
                  <a:lnTo>
                    <a:pt x="466759" y="705323"/>
                  </a:lnTo>
                  <a:lnTo>
                    <a:pt x="466459" y="705377"/>
                  </a:lnTo>
                  <a:lnTo>
                    <a:pt x="466246" y="705371"/>
                  </a:lnTo>
                  <a:lnTo>
                    <a:pt x="465800" y="705865"/>
                  </a:lnTo>
                  <a:lnTo>
                    <a:pt x="464953" y="706312"/>
                  </a:lnTo>
                  <a:lnTo>
                    <a:pt x="464414" y="706431"/>
                  </a:lnTo>
                  <a:lnTo>
                    <a:pt x="463929" y="706427"/>
                  </a:lnTo>
                  <a:lnTo>
                    <a:pt x="463708" y="706336"/>
                  </a:lnTo>
                  <a:lnTo>
                    <a:pt x="463449" y="706158"/>
                  </a:lnTo>
                  <a:lnTo>
                    <a:pt x="462787" y="705847"/>
                  </a:lnTo>
                  <a:lnTo>
                    <a:pt x="462528" y="705773"/>
                  </a:lnTo>
                  <a:lnTo>
                    <a:pt x="462155" y="705777"/>
                  </a:lnTo>
                  <a:lnTo>
                    <a:pt x="462205" y="705946"/>
                  </a:lnTo>
                  <a:lnTo>
                    <a:pt x="462035" y="706494"/>
                  </a:lnTo>
                  <a:lnTo>
                    <a:pt x="461753" y="706548"/>
                  </a:lnTo>
                  <a:lnTo>
                    <a:pt x="461255" y="706508"/>
                  </a:lnTo>
                  <a:lnTo>
                    <a:pt x="461076" y="706342"/>
                  </a:lnTo>
                  <a:lnTo>
                    <a:pt x="460885" y="705836"/>
                  </a:lnTo>
                  <a:lnTo>
                    <a:pt x="460504" y="705610"/>
                  </a:lnTo>
                  <a:lnTo>
                    <a:pt x="459435" y="705397"/>
                  </a:lnTo>
                  <a:lnTo>
                    <a:pt x="458531" y="706201"/>
                  </a:lnTo>
                  <a:lnTo>
                    <a:pt x="458177" y="706481"/>
                  </a:lnTo>
                  <a:lnTo>
                    <a:pt x="457530" y="707474"/>
                  </a:lnTo>
                  <a:lnTo>
                    <a:pt x="457638" y="708081"/>
                  </a:lnTo>
                  <a:lnTo>
                    <a:pt x="457736" y="708323"/>
                  </a:lnTo>
                  <a:lnTo>
                    <a:pt x="457869" y="708712"/>
                  </a:lnTo>
                  <a:lnTo>
                    <a:pt x="457996" y="709478"/>
                  </a:lnTo>
                  <a:lnTo>
                    <a:pt x="457932" y="709709"/>
                  </a:lnTo>
                  <a:lnTo>
                    <a:pt x="457849" y="709946"/>
                  </a:lnTo>
                  <a:lnTo>
                    <a:pt x="457774" y="710186"/>
                  </a:lnTo>
                  <a:lnTo>
                    <a:pt x="457867" y="710481"/>
                  </a:lnTo>
                  <a:lnTo>
                    <a:pt x="458453" y="710937"/>
                  </a:lnTo>
                  <a:lnTo>
                    <a:pt x="458509" y="711267"/>
                  </a:lnTo>
                  <a:lnTo>
                    <a:pt x="458207" y="711623"/>
                  </a:lnTo>
                  <a:lnTo>
                    <a:pt x="457701" y="712044"/>
                  </a:lnTo>
                  <a:lnTo>
                    <a:pt x="457838" y="712367"/>
                  </a:lnTo>
                  <a:lnTo>
                    <a:pt x="457882" y="712698"/>
                  </a:lnTo>
                  <a:lnTo>
                    <a:pt x="457836" y="713026"/>
                  </a:lnTo>
                  <a:lnTo>
                    <a:pt x="457667" y="713641"/>
                  </a:lnTo>
                  <a:lnTo>
                    <a:pt x="457842" y="714290"/>
                  </a:lnTo>
                  <a:lnTo>
                    <a:pt x="458327" y="714700"/>
                  </a:lnTo>
                  <a:lnTo>
                    <a:pt x="458519" y="715224"/>
                  </a:lnTo>
                  <a:lnTo>
                    <a:pt x="458517" y="715416"/>
                  </a:lnTo>
                  <a:lnTo>
                    <a:pt x="458505" y="715680"/>
                  </a:lnTo>
                  <a:lnTo>
                    <a:pt x="458493" y="715894"/>
                  </a:lnTo>
                  <a:lnTo>
                    <a:pt x="458523" y="716264"/>
                  </a:lnTo>
                  <a:lnTo>
                    <a:pt x="458435" y="716862"/>
                  </a:lnTo>
                  <a:lnTo>
                    <a:pt x="458433" y="717126"/>
                  </a:lnTo>
                  <a:lnTo>
                    <a:pt x="456495" y="718523"/>
                  </a:lnTo>
                  <a:lnTo>
                    <a:pt x="456364" y="718671"/>
                  </a:lnTo>
                  <a:lnTo>
                    <a:pt x="456207" y="718829"/>
                  </a:lnTo>
                  <a:lnTo>
                    <a:pt x="455772" y="719077"/>
                  </a:lnTo>
                  <a:lnTo>
                    <a:pt x="455497" y="718898"/>
                  </a:lnTo>
                  <a:lnTo>
                    <a:pt x="455412" y="718685"/>
                  </a:lnTo>
                  <a:lnTo>
                    <a:pt x="454547" y="718684"/>
                  </a:lnTo>
                  <a:lnTo>
                    <a:pt x="454200" y="719028"/>
                  </a:lnTo>
                  <a:lnTo>
                    <a:pt x="453688" y="719318"/>
                  </a:lnTo>
                  <a:lnTo>
                    <a:pt x="453113" y="719507"/>
                  </a:lnTo>
                  <a:lnTo>
                    <a:pt x="452563" y="719311"/>
                  </a:lnTo>
                  <a:lnTo>
                    <a:pt x="451956" y="719932"/>
                  </a:lnTo>
                  <a:lnTo>
                    <a:pt x="451551" y="719891"/>
                  </a:lnTo>
                  <a:lnTo>
                    <a:pt x="449991" y="720115"/>
                  </a:lnTo>
                  <a:lnTo>
                    <a:pt x="449313" y="720337"/>
                  </a:lnTo>
                  <a:lnTo>
                    <a:pt x="448869" y="720674"/>
                  </a:lnTo>
                  <a:lnTo>
                    <a:pt x="448555" y="720942"/>
                  </a:lnTo>
                  <a:lnTo>
                    <a:pt x="447770" y="721028"/>
                  </a:lnTo>
                  <a:lnTo>
                    <a:pt x="447385" y="720776"/>
                  </a:lnTo>
                  <a:lnTo>
                    <a:pt x="446746" y="720517"/>
                  </a:lnTo>
                  <a:lnTo>
                    <a:pt x="446424" y="720485"/>
                  </a:lnTo>
                  <a:lnTo>
                    <a:pt x="446151" y="720465"/>
                  </a:lnTo>
                  <a:lnTo>
                    <a:pt x="445801" y="720384"/>
                  </a:lnTo>
                  <a:lnTo>
                    <a:pt x="445449" y="719985"/>
                  </a:lnTo>
                  <a:lnTo>
                    <a:pt x="444889" y="719477"/>
                  </a:lnTo>
                  <a:lnTo>
                    <a:pt x="444413" y="719485"/>
                  </a:lnTo>
                  <a:lnTo>
                    <a:pt x="443972" y="719662"/>
                  </a:lnTo>
                  <a:lnTo>
                    <a:pt x="443805" y="719887"/>
                  </a:lnTo>
                  <a:lnTo>
                    <a:pt x="443671" y="719987"/>
                  </a:lnTo>
                  <a:lnTo>
                    <a:pt x="443422" y="720141"/>
                  </a:lnTo>
                  <a:lnTo>
                    <a:pt x="442562" y="720282"/>
                  </a:lnTo>
                  <a:lnTo>
                    <a:pt x="441971" y="720263"/>
                  </a:lnTo>
                  <a:lnTo>
                    <a:pt x="441650" y="720050"/>
                  </a:lnTo>
                  <a:lnTo>
                    <a:pt x="440614" y="719331"/>
                  </a:lnTo>
                  <a:lnTo>
                    <a:pt x="440502" y="719042"/>
                  </a:lnTo>
                  <a:lnTo>
                    <a:pt x="440369" y="718325"/>
                  </a:lnTo>
                  <a:lnTo>
                    <a:pt x="439892" y="718034"/>
                  </a:lnTo>
                  <a:lnTo>
                    <a:pt x="439706" y="717631"/>
                  </a:lnTo>
                  <a:lnTo>
                    <a:pt x="439636" y="717262"/>
                  </a:lnTo>
                  <a:lnTo>
                    <a:pt x="439435" y="716660"/>
                  </a:lnTo>
                  <a:lnTo>
                    <a:pt x="439366" y="716275"/>
                  </a:lnTo>
                  <a:lnTo>
                    <a:pt x="439146" y="715271"/>
                  </a:lnTo>
                  <a:lnTo>
                    <a:pt x="438903" y="715102"/>
                  </a:lnTo>
                  <a:lnTo>
                    <a:pt x="438768" y="714661"/>
                  </a:lnTo>
                  <a:lnTo>
                    <a:pt x="438537" y="713921"/>
                  </a:lnTo>
                  <a:lnTo>
                    <a:pt x="438299" y="713411"/>
                  </a:lnTo>
                  <a:lnTo>
                    <a:pt x="438084" y="713089"/>
                  </a:lnTo>
                  <a:lnTo>
                    <a:pt x="437886" y="712829"/>
                  </a:lnTo>
                  <a:lnTo>
                    <a:pt x="437485" y="712447"/>
                  </a:lnTo>
                  <a:lnTo>
                    <a:pt x="437536" y="711855"/>
                  </a:lnTo>
                  <a:lnTo>
                    <a:pt x="437281" y="711456"/>
                  </a:lnTo>
                  <a:lnTo>
                    <a:pt x="437268" y="710857"/>
                  </a:lnTo>
                  <a:lnTo>
                    <a:pt x="436816" y="710438"/>
                  </a:lnTo>
                  <a:lnTo>
                    <a:pt x="436544" y="709990"/>
                  </a:lnTo>
                  <a:lnTo>
                    <a:pt x="436283" y="710080"/>
                  </a:lnTo>
                  <a:lnTo>
                    <a:pt x="435837" y="710237"/>
                  </a:lnTo>
                  <a:lnTo>
                    <a:pt x="435382" y="709607"/>
                  </a:lnTo>
                  <a:lnTo>
                    <a:pt x="434696" y="709695"/>
                  </a:lnTo>
                  <a:lnTo>
                    <a:pt x="434644" y="709507"/>
                  </a:lnTo>
                  <a:lnTo>
                    <a:pt x="434707" y="709251"/>
                  </a:lnTo>
                  <a:lnTo>
                    <a:pt x="435120" y="708880"/>
                  </a:lnTo>
                  <a:lnTo>
                    <a:pt x="435584" y="708683"/>
                  </a:lnTo>
                  <a:lnTo>
                    <a:pt x="435811" y="708672"/>
                  </a:lnTo>
                  <a:lnTo>
                    <a:pt x="436099" y="708360"/>
                  </a:lnTo>
                  <a:lnTo>
                    <a:pt x="435904" y="707790"/>
                  </a:lnTo>
                  <a:lnTo>
                    <a:pt x="435820" y="707527"/>
                  </a:lnTo>
                  <a:lnTo>
                    <a:pt x="435675" y="707241"/>
                  </a:lnTo>
                  <a:lnTo>
                    <a:pt x="435378" y="706707"/>
                  </a:lnTo>
                  <a:lnTo>
                    <a:pt x="435352" y="706236"/>
                  </a:lnTo>
                  <a:lnTo>
                    <a:pt x="435183" y="705985"/>
                  </a:lnTo>
                  <a:lnTo>
                    <a:pt x="434905" y="705802"/>
                  </a:lnTo>
                  <a:lnTo>
                    <a:pt x="434523" y="705699"/>
                  </a:lnTo>
                  <a:lnTo>
                    <a:pt x="434237" y="705366"/>
                  </a:lnTo>
                  <a:lnTo>
                    <a:pt x="434306" y="705074"/>
                  </a:lnTo>
                  <a:lnTo>
                    <a:pt x="435014" y="704265"/>
                  </a:lnTo>
                  <a:lnTo>
                    <a:pt x="435244" y="704035"/>
                  </a:lnTo>
                  <a:lnTo>
                    <a:pt x="435427" y="703854"/>
                  </a:lnTo>
                  <a:lnTo>
                    <a:pt x="435728" y="703630"/>
                  </a:lnTo>
                  <a:lnTo>
                    <a:pt x="436116" y="703365"/>
                  </a:lnTo>
                  <a:lnTo>
                    <a:pt x="436219" y="703225"/>
                  </a:lnTo>
                  <a:lnTo>
                    <a:pt x="436129" y="703022"/>
                  </a:lnTo>
                  <a:lnTo>
                    <a:pt x="435742" y="702726"/>
                  </a:lnTo>
                  <a:lnTo>
                    <a:pt x="435564" y="702581"/>
                  </a:lnTo>
                  <a:lnTo>
                    <a:pt x="435132" y="702129"/>
                  </a:lnTo>
                  <a:lnTo>
                    <a:pt x="435090" y="701984"/>
                  </a:lnTo>
                  <a:lnTo>
                    <a:pt x="435002" y="701847"/>
                  </a:lnTo>
                  <a:lnTo>
                    <a:pt x="434556" y="701317"/>
                  </a:lnTo>
                  <a:lnTo>
                    <a:pt x="434346" y="701225"/>
                  </a:lnTo>
                  <a:lnTo>
                    <a:pt x="434113" y="701198"/>
                  </a:lnTo>
                  <a:lnTo>
                    <a:pt x="433113" y="700910"/>
                  </a:lnTo>
                  <a:lnTo>
                    <a:pt x="432971" y="701243"/>
                  </a:lnTo>
                  <a:lnTo>
                    <a:pt x="432279" y="701354"/>
                  </a:lnTo>
                  <a:lnTo>
                    <a:pt x="431885" y="701159"/>
                  </a:lnTo>
                  <a:lnTo>
                    <a:pt x="431667" y="701362"/>
                  </a:lnTo>
                  <a:lnTo>
                    <a:pt x="431445" y="701510"/>
                  </a:lnTo>
                  <a:lnTo>
                    <a:pt x="430612" y="701399"/>
                  </a:lnTo>
                  <a:lnTo>
                    <a:pt x="430307" y="701324"/>
                  </a:lnTo>
                  <a:lnTo>
                    <a:pt x="430270" y="700790"/>
                  </a:lnTo>
                  <a:lnTo>
                    <a:pt x="430433" y="700640"/>
                  </a:lnTo>
                  <a:lnTo>
                    <a:pt x="430189" y="700297"/>
                  </a:lnTo>
                  <a:lnTo>
                    <a:pt x="430101" y="699582"/>
                  </a:lnTo>
                  <a:lnTo>
                    <a:pt x="430570" y="699141"/>
                  </a:lnTo>
                  <a:lnTo>
                    <a:pt x="430566" y="698666"/>
                  </a:lnTo>
                  <a:lnTo>
                    <a:pt x="430277" y="698340"/>
                  </a:lnTo>
                  <a:lnTo>
                    <a:pt x="430064" y="698337"/>
                  </a:lnTo>
                  <a:lnTo>
                    <a:pt x="429755" y="698256"/>
                  </a:lnTo>
                  <a:lnTo>
                    <a:pt x="429488" y="698065"/>
                  </a:lnTo>
                  <a:lnTo>
                    <a:pt x="428940" y="697505"/>
                  </a:lnTo>
                  <a:lnTo>
                    <a:pt x="428593" y="696935"/>
                  </a:lnTo>
                  <a:lnTo>
                    <a:pt x="428373" y="696629"/>
                  </a:lnTo>
                  <a:lnTo>
                    <a:pt x="427884" y="696081"/>
                  </a:lnTo>
                  <a:lnTo>
                    <a:pt x="427872" y="695669"/>
                  </a:lnTo>
                  <a:lnTo>
                    <a:pt x="427905" y="695451"/>
                  </a:lnTo>
                  <a:lnTo>
                    <a:pt x="427535" y="694753"/>
                  </a:lnTo>
                  <a:lnTo>
                    <a:pt x="427493" y="694429"/>
                  </a:lnTo>
                  <a:lnTo>
                    <a:pt x="427442" y="694036"/>
                  </a:lnTo>
                  <a:lnTo>
                    <a:pt x="427418" y="693855"/>
                  </a:lnTo>
                  <a:lnTo>
                    <a:pt x="427466" y="693658"/>
                  </a:lnTo>
                  <a:lnTo>
                    <a:pt x="427463" y="693275"/>
                  </a:lnTo>
                  <a:lnTo>
                    <a:pt x="426745" y="692423"/>
                  </a:lnTo>
                  <a:lnTo>
                    <a:pt x="426597" y="691777"/>
                  </a:lnTo>
                  <a:lnTo>
                    <a:pt x="426261" y="691411"/>
                  </a:lnTo>
                  <a:lnTo>
                    <a:pt x="426053" y="691079"/>
                  </a:lnTo>
                  <a:lnTo>
                    <a:pt x="425696" y="690683"/>
                  </a:lnTo>
                  <a:lnTo>
                    <a:pt x="425594" y="690414"/>
                  </a:lnTo>
                  <a:lnTo>
                    <a:pt x="425547" y="690169"/>
                  </a:lnTo>
                  <a:lnTo>
                    <a:pt x="425241" y="689554"/>
                  </a:lnTo>
                  <a:lnTo>
                    <a:pt x="424635" y="689076"/>
                  </a:lnTo>
                  <a:lnTo>
                    <a:pt x="424217" y="688910"/>
                  </a:lnTo>
                  <a:lnTo>
                    <a:pt x="423999" y="688718"/>
                  </a:lnTo>
                  <a:lnTo>
                    <a:pt x="423012" y="687401"/>
                  </a:lnTo>
                  <a:lnTo>
                    <a:pt x="422722" y="687208"/>
                  </a:lnTo>
                  <a:lnTo>
                    <a:pt x="422532" y="686942"/>
                  </a:lnTo>
                  <a:lnTo>
                    <a:pt x="422379" y="686475"/>
                  </a:lnTo>
                  <a:lnTo>
                    <a:pt x="422266" y="686031"/>
                  </a:lnTo>
                  <a:lnTo>
                    <a:pt x="422136" y="685710"/>
                  </a:lnTo>
                  <a:lnTo>
                    <a:pt x="422095" y="685482"/>
                  </a:lnTo>
                  <a:lnTo>
                    <a:pt x="422125" y="685195"/>
                  </a:lnTo>
                  <a:lnTo>
                    <a:pt x="422219" y="685001"/>
                  </a:lnTo>
                  <a:lnTo>
                    <a:pt x="421890" y="684702"/>
                  </a:lnTo>
                  <a:lnTo>
                    <a:pt x="421516" y="684588"/>
                  </a:lnTo>
                  <a:lnTo>
                    <a:pt x="421631" y="684413"/>
                  </a:lnTo>
                  <a:lnTo>
                    <a:pt x="421941" y="684087"/>
                  </a:lnTo>
                  <a:lnTo>
                    <a:pt x="421943" y="683629"/>
                  </a:lnTo>
                  <a:lnTo>
                    <a:pt x="422090" y="683415"/>
                  </a:lnTo>
                  <a:lnTo>
                    <a:pt x="422246" y="683235"/>
                  </a:lnTo>
                  <a:lnTo>
                    <a:pt x="422394" y="682942"/>
                  </a:lnTo>
                  <a:lnTo>
                    <a:pt x="422429" y="682801"/>
                  </a:lnTo>
                  <a:lnTo>
                    <a:pt x="422469" y="682633"/>
                  </a:lnTo>
                  <a:lnTo>
                    <a:pt x="422526" y="682278"/>
                  </a:lnTo>
                  <a:lnTo>
                    <a:pt x="422400" y="682087"/>
                  </a:lnTo>
                  <a:lnTo>
                    <a:pt x="422168" y="681920"/>
                  </a:lnTo>
                  <a:lnTo>
                    <a:pt x="421794" y="681882"/>
                  </a:lnTo>
                  <a:lnTo>
                    <a:pt x="421670" y="681700"/>
                  </a:lnTo>
                  <a:lnTo>
                    <a:pt x="421724" y="681491"/>
                  </a:lnTo>
                  <a:lnTo>
                    <a:pt x="421809" y="681204"/>
                  </a:lnTo>
                  <a:lnTo>
                    <a:pt x="422113" y="680597"/>
                  </a:lnTo>
                  <a:lnTo>
                    <a:pt x="422217" y="680390"/>
                  </a:lnTo>
                  <a:lnTo>
                    <a:pt x="422412" y="680103"/>
                  </a:lnTo>
                  <a:lnTo>
                    <a:pt x="422365" y="679531"/>
                  </a:lnTo>
                  <a:lnTo>
                    <a:pt x="422464" y="679354"/>
                  </a:lnTo>
                  <a:lnTo>
                    <a:pt x="422543" y="679212"/>
                  </a:lnTo>
                  <a:lnTo>
                    <a:pt x="422695" y="678885"/>
                  </a:lnTo>
                  <a:lnTo>
                    <a:pt x="422660" y="678680"/>
                  </a:lnTo>
                  <a:lnTo>
                    <a:pt x="422534" y="678406"/>
                  </a:lnTo>
                  <a:lnTo>
                    <a:pt x="422208" y="678149"/>
                  </a:lnTo>
                  <a:lnTo>
                    <a:pt x="422078" y="677189"/>
                  </a:lnTo>
                  <a:lnTo>
                    <a:pt x="422420" y="677144"/>
                  </a:lnTo>
                  <a:lnTo>
                    <a:pt x="422721" y="676855"/>
                  </a:lnTo>
                  <a:lnTo>
                    <a:pt x="422706" y="676454"/>
                  </a:lnTo>
                  <a:lnTo>
                    <a:pt x="422704" y="676259"/>
                  </a:lnTo>
                  <a:lnTo>
                    <a:pt x="422746" y="675944"/>
                  </a:lnTo>
                  <a:lnTo>
                    <a:pt x="422828" y="675724"/>
                  </a:lnTo>
                  <a:lnTo>
                    <a:pt x="422997" y="675393"/>
                  </a:lnTo>
                  <a:lnTo>
                    <a:pt x="422884" y="675166"/>
                  </a:lnTo>
                  <a:lnTo>
                    <a:pt x="422705" y="674846"/>
                  </a:lnTo>
                  <a:lnTo>
                    <a:pt x="422032" y="674097"/>
                  </a:lnTo>
                  <a:lnTo>
                    <a:pt x="421821" y="673524"/>
                  </a:lnTo>
                  <a:lnTo>
                    <a:pt x="421654" y="672037"/>
                  </a:lnTo>
                  <a:lnTo>
                    <a:pt x="421519" y="671838"/>
                  </a:lnTo>
                  <a:lnTo>
                    <a:pt x="421101" y="671549"/>
                  </a:lnTo>
                  <a:lnTo>
                    <a:pt x="420865" y="671173"/>
                  </a:lnTo>
                  <a:lnTo>
                    <a:pt x="420760" y="670803"/>
                  </a:lnTo>
                  <a:lnTo>
                    <a:pt x="419815" y="669851"/>
                  </a:lnTo>
                  <a:lnTo>
                    <a:pt x="419341" y="669654"/>
                  </a:lnTo>
                  <a:lnTo>
                    <a:pt x="418560" y="669195"/>
                  </a:lnTo>
                  <a:lnTo>
                    <a:pt x="418503" y="668939"/>
                  </a:lnTo>
                  <a:lnTo>
                    <a:pt x="418315" y="668633"/>
                  </a:lnTo>
                  <a:lnTo>
                    <a:pt x="418152" y="668370"/>
                  </a:lnTo>
                  <a:lnTo>
                    <a:pt x="417823" y="667944"/>
                  </a:lnTo>
                  <a:lnTo>
                    <a:pt x="417522" y="668021"/>
                  </a:lnTo>
                  <a:lnTo>
                    <a:pt x="417004" y="668126"/>
                  </a:lnTo>
                  <a:lnTo>
                    <a:pt x="416574" y="668219"/>
                  </a:lnTo>
                  <a:lnTo>
                    <a:pt x="415784" y="668956"/>
                  </a:lnTo>
                  <a:lnTo>
                    <a:pt x="415520" y="669099"/>
                  </a:lnTo>
                  <a:lnTo>
                    <a:pt x="415082" y="669277"/>
                  </a:lnTo>
                  <a:lnTo>
                    <a:pt x="414630" y="669448"/>
                  </a:lnTo>
                  <a:lnTo>
                    <a:pt x="414110" y="669931"/>
                  </a:lnTo>
                  <a:lnTo>
                    <a:pt x="413965" y="670488"/>
                  </a:lnTo>
                  <a:lnTo>
                    <a:pt x="413389" y="670716"/>
                  </a:lnTo>
                  <a:lnTo>
                    <a:pt x="412496" y="670933"/>
                  </a:lnTo>
                  <a:lnTo>
                    <a:pt x="412313" y="671338"/>
                  </a:lnTo>
                  <a:lnTo>
                    <a:pt x="412152" y="671570"/>
                  </a:lnTo>
                  <a:lnTo>
                    <a:pt x="411880" y="671572"/>
                  </a:lnTo>
                  <a:lnTo>
                    <a:pt x="410211" y="672386"/>
                  </a:lnTo>
                  <a:lnTo>
                    <a:pt x="409894" y="673262"/>
                  </a:lnTo>
                  <a:lnTo>
                    <a:pt x="409785" y="673531"/>
                  </a:lnTo>
                  <a:lnTo>
                    <a:pt x="409567" y="674359"/>
                  </a:lnTo>
                  <a:lnTo>
                    <a:pt x="409528" y="674622"/>
                  </a:lnTo>
                  <a:lnTo>
                    <a:pt x="409368" y="675047"/>
                  </a:lnTo>
                  <a:lnTo>
                    <a:pt x="409057" y="676106"/>
                  </a:lnTo>
                  <a:lnTo>
                    <a:pt x="407430" y="676426"/>
                  </a:lnTo>
                  <a:lnTo>
                    <a:pt x="407056" y="676364"/>
                  </a:lnTo>
                  <a:lnTo>
                    <a:pt x="406595" y="676470"/>
                  </a:lnTo>
                  <a:lnTo>
                    <a:pt x="406416" y="676612"/>
                  </a:lnTo>
                  <a:lnTo>
                    <a:pt x="406006" y="676838"/>
                  </a:lnTo>
                  <a:lnTo>
                    <a:pt x="405710" y="676502"/>
                  </a:lnTo>
                  <a:lnTo>
                    <a:pt x="405202" y="676420"/>
                  </a:lnTo>
                  <a:lnTo>
                    <a:pt x="404581" y="676457"/>
                  </a:lnTo>
                  <a:lnTo>
                    <a:pt x="403846" y="675798"/>
                  </a:lnTo>
                  <a:lnTo>
                    <a:pt x="403400" y="675941"/>
                  </a:lnTo>
                  <a:lnTo>
                    <a:pt x="403042" y="676469"/>
                  </a:lnTo>
                  <a:lnTo>
                    <a:pt x="402821" y="676557"/>
                  </a:lnTo>
                  <a:lnTo>
                    <a:pt x="402929" y="677183"/>
                  </a:lnTo>
                  <a:lnTo>
                    <a:pt x="403225" y="677258"/>
                  </a:lnTo>
                  <a:lnTo>
                    <a:pt x="402876" y="677718"/>
                  </a:lnTo>
                  <a:lnTo>
                    <a:pt x="402899" y="677947"/>
                  </a:lnTo>
                  <a:lnTo>
                    <a:pt x="403176" y="678210"/>
                  </a:lnTo>
                  <a:lnTo>
                    <a:pt x="403226" y="678457"/>
                  </a:lnTo>
                  <a:lnTo>
                    <a:pt x="403275" y="678737"/>
                  </a:lnTo>
                  <a:lnTo>
                    <a:pt x="403298" y="679074"/>
                  </a:lnTo>
                  <a:lnTo>
                    <a:pt x="403650" y="679073"/>
                  </a:lnTo>
                  <a:lnTo>
                    <a:pt x="404037" y="679373"/>
                  </a:lnTo>
                  <a:lnTo>
                    <a:pt x="404806" y="680295"/>
                  </a:lnTo>
                  <a:lnTo>
                    <a:pt x="404469" y="680696"/>
                  </a:lnTo>
                  <a:lnTo>
                    <a:pt x="404241" y="680896"/>
                  </a:lnTo>
                  <a:lnTo>
                    <a:pt x="403391" y="681339"/>
                  </a:lnTo>
                  <a:lnTo>
                    <a:pt x="403200" y="681645"/>
                  </a:lnTo>
                  <a:lnTo>
                    <a:pt x="403429" y="682242"/>
                  </a:lnTo>
                  <a:lnTo>
                    <a:pt x="403626" y="682312"/>
                  </a:lnTo>
                  <a:lnTo>
                    <a:pt x="404559" y="682279"/>
                  </a:lnTo>
                  <a:lnTo>
                    <a:pt x="404350" y="682752"/>
                  </a:lnTo>
                  <a:lnTo>
                    <a:pt x="404684" y="683050"/>
                  </a:lnTo>
                  <a:lnTo>
                    <a:pt x="405024" y="683218"/>
                  </a:lnTo>
                  <a:lnTo>
                    <a:pt x="405102" y="683506"/>
                  </a:lnTo>
                  <a:lnTo>
                    <a:pt x="405063" y="684136"/>
                  </a:lnTo>
                  <a:lnTo>
                    <a:pt x="404472" y="684070"/>
                  </a:lnTo>
                  <a:lnTo>
                    <a:pt x="404499" y="684562"/>
                  </a:lnTo>
                  <a:lnTo>
                    <a:pt x="404520" y="685180"/>
                  </a:lnTo>
                  <a:lnTo>
                    <a:pt x="404565" y="685628"/>
                  </a:lnTo>
                  <a:lnTo>
                    <a:pt x="404560" y="685837"/>
                  </a:lnTo>
                  <a:lnTo>
                    <a:pt x="404106" y="685893"/>
                  </a:lnTo>
                  <a:lnTo>
                    <a:pt x="403754" y="685855"/>
                  </a:lnTo>
                  <a:lnTo>
                    <a:pt x="403448" y="686084"/>
                  </a:lnTo>
                  <a:lnTo>
                    <a:pt x="404331" y="687154"/>
                  </a:lnTo>
                  <a:lnTo>
                    <a:pt x="404211" y="687677"/>
                  </a:lnTo>
                  <a:lnTo>
                    <a:pt x="404566" y="688128"/>
                  </a:lnTo>
                  <a:lnTo>
                    <a:pt x="404751" y="688214"/>
                  </a:lnTo>
                  <a:lnTo>
                    <a:pt x="405017" y="688331"/>
                  </a:lnTo>
                  <a:lnTo>
                    <a:pt x="404721" y="688411"/>
                  </a:lnTo>
                  <a:lnTo>
                    <a:pt x="404214" y="688678"/>
                  </a:lnTo>
                  <a:lnTo>
                    <a:pt x="403927" y="688874"/>
                  </a:lnTo>
                  <a:lnTo>
                    <a:pt x="403782" y="688986"/>
                  </a:lnTo>
                  <a:lnTo>
                    <a:pt x="403418" y="689270"/>
                  </a:lnTo>
                  <a:lnTo>
                    <a:pt x="403021" y="689676"/>
                  </a:lnTo>
                  <a:lnTo>
                    <a:pt x="402676" y="689848"/>
                  </a:lnTo>
                  <a:lnTo>
                    <a:pt x="402202" y="690008"/>
                  </a:lnTo>
                  <a:lnTo>
                    <a:pt x="401106" y="689977"/>
                  </a:lnTo>
                  <a:lnTo>
                    <a:pt x="400538" y="690525"/>
                  </a:lnTo>
                  <a:lnTo>
                    <a:pt x="400332" y="690556"/>
                  </a:lnTo>
                  <a:lnTo>
                    <a:pt x="399950" y="690584"/>
                  </a:lnTo>
                  <a:lnTo>
                    <a:pt x="399608" y="690688"/>
                  </a:lnTo>
                  <a:lnTo>
                    <a:pt x="399188" y="690739"/>
                  </a:lnTo>
                  <a:lnTo>
                    <a:pt x="398811" y="690726"/>
                  </a:lnTo>
                  <a:lnTo>
                    <a:pt x="397801" y="690859"/>
                  </a:lnTo>
                  <a:lnTo>
                    <a:pt x="397597" y="691027"/>
                  </a:lnTo>
                  <a:lnTo>
                    <a:pt x="396944" y="691527"/>
                  </a:lnTo>
                  <a:lnTo>
                    <a:pt x="396772" y="691591"/>
                  </a:lnTo>
                  <a:lnTo>
                    <a:pt x="396051" y="692104"/>
                  </a:lnTo>
                  <a:lnTo>
                    <a:pt x="395764" y="692097"/>
                  </a:lnTo>
                  <a:lnTo>
                    <a:pt x="395405" y="691972"/>
                  </a:lnTo>
                  <a:lnTo>
                    <a:pt x="394517" y="692064"/>
                  </a:lnTo>
                  <a:lnTo>
                    <a:pt x="393977" y="692198"/>
                  </a:lnTo>
                  <a:lnTo>
                    <a:pt x="393531" y="692065"/>
                  </a:lnTo>
                  <a:lnTo>
                    <a:pt x="393319" y="691858"/>
                  </a:lnTo>
                  <a:lnTo>
                    <a:pt x="392973" y="691609"/>
                  </a:lnTo>
                  <a:lnTo>
                    <a:pt x="392939" y="691404"/>
                  </a:lnTo>
                  <a:lnTo>
                    <a:pt x="392854" y="691148"/>
                  </a:lnTo>
                  <a:lnTo>
                    <a:pt x="392414" y="691201"/>
                  </a:lnTo>
                  <a:lnTo>
                    <a:pt x="392156" y="691213"/>
                  </a:lnTo>
                  <a:lnTo>
                    <a:pt x="391709" y="691189"/>
                  </a:lnTo>
                  <a:lnTo>
                    <a:pt x="391513" y="691130"/>
                  </a:lnTo>
                  <a:lnTo>
                    <a:pt x="391081" y="691031"/>
                  </a:lnTo>
                  <a:lnTo>
                    <a:pt x="390903" y="691240"/>
                  </a:lnTo>
                  <a:lnTo>
                    <a:pt x="390524" y="691510"/>
                  </a:lnTo>
                  <a:lnTo>
                    <a:pt x="390204" y="691667"/>
                  </a:lnTo>
                  <a:lnTo>
                    <a:pt x="389945" y="691724"/>
                  </a:lnTo>
                  <a:lnTo>
                    <a:pt x="389582" y="691476"/>
                  </a:lnTo>
                  <a:lnTo>
                    <a:pt x="389015" y="691126"/>
                  </a:lnTo>
                  <a:lnTo>
                    <a:pt x="388811" y="691082"/>
                  </a:lnTo>
                  <a:lnTo>
                    <a:pt x="388571" y="690972"/>
                  </a:lnTo>
                  <a:lnTo>
                    <a:pt x="387719" y="690565"/>
                  </a:lnTo>
                  <a:lnTo>
                    <a:pt x="387451" y="690137"/>
                  </a:lnTo>
                  <a:lnTo>
                    <a:pt x="387596" y="689805"/>
                  </a:lnTo>
                  <a:lnTo>
                    <a:pt x="387686" y="689444"/>
                  </a:lnTo>
                  <a:lnTo>
                    <a:pt x="387658" y="689160"/>
                  </a:lnTo>
                  <a:lnTo>
                    <a:pt x="387570" y="688739"/>
                  </a:lnTo>
                  <a:lnTo>
                    <a:pt x="387575" y="688498"/>
                  </a:lnTo>
                  <a:lnTo>
                    <a:pt x="387517" y="688268"/>
                  </a:lnTo>
                  <a:lnTo>
                    <a:pt x="387444" y="688113"/>
                  </a:lnTo>
                  <a:lnTo>
                    <a:pt x="387029" y="687301"/>
                  </a:lnTo>
                  <a:lnTo>
                    <a:pt x="386993" y="687099"/>
                  </a:lnTo>
                  <a:lnTo>
                    <a:pt x="386961" y="686836"/>
                  </a:lnTo>
                  <a:lnTo>
                    <a:pt x="387030" y="686159"/>
                  </a:lnTo>
                  <a:lnTo>
                    <a:pt x="387054" y="685924"/>
                  </a:lnTo>
                  <a:lnTo>
                    <a:pt x="387071" y="685788"/>
                  </a:lnTo>
                  <a:lnTo>
                    <a:pt x="387100" y="685547"/>
                  </a:lnTo>
                  <a:lnTo>
                    <a:pt x="387083" y="684950"/>
                  </a:lnTo>
                  <a:lnTo>
                    <a:pt x="386911" y="684702"/>
                  </a:lnTo>
                  <a:lnTo>
                    <a:pt x="386577" y="684887"/>
                  </a:lnTo>
                  <a:lnTo>
                    <a:pt x="386138" y="685486"/>
                  </a:lnTo>
                  <a:lnTo>
                    <a:pt x="386153" y="685843"/>
                  </a:lnTo>
                  <a:lnTo>
                    <a:pt x="385100" y="686614"/>
                  </a:lnTo>
                  <a:lnTo>
                    <a:pt x="384698" y="686461"/>
                  </a:lnTo>
                  <a:lnTo>
                    <a:pt x="384395" y="686006"/>
                  </a:lnTo>
                  <a:lnTo>
                    <a:pt x="384016" y="685802"/>
                  </a:lnTo>
                  <a:lnTo>
                    <a:pt x="383772" y="685566"/>
                  </a:lnTo>
                  <a:lnTo>
                    <a:pt x="382903" y="685556"/>
                  </a:lnTo>
                  <a:lnTo>
                    <a:pt x="382480" y="685443"/>
                  </a:lnTo>
                  <a:lnTo>
                    <a:pt x="382262" y="685097"/>
                  </a:lnTo>
                  <a:lnTo>
                    <a:pt x="381825" y="684701"/>
                  </a:lnTo>
                  <a:lnTo>
                    <a:pt x="381520" y="684256"/>
                  </a:lnTo>
                  <a:lnTo>
                    <a:pt x="380827" y="683309"/>
                  </a:lnTo>
                  <a:lnTo>
                    <a:pt x="381432" y="682644"/>
                  </a:lnTo>
                  <a:lnTo>
                    <a:pt x="381549" y="682312"/>
                  </a:lnTo>
                  <a:lnTo>
                    <a:pt x="382348" y="681649"/>
                  </a:lnTo>
                  <a:lnTo>
                    <a:pt x="382242" y="681463"/>
                  </a:lnTo>
                  <a:lnTo>
                    <a:pt x="381952" y="681022"/>
                  </a:lnTo>
                  <a:lnTo>
                    <a:pt x="382403" y="680638"/>
                  </a:lnTo>
                  <a:lnTo>
                    <a:pt x="382239" y="680343"/>
                  </a:lnTo>
                  <a:lnTo>
                    <a:pt x="382075" y="680222"/>
                  </a:lnTo>
                  <a:lnTo>
                    <a:pt x="381857" y="679954"/>
                  </a:lnTo>
                  <a:lnTo>
                    <a:pt x="381496" y="679663"/>
                  </a:lnTo>
                  <a:lnTo>
                    <a:pt x="380507" y="679082"/>
                  </a:lnTo>
                  <a:lnTo>
                    <a:pt x="380285" y="678919"/>
                  </a:lnTo>
                  <a:lnTo>
                    <a:pt x="380133" y="678570"/>
                  </a:lnTo>
                  <a:lnTo>
                    <a:pt x="380052" y="678373"/>
                  </a:lnTo>
                  <a:lnTo>
                    <a:pt x="379577" y="677817"/>
                  </a:lnTo>
                  <a:lnTo>
                    <a:pt x="379316" y="677542"/>
                  </a:lnTo>
                  <a:lnTo>
                    <a:pt x="379210" y="677286"/>
                  </a:lnTo>
                  <a:lnTo>
                    <a:pt x="378690" y="676939"/>
                  </a:lnTo>
                  <a:lnTo>
                    <a:pt x="378505" y="676811"/>
                  </a:lnTo>
                  <a:lnTo>
                    <a:pt x="378217" y="676433"/>
                  </a:lnTo>
                  <a:lnTo>
                    <a:pt x="378085" y="676210"/>
                  </a:lnTo>
                  <a:lnTo>
                    <a:pt x="377542" y="676183"/>
                  </a:lnTo>
                  <a:lnTo>
                    <a:pt x="377604" y="675433"/>
                  </a:lnTo>
                  <a:lnTo>
                    <a:pt x="377479" y="675154"/>
                  </a:lnTo>
                  <a:lnTo>
                    <a:pt x="377237" y="674889"/>
                  </a:lnTo>
                  <a:lnTo>
                    <a:pt x="376988" y="674675"/>
                  </a:lnTo>
                  <a:lnTo>
                    <a:pt x="376827" y="674446"/>
                  </a:lnTo>
                  <a:lnTo>
                    <a:pt x="376537" y="674311"/>
                  </a:lnTo>
                  <a:lnTo>
                    <a:pt x="376344" y="674237"/>
                  </a:lnTo>
                  <a:lnTo>
                    <a:pt x="375733" y="673984"/>
                  </a:lnTo>
                  <a:lnTo>
                    <a:pt x="375879" y="673540"/>
                  </a:lnTo>
                  <a:lnTo>
                    <a:pt x="376060" y="673338"/>
                  </a:lnTo>
                  <a:lnTo>
                    <a:pt x="376253" y="673167"/>
                  </a:lnTo>
                  <a:lnTo>
                    <a:pt x="376428" y="673020"/>
                  </a:lnTo>
                  <a:lnTo>
                    <a:pt x="376635" y="672421"/>
                  </a:lnTo>
                  <a:lnTo>
                    <a:pt x="376818" y="671807"/>
                  </a:lnTo>
                  <a:lnTo>
                    <a:pt x="376473" y="671336"/>
                  </a:lnTo>
                  <a:lnTo>
                    <a:pt x="376303" y="671249"/>
                  </a:lnTo>
                  <a:lnTo>
                    <a:pt x="375864" y="671080"/>
                  </a:lnTo>
                  <a:lnTo>
                    <a:pt x="375529" y="670977"/>
                  </a:lnTo>
                  <a:lnTo>
                    <a:pt x="375211" y="670434"/>
                  </a:lnTo>
                  <a:lnTo>
                    <a:pt x="375069" y="670184"/>
                  </a:lnTo>
                  <a:lnTo>
                    <a:pt x="374889" y="669354"/>
                  </a:lnTo>
                  <a:lnTo>
                    <a:pt x="375153" y="669036"/>
                  </a:lnTo>
                  <a:lnTo>
                    <a:pt x="375305" y="668683"/>
                  </a:lnTo>
                  <a:lnTo>
                    <a:pt x="375089" y="668410"/>
                  </a:lnTo>
                  <a:lnTo>
                    <a:pt x="375013" y="668231"/>
                  </a:lnTo>
                  <a:lnTo>
                    <a:pt x="374912" y="667974"/>
                  </a:lnTo>
                  <a:lnTo>
                    <a:pt x="375521" y="667330"/>
                  </a:lnTo>
                  <a:lnTo>
                    <a:pt x="375826" y="667166"/>
                  </a:lnTo>
                  <a:lnTo>
                    <a:pt x="375999" y="667159"/>
                  </a:lnTo>
                  <a:lnTo>
                    <a:pt x="376791" y="667158"/>
                  </a:lnTo>
                  <a:lnTo>
                    <a:pt x="377010" y="667295"/>
                  </a:lnTo>
                  <a:lnTo>
                    <a:pt x="377311" y="667480"/>
                  </a:lnTo>
                  <a:lnTo>
                    <a:pt x="378271" y="667476"/>
                  </a:lnTo>
                  <a:lnTo>
                    <a:pt x="378551" y="667196"/>
                  </a:lnTo>
                  <a:lnTo>
                    <a:pt x="378744" y="666611"/>
                  </a:lnTo>
                  <a:lnTo>
                    <a:pt x="379191" y="666371"/>
                  </a:lnTo>
                  <a:lnTo>
                    <a:pt x="379362" y="666236"/>
                  </a:lnTo>
                  <a:lnTo>
                    <a:pt x="379460" y="665177"/>
                  </a:lnTo>
                  <a:lnTo>
                    <a:pt x="379385" y="665037"/>
                  </a:lnTo>
                  <a:lnTo>
                    <a:pt x="379272" y="664750"/>
                  </a:lnTo>
                  <a:lnTo>
                    <a:pt x="379109" y="664677"/>
                  </a:lnTo>
                  <a:lnTo>
                    <a:pt x="378671" y="664553"/>
                  </a:lnTo>
                  <a:lnTo>
                    <a:pt x="378395" y="664585"/>
                  </a:lnTo>
                  <a:lnTo>
                    <a:pt x="378166" y="664689"/>
                  </a:lnTo>
                  <a:lnTo>
                    <a:pt x="376700" y="663548"/>
                  </a:lnTo>
                  <a:lnTo>
                    <a:pt x="376381" y="663368"/>
                  </a:lnTo>
                  <a:lnTo>
                    <a:pt x="376236" y="663285"/>
                  </a:lnTo>
                  <a:lnTo>
                    <a:pt x="375328" y="662984"/>
                  </a:lnTo>
                  <a:lnTo>
                    <a:pt x="375193" y="662940"/>
                  </a:lnTo>
                  <a:lnTo>
                    <a:pt x="374901" y="662920"/>
                  </a:lnTo>
                  <a:lnTo>
                    <a:pt x="373697" y="662622"/>
                  </a:lnTo>
                  <a:lnTo>
                    <a:pt x="373424" y="662586"/>
                  </a:lnTo>
                  <a:lnTo>
                    <a:pt x="373164" y="662475"/>
                  </a:lnTo>
                  <a:lnTo>
                    <a:pt x="372543" y="662148"/>
                  </a:lnTo>
                  <a:lnTo>
                    <a:pt x="371974" y="661812"/>
                  </a:lnTo>
                  <a:lnTo>
                    <a:pt x="371269" y="661595"/>
                  </a:lnTo>
                  <a:lnTo>
                    <a:pt x="370299" y="661538"/>
                  </a:lnTo>
                  <a:lnTo>
                    <a:pt x="369451" y="661488"/>
                  </a:lnTo>
                  <a:lnTo>
                    <a:pt x="369200" y="661473"/>
                  </a:lnTo>
                  <a:lnTo>
                    <a:pt x="368707" y="661444"/>
                  </a:lnTo>
                  <a:lnTo>
                    <a:pt x="368288" y="661431"/>
                  </a:lnTo>
                  <a:lnTo>
                    <a:pt x="367906" y="661288"/>
                  </a:lnTo>
                  <a:lnTo>
                    <a:pt x="367459" y="661207"/>
                  </a:lnTo>
                  <a:lnTo>
                    <a:pt x="365888" y="661184"/>
                  </a:lnTo>
                  <a:lnTo>
                    <a:pt x="365700" y="661474"/>
                  </a:lnTo>
                  <a:lnTo>
                    <a:pt x="365691" y="661810"/>
                  </a:lnTo>
                  <a:lnTo>
                    <a:pt x="365598" y="662141"/>
                  </a:lnTo>
                  <a:lnTo>
                    <a:pt x="365406" y="662498"/>
                  </a:lnTo>
                  <a:lnTo>
                    <a:pt x="365235" y="662631"/>
                  </a:lnTo>
                  <a:lnTo>
                    <a:pt x="364679" y="662440"/>
                  </a:lnTo>
                  <a:lnTo>
                    <a:pt x="364220" y="662293"/>
                  </a:lnTo>
                  <a:lnTo>
                    <a:pt x="364036" y="662327"/>
                  </a:lnTo>
                  <a:lnTo>
                    <a:pt x="362979" y="661911"/>
                  </a:lnTo>
                  <a:lnTo>
                    <a:pt x="363055" y="661694"/>
                  </a:lnTo>
                  <a:lnTo>
                    <a:pt x="363220" y="661536"/>
                  </a:lnTo>
                  <a:lnTo>
                    <a:pt x="363573" y="661370"/>
                  </a:lnTo>
                  <a:lnTo>
                    <a:pt x="363230" y="661040"/>
                  </a:lnTo>
                  <a:lnTo>
                    <a:pt x="362803" y="660740"/>
                  </a:lnTo>
                  <a:lnTo>
                    <a:pt x="362235" y="660913"/>
                  </a:lnTo>
                  <a:lnTo>
                    <a:pt x="361950" y="660915"/>
                  </a:lnTo>
                  <a:lnTo>
                    <a:pt x="361659" y="660917"/>
                  </a:lnTo>
                  <a:lnTo>
                    <a:pt x="361441" y="660987"/>
                  </a:lnTo>
                  <a:lnTo>
                    <a:pt x="361198" y="661179"/>
                  </a:lnTo>
                  <a:lnTo>
                    <a:pt x="360969" y="661028"/>
                  </a:lnTo>
                  <a:lnTo>
                    <a:pt x="360929" y="661235"/>
                  </a:lnTo>
                  <a:lnTo>
                    <a:pt x="360777" y="661667"/>
                  </a:lnTo>
                  <a:lnTo>
                    <a:pt x="360515" y="661897"/>
                  </a:lnTo>
                  <a:lnTo>
                    <a:pt x="359524" y="662540"/>
                  </a:lnTo>
                  <a:lnTo>
                    <a:pt x="359177" y="662902"/>
                  </a:lnTo>
                  <a:lnTo>
                    <a:pt x="358744" y="662760"/>
                  </a:lnTo>
                  <a:lnTo>
                    <a:pt x="358339" y="662489"/>
                  </a:lnTo>
                  <a:lnTo>
                    <a:pt x="357280" y="662526"/>
                  </a:lnTo>
                  <a:lnTo>
                    <a:pt x="357037" y="663120"/>
                  </a:lnTo>
                  <a:lnTo>
                    <a:pt x="357129" y="663355"/>
                  </a:lnTo>
                  <a:lnTo>
                    <a:pt x="356770" y="663823"/>
                  </a:lnTo>
                  <a:lnTo>
                    <a:pt x="356508" y="664012"/>
                  </a:lnTo>
                  <a:lnTo>
                    <a:pt x="355966" y="664537"/>
                  </a:lnTo>
                  <a:lnTo>
                    <a:pt x="355670" y="664920"/>
                  </a:lnTo>
                  <a:lnTo>
                    <a:pt x="355349" y="665113"/>
                  </a:lnTo>
                  <a:lnTo>
                    <a:pt x="355165" y="665128"/>
                  </a:lnTo>
                  <a:lnTo>
                    <a:pt x="355102" y="664979"/>
                  </a:lnTo>
                  <a:lnTo>
                    <a:pt x="355008" y="664702"/>
                  </a:lnTo>
                  <a:lnTo>
                    <a:pt x="354931" y="664413"/>
                  </a:lnTo>
                  <a:lnTo>
                    <a:pt x="354885" y="664043"/>
                  </a:lnTo>
                  <a:lnTo>
                    <a:pt x="354690" y="663803"/>
                  </a:lnTo>
                  <a:lnTo>
                    <a:pt x="354526" y="663695"/>
                  </a:lnTo>
                  <a:lnTo>
                    <a:pt x="354176" y="663439"/>
                  </a:lnTo>
                  <a:lnTo>
                    <a:pt x="354129" y="663285"/>
                  </a:lnTo>
                  <a:lnTo>
                    <a:pt x="354428" y="662887"/>
                  </a:lnTo>
                  <a:lnTo>
                    <a:pt x="354838" y="662646"/>
                  </a:lnTo>
                  <a:lnTo>
                    <a:pt x="354815" y="662076"/>
                  </a:lnTo>
                  <a:lnTo>
                    <a:pt x="354915" y="660935"/>
                  </a:lnTo>
                  <a:lnTo>
                    <a:pt x="354885" y="660382"/>
                  </a:lnTo>
                  <a:lnTo>
                    <a:pt x="354716" y="660204"/>
                  </a:lnTo>
                  <a:lnTo>
                    <a:pt x="354561" y="660088"/>
                  </a:lnTo>
                  <a:lnTo>
                    <a:pt x="354440" y="659817"/>
                  </a:lnTo>
                  <a:lnTo>
                    <a:pt x="354250" y="659249"/>
                  </a:lnTo>
                  <a:lnTo>
                    <a:pt x="354377" y="659067"/>
                  </a:lnTo>
                  <a:lnTo>
                    <a:pt x="354535" y="658244"/>
                  </a:lnTo>
                  <a:lnTo>
                    <a:pt x="354579" y="657884"/>
                  </a:lnTo>
                  <a:lnTo>
                    <a:pt x="354600" y="657743"/>
                  </a:lnTo>
                  <a:lnTo>
                    <a:pt x="354782" y="657245"/>
                  </a:lnTo>
                  <a:lnTo>
                    <a:pt x="354685" y="656937"/>
                  </a:lnTo>
                  <a:lnTo>
                    <a:pt x="354453" y="656707"/>
                  </a:lnTo>
                  <a:lnTo>
                    <a:pt x="354107" y="656221"/>
                  </a:lnTo>
                  <a:lnTo>
                    <a:pt x="353846" y="655901"/>
                  </a:lnTo>
                  <a:lnTo>
                    <a:pt x="353749" y="655761"/>
                  </a:lnTo>
                  <a:lnTo>
                    <a:pt x="353509" y="655416"/>
                  </a:lnTo>
                  <a:lnTo>
                    <a:pt x="353402" y="655262"/>
                  </a:lnTo>
                  <a:lnTo>
                    <a:pt x="353294" y="655111"/>
                  </a:lnTo>
                  <a:lnTo>
                    <a:pt x="353079" y="654875"/>
                  </a:lnTo>
                  <a:lnTo>
                    <a:pt x="352884" y="654665"/>
                  </a:lnTo>
                  <a:lnTo>
                    <a:pt x="352702" y="654293"/>
                  </a:lnTo>
                  <a:lnTo>
                    <a:pt x="352706" y="654133"/>
                  </a:lnTo>
                  <a:lnTo>
                    <a:pt x="352654" y="653830"/>
                  </a:lnTo>
                  <a:lnTo>
                    <a:pt x="352596" y="653487"/>
                  </a:lnTo>
                  <a:lnTo>
                    <a:pt x="352556" y="653295"/>
                  </a:lnTo>
                  <a:lnTo>
                    <a:pt x="352345" y="652640"/>
                  </a:lnTo>
                  <a:lnTo>
                    <a:pt x="352244" y="652116"/>
                  </a:lnTo>
                  <a:lnTo>
                    <a:pt x="352227" y="651811"/>
                  </a:lnTo>
                  <a:lnTo>
                    <a:pt x="352222" y="651672"/>
                  </a:lnTo>
                  <a:lnTo>
                    <a:pt x="352117" y="651199"/>
                  </a:lnTo>
                  <a:lnTo>
                    <a:pt x="352326" y="650796"/>
                  </a:lnTo>
                  <a:lnTo>
                    <a:pt x="352539" y="650317"/>
                  </a:lnTo>
                  <a:lnTo>
                    <a:pt x="352796" y="649774"/>
                  </a:lnTo>
                  <a:lnTo>
                    <a:pt x="352964" y="649553"/>
                  </a:lnTo>
                  <a:lnTo>
                    <a:pt x="352950" y="649033"/>
                  </a:lnTo>
                  <a:lnTo>
                    <a:pt x="352880" y="648766"/>
                  </a:lnTo>
                  <a:lnTo>
                    <a:pt x="352914" y="648519"/>
                  </a:lnTo>
                  <a:lnTo>
                    <a:pt x="353220" y="647909"/>
                  </a:lnTo>
                  <a:lnTo>
                    <a:pt x="353385" y="647704"/>
                  </a:lnTo>
                  <a:lnTo>
                    <a:pt x="353573" y="647594"/>
                  </a:lnTo>
                  <a:lnTo>
                    <a:pt x="354562" y="647003"/>
                  </a:lnTo>
                  <a:lnTo>
                    <a:pt x="354852" y="646874"/>
                  </a:lnTo>
                  <a:lnTo>
                    <a:pt x="355359" y="646846"/>
                  </a:lnTo>
                  <a:lnTo>
                    <a:pt x="355497" y="646861"/>
                  </a:lnTo>
                  <a:lnTo>
                    <a:pt x="355774" y="646878"/>
                  </a:lnTo>
                  <a:lnTo>
                    <a:pt x="355915" y="646877"/>
                  </a:lnTo>
                  <a:lnTo>
                    <a:pt x="356270" y="646855"/>
                  </a:lnTo>
                  <a:lnTo>
                    <a:pt x="356253" y="646693"/>
                  </a:lnTo>
                  <a:lnTo>
                    <a:pt x="356261" y="646525"/>
                  </a:lnTo>
                  <a:lnTo>
                    <a:pt x="356844" y="646344"/>
                  </a:lnTo>
                  <a:lnTo>
                    <a:pt x="357041" y="645787"/>
                  </a:lnTo>
                  <a:lnTo>
                    <a:pt x="357242" y="644635"/>
                  </a:lnTo>
                  <a:lnTo>
                    <a:pt x="356133" y="643389"/>
                  </a:lnTo>
                  <a:lnTo>
                    <a:pt x="356103" y="643017"/>
                  </a:lnTo>
                  <a:lnTo>
                    <a:pt x="355682" y="642498"/>
                  </a:lnTo>
                  <a:lnTo>
                    <a:pt x="355419" y="642266"/>
                  </a:lnTo>
                  <a:lnTo>
                    <a:pt x="355106" y="642278"/>
                  </a:lnTo>
                  <a:lnTo>
                    <a:pt x="354917" y="642276"/>
                  </a:lnTo>
                  <a:lnTo>
                    <a:pt x="354953" y="641729"/>
                  </a:lnTo>
                  <a:lnTo>
                    <a:pt x="354940" y="641358"/>
                  </a:lnTo>
                  <a:lnTo>
                    <a:pt x="354590" y="641236"/>
                  </a:lnTo>
                  <a:lnTo>
                    <a:pt x="354258" y="640754"/>
                  </a:lnTo>
                  <a:lnTo>
                    <a:pt x="353958" y="640652"/>
                  </a:lnTo>
                  <a:lnTo>
                    <a:pt x="353481" y="640122"/>
                  </a:lnTo>
                  <a:lnTo>
                    <a:pt x="353538" y="639899"/>
                  </a:lnTo>
                  <a:lnTo>
                    <a:pt x="353239" y="639749"/>
                  </a:lnTo>
                  <a:lnTo>
                    <a:pt x="353087" y="639577"/>
                  </a:lnTo>
                  <a:lnTo>
                    <a:pt x="352760" y="638767"/>
                  </a:lnTo>
                  <a:lnTo>
                    <a:pt x="352328" y="638322"/>
                  </a:lnTo>
                  <a:lnTo>
                    <a:pt x="351321" y="637742"/>
                  </a:lnTo>
                  <a:lnTo>
                    <a:pt x="351375" y="637152"/>
                  </a:lnTo>
                  <a:lnTo>
                    <a:pt x="351632" y="636490"/>
                  </a:lnTo>
                  <a:lnTo>
                    <a:pt x="351767" y="636212"/>
                  </a:lnTo>
                  <a:lnTo>
                    <a:pt x="351827" y="636036"/>
                  </a:lnTo>
                  <a:lnTo>
                    <a:pt x="351548" y="635741"/>
                  </a:lnTo>
                  <a:lnTo>
                    <a:pt x="351022" y="635382"/>
                  </a:lnTo>
                  <a:lnTo>
                    <a:pt x="350768" y="635242"/>
                  </a:lnTo>
                  <a:lnTo>
                    <a:pt x="350925" y="634804"/>
                  </a:lnTo>
                  <a:lnTo>
                    <a:pt x="350743" y="634321"/>
                  </a:lnTo>
                  <a:lnTo>
                    <a:pt x="350498" y="634321"/>
                  </a:lnTo>
                  <a:lnTo>
                    <a:pt x="350355" y="634325"/>
                  </a:lnTo>
                  <a:lnTo>
                    <a:pt x="349739" y="634427"/>
                  </a:lnTo>
                  <a:lnTo>
                    <a:pt x="349404" y="634284"/>
                  </a:lnTo>
                  <a:lnTo>
                    <a:pt x="349006" y="634112"/>
                  </a:lnTo>
                  <a:lnTo>
                    <a:pt x="348387" y="634242"/>
                  </a:lnTo>
                  <a:lnTo>
                    <a:pt x="348160" y="634291"/>
                  </a:lnTo>
                  <a:lnTo>
                    <a:pt x="347848" y="634247"/>
                  </a:lnTo>
                  <a:lnTo>
                    <a:pt x="347678" y="634212"/>
                  </a:lnTo>
                  <a:lnTo>
                    <a:pt x="347370" y="634158"/>
                  </a:lnTo>
                  <a:lnTo>
                    <a:pt x="347227" y="634184"/>
                  </a:lnTo>
                  <a:lnTo>
                    <a:pt x="346946" y="634246"/>
                  </a:lnTo>
                  <a:lnTo>
                    <a:pt x="345977" y="634171"/>
                  </a:lnTo>
                  <a:lnTo>
                    <a:pt x="345576" y="634379"/>
                  </a:lnTo>
                  <a:lnTo>
                    <a:pt x="345016" y="634652"/>
                  </a:lnTo>
                  <a:lnTo>
                    <a:pt x="344862" y="634259"/>
                  </a:lnTo>
                  <a:lnTo>
                    <a:pt x="344613" y="633888"/>
                  </a:lnTo>
                  <a:lnTo>
                    <a:pt x="344280" y="634089"/>
                  </a:lnTo>
                  <a:lnTo>
                    <a:pt x="344244" y="634254"/>
                  </a:lnTo>
                  <a:lnTo>
                    <a:pt x="343799" y="634390"/>
                  </a:lnTo>
                  <a:lnTo>
                    <a:pt x="342880" y="634352"/>
                  </a:lnTo>
                  <a:lnTo>
                    <a:pt x="342792" y="633799"/>
                  </a:lnTo>
                  <a:lnTo>
                    <a:pt x="342769" y="633500"/>
                  </a:lnTo>
                  <a:lnTo>
                    <a:pt x="342416" y="633079"/>
                  </a:lnTo>
                  <a:lnTo>
                    <a:pt x="342258" y="633038"/>
                  </a:lnTo>
                  <a:lnTo>
                    <a:pt x="341960" y="632865"/>
                  </a:lnTo>
                  <a:lnTo>
                    <a:pt x="341762" y="632575"/>
                  </a:lnTo>
                  <a:lnTo>
                    <a:pt x="341530" y="632307"/>
                  </a:lnTo>
                  <a:lnTo>
                    <a:pt x="340559" y="632383"/>
                  </a:lnTo>
                  <a:lnTo>
                    <a:pt x="339947" y="631688"/>
                  </a:lnTo>
                  <a:lnTo>
                    <a:pt x="339780" y="631688"/>
                  </a:lnTo>
                  <a:lnTo>
                    <a:pt x="338887" y="631789"/>
                  </a:lnTo>
                  <a:lnTo>
                    <a:pt x="338538" y="631794"/>
                  </a:lnTo>
                  <a:lnTo>
                    <a:pt x="337832" y="631514"/>
                  </a:lnTo>
                  <a:lnTo>
                    <a:pt x="337455" y="631290"/>
                  </a:lnTo>
                  <a:lnTo>
                    <a:pt x="337123" y="631307"/>
                  </a:lnTo>
                  <a:lnTo>
                    <a:pt x="336680" y="630668"/>
                  </a:lnTo>
                  <a:lnTo>
                    <a:pt x="335901" y="629770"/>
                  </a:lnTo>
                  <a:lnTo>
                    <a:pt x="335759" y="629753"/>
                  </a:lnTo>
                  <a:lnTo>
                    <a:pt x="335335" y="629570"/>
                  </a:lnTo>
                  <a:lnTo>
                    <a:pt x="334985" y="629156"/>
                  </a:lnTo>
                  <a:lnTo>
                    <a:pt x="333474" y="628956"/>
                  </a:lnTo>
                  <a:lnTo>
                    <a:pt x="333681" y="628580"/>
                  </a:lnTo>
                  <a:lnTo>
                    <a:pt x="333522" y="628518"/>
                  </a:lnTo>
                  <a:lnTo>
                    <a:pt x="332996" y="628312"/>
                  </a:lnTo>
                  <a:lnTo>
                    <a:pt x="332852" y="628290"/>
                  </a:lnTo>
                  <a:lnTo>
                    <a:pt x="332658" y="628274"/>
                  </a:lnTo>
                  <a:lnTo>
                    <a:pt x="332450" y="628266"/>
                  </a:lnTo>
                  <a:lnTo>
                    <a:pt x="332250" y="628278"/>
                  </a:lnTo>
                  <a:lnTo>
                    <a:pt x="331654" y="628618"/>
                  </a:lnTo>
                  <a:lnTo>
                    <a:pt x="331231" y="628964"/>
                  </a:lnTo>
                  <a:lnTo>
                    <a:pt x="330729" y="628753"/>
                  </a:lnTo>
                  <a:lnTo>
                    <a:pt x="330375" y="628556"/>
                  </a:lnTo>
                  <a:lnTo>
                    <a:pt x="328084" y="629130"/>
                  </a:lnTo>
                  <a:lnTo>
                    <a:pt x="327468" y="629211"/>
                  </a:lnTo>
                  <a:lnTo>
                    <a:pt x="327006" y="629574"/>
                  </a:lnTo>
                  <a:lnTo>
                    <a:pt x="326472" y="629775"/>
                  </a:lnTo>
                  <a:lnTo>
                    <a:pt x="326133" y="629851"/>
                  </a:lnTo>
                  <a:lnTo>
                    <a:pt x="325784" y="629684"/>
                  </a:lnTo>
                  <a:lnTo>
                    <a:pt x="325137" y="629570"/>
                  </a:lnTo>
                  <a:lnTo>
                    <a:pt x="324936" y="629691"/>
                  </a:lnTo>
                  <a:lnTo>
                    <a:pt x="324095" y="630259"/>
                  </a:lnTo>
                  <a:lnTo>
                    <a:pt x="323513" y="630653"/>
                  </a:lnTo>
                  <a:lnTo>
                    <a:pt x="322994" y="631132"/>
                  </a:lnTo>
                  <a:lnTo>
                    <a:pt x="322643" y="631398"/>
                  </a:lnTo>
                  <a:lnTo>
                    <a:pt x="322358" y="631877"/>
                  </a:lnTo>
                  <a:lnTo>
                    <a:pt x="322184" y="631886"/>
                  </a:lnTo>
                  <a:lnTo>
                    <a:pt x="321149" y="631840"/>
                  </a:lnTo>
                  <a:lnTo>
                    <a:pt x="319359" y="631507"/>
                  </a:lnTo>
                  <a:lnTo>
                    <a:pt x="319141" y="631746"/>
                  </a:lnTo>
                  <a:lnTo>
                    <a:pt x="319136" y="632379"/>
                  </a:lnTo>
                  <a:lnTo>
                    <a:pt x="318890" y="632651"/>
                  </a:lnTo>
                  <a:lnTo>
                    <a:pt x="318823" y="633096"/>
                  </a:lnTo>
                  <a:lnTo>
                    <a:pt x="318642" y="633026"/>
                  </a:lnTo>
                  <a:lnTo>
                    <a:pt x="317924" y="632824"/>
                  </a:lnTo>
                  <a:lnTo>
                    <a:pt x="317747" y="633158"/>
                  </a:lnTo>
                  <a:lnTo>
                    <a:pt x="317769" y="633352"/>
                  </a:lnTo>
                  <a:lnTo>
                    <a:pt x="317259" y="634151"/>
                  </a:lnTo>
                  <a:lnTo>
                    <a:pt x="316436" y="634118"/>
                  </a:lnTo>
                  <a:lnTo>
                    <a:pt x="316163" y="633910"/>
                  </a:lnTo>
                  <a:lnTo>
                    <a:pt x="315592" y="634047"/>
                  </a:lnTo>
                  <a:lnTo>
                    <a:pt x="315414" y="633916"/>
                  </a:lnTo>
                  <a:lnTo>
                    <a:pt x="314866" y="633646"/>
                  </a:lnTo>
                  <a:lnTo>
                    <a:pt x="314688" y="633820"/>
                  </a:lnTo>
                  <a:lnTo>
                    <a:pt x="314481" y="634024"/>
                  </a:lnTo>
                  <a:lnTo>
                    <a:pt x="314010" y="634053"/>
                  </a:lnTo>
                  <a:lnTo>
                    <a:pt x="313836" y="634121"/>
                  </a:lnTo>
                  <a:lnTo>
                    <a:pt x="313298" y="634657"/>
                  </a:lnTo>
                  <a:lnTo>
                    <a:pt x="312776" y="634283"/>
                  </a:lnTo>
                  <a:lnTo>
                    <a:pt x="312260" y="633944"/>
                  </a:lnTo>
                  <a:lnTo>
                    <a:pt x="311891" y="633932"/>
                  </a:lnTo>
                  <a:lnTo>
                    <a:pt x="311473" y="633990"/>
                  </a:lnTo>
                  <a:lnTo>
                    <a:pt x="311159" y="633968"/>
                  </a:lnTo>
                  <a:lnTo>
                    <a:pt x="310692" y="634177"/>
                  </a:lnTo>
                  <a:lnTo>
                    <a:pt x="310530" y="634088"/>
                  </a:lnTo>
                  <a:lnTo>
                    <a:pt x="309639" y="633623"/>
                  </a:lnTo>
                  <a:lnTo>
                    <a:pt x="309392" y="632947"/>
                  </a:lnTo>
                  <a:lnTo>
                    <a:pt x="308346" y="632780"/>
                  </a:lnTo>
                  <a:lnTo>
                    <a:pt x="307428" y="632681"/>
                  </a:lnTo>
                  <a:lnTo>
                    <a:pt x="307150" y="632826"/>
                  </a:lnTo>
                  <a:lnTo>
                    <a:pt x="306781" y="633089"/>
                  </a:lnTo>
                  <a:lnTo>
                    <a:pt x="305730" y="633016"/>
                  </a:lnTo>
                  <a:lnTo>
                    <a:pt x="305590" y="633035"/>
                  </a:lnTo>
                  <a:lnTo>
                    <a:pt x="305428" y="633057"/>
                  </a:lnTo>
                  <a:lnTo>
                    <a:pt x="305227" y="632441"/>
                  </a:lnTo>
                  <a:lnTo>
                    <a:pt x="305507" y="632183"/>
                  </a:lnTo>
                  <a:lnTo>
                    <a:pt x="305155" y="632240"/>
                  </a:lnTo>
                  <a:lnTo>
                    <a:pt x="304833" y="632372"/>
                  </a:lnTo>
                  <a:lnTo>
                    <a:pt x="304245" y="632136"/>
                  </a:lnTo>
                  <a:lnTo>
                    <a:pt x="304546" y="632047"/>
                  </a:lnTo>
                  <a:lnTo>
                    <a:pt x="304892" y="631699"/>
                  </a:lnTo>
                  <a:lnTo>
                    <a:pt x="303668" y="631445"/>
                  </a:lnTo>
                  <a:lnTo>
                    <a:pt x="303331" y="631329"/>
                  </a:lnTo>
                  <a:lnTo>
                    <a:pt x="303198" y="631264"/>
                  </a:lnTo>
                  <a:lnTo>
                    <a:pt x="302823" y="631104"/>
                  </a:lnTo>
                  <a:lnTo>
                    <a:pt x="302675" y="631107"/>
                  </a:lnTo>
                  <a:lnTo>
                    <a:pt x="302158" y="631203"/>
                  </a:lnTo>
                  <a:lnTo>
                    <a:pt x="301974" y="631240"/>
                  </a:lnTo>
                  <a:lnTo>
                    <a:pt x="301823" y="631266"/>
                  </a:lnTo>
                  <a:lnTo>
                    <a:pt x="301326" y="631200"/>
                  </a:lnTo>
                  <a:lnTo>
                    <a:pt x="301069" y="630758"/>
                  </a:lnTo>
                  <a:lnTo>
                    <a:pt x="299319" y="629832"/>
                  </a:lnTo>
                  <a:lnTo>
                    <a:pt x="299288" y="629648"/>
                  </a:lnTo>
                  <a:lnTo>
                    <a:pt x="298584" y="629449"/>
                  </a:lnTo>
                  <a:lnTo>
                    <a:pt x="298534" y="629305"/>
                  </a:lnTo>
                  <a:lnTo>
                    <a:pt x="298094" y="628957"/>
                  </a:lnTo>
                  <a:lnTo>
                    <a:pt x="297137" y="629049"/>
                  </a:lnTo>
                  <a:lnTo>
                    <a:pt x="296720" y="628701"/>
                  </a:lnTo>
                  <a:lnTo>
                    <a:pt x="296730" y="628013"/>
                  </a:lnTo>
                  <a:lnTo>
                    <a:pt x="296438" y="627260"/>
                  </a:lnTo>
                  <a:lnTo>
                    <a:pt x="296083" y="627255"/>
                  </a:lnTo>
                  <a:lnTo>
                    <a:pt x="295450" y="627061"/>
                  </a:lnTo>
                  <a:lnTo>
                    <a:pt x="295266" y="627228"/>
                  </a:lnTo>
                  <a:lnTo>
                    <a:pt x="294933" y="627148"/>
                  </a:lnTo>
                  <a:lnTo>
                    <a:pt x="295042" y="626978"/>
                  </a:lnTo>
                  <a:lnTo>
                    <a:pt x="295197" y="626922"/>
                  </a:lnTo>
                  <a:lnTo>
                    <a:pt x="294656" y="626014"/>
                  </a:lnTo>
                  <a:lnTo>
                    <a:pt x="294102" y="626312"/>
                  </a:lnTo>
                  <a:lnTo>
                    <a:pt x="293866" y="626414"/>
                  </a:lnTo>
                  <a:lnTo>
                    <a:pt x="293727" y="626342"/>
                  </a:lnTo>
                  <a:lnTo>
                    <a:pt x="293628" y="625958"/>
                  </a:lnTo>
                  <a:lnTo>
                    <a:pt x="293635" y="625612"/>
                  </a:lnTo>
                  <a:lnTo>
                    <a:pt x="293545" y="625477"/>
                  </a:lnTo>
                  <a:lnTo>
                    <a:pt x="292641" y="624357"/>
                  </a:lnTo>
                  <a:lnTo>
                    <a:pt x="292219" y="623529"/>
                  </a:lnTo>
                  <a:lnTo>
                    <a:pt x="291023" y="622359"/>
                  </a:lnTo>
                  <a:lnTo>
                    <a:pt x="291428" y="621537"/>
                  </a:lnTo>
                  <a:lnTo>
                    <a:pt x="292093" y="620372"/>
                  </a:lnTo>
                  <a:lnTo>
                    <a:pt x="291999" y="619728"/>
                  </a:lnTo>
                  <a:lnTo>
                    <a:pt x="291988" y="619355"/>
                  </a:lnTo>
                  <a:lnTo>
                    <a:pt x="291943" y="619199"/>
                  </a:lnTo>
                  <a:lnTo>
                    <a:pt x="291242" y="616291"/>
                  </a:lnTo>
                  <a:lnTo>
                    <a:pt x="291552" y="616265"/>
                  </a:lnTo>
                  <a:lnTo>
                    <a:pt x="291757" y="616084"/>
                  </a:lnTo>
                  <a:lnTo>
                    <a:pt x="291703" y="615770"/>
                  </a:lnTo>
                  <a:lnTo>
                    <a:pt x="290825" y="615600"/>
                  </a:lnTo>
                  <a:lnTo>
                    <a:pt x="291248" y="615074"/>
                  </a:lnTo>
                  <a:lnTo>
                    <a:pt x="291413" y="614685"/>
                  </a:lnTo>
                  <a:lnTo>
                    <a:pt x="291094" y="614567"/>
                  </a:lnTo>
                  <a:lnTo>
                    <a:pt x="290788" y="614123"/>
                  </a:lnTo>
                  <a:lnTo>
                    <a:pt x="290650" y="614202"/>
                  </a:lnTo>
                  <a:lnTo>
                    <a:pt x="290401" y="614400"/>
                  </a:lnTo>
                  <a:lnTo>
                    <a:pt x="290139" y="614585"/>
                  </a:lnTo>
                  <a:lnTo>
                    <a:pt x="289774" y="614650"/>
                  </a:lnTo>
                  <a:lnTo>
                    <a:pt x="289491" y="614636"/>
                  </a:lnTo>
                  <a:lnTo>
                    <a:pt x="289308" y="614607"/>
                  </a:lnTo>
                  <a:lnTo>
                    <a:pt x="288795" y="614256"/>
                  </a:lnTo>
                  <a:lnTo>
                    <a:pt x="288706" y="614124"/>
                  </a:lnTo>
                  <a:lnTo>
                    <a:pt x="288593" y="613971"/>
                  </a:lnTo>
                  <a:lnTo>
                    <a:pt x="288273" y="613740"/>
                  </a:lnTo>
                  <a:lnTo>
                    <a:pt x="288053" y="613694"/>
                  </a:lnTo>
                  <a:lnTo>
                    <a:pt x="287508" y="613812"/>
                  </a:lnTo>
                  <a:lnTo>
                    <a:pt x="287286" y="613981"/>
                  </a:lnTo>
                  <a:lnTo>
                    <a:pt x="287070" y="614156"/>
                  </a:lnTo>
                  <a:lnTo>
                    <a:pt x="286879" y="614344"/>
                  </a:lnTo>
                  <a:lnTo>
                    <a:pt x="286748" y="614522"/>
                  </a:lnTo>
                  <a:lnTo>
                    <a:pt x="286640" y="614671"/>
                  </a:lnTo>
                  <a:lnTo>
                    <a:pt x="286473" y="614922"/>
                  </a:lnTo>
                  <a:lnTo>
                    <a:pt x="286268" y="615143"/>
                  </a:lnTo>
                  <a:lnTo>
                    <a:pt x="285816" y="615456"/>
                  </a:lnTo>
                  <a:lnTo>
                    <a:pt x="285601" y="615550"/>
                  </a:lnTo>
                  <a:lnTo>
                    <a:pt x="285297" y="615583"/>
                  </a:lnTo>
                  <a:lnTo>
                    <a:pt x="285062" y="615567"/>
                  </a:lnTo>
                  <a:lnTo>
                    <a:pt x="284907" y="615591"/>
                  </a:lnTo>
                  <a:lnTo>
                    <a:pt x="284611" y="615636"/>
                  </a:lnTo>
                  <a:lnTo>
                    <a:pt x="284271" y="615702"/>
                  </a:lnTo>
                  <a:lnTo>
                    <a:pt x="284066" y="615742"/>
                  </a:lnTo>
                  <a:lnTo>
                    <a:pt x="283918" y="615784"/>
                  </a:lnTo>
                  <a:lnTo>
                    <a:pt x="283433" y="615919"/>
                  </a:lnTo>
                  <a:lnTo>
                    <a:pt x="283189" y="615997"/>
                  </a:lnTo>
                  <a:lnTo>
                    <a:pt x="283051" y="616041"/>
                  </a:lnTo>
                  <a:lnTo>
                    <a:pt x="282502" y="616293"/>
                  </a:lnTo>
                  <a:lnTo>
                    <a:pt x="282175" y="616496"/>
                  </a:lnTo>
                  <a:lnTo>
                    <a:pt x="282015" y="616555"/>
                  </a:lnTo>
                  <a:lnTo>
                    <a:pt x="281854" y="616631"/>
                  </a:lnTo>
                  <a:lnTo>
                    <a:pt x="281659" y="616699"/>
                  </a:lnTo>
                  <a:lnTo>
                    <a:pt x="281426" y="616696"/>
                  </a:lnTo>
                  <a:lnTo>
                    <a:pt x="281281" y="616593"/>
                  </a:lnTo>
                  <a:lnTo>
                    <a:pt x="281144" y="616425"/>
                  </a:lnTo>
                  <a:lnTo>
                    <a:pt x="281102" y="616279"/>
                  </a:lnTo>
                  <a:lnTo>
                    <a:pt x="281096" y="616058"/>
                  </a:lnTo>
                  <a:lnTo>
                    <a:pt x="280991" y="615684"/>
                  </a:lnTo>
                  <a:lnTo>
                    <a:pt x="280837" y="615600"/>
                  </a:lnTo>
                  <a:lnTo>
                    <a:pt x="280627" y="615576"/>
                  </a:lnTo>
                  <a:lnTo>
                    <a:pt x="280248" y="615578"/>
                  </a:lnTo>
                  <a:lnTo>
                    <a:pt x="279907" y="615620"/>
                  </a:lnTo>
                  <a:lnTo>
                    <a:pt x="279597" y="615707"/>
                  </a:lnTo>
                  <a:lnTo>
                    <a:pt x="279389" y="615771"/>
                  </a:lnTo>
                  <a:lnTo>
                    <a:pt x="279160" y="615773"/>
                  </a:lnTo>
                  <a:lnTo>
                    <a:pt x="278845" y="615703"/>
                  </a:lnTo>
                  <a:lnTo>
                    <a:pt x="278715" y="615655"/>
                  </a:lnTo>
                  <a:lnTo>
                    <a:pt x="278421" y="615560"/>
                  </a:lnTo>
                  <a:lnTo>
                    <a:pt x="278192" y="615536"/>
                  </a:lnTo>
                  <a:lnTo>
                    <a:pt x="278005" y="615688"/>
                  </a:lnTo>
                  <a:lnTo>
                    <a:pt x="278026" y="616014"/>
                  </a:lnTo>
                  <a:lnTo>
                    <a:pt x="278098" y="616149"/>
                  </a:lnTo>
                  <a:lnTo>
                    <a:pt x="278260" y="616272"/>
                  </a:lnTo>
                  <a:lnTo>
                    <a:pt x="278443" y="616390"/>
                  </a:lnTo>
                  <a:lnTo>
                    <a:pt x="278580" y="616551"/>
                  </a:lnTo>
                  <a:lnTo>
                    <a:pt x="278692" y="616736"/>
                  </a:lnTo>
                  <a:lnTo>
                    <a:pt x="278708" y="616936"/>
                  </a:lnTo>
                  <a:lnTo>
                    <a:pt x="278659" y="617137"/>
                  </a:lnTo>
                  <a:lnTo>
                    <a:pt x="278387" y="617491"/>
                  </a:lnTo>
                  <a:lnTo>
                    <a:pt x="278232" y="617636"/>
                  </a:lnTo>
                  <a:lnTo>
                    <a:pt x="278116" y="617804"/>
                  </a:lnTo>
                  <a:lnTo>
                    <a:pt x="277797" y="618526"/>
                  </a:lnTo>
                  <a:lnTo>
                    <a:pt x="277505" y="618952"/>
                  </a:lnTo>
                  <a:lnTo>
                    <a:pt x="276853" y="619605"/>
                  </a:lnTo>
                  <a:lnTo>
                    <a:pt x="276671" y="619778"/>
                  </a:lnTo>
                  <a:lnTo>
                    <a:pt x="276136" y="620272"/>
                  </a:lnTo>
                  <a:lnTo>
                    <a:pt x="275819" y="620543"/>
                  </a:lnTo>
                  <a:lnTo>
                    <a:pt x="275441" y="620741"/>
                  </a:lnTo>
                  <a:lnTo>
                    <a:pt x="275006" y="620831"/>
                  </a:lnTo>
                  <a:lnTo>
                    <a:pt x="274699" y="620770"/>
                  </a:lnTo>
                  <a:lnTo>
                    <a:pt x="274538" y="620713"/>
                  </a:lnTo>
                  <a:lnTo>
                    <a:pt x="274255" y="620471"/>
                  </a:lnTo>
                  <a:lnTo>
                    <a:pt x="274180" y="620264"/>
                  </a:lnTo>
                  <a:lnTo>
                    <a:pt x="274047" y="620022"/>
                  </a:lnTo>
                  <a:lnTo>
                    <a:pt x="273862" y="619768"/>
                  </a:lnTo>
                  <a:lnTo>
                    <a:pt x="273700" y="619658"/>
                  </a:lnTo>
                  <a:lnTo>
                    <a:pt x="273557" y="619612"/>
                  </a:lnTo>
                  <a:lnTo>
                    <a:pt x="273223" y="619136"/>
                  </a:lnTo>
                  <a:lnTo>
                    <a:pt x="272906" y="619301"/>
                  </a:lnTo>
                  <a:lnTo>
                    <a:pt x="272887" y="619593"/>
                  </a:lnTo>
                  <a:lnTo>
                    <a:pt x="273001" y="619735"/>
                  </a:lnTo>
                  <a:lnTo>
                    <a:pt x="272865" y="620213"/>
                  </a:lnTo>
                  <a:lnTo>
                    <a:pt x="272723" y="620231"/>
                  </a:lnTo>
                  <a:lnTo>
                    <a:pt x="272440" y="620232"/>
                  </a:lnTo>
                  <a:lnTo>
                    <a:pt x="272304" y="620181"/>
                  </a:lnTo>
                  <a:lnTo>
                    <a:pt x="272155" y="620061"/>
                  </a:lnTo>
                  <a:lnTo>
                    <a:pt x="271996" y="619888"/>
                  </a:lnTo>
                  <a:lnTo>
                    <a:pt x="271651" y="619644"/>
                  </a:lnTo>
                  <a:lnTo>
                    <a:pt x="271291" y="619488"/>
                  </a:lnTo>
                  <a:lnTo>
                    <a:pt x="271064" y="619408"/>
                  </a:lnTo>
                  <a:lnTo>
                    <a:pt x="270859" y="619336"/>
                  </a:lnTo>
                  <a:lnTo>
                    <a:pt x="270123" y="619300"/>
                  </a:lnTo>
                  <a:lnTo>
                    <a:pt x="269917" y="619331"/>
                  </a:lnTo>
                  <a:lnTo>
                    <a:pt x="269225" y="619606"/>
                  </a:lnTo>
                  <a:lnTo>
                    <a:pt x="268800" y="619755"/>
                  </a:lnTo>
                  <a:lnTo>
                    <a:pt x="268609" y="619841"/>
                  </a:lnTo>
                  <a:lnTo>
                    <a:pt x="268183" y="620034"/>
                  </a:lnTo>
                  <a:lnTo>
                    <a:pt x="267460" y="620306"/>
                  </a:lnTo>
                  <a:lnTo>
                    <a:pt x="266959" y="620410"/>
                  </a:lnTo>
                  <a:lnTo>
                    <a:pt x="266669" y="620399"/>
                  </a:lnTo>
                  <a:lnTo>
                    <a:pt x="266311" y="620213"/>
                  </a:lnTo>
                  <a:lnTo>
                    <a:pt x="266003" y="619965"/>
                  </a:lnTo>
                  <a:lnTo>
                    <a:pt x="265466" y="619708"/>
                  </a:lnTo>
                  <a:lnTo>
                    <a:pt x="265180" y="619664"/>
                  </a:lnTo>
                  <a:lnTo>
                    <a:pt x="264677" y="619832"/>
                  </a:lnTo>
                  <a:lnTo>
                    <a:pt x="264381" y="620091"/>
                  </a:lnTo>
                  <a:lnTo>
                    <a:pt x="264191" y="620254"/>
                  </a:lnTo>
                  <a:lnTo>
                    <a:pt x="263983" y="620481"/>
                  </a:lnTo>
                  <a:lnTo>
                    <a:pt x="263786" y="620712"/>
                  </a:lnTo>
                  <a:lnTo>
                    <a:pt x="263586" y="620902"/>
                  </a:lnTo>
                  <a:lnTo>
                    <a:pt x="263229" y="621115"/>
                  </a:lnTo>
                  <a:lnTo>
                    <a:pt x="262771" y="621278"/>
                  </a:lnTo>
                  <a:lnTo>
                    <a:pt x="262388" y="621387"/>
                  </a:lnTo>
                  <a:lnTo>
                    <a:pt x="262193" y="621428"/>
                  </a:lnTo>
                  <a:lnTo>
                    <a:pt x="261996" y="621446"/>
                  </a:lnTo>
                  <a:lnTo>
                    <a:pt x="261823" y="621423"/>
                  </a:lnTo>
                  <a:lnTo>
                    <a:pt x="261648" y="621378"/>
                  </a:lnTo>
                  <a:lnTo>
                    <a:pt x="261478" y="621262"/>
                  </a:lnTo>
                  <a:lnTo>
                    <a:pt x="261342" y="621104"/>
                  </a:lnTo>
                  <a:lnTo>
                    <a:pt x="261251" y="620956"/>
                  </a:lnTo>
                  <a:lnTo>
                    <a:pt x="261569" y="620231"/>
                  </a:lnTo>
                  <a:lnTo>
                    <a:pt x="261901" y="620133"/>
                  </a:lnTo>
                  <a:lnTo>
                    <a:pt x="262139" y="620028"/>
                  </a:lnTo>
                  <a:lnTo>
                    <a:pt x="262284" y="619936"/>
                  </a:lnTo>
                  <a:lnTo>
                    <a:pt x="262420" y="619768"/>
                  </a:lnTo>
                  <a:lnTo>
                    <a:pt x="262539" y="619449"/>
                  </a:lnTo>
                  <a:lnTo>
                    <a:pt x="262047" y="619060"/>
                  </a:lnTo>
                  <a:lnTo>
                    <a:pt x="261704" y="619110"/>
                  </a:lnTo>
                  <a:lnTo>
                    <a:pt x="261378" y="619135"/>
                  </a:lnTo>
                  <a:lnTo>
                    <a:pt x="261067" y="619138"/>
                  </a:lnTo>
                  <a:lnTo>
                    <a:pt x="260507" y="618818"/>
                  </a:lnTo>
                  <a:lnTo>
                    <a:pt x="260360" y="618383"/>
                  </a:lnTo>
                  <a:lnTo>
                    <a:pt x="260303" y="618221"/>
                  </a:lnTo>
                  <a:lnTo>
                    <a:pt x="260182" y="617868"/>
                  </a:lnTo>
                  <a:lnTo>
                    <a:pt x="259869" y="617200"/>
                  </a:lnTo>
                  <a:lnTo>
                    <a:pt x="259745" y="616956"/>
                  </a:lnTo>
                  <a:lnTo>
                    <a:pt x="259693" y="616719"/>
                  </a:lnTo>
                  <a:lnTo>
                    <a:pt x="259684" y="616220"/>
                  </a:lnTo>
                  <a:lnTo>
                    <a:pt x="259683" y="615930"/>
                  </a:lnTo>
                  <a:lnTo>
                    <a:pt x="259702" y="615735"/>
                  </a:lnTo>
                  <a:lnTo>
                    <a:pt x="259473" y="615394"/>
                  </a:lnTo>
                  <a:lnTo>
                    <a:pt x="259310" y="615386"/>
                  </a:lnTo>
                  <a:lnTo>
                    <a:pt x="259109" y="615379"/>
                  </a:lnTo>
                  <a:lnTo>
                    <a:pt x="258752" y="615386"/>
                  </a:lnTo>
                  <a:lnTo>
                    <a:pt x="258388" y="615347"/>
                  </a:lnTo>
                  <a:lnTo>
                    <a:pt x="257917" y="615377"/>
                  </a:lnTo>
                  <a:lnTo>
                    <a:pt x="257207" y="615313"/>
                  </a:lnTo>
                  <a:lnTo>
                    <a:pt x="256685" y="615212"/>
                  </a:lnTo>
                  <a:lnTo>
                    <a:pt x="255776" y="615071"/>
                  </a:lnTo>
                  <a:lnTo>
                    <a:pt x="255513" y="614742"/>
                  </a:lnTo>
                  <a:lnTo>
                    <a:pt x="255335" y="614345"/>
                  </a:lnTo>
                  <a:lnTo>
                    <a:pt x="255336" y="614198"/>
                  </a:lnTo>
                  <a:lnTo>
                    <a:pt x="255420" y="613759"/>
                  </a:lnTo>
                  <a:lnTo>
                    <a:pt x="255264" y="613387"/>
                  </a:lnTo>
                  <a:lnTo>
                    <a:pt x="255137" y="613162"/>
                  </a:lnTo>
                  <a:lnTo>
                    <a:pt x="254740" y="612803"/>
                  </a:lnTo>
                  <a:lnTo>
                    <a:pt x="254382" y="612688"/>
                  </a:lnTo>
                  <a:lnTo>
                    <a:pt x="254098" y="612850"/>
                  </a:lnTo>
                  <a:lnTo>
                    <a:pt x="253874" y="613053"/>
                  </a:lnTo>
                  <a:lnTo>
                    <a:pt x="253818" y="613300"/>
                  </a:lnTo>
                  <a:lnTo>
                    <a:pt x="253815" y="613692"/>
                  </a:lnTo>
                  <a:lnTo>
                    <a:pt x="253795" y="613885"/>
                  </a:lnTo>
                  <a:lnTo>
                    <a:pt x="253631" y="614063"/>
                  </a:lnTo>
                  <a:lnTo>
                    <a:pt x="253495" y="614398"/>
                  </a:lnTo>
                  <a:lnTo>
                    <a:pt x="252546" y="615354"/>
                  </a:lnTo>
                  <a:lnTo>
                    <a:pt x="252509" y="615574"/>
                  </a:lnTo>
                  <a:lnTo>
                    <a:pt x="252505" y="615919"/>
                  </a:lnTo>
                  <a:lnTo>
                    <a:pt x="252621" y="616277"/>
                  </a:lnTo>
                  <a:lnTo>
                    <a:pt x="252740" y="616532"/>
                  </a:lnTo>
                  <a:lnTo>
                    <a:pt x="252806" y="616673"/>
                  </a:lnTo>
                  <a:lnTo>
                    <a:pt x="252957" y="617094"/>
                  </a:lnTo>
                  <a:lnTo>
                    <a:pt x="253041" y="617337"/>
                  </a:lnTo>
                  <a:lnTo>
                    <a:pt x="253071" y="617669"/>
                  </a:lnTo>
                  <a:lnTo>
                    <a:pt x="253021" y="617836"/>
                  </a:lnTo>
                  <a:lnTo>
                    <a:pt x="252916" y="618054"/>
                  </a:lnTo>
                  <a:lnTo>
                    <a:pt x="252528" y="618311"/>
                  </a:lnTo>
                  <a:lnTo>
                    <a:pt x="252350" y="618329"/>
                  </a:lnTo>
                  <a:lnTo>
                    <a:pt x="251950" y="618216"/>
                  </a:lnTo>
                  <a:lnTo>
                    <a:pt x="251757" y="618093"/>
                  </a:lnTo>
                  <a:lnTo>
                    <a:pt x="251258" y="617776"/>
                  </a:lnTo>
                  <a:lnTo>
                    <a:pt x="250918" y="617518"/>
                  </a:lnTo>
                  <a:lnTo>
                    <a:pt x="250418" y="617318"/>
                  </a:lnTo>
                  <a:lnTo>
                    <a:pt x="250227" y="617312"/>
                  </a:lnTo>
                  <a:lnTo>
                    <a:pt x="250022" y="617361"/>
                  </a:lnTo>
                  <a:lnTo>
                    <a:pt x="249840" y="617450"/>
                  </a:lnTo>
                  <a:lnTo>
                    <a:pt x="249540" y="617620"/>
                  </a:lnTo>
                  <a:lnTo>
                    <a:pt x="249103" y="618015"/>
                  </a:lnTo>
                  <a:lnTo>
                    <a:pt x="248825" y="618180"/>
                  </a:lnTo>
                  <a:lnTo>
                    <a:pt x="248662" y="618246"/>
                  </a:lnTo>
                  <a:lnTo>
                    <a:pt x="248494" y="618295"/>
                  </a:lnTo>
                  <a:lnTo>
                    <a:pt x="247938" y="618357"/>
                  </a:lnTo>
                  <a:lnTo>
                    <a:pt x="247756" y="618298"/>
                  </a:lnTo>
                  <a:lnTo>
                    <a:pt x="247534" y="618040"/>
                  </a:lnTo>
                  <a:lnTo>
                    <a:pt x="247538" y="617772"/>
                  </a:lnTo>
                  <a:lnTo>
                    <a:pt x="247594" y="617514"/>
                  </a:lnTo>
                  <a:lnTo>
                    <a:pt x="247714" y="617042"/>
                  </a:lnTo>
                  <a:lnTo>
                    <a:pt x="247374" y="616615"/>
                  </a:lnTo>
                  <a:lnTo>
                    <a:pt x="247068" y="616571"/>
                  </a:lnTo>
                  <a:lnTo>
                    <a:pt x="246899" y="616571"/>
                  </a:lnTo>
                  <a:lnTo>
                    <a:pt x="246441" y="616752"/>
                  </a:lnTo>
                  <a:lnTo>
                    <a:pt x="246269" y="616917"/>
                  </a:lnTo>
                  <a:lnTo>
                    <a:pt x="246170" y="617098"/>
                  </a:lnTo>
                  <a:lnTo>
                    <a:pt x="246028" y="617458"/>
                  </a:lnTo>
                  <a:lnTo>
                    <a:pt x="245938" y="617683"/>
                  </a:lnTo>
                  <a:lnTo>
                    <a:pt x="245835" y="617822"/>
                  </a:lnTo>
                  <a:lnTo>
                    <a:pt x="245582" y="617938"/>
                  </a:lnTo>
                  <a:lnTo>
                    <a:pt x="245209" y="617983"/>
                  </a:lnTo>
                  <a:lnTo>
                    <a:pt x="244950" y="617963"/>
                  </a:lnTo>
                  <a:lnTo>
                    <a:pt x="244776" y="617930"/>
                  </a:lnTo>
                  <a:lnTo>
                    <a:pt x="244547" y="617873"/>
                  </a:lnTo>
                  <a:lnTo>
                    <a:pt x="244385" y="617813"/>
                  </a:lnTo>
                  <a:lnTo>
                    <a:pt x="244156" y="617713"/>
                  </a:lnTo>
                  <a:lnTo>
                    <a:pt x="243991" y="617606"/>
                  </a:lnTo>
                  <a:lnTo>
                    <a:pt x="243756" y="617532"/>
                  </a:lnTo>
                  <a:lnTo>
                    <a:pt x="243540" y="617509"/>
                  </a:lnTo>
                  <a:lnTo>
                    <a:pt x="243126" y="617588"/>
                  </a:lnTo>
                  <a:lnTo>
                    <a:pt x="242585" y="617849"/>
                  </a:lnTo>
                  <a:lnTo>
                    <a:pt x="242364" y="617989"/>
                  </a:lnTo>
                  <a:lnTo>
                    <a:pt x="241888" y="618302"/>
                  </a:lnTo>
                  <a:lnTo>
                    <a:pt x="241698" y="618355"/>
                  </a:lnTo>
                  <a:lnTo>
                    <a:pt x="241495" y="618383"/>
                  </a:lnTo>
                  <a:lnTo>
                    <a:pt x="241343" y="618404"/>
                  </a:lnTo>
                  <a:lnTo>
                    <a:pt x="241034" y="618402"/>
                  </a:lnTo>
                  <a:lnTo>
                    <a:pt x="240692" y="618370"/>
                  </a:lnTo>
                  <a:lnTo>
                    <a:pt x="240536" y="618318"/>
                  </a:lnTo>
                  <a:lnTo>
                    <a:pt x="240382" y="618252"/>
                  </a:lnTo>
                  <a:lnTo>
                    <a:pt x="240117" y="618140"/>
                  </a:lnTo>
                  <a:lnTo>
                    <a:pt x="239900" y="618003"/>
                  </a:lnTo>
                  <a:lnTo>
                    <a:pt x="239730" y="617907"/>
                  </a:lnTo>
                  <a:lnTo>
                    <a:pt x="239514" y="617792"/>
                  </a:lnTo>
                  <a:lnTo>
                    <a:pt x="239332" y="617700"/>
                  </a:lnTo>
                  <a:lnTo>
                    <a:pt x="239146" y="617610"/>
                  </a:lnTo>
                  <a:lnTo>
                    <a:pt x="238959" y="617536"/>
                  </a:lnTo>
                  <a:lnTo>
                    <a:pt x="238746" y="617461"/>
                  </a:lnTo>
                  <a:lnTo>
                    <a:pt x="238587" y="617422"/>
                  </a:lnTo>
                  <a:lnTo>
                    <a:pt x="238392" y="617422"/>
                  </a:lnTo>
                  <a:lnTo>
                    <a:pt x="238217" y="617469"/>
                  </a:lnTo>
                  <a:lnTo>
                    <a:pt x="238000" y="617648"/>
                  </a:lnTo>
                  <a:lnTo>
                    <a:pt x="237973" y="617826"/>
                  </a:lnTo>
                  <a:lnTo>
                    <a:pt x="238045" y="617982"/>
                  </a:lnTo>
                  <a:lnTo>
                    <a:pt x="238176" y="618110"/>
                  </a:lnTo>
                  <a:lnTo>
                    <a:pt x="238494" y="618492"/>
                  </a:lnTo>
                  <a:lnTo>
                    <a:pt x="238309" y="618932"/>
                  </a:lnTo>
                  <a:lnTo>
                    <a:pt x="237911" y="619170"/>
                  </a:lnTo>
                  <a:lnTo>
                    <a:pt x="237718" y="619235"/>
                  </a:lnTo>
                  <a:lnTo>
                    <a:pt x="237540" y="619340"/>
                  </a:lnTo>
                  <a:lnTo>
                    <a:pt x="237204" y="619644"/>
                  </a:lnTo>
                  <a:lnTo>
                    <a:pt x="236587" y="619692"/>
                  </a:lnTo>
                  <a:lnTo>
                    <a:pt x="236360" y="619615"/>
                  </a:lnTo>
                  <a:lnTo>
                    <a:pt x="236071" y="619485"/>
                  </a:lnTo>
                  <a:lnTo>
                    <a:pt x="235729" y="619367"/>
                  </a:lnTo>
                  <a:lnTo>
                    <a:pt x="235531" y="619304"/>
                  </a:lnTo>
                  <a:lnTo>
                    <a:pt x="235215" y="619192"/>
                  </a:lnTo>
                  <a:lnTo>
                    <a:pt x="234994" y="619069"/>
                  </a:lnTo>
                  <a:lnTo>
                    <a:pt x="234699" y="618899"/>
                  </a:lnTo>
                  <a:lnTo>
                    <a:pt x="234538" y="618731"/>
                  </a:lnTo>
                  <a:lnTo>
                    <a:pt x="234259" y="618417"/>
                  </a:lnTo>
                  <a:lnTo>
                    <a:pt x="234163" y="618264"/>
                  </a:lnTo>
                  <a:lnTo>
                    <a:pt x="233926" y="617819"/>
                  </a:lnTo>
                  <a:lnTo>
                    <a:pt x="233821" y="617661"/>
                  </a:lnTo>
                  <a:lnTo>
                    <a:pt x="233420" y="617238"/>
                  </a:lnTo>
                  <a:lnTo>
                    <a:pt x="233261" y="617200"/>
                  </a:lnTo>
                  <a:lnTo>
                    <a:pt x="233097" y="617177"/>
                  </a:lnTo>
                  <a:lnTo>
                    <a:pt x="232966" y="617172"/>
                  </a:lnTo>
                  <a:lnTo>
                    <a:pt x="232800" y="617182"/>
                  </a:lnTo>
                  <a:lnTo>
                    <a:pt x="232563" y="617213"/>
                  </a:lnTo>
                  <a:lnTo>
                    <a:pt x="232045" y="617302"/>
                  </a:lnTo>
                  <a:lnTo>
                    <a:pt x="231904" y="617341"/>
                  </a:lnTo>
                  <a:lnTo>
                    <a:pt x="231539" y="617450"/>
                  </a:lnTo>
                  <a:lnTo>
                    <a:pt x="231347" y="617490"/>
                  </a:lnTo>
                  <a:lnTo>
                    <a:pt x="231186" y="617540"/>
                  </a:lnTo>
                  <a:lnTo>
                    <a:pt x="230641" y="617869"/>
                  </a:lnTo>
                  <a:lnTo>
                    <a:pt x="230157" y="618272"/>
                  </a:lnTo>
                  <a:lnTo>
                    <a:pt x="230021" y="618257"/>
                  </a:lnTo>
                  <a:lnTo>
                    <a:pt x="229890" y="618231"/>
                  </a:lnTo>
                  <a:lnTo>
                    <a:pt x="229716" y="618180"/>
                  </a:lnTo>
                  <a:lnTo>
                    <a:pt x="229279" y="617928"/>
                  </a:lnTo>
                  <a:lnTo>
                    <a:pt x="229106" y="617815"/>
                  </a:lnTo>
                  <a:lnTo>
                    <a:pt x="228463" y="616923"/>
                  </a:lnTo>
                  <a:lnTo>
                    <a:pt x="228452" y="616763"/>
                  </a:lnTo>
                  <a:lnTo>
                    <a:pt x="228293" y="616298"/>
                  </a:lnTo>
                  <a:lnTo>
                    <a:pt x="227509" y="615650"/>
                  </a:lnTo>
                  <a:lnTo>
                    <a:pt x="227551" y="615070"/>
                  </a:lnTo>
                  <a:lnTo>
                    <a:pt x="227941" y="614778"/>
                  </a:lnTo>
                  <a:lnTo>
                    <a:pt x="228089" y="614536"/>
                  </a:lnTo>
                  <a:lnTo>
                    <a:pt x="228202" y="614289"/>
                  </a:lnTo>
                  <a:lnTo>
                    <a:pt x="228250" y="614071"/>
                  </a:lnTo>
                  <a:lnTo>
                    <a:pt x="228244" y="613938"/>
                  </a:lnTo>
                  <a:lnTo>
                    <a:pt x="228233" y="613745"/>
                  </a:lnTo>
                  <a:lnTo>
                    <a:pt x="228175" y="613413"/>
                  </a:lnTo>
                  <a:lnTo>
                    <a:pt x="227992" y="612809"/>
                  </a:lnTo>
                  <a:lnTo>
                    <a:pt x="227871" y="612639"/>
                  </a:lnTo>
                  <a:lnTo>
                    <a:pt x="227604" y="612472"/>
                  </a:lnTo>
                  <a:lnTo>
                    <a:pt x="227477" y="612454"/>
                  </a:lnTo>
                  <a:lnTo>
                    <a:pt x="227296" y="612452"/>
                  </a:lnTo>
                  <a:lnTo>
                    <a:pt x="227031" y="612476"/>
                  </a:lnTo>
                  <a:lnTo>
                    <a:pt x="226587" y="612539"/>
                  </a:lnTo>
                  <a:lnTo>
                    <a:pt x="226269" y="612605"/>
                  </a:lnTo>
                  <a:lnTo>
                    <a:pt x="225731" y="612699"/>
                  </a:lnTo>
                  <a:lnTo>
                    <a:pt x="225408" y="612735"/>
                  </a:lnTo>
                  <a:lnTo>
                    <a:pt x="225069" y="612789"/>
                  </a:lnTo>
                  <a:lnTo>
                    <a:pt x="224601" y="612864"/>
                  </a:lnTo>
                  <a:lnTo>
                    <a:pt x="224468" y="612850"/>
                  </a:lnTo>
                  <a:lnTo>
                    <a:pt x="224321" y="612803"/>
                  </a:lnTo>
                  <a:lnTo>
                    <a:pt x="224135" y="612704"/>
                  </a:lnTo>
                  <a:lnTo>
                    <a:pt x="223900" y="612474"/>
                  </a:lnTo>
                  <a:lnTo>
                    <a:pt x="223657" y="612276"/>
                  </a:lnTo>
                  <a:lnTo>
                    <a:pt x="223095" y="611585"/>
                  </a:lnTo>
                  <a:lnTo>
                    <a:pt x="223136" y="611322"/>
                  </a:lnTo>
                  <a:lnTo>
                    <a:pt x="223261" y="611149"/>
                  </a:lnTo>
                  <a:lnTo>
                    <a:pt x="223457" y="610872"/>
                  </a:lnTo>
                  <a:lnTo>
                    <a:pt x="223561" y="610710"/>
                  </a:lnTo>
                  <a:lnTo>
                    <a:pt x="223604" y="610043"/>
                  </a:lnTo>
                  <a:lnTo>
                    <a:pt x="223306" y="609945"/>
                  </a:lnTo>
                  <a:lnTo>
                    <a:pt x="223145" y="609943"/>
                  </a:lnTo>
                  <a:lnTo>
                    <a:pt x="222857" y="609969"/>
                  </a:lnTo>
                  <a:lnTo>
                    <a:pt x="222609" y="610071"/>
                  </a:lnTo>
                  <a:lnTo>
                    <a:pt x="222410" y="610100"/>
                  </a:lnTo>
                  <a:lnTo>
                    <a:pt x="222279" y="610101"/>
                  </a:lnTo>
                  <a:lnTo>
                    <a:pt x="222111" y="610073"/>
                  </a:lnTo>
                  <a:lnTo>
                    <a:pt x="221841" y="609965"/>
                  </a:lnTo>
                  <a:lnTo>
                    <a:pt x="221409" y="609501"/>
                  </a:lnTo>
                  <a:lnTo>
                    <a:pt x="221404" y="609103"/>
                  </a:lnTo>
                  <a:lnTo>
                    <a:pt x="221624" y="608817"/>
                  </a:lnTo>
                  <a:lnTo>
                    <a:pt x="221951" y="608509"/>
                  </a:lnTo>
                  <a:lnTo>
                    <a:pt x="221696" y="607748"/>
                  </a:lnTo>
                  <a:lnTo>
                    <a:pt x="221554" y="607736"/>
                  </a:lnTo>
                  <a:lnTo>
                    <a:pt x="221078" y="607856"/>
                  </a:lnTo>
                  <a:lnTo>
                    <a:pt x="220830" y="608012"/>
                  </a:lnTo>
                  <a:lnTo>
                    <a:pt x="220689" y="608132"/>
                  </a:lnTo>
                  <a:lnTo>
                    <a:pt x="220344" y="608416"/>
                  </a:lnTo>
                  <a:lnTo>
                    <a:pt x="220039" y="608588"/>
                  </a:lnTo>
                  <a:lnTo>
                    <a:pt x="219714" y="608732"/>
                  </a:lnTo>
                  <a:lnTo>
                    <a:pt x="219152" y="608805"/>
                  </a:lnTo>
                  <a:lnTo>
                    <a:pt x="219005" y="608785"/>
                  </a:lnTo>
                  <a:lnTo>
                    <a:pt x="218476" y="608762"/>
                  </a:lnTo>
                  <a:lnTo>
                    <a:pt x="218332" y="608718"/>
                  </a:lnTo>
                  <a:lnTo>
                    <a:pt x="218152" y="608639"/>
                  </a:lnTo>
                  <a:lnTo>
                    <a:pt x="217798" y="608419"/>
                  </a:lnTo>
                  <a:lnTo>
                    <a:pt x="217663" y="608322"/>
                  </a:lnTo>
                  <a:lnTo>
                    <a:pt x="217485" y="608138"/>
                  </a:lnTo>
                  <a:lnTo>
                    <a:pt x="217289" y="607681"/>
                  </a:lnTo>
                  <a:lnTo>
                    <a:pt x="217382" y="607455"/>
                  </a:lnTo>
                  <a:lnTo>
                    <a:pt x="217450" y="607244"/>
                  </a:lnTo>
                  <a:lnTo>
                    <a:pt x="217701" y="606835"/>
                  </a:lnTo>
                  <a:lnTo>
                    <a:pt x="217776" y="606221"/>
                  </a:lnTo>
                  <a:lnTo>
                    <a:pt x="217622" y="606175"/>
                  </a:lnTo>
                  <a:lnTo>
                    <a:pt x="217444" y="606159"/>
                  </a:lnTo>
                  <a:lnTo>
                    <a:pt x="217191" y="606160"/>
                  </a:lnTo>
                  <a:lnTo>
                    <a:pt x="216923" y="606163"/>
                  </a:lnTo>
                  <a:lnTo>
                    <a:pt x="216829" y="605720"/>
                  </a:lnTo>
                  <a:lnTo>
                    <a:pt x="217031" y="604584"/>
                  </a:lnTo>
                  <a:lnTo>
                    <a:pt x="216893" y="604537"/>
                  </a:lnTo>
                  <a:lnTo>
                    <a:pt x="216720" y="604514"/>
                  </a:lnTo>
                  <a:lnTo>
                    <a:pt x="216468" y="604497"/>
                  </a:lnTo>
                  <a:lnTo>
                    <a:pt x="215968" y="604390"/>
                  </a:lnTo>
                  <a:lnTo>
                    <a:pt x="215401" y="603516"/>
                  </a:lnTo>
                  <a:lnTo>
                    <a:pt x="215232" y="602918"/>
                  </a:lnTo>
                  <a:lnTo>
                    <a:pt x="215080" y="602811"/>
                  </a:lnTo>
                  <a:lnTo>
                    <a:pt x="214931" y="602684"/>
                  </a:lnTo>
                  <a:lnTo>
                    <a:pt x="214522" y="602161"/>
                  </a:lnTo>
                  <a:lnTo>
                    <a:pt x="214176" y="601999"/>
                  </a:lnTo>
                  <a:lnTo>
                    <a:pt x="213087" y="601365"/>
                  </a:lnTo>
                  <a:lnTo>
                    <a:pt x="212714" y="601412"/>
                  </a:lnTo>
                  <a:lnTo>
                    <a:pt x="212521" y="601445"/>
                  </a:lnTo>
                  <a:lnTo>
                    <a:pt x="212296" y="601481"/>
                  </a:lnTo>
                  <a:lnTo>
                    <a:pt x="212132" y="601574"/>
                  </a:lnTo>
                  <a:lnTo>
                    <a:pt x="211563" y="601537"/>
                  </a:lnTo>
                  <a:lnTo>
                    <a:pt x="211444" y="601324"/>
                  </a:lnTo>
                  <a:lnTo>
                    <a:pt x="211333" y="601148"/>
                  </a:lnTo>
                  <a:lnTo>
                    <a:pt x="211355" y="599734"/>
                  </a:lnTo>
                  <a:lnTo>
                    <a:pt x="211626" y="599747"/>
                  </a:lnTo>
                  <a:lnTo>
                    <a:pt x="212036" y="599745"/>
                  </a:lnTo>
                  <a:lnTo>
                    <a:pt x="212831" y="599188"/>
                  </a:lnTo>
                  <a:lnTo>
                    <a:pt x="213047" y="599117"/>
                  </a:lnTo>
                  <a:lnTo>
                    <a:pt x="213211" y="599075"/>
                  </a:lnTo>
                  <a:lnTo>
                    <a:pt x="213430" y="599074"/>
                  </a:lnTo>
                  <a:lnTo>
                    <a:pt x="213405" y="598470"/>
                  </a:lnTo>
                  <a:lnTo>
                    <a:pt x="213236" y="598361"/>
                  </a:lnTo>
                  <a:lnTo>
                    <a:pt x="212983" y="598215"/>
                  </a:lnTo>
                  <a:lnTo>
                    <a:pt x="212694" y="597936"/>
                  </a:lnTo>
                  <a:lnTo>
                    <a:pt x="212439" y="597486"/>
                  </a:lnTo>
                  <a:lnTo>
                    <a:pt x="212328" y="597133"/>
                  </a:lnTo>
                  <a:lnTo>
                    <a:pt x="212822" y="596635"/>
                  </a:lnTo>
                  <a:lnTo>
                    <a:pt x="212956" y="596649"/>
                  </a:lnTo>
                  <a:lnTo>
                    <a:pt x="213253" y="596749"/>
                  </a:lnTo>
                  <a:lnTo>
                    <a:pt x="214122" y="596473"/>
                  </a:lnTo>
                  <a:lnTo>
                    <a:pt x="214119" y="596260"/>
                  </a:lnTo>
                  <a:lnTo>
                    <a:pt x="213877" y="595028"/>
                  </a:lnTo>
                  <a:lnTo>
                    <a:pt x="213774" y="594557"/>
                  </a:lnTo>
                  <a:lnTo>
                    <a:pt x="213684" y="594159"/>
                  </a:lnTo>
                  <a:lnTo>
                    <a:pt x="213346" y="593880"/>
                  </a:lnTo>
                  <a:lnTo>
                    <a:pt x="213083" y="593833"/>
                  </a:lnTo>
                  <a:lnTo>
                    <a:pt x="212913" y="593813"/>
                  </a:lnTo>
                  <a:lnTo>
                    <a:pt x="212752" y="593778"/>
                  </a:lnTo>
                  <a:lnTo>
                    <a:pt x="212570" y="593722"/>
                  </a:lnTo>
                  <a:lnTo>
                    <a:pt x="212149" y="593598"/>
                  </a:lnTo>
                  <a:lnTo>
                    <a:pt x="211788" y="593507"/>
                  </a:lnTo>
                  <a:lnTo>
                    <a:pt x="211597" y="593451"/>
                  </a:lnTo>
                  <a:lnTo>
                    <a:pt x="211377" y="593380"/>
                  </a:lnTo>
                  <a:lnTo>
                    <a:pt x="210915" y="593218"/>
                  </a:lnTo>
                  <a:lnTo>
                    <a:pt x="210783" y="593111"/>
                  </a:lnTo>
                  <a:lnTo>
                    <a:pt x="210344" y="592744"/>
                  </a:lnTo>
                  <a:lnTo>
                    <a:pt x="210180" y="592627"/>
                  </a:lnTo>
                  <a:lnTo>
                    <a:pt x="210029" y="592509"/>
                  </a:lnTo>
                  <a:lnTo>
                    <a:pt x="209800" y="592255"/>
                  </a:lnTo>
                  <a:lnTo>
                    <a:pt x="209711" y="592120"/>
                  </a:lnTo>
                  <a:lnTo>
                    <a:pt x="209515" y="591746"/>
                  </a:lnTo>
                  <a:lnTo>
                    <a:pt x="209306" y="591497"/>
                  </a:lnTo>
                  <a:lnTo>
                    <a:pt x="209228" y="591346"/>
                  </a:lnTo>
                  <a:lnTo>
                    <a:pt x="209140" y="591076"/>
                  </a:lnTo>
                  <a:lnTo>
                    <a:pt x="209101" y="590922"/>
                  </a:lnTo>
                  <a:lnTo>
                    <a:pt x="209032" y="590675"/>
                  </a:lnTo>
                  <a:lnTo>
                    <a:pt x="209041" y="590359"/>
                  </a:lnTo>
                  <a:lnTo>
                    <a:pt x="209066" y="590176"/>
                  </a:lnTo>
                  <a:lnTo>
                    <a:pt x="209175" y="589923"/>
                  </a:lnTo>
                  <a:lnTo>
                    <a:pt x="209258" y="589783"/>
                  </a:lnTo>
                  <a:lnTo>
                    <a:pt x="209364" y="589644"/>
                  </a:lnTo>
                  <a:lnTo>
                    <a:pt x="209520" y="589433"/>
                  </a:lnTo>
                  <a:lnTo>
                    <a:pt x="210562" y="589168"/>
                  </a:lnTo>
                  <a:lnTo>
                    <a:pt x="211295" y="589054"/>
                  </a:lnTo>
                  <a:lnTo>
                    <a:pt x="211426" y="588992"/>
                  </a:lnTo>
                  <a:lnTo>
                    <a:pt x="211779" y="588421"/>
                  </a:lnTo>
                  <a:lnTo>
                    <a:pt x="211294" y="588063"/>
                  </a:lnTo>
                  <a:lnTo>
                    <a:pt x="210927" y="587951"/>
                  </a:lnTo>
                  <a:lnTo>
                    <a:pt x="211373" y="587087"/>
                  </a:lnTo>
                  <a:lnTo>
                    <a:pt x="211758" y="587149"/>
                  </a:lnTo>
                  <a:lnTo>
                    <a:pt x="212112" y="587175"/>
                  </a:lnTo>
                  <a:lnTo>
                    <a:pt x="212630" y="586886"/>
                  </a:lnTo>
                  <a:lnTo>
                    <a:pt x="212604" y="586733"/>
                  </a:lnTo>
                  <a:lnTo>
                    <a:pt x="212561" y="586272"/>
                  </a:lnTo>
                  <a:lnTo>
                    <a:pt x="212548" y="586136"/>
                  </a:lnTo>
                  <a:lnTo>
                    <a:pt x="212476" y="585907"/>
                  </a:lnTo>
                  <a:lnTo>
                    <a:pt x="212396" y="585731"/>
                  </a:lnTo>
                  <a:lnTo>
                    <a:pt x="212333" y="585595"/>
                  </a:lnTo>
                  <a:lnTo>
                    <a:pt x="212098" y="585336"/>
                  </a:lnTo>
                  <a:lnTo>
                    <a:pt x="211892" y="585236"/>
                  </a:lnTo>
                  <a:lnTo>
                    <a:pt x="211608" y="585137"/>
                  </a:lnTo>
                  <a:lnTo>
                    <a:pt x="211382" y="585078"/>
                  </a:lnTo>
                  <a:lnTo>
                    <a:pt x="210927" y="584507"/>
                  </a:lnTo>
                  <a:lnTo>
                    <a:pt x="211644" y="583883"/>
                  </a:lnTo>
                  <a:lnTo>
                    <a:pt x="211665" y="583554"/>
                  </a:lnTo>
                  <a:lnTo>
                    <a:pt x="211360" y="583144"/>
                  </a:lnTo>
                  <a:lnTo>
                    <a:pt x="211057" y="583076"/>
                  </a:lnTo>
                  <a:lnTo>
                    <a:pt x="210411" y="582855"/>
                  </a:lnTo>
                  <a:lnTo>
                    <a:pt x="210581" y="582274"/>
                  </a:lnTo>
                  <a:lnTo>
                    <a:pt x="210937" y="582209"/>
                  </a:lnTo>
                  <a:lnTo>
                    <a:pt x="211142" y="581109"/>
                  </a:lnTo>
                  <a:lnTo>
                    <a:pt x="210675" y="580885"/>
                  </a:lnTo>
                  <a:lnTo>
                    <a:pt x="210361" y="580682"/>
                  </a:lnTo>
                  <a:lnTo>
                    <a:pt x="210278" y="580428"/>
                  </a:lnTo>
                  <a:lnTo>
                    <a:pt x="210461" y="580105"/>
                  </a:lnTo>
                  <a:lnTo>
                    <a:pt x="210784" y="579041"/>
                  </a:lnTo>
                  <a:lnTo>
                    <a:pt x="209981" y="579295"/>
                  </a:lnTo>
                  <a:lnTo>
                    <a:pt x="209419" y="579164"/>
                  </a:lnTo>
                  <a:lnTo>
                    <a:pt x="209717" y="578620"/>
                  </a:lnTo>
                  <a:lnTo>
                    <a:pt x="209748" y="578449"/>
                  </a:lnTo>
                  <a:lnTo>
                    <a:pt x="209654" y="578179"/>
                  </a:lnTo>
                  <a:lnTo>
                    <a:pt x="209450" y="578006"/>
                  </a:lnTo>
                  <a:lnTo>
                    <a:pt x="209162" y="577832"/>
                  </a:lnTo>
                  <a:lnTo>
                    <a:pt x="208941" y="577629"/>
                  </a:lnTo>
                  <a:lnTo>
                    <a:pt x="208794" y="577355"/>
                  </a:lnTo>
                  <a:lnTo>
                    <a:pt x="208738" y="577149"/>
                  </a:lnTo>
                  <a:lnTo>
                    <a:pt x="208710" y="576794"/>
                  </a:lnTo>
                  <a:lnTo>
                    <a:pt x="208740" y="576665"/>
                  </a:lnTo>
                  <a:lnTo>
                    <a:pt x="208997" y="576500"/>
                  </a:lnTo>
                  <a:lnTo>
                    <a:pt x="209437" y="576440"/>
                  </a:lnTo>
                  <a:lnTo>
                    <a:pt x="209711" y="576352"/>
                  </a:lnTo>
                  <a:lnTo>
                    <a:pt x="209928" y="576167"/>
                  </a:lnTo>
                  <a:lnTo>
                    <a:pt x="209752" y="575760"/>
                  </a:lnTo>
                  <a:lnTo>
                    <a:pt x="209149" y="575228"/>
                  </a:lnTo>
                  <a:lnTo>
                    <a:pt x="209008" y="575152"/>
                  </a:lnTo>
                  <a:lnTo>
                    <a:pt x="208580" y="574728"/>
                  </a:lnTo>
                  <a:lnTo>
                    <a:pt x="208514" y="574496"/>
                  </a:lnTo>
                  <a:lnTo>
                    <a:pt x="208487" y="574261"/>
                  </a:lnTo>
                  <a:lnTo>
                    <a:pt x="208521" y="574069"/>
                  </a:lnTo>
                  <a:lnTo>
                    <a:pt x="209072" y="573543"/>
                  </a:lnTo>
                  <a:lnTo>
                    <a:pt x="209116" y="573039"/>
                  </a:lnTo>
                  <a:lnTo>
                    <a:pt x="208930" y="572697"/>
                  </a:lnTo>
                  <a:lnTo>
                    <a:pt x="208883" y="572435"/>
                  </a:lnTo>
                  <a:lnTo>
                    <a:pt x="208726" y="572410"/>
                  </a:lnTo>
                  <a:lnTo>
                    <a:pt x="208598" y="572431"/>
                  </a:lnTo>
                  <a:lnTo>
                    <a:pt x="207684" y="572648"/>
                  </a:lnTo>
                  <a:lnTo>
                    <a:pt x="207474" y="573042"/>
                  </a:lnTo>
                  <a:lnTo>
                    <a:pt x="207517" y="573506"/>
                  </a:lnTo>
                  <a:lnTo>
                    <a:pt x="207336" y="573675"/>
                  </a:lnTo>
                  <a:lnTo>
                    <a:pt x="207159" y="573869"/>
                  </a:lnTo>
                  <a:lnTo>
                    <a:pt x="207048" y="574039"/>
                  </a:lnTo>
                  <a:lnTo>
                    <a:pt x="206357" y="574171"/>
                  </a:lnTo>
                  <a:lnTo>
                    <a:pt x="206209" y="574102"/>
                  </a:lnTo>
                  <a:lnTo>
                    <a:pt x="205869" y="573727"/>
                  </a:lnTo>
                  <a:lnTo>
                    <a:pt x="206468" y="572116"/>
                  </a:lnTo>
                  <a:lnTo>
                    <a:pt x="206409" y="571905"/>
                  </a:lnTo>
                  <a:lnTo>
                    <a:pt x="206035" y="571709"/>
                  </a:lnTo>
                  <a:lnTo>
                    <a:pt x="205810" y="571713"/>
                  </a:lnTo>
                  <a:lnTo>
                    <a:pt x="205588" y="571788"/>
                  </a:lnTo>
                  <a:lnTo>
                    <a:pt x="205258" y="571840"/>
                  </a:lnTo>
                  <a:lnTo>
                    <a:pt x="205096" y="571870"/>
                  </a:lnTo>
                  <a:lnTo>
                    <a:pt x="204907" y="571905"/>
                  </a:lnTo>
                  <a:lnTo>
                    <a:pt x="204427" y="571963"/>
                  </a:lnTo>
                  <a:lnTo>
                    <a:pt x="203983" y="571927"/>
                  </a:lnTo>
                  <a:lnTo>
                    <a:pt x="203492" y="571918"/>
                  </a:lnTo>
                  <a:lnTo>
                    <a:pt x="202598" y="572364"/>
                  </a:lnTo>
                  <a:lnTo>
                    <a:pt x="202648" y="572563"/>
                  </a:lnTo>
                  <a:lnTo>
                    <a:pt x="202061" y="572873"/>
                  </a:lnTo>
                  <a:lnTo>
                    <a:pt x="201762" y="572788"/>
                  </a:lnTo>
                  <a:lnTo>
                    <a:pt x="201518" y="572796"/>
                  </a:lnTo>
                  <a:lnTo>
                    <a:pt x="201481" y="573222"/>
                  </a:lnTo>
                  <a:lnTo>
                    <a:pt x="201263" y="573315"/>
                  </a:lnTo>
                  <a:lnTo>
                    <a:pt x="201115" y="573367"/>
                  </a:lnTo>
                  <a:lnTo>
                    <a:pt x="200928" y="573355"/>
                  </a:lnTo>
                  <a:lnTo>
                    <a:pt x="199225" y="574070"/>
                  </a:lnTo>
                  <a:lnTo>
                    <a:pt x="198954" y="573890"/>
                  </a:lnTo>
                  <a:lnTo>
                    <a:pt x="198657" y="573855"/>
                  </a:lnTo>
                  <a:lnTo>
                    <a:pt x="198298" y="574087"/>
                  </a:lnTo>
                  <a:lnTo>
                    <a:pt x="197739" y="574310"/>
                  </a:lnTo>
                  <a:lnTo>
                    <a:pt x="197464" y="574286"/>
                  </a:lnTo>
                  <a:lnTo>
                    <a:pt x="197259" y="574240"/>
                  </a:lnTo>
                  <a:lnTo>
                    <a:pt x="196738" y="574189"/>
                  </a:lnTo>
                  <a:lnTo>
                    <a:pt x="196383" y="574385"/>
                  </a:lnTo>
                  <a:lnTo>
                    <a:pt x="196083" y="574361"/>
                  </a:lnTo>
                  <a:lnTo>
                    <a:pt x="195504" y="574339"/>
                  </a:lnTo>
                  <a:lnTo>
                    <a:pt x="195278" y="574154"/>
                  </a:lnTo>
                  <a:lnTo>
                    <a:pt x="194936" y="574171"/>
                  </a:lnTo>
                  <a:lnTo>
                    <a:pt x="194701" y="574245"/>
                  </a:lnTo>
                  <a:lnTo>
                    <a:pt x="194478" y="574247"/>
                  </a:lnTo>
                  <a:lnTo>
                    <a:pt x="193305" y="574436"/>
                  </a:lnTo>
                  <a:lnTo>
                    <a:pt x="192688" y="574474"/>
                  </a:lnTo>
                  <a:lnTo>
                    <a:pt x="192338" y="574457"/>
                  </a:lnTo>
                  <a:lnTo>
                    <a:pt x="191778" y="574941"/>
                  </a:lnTo>
                  <a:lnTo>
                    <a:pt x="191760" y="575179"/>
                  </a:lnTo>
                  <a:lnTo>
                    <a:pt x="191669" y="575462"/>
                  </a:lnTo>
                  <a:lnTo>
                    <a:pt x="191098" y="575557"/>
                  </a:lnTo>
                  <a:lnTo>
                    <a:pt x="190755" y="575650"/>
                  </a:lnTo>
                  <a:lnTo>
                    <a:pt x="190238" y="575911"/>
                  </a:lnTo>
                  <a:lnTo>
                    <a:pt x="190041" y="575547"/>
                  </a:lnTo>
                  <a:lnTo>
                    <a:pt x="190049" y="575362"/>
                  </a:lnTo>
                  <a:lnTo>
                    <a:pt x="188901" y="575274"/>
                  </a:lnTo>
                  <a:lnTo>
                    <a:pt x="188578" y="575040"/>
                  </a:lnTo>
                  <a:lnTo>
                    <a:pt x="188404" y="574831"/>
                  </a:lnTo>
                  <a:lnTo>
                    <a:pt x="188342" y="574657"/>
                  </a:lnTo>
                  <a:lnTo>
                    <a:pt x="188206" y="574665"/>
                  </a:lnTo>
                  <a:lnTo>
                    <a:pt x="187934" y="574569"/>
                  </a:lnTo>
                  <a:lnTo>
                    <a:pt x="187760" y="574368"/>
                  </a:lnTo>
                  <a:lnTo>
                    <a:pt x="187506" y="574304"/>
                  </a:lnTo>
                  <a:lnTo>
                    <a:pt x="187050" y="574100"/>
                  </a:lnTo>
                  <a:lnTo>
                    <a:pt x="186784" y="574290"/>
                  </a:lnTo>
                  <a:lnTo>
                    <a:pt x="186428" y="574450"/>
                  </a:lnTo>
                  <a:lnTo>
                    <a:pt x="186228" y="574662"/>
                  </a:lnTo>
                  <a:lnTo>
                    <a:pt x="186024" y="574637"/>
                  </a:lnTo>
                  <a:lnTo>
                    <a:pt x="186164" y="574804"/>
                  </a:lnTo>
                  <a:lnTo>
                    <a:pt x="185978" y="575045"/>
                  </a:lnTo>
                  <a:lnTo>
                    <a:pt x="185672" y="575036"/>
                  </a:lnTo>
                  <a:lnTo>
                    <a:pt x="185404" y="575151"/>
                  </a:lnTo>
                  <a:lnTo>
                    <a:pt x="184981" y="575483"/>
                  </a:lnTo>
                  <a:lnTo>
                    <a:pt x="184847" y="575567"/>
                  </a:lnTo>
                  <a:lnTo>
                    <a:pt x="184663" y="575320"/>
                  </a:lnTo>
                  <a:lnTo>
                    <a:pt x="184420" y="575136"/>
                  </a:lnTo>
                  <a:lnTo>
                    <a:pt x="184287" y="575222"/>
                  </a:lnTo>
                  <a:lnTo>
                    <a:pt x="184049" y="575017"/>
                  </a:lnTo>
                  <a:lnTo>
                    <a:pt x="183728" y="574984"/>
                  </a:lnTo>
                  <a:lnTo>
                    <a:pt x="183513" y="575100"/>
                  </a:lnTo>
                  <a:lnTo>
                    <a:pt x="183090" y="575115"/>
                  </a:lnTo>
                  <a:lnTo>
                    <a:pt x="182743" y="574974"/>
                  </a:lnTo>
                  <a:lnTo>
                    <a:pt x="182686" y="575188"/>
                  </a:lnTo>
                  <a:lnTo>
                    <a:pt x="182460" y="575085"/>
                  </a:lnTo>
                  <a:lnTo>
                    <a:pt x="182248" y="575065"/>
                  </a:lnTo>
                  <a:lnTo>
                    <a:pt x="181831" y="575696"/>
                  </a:lnTo>
                  <a:lnTo>
                    <a:pt x="181693" y="575824"/>
                  </a:lnTo>
                  <a:lnTo>
                    <a:pt x="181534" y="575755"/>
                  </a:lnTo>
                  <a:lnTo>
                    <a:pt x="181440" y="575973"/>
                  </a:lnTo>
                  <a:lnTo>
                    <a:pt x="181010" y="576024"/>
                  </a:lnTo>
                  <a:lnTo>
                    <a:pt x="180650" y="575960"/>
                  </a:lnTo>
                  <a:lnTo>
                    <a:pt x="180318" y="575479"/>
                  </a:lnTo>
                  <a:lnTo>
                    <a:pt x="180082" y="575225"/>
                  </a:lnTo>
                  <a:lnTo>
                    <a:pt x="179846" y="574843"/>
                  </a:lnTo>
                  <a:lnTo>
                    <a:pt x="179513" y="574870"/>
                  </a:lnTo>
                  <a:lnTo>
                    <a:pt x="179312" y="574936"/>
                  </a:lnTo>
                  <a:lnTo>
                    <a:pt x="179036" y="574711"/>
                  </a:lnTo>
                  <a:lnTo>
                    <a:pt x="178760" y="574524"/>
                  </a:lnTo>
                  <a:lnTo>
                    <a:pt x="178557" y="574541"/>
                  </a:lnTo>
                  <a:lnTo>
                    <a:pt x="178303" y="574600"/>
                  </a:lnTo>
                  <a:lnTo>
                    <a:pt x="177967" y="574679"/>
                  </a:lnTo>
                  <a:lnTo>
                    <a:pt x="177637" y="574640"/>
                  </a:lnTo>
                  <a:lnTo>
                    <a:pt x="177225" y="574509"/>
                  </a:lnTo>
                  <a:lnTo>
                    <a:pt x="176998" y="574605"/>
                  </a:lnTo>
                  <a:lnTo>
                    <a:pt x="176708" y="574292"/>
                  </a:lnTo>
                  <a:lnTo>
                    <a:pt x="176546" y="574226"/>
                  </a:lnTo>
                  <a:lnTo>
                    <a:pt x="176486" y="574002"/>
                  </a:lnTo>
                  <a:lnTo>
                    <a:pt x="176247" y="573899"/>
                  </a:lnTo>
                  <a:lnTo>
                    <a:pt x="176041" y="573872"/>
                  </a:lnTo>
                  <a:lnTo>
                    <a:pt x="175851" y="573693"/>
                  </a:lnTo>
                  <a:lnTo>
                    <a:pt x="175592" y="573763"/>
                  </a:lnTo>
                  <a:lnTo>
                    <a:pt x="175312" y="573652"/>
                  </a:lnTo>
                  <a:lnTo>
                    <a:pt x="175039" y="573364"/>
                  </a:lnTo>
                  <a:lnTo>
                    <a:pt x="174552" y="573465"/>
                  </a:lnTo>
                  <a:lnTo>
                    <a:pt x="173981" y="573511"/>
                  </a:lnTo>
                  <a:lnTo>
                    <a:pt x="173769" y="573593"/>
                  </a:lnTo>
                  <a:lnTo>
                    <a:pt x="173409" y="573965"/>
                  </a:lnTo>
                  <a:lnTo>
                    <a:pt x="171665" y="574898"/>
                  </a:lnTo>
                  <a:lnTo>
                    <a:pt x="171420" y="574993"/>
                  </a:lnTo>
                  <a:lnTo>
                    <a:pt x="171247" y="575082"/>
                  </a:lnTo>
                  <a:lnTo>
                    <a:pt x="171861" y="574721"/>
                  </a:lnTo>
                  <a:lnTo>
                    <a:pt x="170126" y="572023"/>
                  </a:lnTo>
                  <a:lnTo>
                    <a:pt x="170026" y="571891"/>
                  </a:lnTo>
                  <a:lnTo>
                    <a:pt x="169625" y="571463"/>
                  </a:lnTo>
                  <a:lnTo>
                    <a:pt x="167893" y="569663"/>
                  </a:lnTo>
                  <a:lnTo>
                    <a:pt x="163933" y="564566"/>
                  </a:lnTo>
                  <a:lnTo>
                    <a:pt x="163770" y="563723"/>
                  </a:lnTo>
                  <a:lnTo>
                    <a:pt x="163787" y="563498"/>
                  </a:lnTo>
                  <a:lnTo>
                    <a:pt x="163798" y="563353"/>
                  </a:lnTo>
                  <a:lnTo>
                    <a:pt x="163918" y="563133"/>
                  </a:lnTo>
                  <a:lnTo>
                    <a:pt x="163905" y="559838"/>
                  </a:lnTo>
                  <a:lnTo>
                    <a:pt x="163814" y="559237"/>
                  </a:lnTo>
                  <a:lnTo>
                    <a:pt x="163807" y="559081"/>
                  </a:lnTo>
                  <a:lnTo>
                    <a:pt x="163756" y="558902"/>
                  </a:lnTo>
                  <a:lnTo>
                    <a:pt x="163550" y="557810"/>
                  </a:lnTo>
                  <a:lnTo>
                    <a:pt x="163553" y="557434"/>
                  </a:lnTo>
                  <a:lnTo>
                    <a:pt x="163642" y="557084"/>
                  </a:lnTo>
                  <a:lnTo>
                    <a:pt x="163813" y="557038"/>
                  </a:lnTo>
                  <a:lnTo>
                    <a:pt x="164716" y="556984"/>
                  </a:lnTo>
                  <a:lnTo>
                    <a:pt x="165905" y="556814"/>
                  </a:lnTo>
                  <a:lnTo>
                    <a:pt x="165827" y="556101"/>
                  </a:lnTo>
                  <a:lnTo>
                    <a:pt x="165788" y="555970"/>
                  </a:lnTo>
                  <a:lnTo>
                    <a:pt x="165718" y="555691"/>
                  </a:lnTo>
                  <a:lnTo>
                    <a:pt x="165662" y="555414"/>
                  </a:lnTo>
                  <a:lnTo>
                    <a:pt x="165630" y="555140"/>
                  </a:lnTo>
                  <a:lnTo>
                    <a:pt x="165721" y="554762"/>
                  </a:lnTo>
                  <a:lnTo>
                    <a:pt x="166623" y="554635"/>
                  </a:lnTo>
                  <a:lnTo>
                    <a:pt x="166850" y="554631"/>
                  </a:lnTo>
                  <a:lnTo>
                    <a:pt x="167092" y="554574"/>
                  </a:lnTo>
                  <a:lnTo>
                    <a:pt x="167187" y="555172"/>
                  </a:lnTo>
                  <a:lnTo>
                    <a:pt x="167209" y="555464"/>
                  </a:lnTo>
                  <a:lnTo>
                    <a:pt x="167540" y="556271"/>
                  </a:lnTo>
                  <a:lnTo>
                    <a:pt x="168219" y="556193"/>
                  </a:lnTo>
                  <a:lnTo>
                    <a:pt x="168057" y="555631"/>
                  </a:lnTo>
                  <a:lnTo>
                    <a:pt x="168491" y="555587"/>
                  </a:lnTo>
                  <a:lnTo>
                    <a:pt x="169129" y="555478"/>
                  </a:lnTo>
                  <a:lnTo>
                    <a:pt x="169516" y="555410"/>
                  </a:lnTo>
                  <a:lnTo>
                    <a:pt x="170099" y="555355"/>
                  </a:lnTo>
                  <a:lnTo>
                    <a:pt x="170781" y="555205"/>
                  </a:lnTo>
                  <a:lnTo>
                    <a:pt x="170944" y="555195"/>
                  </a:lnTo>
                  <a:lnTo>
                    <a:pt x="172166" y="555210"/>
                  </a:lnTo>
                  <a:lnTo>
                    <a:pt x="172488" y="555580"/>
                  </a:lnTo>
                  <a:lnTo>
                    <a:pt x="172835" y="555903"/>
                  </a:lnTo>
                  <a:lnTo>
                    <a:pt x="173212" y="556226"/>
                  </a:lnTo>
                  <a:lnTo>
                    <a:pt x="173347" y="556363"/>
                  </a:lnTo>
                  <a:lnTo>
                    <a:pt x="173696" y="556302"/>
                  </a:lnTo>
                  <a:lnTo>
                    <a:pt x="173937" y="556203"/>
                  </a:lnTo>
                  <a:lnTo>
                    <a:pt x="174383" y="556300"/>
                  </a:lnTo>
                  <a:lnTo>
                    <a:pt x="174997" y="555863"/>
                  </a:lnTo>
                  <a:lnTo>
                    <a:pt x="174921" y="555601"/>
                  </a:lnTo>
                  <a:lnTo>
                    <a:pt x="175596" y="555329"/>
                  </a:lnTo>
                  <a:lnTo>
                    <a:pt x="175823" y="555219"/>
                  </a:lnTo>
                  <a:lnTo>
                    <a:pt x="176277" y="555054"/>
                  </a:lnTo>
                  <a:lnTo>
                    <a:pt x="176638" y="554873"/>
                  </a:lnTo>
                  <a:lnTo>
                    <a:pt x="176625" y="554514"/>
                  </a:lnTo>
                  <a:lnTo>
                    <a:pt x="176558" y="554113"/>
                  </a:lnTo>
                  <a:lnTo>
                    <a:pt x="176553" y="553964"/>
                  </a:lnTo>
                  <a:lnTo>
                    <a:pt x="176494" y="553692"/>
                  </a:lnTo>
                  <a:lnTo>
                    <a:pt x="176587" y="553396"/>
                  </a:lnTo>
                  <a:lnTo>
                    <a:pt x="176451" y="553264"/>
                  </a:lnTo>
                  <a:lnTo>
                    <a:pt x="176401" y="553102"/>
                  </a:lnTo>
                  <a:lnTo>
                    <a:pt x="176246" y="553035"/>
                  </a:lnTo>
                  <a:lnTo>
                    <a:pt x="176377" y="552830"/>
                  </a:lnTo>
                  <a:lnTo>
                    <a:pt x="176395" y="552666"/>
                  </a:lnTo>
                  <a:lnTo>
                    <a:pt x="176540" y="552490"/>
                  </a:lnTo>
                  <a:lnTo>
                    <a:pt x="176777" y="552462"/>
                  </a:lnTo>
                  <a:lnTo>
                    <a:pt x="177455" y="552368"/>
                  </a:lnTo>
                  <a:lnTo>
                    <a:pt x="177917" y="552419"/>
                  </a:lnTo>
                  <a:lnTo>
                    <a:pt x="178305" y="552440"/>
                  </a:lnTo>
                  <a:lnTo>
                    <a:pt x="178559" y="552421"/>
                  </a:lnTo>
                  <a:lnTo>
                    <a:pt x="179054" y="552170"/>
                  </a:lnTo>
                  <a:lnTo>
                    <a:pt x="179416" y="552094"/>
                  </a:lnTo>
                  <a:lnTo>
                    <a:pt x="179733" y="552024"/>
                  </a:lnTo>
                  <a:lnTo>
                    <a:pt x="180127" y="551863"/>
                  </a:lnTo>
                  <a:lnTo>
                    <a:pt x="180787" y="551624"/>
                  </a:lnTo>
                  <a:lnTo>
                    <a:pt x="183221" y="551423"/>
                  </a:lnTo>
                  <a:lnTo>
                    <a:pt x="183405" y="551390"/>
                  </a:lnTo>
                  <a:lnTo>
                    <a:pt x="185852" y="551133"/>
                  </a:lnTo>
                  <a:lnTo>
                    <a:pt x="186306" y="551144"/>
                  </a:lnTo>
                  <a:lnTo>
                    <a:pt x="186692" y="551131"/>
                  </a:lnTo>
                  <a:lnTo>
                    <a:pt x="187105" y="551118"/>
                  </a:lnTo>
                  <a:lnTo>
                    <a:pt x="187761" y="551096"/>
                  </a:lnTo>
                  <a:lnTo>
                    <a:pt x="188479" y="551073"/>
                  </a:lnTo>
                  <a:lnTo>
                    <a:pt x="188798" y="551064"/>
                  </a:lnTo>
                  <a:lnTo>
                    <a:pt x="190522" y="551012"/>
                  </a:lnTo>
                  <a:lnTo>
                    <a:pt x="192029" y="550965"/>
                  </a:lnTo>
                  <a:lnTo>
                    <a:pt x="192279" y="550302"/>
                  </a:lnTo>
                  <a:lnTo>
                    <a:pt x="192753" y="549228"/>
                  </a:lnTo>
                  <a:lnTo>
                    <a:pt x="192991" y="549131"/>
                  </a:lnTo>
                  <a:lnTo>
                    <a:pt x="193324" y="548832"/>
                  </a:lnTo>
                  <a:lnTo>
                    <a:pt x="193112" y="547960"/>
                  </a:lnTo>
                  <a:lnTo>
                    <a:pt x="193032" y="547474"/>
                  </a:lnTo>
                  <a:lnTo>
                    <a:pt x="193008" y="546968"/>
                  </a:lnTo>
                  <a:lnTo>
                    <a:pt x="193300" y="546962"/>
                  </a:lnTo>
                  <a:lnTo>
                    <a:pt x="193091" y="545822"/>
                  </a:lnTo>
                  <a:lnTo>
                    <a:pt x="193167" y="545608"/>
                  </a:lnTo>
                  <a:lnTo>
                    <a:pt x="193101" y="545259"/>
                  </a:lnTo>
                  <a:lnTo>
                    <a:pt x="193236" y="544556"/>
                  </a:lnTo>
                  <a:lnTo>
                    <a:pt x="193353" y="544272"/>
                  </a:lnTo>
                  <a:lnTo>
                    <a:pt x="193160" y="544271"/>
                  </a:lnTo>
                  <a:lnTo>
                    <a:pt x="192860" y="544263"/>
                  </a:lnTo>
                  <a:lnTo>
                    <a:pt x="192192" y="544286"/>
                  </a:lnTo>
                  <a:lnTo>
                    <a:pt x="191071" y="543944"/>
                  </a:lnTo>
                  <a:lnTo>
                    <a:pt x="191278" y="543382"/>
                  </a:lnTo>
                  <a:lnTo>
                    <a:pt x="191648" y="543325"/>
                  </a:lnTo>
                  <a:lnTo>
                    <a:pt x="191816" y="543271"/>
                  </a:lnTo>
                  <a:lnTo>
                    <a:pt x="191761" y="541555"/>
                  </a:lnTo>
                  <a:lnTo>
                    <a:pt x="192029" y="541010"/>
                  </a:lnTo>
                  <a:lnTo>
                    <a:pt x="191808" y="540105"/>
                  </a:lnTo>
                  <a:lnTo>
                    <a:pt x="191358" y="540139"/>
                  </a:lnTo>
                  <a:lnTo>
                    <a:pt x="190803" y="540066"/>
                  </a:lnTo>
                  <a:lnTo>
                    <a:pt x="190750" y="540414"/>
                  </a:lnTo>
                  <a:lnTo>
                    <a:pt x="190643" y="542288"/>
                  </a:lnTo>
                  <a:lnTo>
                    <a:pt x="190666" y="542547"/>
                  </a:lnTo>
                  <a:lnTo>
                    <a:pt x="190642" y="542738"/>
                  </a:lnTo>
                  <a:lnTo>
                    <a:pt x="190612" y="542874"/>
                  </a:lnTo>
                  <a:lnTo>
                    <a:pt x="190348" y="543509"/>
                  </a:lnTo>
                  <a:lnTo>
                    <a:pt x="190184" y="543609"/>
                  </a:lnTo>
                  <a:lnTo>
                    <a:pt x="189708" y="543696"/>
                  </a:lnTo>
                  <a:lnTo>
                    <a:pt x="189164" y="543508"/>
                  </a:lnTo>
                  <a:lnTo>
                    <a:pt x="188612" y="543488"/>
                  </a:lnTo>
                  <a:lnTo>
                    <a:pt x="188311" y="543597"/>
                  </a:lnTo>
                  <a:lnTo>
                    <a:pt x="187885" y="543644"/>
                  </a:lnTo>
                  <a:lnTo>
                    <a:pt x="187750" y="543654"/>
                  </a:lnTo>
                  <a:lnTo>
                    <a:pt x="187617" y="543651"/>
                  </a:lnTo>
                  <a:lnTo>
                    <a:pt x="187221" y="543557"/>
                  </a:lnTo>
                  <a:lnTo>
                    <a:pt x="187041" y="543475"/>
                  </a:lnTo>
                  <a:lnTo>
                    <a:pt x="186914" y="543378"/>
                  </a:lnTo>
                  <a:lnTo>
                    <a:pt x="186649" y="543118"/>
                  </a:lnTo>
                  <a:lnTo>
                    <a:pt x="186513" y="542961"/>
                  </a:lnTo>
                  <a:lnTo>
                    <a:pt x="186381" y="541759"/>
                  </a:lnTo>
                  <a:lnTo>
                    <a:pt x="186519" y="541612"/>
                  </a:lnTo>
                  <a:lnTo>
                    <a:pt x="186635" y="541430"/>
                  </a:lnTo>
                  <a:lnTo>
                    <a:pt x="186954" y="540977"/>
                  </a:lnTo>
                  <a:lnTo>
                    <a:pt x="187200" y="540177"/>
                  </a:lnTo>
                  <a:lnTo>
                    <a:pt x="187350" y="540028"/>
                  </a:lnTo>
                  <a:lnTo>
                    <a:pt x="188291" y="537793"/>
                  </a:lnTo>
                  <a:lnTo>
                    <a:pt x="188290" y="536511"/>
                  </a:lnTo>
                  <a:lnTo>
                    <a:pt x="187826" y="536876"/>
                  </a:lnTo>
                  <a:lnTo>
                    <a:pt x="186999" y="536918"/>
                  </a:lnTo>
                  <a:lnTo>
                    <a:pt x="186693" y="536784"/>
                  </a:lnTo>
                  <a:lnTo>
                    <a:pt x="186399" y="536731"/>
                  </a:lnTo>
                  <a:lnTo>
                    <a:pt x="185921" y="536823"/>
                  </a:lnTo>
                  <a:lnTo>
                    <a:pt x="185675" y="536757"/>
                  </a:lnTo>
                  <a:lnTo>
                    <a:pt x="185423" y="537005"/>
                  </a:lnTo>
                  <a:lnTo>
                    <a:pt x="185352" y="537137"/>
                  </a:lnTo>
                  <a:lnTo>
                    <a:pt x="184980" y="537210"/>
                  </a:lnTo>
                  <a:lnTo>
                    <a:pt x="184869" y="537416"/>
                  </a:lnTo>
                  <a:lnTo>
                    <a:pt x="184542" y="537515"/>
                  </a:lnTo>
                  <a:lnTo>
                    <a:pt x="184319" y="537635"/>
                  </a:lnTo>
                  <a:lnTo>
                    <a:pt x="184175" y="537651"/>
                  </a:lnTo>
                  <a:lnTo>
                    <a:pt x="183894" y="537735"/>
                  </a:lnTo>
                  <a:lnTo>
                    <a:pt x="183725" y="537671"/>
                  </a:lnTo>
                  <a:lnTo>
                    <a:pt x="183135" y="537744"/>
                  </a:lnTo>
                  <a:lnTo>
                    <a:pt x="182490" y="537600"/>
                  </a:lnTo>
                  <a:lnTo>
                    <a:pt x="181982" y="537479"/>
                  </a:lnTo>
                  <a:lnTo>
                    <a:pt x="181946" y="537197"/>
                  </a:lnTo>
                  <a:lnTo>
                    <a:pt x="181898" y="537011"/>
                  </a:lnTo>
                  <a:lnTo>
                    <a:pt x="181838" y="536874"/>
                  </a:lnTo>
                  <a:lnTo>
                    <a:pt x="181751" y="536741"/>
                  </a:lnTo>
                  <a:lnTo>
                    <a:pt x="181610" y="536630"/>
                  </a:lnTo>
                  <a:lnTo>
                    <a:pt x="181266" y="536412"/>
                  </a:lnTo>
                  <a:lnTo>
                    <a:pt x="180744" y="535939"/>
                  </a:lnTo>
                  <a:lnTo>
                    <a:pt x="180544" y="535790"/>
                  </a:lnTo>
                  <a:lnTo>
                    <a:pt x="179981" y="535451"/>
                  </a:lnTo>
                  <a:lnTo>
                    <a:pt x="179763" y="535210"/>
                  </a:lnTo>
                  <a:lnTo>
                    <a:pt x="179567" y="535037"/>
                  </a:lnTo>
                  <a:lnTo>
                    <a:pt x="179339" y="534904"/>
                  </a:lnTo>
                  <a:lnTo>
                    <a:pt x="178838" y="534747"/>
                  </a:lnTo>
                  <a:lnTo>
                    <a:pt x="178703" y="534823"/>
                  </a:lnTo>
                  <a:lnTo>
                    <a:pt x="178462" y="534742"/>
                  </a:lnTo>
                  <a:lnTo>
                    <a:pt x="178175" y="534583"/>
                  </a:lnTo>
                  <a:lnTo>
                    <a:pt x="178033" y="534485"/>
                  </a:lnTo>
                  <a:lnTo>
                    <a:pt x="177682" y="534299"/>
                  </a:lnTo>
                  <a:lnTo>
                    <a:pt x="177714" y="534472"/>
                  </a:lnTo>
                  <a:lnTo>
                    <a:pt x="177536" y="534908"/>
                  </a:lnTo>
                  <a:lnTo>
                    <a:pt x="177641" y="535458"/>
                  </a:lnTo>
                  <a:lnTo>
                    <a:pt x="177784" y="536214"/>
                  </a:lnTo>
                  <a:lnTo>
                    <a:pt x="179054" y="536063"/>
                  </a:lnTo>
                  <a:lnTo>
                    <a:pt x="179833" y="535926"/>
                  </a:lnTo>
                  <a:lnTo>
                    <a:pt x="180496" y="535884"/>
                  </a:lnTo>
                  <a:lnTo>
                    <a:pt x="181233" y="536518"/>
                  </a:lnTo>
                  <a:lnTo>
                    <a:pt x="181748" y="536922"/>
                  </a:lnTo>
                  <a:lnTo>
                    <a:pt x="181849" y="537228"/>
                  </a:lnTo>
                  <a:lnTo>
                    <a:pt x="181882" y="537618"/>
                  </a:lnTo>
                  <a:lnTo>
                    <a:pt x="182559" y="537768"/>
                  </a:lnTo>
                  <a:lnTo>
                    <a:pt x="182500" y="538572"/>
                  </a:lnTo>
                  <a:lnTo>
                    <a:pt x="182623" y="538814"/>
                  </a:lnTo>
                  <a:lnTo>
                    <a:pt x="182646" y="539354"/>
                  </a:lnTo>
                  <a:lnTo>
                    <a:pt x="182296" y="540373"/>
                  </a:lnTo>
                  <a:lnTo>
                    <a:pt x="180743" y="543045"/>
                  </a:lnTo>
                  <a:lnTo>
                    <a:pt x="180491" y="543173"/>
                  </a:lnTo>
                  <a:lnTo>
                    <a:pt x="179880" y="543312"/>
                  </a:lnTo>
                  <a:lnTo>
                    <a:pt x="179527" y="543627"/>
                  </a:lnTo>
                  <a:lnTo>
                    <a:pt x="179248" y="543408"/>
                  </a:lnTo>
                  <a:lnTo>
                    <a:pt x="179143" y="543165"/>
                  </a:lnTo>
                  <a:lnTo>
                    <a:pt x="179075" y="543005"/>
                  </a:lnTo>
                  <a:lnTo>
                    <a:pt x="179069" y="542655"/>
                  </a:lnTo>
                  <a:lnTo>
                    <a:pt x="178678" y="542149"/>
                  </a:lnTo>
                  <a:lnTo>
                    <a:pt x="178222" y="541839"/>
                  </a:lnTo>
                  <a:lnTo>
                    <a:pt x="178009" y="541701"/>
                  </a:lnTo>
                  <a:lnTo>
                    <a:pt x="177416" y="541541"/>
                  </a:lnTo>
                  <a:lnTo>
                    <a:pt x="177135" y="541813"/>
                  </a:lnTo>
                  <a:lnTo>
                    <a:pt x="176857" y="541992"/>
                  </a:lnTo>
                  <a:lnTo>
                    <a:pt x="176640" y="541851"/>
                  </a:lnTo>
                  <a:lnTo>
                    <a:pt x="176476" y="541786"/>
                  </a:lnTo>
                  <a:lnTo>
                    <a:pt x="176310" y="541721"/>
                  </a:lnTo>
                  <a:lnTo>
                    <a:pt x="175786" y="541731"/>
                  </a:lnTo>
                  <a:lnTo>
                    <a:pt x="175602" y="541889"/>
                  </a:lnTo>
                  <a:lnTo>
                    <a:pt x="175307" y="542082"/>
                  </a:lnTo>
                  <a:lnTo>
                    <a:pt x="174807" y="541868"/>
                  </a:lnTo>
                  <a:lnTo>
                    <a:pt x="174520" y="541647"/>
                  </a:lnTo>
                  <a:lnTo>
                    <a:pt x="174091" y="542022"/>
                  </a:lnTo>
                  <a:lnTo>
                    <a:pt x="173764" y="542326"/>
                  </a:lnTo>
                  <a:lnTo>
                    <a:pt x="173870" y="542512"/>
                  </a:lnTo>
                  <a:lnTo>
                    <a:pt x="173703" y="542793"/>
                  </a:lnTo>
                  <a:lnTo>
                    <a:pt x="173640" y="543135"/>
                  </a:lnTo>
                  <a:lnTo>
                    <a:pt x="173932" y="543638"/>
                  </a:lnTo>
                  <a:lnTo>
                    <a:pt x="173933" y="543982"/>
                  </a:lnTo>
                  <a:lnTo>
                    <a:pt x="173616" y="544085"/>
                  </a:lnTo>
                  <a:lnTo>
                    <a:pt x="173375" y="544209"/>
                  </a:lnTo>
                  <a:lnTo>
                    <a:pt x="173288" y="544475"/>
                  </a:lnTo>
                  <a:lnTo>
                    <a:pt x="172845" y="544840"/>
                  </a:lnTo>
                  <a:lnTo>
                    <a:pt x="172806" y="545044"/>
                  </a:lnTo>
                  <a:lnTo>
                    <a:pt x="172566" y="545228"/>
                  </a:lnTo>
                  <a:lnTo>
                    <a:pt x="172380" y="545475"/>
                  </a:lnTo>
                  <a:lnTo>
                    <a:pt x="172292" y="545638"/>
                  </a:lnTo>
                  <a:lnTo>
                    <a:pt x="172162" y="545881"/>
                  </a:lnTo>
                  <a:lnTo>
                    <a:pt x="172068" y="546217"/>
                  </a:lnTo>
                  <a:lnTo>
                    <a:pt x="172057" y="546479"/>
                  </a:lnTo>
                  <a:lnTo>
                    <a:pt x="171904" y="546667"/>
                  </a:lnTo>
                  <a:lnTo>
                    <a:pt x="171928" y="546940"/>
                  </a:lnTo>
                  <a:lnTo>
                    <a:pt x="171710" y="547515"/>
                  </a:lnTo>
                  <a:lnTo>
                    <a:pt x="171336" y="547781"/>
                  </a:lnTo>
                  <a:lnTo>
                    <a:pt x="170639" y="548161"/>
                  </a:lnTo>
                  <a:lnTo>
                    <a:pt x="170430" y="548153"/>
                  </a:lnTo>
                  <a:lnTo>
                    <a:pt x="170123" y="548236"/>
                  </a:lnTo>
                  <a:lnTo>
                    <a:pt x="169951" y="548295"/>
                  </a:lnTo>
                  <a:lnTo>
                    <a:pt x="169727" y="548371"/>
                  </a:lnTo>
                  <a:lnTo>
                    <a:pt x="169518" y="548443"/>
                  </a:lnTo>
                  <a:lnTo>
                    <a:pt x="169259" y="548518"/>
                  </a:lnTo>
                  <a:lnTo>
                    <a:pt x="169077" y="548570"/>
                  </a:lnTo>
                  <a:lnTo>
                    <a:pt x="168402" y="548532"/>
                  </a:lnTo>
                  <a:lnTo>
                    <a:pt x="168251" y="548461"/>
                  </a:lnTo>
                  <a:lnTo>
                    <a:pt x="167443" y="548215"/>
                  </a:lnTo>
                  <a:lnTo>
                    <a:pt x="166800" y="548127"/>
                  </a:lnTo>
                  <a:lnTo>
                    <a:pt x="165732" y="548650"/>
                  </a:lnTo>
                  <a:lnTo>
                    <a:pt x="165559" y="548648"/>
                  </a:lnTo>
                  <a:lnTo>
                    <a:pt x="165093" y="548972"/>
                  </a:lnTo>
                  <a:lnTo>
                    <a:pt x="164862" y="549058"/>
                  </a:lnTo>
                  <a:lnTo>
                    <a:pt x="164641" y="549140"/>
                  </a:lnTo>
                  <a:lnTo>
                    <a:pt x="164456" y="549124"/>
                  </a:lnTo>
                  <a:lnTo>
                    <a:pt x="164197" y="549005"/>
                  </a:lnTo>
                  <a:lnTo>
                    <a:pt x="163974" y="549022"/>
                  </a:lnTo>
                  <a:lnTo>
                    <a:pt x="163720" y="548869"/>
                  </a:lnTo>
                  <a:lnTo>
                    <a:pt x="163645" y="548607"/>
                  </a:lnTo>
                  <a:lnTo>
                    <a:pt x="163512" y="548314"/>
                  </a:lnTo>
                  <a:lnTo>
                    <a:pt x="163268" y="548294"/>
                  </a:lnTo>
                  <a:lnTo>
                    <a:pt x="163173" y="548076"/>
                  </a:lnTo>
                  <a:lnTo>
                    <a:pt x="163204" y="547946"/>
                  </a:lnTo>
                  <a:lnTo>
                    <a:pt x="163294" y="547567"/>
                  </a:lnTo>
                  <a:lnTo>
                    <a:pt x="163333" y="547164"/>
                  </a:lnTo>
                  <a:lnTo>
                    <a:pt x="162798" y="546935"/>
                  </a:lnTo>
                  <a:lnTo>
                    <a:pt x="162451" y="546812"/>
                  </a:lnTo>
                  <a:lnTo>
                    <a:pt x="161892" y="546614"/>
                  </a:lnTo>
                  <a:lnTo>
                    <a:pt x="161320" y="546412"/>
                  </a:lnTo>
                  <a:lnTo>
                    <a:pt x="161078" y="545972"/>
                  </a:lnTo>
                  <a:lnTo>
                    <a:pt x="160853" y="545951"/>
                  </a:lnTo>
                  <a:lnTo>
                    <a:pt x="160671" y="545843"/>
                  </a:lnTo>
                  <a:lnTo>
                    <a:pt x="160287" y="545829"/>
                  </a:lnTo>
                  <a:lnTo>
                    <a:pt x="159927" y="545942"/>
                  </a:lnTo>
                  <a:lnTo>
                    <a:pt x="159971" y="545584"/>
                  </a:lnTo>
                  <a:lnTo>
                    <a:pt x="159942" y="545340"/>
                  </a:lnTo>
                  <a:lnTo>
                    <a:pt x="159792" y="545126"/>
                  </a:lnTo>
                  <a:lnTo>
                    <a:pt x="159665" y="545070"/>
                  </a:lnTo>
                  <a:lnTo>
                    <a:pt x="159565" y="544828"/>
                  </a:lnTo>
                  <a:lnTo>
                    <a:pt x="159026" y="544642"/>
                  </a:lnTo>
                  <a:lnTo>
                    <a:pt x="159037" y="543949"/>
                  </a:lnTo>
                  <a:lnTo>
                    <a:pt x="158858" y="543852"/>
                  </a:lnTo>
                  <a:lnTo>
                    <a:pt x="158624" y="543527"/>
                  </a:lnTo>
                  <a:lnTo>
                    <a:pt x="158623" y="543399"/>
                  </a:lnTo>
                  <a:lnTo>
                    <a:pt x="158699" y="542943"/>
                  </a:lnTo>
                  <a:lnTo>
                    <a:pt x="158703" y="542657"/>
                  </a:lnTo>
                  <a:lnTo>
                    <a:pt x="158741" y="542295"/>
                  </a:lnTo>
                  <a:lnTo>
                    <a:pt x="158596" y="542126"/>
                  </a:lnTo>
                  <a:lnTo>
                    <a:pt x="158727" y="542033"/>
                  </a:lnTo>
                  <a:lnTo>
                    <a:pt x="158698" y="541683"/>
                  </a:lnTo>
                  <a:lnTo>
                    <a:pt x="158533" y="541366"/>
                  </a:lnTo>
                  <a:lnTo>
                    <a:pt x="158185" y="540946"/>
                  </a:lnTo>
                  <a:lnTo>
                    <a:pt x="158017" y="540740"/>
                  </a:lnTo>
                  <a:lnTo>
                    <a:pt x="157765" y="540045"/>
                  </a:lnTo>
                  <a:lnTo>
                    <a:pt x="157914" y="539995"/>
                  </a:lnTo>
                  <a:lnTo>
                    <a:pt x="158400" y="539923"/>
                  </a:lnTo>
                  <a:lnTo>
                    <a:pt x="158343" y="539722"/>
                  </a:lnTo>
                  <a:lnTo>
                    <a:pt x="158441" y="539393"/>
                  </a:lnTo>
                  <a:lnTo>
                    <a:pt x="158552" y="539118"/>
                  </a:lnTo>
                  <a:lnTo>
                    <a:pt x="158668" y="538692"/>
                  </a:lnTo>
                  <a:lnTo>
                    <a:pt x="158611" y="538346"/>
                  </a:lnTo>
                  <a:lnTo>
                    <a:pt x="158463" y="538197"/>
                  </a:lnTo>
                  <a:lnTo>
                    <a:pt x="158489" y="537971"/>
                  </a:lnTo>
                  <a:lnTo>
                    <a:pt x="158688" y="537378"/>
                  </a:lnTo>
                  <a:lnTo>
                    <a:pt x="158592" y="537139"/>
                  </a:lnTo>
                  <a:lnTo>
                    <a:pt x="158661" y="536817"/>
                  </a:lnTo>
                  <a:lnTo>
                    <a:pt x="158469" y="536428"/>
                  </a:lnTo>
                  <a:lnTo>
                    <a:pt x="157905" y="536591"/>
                  </a:lnTo>
                  <a:lnTo>
                    <a:pt x="157682" y="536600"/>
                  </a:lnTo>
                  <a:lnTo>
                    <a:pt x="157758" y="536879"/>
                  </a:lnTo>
                  <a:lnTo>
                    <a:pt x="157375" y="536787"/>
                  </a:lnTo>
                  <a:lnTo>
                    <a:pt x="157182" y="536927"/>
                  </a:lnTo>
                  <a:lnTo>
                    <a:pt x="156550" y="537294"/>
                  </a:lnTo>
                  <a:lnTo>
                    <a:pt x="156112" y="537562"/>
                  </a:lnTo>
                  <a:lnTo>
                    <a:pt x="155812" y="537689"/>
                  </a:lnTo>
                  <a:lnTo>
                    <a:pt x="155389" y="537581"/>
                  </a:lnTo>
                  <a:lnTo>
                    <a:pt x="155173" y="537610"/>
                  </a:lnTo>
                  <a:lnTo>
                    <a:pt x="154864" y="537675"/>
                  </a:lnTo>
                  <a:lnTo>
                    <a:pt x="154586" y="537638"/>
                  </a:lnTo>
                  <a:lnTo>
                    <a:pt x="153721" y="537437"/>
                  </a:lnTo>
                  <a:lnTo>
                    <a:pt x="153531" y="537440"/>
                  </a:lnTo>
                  <a:lnTo>
                    <a:pt x="153600" y="536997"/>
                  </a:lnTo>
                  <a:lnTo>
                    <a:pt x="153840" y="536764"/>
                  </a:lnTo>
                  <a:lnTo>
                    <a:pt x="153888" y="536584"/>
                  </a:lnTo>
                  <a:lnTo>
                    <a:pt x="153344" y="536301"/>
                  </a:lnTo>
                  <a:lnTo>
                    <a:pt x="153160" y="536125"/>
                  </a:lnTo>
                  <a:lnTo>
                    <a:pt x="153018" y="536005"/>
                  </a:lnTo>
                  <a:lnTo>
                    <a:pt x="152752" y="535607"/>
                  </a:lnTo>
                  <a:lnTo>
                    <a:pt x="152823" y="535436"/>
                  </a:lnTo>
                  <a:lnTo>
                    <a:pt x="152821" y="534929"/>
                  </a:lnTo>
                  <a:lnTo>
                    <a:pt x="153117" y="534867"/>
                  </a:lnTo>
                  <a:lnTo>
                    <a:pt x="153041" y="534717"/>
                  </a:lnTo>
                  <a:lnTo>
                    <a:pt x="152920" y="534146"/>
                  </a:lnTo>
                  <a:lnTo>
                    <a:pt x="154028" y="533102"/>
                  </a:lnTo>
                  <a:lnTo>
                    <a:pt x="154721" y="532631"/>
                  </a:lnTo>
                  <a:lnTo>
                    <a:pt x="154961" y="532472"/>
                  </a:lnTo>
                  <a:lnTo>
                    <a:pt x="155599" y="532152"/>
                  </a:lnTo>
                  <a:lnTo>
                    <a:pt x="155801" y="532011"/>
                  </a:lnTo>
                  <a:lnTo>
                    <a:pt x="156134" y="531695"/>
                  </a:lnTo>
                  <a:lnTo>
                    <a:pt x="156189" y="531419"/>
                  </a:lnTo>
                  <a:lnTo>
                    <a:pt x="156384" y="531324"/>
                  </a:lnTo>
                  <a:lnTo>
                    <a:pt x="156615" y="531117"/>
                  </a:lnTo>
                  <a:lnTo>
                    <a:pt x="156541" y="530799"/>
                  </a:lnTo>
                  <a:lnTo>
                    <a:pt x="156407" y="530412"/>
                  </a:lnTo>
                  <a:lnTo>
                    <a:pt x="156167" y="530572"/>
                  </a:lnTo>
                  <a:lnTo>
                    <a:pt x="155901" y="530584"/>
                  </a:lnTo>
                  <a:lnTo>
                    <a:pt x="155341" y="530708"/>
                  </a:lnTo>
                  <a:lnTo>
                    <a:pt x="154896" y="530728"/>
                  </a:lnTo>
                  <a:lnTo>
                    <a:pt x="154629" y="530545"/>
                  </a:lnTo>
                  <a:lnTo>
                    <a:pt x="154176" y="530210"/>
                  </a:lnTo>
                  <a:lnTo>
                    <a:pt x="153439" y="530074"/>
                  </a:lnTo>
                  <a:lnTo>
                    <a:pt x="153028" y="530224"/>
                  </a:lnTo>
                  <a:lnTo>
                    <a:pt x="152828" y="530192"/>
                  </a:lnTo>
                  <a:lnTo>
                    <a:pt x="152531" y="530145"/>
                  </a:lnTo>
                  <a:lnTo>
                    <a:pt x="152074" y="530123"/>
                  </a:lnTo>
                  <a:lnTo>
                    <a:pt x="151667" y="530103"/>
                  </a:lnTo>
                  <a:lnTo>
                    <a:pt x="151565" y="529938"/>
                  </a:lnTo>
                  <a:lnTo>
                    <a:pt x="151184" y="529972"/>
                  </a:lnTo>
                  <a:lnTo>
                    <a:pt x="151161" y="529843"/>
                  </a:lnTo>
                  <a:lnTo>
                    <a:pt x="151128" y="529661"/>
                  </a:lnTo>
                  <a:lnTo>
                    <a:pt x="151067" y="529515"/>
                  </a:lnTo>
                  <a:lnTo>
                    <a:pt x="150464" y="529459"/>
                  </a:lnTo>
                  <a:lnTo>
                    <a:pt x="149475" y="529094"/>
                  </a:lnTo>
                  <a:lnTo>
                    <a:pt x="149204" y="529001"/>
                  </a:lnTo>
                  <a:lnTo>
                    <a:pt x="148934" y="529117"/>
                  </a:lnTo>
                  <a:lnTo>
                    <a:pt x="148539" y="529278"/>
                  </a:lnTo>
                  <a:lnTo>
                    <a:pt x="148403" y="529190"/>
                  </a:lnTo>
                  <a:lnTo>
                    <a:pt x="148242" y="529085"/>
                  </a:lnTo>
                  <a:lnTo>
                    <a:pt x="147921" y="529056"/>
                  </a:lnTo>
                  <a:lnTo>
                    <a:pt x="147597" y="528888"/>
                  </a:lnTo>
                  <a:lnTo>
                    <a:pt x="147603" y="528701"/>
                  </a:lnTo>
                  <a:lnTo>
                    <a:pt x="147515" y="528547"/>
                  </a:lnTo>
                  <a:lnTo>
                    <a:pt x="147385" y="528553"/>
                  </a:lnTo>
                  <a:lnTo>
                    <a:pt x="147097" y="528549"/>
                  </a:lnTo>
                  <a:lnTo>
                    <a:pt x="146668" y="528407"/>
                  </a:lnTo>
                  <a:lnTo>
                    <a:pt x="146519" y="528340"/>
                  </a:lnTo>
                  <a:lnTo>
                    <a:pt x="146158" y="528177"/>
                  </a:lnTo>
                  <a:lnTo>
                    <a:pt x="146000" y="528105"/>
                  </a:lnTo>
                  <a:lnTo>
                    <a:pt x="145736" y="527986"/>
                  </a:lnTo>
                  <a:lnTo>
                    <a:pt x="145440" y="527720"/>
                  </a:lnTo>
                  <a:lnTo>
                    <a:pt x="145219" y="527520"/>
                  </a:lnTo>
                  <a:lnTo>
                    <a:pt x="144989" y="527306"/>
                  </a:lnTo>
                  <a:lnTo>
                    <a:pt x="145087" y="526950"/>
                  </a:lnTo>
                  <a:lnTo>
                    <a:pt x="144220" y="525946"/>
                  </a:lnTo>
                  <a:lnTo>
                    <a:pt x="144127" y="526075"/>
                  </a:lnTo>
                  <a:lnTo>
                    <a:pt x="143463" y="525707"/>
                  </a:lnTo>
                  <a:lnTo>
                    <a:pt x="143005" y="525414"/>
                  </a:lnTo>
                  <a:lnTo>
                    <a:pt x="142237" y="524807"/>
                  </a:lnTo>
                  <a:lnTo>
                    <a:pt x="142002" y="524328"/>
                  </a:lnTo>
                  <a:lnTo>
                    <a:pt x="141918" y="524156"/>
                  </a:lnTo>
                  <a:lnTo>
                    <a:pt x="141773" y="523910"/>
                  </a:lnTo>
                  <a:lnTo>
                    <a:pt x="141524" y="523490"/>
                  </a:lnTo>
                  <a:lnTo>
                    <a:pt x="141149" y="523056"/>
                  </a:lnTo>
                  <a:lnTo>
                    <a:pt x="141022" y="522893"/>
                  </a:lnTo>
                  <a:lnTo>
                    <a:pt x="140895" y="522730"/>
                  </a:lnTo>
                  <a:lnTo>
                    <a:pt x="140691" y="522304"/>
                  </a:lnTo>
                  <a:lnTo>
                    <a:pt x="140589" y="522165"/>
                  </a:lnTo>
                  <a:lnTo>
                    <a:pt x="140315" y="521550"/>
                  </a:lnTo>
                  <a:lnTo>
                    <a:pt x="140021" y="521019"/>
                  </a:lnTo>
                  <a:lnTo>
                    <a:pt x="139573" y="520534"/>
                  </a:lnTo>
                  <a:lnTo>
                    <a:pt x="139265" y="520398"/>
                  </a:lnTo>
                  <a:lnTo>
                    <a:pt x="139077" y="520340"/>
                  </a:lnTo>
                  <a:lnTo>
                    <a:pt x="138667" y="520101"/>
                  </a:lnTo>
                  <a:lnTo>
                    <a:pt x="138547" y="519961"/>
                  </a:lnTo>
                  <a:lnTo>
                    <a:pt x="138154" y="519501"/>
                  </a:lnTo>
                  <a:lnTo>
                    <a:pt x="137883" y="519084"/>
                  </a:lnTo>
                  <a:lnTo>
                    <a:pt x="137966" y="518923"/>
                  </a:lnTo>
                  <a:lnTo>
                    <a:pt x="137812" y="518588"/>
                  </a:lnTo>
                  <a:lnTo>
                    <a:pt x="137494" y="517977"/>
                  </a:lnTo>
                  <a:lnTo>
                    <a:pt x="136984" y="517718"/>
                  </a:lnTo>
                  <a:lnTo>
                    <a:pt x="136744" y="517138"/>
                  </a:lnTo>
                  <a:lnTo>
                    <a:pt x="136565" y="516815"/>
                  </a:lnTo>
                  <a:lnTo>
                    <a:pt x="135904" y="516361"/>
                  </a:lnTo>
                  <a:lnTo>
                    <a:pt x="135885" y="516203"/>
                  </a:lnTo>
                  <a:lnTo>
                    <a:pt x="135857" y="515477"/>
                  </a:lnTo>
                  <a:lnTo>
                    <a:pt x="136185" y="515228"/>
                  </a:lnTo>
                  <a:lnTo>
                    <a:pt x="136823" y="514790"/>
                  </a:lnTo>
                  <a:lnTo>
                    <a:pt x="137002" y="514638"/>
                  </a:lnTo>
                  <a:lnTo>
                    <a:pt x="137531" y="514294"/>
                  </a:lnTo>
                  <a:lnTo>
                    <a:pt x="138142" y="513865"/>
                  </a:lnTo>
                  <a:lnTo>
                    <a:pt x="139227" y="513258"/>
                  </a:lnTo>
                  <a:lnTo>
                    <a:pt x="139465" y="513101"/>
                  </a:lnTo>
                  <a:lnTo>
                    <a:pt x="139684" y="512991"/>
                  </a:lnTo>
                  <a:lnTo>
                    <a:pt x="140151" y="512585"/>
                  </a:lnTo>
                  <a:lnTo>
                    <a:pt x="140324" y="512268"/>
                  </a:lnTo>
                  <a:lnTo>
                    <a:pt x="140384" y="512023"/>
                  </a:lnTo>
                  <a:lnTo>
                    <a:pt x="140456" y="511885"/>
                  </a:lnTo>
                  <a:lnTo>
                    <a:pt x="140465" y="511693"/>
                  </a:lnTo>
                  <a:lnTo>
                    <a:pt x="140710" y="510423"/>
                  </a:lnTo>
                  <a:lnTo>
                    <a:pt x="141086" y="509863"/>
                  </a:lnTo>
                  <a:lnTo>
                    <a:pt x="141486" y="509152"/>
                  </a:lnTo>
                  <a:lnTo>
                    <a:pt x="141620" y="508201"/>
                  </a:lnTo>
                  <a:lnTo>
                    <a:pt x="141672" y="508005"/>
                  </a:lnTo>
                  <a:lnTo>
                    <a:pt x="141817" y="507680"/>
                  </a:lnTo>
                  <a:lnTo>
                    <a:pt x="142282" y="507071"/>
                  </a:lnTo>
                  <a:lnTo>
                    <a:pt x="142420" y="506839"/>
                  </a:lnTo>
                  <a:lnTo>
                    <a:pt x="142532" y="506693"/>
                  </a:lnTo>
                  <a:lnTo>
                    <a:pt x="142639" y="506502"/>
                  </a:lnTo>
                  <a:lnTo>
                    <a:pt x="143111" y="505746"/>
                  </a:lnTo>
                  <a:lnTo>
                    <a:pt x="143292" y="505524"/>
                  </a:lnTo>
                  <a:lnTo>
                    <a:pt x="143677" y="505271"/>
                  </a:lnTo>
                  <a:lnTo>
                    <a:pt x="144169" y="504892"/>
                  </a:lnTo>
                  <a:lnTo>
                    <a:pt x="145985" y="504105"/>
                  </a:lnTo>
                  <a:lnTo>
                    <a:pt x="146991" y="503603"/>
                  </a:lnTo>
                  <a:lnTo>
                    <a:pt x="148678" y="502985"/>
                  </a:lnTo>
                  <a:lnTo>
                    <a:pt x="150968" y="501886"/>
                  </a:lnTo>
                  <a:lnTo>
                    <a:pt x="152159" y="501339"/>
                  </a:lnTo>
                  <a:lnTo>
                    <a:pt x="152378" y="501193"/>
                  </a:lnTo>
                  <a:lnTo>
                    <a:pt x="152588" y="501015"/>
                  </a:lnTo>
                  <a:lnTo>
                    <a:pt x="152936" y="500794"/>
                  </a:lnTo>
                  <a:lnTo>
                    <a:pt x="153164" y="500487"/>
                  </a:lnTo>
                  <a:lnTo>
                    <a:pt x="153807" y="500009"/>
                  </a:lnTo>
                  <a:lnTo>
                    <a:pt x="154213" y="499646"/>
                  </a:lnTo>
                  <a:lnTo>
                    <a:pt x="155562" y="498600"/>
                  </a:lnTo>
                  <a:lnTo>
                    <a:pt x="156263" y="498045"/>
                  </a:lnTo>
                  <a:lnTo>
                    <a:pt x="156440" y="497951"/>
                  </a:lnTo>
                  <a:lnTo>
                    <a:pt x="156653" y="497859"/>
                  </a:lnTo>
                  <a:lnTo>
                    <a:pt x="157056" y="497768"/>
                  </a:lnTo>
                  <a:lnTo>
                    <a:pt x="158023" y="497434"/>
                  </a:lnTo>
                  <a:lnTo>
                    <a:pt x="159239" y="497059"/>
                  </a:lnTo>
                  <a:lnTo>
                    <a:pt x="159573" y="496956"/>
                  </a:lnTo>
                  <a:lnTo>
                    <a:pt x="160298" y="496696"/>
                  </a:lnTo>
                  <a:lnTo>
                    <a:pt x="160927" y="496450"/>
                  </a:lnTo>
                  <a:lnTo>
                    <a:pt x="161365" y="496229"/>
                  </a:lnTo>
                  <a:lnTo>
                    <a:pt x="162606" y="495728"/>
                  </a:lnTo>
                  <a:lnTo>
                    <a:pt x="163548" y="495226"/>
                  </a:lnTo>
                  <a:lnTo>
                    <a:pt x="163938" y="495035"/>
                  </a:lnTo>
                  <a:lnTo>
                    <a:pt x="164395" y="494743"/>
                  </a:lnTo>
                  <a:lnTo>
                    <a:pt x="164752" y="494541"/>
                  </a:lnTo>
                  <a:lnTo>
                    <a:pt x="164992" y="494377"/>
                  </a:lnTo>
                  <a:lnTo>
                    <a:pt x="165432" y="494185"/>
                  </a:lnTo>
                  <a:lnTo>
                    <a:pt x="166029" y="494024"/>
                  </a:lnTo>
                  <a:lnTo>
                    <a:pt x="166876" y="493652"/>
                  </a:lnTo>
                  <a:lnTo>
                    <a:pt x="167262" y="493509"/>
                  </a:lnTo>
                  <a:lnTo>
                    <a:pt x="168931" y="493019"/>
                  </a:lnTo>
                  <a:lnTo>
                    <a:pt x="170066" y="492606"/>
                  </a:lnTo>
                  <a:lnTo>
                    <a:pt x="170607" y="492459"/>
                  </a:lnTo>
                  <a:lnTo>
                    <a:pt x="171332" y="492178"/>
                  </a:lnTo>
                  <a:lnTo>
                    <a:pt x="172094" y="491486"/>
                  </a:lnTo>
                  <a:lnTo>
                    <a:pt x="172841" y="490646"/>
                  </a:lnTo>
                  <a:lnTo>
                    <a:pt x="173258" y="490278"/>
                  </a:lnTo>
                  <a:lnTo>
                    <a:pt x="173529" y="490004"/>
                  </a:lnTo>
                  <a:lnTo>
                    <a:pt x="173745" y="489739"/>
                  </a:lnTo>
                  <a:lnTo>
                    <a:pt x="174113" y="489179"/>
                  </a:lnTo>
                  <a:lnTo>
                    <a:pt x="174523" y="488662"/>
                  </a:lnTo>
                  <a:lnTo>
                    <a:pt x="174959" y="488056"/>
                  </a:lnTo>
                  <a:lnTo>
                    <a:pt x="175636" y="486869"/>
                  </a:lnTo>
                  <a:lnTo>
                    <a:pt x="176004" y="486013"/>
                  </a:lnTo>
                  <a:lnTo>
                    <a:pt x="176448" y="485240"/>
                  </a:lnTo>
                  <a:lnTo>
                    <a:pt x="176761" y="484700"/>
                  </a:lnTo>
                  <a:lnTo>
                    <a:pt x="177061" y="483657"/>
                  </a:lnTo>
                  <a:lnTo>
                    <a:pt x="177177" y="483529"/>
                  </a:lnTo>
                  <a:lnTo>
                    <a:pt x="177475" y="483162"/>
                  </a:lnTo>
                  <a:lnTo>
                    <a:pt x="177636" y="483012"/>
                  </a:lnTo>
                  <a:lnTo>
                    <a:pt x="178079" y="482851"/>
                  </a:lnTo>
                  <a:lnTo>
                    <a:pt x="178430" y="482721"/>
                  </a:lnTo>
                  <a:lnTo>
                    <a:pt x="178740" y="482648"/>
                  </a:lnTo>
                  <a:lnTo>
                    <a:pt x="179510" y="482526"/>
                  </a:lnTo>
                  <a:lnTo>
                    <a:pt x="179662" y="482502"/>
                  </a:lnTo>
                  <a:lnTo>
                    <a:pt x="179949" y="482439"/>
                  </a:lnTo>
                  <a:lnTo>
                    <a:pt x="180332" y="482299"/>
                  </a:lnTo>
                  <a:lnTo>
                    <a:pt x="181284" y="481866"/>
                  </a:lnTo>
                  <a:lnTo>
                    <a:pt x="182840" y="481331"/>
                  </a:lnTo>
                  <a:lnTo>
                    <a:pt x="183152" y="481232"/>
                  </a:lnTo>
                  <a:lnTo>
                    <a:pt x="183592" y="481096"/>
                  </a:lnTo>
                  <a:lnTo>
                    <a:pt x="184016" y="480961"/>
                  </a:lnTo>
                  <a:lnTo>
                    <a:pt x="185548" y="480397"/>
                  </a:lnTo>
                  <a:lnTo>
                    <a:pt x="185840" y="480297"/>
                  </a:lnTo>
                  <a:lnTo>
                    <a:pt x="186030" y="480236"/>
                  </a:lnTo>
                  <a:lnTo>
                    <a:pt x="187413" y="479808"/>
                  </a:lnTo>
                  <a:lnTo>
                    <a:pt x="188044" y="479614"/>
                  </a:lnTo>
                  <a:lnTo>
                    <a:pt x="188255" y="479550"/>
                  </a:lnTo>
                  <a:lnTo>
                    <a:pt x="188531" y="479454"/>
                  </a:lnTo>
                  <a:lnTo>
                    <a:pt x="188960" y="479282"/>
                  </a:lnTo>
                  <a:lnTo>
                    <a:pt x="190103" y="478626"/>
                  </a:lnTo>
                  <a:lnTo>
                    <a:pt x="190733" y="478180"/>
                  </a:lnTo>
                  <a:lnTo>
                    <a:pt x="191057" y="477894"/>
                  </a:lnTo>
                  <a:lnTo>
                    <a:pt x="191872" y="477138"/>
                  </a:lnTo>
                  <a:lnTo>
                    <a:pt x="192003" y="477013"/>
                  </a:lnTo>
                  <a:lnTo>
                    <a:pt x="192317" y="476710"/>
                  </a:lnTo>
                  <a:lnTo>
                    <a:pt x="192459" y="476568"/>
                  </a:lnTo>
                  <a:lnTo>
                    <a:pt x="193773" y="475157"/>
                  </a:lnTo>
                  <a:lnTo>
                    <a:pt x="193939" y="474975"/>
                  </a:lnTo>
                  <a:lnTo>
                    <a:pt x="194129" y="474762"/>
                  </a:lnTo>
                  <a:lnTo>
                    <a:pt x="194519" y="474368"/>
                  </a:lnTo>
                  <a:lnTo>
                    <a:pt x="195221" y="473718"/>
                  </a:lnTo>
                  <a:lnTo>
                    <a:pt x="195822" y="473203"/>
                  </a:lnTo>
                  <a:lnTo>
                    <a:pt x="196096" y="472967"/>
                  </a:lnTo>
                  <a:lnTo>
                    <a:pt x="196748" y="472352"/>
                  </a:lnTo>
                  <a:lnTo>
                    <a:pt x="196907" y="472135"/>
                  </a:lnTo>
                  <a:lnTo>
                    <a:pt x="197770" y="471096"/>
                  </a:lnTo>
                  <a:lnTo>
                    <a:pt x="199221" y="469636"/>
                  </a:lnTo>
                  <a:lnTo>
                    <a:pt x="200499" y="468755"/>
                  </a:lnTo>
                  <a:lnTo>
                    <a:pt x="201457" y="468073"/>
                  </a:lnTo>
                  <a:lnTo>
                    <a:pt x="201735" y="467758"/>
                  </a:lnTo>
                  <a:lnTo>
                    <a:pt x="202352" y="467221"/>
                  </a:lnTo>
                  <a:lnTo>
                    <a:pt x="203139" y="466693"/>
                  </a:lnTo>
                  <a:lnTo>
                    <a:pt x="204019" y="466070"/>
                  </a:lnTo>
                  <a:lnTo>
                    <a:pt x="204435" y="465703"/>
                  </a:lnTo>
                  <a:lnTo>
                    <a:pt x="204747" y="465425"/>
                  </a:lnTo>
                  <a:lnTo>
                    <a:pt x="205039" y="465129"/>
                  </a:lnTo>
                  <a:lnTo>
                    <a:pt x="205580" y="464582"/>
                  </a:lnTo>
                  <a:lnTo>
                    <a:pt x="206207" y="464100"/>
                  </a:lnTo>
                  <a:lnTo>
                    <a:pt x="206572" y="463853"/>
                  </a:lnTo>
                  <a:lnTo>
                    <a:pt x="207531" y="463055"/>
                  </a:lnTo>
                  <a:lnTo>
                    <a:pt x="207692" y="462918"/>
                  </a:lnTo>
                  <a:lnTo>
                    <a:pt x="207999" y="462647"/>
                  </a:lnTo>
                  <a:lnTo>
                    <a:pt x="208222" y="462419"/>
                  </a:lnTo>
                  <a:lnTo>
                    <a:pt x="208373" y="462268"/>
                  </a:lnTo>
                  <a:lnTo>
                    <a:pt x="208663" y="461982"/>
                  </a:lnTo>
                  <a:lnTo>
                    <a:pt x="208813" y="461841"/>
                  </a:lnTo>
                  <a:lnTo>
                    <a:pt x="209214" y="461471"/>
                  </a:lnTo>
                  <a:lnTo>
                    <a:pt x="209389" y="461320"/>
                  </a:lnTo>
                  <a:lnTo>
                    <a:pt x="209561" y="461174"/>
                  </a:lnTo>
                  <a:lnTo>
                    <a:pt x="211201" y="459791"/>
                  </a:lnTo>
                  <a:lnTo>
                    <a:pt x="211881" y="459235"/>
                  </a:lnTo>
                  <a:lnTo>
                    <a:pt x="212183" y="459017"/>
                  </a:lnTo>
                  <a:lnTo>
                    <a:pt x="212925" y="458474"/>
                  </a:lnTo>
                  <a:lnTo>
                    <a:pt x="213332" y="458144"/>
                  </a:lnTo>
                  <a:lnTo>
                    <a:pt x="213931" y="457598"/>
                  </a:lnTo>
                  <a:lnTo>
                    <a:pt x="214065" y="457471"/>
                  </a:lnTo>
                  <a:lnTo>
                    <a:pt x="214201" y="457353"/>
                  </a:lnTo>
                  <a:lnTo>
                    <a:pt x="214413" y="457180"/>
                  </a:lnTo>
                  <a:lnTo>
                    <a:pt x="214704" y="456966"/>
                  </a:lnTo>
                  <a:lnTo>
                    <a:pt x="215076" y="456783"/>
                  </a:lnTo>
                  <a:lnTo>
                    <a:pt x="215221" y="456721"/>
                  </a:lnTo>
                  <a:lnTo>
                    <a:pt x="215432" y="456636"/>
                  </a:lnTo>
                  <a:lnTo>
                    <a:pt x="215574" y="456579"/>
                  </a:lnTo>
                  <a:lnTo>
                    <a:pt x="216504" y="456065"/>
                  </a:lnTo>
                  <a:lnTo>
                    <a:pt x="217065" y="455733"/>
                  </a:lnTo>
                  <a:lnTo>
                    <a:pt x="217343" y="455561"/>
                  </a:lnTo>
                  <a:lnTo>
                    <a:pt x="217532" y="455434"/>
                  </a:lnTo>
                  <a:lnTo>
                    <a:pt x="217818" y="455231"/>
                  </a:lnTo>
                  <a:lnTo>
                    <a:pt x="218024" y="455092"/>
                  </a:lnTo>
                  <a:lnTo>
                    <a:pt x="219122" y="454371"/>
                  </a:lnTo>
                  <a:lnTo>
                    <a:pt x="221560" y="452885"/>
                  </a:lnTo>
                  <a:lnTo>
                    <a:pt x="221737" y="452779"/>
                  </a:lnTo>
                  <a:lnTo>
                    <a:pt x="222039" y="452599"/>
                  </a:lnTo>
                  <a:lnTo>
                    <a:pt x="222856" y="451849"/>
                  </a:lnTo>
                  <a:lnTo>
                    <a:pt x="223018" y="451699"/>
                  </a:lnTo>
                  <a:lnTo>
                    <a:pt x="223454" y="451732"/>
                  </a:lnTo>
                  <a:lnTo>
                    <a:pt x="223896" y="452163"/>
                  </a:lnTo>
                  <a:lnTo>
                    <a:pt x="224500" y="452420"/>
                  </a:lnTo>
                  <a:lnTo>
                    <a:pt x="224650" y="452439"/>
                  </a:lnTo>
                  <a:lnTo>
                    <a:pt x="225465" y="453901"/>
                  </a:lnTo>
                  <a:lnTo>
                    <a:pt x="225503" y="454032"/>
                  </a:lnTo>
                  <a:lnTo>
                    <a:pt x="225539" y="454258"/>
                  </a:lnTo>
                  <a:lnTo>
                    <a:pt x="225635" y="454758"/>
                  </a:lnTo>
                  <a:lnTo>
                    <a:pt x="225305" y="454993"/>
                  </a:lnTo>
                  <a:lnTo>
                    <a:pt x="225080" y="455337"/>
                  </a:lnTo>
                  <a:lnTo>
                    <a:pt x="225093" y="455735"/>
                  </a:lnTo>
                  <a:lnTo>
                    <a:pt x="225147" y="456058"/>
                  </a:lnTo>
                  <a:lnTo>
                    <a:pt x="225815" y="456813"/>
                  </a:lnTo>
                  <a:lnTo>
                    <a:pt x="226169" y="457052"/>
                  </a:lnTo>
                  <a:lnTo>
                    <a:pt x="226505" y="457392"/>
                  </a:lnTo>
                  <a:lnTo>
                    <a:pt x="225502" y="458108"/>
                  </a:lnTo>
                  <a:lnTo>
                    <a:pt x="225669" y="458600"/>
                  </a:lnTo>
                  <a:lnTo>
                    <a:pt x="225744" y="458804"/>
                  </a:lnTo>
                  <a:lnTo>
                    <a:pt x="226255" y="459422"/>
                  </a:lnTo>
                  <a:lnTo>
                    <a:pt x="226082" y="459627"/>
                  </a:lnTo>
                  <a:lnTo>
                    <a:pt x="226141" y="460206"/>
                  </a:lnTo>
                  <a:lnTo>
                    <a:pt x="225691" y="460671"/>
                  </a:lnTo>
                  <a:lnTo>
                    <a:pt x="225715" y="460880"/>
                  </a:lnTo>
                  <a:lnTo>
                    <a:pt x="225966" y="461597"/>
                  </a:lnTo>
                  <a:lnTo>
                    <a:pt x="226288" y="462238"/>
                  </a:lnTo>
                  <a:lnTo>
                    <a:pt x="226492" y="462630"/>
                  </a:lnTo>
                  <a:lnTo>
                    <a:pt x="226691" y="463060"/>
                  </a:lnTo>
                  <a:lnTo>
                    <a:pt x="226898" y="463458"/>
                  </a:lnTo>
                  <a:lnTo>
                    <a:pt x="227312" y="463577"/>
                  </a:lnTo>
                  <a:lnTo>
                    <a:pt x="227689" y="463798"/>
                  </a:lnTo>
                  <a:lnTo>
                    <a:pt x="227480" y="464424"/>
                  </a:lnTo>
                  <a:lnTo>
                    <a:pt x="227831" y="464777"/>
                  </a:lnTo>
                  <a:lnTo>
                    <a:pt x="228129" y="464909"/>
                  </a:lnTo>
                  <a:lnTo>
                    <a:pt x="228202" y="465059"/>
                  </a:lnTo>
                  <a:lnTo>
                    <a:pt x="228454" y="465533"/>
                  </a:lnTo>
                  <a:lnTo>
                    <a:pt x="228816" y="465833"/>
                  </a:lnTo>
                  <a:lnTo>
                    <a:pt x="229150" y="465853"/>
                  </a:lnTo>
                  <a:lnTo>
                    <a:pt x="229371" y="465992"/>
                  </a:lnTo>
                  <a:lnTo>
                    <a:pt x="229534" y="466741"/>
                  </a:lnTo>
                  <a:lnTo>
                    <a:pt x="229845" y="467217"/>
                  </a:lnTo>
                  <a:lnTo>
                    <a:pt x="230761" y="467395"/>
                  </a:lnTo>
                  <a:lnTo>
                    <a:pt x="230725" y="467728"/>
                  </a:lnTo>
                  <a:lnTo>
                    <a:pt x="230972" y="467924"/>
                  </a:lnTo>
                  <a:lnTo>
                    <a:pt x="231040" y="468201"/>
                  </a:lnTo>
                  <a:lnTo>
                    <a:pt x="230924" y="468641"/>
                  </a:lnTo>
                  <a:lnTo>
                    <a:pt x="230495" y="468615"/>
                  </a:lnTo>
                  <a:lnTo>
                    <a:pt x="230462" y="469342"/>
                  </a:lnTo>
                  <a:lnTo>
                    <a:pt x="230536" y="469725"/>
                  </a:lnTo>
                  <a:lnTo>
                    <a:pt x="230571" y="470174"/>
                  </a:lnTo>
                  <a:lnTo>
                    <a:pt x="230512" y="470368"/>
                  </a:lnTo>
                  <a:lnTo>
                    <a:pt x="230874" y="470813"/>
                  </a:lnTo>
                  <a:lnTo>
                    <a:pt x="231214" y="470918"/>
                  </a:lnTo>
                  <a:lnTo>
                    <a:pt x="231734" y="470930"/>
                  </a:lnTo>
                  <a:lnTo>
                    <a:pt x="232081" y="471057"/>
                  </a:lnTo>
                  <a:lnTo>
                    <a:pt x="232390" y="471215"/>
                  </a:lnTo>
                  <a:lnTo>
                    <a:pt x="232638" y="471007"/>
                  </a:lnTo>
                  <a:lnTo>
                    <a:pt x="232733" y="470868"/>
                  </a:lnTo>
                  <a:lnTo>
                    <a:pt x="233048" y="471161"/>
                  </a:lnTo>
                  <a:lnTo>
                    <a:pt x="233002" y="471892"/>
                  </a:lnTo>
                  <a:lnTo>
                    <a:pt x="232662" y="472183"/>
                  </a:lnTo>
                  <a:lnTo>
                    <a:pt x="232676" y="472365"/>
                  </a:lnTo>
                  <a:lnTo>
                    <a:pt x="233006" y="472842"/>
                  </a:lnTo>
                  <a:lnTo>
                    <a:pt x="232907" y="473484"/>
                  </a:lnTo>
                  <a:lnTo>
                    <a:pt x="232142" y="473634"/>
                  </a:lnTo>
                  <a:lnTo>
                    <a:pt x="230602" y="475061"/>
                  </a:lnTo>
                  <a:lnTo>
                    <a:pt x="231435" y="475909"/>
                  </a:lnTo>
                  <a:lnTo>
                    <a:pt x="231468" y="475432"/>
                  </a:lnTo>
                  <a:lnTo>
                    <a:pt x="231658" y="475351"/>
                  </a:lnTo>
                  <a:lnTo>
                    <a:pt x="231835" y="475276"/>
                  </a:lnTo>
                  <a:lnTo>
                    <a:pt x="232161" y="475235"/>
                  </a:lnTo>
                  <a:lnTo>
                    <a:pt x="232814" y="475271"/>
                  </a:lnTo>
                  <a:lnTo>
                    <a:pt x="233291" y="474838"/>
                  </a:lnTo>
                  <a:lnTo>
                    <a:pt x="233306" y="474685"/>
                  </a:lnTo>
                  <a:lnTo>
                    <a:pt x="233255" y="474119"/>
                  </a:lnTo>
                  <a:lnTo>
                    <a:pt x="233330" y="473968"/>
                  </a:lnTo>
                  <a:lnTo>
                    <a:pt x="234625" y="473925"/>
                  </a:lnTo>
                  <a:lnTo>
                    <a:pt x="234679" y="473788"/>
                  </a:lnTo>
                  <a:lnTo>
                    <a:pt x="234735" y="473411"/>
                  </a:lnTo>
                  <a:lnTo>
                    <a:pt x="235500" y="472915"/>
                  </a:lnTo>
                  <a:lnTo>
                    <a:pt x="235689" y="471895"/>
                  </a:lnTo>
                  <a:lnTo>
                    <a:pt x="235511" y="471859"/>
                  </a:lnTo>
                  <a:lnTo>
                    <a:pt x="235303" y="471809"/>
                  </a:lnTo>
                  <a:lnTo>
                    <a:pt x="235801" y="471194"/>
                  </a:lnTo>
                  <a:lnTo>
                    <a:pt x="235653" y="470965"/>
                  </a:lnTo>
                  <a:lnTo>
                    <a:pt x="235615" y="470329"/>
                  </a:lnTo>
                  <a:lnTo>
                    <a:pt x="235763" y="470284"/>
                  </a:lnTo>
                  <a:lnTo>
                    <a:pt x="236007" y="470193"/>
                  </a:lnTo>
                  <a:lnTo>
                    <a:pt x="236256" y="470072"/>
                  </a:lnTo>
                  <a:lnTo>
                    <a:pt x="236471" y="469907"/>
                  </a:lnTo>
                  <a:lnTo>
                    <a:pt x="236903" y="469328"/>
                  </a:lnTo>
                  <a:lnTo>
                    <a:pt x="236870" y="469117"/>
                  </a:lnTo>
                  <a:lnTo>
                    <a:pt x="236886" y="468950"/>
                  </a:lnTo>
                  <a:lnTo>
                    <a:pt x="237201" y="468567"/>
                  </a:lnTo>
                  <a:lnTo>
                    <a:pt x="237204" y="467754"/>
                  </a:lnTo>
                  <a:lnTo>
                    <a:pt x="237337" y="467508"/>
                  </a:lnTo>
                  <a:lnTo>
                    <a:pt x="237607" y="467253"/>
                  </a:lnTo>
                  <a:lnTo>
                    <a:pt x="237784" y="467190"/>
                  </a:lnTo>
                  <a:lnTo>
                    <a:pt x="238196" y="466790"/>
                  </a:lnTo>
                  <a:lnTo>
                    <a:pt x="238194" y="466639"/>
                  </a:lnTo>
                  <a:lnTo>
                    <a:pt x="237920" y="466175"/>
                  </a:lnTo>
                  <a:lnTo>
                    <a:pt x="237631" y="466147"/>
                  </a:lnTo>
                  <a:lnTo>
                    <a:pt x="237340" y="466148"/>
                  </a:lnTo>
                  <a:lnTo>
                    <a:pt x="237252" y="465394"/>
                  </a:lnTo>
                  <a:lnTo>
                    <a:pt x="237312" y="465069"/>
                  </a:lnTo>
                  <a:lnTo>
                    <a:pt x="237688" y="464763"/>
                  </a:lnTo>
                  <a:lnTo>
                    <a:pt x="237834" y="464110"/>
                  </a:lnTo>
                  <a:lnTo>
                    <a:pt x="237132" y="463131"/>
                  </a:lnTo>
                  <a:lnTo>
                    <a:pt x="236867" y="463007"/>
                  </a:lnTo>
                  <a:lnTo>
                    <a:pt x="236483" y="462678"/>
                  </a:lnTo>
                  <a:lnTo>
                    <a:pt x="236547" y="462156"/>
                  </a:lnTo>
                  <a:lnTo>
                    <a:pt x="236700" y="461990"/>
                  </a:lnTo>
                  <a:lnTo>
                    <a:pt x="236730" y="461728"/>
                  </a:lnTo>
                  <a:lnTo>
                    <a:pt x="236604" y="461530"/>
                  </a:lnTo>
                  <a:lnTo>
                    <a:pt x="236568" y="461200"/>
                  </a:lnTo>
                  <a:lnTo>
                    <a:pt x="235599" y="460610"/>
                  </a:lnTo>
                  <a:lnTo>
                    <a:pt x="235641" y="459652"/>
                  </a:lnTo>
                  <a:lnTo>
                    <a:pt x="235510" y="459221"/>
                  </a:lnTo>
                  <a:lnTo>
                    <a:pt x="235440" y="458966"/>
                  </a:lnTo>
                  <a:lnTo>
                    <a:pt x="235665" y="457960"/>
                  </a:lnTo>
                  <a:lnTo>
                    <a:pt x="235360" y="457362"/>
                  </a:lnTo>
                  <a:lnTo>
                    <a:pt x="235196" y="457221"/>
                  </a:lnTo>
                  <a:lnTo>
                    <a:pt x="234874" y="456810"/>
                  </a:lnTo>
                  <a:lnTo>
                    <a:pt x="234929" y="456348"/>
                  </a:lnTo>
                  <a:lnTo>
                    <a:pt x="235125" y="456303"/>
                  </a:lnTo>
                  <a:lnTo>
                    <a:pt x="235908" y="456031"/>
                  </a:lnTo>
                  <a:lnTo>
                    <a:pt x="236136" y="455887"/>
                  </a:lnTo>
                  <a:lnTo>
                    <a:pt x="236265" y="455751"/>
                  </a:lnTo>
                  <a:lnTo>
                    <a:pt x="236935" y="455142"/>
                  </a:lnTo>
                  <a:lnTo>
                    <a:pt x="236283" y="454801"/>
                  </a:lnTo>
                  <a:lnTo>
                    <a:pt x="236296" y="454519"/>
                  </a:lnTo>
                  <a:lnTo>
                    <a:pt x="236307" y="454106"/>
                  </a:lnTo>
                  <a:lnTo>
                    <a:pt x="236189" y="453887"/>
                  </a:lnTo>
                  <a:lnTo>
                    <a:pt x="236171" y="453710"/>
                  </a:lnTo>
                  <a:lnTo>
                    <a:pt x="236015" y="453124"/>
                  </a:lnTo>
                  <a:lnTo>
                    <a:pt x="236080" y="452679"/>
                  </a:lnTo>
                  <a:lnTo>
                    <a:pt x="236228" y="452473"/>
                  </a:lnTo>
                  <a:lnTo>
                    <a:pt x="236407" y="452323"/>
                  </a:lnTo>
                  <a:lnTo>
                    <a:pt x="236769" y="451876"/>
                  </a:lnTo>
                  <a:lnTo>
                    <a:pt x="236646" y="451648"/>
                  </a:lnTo>
                  <a:lnTo>
                    <a:pt x="236285" y="451377"/>
                  </a:lnTo>
                  <a:lnTo>
                    <a:pt x="235939" y="451271"/>
                  </a:lnTo>
                  <a:lnTo>
                    <a:pt x="235603" y="451174"/>
                  </a:lnTo>
                  <a:lnTo>
                    <a:pt x="235706" y="450412"/>
                  </a:lnTo>
                  <a:lnTo>
                    <a:pt x="236318" y="449425"/>
                  </a:lnTo>
                  <a:lnTo>
                    <a:pt x="236452" y="449298"/>
                  </a:lnTo>
                  <a:lnTo>
                    <a:pt x="236678" y="449133"/>
                  </a:lnTo>
                  <a:lnTo>
                    <a:pt x="237575" y="448762"/>
                  </a:lnTo>
                  <a:lnTo>
                    <a:pt x="237895" y="448551"/>
                  </a:lnTo>
                  <a:lnTo>
                    <a:pt x="238208" y="447806"/>
                  </a:lnTo>
                  <a:lnTo>
                    <a:pt x="238344" y="447268"/>
                  </a:lnTo>
                  <a:lnTo>
                    <a:pt x="238610" y="447013"/>
                  </a:lnTo>
                  <a:lnTo>
                    <a:pt x="238984" y="446763"/>
                  </a:lnTo>
                  <a:lnTo>
                    <a:pt x="239375" y="445987"/>
                  </a:lnTo>
                  <a:lnTo>
                    <a:pt x="239620" y="444863"/>
                  </a:lnTo>
                  <a:lnTo>
                    <a:pt x="239909" y="444566"/>
                  </a:lnTo>
                  <a:lnTo>
                    <a:pt x="240104" y="443810"/>
                  </a:lnTo>
                  <a:lnTo>
                    <a:pt x="240245" y="442535"/>
                  </a:lnTo>
                  <a:lnTo>
                    <a:pt x="240090" y="441988"/>
                  </a:lnTo>
                  <a:lnTo>
                    <a:pt x="239923" y="441165"/>
                  </a:lnTo>
                  <a:lnTo>
                    <a:pt x="239828" y="440212"/>
                  </a:lnTo>
                  <a:lnTo>
                    <a:pt x="240005" y="440024"/>
                  </a:lnTo>
                  <a:lnTo>
                    <a:pt x="240299" y="439624"/>
                  </a:lnTo>
                  <a:lnTo>
                    <a:pt x="240417" y="439346"/>
                  </a:lnTo>
                  <a:lnTo>
                    <a:pt x="241247" y="438883"/>
                  </a:lnTo>
                  <a:lnTo>
                    <a:pt x="241481" y="438755"/>
                  </a:lnTo>
                  <a:lnTo>
                    <a:pt x="241601" y="438462"/>
                  </a:lnTo>
                  <a:lnTo>
                    <a:pt x="241545" y="438014"/>
                  </a:lnTo>
                  <a:lnTo>
                    <a:pt x="241333" y="437519"/>
                  </a:lnTo>
                  <a:lnTo>
                    <a:pt x="241222" y="437062"/>
                  </a:lnTo>
                  <a:lnTo>
                    <a:pt x="241316" y="436550"/>
                  </a:lnTo>
                  <a:lnTo>
                    <a:pt x="241406" y="436324"/>
                  </a:lnTo>
                  <a:lnTo>
                    <a:pt x="241497" y="436147"/>
                  </a:lnTo>
                  <a:lnTo>
                    <a:pt x="241824" y="435632"/>
                  </a:lnTo>
                  <a:lnTo>
                    <a:pt x="243339" y="435257"/>
                  </a:lnTo>
                  <a:lnTo>
                    <a:pt x="244285" y="434034"/>
                  </a:lnTo>
                  <a:lnTo>
                    <a:pt x="244480" y="433379"/>
                  </a:lnTo>
                  <a:lnTo>
                    <a:pt x="244565" y="432853"/>
                  </a:lnTo>
                  <a:lnTo>
                    <a:pt x="244245" y="432654"/>
                  </a:lnTo>
                  <a:lnTo>
                    <a:pt x="244428" y="432103"/>
                  </a:lnTo>
                  <a:lnTo>
                    <a:pt x="244492" y="431485"/>
                  </a:lnTo>
                  <a:lnTo>
                    <a:pt x="245058" y="431068"/>
                  </a:lnTo>
                  <a:lnTo>
                    <a:pt x="246367" y="430176"/>
                  </a:lnTo>
                  <a:lnTo>
                    <a:pt x="246247" y="429920"/>
                  </a:lnTo>
                  <a:lnTo>
                    <a:pt x="246207" y="429751"/>
                  </a:lnTo>
                  <a:lnTo>
                    <a:pt x="246199" y="429434"/>
                  </a:lnTo>
                  <a:lnTo>
                    <a:pt x="246593" y="428545"/>
                  </a:lnTo>
                  <a:lnTo>
                    <a:pt x="246918" y="427873"/>
                  </a:lnTo>
                  <a:lnTo>
                    <a:pt x="247101" y="427566"/>
                  </a:lnTo>
                  <a:lnTo>
                    <a:pt x="247858" y="426859"/>
                  </a:lnTo>
                  <a:lnTo>
                    <a:pt x="247992" y="426810"/>
                  </a:lnTo>
                  <a:lnTo>
                    <a:pt x="248202" y="426706"/>
                  </a:lnTo>
                  <a:lnTo>
                    <a:pt x="248450" y="426432"/>
                  </a:lnTo>
                  <a:lnTo>
                    <a:pt x="248613" y="426246"/>
                  </a:lnTo>
                  <a:lnTo>
                    <a:pt x="248870" y="425905"/>
                  </a:lnTo>
                  <a:lnTo>
                    <a:pt x="248966" y="425756"/>
                  </a:lnTo>
                  <a:lnTo>
                    <a:pt x="249092" y="425449"/>
                  </a:lnTo>
                  <a:lnTo>
                    <a:pt x="249084" y="425207"/>
                  </a:lnTo>
                  <a:lnTo>
                    <a:pt x="249219" y="424841"/>
                  </a:lnTo>
                  <a:lnTo>
                    <a:pt x="249389" y="423733"/>
                  </a:lnTo>
                  <a:lnTo>
                    <a:pt x="249385" y="423597"/>
                  </a:lnTo>
                  <a:lnTo>
                    <a:pt x="249616" y="423243"/>
                  </a:lnTo>
                  <a:lnTo>
                    <a:pt x="250037" y="422717"/>
                  </a:lnTo>
                  <a:lnTo>
                    <a:pt x="249974" y="422570"/>
                  </a:lnTo>
                  <a:lnTo>
                    <a:pt x="249916" y="422439"/>
                  </a:lnTo>
                  <a:lnTo>
                    <a:pt x="249848" y="422294"/>
                  </a:lnTo>
                  <a:lnTo>
                    <a:pt x="249742" y="422116"/>
                  </a:lnTo>
                  <a:lnTo>
                    <a:pt x="249520" y="421764"/>
                  </a:lnTo>
                  <a:lnTo>
                    <a:pt x="249295" y="421444"/>
                  </a:lnTo>
                  <a:lnTo>
                    <a:pt x="250016" y="420334"/>
                  </a:lnTo>
                  <a:lnTo>
                    <a:pt x="250910" y="419703"/>
                  </a:lnTo>
                  <a:lnTo>
                    <a:pt x="250994" y="419487"/>
                  </a:lnTo>
                  <a:lnTo>
                    <a:pt x="251160" y="418982"/>
                  </a:lnTo>
                  <a:lnTo>
                    <a:pt x="251239" y="418726"/>
                  </a:lnTo>
                  <a:lnTo>
                    <a:pt x="251349" y="418362"/>
                  </a:lnTo>
                  <a:lnTo>
                    <a:pt x="251419" y="418129"/>
                  </a:lnTo>
                  <a:lnTo>
                    <a:pt x="251891" y="417604"/>
                  </a:lnTo>
                  <a:lnTo>
                    <a:pt x="252177" y="417460"/>
                  </a:lnTo>
                  <a:lnTo>
                    <a:pt x="252415" y="417342"/>
                  </a:lnTo>
                  <a:lnTo>
                    <a:pt x="253078" y="417131"/>
                  </a:lnTo>
                  <a:lnTo>
                    <a:pt x="253231" y="417065"/>
                  </a:lnTo>
                  <a:lnTo>
                    <a:pt x="253628" y="416935"/>
                  </a:lnTo>
                  <a:lnTo>
                    <a:pt x="253835" y="416908"/>
                  </a:lnTo>
                  <a:lnTo>
                    <a:pt x="254012" y="416937"/>
                  </a:lnTo>
                  <a:lnTo>
                    <a:pt x="254523" y="417163"/>
                  </a:lnTo>
                  <a:lnTo>
                    <a:pt x="254743" y="417283"/>
                  </a:lnTo>
                  <a:lnTo>
                    <a:pt x="255133" y="417526"/>
                  </a:lnTo>
                  <a:lnTo>
                    <a:pt x="255323" y="417634"/>
                  </a:lnTo>
                  <a:lnTo>
                    <a:pt x="255640" y="417791"/>
                  </a:lnTo>
                  <a:lnTo>
                    <a:pt x="256047" y="417936"/>
                  </a:lnTo>
                  <a:lnTo>
                    <a:pt x="256207" y="417920"/>
                  </a:lnTo>
                  <a:lnTo>
                    <a:pt x="256435" y="417871"/>
                  </a:lnTo>
                  <a:lnTo>
                    <a:pt x="257066" y="418008"/>
                  </a:lnTo>
                  <a:lnTo>
                    <a:pt x="257220" y="418016"/>
                  </a:lnTo>
                  <a:lnTo>
                    <a:pt x="257497" y="417970"/>
                  </a:lnTo>
                  <a:lnTo>
                    <a:pt x="257672" y="417861"/>
                  </a:lnTo>
                  <a:lnTo>
                    <a:pt x="258018" y="417530"/>
                  </a:lnTo>
                  <a:lnTo>
                    <a:pt x="258623" y="417443"/>
                  </a:lnTo>
                  <a:lnTo>
                    <a:pt x="258828" y="417476"/>
                  </a:lnTo>
                  <a:lnTo>
                    <a:pt x="259003" y="417492"/>
                  </a:lnTo>
                  <a:lnTo>
                    <a:pt x="259207" y="417448"/>
                  </a:lnTo>
                  <a:lnTo>
                    <a:pt x="259434" y="417331"/>
                  </a:lnTo>
                  <a:lnTo>
                    <a:pt x="259661" y="417240"/>
                  </a:lnTo>
                  <a:lnTo>
                    <a:pt x="259863" y="417237"/>
                  </a:lnTo>
                  <a:lnTo>
                    <a:pt x="260035" y="417379"/>
                  </a:lnTo>
                  <a:lnTo>
                    <a:pt x="260073" y="417575"/>
                  </a:lnTo>
                  <a:lnTo>
                    <a:pt x="260023" y="417722"/>
                  </a:lnTo>
                  <a:lnTo>
                    <a:pt x="259828" y="417892"/>
                  </a:lnTo>
                  <a:lnTo>
                    <a:pt x="259699" y="418054"/>
                  </a:lnTo>
                  <a:lnTo>
                    <a:pt x="259905" y="418586"/>
                  </a:lnTo>
                  <a:lnTo>
                    <a:pt x="260285" y="418721"/>
                  </a:lnTo>
                  <a:lnTo>
                    <a:pt x="261132" y="419242"/>
                  </a:lnTo>
                  <a:lnTo>
                    <a:pt x="261322" y="419290"/>
                  </a:lnTo>
                  <a:lnTo>
                    <a:pt x="261547" y="419328"/>
                  </a:lnTo>
                  <a:lnTo>
                    <a:pt x="261822" y="419398"/>
                  </a:lnTo>
                  <a:lnTo>
                    <a:pt x="262181" y="419493"/>
                  </a:lnTo>
                  <a:lnTo>
                    <a:pt x="262478" y="419596"/>
                  </a:lnTo>
                  <a:lnTo>
                    <a:pt x="262630" y="419668"/>
                  </a:lnTo>
                  <a:lnTo>
                    <a:pt x="263197" y="419929"/>
                  </a:lnTo>
                  <a:lnTo>
                    <a:pt x="263799" y="419890"/>
                  </a:lnTo>
                  <a:lnTo>
                    <a:pt x="264531" y="419214"/>
                  </a:lnTo>
                  <a:lnTo>
                    <a:pt x="264705" y="419219"/>
                  </a:lnTo>
                  <a:lnTo>
                    <a:pt x="265222" y="419063"/>
                  </a:lnTo>
                  <a:lnTo>
                    <a:pt x="265480" y="418838"/>
                  </a:lnTo>
                  <a:lnTo>
                    <a:pt x="265615" y="418502"/>
                  </a:lnTo>
                  <a:lnTo>
                    <a:pt x="265676" y="418218"/>
                  </a:lnTo>
                  <a:lnTo>
                    <a:pt x="265979" y="417820"/>
                  </a:lnTo>
                  <a:lnTo>
                    <a:pt x="266628" y="417233"/>
                  </a:lnTo>
                  <a:lnTo>
                    <a:pt x="267215" y="416717"/>
                  </a:lnTo>
                  <a:lnTo>
                    <a:pt x="268487" y="416529"/>
                  </a:lnTo>
                  <a:lnTo>
                    <a:pt x="268513" y="416239"/>
                  </a:lnTo>
                  <a:lnTo>
                    <a:pt x="268481" y="416068"/>
                  </a:lnTo>
                  <a:lnTo>
                    <a:pt x="268506" y="415549"/>
                  </a:lnTo>
                  <a:lnTo>
                    <a:pt x="268612" y="415399"/>
                  </a:lnTo>
                  <a:lnTo>
                    <a:pt x="268807" y="415083"/>
                  </a:lnTo>
                  <a:lnTo>
                    <a:pt x="268870" y="414809"/>
                  </a:lnTo>
                  <a:lnTo>
                    <a:pt x="268900" y="414550"/>
                  </a:lnTo>
                  <a:lnTo>
                    <a:pt x="268895" y="414404"/>
                  </a:lnTo>
                  <a:lnTo>
                    <a:pt x="268168" y="413429"/>
                  </a:lnTo>
                  <a:lnTo>
                    <a:pt x="268802" y="411502"/>
                  </a:lnTo>
                  <a:lnTo>
                    <a:pt x="268929" y="411320"/>
                  </a:lnTo>
                  <a:lnTo>
                    <a:pt x="269300" y="410782"/>
                  </a:lnTo>
                  <a:lnTo>
                    <a:pt x="269695" y="410337"/>
                  </a:lnTo>
                  <a:lnTo>
                    <a:pt x="269877" y="410163"/>
                  </a:lnTo>
                  <a:lnTo>
                    <a:pt x="270341" y="409846"/>
                  </a:lnTo>
                  <a:lnTo>
                    <a:pt x="270592" y="409474"/>
                  </a:lnTo>
                  <a:lnTo>
                    <a:pt x="270438" y="409413"/>
                  </a:lnTo>
                  <a:lnTo>
                    <a:pt x="270587" y="408547"/>
                  </a:lnTo>
                  <a:lnTo>
                    <a:pt x="270527" y="408419"/>
                  </a:lnTo>
                  <a:lnTo>
                    <a:pt x="270134" y="407888"/>
                  </a:lnTo>
                  <a:lnTo>
                    <a:pt x="270246" y="407429"/>
                  </a:lnTo>
                  <a:lnTo>
                    <a:pt x="271205" y="406296"/>
                  </a:lnTo>
                  <a:lnTo>
                    <a:pt x="271118" y="406067"/>
                  </a:lnTo>
                  <a:lnTo>
                    <a:pt x="270235" y="405674"/>
                  </a:lnTo>
                  <a:lnTo>
                    <a:pt x="270374" y="404777"/>
                  </a:lnTo>
                  <a:lnTo>
                    <a:pt x="270341" y="404273"/>
                  </a:lnTo>
                  <a:lnTo>
                    <a:pt x="270373" y="403823"/>
                  </a:lnTo>
                  <a:lnTo>
                    <a:pt x="270277" y="403259"/>
                  </a:lnTo>
                  <a:lnTo>
                    <a:pt x="270592" y="403019"/>
                  </a:lnTo>
                  <a:lnTo>
                    <a:pt x="270880" y="402672"/>
                  </a:lnTo>
                  <a:lnTo>
                    <a:pt x="270867" y="402311"/>
                  </a:lnTo>
                  <a:lnTo>
                    <a:pt x="270678" y="402089"/>
                  </a:lnTo>
                  <a:lnTo>
                    <a:pt x="270341" y="401779"/>
                  </a:lnTo>
                  <a:lnTo>
                    <a:pt x="269521" y="401073"/>
                  </a:lnTo>
                  <a:lnTo>
                    <a:pt x="269289" y="400880"/>
                  </a:lnTo>
                  <a:lnTo>
                    <a:pt x="269029" y="400276"/>
                  </a:lnTo>
                  <a:lnTo>
                    <a:pt x="269171" y="400251"/>
                  </a:lnTo>
                  <a:lnTo>
                    <a:pt x="269307" y="399692"/>
                  </a:lnTo>
                  <a:lnTo>
                    <a:pt x="268956" y="399676"/>
                  </a:lnTo>
                  <a:lnTo>
                    <a:pt x="268585" y="398689"/>
                  </a:lnTo>
                  <a:lnTo>
                    <a:pt x="268302" y="398320"/>
                  </a:lnTo>
                  <a:lnTo>
                    <a:pt x="269233" y="397787"/>
                  </a:lnTo>
                  <a:lnTo>
                    <a:pt x="269180" y="397103"/>
                  </a:lnTo>
                  <a:lnTo>
                    <a:pt x="268809" y="396514"/>
                  </a:lnTo>
                  <a:lnTo>
                    <a:pt x="268359" y="396287"/>
                  </a:lnTo>
                  <a:lnTo>
                    <a:pt x="268803" y="396020"/>
                  </a:lnTo>
                  <a:lnTo>
                    <a:pt x="268231" y="394957"/>
                  </a:lnTo>
                  <a:lnTo>
                    <a:pt x="268000" y="394929"/>
                  </a:lnTo>
                  <a:lnTo>
                    <a:pt x="267624" y="394656"/>
                  </a:lnTo>
                  <a:lnTo>
                    <a:pt x="267301" y="394179"/>
                  </a:lnTo>
                  <a:lnTo>
                    <a:pt x="266975" y="393970"/>
                  </a:lnTo>
                  <a:lnTo>
                    <a:pt x="266721" y="393766"/>
                  </a:lnTo>
                  <a:lnTo>
                    <a:pt x="266487" y="393508"/>
                  </a:lnTo>
                  <a:lnTo>
                    <a:pt x="265962" y="393106"/>
                  </a:lnTo>
                  <a:lnTo>
                    <a:pt x="265560" y="393628"/>
                  </a:lnTo>
                  <a:lnTo>
                    <a:pt x="265133" y="393537"/>
                  </a:lnTo>
                  <a:lnTo>
                    <a:pt x="264512" y="392604"/>
                  </a:lnTo>
                  <a:lnTo>
                    <a:pt x="264222" y="392237"/>
                  </a:lnTo>
                  <a:lnTo>
                    <a:pt x="264120" y="391642"/>
                  </a:lnTo>
                  <a:lnTo>
                    <a:pt x="264110" y="391377"/>
                  </a:lnTo>
                  <a:lnTo>
                    <a:pt x="264144" y="390994"/>
                  </a:lnTo>
                  <a:lnTo>
                    <a:pt x="264752" y="390528"/>
                  </a:lnTo>
                  <a:lnTo>
                    <a:pt x="265232" y="390641"/>
                  </a:lnTo>
                  <a:lnTo>
                    <a:pt x="265883" y="390812"/>
                  </a:lnTo>
                  <a:lnTo>
                    <a:pt x="266894" y="391495"/>
                  </a:lnTo>
                  <a:lnTo>
                    <a:pt x="266859" y="392296"/>
                  </a:lnTo>
                  <a:lnTo>
                    <a:pt x="267221" y="392824"/>
                  </a:lnTo>
                  <a:lnTo>
                    <a:pt x="267532" y="392446"/>
                  </a:lnTo>
                  <a:lnTo>
                    <a:pt x="267602" y="391778"/>
                  </a:lnTo>
                  <a:lnTo>
                    <a:pt x="267786" y="391576"/>
                  </a:lnTo>
                  <a:lnTo>
                    <a:pt x="267978" y="391375"/>
                  </a:lnTo>
                  <a:lnTo>
                    <a:pt x="268210" y="391122"/>
                  </a:lnTo>
                  <a:lnTo>
                    <a:pt x="268448" y="389924"/>
                  </a:lnTo>
                  <a:lnTo>
                    <a:pt x="268434" y="389426"/>
                  </a:lnTo>
                  <a:lnTo>
                    <a:pt x="268347" y="389076"/>
                  </a:lnTo>
                  <a:lnTo>
                    <a:pt x="268391" y="387534"/>
                  </a:lnTo>
                  <a:lnTo>
                    <a:pt x="267721" y="387162"/>
                  </a:lnTo>
                  <a:lnTo>
                    <a:pt x="268366" y="386388"/>
                  </a:lnTo>
                  <a:lnTo>
                    <a:pt x="268578" y="386034"/>
                  </a:lnTo>
                  <a:lnTo>
                    <a:pt x="268662" y="385784"/>
                  </a:lnTo>
                  <a:lnTo>
                    <a:pt x="268716" y="385626"/>
                  </a:lnTo>
                  <a:lnTo>
                    <a:pt x="268715" y="384851"/>
                  </a:lnTo>
                  <a:lnTo>
                    <a:pt x="268603" y="383813"/>
                  </a:lnTo>
                  <a:lnTo>
                    <a:pt x="267948" y="383352"/>
                  </a:lnTo>
                  <a:lnTo>
                    <a:pt x="267763" y="383253"/>
                  </a:lnTo>
                  <a:lnTo>
                    <a:pt x="267369" y="383055"/>
                  </a:lnTo>
                  <a:lnTo>
                    <a:pt x="266894" y="382894"/>
                  </a:lnTo>
                  <a:lnTo>
                    <a:pt x="266597" y="382157"/>
                  </a:lnTo>
                  <a:lnTo>
                    <a:pt x="266861" y="382082"/>
                  </a:lnTo>
                  <a:lnTo>
                    <a:pt x="267546" y="381954"/>
                  </a:lnTo>
                  <a:lnTo>
                    <a:pt x="267685" y="381940"/>
                  </a:lnTo>
                  <a:lnTo>
                    <a:pt x="268026" y="381913"/>
                  </a:lnTo>
                  <a:lnTo>
                    <a:pt x="268392" y="381880"/>
                  </a:lnTo>
                  <a:lnTo>
                    <a:pt x="268609" y="381842"/>
                  </a:lnTo>
                  <a:lnTo>
                    <a:pt x="268841" y="381783"/>
                  </a:lnTo>
                  <a:lnTo>
                    <a:pt x="269311" y="381511"/>
                  </a:lnTo>
                  <a:lnTo>
                    <a:pt x="269397" y="381062"/>
                  </a:lnTo>
                  <a:lnTo>
                    <a:pt x="269266" y="380950"/>
                  </a:lnTo>
                  <a:lnTo>
                    <a:pt x="268979" y="380782"/>
                  </a:lnTo>
                  <a:lnTo>
                    <a:pt x="268962" y="380126"/>
                  </a:lnTo>
                  <a:lnTo>
                    <a:pt x="269181" y="380146"/>
                  </a:lnTo>
                  <a:lnTo>
                    <a:pt x="269649" y="379770"/>
                  </a:lnTo>
                  <a:lnTo>
                    <a:pt x="269567" y="379594"/>
                  </a:lnTo>
                  <a:lnTo>
                    <a:pt x="269353" y="379230"/>
                  </a:lnTo>
                  <a:lnTo>
                    <a:pt x="269158" y="378931"/>
                  </a:lnTo>
                  <a:lnTo>
                    <a:pt x="268990" y="378661"/>
                  </a:lnTo>
                  <a:lnTo>
                    <a:pt x="268816" y="378516"/>
                  </a:lnTo>
                  <a:lnTo>
                    <a:pt x="268355" y="378209"/>
                  </a:lnTo>
                  <a:lnTo>
                    <a:pt x="268179" y="377956"/>
                  </a:lnTo>
                  <a:lnTo>
                    <a:pt x="268256" y="377640"/>
                  </a:lnTo>
                  <a:lnTo>
                    <a:pt x="268462" y="377481"/>
                  </a:lnTo>
                  <a:lnTo>
                    <a:pt x="268391" y="377033"/>
                  </a:lnTo>
                  <a:lnTo>
                    <a:pt x="267496" y="376358"/>
                  </a:lnTo>
                  <a:lnTo>
                    <a:pt x="267304" y="375987"/>
                  </a:lnTo>
                  <a:lnTo>
                    <a:pt x="267044" y="375820"/>
                  </a:lnTo>
                  <a:lnTo>
                    <a:pt x="266893" y="375249"/>
                  </a:lnTo>
                  <a:lnTo>
                    <a:pt x="267091" y="375184"/>
                  </a:lnTo>
                  <a:lnTo>
                    <a:pt x="267383" y="375136"/>
                  </a:lnTo>
                  <a:lnTo>
                    <a:pt x="267916" y="375076"/>
                  </a:lnTo>
                  <a:lnTo>
                    <a:pt x="268167" y="375071"/>
                  </a:lnTo>
                  <a:lnTo>
                    <a:pt x="268320" y="375092"/>
                  </a:lnTo>
                  <a:lnTo>
                    <a:pt x="268637" y="375163"/>
                  </a:lnTo>
                  <a:lnTo>
                    <a:pt x="269221" y="375096"/>
                  </a:lnTo>
                  <a:lnTo>
                    <a:pt x="269602" y="374523"/>
                  </a:lnTo>
                  <a:lnTo>
                    <a:pt x="269576" y="374265"/>
                  </a:lnTo>
                  <a:lnTo>
                    <a:pt x="269520" y="374118"/>
                  </a:lnTo>
                  <a:lnTo>
                    <a:pt x="269478" y="373856"/>
                  </a:lnTo>
                  <a:lnTo>
                    <a:pt x="270172" y="373332"/>
                  </a:lnTo>
                  <a:lnTo>
                    <a:pt x="270769" y="373293"/>
                  </a:lnTo>
                  <a:lnTo>
                    <a:pt x="270912" y="373275"/>
                  </a:lnTo>
                  <a:lnTo>
                    <a:pt x="271601" y="373009"/>
                  </a:lnTo>
                  <a:lnTo>
                    <a:pt x="271776" y="372889"/>
                  </a:lnTo>
                  <a:lnTo>
                    <a:pt x="272194" y="372066"/>
                  </a:lnTo>
                  <a:lnTo>
                    <a:pt x="271520" y="371089"/>
                  </a:lnTo>
                  <a:lnTo>
                    <a:pt x="270601" y="371048"/>
                  </a:lnTo>
                  <a:lnTo>
                    <a:pt x="270149" y="370535"/>
                  </a:lnTo>
                  <a:lnTo>
                    <a:pt x="270322" y="370542"/>
                  </a:lnTo>
                  <a:lnTo>
                    <a:pt x="270717" y="370395"/>
                  </a:lnTo>
                  <a:lnTo>
                    <a:pt x="270847" y="370279"/>
                  </a:lnTo>
                  <a:lnTo>
                    <a:pt x="271283" y="369969"/>
                  </a:lnTo>
                  <a:lnTo>
                    <a:pt x="272314" y="370424"/>
                  </a:lnTo>
                  <a:lnTo>
                    <a:pt x="272871" y="370580"/>
                  </a:lnTo>
                  <a:lnTo>
                    <a:pt x="273277" y="370469"/>
                  </a:lnTo>
                  <a:lnTo>
                    <a:pt x="273737" y="370238"/>
                  </a:lnTo>
                  <a:lnTo>
                    <a:pt x="274039" y="369771"/>
                  </a:lnTo>
                  <a:lnTo>
                    <a:pt x="273748" y="369500"/>
                  </a:lnTo>
                  <a:lnTo>
                    <a:pt x="273222" y="369432"/>
                  </a:lnTo>
                  <a:lnTo>
                    <a:pt x="273094" y="369426"/>
                  </a:lnTo>
                  <a:lnTo>
                    <a:pt x="272953" y="369418"/>
                  </a:lnTo>
                  <a:lnTo>
                    <a:pt x="272603" y="369398"/>
                  </a:lnTo>
                  <a:lnTo>
                    <a:pt x="272166" y="369351"/>
                  </a:lnTo>
                  <a:lnTo>
                    <a:pt x="271612" y="369232"/>
                  </a:lnTo>
                  <a:lnTo>
                    <a:pt x="271047" y="368954"/>
                  </a:lnTo>
                  <a:lnTo>
                    <a:pt x="270921" y="368660"/>
                  </a:lnTo>
                  <a:lnTo>
                    <a:pt x="271145" y="368480"/>
                  </a:lnTo>
                  <a:lnTo>
                    <a:pt x="271487" y="368293"/>
                  </a:lnTo>
                  <a:lnTo>
                    <a:pt x="271474" y="367872"/>
                  </a:lnTo>
                  <a:lnTo>
                    <a:pt x="270576" y="367747"/>
                  </a:lnTo>
                  <a:lnTo>
                    <a:pt x="270373" y="367422"/>
                  </a:lnTo>
                  <a:lnTo>
                    <a:pt x="270755" y="367352"/>
                  </a:lnTo>
                  <a:lnTo>
                    <a:pt x="270931" y="367327"/>
                  </a:lnTo>
                  <a:lnTo>
                    <a:pt x="271470" y="366083"/>
                  </a:lnTo>
                  <a:lnTo>
                    <a:pt x="271623" y="366039"/>
                  </a:lnTo>
                  <a:lnTo>
                    <a:pt x="272514" y="365472"/>
                  </a:lnTo>
                  <a:lnTo>
                    <a:pt x="273663" y="366408"/>
                  </a:lnTo>
                  <a:lnTo>
                    <a:pt x="273648" y="365706"/>
                  </a:lnTo>
                  <a:lnTo>
                    <a:pt x="274059" y="365651"/>
                  </a:lnTo>
                  <a:lnTo>
                    <a:pt x="274772" y="365711"/>
                  </a:lnTo>
                  <a:lnTo>
                    <a:pt x="275135" y="365663"/>
                  </a:lnTo>
                  <a:lnTo>
                    <a:pt x="275450" y="365640"/>
                  </a:lnTo>
                  <a:lnTo>
                    <a:pt x="276054" y="365425"/>
                  </a:lnTo>
                  <a:lnTo>
                    <a:pt x="275016" y="365015"/>
                  </a:lnTo>
                  <a:lnTo>
                    <a:pt x="274723" y="364843"/>
                  </a:lnTo>
                  <a:lnTo>
                    <a:pt x="274359" y="364081"/>
                  </a:lnTo>
                  <a:lnTo>
                    <a:pt x="275153" y="364131"/>
                  </a:lnTo>
                  <a:lnTo>
                    <a:pt x="275557" y="363856"/>
                  </a:lnTo>
                  <a:lnTo>
                    <a:pt x="276199" y="363057"/>
                  </a:lnTo>
                  <a:lnTo>
                    <a:pt x="276187" y="362815"/>
                  </a:lnTo>
                  <a:lnTo>
                    <a:pt x="276235" y="362570"/>
                  </a:lnTo>
                  <a:lnTo>
                    <a:pt x="276655" y="362281"/>
                  </a:lnTo>
                  <a:lnTo>
                    <a:pt x="277450" y="362515"/>
                  </a:lnTo>
                  <a:lnTo>
                    <a:pt x="278287" y="362154"/>
                  </a:lnTo>
                  <a:lnTo>
                    <a:pt x="279263" y="361319"/>
                  </a:lnTo>
                  <a:lnTo>
                    <a:pt x="279122" y="361226"/>
                  </a:lnTo>
                  <a:lnTo>
                    <a:pt x="278941" y="361123"/>
                  </a:lnTo>
                  <a:lnTo>
                    <a:pt x="279995" y="360528"/>
                  </a:lnTo>
                  <a:lnTo>
                    <a:pt x="279540" y="360217"/>
                  </a:lnTo>
                  <a:lnTo>
                    <a:pt x="279277" y="360026"/>
                  </a:lnTo>
                  <a:lnTo>
                    <a:pt x="279074" y="358879"/>
                  </a:lnTo>
                  <a:lnTo>
                    <a:pt x="280102" y="358061"/>
                  </a:lnTo>
                  <a:lnTo>
                    <a:pt x="280028" y="357775"/>
                  </a:lnTo>
                  <a:lnTo>
                    <a:pt x="280022" y="357368"/>
                  </a:lnTo>
                  <a:lnTo>
                    <a:pt x="280248" y="357013"/>
                  </a:lnTo>
                  <a:lnTo>
                    <a:pt x="281381" y="356321"/>
                  </a:lnTo>
                  <a:lnTo>
                    <a:pt x="282560" y="355987"/>
                  </a:lnTo>
                  <a:lnTo>
                    <a:pt x="282257" y="355969"/>
                  </a:lnTo>
                  <a:lnTo>
                    <a:pt x="282863" y="354992"/>
                  </a:lnTo>
                  <a:lnTo>
                    <a:pt x="282938" y="354110"/>
                  </a:lnTo>
                  <a:lnTo>
                    <a:pt x="283630" y="353421"/>
                  </a:lnTo>
                  <a:lnTo>
                    <a:pt x="283021" y="352826"/>
                  </a:lnTo>
                  <a:lnTo>
                    <a:pt x="283524" y="352486"/>
                  </a:lnTo>
                  <a:lnTo>
                    <a:pt x="283306" y="352089"/>
                  </a:lnTo>
                  <a:lnTo>
                    <a:pt x="283104" y="351764"/>
                  </a:lnTo>
                  <a:lnTo>
                    <a:pt x="282619" y="351185"/>
                  </a:lnTo>
                  <a:lnTo>
                    <a:pt x="283707" y="350541"/>
                  </a:lnTo>
                  <a:lnTo>
                    <a:pt x="283927" y="350709"/>
                  </a:lnTo>
                  <a:lnTo>
                    <a:pt x="284780" y="349805"/>
                  </a:lnTo>
                  <a:lnTo>
                    <a:pt x="284998" y="349214"/>
                  </a:lnTo>
                  <a:lnTo>
                    <a:pt x="285591" y="349401"/>
                  </a:lnTo>
                  <a:lnTo>
                    <a:pt x="285763" y="349192"/>
                  </a:lnTo>
                  <a:lnTo>
                    <a:pt x="285602" y="348837"/>
                  </a:lnTo>
                  <a:lnTo>
                    <a:pt x="286234" y="348680"/>
                  </a:lnTo>
                  <a:lnTo>
                    <a:pt x="287510" y="349148"/>
                  </a:lnTo>
                  <a:lnTo>
                    <a:pt x="288152" y="349085"/>
                  </a:lnTo>
                  <a:lnTo>
                    <a:pt x="288787" y="348439"/>
                  </a:lnTo>
                  <a:lnTo>
                    <a:pt x="288885" y="348165"/>
                  </a:lnTo>
                  <a:lnTo>
                    <a:pt x="289154" y="347597"/>
                  </a:lnTo>
                  <a:lnTo>
                    <a:pt x="290646" y="346333"/>
                  </a:lnTo>
                  <a:lnTo>
                    <a:pt x="290927" y="346288"/>
                  </a:lnTo>
                  <a:lnTo>
                    <a:pt x="291456" y="346181"/>
                  </a:lnTo>
                  <a:lnTo>
                    <a:pt x="292208" y="345414"/>
                  </a:lnTo>
                  <a:lnTo>
                    <a:pt x="292379" y="345228"/>
                  </a:lnTo>
                  <a:lnTo>
                    <a:pt x="293349" y="344926"/>
                  </a:lnTo>
                  <a:lnTo>
                    <a:pt x="293285" y="345638"/>
                  </a:lnTo>
                  <a:lnTo>
                    <a:pt x="293992" y="345677"/>
                  </a:lnTo>
                  <a:lnTo>
                    <a:pt x="294901" y="344472"/>
                  </a:lnTo>
                  <a:lnTo>
                    <a:pt x="296082" y="343833"/>
                  </a:lnTo>
                  <a:lnTo>
                    <a:pt x="297351" y="342516"/>
                  </a:lnTo>
                  <a:lnTo>
                    <a:pt x="297169" y="342030"/>
                  </a:lnTo>
                  <a:lnTo>
                    <a:pt x="296788" y="341506"/>
                  </a:lnTo>
                  <a:lnTo>
                    <a:pt x="296720" y="340941"/>
                  </a:lnTo>
                  <a:lnTo>
                    <a:pt x="296584" y="340006"/>
                  </a:lnTo>
                  <a:lnTo>
                    <a:pt x="296259" y="339190"/>
                  </a:lnTo>
                  <a:lnTo>
                    <a:pt x="296036" y="339036"/>
                  </a:lnTo>
                  <a:lnTo>
                    <a:pt x="295855" y="338823"/>
                  </a:lnTo>
                  <a:lnTo>
                    <a:pt x="295754" y="338681"/>
                  </a:lnTo>
                  <a:lnTo>
                    <a:pt x="295606" y="338345"/>
                  </a:lnTo>
                  <a:lnTo>
                    <a:pt x="295692" y="337967"/>
                  </a:lnTo>
                  <a:lnTo>
                    <a:pt x="296164" y="337521"/>
                  </a:lnTo>
                  <a:lnTo>
                    <a:pt x="295919" y="337152"/>
                  </a:lnTo>
                  <a:lnTo>
                    <a:pt x="295499" y="336790"/>
                  </a:lnTo>
                  <a:lnTo>
                    <a:pt x="295443" y="336461"/>
                  </a:lnTo>
                  <a:lnTo>
                    <a:pt x="296271" y="336205"/>
                  </a:lnTo>
                  <a:lnTo>
                    <a:pt x="296573" y="336101"/>
                  </a:lnTo>
                  <a:lnTo>
                    <a:pt x="296128" y="334497"/>
                  </a:lnTo>
                  <a:lnTo>
                    <a:pt x="295549" y="334328"/>
                  </a:lnTo>
                  <a:lnTo>
                    <a:pt x="295315" y="333658"/>
                  </a:lnTo>
                  <a:lnTo>
                    <a:pt x="295436" y="333019"/>
                  </a:lnTo>
                  <a:lnTo>
                    <a:pt x="295308" y="332948"/>
                  </a:lnTo>
                  <a:lnTo>
                    <a:pt x="294262" y="332938"/>
                  </a:lnTo>
                  <a:lnTo>
                    <a:pt x="293964" y="332771"/>
                  </a:lnTo>
                  <a:lnTo>
                    <a:pt x="294557" y="332121"/>
                  </a:lnTo>
                  <a:lnTo>
                    <a:pt x="294981" y="331717"/>
                  </a:lnTo>
                  <a:lnTo>
                    <a:pt x="295307" y="331579"/>
                  </a:lnTo>
                  <a:lnTo>
                    <a:pt x="297011" y="331875"/>
                  </a:lnTo>
                  <a:lnTo>
                    <a:pt x="297306" y="332299"/>
                  </a:lnTo>
                  <a:lnTo>
                    <a:pt x="297895" y="332276"/>
                  </a:lnTo>
                  <a:lnTo>
                    <a:pt x="297958" y="332142"/>
                  </a:lnTo>
                  <a:lnTo>
                    <a:pt x="298059" y="331490"/>
                  </a:lnTo>
                  <a:lnTo>
                    <a:pt x="297762" y="331254"/>
                  </a:lnTo>
                  <a:lnTo>
                    <a:pt x="297526" y="331025"/>
                  </a:lnTo>
                  <a:lnTo>
                    <a:pt x="297446" y="330766"/>
                  </a:lnTo>
                  <a:lnTo>
                    <a:pt x="299985" y="329888"/>
                  </a:lnTo>
                  <a:lnTo>
                    <a:pt x="300082" y="328754"/>
                  </a:lnTo>
                  <a:lnTo>
                    <a:pt x="300387" y="328724"/>
                  </a:lnTo>
                  <a:lnTo>
                    <a:pt x="300611" y="328709"/>
                  </a:lnTo>
                  <a:lnTo>
                    <a:pt x="301656" y="328329"/>
                  </a:lnTo>
                  <a:lnTo>
                    <a:pt x="301820" y="328004"/>
                  </a:lnTo>
                  <a:lnTo>
                    <a:pt x="301872" y="327575"/>
                  </a:lnTo>
                  <a:lnTo>
                    <a:pt x="301485" y="327214"/>
                  </a:lnTo>
                  <a:lnTo>
                    <a:pt x="300711" y="326988"/>
                  </a:lnTo>
                  <a:lnTo>
                    <a:pt x="300495" y="326864"/>
                  </a:lnTo>
                  <a:lnTo>
                    <a:pt x="300670" y="326838"/>
                  </a:lnTo>
                  <a:lnTo>
                    <a:pt x="301121" y="326831"/>
                  </a:lnTo>
                  <a:lnTo>
                    <a:pt x="301755" y="327090"/>
                  </a:lnTo>
                  <a:lnTo>
                    <a:pt x="301883" y="327104"/>
                  </a:lnTo>
                  <a:lnTo>
                    <a:pt x="302028" y="327107"/>
                  </a:lnTo>
                  <a:lnTo>
                    <a:pt x="302157" y="327104"/>
                  </a:lnTo>
                  <a:lnTo>
                    <a:pt x="302604" y="327080"/>
                  </a:lnTo>
                  <a:lnTo>
                    <a:pt x="302949" y="326946"/>
                  </a:lnTo>
                  <a:lnTo>
                    <a:pt x="303249" y="326694"/>
                  </a:lnTo>
                  <a:lnTo>
                    <a:pt x="303294" y="326404"/>
                  </a:lnTo>
                  <a:lnTo>
                    <a:pt x="303120" y="326355"/>
                  </a:lnTo>
                  <a:lnTo>
                    <a:pt x="302990" y="326311"/>
                  </a:lnTo>
                  <a:lnTo>
                    <a:pt x="303044" y="325802"/>
                  </a:lnTo>
                  <a:lnTo>
                    <a:pt x="303293" y="324904"/>
                  </a:lnTo>
                  <a:lnTo>
                    <a:pt x="303780" y="324573"/>
                  </a:lnTo>
                  <a:lnTo>
                    <a:pt x="304153" y="325351"/>
                  </a:lnTo>
                  <a:lnTo>
                    <a:pt x="304275" y="325867"/>
                  </a:lnTo>
                  <a:lnTo>
                    <a:pt x="304759" y="326173"/>
                  </a:lnTo>
                  <a:lnTo>
                    <a:pt x="305297" y="326092"/>
                  </a:lnTo>
                  <a:lnTo>
                    <a:pt x="305175" y="325205"/>
                  </a:lnTo>
                  <a:lnTo>
                    <a:pt x="305599" y="324649"/>
                  </a:lnTo>
                  <a:lnTo>
                    <a:pt x="305781" y="324341"/>
                  </a:lnTo>
                  <a:lnTo>
                    <a:pt x="305949" y="324086"/>
                  </a:lnTo>
                  <a:lnTo>
                    <a:pt x="306183" y="324117"/>
                  </a:lnTo>
                  <a:lnTo>
                    <a:pt x="306439" y="324523"/>
                  </a:lnTo>
                  <a:lnTo>
                    <a:pt x="306845" y="324408"/>
                  </a:lnTo>
                  <a:lnTo>
                    <a:pt x="306849" y="324233"/>
                  </a:lnTo>
                  <a:lnTo>
                    <a:pt x="306625" y="324000"/>
                  </a:lnTo>
                  <a:lnTo>
                    <a:pt x="306477" y="323888"/>
                  </a:lnTo>
                  <a:lnTo>
                    <a:pt x="306328" y="323326"/>
                  </a:lnTo>
                  <a:lnTo>
                    <a:pt x="306522" y="323038"/>
                  </a:lnTo>
                  <a:lnTo>
                    <a:pt x="307269" y="322949"/>
                  </a:lnTo>
                  <a:lnTo>
                    <a:pt x="307495" y="323158"/>
                  </a:lnTo>
                  <a:lnTo>
                    <a:pt x="307564" y="322724"/>
                  </a:lnTo>
                  <a:lnTo>
                    <a:pt x="307613" y="322180"/>
                  </a:lnTo>
                  <a:lnTo>
                    <a:pt x="308234" y="321502"/>
                  </a:lnTo>
                  <a:lnTo>
                    <a:pt x="308517" y="321262"/>
                  </a:lnTo>
                  <a:lnTo>
                    <a:pt x="308676" y="321049"/>
                  </a:lnTo>
                  <a:lnTo>
                    <a:pt x="308723" y="320906"/>
                  </a:lnTo>
                  <a:lnTo>
                    <a:pt x="308765" y="320778"/>
                  </a:lnTo>
                  <a:lnTo>
                    <a:pt x="308737" y="320260"/>
                  </a:lnTo>
                  <a:lnTo>
                    <a:pt x="308489" y="320353"/>
                  </a:lnTo>
                  <a:lnTo>
                    <a:pt x="308162" y="320427"/>
                  </a:lnTo>
                  <a:lnTo>
                    <a:pt x="307953" y="320467"/>
                  </a:lnTo>
                  <a:lnTo>
                    <a:pt x="307769" y="320389"/>
                  </a:lnTo>
                  <a:lnTo>
                    <a:pt x="307504" y="320014"/>
                  </a:lnTo>
                  <a:lnTo>
                    <a:pt x="307717" y="319757"/>
                  </a:lnTo>
                  <a:lnTo>
                    <a:pt x="307617" y="319374"/>
                  </a:lnTo>
                  <a:lnTo>
                    <a:pt x="307128" y="318998"/>
                  </a:lnTo>
                  <a:lnTo>
                    <a:pt x="307028" y="318634"/>
                  </a:lnTo>
                  <a:lnTo>
                    <a:pt x="307313" y="318432"/>
                  </a:lnTo>
                  <a:lnTo>
                    <a:pt x="307623" y="318241"/>
                  </a:lnTo>
                  <a:lnTo>
                    <a:pt x="307692" y="317462"/>
                  </a:lnTo>
                  <a:lnTo>
                    <a:pt x="307498" y="317491"/>
                  </a:lnTo>
                  <a:lnTo>
                    <a:pt x="307370" y="317152"/>
                  </a:lnTo>
                  <a:lnTo>
                    <a:pt x="307674" y="317196"/>
                  </a:lnTo>
                  <a:lnTo>
                    <a:pt x="307933" y="317416"/>
                  </a:lnTo>
                  <a:lnTo>
                    <a:pt x="308283" y="317245"/>
                  </a:lnTo>
                  <a:lnTo>
                    <a:pt x="308163" y="316840"/>
                  </a:lnTo>
                  <a:lnTo>
                    <a:pt x="307724" y="316702"/>
                  </a:lnTo>
                  <a:lnTo>
                    <a:pt x="307304" y="316750"/>
                  </a:lnTo>
                  <a:lnTo>
                    <a:pt x="307159" y="316686"/>
                  </a:lnTo>
                  <a:lnTo>
                    <a:pt x="306798" y="316363"/>
                  </a:lnTo>
                  <a:lnTo>
                    <a:pt x="306600" y="316165"/>
                  </a:lnTo>
                  <a:lnTo>
                    <a:pt x="306448" y="316143"/>
                  </a:lnTo>
                  <a:lnTo>
                    <a:pt x="306295" y="316120"/>
                  </a:lnTo>
                  <a:lnTo>
                    <a:pt x="305873" y="316009"/>
                  </a:lnTo>
                  <a:lnTo>
                    <a:pt x="306265" y="315773"/>
                  </a:lnTo>
                  <a:lnTo>
                    <a:pt x="306400" y="315449"/>
                  </a:lnTo>
                  <a:lnTo>
                    <a:pt x="306181" y="315527"/>
                  </a:lnTo>
                  <a:lnTo>
                    <a:pt x="305973" y="315552"/>
                  </a:lnTo>
                  <a:lnTo>
                    <a:pt x="305346" y="315223"/>
                  </a:lnTo>
                  <a:lnTo>
                    <a:pt x="304761" y="314861"/>
                  </a:lnTo>
                  <a:lnTo>
                    <a:pt x="304497" y="314749"/>
                  </a:lnTo>
                  <a:lnTo>
                    <a:pt x="304565" y="314633"/>
                  </a:lnTo>
                  <a:lnTo>
                    <a:pt x="304537" y="314471"/>
                  </a:lnTo>
                  <a:lnTo>
                    <a:pt x="304341" y="314277"/>
                  </a:lnTo>
                  <a:lnTo>
                    <a:pt x="304919" y="314013"/>
                  </a:lnTo>
                  <a:lnTo>
                    <a:pt x="304872" y="313659"/>
                  </a:lnTo>
                  <a:lnTo>
                    <a:pt x="305186" y="312983"/>
                  </a:lnTo>
                  <a:lnTo>
                    <a:pt x="302724" y="313354"/>
                  </a:lnTo>
                  <a:lnTo>
                    <a:pt x="302335" y="313164"/>
                  </a:lnTo>
                  <a:lnTo>
                    <a:pt x="302210" y="312918"/>
                  </a:lnTo>
                  <a:lnTo>
                    <a:pt x="301886" y="312549"/>
                  </a:lnTo>
                  <a:lnTo>
                    <a:pt x="302253" y="312319"/>
                  </a:lnTo>
                  <a:lnTo>
                    <a:pt x="301594" y="312283"/>
                  </a:lnTo>
                  <a:lnTo>
                    <a:pt x="301662" y="311936"/>
                  </a:lnTo>
                  <a:lnTo>
                    <a:pt x="301133" y="311727"/>
                  </a:lnTo>
                  <a:lnTo>
                    <a:pt x="300922" y="311847"/>
                  </a:lnTo>
                  <a:lnTo>
                    <a:pt x="300077" y="311705"/>
                  </a:lnTo>
                  <a:lnTo>
                    <a:pt x="299931" y="311721"/>
                  </a:lnTo>
                  <a:lnTo>
                    <a:pt x="299533" y="311745"/>
                  </a:lnTo>
                  <a:lnTo>
                    <a:pt x="299028" y="311307"/>
                  </a:lnTo>
                  <a:lnTo>
                    <a:pt x="299148" y="311023"/>
                  </a:lnTo>
                  <a:lnTo>
                    <a:pt x="299700" y="310621"/>
                  </a:lnTo>
                  <a:lnTo>
                    <a:pt x="299406" y="310433"/>
                  </a:lnTo>
                  <a:lnTo>
                    <a:pt x="299018" y="309847"/>
                  </a:lnTo>
                  <a:lnTo>
                    <a:pt x="299130" y="309646"/>
                  </a:lnTo>
                  <a:lnTo>
                    <a:pt x="298911" y="309306"/>
                  </a:lnTo>
                  <a:lnTo>
                    <a:pt x="298569" y="308521"/>
                  </a:lnTo>
                  <a:lnTo>
                    <a:pt x="298472" y="308281"/>
                  </a:lnTo>
                  <a:lnTo>
                    <a:pt x="298512" y="308062"/>
                  </a:lnTo>
                  <a:lnTo>
                    <a:pt x="298310" y="308015"/>
                  </a:lnTo>
                  <a:lnTo>
                    <a:pt x="298048" y="307848"/>
                  </a:lnTo>
                  <a:lnTo>
                    <a:pt x="297878" y="307383"/>
                  </a:lnTo>
                  <a:lnTo>
                    <a:pt x="296778" y="307029"/>
                  </a:lnTo>
                  <a:lnTo>
                    <a:pt x="296201" y="307126"/>
                  </a:lnTo>
                  <a:lnTo>
                    <a:pt x="295767" y="307163"/>
                  </a:lnTo>
                  <a:lnTo>
                    <a:pt x="295408" y="307021"/>
                  </a:lnTo>
                  <a:lnTo>
                    <a:pt x="294973" y="307032"/>
                  </a:lnTo>
                  <a:lnTo>
                    <a:pt x="294573" y="307111"/>
                  </a:lnTo>
                  <a:lnTo>
                    <a:pt x="293922" y="307008"/>
                  </a:lnTo>
                  <a:lnTo>
                    <a:pt x="293723" y="306591"/>
                  </a:lnTo>
                  <a:lnTo>
                    <a:pt x="293960" y="306448"/>
                  </a:lnTo>
                  <a:lnTo>
                    <a:pt x="294252" y="306136"/>
                  </a:lnTo>
                  <a:lnTo>
                    <a:pt x="294301" y="305978"/>
                  </a:lnTo>
                  <a:lnTo>
                    <a:pt x="294193" y="305828"/>
                  </a:lnTo>
                  <a:lnTo>
                    <a:pt x="294147" y="305564"/>
                  </a:lnTo>
                  <a:lnTo>
                    <a:pt x="294196" y="305431"/>
                  </a:lnTo>
                  <a:lnTo>
                    <a:pt x="294262" y="305184"/>
                  </a:lnTo>
                  <a:lnTo>
                    <a:pt x="294025" y="305121"/>
                  </a:lnTo>
                  <a:lnTo>
                    <a:pt x="293559" y="304926"/>
                  </a:lnTo>
                  <a:lnTo>
                    <a:pt x="293339" y="304661"/>
                  </a:lnTo>
                  <a:lnTo>
                    <a:pt x="292726" y="303947"/>
                  </a:lnTo>
                  <a:lnTo>
                    <a:pt x="292496" y="303701"/>
                  </a:lnTo>
                  <a:lnTo>
                    <a:pt x="292200" y="303395"/>
                  </a:lnTo>
                  <a:lnTo>
                    <a:pt x="291985" y="303013"/>
                  </a:lnTo>
                  <a:lnTo>
                    <a:pt x="291749" y="302957"/>
                  </a:lnTo>
                  <a:lnTo>
                    <a:pt x="291655" y="302721"/>
                  </a:lnTo>
                  <a:lnTo>
                    <a:pt x="291919" y="302560"/>
                  </a:lnTo>
                  <a:lnTo>
                    <a:pt x="291674" y="302410"/>
                  </a:lnTo>
                  <a:lnTo>
                    <a:pt x="291328" y="302009"/>
                  </a:lnTo>
                  <a:lnTo>
                    <a:pt x="291297" y="301742"/>
                  </a:lnTo>
                  <a:lnTo>
                    <a:pt x="291142" y="301527"/>
                  </a:lnTo>
                  <a:lnTo>
                    <a:pt x="290597" y="301054"/>
                  </a:lnTo>
                  <a:lnTo>
                    <a:pt x="290434" y="301086"/>
                  </a:lnTo>
                  <a:lnTo>
                    <a:pt x="289829" y="300641"/>
                  </a:lnTo>
                  <a:lnTo>
                    <a:pt x="289591" y="300383"/>
                  </a:lnTo>
                  <a:lnTo>
                    <a:pt x="289350" y="300324"/>
                  </a:lnTo>
                  <a:lnTo>
                    <a:pt x="289131" y="300180"/>
                  </a:lnTo>
                  <a:lnTo>
                    <a:pt x="288670" y="299816"/>
                  </a:lnTo>
                  <a:lnTo>
                    <a:pt x="288585" y="299315"/>
                  </a:lnTo>
                  <a:lnTo>
                    <a:pt x="288165" y="299148"/>
                  </a:lnTo>
                  <a:lnTo>
                    <a:pt x="287662" y="298729"/>
                  </a:lnTo>
                  <a:lnTo>
                    <a:pt x="287603" y="298461"/>
                  </a:lnTo>
                  <a:lnTo>
                    <a:pt x="287368" y="298193"/>
                  </a:lnTo>
                  <a:lnTo>
                    <a:pt x="287594" y="297760"/>
                  </a:lnTo>
                  <a:lnTo>
                    <a:pt x="287292" y="297756"/>
                  </a:lnTo>
                  <a:lnTo>
                    <a:pt x="287135" y="297717"/>
                  </a:lnTo>
                  <a:lnTo>
                    <a:pt x="286858" y="297474"/>
                  </a:lnTo>
                  <a:lnTo>
                    <a:pt x="286583" y="297028"/>
                  </a:lnTo>
                  <a:lnTo>
                    <a:pt x="286456" y="296911"/>
                  </a:lnTo>
                  <a:lnTo>
                    <a:pt x="286300" y="296772"/>
                  </a:lnTo>
                  <a:lnTo>
                    <a:pt x="286117" y="296640"/>
                  </a:lnTo>
                  <a:lnTo>
                    <a:pt x="285883" y="296309"/>
                  </a:lnTo>
                  <a:lnTo>
                    <a:pt x="285373" y="296178"/>
                  </a:lnTo>
                  <a:lnTo>
                    <a:pt x="284979" y="295639"/>
                  </a:lnTo>
                  <a:lnTo>
                    <a:pt x="285236" y="295490"/>
                  </a:lnTo>
                  <a:lnTo>
                    <a:pt x="285389" y="295455"/>
                  </a:lnTo>
                  <a:lnTo>
                    <a:pt x="285523" y="295241"/>
                  </a:lnTo>
                  <a:lnTo>
                    <a:pt x="285347" y="295005"/>
                  </a:lnTo>
                  <a:lnTo>
                    <a:pt x="284826" y="294640"/>
                  </a:lnTo>
                  <a:lnTo>
                    <a:pt x="284504" y="294501"/>
                  </a:lnTo>
                  <a:lnTo>
                    <a:pt x="284213" y="294396"/>
                  </a:lnTo>
                  <a:lnTo>
                    <a:pt x="283867" y="293964"/>
                  </a:lnTo>
                  <a:lnTo>
                    <a:pt x="283790" y="293742"/>
                  </a:lnTo>
                  <a:lnTo>
                    <a:pt x="283354" y="293352"/>
                  </a:lnTo>
                  <a:lnTo>
                    <a:pt x="283194" y="293268"/>
                  </a:lnTo>
                  <a:lnTo>
                    <a:pt x="283096" y="293073"/>
                  </a:lnTo>
                  <a:lnTo>
                    <a:pt x="282873" y="292816"/>
                  </a:lnTo>
                  <a:lnTo>
                    <a:pt x="282612" y="292704"/>
                  </a:lnTo>
                  <a:lnTo>
                    <a:pt x="281910" y="292083"/>
                  </a:lnTo>
                  <a:lnTo>
                    <a:pt x="281442" y="291751"/>
                  </a:lnTo>
                  <a:lnTo>
                    <a:pt x="280906" y="291385"/>
                  </a:lnTo>
                  <a:lnTo>
                    <a:pt x="280744" y="291231"/>
                  </a:lnTo>
                  <a:lnTo>
                    <a:pt x="280656" y="290899"/>
                  </a:lnTo>
                  <a:lnTo>
                    <a:pt x="280386" y="290786"/>
                  </a:lnTo>
                  <a:lnTo>
                    <a:pt x="280220" y="290774"/>
                  </a:lnTo>
                  <a:lnTo>
                    <a:pt x="280058" y="290728"/>
                  </a:lnTo>
                  <a:lnTo>
                    <a:pt x="279795" y="290420"/>
                  </a:lnTo>
                  <a:lnTo>
                    <a:pt x="279642" y="290261"/>
                  </a:lnTo>
                  <a:lnTo>
                    <a:pt x="279470" y="290155"/>
                  </a:lnTo>
                  <a:lnTo>
                    <a:pt x="279295" y="290017"/>
                  </a:lnTo>
                  <a:lnTo>
                    <a:pt x="279130" y="289846"/>
                  </a:lnTo>
                  <a:lnTo>
                    <a:pt x="278700" y="289612"/>
                  </a:lnTo>
                  <a:lnTo>
                    <a:pt x="278505" y="289410"/>
                  </a:lnTo>
                  <a:lnTo>
                    <a:pt x="278405" y="289235"/>
                  </a:lnTo>
                  <a:lnTo>
                    <a:pt x="277915" y="288905"/>
                  </a:lnTo>
                  <a:lnTo>
                    <a:pt x="277684" y="288764"/>
                  </a:lnTo>
                  <a:lnTo>
                    <a:pt x="277241" y="288421"/>
                  </a:lnTo>
                  <a:lnTo>
                    <a:pt x="276520" y="288069"/>
                  </a:lnTo>
                  <a:lnTo>
                    <a:pt x="276347" y="287954"/>
                  </a:lnTo>
                  <a:lnTo>
                    <a:pt x="275795" y="286699"/>
                  </a:lnTo>
                  <a:lnTo>
                    <a:pt x="275557" y="286159"/>
                  </a:lnTo>
                  <a:lnTo>
                    <a:pt x="275385" y="285988"/>
                  </a:lnTo>
                  <a:lnTo>
                    <a:pt x="274857" y="285766"/>
                  </a:lnTo>
                  <a:lnTo>
                    <a:pt x="274587" y="285754"/>
                  </a:lnTo>
                  <a:lnTo>
                    <a:pt x="273851" y="285862"/>
                  </a:lnTo>
                  <a:lnTo>
                    <a:pt x="273310" y="286115"/>
                  </a:lnTo>
                  <a:lnTo>
                    <a:pt x="272858" y="286430"/>
                  </a:lnTo>
                  <a:lnTo>
                    <a:pt x="272443" y="286161"/>
                  </a:lnTo>
                  <a:lnTo>
                    <a:pt x="272107" y="285593"/>
                  </a:lnTo>
                  <a:lnTo>
                    <a:pt x="271610" y="285107"/>
                  </a:lnTo>
                  <a:lnTo>
                    <a:pt x="271290" y="285003"/>
                  </a:lnTo>
                  <a:lnTo>
                    <a:pt x="270721" y="285224"/>
                  </a:lnTo>
                  <a:lnTo>
                    <a:pt x="270314" y="285414"/>
                  </a:lnTo>
                  <a:lnTo>
                    <a:pt x="269721" y="285179"/>
                  </a:lnTo>
                  <a:lnTo>
                    <a:pt x="268950" y="284865"/>
                  </a:lnTo>
                  <a:lnTo>
                    <a:pt x="268354" y="285583"/>
                  </a:lnTo>
                  <a:lnTo>
                    <a:pt x="267847" y="285477"/>
                  </a:lnTo>
                  <a:lnTo>
                    <a:pt x="267585" y="285369"/>
                  </a:lnTo>
                  <a:lnTo>
                    <a:pt x="267065" y="285164"/>
                  </a:lnTo>
                  <a:lnTo>
                    <a:pt x="266064" y="284897"/>
                  </a:lnTo>
                  <a:lnTo>
                    <a:pt x="265248" y="285069"/>
                  </a:lnTo>
                  <a:lnTo>
                    <a:pt x="265062" y="285201"/>
                  </a:lnTo>
                  <a:lnTo>
                    <a:pt x="264794" y="285222"/>
                  </a:lnTo>
                  <a:lnTo>
                    <a:pt x="264369" y="285210"/>
                  </a:lnTo>
                  <a:lnTo>
                    <a:pt x="264171" y="285122"/>
                  </a:lnTo>
                  <a:lnTo>
                    <a:pt x="264264" y="284493"/>
                  </a:lnTo>
                  <a:lnTo>
                    <a:pt x="264039" y="283749"/>
                  </a:lnTo>
                  <a:lnTo>
                    <a:pt x="263772" y="283628"/>
                  </a:lnTo>
                  <a:lnTo>
                    <a:pt x="263429" y="283710"/>
                  </a:lnTo>
                  <a:lnTo>
                    <a:pt x="262908" y="283910"/>
                  </a:lnTo>
                  <a:lnTo>
                    <a:pt x="262704" y="284181"/>
                  </a:lnTo>
                  <a:lnTo>
                    <a:pt x="262213" y="284802"/>
                  </a:lnTo>
                  <a:lnTo>
                    <a:pt x="261962" y="284971"/>
                  </a:lnTo>
                  <a:lnTo>
                    <a:pt x="261288" y="285652"/>
                  </a:lnTo>
                  <a:lnTo>
                    <a:pt x="261062" y="286484"/>
                  </a:lnTo>
                  <a:lnTo>
                    <a:pt x="260954" y="287065"/>
                  </a:lnTo>
                  <a:lnTo>
                    <a:pt x="261111" y="287951"/>
                  </a:lnTo>
                  <a:lnTo>
                    <a:pt x="261163" y="288140"/>
                  </a:lnTo>
                  <a:lnTo>
                    <a:pt x="261567" y="289041"/>
                  </a:lnTo>
                  <a:lnTo>
                    <a:pt x="261470" y="289491"/>
                  </a:lnTo>
                  <a:lnTo>
                    <a:pt x="261124" y="289735"/>
                  </a:lnTo>
                  <a:lnTo>
                    <a:pt x="261055" y="289890"/>
                  </a:lnTo>
                  <a:lnTo>
                    <a:pt x="260960" y="290256"/>
                  </a:lnTo>
                  <a:lnTo>
                    <a:pt x="260947" y="290503"/>
                  </a:lnTo>
                  <a:lnTo>
                    <a:pt x="260197" y="290803"/>
                  </a:lnTo>
                  <a:lnTo>
                    <a:pt x="259576" y="290808"/>
                  </a:lnTo>
                  <a:lnTo>
                    <a:pt x="258789" y="290886"/>
                  </a:lnTo>
                  <a:lnTo>
                    <a:pt x="258506" y="290935"/>
                  </a:lnTo>
                  <a:lnTo>
                    <a:pt x="257970" y="291111"/>
                  </a:lnTo>
                  <a:lnTo>
                    <a:pt x="257318" y="291959"/>
                  </a:lnTo>
                  <a:lnTo>
                    <a:pt x="256339" y="292108"/>
                  </a:lnTo>
                  <a:lnTo>
                    <a:pt x="255393" y="292114"/>
                  </a:lnTo>
                  <a:lnTo>
                    <a:pt x="255020" y="292189"/>
                  </a:lnTo>
                  <a:lnTo>
                    <a:pt x="254476" y="292356"/>
                  </a:lnTo>
                  <a:lnTo>
                    <a:pt x="254332" y="292607"/>
                  </a:lnTo>
                  <a:lnTo>
                    <a:pt x="254269" y="293431"/>
                  </a:lnTo>
                  <a:lnTo>
                    <a:pt x="254589" y="293880"/>
                  </a:lnTo>
                  <a:lnTo>
                    <a:pt x="254786" y="294120"/>
                  </a:lnTo>
                  <a:lnTo>
                    <a:pt x="255210" y="294796"/>
                  </a:lnTo>
                  <a:lnTo>
                    <a:pt x="255435" y="295375"/>
                  </a:lnTo>
                  <a:lnTo>
                    <a:pt x="254948" y="295685"/>
                  </a:lnTo>
                  <a:lnTo>
                    <a:pt x="253896" y="295905"/>
                  </a:lnTo>
                  <a:lnTo>
                    <a:pt x="253538" y="296305"/>
                  </a:lnTo>
                  <a:lnTo>
                    <a:pt x="252921" y="296960"/>
                  </a:lnTo>
                  <a:lnTo>
                    <a:pt x="252593" y="298315"/>
                  </a:lnTo>
                  <a:lnTo>
                    <a:pt x="251820" y="298834"/>
                  </a:lnTo>
                  <a:lnTo>
                    <a:pt x="251668" y="298831"/>
                  </a:lnTo>
                  <a:lnTo>
                    <a:pt x="251135" y="298813"/>
                  </a:lnTo>
                  <a:lnTo>
                    <a:pt x="250191" y="298627"/>
                  </a:lnTo>
                  <a:lnTo>
                    <a:pt x="249101" y="298399"/>
                  </a:lnTo>
                  <a:lnTo>
                    <a:pt x="248688" y="298288"/>
                  </a:lnTo>
                  <a:lnTo>
                    <a:pt x="247585" y="298181"/>
                  </a:lnTo>
                  <a:lnTo>
                    <a:pt x="246583" y="298859"/>
                  </a:lnTo>
                  <a:lnTo>
                    <a:pt x="246530" y="299503"/>
                  </a:lnTo>
                  <a:lnTo>
                    <a:pt x="246492" y="299816"/>
                  </a:lnTo>
                  <a:lnTo>
                    <a:pt x="246121" y="300150"/>
                  </a:lnTo>
                  <a:lnTo>
                    <a:pt x="245621" y="300332"/>
                  </a:lnTo>
                  <a:lnTo>
                    <a:pt x="244472" y="300902"/>
                  </a:lnTo>
                  <a:lnTo>
                    <a:pt x="242723" y="301258"/>
                  </a:lnTo>
                  <a:lnTo>
                    <a:pt x="242053" y="301145"/>
                  </a:lnTo>
                  <a:lnTo>
                    <a:pt x="241517" y="301090"/>
                  </a:lnTo>
                  <a:lnTo>
                    <a:pt x="240872" y="301497"/>
                  </a:lnTo>
                  <a:lnTo>
                    <a:pt x="240562" y="301758"/>
                  </a:lnTo>
                  <a:lnTo>
                    <a:pt x="240303" y="301580"/>
                  </a:lnTo>
                  <a:lnTo>
                    <a:pt x="239627" y="301102"/>
                  </a:lnTo>
                  <a:lnTo>
                    <a:pt x="239175" y="300705"/>
                  </a:lnTo>
                  <a:lnTo>
                    <a:pt x="238956" y="300267"/>
                  </a:lnTo>
                  <a:lnTo>
                    <a:pt x="238679" y="299971"/>
                  </a:lnTo>
                  <a:lnTo>
                    <a:pt x="238389" y="299759"/>
                  </a:lnTo>
                  <a:lnTo>
                    <a:pt x="237960" y="299458"/>
                  </a:lnTo>
                  <a:lnTo>
                    <a:pt x="237086" y="299001"/>
                  </a:lnTo>
                  <a:lnTo>
                    <a:pt x="236842" y="298972"/>
                  </a:lnTo>
                  <a:lnTo>
                    <a:pt x="236246" y="299203"/>
                  </a:lnTo>
                  <a:lnTo>
                    <a:pt x="235445" y="299062"/>
                  </a:lnTo>
                  <a:lnTo>
                    <a:pt x="235258" y="298957"/>
                  </a:lnTo>
                  <a:lnTo>
                    <a:pt x="234996" y="298823"/>
                  </a:lnTo>
                  <a:lnTo>
                    <a:pt x="234144" y="298699"/>
                  </a:lnTo>
                  <a:lnTo>
                    <a:pt x="233678" y="298850"/>
                  </a:lnTo>
                  <a:lnTo>
                    <a:pt x="233520" y="299124"/>
                  </a:lnTo>
                  <a:lnTo>
                    <a:pt x="233471" y="299367"/>
                  </a:lnTo>
                  <a:lnTo>
                    <a:pt x="232842" y="299686"/>
                  </a:lnTo>
                  <a:lnTo>
                    <a:pt x="232619" y="299698"/>
                  </a:lnTo>
                  <a:lnTo>
                    <a:pt x="231809" y="299808"/>
                  </a:lnTo>
                  <a:lnTo>
                    <a:pt x="231174" y="300228"/>
                  </a:lnTo>
                  <a:lnTo>
                    <a:pt x="230878" y="300915"/>
                  </a:lnTo>
                  <a:lnTo>
                    <a:pt x="231006" y="301873"/>
                  </a:lnTo>
                  <a:lnTo>
                    <a:pt x="231066" y="302712"/>
                  </a:lnTo>
                  <a:lnTo>
                    <a:pt x="230792" y="303243"/>
                  </a:lnTo>
                  <a:lnTo>
                    <a:pt x="230467" y="303539"/>
                  </a:lnTo>
                  <a:lnTo>
                    <a:pt x="229955" y="304329"/>
                  </a:lnTo>
                  <a:lnTo>
                    <a:pt x="229854" y="304548"/>
                  </a:lnTo>
                  <a:lnTo>
                    <a:pt x="228981" y="304251"/>
                  </a:lnTo>
                  <a:lnTo>
                    <a:pt x="228711" y="304178"/>
                  </a:lnTo>
                  <a:lnTo>
                    <a:pt x="228363" y="304172"/>
                  </a:lnTo>
                  <a:lnTo>
                    <a:pt x="227400" y="304261"/>
                  </a:lnTo>
                  <a:lnTo>
                    <a:pt x="227028" y="304598"/>
                  </a:lnTo>
                  <a:lnTo>
                    <a:pt x="226697" y="303813"/>
                  </a:lnTo>
                  <a:lnTo>
                    <a:pt x="226712" y="303586"/>
                  </a:lnTo>
                  <a:lnTo>
                    <a:pt x="226416" y="303462"/>
                  </a:lnTo>
                  <a:lnTo>
                    <a:pt x="225928" y="303583"/>
                  </a:lnTo>
                  <a:lnTo>
                    <a:pt x="225546" y="303696"/>
                  </a:lnTo>
                  <a:lnTo>
                    <a:pt x="225355" y="303729"/>
                  </a:lnTo>
                  <a:lnTo>
                    <a:pt x="224759" y="303181"/>
                  </a:lnTo>
                  <a:lnTo>
                    <a:pt x="224211" y="302744"/>
                  </a:lnTo>
                  <a:lnTo>
                    <a:pt x="223471" y="302207"/>
                  </a:lnTo>
                  <a:lnTo>
                    <a:pt x="223161" y="301813"/>
                  </a:lnTo>
                  <a:lnTo>
                    <a:pt x="222390" y="301186"/>
                  </a:lnTo>
                  <a:lnTo>
                    <a:pt x="221791" y="300791"/>
                  </a:lnTo>
                  <a:lnTo>
                    <a:pt x="220832" y="300436"/>
                  </a:lnTo>
                  <a:lnTo>
                    <a:pt x="220166" y="300682"/>
                  </a:lnTo>
                  <a:lnTo>
                    <a:pt x="219075" y="300995"/>
                  </a:lnTo>
                  <a:lnTo>
                    <a:pt x="218547" y="300844"/>
                  </a:lnTo>
                  <a:lnTo>
                    <a:pt x="217786" y="300699"/>
                  </a:lnTo>
                  <a:lnTo>
                    <a:pt x="217515" y="300874"/>
                  </a:lnTo>
                  <a:lnTo>
                    <a:pt x="217018" y="300944"/>
                  </a:lnTo>
                  <a:lnTo>
                    <a:pt x="216302" y="300618"/>
                  </a:lnTo>
                  <a:lnTo>
                    <a:pt x="215018" y="300916"/>
                  </a:lnTo>
                  <a:lnTo>
                    <a:pt x="214688" y="301540"/>
                  </a:lnTo>
                  <a:lnTo>
                    <a:pt x="214429" y="301860"/>
                  </a:lnTo>
                  <a:lnTo>
                    <a:pt x="213377" y="301991"/>
                  </a:lnTo>
                  <a:lnTo>
                    <a:pt x="213050" y="301953"/>
                  </a:lnTo>
                  <a:lnTo>
                    <a:pt x="212850" y="301968"/>
                  </a:lnTo>
                  <a:lnTo>
                    <a:pt x="212716" y="301984"/>
                  </a:lnTo>
                  <a:lnTo>
                    <a:pt x="212396" y="302033"/>
                  </a:lnTo>
                  <a:lnTo>
                    <a:pt x="212007" y="302022"/>
                  </a:lnTo>
                  <a:lnTo>
                    <a:pt x="211552" y="301885"/>
                  </a:lnTo>
                  <a:lnTo>
                    <a:pt x="211230" y="301772"/>
                  </a:lnTo>
                  <a:lnTo>
                    <a:pt x="210688" y="301760"/>
                  </a:lnTo>
                  <a:lnTo>
                    <a:pt x="210369" y="301767"/>
                  </a:lnTo>
                  <a:lnTo>
                    <a:pt x="209624" y="301894"/>
                  </a:lnTo>
                  <a:lnTo>
                    <a:pt x="208129" y="302396"/>
                  </a:lnTo>
                  <a:lnTo>
                    <a:pt x="207522" y="302834"/>
                  </a:lnTo>
                  <a:lnTo>
                    <a:pt x="207295" y="303014"/>
                  </a:lnTo>
                  <a:lnTo>
                    <a:pt x="206683" y="302840"/>
                  </a:lnTo>
                  <a:lnTo>
                    <a:pt x="205675" y="302280"/>
                  </a:lnTo>
                  <a:lnTo>
                    <a:pt x="204444" y="301140"/>
                  </a:lnTo>
                  <a:lnTo>
                    <a:pt x="203954" y="300146"/>
                  </a:lnTo>
                  <a:lnTo>
                    <a:pt x="203578" y="299886"/>
                  </a:lnTo>
                  <a:lnTo>
                    <a:pt x="202917" y="299522"/>
                  </a:lnTo>
                  <a:lnTo>
                    <a:pt x="202748" y="299469"/>
                  </a:lnTo>
                  <a:lnTo>
                    <a:pt x="202133" y="299416"/>
                  </a:lnTo>
                  <a:lnTo>
                    <a:pt x="201826" y="299546"/>
                  </a:lnTo>
                  <a:lnTo>
                    <a:pt x="200983" y="299809"/>
                  </a:lnTo>
                  <a:lnTo>
                    <a:pt x="199908" y="299336"/>
                  </a:lnTo>
                  <a:lnTo>
                    <a:pt x="198996" y="298996"/>
                  </a:lnTo>
                  <a:lnTo>
                    <a:pt x="197344" y="297758"/>
                  </a:lnTo>
                  <a:lnTo>
                    <a:pt x="196894" y="297930"/>
                  </a:lnTo>
                  <a:lnTo>
                    <a:pt x="196616" y="298080"/>
                  </a:lnTo>
                  <a:lnTo>
                    <a:pt x="195635" y="299177"/>
                  </a:lnTo>
                  <a:lnTo>
                    <a:pt x="195665" y="299694"/>
                  </a:lnTo>
                  <a:lnTo>
                    <a:pt x="195566" y="300169"/>
                  </a:lnTo>
                  <a:lnTo>
                    <a:pt x="194893" y="300563"/>
                  </a:lnTo>
                  <a:lnTo>
                    <a:pt x="194668" y="300559"/>
                  </a:lnTo>
                  <a:lnTo>
                    <a:pt x="194550" y="300909"/>
                  </a:lnTo>
                  <a:lnTo>
                    <a:pt x="194600" y="301812"/>
                  </a:lnTo>
                  <a:lnTo>
                    <a:pt x="194487" y="302074"/>
                  </a:lnTo>
                  <a:lnTo>
                    <a:pt x="193655" y="301937"/>
                  </a:lnTo>
                  <a:lnTo>
                    <a:pt x="193034" y="302175"/>
                  </a:lnTo>
                  <a:lnTo>
                    <a:pt x="191791" y="302475"/>
                  </a:lnTo>
                  <a:lnTo>
                    <a:pt x="191120" y="302446"/>
                  </a:lnTo>
                  <a:lnTo>
                    <a:pt x="190943" y="302512"/>
                  </a:lnTo>
                  <a:lnTo>
                    <a:pt x="190789" y="302807"/>
                  </a:lnTo>
                  <a:lnTo>
                    <a:pt x="190850" y="303096"/>
                  </a:lnTo>
                  <a:lnTo>
                    <a:pt x="190946" y="303482"/>
                  </a:lnTo>
                  <a:lnTo>
                    <a:pt x="190215" y="303622"/>
                  </a:lnTo>
                  <a:lnTo>
                    <a:pt x="189721" y="303698"/>
                  </a:lnTo>
                  <a:lnTo>
                    <a:pt x="188946" y="303675"/>
                  </a:lnTo>
                  <a:lnTo>
                    <a:pt x="188381" y="303942"/>
                  </a:lnTo>
                  <a:lnTo>
                    <a:pt x="187129" y="303572"/>
                  </a:lnTo>
                  <a:lnTo>
                    <a:pt x="186558" y="303479"/>
                  </a:lnTo>
                  <a:lnTo>
                    <a:pt x="184967" y="303858"/>
                  </a:lnTo>
                  <a:lnTo>
                    <a:pt x="184696" y="304615"/>
                  </a:lnTo>
                  <a:lnTo>
                    <a:pt x="183937" y="304639"/>
                  </a:lnTo>
                  <a:lnTo>
                    <a:pt x="183754" y="304616"/>
                  </a:lnTo>
                  <a:lnTo>
                    <a:pt x="183239" y="304512"/>
                  </a:lnTo>
                  <a:lnTo>
                    <a:pt x="182729" y="304320"/>
                  </a:lnTo>
                  <a:lnTo>
                    <a:pt x="182389" y="304295"/>
                  </a:lnTo>
                  <a:lnTo>
                    <a:pt x="182010" y="304439"/>
                  </a:lnTo>
                  <a:lnTo>
                    <a:pt x="181864" y="304515"/>
                  </a:lnTo>
                  <a:lnTo>
                    <a:pt x="181329" y="305016"/>
                  </a:lnTo>
                  <a:lnTo>
                    <a:pt x="180953" y="305061"/>
                  </a:lnTo>
                  <a:lnTo>
                    <a:pt x="179883" y="304585"/>
                  </a:lnTo>
                  <a:lnTo>
                    <a:pt x="179401" y="304602"/>
                  </a:lnTo>
                  <a:lnTo>
                    <a:pt x="178557" y="304807"/>
                  </a:lnTo>
                  <a:lnTo>
                    <a:pt x="177899" y="304936"/>
                  </a:lnTo>
                  <a:lnTo>
                    <a:pt x="177733" y="305059"/>
                  </a:lnTo>
                  <a:lnTo>
                    <a:pt x="177229" y="305584"/>
                  </a:lnTo>
                  <a:lnTo>
                    <a:pt x="177059" y="305777"/>
                  </a:lnTo>
                  <a:lnTo>
                    <a:pt x="176686" y="305949"/>
                  </a:lnTo>
                  <a:lnTo>
                    <a:pt x="176353" y="305756"/>
                  </a:lnTo>
                  <a:lnTo>
                    <a:pt x="175125" y="305271"/>
                  </a:lnTo>
                  <a:lnTo>
                    <a:pt x="174535" y="304786"/>
                  </a:lnTo>
                  <a:lnTo>
                    <a:pt x="174002" y="304188"/>
                  </a:lnTo>
                  <a:lnTo>
                    <a:pt x="173244" y="304020"/>
                  </a:lnTo>
                  <a:lnTo>
                    <a:pt x="172673" y="304034"/>
                  </a:lnTo>
                  <a:lnTo>
                    <a:pt x="172214" y="304033"/>
                  </a:lnTo>
                  <a:lnTo>
                    <a:pt x="171294" y="303766"/>
                  </a:lnTo>
                  <a:lnTo>
                    <a:pt x="171000" y="303143"/>
                  </a:lnTo>
                  <a:lnTo>
                    <a:pt x="169422" y="303229"/>
                  </a:lnTo>
                  <a:lnTo>
                    <a:pt x="169225" y="303126"/>
                  </a:lnTo>
                  <a:lnTo>
                    <a:pt x="168883" y="302923"/>
                  </a:lnTo>
                  <a:lnTo>
                    <a:pt x="167936" y="302620"/>
                  </a:lnTo>
                  <a:lnTo>
                    <a:pt x="167511" y="302503"/>
                  </a:lnTo>
                  <a:lnTo>
                    <a:pt x="167231" y="302340"/>
                  </a:lnTo>
                  <a:lnTo>
                    <a:pt x="166477" y="302029"/>
                  </a:lnTo>
                  <a:lnTo>
                    <a:pt x="164783" y="302034"/>
                  </a:lnTo>
                  <a:lnTo>
                    <a:pt x="164104" y="302759"/>
                  </a:lnTo>
                  <a:lnTo>
                    <a:pt x="163493" y="302524"/>
                  </a:lnTo>
                  <a:lnTo>
                    <a:pt x="163349" y="302424"/>
                  </a:lnTo>
                  <a:lnTo>
                    <a:pt x="162549" y="301739"/>
                  </a:lnTo>
                  <a:lnTo>
                    <a:pt x="162323" y="301515"/>
                  </a:lnTo>
                  <a:lnTo>
                    <a:pt x="161980" y="301040"/>
                  </a:lnTo>
                  <a:lnTo>
                    <a:pt x="161979" y="300716"/>
                  </a:lnTo>
                  <a:lnTo>
                    <a:pt x="161478" y="300064"/>
                  </a:lnTo>
                  <a:lnTo>
                    <a:pt x="161724" y="299192"/>
                  </a:lnTo>
                  <a:lnTo>
                    <a:pt x="161768" y="299049"/>
                  </a:lnTo>
                  <a:lnTo>
                    <a:pt x="161734" y="298286"/>
                  </a:lnTo>
                  <a:lnTo>
                    <a:pt x="161510" y="298173"/>
                  </a:lnTo>
                  <a:lnTo>
                    <a:pt x="159935" y="297324"/>
                  </a:lnTo>
                  <a:lnTo>
                    <a:pt x="159349" y="297218"/>
                  </a:lnTo>
                  <a:lnTo>
                    <a:pt x="158579" y="296580"/>
                  </a:lnTo>
                  <a:lnTo>
                    <a:pt x="158538" y="296297"/>
                  </a:lnTo>
                  <a:lnTo>
                    <a:pt x="158545" y="296007"/>
                  </a:lnTo>
                  <a:lnTo>
                    <a:pt x="158814" y="295515"/>
                  </a:lnTo>
                  <a:lnTo>
                    <a:pt x="159043" y="295243"/>
                  </a:lnTo>
                  <a:lnTo>
                    <a:pt x="158496" y="295161"/>
                  </a:lnTo>
                  <a:lnTo>
                    <a:pt x="157489" y="294943"/>
                  </a:lnTo>
                  <a:lnTo>
                    <a:pt x="157310" y="294461"/>
                  </a:lnTo>
                  <a:lnTo>
                    <a:pt x="157018" y="294119"/>
                  </a:lnTo>
                  <a:lnTo>
                    <a:pt x="156718" y="293948"/>
                  </a:lnTo>
                  <a:lnTo>
                    <a:pt x="156665" y="293758"/>
                  </a:lnTo>
                  <a:lnTo>
                    <a:pt x="156872" y="293408"/>
                  </a:lnTo>
                  <a:lnTo>
                    <a:pt x="157089" y="293271"/>
                  </a:lnTo>
                  <a:lnTo>
                    <a:pt x="157265" y="293163"/>
                  </a:lnTo>
                  <a:lnTo>
                    <a:pt x="157472" y="293056"/>
                  </a:lnTo>
                  <a:lnTo>
                    <a:pt x="157718" y="292811"/>
                  </a:lnTo>
                  <a:lnTo>
                    <a:pt x="157924" y="292287"/>
                  </a:lnTo>
                  <a:lnTo>
                    <a:pt x="157990" y="292059"/>
                  </a:lnTo>
                  <a:lnTo>
                    <a:pt x="157233" y="291724"/>
                  </a:lnTo>
                  <a:lnTo>
                    <a:pt x="157087" y="291644"/>
                  </a:lnTo>
                  <a:lnTo>
                    <a:pt x="156601" y="290794"/>
                  </a:lnTo>
                  <a:lnTo>
                    <a:pt x="156927" y="290680"/>
                  </a:lnTo>
                  <a:lnTo>
                    <a:pt x="157317" y="290569"/>
                  </a:lnTo>
                  <a:lnTo>
                    <a:pt x="157526" y="290550"/>
                  </a:lnTo>
                  <a:lnTo>
                    <a:pt x="158053" y="290438"/>
                  </a:lnTo>
                  <a:lnTo>
                    <a:pt x="157816" y="289443"/>
                  </a:lnTo>
                  <a:lnTo>
                    <a:pt x="156659" y="288645"/>
                  </a:lnTo>
                  <a:lnTo>
                    <a:pt x="156009" y="288337"/>
                  </a:lnTo>
                  <a:lnTo>
                    <a:pt x="155588" y="288220"/>
                  </a:lnTo>
                  <a:lnTo>
                    <a:pt x="155481" y="287973"/>
                  </a:lnTo>
                  <a:lnTo>
                    <a:pt x="155656" y="287521"/>
                  </a:lnTo>
                  <a:lnTo>
                    <a:pt x="155908" y="287259"/>
                  </a:lnTo>
                  <a:lnTo>
                    <a:pt x="156069" y="287191"/>
                  </a:lnTo>
                  <a:lnTo>
                    <a:pt x="156621" y="286918"/>
                  </a:lnTo>
                  <a:lnTo>
                    <a:pt x="156666" y="286734"/>
                  </a:lnTo>
                  <a:lnTo>
                    <a:pt x="156501" y="286250"/>
                  </a:lnTo>
                  <a:lnTo>
                    <a:pt x="155885" y="285569"/>
                  </a:lnTo>
                  <a:lnTo>
                    <a:pt x="155314" y="285515"/>
                  </a:lnTo>
                  <a:lnTo>
                    <a:pt x="155079" y="285281"/>
                  </a:lnTo>
                  <a:lnTo>
                    <a:pt x="154906" y="285042"/>
                  </a:lnTo>
                  <a:lnTo>
                    <a:pt x="154788" y="284630"/>
                  </a:lnTo>
                  <a:lnTo>
                    <a:pt x="154820" y="284267"/>
                  </a:lnTo>
                  <a:lnTo>
                    <a:pt x="154649" y="283859"/>
                  </a:lnTo>
                  <a:lnTo>
                    <a:pt x="154188" y="283611"/>
                  </a:lnTo>
                  <a:lnTo>
                    <a:pt x="154001" y="283083"/>
                  </a:lnTo>
                  <a:lnTo>
                    <a:pt x="153715" y="282659"/>
                  </a:lnTo>
                  <a:lnTo>
                    <a:pt x="153222" y="282415"/>
                  </a:lnTo>
                  <a:lnTo>
                    <a:pt x="152938" y="282083"/>
                  </a:lnTo>
                  <a:lnTo>
                    <a:pt x="152690" y="280866"/>
                  </a:lnTo>
                  <a:lnTo>
                    <a:pt x="152691" y="280672"/>
                  </a:lnTo>
                  <a:lnTo>
                    <a:pt x="152588" y="279972"/>
                  </a:lnTo>
                  <a:lnTo>
                    <a:pt x="152055" y="279785"/>
                  </a:lnTo>
                  <a:lnTo>
                    <a:pt x="151921" y="279721"/>
                  </a:lnTo>
                  <a:lnTo>
                    <a:pt x="151612" y="279003"/>
                  </a:lnTo>
                  <a:lnTo>
                    <a:pt x="151843" y="278814"/>
                  </a:lnTo>
                  <a:lnTo>
                    <a:pt x="152626" y="277798"/>
                  </a:lnTo>
                  <a:lnTo>
                    <a:pt x="152206" y="276683"/>
                  </a:lnTo>
                  <a:lnTo>
                    <a:pt x="151982" y="276280"/>
                  </a:lnTo>
                  <a:lnTo>
                    <a:pt x="151476" y="275810"/>
                  </a:lnTo>
                  <a:lnTo>
                    <a:pt x="150956" y="275012"/>
                  </a:lnTo>
                  <a:lnTo>
                    <a:pt x="150678" y="274373"/>
                  </a:lnTo>
                  <a:lnTo>
                    <a:pt x="150858" y="273478"/>
                  </a:lnTo>
                  <a:lnTo>
                    <a:pt x="150386" y="272392"/>
                  </a:lnTo>
                  <a:lnTo>
                    <a:pt x="150103" y="271877"/>
                  </a:lnTo>
                  <a:lnTo>
                    <a:pt x="149397" y="271792"/>
                  </a:lnTo>
                  <a:lnTo>
                    <a:pt x="149203" y="271421"/>
                  </a:lnTo>
                  <a:lnTo>
                    <a:pt x="149838" y="270423"/>
                  </a:lnTo>
                  <a:lnTo>
                    <a:pt x="150320" y="270044"/>
                  </a:lnTo>
                  <a:lnTo>
                    <a:pt x="150570" y="269836"/>
                  </a:lnTo>
                  <a:lnTo>
                    <a:pt x="150766" y="269507"/>
                  </a:lnTo>
                  <a:lnTo>
                    <a:pt x="150513" y="269165"/>
                  </a:lnTo>
                  <a:lnTo>
                    <a:pt x="150056" y="268436"/>
                  </a:lnTo>
                  <a:lnTo>
                    <a:pt x="150057" y="268248"/>
                  </a:lnTo>
                  <a:lnTo>
                    <a:pt x="150205" y="268067"/>
                  </a:lnTo>
                  <a:lnTo>
                    <a:pt x="150468" y="267704"/>
                  </a:lnTo>
                  <a:lnTo>
                    <a:pt x="150250" y="267001"/>
                  </a:lnTo>
                  <a:lnTo>
                    <a:pt x="149984" y="266690"/>
                  </a:lnTo>
                  <a:lnTo>
                    <a:pt x="149350" y="266718"/>
                  </a:lnTo>
                  <a:lnTo>
                    <a:pt x="148597" y="266974"/>
                  </a:lnTo>
                  <a:lnTo>
                    <a:pt x="148185" y="266899"/>
                  </a:lnTo>
                  <a:lnTo>
                    <a:pt x="147925" y="266573"/>
                  </a:lnTo>
                  <a:lnTo>
                    <a:pt x="147964" y="266422"/>
                  </a:lnTo>
                  <a:lnTo>
                    <a:pt x="147472" y="265403"/>
                  </a:lnTo>
                  <a:lnTo>
                    <a:pt x="147488" y="265128"/>
                  </a:lnTo>
                  <a:lnTo>
                    <a:pt x="147492" y="264868"/>
                  </a:lnTo>
                  <a:lnTo>
                    <a:pt x="147364" y="264288"/>
                  </a:lnTo>
                  <a:lnTo>
                    <a:pt x="147105" y="264113"/>
                  </a:lnTo>
                  <a:lnTo>
                    <a:pt x="146892" y="263643"/>
                  </a:lnTo>
                  <a:lnTo>
                    <a:pt x="146942" y="263356"/>
                  </a:lnTo>
                  <a:lnTo>
                    <a:pt x="146973" y="263099"/>
                  </a:lnTo>
                  <a:lnTo>
                    <a:pt x="147127" y="262628"/>
                  </a:lnTo>
                  <a:lnTo>
                    <a:pt x="146865" y="262167"/>
                  </a:lnTo>
                  <a:lnTo>
                    <a:pt x="146310" y="262127"/>
                  </a:lnTo>
                  <a:lnTo>
                    <a:pt x="145657" y="261910"/>
                  </a:lnTo>
                  <a:lnTo>
                    <a:pt x="145771" y="261394"/>
                  </a:lnTo>
                  <a:lnTo>
                    <a:pt x="146080" y="261082"/>
                  </a:lnTo>
                  <a:lnTo>
                    <a:pt x="146350" y="260494"/>
                  </a:lnTo>
                  <a:lnTo>
                    <a:pt x="146626" y="259852"/>
                  </a:lnTo>
                  <a:lnTo>
                    <a:pt x="146652" y="259620"/>
                  </a:lnTo>
                  <a:lnTo>
                    <a:pt x="146568" y="259484"/>
                  </a:lnTo>
                  <a:lnTo>
                    <a:pt x="146045" y="258880"/>
                  </a:lnTo>
                  <a:lnTo>
                    <a:pt x="145849" y="258567"/>
                  </a:lnTo>
                  <a:lnTo>
                    <a:pt x="146211" y="258138"/>
                  </a:lnTo>
                  <a:lnTo>
                    <a:pt x="147247" y="258114"/>
                  </a:lnTo>
                  <a:lnTo>
                    <a:pt x="147620" y="258033"/>
                  </a:lnTo>
                  <a:lnTo>
                    <a:pt x="148112" y="258023"/>
                  </a:lnTo>
                  <a:lnTo>
                    <a:pt x="148332" y="258068"/>
                  </a:lnTo>
                  <a:lnTo>
                    <a:pt x="148721" y="258048"/>
                  </a:lnTo>
                  <a:lnTo>
                    <a:pt x="149420" y="257599"/>
                  </a:lnTo>
                  <a:lnTo>
                    <a:pt x="149656" y="257609"/>
                  </a:lnTo>
                  <a:lnTo>
                    <a:pt x="150171" y="257654"/>
                  </a:lnTo>
                  <a:lnTo>
                    <a:pt x="150707" y="257524"/>
                  </a:lnTo>
                  <a:lnTo>
                    <a:pt x="151032" y="257376"/>
                  </a:lnTo>
                  <a:lnTo>
                    <a:pt x="151393" y="256456"/>
                  </a:lnTo>
                  <a:lnTo>
                    <a:pt x="151622" y="256396"/>
                  </a:lnTo>
                  <a:lnTo>
                    <a:pt x="152690" y="255195"/>
                  </a:lnTo>
                  <a:lnTo>
                    <a:pt x="152762" y="254994"/>
                  </a:lnTo>
                  <a:lnTo>
                    <a:pt x="152797" y="254641"/>
                  </a:lnTo>
                  <a:lnTo>
                    <a:pt x="152671" y="254317"/>
                  </a:lnTo>
                  <a:lnTo>
                    <a:pt x="152370" y="253783"/>
                  </a:lnTo>
                  <a:lnTo>
                    <a:pt x="152284" y="253485"/>
                  </a:lnTo>
                  <a:lnTo>
                    <a:pt x="152140" y="253300"/>
                  </a:lnTo>
                  <a:lnTo>
                    <a:pt x="152532" y="252948"/>
                  </a:lnTo>
                  <a:lnTo>
                    <a:pt x="153153" y="252723"/>
                  </a:lnTo>
                  <a:lnTo>
                    <a:pt x="153456" y="252358"/>
                  </a:lnTo>
                  <a:lnTo>
                    <a:pt x="153432" y="251913"/>
                  </a:lnTo>
                  <a:lnTo>
                    <a:pt x="153271" y="251839"/>
                  </a:lnTo>
                  <a:lnTo>
                    <a:pt x="152411" y="251346"/>
                  </a:lnTo>
                  <a:lnTo>
                    <a:pt x="152040" y="251365"/>
                  </a:lnTo>
                  <a:lnTo>
                    <a:pt x="151679" y="251496"/>
                  </a:lnTo>
                  <a:lnTo>
                    <a:pt x="150812" y="251491"/>
                  </a:lnTo>
                  <a:lnTo>
                    <a:pt x="150451" y="251535"/>
                  </a:lnTo>
                  <a:lnTo>
                    <a:pt x="150011" y="251618"/>
                  </a:lnTo>
                  <a:lnTo>
                    <a:pt x="149339" y="251794"/>
                  </a:lnTo>
                  <a:lnTo>
                    <a:pt x="148960" y="251239"/>
                  </a:lnTo>
                  <a:lnTo>
                    <a:pt x="148924" y="250962"/>
                  </a:lnTo>
                  <a:lnTo>
                    <a:pt x="148783" y="250925"/>
                  </a:lnTo>
                  <a:lnTo>
                    <a:pt x="148487" y="250844"/>
                  </a:lnTo>
                  <a:lnTo>
                    <a:pt x="148334" y="250800"/>
                  </a:lnTo>
                  <a:lnTo>
                    <a:pt x="147878" y="250649"/>
                  </a:lnTo>
                  <a:lnTo>
                    <a:pt x="147549" y="250400"/>
                  </a:lnTo>
                  <a:lnTo>
                    <a:pt x="146632" y="250834"/>
                  </a:lnTo>
                  <a:lnTo>
                    <a:pt x="146397" y="250811"/>
                  </a:lnTo>
                  <a:lnTo>
                    <a:pt x="145869" y="250910"/>
                  </a:lnTo>
                  <a:lnTo>
                    <a:pt x="145350" y="251034"/>
                  </a:lnTo>
                  <a:lnTo>
                    <a:pt x="145005" y="251089"/>
                  </a:lnTo>
                  <a:lnTo>
                    <a:pt x="144575" y="251127"/>
                  </a:lnTo>
                  <a:lnTo>
                    <a:pt x="144332" y="251124"/>
                  </a:lnTo>
                  <a:lnTo>
                    <a:pt x="143761" y="251048"/>
                  </a:lnTo>
                  <a:lnTo>
                    <a:pt x="143431" y="250717"/>
                  </a:lnTo>
                  <a:lnTo>
                    <a:pt x="143023" y="250340"/>
                  </a:lnTo>
                  <a:lnTo>
                    <a:pt x="142421" y="250354"/>
                  </a:lnTo>
                  <a:lnTo>
                    <a:pt x="141775" y="250177"/>
                  </a:lnTo>
                  <a:lnTo>
                    <a:pt x="141000" y="250108"/>
                  </a:lnTo>
                  <a:lnTo>
                    <a:pt x="140735" y="250125"/>
                  </a:lnTo>
                  <a:lnTo>
                    <a:pt x="140523" y="250110"/>
                  </a:lnTo>
                  <a:lnTo>
                    <a:pt x="139896" y="250045"/>
                  </a:lnTo>
                  <a:lnTo>
                    <a:pt x="139535" y="249722"/>
                  </a:lnTo>
                  <a:lnTo>
                    <a:pt x="139361" y="249651"/>
                  </a:lnTo>
                  <a:lnTo>
                    <a:pt x="138958" y="249539"/>
                  </a:lnTo>
                  <a:lnTo>
                    <a:pt x="138487" y="249524"/>
                  </a:lnTo>
                  <a:lnTo>
                    <a:pt x="138585" y="249020"/>
                  </a:lnTo>
                  <a:lnTo>
                    <a:pt x="138650" y="248890"/>
                  </a:lnTo>
                  <a:lnTo>
                    <a:pt x="138703" y="248395"/>
                  </a:lnTo>
                  <a:lnTo>
                    <a:pt x="138450" y="248027"/>
                  </a:lnTo>
                  <a:lnTo>
                    <a:pt x="138402" y="247741"/>
                  </a:lnTo>
                  <a:lnTo>
                    <a:pt x="138803" y="247585"/>
                  </a:lnTo>
                  <a:lnTo>
                    <a:pt x="138699" y="247240"/>
                  </a:lnTo>
                  <a:lnTo>
                    <a:pt x="138719" y="246581"/>
                  </a:lnTo>
                  <a:lnTo>
                    <a:pt x="138341" y="246311"/>
                  </a:lnTo>
                  <a:lnTo>
                    <a:pt x="138036" y="246195"/>
                  </a:lnTo>
                  <a:lnTo>
                    <a:pt x="137716" y="245419"/>
                  </a:lnTo>
                  <a:lnTo>
                    <a:pt x="137567" y="245328"/>
                  </a:lnTo>
                  <a:lnTo>
                    <a:pt x="137379" y="244980"/>
                  </a:lnTo>
                  <a:lnTo>
                    <a:pt x="137361" y="244735"/>
                  </a:lnTo>
                  <a:lnTo>
                    <a:pt x="136863" y="244467"/>
                  </a:lnTo>
                  <a:lnTo>
                    <a:pt x="136061" y="245095"/>
                  </a:lnTo>
                  <a:lnTo>
                    <a:pt x="135185" y="245111"/>
                  </a:lnTo>
                  <a:lnTo>
                    <a:pt x="134532" y="244279"/>
                  </a:lnTo>
                  <a:lnTo>
                    <a:pt x="134398" y="244288"/>
                  </a:lnTo>
                  <a:lnTo>
                    <a:pt x="133894" y="244246"/>
                  </a:lnTo>
                  <a:lnTo>
                    <a:pt x="133442" y="243336"/>
                  </a:lnTo>
                  <a:lnTo>
                    <a:pt x="132687" y="243399"/>
                  </a:lnTo>
                  <a:lnTo>
                    <a:pt x="132333" y="243047"/>
                  </a:lnTo>
                  <a:lnTo>
                    <a:pt x="132154" y="242552"/>
                  </a:lnTo>
                  <a:lnTo>
                    <a:pt x="131782" y="242296"/>
                  </a:lnTo>
                  <a:lnTo>
                    <a:pt x="131542" y="241910"/>
                  </a:lnTo>
                  <a:lnTo>
                    <a:pt x="131479" y="241459"/>
                  </a:lnTo>
                  <a:lnTo>
                    <a:pt x="131462" y="241214"/>
                  </a:lnTo>
                  <a:lnTo>
                    <a:pt x="131472" y="241004"/>
                  </a:lnTo>
                  <a:lnTo>
                    <a:pt x="130965" y="240543"/>
                  </a:lnTo>
                  <a:lnTo>
                    <a:pt x="130751" y="239896"/>
                  </a:lnTo>
                  <a:lnTo>
                    <a:pt x="130120" y="239869"/>
                  </a:lnTo>
                  <a:lnTo>
                    <a:pt x="129786" y="239830"/>
                  </a:lnTo>
                  <a:lnTo>
                    <a:pt x="129182" y="240115"/>
                  </a:lnTo>
                  <a:lnTo>
                    <a:pt x="129004" y="240174"/>
                  </a:lnTo>
                  <a:lnTo>
                    <a:pt x="128486" y="240345"/>
                  </a:lnTo>
                  <a:lnTo>
                    <a:pt x="128280" y="240249"/>
                  </a:lnTo>
                  <a:lnTo>
                    <a:pt x="128025" y="240201"/>
                  </a:lnTo>
                  <a:lnTo>
                    <a:pt x="127718" y="240226"/>
                  </a:lnTo>
                  <a:lnTo>
                    <a:pt x="127394" y="240240"/>
                  </a:lnTo>
                  <a:lnTo>
                    <a:pt x="126738" y="240091"/>
                  </a:lnTo>
                  <a:lnTo>
                    <a:pt x="126548" y="240126"/>
                  </a:lnTo>
                  <a:lnTo>
                    <a:pt x="125544" y="240091"/>
                  </a:lnTo>
                  <a:lnTo>
                    <a:pt x="125220" y="239878"/>
                  </a:lnTo>
                  <a:lnTo>
                    <a:pt x="124910" y="239772"/>
                  </a:lnTo>
                  <a:lnTo>
                    <a:pt x="124709" y="239576"/>
                  </a:lnTo>
                  <a:lnTo>
                    <a:pt x="124360" y="239386"/>
                  </a:lnTo>
                  <a:lnTo>
                    <a:pt x="124209" y="238991"/>
                  </a:lnTo>
                  <a:lnTo>
                    <a:pt x="124276" y="238743"/>
                  </a:lnTo>
                  <a:lnTo>
                    <a:pt x="124104" y="238459"/>
                  </a:lnTo>
                  <a:lnTo>
                    <a:pt x="123939" y="238189"/>
                  </a:lnTo>
                  <a:lnTo>
                    <a:pt x="123705" y="237715"/>
                  </a:lnTo>
                  <a:lnTo>
                    <a:pt x="123201" y="237850"/>
                  </a:lnTo>
                  <a:lnTo>
                    <a:pt x="122841" y="238047"/>
                  </a:lnTo>
                  <a:lnTo>
                    <a:pt x="122608" y="238320"/>
                  </a:lnTo>
                  <a:lnTo>
                    <a:pt x="122617" y="238494"/>
                  </a:lnTo>
                  <a:lnTo>
                    <a:pt x="122629" y="238721"/>
                  </a:lnTo>
                  <a:lnTo>
                    <a:pt x="122577" y="238954"/>
                  </a:lnTo>
                  <a:lnTo>
                    <a:pt x="122449" y="239055"/>
                  </a:lnTo>
                  <a:lnTo>
                    <a:pt x="122301" y="239200"/>
                  </a:lnTo>
                  <a:lnTo>
                    <a:pt x="122531" y="239679"/>
                  </a:lnTo>
                  <a:lnTo>
                    <a:pt x="122062" y="239995"/>
                  </a:lnTo>
                  <a:lnTo>
                    <a:pt x="121505" y="240481"/>
                  </a:lnTo>
                  <a:lnTo>
                    <a:pt x="121508" y="240723"/>
                  </a:lnTo>
                  <a:lnTo>
                    <a:pt x="121287" y="240945"/>
                  </a:lnTo>
                  <a:lnTo>
                    <a:pt x="121243" y="241223"/>
                  </a:lnTo>
                  <a:lnTo>
                    <a:pt x="121096" y="241356"/>
                  </a:lnTo>
                  <a:lnTo>
                    <a:pt x="120665" y="241605"/>
                  </a:lnTo>
                  <a:lnTo>
                    <a:pt x="120473" y="241656"/>
                  </a:lnTo>
                  <a:lnTo>
                    <a:pt x="120090" y="241597"/>
                  </a:lnTo>
                  <a:lnTo>
                    <a:pt x="120143" y="242551"/>
                  </a:lnTo>
                  <a:lnTo>
                    <a:pt x="120216" y="242890"/>
                  </a:lnTo>
                  <a:lnTo>
                    <a:pt x="118832" y="243264"/>
                  </a:lnTo>
                  <a:lnTo>
                    <a:pt x="118324" y="243402"/>
                  </a:lnTo>
                  <a:lnTo>
                    <a:pt x="118139" y="243402"/>
                  </a:lnTo>
                  <a:lnTo>
                    <a:pt x="117912" y="243562"/>
                  </a:lnTo>
                  <a:lnTo>
                    <a:pt x="118127" y="244213"/>
                  </a:lnTo>
                  <a:lnTo>
                    <a:pt x="117955" y="244699"/>
                  </a:lnTo>
                  <a:lnTo>
                    <a:pt x="117719" y="244937"/>
                  </a:lnTo>
                  <a:lnTo>
                    <a:pt x="117511" y="245238"/>
                  </a:lnTo>
                  <a:lnTo>
                    <a:pt x="117225" y="245656"/>
                  </a:lnTo>
                  <a:lnTo>
                    <a:pt x="117042" y="245761"/>
                  </a:lnTo>
                  <a:lnTo>
                    <a:pt x="116633" y="245813"/>
                  </a:lnTo>
                  <a:lnTo>
                    <a:pt x="116260" y="246038"/>
                  </a:lnTo>
                  <a:lnTo>
                    <a:pt x="115138" y="247045"/>
                  </a:lnTo>
                  <a:lnTo>
                    <a:pt x="114910" y="247452"/>
                  </a:lnTo>
                  <a:lnTo>
                    <a:pt x="115016" y="247858"/>
                  </a:lnTo>
                  <a:lnTo>
                    <a:pt x="114691" y="248049"/>
                  </a:lnTo>
                  <a:lnTo>
                    <a:pt x="114489" y="248142"/>
                  </a:lnTo>
                  <a:lnTo>
                    <a:pt x="113937" y="248715"/>
                  </a:lnTo>
                  <a:lnTo>
                    <a:pt x="113641" y="249233"/>
                  </a:lnTo>
                  <a:lnTo>
                    <a:pt x="113256" y="249798"/>
                  </a:lnTo>
                  <a:lnTo>
                    <a:pt x="112879" y="250086"/>
                  </a:lnTo>
                  <a:lnTo>
                    <a:pt x="112098" y="250214"/>
                  </a:lnTo>
                  <a:lnTo>
                    <a:pt x="111585" y="250365"/>
                  </a:lnTo>
                  <a:lnTo>
                    <a:pt x="111276" y="250366"/>
                  </a:lnTo>
                  <a:lnTo>
                    <a:pt x="110584" y="250348"/>
                  </a:lnTo>
                  <a:lnTo>
                    <a:pt x="109803" y="250070"/>
                  </a:lnTo>
                  <a:lnTo>
                    <a:pt x="109402" y="250171"/>
                  </a:lnTo>
                  <a:lnTo>
                    <a:pt x="109097" y="250279"/>
                  </a:lnTo>
                  <a:lnTo>
                    <a:pt x="108300" y="250284"/>
                  </a:lnTo>
                  <a:lnTo>
                    <a:pt x="107709" y="249892"/>
                  </a:lnTo>
                  <a:lnTo>
                    <a:pt x="107231" y="249775"/>
                  </a:lnTo>
                  <a:lnTo>
                    <a:pt x="107013" y="249730"/>
                  </a:lnTo>
                  <a:lnTo>
                    <a:pt x="106768" y="249414"/>
                  </a:lnTo>
                  <a:lnTo>
                    <a:pt x="106357" y="249359"/>
                  </a:lnTo>
                  <a:lnTo>
                    <a:pt x="106167" y="249361"/>
                  </a:lnTo>
                  <a:lnTo>
                    <a:pt x="105968" y="249324"/>
                  </a:lnTo>
                  <a:lnTo>
                    <a:pt x="105207" y="248994"/>
                  </a:lnTo>
                  <a:lnTo>
                    <a:pt x="104908" y="248909"/>
                  </a:lnTo>
                  <a:lnTo>
                    <a:pt x="104660" y="248899"/>
                  </a:lnTo>
                  <a:lnTo>
                    <a:pt x="103361" y="248662"/>
                  </a:lnTo>
                  <a:lnTo>
                    <a:pt x="102683" y="248433"/>
                  </a:lnTo>
                  <a:lnTo>
                    <a:pt x="102670" y="248007"/>
                  </a:lnTo>
                  <a:lnTo>
                    <a:pt x="102826" y="247485"/>
                  </a:lnTo>
                  <a:lnTo>
                    <a:pt x="102544" y="246696"/>
                  </a:lnTo>
                  <a:lnTo>
                    <a:pt x="102265" y="246491"/>
                  </a:lnTo>
                  <a:lnTo>
                    <a:pt x="101870" y="246032"/>
                  </a:lnTo>
                  <a:lnTo>
                    <a:pt x="100730" y="244995"/>
                  </a:lnTo>
                  <a:lnTo>
                    <a:pt x="100236" y="244617"/>
                  </a:lnTo>
                  <a:lnTo>
                    <a:pt x="100009" y="244566"/>
                  </a:lnTo>
                  <a:lnTo>
                    <a:pt x="100116" y="244402"/>
                  </a:lnTo>
                  <a:lnTo>
                    <a:pt x="100365" y="243974"/>
                  </a:lnTo>
                  <a:lnTo>
                    <a:pt x="100585" y="243119"/>
                  </a:lnTo>
                  <a:lnTo>
                    <a:pt x="100739" y="243054"/>
                  </a:lnTo>
                  <a:lnTo>
                    <a:pt x="100972" y="242908"/>
                  </a:lnTo>
                  <a:lnTo>
                    <a:pt x="99424" y="241774"/>
                  </a:lnTo>
                  <a:lnTo>
                    <a:pt x="99215" y="241570"/>
                  </a:lnTo>
                  <a:lnTo>
                    <a:pt x="98336" y="241631"/>
                  </a:lnTo>
                  <a:lnTo>
                    <a:pt x="97502" y="241778"/>
                  </a:lnTo>
                  <a:lnTo>
                    <a:pt x="97193" y="241796"/>
                  </a:lnTo>
                  <a:lnTo>
                    <a:pt x="96514" y="241695"/>
                  </a:lnTo>
                  <a:lnTo>
                    <a:pt x="96308" y="241406"/>
                  </a:lnTo>
                  <a:lnTo>
                    <a:pt x="95205" y="240656"/>
                  </a:lnTo>
                  <a:lnTo>
                    <a:pt x="95038" y="240645"/>
                  </a:lnTo>
                  <a:lnTo>
                    <a:pt x="94369" y="240853"/>
                  </a:lnTo>
                  <a:lnTo>
                    <a:pt x="93533" y="241018"/>
                  </a:lnTo>
                  <a:lnTo>
                    <a:pt x="93127" y="240676"/>
                  </a:lnTo>
                  <a:lnTo>
                    <a:pt x="93047" y="240491"/>
                  </a:lnTo>
                  <a:lnTo>
                    <a:pt x="92961" y="240232"/>
                  </a:lnTo>
                  <a:lnTo>
                    <a:pt x="92836" y="239972"/>
                  </a:lnTo>
                  <a:lnTo>
                    <a:pt x="92435" y="239838"/>
                  </a:lnTo>
                  <a:lnTo>
                    <a:pt x="91649" y="239521"/>
                  </a:lnTo>
                  <a:lnTo>
                    <a:pt x="90411" y="239148"/>
                  </a:lnTo>
                  <a:lnTo>
                    <a:pt x="90101" y="239143"/>
                  </a:lnTo>
                  <a:lnTo>
                    <a:pt x="89793" y="239010"/>
                  </a:lnTo>
                  <a:lnTo>
                    <a:pt x="89495" y="238901"/>
                  </a:lnTo>
                  <a:lnTo>
                    <a:pt x="89013" y="238744"/>
                  </a:lnTo>
                  <a:lnTo>
                    <a:pt x="88582" y="238633"/>
                  </a:lnTo>
                  <a:lnTo>
                    <a:pt x="88362" y="238488"/>
                  </a:lnTo>
                  <a:lnTo>
                    <a:pt x="88120" y="238129"/>
                  </a:lnTo>
                  <a:lnTo>
                    <a:pt x="88116" y="237871"/>
                  </a:lnTo>
                  <a:lnTo>
                    <a:pt x="88124" y="237682"/>
                  </a:lnTo>
                  <a:lnTo>
                    <a:pt x="88095" y="237402"/>
                  </a:lnTo>
                  <a:lnTo>
                    <a:pt x="87445" y="237284"/>
                  </a:lnTo>
                  <a:lnTo>
                    <a:pt x="86528" y="236906"/>
                  </a:lnTo>
                  <a:lnTo>
                    <a:pt x="86062" y="236979"/>
                  </a:lnTo>
                  <a:lnTo>
                    <a:pt x="85782" y="236901"/>
                  </a:lnTo>
                  <a:lnTo>
                    <a:pt x="85348" y="236520"/>
                  </a:lnTo>
                  <a:lnTo>
                    <a:pt x="84420" y="235862"/>
                  </a:lnTo>
                  <a:lnTo>
                    <a:pt x="84185" y="235637"/>
                  </a:lnTo>
                  <a:lnTo>
                    <a:pt x="84114" y="234960"/>
                  </a:lnTo>
                  <a:lnTo>
                    <a:pt x="83871" y="234622"/>
                  </a:lnTo>
                  <a:lnTo>
                    <a:pt x="83028" y="234524"/>
                  </a:lnTo>
                  <a:lnTo>
                    <a:pt x="82882" y="234447"/>
                  </a:lnTo>
                  <a:lnTo>
                    <a:pt x="82608" y="234281"/>
                  </a:lnTo>
                  <a:lnTo>
                    <a:pt x="81163" y="234187"/>
                  </a:lnTo>
                  <a:lnTo>
                    <a:pt x="80941" y="234155"/>
                  </a:lnTo>
                  <a:lnTo>
                    <a:pt x="80290" y="234244"/>
                  </a:lnTo>
                  <a:lnTo>
                    <a:pt x="79919" y="234455"/>
                  </a:lnTo>
                  <a:lnTo>
                    <a:pt x="79640" y="234613"/>
                  </a:lnTo>
                  <a:lnTo>
                    <a:pt x="79426" y="234547"/>
                  </a:lnTo>
                  <a:lnTo>
                    <a:pt x="78809" y="234260"/>
                  </a:lnTo>
                  <a:lnTo>
                    <a:pt x="78066" y="233975"/>
                  </a:lnTo>
                  <a:lnTo>
                    <a:pt x="77730" y="233650"/>
                  </a:lnTo>
                  <a:lnTo>
                    <a:pt x="77847" y="233218"/>
                  </a:lnTo>
                  <a:lnTo>
                    <a:pt x="79413" y="232402"/>
                  </a:lnTo>
                  <a:lnTo>
                    <a:pt x="79568" y="232344"/>
                  </a:lnTo>
                  <a:lnTo>
                    <a:pt x="79839" y="232196"/>
                  </a:lnTo>
                  <a:lnTo>
                    <a:pt x="80027" y="231971"/>
                  </a:lnTo>
                  <a:lnTo>
                    <a:pt x="80145" y="231671"/>
                  </a:lnTo>
                  <a:lnTo>
                    <a:pt x="80518" y="231445"/>
                  </a:lnTo>
                  <a:lnTo>
                    <a:pt x="80661" y="231388"/>
                  </a:lnTo>
                  <a:lnTo>
                    <a:pt x="81692" y="231066"/>
                  </a:lnTo>
                  <a:lnTo>
                    <a:pt x="81939" y="230849"/>
                  </a:lnTo>
                  <a:lnTo>
                    <a:pt x="82835" y="229822"/>
                  </a:lnTo>
                  <a:lnTo>
                    <a:pt x="83052" y="229736"/>
                  </a:lnTo>
                  <a:lnTo>
                    <a:pt x="83198" y="229442"/>
                  </a:lnTo>
                  <a:lnTo>
                    <a:pt x="83363" y="229179"/>
                  </a:lnTo>
                  <a:lnTo>
                    <a:pt x="83944" y="229017"/>
                  </a:lnTo>
                  <a:lnTo>
                    <a:pt x="84248" y="229034"/>
                  </a:lnTo>
                  <a:lnTo>
                    <a:pt x="84686" y="228992"/>
                  </a:lnTo>
                  <a:lnTo>
                    <a:pt x="85084" y="228848"/>
                  </a:lnTo>
                  <a:lnTo>
                    <a:pt x="85490" y="228859"/>
                  </a:lnTo>
                  <a:lnTo>
                    <a:pt x="85879" y="228837"/>
                  </a:lnTo>
                  <a:lnTo>
                    <a:pt x="86389" y="228700"/>
                  </a:lnTo>
                  <a:lnTo>
                    <a:pt x="86768" y="228538"/>
                  </a:lnTo>
                  <a:lnTo>
                    <a:pt x="86889" y="228383"/>
                  </a:lnTo>
                  <a:lnTo>
                    <a:pt x="86992" y="228191"/>
                  </a:lnTo>
                  <a:lnTo>
                    <a:pt x="87403" y="227949"/>
                  </a:lnTo>
                  <a:lnTo>
                    <a:pt x="87856" y="227743"/>
                  </a:lnTo>
                  <a:lnTo>
                    <a:pt x="88314" y="227346"/>
                  </a:lnTo>
                  <a:lnTo>
                    <a:pt x="88626" y="227053"/>
                  </a:lnTo>
                  <a:lnTo>
                    <a:pt x="88753" y="226899"/>
                  </a:lnTo>
                  <a:lnTo>
                    <a:pt x="89103" y="226627"/>
                  </a:lnTo>
                  <a:lnTo>
                    <a:pt x="89454" y="226446"/>
                  </a:lnTo>
                  <a:lnTo>
                    <a:pt x="89749" y="226320"/>
                  </a:lnTo>
                  <a:lnTo>
                    <a:pt x="90256" y="225592"/>
                  </a:lnTo>
                  <a:lnTo>
                    <a:pt x="90493" y="225347"/>
                  </a:lnTo>
                  <a:lnTo>
                    <a:pt x="90618" y="225032"/>
                  </a:lnTo>
                  <a:lnTo>
                    <a:pt x="91201" y="224247"/>
                  </a:lnTo>
                  <a:lnTo>
                    <a:pt x="91382" y="223899"/>
                  </a:lnTo>
                  <a:lnTo>
                    <a:pt x="91978" y="223865"/>
                  </a:lnTo>
                  <a:lnTo>
                    <a:pt x="92310" y="223876"/>
                  </a:lnTo>
                  <a:lnTo>
                    <a:pt x="92879" y="223527"/>
                  </a:lnTo>
                  <a:lnTo>
                    <a:pt x="93269" y="223251"/>
                  </a:lnTo>
                  <a:lnTo>
                    <a:pt x="93857" y="222692"/>
                  </a:lnTo>
                  <a:lnTo>
                    <a:pt x="94228" y="222333"/>
                  </a:lnTo>
                  <a:lnTo>
                    <a:pt x="94892" y="222001"/>
                  </a:lnTo>
                  <a:lnTo>
                    <a:pt x="95606" y="221723"/>
                  </a:lnTo>
                  <a:lnTo>
                    <a:pt x="95859" y="221634"/>
                  </a:lnTo>
                  <a:lnTo>
                    <a:pt x="96104" y="221548"/>
                  </a:lnTo>
                  <a:lnTo>
                    <a:pt x="96375" y="221409"/>
                  </a:lnTo>
                  <a:lnTo>
                    <a:pt x="96502" y="221332"/>
                  </a:lnTo>
                  <a:lnTo>
                    <a:pt x="96764" y="221019"/>
                  </a:lnTo>
                  <a:lnTo>
                    <a:pt x="97057" y="220422"/>
                  </a:lnTo>
                  <a:lnTo>
                    <a:pt x="97556" y="219981"/>
                  </a:lnTo>
                  <a:lnTo>
                    <a:pt x="97767" y="219873"/>
                  </a:lnTo>
                  <a:lnTo>
                    <a:pt x="98095" y="219625"/>
                  </a:lnTo>
                  <a:lnTo>
                    <a:pt x="97930" y="219332"/>
                  </a:lnTo>
                  <a:lnTo>
                    <a:pt x="97839" y="219026"/>
                  </a:lnTo>
                  <a:lnTo>
                    <a:pt x="97625" y="218913"/>
                  </a:lnTo>
                  <a:lnTo>
                    <a:pt x="97344" y="218418"/>
                  </a:lnTo>
                  <a:lnTo>
                    <a:pt x="97523" y="218168"/>
                  </a:lnTo>
                  <a:lnTo>
                    <a:pt x="97579" y="217475"/>
                  </a:lnTo>
                  <a:lnTo>
                    <a:pt x="97949" y="217405"/>
                  </a:lnTo>
                  <a:lnTo>
                    <a:pt x="98338" y="217355"/>
                  </a:lnTo>
                  <a:lnTo>
                    <a:pt x="98926" y="216889"/>
                  </a:lnTo>
                  <a:lnTo>
                    <a:pt x="99445" y="216714"/>
                  </a:lnTo>
                  <a:lnTo>
                    <a:pt x="99696" y="216661"/>
                  </a:lnTo>
                  <a:lnTo>
                    <a:pt x="100298" y="215984"/>
                  </a:lnTo>
                  <a:lnTo>
                    <a:pt x="100438" y="215835"/>
                  </a:lnTo>
                  <a:lnTo>
                    <a:pt x="100651" y="215591"/>
                  </a:lnTo>
                  <a:lnTo>
                    <a:pt x="100767" y="215408"/>
                  </a:lnTo>
                  <a:lnTo>
                    <a:pt x="100857" y="214870"/>
                  </a:lnTo>
                  <a:lnTo>
                    <a:pt x="100872" y="214481"/>
                  </a:lnTo>
                  <a:lnTo>
                    <a:pt x="101392" y="213800"/>
                  </a:lnTo>
                  <a:lnTo>
                    <a:pt x="101577" y="213525"/>
                  </a:lnTo>
                  <a:lnTo>
                    <a:pt x="101804" y="213379"/>
                  </a:lnTo>
                  <a:lnTo>
                    <a:pt x="101848" y="213131"/>
                  </a:lnTo>
                  <a:lnTo>
                    <a:pt x="102141" y="212573"/>
                  </a:lnTo>
                  <a:lnTo>
                    <a:pt x="102361" y="211801"/>
                  </a:lnTo>
                  <a:lnTo>
                    <a:pt x="103170" y="211772"/>
                  </a:lnTo>
                  <a:lnTo>
                    <a:pt x="103434" y="211720"/>
                  </a:lnTo>
                  <a:lnTo>
                    <a:pt x="103760" y="211658"/>
                  </a:lnTo>
                  <a:lnTo>
                    <a:pt x="103990" y="211615"/>
                  </a:lnTo>
                  <a:lnTo>
                    <a:pt x="104179" y="211607"/>
                  </a:lnTo>
                  <a:lnTo>
                    <a:pt x="104608" y="211366"/>
                  </a:lnTo>
                  <a:lnTo>
                    <a:pt x="104729" y="211234"/>
                  </a:lnTo>
                  <a:lnTo>
                    <a:pt x="104892" y="211112"/>
                  </a:lnTo>
                  <a:lnTo>
                    <a:pt x="105150" y="210931"/>
                  </a:lnTo>
                  <a:lnTo>
                    <a:pt x="105554" y="210812"/>
                  </a:lnTo>
                  <a:lnTo>
                    <a:pt x="105905" y="210725"/>
                  </a:lnTo>
                  <a:lnTo>
                    <a:pt x="106204" y="209808"/>
                  </a:lnTo>
                  <a:lnTo>
                    <a:pt x="106430" y="209573"/>
                  </a:lnTo>
                  <a:lnTo>
                    <a:pt x="106452" y="209339"/>
                  </a:lnTo>
                  <a:lnTo>
                    <a:pt x="106871" y="208886"/>
                  </a:lnTo>
                  <a:lnTo>
                    <a:pt x="107524" y="208291"/>
                  </a:lnTo>
                  <a:lnTo>
                    <a:pt x="106935" y="207915"/>
                  </a:lnTo>
                  <a:lnTo>
                    <a:pt x="106449" y="207677"/>
                  </a:lnTo>
                  <a:lnTo>
                    <a:pt x="106179" y="207617"/>
                  </a:lnTo>
                  <a:lnTo>
                    <a:pt x="106024" y="207290"/>
                  </a:lnTo>
                  <a:lnTo>
                    <a:pt x="105284" y="206761"/>
                  </a:lnTo>
                  <a:lnTo>
                    <a:pt x="105602" y="205933"/>
                  </a:lnTo>
                  <a:lnTo>
                    <a:pt x="105622" y="205486"/>
                  </a:lnTo>
                  <a:lnTo>
                    <a:pt x="105819" y="205323"/>
                  </a:lnTo>
                  <a:lnTo>
                    <a:pt x="105137" y="205084"/>
                  </a:lnTo>
                  <a:lnTo>
                    <a:pt x="104897" y="204789"/>
                  </a:lnTo>
                  <a:lnTo>
                    <a:pt x="104779" y="204373"/>
                  </a:lnTo>
                  <a:lnTo>
                    <a:pt x="104713" y="204086"/>
                  </a:lnTo>
                  <a:lnTo>
                    <a:pt x="103976" y="203716"/>
                  </a:lnTo>
                  <a:lnTo>
                    <a:pt x="103671" y="203835"/>
                  </a:lnTo>
                  <a:lnTo>
                    <a:pt x="103415" y="203925"/>
                  </a:lnTo>
                  <a:lnTo>
                    <a:pt x="102921" y="203879"/>
                  </a:lnTo>
                  <a:lnTo>
                    <a:pt x="102557" y="203686"/>
                  </a:lnTo>
                  <a:lnTo>
                    <a:pt x="102380" y="203516"/>
                  </a:lnTo>
                  <a:lnTo>
                    <a:pt x="101861" y="203195"/>
                  </a:lnTo>
                  <a:lnTo>
                    <a:pt x="101427" y="203051"/>
                  </a:lnTo>
                  <a:lnTo>
                    <a:pt x="101175" y="202935"/>
                  </a:lnTo>
                  <a:lnTo>
                    <a:pt x="100730" y="202826"/>
                  </a:lnTo>
                  <a:lnTo>
                    <a:pt x="100096" y="202527"/>
                  </a:lnTo>
                  <a:lnTo>
                    <a:pt x="99812" y="202189"/>
                  </a:lnTo>
                  <a:lnTo>
                    <a:pt x="99784" y="202019"/>
                  </a:lnTo>
                  <a:lnTo>
                    <a:pt x="99725" y="201287"/>
                  </a:lnTo>
                  <a:lnTo>
                    <a:pt x="100280" y="201159"/>
                  </a:lnTo>
                  <a:lnTo>
                    <a:pt x="100687" y="199948"/>
                  </a:lnTo>
                  <a:lnTo>
                    <a:pt x="100787" y="199767"/>
                  </a:lnTo>
                  <a:lnTo>
                    <a:pt x="100837" y="199629"/>
                  </a:lnTo>
                  <a:lnTo>
                    <a:pt x="100804" y="198773"/>
                  </a:lnTo>
                  <a:lnTo>
                    <a:pt x="100299" y="198466"/>
                  </a:lnTo>
                  <a:lnTo>
                    <a:pt x="99893" y="198193"/>
                  </a:lnTo>
                  <a:lnTo>
                    <a:pt x="99574" y="197923"/>
                  </a:lnTo>
                  <a:lnTo>
                    <a:pt x="99443" y="197814"/>
                  </a:lnTo>
                  <a:lnTo>
                    <a:pt x="99075" y="197736"/>
                  </a:lnTo>
                  <a:lnTo>
                    <a:pt x="98681" y="197766"/>
                  </a:lnTo>
                  <a:lnTo>
                    <a:pt x="97786" y="197739"/>
                  </a:lnTo>
                  <a:lnTo>
                    <a:pt x="97092" y="196978"/>
                  </a:lnTo>
                  <a:lnTo>
                    <a:pt x="96849" y="196721"/>
                  </a:lnTo>
                  <a:lnTo>
                    <a:pt x="96313" y="196264"/>
                  </a:lnTo>
                  <a:lnTo>
                    <a:pt x="95758" y="195740"/>
                  </a:lnTo>
                  <a:lnTo>
                    <a:pt x="95423" y="195822"/>
                  </a:lnTo>
                  <a:lnTo>
                    <a:pt x="94654" y="195481"/>
                  </a:lnTo>
                  <a:lnTo>
                    <a:pt x="94289" y="195260"/>
                  </a:lnTo>
                  <a:lnTo>
                    <a:pt x="94086" y="195017"/>
                  </a:lnTo>
                  <a:lnTo>
                    <a:pt x="93745" y="194549"/>
                  </a:lnTo>
                  <a:lnTo>
                    <a:pt x="93186" y="194605"/>
                  </a:lnTo>
                  <a:lnTo>
                    <a:pt x="92736" y="194379"/>
                  </a:lnTo>
                  <a:lnTo>
                    <a:pt x="92592" y="194114"/>
                  </a:lnTo>
                  <a:lnTo>
                    <a:pt x="92521" y="193683"/>
                  </a:lnTo>
                  <a:lnTo>
                    <a:pt x="92864" y="193657"/>
                  </a:lnTo>
                  <a:lnTo>
                    <a:pt x="93309" y="193582"/>
                  </a:lnTo>
                  <a:lnTo>
                    <a:pt x="93769" y="193499"/>
                  </a:lnTo>
                  <a:lnTo>
                    <a:pt x="93904" y="193464"/>
                  </a:lnTo>
                  <a:lnTo>
                    <a:pt x="94036" y="193425"/>
                  </a:lnTo>
                  <a:lnTo>
                    <a:pt x="94508" y="193313"/>
                  </a:lnTo>
                  <a:lnTo>
                    <a:pt x="94680" y="193284"/>
                  </a:lnTo>
                  <a:lnTo>
                    <a:pt x="95115" y="193219"/>
                  </a:lnTo>
                  <a:lnTo>
                    <a:pt x="95441" y="193137"/>
                  </a:lnTo>
                  <a:lnTo>
                    <a:pt x="95728" y="193057"/>
                  </a:lnTo>
                  <a:lnTo>
                    <a:pt x="96280" y="192938"/>
                  </a:lnTo>
                  <a:lnTo>
                    <a:pt x="96659" y="192833"/>
                  </a:lnTo>
                  <a:lnTo>
                    <a:pt x="96995" y="192705"/>
                  </a:lnTo>
                  <a:lnTo>
                    <a:pt x="97736" y="192391"/>
                  </a:lnTo>
                  <a:lnTo>
                    <a:pt x="98825" y="191808"/>
                  </a:lnTo>
                  <a:lnTo>
                    <a:pt x="99096" y="191740"/>
                  </a:lnTo>
                  <a:lnTo>
                    <a:pt x="100286" y="191425"/>
                  </a:lnTo>
                  <a:lnTo>
                    <a:pt x="102021" y="190636"/>
                  </a:lnTo>
                  <a:lnTo>
                    <a:pt x="102461" y="190693"/>
                  </a:lnTo>
                  <a:lnTo>
                    <a:pt x="102594" y="190731"/>
                  </a:lnTo>
                  <a:lnTo>
                    <a:pt x="102732" y="190759"/>
                  </a:lnTo>
                  <a:lnTo>
                    <a:pt x="102952" y="190815"/>
                  </a:lnTo>
                  <a:lnTo>
                    <a:pt x="103314" y="190883"/>
                  </a:lnTo>
                  <a:lnTo>
                    <a:pt x="104214" y="190846"/>
                  </a:lnTo>
                  <a:lnTo>
                    <a:pt x="105168" y="190484"/>
                  </a:lnTo>
                  <a:lnTo>
                    <a:pt x="105322" y="190410"/>
                  </a:lnTo>
                  <a:lnTo>
                    <a:pt x="105939" y="190134"/>
                  </a:lnTo>
                  <a:lnTo>
                    <a:pt x="106270" y="189997"/>
                  </a:lnTo>
                  <a:lnTo>
                    <a:pt x="106526" y="189885"/>
                  </a:lnTo>
                  <a:lnTo>
                    <a:pt x="106655" y="189836"/>
                  </a:lnTo>
                  <a:lnTo>
                    <a:pt x="110588" y="188769"/>
                  </a:lnTo>
                  <a:lnTo>
                    <a:pt x="110897" y="188865"/>
                  </a:lnTo>
                  <a:lnTo>
                    <a:pt x="111119" y="188918"/>
                  </a:lnTo>
                  <a:lnTo>
                    <a:pt x="113278" y="188739"/>
                  </a:lnTo>
                  <a:lnTo>
                    <a:pt x="114053" y="188614"/>
                  </a:lnTo>
                  <a:lnTo>
                    <a:pt x="114271" y="188589"/>
                  </a:lnTo>
                  <a:lnTo>
                    <a:pt x="114791" y="188570"/>
                  </a:lnTo>
                  <a:lnTo>
                    <a:pt x="115991" y="188604"/>
                  </a:lnTo>
                  <a:lnTo>
                    <a:pt x="117587" y="188818"/>
                  </a:lnTo>
                  <a:lnTo>
                    <a:pt x="117737" y="188849"/>
                  </a:lnTo>
                  <a:lnTo>
                    <a:pt x="117943" y="188882"/>
                  </a:lnTo>
                  <a:lnTo>
                    <a:pt x="118238" y="188923"/>
                  </a:lnTo>
                  <a:lnTo>
                    <a:pt x="119047" y="189039"/>
                  </a:lnTo>
                  <a:lnTo>
                    <a:pt x="119207" y="189057"/>
                  </a:lnTo>
                  <a:lnTo>
                    <a:pt x="119348" y="189062"/>
                  </a:lnTo>
                  <a:lnTo>
                    <a:pt x="119869" y="189074"/>
                  </a:lnTo>
                  <a:lnTo>
                    <a:pt x="120038" y="189067"/>
                  </a:lnTo>
                  <a:lnTo>
                    <a:pt x="120306" y="189047"/>
                  </a:lnTo>
                  <a:lnTo>
                    <a:pt x="120511" y="189035"/>
                  </a:lnTo>
                  <a:lnTo>
                    <a:pt x="120965" y="188949"/>
                  </a:lnTo>
                  <a:lnTo>
                    <a:pt x="121097" y="188891"/>
                  </a:lnTo>
                  <a:lnTo>
                    <a:pt x="121285" y="188781"/>
                  </a:lnTo>
                  <a:lnTo>
                    <a:pt x="121742" y="188478"/>
                  </a:lnTo>
                  <a:lnTo>
                    <a:pt x="121882" y="188369"/>
                  </a:lnTo>
                  <a:lnTo>
                    <a:pt x="122023" y="188237"/>
                  </a:lnTo>
                  <a:lnTo>
                    <a:pt x="122380" y="187901"/>
                  </a:lnTo>
                  <a:lnTo>
                    <a:pt x="123896" y="186429"/>
                  </a:lnTo>
                  <a:lnTo>
                    <a:pt x="124142" y="186333"/>
                  </a:lnTo>
                  <a:lnTo>
                    <a:pt x="124377" y="186320"/>
                  </a:lnTo>
                  <a:lnTo>
                    <a:pt x="124610" y="186350"/>
                  </a:lnTo>
                  <a:lnTo>
                    <a:pt x="124953" y="186404"/>
                  </a:lnTo>
                  <a:lnTo>
                    <a:pt x="125229" y="186463"/>
                  </a:lnTo>
                  <a:lnTo>
                    <a:pt x="125906" y="186706"/>
                  </a:lnTo>
                  <a:lnTo>
                    <a:pt x="126067" y="186777"/>
                  </a:lnTo>
                  <a:lnTo>
                    <a:pt x="126209" y="186823"/>
                  </a:lnTo>
                  <a:lnTo>
                    <a:pt x="126689" y="186903"/>
                  </a:lnTo>
                  <a:lnTo>
                    <a:pt x="126837" y="186906"/>
                  </a:lnTo>
                  <a:lnTo>
                    <a:pt x="126982" y="186899"/>
                  </a:lnTo>
                  <a:lnTo>
                    <a:pt x="127350" y="186875"/>
                  </a:lnTo>
                  <a:lnTo>
                    <a:pt x="127723" y="186832"/>
                  </a:lnTo>
                  <a:lnTo>
                    <a:pt x="127858" y="186813"/>
                  </a:lnTo>
                  <a:lnTo>
                    <a:pt x="128319" y="186706"/>
                  </a:lnTo>
                  <a:lnTo>
                    <a:pt x="128463" y="186636"/>
                  </a:lnTo>
                  <a:lnTo>
                    <a:pt x="128613" y="186558"/>
                  </a:lnTo>
                  <a:lnTo>
                    <a:pt x="128871" y="186426"/>
                  </a:lnTo>
                  <a:lnTo>
                    <a:pt x="129277" y="186255"/>
                  </a:lnTo>
                  <a:lnTo>
                    <a:pt x="130642" y="185370"/>
                  </a:lnTo>
                  <a:lnTo>
                    <a:pt x="130860" y="185117"/>
                  </a:lnTo>
                  <a:lnTo>
                    <a:pt x="131016" y="184987"/>
                  </a:lnTo>
                  <a:lnTo>
                    <a:pt x="131171" y="184910"/>
                  </a:lnTo>
                  <a:lnTo>
                    <a:pt x="131384" y="184852"/>
                  </a:lnTo>
                  <a:lnTo>
                    <a:pt x="132112" y="184752"/>
                  </a:lnTo>
                  <a:lnTo>
                    <a:pt x="132338" y="184711"/>
                  </a:lnTo>
                  <a:lnTo>
                    <a:pt x="132927" y="184792"/>
                  </a:lnTo>
                  <a:lnTo>
                    <a:pt x="133101" y="184989"/>
                  </a:lnTo>
                  <a:lnTo>
                    <a:pt x="133234" y="185201"/>
                  </a:lnTo>
                  <a:lnTo>
                    <a:pt x="133916" y="186427"/>
                  </a:lnTo>
                  <a:lnTo>
                    <a:pt x="134341" y="186691"/>
                  </a:lnTo>
                  <a:lnTo>
                    <a:pt x="134703" y="186869"/>
                  </a:lnTo>
                  <a:lnTo>
                    <a:pt x="134971" y="186986"/>
                  </a:lnTo>
                  <a:lnTo>
                    <a:pt x="137288" y="187913"/>
                  </a:lnTo>
                  <a:lnTo>
                    <a:pt x="137681" y="187864"/>
                  </a:lnTo>
                  <a:lnTo>
                    <a:pt x="137813" y="187827"/>
                  </a:lnTo>
                  <a:lnTo>
                    <a:pt x="138028" y="187766"/>
                  </a:lnTo>
                  <a:lnTo>
                    <a:pt x="138221" y="187697"/>
                  </a:lnTo>
                  <a:lnTo>
                    <a:pt x="138393" y="187610"/>
                  </a:lnTo>
                  <a:lnTo>
                    <a:pt x="138577" y="187509"/>
                  </a:lnTo>
                  <a:lnTo>
                    <a:pt x="138832" y="187352"/>
                  </a:lnTo>
                  <a:lnTo>
                    <a:pt x="138970" y="187268"/>
                  </a:lnTo>
                  <a:lnTo>
                    <a:pt x="139161" y="187176"/>
                  </a:lnTo>
                  <a:lnTo>
                    <a:pt x="139333" y="187111"/>
                  </a:lnTo>
                  <a:lnTo>
                    <a:pt x="139747" y="187077"/>
                  </a:lnTo>
                  <a:lnTo>
                    <a:pt x="140069" y="187146"/>
                  </a:lnTo>
                  <a:lnTo>
                    <a:pt x="140292" y="187216"/>
                  </a:lnTo>
                  <a:lnTo>
                    <a:pt x="140431" y="187249"/>
                  </a:lnTo>
                  <a:lnTo>
                    <a:pt x="140582" y="187276"/>
                  </a:lnTo>
                  <a:lnTo>
                    <a:pt x="140762" y="187307"/>
                  </a:lnTo>
                  <a:lnTo>
                    <a:pt x="140985" y="187358"/>
                  </a:lnTo>
                  <a:lnTo>
                    <a:pt x="141205" y="187389"/>
                  </a:lnTo>
                  <a:lnTo>
                    <a:pt x="141585" y="187400"/>
                  </a:lnTo>
                  <a:lnTo>
                    <a:pt x="141745" y="187371"/>
                  </a:lnTo>
                  <a:lnTo>
                    <a:pt x="141957" y="187311"/>
                  </a:lnTo>
                  <a:lnTo>
                    <a:pt x="142144" y="187249"/>
                  </a:lnTo>
                  <a:lnTo>
                    <a:pt x="142313" y="187193"/>
                  </a:lnTo>
                  <a:lnTo>
                    <a:pt x="143493" y="186909"/>
                  </a:lnTo>
                  <a:lnTo>
                    <a:pt x="144664" y="186780"/>
                  </a:lnTo>
                  <a:lnTo>
                    <a:pt x="145069" y="186784"/>
                  </a:lnTo>
                  <a:lnTo>
                    <a:pt x="145237" y="186780"/>
                  </a:lnTo>
                  <a:lnTo>
                    <a:pt x="146323" y="186884"/>
                  </a:lnTo>
                  <a:lnTo>
                    <a:pt x="146665" y="186958"/>
                  </a:lnTo>
                  <a:lnTo>
                    <a:pt x="147220" y="186995"/>
                  </a:lnTo>
                  <a:lnTo>
                    <a:pt x="148466" y="187033"/>
                  </a:lnTo>
                  <a:lnTo>
                    <a:pt x="149206" y="187018"/>
                  </a:lnTo>
                  <a:lnTo>
                    <a:pt x="150110" y="186933"/>
                  </a:lnTo>
                  <a:lnTo>
                    <a:pt x="151167" y="186853"/>
                  </a:lnTo>
                  <a:lnTo>
                    <a:pt x="151720" y="186819"/>
                  </a:lnTo>
                  <a:lnTo>
                    <a:pt x="152267" y="186869"/>
                  </a:lnTo>
                  <a:lnTo>
                    <a:pt x="152407" y="186898"/>
                  </a:lnTo>
                  <a:lnTo>
                    <a:pt x="152744" y="186925"/>
                  </a:lnTo>
                  <a:lnTo>
                    <a:pt x="152880" y="186931"/>
                  </a:lnTo>
                  <a:lnTo>
                    <a:pt x="153049" y="186937"/>
                  </a:lnTo>
                  <a:lnTo>
                    <a:pt x="153200" y="186939"/>
                  </a:lnTo>
                  <a:lnTo>
                    <a:pt x="153981" y="187006"/>
                  </a:lnTo>
                  <a:lnTo>
                    <a:pt x="154638" y="187086"/>
                  </a:lnTo>
                  <a:lnTo>
                    <a:pt x="155020" y="187162"/>
                  </a:lnTo>
                  <a:lnTo>
                    <a:pt x="156687" y="187090"/>
                  </a:lnTo>
                  <a:lnTo>
                    <a:pt x="157536" y="186948"/>
                  </a:lnTo>
                  <a:lnTo>
                    <a:pt x="158500" y="186796"/>
                  </a:lnTo>
                  <a:lnTo>
                    <a:pt x="158894" y="186691"/>
                  </a:lnTo>
                  <a:lnTo>
                    <a:pt x="159310" y="186546"/>
                  </a:lnTo>
                  <a:lnTo>
                    <a:pt x="159604" y="186431"/>
                  </a:lnTo>
                  <a:lnTo>
                    <a:pt x="159920" y="186257"/>
                  </a:lnTo>
                  <a:lnTo>
                    <a:pt x="160149" y="186168"/>
                  </a:lnTo>
                  <a:lnTo>
                    <a:pt x="161049" y="185820"/>
                  </a:lnTo>
                  <a:lnTo>
                    <a:pt x="162665" y="185396"/>
                  </a:lnTo>
                  <a:lnTo>
                    <a:pt x="164909" y="184830"/>
                  </a:lnTo>
                  <a:lnTo>
                    <a:pt x="166130" y="184477"/>
                  </a:lnTo>
                  <a:lnTo>
                    <a:pt x="166399" y="184432"/>
                  </a:lnTo>
                  <a:lnTo>
                    <a:pt x="167078" y="184395"/>
                  </a:lnTo>
                  <a:lnTo>
                    <a:pt x="167277" y="184399"/>
                  </a:lnTo>
                  <a:lnTo>
                    <a:pt x="169103" y="184771"/>
                  </a:lnTo>
                  <a:lnTo>
                    <a:pt x="171017" y="184709"/>
                  </a:lnTo>
                  <a:lnTo>
                    <a:pt x="171880" y="184220"/>
                  </a:lnTo>
                  <a:lnTo>
                    <a:pt x="172423" y="183735"/>
                  </a:lnTo>
                  <a:lnTo>
                    <a:pt x="174299" y="182185"/>
                  </a:lnTo>
                  <a:lnTo>
                    <a:pt x="174599" y="182022"/>
                  </a:lnTo>
                  <a:lnTo>
                    <a:pt x="175210" y="181795"/>
                  </a:lnTo>
                  <a:lnTo>
                    <a:pt x="175934" y="181580"/>
                  </a:lnTo>
                  <a:lnTo>
                    <a:pt x="176328" y="181489"/>
                  </a:lnTo>
                  <a:lnTo>
                    <a:pt x="176648" y="181506"/>
                  </a:lnTo>
                  <a:lnTo>
                    <a:pt x="176968" y="181523"/>
                  </a:lnTo>
                  <a:lnTo>
                    <a:pt x="177129" y="181538"/>
                  </a:lnTo>
                  <a:lnTo>
                    <a:pt x="177501" y="181574"/>
                  </a:lnTo>
                  <a:lnTo>
                    <a:pt x="177982" y="181648"/>
                  </a:lnTo>
                  <a:lnTo>
                    <a:pt x="178239" y="181749"/>
                  </a:lnTo>
                  <a:lnTo>
                    <a:pt x="178514" y="181854"/>
                  </a:lnTo>
                  <a:lnTo>
                    <a:pt x="179470" y="182150"/>
                  </a:lnTo>
                  <a:lnTo>
                    <a:pt x="180509" y="182544"/>
                  </a:lnTo>
                  <a:lnTo>
                    <a:pt x="181274" y="182709"/>
                  </a:lnTo>
                  <a:lnTo>
                    <a:pt x="181997" y="182786"/>
                  </a:lnTo>
                  <a:close/>
                </a:path>
              </a:pathLst>
            </a:custGeom>
            <a:solidFill>
              <a:srgbClr val="F6E9E3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4189930" y="4908711"/>
              <a:ext cx="319991" cy="450632"/>
            </a:xfrm>
            <a:custGeom>
              <a:avLst/>
              <a:pathLst>
                <a:path w="319991" h="450632">
                  <a:moveTo>
                    <a:pt x="182879" y="182879"/>
                  </a:moveTo>
                  <a:lnTo>
                    <a:pt x="183045" y="183214"/>
                  </a:lnTo>
                  <a:lnTo>
                    <a:pt x="183243" y="183395"/>
                  </a:lnTo>
                  <a:lnTo>
                    <a:pt x="183895" y="183707"/>
                  </a:lnTo>
                  <a:lnTo>
                    <a:pt x="184027" y="183736"/>
                  </a:lnTo>
                  <a:lnTo>
                    <a:pt x="184368" y="183726"/>
                  </a:lnTo>
                  <a:lnTo>
                    <a:pt x="184864" y="183873"/>
                  </a:lnTo>
                  <a:lnTo>
                    <a:pt x="184947" y="184017"/>
                  </a:lnTo>
                  <a:lnTo>
                    <a:pt x="185223" y="184329"/>
                  </a:lnTo>
                  <a:lnTo>
                    <a:pt x="185675" y="184687"/>
                  </a:lnTo>
                  <a:lnTo>
                    <a:pt x="185975" y="184738"/>
                  </a:lnTo>
                  <a:lnTo>
                    <a:pt x="186185" y="184643"/>
                  </a:lnTo>
                  <a:lnTo>
                    <a:pt x="186604" y="184557"/>
                  </a:lnTo>
                  <a:lnTo>
                    <a:pt x="187097" y="184611"/>
                  </a:lnTo>
                  <a:lnTo>
                    <a:pt x="187673" y="184832"/>
                  </a:lnTo>
                  <a:lnTo>
                    <a:pt x="187850" y="184743"/>
                  </a:lnTo>
                  <a:lnTo>
                    <a:pt x="187803" y="184598"/>
                  </a:lnTo>
                  <a:lnTo>
                    <a:pt x="187325" y="184275"/>
                  </a:lnTo>
                  <a:lnTo>
                    <a:pt x="187309" y="183943"/>
                  </a:lnTo>
                  <a:lnTo>
                    <a:pt x="187479" y="183693"/>
                  </a:lnTo>
                  <a:lnTo>
                    <a:pt x="187749" y="183635"/>
                  </a:lnTo>
                  <a:lnTo>
                    <a:pt x="187928" y="183596"/>
                  </a:lnTo>
                  <a:lnTo>
                    <a:pt x="188220" y="183579"/>
                  </a:lnTo>
                  <a:lnTo>
                    <a:pt x="188874" y="183491"/>
                  </a:lnTo>
                  <a:lnTo>
                    <a:pt x="189146" y="183601"/>
                  </a:lnTo>
                  <a:lnTo>
                    <a:pt x="189231" y="183763"/>
                  </a:lnTo>
                  <a:lnTo>
                    <a:pt x="189334" y="183907"/>
                  </a:lnTo>
                  <a:lnTo>
                    <a:pt x="190112" y="185214"/>
                  </a:lnTo>
                  <a:lnTo>
                    <a:pt x="190219" y="185624"/>
                  </a:lnTo>
                  <a:lnTo>
                    <a:pt x="190481" y="185599"/>
                  </a:lnTo>
                  <a:lnTo>
                    <a:pt x="191238" y="185316"/>
                  </a:lnTo>
                  <a:lnTo>
                    <a:pt x="191371" y="185115"/>
                  </a:lnTo>
                  <a:lnTo>
                    <a:pt x="191396" y="184800"/>
                  </a:lnTo>
                  <a:lnTo>
                    <a:pt x="191355" y="184462"/>
                  </a:lnTo>
                  <a:lnTo>
                    <a:pt x="191553" y="184347"/>
                  </a:lnTo>
                  <a:lnTo>
                    <a:pt x="191722" y="184323"/>
                  </a:lnTo>
                  <a:lnTo>
                    <a:pt x="191959" y="184385"/>
                  </a:lnTo>
                  <a:lnTo>
                    <a:pt x="192490" y="184368"/>
                  </a:lnTo>
                  <a:lnTo>
                    <a:pt x="192448" y="184210"/>
                  </a:lnTo>
                  <a:lnTo>
                    <a:pt x="192269" y="183905"/>
                  </a:lnTo>
                  <a:lnTo>
                    <a:pt x="191843" y="183617"/>
                  </a:lnTo>
                  <a:lnTo>
                    <a:pt x="192134" y="183229"/>
                  </a:lnTo>
                  <a:lnTo>
                    <a:pt x="192424" y="183300"/>
                  </a:lnTo>
                  <a:lnTo>
                    <a:pt x="192756" y="183559"/>
                  </a:lnTo>
                  <a:lnTo>
                    <a:pt x="193308" y="184591"/>
                  </a:lnTo>
                  <a:lnTo>
                    <a:pt x="193492" y="184957"/>
                  </a:lnTo>
                  <a:lnTo>
                    <a:pt x="193528" y="185243"/>
                  </a:lnTo>
                  <a:lnTo>
                    <a:pt x="193769" y="185516"/>
                  </a:lnTo>
                  <a:lnTo>
                    <a:pt x="193904" y="185579"/>
                  </a:lnTo>
                  <a:lnTo>
                    <a:pt x="194186" y="185586"/>
                  </a:lnTo>
                  <a:lnTo>
                    <a:pt x="194556" y="184507"/>
                  </a:lnTo>
                  <a:lnTo>
                    <a:pt x="194190" y="184088"/>
                  </a:lnTo>
                  <a:lnTo>
                    <a:pt x="193825" y="184005"/>
                  </a:lnTo>
                  <a:lnTo>
                    <a:pt x="193426" y="183916"/>
                  </a:lnTo>
                  <a:lnTo>
                    <a:pt x="193378" y="183628"/>
                  </a:lnTo>
                  <a:lnTo>
                    <a:pt x="193378" y="183408"/>
                  </a:lnTo>
                  <a:lnTo>
                    <a:pt x="193932" y="183343"/>
                  </a:lnTo>
                  <a:lnTo>
                    <a:pt x="194365" y="183610"/>
                  </a:lnTo>
                  <a:lnTo>
                    <a:pt x="194515" y="183782"/>
                  </a:lnTo>
                  <a:lnTo>
                    <a:pt x="194930" y="184116"/>
                  </a:lnTo>
                  <a:lnTo>
                    <a:pt x="195144" y="183900"/>
                  </a:lnTo>
                  <a:lnTo>
                    <a:pt x="195150" y="183580"/>
                  </a:lnTo>
                  <a:lnTo>
                    <a:pt x="195606" y="183448"/>
                  </a:lnTo>
                  <a:lnTo>
                    <a:pt x="196003" y="184218"/>
                  </a:lnTo>
                  <a:lnTo>
                    <a:pt x="195963" y="184389"/>
                  </a:lnTo>
                  <a:lnTo>
                    <a:pt x="195655" y="184932"/>
                  </a:lnTo>
                  <a:lnTo>
                    <a:pt x="195931" y="184958"/>
                  </a:lnTo>
                  <a:lnTo>
                    <a:pt x="196475" y="184944"/>
                  </a:lnTo>
                  <a:lnTo>
                    <a:pt x="196630" y="184985"/>
                  </a:lnTo>
                  <a:lnTo>
                    <a:pt x="196916" y="184776"/>
                  </a:lnTo>
                  <a:lnTo>
                    <a:pt x="197082" y="184804"/>
                  </a:lnTo>
                  <a:lnTo>
                    <a:pt x="197276" y="185081"/>
                  </a:lnTo>
                  <a:lnTo>
                    <a:pt x="197286" y="185525"/>
                  </a:lnTo>
                  <a:lnTo>
                    <a:pt x="197128" y="185703"/>
                  </a:lnTo>
                  <a:lnTo>
                    <a:pt x="196963" y="185706"/>
                  </a:lnTo>
                  <a:lnTo>
                    <a:pt x="196716" y="185892"/>
                  </a:lnTo>
                  <a:lnTo>
                    <a:pt x="196537" y="186111"/>
                  </a:lnTo>
                  <a:lnTo>
                    <a:pt x="196237" y="186191"/>
                  </a:lnTo>
                  <a:lnTo>
                    <a:pt x="196760" y="186719"/>
                  </a:lnTo>
                  <a:lnTo>
                    <a:pt x="197009" y="186987"/>
                  </a:lnTo>
                  <a:lnTo>
                    <a:pt x="197165" y="187165"/>
                  </a:lnTo>
                  <a:lnTo>
                    <a:pt x="197233" y="187391"/>
                  </a:lnTo>
                  <a:lnTo>
                    <a:pt x="197413" y="187820"/>
                  </a:lnTo>
                  <a:lnTo>
                    <a:pt x="198352" y="188052"/>
                  </a:lnTo>
                  <a:lnTo>
                    <a:pt x="198487" y="188018"/>
                  </a:lnTo>
                  <a:lnTo>
                    <a:pt x="198754" y="187708"/>
                  </a:lnTo>
                  <a:lnTo>
                    <a:pt x="199034" y="187708"/>
                  </a:lnTo>
                  <a:lnTo>
                    <a:pt x="199289" y="187757"/>
                  </a:lnTo>
                  <a:lnTo>
                    <a:pt x="200217" y="187873"/>
                  </a:lnTo>
                  <a:lnTo>
                    <a:pt x="200492" y="187658"/>
                  </a:lnTo>
                  <a:lnTo>
                    <a:pt x="200663" y="187390"/>
                  </a:lnTo>
                  <a:lnTo>
                    <a:pt x="200951" y="187514"/>
                  </a:lnTo>
                  <a:lnTo>
                    <a:pt x="201167" y="187632"/>
                  </a:lnTo>
                  <a:lnTo>
                    <a:pt x="201315" y="187752"/>
                  </a:lnTo>
                  <a:lnTo>
                    <a:pt x="201754" y="188024"/>
                  </a:lnTo>
                  <a:lnTo>
                    <a:pt x="202070" y="188178"/>
                  </a:lnTo>
                  <a:lnTo>
                    <a:pt x="202371" y="188025"/>
                  </a:lnTo>
                  <a:lnTo>
                    <a:pt x="202816" y="188400"/>
                  </a:lnTo>
                  <a:lnTo>
                    <a:pt x="202657" y="188857"/>
                  </a:lnTo>
                  <a:lnTo>
                    <a:pt x="202504" y="189301"/>
                  </a:lnTo>
                  <a:lnTo>
                    <a:pt x="202544" y="189434"/>
                  </a:lnTo>
                  <a:lnTo>
                    <a:pt x="202902" y="189499"/>
                  </a:lnTo>
                  <a:lnTo>
                    <a:pt x="203222" y="189238"/>
                  </a:lnTo>
                  <a:lnTo>
                    <a:pt x="203376" y="189227"/>
                  </a:lnTo>
                  <a:lnTo>
                    <a:pt x="204074" y="189324"/>
                  </a:lnTo>
                  <a:lnTo>
                    <a:pt x="204168" y="188609"/>
                  </a:lnTo>
                  <a:lnTo>
                    <a:pt x="204343" y="188111"/>
                  </a:lnTo>
                  <a:lnTo>
                    <a:pt x="204673" y="187867"/>
                  </a:lnTo>
                  <a:lnTo>
                    <a:pt x="205482" y="188511"/>
                  </a:lnTo>
                  <a:lnTo>
                    <a:pt x="205740" y="188982"/>
                  </a:lnTo>
                  <a:lnTo>
                    <a:pt x="205937" y="189019"/>
                  </a:lnTo>
                  <a:lnTo>
                    <a:pt x="206393" y="188619"/>
                  </a:lnTo>
                  <a:lnTo>
                    <a:pt x="206705" y="188506"/>
                  </a:lnTo>
                  <a:lnTo>
                    <a:pt x="206881" y="188463"/>
                  </a:lnTo>
                  <a:lnTo>
                    <a:pt x="207066" y="188559"/>
                  </a:lnTo>
                  <a:lnTo>
                    <a:pt x="207302" y="188669"/>
                  </a:lnTo>
                  <a:lnTo>
                    <a:pt x="207491" y="188758"/>
                  </a:lnTo>
                  <a:lnTo>
                    <a:pt x="207652" y="188832"/>
                  </a:lnTo>
                  <a:lnTo>
                    <a:pt x="208214" y="189249"/>
                  </a:lnTo>
                  <a:lnTo>
                    <a:pt x="208646" y="189310"/>
                  </a:lnTo>
                  <a:lnTo>
                    <a:pt x="209137" y="189088"/>
                  </a:lnTo>
                  <a:lnTo>
                    <a:pt x="209517" y="189013"/>
                  </a:lnTo>
                  <a:lnTo>
                    <a:pt x="209798" y="189175"/>
                  </a:lnTo>
                  <a:lnTo>
                    <a:pt x="210008" y="189191"/>
                  </a:lnTo>
                  <a:lnTo>
                    <a:pt x="210022" y="189031"/>
                  </a:lnTo>
                  <a:lnTo>
                    <a:pt x="210049" y="188776"/>
                  </a:lnTo>
                  <a:lnTo>
                    <a:pt x="210422" y="188753"/>
                  </a:lnTo>
                  <a:lnTo>
                    <a:pt x="210802" y="188783"/>
                  </a:lnTo>
                  <a:lnTo>
                    <a:pt x="210878" y="188948"/>
                  </a:lnTo>
                  <a:lnTo>
                    <a:pt x="210873" y="189138"/>
                  </a:lnTo>
                  <a:lnTo>
                    <a:pt x="210983" y="189396"/>
                  </a:lnTo>
                  <a:lnTo>
                    <a:pt x="211261" y="189584"/>
                  </a:lnTo>
                  <a:lnTo>
                    <a:pt x="211307" y="189780"/>
                  </a:lnTo>
                  <a:lnTo>
                    <a:pt x="211333" y="189966"/>
                  </a:lnTo>
                  <a:lnTo>
                    <a:pt x="211357" y="190177"/>
                  </a:lnTo>
                  <a:lnTo>
                    <a:pt x="211673" y="190197"/>
                  </a:lnTo>
                  <a:lnTo>
                    <a:pt x="211872" y="190212"/>
                  </a:lnTo>
                  <a:lnTo>
                    <a:pt x="211924" y="190444"/>
                  </a:lnTo>
                  <a:lnTo>
                    <a:pt x="212260" y="190467"/>
                  </a:lnTo>
                  <a:lnTo>
                    <a:pt x="212519" y="190471"/>
                  </a:lnTo>
                  <a:lnTo>
                    <a:pt x="212517" y="190609"/>
                  </a:lnTo>
                  <a:lnTo>
                    <a:pt x="212678" y="190626"/>
                  </a:lnTo>
                  <a:lnTo>
                    <a:pt x="213339" y="190578"/>
                  </a:lnTo>
                  <a:lnTo>
                    <a:pt x="213354" y="190195"/>
                  </a:lnTo>
                  <a:lnTo>
                    <a:pt x="213842" y="190311"/>
                  </a:lnTo>
                  <a:lnTo>
                    <a:pt x="214030" y="190550"/>
                  </a:lnTo>
                  <a:lnTo>
                    <a:pt x="214024" y="190765"/>
                  </a:lnTo>
                  <a:lnTo>
                    <a:pt x="214018" y="190893"/>
                  </a:lnTo>
                  <a:lnTo>
                    <a:pt x="213955" y="191218"/>
                  </a:lnTo>
                  <a:lnTo>
                    <a:pt x="213940" y="191535"/>
                  </a:lnTo>
                  <a:lnTo>
                    <a:pt x="214089" y="191437"/>
                  </a:lnTo>
                  <a:lnTo>
                    <a:pt x="214617" y="191472"/>
                  </a:lnTo>
                  <a:lnTo>
                    <a:pt x="214604" y="191650"/>
                  </a:lnTo>
                  <a:lnTo>
                    <a:pt x="214753" y="191800"/>
                  </a:lnTo>
                  <a:lnTo>
                    <a:pt x="215051" y="191886"/>
                  </a:lnTo>
                  <a:lnTo>
                    <a:pt x="215232" y="191692"/>
                  </a:lnTo>
                  <a:lnTo>
                    <a:pt x="215358" y="191515"/>
                  </a:lnTo>
                  <a:lnTo>
                    <a:pt x="215641" y="191408"/>
                  </a:lnTo>
                  <a:lnTo>
                    <a:pt x="215922" y="191392"/>
                  </a:lnTo>
                  <a:lnTo>
                    <a:pt x="216172" y="191468"/>
                  </a:lnTo>
                  <a:lnTo>
                    <a:pt x="216302" y="191805"/>
                  </a:lnTo>
                  <a:lnTo>
                    <a:pt x="216424" y="192209"/>
                  </a:lnTo>
                  <a:lnTo>
                    <a:pt x="216740" y="192250"/>
                  </a:lnTo>
                  <a:lnTo>
                    <a:pt x="216720" y="192427"/>
                  </a:lnTo>
                  <a:lnTo>
                    <a:pt x="216928" y="192713"/>
                  </a:lnTo>
                  <a:lnTo>
                    <a:pt x="217172" y="192943"/>
                  </a:lnTo>
                  <a:lnTo>
                    <a:pt x="217501" y="192800"/>
                  </a:lnTo>
                  <a:lnTo>
                    <a:pt x="217629" y="192946"/>
                  </a:lnTo>
                  <a:lnTo>
                    <a:pt x="217823" y="192951"/>
                  </a:lnTo>
                  <a:lnTo>
                    <a:pt x="218254" y="193026"/>
                  </a:lnTo>
                  <a:lnTo>
                    <a:pt x="218795" y="193251"/>
                  </a:lnTo>
                  <a:lnTo>
                    <a:pt x="218721" y="193600"/>
                  </a:lnTo>
                  <a:lnTo>
                    <a:pt x="218890" y="193561"/>
                  </a:lnTo>
                  <a:lnTo>
                    <a:pt x="218953" y="193433"/>
                  </a:lnTo>
                  <a:lnTo>
                    <a:pt x="219558" y="193199"/>
                  </a:lnTo>
                  <a:lnTo>
                    <a:pt x="219627" y="193497"/>
                  </a:lnTo>
                  <a:lnTo>
                    <a:pt x="219640" y="193803"/>
                  </a:lnTo>
                  <a:lnTo>
                    <a:pt x="219992" y="193811"/>
                  </a:lnTo>
                  <a:lnTo>
                    <a:pt x="220266" y="194124"/>
                  </a:lnTo>
                  <a:lnTo>
                    <a:pt x="221094" y="194303"/>
                  </a:lnTo>
                  <a:lnTo>
                    <a:pt x="221237" y="194315"/>
                  </a:lnTo>
                  <a:lnTo>
                    <a:pt x="221378" y="194331"/>
                  </a:lnTo>
                  <a:lnTo>
                    <a:pt x="221551" y="194495"/>
                  </a:lnTo>
                  <a:lnTo>
                    <a:pt x="221551" y="194689"/>
                  </a:lnTo>
                  <a:lnTo>
                    <a:pt x="221730" y="194816"/>
                  </a:lnTo>
                  <a:lnTo>
                    <a:pt x="221895" y="194837"/>
                  </a:lnTo>
                  <a:lnTo>
                    <a:pt x="222086" y="194890"/>
                  </a:lnTo>
                  <a:lnTo>
                    <a:pt x="222268" y="194978"/>
                  </a:lnTo>
                  <a:lnTo>
                    <a:pt x="222238" y="195154"/>
                  </a:lnTo>
                  <a:lnTo>
                    <a:pt x="222289" y="195410"/>
                  </a:lnTo>
                  <a:lnTo>
                    <a:pt x="222460" y="195552"/>
                  </a:lnTo>
                  <a:lnTo>
                    <a:pt x="222147" y="195620"/>
                  </a:lnTo>
                  <a:lnTo>
                    <a:pt x="222115" y="195827"/>
                  </a:lnTo>
                  <a:lnTo>
                    <a:pt x="221902" y="196045"/>
                  </a:lnTo>
                  <a:lnTo>
                    <a:pt x="222043" y="196230"/>
                  </a:lnTo>
                  <a:lnTo>
                    <a:pt x="222183" y="196231"/>
                  </a:lnTo>
                  <a:lnTo>
                    <a:pt x="222462" y="196010"/>
                  </a:lnTo>
                  <a:lnTo>
                    <a:pt x="222874" y="195943"/>
                  </a:lnTo>
                  <a:lnTo>
                    <a:pt x="223269" y="195831"/>
                  </a:lnTo>
                  <a:lnTo>
                    <a:pt x="223274" y="195693"/>
                  </a:lnTo>
                  <a:lnTo>
                    <a:pt x="223437" y="195614"/>
                  </a:lnTo>
                  <a:lnTo>
                    <a:pt x="223596" y="195629"/>
                  </a:lnTo>
                  <a:lnTo>
                    <a:pt x="223814" y="195877"/>
                  </a:lnTo>
                  <a:lnTo>
                    <a:pt x="223981" y="195906"/>
                  </a:lnTo>
                  <a:lnTo>
                    <a:pt x="224197" y="195887"/>
                  </a:lnTo>
                  <a:lnTo>
                    <a:pt x="224347" y="195649"/>
                  </a:lnTo>
                  <a:lnTo>
                    <a:pt x="224613" y="195610"/>
                  </a:lnTo>
                  <a:lnTo>
                    <a:pt x="224652" y="195454"/>
                  </a:lnTo>
                  <a:lnTo>
                    <a:pt x="224653" y="195227"/>
                  </a:lnTo>
                  <a:lnTo>
                    <a:pt x="224966" y="195131"/>
                  </a:lnTo>
                  <a:lnTo>
                    <a:pt x="225129" y="195125"/>
                  </a:lnTo>
                  <a:lnTo>
                    <a:pt x="225503" y="194981"/>
                  </a:lnTo>
                  <a:lnTo>
                    <a:pt x="225716" y="194987"/>
                  </a:lnTo>
                  <a:lnTo>
                    <a:pt x="225891" y="194996"/>
                  </a:lnTo>
                  <a:lnTo>
                    <a:pt x="226557" y="195035"/>
                  </a:lnTo>
                  <a:lnTo>
                    <a:pt x="227026" y="195070"/>
                  </a:lnTo>
                  <a:lnTo>
                    <a:pt x="227205" y="195073"/>
                  </a:lnTo>
                  <a:lnTo>
                    <a:pt x="227225" y="194937"/>
                  </a:lnTo>
                  <a:lnTo>
                    <a:pt x="227244" y="194802"/>
                  </a:lnTo>
                  <a:lnTo>
                    <a:pt x="227262" y="194664"/>
                  </a:lnTo>
                  <a:lnTo>
                    <a:pt x="227699" y="194657"/>
                  </a:lnTo>
                  <a:lnTo>
                    <a:pt x="227865" y="194672"/>
                  </a:lnTo>
                  <a:lnTo>
                    <a:pt x="228245" y="194763"/>
                  </a:lnTo>
                  <a:lnTo>
                    <a:pt x="228232" y="194900"/>
                  </a:lnTo>
                  <a:lnTo>
                    <a:pt x="228605" y="194963"/>
                  </a:lnTo>
                  <a:lnTo>
                    <a:pt x="228767" y="194789"/>
                  </a:lnTo>
                  <a:lnTo>
                    <a:pt x="228903" y="194524"/>
                  </a:lnTo>
                  <a:lnTo>
                    <a:pt x="229163" y="194325"/>
                  </a:lnTo>
                  <a:lnTo>
                    <a:pt x="229249" y="194153"/>
                  </a:lnTo>
                  <a:lnTo>
                    <a:pt x="229928" y="194418"/>
                  </a:lnTo>
                  <a:lnTo>
                    <a:pt x="230011" y="194908"/>
                  </a:lnTo>
                  <a:lnTo>
                    <a:pt x="230061" y="195072"/>
                  </a:lnTo>
                  <a:lnTo>
                    <a:pt x="230350" y="195145"/>
                  </a:lnTo>
                  <a:lnTo>
                    <a:pt x="230602" y="195277"/>
                  </a:lnTo>
                  <a:lnTo>
                    <a:pt x="230720" y="195451"/>
                  </a:lnTo>
                  <a:lnTo>
                    <a:pt x="230686" y="195649"/>
                  </a:lnTo>
                  <a:lnTo>
                    <a:pt x="230702" y="195785"/>
                  </a:lnTo>
                  <a:lnTo>
                    <a:pt x="231012" y="195836"/>
                  </a:lnTo>
                  <a:lnTo>
                    <a:pt x="231056" y="195616"/>
                  </a:lnTo>
                  <a:lnTo>
                    <a:pt x="231312" y="195643"/>
                  </a:lnTo>
                  <a:lnTo>
                    <a:pt x="231343" y="195368"/>
                  </a:lnTo>
                  <a:lnTo>
                    <a:pt x="231523" y="195355"/>
                  </a:lnTo>
                  <a:lnTo>
                    <a:pt x="231776" y="195377"/>
                  </a:lnTo>
                  <a:lnTo>
                    <a:pt x="232611" y="195590"/>
                  </a:lnTo>
                  <a:lnTo>
                    <a:pt x="232836" y="195654"/>
                  </a:lnTo>
                  <a:lnTo>
                    <a:pt x="233049" y="195687"/>
                  </a:lnTo>
                  <a:lnTo>
                    <a:pt x="233284" y="195820"/>
                  </a:lnTo>
                  <a:lnTo>
                    <a:pt x="233652" y="195822"/>
                  </a:lnTo>
                  <a:lnTo>
                    <a:pt x="233813" y="195692"/>
                  </a:lnTo>
                  <a:lnTo>
                    <a:pt x="233855" y="195516"/>
                  </a:lnTo>
                  <a:lnTo>
                    <a:pt x="234068" y="195484"/>
                  </a:lnTo>
                  <a:lnTo>
                    <a:pt x="234329" y="195467"/>
                  </a:lnTo>
                  <a:lnTo>
                    <a:pt x="234563" y="195629"/>
                  </a:lnTo>
                  <a:lnTo>
                    <a:pt x="234733" y="195655"/>
                  </a:lnTo>
                  <a:lnTo>
                    <a:pt x="235085" y="195654"/>
                  </a:lnTo>
                  <a:lnTo>
                    <a:pt x="235047" y="195144"/>
                  </a:lnTo>
                  <a:lnTo>
                    <a:pt x="235140" y="194762"/>
                  </a:lnTo>
                  <a:lnTo>
                    <a:pt x="235312" y="194796"/>
                  </a:lnTo>
                  <a:lnTo>
                    <a:pt x="235460" y="194759"/>
                  </a:lnTo>
                  <a:lnTo>
                    <a:pt x="235591" y="194713"/>
                  </a:lnTo>
                  <a:lnTo>
                    <a:pt x="235997" y="194663"/>
                  </a:lnTo>
                  <a:lnTo>
                    <a:pt x="236307" y="194717"/>
                  </a:lnTo>
                  <a:lnTo>
                    <a:pt x="236817" y="194849"/>
                  </a:lnTo>
                  <a:lnTo>
                    <a:pt x="236793" y="194991"/>
                  </a:lnTo>
                  <a:lnTo>
                    <a:pt x="237005" y="195014"/>
                  </a:lnTo>
                  <a:lnTo>
                    <a:pt x="237471" y="194936"/>
                  </a:lnTo>
                  <a:lnTo>
                    <a:pt x="237689" y="194969"/>
                  </a:lnTo>
                  <a:lnTo>
                    <a:pt x="237634" y="195296"/>
                  </a:lnTo>
                  <a:lnTo>
                    <a:pt x="237543" y="195637"/>
                  </a:lnTo>
                  <a:lnTo>
                    <a:pt x="237435" y="196067"/>
                  </a:lnTo>
                  <a:lnTo>
                    <a:pt x="237421" y="196222"/>
                  </a:lnTo>
                  <a:lnTo>
                    <a:pt x="237678" y="196436"/>
                  </a:lnTo>
                  <a:lnTo>
                    <a:pt x="237749" y="196574"/>
                  </a:lnTo>
                  <a:lnTo>
                    <a:pt x="237849" y="196826"/>
                  </a:lnTo>
                  <a:lnTo>
                    <a:pt x="238336" y="196939"/>
                  </a:lnTo>
                  <a:lnTo>
                    <a:pt x="238450" y="197198"/>
                  </a:lnTo>
                  <a:lnTo>
                    <a:pt x="238472" y="197339"/>
                  </a:lnTo>
                  <a:lnTo>
                    <a:pt x="238353" y="197489"/>
                  </a:lnTo>
                  <a:lnTo>
                    <a:pt x="238351" y="197845"/>
                  </a:lnTo>
                  <a:lnTo>
                    <a:pt x="238149" y="198512"/>
                  </a:lnTo>
                  <a:lnTo>
                    <a:pt x="238131" y="198671"/>
                  </a:lnTo>
                  <a:lnTo>
                    <a:pt x="237921" y="198901"/>
                  </a:lnTo>
                  <a:lnTo>
                    <a:pt x="237786" y="198973"/>
                  </a:lnTo>
                  <a:lnTo>
                    <a:pt x="237702" y="199224"/>
                  </a:lnTo>
                  <a:lnTo>
                    <a:pt x="237901" y="199278"/>
                  </a:lnTo>
                  <a:lnTo>
                    <a:pt x="237908" y="199604"/>
                  </a:lnTo>
                  <a:lnTo>
                    <a:pt x="238107" y="199663"/>
                  </a:lnTo>
                  <a:lnTo>
                    <a:pt x="238308" y="199489"/>
                  </a:lnTo>
                  <a:lnTo>
                    <a:pt x="238496" y="199313"/>
                  </a:lnTo>
                  <a:lnTo>
                    <a:pt x="238797" y="199437"/>
                  </a:lnTo>
                  <a:lnTo>
                    <a:pt x="239200" y="199110"/>
                  </a:lnTo>
                  <a:lnTo>
                    <a:pt x="239353" y="199034"/>
                  </a:lnTo>
                  <a:lnTo>
                    <a:pt x="239663" y="198878"/>
                  </a:lnTo>
                  <a:lnTo>
                    <a:pt x="240784" y="198921"/>
                  </a:lnTo>
                  <a:lnTo>
                    <a:pt x="241039" y="199071"/>
                  </a:lnTo>
                  <a:lnTo>
                    <a:pt x="241329" y="199221"/>
                  </a:lnTo>
                  <a:lnTo>
                    <a:pt x="241575" y="199112"/>
                  </a:lnTo>
                  <a:lnTo>
                    <a:pt x="241945" y="198925"/>
                  </a:lnTo>
                  <a:lnTo>
                    <a:pt x="242227" y="198697"/>
                  </a:lnTo>
                  <a:lnTo>
                    <a:pt x="242278" y="198216"/>
                  </a:lnTo>
                  <a:lnTo>
                    <a:pt x="243278" y="197185"/>
                  </a:lnTo>
                  <a:lnTo>
                    <a:pt x="243615" y="197197"/>
                  </a:lnTo>
                  <a:lnTo>
                    <a:pt x="243672" y="196761"/>
                  </a:lnTo>
                  <a:lnTo>
                    <a:pt x="244183" y="196268"/>
                  </a:lnTo>
                  <a:lnTo>
                    <a:pt x="244085" y="195930"/>
                  </a:lnTo>
                  <a:lnTo>
                    <a:pt x="243869" y="195748"/>
                  </a:lnTo>
                  <a:lnTo>
                    <a:pt x="243846" y="195514"/>
                  </a:lnTo>
                  <a:lnTo>
                    <a:pt x="244091" y="195380"/>
                  </a:lnTo>
                  <a:lnTo>
                    <a:pt x="244212" y="194887"/>
                  </a:lnTo>
                  <a:lnTo>
                    <a:pt x="244258" y="194694"/>
                  </a:lnTo>
                  <a:lnTo>
                    <a:pt x="244242" y="194558"/>
                  </a:lnTo>
                  <a:lnTo>
                    <a:pt x="243970" y="194290"/>
                  </a:lnTo>
                  <a:lnTo>
                    <a:pt x="243942" y="194127"/>
                  </a:lnTo>
                  <a:lnTo>
                    <a:pt x="244142" y="193770"/>
                  </a:lnTo>
                  <a:lnTo>
                    <a:pt x="244265" y="193939"/>
                  </a:lnTo>
                  <a:lnTo>
                    <a:pt x="244573" y="193405"/>
                  </a:lnTo>
                  <a:lnTo>
                    <a:pt x="244531" y="193261"/>
                  </a:lnTo>
                  <a:lnTo>
                    <a:pt x="244628" y="192892"/>
                  </a:lnTo>
                  <a:lnTo>
                    <a:pt x="245283" y="192922"/>
                  </a:lnTo>
                  <a:lnTo>
                    <a:pt x="245633" y="193077"/>
                  </a:lnTo>
                  <a:lnTo>
                    <a:pt x="245881" y="193156"/>
                  </a:lnTo>
                  <a:lnTo>
                    <a:pt x="246256" y="193268"/>
                  </a:lnTo>
                  <a:lnTo>
                    <a:pt x="246569" y="193164"/>
                  </a:lnTo>
                  <a:lnTo>
                    <a:pt x="246773" y="193203"/>
                  </a:lnTo>
                  <a:lnTo>
                    <a:pt x="246817" y="192966"/>
                  </a:lnTo>
                  <a:lnTo>
                    <a:pt x="246434" y="192798"/>
                  </a:lnTo>
                  <a:lnTo>
                    <a:pt x="246623" y="192092"/>
                  </a:lnTo>
                  <a:lnTo>
                    <a:pt x="247004" y="191988"/>
                  </a:lnTo>
                  <a:lnTo>
                    <a:pt x="247109" y="191554"/>
                  </a:lnTo>
                  <a:lnTo>
                    <a:pt x="247275" y="191497"/>
                  </a:lnTo>
                  <a:lnTo>
                    <a:pt x="247484" y="191483"/>
                  </a:lnTo>
                  <a:lnTo>
                    <a:pt x="247688" y="191419"/>
                  </a:lnTo>
                  <a:lnTo>
                    <a:pt x="247746" y="191214"/>
                  </a:lnTo>
                  <a:lnTo>
                    <a:pt x="248050" y="191235"/>
                  </a:lnTo>
                  <a:lnTo>
                    <a:pt x="248719" y="191191"/>
                  </a:lnTo>
                  <a:lnTo>
                    <a:pt x="248872" y="191209"/>
                  </a:lnTo>
                  <a:lnTo>
                    <a:pt x="249043" y="191582"/>
                  </a:lnTo>
                  <a:lnTo>
                    <a:pt x="249111" y="191759"/>
                  </a:lnTo>
                  <a:lnTo>
                    <a:pt x="249258" y="191902"/>
                  </a:lnTo>
                  <a:lnTo>
                    <a:pt x="249530" y="191954"/>
                  </a:lnTo>
                  <a:lnTo>
                    <a:pt x="249696" y="192270"/>
                  </a:lnTo>
                  <a:lnTo>
                    <a:pt x="249912" y="192326"/>
                  </a:lnTo>
                  <a:lnTo>
                    <a:pt x="250404" y="192208"/>
                  </a:lnTo>
                  <a:lnTo>
                    <a:pt x="250548" y="192169"/>
                  </a:lnTo>
                  <a:lnTo>
                    <a:pt x="250754" y="192012"/>
                  </a:lnTo>
                  <a:lnTo>
                    <a:pt x="251118" y="191657"/>
                  </a:lnTo>
                  <a:lnTo>
                    <a:pt x="251225" y="191138"/>
                  </a:lnTo>
                  <a:lnTo>
                    <a:pt x="251355" y="191270"/>
                  </a:lnTo>
                  <a:lnTo>
                    <a:pt x="251400" y="191408"/>
                  </a:lnTo>
                  <a:lnTo>
                    <a:pt x="251728" y="191555"/>
                  </a:lnTo>
                  <a:lnTo>
                    <a:pt x="251919" y="191591"/>
                  </a:lnTo>
                  <a:lnTo>
                    <a:pt x="252162" y="191795"/>
                  </a:lnTo>
                  <a:lnTo>
                    <a:pt x="252850" y="191793"/>
                  </a:lnTo>
                  <a:lnTo>
                    <a:pt x="253259" y="192109"/>
                  </a:lnTo>
                  <a:lnTo>
                    <a:pt x="253698" y="192345"/>
                  </a:lnTo>
                  <a:lnTo>
                    <a:pt x="253822" y="192825"/>
                  </a:lnTo>
                  <a:lnTo>
                    <a:pt x="254046" y="192829"/>
                  </a:lnTo>
                  <a:lnTo>
                    <a:pt x="254265" y="193229"/>
                  </a:lnTo>
                  <a:lnTo>
                    <a:pt x="254241" y="193566"/>
                  </a:lnTo>
                  <a:lnTo>
                    <a:pt x="254215" y="193939"/>
                  </a:lnTo>
                  <a:lnTo>
                    <a:pt x="254329" y="194281"/>
                  </a:lnTo>
                  <a:lnTo>
                    <a:pt x="254619" y="194371"/>
                  </a:lnTo>
                  <a:lnTo>
                    <a:pt x="254692" y="194572"/>
                  </a:lnTo>
                  <a:lnTo>
                    <a:pt x="254752" y="194828"/>
                  </a:lnTo>
                  <a:lnTo>
                    <a:pt x="254784" y="195037"/>
                  </a:lnTo>
                  <a:lnTo>
                    <a:pt x="255158" y="195331"/>
                  </a:lnTo>
                  <a:lnTo>
                    <a:pt x="255324" y="195384"/>
                  </a:lnTo>
                  <a:lnTo>
                    <a:pt x="255539" y="195350"/>
                  </a:lnTo>
                  <a:lnTo>
                    <a:pt x="255848" y="195350"/>
                  </a:lnTo>
                  <a:lnTo>
                    <a:pt x="256200" y="195529"/>
                  </a:lnTo>
                  <a:lnTo>
                    <a:pt x="256221" y="195887"/>
                  </a:lnTo>
                  <a:lnTo>
                    <a:pt x="256172" y="196139"/>
                  </a:lnTo>
                  <a:lnTo>
                    <a:pt x="255896" y="196596"/>
                  </a:lnTo>
                  <a:lnTo>
                    <a:pt x="255868" y="196859"/>
                  </a:lnTo>
                  <a:lnTo>
                    <a:pt x="255883" y="197107"/>
                  </a:lnTo>
                  <a:lnTo>
                    <a:pt x="256065" y="197190"/>
                  </a:lnTo>
                  <a:lnTo>
                    <a:pt x="256221" y="197425"/>
                  </a:lnTo>
                  <a:lnTo>
                    <a:pt x="256610" y="197838"/>
                  </a:lnTo>
                  <a:lnTo>
                    <a:pt x="257032" y="197930"/>
                  </a:lnTo>
                  <a:lnTo>
                    <a:pt x="257382" y="197889"/>
                  </a:lnTo>
                  <a:lnTo>
                    <a:pt x="257484" y="197709"/>
                  </a:lnTo>
                  <a:lnTo>
                    <a:pt x="257727" y="197601"/>
                  </a:lnTo>
                  <a:lnTo>
                    <a:pt x="258106" y="197841"/>
                  </a:lnTo>
                  <a:lnTo>
                    <a:pt x="258897" y="197413"/>
                  </a:lnTo>
                  <a:lnTo>
                    <a:pt x="259140" y="197254"/>
                  </a:lnTo>
                  <a:lnTo>
                    <a:pt x="259257" y="196951"/>
                  </a:lnTo>
                  <a:lnTo>
                    <a:pt x="259399" y="196522"/>
                  </a:lnTo>
                  <a:lnTo>
                    <a:pt x="259582" y="196467"/>
                  </a:lnTo>
                  <a:lnTo>
                    <a:pt x="259604" y="196307"/>
                  </a:lnTo>
                  <a:lnTo>
                    <a:pt x="259375" y="196146"/>
                  </a:lnTo>
                  <a:lnTo>
                    <a:pt x="259368" y="195948"/>
                  </a:lnTo>
                  <a:lnTo>
                    <a:pt x="259546" y="195646"/>
                  </a:lnTo>
                  <a:lnTo>
                    <a:pt x="259752" y="195604"/>
                  </a:lnTo>
                  <a:lnTo>
                    <a:pt x="259993" y="195599"/>
                  </a:lnTo>
                  <a:lnTo>
                    <a:pt x="260422" y="195591"/>
                  </a:lnTo>
                  <a:lnTo>
                    <a:pt x="260632" y="195187"/>
                  </a:lnTo>
                  <a:lnTo>
                    <a:pt x="260773" y="194805"/>
                  </a:lnTo>
                  <a:lnTo>
                    <a:pt x="260659" y="194561"/>
                  </a:lnTo>
                  <a:lnTo>
                    <a:pt x="260859" y="194260"/>
                  </a:lnTo>
                  <a:lnTo>
                    <a:pt x="261035" y="193978"/>
                  </a:lnTo>
                  <a:lnTo>
                    <a:pt x="261112" y="194307"/>
                  </a:lnTo>
                  <a:lnTo>
                    <a:pt x="261094" y="194553"/>
                  </a:lnTo>
                  <a:lnTo>
                    <a:pt x="261072" y="194872"/>
                  </a:lnTo>
                  <a:lnTo>
                    <a:pt x="261282" y="195162"/>
                  </a:lnTo>
                  <a:lnTo>
                    <a:pt x="261994" y="195126"/>
                  </a:lnTo>
                  <a:lnTo>
                    <a:pt x="262417" y="194557"/>
                  </a:lnTo>
                  <a:lnTo>
                    <a:pt x="262630" y="194559"/>
                  </a:lnTo>
                  <a:lnTo>
                    <a:pt x="262938" y="194622"/>
                  </a:lnTo>
                  <a:lnTo>
                    <a:pt x="263073" y="194650"/>
                  </a:lnTo>
                  <a:lnTo>
                    <a:pt x="263189" y="194365"/>
                  </a:lnTo>
                  <a:lnTo>
                    <a:pt x="263285" y="194114"/>
                  </a:lnTo>
                  <a:lnTo>
                    <a:pt x="263157" y="194094"/>
                  </a:lnTo>
                  <a:lnTo>
                    <a:pt x="263094" y="193587"/>
                  </a:lnTo>
                  <a:lnTo>
                    <a:pt x="263381" y="193069"/>
                  </a:lnTo>
                  <a:lnTo>
                    <a:pt x="263630" y="193302"/>
                  </a:lnTo>
                  <a:lnTo>
                    <a:pt x="263817" y="193432"/>
                  </a:lnTo>
                  <a:lnTo>
                    <a:pt x="264036" y="193962"/>
                  </a:lnTo>
                  <a:lnTo>
                    <a:pt x="263994" y="194372"/>
                  </a:lnTo>
                  <a:lnTo>
                    <a:pt x="264204" y="194475"/>
                  </a:lnTo>
                  <a:lnTo>
                    <a:pt x="264544" y="194526"/>
                  </a:lnTo>
                  <a:lnTo>
                    <a:pt x="264697" y="194560"/>
                  </a:lnTo>
                  <a:lnTo>
                    <a:pt x="264682" y="194833"/>
                  </a:lnTo>
                  <a:lnTo>
                    <a:pt x="264894" y="195586"/>
                  </a:lnTo>
                  <a:lnTo>
                    <a:pt x="264665" y="195878"/>
                  </a:lnTo>
                  <a:lnTo>
                    <a:pt x="264607" y="196183"/>
                  </a:lnTo>
                  <a:lnTo>
                    <a:pt x="264567" y="196341"/>
                  </a:lnTo>
                  <a:lnTo>
                    <a:pt x="264487" y="196581"/>
                  </a:lnTo>
                  <a:lnTo>
                    <a:pt x="264379" y="196900"/>
                  </a:lnTo>
                  <a:lnTo>
                    <a:pt x="264244" y="197302"/>
                  </a:lnTo>
                  <a:lnTo>
                    <a:pt x="264095" y="197458"/>
                  </a:lnTo>
                  <a:lnTo>
                    <a:pt x="263708" y="198028"/>
                  </a:lnTo>
                  <a:lnTo>
                    <a:pt x="263552" y="198270"/>
                  </a:lnTo>
                  <a:lnTo>
                    <a:pt x="263504" y="198400"/>
                  </a:lnTo>
                  <a:lnTo>
                    <a:pt x="263239" y="198833"/>
                  </a:lnTo>
                  <a:lnTo>
                    <a:pt x="263100" y="198971"/>
                  </a:lnTo>
                  <a:lnTo>
                    <a:pt x="263024" y="199415"/>
                  </a:lnTo>
                  <a:lnTo>
                    <a:pt x="263070" y="199987"/>
                  </a:lnTo>
                  <a:lnTo>
                    <a:pt x="263064" y="200300"/>
                  </a:lnTo>
                  <a:lnTo>
                    <a:pt x="263069" y="200587"/>
                  </a:lnTo>
                  <a:lnTo>
                    <a:pt x="263092" y="200855"/>
                  </a:lnTo>
                  <a:lnTo>
                    <a:pt x="263036" y="201150"/>
                  </a:lnTo>
                  <a:lnTo>
                    <a:pt x="262997" y="201352"/>
                  </a:lnTo>
                  <a:lnTo>
                    <a:pt x="263019" y="201855"/>
                  </a:lnTo>
                  <a:lnTo>
                    <a:pt x="262613" y="202143"/>
                  </a:lnTo>
                  <a:lnTo>
                    <a:pt x="262538" y="202342"/>
                  </a:lnTo>
                  <a:lnTo>
                    <a:pt x="262220" y="202167"/>
                  </a:lnTo>
                  <a:lnTo>
                    <a:pt x="261971" y="202087"/>
                  </a:lnTo>
                  <a:lnTo>
                    <a:pt x="261485" y="202256"/>
                  </a:lnTo>
                  <a:lnTo>
                    <a:pt x="261203" y="202882"/>
                  </a:lnTo>
                  <a:lnTo>
                    <a:pt x="261028" y="202944"/>
                  </a:lnTo>
                  <a:lnTo>
                    <a:pt x="260792" y="202935"/>
                  </a:lnTo>
                  <a:lnTo>
                    <a:pt x="260627" y="202855"/>
                  </a:lnTo>
                  <a:lnTo>
                    <a:pt x="260589" y="203001"/>
                  </a:lnTo>
                  <a:lnTo>
                    <a:pt x="260507" y="203237"/>
                  </a:lnTo>
                  <a:lnTo>
                    <a:pt x="260309" y="203736"/>
                  </a:lnTo>
                  <a:lnTo>
                    <a:pt x="259928" y="203971"/>
                  </a:lnTo>
                  <a:lnTo>
                    <a:pt x="259776" y="203858"/>
                  </a:lnTo>
                  <a:lnTo>
                    <a:pt x="259623" y="203832"/>
                  </a:lnTo>
                  <a:lnTo>
                    <a:pt x="258915" y="203749"/>
                  </a:lnTo>
                  <a:lnTo>
                    <a:pt x="258771" y="203858"/>
                  </a:lnTo>
                  <a:lnTo>
                    <a:pt x="258643" y="204258"/>
                  </a:lnTo>
                  <a:lnTo>
                    <a:pt x="258868" y="204981"/>
                  </a:lnTo>
                  <a:lnTo>
                    <a:pt x="258631" y="205297"/>
                  </a:lnTo>
                  <a:lnTo>
                    <a:pt x="258515" y="205446"/>
                  </a:lnTo>
                  <a:lnTo>
                    <a:pt x="258629" y="205711"/>
                  </a:lnTo>
                  <a:lnTo>
                    <a:pt x="258946" y="206117"/>
                  </a:lnTo>
                  <a:lnTo>
                    <a:pt x="259025" y="206263"/>
                  </a:lnTo>
                  <a:lnTo>
                    <a:pt x="259050" y="206453"/>
                  </a:lnTo>
                  <a:lnTo>
                    <a:pt x="259150" y="207908"/>
                  </a:lnTo>
                  <a:lnTo>
                    <a:pt x="258882" y="208953"/>
                  </a:lnTo>
                  <a:lnTo>
                    <a:pt x="258610" y="209552"/>
                  </a:lnTo>
                  <a:lnTo>
                    <a:pt x="258388" y="209533"/>
                  </a:lnTo>
                  <a:lnTo>
                    <a:pt x="258152" y="209460"/>
                  </a:lnTo>
                  <a:lnTo>
                    <a:pt x="257859" y="209582"/>
                  </a:lnTo>
                  <a:lnTo>
                    <a:pt x="257917" y="209838"/>
                  </a:lnTo>
                  <a:lnTo>
                    <a:pt x="258053" y="209893"/>
                  </a:lnTo>
                  <a:lnTo>
                    <a:pt x="258372" y="210000"/>
                  </a:lnTo>
                  <a:lnTo>
                    <a:pt x="258360" y="210141"/>
                  </a:lnTo>
                  <a:lnTo>
                    <a:pt x="258296" y="210526"/>
                  </a:lnTo>
                  <a:lnTo>
                    <a:pt x="258237" y="210694"/>
                  </a:lnTo>
                  <a:lnTo>
                    <a:pt x="258137" y="210957"/>
                  </a:lnTo>
                  <a:lnTo>
                    <a:pt x="257922" y="211242"/>
                  </a:lnTo>
                  <a:lnTo>
                    <a:pt x="257994" y="211943"/>
                  </a:lnTo>
                  <a:lnTo>
                    <a:pt x="257953" y="212085"/>
                  </a:lnTo>
                  <a:lnTo>
                    <a:pt x="257605" y="212312"/>
                  </a:lnTo>
                  <a:lnTo>
                    <a:pt x="257669" y="213136"/>
                  </a:lnTo>
                  <a:lnTo>
                    <a:pt x="257652" y="213594"/>
                  </a:lnTo>
                  <a:lnTo>
                    <a:pt x="258103" y="213770"/>
                  </a:lnTo>
                  <a:lnTo>
                    <a:pt x="258322" y="213924"/>
                  </a:lnTo>
                  <a:lnTo>
                    <a:pt x="258617" y="214282"/>
                  </a:lnTo>
                  <a:lnTo>
                    <a:pt x="259027" y="214228"/>
                  </a:lnTo>
                  <a:lnTo>
                    <a:pt x="259294" y="213852"/>
                  </a:lnTo>
                  <a:lnTo>
                    <a:pt x="259427" y="213700"/>
                  </a:lnTo>
                  <a:lnTo>
                    <a:pt x="259988" y="213376"/>
                  </a:lnTo>
                  <a:lnTo>
                    <a:pt x="260164" y="213298"/>
                  </a:lnTo>
                  <a:lnTo>
                    <a:pt x="260452" y="213152"/>
                  </a:lnTo>
                  <a:lnTo>
                    <a:pt x="260886" y="212790"/>
                  </a:lnTo>
                  <a:lnTo>
                    <a:pt x="260984" y="212645"/>
                  </a:lnTo>
                  <a:lnTo>
                    <a:pt x="261256" y="212279"/>
                  </a:lnTo>
                  <a:lnTo>
                    <a:pt x="262085" y="211227"/>
                  </a:lnTo>
                  <a:lnTo>
                    <a:pt x="263324" y="209787"/>
                  </a:lnTo>
                  <a:lnTo>
                    <a:pt x="263758" y="209589"/>
                  </a:lnTo>
                  <a:lnTo>
                    <a:pt x="264224" y="209363"/>
                  </a:lnTo>
                  <a:lnTo>
                    <a:pt x="264570" y="209145"/>
                  </a:lnTo>
                  <a:lnTo>
                    <a:pt x="264722" y="209040"/>
                  </a:lnTo>
                  <a:lnTo>
                    <a:pt x="265061" y="208799"/>
                  </a:lnTo>
                  <a:lnTo>
                    <a:pt x="265236" y="208704"/>
                  </a:lnTo>
                  <a:lnTo>
                    <a:pt x="265634" y="208501"/>
                  </a:lnTo>
                  <a:lnTo>
                    <a:pt x="265838" y="208458"/>
                  </a:lnTo>
                  <a:lnTo>
                    <a:pt x="265997" y="208441"/>
                  </a:lnTo>
                  <a:lnTo>
                    <a:pt x="266426" y="208416"/>
                  </a:lnTo>
                  <a:lnTo>
                    <a:pt x="266654" y="208381"/>
                  </a:lnTo>
                  <a:lnTo>
                    <a:pt x="267356" y="208235"/>
                  </a:lnTo>
                  <a:lnTo>
                    <a:pt x="267596" y="208125"/>
                  </a:lnTo>
                  <a:lnTo>
                    <a:pt x="268809" y="207206"/>
                  </a:lnTo>
                  <a:lnTo>
                    <a:pt x="269031" y="207048"/>
                  </a:lnTo>
                  <a:lnTo>
                    <a:pt x="269363" y="206828"/>
                  </a:lnTo>
                  <a:lnTo>
                    <a:pt x="269493" y="206769"/>
                  </a:lnTo>
                  <a:lnTo>
                    <a:pt x="269672" y="206699"/>
                  </a:lnTo>
                  <a:lnTo>
                    <a:pt x="269990" y="206590"/>
                  </a:lnTo>
                  <a:lnTo>
                    <a:pt x="270260" y="206523"/>
                  </a:lnTo>
                  <a:lnTo>
                    <a:pt x="270410" y="206498"/>
                  </a:lnTo>
                  <a:lnTo>
                    <a:pt x="270568" y="206482"/>
                  </a:lnTo>
                  <a:lnTo>
                    <a:pt x="271258" y="206598"/>
                  </a:lnTo>
                  <a:lnTo>
                    <a:pt x="272416" y="206669"/>
                  </a:lnTo>
                  <a:lnTo>
                    <a:pt x="272573" y="206445"/>
                  </a:lnTo>
                  <a:lnTo>
                    <a:pt x="272762" y="206183"/>
                  </a:lnTo>
                  <a:lnTo>
                    <a:pt x="273157" y="205995"/>
                  </a:lnTo>
                  <a:lnTo>
                    <a:pt x="273783" y="205846"/>
                  </a:lnTo>
                  <a:lnTo>
                    <a:pt x="274019" y="205726"/>
                  </a:lnTo>
                  <a:lnTo>
                    <a:pt x="274269" y="205364"/>
                  </a:lnTo>
                  <a:lnTo>
                    <a:pt x="274299" y="205152"/>
                  </a:lnTo>
                  <a:lnTo>
                    <a:pt x="274454" y="204757"/>
                  </a:lnTo>
                  <a:lnTo>
                    <a:pt x="274783" y="204414"/>
                  </a:lnTo>
                  <a:lnTo>
                    <a:pt x="274937" y="204322"/>
                  </a:lnTo>
                  <a:lnTo>
                    <a:pt x="275547" y="204126"/>
                  </a:lnTo>
                  <a:lnTo>
                    <a:pt x="275809" y="204055"/>
                  </a:lnTo>
                  <a:lnTo>
                    <a:pt x="276369" y="204219"/>
                  </a:lnTo>
                  <a:lnTo>
                    <a:pt x="276715" y="204278"/>
                  </a:lnTo>
                  <a:lnTo>
                    <a:pt x="278010" y="204096"/>
                  </a:lnTo>
                  <a:lnTo>
                    <a:pt x="278511" y="203886"/>
                  </a:lnTo>
                  <a:lnTo>
                    <a:pt x="278739" y="203298"/>
                  </a:lnTo>
                  <a:lnTo>
                    <a:pt x="279013" y="202595"/>
                  </a:lnTo>
                  <a:lnTo>
                    <a:pt x="279320" y="202370"/>
                  </a:lnTo>
                  <a:lnTo>
                    <a:pt x="279465" y="202247"/>
                  </a:lnTo>
                  <a:lnTo>
                    <a:pt x="279781" y="202058"/>
                  </a:lnTo>
                  <a:lnTo>
                    <a:pt x="280535" y="201838"/>
                  </a:lnTo>
                  <a:lnTo>
                    <a:pt x="280818" y="201951"/>
                  </a:lnTo>
                  <a:lnTo>
                    <a:pt x="281204" y="201793"/>
                  </a:lnTo>
                  <a:lnTo>
                    <a:pt x="281503" y="201755"/>
                  </a:lnTo>
                  <a:lnTo>
                    <a:pt x="282871" y="202048"/>
                  </a:lnTo>
                  <a:lnTo>
                    <a:pt x="282966" y="201600"/>
                  </a:lnTo>
                  <a:lnTo>
                    <a:pt x="283127" y="201543"/>
                  </a:lnTo>
                  <a:lnTo>
                    <a:pt x="283597" y="201338"/>
                  </a:lnTo>
                  <a:lnTo>
                    <a:pt x="283749" y="201261"/>
                  </a:lnTo>
                  <a:lnTo>
                    <a:pt x="283929" y="201162"/>
                  </a:lnTo>
                  <a:lnTo>
                    <a:pt x="284068" y="201086"/>
                  </a:lnTo>
                  <a:lnTo>
                    <a:pt x="284340" y="201039"/>
                  </a:lnTo>
                  <a:lnTo>
                    <a:pt x="284688" y="201139"/>
                  </a:lnTo>
                  <a:lnTo>
                    <a:pt x="285095" y="201326"/>
                  </a:lnTo>
                  <a:lnTo>
                    <a:pt x="285434" y="201366"/>
                  </a:lnTo>
                  <a:lnTo>
                    <a:pt x="285562" y="201211"/>
                  </a:lnTo>
                  <a:lnTo>
                    <a:pt x="286180" y="200736"/>
                  </a:lnTo>
                  <a:lnTo>
                    <a:pt x="286316" y="200670"/>
                  </a:lnTo>
                  <a:lnTo>
                    <a:pt x="287008" y="200380"/>
                  </a:lnTo>
                  <a:lnTo>
                    <a:pt x="287417" y="200232"/>
                  </a:lnTo>
                  <a:lnTo>
                    <a:pt x="287856" y="200107"/>
                  </a:lnTo>
                  <a:lnTo>
                    <a:pt x="288398" y="200056"/>
                  </a:lnTo>
                  <a:lnTo>
                    <a:pt x="289178" y="199682"/>
                  </a:lnTo>
                  <a:lnTo>
                    <a:pt x="289494" y="199487"/>
                  </a:lnTo>
                  <a:lnTo>
                    <a:pt x="289840" y="199263"/>
                  </a:lnTo>
                  <a:lnTo>
                    <a:pt x="290210" y="198947"/>
                  </a:lnTo>
                  <a:lnTo>
                    <a:pt x="290972" y="198070"/>
                  </a:lnTo>
                  <a:lnTo>
                    <a:pt x="291207" y="197744"/>
                  </a:lnTo>
                  <a:lnTo>
                    <a:pt x="291346" y="197541"/>
                  </a:lnTo>
                  <a:lnTo>
                    <a:pt x="291690" y="197057"/>
                  </a:lnTo>
                  <a:lnTo>
                    <a:pt x="292011" y="196818"/>
                  </a:lnTo>
                  <a:lnTo>
                    <a:pt x="292144" y="196792"/>
                  </a:lnTo>
                  <a:lnTo>
                    <a:pt x="292476" y="196727"/>
                  </a:lnTo>
                  <a:lnTo>
                    <a:pt x="292857" y="196652"/>
                  </a:lnTo>
                  <a:lnTo>
                    <a:pt x="293239" y="196576"/>
                  </a:lnTo>
                  <a:lnTo>
                    <a:pt x="293599" y="196501"/>
                  </a:lnTo>
                  <a:lnTo>
                    <a:pt x="293844" y="196701"/>
                  </a:lnTo>
                  <a:lnTo>
                    <a:pt x="293846" y="196923"/>
                  </a:lnTo>
                  <a:lnTo>
                    <a:pt x="293523" y="197838"/>
                  </a:lnTo>
                  <a:lnTo>
                    <a:pt x="293530" y="198172"/>
                  </a:lnTo>
                  <a:lnTo>
                    <a:pt x="293333" y="198186"/>
                  </a:lnTo>
                  <a:lnTo>
                    <a:pt x="293291" y="198443"/>
                  </a:lnTo>
                  <a:lnTo>
                    <a:pt x="293380" y="198700"/>
                  </a:lnTo>
                  <a:lnTo>
                    <a:pt x="293436" y="198986"/>
                  </a:lnTo>
                  <a:lnTo>
                    <a:pt x="293211" y="198998"/>
                  </a:lnTo>
                  <a:lnTo>
                    <a:pt x="293063" y="199399"/>
                  </a:lnTo>
                  <a:lnTo>
                    <a:pt x="293471" y="199424"/>
                  </a:lnTo>
                  <a:lnTo>
                    <a:pt x="293212" y="199629"/>
                  </a:lnTo>
                  <a:lnTo>
                    <a:pt x="292814" y="199563"/>
                  </a:lnTo>
                  <a:lnTo>
                    <a:pt x="292932" y="199922"/>
                  </a:lnTo>
                  <a:lnTo>
                    <a:pt x="292943" y="200246"/>
                  </a:lnTo>
                  <a:lnTo>
                    <a:pt x="292764" y="200920"/>
                  </a:lnTo>
                  <a:lnTo>
                    <a:pt x="292665" y="201131"/>
                  </a:lnTo>
                  <a:lnTo>
                    <a:pt x="292501" y="201085"/>
                  </a:lnTo>
                  <a:lnTo>
                    <a:pt x="292292" y="201026"/>
                  </a:lnTo>
                  <a:lnTo>
                    <a:pt x="292132" y="200981"/>
                  </a:lnTo>
                  <a:lnTo>
                    <a:pt x="291943" y="201550"/>
                  </a:lnTo>
                  <a:lnTo>
                    <a:pt x="291890" y="201778"/>
                  </a:lnTo>
                  <a:lnTo>
                    <a:pt x="291773" y="202284"/>
                  </a:lnTo>
                  <a:lnTo>
                    <a:pt x="291696" y="202527"/>
                  </a:lnTo>
                  <a:lnTo>
                    <a:pt x="291606" y="203481"/>
                  </a:lnTo>
                  <a:lnTo>
                    <a:pt x="291595" y="203637"/>
                  </a:lnTo>
                  <a:lnTo>
                    <a:pt x="291512" y="203972"/>
                  </a:lnTo>
                  <a:lnTo>
                    <a:pt x="291313" y="204281"/>
                  </a:lnTo>
                  <a:lnTo>
                    <a:pt x="290763" y="204413"/>
                  </a:lnTo>
                  <a:lnTo>
                    <a:pt x="290416" y="204366"/>
                  </a:lnTo>
                  <a:lnTo>
                    <a:pt x="290028" y="204251"/>
                  </a:lnTo>
                  <a:lnTo>
                    <a:pt x="289486" y="204003"/>
                  </a:lnTo>
                  <a:lnTo>
                    <a:pt x="289074" y="204014"/>
                  </a:lnTo>
                  <a:lnTo>
                    <a:pt x="288013" y="204043"/>
                  </a:lnTo>
                  <a:lnTo>
                    <a:pt x="287537" y="204124"/>
                  </a:lnTo>
                  <a:lnTo>
                    <a:pt x="286713" y="204268"/>
                  </a:lnTo>
                  <a:lnTo>
                    <a:pt x="286308" y="204345"/>
                  </a:lnTo>
                  <a:lnTo>
                    <a:pt x="285299" y="204573"/>
                  </a:lnTo>
                  <a:lnTo>
                    <a:pt x="285024" y="204648"/>
                  </a:lnTo>
                  <a:lnTo>
                    <a:pt x="284871" y="204989"/>
                  </a:lnTo>
                  <a:lnTo>
                    <a:pt x="284765" y="205451"/>
                  </a:lnTo>
                  <a:lnTo>
                    <a:pt x="284844" y="205795"/>
                  </a:lnTo>
                  <a:lnTo>
                    <a:pt x="284201" y="206629"/>
                  </a:lnTo>
                  <a:lnTo>
                    <a:pt x="283627" y="206749"/>
                  </a:lnTo>
                  <a:lnTo>
                    <a:pt x="283053" y="207088"/>
                  </a:lnTo>
                  <a:lnTo>
                    <a:pt x="283152" y="207385"/>
                  </a:lnTo>
                  <a:lnTo>
                    <a:pt x="283430" y="207394"/>
                  </a:lnTo>
                  <a:lnTo>
                    <a:pt x="283738" y="207399"/>
                  </a:lnTo>
                  <a:lnTo>
                    <a:pt x="283942" y="208019"/>
                  </a:lnTo>
                  <a:lnTo>
                    <a:pt x="283667" y="208135"/>
                  </a:lnTo>
                  <a:lnTo>
                    <a:pt x="283538" y="208969"/>
                  </a:lnTo>
                  <a:lnTo>
                    <a:pt x="283327" y="209602"/>
                  </a:lnTo>
                  <a:lnTo>
                    <a:pt x="283299" y="209892"/>
                  </a:lnTo>
                  <a:lnTo>
                    <a:pt x="283281" y="210080"/>
                  </a:lnTo>
                  <a:lnTo>
                    <a:pt x="283111" y="210035"/>
                  </a:lnTo>
                  <a:lnTo>
                    <a:pt x="283125" y="209867"/>
                  </a:lnTo>
                  <a:lnTo>
                    <a:pt x="283146" y="209627"/>
                  </a:lnTo>
                  <a:lnTo>
                    <a:pt x="283039" y="209341"/>
                  </a:lnTo>
                  <a:lnTo>
                    <a:pt x="282814" y="209565"/>
                  </a:lnTo>
                  <a:lnTo>
                    <a:pt x="282745" y="209834"/>
                  </a:lnTo>
                  <a:lnTo>
                    <a:pt x="282722" y="210093"/>
                  </a:lnTo>
                  <a:lnTo>
                    <a:pt x="282558" y="210152"/>
                  </a:lnTo>
                  <a:lnTo>
                    <a:pt x="281973" y="210176"/>
                  </a:lnTo>
                  <a:lnTo>
                    <a:pt x="281654" y="210191"/>
                  </a:lnTo>
                  <a:lnTo>
                    <a:pt x="281664" y="210356"/>
                  </a:lnTo>
                  <a:lnTo>
                    <a:pt x="281625" y="210578"/>
                  </a:lnTo>
                  <a:lnTo>
                    <a:pt x="281279" y="210566"/>
                  </a:lnTo>
                  <a:lnTo>
                    <a:pt x="281004" y="210501"/>
                  </a:lnTo>
                  <a:lnTo>
                    <a:pt x="280727" y="210435"/>
                  </a:lnTo>
                  <a:lnTo>
                    <a:pt x="280682" y="210630"/>
                  </a:lnTo>
                  <a:lnTo>
                    <a:pt x="280654" y="210764"/>
                  </a:lnTo>
                  <a:lnTo>
                    <a:pt x="280385" y="210881"/>
                  </a:lnTo>
                  <a:lnTo>
                    <a:pt x="280111" y="210839"/>
                  </a:lnTo>
                  <a:lnTo>
                    <a:pt x="280123" y="210687"/>
                  </a:lnTo>
                  <a:lnTo>
                    <a:pt x="278443" y="210366"/>
                  </a:lnTo>
                  <a:lnTo>
                    <a:pt x="278295" y="210594"/>
                  </a:lnTo>
                  <a:lnTo>
                    <a:pt x="278113" y="210886"/>
                  </a:lnTo>
                  <a:lnTo>
                    <a:pt x="277821" y="211217"/>
                  </a:lnTo>
                  <a:lnTo>
                    <a:pt x="277489" y="211474"/>
                  </a:lnTo>
                  <a:lnTo>
                    <a:pt x="276603" y="211612"/>
                  </a:lnTo>
                  <a:lnTo>
                    <a:pt x="276571" y="211820"/>
                  </a:lnTo>
                  <a:lnTo>
                    <a:pt x="276295" y="212441"/>
                  </a:lnTo>
                  <a:lnTo>
                    <a:pt x="275807" y="213111"/>
                  </a:lnTo>
                  <a:lnTo>
                    <a:pt x="275485" y="213014"/>
                  </a:lnTo>
                  <a:lnTo>
                    <a:pt x="275260" y="213073"/>
                  </a:lnTo>
                  <a:lnTo>
                    <a:pt x="275239" y="213234"/>
                  </a:lnTo>
                  <a:lnTo>
                    <a:pt x="275182" y="213670"/>
                  </a:lnTo>
                  <a:lnTo>
                    <a:pt x="274808" y="213880"/>
                  </a:lnTo>
                  <a:lnTo>
                    <a:pt x="274877" y="214215"/>
                  </a:lnTo>
                  <a:lnTo>
                    <a:pt x="274898" y="214477"/>
                  </a:lnTo>
                  <a:lnTo>
                    <a:pt x="274890" y="214969"/>
                  </a:lnTo>
                  <a:lnTo>
                    <a:pt x="274670" y="215741"/>
                  </a:lnTo>
                  <a:lnTo>
                    <a:pt x="274091" y="215821"/>
                  </a:lnTo>
                  <a:lnTo>
                    <a:pt x="273776" y="215852"/>
                  </a:lnTo>
                  <a:lnTo>
                    <a:pt x="273648" y="215850"/>
                  </a:lnTo>
                  <a:lnTo>
                    <a:pt x="273219" y="215927"/>
                  </a:lnTo>
                  <a:lnTo>
                    <a:pt x="272865" y="216045"/>
                  </a:lnTo>
                  <a:lnTo>
                    <a:pt x="272340" y="216274"/>
                  </a:lnTo>
                  <a:lnTo>
                    <a:pt x="271309" y="216519"/>
                  </a:lnTo>
                  <a:lnTo>
                    <a:pt x="270468" y="216648"/>
                  </a:lnTo>
                  <a:lnTo>
                    <a:pt x="270107" y="216618"/>
                  </a:lnTo>
                  <a:lnTo>
                    <a:pt x="269866" y="216599"/>
                  </a:lnTo>
                  <a:lnTo>
                    <a:pt x="269855" y="216959"/>
                  </a:lnTo>
                  <a:lnTo>
                    <a:pt x="269855" y="217122"/>
                  </a:lnTo>
                  <a:lnTo>
                    <a:pt x="269708" y="217127"/>
                  </a:lnTo>
                  <a:lnTo>
                    <a:pt x="269572" y="217084"/>
                  </a:lnTo>
                  <a:lnTo>
                    <a:pt x="269406" y="217030"/>
                  </a:lnTo>
                  <a:lnTo>
                    <a:pt x="268533" y="216759"/>
                  </a:lnTo>
                  <a:lnTo>
                    <a:pt x="268083" y="217074"/>
                  </a:lnTo>
                  <a:lnTo>
                    <a:pt x="267900" y="217057"/>
                  </a:lnTo>
                  <a:lnTo>
                    <a:pt x="267693" y="217038"/>
                  </a:lnTo>
                  <a:lnTo>
                    <a:pt x="266906" y="217016"/>
                  </a:lnTo>
                  <a:lnTo>
                    <a:pt x="266034" y="217314"/>
                  </a:lnTo>
                  <a:lnTo>
                    <a:pt x="265879" y="217646"/>
                  </a:lnTo>
                  <a:lnTo>
                    <a:pt x="265715" y="217841"/>
                  </a:lnTo>
                  <a:lnTo>
                    <a:pt x="265392" y="218166"/>
                  </a:lnTo>
                  <a:lnTo>
                    <a:pt x="264720" y="218695"/>
                  </a:lnTo>
                  <a:lnTo>
                    <a:pt x="264624" y="218939"/>
                  </a:lnTo>
                  <a:lnTo>
                    <a:pt x="264081" y="219998"/>
                  </a:lnTo>
                  <a:lnTo>
                    <a:pt x="263732" y="220301"/>
                  </a:lnTo>
                  <a:lnTo>
                    <a:pt x="263880" y="220647"/>
                  </a:lnTo>
                  <a:lnTo>
                    <a:pt x="263694" y="220753"/>
                  </a:lnTo>
                  <a:lnTo>
                    <a:pt x="263502" y="220851"/>
                  </a:lnTo>
                  <a:lnTo>
                    <a:pt x="262765" y="220973"/>
                  </a:lnTo>
                  <a:lnTo>
                    <a:pt x="262287" y="221028"/>
                  </a:lnTo>
                  <a:lnTo>
                    <a:pt x="262001" y="221072"/>
                  </a:lnTo>
                  <a:lnTo>
                    <a:pt x="262401" y="221156"/>
                  </a:lnTo>
                  <a:lnTo>
                    <a:pt x="262746" y="221225"/>
                  </a:lnTo>
                  <a:lnTo>
                    <a:pt x="262986" y="221369"/>
                  </a:lnTo>
                  <a:lnTo>
                    <a:pt x="262648" y="221355"/>
                  </a:lnTo>
                  <a:lnTo>
                    <a:pt x="262351" y="221328"/>
                  </a:lnTo>
                  <a:lnTo>
                    <a:pt x="261993" y="222144"/>
                  </a:lnTo>
                  <a:lnTo>
                    <a:pt x="261892" y="222624"/>
                  </a:lnTo>
                  <a:lnTo>
                    <a:pt x="261419" y="222676"/>
                  </a:lnTo>
                  <a:lnTo>
                    <a:pt x="261292" y="223252"/>
                  </a:lnTo>
                  <a:lnTo>
                    <a:pt x="261211" y="223814"/>
                  </a:lnTo>
                  <a:lnTo>
                    <a:pt x="261192" y="223953"/>
                  </a:lnTo>
                  <a:lnTo>
                    <a:pt x="261136" y="224322"/>
                  </a:lnTo>
                  <a:lnTo>
                    <a:pt x="260898" y="224319"/>
                  </a:lnTo>
                  <a:lnTo>
                    <a:pt x="260663" y="224368"/>
                  </a:lnTo>
                  <a:lnTo>
                    <a:pt x="260347" y="224999"/>
                  </a:lnTo>
                  <a:lnTo>
                    <a:pt x="260266" y="225252"/>
                  </a:lnTo>
                  <a:lnTo>
                    <a:pt x="259896" y="225694"/>
                  </a:lnTo>
                  <a:lnTo>
                    <a:pt x="259335" y="225908"/>
                  </a:lnTo>
                  <a:lnTo>
                    <a:pt x="258776" y="226439"/>
                  </a:lnTo>
                  <a:lnTo>
                    <a:pt x="258148" y="226571"/>
                  </a:lnTo>
                  <a:lnTo>
                    <a:pt x="258206" y="226864"/>
                  </a:lnTo>
                  <a:lnTo>
                    <a:pt x="258550" y="227000"/>
                  </a:lnTo>
                  <a:lnTo>
                    <a:pt x="258569" y="227203"/>
                  </a:lnTo>
                  <a:lnTo>
                    <a:pt x="258439" y="227621"/>
                  </a:lnTo>
                  <a:lnTo>
                    <a:pt x="258445" y="227906"/>
                  </a:lnTo>
                  <a:lnTo>
                    <a:pt x="258591" y="228598"/>
                  </a:lnTo>
                  <a:lnTo>
                    <a:pt x="258832" y="229399"/>
                  </a:lnTo>
                  <a:lnTo>
                    <a:pt x="258668" y="229742"/>
                  </a:lnTo>
                  <a:lnTo>
                    <a:pt x="258203" y="229906"/>
                  </a:lnTo>
                  <a:lnTo>
                    <a:pt x="258046" y="229960"/>
                  </a:lnTo>
                  <a:lnTo>
                    <a:pt x="257780" y="230090"/>
                  </a:lnTo>
                  <a:lnTo>
                    <a:pt x="257653" y="230156"/>
                  </a:lnTo>
                  <a:lnTo>
                    <a:pt x="257336" y="230362"/>
                  </a:lnTo>
                  <a:lnTo>
                    <a:pt x="257051" y="230676"/>
                  </a:lnTo>
                  <a:lnTo>
                    <a:pt x="256716" y="230665"/>
                  </a:lnTo>
                  <a:lnTo>
                    <a:pt x="256509" y="230821"/>
                  </a:lnTo>
                  <a:lnTo>
                    <a:pt x="256298" y="230984"/>
                  </a:lnTo>
                  <a:lnTo>
                    <a:pt x="256129" y="231116"/>
                  </a:lnTo>
                  <a:lnTo>
                    <a:pt x="255402" y="231361"/>
                  </a:lnTo>
                  <a:lnTo>
                    <a:pt x="254971" y="231492"/>
                  </a:lnTo>
                  <a:lnTo>
                    <a:pt x="254658" y="231751"/>
                  </a:lnTo>
                  <a:lnTo>
                    <a:pt x="254652" y="232225"/>
                  </a:lnTo>
                  <a:lnTo>
                    <a:pt x="254514" y="232338"/>
                  </a:lnTo>
                  <a:lnTo>
                    <a:pt x="254265" y="232529"/>
                  </a:lnTo>
                  <a:lnTo>
                    <a:pt x="254024" y="232713"/>
                  </a:lnTo>
                  <a:lnTo>
                    <a:pt x="253674" y="233044"/>
                  </a:lnTo>
                  <a:lnTo>
                    <a:pt x="253274" y="233455"/>
                  </a:lnTo>
                  <a:lnTo>
                    <a:pt x="252621" y="233671"/>
                  </a:lnTo>
                  <a:lnTo>
                    <a:pt x="252324" y="233641"/>
                  </a:lnTo>
                  <a:lnTo>
                    <a:pt x="251862" y="233515"/>
                  </a:lnTo>
                  <a:lnTo>
                    <a:pt x="251595" y="233556"/>
                  </a:lnTo>
                  <a:lnTo>
                    <a:pt x="251091" y="233687"/>
                  </a:lnTo>
                  <a:lnTo>
                    <a:pt x="251091" y="233927"/>
                  </a:lnTo>
                  <a:lnTo>
                    <a:pt x="250792" y="233782"/>
                  </a:lnTo>
                  <a:lnTo>
                    <a:pt x="250568" y="233680"/>
                  </a:lnTo>
                  <a:lnTo>
                    <a:pt x="250394" y="233611"/>
                  </a:lnTo>
                  <a:lnTo>
                    <a:pt x="250209" y="233541"/>
                  </a:lnTo>
                  <a:lnTo>
                    <a:pt x="249956" y="233461"/>
                  </a:lnTo>
                  <a:lnTo>
                    <a:pt x="249771" y="233418"/>
                  </a:lnTo>
                  <a:lnTo>
                    <a:pt x="249497" y="233361"/>
                  </a:lnTo>
                  <a:lnTo>
                    <a:pt x="248897" y="233328"/>
                  </a:lnTo>
                  <a:lnTo>
                    <a:pt x="248688" y="233349"/>
                  </a:lnTo>
                  <a:lnTo>
                    <a:pt x="248391" y="233404"/>
                  </a:lnTo>
                  <a:lnTo>
                    <a:pt x="248246" y="233449"/>
                  </a:lnTo>
                  <a:lnTo>
                    <a:pt x="248081" y="233534"/>
                  </a:lnTo>
                  <a:lnTo>
                    <a:pt x="247730" y="233751"/>
                  </a:lnTo>
                  <a:lnTo>
                    <a:pt x="247736" y="234008"/>
                  </a:lnTo>
                  <a:lnTo>
                    <a:pt x="247741" y="234346"/>
                  </a:lnTo>
                  <a:lnTo>
                    <a:pt x="247623" y="234638"/>
                  </a:lnTo>
                  <a:lnTo>
                    <a:pt x="247413" y="234653"/>
                  </a:lnTo>
                  <a:lnTo>
                    <a:pt x="247239" y="234599"/>
                  </a:lnTo>
                  <a:lnTo>
                    <a:pt x="246768" y="234590"/>
                  </a:lnTo>
                  <a:lnTo>
                    <a:pt x="246324" y="234142"/>
                  </a:lnTo>
                  <a:lnTo>
                    <a:pt x="246303" y="233937"/>
                  </a:lnTo>
                  <a:lnTo>
                    <a:pt x="246039" y="233968"/>
                  </a:lnTo>
                  <a:lnTo>
                    <a:pt x="245775" y="234197"/>
                  </a:lnTo>
                  <a:lnTo>
                    <a:pt x="245776" y="234350"/>
                  </a:lnTo>
                  <a:lnTo>
                    <a:pt x="245902" y="234487"/>
                  </a:lnTo>
                  <a:lnTo>
                    <a:pt x="245972" y="234677"/>
                  </a:lnTo>
                  <a:lnTo>
                    <a:pt x="245959" y="234909"/>
                  </a:lnTo>
                  <a:lnTo>
                    <a:pt x="245884" y="235315"/>
                  </a:lnTo>
                  <a:lnTo>
                    <a:pt x="245522" y="235889"/>
                  </a:lnTo>
                  <a:lnTo>
                    <a:pt x="244925" y="236118"/>
                  </a:lnTo>
                  <a:lnTo>
                    <a:pt x="244713" y="236113"/>
                  </a:lnTo>
                  <a:lnTo>
                    <a:pt x="244458" y="236099"/>
                  </a:lnTo>
                  <a:lnTo>
                    <a:pt x="244063" y="236090"/>
                  </a:lnTo>
                  <a:lnTo>
                    <a:pt x="243558" y="236099"/>
                  </a:lnTo>
                  <a:lnTo>
                    <a:pt x="243257" y="236149"/>
                  </a:lnTo>
                  <a:lnTo>
                    <a:pt x="242630" y="236958"/>
                  </a:lnTo>
                  <a:lnTo>
                    <a:pt x="242640" y="237297"/>
                  </a:lnTo>
                  <a:lnTo>
                    <a:pt x="242677" y="237657"/>
                  </a:lnTo>
                  <a:lnTo>
                    <a:pt x="242718" y="237867"/>
                  </a:lnTo>
                  <a:lnTo>
                    <a:pt x="242802" y="238274"/>
                  </a:lnTo>
                  <a:lnTo>
                    <a:pt x="242892" y="238586"/>
                  </a:lnTo>
                  <a:lnTo>
                    <a:pt x="243001" y="238983"/>
                  </a:lnTo>
                  <a:lnTo>
                    <a:pt x="242712" y="238998"/>
                  </a:lnTo>
                  <a:lnTo>
                    <a:pt x="242623" y="238848"/>
                  </a:lnTo>
                  <a:lnTo>
                    <a:pt x="242464" y="238576"/>
                  </a:lnTo>
                  <a:lnTo>
                    <a:pt x="242352" y="238750"/>
                  </a:lnTo>
                  <a:lnTo>
                    <a:pt x="242210" y="238974"/>
                  </a:lnTo>
                  <a:lnTo>
                    <a:pt x="242140" y="239165"/>
                  </a:lnTo>
                  <a:lnTo>
                    <a:pt x="241651" y="239580"/>
                  </a:lnTo>
                  <a:lnTo>
                    <a:pt x="241442" y="239729"/>
                  </a:lnTo>
                  <a:lnTo>
                    <a:pt x="241189" y="239911"/>
                  </a:lnTo>
                  <a:lnTo>
                    <a:pt x="241190" y="240085"/>
                  </a:lnTo>
                  <a:lnTo>
                    <a:pt x="240952" y="240572"/>
                  </a:lnTo>
                  <a:lnTo>
                    <a:pt x="240642" y="240902"/>
                  </a:lnTo>
                  <a:lnTo>
                    <a:pt x="240480" y="240891"/>
                  </a:lnTo>
                  <a:lnTo>
                    <a:pt x="240351" y="241388"/>
                  </a:lnTo>
                  <a:lnTo>
                    <a:pt x="240350" y="241544"/>
                  </a:lnTo>
                  <a:lnTo>
                    <a:pt x="240117" y="241812"/>
                  </a:lnTo>
                  <a:lnTo>
                    <a:pt x="239402" y="242604"/>
                  </a:lnTo>
                  <a:lnTo>
                    <a:pt x="238981" y="242659"/>
                  </a:lnTo>
                  <a:lnTo>
                    <a:pt x="238738" y="242745"/>
                  </a:lnTo>
                  <a:lnTo>
                    <a:pt x="238544" y="242917"/>
                  </a:lnTo>
                  <a:lnTo>
                    <a:pt x="238520" y="243127"/>
                  </a:lnTo>
                  <a:lnTo>
                    <a:pt x="238544" y="243442"/>
                  </a:lnTo>
                  <a:lnTo>
                    <a:pt x="238580" y="243875"/>
                  </a:lnTo>
                  <a:lnTo>
                    <a:pt x="238591" y="244208"/>
                  </a:lnTo>
                  <a:lnTo>
                    <a:pt x="238604" y="244407"/>
                  </a:lnTo>
                  <a:lnTo>
                    <a:pt x="238625" y="244878"/>
                  </a:lnTo>
                  <a:lnTo>
                    <a:pt x="238629" y="245013"/>
                  </a:lnTo>
                  <a:lnTo>
                    <a:pt x="238528" y="245782"/>
                  </a:lnTo>
                  <a:lnTo>
                    <a:pt x="238401" y="245788"/>
                  </a:lnTo>
                  <a:lnTo>
                    <a:pt x="238216" y="245792"/>
                  </a:lnTo>
                  <a:lnTo>
                    <a:pt x="238002" y="245786"/>
                  </a:lnTo>
                  <a:lnTo>
                    <a:pt x="237784" y="245774"/>
                  </a:lnTo>
                  <a:lnTo>
                    <a:pt x="237538" y="245769"/>
                  </a:lnTo>
                  <a:lnTo>
                    <a:pt x="237187" y="245780"/>
                  </a:lnTo>
                  <a:lnTo>
                    <a:pt x="237044" y="245796"/>
                  </a:lnTo>
                  <a:lnTo>
                    <a:pt x="236747" y="245848"/>
                  </a:lnTo>
                  <a:lnTo>
                    <a:pt x="236312" y="245967"/>
                  </a:lnTo>
                  <a:lnTo>
                    <a:pt x="235688" y="246226"/>
                  </a:lnTo>
                  <a:lnTo>
                    <a:pt x="234609" y="247295"/>
                  </a:lnTo>
                  <a:lnTo>
                    <a:pt x="234579" y="247459"/>
                  </a:lnTo>
                  <a:lnTo>
                    <a:pt x="234600" y="247906"/>
                  </a:lnTo>
                  <a:lnTo>
                    <a:pt x="234988" y="248601"/>
                  </a:lnTo>
                  <a:lnTo>
                    <a:pt x="235412" y="248986"/>
                  </a:lnTo>
                  <a:lnTo>
                    <a:pt x="235652" y="249231"/>
                  </a:lnTo>
                  <a:lnTo>
                    <a:pt x="235871" y="249454"/>
                  </a:lnTo>
                  <a:lnTo>
                    <a:pt x="236281" y="249981"/>
                  </a:lnTo>
                  <a:lnTo>
                    <a:pt x="236362" y="250333"/>
                  </a:lnTo>
                  <a:lnTo>
                    <a:pt x="236388" y="250711"/>
                  </a:lnTo>
                  <a:lnTo>
                    <a:pt x="236223" y="251180"/>
                  </a:lnTo>
                  <a:lnTo>
                    <a:pt x="235730" y="251662"/>
                  </a:lnTo>
                  <a:lnTo>
                    <a:pt x="235567" y="251694"/>
                  </a:lnTo>
                  <a:lnTo>
                    <a:pt x="235330" y="251735"/>
                  </a:lnTo>
                  <a:lnTo>
                    <a:pt x="234724" y="251840"/>
                  </a:lnTo>
                  <a:lnTo>
                    <a:pt x="234149" y="251939"/>
                  </a:lnTo>
                  <a:lnTo>
                    <a:pt x="233185" y="252590"/>
                  </a:lnTo>
                  <a:lnTo>
                    <a:pt x="233238" y="253195"/>
                  </a:lnTo>
                  <a:lnTo>
                    <a:pt x="233573" y="253791"/>
                  </a:lnTo>
                  <a:lnTo>
                    <a:pt x="234596" y="253992"/>
                  </a:lnTo>
                  <a:lnTo>
                    <a:pt x="234772" y="254786"/>
                  </a:lnTo>
                  <a:lnTo>
                    <a:pt x="234556" y="255011"/>
                  </a:lnTo>
                  <a:lnTo>
                    <a:pt x="233833" y="255471"/>
                  </a:lnTo>
                  <a:lnTo>
                    <a:pt x="233531" y="255583"/>
                  </a:lnTo>
                  <a:lnTo>
                    <a:pt x="233222" y="255746"/>
                  </a:lnTo>
                  <a:lnTo>
                    <a:pt x="233521" y="255759"/>
                  </a:lnTo>
                  <a:lnTo>
                    <a:pt x="233664" y="255699"/>
                  </a:lnTo>
                  <a:lnTo>
                    <a:pt x="234780" y="256052"/>
                  </a:lnTo>
                  <a:lnTo>
                    <a:pt x="235088" y="256195"/>
                  </a:lnTo>
                  <a:lnTo>
                    <a:pt x="235268" y="256094"/>
                  </a:lnTo>
                  <a:lnTo>
                    <a:pt x="235404" y="255606"/>
                  </a:lnTo>
                  <a:lnTo>
                    <a:pt x="235564" y="255068"/>
                  </a:lnTo>
                  <a:lnTo>
                    <a:pt x="235684" y="254935"/>
                  </a:lnTo>
                  <a:lnTo>
                    <a:pt x="236025" y="254884"/>
                  </a:lnTo>
                  <a:lnTo>
                    <a:pt x="236367" y="255059"/>
                  </a:lnTo>
                  <a:lnTo>
                    <a:pt x="236402" y="255295"/>
                  </a:lnTo>
                  <a:lnTo>
                    <a:pt x="236385" y="255525"/>
                  </a:lnTo>
                  <a:lnTo>
                    <a:pt x="236348" y="255677"/>
                  </a:lnTo>
                  <a:lnTo>
                    <a:pt x="236173" y="256051"/>
                  </a:lnTo>
                  <a:lnTo>
                    <a:pt x="236245" y="256381"/>
                  </a:lnTo>
                  <a:lnTo>
                    <a:pt x="236496" y="256619"/>
                  </a:lnTo>
                  <a:lnTo>
                    <a:pt x="237433" y="256971"/>
                  </a:lnTo>
                  <a:lnTo>
                    <a:pt x="237399" y="257223"/>
                  </a:lnTo>
                  <a:lnTo>
                    <a:pt x="237418" y="257492"/>
                  </a:lnTo>
                  <a:lnTo>
                    <a:pt x="237959" y="257899"/>
                  </a:lnTo>
                  <a:lnTo>
                    <a:pt x="238429" y="257887"/>
                  </a:lnTo>
                  <a:lnTo>
                    <a:pt x="238785" y="257321"/>
                  </a:lnTo>
                  <a:lnTo>
                    <a:pt x="239144" y="256909"/>
                  </a:lnTo>
                  <a:lnTo>
                    <a:pt x="239997" y="256488"/>
                  </a:lnTo>
                  <a:lnTo>
                    <a:pt x="240644" y="256602"/>
                  </a:lnTo>
                  <a:lnTo>
                    <a:pt x="240793" y="256738"/>
                  </a:lnTo>
                  <a:lnTo>
                    <a:pt x="241285" y="256756"/>
                  </a:lnTo>
                  <a:lnTo>
                    <a:pt x="241747" y="256709"/>
                  </a:lnTo>
                  <a:lnTo>
                    <a:pt x="242252" y="256894"/>
                  </a:lnTo>
                  <a:lnTo>
                    <a:pt x="242356" y="257280"/>
                  </a:lnTo>
                  <a:lnTo>
                    <a:pt x="242585" y="257536"/>
                  </a:lnTo>
                  <a:lnTo>
                    <a:pt x="242866" y="257723"/>
                  </a:lnTo>
                  <a:lnTo>
                    <a:pt x="243482" y="257924"/>
                  </a:lnTo>
                  <a:lnTo>
                    <a:pt x="243475" y="257678"/>
                  </a:lnTo>
                  <a:lnTo>
                    <a:pt x="243462" y="257467"/>
                  </a:lnTo>
                  <a:lnTo>
                    <a:pt x="243773" y="257211"/>
                  </a:lnTo>
                  <a:lnTo>
                    <a:pt x="243901" y="257229"/>
                  </a:lnTo>
                  <a:lnTo>
                    <a:pt x="244034" y="257221"/>
                  </a:lnTo>
                  <a:lnTo>
                    <a:pt x="244329" y="257066"/>
                  </a:lnTo>
                  <a:lnTo>
                    <a:pt x="244609" y="256685"/>
                  </a:lnTo>
                  <a:lnTo>
                    <a:pt x="244763" y="256536"/>
                  </a:lnTo>
                  <a:lnTo>
                    <a:pt x="245079" y="256510"/>
                  </a:lnTo>
                  <a:lnTo>
                    <a:pt x="245499" y="256506"/>
                  </a:lnTo>
                  <a:lnTo>
                    <a:pt x="246041" y="256542"/>
                  </a:lnTo>
                  <a:lnTo>
                    <a:pt x="246199" y="256531"/>
                  </a:lnTo>
                  <a:lnTo>
                    <a:pt x="246194" y="256261"/>
                  </a:lnTo>
                  <a:lnTo>
                    <a:pt x="246415" y="256275"/>
                  </a:lnTo>
                  <a:lnTo>
                    <a:pt x="246621" y="256390"/>
                  </a:lnTo>
                  <a:lnTo>
                    <a:pt x="246631" y="256557"/>
                  </a:lnTo>
                  <a:lnTo>
                    <a:pt x="247019" y="256433"/>
                  </a:lnTo>
                  <a:lnTo>
                    <a:pt x="247218" y="256282"/>
                  </a:lnTo>
                  <a:lnTo>
                    <a:pt x="247272" y="256041"/>
                  </a:lnTo>
                  <a:lnTo>
                    <a:pt x="247410" y="255913"/>
                  </a:lnTo>
                  <a:lnTo>
                    <a:pt x="247779" y="255888"/>
                  </a:lnTo>
                  <a:lnTo>
                    <a:pt x="247956" y="256086"/>
                  </a:lnTo>
                  <a:lnTo>
                    <a:pt x="248076" y="256223"/>
                  </a:lnTo>
                  <a:lnTo>
                    <a:pt x="248037" y="256587"/>
                  </a:lnTo>
                  <a:lnTo>
                    <a:pt x="247945" y="257086"/>
                  </a:lnTo>
                  <a:lnTo>
                    <a:pt x="248046" y="257239"/>
                  </a:lnTo>
                  <a:lnTo>
                    <a:pt x="248467" y="257410"/>
                  </a:lnTo>
                  <a:lnTo>
                    <a:pt x="248988" y="257824"/>
                  </a:lnTo>
                  <a:lnTo>
                    <a:pt x="249145" y="257987"/>
                  </a:lnTo>
                  <a:lnTo>
                    <a:pt x="249223" y="258160"/>
                  </a:lnTo>
                  <a:lnTo>
                    <a:pt x="249243" y="258399"/>
                  </a:lnTo>
                  <a:lnTo>
                    <a:pt x="249634" y="258468"/>
                  </a:lnTo>
                  <a:lnTo>
                    <a:pt x="250069" y="258294"/>
                  </a:lnTo>
                  <a:lnTo>
                    <a:pt x="250778" y="258425"/>
                  </a:lnTo>
                  <a:lnTo>
                    <a:pt x="250946" y="258668"/>
                  </a:lnTo>
                  <a:lnTo>
                    <a:pt x="250974" y="258819"/>
                  </a:lnTo>
                  <a:lnTo>
                    <a:pt x="251234" y="258852"/>
                  </a:lnTo>
                  <a:lnTo>
                    <a:pt x="251411" y="258753"/>
                  </a:lnTo>
                  <a:lnTo>
                    <a:pt x="251534" y="258413"/>
                  </a:lnTo>
                  <a:lnTo>
                    <a:pt x="251830" y="258458"/>
                  </a:lnTo>
                  <a:lnTo>
                    <a:pt x="252444" y="258908"/>
                  </a:lnTo>
                  <a:lnTo>
                    <a:pt x="252232" y="259330"/>
                  </a:lnTo>
                  <a:lnTo>
                    <a:pt x="252042" y="259404"/>
                  </a:lnTo>
                  <a:lnTo>
                    <a:pt x="251803" y="259392"/>
                  </a:lnTo>
                  <a:lnTo>
                    <a:pt x="251485" y="260105"/>
                  </a:lnTo>
                  <a:lnTo>
                    <a:pt x="251424" y="260239"/>
                  </a:lnTo>
                  <a:lnTo>
                    <a:pt x="251180" y="260122"/>
                  </a:lnTo>
                  <a:lnTo>
                    <a:pt x="250932" y="260249"/>
                  </a:lnTo>
                  <a:lnTo>
                    <a:pt x="250815" y="260683"/>
                  </a:lnTo>
                  <a:lnTo>
                    <a:pt x="250780" y="260823"/>
                  </a:lnTo>
                  <a:lnTo>
                    <a:pt x="251539" y="261298"/>
                  </a:lnTo>
                  <a:lnTo>
                    <a:pt x="251910" y="261382"/>
                  </a:lnTo>
                  <a:lnTo>
                    <a:pt x="252080" y="261331"/>
                  </a:lnTo>
                  <a:lnTo>
                    <a:pt x="252159" y="260963"/>
                  </a:lnTo>
                  <a:lnTo>
                    <a:pt x="252674" y="260780"/>
                  </a:lnTo>
                  <a:lnTo>
                    <a:pt x="253169" y="260755"/>
                  </a:lnTo>
                  <a:lnTo>
                    <a:pt x="253913" y="261114"/>
                  </a:lnTo>
                  <a:lnTo>
                    <a:pt x="253976" y="261309"/>
                  </a:lnTo>
                  <a:lnTo>
                    <a:pt x="253968" y="261509"/>
                  </a:lnTo>
                  <a:lnTo>
                    <a:pt x="253500" y="262034"/>
                  </a:lnTo>
                  <a:lnTo>
                    <a:pt x="253344" y="262122"/>
                  </a:lnTo>
                  <a:lnTo>
                    <a:pt x="253187" y="262092"/>
                  </a:lnTo>
                  <a:lnTo>
                    <a:pt x="252953" y="262050"/>
                  </a:lnTo>
                  <a:lnTo>
                    <a:pt x="252930" y="262422"/>
                  </a:lnTo>
                  <a:lnTo>
                    <a:pt x="252980" y="262992"/>
                  </a:lnTo>
                  <a:lnTo>
                    <a:pt x="253023" y="263423"/>
                  </a:lnTo>
                  <a:lnTo>
                    <a:pt x="253204" y="263418"/>
                  </a:lnTo>
                  <a:lnTo>
                    <a:pt x="253324" y="263817"/>
                  </a:lnTo>
                  <a:lnTo>
                    <a:pt x="253322" y="264065"/>
                  </a:lnTo>
                  <a:lnTo>
                    <a:pt x="253316" y="264345"/>
                  </a:lnTo>
                  <a:lnTo>
                    <a:pt x="253415" y="264557"/>
                  </a:lnTo>
                  <a:lnTo>
                    <a:pt x="253487" y="264685"/>
                  </a:lnTo>
                  <a:lnTo>
                    <a:pt x="254162" y="264839"/>
                  </a:lnTo>
                  <a:lnTo>
                    <a:pt x="254458" y="264057"/>
                  </a:lnTo>
                  <a:lnTo>
                    <a:pt x="254803" y="263920"/>
                  </a:lnTo>
                  <a:lnTo>
                    <a:pt x="255197" y="264085"/>
                  </a:lnTo>
                  <a:lnTo>
                    <a:pt x="255388" y="264219"/>
                  </a:lnTo>
                  <a:lnTo>
                    <a:pt x="255357" y="264476"/>
                  </a:lnTo>
                  <a:lnTo>
                    <a:pt x="255315" y="264619"/>
                  </a:lnTo>
                  <a:lnTo>
                    <a:pt x="255414" y="264839"/>
                  </a:lnTo>
                  <a:lnTo>
                    <a:pt x="255620" y="264672"/>
                  </a:lnTo>
                  <a:lnTo>
                    <a:pt x="255738" y="264248"/>
                  </a:lnTo>
                  <a:lnTo>
                    <a:pt x="255902" y="263693"/>
                  </a:lnTo>
                  <a:lnTo>
                    <a:pt x="256212" y="263620"/>
                  </a:lnTo>
                  <a:lnTo>
                    <a:pt x="256939" y="263708"/>
                  </a:lnTo>
                  <a:lnTo>
                    <a:pt x="257137" y="263940"/>
                  </a:lnTo>
                  <a:lnTo>
                    <a:pt x="257376" y="264225"/>
                  </a:lnTo>
                  <a:lnTo>
                    <a:pt x="257922" y="264372"/>
                  </a:lnTo>
                  <a:lnTo>
                    <a:pt x="258524" y="264910"/>
                  </a:lnTo>
                  <a:lnTo>
                    <a:pt x="258663" y="265045"/>
                  </a:lnTo>
                  <a:lnTo>
                    <a:pt x="259509" y="265343"/>
                  </a:lnTo>
                  <a:lnTo>
                    <a:pt x="259708" y="265506"/>
                  </a:lnTo>
                  <a:lnTo>
                    <a:pt x="259959" y="265497"/>
                  </a:lnTo>
                  <a:lnTo>
                    <a:pt x="260651" y="265320"/>
                  </a:lnTo>
                  <a:lnTo>
                    <a:pt x="261009" y="265817"/>
                  </a:lnTo>
                  <a:lnTo>
                    <a:pt x="261253" y="266104"/>
                  </a:lnTo>
                  <a:lnTo>
                    <a:pt x="261742" y="266586"/>
                  </a:lnTo>
                  <a:lnTo>
                    <a:pt x="261917" y="266642"/>
                  </a:lnTo>
                  <a:lnTo>
                    <a:pt x="262264" y="266778"/>
                  </a:lnTo>
                  <a:lnTo>
                    <a:pt x="262090" y="267106"/>
                  </a:lnTo>
                  <a:lnTo>
                    <a:pt x="262120" y="267662"/>
                  </a:lnTo>
                  <a:lnTo>
                    <a:pt x="262413" y="268092"/>
                  </a:lnTo>
                  <a:lnTo>
                    <a:pt x="262685" y="268634"/>
                  </a:lnTo>
                  <a:lnTo>
                    <a:pt x="262961" y="269483"/>
                  </a:lnTo>
                  <a:lnTo>
                    <a:pt x="263247" y="270091"/>
                  </a:lnTo>
                  <a:lnTo>
                    <a:pt x="262871" y="270443"/>
                  </a:lnTo>
                  <a:lnTo>
                    <a:pt x="262723" y="270450"/>
                  </a:lnTo>
                  <a:lnTo>
                    <a:pt x="262501" y="270501"/>
                  </a:lnTo>
                  <a:lnTo>
                    <a:pt x="262066" y="270716"/>
                  </a:lnTo>
                  <a:lnTo>
                    <a:pt x="262135" y="270958"/>
                  </a:lnTo>
                  <a:lnTo>
                    <a:pt x="262395" y="271225"/>
                  </a:lnTo>
                  <a:lnTo>
                    <a:pt x="262763" y="271569"/>
                  </a:lnTo>
                  <a:lnTo>
                    <a:pt x="262903" y="271752"/>
                  </a:lnTo>
                  <a:lnTo>
                    <a:pt x="263242" y="272764"/>
                  </a:lnTo>
                  <a:lnTo>
                    <a:pt x="263179" y="273745"/>
                  </a:lnTo>
                  <a:lnTo>
                    <a:pt x="262899" y="274236"/>
                  </a:lnTo>
                  <a:lnTo>
                    <a:pt x="262909" y="274408"/>
                  </a:lnTo>
                  <a:lnTo>
                    <a:pt x="263373" y="274689"/>
                  </a:lnTo>
                  <a:lnTo>
                    <a:pt x="263417" y="274469"/>
                  </a:lnTo>
                  <a:lnTo>
                    <a:pt x="263620" y="274532"/>
                  </a:lnTo>
                  <a:lnTo>
                    <a:pt x="263720" y="275305"/>
                  </a:lnTo>
                  <a:lnTo>
                    <a:pt x="263679" y="275514"/>
                  </a:lnTo>
                  <a:lnTo>
                    <a:pt x="263635" y="275728"/>
                  </a:lnTo>
                  <a:lnTo>
                    <a:pt x="263586" y="275993"/>
                  </a:lnTo>
                  <a:lnTo>
                    <a:pt x="263744" y="276014"/>
                  </a:lnTo>
                  <a:lnTo>
                    <a:pt x="264795" y="276746"/>
                  </a:lnTo>
                  <a:lnTo>
                    <a:pt x="264999" y="277031"/>
                  </a:lnTo>
                  <a:lnTo>
                    <a:pt x="265223" y="277391"/>
                  </a:lnTo>
                  <a:lnTo>
                    <a:pt x="265432" y="277670"/>
                  </a:lnTo>
                  <a:lnTo>
                    <a:pt x="265736" y="278054"/>
                  </a:lnTo>
                  <a:lnTo>
                    <a:pt x="266113" y="278465"/>
                  </a:lnTo>
                  <a:lnTo>
                    <a:pt x="266339" y="278611"/>
                  </a:lnTo>
                  <a:lnTo>
                    <a:pt x="266678" y="278810"/>
                  </a:lnTo>
                  <a:lnTo>
                    <a:pt x="266843" y="278898"/>
                  </a:lnTo>
                  <a:lnTo>
                    <a:pt x="267151" y="279049"/>
                  </a:lnTo>
                  <a:lnTo>
                    <a:pt x="267378" y="279113"/>
                  </a:lnTo>
                  <a:lnTo>
                    <a:pt x="267902" y="279215"/>
                  </a:lnTo>
                  <a:lnTo>
                    <a:pt x="268406" y="279197"/>
                  </a:lnTo>
                  <a:lnTo>
                    <a:pt x="268747" y="279214"/>
                  </a:lnTo>
                  <a:lnTo>
                    <a:pt x="269280" y="279279"/>
                  </a:lnTo>
                  <a:lnTo>
                    <a:pt x="269544" y="279266"/>
                  </a:lnTo>
                  <a:lnTo>
                    <a:pt x="269676" y="279243"/>
                  </a:lnTo>
                  <a:lnTo>
                    <a:pt x="269824" y="279209"/>
                  </a:lnTo>
                  <a:lnTo>
                    <a:pt x="270444" y="279228"/>
                  </a:lnTo>
                  <a:lnTo>
                    <a:pt x="271116" y="279063"/>
                  </a:lnTo>
                  <a:lnTo>
                    <a:pt x="271333" y="279083"/>
                  </a:lnTo>
                  <a:lnTo>
                    <a:pt x="271529" y="279142"/>
                  </a:lnTo>
                  <a:lnTo>
                    <a:pt x="272248" y="279375"/>
                  </a:lnTo>
                  <a:lnTo>
                    <a:pt x="272393" y="279470"/>
                  </a:lnTo>
                  <a:lnTo>
                    <a:pt x="272528" y="279534"/>
                  </a:lnTo>
                  <a:lnTo>
                    <a:pt x="273050" y="279832"/>
                  </a:lnTo>
                  <a:lnTo>
                    <a:pt x="273518" y="280038"/>
                  </a:lnTo>
                  <a:lnTo>
                    <a:pt x="274344" y="280056"/>
                  </a:lnTo>
                  <a:lnTo>
                    <a:pt x="274807" y="278670"/>
                  </a:lnTo>
                  <a:lnTo>
                    <a:pt x="275039" y="277741"/>
                  </a:lnTo>
                  <a:lnTo>
                    <a:pt x="275271" y="277741"/>
                  </a:lnTo>
                  <a:lnTo>
                    <a:pt x="275826" y="278132"/>
                  </a:lnTo>
                  <a:lnTo>
                    <a:pt x="276443" y="278233"/>
                  </a:lnTo>
                  <a:lnTo>
                    <a:pt x="276829" y="278240"/>
                  </a:lnTo>
                  <a:lnTo>
                    <a:pt x="277029" y="278280"/>
                  </a:lnTo>
                  <a:lnTo>
                    <a:pt x="277535" y="278342"/>
                  </a:lnTo>
                  <a:lnTo>
                    <a:pt x="278109" y="278449"/>
                  </a:lnTo>
                  <a:lnTo>
                    <a:pt x="278687" y="278697"/>
                  </a:lnTo>
                  <a:lnTo>
                    <a:pt x="279085" y="278833"/>
                  </a:lnTo>
                  <a:lnTo>
                    <a:pt x="279241" y="278855"/>
                  </a:lnTo>
                  <a:lnTo>
                    <a:pt x="279668" y="278996"/>
                  </a:lnTo>
                  <a:lnTo>
                    <a:pt x="279664" y="279263"/>
                  </a:lnTo>
                  <a:lnTo>
                    <a:pt x="279845" y="279317"/>
                  </a:lnTo>
                  <a:lnTo>
                    <a:pt x="280018" y="279390"/>
                  </a:lnTo>
                  <a:lnTo>
                    <a:pt x="281084" y="279980"/>
                  </a:lnTo>
                  <a:lnTo>
                    <a:pt x="281561" y="279836"/>
                  </a:lnTo>
                  <a:lnTo>
                    <a:pt x="281987" y="279705"/>
                  </a:lnTo>
                  <a:lnTo>
                    <a:pt x="283411" y="279442"/>
                  </a:lnTo>
                  <a:lnTo>
                    <a:pt x="284266" y="279292"/>
                  </a:lnTo>
                  <a:lnTo>
                    <a:pt x="285763" y="279030"/>
                  </a:lnTo>
                  <a:lnTo>
                    <a:pt x="285964" y="278997"/>
                  </a:lnTo>
                  <a:lnTo>
                    <a:pt x="286248" y="278959"/>
                  </a:lnTo>
                  <a:lnTo>
                    <a:pt x="286533" y="278921"/>
                  </a:lnTo>
                  <a:lnTo>
                    <a:pt x="287388" y="278813"/>
                  </a:lnTo>
                  <a:lnTo>
                    <a:pt x="288287" y="278582"/>
                  </a:lnTo>
                  <a:lnTo>
                    <a:pt x="288530" y="278019"/>
                  </a:lnTo>
                  <a:lnTo>
                    <a:pt x="288537" y="277888"/>
                  </a:lnTo>
                  <a:lnTo>
                    <a:pt x="288907" y="277027"/>
                  </a:lnTo>
                  <a:lnTo>
                    <a:pt x="289231" y="276918"/>
                  </a:lnTo>
                  <a:lnTo>
                    <a:pt x="289860" y="277282"/>
                  </a:lnTo>
                  <a:lnTo>
                    <a:pt x="291313" y="277987"/>
                  </a:lnTo>
                  <a:lnTo>
                    <a:pt x="291913" y="277833"/>
                  </a:lnTo>
                  <a:lnTo>
                    <a:pt x="292469" y="277835"/>
                  </a:lnTo>
                  <a:lnTo>
                    <a:pt x="293106" y="277854"/>
                  </a:lnTo>
                  <a:lnTo>
                    <a:pt x="293420" y="277865"/>
                  </a:lnTo>
                  <a:lnTo>
                    <a:pt x="293732" y="277875"/>
                  </a:lnTo>
                  <a:lnTo>
                    <a:pt x="294045" y="277888"/>
                  </a:lnTo>
                  <a:lnTo>
                    <a:pt x="294208" y="277896"/>
                  </a:lnTo>
                  <a:lnTo>
                    <a:pt x="294362" y="278201"/>
                  </a:lnTo>
                  <a:lnTo>
                    <a:pt x="294788" y="278506"/>
                  </a:lnTo>
                  <a:lnTo>
                    <a:pt x="295408" y="279034"/>
                  </a:lnTo>
                  <a:lnTo>
                    <a:pt x="295553" y="279404"/>
                  </a:lnTo>
                  <a:lnTo>
                    <a:pt x="295964" y="279995"/>
                  </a:lnTo>
                  <a:lnTo>
                    <a:pt x="296578" y="279934"/>
                  </a:lnTo>
                  <a:lnTo>
                    <a:pt x="297274" y="279638"/>
                  </a:lnTo>
                  <a:lnTo>
                    <a:pt x="297982" y="279341"/>
                  </a:lnTo>
                  <a:lnTo>
                    <a:pt x="298193" y="279414"/>
                  </a:lnTo>
                  <a:lnTo>
                    <a:pt x="298622" y="279317"/>
                  </a:lnTo>
                  <a:lnTo>
                    <a:pt x="298740" y="279574"/>
                  </a:lnTo>
                  <a:lnTo>
                    <a:pt x="298743" y="279735"/>
                  </a:lnTo>
                  <a:lnTo>
                    <a:pt x="298744" y="279900"/>
                  </a:lnTo>
                  <a:lnTo>
                    <a:pt x="298512" y="280551"/>
                  </a:lnTo>
                  <a:lnTo>
                    <a:pt x="298355" y="281147"/>
                  </a:lnTo>
                  <a:lnTo>
                    <a:pt x="298330" y="281298"/>
                  </a:lnTo>
                  <a:lnTo>
                    <a:pt x="298312" y="281546"/>
                  </a:lnTo>
                  <a:lnTo>
                    <a:pt x="298691" y="281901"/>
                  </a:lnTo>
                  <a:lnTo>
                    <a:pt x="299084" y="282452"/>
                  </a:lnTo>
                  <a:lnTo>
                    <a:pt x="298991" y="282750"/>
                  </a:lnTo>
                  <a:lnTo>
                    <a:pt x="298822" y="282838"/>
                  </a:lnTo>
                  <a:lnTo>
                    <a:pt x="298502" y="282858"/>
                  </a:lnTo>
                  <a:lnTo>
                    <a:pt x="298323" y="282960"/>
                  </a:lnTo>
                  <a:lnTo>
                    <a:pt x="297747" y="283518"/>
                  </a:lnTo>
                  <a:lnTo>
                    <a:pt x="297720" y="283738"/>
                  </a:lnTo>
                  <a:lnTo>
                    <a:pt x="297482" y="284553"/>
                  </a:lnTo>
                  <a:lnTo>
                    <a:pt x="297193" y="284564"/>
                  </a:lnTo>
                  <a:lnTo>
                    <a:pt x="297115" y="284820"/>
                  </a:lnTo>
                  <a:lnTo>
                    <a:pt x="297079" y="285081"/>
                  </a:lnTo>
                  <a:lnTo>
                    <a:pt x="296750" y="285378"/>
                  </a:lnTo>
                  <a:lnTo>
                    <a:pt x="296827" y="285873"/>
                  </a:lnTo>
                  <a:lnTo>
                    <a:pt x="297243" y="286104"/>
                  </a:lnTo>
                  <a:lnTo>
                    <a:pt x="297514" y="286148"/>
                  </a:lnTo>
                  <a:lnTo>
                    <a:pt x="297825" y="286284"/>
                  </a:lnTo>
                  <a:lnTo>
                    <a:pt x="297947" y="286498"/>
                  </a:lnTo>
                  <a:lnTo>
                    <a:pt x="297994" y="286658"/>
                  </a:lnTo>
                  <a:lnTo>
                    <a:pt x="297743" y="286889"/>
                  </a:lnTo>
                  <a:lnTo>
                    <a:pt x="298074" y="287178"/>
                  </a:lnTo>
                  <a:lnTo>
                    <a:pt x="298455" y="287384"/>
                  </a:lnTo>
                  <a:lnTo>
                    <a:pt x="298630" y="287615"/>
                  </a:lnTo>
                  <a:lnTo>
                    <a:pt x="298891" y="287753"/>
                  </a:lnTo>
                  <a:lnTo>
                    <a:pt x="299036" y="287719"/>
                  </a:lnTo>
                  <a:lnTo>
                    <a:pt x="299398" y="288413"/>
                  </a:lnTo>
                  <a:lnTo>
                    <a:pt x="299168" y="288454"/>
                  </a:lnTo>
                  <a:lnTo>
                    <a:pt x="298997" y="289429"/>
                  </a:lnTo>
                  <a:lnTo>
                    <a:pt x="299175" y="289574"/>
                  </a:lnTo>
                  <a:lnTo>
                    <a:pt x="299466" y="289732"/>
                  </a:lnTo>
                  <a:lnTo>
                    <a:pt x="300423" y="289904"/>
                  </a:lnTo>
                  <a:lnTo>
                    <a:pt x="300825" y="289793"/>
                  </a:lnTo>
                  <a:lnTo>
                    <a:pt x="301057" y="289613"/>
                  </a:lnTo>
                  <a:lnTo>
                    <a:pt x="301323" y="289651"/>
                  </a:lnTo>
                  <a:lnTo>
                    <a:pt x="302033" y="290138"/>
                  </a:lnTo>
                  <a:lnTo>
                    <a:pt x="302326" y="290613"/>
                  </a:lnTo>
                  <a:lnTo>
                    <a:pt x="302789" y="290693"/>
                  </a:lnTo>
                  <a:lnTo>
                    <a:pt x="303193" y="290679"/>
                  </a:lnTo>
                  <a:lnTo>
                    <a:pt x="303341" y="290826"/>
                  </a:lnTo>
                  <a:lnTo>
                    <a:pt x="303219" y="291082"/>
                  </a:lnTo>
                  <a:lnTo>
                    <a:pt x="303281" y="291285"/>
                  </a:lnTo>
                  <a:lnTo>
                    <a:pt x="303439" y="291593"/>
                  </a:lnTo>
                  <a:lnTo>
                    <a:pt x="304113" y="291803"/>
                  </a:lnTo>
                  <a:lnTo>
                    <a:pt x="304442" y="291934"/>
                  </a:lnTo>
                  <a:lnTo>
                    <a:pt x="304735" y="292060"/>
                  </a:lnTo>
                  <a:lnTo>
                    <a:pt x="304916" y="292519"/>
                  </a:lnTo>
                  <a:lnTo>
                    <a:pt x="305795" y="292398"/>
                  </a:lnTo>
                  <a:lnTo>
                    <a:pt x="306122" y="292839"/>
                  </a:lnTo>
                  <a:lnTo>
                    <a:pt x="306629" y="293305"/>
                  </a:lnTo>
                  <a:lnTo>
                    <a:pt x="306964" y="293967"/>
                  </a:lnTo>
                  <a:lnTo>
                    <a:pt x="306952" y="294306"/>
                  </a:lnTo>
                  <a:lnTo>
                    <a:pt x="306742" y="294406"/>
                  </a:lnTo>
                  <a:lnTo>
                    <a:pt x="306436" y="294805"/>
                  </a:lnTo>
                  <a:lnTo>
                    <a:pt x="306353" y="294975"/>
                  </a:lnTo>
                  <a:lnTo>
                    <a:pt x="306405" y="295253"/>
                  </a:lnTo>
                  <a:lnTo>
                    <a:pt x="306460" y="295384"/>
                  </a:lnTo>
                  <a:lnTo>
                    <a:pt x="307352" y="295289"/>
                  </a:lnTo>
                  <a:lnTo>
                    <a:pt x="307576" y="295241"/>
                  </a:lnTo>
                  <a:lnTo>
                    <a:pt x="307760" y="295183"/>
                  </a:lnTo>
                  <a:lnTo>
                    <a:pt x="308423" y="295116"/>
                  </a:lnTo>
                  <a:lnTo>
                    <a:pt x="308674" y="295313"/>
                  </a:lnTo>
                  <a:lnTo>
                    <a:pt x="308762" y="295477"/>
                  </a:lnTo>
                  <a:lnTo>
                    <a:pt x="309087" y="295540"/>
                  </a:lnTo>
                  <a:lnTo>
                    <a:pt x="309706" y="295456"/>
                  </a:lnTo>
                  <a:lnTo>
                    <a:pt x="309625" y="295145"/>
                  </a:lnTo>
                  <a:lnTo>
                    <a:pt x="310049" y="294574"/>
                  </a:lnTo>
                  <a:lnTo>
                    <a:pt x="310519" y="294481"/>
                  </a:lnTo>
                  <a:lnTo>
                    <a:pt x="310461" y="294917"/>
                  </a:lnTo>
                  <a:lnTo>
                    <a:pt x="310815" y="295406"/>
                  </a:lnTo>
                  <a:lnTo>
                    <a:pt x="311419" y="295465"/>
                  </a:lnTo>
                  <a:lnTo>
                    <a:pt x="311827" y="295420"/>
                  </a:lnTo>
                  <a:lnTo>
                    <a:pt x="311966" y="295382"/>
                  </a:lnTo>
                  <a:lnTo>
                    <a:pt x="312694" y="294236"/>
                  </a:lnTo>
                  <a:lnTo>
                    <a:pt x="312992" y="294149"/>
                  </a:lnTo>
                  <a:lnTo>
                    <a:pt x="313635" y="294115"/>
                  </a:lnTo>
                  <a:lnTo>
                    <a:pt x="313903" y="294186"/>
                  </a:lnTo>
                  <a:lnTo>
                    <a:pt x="314025" y="294320"/>
                  </a:lnTo>
                  <a:lnTo>
                    <a:pt x="314351" y="294358"/>
                  </a:lnTo>
                  <a:lnTo>
                    <a:pt x="314885" y="294316"/>
                  </a:lnTo>
                  <a:lnTo>
                    <a:pt x="315539" y="294325"/>
                  </a:lnTo>
                  <a:lnTo>
                    <a:pt x="315684" y="294453"/>
                  </a:lnTo>
                  <a:lnTo>
                    <a:pt x="316008" y="294744"/>
                  </a:lnTo>
                  <a:lnTo>
                    <a:pt x="316102" y="294999"/>
                  </a:lnTo>
                  <a:lnTo>
                    <a:pt x="316818" y="295378"/>
                  </a:lnTo>
                  <a:lnTo>
                    <a:pt x="316780" y="295653"/>
                  </a:lnTo>
                  <a:lnTo>
                    <a:pt x="316588" y="295895"/>
                  </a:lnTo>
                  <a:lnTo>
                    <a:pt x="315044" y="297276"/>
                  </a:lnTo>
                  <a:lnTo>
                    <a:pt x="314911" y="298192"/>
                  </a:lnTo>
                  <a:lnTo>
                    <a:pt x="314954" y="298969"/>
                  </a:lnTo>
                  <a:lnTo>
                    <a:pt x="315099" y="299508"/>
                  </a:lnTo>
                  <a:lnTo>
                    <a:pt x="315745" y="299965"/>
                  </a:lnTo>
                  <a:lnTo>
                    <a:pt x="316000" y="300693"/>
                  </a:lnTo>
                  <a:lnTo>
                    <a:pt x="315961" y="300905"/>
                  </a:lnTo>
                  <a:lnTo>
                    <a:pt x="315827" y="301006"/>
                  </a:lnTo>
                  <a:lnTo>
                    <a:pt x="315402" y="300952"/>
                  </a:lnTo>
                  <a:lnTo>
                    <a:pt x="315114" y="301354"/>
                  </a:lnTo>
                  <a:lnTo>
                    <a:pt x="314541" y="302364"/>
                  </a:lnTo>
                  <a:lnTo>
                    <a:pt x="314412" y="303460"/>
                  </a:lnTo>
                  <a:lnTo>
                    <a:pt x="314501" y="303741"/>
                  </a:lnTo>
                  <a:lnTo>
                    <a:pt x="314843" y="304097"/>
                  </a:lnTo>
                  <a:lnTo>
                    <a:pt x="314809" y="304297"/>
                  </a:lnTo>
                  <a:lnTo>
                    <a:pt x="314908" y="304779"/>
                  </a:lnTo>
                  <a:lnTo>
                    <a:pt x="315083" y="304784"/>
                  </a:lnTo>
                  <a:lnTo>
                    <a:pt x="315277" y="304788"/>
                  </a:lnTo>
                  <a:lnTo>
                    <a:pt x="315492" y="304774"/>
                  </a:lnTo>
                  <a:lnTo>
                    <a:pt x="316055" y="305617"/>
                  </a:lnTo>
                  <a:lnTo>
                    <a:pt x="316076" y="305849"/>
                  </a:lnTo>
                  <a:lnTo>
                    <a:pt x="316531" y="306538"/>
                  </a:lnTo>
                  <a:lnTo>
                    <a:pt x="317123" y="307585"/>
                  </a:lnTo>
                  <a:lnTo>
                    <a:pt x="317457" y="307879"/>
                  </a:lnTo>
                  <a:lnTo>
                    <a:pt x="317568" y="308184"/>
                  </a:lnTo>
                  <a:lnTo>
                    <a:pt x="317683" y="308440"/>
                  </a:lnTo>
                  <a:lnTo>
                    <a:pt x="317847" y="309329"/>
                  </a:lnTo>
                  <a:lnTo>
                    <a:pt x="318001" y="309988"/>
                  </a:lnTo>
                  <a:lnTo>
                    <a:pt x="318181" y="310124"/>
                  </a:lnTo>
                  <a:lnTo>
                    <a:pt x="318554" y="310404"/>
                  </a:lnTo>
                  <a:lnTo>
                    <a:pt x="318866" y="310799"/>
                  </a:lnTo>
                  <a:lnTo>
                    <a:pt x="319208" y="311095"/>
                  </a:lnTo>
                  <a:lnTo>
                    <a:pt x="319832" y="311397"/>
                  </a:lnTo>
                  <a:lnTo>
                    <a:pt x="319991" y="311411"/>
                  </a:lnTo>
                  <a:lnTo>
                    <a:pt x="319954" y="311653"/>
                  </a:lnTo>
                  <a:lnTo>
                    <a:pt x="319968" y="311986"/>
                  </a:lnTo>
                  <a:lnTo>
                    <a:pt x="319949" y="312361"/>
                  </a:lnTo>
                  <a:lnTo>
                    <a:pt x="319763" y="312585"/>
                  </a:lnTo>
                  <a:lnTo>
                    <a:pt x="319613" y="312972"/>
                  </a:lnTo>
                  <a:lnTo>
                    <a:pt x="319814" y="313453"/>
                  </a:lnTo>
                  <a:lnTo>
                    <a:pt x="319573" y="313891"/>
                  </a:lnTo>
                  <a:lnTo>
                    <a:pt x="319516" y="314547"/>
                  </a:lnTo>
                  <a:lnTo>
                    <a:pt x="319644" y="315039"/>
                  </a:lnTo>
                  <a:lnTo>
                    <a:pt x="319955" y="315428"/>
                  </a:lnTo>
                  <a:lnTo>
                    <a:pt x="319648" y="316223"/>
                  </a:lnTo>
                  <a:lnTo>
                    <a:pt x="319361" y="316204"/>
                  </a:lnTo>
                  <a:lnTo>
                    <a:pt x="318271" y="315965"/>
                  </a:lnTo>
                  <a:lnTo>
                    <a:pt x="317848" y="315510"/>
                  </a:lnTo>
                  <a:lnTo>
                    <a:pt x="317543" y="315351"/>
                  </a:lnTo>
                  <a:lnTo>
                    <a:pt x="317269" y="315405"/>
                  </a:lnTo>
                  <a:lnTo>
                    <a:pt x="316953" y="315375"/>
                  </a:lnTo>
                  <a:lnTo>
                    <a:pt x="316685" y="314966"/>
                  </a:lnTo>
                  <a:lnTo>
                    <a:pt x="316375" y="314685"/>
                  </a:lnTo>
                  <a:lnTo>
                    <a:pt x="315764" y="314987"/>
                  </a:lnTo>
                  <a:lnTo>
                    <a:pt x="315572" y="315370"/>
                  </a:lnTo>
                  <a:lnTo>
                    <a:pt x="315534" y="315685"/>
                  </a:lnTo>
                  <a:lnTo>
                    <a:pt x="315661" y="316079"/>
                  </a:lnTo>
                  <a:lnTo>
                    <a:pt x="315648" y="316387"/>
                  </a:lnTo>
                  <a:lnTo>
                    <a:pt x="314622" y="316423"/>
                  </a:lnTo>
                  <a:lnTo>
                    <a:pt x="314389" y="316314"/>
                  </a:lnTo>
                  <a:lnTo>
                    <a:pt x="313968" y="316635"/>
                  </a:lnTo>
                  <a:lnTo>
                    <a:pt x="313882" y="317066"/>
                  </a:lnTo>
                  <a:lnTo>
                    <a:pt x="313626" y="317145"/>
                  </a:lnTo>
                  <a:lnTo>
                    <a:pt x="312921" y="317240"/>
                  </a:lnTo>
                  <a:lnTo>
                    <a:pt x="312454" y="317046"/>
                  </a:lnTo>
                  <a:lnTo>
                    <a:pt x="312067" y="317045"/>
                  </a:lnTo>
                  <a:lnTo>
                    <a:pt x="311705" y="317305"/>
                  </a:lnTo>
                  <a:lnTo>
                    <a:pt x="311260" y="317380"/>
                  </a:lnTo>
                  <a:lnTo>
                    <a:pt x="310977" y="317820"/>
                  </a:lnTo>
                  <a:lnTo>
                    <a:pt x="310878" y="318061"/>
                  </a:lnTo>
                  <a:lnTo>
                    <a:pt x="310302" y="318177"/>
                  </a:lnTo>
                  <a:lnTo>
                    <a:pt x="310022" y="318200"/>
                  </a:lnTo>
                  <a:lnTo>
                    <a:pt x="309882" y="318476"/>
                  </a:lnTo>
                  <a:lnTo>
                    <a:pt x="309788" y="320154"/>
                  </a:lnTo>
                  <a:lnTo>
                    <a:pt x="308674" y="320481"/>
                  </a:lnTo>
                  <a:lnTo>
                    <a:pt x="308445" y="320410"/>
                  </a:lnTo>
                  <a:lnTo>
                    <a:pt x="308189" y="320743"/>
                  </a:lnTo>
                  <a:lnTo>
                    <a:pt x="308112" y="321082"/>
                  </a:lnTo>
                  <a:lnTo>
                    <a:pt x="307765" y="321597"/>
                  </a:lnTo>
                  <a:lnTo>
                    <a:pt x="307347" y="321680"/>
                  </a:lnTo>
                  <a:lnTo>
                    <a:pt x="307238" y="321819"/>
                  </a:lnTo>
                  <a:lnTo>
                    <a:pt x="306448" y="321977"/>
                  </a:lnTo>
                  <a:lnTo>
                    <a:pt x="306203" y="321997"/>
                  </a:lnTo>
                  <a:lnTo>
                    <a:pt x="305664" y="321861"/>
                  </a:lnTo>
                  <a:lnTo>
                    <a:pt x="305596" y="321731"/>
                  </a:lnTo>
                  <a:lnTo>
                    <a:pt x="305341" y="321681"/>
                  </a:lnTo>
                  <a:lnTo>
                    <a:pt x="305206" y="321660"/>
                  </a:lnTo>
                  <a:lnTo>
                    <a:pt x="304902" y="322016"/>
                  </a:lnTo>
                  <a:lnTo>
                    <a:pt x="304833" y="322231"/>
                  </a:lnTo>
                  <a:lnTo>
                    <a:pt x="304772" y="322392"/>
                  </a:lnTo>
                  <a:lnTo>
                    <a:pt x="304517" y="322494"/>
                  </a:lnTo>
                  <a:lnTo>
                    <a:pt x="304065" y="322586"/>
                  </a:lnTo>
                  <a:lnTo>
                    <a:pt x="303571" y="323312"/>
                  </a:lnTo>
                  <a:lnTo>
                    <a:pt x="303240" y="323223"/>
                  </a:lnTo>
                  <a:lnTo>
                    <a:pt x="302681" y="323231"/>
                  </a:lnTo>
                  <a:lnTo>
                    <a:pt x="302390" y="323255"/>
                  </a:lnTo>
                  <a:lnTo>
                    <a:pt x="302110" y="323490"/>
                  </a:lnTo>
                  <a:lnTo>
                    <a:pt x="301807" y="324050"/>
                  </a:lnTo>
                  <a:lnTo>
                    <a:pt x="301710" y="324583"/>
                  </a:lnTo>
                  <a:lnTo>
                    <a:pt x="301559" y="324737"/>
                  </a:lnTo>
                  <a:lnTo>
                    <a:pt x="301241" y="324712"/>
                  </a:lnTo>
                  <a:lnTo>
                    <a:pt x="300661" y="324029"/>
                  </a:lnTo>
                  <a:lnTo>
                    <a:pt x="300435" y="323724"/>
                  </a:lnTo>
                  <a:lnTo>
                    <a:pt x="300222" y="323803"/>
                  </a:lnTo>
                  <a:lnTo>
                    <a:pt x="299688" y="324121"/>
                  </a:lnTo>
                  <a:lnTo>
                    <a:pt x="299987" y="324404"/>
                  </a:lnTo>
                  <a:lnTo>
                    <a:pt x="300018" y="324551"/>
                  </a:lnTo>
                  <a:lnTo>
                    <a:pt x="299924" y="324772"/>
                  </a:lnTo>
                  <a:lnTo>
                    <a:pt x="299735" y="324948"/>
                  </a:lnTo>
                  <a:lnTo>
                    <a:pt x="298988" y="325086"/>
                  </a:lnTo>
                  <a:lnTo>
                    <a:pt x="298838" y="324975"/>
                  </a:lnTo>
                  <a:lnTo>
                    <a:pt x="298815" y="324625"/>
                  </a:lnTo>
                  <a:lnTo>
                    <a:pt x="298424" y="324883"/>
                  </a:lnTo>
                  <a:lnTo>
                    <a:pt x="298336" y="325102"/>
                  </a:lnTo>
                  <a:lnTo>
                    <a:pt x="298110" y="325633"/>
                  </a:lnTo>
                  <a:lnTo>
                    <a:pt x="297755" y="325764"/>
                  </a:lnTo>
                  <a:lnTo>
                    <a:pt x="296736" y="325701"/>
                  </a:lnTo>
                  <a:lnTo>
                    <a:pt x="296583" y="325656"/>
                  </a:lnTo>
                  <a:lnTo>
                    <a:pt x="296499" y="325309"/>
                  </a:lnTo>
                  <a:lnTo>
                    <a:pt x="296087" y="324725"/>
                  </a:lnTo>
                  <a:lnTo>
                    <a:pt x="295877" y="324029"/>
                  </a:lnTo>
                  <a:lnTo>
                    <a:pt x="295477" y="323475"/>
                  </a:lnTo>
                  <a:lnTo>
                    <a:pt x="295341" y="323370"/>
                  </a:lnTo>
                  <a:lnTo>
                    <a:pt x="294881" y="323118"/>
                  </a:lnTo>
                  <a:lnTo>
                    <a:pt x="294730" y="323076"/>
                  </a:lnTo>
                  <a:lnTo>
                    <a:pt x="294362" y="322959"/>
                  </a:lnTo>
                  <a:lnTo>
                    <a:pt x="294236" y="322829"/>
                  </a:lnTo>
                  <a:lnTo>
                    <a:pt x="294076" y="322621"/>
                  </a:lnTo>
                  <a:lnTo>
                    <a:pt x="294000" y="322268"/>
                  </a:lnTo>
                  <a:lnTo>
                    <a:pt x="293945" y="322021"/>
                  </a:lnTo>
                  <a:lnTo>
                    <a:pt x="293808" y="321666"/>
                  </a:lnTo>
                  <a:lnTo>
                    <a:pt x="293018" y="321794"/>
                  </a:lnTo>
                  <a:lnTo>
                    <a:pt x="292515" y="321624"/>
                  </a:lnTo>
                  <a:lnTo>
                    <a:pt x="292620" y="321292"/>
                  </a:lnTo>
                  <a:lnTo>
                    <a:pt x="292408" y="320938"/>
                  </a:lnTo>
                  <a:lnTo>
                    <a:pt x="292032" y="320596"/>
                  </a:lnTo>
                  <a:lnTo>
                    <a:pt x="292018" y="320289"/>
                  </a:lnTo>
                  <a:lnTo>
                    <a:pt x="292093" y="320096"/>
                  </a:lnTo>
                  <a:lnTo>
                    <a:pt x="292073" y="319895"/>
                  </a:lnTo>
                  <a:lnTo>
                    <a:pt x="291967" y="319608"/>
                  </a:lnTo>
                  <a:lnTo>
                    <a:pt x="291284" y="319583"/>
                  </a:lnTo>
                  <a:lnTo>
                    <a:pt x="291790" y="319112"/>
                  </a:lnTo>
                  <a:lnTo>
                    <a:pt x="291925" y="319166"/>
                  </a:lnTo>
                  <a:lnTo>
                    <a:pt x="292174" y="319418"/>
                  </a:lnTo>
                  <a:lnTo>
                    <a:pt x="292215" y="318143"/>
                  </a:lnTo>
                  <a:lnTo>
                    <a:pt x="291954" y="317978"/>
                  </a:lnTo>
                  <a:lnTo>
                    <a:pt x="291659" y="317250"/>
                  </a:lnTo>
                  <a:lnTo>
                    <a:pt x="291390" y="316772"/>
                  </a:lnTo>
                  <a:lnTo>
                    <a:pt x="291062" y="316597"/>
                  </a:lnTo>
                  <a:lnTo>
                    <a:pt x="290654" y="316467"/>
                  </a:lnTo>
                  <a:lnTo>
                    <a:pt x="290467" y="316181"/>
                  </a:lnTo>
                  <a:lnTo>
                    <a:pt x="289918" y="316037"/>
                  </a:lnTo>
                  <a:lnTo>
                    <a:pt x="289535" y="315309"/>
                  </a:lnTo>
                  <a:lnTo>
                    <a:pt x="289237" y="315250"/>
                  </a:lnTo>
                  <a:lnTo>
                    <a:pt x="288965" y="315476"/>
                  </a:lnTo>
                  <a:lnTo>
                    <a:pt x="288506" y="315270"/>
                  </a:lnTo>
                  <a:lnTo>
                    <a:pt x="288249" y="314601"/>
                  </a:lnTo>
                  <a:lnTo>
                    <a:pt x="288361" y="313751"/>
                  </a:lnTo>
                  <a:lnTo>
                    <a:pt x="288533" y="313671"/>
                  </a:lnTo>
                  <a:lnTo>
                    <a:pt x="288891" y="313325"/>
                  </a:lnTo>
                  <a:lnTo>
                    <a:pt x="288918" y="312899"/>
                  </a:lnTo>
                  <a:lnTo>
                    <a:pt x="289414" y="312156"/>
                  </a:lnTo>
                  <a:lnTo>
                    <a:pt x="289297" y="311830"/>
                  </a:lnTo>
                  <a:lnTo>
                    <a:pt x="289233" y="311702"/>
                  </a:lnTo>
                  <a:lnTo>
                    <a:pt x="288706" y="311146"/>
                  </a:lnTo>
                  <a:lnTo>
                    <a:pt x="288650" y="310834"/>
                  </a:lnTo>
                  <a:lnTo>
                    <a:pt x="288461" y="310429"/>
                  </a:lnTo>
                  <a:lnTo>
                    <a:pt x="288210" y="310281"/>
                  </a:lnTo>
                  <a:lnTo>
                    <a:pt x="287555" y="309955"/>
                  </a:lnTo>
                  <a:lnTo>
                    <a:pt x="286702" y="309805"/>
                  </a:lnTo>
                  <a:lnTo>
                    <a:pt x="286233" y="309743"/>
                  </a:lnTo>
                  <a:lnTo>
                    <a:pt x="285798" y="309383"/>
                  </a:lnTo>
                  <a:lnTo>
                    <a:pt x="285301" y="309773"/>
                  </a:lnTo>
                  <a:lnTo>
                    <a:pt x="285045" y="309956"/>
                  </a:lnTo>
                  <a:lnTo>
                    <a:pt x="284682" y="309827"/>
                  </a:lnTo>
                  <a:lnTo>
                    <a:pt x="284132" y="309016"/>
                  </a:lnTo>
                  <a:lnTo>
                    <a:pt x="284547" y="308749"/>
                  </a:lnTo>
                  <a:lnTo>
                    <a:pt x="284308" y="308451"/>
                  </a:lnTo>
                  <a:lnTo>
                    <a:pt x="283510" y="308406"/>
                  </a:lnTo>
                  <a:lnTo>
                    <a:pt x="283427" y="308535"/>
                  </a:lnTo>
                  <a:lnTo>
                    <a:pt x="283345" y="308738"/>
                  </a:lnTo>
                  <a:lnTo>
                    <a:pt x="283322" y="308982"/>
                  </a:lnTo>
                  <a:lnTo>
                    <a:pt x="283345" y="309300"/>
                  </a:lnTo>
                  <a:lnTo>
                    <a:pt x="283373" y="309797"/>
                  </a:lnTo>
                  <a:lnTo>
                    <a:pt x="282362" y="309817"/>
                  </a:lnTo>
                  <a:lnTo>
                    <a:pt x="282197" y="309575"/>
                  </a:lnTo>
                  <a:lnTo>
                    <a:pt x="282234" y="309260"/>
                  </a:lnTo>
                  <a:lnTo>
                    <a:pt x="282259" y="309045"/>
                  </a:lnTo>
                  <a:lnTo>
                    <a:pt x="282248" y="308704"/>
                  </a:lnTo>
                  <a:lnTo>
                    <a:pt x="282006" y="308306"/>
                  </a:lnTo>
                  <a:lnTo>
                    <a:pt x="281493" y="308290"/>
                  </a:lnTo>
                  <a:lnTo>
                    <a:pt x="281069" y="307758"/>
                  </a:lnTo>
                  <a:lnTo>
                    <a:pt x="280564" y="306644"/>
                  </a:lnTo>
                  <a:lnTo>
                    <a:pt x="280401" y="306483"/>
                  </a:lnTo>
                  <a:lnTo>
                    <a:pt x="280129" y="306468"/>
                  </a:lnTo>
                  <a:lnTo>
                    <a:pt x="279550" y="306468"/>
                  </a:lnTo>
                  <a:lnTo>
                    <a:pt x="279333" y="306448"/>
                  </a:lnTo>
                  <a:lnTo>
                    <a:pt x="278909" y="306175"/>
                  </a:lnTo>
                  <a:lnTo>
                    <a:pt x="278666" y="306620"/>
                  </a:lnTo>
                  <a:lnTo>
                    <a:pt x="278323" y="306729"/>
                  </a:lnTo>
                  <a:lnTo>
                    <a:pt x="277756" y="306727"/>
                  </a:lnTo>
                  <a:lnTo>
                    <a:pt x="277773" y="306534"/>
                  </a:lnTo>
                  <a:lnTo>
                    <a:pt x="277771" y="306279"/>
                  </a:lnTo>
                  <a:lnTo>
                    <a:pt x="277474" y="306229"/>
                  </a:lnTo>
                  <a:lnTo>
                    <a:pt x="277332" y="306217"/>
                  </a:lnTo>
                  <a:lnTo>
                    <a:pt x="276976" y="305920"/>
                  </a:lnTo>
                  <a:lnTo>
                    <a:pt x="276888" y="305738"/>
                  </a:lnTo>
                  <a:lnTo>
                    <a:pt x="276602" y="305688"/>
                  </a:lnTo>
                  <a:lnTo>
                    <a:pt x="276417" y="305856"/>
                  </a:lnTo>
                  <a:lnTo>
                    <a:pt x="275956" y="306279"/>
                  </a:lnTo>
                  <a:lnTo>
                    <a:pt x="275617" y="306608"/>
                  </a:lnTo>
                  <a:lnTo>
                    <a:pt x="275308" y="306490"/>
                  </a:lnTo>
                  <a:lnTo>
                    <a:pt x="274923" y="306406"/>
                  </a:lnTo>
                  <a:lnTo>
                    <a:pt x="274478" y="306388"/>
                  </a:lnTo>
                  <a:lnTo>
                    <a:pt x="274265" y="306386"/>
                  </a:lnTo>
                  <a:lnTo>
                    <a:pt x="274013" y="306596"/>
                  </a:lnTo>
                  <a:lnTo>
                    <a:pt x="273769" y="306836"/>
                  </a:lnTo>
                  <a:lnTo>
                    <a:pt x="273409" y="306879"/>
                  </a:lnTo>
                  <a:lnTo>
                    <a:pt x="272845" y="306562"/>
                  </a:lnTo>
                  <a:lnTo>
                    <a:pt x="272701" y="306634"/>
                  </a:lnTo>
                  <a:lnTo>
                    <a:pt x="272869" y="306920"/>
                  </a:lnTo>
                  <a:lnTo>
                    <a:pt x="272666" y="308147"/>
                  </a:lnTo>
                  <a:lnTo>
                    <a:pt x="272490" y="308263"/>
                  </a:lnTo>
                  <a:lnTo>
                    <a:pt x="271844" y="308053"/>
                  </a:lnTo>
                  <a:lnTo>
                    <a:pt x="270867" y="308087"/>
                  </a:lnTo>
                  <a:lnTo>
                    <a:pt x="270447" y="308209"/>
                  </a:lnTo>
                  <a:lnTo>
                    <a:pt x="270388" y="308581"/>
                  </a:lnTo>
                  <a:lnTo>
                    <a:pt x="270422" y="308845"/>
                  </a:lnTo>
                  <a:lnTo>
                    <a:pt x="270551" y="309139"/>
                  </a:lnTo>
                  <a:lnTo>
                    <a:pt x="270428" y="309396"/>
                  </a:lnTo>
                  <a:lnTo>
                    <a:pt x="270076" y="309317"/>
                  </a:lnTo>
                  <a:lnTo>
                    <a:pt x="269738" y="309300"/>
                  </a:lnTo>
                  <a:lnTo>
                    <a:pt x="269686" y="310631"/>
                  </a:lnTo>
                  <a:lnTo>
                    <a:pt x="269836" y="310661"/>
                  </a:lnTo>
                  <a:lnTo>
                    <a:pt x="269824" y="311104"/>
                  </a:lnTo>
                  <a:lnTo>
                    <a:pt x="269667" y="311239"/>
                  </a:lnTo>
                  <a:lnTo>
                    <a:pt x="269481" y="311281"/>
                  </a:lnTo>
                  <a:lnTo>
                    <a:pt x="269195" y="311386"/>
                  </a:lnTo>
                  <a:lnTo>
                    <a:pt x="269198" y="311979"/>
                  </a:lnTo>
                  <a:lnTo>
                    <a:pt x="268824" y="312760"/>
                  </a:lnTo>
                  <a:lnTo>
                    <a:pt x="268796" y="312918"/>
                  </a:lnTo>
                  <a:lnTo>
                    <a:pt x="268794" y="313046"/>
                  </a:lnTo>
                  <a:lnTo>
                    <a:pt x="268495" y="313723"/>
                  </a:lnTo>
                  <a:lnTo>
                    <a:pt x="268438" y="313950"/>
                  </a:lnTo>
                  <a:lnTo>
                    <a:pt x="268374" y="314254"/>
                  </a:lnTo>
                  <a:lnTo>
                    <a:pt x="268401" y="314594"/>
                  </a:lnTo>
                  <a:lnTo>
                    <a:pt x="268633" y="314779"/>
                  </a:lnTo>
                  <a:lnTo>
                    <a:pt x="268137" y="315108"/>
                  </a:lnTo>
                  <a:lnTo>
                    <a:pt x="268107" y="315494"/>
                  </a:lnTo>
                  <a:lnTo>
                    <a:pt x="267951" y="315790"/>
                  </a:lnTo>
                  <a:lnTo>
                    <a:pt x="267692" y="315778"/>
                  </a:lnTo>
                  <a:lnTo>
                    <a:pt x="267677" y="316285"/>
                  </a:lnTo>
                  <a:lnTo>
                    <a:pt x="267689" y="316521"/>
                  </a:lnTo>
                  <a:lnTo>
                    <a:pt x="267707" y="316665"/>
                  </a:lnTo>
                  <a:lnTo>
                    <a:pt x="268948" y="316592"/>
                  </a:lnTo>
                  <a:lnTo>
                    <a:pt x="269879" y="317038"/>
                  </a:lnTo>
                  <a:lnTo>
                    <a:pt x="270195" y="317091"/>
                  </a:lnTo>
                  <a:lnTo>
                    <a:pt x="270502" y="317100"/>
                  </a:lnTo>
                  <a:lnTo>
                    <a:pt x="271140" y="316755"/>
                  </a:lnTo>
                  <a:lnTo>
                    <a:pt x="271417" y="316738"/>
                  </a:lnTo>
                  <a:lnTo>
                    <a:pt x="271625" y="316858"/>
                  </a:lnTo>
                  <a:lnTo>
                    <a:pt x="271924" y="317213"/>
                  </a:lnTo>
                  <a:lnTo>
                    <a:pt x="271985" y="318181"/>
                  </a:lnTo>
                  <a:lnTo>
                    <a:pt x="271990" y="318377"/>
                  </a:lnTo>
                  <a:lnTo>
                    <a:pt x="271821" y="318596"/>
                  </a:lnTo>
                  <a:lnTo>
                    <a:pt x="271556" y="318622"/>
                  </a:lnTo>
                  <a:lnTo>
                    <a:pt x="271489" y="318781"/>
                  </a:lnTo>
                  <a:lnTo>
                    <a:pt x="271250" y="319475"/>
                  </a:lnTo>
                  <a:lnTo>
                    <a:pt x="270826" y="319609"/>
                  </a:lnTo>
                  <a:lnTo>
                    <a:pt x="271092" y="319849"/>
                  </a:lnTo>
                  <a:lnTo>
                    <a:pt x="271266" y="319994"/>
                  </a:lnTo>
                  <a:lnTo>
                    <a:pt x="270972" y="321601"/>
                  </a:lnTo>
                  <a:lnTo>
                    <a:pt x="270953" y="321797"/>
                  </a:lnTo>
                  <a:lnTo>
                    <a:pt x="270494" y="321803"/>
                  </a:lnTo>
                  <a:lnTo>
                    <a:pt x="269567" y="321435"/>
                  </a:lnTo>
                  <a:lnTo>
                    <a:pt x="269336" y="321273"/>
                  </a:lnTo>
                  <a:lnTo>
                    <a:pt x="269087" y="321392"/>
                  </a:lnTo>
                  <a:lnTo>
                    <a:pt x="268736" y="321812"/>
                  </a:lnTo>
                  <a:lnTo>
                    <a:pt x="268537" y="322117"/>
                  </a:lnTo>
                  <a:lnTo>
                    <a:pt x="268481" y="322344"/>
                  </a:lnTo>
                  <a:lnTo>
                    <a:pt x="268967" y="322577"/>
                  </a:lnTo>
                  <a:lnTo>
                    <a:pt x="269143" y="323015"/>
                  </a:lnTo>
                  <a:lnTo>
                    <a:pt x="269205" y="323252"/>
                  </a:lnTo>
                  <a:lnTo>
                    <a:pt x="269441" y="323545"/>
                  </a:lnTo>
                  <a:lnTo>
                    <a:pt x="269774" y="323921"/>
                  </a:lnTo>
                  <a:lnTo>
                    <a:pt x="270127" y="324332"/>
                  </a:lnTo>
                  <a:lnTo>
                    <a:pt x="270167" y="324587"/>
                  </a:lnTo>
                  <a:lnTo>
                    <a:pt x="270170" y="324714"/>
                  </a:lnTo>
                  <a:lnTo>
                    <a:pt x="270316" y="325018"/>
                  </a:lnTo>
                  <a:lnTo>
                    <a:pt x="270094" y="325440"/>
                  </a:lnTo>
                  <a:lnTo>
                    <a:pt x="270062" y="325945"/>
                  </a:lnTo>
                  <a:lnTo>
                    <a:pt x="270319" y="326307"/>
                  </a:lnTo>
                  <a:lnTo>
                    <a:pt x="270484" y="326637"/>
                  </a:lnTo>
                  <a:lnTo>
                    <a:pt x="270221" y="326811"/>
                  </a:lnTo>
                  <a:lnTo>
                    <a:pt x="270056" y="327331"/>
                  </a:lnTo>
                  <a:lnTo>
                    <a:pt x="270404" y="327505"/>
                  </a:lnTo>
                  <a:lnTo>
                    <a:pt x="270300" y="327901"/>
                  </a:lnTo>
                  <a:lnTo>
                    <a:pt x="270271" y="328213"/>
                  </a:lnTo>
                  <a:lnTo>
                    <a:pt x="270346" y="328368"/>
                  </a:lnTo>
                  <a:lnTo>
                    <a:pt x="270521" y="328716"/>
                  </a:lnTo>
                  <a:lnTo>
                    <a:pt x="270610" y="328892"/>
                  </a:lnTo>
                  <a:lnTo>
                    <a:pt x="270685" y="329035"/>
                  </a:lnTo>
                  <a:lnTo>
                    <a:pt x="270988" y="329541"/>
                  </a:lnTo>
                  <a:lnTo>
                    <a:pt x="271252" y="329863"/>
                  </a:lnTo>
                  <a:lnTo>
                    <a:pt x="271458" y="330117"/>
                  </a:lnTo>
                  <a:lnTo>
                    <a:pt x="271832" y="331218"/>
                  </a:lnTo>
                  <a:lnTo>
                    <a:pt x="272052" y="331931"/>
                  </a:lnTo>
                  <a:lnTo>
                    <a:pt x="272105" y="332120"/>
                  </a:lnTo>
                  <a:lnTo>
                    <a:pt x="272181" y="332437"/>
                  </a:lnTo>
                  <a:lnTo>
                    <a:pt x="271831" y="332308"/>
                  </a:lnTo>
                  <a:lnTo>
                    <a:pt x="271241" y="332390"/>
                  </a:lnTo>
                  <a:lnTo>
                    <a:pt x="271214" y="332602"/>
                  </a:lnTo>
                  <a:lnTo>
                    <a:pt x="270929" y="332821"/>
                  </a:lnTo>
                  <a:lnTo>
                    <a:pt x="270208" y="332633"/>
                  </a:lnTo>
                  <a:lnTo>
                    <a:pt x="269786" y="332658"/>
                  </a:lnTo>
                  <a:lnTo>
                    <a:pt x="268473" y="332730"/>
                  </a:lnTo>
                  <a:lnTo>
                    <a:pt x="268450" y="332987"/>
                  </a:lnTo>
                  <a:lnTo>
                    <a:pt x="268057" y="333468"/>
                  </a:lnTo>
                  <a:lnTo>
                    <a:pt x="267791" y="333320"/>
                  </a:lnTo>
                  <a:lnTo>
                    <a:pt x="267506" y="333127"/>
                  </a:lnTo>
                  <a:lnTo>
                    <a:pt x="267047" y="333301"/>
                  </a:lnTo>
                  <a:lnTo>
                    <a:pt x="266868" y="333395"/>
                  </a:lnTo>
                  <a:lnTo>
                    <a:pt x="266168" y="333749"/>
                  </a:lnTo>
                  <a:lnTo>
                    <a:pt x="265859" y="333769"/>
                  </a:lnTo>
                  <a:lnTo>
                    <a:pt x="265483" y="333259"/>
                  </a:lnTo>
                  <a:lnTo>
                    <a:pt x="264949" y="333522"/>
                  </a:lnTo>
                  <a:lnTo>
                    <a:pt x="264432" y="333748"/>
                  </a:lnTo>
                  <a:lnTo>
                    <a:pt x="264220" y="333757"/>
                  </a:lnTo>
                  <a:lnTo>
                    <a:pt x="263987" y="333641"/>
                  </a:lnTo>
                  <a:lnTo>
                    <a:pt x="263846" y="333399"/>
                  </a:lnTo>
                  <a:lnTo>
                    <a:pt x="263683" y="333077"/>
                  </a:lnTo>
                  <a:lnTo>
                    <a:pt x="263176" y="333393"/>
                  </a:lnTo>
                  <a:lnTo>
                    <a:pt x="262849" y="333521"/>
                  </a:lnTo>
                  <a:lnTo>
                    <a:pt x="261527" y="333879"/>
                  </a:lnTo>
                  <a:lnTo>
                    <a:pt x="261268" y="334156"/>
                  </a:lnTo>
                  <a:lnTo>
                    <a:pt x="261011" y="335061"/>
                  </a:lnTo>
                  <a:lnTo>
                    <a:pt x="260966" y="335428"/>
                  </a:lnTo>
                  <a:lnTo>
                    <a:pt x="260955" y="335791"/>
                  </a:lnTo>
                  <a:lnTo>
                    <a:pt x="260998" y="335958"/>
                  </a:lnTo>
                  <a:lnTo>
                    <a:pt x="260899" y="336320"/>
                  </a:lnTo>
                  <a:lnTo>
                    <a:pt x="260723" y="336604"/>
                  </a:lnTo>
                  <a:lnTo>
                    <a:pt x="260571" y="336502"/>
                  </a:lnTo>
                  <a:lnTo>
                    <a:pt x="260326" y="336339"/>
                  </a:lnTo>
                  <a:lnTo>
                    <a:pt x="260085" y="336179"/>
                  </a:lnTo>
                  <a:lnTo>
                    <a:pt x="259678" y="335911"/>
                  </a:lnTo>
                  <a:lnTo>
                    <a:pt x="259121" y="335697"/>
                  </a:lnTo>
                  <a:lnTo>
                    <a:pt x="258840" y="336293"/>
                  </a:lnTo>
                  <a:lnTo>
                    <a:pt x="258180" y="336710"/>
                  </a:lnTo>
                  <a:lnTo>
                    <a:pt x="258199" y="336864"/>
                  </a:lnTo>
                  <a:lnTo>
                    <a:pt x="258442" y="337469"/>
                  </a:lnTo>
                  <a:lnTo>
                    <a:pt x="258549" y="338080"/>
                  </a:lnTo>
                  <a:lnTo>
                    <a:pt x="258559" y="338222"/>
                  </a:lnTo>
                  <a:lnTo>
                    <a:pt x="258461" y="338347"/>
                  </a:lnTo>
                  <a:lnTo>
                    <a:pt x="258299" y="338498"/>
                  </a:lnTo>
                  <a:lnTo>
                    <a:pt x="258073" y="338882"/>
                  </a:lnTo>
                  <a:lnTo>
                    <a:pt x="258367" y="339038"/>
                  </a:lnTo>
                  <a:lnTo>
                    <a:pt x="258471" y="339332"/>
                  </a:lnTo>
                  <a:lnTo>
                    <a:pt x="257933" y="339797"/>
                  </a:lnTo>
                  <a:lnTo>
                    <a:pt x="257552" y="339442"/>
                  </a:lnTo>
                  <a:lnTo>
                    <a:pt x="257205" y="339232"/>
                  </a:lnTo>
                  <a:lnTo>
                    <a:pt x="256938" y="339840"/>
                  </a:lnTo>
                  <a:lnTo>
                    <a:pt x="256881" y="340224"/>
                  </a:lnTo>
                  <a:lnTo>
                    <a:pt x="256859" y="340383"/>
                  </a:lnTo>
                  <a:lnTo>
                    <a:pt x="256838" y="340822"/>
                  </a:lnTo>
                  <a:lnTo>
                    <a:pt x="256836" y="341041"/>
                  </a:lnTo>
                  <a:lnTo>
                    <a:pt x="257144" y="341726"/>
                  </a:lnTo>
                  <a:lnTo>
                    <a:pt x="257335" y="341776"/>
                  </a:lnTo>
                  <a:lnTo>
                    <a:pt x="257410" y="341926"/>
                  </a:lnTo>
                  <a:lnTo>
                    <a:pt x="257391" y="342376"/>
                  </a:lnTo>
                  <a:lnTo>
                    <a:pt x="257216" y="342580"/>
                  </a:lnTo>
                  <a:lnTo>
                    <a:pt x="256934" y="342685"/>
                  </a:lnTo>
                  <a:lnTo>
                    <a:pt x="256648" y="342795"/>
                  </a:lnTo>
                  <a:lnTo>
                    <a:pt x="256699" y="343619"/>
                  </a:lnTo>
                  <a:lnTo>
                    <a:pt x="256754" y="343779"/>
                  </a:lnTo>
                  <a:lnTo>
                    <a:pt x="256858" y="344016"/>
                  </a:lnTo>
                  <a:lnTo>
                    <a:pt x="257190" y="344134"/>
                  </a:lnTo>
                  <a:lnTo>
                    <a:pt x="257647" y="343701"/>
                  </a:lnTo>
                  <a:lnTo>
                    <a:pt x="258091" y="343787"/>
                  </a:lnTo>
                  <a:lnTo>
                    <a:pt x="258101" y="343958"/>
                  </a:lnTo>
                  <a:lnTo>
                    <a:pt x="257998" y="344086"/>
                  </a:lnTo>
                  <a:lnTo>
                    <a:pt x="258041" y="344315"/>
                  </a:lnTo>
                  <a:lnTo>
                    <a:pt x="258231" y="344546"/>
                  </a:lnTo>
                  <a:lnTo>
                    <a:pt x="258399" y="344894"/>
                  </a:lnTo>
                  <a:lnTo>
                    <a:pt x="258453" y="345182"/>
                  </a:lnTo>
                  <a:lnTo>
                    <a:pt x="258462" y="345341"/>
                  </a:lnTo>
                  <a:lnTo>
                    <a:pt x="258736" y="345427"/>
                  </a:lnTo>
                  <a:lnTo>
                    <a:pt x="258887" y="345423"/>
                  </a:lnTo>
                  <a:lnTo>
                    <a:pt x="259118" y="345430"/>
                  </a:lnTo>
                  <a:lnTo>
                    <a:pt x="259235" y="345880"/>
                  </a:lnTo>
                  <a:lnTo>
                    <a:pt x="258979" y="346209"/>
                  </a:lnTo>
                  <a:lnTo>
                    <a:pt x="258887" y="346800"/>
                  </a:lnTo>
                  <a:lnTo>
                    <a:pt x="258944" y="347402"/>
                  </a:lnTo>
                  <a:lnTo>
                    <a:pt x="258815" y="347736"/>
                  </a:lnTo>
                  <a:lnTo>
                    <a:pt x="258407" y="347514"/>
                  </a:lnTo>
                  <a:lnTo>
                    <a:pt x="258084" y="347510"/>
                  </a:lnTo>
                  <a:lnTo>
                    <a:pt x="257951" y="347534"/>
                  </a:lnTo>
                  <a:lnTo>
                    <a:pt x="257693" y="347700"/>
                  </a:lnTo>
                  <a:lnTo>
                    <a:pt x="257650" y="348117"/>
                  </a:lnTo>
                  <a:lnTo>
                    <a:pt x="257627" y="348452"/>
                  </a:lnTo>
                  <a:lnTo>
                    <a:pt x="257817" y="348700"/>
                  </a:lnTo>
                  <a:lnTo>
                    <a:pt x="257900" y="348878"/>
                  </a:lnTo>
                  <a:lnTo>
                    <a:pt x="257970" y="349193"/>
                  </a:lnTo>
                  <a:lnTo>
                    <a:pt x="258032" y="349701"/>
                  </a:lnTo>
                  <a:lnTo>
                    <a:pt x="257856" y="349865"/>
                  </a:lnTo>
                  <a:lnTo>
                    <a:pt x="257595" y="350020"/>
                  </a:lnTo>
                  <a:lnTo>
                    <a:pt x="257401" y="350575"/>
                  </a:lnTo>
                  <a:lnTo>
                    <a:pt x="257487" y="351158"/>
                  </a:lnTo>
                  <a:lnTo>
                    <a:pt x="257032" y="351495"/>
                  </a:lnTo>
                  <a:lnTo>
                    <a:pt x="256868" y="351539"/>
                  </a:lnTo>
                  <a:lnTo>
                    <a:pt x="256765" y="351706"/>
                  </a:lnTo>
                  <a:lnTo>
                    <a:pt x="256772" y="352009"/>
                  </a:lnTo>
                  <a:lnTo>
                    <a:pt x="257076" y="352034"/>
                  </a:lnTo>
                  <a:lnTo>
                    <a:pt x="257419" y="352133"/>
                  </a:lnTo>
                  <a:lnTo>
                    <a:pt x="257232" y="352411"/>
                  </a:lnTo>
                  <a:lnTo>
                    <a:pt x="256315" y="352660"/>
                  </a:lnTo>
                  <a:lnTo>
                    <a:pt x="255917" y="352768"/>
                  </a:lnTo>
                  <a:lnTo>
                    <a:pt x="255748" y="352981"/>
                  </a:lnTo>
                  <a:lnTo>
                    <a:pt x="255671" y="353262"/>
                  </a:lnTo>
                  <a:lnTo>
                    <a:pt x="255626" y="353428"/>
                  </a:lnTo>
                  <a:lnTo>
                    <a:pt x="255869" y="353818"/>
                  </a:lnTo>
                  <a:lnTo>
                    <a:pt x="256002" y="354546"/>
                  </a:lnTo>
                  <a:lnTo>
                    <a:pt x="256017" y="354995"/>
                  </a:lnTo>
                  <a:lnTo>
                    <a:pt x="256190" y="355727"/>
                  </a:lnTo>
                  <a:lnTo>
                    <a:pt x="256034" y="356124"/>
                  </a:lnTo>
                  <a:lnTo>
                    <a:pt x="255834" y="356022"/>
                  </a:lnTo>
                  <a:lnTo>
                    <a:pt x="255519" y="356556"/>
                  </a:lnTo>
                  <a:lnTo>
                    <a:pt x="255345" y="356510"/>
                  </a:lnTo>
                  <a:lnTo>
                    <a:pt x="254932" y="356241"/>
                  </a:lnTo>
                  <a:lnTo>
                    <a:pt x="254492" y="356341"/>
                  </a:lnTo>
                  <a:lnTo>
                    <a:pt x="254273" y="356503"/>
                  </a:lnTo>
                  <a:lnTo>
                    <a:pt x="254088" y="356534"/>
                  </a:lnTo>
                  <a:lnTo>
                    <a:pt x="253359" y="356415"/>
                  </a:lnTo>
                  <a:lnTo>
                    <a:pt x="253361" y="356543"/>
                  </a:lnTo>
                  <a:lnTo>
                    <a:pt x="253312" y="356678"/>
                  </a:lnTo>
                  <a:lnTo>
                    <a:pt x="253182" y="356849"/>
                  </a:lnTo>
                  <a:lnTo>
                    <a:pt x="252932" y="356966"/>
                  </a:lnTo>
                  <a:lnTo>
                    <a:pt x="251238" y="357246"/>
                  </a:lnTo>
                  <a:lnTo>
                    <a:pt x="251098" y="357288"/>
                  </a:lnTo>
                  <a:lnTo>
                    <a:pt x="250919" y="357356"/>
                  </a:lnTo>
                  <a:lnTo>
                    <a:pt x="250677" y="357472"/>
                  </a:lnTo>
                  <a:lnTo>
                    <a:pt x="249994" y="357792"/>
                  </a:lnTo>
                  <a:lnTo>
                    <a:pt x="249911" y="357965"/>
                  </a:lnTo>
                  <a:lnTo>
                    <a:pt x="250034" y="358701"/>
                  </a:lnTo>
                  <a:lnTo>
                    <a:pt x="249711" y="359035"/>
                  </a:lnTo>
                  <a:lnTo>
                    <a:pt x="249052" y="359452"/>
                  </a:lnTo>
                  <a:lnTo>
                    <a:pt x="248885" y="359411"/>
                  </a:lnTo>
                  <a:lnTo>
                    <a:pt x="248358" y="359333"/>
                  </a:lnTo>
                  <a:lnTo>
                    <a:pt x="247765" y="359476"/>
                  </a:lnTo>
                  <a:lnTo>
                    <a:pt x="247476" y="359656"/>
                  </a:lnTo>
                  <a:lnTo>
                    <a:pt x="246261" y="359186"/>
                  </a:lnTo>
                  <a:lnTo>
                    <a:pt x="246267" y="359034"/>
                  </a:lnTo>
                  <a:lnTo>
                    <a:pt x="245869" y="358963"/>
                  </a:lnTo>
                  <a:lnTo>
                    <a:pt x="245406" y="358998"/>
                  </a:lnTo>
                  <a:lnTo>
                    <a:pt x="245155" y="359034"/>
                  </a:lnTo>
                  <a:lnTo>
                    <a:pt x="244841" y="359513"/>
                  </a:lnTo>
                  <a:lnTo>
                    <a:pt x="244386" y="359074"/>
                  </a:lnTo>
                  <a:lnTo>
                    <a:pt x="244343" y="358859"/>
                  </a:lnTo>
                  <a:lnTo>
                    <a:pt x="244154" y="358622"/>
                  </a:lnTo>
                  <a:lnTo>
                    <a:pt x="243961" y="358740"/>
                  </a:lnTo>
                  <a:lnTo>
                    <a:pt x="243926" y="358889"/>
                  </a:lnTo>
                  <a:lnTo>
                    <a:pt x="243652" y="359045"/>
                  </a:lnTo>
                  <a:lnTo>
                    <a:pt x="243137" y="358993"/>
                  </a:lnTo>
                  <a:lnTo>
                    <a:pt x="242723" y="358875"/>
                  </a:lnTo>
                  <a:lnTo>
                    <a:pt x="242580" y="358732"/>
                  </a:lnTo>
                  <a:lnTo>
                    <a:pt x="242482" y="358575"/>
                  </a:lnTo>
                  <a:lnTo>
                    <a:pt x="241623" y="358442"/>
                  </a:lnTo>
                  <a:lnTo>
                    <a:pt x="241419" y="358081"/>
                  </a:lnTo>
                  <a:lnTo>
                    <a:pt x="241410" y="357946"/>
                  </a:lnTo>
                  <a:lnTo>
                    <a:pt x="241423" y="357748"/>
                  </a:lnTo>
                  <a:lnTo>
                    <a:pt x="241388" y="357484"/>
                  </a:lnTo>
                  <a:lnTo>
                    <a:pt x="241217" y="357212"/>
                  </a:lnTo>
                  <a:lnTo>
                    <a:pt x="241064" y="357122"/>
                  </a:lnTo>
                  <a:lnTo>
                    <a:pt x="240894" y="357031"/>
                  </a:lnTo>
                  <a:lnTo>
                    <a:pt x="240716" y="356925"/>
                  </a:lnTo>
                  <a:lnTo>
                    <a:pt x="240398" y="356383"/>
                  </a:lnTo>
                  <a:lnTo>
                    <a:pt x="240503" y="356190"/>
                  </a:lnTo>
                  <a:lnTo>
                    <a:pt x="240682" y="356117"/>
                  </a:lnTo>
                  <a:lnTo>
                    <a:pt x="240789" y="355801"/>
                  </a:lnTo>
                  <a:lnTo>
                    <a:pt x="240254" y="355696"/>
                  </a:lnTo>
                  <a:lnTo>
                    <a:pt x="239869" y="355619"/>
                  </a:lnTo>
                  <a:lnTo>
                    <a:pt x="238747" y="355617"/>
                  </a:lnTo>
                  <a:lnTo>
                    <a:pt x="238698" y="355954"/>
                  </a:lnTo>
                  <a:lnTo>
                    <a:pt x="238357" y="356246"/>
                  </a:lnTo>
                  <a:lnTo>
                    <a:pt x="238139" y="356276"/>
                  </a:lnTo>
                  <a:lnTo>
                    <a:pt x="237970" y="356297"/>
                  </a:lnTo>
                  <a:lnTo>
                    <a:pt x="237493" y="356363"/>
                  </a:lnTo>
                  <a:lnTo>
                    <a:pt x="237190" y="356738"/>
                  </a:lnTo>
                  <a:lnTo>
                    <a:pt x="237076" y="356895"/>
                  </a:lnTo>
                  <a:lnTo>
                    <a:pt x="237357" y="357136"/>
                  </a:lnTo>
                  <a:lnTo>
                    <a:pt x="237367" y="357355"/>
                  </a:lnTo>
                  <a:lnTo>
                    <a:pt x="237367" y="357550"/>
                  </a:lnTo>
                  <a:lnTo>
                    <a:pt x="237156" y="358088"/>
                  </a:lnTo>
                  <a:lnTo>
                    <a:pt x="236997" y="358464"/>
                  </a:lnTo>
                  <a:lnTo>
                    <a:pt x="237009" y="359154"/>
                  </a:lnTo>
                  <a:lnTo>
                    <a:pt x="237655" y="359146"/>
                  </a:lnTo>
                  <a:lnTo>
                    <a:pt x="237903" y="359489"/>
                  </a:lnTo>
                  <a:lnTo>
                    <a:pt x="237946" y="359710"/>
                  </a:lnTo>
                  <a:lnTo>
                    <a:pt x="238094" y="360174"/>
                  </a:lnTo>
                  <a:lnTo>
                    <a:pt x="238189" y="361089"/>
                  </a:lnTo>
                  <a:lnTo>
                    <a:pt x="238169" y="361561"/>
                  </a:lnTo>
                  <a:lnTo>
                    <a:pt x="238227" y="361774"/>
                  </a:lnTo>
                  <a:lnTo>
                    <a:pt x="238576" y="362077"/>
                  </a:lnTo>
                  <a:lnTo>
                    <a:pt x="238656" y="362337"/>
                  </a:lnTo>
                  <a:lnTo>
                    <a:pt x="238476" y="362620"/>
                  </a:lnTo>
                  <a:lnTo>
                    <a:pt x="238319" y="362790"/>
                  </a:lnTo>
                  <a:lnTo>
                    <a:pt x="237721" y="362798"/>
                  </a:lnTo>
                  <a:lnTo>
                    <a:pt x="237526" y="362754"/>
                  </a:lnTo>
                  <a:lnTo>
                    <a:pt x="237073" y="362656"/>
                  </a:lnTo>
                  <a:lnTo>
                    <a:pt x="236876" y="362828"/>
                  </a:lnTo>
                  <a:lnTo>
                    <a:pt x="237124" y="363257"/>
                  </a:lnTo>
                  <a:lnTo>
                    <a:pt x="237187" y="363537"/>
                  </a:lnTo>
                  <a:lnTo>
                    <a:pt x="237170" y="363801"/>
                  </a:lnTo>
                  <a:lnTo>
                    <a:pt x="236954" y="363863"/>
                  </a:lnTo>
                  <a:lnTo>
                    <a:pt x="236377" y="364153"/>
                  </a:lnTo>
                  <a:lnTo>
                    <a:pt x="236344" y="364322"/>
                  </a:lnTo>
                  <a:lnTo>
                    <a:pt x="236355" y="364473"/>
                  </a:lnTo>
                  <a:lnTo>
                    <a:pt x="236560" y="365156"/>
                  </a:lnTo>
                  <a:lnTo>
                    <a:pt x="236960" y="365266"/>
                  </a:lnTo>
                  <a:lnTo>
                    <a:pt x="237197" y="365292"/>
                  </a:lnTo>
                  <a:lnTo>
                    <a:pt x="237507" y="365274"/>
                  </a:lnTo>
                  <a:lnTo>
                    <a:pt x="238015" y="365407"/>
                  </a:lnTo>
                  <a:lnTo>
                    <a:pt x="238816" y="366473"/>
                  </a:lnTo>
                  <a:lnTo>
                    <a:pt x="238899" y="366714"/>
                  </a:lnTo>
                  <a:lnTo>
                    <a:pt x="239021" y="367067"/>
                  </a:lnTo>
                  <a:lnTo>
                    <a:pt x="239078" y="367228"/>
                  </a:lnTo>
                  <a:lnTo>
                    <a:pt x="239327" y="367311"/>
                  </a:lnTo>
                  <a:lnTo>
                    <a:pt x="239573" y="367285"/>
                  </a:lnTo>
                  <a:lnTo>
                    <a:pt x="239786" y="367221"/>
                  </a:lnTo>
                  <a:lnTo>
                    <a:pt x="240256" y="366973"/>
                  </a:lnTo>
                  <a:lnTo>
                    <a:pt x="241015" y="366928"/>
                  </a:lnTo>
                  <a:lnTo>
                    <a:pt x="242079" y="366915"/>
                  </a:lnTo>
                  <a:lnTo>
                    <a:pt x="242522" y="367030"/>
                  </a:lnTo>
                  <a:lnTo>
                    <a:pt x="242702" y="367302"/>
                  </a:lnTo>
                  <a:lnTo>
                    <a:pt x="243694" y="367041"/>
                  </a:lnTo>
                  <a:lnTo>
                    <a:pt x="243857" y="367426"/>
                  </a:lnTo>
                  <a:lnTo>
                    <a:pt x="243629" y="368086"/>
                  </a:lnTo>
                  <a:lnTo>
                    <a:pt x="243466" y="368248"/>
                  </a:lnTo>
                  <a:lnTo>
                    <a:pt x="242957" y="368258"/>
                  </a:lnTo>
                  <a:lnTo>
                    <a:pt x="242858" y="368672"/>
                  </a:lnTo>
                  <a:lnTo>
                    <a:pt x="243447" y="368912"/>
                  </a:lnTo>
                  <a:lnTo>
                    <a:pt x="243862" y="368738"/>
                  </a:lnTo>
                  <a:lnTo>
                    <a:pt x="244732" y="368936"/>
                  </a:lnTo>
                  <a:lnTo>
                    <a:pt x="245403" y="368890"/>
                  </a:lnTo>
                  <a:lnTo>
                    <a:pt x="245789" y="368923"/>
                  </a:lnTo>
                  <a:lnTo>
                    <a:pt x="245983" y="368956"/>
                  </a:lnTo>
                  <a:lnTo>
                    <a:pt x="246353" y="369213"/>
                  </a:lnTo>
                  <a:lnTo>
                    <a:pt x="246622" y="369399"/>
                  </a:lnTo>
                  <a:lnTo>
                    <a:pt x="247071" y="369256"/>
                  </a:lnTo>
                  <a:lnTo>
                    <a:pt x="247220" y="369115"/>
                  </a:lnTo>
                  <a:lnTo>
                    <a:pt x="247536" y="369122"/>
                  </a:lnTo>
                  <a:lnTo>
                    <a:pt x="248135" y="369146"/>
                  </a:lnTo>
                  <a:lnTo>
                    <a:pt x="248605" y="369389"/>
                  </a:lnTo>
                  <a:lnTo>
                    <a:pt x="248664" y="369739"/>
                  </a:lnTo>
                  <a:lnTo>
                    <a:pt x="248862" y="370106"/>
                  </a:lnTo>
                  <a:lnTo>
                    <a:pt x="249217" y="370236"/>
                  </a:lnTo>
                  <a:lnTo>
                    <a:pt x="249238" y="370576"/>
                  </a:lnTo>
                  <a:lnTo>
                    <a:pt x="249186" y="370887"/>
                  </a:lnTo>
                  <a:lnTo>
                    <a:pt x="249354" y="371034"/>
                  </a:lnTo>
                  <a:lnTo>
                    <a:pt x="249629" y="371241"/>
                  </a:lnTo>
                  <a:lnTo>
                    <a:pt x="249827" y="371324"/>
                  </a:lnTo>
                  <a:lnTo>
                    <a:pt x="250147" y="371454"/>
                  </a:lnTo>
                  <a:lnTo>
                    <a:pt x="250751" y="371412"/>
                  </a:lnTo>
                  <a:lnTo>
                    <a:pt x="250949" y="371394"/>
                  </a:lnTo>
                  <a:lnTo>
                    <a:pt x="251181" y="371422"/>
                  </a:lnTo>
                  <a:lnTo>
                    <a:pt x="251310" y="371483"/>
                  </a:lnTo>
                  <a:lnTo>
                    <a:pt x="251507" y="371979"/>
                  </a:lnTo>
                  <a:lnTo>
                    <a:pt x="251241" y="372228"/>
                  </a:lnTo>
                  <a:lnTo>
                    <a:pt x="250883" y="372220"/>
                  </a:lnTo>
                  <a:lnTo>
                    <a:pt x="250767" y="372478"/>
                  </a:lnTo>
                  <a:lnTo>
                    <a:pt x="250742" y="372646"/>
                  </a:lnTo>
                  <a:lnTo>
                    <a:pt x="251172" y="372865"/>
                  </a:lnTo>
                  <a:lnTo>
                    <a:pt x="251138" y="373183"/>
                  </a:lnTo>
                  <a:lnTo>
                    <a:pt x="250973" y="373520"/>
                  </a:lnTo>
                  <a:lnTo>
                    <a:pt x="250867" y="373696"/>
                  </a:lnTo>
                  <a:lnTo>
                    <a:pt x="250850" y="374080"/>
                  </a:lnTo>
                  <a:lnTo>
                    <a:pt x="251081" y="374344"/>
                  </a:lnTo>
                  <a:lnTo>
                    <a:pt x="251654" y="374532"/>
                  </a:lnTo>
                  <a:lnTo>
                    <a:pt x="251874" y="374700"/>
                  </a:lnTo>
                  <a:lnTo>
                    <a:pt x="251919" y="374993"/>
                  </a:lnTo>
                  <a:lnTo>
                    <a:pt x="251814" y="375230"/>
                  </a:lnTo>
                  <a:lnTo>
                    <a:pt x="251324" y="375323"/>
                  </a:lnTo>
                  <a:lnTo>
                    <a:pt x="250758" y="374941"/>
                  </a:lnTo>
                  <a:lnTo>
                    <a:pt x="250433" y="375179"/>
                  </a:lnTo>
                  <a:lnTo>
                    <a:pt x="250415" y="375447"/>
                  </a:lnTo>
                  <a:lnTo>
                    <a:pt x="250675" y="375805"/>
                  </a:lnTo>
                  <a:lnTo>
                    <a:pt x="250802" y="375944"/>
                  </a:lnTo>
                  <a:lnTo>
                    <a:pt x="250853" y="376155"/>
                  </a:lnTo>
                  <a:lnTo>
                    <a:pt x="250670" y="376848"/>
                  </a:lnTo>
                  <a:lnTo>
                    <a:pt x="250439" y="377536"/>
                  </a:lnTo>
                  <a:lnTo>
                    <a:pt x="250242" y="377718"/>
                  </a:lnTo>
                  <a:lnTo>
                    <a:pt x="250257" y="377950"/>
                  </a:lnTo>
                  <a:lnTo>
                    <a:pt x="250282" y="378096"/>
                  </a:lnTo>
                  <a:lnTo>
                    <a:pt x="250349" y="378403"/>
                  </a:lnTo>
                  <a:lnTo>
                    <a:pt x="250569" y="378622"/>
                  </a:lnTo>
                  <a:lnTo>
                    <a:pt x="250374" y="379958"/>
                  </a:lnTo>
                  <a:lnTo>
                    <a:pt x="250361" y="380815"/>
                  </a:lnTo>
                  <a:lnTo>
                    <a:pt x="250372" y="380991"/>
                  </a:lnTo>
                  <a:lnTo>
                    <a:pt x="250613" y="381059"/>
                  </a:lnTo>
                  <a:lnTo>
                    <a:pt x="250606" y="381194"/>
                  </a:lnTo>
                  <a:lnTo>
                    <a:pt x="250463" y="381907"/>
                  </a:lnTo>
                  <a:lnTo>
                    <a:pt x="250738" y="381720"/>
                  </a:lnTo>
                  <a:lnTo>
                    <a:pt x="250910" y="381567"/>
                  </a:lnTo>
                  <a:lnTo>
                    <a:pt x="251372" y="381363"/>
                  </a:lnTo>
                  <a:lnTo>
                    <a:pt x="251599" y="381657"/>
                  </a:lnTo>
                  <a:lnTo>
                    <a:pt x="251578" y="382008"/>
                  </a:lnTo>
                  <a:lnTo>
                    <a:pt x="251415" y="382395"/>
                  </a:lnTo>
                  <a:lnTo>
                    <a:pt x="251264" y="382608"/>
                  </a:lnTo>
                  <a:lnTo>
                    <a:pt x="251060" y="382995"/>
                  </a:lnTo>
                  <a:lnTo>
                    <a:pt x="251422" y="383466"/>
                  </a:lnTo>
                  <a:lnTo>
                    <a:pt x="251287" y="384178"/>
                  </a:lnTo>
                  <a:lnTo>
                    <a:pt x="251535" y="384351"/>
                  </a:lnTo>
                  <a:lnTo>
                    <a:pt x="251669" y="384444"/>
                  </a:lnTo>
                  <a:lnTo>
                    <a:pt x="251186" y="384782"/>
                  </a:lnTo>
                  <a:lnTo>
                    <a:pt x="250959" y="385093"/>
                  </a:lnTo>
                  <a:lnTo>
                    <a:pt x="251361" y="385627"/>
                  </a:lnTo>
                  <a:lnTo>
                    <a:pt x="251507" y="385617"/>
                  </a:lnTo>
                  <a:lnTo>
                    <a:pt x="251967" y="385860"/>
                  </a:lnTo>
                  <a:lnTo>
                    <a:pt x="252384" y="385721"/>
                  </a:lnTo>
                  <a:lnTo>
                    <a:pt x="252951" y="385840"/>
                  </a:lnTo>
                  <a:lnTo>
                    <a:pt x="253924" y="386011"/>
                  </a:lnTo>
                  <a:lnTo>
                    <a:pt x="254545" y="386348"/>
                  </a:lnTo>
                  <a:lnTo>
                    <a:pt x="255211" y="385839"/>
                  </a:lnTo>
                  <a:lnTo>
                    <a:pt x="255222" y="385668"/>
                  </a:lnTo>
                  <a:lnTo>
                    <a:pt x="256295" y="386119"/>
                  </a:lnTo>
                  <a:lnTo>
                    <a:pt x="256046" y="386918"/>
                  </a:lnTo>
                  <a:lnTo>
                    <a:pt x="255969" y="387385"/>
                  </a:lnTo>
                  <a:lnTo>
                    <a:pt x="256462" y="387774"/>
                  </a:lnTo>
                  <a:lnTo>
                    <a:pt x="256676" y="387765"/>
                  </a:lnTo>
                  <a:lnTo>
                    <a:pt x="257220" y="387580"/>
                  </a:lnTo>
                  <a:lnTo>
                    <a:pt x="257654" y="387243"/>
                  </a:lnTo>
                  <a:lnTo>
                    <a:pt x="258125" y="387154"/>
                  </a:lnTo>
                  <a:lnTo>
                    <a:pt x="259873" y="386839"/>
                  </a:lnTo>
                  <a:lnTo>
                    <a:pt x="260488" y="386745"/>
                  </a:lnTo>
                  <a:lnTo>
                    <a:pt x="261331" y="386565"/>
                  </a:lnTo>
                  <a:lnTo>
                    <a:pt x="261393" y="387033"/>
                  </a:lnTo>
                  <a:lnTo>
                    <a:pt x="261337" y="387451"/>
                  </a:lnTo>
                  <a:lnTo>
                    <a:pt x="261771" y="387784"/>
                  </a:lnTo>
                  <a:lnTo>
                    <a:pt x="262273" y="387770"/>
                  </a:lnTo>
                  <a:lnTo>
                    <a:pt x="262578" y="388826"/>
                  </a:lnTo>
                  <a:lnTo>
                    <a:pt x="262967" y="389009"/>
                  </a:lnTo>
                  <a:lnTo>
                    <a:pt x="263362" y="389237"/>
                  </a:lnTo>
                  <a:lnTo>
                    <a:pt x="264837" y="390161"/>
                  </a:lnTo>
                  <a:lnTo>
                    <a:pt x="265446" y="391064"/>
                  </a:lnTo>
                  <a:lnTo>
                    <a:pt x="265617" y="391390"/>
                  </a:lnTo>
                  <a:lnTo>
                    <a:pt x="265712" y="391633"/>
                  </a:lnTo>
                  <a:lnTo>
                    <a:pt x="265867" y="392060"/>
                  </a:lnTo>
                  <a:lnTo>
                    <a:pt x="266029" y="392504"/>
                  </a:lnTo>
                  <a:lnTo>
                    <a:pt x="266088" y="392667"/>
                  </a:lnTo>
                  <a:lnTo>
                    <a:pt x="267279" y="393827"/>
                  </a:lnTo>
                  <a:lnTo>
                    <a:pt x="267501" y="394070"/>
                  </a:lnTo>
                  <a:lnTo>
                    <a:pt x="267570" y="394238"/>
                  </a:lnTo>
                  <a:lnTo>
                    <a:pt x="268254" y="394676"/>
                  </a:lnTo>
                  <a:lnTo>
                    <a:pt x="268466" y="394716"/>
                  </a:lnTo>
                  <a:lnTo>
                    <a:pt x="268699" y="395671"/>
                  </a:lnTo>
                  <a:lnTo>
                    <a:pt x="269453" y="394997"/>
                  </a:lnTo>
                  <a:lnTo>
                    <a:pt x="271144" y="395205"/>
                  </a:lnTo>
                  <a:lnTo>
                    <a:pt x="271645" y="395583"/>
                  </a:lnTo>
                  <a:lnTo>
                    <a:pt x="272495" y="394920"/>
                  </a:lnTo>
                  <a:lnTo>
                    <a:pt x="272697" y="394625"/>
                  </a:lnTo>
                  <a:lnTo>
                    <a:pt x="272939" y="394902"/>
                  </a:lnTo>
                  <a:lnTo>
                    <a:pt x="273557" y="395263"/>
                  </a:lnTo>
                  <a:lnTo>
                    <a:pt x="273655" y="395072"/>
                  </a:lnTo>
                  <a:lnTo>
                    <a:pt x="274131" y="393525"/>
                  </a:lnTo>
                  <a:lnTo>
                    <a:pt x="274059" y="393008"/>
                  </a:lnTo>
                  <a:lnTo>
                    <a:pt x="274075" y="392350"/>
                  </a:lnTo>
                  <a:lnTo>
                    <a:pt x="274351" y="392330"/>
                  </a:lnTo>
                  <a:lnTo>
                    <a:pt x="275297" y="390891"/>
                  </a:lnTo>
                  <a:lnTo>
                    <a:pt x="275430" y="391005"/>
                  </a:lnTo>
                  <a:lnTo>
                    <a:pt x="275833" y="391304"/>
                  </a:lnTo>
                  <a:lnTo>
                    <a:pt x="276461" y="391578"/>
                  </a:lnTo>
                  <a:lnTo>
                    <a:pt x="276865" y="391777"/>
                  </a:lnTo>
                  <a:lnTo>
                    <a:pt x="277240" y="391812"/>
                  </a:lnTo>
                  <a:lnTo>
                    <a:pt x="278430" y="390335"/>
                  </a:lnTo>
                  <a:lnTo>
                    <a:pt x="278815" y="390770"/>
                  </a:lnTo>
                  <a:lnTo>
                    <a:pt x="278920" y="390937"/>
                  </a:lnTo>
                  <a:lnTo>
                    <a:pt x="279117" y="391384"/>
                  </a:lnTo>
                  <a:lnTo>
                    <a:pt x="279135" y="391564"/>
                  </a:lnTo>
                  <a:lnTo>
                    <a:pt x="279129" y="391705"/>
                  </a:lnTo>
                  <a:lnTo>
                    <a:pt x="279094" y="391836"/>
                  </a:lnTo>
                  <a:lnTo>
                    <a:pt x="279005" y="392049"/>
                  </a:lnTo>
                  <a:lnTo>
                    <a:pt x="279029" y="392371"/>
                  </a:lnTo>
                  <a:lnTo>
                    <a:pt x="279158" y="392266"/>
                  </a:lnTo>
                  <a:lnTo>
                    <a:pt x="279607" y="391759"/>
                  </a:lnTo>
                  <a:lnTo>
                    <a:pt x="279890" y="391372"/>
                  </a:lnTo>
                  <a:lnTo>
                    <a:pt x="280053" y="391211"/>
                  </a:lnTo>
                  <a:lnTo>
                    <a:pt x="280217" y="391092"/>
                  </a:lnTo>
                  <a:lnTo>
                    <a:pt x="280399" y="390963"/>
                  </a:lnTo>
                  <a:lnTo>
                    <a:pt x="281274" y="390503"/>
                  </a:lnTo>
                  <a:lnTo>
                    <a:pt x="281689" y="390467"/>
                  </a:lnTo>
                  <a:lnTo>
                    <a:pt x="281644" y="390119"/>
                  </a:lnTo>
                  <a:lnTo>
                    <a:pt x="281507" y="389476"/>
                  </a:lnTo>
                  <a:lnTo>
                    <a:pt x="282506" y="388592"/>
                  </a:lnTo>
                  <a:lnTo>
                    <a:pt x="282816" y="388350"/>
                  </a:lnTo>
                  <a:lnTo>
                    <a:pt x="283474" y="387478"/>
                  </a:lnTo>
                  <a:lnTo>
                    <a:pt x="283589" y="387326"/>
                  </a:lnTo>
                  <a:lnTo>
                    <a:pt x="284460" y="386348"/>
                  </a:lnTo>
                  <a:lnTo>
                    <a:pt x="285733" y="386897"/>
                  </a:lnTo>
                  <a:lnTo>
                    <a:pt x="285719" y="387003"/>
                  </a:lnTo>
                  <a:lnTo>
                    <a:pt x="284292" y="387658"/>
                  </a:lnTo>
                  <a:lnTo>
                    <a:pt x="284014" y="387836"/>
                  </a:lnTo>
                  <a:lnTo>
                    <a:pt x="283826" y="387954"/>
                  </a:lnTo>
                  <a:lnTo>
                    <a:pt x="283686" y="388043"/>
                  </a:lnTo>
                  <a:lnTo>
                    <a:pt x="283303" y="388504"/>
                  </a:lnTo>
                  <a:lnTo>
                    <a:pt x="282735" y="389431"/>
                  </a:lnTo>
                  <a:lnTo>
                    <a:pt x="282265" y="389738"/>
                  </a:lnTo>
                  <a:lnTo>
                    <a:pt x="282080" y="390332"/>
                  </a:lnTo>
                  <a:lnTo>
                    <a:pt x="282296" y="390291"/>
                  </a:lnTo>
                  <a:lnTo>
                    <a:pt x="282426" y="390303"/>
                  </a:lnTo>
                  <a:lnTo>
                    <a:pt x="282884" y="390269"/>
                  </a:lnTo>
                  <a:lnTo>
                    <a:pt x="283275" y="390675"/>
                  </a:lnTo>
                  <a:lnTo>
                    <a:pt x="283609" y="391613"/>
                  </a:lnTo>
                  <a:lnTo>
                    <a:pt x="283210" y="392142"/>
                  </a:lnTo>
                  <a:lnTo>
                    <a:pt x="282997" y="392787"/>
                  </a:lnTo>
                  <a:lnTo>
                    <a:pt x="283548" y="392917"/>
                  </a:lnTo>
                  <a:lnTo>
                    <a:pt x="283763" y="393177"/>
                  </a:lnTo>
                  <a:lnTo>
                    <a:pt x="283672" y="393540"/>
                  </a:lnTo>
                  <a:lnTo>
                    <a:pt x="283573" y="394196"/>
                  </a:lnTo>
                  <a:lnTo>
                    <a:pt x="283990" y="395289"/>
                  </a:lnTo>
                  <a:lnTo>
                    <a:pt x="284435" y="396479"/>
                  </a:lnTo>
                  <a:lnTo>
                    <a:pt x="284433" y="396728"/>
                  </a:lnTo>
                  <a:lnTo>
                    <a:pt x="284416" y="396947"/>
                  </a:lnTo>
                  <a:lnTo>
                    <a:pt x="284371" y="397621"/>
                  </a:lnTo>
                  <a:lnTo>
                    <a:pt x="284383" y="397845"/>
                  </a:lnTo>
                  <a:lnTo>
                    <a:pt x="284399" y="397993"/>
                  </a:lnTo>
                  <a:lnTo>
                    <a:pt x="284408" y="398265"/>
                  </a:lnTo>
                  <a:lnTo>
                    <a:pt x="284355" y="398817"/>
                  </a:lnTo>
                  <a:lnTo>
                    <a:pt x="284516" y="399055"/>
                  </a:lnTo>
                  <a:lnTo>
                    <a:pt x="284643" y="399218"/>
                  </a:lnTo>
                  <a:lnTo>
                    <a:pt x="284850" y="400028"/>
                  </a:lnTo>
                  <a:lnTo>
                    <a:pt x="284706" y="400262"/>
                  </a:lnTo>
                  <a:lnTo>
                    <a:pt x="285037" y="401520"/>
                  </a:lnTo>
                  <a:lnTo>
                    <a:pt x="285015" y="402026"/>
                  </a:lnTo>
                  <a:lnTo>
                    <a:pt x="284995" y="402163"/>
                  </a:lnTo>
                  <a:lnTo>
                    <a:pt x="285303" y="402588"/>
                  </a:lnTo>
                  <a:lnTo>
                    <a:pt x="285517" y="402851"/>
                  </a:lnTo>
                  <a:lnTo>
                    <a:pt x="285581" y="403105"/>
                  </a:lnTo>
                  <a:lnTo>
                    <a:pt x="285434" y="403367"/>
                  </a:lnTo>
                  <a:lnTo>
                    <a:pt x="285309" y="403520"/>
                  </a:lnTo>
                  <a:lnTo>
                    <a:pt x="285208" y="403652"/>
                  </a:lnTo>
                  <a:lnTo>
                    <a:pt x="285132" y="403911"/>
                  </a:lnTo>
                  <a:lnTo>
                    <a:pt x="285155" y="404221"/>
                  </a:lnTo>
                  <a:lnTo>
                    <a:pt x="285137" y="404753"/>
                  </a:lnTo>
                  <a:lnTo>
                    <a:pt x="285087" y="405224"/>
                  </a:lnTo>
                  <a:lnTo>
                    <a:pt x="285202" y="405586"/>
                  </a:lnTo>
                  <a:lnTo>
                    <a:pt x="285385" y="406156"/>
                  </a:lnTo>
                  <a:lnTo>
                    <a:pt x="285449" y="406289"/>
                  </a:lnTo>
                  <a:lnTo>
                    <a:pt x="285516" y="406540"/>
                  </a:lnTo>
                  <a:lnTo>
                    <a:pt x="285638" y="407299"/>
                  </a:lnTo>
                  <a:lnTo>
                    <a:pt x="285826" y="407429"/>
                  </a:lnTo>
                  <a:lnTo>
                    <a:pt x="286094" y="407712"/>
                  </a:lnTo>
                  <a:lnTo>
                    <a:pt x="286021" y="407967"/>
                  </a:lnTo>
                  <a:lnTo>
                    <a:pt x="286265" y="408437"/>
                  </a:lnTo>
                  <a:lnTo>
                    <a:pt x="286323" y="408732"/>
                  </a:lnTo>
                  <a:lnTo>
                    <a:pt x="286216" y="409267"/>
                  </a:lnTo>
                  <a:lnTo>
                    <a:pt x="286334" y="409621"/>
                  </a:lnTo>
                  <a:lnTo>
                    <a:pt x="286311" y="409929"/>
                  </a:lnTo>
                  <a:lnTo>
                    <a:pt x="285764" y="411940"/>
                  </a:lnTo>
                  <a:lnTo>
                    <a:pt x="286491" y="413583"/>
                  </a:lnTo>
                  <a:lnTo>
                    <a:pt x="286276" y="413962"/>
                  </a:lnTo>
                  <a:lnTo>
                    <a:pt x="286074" y="414307"/>
                  </a:lnTo>
                  <a:lnTo>
                    <a:pt x="285650" y="414300"/>
                  </a:lnTo>
                  <a:lnTo>
                    <a:pt x="285518" y="414762"/>
                  </a:lnTo>
                  <a:lnTo>
                    <a:pt x="285733" y="415274"/>
                  </a:lnTo>
                  <a:lnTo>
                    <a:pt x="285404" y="415902"/>
                  </a:lnTo>
                  <a:lnTo>
                    <a:pt x="285629" y="416260"/>
                  </a:lnTo>
                  <a:lnTo>
                    <a:pt x="285769" y="416603"/>
                  </a:lnTo>
                  <a:lnTo>
                    <a:pt x="285778" y="417049"/>
                  </a:lnTo>
                  <a:lnTo>
                    <a:pt x="285911" y="417296"/>
                  </a:lnTo>
                  <a:lnTo>
                    <a:pt x="285630" y="418445"/>
                  </a:lnTo>
                  <a:lnTo>
                    <a:pt x="285322" y="418946"/>
                  </a:lnTo>
                  <a:lnTo>
                    <a:pt x="285133" y="419590"/>
                  </a:lnTo>
                  <a:lnTo>
                    <a:pt x="284939" y="419952"/>
                  </a:lnTo>
                  <a:lnTo>
                    <a:pt x="284893" y="420118"/>
                  </a:lnTo>
                  <a:lnTo>
                    <a:pt x="284991" y="420539"/>
                  </a:lnTo>
                  <a:lnTo>
                    <a:pt x="285288" y="421258"/>
                  </a:lnTo>
                  <a:lnTo>
                    <a:pt x="285306" y="422497"/>
                  </a:lnTo>
                  <a:lnTo>
                    <a:pt x="285012" y="422965"/>
                  </a:lnTo>
                  <a:lnTo>
                    <a:pt x="284728" y="423834"/>
                  </a:lnTo>
                  <a:lnTo>
                    <a:pt x="284279" y="424161"/>
                  </a:lnTo>
                  <a:lnTo>
                    <a:pt x="284305" y="424517"/>
                  </a:lnTo>
                  <a:lnTo>
                    <a:pt x="284316" y="424955"/>
                  </a:lnTo>
                  <a:lnTo>
                    <a:pt x="284317" y="425144"/>
                  </a:lnTo>
                  <a:lnTo>
                    <a:pt x="284284" y="425343"/>
                  </a:lnTo>
                  <a:lnTo>
                    <a:pt x="284179" y="425685"/>
                  </a:lnTo>
                  <a:lnTo>
                    <a:pt x="284146" y="426083"/>
                  </a:lnTo>
                  <a:lnTo>
                    <a:pt x="284147" y="426258"/>
                  </a:lnTo>
                  <a:lnTo>
                    <a:pt x="284397" y="426567"/>
                  </a:lnTo>
                  <a:lnTo>
                    <a:pt x="284743" y="426727"/>
                  </a:lnTo>
                  <a:lnTo>
                    <a:pt x="284904" y="426857"/>
                  </a:lnTo>
                  <a:lnTo>
                    <a:pt x="285176" y="427177"/>
                  </a:lnTo>
                  <a:lnTo>
                    <a:pt x="285140" y="427684"/>
                  </a:lnTo>
                  <a:lnTo>
                    <a:pt x="285125" y="427817"/>
                  </a:lnTo>
                  <a:lnTo>
                    <a:pt x="285092" y="428123"/>
                  </a:lnTo>
                  <a:lnTo>
                    <a:pt x="285048" y="428270"/>
                  </a:lnTo>
                  <a:lnTo>
                    <a:pt x="284405" y="428662"/>
                  </a:lnTo>
                  <a:lnTo>
                    <a:pt x="283829" y="429463"/>
                  </a:lnTo>
                  <a:lnTo>
                    <a:pt x="283383" y="429534"/>
                  </a:lnTo>
                  <a:lnTo>
                    <a:pt x="282754" y="429568"/>
                  </a:lnTo>
                  <a:lnTo>
                    <a:pt x="282383" y="429529"/>
                  </a:lnTo>
                  <a:lnTo>
                    <a:pt x="282271" y="429102"/>
                  </a:lnTo>
                  <a:lnTo>
                    <a:pt x="281840" y="429131"/>
                  </a:lnTo>
                  <a:lnTo>
                    <a:pt x="281736" y="429402"/>
                  </a:lnTo>
                  <a:lnTo>
                    <a:pt x="279907" y="429742"/>
                  </a:lnTo>
                  <a:lnTo>
                    <a:pt x="279443" y="429623"/>
                  </a:lnTo>
                  <a:lnTo>
                    <a:pt x="279121" y="429263"/>
                  </a:lnTo>
                  <a:lnTo>
                    <a:pt x="278888" y="429192"/>
                  </a:lnTo>
                  <a:lnTo>
                    <a:pt x="278661" y="429106"/>
                  </a:lnTo>
                  <a:lnTo>
                    <a:pt x="277867" y="429155"/>
                  </a:lnTo>
                  <a:lnTo>
                    <a:pt x="277093" y="429135"/>
                  </a:lnTo>
                  <a:lnTo>
                    <a:pt x="276909" y="429482"/>
                  </a:lnTo>
                  <a:lnTo>
                    <a:pt x="276619" y="429763"/>
                  </a:lnTo>
                  <a:lnTo>
                    <a:pt x="276542" y="430203"/>
                  </a:lnTo>
                  <a:lnTo>
                    <a:pt x="275998" y="430194"/>
                  </a:lnTo>
                  <a:lnTo>
                    <a:pt x="275512" y="429719"/>
                  </a:lnTo>
                  <a:lnTo>
                    <a:pt x="275275" y="429842"/>
                  </a:lnTo>
                  <a:lnTo>
                    <a:pt x="275115" y="429973"/>
                  </a:lnTo>
                  <a:lnTo>
                    <a:pt x="274597" y="429636"/>
                  </a:lnTo>
                  <a:lnTo>
                    <a:pt x="274588" y="429499"/>
                  </a:lnTo>
                  <a:lnTo>
                    <a:pt x="274157" y="429300"/>
                  </a:lnTo>
                  <a:lnTo>
                    <a:pt x="273824" y="429436"/>
                  </a:lnTo>
                  <a:lnTo>
                    <a:pt x="273777" y="429643"/>
                  </a:lnTo>
                  <a:lnTo>
                    <a:pt x="273604" y="429830"/>
                  </a:lnTo>
                  <a:lnTo>
                    <a:pt x="272984" y="430315"/>
                  </a:lnTo>
                  <a:lnTo>
                    <a:pt x="272744" y="430414"/>
                  </a:lnTo>
                  <a:lnTo>
                    <a:pt x="272328" y="430465"/>
                  </a:lnTo>
                  <a:lnTo>
                    <a:pt x="271923" y="430629"/>
                  </a:lnTo>
                  <a:lnTo>
                    <a:pt x="271916" y="430757"/>
                  </a:lnTo>
                  <a:lnTo>
                    <a:pt x="271826" y="430995"/>
                  </a:lnTo>
                  <a:lnTo>
                    <a:pt x="271349" y="431446"/>
                  </a:lnTo>
                  <a:lnTo>
                    <a:pt x="270288" y="431878"/>
                  </a:lnTo>
                  <a:lnTo>
                    <a:pt x="270068" y="432232"/>
                  </a:lnTo>
                  <a:lnTo>
                    <a:pt x="269874" y="432299"/>
                  </a:lnTo>
                  <a:lnTo>
                    <a:pt x="269604" y="432427"/>
                  </a:lnTo>
                  <a:lnTo>
                    <a:pt x="269614" y="432754"/>
                  </a:lnTo>
                  <a:lnTo>
                    <a:pt x="269392" y="432965"/>
                  </a:lnTo>
                  <a:lnTo>
                    <a:pt x="269235" y="432980"/>
                  </a:lnTo>
                  <a:lnTo>
                    <a:pt x="268587" y="433206"/>
                  </a:lnTo>
                  <a:lnTo>
                    <a:pt x="268408" y="433354"/>
                  </a:lnTo>
                  <a:lnTo>
                    <a:pt x="268173" y="433524"/>
                  </a:lnTo>
                  <a:lnTo>
                    <a:pt x="268073" y="433826"/>
                  </a:lnTo>
                  <a:lnTo>
                    <a:pt x="267601" y="433716"/>
                  </a:lnTo>
                  <a:lnTo>
                    <a:pt x="267214" y="433661"/>
                  </a:lnTo>
                  <a:lnTo>
                    <a:pt x="267014" y="433648"/>
                  </a:lnTo>
                  <a:lnTo>
                    <a:pt x="266820" y="433584"/>
                  </a:lnTo>
                  <a:lnTo>
                    <a:pt x="266489" y="434024"/>
                  </a:lnTo>
                  <a:lnTo>
                    <a:pt x="266010" y="434690"/>
                  </a:lnTo>
                  <a:lnTo>
                    <a:pt x="265506" y="435015"/>
                  </a:lnTo>
                  <a:lnTo>
                    <a:pt x="264886" y="436117"/>
                  </a:lnTo>
                  <a:lnTo>
                    <a:pt x="264632" y="436473"/>
                  </a:lnTo>
                  <a:lnTo>
                    <a:pt x="264616" y="436968"/>
                  </a:lnTo>
                  <a:lnTo>
                    <a:pt x="264765" y="437083"/>
                  </a:lnTo>
                  <a:lnTo>
                    <a:pt x="264779" y="437242"/>
                  </a:lnTo>
                  <a:lnTo>
                    <a:pt x="264966" y="437517"/>
                  </a:lnTo>
                  <a:lnTo>
                    <a:pt x="265135" y="437819"/>
                  </a:lnTo>
                  <a:lnTo>
                    <a:pt x="265094" y="438022"/>
                  </a:lnTo>
                  <a:lnTo>
                    <a:pt x="264961" y="438293"/>
                  </a:lnTo>
                  <a:lnTo>
                    <a:pt x="264908" y="438432"/>
                  </a:lnTo>
                  <a:lnTo>
                    <a:pt x="264495" y="438602"/>
                  </a:lnTo>
                  <a:lnTo>
                    <a:pt x="263403" y="439288"/>
                  </a:lnTo>
                  <a:lnTo>
                    <a:pt x="262637" y="439922"/>
                  </a:lnTo>
                  <a:lnTo>
                    <a:pt x="262278" y="441248"/>
                  </a:lnTo>
                  <a:lnTo>
                    <a:pt x="262154" y="441702"/>
                  </a:lnTo>
                  <a:lnTo>
                    <a:pt x="262028" y="442017"/>
                  </a:lnTo>
                  <a:lnTo>
                    <a:pt x="261993" y="442179"/>
                  </a:lnTo>
                  <a:lnTo>
                    <a:pt x="261888" y="442520"/>
                  </a:lnTo>
                  <a:lnTo>
                    <a:pt x="260894" y="443471"/>
                  </a:lnTo>
                  <a:lnTo>
                    <a:pt x="259888" y="444148"/>
                  </a:lnTo>
                  <a:lnTo>
                    <a:pt x="259453" y="444645"/>
                  </a:lnTo>
                  <a:lnTo>
                    <a:pt x="259695" y="445932"/>
                  </a:lnTo>
                  <a:lnTo>
                    <a:pt x="259893" y="446112"/>
                  </a:lnTo>
                  <a:lnTo>
                    <a:pt x="259971" y="446279"/>
                  </a:lnTo>
                  <a:lnTo>
                    <a:pt x="260177" y="446859"/>
                  </a:lnTo>
                  <a:lnTo>
                    <a:pt x="260161" y="447403"/>
                  </a:lnTo>
                  <a:lnTo>
                    <a:pt x="260126" y="447638"/>
                  </a:lnTo>
                  <a:lnTo>
                    <a:pt x="260028" y="448102"/>
                  </a:lnTo>
                  <a:lnTo>
                    <a:pt x="259640" y="449147"/>
                  </a:lnTo>
                  <a:lnTo>
                    <a:pt x="259603" y="449278"/>
                  </a:lnTo>
                  <a:lnTo>
                    <a:pt x="259587" y="449463"/>
                  </a:lnTo>
                  <a:lnTo>
                    <a:pt x="259425" y="449491"/>
                  </a:lnTo>
                  <a:lnTo>
                    <a:pt x="259293" y="449493"/>
                  </a:lnTo>
                  <a:lnTo>
                    <a:pt x="259122" y="449533"/>
                  </a:lnTo>
                  <a:lnTo>
                    <a:pt x="258825" y="449664"/>
                  </a:lnTo>
                  <a:lnTo>
                    <a:pt x="258630" y="449791"/>
                  </a:lnTo>
                  <a:lnTo>
                    <a:pt x="258498" y="449733"/>
                  </a:lnTo>
                  <a:lnTo>
                    <a:pt x="258308" y="449656"/>
                  </a:lnTo>
                  <a:lnTo>
                    <a:pt x="258030" y="449606"/>
                  </a:lnTo>
                  <a:lnTo>
                    <a:pt x="257800" y="449595"/>
                  </a:lnTo>
                  <a:lnTo>
                    <a:pt x="257472" y="450041"/>
                  </a:lnTo>
                  <a:lnTo>
                    <a:pt x="257061" y="450407"/>
                  </a:lnTo>
                  <a:lnTo>
                    <a:pt x="256821" y="450566"/>
                  </a:lnTo>
                  <a:lnTo>
                    <a:pt x="256645" y="450632"/>
                  </a:lnTo>
                  <a:lnTo>
                    <a:pt x="256164" y="450595"/>
                  </a:lnTo>
                  <a:lnTo>
                    <a:pt x="256037" y="450451"/>
                  </a:lnTo>
                  <a:lnTo>
                    <a:pt x="255998" y="450319"/>
                  </a:lnTo>
                  <a:lnTo>
                    <a:pt x="255935" y="450052"/>
                  </a:lnTo>
                  <a:lnTo>
                    <a:pt x="255685" y="449961"/>
                  </a:lnTo>
                  <a:lnTo>
                    <a:pt x="255466" y="449832"/>
                  </a:lnTo>
                  <a:lnTo>
                    <a:pt x="255310" y="449763"/>
                  </a:lnTo>
                  <a:lnTo>
                    <a:pt x="255164" y="449704"/>
                  </a:lnTo>
                  <a:lnTo>
                    <a:pt x="254839" y="449849"/>
                  </a:lnTo>
                  <a:lnTo>
                    <a:pt x="254663" y="450003"/>
                  </a:lnTo>
                  <a:lnTo>
                    <a:pt x="254482" y="450273"/>
                  </a:lnTo>
                  <a:lnTo>
                    <a:pt x="254132" y="450401"/>
                  </a:lnTo>
                  <a:lnTo>
                    <a:pt x="254071" y="450249"/>
                  </a:lnTo>
                  <a:lnTo>
                    <a:pt x="253763" y="450085"/>
                  </a:lnTo>
                  <a:lnTo>
                    <a:pt x="253987" y="449714"/>
                  </a:lnTo>
                  <a:lnTo>
                    <a:pt x="254087" y="449540"/>
                  </a:lnTo>
                  <a:lnTo>
                    <a:pt x="254153" y="449128"/>
                  </a:lnTo>
                  <a:lnTo>
                    <a:pt x="254057" y="448875"/>
                  </a:lnTo>
                  <a:lnTo>
                    <a:pt x="253799" y="448547"/>
                  </a:lnTo>
                  <a:lnTo>
                    <a:pt x="253609" y="448566"/>
                  </a:lnTo>
                  <a:lnTo>
                    <a:pt x="253087" y="448304"/>
                  </a:lnTo>
                  <a:lnTo>
                    <a:pt x="252586" y="448406"/>
                  </a:lnTo>
                  <a:lnTo>
                    <a:pt x="252420" y="448407"/>
                  </a:lnTo>
                  <a:lnTo>
                    <a:pt x="252221" y="448287"/>
                  </a:lnTo>
                  <a:lnTo>
                    <a:pt x="252152" y="448099"/>
                  </a:lnTo>
                  <a:lnTo>
                    <a:pt x="252071" y="447801"/>
                  </a:lnTo>
                  <a:lnTo>
                    <a:pt x="251873" y="447722"/>
                  </a:lnTo>
                  <a:lnTo>
                    <a:pt x="251831" y="447485"/>
                  </a:lnTo>
                  <a:lnTo>
                    <a:pt x="251715" y="447139"/>
                  </a:lnTo>
                  <a:lnTo>
                    <a:pt x="251860" y="446872"/>
                  </a:lnTo>
                  <a:lnTo>
                    <a:pt x="252084" y="446450"/>
                  </a:lnTo>
                  <a:lnTo>
                    <a:pt x="252223" y="446060"/>
                  </a:lnTo>
                  <a:lnTo>
                    <a:pt x="252125" y="445676"/>
                  </a:lnTo>
                  <a:lnTo>
                    <a:pt x="252101" y="445436"/>
                  </a:lnTo>
                  <a:lnTo>
                    <a:pt x="251986" y="445114"/>
                  </a:lnTo>
                  <a:lnTo>
                    <a:pt x="251932" y="444979"/>
                  </a:lnTo>
                  <a:lnTo>
                    <a:pt x="251910" y="444746"/>
                  </a:lnTo>
                  <a:lnTo>
                    <a:pt x="251959" y="444584"/>
                  </a:lnTo>
                  <a:lnTo>
                    <a:pt x="252212" y="444387"/>
                  </a:lnTo>
                  <a:lnTo>
                    <a:pt x="252153" y="443749"/>
                  </a:lnTo>
                  <a:lnTo>
                    <a:pt x="252168" y="443492"/>
                  </a:lnTo>
                  <a:lnTo>
                    <a:pt x="252428" y="443186"/>
                  </a:lnTo>
                  <a:lnTo>
                    <a:pt x="252599" y="442728"/>
                  </a:lnTo>
                  <a:lnTo>
                    <a:pt x="252731" y="442116"/>
                  </a:lnTo>
                  <a:lnTo>
                    <a:pt x="252920" y="441596"/>
                  </a:lnTo>
                  <a:lnTo>
                    <a:pt x="252955" y="441241"/>
                  </a:lnTo>
                  <a:lnTo>
                    <a:pt x="252803" y="441333"/>
                  </a:lnTo>
                  <a:lnTo>
                    <a:pt x="252494" y="441294"/>
                  </a:lnTo>
                  <a:lnTo>
                    <a:pt x="252243" y="441358"/>
                  </a:lnTo>
                  <a:lnTo>
                    <a:pt x="252059" y="441449"/>
                  </a:lnTo>
                  <a:lnTo>
                    <a:pt x="251604" y="440923"/>
                  </a:lnTo>
                  <a:lnTo>
                    <a:pt x="251451" y="440951"/>
                  </a:lnTo>
                  <a:lnTo>
                    <a:pt x="251167" y="440953"/>
                  </a:lnTo>
                  <a:lnTo>
                    <a:pt x="250895" y="440858"/>
                  </a:lnTo>
                  <a:lnTo>
                    <a:pt x="250986" y="440668"/>
                  </a:lnTo>
                  <a:lnTo>
                    <a:pt x="250957" y="440490"/>
                  </a:lnTo>
                  <a:lnTo>
                    <a:pt x="250690" y="440432"/>
                  </a:lnTo>
                  <a:lnTo>
                    <a:pt x="250546" y="440219"/>
                  </a:lnTo>
                  <a:lnTo>
                    <a:pt x="250308" y="440018"/>
                  </a:lnTo>
                  <a:lnTo>
                    <a:pt x="250214" y="439721"/>
                  </a:lnTo>
                  <a:lnTo>
                    <a:pt x="250195" y="439496"/>
                  </a:lnTo>
                  <a:lnTo>
                    <a:pt x="250214" y="439231"/>
                  </a:lnTo>
                  <a:lnTo>
                    <a:pt x="250276" y="439081"/>
                  </a:lnTo>
                  <a:lnTo>
                    <a:pt x="250008" y="438813"/>
                  </a:lnTo>
                  <a:lnTo>
                    <a:pt x="249691" y="438748"/>
                  </a:lnTo>
                  <a:lnTo>
                    <a:pt x="249039" y="438641"/>
                  </a:lnTo>
                  <a:lnTo>
                    <a:pt x="248440" y="438755"/>
                  </a:lnTo>
                  <a:lnTo>
                    <a:pt x="247789" y="439080"/>
                  </a:lnTo>
                  <a:lnTo>
                    <a:pt x="247844" y="439415"/>
                  </a:lnTo>
                  <a:lnTo>
                    <a:pt x="247919" y="439576"/>
                  </a:lnTo>
                  <a:lnTo>
                    <a:pt x="247963" y="439941"/>
                  </a:lnTo>
                  <a:lnTo>
                    <a:pt x="247868" y="440105"/>
                  </a:lnTo>
                  <a:lnTo>
                    <a:pt x="247549" y="440256"/>
                  </a:lnTo>
                  <a:lnTo>
                    <a:pt x="247417" y="440344"/>
                  </a:lnTo>
                  <a:lnTo>
                    <a:pt x="247084" y="440627"/>
                  </a:lnTo>
                  <a:lnTo>
                    <a:pt x="246782" y="440893"/>
                  </a:lnTo>
                  <a:lnTo>
                    <a:pt x="246723" y="441148"/>
                  </a:lnTo>
                  <a:lnTo>
                    <a:pt x="246875" y="441489"/>
                  </a:lnTo>
                  <a:lnTo>
                    <a:pt x="247139" y="441614"/>
                  </a:lnTo>
                  <a:lnTo>
                    <a:pt x="246837" y="441925"/>
                  </a:lnTo>
                  <a:lnTo>
                    <a:pt x="246818" y="442113"/>
                  </a:lnTo>
                  <a:lnTo>
                    <a:pt x="246961" y="442416"/>
                  </a:lnTo>
                  <a:lnTo>
                    <a:pt x="247279" y="442582"/>
                  </a:lnTo>
                  <a:lnTo>
                    <a:pt x="247290" y="442750"/>
                  </a:lnTo>
                  <a:lnTo>
                    <a:pt x="246901" y="443070"/>
                  </a:lnTo>
                  <a:lnTo>
                    <a:pt x="246226" y="443317"/>
                  </a:lnTo>
                  <a:lnTo>
                    <a:pt x="246379" y="443895"/>
                  </a:lnTo>
                  <a:lnTo>
                    <a:pt x="246175" y="443907"/>
                  </a:lnTo>
                  <a:lnTo>
                    <a:pt x="246033" y="443911"/>
                  </a:lnTo>
                  <a:lnTo>
                    <a:pt x="245660" y="443866"/>
                  </a:lnTo>
                  <a:lnTo>
                    <a:pt x="245322" y="443743"/>
                  </a:lnTo>
                  <a:lnTo>
                    <a:pt x="244934" y="443701"/>
                  </a:lnTo>
                  <a:lnTo>
                    <a:pt x="244429" y="443572"/>
                  </a:lnTo>
                  <a:lnTo>
                    <a:pt x="244164" y="443410"/>
                  </a:lnTo>
                  <a:lnTo>
                    <a:pt x="243742" y="443454"/>
                  </a:lnTo>
                  <a:lnTo>
                    <a:pt x="243551" y="443302"/>
                  </a:lnTo>
                  <a:lnTo>
                    <a:pt x="243238" y="442849"/>
                  </a:lnTo>
                  <a:lnTo>
                    <a:pt x="242913" y="442908"/>
                  </a:lnTo>
                  <a:lnTo>
                    <a:pt x="242852" y="443172"/>
                  </a:lnTo>
                  <a:lnTo>
                    <a:pt x="242774" y="443347"/>
                  </a:lnTo>
                  <a:lnTo>
                    <a:pt x="242537" y="443671"/>
                  </a:lnTo>
                  <a:lnTo>
                    <a:pt x="242458" y="443867"/>
                  </a:lnTo>
                  <a:lnTo>
                    <a:pt x="242336" y="444189"/>
                  </a:lnTo>
                  <a:lnTo>
                    <a:pt x="242085" y="444237"/>
                  </a:lnTo>
                  <a:lnTo>
                    <a:pt x="242215" y="444630"/>
                  </a:lnTo>
                  <a:lnTo>
                    <a:pt x="242303" y="445032"/>
                  </a:lnTo>
                  <a:lnTo>
                    <a:pt x="242032" y="445140"/>
                  </a:lnTo>
                  <a:lnTo>
                    <a:pt x="241981" y="445332"/>
                  </a:lnTo>
                  <a:lnTo>
                    <a:pt x="241938" y="445601"/>
                  </a:lnTo>
                  <a:lnTo>
                    <a:pt x="241589" y="445955"/>
                  </a:lnTo>
                  <a:lnTo>
                    <a:pt x="241446" y="445772"/>
                  </a:lnTo>
                  <a:lnTo>
                    <a:pt x="241357" y="445493"/>
                  </a:lnTo>
                  <a:lnTo>
                    <a:pt x="241037" y="445524"/>
                  </a:lnTo>
                  <a:lnTo>
                    <a:pt x="240949" y="445301"/>
                  </a:lnTo>
                  <a:lnTo>
                    <a:pt x="240880" y="444997"/>
                  </a:lnTo>
                  <a:lnTo>
                    <a:pt x="240954" y="444723"/>
                  </a:lnTo>
                  <a:lnTo>
                    <a:pt x="240656" y="444334"/>
                  </a:lnTo>
                  <a:lnTo>
                    <a:pt x="240191" y="444502"/>
                  </a:lnTo>
                  <a:lnTo>
                    <a:pt x="240048" y="444563"/>
                  </a:lnTo>
                  <a:lnTo>
                    <a:pt x="239900" y="444861"/>
                  </a:lnTo>
                  <a:lnTo>
                    <a:pt x="239625" y="445042"/>
                  </a:lnTo>
                  <a:lnTo>
                    <a:pt x="239330" y="445385"/>
                  </a:lnTo>
                  <a:lnTo>
                    <a:pt x="239044" y="445560"/>
                  </a:lnTo>
                  <a:lnTo>
                    <a:pt x="239047" y="445748"/>
                  </a:lnTo>
                  <a:lnTo>
                    <a:pt x="238981" y="446083"/>
                  </a:lnTo>
                  <a:lnTo>
                    <a:pt x="238717" y="445755"/>
                  </a:lnTo>
                  <a:lnTo>
                    <a:pt x="238567" y="445673"/>
                  </a:lnTo>
                  <a:lnTo>
                    <a:pt x="238132" y="445320"/>
                  </a:lnTo>
                  <a:lnTo>
                    <a:pt x="237887" y="445434"/>
                  </a:lnTo>
                  <a:lnTo>
                    <a:pt x="237375" y="445693"/>
                  </a:lnTo>
                  <a:lnTo>
                    <a:pt x="237046" y="445713"/>
                  </a:lnTo>
                  <a:lnTo>
                    <a:pt x="236804" y="445771"/>
                  </a:lnTo>
                  <a:lnTo>
                    <a:pt x="236458" y="446031"/>
                  </a:lnTo>
                  <a:lnTo>
                    <a:pt x="236047" y="445756"/>
                  </a:lnTo>
                  <a:lnTo>
                    <a:pt x="235850" y="445500"/>
                  </a:lnTo>
                  <a:lnTo>
                    <a:pt x="235692" y="445516"/>
                  </a:lnTo>
                  <a:lnTo>
                    <a:pt x="234724" y="445794"/>
                  </a:lnTo>
                  <a:lnTo>
                    <a:pt x="234673" y="446076"/>
                  </a:lnTo>
                  <a:lnTo>
                    <a:pt x="234462" y="446362"/>
                  </a:lnTo>
                  <a:lnTo>
                    <a:pt x="234278" y="446535"/>
                  </a:lnTo>
                  <a:lnTo>
                    <a:pt x="234092" y="446620"/>
                  </a:lnTo>
                  <a:lnTo>
                    <a:pt x="233814" y="446572"/>
                  </a:lnTo>
                  <a:lnTo>
                    <a:pt x="233828" y="446433"/>
                  </a:lnTo>
                  <a:lnTo>
                    <a:pt x="233633" y="446180"/>
                  </a:lnTo>
                  <a:lnTo>
                    <a:pt x="233526" y="445943"/>
                  </a:lnTo>
                  <a:lnTo>
                    <a:pt x="233387" y="445753"/>
                  </a:lnTo>
                  <a:lnTo>
                    <a:pt x="233231" y="445723"/>
                  </a:lnTo>
                  <a:lnTo>
                    <a:pt x="232902" y="445447"/>
                  </a:lnTo>
                  <a:lnTo>
                    <a:pt x="232531" y="445401"/>
                  </a:lnTo>
                  <a:lnTo>
                    <a:pt x="232226" y="445499"/>
                  </a:lnTo>
                  <a:lnTo>
                    <a:pt x="232017" y="445466"/>
                  </a:lnTo>
                  <a:lnTo>
                    <a:pt x="231744" y="445310"/>
                  </a:lnTo>
                  <a:lnTo>
                    <a:pt x="231470" y="445080"/>
                  </a:lnTo>
                  <a:lnTo>
                    <a:pt x="231540" y="444925"/>
                  </a:lnTo>
                  <a:lnTo>
                    <a:pt x="231620" y="444552"/>
                  </a:lnTo>
                  <a:lnTo>
                    <a:pt x="231254" y="444037"/>
                  </a:lnTo>
                  <a:lnTo>
                    <a:pt x="231165" y="443577"/>
                  </a:lnTo>
                  <a:lnTo>
                    <a:pt x="231768" y="443120"/>
                  </a:lnTo>
                  <a:lnTo>
                    <a:pt x="231591" y="443089"/>
                  </a:lnTo>
                  <a:lnTo>
                    <a:pt x="231459" y="443201"/>
                  </a:lnTo>
                  <a:lnTo>
                    <a:pt x="231024" y="443284"/>
                  </a:lnTo>
                  <a:lnTo>
                    <a:pt x="230787" y="443088"/>
                  </a:lnTo>
                  <a:lnTo>
                    <a:pt x="230411" y="442868"/>
                  </a:lnTo>
                  <a:lnTo>
                    <a:pt x="230137" y="443161"/>
                  </a:lnTo>
                  <a:lnTo>
                    <a:pt x="229950" y="443100"/>
                  </a:lnTo>
                  <a:lnTo>
                    <a:pt x="229583" y="442856"/>
                  </a:lnTo>
                  <a:lnTo>
                    <a:pt x="229316" y="442969"/>
                  </a:lnTo>
                  <a:lnTo>
                    <a:pt x="229108" y="443118"/>
                  </a:lnTo>
                  <a:lnTo>
                    <a:pt x="228881" y="443214"/>
                  </a:lnTo>
                  <a:lnTo>
                    <a:pt x="228621" y="443388"/>
                  </a:lnTo>
                  <a:lnTo>
                    <a:pt x="228560" y="443131"/>
                  </a:lnTo>
                  <a:lnTo>
                    <a:pt x="228488" y="442816"/>
                  </a:lnTo>
                  <a:lnTo>
                    <a:pt x="228085" y="442868"/>
                  </a:lnTo>
                  <a:lnTo>
                    <a:pt x="227917" y="443006"/>
                  </a:lnTo>
                  <a:lnTo>
                    <a:pt x="227406" y="442895"/>
                  </a:lnTo>
                  <a:lnTo>
                    <a:pt x="227409" y="442656"/>
                  </a:lnTo>
                  <a:lnTo>
                    <a:pt x="227517" y="442478"/>
                  </a:lnTo>
                  <a:lnTo>
                    <a:pt x="227688" y="442245"/>
                  </a:lnTo>
                  <a:lnTo>
                    <a:pt x="227483" y="441835"/>
                  </a:lnTo>
                  <a:lnTo>
                    <a:pt x="227263" y="441968"/>
                  </a:lnTo>
                  <a:lnTo>
                    <a:pt x="227085" y="441946"/>
                  </a:lnTo>
                  <a:lnTo>
                    <a:pt x="226666" y="441995"/>
                  </a:lnTo>
                  <a:lnTo>
                    <a:pt x="226447" y="441979"/>
                  </a:lnTo>
                  <a:lnTo>
                    <a:pt x="226245" y="441840"/>
                  </a:lnTo>
                  <a:lnTo>
                    <a:pt x="226148" y="441631"/>
                  </a:lnTo>
                  <a:lnTo>
                    <a:pt x="225918" y="441513"/>
                  </a:lnTo>
                  <a:lnTo>
                    <a:pt x="225803" y="441229"/>
                  </a:lnTo>
                  <a:lnTo>
                    <a:pt x="225572" y="441004"/>
                  </a:lnTo>
                  <a:lnTo>
                    <a:pt x="225628" y="440674"/>
                  </a:lnTo>
                  <a:lnTo>
                    <a:pt x="225460" y="440482"/>
                  </a:lnTo>
                  <a:lnTo>
                    <a:pt x="225238" y="440387"/>
                  </a:lnTo>
                  <a:lnTo>
                    <a:pt x="225032" y="440254"/>
                  </a:lnTo>
                  <a:lnTo>
                    <a:pt x="225075" y="440108"/>
                  </a:lnTo>
                  <a:lnTo>
                    <a:pt x="225048" y="439954"/>
                  </a:lnTo>
                  <a:lnTo>
                    <a:pt x="224838" y="439930"/>
                  </a:lnTo>
                  <a:lnTo>
                    <a:pt x="224576" y="439894"/>
                  </a:lnTo>
                  <a:lnTo>
                    <a:pt x="224398" y="439770"/>
                  </a:lnTo>
                  <a:lnTo>
                    <a:pt x="223961" y="439825"/>
                  </a:lnTo>
                  <a:lnTo>
                    <a:pt x="223687" y="439749"/>
                  </a:lnTo>
                  <a:lnTo>
                    <a:pt x="223644" y="439948"/>
                  </a:lnTo>
                  <a:lnTo>
                    <a:pt x="223488" y="440114"/>
                  </a:lnTo>
                  <a:lnTo>
                    <a:pt x="223125" y="440243"/>
                  </a:lnTo>
                  <a:lnTo>
                    <a:pt x="222963" y="440185"/>
                  </a:lnTo>
                  <a:lnTo>
                    <a:pt x="222727" y="440471"/>
                  </a:lnTo>
                  <a:lnTo>
                    <a:pt x="222522" y="441016"/>
                  </a:lnTo>
                  <a:lnTo>
                    <a:pt x="222366" y="441089"/>
                  </a:lnTo>
                  <a:lnTo>
                    <a:pt x="222049" y="441054"/>
                  </a:lnTo>
                  <a:lnTo>
                    <a:pt x="221642" y="441366"/>
                  </a:lnTo>
                  <a:lnTo>
                    <a:pt x="221340" y="441317"/>
                  </a:lnTo>
                  <a:lnTo>
                    <a:pt x="220958" y="440637"/>
                  </a:lnTo>
                  <a:lnTo>
                    <a:pt x="220936" y="440094"/>
                  </a:lnTo>
                  <a:lnTo>
                    <a:pt x="220809" y="439464"/>
                  </a:lnTo>
                  <a:lnTo>
                    <a:pt x="220711" y="439006"/>
                  </a:lnTo>
                  <a:lnTo>
                    <a:pt x="220441" y="438440"/>
                  </a:lnTo>
                  <a:lnTo>
                    <a:pt x="220527" y="438109"/>
                  </a:lnTo>
                  <a:lnTo>
                    <a:pt x="220460" y="437764"/>
                  </a:lnTo>
                  <a:lnTo>
                    <a:pt x="220656" y="437470"/>
                  </a:lnTo>
                  <a:lnTo>
                    <a:pt x="220678" y="437003"/>
                  </a:lnTo>
                  <a:lnTo>
                    <a:pt x="220550" y="436571"/>
                  </a:lnTo>
                  <a:lnTo>
                    <a:pt x="220685" y="436497"/>
                  </a:lnTo>
                  <a:lnTo>
                    <a:pt x="220830" y="436332"/>
                  </a:lnTo>
                  <a:lnTo>
                    <a:pt x="220915" y="435938"/>
                  </a:lnTo>
                  <a:lnTo>
                    <a:pt x="221186" y="435808"/>
                  </a:lnTo>
                  <a:lnTo>
                    <a:pt x="221490" y="435542"/>
                  </a:lnTo>
                  <a:lnTo>
                    <a:pt x="221706" y="435154"/>
                  </a:lnTo>
                  <a:lnTo>
                    <a:pt x="221713" y="434902"/>
                  </a:lnTo>
                  <a:lnTo>
                    <a:pt x="221710" y="434620"/>
                  </a:lnTo>
                  <a:lnTo>
                    <a:pt x="222011" y="434056"/>
                  </a:lnTo>
                  <a:lnTo>
                    <a:pt x="222402" y="434053"/>
                  </a:lnTo>
                  <a:lnTo>
                    <a:pt x="222491" y="433828"/>
                  </a:lnTo>
                  <a:lnTo>
                    <a:pt x="222438" y="433375"/>
                  </a:lnTo>
                  <a:lnTo>
                    <a:pt x="221933" y="433121"/>
                  </a:lnTo>
                  <a:lnTo>
                    <a:pt x="221944" y="432979"/>
                  </a:lnTo>
                  <a:lnTo>
                    <a:pt x="222053" y="432672"/>
                  </a:lnTo>
                  <a:lnTo>
                    <a:pt x="222038" y="432444"/>
                  </a:lnTo>
                  <a:lnTo>
                    <a:pt x="222073" y="432160"/>
                  </a:lnTo>
                  <a:lnTo>
                    <a:pt x="222203" y="431915"/>
                  </a:lnTo>
                  <a:lnTo>
                    <a:pt x="222111" y="431707"/>
                  </a:lnTo>
                  <a:lnTo>
                    <a:pt x="222078" y="431400"/>
                  </a:lnTo>
                  <a:lnTo>
                    <a:pt x="222239" y="430852"/>
                  </a:lnTo>
                  <a:lnTo>
                    <a:pt x="222353" y="430617"/>
                  </a:lnTo>
                  <a:lnTo>
                    <a:pt x="222259" y="430246"/>
                  </a:lnTo>
                  <a:lnTo>
                    <a:pt x="222188" y="430114"/>
                  </a:lnTo>
                  <a:lnTo>
                    <a:pt x="221949" y="430059"/>
                  </a:lnTo>
                  <a:lnTo>
                    <a:pt x="221820" y="430107"/>
                  </a:lnTo>
                  <a:lnTo>
                    <a:pt x="221481" y="430073"/>
                  </a:lnTo>
                  <a:lnTo>
                    <a:pt x="221316" y="429997"/>
                  </a:lnTo>
                  <a:lnTo>
                    <a:pt x="221018" y="430008"/>
                  </a:lnTo>
                  <a:lnTo>
                    <a:pt x="220794" y="429918"/>
                  </a:lnTo>
                  <a:lnTo>
                    <a:pt x="220635" y="430198"/>
                  </a:lnTo>
                  <a:lnTo>
                    <a:pt x="220733" y="430388"/>
                  </a:lnTo>
                  <a:lnTo>
                    <a:pt x="220532" y="430571"/>
                  </a:lnTo>
                  <a:lnTo>
                    <a:pt x="220301" y="430867"/>
                  </a:lnTo>
                  <a:lnTo>
                    <a:pt x="220328" y="431010"/>
                  </a:lnTo>
                  <a:lnTo>
                    <a:pt x="220038" y="431270"/>
                  </a:lnTo>
                  <a:lnTo>
                    <a:pt x="219954" y="431429"/>
                  </a:lnTo>
                  <a:lnTo>
                    <a:pt x="219636" y="431319"/>
                  </a:lnTo>
                  <a:lnTo>
                    <a:pt x="219570" y="431055"/>
                  </a:lnTo>
                  <a:lnTo>
                    <a:pt x="219630" y="430905"/>
                  </a:lnTo>
                  <a:lnTo>
                    <a:pt x="219481" y="430784"/>
                  </a:lnTo>
                  <a:lnTo>
                    <a:pt x="219295" y="430234"/>
                  </a:lnTo>
                  <a:lnTo>
                    <a:pt x="219032" y="429931"/>
                  </a:lnTo>
                  <a:lnTo>
                    <a:pt x="218733" y="429979"/>
                  </a:lnTo>
                  <a:lnTo>
                    <a:pt x="218497" y="430253"/>
                  </a:lnTo>
                  <a:lnTo>
                    <a:pt x="218071" y="430797"/>
                  </a:lnTo>
                  <a:lnTo>
                    <a:pt x="218440" y="431460"/>
                  </a:lnTo>
                  <a:lnTo>
                    <a:pt x="218229" y="431580"/>
                  </a:lnTo>
                  <a:lnTo>
                    <a:pt x="217907" y="431414"/>
                  </a:lnTo>
                  <a:lnTo>
                    <a:pt x="217877" y="431243"/>
                  </a:lnTo>
                  <a:lnTo>
                    <a:pt x="217542" y="431325"/>
                  </a:lnTo>
                  <a:lnTo>
                    <a:pt x="217257" y="431414"/>
                  </a:lnTo>
                  <a:lnTo>
                    <a:pt x="216916" y="431407"/>
                  </a:lnTo>
                  <a:lnTo>
                    <a:pt x="216581" y="431585"/>
                  </a:lnTo>
                  <a:lnTo>
                    <a:pt x="216531" y="431721"/>
                  </a:lnTo>
                  <a:lnTo>
                    <a:pt x="215928" y="431468"/>
                  </a:lnTo>
                  <a:lnTo>
                    <a:pt x="215896" y="431803"/>
                  </a:lnTo>
                  <a:lnTo>
                    <a:pt x="215673" y="432096"/>
                  </a:lnTo>
                  <a:lnTo>
                    <a:pt x="215329" y="432012"/>
                  </a:lnTo>
                  <a:lnTo>
                    <a:pt x="215088" y="431775"/>
                  </a:lnTo>
                  <a:lnTo>
                    <a:pt x="214743" y="431913"/>
                  </a:lnTo>
                  <a:lnTo>
                    <a:pt x="214582" y="431910"/>
                  </a:lnTo>
                  <a:lnTo>
                    <a:pt x="214370" y="431801"/>
                  </a:lnTo>
                  <a:lnTo>
                    <a:pt x="214425" y="431659"/>
                  </a:lnTo>
                  <a:lnTo>
                    <a:pt x="214313" y="431443"/>
                  </a:lnTo>
                  <a:lnTo>
                    <a:pt x="214195" y="431264"/>
                  </a:lnTo>
                  <a:lnTo>
                    <a:pt x="213638" y="430986"/>
                  </a:lnTo>
                  <a:lnTo>
                    <a:pt x="213333" y="431001"/>
                  </a:lnTo>
                  <a:lnTo>
                    <a:pt x="213089" y="431178"/>
                  </a:lnTo>
                  <a:lnTo>
                    <a:pt x="212831" y="431395"/>
                  </a:lnTo>
                  <a:lnTo>
                    <a:pt x="212700" y="431336"/>
                  </a:lnTo>
                  <a:lnTo>
                    <a:pt x="212470" y="431195"/>
                  </a:lnTo>
                  <a:lnTo>
                    <a:pt x="211999" y="431060"/>
                  </a:lnTo>
                  <a:lnTo>
                    <a:pt x="211742" y="431034"/>
                  </a:lnTo>
                  <a:lnTo>
                    <a:pt x="211337" y="430748"/>
                  </a:lnTo>
                  <a:lnTo>
                    <a:pt x="211071" y="430591"/>
                  </a:lnTo>
                  <a:lnTo>
                    <a:pt x="210928" y="430554"/>
                  </a:lnTo>
                  <a:lnTo>
                    <a:pt x="210600" y="430615"/>
                  </a:lnTo>
                  <a:lnTo>
                    <a:pt x="210083" y="430661"/>
                  </a:lnTo>
                  <a:lnTo>
                    <a:pt x="209754" y="430670"/>
                  </a:lnTo>
                  <a:lnTo>
                    <a:pt x="209438" y="430784"/>
                  </a:lnTo>
                  <a:lnTo>
                    <a:pt x="209044" y="430648"/>
                  </a:lnTo>
                  <a:lnTo>
                    <a:pt x="208787" y="430696"/>
                  </a:lnTo>
                  <a:lnTo>
                    <a:pt x="208537" y="430815"/>
                  </a:lnTo>
                  <a:lnTo>
                    <a:pt x="208486" y="430607"/>
                  </a:lnTo>
                  <a:lnTo>
                    <a:pt x="208138" y="430192"/>
                  </a:lnTo>
                  <a:lnTo>
                    <a:pt x="207823" y="429959"/>
                  </a:lnTo>
                  <a:lnTo>
                    <a:pt x="207437" y="429238"/>
                  </a:lnTo>
                  <a:lnTo>
                    <a:pt x="207298" y="429145"/>
                  </a:lnTo>
                  <a:lnTo>
                    <a:pt x="206933" y="428684"/>
                  </a:lnTo>
                  <a:lnTo>
                    <a:pt x="206706" y="428042"/>
                  </a:lnTo>
                  <a:lnTo>
                    <a:pt x="206309" y="427739"/>
                  </a:lnTo>
                  <a:lnTo>
                    <a:pt x="206191" y="427417"/>
                  </a:lnTo>
                  <a:lnTo>
                    <a:pt x="205856" y="427082"/>
                  </a:lnTo>
                  <a:lnTo>
                    <a:pt x="205792" y="426937"/>
                  </a:lnTo>
                  <a:lnTo>
                    <a:pt x="205611" y="426493"/>
                  </a:lnTo>
                  <a:lnTo>
                    <a:pt x="205715" y="426192"/>
                  </a:lnTo>
                  <a:lnTo>
                    <a:pt x="205646" y="425996"/>
                  </a:lnTo>
                  <a:lnTo>
                    <a:pt x="205505" y="426023"/>
                  </a:lnTo>
                  <a:lnTo>
                    <a:pt x="205297" y="426258"/>
                  </a:lnTo>
                  <a:lnTo>
                    <a:pt x="205217" y="426498"/>
                  </a:lnTo>
                  <a:lnTo>
                    <a:pt x="204917" y="426320"/>
                  </a:lnTo>
                  <a:lnTo>
                    <a:pt x="204717" y="426257"/>
                  </a:lnTo>
                  <a:lnTo>
                    <a:pt x="204447" y="425971"/>
                  </a:lnTo>
                  <a:lnTo>
                    <a:pt x="204214" y="425859"/>
                  </a:lnTo>
                  <a:lnTo>
                    <a:pt x="203939" y="425800"/>
                  </a:lnTo>
                  <a:lnTo>
                    <a:pt x="203855" y="425672"/>
                  </a:lnTo>
                  <a:lnTo>
                    <a:pt x="203700" y="425506"/>
                  </a:lnTo>
                  <a:lnTo>
                    <a:pt x="203559" y="425451"/>
                  </a:lnTo>
                  <a:lnTo>
                    <a:pt x="203281" y="425357"/>
                  </a:lnTo>
                  <a:lnTo>
                    <a:pt x="203083" y="425290"/>
                  </a:lnTo>
                  <a:lnTo>
                    <a:pt x="202661" y="425285"/>
                  </a:lnTo>
                  <a:lnTo>
                    <a:pt x="202363" y="425457"/>
                  </a:lnTo>
                  <a:lnTo>
                    <a:pt x="202105" y="426030"/>
                  </a:lnTo>
                  <a:lnTo>
                    <a:pt x="201754" y="426118"/>
                  </a:lnTo>
                  <a:lnTo>
                    <a:pt x="201372" y="426082"/>
                  </a:lnTo>
                  <a:lnTo>
                    <a:pt x="200757" y="425882"/>
                  </a:lnTo>
                  <a:lnTo>
                    <a:pt x="200642" y="426207"/>
                  </a:lnTo>
                  <a:lnTo>
                    <a:pt x="200661" y="426500"/>
                  </a:lnTo>
                  <a:lnTo>
                    <a:pt x="200272" y="427080"/>
                  </a:lnTo>
                  <a:lnTo>
                    <a:pt x="200171" y="427304"/>
                  </a:lnTo>
                  <a:lnTo>
                    <a:pt x="199909" y="427952"/>
                  </a:lnTo>
                  <a:lnTo>
                    <a:pt x="199658" y="427917"/>
                  </a:lnTo>
                  <a:lnTo>
                    <a:pt x="199294" y="427990"/>
                  </a:lnTo>
                  <a:lnTo>
                    <a:pt x="198954" y="428309"/>
                  </a:lnTo>
                  <a:lnTo>
                    <a:pt x="199125" y="428677"/>
                  </a:lnTo>
                  <a:lnTo>
                    <a:pt x="198955" y="428839"/>
                  </a:lnTo>
                  <a:lnTo>
                    <a:pt x="198779" y="429325"/>
                  </a:lnTo>
                  <a:lnTo>
                    <a:pt x="198605" y="429330"/>
                  </a:lnTo>
                  <a:lnTo>
                    <a:pt x="198403" y="429309"/>
                  </a:lnTo>
                  <a:lnTo>
                    <a:pt x="198133" y="429244"/>
                  </a:lnTo>
                  <a:lnTo>
                    <a:pt x="197778" y="429246"/>
                  </a:lnTo>
                  <a:lnTo>
                    <a:pt x="197362" y="429611"/>
                  </a:lnTo>
                  <a:lnTo>
                    <a:pt x="197112" y="429791"/>
                  </a:lnTo>
                  <a:lnTo>
                    <a:pt x="196868" y="429653"/>
                  </a:lnTo>
                  <a:lnTo>
                    <a:pt x="196513" y="429607"/>
                  </a:lnTo>
                  <a:lnTo>
                    <a:pt x="195637" y="429763"/>
                  </a:lnTo>
                  <a:lnTo>
                    <a:pt x="195042" y="429888"/>
                  </a:lnTo>
                  <a:lnTo>
                    <a:pt x="194595" y="430387"/>
                  </a:lnTo>
                  <a:lnTo>
                    <a:pt x="194381" y="430618"/>
                  </a:lnTo>
                  <a:lnTo>
                    <a:pt x="193815" y="430893"/>
                  </a:lnTo>
                  <a:lnTo>
                    <a:pt x="193298" y="430414"/>
                  </a:lnTo>
                  <a:lnTo>
                    <a:pt x="193219" y="429931"/>
                  </a:lnTo>
                  <a:lnTo>
                    <a:pt x="193002" y="429493"/>
                  </a:lnTo>
                  <a:lnTo>
                    <a:pt x="193041" y="429223"/>
                  </a:lnTo>
                  <a:lnTo>
                    <a:pt x="192651" y="428959"/>
                  </a:lnTo>
                  <a:lnTo>
                    <a:pt x="192243" y="428612"/>
                  </a:lnTo>
                  <a:lnTo>
                    <a:pt x="192226" y="428444"/>
                  </a:lnTo>
                  <a:lnTo>
                    <a:pt x="192275" y="427746"/>
                  </a:lnTo>
                  <a:lnTo>
                    <a:pt x="192272" y="427517"/>
                  </a:lnTo>
                  <a:lnTo>
                    <a:pt x="192025" y="427250"/>
                  </a:lnTo>
                  <a:lnTo>
                    <a:pt x="191940" y="426960"/>
                  </a:lnTo>
                  <a:lnTo>
                    <a:pt x="192245" y="426350"/>
                  </a:lnTo>
                  <a:lnTo>
                    <a:pt x="192503" y="425965"/>
                  </a:lnTo>
                  <a:lnTo>
                    <a:pt x="192537" y="425497"/>
                  </a:lnTo>
                  <a:lnTo>
                    <a:pt x="192401" y="425069"/>
                  </a:lnTo>
                  <a:lnTo>
                    <a:pt x="192229" y="425071"/>
                  </a:lnTo>
                  <a:lnTo>
                    <a:pt x="191870" y="424871"/>
                  </a:lnTo>
                  <a:lnTo>
                    <a:pt x="191310" y="424283"/>
                  </a:lnTo>
                  <a:lnTo>
                    <a:pt x="191178" y="423821"/>
                  </a:lnTo>
                  <a:lnTo>
                    <a:pt x="190577" y="423960"/>
                  </a:lnTo>
                  <a:lnTo>
                    <a:pt x="190072" y="424474"/>
                  </a:lnTo>
                  <a:lnTo>
                    <a:pt x="190018" y="424695"/>
                  </a:lnTo>
                  <a:lnTo>
                    <a:pt x="189893" y="424961"/>
                  </a:lnTo>
                  <a:lnTo>
                    <a:pt x="189216" y="425595"/>
                  </a:lnTo>
                  <a:lnTo>
                    <a:pt x="188508" y="426022"/>
                  </a:lnTo>
                  <a:lnTo>
                    <a:pt x="187963" y="425833"/>
                  </a:lnTo>
                  <a:lnTo>
                    <a:pt x="187556" y="425852"/>
                  </a:lnTo>
                  <a:lnTo>
                    <a:pt x="186878" y="425355"/>
                  </a:lnTo>
                  <a:lnTo>
                    <a:pt x="186771" y="425143"/>
                  </a:lnTo>
                  <a:lnTo>
                    <a:pt x="186752" y="424910"/>
                  </a:lnTo>
                  <a:lnTo>
                    <a:pt x="186779" y="424407"/>
                  </a:lnTo>
                  <a:lnTo>
                    <a:pt x="186496" y="424229"/>
                  </a:lnTo>
                  <a:lnTo>
                    <a:pt x="186545" y="423694"/>
                  </a:lnTo>
                  <a:lnTo>
                    <a:pt x="186632" y="423485"/>
                  </a:lnTo>
                  <a:lnTo>
                    <a:pt x="186667" y="423335"/>
                  </a:lnTo>
                  <a:lnTo>
                    <a:pt x="186584" y="422902"/>
                  </a:lnTo>
                  <a:lnTo>
                    <a:pt x="186630" y="422752"/>
                  </a:lnTo>
                  <a:lnTo>
                    <a:pt x="186755" y="422519"/>
                  </a:lnTo>
                  <a:lnTo>
                    <a:pt x="186810" y="422327"/>
                  </a:lnTo>
                  <a:lnTo>
                    <a:pt x="186560" y="421958"/>
                  </a:lnTo>
                  <a:lnTo>
                    <a:pt x="186183" y="421770"/>
                  </a:lnTo>
                  <a:lnTo>
                    <a:pt x="185887" y="421621"/>
                  </a:lnTo>
                  <a:lnTo>
                    <a:pt x="185684" y="421473"/>
                  </a:lnTo>
                  <a:lnTo>
                    <a:pt x="185275" y="421077"/>
                  </a:lnTo>
                  <a:lnTo>
                    <a:pt x="185302" y="420454"/>
                  </a:lnTo>
                  <a:lnTo>
                    <a:pt x="185355" y="420056"/>
                  </a:lnTo>
                  <a:lnTo>
                    <a:pt x="185438" y="419858"/>
                  </a:lnTo>
                  <a:lnTo>
                    <a:pt x="185627" y="419530"/>
                  </a:lnTo>
                  <a:lnTo>
                    <a:pt x="185614" y="419285"/>
                  </a:lnTo>
                  <a:lnTo>
                    <a:pt x="185310" y="419043"/>
                  </a:lnTo>
                  <a:lnTo>
                    <a:pt x="185133" y="418856"/>
                  </a:lnTo>
                  <a:lnTo>
                    <a:pt x="184822" y="418812"/>
                  </a:lnTo>
                  <a:lnTo>
                    <a:pt x="184510" y="418876"/>
                  </a:lnTo>
                  <a:lnTo>
                    <a:pt x="184184" y="418778"/>
                  </a:lnTo>
                  <a:lnTo>
                    <a:pt x="183953" y="418594"/>
                  </a:lnTo>
                  <a:lnTo>
                    <a:pt x="183444" y="418520"/>
                  </a:lnTo>
                  <a:lnTo>
                    <a:pt x="183079" y="418123"/>
                  </a:lnTo>
                  <a:lnTo>
                    <a:pt x="183501" y="416649"/>
                  </a:lnTo>
                  <a:lnTo>
                    <a:pt x="183733" y="416517"/>
                  </a:lnTo>
                  <a:lnTo>
                    <a:pt x="183978" y="416466"/>
                  </a:lnTo>
                  <a:lnTo>
                    <a:pt x="184617" y="415451"/>
                  </a:lnTo>
                  <a:lnTo>
                    <a:pt x="184227" y="414980"/>
                  </a:lnTo>
                  <a:lnTo>
                    <a:pt x="183867" y="414773"/>
                  </a:lnTo>
                  <a:lnTo>
                    <a:pt x="183448" y="414625"/>
                  </a:lnTo>
                  <a:lnTo>
                    <a:pt x="183168" y="414432"/>
                  </a:lnTo>
                  <a:lnTo>
                    <a:pt x="182607" y="413875"/>
                  </a:lnTo>
                  <a:lnTo>
                    <a:pt x="181854" y="413168"/>
                  </a:lnTo>
                  <a:lnTo>
                    <a:pt x="181652" y="413028"/>
                  </a:lnTo>
                  <a:lnTo>
                    <a:pt x="181467" y="412720"/>
                  </a:lnTo>
                  <a:lnTo>
                    <a:pt x="181664" y="412110"/>
                  </a:lnTo>
                  <a:lnTo>
                    <a:pt x="181461" y="411674"/>
                  </a:lnTo>
                  <a:lnTo>
                    <a:pt x="181448" y="411295"/>
                  </a:lnTo>
                  <a:lnTo>
                    <a:pt x="181880" y="410908"/>
                  </a:lnTo>
                  <a:lnTo>
                    <a:pt x="182410" y="411405"/>
                  </a:lnTo>
                  <a:lnTo>
                    <a:pt x="183062" y="410732"/>
                  </a:lnTo>
                  <a:lnTo>
                    <a:pt x="183405" y="410227"/>
                  </a:lnTo>
                  <a:lnTo>
                    <a:pt x="183352" y="409480"/>
                  </a:lnTo>
                  <a:lnTo>
                    <a:pt x="183336" y="409315"/>
                  </a:lnTo>
                  <a:lnTo>
                    <a:pt x="183149" y="408951"/>
                  </a:lnTo>
                  <a:lnTo>
                    <a:pt x="183375" y="408575"/>
                  </a:lnTo>
                  <a:lnTo>
                    <a:pt x="183533" y="408310"/>
                  </a:lnTo>
                  <a:lnTo>
                    <a:pt x="184061" y="407644"/>
                  </a:lnTo>
                  <a:lnTo>
                    <a:pt x="184159" y="407199"/>
                  </a:lnTo>
                  <a:lnTo>
                    <a:pt x="184094" y="406909"/>
                  </a:lnTo>
                  <a:lnTo>
                    <a:pt x="183990" y="406411"/>
                  </a:lnTo>
                  <a:lnTo>
                    <a:pt x="183910" y="406242"/>
                  </a:lnTo>
                  <a:lnTo>
                    <a:pt x="183490" y="406488"/>
                  </a:lnTo>
                  <a:lnTo>
                    <a:pt x="183294" y="406516"/>
                  </a:lnTo>
                  <a:lnTo>
                    <a:pt x="182652" y="405737"/>
                  </a:lnTo>
                  <a:lnTo>
                    <a:pt x="182603" y="405312"/>
                  </a:lnTo>
                  <a:lnTo>
                    <a:pt x="182343" y="404590"/>
                  </a:lnTo>
                  <a:lnTo>
                    <a:pt x="182104" y="404350"/>
                  </a:lnTo>
                  <a:lnTo>
                    <a:pt x="182169" y="403551"/>
                  </a:lnTo>
                  <a:lnTo>
                    <a:pt x="182613" y="403430"/>
                  </a:lnTo>
                  <a:lnTo>
                    <a:pt x="182705" y="402968"/>
                  </a:lnTo>
                  <a:lnTo>
                    <a:pt x="182286" y="402441"/>
                  </a:lnTo>
                  <a:lnTo>
                    <a:pt x="182329" y="402082"/>
                  </a:lnTo>
                  <a:lnTo>
                    <a:pt x="182551" y="401682"/>
                  </a:lnTo>
                  <a:lnTo>
                    <a:pt x="182847" y="401591"/>
                  </a:lnTo>
                  <a:lnTo>
                    <a:pt x="183170" y="401444"/>
                  </a:lnTo>
                  <a:lnTo>
                    <a:pt x="183501" y="400436"/>
                  </a:lnTo>
                  <a:lnTo>
                    <a:pt x="183029" y="400169"/>
                  </a:lnTo>
                  <a:lnTo>
                    <a:pt x="182789" y="399735"/>
                  </a:lnTo>
                  <a:lnTo>
                    <a:pt x="182799" y="399508"/>
                  </a:lnTo>
                  <a:lnTo>
                    <a:pt x="182807" y="399340"/>
                  </a:lnTo>
                  <a:lnTo>
                    <a:pt x="182823" y="398990"/>
                  </a:lnTo>
                  <a:lnTo>
                    <a:pt x="182856" y="398771"/>
                  </a:lnTo>
                  <a:lnTo>
                    <a:pt x="183290" y="398468"/>
                  </a:lnTo>
                  <a:lnTo>
                    <a:pt x="183631" y="398119"/>
                  </a:lnTo>
                  <a:lnTo>
                    <a:pt x="183646" y="397920"/>
                  </a:lnTo>
                  <a:lnTo>
                    <a:pt x="183498" y="397540"/>
                  </a:lnTo>
                  <a:lnTo>
                    <a:pt x="182778" y="398047"/>
                  </a:lnTo>
                  <a:lnTo>
                    <a:pt x="182502" y="397875"/>
                  </a:lnTo>
                  <a:lnTo>
                    <a:pt x="182672" y="397196"/>
                  </a:lnTo>
                  <a:lnTo>
                    <a:pt x="182683" y="397014"/>
                  </a:lnTo>
                  <a:lnTo>
                    <a:pt x="182586" y="396486"/>
                  </a:lnTo>
                  <a:lnTo>
                    <a:pt x="182308" y="396351"/>
                  </a:lnTo>
                  <a:lnTo>
                    <a:pt x="182137" y="396333"/>
                  </a:lnTo>
                  <a:lnTo>
                    <a:pt x="182052" y="395877"/>
                  </a:lnTo>
                  <a:lnTo>
                    <a:pt x="181972" y="395565"/>
                  </a:lnTo>
                  <a:lnTo>
                    <a:pt x="181827" y="395311"/>
                  </a:lnTo>
                  <a:lnTo>
                    <a:pt x="181135" y="395021"/>
                  </a:lnTo>
                  <a:lnTo>
                    <a:pt x="180991" y="395130"/>
                  </a:lnTo>
                  <a:lnTo>
                    <a:pt x="180764" y="395377"/>
                  </a:lnTo>
                  <a:lnTo>
                    <a:pt x="180500" y="395244"/>
                  </a:lnTo>
                  <a:lnTo>
                    <a:pt x="180432" y="395001"/>
                  </a:lnTo>
                  <a:lnTo>
                    <a:pt x="180181" y="394820"/>
                  </a:lnTo>
                  <a:lnTo>
                    <a:pt x="179720" y="395026"/>
                  </a:lnTo>
                  <a:lnTo>
                    <a:pt x="178908" y="394992"/>
                  </a:lnTo>
                  <a:lnTo>
                    <a:pt x="178632" y="394768"/>
                  </a:lnTo>
                  <a:lnTo>
                    <a:pt x="178571" y="395113"/>
                  </a:lnTo>
                  <a:lnTo>
                    <a:pt x="178406" y="395329"/>
                  </a:lnTo>
                  <a:lnTo>
                    <a:pt x="177944" y="395259"/>
                  </a:lnTo>
                  <a:lnTo>
                    <a:pt x="177616" y="395891"/>
                  </a:lnTo>
                  <a:lnTo>
                    <a:pt x="177268" y="396674"/>
                  </a:lnTo>
                  <a:lnTo>
                    <a:pt x="177063" y="396822"/>
                  </a:lnTo>
                  <a:lnTo>
                    <a:pt x="176720" y="397324"/>
                  </a:lnTo>
                  <a:lnTo>
                    <a:pt x="176720" y="397455"/>
                  </a:lnTo>
                  <a:lnTo>
                    <a:pt x="176541" y="398137"/>
                  </a:lnTo>
                  <a:lnTo>
                    <a:pt x="176258" y="398220"/>
                  </a:lnTo>
                  <a:lnTo>
                    <a:pt x="176027" y="398122"/>
                  </a:lnTo>
                  <a:lnTo>
                    <a:pt x="175776" y="397851"/>
                  </a:lnTo>
                  <a:lnTo>
                    <a:pt x="175282" y="398205"/>
                  </a:lnTo>
                  <a:lnTo>
                    <a:pt x="175429" y="398238"/>
                  </a:lnTo>
                  <a:lnTo>
                    <a:pt x="175736" y="398598"/>
                  </a:lnTo>
                  <a:lnTo>
                    <a:pt x="175476" y="398583"/>
                  </a:lnTo>
                  <a:lnTo>
                    <a:pt x="174888" y="398858"/>
                  </a:lnTo>
                  <a:lnTo>
                    <a:pt x="174485" y="399174"/>
                  </a:lnTo>
                  <a:lnTo>
                    <a:pt x="173863" y="399125"/>
                  </a:lnTo>
                  <a:lnTo>
                    <a:pt x="173723" y="399224"/>
                  </a:lnTo>
                  <a:lnTo>
                    <a:pt x="173297" y="399687"/>
                  </a:lnTo>
                  <a:lnTo>
                    <a:pt x="173394" y="400015"/>
                  </a:lnTo>
                  <a:lnTo>
                    <a:pt x="173566" y="400199"/>
                  </a:lnTo>
                  <a:lnTo>
                    <a:pt x="173617" y="400421"/>
                  </a:lnTo>
                  <a:lnTo>
                    <a:pt x="173668" y="400642"/>
                  </a:lnTo>
                  <a:lnTo>
                    <a:pt x="173717" y="400912"/>
                  </a:lnTo>
                  <a:lnTo>
                    <a:pt x="173914" y="401010"/>
                  </a:lnTo>
                  <a:lnTo>
                    <a:pt x="174139" y="401265"/>
                  </a:lnTo>
                  <a:lnTo>
                    <a:pt x="173808" y="401288"/>
                  </a:lnTo>
                  <a:lnTo>
                    <a:pt x="173049" y="400870"/>
                  </a:lnTo>
                  <a:lnTo>
                    <a:pt x="173075" y="400438"/>
                  </a:lnTo>
                  <a:lnTo>
                    <a:pt x="173187" y="400299"/>
                  </a:lnTo>
                  <a:lnTo>
                    <a:pt x="173203" y="399927"/>
                  </a:lnTo>
                  <a:lnTo>
                    <a:pt x="173033" y="399745"/>
                  </a:lnTo>
                  <a:lnTo>
                    <a:pt x="172083" y="399773"/>
                  </a:lnTo>
                  <a:lnTo>
                    <a:pt x="171852" y="400106"/>
                  </a:lnTo>
                  <a:lnTo>
                    <a:pt x="171489" y="400477"/>
                  </a:lnTo>
                  <a:lnTo>
                    <a:pt x="171091" y="400483"/>
                  </a:lnTo>
                  <a:lnTo>
                    <a:pt x="170460" y="400854"/>
                  </a:lnTo>
                  <a:lnTo>
                    <a:pt x="170329" y="401099"/>
                  </a:lnTo>
                  <a:lnTo>
                    <a:pt x="170174" y="401183"/>
                  </a:lnTo>
                  <a:lnTo>
                    <a:pt x="169695" y="401439"/>
                  </a:lnTo>
                  <a:lnTo>
                    <a:pt x="168839" y="401734"/>
                  </a:lnTo>
                  <a:lnTo>
                    <a:pt x="168673" y="401849"/>
                  </a:lnTo>
                  <a:lnTo>
                    <a:pt x="168081" y="402389"/>
                  </a:lnTo>
                  <a:lnTo>
                    <a:pt x="167871" y="402565"/>
                  </a:lnTo>
                  <a:lnTo>
                    <a:pt x="167295" y="402980"/>
                  </a:lnTo>
                  <a:lnTo>
                    <a:pt x="167007" y="402931"/>
                  </a:lnTo>
                  <a:lnTo>
                    <a:pt x="166764" y="402604"/>
                  </a:lnTo>
                  <a:lnTo>
                    <a:pt x="166494" y="402418"/>
                  </a:lnTo>
                  <a:lnTo>
                    <a:pt x="166000" y="402457"/>
                  </a:lnTo>
                  <a:lnTo>
                    <a:pt x="165881" y="402279"/>
                  </a:lnTo>
                  <a:lnTo>
                    <a:pt x="165821" y="401908"/>
                  </a:lnTo>
                  <a:lnTo>
                    <a:pt x="165639" y="401684"/>
                  </a:lnTo>
                  <a:lnTo>
                    <a:pt x="165496" y="401618"/>
                  </a:lnTo>
                  <a:lnTo>
                    <a:pt x="165147" y="401458"/>
                  </a:lnTo>
                  <a:lnTo>
                    <a:pt x="165016" y="401426"/>
                  </a:lnTo>
                  <a:lnTo>
                    <a:pt x="164736" y="401361"/>
                  </a:lnTo>
                  <a:lnTo>
                    <a:pt x="164398" y="401551"/>
                  </a:lnTo>
                  <a:lnTo>
                    <a:pt x="164041" y="401616"/>
                  </a:lnTo>
                  <a:lnTo>
                    <a:pt x="163860" y="401559"/>
                  </a:lnTo>
                  <a:lnTo>
                    <a:pt x="163340" y="401020"/>
                  </a:lnTo>
                  <a:lnTo>
                    <a:pt x="162920" y="400476"/>
                  </a:lnTo>
                  <a:lnTo>
                    <a:pt x="162491" y="400350"/>
                  </a:lnTo>
                  <a:lnTo>
                    <a:pt x="162152" y="400126"/>
                  </a:lnTo>
                  <a:lnTo>
                    <a:pt x="162228" y="399764"/>
                  </a:lnTo>
                  <a:lnTo>
                    <a:pt x="162545" y="399590"/>
                  </a:lnTo>
                  <a:lnTo>
                    <a:pt x="162967" y="399254"/>
                  </a:lnTo>
                  <a:lnTo>
                    <a:pt x="162690" y="398929"/>
                  </a:lnTo>
                  <a:lnTo>
                    <a:pt x="162390" y="398750"/>
                  </a:lnTo>
                  <a:lnTo>
                    <a:pt x="162142" y="398621"/>
                  </a:lnTo>
                  <a:lnTo>
                    <a:pt x="161956" y="398612"/>
                  </a:lnTo>
                  <a:lnTo>
                    <a:pt x="161698" y="398638"/>
                  </a:lnTo>
                  <a:lnTo>
                    <a:pt x="161191" y="398332"/>
                  </a:lnTo>
                  <a:lnTo>
                    <a:pt x="161104" y="397622"/>
                  </a:lnTo>
                  <a:lnTo>
                    <a:pt x="160754" y="397353"/>
                  </a:lnTo>
                  <a:lnTo>
                    <a:pt x="160465" y="397208"/>
                  </a:lnTo>
                  <a:lnTo>
                    <a:pt x="160080" y="396776"/>
                  </a:lnTo>
                  <a:lnTo>
                    <a:pt x="159632" y="396563"/>
                  </a:lnTo>
                  <a:lnTo>
                    <a:pt x="159219" y="396323"/>
                  </a:lnTo>
                  <a:lnTo>
                    <a:pt x="158966" y="396041"/>
                  </a:lnTo>
                  <a:lnTo>
                    <a:pt x="158388" y="395641"/>
                  </a:lnTo>
                  <a:lnTo>
                    <a:pt x="158131" y="395447"/>
                  </a:lnTo>
                  <a:lnTo>
                    <a:pt x="157954" y="394750"/>
                  </a:lnTo>
                  <a:lnTo>
                    <a:pt x="157651" y="394524"/>
                  </a:lnTo>
                  <a:lnTo>
                    <a:pt x="156999" y="394188"/>
                  </a:lnTo>
                  <a:lnTo>
                    <a:pt x="156768" y="394210"/>
                  </a:lnTo>
                  <a:lnTo>
                    <a:pt x="155550" y="394730"/>
                  </a:lnTo>
                  <a:lnTo>
                    <a:pt x="155207" y="394814"/>
                  </a:lnTo>
                  <a:lnTo>
                    <a:pt x="154587" y="395328"/>
                  </a:lnTo>
                  <a:lnTo>
                    <a:pt x="154763" y="395842"/>
                  </a:lnTo>
                  <a:lnTo>
                    <a:pt x="154630" y="395982"/>
                  </a:lnTo>
                  <a:lnTo>
                    <a:pt x="154493" y="396243"/>
                  </a:lnTo>
                  <a:lnTo>
                    <a:pt x="154510" y="396829"/>
                  </a:lnTo>
                  <a:lnTo>
                    <a:pt x="154502" y="397032"/>
                  </a:lnTo>
                  <a:lnTo>
                    <a:pt x="154258" y="397164"/>
                  </a:lnTo>
                  <a:lnTo>
                    <a:pt x="154100" y="397154"/>
                  </a:lnTo>
                  <a:lnTo>
                    <a:pt x="153780" y="397103"/>
                  </a:lnTo>
                  <a:lnTo>
                    <a:pt x="153078" y="397178"/>
                  </a:lnTo>
                  <a:lnTo>
                    <a:pt x="152651" y="397182"/>
                  </a:lnTo>
                  <a:lnTo>
                    <a:pt x="152468" y="396913"/>
                  </a:lnTo>
                  <a:lnTo>
                    <a:pt x="152475" y="396434"/>
                  </a:lnTo>
                  <a:lnTo>
                    <a:pt x="152279" y="396057"/>
                  </a:lnTo>
                  <a:lnTo>
                    <a:pt x="152131" y="396048"/>
                  </a:lnTo>
                  <a:lnTo>
                    <a:pt x="151605" y="396017"/>
                  </a:lnTo>
                  <a:lnTo>
                    <a:pt x="151276" y="396083"/>
                  </a:lnTo>
                  <a:lnTo>
                    <a:pt x="150826" y="396287"/>
                  </a:lnTo>
                  <a:lnTo>
                    <a:pt x="150422" y="396047"/>
                  </a:lnTo>
                  <a:lnTo>
                    <a:pt x="150228" y="395851"/>
                  </a:lnTo>
                  <a:lnTo>
                    <a:pt x="149802" y="395682"/>
                  </a:lnTo>
                  <a:lnTo>
                    <a:pt x="149801" y="395296"/>
                  </a:lnTo>
                  <a:lnTo>
                    <a:pt x="149644" y="395118"/>
                  </a:lnTo>
                  <a:lnTo>
                    <a:pt x="149368" y="394849"/>
                  </a:lnTo>
                  <a:lnTo>
                    <a:pt x="149221" y="394815"/>
                  </a:lnTo>
                  <a:lnTo>
                    <a:pt x="149003" y="394790"/>
                  </a:lnTo>
                  <a:lnTo>
                    <a:pt x="148718" y="394716"/>
                  </a:lnTo>
                  <a:lnTo>
                    <a:pt x="148570" y="394562"/>
                  </a:lnTo>
                  <a:lnTo>
                    <a:pt x="147729" y="395036"/>
                  </a:lnTo>
                  <a:lnTo>
                    <a:pt x="147336" y="395000"/>
                  </a:lnTo>
                  <a:lnTo>
                    <a:pt x="147107" y="395075"/>
                  </a:lnTo>
                  <a:lnTo>
                    <a:pt x="146852" y="395421"/>
                  </a:lnTo>
                  <a:lnTo>
                    <a:pt x="146738" y="395669"/>
                  </a:lnTo>
                  <a:lnTo>
                    <a:pt x="146696" y="395903"/>
                  </a:lnTo>
                  <a:lnTo>
                    <a:pt x="146910" y="396237"/>
                  </a:lnTo>
                  <a:lnTo>
                    <a:pt x="146994" y="396528"/>
                  </a:lnTo>
                  <a:lnTo>
                    <a:pt x="146749" y="397136"/>
                  </a:lnTo>
                  <a:lnTo>
                    <a:pt x="146735" y="397410"/>
                  </a:lnTo>
                  <a:lnTo>
                    <a:pt x="146477" y="397654"/>
                  </a:lnTo>
                  <a:lnTo>
                    <a:pt x="146275" y="397624"/>
                  </a:lnTo>
                  <a:lnTo>
                    <a:pt x="145983" y="397531"/>
                  </a:lnTo>
                  <a:lnTo>
                    <a:pt x="145819" y="397480"/>
                  </a:lnTo>
                  <a:lnTo>
                    <a:pt x="145420" y="397265"/>
                  </a:lnTo>
                  <a:lnTo>
                    <a:pt x="145509" y="396825"/>
                  </a:lnTo>
                  <a:lnTo>
                    <a:pt x="145581" y="396578"/>
                  </a:lnTo>
                  <a:lnTo>
                    <a:pt x="145412" y="396315"/>
                  </a:lnTo>
                  <a:lnTo>
                    <a:pt x="144848" y="396991"/>
                  </a:lnTo>
                  <a:lnTo>
                    <a:pt x="144557" y="396960"/>
                  </a:lnTo>
                  <a:lnTo>
                    <a:pt x="144391" y="396903"/>
                  </a:lnTo>
                  <a:lnTo>
                    <a:pt x="144264" y="396858"/>
                  </a:lnTo>
                  <a:lnTo>
                    <a:pt x="143891" y="396689"/>
                  </a:lnTo>
                  <a:lnTo>
                    <a:pt x="143596" y="396531"/>
                  </a:lnTo>
                  <a:lnTo>
                    <a:pt x="143109" y="396418"/>
                  </a:lnTo>
                  <a:lnTo>
                    <a:pt x="142614" y="396128"/>
                  </a:lnTo>
                  <a:lnTo>
                    <a:pt x="141930" y="396639"/>
                  </a:lnTo>
                  <a:lnTo>
                    <a:pt x="141973" y="396860"/>
                  </a:lnTo>
                  <a:lnTo>
                    <a:pt x="142010" y="397089"/>
                  </a:lnTo>
                  <a:lnTo>
                    <a:pt x="141789" y="397190"/>
                  </a:lnTo>
                  <a:lnTo>
                    <a:pt x="141379" y="397184"/>
                  </a:lnTo>
                  <a:lnTo>
                    <a:pt x="141318" y="397001"/>
                  </a:lnTo>
                  <a:lnTo>
                    <a:pt x="141336" y="396754"/>
                  </a:lnTo>
                  <a:lnTo>
                    <a:pt x="141256" y="396446"/>
                  </a:lnTo>
                  <a:lnTo>
                    <a:pt x="140942" y="396127"/>
                  </a:lnTo>
                  <a:lnTo>
                    <a:pt x="140482" y="396603"/>
                  </a:lnTo>
                  <a:lnTo>
                    <a:pt x="140072" y="396710"/>
                  </a:lnTo>
                  <a:lnTo>
                    <a:pt x="139736" y="397016"/>
                  </a:lnTo>
                  <a:lnTo>
                    <a:pt x="139404" y="397331"/>
                  </a:lnTo>
                  <a:lnTo>
                    <a:pt x="139085" y="397388"/>
                  </a:lnTo>
                  <a:lnTo>
                    <a:pt x="138919" y="397418"/>
                  </a:lnTo>
                  <a:lnTo>
                    <a:pt x="138421" y="397603"/>
                  </a:lnTo>
                  <a:lnTo>
                    <a:pt x="138293" y="397558"/>
                  </a:lnTo>
                  <a:lnTo>
                    <a:pt x="138044" y="397575"/>
                  </a:lnTo>
                  <a:lnTo>
                    <a:pt x="137515" y="398060"/>
                  </a:lnTo>
                  <a:lnTo>
                    <a:pt x="137282" y="398336"/>
                  </a:lnTo>
                  <a:lnTo>
                    <a:pt x="136475" y="398226"/>
                  </a:lnTo>
                  <a:lnTo>
                    <a:pt x="136302" y="398523"/>
                  </a:lnTo>
                  <a:lnTo>
                    <a:pt x="136289" y="398849"/>
                  </a:lnTo>
                  <a:lnTo>
                    <a:pt x="136069" y="398945"/>
                  </a:lnTo>
                  <a:lnTo>
                    <a:pt x="135859" y="398979"/>
                  </a:lnTo>
                  <a:lnTo>
                    <a:pt x="135523" y="398982"/>
                  </a:lnTo>
                  <a:lnTo>
                    <a:pt x="135291" y="398954"/>
                  </a:lnTo>
                  <a:lnTo>
                    <a:pt x="134858" y="398781"/>
                  </a:lnTo>
                  <a:lnTo>
                    <a:pt x="134649" y="398134"/>
                  </a:lnTo>
                  <a:lnTo>
                    <a:pt x="134355" y="397749"/>
                  </a:lnTo>
                  <a:lnTo>
                    <a:pt x="134118" y="397810"/>
                  </a:lnTo>
                  <a:lnTo>
                    <a:pt x="133716" y="397998"/>
                  </a:lnTo>
                  <a:lnTo>
                    <a:pt x="133390" y="398528"/>
                  </a:lnTo>
                  <a:lnTo>
                    <a:pt x="133135" y="398450"/>
                  </a:lnTo>
                  <a:lnTo>
                    <a:pt x="132942" y="398363"/>
                  </a:lnTo>
                  <a:lnTo>
                    <a:pt x="132494" y="398397"/>
                  </a:lnTo>
                  <a:lnTo>
                    <a:pt x="132225" y="398284"/>
                  </a:lnTo>
                  <a:lnTo>
                    <a:pt x="132077" y="398049"/>
                  </a:lnTo>
                  <a:lnTo>
                    <a:pt x="131555" y="397617"/>
                  </a:lnTo>
                  <a:lnTo>
                    <a:pt x="131358" y="397594"/>
                  </a:lnTo>
                  <a:lnTo>
                    <a:pt x="131277" y="397786"/>
                  </a:lnTo>
                  <a:lnTo>
                    <a:pt x="131165" y="397988"/>
                  </a:lnTo>
                  <a:lnTo>
                    <a:pt x="131095" y="397775"/>
                  </a:lnTo>
                  <a:lnTo>
                    <a:pt x="130736" y="397298"/>
                  </a:lnTo>
                  <a:lnTo>
                    <a:pt x="130082" y="397645"/>
                  </a:lnTo>
                  <a:lnTo>
                    <a:pt x="129853" y="397562"/>
                  </a:lnTo>
                  <a:lnTo>
                    <a:pt x="129623" y="397471"/>
                  </a:lnTo>
                  <a:lnTo>
                    <a:pt x="129399" y="397309"/>
                  </a:lnTo>
                  <a:lnTo>
                    <a:pt x="128997" y="397081"/>
                  </a:lnTo>
                  <a:lnTo>
                    <a:pt x="128692" y="396907"/>
                  </a:lnTo>
                  <a:lnTo>
                    <a:pt x="128411" y="396774"/>
                  </a:lnTo>
                  <a:lnTo>
                    <a:pt x="127492" y="396897"/>
                  </a:lnTo>
                  <a:lnTo>
                    <a:pt x="127155" y="396711"/>
                  </a:lnTo>
                  <a:lnTo>
                    <a:pt x="126832" y="396280"/>
                  </a:lnTo>
                  <a:lnTo>
                    <a:pt x="126576" y="396096"/>
                  </a:lnTo>
                  <a:lnTo>
                    <a:pt x="126266" y="396055"/>
                  </a:lnTo>
                  <a:lnTo>
                    <a:pt x="126039" y="395947"/>
                  </a:lnTo>
                  <a:lnTo>
                    <a:pt x="125804" y="395793"/>
                  </a:lnTo>
                  <a:lnTo>
                    <a:pt x="125632" y="395685"/>
                  </a:lnTo>
                  <a:lnTo>
                    <a:pt x="125548" y="396307"/>
                  </a:lnTo>
                  <a:lnTo>
                    <a:pt x="125307" y="396721"/>
                  </a:lnTo>
                  <a:lnTo>
                    <a:pt x="124819" y="397112"/>
                  </a:lnTo>
                  <a:lnTo>
                    <a:pt x="124666" y="397057"/>
                  </a:lnTo>
                  <a:lnTo>
                    <a:pt x="123796" y="396909"/>
                  </a:lnTo>
                  <a:lnTo>
                    <a:pt x="123652" y="396900"/>
                  </a:lnTo>
                  <a:lnTo>
                    <a:pt x="121875" y="397592"/>
                  </a:lnTo>
                  <a:lnTo>
                    <a:pt x="121407" y="397767"/>
                  </a:lnTo>
                  <a:lnTo>
                    <a:pt x="120927" y="399004"/>
                  </a:lnTo>
                  <a:lnTo>
                    <a:pt x="120772" y="398949"/>
                  </a:lnTo>
                  <a:lnTo>
                    <a:pt x="120539" y="398820"/>
                  </a:lnTo>
                  <a:lnTo>
                    <a:pt x="120390" y="398691"/>
                  </a:lnTo>
                  <a:lnTo>
                    <a:pt x="120137" y="398569"/>
                  </a:lnTo>
                  <a:lnTo>
                    <a:pt x="119911" y="398485"/>
                  </a:lnTo>
                  <a:lnTo>
                    <a:pt x="119234" y="397871"/>
                  </a:lnTo>
                  <a:lnTo>
                    <a:pt x="118595" y="397590"/>
                  </a:lnTo>
                  <a:lnTo>
                    <a:pt x="118209" y="397904"/>
                  </a:lnTo>
                  <a:lnTo>
                    <a:pt x="117688" y="397790"/>
                  </a:lnTo>
                  <a:lnTo>
                    <a:pt x="117541" y="397746"/>
                  </a:lnTo>
                  <a:lnTo>
                    <a:pt x="117162" y="397630"/>
                  </a:lnTo>
                  <a:lnTo>
                    <a:pt x="116835" y="397757"/>
                  </a:lnTo>
                  <a:lnTo>
                    <a:pt x="116487" y="398301"/>
                  </a:lnTo>
                  <a:lnTo>
                    <a:pt x="116337" y="398666"/>
                  </a:lnTo>
                  <a:lnTo>
                    <a:pt x="115767" y="398776"/>
                  </a:lnTo>
                  <a:lnTo>
                    <a:pt x="115565" y="399039"/>
                  </a:lnTo>
                  <a:lnTo>
                    <a:pt x="115478" y="399187"/>
                  </a:lnTo>
                  <a:lnTo>
                    <a:pt x="115285" y="399525"/>
                  </a:lnTo>
                  <a:lnTo>
                    <a:pt x="115095" y="399898"/>
                  </a:lnTo>
                  <a:lnTo>
                    <a:pt x="114632" y="399830"/>
                  </a:lnTo>
                  <a:lnTo>
                    <a:pt x="114388" y="399717"/>
                  </a:lnTo>
                  <a:lnTo>
                    <a:pt x="114066" y="399490"/>
                  </a:lnTo>
                  <a:lnTo>
                    <a:pt x="113884" y="399356"/>
                  </a:lnTo>
                  <a:lnTo>
                    <a:pt x="113728" y="399184"/>
                  </a:lnTo>
                  <a:lnTo>
                    <a:pt x="113310" y="398772"/>
                  </a:lnTo>
                  <a:lnTo>
                    <a:pt x="113031" y="398616"/>
                  </a:lnTo>
                  <a:lnTo>
                    <a:pt x="111923" y="398160"/>
                  </a:lnTo>
                  <a:lnTo>
                    <a:pt x="111542" y="397667"/>
                  </a:lnTo>
                  <a:lnTo>
                    <a:pt x="110858" y="397382"/>
                  </a:lnTo>
                  <a:lnTo>
                    <a:pt x="110666" y="397153"/>
                  </a:lnTo>
                  <a:lnTo>
                    <a:pt x="110492" y="396861"/>
                  </a:lnTo>
                  <a:lnTo>
                    <a:pt x="110246" y="396677"/>
                  </a:lnTo>
                  <a:lnTo>
                    <a:pt x="109978" y="396553"/>
                  </a:lnTo>
                  <a:lnTo>
                    <a:pt x="109671" y="396475"/>
                  </a:lnTo>
                  <a:lnTo>
                    <a:pt x="109602" y="396638"/>
                  </a:lnTo>
                  <a:lnTo>
                    <a:pt x="109297" y="396629"/>
                  </a:lnTo>
                  <a:lnTo>
                    <a:pt x="109228" y="396337"/>
                  </a:lnTo>
                  <a:lnTo>
                    <a:pt x="109016" y="396350"/>
                  </a:lnTo>
                  <a:lnTo>
                    <a:pt x="108729" y="396443"/>
                  </a:lnTo>
                  <a:lnTo>
                    <a:pt x="108581" y="396518"/>
                  </a:lnTo>
                  <a:lnTo>
                    <a:pt x="108430" y="396603"/>
                  </a:lnTo>
                  <a:lnTo>
                    <a:pt x="108075" y="396719"/>
                  </a:lnTo>
                  <a:lnTo>
                    <a:pt x="108000" y="396583"/>
                  </a:lnTo>
                  <a:lnTo>
                    <a:pt x="108224" y="396308"/>
                  </a:lnTo>
                  <a:lnTo>
                    <a:pt x="108154" y="396037"/>
                  </a:lnTo>
                  <a:lnTo>
                    <a:pt x="107888" y="395589"/>
                  </a:lnTo>
                  <a:lnTo>
                    <a:pt x="107757" y="395425"/>
                  </a:lnTo>
                  <a:lnTo>
                    <a:pt x="107537" y="395340"/>
                  </a:lnTo>
                  <a:lnTo>
                    <a:pt x="106859" y="395323"/>
                  </a:lnTo>
                  <a:lnTo>
                    <a:pt x="106563" y="395609"/>
                  </a:lnTo>
                  <a:lnTo>
                    <a:pt x="107102" y="395813"/>
                  </a:lnTo>
                  <a:lnTo>
                    <a:pt x="107405" y="395986"/>
                  </a:lnTo>
                  <a:lnTo>
                    <a:pt x="107385" y="396320"/>
                  </a:lnTo>
                  <a:lnTo>
                    <a:pt x="107250" y="396430"/>
                  </a:lnTo>
                  <a:lnTo>
                    <a:pt x="106921" y="396799"/>
                  </a:lnTo>
                  <a:lnTo>
                    <a:pt x="107376" y="396597"/>
                  </a:lnTo>
                  <a:lnTo>
                    <a:pt x="107537" y="396781"/>
                  </a:lnTo>
                  <a:lnTo>
                    <a:pt x="107102" y="397174"/>
                  </a:lnTo>
                  <a:lnTo>
                    <a:pt x="106527" y="396753"/>
                  </a:lnTo>
                  <a:lnTo>
                    <a:pt x="106107" y="396318"/>
                  </a:lnTo>
                  <a:lnTo>
                    <a:pt x="106037" y="395817"/>
                  </a:lnTo>
                  <a:lnTo>
                    <a:pt x="105768" y="395871"/>
                  </a:lnTo>
                  <a:lnTo>
                    <a:pt x="105724" y="396024"/>
                  </a:lnTo>
                  <a:lnTo>
                    <a:pt x="105521" y="396173"/>
                  </a:lnTo>
                  <a:lnTo>
                    <a:pt x="105380" y="395973"/>
                  </a:lnTo>
                  <a:lnTo>
                    <a:pt x="105174" y="395898"/>
                  </a:lnTo>
                  <a:lnTo>
                    <a:pt x="104774" y="395352"/>
                  </a:lnTo>
                  <a:lnTo>
                    <a:pt x="104554" y="395177"/>
                  </a:lnTo>
                  <a:lnTo>
                    <a:pt x="104199" y="394961"/>
                  </a:lnTo>
                  <a:lnTo>
                    <a:pt x="104000" y="394937"/>
                  </a:lnTo>
                  <a:lnTo>
                    <a:pt x="103650" y="394874"/>
                  </a:lnTo>
                  <a:lnTo>
                    <a:pt x="103464" y="394112"/>
                  </a:lnTo>
                  <a:lnTo>
                    <a:pt x="102988" y="393131"/>
                  </a:lnTo>
                  <a:lnTo>
                    <a:pt x="103069" y="392766"/>
                  </a:lnTo>
                  <a:lnTo>
                    <a:pt x="102872" y="392432"/>
                  </a:lnTo>
                  <a:lnTo>
                    <a:pt x="102771" y="391968"/>
                  </a:lnTo>
                  <a:lnTo>
                    <a:pt x="101971" y="392005"/>
                  </a:lnTo>
                  <a:lnTo>
                    <a:pt x="101408" y="392437"/>
                  </a:lnTo>
                  <a:lnTo>
                    <a:pt x="101247" y="392810"/>
                  </a:lnTo>
                  <a:lnTo>
                    <a:pt x="100768" y="393154"/>
                  </a:lnTo>
                  <a:lnTo>
                    <a:pt x="100040" y="393083"/>
                  </a:lnTo>
                  <a:lnTo>
                    <a:pt x="99898" y="392759"/>
                  </a:lnTo>
                  <a:lnTo>
                    <a:pt x="99386" y="392236"/>
                  </a:lnTo>
                  <a:lnTo>
                    <a:pt x="99062" y="392178"/>
                  </a:lnTo>
                  <a:lnTo>
                    <a:pt x="98883" y="392170"/>
                  </a:lnTo>
                  <a:lnTo>
                    <a:pt x="98558" y="392092"/>
                  </a:lnTo>
                  <a:lnTo>
                    <a:pt x="98465" y="391687"/>
                  </a:lnTo>
                  <a:lnTo>
                    <a:pt x="98276" y="391086"/>
                  </a:lnTo>
                  <a:lnTo>
                    <a:pt x="98189" y="390824"/>
                  </a:lnTo>
                  <a:lnTo>
                    <a:pt x="98025" y="390496"/>
                  </a:lnTo>
                  <a:lnTo>
                    <a:pt x="97957" y="390359"/>
                  </a:lnTo>
                  <a:lnTo>
                    <a:pt x="97721" y="389907"/>
                  </a:lnTo>
                  <a:lnTo>
                    <a:pt x="97455" y="389675"/>
                  </a:lnTo>
                  <a:lnTo>
                    <a:pt x="96825" y="389614"/>
                  </a:lnTo>
                  <a:lnTo>
                    <a:pt x="96287" y="390015"/>
                  </a:lnTo>
                  <a:lnTo>
                    <a:pt x="95821" y="390312"/>
                  </a:lnTo>
                  <a:lnTo>
                    <a:pt x="95643" y="390380"/>
                  </a:lnTo>
                  <a:lnTo>
                    <a:pt x="95218" y="390491"/>
                  </a:lnTo>
                  <a:lnTo>
                    <a:pt x="94604" y="390564"/>
                  </a:lnTo>
                  <a:lnTo>
                    <a:pt x="94126" y="390364"/>
                  </a:lnTo>
                  <a:lnTo>
                    <a:pt x="93937" y="390285"/>
                  </a:lnTo>
                  <a:lnTo>
                    <a:pt x="93564" y="390155"/>
                  </a:lnTo>
                  <a:lnTo>
                    <a:pt x="93254" y="389757"/>
                  </a:lnTo>
                  <a:lnTo>
                    <a:pt x="93023" y="389020"/>
                  </a:lnTo>
                  <a:lnTo>
                    <a:pt x="92005" y="389052"/>
                  </a:lnTo>
                  <a:lnTo>
                    <a:pt x="91648" y="388990"/>
                  </a:lnTo>
                  <a:lnTo>
                    <a:pt x="91552" y="388671"/>
                  </a:lnTo>
                  <a:lnTo>
                    <a:pt x="91115" y="388570"/>
                  </a:lnTo>
                  <a:lnTo>
                    <a:pt x="90909" y="388575"/>
                  </a:lnTo>
                  <a:lnTo>
                    <a:pt x="90453" y="388367"/>
                  </a:lnTo>
                  <a:lnTo>
                    <a:pt x="89965" y="388205"/>
                  </a:lnTo>
                  <a:lnTo>
                    <a:pt x="89709" y="388092"/>
                  </a:lnTo>
                  <a:lnTo>
                    <a:pt x="89648" y="387758"/>
                  </a:lnTo>
                  <a:lnTo>
                    <a:pt x="89657" y="387543"/>
                  </a:lnTo>
                  <a:lnTo>
                    <a:pt x="89427" y="387374"/>
                  </a:lnTo>
                  <a:lnTo>
                    <a:pt x="89080" y="387326"/>
                  </a:lnTo>
                  <a:lnTo>
                    <a:pt x="88556" y="387348"/>
                  </a:lnTo>
                  <a:lnTo>
                    <a:pt x="88250" y="387000"/>
                  </a:lnTo>
                  <a:lnTo>
                    <a:pt x="88121" y="386854"/>
                  </a:lnTo>
                  <a:lnTo>
                    <a:pt x="87743" y="386456"/>
                  </a:lnTo>
                  <a:lnTo>
                    <a:pt x="87580" y="386088"/>
                  </a:lnTo>
                  <a:lnTo>
                    <a:pt x="87282" y="385701"/>
                  </a:lnTo>
                  <a:lnTo>
                    <a:pt x="86851" y="385472"/>
                  </a:lnTo>
                  <a:lnTo>
                    <a:pt x="86697" y="385200"/>
                  </a:lnTo>
                  <a:lnTo>
                    <a:pt x="86280" y="384843"/>
                  </a:lnTo>
                  <a:lnTo>
                    <a:pt x="85714" y="384747"/>
                  </a:lnTo>
                  <a:lnTo>
                    <a:pt x="85321" y="384864"/>
                  </a:lnTo>
                  <a:lnTo>
                    <a:pt x="84682" y="384664"/>
                  </a:lnTo>
                  <a:lnTo>
                    <a:pt x="84445" y="384579"/>
                  </a:lnTo>
                  <a:lnTo>
                    <a:pt x="84021" y="384488"/>
                  </a:lnTo>
                  <a:lnTo>
                    <a:pt x="83469" y="384401"/>
                  </a:lnTo>
                  <a:lnTo>
                    <a:pt x="83329" y="384724"/>
                  </a:lnTo>
                  <a:lnTo>
                    <a:pt x="83243" y="385022"/>
                  </a:lnTo>
                  <a:lnTo>
                    <a:pt x="82947" y="385130"/>
                  </a:lnTo>
                  <a:lnTo>
                    <a:pt x="82838" y="383698"/>
                  </a:lnTo>
                  <a:lnTo>
                    <a:pt x="82132" y="383658"/>
                  </a:lnTo>
                  <a:lnTo>
                    <a:pt x="81844" y="383711"/>
                  </a:lnTo>
                  <a:lnTo>
                    <a:pt x="81607" y="384064"/>
                  </a:lnTo>
                  <a:lnTo>
                    <a:pt x="81458" y="384430"/>
                  </a:lnTo>
                  <a:lnTo>
                    <a:pt x="81223" y="384817"/>
                  </a:lnTo>
                  <a:lnTo>
                    <a:pt x="80829" y="385181"/>
                  </a:lnTo>
                  <a:lnTo>
                    <a:pt x="80467" y="385321"/>
                  </a:lnTo>
                  <a:lnTo>
                    <a:pt x="80312" y="385269"/>
                  </a:lnTo>
                  <a:lnTo>
                    <a:pt x="80073" y="385593"/>
                  </a:lnTo>
                  <a:lnTo>
                    <a:pt x="79418" y="385692"/>
                  </a:lnTo>
                  <a:lnTo>
                    <a:pt x="79202" y="385606"/>
                  </a:lnTo>
                  <a:lnTo>
                    <a:pt x="79001" y="385484"/>
                  </a:lnTo>
                  <a:lnTo>
                    <a:pt x="78961" y="385331"/>
                  </a:lnTo>
                  <a:lnTo>
                    <a:pt x="78835" y="384961"/>
                  </a:lnTo>
                  <a:lnTo>
                    <a:pt x="78656" y="384777"/>
                  </a:lnTo>
                  <a:lnTo>
                    <a:pt x="78506" y="384683"/>
                  </a:lnTo>
                  <a:lnTo>
                    <a:pt x="78275" y="384537"/>
                  </a:lnTo>
                  <a:lnTo>
                    <a:pt x="77964" y="384463"/>
                  </a:lnTo>
                  <a:lnTo>
                    <a:pt x="77776" y="384397"/>
                  </a:lnTo>
                  <a:lnTo>
                    <a:pt x="77665" y="384084"/>
                  </a:lnTo>
                  <a:lnTo>
                    <a:pt x="77832" y="383894"/>
                  </a:lnTo>
                  <a:lnTo>
                    <a:pt x="77779" y="383594"/>
                  </a:lnTo>
                  <a:lnTo>
                    <a:pt x="77412" y="383289"/>
                  </a:lnTo>
                  <a:lnTo>
                    <a:pt x="77510" y="382611"/>
                  </a:lnTo>
                  <a:lnTo>
                    <a:pt x="77136" y="381891"/>
                  </a:lnTo>
                  <a:lnTo>
                    <a:pt x="76883" y="381449"/>
                  </a:lnTo>
                  <a:lnTo>
                    <a:pt x="76644" y="381294"/>
                  </a:lnTo>
                  <a:lnTo>
                    <a:pt x="76390" y="381143"/>
                  </a:lnTo>
                  <a:lnTo>
                    <a:pt x="76207" y="381057"/>
                  </a:lnTo>
                  <a:lnTo>
                    <a:pt x="75914" y="380785"/>
                  </a:lnTo>
                  <a:lnTo>
                    <a:pt x="75727" y="380575"/>
                  </a:lnTo>
                  <a:lnTo>
                    <a:pt x="74911" y="379978"/>
                  </a:lnTo>
                  <a:lnTo>
                    <a:pt x="74749" y="379599"/>
                  </a:lnTo>
                  <a:lnTo>
                    <a:pt x="74646" y="378820"/>
                  </a:lnTo>
                  <a:lnTo>
                    <a:pt x="74036" y="378608"/>
                  </a:lnTo>
                  <a:lnTo>
                    <a:pt x="73652" y="378609"/>
                  </a:lnTo>
                  <a:lnTo>
                    <a:pt x="73025" y="378489"/>
                  </a:lnTo>
                  <a:lnTo>
                    <a:pt x="72857" y="378413"/>
                  </a:lnTo>
                  <a:lnTo>
                    <a:pt x="73100" y="378177"/>
                  </a:lnTo>
                  <a:lnTo>
                    <a:pt x="73407" y="378388"/>
                  </a:lnTo>
                  <a:lnTo>
                    <a:pt x="74147" y="378368"/>
                  </a:lnTo>
                  <a:lnTo>
                    <a:pt x="74382" y="378000"/>
                  </a:lnTo>
                  <a:lnTo>
                    <a:pt x="74540" y="377752"/>
                  </a:lnTo>
                  <a:lnTo>
                    <a:pt x="74598" y="377437"/>
                  </a:lnTo>
                  <a:lnTo>
                    <a:pt x="74674" y="377018"/>
                  </a:lnTo>
                  <a:lnTo>
                    <a:pt x="74854" y="376660"/>
                  </a:lnTo>
                  <a:lnTo>
                    <a:pt x="74802" y="376526"/>
                  </a:lnTo>
                  <a:lnTo>
                    <a:pt x="74221" y="376248"/>
                  </a:lnTo>
                  <a:lnTo>
                    <a:pt x="73884" y="376584"/>
                  </a:lnTo>
                  <a:lnTo>
                    <a:pt x="73668" y="376531"/>
                  </a:lnTo>
                  <a:lnTo>
                    <a:pt x="73504" y="377016"/>
                  </a:lnTo>
                  <a:lnTo>
                    <a:pt x="73283" y="377140"/>
                  </a:lnTo>
                  <a:lnTo>
                    <a:pt x="72931" y="377106"/>
                  </a:lnTo>
                  <a:lnTo>
                    <a:pt x="72781" y="377092"/>
                  </a:lnTo>
                  <a:lnTo>
                    <a:pt x="72309" y="377033"/>
                  </a:lnTo>
                  <a:lnTo>
                    <a:pt x="72041" y="376905"/>
                  </a:lnTo>
                  <a:lnTo>
                    <a:pt x="71914" y="376608"/>
                  </a:lnTo>
                  <a:lnTo>
                    <a:pt x="71795" y="376330"/>
                  </a:lnTo>
                  <a:lnTo>
                    <a:pt x="71561" y="375413"/>
                  </a:lnTo>
                  <a:lnTo>
                    <a:pt x="71211" y="374923"/>
                  </a:lnTo>
                  <a:lnTo>
                    <a:pt x="70985" y="374218"/>
                  </a:lnTo>
                  <a:lnTo>
                    <a:pt x="70649" y="373607"/>
                  </a:lnTo>
                  <a:lnTo>
                    <a:pt x="70367" y="373468"/>
                  </a:lnTo>
                  <a:lnTo>
                    <a:pt x="70052" y="373307"/>
                  </a:lnTo>
                  <a:lnTo>
                    <a:pt x="69417" y="372686"/>
                  </a:lnTo>
                  <a:lnTo>
                    <a:pt x="69181" y="372666"/>
                  </a:lnTo>
                  <a:lnTo>
                    <a:pt x="68547" y="372536"/>
                  </a:lnTo>
                  <a:lnTo>
                    <a:pt x="68419" y="372556"/>
                  </a:lnTo>
                  <a:lnTo>
                    <a:pt x="68099" y="372651"/>
                  </a:lnTo>
                  <a:lnTo>
                    <a:pt x="67949" y="372638"/>
                  </a:lnTo>
                  <a:lnTo>
                    <a:pt x="67804" y="372392"/>
                  </a:lnTo>
                  <a:lnTo>
                    <a:pt x="67650" y="372106"/>
                  </a:lnTo>
                  <a:lnTo>
                    <a:pt x="67379" y="371810"/>
                  </a:lnTo>
                  <a:lnTo>
                    <a:pt x="66936" y="371647"/>
                  </a:lnTo>
                  <a:lnTo>
                    <a:pt x="66607" y="371526"/>
                  </a:lnTo>
                  <a:lnTo>
                    <a:pt x="66456" y="371550"/>
                  </a:lnTo>
                  <a:lnTo>
                    <a:pt x="66139" y="371512"/>
                  </a:lnTo>
                  <a:lnTo>
                    <a:pt x="66061" y="370571"/>
                  </a:lnTo>
                  <a:lnTo>
                    <a:pt x="66278" y="370313"/>
                  </a:lnTo>
                  <a:lnTo>
                    <a:pt x="66336" y="370053"/>
                  </a:lnTo>
                  <a:lnTo>
                    <a:pt x="66402" y="369551"/>
                  </a:lnTo>
                  <a:lnTo>
                    <a:pt x="65543" y="369136"/>
                  </a:lnTo>
                  <a:lnTo>
                    <a:pt x="65026" y="369710"/>
                  </a:lnTo>
                  <a:lnTo>
                    <a:pt x="64869" y="369936"/>
                  </a:lnTo>
                  <a:lnTo>
                    <a:pt x="64654" y="370098"/>
                  </a:lnTo>
                  <a:lnTo>
                    <a:pt x="63984" y="370002"/>
                  </a:lnTo>
                  <a:lnTo>
                    <a:pt x="63987" y="369843"/>
                  </a:lnTo>
                  <a:lnTo>
                    <a:pt x="64094" y="369431"/>
                  </a:lnTo>
                  <a:lnTo>
                    <a:pt x="64257" y="369105"/>
                  </a:lnTo>
                  <a:lnTo>
                    <a:pt x="64341" y="368771"/>
                  </a:lnTo>
                  <a:lnTo>
                    <a:pt x="64136" y="368475"/>
                  </a:lnTo>
                  <a:lnTo>
                    <a:pt x="64038" y="368150"/>
                  </a:lnTo>
                  <a:lnTo>
                    <a:pt x="63998" y="367726"/>
                  </a:lnTo>
                  <a:lnTo>
                    <a:pt x="63999" y="367355"/>
                  </a:lnTo>
                  <a:lnTo>
                    <a:pt x="64162" y="366824"/>
                  </a:lnTo>
                  <a:lnTo>
                    <a:pt x="64590" y="366374"/>
                  </a:lnTo>
                  <a:lnTo>
                    <a:pt x="65104" y="366067"/>
                  </a:lnTo>
                  <a:lnTo>
                    <a:pt x="65324" y="365852"/>
                  </a:lnTo>
                  <a:lnTo>
                    <a:pt x="65325" y="365280"/>
                  </a:lnTo>
                  <a:lnTo>
                    <a:pt x="65452" y="364346"/>
                  </a:lnTo>
                  <a:lnTo>
                    <a:pt x="64950" y="364240"/>
                  </a:lnTo>
                  <a:lnTo>
                    <a:pt x="64856" y="364089"/>
                  </a:lnTo>
                  <a:lnTo>
                    <a:pt x="64692" y="363285"/>
                  </a:lnTo>
                  <a:lnTo>
                    <a:pt x="64106" y="362941"/>
                  </a:lnTo>
                  <a:lnTo>
                    <a:pt x="64095" y="362055"/>
                  </a:lnTo>
                  <a:lnTo>
                    <a:pt x="63777" y="361691"/>
                  </a:lnTo>
                  <a:lnTo>
                    <a:pt x="63246" y="361497"/>
                  </a:lnTo>
                  <a:lnTo>
                    <a:pt x="62932" y="361410"/>
                  </a:lnTo>
                  <a:lnTo>
                    <a:pt x="62782" y="361390"/>
                  </a:lnTo>
                  <a:lnTo>
                    <a:pt x="62451" y="361419"/>
                  </a:lnTo>
                  <a:lnTo>
                    <a:pt x="62208" y="361528"/>
                  </a:lnTo>
                  <a:lnTo>
                    <a:pt x="61934" y="361577"/>
                  </a:lnTo>
                  <a:lnTo>
                    <a:pt x="61148" y="361404"/>
                  </a:lnTo>
                  <a:lnTo>
                    <a:pt x="60382" y="361264"/>
                  </a:lnTo>
                  <a:lnTo>
                    <a:pt x="60225" y="361464"/>
                  </a:lnTo>
                  <a:lnTo>
                    <a:pt x="59864" y="361729"/>
                  </a:lnTo>
                  <a:lnTo>
                    <a:pt x="59565" y="361369"/>
                  </a:lnTo>
                  <a:lnTo>
                    <a:pt x="59703" y="361027"/>
                  </a:lnTo>
                  <a:lnTo>
                    <a:pt x="60417" y="360478"/>
                  </a:lnTo>
                  <a:lnTo>
                    <a:pt x="60695" y="360380"/>
                  </a:lnTo>
                  <a:lnTo>
                    <a:pt x="61232" y="360302"/>
                  </a:lnTo>
                  <a:lnTo>
                    <a:pt x="61596" y="359072"/>
                  </a:lnTo>
                  <a:lnTo>
                    <a:pt x="61043" y="358795"/>
                  </a:lnTo>
                  <a:lnTo>
                    <a:pt x="60727" y="358626"/>
                  </a:lnTo>
                  <a:lnTo>
                    <a:pt x="60737" y="358066"/>
                  </a:lnTo>
                  <a:lnTo>
                    <a:pt x="60439" y="357295"/>
                  </a:lnTo>
                  <a:lnTo>
                    <a:pt x="59645" y="357142"/>
                  </a:lnTo>
                  <a:lnTo>
                    <a:pt x="59270" y="356887"/>
                  </a:lnTo>
                  <a:lnTo>
                    <a:pt x="59149" y="356718"/>
                  </a:lnTo>
                  <a:lnTo>
                    <a:pt x="58615" y="356235"/>
                  </a:lnTo>
                  <a:lnTo>
                    <a:pt x="58261" y="355223"/>
                  </a:lnTo>
                  <a:lnTo>
                    <a:pt x="57934" y="355127"/>
                  </a:lnTo>
                  <a:lnTo>
                    <a:pt x="57789" y="354946"/>
                  </a:lnTo>
                  <a:lnTo>
                    <a:pt x="57284" y="354476"/>
                  </a:lnTo>
                  <a:lnTo>
                    <a:pt x="57082" y="354459"/>
                  </a:lnTo>
                  <a:lnTo>
                    <a:pt x="56693" y="354482"/>
                  </a:lnTo>
                  <a:lnTo>
                    <a:pt x="56810" y="354175"/>
                  </a:lnTo>
                  <a:lnTo>
                    <a:pt x="56728" y="353878"/>
                  </a:lnTo>
                  <a:lnTo>
                    <a:pt x="56244" y="354033"/>
                  </a:lnTo>
                  <a:lnTo>
                    <a:pt x="56047" y="354154"/>
                  </a:lnTo>
                  <a:lnTo>
                    <a:pt x="55860" y="354146"/>
                  </a:lnTo>
                  <a:lnTo>
                    <a:pt x="55632" y="354309"/>
                  </a:lnTo>
                  <a:lnTo>
                    <a:pt x="55495" y="354612"/>
                  </a:lnTo>
                  <a:lnTo>
                    <a:pt x="55332" y="354963"/>
                  </a:lnTo>
                  <a:lnTo>
                    <a:pt x="55022" y="355326"/>
                  </a:lnTo>
                  <a:lnTo>
                    <a:pt x="54640" y="355400"/>
                  </a:lnTo>
                  <a:lnTo>
                    <a:pt x="54177" y="355292"/>
                  </a:lnTo>
                  <a:lnTo>
                    <a:pt x="54549" y="354886"/>
                  </a:lnTo>
                  <a:lnTo>
                    <a:pt x="54907" y="354643"/>
                  </a:lnTo>
                  <a:lnTo>
                    <a:pt x="55106" y="354291"/>
                  </a:lnTo>
                  <a:lnTo>
                    <a:pt x="55393" y="353692"/>
                  </a:lnTo>
                  <a:lnTo>
                    <a:pt x="55298" y="353328"/>
                  </a:lnTo>
                  <a:lnTo>
                    <a:pt x="54781" y="353077"/>
                  </a:lnTo>
                  <a:lnTo>
                    <a:pt x="54423" y="352765"/>
                  </a:lnTo>
                  <a:lnTo>
                    <a:pt x="54184" y="352630"/>
                  </a:lnTo>
                  <a:lnTo>
                    <a:pt x="53694" y="352354"/>
                  </a:lnTo>
                  <a:lnTo>
                    <a:pt x="52923" y="351309"/>
                  </a:lnTo>
                  <a:lnTo>
                    <a:pt x="52779" y="351200"/>
                  </a:lnTo>
                  <a:lnTo>
                    <a:pt x="52602" y="351067"/>
                  </a:lnTo>
                  <a:lnTo>
                    <a:pt x="52114" y="350953"/>
                  </a:lnTo>
                  <a:lnTo>
                    <a:pt x="52061" y="349857"/>
                  </a:lnTo>
                  <a:lnTo>
                    <a:pt x="51893" y="349711"/>
                  </a:lnTo>
                  <a:lnTo>
                    <a:pt x="51618" y="349386"/>
                  </a:lnTo>
                  <a:lnTo>
                    <a:pt x="51543" y="349165"/>
                  </a:lnTo>
                  <a:lnTo>
                    <a:pt x="51966" y="348839"/>
                  </a:lnTo>
                  <a:lnTo>
                    <a:pt x="52295" y="348289"/>
                  </a:lnTo>
                  <a:lnTo>
                    <a:pt x="52199" y="347947"/>
                  </a:lnTo>
                  <a:lnTo>
                    <a:pt x="52221" y="347719"/>
                  </a:lnTo>
                  <a:lnTo>
                    <a:pt x="52644" y="347026"/>
                  </a:lnTo>
                  <a:lnTo>
                    <a:pt x="52653" y="346785"/>
                  </a:lnTo>
                  <a:lnTo>
                    <a:pt x="53092" y="346094"/>
                  </a:lnTo>
                  <a:lnTo>
                    <a:pt x="53474" y="346117"/>
                  </a:lnTo>
                  <a:lnTo>
                    <a:pt x="53962" y="345566"/>
                  </a:lnTo>
                  <a:lnTo>
                    <a:pt x="53815" y="345142"/>
                  </a:lnTo>
                  <a:lnTo>
                    <a:pt x="53662" y="344690"/>
                  </a:lnTo>
                  <a:lnTo>
                    <a:pt x="54000" y="344365"/>
                  </a:lnTo>
                  <a:lnTo>
                    <a:pt x="54110" y="344158"/>
                  </a:lnTo>
                  <a:lnTo>
                    <a:pt x="53745" y="343225"/>
                  </a:lnTo>
                  <a:lnTo>
                    <a:pt x="53368" y="342805"/>
                  </a:lnTo>
                  <a:lnTo>
                    <a:pt x="53177" y="342668"/>
                  </a:lnTo>
                  <a:lnTo>
                    <a:pt x="53132" y="342529"/>
                  </a:lnTo>
                  <a:lnTo>
                    <a:pt x="53085" y="342332"/>
                  </a:lnTo>
                  <a:lnTo>
                    <a:pt x="53029" y="342096"/>
                  </a:lnTo>
                  <a:lnTo>
                    <a:pt x="52982" y="341607"/>
                  </a:lnTo>
                  <a:lnTo>
                    <a:pt x="52927" y="341354"/>
                  </a:lnTo>
                  <a:lnTo>
                    <a:pt x="52851" y="341011"/>
                  </a:lnTo>
                  <a:lnTo>
                    <a:pt x="52699" y="340809"/>
                  </a:lnTo>
                  <a:lnTo>
                    <a:pt x="52548" y="340087"/>
                  </a:lnTo>
                  <a:lnTo>
                    <a:pt x="52892" y="340295"/>
                  </a:lnTo>
                  <a:lnTo>
                    <a:pt x="53052" y="340259"/>
                  </a:lnTo>
                  <a:lnTo>
                    <a:pt x="53124" y="340049"/>
                  </a:lnTo>
                  <a:lnTo>
                    <a:pt x="53446" y="339472"/>
                  </a:lnTo>
                  <a:lnTo>
                    <a:pt x="53556" y="339024"/>
                  </a:lnTo>
                  <a:lnTo>
                    <a:pt x="53481" y="338546"/>
                  </a:lnTo>
                  <a:lnTo>
                    <a:pt x="53538" y="338267"/>
                  </a:lnTo>
                  <a:lnTo>
                    <a:pt x="53685" y="338072"/>
                  </a:lnTo>
                  <a:lnTo>
                    <a:pt x="53819" y="337887"/>
                  </a:lnTo>
                  <a:lnTo>
                    <a:pt x="53946" y="337713"/>
                  </a:lnTo>
                  <a:lnTo>
                    <a:pt x="53894" y="337509"/>
                  </a:lnTo>
                  <a:lnTo>
                    <a:pt x="53745" y="336923"/>
                  </a:lnTo>
                  <a:lnTo>
                    <a:pt x="53564" y="336437"/>
                  </a:lnTo>
                  <a:lnTo>
                    <a:pt x="53486" y="336284"/>
                  </a:lnTo>
                  <a:lnTo>
                    <a:pt x="53376" y="335720"/>
                  </a:lnTo>
                  <a:lnTo>
                    <a:pt x="52929" y="335368"/>
                  </a:lnTo>
                  <a:lnTo>
                    <a:pt x="52773" y="335257"/>
                  </a:lnTo>
                  <a:lnTo>
                    <a:pt x="52515" y="335026"/>
                  </a:lnTo>
                  <a:lnTo>
                    <a:pt x="52570" y="334505"/>
                  </a:lnTo>
                  <a:lnTo>
                    <a:pt x="52656" y="334136"/>
                  </a:lnTo>
                  <a:lnTo>
                    <a:pt x="52792" y="333949"/>
                  </a:lnTo>
                  <a:lnTo>
                    <a:pt x="52825" y="333518"/>
                  </a:lnTo>
                  <a:lnTo>
                    <a:pt x="52763" y="333344"/>
                  </a:lnTo>
                  <a:lnTo>
                    <a:pt x="52677" y="332802"/>
                  </a:lnTo>
                  <a:lnTo>
                    <a:pt x="52552" y="332638"/>
                  </a:lnTo>
                  <a:lnTo>
                    <a:pt x="52108" y="332226"/>
                  </a:lnTo>
                  <a:lnTo>
                    <a:pt x="51782" y="332026"/>
                  </a:lnTo>
                  <a:lnTo>
                    <a:pt x="51481" y="331716"/>
                  </a:lnTo>
                  <a:lnTo>
                    <a:pt x="51171" y="331210"/>
                  </a:lnTo>
                  <a:lnTo>
                    <a:pt x="50996" y="331116"/>
                  </a:lnTo>
                  <a:lnTo>
                    <a:pt x="50819" y="331023"/>
                  </a:lnTo>
                  <a:lnTo>
                    <a:pt x="50615" y="330937"/>
                  </a:lnTo>
                  <a:lnTo>
                    <a:pt x="50382" y="330974"/>
                  </a:lnTo>
                  <a:lnTo>
                    <a:pt x="50200" y="331019"/>
                  </a:lnTo>
                  <a:lnTo>
                    <a:pt x="50002" y="331046"/>
                  </a:lnTo>
                  <a:lnTo>
                    <a:pt x="49769" y="330521"/>
                  </a:lnTo>
                  <a:lnTo>
                    <a:pt x="49414" y="330348"/>
                  </a:lnTo>
                  <a:lnTo>
                    <a:pt x="48783" y="330164"/>
                  </a:lnTo>
                  <a:lnTo>
                    <a:pt x="48427" y="330060"/>
                  </a:lnTo>
                  <a:lnTo>
                    <a:pt x="47908" y="329947"/>
                  </a:lnTo>
                  <a:lnTo>
                    <a:pt x="47591" y="329757"/>
                  </a:lnTo>
                  <a:lnTo>
                    <a:pt x="47273" y="329639"/>
                  </a:lnTo>
                  <a:lnTo>
                    <a:pt x="46675" y="329712"/>
                  </a:lnTo>
                  <a:lnTo>
                    <a:pt x="46286" y="329190"/>
                  </a:lnTo>
                  <a:lnTo>
                    <a:pt x="46110" y="328924"/>
                  </a:lnTo>
                  <a:lnTo>
                    <a:pt x="45935" y="328681"/>
                  </a:lnTo>
                  <a:lnTo>
                    <a:pt x="45645" y="328345"/>
                  </a:lnTo>
                  <a:lnTo>
                    <a:pt x="45435" y="328285"/>
                  </a:lnTo>
                  <a:lnTo>
                    <a:pt x="45289" y="328229"/>
                  </a:lnTo>
                  <a:lnTo>
                    <a:pt x="45016" y="328124"/>
                  </a:lnTo>
                  <a:lnTo>
                    <a:pt x="44734" y="327943"/>
                  </a:lnTo>
                  <a:lnTo>
                    <a:pt x="44574" y="327639"/>
                  </a:lnTo>
                  <a:lnTo>
                    <a:pt x="44527" y="327404"/>
                  </a:lnTo>
                  <a:lnTo>
                    <a:pt x="44286" y="327101"/>
                  </a:lnTo>
                  <a:lnTo>
                    <a:pt x="44077" y="326884"/>
                  </a:lnTo>
                  <a:lnTo>
                    <a:pt x="44056" y="326617"/>
                  </a:lnTo>
                  <a:lnTo>
                    <a:pt x="44101" y="326301"/>
                  </a:lnTo>
                  <a:lnTo>
                    <a:pt x="44295" y="325862"/>
                  </a:lnTo>
                  <a:lnTo>
                    <a:pt x="44392" y="325162"/>
                  </a:lnTo>
                  <a:lnTo>
                    <a:pt x="44180" y="325001"/>
                  </a:lnTo>
                  <a:lnTo>
                    <a:pt x="44009" y="324722"/>
                  </a:lnTo>
                  <a:lnTo>
                    <a:pt x="43920" y="324429"/>
                  </a:lnTo>
                  <a:lnTo>
                    <a:pt x="43732" y="324012"/>
                  </a:lnTo>
                  <a:lnTo>
                    <a:pt x="43748" y="323592"/>
                  </a:lnTo>
                  <a:lnTo>
                    <a:pt x="43642" y="323190"/>
                  </a:lnTo>
                  <a:lnTo>
                    <a:pt x="43336" y="323081"/>
                  </a:lnTo>
                  <a:lnTo>
                    <a:pt x="43036" y="322531"/>
                  </a:lnTo>
                  <a:lnTo>
                    <a:pt x="42951" y="322193"/>
                  </a:lnTo>
                  <a:lnTo>
                    <a:pt x="42499" y="321940"/>
                  </a:lnTo>
                  <a:lnTo>
                    <a:pt x="42171" y="321683"/>
                  </a:lnTo>
                  <a:lnTo>
                    <a:pt x="42022" y="320952"/>
                  </a:lnTo>
                  <a:lnTo>
                    <a:pt x="41752" y="320889"/>
                  </a:lnTo>
                  <a:lnTo>
                    <a:pt x="41324" y="321024"/>
                  </a:lnTo>
                  <a:lnTo>
                    <a:pt x="40546" y="320918"/>
                  </a:lnTo>
                  <a:lnTo>
                    <a:pt x="39862" y="320549"/>
                  </a:lnTo>
                  <a:lnTo>
                    <a:pt x="39675" y="320441"/>
                  </a:lnTo>
                  <a:lnTo>
                    <a:pt x="39378" y="320131"/>
                  </a:lnTo>
                  <a:lnTo>
                    <a:pt x="39347" y="319876"/>
                  </a:lnTo>
                  <a:lnTo>
                    <a:pt x="39327" y="319681"/>
                  </a:lnTo>
                  <a:lnTo>
                    <a:pt x="39181" y="319411"/>
                  </a:lnTo>
                  <a:lnTo>
                    <a:pt x="38681" y="318813"/>
                  </a:lnTo>
                  <a:lnTo>
                    <a:pt x="38301" y="318789"/>
                  </a:lnTo>
                  <a:lnTo>
                    <a:pt x="38108" y="318789"/>
                  </a:lnTo>
                  <a:lnTo>
                    <a:pt x="37672" y="318663"/>
                  </a:lnTo>
                  <a:lnTo>
                    <a:pt x="37336" y="318423"/>
                  </a:lnTo>
                  <a:lnTo>
                    <a:pt x="36795" y="318083"/>
                  </a:lnTo>
                  <a:lnTo>
                    <a:pt x="36662" y="317887"/>
                  </a:lnTo>
                  <a:lnTo>
                    <a:pt x="36421" y="317853"/>
                  </a:lnTo>
                  <a:lnTo>
                    <a:pt x="35995" y="318044"/>
                  </a:lnTo>
                  <a:lnTo>
                    <a:pt x="35436" y="318189"/>
                  </a:lnTo>
                  <a:lnTo>
                    <a:pt x="35294" y="318180"/>
                  </a:lnTo>
                  <a:lnTo>
                    <a:pt x="34947" y="318157"/>
                  </a:lnTo>
                  <a:lnTo>
                    <a:pt x="34659" y="318126"/>
                  </a:lnTo>
                  <a:lnTo>
                    <a:pt x="34146" y="317989"/>
                  </a:lnTo>
                  <a:lnTo>
                    <a:pt x="34002" y="317912"/>
                  </a:lnTo>
                  <a:lnTo>
                    <a:pt x="34111" y="317505"/>
                  </a:lnTo>
                  <a:lnTo>
                    <a:pt x="34103" y="317171"/>
                  </a:lnTo>
                  <a:lnTo>
                    <a:pt x="34025" y="316988"/>
                  </a:lnTo>
                  <a:lnTo>
                    <a:pt x="33859" y="316927"/>
                  </a:lnTo>
                  <a:lnTo>
                    <a:pt x="33692" y="316913"/>
                  </a:lnTo>
                  <a:lnTo>
                    <a:pt x="33465" y="316789"/>
                  </a:lnTo>
                  <a:lnTo>
                    <a:pt x="32991" y="316234"/>
                  </a:lnTo>
                  <a:lnTo>
                    <a:pt x="32890" y="316071"/>
                  </a:lnTo>
                  <a:lnTo>
                    <a:pt x="32914" y="315937"/>
                  </a:lnTo>
                  <a:lnTo>
                    <a:pt x="33037" y="315383"/>
                  </a:lnTo>
                  <a:lnTo>
                    <a:pt x="33658" y="315140"/>
                  </a:lnTo>
                  <a:lnTo>
                    <a:pt x="34050" y="314880"/>
                  </a:lnTo>
                  <a:lnTo>
                    <a:pt x="34372" y="314924"/>
                  </a:lnTo>
                  <a:lnTo>
                    <a:pt x="34837" y="314812"/>
                  </a:lnTo>
                  <a:lnTo>
                    <a:pt x="34786" y="314644"/>
                  </a:lnTo>
                  <a:lnTo>
                    <a:pt x="34619" y="314222"/>
                  </a:lnTo>
                  <a:lnTo>
                    <a:pt x="35092" y="313976"/>
                  </a:lnTo>
                  <a:lnTo>
                    <a:pt x="35532" y="313402"/>
                  </a:lnTo>
                  <a:lnTo>
                    <a:pt x="35712" y="313109"/>
                  </a:lnTo>
                  <a:lnTo>
                    <a:pt x="35890" y="312940"/>
                  </a:lnTo>
                  <a:lnTo>
                    <a:pt x="36075" y="312973"/>
                  </a:lnTo>
                  <a:lnTo>
                    <a:pt x="36287" y="313141"/>
                  </a:lnTo>
                  <a:lnTo>
                    <a:pt x="36491" y="313274"/>
                  </a:lnTo>
                  <a:lnTo>
                    <a:pt x="36944" y="313026"/>
                  </a:lnTo>
                  <a:lnTo>
                    <a:pt x="36923" y="312421"/>
                  </a:lnTo>
                  <a:lnTo>
                    <a:pt x="36894" y="312001"/>
                  </a:lnTo>
                  <a:lnTo>
                    <a:pt x="36552" y="311729"/>
                  </a:lnTo>
                  <a:lnTo>
                    <a:pt x="36360" y="311643"/>
                  </a:lnTo>
                  <a:lnTo>
                    <a:pt x="36118" y="311557"/>
                  </a:lnTo>
                  <a:lnTo>
                    <a:pt x="35869" y="311234"/>
                  </a:lnTo>
                  <a:lnTo>
                    <a:pt x="35900" y="310972"/>
                  </a:lnTo>
                  <a:lnTo>
                    <a:pt x="35894" y="310750"/>
                  </a:lnTo>
                  <a:lnTo>
                    <a:pt x="35795" y="310261"/>
                  </a:lnTo>
                  <a:lnTo>
                    <a:pt x="35491" y="309833"/>
                  </a:lnTo>
                  <a:lnTo>
                    <a:pt x="35140" y="309080"/>
                  </a:lnTo>
                  <a:lnTo>
                    <a:pt x="34939" y="309006"/>
                  </a:lnTo>
                  <a:lnTo>
                    <a:pt x="34864" y="308701"/>
                  </a:lnTo>
                  <a:lnTo>
                    <a:pt x="34952" y="308545"/>
                  </a:lnTo>
                  <a:lnTo>
                    <a:pt x="34175" y="308170"/>
                  </a:lnTo>
                  <a:lnTo>
                    <a:pt x="34212" y="308534"/>
                  </a:lnTo>
                  <a:lnTo>
                    <a:pt x="34091" y="308704"/>
                  </a:lnTo>
                  <a:lnTo>
                    <a:pt x="33806" y="308742"/>
                  </a:lnTo>
                  <a:lnTo>
                    <a:pt x="33496" y="308701"/>
                  </a:lnTo>
                  <a:lnTo>
                    <a:pt x="32831" y="308531"/>
                  </a:lnTo>
                  <a:lnTo>
                    <a:pt x="32951" y="308060"/>
                  </a:lnTo>
                  <a:lnTo>
                    <a:pt x="32999" y="307864"/>
                  </a:lnTo>
                  <a:lnTo>
                    <a:pt x="33083" y="307519"/>
                  </a:lnTo>
                  <a:lnTo>
                    <a:pt x="33016" y="307204"/>
                  </a:lnTo>
                  <a:lnTo>
                    <a:pt x="32999" y="307059"/>
                  </a:lnTo>
                  <a:lnTo>
                    <a:pt x="33030" y="306814"/>
                  </a:lnTo>
                  <a:lnTo>
                    <a:pt x="33076" y="306599"/>
                  </a:lnTo>
                  <a:lnTo>
                    <a:pt x="33210" y="306401"/>
                  </a:lnTo>
                  <a:lnTo>
                    <a:pt x="33226" y="306247"/>
                  </a:lnTo>
                  <a:lnTo>
                    <a:pt x="33227" y="305660"/>
                  </a:lnTo>
                  <a:lnTo>
                    <a:pt x="33209" y="305354"/>
                  </a:lnTo>
                  <a:lnTo>
                    <a:pt x="33012" y="304580"/>
                  </a:lnTo>
                  <a:lnTo>
                    <a:pt x="33239" y="304259"/>
                  </a:lnTo>
                  <a:lnTo>
                    <a:pt x="33413" y="304221"/>
                  </a:lnTo>
                  <a:lnTo>
                    <a:pt x="33709" y="304199"/>
                  </a:lnTo>
                  <a:lnTo>
                    <a:pt x="34084" y="303937"/>
                  </a:lnTo>
                  <a:lnTo>
                    <a:pt x="34189" y="303767"/>
                  </a:lnTo>
                  <a:lnTo>
                    <a:pt x="34402" y="303276"/>
                  </a:lnTo>
                  <a:lnTo>
                    <a:pt x="34568" y="303123"/>
                  </a:lnTo>
                  <a:lnTo>
                    <a:pt x="34721" y="302972"/>
                  </a:lnTo>
                  <a:lnTo>
                    <a:pt x="34656" y="302748"/>
                  </a:lnTo>
                  <a:lnTo>
                    <a:pt x="34760" y="302430"/>
                  </a:lnTo>
                  <a:lnTo>
                    <a:pt x="35000" y="302237"/>
                  </a:lnTo>
                  <a:lnTo>
                    <a:pt x="35405" y="301601"/>
                  </a:lnTo>
                  <a:lnTo>
                    <a:pt x="35523" y="301332"/>
                  </a:lnTo>
                  <a:lnTo>
                    <a:pt x="35386" y="301203"/>
                  </a:lnTo>
                  <a:lnTo>
                    <a:pt x="35211" y="300952"/>
                  </a:lnTo>
                  <a:lnTo>
                    <a:pt x="35033" y="300799"/>
                  </a:lnTo>
                  <a:lnTo>
                    <a:pt x="34616" y="300465"/>
                  </a:lnTo>
                  <a:lnTo>
                    <a:pt x="34467" y="300436"/>
                  </a:lnTo>
                  <a:lnTo>
                    <a:pt x="34157" y="300532"/>
                  </a:lnTo>
                  <a:lnTo>
                    <a:pt x="33810" y="300499"/>
                  </a:lnTo>
                  <a:lnTo>
                    <a:pt x="33628" y="300451"/>
                  </a:lnTo>
                  <a:lnTo>
                    <a:pt x="33158" y="300339"/>
                  </a:lnTo>
                  <a:lnTo>
                    <a:pt x="33003" y="299787"/>
                  </a:lnTo>
                  <a:lnTo>
                    <a:pt x="32396" y="299635"/>
                  </a:lnTo>
                  <a:lnTo>
                    <a:pt x="32053" y="299776"/>
                  </a:lnTo>
                  <a:lnTo>
                    <a:pt x="31450" y="299533"/>
                  </a:lnTo>
                  <a:lnTo>
                    <a:pt x="31245" y="299182"/>
                  </a:lnTo>
                  <a:lnTo>
                    <a:pt x="31262" y="298933"/>
                  </a:lnTo>
                  <a:lnTo>
                    <a:pt x="31222" y="298658"/>
                  </a:lnTo>
                  <a:lnTo>
                    <a:pt x="31051" y="298410"/>
                  </a:lnTo>
                  <a:lnTo>
                    <a:pt x="30734" y="298326"/>
                  </a:lnTo>
                  <a:lnTo>
                    <a:pt x="30556" y="298279"/>
                  </a:lnTo>
                  <a:lnTo>
                    <a:pt x="30000" y="298207"/>
                  </a:lnTo>
                  <a:lnTo>
                    <a:pt x="29858" y="298188"/>
                  </a:lnTo>
                  <a:lnTo>
                    <a:pt x="29616" y="298177"/>
                  </a:lnTo>
                  <a:lnTo>
                    <a:pt x="28895" y="297995"/>
                  </a:lnTo>
                  <a:lnTo>
                    <a:pt x="28686" y="297845"/>
                  </a:lnTo>
                  <a:lnTo>
                    <a:pt x="28364" y="297636"/>
                  </a:lnTo>
                  <a:lnTo>
                    <a:pt x="28093" y="297459"/>
                  </a:lnTo>
                  <a:lnTo>
                    <a:pt x="27928" y="297445"/>
                  </a:lnTo>
                  <a:lnTo>
                    <a:pt x="27277" y="297224"/>
                  </a:lnTo>
                  <a:lnTo>
                    <a:pt x="27070" y="297137"/>
                  </a:lnTo>
                  <a:lnTo>
                    <a:pt x="26550" y="297046"/>
                  </a:lnTo>
                  <a:lnTo>
                    <a:pt x="25979" y="297048"/>
                  </a:lnTo>
                  <a:lnTo>
                    <a:pt x="25938" y="296469"/>
                  </a:lnTo>
                  <a:lnTo>
                    <a:pt x="26044" y="296152"/>
                  </a:lnTo>
                  <a:lnTo>
                    <a:pt x="25319" y="295209"/>
                  </a:lnTo>
                  <a:lnTo>
                    <a:pt x="25294" y="294997"/>
                  </a:lnTo>
                  <a:lnTo>
                    <a:pt x="25631" y="294311"/>
                  </a:lnTo>
                  <a:lnTo>
                    <a:pt x="25765" y="294373"/>
                  </a:lnTo>
                  <a:lnTo>
                    <a:pt x="25969" y="294377"/>
                  </a:lnTo>
                  <a:lnTo>
                    <a:pt x="26367" y="294295"/>
                  </a:lnTo>
                  <a:lnTo>
                    <a:pt x="26723" y="293977"/>
                  </a:lnTo>
                  <a:lnTo>
                    <a:pt x="26825" y="293781"/>
                  </a:lnTo>
                  <a:lnTo>
                    <a:pt x="27167" y="293533"/>
                  </a:lnTo>
                  <a:lnTo>
                    <a:pt x="27426" y="293014"/>
                  </a:lnTo>
                  <a:lnTo>
                    <a:pt x="27443" y="292773"/>
                  </a:lnTo>
                  <a:lnTo>
                    <a:pt x="27637" y="292660"/>
                  </a:lnTo>
                  <a:lnTo>
                    <a:pt x="27765" y="292761"/>
                  </a:lnTo>
                  <a:lnTo>
                    <a:pt x="28244" y="292877"/>
                  </a:lnTo>
                  <a:lnTo>
                    <a:pt x="28849" y="292643"/>
                  </a:lnTo>
                  <a:lnTo>
                    <a:pt x="28981" y="292117"/>
                  </a:lnTo>
                  <a:lnTo>
                    <a:pt x="28963" y="291469"/>
                  </a:lnTo>
                  <a:lnTo>
                    <a:pt x="28597" y="291037"/>
                  </a:lnTo>
                  <a:lnTo>
                    <a:pt x="28432" y="290990"/>
                  </a:lnTo>
                  <a:lnTo>
                    <a:pt x="28110" y="290844"/>
                  </a:lnTo>
                  <a:lnTo>
                    <a:pt x="28138" y="290385"/>
                  </a:lnTo>
                  <a:lnTo>
                    <a:pt x="28062" y="290105"/>
                  </a:lnTo>
                  <a:lnTo>
                    <a:pt x="27864" y="289710"/>
                  </a:lnTo>
                  <a:lnTo>
                    <a:pt x="27683" y="289302"/>
                  </a:lnTo>
                  <a:lnTo>
                    <a:pt x="27566" y="288920"/>
                  </a:lnTo>
                  <a:lnTo>
                    <a:pt x="27550" y="288552"/>
                  </a:lnTo>
                  <a:lnTo>
                    <a:pt x="27599" y="288424"/>
                  </a:lnTo>
                  <a:lnTo>
                    <a:pt x="27532" y="287955"/>
                  </a:lnTo>
                  <a:lnTo>
                    <a:pt x="27208" y="287937"/>
                  </a:lnTo>
                  <a:lnTo>
                    <a:pt x="26804" y="288351"/>
                  </a:lnTo>
                  <a:lnTo>
                    <a:pt x="26149" y="288280"/>
                  </a:lnTo>
                  <a:lnTo>
                    <a:pt x="25902" y="288159"/>
                  </a:lnTo>
                  <a:lnTo>
                    <a:pt x="25413" y="288010"/>
                  </a:lnTo>
                  <a:lnTo>
                    <a:pt x="24745" y="287550"/>
                  </a:lnTo>
                  <a:lnTo>
                    <a:pt x="24470" y="287328"/>
                  </a:lnTo>
                  <a:lnTo>
                    <a:pt x="24504" y="286955"/>
                  </a:lnTo>
                  <a:lnTo>
                    <a:pt x="24115" y="286057"/>
                  </a:lnTo>
                  <a:lnTo>
                    <a:pt x="24062" y="285896"/>
                  </a:lnTo>
                  <a:lnTo>
                    <a:pt x="23933" y="285696"/>
                  </a:lnTo>
                  <a:lnTo>
                    <a:pt x="23761" y="285505"/>
                  </a:lnTo>
                  <a:lnTo>
                    <a:pt x="23726" y="285315"/>
                  </a:lnTo>
                  <a:lnTo>
                    <a:pt x="23305" y="284619"/>
                  </a:lnTo>
                  <a:lnTo>
                    <a:pt x="23058" y="284241"/>
                  </a:lnTo>
                  <a:lnTo>
                    <a:pt x="22986" y="283831"/>
                  </a:lnTo>
                  <a:lnTo>
                    <a:pt x="22645" y="283454"/>
                  </a:lnTo>
                  <a:lnTo>
                    <a:pt x="22512" y="283272"/>
                  </a:lnTo>
                  <a:lnTo>
                    <a:pt x="22292" y="282570"/>
                  </a:lnTo>
                  <a:lnTo>
                    <a:pt x="22222" y="282112"/>
                  </a:lnTo>
                  <a:lnTo>
                    <a:pt x="22167" y="281509"/>
                  </a:lnTo>
                  <a:lnTo>
                    <a:pt x="22219" y="281292"/>
                  </a:lnTo>
                  <a:lnTo>
                    <a:pt x="22541" y="280921"/>
                  </a:lnTo>
                  <a:lnTo>
                    <a:pt x="22750" y="280741"/>
                  </a:lnTo>
                  <a:lnTo>
                    <a:pt x="23044" y="280302"/>
                  </a:lnTo>
                  <a:lnTo>
                    <a:pt x="23374" y="280168"/>
                  </a:lnTo>
                  <a:lnTo>
                    <a:pt x="23699" y="280291"/>
                  </a:lnTo>
                  <a:lnTo>
                    <a:pt x="24073" y="280175"/>
                  </a:lnTo>
                  <a:lnTo>
                    <a:pt x="24213" y="279971"/>
                  </a:lnTo>
                  <a:lnTo>
                    <a:pt x="24097" y="279781"/>
                  </a:lnTo>
                  <a:lnTo>
                    <a:pt x="23636" y="279780"/>
                  </a:lnTo>
                  <a:lnTo>
                    <a:pt x="22957" y="279741"/>
                  </a:lnTo>
                  <a:lnTo>
                    <a:pt x="22543" y="279210"/>
                  </a:lnTo>
                  <a:lnTo>
                    <a:pt x="22661" y="278883"/>
                  </a:lnTo>
                  <a:lnTo>
                    <a:pt x="22552" y="278334"/>
                  </a:lnTo>
                  <a:lnTo>
                    <a:pt x="22924" y="277755"/>
                  </a:lnTo>
                  <a:lnTo>
                    <a:pt x="26689" y="277240"/>
                  </a:lnTo>
                  <a:lnTo>
                    <a:pt x="27415" y="276728"/>
                  </a:lnTo>
                  <a:lnTo>
                    <a:pt x="27575" y="276774"/>
                  </a:lnTo>
                  <a:lnTo>
                    <a:pt x="38868" y="277026"/>
                  </a:lnTo>
                  <a:lnTo>
                    <a:pt x="39012" y="276537"/>
                  </a:lnTo>
                  <a:lnTo>
                    <a:pt x="39971" y="275790"/>
                  </a:lnTo>
                  <a:lnTo>
                    <a:pt x="40283" y="275405"/>
                  </a:lnTo>
                  <a:lnTo>
                    <a:pt x="40898" y="274845"/>
                  </a:lnTo>
                  <a:lnTo>
                    <a:pt x="41840" y="274909"/>
                  </a:lnTo>
                  <a:lnTo>
                    <a:pt x="42122" y="274939"/>
                  </a:lnTo>
                  <a:lnTo>
                    <a:pt x="42604" y="275072"/>
                  </a:lnTo>
                  <a:lnTo>
                    <a:pt x="42823" y="275176"/>
                  </a:lnTo>
                  <a:lnTo>
                    <a:pt x="42987" y="275376"/>
                  </a:lnTo>
                  <a:lnTo>
                    <a:pt x="43219" y="275726"/>
                  </a:lnTo>
                  <a:lnTo>
                    <a:pt x="43396" y="276155"/>
                  </a:lnTo>
                  <a:lnTo>
                    <a:pt x="43651" y="276597"/>
                  </a:lnTo>
                  <a:lnTo>
                    <a:pt x="43790" y="276714"/>
                  </a:lnTo>
                  <a:lnTo>
                    <a:pt x="43936" y="276791"/>
                  </a:lnTo>
                  <a:lnTo>
                    <a:pt x="44079" y="276846"/>
                  </a:lnTo>
                  <a:lnTo>
                    <a:pt x="44220" y="276855"/>
                  </a:lnTo>
                  <a:lnTo>
                    <a:pt x="44484" y="276824"/>
                  </a:lnTo>
                  <a:lnTo>
                    <a:pt x="44649" y="276731"/>
                  </a:lnTo>
                  <a:lnTo>
                    <a:pt x="44869" y="276513"/>
                  </a:lnTo>
                  <a:lnTo>
                    <a:pt x="45123" y="275990"/>
                  </a:lnTo>
                  <a:lnTo>
                    <a:pt x="45373" y="275733"/>
                  </a:lnTo>
                  <a:lnTo>
                    <a:pt x="45741" y="275613"/>
                  </a:lnTo>
                  <a:lnTo>
                    <a:pt x="46287" y="275649"/>
                  </a:lnTo>
                  <a:lnTo>
                    <a:pt x="46787" y="275436"/>
                  </a:lnTo>
                  <a:lnTo>
                    <a:pt x="47252" y="275010"/>
                  </a:lnTo>
                  <a:lnTo>
                    <a:pt x="47651" y="274459"/>
                  </a:lnTo>
                  <a:lnTo>
                    <a:pt x="47803" y="274117"/>
                  </a:lnTo>
                  <a:lnTo>
                    <a:pt x="47937" y="273714"/>
                  </a:lnTo>
                  <a:lnTo>
                    <a:pt x="47989" y="273545"/>
                  </a:lnTo>
                  <a:lnTo>
                    <a:pt x="48007" y="273394"/>
                  </a:lnTo>
                  <a:lnTo>
                    <a:pt x="48032" y="273156"/>
                  </a:lnTo>
                  <a:lnTo>
                    <a:pt x="48078" y="272928"/>
                  </a:lnTo>
                  <a:lnTo>
                    <a:pt x="48162" y="272604"/>
                  </a:lnTo>
                  <a:lnTo>
                    <a:pt x="48306" y="272141"/>
                  </a:lnTo>
                  <a:lnTo>
                    <a:pt x="48403" y="271929"/>
                  </a:lnTo>
                  <a:lnTo>
                    <a:pt x="48555" y="271695"/>
                  </a:lnTo>
                  <a:lnTo>
                    <a:pt x="48652" y="271482"/>
                  </a:lnTo>
                  <a:lnTo>
                    <a:pt x="48702" y="270758"/>
                  </a:lnTo>
                  <a:lnTo>
                    <a:pt x="48977" y="270650"/>
                  </a:lnTo>
                  <a:lnTo>
                    <a:pt x="49317" y="270647"/>
                  </a:lnTo>
                  <a:lnTo>
                    <a:pt x="49450" y="270703"/>
                  </a:lnTo>
                  <a:lnTo>
                    <a:pt x="49817" y="270897"/>
                  </a:lnTo>
                  <a:lnTo>
                    <a:pt x="50041" y="271042"/>
                  </a:lnTo>
                  <a:lnTo>
                    <a:pt x="50326" y="271250"/>
                  </a:lnTo>
                  <a:lnTo>
                    <a:pt x="50544" y="271509"/>
                  </a:lnTo>
                  <a:lnTo>
                    <a:pt x="50687" y="271878"/>
                  </a:lnTo>
                  <a:lnTo>
                    <a:pt x="50708" y="272140"/>
                  </a:lnTo>
                  <a:lnTo>
                    <a:pt x="50961" y="272348"/>
                  </a:lnTo>
                  <a:lnTo>
                    <a:pt x="51235" y="272172"/>
                  </a:lnTo>
                  <a:lnTo>
                    <a:pt x="51400" y="272018"/>
                  </a:lnTo>
                  <a:lnTo>
                    <a:pt x="51543" y="271880"/>
                  </a:lnTo>
                  <a:lnTo>
                    <a:pt x="51821" y="271680"/>
                  </a:lnTo>
                  <a:lnTo>
                    <a:pt x="52401" y="271266"/>
                  </a:lnTo>
                  <a:lnTo>
                    <a:pt x="52677" y="271033"/>
                  </a:lnTo>
                  <a:lnTo>
                    <a:pt x="53129" y="270702"/>
                  </a:lnTo>
                  <a:lnTo>
                    <a:pt x="53772" y="270312"/>
                  </a:lnTo>
                  <a:lnTo>
                    <a:pt x="54001" y="270195"/>
                  </a:lnTo>
                  <a:lnTo>
                    <a:pt x="54730" y="269813"/>
                  </a:lnTo>
                  <a:lnTo>
                    <a:pt x="55496" y="269543"/>
                  </a:lnTo>
                  <a:lnTo>
                    <a:pt x="55707" y="269535"/>
                  </a:lnTo>
                  <a:lnTo>
                    <a:pt x="56033" y="269519"/>
                  </a:lnTo>
                  <a:lnTo>
                    <a:pt x="56320" y="269495"/>
                  </a:lnTo>
                  <a:lnTo>
                    <a:pt x="56968" y="269422"/>
                  </a:lnTo>
                  <a:lnTo>
                    <a:pt x="57118" y="269402"/>
                  </a:lnTo>
                  <a:lnTo>
                    <a:pt x="57253" y="269385"/>
                  </a:lnTo>
                  <a:lnTo>
                    <a:pt x="57479" y="269353"/>
                  </a:lnTo>
                  <a:lnTo>
                    <a:pt x="57754" y="269293"/>
                  </a:lnTo>
                  <a:lnTo>
                    <a:pt x="58309" y="269028"/>
                  </a:lnTo>
                  <a:lnTo>
                    <a:pt x="58544" y="268413"/>
                  </a:lnTo>
                  <a:lnTo>
                    <a:pt x="58696" y="267913"/>
                  </a:lnTo>
                  <a:lnTo>
                    <a:pt x="58763" y="267692"/>
                  </a:lnTo>
                  <a:lnTo>
                    <a:pt x="58921" y="267218"/>
                  </a:lnTo>
                  <a:lnTo>
                    <a:pt x="61085" y="266899"/>
                  </a:lnTo>
                  <a:lnTo>
                    <a:pt x="61492" y="266887"/>
                  </a:lnTo>
                  <a:lnTo>
                    <a:pt x="61778" y="266872"/>
                  </a:lnTo>
                  <a:lnTo>
                    <a:pt x="63099" y="267588"/>
                  </a:lnTo>
                  <a:lnTo>
                    <a:pt x="63399" y="267520"/>
                  </a:lnTo>
                  <a:lnTo>
                    <a:pt x="63928" y="267039"/>
                  </a:lnTo>
                  <a:lnTo>
                    <a:pt x="64025" y="266748"/>
                  </a:lnTo>
                  <a:lnTo>
                    <a:pt x="64112" y="266438"/>
                  </a:lnTo>
                  <a:lnTo>
                    <a:pt x="64837" y="265892"/>
                  </a:lnTo>
                  <a:lnTo>
                    <a:pt x="65255" y="266202"/>
                  </a:lnTo>
                  <a:lnTo>
                    <a:pt x="65457" y="266335"/>
                  </a:lnTo>
                  <a:lnTo>
                    <a:pt x="65707" y="266493"/>
                  </a:lnTo>
                  <a:lnTo>
                    <a:pt x="66433" y="266495"/>
                  </a:lnTo>
                  <a:lnTo>
                    <a:pt x="66795" y="266238"/>
                  </a:lnTo>
                  <a:lnTo>
                    <a:pt x="66952" y="266119"/>
                  </a:lnTo>
                  <a:lnTo>
                    <a:pt x="68206" y="265478"/>
                  </a:lnTo>
                  <a:lnTo>
                    <a:pt x="69050" y="265616"/>
                  </a:lnTo>
                  <a:lnTo>
                    <a:pt x="69469" y="265859"/>
                  </a:lnTo>
                  <a:lnTo>
                    <a:pt x="69787" y="265922"/>
                  </a:lnTo>
                  <a:lnTo>
                    <a:pt x="70031" y="265946"/>
                  </a:lnTo>
                  <a:lnTo>
                    <a:pt x="70838" y="266171"/>
                  </a:lnTo>
                  <a:lnTo>
                    <a:pt x="71107" y="266170"/>
                  </a:lnTo>
                  <a:lnTo>
                    <a:pt x="71657" y="265823"/>
                  </a:lnTo>
                  <a:lnTo>
                    <a:pt x="71833" y="265657"/>
                  </a:lnTo>
                  <a:lnTo>
                    <a:pt x="72456" y="265520"/>
                  </a:lnTo>
                  <a:lnTo>
                    <a:pt x="72664" y="265455"/>
                  </a:lnTo>
                  <a:lnTo>
                    <a:pt x="73253" y="264922"/>
                  </a:lnTo>
                  <a:lnTo>
                    <a:pt x="74486" y="265569"/>
                  </a:lnTo>
                  <a:lnTo>
                    <a:pt x="74861" y="265591"/>
                  </a:lnTo>
                  <a:lnTo>
                    <a:pt x="75179" y="265582"/>
                  </a:lnTo>
                  <a:lnTo>
                    <a:pt x="75819" y="265473"/>
                  </a:lnTo>
                  <a:lnTo>
                    <a:pt x="75953" y="265449"/>
                  </a:lnTo>
                  <a:lnTo>
                    <a:pt x="76216" y="265360"/>
                  </a:lnTo>
                  <a:lnTo>
                    <a:pt x="76414" y="265033"/>
                  </a:lnTo>
                  <a:lnTo>
                    <a:pt x="76625" y="264819"/>
                  </a:lnTo>
                  <a:lnTo>
                    <a:pt x="77398" y="264274"/>
                  </a:lnTo>
                  <a:lnTo>
                    <a:pt x="78232" y="264107"/>
                  </a:lnTo>
                  <a:lnTo>
                    <a:pt x="78998" y="264561"/>
                  </a:lnTo>
                  <a:lnTo>
                    <a:pt x="79269" y="264674"/>
                  </a:lnTo>
                  <a:lnTo>
                    <a:pt x="79427" y="264632"/>
                  </a:lnTo>
                  <a:lnTo>
                    <a:pt x="79998" y="264181"/>
                  </a:lnTo>
                  <a:lnTo>
                    <a:pt x="80291" y="263708"/>
                  </a:lnTo>
                  <a:lnTo>
                    <a:pt x="80347" y="263483"/>
                  </a:lnTo>
                  <a:lnTo>
                    <a:pt x="80367" y="263301"/>
                  </a:lnTo>
                  <a:lnTo>
                    <a:pt x="80379" y="263173"/>
                  </a:lnTo>
                  <a:lnTo>
                    <a:pt x="80404" y="262898"/>
                  </a:lnTo>
                  <a:lnTo>
                    <a:pt x="80723" y="262215"/>
                  </a:lnTo>
                  <a:lnTo>
                    <a:pt x="81682" y="261761"/>
                  </a:lnTo>
                  <a:lnTo>
                    <a:pt x="81834" y="261240"/>
                  </a:lnTo>
                  <a:lnTo>
                    <a:pt x="81834" y="260995"/>
                  </a:lnTo>
                  <a:lnTo>
                    <a:pt x="81934" y="260667"/>
                  </a:lnTo>
                  <a:lnTo>
                    <a:pt x="83185" y="259495"/>
                  </a:lnTo>
                  <a:lnTo>
                    <a:pt x="83477" y="259513"/>
                  </a:lnTo>
                  <a:lnTo>
                    <a:pt x="83956" y="259424"/>
                  </a:lnTo>
                  <a:lnTo>
                    <a:pt x="84433" y="259120"/>
                  </a:lnTo>
                  <a:lnTo>
                    <a:pt x="84667" y="258788"/>
                  </a:lnTo>
                  <a:lnTo>
                    <a:pt x="84240" y="256861"/>
                  </a:lnTo>
                  <a:lnTo>
                    <a:pt x="84620" y="256851"/>
                  </a:lnTo>
                  <a:lnTo>
                    <a:pt x="84782" y="256854"/>
                  </a:lnTo>
                  <a:lnTo>
                    <a:pt x="85193" y="256478"/>
                  </a:lnTo>
                  <a:lnTo>
                    <a:pt x="85517" y="256286"/>
                  </a:lnTo>
                  <a:lnTo>
                    <a:pt x="85976" y="256164"/>
                  </a:lnTo>
                  <a:lnTo>
                    <a:pt x="86400" y="256052"/>
                  </a:lnTo>
                  <a:lnTo>
                    <a:pt x="86572" y="256043"/>
                  </a:lnTo>
                  <a:lnTo>
                    <a:pt x="86806" y="256031"/>
                  </a:lnTo>
                  <a:lnTo>
                    <a:pt x="87015" y="256020"/>
                  </a:lnTo>
                  <a:lnTo>
                    <a:pt x="87663" y="255474"/>
                  </a:lnTo>
                  <a:lnTo>
                    <a:pt x="87927" y="255355"/>
                  </a:lnTo>
                  <a:lnTo>
                    <a:pt x="88292" y="255336"/>
                  </a:lnTo>
                  <a:lnTo>
                    <a:pt x="88813" y="255391"/>
                  </a:lnTo>
                  <a:lnTo>
                    <a:pt x="89674" y="254719"/>
                  </a:lnTo>
                  <a:lnTo>
                    <a:pt x="90062" y="254778"/>
                  </a:lnTo>
                  <a:lnTo>
                    <a:pt x="90747" y="254163"/>
                  </a:lnTo>
                  <a:lnTo>
                    <a:pt x="90786" y="253980"/>
                  </a:lnTo>
                  <a:lnTo>
                    <a:pt x="90839" y="253585"/>
                  </a:lnTo>
                  <a:lnTo>
                    <a:pt x="90806" y="253228"/>
                  </a:lnTo>
                  <a:lnTo>
                    <a:pt x="91124" y="252535"/>
                  </a:lnTo>
                  <a:lnTo>
                    <a:pt x="91809" y="252423"/>
                  </a:lnTo>
                  <a:lnTo>
                    <a:pt x="92251" y="252354"/>
                  </a:lnTo>
                  <a:lnTo>
                    <a:pt x="92782" y="252276"/>
                  </a:lnTo>
                  <a:lnTo>
                    <a:pt x="93024" y="252234"/>
                  </a:lnTo>
                  <a:lnTo>
                    <a:pt x="93495" y="252152"/>
                  </a:lnTo>
                  <a:lnTo>
                    <a:pt x="93861" y="252291"/>
                  </a:lnTo>
                  <a:lnTo>
                    <a:pt x="94147" y="252448"/>
                  </a:lnTo>
                  <a:lnTo>
                    <a:pt x="94325" y="252497"/>
                  </a:lnTo>
                  <a:lnTo>
                    <a:pt x="94835" y="252042"/>
                  </a:lnTo>
                  <a:lnTo>
                    <a:pt x="95221" y="251977"/>
                  </a:lnTo>
                  <a:lnTo>
                    <a:pt x="96559" y="251756"/>
                  </a:lnTo>
                  <a:lnTo>
                    <a:pt x="96741" y="251755"/>
                  </a:lnTo>
                  <a:lnTo>
                    <a:pt x="97212" y="251797"/>
                  </a:lnTo>
                  <a:lnTo>
                    <a:pt x="97466" y="251820"/>
                  </a:lnTo>
                  <a:lnTo>
                    <a:pt x="98078" y="252028"/>
                  </a:lnTo>
                  <a:lnTo>
                    <a:pt x="99409" y="252531"/>
                  </a:lnTo>
                  <a:lnTo>
                    <a:pt x="99883" y="252675"/>
                  </a:lnTo>
                  <a:lnTo>
                    <a:pt x="101536" y="253595"/>
                  </a:lnTo>
                  <a:lnTo>
                    <a:pt x="101851" y="253755"/>
                  </a:lnTo>
                  <a:lnTo>
                    <a:pt x="102206" y="253834"/>
                  </a:lnTo>
                  <a:lnTo>
                    <a:pt x="102663" y="253331"/>
                  </a:lnTo>
                  <a:lnTo>
                    <a:pt x="102708" y="253022"/>
                  </a:lnTo>
                  <a:lnTo>
                    <a:pt x="102703" y="252455"/>
                  </a:lnTo>
                  <a:lnTo>
                    <a:pt x="102614" y="251853"/>
                  </a:lnTo>
                  <a:lnTo>
                    <a:pt x="102320" y="251184"/>
                  </a:lnTo>
                  <a:lnTo>
                    <a:pt x="102447" y="250748"/>
                  </a:lnTo>
                  <a:lnTo>
                    <a:pt x="102536" y="250442"/>
                  </a:lnTo>
                  <a:lnTo>
                    <a:pt x="102623" y="250099"/>
                  </a:lnTo>
                  <a:lnTo>
                    <a:pt x="102666" y="249928"/>
                  </a:lnTo>
                  <a:lnTo>
                    <a:pt x="102735" y="249488"/>
                  </a:lnTo>
                  <a:lnTo>
                    <a:pt x="102785" y="249169"/>
                  </a:lnTo>
                  <a:lnTo>
                    <a:pt x="102580" y="248783"/>
                  </a:lnTo>
                  <a:lnTo>
                    <a:pt x="102871" y="248378"/>
                  </a:lnTo>
                  <a:lnTo>
                    <a:pt x="102882" y="248130"/>
                  </a:lnTo>
                  <a:lnTo>
                    <a:pt x="102761" y="247787"/>
                  </a:lnTo>
                  <a:lnTo>
                    <a:pt x="102426" y="247143"/>
                  </a:lnTo>
                  <a:lnTo>
                    <a:pt x="102257" y="246905"/>
                  </a:lnTo>
                  <a:lnTo>
                    <a:pt x="101800" y="246191"/>
                  </a:lnTo>
                  <a:lnTo>
                    <a:pt x="101696" y="245592"/>
                  </a:lnTo>
                  <a:lnTo>
                    <a:pt x="101938" y="245397"/>
                  </a:lnTo>
                  <a:lnTo>
                    <a:pt x="102685" y="244933"/>
                  </a:lnTo>
                  <a:lnTo>
                    <a:pt x="102879" y="244768"/>
                  </a:lnTo>
                  <a:lnTo>
                    <a:pt x="103048" y="244644"/>
                  </a:lnTo>
                  <a:lnTo>
                    <a:pt x="103335" y="244560"/>
                  </a:lnTo>
                  <a:lnTo>
                    <a:pt x="103574" y="244477"/>
                  </a:lnTo>
                  <a:lnTo>
                    <a:pt x="103600" y="244233"/>
                  </a:lnTo>
                  <a:lnTo>
                    <a:pt x="103519" y="243602"/>
                  </a:lnTo>
                  <a:lnTo>
                    <a:pt x="103476" y="243294"/>
                  </a:lnTo>
                  <a:lnTo>
                    <a:pt x="103271" y="242850"/>
                  </a:lnTo>
                  <a:lnTo>
                    <a:pt x="103118" y="242657"/>
                  </a:lnTo>
                  <a:lnTo>
                    <a:pt x="102797" y="242319"/>
                  </a:lnTo>
                  <a:lnTo>
                    <a:pt x="102614" y="242120"/>
                  </a:lnTo>
                  <a:lnTo>
                    <a:pt x="102605" y="241254"/>
                  </a:lnTo>
                  <a:lnTo>
                    <a:pt x="102856" y="241309"/>
                  </a:lnTo>
                  <a:lnTo>
                    <a:pt x="103330" y="241388"/>
                  </a:lnTo>
                  <a:lnTo>
                    <a:pt x="104035" y="241269"/>
                  </a:lnTo>
                  <a:lnTo>
                    <a:pt x="104533" y="241414"/>
                  </a:lnTo>
                  <a:lnTo>
                    <a:pt x="104909" y="241523"/>
                  </a:lnTo>
                  <a:lnTo>
                    <a:pt x="105052" y="241721"/>
                  </a:lnTo>
                  <a:lnTo>
                    <a:pt x="104987" y="241859"/>
                  </a:lnTo>
                  <a:lnTo>
                    <a:pt x="105310" y="242033"/>
                  </a:lnTo>
                  <a:lnTo>
                    <a:pt x="105611" y="241973"/>
                  </a:lnTo>
                  <a:lnTo>
                    <a:pt x="105888" y="241683"/>
                  </a:lnTo>
                  <a:lnTo>
                    <a:pt x="106218" y="241672"/>
                  </a:lnTo>
                  <a:lnTo>
                    <a:pt x="106857" y="241806"/>
                  </a:lnTo>
                  <a:lnTo>
                    <a:pt x="107178" y="241941"/>
                  </a:lnTo>
                  <a:lnTo>
                    <a:pt x="107674" y="242072"/>
                  </a:lnTo>
                  <a:lnTo>
                    <a:pt x="108194" y="242226"/>
                  </a:lnTo>
                  <a:lnTo>
                    <a:pt x="109009" y="242470"/>
                  </a:lnTo>
                  <a:lnTo>
                    <a:pt x="109328" y="242667"/>
                  </a:lnTo>
                  <a:lnTo>
                    <a:pt x="110036" y="243430"/>
                  </a:lnTo>
                  <a:lnTo>
                    <a:pt x="110442" y="243507"/>
                  </a:lnTo>
                  <a:lnTo>
                    <a:pt x="111220" y="243594"/>
                  </a:lnTo>
                  <a:lnTo>
                    <a:pt x="111479" y="243489"/>
                  </a:lnTo>
                  <a:lnTo>
                    <a:pt x="111765" y="243272"/>
                  </a:lnTo>
                  <a:lnTo>
                    <a:pt x="112234" y="242935"/>
                  </a:lnTo>
                  <a:lnTo>
                    <a:pt x="112680" y="242872"/>
                  </a:lnTo>
                  <a:lnTo>
                    <a:pt x="112966" y="242875"/>
                  </a:lnTo>
                  <a:lnTo>
                    <a:pt x="113113" y="242850"/>
                  </a:lnTo>
                  <a:lnTo>
                    <a:pt x="113408" y="242793"/>
                  </a:lnTo>
                  <a:lnTo>
                    <a:pt x="113596" y="242736"/>
                  </a:lnTo>
                  <a:lnTo>
                    <a:pt x="114053" y="243005"/>
                  </a:lnTo>
                  <a:lnTo>
                    <a:pt x="113899" y="243391"/>
                  </a:lnTo>
                  <a:lnTo>
                    <a:pt x="113690" y="243747"/>
                  </a:lnTo>
                  <a:lnTo>
                    <a:pt x="113452" y="244094"/>
                  </a:lnTo>
                  <a:lnTo>
                    <a:pt x="113492" y="244526"/>
                  </a:lnTo>
                  <a:lnTo>
                    <a:pt x="113767" y="244484"/>
                  </a:lnTo>
                  <a:lnTo>
                    <a:pt x="113989" y="244411"/>
                  </a:lnTo>
                  <a:lnTo>
                    <a:pt x="114318" y="244354"/>
                  </a:lnTo>
                  <a:lnTo>
                    <a:pt x="114568" y="244377"/>
                  </a:lnTo>
                  <a:lnTo>
                    <a:pt x="115130" y="244418"/>
                  </a:lnTo>
                  <a:lnTo>
                    <a:pt x="115630" y="244438"/>
                  </a:lnTo>
                  <a:lnTo>
                    <a:pt x="116286" y="244343"/>
                  </a:lnTo>
                  <a:lnTo>
                    <a:pt x="117033" y="244459"/>
                  </a:lnTo>
                  <a:lnTo>
                    <a:pt x="117854" y="243889"/>
                  </a:lnTo>
                  <a:lnTo>
                    <a:pt x="118267" y="243358"/>
                  </a:lnTo>
                  <a:lnTo>
                    <a:pt x="118459" y="243298"/>
                  </a:lnTo>
                  <a:lnTo>
                    <a:pt x="118642" y="243263"/>
                  </a:lnTo>
                  <a:lnTo>
                    <a:pt x="119006" y="243297"/>
                  </a:lnTo>
                  <a:lnTo>
                    <a:pt x="119474" y="243417"/>
                  </a:lnTo>
                  <a:lnTo>
                    <a:pt x="120107" y="243489"/>
                  </a:lnTo>
                  <a:lnTo>
                    <a:pt x="120298" y="243511"/>
                  </a:lnTo>
                  <a:lnTo>
                    <a:pt x="121029" y="243805"/>
                  </a:lnTo>
                  <a:lnTo>
                    <a:pt x="121134" y="243989"/>
                  </a:lnTo>
                  <a:lnTo>
                    <a:pt x="121896" y="243814"/>
                  </a:lnTo>
                  <a:lnTo>
                    <a:pt x="122123" y="243905"/>
                  </a:lnTo>
                  <a:lnTo>
                    <a:pt x="122274" y="244009"/>
                  </a:lnTo>
                  <a:lnTo>
                    <a:pt x="123078" y="243913"/>
                  </a:lnTo>
                  <a:lnTo>
                    <a:pt x="123282" y="244086"/>
                  </a:lnTo>
                  <a:lnTo>
                    <a:pt x="123606" y="244213"/>
                  </a:lnTo>
                  <a:lnTo>
                    <a:pt x="124284" y="244471"/>
                  </a:lnTo>
                  <a:lnTo>
                    <a:pt x="124980" y="244221"/>
                  </a:lnTo>
                  <a:lnTo>
                    <a:pt x="125464" y="244376"/>
                  </a:lnTo>
                  <a:lnTo>
                    <a:pt x="125548" y="244524"/>
                  </a:lnTo>
                  <a:lnTo>
                    <a:pt x="125954" y="244758"/>
                  </a:lnTo>
                  <a:lnTo>
                    <a:pt x="126610" y="244653"/>
                  </a:lnTo>
                  <a:lnTo>
                    <a:pt x="126724" y="244412"/>
                  </a:lnTo>
                  <a:lnTo>
                    <a:pt x="127131" y="244392"/>
                  </a:lnTo>
                  <a:lnTo>
                    <a:pt x="127945" y="244233"/>
                  </a:lnTo>
                  <a:lnTo>
                    <a:pt x="128446" y="244274"/>
                  </a:lnTo>
                  <a:lnTo>
                    <a:pt x="128787" y="244366"/>
                  </a:lnTo>
                  <a:lnTo>
                    <a:pt x="129138" y="244396"/>
                  </a:lnTo>
                  <a:lnTo>
                    <a:pt x="129291" y="244293"/>
                  </a:lnTo>
                  <a:lnTo>
                    <a:pt x="129411" y="243982"/>
                  </a:lnTo>
                  <a:lnTo>
                    <a:pt x="129724" y="243898"/>
                  </a:lnTo>
                  <a:lnTo>
                    <a:pt x="129900" y="243755"/>
                  </a:lnTo>
                  <a:lnTo>
                    <a:pt x="129991" y="243493"/>
                  </a:lnTo>
                  <a:lnTo>
                    <a:pt x="129825" y="243286"/>
                  </a:lnTo>
                  <a:lnTo>
                    <a:pt x="129635" y="243253"/>
                  </a:lnTo>
                  <a:lnTo>
                    <a:pt x="129320" y="243134"/>
                  </a:lnTo>
                  <a:lnTo>
                    <a:pt x="129215" y="242407"/>
                  </a:lnTo>
                  <a:lnTo>
                    <a:pt x="129802" y="241855"/>
                  </a:lnTo>
                  <a:lnTo>
                    <a:pt x="130176" y="242348"/>
                  </a:lnTo>
                  <a:lnTo>
                    <a:pt x="130690" y="242563"/>
                  </a:lnTo>
                  <a:lnTo>
                    <a:pt x="130704" y="242699"/>
                  </a:lnTo>
                  <a:lnTo>
                    <a:pt x="130865" y="243162"/>
                  </a:lnTo>
                  <a:lnTo>
                    <a:pt x="131079" y="243428"/>
                  </a:lnTo>
                  <a:lnTo>
                    <a:pt x="131487" y="243561"/>
                  </a:lnTo>
                  <a:lnTo>
                    <a:pt x="132238" y="244136"/>
                  </a:lnTo>
                  <a:lnTo>
                    <a:pt x="132686" y="244500"/>
                  </a:lnTo>
                  <a:lnTo>
                    <a:pt x="133068" y="244576"/>
                  </a:lnTo>
                  <a:lnTo>
                    <a:pt x="133305" y="244675"/>
                  </a:lnTo>
                  <a:lnTo>
                    <a:pt x="133036" y="245325"/>
                  </a:lnTo>
                  <a:lnTo>
                    <a:pt x="133056" y="245550"/>
                  </a:lnTo>
                  <a:lnTo>
                    <a:pt x="133528" y="245943"/>
                  </a:lnTo>
                  <a:lnTo>
                    <a:pt x="133601" y="245587"/>
                  </a:lnTo>
                  <a:lnTo>
                    <a:pt x="133752" y="245224"/>
                  </a:lnTo>
                  <a:lnTo>
                    <a:pt x="134726" y="245063"/>
                  </a:lnTo>
                  <a:lnTo>
                    <a:pt x="134924" y="245214"/>
                  </a:lnTo>
                  <a:lnTo>
                    <a:pt x="135312" y="245328"/>
                  </a:lnTo>
                  <a:lnTo>
                    <a:pt x="135820" y="245262"/>
                  </a:lnTo>
                  <a:lnTo>
                    <a:pt x="135961" y="245029"/>
                  </a:lnTo>
                  <a:lnTo>
                    <a:pt x="136029" y="244876"/>
                  </a:lnTo>
                  <a:lnTo>
                    <a:pt x="136116" y="244735"/>
                  </a:lnTo>
                  <a:lnTo>
                    <a:pt x="136669" y="244277"/>
                  </a:lnTo>
                  <a:lnTo>
                    <a:pt x="136569" y="243706"/>
                  </a:lnTo>
                  <a:lnTo>
                    <a:pt x="136631" y="243336"/>
                  </a:lnTo>
                  <a:lnTo>
                    <a:pt x="136909" y="243115"/>
                  </a:lnTo>
                  <a:lnTo>
                    <a:pt x="137173" y="243440"/>
                  </a:lnTo>
                  <a:lnTo>
                    <a:pt x="137504" y="243523"/>
                  </a:lnTo>
                  <a:lnTo>
                    <a:pt x="137838" y="243546"/>
                  </a:lnTo>
                  <a:lnTo>
                    <a:pt x="138075" y="243423"/>
                  </a:lnTo>
                  <a:lnTo>
                    <a:pt x="138291" y="243238"/>
                  </a:lnTo>
                  <a:lnTo>
                    <a:pt x="138390" y="242954"/>
                  </a:lnTo>
                  <a:lnTo>
                    <a:pt x="138395" y="242730"/>
                  </a:lnTo>
                  <a:lnTo>
                    <a:pt x="138824" y="242481"/>
                  </a:lnTo>
                  <a:lnTo>
                    <a:pt x="139262" y="242572"/>
                  </a:lnTo>
                  <a:lnTo>
                    <a:pt x="139951" y="242644"/>
                  </a:lnTo>
                  <a:lnTo>
                    <a:pt x="140133" y="242663"/>
                  </a:lnTo>
                  <a:lnTo>
                    <a:pt x="140293" y="242777"/>
                  </a:lnTo>
                  <a:lnTo>
                    <a:pt x="140581" y="242982"/>
                  </a:lnTo>
                  <a:lnTo>
                    <a:pt x="140862" y="243160"/>
                  </a:lnTo>
                  <a:lnTo>
                    <a:pt x="141607" y="243397"/>
                  </a:lnTo>
                  <a:lnTo>
                    <a:pt x="142699" y="243093"/>
                  </a:lnTo>
                  <a:lnTo>
                    <a:pt x="143776" y="242617"/>
                  </a:lnTo>
                  <a:lnTo>
                    <a:pt x="143922" y="242192"/>
                  </a:lnTo>
                  <a:lnTo>
                    <a:pt x="143999" y="241968"/>
                  </a:lnTo>
                  <a:lnTo>
                    <a:pt x="144079" y="241676"/>
                  </a:lnTo>
                  <a:lnTo>
                    <a:pt x="143949" y="241073"/>
                  </a:lnTo>
                  <a:lnTo>
                    <a:pt x="144106" y="240978"/>
                  </a:lnTo>
                  <a:lnTo>
                    <a:pt x="144357" y="240945"/>
                  </a:lnTo>
                  <a:lnTo>
                    <a:pt x="144901" y="240836"/>
                  </a:lnTo>
                  <a:lnTo>
                    <a:pt x="145973" y="240736"/>
                  </a:lnTo>
                  <a:lnTo>
                    <a:pt x="146481" y="240841"/>
                  </a:lnTo>
                  <a:lnTo>
                    <a:pt x="146615" y="240620"/>
                  </a:lnTo>
                  <a:lnTo>
                    <a:pt x="146715" y="240405"/>
                  </a:lnTo>
                  <a:lnTo>
                    <a:pt x="146753" y="240177"/>
                  </a:lnTo>
                  <a:lnTo>
                    <a:pt x="146368" y="239490"/>
                  </a:lnTo>
                  <a:lnTo>
                    <a:pt x="146387" y="238798"/>
                  </a:lnTo>
                  <a:lnTo>
                    <a:pt x="146356" y="238206"/>
                  </a:lnTo>
                  <a:lnTo>
                    <a:pt x="146567" y="237805"/>
                  </a:lnTo>
                  <a:lnTo>
                    <a:pt x="146627" y="237277"/>
                  </a:lnTo>
                  <a:lnTo>
                    <a:pt x="146628" y="237071"/>
                  </a:lnTo>
                  <a:lnTo>
                    <a:pt x="147277" y="236870"/>
                  </a:lnTo>
                  <a:lnTo>
                    <a:pt x="147730" y="236810"/>
                  </a:lnTo>
                  <a:lnTo>
                    <a:pt x="148249" y="237117"/>
                  </a:lnTo>
                  <a:lnTo>
                    <a:pt x="148448" y="237036"/>
                  </a:lnTo>
                  <a:lnTo>
                    <a:pt x="148937" y="236959"/>
                  </a:lnTo>
                  <a:lnTo>
                    <a:pt x="149172" y="237055"/>
                  </a:lnTo>
                  <a:lnTo>
                    <a:pt x="149427" y="237185"/>
                  </a:lnTo>
                  <a:lnTo>
                    <a:pt x="149655" y="237291"/>
                  </a:lnTo>
                  <a:lnTo>
                    <a:pt x="150097" y="237538"/>
                  </a:lnTo>
                  <a:lnTo>
                    <a:pt x="150430" y="237303"/>
                  </a:lnTo>
                  <a:lnTo>
                    <a:pt x="150589" y="237507"/>
                  </a:lnTo>
                  <a:lnTo>
                    <a:pt x="150935" y="237833"/>
                  </a:lnTo>
                  <a:lnTo>
                    <a:pt x="151224" y="238048"/>
                  </a:lnTo>
                  <a:lnTo>
                    <a:pt x="151420" y="238134"/>
                  </a:lnTo>
                  <a:lnTo>
                    <a:pt x="151898" y="238090"/>
                  </a:lnTo>
                  <a:lnTo>
                    <a:pt x="152220" y="238105"/>
                  </a:lnTo>
                  <a:lnTo>
                    <a:pt x="152356" y="238167"/>
                  </a:lnTo>
                  <a:lnTo>
                    <a:pt x="152710" y="238366"/>
                  </a:lnTo>
                  <a:lnTo>
                    <a:pt x="153108" y="238488"/>
                  </a:lnTo>
                  <a:lnTo>
                    <a:pt x="153692" y="238048"/>
                  </a:lnTo>
                  <a:lnTo>
                    <a:pt x="153571" y="237571"/>
                  </a:lnTo>
                  <a:lnTo>
                    <a:pt x="153820" y="237500"/>
                  </a:lnTo>
                  <a:lnTo>
                    <a:pt x="153948" y="237463"/>
                  </a:lnTo>
                  <a:lnTo>
                    <a:pt x="154027" y="236996"/>
                  </a:lnTo>
                  <a:lnTo>
                    <a:pt x="154000" y="236642"/>
                  </a:lnTo>
                  <a:lnTo>
                    <a:pt x="154212" y="236302"/>
                  </a:lnTo>
                  <a:lnTo>
                    <a:pt x="154418" y="236010"/>
                  </a:lnTo>
                  <a:lnTo>
                    <a:pt x="154525" y="235858"/>
                  </a:lnTo>
                  <a:lnTo>
                    <a:pt x="154740" y="235565"/>
                  </a:lnTo>
                  <a:lnTo>
                    <a:pt x="154952" y="235454"/>
                  </a:lnTo>
                  <a:lnTo>
                    <a:pt x="155257" y="235214"/>
                  </a:lnTo>
                  <a:lnTo>
                    <a:pt x="155480" y="234877"/>
                  </a:lnTo>
                  <a:lnTo>
                    <a:pt x="155324" y="234748"/>
                  </a:lnTo>
                  <a:lnTo>
                    <a:pt x="155075" y="234548"/>
                  </a:lnTo>
                  <a:lnTo>
                    <a:pt x="155013" y="234361"/>
                  </a:lnTo>
                  <a:lnTo>
                    <a:pt x="154969" y="234222"/>
                  </a:lnTo>
                  <a:lnTo>
                    <a:pt x="154944" y="233946"/>
                  </a:lnTo>
                  <a:lnTo>
                    <a:pt x="155483" y="234009"/>
                  </a:lnTo>
                  <a:lnTo>
                    <a:pt x="156007" y="234094"/>
                  </a:lnTo>
                  <a:lnTo>
                    <a:pt x="155969" y="233316"/>
                  </a:lnTo>
                  <a:lnTo>
                    <a:pt x="156201" y="232984"/>
                  </a:lnTo>
                  <a:lnTo>
                    <a:pt x="156001" y="232604"/>
                  </a:lnTo>
                  <a:lnTo>
                    <a:pt x="156143" y="232158"/>
                  </a:lnTo>
                  <a:lnTo>
                    <a:pt x="156669" y="232142"/>
                  </a:lnTo>
                  <a:lnTo>
                    <a:pt x="156958" y="232266"/>
                  </a:lnTo>
                  <a:lnTo>
                    <a:pt x="157340" y="232139"/>
                  </a:lnTo>
                  <a:lnTo>
                    <a:pt x="157556" y="232011"/>
                  </a:lnTo>
                  <a:lnTo>
                    <a:pt x="158095" y="231917"/>
                  </a:lnTo>
                  <a:lnTo>
                    <a:pt x="158313" y="231889"/>
                  </a:lnTo>
                  <a:lnTo>
                    <a:pt x="158819" y="232361"/>
                  </a:lnTo>
                  <a:lnTo>
                    <a:pt x="159324" y="232674"/>
                  </a:lnTo>
                  <a:lnTo>
                    <a:pt x="159770" y="232768"/>
                  </a:lnTo>
                  <a:lnTo>
                    <a:pt x="160367" y="232910"/>
                  </a:lnTo>
                  <a:lnTo>
                    <a:pt x="160808" y="233118"/>
                  </a:lnTo>
                  <a:lnTo>
                    <a:pt x="161110" y="233295"/>
                  </a:lnTo>
                  <a:lnTo>
                    <a:pt x="161292" y="232910"/>
                  </a:lnTo>
                  <a:lnTo>
                    <a:pt x="161165" y="232566"/>
                  </a:lnTo>
                  <a:lnTo>
                    <a:pt x="161217" y="232204"/>
                  </a:lnTo>
                  <a:lnTo>
                    <a:pt x="161632" y="231843"/>
                  </a:lnTo>
                  <a:lnTo>
                    <a:pt x="161930" y="231818"/>
                  </a:lnTo>
                  <a:lnTo>
                    <a:pt x="162046" y="232097"/>
                  </a:lnTo>
                  <a:lnTo>
                    <a:pt x="162493" y="231789"/>
                  </a:lnTo>
                  <a:lnTo>
                    <a:pt x="162418" y="231623"/>
                  </a:lnTo>
                  <a:lnTo>
                    <a:pt x="162359" y="231494"/>
                  </a:lnTo>
                  <a:lnTo>
                    <a:pt x="161863" y="231300"/>
                  </a:lnTo>
                  <a:lnTo>
                    <a:pt x="161558" y="231220"/>
                  </a:lnTo>
                  <a:lnTo>
                    <a:pt x="161188" y="231216"/>
                  </a:lnTo>
                  <a:lnTo>
                    <a:pt x="160909" y="231175"/>
                  </a:lnTo>
                  <a:lnTo>
                    <a:pt x="161136" y="230864"/>
                  </a:lnTo>
                  <a:lnTo>
                    <a:pt x="161852" y="230339"/>
                  </a:lnTo>
                  <a:lnTo>
                    <a:pt x="162087" y="230501"/>
                  </a:lnTo>
                  <a:lnTo>
                    <a:pt x="162273" y="230642"/>
                  </a:lnTo>
                  <a:lnTo>
                    <a:pt x="162382" y="230952"/>
                  </a:lnTo>
                  <a:lnTo>
                    <a:pt x="162694" y="231090"/>
                  </a:lnTo>
                  <a:lnTo>
                    <a:pt x="163011" y="231108"/>
                  </a:lnTo>
                  <a:lnTo>
                    <a:pt x="163214" y="231119"/>
                  </a:lnTo>
                  <a:lnTo>
                    <a:pt x="163698" y="230794"/>
                  </a:lnTo>
                  <a:lnTo>
                    <a:pt x="164070" y="230598"/>
                  </a:lnTo>
                  <a:lnTo>
                    <a:pt x="164284" y="230510"/>
                  </a:lnTo>
                  <a:lnTo>
                    <a:pt x="164761" y="230242"/>
                  </a:lnTo>
                  <a:lnTo>
                    <a:pt x="165148" y="229863"/>
                  </a:lnTo>
                  <a:lnTo>
                    <a:pt x="165162" y="229580"/>
                  </a:lnTo>
                  <a:lnTo>
                    <a:pt x="165375" y="229213"/>
                  </a:lnTo>
                  <a:lnTo>
                    <a:pt x="165662" y="229170"/>
                  </a:lnTo>
                  <a:lnTo>
                    <a:pt x="165834" y="229119"/>
                  </a:lnTo>
                  <a:lnTo>
                    <a:pt x="166102" y="228924"/>
                  </a:lnTo>
                  <a:lnTo>
                    <a:pt x="166337" y="228630"/>
                  </a:lnTo>
                  <a:lnTo>
                    <a:pt x="166537" y="229159"/>
                  </a:lnTo>
                  <a:lnTo>
                    <a:pt x="166766" y="229198"/>
                  </a:lnTo>
                  <a:lnTo>
                    <a:pt x="167245" y="228968"/>
                  </a:lnTo>
                  <a:lnTo>
                    <a:pt x="167904" y="228839"/>
                  </a:lnTo>
                  <a:lnTo>
                    <a:pt x="168288" y="228800"/>
                  </a:lnTo>
                  <a:lnTo>
                    <a:pt x="169972" y="228214"/>
                  </a:lnTo>
                  <a:lnTo>
                    <a:pt x="170286" y="228329"/>
                  </a:lnTo>
                  <a:lnTo>
                    <a:pt x="170407" y="228585"/>
                  </a:lnTo>
                  <a:lnTo>
                    <a:pt x="171211" y="228399"/>
                  </a:lnTo>
                  <a:lnTo>
                    <a:pt x="171212" y="228063"/>
                  </a:lnTo>
                  <a:lnTo>
                    <a:pt x="170805" y="227880"/>
                  </a:lnTo>
                  <a:lnTo>
                    <a:pt x="170685" y="227462"/>
                  </a:lnTo>
                  <a:lnTo>
                    <a:pt x="170581" y="226932"/>
                  </a:lnTo>
                  <a:lnTo>
                    <a:pt x="170817" y="226667"/>
                  </a:lnTo>
                  <a:lnTo>
                    <a:pt x="171141" y="226388"/>
                  </a:lnTo>
                  <a:lnTo>
                    <a:pt x="171155" y="226144"/>
                  </a:lnTo>
                  <a:lnTo>
                    <a:pt x="171250" y="225324"/>
                  </a:lnTo>
                  <a:lnTo>
                    <a:pt x="171599" y="225119"/>
                  </a:lnTo>
                  <a:lnTo>
                    <a:pt x="171721" y="224907"/>
                  </a:lnTo>
                  <a:lnTo>
                    <a:pt x="171813" y="224737"/>
                  </a:lnTo>
                  <a:lnTo>
                    <a:pt x="172201" y="224406"/>
                  </a:lnTo>
                  <a:lnTo>
                    <a:pt x="172380" y="224382"/>
                  </a:lnTo>
                  <a:lnTo>
                    <a:pt x="172802" y="224007"/>
                  </a:lnTo>
                  <a:lnTo>
                    <a:pt x="172812" y="223788"/>
                  </a:lnTo>
                  <a:lnTo>
                    <a:pt x="173066" y="223064"/>
                  </a:lnTo>
                  <a:lnTo>
                    <a:pt x="173246" y="222985"/>
                  </a:lnTo>
                  <a:lnTo>
                    <a:pt x="173463" y="222892"/>
                  </a:lnTo>
                  <a:lnTo>
                    <a:pt x="173262" y="222488"/>
                  </a:lnTo>
                  <a:lnTo>
                    <a:pt x="173300" y="222021"/>
                  </a:lnTo>
                  <a:lnTo>
                    <a:pt x="173166" y="221615"/>
                  </a:lnTo>
                  <a:lnTo>
                    <a:pt x="173150" y="221314"/>
                  </a:lnTo>
                  <a:lnTo>
                    <a:pt x="173200" y="221094"/>
                  </a:lnTo>
                  <a:lnTo>
                    <a:pt x="173487" y="221098"/>
                  </a:lnTo>
                  <a:lnTo>
                    <a:pt x="173573" y="221432"/>
                  </a:lnTo>
                  <a:lnTo>
                    <a:pt x="173813" y="221671"/>
                  </a:lnTo>
                  <a:lnTo>
                    <a:pt x="174241" y="221964"/>
                  </a:lnTo>
                  <a:lnTo>
                    <a:pt x="174395" y="222271"/>
                  </a:lnTo>
                  <a:lnTo>
                    <a:pt x="174544" y="222286"/>
                  </a:lnTo>
                  <a:lnTo>
                    <a:pt x="175108" y="222341"/>
                  </a:lnTo>
                  <a:lnTo>
                    <a:pt x="175952" y="222217"/>
                  </a:lnTo>
                  <a:lnTo>
                    <a:pt x="176719" y="222239"/>
                  </a:lnTo>
                  <a:lnTo>
                    <a:pt x="176728" y="221907"/>
                  </a:lnTo>
                  <a:lnTo>
                    <a:pt x="176654" y="221449"/>
                  </a:lnTo>
                  <a:lnTo>
                    <a:pt x="176704" y="221287"/>
                  </a:lnTo>
                  <a:lnTo>
                    <a:pt x="176679" y="220985"/>
                  </a:lnTo>
                  <a:lnTo>
                    <a:pt x="176381" y="220640"/>
                  </a:lnTo>
                  <a:lnTo>
                    <a:pt x="176672" y="220016"/>
                  </a:lnTo>
                  <a:lnTo>
                    <a:pt x="176162" y="219404"/>
                  </a:lnTo>
                  <a:lnTo>
                    <a:pt x="175860" y="219419"/>
                  </a:lnTo>
                  <a:lnTo>
                    <a:pt x="175599" y="218706"/>
                  </a:lnTo>
                  <a:lnTo>
                    <a:pt x="175805" y="217727"/>
                  </a:lnTo>
                  <a:lnTo>
                    <a:pt x="175347" y="217112"/>
                  </a:lnTo>
                  <a:lnTo>
                    <a:pt x="175066" y="216577"/>
                  </a:lnTo>
                  <a:lnTo>
                    <a:pt x="175015" y="216343"/>
                  </a:lnTo>
                  <a:lnTo>
                    <a:pt x="174986" y="216099"/>
                  </a:lnTo>
                  <a:lnTo>
                    <a:pt x="174998" y="215886"/>
                  </a:lnTo>
                  <a:lnTo>
                    <a:pt x="175375" y="215703"/>
                  </a:lnTo>
                  <a:lnTo>
                    <a:pt x="175783" y="215354"/>
                  </a:lnTo>
                  <a:lnTo>
                    <a:pt x="175828" y="214849"/>
                  </a:lnTo>
                  <a:lnTo>
                    <a:pt x="175681" y="214623"/>
                  </a:lnTo>
                  <a:lnTo>
                    <a:pt x="175250" y="214220"/>
                  </a:lnTo>
                  <a:lnTo>
                    <a:pt x="174675" y="213956"/>
                  </a:lnTo>
                  <a:lnTo>
                    <a:pt x="174582" y="213812"/>
                  </a:lnTo>
                  <a:lnTo>
                    <a:pt x="174825" y="213637"/>
                  </a:lnTo>
                  <a:lnTo>
                    <a:pt x="175004" y="213561"/>
                  </a:lnTo>
                  <a:lnTo>
                    <a:pt x="175308" y="213538"/>
                  </a:lnTo>
                  <a:lnTo>
                    <a:pt x="175662" y="213465"/>
                  </a:lnTo>
                  <a:lnTo>
                    <a:pt x="175808" y="213281"/>
                  </a:lnTo>
                  <a:lnTo>
                    <a:pt x="175402" y="213034"/>
                  </a:lnTo>
                  <a:lnTo>
                    <a:pt x="174983" y="212692"/>
                  </a:lnTo>
                  <a:lnTo>
                    <a:pt x="175042" y="212422"/>
                  </a:lnTo>
                  <a:lnTo>
                    <a:pt x="174784" y="212013"/>
                  </a:lnTo>
                  <a:lnTo>
                    <a:pt x="174901" y="211857"/>
                  </a:lnTo>
                  <a:lnTo>
                    <a:pt x="175101" y="212014"/>
                  </a:lnTo>
                  <a:lnTo>
                    <a:pt x="175956" y="211951"/>
                  </a:lnTo>
                  <a:lnTo>
                    <a:pt x="176381" y="211648"/>
                  </a:lnTo>
                  <a:lnTo>
                    <a:pt x="176662" y="211393"/>
                  </a:lnTo>
                  <a:lnTo>
                    <a:pt x="177100" y="211467"/>
                  </a:lnTo>
                  <a:lnTo>
                    <a:pt x="177175" y="211626"/>
                  </a:lnTo>
                  <a:lnTo>
                    <a:pt x="177611" y="212035"/>
                  </a:lnTo>
                  <a:lnTo>
                    <a:pt x="177844" y="211955"/>
                  </a:lnTo>
                  <a:lnTo>
                    <a:pt x="178059" y="211839"/>
                  </a:lnTo>
                  <a:lnTo>
                    <a:pt x="178324" y="211241"/>
                  </a:lnTo>
                  <a:lnTo>
                    <a:pt x="178176" y="211059"/>
                  </a:lnTo>
                  <a:lnTo>
                    <a:pt x="178362" y="210338"/>
                  </a:lnTo>
                  <a:lnTo>
                    <a:pt x="177694" y="210409"/>
                  </a:lnTo>
                  <a:lnTo>
                    <a:pt x="177535" y="210309"/>
                  </a:lnTo>
                  <a:lnTo>
                    <a:pt x="177237" y="209989"/>
                  </a:lnTo>
                  <a:lnTo>
                    <a:pt x="177195" y="209821"/>
                  </a:lnTo>
                  <a:lnTo>
                    <a:pt x="177333" y="209255"/>
                  </a:lnTo>
                  <a:lnTo>
                    <a:pt x="177520" y="208960"/>
                  </a:lnTo>
                  <a:lnTo>
                    <a:pt x="177692" y="208053"/>
                  </a:lnTo>
                  <a:lnTo>
                    <a:pt x="177655" y="207694"/>
                  </a:lnTo>
                  <a:lnTo>
                    <a:pt x="177944" y="207427"/>
                  </a:lnTo>
                  <a:lnTo>
                    <a:pt x="177825" y="207024"/>
                  </a:lnTo>
                  <a:lnTo>
                    <a:pt x="178194" y="205989"/>
                  </a:lnTo>
                  <a:lnTo>
                    <a:pt x="178180" y="205679"/>
                  </a:lnTo>
                  <a:lnTo>
                    <a:pt x="178103" y="205344"/>
                  </a:lnTo>
                  <a:lnTo>
                    <a:pt x="177987" y="204833"/>
                  </a:lnTo>
                  <a:lnTo>
                    <a:pt x="177606" y="204030"/>
                  </a:lnTo>
                  <a:lnTo>
                    <a:pt x="177157" y="203800"/>
                  </a:lnTo>
                  <a:lnTo>
                    <a:pt x="177028" y="203465"/>
                  </a:lnTo>
                  <a:lnTo>
                    <a:pt x="177513" y="203256"/>
                  </a:lnTo>
                  <a:lnTo>
                    <a:pt x="178102" y="202792"/>
                  </a:lnTo>
                  <a:lnTo>
                    <a:pt x="178783" y="203407"/>
                  </a:lnTo>
                  <a:lnTo>
                    <a:pt x="179364" y="203292"/>
                  </a:lnTo>
                  <a:lnTo>
                    <a:pt x="179575" y="203239"/>
                  </a:lnTo>
                  <a:lnTo>
                    <a:pt x="179757" y="203191"/>
                  </a:lnTo>
                  <a:lnTo>
                    <a:pt x="180290" y="202770"/>
                  </a:lnTo>
                  <a:lnTo>
                    <a:pt x="180264" y="202527"/>
                  </a:lnTo>
                  <a:lnTo>
                    <a:pt x="180041" y="202105"/>
                  </a:lnTo>
                  <a:lnTo>
                    <a:pt x="180405" y="201330"/>
                  </a:lnTo>
                  <a:lnTo>
                    <a:pt x="180039" y="201176"/>
                  </a:lnTo>
                  <a:lnTo>
                    <a:pt x="179306" y="201190"/>
                  </a:lnTo>
                  <a:lnTo>
                    <a:pt x="178737" y="201086"/>
                  </a:lnTo>
                  <a:lnTo>
                    <a:pt x="178435" y="200965"/>
                  </a:lnTo>
                  <a:lnTo>
                    <a:pt x="178384" y="200778"/>
                  </a:lnTo>
                  <a:lnTo>
                    <a:pt x="178306" y="200376"/>
                  </a:lnTo>
                  <a:lnTo>
                    <a:pt x="178418" y="200084"/>
                  </a:lnTo>
                  <a:lnTo>
                    <a:pt x="178881" y="199761"/>
                  </a:lnTo>
                  <a:lnTo>
                    <a:pt x="179144" y="199680"/>
                  </a:lnTo>
                  <a:lnTo>
                    <a:pt x="179662" y="199163"/>
                  </a:lnTo>
                  <a:lnTo>
                    <a:pt x="179517" y="198402"/>
                  </a:lnTo>
                  <a:lnTo>
                    <a:pt x="179259" y="197368"/>
                  </a:lnTo>
                  <a:lnTo>
                    <a:pt x="178966" y="196443"/>
                  </a:lnTo>
                  <a:lnTo>
                    <a:pt x="178888" y="196011"/>
                  </a:lnTo>
                  <a:lnTo>
                    <a:pt x="179107" y="195794"/>
                  </a:lnTo>
                  <a:lnTo>
                    <a:pt x="179245" y="195813"/>
                  </a:lnTo>
                  <a:lnTo>
                    <a:pt x="179903" y="195845"/>
                  </a:lnTo>
                  <a:lnTo>
                    <a:pt x="180494" y="195715"/>
                  </a:lnTo>
                  <a:lnTo>
                    <a:pt x="180857" y="195362"/>
                  </a:lnTo>
                  <a:lnTo>
                    <a:pt x="180460" y="194506"/>
                  </a:lnTo>
                  <a:lnTo>
                    <a:pt x="180045" y="194288"/>
                  </a:lnTo>
                  <a:lnTo>
                    <a:pt x="179238" y="193918"/>
                  </a:lnTo>
                  <a:lnTo>
                    <a:pt x="178862" y="193809"/>
                  </a:lnTo>
                  <a:lnTo>
                    <a:pt x="178710" y="193783"/>
                  </a:lnTo>
                  <a:lnTo>
                    <a:pt x="178459" y="193734"/>
                  </a:lnTo>
                  <a:lnTo>
                    <a:pt x="178202" y="193615"/>
                  </a:lnTo>
                  <a:lnTo>
                    <a:pt x="177986" y="193311"/>
                  </a:lnTo>
                  <a:lnTo>
                    <a:pt x="178129" y="193111"/>
                  </a:lnTo>
                  <a:lnTo>
                    <a:pt x="178556" y="193055"/>
                  </a:lnTo>
                  <a:lnTo>
                    <a:pt x="178820" y="193048"/>
                  </a:lnTo>
                  <a:lnTo>
                    <a:pt x="179015" y="193079"/>
                  </a:lnTo>
                  <a:lnTo>
                    <a:pt x="179893" y="192883"/>
                  </a:lnTo>
                  <a:lnTo>
                    <a:pt x="180220" y="192653"/>
                  </a:lnTo>
                  <a:lnTo>
                    <a:pt x="179979" y="192277"/>
                  </a:lnTo>
                  <a:lnTo>
                    <a:pt x="179821" y="192212"/>
                  </a:lnTo>
                  <a:lnTo>
                    <a:pt x="179570" y="191932"/>
                  </a:lnTo>
                  <a:lnTo>
                    <a:pt x="179775" y="191847"/>
                  </a:lnTo>
                  <a:lnTo>
                    <a:pt x="180123" y="191713"/>
                  </a:lnTo>
                  <a:lnTo>
                    <a:pt x="180395" y="191766"/>
                  </a:lnTo>
                  <a:lnTo>
                    <a:pt x="180411" y="191635"/>
                  </a:lnTo>
                  <a:lnTo>
                    <a:pt x="180042" y="190969"/>
                  </a:lnTo>
                  <a:lnTo>
                    <a:pt x="179848" y="190931"/>
                  </a:lnTo>
                  <a:lnTo>
                    <a:pt x="179961" y="190309"/>
                  </a:lnTo>
                  <a:lnTo>
                    <a:pt x="180232" y="189242"/>
                  </a:lnTo>
                  <a:lnTo>
                    <a:pt x="180178" y="188840"/>
                  </a:lnTo>
                  <a:lnTo>
                    <a:pt x="180331" y="188588"/>
                  </a:lnTo>
                  <a:lnTo>
                    <a:pt x="180883" y="188388"/>
                  </a:lnTo>
                  <a:lnTo>
                    <a:pt x="180878" y="187836"/>
                  </a:lnTo>
                  <a:lnTo>
                    <a:pt x="180814" y="187628"/>
                  </a:lnTo>
                  <a:lnTo>
                    <a:pt x="180574" y="186514"/>
                  </a:lnTo>
                  <a:lnTo>
                    <a:pt x="180615" y="186364"/>
                  </a:lnTo>
                  <a:lnTo>
                    <a:pt x="181290" y="186256"/>
                  </a:lnTo>
                  <a:lnTo>
                    <a:pt x="181548" y="186075"/>
                  </a:lnTo>
                  <a:lnTo>
                    <a:pt x="182183" y="185109"/>
                  </a:lnTo>
                  <a:lnTo>
                    <a:pt x="181978" y="184919"/>
                  </a:lnTo>
                  <a:lnTo>
                    <a:pt x="181470" y="184365"/>
                  </a:lnTo>
                  <a:lnTo>
                    <a:pt x="182242" y="182930"/>
                  </a:lnTo>
                  <a:lnTo>
                    <a:pt x="182431" y="182859"/>
                  </a:lnTo>
                  <a:lnTo>
                    <a:pt x="182599" y="182824"/>
                  </a:lnTo>
                  <a:close/>
                </a:path>
              </a:pathLst>
            </a:custGeom>
            <a:solidFill>
              <a:srgbClr val="F7CEB9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4197520" y="5672442"/>
              <a:ext cx="183216" cy="182879"/>
            </a:xfrm>
            <a:custGeom>
              <a:avLst/>
              <a:pathLst>
                <a:path w="183216" h="182879">
                  <a:moveTo>
                    <a:pt x="182879" y="182879"/>
                  </a:moveTo>
                  <a:lnTo>
                    <a:pt x="182962" y="182271"/>
                  </a:lnTo>
                  <a:lnTo>
                    <a:pt x="183216" y="182444"/>
                  </a:lnTo>
                  <a:lnTo>
                    <a:pt x="183137" y="18284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4197353" y="5671161"/>
              <a:ext cx="183485" cy="183115"/>
            </a:xfrm>
            <a:custGeom>
              <a:avLst/>
              <a:pathLst>
                <a:path w="183485" h="183115">
                  <a:moveTo>
                    <a:pt x="182879" y="182879"/>
                  </a:moveTo>
                  <a:lnTo>
                    <a:pt x="182874" y="182742"/>
                  </a:lnTo>
                  <a:lnTo>
                    <a:pt x="182977" y="182616"/>
                  </a:lnTo>
                  <a:lnTo>
                    <a:pt x="183333" y="182819"/>
                  </a:lnTo>
                  <a:lnTo>
                    <a:pt x="183485" y="183089"/>
                  </a:lnTo>
                  <a:lnTo>
                    <a:pt x="183238" y="18311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4213662" y="5671344"/>
              <a:ext cx="183165" cy="182905"/>
            </a:xfrm>
            <a:custGeom>
              <a:avLst/>
              <a:pathLst>
                <a:path w="183165" h="182905">
                  <a:moveTo>
                    <a:pt x="182879" y="182879"/>
                  </a:moveTo>
                  <a:lnTo>
                    <a:pt x="182584" y="182905"/>
                  </a:lnTo>
                  <a:lnTo>
                    <a:pt x="182549" y="182714"/>
                  </a:lnTo>
                  <a:lnTo>
                    <a:pt x="183165" y="182440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4201365" y="5670172"/>
              <a:ext cx="183024" cy="183558"/>
            </a:xfrm>
            <a:custGeom>
              <a:avLst/>
              <a:pathLst>
                <a:path w="183024" h="183558">
                  <a:moveTo>
                    <a:pt x="182879" y="182879"/>
                  </a:moveTo>
                  <a:lnTo>
                    <a:pt x="183024" y="183450"/>
                  </a:lnTo>
                  <a:lnTo>
                    <a:pt x="182819" y="18355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4208148" y="5669524"/>
              <a:ext cx="184109" cy="184330"/>
            </a:xfrm>
            <a:custGeom>
              <a:avLst/>
              <a:pathLst>
                <a:path w="184109" h="184330">
                  <a:moveTo>
                    <a:pt x="182879" y="182879"/>
                  </a:moveTo>
                  <a:lnTo>
                    <a:pt x="182998" y="183116"/>
                  </a:lnTo>
                  <a:lnTo>
                    <a:pt x="183294" y="183134"/>
                  </a:lnTo>
                  <a:lnTo>
                    <a:pt x="183730" y="182997"/>
                  </a:lnTo>
                  <a:lnTo>
                    <a:pt x="184109" y="183196"/>
                  </a:lnTo>
                  <a:lnTo>
                    <a:pt x="183530" y="183395"/>
                  </a:lnTo>
                  <a:lnTo>
                    <a:pt x="183253" y="183790"/>
                  </a:lnTo>
                  <a:lnTo>
                    <a:pt x="183338" y="183949"/>
                  </a:lnTo>
                  <a:lnTo>
                    <a:pt x="183163" y="184237"/>
                  </a:lnTo>
                  <a:lnTo>
                    <a:pt x="182951" y="184330"/>
                  </a:lnTo>
                  <a:lnTo>
                    <a:pt x="182095" y="184201"/>
                  </a:lnTo>
                  <a:lnTo>
                    <a:pt x="182244" y="184070"/>
                  </a:lnTo>
                  <a:lnTo>
                    <a:pt x="182310" y="183302"/>
                  </a:lnTo>
                  <a:lnTo>
                    <a:pt x="182297" y="182968"/>
                  </a:lnTo>
                  <a:lnTo>
                    <a:pt x="182270" y="182813"/>
                  </a:lnTo>
                  <a:lnTo>
                    <a:pt x="181849" y="182838"/>
                  </a:lnTo>
                  <a:lnTo>
                    <a:pt x="181627" y="182974"/>
                  </a:lnTo>
                  <a:lnTo>
                    <a:pt x="181411" y="182870"/>
                  </a:lnTo>
                  <a:lnTo>
                    <a:pt x="181796" y="182140"/>
                  </a:lnTo>
                  <a:lnTo>
                    <a:pt x="181736" y="181617"/>
                  </a:lnTo>
                  <a:lnTo>
                    <a:pt x="182120" y="18136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4203745" y="5669926"/>
              <a:ext cx="182879" cy="183410"/>
            </a:xfrm>
            <a:custGeom>
              <a:avLst/>
              <a:pathLst>
                <a:path w="182879" h="183410">
                  <a:moveTo>
                    <a:pt x="182879" y="182879"/>
                  </a:moveTo>
                  <a:lnTo>
                    <a:pt x="182277" y="183207"/>
                  </a:lnTo>
                  <a:lnTo>
                    <a:pt x="181951" y="183410"/>
                  </a:lnTo>
                  <a:lnTo>
                    <a:pt x="181746" y="183123"/>
                  </a:lnTo>
                  <a:lnTo>
                    <a:pt x="182065" y="182454"/>
                  </a:lnTo>
                  <a:lnTo>
                    <a:pt x="182200" y="182018"/>
                  </a:lnTo>
                  <a:lnTo>
                    <a:pt x="182619" y="18199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4209404" y="5668639"/>
              <a:ext cx="182918" cy="182879"/>
            </a:xfrm>
            <a:custGeom>
              <a:avLst/>
              <a:pathLst>
                <a:path w="182918" h="182879">
                  <a:moveTo>
                    <a:pt x="182879" y="182879"/>
                  </a:moveTo>
                  <a:lnTo>
                    <a:pt x="182460" y="182386"/>
                  </a:lnTo>
                  <a:lnTo>
                    <a:pt x="182397" y="182013"/>
                  </a:lnTo>
                  <a:lnTo>
                    <a:pt x="182839" y="182095"/>
                  </a:lnTo>
                  <a:lnTo>
                    <a:pt x="182890" y="182377"/>
                  </a:lnTo>
                  <a:lnTo>
                    <a:pt x="182902" y="182521"/>
                  </a:lnTo>
                  <a:lnTo>
                    <a:pt x="182918" y="18271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4212919" y="5665701"/>
              <a:ext cx="183994" cy="187687"/>
            </a:xfrm>
            <a:custGeom>
              <a:avLst/>
              <a:pathLst>
                <a:path w="183994" h="187687">
                  <a:moveTo>
                    <a:pt x="182879" y="182879"/>
                  </a:moveTo>
                  <a:lnTo>
                    <a:pt x="183162" y="183156"/>
                  </a:lnTo>
                  <a:lnTo>
                    <a:pt x="183327" y="183498"/>
                  </a:lnTo>
                  <a:lnTo>
                    <a:pt x="183541" y="183683"/>
                  </a:lnTo>
                  <a:lnTo>
                    <a:pt x="183911" y="184384"/>
                  </a:lnTo>
                  <a:lnTo>
                    <a:pt x="183763" y="184833"/>
                  </a:lnTo>
                  <a:lnTo>
                    <a:pt x="183648" y="185214"/>
                  </a:lnTo>
                  <a:lnTo>
                    <a:pt x="183768" y="185531"/>
                  </a:lnTo>
                  <a:lnTo>
                    <a:pt x="183841" y="186463"/>
                  </a:lnTo>
                  <a:lnTo>
                    <a:pt x="183994" y="186810"/>
                  </a:lnTo>
                  <a:lnTo>
                    <a:pt x="183866" y="186961"/>
                  </a:lnTo>
                  <a:lnTo>
                    <a:pt x="183267" y="186686"/>
                  </a:lnTo>
                  <a:lnTo>
                    <a:pt x="183005" y="186415"/>
                  </a:lnTo>
                  <a:lnTo>
                    <a:pt x="182915" y="186191"/>
                  </a:lnTo>
                  <a:lnTo>
                    <a:pt x="182936" y="185894"/>
                  </a:lnTo>
                  <a:lnTo>
                    <a:pt x="182903" y="185637"/>
                  </a:lnTo>
                  <a:lnTo>
                    <a:pt x="182872" y="185458"/>
                  </a:lnTo>
                  <a:lnTo>
                    <a:pt x="182823" y="185183"/>
                  </a:lnTo>
                  <a:lnTo>
                    <a:pt x="182457" y="185051"/>
                  </a:lnTo>
                  <a:lnTo>
                    <a:pt x="182278" y="185043"/>
                  </a:lnTo>
                  <a:lnTo>
                    <a:pt x="182358" y="185175"/>
                  </a:lnTo>
                  <a:lnTo>
                    <a:pt x="182589" y="185412"/>
                  </a:lnTo>
                  <a:lnTo>
                    <a:pt x="182237" y="185827"/>
                  </a:lnTo>
                  <a:lnTo>
                    <a:pt x="182091" y="185957"/>
                  </a:lnTo>
                  <a:lnTo>
                    <a:pt x="181911" y="186387"/>
                  </a:lnTo>
                  <a:lnTo>
                    <a:pt x="182233" y="187213"/>
                  </a:lnTo>
                  <a:lnTo>
                    <a:pt x="182112" y="187687"/>
                  </a:lnTo>
                  <a:lnTo>
                    <a:pt x="181748" y="187381"/>
                  </a:lnTo>
                  <a:lnTo>
                    <a:pt x="181712" y="186409"/>
                  </a:lnTo>
                  <a:lnTo>
                    <a:pt x="181247" y="186505"/>
                  </a:lnTo>
                  <a:lnTo>
                    <a:pt x="181138" y="186025"/>
                  </a:lnTo>
                  <a:lnTo>
                    <a:pt x="180555" y="184937"/>
                  </a:lnTo>
                  <a:lnTo>
                    <a:pt x="179620" y="185624"/>
                  </a:lnTo>
                  <a:lnTo>
                    <a:pt x="179599" y="185181"/>
                  </a:lnTo>
                  <a:lnTo>
                    <a:pt x="179525" y="184961"/>
                  </a:lnTo>
                  <a:lnTo>
                    <a:pt x="179257" y="184876"/>
                  </a:lnTo>
                  <a:lnTo>
                    <a:pt x="178851" y="184827"/>
                  </a:lnTo>
                  <a:lnTo>
                    <a:pt x="178448" y="184811"/>
                  </a:lnTo>
                  <a:lnTo>
                    <a:pt x="177926" y="184303"/>
                  </a:lnTo>
                  <a:lnTo>
                    <a:pt x="177760" y="184029"/>
                  </a:lnTo>
                  <a:lnTo>
                    <a:pt x="177634" y="183818"/>
                  </a:lnTo>
                  <a:lnTo>
                    <a:pt x="177421" y="183016"/>
                  </a:lnTo>
                  <a:lnTo>
                    <a:pt x="178424" y="182576"/>
                  </a:lnTo>
                  <a:lnTo>
                    <a:pt x="178835" y="182685"/>
                  </a:lnTo>
                  <a:lnTo>
                    <a:pt x="179357" y="182825"/>
                  </a:lnTo>
                  <a:lnTo>
                    <a:pt x="180029" y="183004"/>
                  </a:lnTo>
                  <a:lnTo>
                    <a:pt x="180374" y="183022"/>
                  </a:lnTo>
                  <a:lnTo>
                    <a:pt x="180765" y="182822"/>
                  </a:lnTo>
                  <a:lnTo>
                    <a:pt x="180846" y="182641"/>
                  </a:lnTo>
                  <a:lnTo>
                    <a:pt x="181000" y="182416"/>
                  </a:lnTo>
                  <a:lnTo>
                    <a:pt x="181544" y="182440"/>
                  </a:lnTo>
                  <a:lnTo>
                    <a:pt x="181764" y="18244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4203688" y="5667780"/>
              <a:ext cx="183133" cy="182879"/>
            </a:xfrm>
            <a:custGeom>
              <a:avLst/>
              <a:pathLst>
                <a:path w="183133" h="182879">
                  <a:moveTo>
                    <a:pt x="182879" y="182879"/>
                  </a:moveTo>
                  <a:lnTo>
                    <a:pt x="182803" y="182657"/>
                  </a:lnTo>
                  <a:lnTo>
                    <a:pt x="182535" y="182172"/>
                  </a:lnTo>
                  <a:lnTo>
                    <a:pt x="183133" y="18243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4204338" y="566705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4204438" y="5662672"/>
              <a:ext cx="182879" cy="190626"/>
            </a:xfrm>
            <a:custGeom>
              <a:avLst/>
              <a:pathLst>
                <a:path w="182879" h="190626">
                  <a:moveTo>
                    <a:pt x="182879" y="182879"/>
                  </a:moveTo>
                  <a:lnTo>
                    <a:pt x="182847" y="183413"/>
                  </a:lnTo>
                  <a:lnTo>
                    <a:pt x="182783" y="184519"/>
                  </a:lnTo>
                  <a:lnTo>
                    <a:pt x="182378" y="184700"/>
                  </a:lnTo>
                  <a:lnTo>
                    <a:pt x="181778" y="184532"/>
                  </a:lnTo>
                  <a:lnTo>
                    <a:pt x="181053" y="184528"/>
                  </a:lnTo>
                  <a:lnTo>
                    <a:pt x="180982" y="184846"/>
                  </a:lnTo>
                  <a:lnTo>
                    <a:pt x="181135" y="185486"/>
                  </a:lnTo>
                  <a:lnTo>
                    <a:pt x="181307" y="186233"/>
                  </a:lnTo>
                  <a:lnTo>
                    <a:pt x="181309" y="186416"/>
                  </a:lnTo>
                  <a:lnTo>
                    <a:pt x="180908" y="186920"/>
                  </a:lnTo>
                  <a:lnTo>
                    <a:pt x="180678" y="186727"/>
                  </a:lnTo>
                  <a:lnTo>
                    <a:pt x="180236" y="186871"/>
                  </a:lnTo>
                  <a:lnTo>
                    <a:pt x="180542" y="187161"/>
                  </a:lnTo>
                  <a:lnTo>
                    <a:pt x="180790" y="187640"/>
                  </a:lnTo>
                  <a:lnTo>
                    <a:pt x="180236" y="188390"/>
                  </a:lnTo>
                  <a:lnTo>
                    <a:pt x="180744" y="188628"/>
                  </a:lnTo>
                  <a:lnTo>
                    <a:pt x="181198" y="188827"/>
                  </a:lnTo>
                  <a:lnTo>
                    <a:pt x="181018" y="189063"/>
                  </a:lnTo>
                  <a:lnTo>
                    <a:pt x="180604" y="189396"/>
                  </a:lnTo>
                  <a:lnTo>
                    <a:pt x="179941" y="189613"/>
                  </a:lnTo>
                  <a:lnTo>
                    <a:pt x="179619" y="189774"/>
                  </a:lnTo>
                  <a:lnTo>
                    <a:pt x="179184" y="188887"/>
                  </a:lnTo>
                  <a:lnTo>
                    <a:pt x="179355" y="188544"/>
                  </a:lnTo>
                  <a:lnTo>
                    <a:pt x="179170" y="188307"/>
                  </a:lnTo>
                  <a:lnTo>
                    <a:pt x="178895" y="188279"/>
                  </a:lnTo>
                  <a:lnTo>
                    <a:pt x="178694" y="188392"/>
                  </a:lnTo>
                  <a:lnTo>
                    <a:pt x="177787" y="188644"/>
                  </a:lnTo>
                  <a:lnTo>
                    <a:pt x="177523" y="188752"/>
                  </a:lnTo>
                  <a:lnTo>
                    <a:pt x="176722" y="189058"/>
                  </a:lnTo>
                  <a:lnTo>
                    <a:pt x="176319" y="189441"/>
                  </a:lnTo>
                  <a:lnTo>
                    <a:pt x="176977" y="189615"/>
                  </a:lnTo>
                  <a:lnTo>
                    <a:pt x="176811" y="189935"/>
                  </a:lnTo>
                  <a:lnTo>
                    <a:pt x="175773" y="189852"/>
                  </a:lnTo>
                  <a:lnTo>
                    <a:pt x="175376" y="189237"/>
                  </a:lnTo>
                  <a:lnTo>
                    <a:pt x="175095" y="189203"/>
                  </a:lnTo>
                  <a:lnTo>
                    <a:pt x="174708" y="189382"/>
                  </a:lnTo>
                  <a:lnTo>
                    <a:pt x="174576" y="189593"/>
                  </a:lnTo>
                  <a:lnTo>
                    <a:pt x="174193" y="189911"/>
                  </a:lnTo>
                  <a:lnTo>
                    <a:pt x="173230" y="190626"/>
                  </a:lnTo>
                  <a:lnTo>
                    <a:pt x="172997" y="190479"/>
                  </a:lnTo>
                  <a:lnTo>
                    <a:pt x="172815" y="189785"/>
                  </a:lnTo>
                  <a:lnTo>
                    <a:pt x="172669" y="189037"/>
                  </a:lnTo>
                  <a:lnTo>
                    <a:pt x="172703" y="188809"/>
                  </a:lnTo>
                  <a:lnTo>
                    <a:pt x="173319" y="188038"/>
                  </a:lnTo>
                  <a:lnTo>
                    <a:pt x="173671" y="187551"/>
                  </a:lnTo>
                  <a:lnTo>
                    <a:pt x="173232" y="187388"/>
                  </a:lnTo>
                  <a:lnTo>
                    <a:pt x="174057" y="186909"/>
                  </a:lnTo>
                  <a:lnTo>
                    <a:pt x="174238" y="186742"/>
                  </a:lnTo>
                  <a:lnTo>
                    <a:pt x="174410" y="186709"/>
                  </a:lnTo>
                  <a:lnTo>
                    <a:pt x="175367" y="185532"/>
                  </a:lnTo>
                  <a:lnTo>
                    <a:pt x="175735" y="185437"/>
                  </a:lnTo>
                  <a:lnTo>
                    <a:pt x="176357" y="185475"/>
                  </a:lnTo>
                  <a:lnTo>
                    <a:pt x="176643" y="185599"/>
                  </a:lnTo>
                  <a:lnTo>
                    <a:pt x="177064" y="185983"/>
                  </a:lnTo>
                  <a:lnTo>
                    <a:pt x="177161" y="185742"/>
                  </a:lnTo>
                  <a:lnTo>
                    <a:pt x="177233" y="185565"/>
                  </a:lnTo>
                  <a:lnTo>
                    <a:pt x="177420" y="185382"/>
                  </a:lnTo>
                  <a:lnTo>
                    <a:pt x="177765" y="185215"/>
                  </a:lnTo>
                  <a:lnTo>
                    <a:pt x="178386" y="185160"/>
                  </a:lnTo>
                  <a:lnTo>
                    <a:pt x="178721" y="185075"/>
                  </a:lnTo>
                  <a:lnTo>
                    <a:pt x="178973" y="184969"/>
                  </a:lnTo>
                  <a:lnTo>
                    <a:pt x="179155" y="184857"/>
                  </a:lnTo>
                  <a:lnTo>
                    <a:pt x="179274" y="184669"/>
                  </a:lnTo>
                  <a:lnTo>
                    <a:pt x="179594" y="184460"/>
                  </a:lnTo>
                  <a:lnTo>
                    <a:pt x="179871" y="184395"/>
                  </a:lnTo>
                  <a:lnTo>
                    <a:pt x="180015" y="184257"/>
                  </a:lnTo>
                  <a:lnTo>
                    <a:pt x="180103" y="184127"/>
                  </a:lnTo>
                  <a:lnTo>
                    <a:pt x="180377" y="183904"/>
                  </a:lnTo>
                  <a:lnTo>
                    <a:pt x="180788" y="183666"/>
                  </a:lnTo>
                  <a:lnTo>
                    <a:pt x="180901" y="183499"/>
                  </a:lnTo>
                  <a:lnTo>
                    <a:pt x="181194" y="183278"/>
                  </a:lnTo>
                  <a:lnTo>
                    <a:pt x="181371" y="183359"/>
                  </a:lnTo>
                  <a:lnTo>
                    <a:pt x="181811" y="183124"/>
                  </a:lnTo>
                  <a:lnTo>
                    <a:pt x="182229" y="18278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4203564" y="5665795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4199224" y="5663726"/>
              <a:ext cx="183633" cy="184506"/>
            </a:xfrm>
            <a:custGeom>
              <a:avLst/>
              <a:pathLst>
                <a:path w="183633" h="184506">
                  <a:moveTo>
                    <a:pt x="182879" y="182879"/>
                  </a:moveTo>
                  <a:lnTo>
                    <a:pt x="182774" y="183250"/>
                  </a:lnTo>
                  <a:lnTo>
                    <a:pt x="182950" y="183158"/>
                  </a:lnTo>
                  <a:lnTo>
                    <a:pt x="183125" y="182798"/>
                  </a:lnTo>
                  <a:lnTo>
                    <a:pt x="183288" y="182820"/>
                  </a:lnTo>
                  <a:lnTo>
                    <a:pt x="183633" y="183076"/>
                  </a:lnTo>
                  <a:lnTo>
                    <a:pt x="183373" y="183446"/>
                  </a:lnTo>
                  <a:lnTo>
                    <a:pt x="183147" y="183329"/>
                  </a:lnTo>
                  <a:lnTo>
                    <a:pt x="183009" y="183304"/>
                  </a:lnTo>
                  <a:lnTo>
                    <a:pt x="182862" y="183332"/>
                  </a:lnTo>
                  <a:lnTo>
                    <a:pt x="182617" y="183596"/>
                  </a:lnTo>
                  <a:lnTo>
                    <a:pt x="182664" y="183749"/>
                  </a:lnTo>
                  <a:lnTo>
                    <a:pt x="182466" y="184359"/>
                  </a:lnTo>
                  <a:lnTo>
                    <a:pt x="182213" y="184506"/>
                  </a:lnTo>
                  <a:lnTo>
                    <a:pt x="181468" y="184256"/>
                  </a:lnTo>
                  <a:lnTo>
                    <a:pt x="181005" y="184269"/>
                  </a:lnTo>
                  <a:lnTo>
                    <a:pt x="180839" y="184294"/>
                  </a:lnTo>
                  <a:lnTo>
                    <a:pt x="180657" y="184348"/>
                  </a:lnTo>
                  <a:lnTo>
                    <a:pt x="180434" y="184204"/>
                  </a:lnTo>
                  <a:lnTo>
                    <a:pt x="180590" y="183772"/>
                  </a:lnTo>
                  <a:lnTo>
                    <a:pt x="180393" y="183420"/>
                  </a:lnTo>
                  <a:lnTo>
                    <a:pt x="182355" y="182742"/>
                  </a:lnTo>
                  <a:lnTo>
                    <a:pt x="182415" y="18288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4207022" y="5662076"/>
              <a:ext cx="183002" cy="184184"/>
            </a:xfrm>
            <a:custGeom>
              <a:avLst/>
              <a:pathLst>
                <a:path w="183002" h="184184">
                  <a:moveTo>
                    <a:pt x="182879" y="182879"/>
                  </a:moveTo>
                  <a:lnTo>
                    <a:pt x="182996" y="183214"/>
                  </a:lnTo>
                  <a:lnTo>
                    <a:pt x="183002" y="184184"/>
                  </a:lnTo>
                  <a:lnTo>
                    <a:pt x="182480" y="184147"/>
                  </a:lnTo>
                  <a:lnTo>
                    <a:pt x="181873" y="183997"/>
                  </a:lnTo>
                  <a:lnTo>
                    <a:pt x="181960" y="183740"/>
                  </a:lnTo>
                  <a:lnTo>
                    <a:pt x="182045" y="183595"/>
                  </a:lnTo>
                  <a:lnTo>
                    <a:pt x="181643" y="183266"/>
                  </a:lnTo>
                  <a:lnTo>
                    <a:pt x="181666" y="183058"/>
                  </a:lnTo>
                  <a:lnTo>
                    <a:pt x="181433" y="182803"/>
                  </a:lnTo>
                  <a:lnTo>
                    <a:pt x="181707" y="182337"/>
                  </a:lnTo>
                  <a:lnTo>
                    <a:pt x="182815" y="182580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4204378" y="5662193"/>
              <a:ext cx="183377" cy="183119"/>
            </a:xfrm>
            <a:custGeom>
              <a:avLst/>
              <a:pathLst>
                <a:path w="183377" h="183119">
                  <a:moveTo>
                    <a:pt x="182879" y="182879"/>
                  </a:moveTo>
                  <a:lnTo>
                    <a:pt x="183139" y="182535"/>
                  </a:lnTo>
                  <a:lnTo>
                    <a:pt x="183377" y="182696"/>
                  </a:lnTo>
                  <a:lnTo>
                    <a:pt x="182988" y="18311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4196312" y="5660417"/>
              <a:ext cx="183163" cy="183583"/>
            </a:xfrm>
            <a:custGeom>
              <a:avLst/>
              <a:pathLst>
                <a:path w="183163" h="183583">
                  <a:moveTo>
                    <a:pt x="182879" y="182879"/>
                  </a:moveTo>
                  <a:lnTo>
                    <a:pt x="183047" y="183034"/>
                  </a:lnTo>
                  <a:lnTo>
                    <a:pt x="183163" y="183350"/>
                  </a:lnTo>
                  <a:lnTo>
                    <a:pt x="182976" y="183583"/>
                  </a:lnTo>
                  <a:lnTo>
                    <a:pt x="182888" y="18323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4210062" y="5650926"/>
              <a:ext cx="193723" cy="198834"/>
            </a:xfrm>
            <a:custGeom>
              <a:avLst/>
              <a:pathLst>
                <a:path w="193723" h="198834">
                  <a:moveTo>
                    <a:pt x="182879" y="182879"/>
                  </a:moveTo>
                  <a:lnTo>
                    <a:pt x="183028" y="183043"/>
                  </a:lnTo>
                  <a:lnTo>
                    <a:pt x="183328" y="183086"/>
                  </a:lnTo>
                  <a:lnTo>
                    <a:pt x="183631" y="183138"/>
                  </a:lnTo>
                  <a:lnTo>
                    <a:pt x="183787" y="183077"/>
                  </a:lnTo>
                  <a:lnTo>
                    <a:pt x="184084" y="183000"/>
                  </a:lnTo>
                  <a:lnTo>
                    <a:pt x="184967" y="183080"/>
                  </a:lnTo>
                  <a:lnTo>
                    <a:pt x="185334" y="183463"/>
                  </a:lnTo>
                  <a:lnTo>
                    <a:pt x="184931" y="183754"/>
                  </a:lnTo>
                  <a:lnTo>
                    <a:pt x="184493" y="184240"/>
                  </a:lnTo>
                  <a:lnTo>
                    <a:pt x="184490" y="184531"/>
                  </a:lnTo>
                  <a:lnTo>
                    <a:pt x="184598" y="184746"/>
                  </a:lnTo>
                  <a:lnTo>
                    <a:pt x="184857" y="184679"/>
                  </a:lnTo>
                  <a:lnTo>
                    <a:pt x="185786" y="184255"/>
                  </a:lnTo>
                  <a:lnTo>
                    <a:pt x="185909" y="183879"/>
                  </a:lnTo>
                  <a:lnTo>
                    <a:pt x="186215" y="183391"/>
                  </a:lnTo>
                  <a:lnTo>
                    <a:pt x="186532" y="183379"/>
                  </a:lnTo>
                  <a:lnTo>
                    <a:pt x="186842" y="183493"/>
                  </a:lnTo>
                  <a:lnTo>
                    <a:pt x="187059" y="183897"/>
                  </a:lnTo>
                  <a:lnTo>
                    <a:pt x="187067" y="184400"/>
                  </a:lnTo>
                  <a:lnTo>
                    <a:pt x="187226" y="184640"/>
                  </a:lnTo>
                  <a:lnTo>
                    <a:pt x="187694" y="184528"/>
                  </a:lnTo>
                  <a:lnTo>
                    <a:pt x="187860" y="184510"/>
                  </a:lnTo>
                  <a:lnTo>
                    <a:pt x="188135" y="184775"/>
                  </a:lnTo>
                  <a:lnTo>
                    <a:pt x="188017" y="184907"/>
                  </a:lnTo>
                  <a:lnTo>
                    <a:pt x="187850" y="185074"/>
                  </a:lnTo>
                  <a:lnTo>
                    <a:pt x="187483" y="185362"/>
                  </a:lnTo>
                  <a:lnTo>
                    <a:pt x="187883" y="185486"/>
                  </a:lnTo>
                  <a:lnTo>
                    <a:pt x="188140" y="185472"/>
                  </a:lnTo>
                  <a:lnTo>
                    <a:pt x="188523" y="185622"/>
                  </a:lnTo>
                  <a:lnTo>
                    <a:pt x="188591" y="185770"/>
                  </a:lnTo>
                  <a:lnTo>
                    <a:pt x="189136" y="185991"/>
                  </a:lnTo>
                  <a:lnTo>
                    <a:pt x="189290" y="185923"/>
                  </a:lnTo>
                  <a:lnTo>
                    <a:pt x="189621" y="185833"/>
                  </a:lnTo>
                  <a:lnTo>
                    <a:pt x="189844" y="185800"/>
                  </a:lnTo>
                  <a:lnTo>
                    <a:pt x="190158" y="185628"/>
                  </a:lnTo>
                  <a:lnTo>
                    <a:pt x="190292" y="185860"/>
                  </a:lnTo>
                  <a:lnTo>
                    <a:pt x="189961" y="186124"/>
                  </a:lnTo>
                  <a:lnTo>
                    <a:pt x="189814" y="186322"/>
                  </a:lnTo>
                  <a:lnTo>
                    <a:pt x="189444" y="186701"/>
                  </a:lnTo>
                  <a:lnTo>
                    <a:pt x="189062" y="187017"/>
                  </a:lnTo>
                  <a:lnTo>
                    <a:pt x="188444" y="187365"/>
                  </a:lnTo>
                  <a:lnTo>
                    <a:pt x="187431" y="187874"/>
                  </a:lnTo>
                  <a:lnTo>
                    <a:pt x="187302" y="187918"/>
                  </a:lnTo>
                  <a:lnTo>
                    <a:pt x="186981" y="188179"/>
                  </a:lnTo>
                  <a:lnTo>
                    <a:pt x="186649" y="188588"/>
                  </a:lnTo>
                  <a:lnTo>
                    <a:pt x="186494" y="188554"/>
                  </a:lnTo>
                  <a:lnTo>
                    <a:pt x="186298" y="188417"/>
                  </a:lnTo>
                  <a:lnTo>
                    <a:pt x="186011" y="188096"/>
                  </a:lnTo>
                  <a:lnTo>
                    <a:pt x="185732" y="187784"/>
                  </a:lnTo>
                  <a:lnTo>
                    <a:pt x="185553" y="187544"/>
                  </a:lnTo>
                  <a:lnTo>
                    <a:pt x="184690" y="187528"/>
                  </a:lnTo>
                  <a:lnTo>
                    <a:pt x="184514" y="187831"/>
                  </a:lnTo>
                  <a:lnTo>
                    <a:pt x="184326" y="188080"/>
                  </a:lnTo>
                  <a:lnTo>
                    <a:pt x="183923" y="188619"/>
                  </a:lnTo>
                  <a:lnTo>
                    <a:pt x="183743" y="188688"/>
                  </a:lnTo>
                  <a:lnTo>
                    <a:pt x="183401" y="188620"/>
                  </a:lnTo>
                  <a:lnTo>
                    <a:pt x="183193" y="188638"/>
                  </a:lnTo>
                  <a:lnTo>
                    <a:pt x="183062" y="189014"/>
                  </a:lnTo>
                  <a:lnTo>
                    <a:pt x="183192" y="189115"/>
                  </a:lnTo>
                  <a:lnTo>
                    <a:pt x="183554" y="189304"/>
                  </a:lnTo>
                  <a:lnTo>
                    <a:pt x="183929" y="189354"/>
                  </a:lnTo>
                  <a:lnTo>
                    <a:pt x="184165" y="189534"/>
                  </a:lnTo>
                  <a:lnTo>
                    <a:pt x="184538" y="189831"/>
                  </a:lnTo>
                  <a:lnTo>
                    <a:pt x="184800" y="190151"/>
                  </a:lnTo>
                  <a:lnTo>
                    <a:pt x="184778" y="190440"/>
                  </a:lnTo>
                  <a:lnTo>
                    <a:pt x="184733" y="190839"/>
                  </a:lnTo>
                  <a:lnTo>
                    <a:pt x="185108" y="190776"/>
                  </a:lnTo>
                  <a:lnTo>
                    <a:pt x="185241" y="190211"/>
                  </a:lnTo>
                  <a:lnTo>
                    <a:pt x="185422" y="189934"/>
                  </a:lnTo>
                  <a:lnTo>
                    <a:pt x="185885" y="189447"/>
                  </a:lnTo>
                  <a:lnTo>
                    <a:pt x="186259" y="189516"/>
                  </a:lnTo>
                  <a:lnTo>
                    <a:pt x="186649" y="189574"/>
                  </a:lnTo>
                  <a:lnTo>
                    <a:pt x="187435" y="189811"/>
                  </a:lnTo>
                  <a:lnTo>
                    <a:pt x="187445" y="189976"/>
                  </a:lnTo>
                  <a:lnTo>
                    <a:pt x="187677" y="190447"/>
                  </a:lnTo>
                  <a:lnTo>
                    <a:pt x="188134" y="190099"/>
                  </a:lnTo>
                  <a:lnTo>
                    <a:pt x="188148" y="189847"/>
                  </a:lnTo>
                  <a:lnTo>
                    <a:pt x="188034" y="189655"/>
                  </a:lnTo>
                  <a:lnTo>
                    <a:pt x="187954" y="189394"/>
                  </a:lnTo>
                  <a:lnTo>
                    <a:pt x="187805" y="189044"/>
                  </a:lnTo>
                  <a:lnTo>
                    <a:pt x="187995" y="188687"/>
                  </a:lnTo>
                  <a:lnTo>
                    <a:pt x="188172" y="188532"/>
                  </a:lnTo>
                  <a:lnTo>
                    <a:pt x="188499" y="188301"/>
                  </a:lnTo>
                  <a:lnTo>
                    <a:pt x="188654" y="188428"/>
                  </a:lnTo>
                  <a:lnTo>
                    <a:pt x="188939" y="188048"/>
                  </a:lnTo>
                  <a:lnTo>
                    <a:pt x="189082" y="187790"/>
                  </a:lnTo>
                  <a:lnTo>
                    <a:pt x="189225" y="187616"/>
                  </a:lnTo>
                  <a:lnTo>
                    <a:pt x="189494" y="187401"/>
                  </a:lnTo>
                  <a:lnTo>
                    <a:pt x="189866" y="187118"/>
                  </a:lnTo>
                  <a:lnTo>
                    <a:pt x="190008" y="187603"/>
                  </a:lnTo>
                  <a:lnTo>
                    <a:pt x="190209" y="187618"/>
                  </a:lnTo>
                  <a:lnTo>
                    <a:pt x="190140" y="187899"/>
                  </a:lnTo>
                  <a:lnTo>
                    <a:pt x="190112" y="188170"/>
                  </a:lnTo>
                  <a:lnTo>
                    <a:pt x="190581" y="188042"/>
                  </a:lnTo>
                  <a:lnTo>
                    <a:pt x="190612" y="187408"/>
                  </a:lnTo>
                  <a:lnTo>
                    <a:pt x="190831" y="187230"/>
                  </a:lnTo>
                  <a:lnTo>
                    <a:pt x="190922" y="187741"/>
                  </a:lnTo>
                  <a:lnTo>
                    <a:pt x="190795" y="188127"/>
                  </a:lnTo>
                  <a:lnTo>
                    <a:pt x="190654" y="188221"/>
                  </a:lnTo>
                  <a:lnTo>
                    <a:pt x="190594" y="188558"/>
                  </a:lnTo>
                  <a:lnTo>
                    <a:pt x="190643" y="188769"/>
                  </a:lnTo>
                  <a:lnTo>
                    <a:pt x="190787" y="189038"/>
                  </a:lnTo>
                  <a:lnTo>
                    <a:pt x="190608" y="189896"/>
                  </a:lnTo>
                  <a:lnTo>
                    <a:pt x="190808" y="189532"/>
                  </a:lnTo>
                  <a:lnTo>
                    <a:pt x="191073" y="189413"/>
                  </a:lnTo>
                  <a:lnTo>
                    <a:pt x="191179" y="190268"/>
                  </a:lnTo>
                  <a:lnTo>
                    <a:pt x="191475" y="190231"/>
                  </a:lnTo>
                  <a:lnTo>
                    <a:pt x="191374" y="189720"/>
                  </a:lnTo>
                  <a:lnTo>
                    <a:pt x="191388" y="189539"/>
                  </a:lnTo>
                  <a:lnTo>
                    <a:pt x="191421" y="189224"/>
                  </a:lnTo>
                  <a:lnTo>
                    <a:pt x="191430" y="188970"/>
                  </a:lnTo>
                  <a:lnTo>
                    <a:pt x="191660" y="188631"/>
                  </a:lnTo>
                  <a:lnTo>
                    <a:pt x="191688" y="188399"/>
                  </a:lnTo>
                  <a:lnTo>
                    <a:pt x="191710" y="188157"/>
                  </a:lnTo>
                  <a:lnTo>
                    <a:pt x="191995" y="188294"/>
                  </a:lnTo>
                  <a:lnTo>
                    <a:pt x="192143" y="188554"/>
                  </a:lnTo>
                  <a:lnTo>
                    <a:pt x="191978" y="189012"/>
                  </a:lnTo>
                  <a:lnTo>
                    <a:pt x="192212" y="189447"/>
                  </a:lnTo>
                  <a:lnTo>
                    <a:pt x="192860" y="189377"/>
                  </a:lnTo>
                  <a:lnTo>
                    <a:pt x="192990" y="189330"/>
                  </a:lnTo>
                  <a:lnTo>
                    <a:pt x="193139" y="189319"/>
                  </a:lnTo>
                  <a:lnTo>
                    <a:pt x="193462" y="189583"/>
                  </a:lnTo>
                  <a:lnTo>
                    <a:pt x="193484" y="189720"/>
                  </a:lnTo>
                  <a:lnTo>
                    <a:pt x="193367" y="189870"/>
                  </a:lnTo>
                  <a:lnTo>
                    <a:pt x="193436" y="190136"/>
                  </a:lnTo>
                  <a:lnTo>
                    <a:pt x="193723" y="190404"/>
                  </a:lnTo>
                  <a:lnTo>
                    <a:pt x="193671" y="190795"/>
                  </a:lnTo>
                  <a:lnTo>
                    <a:pt x="193475" y="190749"/>
                  </a:lnTo>
                  <a:lnTo>
                    <a:pt x="193195" y="190326"/>
                  </a:lnTo>
                  <a:lnTo>
                    <a:pt x="192847" y="190346"/>
                  </a:lnTo>
                  <a:lnTo>
                    <a:pt x="192663" y="190511"/>
                  </a:lnTo>
                  <a:lnTo>
                    <a:pt x="192392" y="190850"/>
                  </a:lnTo>
                  <a:lnTo>
                    <a:pt x="192360" y="191099"/>
                  </a:lnTo>
                  <a:lnTo>
                    <a:pt x="192351" y="191246"/>
                  </a:lnTo>
                  <a:lnTo>
                    <a:pt x="192443" y="191523"/>
                  </a:lnTo>
                  <a:lnTo>
                    <a:pt x="192591" y="191638"/>
                  </a:lnTo>
                  <a:lnTo>
                    <a:pt x="193114" y="192159"/>
                  </a:lnTo>
                  <a:lnTo>
                    <a:pt x="193114" y="192455"/>
                  </a:lnTo>
                  <a:lnTo>
                    <a:pt x="192938" y="193261"/>
                  </a:lnTo>
                  <a:lnTo>
                    <a:pt x="192829" y="192980"/>
                  </a:lnTo>
                  <a:lnTo>
                    <a:pt x="192683" y="192804"/>
                  </a:lnTo>
                  <a:lnTo>
                    <a:pt x="192519" y="193419"/>
                  </a:lnTo>
                  <a:lnTo>
                    <a:pt x="192284" y="193884"/>
                  </a:lnTo>
                  <a:lnTo>
                    <a:pt x="192061" y="193901"/>
                  </a:lnTo>
                  <a:lnTo>
                    <a:pt x="191833" y="193877"/>
                  </a:lnTo>
                  <a:lnTo>
                    <a:pt x="191634" y="194084"/>
                  </a:lnTo>
                  <a:lnTo>
                    <a:pt x="191730" y="194595"/>
                  </a:lnTo>
                  <a:lnTo>
                    <a:pt x="191432" y="194860"/>
                  </a:lnTo>
                  <a:lnTo>
                    <a:pt x="191163" y="193910"/>
                  </a:lnTo>
                  <a:lnTo>
                    <a:pt x="190770" y="194184"/>
                  </a:lnTo>
                  <a:lnTo>
                    <a:pt x="190674" y="194041"/>
                  </a:lnTo>
                  <a:lnTo>
                    <a:pt x="190307" y="193320"/>
                  </a:lnTo>
                  <a:lnTo>
                    <a:pt x="190308" y="192641"/>
                  </a:lnTo>
                  <a:lnTo>
                    <a:pt x="189709" y="192412"/>
                  </a:lnTo>
                  <a:lnTo>
                    <a:pt x="189277" y="192247"/>
                  </a:lnTo>
                  <a:lnTo>
                    <a:pt x="188922" y="192111"/>
                  </a:lnTo>
                  <a:lnTo>
                    <a:pt x="188596" y="191986"/>
                  </a:lnTo>
                  <a:lnTo>
                    <a:pt x="188297" y="191753"/>
                  </a:lnTo>
                  <a:lnTo>
                    <a:pt x="188131" y="191660"/>
                  </a:lnTo>
                  <a:lnTo>
                    <a:pt x="187709" y="191891"/>
                  </a:lnTo>
                  <a:lnTo>
                    <a:pt x="187696" y="192173"/>
                  </a:lnTo>
                  <a:lnTo>
                    <a:pt x="187690" y="192308"/>
                  </a:lnTo>
                  <a:lnTo>
                    <a:pt x="187642" y="192761"/>
                  </a:lnTo>
                  <a:lnTo>
                    <a:pt x="187482" y="193102"/>
                  </a:lnTo>
                  <a:lnTo>
                    <a:pt x="187523" y="193330"/>
                  </a:lnTo>
                  <a:lnTo>
                    <a:pt x="187814" y="193626"/>
                  </a:lnTo>
                  <a:lnTo>
                    <a:pt x="187768" y="193815"/>
                  </a:lnTo>
                  <a:lnTo>
                    <a:pt x="187575" y="194022"/>
                  </a:lnTo>
                  <a:lnTo>
                    <a:pt x="187470" y="193830"/>
                  </a:lnTo>
                  <a:lnTo>
                    <a:pt x="187260" y="193707"/>
                  </a:lnTo>
                  <a:lnTo>
                    <a:pt x="187391" y="193229"/>
                  </a:lnTo>
                  <a:lnTo>
                    <a:pt x="187060" y="193177"/>
                  </a:lnTo>
                  <a:lnTo>
                    <a:pt x="186920" y="193393"/>
                  </a:lnTo>
                  <a:lnTo>
                    <a:pt x="186636" y="193763"/>
                  </a:lnTo>
                  <a:lnTo>
                    <a:pt x="186797" y="193880"/>
                  </a:lnTo>
                  <a:lnTo>
                    <a:pt x="187063" y="193893"/>
                  </a:lnTo>
                  <a:lnTo>
                    <a:pt x="187190" y="194429"/>
                  </a:lnTo>
                  <a:lnTo>
                    <a:pt x="187260" y="194749"/>
                  </a:lnTo>
                  <a:lnTo>
                    <a:pt x="187504" y="195593"/>
                  </a:lnTo>
                  <a:lnTo>
                    <a:pt x="187903" y="195708"/>
                  </a:lnTo>
                  <a:lnTo>
                    <a:pt x="188774" y="196254"/>
                  </a:lnTo>
                  <a:lnTo>
                    <a:pt x="189040" y="196311"/>
                  </a:lnTo>
                  <a:lnTo>
                    <a:pt x="189395" y="196901"/>
                  </a:lnTo>
                  <a:lnTo>
                    <a:pt x="189286" y="197197"/>
                  </a:lnTo>
                  <a:lnTo>
                    <a:pt x="188823" y="197494"/>
                  </a:lnTo>
                  <a:lnTo>
                    <a:pt x="188540" y="197299"/>
                  </a:lnTo>
                  <a:lnTo>
                    <a:pt x="188378" y="197284"/>
                  </a:lnTo>
                  <a:lnTo>
                    <a:pt x="188233" y="197458"/>
                  </a:lnTo>
                  <a:lnTo>
                    <a:pt x="188263" y="197858"/>
                  </a:lnTo>
                  <a:lnTo>
                    <a:pt x="188593" y="198097"/>
                  </a:lnTo>
                  <a:lnTo>
                    <a:pt x="188839" y="198034"/>
                  </a:lnTo>
                  <a:lnTo>
                    <a:pt x="189069" y="198724"/>
                  </a:lnTo>
                  <a:lnTo>
                    <a:pt x="188849" y="198820"/>
                  </a:lnTo>
                  <a:lnTo>
                    <a:pt x="188699" y="198834"/>
                  </a:lnTo>
                  <a:lnTo>
                    <a:pt x="188610" y="198655"/>
                  </a:lnTo>
                  <a:lnTo>
                    <a:pt x="188302" y="198393"/>
                  </a:lnTo>
                  <a:lnTo>
                    <a:pt x="187951" y="198363"/>
                  </a:lnTo>
                  <a:lnTo>
                    <a:pt x="187583" y="198823"/>
                  </a:lnTo>
                  <a:lnTo>
                    <a:pt x="187149" y="198006"/>
                  </a:lnTo>
                  <a:lnTo>
                    <a:pt x="187222" y="197754"/>
                  </a:lnTo>
                  <a:lnTo>
                    <a:pt x="187304" y="197608"/>
                  </a:lnTo>
                  <a:lnTo>
                    <a:pt x="187296" y="197398"/>
                  </a:lnTo>
                  <a:lnTo>
                    <a:pt x="187243" y="197248"/>
                  </a:lnTo>
                  <a:lnTo>
                    <a:pt x="187117" y="196943"/>
                  </a:lnTo>
                  <a:lnTo>
                    <a:pt x="186946" y="196740"/>
                  </a:lnTo>
                  <a:lnTo>
                    <a:pt x="186715" y="196849"/>
                  </a:lnTo>
                  <a:lnTo>
                    <a:pt x="186441" y="197194"/>
                  </a:lnTo>
                  <a:lnTo>
                    <a:pt x="185966" y="197547"/>
                  </a:lnTo>
                  <a:lnTo>
                    <a:pt x="185841" y="197335"/>
                  </a:lnTo>
                  <a:lnTo>
                    <a:pt x="185632" y="197057"/>
                  </a:lnTo>
                  <a:lnTo>
                    <a:pt x="185466" y="196878"/>
                  </a:lnTo>
                  <a:lnTo>
                    <a:pt x="185270" y="196667"/>
                  </a:lnTo>
                  <a:lnTo>
                    <a:pt x="184669" y="196476"/>
                  </a:lnTo>
                  <a:lnTo>
                    <a:pt x="183923" y="195717"/>
                  </a:lnTo>
                  <a:lnTo>
                    <a:pt x="183774" y="195892"/>
                  </a:lnTo>
                  <a:lnTo>
                    <a:pt x="183704" y="196027"/>
                  </a:lnTo>
                  <a:lnTo>
                    <a:pt x="183793" y="196357"/>
                  </a:lnTo>
                  <a:lnTo>
                    <a:pt x="183612" y="196754"/>
                  </a:lnTo>
                  <a:lnTo>
                    <a:pt x="183335" y="196874"/>
                  </a:lnTo>
                  <a:lnTo>
                    <a:pt x="182777" y="197170"/>
                  </a:lnTo>
                  <a:lnTo>
                    <a:pt x="182603" y="197173"/>
                  </a:lnTo>
                  <a:lnTo>
                    <a:pt x="182339" y="197091"/>
                  </a:lnTo>
                  <a:lnTo>
                    <a:pt x="182162" y="196990"/>
                  </a:lnTo>
                  <a:lnTo>
                    <a:pt x="182056" y="196622"/>
                  </a:lnTo>
                  <a:lnTo>
                    <a:pt x="182185" y="196427"/>
                  </a:lnTo>
                  <a:lnTo>
                    <a:pt x="182159" y="195900"/>
                  </a:lnTo>
                  <a:lnTo>
                    <a:pt x="181954" y="195900"/>
                  </a:lnTo>
                  <a:lnTo>
                    <a:pt x="181631" y="195856"/>
                  </a:lnTo>
                  <a:lnTo>
                    <a:pt x="181475" y="195836"/>
                  </a:lnTo>
                  <a:lnTo>
                    <a:pt x="181119" y="195791"/>
                  </a:lnTo>
                  <a:lnTo>
                    <a:pt x="180938" y="195827"/>
                  </a:lnTo>
                  <a:lnTo>
                    <a:pt x="180741" y="195862"/>
                  </a:lnTo>
                  <a:lnTo>
                    <a:pt x="180612" y="195280"/>
                  </a:lnTo>
                  <a:lnTo>
                    <a:pt x="180497" y="194895"/>
                  </a:lnTo>
                  <a:lnTo>
                    <a:pt x="180455" y="194756"/>
                  </a:lnTo>
                  <a:lnTo>
                    <a:pt x="180287" y="194192"/>
                  </a:lnTo>
                  <a:lnTo>
                    <a:pt x="180123" y="193863"/>
                  </a:lnTo>
                  <a:lnTo>
                    <a:pt x="179978" y="193577"/>
                  </a:lnTo>
                  <a:lnTo>
                    <a:pt x="179766" y="193174"/>
                  </a:lnTo>
                  <a:lnTo>
                    <a:pt x="179618" y="193096"/>
                  </a:lnTo>
                  <a:lnTo>
                    <a:pt x="179223" y="193147"/>
                  </a:lnTo>
                  <a:lnTo>
                    <a:pt x="178924" y="193197"/>
                  </a:lnTo>
                  <a:lnTo>
                    <a:pt x="178393" y="193095"/>
                  </a:lnTo>
                  <a:lnTo>
                    <a:pt x="177625" y="193306"/>
                  </a:lnTo>
                  <a:lnTo>
                    <a:pt x="177356" y="193277"/>
                  </a:lnTo>
                  <a:lnTo>
                    <a:pt x="177115" y="193467"/>
                  </a:lnTo>
                  <a:lnTo>
                    <a:pt x="176867" y="193557"/>
                  </a:lnTo>
                  <a:lnTo>
                    <a:pt x="176477" y="193681"/>
                  </a:lnTo>
                  <a:lnTo>
                    <a:pt x="176032" y="193828"/>
                  </a:lnTo>
                  <a:lnTo>
                    <a:pt x="175299" y="193409"/>
                  </a:lnTo>
                  <a:lnTo>
                    <a:pt x="174962" y="193317"/>
                  </a:lnTo>
                  <a:lnTo>
                    <a:pt x="174479" y="193393"/>
                  </a:lnTo>
                  <a:lnTo>
                    <a:pt x="173961" y="192845"/>
                  </a:lnTo>
                  <a:lnTo>
                    <a:pt x="173653" y="192661"/>
                  </a:lnTo>
                  <a:lnTo>
                    <a:pt x="173501" y="192417"/>
                  </a:lnTo>
                  <a:lnTo>
                    <a:pt x="173112" y="192600"/>
                  </a:lnTo>
                  <a:lnTo>
                    <a:pt x="173314" y="193002"/>
                  </a:lnTo>
                  <a:lnTo>
                    <a:pt x="172911" y="192899"/>
                  </a:lnTo>
                  <a:lnTo>
                    <a:pt x="172546" y="192894"/>
                  </a:lnTo>
                  <a:lnTo>
                    <a:pt x="172359" y="193025"/>
                  </a:lnTo>
                  <a:lnTo>
                    <a:pt x="172121" y="193599"/>
                  </a:lnTo>
                  <a:lnTo>
                    <a:pt x="171900" y="193659"/>
                  </a:lnTo>
                  <a:lnTo>
                    <a:pt x="171637" y="193620"/>
                  </a:lnTo>
                  <a:lnTo>
                    <a:pt x="171279" y="193362"/>
                  </a:lnTo>
                  <a:lnTo>
                    <a:pt x="170789" y="192969"/>
                  </a:lnTo>
                  <a:lnTo>
                    <a:pt x="170827" y="192452"/>
                  </a:lnTo>
                  <a:lnTo>
                    <a:pt x="170639" y="191835"/>
                  </a:lnTo>
                  <a:lnTo>
                    <a:pt x="170599" y="191495"/>
                  </a:lnTo>
                  <a:lnTo>
                    <a:pt x="170227" y="191226"/>
                  </a:lnTo>
                  <a:lnTo>
                    <a:pt x="169951" y="191074"/>
                  </a:lnTo>
                  <a:lnTo>
                    <a:pt x="170103" y="190885"/>
                  </a:lnTo>
                  <a:lnTo>
                    <a:pt x="170552" y="190298"/>
                  </a:lnTo>
                  <a:lnTo>
                    <a:pt x="171126" y="190164"/>
                  </a:lnTo>
                  <a:lnTo>
                    <a:pt x="171276" y="190136"/>
                  </a:lnTo>
                  <a:lnTo>
                    <a:pt x="171657" y="190014"/>
                  </a:lnTo>
                  <a:lnTo>
                    <a:pt x="172008" y="189762"/>
                  </a:lnTo>
                  <a:lnTo>
                    <a:pt x="172094" y="189546"/>
                  </a:lnTo>
                  <a:lnTo>
                    <a:pt x="172132" y="189311"/>
                  </a:lnTo>
                  <a:lnTo>
                    <a:pt x="172420" y="188909"/>
                  </a:lnTo>
                  <a:lnTo>
                    <a:pt x="172596" y="188744"/>
                  </a:lnTo>
                  <a:lnTo>
                    <a:pt x="172959" y="188598"/>
                  </a:lnTo>
                  <a:lnTo>
                    <a:pt x="173270" y="188501"/>
                  </a:lnTo>
                  <a:lnTo>
                    <a:pt x="173466" y="188370"/>
                  </a:lnTo>
                  <a:lnTo>
                    <a:pt x="173583" y="188236"/>
                  </a:lnTo>
                  <a:lnTo>
                    <a:pt x="173687" y="187884"/>
                  </a:lnTo>
                  <a:lnTo>
                    <a:pt x="173901" y="187547"/>
                  </a:lnTo>
                  <a:lnTo>
                    <a:pt x="174066" y="187424"/>
                  </a:lnTo>
                  <a:lnTo>
                    <a:pt x="174260" y="187279"/>
                  </a:lnTo>
                  <a:lnTo>
                    <a:pt x="174408" y="186818"/>
                  </a:lnTo>
                  <a:lnTo>
                    <a:pt x="175164" y="186946"/>
                  </a:lnTo>
                  <a:lnTo>
                    <a:pt x="176168" y="187034"/>
                  </a:lnTo>
                  <a:lnTo>
                    <a:pt x="176121" y="186732"/>
                  </a:lnTo>
                  <a:lnTo>
                    <a:pt x="176201" y="186451"/>
                  </a:lnTo>
                  <a:lnTo>
                    <a:pt x="176235" y="186134"/>
                  </a:lnTo>
                  <a:lnTo>
                    <a:pt x="176683" y="185820"/>
                  </a:lnTo>
                  <a:lnTo>
                    <a:pt x="177758" y="185125"/>
                  </a:lnTo>
                  <a:lnTo>
                    <a:pt x="178018" y="185075"/>
                  </a:lnTo>
                  <a:lnTo>
                    <a:pt x="178567" y="185001"/>
                  </a:lnTo>
                  <a:lnTo>
                    <a:pt x="178614" y="184732"/>
                  </a:lnTo>
                  <a:lnTo>
                    <a:pt x="178422" y="184368"/>
                  </a:lnTo>
                  <a:lnTo>
                    <a:pt x="178994" y="184070"/>
                  </a:lnTo>
                  <a:lnTo>
                    <a:pt x="179789" y="184338"/>
                  </a:lnTo>
                  <a:lnTo>
                    <a:pt x="180158" y="184205"/>
                  </a:lnTo>
                  <a:lnTo>
                    <a:pt x="180529" y="183925"/>
                  </a:lnTo>
                  <a:lnTo>
                    <a:pt x="180800" y="183798"/>
                  </a:lnTo>
                  <a:lnTo>
                    <a:pt x="181060" y="183746"/>
                  </a:lnTo>
                  <a:lnTo>
                    <a:pt x="181641" y="183750"/>
                  </a:lnTo>
                  <a:lnTo>
                    <a:pt x="181712" y="183335"/>
                  </a:lnTo>
                  <a:lnTo>
                    <a:pt x="181848" y="183099"/>
                  </a:lnTo>
                  <a:lnTo>
                    <a:pt x="182400" y="182782"/>
                  </a:lnTo>
                  <a:lnTo>
                    <a:pt x="182548" y="18281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4214665" y="5671544"/>
              <a:ext cx="182901" cy="183683"/>
            </a:xfrm>
            <a:custGeom>
              <a:avLst/>
              <a:pathLst>
                <a:path w="182901" h="183683">
                  <a:moveTo>
                    <a:pt x="182879" y="182879"/>
                  </a:moveTo>
                  <a:lnTo>
                    <a:pt x="182901" y="183102"/>
                  </a:lnTo>
                  <a:lnTo>
                    <a:pt x="182196" y="183683"/>
                  </a:lnTo>
                  <a:lnTo>
                    <a:pt x="181961" y="183122"/>
                  </a:lnTo>
                  <a:lnTo>
                    <a:pt x="182112" y="18291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4215239" y="5670929"/>
              <a:ext cx="183152" cy="182914"/>
            </a:xfrm>
            <a:custGeom>
              <a:avLst/>
              <a:pathLst>
                <a:path w="183152" h="182914">
                  <a:moveTo>
                    <a:pt x="182879" y="182879"/>
                  </a:moveTo>
                  <a:lnTo>
                    <a:pt x="183152" y="18291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4215271" y="5667297"/>
              <a:ext cx="183530" cy="183692"/>
            </a:xfrm>
            <a:custGeom>
              <a:avLst/>
              <a:pathLst>
                <a:path w="183530" h="183692">
                  <a:moveTo>
                    <a:pt x="182879" y="182879"/>
                  </a:moveTo>
                  <a:lnTo>
                    <a:pt x="183426" y="182654"/>
                  </a:lnTo>
                  <a:lnTo>
                    <a:pt x="183530" y="183249"/>
                  </a:lnTo>
                  <a:lnTo>
                    <a:pt x="183394" y="183585"/>
                  </a:lnTo>
                  <a:lnTo>
                    <a:pt x="183133" y="183692"/>
                  </a:lnTo>
                  <a:lnTo>
                    <a:pt x="183001" y="183660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4219288" y="5664047"/>
              <a:ext cx="182882" cy="183244"/>
            </a:xfrm>
            <a:custGeom>
              <a:avLst/>
              <a:pathLst>
                <a:path w="182882" h="183244">
                  <a:moveTo>
                    <a:pt x="182879" y="182879"/>
                  </a:moveTo>
                  <a:lnTo>
                    <a:pt x="182882" y="183117"/>
                  </a:lnTo>
                  <a:lnTo>
                    <a:pt x="182663" y="183244"/>
                  </a:lnTo>
                  <a:lnTo>
                    <a:pt x="182739" y="182564"/>
                  </a:lnTo>
                  <a:lnTo>
                    <a:pt x="182817" y="18270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4218194" y="5663895"/>
              <a:ext cx="183366" cy="182908"/>
            </a:xfrm>
            <a:custGeom>
              <a:avLst/>
              <a:pathLst>
                <a:path w="183366" h="182908">
                  <a:moveTo>
                    <a:pt x="182879" y="182879"/>
                  </a:moveTo>
                  <a:lnTo>
                    <a:pt x="183366" y="182565"/>
                  </a:lnTo>
                  <a:lnTo>
                    <a:pt x="183229" y="18290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215767" y="5663579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773" y="18265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217461" y="5663166"/>
              <a:ext cx="182879" cy="183133"/>
            </a:xfrm>
            <a:custGeom>
              <a:avLst/>
              <a:pathLst>
                <a:path w="182879" h="183133">
                  <a:moveTo>
                    <a:pt x="182879" y="182879"/>
                  </a:moveTo>
                  <a:lnTo>
                    <a:pt x="182365" y="183133"/>
                  </a:lnTo>
                  <a:lnTo>
                    <a:pt x="182260" y="182831"/>
                  </a:lnTo>
                  <a:lnTo>
                    <a:pt x="182658" y="18238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4218914" y="5662767"/>
              <a:ext cx="183188" cy="183004"/>
            </a:xfrm>
            <a:custGeom>
              <a:avLst/>
              <a:pathLst>
                <a:path w="183188" h="183004">
                  <a:moveTo>
                    <a:pt x="182879" y="182879"/>
                  </a:moveTo>
                  <a:lnTo>
                    <a:pt x="183188" y="18300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4216636" y="5660543"/>
              <a:ext cx="183545" cy="184858"/>
            </a:xfrm>
            <a:custGeom>
              <a:avLst/>
              <a:pathLst>
                <a:path w="183545" h="184858">
                  <a:moveTo>
                    <a:pt x="182879" y="182879"/>
                  </a:moveTo>
                  <a:lnTo>
                    <a:pt x="183079" y="183120"/>
                  </a:lnTo>
                  <a:lnTo>
                    <a:pt x="183071" y="183305"/>
                  </a:lnTo>
                  <a:lnTo>
                    <a:pt x="183169" y="183449"/>
                  </a:lnTo>
                  <a:lnTo>
                    <a:pt x="183225" y="183741"/>
                  </a:lnTo>
                  <a:lnTo>
                    <a:pt x="183545" y="184178"/>
                  </a:lnTo>
                  <a:lnTo>
                    <a:pt x="183541" y="184450"/>
                  </a:lnTo>
                  <a:lnTo>
                    <a:pt x="182999" y="184858"/>
                  </a:lnTo>
                  <a:lnTo>
                    <a:pt x="182737" y="184840"/>
                  </a:lnTo>
                  <a:lnTo>
                    <a:pt x="182572" y="184090"/>
                  </a:lnTo>
                  <a:lnTo>
                    <a:pt x="182443" y="18336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4215727" y="5661045"/>
              <a:ext cx="183019" cy="183812"/>
            </a:xfrm>
            <a:custGeom>
              <a:avLst/>
              <a:pathLst>
                <a:path w="183019" h="183812">
                  <a:moveTo>
                    <a:pt x="182879" y="182879"/>
                  </a:moveTo>
                  <a:lnTo>
                    <a:pt x="182948" y="183108"/>
                  </a:lnTo>
                  <a:lnTo>
                    <a:pt x="182972" y="183294"/>
                  </a:lnTo>
                  <a:lnTo>
                    <a:pt x="183019" y="183658"/>
                  </a:lnTo>
                  <a:lnTo>
                    <a:pt x="182918" y="183812"/>
                  </a:lnTo>
                  <a:lnTo>
                    <a:pt x="182794" y="183414"/>
                  </a:lnTo>
                  <a:lnTo>
                    <a:pt x="182609" y="18302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4217403" y="5661041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453" y="18275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4219158" y="5655565"/>
              <a:ext cx="182883" cy="183204"/>
            </a:xfrm>
            <a:custGeom>
              <a:avLst/>
              <a:pathLst>
                <a:path w="182883" h="183204">
                  <a:moveTo>
                    <a:pt x="182879" y="182879"/>
                  </a:moveTo>
                  <a:lnTo>
                    <a:pt x="182477" y="183204"/>
                  </a:lnTo>
                  <a:lnTo>
                    <a:pt x="182273" y="182403"/>
                  </a:lnTo>
                  <a:lnTo>
                    <a:pt x="182581" y="182152"/>
                  </a:lnTo>
                  <a:lnTo>
                    <a:pt x="182780" y="182298"/>
                  </a:lnTo>
                  <a:lnTo>
                    <a:pt x="182883" y="18271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4218694" y="5654202"/>
              <a:ext cx="183071" cy="182879"/>
            </a:xfrm>
            <a:custGeom>
              <a:avLst/>
              <a:pathLst>
                <a:path w="183071" h="182879">
                  <a:moveTo>
                    <a:pt x="182879" y="182879"/>
                  </a:moveTo>
                  <a:lnTo>
                    <a:pt x="182829" y="182739"/>
                  </a:lnTo>
                  <a:lnTo>
                    <a:pt x="183071" y="18252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4216343" y="5653588"/>
              <a:ext cx="183546" cy="183007"/>
            </a:xfrm>
            <a:custGeom>
              <a:avLst/>
              <a:pathLst>
                <a:path w="183546" h="183007">
                  <a:moveTo>
                    <a:pt x="182879" y="182879"/>
                  </a:moveTo>
                  <a:lnTo>
                    <a:pt x="182333" y="183007"/>
                  </a:lnTo>
                  <a:lnTo>
                    <a:pt x="182892" y="182663"/>
                  </a:lnTo>
                  <a:lnTo>
                    <a:pt x="183027" y="182339"/>
                  </a:lnTo>
                  <a:lnTo>
                    <a:pt x="183028" y="181990"/>
                  </a:lnTo>
                  <a:lnTo>
                    <a:pt x="183272" y="182150"/>
                  </a:lnTo>
                  <a:lnTo>
                    <a:pt x="183546" y="182510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4216903" y="5652862"/>
              <a:ext cx="183001" cy="182879"/>
            </a:xfrm>
            <a:custGeom>
              <a:avLst/>
              <a:pathLst>
                <a:path w="183001" h="182879">
                  <a:moveTo>
                    <a:pt x="182879" y="182879"/>
                  </a:moveTo>
                  <a:lnTo>
                    <a:pt x="182603" y="182691"/>
                  </a:lnTo>
                  <a:lnTo>
                    <a:pt x="182544" y="182293"/>
                  </a:lnTo>
                  <a:lnTo>
                    <a:pt x="183001" y="18229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4216550" y="5651363"/>
              <a:ext cx="182879" cy="183885"/>
            </a:xfrm>
            <a:custGeom>
              <a:avLst/>
              <a:pathLst>
                <a:path w="182879" h="183885">
                  <a:moveTo>
                    <a:pt x="182879" y="182879"/>
                  </a:moveTo>
                  <a:lnTo>
                    <a:pt x="182856" y="183070"/>
                  </a:lnTo>
                  <a:lnTo>
                    <a:pt x="182420" y="183125"/>
                  </a:lnTo>
                  <a:lnTo>
                    <a:pt x="182026" y="183264"/>
                  </a:lnTo>
                  <a:lnTo>
                    <a:pt x="182597" y="183729"/>
                  </a:lnTo>
                  <a:lnTo>
                    <a:pt x="182551" y="183885"/>
                  </a:lnTo>
                  <a:lnTo>
                    <a:pt x="182046" y="183785"/>
                  </a:lnTo>
                  <a:lnTo>
                    <a:pt x="181679" y="183743"/>
                  </a:lnTo>
                  <a:lnTo>
                    <a:pt x="182069" y="183495"/>
                  </a:lnTo>
                  <a:lnTo>
                    <a:pt x="181855" y="183036"/>
                  </a:lnTo>
                  <a:lnTo>
                    <a:pt x="182033" y="182872"/>
                  </a:lnTo>
                  <a:lnTo>
                    <a:pt x="182171" y="18288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4222218" y="5651685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784" y="18244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3995148" y="5075055"/>
              <a:ext cx="490507" cy="410714"/>
            </a:xfrm>
            <a:custGeom>
              <a:avLst/>
              <a:pathLst>
                <a:path w="490507" h="410714">
                  <a:moveTo>
                    <a:pt x="182879" y="182879"/>
                  </a:moveTo>
                  <a:lnTo>
                    <a:pt x="183024" y="182928"/>
                  </a:lnTo>
                  <a:lnTo>
                    <a:pt x="183072" y="183175"/>
                  </a:lnTo>
                  <a:lnTo>
                    <a:pt x="183131" y="183339"/>
                  </a:lnTo>
                  <a:lnTo>
                    <a:pt x="183652" y="184118"/>
                  </a:lnTo>
                  <a:lnTo>
                    <a:pt x="183918" y="183682"/>
                  </a:lnTo>
                  <a:lnTo>
                    <a:pt x="184197" y="183590"/>
                  </a:lnTo>
                  <a:lnTo>
                    <a:pt x="184418" y="183623"/>
                  </a:lnTo>
                  <a:lnTo>
                    <a:pt x="184613" y="183640"/>
                  </a:lnTo>
                  <a:lnTo>
                    <a:pt x="184993" y="183584"/>
                  </a:lnTo>
                  <a:lnTo>
                    <a:pt x="185212" y="183563"/>
                  </a:lnTo>
                  <a:lnTo>
                    <a:pt x="185343" y="183550"/>
                  </a:lnTo>
                  <a:lnTo>
                    <a:pt x="185648" y="183591"/>
                  </a:lnTo>
                  <a:lnTo>
                    <a:pt x="185847" y="184386"/>
                  </a:lnTo>
                  <a:lnTo>
                    <a:pt x="186255" y="184839"/>
                  </a:lnTo>
                  <a:lnTo>
                    <a:pt x="186811" y="184655"/>
                  </a:lnTo>
                  <a:lnTo>
                    <a:pt x="187428" y="184893"/>
                  </a:lnTo>
                  <a:lnTo>
                    <a:pt x="187562" y="184882"/>
                  </a:lnTo>
                  <a:lnTo>
                    <a:pt x="188618" y="184728"/>
                  </a:lnTo>
                  <a:lnTo>
                    <a:pt x="188830" y="184665"/>
                  </a:lnTo>
                  <a:lnTo>
                    <a:pt x="188982" y="184620"/>
                  </a:lnTo>
                  <a:lnTo>
                    <a:pt x="189143" y="184585"/>
                  </a:lnTo>
                  <a:lnTo>
                    <a:pt x="189756" y="184775"/>
                  </a:lnTo>
                  <a:lnTo>
                    <a:pt x="190032" y="184829"/>
                  </a:lnTo>
                  <a:lnTo>
                    <a:pt x="190407" y="184825"/>
                  </a:lnTo>
                  <a:lnTo>
                    <a:pt x="190609" y="184789"/>
                  </a:lnTo>
                  <a:lnTo>
                    <a:pt x="190807" y="184750"/>
                  </a:lnTo>
                  <a:lnTo>
                    <a:pt x="191265" y="184511"/>
                  </a:lnTo>
                  <a:lnTo>
                    <a:pt x="191422" y="184459"/>
                  </a:lnTo>
                  <a:lnTo>
                    <a:pt x="191708" y="184390"/>
                  </a:lnTo>
                  <a:lnTo>
                    <a:pt x="192135" y="184368"/>
                  </a:lnTo>
                  <a:lnTo>
                    <a:pt x="192665" y="184146"/>
                  </a:lnTo>
                  <a:lnTo>
                    <a:pt x="193024" y="184034"/>
                  </a:lnTo>
                  <a:lnTo>
                    <a:pt x="193258" y="184024"/>
                  </a:lnTo>
                  <a:lnTo>
                    <a:pt x="193736" y="184088"/>
                  </a:lnTo>
                  <a:lnTo>
                    <a:pt x="194049" y="184310"/>
                  </a:lnTo>
                  <a:lnTo>
                    <a:pt x="194499" y="184533"/>
                  </a:lnTo>
                  <a:lnTo>
                    <a:pt x="195060" y="184628"/>
                  </a:lnTo>
                  <a:lnTo>
                    <a:pt x="195620" y="184989"/>
                  </a:lnTo>
                  <a:lnTo>
                    <a:pt x="195886" y="185096"/>
                  </a:lnTo>
                  <a:lnTo>
                    <a:pt x="196474" y="185175"/>
                  </a:lnTo>
                  <a:lnTo>
                    <a:pt x="196630" y="185207"/>
                  </a:lnTo>
                  <a:lnTo>
                    <a:pt x="197135" y="185555"/>
                  </a:lnTo>
                  <a:lnTo>
                    <a:pt x="197550" y="185890"/>
                  </a:lnTo>
                  <a:lnTo>
                    <a:pt x="198193" y="186188"/>
                  </a:lnTo>
                  <a:lnTo>
                    <a:pt x="198742" y="186494"/>
                  </a:lnTo>
                  <a:lnTo>
                    <a:pt x="199155" y="186690"/>
                  </a:lnTo>
                  <a:lnTo>
                    <a:pt x="199672" y="186382"/>
                  </a:lnTo>
                  <a:lnTo>
                    <a:pt x="200594" y="186171"/>
                  </a:lnTo>
                  <a:lnTo>
                    <a:pt x="201046" y="186458"/>
                  </a:lnTo>
                  <a:lnTo>
                    <a:pt x="201172" y="186653"/>
                  </a:lnTo>
                  <a:lnTo>
                    <a:pt x="201386" y="186906"/>
                  </a:lnTo>
                  <a:lnTo>
                    <a:pt x="202156" y="186943"/>
                  </a:lnTo>
                  <a:lnTo>
                    <a:pt x="202431" y="187050"/>
                  </a:lnTo>
                  <a:lnTo>
                    <a:pt x="202866" y="186884"/>
                  </a:lnTo>
                  <a:lnTo>
                    <a:pt x="203092" y="186690"/>
                  </a:lnTo>
                  <a:lnTo>
                    <a:pt x="203873" y="186486"/>
                  </a:lnTo>
                  <a:lnTo>
                    <a:pt x="204333" y="186412"/>
                  </a:lnTo>
                  <a:lnTo>
                    <a:pt x="204546" y="186179"/>
                  </a:lnTo>
                  <a:lnTo>
                    <a:pt x="204699" y="186276"/>
                  </a:lnTo>
                  <a:lnTo>
                    <a:pt x="204982" y="186408"/>
                  </a:lnTo>
                  <a:lnTo>
                    <a:pt x="205176" y="186466"/>
                  </a:lnTo>
                  <a:lnTo>
                    <a:pt x="205331" y="186504"/>
                  </a:lnTo>
                  <a:lnTo>
                    <a:pt x="205997" y="186416"/>
                  </a:lnTo>
                  <a:lnTo>
                    <a:pt x="206261" y="186382"/>
                  </a:lnTo>
                  <a:lnTo>
                    <a:pt x="206604" y="186316"/>
                  </a:lnTo>
                  <a:lnTo>
                    <a:pt x="206744" y="186284"/>
                  </a:lnTo>
                  <a:lnTo>
                    <a:pt x="206942" y="186239"/>
                  </a:lnTo>
                  <a:lnTo>
                    <a:pt x="207291" y="186069"/>
                  </a:lnTo>
                  <a:lnTo>
                    <a:pt x="207726" y="186102"/>
                  </a:lnTo>
                  <a:lnTo>
                    <a:pt x="208020" y="186767"/>
                  </a:lnTo>
                  <a:lnTo>
                    <a:pt x="208330" y="187138"/>
                  </a:lnTo>
                  <a:lnTo>
                    <a:pt x="208565" y="187252"/>
                  </a:lnTo>
                  <a:lnTo>
                    <a:pt x="208953" y="187440"/>
                  </a:lnTo>
                  <a:lnTo>
                    <a:pt x="209412" y="187720"/>
                  </a:lnTo>
                  <a:lnTo>
                    <a:pt x="209501" y="187853"/>
                  </a:lnTo>
                  <a:lnTo>
                    <a:pt x="209606" y="188011"/>
                  </a:lnTo>
                  <a:lnTo>
                    <a:pt x="209711" y="188185"/>
                  </a:lnTo>
                  <a:lnTo>
                    <a:pt x="210025" y="188701"/>
                  </a:lnTo>
                  <a:lnTo>
                    <a:pt x="210481" y="188805"/>
                  </a:lnTo>
                  <a:lnTo>
                    <a:pt x="210904" y="188687"/>
                  </a:lnTo>
                  <a:lnTo>
                    <a:pt x="211096" y="188566"/>
                  </a:lnTo>
                  <a:lnTo>
                    <a:pt x="211605" y="188639"/>
                  </a:lnTo>
                  <a:lnTo>
                    <a:pt x="212002" y="188687"/>
                  </a:lnTo>
                  <a:lnTo>
                    <a:pt x="212268" y="188533"/>
                  </a:lnTo>
                  <a:lnTo>
                    <a:pt x="212582" y="188284"/>
                  </a:lnTo>
                  <a:lnTo>
                    <a:pt x="213487" y="188196"/>
                  </a:lnTo>
                  <a:lnTo>
                    <a:pt x="213690" y="188221"/>
                  </a:lnTo>
                  <a:lnTo>
                    <a:pt x="214465" y="188331"/>
                  </a:lnTo>
                  <a:lnTo>
                    <a:pt x="214735" y="188404"/>
                  </a:lnTo>
                  <a:lnTo>
                    <a:pt x="215447" y="188632"/>
                  </a:lnTo>
                  <a:lnTo>
                    <a:pt x="215626" y="188759"/>
                  </a:lnTo>
                  <a:lnTo>
                    <a:pt x="215965" y="188667"/>
                  </a:lnTo>
                  <a:lnTo>
                    <a:pt x="215876" y="188463"/>
                  </a:lnTo>
                  <a:lnTo>
                    <a:pt x="216132" y="188012"/>
                  </a:lnTo>
                  <a:lnTo>
                    <a:pt x="216408" y="188013"/>
                  </a:lnTo>
                  <a:lnTo>
                    <a:pt x="216737" y="187979"/>
                  </a:lnTo>
                  <a:lnTo>
                    <a:pt x="216913" y="187842"/>
                  </a:lnTo>
                  <a:lnTo>
                    <a:pt x="217177" y="187636"/>
                  </a:lnTo>
                  <a:lnTo>
                    <a:pt x="217401" y="187414"/>
                  </a:lnTo>
                  <a:lnTo>
                    <a:pt x="217543" y="187421"/>
                  </a:lnTo>
                  <a:lnTo>
                    <a:pt x="217732" y="187535"/>
                  </a:lnTo>
                  <a:lnTo>
                    <a:pt x="217712" y="187895"/>
                  </a:lnTo>
                  <a:lnTo>
                    <a:pt x="218020" y="187916"/>
                  </a:lnTo>
                  <a:lnTo>
                    <a:pt x="218252" y="187895"/>
                  </a:lnTo>
                  <a:lnTo>
                    <a:pt x="218382" y="187910"/>
                  </a:lnTo>
                  <a:lnTo>
                    <a:pt x="218708" y="187948"/>
                  </a:lnTo>
                  <a:lnTo>
                    <a:pt x="218994" y="187872"/>
                  </a:lnTo>
                  <a:lnTo>
                    <a:pt x="219321" y="188035"/>
                  </a:lnTo>
                  <a:lnTo>
                    <a:pt x="219840" y="188238"/>
                  </a:lnTo>
                  <a:lnTo>
                    <a:pt x="220157" y="188174"/>
                  </a:lnTo>
                  <a:lnTo>
                    <a:pt x="220716" y="187768"/>
                  </a:lnTo>
                  <a:lnTo>
                    <a:pt x="221046" y="187661"/>
                  </a:lnTo>
                  <a:lnTo>
                    <a:pt x="221503" y="187886"/>
                  </a:lnTo>
                  <a:lnTo>
                    <a:pt x="221672" y="188003"/>
                  </a:lnTo>
                  <a:lnTo>
                    <a:pt x="222227" y="188051"/>
                  </a:lnTo>
                  <a:lnTo>
                    <a:pt x="222240" y="187718"/>
                  </a:lnTo>
                  <a:lnTo>
                    <a:pt x="222079" y="187632"/>
                  </a:lnTo>
                  <a:lnTo>
                    <a:pt x="222185" y="187392"/>
                  </a:lnTo>
                  <a:lnTo>
                    <a:pt x="222699" y="187051"/>
                  </a:lnTo>
                  <a:lnTo>
                    <a:pt x="222942" y="186752"/>
                  </a:lnTo>
                  <a:lnTo>
                    <a:pt x="223326" y="186142"/>
                  </a:lnTo>
                  <a:lnTo>
                    <a:pt x="223725" y="185740"/>
                  </a:lnTo>
                  <a:lnTo>
                    <a:pt x="223930" y="185363"/>
                  </a:lnTo>
                  <a:lnTo>
                    <a:pt x="224070" y="185107"/>
                  </a:lnTo>
                  <a:lnTo>
                    <a:pt x="224267" y="184761"/>
                  </a:lnTo>
                  <a:lnTo>
                    <a:pt x="224378" y="185099"/>
                  </a:lnTo>
                  <a:lnTo>
                    <a:pt x="224424" y="185280"/>
                  </a:lnTo>
                  <a:lnTo>
                    <a:pt x="224790" y="185248"/>
                  </a:lnTo>
                  <a:lnTo>
                    <a:pt x="225074" y="184966"/>
                  </a:lnTo>
                  <a:lnTo>
                    <a:pt x="225071" y="184114"/>
                  </a:lnTo>
                  <a:lnTo>
                    <a:pt x="225267" y="183572"/>
                  </a:lnTo>
                  <a:lnTo>
                    <a:pt x="225784" y="183747"/>
                  </a:lnTo>
                  <a:lnTo>
                    <a:pt x="226664" y="184054"/>
                  </a:lnTo>
                  <a:lnTo>
                    <a:pt x="227136" y="184239"/>
                  </a:lnTo>
                  <a:lnTo>
                    <a:pt x="227416" y="184420"/>
                  </a:lnTo>
                  <a:lnTo>
                    <a:pt x="227627" y="184907"/>
                  </a:lnTo>
                  <a:lnTo>
                    <a:pt x="227493" y="185400"/>
                  </a:lnTo>
                  <a:lnTo>
                    <a:pt x="228058" y="185985"/>
                  </a:lnTo>
                  <a:lnTo>
                    <a:pt x="228142" y="186326"/>
                  </a:lnTo>
                  <a:lnTo>
                    <a:pt x="228101" y="186520"/>
                  </a:lnTo>
                  <a:lnTo>
                    <a:pt x="228112" y="186838"/>
                  </a:lnTo>
                  <a:lnTo>
                    <a:pt x="228317" y="188013"/>
                  </a:lnTo>
                  <a:lnTo>
                    <a:pt x="228307" y="188294"/>
                  </a:lnTo>
                  <a:lnTo>
                    <a:pt x="228004" y="189024"/>
                  </a:lnTo>
                  <a:lnTo>
                    <a:pt x="228322" y="189298"/>
                  </a:lnTo>
                  <a:lnTo>
                    <a:pt x="228758" y="189369"/>
                  </a:lnTo>
                  <a:lnTo>
                    <a:pt x="229085" y="189372"/>
                  </a:lnTo>
                  <a:lnTo>
                    <a:pt x="229516" y="189711"/>
                  </a:lnTo>
                  <a:lnTo>
                    <a:pt x="229734" y="189717"/>
                  </a:lnTo>
                  <a:lnTo>
                    <a:pt x="230326" y="189496"/>
                  </a:lnTo>
                  <a:lnTo>
                    <a:pt x="230453" y="189145"/>
                  </a:lnTo>
                  <a:lnTo>
                    <a:pt x="230325" y="188812"/>
                  </a:lnTo>
                  <a:lnTo>
                    <a:pt x="230407" y="188618"/>
                  </a:lnTo>
                  <a:lnTo>
                    <a:pt x="230545" y="188628"/>
                  </a:lnTo>
                  <a:lnTo>
                    <a:pt x="230886" y="188728"/>
                  </a:lnTo>
                  <a:lnTo>
                    <a:pt x="230919" y="189313"/>
                  </a:lnTo>
                  <a:lnTo>
                    <a:pt x="231265" y="189833"/>
                  </a:lnTo>
                  <a:lnTo>
                    <a:pt x="231773" y="190242"/>
                  </a:lnTo>
                  <a:lnTo>
                    <a:pt x="231975" y="190656"/>
                  </a:lnTo>
                  <a:lnTo>
                    <a:pt x="232092" y="191009"/>
                  </a:lnTo>
                  <a:lnTo>
                    <a:pt x="232670" y="191545"/>
                  </a:lnTo>
                  <a:lnTo>
                    <a:pt x="233122" y="191943"/>
                  </a:lnTo>
                  <a:lnTo>
                    <a:pt x="233504" y="192296"/>
                  </a:lnTo>
                  <a:lnTo>
                    <a:pt x="233879" y="192105"/>
                  </a:lnTo>
                  <a:lnTo>
                    <a:pt x="234038" y="192011"/>
                  </a:lnTo>
                  <a:lnTo>
                    <a:pt x="234125" y="191730"/>
                  </a:lnTo>
                  <a:lnTo>
                    <a:pt x="234131" y="191510"/>
                  </a:lnTo>
                  <a:lnTo>
                    <a:pt x="234128" y="191374"/>
                  </a:lnTo>
                  <a:lnTo>
                    <a:pt x="233912" y="190995"/>
                  </a:lnTo>
                  <a:lnTo>
                    <a:pt x="233971" y="190682"/>
                  </a:lnTo>
                  <a:lnTo>
                    <a:pt x="234173" y="190344"/>
                  </a:lnTo>
                  <a:lnTo>
                    <a:pt x="234360" y="190242"/>
                  </a:lnTo>
                  <a:lnTo>
                    <a:pt x="234568" y="190160"/>
                  </a:lnTo>
                  <a:lnTo>
                    <a:pt x="234821" y="190144"/>
                  </a:lnTo>
                  <a:lnTo>
                    <a:pt x="234864" y="189821"/>
                  </a:lnTo>
                  <a:lnTo>
                    <a:pt x="235292" y="189716"/>
                  </a:lnTo>
                  <a:lnTo>
                    <a:pt x="235763" y="189502"/>
                  </a:lnTo>
                  <a:lnTo>
                    <a:pt x="235751" y="189359"/>
                  </a:lnTo>
                  <a:lnTo>
                    <a:pt x="235980" y="189150"/>
                  </a:lnTo>
                  <a:lnTo>
                    <a:pt x="236337" y="189171"/>
                  </a:lnTo>
                  <a:lnTo>
                    <a:pt x="236564" y="189264"/>
                  </a:lnTo>
                  <a:lnTo>
                    <a:pt x="236911" y="189485"/>
                  </a:lnTo>
                  <a:lnTo>
                    <a:pt x="237785" y="188999"/>
                  </a:lnTo>
                  <a:lnTo>
                    <a:pt x="238402" y="189174"/>
                  </a:lnTo>
                  <a:lnTo>
                    <a:pt x="238876" y="188789"/>
                  </a:lnTo>
                  <a:lnTo>
                    <a:pt x="238689" y="188411"/>
                  </a:lnTo>
                  <a:lnTo>
                    <a:pt x="238430" y="188095"/>
                  </a:lnTo>
                  <a:lnTo>
                    <a:pt x="238475" y="187833"/>
                  </a:lnTo>
                  <a:lnTo>
                    <a:pt x="238632" y="187422"/>
                  </a:lnTo>
                  <a:lnTo>
                    <a:pt x="238732" y="186986"/>
                  </a:lnTo>
                  <a:lnTo>
                    <a:pt x="239152" y="186466"/>
                  </a:lnTo>
                  <a:lnTo>
                    <a:pt x="239320" y="186400"/>
                  </a:lnTo>
                  <a:lnTo>
                    <a:pt x="239536" y="186337"/>
                  </a:lnTo>
                  <a:lnTo>
                    <a:pt x="239910" y="186304"/>
                  </a:lnTo>
                  <a:lnTo>
                    <a:pt x="240242" y="186274"/>
                  </a:lnTo>
                  <a:lnTo>
                    <a:pt x="240747" y="185843"/>
                  </a:lnTo>
                  <a:lnTo>
                    <a:pt x="241485" y="186043"/>
                  </a:lnTo>
                  <a:lnTo>
                    <a:pt x="241996" y="186095"/>
                  </a:lnTo>
                  <a:lnTo>
                    <a:pt x="242143" y="186066"/>
                  </a:lnTo>
                  <a:lnTo>
                    <a:pt x="242746" y="186226"/>
                  </a:lnTo>
                  <a:lnTo>
                    <a:pt x="242802" y="186062"/>
                  </a:lnTo>
                  <a:lnTo>
                    <a:pt x="243190" y="185961"/>
                  </a:lnTo>
                  <a:lnTo>
                    <a:pt x="243612" y="186152"/>
                  </a:lnTo>
                  <a:lnTo>
                    <a:pt x="243997" y="185791"/>
                  </a:lnTo>
                  <a:lnTo>
                    <a:pt x="244274" y="185532"/>
                  </a:lnTo>
                  <a:lnTo>
                    <a:pt x="244388" y="185353"/>
                  </a:lnTo>
                  <a:lnTo>
                    <a:pt x="244480" y="185167"/>
                  </a:lnTo>
                  <a:lnTo>
                    <a:pt x="244531" y="184992"/>
                  </a:lnTo>
                  <a:lnTo>
                    <a:pt x="244511" y="184748"/>
                  </a:lnTo>
                  <a:lnTo>
                    <a:pt x="244798" y="184576"/>
                  </a:lnTo>
                  <a:lnTo>
                    <a:pt x="244953" y="184477"/>
                  </a:lnTo>
                  <a:lnTo>
                    <a:pt x="245318" y="183909"/>
                  </a:lnTo>
                  <a:lnTo>
                    <a:pt x="245355" y="183772"/>
                  </a:lnTo>
                  <a:lnTo>
                    <a:pt x="245777" y="183439"/>
                  </a:lnTo>
                  <a:lnTo>
                    <a:pt x="245968" y="183549"/>
                  </a:lnTo>
                  <a:lnTo>
                    <a:pt x="246410" y="183632"/>
                  </a:lnTo>
                  <a:lnTo>
                    <a:pt x="246917" y="184309"/>
                  </a:lnTo>
                  <a:lnTo>
                    <a:pt x="247245" y="184618"/>
                  </a:lnTo>
                  <a:lnTo>
                    <a:pt x="247384" y="184723"/>
                  </a:lnTo>
                  <a:lnTo>
                    <a:pt x="247561" y="184856"/>
                  </a:lnTo>
                  <a:lnTo>
                    <a:pt x="248066" y="185592"/>
                  </a:lnTo>
                  <a:lnTo>
                    <a:pt x="248822" y="186205"/>
                  </a:lnTo>
                  <a:lnTo>
                    <a:pt x="248967" y="186286"/>
                  </a:lnTo>
                  <a:lnTo>
                    <a:pt x="249206" y="186421"/>
                  </a:lnTo>
                  <a:lnTo>
                    <a:pt x="249563" y="186733"/>
                  </a:lnTo>
                  <a:lnTo>
                    <a:pt x="250107" y="187025"/>
                  </a:lnTo>
                  <a:lnTo>
                    <a:pt x="249917" y="187762"/>
                  </a:lnTo>
                  <a:lnTo>
                    <a:pt x="249922" y="188042"/>
                  </a:lnTo>
                  <a:lnTo>
                    <a:pt x="249690" y="188299"/>
                  </a:lnTo>
                  <a:lnTo>
                    <a:pt x="249331" y="188542"/>
                  </a:lnTo>
                  <a:lnTo>
                    <a:pt x="249063" y="189126"/>
                  </a:lnTo>
                  <a:lnTo>
                    <a:pt x="249479" y="189045"/>
                  </a:lnTo>
                  <a:lnTo>
                    <a:pt x="249855" y="188959"/>
                  </a:lnTo>
                  <a:lnTo>
                    <a:pt x="250171" y="188516"/>
                  </a:lnTo>
                  <a:lnTo>
                    <a:pt x="250278" y="188268"/>
                  </a:lnTo>
                  <a:lnTo>
                    <a:pt x="250471" y="187901"/>
                  </a:lnTo>
                  <a:lnTo>
                    <a:pt x="250643" y="187802"/>
                  </a:lnTo>
                  <a:lnTo>
                    <a:pt x="250874" y="187813"/>
                  </a:lnTo>
                  <a:lnTo>
                    <a:pt x="251163" y="187479"/>
                  </a:lnTo>
                  <a:lnTo>
                    <a:pt x="251595" y="187618"/>
                  </a:lnTo>
                  <a:lnTo>
                    <a:pt x="251589" y="187851"/>
                  </a:lnTo>
                  <a:lnTo>
                    <a:pt x="251573" y="188115"/>
                  </a:lnTo>
                  <a:lnTo>
                    <a:pt x="251921" y="188119"/>
                  </a:lnTo>
                  <a:lnTo>
                    <a:pt x="252187" y="188286"/>
                  </a:lnTo>
                  <a:lnTo>
                    <a:pt x="252572" y="188602"/>
                  </a:lnTo>
                  <a:lnTo>
                    <a:pt x="252824" y="188916"/>
                  </a:lnTo>
                  <a:lnTo>
                    <a:pt x="253281" y="189326"/>
                  </a:lnTo>
                  <a:lnTo>
                    <a:pt x="253791" y="190185"/>
                  </a:lnTo>
                  <a:lnTo>
                    <a:pt x="253932" y="190374"/>
                  </a:lnTo>
                  <a:lnTo>
                    <a:pt x="254184" y="190735"/>
                  </a:lnTo>
                  <a:lnTo>
                    <a:pt x="255091" y="190847"/>
                  </a:lnTo>
                  <a:lnTo>
                    <a:pt x="255550" y="191520"/>
                  </a:lnTo>
                  <a:lnTo>
                    <a:pt x="255519" y="191762"/>
                  </a:lnTo>
                  <a:lnTo>
                    <a:pt x="255568" y="192424"/>
                  </a:lnTo>
                  <a:lnTo>
                    <a:pt x="256387" y="192586"/>
                  </a:lnTo>
                  <a:lnTo>
                    <a:pt x="256344" y="193804"/>
                  </a:lnTo>
                  <a:lnTo>
                    <a:pt x="255816" y="193957"/>
                  </a:lnTo>
                  <a:lnTo>
                    <a:pt x="255372" y="194065"/>
                  </a:lnTo>
                  <a:lnTo>
                    <a:pt x="255185" y="194142"/>
                  </a:lnTo>
                  <a:lnTo>
                    <a:pt x="254336" y="194892"/>
                  </a:lnTo>
                  <a:lnTo>
                    <a:pt x="254448" y="195205"/>
                  </a:lnTo>
                  <a:lnTo>
                    <a:pt x="254725" y="195389"/>
                  </a:lnTo>
                  <a:lnTo>
                    <a:pt x="255008" y="195121"/>
                  </a:lnTo>
                  <a:lnTo>
                    <a:pt x="255494" y="194887"/>
                  </a:lnTo>
                  <a:lnTo>
                    <a:pt x="256202" y="195309"/>
                  </a:lnTo>
                  <a:lnTo>
                    <a:pt x="256717" y="195233"/>
                  </a:lnTo>
                  <a:lnTo>
                    <a:pt x="256991" y="195184"/>
                  </a:lnTo>
                  <a:lnTo>
                    <a:pt x="257233" y="195075"/>
                  </a:lnTo>
                  <a:lnTo>
                    <a:pt x="257579" y="195047"/>
                  </a:lnTo>
                  <a:lnTo>
                    <a:pt x="257727" y="195068"/>
                  </a:lnTo>
                  <a:lnTo>
                    <a:pt x="258061" y="195165"/>
                  </a:lnTo>
                  <a:lnTo>
                    <a:pt x="258603" y="195380"/>
                  </a:lnTo>
                  <a:lnTo>
                    <a:pt x="258877" y="196309"/>
                  </a:lnTo>
                  <a:lnTo>
                    <a:pt x="259286" y="196729"/>
                  </a:lnTo>
                  <a:lnTo>
                    <a:pt x="259554" y="197413"/>
                  </a:lnTo>
                  <a:lnTo>
                    <a:pt x="259646" y="197767"/>
                  </a:lnTo>
                  <a:lnTo>
                    <a:pt x="260064" y="197855"/>
                  </a:lnTo>
                  <a:lnTo>
                    <a:pt x="260080" y="198798"/>
                  </a:lnTo>
                  <a:lnTo>
                    <a:pt x="260125" y="199080"/>
                  </a:lnTo>
                  <a:lnTo>
                    <a:pt x="260047" y="199608"/>
                  </a:lnTo>
                  <a:lnTo>
                    <a:pt x="259845" y="199754"/>
                  </a:lnTo>
                  <a:lnTo>
                    <a:pt x="259080" y="200235"/>
                  </a:lnTo>
                  <a:lnTo>
                    <a:pt x="258945" y="200480"/>
                  </a:lnTo>
                  <a:lnTo>
                    <a:pt x="258781" y="201023"/>
                  </a:lnTo>
                  <a:lnTo>
                    <a:pt x="258780" y="201382"/>
                  </a:lnTo>
                  <a:lnTo>
                    <a:pt x="258821" y="201806"/>
                  </a:lnTo>
                  <a:lnTo>
                    <a:pt x="258979" y="202190"/>
                  </a:lnTo>
                  <a:lnTo>
                    <a:pt x="259124" y="202438"/>
                  </a:lnTo>
                  <a:lnTo>
                    <a:pt x="259024" y="202800"/>
                  </a:lnTo>
                  <a:lnTo>
                    <a:pt x="258781" y="203256"/>
                  </a:lnTo>
                  <a:lnTo>
                    <a:pt x="258769" y="203499"/>
                  </a:lnTo>
                  <a:lnTo>
                    <a:pt x="259044" y="203762"/>
                  </a:lnTo>
                  <a:lnTo>
                    <a:pt x="259513" y="203702"/>
                  </a:lnTo>
                  <a:lnTo>
                    <a:pt x="259728" y="203533"/>
                  </a:lnTo>
                  <a:lnTo>
                    <a:pt x="260143" y="202867"/>
                  </a:lnTo>
                  <a:lnTo>
                    <a:pt x="260473" y="202806"/>
                  </a:lnTo>
                  <a:lnTo>
                    <a:pt x="261210" y="203296"/>
                  </a:lnTo>
                  <a:lnTo>
                    <a:pt x="261106" y="203762"/>
                  </a:lnTo>
                  <a:lnTo>
                    <a:pt x="261011" y="204033"/>
                  </a:lnTo>
                  <a:lnTo>
                    <a:pt x="260651" y="204307"/>
                  </a:lnTo>
                  <a:lnTo>
                    <a:pt x="261067" y="205218"/>
                  </a:lnTo>
                  <a:lnTo>
                    <a:pt x="261239" y="205206"/>
                  </a:lnTo>
                  <a:lnTo>
                    <a:pt x="261513" y="205227"/>
                  </a:lnTo>
                  <a:lnTo>
                    <a:pt x="261735" y="205309"/>
                  </a:lnTo>
                  <a:lnTo>
                    <a:pt x="262288" y="205551"/>
                  </a:lnTo>
                  <a:lnTo>
                    <a:pt x="262443" y="205787"/>
                  </a:lnTo>
                  <a:lnTo>
                    <a:pt x="262586" y="206048"/>
                  </a:lnTo>
                  <a:lnTo>
                    <a:pt x="262732" y="206294"/>
                  </a:lnTo>
                  <a:lnTo>
                    <a:pt x="262920" y="206264"/>
                  </a:lnTo>
                  <a:lnTo>
                    <a:pt x="263202" y="206212"/>
                  </a:lnTo>
                  <a:lnTo>
                    <a:pt x="263557" y="206267"/>
                  </a:lnTo>
                  <a:lnTo>
                    <a:pt x="263964" y="206323"/>
                  </a:lnTo>
                  <a:lnTo>
                    <a:pt x="264719" y="206702"/>
                  </a:lnTo>
                  <a:lnTo>
                    <a:pt x="264834" y="206963"/>
                  </a:lnTo>
                  <a:lnTo>
                    <a:pt x="265149" y="207124"/>
                  </a:lnTo>
                  <a:lnTo>
                    <a:pt x="265534" y="207308"/>
                  </a:lnTo>
                  <a:lnTo>
                    <a:pt x="265842" y="208460"/>
                  </a:lnTo>
                  <a:lnTo>
                    <a:pt x="266129" y="208671"/>
                  </a:lnTo>
                  <a:lnTo>
                    <a:pt x="266298" y="209445"/>
                  </a:lnTo>
                  <a:lnTo>
                    <a:pt x="266577" y="209987"/>
                  </a:lnTo>
                  <a:lnTo>
                    <a:pt x="266696" y="210264"/>
                  </a:lnTo>
                  <a:lnTo>
                    <a:pt x="266859" y="210598"/>
                  </a:lnTo>
                  <a:lnTo>
                    <a:pt x="267184" y="210712"/>
                  </a:lnTo>
                  <a:lnTo>
                    <a:pt x="267564" y="210748"/>
                  </a:lnTo>
                  <a:lnTo>
                    <a:pt x="267714" y="210762"/>
                  </a:lnTo>
                  <a:lnTo>
                    <a:pt x="268065" y="210796"/>
                  </a:lnTo>
                  <a:lnTo>
                    <a:pt x="268325" y="210488"/>
                  </a:lnTo>
                  <a:lnTo>
                    <a:pt x="268526" y="210206"/>
                  </a:lnTo>
                  <a:lnTo>
                    <a:pt x="268989" y="210072"/>
                  </a:lnTo>
                  <a:lnTo>
                    <a:pt x="269312" y="209755"/>
                  </a:lnTo>
                  <a:lnTo>
                    <a:pt x="269585" y="210182"/>
                  </a:lnTo>
                  <a:lnTo>
                    <a:pt x="269554" y="210489"/>
                  </a:lnTo>
                  <a:lnTo>
                    <a:pt x="269457" y="210674"/>
                  </a:lnTo>
                  <a:lnTo>
                    <a:pt x="269380" y="211093"/>
                  </a:lnTo>
                  <a:lnTo>
                    <a:pt x="269323" y="211408"/>
                  </a:lnTo>
                  <a:lnTo>
                    <a:pt x="269114" y="211736"/>
                  </a:lnTo>
                  <a:lnTo>
                    <a:pt x="268882" y="212042"/>
                  </a:lnTo>
                  <a:lnTo>
                    <a:pt x="268015" y="211951"/>
                  </a:lnTo>
                  <a:lnTo>
                    <a:pt x="267348" y="211785"/>
                  </a:lnTo>
                  <a:lnTo>
                    <a:pt x="267663" y="212080"/>
                  </a:lnTo>
                  <a:lnTo>
                    <a:pt x="267997" y="212202"/>
                  </a:lnTo>
                  <a:lnTo>
                    <a:pt x="268479" y="212266"/>
                  </a:lnTo>
                  <a:lnTo>
                    <a:pt x="269047" y="212216"/>
                  </a:lnTo>
                  <a:lnTo>
                    <a:pt x="269448" y="213061"/>
                  </a:lnTo>
                  <a:lnTo>
                    <a:pt x="269531" y="213255"/>
                  </a:lnTo>
                  <a:lnTo>
                    <a:pt x="270347" y="214051"/>
                  </a:lnTo>
                  <a:lnTo>
                    <a:pt x="270510" y="214231"/>
                  </a:lnTo>
                  <a:lnTo>
                    <a:pt x="270851" y="214638"/>
                  </a:lnTo>
                  <a:lnTo>
                    <a:pt x="271028" y="214733"/>
                  </a:lnTo>
                  <a:lnTo>
                    <a:pt x="271191" y="214810"/>
                  </a:lnTo>
                  <a:lnTo>
                    <a:pt x="271427" y="214950"/>
                  </a:lnTo>
                  <a:lnTo>
                    <a:pt x="271810" y="215295"/>
                  </a:lnTo>
                  <a:lnTo>
                    <a:pt x="271918" y="215547"/>
                  </a:lnTo>
                  <a:lnTo>
                    <a:pt x="272025" y="216727"/>
                  </a:lnTo>
                  <a:lnTo>
                    <a:pt x="272444" y="217119"/>
                  </a:lnTo>
                  <a:lnTo>
                    <a:pt x="272612" y="217338"/>
                  </a:lnTo>
                  <a:lnTo>
                    <a:pt x="272611" y="217577"/>
                  </a:lnTo>
                  <a:lnTo>
                    <a:pt x="272274" y="217940"/>
                  </a:lnTo>
                  <a:lnTo>
                    <a:pt x="272558" y="218053"/>
                  </a:lnTo>
                  <a:lnTo>
                    <a:pt x="272746" y="218119"/>
                  </a:lnTo>
                  <a:lnTo>
                    <a:pt x="273058" y="218193"/>
                  </a:lnTo>
                  <a:lnTo>
                    <a:pt x="273289" y="218339"/>
                  </a:lnTo>
                  <a:lnTo>
                    <a:pt x="273439" y="218433"/>
                  </a:lnTo>
                  <a:lnTo>
                    <a:pt x="273685" y="218762"/>
                  </a:lnTo>
                  <a:lnTo>
                    <a:pt x="273744" y="218987"/>
                  </a:lnTo>
                  <a:lnTo>
                    <a:pt x="273783" y="219140"/>
                  </a:lnTo>
                  <a:lnTo>
                    <a:pt x="273985" y="219262"/>
                  </a:lnTo>
                  <a:lnTo>
                    <a:pt x="274656" y="219440"/>
                  </a:lnTo>
                  <a:lnTo>
                    <a:pt x="274902" y="218872"/>
                  </a:lnTo>
                  <a:lnTo>
                    <a:pt x="275095" y="218925"/>
                  </a:lnTo>
                  <a:lnTo>
                    <a:pt x="275457" y="218980"/>
                  </a:lnTo>
                  <a:lnTo>
                    <a:pt x="275623" y="218826"/>
                  </a:lnTo>
                  <a:lnTo>
                    <a:pt x="276013" y="218463"/>
                  </a:lnTo>
                  <a:lnTo>
                    <a:pt x="276241" y="218086"/>
                  </a:lnTo>
                  <a:lnTo>
                    <a:pt x="276398" y="217697"/>
                  </a:lnTo>
                  <a:lnTo>
                    <a:pt x="276636" y="217360"/>
                  </a:lnTo>
                  <a:lnTo>
                    <a:pt x="276915" y="217314"/>
                  </a:lnTo>
                  <a:lnTo>
                    <a:pt x="277495" y="218384"/>
                  </a:lnTo>
                  <a:lnTo>
                    <a:pt x="277958" y="218818"/>
                  </a:lnTo>
                  <a:lnTo>
                    <a:pt x="278037" y="218609"/>
                  </a:lnTo>
                  <a:lnTo>
                    <a:pt x="278111" y="218380"/>
                  </a:lnTo>
                  <a:lnTo>
                    <a:pt x="278460" y="218070"/>
                  </a:lnTo>
                  <a:lnTo>
                    <a:pt x="278804" y="218144"/>
                  </a:lnTo>
                  <a:lnTo>
                    <a:pt x="279228" y="218235"/>
                  </a:lnTo>
                  <a:lnTo>
                    <a:pt x="279464" y="218320"/>
                  </a:lnTo>
                  <a:lnTo>
                    <a:pt x="280163" y="218455"/>
                  </a:lnTo>
                  <a:lnTo>
                    <a:pt x="280497" y="218403"/>
                  </a:lnTo>
                  <a:lnTo>
                    <a:pt x="281130" y="218536"/>
                  </a:lnTo>
                  <a:lnTo>
                    <a:pt x="281549" y="218963"/>
                  </a:lnTo>
                  <a:lnTo>
                    <a:pt x="281652" y="219165"/>
                  </a:lnTo>
                  <a:lnTo>
                    <a:pt x="282306" y="219600"/>
                  </a:lnTo>
                  <a:lnTo>
                    <a:pt x="282393" y="219812"/>
                  </a:lnTo>
                  <a:lnTo>
                    <a:pt x="282596" y="220211"/>
                  </a:lnTo>
                  <a:lnTo>
                    <a:pt x="282903" y="220510"/>
                  </a:lnTo>
                  <a:lnTo>
                    <a:pt x="283033" y="220657"/>
                  </a:lnTo>
                  <a:lnTo>
                    <a:pt x="283339" y="221004"/>
                  </a:lnTo>
                  <a:lnTo>
                    <a:pt x="283889" y="220963"/>
                  </a:lnTo>
                  <a:lnTo>
                    <a:pt x="284210" y="221030"/>
                  </a:lnTo>
                  <a:lnTo>
                    <a:pt x="284441" y="221271"/>
                  </a:lnTo>
                  <a:lnTo>
                    <a:pt x="284432" y="221560"/>
                  </a:lnTo>
                  <a:lnTo>
                    <a:pt x="284531" y="221809"/>
                  </a:lnTo>
                  <a:lnTo>
                    <a:pt x="284865" y="221852"/>
                  </a:lnTo>
                  <a:lnTo>
                    <a:pt x="285491" y="222222"/>
                  </a:lnTo>
                  <a:lnTo>
                    <a:pt x="285711" y="222232"/>
                  </a:lnTo>
                  <a:lnTo>
                    <a:pt x="286086" y="222209"/>
                  </a:lnTo>
                  <a:lnTo>
                    <a:pt x="286359" y="222503"/>
                  </a:lnTo>
                  <a:lnTo>
                    <a:pt x="286540" y="222688"/>
                  </a:lnTo>
                  <a:lnTo>
                    <a:pt x="287014" y="222723"/>
                  </a:lnTo>
                  <a:lnTo>
                    <a:pt x="288018" y="222947"/>
                  </a:lnTo>
                  <a:lnTo>
                    <a:pt x="288100" y="223553"/>
                  </a:lnTo>
                  <a:lnTo>
                    <a:pt x="288383" y="223837"/>
                  </a:lnTo>
                  <a:lnTo>
                    <a:pt x="288719" y="223941"/>
                  </a:lnTo>
                  <a:lnTo>
                    <a:pt x="288909" y="224020"/>
                  </a:lnTo>
                  <a:lnTo>
                    <a:pt x="289436" y="224241"/>
                  </a:lnTo>
                  <a:lnTo>
                    <a:pt x="290066" y="224136"/>
                  </a:lnTo>
                  <a:lnTo>
                    <a:pt x="290426" y="224036"/>
                  </a:lnTo>
                  <a:lnTo>
                    <a:pt x="290703" y="223856"/>
                  </a:lnTo>
                  <a:lnTo>
                    <a:pt x="291070" y="223671"/>
                  </a:lnTo>
                  <a:lnTo>
                    <a:pt x="291891" y="223217"/>
                  </a:lnTo>
                  <a:lnTo>
                    <a:pt x="292299" y="223371"/>
                  </a:lnTo>
                  <a:lnTo>
                    <a:pt x="292536" y="223609"/>
                  </a:lnTo>
                  <a:lnTo>
                    <a:pt x="292739" y="224016"/>
                  </a:lnTo>
                  <a:lnTo>
                    <a:pt x="292808" y="224152"/>
                  </a:lnTo>
                  <a:lnTo>
                    <a:pt x="293001" y="224568"/>
                  </a:lnTo>
                  <a:lnTo>
                    <a:pt x="293058" y="224742"/>
                  </a:lnTo>
                  <a:lnTo>
                    <a:pt x="293248" y="225343"/>
                  </a:lnTo>
                  <a:lnTo>
                    <a:pt x="293405" y="225786"/>
                  </a:lnTo>
                  <a:lnTo>
                    <a:pt x="293666" y="225826"/>
                  </a:lnTo>
                  <a:lnTo>
                    <a:pt x="293881" y="225838"/>
                  </a:lnTo>
                  <a:lnTo>
                    <a:pt x="294396" y="226348"/>
                  </a:lnTo>
                  <a:lnTo>
                    <a:pt x="294752" y="226493"/>
                  </a:lnTo>
                  <a:lnTo>
                    <a:pt x="295141" y="226893"/>
                  </a:lnTo>
                  <a:lnTo>
                    <a:pt x="295686" y="226745"/>
                  </a:lnTo>
                  <a:lnTo>
                    <a:pt x="296058" y="226426"/>
                  </a:lnTo>
                  <a:lnTo>
                    <a:pt x="296418" y="225782"/>
                  </a:lnTo>
                  <a:lnTo>
                    <a:pt x="296779" y="225657"/>
                  </a:lnTo>
                  <a:lnTo>
                    <a:pt x="297539" y="225865"/>
                  </a:lnTo>
                  <a:lnTo>
                    <a:pt x="297708" y="226173"/>
                  </a:lnTo>
                  <a:lnTo>
                    <a:pt x="297852" y="226422"/>
                  </a:lnTo>
                  <a:lnTo>
                    <a:pt x="297989" y="227555"/>
                  </a:lnTo>
                  <a:lnTo>
                    <a:pt x="298335" y="228307"/>
                  </a:lnTo>
                  <a:lnTo>
                    <a:pt x="298535" y="228577"/>
                  </a:lnTo>
                  <a:lnTo>
                    <a:pt x="298783" y="228593"/>
                  </a:lnTo>
                  <a:lnTo>
                    <a:pt x="298992" y="228620"/>
                  </a:lnTo>
                  <a:lnTo>
                    <a:pt x="299374" y="228862"/>
                  </a:lnTo>
                  <a:lnTo>
                    <a:pt x="299676" y="229378"/>
                  </a:lnTo>
                  <a:lnTo>
                    <a:pt x="299957" y="229554"/>
                  </a:lnTo>
                  <a:lnTo>
                    <a:pt x="300162" y="229629"/>
                  </a:lnTo>
                  <a:lnTo>
                    <a:pt x="300402" y="229868"/>
                  </a:lnTo>
                  <a:lnTo>
                    <a:pt x="300507" y="229680"/>
                  </a:lnTo>
                  <a:lnTo>
                    <a:pt x="300672" y="229433"/>
                  </a:lnTo>
                  <a:lnTo>
                    <a:pt x="300841" y="229533"/>
                  </a:lnTo>
                  <a:lnTo>
                    <a:pt x="301008" y="230136"/>
                  </a:lnTo>
                  <a:lnTo>
                    <a:pt x="301339" y="230431"/>
                  </a:lnTo>
                  <a:lnTo>
                    <a:pt x="302159" y="230762"/>
                  </a:lnTo>
                  <a:lnTo>
                    <a:pt x="302297" y="230375"/>
                  </a:lnTo>
                  <a:lnTo>
                    <a:pt x="302064" y="230333"/>
                  </a:lnTo>
                  <a:lnTo>
                    <a:pt x="301901" y="230184"/>
                  </a:lnTo>
                  <a:lnTo>
                    <a:pt x="302037" y="230083"/>
                  </a:lnTo>
                  <a:lnTo>
                    <a:pt x="302171" y="229956"/>
                  </a:lnTo>
                  <a:lnTo>
                    <a:pt x="302052" y="229504"/>
                  </a:lnTo>
                  <a:lnTo>
                    <a:pt x="301474" y="229446"/>
                  </a:lnTo>
                  <a:lnTo>
                    <a:pt x="301445" y="229131"/>
                  </a:lnTo>
                  <a:lnTo>
                    <a:pt x="301655" y="228974"/>
                  </a:lnTo>
                  <a:lnTo>
                    <a:pt x="302327" y="228997"/>
                  </a:lnTo>
                  <a:lnTo>
                    <a:pt x="302540" y="229082"/>
                  </a:lnTo>
                  <a:lnTo>
                    <a:pt x="302698" y="229286"/>
                  </a:lnTo>
                  <a:lnTo>
                    <a:pt x="302937" y="229693"/>
                  </a:lnTo>
                  <a:lnTo>
                    <a:pt x="303000" y="230026"/>
                  </a:lnTo>
                  <a:lnTo>
                    <a:pt x="302721" y="230408"/>
                  </a:lnTo>
                  <a:lnTo>
                    <a:pt x="302983" y="230318"/>
                  </a:lnTo>
                  <a:lnTo>
                    <a:pt x="303212" y="230259"/>
                  </a:lnTo>
                  <a:lnTo>
                    <a:pt x="303376" y="230167"/>
                  </a:lnTo>
                  <a:lnTo>
                    <a:pt x="303534" y="230090"/>
                  </a:lnTo>
                  <a:lnTo>
                    <a:pt x="303848" y="230000"/>
                  </a:lnTo>
                  <a:lnTo>
                    <a:pt x="304010" y="229993"/>
                  </a:lnTo>
                  <a:lnTo>
                    <a:pt x="304280" y="230469"/>
                  </a:lnTo>
                  <a:lnTo>
                    <a:pt x="304385" y="230294"/>
                  </a:lnTo>
                  <a:lnTo>
                    <a:pt x="304499" y="230077"/>
                  </a:lnTo>
                  <a:lnTo>
                    <a:pt x="304761" y="230209"/>
                  </a:lnTo>
                  <a:lnTo>
                    <a:pt x="305322" y="230340"/>
                  </a:lnTo>
                  <a:lnTo>
                    <a:pt x="305308" y="230641"/>
                  </a:lnTo>
                  <a:lnTo>
                    <a:pt x="305449" y="230809"/>
                  </a:lnTo>
                  <a:lnTo>
                    <a:pt x="305897" y="231120"/>
                  </a:lnTo>
                  <a:lnTo>
                    <a:pt x="306521" y="231727"/>
                  </a:lnTo>
                  <a:lnTo>
                    <a:pt x="306930" y="231793"/>
                  </a:lnTo>
                  <a:lnTo>
                    <a:pt x="307927" y="232336"/>
                  </a:lnTo>
                  <a:lnTo>
                    <a:pt x="308211" y="232521"/>
                  </a:lnTo>
                  <a:lnTo>
                    <a:pt x="308511" y="232840"/>
                  </a:lnTo>
                  <a:lnTo>
                    <a:pt x="308667" y="233012"/>
                  </a:lnTo>
                  <a:lnTo>
                    <a:pt x="308848" y="233146"/>
                  </a:lnTo>
                  <a:lnTo>
                    <a:pt x="309259" y="233421"/>
                  </a:lnTo>
                  <a:lnTo>
                    <a:pt x="309415" y="233486"/>
                  </a:lnTo>
                  <a:lnTo>
                    <a:pt x="309878" y="233554"/>
                  </a:lnTo>
                  <a:lnTo>
                    <a:pt x="310072" y="233170"/>
                  </a:lnTo>
                  <a:lnTo>
                    <a:pt x="310261" y="232843"/>
                  </a:lnTo>
                  <a:lnTo>
                    <a:pt x="310374" y="232657"/>
                  </a:lnTo>
                  <a:lnTo>
                    <a:pt x="310986" y="232351"/>
                  </a:lnTo>
                  <a:lnTo>
                    <a:pt x="311231" y="232086"/>
                  </a:lnTo>
                  <a:lnTo>
                    <a:pt x="311387" y="231716"/>
                  </a:lnTo>
                  <a:lnTo>
                    <a:pt x="311787" y="231315"/>
                  </a:lnTo>
                  <a:lnTo>
                    <a:pt x="312189" y="231356"/>
                  </a:lnTo>
                  <a:lnTo>
                    <a:pt x="312324" y="231402"/>
                  </a:lnTo>
                  <a:lnTo>
                    <a:pt x="312471" y="231446"/>
                  </a:lnTo>
                  <a:lnTo>
                    <a:pt x="313111" y="231206"/>
                  </a:lnTo>
                  <a:lnTo>
                    <a:pt x="313497" y="231272"/>
                  </a:lnTo>
                  <a:lnTo>
                    <a:pt x="314472" y="232057"/>
                  </a:lnTo>
                  <a:lnTo>
                    <a:pt x="314694" y="232141"/>
                  </a:lnTo>
                  <a:lnTo>
                    <a:pt x="314935" y="232231"/>
                  </a:lnTo>
                  <a:lnTo>
                    <a:pt x="315191" y="232359"/>
                  </a:lnTo>
                  <a:lnTo>
                    <a:pt x="315425" y="232544"/>
                  </a:lnTo>
                  <a:lnTo>
                    <a:pt x="315555" y="232605"/>
                  </a:lnTo>
                  <a:lnTo>
                    <a:pt x="315683" y="231910"/>
                  </a:lnTo>
                  <a:lnTo>
                    <a:pt x="316452" y="231277"/>
                  </a:lnTo>
                  <a:lnTo>
                    <a:pt x="318150" y="230743"/>
                  </a:lnTo>
                  <a:lnTo>
                    <a:pt x="318434" y="230556"/>
                  </a:lnTo>
                  <a:lnTo>
                    <a:pt x="319257" y="230515"/>
                  </a:lnTo>
                  <a:lnTo>
                    <a:pt x="319458" y="230717"/>
                  </a:lnTo>
                  <a:lnTo>
                    <a:pt x="319856" y="230645"/>
                  </a:lnTo>
                  <a:lnTo>
                    <a:pt x="320157" y="230279"/>
                  </a:lnTo>
                  <a:lnTo>
                    <a:pt x="320257" y="229610"/>
                  </a:lnTo>
                  <a:lnTo>
                    <a:pt x="320480" y="229303"/>
                  </a:lnTo>
                  <a:lnTo>
                    <a:pt x="320648" y="229489"/>
                  </a:lnTo>
                  <a:lnTo>
                    <a:pt x="320822" y="229603"/>
                  </a:lnTo>
                  <a:lnTo>
                    <a:pt x="321159" y="229634"/>
                  </a:lnTo>
                  <a:lnTo>
                    <a:pt x="321359" y="229752"/>
                  </a:lnTo>
                  <a:lnTo>
                    <a:pt x="321706" y="230058"/>
                  </a:lnTo>
                  <a:lnTo>
                    <a:pt x="322007" y="230494"/>
                  </a:lnTo>
                  <a:lnTo>
                    <a:pt x="322806" y="230311"/>
                  </a:lnTo>
                  <a:lnTo>
                    <a:pt x="323194" y="230430"/>
                  </a:lnTo>
                  <a:lnTo>
                    <a:pt x="323650" y="230663"/>
                  </a:lnTo>
                  <a:lnTo>
                    <a:pt x="323779" y="230737"/>
                  </a:lnTo>
                  <a:lnTo>
                    <a:pt x="324217" y="231042"/>
                  </a:lnTo>
                  <a:lnTo>
                    <a:pt x="324406" y="231127"/>
                  </a:lnTo>
                  <a:lnTo>
                    <a:pt x="324715" y="231250"/>
                  </a:lnTo>
                  <a:lnTo>
                    <a:pt x="325022" y="230996"/>
                  </a:lnTo>
                  <a:lnTo>
                    <a:pt x="325870" y="231185"/>
                  </a:lnTo>
                  <a:lnTo>
                    <a:pt x="325878" y="231431"/>
                  </a:lnTo>
                  <a:lnTo>
                    <a:pt x="325948" y="231644"/>
                  </a:lnTo>
                  <a:lnTo>
                    <a:pt x="326060" y="231442"/>
                  </a:lnTo>
                  <a:lnTo>
                    <a:pt x="326147" y="231235"/>
                  </a:lnTo>
                  <a:lnTo>
                    <a:pt x="326662" y="231417"/>
                  </a:lnTo>
                  <a:lnTo>
                    <a:pt x="326859" y="231705"/>
                  </a:lnTo>
                  <a:lnTo>
                    <a:pt x="327007" y="231940"/>
                  </a:lnTo>
                  <a:lnTo>
                    <a:pt x="327287" y="232040"/>
                  </a:lnTo>
                  <a:lnTo>
                    <a:pt x="327724" y="232020"/>
                  </a:lnTo>
                  <a:lnTo>
                    <a:pt x="327918" y="232106"/>
                  </a:lnTo>
                  <a:lnTo>
                    <a:pt x="328422" y="231801"/>
                  </a:lnTo>
                  <a:lnTo>
                    <a:pt x="328525" y="231632"/>
                  </a:lnTo>
                  <a:lnTo>
                    <a:pt x="328928" y="231454"/>
                  </a:lnTo>
                  <a:lnTo>
                    <a:pt x="329319" y="231484"/>
                  </a:lnTo>
                  <a:lnTo>
                    <a:pt x="329364" y="232262"/>
                  </a:lnTo>
                  <a:lnTo>
                    <a:pt x="329641" y="232437"/>
                  </a:lnTo>
                  <a:lnTo>
                    <a:pt x="330091" y="232615"/>
                  </a:lnTo>
                  <a:lnTo>
                    <a:pt x="330477" y="232636"/>
                  </a:lnTo>
                  <a:lnTo>
                    <a:pt x="330641" y="232635"/>
                  </a:lnTo>
                  <a:lnTo>
                    <a:pt x="330924" y="232587"/>
                  </a:lnTo>
                  <a:lnTo>
                    <a:pt x="331069" y="232385"/>
                  </a:lnTo>
                  <a:lnTo>
                    <a:pt x="331085" y="232179"/>
                  </a:lnTo>
                  <a:lnTo>
                    <a:pt x="331620" y="231978"/>
                  </a:lnTo>
                  <a:lnTo>
                    <a:pt x="332096" y="231978"/>
                  </a:lnTo>
                  <a:lnTo>
                    <a:pt x="332512" y="231441"/>
                  </a:lnTo>
                  <a:lnTo>
                    <a:pt x="332888" y="231211"/>
                  </a:lnTo>
                  <a:lnTo>
                    <a:pt x="333075" y="231214"/>
                  </a:lnTo>
                  <a:lnTo>
                    <a:pt x="333371" y="231249"/>
                  </a:lnTo>
                  <a:lnTo>
                    <a:pt x="333714" y="231072"/>
                  </a:lnTo>
                  <a:lnTo>
                    <a:pt x="333868" y="231044"/>
                  </a:lnTo>
                  <a:lnTo>
                    <a:pt x="334411" y="230869"/>
                  </a:lnTo>
                  <a:lnTo>
                    <a:pt x="334532" y="230646"/>
                  </a:lnTo>
                  <a:lnTo>
                    <a:pt x="335111" y="230339"/>
                  </a:lnTo>
                  <a:lnTo>
                    <a:pt x="335548" y="229885"/>
                  </a:lnTo>
                  <a:lnTo>
                    <a:pt x="335992" y="229926"/>
                  </a:lnTo>
                  <a:lnTo>
                    <a:pt x="336038" y="230102"/>
                  </a:lnTo>
                  <a:lnTo>
                    <a:pt x="336122" y="230491"/>
                  </a:lnTo>
                  <a:lnTo>
                    <a:pt x="336100" y="230680"/>
                  </a:lnTo>
                  <a:lnTo>
                    <a:pt x="336439" y="230876"/>
                  </a:lnTo>
                  <a:lnTo>
                    <a:pt x="336598" y="230838"/>
                  </a:lnTo>
                  <a:lnTo>
                    <a:pt x="336813" y="230673"/>
                  </a:lnTo>
                  <a:lnTo>
                    <a:pt x="336756" y="230516"/>
                  </a:lnTo>
                  <a:lnTo>
                    <a:pt x="336793" y="230169"/>
                  </a:lnTo>
                  <a:lnTo>
                    <a:pt x="337550" y="229783"/>
                  </a:lnTo>
                  <a:lnTo>
                    <a:pt x="337892" y="230074"/>
                  </a:lnTo>
                  <a:lnTo>
                    <a:pt x="338378" y="230187"/>
                  </a:lnTo>
                  <a:lnTo>
                    <a:pt x="338874" y="230448"/>
                  </a:lnTo>
                  <a:lnTo>
                    <a:pt x="339046" y="230514"/>
                  </a:lnTo>
                  <a:lnTo>
                    <a:pt x="339174" y="230559"/>
                  </a:lnTo>
                  <a:lnTo>
                    <a:pt x="339361" y="230621"/>
                  </a:lnTo>
                  <a:lnTo>
                    <a:pt x="339809" y="230054"/>
                  </a:lnTo>
                  <a:lnTo>
                    <a:pt x="340417" y="230107"/>
                  </a:lnTo>
                  <a:lnTo>
                    <a:pt x="340322" y="230334"/>
                  </a:lnTo>
                  <a:lnTo>
                    <a:pt x="340292" y="230481"/>
                  </a:lnTo>
                  <a:lnTo>
                    <a:pt x="340326" y="231049"/>
                  </a:lnTo>
                  <a:lnTo>
                    <a:pt x="340602" y="231136"/>
                  </a:lnTo>
                  <a:lnTo>
                    <a:pt x="340765" y="231188"/>
                  </a:lnTo>
                  <a:lnTo>
                    <a:pt x="341058" y="231280"/>
                  </a:lnTo>
                  <a:lnTo>
                    <a:pt x="341476" y="231217"/>
                  </a:lnTo>
                  <a:lnTo>
                    <a:pt x="341524" y="231006"/>
                  </a:lnTo>
                  <a:lnTo>
                    <a:pt x="341532" y="230792"/>
                  </a:lnTo>
                  <a:lnTo>
                    <a:pt x="341815" y="230071"/>
                  </a:lnTo>
                  <a:lnTo>
                    <a:pt x="341570" y="229734"/>
                  </a:lnTo>
                  <a:lnTo>
                    <a:pt x="341480" y="229486"/>
                  </a:lnTo>
                  <a:lnTo>
                    <a:pt x="341525" y="229309"/>
                  </a:lnTo>
                  <a:lnTo>
                    <a:pt x="341711" y="228972"/>
                  </a:lnTo>
                  <a:lnTo>
                    <a:pt x="341924" y="228702"/>
                  </a:lnTo>
                  <a:lnTo>
                    <a:pt x="342340" y="228692"/>
                  </a:lnTo>
                  <a:lnTo>
                    <a:pt x="343000" y="228412"/>
                  </a:lnTo>
                  <a:lnTo>
                    <a:pt x="343352" y="228218"/>
                  </a:lnTo>
                  <a:lnTo>
                    <a:pt x="343532" y="228380"/>
                  </a:lnTo>
                  <a:lnTo>
                    <a:pt x="343786" y="228447"/>
                  </a:lnTo>
                  <a:lnTo>
                    <a:pt x="344004" y="228471"/>
                  </a:lnTo>
                  <a:lnTo>
                    <a:pt x="344192" y="228529"/>
                  </a:lnTo>
                  <a:lnTo>
                    <a:pt x="344426" y="228774"/>
                  </a:lnTo>
                  <a:lnTo>
                    <a:pt x="344568" y="229209"/>
                  </a:lnTo>
                  <a:lnTo>
                    <a:pt x="344637" y="229403"/>
                  </a:lnTo>
                  <a:lnTo>
                    <a:pt x="345010" y="229507"/>
                  </a:lnTo>
                  <a:lnTo>
                    <a:pt x="345205" y="229703"/>
                  </a:lnTo>
                  <a:lnTo>
                    <a:pt x="345887" y="229798"/>
                  </a:lnTo>
                  <a:lnTo>
                    <a:pt x="346129" y="229725"/>
                  </a:lnTo>
                  <a:lnTo>
                    <a:pt x="346404" y="229673"/>
                  </a:lnTo>
                  <a:lnTo>
                    <a:pt x="346913" y="229704"/>
                  </a:lnTo>
                  <a:lnTo>
                    <a:pt x="347061" y="229713"/>
                  </a:lnTo>
                  <a:lnTo>
                    <a:pt x="347229" y="230378"/>
                  </a:lnTo>
                  <a:lnTo>
                    <a:pt x="347256" y="230587"/>
                  </a:lnTo>
                  <a:lnTo>
                    <a:pt x="347715" y="230881"/>
                  </a:lnTo>
                  <a:lnTo>
                    <a:pt x="347895" y="230831"/>
                  </a:lnTo>
                  <a:lnTo>
                    <a:pt x="348563" y="230759"/>
                  </a:lnTo>
                  <a:lnTo>
                    <a:pt x="348883" y="230810"/>
                  </a:lnTo>
                  <a:lnTo>
                    <a:pt x="349041" y="230820"/>
                  </a:lnTo>
                  <a:lnTo>
                    <a:pt x="349314" y="230630"/>
                  </a:lnTo>
                  <a:lnTo>
                    <a:pt x="349215" y="230333"/>
                  </a:lnTo>
                  <a:lnTo>
                    <a:pt x="349298" y="229788"/>
                  </a:lnTo>
                  <a:lnTo>
                    <a:pt x="349412" y="229638"/>
                  </a:lnTo>
                  <a:lnTo>
                    <a:pt x="349414" y="229281"/>
                  </a:lnTo>
                  <a:lnTo>
                    <a:pt x="349790" y="228553"/>
                  </a:lnTo>
                  <a:lnTo>
                    <a:pt x="350173" y="228407"/>
                  </a:lnTo>
                  <a:lnTo>
                    <a:pt x="350921" y="228247"/>
                  </a:lnTo>
                  <a:lnTo>
                    <a:pt x="351558" y="227863"/>
                  </a:lnTo>
                  <a:lnTo>
                    <a:pt x="352130" y="227979"/>
                  </a:lnTo>
                  <a:lnTo>
                    <a:pt x="352433" y="228180"/>
                  </a:lnTo>
                  <a:lnTo>
                    <a:pt x="352697" y="228516"/>
                  </a:lnTo>
                  <a:lnTo>
                    <a:pt x="352918" y="229112"/>
                  </a:lnTo>
                  <a:lnTo>
                    <a:pt x="353170" y="229297"/>
                  </a:lnTo>
                  <a:lnTo>
                    <a:pt x="353748" y="229697"/>
                  </a:lnTo>
                  <a:lnTo>
                    <a:pt x="354001" y="229979"/>
                  </a:lnTo>
                  <a:lnTo>
                    <a:pt x="354478" y="230227"/>
                  </a:lnTo>
                  <a:lnTo>
                    <a:pt x="355092" y="230768"/>
                  </a:lnTo>
                  <a:lnTo>
                    <a:pt x="355255" y="230868"/>
                  </a:lnTo>
                  <a:lnTo>
                    <a:pt x="355648" y="231076"/>
                  </a:lnTo>
                  <a:lnTo>
                    <a:pt x="355810" y="231658"/>
                  </a:lnTo>
                  <a:lnTo>
                    <a:pt x="356045" y="232095"/>
                  </a:lnTo>
                  <a:lnTo>
                    <a:pt x="356563" y="232294"/>
                  </a:lnTo>
                  <a:lnTo>
                    <a:pt x="356738" y="232268"/>
                  </a:lnTo>
                  <a:lnTo>
                    <a:pt x="356963" y="232285"/>
                  </a:lnTo>
                  <a:lnTo>
                    <a:pt x="357172" y="232406"/>
                  </a:lnTo>
                  <a:lnTo>
                    <a:pt x="357665" y="232744"/>
                  </a:lnTo>
                  <a:lnTo>
                    <a:pt x="357667" y="233043"/>
                  </a:lnTo>
                  <a:lnTo>
                    <a:pt x="357166" y="233314"/>
                  </a:lnTo>
                  <a:lnTo>
                    <a:pt x="356953" y="233537"/>
                  </a:lnTo>
                  <a:lnTo>
                    <a:pt x="357006" y="233858"/>
                  </a:lnTo>
                  <a:lnTo>
                    <a:pt x="357511" y="234021"/>
                  </a:lnTo>
                  <a:lnTo>
                    <a:pt x="357781" y="234186"/>
                  </a:lnTo>
                  <a:lnTo>
                    <a:pt x="358366" y="235034"/>
                  </a:lnTo>
                  <a:lnTo>
                    <a:pt x="358681" y="235234"/>
                  </a:lnTo>
                  <a:lnTo>
                    <a:pt x="358887" y="235272"/>
                  </a:lnTo>
                  <a:lnTo>
                    <a:pt x="359352" y="235110"/>
                  </a:lnTo>
                  <a:lnTo>
                    <a:pt x="359533" y="235017"/>
                  </a:lnTo>
                  <a:lnTo>
                    <a:pt x="359799" y="235082"/>
                  </a:lnTo>
                  <a:lnTo>
                    <a:pt x="359930" y="235114"/>
                  </a:lnTo>
                  <a:lnTo>
                    <a:pt x="360278" y="235274"/>
                  </a:lnTo>
                  <a:lnTo>
                    <a:pt x="360421" y="235340"/>
                  </a:lnTo>
                  <a:lnTo>
                    <a:pt x="360612" y="235785"/>
                  </a:lnTo>
                  <a:lnTo>
                    <a:pt x="360664" y="235935"/>
                  </a:lnTo>
                  <a:lnTo>
                    <a:pt x="361126" y="236039"/>
                  </a:lnTo>
                  <a:lnTo>
                    <a:pt x="361276" y="236074"/>
                  </a:lnTo>
                  <a:lnTo>
                    <a:pt x="361640" y="236480"/>
                  </a:lnTo>
                  <a:lnTo>
                    <a:pt x="361815" y="236595"/>
                  </a:lnTo>
                  <a:lnTo>
                    <a:pt x="362142" y="236632"/>
                  </a:lnTo>
                  <a:lnTo>
                    <a:pt x="362653" y="236221"/>
                  </a:lnTo>
                  <a:lnTo>
                    <a:pt x="362938" y="235905"/>
                  </a:lnTo>
                  <a:lnTo>
                    <a:pt x="363455" y="235505"/>
                  </a:lnTo>
                  <a:lnTo>
                    <a:pt x="364318" y="235039"/>
                  </a:lnTo>
                  <a:lnTo>
                    <a:pt x="364477" y="235096"/>
                  </a:lnTo>
                  <a:lnTo>
                    <a:pt x="364956" y="234839"/>
                  </a:lnTo>
                  <a:lnTo>
                    <a:pt x="365161" y="234662"/>
                  </a:lnTo>
                  <a:lnTo>
                    <a:pt x="365290" y="234456"/>
                  </a:lnTo>
                  <a:lnTo>
                    <a:pt x="366081" y="234184"/>
                  </a:lnTo>
                  <a:lnTo>
                    <a:pt x="366271" y="234133"/>
                  </a:lnTo>
                  <a:lnTo>
                    <a:pt x="366735" y="233509"/>
                  </a:lnTo>
                  <a:lnTo>
                    <a:pt x="367331" y="233353"/>
                  </a:lnTo>
                  <a:lnTo>
                    <a:pt x="367904" y="233442"/>
                  </a:lnTo>
                  <a:lnTo>
                    <a:pt x="368000" y="233630"/>
                  </a:lnTo>
                  <a:lnTo>
                    <a:pt x="367970" y="233955"/>
                  </a:lnTo>
                  <a:lnTo>
                    <a:pt x="367823" y="234381"/>
                  </a:lnTo>
                  <a:lnTo>
                    <a:pt x="367979" y="234717"/>
                  </a:lnTo>
                  <a:lnTo>
                    <a:pt x="368659" y="234950"/>
                  </a:lnTo>
                  <a:lnTo>
                    <a:pt x="368929" y="234793"/>
                  </a:lnTo>
                  <a:lnTo>
                    <a:pt x="368696" y="234666"/>
                  </a:lnTo>
                  <a:lnTo>
                    <a:pt x="368468" y="234554"/>
                  </a:lnTo>
                  <a:lnTo>
                    <a:pt x="368450" y="234298"/>
                  </a:lnTo>
                  <a:lnTo>
                    <a:pt x="368399" y="234077"/>
                  </a:lnTo>
                  <a:lnTo>
                    <a:pt x="368320" y="233773"/>
                  </a:lnTo>
                  <a:lnTo>
                    <a:pt x="368176" y="233671"/>
                  </a:lnTo>
                  <a:lnTo>
                    <a:pt x="368080" y="233343"/>
                  </a:lnTo>
                  <a:lnTo>
                    <a:pt x="368505" y="232880"/>
                  </a:lnTo>
                  <a:lnTo>
                    <a:pt x="369072" y="232882"/>
                  </a:lnTo>
                  <a:lnTo>
                    <a:pt x="369307" y="232808"/>
                  </a:lnTo>
                  <a:lnTo>
                    <a:pt x="370024" y="232227"/>
                  </a:lnTo>
                  <a:lnTo>
                    <a:pt x="370363" y="232245"/>
                  </a:lnTo>
                  <a:lnTo>
                    <a:pt x="370382" y="231915"/>
                  </a:lnTo>
                  <a:lnTo>
                    <a:pt x="370211" y="231894"/>
                  </a:lnTo>
                  <a:lnTo>
                    <a:pt x="370428" y="231433"/>
                  </a:lnTo>
                  <a:lnTo>
                    <a:pt x="370656" y="231588"/>
                  </a:lnTo>
                  <a:lnTo>
                    <a:pt x="370810" y="231778"/>
                  </a:lnTo>
                  <a:lnTo>
                    <a:pt x="371126" y="231861"/>
                  </a:lnTo>
                  <a:lnTo>
                    <a:pt x="371498" y="231526"/>
                  </a:lnTo>
                  <a:lnTo>
                    <a:pt x="371503" y="231111"/>
                  </a:lnTo>
                  <a:lnTo>
                    <a:pt x="371494" y="230895"/>
                  </a:lnTo>
                  <a:lnTo>
                    <a:pt x="371846" y="230478"/>
                  </a:lnTo>
                  <a:lnTo>
                    <a:pt x="372148" y="230206"/>
                  </a:lnTo>
                  <a:lnTo>
                    <a:pt x="372404" y="229368"/>
                  </a:lnTo>
                  <a:lnTo>
                    <a:pt x="373031" y="228920"/>
                  </a:lnTo>
                  <a:lnTo>
                    <a:pt x="373189" y="228985"/>
                  </a:lnTo>
                  <a:lnTo>
                    <a:pt x="373354" y="228769"/>
                  </a:lnTo>
                  <a:lnTo>
                    <a:pt x="373462" y="228471"/>
                  </a:lnTo>
                  <a:lnTo>
                    <a:pt x="374342" y="228547"/>
                  </a:lnTo>
                  <a:lnTo>
                    <a:pt x="374503" y="228682"/>
                  </a:lnTo>
                  <a:lnTo>
                    <a:pt x="375164" y="228524"/>
                  </a:lnTo>
                  <a:lnTo>
                    <a:pt x="375214" y="228658"/>
                  </a:lnTo>
                  <a:lnTo>
                    <a:pt x="375406" y="229039"/>
                  </a:lnTo>
                  <a:lnTo>
                    <a:pt x="375688" y="228941"/>
                  </a:lnTo>
                  <a:lnTo>
                    <a:pt x="375774" y="228786"/>
                  </a:lnTo>
                  <a:lnTo>
                    <a:pt x="376153" y="228691"/>
                  </a:lnTo>
                  <a:lnTo>
                    <a:pt x="376660" y="229026"/>
                  </a:lnTo>
                  <a:lnTo>
                    <a:pt x="376770" y="229262"/>
                  </a:lnTo>
                  <a:lnTo>
                    <a:pt x="376783" y="229847"/>
                  </a:lnTo>
                  <a:lnTo>
                    <a:pt x="376949" y="230008"/>
                  </a:lnTo>
                  <a:lnTo>
                    <a:pt x="377266" y="229986"/>
                  </a:lnTo>
                  <a:lnTo>
                    <a:pt x="377442" y="230268"/>
                  </a:lnTo>
                  <a:lnTo>
                    <a:pt x="377465" y="230691"/>
                  </a:lnTo>
                  <a:lnTo>
                    <a:pt x="377106" y="231262"/>
                  </a:lnTo>
                  <a:lnTo>
                    <a:pt x="377307" y="231557"/>
                  </a:lnTo>
                  <a:lnTo>
                    <a:pt x="378135" y="231197"/>
                  </a:lnTo>
                  <a:lnTo>
                    <a:pt x="378386" y="231290"/>
                  </a:lnTo>
                  <a:lnTo>
                    <a:pt x="378432" y="231609"/>
                  </a:lnTo>
                  <a:lnTo>
                    <a:pt x="378353" y="231918"/>
                  </a:lnTo>
                  <a:lnTo>
                    <a:pt x="377727" y="232247"/>
                  </a:lnTo>
                  <a:lnTo>
                    <a:pt x="377632" y="232448"/>
                  </a:lnTo>
                  <a:lnTo>
                    <a:pt x="377604" y="232660"/>
                  </a:lnTo>
                  <a:lnTo>
                    <a:pt x="377589" y="232996"/>
                  </a:lnTo>
                  <a:lnTo>
                    <a:pt x="377582" y="233164"/>
                  </a:lnTo>
                  <a:lnTo>
                    <a:pt x="377633" y="233516"/>
                  </a:lnTo>
                  <a:lnTo>
                    <a:pt x="378079" y="233876"/>
                  </a:lnTo>
                  <a:lnTo>
                    <a:pt x="378488" y="234859"/>
                  </a:lnTo>
                  <a:lnTo>
                    <a:pt x="377953" y="235100"/>
                  </a:lnTo>
                  <a:lnTo>
                    <a:pt x="377629" y="235247"/>
                  </a:lnTo>
                  <a:lnTo>
                    <a:pt x="377319" y="235355"/>
                  </a:lnTo>
                  <a:lnTo>
                    <a:pt x="377107" y="235767"/>
                  </a:lnTo>
                  <a:lnTo>
                    <a:pt x="377422" y="236449"/>
                  </a:lnTo>
                  <a:lnTo>
                    <a:pt x="377507" y="236833"/>
                  </a:lnTo>
                  <a:lnTo>
                    <a:pt x="377161" y="237123"/>
                  </a:lnTo>
                  <a:lnTo>
                    <a:pt x="376856" y="237505"/>
                  </a:lnTo>
                  <a:lnTo>
                    <a:pt x="376917" y="238069"/>
                  </a:lnTo>
                  <a:lnTo>
                    <a:pt x="377364" y="238562"/>
                  </a:lnTo>
                  <a:lnTo>
                    <a:pt x="377385" y="238968"/>
                  </a:lnTo>
                  <a:lnTo>
                    <a:pt x="377518" y="239640"/>
                  </a:lnTo>
                  <a:lnTo>
                    <a:pt x="378133" y="240179"/>
                  </a:lnTo>
                  <a:lnTo>
                    <a:pt x="378414" y="240020"/>
                  </a:lnTo>
                  <a:lnTo>
                    <a:pt x="378699" y="239898"/>
                  </a:lnTo>
                  <a:lnTo>
                    <a:pt x="378766" y="240220"/>
                  </a:lnTo>
                  <a:lnTo>
                    <a:pt x="378914" y="240682"/>
                  </a:lnTo>
                  <a:lnTo>
                    <a:pt x="378978" y="241092"/>
                  </a:lnTo>
                  <a:lnTo>
                    <a:pt x="378696" y="241379"/>
                  </a:lnTo>
                  <a:lnTo>
                    <a:pt x="378316" y="241966"/>
                  </a:lnTo>
                  <a:lnTo>
                    <a:pt x="378153" y="242238"/>
                  </a:lnTo>
                  <a:lnTo>
                    <a:pt x="378072" y="242840"/>
                  </a:lnTo>
                  <a:lnTo>
                    <a:pt x="378120" y="242984"/>
                  </a:lnTo>
                  <a:lnTo>
                    <a:pt x="378139" y="243199"/>
                  </a:lnTo>
                  <a:lnTo>
                    <a:pt x="378187" y="243897"/>
                  </a:lnTo>
                  <a:lnTo>
                    <a:pt x="377733" y="244518"/>
                  </a:lnTo>
                  <a:lnTo>
                    <a:pt x="376888" y="244745"/>
                  </a:lnTo>
                  <a:lnTo>
                    <a:pt x="376224" y="244774"/>
                  </a:lnTo>
                  <a:lnTo>
                    <a:pt x="376232" y="244982"/>
                  </a:lnTo>
                  <a:lnTo>
                    <a:pt x="376318" y="245466"/>
                  </a:lnTo>
                  <a:lnTo>
                    <a:pt x="376478" y="245948"/>
                  </a:lnTo>
                  <a:lnTo>
                    <a:pt x="376295" y="246541"/>
                  </a:lnTo>
                  <a:lnTo>
                    <a:pt x="376501" y="246748"/>
                  </a:lnTo>
                  <a:lnTo>
                    <a:pt x="377240" y="247383"/>
                  </a:lnTo>
                  <a:lnTo>
                    <a:pt x="377399" y="247541"/>
                  </a:lnTo>
                  <a:lnTo>
                    <a:pt x="378029" y="248166"/>
                  </a:lnTo>
                  <a:lnTo>
                    <a:pt x="378330" y="248320"/>
                  </a:lnTo>
                  <a:lnTo>
                    <a:pt x="378892" y="248495"/>
                  </a:lnTo>
                  <a:lnTo>
                    <a:pt x="379133" y="248785"/>
                  </a:lnTo>
                  <a:lnTo>
                    <a:pt x="379215" y="249482"/>
                  </a:lnTo>
                  <a:lnTo>
                    <a:pt x="378717" y="250173"/>
                  </a:lnTo>
                  <a:lnTo>
                    <a:pt x="378436" y="250115"/>
                  </a:lnTo>
                  <a:lnTo>
                    <a:pt x="377703" y="251440"/>
                  </a:lnTo>
                  <a:lnTo>
                    <a:pt x="377861" y="251779"/>
                  </a:lnTo>
                  <a:lnTo>
                    <a:pt x="378436" y="252214"/>
                  </a:lnTo>
                  <a:lnTo>
                    <a:pt x="378735" y="252250"/>
                  </a:lnTo>
                  <a:lnTo>
                    <a:pt x="378984" y="252447"/>
                  </a:lnTo>
                  <a:lnTo>
                    <a:pt x="379422" y="252488"/>
                  </a:lnTo>
                  <a:lnTo>
                    <a:pt x="379656" y="252469"/>
                  </a:lnTo>
                  <a:lnTo>
                    <a:pt x="379981" y="252559"/>
                  </a:lnTo>
                  <a:lnTo>
                    <a:pt x="380092" y="252699"/>
                  </a:lnTo>
                  <a:lnTo>
                    <a:pt x="380454" y="252966"/>
                  </a:lnTo>
                  <a:lnTo>
                    <a:pt x="380371" y="253233"/>
                  </a:lnTo>
                  <a:lnTo>
                    <a:pt x="380221" y="253514"/>
                  </a:lnTo>
                  <a:lnTo>
                    <a:pt x="380137" y="253712"/>
                  </a:lnTo>
                  <a:lnTo>
                    <a:pt x="380084" y="254110"/>
                  </a:lnTo>
                  <a:lnTo>
                    <a:pt x="380085" y="254838"/>
                  </a:lnTo>
                  <a:lnTo>
                    <a:pt x="380467" y="255129"/>
                  </a:lnTo>
                  <a:lnTo>
                    <a:pt x="380687" y="255287"/>
                  </a:lnTo>
                  <a:lnTo>
                    <a:pt x="381093" y="255451"/>
                  </a:lnTo>
                  <a:lnTo>
                    <a:pt x="381343" y="255614"/>
                  </a:lnTo>
                  <a:lnTo>
                    <a:pt x="381614" y="256047"/>
                  </a:lnTo>
                  <a:lnTo>
                    <a:pt x="381537" y="256175"/>
                  </a:lnTo>
                  <a:lnTo>
                    <a:pt x="381413" y="256409"/>
                  </a:lnTo>
                  <a:lnTo>
                    <a:pt x="381472" y="256819"/>
                  </a:lnTo>
                  <a:lnTo>
                    <a:pt x="381447" y="257008"/>
                  </a:lnTo>
                  <a:lnTo>
                    <a:pt x="381413" y="257147"/>
                  </a:lnTo>
                  <a:lnTo>
                    <a:pt x="381262" y="257468"/>
                  </a:lnTo>
                  <a:lnTo>
                    <a:pt x="381416" y="257980"/>
                  </a:lnTo>
                  <a:lnTo>
                    <a:pt x="381614" y="258340"/>
                  </a:lnTo>
                  <a:lnTo>
                    <a:pt x="381531" y="258615"/>
                  </a:lnTo>
                  <a:lnTo>
                    <a:pt x="381563" y="258838"/>
                  </a:lnTo>
                  <a:lnTo>
                    <a:pt x="381669" y="259023"/>
                  </a:lnTo>
                  <a:lnTo>
                    <a:pt x="382619" y="259638"/>
                  </a:lnTo>
                  <a:lnTo>
                    <a:pt x="383050" y="259519"/>
                  </a:lnTo>
                  <a:lnTo>
                    <a:pt x="383729" y="259357"/>
                  </a:lnTo>
                  <a:lnTo>
                    <a:pt x="384412" y="259174"/>
                  </a:lnTo>
                  <a:lnTo>
                    <a:pt x="384676" y="258617"/>
                  </a:lnTo>
                  <a:lnTo>
                    <a:pt x="384807" y="258336"/>
                  </a:lnTo>
                  <a:lnTo>
                    <a:pt x="384900" y="258017"/>
                  </a:lnTo>
                  <a:lnTo>
                    <a:pt x="385402" y="257598"/>
                  </a:lnTo>
                  <a:lnTo>
                    <a:pt x="386126" y="257812"/>
                  </a:lnTo>
                  <a:lnTo>
                    <a:pt x="386138" y="258180"/>
                  </a:lnTo>
                  <a:lnTo>
                    <a:pt x="386653" y="258527"/>
                  </a:lnTo>
                  <a:lnTo>
                    <a:pt x="387011" y="258727"/>
                  </a:lnTo>
                  <a:lnTo>
                    <a:pt x="387280" y="258786"/>
                  </a:lnTo>
                  <a:lnTo>
                    <a:pt x="387314" y="259265"/>
                  </a:lnTo>
                  <a:lnTo>
                    <a:pt x="387169" y="259889"/>
                  </a:lnTo>
                  <a:lnTo>
                    <a:pt x="386915" y="260088"/>
                  </a:lnTo>
                  <a:lnTo>
                    <a:pt x="386726" y="260656"/>
                  </a:lnTo>
                  <a:lnTo>
                    <a:pt x="387023" y="261019"/>
                  </a:lnTo>
                  <a:lnTo>
                    <a:pt x="387060" y="261232"/>
                  </a:lnTo>
                  <a:lnTo>
                    <a:pt x="386975" y="261756"/>
                  </a:lnTo>
                  <a:lnTo>
                    <a:pt x="387009" y="262100"/>
                  </a:lnTo>
                  <a:lnTo>
                    <a:pt x="387074" y="262378"/>
                  </a:lnTo>
                  <a:lnTo>
                    <a:pt x="387496" y="262636"/>
                  </a:lnTo>
                  <a:lnTo>
                    <a:pt x="387824" y="262879"/>
                  </a:lnTo>
                  <a:lnTo>
                    <a:pt x="387920" y="263385"/>
                  </a:lnTo>
                  <a:lnTo>
                    <a:pt x="387985" y="263717"/>
                  </a:lnTo>
                  <a:lnTo>
                    <a:pt x="388378" y="264395"/>
                  </a:lnTo>
                  <a:lnTo>
                    <a:pt x="388868" y="264529"/>
                  </a:lnTo>
                  <a:lnTo>
                    <a:pt x="389164" y="264274"/>
                  </a:lnTo>
                  <a:lnTo>
                    <a:pt x="389614" y="263739"/>
                  </a:lnTo>
                  <a:lnTo>
                    <a:pt x="390251" y="263429"/>
                  </a:lnTo>
                  <a:lnTo>
                    <a:pt x="391147" y="263333"/>
                  </a:lnTo>
                  <a:lnTo>
                    <a:pt x="391334" y="263268"/>
                  </a:lnTo>
                  <a:lnTo>
                    <a:pt x="391651" y="263309"/>
                  </a:lnTo>
                  <a:lnTo>
                    <a:pt x="391940" y="263447"/>
                  </a:lnTo>
                  <a:lnTo>
                    <a:pt x="392255" y="262983"/>
                  </a:lnTo>
                  <a:lnTo>
                    <a:pt x="392560" y="262902"/>
                  </a:lnTo>
                  <a:lnTo>
                    <a:pt x="392916" y="262900"/>
                  </a:lnTo>
                  <a:lnTo>
                    <a:pt x="393186" y="262965"/>
                  </a:lnTo>
                  <a:lnTo>
                    <a:pt x="393387" y="262986"/>
                  </a:lnTo>
                  <a:lnTo>
                    <a:pt x="393592" y="262644"/>
                  </a:lnTo>
                  <a:lnTo>
                    <a:pt x="393749" y="262483"/>
                  </a:lnTo>
                  <a:lnTo>
                    <a:pt x="393726" y="262126"/>
                  </a:lnTo>
                  <a:lnTo>
                    <a:pt x="393927" y="261772"/>
                  </a:lnTo>
                  <a:lnTo>
                    <a:pt x="394244" y="261570"/>
                  </a:lnTo>
                  <a:lnTo>
                    <a:pt x="394469" y="261574"/>
                  </a:lnTo>
                  <a:lnTo>
                    <a:pt x="394988" y="261286"/>
                  </a:lnTo>
                  <a:lnTo>
                    <a:pt x="394963" y="260913"/>
                  </a:lnTo>
                  <a:lnTo>
                    <a:pt x="395415" y="260297"/>
                  </a:lnTo>
                  <a:lnTo>
                    <a:pt x="395443" y="260156"/>
                  </a:lnTo>
                  <a:lnTo>
                    <a:pt x="395424" y="259863"/>
                  </a:lnTo>
                  <a:lnTo>
                    <a:pt x="395938" y="259561"/>
                  </a:lnTo>
                  <a:lnTo>
                    <a:pt x="396226" y="259767"/>
                  </a:lnTo>
                  <a:lnTo>
                    <a:pt x="396550" y="259774"/>
                  </a:lnTo>
                  <a:lnTo>
                    <a:pt x="396969" y="259386"/>
                  </a:lnTo>
                  <a:lnTo>
                    <a:pt x="397316" y="258954"/>
                  </a:lnTo>
                  <a:lnTo>
                    <a:pt x="397443" y="258941"/>
                  </a:lnTo>
                  <a:lnTo>
                    <a:pt x="397866" y="258946"/>
                  </a:lnTo>
                  <a:lnTo>
                    <a:pt x="398064" y="259013"/>
                  </a:lnTo>
                  <a:lnTo>
                    <a:pt x="398342" y="259107"/>
                  </a:lnTo>
                  <a:lnTo>
                    <a:pt x="398483" y="259162"/>
                  </a:lnTo>
                  <a:lnTo>
                    <a:pt x="398638" y="259328"/>
                  </a:lnTo>
                  <a:lnTo>
                    <a:pt x="398721" y="259456"/>
                  </a:lnTo>
                  <a:lnTo>
                    <a:pt x="398997" y="259515"/>
                  </a:lnTo>
                  <a:lnTo>
                    <a:pt x="399353" y="259828"/>
                  </a:lnTo>
                  <a:lnTo>
                    <a:pt x="399500" y="259914"/>
                  </a:lnTo>
                  <a:lnTo>
                    <a:pt x="399695" y="260131"/>
                  </a:lnTo>
                  <a:lnTo>
                    <a:pt x="400000" y="260155"/>
                  </a:lnTo>
                  <a:lnTo>
                    <a:pt x="400080" y="259914"/>
                  </a:lnTo>
                  <a:lnTo>
                    <a:pt x="400287" y="259679"/>
                  </a:lnTo>
                  <a:lnTo>
                    <a:pt x="400476" y="259697"/>
                  </a:lnTo>
                  <a:lnTo>
                    <a:pt x="400400" y="260017"/>
                  </a:lnTo>
                  <a:lnTo>
                    <a:pt x="400394" y="260149"/>
                  </a:lnTo>
                  <a:lnTo>
                    <a:pt x="400575" y="260594"/>
                  </a:lnTo>
                  <a:lnTo>
                    <a:pt x="400639" y="260738"/>
                  </a:lnTo>
                  <a:lnTo>
                    <a:pt x="400973" y="261073"/>
                  </a:lnTo>
                  <a:lnTo>
                    <a:pt x="401319" y="261524"/>
                  </a:lnTo>
                  <a:lnTo>
                    <a:pt x="401721" y="262142"/>
                  </a:lnTo>
                  <a:lnTo>
                    <a:pt x="401748" y="262447"/>
                  </a:lnTo>
                  <a:lnTo>
                    <a:pt x="402081" y="262801"/>
                  </a:lnTo>
                  <a:lnTo>
                    <a:pt x="402345" y="263358"/>
                  </a:lnTo>
                  <a:lnTo>
                    <a:pt x="402693" y="263691"/>
                  </a:lnTo>
                  <a:lnTo>
                    <a:pt x="403076" y="263906"/>
                  </a:lnTo>
                  <a:lnTo>
                    <a:pt x="403269" y="264263"/>
                  </a:lnTo>
                  <a:lnTo>
                    <a:pt x="403482" y="264551"/>
                  </a:lnTo>
                  <a:lnTo>
                    <a:pt x="403612" y="264321"/>
                  </a:lnTo>
                  <a:lnTo>
                    <a:pt x="404018" y="264463"/>
                  </a:lnTo>
                  <a:lnTo>
                    <a:pt x="404221" y="264440"/>
                  </a:lnTo>
                  <a:lnTo>
                    <a:pt x="404663" y="264263"/>
                  </a:lnTo>
                  <a:lnTo>
                    <a:pt x="405100" y="264332"/>
                  </a:lnTo>
                  <a:lnTo>
                    <a:pt x="405383" y="264271"/>
                  </a:lnTo>
                  <a:lnTo>
                    <a:pt x="405711" y="264211"/>
                  </a:lnTo>
                  <a:lnTo>
                    <a:pt x="405853" y="264247"/>
                  </a:lnTo>
                  <a:lnTo>
                    <a:pt x="406227" y="264542"/>
                  </a:lnTo>
                  <a:lnTo>
                    <a:pt x="406641" y="264688"/>
                  </a:lnTo>
                  <a:lnTo>
                    <a:pt x="406781" y="264716"/>
                  </a:lnTo>
                  <a:lnTo>
                    <a:pt x="407252" y="264852"/>
                  </a:lnTo>
                  <a:lnTo>
                    <a:pt x="407483" y="264993"/>
                  </a:lnTo>
                  <a:lnTo>
                    <a:pt x="407696" y="265014"/>
                  </a:lnTo>
                  <a:lnTo>
                    <a:pt x="407871" y="264834"/>
                  </a:lnTo>
                  <a:lnTo>
                    <a:pt x="408115" y="264657"/>
                  </a:lnTo>
                  <a:lnTo>
                    <a:pt x="408591" y="264692"/>
                  </a:lnTo>
                  <a:lnTo>
                    <a:pt x="408978" y="264920"/>
                  </a:lnTo>
                  <a:lnTo>
                    <a:pt x="409096" y="265099"/>
                  </a:lnTo>
                  <a:lnTo>
                    <a:pt x="409208" y="265315"/>
                  </a:lnTo>
                  <a:lnTo>
                    <a:pt x="409172" y="265530"/>
                  </a:lnTo>
                  <a:lnTo>
                    <a:pt x="409364" y="265566"/>
                  </a:lnTo>
                  <a:lnTo>
                    <a:pt x="409701" y="265302"/>
                  </a:lnTo>
                  <a:lnTo>
                    <a:pt x="409930" y="265598"/>
                  </a:lnTo>
                  <a:lnTo>
                    <a:pt x="410112" y="265669"/>
                  </a:lnTo>
                  <a:lnTo>
                    <a:pt x="410674" y="265618"/>
                  </a:lnTo>
                  <a:lnTo>
                    <a:pt x="410595" y="265258"/>
                  </a:lnTo>
                  <a:lnTo>
                    <a:pt x="411113" y="265486"/>
                  </a:lnTo>
                  <a:lnTo>
                    <a:pt x="411313" y="265377"/>
                  </a:lnTo>
                  <a:lnTo>
                    <a:pt x="411451" y="265144"/>
                  </a:lnTo>
                  <a:lnTo>
                    <a:pt x="411699" y="265064"/>
                  </a:lnTo>
                  <a:lnTo>
                    <a:pt x="412039" y="265070"/>
                  </a:lnTo>
                  <a:lnTo>
                    <a:pt x="412325" y="264982"/>
                  </a:lnTo>
                  <a:lnTo>
                    <a:pt x="412694" y="264940"/>
                  </a:lnTo>
                  <a:lnTo>
                    <a:pt x="412878" y="265271"/>
                  </a:lnTo>
                  <a:lnTo>
                    <a:pt x="413012" y="265236"/>
                  </a:lnTo>
                  <a:lnTo>
                    <a:pt x="412824" y="264645"/>
                  </a:lnTo>
                  <a:lnTo>
                    <a:pt x="413205" y="264088"/>
                  </a:lnTo>
                  <a:lnTo>
                    <a:pt x="413335" y="263707"/>
                  </a:lnTo>
                  <a:lnTo>
                    <a:pt x="413627" y="263599"/>
                  </a:lnTo>
                  <a:lnTo>
                    <a:pt x="413877" y="263636"/>
                  </a:lnTo>
                  <a:lnTo>
                    <a:pt x="414068" y="264264"/>
                  </a:lnTo>
                  <a:lnTo>
                    <a:pt x="414264" y="264440"/>
                  </a:lnTo>
                  <a:lnTo>
                    <a:pt x="414413" y="264561"/>
                  </a:lnTo>
                  <a:lnTo>
                    <a:pt x="414360" y="264777"/>
                  </a:lnTo>
                  <a:lnTo>
                    <a:pt x="414502" y="265038"/>
                  </a:lnTo>
                  <a:lnTo>
                    <a:pt x="414780" y="265059"/>
                  </a:lnTo>
                  <a:lnTo>
                    <a:pt x="414877" y="264865"/>
                  </a:lnTo>
                  <a:lnTo>
                    <a:pt x="415110" y="264666"/>
                  </a:lnTo>
                  <a:lnTo>
                    <a:pt x="415093" y="264408"/>
                  </a:lnTo>
                  <a:lnTo>
                    <a:pt x="415314" y="264227"/>
                  </a:lnTo>
                  <a:lnTo>
                    <a:pt x="415548" y="263974"/>
                  </a:lnTo>
                  <a:lnTo>
                    <a:pt x="415427" y="263587"/>
                  </a:lnTo>
                  <a:lnTo>
                    <a:pt x="415577" y="263574"/>
                  </a:lnTo>
                  <a:lnTo>
                    <a:pt x="415801" y="263664"/>
                  </a:lnTo>
                  <a:lnTo>
                    <a:pt x="416098" y="263654"/>
                  </a:lnTo>
                  <a:lnTo>
                    <a:pt x="416347" y="263766"/>
                  </a:lnTo>
                  <a:lnTo>
                    <a:pt x="416603" y="263763"/>
                  </a:lnTo>
                  <a:lnTo>
                    <a:pt x="416834" y="263721"/>
                  </a:lnTo>
                  <a:lnTo>
                    <a:pt x="416971" y="263770"/>
                  </a:lnTo>
                  <a:lnTo>
                    <a:pt x="417078" y="264026"/>
                  </a:lnTo>
                  <a:lnTo>
                    <a:pt x="417137" y="264313"/>
                  </a:lnTo>
                  <a:lnTo>
                    <a:pt x="417021" y="264508"/>
                  </a:lnTo>
                  <a:lnTo>
                    <a:pt x="416860" y="265056"/>
                  </a:lnTo>
                  <a:lnTo>
                    <a:pt x="416945" y="265434"/>
                  </a:lnTo>
                  <a:lnTo>
                    <a:pt x="416964" y="265668"/>
                  </a:lnTo>
                  <a:lnTo>
                    <a:pt x="416856" y="265816"/>
                  </a:lnTo>
                  <a:lnTo>
                    <a:pt x="416820" y="266100"/>
                  </a:lnTo>
                  <a:lnTo>
                    <a:pt x="416900" y="266509"/>
                  </a:lnTo>
                  <a:lnTo>
                    <a:pt x="416727" y="266635"/>
                  </a:lnTo>
                  <a:lnTo>
                    <a:pt x="416861" y="266940"/>
                  </a:lnTo>
                  <a:lnTo>
                    <a:pt x="417296" y="267090"/>
                  </a:lnTo>
                  <a:lnTo>
                    <a:pt x="417273" y="267484"/>
                  </a:lnTo>
                  <a:lnTo>
                    <a:pt x="417086" y="267752"/>
                  </a:lnTo>
                  <a:lnTo>
                    <a:pt x="416508" y="267716"/>
                  </a:lnTo>
                  <a:lnTo>
                    <a:pt x="416493" y="268276"/>
                  </a:lnTo>
                  <a:lnTo>
                    <a:pt x="416495" y="268558"/>
                  </a:lnTo>
                  <a:lnTo>
                    <a:pt x="416319" y="269048"/>
                  </a:lnTo>
                  <a:lnTo>
                    <a:pt x="416300" y="269462"/>
                  </a:lnTo>
                  <a:lnTo>
                    <a:pt x="415969" y="269464"/>
                  </a:lnTo>
                  <a:lnTo>
                    <a:pt x="415612" y="269702"/>
                  </a:lnTo>
                  <a:lnTo>
                    <a:pt x="415595" y="270051"/>
                  </a:lnTo>
                  <a:lnTo>
                    <a:pt x="415467" y="270153"/>
                  </a:lnTo>
                  <a:lnTo>
                    <a:pt x="415410" y="270461"/>
                  </a:lnTo>
                  <a:lnTo>
                    <a:pt x="415467" y="270758"/>
                  </a:lnTo>
                  <a:lnTo>
                    <a:pt x="415290" y="271259"/>
                  </a:lnTo>
                  <a:lnTo>
                    <a:pt x="415282" y="271547"/>
                  </a:lnTo>
                  <a:lnTo>
                    <a:pt x="415260" y="271885"/>
                  </a:lnTo>
                  <a:lnTo>
                    <a:pt x="415386" y="272324"/>
                  </a:lnTo>
                  <a:lnTo>
                    <a:pt x="415493" y="272662"/>
                  </a:lnTo>
                  <a:lnTo>
                    <a:pt x="415506" y="273481"/>
                  </a:lnTo>
                  <a:lnTo>
                    <a:pt x="415617" y="274054"/>
                  </a:lnTo>
                  <a:lnTo>
                    <a:pt x="415781" y="274617"/>
                  </a:lnTo>
                  <a:lnTo>
                    <a:pt x="416123" y="274973"/>
                  </a:lnTo>
                  <a:lnTo>
                    <a:pt x="416487" y="274764"/>
                  </a:lnTo>
                  <a:lnTo>
                    <a:pt x="416831" y="274711"/>
                  </a:lnTo>
                  <a:lnTo>
                    <a:pt x="417148" y="274745"/>
                  </a:lnTo>
                  <a:lnTo>
                    <a:pt x="417304" y="274672"/>
                  </a:lnTo>
                  <a:lnTo>
                    <a:pt x="417521" y="273919"/>
                  </a:lnTo>
                  <a:lnTo>
                    <a:pt x="417746" y="273841"/>
                  </a:lnTo>
                  <a:lnTo>
                    <a:pt x="418009" y="273884"/>
                  </a:lnTo>
                  <a:lnTo>
                    <a:pt x="418271" y="273770"/>
                  </a:lnTo>
                  <a:lnTo>
                    <a:pt x="418452" y="273547"/>
                  </a:lnTo>
                  <a:lnTo>
                    <a:pt x="418571" y="273395"/>
                  </a:lnTo>
                  <a:lnTo>
                    <a:pt x="418972" y="273314"/>
                  </a:lnTo>
                  <a:lnTo>
                    <a:pt x="419181" y="273427"/>
                  </a:lnTo>
                  <a:lnTo>
                    <a:pt x="419478" y="273585"/>
                  </a:lnTo>
                  <a:lnTo>
                    <a:pt x="419620" y="273586"/>
                  </a:lnTo>
                  <a:lnTo>
                    <a:pt x="419830" y="273610"/>
                  </a:lnTo>
                  <a:lnTo>
                    <a:pt x="419857" y="273765"/>
                  </a:lnTo>
                  <a:lnTo>
                    <a:pt x="419873" y="274015"/>
                  </a:lnTo>
                  <a:lnTo>
                    <a:pt x="420020" y="274043"/>
                  </a:lnTo>
                  <a:lnTo>
                    <a:pt x="420263" y="274153"/>
                  </a:lnTo>
                  <a:lnTo>
                    <a:pt x="420382" y="274462"/>
                  </a:lnTo>
                  <a:lnTo>
                    <a:pt x="420547" y="274652"/>
                  </a:lnTo>
                  <a:lnTo>
                    <a:pt x="420585" y="274885"/>
                  </a:lnTo>
                  <a:lnTo>
                    <a:pt x="420701" y="275169"/>
                  </a:lnTo>
                  <a:lnTo>
                    <a:pt x="420930" y="275287"/>
                  </a:lnTo>
                  <a:lnTo>
                    <a:pt x="421028" y="275496"/>
                  </a:lnTo>
                  <a:lnTo>
                    <a:pt x="421319" y="275660"/>
                  </a:lnTo>
                  <a:lnTo>
                    <a:pt x="421566" y="275621"/>
                  </a:lnTo>
                  <a:lnTo>
                    <a:pt x="421868" y="275603"/>
                  </a:lnTo>
                  <a:lnTo>
                    <a:pt x="422113" y="275607"/>
                  </a:lnTo>
                  <a:lnTo>
                    <a:pt x="422430" y="275682"/>
                  </a:lnTo>
                  <a:lnTo>
                    <a:pt x="422406" y="275988"/>
                  </a:lnTo>
                  <a:lnTo>
                    <a:pt x="422299" y="276134"/>
                  </a:lnTo>
                  <a:lnTo>
                    <a:pt x="422181" y="276407"/>
                  </a:lnTo>
                  <a:lnTo>
                    <a:pt x="422396" y="276685"/>
                  </a:lnTo>
                  <a:lnTo>
                    <a:pt x="422699" y="276662"/>
                  </a:lnTo>
                  <a:lnTo>
                    <a:pt x="422868" y="276524"/>
                  </a:lnTo>
                  <a:lnTo>
                    <a:pt x="423288" y="276490"/>
                  </a:lnTo>
                  <a:lnTo>
                    <a:pt x="423341" y="276897"/>
                  </a:lnTo>
                  <a:lnTo>
                    <a:pt x="423530" y="276936"/>
                  </a:lnTo>
                  <a:lnTo>
                    <a:pt x="423664" y="276870"/>
                  </a:lnTo>
                  <a:lnTo>
                    <a:pt x="423891" y="276774"/>
                  </a:lnTo>
                  <a:lnTo>
                    <a:pt x="424131" y="276590"/>
                  </a:lnTo>
                  <a:lnTo>
                    <a:pt x="424476" y="276630"/>
                  </a:lnTo>
                  <a:lnTo>
                    <a:pt x="424733" y="276756"/>
                  </a:lnTo>
                  <a:lnTo>
                    <a:pt x="425009" y="276499"/>
                  </a:lnTo>
                  <a:lnTo>
                    <a:pt x="425194" y="276524"/>
                  </a:lnTo>
                  <a:lnTo>
                    <a:pt x="425679" y="276938"/>
                  </a:lnTo>
                  <a:lnTo>
                    <a:pt x="425885" y="276935"/>
                  </a:lnTo>
                  <a:lnTo>
                    <a:pt x="426242" y="276857"/>
                  </a:lnTo>
                  <a:lnTo>
                    <a:pt x="426382" y="276601"/>
                  </a:lnTo>
                  <a:lnTo>
                    <a:pt x="426299" y="276919"/>
                  </a:lnTo>
                  <a:lnTo>
                    <a:pt x="426043" y="277542"/>
                  </a:lnTo>
                  <a:lnTo>
                    <a:pt x="426332" y="278007"/>
                  </a:lnTo>
                  <a:lnTo>
                    <a:pt x="426409" y="278272"/>
                  </a:lnTo>
                  <a:lnTo>
                    <a:pt x="426323" y="278581"/>
                  </a:lnTo>
                  <a:lnTo>
                    <a:pt x="426325" y="278850"/>
                  </a:lnTo>
                  <a:lnTo>
                    <a:pt x="426527" y="278966"/>
                  </a:lnTo>
                  <a:lnTo>
                    <a:pt x="426850" y="279151"/>
                  </a:lnTo>
                  <a:lnTo>
                    <a:pt x="427095" y="279079"/>
                  </a:lnTo>
                  <a:lnTo>
                    <a:pt x="427313" y="279057"/>
                  </a:lnTo>
                  <a:lnTo>
                    <a:pt x="427844" y="279252"/>
                  </a:lnTo>
                  <a:lnTo>
                    <a:pt x="428013" y="279379"/>
                  </a:lnTo>
                  <a:lnTo>
                    <a:pt x="428216" y="279438"/>
                  </a:lnTo>
                  <a:lnTo>
                    <a:pt x="428309" y="279599"/>
                  </a:lnTo>
                  <a:lnTo>
                    <a:pt x="428416" y="279836"/>
                  </a:lnTo>
                  <a:lnTo>
                    <a:pt x="428610" y="280089"/>
                  </a:lnTo>
                  <a:lnTo>
                    <a:pt x="428623" y="280279"/>
                  </a:lnTo>
                  <a:lnTo>
                    <a:pt x="428875" y="280276"/>
                  </a:lnTo>
                  <a:lnTo>
                    <a:pt x="429060" y="280191"/>
                  </a:lnTo>
                  <a:lnTo>
                    <a:pt x="429244" y="280018"/>
                  </a:lnTo>
                  <a:lnTo>
                    <a:pt x="429511" y="279623"/>
                  </a:lnTo>
                  <a:lnTo>
                    <a:pt x="430256" y="279177"/>
                  </a:lnTo>
                  <a:lnTo>
                    <a:pt x="430475" y="279172"/>
                  </a:lnTo>
                  <a:lnTo>
                    <a:pt x="430788" y="279264"/>
                  </a:lnTo>
                  <a:lnTo>
                    <a:pt x="430895" y="279650"/>
                  </a:lnTo>
                  <a:lnTo>
                    <a:pt x="431387" y="279542"/>
                  </a:lnTo>
                  <a:lnTo>
                    <a:pt x="431666" y="279402"/>
                  </a:lnTo>
                  <a:lnTo>
                    <a:pt x="431829" y="279369"/>
                  </a:lnTo>
                  <a:lnTo>
                    <a:pt x="432158" y="279349"/>
                  </a:lnTo>
                  <a:lnTo>
                    <a:pt x="432720" y="279020"/>
                  </a:lnTo>
                  <a:lnTo>
                    <a:pt x="433104" y="279197"/>
                  </a:lnTo>
                  <a:lnTo>
                    <a:pt x="433350" y="279329"/>
                  </a:lnTo>
                  <a:lnTo>
                    <a:pt x="433682" y="279554"/>
                  </a:lnTo>
                  <a:lnTo>
                    <a:pt x="433811" y="279601"/>
                  </a:lnTo>
                  <a:lnTo>
                    <a:pt x="433830" y="279404"/>
                  </a:lnTo>
                  <a:lnTo>
                    <a:pt x="433977" y="279113"/>
                  </a:lnTo>
                  <a:lnTo>
                    <a:pt x="434240" y="278881"/>
                  </a:lnTo>
                  <a:lnTo>
                    <a:pt x="434513" y="278588"/>
                  </a:lnTo>
                  <a:lnTo>
                    <a:pt x="434801" y="278384"/>
                  </a:lnTo>
                  <a:lnTo>
                    <a:pt x="434830" y="278219"/>
                  </a:lnTo>
                  <a:lnTo>
                    <a:pt x="435083" y="278113"/>
                  </a:lnTo>
                  <a:lnTo>
                    <a:pt x="435503" y="278028"/>
                  </a:lnTo>
                  <a:lnTo>
                    <a:pt x="435723" y="278493"/>
                  </a:lnTo>
                  <a:lnTo>
                    <a:pt x="435673" y="278801"/>
                  </a:lnTo>
                  <a:lnTo>
                    <a:pt x="435732" y="278957"/>
                  </a:lnTo>
                  <a:lnTo>
                    <a:pt x="435896" y="279243"/>
                  </a:lnTo>
                  <a:lnTo>
                    <a:pt x="436219" y="279208"/>
                  </a:lnTo>
                  <a:lnTo>
                    <a:pt x="436229" y="279428"/>
                  </a:lnTo>
                  <a:lnTo>
                    <a:pt x="436571" y="279566"/>
                  </a:lnTo>
                  <a:lnTo>
                    <a:pt x="436721" y="279257"/>
                  </a:lnTo>
                  <a:lnTo>
                    <a:pt x="436745" y="278956"/>
                  </a:lnTo>
                  <a:lnTo>
                    <a:pt x="436909" y="278767"/>
                  </a:lnTo>
                  <a:lnTo>
                    <a:pt x="437105" y="278477"/>
                  </a:lnTo>
                  <a:lnTo>
                    <a:pt x="436816" y="278131"/>
                  </a:lnTo>
                  <a:lnTo>
                    <a:pt x="436966" y="277869"/>
                  </a:lnTo>
                  <a:lnTo>
                    <a:pt x="437185" y="277807"/>
                  </a:lnTo>
                  <a:lnTo>
                    <a:pt x="437241" y="277523"/>
                  </a:lnTo>
                  <a:lnTo>
                    <a:pt x="437405" y="277240"/>
                  </a:lnTo>
                  <a:lnTo>
                    <a:pt x="437557" y="277003"/>
                  </a:lnTo>
                  <a:lnTo>
                    <a:pt x="437653" y="276763"/>
                  </a:lnTo>
                  <a:lnTo>
                    <a:pt x="437803" y="276493"/>
                  </a:lnTo>
                  <a:lnTo>
                    <a:pt x="438149" y="276855"/>
                  </a:lnTo>
                  <a:lnTo>
                    <a:pt x="438334" y="276958"/>
                  </a:lnTo>
                  <a:lnTo>
                    <a:pt x="438750" y="277153"/>
                  </a:lnTo>
                  <a:lnTo>
                    <a:pt x="439003" y="277060"/>
                  </a:lnTo>
                  <a:lnTo>
                    <a:pt x="439211" y="277228"/>
                  </a:lnTo>
                  <a:lnTo>
                    <a:pt x="439717" y="277357"/>
                  </a:lnTo>
                  <a:lnTo>
                    <a:pt x="440105" y="277399"/>
                  </a:lnTo>
                  <a:lnTo>
                    <a:pt x="440443" y="277522"/>
                  </a:lnTo>
                  <a:lnTo>
                    <a:pt x="440816" y="277568"/>
                  </a:lnTo>
                  <a:lnTo>
                    <a:pt x="440958" y="277563"/>
                  </a:lnTo>
                  <a:lnTo>
                    <a:pt x="441043" y="277110"/>
                  </a:lnTo>
                  <a:lnTo>
                    <a:pt x="441259" y="276974"/>
                  </a:lnTo>
                  <a:lnTo>
                    <a:pt x="441684" y="276727"/>
                  </a:lnTo>
                  <a:lnTo>
                    <a:pt x="442095" y="276381"/>
                  </a:lnTo>
                  <a:lnTo>
                    <a:pt x="441907" y="276107"/>
                  </a:lnTo>
                  <a:lnTo>
                    <a:pt x="441627" y="275948"/>
                  </a:lnTo>
                  <a:lnTo>
                    <a:pt x="441600" y="275769"/>
                  </a:lnTo>
                  <a:lnTo>
                    <a:pt x="441772" y="275411"/>
                  </a:lnTo>
                  <a:lnTo>
                    <a:pt x="441894" y="275206"/>
                  </a:lnTo>
                  <a:lnTo>
                    <a:pt x="441504" y="275046"/>
                  </a:lnTo>
                  <a:lnTo>
                    <a:pt x="441505" y="274804"/>
                  </a:lnTo>
                  <a:lnTo>
                    <a:pt x="441681" y="274376"/>
                  </a:lnTo>
                  <a:lnTo>
                    <a:pt x="442003" y="274258"/>
                  </a:lnTo>
                  <a:lnTo>
                    <a:pt x="442200" y="274000"/>
                  </a:lnTo>
                  <a:lnTo>
                    <a:pt x="442509" y="273882"/>
                  </a:lnTo>
                  <a:lnTo>
                    <a:pt x="442650" y="273761"/>
                  </a:lnTo>
                  <a:lnTo>
                    <a:pt x="442746" y="273597"/>
                  </a:lnTo>
                  <a:lnTo>
                    <a:pt x="442702" y="273232"/>
                  </a:lnTo>
                  <a:lnTo>
                    <a:pt x="442520" y="272880"/>
                  </a:lnTo>
                  <a:lnTo>
                    <a:pt x="442630" y="272683"/>
                  </a:lnTo>
                  <a:lnTo>
                    <a:pt x="443222" y="272412"/>
                  </a:lnTo>
                  <a:lnTo>
                    <a:pt x="444247" y="272394"/>
                  </a:lnTo>
                  <a:lnTo>
                    <a:pt x="444474" y="272404"/>
                  </a:lnTo>
                  <a:lnTo>
                    <a:pt x="444888" y="272549"/>
                  </a:lnTo>
                  <a:lnTo>
                    <a:pt x="445059" y="272737"/>
                  </a:lnTo>
                  <a:lnTo>
                    <a:pt x="444997" y="272887"/>
                  </a:lnTo>
                  <a:lnTo>
                    <a:pt x="444978" y="273152"/>
                  </a:lnTo>
                  <a:lnTo>
                    <a:pt x="444996" y="273377"/>
                  </a:lnTo>
                  <a:lnTo>
                    <a:pt x="445091" y="273674"/>
                  </a:lnTo>
                  <a:lnTo>
                    <a:pt x="445328" y="273875"/>
                  </a:lnTo>
                  <a:lnTo>
                    <a:pt x="445585" y="274162"/>
                  </a:lnTo>
                  <a:lnTo>
                    <a:pt x="445777" y="274170"/>
                  </a:lnTo>
                  <a:lnTo>
                    <a:pt x="445769" y="274324"/>
                  </a:lnTo>
                  <a:lnTo>
                    <a:pt x="445723" y="274590"/>
                  </a:lnTo>
                  <a:lnTo>
                    <a:pt x="445950" y="274609"/>
                  </a:lnTo>
                  <a:lnTo>
                    <a:pt x="446233" y="274607"/>
                  </a:lnTo>
                  <a:lnTo>
                    <a:pt x="446637" y="275029"/>
                  </a:lnTo>
                  <a:lnTo>
                    <a:pt x="446841" y="275105"/>
                  </a:lnTo>
                  <a:lnTo>
                    <a:pt x="447146" y="274941"/>
                  </a:lnTo>
                  <a:lnTo>
                    <a:pt x="447432" y="275017"/>
                  </a:lnTo>
                  <a:lnTo>
                    <a:pt x="447586" y="274989"/>
                  </a:lnTo>
                  <a:lnTo>
                    <a:pt x="447844" y="275030"/>
                  </a:lnTo>
                  <a:lnTo>
                    <a:pt x="447550" y="275461"/>
                  </a:lnTo>
                  <a:lnTo>
                    <a:pt x="447575" y="275988"/>
                  </a:lnTo>
                  <a:lnTo>
                    <a:pt x="447382" y="276384"/>
                  </a:lnTo>
                  <a:lnTo>
                    <a:pt x="447115" y="276924"/>
                  </a:lnTo>
                  <a:lnTo>
                    <a:pt x="446936" y="277174"/>
                  </a:lnTo>
                  <a:lnTo>
                    <a:pt x="447070" y="277648"/>
                  </a:lnTo>
                  <a:lnTo>
                    <a:pt x="446995" y="278043"/>
                  </a:lnTo>
                  <a:lnTo>
                    <a:pt x="446742" y="278240"/>
                  </a:lnTo>
                  <a:lnTo>
                    <a:pt x="446686" y="278501"/>
                  </a:lnTo>
                  <a:lnTo>
                    <a:pt x="446714" y="278635"/>
                  </a:lnTo>
                  <a:lnTo>
                    <a:pt x="446885" y="278946"/>
                  </a:lnTo>
                  <a:lnTo>
                    <a:pt x="446883" y="279092"/>
                  </a:lnTo>
                  <a:lnTo>
                    <a:pt x="447003" y="279501"/>
                  </a:lnTo>
                  <a:lnTo>
                    <a:pt x="446965" y="279841"/>
                  </a:lnTo>
                  <a:lnTo>
                    <a:pt x="446867" y="280106"/>
                  </a:lnTo>
                  <a:lnTo>
                    <a:pt x="446643" y="280528"/>
                  </a:lnTo>
                  <a:lnTo>
                    <a:pt x="446569" y="280985"/>
                  </a:lnTo>
                  <a:lnTo>
                    <a:pt x="446614" y="281141"/>
                  </a:lnTo>
                  <a:lnTo>
                    <a:pt x="446721" y="281420"/>
                  </a:lnTo>
                  <a:lnTo>
                    <a:pt x="446880" y="281487"/>
                  </a:lnTo>
                  <a:lnTo>
                    <a:pt x="446935" y="281755"/>
                  </a:lnTo>
                  <a:lnTo>
                    <a:pt x="447070" y="282041"/>
                  </a:lnTo>
                  <a:lnTo>
                    <a:pt x="447203" y="282063"/>
                  </a:lnTo>
                  <a:lnTo>
                    <a:pt x="447716" y="281931"/>
                  </a:lnTo>
                  <a:lnTo>
                    <a:pt x="448042" y="282127"/>
                  </a:lnTo>
                  <a:lnTo>
                    <a:pt x="448391" y="282222"/>
                  </a:lnTo>
                  <a:lnTo>
                    <a:pt x="448582" y="282203"/>
                  </a:lnTo>
                  <a:lnTo>
                    <a:pt x="448840" y="282531"/>
                  </a:lnTo>
                  <a:lnTo>
                    <a:pt x="448963" y="282878"/>
                  </a:lnTo>
                  <a:lnTo>
                    <a:pt x="448870" y="283196"/>
                  </a:lnTo>
                  <a:lnTo>
                    <a:pt x="448541" y="283585"/>
                  </a:lnTo>
                  <a:lnTo>
                    <a:pt x="448779" y="283776"/>
                  </a:lnTo>
                  <a:lnTo>
                    <a:pt x="448853" y="283905"/>
                  </a:lnTo>
                  <a:lnTo>
                    <a:pt x="449088" y="284066"/>
                  </a:lnTo>
                  <a:lnTo>
                    <a:pt x="449264" y="283929"/>
                  </a:lnTo>
                  <a:lnTo>
                    <a:pt x="449478" y="283598"/>
                  </a:lnTo>
                  <a:lnTo>
                    <a:pt x="449621" y="283505"/>
                  </a:lnTo>
                  <a:lnTo>
                    <a:pt x="449947" y="283361"/>
                  </a:lnTo>
                  <a:lnTo>
                    <a:pt x="450092" y="283419"/>
                  </a:lnTo>
                  <a:lnTo>
                    <a:pt x="450248" y="283488"/>
                  </a:lnTo>
                  <a:lnTo>
                    <a:pt x="450629" y="283549"/>
                  </a:lnTo>
                  <a:lnTo>
                    <a:pt x="450725" y="283775"/>
                  </a:lnTo>
                  <a:lnTo>
                    <a:pt x="450780" y="283975"/>
                  </a:lnTo>
                  <a:lnTo>
                    <a:pt x="450819" y="284107"/>
                  </a:lnTo>
                  <a:lnTo>
                    <a:pt x="451124" y="284311"/>
                  </a:lnTo>
                  <a:lnTo>
                    <a:pt x="451428" y="284288"/>
                  </a:lnTo>
                  <a:lnTo>
                    <a:pt x="451603" y="284222"/>
                  </a:lnTo>
                  <a:lnTo>
                    <a:pt x="452093" y="283781"/>
                  </a:lnTo>
                  <a:lnTo>
                    <a:pt x="452304" y="283598"/>
                  </a:lnTo>
                  <a:lnTo>
                    <a:pt x="452582" y="283251"/>
                  </a:lnTo>
                  <a:lnTo>
                    <a:pt x="452812" y="283262"/>
                  </a:lnTo>
                  <a:lnTo>
                    <a:pt x="453090" y="283312"/>
                  </a:lnTo>
                  <a:lnTo>
                    <a:pt x="453281" y="283389"/>
                  </a:lnTo>
                  <a:lnTo>
                    <a:pt x="453412" y="283447"/>
                  </a:lnTo>
                  <a:lnTo>
                    <a:pt x="453608" y="283320"/>
                  </a:lnTo>
                  <a:lnTo>
                    <a:pt x="453904" y="283189"/>
                  </a:lnTo>
                  <a:lnTo>
                    <a:pt x="454075" y="283149"/>
                  </a:lnTo>
                  <a:lnTo>
                    <a:pt x="454208" y="283147"/>
                  </a:lnTo>
                  <a:lnTo>
                    <a:pt x="454369" y="283119"/>
                  </a:lnTo>
                  <a:lnTo>
                    <a:pt x="454523" y="283214"/>
                  </a:lnTo>
                  <a:lnTo>
                    <a:pt x="454772" y="283538"/>
                  </a:lnTo>
                  <a:lnTo>
                    <a:pt x="455065" y="283685"/>
                  </a:lnTo>
                  <a:lnTo>
                    <a:pt x="455221" y="283892"/>
                  </a:lnTo>
                  <a:lnTo>
                    <a:pt x="455165" y="284172"/>
                  </a:lnTo>
                  <a:lnTo>
                    <a:pt x="454916" y="284438"/>
                  </a:lnTo>
                  <a:lnTo>
                    <a:pt x="454402" y="284879"/>
                  </a:lnTo>
                  <a:lnTo>
                    <a:pt x="454697" y="285289"/>
                  </a:lnTo>
                  <a:lnTo>
                    <a:pt x="454709" y="285481"/>
                  </a:lnTo>
                  <a:lnTo>
                    <a:pt x="454542" y="285872"/>
                  </a:lnTo>
                  <a:lnTo>
                    <a:pt x="454414" y="285914"/>
                  </a:lnTo>
                  <a:lnTo>
                    <a:pt x="454518" y="286163"/>
                  </a:lnTo>
                  <a:lnTo>
                    <a:pt x="454899" y="286412"/>
                  </a:lnTo>
                  <a:lnTo>
                    <a:pt x="455489" y="286446"/>
                  </a:lnTo>
                  <a:lnTo>
                    <a:pt x="456030" y="286701"/>
                  </a:lnTo>
                  <a:lnTo>
                    <a:pt x="456394" y="286502"/>
                  </a:lnTo>
                  <a:lnTo>
                    <a:pt x="456378" y="286269"/>
                  </a:lnTo>
                  <a:lnTo>
                    <a:pt x="456587" y="286075"/>
                  </a:lnTo>
                  <a:lnTo>
                    <a:pt x="456705" y="286213"/>
                  </a:lnTo>
                  <a:lnTo>
                    <a:pt x="457165" y="286106"/>
                  </a:lnTo>
                  <a:lnTo>
                    <a:pt x="457377" y="286231"/>
                  </a:lnTo>
                  <a:lnTo>
                    <a:pt x="457661" y="286394"/>
                  </a:lnTo>
                  <a:lnTo>
                    <a:pt x="457758" y="286695"/>
                  </a:lnTo>
                  <a:lnTo>
                    <a:pt x="457728" y="287336"/>
                  </a:lnTo>
                  <a:lnTo>
                    <a:pt x="457813" y="287684"/>
                  </a:lnTo>
                  <a:lnTo>
                    <a:pt x="457918" y="287919"/>
                  </a:lnTo>
                  <a:lnTo>
                    <a:pt x="458255" y="288102"/>
                  </a:lnTo>
                  <a:lnTo>
                    <a:pt x="458387" y="287932"/>
                  </a:lnTo>
                  <a:lnTo>
                    <a:pt x="458583" y="287745"/>
                  </a:lnTo>
                  <a:lnTo>
                    <a:pt x="458680" y="288068"/>
                  </a:lnTo>
                  <a:lnTo>
                    <a:pt x="458613" y="288315"/>
                  </a:lnTo>
                  <a:lnTo>
                    <a:pt x="458430" y="288465"/>
                  </a:lnTo>
                  <a:lnTo>
                    <a:pt x="458456" y="289092"/>
                  </a:lnTo>
                  <a:lnTo>
                    <a:pt x="458349" y="289250"/>
                  </a:lnTo>
                  <a:lnTo>
                    <a:pt x="458261" y="289565"/>
                  </a:lnTo>
                  <a:lnTo>
                    <a:pt x="458321" y="289805"/>
                  </a:lnTo>
                  <a:lnTo>
                    <a:pt x="458454" y="289839"/>
                  </a:lnTo>
                  <a:lnTo>
                    <a:pt x="458744" y="290005"/>
                  </a:lnTo>
                  <a:lnTo>
                    <a:pt x="458819" y="290133"/>
                  </a:lnTo>
                  <a:lnTo>
                    <a:pt x="458899" y="290479"/>
                  </a:lnTo>
                  <a:lnTo>
                    <a:pt x="459119" y="290726"/>
                  </a:lnTo>
                  <a:lnTo>
                    <a:pt x="459463" y="290599"/>
                  </a:lnTo>
                  <a:lnTo>
                    <a:pt x="459611" y="290435"/>
                  </a:lnTo>
                  <a:lnTo>
                    <a:pt x="460079" y="290555"/>
                  </a:lnTo>
                  <a:lnTo>
                    <a:pt x="460271" y="290607"/>
                  </a:lnTo>
                  <a:lnTo>
                    <a:pt x="460405" y="290847"/>
                  </a:lnTo>
                  <a:lnTo>
                    <a:pt x="460560" y="290733"/>
                  </a:lnTo>
                  <a:lnTo>
                    <a:pt x="460728" y="290450"/>
                  </a:lnTo>
                  <a:lnTo>
                    <a:pt x="460880" y="290413"/>
                  </a:lnTo>
                  <a:lnTo>
                    <a:pt x="461134" y="290565"/>
                  </a:lnTo>
                  <a:lnTo>
                    <a:pt x="461277" y="290678"/>
                  </a:lnTo>
                  <a:lnTo>
                    <a:pt x="461373" y="290919"/>
                  </a:lnTo>
                  <a:lnTo>
                    <a:pt x="461638" y="291335"/>
                  </a:lnTo>
                  <a:lnTo>
                    <a:pt x="462070" y="292018"/>
                  </a:lnTo>
                  <a:lnTo>
                    <a:pt x="462236" y="292280"/>
                  </a:lnTo>
                  <a:lnTo>
                    <a:pt x="462288" y="292425"/>
                  </a:lnTo>
                  <a:lnTo>
                    <a:pt x="462279" y="292839"/>
                  </a:lnTo>
                  <a:lnTo>
                    <a:pt x="462249" y="293229"/>
                  </a:lnTo>
                  <a:lnTo>
                    <a:pt x="461938" y="294064"/>
                  </a:lnTo>
                  <a:lnTo>
                    <a:pt x="462128" y="294394"/>
                  </a:lnTo>
                  <a:lnTo>
                    <a:pt x="462321" y="294540"/>
                  </a:lnTo>
                  <a:lnTo>
                    <a:pt x="462461" y="294487"/>
                  </a:lnTo>
                  <a:lnTo>
                    <a:pt x="462541" y="294627"/>
                  </a:lnTo>
                  <a:lnTo>
                    <a:pt x="462631" y="294818"/>
                  </a:lnTo>
                  <a:lnTo>
                    <a:pt x="462544" y="295035"/>
                  </a:lnTo>
                  <a:lnTo>
                    <a:pt x="463087" y="295530"/>
                  </a:lnTo>
                  <a:lnTo>
                    <a:pt x="463056" y="295701"/>
                  </a:lnTo>
                  <a:lnTo>
                    <a:pt x="463014" y="295830"/>
                  </a:lnTo>
                  <a:lnTo>
                    <a:pt x="462910" y="296022"/>
                  </a:lnTo>
                  <a:lnTo>
                    <a:pt x="463108" y="296198"/>
                  </a:lnTo>
                  <a:lnTo>
                    <a:pt x="463302" y="296203"/>
                  </a:lnTo>
                  <a:lnTo>
                    <a:pt x="463629" y="296403"/>
                  </a:lnTo>
                  <a:lnTo>
                    <a:pt x="464026" y="296796"/>
                  </a:lnTo>
                  <a:lnTo>
                    <a:pt x="464145" y="296946"/>
                  </a:lnTo>
                  <a:lnTo>
                    <a:pt x="464440" y="297222"/>
                  </a:lnTo>
                  <a:lnTo>
                    <a:pt x="464802" y="296954"/>
                  </a:lnTo>
                  <a:lnTo>
                    <a:pt x="464926" y="296730"/>
                  </a:lnTo>
                  <a:lnTo>
                    <a:pt x="464955" y="296481"/>
                  </a:lnTo>
                  <a:lnTo>
                    <a:pt x="464860" y="296317"/>
                  </a:lnTo>
                  <a:lnTo>
                    <a:pt x="465073" y="296297"/>
                  </a:lnTo>
                  <a:lnTo>
                    <a:pt x="465288" y="296227"/>
                  </a:lnTo>
                  <a:lnTo>
                    <a:pt x="465285" y="296011"/>
                  </a:lnTo>
                  <a:lnTo>
                    <a:pt x="465258" y="295769"/>
                  </a:lnTo>
                  <a:lnTo>
                    <a:pt x="465571" y="295505"/>
                  </a:lnTo>
                  <a:lnTo>
                    <a:pt x="465971" y="295119"/>
                  </a:lnTo>
                  <a:lnTo>
                    <a:pt x="466187" y="295044"/>
                  </a:lnTo>
                  <a:lnTo>
                    <a:pt x="466377" y="295041"/>
                  </a:lnTo>
                  <a:lnTo>
                    <a:pt x="466744" y="294902"/>
                  </a:lnTo>
                  <a:lnTo>
                    <a:pt x="466864" y="294582"/>
                  </a:lnTo>
                  <a:lnTo>
                    <a:pt x="466924" y="294365"/>
                  </a:lnTo>
                  <a:lnTo>
                    <a:pt x="466999" y="294150"/>
                  </a:lnTo>
                  <a:lnTo>
                    <a:pt x="467105" y="293982"/>
                  </a:lnTo>
                  <a:lnTo>
                    <a:pt x="467134" y="293544"/>
                  </a:lnTo>
                  <a:lnTo>
                    <a:pt x="467115" y="293243"/>
                  </a:lnTo>
                  <a:lnTo>
                    <a:pt x="467269" y="293009"/>
                  </a:lnTo>
                  <a:lnTo>
                    <a:pt x="467639" y="293163"/>
                  </a:lnTo>
                  <a:lnTo>
                    <a:pt x="467968" y="293283"/>
                  </a:lnTo>
                  <a:lnTo>
                    <a:pt x="467981" y="293446"/>
                  </a:lnTo>
                  <a:lnTo>
                    <a:pt x="468155" y="293654"/>
                  </a:lnTo>
                  <a:lnTo>
                    <a:pt x="468404" y="293602"/>
                  </a:lnTo>
                  <a:lnTo>
                    <a:pt x="468948" y="293805"/>
                  </a:lnTo>
                  <a:lnTo>
                    <a:pt x="469136" y="293826"/>
                  </a:lnTo>
                  <a:lnTo>
                    <a:pt x="469461" y="294024"/>
                  </a:lnTo>
                  <a:lnTo>
                    <a:pt x="469950" y="294059"/>
                  </a:lnTo>
                  <a:lnTo>
                    <a:pt x="470412" y="294154"/>
                  </a:lnTo>
                  <a:lnTo>
                    <a:pt x="470401" y="294490"/>
                  </a:lnTo>
                  <a:lnTo>
                    <a:pt x="470354" y="294760"/>
                  </a:lnTo>
                  <a:lnTo>
                    <a:pt x="470352" y="294948"/>
                  </a:lnTo>
                  <a:lnTo>
                    <a:pt x="470470" y="295109"/>
                  </a:lnTo>
                  <a:lnTo>
                    <a:pt x="470644" y="295102"/>
                  </a:lnTo>
                  <a:lnTo>
                    <a:pt x="470807" y="295132"/>
                  </a:lnTo>
                  <a:lnTo>
                    <a:pt x="471120" y="295271"/>
                  </a:lnTo>
                  <a:lnTo>
                    <a:pt x="471349" y="295586"/>
                  </a:lnTo>
                  <a:lnTo>
                    <a:pt x="471416" y="295749"/>
                  </a:lnTo>
                  <a:lnTo>
                    <a:pt x="471502" y="296011"/>
                  </a:lnTo>
                  <a:lnTo>
                    <a:pt x="471440" y="296334"/>
                  </a:lnTo>
                  <a:lnTo>
                    <a:pt x="471609" y="296470"/>
                  </a:lnTo>
                  <a:lnTo>
                    <a:pt x="471767" y="296498"/>
                  </a:lnTo>
                  <a:lnTo>
                    <a:pt x="472105" y="296698"/>
                  </a:lnTo>
                  <a:lnTo>
                    <a:pt x="472486" y="297298"/>
                  </a:lnTo>
                  <a:lnTo>
                    <a:pt x="472799" y="297693"/>
                  </a:lnTo>
                  <a:lnTo>
                    <a:pt x="472854" y="297991"/>
                  </a:lnTo>
                  <a:lnTo>
                    <a:pt x="472970" y="298389"/>
                  </a:lnTo>
                  <a:lnTo>
                    <a:pt x="473083" y="298688"/>
                  </a:lnTo>
                  <a:lnTo>
                    <a:pt x="473011" y="298874"/>
                  </a:lnTo>
                  <a:lnTo>
                    <a:pt x="473162" y="299117"/>
                  </a:lnTo>
                  <a:lnTo>
                    <a:pt x="473461" y="299285"/>
                  </a:lnTo>
                  <a:lnTo>
                    <a:pt x="473686" y="299143"/>
                  </a:lnTo>
                  <a:lnTo>
                    <a:pt x="473938" y="298756"/>
                  </a:lnTo>
                  <a:lnTo>
                    <a:pt x="474168" y="298161"/>
                  </a:lnTo>
                  <a:lnTo>
                    <a:pt x="474515" y="298044"/>
                  </a:lnTo>
                  <a:lnTo>
                    <a:pt x="474758" y="298111"/>
                  </a:lnTo>
                  <a:lnTo>
                    <a:pt x="474919" y="298097"/>
                  </a:lnTo>
                  <a:lnTo>
                    <a:pt x="475176" y="298066"/>
                  </a:lnTo>
                  <a:lnTo>
                    <a:pt x="475508" y="298124"/>
                  </a:lnTo>
                  <a:lnTo>
                    <a:pt x="475852" y="298164"/>
                  </a:lnTo>
                  <a:lnTo>
                    <a:pt x="476572" y="297993"/>
                  </a:lnTo>
                  <a:lnTo>
                    <a:pt x="476713" y="297923"/>
                  </a:lnTo>
                  <a:lnTo>
                    <a:pt x="476827" y="297573"/>
                  </a:lnTo>
                  <a:lnTo>
                    <a:pt x="477018" y="297456"/>
                  </a:lnTo>
                  <a:lnTo>
                    <a:pt x="477151" y="297182"/>
                  </a:lnTo>
                  <a:lnTo>
                    <a:pt x="477402" y="297154"/>
                  </a:lnTo>
                  <a:lnTo>
                    <a:pt x="477594" y="297071"/>
                  </a:lnTo>
                  <a:lnTo>
                    <a:pt x="477999" y="296873"/>
                  </a:lnTo>
                  <a:lnTo>
                    <a:pt x="478322" y="296929"/>
                  </a:lnTo>
                  <a:lnTo>
                    <a:pt x="478448" y="297066"/>
                  </a:lnTo>
                  <a:lnTo>
                    <a:pt x="478565" y="297202"/>
                  </a:lnTo>
                  <a:lnTo>
                    <a:pt x="478645" y="297427"/>
                  </a:lnTo>
                  <a:lnTo>
                    <a:pt x="478714" y="297734"/>
                  </a:lnTo>
                  <a:lnTo>
                    <a:pt x="478964" y="298114"/>
                  </a:lnTo>
                  <a:lnTo>
                    <a:pt x="478810" y="298330"/>
                  </a:lnTo>
                  <a:lnTo>
                    <a:pt x="478913" y="298690"/>
                  </a:lnTo>
                  <a:lnTo>
                    <a:pt x="478909" y="298993"/>
                  </a:lnTo>
                  <a:lnTo>
                    <a:pt x="478932" y="299310"/>
                  </a:lnTo>
                  <a:lnTo>
                    <a:pt x="479039" y="299619"/>
                  </a:lnTo>
                  <a:lnTo>
                    <a:pt x="479194" y="299849"/>
                  </a:lnTo>
                  <a:lnTo>
                    <a:pt x="479464" y="300090"/>
                  </a:lnTo>
                  <a:lnTo>
                    <a:pt x="479668" y="300072"/>
                  </a:lnTo>
                  <a:lnTo>
                    <a:pt x="479937" y="299995"/>
                  </a:lnTo>
                  <a:lnTo>
                    <a:pt x="480210" y="300207"/>
                  </a:lnTo>
                  <a:lnTo>
                    <a:pt x="480356" y="300620"/>
                  </a:lnTo>
                  <a:lnTo>
                    <a:pt x="480670" y="300941"/>
                  </a:lnTo>
                  <a:lnTo>
                    <a:pt x="481025" y="301087"/>
                  </a:lnTo>
                  <a:lnTo>
                    <a:pt x="481180" y="301140"/>
                  </a:lnTo>
                  <a:lnTo>
                    <a:pt x="481398" y="301190"/>
                  </a:lnTo>
                  <a:lnTo>
                    <a:pt x="481499" y="301459"/>
                  </a:lnTo>
                  <a:lnTo>
                    <a:pt x="481478" y="301666"/>
                  </a:lnTo>
                  <a:lnTo>
                    <a:pt x="481282" y="302055"/>
                  </a:lnTo>
                  <a:lnTo>
                    <a:pt x="481148" y="302450"/>
                  </a:lnTo>
                  <a:lnTo>
                    <a:pt x="481462" y="302708"/>
                  </a:lnTo>
                  <a:lnTo>
                    <a:pt x="481611" y="302612"/>
                  </a:lnTo>
                  <a:lnTo>
                    <a:pt x="482006" y="302722"/>
                  </a:lnTo>
                  <a:lnTo>
                    <a:pt x="482228" y="302801"/>
                  </a:lnTo>
                  <a:lnTo>
                    <a:pt x="482542" y="302809"/>
                  </a:lnTo>
                  <a:lnTo>
                    <a:pt x="482682" y="302790"/>
                  </a:lnTo>
                  <a:lnTo>
                    <a:pt x="482873" y="302722"/>
                  </a:lnTo>
                  <a:lnTo>
                    <a:pt x="483303" y="302795"/>
                  </a:lnTo>
                  <a:lnTo>
                    <a:pt x="483674" y="302892"/>
                  </a:lnTo>
                  <a:lnTo>
                    <a:pt x="484271" y="303075"/>
                  </a:lnTo>
                  <a:lnTo>
                    <a:pt x="484441" y="303406"/>
                  </a:lnTo>
                  <a:lnTo>
                    <a:pt x="484368" y="303572"/>
                  </a:lnTo>
                  <a:lnTo>
                    <a:pt x="484365" y="303712"/>
                  </a:lnTo>
                  <a:lnTo>
                    <a:pt x="484381" y="303875"/>
                  </a:lnTo>
                  <a:lnTo>
                    <a:pt x="484895" y="304106"/>
                  </a:lnTo>
                  <a:lnTo>
                    <a:pt x="485049" y="304107"/>
                  </a:lnTo>
                  <a:lnTo>
                    <a:pt x="485183" y="304164"/>
                  </a:lnTo>
                  <a:lnTo>
                    <a:pt x="485471" y="304397"/>
                  </a:lnTo>
                  <a:lnTo>
                    <a:pt x="485619" y="304257"/>
                  </a:lnTo>
                  <a:lnTo>
                    <a:pt x="486247" y="304126"/>
                  </a:lnTo>
                  <a:lnTo>
                    <a:pt x="486474" y="304106"/>
                  </a:lnTo>
                  <a:lnTo>
                    <a:pt x="486774" y="304228"/>
                  </a:lnTo>
                  <a:lnTo>
                    <a:pt x="486722" y="304470"/>
                  </a:lnTo>
                  <a:lnTo>
                    <a:pt x="486844" y="305072"/>
                  </a:lnTo>
                  <a:lnTo>
                    <a:pt x="487040" y="305549"/>
                  </a:lnTo>
                  <a:lnTo>
                    <a:pt x="487229" y="305875"/>
                  </a:lnTo>
                  <a:lnTo>
                    <a:pt x="487188" y="306046"/>
                  </a:lnTo>
                  <a:lnTo>
                    <a:pt x="487353" y="306538"/>
                  </a:lnTo>
                  <a:lnTo>
                    <a:pt x="487362" y="306676"/>
                  </a:lnTo>
                  <a:lnTo>
                    <a:pt x="487412" y="307013"/>
                  </a:lnTo>
                  <a:lnTo>
                    <a:pt x="487397" y="307251"/>
                  </a:lnTo>
                  <a:lnTo>
                    <a:pt x="487267" y="307196"/>
                  </a:lnTo>
                  <a:lnTo>
                    <a:pt x="487085" y="307125"/>
                  </a:lnTo>
                  <a:lnTo>
                    <a:pt x="486738" y="307212"/>
                  </a:lnTo>
                  <a:lnTo>
                    <a:pt x="486572" y="307208"/>
                  </a:lnTo>
                  <a:lnTo>
                    <a:pt x="486438" y="307190"/>
                  </a:lnTo>
                  <a:lnTo>
                    <a:pt x="486303" y="307115"/>
                  </a:lnTo>
                  <a:lnTo>
                    <a:pt x="485798" y="307310"/>
                  </a:lnTo>
                  <a:lnTo>
                    <a:pt x="485497" y="307444"/>
                  </a:lnTo>
                  <a:lnTo>
                    <a:pt x="485353" y="307386"/>
                  </a:lnTo>
                  <a:lnTo>
                    <a:pt x="484979" y="307495"/>
                  </a:lnTo>
                  <a:lnTo>
                    <a:pt x="484851" y="307542"/>
                  </a:lnTo>
                  <a:lnTo>
                    <a:pt x="484529" y="307566"/>
                  </a:lnTo>
                  <a:lnTo>
                    <a:pt x="484348" y="307712"/>
                  </a:lnTo>
                  <a:lnTo>
                    <a:pt x="484247" y="307840"/>
                  </a:lnTo>
                  <a:lnTo>
                    <a:pt x="483989" y="307839"/>
                  </a:lnTo>
                  <a:lnTo>
                    <a:pt x="483796" y="308118"/>
                  </a:lnTo>
                  <a:lnTo>
                    <a:pt x="483560" y="308323"/>
                  </a:lnTo>
                  <a:lnTo>
                    <a:pt x="483229" y="308345"/>
                  </a:lnTo>
                  <a:lnTo>
                    <a:pt x="482746" y="308669"/>
                  </a:lnTo>
                  <a:lnTo>
                    <a:pt x="482596" y="308704"/>
                  </a:lnTo>
                  <a:lnTo>
                    <a:pt x="482685" y="309032"/>
                  </a:lnTo>
                  <a:lnTo>
                    <a:pt x="482306" y="309266"/>
                  </a:lnTo>
                  <a:lnTo>
                    <a:pt x="481681" y="309697"/>
                  </a:lnTo>
                  <a:lnTo>
                    <a:pt x="481651" y="309853"/>
                  </a:lnTo>
                  <a:lnTo>
                    <a:pt x="481620" y="309993"/>
                  </a:lnTo>
                  <a:lnTo>
                    <a:pt x="481412" y="310163"/>
                  </a:lnTo>
                  <a:lnTo>
                    <a:pt x="480917" y="310141"/>
                  </a:lnTo>
                  <a:lnTo>
                    <a:pt x="480900" y="310487"/>
                  </a:lnTo>
                  <a:lnTo>
                    <a:pt x="480748" y="310878"/>
                  </a:lnTo>
                  <a:lnTo>
                    <a:pt x="480534" y="311030"/>
                  </a:lnTo>
                  <a:lnTo>
                    <a:pt x="480120" y="311015"/>
                  </a:lnTo>
                  <a:lnTo>
                    <a:pt x="480010" y="310886"/>
                  </a:lnTo>
                  <a:lnTo>
                    <a:pt x="479791" y="310889"/>
                  </a:lnTo>
                  <a:lnTo>
                    <a:pt x="479610" y="311160"/>
                  </a:lnTo>
                  <a:lnTo>
                    <a:pt x="479053" y="311295"/>
                  </a:lnTo>
                  <a:lnTo>
                    <a:pt x="478850" y="311255"/>
                  </a:lnTo>
                  <a:lnTo>
                    <a:pt x="478427" y="311572"/>
                  </a:lnTo>
                  <a:lnTo>
                    <a:pt x="478240" y="311857"/>
                  </a:lnTo>
                  <a:lnTo>
                    <a:pt x="478070" y="311875"/>
                  </a:lnTo>
                  <a:lnTo>
                    <a:pt x="477811" y="311888"/>
                  </a:lnTo>
                  <a:lnTo>
                    <a:pt x="477557" y="312235"/>
                  </a:lnTo>
                  <a:lnTo>
                    <a:pt x="477260" y="312912"/>
                  </a:lnTo>
                  <a:lnTo>
                    <a:pt x="477137" y="313083"/>
                  </a:lnTo>
                  <a:lnTo>
                    <a:pt x="476790" y="313281"/>
                  </a:lnTo>
                  <a:lnTo>
                    <a:pt x="476742" y="313721"/>
                  </a:lnTo>
                  <a:lnTo>
                    <a:pt x="476725" y="313966"/>
                  </a:lnTo>
                  <a:lnTo>
                    <a:pt x="476979" y="314349"/>
                  </a:lnTo>
                  <a:lnTo>
                    <a:pt x="477342" y="314574"/>
                  </a:lnTo>
                  <a:lnTo>
                    <a:pt x="477520" y="314856"/>
                  </a:lnTo>
                  <a:lnTo>
                    <a:pt x="477470" y="315073"/>
                  </a:lnTo>
                  <a:lnTo>
                    <a:pt x="477681" y="315570"/>
                  </a:lnTo>
                  <a:lnTo>
                    <a:pt x="477373" y="315843"/>
                  </a:lnTo>
                  <a:lnTo>
                    <a:pt x="477164" y="315886"/>
                  </a:lnTo>
                  <a:lnTo>
                    <a:pt x="477305" y="316483"/>
                  </a:lnTo>
                  <a:lnTo>
                    <a:pt x="477638" y="316647"/>
                  </a:lnTo>
                  <a:lnTo>
                    <a:pt x="477913" y="316593"/>
                  </a:lnTo>
                  <a:lnTo>
                    <a:pt x="477747" y="317058"/>
                  </a:lnTo>
                  <a:lnTo>
                    <a:pt x="477442" y="317242"/>
                  </a:lnTo>
                  <a:lnTo>
                    <a:pt x="477272" y="317325"/>
                  </a:lnTo>
                  <a:lnTo>
                    <a:pt x="477006" y="317465"/>
                  </a:lnTo>
                  <a:lnTo>
                    <a:pt x="477000" y="317618"/>
                  </a:lnTo>
                  <a:lnTo>
                    <a:pt x="476826" y="318012"/>
                  </a:lnTo>
                  <a:lnTo>
                    <a:pt x="476479" y="318037"/>
                  </a:lnTo>
                  <a:lnTo>
                    <a:pt x="476337" y="317900"/>
                  </a:lnTo>
                  <a:lnTo>
                    <a:pt x="476127" y="317928"/>
                  </a:lnTo>
                  <a:lnTo>
                    <a:pt x="475949" y="318060"/>
                  </a:lnTo>
                  <a:lnTo>
                    <a:pt x="475287" y="318141"/>
                  </a:lnTo>
                  <a:lnTo>
                    <a:pt x="475010" y="317962"/>
                  </a:lnTo>
                  <a:lnTo>
                    <a:pt x="474673" y="317777"/>
                  </a:lnTo>
                  <a:lnTo>
                    <a:pt x="473888" y="317960"/>
                  </a:lnTo>
                  <a:lnTo>
                    <a:pt x="473469" y="318840"/>
                  </a:lnTo>
                  <a:lnTo>
                    <a:pt x="473425" y="319373"/>
                  </a:lnTo>
                  <a:lnTo>
                    <a:pt x="473406" y="319577"/>
                  </a:lnTo>
                  <a:lnTo>
                    <a:pt x="473261" y="319700"/>
                  </a:lnTo>
                  <a:lnTo>
                    <a:pt x="473116" y="320052"/>
                  </a:lnTo>
                  <a:lnTo>
                    <a:pt x="473068" y="320250"/>
                  </a:lnTo>
                  <a:lnTo>
                    <a:pt x="472966" y="320437"/>
                  </a:lnTo>
                  <a:lnTo>
                    <a:pt x="472898" y="321143"/>
                  </a:lnTo>
                  <a:lnTo>
                    <a:pt x="472763" y="321845"/>
                  </a:lnTo>
                  <a:lnTo>
                    <a:pt x="472913" y="321963"/>
                  </a:lnTo>
                  <a:lnTo>
                    <a:pt x="473137" y="322059"/>
                  </a:lnTo>
                  <a:lnTo>
                    <a:pt x="473255" y="322315"/>
                  </a:lnTo>
                  <a:lnTo>
                    <a:pt x="473300" y="322699"/>
                  </a:lnTo>
                  <a:lnTo>
                    <a:pt x="473429" y="322695"/>
                  </a:lnTo>
                  <a:lnTo>
                    <a:pt x="473725" y="322794"/>
                  </a:lnTo>
                  <a:lnTo>
                    <a:pt x="473759" y="322922"/>
                  </a:lnTo>
                  <a:lnTo>
                    <a:pt x="474071" y="323012"/>
                  </a:lnTo>
                  <a:lnTo>
                    <a:pt x="474414" y="323130"/>
                  </a:lnTo>
                  <a:lnTo>
                    <a:pt x="474404" y="323260"/>
                  </a:lnTo>
                  <a:lnTo>
                    <a:pt x="474439" y="323578"/>
                  </a:lnTo>
                  <a:lnTo>
                    <a:pt x="474562" y="324014"/>
                  </a:lnTo>
                  <a:lnTo>
                    <a:pt x="474798" y="324211"/>
                  </a:lnTo>
                  <a:lnTo>
                    <a:pt x="475038" y="324201"/>
                  </a:lnTo>
                  <a:lnTo>
                    <a:pt x="475192" y="324427"/>
                  </a:lnTo>
                  <a:lnTo>
                    <a:pt x="475174" y="324606"/>
                  </a:lnTo>
                  <a:lnTo>
                    <a:pt x="475213" y="324820"/>
                  </a:lnTo>
                  <a:lnTo>
                    <a:pt x="475252" y="325165"/>
                  </a:lnTo>
                  <a:lnTo>
                    <a:pt x="475043" y="325267"/>
                  </a:lnTo>
                  <a:lnTo>
                    <a:pt x="474857" y="325477"/>
                  </a:lnTo>
                  <a:lnTo>
                    <a:pt x="475204" y="326131"/>
                  </a:lnTo>
                  <a:lnTo>
                    <a:pt x="475324" y="326370"/>
                  </a:lnTo>
                  <a:lnTo>
                    <a:pt x="475641" y="326597"/>
                  </a:lnTo>
                  <a:lnTo>
                    <a:pt x="475698" y="326435"/>
                  </a:lnTo>
                  <a:lnTo>
                    <a:pt x="475903" y="326045"/>
                  </a:lnTo>
                  <a:lnTo>
                    <a:pt x="476152" y="326190"/>
                  </a:lnTo>
                  <a:lnTo>
                    <a:pt x="476285" y="326315"/>
                  </a:lnTo>
                  <a:lnTo>
                    <a:pt x="476877" y="326319"/>
                  </a:lnTo>
                  <a:lnTo>
                    <a:pt x="477102" y="326631"/>
                  </a:lnTo>
                  <a:lnTo>
                    <a:pt x="477193" y="326908"/>
                  </a:lnTo>
                  <a:lnTo>
                    <a:pt x="477415" y="326915"/>
                  </a:lnTo>
                  <a:lnTo>
                    <a:pt x="477695" y="326974"/>
                  </a:lnTo>
                  <a:lnTo>
                    <a:pt x="478247" y="327332"/>
                  </a:lnTo>
                  <a:lnTo>
                    <a:pt x="478303" y="327668"/>
                  </a:lnTo>
                  <a:lnTo>
                    <a:pt x="478166" y="327811"/>
                  </a:lnTo>
                  <a:lnTo>
                    <a:pt x="478077" y="327984"/>
                  </a:lnTo>
                  <a:lnTo>
                    <a:pt x="478282" y="328230"/>
                  </a:lnTo>
                  <a:lnTo>
                    <a:pt x="478460" y="328861"/>
                  </a:lnTo>
                  <a:lnTo>
                    <a:pt x="478708" y="329368"/>
                  </a:lnTo>
                  <a:lnTo>
                    <a:pt x="478897" y="329500"/>
                  </a:lnTo>
                  <a:lnTo>
                    <a:pt x="479058" y="329496"/>
                  </a:lnTo>
                  <a:lnTo>
                    <a:pt x="479343" y="329836"/>
                  </a:lnTo>
                  <a:lnTo>
                    <a:pt x="479482" y="330220"/>
                  </a:lnTo>
                  <a:lnTo>
                    <a:pt x="479557" y="330490"/>
                  </a:lnTo>
                  <a:lnTo>
                    <a:pt x="479978" y="330784"/>
                  </a:lnTo>
                  <a:lnTo>
                    <a:pt x="480138" y="330730"/>
                  </a:lnTo>
                  <a:lnTo>
                    <a:pt x="480333" y="330788"/>
                  </a:lnTo>
                  <a:lnTo>
                    <a:pt x="480022" y="331143"/>
                  </a:lnTo>
                  <a:lnTo>
                    <a:pt x="479711" y="331375"/>
                  </a:lnTo>
                  <a:lnTo>
                    <a:pt x="479545" y="331724"/>
                  </a:lnTo>
                  <a:lnTo>
                    <a:pt x="479562" y="331927"/>
                  </a:lnTo>
                  <a:lnTo>
                    <a:pt x="479388" y="332060"/>
                  </a:lnTo>
                  <a:lnTo>
                    <a:pt x="479378" y="332319"/>
                  </a:lnTo>
                  <a:lnTo>
                    <a:pt x="479127" y="332614"/>
                  </a:lnTo>
                  <a:lnTo>
                    <a:pt x="479312" y="333347"/>
                  </a:lnTo>
                  <a:lnTo>
                    <a:pt x="479021" y="333803"/>
                  </a:lnTo>
                  <a:lnTo>
                    <a:pt x="478986" y="333990"/>
                  </a:lnTo>
                  <a:lnTo>
                    <a:pt x="479015" y="334357"/>
                  </a:lnTo>
                  <a:lnTo>
                    <a:pt x="479174" y="334392"/>
                  </a:lnTo>
                  <a:lnTo>
                    <a:pt x="479489" y="334440"/>
                  </a:lnTo>
                  <a:lnTo>
                    <a:pt x="479733" y="334626"/>
                  </a:lnTo>
                  <a:lnTo>
                    <a:pt x="479936" y="334694"/>
                  </a:lnTo>
                  <a:lnTo>
                    <a:pt x="480104" y="334946"/>
                  </a:lnTo>
                  <a:lnTo>
                    <a:pt x="480175" y="335168"/>
                  </a:lnTo>
                  <a:lnTo>
                    <a:pt x="480223" y="335532"/>
                  </a:lnTo>
                  <a:lnTo>
                    <a:pt x="480395" y="335587"/>
                  </a:lnTo>
                  <a:lnTo>
                    <a:pt x="480580" y="335559"/>
                  </a:lnTo>
                  <a:lnTo>
                    <a:pt x="481038" y="335588"/>
                  </a:lnTo>
                  <a:lnTo>
                    <a:pt x="481372" y="335633"/>
                  </a:lnTo>
                  <a:lnTo>
                    <a:pt x="481422" y="335789"/>
                  </a:lnTo>
                  <a:lnTo>
                    <a:pt x="481321" y="336000"/>
                  </a:lnTo>
                  <a:lnTo>
                    <a:pt x="480984" y="336141"/>
                  </a:lnTo>
                  <a:lnTo>
                    <a:pt x="480788" y="335988"/>
                  </a:lnTo>
                  <a:lnTo>
                    <a:pt x="480253" y="336301"/>
                  </a:lnTo>
                  <a:lnTo>
                    <a:pt x="480065" y="336723"/>
                  </a:lnTo>
                  <a:lnTo>
                    <a:pt x="479755" y="337157"/>
                  </a:lnTo>
                  <a:lnTo>
                    <a:pt x="479562" y="337232"/>
                  </a:lnTo>
                  <a:lnTo>
                    <a:pt x="479231" y="337406"/>
                  </a:lnTo>
                  <a:lnTo>
                    <a:pt x="478853" y="337744"/>
                  </a:lnTo>
                  <a:lnTo>
                    <a:pt x="478651" y="337843"/>
                  </a:lnTo>
                  <a:lnTo>
                    <a:pt x="478516" y="338166"/>
                  </a:lnTo>
                  <a:lnTo>
                    <a:pt x="478608" y="338321"/>
                  </a:lnTo>
                  <a:lnTo>
                    <a:pt x="478760" y="338551"/>
                  </a:lnTo>
                  <a:lnTo>
                    <a:pt x="478994" y="338983"/>
                  </a:lnTo>
                  <a:lnTo>
                    <a:pt x="478966" y="339217"/>
                  </a:lnTo>
                  <a:lnTo>
                    <a:pt x="479099" y="339656"/>
                  </a:lnTo>
                  <a:lnTo>
                    <a:pt x="479403" y="339740"/>
                  </a:lnTo>
                  <a:lnTo>
                    <a:pt x="479486" y="339911"/>
                  </a:lnTo>
                  <a:lnTo>
                    <a:pt x="479441" y="340189"/>
                  </a:lnTo>
                  <a:lnTo>
                    <a:pt x="479579" y="340265"/>
                  </a:lnTo>
                  <a:lnTo>
                    <a:pt x="480037" y="340311"/>
                  </a:lnTo>
                  <a:lnTo>
                    <a:pt x="480076" y="340574"/>
                  </a:lnTo>
                  <a:lnTo>
                    <a:pt x="480022" y="341149"/>
                  </a:lnTo>
                  <a:lnTo>
                    <a:pt x="479893" y="341136"/>
                  </a:lnTo>
                  <a:lnTo>
                    <a:pt x="479738" y="341208"/>
                  </a:lnTo>
                  <a:lnTo>
                    <a:pt x="479640" y="341884"/>
                  </a:lnTo>
                  <a:lnTo>
                    <a:pt x="479465" y="341983"/>
                  </a:lnTo>
                  <a:lnTo>
                    <a:pt x="479774" y="342199"/>
                  </a:lnTo>
                  <a:lnTo>
                    <a:pt x="480101" y="342272"/>
                  </a:lnTo>
                  <a:lnTo>
                    <a:pt x="480307" y="342367"/>
                  </a:lnTo>
                  <a:lnTo>
                    <a:pt x="480617" y="342383"/>
                  </a:lnTo>
                  <a:lnTo>
                    <a:pt x="480868" y="342427"/>
                  </a:lnTo>
                  <a:lnTo>
                    <a:pt x="480959" y="342283"/>
                  </a:lnTo>
                  <a:lnTo>
                    <a:pt x="481177" y="342038"/>
                  </a:lnTo>
                  <a:lnTo>
                    <a:pt x="481247" y="342197"/>
                  </a:lnTo>
                  <a:lnTo>
                    <a:pt x="481558" y="342074"/>
                  </a:lnTo>
                  <a:lnTo>
                    <a:pt x="481842" y="342118"/>
                  </a:lnTo>
                  <a:lnTo>
                    <a:pt x="481942" y="342292"/>
                  </a:lnTo>
                  <a:lnTo>
                    <a:pt x="482108" y="342424"/>
                  </a:lnTo>
                  <a:lnTo>
                    <a:pt x="482489" y="342428"/>
                  </a:lnTo>
                  <a:lnTo>
                    <a:pt x="482956" y="342794"/>
                  </a:lnTo>
                  <a:lnTo>
                    <a:pt x="483306" y="343045"/>
                  </a:lnTo>
                  <a:lnTo>
                    <a:pt x="483513" y="343198"/>
                  </a:lnTo>
                  <a:lnTo>
                    <a:pt x="483357" y="343481"/>
                  </a:lnTo>
                  <a:lnTo>
                    <a:pt x="483620" y="344161"/>
                  </a:lnTo>
                  <a:lnTo>
                    <a:pt x="483349" y="344375"/>
                  </a:lnTo>
                  <a:lnTo>
                    <a:pt x="483720" y="344639"/>
                  </a:lnTo>
                  <a:lnTo>
                    <a:pt x="484048" y="344900"/>
                  </a:lnTo>
                  <a:lnTo>
                    <a:pt x="484471" y="344884"/>
                  </a:lnTo>
                  <a:lnTo>
                    <a:pt x="484760" y="345709"/>
                  </a:lnTo>
                  <a:lnTo>
                    <a:pt x="484940" y="345701"/>
                  </a:lnTo>
                  <a:lnTo>
                    <a:pt x="485313" y="345968"/>
                  </a:lnTo>
                  <a:lnTo>
                    <a:pt x="485505" y="346154"/>
                  </a:lnTo>
                  <a:lnTo>
                    <a:pt x="485662" y="346295"/>
                  </a:lnTo>
                  <a:lnTo>
                    <a:pt x="485899" y="346510"/>
                  </a:lnTo>
                  <a:lnTo>
                    <a:pt x="486275" y="346574"/>
                  </a:lnTo>
                  <a:lnTo>
                    <a:pt x="486338" y="346846"/>
                  </a:lnTo>
                  <a:lnTo>
                    <a:pt x="486489" y="346981"/>
                  </a:lnTo>
                  <a:lnTo>
                    <a:pt x="486825" y="347192"/>
                  </a:lnTo>
                  <a:lnTo>
                    <a:pt x="487104" y="347324"/>
                  </a:lnTo>
                  <a:lnTo>
                    <a:pt x="487109" y="347602"/>
                  </a:lnTo>
                  <a:lnTo>
                    <a:pt x="487119" y="348037"/>
                  </a:lnTo>
                  <a:lnTo>
                    <a:pt x="487206" y="348238"/>
                  </a:lnTo>
                  <a:lnTo>
                    <a:pt x="486878" y="348500"/>
                  </a:lnTo>
                  <a:lnTo>
                    <a:pt x="486640" y="348720"/>
                  </a:lnTo>
                  <a:lnTo>
                    <a:pt x="486743" y="349081"/>
                  </a:lnTo>
                  <a:lnTo>
                    <a:pt x="486739" y="349367"/>
                  </a:lnTo>
                  <a:lnTo>
                    <a:pt x="486866" y="349537"/>
                  </a:lnTo>
                  <a:lnTo>
                    <a:pt x="486961" y="349789"/>
                  </a:lnTo>
                  <a:lnTo>
                    <a:pt x="487048" y="350483"/>
                  </a:lnTo>
                  <a:lnTo>
                    <a:pt x="487090" y="350813"/>
                  </a:lnTo>
                  <a:lnTo>
                    <a:pt x="487296" y="351073"/>
                  </a:lnTo>
                  <a:lnTo>
                    <a:pt x="487398" y="351288"/>
                  </a:lnTo>
                  <a:lnTo>
                    <a:pt x="487405" y="351531"/>
                  </a:lnTo>
                  <a:lnTo>
                    <a:pt x="487618" y="351446"/>
                  </a:lnTo>
                  <a:lnTo>
                    <a:pt x="487902" y="351553"/>
                  </a:lnTo>
                  <a:lnTo>
                    <a:pt x="488101" y="351994"/>
                  </a:lnTo>
                  <a:lnTo>
                    <a:pt x="488024" y="352149"/>
                  </a:lnTo>
                  <a:lnTo>
                    <a:pt x="487983" y="352371"/>
                  </a:lnTo>
                  <a:lnTo>
                    <a:pt x="488053" y="352669"/>
                  </a:lnTo>
                  <a:lnTo>
                    <a:pt x="488245" y="353001"/>
                  </a:lnTo>
                  <a:lnTo>
                    <a:pt x="488052" y="353196"/>
                  </a:lnTo>
                  <a:lnTo>
                    <a:pt x="487867" y="353308"/>
                  </a:lnTo>
                  <a:lnTo>
                    <a:pt x="487854" y="353568"/>
                  </a:lnTo>
                  <a:lnTo>
                    <a:pt x="487850" y="353832"/>
                  </a:lnTo>
                  <a:lnTo>
                    <a:pt x="487987" y="354146"/>
                  </a:lnTo>
                  <a:lnTo>
                    <a:pt x="488156" y="354435"/>
                  </a:lnTo>
                  <a:lnTo>
                    <a:pt x="487778" y="354871"/>
                  </a:lnTo>
                  <a:lnTo>
                    <a:pt x="487621" y="355087"/>
                  </a:lnTo>
                  <a:lnTo>
                    <a:pt x="488019" y="355771"/>
                  </a:lnTo>
                  <a:lnTo>
                    <a:pt x="488014" y="356045"/>
                  </a:lnTo>
                  <a:lnTo>
                    <a:pt x="488012" y="356291"/>
                  </a:lnTo>
                  <a:lnTo>
                    <a:pt x="488236" y="356486"/>
                  </a:lnTo>
                  <a:lnTo>
                    <a:pt x="488286" y="356616"/>
                  </a:lnTo>
                  <a:lnTo>
                    <a:pt x="487908" y="357186"/>
                  </a:lnTo>
                  <a:lnTo>
                    <a:pt x="487926" y="357476"/>
                  </a:lnTo>
                  <a:lnTo>
                    <a:pt x="487888" y="357770"/>
                  </a:lnTo>
                  <a:lnTo>
                    <a:pt x="487791" y="358042"/>
                  </a:lnTo>
                  <a:lnTo>
                    <a:pt x="487805" y="358442"/>
                  </a:lnTo>
                  <a:lnTo>
                    <a:pt x="487778" y="359283"/>
                  </a:lnTo>
                  <a:lnTo>
                    <a:pt x="487774" y="359698"/>
                  </a:lnTo>
                  <a:lnTo>
                    <a:pt x="487589" y="360141"/>
                  </a:lnTo>
                  <a:lnTo>
                    <a:pt x="487512" y="360418"/>
                  </a:lnTo>
                  <a:lnTo>
                    <a:pt x="487602" y="360641"/>
                  </a:lnTo>
                  <a:lnTo>
                    <a:pt x="487784" y="360801"/>
                  </a:lnTo>
                  <a:lnTo>
                    <a:pt x="490149" y="364156"/>
                  </a:lnTo>
                  <a:lnTo>
                    <a:pt x="490295" y="363975"/>
                  </a:lnTo>
                  <a:lnTo>
                    <a:pt x="490054" y="364495"/>
                  </a:lnTo>
                  <a:lnTo>
                    <a:pt x="490359" y="365088"/>
                  </a:lnTo>
                  <a:lnTo>
                    <a:pt x="490437" y="365304"/>
                  </a:lnTo>
                  <a:lnTo>
                    <a:pt x="490429" y="365750"/>
                  </a:lnTo>
                  <a:lnTo>
                    <a:pt x="490280" y="365855"/>
                  </a:lnTo>
                  <a:lnTo>
                    <a:pt x="489996" y="366062"/>
                  </a:lnTo>
                  <a:lnTo>
                    <a:pt x="490219" y="366513"/>
                  </a:lnTo>
                  <a:lnTo>
                    <a:pt x="490262" y="366789"/>
                  </a:lnTo>
                  <a:lnTo>
                    <a:pt x="490502" y="367553"/>
                  </a:lnTo>
                  <a:lnTo>
                    <a:pt x="490507" y="367692"/>
                  </a:lnTo>
                  <a:lnTo>
                    <a:pt x="490447" y="368081"/>
                  </a:lnTo>
                  <a:lnTo>
                    <a:pt x="489771" y="368381"/>
                  </a:lnTo>
                  <a:lnTo>
                    <a:pt x="489446" y="368582"/>
                  </a:lnTo>
                  <a:lnTo>
                    <a:pt x="489135" y="368780"/>
                  </a:lnTo>
                  <a:lnTo>
                    <a:pt x="488777" y="369053"/>
                  </a:lnTo>
                  <a:lnTo>
                    <a:pt x="487671" y="369947"/>
                  </a:lnTo>
                  <a:lnTo>
                    <a:pt x="487359" y="370297"/>
                  </a:lnTo>
                  <a:lnTo>
                    <a:pt x="487183" y="370539"/>
                  </a:lnTo>
                  <a:lnTo>
                    <a:pt x="487048" y="370728"/>
                  </a:lnTo>
                  <a:lnTo>
                    <a:pt x="486919" y="370915"/>
                  </a:lnTo>
                  <a:lnTo>
                    <a:pt x="486243" y="371644"/>
                  </a:lnTo>
                  <a:lnTo>
                    <a:pt x="485808" y="371915"/>
                  </a:lnTo>
                  <a:lnTo>
                    <a:pt x="485398" y="372058"/>
                  </a:lnTo>
                  <a:lnTo>
                    <a:pt x="485246" y="372097"/>
                  </a:lnTo>
                  <a:lnTo>
                    <a:pt x="484893" y="372217"/>
                  </a:lnTo>
                  <a:lnTo>
                    <a:pt x="484295" y="372541"/>
                  </a:lnTo>
                  <a:lnTo>
                    <a:pt x="484139" y="372595"/>
                  </a:lnTo>
                  <a:lnTo>
                    <a:pt x="482760" y="373230"/>
                  </a:lnTo>
                  <a:lnTo>
                    <a:pt x="482486" y="373341"/>
                  </a:lnTo>
                  <a:lnTo>
                    <a:pt x="482258" y="373411"/>
                  </a:lnTo>
                  <a:lnTo>
                    <a:pt x="481880" y="373496"/>
                  </a:lnTo>
                  <a:lnTo>
                    <a:pt x="481122" y="373593"/>
                  </a:lnTo>
                  <a:lnTo>
                    <a:pt x="480827" y="373606"/>
                  </a:lnTo>
                  <a:lnTo>
                    <a:pt x="480548" y="373571"/>
                  </a:lnTo>
                  <a:lnTo>
                    <a:pt x="479436" y="373322"/>
                  </a:lnTo>
                  <a:lnTo>
                    <a:pt x="478761" y="373112"/>
                  </a:lnTo>
                  <a:lnTo>
                    <a:pt x="478265" y="372933"/>
                  </a:lnTo>
                  <a:lnTo>
                    <a:pt x="476618" y="372269"/>
                  </a:lnTo>
                  <a:lnTo>
                    <a:pt x="476120" y="372018"/>
                  </a:lnTo>
                  <a:lnTo>
                    <a:pt x="475810" y="371822"/>
                  </a:lnTo>
                  <a:lnTo>
                    <a:pt x="474906" y="371142"/>
                  </a:lnTo>
                  <a:lnTo>
                    <a:pt x="474528" y="370876"/>
                  </a:lnTo>
                  <a:lnTo>
                    <a:pt x="474178" y="370672"/>
                  </a:lnTo>
                  <a:lnTo>
                    <a:pt x="473673" y="370297"/>
                  </a:lnTo>
                  <a:lnTo>
                    <a:pt x="473139" y="369823"/>
                  </a:lnTo>
                  <a:lnTo>
                    <a:pt x="472777" y="369441"/>
                  </a:lnTo>
                  <a:lnTo>
                    <a:pt x="472456" y="369138"/>
                  </a:lnTo>
                  <a:lnTo>
                    <a:pt x="472120" y="369052"/>
                  </a:lnTo>
                  <a:lnTo>
                    <a:pt x="471709" y="368720"/>
                  </a:lnTo>
                  <a:lnTo>
                    <a:pt x="471000" y="368121"/>
                  </a:lnTo>
                  <a:lnTo>
                    <a:pt x="470334" y="367558"/>
                  </a:lnTo>
                  <a:lnTo>
                    <a:pt x="469798" y="367211"/>
                  </a:lnTo>
                  <a:lnTo>
                    <a:pt x="469288" y="366991"/>
                  </a:lnTo>
                  <a:lnTo>
                    <a:pt x="469143" y="366946"/>
                  </a:lnTo>
                  <a:lnTo>
                    <a:pt x="468829" y="366894"/>
                  </a:lnTo>
                  <a:lnTo>
                    <a:pt x="468549" y="366888"/>
                  </a:lnTo>
                  <a:lnTo>
                    <a:pt x="468313" y="366926"/>
                  </a:lnTo>
                  <a:lnTo>
                    <a:pt x="467600" y="367100"/>
                  </a:lnTo>
                  <a:lnTo>
                    <a:pt x="466657" y="367459"/>
                  </a:lnTo>
                  <a:lnTo>
                    <a:pt x="466428" y="367512"/>
                  </a:lnTo>
                  <a:lnTo>
                    <a:pt x="466130" y="367532"/>
                  </a:lnTo>
                  <a:lnTo>
                    <a:pt x="465846" y="367526"/>
                  </a:lnTo>
                  <a:lnTo>
                    <a:pt x="465269" y="367489"/>
                  </a:lnTo>
                  <a:lnTo>
                    <a:pt x="464756" y="367407"/>
                  </a:lnTo>
                  <a:lnTo>
                    <a:pt x="464514" y="367391"/>
                  </a:lnTo>
                  <a:lnTo>
                    <a:pt x="463786" y="367446"/>
                  </a:lnTo>
                  <a:lnTo>
                    <a:pt x="462785" y="367432"/>
                  </a:lnTo>
                  <a:lnTo>
                    <a:pt x="461520" y="367332"/>
                  </a:lnTo>
                  <a:lnTo>
                    <a:pt x="461130" y="367273"/>
                  </a:lnTo>
                  <a:lnTo>
                    <a:pt x="460847" y="367204"/>
                  </a:lnTo>
                  <a:lnTo>
                    <a:pt x="460661" y="367760"/>
                  </a:lnTo>
                  <a:lnTo>
                    <a:pt x="460628" y="367891"/>
                  </a:lnTo>
                  <a:lnTo>
                    <a:pt x="460615" y="368029"/>
                  </a:lnTo>
                  <a:lnTo>
                    <a:pt x="460578" y="368160"/>
                  </a:lnTo>
                  <a:lnTo>
                    <a:pt x="459984" y="368329"/>
                  </a:lnTo>
                  <a:lnTo>
                    <a:pt x="459516" y="368490"/>
                  </a:lnTo>
                  <a:lnTo>
                    <a:pt x="458850" y="369055"/>
                  </a:lnTo>
                  <a:lnTo>
                    <a:pt x="458978" y="369129"/>
                  </a:lnTo>
                  <a:lnTo>
                    <a:pt x="459185" y="369433"/>
                  </a:lnTo>
                  <a:lnTo>
                    <a:pt x="459139" y="369685"/>
                  </a:lnTo>
                  <a:lnTo>
                    <a:pt x="459172" y="369951"/>
                  </a:lnTo>
                  <a:lnTo>
                    <a:pt x="458971" y="370019"/>
                  </a:lnTo>
                  <a:lnTo>
                    <a:pt x="459158" y="370447"/>
                  </a:lnTo>
                  <a:lnTo>
                    <a:pt x="458851" y="370869"/>
                  </a:lnTo>
                  <a:lnTo>
                    <a:pt x="458675" y="370888"/>
                  </a:lnTo>
                  <a:lnTo>
                    <a:pt x="458594" y="371064"/>
                  </a:lnTo>
                  <a:lnTo>
                    <a:pt x="458611" y="371307"/>
                  </a:lnTo>
                  <a:lnTo>
                    <a:pt x="458670" y="371538"/>
                  </a:lnTo>
                  <a:lnTo>
                    <a:pt x="458890" y="371535"/>
                  </a:lnTo>
                  <a:lnTo>
                    <a:pt x="459071" y="371594"/>
                  </a:lnTo>
                  <a:lnTo>
                    <a:pt x="459201" y="371844"/>
                  </a:lnTo>
                  <a:lnTo>
                    <a:pt x="459176" y="372088"/>
                  </a:lnTo>
                  <a:lnTo>
                    <a:pt x="459115" y="372365"/>
                  </a:lnTo>
                  <a:lnTo>
                    <a:pt x="459002" y="372578"/>
                  </a:lnTo>
                  <a:lnTo>
                    <a:pt x="458883" y="372757"/>
                  </a:lnTo>
                  <a:lnTo>
                    <a:pt x="458759" y="372921"/>
                  </a:lnTo>
                  <a:lnTo>
                    <a:pt x="458619" y="373031"/>
                  </a:lnTo>
                  <a:lnTo>
                    <a:pt x="458455" y="372999"/>
                  </a:lnTo>
                  <a:lnTo>
                    <a:pt x="458250" y="372997"/>
                  </a:lnTo>
                  <a:lnTo>
                    <a:pt x="458183" y="373236"/>
                  </a:lnTo>
                  <a:lnTo>
                    <a:pt x="457950" y="373534"/>
                  </a:lnTo>
                  <a:lnTo>
                    <a:pt x="457666" y="373442"/>
                  </a:lnTo>
                  <a:lnTo>
                    <a:pt x="457457" y="373776"/>
                  </a:lnTo>
                  <a:lnTo>
                    <a:pt x="457318" y="374040"/>
                  </a:lnTo>
                  <a:lnTo>
                    <a:pt x="456921" y="374117"/>
                  </a:lnTo>
                  <a:lnTo>
                    <a:pt x="456711" y="374396"/>
                  </a:lnTo>
                  <a:lnTo>
                    <a:pt x="456686" y="374672"/>
                  </a:lnTo>
                  <a:lnTo>
                    <a:pt x="456444" y="374876"/>
                  </a:lnTo>
                  <a:lnTo>
                    <a:pt x="456415" y="375313"/>
                  </a:lnTo>
                  <a:lnTo>
                    <a:pt x="456468" y="375456"/>
                  </a:lnTo>
                  <a:lnTo>
                    <a:pt x="456033" y="375944"/>
                  </a:lnTo>
                  <a:lnTo>
                    <a:pt x="455905" y="375905"/>
                  </a:lnTo>
                  <a:lnTo>
                    <a:pt x="455547" y="375884"/>
                  </a:lnTo>
                  <a:lnTo>
                    <a:pt x="455362" y="376143"/>
                  </a:lnTo>
                  <a:lnTo>
                    <a:pt x="455143" y="376097"/>
                  </a:lnTo>
                  <a:lnTo>
                    <a:pt x="454634" y="376464"/>
                  </a:lnTo>
                  <a:lnTo>
                    <a:pt x="454302" y="376769"/>
                  </a:lnTo>
                  <a:lnTo>
                    <a:pt x="454077" y="377004"/>
                  </a:lnTo>
                  <a:lnTo>
                    <a:pt x="453852" y="377364"/>
                  </a:lnTo>
                  <a:lnTo>
                    <a:pt x="453439" y="377442"/>
                  </a:lnTo>
                  <a:lnTo>
                    <a:pt x="453065" y="377362"/>
                  </a:lnTo>
                  <a:lnTo>
                    <a:pt x="452467" y="377581"/>
                  </a:lnTo>
                  <a:lnTo>
                    <a:pt x="452297" y="377618"/>
                  </a:lnTo>
                  <a:lnTo>
                    <a:pt x="452043" y="377684"/>
                  </a:lnTo>
                  <a:lnTo>
                    <a:pt x="451966" y="377890"/>
                  </a:lnTo>
                  <a:lnTo>
                    <a:pt x="451929" y="378018"/>
                  </a:lnTo>
                  <a:lnTo>
                    <a:pt x="451814" y="378147"/>
                  </a:lnTo>
                  <a:lnTo>
                    <a:pt x="451550" y="378222"/>
                  </a:lnTo>
                  <a:lnTo>
                    <a:pt x="451337" y="378140"/>
                  </a:lnTo>
                  <a:lnTo>
                    <a:pt x="451053" y="378268"/>
                  </a:lnTo>
                  <a:lnTo>
                    <a:pt x="450742" y="378557"/>
                  </a:lnTo>
                  <a:lnTo>
                    <a:pt x="450593" y="378675"/>
                  </a:lnTo>
                  <a:lnTo>
                    <a:pt x="450368" y="378824"/>
                  </a:lnTo>
                  <a:lnTo>
                    <a:pt x="450071" y="378981"/>
                  </a:lnTo>
                  <a:lnTo>
                    <a:pt x="449777" y="378848"/>
                  </a:lnTo>
                  <a:lnTo>
                    <a:pt x="449627" y="378888"/>
                  </a:lnTo>
                  <a:lnTo>
                    <a:pt x="449463" y="378895"/>
                  </a:lnTo>
                  <a:lnTo>
                    <a:pt x="449232" y="378600"/>
                  </a:lnTo>
                  <a:lnTo>
                    <a:pt x="449215" y="378468"/>
                  </a:lnTo>
                  <a:lnTo>
                    <a:pt x="448817" y="378096"/>
                  </a:lnTo>
                  <a:lnTo>
                    <a:pt x="448937" y="377825"/>
                  </a:lnTo>
                  <a:lnTo>
                    <a:pt x="449216" y="377728"/>
                  </a:lnTo>
                  <a:lnTo>
                    <a:pt x="449617" y="377371"/>
                  </a:lnTo>
                  <a:lnTo>
                    <a:pt x="449411" y="377166"/>
                  </a:lnTo>
                  <a:lnTo>
                    <a:pt x="449055" y="377045"/>
                  </a:lnTo>
                  <a:lnTo>
                    <a:pt x="448686" y="376978"/>
                  </a:lnTo>
                  <a:lnTo>
                    <a:pt x="448302" y="377164"/>
                  </a:lnTo>
                  <a:lnTo>
                    <a:pt x="448057" y="377191"/>
                  </a:lnTo>
                  <a:lnTo>
                    <a:pt x="447587" y="377350"/>
                  </a:lnTo>
                  <a:lnTo>
                    <a:pt x="447410" y="377338"/>
                  </a:lnTo>
                  <a:lnTo>
                    <a:pt x="447155" y="377274"/>
                  </a:lnTo>
                  <a:lnTo>
                    <a:pt x="446906" y="377304"/>
                  </a:lnTo>
                  <a:lnTo>
                    <a:pt x="446632" y="377301"/>
                  </a:lnTo>
                  <a:lnTo>
                    <a:pt x="446479" y="377278"/>
                  </a:lnTo>
                  <a:lnTo>
                    <a:pt x="446313" y="377215"/>
                  </a:lnTo>
                  <a:lnTo>
                    <a:pt x="446114" y="377178"/>
                  </a:lnTo>
                  <a:lnTo>
                    <a:pt x="445706" y="377133"/>
                  </a:lnTo>
                  <a:lnTo>
                    <a:pt x="445184" y="377144"/>
                  </a:lnTo>
                  <a:lnTo>
                    <a:pt x="444721" y="377064"/>
                  </a:lnTo>
                  <a:lnTo>
                    <a:pt x="444405" y="377116"/>
                  </a:lnTo>
                  <a:lnTo>
                    <a:pt x="444243" y="377039"/>
                  </a:lnTo>
                  <a:lnTo>
                    <a:pt x="443965" y="377012"/>
                  </a:lnTo>
                  <a:lnTo>
                    <a:pt x="443732" y="376963"/>
                  </a:lnTo>
                  <a:lnTo>
                    <a:pt x="443430" y="376658"/>
                  </a:lnTo>
                  <a:lnTo>
                    <a:pt x="443121" y="376217"/>
                  </a:lnTo>
                  <a:lnTo>
                    <a:pt x="442896" y="375745"/>
                  </a:lnTo>
                  <a:lnTo>
                    <a:pt x="442757" y="375721"/>
                  </a:lnTo>
                  <a:lnTo>
                    <a:pt x="442016" y="375755"/>
                  </a:lnTo>
                  <a:lnTo>
                    <a:pt x="441853" y="376164"/>
                  </a:lnTo>
                  <a:lnTo>
                    <a:pt x="441892" y="376304"/>
                  </a:lnTo>
                  <a:lnTo>
                    <a:pt x="441769" y="376521"/>
                  </a:lnTo>
                  <a:lnTo>
                    <a:pt x="441689" y="376657"/>
                  </a:lnTo>
                  <a:lnTo>
                    <a:pt x="441823" y="376980"/>
                  </a:lnTo>
                  <a:lnTo>
                    <a:pt x="442202" y="377183"/>
                  </a:lnTo>
                  <a:lnTo>
                    <a:pt x="442457" y="377371"/>
                  </a:lnTo>
                  <a:lnTo>
                    <a:pt x="442731" y="377480"/>
                  </a:lnTo>
                  <a:lnTo>
                    <a:pt x="442872" y="377450"/>
                  </a:lnTo>
                  <a:lnTo>
                    <a:pt x="443165" y="377343"/>
                  </a:lnTo>
                  <a:lnTo>
                    <a:pt x="443312" y="377338"/>
                  </a:lnTo>
                  <a:lnTo>
                    <a:pt x="443328" y="377507"/>
                  </a:lnTo>
                  <a:lnTo>
                    <a:pt x="443362" y="377658"/>
                  </a:lnTo>
                  <a:lnTo>
                    <a:pt x="443524" y="378110"/>
                  </a:lnTo>
                  <a:lnTo>
                    <a:pt x="443370" y="378157"/>
                  </a:lnTo>
                  <a:lnTo>
                    <a:pt x="443054" y="378145"/>
                  </a:lnTo>
                  <a:lnTo>
                    <a:pt x="442922" y="378579"/>
                  </a:lnTo>
                  <a:lnTo>
                    <a:pt x="442953" y="378726"/>
                  </a:lnTo>
                  <a:lnTo>
                    <a:pt x="442892" y="378860"/>
                  </a:lnTo>
                  <a:lnTo>
                    <a:pt x="442715" y="379793"/>
                  </a:lnTo>
                  <a:lnTo>
                    <a:pt x="442722" y="380104"/>
                  </a:lnTo>
                  <a:lnTo>
                    <a:pt x="442416" y="380176"/>
                  </a:lnTo>
                  <a:lnTo>
                    <a:pt x="442219" y="380396"/>
                  </a:lnTo>
                  <a:lnTo>
                    <a:pt x="442573" y="380442"/>
                  </a:lnTo>
                  <a:lnTo>
                    <a:pt x="443000" y="380651"/>
                  </a:lnTo>
                  <a:lnTo>
                    <a:pt x="443145" y="380564"/>
                  </a:lnTo>
                  <a:lnTo>
                    <a:pt x="443386" y="380321"/>
                  </a:lnTo>
                  <a:lnTo>
                    <a:pt x="443627" y="380259"/>
                  </a:lnTo>
                  <a:lnTo>
                    <a:pt x="443821" y="380233"/>
                  </a:lnTo>
                  <a:lnTo>
                    <a:pt x="444109" y="379972"/>
                  </a:lnTo>
                  <a:lnTo>
                    <a:pt x="444374" y="380020"/>
                  </a:lnTo>
                  <a:lnTo>
                    <a:pt x="444945" y="380212"/>
                  </a:lnTo>
                  <a:lnTo>
                    <a:pt x="444909" y="380683"/>
                  </a:lnTo>
                  <a:lnTo>
                    <a:pt x="444548" y="380772"/>
                  </a:lnTo>
                  <a:lnTo>
                    <a:pt x="444048" y="381019"/>
                  </a:lnTo>
                  <a:lnTo>
                    <a:pt x="443895" y="381418"/>
                  </a:lnTo>
                  <a:lnTo>
                    <a:pt x="443920" y="381596"/>
                  </a:lnTo>
                  <a:lnTo>
                    <a:pt x="444067" y="381783"/>
                  </a:lnTo>
                  <a:lnTo>
                    <a:pt x="444092" y="382019"/>
                  </a:lnTo>
                  <a:lnTo>
                    <a:pt x="444051" y="382148"/>
                  </a:lnTo>
                  <a:lnTo>
                    <a:pt x="443886" y="382815"/>
                  </a:lnTo>
                  <a:lnTo>
                    <a:pt x="443802" y="383042"/>
                  </a:lnTo>
                  <a:lnTo>
                    <a:pt x="443892" y="383371"/>
                  </a:lnTo>
                  <a:lnTo>
                    <a:pt x="443687" y="383681"/>
                  </a:lnTo>
                  <a:lnTo>
                    <a:pt x="443590" y="383778"/>
                  </a:lnTo>
                  <a:lnTo>
                    <a:pt x="443773" y="383880"/>
                  </a:lnTo>
                  <a:lnTo>
                    <a:pt x="443945" y="384052"/>
                  </a:lnTo>
                  <a:lnTo>
                    <a:pt x="443983" y="384448"/>
                  </a:lnTo>
                  <a:lnTo>
                    <a:pt x="444100" y="384766"/>
                  </a:lnTo>
                  <a:lnTo>
                    <a:pt x="443934" y="385152"/>
                  </a:lnTo>
                  <a:lnTo>
                    <a:pt x="443591" y="385084"/>
                  </a:lnTo>
                  <a:lnTo>
                    <a:pt x="443191" y="384903"/>
                  </a:lnTo>
                  <a:lnTo>
                    <a:pt x="442919" y="384857"/>
                  </a:lnTo>
                  <a:lnTo>
                    <a:pt x="442638" y="385020"/>
                  </a:lnTo>
                  <a:lnTo>
                    <a:pt x="442025" y="384683"/>
                  </a:lnTo>
                  <a:lnTo>
                    <a:pt x="441703" y="384555"/>
                  </a:lnTo>
                  <a:lnTo>
                    <a:pt x="441149" y="384367"/>
                  </a:lnTo>
                  <a:lnTo>
                    <a:pt x="440847" y="384433"/>
                  </a:lnTo>
                  <a:lnTo>
                    <a:pt x="440717" y="384317"/>
                  </a:lnTo>
                  <a:lnTo>
                    <a:pt x="440667" y="384034"/>
                  </a:lnTo>
                  <a:lnTo>
                    <a:pt x="440960" y="383744"/>
                  </a:lnTo>
                  <a:lnTo>
                    <a:pt x="441258" y="383449"/>
                  </a:lnTo>
                  <a:lnTo>
                    <a:pt x="441184" y="383156"/>
                  </a:lnTo>
                  <a:lnTo>
                    <a:pt x="441324" y="382730"/>
                  </a:lnTo>
                  <a:lnTo>
                    <a:pt x="441197" y="382589"/>
                  </a:lnTo>
                  <a:lnTo>
                    <a:pt x="440754" y="382241"/>
                  </a:lnTo>
                  <a:lnTo>
                    <a:pt x="440485" y="382481"/>
                  </a:lnTo>
                  <a:lnTo>
                    <a:pt x="439909" y="382407"/>
                  </a:lnTo>
                  <a:lnTo>
                    <a:pt x="439134" y="382696"/>
                  </a:lnTo>
                  <a:lnTo>
                    <a:pt x="438875" y="382684"/>
                  </a:lnTo>
                  <a:lnTo>
                    <a:pt x="438134" y="382927"/>
                  </a:lnTo>
                  <a:lnTo>
                    <a:pt x="437991" y="382679"/>
                  </a:lnTo>
                  <a:lnTo>
                    <a:pt x="437524" y="382522"/>
                  </a:lnTo>
                  <a:lnTo>
                    <a:pt x="437357" y="382327"/>
                  </a:lnTo>
                  <a:lnTo>
                    <a:pt x="437324" y="382197"/>
                  </a:lnTo>
                  <a:lnTo>
                    <a:pt x="437130" y="381953"/>
                  </a:lnTo>
                  <a:lnTo>
                    <a:pt x="436995" y="381957"/>
                  </a:lnTo>
                  <a:lnTo>
                    <a:pt x="436786" y="381816"/>
                  </a:lnTo>
                  <a:lnTo>
                    <a:pt x="436539" y="381667"/>
                  </a:lnTo>
                  <a:lnTo>
                    <a:pt x="436513" y="381914"/>
                  </a:lnTo>
                  <a:lnTo>
                    <a:pt x="436303" y="382119"/>
                  </a:lnTo>
                  <a:lnTo>
                    <a:pt x="436116" y="382147"/>
                  </a:lnTo>
                  <a:lnTo>
                    <a:pt x="435609" y="382101"/>
                  </a:lnTo>
                  <a:lnTo>
                    <a:pt x="435277" y="382650"/>
                  </a:lnTo>
                  <a:lnTo>
                    <a:pt x="434933" y="382649"/>
                  </a:lnTo>
                  <a:lnTo>
                    <a:pt x="434636" y="382571"/>
                  </a:lnTo>
                  <a:lnTo>
                    <a:pt x="434605" y="382715"/>
                  </a:lnTo>
                  <a:lnTo>
                    <a:pt x="434513" y="382928"/>
                  </a:lnTo>
                  <a:lnTo>
                    <a:pt x="434364" y="383137"/>
                  </a:lnTo>
                  <a:lnTo>
                    <a:pt x="434173" y="383152"/>
                  </a:lnTo>
                  <a:lnTo>
                    <a:pt x="434100" y="383600"/>
                  </a:lnTo>
                  <a:lnTo>
                    <a:pt x="434091" y="383802"/>
                  </a:lnTo>
                  <a:lnTo>
                    <a:pt x="434156" y="384027"/>
                  </a:lnTo>
                  <a:lnTo>
                    <a:pt x="434308" y="384116"/>
                  </a:lnTo>
                  <a:lnTo>
                    <a:pt x="434473" y="384150"/>
                  </a:lnTo>
                  <a:lnTo>
                    <a:pt x="434662" y="384157"/>
                  </a:lnTo>
                  <a:lnTo>
                    <a:pt x="435030" y="384149"/>
                  </a:lnTo>
                  <a:lnTo>
                    <a:pt x="435358" y="384479"/>
                  </a:lnTo>
                  <a:lnTo>
                    <a:pt x="435074" y="384805"/>
                  </a:lnTo>
                  <a:lnTo>
                    <a:pt x="434881" y="384929"/>
                  </a:lnTo>
                  <a:lnTo>
                    <a:pt x="434815" y="385321"/>
                  </a:lnTo>
                  <a:lnTo>
                    <a:pt x="434554" y="385452"/>
                  </a:lnTo>
                  <a:lnTo>
                    <a:pt x="434330" y="385622"/>
                  </a:lnTo>
                  <a:lnTo>
                    <a:pt x="434194" y="385683"/>
                  </a:lnTo>
                  <a:lnTo>
                    <a:pt x="433778" y="385765"/>
                  </a:lnTo>
                  <a:lnTo>
                    <a:pt x="433566" y="385679"/>
                  </a:lnTo>
                  <a:lnTo>
                    <a:pt x="433146" y="385545"/>
                  </a:lnTo>
                  <a:lnTo>
                    <a:pt x="433002" y="385328"/>
                  </a:lnTo>
                  <a:lnTo>
                    <a:pt x="433017" y="385149"/>
                  </a:lnTo>
                  <a:lnTo>
                    <a:pt x="433136" y="384781"/>
                  </a:lnTo>
                  <a:lnTo>
                    <a:pt x="433183" y="384534"/>
                  </a:lnTo>
                  <a:lnTo>
                    <a:pt x="432908" y="384377"/>
                  </a:lnTo>
                  <a:lnTo>
                    <a:pt x="432809" y="384651"/>
                  </a:lnTo>
                  <a:lnTo>
                    <a:pt x="432720" y="384969"/>
                  </a:lnTo>
                  <a:lnTo>
                    <a:pt x="432279" y="385085"/>
                  </a:lnTo>
                  <a:lnTo>
                    <a:pt x="431915" y="385120"/>
                  </a:lnTo>
                  <a:lnTo>
                    <a:pt x="432258" y="384277"/>
                  </a:lnTo>
                  <a:lnTo>
                    <a:pt x="431705" y="383976"/>
                  </a:lnTo>
                  <a:lnTo>
                    <a:pt x="431698" y="384254"/>
                  </a:lnTo>
                  <a:lnTo>
                    <a:pt x="431688" y="384488"/>
                  </a:lnTo>
                  <a:lnTo>
                    <a:pt x="431663" y="384671"/>
                  </a:lnTo>
                  <a:lnTo>
                    <a:pt x="431612" y="384856"/>
                  </a:lnTo>
                  <a:lnTo>
                    <a:pt x="431537" y="385102"/>
                  </a:lnTo>
                  <a:lnTo>
                    <a:pt x="431373" y="385423"/>
                  </a:lnTo>
                  <a:lnTo>
                    <a:pt x="431081" y="385547"/>
                  </a:lnTo>
                  <a:lnTo>
                    <a:pt x="431040" y="385900"/>
                  </a:lnTo>
                  <a:lnTo>
                    <a:pt x="430897" y="385852"/>
                  </a:lnTo>
                  <a:lnTo>
                    <a:pt x="430753" y="386056"/>
                  </a:lnTo>
                  <a:lnTo>
                    <a:pt x="430713" y="386287"/>
                  </a:lnTo>
                  <a:lnTo>
                    <a:pt x="430603" y="386546"/>
                  </a:lnTo>
                  <a:lnTo>
                    <a:pt x="430437" y="386535"/>
                  </a:lnTo>
                  <a:lnTo>
                    <a:pt x="430002" y="386927"/>
                  </a:lnTo>
                  <a:lnTo>
                    <a:pt x="430169" y="387248"/>
                  </a:lnTo>
                  <a:lnTo>
                    <a:pt x="430460" y="387310"/>
                  </a:lnTo>
                  <a:lnTo>
                    <a:pt x="430771" y="387182"/>
                  </a:lnTo>
                  <a:lnTo>
                    <a:pt x="430846" y="387331"/>
                  </a:lnTo>
                  <a:lnTo>
                    <a:pt x="430865" y="387597"/>
                  </a:lnTo>
                  <a:lnTo>
                    <a:pt x="431097" y="388114"/>
                  </a:lnTo>
                  <a:lnTo>
                    <a:pt x="431085" y="388329"/>
                  </a:lnTo>
                  <a:lnTo>
                    <a:pt x="431109" y="388689"/>
                  </a:lnTo>
                  <a:lnTo>
                    <a:pt x="431231" y="388906"/>
                  </a:lnTo>
                  <a:lnTo>
                    <a:pt x="431542" y="388772"/>
                  </a:lnTo>
                  <a:lnTo>
                    <a:pt x="431939" y="388419"/>
                  </a:lnTo>
                  <a:lnTo>
                    <a:pt x="432128" y="388236"/>
                  </a:lnTo>
                  <a:lnTo>
                    <a:pt x="432383" y="388260"/>
                  </a:lnTo>
                  <a:lnTo>
                    <a:pt x="432550" y="388197"/>
                  </a:lnTo>
                  <a:lnTo>
                    <a:pt x="432689" y="388039"/>
                  </a:lnTo>
                  <a:lnTo>
                    <a:pt x="432774" y="387821"/>
                  </a:lnTo>
                  <a:lnTo>
                    <a:pt x="432967" y="387426"/>
                  </a:lnTo>
                  <a:lnTo>
                    <a:pt x="432806" y="387337"/>
                  </a:lnTo>
                  <a:lnTo>
                    <a:pt x="432658" y="387299"/>
                  </a:lnTo>
                  <a:lnTo>
                    <a:pt x="432227" y="387065"/>
                  </a:lnTo>
                  <a:lnTo>
                    <a:pt x="432412" y="386812"/>
                  </a:lnTo>
                  <a:lnTo>
                    <a:pt x="432653" y="386706"/>
                  </a:lnTo>
                  <a:lnTo>
                    <a:pt x="432728" y="386422"/>
                  </a:lnTo>
                  <a:lnTo>
                    <a:pt x="432856" y="386359"/>
                  </a:lnTo>
                  <a:lnTo>
                    <a:pt x="433188" y="386111"/>
                  </a:lnTo>
                  <a:lnTo>
                    <a:pt x="433431" y="386106"/>
                  </a:lnTo>
                  <a:lnTo>
                    <a:pt x="433793" y="386399"/>
                  </a:lnTo>
                  <a:lnTo>
                    <a:pt x="433557" y="386802"/>
                  </a:lnTo>
                  <a:lnTo>
                    <a:pt x="433673" y="386978"/>
                  </a:lnTo>
                  <a:lnTo>
                    <a:pt x="433611" y="387276"/>
                  </a:lnTo>
                  <a:lnTo>
                    <a:pt x="434107" y="387339"/>
                  </a:lnTo>
                  <a:lnTo>
                    <a:pt x="433894" y="387454"/>
                  </a:lnTo>
                  <a:lnTo>
                    <a:pt x="433856" y="387606"/>
                  </a:lnTo>
                  <a:lnTo>
                    <a:pt x="433616" y="388087"/>
                  </a:lnTo>
                  <a:lnTo>
                    <a:pt x="433564" y="388218"/>
                  </a:lnTo>
                  <a:lnTo>
                    <a:pt x="433200" y="388391"/>
                  </a:lnTo>
                  <a:lnTo>
                    <a:pt x="433259" y="388751"/>
                  </a:lnTo>
                  <a:lnTo>
                    <a:pt x="433443" y="389084"/>
                  </a:lnTo>
                  <a:lnTo>
                    <a:pt x="433396" y="389595"/>
                  </a:lnTo>
                  <a:lnTo>
                    <a:pt x="433011" y="389979"/>
                  </a:lnTo>
                  <a:lnTo>
                    <a:pt x="432720" y="389747"/>
                  </a:lnTo>
                  <a:lnTo>
                    <a:pt x="432384" y="389706"/>
                  </a:lnTo>
                  <a:lnTo>
                    <a:pt x="432130" y="390080"/>
                  </a:lnTo>
                  <a:lnTo>
                    <a:pt x="432037" y="390497"/>
                  </a:lnTo>
                  <a:lnTo>
                    <a:pt x="431837" y="390781"/>
                  </a:lnTo>
                  <a:lnTo>
                    <a:pt x="431644" y="391009"/>
                  </a:lnTo>
                  <a:lnTo>
                    <a:pt x="431214" y="391121"/>
                  </a:lnTo>
                  <a:lnTo>
                    <a:pt x="431120" y="391250"/>
                  </a:lnTo>
                  <a:lnTo>
                    <a:pt x="430766" y="391128"/>
                  </a:lnTo>
                  <a:lnTo>
                    <a:pt x="430815" y="390710"/>
                  </a:lnTo>
                  <a:lnTo>
                    <a:pt x="430574" y="390539"/>
                  </a:lnTo>
                  <a:lnTo>
                    <a:pt x="430401" y="390571"/>
                  </a:lnTo>
                  <a:lnTo>
                    <a:pt x="430217" y="390642"/>
                  </a:lnTo>
                  <a:lnTo>
                    <a:pt x="429702" y="390738"/>
                  </a:lnTo>
                  <a:lnTo>
                    <a:pt x="429451" y="390889"/>
                  </a:lnTo>
                  <a:lnTo>
                    <a:pt x="429408" y="391032"/>
                  </a:lnTo>
                  <a:lnTo>
                    <a:pt x="428736" y="391203"/>
                  </a:lnTo>
                  <a:lnTo>
                    <a:pt x="428511" y="391250"/>
                  </a:lnTo>
                  <a:lnTo>
                    <a:pt x="428257" y="391473"/>
                  </a:lnTo>
                  <a:lnTo>
                    <a:pt x="427893" y="391762"/>
                  </a:lnTo>
                  <a:lnTo>
                    <a:pt x="427270" y="391897"/>
                  </a:lnTo>
                  <a:lnTo>
                    <a:pt x="426809" y="391732"/>
                  </a:lnTo>
                  <a:lnTo>
                    <a:pt x="426403" y="391712"/>
                  </a:lnTo>
                  <a:lnTo>
                    <a:pt x="426082" y="391955"/>
                  </a:lnTo>
                  <a:lnTo>
                    <a:pt x="425534" y="392226"/>
                  </a:lnTo>
                  <a:lnTo>
                    <a:pt x="425460" y="392400"/>
                  </a:lnTo>
                  <a:lnTo>
                    <a:pt x="425434" y="392609"/>
                  </a:lnTo>
                  <a:lnTo>
                    <a:pt x="425190" y="392867"/>
                  </a:lnTo>
                  <a:lnTo>
                    <a:pt x="425000" y="392836"/>
                  </a:lnTo>
                  <a:lnTo>
                    <a:pt x="424841" y="392783"/>
                  </a:lnTo>
                  <a:lnTo>
                    <a:pt x="424363" y="392650"/>
                  </a:lnTo>
                  <a:lnTo>
                    <a:pt x="424347" y="392486"/>
                  </a:lnTo>
                  <a:lnTo>
                    <a:pt x="424418" y="391953"/>
                  </a:lnTo>
                  <a:lnTo>
                    <a:pt x="424507" y="391679"/>
                  </a:lnTo>
                  <a:lnTo>
                    <a:pt x="424101" y="391201"/>
                  </a:lnTo>
                  <a:lnTo>
                    <a:pt x="423898" y="391176"/>
                  </a:lnTo>
                  <a:lnTo>
                    <a:pt x="423027" y="391136"/>
                  </a:lnTo>
                  <a:lnTo>
                    <a:pt x="422596" y="391373"/>
                  </a:lnTo>
                  <a:lnTo>
                    <a:pt x="422316" y="391379"/>
                  </a:lnTo>
                  <a:lnTo>
                    <a:pt x="422161" y="391503"/>
                  </a:lnTo>
                  <a:lnTo>
                    <a:pt x="421474" y="391420"/>
                  </a:lnTo>
                  <a:lnTo>
                    <a:pt x="420410" y="391397"/>
                  </a:lnTo>
                  <a:lnTo>
                    <a:pt x="420169" y="391584"/>
                  </a:lnTo>
                  <a:lnTo>
                    <a:pt x="419981" y="391800"/>
                  </a:lnTo>
                  <a:lnTo>
                    <a:pt x="419797" y="391887"/>
                  </a:lnTo>
                  <a:lnTo>
                    <a:pt x="419566" y="391952"/>
                  </a:lnTo>
                  <a:lnTo>
                    <a:pt x="419221" y="391988"/>
                  </a:lnTo>
                  <a:lnTo>
                    <a:pt x="418856" y="391818"/>
                  </a:lnTo>
                  <a:lnTo>
                    <a:pt x="418673" y="391899"/>
                  </a:lnTo>
                  <a:lnTo>
                    <a:pt x="418503" y="392034"/>
                  </a:lnTo>
                  <a:lnTo>
                    <a:pt x="418279" y="392305"/>
                  </a:lnTo>
                  <a:lnTo>
                    <a:pt x="418156" y="392545"/>
                  </a:lnTo>
                  <a:lnTo>
                    <a:pt x="417975" y="392865"/>
                  </a:lnTo>
                  <a:lnTo>
                    <a:pt x="417703" y="393121"/>
                  </a:lnTo>
                  <a:lnTo>
                    <a:pt x="417540" y="393145"/>
                  </a:lnTo>
                  <a:lnTo>
                    <a:pt x="417258" y="393371"/>
                  </a:lnTo>
                  <a:lnTo>
                    <a:pt x="417011" y="393498"/>
                  </a:lnTo>
                  <a:lnTo>
                    <a:pt x="416765" y="393556"/>
                  </a:lnTo>
                  <a:lnTo>
                    <a:pt x="416476" y="393673"/>
                  </a:lnTo>
                  <a:lnTo>
                    <a:pt x="416306" y="393798"/>
                  </a:lnTo>
                  <a:lnTo>
                    <a:pt x="416086" y="393902"/>
                  </a:lnTo>
                  <a:lnTo>
                    <a:pt x="415680" y="393809"/>
                  </a:lnTo>
                  <a:lnTo>
                    <a:pt x="415588" y="393955"/>
                  </a:lnTo>
                  <a:lnTo>
                    <a:pt x="415380" y="394261"/>
                  </a:lnTo>
                  <a:lnTo>
                    <a:pt x="415163" y="394459"/>
                  </a:lnTo>
                  <a:lnTo>
                    <a:pt x="414926" y="394558"/>
                  </a:lnTo>
                  <a:lnTo>
                    <a:pt x="414790" y="394531"/>
                  </a:lnTo>
                  <a:lnTo>
                    <a:pt x="414591" y="394527"/>
                  </a:lnTo>
                  <a:lnTo>
                    <a:pt x="414427" y="394576"/>
                  </a:lnTo>
                  <a:lnTo>
                    <a:pt x="414231" y="394732"/>
                  </a:lnTo>
                  <a:lnTo>
                    <a:pt x="413925" y="394855"/>
                  </a:lnTo>
                  <a:lnTo>
                    <a:pt x="413626" y="394976"/>
                  </a:lnTo>
                  <a:lnTo>
                    <a:pt x="413087" y="394991"/>
                  </a:lnTo>
                  <a:lnTo>
                    <a:pt x="412539" y="394843"/>
                  </a:lnTo>
                  <a:lnTo>
                    <a:pt x="412256" y="394807"/>
                  </a:lnTo>
                  <a:lnTo>
                    <a:pt x="412022" y="394651"/>
                  </a:lnTo>
                  <a:lnTo>
                    <a:pt x="411563" y="394858"/>
                  </a:lnTo>
                  <a:lnTo>
                    <a:pt x="411198" y="395084"/>
                  </a:lnTo>
                  <a:lnTo>
                    <a:pt x="410855" y="394760"/>
                  </a:lnTo>
                  <a:lnTo>
                    <a:pt x="410816" y="394571"/>
                  </a:lnTo>
                  <a:lnTo>
                    <a:pt x="410889" y="394289"/>
                  </a:lnTo>
                  <a:lnTo>
                    <a:pt x="410599" y="394310"/>
                  </a:lnTo>
                  <a:lnTo>
                    <a:pt x="410377" y="393972"/>
                  </a:lnTo>
                  <a:lnTo>
                    <a:pt x="410581" y="393822"/>
                  </a:lnTo>
                  <a:lnTo>
                    <a:pt x="410313" y="393584"/>
                  </a:lnTo>
                  <a:lnTo>
                    <a:pt x="410174" y="393712"/>
                  </a:lnTo>
                  <a:lnTo>
                    <a:pt x="410090" y="393972"/>
                  </a:lnTo>
                  <a:lnTo>
                    <a:pt x="409939" y="394056"/>
                  </a:lnTo>
                  <a:lnTo>
                    <a:pt x="409720" y="394141"/>
                  </a:lnTo>
                  <a:lnTo>
                    <a:pt x="409426" y="394265"/>
                  </a:lnTo>
                  <a:lnTo>
                    <a:pt x="409196" y="394380"/>
                  </a:lnTo>
                  <a:lnTo>
                    <a:pt x="408932" y="394391"/>
                  </a:lnTo>
                  <a:lnTo>
                    <a:pt x="408748" y="394226"/>
                  </a:lnTo>
                  <a:lnTo>
                    <a:pt x="408576" y="394302"/>
                  </a:lnTo>
                  <a:lnTo>
                    <a:pt x="407707" y="394413"/>
                  </a:lnTo>
                  <a:lnTo>
                    <a:pt x="407594" y="394570"/>
                  </a:lnTo>
                  <a:lnTo>
                    <a:pt x="407352" y="394809"/>
                  </a:lnTo>
                  <a:lnTo>
                    <a:pt x="406933" y="395105"/>
                  </a:lnTo>
                  <a:lnTo>
                    <a:pt x="406547" y="394932"/>
                  </a:lnTo>
                  <a:lnTo>
                    <a:pt x="406324" y="394924"/>
                  </a:lnTo>
                  <a:lnTo>
                    <a:pt x="406142" y="395024"/>
                  </a:lnTo>
                  <a:lnTo>
                    <a:pt x="405987" y="395102"/>
                  </a:lnTo>
                  <a:lnTo>
                    <a:pt x="405809" y="394940"/>
                  </a:lnTo>
                  <a:lnTo>
                    <a:pt x="405641" y="394886"/>
                  </a:lnTo>
                  <a:lnTo>
                    <a:pt x="405434" y="394772"/>
                  </a:lnTo>
                  <a:lnTo>
                    <a:pt x="405157" y="394474"/>
                  </a:lnTo>
                  <a:lnTo>
                    <a:pt x="405083" y="394172"/>
                  </a:lnTo>
                  <a:lnTo>
                    <a:pt x="404955" y="393867"/>
                  </a:lnTo>
                  <a:lnTo>
                    <a:pt x="404756" y="393471"/>
                  </a:lnTo>
                  <a:lnTo>
                    <a:pt x="404680" y="393290"/>
                  </a:lnTo>
                  <a:lnTo>
                    <a:pt x="404640" y="393135"/>
                  </a:lnTo>
                  <a:lnTo>
                    <a:pt x="404393" y="392976"/>
                  </a:lnTo>
                  <a:lnTo>
                    <a:pt x="404226" y="392875"/>
                  </a:lnTo>
                  <a:lnTo>
                    <a:pt x="403849" y="392721"/>
                  </a:lnTo>
                  <a:lnTo>
                    <a:pt x="403478" y="392908"/>
                  </a:lnTo>
                  <a:lnTo>
                    <a:pt x="403286" y="393098"/>
                  </a:lnTo>
                  <a:lnTo>
                    <a:pt x="402870" y="393168"/>
                  </a:lnTo>
                  <a:lnTo>
                    <a:pt x="402260" y="393307"/>
                  </a:lnTo>
                  <a:lnTo>
                    <a:pt x="401931" y="393593"/>
                  </a:lnTo>
                  <a:lnTo>
                    <a:pt x="401574" y="394629"/>
                  </a:lnTo>
                  <a:lnTo>
                    <a:pt x="401616" y="395001"/>
                  </a:lnTo>
                  <a:lnTo>
                    <a:pt x="401537" y="395238"/>
                  </a:lnTo>
                  <a:lnTo>
                    <a:pt x="401398" y="395481"/>
                  </a:lnTo>
                  <a:lnTo>
                    <a:pt x="401253" y="395697"/>
                  </a:lnTo>
                  <a:lnTo>
                    <a:pt x="401167" y="395996"/>
                  </a:lnTo>
                  <a:lnTo>
                    <a:pt x="401223" y="396128"/>
                  </a:lnTo>
                  <a:lnTo>
                    <a:pt x="401590" y="396448"/>
                  </a:lnTo>
                  <a:lnTo>
                    <a:pt x="401640" y="396725"/>
                  </a:lnTo>
                  <a:lnTo>
                    <a:pt x="401511" y="396849"/>
                  </a:lnTo>
                  <a:lnTo>
                    <a:pt x="401374" y="397093"/>
                  </a:lnTo>
                  <a:lnTo>
                    <a:pt x="401288" y="397457"/>
                  </a:lnTo>
                  <a:lnTo>
                    <a:pt x="401394" y="397818"/>
                  </a:lnTo>
                  <a:lnTo>
                    <a:pt x="401263" y="397967"/>
                  </a:lnTo>
                  <a:lnTo>
                    <a:pt x="400974" y="398072"/>
                  </a:lnTo>
                  <a:lnTo>
                    <a:pt x="401003" y="398272"/>
                  </a:lnTo>
                  <a:lnTo>
                    <a:pt x="401053" y="398432"/>
                  </a:lnTo>
                  <a:lnTo>
                    <a:pt x="401362" y="399091"/>
                  </a:lnTo>
                  <a:lnTo>
                    <a:pt x="401343" y="399663"/>
                  </a:lnTo>
                  <a:lnTo>
                    <a:pt x="401156" y="399797"/>
                  </a:lnTo>
                  <a:lnTo>
                    <a:pt x="400931" y="399923"/>
                  </a:lnTo>
                  <a:lnTo>
                    <a:pt x="400692" y="400030"/>
                  </a:lnTo>
                  <a:lnTo>
                    <a:pt x="400101" y="399602"/>
                  </a:lnTo>
                  <a:lnTo>
                    <a:pt x="399872" y="399706"/>
                  </a:lnTo>
                  <a:lnTo>
                    <a:pt x="399657" y="399775"/>
                  </a:lnTo>
                  <a:lnTo>
                    <a:pt x="399479" y="399839"/>
                  </a:lnTo>
                  <a:lnTo>
                    <a:pt x="399572" y="400009"/>
                  </a:lnTo>
                  <a:lnTo>
                    <a:pt x="399430" y="400077"/>
                  </a:lnTo>
                  <a:lnTo>
                    <a:pt x="399215" y="400109"/>
                  </a:lnTo>
                  <a:lnTo>
                    <a:pt x="398761" y="400306"/>
                  </a:lnTo>
                  <a:lnTo>
                    <a:pt x="398425" y="400304"/>
                  </a:lnTo>
                  <a:lnTo>
                    <a:pt x="398177" y="400530"/>
                  </a:lnTo>
                  <a:lnTo>
                    <a:pt x="397700" y="400922"/>
                  </a:lnTo>
                  <a:lnTo>
                    <a:pt x="397321" y="400693"/>
                  </a:lnTo>
                  <a:lnTo>
                    <a:pt x="397113" y="400666"/>
                  </a:lnTo>
                  <a:lnTo>
                    <a:pt x="396920" y="400700"/>
                  </a:lnTo>
                  <a:lnTo>
                    <a:pt x="396783" y="400750"/>
                  </a:lnTo>
                  <a:lnTo>
                    <a:pt x="396600" y="400886"/>
                  </a:lnTo>
                  <a:lnTo>
                    <a:pt x="396302" y="400886"/>
                  </a:lnTo>
                  <a:lnTo>
                    <a:pt x="395852" y="400943"/>
                  </a:lnTo>
                  <a:lnTo>
                    <a:pt x="395308" y="400795"/>
                  </a:lnTo>
                  <a:lnTo>
                    <a:pt x="395111" y="401030"/>
                  </a:lnTo>
                  <a:lnTo>
                    <a:pt x="394753" y="400967"/>
                  </a:lnTo>
                  <a:lnTo>
                    <a:pt x="394572" y="400887"/>
                  </a:lnTo>
                  <a:lnTo>
                    <a:pt x="394227" y="400934"/>
                  </a:lnTo>
                  <a:lnTo>
                    <a:pt x="394070" y="400960"/>
                  </a:lnTo>
                  <a:lnTo>
                    <a:pt x="393590" y="400939"/>
                  </a:lnTo>
                  <a:lnTo>
                    <a:pt x="393328" y="401117"/>
                  </a:lnTo>
                  <a:lnTo>
                    <a:pt x="392930" y="401203"/>
                  </a:lnTo>
                  <a:lnTo>
                    <a:pt x="392688" y="401625"/>
                  </a:lnTo>
                  <a:lnTo>
                    <a:pt x="392527" y="401741"/>
                  </a:lnTo>
                  <a:lnTo>
                    <a:pt x="392392" y="401994"/>
                  </a:lnTo>
                  <a:lnTo>
                    <a:pt x="392163" y="402471"/>
                  </a:lnTo>
                  <a:lnTo>
                    <a:pt x="391955" y="402729"/>
                  </a:lnTo>
                  <a:lnTo>
                    <a:pt x="391572" y="403001"/>
                  </a:lnTo>
                  <a:lnTo>
                    <a:pt x="391444" y="403005"/>
                  </a:lnTo>
                  <a:lnTo>
                    <a:pt x="391150" y="403235"/>
                  </a:lnTo>
                  <a:lnTo>
                    <a:pt x="391200" y="403369"/>
                  </a:lnTo>
                  <a:lnTo>
                    <a:pt x="391017" y="403721"/>
                  </a:lnTo>
                  <a:lnTo>
                    <a:pt x="390357" y="404564"/>
                  </a:lnTo>
                  <a:lnTo>
                    <a:pt x="389092" y="405468"/>
                  </a:lnTo>
                  <a:lnTo>
                    <a:pt x="388513" y="406116"/>
                  </a:lnTo>
                  <a:lnTo>
                    <a:pt x="388394" y="406265"/>
                  </a:lnTo>
                  <a:lnTo>
                    <a:pt x="387743" y="407097"/>
                  </a:lnTo>
                  <a:lnTo>
                    <a:pt x="387167" y="406934"/>
                  </a:lnTo>
                  <a:lnTo>
                    <a:pt x="387058" y="407135"/>
                  </a:lnTo>
                  <a:lnTo>
                    <a:pt x="387068" y="407434"/>
                  </a:lnTo>
                  <a:lnTo>
                    <a:pt x="387076" y="407609"/>
                  </a:lnTo>
                  <a:lnTo>
                    <a:pt x="387076" y="407799"/>
                  </a:lnTo>
                  <a:lnTo>
                    <a:pt x="387055" y="408671"/>
                  </a:lnTo>
                  <a:lnTo>
                    <a:pt x="386693" y="409155"/>
                  </a:lnTo>
                  <a:lnTo>
                    <a:pt x="386696" y="409643"/>
                  </a:lnTo>
                  <a:lnTo>
                    <a:pt x="386328" y="409836"/>
                  </a:lnTo>
                  <a:lnTo>
                    <a:pt x="385696" y="410193"/>
                  </a:lnTo>
                  <a:lnTo>
                    <a:pt x="384966" y="410714"/>
                  </a:lnTo>
                  <a:lnTo>
                    <a:pt x="384196" y="410638"/>
                  </a:lnTo>
                  <a:lnTo>
                    <a:pt x="383325" y="409711"/>
                  </a:lnTo>
                  <a:lnTo>
                    <a:pt x="383531" y="408970"/>
                  </a:lnTo>
                  <a:lnTo>
                    <a:pt x="383325" y="408825"/>
                  </a:lnTo>
                  <a:lnTo>
                    <a:pt x="383160" y="408850"/>
                  </a:lnTo>
                  <a:lnTo>
                    <a:pt x="383006" y="408888"/>
                  </a:lnTo>
                  <a:lnTo>
                    <a:pt x="382151" y="409147"/>
                  </a:lnTo>
                  <a:lnTo>
                    <a:pt x="381844" y="408869"/>
                  </a:lnTo>
                  <a:lnTo>
                    <a:pt x="381418" y="408469"/>
                  </a:lnTo>
                  <a:lnTo>
                    <a:pt x="381610" y="407896"/>
                  </a:lnTo>
                  <a:lnTo>
                    <a:pt x="380980" y="406860"/>
                  </a:lnTo>
                  <a:lnTo>
                    <a:pt x="380400" y="406810"/>
                  </a:lnTo>
                  <a:lnTo>
                    <a:pt x="378877" y="407325"/>
                  </a:lnTo>
                  <a:lnTo>
                    <a:pt x="378359" y="407454"/>
                  </a:lnTo>
                  <a:lnTo>
                    <a:pt x="378296" y="407589"/>
                  </a:lnTo>
                  <a:lnTo>
                    <a:pt x="378220" y="407795"/>
                  </a:lnTo>
                  <a:lnTo>
                    <a:pt x="378085" y="408155"/>
                  </a:lnTo>
                  <a:lnTo>
                    <a:pt x="376266" y="407825"/>
                  </a:lnTo>
                  <a:lnTo>
                    <a:pt x="376358" y="407384"/>
                  </a:lnTo>
                  <a:lnTo>
                    <a:pt x="376474" y="407129"/>
                  </a:lnTo>
                  <a:lnTo>
                    <a:pt x="376372" y="406764"/>
                  </a:lnTo>
                  <a:lnTo>
                    <a:pt x="375367" y="407850"/>
                  </a:lnTo>
                  <a:lnTo>
                    <a:pt x="374929" y="408102"/>
                  </a:lnTo>
                  <a:lnTo>
                    <a:pt x="374729" y="408166"/>
                  </a:lnTo>
                  <a:lnTo>
                    <a:pt x="374600" y="408172"/>
                  </a:lnTo>
                  <a:lnTo>
                    <a:pt x="374388" y="408102"/>
                  </a:lnTo>
                  <a:lnTo>
                    <a:pt x="374357" y="407411"/>
                  </a:lnTo>
                  <a:lnTo>
                    <a:pt x="374418" y="406849"/>
                  </a:lnTo>
                  <a:lnTo>
                    <a:pt x="374515" y="406613"/>
                  </a:lnTo>
                  <a:lnTo>
                    <a:pt x="373791" y="405072"/>
                  </a:lnTo>
                  <a:lnTo>
                    <a:pt x="373519" y="404568"/>
                  </a:lnTo>
                  <a:lnTo>
                    <a:pt x="373305" y="403556"/>
                  </a:lnTo>
                  <a:lnTo>
                    <a:pt x="373403" y="403273"/>
                  </a:lnTo>
                  <a:lnTo>
                    <a:pt x="373527" y="403066"/>
                  </a:lnTo>
                  <a:lnTo>
                    <a:pt x="374119" y="402507"/>
                  </a:lnTo>
                  <a:lnTo>
                    <a:pt x="374722" y="401441"/>
                  </a:lnTo>
                  <a:lnTo>
                    <a:pt x="374637" y="400835"/>
                  </a:lnTo>
                  <a:lnTo>
                    <a:pt x="374513" y="399868"/>
                  </a:lnTo>
                  <a:lnTo>
                    <a:pt x="374348" y="399683"/>
                  </a:lnTo>
                  <a:lnTo>
                    <a:pt x="373805" y="399907"/>
                  </a:lnTo>
                  <a:lnTo>
                    <a:pt x="373359" y="400476"/>
                  </a:lnTo>
                  <a:lnTo>
                    <a:pt x="372609" y="400194"/>
                  </a:lnTo>
                  <a:lnTo>
                    <a:pt x="371035" y="397586"/>
                  </a:lnTo>
                  <a:lnTo>
                    <a:pt x="371547" y="396469"/>
                  </a:lnTo>
                  <a:lnTo>
                    <a:pt x="371664" y="396084"/>
                  </a:lnTo>
                  <a:lnTo>
                    <a:pt x="371655" y="395880"/>
                  </a:lnTo>
                  <a:lnTo>
                    <a:pt x="372973" y="394521"/>
                  </a:lnTo>
                  <a:lnTo>
                    <a:pt x="373296" y="394346"/>
                  </a:lnTo>
                  <a:lnTo>
                    <a:pt x="373312" y="393983"/>
                  </a:lnTo>
                  <a:lnTo>
                    <a:pt x="373220" y="393423"/>
                  </a:lnTo>
                  <a:lnTo>
                    <a:pt x="373324" y="393050"/>
                  </a:lnTo>
                  <a:lnTo>
                    <a:pt x="374181" y="391308"/>
                  </a:lnTo>
                  <a:lnTo>
                    <a:pt x="374721" y="391255"/>
                  </a:lnTo>
                  <a:lnTo>
                    <a:pt x="375055" y="391232"/>
                  </a:lnTo>
                  <a:lnTo>
                    <a:pt x="375694" y="391125"/>
                  </a:lnTo>
                  <a:lnTo>
                    <a:pt x="376167" y="391392"/>
                  </a:lnTo>
                  <a:lnTo>
                    <a:pt x="376679" y="390778"/>
                  </a:lnTo>
                  <a:lnTo>
                    <a:pt x="376926" y="390306"/>
                  </a:lnTo>
                  <a:lnTo>
                    <a:pt x="377042" y="390132"/>
                  </a:lnTo>
                  <a:lnTo>
                    <a:pt x="376911" y="389696"/>
                  </a:lnTo>
                  <a:lnTo>
                    <a:pt x="377103" y="389055"/>
                  </a:lnTo>
                  <a:lnTo>
                    <a:pt x="377661" y="388386"/>
                  </a:lnTo>
                  <a:lnTo>
                    <a:pt x="376838" y="387063"/>
                  </a:lnTo>
                  <a:lnTo>
                    <a:pt x="375186" y="386006"/>
                  </a:lnTo>
                  <a:lnTo>
                    <a:pt x="374843" y="385286"/>
                  </a:lnTo>
                  <a:lnTo>
                    <a:pt x="374707" y="385198"/>
                  </a:lnTo>
                  <a:lnTo>
                    <a:pt x="373624" y="384908"/>
                  </a:lnTo>
                  <a:lnTo>
                    <a:pt x="373425" y="384910"/>
                  </a:lnTo>
                  <a:lnTo>
                    <a:pt x="373278" y="384874"/>
                  </a:lnTo>
                  <a:lnTo>
                    <a:pt x="372666" y="385033"/>
                  </a:lnTo>
                  <a:lnTo>
                    <a:pt x="372288" y="384992"/>
                  </a:lnTo>
                  <a:lnTo>
                    <a:pt x="372403" y="383928"/>
                  </a:lnTo>
                  <a:lnTo>
                    <a:pt x="372577" y="383861"/>
                  </a:lnTo>
                  <a:lnTo>
                    <a:pt x="373017" y="383505"/>
                  </a:lnTo>
                  <a:lnTo>
                    <a:pt x="373847" y="383449"/>
                  </a:lnTo>
                  <a:lnTo>
                    <a:pt x="375105" y="382627"/>
                  </a:lnTo>
                  <a:lnTo>
                    <a:pt x="375533" y="382493"/>
                  </a:lnTo>
                  <a:lnTo>
                    <a:pt x="375509" y="382143"/>
                  </a:lnTo>
                  <a:lnTo>
                    <a:pt x="375651" y="381704"/>
                  </a:lnTo>
                  <a:lnTo>
                    <a:pt x="375893" y="381632"/>
                  </a:lnTo>
                  <a:lnTo>
                    <a:pt x="376053" y="381632"/>
                  </a:lnTo>
                  <a:lnTo>
                    <a:pt x="376190" y="381586"/>
                  </a:lnTo>
                  <a:lnTo>
                    <a:pt x="376586" y="381418"/>
                  </a:lnTo>
                  <a:lnTo>
                    <a:pt x="376879" y="381167"/>
                  </a:lnTo>
                  <a:lnTo>
                    <a:pt x="376707" y="380408"/>
                  </a:lnTo>
                  <a:lnTo>
                    <a:pt x="376393" y="380160"/>
                  </a:lnTo>
                  <a:lnTo>
                    <a:pt x="376262" y="379845"/>
                  </a:lnTo>
                  <a:lnTo>
                    <a:pt x="376207" y="379702"/>
                  </a:lnTo>
                  <a:lnTo>
                    <a:pt x="375430" y="379596"/>
                  </a:lnTo>
                  <a:lnTo>
                    <a:pt x="375357" y="379236"/>
                  </a:lnTo>
                  <a:lnTo>
                    <a:pt x="375338" y="379054"/>
                  </a:lnTo>
                  <a:lnTo>
                    <a:pt x="375196" y="378658"/>
                  </a:lnTo>
                  <a:lnTo>
                    <a:pt x="374990" y="378337"/>
                  </a:lnTo>
                  <a:lnTo>
                    <a:pt x="374773" y="377978"/>
                  </a:lnTo>
                  <a:lnTo>
                    <a:pt x="373853" y="377890"/>
                  </a:lnTo>
                  <a:lnTo>
                    <a:pt x="373770" y="377150"/>
                  </a:lnTo>
                  <a:lnTo>
                    <a:pt x="373519" y="376593"/>
                  </a:lnTo>
                  <a:lnTo>
                    <a:pt x="373466" y="376123"/>
                  </a:lnTo>
                  <a:lnTo>
                    <a:pt x="372425" y="376228"/>
                  </a:lnTo>
                  <a:lnTo>
                    <a:pt x="371793" y="376287"/>
                  </a:lnTo>
                  <a:lnTo>
                    <a:pt x="371381" y="376362"/>
                  </a:lnTo>
                  <a:lnTo>
                    <a:pt x="369826" y="376208"/>
                  </a:lnTo>
                  <a:lnTo>
                    <a:pt x="369600" y="376141"/>
                  </a:lnTo>
                  <a:lnTo>
                    <a:pt x="367643" y="375544"/>
                  </a:lnTo>
                  <a:lnTo>
                    <a:pt x="367536" y="374437"/>
                  </a:lnTo>
                  <a:lnTo>
                    <a:pt x="367612" y="374153"/>
                  </a:lnTo>
                  <a:lnTo>
                    <a:pt x="367718" y="373652"/>
                  </a:lnTo>
                  <a:lnTo>
                    <a:pt x="367764" y="373421"/>
                  </a:lnTo>
                  <a:lnTo>
                    <a:pt x="367821" y="373107"/>
                  </a:lnTo>
                  <a:lnTo>
                    <a:pt x="368144" y="372019"/>
                  </a:lnTo>
                  <a:lnTo>
                    <a:pt x="368148" y="371787"/>
                  </a:lnTo>
                  <a:lnTo>
                    <a:pt x="368032" y="370992"/>
                  </a:lnTo>
                  <a:lnTo>
                    <a:pt x="369224" y="367907"/>
                  </a:lnTo>
                  <a:lnTo>
                    <a:pt x="369272" y="367230"/>
                  </a:lnTo>
                  <a:lnTo>
                    <a:pt x="369090" y="366977"/>
                  </a:lnTo>
                  <a:lnTo>
                    <a:pt x="368726" y="366892"/>
                  </a:lnTo>
                  <a:lnTo>
                    <a:pt x="368394" y="367112"/>
                  </a:lnTo>
                  <a:lnTo>
                    <a:pt x="367985" y="367385"/>
                  </a:lnTo>
                  <a:lnTo>
                    <a:pt x="367311" y="367853"/>
                  </a:lnTo>
                  <a:lnTo>
                    <a:pt x="366865" y="368177"/>
                  </a:lnTo>
                  <a:lnTo>
                    <a:pt x="366535" y="368507"/>
                  </a:lnTo>
                  <a:lnTo>
                    <a:pt x="366173" y="369001"/>
                  </a:lnTo>
                  <a:lnTo>
                    <a:pt x="365995" y="369215"/>
                  </a:lnTo>
                  <a:lnTo>
                    <a:pt x="365877" y="369376"/>
                  </a:lnTo>
                  <a:lnTo>
                    <a:pt x="365637" y="369708"/>
                  </a:lnTo>
                  <a:lnTo>
                    <a:pt x="365478" y="369855"/>
                  </a:lnTo>
                  <a:lnTo>
                    <a:pt x="365205" y="370111"/>
                  </a:lnTo>
                  <a:lnTo>
                    <a:pt x="364591" y="370635"/>
                  </a:lnTo>
                  <a:lnTo>
                    <a:pt x="364246" y="370917"/>
                  </a:lnTo>
                  <a:lnTo>
                    <a:pt x="363988" y="371126"/>
                  </a:lnTo>
                  <a:lnTo>
                    <a:pt x="363481" y="371515"/>
                  </a:lnTo>
                  <a:lnTo>
                    <a:pt x="363205" y="371666"/>
                  </a:lnTo>
                  <a:lnTo>
                    <a:pt x="362984" y="371840"/>
                  </a:lnTo>
                  <a:lnTo>
                    <a:pt x="362613" y="371990"/>
                  </a:lnTo>
                  <a:lnTo>
                    <a:pt x="362367" y="372182"/>
                  </a:lnTo>
                  <a:lnTo>
                    <a:pt x="362225" y="372298"/>
                  </a:lnTo>
                  <a:lnTo>
                    <a:pt x="362065" y="372426"/>
                  </a:lnTo>
                  <a:lnTo>
                    <a:pt x="361931" y="372546"/>
                  </a:lnTo>
                  <a:lnTo>
                    <a:pt x="361452" y="372978"/>
                  </a:lnTo>
                  <a:lnTo>
                    <a:pt x="361171" y="373221"/>
                  </a:lnTo>
                  <a:lnTo>
                    <a:pt x="360870" y="373507"/>
                  </a:lnTo>
                  <a:lnTo>
                    <a:pt x="360553" y="373842"/>
                  </a:lnTo>
                  <a:lnTo>
                    <a:pt x="360187" y="374218"/>
                  </a:lnTo>
                  <a:lnTo>
                    <a:pt x="359908" y="374491"/>
                  </a:lnTo>
                  <a:lnTo>
                    <a:pt x="359627" y="374756"/>
                  </a:lnTo>
                  <a:lnTo>
                    <a:pt x="359438" y="374944"/>
                  </a:lnTo>
                  <a:lnTo>
                    <a:pt x="358813" y="375589"/>
                  </a:lnTo>
                  <a:lnTo>
                    <a:pt x="358420" y="376014"/>
                  </a:lnTo>
                  <a:lnTo>
                    <a:pt x="358095" y="376430"/>
                  </a:lnTo>
                  <a:lnTo>
                    <a:pt x="357880" y="376759"/>
                  </a:lnTo>
                  <a:lnTo>
                    <a:pt x="357687" y="376977"/>
                  </a:lnTo>
                  <a:lnTo>
                    <a:pt x="357398" y="377356"/>
                  </a:lnTo>
                  <a:lnTo>
                    <a:pt x="357247" y="377554"/>
                  </a:lnTo>
                  <a:lnTo>
                    <a:pt x="356992" y="377907"/>
                  </a:lnTo>
                  <a:lnTo>
                    <a:pt x="356355" y="378786"/>
                  </a:lnTo>
                  <a:lnTo>
                    <a:pt x="356115" y="379126"/>
                  </a:lnTo>
                  <a:lnTo>
                    <a:pt x="355883" y="379456"/>
                  </a:lnTo>
                  <a:lnTo>
                    <a:pt x="355620" y="379774"/>
                  </a:lnTo>
                  <a:lnTo>
                    <a:pt x="354953" y="380492"/>
                  </a:lnTo>
                  <a:lnTo>
                    <a:pt x="354685" y="381397"/>
                  </a:lnTo>
                  <a:lnTo>
                    <a:pt x="354569" y="381527"/>
                  </a:lnTo>
                  <a:lnTo>
                    <a:pt x="354293" y="381834"/>
                  </a:lnTo>
                  <a:lnTo>
                    <a:pt x="353506" y="382356"/>
                  </a:lnTo>
                  <a:lnTo>
                    <a:pt x="352871" y="382909"/>
                  </a:lnTo>
                  <a:lnTo>
                    <a:pt x="352673" y="383120"/>
                  </a:lnTo>
                  <a:lnTo>
                    <a:pt x="350914" y="385670"/>
                  </a:lnTo>
                  <a:lnTo>
                    <a:pt x="350817" y="385832"/>
                  </a:lnTo>
                  <a:lnTo>
                    <a:pt x="350593" y="386152"/>
                  </a:lnTo>
                  <a:lnTo>
                    <a:pt x="350366" y="386477"/>
                  </a:lnTo>
                  <a:lnTo>
                    <a:pt x="350181" y="386742"/>
                  </a:lnTo>
                  <a:lnTo>
                    <a:pt x="349996" y="387026"/>
                  </a:lnTo>
                  <a:lnTo>
                    <a:pt x="349608" y="387554"/>
                  </a:lnTo>
                  <a:lnTo>
                    <a:pt x="349380" y="387782"/>
                  </a:lnTo>
                  <a:lnTo>
                    <a:pt x="349198" y="387882"/>
                  </a:lnTo>
                  <a:lnTo>
                    <a:pt x="348938" y="388076"/>
                  </a:lnTo>
                  <a:lnTo>
                    <a:pt x="348779" y="388093"/>
                  </a:lnTo>
                  <a:lnTo>
                    <a:pt x="348408" y="387911"/>
                  </a:lnTo>
                  <a:lnTo>
                    <a:pt x="348306" y="387760"/>
                  </a:lnTo>
                  <a:lnTo>
                    <a:pt x="348027" y="387773"/>
                  </a:lnTo>
                  <a:lnTo>
                    <a:pt x="347830" y="387802"/>
                  </a:lnTo>
                  <a:lnTo>
                    <a:pt x="347601" y="387832"/>
                  </a:lnTo>
                  <a:lnTo>
                    <a:pt x="347304" y="387830"/>
                  </a:lnTo>
                  <a:lnTo>
                    <a:pt x="346840" y="387650"/>
                  </a:lnTo>
                  <a:lnTo>
                    <a:pt x="346721" y="387833"/>
                  </a:lnTo>
                  <a:lnTo>
                    <a:pt x="346751" y="388003"/>
                  </a:lnTo>
                  <a:lnTo>
                    <a:pt x="346757" y="388283"/>
                  </a:lnTo>
                  <a:lnTo>
                    <a:pt x="346751" y="388600"/>
                  </a:lnTo>
                  <a:lnTo>
                    <a:pt x="346721" y="388769"/>
                  </a:lnTo>
                  <a:lnTo>
                    <a:pt x="346462" y="389082"/>
                  </a:lnTo>
                  <a:lnTo>
                    <a:pt x="346279" y="389182"/>
                  </a:lnTo>
                  <a:lnTo>
                    <a:pt x="346042" y="389173"/>
                  </a:lnTo>
                  <a:lnTo>
                    <a:pt x="345868" y="389076"/>
                  </a:lnTo>
                  <a:lnTo>
                    <a:pt x="345631" y="388793"/>
                  </a:lnTo>
                  <a:lnTo>
                    <a:pt x="345530" y="388584"/>
                  </a:lnTo>
                  <a:lnTo>
                    <a:pt x="345476" y="388205"/>
                  </a:lnTo>
                  <a:lnTo>
                    <a:pt x="345466" y="388020"/>
                  </a:lnTo>
                  <a:lnTo>
                    <a:pt x="345446" y="387658"/>
                  </a:lnTo>
                  <a:lnTo>
                    <a:pt x="345408" y="386969"/>
                  </a:lnTo>
                  <a:lnTo>
                    <a:pt x="345389" y="386664"/>
                  </a:lnTo>
                  <a:lnTo>
                    <a:pt x="345260" y="386059"/>
                  </a:lnTo>
                  <a:lnTo>
                    <a:pt x="345148" y="385611"/>
                  </a:lnTo>
                  <a:lnTo>
                    <a:pt x="345124" y="385373"/>
                  </a:lnTo>
                  <a:lnTo>
                    <a:pt x="345076" y="385102"/>
                  </a:lnTo>
                  <a:lnTo>
                    <a:pt x="344991" y="384717"/>
                  </a:lnTo>
                  <a:lnTo>
                    <a:pt x="344734" y="384284"/>
                  </a:lnTo>
                  <a:lnTo>
                    <a:pt x="344600" y="384196"/>
                  </a:lnTo>
                  <a:lnTo>
                    <a:pt x="344463" y="384142"/>
                  </a:lnTo>
                  <a:lnTo>
                    <a:pt x="344330" y="384108"/>
                  </a:lnTo>
                  <a:lnTo>
                    <a:pt x="344124" y="384084"/>
                  </a:lnTo>
                  <a:lnTo>
                    <a:pt x="343745" y="384098"/>
                  </a:lnTo>
                  <a:lnTo>
                    <a:pt x="343586" y="384142"/>
                  </a:lnTo>
                  <a:lnTo>
                    <a:pt x="343373" y="384241"/>
                  </a:lnTo>
                  <a:lnTo>
                    <a:pt x="343071" y="384386"/>
                  </a:lnTo>
                  <a:lnTo>
                    <a:pt x="342686" y="384592"/>
                  </a:lnTo>
                  <a:lnTo>
                    <a:pt x="342458" y="384731"/>
                  </a:lnTo>
                  <a:lnTo>
                    <a:pt x="342168" y="384946"/>
                  </a:lnTo>
                  <a:lnTo>
                    <a:pt x="340938" y="386186"/>
                  </a:lnTo>
                  <a:lnTo>
                    <a:pt x="340854" y="386395"/>
                  </a:lnTo>
                  <a:lnTo>
                    <a:pt x="339552" y="386926"/>
                  </a:lnTo>
                  <a:lnTo>
                    <a:pt x="339239" y="386373"/>
                  </a:lnTo>
                  <a:lnTo>
                    <a:pt x="339206" y="386233"/>
                  </a:lnTo>
                  <a:lnTo>
                    <a:pt x="339180" y="386100"/>
                  </a:lnTo>
                  <a:lnTo>
                    <a:pt x="339138" y="385814"/>
                  </a:lnTo>
                  <a:lnTo>
                    <a:pt x="339120" y="385611"/>
                  </a:lnTo>
                  <a:lnTo>
                    <a:pt x="339035" y="384539"/>
                  </a:lnTo>
                  <a:lnTo>
                    <a:pt x="338968" y="384198"/>
                  </a:lnTo>
                  <a:lnTo>
                    <a:pt x="338835" y="383791"/>
                  </a:lnTo>
                  <a:lnTo>
                    <a:pt x="338645" y="383215"/>
                  </a:lnTo>
                  <a:lnTo>
                    <a:pt x="338574" y="382965"/>
                  </a:lnTo>
                  <a:lnTo>
                    <a:pt x="338341" y="381971"/>
                  </a:lnTo>
                  <a:lnTo>
                    <a:pt x="338246" y="381567"/>
                  </a:lnTo>
                  <a:lnTo>
                    <a:pt x="338062" y="380676"/>
                  </a:lnTo>
                  <a:lnTo>
                    <a:pt x="337967" y="380406"/>
                  </a:lnTo>
                  <a:lnTo>
                    <a:pt x="337807" y="379951"/>
                  </a:lnTo>
                  <a:lnTo>
                    <a:pt x="337757" y="379810"/>
                  </a:lnTo>
                  <a:lnTo>
                    <a:pt x="337710" y="379487"/>
                  </a:lnTo>
                  <a:lnTo>
                    <a:pt x="337739" y="379308"/>
                  </a:lnTo>
                  <a:lnTo>
                    <a:pt x="338073" y="378863"/>
                  </a:lnTo>
                  <a:lnTo>
                    <a:pt x="338221" y="378664"/>
                  </a:lnTo>
                  <a:lnTo>
                    <a:pt x="338884" y="377944"/>
                  </a:lnTo>
                  <a:lnTo>
                    <a:pt x="339077" y="377591"/>
                  </a:lnTo>
                  <a:lnTo>
                    <a:pt x="339447" y="377434"/>
                  </a:lnTo>
                  <a:lnTo>
                    <a:pt x="339737" y="377293"/>
                  </a:lnTo>
                  <a:lnTo>
                    <a:pt x="340026" y="377130"/>
                  </a:lnTo>
                  <a:lnTo>
                    <a:pt x="340162" y="376980"/>
                  </a:lnTo>
                  <a:lnTo>
                    <a:pt x="340374" y="376652"/>
                  </a:lnTo>
                  <a:lnTo>
                    <a:pt x="340573" y="376422"/>
                  </a:lnTo>
                  <a:lnTo>
                    <a:pt x="340799" y="376297"/>
                  </a:lnTo>
                  <a:lnTo>
                    <a:pt x="341136" y="376111"/>
                  </a:lnTo>
                  <a:lnTo>
                    <a:pt x="341280" y="375980"/>
                  </a:lnTo>
                  <a:lnTo>
                    <a:pt x="341662" y="375632"/>
                  </a:lnTo>
                  <a:lnTo>
                    <a:pt x="341870" y="375343"/>
                  </a:lnTo>
                  <a:lnTo>
                    <a:pt x="342093" y="375032"/>
                  </a:lnTo>
                  <a:lnTo>
                    <a:pt x="342273" y="374782"/>
                  </a:lnTo>
                  <a:lnTo>
                    <a:pt x="342375" y="374503"/>
                  </a:lnTo>
                  <a:lnTo>
                    <a:pt x="342463" y="374259"/>
                  </a:lnTo>
                  <a:lnTo>
                    <a:pt x="342567" y="373939"/>
                  </a:lnTo>
                  <a:lnTo>
                    <a:pt x="342642" y="373710"/>
                  </a:lnTo>
                  <a:lnTo>
                    <a:pt x="342697" y="373405"/>
                  </a:lnTo>
                  <a:lnTo>
                    <a:pt x="342799" y="372840"/>
                  </a:lnTo>
                  <a:lnTo>
                    <a:pt x="342894" y="372565"/>
                  </a:lnTo>
                  <a:lnTo>
                    <a:pt x="343018" y="372202"/>
                  </a:lnTo>
                  <a:lnTo>
                    <a:pt x="343085" y="372071"/>
                  </a:lnTo>
                  <a:lnTo>
                    <a:pt x="343220" y="371808"/>
                  </a:lnTo>
                  <a:lnTo>
                    <a:pt x="343382" y="371438"/>
                  </a:lnTo>
                  <a:lnTo>
                    <a:pt x="343380" y="371107"/>
                  </a:lnTo>
                  <a:lnTo>
                    <a:pt x="343189" y="370923"/>
                  </a:lnTo>
                  <a:lnTo>
                    <a:pt x="343040" y="370944"/>
                  </a:lnTo>
                  <a:lnTo>
                    <a:pt x="342636" y="371095"/>
                  </a:lnTo>
                  <a:lnTo>
                    <a:pt x="342504" y="371205"/>
                  </a:lnTo>
                  <a:lnTo>
                    <a:pt x="342272" y="371573"/>
                  </a:lnTo>
                  <a:lnTo>
                    <a:pt x="342125" y="371912"/>
                  </a:lnTo>
                  <a:lnTo>
                    <a:pt x="342100" y="372071"/>
                  </a:lnTo>
                  <a:lnTo>
                    <a:pt x="341898" y="372529"/>
                  </a:lnTo>
                  <a:lnTo>
                    <a:pt x="341670" y="372949"/>
                  </a:lnTo>
                  <a:lnTo>
                    <a:pt x="341130" y="373440"/>
                  </a:lnTo>
                  <a:lnTo>
                    <a:pt x="340603" y="373971"/>
                  </a:lnTo>
                  <a:lnTo>
                    <a:pt x="340389" y="374339"/>
                  </a:lnTo>
                  <a:lnTo>
                    <a:pt x="340021" y="374913"/>
                  </a:lnTo>
                  <a:lnTo>
                    <a:pt x="339439" y="375569"/>
                  </a:lnTo>
                  <a:lnTo>
                    <a:pt x="339286" y="375719"/>
                  </a:lnTo>
                  <a:lnTo>
                    <a:pt x="339078" y="376037"/>
                  </a:lnTo>
                  <a:lnTo>
                    <a:pt x="338897" y="376064"/>
                  </a:lnTo>
                  <a:lnTo>
                    <a:pt x="338811" y="375906"/>
                  </a:lnTo>
                  <a:lnTo>
                    <a:pt x="338588" y="375490"/>
                  </a:lnTo>
                  <a:lnTo>
                    <a:pt x="338517" y="375293"/>
                  </a:lnTo>
                  <a:lnTo>
                    <a:pt x="338417" y="374972"/>
                  </a:lnTo>
                  <a:lnTo>
                    <a:pt x="338416" y="374830"/>
                  </a:lnTo>
                  <a:lnTo>
                    <a:pt x="338462" y="374570"/>
                  </a:lnTo>
                  <a:lnTo>
                    <a:pt x="338535" y="374045"/>
                  </a:lnTo>
                  <a:lnTo>
                    <a:pt x="338588" y="373791"/>
                  </a:lnTo>
                  <a:lnTo>
                    <a:pt x="338692" y="373288"/>
                  </a:lnTo>
                  <a:lnTo>
                    <a:pt x="338774" y="372794"/>
                  </a:lnTo>
                  <a:lnTo>
                    <a:pt x="338782" y="372501"/>
                  </a:lnTo>
                  <a:lnTo>
                    <a:pt x="338724" y="372131"/>
                  </a:lnTo>
                  <a:lnTo>
                    <a:pt x="338701" y="371985"/>
                  </a:lnTo>
                  <a:lnTo>
                    <a:pt x="338670" y="371540"/>
                  </a:lnTo>
                  <a:lnTo>
                    <a:pt x="338613" y="371302"/>
                  </a:lnTo>
                  <a:lnTo>
                    <a:pt x="338499" y="371044"/>
                  </a:lnTo>
                  <a:lnTo>
                    <a:pt x="338298" y="370810"/>
                  </a:lnTo>
                  <a:lnTo>
                    <a:pt x="337807" y="370477"/>
                  </a:lnTo>
                  <a:lnTo>
                    <a:pt x="337231" y="370154"/>
                  </a:lnTo>
                  <a:lnTo>
                    <a:pt x="336796" y="369913"/>
                  </a:lnTo>
                  <a:lnTo>
                    <a:pt x="336495" y="369823"/>
                  </a:lnTo>
                  <a:lnTo>
                    <a:pt x="336250" y="369830"/>
                  </a:lnTo>
                  <a:lnTo>
                    <a:pt x="336036" y="369896"/>
                  </a:lnTo>
                  <a:lnTo>
                    <a:pt x="335807" y="369991"/>
                  </a:lnTo>
                  <a:lnTo>
                    <a:pt x="335545" y="370160"/>
                  </a:lnTo>
                  <a:lnTo>
                    <a:pt x="335015" y="370565"/>
                  </a:lnTo>
                  <a:lnTo>
                    <a:pt x="334772" y="370809"/>
                  </a:lnTo>
                  <a:lnTo>
                    <a:pt x="334465" y="371146"/>
                  </a:lnTo>
                  <a:lnTo>
                    <a:pt x="334004" y="371528"/>
                  </a:lnTo>
                  <a:lnTo>
                    <a:pt x="333759" y="371717"/>
                  </a:lnTo>
                  <a:lnTo>
                    <a:pt x="333480" y="371938"/>
                  </a:lnTo>
                  <a:lnTo>
                    <a:pt x="333215" y="372185"/>
                  </a:lnTo>
                  <a:lnTo>
                    <a:pt x="332870" y="372436"/>
                  </a:lnTo>
                  <a:lnTo>
                    <a:pt x="332591" y="372605"/>
                  </a:lnTo>
                  <a:lnTo>
                    <a:pt x="332659" y="373562"/>
                  </a:lnTo>
                  <a:lnTo>
                    <a:pt x="332484" y="373706"/>
                  </a:lnTo>
                  <a:lnTo>
                    <a:pt x="332185" y="374253"/>
                  </a:lnTo>
                  <a:lnTo>
                    <a:pt x="331794" y="375443"/>
                  </a:lnTo>
                  <a:lnTo>
                    <a:pt x="331784" y="375915"/>
                  </a:lnTo>
                  <a:lnTo>
                    <a:pt x="331481" y="375826"/>
                  </a:lnTo>
                  <a:lnTo>
                    <a:pt x="330693" y="376673"/>
                  </a:lnTo>
                  <a:lnTo>
                    <a:pt x="329468" y="377555"/>
                  </a:lnTo>
                  <a:lnTo>
                    <a:pt x="328813" y="377049"/>
                  </a:lnTo>
                  <a:lnTo>
                    <a:pt x="328666" y="377108"/>
                  </a:lnTo>
                  <a:lnTo>
                    <a:pt x="328465" y="377620"/>
                  </a:lnTo>
                  <a:lnTo>
                    <a:pt x="328236" y="378185"/>
                  </a:lnTo>
                  <a:lnTo>
                    <a:pt x="327984" y="378418"/>
                  </a:lnTo>
                  <a:lnTo>
                    <a:pt x="327883" y="378597"/>
                  </a:lnTo>
                  <a:lnTo>
                    <a:pt x="327808" y="378749"/>
                  </a:lnTo>
                  <a:lnTo>
                    <a:pt x="327764" y="378923"/>
                  </a:lnTo>
                  <a:lnTo>
                    <a:pt x="327713" y="379351"/>
                  </a:lnTo>
                  <a:lnTo>
                    <a:pt x="327348" y="379729"/>
                  </a:lnTo>
                  <a:lnTo>
                    <a:pt x="327419" y="379858"/>
                  </a:lnTo>
                  <a:lnTo>
                    <a:pt x="327389" y="380109"/>
                  </a:lnTo>
                  <a:lnTo>
                    <a:pt x="327122" y="380392"/>
                  </a:lnTo>
                  <a:lnTo>
                    <a:pt x="326958" y="380590"/>
                  </a:lnTo>
                  <a:lnTo>
                    <a:pt x="326668" y="380476"/>
                  </a:lnTo>
                  <a:lnTo>
                    <a:pt x="325228" y="380130"/>
                  </a:lnTo>
                  <a:lnTo>
                    <a:pt x="324275" y="379182"/>
                  </a:lnTo>
                  <a:lnTo>
                    <a:pt x="323848" y="379473"/>
                  </a:lnTo>
                  <a:lnTo>
                    <a:pt x="323301" y="379322"/>
                  </a:lnTo>
                  <a:lnTo>
                    <a:pt x="322985" y="379267"/>
                  </a:lnTo>
                  <a:lnTo>
                    <a:pt x="321865" y="378777"/>
                  </a:lnTo>
                  <a:lnTo>
                    <a:pt x="320776" y="379483"/>
                  </a:lnTo>
                  <a:lnTo>
                    <a:pt x="320635" y="379604"/>
                  </a:lnTo>
                  <a:lnTo>
                    <a:pt x="320127" y="380059"/>
                  </a:lnTo>
                  <a:lnTo>
                    <a:pt x="319802" y="380024"/>
                  </a:lnTo>
                  <a:lnTo>
                    <a:pt x="319504" y="379887"/>
                  </a:lnTo>
                  <a:lnTo>
                    <a:pt x="319313" y="379806"/>
                  </a:lnTo>
                  <a:lnTo>
                    <a:pt x="318916" y="379701"/>
                  </a:lnTo>
                  <a:lnTo>
                    <a:pt x="318421" y="379420"/>
                  </a:lnTo>
                  <a:lnTo>
                    <a:pt x="318304" y="379059"/>
                  </a:lnTo>
                  <a:lnTo>
                    <a:pt x="318317" y="378918"/>
                  </a:lnTo>
                  <a:lnTo>
                    <a:pt x="318247" y="378571"/>
                  </a:lnTo>
                  <a:lnTo>
                    <a:pt x="317412" y="378345"/>
                  </a:lnTo>
                  <a:lnTo>
                    <a:pt x="317092" y="378331"/>
                  </a:lnTo>
                  <a:lnTo>
                    <a:pt x="316400" y="378246"/>
                  </a:lnTo>
                  <a:lnTo>
                    <a:pt x="316041" y="378194"/>
                  </a:lnTo>
                  <a:lnTo>
                    <a:pt x="315825" y="378348"/>
                  </a:lnTo>
                  <a:lnTo>
                    <a:pt x="314829" y="379175"/>
                  </a:lnTo>
                  <a:lnTo>
                    <a:pt x="314809" y="379480"/>
                  </a:lnTo>
                  <a:lnTo>
                    <a:pt x="314800" y="379615"/>
                  </a:lnTo>
                  <a:lnTo>
                    <a:pt x="314787" y="379838"/>
                  </a:lnTo>
                  <a:lnTo>
                    <a:pt x="314471" y="380612"/>
                  </a:lnTo>
                  <a:lnTo>
                    <a:pt x="314117" y="381081"/>
                  </a:lnTo>
                  <a:lnTo>
                    <a:pt x="313228" y="382122"/>
                  </a:lnTo>
                  <a:lnTo>
                    <a:pt x="313126" y="381828"/>
                  </a:lnTo>
                  <a:lnTo>
                    <a:pt x="312984" y="381938"/>
                  </a:lnTo>
                  <a:lnTo>
                    <a:pt x="312776" y="382245"/>
                  </a:lnTo>
                  <a:lnTo>
                    <a:pt x="312562" y="382476"/>
                  </a:lnTo>
                  <a:lnTo>
                    <a:pt x="312482" y="382621"/>
                  </a:lnTo>
                  <a:lnTo>
                    <a:pt x="312189" y="383042"/>
                  </a:lnTo>
                  <a:lnTo>
                    <a:pt x="311358" y="383157"/>
                  </a:lnTo>
                  <a:lnTo>
                    <a:pt x="310544" y="383165"/>
                  </a:lnTo>
                  <a:lnTo>
                    <a:pt x="309519" y="383879"/>
                  </a:lnTo>
                  <a:lnTo>
                    <a:pt x="309443" y="384202"/>
                  </a:lnTo>
                  <a:lnTo>
                    <a:pt x="309153" y="384350"/>
                  </a:lnTo>
                  <a:lnTo>
                    <a:pt x="308804" y="384503"/>
                  </a:lnTo>
                  <a:lnTo>
                    <a:pt x="308309" y="384577"/>
                  </a:lnTo>
                  <a:lnTo>
                    <a:pt x="308146" y="384930"/>
                  </a:lnTo>
                  <a:lnTo>
                    <a:pt x="308106" y="385064"/>
                  </a:lnTo>
                  <a:lnTo>
                    <a:pt x="308093" y="385269"/>
                  </a:lnTo>
                  <a:lnTo>
                    <a:pt x="307873" y="385588"/>
                  </a:lnTo>
                  <a:lnTo>
                    <a:pt x="307805" y="385377"/>
                  </a:lnTo>
                  <a:lnTo>
                    <a:pt x="307727" y="384837"/>
                  </a:lnTo>
                  <a:lnTo>
                    <a:pt x="307766" y="384279"/>
                  </a:lnTo>
                  <a:lnTo>
                    <a:pt x="308457" y="382970"/>
                  </a:lnTo>
                  <a:lnTo>
                    <a:pt x="308551" y="382744"/>
                  </a:lnTo>
                  <a:lnTo>
                    <a:pt x="308920" y="381783"/>
                  </a:lnTo>
                  <a:lnTo>
                    <a:pt x="308898" y="381234"/>
                  </a:lnTo>
                  <a:lnTo>
                    <a:pt x="307739" y="380211"/>
                  </a:lnTo>
                  <a:lnTo>
                    <a:pt x="307571" y="380130"/>
                  </a:lnTo>
                  <a:lnTo>
                    <a:pt x="306806" y="379690"/>
                  </a:lnTo>
                  <a:lnTo>
                    <a:pt x="306007" y="377241"/>
                  </a:lnTo>
                  <a:lnTo>
                    <a:pt x="306071" y="377051"/>
                  </a:lnTo>
                  <a:lnTo>
                    <a:pt x="305780" y="376920"/>
                  </a:lnTo>
                  <a:lnTo>
                    <a:pt x="305642" y="376996"/>
                  </a:lnTo>
                  <a:lnTo>
                    <a:pt x="304832" y="378225"/>
                  </a:lnTo>
                  <a:lnTo>
                    <a:pt x="303989" y="378519"/>
                  </a:lnTo>
                  <a:lnTo>
                    <a:pt x="303971" y="378886"/>
                  </a:lnTo>
                  <a:lnTo>
                    <a:pt x="303077" y="377210"/>
                  </a:lnTo>
                  <a:lnTo>
                    <a:pt x="302980" y="377037"/>
                  </a:lnTo>
                  <a:lnTo>
                    <a:pt x="302758" y="376938"/>
                  </a:lnTo>
                  <a:lnTo>
                    <a:pt x="302505" y="376856"/>
                  </a:lnTo>
                  <a:lnTo>
                    <a:pt x="301244" y="377041"/>
                  </a:lnTo>
                  <a:lnTo>
                    <a:pt x="300000" y="376872"/>
                  </a:lnTo>
                  <a:lnTo>
                    <a:pt x="299548" y="376161"/>
                  </a:lnTo>
                  <a:lnTo>
                    <a:pt x="299359" y="376006"/>
                  </a:lnTo>
                  <a:lnTo>
                    <a:pt x="297518" y="375259"/>
                  </a:lnTo>
                  <a:lnTo>
                    <a:pt x="297975" y="373378"/>
                  </a:lnTo>
                  <a:lnTo>
                    <a:pt x="297198" y="371418"/>
                  </a:lnTo>
                  <a:lnTo>
                    <a:pt x="297270" y="371789"/>
                  </a:lnTo>
                  <a:lnTo>
                    <a:pt x="297495" y="372060"/>
                  </a:lnTo>
                  <a:lnTo>
                    <a:pt x="295991" y="371311"/>
                  </a:lnTo>
                  <a:lnTo>
                    <a:pt x="294534" y="370516"/>
                  </a:lnTo>
                  <a:lnTo>
                    <a:pt x="292324" y="369051"/>
                  </a:lnTo>
                  <a:lnTo>
                    <a:pt x="292256" y="368871"/>
                  </a:lnTo>
                  <a:lnTo>
                    <a:pt x="292332" y="368284"/>
                  </a:lnTo>
                  <a:lnTo>
                    <a:pt x="292562" y="368035"/>
                  </a:lnTo>
                  <a:lnTo>
                    <a:pt x="292857" y="367577"/>
                  </a:lnTo>
                  <a:lnTo>
                    <a:pt x="292640" y="367220"/>
                  </a:lnTo>
                  <a:lnTo>
                    <a:pt x="291967" y="367416"/>
                  </a:lnTo>
                  <a:lnTo>
                    <a:pt x="291237" y="367464"/>
                  </a:lnTo>
                  <a:lnTo>
                    <a:pt x="290710" y="366932"/>
                  </a:lnTo>
                  <a:lnTo>
                    <a:pt x="290659" y="366756"/>
                  </a:lnTo>
                  <a:lnTo>
                    <a:pt x="290169" y="366465"/>
                  </a:lnTo>
                  <a:lnTo>
                    <a:pt x="288758" y="366069"/>
                  </a:lnTo>
                  <a:lnTo>
                    <a:pt x="288694" y="366271"/>
                  </a:lnTo>
                  <a:lnTo>
                    <a:pt x="288137" y="366189"/>
                  </a:lnTo>
                  <a:lnTo>
                    <a:pt x="287125" y="365271"/>
                  </a:lnTo>
                  <a:lnTo>
                    <a:pt x="286476" y="365322"/>
                  </a:lnTo>
                  <a:lnTo>
                    <a:pt x="285935" y="364438"/>
                  </a:lnTo>
                  <a:lnTo>
                    <a:pt x="284461" y="363232"/>
                  </a:lnTo>
                  <a:lnTo>
                    <a:pt x="283230" y="363385"/>
                  </a:lnTo>
                  <a:lnTo>
                    <a:pt x="283043" y="362889"/>
                  </a:lnTo>
                  <a:lnTo>
                    <a:pt x="280369" y="364552"/>
                  </a:lnTo>
                  <a:lnTo>
                    <a:pt x="279682" y="364779"/>
                  </a:lnTo>
                  <a:lnTo>
                    <a:pt x="277890" y="364337"/>
                  </a:lnTo>
                  <a:lnTo>
                    <a:pt x="277734" y="364285"/>
                  </a:lnTo>
                  <a:lnTo>
                    <a:pt x="275876" y="364462"/>
                  </a:lnTo>
                  <a:lnTo>
                    <a:pt x="274846" y="364066"/>
                  </a:lnTo>
                  <a:lnTo>
                    <a:pt x="274466" y="364240"/>
                  </a:lnTo>
                  <a:lnTo>
                    <a:pt x="274276" y="364122"/>
                  </a:lnTo>
                  <a:lnTo>
                    <a:pt x="273227" y="364015"/>
                  </a:lnTo>
                  <a:lnTo>
                    <a:pt x="270915" y="362620"/>
                  </a:lnTo>
                  <a:lnTo>
                    <a:pt x="270219" y="362952"/>
                  </a:lnTo>
                  <a:lnTo>
                    <a:pt x="268428" y="362697"/>
                  </a:lnTo>
                  <a:lnTo>
                    <a:pt x="267729" y="362494"/>
                  </a:lnTo>
                  <a:lnTo>
                    <a:pt x="267570" y="362609"/>
                  </a:lnTo>
                  <a:lnTo>
                    <a:pt x="266613" y="363297"/>
                  </a:lnTo>
                  <a:lnTo>
                    <a:pt x="265978" y="363328"/>
                  </a:lnTo>
                  <a:lnTo>
                    <a:pt x="265324" y="362666"/>
                  </a:lnTo>
                  <a:lnTo>
                    <a:pt x="265640" y="362208"/>
                  </a:lnTo>
                  <a:lnTo>
                    <a:pt x="265582" y="361969"/>
                  </a:lnTo>
                  <a:lnTo>
                    <a:pt x="265203" y="361858"/>
                  </a:lnTo>
                  <a:lnTo>
                    <a:pt x="264842" y="361063"/>
                  </a:lnTo>
                  <a:lnTo>
                    <a:pt x="264586" y="361119"/>
                  </a:lnTo>
                  <a:lnTo>
                    <a:pt x="264027" y="361190"/>
                  </a:lnTo>
                  <a:lnTo>
                    <a:pt x="263818" y="361261"/>
                  </a:lnTo>
                  <a:lnTo>
                    <a:pt x="263619" y="361709"/>
                  </a:lnTo>
                  <a:lnTo>
                    <a:pt x="263300" y="361214"/>
                  </a:lnTo>
                  <a:lnTo>
                    <a:pt x="261277" y="359122"/>
                  </a:lnTo>
                  <a:lnTo>
                    <a:pt x="261274" y="358332"/>
                  </a:lnTo>
                  <a:lnTo>
                    <a:pt x="261091" y="358229"/>
                  </a:lnTo>
                  <a:lnTo>
                    <a:pt x="260644" y="358003"/>
                  </a:lnTo>
                  <a:lnTo>
                    <a:pt x="260273" y="358066"/>
                  </a:lnTo>
                  <a:lnTo>
                    <a:pt x="259616" y="357497"/>
                  </a:lnTo>
                  <a:lnTo>
                    <a:pt x="259508" y="357096"/>
                  </a:lnTo>
                  <a:lnTo>
                    <a:pt x="259081" y="356594"/>
                  </a:lnTo>
                  <a:lnTo>
                    <a:pt x="258568" y="356443"/>
                  </a:lnTo>
                  <a:lnTo>
                    <a:pt x="258432" y="356439"/>
                  </a:lnTo>
                  <a:lnTo>
                    <a:pt x="258055" y="356444"/>
                  </a:lnTo>
                  <a:lnTo>
                    <a:pt x="257740" y="356439"/>
                  </a:lnTo>
                  <a:lnTo>
                    <a:pt x="257089" y="356397"/>
                  </a:lnTo>
                  <a:lnTo>
                    <a:pt x="256685" y="356431"/>
                  </a:lnTo>
                  <a:lnTo>
                    <a:pt x="255775" y="356261"/>
                  </a:lnTo>
                  <a:lnTo>
                    <a:pt x="255566" y="356331"/>
                  </a:lnTo>
                  <a:lnTo>
                    <a:pt x="255037" y="356271"/>
                  </a:lnTo>
                  <a:lnTo>
                    <a:pt x="254393" y="356272"/>
                  </a:lnTo>
                  <a:lnTo>
                    <a:pt x="254085" y="356169"/>
                  </a:lnTo>
                  <a:lnTo>
                    <a:pt x="252737" y="356140"/>
                  </a:lnTo>
                  <a:lnTo>
                    <a:pt x="252227" y="355995"/>
                  </a:lnTo>
                  <a:lnTo>
                    <a:pt x="251569" y="355930"/>
                  </a:lnTo>
                  <a:lnTo>
                    <a:pt x="251405" y="355937"/>
                  </a:lnTo>
                  <a:lnTo>
                    <a:pt x="251247" y="355955"/>
                  </a:lnTo>
                  <a:lnTo>
                    <a:pt x="250488" y="355981"/>
                  </a:lnTo>
                  <a:lnTo>
                    <a:pt x="249834" y="355981"/>
                  </a:lnTo>
                  <a:lnTo>
                    <a:pt x="249699" y="355978"/>
                  </a:lnTo>
                  <a:lnTo>
                    <a:pt x="249381" y="355973"/>
                  </a:lnTo>
                  <a:lnTo>
                    <a:pt x="248102" y="355826"/>
                  </a:lnTo>
                  <a:lnTo>
                    <a:pt x="247713" y="355735"/>
                  </a:lnTo>
                  <a:lnTo>
                    <a:pt x="247132" y="355510"/>
                  </a:lnTo>
                  <a:lnTo>
                    <a:pt x="246473" y="355516"/>
                  </a:lnTo>
                  <a:lnTo>
                    <a:pt x="246329" y="355517"/>
                  </a:lnTo>
                  <a:lnTo>
                    <a:pt x="245978" y="355544"/>
                  </a:lnTo>
                  <a:lnTo>
                    <a:pt x="245610" y="355317"/>
                  </a:lnTo>
                  <a:lnTo>
                    <a:pt x="245327" y="355272"/>
                  </a:lnTo>
                  <a:lnTo>
                    <a:pt x="243525" y="354414"/>
                  </a:lnTo>
                  <a:lnTo>
                    <a:pt x="243557" y="354164"/>
                  </a:lnTo>
                  <a:lnTo>
                    <a:pt x="243622" y="353971"/>
                  </a:lnTo>
                  <a:lnTo>
                    <a:pt x="243706" y="353830"/>
                  </a:lnTo>
                  <a:lnTo>
                    <a:pt x="243752" y="353599"/>
                  </a:lnTo>
                  <a:lnTo>
                    <a:pt x="243589" y="353246"/>
                  </a:lnTo>
                  <a:lnTo>
                    <a:pt x="243413" y="352534"/>
                  </a:lnTo>
                  <a:lnTo>
                    <a:pt x="243250" y="352521"/>
                  </a:lnTo>
                  <a:lnTo>
                    <a:pt x="243029" y="352560"/>
                  </a:lnTo>
                  <a:lnTo>
                    <a:pt x="242847" y="352598"/>
                  </a:lnTo>
                  <a:lnTo>
                    <a:pt x="241976" y="352503"/>
                  </a:lnTo>
                  <a:lnTo>
                    <a:pt x="241579" y="352535"/>
                  </a:lnTo>
                  <a:lnTo>
                    <a:pt x="241384" y="352542"/>
                  </a:lnTo>
                  <a:lnTo>
                    <a:pt x="240919" y="352395"/>
                  </a:lnTo>
                  <a:lnTo>
                    <a:pt x="240411" y="352265"/>
                  </a:lnTo>
                  <a:lnTo>
                    <a:pt x="239952" y="351832"/>
                  </a:lnTo>
                  <a:lnTo>
                    <a:pt x="239419" y="352063"/>
                  </a:lnTo>
                  <a:lnTo>
                    <a:pt x="239226" y="352002"/>
                  </a:lnTo>
                  <a:lnTo>
                    <a:pt x="238966" y="351923"/>
                  </a:lnTo>
                  <a:lnTo>
                    <a:pt x="238640" y="351846"/>
                  </a:lnTo>
                  <a:lnTo>
                    <a:pt x="238369" y="351951"/>
                  </a:lnTo>
                  <a:lnTo>
                    <a:pt x="238045" y="352363"/>
                  </a:lnTo>
                  <a:lnTo>
                    <a:pt x="237118" y="352152"/>
                  </a:lnTo>
                  <a:lnTo>
                    <a:pt x="236768" y="352154"/>
                  </a:lnTo>
                  <a:lnTo>
                    <a:pt x="236285" y="352152"/>
                  </a:lnTo>
                  <a:lnTo>
                    <a:pt x="235993" y="352230"/>
                  </a:lnTo>
                  <a:lnTo>
                    <a:pt x="235817" y="352301"/>
                  </a:lnTo>
                  <a:lnTo>
                    <a:pt x="235571" y="352423"/>
                  </a:lnTo>
                  <a:lnTo>
                    <a:pt x="235246" y="352706"/>
                  </a:lnTo>
                  <a:lnTo>
                    <a:pt x="235563" y="353148"/>
                  </a:lnTo>
                  <a:lnTo>
                    <a:pt x="235334" y="353664"/>
                  </a:lnTo>
                  <a:lnTo>
                    <a:pt x="235601" y="354477"/>
                  </a:lnTo>
                  <a:lnTo>
                    <a:pt x="235614" y="354605"/>
                  </a:lnTo>
                  <a:lnTo>
                    <a:pt x="235565" y="354979"/>
                  </a:lnTo>
                  <a:lnTo>
                    <a:pt x="235680" y="355578"/>
                  </a:lnTo>
                  <a:lnTo>
                    <a:pt x="235569" y="355878"/>
                  </a:lnTo>
                  <a:lnTo>
                    <a:pt x="235359" y="356097"/>
                  </a:lnTo>
                  <a:lnTo>
                    <a:pt x="235207" y="356204"/>
                  </a:lnTo>
                  <a:lnTo>
                    <a:pt x="235028" y="356320"/>
                  </a:lnTo>
                  <a:lnTo>
                    <a:pt x="234368" y="356405"/>
                  </a:lnTo>
                  <a:lnTo>
                    <a:pt x="234193" y="356441"/>
                  </a:lnTo>
                  <a:lnTo>
                    <a:pt x="233334" y="356807"/>
                  </a:lnTo>
                  <a:lnTo>
                    <a:pt x="233128" y="356675"/>
                  </a:lnTo>
                  <a:lnTo>
                    <a:pt x="232337" y="355862"/>
                  </a:lnTo>
                  <a:lnTo>
                    <a:pt x="232348" y="355614"/>
                  </a:lnTo>
                  <a:lnTo>
                    <a:pt x="232295" y="355223"/>
                  </a:lnTo>
                  <a:lnTo>
                    <a:pt x="232158" y="355198"/>
                  </a:lnTo>
                  <a:lnTo>
                    <a:pt x="231937" y="355217"/>
                  </a:lnTo>
                  <a:lnTo>
                    <a:pt x="231664" y="355006"/>
                  </a:lnTo>
                  <a:lnTo>
                    <a:pt x="231534" y="354955"/>
                  </a:lnTo>
                  <a:lnTo>
                    <a:pt x="231228" y="354828"/>
                  </a:lnTo>
                  <a:lnTo>
                    <a:pt x="231110" y="354687"/>
                  </a:lnTo>
                  <a:lnTo>
                    <a:pt x="230837" y="354431"/>
                  </a:lnTo>
                  <a:lnTo>
                    <a:pt x="230603" y="354432"/>
                  </a:lnTo>
                  <a:lnTo>
                    <a:pt x="230356" y="354561"/>
                  </a:lnTo>
                  <a:lnTo>
                    <a:pt x="229980" y="354806"/>
                  </a:lnTo>
                  <a:lnTo>
                    <a:pt x="229478" y="355171"/>
                  </a:lnTo>
                  <a:lnTo>
                    <a:pt x="229339" y="355207"/>
                  </a:lnTo>
                  <a:lnTo>
                    <a:pt x="229084" y="355293"/>
                  </a:lnTo>
                  <a:lnTo>
                    <a:pt x="228416" y="355614"/>
                  </a:lnTo>
                  <a:lnTo>
                    <a:pt x="227753" y="355481"/>
                  </a:lnTo>
                  <a:lnTo>
                    <a:pt x="227480" y="355508"/>
                  </a:lnTo>
                  <a:lnTo>
                    <a:pt x="227089" y="355371"/>
                  </a:lnTo>
                  <a:lnTo>
                    <a:pt x="225872" y="355689"/>
                  </a:lnTo>
                  <a:lnTo>
                    <a:pt x="225745" y="355517"/>
                  </a:lnTo>
                  <a:lnTo>
                    <a:pt x="225250" y="355326"/>
                  </a:lnTo>
                  <a:lnTo>
                    <a:pt x="224651" y="355279"/>
                  </a:lnTo>
                  <a:lnTo>
                    <a:pt x="224459" y="355663"/>
                  </a:lnTo>
                  <a:lnTo>
                    <a:pt x="223945" y="355909"/>
                  </a:lnTo>
                  <a:lnTo>
                    <a:pt x="223402" y="356298"/>
                  </a:lnTo>
                  <a:lnTo>
                    <a:pt x="223754" y="358064"/>
                  </a:lnTo>
                  <a:lnTo>
                    <a:pt x="224008" y="358198"/>
                  </a:lnTo>
                  <a:lnTo>
                    <a:pt x="224152" y="358261"/>
                  </a:lnTo>
                  <a:lnTo>
                    <a:pt x="224659" y="358426"/>
                  </a:lnTo>
                  <a:lnTo>
                    <a:pt x="224860" y="358457"/>
                  </a:lnTo>
                  <a:lnTo>
                    <a:pt x="225081" y="358508"/>
                  </a:lnTo>
                  <a:lnTo>
                    <a:pt x="225354" y="358558"/>
                  </a:lnTo>
                  <a:lnTo>
                    <a:pt x="225512" y="358533"/>
                  </a:lnTo>
                  <a:lnTo>
                    <a:pt x="225845" y="358635"/>
                  </a:lnTo>
                  <a:lnTo>
                    <a:pt x="225883" y="358776"/>
                  </a:lnTo>
                  <a:lnTo>
                    <a:pt x="226325" y="359324"/>
                  </a:lnTo>
                  <a:lnTo>
                    <a:pt x="225931" y="359663"/>
                  </a:lnTo>
                  <a:lnTo>
                    <a:pt x="225131" y="359843"/>
                  </a:lnTo>
                  <a:lnTo>
                    <a:pt x="224835" y="360139"/>
                  </a:lnTo>
                  <a:lnTo>
                    <a:pt x="224596" y="360505"/>
                  </a:lnTo>
                  <a:lnTo>
                    <a:pt x="224467" y="360564"/>
                  </a:lnTo>
                  <a:lnTo>
                    <a:pt x="224146" y="361338"/>
                  </a:lnTo>
                  <a:lnTo>
                    <a:pt x="223932" y="361471"/>
                  </a:lnTo>
                  <a:lnTo>
                    <a:pt x="223900" y="361644"/>
                  </a:lnTo>
                  <a:lnTo>
                    <a:pt x="224003" y="362102"/>
                  </a:lnTo>
                  <a:lnTo>
                    <a:pt x="223955" y="362639"/>
                  </a:lnTo>
                  <a:lnTo>
                    <a:pt x="224180" y="363221"/>
                  </a:lnTo>
                  <a:lnTo>
                    <a:pt x="224230" y="363356"/>
                  </a:lnTo>
                  <a:lnTo>
                    <a:pt x="224657" y="363670"/>
                  </a:lnTo>
                  <a:lnTo>
                    <a:pt x="225078" y="363911"/>
                  </a:lnTo>
                  <a:lnTo>
                    <a:pt x="225208" y="363936"/>
                  </a:lnTo>
                  <a:lnTo>
                    <a:pt x="225506" y="363826"/>
                  </a:lnTo>
                  <a:lnTo>
                    <a:pt x="225494" y="364076"/>
                  </a:lnTo>
                  <a:lnTo>
                    <a:pt x="225463" y="364500"/>
                  </a:lnTo>
                  <a:lnTo>
                    <a:pt x="225290" y="364956"/>
                  </a:lnTo>
                  <a:lnTo>
                    <a:pt x="225116" y="365336"/>
                  </a:lnTo>
                  <a:lnTo>
                    <a:pt x="225311" y="365425"/>
                  </a:lnTo>
                  <a:lnTo>
                    <a:pt x="225454" y="365456"/>
                  </a:lnTo>
                  <a:lnTo>
                    <a:pt x="225740" y="365622"/>
                  </a:lnTo>
                  <a:lnTo>
                    <a:pt x="225819" y="365853"/>
                  </a:lnTo>
                  <a:lnTo>
                    <a:pt x="225853" y="366109"/>
                  </a:lnTo>
                  <a:lnTo>
                    <a:pt x="225828" y="366347"/>
                  </a:lnTo>
                  <a:lnTo>
                    <a:pt x="225927" y="366860"/>
                  </a:lnTo>
                  <a:lnTo>
                    <a:pt x="226187" y="366930"/>
                  </a:lnTo>
                  <a:lnTo>
                    <a:pt x="226374" y="366858"/>
                  </a:lnTo>
                  <a:lnTo>
                    <a:pt x="226608" y="366812"/>
                  </a:lnTo>
                  <a:lnTo>
                    <a:pt x="226802" y="366863"/>
                  </a:lnTo>
                  <a:lnTo>
                    <a:pt x="226952" y="366920"/>
                  </a:lnTo>
                  <a:lnTo>
                    <a:pt x="227101" y="367074"/>
                  </a:lnTo>
                  <a:lnTo>
                    <a:pt x="227296" y="367150"/>
                  </a:lnTo>
                  <a:lnTo>
                    <a:pt x="227596" y="367444"/>
                  </a:lnTo>
                  <a:lnTo>
                    <a:pt x="227939" y="367385"/>
                  </a:lnTo>
                  <a:lnTo>
                    <a:pt x="228367" y="367386"/>
                  </a:lnTo>
                  <a:lnTo>
                    <a:pt x="228568" y="367311"/>
                  </a:lnTo>
                  <a:lnTo>
                    <a:pt x="228884" y="367406"/>
                  </a:lnTo>
                  <a:lnTo>
                    <a:pt x="229275" y="368112"/>
                  </a:lnTo>
                  <a:lnTo>
                    <a:pt x="229465" y="368577"/>
                  </a:lnTo>
                  <a:lnTo>
                    <a:pt x="229577" y="368910"/>
                  </a:lnTo>
                  <a:lnTo>
                    <a:pt x="229650" y="369054"/>
                  </a:lnTo>
                  <a:lnTo>
                    <a:pt x="229709" y="369298"/>
                  </a:lnTo>
                  <a:lnTo>
                    <a:pt x="229853" y="369586"/>
                  </a:lnTo>
                  <a:lnTo>
                    <a:pt x="229938" y="369824"/>
                  </a:lnTo>
                  <a:lnTo>
                    <a:pt x="230036" y="370067"/>
                  </a:lnTo>
                  <a:lnTo>
                    <a:pt x="230127" y="370247"/>
                  </a:lnTo>
                  <a:lnTo>
                    <a:pt x="230291" y="370854"/>
                  </a:lnTo>
                  <a:lnTo>
                    <a:pt x="229323" y="371905"/>
                  </a:lnTo>
                  <a:lnTo>
                    <a:pt x="229168" y="372079"/>
                  </a:lnTo>
                  <a:lnTo>
                    <a:pt x="229052" y="372207"/>
                  </a:lnTo>
                  <a:lnTo>
                    <a:pt x="228819" y="372337"/>
                  </a:lnTo>
                  <a:lnTo>
                    <a:pt x="228611" y="372337"/>
                  </a:lnTo>
                  <a:lnTo>
                    <a:pt x="227989" y="372740"/>
                  </a:lnTo>
                  <a:lnTo>
                    <a:pt x="227071" y="373441"/>
                  </a:lnTo>
                  <a:lnTo>
                    <a:pt x="227017" y="373793"/>
                  </a:lnTo>
                  <a:lnTo>
                    <a:pt x="226829" y="373897"/>
                  </a:lnTo>
                  <a:lnTo>
                    <a:pt x="226603" y="373930"/>
                  </a:lnTo>
                  <a:lnTo>
                    <a:pt x="224846" y="375046"/>
                  </a:lnTo>
                  <a:lnTo>
                    <a:pt x="224092" y="374647"/>
                  </a:lnTo>
                  <a:lnTo>
                    <a:pt x="223947" y="375117"/>
                  </a:lnTo>
                  <a:lnTo>
                    <a:pt x="223739" y="375129"/>
                  </a:lnTo>
                  <a:lnTo>
                    <a:pt x="223370" y="374902"/>
                  </a:lnTo>
                  <a:lnTo>
                    <a:pt x="223218" y="374670"/>
                  </a:lnTo>
                  <a:lnTo>
                    <a:pt x="223069" y="374501"/>
                  </a:lnTo>
                  <a:lnTo>
                    <a:pt x="222500" y="374452"/>
                  </a:lnTo>
                  <a:lnTo>
                    <a:pt x="221579" y="374549"/>
                  </a:lnTo>
                  <a:lnTo>
                    <a:pt x="221124" y="375257"/>
                  </a:lnTo>
                  <a:lnTo>
                    <a:pt x="221127" y="375406"/>
                  </a:lnTo>
                  <a:lnTo>
                    <a:pt x="221120" y="375704"/>
                  </a:lnTo>
                  <a:lnTo>
                    <a:pt x="220911" y="376687"/>
                  </a:lnTo>
                  <a:lnTo>
                    <a:pt x="220444" y="376783"/>
                  </a:lnTo>
                  <a:lnTo>
                    <a:pt x="220299" y="376814"/>
                  </a:lnTo>
                  <a:lnTo>
                    <a:pt x="219766" y="376780"/>
                  </a:lnTo>
                  <a:lnTo>
                    <a:pt x="219000" y="377257"/>
                  </a:lnTo>
                  <a:lnTo>
                    <a:pt x="218869" y="377305"/>
                  </a:lnTo>
                  <a:lnTo>
                    <a:pt x="218325" y="377674"/>
                  </a:lnTo>
                  <a:lnTo>
                    <a:pt x="218070" y="377822"/>
                  </a:lnTo>
                  <a:lnTo>
                    <a:pt x="217856" y="377959"/>
                  </a:lnTo>
                  <a:lnTo>
                    <a:pt x="217219" y="378250"/>
                  </a:lnTo>
                  <a:lnTo>
                    <a:pt x="216962" y="378167"/>
                  </a:lnTo>
                  <a:lnTo>
                    <a:pt x="216426" y="377031"/>
                  </a:lnTo>
                  <a:lnTo>
                    <a:pt x="214946" y="376393"/>
                  </a:lnTo>
                  <a:lnTo>
                    <a:pt x="214821" y="376545"/>
                  </a:lnTo>
                  <a:lnTo>
                    <a:pt x="214473" y="376724"/>
                  </a:lnTo>
                  <a:lnTo>
                    <a:pt x="214201" y="376764"/>
                  </a:lnTo>
                  <a:lnTo>
                    <a:pt x="213781" y="376201"/>
                  </a:lnTo>
                  <a:lnTo>
                    <a:pt x="213596" y="375886"/>
                  </a:lnTo>
                  <a:lnTo>
                    <a:pt x="213590" y="375653"/>
                  </a:lnTo>
                  <a:lnTo>
                    <a:pt x="213251" y="374562"/>
                  </a:lnTo>
                  <a:lnTo>
                    <a:pt x="213176" y="374314"/>
                  </a:lnTo>
                  <a:lnTo>
                    <a:pt x="212839" y="373954"/>
                  </a:lnTo>
                  <a:lnTo>
                    <a:pt x="212645" y="373855"/>
                  </a:lnTo>
                  <a:lnTo>
                    <a:pt x="212396" y="373887"/>
                  </a:lnTo>
                  <a:lnTo>
                    <a:pt x="212225" y="373827"/>
                  </a:lnTo>
                  <a:lnTo>
                    <a:pt x="211967" y="373598"/>
                  </a:lnTo>
                  <a:lnTo>
                    <a:pt x="211909" y="373128"/>
                  </a:lnTo>
                  <a:lnTo>
                    <a:pt x="211566" y="373015"/>
                  </a:lnTo>
                  <a:lnTo>
                    <a:pt x="211137" y="372794"/>
                  </a:lnTo>
                  <a:lnTo>
                    <a:pt x="210779" y="372757"/>
                  </a:lnTo>
                  <a:lnTo>
                    <a:pt x="209880" y="372017"/>
                  </a:lnTo>
                  <a:lnTo>
                    <a:pt x="209825" y="371864"/>
                  </a:lnTo>
                  <a:lnTo>
                    <a:pt x="209722" y="371641"/>
                  </a:lnTo>
                  <a:lnTo>
                    <a:pt x="209348" y="371482"/>
                  </a:lnTo>
                  <a:lnTo>
                    <a:pt x="209036" y="371407"/>
                  </a:lnTo>
                  <a:lnTo>
                    <a:pt x="208686" y="371379"/>
                  </a:lnTo>
                  <a:lnTo>
                    <a:pt x="208384" y="371481"/>
                  </a:lnTo>
                  <a:lnTo>
                    <a:pt x="208113" y="371745"/>
                  </a:lnTo>
                  <a:lnTo>
                    <a:pt x="207687" y="371886"/>
                  </a:lnTo>
                  <a:lnTo>
                    <a:pt x="207437" y="371703"/>
                  </a:lnTo>
                  <a:lnTo>
                    <a:pt x="207295" y="371481"/>
                  </a:lnTo>
                  <a:lnTo>
                    <a:pt x="206328" y="370412"/>
                  </a:lnTo>
                  <a:lnTo>
                    <a:pt x="206198" y="370215"/>
                  </a:lnTo>
                  <a:lnTo>
                    <a:pt x="204920" y="369845"/>
                  </a:lnTo>
                  <a:lnTo>
                    <a:pt x="204005" y="369861"/>
                  </a:lnTo>
                  <a:lnTo>
                    <a:pt x="203791" y="369835"/>
                  </a:lnTo>
                  <a:lnTo>
                    <a:pt x="202584" y="370093"/>
                  </a:lnTo>
                  <a:lnTo>
                    <a:pt x="201770" y="370349"/>
                  </a:lnTo>
                  <a:lnTo>
                    <a:pt x="199593" y="370827"/>
                  </a:lnTo>
                  <a:lnTo>
                    <a:pt x="198379" y="370386"/>
                  </a:lnTo>
                  <a:lnTo>
                    <a:pt x="198217" y="370434"/>
                  </a:lnTo>
                  <a:lnTo>
                    <a:pt x="197916" y="370611"/>
                  </a:lnTo>
                  <a:lnTo>
                    <a:pt x="197669" y="370733"/>
                  </a:lnTo>
                  <a:lnTo>
                    <a:pt x="195914" y="370977"/>
                  </a:lnTo>
                  <a:lnTo>
                    <a:pt x="195485" y="371259"/>
                  </a:lnTo>
                  <a:lnTo>
                    <a:pt x="194608" y="371045"/>
                  </a:lnTo>
                  <a:lnTo>
                    <a:pt x="194377" y="370741"/>
                  </a:lnTo>
                  <a:lnTo>
                    <a:pt x="194093" y="370523"/>
                  </a:lnTo>
                  <a:lnTo>
                    <a:pt x="193840" y="370478"/>
                  </a:lnTo>
                  <a:lnTo>
                    <a:pt x="193562" y="370523"/>
                  </a:lnTo>
                  <a:lnTo>
                    <a:pt x="193132" y="370772"/>
                  </a:lnTo>
                  <a:lnTo>
                    <a:pt x="192702" y="371005"/>
                  </a:lnTo>
                  <a:lnTo>
                    <a:pt x="191807" y="370865"/>
                  </a:lnTo>
                  <a:lnTo>
                    <a:pt x="191320" y="370771"/>
                  </a:lnTo>
                  <a:lnTo>
                    <a:pt x="189890" y="371469"/>
                  </a:lnTo>
                  <a:lnTo>
                    <a:pt x="189390" y="371612"/>
                  </a:lnTo>
                  <a:lnTo>
                    <a:pt x="189227" y="371859"/>
                  </a:lnTo>
                  <a:lnTo>
                    <a:pt x="188593" y="372398"/>
                  </a:lnTo>
                  <a:lnTo>
                    <a:pt x="188156" y="372604"/>
                  </a:lnTo>
                  <a:lnTo>
                    <a:pt x="188482" y="374353"/>
                  </a:lnTo>
                  <a:lnTo>
                    <a:pt x="188655" y="374659"/>
                  </a:lnTo>
                  <a:lnTo>
                    <a:pt x="188678" y="375170"/>
                  </a:lnTo>
                  <a:lnTo>
                    <a:pt x="188136" y="375438"/>
                  </a:lnTo>
                  <a:lnTo>
                    <a:pt x="187588" y="375897"/>
                  </a:lnTo>
                  <a:lnTo>
                    <a:pt x="186336" y="376210"/>
                  </a:lnTo>
                  <a:lnTo>
                    <a:pt x="186362" y="376491"/>
                  </a:lnTo>
                  <a:lnTo>
                    <a:pt x="186400" y="376708"/>
                  </a:lnTo>
                  <a:lnTo>
                    <a:pt x="186436" y="377269"/>
                  </a:lnTo>
                  <a:lnTo>
                    <a:pt x="186427" y="379357"/>
                  </a:lnTo>
                  <a:lnTo>
                    <a:pt x="183001" y="378854"/>
                  </a:lnTo>
                  <a:lnTo>
                    <a:pt x="182721" y="378792"/>
                  </a:lnTo>
                  <a:lnTo>
                    <a:pt x="182556" y="378759"/>
                  </a:lnTo>
                  <a:lnTo>
                    <a:pt x="181402" y="378256"/>
                  </a:lnTo>
                  <a:lnTo>
                    <a:pt x="180525" y="378339"/>
                  </a:lnTo>
                  <a:lnTo>
                    <a:pt x="180107" y="378445"/>
                  </a:lnTo>
                  <a:lnTo>
                    <a:pt x="179444" y="379416"/>
                  </a:lnTo>
                  <a:lnTo>
                    <a:pt x="179170" y="379433"/>
                  </a:lnTo>
                  <a:lnTo>
                    <a:pt x="177290" y="378774"/>
                  </a:lnTo>
                  <a:lnTo>
                    <a:pt x="177344" y="379652"/>
                  </a:lnTo>
                  <a:lnTo>
                    <a:pt x="177101" y="379858"/>
                  </a:lnTo>
                  <a:lnTo>
                    <a:pt x="176250" y="379854"/>
                  </a:lnTo>
                  <a:lnTo>
                    <a:pt x="175842" y="382143"/>
                  </a:lnTo>
                  <a:lnTo>
                    <a:pt x="175756" y="382391"/>
                  </a:lnTo>
                  <a:lnTo>
                    <a:pt x="174409" y="384181"/>
                  </a:lnTo>
                  <a:lnTo>
                    <a:pt x="174459" y="384311"/>
                  </a:lnTo>
                  <a:lnTo>
                    <a:pt x="174498" y="384442"/>
                  </a:lnTo>
                  <a:lnTo>
                    <a:pt x="172946" y="384948"/>
                  </a:lnTo>
                  <a:lnTo>
                    <a:pt x="172770" y="385825"/>
                  </a:lnTo>
                  <a:lnTo>
                    <a:pt x="172521" y="385678"/>
                  </a:lnTo>
                  <a:lnTo>
                    <a:pt x="172156" y="385667"/>
                  </a:lnTo>
                  <a:lnTo>
                    <a:pt x="172050" y="385798"/>
                  </a:lnTo>
                  <a:lnTo>
                    <a:pt x="172069" y="386304"/>
                  </a:lnTo>
                  <a:lnTo>
                    <a:pt x="172010" y="386644"/>
                  </a:lnTo>
                  <a:lnTo>
                    <a:pt x="170641" y="389211"/>
                  </a:lnTo>
                  <a:lnTo>
                    <a:pt x="170139" y="389696"/>
                  </a:lnTo>
                  <a:lnTo>
                    <a:pt x="170057" y="389891"/>
                  </a:lnTo>
                  <a:lnTo>
                    <a:pt x="170288" y="390498"/>
                  </a:lnTo>
                  <a:lnTo>
                    <a:pt x="170538" y="390813"/>
                  </a:lnTo>
                  <a:lnTo>
                    <a:pt x="170958" y="392307"/>
                  </a:lnTo>
                  <a:lnTo>
                    <a:pt x="170670" y="392211"/>
                  </a:lnTo>
                  <a:lnTo>
                    <a:pt x="170405" y="392163"/>
                  </a:lnTo>
                  <a:lnTo>
                    <a:pt x="169675" y="391920"/>
                  </a:lnTo>
                  <a:lnTo>
                    <a:pt x="169516" y="391947"/>
                  </a:lnTo>
                  <a:lnTo>
                    <a:pt x="169274" y="392007"/>
                  </a:lnTo>
                  <a:lnTo>
                    <a:pt x="168952" y="392197"/>
                  </a:lnTo>
                  <a:lnTo>
                    <a:pt x="168648" y="393029"/>
                  </a:lnTo>
                  <a:lnTo>
                    <a:pt x="168171" y="394300"/>
                  </a:lnTo>
                  <a:lnTo>
                    <a:pt x="168872" y="394795"/>
                  </a:lnTo>
                  <a:lnTo>
                    <a:pt x="168841" y="395846"/>
                  </a:lnTo>
                  <a:lnTo>
                    <a:pt x="169347" y="396247"/>
                  </a:lnTo>
                  <a:lnTo>
                    <a:pt x="167278" y="398916"/>
                  </a:lnTo>
                  <a:lnTo>
                    <a:pt x="166317" y="399158"/>
                  </a:lnTo>
                  <a:lnTo>
                    <a:pt x="165801" y="399906"/>
                  </a:lnTo>
                  <a:lnTo>
                    <a:pt x="165572" y="401568"/>
                  </a:lnTo>
                  <a:lnTo>
                    <a:pt x="165065" y="403354"/>
                  </a:lnTo>
                  <a:lnTo>
                    <a:pt x="165134" y="404753"/>
                  </a:lnTo>
                  <a:lnTo>
                    <a:pt x="165439" y="405831"/>
                  </a:lnTo>
                  <a:lnTo>
                    <a:pt x="165102" y="405849"/>
                  </a:lnTo>
                  <a:lnTo>
                    <a:pt x="163717" y="406192"/>
                  </a:lnTo>
                  <a:lnTo>
                    <a:pt x="163289" y="406004"/>
                  </a:lnTo>
                  <a:lnTo>
                    <a:pt x="163285" y="405838"/>
                  </a:lnTo>
                  <a:lnTo>
                    <a:pt x="163232" y="405427"/>
                  </a:lnTo>
                  <a:lnTo>
                    <a:pt x="163090" y="405117"/>
                  </a:lnTo>
                  <a:lnTo>
                    <a:pt x="162964" y="404749"/>
                  </a:lnTo>
                  <a:lnTo>
                    <a:pt x="162340" y="404416"/>
                  </a:lnTo>
                  <a:lnTo>
                    <a:pt x="162289" y="404232"/>
                  </a:lnTo>
                  <a:lnTo>
                    <a:pt x="161946" y="403964"/>
                  </a:lnTo>
                  <a:lnTo>
                    <a:pt x="161847" y="403773"/>
                  </a:lnTo>
                  <a:lnTo>
                    <a:pt x="161587" y="403609"/>
                  </a:lnTo>
                  <a:lnTo>
                    <a:pt x="161375" y="403500"/>
                  </a:lnTo>
                  <a:lnTo>
                    <a:pt x="161245" y="403398"/>
                  </a:lnTo>
                  <a:lnTo>
                    <a:pt x="161146" y="403255"/>
                  </a:lnTo>
                  <a:lnTo>
                    <a:pt x="160973" y="403041"/>
                  </a:lnTo>
                  <a:lnTo>
                    <a:pt x="160730" y="402933"/>
                  </a:lnTo>
                  <a:lnTo>
                    <a:pt x="160618" y="402748"/>
                  </a:lnTo>
                  <a:lnTo>
                    <a:pt x="160283" y="402608"/>
                  </a:lnTo>
                  <a:lnTo>
                    <a:pt x="160049" y="403101"/>
                  </a:lnTo>
                  <a:lnTo>
                    <a:pt x="159770" y="403380"/>
                  </a:lnTo>
                  <a:lnTo>
                    <a:pt x="159610" y="403392"/>
                  </a:lnTo>
                  <a:lnTo>
                    <a:pt x="159351" y="403284"/>
                  </a:lnTo>
                  <a:lnTo>
                    <a:pt x="159242" y="403021"/>
                  </a:lnTo>
                  <a:lnTo>
                    <a:pt x="159065" y="403024"/>
                  </a:lnTo>
                  <a:lnTo>
                    <a:pt x="158919" y="402970"/>
                  </a:lnTo>
                  <a:lnTo>
                    <a:pt x="158820" y="402735"/>
                  </a:lnTo>
                  <a:lnTo>
                    <a:pt x="158634" y="402451"/>
                  </a:lnTo>
                  <a:lnTo>
                    <a:pt x="158529" y="402303"/>
                  </a:lnTo>
                  <a:lnTo>
                    <a:pt x="158413" y="402142"/>
                  </a:lnTo>
                  <a:lnTo>
                    <a:pt x="158186" y="401714"/>
                  </a:lnTo>
                  <a:lnTo>
                    <a:pt x="158163" y="401397"/>
                  </a:lnTo>
                  <a:lnTo>
                    <a:pt x="158118" y="401266"/>
                  </a:lnTo>
                  <a:lnTo>
                    <a:pt x="157805" y="401147"/>
                  </a:lnTo>
                  <a:lnTo>
                    <a:pt x="157765" y="400620"/>
                  </a:lnTo>
                  <a:lnTo>
                    <a:pt x="157978" y="400124"/>
                  </a:lnTo>
                  <a:lnTo>
                    <a:pt x="158126" y="399846"/>
                  </a:lnTo>
                  <a:lnTo>
                    <a:pt x="158010" y="399644"/>
                  </a:lnTo>
                  <a:lnTo>
                    <a:pt x="158069" y="399446"/>
                  </a:lnTo>
                  <a:lnTo>
                    <a:pt x="158425" y="399091"/>
                  </a:lnTo>
                  <a:lnTo>
                    <a:pt x="158720" y="398673"/>
                  </a:lnTo>
                  <a:lnTo>
                    <a:pt x="159156" y="397776"/>
                  </a:lnTo>
                  <a:lnTo>
                    <a:pt x="158993" y="397649"/>
                  </a:lnTo>
                  <a:lnTo>
                    <a:pt x="158829" y="397467"/>
                  </a:lnTo>
                  <a:lnTo>
                    <a:pt x="158665" y="397350"/>
                  </a:lnTo>
                  <a:lnTo>
                    <a:pt x="158429" y="397185"/>
                  </a:lnTo>
                  <a:lnTo>
                    <a:pt x="157950" y="396967"/>
                  </a:lnTo>
                  <a:lnTo>
                    <a:pt x="157775" y="396943"/>
                  </a:lnTo>
                  <a:lnTo>
                    <a:pt x="157503" y="396852"/>
                  </a:lnTo>
                  <a:lnTo>
                    <a:pt x="157462" y="396695"/>
                  </a:lnTo>
                  <a:lnTo>
                    <a:pt x="157554" y="396456"/>
                  </a:lnTo>
                  <a:lnTo>
                    <a:pt x="157754" y="395981"/>
                  </a:lnTo>
                  <a:lnTo>
                    <a:pt x="157907" y="395708"/>
                  </a:lnTo>
                  <a:lnTo>
                    <a:pt x="157841" y="395371"/>
                  </a:lnTo>
                  <a:lnTo>
                    <a:pt x="157615" y="395168"/>
                  </a:lnTo>
                  <a:lnTo>
                    <a:pt x="157886" y="394132"/>
                  </a:lnTo>
                  <a:lnTo>
                    <a:pt x="157720" y="393789"/>
                  </a:lnTo>
                  <a:lnTo>
                    <a:pt x="157905" y="393302"/>
                  </a:lnTo>
                  <a:lnTo>
                    <a:pt x="157846" y="393167"/>
                  </a:lnTo>
                  <a:lnTo>
                    <a:pt x="157825" y="392950"/>
                  </a:lnTo>
                  <a:lnTo>
                    <a:pt x="157751" y="392800"/>
                  </a:lnTo>
                  <a:lnTo>
                    <a:pt x="157596" y="392570"/>
                  </a:lnTo>
                  <a:lnTo>
                    <a:pt x="157235" y="392216"/>
                  </a:lnTo>
                  <a:lnTo>
                    <a:pt x="157021" y="392094"/>
                  </a:lnTo>
                  <a:lnTo>
                    <a:pt x="156768" y="391893"/>
                  </a:lnTo>
                  <a:lnTo>
                    <a:pt x="156557" y="391640"/>
                  </a:lnTo>
                  <a:lnTo>
                    <a:pt x="156200" y="391246"/>
                  </a:lnTo>
                  <a:lnTo>
                    <a:pt x="155825" y="390941"/>
                  </a:lnTo>
                  <a:lnTo>
                    <a:pt x="155220" y="390718"/>
                  </a:lnTo>
                  <a:lnTo>
                    <a:pt x="155040" y="390633"/>
                  </a:lnTo>
                  <a:lnTo>
                    <a:pt x="154956" y="390833"/>
                  </a:lnTo>
                  <a:lnTo>
                    <a:pt x="154905" y="390993"/>
                  </a:lnTo>
                  <a:lnTo>
                    <a:pt x="154697" y="391141"/>
                  </a:lnTo>
                  <a:lnTo>
                    <a:pt x="154627" y="391303"/>
                  </a:lnTo>
                  <a:lnTo>
                    <a:pt x="154525" y="391457"/>
                  </a:lnTo>
                  <a:lnTo>
                    <a:pt x="154439" y="391635"/>
                  </a:lnTo>
                  <a:lnTo>
                    <a:pt x="154091" y="391838"/>
                  </a:lnTo>
                  <a:lnTo>
                    <a:pt x="153901" y="391775"/>
                  </a:lnTo>
                  <a:lnTo>
                    <a:pt x="153915" y="391991"/>
                  </a:lnTo>
                  <a:lnTo>
                    <a:pt x="154261" y="392491"/>
                  </a:lnTo>
                  <a:lnTo>
                    <a:pt x="154206" y="392946"/>
                  </a:lnTo>
                  <a:lnTo>
                    <a:pt x="153960" y="392941"/>
                  </a:lnTo>
                  <a:lnTo>
                    <a:pt x="153771" y="392937"/>
                  </a:lnTo>
                  <a:lnTo>
                    <a:pt x="153381" y="392969"/>
                  </a:lnTo>
                  <a:lnTo>
                    <a:pt x="153096" y="392997"/>
                  </a:lnTo>
                  <a:lnTo>
                    <a:pt x="152725" y="392970"/>
                  </a:lnTo>
                  <a:lnTo>
                    <a:pt x="152564" y="392718"/>
                  </a:lnTo>
                  <a:lnTo>
                    <a:pt x="152432" y="392990"/>
                  </a:lnTo>
                  <a:lnTo>
                    <a:pt x="152073" y="393238"/>
                  </a:lnTo>
                  <a:lnTo>
                    <a:pt x="151864" y="393429"/>
                  </a:lnTo>
                  <a:lnTo>
                    <a:pt x="151899" y="393581"/>
                  </a:lnTo>
                  <a:lnTo>
                    <a:pt x="152002" y="393900"/>
                  </a:lnTo>
                  <a:lnTo>
                    <a:pt x="151989" y="394061"/>
                  </a:lnTo>
                  <a:lnTo>
                    <a:pt x="151804" y="394379"/>
                  </a:lnTo>
                  <a:lnTo>
                    <a:pt x="151087" y="394649"/>
                  </a:lnTo>
                  <a:lnTo>
                    <a:pt x="150745" y="394603"/>
                  </a:lnTo>
                  <a:lnTo>
                    <a:pt x="150127" y="394559"/>
                  </a:lnTo>
                  <a:lnTo>
                    <a:pt x="149580" y="394727"/>
                  </a:lnTo>
                  <a:lnTo>
                    <a:pt x="148687" y="394746"/>
                  </a:lnTo>
                  <a:lnTo>
                    <a:pt x="148582" y="394475"/>
                  </a:lnTo>
                  <a:lnTo>
                    <a:pt x="148713" y="394241"/>
                  </a:lnTo>
                  <a:lnTo>
                    <a:pt x="148814" y="393913"/>
                  </a:lnTo>
                  <a:lnTo>
                    <a:pt x="148770" y="393693"/>
                  </a:lnTo>
                  <a:lnTo>
                    <a:pt x="148902" y="393594"/>
                  </a:lnTo>
                  <a:lnTo>
                    <a:pt x="149111" y="393464"/>
                  </a:lnTo>
                  <a:lnTo>
                    <a:pt x="149151" y="392989"/>
                  </a:lnTo>
                  <a:lnTo>
                    <a:pt x="149305" y="392571"/>
                  </a:lnTo>
                  <a:lnTo>
                    <a:pt x="149220" y="391917"/>
                  </a:lnTo>
                  <a:lnTo>
                    <a:pt x="149472" y="391587"/>
                  </a:lnTo>
                  <a:lnTo>
                    <a:pt x="149471" y="391372"/>
                  </a:lnTo>
                  <a:lnTo>
                    <a:pt x="149424" y="391218"/>
                  </a:lnTo>
                  <a:lnTo>
                    <a:pt x="149511" y="390637"/>
                  </a:lnTo>
                  <a:lnTo>
                    <a:pt x="149813" y="390150"/>
                  </a:lnTo>
                  <a:lnTo>
                    <a:pt x="149613" y="389856"/>
                  </a:lnTo>
                  <a:lnTo>
                    <a:pt x="149466" y="389636"/>
                  </a:lnTo>
                  <a:lnTo>
                    <a:pt x="149456" y="389158"/>
                  </a:lnTo>
                  <a:lnTo>
                    <a:pt x="149218" y="388943"/>
                  </a:lnTo>
                  <a:lnTo>
                    <a:pt x="148588" y="388990"/>
                  </a:lnTo>
                  <a:lnTo>
                    <a:pt x="148165" y="388837"/>
                  </a:lnTo>
                  <a:lnTo>
                    <a:pt x="147709" y="388594"/>
                  </a:lnTo>
                  <a:lnTo>
                    <a:pt x="147411" y="388815"/>
                  </a:lnTo>
                  <a:lnTo>
                    <a:pt x="147191" y="388669"/>
                  </a:lnTo>
                  <a:lnTo>
                    <a:pt x="146980" y="388494"/>
                  </a:lnTo>
                  <a:lnTo>
                    <a:pt x="146717" y="388226"/>
                  </a:lnTo>
                  <a:lnTo>
                    <a:pt x="146553" y="388117"/>
                  </a:lnTo>
                  <a:lnTo>
                    <a:pt x="146486" y="387981"/>
                  </a:lnTo>
                  <a:lnTo>
                    <a:pt x="146449" y="387741"/>
                  </a:lnTo>
                  <a:lnTo>
                    <a:pt x="146181" y="386816"/>
                  </a:lnTo>
                  <a:lnTo>
                    <a:pt x="146323" y="386359"/>
                  </a:lnTo>
                  <a:lnTo>
                    <a:pt x="146455" y="386049"/>
                  </a:lnTo>
                  <a:lnTo>
                    <a:pt x="146958" y="386001"/>
                  </a:lnTo>
                  <a:lnTo>
                    <a:pt x="147102" y="385483"/>
                  </a:lnTo>
                  <a:lnTo>
                    <a:pt x="147107" y="385314"/>
                  </a:lnTo>
                  <a:lnTo>
                    <a:pt x="147264" y="385050"/>
                  </a:lnTo>
                  <a:lnTo>
                    <a:pt x="147254" y="384777"/>
                  </a:lnTo>
                  <a:lnTo>
                    <a:pt x="147216" y="384635"/>
                  </a:lnTo>
                  <a:lnTo>
                    <a:pt x="147386" y="384108"/>
                  </a:lnTo>
                  <a:lnTo>
                    <a:pt x="147423" y="383876"/>
                  </a:lnTo>
                  <a:lnTo>
                    <a:pt x="147197" y="383714"/>
                  </a:lnTo>
                  <a:lnTo>
                    <a:pt x="146980" y="383657"/>
                  </a:lnTo>
                  <a:lnTo>
                    <a:pt x="146720" y="383602"/>
                  </a:lnTo>
                  <a:lnTo>
                    <a:pt x="146749" y="383429"/>
                  </a:lnTo>
                  <a:lnTo>
                    <a:pt x="146988" y="383107"/>
                  </a:lnTo>
                  <a:lnTo>
                    <a:pt x="147098" y="382802"/>
                  </a:lnTo>
                  <a:lnTo>
                    <a:pt x="147169" y="382572"/>
                  </a:lnTo>
                  <a:lnTo>
                    <a:pt x="147696" y="382291"/>
                  </a:lnTo>
                  <a:lnTo>
                    <a:pt x="148502" y="381591"/>
                  </a:lnTo>
                  <a:lnTo>
                    <a:pt x="148089" y="381308"/>
                  </a:lnTo>
                  <a:lnTo>
                    <a:pt x="147922" y="381178"/>
                  </a:lnTo>
                  <a:lnTo>
                    <a:pt x="147875" y="380830"/>
                  </a:lnTo>
                  <a:lnTo>
                    <a:pt x="148143" y="380430"/>
                  </a:lnTo>
                  <a:lnTo>
                    <a:pt x="148019" y="380227"/>
                  </a:lnTo>
                  <a:lnTo>
                    <a:pt x="147759" y="379998"/>
                  </a:lnTo>
                  <a:lnTo>
                    <a:pt x="147619" y="380358"/>
                  </a:lnTo>
                  <a:lnTo>
                    <a:pt x="147199" y="380632"/>
                  </a:lnTo>
                  <a:lnTo>
                    <a:pt x="147025" y="380688"/>
                  </a:lnTo>
                  <a:lnTo>
                    <a:pt x="146842" y="380644"/>
                  </a:lnTo>
                  <a:lnTo>
                    <a:pt x="146736" y="380494"/>
                  </a:lnTo>
                  <a:lnTo>
                    <a:pt x="146557" y="380280"/>
                  </a:lnTo>
                  <a:lnTo>
                    <a:pt x="146205" y="380105"/>
                  </a:lnTo>
                  <a:lnTo>
                    <a:pt x="146513" y="379941"/>
                  </a:lnTo>
                  <a:lnTo>
                    <a:pt x="146803" y="379872"/>
                  </a:lnTo>
                  <a:lnTo>
                    <a:pt x="146906" y="379379"/>
                  </a:lnTo>
                  <a:lnTo>
                    <a:pt x="147062" y="379127"/>
                  </a:lnTo>
                  <a:lnTo>
                    <a:pt x="147281" y="378622"/>
                  </a:lnTo>
                  <a:lnTo>
                    <a:pt x="146929" y="378123"/>
                  </a:lnTo>
                  <a:lnTo>
                    <a:pt x="146725" y="378035"/>
                  </a:lnTo>
                  <a:lnTo>
                    <a:pt x="146274" y="377903"/>
                  </a:lnTo>
                  <a:lnTo>
                    <a:pt x="145954" y="378179"/>
                  </a:lnTo>
                  <a:lnTo>
                    <a:pt x="145639" y="378074"/>
                  </a:lnTo>
                  <a:lnTo>
                    <a:pt x="145385" y="377160"/>
                  </a:lnTo>
                  <a:lnTo>
                    <a:pt x="144930" y="377239"/>
                  </a:lnTo>
                  <a:lnTo>
                    <a:pt x="144698" y="377318"/>
                  </a:lnTo>
                  <a:lnTo>
                    <a:pt x="144404" y="377101"/>
                  </a:lnTo>
                  <a:lnTo>
                    <a:pt x="144666" y="376700"/>
                  </a:lnTo>
                  <a:lnTo>
                    <a:pt x="144776" y="376395"/>
                  </a:lnTo>
                  <a:lnTo>
                    <a:pt x="144379" y="376261"/>
                  </a:lnTo>
                  <a:lnTo>
                    <a:pt x="144388" y="376517"/>
                  </a:lnTo>
                  <a:lnTo>
                    <a:pt x="144224" y="377188"/>
                  </a:lnTo>
                  <a:lnTo>
                    <a:pt x="143928" y="377414"/>
                  </a:lnTo>
                  <a:lnTo>
                    <a:pt x="143832" y="377769"/>
                  </a:lnTo>
                  <a:lnTo>
                    <a:pt x="143918" y="377996"/>
                  </a:lnTo>
                  <a:lnTo>
                    <a:pt x="144073" y="378390"/>
                  </a:lnTo>
                  <a:lnTo>
                    <a:pt x="143800" y="378396"/>
                  </a:lnTo>
                  <a:lnTo>
                    <a:pt x="143484" y="378030"/>
                  </a:lnTo>
                  <a:lnTo>
                    <a:pt x="143217" y="377887"/>
                  </a:lnTo>
                  <a:lnTo>
                    <a:pt x="143050" y="378145"/>
                  </a:lnTo>
                  <a:lnTo>
                    <a:pt x="142825" y="378174"/>
                  </a:lnTo>
                  <a:lnTo>
                    <a:pt x="142478" y="378215"/>
                  </a:lnTo>
                  <a:lnTo>
                    <a:pt x="142196" y="378214"/>
                  </a:lnTo>
                  <a:lnTo>
                    <a:pt x="142069" y="377682"/>
                  </a:lnTo>
                  <a:lnTo>
                    <a:pt x="142261" y="377582"/>
                  </a:lnTo>
                  <a:lnTo>
                    <a:pt x="142455" y="377562"/>
                  </a:lnTo>
                  <a:lnTo>
                    <a:pt x="142737" y="377509"/>
                  </a:lnTo>
                  <a:lnTo>
                    <a:pt x="142743" y="377356"/>
                  </a:lnTo>
                  <a:lnTo>
                    <a:pt x="142794" y="377173"/>
                  </a:lnTo>
                  <a:lnTo>
                    <a:pt x="142954" y="376714"/>
                  </a:lnTo>
                  <a:lnTo>
                    <a:pt x="142849" y="376362"/>
                  </a:lnTo>
                  <a:lnTo>
                    <a:pt x="142661" y="376217"/>
                  </a:lnTo>
                  <a:lnTo>
                    <a:pt x="142361" y="376006"/>
                  </a:lnTo>
                  <a:lnTo>
                    <a:pt x="142438" y="375814"/>
                  </a:lnTo>
                  <a:lnTo>
                    <a:pt x="142361" y="375134"/>
                  </a:lnTo>
                  <a:lnTo>
                    <a:pt x="141969" y="374989"/>
                  </a:lnTo>
                  <a:lnTo>
                    <a:pt x="141629" y="375008"/>
                  </a:lnTo>
                  <a:lnTo>
                    <a:pt x="141180" y="375101"/>
                  </a:lnTo>
                  <a:lnTo>
                    <a:pt x="141025" y="375170"/>
                  </a:lnTo>
                  <a:lnTo>
                    <a:pt x="140846" y="375396"/>
                  </a:lnTo>
                  <a:lnTo>
                    <a:pt x="140978" y="375757"/>
                  </a:lnTo>
                  <a:lnTo>
                    <a:pt x="141295" y="375663"/>
                  </a:lnTo>
                  <a:lnTo>
                    <a:pt x="141655" y="375730"/>
                  </a:lnTo>
                  <a:lnTo>
                    <a:pt x="141976" y="376086"/>
                  </a:lnTo>
                  <a:lnTo>
                    <a:pt x="141877" y="376614"/>
                  </a:lnTo>
                  <a:lnTo>
                    <a:pt x="142220" y="377012"/>
                  </a:lnTo>
                  <a:lnTo>
                    <a:pt x="142409" y="377137"/>
                  </a:lnTo>
                  <a:lnTo>
                    <a:pt x="142170" y="377379"/>
                  </a:lnTo>
                  <a:lnTo>
                    <a:pt x="141717" y="377178"/>
                  </a:lnTo>
                  <a:lnTo>
                    <a:pt x="141647" y="377020"/>
                  </a:lnTo>
                  <a:lnTo>
                    <a:pt x="141537" y="376773"/>
                  </a:lnTo>
                  <a:lnTo>
                    <a:pt x="141146" y="376932"/>
                  </a:lnTo>
                  <a:lnTo>
                    <a:pt x="141287" y="377070"/>
                  </a:lnTo>
                  <a:lnTo>
                    <a:pt x="141418" y="377240"/>
                  </a:lnTo>
                  <a:lnTo>
                    <a:pt x="141569" y="377951"/>
                  </a:lnTo>
                  <a:lnTo>
                    <a:pt x="141429" y="378138"/>
                  </a:lnTo>
                  <a:lnTo>
                    <a:pt x="141216" y="378017"/>
                  </a:lnTo>
                  <a:lnTo>
                    <a:pt x="141042" y="377655"/>
                  </a:lnTo>
                  <a:lnTo>
                    <a:pt x="140722" y="377307"/>
                  </a:lnTo>
                  <a:lnTo>
                    <a:pt x="140478" y="377257"/>
                  </a:lnTo>
                  <a:lnTo>
                    <a:pt x="140430" y="376819"/>
                  </a:lnTo>
                  <a:lnTo>
                    <a:pt x="140201" y="376461"/>
                  </a:lnTo>
                  <a:lnTo>
                    <a:pt x="139789" y="376146"/>
                  </a:lnTo>
                  <a:lnTo>
                    <a:pt x="139544" y="376104"/>
                  </a:lnTo>
                  <a:lnTo>
                    <a:pt x="139177" y="375981"/>
                  </a:lnTo>
                  <a:lnTo>
                    <a:pt x="139048" y="375936"/>
                  </a:lnTo>
                  <a:lnTo>
                    <a:pt x="138806" y="375788"/>
                  </a:lnTo>
                  <a:lnTo>
                    <a:pt x="138988" y="375543"/>
                  </a:lnTo>
                  <a:lnTo>
                    <a:pt x="139212" y="375300"/>
                  </a:lnTo>
                  <a:lnTo>
                    <a:pt x="139191" y="375023"/>
                  </a:lnTo>
                  <a:lnTo>
                    <a:pt x="138840" y="374750"/>
                  </a:lnTo>
                  <a:lnTo>
                    <a:pt x="138356" y="375068"/>
                  </a:lnTo>
                  <a:lnTo>
                    <a:pt x="138027" y="375149"/>
                  </a:lnTo>
                  <a:lnTo>
                    <a:pt x="137705" y="375158"/>
                  </a:lnTo>
                  <a:lnTo>
                    <a:pt x="137583" y="375059"/>
                  </a:lnTo>
                  <a:lnTo>
                    <a:pt x="137842" y="374839"/>
                  </a:lnTo>
                  <a:lnTo>
                    <a:pt x="137983" y="374758"/>
                  </a:lnTo>
                  <a:lnTo>
                    <a:pt x="138105" y="374448"/>
                  </a:lnTo>
                  <a:lnTo>
                    <a:pt x="137787" y="374215"/>
                  </a:lnTo>
                  <a:lnTo>
                    <a:pt x="137737" y="374081"/>
                  </a:lnTo>
                  <a:lnTo>
                    <a:pt x="137424" y="373400"/>
                  </a:lnTo>
                  <a:lnTo>
                    <a:pt x="137574" y="372934"/>
                  </a:lnTo>
                  <a:lnTo>
                    <a:pt x="137556" y="372164"/>
                  </a:lnTo>
                  <a:lnTo>
                    <a:pt x="137425" y="372077"/>
                  </a:lnTo>
                  <a:lnTo>
                    <a:pt x="137218" y="371826"/>
                  </a:lnTo>
                  <a:lnTo>
                    <a:pt x="137244" y="371412"/>
                  </a:lnTo>
                  <a:lnTo>
                    <a:pt x="137411" y="371033"/>
                  </a:lnTo>
                  <a:lnTo>
                    <a:pt x="137410" y="370865"/>
                  </a:lnTo>
                  <a:lnTo>
                    <a:pt x="137284" y="370635"/>
                  </a:lnTo>
                  <a:lnTo>
                    <a:pt x="137330" y="369994"/>
                  </a:lnTo>
                  <a:lnTo>
                    <a:pt x="137319" y="369810"/>
                  </a:lnTo>
                  <a:lnTo>
                    <a:pt x="137415" y="369195"/>
                  </a:lnTo>
                  <a:lnTo>
                    <a:pt x="137133" y="368851"/>
                  </a:lnTo>
                  <a:lnTo>
                    <a:pt x="136468" y="368550"/>
                  </a:lnTo>
                  <a:lnTo>
                    <a:pt x="136315" y="368248"/>
                  </a:lnTo>
                  <a:lnTo>
                    <a:pt x="136546" y="368329"/>
                  </a:lnTo>
                  <a:lnTo>
                    <a:pt x="136955" y="368181"/>
                  </a:lnTo>
                  <a:lnTo>
                    <a:pt x="136984" y="367995"/>
                  </a:lnTo>
                  <a:lnTo>
                    <a:pt x="136777" y="367206"/>
                  </a:lnTo>
                  <a:lnTo>
                    <a:pt x="136610" y="367082"/>
                  </a:lnTo>
                  <a:lnTo>
                    <a:pt x="136514" y="366885"/>
                  </a:lnTo>
                  <a:lnTo>
                    <a:pt x="136125" y="366456"/>
                  </a:lnTo>
                  <a:lnTo>
                    <a:pt x="135812" y="366387"/>
                  </a:lnTo>
                  <a:lnTo>
                    <a:pt x="135174" y="366125"/>
                  </a:lnTo>
                  <a:lnTo>
                    <a:pt x="135230" y="365968"/>
                  </a:lnTo>
                  <a:lnTo>
                    <a:pt x="135129" y="365805"/>
                  </a:lnTo>
                  <a:lnTo>
                    <a:pt x="134623" y="365814"/>
                  </a:lnTo>
                  <a:lnTo>
                    <a:pt x="134201" y="365830"/>
                  </a:lnTo>
                  <a:lnTo>
                    <a:pt x="133461" y="366061"/>
                  </a:lnTo>
                  <a:lnTo>
                    <a:pt x="133240" y="366648"/>
                  </a:lnTo>
                  <a:lnTo>
                    <a:pt x="132568" y="367140"/>
                  </a:lnTo>
                  <a:lnTo>
                    <a:pt x="132647" y="367337"/>
                  </a:lnTo>
                  <a:lnTo>
                    <a:pt x="132544" y="367755"/>
                  </a:lnTo>
                  <a:lnTo>
                    <a:pt x="132161" y="368069"/>
                  </a:lnTo>
                  <a:lnTo>
                    <a:pt x="132043" y="368208"/>
                  </a:lnTo>
                  <a:lnTo>
                    <a:pt x="131875" y="368475"/>
                  </a:lnTo>
                  <a:lnTo>
                    <a:pt x="131708" y="368515"/>
                  </a:lnTo>
                  <a:lnTo>
                    <a:pt x="131358" y="368576"/>
                  </a:lnTo>
                  <a:lnTo>
                    <a:pt x="131188" y="368822"/>
                  </a:lnTo>
                  <a:lnTo>
                    <a:pt x="130920" y="369245"/>
                  </a:lnTo>
                  <a:lnTo>
                    <a:pt x="130731" y="370019"/>
                  </a:lnTo>
                  <a:lnTo>
                    <a:pt x="130410" y="370321"/>
                  </a:lnTo>
                  <a:lnTo>
                    <a:pt x="130042" y="370921"/>
                  </a:lnTo>
                  <a:lnTo>
                    <a:pt x="130061" y="371443"/>
                  </a:lnTo>
                  <a:lnTo>
                    <a:pt x="130255" y="371717"/>
                  </a:lnTo>
                  <a:lnTo>
                    <a:pt x="130551" y="371740"/>
                  </a:lnTo>
                  <a:lnTo>
                    <a:pt x="130839" y="371737"/>
                  </a:lnTo>
                  <a:lnTo>
                    <a:pt x="131089" y="372446"/>
                  </a:lnTo>
                  <a:lnTo>
                    <a:pt x="130590" y="372620"/>
                  </a:lnTo>
                  <a:lnTo>
                    <a:pt x="130419" y="372912"/>
                  </a:lnTo>
                  <a:lnTo>
                    <a:pt x="130080" y="373000"/>
                  </a:lnTo>
                  <a:lnTo>
                    <a:pt x="129894" y="372979"/>
                  </a:lnTo>
                  <a:lnTo>
                    <a:pt x="129754" y="372894"/>
                  </a:lnTo>
                  <a:lnTo>
                    <a:pt x="129534" y="372710"/>
                  </a:lnTo>
                  <a:lnTo>
                    <a:pt x="129404" y="372916"/>
                  </a:lnTo>
                  <a:lnTo>
                    <a:pt x="129177" y="373051"/>
                  </a:lnTo>
                  <a:lnTo>
                    <a:pt x="129281" y="373210"/>
                  </a:lnTo>
                  <a:lnTo>
                    <a:pt x="129500" y="373477"/>
                  </a:lnTo>
                  <a:lnTo>
                    <a:pt x="129359" y="373811"/>
                  </a:lnTo>
                  <a:lnTo>
                    <a:pt x="128929" y="374249"/>
                  </a:lnTo>
                  <a:lnTo>
                    <a:pt x="128627" y="374046"/>
                  </a:lnTo>
                  <a:lnTo>
                    <a:pt x="128387" y="373841"/>
                  </a:lnTo>
                  <a:lnTo>
                    <a:pt x="127467" y="373261"/>
                  </a:lnTo>
                  <a:lnTo>
                    <a:pt x="127175" y="372815"/>
                  </a:lnTo>
                  <a:lnTo>
                    <a:pt x="126353" y="372643"/>
                  </a:lnTo>
                  <a:lnTo>
                    <a:pt x="126074" y="372594"/>
                  </a:lnTo>
                  <a:lnTo>
                    <a:pt x="125901" y="372422"/>
                  </a:lnTo>
                  <a:lnTo>
                    <a:pt x="126015" y="372006"/>
                  </a:lnTo>
                  <a:lnTo>
                    <a:pt x="125964" y="371830"/>
                  </a:lnTo>
                  <a:lnTo>
                    <a:pt x="125960" y="371669"/>
                  </a:lnTo>
                  <a:lnTo>
                    <a:pt x="126204" y="371444"/>
                  </a:lnTo>
                  <a:lnTo>
                    <a:pt x="126313" y="371127"/>
                  </a:lnTo>
                  <a:lnTo>
                    <a:pt x="126128" y="370506"/>
                  </a:lnTo>
                  <a:lnTo>
                    <a:pt x="125707" y="370670"/>
                  </a:lnTo>
                  <a:lnTo>
                    <a:pt x="125366" y="370834"/>
                  </a:lnTo>
                  <a:lnTo>
                    <a:pt x="125011" y="370516"/>
                  </a:lnTo>
                  <a:lnTo>
                    <a:pt x="124973" y="370378"/>
                  </a:lnTo>
                  <a:lnTo>
                    <a:pt x="124946" y="370088"/>
                  </a:lnTo>
                  <a:lnTo>
                    <a:pt x="125079" y="369552"/>
                  </a:lnTo>
                  <a:lnTo>
                    <a:pt x="125276" y="369209"/>
                  </a:lnTo>
                  <a:lnTo>
                    <a:pt x="125449" y="368846"/>
                  </a:lnTo>
                  <a:lnTo>
                    <a:pt x="125100" y="368356"/>
                  </a:lnTo>
                  <a:lnTo>
                    <a:pt x="124840" y="368358"/>
                  </a:lnTo>
                  <a:lnTo>
                    <a:pt x="124517" y="368207"/>
                  </a:lnTo>
                  <a:lnTo>
                    <a:pt x="124400" y="368067"/>
                  </a:lnTo>
                  <a:lnTo>
                    <a:pt x="124381" y="367805"/>
                  </a:lnTo>
                  <a:lnTo>
                    <a:pt x="123891" y="367738"/>
                  </a:lnTo>
                  <a:lnTo>
                    <a:pt x="123942" y="367904"/>
                  </a:lnTo>
                  <a:lnTo>
                    <a:pt x="123935" y="368227"/>
                  </a:lnTo>
                  <a:lnTo>
                    <a:pt x="123878" y="368441"/>
                  </a:lnTo>
                  <a:lnTo>
                    <a:pt x="123732" y="368699"/>
                  </a:lnTo>
                  <a:lnTo>
                    <a:pt x="123126" y="368506"/>
                  </a:lnTo>
                  <a:lnTo>
                    <a:pt x="122562" y="368267"/>
                  </a:lnTo>
                  <a:lnTo>
                    <a:pt x="122596" y="368035"/>
                  </a:lnTo>
                  <a:lnTo>
                    <a:pt x="122747" y="367593"/>
                  </a:lnTo>
                  <a:lnTo>
                    <a:pt x="122881" y="367492"/>
                  </a:lnTo>
                  <a:lnTo>
                    <a:pt x="122770" y="367261"/>
                  </a:lnTo>
                  <a:lnTo>
                    <a:pt x="122997" y="366977"/>
                  </a:lnTo>
                  <a:lnTo>
                    <a:pt x="123413" y="366606"/>
                  </a:lnTo>
                  <a:lnTo>
                    <a:pt x="123547" y="366350"/>
                  </a:lnTo>
                  <a:lnTo>
                    <a:pt x="123675" y="366049"/>
                  </a:lnTo>
                  <a:lnTo>
                    <a:pt x="123960" y="366029"/>
                  </a:lnTo>
                  <a:lnTo>
                    <a:pt x="124289" y="366307"/>
                  </a:lnTo>
                  <a:lnTo>
                    <a:pt x="124517" y="366244"/>
                  </a:lnTo>
                  <a:lnTo>
                    <a:pt x="124627" y="366063"/>
                  </a:lnTo>
                  <a:lnTo>
                    <a:pt x="124759" y="365855"/>
                  </a:lnTo>
                  <a:lnTo>
                    <a:pt x="124940" y="365851"/>
                  </a:lnTo>
                  <a:lnTo>
                    <a:pt x="125283" y="365288"/>
                  </a:lnTo>
                  <a:lnTo>
                    <a:pt x="125291" y="365137"/>
                  </a:lnTo>
                  <a:lnTo>
                    <a:pt x="125702" y="365073"/>
                  </a:lnTo>
                  <a:lnTo>
                    <a:pt x="125988" y="365224"/>
                  </a:lnTo>
                  <a:lnTo>
                    <a:pt x="126564" y="365423"/>
                  </a:lnTo>
                  <a:lnTo>
                    <a:pt x="126779" y="365718"/>
                  </a:lnTo>
                  <a:lnTo>
                    <a:pt x="126946" y="365873"/>
                  </a:lnTo>
                  <a:lnTo>
                    <a:pt x="127257" y="365906"/>
                  </a:lnTo>
                  <a:lnTo>
                    <a:pt x="127415" y="365904"/>
                  </a:lnTo>
                  <a:lnTo>
                    <a:pt x="127782" y="365734"/>
                  </a:lnTo>
                  <a:lnTo>
                    <a:pt x="128377" y="365710"/>
                  </a:lnTo>
                  <a:lnTo>
                    <a:pt x="128578" y="365656"/>
                  </a:lnTo>
                  <a:lnTo>
                    <a:pt x="128902" y="365090"/>
                  </a:lnTo>
                  <a:lnTo>
                    <a:pt x="129243" y="364700"/>
                  </a:lnTo>
                  <a:lnTo>
                    <a:pt x="129290" y="365108"/>
                  </a:lnTo>
                  <a:lnTo>
                    <a:pt x="129425" y="365567"/>
                  </a:lnTo>
                  <a:lnTo>
                    <a:pt x="129629" y="365756"/>
                  </a:lnTo>
                  <a:lnTo>
                    <a:pt x="129764" y="365342"/>
                  </a:lnTo>
                  <a:lnTo>
                    <a:pt x="129975" y="364574"/>
                  </a:lnTo>
                  <a:lnTo>
                    <a:pt x="130001" y="364080"/>
                  </a:lnTo>
                  <a:lnTo>
                    <a:pt x="130039" y="363522"/>
                  </a:lnTo>
                  <a:lnTo>
                    <a:pt x="129640" y="362537"/>
                  </a:lnTo>
                  <a:lnTo>
                    <a:pt x="129672" y="362144"/>
                  </a:lnTo>
                  <a:lnTo>
                    <a:pt x="129807" y="362013"/>
                  </a:lnTo>
                  <a:lnTo>
                    <a:pt x="129919" y="361553"/>
                  </a:lnTo>
                  <a:lnTo>
                    <a:pt x="129980" y="361351"/>
                  </a:lnTo>
                  <a:lnTo>
                    <a:pt x="130006" y="361134"/>
                  </a:lnTo>
                  <a:lnTo>
                    <a:pt x="130422" y="360489"/>
                  </a:lnTo>
                  <a:lnTo>
                    <a:pt x="130652" y="359454"/>
                  </a:lnTo>
                  <a:lnTo>
                    <a:pt x="130929" y="359341"/>
                  </a:lnTo>
                  <a:lnTo>
                    <a:pt x="131290" y="359649"/>
                  </a:lnTo>
                  <a:lnTo>
                    <a:pt x="131110" y="359412"/>
                  </a:lnTo>
                  <a:lnTo>
                    <a:pt x="130918" y="358859"/>
                  </a:lnTo>
                  <a:lnTo>
                    <a:pt x="130794" y="358607"/>
                  </a:lnTo>
                  <a:lnTo>
                    <a:pt x="130575" y="358439"/>
                  </a:lnTo>
                  <a:lnTo>
                    <a:pt x="130208" y="357862"/>
                  </a:lnTo>
                  <a:lnTo>
                    <a:pt x="130235" y="357255"/>
                  </a:lnTo>
                  <a:lnTo>
                    <a:pt x="130232" y="356895"/>
                  </a:lnTo>
                  <a:lnTo>
                    <a:pt x="130417" y="356110"/>
                  </a:lnTo>
                  <a:lnTo>
                    <a:pt x="130442" y="355761"/>
                  </a:lnTo>
                  <a:lnTo>
                    <a:pt x="130292" y="355472"/>
                  </a:lnTo>
                  <a:lnTo>
                    <a:pt x="129576" y="355723"/>
                  </a:lnTo>
                  <a:lnTo>
                    <a:pt x="129488" y="355458"/>
                  </a:lnTo>
                  <a:lnTo>
                    <a:pt x="130219" y="354798"/>
                  </a:lnTo>
                  <a:lnTo>
                    <a:pt x="130380" y="354561"/>
                  </a:lnTo>
                  <a:lnTo>
                    <a:pt x="130416" y="354148"/>
                  </a:lnTo>
                  <a:lnTo>
                    <a:pt x="130570" y="353870"/>
                  </a:lnTo>
                  <a:lnTo>
                    <a:pt x="130775" y="353550"/>
                  </a:lnTo>
                  <a:lnTo>
                    <a:pt x="130921" y="353282"/>
                  </a:lnTo>
                  <a:lnTo>
                    <a:pt x="131082" y="352959"/>
                  </a:lnTo>
                  <a:lnTo>
                    <a:pt x="131130" y="352590"/>
                  </a:lnTo>
                  <a:lnTo>
                    <a:pt x="131267" y="352287"/>
                  </a:lnTo>
                  <a:lnTo>
                    <a:pt x="131333" y="352148"/>
                  </a:lnTo>
                  <a:lnTo>
                    <a:pt x="131471" y="351837"/>
                  </a:lnTo>
                  <a:lnTo>
                    <a:pt x="131857" y="350835"/>
                  </a:lnTo>
                  <a:lnTo>
                    <a:pt x="132052" y="350310"/>
                  </a:lnTo>
                  <a:lnTo>
                    <a:pt x="131974" y="350153"/>
                  </a:lnTo>
                  <a:lnTo>
                    <a:pt x="131778" y="350036"/>
                  </a:lnTo>
                  <a:lnTo>
                    <a:pt x="131338" y="349830"/>
                  </a:lnTo>
                  <a:lnTo>
                    <a:pt x="131378" y="349485"/>
                  </a:lnTo>
                  <a:lnTo>
                    <a:pt x="131454" y="349162"/>
                  </a:lnTo>
                  <a:lnTo>
                    <a:pt x="131499" y="348987"/>
                  </a:lnTo>
                  <a:lnTo>
                    <a:pt x="131575" y="348672"/>
                  </a:lnTo>
                  <a:lnTo>
                    <a:pt x="131690" y="348139"/>
                  </a:lnTo>
                  <a:lnTo>
                    <a:pt x="131777" y="347694"/>
                  </a:lnTo>
                  <a:lnTo>
                    <a:pt x="131850" y="347277"/>
                  </a:lnTo>
                  <a:lnTo>
                    <a:pt x="132061" y="346745"/>
                  </a:lnTo>
                  <a:lnTo>
                    <a:pt x="131952" y="346284"/>
                  </a:lnTo>
                  <a:lnTo>
                    <a:pt x="132281" y="345888"/>
                  </a:lnTo>
                  <a:lnTo>
                    <a:pt x="132504" y="345673"/>
                  </a:lnTo>
                  <a:lnTo>
                    <a:pt x="132596" y="344861"/>
                  </a:lnTo>
                  <a:lnTo>
                    <a:pt x="132434" y="344918"/>
                  </a:lnTo>
                  <a:lnTo>
                    <a:pt x="132047" y="344967"/>
                  </a:lnTo>
                  <a:lnTo>
                    <a:pt x="131649" y="344409"/>
                  </a:lnTo>
                  <a:lnTo>
                    <a:pt x="131323" y="344361"/>
                  </a:lnTo>
                  <a:lnTo>
                    <a:pt x="130538" y="343429"/>
                  </a:lnTo>
                  <a:lnTo>
                    <a:pt x="130503" y="343295"/>
                  </a:lnTo>
                  <a:lnTo>
                    <a:pt x="130474" y="343103"/>
                  </a:lnTo>
                  <a:lnTo>
                    <a:pt x="130156" y="342339"/>
                  </a:lnTo>
                  <a:lnTo>
                    <a:pt x="129894" y="341895"/>
                  </a:lnTo>
                  <a:lnTo>
                    <a:pt x="129609" y="341655"/>
                  </a:lnTo>
                  <a:lnTo>
                    <a:pt x="129436" y="341650"/>
                  </a:lnTo>
                  <a:lnTo>
                    <a:pt x="129046" y="341700"/>
                  </a:lnTo>
                  <a:lnTo>
                    <a:pt x="128799" y="341567"/>
                  </a:lnTo>
                  <a:lnTo>
                    <a:pt x="128710" y="341411"/>
                  </a:lnTo>
                  <a:lnTo>
                    <a:pt x="128597" y="341177"/>
                  </a:lnTo>
                  <a:lnTo>
                    <a:pt x="128445" y="340967"/>
                  </a:lnTo>
                  <a:lnTo>
                    <a:pt x="128144" y="340653"/>
                  </a:lnTo>
                  <a:lnTo>
                    <a:pt x="127753" y="340369"/>
                  </a:lnTo>
                  <a:lnTo>
                    <a:pt x="127377" y="340013"/>
                  </a:lnTo>
                  <a:lnTo>
                    <a:pt x="127188" y="339614"/>
                  </a:lnTo>
                  <a:lnTo>
                    <a:pt x="126864" y="339298"/>
                  </a:lnTo>
                  <a:lnTo>
                    <a:pt x="126444" y="339464"/>
                  </a:lnTo>
                  <a:lnTo>
                    <a:pt x="125849" y="339552"/>
                  </a:lnTo>
                  <a:lnTo>
                    <a:pt x="125513" y="339369"/>
                  </a:lnTo>
                  <a:lnTo>
                    <a:pt x="125445" y="339241"/>
                  </a:lnTo>
                  <a:lnTo>
                    <a:pt x="124993" y="338842"/>
                  </a:lnTo>
                  <a:lnTo>
                    <a:pt x="124227" y="338322"/>
                  </a:lnTo>
                  <a:lnTo>
                    <a:pt x="124132" y="337550"/>
                  </a:lnTo>
                  <a:lnTo>
                    <a:pt x="124525" y="337566"/>
                  </a:lnTo>
                  <a:lnTo>
                    <a:pt x="125227" y="337321"/>
                  </a:lnTo>
                  <a:lnTo>
                    <a:pt x="125193" y="337163"/>
                  </a:lnTo>
                  <a:lnTo>
                    <a:pt x="125143" y="336868"/>
                  </a:lnTo>
                  <a:lnTo>
                    <a:pt x="125189" y="336446"/>
                  </a:lnTo>
                  <a:lnTo>
                    <a:pt x="125466" y="336334"/>
                  </a:lnTo>
                  <a:lnTo>
                    <a:pt x="125513" y="336150"/>
                  </a:lnTo>
                  <a:lnTo>
                    <a:pt x="125212" y="335625"/>
                  </a:lnTo>
                  <a:lnTo>
                    <a:pt x="124764" y="335581"/>
                  </a:lnTo>
                  <a:lnTo>
                    <a:pt x="124741" y="335435"/>
                  </a:lnTo>
                  <a:lnTo>
                    <a:pt x="124652" y="335083"/>
                  </a:lnTo>
                  <a:lnTo>
                    <a:pt x="124694" y="334894"/>
                  </a:lnTo>
                  <a:lnTo>
                    <a:pt x="124870" y="334639"/>
                  </a:lnTo>
                  <a:lnTo>
                    <a:pt x="125160" y="334376"/>
                  </a:lnTo>
                  <a:lnTo>
                    <a:pt x="125074" y="334129"/>
                  </a:lnTo>
                  <a:lnTo>
                    <a:pt x="125090" y="333718"/>
                  </a:lnTo>
                  <a:lnTo>
                    <a:pt x="124994" y="333366"/>
                  </a:lnTo>
                  <a:lnTo>
                    <a:pt x="124888" y="333221"/>
                  </a:lnTo>
                  <a:lnTo>
                    <a:pt x="124775" y="333028"/>
                  </a:lnTo>
                  <a:lnTo>
                    <a:pt x="124881" y="332800"/>
                  </a:lnTo>
                  <a:lnTo>
                    <a:pt x="125247" y="332296"/>
                  </a:lnTo>
                  <a:lnTo>
                    <a:pt x="125407" y="332147"/>
                  </a:lnTo>
                  <a:lnTo>
                    <a:pt x="125874" y="332237"/>
                  </a:lnTo>
                  <a:lnTo>
                    <a:pt x="126173" y="332281"/>
                  </a:lnTo>
                  <a:lnTo>
                    <a:pt x="126416" y="332117"/>
                  </a:lnTo>
                  <a:lnTo>
                    <a:pt x="126769" y="331992"/>
                  </a:lnTo>
                  <a:lnTo>
                    <a:pt x="126749" y="332321"/>
                  </a:lnTo>
                  <a:lnTo>
                    <a:pt x="127039" y="332365"/>
                  </a:lnTo>
                  <a:lnTo>
                    <a:pt x="127215" y="332356"/>
                  </a:lnTo>
                  <a:lnTo>
                    <a:pt x="127134" y="332503"/>
                  </a:lnTo>
                  <a:lnTo>
                    <a:pt x="127242" y="332642"/>
                  </a:lnTo>
                  <a:lnTo>
                    <a:pt x="127553" y="332558"/>
                  </a:lnTo>
                  <a:lnTo>
                    <a:pt x="128160" y="331926"/>
                  </a:lnTo>
                  <a:lnTo>
                    <a:pt x="128400" y="331640"/>
                  </a:lnTo>
                  <a:lnTo>
                    <a:pt x="128575" y="331617"/>
                  </a:lnTo>
                  <a:lnTo>
                    <a:pt x="129141" y="331615"/>
                  </a:lnTo>
                  <a:lnTo>
                    <a:pt x="129647" y="331793"/>
                  </a:lnTo>
                  <a:lnTo>
                    <a:pt x="130323" y="332459"/>
                  </a:lnTo>
                  <a:lnTo>
                    <a:pt x="130586" y="332173"/>
                  </a:lnTo>
                  <a:lnTo>
                    <a:pt x="131136" y="332362"/>
                  </a:lnTo>
                  <a:lnTo>
                    <a:pt x="131355" y="332646"/>
                  </a:lnTo>
                  <a:lnTo>
                    <a:pt x="131642" y="332740"/>
                  </a:lnTo>
                  <a:lnTo>
                    <a:pt x="132004" y="333417"/>
                  </a:lnTo>
                  <a:lnTo>
                    <a:pt x="132208" y="333222"/>
                  </a:lnTo>
                  <a:lnTo>
                    <a:pt x="132326" y="333011"/>
                  </a:lnTo>
                  <a:lnTo>
                    <a:pt x="132535" y="332894"/>
                  </a:lnTo>
                  <a:lnTo>
                    <a:pt x="132671" y="332779"/>
                  </a:lnTo>
                  <a:lnTo>
                    <a:pt x="132709" y="332618"/>
                  </a:lnTo>
                  <a:lnTo>
                    <a:pt x="132852" y="332438"/>
                  </a:lnTo>
                  <a:lnTo>
                    <a:pt x="133031" y="332402"/>
                  </a:lnTo>
                  <a:lnTo>
                    <a:pt x="133190" y="332247"/>
                  </a:lnTo>
                  <a:lnTo>
                    <a:pt x="133274" y="331932"/>
                  </a:lnTo>
                  <a:lnTo>
                    <a:pt x="133577" y="331982"/>
                  </a:lnTo>
                  <a:lnTo>
                    <a:pt x="133729" y="331883"/>
                  </a:lnTo>
                  <a:lnTo>
                    <a:pt x="134036" y="331692"/>
                  </a:lnTo>
                  <a:lnTo>
                    <a:pt x="134164" y="331569"/>
                  </a:lnTo>
                  <a:lnTo>
                    <a:pt x="134207" y="331404"/>
                  </a:lnTo>
                  <a:lnTo>
                    <a:pt x="133835" y="331309"/>
                  </a:lnTo>
                  <a:lnTo>
                    <a:pt x="133831" y="331148"/>
                  </a:lnTo>
                  <a:lnTo>
                    <a:pt x="133986" y="331096"/>
                  </a:lnTo>
                  <a:lnTo>
                    <a:pt x="134268" y="331027"/>
                  </a:lnTo>
                  <a:lnTo>
                    <a:pt x="134599" y="330541"/>
                  </a:lnTo>
                  <a:lnTo>
                    <a:pt x="134523" y="330446"/>
                  </a:lnTo>
                  <a:lnTo>
                    <a:pt x="134752" y="330355"/>
                  </a:lnTo>
                  <a:lnTo>
                    <a:pt x="135062" y="330193"/>
                  </a:lnTo>
                  <a:lnTo>
                    <a:pt x="135362" y="329963"/>
                  </a:lnTo>
                  <a:lnTo>
                    <a:pt x="135501" y="330169"/>
                  </a:lnTo>
                  <a:lnTo>
                    <a:pt x="135570" y="330509"/>
                  </a:lnTo>
                  <a:lnTo>
                    <a:pt x="135642" y="330494"/>
                  </a:lnTo>
                  <a:lnTo>
                    <a:pt x="135614" y="330197"/>
                  </a:lnTo>
                  <a:lnTo>
                    <a:pt x="135718" y="329853"/>
                  </a:lnTo>
                  <a:lnTo>
                    <a:pt x="135943" y="329652"/>
                  </a:lnTo>
                  <a:lnTo>
                    <a:pt x="135990" y="329007"/>
                  </a:lnTo>
                  <a:lnTo>
                    <a:pt x="135965" y="328805"/>
                  </a:lnTo>
                  <a:lnTo>
                    <a:pt x="135833" y="328619"/>
                  </a:lnTo>
                  <a:lnTo>
                    <a:pt x="135671" y="328397"/>
                  </a:lnTo>
                  <a:lnTo>
                    <a:pt x="135551" y="327909"/>
                  </a:lnTo>
                  <a:lnTo>
                    <a:pt x="135704" y="327439"/>
                  </a:lnTo>
                  <a:lnTo>
                    <a:pt x="136126" y="327150"/>
                  </a:lnTo>
                  <a:lnTo>
                    <a:pt x="136547" y="326952"/>
                  </a:lnTo>
                  <a:lnTo>
                    <a:pt x="136903" y="326929"/>
                  </a:lnTo>
                  <a:lnTo>
                    <a:pt x="137735" y="326976"/>
                  </a:lnTo>
                  <a:lnTo>
                    <a:pt x="137897" y="327012"/>
                  </a:lnTo>
                  <a:lnTo>
                    <a:pt x="138028" y="327311"/>
                  </a:lnTo>
                  <a:lnTo>
                    <a:pt x="138007" y="327509"/>
                  </a:lnTo>
                  <a:lnTo>
                    <a:pt x="138067" y="327868"/>
                  </a:lnTo>
                  <a:lnTo>
                    <a:pt x="138216" y="328192"/>
                  </a:lnTo>
                  <a:lnTo>
                    <a:pt x="138341" y="328402"/>
                  </a:lnTo>
                  <a:lnTo>
                    <a:pt x="138221" y="328600"/>
                  </a:lnTo>
                  <a:lnTo>
                    <a:pt x="138284" y="329122"/>
                  </a:lnTo>
                  <a:lnTo>
                    <a:pt x="138370" y="329392"/>
                  </a:lnTo>
                  <a:lnTo>
                    <a:pt x="138689" y="329650"/>
                  </a:lnTo>
                  <a:lnTo>
                    <a:pt x="138959" y="329759"/>
                  </a:lnTo>
                  <a:lnTo>
                    <a:pt x="139084" y="330092"/>
                  </a:lnTo>
                  <a:lnTo>
                    <a:pt x="138877" y="330318"/>
                  </a:lnTo>
                  <a:lnTo>
                    <a:pt x="139088" y="330616"/>
                  </a:lnTo>
                  <a:lnTo>
                    <a:pt x="139421" y="330778"/>
                  </a:lnTo>
                  <a:lnTo>
                    <a:pt x="139617" y="331002"/>
                  </a:lnTo>
                  <a:lnTo>
                    <a:pt x="139504" y="331277"/>
                  </a:lnTo>
                  <a:lnTo>
                    <a:pt x="139662" y="331460"/>
                  </a:lnTo>
                  <a:lnTo>
                    <a:pt x="140503" y="331971"/>
                  </a:lnTo>
                  <a:lnTo>
                    <a:pt x="140784" y="331891"/>
                  </a:lnTo>
                  <a:lnTo>
                    <a:pt x="141181" y="331468"/>
                  </a:lnTo>
                  <a:lnTo>
                    <a:pt x="141479" y="331499"/>
                  </a:lnTo>
                  <a:lnTo>
                    <a:pt x="141805" y="331564"/>
                  </a:lnTo>
                  <a:lnTo>
                    <a:pt x="142167" y="331252"/>
                  </a:lnTo>
                  <a:lnTo>
                    <a:pt x="142587" y="330944"/>
                  </a:lnTo>
                  <a:lnTo>
                    <a:pt x="143244" y="331585"/>
                  </a:lnTo>
                  <a:lnTo>
                    <a:pt x="143480" y="332188"/>
                  </a:lnTo>
                  <a:lnTo>
                    <a:pt x="143633" y="332105"/>
                  </a:lnTo>
                  <a:lnTo>
                    <a:pt x="144501" y="331937"/>
                  </a:lnTo>
                  <a:lnTo>
                    <a:pt x="144857" y="331668"/>
                  </a:lnTo>
                  <a:lnTo>
                    <a:pt x="145015" y="331523"/>
                  </a:lnTo>
                  <a:lnTo>
                    <a:pt x="145434" y="331015"/>
                  </a:lnTo>
                  <a:lnTo>
                    <a:pt x="145710" y="330706"/>
                  </a:lnTo>
                  <a:lnTo>
                    <a:pt x="146102" y="330163"/>
                  </a:lnTo>
                  <a:lnTo>
                    <a:pt x="146477" y="329847"/>
                  </a:lnTo>
                  <a:lnTo>
                    <a:pt x="146771" y="329472"/>
                  </a:lnTo>
                  <a:lnTo>
                    <a:pt x="146898" y="329234"/>
                  </a:lnTo>
                  <a:lnTo>
                    <a:pt x="147217" y="328904"/>
                  </a:lnTo>
                  <a:lnTo>
                    <a:pt x="147379" y="328743"/>
                  </a:lnTo>
                  <a:lnTo>
                    <a:pt x="147650" y="328185"/>
                  </a:lnTo>
                  <a:lnTo>
                    <a:pt x="148077" y="327740"/>
                  </a:lnTo>
                  <a:lnTo>
                    <a:pt x="148359" y="327531"/>
                  </a:lnTo>
                  <a:lnTo>
                    <a:pt x="148599" y="327272"/>
                  </a:lnTo>
                  <a:lnTo>
                    <a:pt x="148788" y="326955"/>
                  </a:lnTo>
                  <a:lnTo>
                    <a:pt x="148961" y="326815"/>
                  </a:lnTo>
                  <a:lnTo>
                    <a:pt x="149178" y="326695"/>
                  </a:lnTo>
                  <a:lnTo>
                    <a:pt x="149595" y="326501"/>
                  </a:lnTo>
                  <a:lnTo>
                    <a:pt x="149817" y="326240"/>
                  </a:lnTo>
                  <a:lnTo>
                    <a:pt x="150503" y="325602"/>
                  </a:lnTo>
                  <a:lnTo>
                    <a:pt x="150612" y="325338"/>
                  </a:lnTo>
                  <a:lnTo>
                    <a:pt x="150965" y="325036"/>
                  </a:lnTo>
                  <a:lnTo>
                    <a:pt x="151435" y="324745"/>
                  </a:lnTo>
                  <a:lnTo>
                    <a:pt x="151968" y="325122"/>
                  </a:lnTo>
                  <a:lnTo>
                    <a:pt x="152252" y="324805"/>
                  </a:lnTo>
                  <a:lnTo>
                    <a:pt x="152846" y="324888"/>
                  </a:lnTo>
                  <a:lnTo>
                    <a:pt x="153147" y="324597"/>
                  </a:lnTo>
                  <a:lnTo>
                    <a:pt x="153591" y="324034"/>
                  </a:lnTo>
                  <a:lnTo>
                    <a:pt x="153849" y="324007"/>
                  </a:lnTo>
                  <a:lnTo>
                    <a:pt x="154227" y="323592"/>
                  </a:lnTo>
                  <a:lnTo>
                    <a:pt x="154721" y="323493"/>
                  </a:lnTo>
                  <a:lnTo>
                    <a:pt x="154718" y="323686"/>
                  </a:lnTo>
                  <a:lnTo>
                    <a:pt x="154874" y="323937"/>
                  </a:lnTo>
                  <a:lnTo>
                    <a:pt x="155155" y="324082"/>
                  </a:lnTo>
                  <a:lnTo>
                    <a:pt x="155317" y="324041"/>
                  </a:lnTo>
                  <a:lnTo>
                    <a:pt x="155632" y="324041"/>
                  </a:lnTo>
                  <a:lnTo>
                    <a:pt x="156131" y="324102"/>
                  </a:lnTo>
                  <a:lnTo>
                    <a:pt x="156269" y="324036"/>
                  </a:lnTo>
                  <a:lnTo>
                    <a:pt x="156419" y="323964"/>
                  </a:lnTo>
                  <a:lnTo>
                    <a:pt x="156552" y="323880"/>
                  </a:lnTo>
                  <a:lnTo>
                    <a:pt x="156697" y="323819"/>
                  </a:lnTo>
                  <a:lnTo>
                    <a:pt x="156956" y="323954"/>
                  </a:lnTo>
                  <a:lnTo>
                    <a:pt x="157962" y="324121"/>
                  </a:lnTo>
                  <a:lnTo>
                    <a:pt x="158095" y="324254"/>
                  </a:lnTo>
                  <a:lnTo>
                    <a:pt x="158270" y="324822"/>
                  </a:lnTo>
                  <a:lnTo>
                    <a:pt x="158042" y="325162"/>
                  </a:lnTo>
                  <a:lnTo>
                    <a:pt x="157884" y="325453"/>
                  </a:lnTo>
                  <a:lnTo>
                    <a:pt x="157638" y="325882"/>
                  </a:lnTo>
                  <a:lnTo>
                    <a:pt x="157216" y="325750"/>
                  </a:lnTo>
                  <a:lnTo>
                    <a:pt x="157012" y="325857"/>
                  </a:lnTo>
                  <a:lnTo>
                    <a:pt x="156516" y="326154"/>
                  </a:lnTo>
                  <a:lnTo>
                    <a:pt x="156351" y="326344"/>
                  </a:lnTo>
                  <a:lnTo>
                    <a:pt x="156652" y="326669"/>
                  </a:lnTo>
                  <a:lnTo>
                    <a:pt x="156806" y="326965"/>
                  </a:lnTo>
                  <a:lnTo>
                    <a:pt x="156960" y="327603"/>
                  </a:lnTo>
                  <a:lnTo>
                    <a:pt x="157317" y="328011"/>
                  </a:lnTo>
                  <a:lnTo>
                    <a:pt x="157610" y="328454"/>
                  </a:lnTo>
                  <a:lnTo>
                    <a:pt x="157724" y="328592"/>
                  </a:lnTo>
                  <a:lnTo>
                    <a:pt x="157902" y="328975"/>
                  </a:lnTo>
                  <a:lnTo>
                    <a:pt x="157930" y="329199"/>
                  </a:lnTo>
                  <a:lnTo>
                    <a:pt x="157983" y="329439"/>
                  </a:lnTo>
                  <a:lnTo>
                    <a:pt x="158182" y="329596"/>
                  </a:lnTo>
                  <a:lnTo>
                    <a:pt x="158458" y="330049"/>
                  </a:lnTo>
                  <a:lnTo>
                    <a:pt x="158684" y="330059"/>
                  </a:lnTo>
                  <a:lnTo>
                    <a:pt x="159145" y="330182"/>
                  </a:lnTo>
                  <a:lnTo>
                    <a:pt x="159167" y="330341"/>
                  </a:lnTo>
                  <a:lnTo>
                    <a:pt x="159503" y="330541"/>
                  </a:lnTo>
                  <a:lnTo>
                    <a:pt x="159659" y="330250"/>
                  </a:lnTo>
                  <a:lnTo>
                    <a:pt x="159872" y="330053"/>
                  </a:lnTo>
                  <a:lnTo>
                    <a:pt x="160297" y="329635"/>
                  </a:lnTo>
                  <a:lnTo>
                    <a:pt x="160495" y="329153"/>
                  </a:lnTo>
                  <a:lnTo>
                    <a:pt x="160639" y="329131"/>
                  </a:lnTo>
                  <a:lnTo>
                    <a:pt x="161371" y="329212"/>
                  </a:lnTo>
                  <a:lnTo>
                    <a:pt x="161842" y="329268"/>
                  </a:lnTo>
                  <a:lnTo>
                    <a:pt x="162148" y="328795"/>
                  </a:lnTo>
                  <a:lnTo>
                    <a:pt x="162372" y="328373"/>
                  </a:lnTo>
                  <a:lnTo>
                    <a:pt x="162806" y="328403"/>
                  </a:lnTo>
                  <a:lnTo>
                    <a:pt x="162904" y="328244"/>
                  </a:lnTo>
                  <a:lnTo>
                    <a:pt x="163218" y="327996"/>
                  </a:lnTo>
                  <a:lnTo>
                    <a:pt x="163544" y="327782"/>
                  </a:lnTo>
                  <a:lnTo>
                    <a:pt x="163765" y="327678"/>
                  </a:lnTo>
                  <a:lnTo>
                    <a:pt x="163974" y="327502"/>
                  </a:lnTo>
                  <a:lnTo>
                    <a:pt x="164092" y="327336"/>
                  </a:lnTo>
                  <a:lnTo>
                    <a:pt x="164075" y="326997"/>
                  </a:lnTo>
                  <a:lnTo>
                    <a:pt x="163684" y="327205"/>
                  </a:lnTo>
                  <a:lnTo>
                    <a:pt x="163490" y="327403"/>
                  </a:lnTo>
                  <a:lnTo>
                    <a:pt x="163335" y="327290"/>
                  </a:lnTo>
                  <a:lnTo>
                    <a:pt x="163572" y="326912"/>
                  </a:lnTo>
                  <a:lnTo>
                    <a:pt x="163981" y="326769"/>
                  </a:lnTo>
                  <a:lnTo>
                    <a:pt x="164232" y="326694"/>
                  </a:lnTo>
                  <a:lnTo>
                    <a:pt x="164683" y="326276"/>
                  </a:lnTo>
                  <a:lnTo>
                    <a:pt x="165022" y="326256"/>
                  </a:lnTo>
                  <a:lnTo>
                    <a:pt x="165746" y="325820"/>
                  </a:lnTo>
                  <a:lnTo>
                    <a:pt x="166042" y="325466"/>
                  </a:lnTo>
                  <a:lnTo>
                    <a:pt x="166080" y="325336"/>
                  </a:lnTo>
                  <a:lnTo>
                    <a:pt x="166429" y="325064"/>
                  </a:lnTo>
                  <a:lnTo>
                    <a:pt x="166757" y="324654"/>
                  </a:lnTo>
                  <a:lnTo>
                    <a:pt x="166695" y="324865"/>
                  </a:lnTo>
                  <a:lnTo>
                    <a:pt x="166716" y="325122"/>
                  </a:lnTo>
                  <a:lnTo>
                    <a:pt x="167239" y="325765"/>
                  </a:lnTo>
                  <a:lnTo>
                    <a:pt x="167576" y="325595"/>
                  </a:lnTo>
                  <a:lnTo>
                    <a:pt x="167978" y="325312"/>
                  </a:lnTo>
                  <a:lnTo>
                    <a:pt x="168079" y="325588"/>
                  </a:lnTo>
                  <a:lnTo>
                    <a:pt x="167801" y="326180"/>
                  </a:lnTo>
                  <a:lnTo>
                    <a:pt x="167609" y="326252"/>
                  </a:lnTo>
                  <a:lnTo>
                    <a:pt x="167404" y="326211"/>
                  </a:lnTo>
                  <a:lnTo>
                    <a:pt x="167173" y="326401"/>
                  </a:lnTo>
                  <a:lnTo>
                    <a:pt x="167334" y="326509"/>
                  </a:lnTo>
                  <a:lnTo>
                    <a:pt x="167597" y="326562"/>
                  </a:lnTo>
                  <a:lnTo>
                    <a:pt x="167915" y="326782"/>
                  </a:lnTo>
                  <a:lnTo>
                    <a:pt x="168270" y="327070"/>
                  </a:lnTo>
                  <a:lnTo>
                    <a:pt x="168864" y="327575"/>
                  </a:lnTo>
                  <a:lnTo>
                    <a:pt x="169581" y="328520"/>
                  </a:lnTo>
                  <a:lnTo>
                    <a:pt x="169578" y="329014"/>
                  </a:lnTo>
                  <a:lnTo>
                    <a:pt x="169296" y="329267"/>
                  </a:lnTo>
                  <a:lnTo>
                    <a:pt x="168730" y="330104"/>
                  </a:lnTo>
                  <a:lnTo>
                    <a:pt x="168510" y="330442"/>
                  </a:lnTo>
                  <a:lnTo>
                    <a:pt x="168515" y="331369"/>
                  </a:lnTo>
                  <a:lnTo>
                    <a:pt x="168827" y="331792"/>
                  </a:lnTo>
                  <a:lnTo>
                    <a:pt x="169244" y="332372"/>
                  </a:lnTo>
                  <a:lnTo>
                    <a:pt x="169574" y="332161"/>
                  </a:lnTo>
                  <a:lnTo>
                    <a:pt x="169806" y="331788"/>
                  </a:lnTo>
                  <a:lnTo>
                    <a:pt x="170131" y="331357"/>
                  </a:lnTo>
                  <a:lnTo>
                    <a:pt x="170406" y="330945"/>
                  </a:lnTo>
                  <a:lnTo>
                    <a:pt x="170570" y="330708"/>
                  </a:lnTo>
                  <a:lnTo>
                    <a:pt x="170855" y="330338"/>
                  </a:lnTo>
                  <a:lnTo>
                    <a:pt x="171336" y="329934"/>
                  </a:lnTo>
                  <a:lnTo>
                    <a:pt x="171541" y="329693"/>
                  </a:lnTo>
                  <a:lnTo>
                    <a:pt x="171851" y="329043"/>
                  </a:lnTo>
                  <a:lnTo>
                    <a:pt x="172074" y="328860"/>
                  </a:lnTo>
                  <a:lnTo>
                    <a:pt x="172351" y="328304"/>
                  </a:lnTo>
                  <a:lnTo>
                    <a:pt x="172682" y="327882"/>
                  </a:lnTo>
                  <a:lnTo>
                    <a:pt x="172897" y="327263"/>
                  </a:lnTo>
                  <a:lnTo>
                    <a:pt x="172969" y="326996"/>
                  </a:lnTo>
                  <a:lnTo>
                    <a:pt x="173289" y="326452"/>
                  </a:lnTo>
                  <a:lnTo>
                    <a:pt x="173686" y="326280"/>
                  </a:lnTo>
                  <a:lnTo>
                    <a:pt x="174004" y="325654"/>
                  </a:lnTo>
                  <a:lnTo>
                    <a:pt x="174402" y="325343"/>
                  </a:lnTo>
                  <a:lnTo>
                    <a:pt x="174581" y="325277"/>
                  </a:lnTo>
                  <a:lnTo>
                    <a:pt x="175566" y="324803"/>
                  </a:lnTo>
                  <a:lnTo>
                    <a:pt x="175605" y="324659"/>
                  </a:lnTo>
                  <a:lnTo>
                    <a:pt x="176084" y="324183"/>
                  </a:lnTo>
                  <a:lnTo>
                    <a:pt x="176434" y="323794"/>
                  </a:lnTo>
                  <a:lnTo>
                    <a:pt x="177034" y="323344"/>
                  </a:lnTo>
                  <a:lnTo>
                    <a:pt x="177237" y="323217"/>
                  </a:lnTo>
                  <a:lnTo>
                    <a:pt x="177561" y="322800"/>
                  </a:lnTo>
                  <a:lnTo>
                    <a:pt x="177912" y="322753"/>
                  </a:lnTo>
                  <a:lnTo>
                    <a:pt x="178163" y="323244"/>
                  </a:lnTo>
                  <a:lnTo>
                    <a:pt x="178180" y="323392"/>
                  </a:lnTo>
                  <a:lnTo>
                    <a:pt x="177811" y="324252"/>
                  </a:lnTo>
                  <a:lnTo>
                    <a:pt x="178479" y="324035"/>
                  </a:lnTo>
                  <a:lnTo>
                    <a:pt x="178650" y="324071"/>
                  </a:lnTo>
                  <a:lnTo>
                    <a:pt x="178939" y="323951"/>
                  </a:lnTo>
                  <a:lnTo>
                    <a:pt x="179510" y="323938"/>
                  </a:lnTo>
                  <a:lnTo>
                    <a:pt x="179831" y="323667"/>
                  </a:lnTo>
                  <a:lnTo>
                    <a:pt x="179828" y="323380"/>
                  </a:lnTo>
                  <a:lnTo>
                    <a:pt x="180156" y="322964"/>
                  </a:lnTo>
                  <a:lnTo>
                    <a:pt x="180064" y="322353"/>
                  </a:lnTo>
                  <a:lnTo>
                    <a:pt x="180236" y="322112"/>
                  </a:lnTo>
                  <a:lnTo>
                    <a:pt x="180250" y="321816"/>
                  </a:lnTo>
                  <a:lnTo>
                    <a:pt x="180238" y="321650"/>
                  </a:lnTo>
                  <a:lnTo>
                    <a:pt x="180333" y="321318"/>
                  </a:lnTo>
                  <a:lnTo>
                    <a:pt x="180713" y="321153"/>
                  </a:lnTo>
                  <a:lnTo>
                    <a:pt x="181244" y="321031"/>
                  </a:lnTo>
                  <a:lnTo>
                    <a:pt x="181710" y="320975"/>
                  </a:lnTo>
                  <a:lnTo>
                    <a:pt x="181988" y="320925"/>
                  </a:lnTo>
                  <a:lnTo>
                    <a:pt x="182379" y="320735"/>
                  </a:lnTo>
                  <a:lnTo>
                    <a:pt x="182668" y="320478"/>
                  </a:lnTo>
                  <a:lnTo>
                    <a:pt x="182875" y="320289"/>
                  </a:lnTo>
                  <a:lnTo>
                    <a:pt x="183082" y="320109"/>
                  </a:lnTo>
                  <a:lnTo>
                    <a:pt x="183243" y="319984"/>
                  </a:lnTo>
                  <a:lnTo>
                    <a:pt x="183390" y="319880"/>
                  </a:lnTo>
                  <a:lnTo>
                    <a:pt x="183701" y="319503"/>
                  </a:lnTo>
                  <a:lnTo>
                    <a:pt x="183877" y="319070"/>
                  </a:lnTo>
                  <a:lnTo>
                    <a:pt x="183918" y="318924"/>
                  </a:lnTo>
                  <a:lnTo>
                    <a:pt x="183883" y="318740"/>
                  </a:lnTo>
                  <a:lnTo>
                    <a:pt x="183685" y="318360"/>
                  </a:lnTo>
                  <a:lnTo>
                    <a:pt x="183552" y="318150"/>
                  </a:lnTo>
                  <a:lnTo>
                    <a:pt x="183944" y="317559"/>
                  </a:lnTo>
                  <a:lnTo>
                    <a:pt x="184626" y="317471"/>
                  </a:lnTo>
                  <a:lnTo>
                    <a:pt x="185002" y="317153"/>
                  </a:lnTo>
                  <a:lnTo>
                    <a:pt x="185161" y="316883"/>
                  </a:lnTo>
                  <a:lnTo>
                    <a:pt x="185831" y="316523"/>
                  </a:lnTo>
                  <a:lnTo>
                    <a:pt x="185897" y="317154"/>
                  </a:lnTo>
                  <a:lnTo>
                    <a:pt x="186084" y="316868"/>
                  </a:lnTo>
                  <a:lnTo>
                    <a:pt x="186345" y="316801"/>
                  </a:lnTo>
                  <a:lnTo>
                    <a:pt x="186555" y="316784"/>
                  </a:lnTo>
                  <a:lnTo>
                    <a:pt x="186613" y="316400"/>
                  </a:lnTo>
                  <a:lnTo>
                    <a:pt x="186473" y="316345"/>
                  </a:lnTo>
                  <a:lnTo>
                    <a:pt x="186389" y="316154"/>
                  </a:lnTo>
                  <a:lnTo>
                    <a:pt x="186476" y="315904"/>
                  </a:lnTo>
                  <a:lnTo>
                    <a:pt x="186429" y="315471"/>
                  </a:lnTo>
                  <a:lnTo>
                    <a:pt x="186884" y="315151"/>
                  </a:lnTo>
                  <a:lnTo>
                    <a:pt x="187542" y="314601"/>
                  </a:lnTo>
                  <a:lnTo>
                    <a:pt x="187672" y="314432"/>
                  </a:lnTo>
                  <a:lnTo>
                    <a:pt x="187854" y="314258"/>
                  </a:lnTo>
                  <a:lnTo>
                    <a:pt x="188070" y="314082"/>
                  </a:lnTo>
                  <a:lnTo>
                    <a:pt x="188210" y="313984"/>
                  </a:lnTo>
                  <a:lnTo>
                    <a:pt x="188433" y="313773"/>
                  </a:lnTo>
                  <a:lnTo>
                    <a:pt x="189063" y="313491"/>
                  </a:lnTo>
                  <a:lnTo>
                    <a:pt x="189623" y="312905"/>
                  </a:lnTo>
                  <a:lnTo>
                    <a:pt x="189987" y="312766"/>
                  </a:lnTo>
                  <a:lnTo>
                    <a:pt x="190212" y="312586"/>
                  </a:lnTo>
                  <a:lnTo>
                    <a:pt x="190937" y="312384"/>
                  </a:lnTo>
                  <a:lnTo>
                    <a:pt x="191557" y="312197"/>
                  </a:lnTo>
                  <a:lnTo>
                    <a:pt x="191908" y="311975"/>
                  </a:lnTo>
                  <a:lnTo>
                    <a:pt x="192127" y="311919"/>
                  </a:lnTo>
                  <a:lnTo>
                    <a:pt x="192271" y="311761"/>
                  </a:lnTo>
                  <a:lnTo>
                    <a:pt x="192520" y="311546"/>
                  </a:lnTo>
                  <a:lnTo>
                    <a:pt x="192786" y="311384"/>
                  </a:lnTo>
                  <a:lnTo>
                    <a:pt x="193095" y="311277"/>
                  </a:lnTo>
                  <a:lnTo>
                    <a:pt x="193542" y="311060"/>
                  </a:lnTo>
                  <a:lnTo>
                    <a:pt x="194025" y="310935"/>
                  </a:lnTo>
                  <a:lnTo>
                    <a:pt x="194549" y="310399"/>
                  </a:lnTo>
                  <a:lnTo>
                    <a:pt x="194835" y="310224"/>
                  </a:lnTo>
                  <a:lnTo>
                    <a:pt x="195179" y="310136"/>
                  </a:lnTo>
                  <a:lnTo>
                    <a:pt x="195350" y="310183"/>
                  </a:lnTo>
                  <a:lnTo>
                    <a:pt x="195525" y="310333"/>
                  </a:lnTo>
                  <a:lnTo>
                    <a:pt x="195902" y="310617"/>
                  </a:lnTo>
                  <a:lnTo>
                    <a:pt x="196435" y="310654"/>
                  </a:lnTo>
                  <a:lnTo>
                    <a:pt x="196684" y="310903"/>
                  </a:lnTo>
                  <a:lnTo>
                    <a:pt x="197100" y="310722"/>
                  </a:lnTo>
                  <a:lnTo>
                    <a:pt x="197133" y="310880"/>
                  </a:lnTo>
                  <a:lnTo>
                    <a:pt x="197261" y="311376"/>
                  </a:lnTo>
                  <a:lnTo>
                    <a:pt x="197474" y="311407"/>
                  </a:lnTo>
                  <a:lnTo>
                    <a:pt x="197836" y="311486"/>
                  </a:lnTo>
                  <a:lnTo>
                    <a:pt x="198241" y="311087"/>
                  </a:lnTo>
                  <a:lnTo>
                    <a:pt x="198576" y="310891"/>
                  </a:lnTo>
                  <a:lnTo>
                    <a:pt x="198928" y="310953"/>
                  </a:lnTo>
                  <a:lnTo>
                    <a:pt x="199084" y="310951"/>
                  </a:lnTo>
                  <a:lnTo>
                    <a:pt x="199682" y="310978"/>
                  </a:lnTo>
                  <a:lnTo>
                    <a:pt x="199806" y="311105"/>
                  </a:lnTo>
                  <a:lnTo>
                    <a:pt x="200104" y="311010"/>
                  </a:lnTo>
                  <a:lnTo>
                    <a:pt x="200275" y="311170"/>
                  </a:lnTo>
                  <a:lnTo>
                    <a:pt x="200111" y="311657"/>
                  </a:lnTo>
                  <a:lnTo>
                    <a:pt x="200119" y="311856"/>
                  </a:lnTo>
                  <a:lnTo>
                    <a:pt x="200371" y="312254"/>
                  </a:lnTo>
                  <a:lnTo>
                    <a:pt x="200516" y="312366"/>
                  </a:lnTo>
                  <a:lnTo>
                    <a:pt x="200684" y="312683"/>
                  </a:lnTo>
                  <a:lnTo>
                    <a:pt x="200746" y="312898"/>
                  </a:lnTo>
                  <a:lnTo>
                    <a:pt x="200705" y="313502"/>
                  </a:lnTo>
                  <a:lnTo>
                    <a:pt x="200846" y="314091"/>
                  </a:lnTo>
                  <a:lnTo>
                    <a:pt x="201450" y="314532"/>
                  </a:lnTo>
                  <a:lnTo>
                    <a:pt x="201647" y="314667"/>
                  </a:lnTo>
                  <a:lnTo>
                    <a:pt x="202003" y="315428"/>
                  </a:lnTo>
                  <a:lnTo>
                    <a:pt x="202236" y="315619"/>
                  </a:lnTo>
                  <a:lnTo>
                    <a:pt x="202471" y="315652"/>
                  </a:lnTo>
                  <a:lnTo>
                    <a:pt x="202766" y="315599"/>
                  </a:lnTo>
                  <a:lnTo>
                    <a:pt x="203815" y="315460"/>
                  </a:lnTo>
                  <a:lnTo>
                    <a:pt x="203978" y="315096"/>
                  </a:lnTo>
                  <a:lnTo>
                    <a:pt x="204105" y="314733"/>
                  </a:lnTo>
                  <a:lnTo>
                    <a:pt x="204483" y="313982"/>
                  </a:lnTo>
                  <a:lnTo>
                    <a:pt x="204892" y="313570"/>
                  </a:lnTo>
                  <a:lnTo>
                    <a:pt x="205097" y="313420"/>
                  </a:lnTo>
                  <a:lnTo>
                    <a:pt x="205276" y="312977"/>
                  </a:lnTo>
                  <a:lnTo>
                    <a:pt x="205545" y="312682"/>
                  </a:lnTo>
                  <a:lnTo>
                    <a:pt x="205680" y="312124"/>
                  </a:lnTo>
                  <a:lnTo>
                    <a:pt x="205803" y="311821"/>
                  </a:lnTo>
                  <a:lnTo>
                    <a:pt x="206017" y="311443"/>
                  </a:lnTo>
                  <a:lnTo>
                    <a:pt x="206154" y="311299"/>
                  </a:lnTo>
                  <a:lnTo>
                    <a:pt x="206302" y="311080"/>
                  </a:lnTo>
                  <a:lnTo>
                    <a:pt x="206327" y="310903"/>
                  </a:lnTo>
                  <a:lnTo>
                    <a:pt x="206690" y="310384"/>
                  </a:lnTo>
                  <a:lnTo>
                    <a:pt x="206908" y="309932"/>
                  </a:lnTo>
                  <a:lnTo>
                    <a:pt x="207030" y="309520"/>
                  </a:lnTo>
                  <a:lnTo>
                    <a:pt x="206917" y="309245"/>
                  </a:lnTo>
                  <a:lnTo>
                    <a:pt x="206748" y="309046"/>
                  </a:lnTo>
                  <a:lnTo>
                    <a:pt x="206726" y="308823"/>
                  </a:lnTo>
                  <a:lnTo>
                    <a:pt x="206984" y="308079"/>
                  </a:lnTo>
                  <a:lnTo>
                    <a:pt x="207026" y="307793"/>
                  </a:lnTo>
                  <a:lnTo>
                    <a:pt x="207121" y="307385"/>
                  </a:lnTo>
                  <a:lnTo>
                    <a:pt x="207528" y="307066"/>
                  </a:lnTo>
                  <a:lnTo>
                    <a:pt x="207634" y="306934"/>
                  </a:lnTo>
                  <a:lnTo>
                    <a:pt x="207537" y="306660"/>
                  </a:lnTo>
                  <a:lnTo>
                    <a:pt x="207509" y="306531"/>
                  </a:lnTo>
                  <a:lnTo>
                    <a:pt x="207610" y="306381"/>
                  </a:lnTo>
                  <a:lnTo>
                    <a:pt x="207848" y="306248"/>
                  </a:lnTo>
                  <a:lnTo>
                    <a:pt x="208059" y="305956"/>
                  </a:lnTo>
                  <a:lnTo>
                    <a:pt x="208051" y="305825"/>
                  </a:lnTo>
                  <a:lnTo>
                    <a:pt x="208011" y="305534"/>
                  </a:lnTo>
                  <a:lnTo>
                    <a:pt x="207744" y="305439"/>
                  </a:lnTo>
                  <a:lnTo>
                    <a:pt x="207504" y="305337"/>
                  </a:lnTo>
                  <a:lnTo>
                    <a:pt x="206828" y="305499"/>
                  </a:lnTo>
                  <a:lnTo>
                    <a:pt x="206571" y="305574"/>
                  </a:lnTo>
                  <a:lnTo>
                    <a:pt x="206292" y="305560"/>
                  </a:lnTo>
                  <a:lnTo>
                    <a:pt x="206396" y="305281"/>
                  </a:lnTo>
                  <a:lnTo>
                    <a:pt x="206571" y="304563"/>
                  </a:lnTo>
                  <a:lnTo>
                    <a:pt x="206584" y="304233"/>
                  </a:lnTo>
                  <a:lnTo>
                    <a:pt x="206585" y="303911"/>
                  </a:lnTo>
                  <a:lnTo>
                    <a:pt x="206530" y="303757"/>
                  </a:lnTo>
                  <a:lnTo>
                    <a:pt x="206522" y="303218"/>
                  </a:lnTo>
                  <a:lnTo>
                    <a:pt x="206359" y="303222"/>
                  </a:lnTo>
                  <a:lnTo>
                    <a:pt x="206037" y="303137"/>
                  </a:lnTo>
                  <a:lnTo>
                    <a:pt x="205817" y="303129"/>
                  </a:lnTo>
                  <a:lnTo>
                    <a:pt x="205551" y="303141"/>
                  </a:lnTo>
                  <a:lnTo>
                    <a:pt x="205805" y="302690"/>
                  </a:lnTo>
                  <a:lnTo>
                    <a:pt x="205843" y="302464"/>
                  </a:lnTo>
                  <a:lnTo>
                    <a:pt x="205782" y="302234"/>
                  </a:lnTo>
                  <a:lnTo>
                    <a:pt x="205829" y="302083"/>
                  </a:lnTo>
                  <a:lnTo>
                    <a:pt x="206027" y="301718"/>
                  </a:lnTo>
                  <a:lnTo>
                    <a:pt x="206162" y="301687"/>
                  </a:lnTo>
                  <a:lnTo>
                    <a:pt x="206041" y="301333"/>
                  </a:lnTo>
                  <a:lnTo>
                    <a:pt x="205836" y="301305"/>
                  </a:lnTo>
                  <a:lnTo>
                    <a:pt x="205593" y="301013"/>
                  </a:lnTo>
                  <a:lnTo>
                    <a:pt x="205563" y="300740"/>
                  </a:lnTo>
                  <a:lnTo>
                    <a:pt x="205561" y="300528"/>
                  </a:lnTo>
                  <a:lnTo>
                    <a:pt x="205655" y="300306"/>
                  </a:lnTo>
                  <a:lnTo>
                    <a:pt x="205891" y="300012"/>
                  </a:lnTo>
                  <a:lnTo>
                    <a:pt x="206020" y="299679"/>
                  </a:lnTo>
                  <a:lnTo>
                    <a:pt x="206060" y="299533"/>
                  </a:lnTo>
                  <a:lnTo>
                    <a:pt x="206071" y="299401"/>
                  </a:lnTo>
                  <a:lnTo>
                    <a:pt x="206450" y="299140"/>
                  </a:lnTo>
                  <a:lnTo>
                    <a:pt x="206585" y="299113"/>
                  </a:lnTo>
                  <a:lnTo>
                    <a:pt x="206912" y="298560"/>
                  </a:lnTo>
                  <a:lnTo>
                    <a:pt x="207287" y="298587"/>
                  </a:lnTo>
                  <a:lnTo>
                    <a:pt x="207560" y="298599"/>
                  </a:lnTo>
                  <a:lnTo>
                    <a:pt x="207925" y="298388"/>
                  </a:lnTo>
                  <a:lnTo>
                    <a:pt x="208464" y="298274"/>
                  </a:lnTo>
                  <a:lnTo>
                    <a:pt x="208707" y="297603"/>
                  </a:lnTo>
                  <a:lnTo>
                    <a:pt x="209034" y="296821"/>
                  </a:lnTo>
                  <a:lnTo>
                    <a:pt x="209190" y="296637"/>
                  </a:lnTo>
                  <a:lnTo>
                    <a:pt x="209344" y="296304"/>
                  </a:lnTo>
                  <a:lnTo>
                    <a:pt x="209035" y="296031"/>
                  </a:lnTo>
                  <a:lnTo>
                    <a:pt x="208601" y="295683"/>
                  </a:lnTo>
                  <a:lnTo>
                    <a:pt x="208512" y="295537"/>
                  </a:lnTo>
                  <a:lnTo>
                    <a:pt x="208396" y="295281"/>
                  </a:lnTo>
                  <a:lnTo>
                    <a:pt x="208415" y="294975"/>
                  </a:lnTo>
                  <a:lnTo>
                    <a:pt x="208366" y="294706"/>
                  </a:lnTo>
                  <a:lnTo>
                    <a:pt x="208296" y="294449"/>
                  </a:lnTo>
                  <a:lnTo>
                    <a:pt x="208334" y="294057"/>
                  </a:lnTo>
                  <a:lnTo>
                    <a:pt x="208296" y="293534"/>
                  </a:lnTo>
                  <a:lnTo>
                    <a:pt x="208082" y="293232"/>
                  </a:lnTo>
                  <a:lnTo>
                    <a:pt x="207939" y="292941"/>
                  </a:lnTo>
                  <a:lnTo>
                    <a:pt x="207984" y="292577"/>
                  </a:lnTo>
                  <a:lnTo>
                    <a:pt x="208060" y="292114"/>
                  </a:lnTo>
                  <a:lnTo>
                    <a:pt x="208078" y="291965"/>
                  </a:lnTo>
                  <a:lnTo>
                    <a:pt x="208002" y="291573"/>
                  </a:lnTo>
                  <a:lnTo>
                    <a:pt x="207930" y="291386"/>
                  </a:lnTo>
                  <a:lnTo>
                    <a:pt x="207478" y="291257"/>
                  </a:lnTo>
                  <a:lnTo>
                    <a:pt x="207363" y="291055"/>
                  </a:lnTo>
                  <a:lnTo>
                    <a:pt x="207487" y="290766"/>
                  </a:lnTo>
                  <a:lnTo>
                    <a:pt x="207260" y="290234"/>
                  </a:lnTo>
                  <a:lnTo>
                    <a:pt x="207187" y="289906"/>
                  </a:lnTo>
                  <a:lnTo>
                    <a:pt x="207597" y="289255"/>
                  </a:lnTo>
                  <a:lnTo>
                    <a:pt x="207492" y="287964"/>
                  </a:lnTo>
                  <a:lnTo>
                    <a:pt x="207258" y="287953"/>
                  </a:lnTo>
                  <a:lnTo>
                    <a:pt x="207011" y="287820"/>
                  </a:lnTo>
                  <a:lnTo>
                    <a:pt x="207339" y="287030"/>
                  </a:lnTo>
                  <a:lnTo>
                    <a:pt x="207153" y="286781"/>
                  </a:lnTo>
                  <a:lnTo>
                    <a:pt x="206926" y="286458"/>
                  </a:lnTo>
                  <a:lnTo>
                    <a:pt x="206762" y="285595"/>
                  </a:lnTo>
                  <a:lnTo>
                    <a:pt x="206635" y="285394"/>
                  </a:lnTo>
                  <a:lnTo>
                    <a:pt x="206488" y="285055"/>
                  </a:lnTo>
                  <a:lnTo>
                    <a:pt x="206535" y="284832"/>
                  </a:lnTo>
                  <a:lnTo>
                    <a:pt x="206744" y="284371"/>
                  </a:lnTo>
                  <a:lnTo>
                    <a:pt x="206706" y="284147"/>
                  </a:lnTo>
                  <a:lnTo>
                    <a:pt x="206257" y="283880"/>
                  </a:lnTo>
                  <a:lnTo>
                    <a:pt x="205981" y="283779"/>
                  </a:lnTo>
                  <a:lnTo>
                    <a:pt x="205779" y="283696"/>
                  </a:lnTo>
                  <a:lnTo>
                    <a:pt x="205456" y="283343"/>
                  </a:lnTo>
                  <a:lnTo>
                    <a:pt x="204239" y="282898"/>
                  </a:lnTo>
                  <a:lnTo>
                    <a:pt x="203746" y="282836"/>
                  </a:lnTo>
                  <a:lnTo>
                    <a:pt x="203384" y="282953"/>
                  </a:lnTo>
                  <a:lnTo>
                    <a:pt x="202526" y="282887"/>
                  </a:lnTo>
                  <a:lnTo>
                    <a:pt x="202041" y="282441"/>
                  </a:lnTo>
                  <a:lnTo>
                    <a:pt x="202032" y="282310"/>
                  </a:lnTo>
                  <a:lnTo>
                    <a:pt x="201854" y="281933"/>
                  </a:lnTo>
                  <a:lnTo>
                    <a:pt x="201627" y="281856"/>
                  </a:lnTo>
                  <a:lnTo>
                    <a:pt x="201625" y="281490"/>
                  </a:lnTo>
                  <a:lnTo>
                    <a:pt x="201455" y="281228"/>
                  </a:lnTo>
                  <a:lnTo>
                    <a:pt x="201137" y="281165"/>
                  </a:lnTo>
                  <a:lnTo>
                    <a:pt x="201008" y="281147"/>
                  </a:lnTo>
                  <a:lnTo>
                    <a:pt x="200874" y="281117"/>
                  </a:lnTo>
                  <a:lnTo>
                    <a:pt x="200360" y="280955"/>
                  </a:lnTo>
                  <a:lnTo>
                    <a:pt x="199486" y="279416"/>
                  </a:lnTo>
                  <a:lnTo>
                    <a:pt x="198997" y="279328"/>
                  </a:lnTo>
                  <a:lnTo>
                    <a:pt x="198277" y="279421"/>
                  </a:lnTo>
                  <a:lnTo>
                    <a:pt x="197907" y="279643"/>
                  </a:lnTo>
                  <a:lnTo>
                    <a:pt x="197524" y="279730"/>
                  </a:lnTo>
                  <a:lnTo>
                    <a:pt x="197220" y="279488"/>
                  </a:lnTo>
                  <a:lnTo>
                    <a:pt x="197187" y="279288"/>
                  </a:lnTo>
                  <a:lnTo>
                    <a:pt x="197316" y="278679"/>
                  </a:lnTo>
                  <a:lnTo>
                    <a:pt x="198002" y="278448"/>
                  </a:lnTo>
                  <a:lnTo>
                    <a:pt x="198403" y="277856"/>
                  </a:lnTo>
                  <a:lnTo>
                    <a:pt x="198943" y="277425"/>
                  </a:lnTo>
                  <a:lnTo>
                    <a:pt x="198285" y="277570"/>
                  </a:lnTo>
                  <a:lnTo>
                    <a:pt x="197445" y="277654"/>
                  </a:lnTo>
                  <a:lnTo>
                    <a:pt x="197250" y="277530"/>
                  </a:lnTo>
                  <a:lnTo>
                    <a:pt x="196871" y="277291"/>
                  </a:lnTo>
                  <a:lnTo>
                    <a:pt x="196830" y="277037"/>
                  </a:lnTo>
                  <a:lnTo>
                    <a:pt x="196432" y="276891"/>
                  </a:lnTo>
                  <a:lnTo>
                    <a:pt x="196269" y="276812"/>
                  </a:lnTo>
                  <a:lnTo>
                    <a:pt x="196086" y="276871"/>
                  </a:lnTo>
                  <a:lnTo>
                    <a:pt x="195762" y="276920"/>
                  </a:lnTo>
                  <a:lnTo>
                    <a:pt x="194758" y="277004"/>
                  </a:lnTo>
                  <a:lnTo>
                    <a:pt x="194621" y="276826"/>
                  </a:lnTo>
                  <a:lnTo>
                    <a:pt x="194347" y="276480"/>
                  </a:lnTo>
                  <a:lnTo>
                    <a:pt x="194121" y="276392"/>
                  </a:lnTo>
                  <a:lnTo>
                    <a:pt x="193658" y="276337"/>
                  </a:lnTo>
                  <a:lnTo>
                    <a:pt x="193430" y="276098"/>
                  </a:lnTo>
                  <a:lnTo>
                    <a:pt x="193223" y="275649"/>
                  </a:lnTo>
                  <a:lnTo>
                    <a:pt x="193035" y="275587"/>
                  </a:lnTo>
                  <a:lnTo>
                    <a:pt x="192914" y="275412"/>
                  </a:lnTo>
                  <a:lnTo>
                    <a:pt x="192743" y="275198"/>
                  </a:lnTo>
                  <a:lnTo>
                    <a:pt x="191963" y="275004"/>
                  </a:lnTo>
                  <a:lnTo>
                    <a:pt x="191698" y="275041"/>
                  </a:lnTo>
                  <a:lnTo>
                    <a:pt x="191215" y="275254"/>
                  </a:lnTo>
                  <a:lnTo>
                    <a:pt x="190190" y="275687"/>
                  </a:lnTo>
                  <a:lnTo>
                    <a:pt x="189491" y="275322"/>
                  </a:lnTo>
                  <a:lnTo>
                    <a:pt x="188646" y="275343"/>
                  </a:lnTo>
                  <a:lnTo>
                    <a:pt x="188236" y="275318"/>
                  </a:lnTo>
                  <a:lnTo>
                    <a:pt x="187923" y="275360"/>
                  </a:lnTo>
                  <a:lnTo>
                    <a:pt x="187753" y="275418"/>
                  </a:lnTo>
                  <a:lnTo>
                    <a:pt x="187252" y="275471"/>
                  </a:lnTo>
                  <a:lnTo>
                    <a:pt x="187001" y="275413"/>
                  </a:lnTo>
                  <a:lnTo>
                    <a:pt x="186817" y="275280"/>
                  </a:lnTo>
                  <a:lnTo>
                    <a:pt x="186605" y="274858"/>
                  </a:lnTo>
                  <a:lnTo>
                    <a:pt x="186748" y="274667"/>
                  </a:lnTo>
                  <a:lnTo>
                    <a:pt x="186964" y="274140"/>
                  </a:lnTo>
                  <a:lnTo>
                    <a:pt x="187298" y="273939"/>
                  </a:lnTo>
                  <a:lnTo>
                    <a:pt x="187871" y="273814"/>
                  </a:lnTo>
                  <a:lnTo>
                    <a:pt x="187809" y="272944"/>
                  </a:lnTo>
                  <a:lnTo>
                    <a:pt x="187808" y="272643"/>
                  </a:lnTo>
                  <a:lnTo>
                    <a:pt x="188113" y="272567"/>
                  </a:lnTo>
                  <a:lnTo>
                    <a:pt x="188373" y="272576"/>
                  </a:lnTo>
                  <a:lnTo>
                    <a:pt x="188502" y="272183"/>
                  </a:lnTo>
                  <a:lnTo>
                    <a:pt x="188098" y="271836"/>
                  </a:lnTo>
                  <a:lnTo>
                    <a:pt x="187932" y="271577"/>
                  </a:lnTo>
                  <a:lnTo>
                    <a:pt x="187463" y="270883"/>
                  </a:lnTo>
                  <a:lnTo>
                    <a:pt x="187495" y="270652"/>
                  </a:lnTo>
                  <a:lnTo>
                    <a:pt x="187559" y="270350"/>
                  </a:lnTo>
                  <a:lnTo>
                    <a:pt x="187547" y="269820"/>
                  </a:lnTo>
                  <a:lnTo>
                    <a:pt x="187624" y="269499"/>
                  </a:lnTo>
                  <a:lnTo>
                    <a:pt x="187519" y="269163"/>
                  </a:lnTo>
                  <a:lnTo>
                    <a:pt x="187113" y="268715"/>
                  </a:lnTo>
                  <a:lnTo>
                    <a:pt x="187087" y="268050"/>
                  </a:lnTo>
                  <a:lnTo>
                    <a:pt x="187236" y="267415"/>
                  </a:lnTo>
                  <a:lnTo>
                    <a:pt x="186995" y="267237"/>
                  </a:lnTo>
                  <a:lnTo>
                    <a:pt x="186756" y="267244"/>
                  </a:lnTo>
                  <a:lnTo>
                    <a:pt x="186524" y="267286"/>
                  </a:lnTo>
                  <a:lnTo>
                    <a:pt x="185363" y="266735"/>
                  </a:lnTo>
                  <a:lnTo>
                    <a:pt x="185198" y="266314"/>
                  </a:lnTo>
                  <a:lnTo>
                    <a:pt x="184807" y="266230"/>
                  </a:lnTo>
                  <a:lnTo>
                    <a:pt x="184565" y="266274"/>
                  </a:lnTo>
                  <a:lnTo>
                    <a:pt x="184326" y="266319"/>
                  </a:lnTo>
                  <a:lnTo>
                    <a:pt x="183896" y="266368"/>
                  </a:lnTo>
                  <a:lnTo>
                    <a:pt x="183604" y="266346"/>
                  </a:lnTo>
                  <a:lnTo>
                    <a:pt x="183243" y="266128"/>
                  </a:lnTo>
                  <a:lnTo>
                    <a:pt x="182974" y="266140"/>
                  </a:lnTo>
                  <a:lnTo>
                    <a:pt x="182205" y="266412"/>
                  </a:lnTo>
                  <a:lnTo>
                    <a:pt x="181665" y="266631"/>
                  </a:lnTo>
                  <a:lnTo>
                    <a:pt x="180868" y="266211"/>
                  </a:lnTo>
                  <a:lnTo>
                    <a:pt x="180520" y="265962"/>
                  </a:lnTo>
                  <a:lnTo>
                    <a:pt x="180291" y="265552"/>
                  </a:lnTo>
                  <a:lnTo>
                    <a:pt x="181053" y="264704"/>
                  </a:lnTo>
                  <a:lnTo>
                    <a:pt x="180594" y="264496"/>
                  </a:lnTo>
                  <a:lnTo>
                    <a:pt x="180712" y="263656"/>
                  </a:lnTo>
                  <a:lnTo>
                    <a:pt x="180596" y="262844"/>
                  </a:lnTo>
                  <a:lnTo>
                    <a:pt x="181010" y="262634"/>
                  </a:lnTo>
                  <a:lnTo>
                    <a:pt x="181020" y="262029"/>
                  </a:lnTo>
                  <a:lnTo>
                    <a:pt x="181215" y="261804"/>
                  </a:lnTo>
                  <a:lnTo>
                    <a:pt x="181597" y="261581"/>
                  </a:lnTo>
                  <a:lnTo>
                    <a:pt x="182073" y="261729"/>
                  </a:lnTo>
                  <a:lnTo>
                    <a:pt x="182473" y="261755"/>
                  </a:lnTo>
                  <a:lnTo>
                    <a:pt x="182807" y="261530"/>
                  </a:lnTo>
                  <a:lnTo>
                    <a:pt x="182863" y="261302"/>
                  </a:lnTo>
                  <a:lnTo>
                    <a:pt x="182410" y="260513"/>
                  </a:lnTo>
                  <a:lnTo>
                    <a:pt x="182305" y="260342"/>
                  </a:lnTo>
                  <a:lnTo>
                    <a:pt x="182246" y="259919"/>
                  </a:lnTo>
                  <a:lnTo>
                    <a:pt x="181709" y="259192"/>
                  </a:lnTo>
                  <a:lnTo>
                    <a:pt x="181747" y="258737"/>
                  </a:lnTo>
                  <a:lnTo>
                    <a:pt x="181781" y="258300"/>
                  </a:lnTo>
                  <a:lnTo>
                    <a:pt x="181514" y="257674"/>
                  </a:lnTo>
                  <a:lnTo>
                    <a:pt x="181320" y="257372"/>
                  </a:lnTo>
                  <a:lnTo>
                    <a:pt x="181077" y="257454"/>
                  </a:lnTo>
                  <a:lnTo>
                    <a:pt x="180786" y="257341"/>
                  </a:lnTo>
                  <a:lnTo>
                    <a:pt x="180603" y="257206"/>
                  </a:lnTo>
                  <a:lnTo>
                    <a:pt x="180458" y="256481"/>
                  </a:lnTo>
                  <a:lnTo>
                    <a:pt x="180487" y="255907"/>
                  </a:lnTo>
                  <a:lnTo>
                    <a:pt x="180718" y="255672"/>
                  </a:lnTo>
                  <a:lnTo>
                    <a:pt x="181259" y="255342"/>
                  </a:lnTo>
                  <a:lnTo>
                    <a:pt x="182115" y="254855"/>
                  </a:lnTo>
                  <a:lnTo>
                    <a:pt x="182337" y="254119"/>
                  </a:lnTo>
                  <a:lnTo>
                    <a:pt x="182301" y="253800"/>
                  </a:lnTo>
                  <a:lnTo>
                    <a:pt x="182330" y="253530"/>
                  </a:lnTo>
                  <a:lnTo>
                    <a:pt x="182346" y="253384"/>
                  </a:lnTo>
                  <a:lnTo>
                    <a:pt x="182233" y="253180"/>
                  </a:lnTo>
                  <a:lnTo>
                    <a:pt x="182094" y="252615"/>
                  </a:lnTo>
                  <a:lnTo>
                    <a:pt x="181821" y="252153"/>
                  </a:lnTo>
                  <a:lnTo>
                    <a:pt x="181580" y="251963"/>
                  </a:lnTo>
                  <a:lnTo>
                    <a:pt x="181361" y="251863"/>
                  </a:lnTo>
                  <a:lnTo>
                    <a:pt x="181222" y="251826"/>
                  </a:lnTo>
                  <a:lnTo>
                    <a:pt x="180875" y="251484"/>
                  </a:lnTo>
                  <a:lnTo>
                    <a:pt x="180523" y="251150"/>
                  </a:lnTo>
                  <a:lnTo>
                    <a:pt x="180532" y="250772"/>
                  </a:lnTo>
                  <a:lnTo>
                    <a:pt x="180522" y="250635"/>
                  </a:lnTo>
                  <a:lnTo>
                    <a:pt x="180433" y="249898"/>
                  </a:lnTo>
                  <a:lnTo>
                    <a:pt x="180554" y="249163"/>
                  </a:lnTo>
                  <a:lnTo>
                    <a:pt x="180629" y="248922"/>
                  </a:lnTo>
                  <a:lnTo>
                    <a:pt x="180441" y="248662"/>
                  </a:lnTo>
                  <a:lnTo>
                    <a:pt x="180512" y="248504"/>
                  </a:lnTo>
                  <a:lnTo>
                    <a:pt x="180856" y="247801"/>
                  </a:lnTo>
                  <a:lnTo>
                    <a:pt x="180962" y="247585"/>
                  </a:lnTo>
                  <a:lnTo>
                    <a:pt x="181360" y="247292"/>
                  </a:lnTo>
                  <a:lnTo>
                    <a:pt x="181685" y="246870"/>
                  </a:lnTo>
                  <a:lnTo>
                    <a:pt x="181581" y="246516"/>
                  </a:lnTo>
                  <a:lnTo>
                    <a:pt x="181756" y="245906"/>
                  </a:lnTo>
                  <a:lnTo>
                    <a:pt x="182018" y="245829"/>
                  </a:lnTo>
                  <a:lnTo>
                    <a:pt x="181959" y="245569"/>
                  </a:lnTo>
                  <a:lnTo>
                    <a:pt x="181874" y="245365"/>
                  </a:lnTo>
                  <a:lnTo>
                    <a:pt x="181724" y="245018"/>
                  </a:lnTo>
                  <a:lnTo>
                    <a:pt x="181528" y="244790"/>
                  </a:lnTo>
                  <a:lnTo>
                    <a:pt x="181361" y="244662"/>
                  </a:lnTo>
                  <a:lnTo>
                    <a:pt x="181033" y="244377"/>
                  </a:lnTo>
                  <a:lnTo>
                    <a:pt x="180588" y="243897"/>
                  </a:lnTo>
                  <a:lnTo>
                    <a:pt x="180619" y="243397"/>
                  </a:lnTo>
                  <a:lnTo>
                    <a:pt x="180544" y="243113"/>
                  </a:lnTo>
                  <a:lnTo>
                    <a:pt x="180448" y="242681"/>
                  </a:lnTo>
                  <a:lnTo>
                    <a:pt x="180502" y="242019"/>
                  </a:lnTo>
                  <a:lnTo>
                    <a:pt x="180666" y="241614"/>
                  </a:lnTo>
                  <a:lnTo>
                    <a:pt x="180892" y="240905"/>
                  </a:lnTo>
                  <a:lnTo>
                    <a:pt x="180930" y="240768"/>
                  </a:lnTo>
                  <a:lnTo>
                    <a:pt x="181234" y="240341"/>
                  </a:lnTo>
                  <a:lnTo>
                    <a:pt x="181315" y="240194"/>
                  </a:lnTo>
                  <a:lnTo>
                    <a:pt x="181134" y="240001"/>
                  </a:lnTo>
                  <a:lnTo>
                    <a:pt x="180618" y="239677"/>
                  </a:lnTo>
                  <a:lnTo>
                    <a:pt x="180409" y="239635"/>
                  </a:lnTo>
                  <a:lnTo>
                    <a:pt x="179279" y="239153"/>
                  </a:lnTo>
                  <a:lnTo>
                    <a:pt x="178969" y="239258"/>
                  </a:lnTo>
                  <a:lnTo>
                    <a:pt x="178915" y="239130"/>
                  </a:lnTo>
                  <a:lnTo>
                    <a:pt x="178787" y="238809"/>
                  </a:lnTo>
                  <a:lnTo>
                    <a:pt x="178530" y="238609"/>
                  </a:lnTo>
                  <a:lnTo>
                    <a:pt x="178390" y="238500"/>
                  </a:lnTo>
                  <a:lnTo>
                    <a:pt x="178012" y="237882"/>
                  </a:lnTo>
                  <a:lnTo>
                    <a:pt x="178012" y="237705"/>
                  </a:lnTo>
                  <a:lnTo>
                    <a:pt x="177911" y="237417"/>
                  </a:lnTo>
                  <a:lnTo>
                    <a:pt x="177583" y="236894"/>
                  </a:lnTo>
                  <a:lnTo>
                    <a:pt x="177356" y="236816"/>
                  </a:lnTo>
                  <a:lnTo>
                    <a:pt x="177081" y="236691"/>
                  </a:lnTo>
                  <a:lnTo>
                    <a:pt x="177098" y="236014"/>
                  </a:lnTo>
                  <a:lnTo>
                    <a:pt x="176561" y="235853"/>
                  </a:lnTo>
                  <a:lnTo>
                    <a:pt x="176275" y="235902"/>
                  </a:lnTo>
                  <a:lnTo>
                    <a:pt x="175779" y="235578"/>
                  </a:lnTo>
                  <a:lnTo>
                    <a:pt x="175839" y="235331"/>
                  </a:lnTo>
                  <a:lnTo>
                    <a:pt x="175945" y="235107"/>
                  </a:lnTo>
                  <a:lnTo>
                    <a:pt x="176023" y="234952"/>
                  </a:lnTo>
                  <a:lnTo>
                    <a:pt x="176182" y="234496"/>
                  </a:lnTo>
                  <a:lnTo>
                    <a:pt x="176442" y="234178"/>
                  </a:lnTo>
                  <a:lnTo>
                    <a:pt x="176601" y="233875"/>
                  </a:lnTo>
                  <a:lnTo>
                    <a:pt x="176871" y="233480"/>
                  </a:lnTo>
                  <a:lnTo>
                    <a:pt x="176798" y="232593"/>
                  </a:lnTo>
                  <a:lnTo>
                    <a:pt x="176703" y="231977"/>
                  </a:lnTo>
                  <a:lnTo>
                    <a:pt x="176640" y="231722"/>
                  </a:lnTo>
                  <a:lnTo>
                    <a:pt x="176449" y="231322"/>
                  </a:lnTo>
                  <a:lnTo>
                    <a:pt x="176401" y="231119"/>
                  </a:lnTo>
                  <a:lnTo>
                    <a:pt x="176228" y="230236"/>
                  </a:lnTo>
                  <a:lnTo>
                    <a:pt x="176484" y="229981"/>
                  </a:lnTo>
                  <a:lnTo>
                    <a:pt x="176795" y="229872"/>
                  </a:lnTo>
                  <a:lnTo>
                    <a:pt x="177090" y="229769"/>
                  </a:lnTo>
                  <a:lnTo>
                    <a:pt x="177620" y="229663"/>
                  </a:lnTo>
                  <a:lnTo>
                    <a:pt x="177696" y="229447"/>
                  </a:lnTo>
                  <a:lnTo>
                    <a:pt x="177672" y="228967"/>
                  </a:lnTo>
                  <a:lnTo>
                    <a:pt x="177386" y="228529"/>
                  </a:lnTo>
                  <a:lnTo>
                    <a:pt x="177418" y="228062"/>
                  </a:lnTo>
                  <a:lnTo>
                    <a:pt x="177464" y="227903"/>
                  </a:lnTo>
                  <a:lnTo>
                    <a:pt x="177785" y="227573"/>
                  </a:lnTo>
                  <a:lnTo>
                    <a:pt x="178030" y="227408"/>
                  </a:lnTo>
                  <a:lnTo>
                    <a:pt x="178394" y="227009"/>
                  </a:lnTo>
                  <a:lnTo>
                    <a:pt x="178483" y="226834"/>
                  </a:lnTo>
                  <a:lnTo>
                    <a:pt x="178502" y="226467"/>
                  </a:lnTo>
                  <a:lnTo>
                    <a:pt x="178511" y="226214"/>
                  </a:lnTo>
                  <a:lnTo>
                    <a:pt x="178698" y="225865"/>
                  </a:lnTo>
                  <a:lnTo>
                    <a:pt x="178754" y="225475"/>
                  </a:lnTo>
                  <a:lnTo>
                    <a:pt x="178810" y="225256"/>
                  </a:lnTo>
                  <a:lnTo>
                    <a:pt x="179395" y="225315"/>
                  </a:lnTo>
                  <a:lnTo>
                    <a:pt x="179584" y="225090"/>
                  </a:lnTo>
                  <a:lnTo>
                    <a:pt x="179670" y="224702"/>
                  </a:lnTo>
                  <a:lnTo>
                    <a:pt x="179758" y="224383"/>
                  </a:lnTo>
                  <a:lnTo>
                    <a:pt x="179973" y="223945"/>
                  </a:lnTo>
                  <a:lnTo>
                    <a:pt x="180218" y="223492"/>
                  </a:lnTo>
                  <a:lnTo>
                    <a:pt x="180399" y="223402"/>
                  </a:lnTo>
                  <a:lnTo>
                    <a:pt x="181302" y="223106"/>
                  </a:lnTo>
                  <a:lnTo>
                    <a:pt x="181510" y="223151"/>
                  </a:lnTo>
                  <a:lnTo>
                    <a:pt x="181879" y="223017"/>
                  </a:lnTo>
                  <a:lnTo>
                    <a:pt x="182052" y="222558"/>
                  </a:lnTo>
                  <a:lnTo>
                    <a:pt x="182749" y="222355"/>
                  </a:lnTo>
                  <a:lnTo>
                    <a:pt x="182807" y="222173"/>
                  </a:lnTo>
                  <a:lnTo>
                    <a:pt x="182790" y="221627"/>
                  </a:lnTo>
                  <a:lnTo>
                    <a:pt x="182573" y="221278"/>
                  </a:lnTo>
                  <a:lnTo>
                    <a:pt x="182051" y="221142"/>
                  </a:lnTo>
                  <a:lnTo>
                    <a:pt x="181753" y="220937"/>
                  </a:lnTo>
                  <a:lnTo>
                    <a:pt x="181969" y="220628"/>
                  </a:lnTo>
                  <a:lnTo>
                    <a:pt x="182083" y="220410"/>
                  </a:lnTo>
                  <a:lnTo>
                    <a:pt x="181817" y="219546"/>
                  </a:lnTo>
                  <a:lnTo>
                    <a:pt x="181918" y="219319"/>
                  </a:lnTo>
                  <a:lnTo>
                    <a:pt x="182247" y="218982"/>
                  </a:lnTo>
                  <a:lnTo>
                    <a:pt x="182695" y="219033"/>
                  </a:lnTo>
                  <a:lnTo>
                    <a:pt x="182857" y="219012"/>
                  </a:lnTo>
                  <a:lnTo>
                    <a:pt x="183487" y="218959"/>
                  </a:lnTo>
                  <a:lnTo>
                    <a:pt x="184080" y="218978"/>
                  </a:lnTo>
                  <a:lnTo>
                    <a:pt x="184355" y="218891"/>
                  </a:lnTo>
                  <a:lnTo>
                    <a:pt x="184779" y="218918"/>
                  </a:lnTo>
                  <a:lnTo>
                    <a:pt x="185060" y="219053"/>
                  </a:lnTo>
                  <a:lnTo>
                    <a:pt x="185372" y="219143"/>
                  </a:lnTo>
                  <a:lnTo>
                    <a:pt x="185700" y="218830"/>
                  </a:lnTo>
                  <a:lnTo>
                    <a:pt x="185818" y="218689"/>
                  </a:lnTo>
                  <a:lnTo>
                    <a:pt x="186175" y="218657"/>
                  </a:lnTo>
                  <a:lnTo>
                    <a:pt x="186405" y="218711"/>
                  </a:lnTo>
                  <a:lnTo>
                    <a:pt x="186719" y="218772"/>
                  </a:lnTo>
                  <a:lnTo>
                    <a:pt x="187251" y="218791"/>
                  </a:lnTo>
                  <a:lnTo>
                    <a:pt x="188288" y="219797"/>
                  </a:lnTo>
                  <a:lnTo>
                    <a:pt x="188586" y="219728"/>
                  </a:lnTo>
                  <a:lnTo>
                    <a:pt x="189262" y="219638"/>
                  </a:lnTo>
                  <a:lnTo>
                    <a:pt x="189465" y="219806"/>
                  </a:lnTo>
                  <a:lnTo>
                    <a:pt x="189756" y="219999"/>
                  </a:lnTo>
                  <a:lnTo>
                    <a:pt x="189937" y="219973"/>
                  </a:lnTo>
                  <a:lnTo>
                    <a:pt x="190438" y="220038"/>
                  </a:lnTo>
                  <a:lnTo>
                    <a:pt x="190847" y="220088"/>
                  </a:lnTo>
                  <a:lnTo>
                    <a:pt x="191070" y="220108"/>
                  </a:lnTo>
                  <a:lnTo>
                    <a:pt x="191301" y="220111"/>
                  </a:lnTo>
                  <a:lnTo>
                    <a:pt x="191611" y="220336"/>
                  </a:lnTo>
                  <a:lnTo>
                    <a:pt x="191811" y="220299"/>
                  </a:lnTo>
                  <a:lnTo>
                    <a:pt x="192115" y="219944"/>
                  </a:lnTo>
                  <a:lnTo>
                    <a:pt x="192419" y="219815"/>
                  </a:lnTo>
                  <a:lnTo>
                    <a:pt x="193024" y="220005"/>
                  </a:lnTo>
                  <a:lnTo>
                    <a:pt x="193319" y="219994"/>
                  </a:lnTo>
                  <a:lnTo>
                    <a:pt x="193479" y="219883"/>
                  </a:lnTo>
                  <a:lnTo>
                    <a:pt x="193560" y="219718"/>
                  </a:lnTo>
                  <a:lnTo>
                    <a:pt x="194418" y="219483"/>
                  </a:lnTo>
                  <a:lnTo>
                    <a:pt x="194939" y="219226"/>
                  </a:lnTo>
                  <a:lnTo>
                    <a:pt x="195147" y="219283"/>
                  </a:lnTo>
                  <a:lnTo>
                    <a:pt x="195579" y="219544"/>
                  </a:lnTo>
                  <a:lnTo>
                    <a:pt x="195834" y="219522"/>
                  </a:lnTo>
                  <a:lnTo>
                    <a:pt x="196418" y="219366"/>
                  </a:lnTo>
                  <a:lnTo>
                    <a:pt x="196874" y="219810"/>
                  </a:lnTo>
                  <a:lnTo>
                    <a:pt x="197188" y="220214"/>
                  </a:lnTo>
                  <a:lnTo>
                    <a:pt x="197301" y="220402"/>
                  </a:lnTo>
                  <a:lnTo>
                    <a:pt x="197670" y="220528"/>
                  </a:lnTo>
                  <a:lnTo>
                    <a:pt x="197824" y="220419"/>
                  </a:lnTo>
                  <a:lnTo>
                    <a:pt x="198647" y="220287"/>
                  </a:lnTo>
                  <a:lnTo>
                    <a:pt x="198784" y="220563"/>
                  </a:lnTo>
                  <a:lnTo>
                    <a:pt x="198848" y="220873"/>
                  </a:lnTo>
                  <a:lnTo>
                    <a:pt x="199049" y="221433"/>
                  </a:lnTo>
                  <a:lnTo>
                    <a:pt x="199561" y="221460"/>
                  </a:lnTo>
                  <a:lnTo>
                    <a:pt x="199836" y="221499"/>
                  </a:lnTo>
                  <a:lnTo>
                    <a:pt x="200327" y="221869"/>
                  </a:lnTo>
                  <a:lnTo>
                    <a:pt x="200589" y="221898"/>
                  </a:lnTo>
                  <a:lnTo>
                    <a:pt x="201274" y="221953"/>
                  </a:lnTo>
                  <a:lnTo>
                    <a:pt x="201565" y="221797"/>
                  </a:lnTo>
                  <a:lnTo>
                    <a:pt x="201637" y="221623"/>
                  </a:lnTo>
                  <a:lnTo>
                    <a:pt x="201948" y="221227"/>
                  </a:lnTo>
                  <a:lnTo>
                    <a:pt x="202452" y="221044"/>
                  </a:lnTo>
                  <a:lnTo>
                    <a:pt x="202790" y="220977"/>
                  </a:lnTo>
                  <a:lnTo>
                    <a:pt x="202838" y="220773"/>
                  </a:lnTo>
                  <a:lnTo>
                    <a:pt x="202951" y="220442"/>
                  </a:lnTo>
                  <a:lnTo>
                    <a:pt x="203031" y="220221"/>
                  </a:lnTo>
                  <a:lnTo>
                    <a:pt x="203446" y="219824"/>
                  </a:lnTo>
                  <a:lnTo>
                    <a:pt x="204104" y="219809"/>
                  </a:lnTo>
                  <a:lnTo>
                    <a:pt x="204343" y="219634"/>
                  </a:lnTo>
                  <a:lnTo>
                    <a:pt x="204028" y="218955"/>
                  </a:lnTo>
                  <a:lnTo>
                    <a:pt x="203936" y="218510"/>
                  </a:lnTo>
                  <a:lnTo>
                    <a:pt x="203932" y="218249"/>
                  </a:lnTo>
                  <a:lnTo>
                    <a:pt x="203990" y="217980"/>
                  </a:lnTo>
                  <a:lnTo>
                    <a:pt x="204201" y="217812"/>
                  </a:lnTo>
                  <a:lnTo>
                    <a:pt x="204447" y="217804"/>
                  </a:lnTo>
                  <a:lnTo>
                    <a:pt x="204575" y="217814"/>
                  </a:lnTo>
                  <a:lnTo>
                    <a:pt x="204737" y="217832"/>
                  </a:lnTo>
                  <a:lnTo>
                    <a:pt x="205239" y="217932"/>
                  </a:lnTo>
                  <a:lnTo>
                    <a:pt x="206013" y="217974"/>
                  </a:lnTo>
                  <a:lnTo>
                    <a:pt x="206089" y="218437"/>
                  </a:lnTo>
                  <a:lnTo>
                    <a:pt x="206486" y="218552"/>
                  </a:lnTo>
                  <a:lnTo>
                    <a:pt x="206718" y="218734"/>
                  </a:lnTo>
                  <a:lnTo>
                    <a:pt x="206812" y="219398"/>
                  </a:lnTo>
                  <a:lnTo>
                    <a:pt x="207138" y="219414"/>
                  </a:lnTo>
                  <a:lnTo>
                    <a:pt x="207458" y="219244"/>
                  </a:lnTo>
                  <a:lnTo>
                    <a:pt x="207878" y="218918"/>
                  </a:lnTo>
                  <a:lnTo>
                    <a:pt x="208052" y="218602"/>
                  </a:lnTo>
                  <a:lnTo>
                    <a:pt x="208178" y="218432"/>
                  </a:lnTo>
                  <a:lnTo>
                    <a:pt x="208416" y="218172"/>
                  </a:lnTo>
                  <a:lnTo>
                    <a:pt x="208737" y="217953"/>
                  </a:lnTo>
                  <a:lnTo>
                    <a:pt x="208806" y="217786"/>
                  </a:lnTo>
                  <a:lnTo>
                    <a:pt x="209001" y="217639"/>
                  </a:lnTo>
                  <a:lnTo>
                    <a:pt x="209491" y="217367"/>
                  </a:lnTo>
                  <a:lnTo>
                    <a:pt x="209629" y="216928"/>
                  </a:lnTo>
                  <a:lnTo>
                    <a:pt x="209342" y="216755"/>
                  </a:lnTo>
                  <a:lnTo>
                    <a:pt x="208998" y="216626"/>
                  </a:lnTo>
                  <a:lnTo>
                    <a:pt x="208793" y="216193"/>
                  </a:lnTo>
                  <a:lnTo>
                    <a:pt x="208586" y="216024"/>
                  </a:lnTo>
                  <a:lnTo>
                    <a:pt x="208441" y="215817"/>
                  </a:lnTo>
                  <a:lnTo>
                    <a:pt x="207956" y="215331"/>
                  </a:lnTo>
                  <a:lnTo>
                    <a:pt x="207156" y="214448"/>
                  </a:lnTo>
                  <a:lnTo>
                    <a:pt x="207311" y="214021"/>
                  </a:lnTo>
                  <a:lnTo>
                    <a:pt x="207398" y="213700"/>
                  </a:lnTo>
                  <a:lnTo>
                    <a:pt x="207363" y="213573"/>
                  </a:lnTo>
                  <a:lnTo>
                    <a:pt x="207850" y="212802"/>
                  </a:lnTo>
                  <a:lnTo>
                    <a:pt x="207931" y="212391"/>
                  </a:lnTo>
                  <a:lnTo>
                    <a:pt x="207813" y="212115"/>
                  </a:lnTo>
                  <a:lnTo>
                    <a:pt x="207624" y="211606"/>
                  </a:lnTo>
                  <a:lnTo>
                    <a:pt x="207561" y="210854"/>
                  </a:lnTo>
                  <a:lnTo>
                    <a:pt x="207623" y="210529"/>
                  </a:lnTo>
                  <a:lnTo>
                    <a:pt x="207606" y="210161"/>
                  </a:lnTo>
                  <a:lnTo>
                    <a:pt x="207316" y="209942"/>
                  </a:lnTo>
                  <a:lnTo>
                    <a:pt x="207086" y="209946"/>
                  </a:lnTo>
                  <a:lnTo>
                    <a:pt x="206895" y="209999"/>
                  </a:lnTo>
                  <a:lnTo>
                    <a:pt x="206422" y="210010"/>
                  </a:lnTo>
                  <a:lnTo>
                    <a:pt x="205969" y="209431"/>
                  </a:lnTo>
                  <a:lnTo>
                    <a:pt x="206220" y="208825"/>
                  </a:lnTo>
                  <a:lnTo>
                    <a:pt x="206460" y="208639"/>
                  </a:lnTo>
                  <a:lnTo>
                    <a:pt x="206573" y="208330"/>
                  </a:lnTo>
                  <a:lnTo>
                    <a:pt x="206583" y="207898"/>
                  </a:lnTo>
                  <a:lnTo>
                    <a:pt x="206367" y="207656"/>
                  </a:lnTo>
                  <a:lnTo>
                    <a:pt x="205562" y="207450"/>
                  </a:lnTo>
                  <a:lnTo>
                    <a:pt x="205483" y="207219"/>
                  </a:lnTo>
                  <a:lnTo>
                    <a:pt x="205224" y="206717"/>
                  </a:lnTo>
                  <a:lnTo>
                    <a:pt x="205084" y="206569"/>
                  </a:lnTo>
                  <a:lnTo>
                    <a:pt x="204744" y="206315"/>
                  </a:lnTo>
                  <a:lnTo>
                    <a:pt x="204547" y="206198"/>
                  </a:lnTo>
                  <a:lnTo>
                    <a:pt x="204147" y="205973"/>
                  </a:lnTo>
                  <a:lnTo>
                    <a:pt x="203600" y="205686"/>
                  </a:lnTo>
                  <a:lnTo>
                    <a:pt x="202927" y="205453"/>
                  </a:lnTo>
                  <a:lnTo>
                    <a:pt x="202359" y="205390"/>
                  </a:lnTo>
                  <a:lnTo>
                    <a:pt x="201439" y="204595"/>
                  </a:lnTo>
                  <a:lnTo>
                    <a:pt x="201301" y="204231"/>
                  </a:lnTo>
                  <a:lnTo>
                    <a:pt x="200548" y="204314"/>
                  </a:lnTo>
                  <a:lnTo>
                    <a:pt x="200231" y="204224"/>
                  </a:lnTo>
                  <a:lnTo>
                    <a:pt x="199810" y="203996"/>
                  </a:lnTo>
                  <a:lnTo>
                    <a:pt x="199659" y="203806"/>
                  </a:lnTo>
                  <a:lnTo>
                    <a:pt x="199589" y="203669"/>
                  </a:lnTo>
                  <a:lnTo>
                    <a:pt x="199105" y="203475"/>
                  </a:lnTo>
                  <a:lnTo>
                    <a:pt x="198534" y="203542"/>
                  </a:lnTo>
                  <a:lnTo>
                    <a:pt x="198201" y="203464"/>
                  </a:lnTo>
                  <a:lnTo>
                    <a:pt x="197927" y="203423"/>
                  </a:lnTo>
                  <a:lnTo>
                    <a:pt x="197765" y="203420"/>
                  </a:lnTo>
                  <a:lnTo>
                    <a:pt x="197519" y="203435"/>
                  </a:lnTo>
                  <a:lnTo>
                    <a:pt x="197135" y="203509"/>
                  </a:lnTo>
                  <a:lnTo>
                    <a:pt x="195829" y="202619"/>
                  </a:lnTo>
                  <a:lnTo>
                    <a:pt x="195480" y="202504"/>
                  </a:lnTo>
                  <a:lnTo>
                    <a:pt x="194923" y="202505"/>
                  </a:lnTo>
                  <a:lnTo>
                    <a:pt x="194348" y="202614"/>
                  </a:lnTo>
                  <a:lnTo>
                    <a:pt x="194043" y="202344"/>
                  </a:lnTo>
                  <a:lnTo>
                    <a:pt x="193639" y="202025"/>
                  </a:lnTo>
                  <a:lnTo>
                    <a:pt x="193115" y="202183"/>
                  </a:lnTo>
                  <a:lnTo>
                    <a:pt x="193052" y="202314"/>
                  </a:lnTo>
                  <a:lnTo>
                    <a:pt x="192945" y="202588"/>
                  </a:lnTo>
                  <a:lnTo>
                    <a:pt x="192004" y="203181"/>
                  </a:lnTo>
                  <a:lnTo>
                    <a:pt x="191729" y="203214"/>
                  </a:lnTo>
                  <a:lnTo>
                    <a:pt x="191420" y="203324"/>
                  </a:lnTo>
                  <a:lnTo>
                    <a:pt x="191064" y="203551"/>
                  </a:lnTo>
                  <a:lnTo>
                    <a:pt x="190536" y="203930"/>
                  </a:lnTo>
                  <a:lnTo>
                    <a:pt x="190206" y="203859"/>
                  </a:lnTo>
                  <a:lnTo>
                    <a:pt x="189861" y="203615"/>
                  </a:lnTo>
                  <a:lnTo>
                    <a:pt x="189572" y="203225"/>
                  </a:lnTo>
                  <a:lnTo>
                    <a:pt x="189463" y="203066"/>
                  </a:lnTo>
                  <a:lnTo>
                    <a:pt x="189349" y="202868"/>
                  </a:lnTo>
                  <a:lnTo>
                    <a:pt x="188775" y="202262"/>
                  </a:lnTo>
                  <a:lnTo>
                    <a:pt x="188940" y="201567"/>
                  </a:lnTo>
                  <a:lnTo>
                    <a:pt x="189024" y="201231"/>
                  </a:lnTo>
                  <a:lnTo>
                    <a:pt x="189303" y="200267"/>
                  </a:lnTo>
                  <a:lnTo>
                    <a:pt x="189255" y="200070"/>
                  </a:lnTo>
                  <a:lnTo>
                    <a:pt x="189225" y="199716"/>
                  </a:lnTo>
                  <a:lnTo>
                    <a:pt x="189583" y="198756"/>
                  </a:lnTo>
                  <a:lnTo>
                    <a:pt x="189883" y="198255"/>
                  </a:lnTo>
                  <a:lnTo>
                    <a:pt x="189942" y="198053"/>
                  </a:lnTo>
                  <a:lnTo>
                    <a:pt x="189820" y="197387"/>
                  </a:lnTo>
                  <a:lnTo>
                    <a:pt x="189851" y="197177"/>
                  </a:lnTo>
                  <a:lnTo>
                    <a:pt x="189882" y="197024"/>
                  </a:lnTo>
                  <a:lnTo>
                    <a:pt x="190237" y="196335"/>
                  </a:lnTo>
                  <a:lnTo>
                    <a:pt x="190124" y="196177"/>
                  </a:lnTo>
                  <a:lnTo>
                    <a:pt x="190115" y="195477"/>
                  </a:lnTo>
                  <a:lnTo>
                    <a:pt x="190226" y="195061"/>
                  </a:lnTo>
                  <a:lnTo>
                    <a:pt x="190165" y="194833"/>
                  </a:lnTo>
                  <a:lnTo>
                    <a:pt x="190202" y="194648"/>
                  </a:lnTo>
                  <a:lnTo>
                    <a:pt x="190321" y="194163"/>
                  </a:lnTo>
                  <a:lnTo>
                    <a:pt x="190416" y="193939"/>
                  </a:lnTo>
                  <a:lnTo>
                    <a:pt x="190457" y="193744"/>
                  </a:lnTo>
                  <a:lnTo>
                    <a:pt x="189771" y="193726"/>
                  </a:lnTo>
                  <a:lnTo>
                    <a:pt x="189629" y="193737"/>
                  </a:lnTo>
                  <a:lnTo>
                    <a:pt x="189335" y="193701"/>
                  </a:lnTo>
                  <a:lnTo>
                    <a:pt x="189193" y="193591"/>
                  </a:lnTo>
                  <a:lnTo>
                    <a:pt x="188900" y="193421"/>
                  </a:lnTo>
                  <a:lnTo>
                    <a:pt x="188723" y="193353"/>
                  </a:lnTo>
                  <a:lnTo>
                    <a:pt x="188459" y="193252"/>
                  </a:lnTo>
                  <a:lnTo>
                    <a:pt x="188125" y="192836"/>
                  </a:lnTo>
                  <a:lnTo>
                    <a:pt x="187577" y="192703"/>
                  </a:lnTo>
                  <a:lnTo>
                    <a:pt x="187054" y="192301"/>
                  </a:lnTo>
                  <a:lnTo>
                    <a:pt x="186683" y="192183"/>
                  </a:lnTo>
                  <a:lnTo>
                    <a:pt x="186508" y="192177"/>
                  </a:lnTo>
                  <a:lnTo>
                    <a:pt x="186272" y="192199"/>
                  </a:lnTo>
                  <a:lnTo>
                    <a:pt x="186142" y="192129"/>
                  </a:lnTo>
                  <a:lnTo>
                    <a:pt x="185836" y="191765"/>
                  </a:lnTo>
                  <a:lnTo>
                    <a:pt x="185519" y="191324"/>
                  </a:lnTo>
                  <a:lnTo>
                    <a:pt x="184656" y="191274"/>
                  </a:lnTo>
                  <a:lnTo>
                    <a:pt x="184267" y="191316"/>
                  </a:lnTo>
                  <a:lnTo>
                    <a:pt x="184032" y="191238"/>
                  </a:lnTo>
                  <a:lnTo>
                    <a:pt x="183774" y="191245"/>
                  </a:lnTo>
                  <a:lnTo>
                    <a:pt x="183608" y="191275"/>
                  </a:lnTo>
                  <a:lnTo>
                    <a:pt x="183457" y="191287"/>
                  </a:lnTo>
                  <a:lnTo>
                    <a:pt x="183031" y="191321"/>
                  </a:lnTo>
                  <a:lnTo>
                    <a:pt x="182315" y="191297"/>
                  </a:lnTo>
                  <a:lnTo>
                    <a:pt x="182067" y="191409"/>
                  </a:lnTo>
                  <a:lnTo>
                    <a:pt x="181685" y="191615"/>
                  </a:lnTo>
                  <a:lnTo>
                    <a:pt x="181355" y="191737"/>
                  </a:lnTo>
                  <a:lnTo>
                    <a:pt x="180982" y="191444"/>
                  </a:lnTo>
                  <a:lnTo>
                    <a:pt x="180771" y="191141"/>
                  </a:lnTo>
                  <a:lnTo>
                    <a:pt x="180430" y="190888"/>
                  </a:lnTo>
                  <a:lnTo>
                    <a:pt x="180054" y="191132"/>
                  </a:lnTo>
                  <a:lnTo>
                    <a:pt x="179582" y="191079"/>
                  </a:lnTo>
                  <a:lnTo>
                    <a:pt x="179507" y="190667"/>
                  </a:lnTo>
                  <a:lnTo>
                    <a:pt x="178205" y="190312"/>
                  </a:lnTo>
                  <a:lnTo>
                    <a:pt x="177466" y="190216"/>
                  </a:lnTo>
                  <a:lnTo>
                    <a:pt x="177079" y="190137"/>
                  </a:lnTo>
                  <a:lnTo>
                    <a:pt x="176515" y="189960"/>
                  </a:lnTo>
                  <a:lnTo>
                    <a:pt x="175618" y="189964"/>
                  </a:lnTo>
                  <a:lnTo>
                    <a:pt x="175409" y="189973"/>
                  </a:lnTo>
                  <a:lnTo>
                    <a:pt x="175258" y="189974"/>
                  </a:lnTo>
                  <a:lnTo>
                    <a:pt x="174585" y="189818"/>
                  </a:lnTo>
                  <a:lnTo>
                    <a:pt x="174397" y="189690"/>
                  </a:lnTo>
                  <a:lnTo>
                    <a:pt x="173461" y="189260"/>
                  </a:lnTo>
                  <a:lnTo>
                    <a:pt x="173676" y="189132"/>
                  </a:lnTo>
                  <a:lnTo>
                    <a:pt x="173983" y="188420"/>
                  </a:lnTo>
                  <a:lnTo>
                    <a:pt x="174003" y="188259"/>
                  </a:lnTo>
                  <a:lnTo>
                    <a:pt x="174387" y="188025"/>
                  </a:lnTo>
                  <a:lnTo>
                    <a:pt x="174678" y="187848"/>
                  </a:lnTo>
                  <a:lnTo>
                    <a:pt x="174951" y="187786"/>
                  </a:lnTo>
                  <a:lnTo>
                    <a:pt x="175290" y="187536"/>
                  </a:lnTo>
                  <a:lnTo>
                    <a:pt x="175332" y="186863"/>
                  </a:lnTo>
                  <a:lnTo>
                    <a:pt x="175425" y="186555"/>
                  </a:lnTo>
                  <a:lnTo>
                    <a:pt x="175678" y="186416"/>
                  </a:lnTo>
                  <a:lnTo>
                    <a:pt x="176135" y="186231"/>
                  </a:lnTo>
                  <a:lnTo>
                    <a:pt x="176312" y="186199"/>
                  </a:lnTo>
                  <a:lnTo>
                    <a:pt x="176601" y="185988"/>
                  </a:lnTo>
                  <a:lnTo>
                    <a:pt x="176634" y="185684"/>
                  </a:lnTo>
                  <a:lnTo>
                    <a:pt x="176493" y="185507"/>
                  </a:lnTo>
                  <a:lnTo>
                    <a:pt x="176573" y="185212"/>
                  </a:lnTo>
                  <a:lnTo>
                    <a:pt x="177122" y="184382"/>
                  </a:lnTo>
                  <a:lnTo>
                    <a:pt x="177533" y="184523"/>
                  </a:lnTo>
                  <a:lnTo>
                    <a:pt x="177788" y="184616"/>
                  </a:lnTo>
                  <a:lnTo>
                    <a:pt x="178056" y="184588"/>
                  </a:lnTo>
                  <a:lnTo>
                    <a:pt x="178094" y="184418"/>
                  </a:lnTo>
                  <a:lnTo>
                    <a:pt x="178249" y="184367"/>
                  </a:lnTo>
                  <a:lnTo>
                    <a:pt x="178584" y="184473"/>
                  </a:lnTo>
                  <a:lnTo>
                    <a:pt x="178863" y="184636"/>
                  </a:lnTo>
                  <a:lnTo>
                    <a:pt x="179327" y="184756"/>
                  </a:lnTo>
                  <a:lnTo>
                    <a:pt x="179462" y="184709"/>
                  </a:lnTo>
                  <a:lnTo>
                    <a:pt x="179662" y="184800"/>
                  </a:lnTo>
                  <a:lnTo>
                    <a:pt x="180132" y="184933"/>
                  </a:lnTo>
                  <a:lnTo>
                    <a:pt x="180437" y="184943"/>
                  </a:lnTo>
                  <a:lnTo>
                    <a:pt x="180675" y="184892"/>
                  </a:lnTo>
                  <a:lnTo>
                    <a:pt x="181208" y="184892"/>
                  </a:lnTo>
                  <a:lnTo>
                    <a:pt x="181463" y="184915"/>
                  </a:lnTo>
                  <a:lnTo>
                    <a:pt x="181432" y="184485"/>
                  </a:lnTo>
                  <a:lnTo>
                    <a:pt x="181372" y="184240"/>
                  </a:lnTo>
                  <a:lnTo>
                    <a:pt x="181272" y="184024"/>
                  </a:lnTo>
                  <a:lnTo>
                    <a:pt x="181384" y="183741"/>
                  </a:lnTo>
                  <a:lnTo>
                    <a:pt x="181627" y="183500"/>
                  </a:lnTo>
                  <a:lnTo>
                    <a:pt x="181868" y="183097"/>
                  </a:lnTo>
                  <a:lnTo>
                    <a:pt x="182200" y="182812"/>
                  </a:lnTo>
                  <a:lnTo>
                    <a:pt x="182434" y="182839"/>
                  </a:lnTo>
                  <a:close/>
                </a:path>
              </a:pathLst>
            </a:custGeom>
            <a:solidFill>
              <a:srgbClr val="F6C4A9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4052671" y="5244292"/>
              <a:ext cx="344089" cy="477422"/>
            </a:xfrm>
            <a:custGeom>
              <a:avLst/>
              <a:pathLst>
                <a:path w="344089" h="477422">
                  <a:moveTo>
                    <a:pt x="182879" y="182879"/>
                  </a:moveTo>
                  <a:lnTo>
                    <a:pt x="183237" y="183086"/>
                  </a:lnTo>
                  <a:lnTo>
                    <a:pt x="183685" y="183312"/>
                  </a:lnTo>
                  <a:lnTo>
                    <a:pt x="183861" y="183305"/>
                  </a:lnTo>
                  <a:lnTo>
                    <a:pt x="184056" y="183299"/>
                  </a:lnTo>
                  <a:lnTo>
                    <a:pt x="185110" y="183428"/>
                  </a:lnTo>
                  <a:lnTo>
                    <a:pt x="185324" y="183362"/>
                  </a:lnTo>
                  <a:lnTo>
                    <a:pt x="185506" y="183323"/>
                  </a:lnTo>
                  <a:lnTo>
                    <a:pt x="185727" y="183284"/>
                  </a:lnTo>
                  <a:lnTo>
                    <a:pt x="186066" y="183750"/>
                  </a:lnTo>
                  <a:lnTo>
                    <a:pt x="186222" y="184221"/>
                  </a:lnTo>
                  <a:lnTo>
                    <a:pt x="186229" y="184362"/>
                  </a:lnTo>
                  <a:lnTo>
                    <a:pt x="186183" y="184593"/>
                  </a:lnTo>
                  <a:lnTo>
                    <a:pt x="186099" y="184735"/>
                  </a:lnTo>
                  <a:lnTo>
                    <a:pt x="186034" y="184927"/>
                  </a:lnTo>
                  <a:lnTo>
                    <a:pt x="187655" y="186066"/>
                  </a:lnTo>
                  <a:lnTo>
                    <a:pt x="187892" y="186044"/>
                  </a:lnTo>
                  <a:lnTo>
                    <a:pt x="188318" y="186269"/>
                  </a:lnTo>
                  <a:lnTo>
                    <a:pt x="188572" y="186297"/>
                  </a:lnTo>
                  <a:lnTo>
                    <a:pt x="188806" y="186280"/>
                  </a:lnTo>
                  <a:lnTo>
                    <a:pt x="189414" y="186216"/>
                  </a:lnTo>
                  <a:lnTo>
                    <a:pt x="189978" y="186444"/>
                  </a:lnTo>
                  <a:lnTo>
                    <a:pt x="190190" y="186499"/>
                  </a:lnTo>
                  <a:lnTo>
                    <a:pt x="191711" y="186726"/>
                  </a:lnTo>
                  <a:lnTo>
                    <a:pt x="191858" y="186737"/>
                  </a:lnTo>
                  <a:lnTo>
                    <a:pt x="192176" y="186742"/>
                  </a:lnTo>
                  <a:lnTo>
                    <a:pt x="192723" y="186751"/>
                  </a:lnTo>
                  <a:lnTo>
                    <a:pt x="193506" y="186735"/>
                  </a:lnTo>
                  <a:lnTo>
                    <a:pt x="193724" y="186719"/>
                  </a:lnTo>
                  <a:lnTo>
                    <a:pt x="193912" y="186695"/>
                  </a:lnTo>
                  <a:lnTo>
                    <a:pt x="194488" y="186743"/>
                  </a:lnTo>
                  <a:lnTo>
                    <a:pt x="195057" y="186853"/>
                  </a:lnTo>
                  <a:lnTo>
                    <a:pt x="196406" y="186932"/>
                  </a:lnTo>
                  <a:lnTo>
                    <a:pt x="196677" y="186974"/>
                  </a:lnTo>
                  <a:lnTo>
                    <a:pt x="197306" y="187023"/>
                  </a:lnTo>
                  <a:lnTo>
                    <a:pt x="197868" y="187125"/>
                  </a:lnTo>
                  <a:lnTo>
                    <a:pt x="198043" y="187094"/>
                  </a:lnTo>
                  <a:lnTo>
                    <a:pt x="198961" y="187178"/>
                  </a:lnTo>
                  <a:lnTo>
                    <a:pt x="199244" y="187193"/>
                  </a:lnTo>
                  <a:lnTo>
                    <a:pt x="200085" y="187216"/>
                  </a:lnTo>
                  <a:lnTo>
                    <a:pt x="200335" y="187213"/>
                  </a:lnTo>
                  <a:lnTo>
                    <a:pt x="200532" y="187208"/>
                  </a:lnTo>
                  <a:lnTo>
                    <a:pt x="200908" y="187203"/>
                  </a:lnTo>
                  <a:lnTo>
                    <a:pt x="201355" y="187227"/>
                  </a:lnTo>
                  <a:lnTo>
                    <a:pt x="201934" y="187717"/>
                  </a:lnTo>
                  <a:lnTo>
                    <a:pt x="202029" y="188074"/>
                  </a:lnTo>
                  <a:lnTo>
                    <a:pt x="202477" y="188855"/>
                  </a:lnTo>
                  <a:lnTo>
                    <a:pt x="202750" y="188830"/>
                  </a:lnTo>
                  <a:lnTo>
                    <a:pt x="203396" y="188898"/>
                  </a:lnTo>
                  <a:lnTo>
                    <a:pt x="203568" y="188993"/>
                  </a:lnTo>
                  <a:lnTo>
                    <a:pt x="203722" y="189687"/>
                  </a:lnTo>
                  <a:lnTo>
                    <a:pt x="205703" y="191793"/>
                  </a:lnTo>
                  <a:lnTo>
                    <a:pt x="205957" y="192380"/>
                  </a:lnTo>
                  <a:lnTo>
                    <a:pt x="206282" y="192231"/>
                  </a:lnTo>
                  <a:lnTo>
                    <a:pt x="206333" y="191969"/>
                  </a:lnTo>
                  <a:lnTo>
                    <a:pt x="206915" y="191967"/>
                  </a:lnTo>
                  <a:lnTo>
                    <a:pt x="207148" y="191839"/>
                  </a:lnTo>
                  <a:lnTo>
                    <a:pt x="207780" y="192405"/>
                  </a:lnTo>
                  <a:lnTo>
                    <a:pt x="207859" y="192840"/>
                  </a:lnTo>
                  <a:lnTo>
                    <a:pt x="208147" y="192791"/>
                  </a:lnTo>
                  <a:lnTo>
                    <a:pt x="207843" y="193264"/>
                  </a:lnTo>
                  <a:lnTo>
                    <a:pt x="208211" y="193977"/>
                  </a:lnTo>
                  <a:lnTo>
                    <a:pt x="208860" y="194155"/>
                  </a:lnTo>
                  <a:lnTo>
                    <a:pt x="209902" y="193454"/>
                  </a:lnTo>
                  <a:lnTo>
                    <a:pt x="210047" y="193373"/>
                  </a:lnTo>
                  <a:lnTo>
                    <a:pt x="210775" y="193410"/>
                  </a:lnTo>
                  <a:lnTo>
                    <a:pt x="212540" y="193697"/>
                  </a:lnTo>
                  <a:lnTo>
                    <a:pt x="213259" y="193409"/>
                  </a:lnTo>
                  <a:lnTo>
                    <a:pt x="215689" y="194643"/>
                  </a:lnTo>
                  <a:lnTo>
                    <a:pt x="216619" y="194878"/>
                  </a:lnTo>
                  <a:lnTo>
                    <a:pt x="216815" y="194898"/>
                  </a:lnTo>
                  <a:lnTo>
                    <a:pt x="217145" y="194918"/>
                  </a:lnTo>
                  <a:lnTo>
                    <a:pt x="218219" y="195237"/>
                  </a:lnTo>
                  <a:lnTo>
                    <a:pt x="220037" y="195081"/>
                  </a:lnTo>
                  <a:lnTo>
                    <a:pt x="220211" y="195048"/>
                  </a:lnTo>
                  <a:lnTo>
                    <a:pt x="221981" y="195563"/>
                  </a:lnTo>
                  <a:lnTo>
                    <a:pt x="222699" y="195361"/>
                  </a:lnTo>
                  <a:lnTo>
                    <a:pt x="225371" y="193704"/>
                  </a:lnTo>
                  <a:lnTo>
                    <a:pt x="225590" y="193908"/>
                  </a:lnTo>
                  <a:lnTo>
                    <a:pt x="226791" y="194032"/>
                  </a:lnTo>
                  <a:lnTo>
                    <a:pt x="228223" y="195081"/>
                  </a:lnTo>
                  <a:lnTo>
                    <a:pt x="228984" y="195947"/>
                  </a:lnTo>
                  <a:lnTo>
                    <a:pt x="229407" y="195970"/>
                  </a:lnTo>
                  <a:lnTo>
                    <a:pt x="230446" y="196937"/>
                  </a:lnTo>
                  <a:lnTo>
                    <a:pt x="231020" y="197027"/>
                  </a:lnTo>
                  <a:lnTo>
                    <a:pt x="231227" y="196961"/>
                  </a:lnTo>
                  <a:lnTo>
                    <a:pt x="232516" y="197166"/>
                  </a:lnTo>
                  <a:lnTo>
                    <a:pt x="233072" y="197371"/>
                  </a:lnTo>
                  <a:lnTo>
                    <a:pt x="233136" y="197519"/>
                  </a:lnTo>
                  <a:lnTo>
                    <a:pt x="233557" y="198152"/>
                  </a:lnTo>
                  <a:lnTo>
                    <a:pt x="234283" y="198294"/>
                  </a:lnTo>
                  <a:lnTo>
                    <a:pt x="234908" y="197983"/>
                  </a:lnTo>
                  <a:lnTo>
                    <a:pt x="235330" y="198088"/>
                  </a:lnTo>
                  <a:lnTo>
                    <a:pt x="235175" y="198652"/>
                  </a:lnTo>
                  <a:lnTo>
                    <a:pt x="235039" y="198798"/>
                  </a:lnTo>
                  <a:lnTo>
                    <a:pt x="234684" y="199450"/>
                  </a:lnTo>
                  <a:lnTo>
                    <a:pt x="234737" y="199643"/>
                  </a:lnTo>
                  <a:lnTo>
                    <a:pt x="236763" y="201162"/>
                  </a:lnTo>
                  <a:lnTo>
                    <a:pt x="238383" y="201945"/>
                  </a:lnTo>
                  <a:lnTo>
                    <a:pt x="240069" y="203001"/>
                  </a:lnTo>
                  <a:lnTo>
                    <a:pt x="239931" y="202750"/>
                  </a:lnTo>
                  <a:lnTo>
                    <a:pt x="239607" y="202310"/>
                  </a:lnTo>
                  <a:lnTo>
                    <a:pt x="240453" y="204007"/>
                  </a:lnTo>
                  <a:lnTo>
                    <a:pt x="239914" y="205881"/>
                  </a:lnTo>
                  <a:lnTo>
                    <a:pt x="241656" y="206621"/>
                  </a:lnTo>
                  <a:lnTo>
                    <a:pt x="241867" y="206795"/>
                  </a:lnTo>
                  <a:lnTo>
                    <a:pt x="242329" y="207737"/>
                  </a:lnTo>
                  <a:lnTo>
                    <a:pt x="243484" y="207806"/>
                  </a:lnTo>
                  <a:lnTo>
                    <a:pt x="244784" y="207533"/>
                  </a:lnTo>
                  <a:lnTo>
                    <a:pt x="245074" y="207664"/>
                  </a:lnTo>
                  <a:lnTo>
                    <a:pt x="245235" y="207701"/>
                  </a:lnTo>
                  <a:lnTo>
                    <a:pt x="245476" y="207832"/>
                  </a:lnTo>
                  <a:lnTo>
                    <a:pt x="246459" y="209811"/>
                  </a:lnTo>
                  <a:lnTo>
                    <a:pt x="246442" y="209442"/>
                  </a:lnTo>
                  <a:lnTo>
                    <a:pt x="247178" y="209054"/>
                  </a:lnTo>
                  <a:lnTo>
                    <a:pt x="247986" y="207837"/>
                  </a:lnTo>
                  <a:lnTo>
                    <a:pt x="248119" y="207759"/>
                  </a:lnTo>
                  <a:lnTo>
                    <a:pt x="248591" y="207652"/>
                  </a:lnTo>
                  <a:lnTo>
                    <a:pt x="248541" y="207836"/>
                  </a:lnTo>
                  <a:lnTo>
                    <a:pt x="249134" y="210330"/>
                  </a:lnTo>
                  <a:lnTo>
                    <a:pt x="249640" y="210702"/>
                  </a:lnTo>
                  <a:lnTo>
                    <a:pt x="250048" y="210893"/>
                  </a:lnTo>
                  <a:lnTo>
                    <a:pt x="251358" y="211835"/>
                  </a:lnTo>
                  <a:lnTo>
                    <a:pt x="251413" y="212364"/>
                  </a:lnTo>
                  <a:lnTo>
                    <a:pt x="251097" y="213330"/>
                  </a:lnTo>
                  <a:lnTo>
                    <a:pt x="251028" y="213507"/>
                  </a:lnTo>
                  <a:lnTo>
                    <a:pt x="250254" y="214722"/>
                  </a:lnTo>
                  <a:lnTo>
                    <a:pt x="250228" y="215299"/>
                  </a:lnTo>
                  <a:lnTo>
                    <a:pt x="250217" y="215858"/>
                  </a:lnTo>
                  <a:lnTo>
                    <a:pt x="250296" y="216187"/>
                  </a:lnTo>
                  <a:lnTo>
                    <a:pt x="250553" y="216184"/>
                  </a:lnTo>
                  <a:lnTo>
                    <a:pt x="250578" y="215955"/>
                  </a:lnTo>
                  <a:lnTo>
                    <a:pt x="250583" y="215828"/>
                  </a:lnTo>
                  <a:lnTo>
                    <a:pt x="250623" y="215693"/>
                  </a:lnTo>
                  <a:lnTo>
                    <a:pt x="251151" y="215321"/>
                  </a:lnTo>
                  <a:lnTo>
                    <a:pt x="251281" y="215267"/>
                  </a:lnTo>
                  <a:lnTo>
                    <a:pt x="251728" y="215064"/>
                  </a:lnTo>
                  <a:lnTo>
                    <a:pt x="251968" y="214913"/>
                  </a:lnTo>
                  <a:lnTo>
                    <a:pt x="252832" y="213907"/>
                  </a:lnTo>
                  <a:lnTo>
                    <a:pt x="253666" y="213893"/>
                  </a:lnTo>
                  <a:lnTo>
                    <a:pt x="254548" y="213978"/>
                  </a:lnTo>
                  <a:lnTo>
                    <a:pt x="254851" y="213540"/>
                  </a:lnTo>
                  <a:lnTo>
                    <a:pt x="254959" y="213385"/>
                  </a:lnTo>
                  <a:lnTo>
                    <a:pt x="255109" y="213152"/>
                  </a:lnTo>
                  <a:lnTo>
                    <a:pt x="255391" y="212829"/>
                  </a:lnTo>
                  <a:lnTo>
                    <a:pt x="255598" y="212443"/>
                  </a:lnTo>
                  <a:lnTo>
                    <a:pt x="255614" y="212710"/>
                  </a:lnTo>
                  <a:lnTo>
                    <a:pt x="256384" y="212089"/>
                  </a:lnTo>
                  <a:lnTo>
                    <a:pt x="256722" y="211664"/>
                  </a:lnTo>
                  <a:lnTo>
                    <a:pt x="257250" y="210823"/>
                  </a:lnTo>
                  <a:lnTo>
                    <a:pt x="257264" y="210601"/>
                  </a:lnTo>
                  <a:lnTo>
                    <a:pt x="257277" y="210378"/>
                  </a:lnTo>
                  <a:lnTo>
                    <a:pt x="257301" y="210066"/>
                  </a:lnTo>
                  <a:lnTo>
                    <a:pt x="258152" y="209135"/>
                  </a:lnTo>
                  <a:lnTo>
                    <a:pt x="258301" y="209111"/>
                  </a:lnTo>
                  <a:lnTo>
                    <a:pt x="258682" y="208935"/>
                  </a:lnTo>
                  <a:lnTo>
                    <a:pt x="258877" y="209009"/>
                  </a:lnTo>
                  <a:lnTo>
                    <a:pt x="259569" y="209094"/>
                  </a:lnTo>
                  <a:lnTo>
                    <a:pt x="259925" y="209118"/>
                  </a:lnTo>
                  <a:lnTo>
                    <a:pt x="260765" y="209386"/>
                  </a:lnTo>
                  <a:lnTo>
                    <a:pt x="260794" y="209681"/>
                  </a:lnTo>
                  <a:lnTo>
                    <a:pt x="260811" y="209937"/>
                  </a:lnTo>
                  <a:lnTo>
                    <a:pt x="260987" y="210286"/>
                  </a:lnTo>
                  <a:lnTo>
                    <a:pt x="261471" y="210489"/>
                  </a:lnTo>
                  <a:lnTo>
                    <a:pt x="261790" y="210569"/>
                  </a:lnTo>
                  <a:lnTo>
                    <a:pt x="261981" y="210650"/>
                  </a:lnTo>
                  <a:lnTo>
                    <a:pt x="262390" y="210876"/>
                  </a:lnTo>
                  <a:lnTo>
                    <a:pt x="262765" y="210699"/>
                  </a:lnTo>
                  <a:lnTo>
                    <a:pt x="263111" y="210367"/>
                  </a:lnTo>
                  <a:lnTo>
                    <a:pt x="264175" y="209554"/>
                  </a:lnTo>
                  <a:lnTo>
                    <a:pt x="265261" y="209948"/>
                  </a:lnTo>
                  <a:lnTo>
                    <a:pt x="265530" y="210051"/>
                  </a:lnTo>
                  <a:lnTo>
                    <a:pt x="266152" y="210337"/>
                  </a:lnTo>
                  <a:lnTo>
                    <a:pt x="266608" y="209983"/>
                  </a:lnTo>
                  <a:lnTo>
                    <a:pt x="267649" y="210766"/>
                  </a:lnTo>
                  <a:lnTo>
                    <a:pt x="269102" y="211109"/>
                  </a:lnTo>
                  <a:lnTo>
                    <a:pt x="269286" y="211399"/>
                  </a:lnTo>
                  <a:lnTo>
                    <a:pt x="269459" y="211338"/>
                  </a:lnTo>
                  <a:lnTo>
                    <a:pt x="269618" y="211117"/>
                  </a:lnTo>
                  <a:lnTo>
                    <a:pt x="269909" y="210776"/>
                  </a:lnTo>
                  <a:lnTo>
                    <a:pt x="269896" y="210621"/>
                  </a:lnTo>
                  <a:lnTo>
                    <a:pt x="270173" y="210270"/>
                  </a:lnTo>
                  <a:lnTo>
                    <a:pt x="270186" y="209917"/>
                  </a:lnTo>
                  <a:lnTo>
                    <a:pt x="270241" y="209687"/>
                  </a:lnTo>
                  <a:lnTo>
                    <a:pt x="270285" y="209513"/>
                  </a:lnTo>
                  <a:lnTo>
                    <a:pt x="270360" y="209360"/>
                  </a:lnTo>
                  <a:lnTo>
                    <a:pt x="270586" y="209101"/>
                  </a:lnTo>
                  <a:lnTo>
                    <a:pt x="270945" y="208542"/>
                  </a:lnTo>
                  <a:lnTo>
                    <a:pt x="270981" y="207915"/>
                  </a:lnTo>
                  <a:lnTo>
                    <a:pt x="271143" y="207872"/>
                  </a:lnTo>
                  <a:lnTo>
                    <a:pt x="271806" y="208305"/>
                  </a:lnTo>
                  <a:lnTo>
                    <a:pt x="273143" y="207583"/>
                  </a:lnTo>
                  <a:lnTo>
                    <a:pt x="273810" y="206621"/>
                  </a:lnTo>
                  <a:lnTo>
                    <a:pt x="274063" y="206642"/>
                  </a:lnTo>
                  <a:lnTo>
                    <a:pt x="274278" y="206407"/>
                  </a:lnTo>
                  <a:lnTo>
                    <a:pt x="274718" y="205181"/>
                  </a:lnTo>
                  <a:lnTo>
                    <a:pt x="274805" y="204541"/>
                  </a:lnTo>
                  <a:lnTo>
                    <a:pt x="274961" y="204469"/>
                  </a:lnTo>
                  <a:lnTo>
                    <a:pt x="274897" y="203446"/>
                  </a:lnTo>
                  <a:lnTo>
                    <a:pt x="275068" y="203368"/>
                  </a:lnTo>
                  <a:lnTo>
                    <a:pt x="275347" y="203200"/>
                  </a:lnTo>
                  <a:lnTo>
                    <a:pt x="275692" y="202948"/>
                  </a:lnTo>
                  <a:lnTo>
                    <a:pt x="275957" y="202701"/>
                  </a:lnTo>
                  <a:lnTo>
                    <a:pt x="276235" y="202480"/>
                  </a:lnTo>
                  <a:lnTo>
                    <a:pt x="276481" y="202291"/>
                  </a:lnTo>
                  <a:lnTo>
                    <a:pt x="276942" y="201909"/>
                  </a:lnTo>
                  <a:lnTo>
                    <a:pt x="277288" y="201533"/>
                  </a:lnTo>
                  <a:lnTo>
                    <a:pt x="277492" y="201329"/>
                  </a:lnTo>
                  <a:lnTo>
                    <a:pt x="278022" y="200923"/>
                  </a:lnTo>
                  <a:lnTo>
                    <a:pt x="278284" y="200754"/>
                  </a:lnTo>
                  <a:lnTo>
                    <a:pt x="278512" y="200659"/>
                  </a:lnTo>
                  <a:lnTo>
                    <a:pt x="278727" y="200593"/>
                  </a:lnTo>
                  <a:lnTo>
                    <a:pt x="278972" y="200587"/>
                  </a:lnTo>
                  <a:lnTo>
                    <a:pt x="279273" y="200676"/>
                  </a:lnTo>
                  <a:lnTo>
                    <a:pt x="279708" y="200917"/>
                  </a:lnTo>
                  <a:lnTo>
                    <a:pt x="280284" y="201241"/>
                  </a:lnTo>
                  <a:lnTo>
                    <a:pt x="280775" y="201573"/>
                  </a:lnTo>
                  <a:lnTo>
                    <a:pt x="280976" y="201807"/>
                  </a:lnTo>
                  <a:lnTo>
                    <a:pt x="281090" y="202065"/>
                  </a:lnTo>
                  <a:lnTo>
                    <a:pt x="281151" y="202367"/>
                  </a:lnTo>
                  <a:lnTo>
                    <a:pt x="281178" y="202749"/>
                  </a:lnTo>
                  <a:lnTo>
                    <a:pt x="281201" y="202894"/>
                  </a:lnTo>
                  <a:lnTo>
                    <a:pt x="281259" y="203264"/>
                  </a:lnTo>
                  <a:lnTo>
                    <a:pt x="281251" y="203558"/>
                  </a:lnTo>
                  <a:lnTo>
                    <a:pt x="281169" y="204051"/>
                  </a:lnTo>
                  <a:lnTo>
                    <a:pt x="281065" y="204555"/>
                  </a:lnTo>
                  <a:lnTo>
                    <a:pt x="281012" y="204809"/>
                  </a:lnTo>
                  <a:lnTo>
                    <a:pt x="280923" y="205428"/>
                  </a:lnTo>
                  <a:lnTo>
                    <a:pt x="280893" y="205593"/>
                  </a:lnTo>
                  <a:lnTo>
                    <a:pt x="280906" y="205818"/>
                  </a:lnTo>
                  <a:lnTo>
                    <a:pt x="280994" y="206056"/>
                  </a:lnTo>
                  <a:lnTo>
                    <a:pt x="281068" y="206262"/>
                  </a:lnTo>
                  <a:lnTo>
                    <a:pt x="281297" y="206684"/>
                  </a:lnTo>
                  <a:lnTo>
                    <a:pt x="281377" y="206833"/>
                  </a:lnTo>
                  <a:lnTo>
                    <a:pt x="281633" y="206751"/>
                  </a:lnTo>
                  <a:lnTo>
                    <a:pt x="281781" y="206445"/>
                  </a:lnTo>
                  <a:lnTo>
                    <a:pt x="282235" y="206041"/>
                  </a:lnTo>
                  <a:lnTo>
                    <a:pt x="282573" y="205573"/>
                  </a:lnTo>
                  <a:lnTo>
                    <a:pt x="282866" y="205103"/>
                  </a:lnTo>
                  <a:lnTo>
                    <a:pt x="283080" y="204734"/>
                  </a:lnTo>
                  <a:lnTo>
                    <a:pt x="283607" y="204204"/>
                  </a:lnTo>
                  <a:lnTo>
                    <a:pt x="284147" y="203712"/>
                  </a:lnTo>
                  <a:lnTo>
                    <a:pt x="284375" y="203293"/>
                  </a:lnTo>
                  <a:lnTo>
                    <a:pt x="284577" y="202834"/>
                  </a:lnTo>
                  <a:lnTo>
                    <a:pt x="284640" y="202521"/>
                  </a:lnTo>
                  <a:lnTo>
                    <a:pt x="284795" y="202260"/>
                  </a:lnTo>
                  <a:lnTo>
                    <a:pt x="284981" y="201968"/>
                  </a:lnTo>
                  <a:lnTo>
                    <a:pt x="285308" y="201762"/>
                  </a:lnTo>
                  <a:lnTo>
                    <a:pt x="285517" y="201708"/>
                  </a:lnTo>
                  <a:lnTo>
                    <a:pt x="285828" y="201713"/>
                  </a:lnTo>
                  <a:lnTo>
                    <a:pt x="285863" y="201965"/>
                  </a:lnTo>
                  <a:lnTo>
                    <a:pt x="285858" y="202201"/>
                  </a:lnTo>
                  <a:lnTo>
                    <a:pt x="285697" y="202571"/>
                  </a:lnTo>
                  <a:lnTo>
                    <a:pt x="285562" y="202834"/>
                  </a:lnTo>
                  <a:lnTo>
                    <a:pt x="285495" y="202965"/>
                  </a:lnTo>
                  <a:lnTo>
                    <a:pt x="285371" y="203329"/>
                  </a:lnTo>
                  <a:lnTo>
                    <a:pt x="285276" y="203604"/>
                  </a:lnTo>
                  <a:lnTo>
                    <a:pt x="285161" y="204238"/>
                  </a:lnTo>
                  <a:lnTo>
                    <a:pt x="285111" y="204498"/>
                  </a:lnTo>
                  <a:lnTo>
                    <a:pt x="285014" y="204795"/>
                  </a:lnTo>
                  <a:lnTo>
                    <a:pt x="284940" y="205023"/>
                  </a:lnTo>
                  <a:lnTo>
                    <a:pt x="284851" y="205267"/>
                  </a:lnTo>
                  <a:lnTo>
                    <a:pt x="284750" y="205546"/>
                  </a:lnTo>
                  <a:lnTo>
                    <a:pt x="284570" y="205796"/>
                  </a:lnTo>
                  <a:lnTo>
                    <a:pt x="284347" y="206107"/>
                  </a:lnTo>
                  <a:lnTo>
                    <a:pt x="284049" y="206478"/>
                  </a:lnTo>
                  <a:lnTo>
                    <a:pt x="283757" y="206743"/>
                  </a:lnTo>
                  <a:lnTo>
                    <a:pt x="283613" y="206874"/>
                  </a:lnTo>
                  <a:lnTo>
                    <a:pt x="283276" y="207061"/>
                  </a:lnTo>
                  <a:lnTo>
                    <a:pt x="283050" y="207185"/>
                  </a:lnTo>
                  <a:lnTo>
                    <a:pt x="282786" y="207489"/>
                  </a:lnTo>
                  <a:lnTo>
                    <a:pt x="282639" y="207743"/>
                  </a:lnTo>
                  <a:lnTo>
                    <a:pt x="282351" y="207990"/>
                  </a:lnTo>
                  <a:lnTo>
                    <a:pt x="282214" y="208056"/>
                  </a:lnTo>
                  <a:lnTo>
                    <a:pt x="281906" y="208206"/>
                  </a:lnTo>
                  <a:lnTo>
                    <a:pt x="281533" y="208393"/>
                  </a:lnTo>
                  <a:lnTo>
                    <a:pt x="281361" y="208707"/>
                  </a:lnTo>
                  <a:lnTo>
                    <a:pt x="280698" y="209428"/>
                  </a:lnTo>
                  <a:lnTo>
                    <a:pt x="280378" y="209802"/>
                  </a:lnTo>
                  <a:lnTo>
                    <a:pt x="280216" y="210071"/>
                  </a:lnTo>
                  <a:lnTo>
                    <a:pt x="280187" y="210251"/>
                  </a:lnTo>
                  <a:lnTo>
                    <a:pt x="280234" y="210573"/>
                  </a:lnTo>
                  <a:lnTo>
                    <a:pt x="280284" y="210715"/>
                  </a:lnTo>
                  <a:lnTo>
                    <a:pt x="280444" y="211169"/>
                  </a:lnTo>
                  <a:lnTo>
                    <a:pt x="280539" y="211440"/>
                  </a:lnTo>
                  <a:lnTo>
                    <a:pt x="280745" y="212422"/>
                  </a:lnTo>
                  <a:lnTo>
                    <a:pt x="280818" y="212734"/>
                  </a:lnTo>
                  <a:lnTo>
                    <a:pt x="281079" y="213847"/>
                  </a:lnTo>
                  <a:lnTo>
                    <a:pt x="281122" y="213979"/>
                  </a:lnTo>
                  <a:lnTo>
                    <a:pt x="281312" y="214555"/>
                  </a:lnTo>
                  <a:lnTo>
                    <a:pt x="281485" y="215081"/>
                  </a:lnTo>
                  <a:lnTo>
                    <a:pt x="281512" y="215303"/>
                  </a:lnTo>
                  <a:lnTo>
                    <a:pt x="281599" y="216442"/>
                  </a:lnTo>
                  <a:lnTo>
                    <a:pt x="281630" y="216678"/>
                  </a:lnTo>
                  <a:lnTo>
                    <a:pt x="281657" y="216863"/>
                  </a:lnTo>
                  <a:lnTo>
                    <a:pt x="281683" y="216996"/>
                  </a:lnTo>
                  <a:lnTo>
                    <a:pt x="281917" y="217521"/>
                  </a:lnTo>
                  <a:lnTo>
                    <a:pt x="283276" y="217297"/>
                  </a:lnTo>
                  <a:lnTo>
                    <a:pt x="283331" y="217158"/>
                  </a:lnTo>
                  <a:lnTo>
                    <a:pt x="284016" y="216290"/>
                  </a:lnTo>
                  <a:lnTo>
                    <a:pt x="284705" y="215649"/>
                  </a:lnTo>
                  <a:lnTo>
                    <a:pt x="284935" y="215495"/>
                  </a:lnTo>
                  <a:lnTo>
                    <a:pt x="285163" y="215355"/>
                  </a:lnTo>
                  <a:lnTo>
                    <a:pt x="285548" y="215149"/>
                  </a:lnTo>
                  <a:lnTo>
                    <a:pt x="285850" y="215005"/>
                  </a:lnTo>
                  <a:lnTo>
                    <a:pt x="286063" y="214905"/>
                  </a:lnTo>
                  <a:lnTo>
                    <a:pt x="286440" y="214840"/>
                  </a:lnTo>
                  <a:lnTo>
                    <a:pt x="286601" y="214848"/>
                  </a:lnTo>
                  <a:lnTo>
                    <a:pt x="286807" y="214872"/>
                  </a:lnTo>
                  <a:lnTo>
                    <a:pt x="286940" y="214905"/>
                  </a:lnTo>
                  <a:lnTo>
                    <a:pt x="287077" y="214959"/>
                  </a:lnTo>
                  <a:lnTo>
                    <a:pt x="287393" y="215288"/>
                  </a:lnTo>
                  <a:lnTo>
                    <a:pt x="287525" y="215683"/>
                  </a:lnTo>
                  <a:lnTo>
                    <a:pt x="287553" y="215865"/>
                  </a:lnTo>
                  <a:lnTo>
                    <a:pt x="287601" y="216136"/>
                  </a:lnTo>
                  <a:lnTo>
                    <a:pt x="287642" y="216445"/>
                  </a:lnTo>
                  <a:lnTo>
                    <a:pt x="287751" y="216879"/>
                  </a:lnTo>
                  <a:lnTo>
                    <a:pt x="287871" y="217507"/>
                  </a:lnTo>
                  <a:lnTo>
                    <a:pt x="287885" y="217732"/>
                  </a:lnTo>
                  <a:lnTo>
                    <a:pt x="287923" y="218422"/>
                  </a:lnTo>
                  <a:lnTo>
                    <a:pt x="287943" y="218783"/>
                  </a:lnTo>
                  <a:lnTo>
                    <a:pt x="287953" y="218968"/>
                  </a:lnTo>
                  <a:lnTo>
                    <a:pt x="288007" y="219347"/>
                  </a:lnTo>
                  <a:lnTo>
                    <a:pt x="288108" y="219557"/>
                  </a:lnTo>
                  <a:lnTo>
                    <a:pt x="288345" y="219840"/>
                  </a:lnTo>
                  <a:lnTo>
                    <a:pt x="288519" y="219936"/>
                  </a:lnTo>
                  <a:lnTo>
                    <a:pt x="288756" y="219946"/>
                  </a:lnTo>
                  <a:lnTo>
                    <a:pt x="289124" y="219684"/>
                  </a:lnTo>
                  <a:lnTo>
                    <a:pt x="289198" y="219532"/>
                  </a:lnTo>
                  <a:lnTo>
                    <a:pt x="289228" y="219363"/>
                  </a:lnTo>
                  <a:lnTo>
                    <a:pt x="289233" y="218970"/>
                  </a:lnTo>
                  <a:lnTo>
                    <a:pt x="289228" y="218767"/>
                  </a:lnTo>
                  <a:lnTo>
                    <a:pt x="289170" y="218439"/>
                  </a:lnTo>
                  <a:lnTo>
                    <a:pt x="289523" y="218472"/>
                  </a:lnTo>
                  <a:lnTo>
                    <a:pt x="289854" y="218599"/>
                  </a:lnTo>
                  <a:lnTo>
                    <a:pt x="290161" y="218592"/>
                  </a:lnTo>
                  <a:lnTo>
                    <a:pt x="290307" y="218566"/>
                  </a:lnTo>
                  <a:lnTo>
                    <a:pt x="290533" y="218535"/>
                  </a:lnTo>
                  <a:lnTo>
                    <a:pt x="290813" y="218521"/>
                  </a:lnTo>
                  <a:lnTo>
                    <a:pt x="291080" y="218824"/>
                  </a:lnTo>
                  <a:lnTo>
                    <a:pt x="291256" y="218856"/>
                  </a:lnTo>
                  <a:lnTo>
                    <a:pt x="291415" y="218839"/>
                  </a:lnTo>
                  <a:lnTo>
                    <a:pt x="291708" y="218628"/>
                  </a:lnTo>
                  <a:lnTo>
                    <a:pt x="291857" y="218546"/>
                  </a:lnTo>
                  <a:lnTo>
                    <a:pt x="292172" y="218200"/>
                  </a:lnTo>
                  <a:lnTo>
                    <a:pt x="292473" y="217789"/>
                  </a:lnTo>
                  <a:lnTo>
                    <a:pt x="292658" y="217506"/>
                  </a:lnTo>
                  <a:lnTo>
                    <a:pt x="292843" y="217241"/>
                  </a:lnTo>
                  <a:lnTo>
                    <a:pt x="293070" y="216916"/>
                  </a:lnTo>
                  <a:lnTo>
                    <a:pt x="293294" y="216595"/>
                  </a:lnTo>
                  <a:lnTo>
                    <a:pt x="294922" y="214161"/>
                  </a:lnTo>
                  <a:lnTo>
                    <a:pt x="295191" y="213837"/>
                  </a:lnTo>
                  <a:lnTo>
                    <a:pt x="295649" y="213399"/>
                  </a:lnTo>
                  <a:lnTo>
                    <a:pt x="296528" y="212782"/>
                  </a:lnTo>
                  <a:lnTo>
                    <a:pt x="296838" y="212521"/>
                  </a:lnTo>
                  <a:lnTo>
                    <a:pt x="297046" y="212290"/>
                  </a:lnTo>
                  <a:lnTo>
                    <a:pt x="297162" y="212160"/>
                  </a:lnTo>
                  <a:lnTo>
                    <a:pt x="297558" y="211117"/>
                  </a:lnTo>
                  <a:lnTo>
                    <a:pt x="298252" y="210371"/>
                  </a:lnTo>
                  <a:lnTo>
                    <a:pt x="298360" y="210219"/>
                  </a:lnTo>
                  <a:lnTo>
                    <a:pt x="298592" y="209889"/>
                  </a:lnTo>
                  <a:lnTo>
                    <a:pt x="298932" y="209412"/>
                  </a:lnTo>
                  <a:lnTo>
                    <a:pt x="299469" y="208670"/>
                  </a:lnTo>
                  <a:lnTo>
                    <a:pt x="299724" y="208317"/>
                  </a:lnTo>
                  <a:lnTo>
                    <a:pt x="299966" y="208000"/>
                  </a:lnTo>
                  <a:lnTo>
                    <a:pt x="300164" y="207740"/>
                  </a:lnTo>
                  <a:lnTo>
                    <a:pt x="300441" y="207362"/>
                  </a:lnTo>
                  <a:lnTo>
                    <a:pt x="300572" y="207193"/>
                  </a:lnTo>
                  <a:lnTo>
                    <a:pt x="301176" y="206482"/>
                  </a:lnTo>
                  <a:lnTo>
                    <a:pt x="301653" y="205980"/>
                  </a:lnTo>
                  <a:lnTo>
                    <a:pt x="301926" y="205696"/>
                  </a:lnTo>
                  <a:lnTo>
                    <a:pt x="302184" y="205447"/>
                  </a:lnTo>
                  <a:lnTo>
                    <a:pt x="302385" y="205254"/>
                  </a:lnTo>
                  <a:lnTo>
                    <a:pt x="302899" y="204731"/>
                  </a:lnTo>
                  <a:lnTo>
                    <a:pt x="303216" y="204408"/>
                  </a:lnTo>
                  <a:lnTo>
                    <a:pt x="303475" y="204144"/>
                  </a:lnTo>
                  <a:lnTo>
                    <a:pt x="303796" y="203862"/>
                  </a:lnTo>
                  <a:lnTo>
                    <a:pt x="304222" y="203469"/>
                  </a:lnTo>
                  <a:lnTo>
                    <a:pt x="304408" y="203310"/>
                  </a:lnTo>
                  <a:lnTo>
                    <a:pt x="304561" y="203174"/>
                  </a:lnTo>
                  <a:lnTo>
                    <a:pt x="304702" y="203061"/>
                  </a:lnTo>
                  <a:lnTo>
                    <a:pt x="304911" y="202889"/>
                  </a:lnTo>
                  <a:lnTo>
                    <a:pt x="305291" y="202670"/>
                  </a:lnTo>
                  <a:lnTo>
                    <a:pt x="305547" y="202568"/>
                  </a:lnTo>
                  <a:lnTo>
                    <a:pt x="305792" y="202350"/>
                  </a:lnTo>
                  <a:lnTo>
                    <a:pt x="306325" y="202014"/>
                  </a:lnTo>
                  <a:lnTo>
                    <a:pt x="306465" y="201890"/>
                  </a:lnTo>
                  <a:lnTo>
                    <a:pt x="306723" y="201681"/>
                  </a:lnTo>
                  <a:lnTo>
                    <a:pt x="307193" y="201293"/>
                  </a:lnTo>
                  <a:lnTo>
                    <a:pt x="307760" y="200799"/>
                  </a:lnTo>
                  <a:lnTo>
                    <a:pt x="307955" y="200618"/>
                  </a:lnTo>
                  <a:lnTo>
                    <a:pt x="308264" y="200288"/>
                  </a:lnTo>
                  <a:lnTo>
                    <a:pt x="308353" y="200139"/>
                  </a:lnTo>
                  <a:lnTo>
                    <a:pt x="308522" y="199921"/>
                  </a:lnTo>
                  <a:lnTo>
                    <a:pt x="308895" y="199417"/>
                  </a:lnTo>
                  <a:lnTo>
                    <a:pt x="309210" y="199057"/>
                  </a:lnTo>
                  <a:lnTo>
                    <a:pt x="309481" y="198832"/>
                  </a:lnTo>
                  <a:lnTo>
                    <a:pt x="310323" y="198257"/>
                  </a:lnTo>
                  <a:lnTo>
                    <a:pt x="310739" y="197961"/>
                  </a:lnTo>
                  <a:lnTo>
                    <a:pt x="311033" y="197765"/>
                  </a:lnTo>
                  <a:lnTo>
                    <a:pt x="311469" y="197604"/>
                  </a:lnTo>
                  <a:lnTo>
                    <a:pt x="311566" y="197740"/>
                  </a:lnTo>
                  <a:lnTo>
                    <a:pt x="311773" y="198540"/>
                  </a:lnTo>
                  <a:lnTo>
                    <a:pt x="310617" y="201573"/>
                  </a:lnTo>
                  <a:lnTo>
                    <a:pt x="310630" y="202334"/>
                  </a:lnTo>
                  <a:lnTo>
                    <a:pt x="310621" y="202626"/>
                  </a:lnTo>
                  <a:lnTo>
                    <a:pt x="310324" y="203712"/>
                  </a:lnTo>
                  <a:lnTo>
                    <a:pt x="310285" y="203948"/>
                  </a:lnTo>
                  <a:lnTo>
                    <a:pt x="310231" y="204235"/>
                  </a:lnTo>
                  <a:lnTo>
                    <a:pt x="310195" y="204416"/>
                  </a:lnTo>
                  <a:lnTo>
                    <a:pt x="310076" y="204971"/>
                  </a:lnTo>
                  <a:lnTo>
                    <a:pt x="310031" y="206154"/>
                  </a:lnTo>
                  <a:lnTo>
                    <a:pt x="311901" y="206851"/>
                  </a:lnTo>
                  <a:lnTo>
                    <a:pt x="312077" y="206904"/>
                  </a:lnTo>
                  <a:lnTo>
                    <a:pt x="313644" y="207114"/>
                  </a:lnTo>
                  <a:lnTo>
                    <a:pt x="314136" y="207045"/>
                  </a:lnTo>
                  <a:lnTo>
                    <a:pt x="314617" y="207099"/>
                  </a:lnTo>
                  <a:lnTo>
                    <a:pt x="315804" y="206705"/>
                  </a:lnTo>
                  <a:lnTo>
                    <a:pt x="316072" y="207173"/>
                  </a:lnTo>
                  <a:lnTo>
                    <a:pt x="316216" y="207786"/>
                  </a:lnTo>
                  <a:lnTo>
                    <a:pt x="316461" y="208651"/>
                  </a:lnTo>
                  <a:lnTo>
                    <a:pt x="317014" y="208670"/>
                  </a:lnTo>
                  <a:lnTo>
                    <a:pt x="317257" y="209088"/>
                  </a:lnTo>
                  <a:lnTo>
                    <a:pt x="317691" y="209279"/>
                  </a:lnTo>
                  <a:lnTo>
                    <a:pt x="317770" y="209551"/>
                  </a:lnTo>
                  <a:lnTo>
                    <a:pt x="317815" y="209818"/>
                  </a:lnTo>
                  <a:lnTo>
                    <a:pt x="317802" y="210168"/>
                  </a:lnTo>
                  <a:lnTo>
                    <a:pt x="318612" y="210287"/>
                  </a:lnTo>
                  <a:lnTo>
                    <a:pt x="318684" y="210465"/>
                  </a:lnTo>
                  <a:lnTo>
                    <a:pt x="318782" y="210729"/>
                  </a:lnTo>
                  <a:lnTo>
                    <a:pt x="319023" y="211086"/>
                  </a:lnTo>
                  <a:lnTo>
                    <a:pt x="319437" y="211608"/>
                  </a:lnTo>
                  <a:lnTo>
                    <a:pt x="319211" y="212127"/>
                  </a:lnTo>
                  <a:lnTo>
                    <a:pt x="319063" y="212181"/>
                  </a:lnTo>
                  <a:lnTo>
                    <a:pt x="318667" y="212349"/>
                  </a:lnTo>
                  <a:lnTo>
                    <a:pt x="318530" y="212396"/>
                  </a:lnTo>
                  <a:lnTo>
                    <a:pt x="318370" y="212396"/>
                  </a:lnTo>
                  <a:lnTo>
                    <a:pt x="318002" y="212699"/>
                  </a:lnTo>
                  <a:lnTo>
                    <a:pt x="318057" y="213069"/>
                  </a:lnTo>
                  <a:lnTo>
                    <a:pt x="317725" y="213409"/>
                  </a:lnTo>
                  <a:lnTo>
                    <a:pt x="316531" y="214150"/>
                  </a:lnTo>
                  <a:lnTo>
                    <a:pt x="315653" y="214231"/>
                  </a:lnTo>
                  <a:lnTo>
                    <a:pt x="315202" y="214610"/>
                  </a:lnTo>
                  <a:lnTo>
                    <a:pt x="315054" y="214625"/>
                  </a:lnTo>
                  <a:lnTo>
                    <a:pt x="314635" y="215708"/>
                  </a:lnTo>
                  <a:lnTo>
                    <a:pt x="314931" y="215804"/>
                  </a:lnTo>
                  <a:lnTo>
                    <a:pt x="315496" y="215619"/>
                  </a:lnTo>
                  <a:lnTo>
                    <a:pt x="315755" y="215638"/>
                  </a:lnTo>
                  <a:lnTo>
                    <a:pt x="315902" y="215673"/>
                  </a:lnTo>
                  <a:lnTo>
                    <a:pt x="317053" y="215876"/>
                  </a:lnTo>
                  <a:lnTo>
                    <a:pt x="317184" y="215961"/>
                  </a:lnTo>
                  <a:lnTo>
                    <a:pt x="317496" y="216531"/>
                  </a:lnTo>
                  <a:lnTo>
                    <a:pt x="319073" y="217776"/>
                  </a:lnTo>
                  <a:lnTo>
                    <a:pt x="320145" y="218984"/>
                  </a:lnTo>
                  <a:lnTo>
                    <a:pt x="319720" y="219651"/>
                  </a:lnTo>
                  <a:lnTo>
                    <a:pt x="319297" y="220221"/>
                  </a:lnTo>
                  <a:lnTo>
                    <a:pt x="319539" y="220768"/>
                  </a:lnTo>
                  <a:lnTo>
                    <a:pt x="319505" y="220922"/>
                  </a:lnTo>
                  <a:lnTo>
                    <a:pt x="319202" y="221386"/>
                  </a:lnTo>
                  <a:lnTo>
                    <a:pt x="318781" y="222063"/>
                  </a:lnTo>
                  <a:lnTo>
                    <a:pt x="318309" y="221938"/>
                  </a:lnTo>
                  <a:lnTo>
                    <a:pt x="317801" y="221948"/>
                  </a:lnTo>
                  <a:lnTo>
                    <a:pt x="317353" y="222072"/>
                  </a:lnTo>
                  <a:lnTo>
                    <a:pt x="316820" y="222024"/>
                  </a:lnTo>
                  <a:lnTo>
                    <a:pt x="315809" y="223642"/>
                  </a:lnTo>
                  <a:lnTo>
                    <a:pt x="315708" y="223998"/>
                  </a:lnTo>
                  <a:lnTo>
                    <a:pt x="315881" y="224593"/>
                  </a:lnTo>
                  <a:lnTo>
                    <a:pt x="315833" y="224974"/>
                  </a:lnTo>
                  <a:lnTo>
                    <a:pt x="315612" y="225226"/>
                  </a:lnTo>
                  <a:lnTo>
                    <a:pt x="314160" y="226471"/>
                  </a:lnTo>
                  <a:lnTo>
                    <a:pt x="314132" y="226707"/>
                  </a:lnTo>
                  <a:lnTo>
                    <a:pt x="314122" y="226994"/>
                  </a:lnTo>
                  <a:lnTo>
                    <a:pt x="313497" y="228138"/>
                  </a:lnTo>
                  <a:lnTo>
                    <a:pt x="314975" y="230807"/>
                  </a:lnTo>
                  <a:lnTo>
                    <a:pt x="315690" y="231273"/>
                  </a:lnTo>
                  <a:lnTo>
                    <a:pt x="316076" y="230770"/>
                  </a:lnTo>
                  <a:lnTo>
                    <a:pt x="316691" y="230419"/>
                  </a:lnTo>
                  <a:lnTo>
                    <a:pt x="316854" y="230463"/>
                  </a:lnTo>
                  <a:lnTo>
                    <a:pt x="317100" y="231460"/>
                  </a:lnTo>
                  <a:lnTo>
                    <a:pt x="317206" y="232075"/>
                  </a:lnTo>
                  <a:lnTo>
                    <a:pt x="316726" y="233196"/>
                  </a:lnTo>
                  <a:lnTo>
                    <a:pt x="316150" y="233660"/>
                  </a:lnTo>
                  <a:lnTo>
                    <a:pt x="315974" y="233879"/>
                  </a:lnTo>
                  <a:lnTo>
                    <a:pt x="315838" y="234151"/>
                  </a:lnTo>
                  <a:lnTo>
                    <a:pt x="315996" y="235142"/>
                  </a:lnTo>
                  <a:lnTo>
                    <a:pt x="316168" y="235700"/>
                  </a:lnTo>
                  <a:lnTo>
                    <a:pt x="317003" y="237148"/>
                  </a:lnTo>
                  <a:lnTo>
                    <a:pt x="316943" y="237483"/>
                  </a:lnTo>
                  <a:lnTo>
                    <a:pt x="316864" y="238006"/>
                  </a:lnTo>
                  <a:lnTo>
                    <a:pt x="316822" y="238693"/>
                  </a:lnTo>
                  <a:lnTo>
                    <a:pt x="316905" y="238918"/>
                  </a:lnTo>
                  <a:lnTo>
                    <a:pt x="317077" y="238936"/>
                  </a:lnTo>
                  <a:lnTo>
                    <a:pt x="317206" y="238929"/>
                  </a:lnTo>
                  <a:lnTo>
                    <a:pt x="317706" y="238673"/>
                  </a:lnTo>
                  <a:lnTo>
                    <a:pt x="318669" y="237431"/>
                  </a:lnTo>
                  <a:lnTo>
                    <a:pt x="319028" y="237697"/>
                  </a:lnTo>
                  <a:lnTo>
                    <a:pt x="318922" y="237965"/>
                  </a:lnTo>
                  <a:lnTo>
                    <a:pt x="318769" y="238432"/>
                  </a:lnTo>
                  <a:lnTo>
                    <a:pt x="320524" y="239092"/>
                  </a:lnTo>
                  <a:lnTo>
                    <a:pt x="320681" y="238724"/>
                  </a:lnTo>
                  <a:lnTo>
                    <a:pt x="320720" y="238480"/>
                  </a:lnTo>
                  <a:lnTo>
                    <a:pt x="320773" y="238352"/>
                  </a:lnTo>
                  <a:lnTo>
                    <a:pt x="321184" y="238073"/>
                  </a:lnTo>
                  <a:lnTo>
                    <a:pt x="322714" y="237586"/>
                  </a:lnTo>
                  <a:lnTo>
                    <a:pt x="323197" y="237476"/>
                  </a:lnTo>
                  <a:lnTo>
                    <a:pt x="324114" y="238487"/>
                  </a:lnTo>
                  <a:lnTo>
                    <a:pt x="323945" y="239064"/>
                  </a:lnTo>
                  <a:lnTo>
                    <a:pt x="324191" y="239564"/>
                  </a:lnTo>
                  <a:lnTo>
                    <a:pt x="324485" y="239859"/>
                  </a:lnTo>
                  <a:lnTo>
                    <a:pt x="325323" y="239707"/>
                  </a:lnTo>
                  <a:lnTo>
                    <a:pt x="325483" y="239651"/>
                  </a:lnTo>
                  <a:lnTo>
                    <a:pt x="325671" y="239607"/>
                  </a:lnTo>
                  <a:lnTo>
                    <a:pt x="325855" y="239608"/>
                  </a:lnTo>
                  <a:lnTo>
                    <a:pt x="325798" y="240339"/>
                  </a:lnTo>
                  <a:lnTo>
                    <a:pt x="326493" y="241277"/>
                  </a:lnTo>
                  <a:lnTo>
                    <a:pt x="327286" y="241469"/>
                  </a:lnTo>
                  <a:lnTo>
                    <a:pt x="327987" y="241043"/>
                  </a:lnTo>
                  <a:lnTo>
                    <a:pt x="328661" y="240637"/>
                  </a:lnTo>
                  <a:lnTo>
                    <a:pt x="329288" y="240907"/>
                  </a:lnTo>
                  <a:lnTo>
                    <a:pt x="329321" y="241435"/>
                  </a:lnTo>
                  <a:lnTo>
                    <a:pt x="329205" y="241717"/>
                  </a:lnTo>
                  <a:lnTo>
                    <a:pt x="329252" y="242226"/>
                  </a:lnTo>
                  <a:lnTo>
                    <a:pt x="329595" y="242756"/>
                  </a:lnTo>
                  <a:lnTo>
                    <a:pt x="329913" y="243264"/>
                  </a:lnTo>
                  <a:lnTo>
                    <a:pt x="329877" y="243449"/>
                  </a:lnTo>
                  <a:lnTo>
                    <a:pt x="329622" y="244141"/>
                  </a:lnTo>
                  <a:lnTo>
                    <a:pt x="329618" y="244283"/>
                  </a:lnTo>
                  <a:lnTo>
                    <a:pt x="329785" y="244566"/>
                  </a:lnTo>
                  <a:lnTo>
                    <a:pt x="329850" y="245066"/>
                  </a:lnTo>
                  <a:lnTo>
                    <a:pt x="330459" y="246336"/>
                  </a:lnTo>
                  <a:lnTo>
                    <a:pt x="331232" y="245732"/>
                  </a:lnTo>
                  <a:lnTo>
                    <a:pt x="332165" y="245548"/>
                  </a:lnTo>
                  <a:lnTo>
                    <a:pt x="332223" y="246073"/>
                  </a:lnTo>
                  <a:lnTo>
                    <a:pt x="332122" y="247512"/>
                  </a:lnTo>
                  <a:lnTo>
                    <a:pt x="332389" y="247535"/>
                  </a:lnTo>
                  <a:lnTo>
                    <a:pt x="332563" y="247576"/>
                  </a:lnTo>
                  <a:lnTo>
                    <a:pt x="332749" y="247832"/>
                  </a:lnTo>
                  <a:lnTo>
                    <a:pt x="332857" y="248039"/>
                  </a:lnTo>
                  <a:lnTo>
                    <a:pt x="332950" y="248230"/>
                  </a:lnTo>
                  <a:lnTo>
                    <a:pt x="332998" y="248551"/>
                  </a:lnTo>
                  <a:lnTo>
                    <a:pt x="332963" y="248699"/>
                  </a:lnTo>
                  <a:lnTo>
                    <a:pt x="333050" y="248949"/>
                  </a:lnTo>
                  <a:lnTo>
                    <a:pt x="333412" y="248661"/>
                  </a:lnTo>
                  <a:lnTo>
                    <a:pt x="333858" y="248120"/>
                  </a:lnTo>
                  <a:lnTo>
                    <a:pt x="334364" y="248312"/>
                  </a:lnTo>
                  <a:lnTo>
                    <a:pt x="334503" y="248482"/>
                  </a:lnTo>
                  <a:lnTo>
                    <a:pt x="334638" y="248510"/>
                  </a:lnTo>
                  <a:lnTo>
                    <a:pt x="334984" y="248974"/>
                  </a:lnTo>
                  <a:lnTo>
                    <a:pt x="334907" y="249410"/>
                  </a:lnTo>
                  <a:lnTo>
                    <a:pt x="334673" y="249477"/>
                  </a:lnTo>
                  <a:lnTo>
                    <a:pt x="334520" y="249787"/>
                  </a:lnTo>
                  <a:lnTo>
                    <a:pt x="334452" y="250048"/>
                  </a:lnTo>
                  <a:lnTo>
                    <a:pt x="334456" y="250219"/>
                  </a:lnTo>
                  <a:lnTo>
                    <a:pt x="334583" y="250434"/>
                  </a:lnTo>
                  <a:lnTo>
                    <a:pt x="334723" y="250529"/>
                  </a:lnTo>
                  <a:lnTo>
                    <a:pt x="334736" y="250832"/>
                  </a:lnTo>
                  <a:lnTo>
                    <a:pt x="334558" y="251090"/>
                  </a:lnTo>
                  <a:lnTo>
                    <a:pt x="335100" y="251621"/>
                  </a:lnTo>
                  <a:lnTo>
                    <a:pt x="335281" y="251925"/>
                  </a:lnTo>
                  <a:lnTo>
                    <a:pt x="335535" y="252105"/>
                  </a:lnTo>
                  <a:lnTo>
                    <a:pt x="335661" y="251944"/>
                  </a:lnTo>
                  <a:lnTo>
                    <a:pt x="335934" y="252042"/>
                  </a:lnTo>
                  <a:lnTo>
                    <a:pt x="336276" y="252144"/>
                  </a:lnTo>
                  <a:lnTo>
                    <a:pt x="336410" y="252088"/>
                  </a:lnTo>
                  <a:lnTo>
                    <a:pt x="336587" y="251905"/>
                  </a:lnTo>
                  <a:lnTo>
                    <a:pt x="337098" y="251781"/>
                  </a:lnTo>
                  <a:lnTo>
                    <a:pt x="337351" y="251611"/>
                  </a:lnTo>
                  <a:lnTo>
                    <a:pt x="337616" y="251479"/>
                  </a:lnTo>
                  <a:lnTo>
                    <a:pt x="337858" y="251599"/>
                  </a:lnTo>
                  <a:lnTo>
                    <a:pt x="337803" y="251902"/>
                  </a:lnTo>
                  <a:lnTo>
                    <a:pt x="337873" y="252130"/>
                  </a:lnTo>
                  <a:lnTo>
                    <a:pt x="338254" y="252438"/>
                  </a:lnTo>
                  <a:lnTo>
                    <a:pt x="338445" y="252367"/>
                  </a:lnTo>
                  <a:lnTo>
                    <a:pt x="338726" y="252084"/>
                  </a:lnTo>
                  <a:lnTo>
                    <a:pt x="338942" y="251936"/>
                  </a:lnTo>
                  <a:lnTo>
                    <a:pt x="339048" y="252191"/>
                  </a:lnTo>
                  <a:lnTo>
                    <a:pt x="339021" y="252483"/>
                  </a:lnTo>
                  <a:lnTo>
                    <a:pt x="339079" y="252881"/>
                  </a:lnTo>
                  <a:lnTo>
                    <a:pt x="339030" y="253320"/>
                  </a:lnTo>
                  <a:lnTo>
                    <a:pt x="338987" y="253583"/>
                  </a:lnTo>
                  <a:lnTo>
                    <a:pt x="338790" y="254084"/>
                  </a:lnTo>
                  <a:lnTo>
                    <a:pt x="338653" y="254166"/>
                  </a:lnTo>
                  <a:lnTo>
                    <a:pt x="338445" y="254343"/>
                  </a:lnTo>
                  <a:lnTo>
                    <a:pt x="338342" y="255010"/>
                  </a:lnTo>
                  <a:lnTo>
                    <a:pt x="338512" y="255117"/>
                  </a:lnTo>
                  <a:lnTo>
                    <a:pt x="338730" y="255249"/>
                  </a:lnTo>
                  <a:lnTo>
                    <a:pt x="339073" y="255363"/>
                  </a:lnTo>
                  <a:lnTo>
                    <a:pt x="339082" y="255597"/>
                  </a:lnTo>
                  <a:lnTo>
                    <a:pt x="339201" y="255802"/>
                  </a:lnTo>
                  <a:lnTo>
                    <a:pt x="339163" y="256068"/>
                  </a:lnTo>
                  <a:lnTo>
                    <a:pt x="339004" y="256469"/>
                  </a:lnTo>
                  <a:lnTo>
                    <a:pt x="338964" y="256813"/>
                  </a:lnTo>
                  <a:lnTo>
                    <a:pt x="338856" y="257098"/>
                  </a:lnTo>
                  <a:lnTo>
                    <a:pt x="338851" y="257844"/>
                  </a:lnTo>
                  <a:lnTo>
                    <a:pt x="338785" y="258115"/>
                  </a:lnTo>
                  <a:lnTo>
                    <a:pt x="338509" y="258407"/>
                  </a:lnTo>
                  <a:lnTo>
                    <a:pt x="338520" y="258624"/>
                  </a:lnTo>
                  <a:lnTo>
                    <a:pt x="338332" y="259163"/>
                  </a:lnTo>
                  <a:lnTo>
                    <a:pt x="338170" y="259035"/>
                  </a:lnTo>
                  <a:lnTo>
                    <a:pt x="337822" y="259201"/>
                  </a:lnTo>
                  <a:lnTo>
                    <a:pt x="337700" y="259414"/>
                  </a:lnTo>
                  <a:lnTo>
                    <a:pt x="337636" y="259616"/>
                  </a:lnTo>
                  <a:lnTo>
                    <a:pt x="337665" y="259773"/>
                  </a:lnTo>
                  <a:lnTo>
                    <a:pt x="337541" y="260144"/>
                  </a:lnTo>
                  <a:lnTo>
                    <a:pt x="337685" y="260427"/>
                  </a:lnTo>
                  <a:lnTo>
                    <a:pt x="337845" y="260521"/>
                  </a:lnTo>
                  <a:lnTo>
                    <a:pt x="338045" y="260871"/>
                  </a:lnTo>
                  <a:lnTo>
                    <a:pt x="337952" y="261020"/>
                  </a:lnTo>
                  <a:lnTo>
                    <a:pt x="337893" y="261173"/>
                  </a:lnTo>
                  <a:lnTo>
                    <a:pt x="338036" y="261417"/>
                  </a:lnTo>
                  <a:lnTo>
                    <a:pt x="338048" y="261703"/>
                  </a:lnTo>
                  <a:lnTo>
                    <a:pt x="337903" y="261815"/>
                  </a:lnTo>
                  <a:lnTo>
                    <a:pt x="337889" y="262053"/>
                  </a:lnTo>
                  <a:lnTo>
                    <a:pt x="338087" y="262328"/>
                  </a:lnTo>
                  <a:lnTo>
                    <a:pt x="338064" y="262460"/>
                  </a:lnTo>
                  <a:lnTo>
                    <a:pt x="337953" y="262665"/>
                  </a:lnTo>
                  <a:lnTo>
                    <a:pt x="337818" y="262913"/>
                  </a:lnTo>
                  <a:lnTo>
                    <a:pt x="337588" y="263220"/>
                  </a:lnTo>
                  <a:lnTo>
                    <a:pt x="337664" y="263652"/>
                  </a:lnTo>
                  <a:lnTo>
                    <a:pt x="337959" y="263793"/>
                  </a:lnTo>
                  <a:lnTo>
                    <a:pt x="338046" y="264212"/>
                  </a:lnTo>
                  <a:lnTo>
                    <a:pt x="337743" y="264666"/>
                  </a:lnTo>
                  <a:lnTo>
                    <a:pt x="337653" y="264969"/>
                  </a:lnTo>
                  <a:lnTo>
                    <a:pt x="337419" y="265331"/>
                  </a:lnTo>
                  <a:lnTo>
                    <a:pt x="337277" y="265360"/>
                  </a:lnTo>
                  <a:lnTo>
                    <a:pt x="337124" y="265386"/>
                  </a:lnTo>
                  <a:lnTo>
                    <a:pt x="336957" y="265365"/>
                  </a:lnTo>
                  <a:lnTo>
                    <a:pt x="336762" y="265438"/>
                  </a:lnTo>
                  <a:lnTo>
                    <a:pt x="336618" y="265766"/>
                  </a:lnTo>
                  <a:lnTo>
                    <a:pt x="336461" y="265948"/>
                  </a:lnTo>
                  <a:lnTo>
                    <a:pt x="336310" y="266123"/>
                  </a:lnTo>
                  <a:lnTo>
                    <a:pt x="336308" y="266346"/>
                  </a:lnTo>
                  <a:lnTo>
                    <a:pt x="336323" y="266525"/>
                  </a:lnTo>
                  <a:lnTo>
                    <a:pt x="335919" y="266763"/>
                  </a:lnTo>
                  <a:lnTo>
                    <a:pt x="335806" y="266906"/>
                  </a:lnTo>
                  <a:lnTo>
                    <a:pt x="336052" y="267192"/>
                  </a:lnTo>
                  <a:lnTo>
                    <a:pt x="336333" y="267606"/>
                  </a:lnTo>
                  <a:lnTo>
                    <a:pt x="336516" y="267859"/>
                  </a:lnTo>
                  <a:lnTo>
                    <a:pt x="337115" y="267831"/>
                  </a:lnTo>
                  <a:lnTo>
                    <a:pt x="337500" y="267909"/>
                  </a:lnTo>
                  <a:lnTo>
                    <a:pt x="337886" y="268009"/>
                  </a:lnTo>
                  <a:lnTo>
                    <a:pt x="338244" y="268088"/>
                  </a:lnTo>
                  <a:lnTo>
                    <a:pt x="338349" y="268433"/>
                  </a:lnTo>
                  <a:lnTo>
                    <a:pt x="338400" y="268823"/>
                  </a:lnTo>
                  <a:lnTo>
                    <a:pt x="338615" y="268933"/>
                  </a:lnTo>
                  <a:lnTo>
                    <a:pt x="338892" y="269320"/>
                  </a:lnTo>
                  <a:lnTo>
                    <a:pt x="339277" y="269586"/>
                  </a:lnTo>
                  <a:lnTo>
                    <a:pt x="339506" y="269841"/>
                  </a:lnTo>
                  <a:lnTo>
                    <a:pt x="340077" y="270199"/>
                  </a:lnTo>
                  <a:lnTo>
                    <a:pt x="340243" y="270149"/>
                  </a:lnTo>
                  <a:lnTo>
                    <a:pt x="340392" y="270109"/>
                  </a:lnTo>
                  <a:lnTo>
                    <a:pt x="340592" y="270119"/>
                  </a:lnTo>
                  <a:lnTo>
                    <a:pt x="340810" y="269986"/>
                  </a:lnTo>
                  <a:lnTo>
                    <a:pt x="341101" y="270069"/>
                  </a:lnTo>
                  <a:lnTo>
                    <a:pt x="341228" y="270270"/>
                  </a:lnTo>
                  <a:lnTo>
                    <a:pt x="341418" y="270372"/>
                  </a:lnTo>
                  <a:lnTo>
                    <a:pt x="341571" y="270416"/>
                  </a:lnTo>
                  <a:lnTo>
                    <a:pt x="341728" y="270638"/>
                  </a:lnTo>
                  <a:lnTo>
                    <a:pt x="342106" y="270836"/>
                  </a:lnTo>
                  <a:lnTo>
                    <a:pt x="342170" y="271548"/>
                  </a:lnTo>
                  <a:lnTo>
                    <a:pt x="341956" y="271780"/>
                  </a:lnTo>
                  <a:lnTo>
                    <a:pt x="341691" y="272052"/>
                  </a:lnTo>
                  <a:lnTo>
                    <a:pt x="341415" y="272152"/>
                  </a:lnTo>
                  <a:lnTo>
                    <a:pt x="341274" y="272344"/>
                  </a:lnTo>
                  <a:lnTo>
                    <a:pt x="341197" y="272475"/>
                  </a:lnTo>
                  <a:lnTo>
                    <a:pt x="340875" y="272714"/>
                  </a:lnTo>
                  <a:lnTo>
                    <a:pt x="340831" y="272890"/>
                  </a:lnTo>
                  <a:lnTo>
                    <a:pt x="340757" y="273067"/>
                  </a:lnTo>
                  <a:lnTo>
                    <a:pt x="340559" y="273301"/>
                  </a:lnTo>
                  <a:lnTo>
                    <a:pt x="340389" y="273381"/>
                  </a:lnTo>
                  <a:lnTo>
                    <a:pt x="340548" y="273555"/>
                  </a:lnTo>
                  <a:lnTo>
                    <a:pt x="340890" y="273663"/>
                  </a:lnTo>
                  <a:lnTo>
                    <a:pt x="341092" y="273842"/>
                  </a:lnTo>
                  <a:lnTo>
                    <a:pt x="341516" y="274254"/>
                  </a:lnTo>
                  <a:lnTo>
                    <a:pt x="341765" y="274806"/>
                  </a:lnTo>
                  <a:lnTo>
                    <a:pt x="341815" y="274979"/>
                  </a:lnTo>
                  <a:lnTo>
                    <a:pt x="342079" y="275247"/>
                  </a:lnTo>
                  <a:lnTo>
                    <a:pt x="342275" y="275239"/>
                  </a:lnTo>
                  <a:lnTo>
                    <a:pt x="342475" y="275467"/>
                  </a:lnTo>
                  <a:lnTo>
                    <a:pt x="342801" y="275405"/>
                  </a:lnTo>
                  <a:lnTo>
                    <a:pt x="343053" y="275487"/>
                  </a:lnTo>
                  <a:lnTo>
                    <a:pt x="343357" y="275577"/>
                  </a:lnTo>
                  <a:lnTo>
                    <a:pt x="343778" y="275617"/>
                  </a:lnTo>
                  <a:lnTo>
                    <a:pt x="343852" y="275788"/>
                  </a:lnTo>
                  <a:lnTo>
                    <a:pt x="343915" y="276019"/>
                  </a:lnTo>
                  <a:lnTo>
                    <a:pt x="343925" y="276358"/>
                  </a:lnTo>
                  <a:lnTo>
                    <a:pt x="344046" y="276572"/>
                  </a:lnTo>
                  <a:lnTo>
                    <a:pt x="343863" y="276923"/>
                  </a:lnTo>
                  <a:lnTo>
                    <a:pt x="343662" y="276991"/>
                  </a:lnTo>
                  <a:lnTo>
                    <a:pt x="343615" y="277258"/>
                  </a:lnTo>
                  <a:lnTo>
                    <a:pt x="343821" y="277448"/>
                  </a:lnTo>
                  <a:lnTo>
                    <a:pt x="343980" y="277577"/>
                  </a:lnTo>
                  <a:lnTo>
                    <a:pt x="344089" y="277739"/>
                  </a:lnTo>
                  <a:lnTo>
                    <a:pt x="344023" y="278019"/>
                  </a:lnTo>
                  <a:lnTo>
                    <a:pt x="343616" y="278303"/>
                  </a:lnTo>
                  <a:lnTo>
                    <a:pt x="343152" y="278289"/>
                  </a:lnTo>
                  <a:lnTo>
                    <a:pt x="343171" y="278548"/>
                  </a:lnTo>
                  <a:lnTo>
                    <a:pt x="343313" y="278478"/>
                  </a:lnTo>
                  <a:lnTo>
                    <a:pt x="343600" y="278857"/>
                  </a:lnTo>
                  <a:lnTo>
                    <a:pt x="343826" y="279311"/>
                  </a:lnTo>
                  <a:lnTo>
                    <a:pt x="343829" y="279558"/>
                  </a:lnTo>
                  <a:lnTo>
                    <a:pt x="343625" y="279797"/>
                  </a:lnTo>
                  <a:lnTo>
                    <a:pt x="343466" y="279806"/>
                  </a:lnTo>
                  <a:lnTo>
                    <a:pt x="343152" y="280070"/>
                  </a:lnTo>
                  <a:lnTo>
                    <a:pt x="342931" y="280074"/>
                  </a:lnTo>
                  <a:lnTo>
                    <a:pt x="342792" y="280103"/>
                  </a:lnTo>
                  <a:lnTo>
                    <a:pt x="342579" y="280633"/>
                  </a:lnTo>
                  <a:lnTo>
                    <a:pt x="342117" y="280933"/>
                  </a:lnTo>
                  <a:lnTo>
                    <a:pt x="341918" y="281167"/>
                  </a:lnTo>
                  <a:lnTo>
                    <a:pt x="341648" y="281359"/>
                  </a:lnTo>
                  <a:lnTo>
                    <a:pt x="341417" y="281255"/>
                  </a:lnTo>
                  <a:lnTo>
                    <a:pt x="341077" y="281173"/>
                  </a:lnTo>
                  <a:lnTo>
                    <a:pt x="341134" y="281782"/>
                  </a:lnTo>
                  <a:lnTo>
                    <a:pt x="341156" y="282235"/>
                  </a:lnTo>
                  <a:lnTo>
                    <a:pt x="340988" y="282405"/>
                  </a:lnTo>
                  <a:lnTo>
                    <a:pt x="340471" y="282452"/>
                  </a:lnTo>
                  <a:lnTo>
                    <a:pt x="340470" y="283089"/>
                  </a:lnTo>
                  <a:lnTo>
                    <a:pt x="340329" y="283390"/>
                  </a:lnTo>
                  <a:lnTo>
                    <a:pt x="340106" y="283302"/>
                  </a:lnTo>
                  <a:lnTo>
                    <a:pt x="339763" y="283166"/>
                  </a:lnTo>
                  <a:lnTo>
                    <a:pt x="339438" y="283274"/>
                  </a:lnTo>
                  <a:lnTo>
                    <a:pt x="338889" y="283430"/>
                  </a:lnTo>
                  <a:lnTo>
                    <a:pt x="338550" y="283693"/>
                  </a:lnTo>
                  <a:lnTo>
                    <a:pt x="338598" y="283877"/>
                  </a:lnTo>
                  <a:lnTo>
                    <a:pt x="338505" y="284105"/>
                  </a:lnTo>
                  <a:lnTo>
                    <a:pt x="338157" y="284374"/>
                  </a:lnTo>
                  <a:lnTo>
                    <a:pt x="337880" y="284563"/>
                  </a:lnTo>
                  <a:lnTo>
                    <a:pt x="337788" y="284787"/>
                  </a:lnTo>
                  <a:lnTo>
                    <a:pt x="337746" y="284954"/>
                  </a:lnTo>
                  <a:lnTo>
                    <a:pt x="337243" y="285402"/>
                  </a:lnTo>
                  <a:lnTo>
                    <a:pt x="336849" y="285836"/>
                  </a:lnTo>
                  <a:lnTo>
                    <a:pt x="336800" y="286396"/>
                  </a:lnTo>
                  <a:lnTo>
                    <a:pt x="336749" y="286565"/>
                  </a:lnTo>
                  <a:lnTo>
                    <a:pt x="336814" y="286827"/>
                  </a:lnTo>
                  <a:lnTo>
                    <a:pt x="336684" y="287072"/>
                  </a:lnTo>
                  <a:lnTo>
                    <a:pt x="336340" y="287048"/>
                  </a:lnTo>
                  <a:lnTo>
                    <a:pt x="336051" y="287165"/>
                  </a:lnTo>
                  <a:lnTo>
                    <a:pt x="335477" y="287378"/>
                  </a:lnTo>
                  <a:lnTo>
                    <a:pt x="335300" y="287476"/>
                  </a:lnTo>
                  <a:lnTo>
                    <a:pt x="335024" y="287619"/>
                  </a:lnTo>
                  <a:lnTo>
                    <a:pt x="334784" y="287619"/>
                  </a:lnTo>
                  <a:lnTo>
                    <a:pt x="334424" y="287659"/>
                  </a:lnTo>
                  <a:lnTo>
                    <a:pt x="334263" y="287665"/>
                  </a:lnTo>
                  <a:lnTo>
                    <a:pt x="334113" y="287448"/>
                  </a:lnTo>
                  <a:lnTo>
                    <a:pt x="334045" y="287302"/>
                  </a:lnTo>
                  <a:lnTo>
                    <a:pt x="333739" y="287509"/>
                  </a:lnTo>
                  <a:lnTo>
                    <a:pt x="333387" y="287497"/>
                  </a:lnTo>
                  <a:lnTo>
                    <a:pt x="333140" y="287505"/>
                  </a:lnTo>
                  <a:lnTo>
                    <a:pt x="332877" y="287547"/>
                  </a:lnTo>
                  <a:lnTo>
                    <a:pt x="332549" y="287469"/>
                  </a:lnTo>
                  <a:lnTo>
                    <a:pt x="332143" y="287725"/>
                  </a:lnTo>
                  <a:lnTo>
                    <a:pt x="331893" y="287992"/>
                  </a:lnTo>
                  <a:lnTo>
                    <a:pt x="331569" y="287869"/>
                  </a:lnTo>
                  <a:lnTo>
                    <a:pt x="331401" y="288327"/>
                  </a:lnTo>
                  <a:lnTo>
                    <a:pt x="331786" y="288923"/>
                  </a:lnTo>
                  <a:lnTo>
                    <a:pt x="332126" y="289499"/>
                  </a:lnTo>
                  <a:lnTo>
                    <a:pt x="332104" y="290192"/>
                  </a:lnTo>
                  <a:lnTo>
                    <a:pt x="332465" y="290590"/>
                  </a:lnTo>
                  <a:lnTo>
                    <a:pt x="332574" y="291218"/>
                  </a:lnTo>
                  <a:lnTo>
                    <a:pt x="332814" y="291564"/>
                  </a:lnTo>
                  <a:lnTo>
                    <a:pt x="333012" y="291932"/>
                  </a:lnTo>
                  <a:lnTo>
                    <a:pt x="332803" y="292285"/>
                  </a:lnTo>
                  <a:lnTo>
                    <a:pt x="333336" y="292596"/>
                  </a:lnTo>
                  <a:lnTo>
                    <a:pt x="333517" y="292937"/>
                  </a:lnTo>
                  <a:lnTo>
                    <a:pt x="333772" y="293194"/>
                  </a:lnTo>
                  <a:lnTo>
                    <a:pt x="333787" y="293326"/>
                  </a:lnTo>
                  <a:lnTo>
                    <a:pt x="333917" y="293592"/>
                  </a:lnTo>
                  <a:lnTo>
                    <a:pt x="333666" y="294061"/>
                  </a:lnTo>
                  <a:lnTo>
                    <a:pt x="333341" y="294214"/>
                  </a:lnTo>
                  <a:lnTo>
                    <a:pt x="333286" y="294421"/>
                  </a:lnTo>
                  <a:lnTo>
                    <a:pt x="333070" y="294676"/>
                  </a:lnTo>
                  <a:lnTo>
                    <a:pt x="332286" y="294801"/>
                  </a:lnTo>
                  <a:lnTo>
                    <a:pt x="331671" y="294639"/>
                  </a:lnTo>
                  <a:lnTo>
                    <a:pt x="331269" y="294694"/>
                  </a:lnTo>
                  <a:lnTo>
                    <a:pt x="330850" y="294675"/>
                  </a:lnTo>
                  <a:lnTo>
                    <a:pt x="330634" y="294607"/>
                  </a:lnTo>
                  <a:lnTo>
                    <a:pt x="330425" y="294623"/>
                  </a:lnTo>
                  <a:lnTo>
                    <a:pt x="330173" y="294690"/>
                  </a:lnTo>
                  <a:lnTo>
                    <a:pt x="330001" y="294764"/>
                  </a:lnTo>
                  <a:lnTo>
                    <a:pt x="329776" y="294942"/>
                  </a:lnTo>
                  <a:lnTo>
                    <a:pt x="329765" y="295368"/>
                  </a:lnTo>
                  <a:lnTo>
                    <a:pt x="329924" y="295489"/>
                  </a:lnTo>
                  <a:lnTo>
                    <a:pt x="330141" y="295783"/>
                  </a:lnTo>
                  <a:lnTo>
                    <a:pt x="329622" y="296056"/>
                  </a:lnTo>
                  <a:lnTo>
                    <a:pt x="328906" y="296182"/>
                  </a:lnTo>
                  <a:lnTo>
                    <a:pt x="328496" y="295724"/>
                  </a:lnTo>
                  <a:lnTo>
                    <a:pt x="328417" y="296565"/>
                  </a:lnTo>
                  <a:lnTo>
                    <a:pt x="328176" y="296636"/>
                  </a:lnTo>
                  <a:lnTo>
                    <a:pt x="327860" y="296759"/>
                  </a:lnTo>
                  <a:lnTo>
                    <a:pt x="327761" y="297014"/>
                  </a:lnTo>
                  <a:lnTo>
                    <a:pt x="327659" y="297352"/>
                  </a:lnTo>
                  <a:lnTo>
                    <a:pt x="327192" y="297477"/>
                  </a:lnTo>
                  <a:lnTo>
                    <a:pt x="326921" y="297519"/>
                  </a:lnTo>
                  <a:lnTo>
                    <a:pt x="326624" y="297407"/>
                  </a:lnTo>
                  <a:lnTo>
                    <a:pt x="326327" y="297244"/>
                  </a:lnTo>
                  <a:lnTo>
                    <a:pt x="325998" y="297287"/>
                  </a:lnTo>
                  <a:lnTo>
                    <a:pt x="325788" y="297014"/>
                  </a:lnTo>
                  <a:lnTo>
                    <a:pt x="325774" y="296825"/>
                  </a:lnTo>
                  <a:lnTo>
                    <a:pt x="325570" y="296576"/>
                  </a:lnTo>
                  <a:lnTo>
                    <a:pt x="325221" y="296510"/>
                  </a:lnTo>
                  <a:lnTo>
                    <a:pt x="325101" y="296740"/>
                  </a:lnTo>
                  <a:lnTo>
                    <a:pt x="324930" y="297091"/>
                  </a:lnTo>
                  <a:lnTo>
                    <a:pt x="324683" y="297694"/>
                  </a:lnTo>
                  <a:lnTo>
                    <a:pt x="324753" y="297966"/>
                  </a:lnTo>
                  <a:lnTo>
                    <a:pt x="324457" y="298464"/>
                  </a:lnTo>
                  <a:lnTo>
                    <a:pt x="323368" y="297870"/>
                  </a:lnTo>
                  <a:lnTo>
                    <a:pt x="323030" y="297910"/>
                  </a:lnTo>
                  <a:lnTo>
                    <a:pt x="322446" y="298151"/>
                  </a:lnTo>
                  <a:lnTo>
                    <a:pt x="322137" y="298443"/>
                  </a:lnTo>
                  <a:lnTo>
                    <a:pt x="321892" y="298898"/>
                  </a:lnTo>
                  <a:lnTo>
                    <a:pt x="321993" y="299187"/>
                  </a:lnTo>
                  <a:lnTo>
                    <a:pt x="321852" y="299320"/>
                  </a:lnTo>
                  <a:lnTo>
                    <a:pt x="321236" y="299447"/>
                  </a:lnTo>
                  <a:lnTo>
                    <a:pt x="320740" y="299592"/>
                  </a:lnTo>
                  <a:lnTo>
                    <a:pt x="320071" y="300295"/>
                  </a:lnTo>
                  <a:lnTo>
                    <a:pt x="319872" y="300577"/>
                  </a:lnTo>
                  <a:lnTo>
                    <a:pt x="319690" y="301036"/>
                  </a:lnTo>
                  <a:lnTo>
                    <a:pt x="319661" y="301316"/>
                  </a:lnTo>
                  <a:lnTo>
                    <a:pt x="319208" y="301965"/>
                  </a:lnTo>
                  <a:lnTo>
                    <a:pt x="318912" y="302825"/>
                  </a:lnTo>
                  <a:lnTo>
                    <a:pt x="319007" y="303187"/>
                  </a:lnTo>
                  <a:lnTo>
                    <a:pt x="318813" y="303517"/>
                  </a:lnTo>
                  <a:lnTo>
                    <a:pt x="319002" y="303870"/>
                  </a:lnTo>
                  <a:lnTo>
                    <a:pt x="319674" y="303818"/>
                  </a:lnTo>
                  <a:lnTo>
                    <a:pt x="319923" y="304004"/>
                  </a:lnTo>
                  <a:lnTo>
                    <a:pt x="320306" y="304525"/>
                  </a:lnTo>
                  <a:lnTo>
                    <a:pt x="320384" y="305055"/>
                  </a:lnTo>
                  <a:lnTo>
                    <a:pt x="320380" y="305466"/>
                  </a:lnTo>
                  <a:lnTo>
                    <a:pt x="320689" y="306558"/>
                  </a:lnTo>
                  <a:lnTo>
                    <a:pt x="320664" y="306964"/>
                  </a:lnTo>
                  <a:lnTo>
                    <a:pt x="320612" y="307466"/>
                  </a:lnTo>
                  <a:lnTo>
                    <a:pt x="320458" y="307731"/>
                  </a:lnTo>
                  <a:lnTo>
                    <a:pt x="319582" y="308709"/>
                  </a:lnTo>
                  <a:lnTo>
                    <a:pt x="319239" y="308974"/>
                  </a:lnTo>
                  <a:lnTo>
                    <a:pt x="318769" y="309411"/>
                  </a:lnTo>
                  <a:lnTo>
                    <a:pt x="318155" y="310111"/>
                  </a:lnTo>
                  <a:lnTo>
                    <a:pt x="317602" y="310704"/>
                  </a:lnTo>
                  <a:lnTo>
                    <a:pt x="317424" y="310937"/>
                  </a:lnTo>
                  <a:lnTo>
                    <a:pt x="317538" y="311240"/>
                  </a:lnTo>
                  <a:lnTo>
                    <a:pt x="317629" y="311519"/>
                  </a:lnTo>
                  <a:lnTo>
                    <a:pt x="317367" y="312001"/>
                  </a:lnTo>
                  <a:lnTo>
                    <a:pt x="317180" y="312128"/>
                  </a:lnTo>
                  <a:lnTo>
                    <a:pt x="316384" y="312857"/>
                  </a:lnTo>
                  <a:lnTo>
                    <a:pt x="316173" y="313323"/>
                  </a:lnTo>
                  <a:lnTo>
                    <a:pt x="315821" y="313719"/>
                  </a:lnTo>
                  <a:lnTo>
                    <a:pt x="315536" y="314756"/>
                  </a:lnTo>
                  <a:lnTo>
                    <a:pt x="315250" y="315133"/>
                  </a:lnTo>
                  <a:lnTo>
                    <a:pt x="315050" y="315275"/>
                  </a:lnTo>
                  <a:lnTo>
                    <a:pt x="314311" y="315808"/>
                  </a:lnTo>
                  <a:lnTo>
                    <a:pt x="313741" y="316255"/>
                  </a:lnTo>
                  <a:lnTo>
                    <a:pt x="313486" y="316241"/>
                  </a:lnTo>
                  <a:lnTo>
                    <a:pt x="313097" y="316528"/>
                  </a:lnTo>
                  <a:lnTo>
                    <a:pt x="313048" y="316803"/>
                  </a:lnTo>
                  <a:lnTo>
                    <a:pt x="313253" y="317130"/>
                  </a:lnTo>
                  <a:lnTo>
                    <a:pt x="313238" y="317337"/>
                  </a:lnTo>
                  <a:lnTo>
                    <a:pt x="313035" y="317729"/>
                  </a:lnTo>
                  <a:lnTo>
                    <a:pt x="313166" y="318958"/>
                  </a:lnTo>
                  <a:lnTo>
                    <a:pt x="313048" y="319220"/>
                  </a:lnTo>
                  <a:lnTo>
                    <a:pt x="312820" y="319429"/>
                  </a:lnTo>
                  <a:lnTo>
                    <a:pt x="312767" y="319589"/>
                  </a:lnTo>
                  <a:lnTo>
                    <a:pt x="312746" y="319978"/>
                  </a:lnTo>
                  <a:lnTo>
                    <a:pt x="312432" y="320511"/>
                  </a:lnTo>
                  <a:lnTo>
                    <a:pt x="312151" y="320705"/>
                  </a:lnTo>
                  <a:lnTo>
                    <a:pt x="311855" y="321343"/>
                  </a:lnTo>
                  <a:lnTo>
                    <a:pt x="311853" y="321898"/>
                  </a:lnTo>
                  <a:lnTo>
                    <a:pt x="312015" y="322159"/>
                  </a:lnTo>
                  <a:lnTo>
                    <a:pt x="312303" y="322544"/>
                  </a:lnTo>
                  <a:lnTo>
                    <a:pt x="312645" y="322858"/>
                  </a:lnTo>
                  <a:lnTo>
                    <a:pt x="313633" y="322560"/>
                  </a:lnTo>
                  <a:lnTo>
                    <a:pt x="313904" y="322281"/>
                  </a:lnTo>
                  <a:lnTo>
                    <a:pt x="314195" y="323120"/>
                  </a:lnTo>
                  <a:lnTo>
                    <a:pt x="314018" y="323636"/>
                  </a:lnTo>
                  <a:lnTo>
                    <a:pt x="313321" y="325068"/>
                  </a:lnTo>
                  <a:lnTo>
                    <a:pt x="312616" y="325472"/>
                  </a:lnTo>
                  <a:lnTo>
                    <a:pt x="312698" y="325911"/>
                  </a:lnTo>
                  <a:lnTo>
                    <a:pt x="312703" y="326314"/>
                  </a:lnTo>
                  <a:lnTo>
                    <a:pt x="312885" y="327001"/>
                  </a:lnTo>
                  <a:lnTo>
                    <a:pt x="312729" y="327352"/>
                  </a:lnTo>
                  <a:lnTo>
                    <a:pt x="312644" y="327575"/>
                  </a:lnTo>
                  <a:lnTo>
                    <a:pt x="312877" y="328112"/>
                  </a:lnTo>
                  <a:lnTo>
                    <a:pt x="313248" y="328190"/>
                  </a:lnTo>
                  <a:lnTo>
                    <a:pt x="313585" y="328157"/>
                  </a:lnTo>
                  <a:lnTo>
                    <a:pt x="313915" y="328124"/>
                  </a:lnTo>
                  <a:lnTo>
                    <a:pt x="314047" y="328293"/>
                  </a:lnTo>
                  <a:lnTo>
                    <a:pt x="314029" y="328671"/>
                  </a:lnTo>
                  <a:lnTo>
                    <a:pt x="314329" y="328767"/>
                  </a:lnTo>
                  <a:lnTo>
                    <a:pt x="314245" y="328943"/>
                  </a:lnTo>
                  <a:lnTo>
                    <a:pt x="314077" y="329060"/>
                  </a:lnTo>
                  <a:lnTo>
                    <a:pt x="313789" y="329126"/>
                  </a:lnTo>
                  <a:lnTo>
                    <a:pt x="313408" y="329540"/>
                  </a:lnTo>
                  <a:lnTo>
                    <a:pt x="312732" y="329940"/>
                  </a:lnTo>
                  <a:lnTo>
                    <a:pt x="312811" y="330268"/>
                  </a:lnTo>
                  <a:lnTo>
                    <a:pt x="312898" y="330422"/>
                  </a:lnTo>
                  <a:lnTo>
                    <a:pt x="313056" y="330513"/>
                  </a:lnTo>
                  <a:lnTo>
                    <a:pt x="313025" y="330914"/>
                  </a:lnTo>
                  <a:lnTo>
                    <a:pt x="313013" y="331341"/>
                  </a:lnTo>
                  <a:lnTo>
                    <a:pt x="313193" y="331560"/>
                  </a:lnTo>
                  <a:lnTo>
                    <a:pt x="313712" y="331835"/>
                  </a:lnTo>
                  <a:lnTo>
                    <a:pt x="314104" y="331810"/>
                  </a:lnTo>
                  <a:lnTo>
                    <a:pt x="314305" y="331703"/>
                  </a:lnTo>
                  <a:lnTo>
                    <a:pt x="314790" y="331622"/>
                  </a:lnTo>
                  <a:lnTo>
                    <a:pt x="314979" y="331629"/>
                  </a:lnTo>
                  <a:lnTo>
                    <a:pt x="315563" y="331857"/>
                  </a:lnTo>
                  <a:lnTo>
                    <a:pt x="315758" y="332199"/>
                  </a:lnTo>
                  <a:lnTo>
                    <a:pt x="315971" y="332586"/>
                  </a:lnTo>
                  <a:lnTo>
                    <a:pt x="316354" y="333026"/>
                  </a:lnTo>
                  <a:lnTo>
                    <a:pt x="317346" y="332790"/>
                  </a:lnTo>
                  <a:lnTo>
                    <a:pt x="317830" y="332631"/>
                  </a:lnTo>
                  <a:lnTo>
                    <a:pt x="318660" y="332069"/>
                  </a:lnTo>
                  <a:lnTo>
                    <a:pt x="318886" y="332172"/>
                  </a:lnTo>
                  <a:lnTo>
                    <a:pt x="319130" y="332197"/>
                  </a:lnTo>
                  <a:lnTo>
                    <a:pt x="319372" y="331960"/>
                  </a:lnTo>
                  <a:lnTo>
                    <a:pt x="319549" y="331677"/>
                  </a:lnTo>
                  <a:lnTo>
                    <a:pt x="320149" y="331462"/>
                  </a:lnTo>
                  <a:lnTo>
                    <a:pt x="320792" y="331383"/>
                  </a:lnTo>
                  <a:lnTo>
                    <a:pt x="321818" y="331044"/>
                  </a:lnTo>
                  <a:lnTo>
                    <a:pt x="322222" y="330899"/>
                  </a:lnTo>
                  <a:lnTo>
                    <a:pt x="322734" y="330897"/>
                  </a:lnTo>
                  <a:lnTo>
                    <a:pt x="323092" y="331173"/>
                  </a:lnTo>
                  <a:lnTo>
                    <a:pt x="323453" y="331241"/>
                  </a:lnTo>
                  <a:lnTo>
                    <a:pt x="323578" y="330868"/>
                  </a:lnTo>
                  <a:lnTo>
                    <a:pt x="323673" y="330632"/>
                  </a:lnTo>
                  <a:lnTo>
                    <a:pt x="324040" y="330474"/>
                  </a:lnTo>
                  <a:lnTo>
                    <a:pt x="324456" y="330630"/>
                  </a:lnTo>
                  <a:lnTo>
                    <a:pt x="324561" y="330785"/>
                  </a:lnTo>
                  <a:lnTo>
                    <a:pt x="324940" y="330965"/>
                  </a:lnTo>
                  <a:lnTo>
                    <a:pt x="325631" y="330204"/>
                  </a:lnTo>
                  <a:lnTo>
                    <a:pt x="325705" y="330971"/>
                  </a:lnTo>
                  <a:lnTo>
                    <a:pt x="325590" y="331213"/>
                  </a:lnTo>
                  <a:lnTo>
                    <a:pt x="325640" y="331658"/>
                  </a:lnTo>
                  <a:lnTo>
                    <a:pt x="325730" y="332042"/>
                  </a:lnTo>
                  <a:lnTo>
                    <a:pt x="325718" y="332193"/>
                  </a:lnTo>
                  <a:lnTo>
                    <a:pt x="325647" y="332340"/>
                  </a:lnTo>
                  <a:lnTo>
                    <a:pt x="325394" y="332610"/>
                  </a:lnTo>
                  <a:lnTo>
                    <a:pt x="325124" y="332944"/>
                  </a:lnTo>
                  <a:lnTo>
                    <a:pt x="324781" y="333499"/>
                  </a:lnTo>
                  <a:lnTo>
                    <a:pt x="324739" y="333950"/>
                  </a:lnTo>
                  <a:lnTo>
                    <a:pt x="324856" y="334819"/>
                  </a:lnTo>
                  <a:lnTo>
                    <a:pt x="325338" y="334732"/>
                  </a:lnTo>
                  <a:lnTo>
                    <a:pt x="325656" y="334821"/>
                  </a:lnTo>
                  <a:lnTo>
                    <a:pt x="325630" y="335027"/>
                  </a:lnTo>
                  <a:lnTo>
                    <a:pt x="325513" y="335442"/>
                  </a:lnTo>
                  <a:lnTo>
                    <a:pt x="325339" y="335737"/>
                  </a:lnTo>
                  <a:lnTo>
                    <a:pt x="324474" y="337551"/>
                  </a:lnTo>
                  <a:lnTo>
                    <a:pt x="324435" y="338066"/>
                  </a:lnTo>
                  <a:lnTo>
                    <a:pt x="324350" y="338241"/>
                  </a:lnTo>
                  <a:lnTo>
                    <a:pt x="324045" y="338758"/>
                  </a:lnTo>
                  <a:lnTo>
                    <a:pt x="323885" y="338934"/>
                  </a:lnTo>
                  <a:lnTo>
                    <a:pt x="323730" y="339144"/>
                  </a:lnTo>
                  <a:lnTo>
                    <a:pt x="323396" y="340183"/>
                  </a:lnTo>
                  <a:lnTo>
                    <a:pt x="322954" y="341333"/>
                  </a:lnTo>
                  <a:lnTo>
                    <a:pt x="322537" y="341815"/>
                  </a:lnTo>
                  <a:lnTo>
                    <a:pt x="322353" y="341854"/>
                  </a:lnTo>
                  <a:lnTo>
                    <a:pt x="321989" y="342495"/>
                  </a:lnTo>
                  <a:lnTo>
                    <a:pt x="321791" y="342839"/>
                  </a:lnTo>
                  <a:lnTo>
                    <a:pt x="321365" y="343034"/>
                  </a:lnTo>
                  <a:lnTo>
                    <a:pt x="321043" y="343618"/>
                  </a:lnTo>
                  <a:lnTo>
                    <a:pt x="321020" y="344104"/>
                  </a:lnTo>
                  <a:lnTo>
                    <a:pt x="321032" y="344397"/>
                  </a:lnTo>
                  <a:lnTo>
                    <a:pt x="321059" y="345114"/>
                  </a:lnTo>
                  <a:lnTo>
                    <a:pt x="320903" y="345504"/>
                  </a:lnTo>
                  <a:lnTo>
                    <a:pt x="321458" y="345985"/>
                  </a:lnTo>
                  <a:lnTo>
                    <a:pt x="322589" y="345579"/>
                  </a:lnTo>
                  <a:lnTo>
                    <a:pt x="322640" y="345908"/>
                  </a:lnTo>
                  <a:lnTo>
                    <a:pt x="322624" y="346278"/>
                  </a:lnTo>
                  <a:lnTo>
                    <a:pt x="322805" y="347524"/>
                  </a:lnTo>
                  <a:lnTo>
                    <a:pt x="322822" y="347681"/>
                  </a:lnTo>
                  <a:lnTo>
                    <a:pt x="322896" y="348199"/>
                  </a:lnTo>
                  <a:lnTo>
                    <a:pt x="323361" y="348294"/>
                  </a:lnTo>
                  <a:lnTo>
                    <a:pt x="324147" y="348941"/>
                  </a:lnTo>
                  <a:lnTo>
                    <a:pt x="324398" y="349244"/>
                  </a:lnTo>
                  <a:lnTo>
                    <a:pt x="324408" y="349376"/>
                  </a:lnTo>
                  <a:lnTo>
                    <a:pt x="324772" y="349613"/>
                  </a:lnTo>
                  <a:lnTo>
                    <a:pt x="325204" y="349660"/>
                  </a:lnTo>
                  <a:lnTo>
                    <a:pt x="325323" y="350289"/>
                  </a:lnTo>
                  <a:lnTo>
                    <a:pt x="325360" y="350502"/>
                  </a:lnTo>
                  <a:lnTo>
                    <a:pt x="325609" y="350952"/>
                  </a:lnTo>
                  <a:lnTo>
                    <a:pt x="326127" y="351736"/>
                  </a:lnTo>
                  <a:lnTo>
                    <a:pt x="326428" y="352204"/>
                  </a:lnTo>
                  <a:lnTo>
                    <a:pt x="326583" y="352408"/>
                  </a:lnTo>
                  <a:lnTo>
                    <a:pt x="326750" y="352586"/>
                  </a:lnTo>
                  <a:lnTo>
                    <a:pt x="327452" y="352795"/>
                  </a:lnTo>
                  <a:lnTo>
                    <a:pt x="327619" y="352794"/>
                  </a:lnTo>
                  <a:lnTo>
                    <a:pt x="328060" y="352770"/>
                  </a:lnTo>
                  <a:lnTo>
                    <a:pt x="328054" y="352915"/>
                  </a:lnTo>
                  <a:lnTo>
                    <a:pt x="328299" y="353372"/>
                  </a:lnTo>
                  <a:lnTo>
                    <a:pt x="328187" y="353586"/>
                  </a:lnTo>
                  <a:lnTo>
                    <a:pt x="327650" y="354011"/>
                  </a:lnTo>
                  <a:lnTo>
                    <a:pt x="327370" y="354230"/>
                  </a:lnTo>
                  <a:lnTo>
                    <a:pt x="327099" y="354749"/>
                  </a:lnTo>
                  <a:lnTo>
                    <a:pt x="327126" y="355010"/>
                  </a:lnTo>
                  <a:lnTo>
                    <a:pt x="327027" y="355519"/>
                  </a:lnTo>
                  <a:lnTo>
                    <a:pt x="326655" y="356058"/>
                  </a:lnTo>
                  <a:lnTo>
                    <a:pt x="326545" y="356255"/>
                  </a:lnTo>
                  <a:lnTo>
                    <a:pt x="326523" y="356596"/>
                  </a:lnTo>
                  <a:lnTo>
                    <a:pt x="326624" y="357870"/>
                  </a:lnTo>
                  <a:lnTo>
                    <a:pt x="326669" y="357998"/>
                  </a:lnTo>
                  <a:lnTo>
                    <a:pt x="326067" y="358138"/>
                  </a:lnTo>
                  <a:lnTo>
                    <a:pt x="325853" y="358252"/>
                  </a:lnTo>
                  <a:lnTo>
                    <a:pt x="325053" y="359687"/>
                  </a:lnTo>
                  <a:lnTo>
                    <a:pt x="324843" y="360113"/>
                  </a:lnTo>
                  <a:lnTo>
                    <a:pt x="324426" y="360473"/>
                  </a:lnTo>
                  <a:lnTo>
                    <a:pt x="324077" y="360896"/>
                  </a:lnTo>
                  <a:lnTo>
                    <a:pt x="323925" y="361278"/>
                  </a:lnTo>
                  <a:lnTo>
                    <a:pt x="323987" y="361579"/>
                  </a:lnTo>
                  <a:lnTo>
                    <a:pt x="324450" y="362139"/>
                  </a:lnTo>
                  <a:lnTo>
                    <a:pt x="324486" y="362299"/>
                  </a:lnTo>
                  <a:lnTo>
                    <a:pt x="324624" y="362652"/>
                  </a:lnTo>
                  <a:lnTo>
                    <a:pt x="324808" y="363085"/>
                  </a:lnTo>
                  <a:lnTo>
                    <a:pt x="324749" y="364159"/>
                  </a:lnTo>
                  <a:lnTo>
                    <a:pt x="324851" y="365156"/>
                  </a:lnTo>
                  <a:lnTo>
                    <a:pt x="324926" y="365751"/>
                  </a:lnTo>
                  <a:lnTo>
                    <a:pt x="324986" y="366075"/>
                  </a:lnTo>
                  <a:lnTo>
                    <a:pt x="325142" y="366337"/>
                  </a:lnTo>
                  <a:lnTo>
                    <a:pt x="325250" y="366616"/>
                  </a:lnTo>
                  <a:lnTo>
                    <a:pt x="325275" y="367054"/>
                  </a:lnTo>
                  <a:lnTo>
                    <a:pt x="325275" y="367242"/>
                  </a:lnTo>
                  <a:lnTo>
                    <a:pt x="325245" y="368116"/>
                  </a:lnTo>
                  <a:lnTo>
                    <a:pt x="325145" y="368694"/>
                  </a:lnTo>
                  <a:lnTo>
                    <a:pt x="325221" y="368942"/>
                  </a:lnTo>
                  <a:lnTo>
                    <a:pt x="325414" y="369251"/>
                  </a:lnTo>
                  <a:lnTo>
                    <a:pt x="325820" y="368965"/>
                  </a:lnTo>
                  <a:lnTo>
                    <a:pt x="326115" y="368965"/>
                  </a:lnTo>
                  <a:lnTo>
                    <a:pt x="326239" y="369822"/>
                  </a:lnTo>
                  <a:lnTo>
                    <a:pt x="326330" y="370179"/>
                  </a:lnTo>
                  <a:lnTo>
                    <a:pt x="326499" y="370236"/>
                  </a:lnTo>
                  <a:lnTo>
                    <a:pt x="326734" y="370336"/>
                  </a:lnTo>
                  <a:lnTo>
                    <a:pt x="326903" y="370409"/>
                  </a:lnTo>
                  <a:lnTo>
                    <a:pt x="327084" y="370698"/>
                  </a:lnTo>
                  <a:lnTo>
                    <a:pt x="327104" y="370840"/>
                  </a:lnTo>
                  <a:lnTo>
                    <a:pt x="327374" y="371348"/>
                  </a:lnTo>
                  <a:lnTo>
                    <a:pt x="327902" y="371313"/>
                  </a:lnTo>
                  <a:lnTo>
                    <a:pt x="328604" y="371373"/>
                  </a:lnTo>
                  <a:lnTo>
                    <a:pt x="329155" y="371319"/>
                  </a:lnTo>
                  <a:lnTo>
                    <a:pt x="329691" y="371213"/>
                  </a:lnTo>
                  <a:lnTo>
                    <a:pt x="329955" y="371083"/>
                  </a:lnTo>
                  <a:lnTo>
                    <a:pt x="330457" y="371355"/>
                  </a:lnTo>
                  <a:lnTo>
                    <a:pt x="330746" y="371266"/>
                  </a:lnTo>
                  <a:lnTo>
                    <a:pt x="331253" y="371194"/>
                  </a:lnTo>
                  <a:lnTo>
                    <a:pt x="331596" y="371260"/>
                  </a:lnTo>
                  <a:lnTo>
                    <a:pt x="331877" y="371474"/>
                  </a:lnTo>
                  <a:lnTo>
                    <a:pt x="332021" y="371657"/>
                  </a:lnTo>
                  <a:lnTo>
                    <a:pt x="332460" y="371969"/>
                  </a:lnTo>
                  <a:lnTo>
                    <a:pt x="332575" y="372253"/>
                  </a:lnTo>
                  <a:lnTo>
                    <a:pt x="332536" y="372715"/>
                  </a:lnTo>
                  <a:lnTo>
                    <a:pt x="332770" y="372820"/>
                  </a:lnTo>
                  <a:lnTo>
                    <a:pt x="332898" y="372805"/>
                  </a:lnTo>
                  <a:lnTo>
                    <a:pt x="333088" y="372806"/>
                  </a:lnTo>
                  <a:lnTo>
                    <a:pt x="333733" y="373142"/>
                  </a:lnTo>
                  <a:lnTo>
                    <a:pt x="333940" y="373156"/>
                  </a:lnTo>
                  <a:lnTo>
                    <a:pt x="334136" y="373137"/>
                  </a:lnTo>
                  <a:lnTo>
                    <a:pt x="334502" y="373125"/>
                  </a:lnTo>
                  <a:lnTo>
                    <a:pt x="334763" y="373191"/>
                  </a:lnTo>
                  <a:lnTo>
                    <a:pt x="335016" y="373385"/>
                  </a:lnTo>
                  <a:lnTo>
                    <a:pt x="335521" y="373454"/>
                  </a:lnTo>
                  <a:lnTo>
                    <a:pt x="335759" y="373332"/>
                  </a:lnTo>
                  <a:lnTo>
                    <a:pt x="336227" y="373308"/>
                  </a:lnTo>
                  <a:lnTo>
                    <a:pt x="336695" y="373354"/>
                  </a:lnTo>
                  <a:lnTo>
                    <a:pt x="336855" y="373405"/>
                  </a:lnTo>
                  <a:lnTo>
                    <a:pt x="336943" y="373792"/>
                  </a:lnTo>
                  <a:lnTo>
                    <a:pt x="336826" y="374218"/>
                  </a:lnTo>
                  <a:lnTo>
                    <a:pt x="336528" y="374614"/>
                  </a:lnTo>
                  <a:lnTo>
                    <a:pt x="336280" y="374991"/>
                  </a:lnTo>
                  <a:lnTo>
                    <a:pt x="336361" y="375228"/>
                  </a:lnTo>
                  <a:lnTo>
                    <a:pt x="336160" y="375486"/>
                  </a:lnTo>
                  <a:lnTo>
                    <a:pt x="336047" y="375679"/>
                  </a:lnTo>
                  <a:lnTo>
                    <a:pt x="335711" y="376556"/>
                  </a:lnTo>
                  <a:lnTo>
                    <a:pt x="335681" y="376861"/>
                  </a:lnTo>
                  <a:lnTo>
                    <a:pt x="335767" y="377012"/>
                  </a:lnTo>
                  <a:lnTo>
                    <a:pt x="335759" y="377290"/>
                  </a:lnTo>
                  <a:lnTo>
                    <a:pt x="335543" y="377707"/>
                  </a:lnTo>
                  <a:lnTo>
                    <a:pt x="335294" y="377990"/>
                  </a:lnTo>
                  <a:lnTo>
                    <a:pt x="335159" y="378251"/>
                  </a:lnTo>
                  <a:lnTo>
                    <a:pt x="335270" y="378533"/>
                  </a:lnTo>
                  <a:lnTo>
                    <a:pt x="335572" y="378593"/>
                  </a:lnTo>
                  <a:lnTo>
                    <a:pt x="336455" y="378631"/>
                  </a:lnTo>
                  <a:lnTo>
                    <a:pt x="336688" y="378814"/>
                  </a:lnTo>
                  <a:lnTo>
                    <a:pt x="336428" y="379410"/>
                  </a:lnTo>
                  <a:lnTo>
                    <a:pt x="336104" y="379783"/>
                  </a:lnTo>
                  <a:lnTo>
                    <a:pt x="336088" y="379967"/>
                  </a:lnTo>
                  <a:lnTo>
                    <a:pt x="335971" y="380362"/>
                  </a:lnTo>
                  <a:lnTo>
                    <a:pt x="335931" y="380510"/>
                  </a:lnTo>
                  <a:lnTo>
                    <a:pt x="335908" y="380740"/>
                  </a:lnTo>
                  <a:lnTo>
                    <a:pt x="335949" y="380889"/>
                  </a:lnTo>
                  <a:lnTo>
                    <a:pt x="335907" y="381311"/>
                  </a:lnTo>
                  <a:lnTo>
                    <a:pt x="335927" y="382027"/>
                  </a:lnTo>
                  <a:lnTo>
                    <a:pt x="335947" y="382303"/>
                  </a:lnTo>
                  <a:lnTo>
                    <a:pt x="335704" y="382576"/>
                  </a:lnTo>
                  <a:lnTo>
                    <a:pt x="335452" y="382543"/>
                  </a:lnTo>
                  <a:lnTo>
                    <a:pt x="335272" y="382475"/>
                  </a:lnTo>
                  <a:lnTo>
                    <a:pt x="335124" y="382313"/>
                  </a:lnTo>
                  <a:lnTo>
                    <a:pt x="334877" y="382356"/>
                  </a:lnTo>
                  <a:lnTo>
                    <a:pt x="334670" y="382693"/>
                  </a:lnTo>
                  <a:lnTo>
                    <a:pt x="334493" y="382949"/>
                  </a:lnTo>
                  <a:lnTo>
                    <a:pt x="334286" y="383194"/>
                  </a:lnTo>
                  <a:lnTo>
                    <a:pt x="334142" y="383301"/>
                  </a:lnTo>
                  <a:lnTo>
                    <a:pt x="333937" y="383292"/>
                  </a:lnTo>
                  <a:lnTo>
                    <a:pt x="333723" y="383766"/>
                  </a:lnTo>
                  <a:lnTo>
                    <a:pt x="333246" y="384182"/>
                  </a:lnTo>
                  <a:lnTo>
                    <a:pt x="333204" y="384325"/>
                  </a:lnTo>
                  <a:lnTo>
                    <a:pt x="333277" y="384565"/>
                  </a:lnTo>
                  <a:lnTo>
                    <a:pt x="333579" y="385095"/>
                  </a:lnTo>
                  <a:lnTo>
                    <a:pt x="333546" y="385281"/>
                  </a:lnTo>
                  <a:lnTo>
                    <a:pt x="333571" y="385496"/>
                  </a:lnTo>
                  <a:lnTo>
                    <a:pt x="333711" y="385900"/>
                  </a:lnTo>
                  <a:lnTo>
                    <a:pt x="333808" y="386034"/>
                  </a:lnTo>
                  <a:lnTo>
                    <a:pt x="334001" y="386176"/>
                  </a:lnTo>
                  <a:lnTo>
                    <a:pt x="334048" y="386322"/>
                  </a:lnTo>
                  <a:lnTo>
                    <a:pt x="333840" y="386366"/>
                  </a:lnTo>
                  <a:lnTo>
                    <a:pt x="333573" y="386611"/>
                  </a:lnTo>
                  <a:lnTo>
                    <a:pt x="333430" y="386863"/>
                  </a:lnTo>
                  <a:lnTo>
                    <a:pt x="333509" y="387068"/>
                  </a:lnTo>
                  <a:lnTo>
                    <a:pt x="333503" y="387427"/>
                  </a:lnTo>
                  <a:lnTo>
                    <a:pt x="333667" y="387720"/>
                  </a:lnTo>
                  <a:lnTo>
                    <a:pt x="333521" y="387830"/>
                  </a:lnTo>
                  <a:lnTo>
                    <a:pt x="333288" y="388026"/>
                  </a:lnTo>
                  <a:lnTo>
                    <a:pt x="333066" y="388331"/>
                  </a:lnTo>
                  <a:lnTo>
                    <a:pt x="332725" y="388779"/>
                  </a:lnTo>
                  <a:lnTo>
                    <a:pt x="332710" y="389147"/>
                  </a:lnTo>
                  <a:lnTo>
                    <a:pt x="332848" y="389728"/>
                  </a:lnTo>
                  <a:lnTo>
                    <a:pt x="333148" y="390036"/>
                  </a:lnTo>
                  <a:lnTo>
                    <a:pt x="332617" y="390316"/>
                  </a:lnTo>
                  <a:lnTo>
                    <a:pt x="332003" y="390690"/>
                  </a:lnTo>
                  <a:lnTo>
                    <a:pt x="331824" y="390827"/>
                  </a:lnTo>
                  <a:lnTo>
                    <a:pt x="331306" y="391040"/>
                  </a:lnTo>
                  <a:lnTo>
                    <a:pt x="331140" y="391110"/>
                  </a:lnTo>
                  <a:lnTo>
                    <a:pt x="330779" y="391548"/>
                  </a:lnTo>
                  <a:lnTo>
                    <a:pt x="330814" y="391859"/>
                  </a:lnTo>
                  <a:lnTo>
                    <a:pt x="330510" y="393071"/>
                  </a:lnTo>
                  <a:lnTo>
                    <a:pt x="330300" y="393543"/>
                  </a:lnTo>
                  <a:lnTo>
                    <a:pt x="329956" y="393741"/>
                  </a:lnTo>
                  <a:lnTo>
                    <a:pt x="329782" y="393765"/>
                  </a:lnTo>
                  <a:lnTo>
                    <a:pt x="329461" y="393901"/>
                  </a:lnTo>
                  <a:lnTo>
                    <a:pt x="329282" y="394049"/>
                  </a:lnTo>
                  <a:lnTo>
                    <a:pt x="329336" y="394506"/>
                  </a:lnTo>
                  <a:lnTo>
                    <a:pt x="329572" y="394660"/>
                  </a:lnTo>
                  <a:lnTo>
                    <a:pt x="329513" y="395211"/>
                  </a:lnTo>
                  <a:lnTo>
                    <a:pt x="329359" y="395271"/>
                  </a:lnTo>
                  <a:lnTo>
                    <a:pt x="329163" y="395545"/>
                  </a:lnTo>
                  <a:lnTo>
                    <a:pt x="329376" y="395662"/>
                  </a:lnTo>
                  <a:lnTo>
                    <a:pt x="329698" y="396036"/>
                  </a:lnTo>
                  <a:lnTo>
                    <a:pt x="330045" y="396201"/>
                  </a:lnTo>
                  <a:lnTo>
                    <a:pt x="330707" y="395742"/>
                  </a:lnTo>
                  <a:lnTo>
                    <a:pt x="330880" y="395507"/>
                  </a:lnTo>
                  <a:lnTo>
                    <a:pt x="331033" y="395361"/>
                  </a:lnTo>
                  <a:lnTo>
                    <a:pt x="331224" y="395326"/>
                  </a:lnTo>
                  <a:lnTo>
                    <a:pt x="331410" y="395316"/>
                  </a:lnTo>
                  <a:lnTo>
                    <a:pt x="331959" y="394866"/>
                  </a:lnTo>
                  <a:lnTo>
                    <a:pt x="332002" y="394668"/>
                  </a:lnTo>
                  <a:lnTo>
                    <a:pt x="332130" y="394629"/>
                  </a:lnTo>
                  <a:lnTo>
                    <a:pt x="332352" y="394482"/>
                  </a:lnTo>
                  <a:lnTo>
                    <a:pt x="332647" y="394561"/>
                  </a:lnTo>
                  <a:lnTo>
                    <a:pt x="333162" y="394602"/>
                  </a:lnTo>
                  <a:lnTo>
                    <a:pt x="333278" y="394394"/>
                  </a:lnTo>
                  <a:lnTo>
                    <a:pt x="333438" y="394214"/>
                  </a:lnTo>
                  <a:lnTo>
                    <a:pt x="333625" y="394303"/>
                  </a:lnTo>
                  <a:lnTo>
                    <a:pt x="334011" y="394630"/>
                  </a:lnTo>
                  <a:lnTo>
                    <a:pt x="334192" y="394532"/>
                  </a:lnTo>
                  <a:lnTo>
                    <a:pt x="334448" y="394615"/>
                  </a:lnTo>
                  <a:lnTo>
                    <a:pt x="334465" y="394777"/>
                  </a:lnTo>
                  <a:lnTo>
                    <a:pt x="334369" y="395105"/>
                  </a:lnTo>
                  <a:lnTo>
                    <a:pt x="334471" y="395574"/>
                  </a:lnTo>
                  <a:lnTo>
                    <a:pt x="334599" y="395604"/>
                  </a:lnTo>
                  <a:lnTo>
                    <a:pt x="334731" y="395359"/>
                  </a:lnTo>
                  <a:lnTo>
                    <a:pt x="334859" y="395251"/>
                  </a:lnTo>
                  <a:lnTo>
                    <a:pt x="335020" y="395209"/>
                  </a:lnTo>
                  <a:lnTo>
                    <a:pt x="335426" y="395328"/>
                  </a:lnTo>
                  <a:lnTo>
                    <a:pt x="336006" y="395156"/>
                  </a:lnTo>
                  <a:lnTo>
                    <a:pt x="336177" y="394885"/>
                  </a:lnTo>
                  <a:lnTo>
                    <a:pt x="336360" y="394833"/>
                  </a:lnTo>
                  <a:lnTo>
                    <a:pt x="336500" y="394440"/>
                  </a:lnTo>
                  <a:lnTo>
                    <a:pt x="336806" y="394154"/>
                  </a:lnTo>
                  <a:lnTo>
                    <a:pt x="336950" y="394142"/>
                  </a:lnTo>
                  <a:lnTo>
                    <a:pt x="337186" y="394031"/>
                  </a:lnTo>
                  <a:lnTo>
                    <a:pt x="337346" y="393926"/>
                  </a:lnTo>
                  <a:lnTo>
                    <a:pt x="337510" y="393821"/>
                  </a:lnTo>
                  <a:lnTo>
                    <a:pt x="337737" y="393816"/>
                  </a:lnTo>
                  <a:lnTo>
                    <a:pt x="338489" y="393463"/>
                  </a:lnTo>
                  <a:lnTo>
                    <a:pt x="339020" y="393376"/>
                  </a:lnTo>
                  <a:lnTo>
                    <a:pt x="339348" y="393188"/>
                  </a:lnTo>
                  <a:lnTo>
                    <a:pt x="339742" y="393015"/>
                  </a:lnTo>
                  <a:lnTo>
                    <a:pt x="340373" y="392921"/>
                  </a:lnTo>
                  <a:lnTo>
                    <a:pt x="340488" y="393234"/>
                  </a:lnTo>
                  <a:lnTo>
                    <a:pt x="340479" y="393439"/>
                  </a:lnTo>
                  <a:lnTo>
                    <a:pt x="340587" y="393723"/>
                  </a:lnTo>
                  <a:lnTo>
                    <a:pt x="340932" y="393695"/>
                  </a:lnTo>
                  <a:lnTo>
                    <a:pt x="341330" y="393599"/>
                  </a:lnTo>
                  <a:lnTo>
                    <a:pt x="341827" y="393419"/>
                  </a:lnTo>
                  <a:lnTo>
                    <a:pt x="342033" y="393441"/>
                  </a:lnTo>
                  <a:lnTo>
                    <a:pt x="342191" y="393642"/>
                  </a:lnTo>
                  <a:lnTo>
                    <a:pt x="342238" y="393829"/>
                  </a:lnTo>
                  <a:lnTo>
                    <a:pt x="342289" y="394164"/>
                  </a:lnTo>
                  <a:lnTo>
                    <a:pt x="342767" y="394556"/>
                  </a:lnTo>
                  <a:lnTo>
                    <a:pt x="342599" y="394801"/>
                  </a:lnTo>
                  <a:lnTo>
                    <a:pt x="342277" y="395043"/>
                  </a:lnTo>
                  <a:lnTo>
                    <a:pt x="342111" y="395239"/>
                  </a:lnTo>
                  <a:lnTo>
                    <a:pt x="342111" y="395457"/>
                  </a:lnTo>
                  <a:lnTo>
                    <a:pt x="342305" y="395658"/>
                  </a:lnTo>
                  <a:lnTo>
                    <a:pt x="342510" y="395794"/>
                  </a:lnTo>
                  <a:lnTo>
                    <a:pt x="342661" y="395772"/>
                  </a:lnTo>
                  <a:lnTo>
                    <a:pt x="342956" y="395835"/>
                  </a:lnTo>
                  <a:lnTo>
                    <a:pt x="342974" y="396172"/>
                  </a:lnTo>
                  <a:lnTo>
                    <a:pt x="342678" y="396225"/>
                  </a:lnTo>
                  <a:lnTo>
                    <a:pt x="342324" y="396545"/>
                  </a:lnTo>
                  <a:lnTo>
                    <a:pt x="342187" y="396697"/>
                  </a:lnTo>
                  <a:lnTo>
                    <a:pt x="341702" y="397054"/>
                  </a:lnTo>
                  <a:lnTo>
                    <a:pt x="341494" y="397153"/>
                  </a:lnTo>
                  <a:lnTo>
                    <a:pt x="341291" y="397296"/>
                  </a:lnTo>
                  <a:lnTo>
                    <a:pt x="341252" y="397454"/>
                  </a:lnTo>
                  <a:lnTo>
                    <a:pt x="340717" y="397774"/>
                  </a:lnTo>
                  <a:lnTo>
                    <a:pt x="340409" y="397790"/>
                  </a:lnTo>
                  <a:lnTo>
                    <a:pt x="339999" y="397708"/>
                  </a:lnTo>
                  <a:lnTo>
                    <a:pt x="339789" y="397720"/>
                  </a:lnTo>
                  <a:lnTo>
                    <a:pt x="339433" y="397905"/>
                  </a:lnTo>
                  <a:lnTo>
                    <a:pt x="339099" y="398137"/>
                  </a:lnTo>
                  <a:lnTo>
                    <a:pt x="338769" y="398233"/>
                  </a:lnTo>
                  <a:lnTo>
                    <a:pt x="338306" y="398457"/>
                  </a:lnTo>
                  <a:lnTo>
                    <a:pt x="337779" y="398632"/>
                  </a:lnTo>
                  <a:lnTo>
                    <a:pt x="337240" y="398829"/>
                  </a:lnTo>
                  <a:lnTo>
                    <a:pt x="336805" y="398950"/>
                  </a:lnTo>
                  <a:lnTo>
                    <a:pt x="336779" y="399098"/>
                  </a:lnTo>
                  <a:lnTo>
                    <a:pt x="337107" y="399354"/>
                  </a:lnTo>
                  <a:lnTo>
                    <a:pt x="337521" y="399751"/>
                  </a:lnTo>
                  <a:lnTo>
                    <a:pt x="337236" y="400258"/>
                  </a:lnTo>
                  <a:lnTo>
                    <a:pt x="336651" y="400523"/>
                  </a:lnTo>
                  <a:lnTo>
                    <a:pt x="336080" y="400650"/>
                  </a:lnTo>
                  <a:lnTo>
                    <a:pt x="335824" y="400700"/>
                  </a:lnTo>
                  <a:lnTo>
                    <a:pt x="335583" y="400669"/>
                  </a:lnTo>
                  <a:lnTo>
                    <a:pt x="335310" y="400328"/>
                  </a:lnTo>
                  <a:lnTo>
                    <a:pt x="334831" y="400144"/>
                  </a:lnTo>
                  <a:lnTo>
                    <a:pt x="334356" y="400152"/>
                  </a:lnTo>
                  <a:lnTo>
                    <a:pt x="334219" y="400109"/>
                  </a:lnTo>
                  <a:lnTo>
                    <a:pt x="333898" y="400189"/>
                  </a:lnTo>
                  <a:lnTo>
                    <a:pt x="333859" y="400384"/>
                  </a:lnTo>
                  <a:lnTo>
                    <a:pt x="333669" y="400801"/>
                  </a:lnTo>
                  <a:lnTo>
                    <a:pt x="333619" y="400998"/>
                  </a:lnTo>
                  <a:lnTo>
                    <a:pt x="333605" y="401278"/>
                  </a:lnTo>
                  <a:lnTo>
                    <a:pt x="333432" y="401520"/>
                  </a:lnTo>
                  <a:lnTo>
                    <a:pt x="333581" y="401793"/>
                  </a:lnTo>
                  <a:lnTo>
                    <a:pt x="333366" y="402177"/>
                  </a:lnTo>
                  <a:lnTo>
                    <a:pt x="333083" y="402676"/>
                  </a:lnTo>
                  <a:lnTo>
                    <a:pt x="332908" y="402779"/>
                  </a:lnTo>
                  <a:lnTo>
                    <a:pt x="332719" y="402863"/>
                  </a:lnTo>
                  <a:lnTo>
                    <a:pt x="332607" y="402997"/>
                  </a:lnTo>
                  <a:lnTo>
                    <a:pt x="332368" y="403447"/>
                  </a:lnTo>
                  <a:lnTo>
                    <a:pt x="332236" y="403470"/>
                  </a:lnTo>
                  <a:lnTo>
                    <a:pt x="332115" y="403725"/>
                  </a:lnTo>
                  <a:lnTo>
                    <a:pt x="332135" y="403919"/>
                  </a:lnTo>
                  <a:lnTo>
                    <a:pt x="332218" y="404274"/>
                  </a:lnTo>
                  <a:lnTo>
                    <a:pt x="332401" y="404316"/>
                  </a:lnTo>
                  <a:lnTo>
                    <a:pt x="332609" y="404738"/>
                  </a:lnTo>
                  <a:lnTo>
                    <a:pt x="333062" y="404826"/>
                  </a:lnTo>
                  <a:lnTo>
                    <a:pt x="333106" y="405122"/>
                  </a:lnTo>
                  <a:lnTo>
                    <a:pt x="333107" y="405343"/>
                  </a:lnTo>
                  <a:lnTo>
                    <a:pt x="332943" y="405569"/>
                  </a:lnTo>
                  <a:lnTo>
                    <a:pt x="332756" y="405620"/>
                  </a:lnTo>
                  <a:lnTo>
                    <a:pt x="332783" y="405916"/>
                  </a:lnTo>
                  <a:lnTo>
                    <a:pt x="332791" y="406366"/>
                  </a:lnTo>
                  <a:lnTo>
                    <a:pt x="332868" y="406518"/>
                  </a:lnTo>
                  <a:lnTo>
                    <a:pt x="332762" y="406793"/>
                  </a:lnTo>
                  <a:lnTo>
                    <a:pt x="332887" y="407125"/>
                  </a:lnTo>
                  <a:lnTo>
                    <a:pt x="333245" y="407521"/>
                  </a:lnTo>
                  <a:lnTo>
                    <a:pt x="333014" y="408122"/>
                  </a:lnTo>
                  <a:lnTo>
                    <a:pt x="332767" y="408699"/>
                  </a:lnTo>
                  <a:lnTo>
                    <a:pt x="332864" y="408874"/>
                  </a:lnTo>
                  <a:lnTo>
                    <a:pt x="332832" y="409418"/>
                  </a:lnTo>
                  <a:lnTo>
                    <a:pt x="332838" y="409560"/>
                  </a:lnTo>
                  <a:lnTo>
                    <a:pt x="332939" y="409802"/>
                  </a:lnTo>
                  <a:lnTo>
                    <a:pt x="332859" y="410247"/>
                  </a:lnTo>
                  <a:lnTo>
                    <a:pt x="332630" y="410336"/>
                  </a:lnTo>
                  <a:lnTo>
                    <a:pt x="332419" y="410539"/>
                  </a:lnTo>
                  <a:lnTo>
                    <a:pt x="332387" y="410670"/>
                  </a:lnTo>
                  <a:lnTo>
                    <a:pt x="332387" y="410800"/>
                  </a:lnTo>
                  <a:lnTo>
                    <a:pt x="332132" y="411373"/>
                  </a:lnTo>
                  <a:lnTo>
                    <a:pt x="331920" y="411438"/>
                  </a:lnTo>
                  <a:lnTo>
                    <a:pt x="331348" y="411912"/>
                  </a:lnTo>
                  <a:lnTo>
                    <a:pt x="331082" y="412228"/>
                  </a:lnTo>
                  <a:lnTo>
                    <a:pt x="330468" y="413125"/>
                  </a:lnTo>
                  <a:lnTo>
                    <a:pt x="330390" y="413759"/>
                  </a:lnTo>
                  <a:lnTo>
                    <a:pt x="330364" y="414329"/>
                  </a:lnTo>
                  <a:lnTo>
                    <a:pt x="330111" y="414864"/>
                  </a:lnTo>
                  <a:lnTo>
                    <a:pt x="330039" y="415032"/>
                  </a:lnTo>
                  <a:lnTo>
                    <a:pt x="329946" y="415273"/>
                  </a:lnTo>
                  <a:lnTo>
                    <a:pt x="329859" y="415524"/>
                  </a:lnTo>
                  <a:lnTo>
                    <a:pt x="329770" y="415924"/>
                  </a:lnTo>
                  <a:lnTo>
                    <a:pt x="329816" y="416218"/>
                  </a:lnTo>
                  <a:lnTo>
                    <a:pt x="329653" y="416641"/>
                  </a:lnTo>
                  <a:lnTo>
                    <a:pt x="329294" y="417184"/>
                  </a:lnTo>
                  <a:lnTo>
                    <a:pt x="328487" y="417885"/>
                  </a:lnTo>
                  <a:lnTo>
                    <a:pt x="328068" y="418195"/>
                  </a:lnTo>
                  <a:lnTo>
                    <a:pt x="327914" y="418311"/>
                  </a:lnTo>
                  <a:lnTo>
                    <a:pt x="327743" y="418856"/>
                  </a:lnTo>
                  <a:lnTo>
                    <a:pt x="327842" y="419368"/>
                  </a:lnTo>
                  <a:lnTo>
                    <a:pt x="327855" y="419507"/>
                  </a:lnTo>
                  <a:lnTo>
                    <a:pt x="327864" y="419715"/>
                  </a:lnTo>
                  <a:lnTo>
                    <a:pt x="327821" y="420055"/>
                  </a:lnTo>
                  <a:lnTo>
                    <a:pt x="327914" y="420726"/>
                  </a:lnTo>
                  <a:lnTo>
                    <a:pt x="328085" y="420913"/>
                  </a:lnTo>
                  <a:lnTo>
                    <a:pt x="328299" y="421348"/>
                  </a:lnTo>
                  <a:lnTo>
                    <a:pt x="328409" y="421597"/>
                  </a:lnTo>
                  <a:lnTo>
                    <a:pt x="328492" y="422194"/>
                  </a:lnTo>
                  <a:lnTo>
                    <a:pt x="328875" y="422676"/>
                  </a:lnTo>
                  <a:lnTo>
                    <a:pt x="329035" y="423110"/>
                  </a:lnTo>
                  <a:lnTo>
                    <a:pt x="329387" y="424306"/>
                  </a:lnTo>
                  <a:lnTo>
                    <a:pt x="329372" y="424747"/>
                  </a:lnTo>
                  <a:lnTo>
                    <a:pt x="329901" y="425445"/>
                  </a:lnTo>
                  <a:lnTo>
                    <a:pt x="330377" y="425475"/>
                  </a:lnTo>
                  <a:lnTo>
                    <a:pt x="330910" y="425694"/>
                  </a:lnTo>
                  <a:lnTo>
                    <a:pt x="330987" y="425955"/>
                  </a:lnTo>
                  <a:lnTo>
                    <a:pt x="330902" y="426144"/>
                  </a:lnTo>
                  <a:lnTo>
                    <a:pt x="330689" y="426825"/>
                  </a:lnTo>
                  <a:lnTo>
                    <a:pt x="330659" y="426992"/>
                  </a:lnTo>
                  <a:lnTo>
                    <a:pt x="330735" y="427367"/>
                  </a:lnTo>
                  <a:lnTo>
                    <a:pt x="330886" y="427531"/>
                  </a:lnTo>
                  <a:lnTo>
                    <a:pt x="331088" y="427618"/>
                  </a:lnTo>
                  <a:lnTo>
                    <a:pt x="331197" y="428241"/>
                  </a:lnTo>
                  <a:lnTo>
                    <a:pt x="331126" y="429032"/>
                  </a:lnTo>
                  <a:lnTo>
                    <a:pt x="331106" y="429475"/>
                  </a:lnTo>
                  <a:lnTo>
                    <a:pt x="331152" y="429668"/>
                  </a:lnTo>
                  <a:lnTo>
                    <a:pt x="330969" y="429726"/>
                  </a:lnTo>
                  <a:lnTo>
                    <a:pt x="330407" y="429752"/>
                  </a:lnTo>
                  <a:lnTo>
                    <a:pt x="330076" y="429556"/>
                  </a:lnTo>
                  <a:lnTo>
                    <a:pt x="329855" y="429917"/>
                  </a:lnTo>
                  <a:lnTo>
                    <a:pt x="329831" y="430137"/>
                  </a:lnTo>
                  <a:lnTo>
                    <a:pt x="329802" y="430364"/>
                  </a:lnTo>
                  <a:lnTo>
                    <a:pt x="329730" y="430588"/>
                  </a:lnTo>
                  <a:lnTo>
                    <a:pt x="329598" y="430849"/>
                  </a:lnTo>
                  <a:lnTo>
                    <a:pt x="329436" y="431102"/>
                  </a:lnTo>
                  <a:lnTo>
                    <a:pt x="329495" y="431964"/>
                  </a:lnTo>
                  <a:lnTo>
                    <a:pt x="329635" y="431956"/>
                  </a:lnTo>
                  <a:lnTo>
                    <a:pt x="329854" y="432210"/>
                  </a:lnTo>
                  <a:lnTo>
                    <a:pt x="329507" y="432731"/>
                  </a:lnTo>
                  <a:lnTo>
                    <a:pt x="328860" y="433408"/>
                  </a:lnTo>
                  <a:lnTo>
                    <a:pt x="328910" y="433961"/>
                  </a:lnTo>
                  <a:lnTo>
                    <a:pt x="329068" y="434460"/>
                  </a:lnTo>
                  <a:lnTo>
                    <a:pt x="328915" y="434579"/>
                  </a:lnTo>
                  <a:lnTo>
                    <a:pt x="328705" y="434571"/>
                  </a:lnTo>
                  <a:lnTo>
                    <a:pt x="328569" y="434526"/>
                  </a:lnTo>
                  <a:lnTo>
                    <a:pt x="328398" y="434396"/>
                  </a:lnTo>
                  <a:lnTo>
                    <a:pt x="327613" y="434302"/>
                  </a:lnTo>
                  <a:lnTo>
                    <a:pt x="326241" y="434806"/>
                  </a:lnTo>
                  <a:lnTo>
                    <a:pt x="326343" y="435594"/>
                  </a:lnTo>
                  <a:lnTo>
                    <a:pt x="326475" y="436081"/>
                  </a:lnTo>
                  <a:lnTo>
                    <a:pt x="325884" y="437720"/>
                  </a:lnTo>
                  <a:lnTo>
                    <a:pt x="325450" y="438255"/>
                  </a:lnTo>
                  <a:lnTo>
                    <a:pt x="324917" y="438232"/>
                  </a:lnTo>
                  <a:lnTo>
                    <a:pt x="324231" y="438474"/>
                  </a:lnTo>
                  <a:lnTo>
                    <a:pt x="324080" y="438622"/>
                  </a:lnTo>
                  <a:lnTo>
                    <a:pt x="323840" y="439067"/>
                  </a:lnTo>
                  <a:lnTo>
                    <a:pt x="323803" y="439287"/>
                  </a:lnTo>
                  <a:lnTo>
                    <a:pt x="323659" y="439753"/>
                  </a:lnTo>
                  <a:lnTo>
                    <a:pt x="323250" y="440405"/>
                  </a:lnTo>
                  <a:lnTo>
                    <a:pt x="323020" y="440493"/>
                  </a:lnTo>
                  <a:lnTo>
                    <a:pt x="322297" y="440497"/>
                  </a:lnTo>
                  <a:lnTo>
                    <a:pt x="321368" y="440159"/>
                  </a:lnTo>
                  <a:lnTo>
                    <a:pt x="321109" y="440306"/>
                  </a:lnTo>
                  <a:lnTo>
                    <a:pt x="320665" y="440406"/>
                  </a:lnTo>
                  <a:lnTo>
                    <a:pt x="320518" y="440428"/>
                  </a:lnTo>
                  <a:lnTo>
                    <a:pt x="320278" y="440171"/>
                  </a:lnTo>
                  <a:lnTo>
                    <a:pt x="320588" y="439909"/>
                  </a:lnTo>
                  <a:lnTo>
                    <a:pt x="320269" y="439356"/>
                  </a:lnTo>
                  <a:lnTo>
                    <a:pt x="320093" y="438721"/>
                  </a:lnTo>
                  <a:lnTo>
                    <a:pt x="319958" y="438519"/>
                  </a:lnTo>
                  <a:lnTo>
                    <a:pt x="319787" y="438467"/>
                  </a:lnTo>
                  <a:lnTo>
                    <a:pt x="319582" y="438617"/>
                  </a:lnTo>
                  <a:lnTo>
                    <a:pt x="319313" y="439043"/>
                  </a:lnTo>
                  <a:lnTo>
                    <a:pt x="318777" y="438863"/>
                  </a:lnTo>
                  <a:lnTo>
                    <a:pt x="318589" y="438808"/>
                  </a:lnTo>
                  <a:lnTo>
                    <a:pt x="317893" y="438745"/>
                  </a:lnTo>
                  <a:lnTo>
                    <a:pt x="318062" y="439109"/>
                  </a:lnTo>
                  <a:lnTo>
                    <a:pt x="317863" y="439202"/>
                  </a:lnTo>
                  <a:lnTo>
                    <a:pt x="317548" y="439199"/>
                  </a:lnTo>
                  <a:lnTo>
                    <a:pt x="317363" y="439173"/>
                  </a:lnTo>
                  <a:lnTo>
                    <a:pt x="317173" y="439133"/>
                  </a:lnTo>
                  <a:lnTo>
                    <a:pt x="316892" y="439268"/>
                  </a:lnTo>
                  <a:lnTo>
                    <a:pt x="316956" y="439733"/>
                  </a:lnTo>
                  <a:lnTo>
                    <a:pt x="316853" y="439889"/>
                  </a:lnTo>
                  <a:lnTo>
                    <a:pt x="316642" y="440186"/>
                  </a:lnTo>
                  <a:lnTo>
                    <a:pt x="316414" y="440025"/>
                  </a:lnTo>
                  <a:lnTo>
                    <a:pt x="316176" y="440002"/>
                  </a:lnTo>
                  <a:lnTo>
                    <a:pt x="315881" y="440031"/>
                  </a:lnTo>
                  <a:lnTo>
                    <a:pt x="315711" y="440204"/>
                  </a:lnTo>
                  <a:lnTo>
                    <a:pt x="315654" y="440332"/>
                  </a:lnTo>
                  <a:lnTo>
                    <a:pt x="315446" y="440492"/>
                  </a:lnTo>
                  <a:lnTo>
                    <a:pt x="315294" y="440549"/>
                  </a:lnTo>
                  <a:lnTo>
                    <a:pt x="314944" y="440414"/>
                  </a:lnTo>
                  <a:lnTo>
                    <a:pt x="314704" y="440339"/>
                  </a:lnTo>
                  <a:lnTo>
                    <a:pt x="314197" y="440377"/>
                  </a:lnTo>
                  <a:lnTo>
                    <a:pt x="313991" y="440526"/>
                  </a:lnTo>
                  <a:lnTo>
                    <a:pt x="313575" y="440516"/>
                  </a:lnTo>
                  <a:lnTo>
                    <a:pt x="313316" y="440654"/>
                  </a:lnTo>
                  <a:lnTo>
                    <a:pt x="312553" y="441075"/>
                  </a:lnTo>
                  <a:lnTo>
                    <a:pt x="312311" y="441247"/>
                  </a:lnTo>
                  <a:lnTo>
                    <a:pt x="311942" y="441232"/>
                  </a:lnTo>
                  <a:lnTo>
                    <a:pt x="311770" y="440949"/>
                  </a:lnTo>
                  <a:lnTo>
                    <a:pt x="312047" y="440008"/>
                  </a:lnTo>
                  <a:lnTo>
                    <a:pt x="311882" y="439580"/>
                  </a:lnTo>
                  <a:lnTo>
                    <a:pt x="311259" y="439364"/>
                  </a:lnTo>
                  <a:lnTo>
                    <a:pt x="310739" y="439291"/>
                  </a:lnTo>
                  <a:lnTo>
                    <a:pt x="310215" y="438536"/>
                  </a:lnTo>
                  <a:lnTo>
                    <a:pt x="310058" y="438335"/>
                  </a:lnTo>
                  <a:lnTo>
                    <a:pt x="309692" y="438409"/>
                  </a:lnTo>
                  <a:lnTo>
                    <a:pt x="309568" y="438621"/>
                  </a:lnTo>
                  <a:lnTo>
                    <a:pt x="308927" y="439014"/>
                  </a:lnTo>
                  <a:lnTo>
                    <a:pt x="308769" y="438254"/>
                  </a:lnTo>
                  <a:lnTo>
                    <a:pt x="308374" y="438111"/>
                  </a:lnTo>
                  <a:lnTo>
                    <a:pt x="307479" y="437952"/>
                  </a:lnTo>
                  <a:lnTo>
                    <a:pt x="306811" y="438401"/>
                  </a:lnTo>
                  <a:lnTo>
                    <a:pt x="306286" y="438219"/>
                  </a:lnTo>
                  <a:lnTo>
                    <a:pt x="306051" y="438394"/>
                  </a:lnTo>
                  <a:lnTo>
                    <a:pt x="305842" y="438671"/>
                  </a:lnTo>
                  <a:lnTo>
                    <a:pt x="305694" y="438819"/>
                  </a:lnTo>
                  <a:lnTo>
                    <a:pt x="305420" y="438789"/>
                  </a:lnTo>
                  <a:lnTo>
                    <a:pt x="305184" y="438585"/>
                  </a:lnTo>
                  <a:lnTo>
                    <a:pt x="304587" y="437919"/>
                  </a:lnTo>
                  <a:lnTo>
                    <a:pt x="304442" y="436933"/>
                  </a:lnTo>
                  <a:lnTo>
                    <a:pt x="304049" y="436669"/>
                  </a:lnTo>
                  <a:lnTo>
                    <a:pt x="303332" y="436678"/>
                  </a:lnTo>
                  <a:lnTo>
                    <a:pt x="302488" y="436412"/>
                  </a:lnTo>
                  <a:lnTo>
                    <a:pt x="302326" y="436448"/>
                  </a:lnTo>
                  <a:lnTo>
                    <a:pt x="302011" y="436365"/>
                  </a:lnTo>
                  <a:lnTo>
                    <a:pt x="301860" y="435984"/>
                  </a:lnTo>
                  <a:lnTo>
                    <a:pt x="301877" y="435495"/>
                  </a:lnTo>
                  <a:lnTo>
                    <a:pt x="301737" y="434912"/>
                  </a:lnTo>
                  <a:lnTo>
                    <a:pt x="301623" y="434783"/>
                  </a:lnTo>
                  <a:lnTo>
                    <a:pt x="301175" y="434561"/>
                  </a:lnTo>
                  <a:lnTo>
                    <a:pt x="300392" y="433974"/>
                  </a:lnTo>
                  <a:lnTo>
                    <a:pt x="299983" y="433876"/>
                  </a:lnTo>
                  <a:lnTo>
                    <a:pt x="299639" y="434128"/>
                  </a:lnTo>
                  <a:lnTo>
                    <a:pt x="299185" y="434287"/>
                  </a:lnTo>
                  <a:lnTo>
                    <a:pt x="299176" y="433834"/>
                  </a:lnTo>
                  <a:lnTo>
                    <a:pt x="299224" y="433556"/>
                  </a:lnTo>
                  <a:lnTo>
                    <a:pt x="299255" y="433415"/>
                  </a:lnTo>
                  <a:lnTo>
                    <a:pt x="299235" y="432825"/>
                  </a:lnTo>
                  <a:lnTo>
                    <a:pt x="299040" y="431742"/>
                  </a:lnTo>
                  <a:lnTo>
                    <a:pt x="298715" y="431199"/>
                  </a:lnTo>
                  <a:lnTo>
                    <a:pt x="298570" y="431094"/>
                  </a:lnTo>
                  <a:lnTo>
                    <a:pt x="298530" y="430699"/>
                  </a:lnTo>
                  <a:lnTo>
                    <a:pt x="298615" y="430340"/>
                  </a:lnTo>
                  <a:lnTo>
                    <a:pt x="298147" y="430377"/>
                  </a:lnTo>
                  <a:lnTo>
                    <a:pt x="298111" y="430864"/>
                  </a:lnTo>
                  <a:lnTo>
                    <a:pt x="298233" y="431116"/>
                  </a:lnTo>
                  <a:lnTo>
                    <a:pt x="298085" y="431467"/>
                  </a:lnTo>
                  <a:lnTo>
                    <a:pt x="297760" y="431572"/>
                  </a:lnTo>
                  <a:lnTo>
                    <a:pt x="297572" y="431429"/>
                  </a:lnTo>
                  <a:lnTo>
                    <a:pt x="297492" y="431159"/>
                  </a:lnTo>
                  <a:lnTo>
                    <a:pt x="296973" y="431212"/>
                  </a:lnTo>
                  <a:lnTo>
                    <a:pt x="296708" y="431327"/>
                  </a:lnTo>
                  <a:lnTo>
                    <a:pt x="296487" y="431164"/>
                  </a:lnTo>
                  <a:lnTo>
                    <a:pt x="296361" y="430905"/>
                  </a:lnTo>
                  <a:lnTo>
                    <a:pt x="295841" y="430403"/>
                  </a:lnTo>
                  <a:lnTo>
                    <a:pt x="295118" y="430684"/>
                  </a:lnTo>
                  <a:lnTo>
                    <a:pt x="294399" y="431198"/>
                  </a:lnTo>
                  <a:lnTo>
                    <a:pt x="294340" y="431460"/>
                  </a:lnTo>
                  <a:lnTo>
                    <a:pt x="294361" y="431755"/>
                  </a:lnTo>
                  <a:lnTo>
                    <a:pt x="294301" y="431946"/>
                  </a:lnTo>
                  <a:lnTo>
                    <a:pt x="293790" y="432483"/>
                  </a:lnTo>
                  <a:lnTo>
                    <a:pt x="293320" y="432553"/>
                  </a:lnTo>
                  <a:lnTo>
                    <a:pt x="292887" y="432941"/>
                  </a:lnTo>
                  <a:lnTo>
                    <a:pt x="292422" y="432186"/>
                  </a:lnTo>
                  <a:lnTo>
                    <a:pt x="292332" y="431819"/>
                  </a:lnTo>
                  <a:lnTo>
                    <a:pt x="291995" y="431682"/>
                  </a:lnTo>
                  <a:lnTo>
                    <a:pt x="291739" y="431636"/>
                  </a:lnTo>
                  <a:lnTo>
                    <a:pt x="291450" y="431734"/>
                  </a:lnTo>
                  <a:lnTo>
                    <a:pt x="291408" y="431977"/>
                  </a:lnTo>
                  <a:lnTo>
                    <a:pt x="291001" y="432704"/>
                  </a:lnTo>
                  <a:lnTo>
                    <a:pt x="291215" y="432817"/>
                  </a:lnTo>
                  <a:lnTo>
                    <a:pt x="291414" y="432703"/>
                  </a:lnTo>
                  <a:lnTo>
                    <a:pt x="291589" y="432989"/>
                  </a:lnTo>
                  <a:lnTo>
                    <a:pt x="291427" y="433019"/>
                  </a:lnTo>
                  <a:lnTo>
                    <a:pt x="291033" y="433056"/>
                  </a:lnTo>
                  <a:lnTo>
                    <a:pt x="290456" y="433199"/>
                  </a:lnTo>
                  <a:lnTo>
                    <a:pt x="290178" y="433535"/>
                  </a:lnTo>
                  <a:lnTo>
                    <a:pt x="289985" y="434265"/>
                  </a:lnTo>
                  <a:lnTo>
                    <a:pt x="290334" y="434606"/>
                  </a:lnTo>
                  <a:lnTo>
                    <a:pt x="290560" y="435166"/>
                  </a:lnTo>
                  <a:lnTo>
                    <a:pt x="290629" y="435439"/>
                  </a:lnTo>
                  <a:lnTo>
                    <a:pt x="290493" y="435924"/>
                  </a:lnTo>
                  <a:lnTo>
                    <a:pt x="290133" y="435851"/>
                  </a:lnTo>
                  <a:lnTo>
                    <a:pt x="289662" y="435492"/>
                  </a:lnTo>
                  <a:lnTo>
                    <a:pt x="289170" y="435558"/>
                  </a:lnTo>
                  <a:lnTo>
                    <a:pt x="288691" y="435809"/>
                  </a:lnTo>
                  <a:lnTo>
                    <a:pt x="288808" y="435958"/>
                  </a:lnTo>
                  <a:lnTo>
                    <a:pt x="288673" y="436764"/>
                  </a:lnTo>
                  <a:lnTo>
                    <a:pt x="288032" y="437617"/>
                  </a:lnTo>
                  <a:lnTo>
                    <a:pt x="287822" y="437629"/>
                  </a:lnTo>
                  <a:lnTo>
                    <a:pt x="287583" y="437606"/>
                  </a:lnTo>
                  <a:lnTo>
                    <a:pt x="287108" y="437863"/>
                  </a:lnTo>
                  <a:lnTo>
                    <a:pt x="286324" y="438479"/>
                  </a:lnTo>
                  <a:lnTo>
                    <a:pt x="286053" y="438515"/>
                  </a:lnTo>
                  <a:lnTo>
                    <a:pt x="285965" y="438752"/>
                  </a:lnTo>
                  <a:lnTo>
                    <a:pt x="285497" y="439525"/>
                  </a:lnTo>
                  <a:lnTo>
                    <a:pt x="285329" y="439573"/>
                  </a:lnTo>
                  <a:lnTo>
                    <a:pt x="284568" y="439351"/>
                  </a:lnTo>
                  <a:lnTo>
                    <a:pt x="284254" y="439389"/>
                  </a:lnTo>
                  <a:lnTo>
                    <a:pt x="284094" y="439372"/>
                  </a:lnTo>
                  <a:lnTo>
                    <a:pt x="283663" y="439093"/>
                  </a:lnTo>
                  <a:lnTo>
                    <a:pt x="283030" y="439213"/>
                  </a:lnTo>
                  <a:lnTo>
                    <a:pt x="282876" y="439288"/>
                  </a:lnTo>
                  <a:lnTo>
                    <a:pt x="282849" y="439537"/>
                  </a:lnTo>
                  <a:lnTo>
                    <a:pt x="282602" y="439939"/>
                  </a:lnTo>
                  <a:lnTo>
                    <a:pt x="282455" y="439915"/>
                  </a:lnTo>
                  <a:lnTo>
                    <a:pt x="282004" y="440073"/>
                  </a:lnTo>
                  <a:lnTo>
                    <a:pt x="281198" y="440794"/>
                  </a:lnTo>
                  <a:lnTo>
                    <a:pt x="280989" y="442111"/>
                  </a:lnTo>
                  <a:lnTo>
                    <a:pt x="280733" y="442204"/>
                  </a:lnTo>
                  <a:lnTo>
                    <a:pt x="280151" y="441979"/>
                  </a:lnTo>
                  <a:lnTo>
                    <a:pt x="279798" y="441524"/>
                  </a:lnTo>
                  <a:lnTo>
                    <a:pt x="279667" y="441071"/>
                  </a:lnTo>
                  <a:lnTo>
                    <a:pt x="279620" y="440794"/>
                  </a:lnTo>
                  <a:lnTo>
                    <a:pt x="279299" y="439840"/>
                  </a:lnTo>
                  <a:lnTo>
                    <a:pt x="278538" y="440408"/>
                  </a:lnTo>
                  <a:lnTo>
                    <a:pt x="278274" y="440575"/>
                  </a:lnTo>
                  <a:lnTo>
                    <a:pt x="277697" y="440126"/>
                  </a:lnTo>
                  <a:lnTo>
                    <a:pt x="277376" y="440115"/>
                  </a:lnTo>
                  <a:lnTo>
                    <a:pt x="277390" y="440302"/>
                  </a:lnTo>
                  <a:lnTo>
                    <a:pt x="277501" y="440619"/>
                  </a:lnTo>
                  <a:lnTo>
                    <a:pt x="277705" y="440914"/>
                  </a:lnTo>
                  <a:lnTo>
                    <a:pt x="277577" y="441524"/>
                  </a:lnTo>
                  <a:lnTo>
                    <a:pt x="277687" y="442334"/>
                  </a:lnTo>
                  <a:lnTo>
                    <a:pt x="277905" y="442875"/>
                  </a:lnTo>
                  <a:lnTo>
                    <a:pt x="277994" y="443079"/>
                  </a:lnTo>
                  <a:lnTo>
                    <a:pt x="278215" y="443356"/>
                  </a:lnTo>
                  <a:lnTo>
                    <a:pt x="278182" y="443942"/>
                  </a:lnTo>
                  <a:lnTo>
                    <a:pt x="278043" y="444413"/>
                  </a:lnTo>
                  <a:lnTo>
                    <a:pt x="278186" y="444771"/>
                  </a:lnTo>
                  <a:lnTo>
                    <a:pt x="278460" y="444836"/>
                  </a:lnTo>
                  <a:lnTo>
                    <a:pt x="278877" y="444803"/>
                  </a:lnTo>
                  <a:lnTo>
                    <a:pt x="279307" y="444929"/>
                  </a:lnTo>
                  <a:lnTo>
                    <a:pt x="279411" y="445088"/>
                  </a:lnTo>
                  <a:lnTo>
                    <a:pt x="280208" y="444944"/>
                  </a:lnTo>
                  <a:lnTo>
                    <a:pt x="280752" y="444785"/>
                  </a:lnTo>
                  <a:lnTo>
                    <a:pt x="280897" y="444987"/>
                  </a:lnTo>
                  <a:lnTo>
                    <a:pt x="281297" y="444645"/>
                  </a:lnTo>
                  <a:lnTo>
                    <a:pt x="281780" y="444743"/>
                  </a:lnTo>
                  <a:lnTo>
                    <a:pt x="282187" y="444554"/>
                  </a:lnTo>
                  <a:lnTo>
                    <a:pt x="282648" y="444614"/>
                  </a:lnTo>
                  <a:lnTo>
                    <a:pt x="283278" y="444875"/>
                  </a:lnTo>
                  <a:lnTo>
                    <a:pt x="283700" y="444897"/>
                  </a:lnTo>
                  <a:lnTo>
                    <a:pt x="284157" y="444926"/>
                  </a:lnTo>
                  <a:lnTo>
                    <a:pt x="284280" y="445390"/>
                  </a:lnTo>
                  <a:lnTo>
                    <a:pt x="284417" y="445547"/>
                  </a:lnTo>
                  <a:lnTo>
                    <a:pt x="284698" y="445729"/>
                  </a:lnTo>
                  <a:lnTo>
                    <a:pt x="284930" y="445869"/>
                  </a:lnTo>
                  <a:lnTo>
                    <a:pt x="284934" y="446022"/>
                  </a:lnTo>
                  <a:lnTo>
                    <a:pt x="285113" y="446650"/>
                  </a:lnTo>
                  <a:lnTo>
                    <a:pt x="285296" y="446934"/>
                  </a:lnTo>
                  <a:lnTo>
                    <a:pt x="285738" y="446788"/>
                  </a:lnTo>
                  <a:lnTo>
                    <a:pt x="286069" y="447077"/>
                  </a:lnTo>
                  <a:lnTo>
                    <a:pt x="286018" y="447549"/>
                  </a:lnTo>
                  <a:lnTo>
                    <a:pt x="285777" y="447861"/>
                  </a:lnTo>
                  <a:lnTo>
                    <a:pt x="285619" y="447897"/>
                  </a:lnTo>
                  <a:lnTo>
                    <a:pt x="285198" y="447983"/>
                  </a:lnTo>
                  <a:lnTo>
                    <a:pt x="284868" y="447951"/>
                  </a:lnTo>
                  <a:lnTo>
                    <a:pt x="283991" y="448608"/>
                  </a:lnTo>
                  <a:lnTo>
                    <a:pt x="283592" y="448876"/>
                  </a:lnTo>
                  <a:lnTo>
                    <a:pt x="283088" y="449204"/>
                  </a:lnTo>
                  <a:lnTo>
                    <a:pt x="283000" y="449493"/>
                  </a:lnTo>
                  <a:lnTo>
                    <a:pt x="282765" y="450467"/>
                  </a:lnTo>
                  <a:lnTo>
                    <a:pt x="282963" y="450859"/>
                  </a:lnTo>
                  <a:lnTo>
                    <a:pt x="283187" y="451134"/>
                  </a:lnTo>
                  <a:lnTo>
                    <a:pt x="283435" y="451390"/>
                  </a:lnTo>
                  <a:lnTo>
                    <a:pt x="283832" y="451834"/>
                  </a:lnTo>
                  <a:lnTo>
                    <a:pt x="284848" y="453492"/>
                  </a:lnTo>
                  <a:lnTo>
                    <a:pt x="285012" y="453534"/>
                  </a:lnTo>
                  <a:lnTo>
                    <a:pt x="285150" y="453743"/>
                  </a:lnTo>
                  <a:lnTo>
                    <a:pt x="284973" y="453868"/>
                  </a:lnTo>
                  <a:lnTo>
                    <a:pt x="284502" y="454336"/>
                  </a:lnTo>
                  <a:lnTo>
                    <a:pt x="284385" y="454577"/>
                  </a:lnTo>
                  <a:lnTo>
                    <a:pt x="284385" y="454756"/>
                  </a:lnTo>
                  <a:lnTo>
                    <a:pt x="284530" y="454983"/>
                  </a:lnTo>
                  <a:lnTo>
                    <a:pt x="284274" y="455504"/>
                  </a:lnTo>
                  <a:lnTo>
                    <a:pt x="284106" y="455549"/>
                  </a:lnTo>
                  <a:lnTo>
                    <a:pt x="283869" y="455662"/>
                  </a:lnTo>
                  <a:lnTo>
                    <a:pt x="283764" y="455806"/>
                  </a:lnTo>
                  <a:lnTo>
                    <a:pt x="283402" y="456324"/>
                  </a:lnTo>
                  <a:lnTo>
                    <a:pt x="283507" y="456732"/>
                  </a:lnTo>
                  <a:lnTo>
                    <a:pt x="283758" y="456996"/>
                  </a:lnTo>
                  <a:lnTo>
                    <a:pt x="284073" y="457294"/>
                  </a:lnTo>
                  <a:lnTo>
                    <a:pt x="283898" y="457769"/>
                  </a:lnTo>
                  <a:lnTo>
                    <a:pt x="283843" y="457906"/>
                  </a:lnTo>
                  <a:lnTo>
                    <a:pt x="283722" y="458035"/>
                  </a:lnTo>
                  <a:lnTo>
                    <a:pt x="284075" y="458389"/>
                  </a:lnTo>
                  <a:lnTo>
                    <a:pt x="284856" y="459206"/>
                  </a:lnTo>
                  <a:lnTo>
                    <a:pt x="284842" y="459543"/>
                  </a:lnTo>
                  <a:lnTo>
                    <a:pt x="284762" y="460222"/>
                  </a:lnTo>
                  <a:lnTo>
                    <a:pt x="284516" y="460445"/>
                  </a:lnTo>
                  <a:lnTo>
                    <a:pt x="284594" y="460648"/>
                  </a:lnTo>
                  <a:lnTo>
                    <a:pt x="284926" y="461035"/>
                  </a:lnTo>
                  <a:lnTo>
                    <a:pt x="284508" y="461215"/>
                  </a:lnTo>
                  <a:lnTo>
                    <a:pt x="284332" y="461244"/>
                  </a:lnTo>
                  <a:lnTo>
                    <a:pt x="284109" y="461336"/>
                  </a:lnTo>
                  <a:lnTo>
                    <a:pt x="283962" y="461589"/>
                  </a:lnTo>
                  <a:lnTo>
                    <a:pt x="284179" y="461801"/>
                  </a:lnTo>
                  <a:lnTo>
                    <a:pt x="283966" y="462083"/>
                  </a:lnTo>
                  <a:lnTo>
                    <a:pt x="283874" y="462241"/>
                  </a:lnTo>
                  <a:lnTo>
                    <a:pt x="283431" y="462315"/>
                  </a:lnTo>
                  <a:lnTo>
                    <a:pt x="282838" y="462503"/>
                  </a:lnTo>
                  <a:lnTo>
                    <a:pt x="282355" y="462236"/>
                  </a:lnTo>
                  <a:lnTo>
                    <a:pt x="282043" y="462410"/>
                  </a:lnTo>
                  <a:lnTo>
                    <a:pt x="281768" y="462605"/>
                  </a:lnTo>
                  <a:lnTo>
                    <a:pt x="281294" y="462373"/>
                  </a:lnTo>
                  <a:lnTo>
                    <a:pt x="281042" y="462327"/>
                  </a:lnTo>
                  <a:lnTo>
                    <a:pt x="280019" y="462423"/>
                  </a:lnTo>
                  <a:lnTo>
                    <a:pt x="278905" y="462838"/>
                  </a:lnTo>
                  <a:lnTo>
                    <a:pt x="278497" y="463446"/>
                  </a:lnTo>
                  <a:lnTo>
                    <a:pt x="278387" y="463653"/>
                  </a:lnTo>
                  <a:lnTo>
                    <a:pt x="277846" y="463676"/>
                  </a:lnTo>
                  <a:lnTo>
                    <a:pt x="277040" y="463629"/>
                  </a:lnTo>
                  <a:lnTo>
                    <a:pt x="276651" y="463819"/>
                  </a:lnTo>
                  <a:lnTo>
                    <a:pt x="276265" y="463845"/>
                  </a:lnTo>
                  <a:lnTo>
                    <a:pt x="275874" y="463750"/>
                  </a:lnTo>
                  <a:lnTo>
                    <a:pt x="275010" y="464000"/>
                  </a:lnTo>
                  <a:lnTo>
                    <a:pt x="274610" y="464007"/>
                  </a:lnTo>
                  <a:lnTo>
                    <a:pt x="274065" y="463741"/>
                  </a:lnTo>
                  <a:lnTo>
                    <a:pt x="273958" y="463586"/>
                  </a:lnTo>
                  <a:lnTo>
                    <a:pt x="274178" y="463261"/>
                  </a:lnTo>
                  <a:lnTo>
                    <a:pt x="274310" y="462826"/>
                  </a:lnTo>
                  <a:lnTo>
                    <a:pt x="274246" y="462493"/>
                  </a:lnTo>
                  <a:lnTo>
                    <a:pt x="274162" y="462042"/>
                  </a:lnTo>
                  <a:lnTo>
                    <a:pt x="274222" y="461260"/>
                  </a:lnTo>
                  <a:lnTo>
                    <a:pt x="274007" y="460912"/>
                  </a:lnTo>
                  <a:lnTo>
                    <a:pt x="273690" y="460781"/>
                  </a:lnTo>
                  <a:lnTo>
                    <a:pt x="272671" y="460522"/>
                  </a:lnTo>
                  <a:lnTo>
                    <a:pt x="272372" y="460429"/>
                  </a:lnTo>
                  <a:lnTo>
                    <a:pt x="272195" y="460231"/>
                  </a:lnTo>
                  <a:lnTo>
                    <a:pt x="272284" y="459220"/>
                  </a:lnTo>
                  <a:lnTo>
                    <a:pt x="272295" y="458918"/>
                  </a:lnTo>
                  <a:lnTo>
                    <a:pt x="272229" y="458486"/>
                  </a:lnTo>
                  <a:lnTo>
                    <a:pt x="272164" y="458216"/>
                  </a:lnTo>
                  <a:lnTo>
                    <a:pt x="271760" y="457804"/>
                  </a:lnTo>
                  <a:lnTo>
                    <a:pt x="271316" y="457617"/>
                  </a:lnTo>
                  <a:lnTo>
                    <a:pt x="270989" y="456927"/>
                  </a:lnTo>
                  <a:lnTo>
                    <a:pt x="270922" y="456751"/>
                  </a:lnTo>
                  <a:lnTo>
                    <a:pt x="270972" y="455964"/>
                  </a:lnTo>
                  <a:lnTo>
                    <a:pt x="271276" y="455515"/>
                  </a:lnTo>
                  <a:lnTo>
                    <a:pt x="270921" y="454069"/>
                  </a:lnTo>
                  <a:lnTo>
                    <a:pt x="270618" y="453644"/>
                  </a:lnTo>
                  <a:lnTo>
                    <a:pt x="270002" y="453009"/>
                  </a:lnTo>
                  <a:lnTo>
                    <a:pt x="269534" y="452484"/>
                  </a:lnTo>
                  <a:lnTo>
                    <a:pt x="268935" y="452060"/>
                  </a:lnTo>
                  <a:lnTo>
                    <a:pt x="268130" y="450933"/>
                  </a:lnTo>
                  <a:lnTo>
                    <a:pt x="267386" y="450657"/>
                  </a:lnTo>
                  <a:lnTo>
                    <a:pt x="267242" y="450627"/>
                  </a:lnTo>
                  <a:lnTo>
                    <a:pt x="266843" y="450569"/>
                  </a:lnTo>
                  <a:lnTo>
                    <a:pt x="266412" y="450907"/>
                  </a:lnTo>
                  <a:lnTo>
                    <a:pt x="265382" y="451329"/>
                  </a:lnTo>
                  <a:lnTo>
                    <a:pt x="263789" y="451499"/>
                  </a:lnTo>
                  <a:lnTo>
                    <a:pt x="263637" y="451502"/>
                  </a:lnTo>
                  <a:lnTo>
                    <a:pt x="263237" y="451438"/>
                  </a:lnTo>
                  <a:lnTo>
                    <a:pt x="263215" y="451204"/>
                  </a:lnTo>
                  <a:lnTo>
                    <a:pt x="262533" y="450886"/>
                  </a:lnTo>
                  <a:lnTo>
                    <a:pt x="261593" y="450736"/>
                  </a:lnTo>
                  <a:lnTo>
                    <a:pt x="260727" y="450729"/>
                  </a:lnTo>
                  <a:lnTo>
                    <a:pt x="260614" y="450509"/>
                  </a:lnTo>
                  <a:lnTo>
                    <a:pt x="260555" y="450242"/>
                  </a:lnTo>
                  <a:lnTo>
                    <a:pt x="259479" y="449997"/>
                  </a:lnTo>
                  <a:lnTo>
                    <a:pt x="259146" y="450107"/>
                  </a:lnTo>
                  <a:lnTo>
                    <a:pt x="258809" y="450020"/>
                  </a:lnTo>
                  <a:lnTo>
                    <a:pt x="258490" y="449610"/>
                  </a:lnTo>
                  <a:lnTo>
                    <a:pt x="258559" y="449122"/>
                  </a:lnTo>
                  <a:lnTo>
                    <a:pt x="258625" y="448753"/>
                  </a:lnTo>
                  <a:lnTo>
                    <a:pt x="258482" y="448548"/>
                  </a:lnTo>
                  <a:lnTo>
                    <a:pt x="258259" y="448272"/>
                  </a:lnTo>
                  <a:lnTo>
                    <a:pt x="257943" y="448093"/>
                  </a:lnTo>
                  <a:lnTo>
                    <a:pt x="257467" y="448562"/>
                  </a:lnTo>
                  <a:lnTo>
                    <a:pt x="257439" y="449047"/>
                  </a:lnTo>
                  <a:lnTo>
                    <a:pt x="257361" y="449301"/>
                  </a:lnTo>
                  <a:lnTo>
                    <a:pt x="257130" y="449898"/>
                  </a:lnTo>
                  <a:lnTo>
                    <a:pt x="256760" y="450382"/>
                  </a:lnTo>
                  <a:lnTo>
                    <a:pt x="256510" y="450650"/>
                  </a:lnTo>
                  <a:lnTo>
                    <a:pt x="256042" y="450604"/>
                  </a:lnTo>
                  <a:lnTo>
                    <a:pt x="255600" y="450279"/>
                  </a:lnTo>
                  <a:lnTo>
                    <a:pt x="255383" y="449875"/>
                  </a:lnTo>
                  <a:lnTo>
                    <a:pt x="255486" y="449650"/>
                  </a:lnTo>
                  <a:lnTo>
                    <a:pt x="255506" y="449376"/>
                  </a:lnTo>
                  <a:lnTo>
                    <a:pt x="255260" y="449004"/>
                  </a:lnTo>
                  <a:lnTo>
                    <a:pt x="254765" y="448637"/>
                  </a:lnTo>
                  <a:lnTo>
                    <a:pt x="254610" y="448376"/>
                  </a:lnTo>
                  <a:lnTo>
                    <a:pt x="254360" y="447903"/>
                  </a:lnTo>
                  <a:lnTo>
                    <a:pt x="254190" y="447769"/>
                  </a:lnTo>
                  <a:lnTo>
                    <a:pt x="253960" y="447921"/>
                  </a:lnTo>
                  <a:lnTo>
                    <a:pt x="253472" y="448186"/>
                  </a:lnTo>
                  <a:lnTo>
                    <a:pt x="253382" y="448421"/>
                  </a:lnTo>
                  <a:lnTo>
                    <a:pt x="252732" y="448713"/>
                  </a:lnTo>
                  <a:lnTo>
                    <a:pt x="252339" y="448758"/>
                  </a:lnTo>
                  <a:lnTo>
                    <a:pt x="251886" y="448714"/>
                  </a:lnTo>
                  <a:lnTo>
                    <a:pt x="251700" y="448973"/>
                  </a:lnTo>
                  <a:lnTo>
                    <a:pt x="251272" y="449708"/>
                  </a:lnTo>
                  <a:lnTo>
                    <a:pt x="250408" y="449359"/>
                  </a:lnTo>
                  <a:lnTo>
                    <a:pt x="250151" y="449283"/>
                  </a:lnTo>
                  <a:lnTo>
                    <a:pt x="249890" y="449345"/>
                  </a:lnTo>
                  <a:lnTo>
                    <a:pt x="249186" y="449461"/>
                  </a:lnTo>
                  <a:lnTo>
                    <a:pt x="249136" y="448841"/>
                  </a:lnTo>
                  <a:lnTo>
                    <a:pt x="248725" y="448151"/>
                  </a:lnTo>
                  <a:lnTo>
                    <a:pt x="247977" y="448038"/>
                  </a:lnTo>
                  <a:lnTo>
                    <a:pt x="247370" y="448246"/>
                  </a:lnTo>
                  <a:lnTo>
                    <a:pt x="246269" y="448076"/>
                  </a:lnTo>
                  <a:lnTo>
                    <a:pt x="245790" y="448380"/>
                  </a:lnTo>
                  <a:lnTo>
                    <a:pt x="245876" y="449229"/>
                  </a:lnTo>
                  <a:lnTo>
                    <a:pt x="245556" y="449572"/>
                  </a:lnTo>
                  <a:lnTo>
                    <a:pt x="245438" y="450265"/>
                  </a:lnTo>
                  <a:lnTo>
                    <a:pt x="245284" y="450918"/>
                  </a:lnTo>
                  <a:lnTo>
                    <a:pt x="245130" y="451399"/>
                  </a:lnTo>
                  <a:lnTo>
                    <a:pt x="244744" y="453013"/>
                  </a:lnTo>
                  <a:lnTo>
                    <a:pt x="244529" y="454206"/>
                  </a:lnTo>
                  <a:lnTo>
                    <a:pt x="244218" y="454965"/>
                  </a:lnTo>
                  <a:lnTo>
                    <a:pt x="244263" y="455261"/>
                  </a:lnTo>
                  <a:lnTo>
                    <a:pt x="244045" y="456084"/>
                  </a:lnTo>
                  <a:lnTo>
                    <a:pt x="244084" y="456221"/>
                  </a:lnTo>
                  <a:lnTo>
                    <a:pt x="244277" y="456776"/>
                  </a:lnTo>
                  <a:lnTo>
                    <a:pt x="244146" y="457014"/>
                  </a:lnTo>
                  <a:lnTo>
                    <a:pt x="243845" y="457555"/>
                  </a:lnTo>
                  <a:lnTo>
                    <a:pt x="243311" y="458349"/>
                  </a:lnTo>
                  <a:lnTo>
                    <a:pt x="242752" y="458801"/>
                  </a:lnTo>
                  <a:lnTo>
                    <a:pt x="242781" y="459862"/>
                  </a:lnTo>
                  <a:lnTo>
                    <a:pt x="242890" y="460472"/>
                  </a:lnTo>
                  <a:lnTo>
                    <a:pt x="243088" y="460725"/>
                  </a:lnTo>
                  <a:lnTo>
                    <a:pt x="243436" y="460839"/>
                  </a:lnTo>
                  <a:lnTo>
                    <a:pt x="243590" y="460968"/>
                  </a:lnTo>
                  <a:lnTo>
                    <a:pt x="243737" y="461478"/>
                  </a:lnTo>
                  <a:lnTo>
                    <a:pt x="244106" y="461671"/>
                  </a:lnTo>
                  <a:lnTo>
                    <a:pt x="244668" y="461845"/>
                  </a:lnTo>
                  <a:lnTo>
                    <a:pt x="245148" y="461925"/>
                  </a:lnTo>
                  <a:lnTo>
                    <a:pt x="245324" y="462083"/>
                  </a:lnTo>
                  <a:lnTo>
                    <a:pt x="245187" y="462912"/>
                  </a:lnTo>
                  <a:lnTo>
                    <a:pt x="245112" y="463305"/>
                  </a:lnTo>
                  <a:lnTo>
                    <a:pt x="245046" y="463458"/>
                  </a:lnTo>
                  <a:lnTo>
                    <a:pt x="244940" y="463778"/>
                  </a:lnTo>
                  <a:lnTo>
                    <a:pt x="244849" y="464320"/>
                  </a:lnTo>
                  <a:lnTo>
                    <a:pt x="244870" y="465006"/>
                  </a:lnTo>
                  <a:lnTo>
                    <a:pt x="245107" y="465514"/>
                  </a:lnTo>
                  <a:lnTo>
                    <a:pt x="244788" y="466210"/>
                  </a:lnTo>
                  <a:lnTo>
                    <a:pt x="244704" y="466463"/>
                  </a:lnTo>
                  <a:lnTo>
                    <a:pt x="244296" y="466911"/>
                  </a:lnTo>
                  <a:lnTo>
                    <a:pt x="243654" y="466479"/>
                  </a:lnTo>
                  <a:lnTo>
                    <a:pt x="243093" y="466621"/>
                  </a:lnTo>
                  <a:lnTo>
                    <a:pt x="242833" y="466874"/>
                  </a:lnTo>
                  <a:lnTo>
                    <a:pt x="242702" y="467007"/>
                  </a:lnTo>
                  <a:lnTo>
                    <a:pt x="242461" y="467212"/>
                  </a:lnTo>
                  <a:lnTo>
                    <a:pt x="242034" y="467410"/>
                  </a:lnTo>
                  <a:lnTo>
                    <a:pt x="241606" y="467972"/>
                  </a:lnTo>
                  <a:lnTo>
                    <a:pt x="240456" y="468719"/>
                  </a:lnTo>
                  <a:lnTo>
                    <a:pt x="240216" y="468787"/>
                  </a:lnTo>
                  <a:lnTo>
                    <a:pt x="239769" y="469110"/>
                  </a:lnTo>
                  <a:lnTo>
                    <a:pt x="239231" y="469993"/>
                  </a:lnTo>
                  <a:lnTo>
                    <a:pt x="238996" y="470036"/>
                  </a:lnTo>
                  <a:lnTo>
                    <a:pt x="238737" y="470235"/>
                  </a:lnTo>
                  <a:lnTo>
                    <a:pt x="238651" y="470430"/>
                  </a:lnTo>
                  <a:lnTo>
                    <a:pt x="238638" y="470868"/>
                  </a:lnTo>
                  <a:lnTo>
                    <a:pt x="238677" y="471272"/>
                  </a:lnTo>
                  <a:lnTo>
                    <a:pt x="238434" y="471955"/>
                  </a:lnTo>
                  <a:lnTo>
                    <a:pt x="238110" y="472105"/>
                  </a:lnTo>
                  <a:lnTo>
                    <a:pt x="237686" y="471806"/>
                  </a:lnTo>
                  <a:lnTo>
                    <a:pt x="237075" y="471095"/>
                  </a:lnTo>
                  <a:lnTo>
                    <a:pt x="236247" y="470789"/>
                  </a:lnTo>
                  <a:lnTo>
                    <a:pt x="235871" y="470908"/>
                  </a:lnTo>
                  <a:lnTo>
                    <a:pt x="235189" y="470310"/>
                  </a:lnTo>
                  <a:lnTo>
                    <a:pt x="234479" y="470803"/>
                  </a:lnTo>
                  <a:lnTo>
                    <a:pt x="234227" y="470981"/>
                  </a:lnTo>
                  <a:lnTo>
                    <a:pt x="234061" y="470993"/>
                  </a:lnTo>
                  <a:lnTo>
                    <a:pt x="233928" y="470993"/>
                  </a:lnTo>
                  <a:lnTo>
                    <a:pt x="233501" y="470772"/>
                  </a:lnTo>
                  <a:lnTo>
                    <a:pt x="233241" y="470579"/>
                  </a:lnTo>
                  <a:lnTo>
                    <a:pt x="231956" y="470684"/>
                  </a:lnTo>
                  <a:lnTo>
                    <a:pt x="231821" y="470894"/>
                  </a:lnTo>
                  <a:lnTo>
                    <a:pt x="231444" y="471261"/>
                  </a:lnTo>
                  <a:lnTo>
                    <a:pt x="231270" y="471297"/>
                  </a:lnTo>
                  <a:lnTo>
                    <a:pt x="231212" y="470996"/>
                  </a:lnTo>
                  <a:lnTo>
                    <a:pt x="231053" y="470814"/>
                  </a:lnTo>
                  <a:lnTo>
                    <a:pt x="231009" y="470674"/>
                  </a:lnTo>
                  <a:lnTo>
                    <a:pt x="230929" y="470357"/>
                  </a:lnTo>
                  <a:lnTo>
                    <a:pt x="230798" y="470059"/>
                  </a:lnTo>
                  <a:lnTo>
                    <a:pt x="229891" y="470090"/>
                  </a:lnTo>
                  <a:lnTo>
                    <a:pt x="229834" y="469919"/>
                  </a:lnTo>
                  <a:lnTo>
                    <a:pt x="229326" y="469912"/>
                  </a:lnTo>
                  <a:lnTo>
                    <a:pt x="228556" y="470203"/>
                  </a:lnTo>
                  <a:lnTo>
                    <a:pt x="228388" y="470199"/>
                  </a:lnTo>
                  <a:lnTo>
                    <a:pt x="228004" y="470177"/>
                  </a:lnTo>
                  <a:lnTo>
                    <a:pt x="227857" y="470112"/>
                  </a:lnTo>
                  <a:lnTo>
                    <a:pt x="226994" y="469405"/>
                  </a:lnTo>
                  <a:lnTo>
                    <a:pt x="226832" y="469113"/>
                  </a:lnTo>
                  <a:lnTo>
                    <a:pt x="226424" y="469297"/>
                  </a:lnTo>
                  <a:lnTo>
                    <a:pt x="226206" y="469456"/>
                  </a:lnTo>
                  <a:lnTo>
                    <a:pt x="225694" y="469915"/>
                  </a:lnTo>
                  <a:lnTo>
                    <a:pt x="224880" y="470032"/>
                  </a:lnTo>
                  <a:lnTo>
                    <a:pt x="224509" y="470035"/>
                  </a:lnTo>
                  <a:lnTo>
                    <a:pt x="224306" y="469948"/>
                  </a:lnTo>
                  <a:lnTo>
                    <a:pt x="224078" y="469806"/>
                  </a:lnTo>
                  <a:lnTo>
                    <a:pt x="223917" y="469691"/>
                  </a:lnTo>
                  <a:lnTo>
                    <a:pt x="223671" y="469507"/>
                  </a:lnTo>
                  <a:lnTo>
                    <a:pt x="223166" y="469444"/>
                  </a:lnTo>
                  <a:lnTo>
                    <a:pt x="222491" y="469691"/>
                  </a:lnTo>
                  <a:lnTo>
                    <a:pt x="221831" y="470128"/>
                  </a:lnTo>
                  <a:lnTo>
                    <a:pt x="221738" y="470308"/>
                  </a:lnTo>
                  <a:lnTo>
                    <a:pt x="221135" y="471040"/>
                  </a:lnTo>
                  <a:lnTo>
                    <a:pt x="220935" y="471362"/>
                  </a:lnTo>
                  <a:lnTo>
                    <a:pt x="220770" y="471810"/>
                  </a:lnTo>
                  <a:lnTo>
                    <a:pt x="220643" y="472199"/>
                  </a:lnTo>
                  <a:lnTo>
                    <a:pt x="220424" y="472580"/>
                  </a:lnTo>
                  <a:lnTo>
                    <a:pt x="220205" y="472884"/>
                  </a:lnTo>
                  <a:lnTo>
                    <a:pt x="220087" y="473026"/>
                  </a:lnTo>
                  <a:lnTo>
                    <a:pt x="219913" y="473508"/>
                  </a:lnTo>
                  <a:lnTo>
                    <a:pt x="220175" y="473709"/>
                  </a:lnTo>
                  <a:lnTo>
                    <a:pt x="220340" y="474156"/>
                  </a:lnTo>
                  <a:lnTo>
                    <a:pt x="220107" y="474862"/>
                  </a:lnTo>
                  <a:lnTo>
                    <a:pt x="219864" y="474971"/>
                  </a:lnTo>
                  <a:lnTo>
                    <a:pt x="219421" y="474887"/>
                  </a:lnTo>
                  <a:lnTo>
                    <a:pt x="218114" y="474365"/>
                  </a:lnTo>
                  <a:lnTo>
                    <a:pt x="217798" y="474427"/>
                  </a:lnTo>
                  <a:lnTo>
                    <a:pt x="217525" y="474973"/>
                  </a:lnTo>
                  <a:lnTo>
                    <a:pt x="217349" y="475377"/>
                  </a:lnTo>
                  <a:lnTo>
                    <a:pt x="217211" y="475733"/>
                  </a:lnTo>
                  <a:lnTo>
                    <a:pt x="216881" y="476796"/>
                  </a:lnTo>
                  <a:lnTo>
                    <a:pt x="216898" y="477057"/>
                  </a:lnTo>
                  <a:lnTo>
                    <a:pt x="216730" y="477248"/>
                  </a:lnTo>
                  <a:lnTo>
                    <a:pt x="216467" y="477404"/>
                  </a:lnTo>
                  <a:lnTo>
                    <a:pt x="216183" y="477401"/>
                  </a:lnTo>
                  <a:lnTo>
                    <a:pt x="216063" y="477249"/>
                  </a:lnTo>
                  <a:lnTo>
                    <a:pt x="215715" y="476947"/>
                  </a:lnTo>
                  <a:lnTo>
                    <a:pt x="215156" y="477258"/>
                  </a:lnTo>
                  <a:lnTo>
                    <a:pt x="214560" y="477422"/>
                  </a:lnTo>
                  <a:lnTo>
                    <a:pt x="214294" y="477375"/>
                  </a:lnTo>
                  <a:lnTo>
                    <a:pt x="214269" y="477208"/>
                  </a:lnTo>
                  <a:lnTo>
                    <a:pt x="214087" y="476688"/>
                  </a:lnTo>
                  <a:lnTo>
                    <a:pt x="213641" y="476132"/>
                  </a:lnTo>
                  <a:lnTo>
                    <a:pt x="213393" y="476110"/>
                  </a:lnTo>
                  <a:lnTo>
                    <a:pt x="213254" y="476028"/>
                  </a:lnTo>
                  <a:lnTo>
                    <a:pt x="213110" y="475920"/>
                  </a:lnTo>
                  <a:lnTo>
                    <a:pt x="212965" y="475812"/>
                  </a:lnTo>
                  <a:lnTo>
                    <a:pt x="212835" y="475749"/>
                  </a:lnTo>
                  <a:lnTo>
                    <a:pt x="212094" y="475611"/>
                  </a:lnTo>
                  <a:lnTo>
                    <a:pt x="212011" y="475812"/>
                  </a:lnTo>
                  <a:lnTo>
                    <a:pt x="211962" y="475955"/>
                  </a:lnTo>
                  <a:lnTo>
                    <a:pt x="211797" y="476039"/>
                  </a:lnTo>
                  <a:lnTo>
                    <a:pt x="211105" y="476204"/>
                  </a:lnTo>
                  <a:lnTo>
                    <a:pt x="211010" y="475746"/>
                  </a:lnTo>
                  <a:lnTo>
                    <a:pt x="210991" y="475403"/>
                  </a:lnTo>
                  <a:lnTo>
                    <a:pt x="210823" y="475188"/>
                  </a:lnTo>
                  <a:lnTo>
                    <a:pt x="210586" y="475197"/>
                  </a:lnTo>
                  <a:lnTo>
                    <a:pt x="210352" y="475274"/>
                  </a:lnTo>
                  <a:lnTo>
                    <a:pt x="210071" y="474955"/>
                  </a:lnTo>
                  <a:lnTo>
                    <a:pt x="210862" y="473794"/>
                  </a:lnTo>
                  <a:lnTo>
                    <a:pt x="210947" y="473640"/>
                  </a:lnTo>
                  <a:lnTo>
                    <a:pt x="210998" y="473482"/>
                  </a:lnTo>
                  <a:lnTo>
                    <a:pt x="211022" y="473186"/>
                  </a:lnTo>
                  <a:lnTo>
                    <a:pt x="211219" y="472811"/>
                  </a:lnTo>
                  <a:lnTo>
                    <a:pt x="211665" y="472660"/>
                  </a:lnTo>
                  <a:lnTo>
                    <a:pt x="211711" y="472247"/>
                  </a:lnTo>
                  <a:lnTo>
                    <a:pt x="211466" y="471648"/>
                  </a:lnTo>
                  <a:lnTo>
                    <a:pt x="211669" y="471408"/>
                  </a:lnTo>
                  <a:lnTo>
                    <a:pt x="212152" y="470485"/>
                  </a:lnTo>
                  <a:lnTo>
                    <a:pt x="212469" y="470228"/>
                  </a:lnTo>
                  <a:lnTo>
                    <a:pt x="212652" y="469567"/>
                  </a:lnTo>
                  <a:lnTo>
                    <a:pt x="212737" y="468840"/>
                  </a:lnTo>
                  <a:lnTo>
                    <a:pt x="212576" y="468201"/>
                  </a:lnTo>
                  <a:lnTo>
                    <a:pt x="212358" y="467718"/>
                  </a:lnTo>
                  <a:lnTo>
                    <a:pt x="212241" y="467500"/>
                  </a:lnTo>
                  <a:lnTo>
                    <a:pt x="211899" y="467259"/>
                  </a:lnTo>
                  <a:lnTo>
                    <a:pt x="211446" y="466962"/>
                  </a:lnTo>
                  <a:lnTo>
                    <a:pt x="211238" y="466118"/>
                  </a:lnTo>
                  <a:lnTo>
                    <a:pt x="211242" y="465857"/>
                  </a:lnTo>
                  <a:lnTo>
                    <a:pt x="211316" y="464823"/>
                  </a:lnTo>
                  <a:lnTo>
                    <a:pt x="211573" y="464405"/>
                  </a:lnTo>
                  <a:lnTo>
                    <a:pt x="211621" y="464131"/>
                  </a:lnTo>
                  <a:lnTo>
                    <a:pt x="211417" y="464024"/>
                  </a:lnTo>
                  <a:lnTo>
                    <a:pt x="211163" y="463732"/>
                  </a:lnTo>
                  <a:lnTo>
                    <a:pt x="211067" y="463460"/>
                  </a:lnTo>
                  <a:lnTo>
                    <a:pt x="211341" y="462744"/>
                  </a:lnTo>
                  <a:lnTo>
                    <a:pt x="211792" y="461760"/>
                  </a:lnTo>
                  <a:lnTo>
                    <a:pt x="211512" y="461165"/>
                  </a:lnTo>
                  <a:lnTo>
                    <a:pt x="211105" y="460952"/>
                  </a:lnTo>
                  <a:lnTo>
                    <a:pt x="210778" y="460686"/>
                  </a:lnTo>
                  <a:lnTo>
                    <a:pt x="210721" y="460511"/>
                  </a:lnTo>
                  <a:lnTo>
                    <a:pt x="210233" y="459880"/>
                  </a:lnTo>
                  <a:lnTo>
                    <a:pt x="210432" y="459253"/>
                  </a:lnTo>
                  <a:lnTo>
                    <a:pt x="210726" y="458679"/>
                  </a:lnTo>
                  <a:lnTo>
                    <a:pt x="211074" y="458488"/>
                  </a:lnTo>
                  <a:lnTo>
                    <a:pt x="211478" y="458489"/>
                  </a:lnTo>
                  <a:lnTo>
                    <a:pt x="211652" y="458272"/>
                  </a:lnTo>
                  <a:lnTo>
                    <a:pt x="211789" y="457738"/>
                  </a:lnTo>
                  <a:lnTo>
                    <a:pt x="211931" y="457027"/>
                  </a:lnTo>
                  <a:lnTo>
                    <a:pt x="211796" y="456915"/>
                  </a:lnTo>
                  <a:lnTo>
                    <a:pt x="211848" y="456710"/>
                  </a:lnTo>
                  <a:lnTo>
                    <a:pt x="211972" y="456435"/>
                  </a:lnTo>
                  <a:lnTo>
                    <a:pt x="211762" y="456368"/>
                  </a:lnTo>
                  <a:lnTo>
                    <a:pt x="211319" y="456326"/>
                  </a:lnTo>
                  <a:lnTo>
                    <a:pt x="210922" y="456463"/>
                  </a:lnTo>
                  <a:lnTo>
                    <a:pt x="210511" y="456417"/>
                  </a:lnTo>
                  <a:lnTo>
                    <a:pt x="209626" y="456119"/>
                  </a:lnTo>
                  <a:lnTo>
                    <a:pt x="209494" y="455947"/>
                  </a:lnTo>
                  <a:lnTo>
                    <a:pt x="209484" y="455784"/>
                  </a:lnTo>
                  <a:lnTo>
                    <a:pt x="209564" y="455454"/>
                  </a:lnTo>
                  <a:lnTo>
                    <a:pt x="209668" y="455181"/>
                  </a:lnTo>
                  <a:lnTo>
                    <a:pt x="209790" y="454875"/>
                  </a:lnTo>
                  <a:lnTo>
                    <a:pt x="209808" y="454151"/>
                  </a:lnTo>
                  <a:lnTo>
                    <a:pt x="209759" y="453897"/>
                  </a:lnTo>
                  <a:lnTo>
                    <a:pt x="209756" y="453618"/>
                  </a:lnTo>
                  <a:lnTo>
                    <a:pt x="209844" y="453487"/>
                  </a:lnTo>
                  <a:lnTo>
                    <a:pt x="210060" y="452543"/>
                  </a:lnTo>
                  <a:lnTo>
                    <a:pt x="209859" y="452461"/>
                  </a:lnTo>
                  <a:lnTo>
                    <a:pt x="209434" y="452651"/>
                  </a:lnTo>
                  <a:lnTo>
                    <a:pt x="209011" y="452421"/>
                  </a:lnTo>
                  <a:lnTo>
                    <a:pt x="208863" y="452233"/>
                  </a:lnTo>
                  <a:lnTo>
                    <a:pt x="208796" y="451691"/>
                  </a:lnTo>
                  <a:lnTo>
                    <a:pt x="208837" y="451379"/>
                  </a:lnTo>
                  <a:lnTo>
                    <a:pt x="208273" y="451196"/>
                  </a:lnTo>
                  <a:lnTo>
                    <a:pt x="208009" y="451215"/>
                  </a:lnTo>
                  <a:lnTo>
                    <a:pt x="207496" y="451971"/>
                  </a:lnTo>
                  <a:lnTo>
                    <a:pt x="207354" y="452188"/>
                  </a:lnTo>
                  <a:lnTo>
                    <a:pt x="207114" y="452370"/>
                  </a:lnTo>
                  <a:lnTo>
                    <a:pt x="206768" y="452592"/>
                  </a:lnTo>
                  <a:lnTo>
                    <a:pt x="206514" y="452745"/>
                  </a:lnTo>
                  <a:lnTo>
                    <a:pt x="205760" y="452781"/>
                  </a:lnTo>
                  <a:lnTo>
                    <a:pt x="205611" y="452756"/>
                  </a:lnTo>
                  <a:lnTo>
                    <a:pt x="204871" y="452480"/>
                  </a:lnTo>
                  <a:lnTo>
                    <a:pt x="204742" y="452333"/>
                  </a:lnTo>
                  <a:lnTo>
                    <a:pt x="204632" y="452146"/>
                  </a:lnTo>
                  <a:lnTo>
                    <a:pt x="203868" y="451742"/>
                  </a:lnTo>
                  <a:lnTo>
                    <a:pt x="203624" y="451514"/>
                  </a:lnTo>
                  <a:lnTo>
                    <a:pt x="203368" y="450398"/>
                  </a:lnTo>
                  <a:lnTo>
                    <a:pt x="202840" y="450179"/>
                  </a:lnTo>
                  <a:lnTo>
                    <a:pt x="202576" y="450155"/>
                  </a:lnTo>
                  <a:lnTo>
                    <a:pt x="202289" y="450359"/>
                  </a:lnTo>
                  <a:lnTo>
                    <a:pt x="202266" y="450542"/>
                  </a:lnTo>
                  <a:lnTo>
                    <a:pt x="201912" y="451269"/>
                  </a:lnTo>
                  <a:lnTo>
                    <a:pt x="201567" y="451338"/>
                  </a:lnTo>
                  <a:lnTo>
                    <a:pt x="201294" y="451363"/>
                  </a:lnTo>
                  <a:lnTo>
                    <a:pt x="201069" y="451470"/>
                  </a:lnTo>
                  <a:lnTo>
                    <a:pt x="200581" y="451829"/>
                  </a:lnTo>
                  <a:lnTo>
                    <a:pt x="200478" y="451986"/>
                  </a:lnTo>
                  <a:lnTo>
                    <a:pt x="200346" y="452212"/>
                  </a:lnTo>
                  <a:lnTo>
                    <a:pt x="200349" y="452484"/>
                  </a:lnTo>
                  <a:lnTo>
                    <a:pt x="200364" y="452644"/>
                  </a:lnTo>
                  <a:lnTo>
                    <a:pt x="199701" y="453365"/>
                  </a:lnTo>
                  <a:lnTo>
                    <a:pt x="199505" y="453470"/>
                  </a:lnTo>
                  <a:lnTo>
                    <a:pt x="199384" y="453866"/>
                  </a:lnTo>
                  <a:lnTo>
                    <a:pt x="199405" y="454165"/>
                  </a:lnTo>
                  <a:lnTo>
                    <a:pt x="199261" y="454317"/>
                  </a:lnTo>
                  <a:lnTo>
                    <a:pt x="199087" y="454389"/>
                  </a:lnTo>
                  <a:lnTo>
                    <a:pt x="198563" y="454534"/>
                  </a:lnTo>
                  <a:lnTo>
                    <a:pt x="197943" y="454713"/>
                  </a:lnTo>
                  <a:lnTo>
                    <a:pt x="196906" y="455310"/>
                  </a:lnTo>
                  <a:lnTo>
                    <a:pt x="196472" y="455874"/>
                  </a:lnTo>
                  <a:lnTo>
                    <a:pt x="195707" y="455862"/>
                  </a:lnTo>
                  <a:lnTo>
                    <a:pt x="195201" y="455833"/>
                  </a:lnTo>
                  <a:lnTo>
                    <a:pt x="194835" y="456062"/>
                  </a:lnTo>
                  <a:lnTo>
                    <a:pt x="194634" y="456501"/>
                  </a:lnTo>
                  <a:lnTo>
                    <a:pt x="194797" y="457208"/>
                  </a:lnTo>
                  <a:lnTo>
                    <a:pt x="194658" y="457859"/>
                  </a:lnTo>
                  <a:lnTo>
                    <a:pt x="194707" y="458037"/>
                  </a:lnTo>
                  <a:lnTo>
                    <a:pt x="194849" y="458621"/>
                  </a:lnTo>
                  <a:lnTo>
                    <a:pt x="194730" y="459025"/>
                  </a:lnTo>
                  <a:lnTo>
                    <a:pt x="194467" y="459164"/>
                  </a:lnTo>
                  <a:lnTo>
                    <a:pt x="194409" y="459868"/>
                  </a:lnTo>
                  <a:lnTo>
                    <a:pt x="194472" y="460771"/>
                  </a:lnTo>
                  <a:lnTo>
                    <a:pt x="194478" y="461025"/>
                  </a:lnTo>
                  <a:lnTo>
                    <a:pt x="194118" y="461312"/>
                  </a:lnTo>
                  <a:lnTo>
                    <a:pt x="193751" y="461222"/>
                  </a:lnTo>
                  <a:lnTo>
                    <a:pt x="193383" y="461423"/>
                  </a:lnTo>
                  <a:lnTo>
                    <a:pt x="193118" y="461595"/>
                  </a:lnTo>
                  <a:lnTo>
                    <a:pt x="192214" y="461996"/>
                  </a:lnTo>
                  <a:lnTo>
                    <a:pt x="191869" y="462080"/>
                  </a:lnTo>
                  <a:lnTo>
                    <a:pt x="191484" y="461984"/>
                  </a:lnTo>
                  <a:lnTo>
                    <a:pt x="191241" y="461787"/>
                  </a:lnTo>
                  <a:lnTo>
                    <a:pt x="190803" y="461841"/>
                  </a:lnTo>
                  <a:lnTo>
                    <a:pt x="190387" y="462208"/>
                  </a:lnTo>
                  <a:lnTo>
                    <a:pt x="189687" y="462103"/>
                  </a:lnTo>
                  <a:lnTo>
                    <a:pt x="189427" y="461974"/>
                  </a:lnTo>
                  <a:lnTo>
                    <a:pt x="189313" y="462202"/>
                  </a:lnTo>
                  <a:lnTo>
                    <a:pt x="189227" y="462454"/>
                  </a:lnTo>
                  <a:lnTo>
                    <a:pt x="188850" y="462760"/>
                  </a:lnTo>
                  <a:lnTo>
                    <a:pt x="188725" y="462594"/>
                  </a:lnTo>
                  <a:lnTo>
                    <a:pt x="188788" y="462374"/>
                  </a:lnTo>
                  <a:lnTo>
                    <a:pt x="188964" y="462181"/>
                  </a:lnTo>
                  <a:lnTo>
                    <a:pt x="189192" y="461790"/>
                  </a:lnTo>
                  <a:lnTo>
                    <a:pt x="189108" y="461572"/>
                  </a:lnTo>
                  <a:lnTo>
                    <a:pt x="189041" y="461350"/>
                  </a:lnTo>
                  <a:lnTo>
                    <a:pt x="189142" y="460921"/>
                  </a:lnTo>
                  <a:lnTo>
                    <a:pt x="189237" y="460682"/>
                  </a:lnTo>
                  <a:lnTo>
                    <a:pt x="189263" y="460193"/>
                  </a:lnTo>
                  <a:lnTo>
                    <a:pt x="189056" y="460018"/>
                  </a:lnTo>
                  <a:lnTo>
                    <a:pt x="188759" y="459966"/>
                  </a:lnTo>
                  <a:lnTo>
                    <a:pt x="188566" y="459942"/>
                  </a:lnTo>
                  <a:lnTo>
                    <a:pt x="188299" y="459885"/>
                  </a:lnTo>
                  <a:lnTo>
                    <a:pt x="188275" y="459407"/>
                  </a:lnTo>
                  <a:lnTo>
                    <a:pt x="188474" y="459283"/>
                  </a:lnTo>
                  <a:lnTo>
                    <a:pt x="188646" y="458855"/>
                  </a:lnTo>
                  <a:lnTo>
                    <a:pt x="187798" y="457954"/>
                  </a:lnTo>
                  <a:lnTo>
                    <a:pt x="187600" y="457328"/>
                  </a:lnTo>
                  <a:lnTo>
                    <a:pt x="187643" y="456881"/>
                  </a:lnTo>
                  <a:lnTo>
                    <a:pt x="187676" y="456622"/>
                  </a:lnTo>
                  <a:lnTo>
                    <a:pt x="187661" y="456434"/>
                  </a:lnTo>
                  <a:lnTo>
                    <a:pt x="187443" y="455521"/>
                  </a:lnTo>
                  <a:lnTo>
                    <a:pt x="187712" y="454871"/>
                  </a:lnTo>
                  <a:lnTo>
                    <a:pt x="188071" y="454249"/>
                  </a:lnTo>
                  <a:lnTo>
                    <a:pt x="187995" y="453833"/>
                  </a:lnTo>
                  <a:lnTo>
                    <a:pt x="188451" y="453344"/>
                  </a:lnTo>
                  <a:lnTo>
                    <a:pt x="188651" y="453133"/>
                  </a:lnTo>
                  <a:lnTo>
                    <a:pt x="188892" y="452764"/>
                  </a:lnTo>
                  <a:lnTo>
                    <a:pt x="188653" y="452217"/>
                  </a:lnTo>
                  <a:lnTo>
                    <a:pt x="188966" y="451522"/>
                  </a:lnTo>
                  <a:lnTo>
                    <a:pt x="189169" y="450891"/>
                  </a:lnTo>
                  <a:lnTo>
                    <a:pt x="189437" y="450291"/>
                  </a:lnTo>
                  <a:lnTo>
                    <a:pt x="189717" y="449785"/>
                  </a:lnTo>
                  <a:lnTo>
                    <a:pt x="189739" y="449229"/>
                  </a:lnTo>
                  <a:lnTo>
                    <a:pt x="190166" y="449006"/>
                  </a:lnTo>
                  <a:lnTo>
                    <a:pt x="190799" y="448904"/>
                  </a:lnTo>
                  <a:lnTo>
                    <a:pt x="191061" y="448754"/>
                  </a:lnTo>
                  <a:lnTo>
                    <a:pt x="191220" y="448662"/>
                  </a:lnTo>
                  <a:lnTo>
                    <a:pt x="191512" y="448473"/>
                  </a:lnTo>
                  <a:lnTo>
                    <a:pt x="192131" y="448120"/>
                  </a:lnTo>
                  <a:lnTo>
                    <a:pt x="192367" y="448010"/>
                  </a:lnTo>
                  <a:lnTo>
                    <a:pt x="193008" y="447787"/>
                  </a:lnTo>
                  <a:lnTo>
                    <a:pt x="193333" y="447473"/>
                  </a:lnTo>
                  <a:lnTo>
                    <a:pt x="193936" y="447101"/>
                  </a:lnTo>
                  <a:lnTo>
                    <a:pt x="194397" y="446906"/>
                  </a:lnTo>
                  <a:lnTo>
                    <a:pt x="195021" y="446507"/>
                  </a:lnTo>
                  <a:lnTo>
                    <a:pt x="195155" y="445307"/>
                  </a:lnTo>
                  <a:lnTo>
                    <a:pt x="194988" y="444965"/>
                  </a:lnTo>
                  <a:lnTo>
                    <a:pt x="194829" y="443831"/>
                  </a:lnTo>
                  <a:lnTo>
                    <a:pt x="194689" y="443459"/>
                  </a:lnTo>
                  <a:lnTo>
                    <a:pt x="194620" y="443319"/>
                  </a:lnTo>
                  <a:lnTo>
                    <a:pt x="195049" y="442434"/>
                  </a:lnTo>
                  <a:lnTo>
                    <a:pt x="195382" y="442435"/>
                  </a:lnTo>
                  <a:lnTo>
                    <a:pt x="195665" y="442230"/>
                  </a:lnTo>
                  <a:lnTo>
                    <a:pt x="195852" y="442133"/>
                  </a:lnTo>
                  <a:lnTo>
                    <a:pt x="196124" y="442008"/>
                  </a:lnTo>
                  <a:lnTo>
                    <a:pt x="196606" y="441428"/>
                  </a:lnTo>
                  <a:lnTo>
                    <a:pt x="197083" y="440755"/>
                  </a:lnTo>
                  <a:lnTo>
                    <a:pt x="197176" y="440443"/>
                  </a:lnTo>
                  <a:lnTo>
                    <a:pt x="197336" y="440012"/>
                  </a:lnTo>
                  <a:lnTo>
                    <a:pt x="197630" y="439634"/>
                  </a:lnTo>
                  <a:lnTo>
                    <a:pt x="198027" y="438873"/>
                  </a:lnTo>
                  <a:lnTo>
                    <a:pt x="198492" y="438370"/>
                  </a:lnTo>
                  <a:lnTo>
                    <a:pt x="198703" y="438437"/>
                  </a:lnTo>
                  <a:lnTo>
                    <a:pt x="199721" y="438563"/>
                  </a:lnTo>
                  <a:lnTo>
                    <a:pt x="200072" y="438279"/>
                  </a:lnTo>
                  <a:lnTo>
                    <a:pt x="200353" y="438053"/>
                  </a:lnTo>
                  <a:lnTo>
                    <a:pt x="200852" y="437812"/>
                  </a:lnTo>
                  <a:lnTo>
                    <a:pt x="201749" y="436824"/>
                  </a:lnTo>
                  <a:lnTo>
                    <a:pt x="201869" y="436642"/>
                  </a:lnTo>
                  <a:lnTo>
                    <a:pt x="202048" y="435936"/>
                  </a:lnTo>
                  <a:lnTo>
                    <a:pt x="202217" y="435449"/>
                  </a:lnTo>
                  <a:lnTo>
                    <a:pt x="202403" y="435316"/>
                  </a:lnTo>
                  <a:lnTo>
                    <a:pt x="202687" y="435329"/>
                  </a:lnTo>
                  <a:lnTo>
                    <a:pt x="203374" y="434904"/>
                  </a:lnTo>
                  <a:lnTo>
                    <a:pt x="203531" y="434702"/>
                  </a:lnTo>
                  <a:lnTo>
                    <a:pt x="203840" y="434177"/>
                  </a:lnTo>
                  <a:lnTo>
                    <a:pt x="203939" y="433990"/>
                  </a:lnTo>
                  <a:lnTo>
                    <a:pt x="203877" y="433480"/>
                  </a:lnTo>
                  <a:lnTo>
                    <a:pt x="203866" y="433062"/>
                  </a:lnTo>
                  <a:lnTo>
                    <a:pt x="204036" y="432752"/>
                  </a:lnTo>
                  <a:lnTo>
                    <a:pt x="204169" y="432473"/>
                  </a:lnTo>
                  <a:lnTo>
                    <a:pt x="204729" y="431733"/>
                  </a:lnTo>
                  <a:lnTo>
                    <a:pt x="204884" y="431461"/>
                  </a:lnTo>
                  <a:lnTo>
                    <a:pt x="204953" y="431298"/>
                  </a:lnTo>
                  <a:lnTo>
                    <a:pt x="205223" y="430126"/>
                  </a:lnTo>
                  <a:lnTo>
                    <a:pt x="205249" y="429720"/>
                  </a:lnTo>
                  <a:lnTo>
                    <a:pt x="205015" y="428870"/>
                  </a:lnTo>
                  <a:lnTo>
                    <a:pt x="204927" y="428511"/>
                  </a:lnTo>
                  <a:lnTo>
                    <a:pt x="205047" y="427888"/>
                  </a:lnTo>
                  <a:lnTo>
                    <a:pt x="205081" y="427715"/>
                  </a:lnTo>
                  <a:lnTo>
                    <a:pt x="205309" y="426729"/>
                  </a:lnTo>
                  <a:lnTo>
                    <a:pt x="205524" y="426285"/>
                  </a:lnTo>
                  <a:lnTo>
                    <a:pt x="205839" y="425886"/>
                  </a:lnTo>
                  <a:lnTo>
                    <a:pt x="205928" y="425534"/>
                  </a:lnTo>
                  <a:lnTo>
                    <a:pt x="205738" y="425157"/>
                  </a:lnTo>
                  <a:lnTo>
                    <a:pt x="205545" y="424933"/>
                  </a:lnTo>
                  <a:lnTo>
                    <a:pt x="205167" y="424719"/>
                  </a:lnTo>
                  <a:lnTo>
                    <a:pt x="204779" y="424198"/>
                  </a:lnTo>
                  <a:lnTo>
                    <a:pt x="204390" y="423440"/>
                  </a:lnTo>
                  <a:lnTo>
                    <a:pt x="204361" y="423140"/>
                  </a:lnTo>
                  <a:lnTo>
                    <a:pt x="204446" y="422710"/>
                  </a:lnTo>
                  <a:lnTo>
                    <a:pt x="204534" y="422382"/>
                  </a:lnTo>
                  <a:lnTo>
                    <a:pt x="204655" y="422176"/>
                  </a:lnTo>
                  <a:lnTo>
                    <a:pt x="204763" y="421895"/>
                  </a:lnTo>
                  <a:lnTo>
                    <a:pt x="204770" y="421613"/>
                  </a:lnTo>
                  <a:lnTo>
                    <a:pt x="204764" y="421331"/>
                  </a:lnTo>
                  <a:lnTo>
                    <a:pt x="204347" y="420996"/>
                  </a:lnTo>
                  <a:lnTo>
                    <a:pt x="204301" y="420771"/>
                  </a:lnTo>
                  <a:lnTo>
                    <a:pt x="204333" y="420264"/>
                  </a:lnTo>
                  <a:lnTo>
                    <a:pt x="204301" y="420127"/>
                  </a:lnTo>
                  <a:lnTo>
                    <a:pt x="204261" y="419914"/>
                  </a:lnTo>
                  <a:lnTo>
                    <a:pt x="204259" y="419643"/>
                  </a:lnTo>
                  <a:lnTo>
                    <a:pt x="204319" y="419362"/>
                  </a:lnTo>
                  <a:lnTo>
                    <a:pt x="204739" y="418841"/>
                  </a:lnTo>
                  <a:lnTo>
                    <a:pt x="205189" y="418577"/>
                  </a:lnTo>
                  <a:lnTo>
                    <a:pt x="205457" y="418826"/>
                  </a:lnTo>
                  <a:lnTo>
                    <a:pt x="205792" y="418909"/>
                  </a:lnTo>
                  <a:lnTo>
                    <a:pt x="206166" y="418933"/>
                  </a:lnTo>
                  <a:lnTo>
                    <a:pt x="206407" y="418843"/>
                  </a:lnTo>
                  <a:lnTo>
                    <a:pt x="206604" y="418751"/>
                  </a:lnTo>
                  <a:lnTo>
                    <a:pt x="207154" y="418558"/>
                  </a:lnTo>
                  <a:lnTo>
                    <a:pt x="207739" y="418400"/>
                  </a:lnTo>
                  <a:lnTo>
                    <a:pt x="208007" y="418508"/>
                  </a:lnTo>
                  <a:lnTo>
                    <a:pt x="208848" y="418033"/>
                  </a:lnTo>
                  <a:lnTo>
                    <a:pt x="208804" y="417710"/>
                  </a:lnTo>
                  <a:lnTo>
                    <a:pt x="208758" y="417392"/>
                  </a:lnTo>
                  <a:lnTo>
                    <a:pt x="209291" y="416811"/>
                  </a:lnTo>
                  <a:lnTo>
                    <a:pt x="209468" y="416818"/>
                  </a:lnTo>
                  <a:lnTo>
                    <a:pt x="209753" y="416850"/>
                  </a:lnTo>
                  <a:lnTo>
                    <a:pt x="210554" y="416726"/>
                  </a:lnTo>
                  <a:lnTo>
                    <a:pt x="210704" y="416620"/>
                  </a:lnTo>
                  <a:lnTo>
                    <a:pt x="210653" y="416005"/>
                  </a:lnTo>
                  <a:lnTo>
                    <a:pt x="210545" y="415851"/>
                  </a:lnTo>
                  <a:lnTo>
                    <a:pt x="210381" y="415105"/>
                  </a:lnTo>
                  <a:lnTo>
                    <a:pt x="210368" y="414962"/>
                  </a:lnTo>
                  <a:lnTo>
                    <a:pt x="210526" y="414695"/>
                  </a:lnTo>
                  <a:lnTo>
                    <a:pt x="210074" y="414191"/>
                  </a:lnTo>
                  <a:lnTo>
                    <a:pt x="209889" y="414080"/>
                  </a:lnTo>
                  <a:lnTo>
                    <a:pt x="209849" y="413837"/>
                  </a:lnTo>
                  <a:lnTo>
                    <a:pt x="209851" y="413450"/>
                  </a:lnTo>
                  <a:lnTo>
                    <a:pt x="209984" y="413132"/>
                  </a:lnTo>
                  <a:lnTo>
                    <a:pt x="210312" y="412804"/>
                  </a:lnTo>
                  <a:lnTo>
                    <a:pt x="210678" y="412642"/>
                  </a:lnTo>
                  <a:lnTo>
                    <a:pt x="210906" y="412549"/>
                  </a:lnTo>
                  <a:lnTo>
                    <a:pt x="211444" y="412594"/>
                  </a:lnTo>
                  <a:lnTo>
                    <a:pt x="211570" y="412153"/>
                  </a:lnTo>
                  <a:lnTo>
                    <a:pt x="211944" y="412031"/>
                  </a:lnTo>
                  <a:lnTo>
                    <a:pt x="212291" y="412083"/>
                  </a:lnTo>
                  <a:lnTo>
                    <a:pt x="212820" y="411871"/>
                  </a:lnTo>
                  <a:lnTo>
                    <a:pt x="212947" y="411298"/>
                  </a:lnTo>
                  <a:lnTo>
                    <a:pt x="211915" y="411124"/>
                  </a:lnTo>
                  <a:lnTo>
                    <a:pt x="211609" y="411275"/>
                  </a:lnTo>
                  <a:lnTo>
                    <a:pt x="211375" y="411055"/>
                  </a:lnTo>
                  <a:lnTo>
                    <a:pt x="211248" y="410402"/>
                  </a:lnTo>
                  <a:lnTo>
                    <a:pt x="210921" y="410673"/>
                  </a:lnTo>
                  <a:lnTo>
                    <a:pt x="210692" y="410650"/>
                  </a:lnTo>
                  <a:lnTo>
                    <a:pt x="210433" y="410465"/>
                  </a:lnTo>
                  <a:lnTo>
                    <a:pt x="210083" y="410399"/>
                  </a:lnTo>
                  <a:lnTo>
                    <a:pt x="209724" y="410724"/>
                  </a:lnTo>
                  <a:lnTo>
                    <a:pt x="209623" y="410862"/>
                  </a:lnTo>
                  <a:lnTo>
                    <a:pt x="209359" y="410984"/>
                  </a:lnTo>
                  <a:lnTo>
                    <a:pt x="209183" y="410874"/>
                  </a:lnTo>
                  <a:lnTo>
                    <a:pt x="208735" y="410536"/>
                  </a:lnTo>
                  <a:lnTo>
                    <a:pt x="208533" y="410562"/>
                  </a:lnTo>
                  <a:lnTo>
                    <a:pt x="208143" y="410550"/>
                  </a:lnTo>
                  <a:lnTo>
                    <a:pt x="207711" y="410313"/>
                  </a:lnTo>
                  <a:lnTo>
                    <a:pt x="207694" y="409903"/>
                  </a:lnTo>
                  <a:lnTo>
                    <a:pt x="207418" y="409366"/>
                  </a:lnTo>
                  <a:lnTo>
                    <a:pt x="207000" y="410048"/>
                  </a:lnTo>
                  <a:lnTo>
                    <a:pt x="206680" y="410086"/>
                  </a:lnTo>
                  <a:lnTo>
                    <a:pt x="206376" y="410023"/>
                  </a:lnTo>
                  <a:lnTo>
                    <a:pt x="206238" y="409842"/>
                  </a:lnTo>
                  <a:lnTo>
                    <a:pt x="205836" y="409315"/>
                  </a:lnTo>
                  <a:lnTo>
                    <a:pt x="205385" y="409366"/>
                  </a:lnTo>
                  <a:lnTo>
                    <a:pt x="205123" y="409746"/>
                  </a:lnTo>
                  <a:lnTo>
                    <a:pt x="204893" y="410169"/>
                  </a:lnTo>
                  <a:lnTo>
                    <a:pt x="204701" y="410200"/>
                  </a:lnTo>
                  <a:lnTo>
                    <a:pt x="204272" y="410324"/>
                  </a:lnTo>
                  <a:lnTo>
                    <a:pt x="204157" y="410557"/>
                  </a:lnTo>
                  <a:lnTo>
                    <a:pt x="203813" y="411121"/>
                  </a:lnTo>
                  <a:lnTo>
                    <a:pt x="203499" y="411544"/>
                  </a:lnTo>
                  <a:lnTo>
                    <a:pt x="203608" y="411862"/>
                  </a:lnTo>
                  <a:lnTo>
                    <a:pt x="203475" y="412143"/>
                  </a:lnTo>
                  <a:lnTo>
                    <a:pt x="203254" y="412121"/>
                  </a:lnTo>
                  <a:lnTo>
                    <a:pt x="203123" y="411923"/>
                  </a:lnTo>
                  <a:lnTo>
                    <a:pt x="202570" y="411748"/>
                  </a:lnTo>
                  <a:lnTo>
                    <a:pt x="201937" y="411716"/>
                  </a:lnTo>
                  <a:lnTo>
                    <a:pt x="201493" y="411475"/>
                  </a:lnTo>
                  <a:lnTo>
                    <a:pt x="201475" y="411197"/>
                  </a:lnTo>
                  <a:lnTo>
                    <a:pt x="201477" y="411007"/>
                  </a:lnTo>
                  <a:lnTo>
                    <a:pt x="201342" y="410617"/>
                  </a:lnTo>
                  <a:lnTo>
                    <a:pt x="200864" y="410054"/>
                  </a:lnTo>
                  <a:lnTo>
                    <a:pt x="200577" y="409839"/>
                  </a:lnTo>
                  <a:lnTo>
                    <a:pt x="200343" y="409456"/>
                  </a:lnTo>
                  <a:lnTo>
                    <a:pt x="200350" y="409239"/>
                  </a:lnTo>
                  <a:lnTo>
                    <a:pt x="200396" y="408800"/>
                  </a:lnTo>
                  <a:lnTo>
                    <a:pt x="200044" y="408196"/>
                  </a:lnTo>
                  <a:lnTo>
                    <a:pt x="199926" y="407658"/>
                  </a:lnTo>
                  <a:lnTo>
                    <a:pt x="199496" y="407299"/>
                  </a:lnTo>
                  <a:lnTo>
                    <a:pt x="199570" y="407090"/>
                  </a:lnTo>
                  <a:lnTo>
                    <a:pt x="199195" y="406769"/>
                  </a:lnTo>
                  <a:lnTo>
                    <a:pt x="198963" y="406721"/>
                  </a:lnTo>
                  <a:lnTo>
                    <a:pt x="198927" y="406569"/>
                  </a:lnTo>
                  <a:lnTo>
                    <a:pt x="198936" y="406267"/>
                  </a:lnTo>
                  <a:lnTo>
                    <a:pt x="199052" y="405899"/>
                  </a:lnTo>
                  <a:lnTo>
                    <a:pt x="199320" y="405682"/>
                  </a:lnTo>
                  <a:lnTo>
                    <a:pt x="199500" y="405246"/>
                  </a:lnTo>
                  <a:lnTo>
                    <a:pt x="199764" y="404187"/>
                  </a:lnTo>
                  <a:lnTo>
                    <a:pt x="199775" y="403867"/>
                  </a:lnTo>
                  <a:lnTo>
                    <a:pt x="199859" y="403587"/>
                  </a:lnTo>
                  <a:lnTo>
                    <a:pt x="200131" y="403083"/>
                  </a:lnTo>
                  <a:lnTo>
                    <a:pt x="200396" y="402517"/>
                  </a:lnTo>
                  <a:lnTo>
                    <a:pt x="200680" y="401785"/>
                  </a:lnTo>
                  <a:lnTo>
                    <a:pt x="200872" y="401653"/>
                  </a:lnTo>
                  <a:lnTo>
                    <a:pt x="201694" y="401427"/>
                  </a:lnTo>
                  <a:lnTo>
                    <a:pt x="202226" y="401899"/>
                  </a:lnTo>
                  <a:lnTo>
                    <a:pt x="202326" y="401285"/>
                  </a:lnTo>
                  <a:lnTo>
                    <a:pt x="202229" y="401056"/>
                  </a:lnTo>
                  <a:lnTo>
                    <a:pt x="201917" y="400904"/>
                  </a:lnTo>
                  <a:lnTo>
                    <a:pt x="201706" y="400730"/>
                  </a:lnTo>
                  <a:lnTo>
                    <a:pt x="201565" y="400551"/>
                  </a:lnTo>
                  <a:lnTo>
                    <a:pt x="201433" y="400195"/>
                  </a:lnTo>
                  <a:lnTo>
                    <a:pt x="201470" y="400065"/>
                  </a:lnTo>
                  <a:lnTo>
                    <a:pt x="201811" y="399006"/>
                  </a:lnTo>
                  <a:lnTo>
                    <a:pt x="202071" y="398486"/>
                  </a:lnTo>
                  <a:lnTo>
                    <a:pt x="202375" y="397903"/>
                  </a:lnTo>
                  <a:lnTo>
                    <a:pt x="202348" y="397589"/>
                  </a:lnTo>
                  <a:lnTo>
                    <a:pt x="202452" y="397402"/>
                  </a:lnTo>
                  <a:lnTo>
                    <a:pt x="201822" y="396628"/>
                  </a:lnTo>
                  <a:lnTo>
                    <a:pt x="201960" y="396115"/>
                  </a:lnTo>
                  <a:lnTo>
                    <a:pt x="202137" y="395668"/>
                  </a:lnTo>
                  <a:lnTo>
                    <a:pt x="202270" y="395562"/>
                  </a:lnTo>
                  <a:lnTo>
                    <a:pt x="202569" y="395423"/>
                  </a:lnTo>
                  <a:lnTo>
                    <a:pt x="202695" y="395216"/>
                  </a:lnTo>
                  <a:lnTo>
                    <a:pt x="202705" y="394599"/>
                  </a:lnTo>
                  <a:lnTo>
                    <a:pt x="202551" y="394348"/>
                  </a:lnTo>
                  <a:lnTo>
                    <a:pt x="202422" y="394252"/>
                  </a:lnTo>
                  <a:lnTo>
                    <a:pt x="202516" y="393342"/>
                  </a:lnTo>
                  <a:lnTo>
                    <a:pt x="202967" y="392775"/>
                  </a:lnTo>
                  <a:lnTo>
                    <a:pt x="203393" y="392487"/>
                  </a:lnTo>
                  <a:lnTo>
                    <a:pt x="203308" y="392021"/>
                  </a:lnTo>
                  <a:lnTo>
                    <a:pt x="203544" y="391593"/>
                  </a:lnTo>
                  <a:lnTo>
                    <a:pt x="203447" y="390705"/>
                  </a:lnTo>
                  <a:lnTo>
                    <a:pt x="203351" y="390451"/>
                  </a:lnTo>
                  <a:lnTo>
                    <a:pt x="203286" y="390292"/>
                  </a:lnTo>
                  <a:lnTo>
                    <a:pt x="202826" y="389750"/>
                  </a:lnTo>
                  <a:lnTo>
                    <a:pt x="202149" y="389611"/>
                  </a:lnTo>
                  <a:lnTo>
                    <a:pt x="202002" y="389773"/>
                  </a:lnTo>
                  <a:lnTo>
                    <a:pt x="201579" y="390091"/>
                  </a:lnTo>
                  <a:lnTo>
                    <a:pt x="201403" y="390163"/>
                  </a:lnTo>
                  <a:lnTo>
                    <a:pt x="200701" y="390238"/>
                  </a:lnTo>
                  <a:lnTo>
                    <a:pt x="200414" y="389927"/>
                  </a:lnTo>
                  <a:lnTo>
                    <a:pt x="200159" y="389885"/>
                  </a:lnTo>
                  <a:lnTo>
                    <a:pt x="200004" y="390261"/>
                  </a:lnTo>
                  <a:lnTo>
                    <a:pt x="199742" y="390126"/>
                  </a:lnTo>
                  <a:lnTo>
                    <a:pt x="199228" y="389288"/>
                  </a:lnTo>
                  <a:lnTo>
                    <a:pt x="199471" y="389086"/>
                  </a:lnTo>
                  <a:lnTo>
                    <a:pt x="199490" y="388543"/>
                  </a:lnTo>
                  <a:lnTo>
                    <a:pt x="199429" y="387911"/>
                  </a:lnTo>
                  <a:lnTo>
                    <a:pt x="198893" y="388032"/>
                  </a:lnTo>
                  <a:lnTo>
                    <a:pt x="198730" y="388115"/>
                  </a:lnTo>
                  <a:lnTo>
                    <a:pt x="198475" y="388033"/>
                  </a:lnTo>
                  <a:lnTo>
                    <a:pt x="198055" y="387776"/>
                  </a:lnTo>
                  <a:lnTo>
                    <a:pt x="197798" y="387495"/>
                  </a:lnTo>
                  <a:lnTo>
                    <a:pt x="197508" y="387824"/>
                  </a:lnTo>
                  <a:lnTo>
                    <a:pt x="196448" y="387937"/>
                  </a:lnTo>
                  <a:lnTo>
                    <a:pt x="195654" y="387752"/>
                  </a:lnTo>
                  <a:lnTo>
                    <a:pt x="195352" y="387763"/>
                  </a:lnTo>
                  <a:lnTo>
                    <a:pt x="194640" y="388081"/>
                  </a:lnTo>
                  <a:lnTo>
                    <a:pt x="194396" y="388041"/>
                  </a:lnTo>
                  <a:lnTo>
                    <a:pt x="194229" y="387970"/>
                  </a:lnTo>
                  <a:lnTo>
                    <a:pt x="193905" y="387779"/>
                  </a:lnTo>
                  <a:lnTo>
                    <a:pt x="193624" y="387526"/>
                  </a:lnTo>
                  <a:lnTo>
                    <a:pt x="193504" y="387372"/>
                  </a:lnTo>
                  <a:lnTo>
                    <a:pt x="193296" y="387227"/>
                  </a:lnTo>
                  <a:lnTo>
                    <a:pt x="193078" y="387105"/>
                  </a:lnTo>
                  <a:lnTo>
                    <a:pt x="192825" y="387101"/>
                  </a:lnTo>
                  <a:lnTo>
                    <a:pt x="192564" y="386886"/>
                  </a:lnTo>
                  <a:lnTo>
                    <a:pt x="192246" y="387136"/>
                  </a:lnTo>
                  <a:lnTo>
                    <a:pt x="191665" y="386898"/>
                  </a:lnTo>
                  <a:lnTo>
                    <a:pt x="191725" y="386723"/>
                  </a:lnTo>
                  <a:lnTo>
                    <a:pt x="191701" y="386454"/>
                  </a:lnTo>
                  <a:lnTo>
                    <a:pt x="191679" y="386320"/>
                  </a:lnTo>
                  <a:lnTo>
                    <a:pt x="191407" y="386312"/>
                  </a:lnTo>
                  <a:lnTo>
                    <a:pt x="191050" y="386226"/>
                  </a:lnTo>
                  <a:lnTo>
                    <a:pt x="190545" y="386192"/>
                  </a:lnTo>
                  <a:lnTo>
                    <a:pt x="190235" y="386261"/>
                  </a:lnTo>
                  <a:lnTo>
                    <a:pt x="190085" y="386205"/>
                  </a:lnTo>
                  <a:lnTo>
                    <a:pt x="189768" y="385869"/>
                  </a:lnTo>
                  <a:lnTo>
                    <a:pt x="189886" y="385497"/>
                  </a:lnTo>
                  <a:lnTo>
                    <a:pt x="189937" y="385079"/>
                  </a:lnTo>
                  <a:lnTo>
                    <a:pt x="189517" y="384953"/>
                  </a:lnTo>
                  <a:lnTo>
                    <a:pt x="189208" y="384833"/>
                  </a:lnTo>
                  <a:lnTo>
                    <a:pt x="189000" y="384480"/>
                  </a:lnTo>
                  <a:lnTo>
                    <a:pt x="188938" y="384204"/>
                  </a:lnTo>
                  <a:lnTo>
                    <a:pt x="188859" y="384035"/>
                  </a:lnTo>
                  <a:lnTo>
                    <a:pt x="188417" y="383648"/>
                  </a:lnTo>
                  <a:lnTo>
                    <a:pt x="187903" y="383784"/>
                  </a:lnTo>
                  <a:lnTo>
                    <a:pt x="187542" y="383923"/>
                  </a:lnTo>
                  <a:lnTo>
                    <a:pt x="187318" y="384091"/>
                  </a:lnTo>
                  <a:lnTo>
                    <a:pt x="187249" y="384602"/>
                  </a:lnTo>
                  <a:lnTo>
                    <a:pt x="187320" y="385150"/>
                  </a:lnTo>
                  <a:lnTo>
                    <a:pt x="187198" y="385490"/>
                  </a:lnTo>
                  <a:lnTo>
                    <a:pt x="187155" y="385790"/>
                  </a:lnTo>
                  <a:lnTo>
                    <a:pt x="187122" y="386622"/>
                  </a:lnTo>
                  <a:lnTo>
                    <a:pt x="186950" y="386914"/>
                  </a:lnTo>
                  <a:lnTo>
                    <a:pt x="186629" y="387030"/>
                  </a:lnTo>
                  <a:lnTo>
                    <a:pt x="186219" y="387229"/>
                  </a:lnTo>
                  <a:lnTo>
                    <a:pt x="186672" y="387870"/>
                  </a:lnTo>
                  <a:lnTo>
                    <a:pt x="186815" y="389044"/>
                  </a:lnTo>
                  <a:lnTo>
                    <a:pt x="186662" y="389430"/>
                  </a:lnTo>
                  <a:lnTo>
                    <a:pt x="186395" y="390473"/>
                  </a:lnTo>
                  <a:lnTo>
                    <a:pt x="185982" y="390652"/>
                  </a:lnTo>
                  <a:lnTo>
                    <a:pt x="186147" y="390293"/>
                  </a:lnTo>
                  <a:lnTo>
                    <a:pt x="186078" y="390140"/>
                  </a:lnTo>
                  <a:lnTo>
                    <a:pt x="185723" y="389565"/>
                  </a:lnTo>
                  <a:lnTo>
                    <a:pt x="185191" y="389510"/>
                  </a:lnTo>
                  <a:lnTo>
                    <a:pt x="184276" y="389640"/>
                  </a:lnTo>
                  <a:lnTo>
                    <a:pt x="183318" y="389761"/>
                  </a:lnTo>
                  <a:lnTo>
                    <a:pt x="183142" y="389768"/>
                  </a:lnTo>
                  <a:lnTo>
                    <a:pt x="183006" y="389876"/>
                  </a:lnTo>
                  <a:lnTo>
                    <a:pt x="182537" y="390292"/>
                  </a:lnTo>
                  <a:lnTo>
                    <a:pt x="182314" y="390502"/>
                  </a:lnTo>
                  <a:lnTo>
                    <a:pt x="181927" y="390688"/>
                  </a:lnTo>
                  <a:lnTo>
                    <a:pt x="181614" y="390645"/>
                  </a:lnTo>
                  <a:lnTo>
                    <a:pt x="181415" y="390540"/>
                  </a:lnTo>
                  <a:lnTo>
                    <a:pt x="181024" y="390384"/>
                  </a:lnTo>
                  <a:lnTo>
                    <a:pt x="180870" y="390466"/>
                  </a:lnTo>
                  <a:lnTo>
                    <a:pt x="180154" y="389958"/>
                  </a:lnTo>
                  <a:lnTo>
                    <a:pt x="179113" y="390299"/>
                  </a:lnTo>
                  <a:lnTo>
                    <a:pt x="178768" y="390681"/>
                  </a:lnTo>
                  <a:lnTo>
                    <a:pt x="178735" y="390849"/>
                  </a:lnTo>
                  <a:lnTo>
                    <a:pt x="178373" y="390962"/>
                  </a:lnTo>
                  <a:lnTo>
                    <a:pt x="177686" y="390262"/>
                  </a:lnTo>
                  <a:lnTo>
                    <a:pt x="177553" y="390106"/>
                  </a:lnTo>
                  <a:lnTo>
                    <a:pt x="177365" y="389844"/>
                  </a:lnTo>
                  <a:lnTo>
                    <a:pt x="177681" y="389134"/>
                  </a:lnTo>
                  <a:lnTo>
                    <a:pt x="177890" y="388710"/>
                  </a:lnTo>
                  <a:lnTo>
                    <a:pt x="178013" y="388106"/>
                  </a:lnTo>
                  <a:lnTo>
                    <a:pt x="177939" y="387817"/>
                  </a:lnTo>
                  <a:lnTo>
                    <a:pt x="177654" y="387272"/>
                  </a:lnTo>
                  <a:lnTo>
                    <a:pt x="177347" y="387264"/>
                  </a:lnTo>
                  <a:lnTo>
                    <a:pt x="176968" y="387735"/>
                  </a:lnTo>
                  <a:lnTo>
                    <a:pt x="176903" y="388034"/>
                  </a:lnTo>
                  <a:lnTo>
                    <a:pt x="176884" y="388394"/>
                  </a:lnTo>
                  <a:lnTo>
                    <a:pt x="176723" y="388497"/>
                  </a:lnTo>
                  <a:lnTo>
                    <a:pt x="176275" y="388509"/>
                  </a:lnTo>
                  <a:lnTo>
                    <a:pt x="176059" y="388440"/>
                  </a:lnTo>
                  <a:lnTo>
                    <a:pt x="175859" y="387999"/>
                  </a:lnTo>
                  <a:lnTo>
                    <a:pt x="174759" y="387311"/>
                  </a:lnTo>
                  <a:lnTo>
                    <a:pt x="173840" y="387477"/>
                  </a:lnTo>
                  <a:lnTo>
                    <a:pt x="173601" y="387587"/>
                  </a:lnTo>
                  <a:lnTo>
                    <a:pt x="173287" y="387712"/>
                  </a:lnTo>
                  <a:lnTo>
                    <a:pt x="172793" y="387757"/>
                  </a:lnTo>
                  <a:lnTo>
                    <a:pt x="172698" y="387567"/>
                  </a:lnTo>
                  <a:lnTo>
                    <a:pt x="172033" y="387198"/>
                  </a:lnTo>
                  <a:lnTo>
                    <a:pt x="171794" y="387021"/>
                  </a:lnTo>
                  <a:lnTo>
                    <a:pt x="171911" y="386511"/>
                  </a:lnTo>
                  <a:lnTo>
                    <a:pt x="171719" y="386247"/>
                  </a:lnTo>
                  <a:lnTo>
                    <a:pt x="171447" y="386431"/>
                  </a:lnTo>
                  <a:lnTo>
                    <a:pt x="170657" y="387466"/>
                  </a:lnTo>
                  <a:lnTo>
                    <a:pt x="170183" y="388301"/>
                  </a:lnTo>
                  <a:lnTo>
                    <a:pt x="170029" y="388396"/>
                  </a:lnTo>
                  <a:lnTo>
                    <a:pt x="169292" y="388812"/>
                  </a:lnTo>
                  <a:lnTo>
                    <a:pt x="168684" y="388915"/>
                  </a:lnTo>
                  <a:lnTo>
                    <a:pt x="168606" y="389089"/>
                  </a:lnTo>
                  <a:lnTo>
                    <a:pt x="168425" y="389309"/>
                  </a:lnTo>
                  <a:lnTo>
                    <a:pt x="168305" y="389507"/>
                  </a:lnTo>
                  <a:lnTo>
                    <a:pt x="168278" y="390200"/>
                  </a:lnTo>
                  <a:lnTo>
                    <a:pt x="168407" y="390468"/>
                  </a:lnTo>
                  <a:lnTo>
                    <a:pt x="168542" y="390675"/>
                  </a:lnTo>
                  <a:lnTo>
                    <a:pt x="168720" y="391039"/>
                  </a:lnTo>
                  <a:lnTo>
                    <a:pt x="168714" y="391239"/>
                  </a:lnTo>
                  <a:lnTo>
                    <a:pt x="168502" y="391926"/>
                  </a:lnTo>
                  <a:lnTo>
                    <a:pt x="168208" y="392407"/>
                  </a:lnTo>
                  <a:lnTo>
                    <a:pt x="167963" y="392607"/>
                  </a:lnTo>
                  <a:lnTo>
                    <a:pt x="167776" y="392730"/>
                  </a:lnTo>
                  <a:lnTo>
                    <a:pt x="167528" y="393203"/>
                  </a:lnTo>
                  <a:lnTo>
                    <a:pt x="167490" y="393537"/>
                  </a:lnTo>
                  <a:lnTo>
                    <a:pt x="166940" y="394171"/>
                  </a:lnTo>
                  <a:lnTo>
                    <a:pt x="166488" y="394540"/>
                  </a:lnTo>
                  <a:lnTo>
                    <a:pt x="166208" y="394920"/>
                  </a:lnTo>
                  <a:lnTo>
                    <a:pt x="166085" y="395317"/>
                  </a:lnTo>
                  <a:lnTo>
                    <a:pt x="165698" y="395301"/>
                  </a:lnTo>
                  <a:lnTo>
                    <a:pt x="165493" y="395064"/>
                  </a:lnTo>
                  <a:lnTo>
                    <a:pt x="165517" y="394936"/>
                  </a:lnTo>
                  <a:lnTo>
                    <a:pt x="165525" y="394750"/>
                  </a:lnTo>
                  <a:lnTo>
                    <a:pt x="165041" y="394560"/>
                  </a:lnTo>
                  <a:lnTo>
                    <a:pt x="164822" y="394792"/>
                  </a:lnTo>
                  <a:lnTo>
                    <a:pt x="163649" y="395685"/>
                  </a:lnTo>
                  <a:lnTo>
                    <a:pt x="163037" y="396173"/>
                  </a:lnTo>
                  <a:lnTo>
                    <a:pt x="162553" y="396681"/>
                  </a:lnTo>
                  <a:lnTo>
                    <a:pt x="162466" y="397096"/>
                  </a:lnTo>
                  <a:lnTo>
                    <a:pt x="161970" y="397703"/>
                  </a:lnTo>
                  <a:lnTo>
                    <a:pt x="161271" y="398110"/>
                  </a:lnTo>
                  <a:lnTo>
                    <a:pt x="161094" y="398200"/>
                  </a:lnTo>
                  <a:lnTo>
                    <a:pt x="160931" y="398325"/>
                  </a:lnTo>
                  <a:lnTo>
                    <a:pt x="160744" y="398528"/>
                  </a:lnTo>
                  <a:lnTo>
                    <a:pt x="160413" y="398889"/>
                  </a:lnTo>
                  <a:lnTo>
                    <a:pt x="160229" y="399102"/>
                  </a:lnTo>
                  <a:lnTo>
                    <a:pt x="160210" y="399512"/>
                  </a:lnTo>
                  <a:lnTo>
                    <a:pt x="160230" y="399984"/>
                  </a:lnTo>
                  <a:lnTo>
                    <a:pt x="159994" y="400453"/>
                  </a:lnTo>
                  <a:lnTo>
                    <a:pt x="159655" y="400387"/>
                  </a:lnTo>
                  <a:lnTo>
                    <a:pt x="159265" y="400925"/>
                  </a:lnTo>
                  <a:lnTo>
                    <a:pt x="159254" y="401202"/>
                  </a:lnTo>
                  <a:lnTo>
                    <a:pt x="159293" y="401350"/>
                  </a:lnTo>
                  <a:lnTo>
                    <a:pt x="159361" y="401508"/>
                  </a:lnTo>
                  <a:lnTo>
                    <a:pt x="159424" y="401638"/>
                  </a:lnTo>
                  <a:lnTo>
                    <a:pt x="159419" y="402095"/>
                  </a:lnTo>
                  <a:lnTo>
                    <a:pt x="159221" y="402452"/>
                  </a:lnTo>
                  <a:lnTo>
                    <a:pt x="158942" y="403117"/>
                  </a:lnTo>
                  <a:lnTo>
                    <a:pt x="158682" y="403801"/>
                  </a:lnTo>
                  <a:lnTo>
                    <a:pt x="158510" y="404302"/>
                  </a:lnTo>
                  <a:lnTo>
                    <a:pt x="158351" y="404661"/>
                  </a:lnTo>
                  <a:lnTo>
                    <a:pt x="158071" y="405234"/>
                  </a:lnTo>
                  <a:lnTo>
                    <a:pt x="157533" y="405883"/>
                  </a:lnTo>
                  <a:lnTo>
                    <a:pt x="156947" y="406119"/>
                  </a:lnTo>
                  <a:lnTo>
                    <a:pt x="156423" y="406225"/>
                  </a:lnTo>
                  <a:lnTo>
                    <a:pt x="156194" y="406249"/>
                  </a:lnTo>
                  <a:lnTo>
                    <a:pt x="155918" y="406156"/>
                  </a:lnTo>
                  <a:lnTo>
                    <a:pt x="155539" y="406119"/>
                  </a:lnTo>
                  <a:lnTo>
                    <a:pt x="155388" y="406153"/>
                  </a:lnTo>
                  <a:lnTo>
                    <a:pt x="154980" y="406432"/>
                  </a:lnTo>
                  <a:lnTo>
                    <a:pt x="154392" y="406096"/>
                  </a:lnTo>
                  <a:lnTo>
                    <a:pt x="154196" y="405928"/>
                  </a:lnTo>
                  <a:lnTo>
                    <a:pt x="154212" y="405337"/>
                  </a:lnTo>
                  <a:lnTo>
                    <a:pt x="154348" y="405071"/>
                  </a:lnTo>
                  <a:lnTo>
                    <a:pt x="154433" y="404706"/>
                  </a:lnTo>
                  <a:lnTo>
                    <a:pt x="154046" y="404400"/>
                  </a:lnTo>
                  <a:lnTo>
                    <a:pt x="153957" y="404237"/>
                  </a:lnTo>
                  <a:lnTo>
                    <a:pt x="154088" y="403932"/>
                  </a:lnTo>
                  <a:lnTo>
                    <a:pt x="154013" y="403321"/>
                  </a:lnTo>
                  <a:lnTo>
                    <a:pt x="153852" y="403265"/>
                  </a:lnTo>
                  <a:lnTo>
                    <a:pt x="153550" y="402478"/>
                  </a:lnTo>
                  <a:lnTo>
                    <a:pt x="152750" y="402142"/>
                  </a:lnTo>
                  <a:lnTo>
                    <a:pt x="152405" y="401932"/>
                  </a:lnTo>
                  <a:lnTo>
                    <a:pt x="152297" y="401720"/>
                  </a:lnTo>
                  <a:lnTo>
                    <a:pt x="152001" y="401176"/>
                  </a:lnTo>
                  <a:lnTo>
                    <a:pt x="151351" y="400745"/>
                  </a:lnTo>
                  <a:lnTo>
                    <a:pt x="151174" y="401024"/>
                  </a:lnTo>
                  <a:lnTo>
                    <a:pt x="150560" y="401740"/>
                  </a:lnTo>
                  <a:lnTo>
                    <a:pt x="150358" y="402143"/>
                  </a:lnTo>
                  <a:lnTo>
                    <a:pt x="150266" y="402628"/>
                  </a:lnTo>
                  <a:lnTo>
                    <a:pt x="150064" y="403295"/>
                  </a:lnTo>
                  <a:lnTo>
                    <a:pt x="149790" y="403427"/>
                  </a:lnTo>
                  <a:lnTo>
                    <a:pt x="149375" y="403411"/>
                  </a:lnTo>
                  <a:lnTo>
                    <a:pt x="149058" y="403211"/>
                  </a:lnTo>
                  <a:lnTo>
                    <a:pt x="148813" y="402808"/>
                  </a:lnTo>
                  <a:lnTo>
                    <a:pt x="148556" y="402582"/>
                  </a:lnTo>
                  <a:lnTo>
                    <a:pt x="148016" y="402417"/>
                  </a:lnTo>
                  <a:lnTo>
                    <a:pt x="147860" y="402604"/>
                  </a:lnTo>
                  <a:lnTo>
                    <a:pt x="147724" y="402805"/>
                  </a:lnTo>
                  <a:lnTo>
                    <a:pt x="147687" y="402965"/>
                  </a:lnTo>
                  <a:lnTo>
                    <a:pt x="147268" y="403241"/>
                  </a:lnTo>
                  <a:lnTo>
                    <a:pt x="146953" y="402625"/>
                  </a:lnTo>
                  <a:lnTo>
                    <a:pt x="146843" y="402316"/>
                  </a:lnTo>
                  <a:lnTo>
                    <a:pt x="146326" y="402126"/>
                  </a:lnTo>
                  <a:lnTo>
                    <a:pt x="146091" y="402101"/>
                  </a:lnTo>
                  <a:lnTo>
                    <a:pt x="145726" y="402104"/>
                  </a:lnTo>
                  <a:lnTo>
                    <a:pt x="145584" y="402131"/>
                  </a:lnTo>
                  <a:lnTo>
                    <a:pt x="145641" y="401766"/>
                  </a:lnTo>
                  <a:lnTo>
                    <a:pt x="145894" y="401245"/>
                  </a:lnTo>
                  <a:lnTo>
                    <a:pt x="145909" y="400809"/>
                  </a:lnTo>
                  <a:lnTo>
                    <a:pt x="145867" y="400514"/>
                  </a:lnTo>
                  <a:lnTo>
                    <a:pt x="145817" y="400158"/>
                  </a:lnTo>
                  <a:lnTo>
                    <a:pt x="146127" y="399304"/>
                  </a:lnTo>
                  <a:lnTo>
                    <a:pt x="146193" y="399037"/>
                  </a:lnTo>
                  <a:lnTo>
                    <a:pt x="146288" y="398876"/>
                  </a:lnTo>
                  <a:lnTo>
                    <a:pt x="146425" y="398708"/>
                  </a:lnTo>
                  <a:lnTo>
                    <a:pt x="146532" y="398495"/>
                  </a:lnTo>
                  <a:lnTo>
                    <a:pt x="146789" y="397981"/>
                  </a:lnTo>
                  <a:lnTo>
                    <a:pt x="146794" y="397835"/>
                  </a:lnTo>
                  <a:lnTo>
                    <a:pt x="147018" y="397398"/>
                  </a:lnTo>
                  <a:lnTo>
                    <a:pt x="147154" y="397183"/>
                  </a:lnTo>
                  <a:lnTo>
                    <a:pt x="147051" y="396938"/>
                  </a:lnTo>
                  <a:lnTo>
                    <a:pt x="146873" y="396528"/>
                  </a:lnTo>
                  <a:lnTo>
                    <a:pt x="146711" y="396222"/>
                  </a:lnTo>
                  <a:lnTo>
                    <a:pt x="146790" y="395735"/>
                  </a:lnTo>
                  <a:lnTo>
                    <a:pt x="146897" y="395515"/>
                  </a:lnTo>
                  <a:lnTo>
                    <a:pt x="146861" y="395170"/>
                  </a:lnTo>
                  <a:lnTo>
                    <a:pt x="146131" y="395215"/>
                  </a:lnTo>
                  <a:lnTo>
                    <a:pt x="145946" y="395404"/>
                  </a:lnTo>
                  <a:lnTo>
                    <a:pt x="145685" y="395452"/>
                  </a:lnTo>
                  <a:lnTo>
                    <a:pt x="145179" y="395219"/>
                  </a:lnTo>
                  <a:lnTo>
                    <a:pt x="144623" y="395324"/>
                  </a:lnTo>
                  <a:lnTo>
                    <a:pt x="144464" y="395587"/>
                  </a:lnTo>
                  <a:lnTo>
                    <a:pt x="144291" y="395587"/>
                  </a:lnTo>
                  <a:lnTo>
                    <a:pt x="143640" y="395462"/>
                  </a:lnTo>
                  <a:lnTo>
                    <a:pt x="143614" y="395197"/>
                  </a:lnTo>
                  <a:lnTo>
                    <a:pt x="143319" y="394638"/>
                  </a:lnTo>
                  <a:lnTo>
                    <a:pt x="143072" y="394408"/>
                  </a:lnTo>
                  <a:lnTo>
                    <a:pt x="142816" y="394350"/>
                  </a:lnTo>
                  <a:lnTo>
                    <a:pt x="142558" y="394363"/>
                  </a:lnTo>
                  <a:lnTo>
                    <a:pt x="141894" y="394601"/>
                  </a:lnTo>
                  <a:lnTo>
                    <a:pt x="141523" y="394109"/>
                  </a:lnTo>
                  <a:lnTo>
                    <a:pt x="141428" y="393948"/>
                  </a:lnTo>
                  <a:lnTo>
                    <a:pt x="141292" y="393772"/>
                  </a:lnTo>
                  <a:lnTo>
                    <a:pt x="140863" y="393605"/>
                  </a:lnTo>
                  <a:lnTo>
                    <a:pt x="140582" y="394028"/>
                  </a:lnTo>
                  <a:lnTo>
                    <a:pt x="140248" y="394464"/>
                  </a:lnTo>
                  <a:lnTo>
                    <a:pt x="139992" y="394783"/>
                  </a:lnTo>
                  <a:lnTo>
                    <a:pt x="139345" y="395459"/>
                  </a:lnTo>
                  <a:lnTo>
                    <a:pt x="139144" y="395633"/>
                  </a:lnTo>
                  <a:lnTo>
                    <a:pt x="138890" y="395686"/>
                  </a:lnTo>
                  <a:lnTo>
                    <a:pt x="138241" y="396157"/>
                  </a:lnTo>
                  <a:lnTo>
                    <a:pt x="138079" y="397250"/>
                  </a:lnTo>
                  <a:lnTo>
                    <a:pt x="138067" y="397700"/>
                  </a:lnTo>
                  <a:lnTo>
                    <a:pt x="137732" y="398476"/>
                  </a:lnTo>
                  <a:lnTo>
                    <a:pt x="137321" y="399322"/>
                  </a:lnTo>
                  <a:lnTo>
                    <a:pt x="137165" y="400631"/>
                  </a:lnTo>
                  <a:lnTo>
                    <a:pt x="137158" y="400790"/>
                  </a:lnTo>
                  <a:lnTo>
                    <a:pt x="137178" y="401020"/>
                  </a:lnTo>
                  <a:lnTo>
                    <a:pt x="137166" y="401191"/>
                  </a:lnTo>
                  <a:lnTo>
                    <a:pt x="137117" y="401496"/>
                  </a:lnTo>
                  <a:lnTo>
                    <a:pt x="137058" y="401652"/>
                  </a:lnTo>
                  <a:lnTo>
                    <a:pt x="136857" y="401971"/>
                  </a:lnTo>
                  <a:lnTo>
                    <a:pt x="136237" y="402735"/>
                  </a:lnTo>
                  <a:lnTo>
                    <a:pt x="136034" y="402865"/>
                  </a:lnTo>
                  <a:lnTo>
                    <a:pt x="135865" y="402854"/>
                  </a:lnTo>
                  <a:lnTo>
                    <a:pt x="135040" y="402747"/>
                  </a:lnTo>
                  <a:lnTo>
                    <a:pt x="134112" y="402448"/>
                  </a:lnTo>
                  <a:lnTo>
                    <a:pt x="133863" y="402228"/>
                  </a:lnTo>
                  <a:lnTo>
                    <a:pt x="133635" y="401933"/>
                  </a:lnTo>
                  <a:lnTo>
                    <a:pt x="133493" y="401951"/>
                  </a:lnTo>
                  <a:lnTo>
                    <a:pt x="133095" y="402421"/>
                  </a:lnTo>
                  <a:lnTo>
                    <a:pt x="132900" y="402936"/>
                  </a:lnTo>
                  <a:lnTo>
                    <a:pt x="132404" y="403720"/>
                  </a:lnTo>
                  <a:lnTo>
                    <a:pt x="132213" y="404722"/>
                  </a:lnTo>
                  <a:lnTo>
                    <a:pt x="132373" y="405138"/>
                  </a:lnTo>
                  <a:lnTo>
                    <a:pt x="132647" y="405223"/>
                  </a:lnTo>
                  <a:lnTo>
                    <a:pt x="132814" y="405270"/>
                  </a:lnTo>
                  <a:lnTo>
                    <a:pt x="133409" y="405591"/>
                  </a:lnTo>
                  <a:lnTo>
                    <a:pt x="133592" y="405721"/>
                  </a:lnTo>
                  <a:lnTo>
                    <a:pt x="133493" y="405892"/>
                  </a:lnTo>
                  <a:lnTo>
                    <a:pt x="133402" y="406115"/>
                  </a:lnTo>
                  <a:lnTo>
                    <a:pt x="133391" y="406838"/>
                  </a:lnTo>
                  <a:lnTo>
                    <a:pt x="133481" y="407038"/>
                  </a:lnTo>
                  <a:lnTo>
                    <a:pt x="133653" y="407723"/>
                  </a:lnTo>
                  <a:lnTo>
                    <a:pt x="133730" y="408142"/>
                  </a:lnTo>
                  <a:lnTo>
                    <a:pt x="134084" y="408488"/>
                  </a:lnTo>
                  <a:lnTo>
                    <a:pt x="134265" y="408784"/>
                  </a:lnTo>
                  <a:lnTo>
                    <a:pt x="133854" y="409684"/>
                  </a:lnTo>
                  <a:lnTo>
                    <a:pt x="133716" y="409996"/>
                  </a:lnTo>
                  <a:lnTo>
                    <a:pt x="133677" y="410594"/>
                  </a:lnTo>
                  <a:lnTo>
                    <a:pt x="133674" y="410732"/>
                  </a:lnTo>
                  <a:lnTo>
                    <a:pt x="133050" y="410908"/>
                  </a:lnTo>
                  <a:lnTo>
                    <a:pt x="132151" y="411272"/>
                  </a:lnTo>
                  <a:lnTo>
                    <a:pt x="131720" y="411284"/>
                  </a:lnTo>
                  <a:lnTo>
                    <a:pt x="131411" y="411041"/>
                  </a:lnTo>
                  <a:lnTo>
                    <a:pt x="131310" y="410849"/>
                  </a:lnTo>
                  <a:lnTo>
                    <a:pt x="131328" y="410254"/>
                  </a:lnTo>
                  <a:lnTo>
                    <a:pt x="131126" y="410239"/>
                  </a:lnTo>
                  <a:lnTo>
                    <a:pt x="130379" y="410272"/>
                  </a:lnTo>
                  <a:lnTo>
                    <a:pt x="130063" y="410377"/>
                  </a:lnTo>
                  <a:lnTo>
                    <a:pt x="129859" y="410435"/>
                  </a:lnTo>
                  <a:lnTo>
                    <a:pt x="129113" y="410581"/>
                  </a:lnTo>
                  <a:lnTo>
                    <a:pt x="128642" y="410393"/>
                  </a:lnTo>
                  <a:lnTo>
                    <a:pt x="128409" y="410532"/>
                  </a:lnTo>
                  <a:lnTo>
                    <a:pt x="127856" y="410885"/>
                  </a:lnTo>
                  <a:lnTo>
                    <a:pt x="127430" y="410663"/>
                  </a:lnTo>
                  <a:lnTo>
                    <a:pt x="127194" y="410230"/>
                  </a:lnTo>
                  <a:lnTo>
                    <a:pt x="127172" y="409997"/>
                  </a:lnTo>
                  <a:lnTo>
                    <a:pt x="127348" y="409666"/>
                  </a:lnTo>
                  <a:lnTo>
                    <a:pt x="127774" y="409598"/>
                  </a:lnTo>
                  <a:lnTo>
                    <a:pt x="127814" y="409454"/>
                  </a:lnTo>
                  <a:lnTo>
                    <a:pt x="127863" y="409296"/>
                  </a:lnTo>
                  <a:lnTo>
                    <a:pt x="127598" y="409029"/>
                  </a:lnTo>
                  <a:lnTo>
                    <a:pt x="127419" y="408885"/>
                  </a:lnTo>
                  <a:lnTo>
                    <a:pt x="127168" y="408527"/>
                  </a:lnTo>
                  <a:lnTo>
                    <a:pt x="127345" y="407898"/>
                  </a:lnTo>
                  <a:lnTo>
                    <a:pt x="127497" y="407751"/>
                  </a:lnTo>
                  <a:lnTo>
                    <a:pt x="127703" y="407495"/>
                  </a:lnTo>
                  <a:lnTo>
                    <a:pt x="127911" y="407033"/>
                  </a:lnTo>
                  <a:lnTo>
                    <a:pt x="127962" y="406659"/>
                  </a:lnTo>
                  <a:lnTo>
                    <a:pt x="128137" y="406750"/>
                  </a:lnTo>
                  <a:lnTo>
                    <a:pt x="128370" y="406872"/>
                  </a:lnTo>
                  <a:lnTo>
                    <a:pt x="128634" y="406851"/>
                  </a:lnTo>
                  <a:lnTo>
                    <a:pt x="128923" y="406278"/>
                  </a:lnTo>
                  <a:lnTo>
                    <a:pt x="129074" y="405830"/>
                  </a:lnTo>
                  <a:lnTo>
                    <a:pt x="129161" y="405665"/>
                  </a:lnTo>
                  <a:lnTo>
                    <a:pt x="129489" y="405113"/>
                  </a:lnTo>
                  <a:lnTo>
                    <a:pt x="129608" y="404812"/>
                  </a:lnTo>
                  <a:lnTo>
                    <a:pt x="128928" y="404077"/>
                  </a:lnTo>
                  <a:lnTo>
                    <a:pt x="128521" y="403606"/>
                  </a:lnTo>
                  <a:lnTo>
                    <a:pt x="128204" y="404077"/>
                  </a:lnTo>
                  <a:lnTo>
                    <a:pt x="128322" y="404520"/>
                  </a:lnTo>
                  <a:lnTo>
                    <a:pt x="128089" y="404517"/>
                  </a:lnTo>
                  <a:lnTo>
                    <a:pt x="127733" y="404049"/>
                  </a:lnTo>
                  <a:lnTo>
                    <a:pt x="127402" y="403358"/>
                  </a:lnTo>
                  <a:lnTo>
                    <a:pt x="127165" y="403356"/>
                  </a:lnTo>
                  <a:lnTo>
                    <a:pt x="126735" y="403529"/>
                  </a:lnTo>
                  <a:lnTo>
                    <a:pt x="126443" y="403693"/>
                  </a:lnTo>
                  <a:lnTo>
                    <a:pt x="125979" y="403563"/>
                  </a:lnTo>
                  <a:lnTo>
                    <a:pt x="125793" y="403203"/>
                  </a:lnTo>
                  <a:lnTo>
                    <a:pt x="125844" y="402637"/>
                  </a:lnTo>
                  <a:lnTo>
                    <a:pt x="125898" y="402414"/>
                  </a:lnTo>
                  <a:lnTo>
                    <a:pt x="125984" y="402086"/>
                  </a:lnTo>
                  <a:lnTo>
                    <a:pt x="125942" y="401859"/>
                  </a:lnTo>
                  <a:lnTo>
                    <a:pt x="125799" y="401775"/>
                  </a:lnTo>
                  <a:lnTo>
                    <a:pt x="125288" y="401584"/>
                  </a:lnTo>
                  <a:lnTo>
                    <a:pt x="124972" y="401554"/>
                  </a:lnTo>
                  <a:lnTo>
                    <a:pt x="124636" y="401685"/>
                  </a:lnTo>
                  <a:lnTo>
                    <a:pt x="124109" y="402396"/>
                  </a:lnTo>
                  <a:lnTo>
                    <a:pt x="123480" y="403050"/>
                  </a:lnTo>
                  <a:lnTo>
                    <a:pt x="123226" y="403125"/>
                  </a:lnTo>
                  <a:lnTo>
                    <a:pt x="122920" y="403203"/>
                  </a:lnTo>
                  <a:lnTo>
                    <a:pt x="122643" y="403521"/>
                  </a:lnTo>
                  <a:lnTo>
                    <a:pt x="122267" y="403731"/>
                  </a:lnTo>
                  <a:lnTo>
                    <a:pt x="122057" y="403361"/>
                  </a:lnTo>
                  <a:lnTo>
                    <a:pt x="121769" y="403131"/>
                  </a:lnTo>
                  <a:lnTo>
                    <a:pt x="121456" y="403024"/>
                  </a:lnTo>
                  <a:lnTo>
                    <a:pt x="121255" y="403054"/>
                  </a:lnTo>
                  <a:lnTo>
                    <a:pt x="120946" y="403156"/>
                  </a:lnTo>
                  <a:lnTo>
                    <a:pt x="120907" y="403305"/>
                  </a:lnTo>
                  <a:lnTo>
                    <a:pt x="120871" y="403783"/>
                  </a:lnTo>
                  <a:lnTo>
                    <a:pt x="120875" y="404325"/>
                  </a:lnTo>
                  <a:lnTo>
                    <a:pt x="120454" y="404634"/>
                  </a:lnTo>
                  <a:lnTo>
                    <a:pt x="119621" y="404387"/>
                  </a:lnTo>
                  <a:lnTo>
                    <a:pt x="119252" y="404128"/>
                  </a:lnTo>
                  <a:lnTo>
                    <a:pt x="119209" y="403711"/>
                  </a:lnTo>
                  <a:lnTo>
                    <a:pt x="119025" y="403535"/>
                  </a:lnTo>
                  <a:lnTo>
                    <a:pt x="118882" y="403445"/>
                  </a:lnTo>
                  <a:lnTo>
                    <a:pt x="118673" y="403331"/>
                  </a:lnTo>
                  <a:lnTo>
                    <a:pt x="118544" y="403112"/>
                  </a:lnTo>
                  <a:lnTo>
                    <a:pt x="118513" y="402934"/>
                  </a:lnTo>
                  <a:lnTo>
                    <a:pt x="118323" y="402652"/>
                  </a:lnTo>
                  <a:lnTo>
                    <a:pt x="117798" y="402632"/>
                  </a:lnTo>
                  <a:lnTo>
                    <a:pt x="117629" y="402340"/>
                  </a:lnTo>
                  <a:lnTo>
                    <a:pt x="117681" y="401810"/>
                  </a:lnTo>
                  <a:lnTo>
                    <a:pt x="117280" y="401787"/>
                  </a:lnTo>
                  <a:lnTo>
                    <a:pt x="116705" y="401600"/>
                  </a:lnTo>
                  <a:lnTo>
                    <a:pt x="116417" y="401384"/>
                  </a:lnTo>
                  <a:lnTo>
                    <a:pt x="116449" y="401211"/>
                  </a:lnTo>
                  <a:lnTo>
                    <a:pt x="116353" y="400733"/>
                  </a:lnTo>
                  <a:lnTo>
                    <a:pt x="116258" y="400409"/>
                  </a:lnTo>
                  <a:lnTo>
                    <a:pt x="116284" y="399579"/>
                  </a:lnTo>
                  <a:lnTo>
                    <a:pt x="116294" y="399388"/>
                  </a:lnTo>
                  <a:lnTo>
                    <a:pt x="116539" y="399066"/>
                  </a:lnTo>
                  <a:lnTo>
                    <a:pt x="116824" y="399331"/>
                  </a:lnTo>
                  <a:lnTo>
                    <a:pt x="117019" y="399404"/>
                  </a:lnTo>
                  <a:lnTo>
                    <a:pt x="117509" y="398987"/>
                  </a:lnTo>
                  <a:lnTo>
                    <a:pt x="118282" y="399131"/>
                  </a:lnTo>
                  <a:lnTo>
                    <a:pt x="118629" y="399030"/>
                  </a:lnTo>
                  <a:lnTo>
                    <a:pt x="118904" y="398891"/>
                  </a:lnTo>
                  <a:lnTo>
                    <a:pt x="119241" y="398177"/>
                  </a:lnTo>
                  <a:lnTo>
                    <a:pt x="119351" y="397394"/>
                  </a:lnTo>
                  <a:lnTo>
                    <a:pt x="119111" y="397226"/>
                  </a:lnTo>
                  <a:lnTo>
                    <a:pt x="118979" y="397144"/>
                  </a:lnTo>
                  <a:lnTo>
                    <a:pt x="118671" y="396560"/>
                  </a:lnTo>
                  <a:lnTo>
                    <a:pt x="118474" y="396312"/>
                  </a:lnTo>
                  <a:lnTo>
                    <a:pt x="118234" y="396523"/>
                  </a:lnTo>
                  <a:lnTo>
                    <a:pt x="117594" y="396464"/>
                  </a:lnTo>
                  <a:lnTo>
                    <a:pt x="117471" y="396299"/>
                  </a:lnTo>
                  <a:lnTo>
                    <a:pt x="117224" y="395733"/>
                  </a:lnTo>
                  <a:lnTo>
                    <a:pt x="117256" y="395448"/>
                  </a:lnTo>
                  <a:lnTo>
                    <a:pt x="117359" y="395088"/>
                  </a:lnTo>
                  <a:lnTo>
                    <a:pt x="117293" y="394924"/>
                  </a:lnTo>
                  <a:lnTo>
                    <a:pt x="117204" y="394764"/>
                  </a:lnTo>
                  <a:lnTo>
                    <a:pt x="116987" y="394518"/>
                  </a:lnTo>
                  <a:lnTo>
                    <a:pt x="116884" y="394325"/>
                  </a:lnTo>
                  <a:lnTo>
                    <a:pt x="117263" y="393825"/>
                  </a:lnTo>
                  <a:lnTo>
                    <a:pt x="117466" y="393508"/>
                  </a:lnTo>
                  <a:lnTo>
                    <a:pt x="117315" y="393287"/>
                  </a:lnTo>
                  <a:lnTo>
                    <a:pt x="117005" y="393142"/>
                  </a:lnTo>
                  <a:lnTo>
                    <a:pt x="116432" y="392804"/>
                  </a:lnTo>
                  <a:lnTo>
                    <a:pt x="116461" y="392578"/>
                  </a:lnTo>
                  <a:lnTo>
                    <a:pt x="116481" y="392177"/>
                  </a:lnTo>
                  <a:lnTo>
                    <a:pt x="116066" y="391553"/>
                  </a:lnTo>
                  <a:lnTo>
                    <a:pt x="115816" y="391367"/>
                  </a:lnTo>
                  <a:lnTo>
                    <a:pt x="115775" y="391099"/>
                  </a:lnTo>
                  <a:lnTo>
                    <a:pt x="115996" y="390838"/>
                  </a:lnTo>
                  <a:lnTo>
                    <a:pt x="116220" y="390638"/>
                  </a:lnTo>
                  <a:lnTo>
                    <a:pt x="116436" y="390319"/>
                  </a:lnTo>
                  <a:lnTo>
                    <a:pt x="116658" y="389678"/>
                  </a:lnTo>
                  <a:lnTo>
                    <a:pt x="116646" y="389420"/>
                  </a:lnTo>
                  <a:lnTo>
                    <a:pt x="116745" y="389184"/>
                  </a:lnTo>
                  <a:lnTo>
                    <a:pt x="116869" y="388970"/>
                  </a:lnTo>
                  <a:lnTo>
                    <a:pt x="117134" y="388591"/>
                  </a:lnTo>
                  <a:lnTo>
                    <a:pt x="117577" y="388271"/>
                  </a:lnTo>
                  <a:lnTo>
                    <a:pt x="117539" y="388105"/>
                  </a:lnTo>
                  <a:lnTo>
                    <a:pt x="117437" y="387843"/>
                  </a:lnTo>
                  <a:lnTo>
                    <a:pt x="117045" y="387458"/>
                  </a:lnTo>
                  <a:lnTo>
                    <a:pt x="116840" y="387504"/>
                  </a:lnTo>
                  <a:lnTo>
                    <a:pt x="116488" y="387746"/>
                  </a:lnTo>
                  <a:lnTo>
                    <a:pt x="116254" y="387914"/>
                  </a:lnTo>
                  <a:lnTo>
                    <a:pt x="116064" y="388108"/>
                  </a:lnTo>
                  <a:lnTo>
                    <a:pt x="116101" y="388320"/>
                  </a:lnTo>
                  <a:lnTo>
                    <a:pt x="116039" y="388525"/>
                  </a:lnTo>
                  <a:lnTo>
                    <a:pt x="115852" y="388739"/>
                  </a:lnTo>
                  <a:lnTo>
                    <a:pt x="115609" y="388887"/>
                  </a:lnTo>
                  <a:lnTo>
                    <a:pt x="115362" y="388963"/>
                  </a:lnTo>
                  <a:lnTo>
                    <a:pt x="114773" y="388887"/>
                  </a:lnTo>
                  <a:lnTo>
                    <a:pt x="113334" y="389122"/>
                  </a:lnTo>
                  <a:lnTo>
                    <a:pt x="112686" y="389405"/>
                  </a:lnTo>
                  <a:lnTo>
                    <a:pt x="112224" y="389711"/>
                  </a:lnTo>
                  <a:lnTo>
                    <a:pt x="111798" y="389971"/>
                  </a:lnTo>
                  <a:lnTo>
                    <a:pt x="111562" y="390090"/>
                  </a:lnTo>
                  <a:lnTo>
                    <a:pt x="111048" y="389884"/>
                  </a:lnTo>
                  <a:lnTo>
                    <a:pt x="110938" y="389585"/>
                  </a:lnTo>
                  <a:lnTo>
                    <a:pt x="110424" y="388764"/>
                  </a:lnTo>
                  <a:lnTo>
                    <a:pt x="110115" y="388688"/>
                  </a:lnTo>
                  <a:lnTo>
                    <a:pt x="109772" y="388709"/>
                  </a:lnTo>
                  <a:lnTo>
                    <a:pt x="109370" y="388558"/>
                  </a:lnTo>
                  <a:lnTo>
                    <a:pt x="108653" y="388579"/>
                  </a:lnTo>
                  <a:lnTo>
                    <a:pt x="108268" y="388288"/>
                  </a:lnTo>
                  <a:lnTo>
                    <a:pt x="108281" y="388011"/>
                  </a:lnTo>
                  <a:lnTo>
                    <a:pt x="108325" y="387792"/>
                  </a:lnTo>
                  <a:lnTo>
                    <a:pt x="108315" y="387655"/>
                  </a:lnTo>
                  <a:lnTo>
                    <a:pt x="108273" y="387457"/>
                  </a:lnTo>
                  <a:lnTo>
                    <a:pt x="108149" y="386957"/>
                  </a:lnTo>
                  <a:lnTo>
                    <a:pt x="107991" y="386680"/>
                  </a:lnTo>
                  <a:lnTo>
                    <a:pt x="107929" y="386471"/>
                  </a:lnTo>
                  <a:lnTo>
                    <a:pt x="108119" y="386103"/>
                  </a:lnTo>
                  <a:lnTo>
                    <a:pt x="108421" y="385837"/>
                  </a:lnTo>
                  <a:lnTo>
                    <a:pt x="108973" y="385841"/>
                  </a:lnTo>
                  <a:lnTo>
                    <a:pt x="109229" y="385442"/>
                  </a:lnTo>
                  <a:lnTo>
                    <a:pt x="109115" y="384747"/>
                  </a:lnTo>
                  <a:lnTo>
                    <a:pt x="108964" y="384223"/>
                  </a:lnTo>
                  <a:lnTo>
                    <a:pt x="109336" y="383526"/>
                  </a:lnTo>
                  <a:lnTo>
                    <a:pt x="109856" y="383472"/>
                  </a:lnTo>
                  <a:lnTo>
                    <a:pt x="109972" y="383011"/>
                  </a:lnTo>
                  <a:lnTo>
                    <a:pt x="109963" y="382751"/>
                  </a:lnTo>
                  <a:lnTo>
                    <a:pt x="110077" y="382223"/>
                  </a:lnTo>
                  <a:lnTo>
                    <a:pt x="110205" y="381989"/>
                  </a:lnTo>
                  <a:lnTo>
                    <a:pt x="110571" y="381508"/>
                  </a:lnTo>
                  <a:lnTo>
                    <a:pt x="110553" y="381330"/>
                  </a:lnTo>
                  <a:lnTo>
                    <a:pt x="110886" y="381078"/>
                  </a:lnTo>
                  <a:lnTo>
                    <a:pt x="111335" y="380662"/>
                  </a:lnTo>
                  <a:lnTo>
                    <a:pt x="111490" y="380439"/>
                  </a:lnTo>
                  <a:lnTo>
                    <a:pt x="111693" y="380358"/>
                  </a:lnTo>
                  <a:lnTo>
                    <a:pt x="112032" y="380284"/>
                  </a:lnTo>
                  <a:lnTo>
                    <a:pt x="113030" y="379681"/>
                  </a:lnTo>
                  <a:lnTo>
                    <a:pt x="113195" y="379374"/>
                  </a:lnTo>
                  <a:lnTo>
                    <a:pt x="112604" y="379253"/>
                  </a:lnTo>
                  <a:lnTo>
                    <a:pt x="112455" y="379224"/>
                  </a:lnTo>
                  <a:lnTo>
                    <a:pt x="112286" y="378625"/>
                  </a:lnTo>
                  <a:lnTo>
                    <a:pt x="112788" y="378078"/>
                  </a:lnTo>
                  <a:lnTo>
                    <a:pt x="113176" y="377865"/>
                  </a:lnTo>
                  <a:lnTo>
                    <a:pt x="113541" y="377517"/>
                  </a:lnTo>
                  <a:lnTo>
                    <a:pt x="113035" y="376826"/>
                  </a:lnTo>
                  <a:lnTo>
                    <a:pt x="112932" y="376490"/>
                  </a:lnTo>
                  <a:lnTo>
                    <a:pt x="113039" y="376335"/>
                  </a:lnTo>
                  <a:lnTo>
                    <a:pt x="113434" y="376075"/>
                  </a:lnTo>
                  <a:lnTo>
                    <a:pt x="113734" y="375908"/>
                  </a:lnTo>
                  <a:lnTo>
                    <a:pt x="114191" y="375734"/>
                  </a:lnTo>
                  <a:lnTo>
                    <a:pt x="114501" y="375307"/>
                  </a:lnTo>
                  <a:lnTo>
                    <a:pt x="113840" y="374386"/>
                  </a:lnTo>
                  <a:lnTo>
                    <a:pt x="113861" y="374236"/>
                  </a:lnTo>
                  <a:lnTo>
                    <a:pt x="113897" y="374074"/>
                  </a:lnTo>
                  <a:lnTo>
                    <a:pt x="113543" y="373699"/>
                  </a:lnTo>
                  <a:lnTo>
                    <a:pt x="113362" y="373627"/>
                  </a:lnTo>
                  <a:lnTo>
                    <a:pt x="113374" y="372855"/>
                  </a:lnTo>
                  <a:lnTo>
                    <a:pt x="113459" y="372438"/>
                  </a:lnTo>
                  <a:lnTo>
                    <a:pt x="113567" y="372021"/>
                  </a:lnTo>
                  <a:lnTo>
                    <a:pt x="113211" y="371561"/>
                  </a:lnTo>
                  <a:lnTo>
                    <a:pt x="112898" y="370475"/>
                  </a:lnTo>
                  <a:lnTo>
                    <a:pt x="112492" y="370144"/>
                  </a:lnTo>
                  <a:lnTo>
                    <a:pt x="112082" y="369759"/>
                  </a:lnTo>
                  <a:lnTo>
                    <a:pt x="112054" y="369569"/>
                  </a:lnTo>
                  <a:lnTo>
                    <a:pt x="111545" y="369237"/>
                  </a:lnTo>
                  <a:lnTo>
                    <a:pt x="110758" y="369273"/>
                  </a:lnTo>
                  <a:lnTo>
                    <a:pt x="110466" y="369080"/>
                  </a:lnTo>
                  <a:lnTo>
                    <a:pt x="109915" y="368937"/>
                  </a:lnTo>
                  <a:lnTo>
                    <a:pt x="109331" y="368675"/>
                  </a:lnTo>
                  <a:lnTo>
                    <a:pt x="109350" y="368462"/>
                  </a:lnTo>
                  <a:lnTo>
                    <a:pt x="109338" y="368211"/>
                  </a:lnTo>
                  <a:lnTo>
                    <a:pt x="109290" y="368077"/>
                  </a:lnTo>
                  <a:lnTo>
                    <a:pt x="108861" y="367463"/>
                  </a:lnTo>
                  <a:lnTo>
                    <a:pt x="108666" y="367065"/>
                  </a:lnTo>
                  <a:lnTo>
                    <a:pt x="108785" y="366639"/>
                  </a:lnTo>
                  <a:lnTo>
                    <a:pt x="109468" y="366472"/>
                  </a:lnTo>
                  <a:lnTo>
                    <a:pt x="109824" y="366103"/>
                  </a:lnTo>
                  <a:lnTo>
                    <a:pt x="110049" y="366260"/>
                  </a:lnTo>
                  <a:lnTo>
                    <a:pt x="110193" y="366331"/>
                  </a:lnTo>
                  <a:lnTo>
                    <a:pt x="110556" y="366488"/>
                  </a:lnTo>
                  <a:lnTo>
                    <a:pt x="111249" y="366715"/>
                  </a:lnTo>
                  <a:lnTo>
                    <a:pt x="112266" y="366559"/>
                  </a:lnTo>
                  <a:lnTo>
                    <a:pt x="112639" y="366464"/>
                  </a:lnTo>
                  <a:lnTo>
                    <a:pt x="113405" y="366049"/>
                  </a:lnTo>
                  <a:lnTo>
                    <a:pt x="113565" y="365663"/>
                  </a:lnTo>
                  <a:lnTo>
                    <a:pt x="113128" y="365470"/>
                  </a:lnTo>
                  <a:lnTo>
                    <a:pt x="113145" y="365147"/>
                  </a:lnTo>
                  <a:lnTo>
                    <a:pt x="113351" y="365123"/>
                  </a:lnTo>
                  <a:lnTo>
                    <a:pt x="113940" y="365151"/>
                  </a:lnTo>
                  <a:lnTo>
                    <a:pt x="114033" y="365308"/>
                  </a:lnTo>
                  <a:lnTo>
                    <a:pt x="114312" y="365589"/>
                  </a:lnTo>
                  <a:lnTo>
                    <a:pt x="114484" y="365620"/>
                  </a:lnTo>
                  <a:lnTo>
                    <a:pt x="114913" y="365268"/>
                  </a:lnTo>
                  <a:lnTo>
                    <a:pt x="114431" y="364741"/>
                  </a:lnTo>
                  <a:lnTo>
                    <a:pt x="114468" y="364535"/>
                  </a:lnTo>
                  <a:lnTo>
                    <a:pt x="115275" y="364150"/>
                  </a:lnTo>
                  <a:lnTo>
                    <a:pt x="115586" y="364101"/>
                  </a:lnTo>
                  <a:lnTo>
                    <a:pt x="115980" y="363472"/>
                  </a:lnTo>
                  <a:lnTo>
                    <a:pt x="116587" y="363436"/>
                  </a:lnTo>
                  <a:lnTo>
                    <a:pt x="116950" y="363258"/>
                  </a:lnTo>
                  <a:lnTo>
                    <a:pt x="117048" y="363097"/>
                  </a:lnTo>
                  <a:lnTo>
                    <a:pt x="117351" y="363011"/>
                  </a:lnTo>
                  <a:lnTo>
                    <a:pt x="117903" y="363454"/>
                  </a:lnTo>
                  <a:lnTo>
                    <a:pt x="118527" y="363075"/>
                  </a:lnTo>
                  <a:lnTo>
                    <a:pt x="119090" y="363258"/>
                  </a:lnTo>
                  <a:lnTo>
                    <a:pt x="118998" y="363467"/>
                  </a:lnTo>
                  <a:lnTo>
                    <a:pt x="118920" y="363688"/>
                  </a:lnTo>
                  <a:lnTo>
                    <a:pt x="119246" y="364158"/>
                  </a:lnTo>
                  <a:lnTo>
                    <a:pt x="119405" y="364131"/>
                  </a:lnTo>
                  <a:lnTo>
                    <a:pt x="119721" y="363683"/>
                  </a:lnTo>
                  <a:lnTo>
                    <a:pt x="119550" y="363490"/>
                  </a:lnTo>
                  <a:lnTo>
                    <a:pt x="119753" y="362498"/>
                  </a:lnTo>
                  <a:lnTo>
                    <a:pt x="119894" y="362265"/>
                  </a:lnTo>
                  <a:lnTo>
                    <a:pt x="119406" y="361493"/>
                  </a:lnTo>
                  <a:lnTo>
                    <a:pt x="118753" y="360864"/>
                  </a:lnTo>
                  <a:lnTo>
                    <a:pt x="118632" y="360600"/>
                  </a:lnTo>
                  <a:lnTo>
                    <a:pt x="118723" y="359986"/>
                  </a:lnTo>
                  <a:lnTo>
                    <a:pt x="118855" y="359592"/>
                  </a:lnTo>
                  <a:lnTo>
                    <a:pt x="119049" y="359404"/>
                  </a:lnTo>
                  <a:lnTo>
                    <a:pt x="119380" y="359023"/>
                  </a:lnTo>
                  <a:lnTo>
                    <a:pt x="119529" y="358392"/>
                  </a:lnTo>
                  <a:lnTo>
                    <a:pt x="119232" y="357993"/>
                  </a:lnTo>
                  <a:lnTo>
                    <a:pt x="119536" y="357196"/>
                  </a:lnTo>
                  <a:lnTo>
                    <a:pt x="119290" y="356974"/>
                  </a:lnTo>
                  <a:lnTo>
                    <a:pt x="118935" y="356854"/>
                  </a:lnTo>
                  <a:lnTo>
                    <a:pt x="118508" y="357015"/>
                  </a:lnTo>
                  <a:lnTo>
                    <a:pt x="118322" y="356812"/>
                  </a:lnTo>
                  <a:lnTo>
                    <a:pt x="118161" y="356194"/>
                  </a:lnTo>
                  <a:lnTo>
                    <a:pt x="117890" y="356059"/>
                  </a:lnTo>
                  <a:lnTo>
                    <a:pt x="117595" y="356090"/>
                  </a:lnTo>
                  <a:lnTo>
                    <a:pt x="117433" y="356223"/>
                  </a:lnTo>
                  <a:lnTo>
                    <a:pt x="117372" y="356694"/>
                  </a:lnTo>
                  <a:lnTo>
                    <a:pt x="117143" y="356969"/>
                  </a:lnTo>
                  <a:lnTo>
                    <a:pt x="116639" y="357385"/>
                  </a:lnTo>
                  <a:lnTo>
                    <a:pt x="116549" y="357873"/>
                  </a:lnTo>
                  <a:lnTo>
                    <a:pt x="116144" y="358123"/>
                  </a:lnTo>
                  <a:lnTo>
                    <a:pt x="115669" y="357980"/>
                  </a:lnTo>
                  <a:lnTo>
                    <a:pt x="115749" y="357008"/>
                  </a:lnTo>
                  <a:lnTo>
                    <a:pt x="115834" y="356537"/>
                  </a:lnTo>
                  <a:lnTo>
                    <a:pt x="116102" y="356443"/>
                  </a:lnTo>
                  <a:lnTo>
                    <a:pt x="116733" y="355928"/>
                  </a:lnTo>
                  <a:lnTo>
                    <a:pt x="117268" y="355553"/>
                  </a:lnTo>
                  <a:lnTo>
                    <a:pt x="118306" y="355169"/>
                  </a:lnTo>
                  <a:lnTo>
                    <a:pt x="118502" y="354782"/>
                  </a:lnTo>
                  <a:lnTo>
                    <a:pt x="119113" y="354358"/>
                  </a:lnTo>
                  <a:lnTo>
                    <a:pt x="119710" y="354600"/>
                  </a:lnTo>
                  <a:lnTo>
                    <a:pt x="120461" y="354600"/>
                  </a:lnTo>
                  <a:lnTo>
                    <a:pt x="120414" y="354300"/>
                  </a:lnTo>
                  <a:lnTo>
                    <a:pt x="120372" y="354042"/>
                  </a:lnTo>
                  <a:lnTo>
                    <a:pt x="120774" y="353630"/>
                  </a:lnTo>
                  <a:lnTo>
                    <a:pt x="121453" y="353550"/>
                  </a:lnTo>
                  <a:lnTo>
                    <a:pt x="121346" y="352876"/>
                  </a:lnTo>
                  <a:lnTo>
                    <a:pt x="121175" y="352679"/>
                  </a:lnTo>
                  <a:lnTo>
                    <a:pt x="121023" y="352289"/>
                  </a:lnTo>
                  <a:lnTo>
                    <a:pt x="120891" y="351870"/>
                  </a:lnTo>
                  <a:lnTo>
                    <a:pt x="120315" y="351914"/>
                  </a:lnTo>
                  <a:lnTo>
                    <a:pt x="120150" y="351861"/>
                  </a:lnTo>
                  <a:lnTo>
                    <a:pt x="119996" y="351787"/>
                  </a:lnTo>
                  <a:lnTo>
                    <a:pt x="120074" y="351127"/>
                  </a:lnTo>
                  <a:lnTo>
                    <a:pt x="120540" y="350973"/>
                  </a:lnTo>
                  <a:lnTo>
                    <a:pt x="120695" y="350843"/>
                  </a:lnTo>
                  <a:lnTo>
                    <a:pt x="120725" y="350630"/>
                  </a:lnTo>
                  <a:lnTo>
                    <a:pt x="120617" y="349795"/>
                  </a:lnTo>
                  <a:lnTo>
                    <a:pt x="120077" y="349365"/>
                  </a:lnTo>
                  <a:lnTo>
                    <a:pt x="119833" y="349122"/>
                  </a:lnTo>
                  <a:lnTo>
                    <a:pt x="119501" y="348004"/>
                  </a:lnTo>
                  <a:lnTo>
                    <a:pt x="119466" y="347242"/>
                  </a:lnTo>
                  <a:lnTo>
                    <a:pt x="119753" y="346752"/>
                  </a:lnTo>
                  <a:lnTo>
                    <a:pt x="118678" y="346319"/>
                  </a:lnTo>
                  <a:lnTo>
                    <a:pt x="118395" y="346337"/>
                  </a:lnTo>
                  <a:lnTo>
                    <a:pt x="118239" y="346312"/>
                  </a:lnTo>
                  <a:lnTo>
                    <a:pt x="118095" y="347036"/>
                  </a:lnTo>
                  <a:lnTo>
                    <a:pt x="118254" y="347070"/>
                  </a:lnTo>
                  <a:lnTo>
                    <a:pt x="118251" y="347479"/>
                  </a:lnTo>
                  <a:lnTo>
                    <a:pt x="117988" y="347679"/>
                  </a:lnTo>
                  <a:lnTo>
                    <a:pt x="117840" y="347530"/>
                  </a:lnTo>
                  <a:lnTo>
                    <a:pt x="117558" y="347324"/>
                  </a:lnTo>
                  <a:lnTo>
                    <a:pt x="117292" y="347227"/>
                  </a:lnTo>
                  <a:lnTo>
                    <a:pt x="117156" y="347132"/>
                  </a:lnTo>
                  <a:lnTo>
                    <a:pt x="116853" y="347103"/>
                  </a:lnTo>
                  <a:lnTo>
                    <a:pt x="116592" y="346855"/>
                  </a:lnTo>
                  <a:lnTo>
                    <a:pt x="116804" y="346806"/>
                  </a:lnTo>
                  <a:lnTo>
                    <a:pt x="117180" y="346761"/>
                  </a:lnTo>
                  <a:lnTo>
                    <a:pt x="117359" y="346774"/>
                  </a:lnTo>
                  <a:lnTo>
                    <a:pt x="117858" y="346734"/>
                  </a:lnTo>
                  <a:lnTo>
                    <a:pt x="117748" y="346228"/>
                  </a:lnTo>
                  <a:lnTo>
                    <a:pt x="117621" y="346212"/>
                  </a:lnTo>
                  <a:lnTo>
                    <a:pt x="117023" y="346290"/>
                  </a:lnTo>
                  <a:lnTo>
                    <a:pt x="116726" y="346172"/>
                  </a:lnTo>
                  <a:lnTo>
                    <a:pt x="116685" y="346012"/>
                  </a:lnTo>
                  <a:lnTo>
                    <a:pt x="116746" y="345321"/>
                  </a:lnTo>
                  <a:lnTo>
                    <a:pt x="117020" y="344581"/>
                  </a:lnTo>
                  <a:lnTo>
                    <a:pt x="117263" y="344360"/>
                  </a:lnTo>
                  <a:lnTo>
                    <a:pt x="117352" y="344223"/>
                  </a:lnTo>
                  <a:lnTo>
                    <a:pt x="117405" y="343434"/>
                  </a:lnTo>
                  <a:lnTo>
                    <a:pt x="116726" y="343679"/>
                  </a:lnTo>
                  <a:lnTo>
                    <a:pt x="116225" y="343827"/>
                  </a:lnTo>
                  <a:lnTo>
                    <a:pt x="115878" y="343922"/>
                  </a:lnTo>
                  <a:lnTo>
                    <a:pt x="115417" y="343894"/>
                  </a:lnTo>
                  <a:lnTo>
                    <a:pt x="114796" y="342737"/>
                  </a:lnTo>
                  <a:lnTo>
                    <a:pt x="114617" y="342299"/>
                  </a:lnTo>
                  <a:lnTo>
                    <a:pt x="114199" y="342379"/>
                  </a:lnTo>
                  <a:lnTo>
                    <a:pt x="113743" y="342073"/>
                  </a:lnTo>
                  <a:lnTo>
                    <a:pt x="113677" y="342458"/>
                  </a:lnTo>
                  <a:lnTo>
                    <a:pt x="113646" y="342824"/>
                  </a:lnTo>
                  <a:lnTo>
                    <a:pt x="113259" y="342516"/>
                  </a:lnTo>
                  <a:lnTo>
                    <a:pt x="112484" y="342678"/>
                  </a:lnTo>
                  <a:lnTo>
                    <a:pt x="112305" y="342560"/>
                  </a:lnTo>
                  <a:lnTo>
                    <a:pt x="111957" y="342363"/>
                  </a:lnTo>
                  <a:lnTo>
                    <a:pt x="110834" y="342564"/>
                  </a:lnTo>
                  <a:lnTo>
                    <a:pt x="110849" y="342839"/>
                  </a:lnTo>
                  <a:lnTo>
                    <a:pt x="110860" y="343210"/>
                  </a:lnTo>
                  <a:lnTo>
                    <a:pt x="110616" y="343266"/>
                  </a:lnTo>
                  <a:lnTo>
                    <a:pt x="110181" y="343299"/>
                  </a:lnTo>
                  <a:lnTo>
                    <a:pt x="109702" y="343155"/>
                  </a:lnTo>
                  <a:lnTo>
                    <a:pt x="109460" y="343149"/>
                  </a:lnTo>
                  <a:lnTo>
                    <a:pt x="108809" y="343483"/>
                  </a:lnTo>
                  <a:lnTo>
                    <a:pt x="108621" y="343484"/>
                  </a:lnTo>
                  <a:lnTo>
                    <a:pt x="107851" y="343744"/>
                  </a:lnTo>
                  <a:lnTo>
                    <a:pt x="107387" y="343661"/>
                  </a:lnTo>
                  <a:lnTo>
                    <a:pt x="107265" y="343456"/>
                  </a:lnTo>
                  <a:lnTo>
                    <a:pt x="107079" y="343101"/>
                  </a:lnTo>
                  <a:lnTo>
                    <a:pt x="107209" y="342561"/>
                  </a:lnTo>
                  <a:lnTo>
                    <a:pt x="106895" y="342428"/>
                  </a:lnTo>
                  <a:lnTo>
                    <a:pt x="106494" y="342574"/>
                  </a:lnTo>
                  <a:lnTo>
                    <a:pt x="106263" y="343207"/>
                  </a:lnTo>
                  <a:lnTo>
                    <a:pt x="105998" y="343419"/>
                  </a:lnTo>
                  <a:lnTo>
                    <a:pt x="105862" y="343497"/>
                  </a:lnTo>
                  <a:lnTo>
                    <a:pt x="105757" y="343653"/>
                  </a:lnTo>
                  <a:lnTo>
                    <a:pt x="105681" y="343827"/>
                  </a:lnTo>
                  <a:lnTo>
                    <a:pt x="105527" y="344066"/>
                  </a:lnTo>
                  <a:lnTo>
                    <a:pt x="105120" y="344609"/>
                  </a:lnTo>
                  <a:lnTo>
                    <a:pt x="105049" y="344983"/>
                  </a:lnTo>
                  <a:lnTo>
                    <a:pt x="104729" y="345506"/>
                  </a:lnTo>
                  <a:lnTo>
                    <a:pt x="104518" y="345755"/>
                  </a:lnTo>
                  <a:lnTo>
                    <a:pt x="104309" y="345940"/>
                  </a:lnTo>
                  <a:lnTo>
                    <a:pt x="103877" y="346206"/>
                  </a:lnTo>
                  <a:lnTo>
                    <a:pt x="103502" y="346087"/>
                  </a:lnTo>
                  <a:lnTo>
                    <a:pt x="103122" y="346384"/>
                  </a:lnTo>
                  <a:lnTo>
                    <a:pt x="102916" y="346871"/>
                  </a:lnTo>
                  <a:lnTo>
                    <a:pt x="102739" y="347104"/>
                  </a:lnTo>
                  <a:lnTo>
                    <a:pt x="102431" y="346932"/>
                  </a:lnTo>
                  <a:lnTo>
                    <a:pt x="102309" y="346733"/>
                  </a:lnTo>
                  <a:lnTo>
                    <a:pt x="101669" y="346735"/>
                  </a:lnTo>
                  <a:lnTo>
                    <a:pt x="101115" y="347070"/>
                  </a:lnTo>
                  <a:lnTo>
                    <a:pt x="100080" y="346890"/>
                  </a:lnTo>
                  <a:lnTo>
                    <a:pt x="99879" y="346615"/>
                  </a:lnTo>
                  <a:lnTo>
                    <a:pt x="100209" y="345563"/>
                  </a:lnTo>
                  <a:lnTo>
                    <a:pt x="100813" y="344886"/>
                  </a:lnTo>
                  <a:lnTo>
                    <a:pt x="100972" y="344764"/>
                  </a:lnTo>
                  <a:lnTo>
                    <a:pt x="101339" y="344415"/>
                  </a:lnTo>
                  <a:lnTo>
                    <a:pt x="101364" y="344098"/>
                  </a:lnTo>
                  <a:lnTo>
                    <a:pt x="101128" y="343915"/>
                  </a:lnTo>
                  <a:lnTo>
                    <a:pt x="100935" y="343889"/>
                  </a:lnTo>
                  <a:lnTo>
                    <a:pt x="100344" y="343956"/>
                  </a:lnTo>
                  <a:lnTo>
                    <a:pt x="100209" y="343978"/>
                  </a:lnTo>
                  <a:lnTo>
                    <a:pt x="99418" y="344245"/>
                  </a:lnTo>
                  <a:lnTo>
                    <a:pt x="99251" y="344226"/>
                  </a:lnTo>
                  <a:lnTo>
                    <a:pt x="98791" y="344371"/>
                  </a:lnTo>
                  <a:lnTo>
                    <a:pt x="97878" y="344793"/>
                  </a:lnTo>
                  <a:lnTo>
                    <a:pt x="97602" y="345126"/>
                  </a:lnTo>
                  <a:lnTo>
                    <a:pt x="97492" y="345355"/>
                  </a:lnTo>
                  <a:lnTo>
                    <a:pt x="97242" y="345418"/>
                  </a:lnTo>
                  <a:lnTo>
                    <a:pt x="96510" y="345104"/>
                  </a:lnTo>
                  <a:lnTo>
                    <a:pt x="96188" y="345106"/>
                  </a:lnTo>
                  <a:lnTo>
                    <a:pt x="95696" y="345809"/>
                  </a:lnTo>
                  <a:lnTo>
                    <a:pt x="95556" y="346163"/>
                  </a:lnTo>
                  <a:lnTo>
                    <a:pt x="95070" y="346522"/>
                  </a:lnTo>
                  <a:lnTo>
                    <a:pt x="94790" y="346554"/>
                  </a:lnTo>
                  <a:lnTo>
                    <a:pt x="94395" y="346756"/>
                  </a:lnTo>
                  <a:lnTo>
                    <a:pt x="94069" y="347076"/>
                  </a:lnTo>
                  <a:lnTo>
                    <a:pt x="93869" y="347370"/>
                  </a:lnTo>
                  <a:lnTo>
                    <a:pt x="93452" y="347852"/>
                  </a:lnTo>
                  <a:lnTo>
                    <a:pt x="93185" y="347945"/>
                  </a:lnTo>
                  <a:lnTo>
                    <a:pt x="92840" y="347866"/>
                  </a:lnTo>
                  <a:lnTo>
                    <a:pt x="92223" y="348152"/>
                  </a:lnTo>
                  <a:lnTo>
                    <a:pt x="92770" y="348626"/>
                  </a:lnTo>
                  <a:lnTo>
                    <a:pt x="92809" y="349548"/>
                  </a:lnTo>
                  <a:lnTo>
                    <a:pt x="92517" y="349723"/>
                  </a:lnTo>
                  <a:lnTo>
                    <a:pt x="91265" y="349931"/>
                  </a:lnTo>
                  <a:lnTo>
                    <a:pt x="91330" y="349695"/>
                  </a:lnTo>
                  <a:lnTo>
                    <a:pt x="91326" y="349175"/>
                  </a:lnTo>
                  <a:lnTo>
                    <a:pt x="91138" y="349009"/>
                  </a:lnTo>
                  <a:lnTo>
                    <a:pt x="91141" y="349597"/>
                  </a:lnTo>
                  <a:lnTo>
                    <a:pt x="90582" y="349680"/>
                  </a:lnTo>
                  <a:lnTo>
                    <a:pt x="90311" y="349634"/>
                  </a:lnTo>
                  <a:lnTo>
                    <a:pt x="90165" y="349852"/>
                  </a:lnTo>
                  <a:lnTo>
                    <a:pt x="89914" y="350187"/>
                  </a:lnTo>
                  <a:lnTo>
                    <a:pt x="89610" y="350503"/>
                  </a:lnTo>
                  <a:lnTo>
                    <a:pt x="89075" y="350689"/>
                  </a:lnTo>
                  <a:lnTo>
                    <a:pt x="88897" y="350504"/>
                  </a:lnTo>
                  <a:lnTo>
                    <a:pt x="89070" y="350290"/>
                  </a:lnTo>
                  <a:lnTo>
                    <a:pt x="89216" y="350137"/>
                  </a:lnTo>
                  <a:lnTo>
                    <a:pt x="89266" y="349894"/>
                  </a:lnTo>
                  <a:lnTo>
                    <a:pt x="89209" y="349632"/>
                  </a:lnTo>
                  <a:lnTo>
                    <a:pt x="89081" y="349284"/>
                  </a:lnTo>
                  <a:lnTo>
                    <a:pt x="88868" y="349028"/>
                  </a:lnTo>
                  <a:lnTo>
                    <a:pt x="88464" y="348893"/>
                  </a:lnTo>
                  <a:lnTo>
                    <a:pt x="87915" y="348559"/>
                  </a:lnTo>
                  <a:lnTo>
                    <a:pt x="87780" y="348355"/>
                  </a:lnTo>
                  <a:lnTo>
                    <a:pt x="87792" y="347759"/>
                  </a:lnTo>
                  <a:lnTo>
                    <a:pt x="87195" y="347442"/>
                  </a:lnTo>
                  <a:lnTo>
                    <a:pt x="86850" y="347367"/>
                  </a:lnTo>
                  <a:lnTo>
                    <a:pt x="86440" y="346990"/>
                  </a:lnTo>
                  <a:lnTo>
                    <a:pt x="85980" y="346525"/>
                  </a:lnTo>
                  <a:lnTo>
                    <a:pt x="85501" y="346265"/>
                  </a:lnTo>
                  <a:lnTo>
                    <a:pt x="85265" y="345890"/>
                  </a:lnTo>
                  <a:lnTo>
                    <a:pt x="86030" y="345339"/>
                  </a:lnTo>
                  <a:lnTo>
                    <a:pt x="86225" y="345436"/>
                  </a:lnTo>
                  <a:lnTo>
                    <a:pt x="86542" y="345751"/>
                  </a:lnTo>
                  <a:lnTo>
                    <a:pt x="86781" y="345792"/>
                  </a:lnTo>
                  <a:lnTo>
                    <a:pt x="86953" y="345752"/>
                  </a:lnTo>
                  <a:lnTo>
                    <a:pt x="87215" y="345601"/>
                  </a:lnTo>
                  <a:lnTo>
                    <a:pt x="87756" y="345276"/>
                  </a:lnTo>
                  <a:lnTo>
                    <a:pt x="88162" y="344995"/>
                  </a:lnTo>
                  <a:lnTo>
                    <a:pt x="88211" y="344806"/>
                  </a:lnTo>
                  <a:lnTo>
                    <a:pt x="88643" y="344351"/>
                  </a:lnTo>
                  <a:lnTo>
                    <a:pt x="89058" y="344444"/>
                  </a:lnTo>
                  <a:lnTo>
                    <a:pt x="89405" y="344882"/>
                  </a:lnTo>
                  <a:lnTo>
                    <a:pt x="89625" y="344713"/>
                  </a:lnTo>
                  <a:lnTo>
                    <a:pt x="89745" y="344314"/>
                  </a:lnTo>
                  <a:lnTo>
                    <a:pt x="89737" y="344145"/>
                  </a:lnTo>
                  <a:lnTo>
                    <a:pt x="89781" y="343930"/>
                  </a:lnTo>
                  <a:lnTo>
                    <a:pt x="90129" y="343628"/>
                  </a:lnTo>
                  <a:lnTo>
                    <a:pt x="90569" y="343275"/>
                  </a:lnTo>
                  <a:lnTo>
                    <a:pt x="91325" y="342108"/>
                  </a:lnTo>
                  <a:lnTo>
                    <a:pt x="91594" y="341780"/>
                  </a:lnTo>
                  <a:lnTo>
                    <a:pt x="91612" y="340909"/>
                  </a:lnTo>
                  <a:lnTo>
                    <a:pt x="91350" y="340431"/>
                  </a:lnTo>
                  <a:lnTo>
                    <a:pt x="91301" y="339838"/>
                  </a:lnTo>
                  <a:lnTo>
                    <a:pt x="91034" y="339793"/>
                  </a:lnTo>
                  <a:lnTo>
                    <a:pt x="90609" y="339482"/>
                  </a:lnTo>
                  <a:lnTo>
                    <a:pt x="90604" y="339292"/>
                  </a:lnTo>
                  <a:lnTo>
                    <a:pt x="91521" y="338771"/>
                  </a:lnTo>
                  <a:lnTo>
                    <a:pt x="91886" y="338718"/>
                  </a:lnTo>
                  <a:lnTo>
                    <a:pt x="92343" y="338581"/>
                  </a:lnTo>
                  <a:lnTo>
                    <a:pt x="92680" y="338224"/>
                  </a:lnTo>
                  <a:lnTo>
                    <a:pt x="92772" y="337958"/>
                  </a:lnTo>
                  <a:lnTo>
                    <a:pt x="93495" y="337433"/>
                  </a:lnTo>
                  <a:lnTo>
                    <a:pt x="93753" y="337196"/>
                  </a:lnTo>
                  <a:lnTo>
                    <a:pt x="93965" y="337064"/>
                  </a:lnTo>
                  <a:lnTo>
                    <a:pt x="94098" y="336986"/>
                  </a:lnTo>
                  <a:lnTo>
                    <a:pt x="94287" y="336470"/>
                  </a:lnTo>
                  <a:lnTo>
                    <a:pt x="94543" y="336042"/>
                  </a:lnTo>
                  <a:lnTo>
                    <a:pt x="94945" y="336219"/>
                  </a:lnTo>
                  <a:lnTo>
                    <a:pt x="95458" y="336082"/>
                  </a:lnTo>
                  <a:lnTo>
                    <a:pt x="96282" y="335495"/>
                  </a:lnTo>
                  <a:lnTo>
                    <a:pt x="96655" y="335689"/>
                  </a:lnTo>
                  <a:lnTo>
                    <a:pt x="97091" y="335669"/>
                  </a:lnTo>
                  <a:lnTo>
                    <a:pt x="97214" y="335077"/>
                  </a:lnTo>
                  <a:lnTo>
                    <a:pt x="97274" y="334833"/>
                  </a:lnTo>
                  <a:lnTo>
                    <a:pt x="97425" y="334731"/>
                  </a:lnTo>
                  <a:lnTo>
                    <a:pt x="97695" y="334490"/>
                  </a:lnTo>
                  <a:lnTo>
                    <a:pt x="97641" y="334120"/>
                  </a:lnTo>
                  <a:lnTo>
                    <a:pt x="97326" y="333597"/>
                  </a:lnTo>
                  <a:lnTo>
                    <a:pt x="97338" y="333040"/>
                  </a:lnTo>
                  <a:lnTo>
                    <a:pt x="97199" y="332612"/>
                  </a:lnTo>
                  <a:lnTo>
                    <a:pt x="97617" y="332630"/>
                  </a:lnTo>
                  <a:lnTo>
                    <a:pt x="97706" y="332850"/>
                  </a:lnTo>
                  <a:lnTo>
                    <a:pt x="97830" y="333013"/>
                  </a:lnTo>
                  <a:lnTo>
                    <a:pt x="98425" y="333210"/>
                  </a:lnTo>
                  <a:lnTo>
                    <a:pt x="98423" y="332982"/>
                  </a:lnTo>
                  <a:lnTo>
                    <a:pt x="98719" y="332612"/>
                  </a:lnTo>
                  <a:lnTo>
                    <a:pt x="98961" y="332760"/>
                  </a:lnTo>
                  <a:lnTo>
                    <a:pt x="99230" y="332786"/>
                  </a:lnTo>
                  <a:lnTo>
                    <a:pt x="99507" y="332557"/>
                  </a:lnTo>
                  <a:lnTo>
                    <a:pt x="99778" y="332500"/>
                  </a:lnTo>
                  <a:lnTo>
                    <a:pt x="99964" y="332481"/>
                  </a:lnTo>
                  <a:lnTo>
                    <a:pt x="99847" y="332138"/>
                  </a:lnTo>
                  <a:lnTo>
                    <a:pt x="99784" y="331958"/>
                  </a:lnTo>
                  <a:lnTo>
                    <a:pt x="99762" y="331814"/>
                  </a:lnTo>
                  <a:lnTo>
                    <a:pt x="100482" y="331683"/>
                  </a:lnTo>
                  <a:lnTo>
                    <a:pt x="100428" y="330889"/>
                  </a:lnTo>
                  <a:lnTo>
                    <a:pt x="100445" y="330560"/>
                  </a:lnTo>
                  <a:lnTo>
                    <a:pt x="100603" y="330190"/>
                  </a:lnTo>
                  <a:lnTo>
                    <a:pt x="100682" y="329483"/>
                  </a:lnTo>
                  <a:lnTo>
                    <a:pt x="100721" y="328976"/>
                  </a:lnTo>
                  <a:lnTo>
                    <a:pt x="101021" y="328915"/>
                  </a:lnTo>
                  <a:lnTo>
                    <a:pt x="101605" y="328286"/>
                  </a:lnTo>
                  <a:lnTo>
                    <a:pt x="101720" y="327694"/>
                  </a:lnTo>
                  <a:lnTo>
                    <a:pt x="101297" y="327590"/>
                  </a:lnTo>
                  <a:lnTo>
                    <a:pt x="101056" y="327890"/>
                  </a:lnTo>
                  <a:lnTo>
                    <a:pt x="100176" y="328325"/>
                  </a:lnTo>
                  <a:lnTo>
                    <a:pt x="100265" y="327846"/>
                  </a:lnTo>
                  <a:lnTo>
                    <a:pt x="100479" y="327806"/>
                  </a:lnTo>
                  <a:lnTo>
                    <a:pt x="100828" y="327601"/>
                  </a:lnTo>
                  <a:lnTo>
                    <a:pt x="101208" y="327294"/>
                  </a:lnTo>
                  <a:lnTo>
                    <a:pt x="101378" y="327043"/>
                  </a:lnTo>
                  <a:lnTo>
                    <a:pt x="101738" y="326494"/>
                  </a:lnTo>
                  <a:lnTo>
                    <a:pt x="102024" y="326444"/>
                  </a:lnTo>
                  <a:lnTo>
                    <a:pt x="102429" y="326788"/>
                  </a:lnTo>
                  <a:lnTo>
                    <a:pt x="102659" y="327289"/>
                  </a:lnTo>
                  <a:lnTo>
                    <a:pt x="102649" y="327443"/>
                  </a:lnTo>
                  <a:lnTo>
                    <a:pt x="102661" y="327586"/>
                  </a:lnTo>
                  <a:lnTo>
                    <a:pt x="102373" y="327952"/>
                  </a:lnTo>
                  <a:lnTo>
                    <a:pt x="102489" y="328419"/>
                  </a:lnTo>
                  <a:lnTo>
                    <a:pt x="102786" y="328244"/>
                  </a:lnTo>
                  <a:lnTo>
                    <a:pt x="102926" y="328069"/>
                  </a:lnTo>
                  <a:lnTo>
                    <a:pt x="103590" y="327368"/>
                  </a:lnTo>
                  <a:lnTo>
                    <a:pt x="103764" y="327323"/>
                  </a:lnTo>
                  <a:lnTo>
                    <a:pt x="103957" y="327281"/>
                  </a:lnTo>
                  <a:lnTo>
                    <a:pt x="104538" y="326787"/>
                  </a:lnTo>
                  <a:lnTo>
                    <a:pt x="105005" y="326046"/>
                  </a:lnTo>
                  <a:lnTo>
                    <a:pt x="105446" y="326318"/>
                  </a:lnTo>
                  <a:lnTo>
                    <a:pt x="105690" y="327196"/>
                  </a:lnTo>
                  <a:lnTo>
                    <a:pt x="106705" y="327783"/>
                  </a:lnTo>
                  <a:lnTo>
                    <a:pt x="106706" y="327961"/>
                  </a:lnTo>
                  <a:lnTo>
                    <a:pt x="107424" y="327676"/>
                  </a:lnTo>
                  <a:lnTo>
                    <a:pt x="107911" y="327708"/>
                  </a:lnTo>
                  <a:lnTo>
                    <a:pt x="108441" y="327859"/>
                  </a:lnTo>
                  <a:lnTo>
                    <a:pt x="109085" y="327896"/>
                  </a:lnTo>
                  <a:lnTo>
                    <a:pt x="109069" y="327626"/>
                  </a:lnTo>
                  <a:lnTo>
                    <a:pt x="109332" y="326865"/>
                  </a:lnTo>
                  <a:lnTo>
                    <a:pt x="109609" y="326666"/>
                  </a:lnTo>
                  <a:lnTo>
                    <a:pt x="109536" y="326120"/>
                  </a:lnTo>
                  <a:lnTo>
                    <a:pt x="109327" y="325579"/>
                  </a:lnTo>
                  <a:lnTo>
                    <a:pt x="109086" y="325002"/>
                  </a:lnTo>
                  <a:lnTo>
                    <a:pt x="109462" y="324854"/>
                  </a:lnTo>
                  <a:lnTo>
                    <a:pt x="109724" y="324792"/>
                  </a:lnTo>
                  <a:lnTo>
                    <a:pt x="110045" y="324525"/>
                  </a:lnTo>
                  <a:lnTo>
                    <a:pt x="110151" y="324348"/>
                  </a:lnTo>
                  <a:lnTo>
                    <a:pt x="110299" y="324123"/>
                  </a:lnTo>
                  <a:lnTo>
                    <a:pt x="110660" y="324046"/>
                  </a:lnTo>
                  <a:lnTo>
                    <a:pt x="110992" y="323976"/>
                  </a:lnTo>
                  <a:lnTo>
                    <a:pt x="111208" y="323699"/>
                  </a:lnTo>
                  <a:lnTo>
                    <a:pt x="111558" y="323109"/>
                  </a:lnTo>
                  <a:lnTo>
                    <a:pt x="111808" y="322962"/>
                  </a:lnTo>
                  <a:lnTo>
                    <a:pt x="112115" y="322719"/>
                  </a:lnTo>
                  <a:lnTo>
                    <a:pt x="112517" y="322274"/>
                  </a:lnTo>
                  <a:lnTo>
                    <a:pt x="112772" y="321889"/>
                  </a:lnTo>
                  <a:lnTo>
                    <a:pt x="113386" y="321746"/>
                  </a:lnTo>
                  <a:lnTo>
                    <a:pt x="113987" y="321123"/>
                  </a:lnTo>
                  <a:lnTo>
                    <a:pt x="114803" y="320741"/>
                  </a:lnTo>
                  <a:lnTo>
                    <a:pt x="115310" y="321124"/>
                  </a:lnTo>
                  <a:lnTo>
                    <a:pt x="115626" y="320667"/>
                  </a:lnTo>
                  <a:lnTo>
                    <a:pt x="116082" y="320378"/>
                  </a:lnTo>
                  <a:lnTo>
                    <a:pt x="116747" y="320442"/>
                  </a:lnTo>
                  <a:lnTo>
                    <a:pt x="116927" y="320134"/>
                  </a:lnTo>
                  <a:lnTo>
                    <a:pt x="116639" y="319782"/>
                  </a:lnTo>
                  <a:lnTo>
                    <a:pt x="116432" y="319039"/>
                  </a:lnTo>
                  <a:lnTo>
                    <a:pt x="117032" y="318142"/>
                  </a:lnTo>
                  <a:lnTo>
                    <a:pt x="117131" y="317969"/>
                  </a:lnTo>
                  <a:lnTo>
                    <a:pt x="117283" y="317286"/>
                  </a:lnTo>
                  <a:lnTo>
                    <a:pt x="117338" y="316018"/>
                  </a:lnTo>
                  <a:lnTo>
                    <a:pt x="117133" y="315949"/>
                  </a:lnTo>
                  <a:lnTo>
                    <a:pt x="116922" y="315609"/>
                  </a:lnTo>
                  <a:lnTo>
                    <a:pt x="116736" y="314928"/>
                  </a:lnTo>
                  <a:lnTo>
                    <a:pt x="116883" y="314381"/>
                  </a:lnTo>
                  <a:lnTo>
                    <a:pt x="117182" y="314189"/>
                  </a:lnTo>
                  <a:lnTo>
                    <a:pt x="117202" y="313924"/>
                  </a:lnTo>
                  <a:lnTo>
                    <a:pt x="116317" y="313218"/>
                  </a:lnTo>
                  <a:lnTo>
                    <a:pt x="115887" y="313035"/>
                  </a:lnTo>
                  <a:lnTo>
                    <a:pt x="115673" y="312970"/>
                  </a:lnTo>
                  <a:lnTo>
                    <a:pt x="115218" y="312752"/>
                  </a:lnTo>
                  <a:lnTo>
                    <a:pt x="114842" y="312268"/>
                  </a:lnTo>
                  <a:lnTo>
                    <a:pt x="114500" y="311607"/>
                  </a:lnTo>
                  <a:lnTo>
                    <a:pt x="113951" y="311786"/>
                  </a:lnTo>
                  <a:lnTo>
                    <a:pt x="113531" y="311774"/>
                  </a:lnTo>
                  <a:lnTo>
                    <a:pt x="112971" y="311552"/>
                  </a:lnTo>
                  <a:lnTo>
                    <a:pt x="112525" y="311640"/>
                  </a:lnTo>
                  <a:lnTo>
                    <a:pt x="112295" y="311444"/>
                  </a:lnTo>
                  <a:lnTo>
                    <a:pt x="112686" y="310782"/>
                  </a:lnTo>
                  <a:lnTo>
                    <a:pt x="112180" y="310194"/>
                  </a:lnTo>
                  <a:lnTo>
                    <a:pt x="112176" y="309967"/>
                  </a:lnTo>
                  <a:lnTo>
                    <a:pt x="111483" y="308987"/>
                  </a:lnTo>
                  <a:lnTo>
                    <a:pt x="111102" y="309048"/>
                  </a:lnTo>
                  <a:lnTo>
                    <a:pt x="110900" y="308967"/>
                  </a:lnTo>
                  <a:lnTo>
                    <a:pt x="110689" y="308531"/>
                  </a:lnTo>
                  <a:lnTo>
                    <a:pt x="110767" y="308041"/>
                  </a:lnTo>
                  <a:lnTo>
                    <a:pt x="110914" y="307687"/>
                  </a:lnTo>
                  <a:lnTo>
                    <a:pt x="111039" y="307557"/>
                  </a:lnTo>
                  <a:lnTo>
                    <a:pt x="111290" y="306965"/>
                  </a:lnTo>
                  <a:lnTo>
                    <a:pt x="111187" y="306722"/>
                  </a:lnTo>
                  <a:lnTo>
                    <a:pt x="111070" y="306324"/>
                  </a:lnTo>
                  <a:lnTo>
                    <a:pt x="111146" y="306045"/>
                  </a:lnTo>
                  <a:lnTo>
                    <a:pt x="111210" y="305863"/>
                  </a:lnTo>
                  <a:lnTo>
                    <a:pt x="111345" y="305532"/>
                  </a:lnTo>
                  <a:lnTo>
                    <a:pt x="111523" y="305329"/>
                  </a:lnTo>
                  <a:lnTo>
                    <a:pt x="111240" y="305117"/>
                  </a:lnTo>
                  <a:lnTo>
                    <a:pt x="111035" y="304973"/>
                  </a:lnTo>
                  <a:lnTo>
                    <a:pt x="110716" y="304759"/>
                  </a:lnTo>
                  <a:lnTo>
                    <a:pt x="110230" y="304351"/>
                  </a:lnTo>
                  <a:lnTo>
                    <a:pt x="110427" y="304230"/>
                  </a:lnTo>
                  <a:lnTo>
                    <a:pt x="110955" y="303916"/>
                  </a:lnTo>
                  <a:lnTo>
                    <a:pt x="110579" y="303881"/>
                  </a:lnTo>
                  <a:lnTo>
                    <a:pt x="110268" y="303623"/>
                  </a:lnTo>
                  <a:lnTo>
                    <a:pt x="110054" y="303517"/>
                  </a:lnTo>
                  <a:lnTo>
                    <a:pt x="110040" y="303367"/>
                  </a:lnTo>
                  <a:lnTo>
                    <a:pt x="110071" y="302898"/>
                  </a:lnTo>
                  <a:lnTo>
                    <a:pt x="110110" y="302367"/>
                  </a:lnTo>
                  <a:lnTo>
                    <a:pt x="109825" y="301520"/>
                  </a:lnTo>
                  <a:lnTo>
                    <a:pt x="109943" y="301099"/>
                  </a:lnTo>
                  <a:lnTo>
                    <a:pt x="109767" y="300329"/>
                  </a:lnTo>
                  <a:lnTo>
                    <a:pt x="109559" y="299883"/>
                  </a:lnTo>
                  <a:lnTo>
                    <a:pt x="109261" y="299014"/>
                  </a:lnTo>
                  <a:lnTo>
                    <a:pt x="109526" y="298556"/>
                  </a:lnTo>
                  <a:lnTo>
                    <a:pt x="110226" y="298391"/>
                  </a:lnTo>
                  <a:lnTo>
                    <a:pt x="110485" y="297160"/>
                  </a:lnTo>
                  <a:lnTo>
                    <a:pt x="110722" y="297014"/>
                  </a:lnTo>
                  <a:lnTo>
                    <a:pt x="110804" y="296877"/>
                  </a:lnTo>
                  <a:lnTo>
                    <a:pt x="110951" y="296682"/>
                  </a:lnTo>
                  <a:lnTo>
                    <a:pt x="111803" y="296539"/>
                  </a:lnTo>
                  <a:lnTo>
                    <a:pt x="112167" y="296492"/>
                  </a:lnTo>
                  <a:lnTo>
                    <a:pt x="112291" y="296181"/>
                  </a:lnTo>
                  <a:lnTo>
                    <a:pt x="112510" y="295784"/>
                  </a:lnTo>
                  <a:lnTo>
                    <a:pt x="112840" y="295269"/>
                  </a:lnTo>
                  <a:lnTo>
                    <a:pt x="112615" y="294519"/>
                  </a:lnTo>
                  <a:lnTo>
                    <a:pt x="112380" y="294264"/>
                  </a:lnTo>
                  <a:lnTo>
                    <a:pt x="112235" y="294206"/>
                  </a:lnTo>
                  <a:lnTo>
                    <a:pt x="112058" y="294112"/>
                  </a:lnTo>
                  <a:lnTo>
                    <a:pt x="111871" y="293923"/>
                  </a:lnTo>
                  <a:lnTo>
                    <a:pt x="111504" y="293674"/>
                  </a:lnTo>
                  <a:lnTo>
                    <a:pt x="111333" y="293523"/>
                  </a:lnTo>
                  <a:lnTo>
                    <a:pt x="110783" y="293588"/>
                  </a:lnTo>
                  <a:lnTo>
                    <a:pt x="110694" y="293778"/>
                  </a:lnTo>
                  <a:lnTo>
                    <a:pt x="110590" y="294019"/>
                  </a:lnTo>
                  <a:lnTo>
                    <a:pt x="110567" y="294252"/>
                  </a:lnTo>
                  <a:lnTo>
                    <a:pt x="110224" y="294668"/>
                  </a:lnTo>
                  <a:lnTo>
                    <a:pt x="110048" y="294679"/>
                  </a:lnTo>
                  <a:lnTo>
                    <a:pt x="109480" y="295264"/>
                  </a:lnTo>
                  <a:lnTo>
                    <a:pt x="109100" y="294957"/>
                  </a:lnTo>
                  <a:lnTo>
                    <a:pt x="109151" y="294457"/>
                  </a:lnTo>
                  <a:lnTo>
                    <a:pt x="109371" y="293863"/>
                  </a:lnTo>
                  <a:lnTo>
                    <a:pt x="109414" y="293525"/>
                  </a:lnTo>
                  <a:lnTo>
                    <a:pt x="109381" y="292882"/>
                  </a:lnTo>
                  <a:lnTo>
                    <a:pt x="109458" y="292628"/>
                  </a:lnTo>
                  <a:lnTo>
                    <a:pt x="109650" y="292491"/>
                  </a:lnTo>
                  <a:lnTo>
                    <a:pt x="109893" y="292198"/>
                  </a:lnTo>
                  <a:lnTo>
                    <a:pt x="109769" y="291897"/>
                  </a:lnTo>
                  <a:lnTo>
                    <a:pt x="109758" y="291753"/>
                  </a:lnTo>
                  <a:lnTo>
                    <a:pt x="109858" y="291372"/>
                  </a:lnTo>
                  <a:lnTo>
                    <a:pt x="109965" y="291198"/>
                  </a:lnTo>
                  <a:lnTo>
                    <a:pt x="110556" y="290625"/>
                  </a:lnTo>
                  <a:lnTo>
                    <a:pt x="110580" y="290429"/>
                  </a:lnTo>
                  <a:lnTo>
                    <a:pt x="110591" y="290208"/>
                  </a:lnTo>
                  <a:lnTo>
                    <a:pt x="110742" y="289779"/>
                  </a:lnTo>
                  <a:lnTo>
                    <a:pt x="111111" y="289303"/>
                  </a:lnTo>
                  <a:lnTo>
                    <a:pt x="111136" y="289038"/>
                  </a:lnTo>
                  <a:lnTo>
                    <a:pt x="111017" y="288814"/>
                  </a:lnTo>
                  <a:lnTo>
                    <a:pt x="110945" y="288675"/>
                  </a:lnTo>
                  <a:lnTo>
                    <a:pt x="111160" y="288219"/>
                  </a:lnTo>
                  <a:lnTo>
                    <a:pt x="111339" y="288108"/>
                  </a:lnTo>
                  <a:lnTo>
                    <a:pt x="111337" y="287807"/>
                  </a:lnTo>
                  <a:lnTo>
                    <a:pt x="111258" y="287454"/>
                  </a:lnTo>
                  <a:lnTo>
                    <a:pt x="111225" y="287270"/>
                  </a:lnTo>
                  <a:lnTo>
                    <a:pt x="111157" y="286850"/>
                  </a:lnTo>
                  <a:lnTo>
                    <a:pt x="111187" y="286721"/>
                  </a:lnTo>
                  <a:lnTo>
                    <a:pt x="111192" y="286273"/>
                  </a:lnTo>
                  <a:lnTo>
                    <a:pt x="111408" y="285656"/>
                  </a:lnTo>
                  <a:lnTo>
                    <a:pt x="111650" y="285417"/>
                  </a:lnTo>
                  <a:lnTo>
                    <a:pt x="112113" y="284896"/>
                  </a:lnTo>
                  <a:lnTo>
                    <a:pt x="112270" y="284186"/>
                  </a:lnTo>
                  <a:lnTo>
                    <a:pt x="112544" y="283510"/>
                  </a:lnTo>
                  <a:lnTo>
                    <a:pt x="112521" y="283141"/>
                  </a:lnTo>
                  <a:lnTo>
                    <a:pt x="113058" y="282701"/>
                  </a:lnTo>
                  <a:lnTo>
                    <a:pt x="113266" y="282621"/>
                  </a:lnTo>
                  <a:lnTo>
                    <a:pt x="113508" y="282535"/>
                  </a:lnTo>
                  <a:lnTo>
                    <a:pt x="113694" y="282487"/>
                  </a:lnTo>
                  <a:lnTo>
                    <a:pt x="113649" y="282227"/>
                  </a:lnTo>
                  <a:lnTo>
                    <a:pt x="113420" y="282262"/>
                  </a:lnTo>
                  <a:lnTo>
                    <a:pt x="113077" y="282170"/>
                  </a:lnTo>
                  <a:lnTo>
                    <a:pt x="112816" y="281983"/>
                  </a:lnTo>
                  <a:lnTo>
                    <a:pt x="112288" y="282191"/>
                  </a:lnTo>
                  <a:lnTo>
                    <a:pt x="111817" y="282638"/>
                  </a:lnTo>
                  <a:lnTo>
                    <a:pt x="111663" y="282602"/>
                  </a:lnTo>
                  <a:lnTo>
                    <a:pt x="111881" y="282126"/>
                  </a:lnTo>
                  <a:lnTo>
                    <a:pt x="111992" y="281966"/>
                  </a:lnTo>
                  <a:lnTo>
                    <a:pt x="112138" y="281737"/>
                  </a:lnTo>
                  <a:lnTo>
                    <a:pt x="112159" y="281548"/>
                  </a:lnTo>
                  <a:lnTo>
                    <a:pt x="111915" y="281400"/>
                  </a:lnTo>
                  <a:lnTo>
                    <a:pt x="111694" y="281348"/>
                  </a:lnTo>
                  <a:lnTo>
                    <a:pt x="111471" y="281286"/>
                  </a:lnTo>
                  <a:lnTo>
                    <a:pt x="111113" y="281043"/>
                  </a:lnTo>
                  <a:lnTo>
                    <a:pt x="110799" y="281116"/>
                  </a:lnTo>
                  <a:lnTo>
                    <a:pt x="110467" y="281613"/>
                  </a:lnTo>
                  <a:lnTo>
                    <a:pt x="109959" y="281986"/>
                  </a:lnTo>
                  <a:lnTo>
                    <a:pt x="109499" y="282137"/>
                  </a:lnTo>
                  <a:lnTo>
                    <a:pt x="109110" y="281548"/>
                  </a:lnTo>
                  <a:lnTo>
                    <a:pt x="109169" y="281154"/>
                  </a:lnTo>
                  <a:lnTo>
                    <a:pt x="108556" y="280391"/>
                  </a:lnTo>
                  <a:lnTo>
                    <a:pt x="108156" y="280316"/>
                  </a:lnTo>
                  <a:lnTo>
                    <a:pt x="107923" y="280215"/>
                  </a:lnTo>
                  <a:lnTo>
                    <a:pt x="107973" y="279865"/>
                  </a:lnTo>
                  <a:lnTo>
                    <a:pt x="107863" y="279427"/>
                  </a:lnTo>
                  <a:lnTo>
                    <a:pt x="107760" y="278999"/>
                  </a:lnTo>
                  <a:lnTo>
                    <a:pt x="107723" y="278664"/>
                  </a:lnTo>
                  <a:lnTo>
                    <a:pt x="107941" y="278398"/>
                  </a:lnTo>
                  <a:lnTo>
                    <a:pt x="107965" y="278213"/>
                  </a:lnTo>
                  <a:lnTo>
                    <a:pt x="108177" y="277994"/>
                  </a:lnTo>
                  <a:lnTo>
                    <a:pt x="108503" y="277564"/>
                  </a:lnTo>
                  <a:lnTo>
                    <a:pt x="108644" y="277210"/>
                  </a:lnTo>
                  <a:lnTo>
                    <a:pt x="108505" y="276571"/>
                  </a:lnTo>
                  <a:lnTo>
                    <a:pt x="108152" y="276344"/>
                  </a:lnTo>
                  <a:lnTo>
                    <a:pt x="108056" y="276214"/>
                  </a:lnTo>
                  <a:lnTo>
                    <a:pt x="107678" y="276091"/>
                  </a:lnTo>
                  <a:lnTo>
                    <a:pt x="107540" y="275629"/>
                  </a:lnTo>
                  <a:lnTo>
                    <a:pt x="107566" y="275419"/>
                  </a:lnTo>
                  <a:lnTo>
                    <a:pt x="107536" y="275108"/>
                  </a:lnTo>
                  <a:lnTo>
                    <a:pt x="107382" y="274926"/>
                  </a:lnTo>
                  <a:lnTo>
                    <a:pt x="107241" y="273763"/>
                  </a:lnTo>
                  <a:lnTo>
                    <a:pt x="107228" y="273487"/>
                  </a:lnTo>
                  <a:lnTo>
                    <a:pt x="107256" y="272845"/>
                  </a:lnTo>
                  <a:lnTo>
                    <a:pt x="107328" y="272555"/>
                  </a:lnTo>
                  <a:lnTo>
                    <a:pt x="107408" y="272382"/>
                  </a:lnTo>
                  <a:lnTo>
                    <a:pt x="107377" y="272076"/>
                  </a:lnTo>
                  <a:lnTo>
                    <a:pt x="107351" y="271884"/>
                  </a:lnTo>
                  <a:lnTo>
                    <a:pt x="107890" y="270745"/>
                  </a:lnTo>
                  <a:lnTo>
                    <a:pt x="107991" y="270617"/>
                  </a:lnTo>
                  <a:lnTo>
                    <a:pt x="108006" y="270183"/>
                  </a:lnTo>
                  <a:lnTo>
                    <a:pt x="107995" y="269750"/>
                  </a:lnTo>
                  <a:lnTo>
                    <a:pt x="107896" y="269423"/>
                  </a:lnTo>
                  <a:lnTo>
                    <a:pt x="107918" y="269187"/>
                  </a:lnTo>
                  <a:lnTo>
                    <a:pt x="108140" y="268773"/>
                  </a:lnTo>
                  <a:lnTo>
                    <a:pt x="107996" y="268588"/>
                  </a:lnTo>
                  <a:lnTo>
                    <a:pt x="107955" y="268222"/>
                  </a:lnTo>
                  <a:lnTo>
                    <a:pt x="108048" y="267830"/>
                  </a:lnTo>
                  <a:lnTo>
                    <a:pt x="108181" y="267750"/>
                  </a:lnTo>
                  <a:lnTo>
                    <a:pt x="108401" y="267646"/>
                  </a:lnTo>
                  <a:lnTo>
                    <a:pt x="108677" y="267506"/>
                  </a:lnTo>
                  <a:lnTo>
                    <a:pt x="108792" y="267242"/>
                  </a:lnTo>
                  <a:lnTo>
                    <a:pt x="108944" y="266893"/>
                  </a:lnTo>
                  <a:lnTo>
                    <a:pt x="109214" y="266097"/>
                  </a:lnTo>
                  <a:lnTo>
                    <a:pt x="109254" y="265835"/>
                  </a:lnTo>
                  <a:lnTo>
                    <a:pt x="109497" y="265701"/>
                  </a:lnTo>
                  <a:lnTo>
                    <a:pt x="109867" y="265690"/>
                  </a:lnTo>
                  <a:lnTo>
                    <a:pt x="110184" y="265598"/>
                  </a:lnTo>
                  <a:lnTo>
                    <a:pt x="110208" y="265368"/>
                  </a:lnTo>
                  <a:lnTo>
                    <a:pt x="110068" y="265245"/>
                  </a:lnTo>
                  <a:lnTo>
                    <a:pt x="109917" y="265188"/>
                  </a:lnTo>
                  <a:lnTo>
                    <a:pt x="109748" y="265013"/>
                  </a:lnTo>
                  <a:lnTo>
                    <a:pt x="109710" y="264770"/>
                  </a:lnTo>
                  <a:lnTo>
                    <a:pt x="109432" y="264401"/>
                  </a:lnTo>
                  <a:lnTo>
                    <a:pt x="109650" y="264147"/>
                  </a:lnTo>
                  <a:lnTo>
                    <a:pt x="109612" y="263753"/>
                  </a:lnTo>
                  <a:lnTo>
                    <a:pt x="109525" y="263467"/>
                  </a:lnTo>
                  <a:lnTo>
                    <a:pt x="109203" y="263160"/>
                  </a:lnTo>
                  <a:lnTo>
                    <a:pt x="108840" y="263051"/>
                  </a:lnTo>
                  <a:lnTo>
                    <a:pt x="108479" y="263284"/>
                  </a:lnTo>
                  <a:lnTo>
                    <a:pt x="108102" y="263922"/>
                  </a:lnTo>
                  <a:lnTo>
                    <a:pt x="107926" y="263924"/>
                  </a:lnTo>
                  <a:lnTo>
                    <a:pt x="107792" y="263956"/>
                  </a:lnTo>
                  <a:lnTo>
                    <a:pt x="107107" y="264246"/>
                  </a:lnTo>
                  <a:lnTo>
                    <a:pt x="106867" y="264212"/>
                  </a:lnTo>
                  <a:lnTo>
                    <a:pt x="106273" y="263516"/>
                  </a:lnTo>
                  <a:lnTo>
                    <a:pt x="106107" y="263442"/>
                  </a:lnTo>
                  <a:lnTo>
                    <a:pt x="105555" y="263941"/>
                  </a:lnTo>
                  <a:lnTo>
                    <a:pt x="105324" y="264073"/>
                  </a:lnTo>
                  <a:lnTo>
                    <a:pt x="104786" y="264427"/>
                  </a:lnTo>
                  <a:lnTo>
                    <a:pt x="104488" y="264450"/>
                  </a:lnTo>
                  <a:lnTo>
                    <a:pt x="104132" y="264233"/>
                  </a:lnTo>
                  <a:lnTo>
                    <a:pt x="103978" y="264156"/>
                  </a:lnTo>
                  <a:lnTo>
                    <a:pt x="103818" y="264022"/>
                  </a:lnTo>
                  <a:lnTo>
                    <a:pt x="103627" y="263382"/>
                  </a:lnTo>
                  <a:lnTo>
                    <a:pt x="103807" y="263260"/>
                  </a:lnTo>
                  <a:lnTo>
                    <a:pt x="104018" y="262901"/>
                  </a:lnTo>
                  <a:lnTo>
                    <a:pt x="104325" y="262530"/>
                  </a:lnTo>
                  <a:lnTo>
                    <a:pt x="104477" y="262556"/>
                  </a:lnTo>
                  <a:lnTo>
                    <a:pt x="104681" y="262487"/>
                  </a:lnTo>
                  <a:lnTo>
                    <a:pt x="104825" y="262374"/>
                  </a:lnTo>
                  <a:lnTo>
                    <a:pt x="105272" y="262047"/>
                  </a:lnTo>
                  <a:lnTo>
                    <a:pt x="105486" y="261946"/>
                  </a:lnTo>
                  <a:lnTo>
                    <a:pt x="105616" y="261884"/>
                  </a:lnTo>
                  <a:lnTo>
                    <a:pt x="105836" y="261785"/>
                  </a:lnTo>
                  <a:lnTo>
                    <a:pt x="106067" y="261753"/>
                  </a:lnTo>
                  <a:lnTo>
                    <a:pt x="106380" y="261612"/>
                  </a:lnTo>
                  <a:lnTo>
                    <a:pt x="106750" y="261375"/>
                  </a:lnTo>
                  <a:lnTo>
                    <a:pt x="107086" y="261205"/>
                  </a:lnTo>
                  <a:lnTo>
                    <a:pt x="107415" y="261090"/>
                  </a:lnTo>
                  <a:lnTo>
                    <a:pt x="107651" y="260963"/>
                  </a:lnTo>
                  <a:lnTo>
                    <a:pt x="107908" y="260750"/>
                  </a:lnTo>
                  <a:lnTo>
                    <a:pt x="107822" y="260512"/>
                  </a:lnTo>
                  <a:lnTo>
                    <a:pt x="107651" y="260342"/>
                  </a:lnTo>
                  <a:lnTo>
                    <a:pt x="107054" y="259986"/>
                  </a:lnTo>
                  <a:lnTo>
                    <a:pt x="106992" y="259714"/>
                  </a:lnTo>
                  <a:lnTo>
                    <a:pt x="107052" y="259537"/>
                  </a:lnTo>
                  <a:lnTo>
                    <a:pt x="107622" y="259212"/>
                  </a:lnTo>
                  <a:lnTo>
                    <a:pt x="107957" y="259111"/>
                  </a:lnTo>
                  <a:lnTo>
                    <a:pt x="108259" y="258732"/>
                  </a:lnTo>
                  <a:lnTo>
                    <a:pt x="108593" y="258451"/>
                  </a:lnTo>
                  <a:lnTo>
                    <a:pt x="108782" y="258337"/>
                  </a:lnTo>
                  <a:lnTo>
                    <a:pt x="108659" y="257792"/>
                  </a:lnTo>
                  <a:lnTo>
                    <a:pt x="109028" y="257356"/>
                  </a:lnTo>
                  <a:lnTo>
                    <a:pt x="109244" y="257103"/>
                  </a:lnTo>
                  <a:lnTo>
                    <a:pt x="109215" y="256842"/>
                  </a:lnTo>
                  <a:lnTo>
                    <a:pt x="109184" y="256689"/>
                  </a:lnTo>
                  <a:lnTo>
                    <a:pt x="109036" y="256590"/>
                  </a:lnTo>
                  <a:lnTo>
                    <a:pt x="108813" y="256520"/>
                  </a:lnTo>
                  <a:lnTo>
                    <a:pt x="108600" y="256546"/>
                  </a:lnTo>
                  <a:lnTo>
                    <a:pt x="108102" y="256411"/>
                  </a:lnTo>
                  <a:lnTo>
                    <a:pt x="107748" y="255983"/>
                  </a:lnTo>
                  <a:lnTo>
                    <a:pt x="107423" y="255813"/>
                  </a:lnTo>
                  <a:lnTo>
                    <a:pt x="107145" y="255528"/>
                  </a:lnTo>
                  <a:lnTo>
                    <a:pt x="107338" y="255372"/>
                  </a:lnTo>
                  <a:lnTo>
                    <a:pt x="107413" y="255244"/>
                  </a:lnTo>
                  <a:lnTo>
                    <a:pt x="107153" y="255129"/>
                  </a:lnTo>
                  <a:lnTo>
                    <a:pt x="106893" y="255189"/>
                  </a:lnTo>
                  <a:lnTo>
                    <a:pt x="106565" y="255078"/>
                  </a:lnTo>
                  <a:lnTo>
                    <a:pt x="106377" y="254999"/>
                  </a:lnTo>
                  <a:lnTo>
                    <a:pt x="106357" y="254535"/>
                  </a:lnTo>
                  <a:lnTo>
                    <a:pt x="106704" y="253816"/>
                  </a:lnTo>
                  <a:lnTo>
                    <a:pt x="106680" y="253487"/>
                  </a:lnTo>
                  <a:lnTo>
                    <a:pt x="106612" y="253118"/>
                  </a:lnTo>
                  <a:lnTo>
                    <a:pt x="106456" y="252792"/>
                  </a:lnTo>
                  <a:lnTo>
                    <a:pt x="106490" y="251997"/>
                  </a:lnTo>
                  <a:lnTo>
                    <a:pt x="106465" y="251782"/>
                  </a:lnTo>
                  <a:lnTo>
                    <a:pt x="106441" y="251492"/>
                  </a:lnTo>
                  <a:lnTo>
                    <a:pt x="106519" y="250788"/>
                  </a:lnTo>
                  <a:lnTo>
                    <a:pt x="106188" y="250401"/>
                  </a:lnTo>
                  <a:lnTo>
                    <a:pt x="106127" y="249998"/>
                  </a:lnTo>
                  <a:lnTo>
                    <a:pt x="106142" y="249549"/>
                  </a:lnTo>
                  <a:lnTo>
                    <a:pt x="106221" y="249345"/>
                  </a:lnTo>
                  <a:lnTo>
                    <a:pt x="106327" y="249126"/>
                  </a:lnTo>
                  <a:lnTo>
                    <a:pt x="106513" y="248878"/>
                  </a:lnTo>
                  <a:lnTo>
                    <a:pt x="106865" y="248638"/>
                  </a:lnTo>
                  <a:lnTo>
                    <a:pt x="107139" y="248022"/>
                  </a:lnTo>
                  <a:lnTo>
                    <a:pt x="107135" y="247310"/>
                  </a:lnTo>
                  <a:lnTo>
                    <a:pt x="107112" y="247017"/>
                  </a:lnTo>
                  <a:lnTo>
                    <a:pt x="107196" y="246605"/>
                  </a:lnTo>
                  <a:lnTo>
                    <a:pt x="107433" y="245393"/>
                  </a:lnTo>
                  <a:lnTo>
                    <a:pt x="107498" y="245228"/>
                  </a:lnTo>
                  <a:lnTo>
                    <a:pt x="107976" y="244704"/>
                  </a:lnTo>
                  <a:lnTo>
                    <a:pt x="108281" y="244663"/>
                  </a:lnTo>
                  <a:lnTo>
                    <a:pt x="108649" y="244453"/>
                  </a:lnTo>
                  <a:lnTo>
                    <a:pt x="108714" y="244262"/>
                  </a:lnTo>
                  <a:lnTo>
                    <a:pt x="108822" y="243890"/>
                  </a:lnTo>
                  <a:lnTo>
                    <a:pt x="108872" y="243576"/>
                  </a:lnTo>
                  <a:lnTo>
                    <a:pt x="108780" y="243192"/>
                  </a:lnTo>
                  <a:lnTo>
                    <a:pt x="109359" y="242033"/>
                  </a:lnTo>
                  <a:lnTo>
                    <a:pt x="109679" y="241484"/>
                  </a:lnTo>
                  <a:lnTo>
                    <a:pt x="110059" y="241015"/>
                  </a:lnTo>
                  <a:lnTo>
                    <a:pt x="110168" y="240573"/>
                  </a:lnTo>
                  <a:lnTo>
                    <a:pt x="109999" y="240321"/>
                  </a:lnTo>
                  <a:lnTo>
                    <a:pt x="109868" y="240023"/>
                  </a:lnTo>
                  <a:lnTo>
                    <a:pt x="109809" y="239858"/>
                  </a:lnTo>
                  <a:lnTo>
                    <a:pt x="109597" y="239468"/>
                  </a:lnTo>
                  <a:lnTo>
                    <a:pt x="109082" y="239334"/>
                  </a:lnTo>
                  <a:lnTo>
                    <a:pt x="108747" y="239314"/>
                  </a:lnTo>
                  <a:lnTo>
                    <a:pt x="108186" y="238984"/>
                  </a:lnTo>
                  <a:lnTo>
                    <a:pt x="107659" y="238872"/>
                  </a:lnTo>
                  <a:lnTo>
                    <a:pt x="107134" y="238390"/>
                  </a:lnTo>
                  <a:lnTo>
                    <a:pt x="106982" y="238391"/>
                  </a:lnTo>
                  <a:lnTo>
                    <a:pt x="106093" y="238092"/>
                  </a:lnTo>
                  <a:lnTo>
                    <a:pt x="105850" y="237435"/>
                  </a:lnTo>
                  <a:lnTo>
                    <a:pt x="106003" y="236924"/>
                  </a:lnTo>
                  <a:lnTo>
                    <a:pt x="107327" y="236523"/>
                  </a:lnTo>
                  <a:lnTo>
                    <a:pt x="107712" y="236587"/>
                  </a:lnTo>
                  <a:lnTo>
                    <a:pt x="107739" y="235677"/>
                  </a:lnTo>
                  <a:lnTo>
                    <a:pt x="107426" y="234497"/>
                  </a:lnTo>
                  <a:lnTo>
                    <a:pt x="108115" y="232471"/>
                  </a:lnTo>
                  <a:lnTo>
                    <a:pt x="108100" y="230754"/>
                  </a:lnTo>
                  <a:lnTo>
                    <a:pt x="108664" y="229985"/>
                  </a:lnTo>
                  <a:lnTo>
                    <a:pt x="109489" y="229821"/>
                  </a:lnTo>
                  <a:lnTo>
                    <a:pt x="111894" y="227155"/>
                  </a:lnTo>
                  <a:lnTo>
                    <a:pt x="111470" y="226643"/>
                  </a:lnTo>
                  <a:lnTo>
                    <a:pt x="111365" y="225734"/>
                  </a:lnTo>
                  <a:lnTo>
                    <a:pt x="110785" y="225230"/>
                  </a:lnTo>
                  <a:lnTo>
                    <a:pt x="111217" y="223996"/>
                  </a:lnTo>
                  <a:lnTo>
                    <a:pt x="111184" y="223231"/>
                  </a:lnTo>
                  <a:lnTo>
                    <a:pt x="111572" y="222876"/>
                  </a:lnTo>
                  <a:lnTo>
                    <a:pt x="111796" y="222746"/>
                  </a:lnTo>
                  <a:lnTo>
                    <a:pt x="111993" y="222711"/>
                  </a:lnTo>
                  <a:lnTo>
                    <a:pt x="112727" y="222772"/>
                  </a:lnTo>
                  <a:lnTo>
                    <a:pt x="113013" y="222944"/>
                  </a:lnTo>
                  <a:lnTo>
                    <a:pt x="113279" y="223024"/>
                  </a:lnTo>
                  <a:lnTo>
                    <a:pt x="113147" y="221821"/>
                  </a:lnTo>
                  <a:lnTo>
                    <a:pt x="112952" y="221466"/>
                  </a:lnTo>
                  <a:lnTo>
                    <a:pt x="112449" y="220903"/>
                  </a:lnTo>
                  <a:lnTo>
                    <a:pt x="112534" y="220655"/>
                  </a:lnTo>
                  <a:lnTo>
                    <a:pt x="112775" y="220175"/>
                  </a:lnTo>
                  <a:lnTo>
                    <a:pt x="114427" y="217562"/>
                  </a:lnTo>
                  <a:lnTo>
                    <a:pt x="114532" y="217218"/>
                  </a:lnTo>
                  <a:lnTo>
                    <a:pt x="114438" y="216690"/>
                  </a:lnTo>
                  <a:lnTo>
                    <a:pt x="114527" y="216561"/>
                  </a:lnTo>
                  <a:lnTo>
                    <a:pt x="114815" y="216372"/>
                  </a:lnTo>
                  <a:lnTo>
                    <a:pt x="115051" y="216467"/>
                  </a:lnTo>
                  <a:lnTo>
                    <a:pt x="115422" y="215920"/>
                  </a:lnTo>
                  <a:lnTo>
                    <a:pt x="117023" y="215340"/>
                  </a:lnTo>
                  <a:lnTo>
                    <a:pt x="116975" y="215206"/>
                  </a:lnTo>
                  <a:lnTo>
                    <a:pt x="116936" y="215074"/>
                  </a:lnTo>
                  <a:lnTo>
                    <a:pt x="118189" y="213290"/>
                  </a:lnTo>
                  <a:lnTo>
                    <a:pt x="118254" y="213079"/>
                  </a:lnTo>
                  <a:lnTo>
                    <a:pt x="118540" y="210680"/>
                  </a:lnTo>
                  <a:lnTo>
                    <a:pt x="119527" y="210759"/>
                  </a:lnTo>
                  <a:lnTo>
                    <a:pt x="119689" y="210456"/>
                  </a:lnTo>
                  <a:lnTo>
                    <a:pt x="119636" y="209492"/>
                  </a:lnTo>
                  <a:lnTo>
                    <a:pt x="121451" y="210179"/>
                  </a:lnTo>
                  <a:lnTo>
                    <a:pt x="121682" y="210197"/>
                  </a:lnTo>
                  <a:lnTo>
                    <a:pt x="122426" y="209269"/>
                  </a:lnTo>
                  <a:lnTo>
                    <a:pt x="122796" y="209144"/>
                  </a:lnTo>
                  <a:lnTo>
                    <a:pt x="123734" y="209090"/>
                  </a:lnTo>
                  <a:lnTo>
                    <a:pt x="124839" y="209455"/>
                  </a:lnTo>
                  <a:lnTo>
                    <a:pt x="125033" y="209522"/>
                  </a:lnTo>
                  <a:lnTo>
                    <a:pt x="125313" y="209580"/>
                  </a:lnTo>
                  <a:lnTo>
                    <a:pt x="128807" y="210264"/>
                  </a:lnTo>
                  <a:lnTo>
                    <a:pt x="128781" y="208084"/>
                  </a:lnTo>
                  <a:lnTo>
                    <a:pt x="128876" y="207606"/>
                  </a:lnTo>
                  <a:lnTo>
                    <a:pt x="128863" y="207413"/>
                  </a:lnTo>
                  <a:lnTo>
                    <a:pt x="128839" y="207255"/>
                  </a:lnTo>
                  <a:lnTo>
                    <a:pt x="129752" y="206771"/>
                  </a:lnTo>
                  <a:lnTo>
                    <a:pt x="130464" y="206268"/>
                  </a:lnTo>
                  <a:lnTo>
                    <a:pt x="130833" y="206117"/>
                  </a:lnTo>
                  <a:lnTo>
                    <a:pt x="131224" y="205600"/>
                  </a:lnTo>
                  <a:lnTo>
                    <a:pt x="131132" y="205423"/>
                  </a:lnTo>
                  <a:lnTo>
                    <a:pt x="130664" y="203542"/>
                  </a:lnTo>
                  <a:lnTo>
                    <a:pt x="130857" y="203280"/>
                  </a:lnTo>
                  <a:lnTo>
                    <a:pt x="131613" y="202772"/>
                  </a:lnTo>
                  <a:lnTo>
                    <a:pt x="131704" y="202622"/>
                  </a:lnTo>
                  <a:lnTo>
                    <a:pt x="132168" y="202284"/>
                  </a:lnTo>
                  <a:lnTo>
                    <a:pt x="133666" y="201589"/>
                  </a:lnTo>
                  <a:lnTo>
                    <a:pt x="134098" y="201614"/>
                  </a:lnTo>
                  <a:lnTo>
                    <a:pt x="135022" y="201638"/>
                  </a:lnTo>
                  <a:lnTo>
                    <a:pt x="135441" y="201658"/>
                  </a:lnTo>
                  <a:lnTo>
                    <a:pt x="135898" y="201352"/>
                  </a:lnTo>
                  <a:lnTo>
                    <a:pt x="136045" y="201284"/>
                  </a:lnTo>
                  <a:lnTo>
                    <a:pt x="136332" y="201242"/>
                  </a:lnTo>
                  <a:lnTo>
                    <a:pt x="136590" y="201296"/>
                  </a:lnTo>
                  <a:lnTo>
                    <a:pt x="136992" y="201651"/>
                  </a:lnTo>
                  <a:lnTo>
                    <a:pt x="137795" y="202079"/>
                  </a:lnTo>
                  <a:lnTo>
                    <a:pt x="138109" y="201938"/>
                  </a:lnTo>
                  <a:lnTo>
                    <a:pt x="139944" y="201449"/>
                  </a:lnTo>
                  <a:lnTo>
                    <a:pt x="140214" y="201485"/>
                  </a:lnTo>
                  <a:lnTo>
                    <a:pt x="140433" y="201292"/>
                  </a:lnTo>
                  <a:lnTo>
                    <a:pt x="140694" y="201197"/>
                  </a:lnTo>
                  <a:lnTo>
                    <a:pt x="141936" y="201652"/>
                  </a:lnTo>
                  <a:lnTo>
                    <a:pt x="144060" y="201155"/>
                  </a:lnTo>
                  <a:lnTo>
                    <a:pt x="144854" y="200924"/>
                  </a:lnTo>
                  <a:lnTo>
                    <a:pt x="146047" y="200580"/>
                  </a:lnTo>
                  <a:lnTo>
                    <a:pt x="146268" y="200599"/>
                  </a:lnTo>
                  <a:lnTo>
                    <a:pt x="147261" y="200602"/>
                  </a:lnTo>
                  <a:lnTo>
                    <a:pt x="148599" y="200840"/>
                  </a:lnTo>
                  <a:lnTo>
                    <a:pt x="148679" y="200986"/>
                  </a:lnTo>
                  <a:lnTo>
                    <a:pt x="149623" y="202076"/>
                  </a:lnTo>
                  <a:lnTo>
                    <a:pt x="149772" y="202244"/>
                  </a:lnTo>
                  <a:lnTo>
                    <a:pt x="150031" y="202535"/>
                  </a:lnTo>
                  <a:lnTo>
                    <a:pt x="150439" y="202666"/>
                  </a:lnTo>
                  <a:lnTo>
                    <a:pt x="150714" y="202399"/>
                  </a:lnTo>
                  <a:lnTo>
                    <a:pt x="150961" y="202182"/>
                  </a:lnTo>
                  <a:lnTo>
                    <a:pt x="151163" y="202142"/>
                  </a:lnTo>
                  <a:lnTo>
                    <a:pt x="151513" y="202170"/>
                  </a:lnTo>
                  <a:lnTo>
                    <a:pt x="151825" y="202245"/>
                  </a:lnTo>
                  <a:lnTo>
                    <a:pt x="152262" y="202458"/>
                  </a:lnTo>
                  <a:lnTo>
                    <a:pt x="152302" y="202627"/>
                  </a:lnTo>
                  <a:lnTo>
                    <a:pt x="153029" y="203449"/>
                  </a:lnTo>
                  <a:lnTo>
                    <a:pt x="153303" y="203514"/>
                  </a:lnTo>
                  <a:lnTo>
                    <a:pt x="153614" y="203558"/>
                  </a:lnTo>
                  <a:lnTo>
                    <a:pt x="154043" y="203778"/>
                  </a:lnTo>
                  <a:lnTo>
                    <a:pt x="154357" y="204192"/>
                  </a:lnTo>
                  <a:lnTo>
                    <a:pt x="154569" y="204476"/>
                  </a:lnTo>
                  <a:lnTo>
                    <a:pt x="154702" y="204590"/>
                  </a:lnTo>
                  <a:lnTo>
                    <a:pt x="154982" y="204642"/>
                  </a:lnTo>
                  <a:lnTo>
                    <a:pt x="155122" y="204618"/>
                  </a:lnTo>
                  <a:lnTo>
                    <a:pt x="155434" y="204824"/>
                  </a:lnTo>
                  <a:lnTo>
                    <a:pt x="155653" y="205077"/>
                  </a:lnTo>
                  <a:lnTo>
                    <a:pt x="156098" y="206173"/>
                  </a:lnTo>
                  <a:lnTo>
                    <a:pt x="156066" y="206459"/>
                  </a:lnTo>
                  <a:lnTo>
                    <a:pt x="156096" y="206739"/>
                  </a:lnTo>
                  <a:lnTo>
                    <a:pt x="156657" y="207398"/>
                  </a:lnTo>
                  <a:lnTo>
                    <a:pt x="156787" y="207535"/>
                  </a:lnTo>
                  <a:lnTo>
                    <a:pt x="157167" y="207355"/>
                  </a:lnTo>
                  <a:lnTo>
                    <a:pt x="157298" y="207308"/>
                  </a:lnTo>
                  <a:lnTo>
                    <a:pt x="158721" y="207598"/>
                  </a:lnTo>
                  <a:lnTo>
                    <a:pt x="159310" y="208841"/>
                  </a:lnTo>
                  <a:lnTo>
                    <a:pt x="159528" y="208978"/>
                  </a:lnTo>
                  <a:lnTo>
                    <a:pt x="160178" y="208799"/>
                  </a:lnTo>
                  <a:lnTo>
                    <a:pt x="160394" y="208683"/>
                  </a:lnTo>
                  <a:lnTo>
                    <a:pt x="160547" y="208585"/>
                  </a:lnTo>
                  <a:lnTo>
                    <a:pt x="161126" y="208166"/>
                  </a:lnTo>
                  <a:lnTo>
                    <a:pt x="161346" y="208069"/>
                  </a:lnTo>
                  <a:lnTo>
                    <a:pt x="162090" y="207559"/>
                  </a:lnTo>
                  <a:lnTo>
                    <a:pt x="162591" y="207589"/>
                  </a:lnTo>
                  <a:lnTo>
                    <a:pt x="162776" y="207578"/>
                  </a:lnTo>
                  <a:lnTo>
                    <a:pt x="163162" y="207540"/>
                  </a:lnTo>
                  <a:lnTo>
                    <a:pt x="163576" y="206598"/>
                  </a:lnTo>
                  <a:lnTo>
                    <a:pt x="163608" y="206336"/>
                  </a:lnTo>
                  <a:lnTo>
                    <a:pt x="163604" y="206169"/>
                  </a:lnTo>
                  <a:lnTo>
                    <a:pt x="163884" y="205568"/>
                  </a:lnTo>
                  <a:lnTo>
                    <a:pt x="164840" y="205179"/>
                  </a:lnTo>
                  <a:lnTo>
                    <a:pt x="165398" y="205200"/>
                  </a:lnTo>
                  <a:lnTo>
                    <a:pt x="165592" y="205299"/>
                  </a:lnTo>
                  <a:lnTo>
                    <a:pt x="165758" y="205529"/>
                  </a:lnTo>
                  <a:lnTo>
                    <a:pt x="166048" y="205867"/>
                  </a:lnTo>
                  <a:lnTo>
                    <a:pt x="166216" y="205892"/>
                  </a:lnTo>
                  <a:lnTo>
                    <a:pt x="166392" y="205532"/>
                  </a:lnTo>
                  <a:lnTo>
                    <a:pt x="167136" y="205895"/>
                  </a:lnTo>
                  <a:lnTo>
                    <a:pt x="168860" y="204790"/>
                  </a:lnTo>
                  <a:lnTo>
                    <a:pt x="169080" y="204693"/>
                  </a:lnTo>
                  <a:lnTo>
                    <a:pt x="169306" y="204660"/>
                  </a:lnTo>
                  <a:lnTo>
                    <a:pt x="169509" y="204338"/>
                  </a:lnTo>
                  <a:lnTo>
                    <a:pt x="170339" y="203635"/>
                  </a:lnTo>
                  <a:lnTo>
                    <a:pt x="170913" y="203154"/>
                  </a:lnTo>
                  <a:lnTo>
                    <a:pt x="171088" y="203101"/>
                  </a:lnTo>
                  <a:lnTo>
                    <a:pt x="171380" y="203042"/>
                  </a:lnTo>
                  <a:lnTo>
                    <a:pt x="171529" y="202971"/>
                  </a:lnTo>
                  <a:lnTo>
                    <a:pt x="171645" y="202842"/>
                  </a:lnTo>
                  <a:lnTo>
                    <a:pt x="172735" y="201753"/>
                  </a:lnTo>
                  <a:lnTo>
                    <a:pt x="172669" y="201170"/>
                  </a:lnTo>
                  <a:lnTo>
                    <a:pt x="172604" y="201010"/>
                  </a:lnTo>
                  <a:lnTo>
                    <a:pt x="172513" y="200830"/>
                  </a:lnTo>
                  <a:lnTo>
                    <a:pt x="172415" y="200587"/>
                  </a:lnTo>
                  <a:lnTo>
                    <a:pt x="172213" y="200209"/>
                  </a:lnTo>
                  <a:lnTo>
                    <a:pt x="172186" y="200061"/>
                  </a:lnTo>
                  <a:lnTo>
                    <a:pt x="172127" y="199818"/>
                  </a:lnTo>
                  <a:lnTo>
                    <a:pt x="171961" y="199489"/>
                  </a:lnTo>
                  <a:lnTo>
                    <a:pt x="171890" y="199077"/>
                  </a:lnTo>
                  <a:lnTo>
                    <a:pt x="171364" y="198303"/>
                  </a:lnTo>
                  <a:lnTo>
                    <a:pt x="171278" y="197987"/>
                  </a:lnTo>
                  <a:lnTo>
                    <a:pt x="171045" y="198074"/>
                  </a:lnTo>
                  <a:lnTo>
                    <a:pt x="170747" y="198147"/>
                  </a:lnTo>
                  <a:lnTo>
                    <a:pt x="170416" y="198149"/>
                  </a:lnTo>
                  <a:lnTo>
                    <a:pt x="169910" y="198105"/>
                  </a:lnTo>
                  <a:lnTo>
                    <a:pt x="169773" y="197913"/>
                  </a:lnTo>
                  <a:lnTo>
                    <a:pt x="169578" y="197837"/>
                  </a:lnTo>
                  <a:lnTo>
                    <a:pt x="169429" y="197684"/>
                  </a:lnTo>
                  <a:lnTo>
                    <a:pt x="169279" y="197626"/>
                  </a:lnTo>
                  <a:lnTo>
                    <a:pt x="169085" y="197576"/>
                  </a:lnTo>
                  <a:lnTo>
                    <a:pt x="168851" y="197622"/>
                  </a:lnTo>
                  <a:lnTo>
                    <a:pt x="168566" y="197687"/>
                  </a:lnTo>
                  <a:lnTo>
                    <a:pt x="168352" y="197521"/>
                  </a:lnTo>
                  <a:lnTo>
                    <a:pt x="168305" y="197110"/>
                  </a:lnTo>
                  <a:lnTo>
                    <a:pt x="168329" y="196873"/>
                  </a:lnTo>
                  <a:lnTo>
                    <a:pt x="168296" y="196616"/>
                  </a:lnTo>
                  <a:lnTo>
                    <a:pt x="168126" y="196277"/>
                  </a:lnTo>
                  <a:lnTo>
                    <a:pt x="167931" y="196220"/>
                  </a:lnTo>
                  <a:lnTo>
                    <a:pt x="167788" y="196188"/>
                  </a:lnTo>
                  <a:lnTo>
                    <a:pt x="167618" y="195875"/>
                  </a:lnTo>
                  <a:lnTo>
                    <a:pt x="167767" y="195720"/>
                  </a:lnTo>
                  <a:lnTo>
                    <a:pt x="167959" y="195148"/>
                  </a:lnTo>
                  <a:lnTo>
                    <a:pt x="167971" y="194840"/>
                  </a:lnTo>
                  <a:lnTo>
                    <a:pt x="167814" y="194635"/>
                  </a:lnTo>
                  <a:lnTo>
                    <a:pt x="167685" y="194700"/>
                  </a:lnTo>
                  <a:lnTo>
                    <a:pt x="167284" y="194511"/>
                  </a:lnTo>
                  <a:lnTo>
                    <a:pt x="166776" y="194323"/>
                  </a:lnTo>
                  <a:lnTo>
                    <a:pt x="166707" y="194120"/>
                  </a:lnTo>
                  <a:lnTo>
                    <a:pt x="166395" y="193550"/>
                  </a:lnTo>
                  <a:lnTo>
                    <a:pt x="166542" y="193039"/>
                  </a:lnTo>
                  <a:lnTo>
                    <a:pt x="166333" y="192639"/>
                  </a:lnTo>
                  <a:lnTo>
                    <a:pt x="166377" y="192408"/>
                  </a:lnTo>
                  <a:lnTo>
                    <a:pt x="166423" y="192224"/>
                  </a:lnTo>
                  <a:lnTo>
                    <a:pt x="166775" y="191379"/>
                  </a:lnTo>
                  <a:lnTo>
                    <a:pt x="166944" y="191327"/>
                  </a:lnTo>
                  <a:lnTo>
                    <a:pt x="167241" y="191076"/>
                  </a:lnTo>
                  <a:lnTo>
                    <a:pt x="167453" y="190673"/>
                  </a:lnTo>
                  <a:lnTo>
                    <a:pt x="168227" y="190488"/>
                  </a:lnTo>
                  <a:lnTo>
                    <a:pt x="168670" y="190178"/>
                  </a:lnTo>
                  <a:lnTo>
                    <a:pt x="168391" y="189735"/>
                  </a:lnTo>
                  <a:lnTo>
                    <a:pt x="168360" y="189540"/>
                  </a:lnTo>
                  <a:lnTo>
                    <a:pt x="168185" y="189292"/>
                  </a:lnTo>
                  <a:lnTo>
                    <a:pt x="167989" y="189296"/>
                  </a:lnTo>
                  <a:lnTo>
                    <a:pt x="167831" y="189321"/>
                  </a:lnTo>
                  <a:lnTo>
                    <a:pt x="167558" y="189271"/>
                  </a:lnTo>
                  <a:lnTo>
                    <a:pt x="167337" y="189221"/>
                  </a:lnTo>
                  <a:lnTo>
                    <a:pt x="166857" y="189223"/>
                  </a:lnTo>
                  <a:lnTo>
                    <a:pt x="166629" y="189025"/>
                  </a:lnTo>
                  <a:lnTo>
                    <a:pt x="166485" y="188961"/>
                  </a:lnTo>
                  <a:lnTo>
                    <a:pt x="165811" y="187309"/>
                  </a:lnTo>
                  <a:lnTo>
                    <a:pt x="166278" y="186689"/>
                  </a:lnTo>
                  <a:lnTo>
                    <a:pt x="166760" y="186537"/>
                  </a:lnTo>
                  <a:lnTo>
                    <a:pt x="167020" y="186190"/>
                  </a:lnTo>
                  <a:lnTo>
                    <a:pt x="167748" y="185933"/>
                  </a:lnTo>
                  <a:lnTo>
                    <a:pt x="168088" y="186223"/>
                  </a:lnTo>
                  <a:lnTo>
                    <a:pt x="168222" y="186280"/>
                  </a:lnTo>
                  <a:lnTo>
                    <a:pt x="169423" y="186121"/>
                  </a:lnTo>
                  <a:lnTo>
                    <a:pt x="169814" y="186265"/>
                  </a:lnTo>
                  <a:lnTo>
                    <a:pt x="170054" y="186245"/>
                  </a:lnTo>
                  <a:lnTo>
                    <a:pt x="170750" y="186377"/>
                  </a:lnTo>
                  <a:lnTo>
                    <a:pt x="171295" y="186157"/>
                  </a:lnTo>
                  <a:lnTo>
                    <a:pt x="171656" y="186012"/>
                  </a:lnTo>
                  <a:lnTo>
                    <a:pt x="171816" y="185970"/>
                  </a:lnTo>
                  <a:lnTo>
                    <a:pt x="172301" y="185621"/>
                  </a:lnTo>
                  <a:lnTo>
                    <a:pt x="172625" y="185409"/>
                  </a:lnTo>
                  <a:lnTo>
                    <a:pt x="172833" y="185325"/>
                  </a:lnTo>
                  <a:lnTo>
                    <a:pt x="173164" y="185182"/>
                  </a:lnTo>
                  <a:lnTo>
                    <a:pt x="173385" y="185233"/>
                  </a:lnTo>
                  <a:lnTo>
                    <a:pt x="173587" y="185451"/>
                  </a:lnTo>
                  <a:lnTo>
                    <a:pt x="173822" y="185642"/>
                  </a:lnTo>
                  <a:lnTo>
                    <a:pt x="174011" y="185719"/>
                  </a:lnTo>
                  <a:lnTo>
                    <a:pt x="174252" y="185917"/>
                  </a:lnTo>
                  <a:lnTo>
                    <a:pt x="174505" y="185987"/>
                  </a:lnTo>
                  <a:lnTo>
                    <a:pt x="174635" y="185961"/>
                  </a:lnTo>
                  <a:lnTo>
                    <a:pt x="174876" y="186191"/>
                  </a:lnTo>
                  <a:lnTo>
                    <a:pt x="174825" y="186378"/>
                  </a:lnTo>
                  <a:lnTo>
                    <a:pt x="175474" y="187323"/>
                  </a:lnTo>
                  <a:lnTo>
                    <a:pt x="175675" y="187495"/>
                  </a:lnTo>
                  <a:lnTo>
                    <a:pt x="176454" y="187358"/>
                  </a:lnTo>
                  <a:lnTo>
                    <a:pt x="176704" y="187201"/>
                  </a:lnTo>
                  <a:lnTo>
                    <a:pt x="177355" y="187181"/>
                  </a:lnTo>
                  <a:lnTo>
                    <a:pt x="177505" y="187084"/>
                  </a:lnTo>
                  <a:lnTo>
                    <a:pt x="177684" y="186967"/>
                  </a:lnTo>
                  <a:lnTo>
                    <a:pt x="177893" y="186812"/>
                  </a:lnTo>
                  <a:lnTo>
                    <a:pt x="178150" y="186482"/>
                  </a:lnTo>
                  <a:lnTo>
                    <a:pt x="178022" y="185940"/>
                  </a:lnTo>
                  <a:lnTo>
                    <a:pt x="178085" y="185499"/>
                  </a:lnTo>
                  <a:lnTo>
                    <a:pt x="178091" y="185368"/>
                  </a:lnTo>
                  <a:lnTo>
                    <a:pt x="177791" y="184590"/>
                  </a:lnTo>
                  <a:lnTo>
                    <a:pt x="178033" y="184062"/>
                  </a:lnTo>
                  <a:lnTo>
                    <a:pt x="177853" y="183559"/>
                  </a:lnTo>
                  <a:lnTo>
                    <a:pt x="177820" y="183226"/>
                  </a:lnTo>
                  <a:lnTo>
                    <a:pt x="178158" y="183109"/>
                  </a:lnTo>
                  <a:lnTo>
                    <a:pt x="178294" y="183064"/>
                  </a:lnTo>
                  <a:lnTo>
                    <a:pt x="178470" y="182993"/>
                  </a:lnTo>
                  <a:lnTo>
                    <a:pt x="179087" y="182951"/>
                  </a:lnTo>
                  <a:lnTo>
                    <a:pt x="179466" y="182902"/>
                  </a:lnTo>
                  <a:lnTo>
                    <a:pt x="180359" y="183212"/>
                  </a:lnTo>
                  <a:lnTo>
                    <a:pt x="180805" y="182876"/>
                  </a:lnTo>
                  <a:lnTo>
                    <a:pt x="180911" y="182629"/>
                  </a:lnTo>
                  <a:lnTo>
                    <a:pt x="181267" y="182641"/>
                  </a:lnTo>
                  <a:lnTo>
                    <a:pt x="181443" y="182686"/>
                  </a:lnTo>
                  <a:lnTo>
                    <a:pt x="181703" y="182765"/>
                  </a:lnTo>
                  <a:lnTo>
                    <a:pt x="182253" y="182767"/>
                  </a:lnTo>
                  <a:close/>
                </a:path>
              </a:pathLst>
            </a:custGeom>
            <a:solidFill>
              <a:srgbClr val="EC9664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3587764" y="3996934"/>
              <a:ext cx="1368281" cy="1038669"/>
            </a:xfrm>
            <a:custGeom>
              <a:avLst/>
              <a:pathLst>
                <a:path w="1368281" h="1038669">
                  <a:moveTo>
                    <a:pt x="1151987" y="182879"/>
                  </a:moveTo>
                  <a:lnTo>
                    <a:pt x="1152410" y="183427"/>
                  </a:lnTo>
                  <a:lnTo>
                    <a:pt x="1153009" y="183224"/>
                  </a:lnTo>
                  <a:lnTo>
                    <a:pt x="1153275" y="183463"/>
                  </a:lnTo>
                  <a:lnTo>
                    <a:pt x="1153481" y="183783"/>
                  </a:lnTo>
                  <a:lnTo>
                    <a:pt x="1153684" y="184026"/>
                  </a:lnTo>
                  <a:lnTo>
                    <a:pt x="1154533" y="184661"/>
                  </a:lnTo>
                  <a:lnTo>
                    <a:pt x="1154818" y="184588"/>
                  </a:lnTo>
                  <a:lnTo>
                    <a:pt x="1155358" y="184604"/>
                  </a:lnTo>
                  <a:lnTo>
                    <a:pt x="1156026" y="185406"/>
                  </a:lnTo>
                  <a:lnTo>
                    <a:pt x="1156441" y="185615"/>
                  </a:lnTo>
                  <a:lnTo>
                    <a:pt x="1156625" y="186105"/>
                  </a:lnTo>
                  <a:lnTo>
                    <a:pt x="1157475" y="186569"/>
                  </a:lnTo>
                  <a:lnTo>
                    <a:pt x="1158076" y="186532"/>
                  </a:lnTo>
                  <a:lnTo>
                    <a:pt x="1158470" y="186502"/>
                  </a:lnTo>
                  <a:lnTo>
                    <a:pt x="1158838" y="186580"/>
                  </a:lnTo>
                  <a:lnTo>
                    <a:pt x="1158969" y="186689"/>
                  </a:lnTo>
                  <a:lnTo>
                    <a:pt x="1159289" y="186959"/>
                  </a:lnTo>
                  <a:lnTo>
                    <a:pt x="1159942" y="187356"/>
                  </a:lnTo>
                  <a:lnTo>
                    <a:pt x="1160317" y="187831"/>
                  </a:lnTo>
                  <a:lnTo>
                    <a:pt x="1160232" y="188395"/>
                  </a:lnTo>
                  <a:lnTo>
                    <a:pt x="1160161" y="188579"/>
                  </a:lnTo>
                  <a:lnTo>
                    <a:pt x="1160132" y="189739"/>
                  </a:lnTo>
                  <a:lnTo>
                    <a:pt x="1159315" y="190020"/>
                  </a:lnTo>
                  <a:lnTo>
                    <a:pt x="1158984" y="190229"/>
                  </a:lnTo>
                  <a:lnTo>
                    <a:pt x="1159180" y="190785"/>
                  </a:lnTo>
                  <a:lnTo>
                    <a:pt x="1159328" y="191144"/>
                  </a:lnTo>
                  <a:lnTo>
                    <a:pt x="1159586" y="191351"/>
                  </a:lnTo>
                  <a:lnTo>
                    <a:pt x="1160125" y="191592"/>
                  </a:lnTo>
                  <a:lnTo>
                    <a:pt x="1160570" y="191701"/>
                  </a:lnTo>
                  <a:lnTo>
                    <a:pt x="1160899" y="191843"/>
                  </a:lnTo>
                  <a:lnTo>
                    <a:pt x="1161402" y="192015"/>
                  </a:lnTo>
                  <a:lnTo>
                    <a:pt x="1161775" y="192282"/>
                  </a:lnTo>
                  <a:lnTo>
                    <a:pt x="1162106" y="192616"/>
                  </a:lnTo>
                  <a:lnTo>
                    <a:pt x="1162317" y="192645"/>
                  </a:lnTo>
                  <a:lnTo>
                    <a:pt x="1162811" y="192691"/>
                  </a:lnTo>
                  <a:lnTo>
                    <a:pt x="1163066" y="192601"/>
                  </a:lnTo>
                  <a:lnTo>
                    <a:pt x="1163663" y="192501"/>
                  </a:lnTo>
                  <a:lnTo>
                    <a:pt x="1164123" y="192880"/>
                  </a:lnTo>
                  <a:lnTo>
                    <a:pt x="1164174" y="193139"/>
                  </a:lnTo>
                  <a:lnTo>
                    <a:pt x="1164378" y="193699"/>
                  </a:lnTo>
                  <a:lnTo>
                    <a:pt x="1165055" y="194064"/>
                  </a:lnTo>
                  <a:lnTo>
                    <a:pt x="1165201" y="194140"/>
                  </a:lnTo>
                  <a:lnTo>
                    <a:pt x="1164946" y="194351"/>
                  </a:lnTo>
                  <a:lnTo>
                    <a:pt x="1164973" y="195184"/>
                  </a:lnTo>
                  <a:lnTo>
                    <a:pt x="1164992" y="195730"/>
                  </a:lnTo>
                  <a:lnTo>
                    <a:pt x="1165423" y="196214"/>
                  </a:lnTo>
                  <a:lnTo>
                    <a:pt x="1165691" y="196426"/>
                  </a:lnTo>
                  <a:lnTo>
                    <a:pt x="1166121" y="196566"/>
                  </a:lnTo>
                  <a:lnTo>
                    <a:pt x="1166672" y="196785"/>
                  </a:lnTo>
                  <a:lnTo>
                    <a:pt x="1166413" y="197646"/>
                  </a:lnTo>
                  <a:lnTo>
                    <a:pt x="1166031" y="197749"/>
                  </a:lnTo>
                  <a:lnTo>
                    <a:pt x="1165827" y="198183"/>
                  </a:lnTo>
                  <a:lnTo>
                    <a:pt x="1165766" y="198465"/>
                  </a:lnTo>
                  <a:lnTo>
                    <a:pt x="1165475" y="199120"/>
                  </a:lnTo>
                  <a:lnTo>
                    <a:pt x="1165155" y="199551"/>
                  </a:lnTo>
                  <a:lnTo>
                    <a:pt x="1164901" y="199590"/>
                  </a:lnTo>
                  <a:lnTo>
                    <a:pt x="1164484" y="199734"/>
                  </a:lnTo>
                  <a:lnTo>
                    <a:pt x="1164288" y="199878"/>
                  </a:lnTo>
                  <a:lnTo>
                    <a:pt x="1164124" y="200000"/>
                  </a:lnTo>
                  <a:lnTo>
                    <a:pt x="1163959" y="200158"/>
                  </a:lnTo>
                  <a:lnTo>
                    <a:pt x="1163574" y="200372"/>
                  </a:lnTo>
                  <a:lnTo>
                    <a:pt x="1163385" y="200381"/>
                  </a:lnTo>
                  <a:lnTo>
                    <a:pt x="1163155" y="200424"/>
                  </a:lnTo>
                  <a:lnTo>
                    <a:pt x="1162829" y="200486"/>
                  </a:lnTo>
                  <a:lnTo>
                    <a:pt x="1161894" y="200536"/>
                  </a:lnTo>
                  <a:lnTo>
                    <a:pt x="1161729" y="201159"/>
                  </a:lnTo>
                  <a:lnTo>
                    <a:pt x="1161536" y="201339"/>
                  </a:lnTo>
                  <a:lnTo>
                    <a:pt x="1161244" y="201897"/>
                  </a:lnTo>
                  <a:lnTo>
                    <a:pt x="1161128" y="202212"/>
                  </a:lnTo>
                  <a:lnTo>
                    <a:pt x="1160972" y="202291"/>
                  </a:lnTo>
                  <a:lnTo>
                    <a:pt x="1160306" y="203020"/>
                  </a:lnTo>
                  <a:lnTo>
                    <a:pt x="1160264" y="203330"/>
                  </a:lnTo>
                  <a:lnTo>
                    <a:pt x="1160252" y="203636"/>
                  </a:lnTo>
                  <a:lnTo>
                    <a:pt x="1160144" y="204228"/>
                  </a:lnTo>
                  <a:lnTo>
                    <a:pt x="1159972" y="204445"/>
                  </a:lnTo>
                  <a:lnTo>
                    <a:pt x="1159833" y="204601"/>
                  </a:lnTo>
                  <a:lnTo>
                    <a:pt x="1159413" y="205230"/>
                  </a:lnTo>
                  <a:lnTo>
                    <a:pt x="1158980" y="205459"/>
                  </a:lnTo>
                  <a:lnTo>
                    <a:pt x="1158641" y="205506"/>
                  </a:lnTo>
                  <a:lnTo>
                    <a:pt x="1157880" y="206106"/>
                  </a:lnTo>
                  <a:lnTo>
                    <a:pt x="1157517" y="206141"/>
                  </a:lnTo>
                  <a:lnTo>
                    <a:pt x="1157344" y="206171"/>
                  </a:lnTo>
                  <a:lnTo>
                    <a:pt x="1157066" y="206700"/>
                  </a:lnTo>
                  <a:lnTo>
                    <a:pt x="1156918" y="206934"/>
                  </a:lnTo>
                  <a:lnTo>
                    <a:pt x="1156755" y="207536"/>
                  </a:lnTo>
                  <a:lnTo>
                    <a:pt x="1157021" y="207679"/>
                  </a:lnTo>
                  <a:lnTo>
                    <a:pt x="1157340" y="207943"/>
                  </a:lnTo>
                  <a:lnTo>
                    <a:pt x="1157325" y="208098"/>
                  </a:lnTo>
                  <a:lnTo>
                    <a:pt x="1157504" y="208413"/>
                  </a:lnTo>
                  <a:lnTo>
                    <a:pt x="1157104" y="208677"/>
                  </a:lnTo>
                  <a:lnTo>
                    <a:pt x="1156693" y="208936"/>
                  </a:lnTo>
                  <a:lnTo>
                    <a:pt x="1156273" y="209648"/>
                  </a:lnTo>
                  <a:lnTo>
                    <a:pt x="1156159" y="209785"/>
                  </a:lnTo>
                  <a:lnTo>
                    <a:pt x="1155898" y="210098"/>
                  </a:lnTo>
                  <a:lnTo>
                    <a:pt x="1155771" y="210175"/>
                  </a:lnTo>
                  <a:lnTo>
                    <a:pt x="1155422" y="210344"/>
                  </a:lnTo>
                  <a:lnTo>
                    <a:pt x="1155255" y="210400"/>
                  </a:lnTo>
                  <a:lnTo>
                    <a:pt x="1155001" y="210489"/>
                  </a:lnTo>
                  <a:lnTo>
                    <a:pt x="1154288" y="210767"/>
                  </a:lnTo>
                  <a:lnTo>
                    <a:pt x="1153434" y="211264"/>
                  </a:lnTo>
                  <a:lnTo>
                    <a:pt x="1153098" y="211698"/>
                  </a:lnTo>
                  <a:lnTo>
                    <a:pt x="1152664" y="212017"/>
                  </a:lnTo>
                  <a:lnTo>
                    <a:pt x="1152117" y="212596"/>
                  </a:lnTo>
                  <a:lnTo>
                    <a:pt x="1151506" y="212648"/>
                  </a:lnTo>
                  <a:lnTo>
                    <a:pt x="1151295" y="212626"/>
                  </a:lnTo>
                  <a:lnTo>
                    <a:pt x="1150673" y="212767"/>
                  </a:lnTo>
                  <a:lnTo>
                    <a:pt x="1150210" y="213455"/>
                  </a:lnTo>
                  <a:lnTo>
                    <a:pt x="1149966" y="213905"/>
                  </a:lnTo>
                  <a:lnTo>
                    <a:pt x="1149888" y="214113"/>
                  </a:lnTo>
                  <a:lnTo>
                    <a:pt x="1149475" y="214911"/>
                  </a:lnTo>
                  <a:lnTo>
                    <a:pt x="1149057" y="215128"/>
                  </a:lnTo>
                  <a:lnTo>
                    <a:pt x="1148661" y="215300"/>
                  </a:lnTo>
                  <a:lnTo>
                    <a:pt x="1148378" y="215476"/>
                  </a:lnTo>
                  <a:lnTo>
                    <a:pt x="1148149" y="215665"/>
                  </a:lnTo>
                  <a:lnTo>
                    <a:pt x="1148022" y="215819"/>
                  </a:lnTo>
                  <a:lnTo>
                    <a:pt x="1147709" y="216112"/>
                  </a:lnTo>
                  <a:lnTo>
                    <a:pt x="1146962" y="216674"/>
                  </a:lnTo>
                  <a:lnTo>
                    <a:pt x="1146495" y="216756"/>
                  </a:lnTo>
                  <a:lnTo>
                    <a:pt x="1146387" y="216957"/>
                  </a:lnTo>
                  <a:lnTo>
                    <a:pt x="1146284" y="217149"/>
                  </a:lnTo>
                  <a:lnTo>
                    <a:pt x="1145937" y="217425"/>
                  </a:lnTo>
                  <a:lnTo>
                    <a:pt x="1145784" y="217466"/>
                  </a:lnTo>
                  <a:lnTo>
                    <a:pt x="1145065" y="217630"/>
                  </a:lnTo>
                  <a:lnTo>
                    <a:pt x="1144807" y="217620"/>
                  </a:lnTo>
                  <a:lnTo>
                    <a:pt x="1144299" y="217683"/>
                  </a:lnTo>
                  <a:lnTo>
                    <a:pt x="1143817" y="217802"/>
                  </a:lnTo>
                  <a:lnTo>
                    <a:pt x="1143643" y="217799"/>
                  </a:lnTo>
                  <a:lnTo>
                    <a:pt x="1143169" y="217789"/>
                  </a:lnTo>
                  <a:lnTo>
                    <a:pt x="1142629" y="218038"/>
                  </a:lnTo>
                  <a:lnTo>
                    <a:pt x="1142698" y="218386"/>
                  </a:lnTo>
                  <a:lnTo>
                    <a:pt x="1142404" y="218520"/>
                  </a:lnTo>
                  <a:lnTo>
                    <a:pt x="1141685" y="219380"/>
                  </a:lnTo>
                  <a:lnTo>
                    <a:pt x="1141335" y="219615"/>
                  </a:lnTo>
                  <a:lnTo>
                    <a:pt x="1140467" y="219996"/>
                  </a:lnTo>
                  <a:lnTo>
                    <a:pt x="1140057" y="220154"/>
                  </a:lnTo>
                  <a:lnTo>
                    <a:pt x="1139891" y="220223"/>
                  </a:lnTo>
                  <a:lnTo>
                    <a:pt x="1139488" y="220540"/>
                  </a:lnTo>
                  <a:lnTo>
                    <a:pt x="1139423" y="220737"/>
                  </a:lnTo>
                  <a:lnTo>
                    <a:pt x="1139159" y="221033"/>
                  </a:lnTo>
                  <a:lnTo>
                    <a:pt x="1138963" y="221110"/>
                  </a:lnTo>
                  <a:lnTo>
                    <a:pt x="1137666" y="221723"/>
                  </a:lnTo>
                  <a:lnTo>
                    <a:pt x="1137071" y="222149"/>
                  </a:lnTo>
                  <a:lnTo>
                    <a:pt x="1137164" y="222473"/>
                  </a:lnTo>
                  <a:lnTo>
                    <a:pt x="1137536" y="222792"/>
                  </a:lnTo>
                  <a:lnTo>
                    <a:pt x="1138204" y="223026"/>
                  </a:lnTo>
                  <a:lnTo>
                    <a:pt x="1138821" y="223313"/>
                  </a:lnTo>
                  <a:lnTo>
                    <a:pt x="1139036" y="223378"/>
                  </a:lnTo>
                  <a:lnTo>
                    <a:pt x="1139314" y="223221"/>
                  </a:lnTo>
                  <a:lnTo>
                    <a:pt x="1140055" y="222888"/>
                  </a:lnTo>
                  <a:lnTo>
                    <a:pt x="1140336" y="222921"/>
                  </a:lnTo>
                  <a:lnTo>
                    <a:pt x="1141304" y="222699"/>
                  </a:lnTo>
                  <a:lnTo>
                    <a:pt x="1142004" y="223047"/>
                  </a:lnTo>
                  <a:lnTo>
                    <a:pt x="1142277" y="223213"/>
                  </a:lnTo>
                  <a:lnTo>
                    <a:pt x="1143046" y="223373"/>
                  </a:lnTo>
                  <a:lnTo>
                    <a:pt x="1143462" y="223528"/>
                  </a:lnTo>
                  <a:lnTo>
                    <a:pt x="1143522" y="223794"/>
                  </a:lnTo>
                  <a:lnTo>
                    <a:pt x="1143580" y="224403"/>
                  </a:lnTo>
                  <a:lnTo>
                    <a:pt x="1144676" y="225140"/>
                  </a:lnTo>
                  <a:lnTo>
                    <a:pt x="1144785" y="225504"/>
                  </a:lnTo>
                  <a:lnTo>
                    <a:pt x="1145177" y="225667"/>
                  </a:lnTo>
                  <a:lnTo>
                    <a:pt x="1145670" y="225694"/>
                  </a:lnTo>
                  <a:lnTo>
                    <a:pt x="1146509" y="226000"/>
                  </a:lnTo>
                  <a:lnTo>
                    <a:pt x="1147235" y="226086"/>
                  </a:lnTo>
                  <a:lnTo>
                    <a:pt x="1147533" y="226270"/>
                  </a:lnTo>
                  <a:lnTo>
                    <a:pt x="1147520" y="226448"/>
                  </a:lnTo>
                  <a:lnTo>
                    <a:pt x="1147511" y="226637"/>
                  </a:lnTo>
                  <a:lnTo>
                    <a:pt x="1147538" y="226999"/>
                  </a:lnTo>
                  <a:lnTo>
                    <a:pt x="1147757" y="227254"/>
                  </a:lnTo>
                  <a:lnTo>
                    <a:pt x="1148016" y="227404"/>
                  </a:lnTo>
                  <a:lnTo>
                    <a:pt x="1148547" y="227553"/>
                  </a:lnTo>
                  <a:lnTo>
                    <a:pt x="1148891" y="227667"/>
                  </a:lnTo>
                  <a:lnTo>
                    <a:pt x="1149344" y="227877"/>
                  </a:lnTo>
                  <a:lnTo>
                    <a:pt x="1149659" y="227919"/>
                  </a:lnTo>
                  <a:lnTo>
                    <a:pt x="1150522" y="228324"/>
                  </a:lnTo>
                  <a:lnTo>
                    <a:pt x="1151721" y="228409"/>
                  </a:lnTo>
                  <a:lnTo>
                    <a:pt x="1151830" y="228604"/>
                  </a:lnTo>
                  <a:lnTo>
                    <a:pt x="1152327" y="228861"/>
                  </a:lnTo>
                  <a:lnTo>
                    <a:pt x="1152376" y="229096"/>
                  </a:lnTo>
                  <a:lnTo>
                    <a:pt x="1152442" y="229257"/>
                  </a:lnTo>
                  <a:lnTo>
                    <a:pt x="1152629" y="229554"/>
                  </a:lnTo>
                  <a:lnTo>
                    <a:pt x="1153422" y="229782"/>
                  </a:lnTo>
                  <a:lnTo>
                    <a:pt x="1154102" y="229450"/>
                  </a:lnTo>
                  <a:lnTo>
                    <a:pt x="1154461" y="229408"/>
                  </a:lnTo>
                  <a:lnTo>
                    <a:pt x="1155613" y="229957"/>
                  </a:lnTo>
                  <a:lnTo>
                    <a:pt x="1155703" y="230172"/>
                  </a:lnTo>
                  <a:lnTo>
                    <a:pt x="1155954" y="230484"/>
                  </a:lnTo>
                  <a:lnTo>
                    <a:pt x="1156641" y="230559"/>
                  </a:lnTo>
                  <a:lnTo>
                    <a:pt x="1157420" y="230431"/>
                  </a:lnTo>
                  <a:lnTo>
                    <a:pt x="1157731" y="230397"/>
                  </a:lnTo>
                  <a:lnTo>
                    <a:pt x="1158610" y="230336"/>
                  </a:lnTo>
                  <a:lnTo>
                    <a:pt x="1159986" y="231292"/>
                  </a:lnTo>
                  <a:lnTo>
                    <a:pt x="1160308" y="231742"/>
                  </a:lnTo>
                  <a:lnTo>
                    <a:pt x="1160134" y="231819"/>
                  </a:lnTo>
                  <a:lnTo>
                    <a:pt x="1159920" y="232257"/>
                  </a:lnTo>
                  <a:lnTo>
                    <a:pt x="1159615" y="233008"/>
                  </a:lnTo>
                  <a:lnTo>
                    <a:pt x="1159511" y="233168"/>
                  </a:lnTo>
                  <a:lnTo>
                    <a:pt x="1159417" y="233374"/>
                  </a:lnTo>
                  <a:lnTo>
                    <a:pt x="1159891" y="233525"/>
                  </a:lnTo>
                  <a:lnTo>
                    <a:pt x="1161035" y="234304"/>
                  </a:lnTo>
                  <a:lnTo>
                    <a:pt x="1161306" y="234999"/>
                  </a:lnTo>
                  <a:lnTo>
                    <a:pt x="1161660" y="235257"/>
                  </a:lnTo>
                  <a:lnTo>
                    <a:pt x="1161968" y="235512"/>
                  </a:lnTo>
                  <a:lnTo>
                    <a:pt x="1162064" y="236502"/>
                  </a:lnTo>
                  <a:lnTo>
                    <a:pt x="1162065" y="236773"/>
                  </a:lnTo>
                  <a:lnTo>
                    <a:pt x="1162343" y="237317"/>
                  </a:lnTo>
                  <a:lnTo>
                    <a:pt x="1163672" y="237620"/>
                  </a:lnTo>
                  <a:lnTo>
                    <a:pt x="1164055" y="237665"/>
                  </a:lnTo>
                  <a:lnTo>
                    <a:pt x="1164303" y="237675"/>
                  </a:lnTo>
                  <a:lnTo>
                    <a:pt x="1165004" y="237974"/>
                  </a:lnTo>
                  <a:lnTo>
                    <a:pt x="1165363" y="238090"/>
                  </a:lnTo>
                  <a:lnTo>
                    <a:pt x="1165562" y="238127"/>
                  </a:lnTo>
                  <a:lnTo>
                    <a:pt x="1165942" y="238137"/>
                  </a:lnTo>
                  <a:lnTo>
                    <a:pt x="1166249" y="238323"/>
                  </a:lnTo>
                  <a:lnTo>
                    <a:pt x="1166435" y="238501"/>
                  </a:lnTo>
                  <a:lnTo>
                    <a:pt x="1166847" y="238590"/>
                  </a:lnTo>
                  <a:lnTo>
                    <a:pt x="1167405" y="238832"/>
                  </a:lnTo>
                  <a:lnTo>
                    <a:pt x="1167886" y="239146"/>
                  </a:lnTo>
                  <a:lnTo>
                    <a:pt x="1168492" y="239045"/>
                  </a:lnTo>
                  <a:lnTo>
                    <a:pt x="1168880" y="238887"/>
                  </a:lnTo>
                  <a:lnTo>
                    <a:pt x="1169617" y="239068"/>
                  </a:lnTo>
                  <a:lnTo>
                    <a:pt x="1170178" y="239127"/>
                  </a:lnTo>
                  <a:lnTo>
                    <a:pt x="1170672" y="239132"/>
                  </a:lnTo>
                  <a:lnTo>
                    <a:pt x="1171356" y="238993"/>
                  </a:lnTo>
                  <a:lnTo>
                    <a:pt x="1172089" y="238934"/>
                  </a:lnTo>
                  <a:lnTo>
                    <a:pt x="1172499" y="238711"/>
                  </a:lnTo>
                  <a:lnTo>
                    <a:pt x="1172722" y="238487"/>
                  </a:lnTo>
                  <a:lnTo>
                    <a:pt x="1173036" y="237999"/>
                  </a:lnTo>
                  <a:lnTo>
                    <a:pt x="1173639" y="237011"/>
                  </a:lnTo>
                  <a:lnTo>
                    <a:pt x="1173885" y="236908"/>
                  </a:lnTo>
                  <a:lnTo>
                    <a:pt x="1174144" y="236786"/>
                  </a:lnTo>
                  <a:lnTo>
                    <a:pt x="1174374" y="236429"/>
                  </a:lnTo>
                  <a:lnTo>
                    <a:pt x="1174415" y="235994"/>
                  </a:lnTo>
                  <a:lnTo>
                    <a:pt x="1175002" y="235547"/>
                  </a:lnTo>
                  <a:lnTo>
                    <a:pt x="1175896" y="234625"/>
                  </a:lnTo>
                  <a:lnTo>
                    <a:pt x="1176305" y="234562"/>
                  </a:lnTo>
                  <a:lnTo>
                    <a:pt x="1176438" y="234527"/>
                  </a:lnTo>
                  <a:lnTo>
                    <a:pt x="1176662" y="234384"/>
                  </a:lnTo>
                  <a:lnTo>
                    <a:pt x="1176906" y="234004"/>
                  </a:lnTo>
                  <a:lnTo>
                    <a:pt x="1177114" y="233703"/>
                  </a:lnTo>
                  <a:lnTo>
                    <a:pt x="1177609" y="233170"/>
                  </a:lnTo>
                  <a:lnTo>
                    <a:pt x="1177522" y="232979"/>
                  </a:lnTo>
                  <a:lnTo>
                    <a:pt x="1177342" y="232165"/>
                  </a:lnTo>
                  <a:lnTo>
                    <a:pt x="1177534" y="232168"/>
                  </a:lnTo>
                  <a:lnTo>
                    <a:pt x="1178082" y="232093"/>
                  </a:lnTo>
                  <a:lnTo>
                    <a:pt x="1179247" y="231726"/>
                  </a:lnTo>
                  <a:lnTo>
                    <a:pt x="1179633" y="231645"/>
                  </a:lnTo>
                  <a:lnTo>
                    <a:pt x="1179259" y="230882"/>
                  </a:lnTo>
                  <a:lnTo>
                    <a:pt x="1179530" y="230376"/>
                  </a:lnTo>
                  <a:lnTo>
                    <a:pt x="1179869" y="230422"/>
                  </a:lnTo>
                  <a:lnTo>
                    <a:pt x="1180060" y="230371"/>
                  </a:lnTo>
                  <a:lnTo>
                    <a:pt x="1180492" y="230122"/>
                  </a:lnTo>
                  <a:lnTo>
                    <a:pt x="1180638" y="229989"/>
                  </a:lnTo>
                  <a:lnTo>
                    <a:pt x="1180682" y="229711"/>
                  </a:lnTo>
                  <a:lnTo>
                    <a:pt x="1180903" y="229459"/>
                  </a:lnTo>
                  <a:lnTo>
                    <a:pt x="1181175" y="228932"/>
                  </a:lnTo>
                  <a:lnTo>
                    <a:pt x="1181819" y="228611"/>
                  </a:lnTo>
                  <a:lnTo>
                    <a:pt x="1181573" y="228114"/>
                  </a:lnTo>
                  <a:lnTo>
                    <a:pt x="1181696" y="227966"/>
                  </a:lnTo>
                  <a:lnTo>
                    <a:pt x="1181844" y="227821"/>
                  </a:lnTo>
                  <a:lnTo>
                    <a:pt x="1182023" y="227617"/>
                  </a:lnTo>
                  <a:lnTo>
                    <a:pt x="1182021" y="227431"/>
                  </a:lnTo>
                  <a:lnTo>
                    <a:pt x="1182012" y="227260"/>
                  </a:lnTo>
                  <a:lnTo>
                    <a:pt x="1182041" y="226874"/>
                  </a:lnTo>
                  <a:lnTo>
                    <a:pt x="1182277" y="226804"/>
                  </a:lnTo>
                  <a:lnTo>
                    <a:pt x="1182930" y="226475"/>
                  </a:lnTo>
                  <a:lnTo>
                    <a:pt x="1183306" y="226685"/>
                  </a:lnTo>
                  <a:lnTo>
                    <a:pt x="1183384" y="227053"/>
                  </a:lnTo>
                  <a:lnTo>
                    <a:pt x="1183500" y="227225"/>
                  </a:lnTo>
                  <a:lnTo>
                    <a:pt x="1183657" y="227611"/>
                  </a:lnTo>
                  <a:lnTo>
                    <a:pt x="1183589" y="227793"/>
                  </a:lnTo>
                  <a:lnTo>
                    <a:pt x="1183796" y="228184"/>
                  </a:lnTo>
                  <a:lnTo>
                    <a:pt x="1184104" y="228342"/>
                  </a:lnTo>
                  <a:lnTo>
                    <a:pt x="1184434" y="228601"/>
                  </a:lnTo>
                  <a:lnTo>
                    <a:pt x="1184615" y="228644"/>
                  </a:lnTo>
                  <a:lnTo>
                    <a:pt x="1185637" y="228952"/>
                  </a:lnTo>
                  <a:lnTo>
                    <a:pt x="1185943" y="228892"/>
                  </a:lnTo>
                  <a:lnTo>
                    <a:pt x="1186357" y="228964"/>
                  </a:lnTo>
                  <a:lnTo>
                    <a:pt x="1186789" y="229006"/>
                  </a:lnTo>
                  <a:lnTo>
                    <a:pt x="1187113" y="228992"/>
                  </a:lnTo>
                  <a:lnTo>
                    <a:pt x="1187420" y="228967"/>
                  </a:lnTo>
                  <a:lnTo>
                    <a:pt x="1187675" y="229015"/>
                  </a:lnTo>
                  <a:lnTo>
                    <a:pt x="1187881" y="229111"/>
                  </a:lnTo>
                  <a:lnTo>
                    <a:pt x="1188400" y="228940"/>
                  </a:lnTo>
                  <a:lnTo>
                    <a:pt x="1189045" y="228584"/>
                  </a:lnTo>
                  <a:lnTo>
                    <a:pt x="1189181" y="228596"/>
                  </a:lnTo>
                  <a:lnTo>
                    <a:pt x="1189515" y="228635"/>
                  </a:lnTo>
                  <a:lnTo>
                    <a:pt x="1190241" y="229063"/>
                  </a:lnTo>
                  <a:lnTo>
                    <a:pt x="1190800" y="229468"/>
                  </a:lnTo>
                  <a:lnTo>
                    <a:pt x="1190867" y="229770"/>
                  </a:lnTo>
                  <a:lnTo>
                    <a:pt x="1190857" y="229980"/>
                  </a:lnTo>
                  <a:lnTo>
                    <a:pt x="1190874" y="230225"/>
                  </a:lnTo>
                  <a:lnTo>
                    <a:pt x="1190986" y="230843"/>
                  </a:lnTo>
                  <a:lnTo>
                    <a:pt x="1191279" y="231143"/>
                  </a:lnTo>
                  <a:lnTo>
                    <a:pt x="1191752" y="231627"/>
                  </a:lnTo>
                  <a:lnTo>
                    <a:pt x="1191822" y="232131"/>
                  </a:lnTo>
                  <a:lnTo>
                    <a:pt x="1192649" y="232055"/>
                  </a:lnTo>
                  <a:lnTo>
                    <a:pt x="1193123" y="232845"/>
                  </a:lnTo>
                  <a:lnTo>
                    <a:pt x="1193644" y="233066"/>
                  </a:lnTo>
                  <a:lnTo>
                    <a:pt x="1193793" y="233054"/>
                  </a:lnTo>
                  <a:lnTo>
                    <a:pt x="1194407" y="233496"/>
                  </a:lnTo>
                  <a:lnTo>
                    <a:pt x="1195262" y="233848"/>
                  </a:lnTo>
                  <a:lnTo>
                    <a:pt x="1196110" y="233357"/>
                  </a:lnTo>
                  <a:lnTo>
                    <a:pt x="1196390" y="233179"/>
                  </a:lnTo>
                  <a:lnTo>
                    <a:pt x="1196789" y="233569"/>
                  </a:lnTo>
                  <a:lnTo>
                    <a:pt x="1196764" y="233910"/>
                  </a:lnTo>
                  <a:lnTo>
                    <a:pt x="1196962" y="234093"/>
                  </a:lnTo>
                  <a:lnTo>
                    <a:pt x="1197122" y="234588"/>
                  </a:lnTo>
                  <a:lnTo>
                    <a:pt x="1197522" y="234985"/>
                  </a:lnTo>
                  <a:lnTo>
                    <a:pt x="1197736" y="235077"/>
                  </a:lnTo>
                  <a:lnTo>
                    <a:pt x="1198085" y="235864"/>
                  </a:lnTo>
                  <a:lnTo>
                    <a:pt x="1198158" y="236196"/>
                  </a:lnTo>
                  <a:lnTo>
                    <a:pt x="1198081" y="236469"/>
                  </a:lnTo>
                  <a:lnTo>
                    <a:pt x="1197773" y="236509"/>
                  </a:lnTo>
                  <a:lnTo>
                    <a:pt x="1197862" y="236812"/>
                  </a:lnTo>
                  <a:lnTo>
                    <a:pt x="1198110" y="237378"/>
                  </a:lnTo>
                  <a:lnTo>
                    <a:pt x="1198045" y="237656"/>
                  </a:lnTo>
                  <a:lnTo>
                    <a:pt x="1197723" y="238130"/>
                  </a:lnTo>
                  <a:lnTo>
                    <a:pt x="1198125" y="238261"/>
                  </a:lnTo>
                  <a:lnTo>
                    <a:pt x="1198354" y="238305"/>
                  </a:lnTo>
                  <a:lnTo>
                    <a:pt x="1198756" y="238416"/>
                  </a:lnTo>
                  <a:lnTo>
                    <a:pt x="1199083" y="238642"/>
                  </a:lnTo>
                  <a:lnTo>
                    <a:pt x="1199310" y="238821"/>
                  </a:lnTo>
                  <a:lnTo>
                    <a:pt x="1199918" y="238876"/>
                  </a:lnTo>
                  <a:lnTo>
                    <a:pt x="1200258" y="238887"/>
                  </a:lnTo>
                  <a:lnTo>
                    <a:pt x="1200983" y="238893"/>
                  </a:lnTo>
                  <a:lnTo>
                    <a:pt x="1201687" y="239120"/>
                  </a:lnTo>
                  <a:lnTo>
                    <a:pt x="1202237" y="239096"/>
                  </a:lnTo>
                  <a:lnTo>
                    <a:pt x="1202458" y="239121"/>
                  </a:lnTo>
                  <a:lnTo>
                    <a:pt x="1202981" y="239756"/>
                  </a:lnTo>
                  <a:lnTo>
                    <a:pt x="1203327" y="239858"/>
                  </a:lnTo>
                  <a:lnTo>
                    <a:pt x="1203727" y="239890"/>
                  </a:lnTo>
                  <a:lnTo>
                    <a:pt x="1203970" y="239893"/>
                  </a:lnTo>
                  <a:lnTo>
                    <a:pt x="1204400" y="239855"/>
                  </a:lnTo>
                  <a:lnTo>
                    <a:pt x="1204745" y="239800"/>
                  </a:lnTo>
                  <a:lnTo>
                    <a:pt x="1205429" y="239620"/>
                  </a:lnTo>
                  <a:lnTo>
                    <a:pt x="1205823" y="239581"/>
                  </a:lnTo>
                  <a:lnTo>
                    <a:pt x="1206775" y="239021"/>
                  </a:lnTo>
                  <a:lnTo>
                    <a:pt x="1206944" y="239166"/>
                  </a:lnTo>
                  <a:lnTo>
                    <a:pt x="1207374" y="239463"/>
                  </a:lnTo>
                  <a:lnTo>
                    <a:pt x="1207729" y="239566"/>
                  </a:lnTo>
                  <a:lnTo>
                    <a:pt x="1207882" y="239610"/>
                  </a:lnTo>
                  <a:lnTo>
                    <a:pt x="1208178" y="239691"/>
                  </a:lnTo>
                  <a:lnTo>
                    <a:pt x="1208444" y="239786"/>
                  </a:lnTo>
                  <a:lnTo>
                    <a:pt x="1208491" y="240443"/>
                  </a:lnTo>
                  <a:lnTo>
                    <a:pt x="1209030" y="240489"/>
                  </a:lnTo>
                  <a:lnTo>
                    <a:pt x="1209406" y="240384"/>
                  </a:lnTo>
                  <a:lnTo>
                    <a:pt x="1209995" y="240280"/>
                  </a:lnTo>
                  <a:lnTo>
                    <a:pt x="1210630" y="240324"/>
                  </a:lnTo>
                  <a:lnTo>
                    <a:pt x="1211216" y="240219"/>
                  </a:lnTo>
                  <a:lnTo>
                    <a:pt x="1211559" y="240041"/>
                  </a:lnTo>
                  <a:lnTo>
                    <a:pt x="1212362" y="240477"/>
                  </a:lnTo>
                  <a:lnTo>
                    <a:pt x="1212693" y="240617"/>
                  </a:lnTo>
                  <a:lnTo>
                    <a:pt x="1212939" y="240841"/>
                  </a:lnTo>
                  <a:lnTo>
                    <a:pt x="1212775" y="241239"/>
                  </a:lnTo>
                  <a:lnTo>
                    <a:pt x="1212240" y="241591"/>
                  </a:lnTo>
                  <a:lnTo>
                    <a:pt x="1211928" y="241714"/>
                  </a:lnTo>
                  <a:lnTo>
                    <a:pt x="1211535" y="242066"/>
                  </a:lnTo>
                  <a:lnTo>
                    <a:pt x="1211680" y="242251"/>
                  </a:lnTo>
                  <a:lnTo>
                    <a:pt x="1211933" y="242827"/>
                  </a:lnTo>
                  <a:lnTo>
                    <a:pt x="1212066" y="243083"/>
                  </a:lnTo>
                  <a:lnTo>
                    <a:pt x="1212194" y="243427"/>
                  </a:lnTo>
                  <a:lnTo>
                    <a:pt x="1212142" y="243815"/>
                  </a:lnTo>
                  <a:lnTo>
                    <a:pt x="1211316" y="245090"/>
                  </a:lnTo>
                  <a:lnTo>
                    <a:pt x="1211017" y="245162"/>
                  </a:lnTo>
                  <a:lnTo>
                    <a:pt x="1210676" y="245614"/>
                  </a:lnTo>
                  <a:lnTo>
                    <a:pt x="1210235" y="246245"/>
                  </a:lnTo>
                  <a:lnTo>
                    <a:pt x="1210024" y="246312"/>
                  </a:lnTo>
                  <a:lnTo>
                    <a:pt x="1209285" y="246385"/>
                  </a:lnTo>
                  <a:lnTo>
                    <a:pt x="1209051" y="246375"/>
                  </a:lnTo>
                  <a:lnTo>
                    <a:pt x="1208433" y="246591"/>
                  </a:lnTo>
                  <a:lnTo>
                    <a:pt x="1207862" y="246864"/>
                  </a:lnTo>
                  <a:lnTo>
                    <a:pt x="1207727" y="246834"/>
                  </a:lnTo>
                  <a:lnTo>
                    <a:pt x="1207507" y="246789"/>
                  </a:lnTo>
                  <a:lnTo>
                    <a:pt x="1206889" y="246825"/>
                  </a:lnTo>
                  <a:lnTo>
                    <a:pt x="1205963" y="246866"/>
                  </a:lnTo>
                  <a:lnTo>
                    <a:pt x="1205570" y="246919"/>
                  </a:lnTo>
                  <a:lnTo>
                    <a:pt x="1205241" y="247383"/>
                  </a:lnTo>
                  <a:lnTo>
                    <a:pt x="1205697" y="247864"/>
                  </a:lnTo>
                  <a:lnTo>
                    <a:pt x="1205963" y="248250"/>
                  </a:lnTo>
                  <a:lnTo>
                    <a:pt x="1206024" y="248480"/>
                  </a:lnTo>
                  <a:lnTo>
                    <a:pt x="1205766" y="249068"/>
                  </a:lnTo>
                  <a:lnTo>
                    <a:pt x="1205684" y="249636"/>
                  </a:lnTo>
                  <a:lnTo>
                    <a:pt x="1205475" y="249848"/>
                  </a:lnTo>
                  <a:lnTo>
                    <a:pt x="1205009" y="250388"/>
                  </a:lnTo>
                  <a:lnTo>
                    <a:pt x="1205441" y="250908"/>
                  </a:lnTo>
                  <a:lnTo>
                    <a:pt x="1206120" y="250901"/>
                  </a:lnTo>
                  <a:lnTo>
                    <a:pt x="1206414" y="250991"/>
                  </a:lnTo>
                  <a:lnTo>
                    <a:pt x="1206360" y="251737"/>
                  </a:lnTo>
                  <a:lnTo>
                    <a:pt x="1206368" y="251865"/>
                  </a:lnTo>
                  <a:lnTo>
                    <a:pt x="1206337" y="252122"/>
                  </a:lnTo>
                  <a:lnTo>
                    <a:pt x="1206308" y="252497"/>
                  </a:lnTo>
                  <a:lnTo>
                    <a:pt x="1206584" y="252956"/>
                  </a:lnTo>
                  <a:lnTo>
                    <a:pt x="1206937" y="253495"/>
                  </a:lnTo>
                  <a:lnTo>
                    <a:pt x="1206887" y="253633"/>
                  </a:lnTo>
                  <a:lnTo>
                    <a:pt x="1206884" y="253894"/>
                  </a:lnTo>
                  <a:lnTo>
                    <a:pt x="1207320" y="254846"/>
                  </a:lnTo>
                  <a:lnTo>
                    <a:pt x="1207359" y="255188"/>
                  </a:lnTo>
                  <a:lnTo>
                    <a:pt x="1207329" y="255485"/>
                  </a:lnTo>
                  <a:lnTo>
                    <a:pt x="1207589" y="255667"/>
                  </a:lnTo>
                  <a:lnTo>
                    <a:pt x="1208307" y="255617"/>
                  </a:lnTo>
                  <a:lnTo>
                    <a:pt x="1208745" y="255484"/>
                  </a:lnTo>
                  <a:lnTo>
                    <a:pt x="1209447" y="255482"/>
                  </a:lnTo>
                  <a:lnTo>
                    <a:pt x="1209686" y="255860"/>
                  </a:lnTo>
                  <a:lnTo>
                    <a:pt x="1209711" y="256700"/>
                  </a:lnTo>
                  <a:lnTo>
                    <a:pt x="1209601" y="256833"/>
                  </a:lnTo>
                  <a:lnTo>
                    <a:pt x="1209446" y="257025"/>
                  </a:lnTo>
                  <a:lnTo>
                    <a:pt x="1209468" y="257278"/>
                  </a:lnTo>
                  <a:lnTo>
                    <a:pt x="1209908" y="257931"/>
                  </a:lnTo>
                  <a:lnTo>
                    <a:pt x="1210122" y="258471"/>
                  </a:lnTo>
                  <a:lnTo>
                    <a:pt x="1209965" y="258602"/>
                  </a:lnTo>
                  <a:lnTo>
                    <a:pt x="1209382" y="258963"/>
                  </a:lnTo>
                  <a:lnTo>
                    <a:pt x="1209234" y="259189"/>
                  </a:lnTo>
                  <a:lnTo>
                    <a:pt x="1208594" y="260258"/>
                  </a:lnTo>
                  <a:lnTo>
                    <a:pt x="1209148" y="260544"/>
                  </a:lnTo>
                  <a:lnTo>
                    <a:pt x="1209622" y="260776"/>
                  </a:lnTo>
                  <a:lnTo>
                    <a:pt x="1209854" y="261810"/>
                  </a:lnTo>
                  <a:lnTo>
                    <a:pt x="1210253" y="262244"/>
                  </a:lnTo>
                  <a:lnTo>
                    <a:pt x="1210075" y="263214"/>
                  </a:lnTo>
                  <a:lnTo>
                    <a:pt x="1210441" y="263852"/>
                  </a:lnTo>
                  <a:lnTo>
                    <a:pt x="1210871" y="264576"/>
                  </a:lnTo>
                  <a:lnTo>
                    <a:pt x="1211403" y="265074"/>
                  </a:lnTo>
                  <a:lnTo>
                    <a:pt x="1211621" y="265487"/>
                  </a:lnTo>
                  <a:lnTo>
                    <a:pt x="1211995" y="266665"/>
                  </a:lnTo>
                  <a:lnTo>
                    <a:pt x="1211239" y="267580"/>
                  </a:lnTo>
                  <a:lnTo>
                    <a:pt x="1210918" y="268207"/>
                  </a:lnTo>
                  <a:lnTo>
                    <a:pt x="1211316" y="268487"/>
                  </a:lnTo>
                  <a:lnTo>
                    <a:pt x="1211502" y="268563"/>
                  </a:lnTo>
                  <a:lnTo>
                    <a:pt x="1212014" y="268866"/>
                  </a:lnTo>
                  <a:lnTo>
                    <a:pt x="1212086" y="269438"/>
                  </a:lnTo>
                  <a:lnTo>
                    <a:pt x="1212085" y="269632"/>
                  </a:lnTo>
                  <a:lnTo>
                    <a:pt x="1212333" y="270849"/>
                  </a:lnTo>
                  <a:lnTo>
                    <a:pt x="1212617" y="271181"/>
                  </a:lnTo>
                  <a:lnTo>
                    <a:pt x="1213111" y="271425"/>
                  </a:lnTo>
                  <a:lnTo>
                    <a:pt x="1213396" y="271849"/>
                  </a:lnTo>
                  <a:lnTo>
                    <a:pt x="1213844" y="272557"/>
                  </a:lnTo>
                  <a:lnTo>
                    <a:pt x="1214234" y="272777"/>
                  </a:lnTo>
                  <a:lnTo>
                    <a:pt x="1214215" y="273033"/>
                  </a:lnTo>
                  <a:lnTo>
                    <a:pt x="1214183" y="273396"/>
                  </a:lnTo>
                  <a:lnTo>
                    <a:pt x="1214334" y="273866"/>
                  </a:lnTo>
                  <a:lnTo>
                    <a:pt x="1214538" y="274119"/>
                  </a:lnTo>
                  <a:lnTo>
                    <a:pt x="1215058" y="274266"/>
                  </a:lnTo>
                  <a:lnTo>
                    <a:pt x="1215311" y="274353"/>
                  </a:lnTo>
                  <a:lnTo>
                    <a:pt x="1215896" y="275016"/>
                  </a:lnTo>
                  <a:lnTo>
                    <a:pt x="1216057" y="275533"/>
                  </a:lnTo>
                  <a:lnTo>
                    <a:pt x="1215660" y="275879"/>
                  </a:lnTo>
                  <a:lnTo>
                    <a:pt x="1215464" y="275957"/>
                  </a:lnTo>
                  <a:lnTo>
                    <a:pt x="1215119" y="276149"/>
                  </a:lnTo>
                  <a:lnTo>
                    <a:pt x="1215051" y="276287"/>
                  </a:lnTo>
                  <a:lnTo>
                    <a:pt x="1214871" y="276816"/>
                  </a:lnTo>
                  <a:lnTo>
                    <a:pt x="1215112" y="277059"/>
                  </a:lnTo>
                  <a:lnTo>
                    <a:pt x="1215433" y="277106"/>
                  </a:lnTo>
                  <a:lnTo>
                    <a:pt x="1216065" y="277418"/>
                  </a:lnTo>
                  <a:lnTo>
                    <a:pt x="1217479" y="278477"/>
                  </a:lnTo>
                  <a:lnTo>
                    <a:pt x="1217151" y="279295"/>
                  </a:lnTo>
                  <a:lnTo>
                    <a:pt x="1216922" y="279316"/>
                  </a:lnTo>
                  <a:lnTo>
                    <a:pt x="1216550" y="279373"/>
                  </a:lnTo>
                  <a:lnTo>
                    <a:pt x="1216272" y="279462"/>
                  </a:lnTo>
                  <a:lnTo>
                    <a:pt x="1215928" y="279622"/>
                  </a:lnTo>
                  <a:lnTo>
                    <a:pt x="1216482" y="280410"/>
                  </a:lnTo>
                  <a:lnTo>
                    <a:pt x="1217057" y="280445"/>
                  </a:lnTo>
                  <a:lnTo>
                    <a:pt x="1217385" y="280825"/>
                  </a:lnTo>
                  <a:lnTo>
                    <a:pt x="1217319" y="281053"/>
                  </a:lnTo>
                  <a:lnTo>
                    <a:pt x="1216995" y="281732"/>
                  </a:lnTo>
                  <a:lnTo>
                    <a:pt x="1216842" y="281835"/>
                  </a:lnTo>
                  <a:lnTo>
                    <a:pt x="1216660" y="281929"/>
                  </a:lnTo>
                  <a:lnTo>
                    <a:pt x="1216484" y="282037"/>
                  </a:lnTo>
                  <a:lnTo>
                    <a:pt x="1216198" y="282246"/>
                  </a:lnTo>
                  <a:lnTo>
                    <a:pt x="1216060" y="282524"/>
                  </a:lnTo>
                  <a:lnTo>
                    <a:pt x="1216113" y="282714"/>
                  </a:lnTo>
                  <a:lnTo>
                    <a:pt x="1216414" y="282885"/>
                  </a:lnTo>
                  <a:lnTo>
                    <a:pt x="1216705" y="283227"/>
                  </a:lnTo>
                  <a:lnTo>
                    <a:pt x="1217406" y="283901"/>
                  </a:lnTo>
                  <a:lnTo>
                    <a:pt x="1217891" y="283927"/>
                  </a:lnTo>
                  <a:lnTo>
                    <a:pt x="1218433" y="284037"/>
                  </a:lnTo>
                  <a:lnTo>
                    <a:pt x="1218043" y="284458"/>
                  </a:lnTo>
                  <a:lnTo>
                    <a:pt x="1217921" y="284916"/>
                  </a:lnTo>
                  <a:lnTo>
                    <a:pt x="1217933" y="285063"/>
                  </a:lnTo>
                  <a:lnTo>
                    <a:pt x="1218178" y="285670"/>
                  </a:lnTo>
                  <a:lnTo>
                    <a:pt x="1219144" y="286102"/>
                  </a:lnTo>
                  <a:lnTo>
                    <a:pt x="1220459" y="286671"/>
                  </a:lnTo>
                  <a:lnTo>
                    <a:pt x="1220905" y="286939"/>
                  </a:lnTo>
                  <a:lnTo>
                    <a:pt x="1221279" y="287262"/>
                  </a:lnTo>
                  <a:lnTo>
                    <a:pt x="1221163" y="287815"/>
                  </a:lnTo>
                  <a:lnTo>
                    <a:pt x="1220784" y="288674"/>
                  </a:lnTo>
                  <a:lnTo>
                    <a:pt x="1221079" y="289078"/>
                  </a:lnTo>
                  <a:lnTo>
                    <a:pt x="1221374" y="289482"/>
                  </a:lnTo>
                  <a:lnTo>
                    <a:pt x="1221375" y="289806"/>
                  </a:lnTo>
                  <a:lnTo>
                    <a:pt x="1221725" y="290289"/>
                  </a:lnTo>
                  <a:lnTo>
                    <a:pt x="1221977" y="290534"/>
                  </a:lnTo>
                  <a:lnTo>
                    <a:pt x="1222744" y="291190"/>
                  </a:lnTo>
                  <a:lnTo>
                    <a:pt x="1222991" y="291335"/>
                  </a:lnTo>
                  <a:lnTo>
                    <a:pt x="1223929" y="291006"/>
                  </a:lnTo>
                  <a:lnTo>
                    <a:pt x="1224206" y="290782"/>
                  </a:lnTo>
                  <a:lnTo>
                    <a:pt x="1226001" y="290803"/>
                  </a:lnTo>
                  <a:lnTo>
                    <a:pt x="1226626" y="291106"/>
                  </a:lnTo>
                  <a:lnTo>
                    <a:pt x="1227087" y="291347"/>
                  </a:lnTo>
                  <a:lnTo>
                    <a:pt x="1228071" y="291501"/>
                  </a:lnTo>
                  <a:lnTo>
                    <a:pt x="1228278" y="291689"/>
                  </a:lnTo>
                  <a:lnTo>
                    <a:pt x="1228620" y="291892"/>
                  </a:lnTo>
                  <a:lnTo>
                    <a:pt x="1229839" y="291702"/>
                  </a:lnTo>
                  <a:lnTo>
                    <a:pt x="1230571" y="292361"/>
                  </a:lnTo>
                  <a:lnTo>
                    <a:pt x="1230726" y="292570"/>
                  </a:lnTo>
                  <a:lnTo>
                    <a:pt x="1231939" y="292814"/>
                  </a:lnTo>
                  <a:lnTo>
                    <a:pt x="1232287" y="292789"/>
                  </a:lnTo>
                  <a:lnTo>
                    <a:pt x="1233134" y="292874"/>
                  </a:lnTo>
                  <a:lnTo>
                    <a:pt x="1233543" y="293023"/>
                  </a:lnTo>
                  <a:lnTo>
                    <a:pt x="1233930" y="293551"/>
                  </a:lnTo>
                  <a:lnTo>
                    <a:pt x="1235007" y="294161"/>
                  </a:lnTo>
                  <a:lnTo>
                    <a:pt x="1235749" y="294522"/>
                  </a:lnTo>
                  <a:lnTo>
                    <a:pt x="1236173" y="294757"/>
                  </a:lnTo>
                  <a:lnTo>
                    <a:pt x="1236485" y="294514"/>
                  </a:lnTo>
                  <a:lnTo>
                    <a:pt x="1236766" y="294136"/>
                  </a:lnTo>
                  <a:lnTo>
                    <a:pt x="1237128" y="293825"/>
                  </a:lnTo>
                  <a:lnTo>
                    <a:pt x="1237358" y="293672"/>
                  </a:lnTo>
                  <a:lnTo>
                    <a:pt x="1237953" y="293573"/>
                  </a:lnTo>
                  <a:lnTo>
                    <a:pt x="1238989" y="293280"/>
                  </a:lnTo>
                  <a:lnTo>
                    <a:pt x="1240154" y="293785"/>
                  </a:lnTo>
                  <a:lnTo>
                    <a:pt x="1240494" y="293828"/>
                  </a:lnTo>
                  <a:lnTo>
                    <a:pt x="1241005" y="293440"/>
                  </a:lnTo>
                  <a:lnTo>
                    <a:pt x="1241259" y="293281"/>
                  </a:lnTo>
                  <a:lnTo>
                    <a:pt x="1241406" y="293205"/>
                  </a:lnTo>
                  <a:lnTo>
                    <a:pt x="1241944" y="293052"/>
                  </a:lnTo>
                  <a:lnTo>
                    <a:pt x="1242487" y="293233"/>
                  </a:lnTo>
                  <a:lnTo>
                    <a:pt x="1242736" y="293305"/>
                  </a:lnTo>
                  <a:lnTo>
                    <a:pt x="1243149" y="293382"/>
                  </a:lnTo>
                  <a:lnTo>
                    <a:pt x="1243333" y="293405"/>
                  </a:lnTo>
                  <a:lnTo>
                    <a:pt x="1244352" y="292938"/>
                  </a:lnTo>
                  <a:lnTo>
                    <a:pt x="1244672" y="292403"/>
                  </a:lnTo>
                  <a:lnTo>
                    <a:pt x="1246035" y="292251"/>
                  </a:lnTo>
                  <a:lnTo>
                    <a:pt x="1246968" y="292685"/>
                  </a:lnTo>
                  <a:lnTo>
                    <a:pt x="1248196" y="292480"/>
                  </a:lnTo>
                  <a:lnTo>
                    <a:pt x="1248875" y="292405"/>
                  </a:lnTo>
                  <a:lnTo>
                    <a:pt x="1249116" y="292463"/>
                  </a:lnTo>
                  <a:lnTo>
                    <a:pt x="1249672" y="292377"/>
                  </a:lnTo>
                  <a:lnTo>
                    <a:pt x="1250304" y="292095"/>
                  </a:lnTo>
                  <a:lnTo>
                    <a:pt x="1250245" y="291862"/>
                  </a:lnTo>
                  <a:lnTo>
                    <a:pt x="1250183" y="291488"/>
                  </a:lnTo>
                  <a:lnTo>
                    <a:pt x="1250339" y="291278"/>
                  </a:lnTo>
                  <a:lnTo>
                    <a:pt x="1250808" y="291261"/>
                  </a:lnTo>
                  <a:lnTo>
                    <a:pt x="1251357" y="291209"/>
                  </a:lnTo>
                  <a:lnTo>
                    <a:pt x="1252429" y="290941"/>
                  </a:lnTo>
                  <a:lnTo>
                    <a:pt x="1253729" y="290876"/>
                  </a:lnTo>
                  <a:lnTo>
                    <a:pt x="1253882" y="290840"/>
                  </a:lnTo>
                  <a:lnTo>
                    <a:pt x="1253885" y="290031"/>
                  </a:lnTo>
                  <a:lnTo>
                    <a:pt x="1253973" y="289554"/>
                  </a:lnTo>
                  <a:lnTo>
                    <a:pt x="1254130" y="289308"/>
                  </a:lnTo>
                  <a:lnTo>
                    <a:pt x="1254379" y="289343"/>
                  </a:lnTo>
                  <a:lnTo>
                    <a:pt x="1254961" y="288935"/>
                  </a:lnTo>
                  <a:lnTo>
                    <a:pt x="1254910" y="288222"/>
                  </a:lnTo>
                  <a:lnTo>
                    <a:pt x="1255062" y="287894"/>
                  </a:lnTo>
                  <a:lnTo>
                    <a:pt x="1256056" y="286818"/>
                  </a:lnTo>
                  <a:lnTo>
                    <a:pt x="1256303" y="286689"/>
                  </a:lnTo>
                  <a:lnTo>
                    <a:pt x="1257422" y="287208"/>
                  </a:lnTo>
                  <a:lnTo>
                    <a:pt x="1258391" y="287762"/>
                  </a:lnTo>
                  <a:lnTo>
                    <a:pt x="1259303" y="288102"/>
                  </a:lnTo>
                  <a:lnTo>
                    <a:pt x="1260378" y="288575"/>
                  </a:lnTo>
                  <a:lnTo>
                    <a:pt x="1261310" y="288267"/>
                  </a:lnTo>
                  <a:lnTo>
                    <a:pt x="1261953" y="288190"/>
                  </a:lnTo>
                  <a:lnTo>
                    <a:pt x="1262143" y="288235"/>
                  </a:lnTo>
                  <a:lnTo>
                    <a:pt x="1262784" y="288526"/>
                  </a:lnTo>
                  <a:lnTo>
                    <a:pt x="1262973" y="288652"/>
                  </a:lnTo>
                  <a:lnTo>
                    <a:pt x="1263566" y="289598"/>
                  </a:lnTo>
                  <a:lnTo>
                    <a:pt x="1263849" y="289915"/>
                  </a:lnTo>
                  <a:lnTo>
                    <a:pt x="1265085" y="291059"/>
                  </a:lnTo>
                  <a:lnTo>
                    <a:pt x="1266102" y="291613"/>
                  </a:lnTo>
                  <a:lnTo>
                    <a:pt x="1266777" y="291753"/>
                  </a:lnTo>
                  <a:lnTo>
                    <a:pt x="1266930" y="291582"/>
                  </a:lnTo>
                  <a:lnTo>
                    <a:pt x="1267524" y="291162"/>
                  </a:lnTo>
                  <a:lnTo>
                    <a:pt x="1269153" y="290630"/>
                  </a:lnTo>
                  <a:lnTo>
                    <a:pt x="1269864" y="290527"/>
                  </a:lnTo>
                  <a:lnTo>
                    <a:pt x="1270083" y="290526"/>
                  </a:lnTo>
                  <a:lnTo>
                    <a:pt x="1270625" y="290538"/>
                  </a:lnTo>
                  <a:lnTo>
                    <a:pt x="1271037" y="290686"/>
                  </a:lnTo>
                  <a:lnTo>
                    <a:pt x="1271525" y="290816"/>
                  </a:lnTo>
                  <a:lnTo>
                    <a:pt x="1271976" y="290769"/>
                  </a:lnTo>
                  <a:lnTo>
                    <a:pt x="1272111" y="290750"/>
                  </a:lnTo>
                  <a:lnTo>
                    <a:pt x="1272245" y="290734"/>
                  </a:lnTo>
                  <a:lnTo>
                    <a:pt x="1272638" y="290739"/>
                  </a:lnTo>
                  <a:lnTo>
                    <a:pt x="1273587" y="290787"/>
                  </a:lnTo>
                  <a:lnTo>
                    <a:pt x="1273911" y="290534"/>
                  </a:lnTo>
                  <a:lnTo>
                    <a:pt x="1274315" y="289828"/>
                  </a:lnTo>
                  <a:lnTo>
                    <a:pt x="1274471" y="289623"/>
                  </a:lnTo>
                  <a:lnTo>
                    <a:pt x="1275697" y="289384"/>
                  </a:lnTo>
                  <a:lnTo>
                    <a:pt x="1276769" y="289695"/>
                  </a:lnTo>
                  <a:lnTo>
                    <a:pt x="1276949" y="289618"/>
                  </a:lnTo>
                  <a:lnTo>
                    <a:pt x="1277256" y="289409"/>
                  </a:lnTo>
                  <a:lnTo>
                    <a:pt x="1277942" y="289610"/>
                  </a:lnTo>
                  <a:lnTo>
                    <a:pt x="1278578" y="289765"/>
                  </a:lnTo>
                  <a:lnTo>
                    <a:pt x="1279623" y="289421"/>
                  </a:lnTo>
                  <a:lnTo>
                    <a:pt x="1280227" y="289201"/>
                  </a:lnTo>
                  <a:lnTo>
                    <a:pt x="1281186" y="289557"/>
                  </a:lnTo>
                  <a:lnTo>
                    <a:pt x="1281785" y="289951"/>
                  </a:lnTo>
                  <a:lnTo>
                    <a:pt x="1282603" y="290633"/>
                  </a:lnTo>
                  <a:lnTo>
                    <a:pt x="1282866" y="290973"/>
                  </a:lnTo>
                  <a:lnTo>
                    <a:pt x="1283606" y="291510"/>
                  </a:lnTo>
                  <a:lnTo>
                    <a:pt x="1284367" y="292424"/>
                  </a:lnTo>
                  <a:lnTo>
                    <a:pt x="1284750" y="292495"/>
                  </a:lnTo>
                  <a:lnTo>
                    <a:pt x="1284941" y="292462"/>
                  </a:lnTo>
                  <a:lnTo>
                    <a:pt x="1285323" y="292349"/>
                  </a:lnTo>
                  <a:lnTo>
                    <a:pt x="1285811" y="292228"/>
                  </a:lnTo>
                  <a:lnTo>
                    <a:pt x="1286117" y="292375"/>
                  </a:lnTo>
                  <a:lnTo>
                    <a:pt x="1285998" y="292932"/>
                  </a:lnTo>
                  <a:lnTo>
                    <a:pt x="1286672" y="293163"/>
                  </a:lnTo>
                  <a:lnTo>
                    <a:pt x="1286938" y="292937"/>
                  </a:lnTo>
                  <a:lnTo>
                    <a:pt x="1287759" y="292938"/>
                  </a:lnTo>
                  <a:lnTo>
                    <a:pt x="1288141" y="292948"/>
                  </a:lnTo>
                  <a:lnTo>
                    <a:pt x="1288695" y="293208"/>
                  </a:lnTo>
                  <a:lnTo>
                    <a:pt x="1289287" y="293278"/>
                  </a:lnTo>
                  <a:lnTo>
                    <a:pt x="1289455" y="292775"/>
                  </a:lnTo>
                  <a:lnTo>
                    <a:pt x="1290043" y="292131"/>
                  </a:lnTo>
                  <a:lnTo>
                    <a:pt x="1290331" y="291868"/>
                  </a:lnTo>
                  <a:lnTo>
                    <a:pt x="1290467" y="291438"/>
                  </a:lnTo>
                  <a:lnTo>
                    <a:pt x="1290401" y="290639"/>
                  </a:lnTo>
                  <a:lnTo>
                    <a:pt x="1290267" y="289489"/>
                  </a:lnTo>
                  <a:lnTo>
                    <a:pt x="1290659" y="288909"/>
                  </a:lnTo>
                  <a:lnTo>
                    <a:pt x="1291332" y="288531"/>
                  </a:lnTo>
                  <a:lnTo>
                    <a:pt x="1292014" y="288464"/>
                  </a:lnTo>
                  <a:lnTo>
                    <a:pt x="1292815" y="288345"/>
                  </a:lnTo>
                  <a:lnTo>
                    <a:pt x="1292867" y="288133"/>
                  </a:lnTo>
                  <a:lnTo>
                    <a:pt x="1292916" y="287890"/>
                  </a:lnTo>
                  <a:lnTo>
                    <a:pt x="1293074" y="287616"/>
                  </a:lnTo>
                  <a:lnTo>
                    <a:pt x="1293902" y="287427"/>
                  </a:lnTo>
                  <a:lnTo>
                    <a:pt x="1294391" y="287589"/>
                  </a:lnTo>
                  <a:lnTo>
                    <a:pt x="1294653" y="287723"/>
                  </a:lnTo>
                  <a:lnTo>
                    <a:pt x="1294840" y="287828"/>
                  </a:lnTo>
                  <a:lnTo>
                    <a:pt x="1295709" y="287936"/>
                  </a:lnTo>
                  <a:lnTo>
                    <a:pt x="1296336" y="287735"/>
                  </a:lnTo>
                  <a:lnTo>
                    <a:pt x="1296702" y="287846"/>
                  </a:lnTo>
                  <a:lnTo>
                    <a:pt x="1297450" y="288286"/>
                  </a:lnTo>
                  <a:lnTo>
                    <a:pt x="1297850" y="288573"/>
                  </a:lnTo>
                  <a:lnTo>
                    <a:pt x="1298189" y="288858"/>
                  </a:lnTo>
                  <a:lnTo>
                    <a:pt x="1298373" y="289225"/>
                  </a:lnTo>
                  <a:lnTo>
                    <a:pt x="1298570" y="289471"/>
                  </a:lnTo>
                  <a:lnTo>
                    <a:pt x="1299022" y="289868"/>
                  </a:lnTo>
                  <a:lnTo>
                    <a:pt x="1299698" y="290346"/>
                  </a:lnTo>
                  <a:lnTo>
                    <a:pt x="1300109" y="290387"/>
                  </a:lnTo>
                  <a:lnTo>
                    <a:pt x="1300275" y="290258"/>
                  </a:lnTo>
                  <a:lnTo>
                    <a:pt x="1301063" y="289831"/>
                  </a:lnTo>
                  <a:lnTo>
                    <a:pt x="1301723" y="290057"/>
                  </a:lnTo>
                  <a:lnTo>
                    <a:pt x="1302118" y="290023"/>
                  </a:lnTo>
                  <a:lnTo>
                    <a:pt x="1303996" y="289614"/>
                  </a:lnTo>
                  <a:lnTo>
                    <a:pt x="1305016" y="289098"/>
                  </a:lnTo>
                  <a:lnTo>
                    <a:pt x="1305682" y="288826"/>
                  </a:lnTo>
                  <a:lnTo>
                    <a:pt x="1305915" y="288545"/>
                  </a:lnTo>
                  <a:lnTo>
                    <a:pt x="1305753" y="287940"/>
                  </a:lnTo>
                  <a:lnTo>
                    <a:pt x="1306070" y="287546"/>
                  </a:lnTo>
                  <a:lnTo>
                    <a:pt x="1307786" y="286946"/>
                  </a:lnTo>
                  <a:lnTo>
                    <a:pt x="1308212" y="287090"/>
                  </a:lnTo>
                  <a:lnTo>
                    <a:pt x="1308598" y="287191"/>
                  </a:lnTo>
                  <a:lnTo>
                    <a:pt x="1309629" y="287402"/>
                  </a:lnTo>
                  <a:lnTo>
                    <a:pt x="1310577" y="287582"/>
                  </a:lnTo>
                  <a:lnTo>
                    <a:pt x="1311064" y="287597"/>
                  </a:lnTo>
                  <a:lnTo>
                    <a:pt x="1311501" y="287502"/>
                  </a:lnTo>
                  <a:lnTo>
                    <a:pt x="1311817" y="286187"/>
                  </a:lnTo>
                  <a:lnTo>
                    <a:pt x="1312316" y="285726"/>
                  </a:lnTo>
                  <a:lnTo>
                    <a:pt x="1313027" y="284955"/>
                  </a:lnTo>
                  <a:lnTo>
                    <a:pt x="1314154" y="284553"/>
                  </a:lnTo>
                  <a:lnTo>
                    <a:pt x="1314343" y="284451"/>
                  </a:lnTo>
                  <a:lnTo>
                    <a:pt x="1314830" y="284141"/>
                  </a:lnTo>
                  <a:lnTo>
                    <a:pt x="1314560" y="283486"/>
                  </a:lnTo>
                  <a:lnTo>
                    <a:pt x="1314181" y="282886"/>
                  </a:lnTo>
                  <a:lnTo>
                    <a:pt x="1313984" y="282646"/>
                  </a:lnTo>
                  <a:lnTo>
                    <a:pt x="1313664" y="282197"/>
                  </a:lnTo>
                  <a:lnTo>
                    <a:pt x="1313743" y="281303"/>
                  </a:lnTo>
                  <a:lnTo>
                    <a:pt x="1313981" y="281055"/>
                  </a:lnTo>
                  <a:lnTo>
                    <a:pt x="1314416" y="280955"/>
                  </a:lnTo>
                  <a:lnTo>
                    <a:pt x="1315051" y="280857"/>
                  </a:lnTo>
                  <a:lnTo>
                    <a:pt x="1316150" y="280931"/>
                  </a:lnTo>
                  <a:lnTo>
                    <a:pt x="1316989" y="280146"/>
                  </a:lnTo>
                  <a:lnTo>
                    <a:pt x="1317366" y="279877"/>
                  </a:lnTo>
                  <a:lnTo>
                    <a:pt x="1317901" y="279701"/>
                  </a:lnTo>
                  <a:lnTo>
                    <a:pt x="1318185" y="279652"/>
                  </a:lnTo>
                  <a:lnTo>
                    <a:pt x="1318971" y="279574"/>
                  </a:lnTo>
                  <a:lnTo>
                    <a:pt x="1319747" y="279596"/>
                  </a:lnTo>
                  <a:lnTo>
                    <a:pt x="1320337" y="279191"/>
                  </a:lnTo>
                  <a:lnTo>
                    <a:pt x="1320362" y="278984"/>
                  </a:lnTo>
                  <a:lnTo>
                    <a:pt x="1320451" y="278656"/>
                  </a:lnTo>
                  <a:lnTo>
                    <a:pt x="1320725" y="278304"/>
                  </a:lnTo>
                  <a:lnTo>
                    <a:pt x="1321089" y="278068"/>
                  </a:lnTo>
                  <a:lnTo>
                    <a:pt x="1320761" y="277590"/>
                  </a:lnTo>
                  <a:lnTo>
                    <a:pt x="1320558" y="276906"/>
                  </a:lnTo>
                  <a:lnTo>
                    <a:pt x="1320506" y="276717"/>
                  </a:lnTo>
                  <a:lnTo>
                    <a:pt x="1320350" y="275831"/>
                  </a:lnTo>
                  <a:lnTo>
                    <a:pt x="1320457" y="275250"/>
                  </a:lnTo>
                  <a:lnTo>
                    <a:pt x="1320701" y="274393"/>
                  </a:lnTo>
                  <a:lnTo>
                    <a:pt x="1321464" y="273648"/>
                  </a:lnTo>
                  <a:lnTo>
                    <a:pt x="1321608" y="273568"/>
                  </a:lnTo>
                  <a:lnTo>
                    <a:pt x="1322099" y="272947"/>
                  </a:lnTo>
                  <a:lnTo>
                    <a:pt x="1322355" y="272626"/>
                  </a:lnTo>
                  <a:lnTo>
                    <a:pt x="1322860" y="272465"/>
                  </a:lnTo>
                  <a:lnTo>
                    <a:pt x="1323297" y="272414"/>
                  </a:lnTo>
                  <a:lnTo>
                    <a:pt x="1323532" y="272610"/>
                  </a:lnTo>
                  <a:lnTo>
                    <a:pt x="1323659" y="273259"/>
                  </a:lnTo>
                  <a:lnTo>
                    <a:pt x="1323574" y="273899"/>
                  </a:lnTo>
                  <a:lnTo>
                    <a:pt x="1323909" y="274007"/>
                  </a:lnTo>
                  <a:lnTo>
                    <a:pt x="1324189" y="273988"/>
                  </a:lnTo>
                  <a:lnTo>
                    <a:pt x="1324458" y="273967"/>
                  </a:lnTo>
                  <a:lnTo>
                    <a:pt x="1324715" y="273803"/>
                  </a:lnTo>
                  <a:lnTo>
                    <a:pt x="1325775" y="273678"/>
                  </a:lnTo>
                  <a:lnTo>
                    <a:pt x="1326461" y="273930"/>
                  </a:lnTo>
                  <a:lnTo>
                    <a:pt x="1326980" y="274135"/>
                  </a:lnTo>
                  <a:lnTo>
                    <a:pt x="1327313" y="274259"/>
                  </a:lnTo>
                  <a:lnTo>
                    <a:pt x="1328195" y="273694"/>
                  </a:lnTo>
                  <a:lnTo>
                    <a:pt x="1328472" y="273613"/>
                  </a:lnTo>
                  <a:lnTo>
                    <a:pt x="1329116" y="273945"/>
                  </a:lnTo>
                  <a:lnTo>
                    <a:pt x="1329913" y="274143"/>
                  </a:lnTo>
                  <a:lnTo>
                    <a:pt x="1330421" y="273722"/>
                  </a:lnTo>
                  <a:lnTo>
                    <a:pt x="1330824" y="273809"/>
                  </a:lnTo>
                  <a:lnTo>
                    <a:pt x="1331284" y="274124"/>
                  </a:lnTo>
                  <a:lnTo>
                    <a:pt x="1331593" y="274739"/>
                  </a:lnTo>
                  <a:lnTo>
                    <a:pt x="1331879" y="274958"/>
                  </a:lnTo>
                  <a:lnTo>
                    <a:pt x="1332639" y="275047"/>
                  </a:lnTo>
                  <a:lnTo>
                    <a:pt x="1332739" y="274850"/>
                  </a:lnTo>
                  <a:lnTo>
                    <a:pt x="1333368" y="274575"/>
                  </a:lnTo>
                  <a:lnTo>
                    <a:pt x="1334077" y="274521"/>
                  </a:lnTo>
                  <a:lnTo>
                    <a:pt x="1334423" y="274589"/>
                  </a:lnTo>
                  <a:lnTo>
                    <a:pt x="1334835" y="274789"/>
                  </a:lnTo>
                  <a:lnTo>
                    <a:pt x="1335078" y="275276"/>
                  </a:lnTo>
                  <a:lnTo>
                    <a:pt x="1335546" y="276596"/>
                  </a:lnTo>
                  <a:lnTo>
                    <a:pt x="1335742" y="276720"/>
                  </a:lnTo>
                  <a:lnTo>
                    <a:pt x="1335916" y="276835"/>
                  </a:lnTo>
                  <a:lnTo>
                    <a:pt x="1336636" y="277187"/>
                  </a:lnTo>
                  <a:lnTo>
                    <a:pt x="1337131" y="277563"/>
                  </a:lnTo>
                  <a:lnTo>
                    <a:pt x="1337527" y="277714"/>
                  </a:lnTo>
                  <a:lnTo>
                    <a:pt x="1337814" y="278019"/>
                  </a:lnTo>
                  <a:lnTo>
                    <a:pt x="1337956" y="278286"/>
                  </a:lnTo>
                  <a:lnTo>
                    <a:pt x="1338306" y="278423"/>
                  </a:lnTo>
                  <a:lnTo>
                    <a:pt x="1338525" y="278612"/>
                  </a:lnTo>
                  <a:lnTo>
                    <a:pt x="1338690" y="278783"/>
                  </a:lnTo>
                  <a:lnTo>
                    <a:pt x="1338866" y="278921"/>
                  </a:lnTo>
                  <a:lnTo>
                    <a:pt x="1339037" y="279027"/>
                  </a:lnTo>
                  <a:lnTo>
                    <a:pt x="1339295" y="279396"/>
                  </a:lnTo>
                  <a:lnTo>
                    <a:pt x="1339454" y="279494"/>
                  </a:lnTo>
                  <a:lnTo>
                    <a:pt x="1339616" y="279540"/>
                  </a:lnTo>
                  <a:lnTo>
                    <a:pt x="1339853" y="279551"/>
                  </a:lnTo>
                  <a:lnTo>
                    <a:pt x="1340146" y="279864"/>
                  </a:lnTo>
                  <a:lnTo>
                    <a:pt x="1340171" y="280030"/>
                  </a:lnTo>
                  <a:lnTo>
                    <a:pt x="1340301" y="280151"/>
                  </a:lnTo>
                  <a:lnTo>
                    <a:pt x="1340939" y="280533"/>
                  </a:lnTo>
                  <a:lnTo>
                    <a:pt x="1341461" y="281075"/>
                  </a:lnTo>
                  <a:lnTo>
                    <a:pt x="1342007" y="281470"/>
                  </a:lnTo>
                  <a:lnTo>
                    <a:pt x="1342283" y="281594"/>
                  </a:lnTo>
                  <a:lnTo>
                    <a:pt x="1342492" y="281839"/>
                  </a:lnTo>
                  <a:lnTo>
                    <a:pt x="1342589" y="282034"/>
                  </a:lnTo>
                  <a:lnTo>
                    <a:pt x="1342753" y="282120"/>
                  </a:lnTo>
                  <a:lnTo>
                    <a:pt x="1343185" y="282508"/>
                  </a:lnTo>
                  <a:lnTo>
                    <a:pt x="1343312" y="283035"/>
                  </a:lnTo>
                  <a:lnTo>
                    <a:pt x="1343608" y="283161"/>
                  </a:lnTo>
                  <a:lnTo>
                    <a:pt x="1343899" y="283267"/>
                  </a:lnTo>
                  <a:lnTo>
                    <a:pt x="1344348" y="283666"/>
                  </a:lnTo>
                  <a:lnTo>
                    <a:pt x="1344837" y="283753"/>
                  </a:lnTo>
                  <a:lnTo>
                    <a:pt x="1344918" y="284007"/>
                  </a:lnTo>
                  <a:lnTo>
                    <a:pt x="1344785" y="284221"/>
                  </a:lnTo>
                  <a:lnTo>
                    <a:pt x="1344632" y="284256"/>
                  </a:lnTo>
                  <a:lnTo>
                    <a:pt x="1344603" y="284846"/>
                  </a:lnTo>
                  <a:lnTo>
                    <a:pt x="1345114" y="284958"/>
                  </a:lnTo>
                  <a:lnTo>
                    <a:pt x="1345349" y="285193"/>
                  </a:lnTo>
                  <a:lnTo>
                    <a:pt x="1345512" y="285406"/>
                  </a:lnTo>
                  <a:lnTo>
                    <a:pt x="1345695" y="285538"/>
                  </a:lnTo>
                  <a:lnTo>
                    <a:pt x="1345851" y="285677"/>
                  </a:lnTo>
                  <a:lnTo>
                    <a:pt x="1345978" y="285794"/>
                  </a:lnTo>
                  <a:lnTo>
                    <a:pt x="1346297" y="286360"/>
                  </a:lnTo>
                  <a:lnTo>
                    <a:pt x="1346530" y="286483"/>
                  </a:lnTo>
                  <a:lnTo>
                    <a:pt x="1346790" y="286503"/>
                  </a:lnTo>
                  <a:lnTo>
                    <a:pt x="1346883" y="286725"/>
                  </a:lnTo>
                  <a:lnTo>
                    <a:pt x="1346767" y="287003"/>
                  </a:lnTo>
                  <a:lnTo>
                    <a:pt x="1346998" y="287227"/>
                  </a:lnTo>
                  <a:lnTo>
                    <a:pt x="1347188" y="287657"/>
                  </a:lnTo>
                  <a:lnTo>
                    <a:pt x="1347735" y="287943"/>
                  </a:lnTo>
                  <a:lnTo>
                    <a:pt x="1347917" y="288425"/>
                  </a:lnTo>
                  <a:lnTo>
                    <a:pt x="1348169" y="288682"/>
                  </a:lnTo>
                  <a:lnTo>
                    <a:pt x="1348527" y="288946"/>
                  </a:lnTo>
                  <a:lnTo>
                    <a:pt x="1348837" y="289120"/>
                  </a:lnTo>
                  <a:lnTo>
                    <a:pt x="1349090" y="289203"/>
                  </a:lnTo>
                  <a:lnTo>
                    <a:pt x="1349321" y="289643"/>
                  </a:lnTo>
                  <a:lnTo>
                    <a:pt x="1349848" y="289855"/>
                  </a:lnTo>
                  <a:lnTo>
                    <a:pt x="1350387" y="289973"/>
                  </a:lnTo>
                  <a:lnTo>
                    <a:pt x="1350537" y="290293"/>
                  </a:lnTo>
                  <a:lnTo>
                    <a:pt x="1350692" y="290508"/>
                  </a:lnTo>
                  <a:lnTo>
                    <a:pt x="1350742" y="290882"/>
                  </a:lnTo>
                  <a:lnTo>
                    <a:pt x="1351069" y="291176"/>
                  </a:lnTo>
                  <a:lnTo>
                    <a:pt x="1351314" y="291326"/>
                  </a:lnTo>
                  <a:lnTo>
                    <a:pt x="1350975" y="291595"/>
                  </a:lnTo>
                  <a:lnTo>
                    <a:pt x="1351252" y="291763"/>
                  </a:lnTo>
                  <a:lnTo>
                    <a:pt x="1351380" y="291779"/>
                  </a:lnTo>
                  <a:lnTo>
                    <a:pt x="1351595" y="292161"/>
                  </a:lnTo>
                  <a:lnTo>
                    <a:pt x="1351892" y="292467"/>
                  </a:lnTo>
                  <a:lnTo>
                    <a:pt x="1352121" y="292713"/>
                  </a:lnTo>
                  <a:lnTo>
                    <a:pt x="1352824" y="293586"/>
                  </a:lnTo>
                  <a:lnTo>
                    <a:pt x="1352961" y="293695"/>
                  </a:lnTo>
                  <a:lnTo>
                    <a:pt x="1353421" y="293887"/>
                  </a:lnTo>
                  <a:lnTo>
                    <a:pt x="1353644" y="294027"/>
                  </a:lnTo>
                  <a:lnTo>
                    <a:pt x="1353591" y="294197"/>
                  </a:lnTo>
                  <a:lnTo>
                    <a:pt x="1353542" y="294330"/>
                  </a:lnTo>
                  <a:lnTo>
                    <a:pt x="1353588" y="294594"/>
                  </a:lnTo>
                  <a:lnTo>
                    <a:pt x="1353697" y="294744"/>
                  </a:lnTo>
                  <a:lnTo>
                    <a:pt x="1353647" y="294902"/>
                  </a:lnTo>
                  <a:lnTo>
                    <a:pt x="1353327" y="295244"/>
                  </a:lnTo>
                  <a:lnTo>
                    <a:pt x="1353159" y="295627"/>
                  </a:lnTo>
                  <a:lnTo>
                    <a:pt x="1353331" y="295780"/>
                  </a:lnTo>
                  <a:lnTo>
                    <a:pt x="1353969" y="295877"/>
                  </a:lnTo>
                  <a:lnTo>
                    <a:pt x="1354368" y="295797"/>
                  </a:lnTo>
                  <a:lnTo>
                    <a:pt x="1354803" y="295787"/>
                  </a:lnTo>
                  <a:lnTo>
                    <a:pt x="1355162" y="295929"/>
                  </a:lnTo>
                  <a:lnTo>
                    <a:pt x="1355604" y="295891"/>
                  </a:lnTo>
                  <a:lnTo>
                    <a:pt x="1356351" y="295807"/>
                  </a:lnTo>
                  <a:lnTo>
                    <a:pt x="1357314" y="296513"/>
                  </a:lnTo>
                  <a:lnTo>
                    <a:pt x="1357443" y="296614"/>
                  </a:lnTo>
                  <a:lnTo>
                    <a:pt x="1357705" y="296781"/>
                  </a:lnTo>
                  <a:lnTo>
                    <a:pt x="1357908" y="296827"/>
                  </a:lnTo>
                  <a:lnTo>
                    <a:pt x="1357839" y="297158"/>
                  </a:lnTo>
                  <a:lnTo>
                    <a:pt x="1358159" y="297897"/>
                  </a:lnTo>
                  <a:lnTo>
                    <a:pt x="1358306" y="298072"/>
                  </a:lnTo>
                  <a:lnTo>
                    <a:pt x="1358518" y="298477"/>
                  </a:lnTo>
                  <a:lnTo>
                    <a:pt x="1358331" y="298796"/>
                  </a:lnTo>
                  <a:lnTo>
                    <a:pt x="1359060" y="299258"/>
                  </a:lnTo>
                  <a:lnTo>
                    <a:pt x="1359062" y="299467"/>
                  </a:lnTo>
                  <a:lnTo>
                    <a:pt x="1358494" y="299819"/>
                  </a:lnTo>
                  <a:lnTo>
                    <a:pt x="1358466" y="300194"/>
                  </a:lnTo>
                  <a:lnTo>
                    <a:pt x="1358928" y="300511"/>
                  </a:lnTo>
                  <a:lnTo>
                    <a:pt x="1359326" y="300487"/>
                  </a:lnTo>
                  <a:lnTo>
                    <a:pt x="1359665" y="300764"/>
                  </a:lnTo>
                  <a:lnTo>
                    <a:pt x="1360346" y="300584"/>
                  </a:lnTo>
                  <a:lnTo>
                    <a:pt x="1360772" y="300549"/>
                  </a:lnTo>
                  <a:lnTo>
                    <a:pt x="1360883" y="300878"/>
                  </a:lnTo>
                  <a:lnTo>
                    <a:pt x="1361402" y="300957"/>
                  </a:lnTo>
                  <a:lnTo>
                    <a:pt x="1361449" y="301171"/>
                  </a:lnTo>
                  <a:lnTo>
                    <a:pt x="1361429" y="301461"/>
                  </a:lnTo>
                  <a:lnTo>
                    <a:pt x="1361672" y="301803"/>
                  </a:lnTo>
                  <a:lnTo>
                    <a:pt x="1361833" y="301985"/>
                  </a:lnTo>
                  <a:lnTo>
                    <a:pt x="1364562" y="301615"/>
                  </a:lnTo>
                  <a:lnTo>
                    <a:pt x="1364336" y="302032"/>
                  </a:lnTo>
                  <a:lnTo>
                    <a:pt x="1364418" y="302650"/>
                  </a:lnTo>
                  <a:lnTo>
                    <a:pt x="1363985" y="302784"/>
                  </a:lnTo>
                  <a:lnTo>
                    <a:pt x="1363760" y="303134"/>
                  </a:lnTo>
                  <a:lnTo>
                    <a:pt x="1364135" y="303442"/>
                  </a:lnTo>
                  <a:lnTo>
                    <a:pt x="1363701" y="303439"/>
                  </a:lnTo>
                  <a:lnTo>
                    <a:pt x="1363893" y="303515"/>
                  </a:lnTo>
                  <a:lnTo>
                    <a:pt x="1364381" y="303747"/>
                  </a:lnTo>
                  <a:lnTo>
                    <a:pt x="1365175" y="304290"/>
                  </a:lnTo>
                  <a:lnTo>
                    <a:pt x="1365440" y="304329"/>
                  </a:lnTo>
                  <a:lnTo>
                    <a:pt x="1365657" y="304225"/>
                  </a:lnTo>
                  <a:lnTo>
                    <a:pt x="1365811" y="304423"/>
                  </a:lnTo>
                  <a:lnTo>
                    <a:pt x="1365429" y="304679"/>
                  </a:lnTo>
                  <a:lnTo>
                    <a:pt x="1365241" y="304902"/>
                  </a:lnTo>
                  <a:lnTo>
                    <a:pt x="1365690" y="304886"/>
                  </a:lnTo>
                  <a:lnTo>
                    <a:pt x="1365843" y="304909"/>
                  </a:lnTo>
                  <a:lnTo>
                    <a:pt x="1366114" y="304970"/>
                  </a:lnTo>
                  <a:lnTo>
                    <a:pt x="1366275" y="305329"/>
                  </a:lnTo>
                  <a:lnTo>
                    <a:pt x="1366555" y="305452"/>
                  </a:lnTo>
                  <a:lnTo>
                    <a:pt x="1366924" y="305544"/>
                  </a:lnTo>
                  <a:lnTo>
                    <a:pt x="1367246" y="305475"/>
                  </a:lnTo>
                  <a:lnTo>
                    <a:pt x="1367649" y="305716"/>
                  </a:lnTo>
                  <a:lnTo>
                    <a:pt x="1367478" y="306175"/>
                  </a:lnTo>
                  <a:lnTo>
                    <a:pt x="1367203" y="306149"/>
                  </a:lnTo>
                  <a:lnTo>
                    <a:pt x="1366986" y="305916"/>
                  </a:lnTo>
                  <a:lnTo>
                    <a:pt x="1366710" y="306153"/>
                  </a:lnTo>
                  <a:lnTo>
                    <a:pt x="1366894" y="306257"/>
                  </a:lnTo>
                  <a:lnTo>
                    <a:pt x="1367268" y="306385"/>
                  </a:lnTo>
                  <a:lnTo>
                    <a:pt x="1366941" y="307112"/>
                  </a:lnTo>
                  <a:lnTo>
                    <a:pt x="1366709" y="307198"/>
                  </a:lnTo>
                  <a:lnTo>
                    <a:pt x="1366398" y="307467"/>
                  </a:lnTo>
                  <a:lnTo>
                    <a:pt x="1366635" y="307977"/>
                  </a:lnTo>
                  <a:lnTo>
                    <a:pt x="1367012" y="308140"/>
                  </a:lnTo>
                  <a:lnTo>
                    <a:pt x="1367072" y="308718"/>
                  </a:lnTo>
                  <a:lnTo>
                    <a:pt x="1366786" y="308995"/>
                  </a:lnTo>
                  <a:lnTo>
                    <a:pt x="1367165" y="309155"/>
                  </a:lnTo>
                  <a:lnTo>
                    <a:pt x="1367348" y="309233"/>
                  </a:lnTo>
                  <a:lnTo>
                    <a:pt x="1367558" y="309193"/>
                  </a:lnTo>
                  <a:lnTo>
                    <a:pt x="1367884" y="309119"/>
                  </a:lnTo>
                  <a:lnTo>
                    <a:pt x="1368281" y="309173"/>
                  </a:lnTo>
                  <a:lnTo>
                    <a:pt x="1368160" y="309544"/>
                  </a:lnTo>
                  <a:lnTo>
                    <a:pt x="1368119" y="309672"/>
                  </a:lnTo>
                  <a:lnTo>
                    <a:pt x="1368012" y="309895"/>
                  </a:lnTo>
                  <a:lnTo>
                    <a:pt x="1367913" y="310028"/>
                  </a:lnTo>
                  <a:lnTo>
                    <a:pt x="1367629" y="310268"/>
                  </a:lnTo>
                  <a:lnTo>
                    <a:pt x="1366920" y="311262"/>
                  </a:lnTo>
                  <a:lnTo>
                    <a:pt x="1366959" y="311490"/>
                  </a:lnTo>
                  <a:lnTo>
                    <a:pt x="1366560" y="311922"/>
                  </a:lnTo>
                  <a:lnTo>
                    <a:pt x="1366453" y="311508"/>
                  </a:lnTo>
                  <a:lnTo>
                    <a:pt x="1365811" y="311909"/>
                  </a:lnTo>
                  <a:lnTo>
                    <a:pt x="1365755" y="312195"/>
                  </a:lnTo>
                  <a:lnTo>
                    <a:pt x="1365880" y="312660"/>
                  </a:lnTo>
                  <a:lnTo>
                    <a:pt x="1366096" y="312824"/>
                  </a:lnTo>
                  <a:lnTo>
                    <a:pt x="1366244" y="312999"/>
                  </a:lnTo>
                  <a:lnTo>
                    <a:pt x="1366072" y="313319"/>
                  </a:lnTo>
                  <a:lnTo>
                    <a:pt x="1365716" y="313244"/>
                  </a:lnTo>
                  <a:lnTo>
                    <a:pt x="1365491" y="312824"/>
                  </a:lnTo>
                  <a:lnTo>
                    <a:pt x="1365344" y="312852"/>
                  </a:lnTo>
                  <a:lnTo>
                    <a:pt x="1364841" y="313317"/>
                  </a:lnTo>
                  <a:lnTo>
                    <a:pt x="1364562" y="313646"/>
                  </a:lnTo>
                  <a:lnTo>
                    <a:pt x="1364871" y="314399"/>
                  </a:lnTo>
                  <a:lnTo>
                    <a:pt x="1364433" y="314920"/>
                  </a:lnTo>
                  <a:lnTo>
                    <a:pt x="1363923" y="314869"/>
                  </a:lnTo>
                  <a:lnTo>
                    <a:pt x="1363519" y="314352"/>
                  </a:lnTo>
                  <a:lnTo>
                    <a:pt x="1363311" y="313367"/>
                  </a:lnTo>
                  <a:lnTo>
                    <a:pt x="1362881" y="313359"/>
                  </a:lnTo>
                  <a:lnTo>
                    <a:pt x="1362589" y="314094"/>
                  </a:lnTo>
                  <a:lnTo>
                    <a:pt x="1362103" y="314982"/>
                  </a:lnTo>
                  <a:lnTo>
                    <a:pt x="1362385" y="315077"/>
                  </a:lnTo>
                  <a:lnTo>
                    <a:pt x="1362515" y="315121"/>
                  </a:lnTo>
                  <a:lnTo>
                    <a:pt x="1362746" y="315264"/>
                  </a:lnTo>
                  <a:lnTo>
                    <a:pt x="1362509" y="315609"/>
                  </a:lnTo>
                  <a:lnTo>
                    <a:pt x="1362135" y="315821"/>
                  </a:lnTo>
                  <a:lnTo>
                    <a:pt x="1361903" y="315853"/>
                  </a:lnTo>
                  <a:lnTo>
                    <a:pt x="1361553" y="315870"/>
                  </a:lnTo>
                  <a:lnTo>
                    <a:pt x="1361423" y="315873"/>
                  </a:lnTo>
                  <a:lnTo>
                    <a:pt x="1361278" y="315870"/>
                  </a:lnTo>
                  <a:lnTo>
                    <a:pt x="1360756" y="315712"/>
                  </a:lnTo>
                  <a:lnTo>
                    <a:pt x="1360265" y="315584"/>
                  </a:lnTo>
                  <a:lnTo>
                    <a:pt x="1360065" y="315604"/>
                  </a:lnTo>
                  <a:lnTo>
                    <a:pt x="1359970" y="315758"/>
                  </a:lnTo>
                  <a:lnTo>
                    <a:pt x="1360501" y="315814"/>
                  </a:lnTo>
                  <a:lnTo>
                    <a:pt x="1360926" y="316010"/>
                  </a:lnTo>
                  <a:lnTo>
                    <a:pt x="1361297" y="316505"/>
                  </a:lnTo>
                  <a:lnTo>
                    <a:pt x="1361151" y="316930"/>
                  </a:lnTo>
                  <a:lnTo>
                    <a:pt x="1360321" y="317456"/>
                  </a:lnTo>
                  <a:lnTo>
                    <a:pt x="1360006" y="317475"/>
                  </a:lnTo>
                  <a:lnTo>
                    <a:pt x="1359669" y="317497"/>
                  </a:lnTo>
                  <a:lnTo>
                    <a:pt x="1359626" y="318448"/>
                  </a:lnTo>
                  <a:lnTo>
                    <a:pt x="1357034" y="319143"/>
                  </a:lnTo>
                  <a:lnTo>
                    <a:pt x="1356855" y="319615"/>
                  </a:lnTo>
                  <a:lnTo>
                    <a:pt x="1356975" y="319881"/>
                  </a:lnTo>
                  <a:lnTo>
                    <a:pt x="1357157" y="320020"/>
                  </a:lnTo>
                  <a:lnTo>
                    <a:pt x="1357534" y="320527"/>
                  </a:lnTo>
                  <a:lnTo>
                    <a:pt x="1357354" y="320908"/>
                  </a:lnTo>
                  <a:lnTo>
                    <a:pt x="1356854" y="321108"/>
                  </a:lnTo>
                  <a:lnTo>
                    <a:pt x="1356615" y="320815"/>
                  </a:lnTo>
                  <a:lnTo>
                    <a:pt x="1354935" y="320246"/>
                  </a:lnTo>
                  <a:lnTo>
                    <a:pt x="1354703" y="320344"/>
                  </a:lnTo>
                  <a:lnTo>
                    <a:pt x="1354105" y="320693"/>
                  </a:lnTo>
                  <a:lnTo>
                    <a:pt x="1353486" y="321278"/>
                  </a:lnTo>
                  <a:lnTo>
                    <a:pt x="1353431" y="321653"/>
                  </a:lnTo>
                  <a:lnTo>
                    <a:pt x="1354554" y="321643"/>
                  </a:lnTo>
                  <a:lnTo>
                    <a:pt x="1354703" y="321714"/>
                  </a:lnTo>
                  <a:lnTo>
                    <a:pt x="1354920" y="322370"/>
                  </a:lnTo>
                  <a:lnTo>
                    <a:pt x="1354571" y="322875"/>
                  </a:lnTo>
                  <a:lnTo>
                    <a:pt x="1355037" y="323117"/>
                  </a:lnTo>
                  <a:lnTo>
                    <a:pt x="1356108" y="324810"/>
                  </a:lnTo>
                  <a:lnTo>
                    <a:pt x="1355861" y="324908"/>
                  </a:lnTo>
                  <a:lnTo>
                    <a:pt x="1355202" y="325075"/>
                  </a:lnTo>
                  <a:lnTo>
                    <a:pt x="1354783" y="325413"/>
                  </a:lnTo>
                  <a:lnTo>
                    <a:pt x="1354894" y="325556"/>
                  </a:lnTo>
                  <a:lnTo>
                    <a:pt x="1355556" y="326127"/>
                  </a:lnTo>
                  <a:lnTo>
                    <a:pt x="1355274" y="326579"/>
                  </a:lnTo>
                  <a:lnTo>
                    <a:pt x="1355038" y="326820"/>
                  </a:lnTo>
                  <a:lnTo>
                    <a:pt x="1355020" y="327182"/>
                  </a:lnTo>
                  <a:lnTo>
                    <a:pt x="1355149" y="327446"/>
                  </a:lnTo>
                  <a:lnTo>
                    <a:pt x="1355250" y="327588"/>
                  </a:lnTo>
                  <a:lnTo>
                    <a:pt x="1355460" y="327827"/>
                  </a:lnTo>
                  <a:lnTo>
                    <a:pt x="1356048" y="328368"/>
                  </a:lnTo>
                  <a:lnTo>
                    <a:pt x="1355981" y="329612"/>
                  </a:lnTo>
                  <a:lnTo>
                    <a:pt x="1356141" y="330004"/>
                  </a:lnTo>
                  <a:lnTo>
                    <a:pt x="1356468" y="330633"/>
                  </a:lnTo>
                  <a:lnTo>
                    <a:pt x="1356585" y="330837"/>
                  </a:lnTo>
                  <a:lnTo>
                    <a:pt x="1355840" y="332331"/>
                  </a:lnTo>
                  <a:lnTo>
                    <a:pt x="1354639" y="333262"/>
                  </a:lnTo>
                  <a:lnTo>
                    <a:pt x="1353535" y="334330"/>
                  </a:lnTo>
                  <a:lnTo>
                    <a:pt x="1353087" y="334505"/>
                  </a:lnTo>
                  <a:lnTo>
                    <a:pt x="1353059" y="333851"/>
                  </a:lnTo>
                  <a:lnTo>
                    <a:pt x="1352175" y="333737"/>
                  </a:lnTo>
                  <a:lnTo>
                    <a:pt x="1351775" y="333994"/>
                  </a:lnTo>
                  <a:lnTo>
                    <a:pt x="1351175" y="334666"/>
                  </a:lnTo>
                  <a:lnTo>
                    <a:pt x="1350607" y="335067"/>
                  </a:lnTo>
                  <a:lnTo>
                    <a:pt x="1350189" y="335067"/>
                  </a:lnTo>
                  <a:lnTo>
                    <a:pt x="1349022" y="336019"/>
                  </a:lnTo>
                  <a:lnTo>
                    <a:pt x="1348446" y="336487"/>
                  </a:lnTo>
                  <a:lnTo>
                    <a:pt x="1348280" y="336931"/>
                  </a:lnTo>
                  <a:lnTo>
                    <a:pt x="1347945" y="337605"/>
                  </a:lnTo>
                  <a:lnTo>
                    <a:pt x="1347085" y="337934"/>
                  </a:lnTo>
                  <a:lnTo>
                    <a:pt x="1346553" y="337555"/>
                  </a:lnTo>
                  <a:lnTo>
                    <a:pt x="1345235" y="337501"/>
                  </a:lnTo>
                  <a:lnTo>
                    <a:pt x="1345025" y="337981"/>
                  </a:lnTo>
                  <a:lnTo>
                    <a:pt x="1345188" y="338230"/>
                  </a:lnTo>
                  <a:lnTo>
                    <a:pt x="1344757" y="338060"/>
                  </a:lnTo>
                  <a:lnTo>
                    <a:pt x="1344119" y="338388"/>
                  </a:lnTo>
                  <a:lnTo>
                    <a:pt x="1344076" y="339959"/>
                  </a:lnTo>
                  <a:lnTo>
                    <a:pt x="1343322" y="339475"/>
                  </a:lnTo>
                  <a:lnTo>
                    <a:pt x="1341849" y="339921"/>
                  </a:lnTo>
                  <a:lnTo>
                    <a:pt x="1342374" y="340242"/>
                  </a:lnTo>
                  <a:lnTo>
                    <a:pt x="1342500" y="340530"/>
                  </a:lnTo>
                  <a:lnTo>
                    <a:pt x="1342701" y="340855"/>
                  </a:lnTo>
                  <a:lnTo>
                    <a:pt x="1342597" y="341529"/>
                  </a:lnTo>
                  <a:lnTo>
                    <a:pt x="1342869" y="342147"/>
                  </a:lnTo>
                  <a:lnTo>
                    <a:pt x="1342479" y="342891"/>
                  </a:lnTo>
                  <a:lnTo>
                    <a:pt x="1341953" y="343462"/>
                  </a:lnTo>
                  <a:lnTo>
                    <a:pt x="1341478" y="344725"/>
                  </a:lnTo>
                  <a:lnTo>
                    <a:pt x="1341652" y="344735"/>
                  </a:lnTo>
                  <a:lnTo>
                    <a:pt x="1340964" y="344994"/>
                  </a:lnTo>
                  <a:lnTo>
                    <a:pt x="1339870" y="345853"/>
                  </a:lnTo>
                  <a:lnTo>
                    <a:pt x="1339413" y="345904"/>
                  </a:lnTo>
                  <a:lnTo>
                    <a:pt x="1339419" y="346251"/>
                  </a:lnTo>
                  <a:lnTo>
                    <a:pt x="1339437" y="346617"/>
                  </a:lnTo>
                  <a:lnTo>
                    <a:pt x="1338716" y="347442"/>
                  </a:lnTo>
                  <a:lnTo>
                    <a:pt x="1338741" y="348587"/>
                  </a:lnTo>
                  <a:lnTo>
                    <a:pt x="1338721" y="348898"/>
                  </a:lnTo>
                  <a:lnTo>
                    <a:pt x="1339261" y="349151"/>
                  </a:lnTo>
                  <a:lnTo>
                    <a:pt x="1338115" y="349755"/>
                  </a:lnTo>
                  <a:lnTo>
                    <a:pt x="1338336" y="349889"/>
                  </a:lnTo>
                  <a:lnTo>
                    <a:pt x="1338517" y="349992"/>
                  </a:lnTo>
                  <a:lnTo>
                    <a:pt x="1337819" y="350872"/>
                  </a:lnTo>
                  <a:lnTo>
                    <a:pt x="1337175" y="351252"/>
                  </a:lnTo>
                  <a:lnTo>
                    <a:pt x="1336514" y="351161"/>
                  </a:lnTo>
                  <a:lnTo>
                    <a:pt x="1335778" y="351150"/>
                  </a:lnTo>
                  <a:lnTo>
                    <a:pt x="1335597" y="351423"/>
                  </a:lnTo>
                  <a:lnTo>
                    <a:pt x="1335577" y="351646"/>
                  </a:lnTo>
                  <a:lnTo>
                    <a:pt x="1335348" y="352488"/>
                  </a:lnTo>
                  <a:lnTo>
                    <a:pt x="1334832" y="352734"/>
                  </a:lnTo>
                  <a:lnTo>
                    <a:pt x="1333955" y="352871"/>
                  </a:lnTo>
                  <a:lnTo>
                    <a:pt x="1333524" y="353251"/>
                  </a:lnTo>
                  <a:lnTo>
                    <a:pt x="1334118" y="353609"/>
                  </a:lnTo>
                  <a:lnTo>
                    <a:pt x="1335364" y="354025"/>
                  </a:lnTo>
                  <a:lnTo>
                    <a:pt x="1335091" y="354401"/>
                  </a:lnTo>
                  <a:lnTo>
                    <a:pt x="1334845" y="354406"/>
                  </a:lnTo>
                  <a:lnTo>
                    <a:pt x="1334531" y="354429"/>
                  </a:lnTo>
                  <a:lnTo>
                    <a:pt x="1333599" y="354413"/>
                  </a:lnTo>
                  <a:lnTo>
                    <a:pt x="1333196" y="354433"/>
                  </a:lnTo>
                  <a:lnTo>
                    <a:pt x="1333087" y="354931"/>
                  </a:lnTo>
                  <a:lnTo>
                    <a:pt x="1332090" y="354213"/>
                  </a:lnTo>
                  <a:lnTo>
                    <a:pt x="1331253" y="354728"/>
                  </a:lnTo>
                  <a:lnTo>
                    <a:pt x="1331018" y="354805"/>
                  </a:lnTo>
                  <a:lnTo>
                    <a:pt x="1330510" y="356057"/>
                  </a:lnTo>
                  <a:lnTo>
                    <a:pt x="1330327" y="356093"/>
                  </a:lnTo>
                  <a:lnTo>
                    <a:pt x="1330065" y="356129"/>
                  </a:lnTo>
                  <a:lnTo>
                    <a:pt x="1329820" y="356453"/>
                  </a:lnTo>
                  <a:lnTo>
                    <a:pt x="1330483" y="356508"/>
                  </a:lnTo>
                  <a:lnTo>
                    <a:pt x="1331062" y="356964"/>
                  </a:lnTo>
                  <a:lnTo>
                    <a:pt x="1330882" y="357059"/>
                  </a:lnTo>
                  <a:lnTo>
                    <a:pt x="1330488" y="357280"/>
                  </a:lnTo>
                  <a:lnTo>
                    <a:pt x="1330308" y="357546"/>
                  </a:lnTo>
                  <a:lnTo>
                    <a:pt x="1330853" y="357963"/>
                  </a:lnTo>
                  <a:lnTo>
                    <a:pt x="1331007" y="357998"/>
                  </a:lnTo>
                  <a:lnTo>
                    <a:pt x="1331697" y="358138"/>
                  </a:lnTo>
                  <a:lnTo>
                    <a:pt x="1332026" y="358165"/>
                  </a:lnTo>
                  <a:lnTo>
                    <a:pt x="1332349" y="358184"/>
                  </a:lnTo>
                  <a:lnTo>
                    <a:pt x="1332489" y="358192"/>
                  </a:lnTo>
                  <a:lnTo>
                    <a:pt x="1332919" y="358227"/>
                  </a:lnTo>
                  <a:lnTo>
                    <a:pt x="1333337" y="358384"/>
                  </a:lnTo>
                  <a:lnTo>
                    <a:pt x="1333361" y="358833"/>
                  </a:lnTo>
                  <a:lnTo>
                    <a:pt x="1333013" y="359077"/>
                  </a:lnTo>
                  <a:lnTo>
                    <a:pt x="1332447" y="359315"/>
                  </a:lnTo>
                  <a:lnTo>
                    <a:pt x="1332037" y="359331"/>
                  </a:lnTo>
                  <a:lnTo>
                    <a:pt x="1330858" y="358653"/>
                  </a:lnTo>
                  <a:lnTo>
                    <a:pt x="1330456" y="358865"/>
                  </a:lnTo>
                  <a:lnTo>
                    <a:pt x="1330242" y="359045"/>
                  </a:lnTo>
                  <a:lnTo>
                    <a:pt x="1329892" y="359289"/>
                  </a:lnTo>
                  <a:lnTo>
                    <a:pt x="1329677" y="359307"/>
                  </a:lnTo>
                  <a:lnTo>
                    <a:pt x="1329787" y="359766"/>
                  </a:lnTo>
                  <a:lnTo>
                    <a:pt x="1330679" y="359786"/>
                  </a:lnTo>
                  <a:lnTo>
                    <a:pt x="1331561" y="360559"/>
                  </a:lnTo>
                  <a:lnTo>
                    <a:pt x="1331332" y="361505"/>
                  </a:lnTo>
                  <a:lnTo>
                    <a:pt x="1331171" y="361655"/>
                  </a:lnTo>
                  <a:lnTo>
                    <a:pt x="1330483" y="362019"/>
                  </a:lnTo>
                  <a:lnTo>
                    <a:pt x="1330307" y="362041"/>
                  </a:lnTo>
                  <a:lnTo>
                    <a:pt x="1330013" y="362075"/>
                  </a:lnTo>
                  <a:lnTo>
                    <a:pt x="1328894" y="362490"/>
                  </a:lnTo>
                  <a:lnTo>
                    <a:pt x="1328876" y="362735"/>
                  </a:lnTo>
                  <a:lnTo>
                    <a:pt x="1328916" y="362884"/>
                  </a:lnTo>
                  <a:lnTo>
                    <a:pt x="1328984" y="363089"/>
                  </a:lnTo>
                  <a:lnTo>
                    <a:pt x="1328920" y="363480"/>
                  </a:lnTo>
                  <a:lnTo>
                    <a:pt x="1328263" y="364034"/>
                  </a:lnTo>
                  <a:lnTo>
                    <a:pt x="1327911" y="363898"/>
                  </a:lnTo>
                  <a:lnTo>
                    <a:pt x="1327715" y="363858"/>
                  </a:lnTo>
                  <a:lnTo>
                    <a:pt x="1327448" y="363832"/>
                  </a:lnTo>
                  <a:lnTo>
                    <a:pt x="1327311" y="363842"/>
                  </a:lnTo>
                  <a:lnTo>
                    <a:pt x="1326778" y="363902"/>
                  </a:lnTo>
                  <a:lnTo>
                    <a:pt x="1326423" y="363967"/>
                  </a:lnTo>
                  <a:lnTo>
                    <a:pt x="1326270" y="364444"/>
                  </a:lnTo>
                  <a:lnTo>
                    <a:pt x="1326560" y="364675"/>
                  </a:lnTo>
                  <a:lnTo>
                    <a:pt x="1326900" y="364971"/>
                  </a:lnTo>
                  <a:lnTo>
                    <a:pt x="1327593" y="365699"/>
                  </a:lnTo>
                  <a:lnTo>
                    <a:pt x="1328174" y="365985"/>
                  </a:lnTo>
                  <a:lnTo>
                    <a:pt x="1327857" y="366247"/>
                  </a:lnTo>
                  <a:lnTo>
                    <a:pt x="1327559" y="366534"/>
                  </a:lnTo>
                  <a:lnTo>
                    <a:pt x="1327584" y="366836"/>
                  </a:lnTo>
                  <a:lnTo>
                    <a:pt x="1327892" y="367073"/>
                  </a:lnTo>
                  <a:lnTo>
                    <a:pt x="1328211" y="367282"/>
                  </a:lnTo>
                  <a:lnTo>
                    <a:pt x="1328495" y="367539"/>
                  </a:lnTo>
                  <a:lnTo>
                    <a:pt x="1328607" y="367786"/>
                  </a:lnTo>
                  <a:lnTo>
                    <a:pt x="1328748" y="367996"/>
                  </a:lnTo>
                  <a:lnTo>
                    <a:pt x="1328962" y="368360"/>
                  </a:lnTo>
                  <a:lnTo>
                    <a:pt x="1328799" y="368945"/>
                  </a:lnTo>
                  <a:lnTo>
                    <a:pt x="1328576" y="368912"/>
                  </a:lnTo>
                  <a:lnTo>
                    <a:pt x="1328136" y="369404"/>
                  </a:lnTo>
                  <a:lnTo>
                    <a:pt x="1328374" y="369548"/>
                  </a:lnTo>
                  <a:lnTo>
                    <a:pt x="1328661" y="369716"/>
                  </a:lnTo>
                  <a:lnTo>
                    <a:pt x="1328781" y="370145"/>
                  </a:lnTo>
                  <a:lnTo>
                    <a:pt x="1328494" y="370445"/>
                  </a:lnTo>
                  <a:lnTo>
                    <a:pt x="1328236" y="370549"/>
                  </a:lnTo>
                  <a:lnTo>
                    <a:pt x="1328004" y="370608"/>
                  </a:lnTo>
                  <a:lnTo>
                    <a:pt x="1327680" y="370660"/>
                  </a:lnTo>
                  <a:lnTo>
                    <a:pt x="1327422" y="370679"/>
                  </a:lnTo>
                  <a:lnTo>
                    <a:pt x="1327081" y="370706"/>
                  </a:lnTo>
                  <a:lnTo>
                    <a:pt x="1326849" y="370735"/>
                  </a:lnTo>
                  <a:lnTo>
                    <a:pt x="1326127" y="370883"/>
                  </a:lnTo>
                  <a:lnTo>
                    <a:pt x="1326099" y="371526"/>
                  </a:lnTo>
                  <a:lnTo>
                    <a:pt x="1326618" y="371760"/>
                  </a:lnTo>
                  <a:lnTo>
                    <a:pt x="1326902" y="371884"/>
                  </a:lnTo>
                  <a:lnTo>
                    <a:pt x="1327158" y="372019"/>
                  </a:lnTo>
                  <a:lnTo>
                    <a:pt x="1327827" y="372428"/>
                  </a:lnTo>
                  <a:lnTo>
                    <a:pt x="1327987" y="373403"/>
                  </a:lnTo>
                  <a:lnTo>
                    <a:pt x="1328261" y="373964"/>
                  </a:lnTo>
                  <a:lnTo>
                    <a:pt x="1328111" y="374392"/>
                  </a:lnTo>
                  <a:lnTo>
                    <a:pt x="1328058" y="374550"/>
                  </a:lnTo>
                  <a:lnTo>
                    <a:pt x="1327921" y="375005"/>
                  </a:lnTo>
                  <a:lnTo>
                    <a:pt x="1327228" y="375679"/>
                  </a:lnTo>
                  <a:lnTo>
                    <a:pt x="1327502" y="376199"/>
                  </a:lnTo>
                  <a:lnTo>
                    <a:pt x="1327732" y="377703"/>
                  </a:lnTo>
                  <a:lnTo>
                    <a:pt x="1327809" y="378001"/>
                  </a:lnTo>
                  <a:lnTo>
                    <a:pt x="1327841" y="378341"/>
                  </a:lnTo>
                  <a:lnTo>
                    <a:pt x="1327878" y="379571"/>
                  </a:lnTo>
                  <a:lnTo>
                    <a:pt x="1327606" y="379888"/>
                  </a:lnTo>
                  <a:lnTo>
                    <a:pt x="1327374" y="380141"/>
                  </a:lnTo>
                  <a:lnTo>
                    <a:pt x="1327181" y="380342"/>
                  </a:lnTo>
                  <a:lnTo>
                    <a:pt x="1326923" y="381067"/>
                  </a:lnTo>
                  <a:lnTo>
                    <a:pt x="1326747" y="381498"/>
                  </a:lnTo>
                  <a:lnTo>
                    <a:pt x="1326228" y="381232"/>
                  </a:lnTo>
                  <a:lnTo>
                    <a:pt x="1326438" y="380518"/>
                  </a:lnTo>
                  <a:lnTo>
                    <a:pt x="1325416" y="379634"/>
                  </a:lnTo>
                  <a:lnTo>
                    <a:pt x="1325279" y="379578"/>
                  </a:lnTo>
                  <a:lnTo>
                    <a:pt x="1324627" y="379407"/>
                  </a:lnTo>
                  <a:lnTo>
                    <a:pt x="1323641" y="379522"/>
                  </a:lnTo>
                  <a:lnTo>
                    <a:pt x="1323508" y="379996"/>
                  </a:lnTo>
                  <a:lnTo>
                    <a:pt x="1323505" y="380143"/>
                  </a:lnTo>
                  <a:lnTo>
                    <a:pt x="1323515" y="380407"/>
                  </a:lnTo>
                  <a:lnTo>
                    <a:pt x="1323779" y="381251"/>
                  </a:lnTo>
                  <a:lnTo>
                    <a:pt x="1324324" y="382178"/>
                  </a:lnTo>
                  <a:lnTo>
                    <a:pt x="1324821" y="382402"/>
                  </a:lnTo>
                  <a:lnTo>
                    <a:pt x="1325355" y="382002"/>
                  </a:lnTo>
                  <a:lnTo>
                    <a:pt x="1325781" y="382107"/>
                  </a:lnTo>
                  <a:lnTo>
                    <a:pt x="1325948" y="382356"/>
                  </a:lnTo>
                  <a:lnTo>
                    <a:pt x="1326116" y="382532"/>
                  </a:lnTo>
                  <a:lnTo>
                    <a:pt x="1326436" y="382788"/>
                  </a:lnTo>
                  <a:lnTo>
                    <a:pt x="1326948" y="383232"/>
                  </a:lnTo>
                  <a:lnTo>
                    <a:pt x="1327265" y="383652"/>
                  </a:lnTo>
                  <a:lnTo>
                    <a:pt x="1327491" y="383716"/>
                  </a:lnTo>
                  <a:lnTo>
                    <a:pt x="1328404" y="384748"/>
                  </a:lnTo>
                  <a:lnTo>
                    <a:pt x="1327927" y="384910"/>
                  </a:lnTo>
                  <a:lnTo>
                    <a:pt x="1328054" y="385267"/>
                  </a:lnTo>
                  <a:lnTo>
                    <a:pt x="1328543" y="385516"/>
                  </a:lnTo>
                  <a:lnTo>
                    <a:pt x="1328593" y="386022"/>
                  </a:lnTo>
                  <a:lnTo>
                    <a:pt x="1327625" y="386903"/>
                  </a:lnTo>
                  <a:lnTo>
                    <a:pt x="1327901" y="387322"/>
                  </a:lnTo>
                  <a:lnTo>
                    <a:pt x="1328205" y="388407"/>
                  </a:lnTo>
                  <a:lnTo>
                    <a:pt x="1328541" y="388451"/>
                  </a:lnTo>
                  <a:lnTo>
                    <a:pt x="1328721" y="389011"/>
                  </a:lnTo>
                  <a:lnTo>
                    <a:pt x="1328566" y="389017"/>
                  </a:lnTo>
                  <a:lnTo>
                    <a:pt x="1328517" y="389509"/>
                  </a:lnTo>
                  <a:lnTo>
                    <a:pt x="1328684" y="389646"/>
                  </a:lnTo>
                  <a:lnTo>
                    <a:pt x="1328967" y="389883"/>
                  </a:lnTo>
                  <a:lnTo>
                    <a:pt x="1329737" y="390545"/>
                  </a:lnTo>
                  <a:lnTo>
                    <a:pt x="1330073" y="390855"/>
                  </a:lnTo>
                  <a:lnTo>
                    <a:pt x="1330314" y="391275"/>
                  </a:lnTo>
                  <a:lnTo>
                    <a:pt x="1330117" y="391691"/>
                  </a:lnTo>
                  <a:lnTo>
                    <a:pt x="1329809" y="391907"/>
                  </a:lnTo>
                  <a:lnTo>
                    <a:pt x="1329672" y="392345"/>
                  </a:lnTo>
                  <a:lnTo>
                    <a:pt x="1329782" y="392606"/>
                  </a:lnTo>
                  <a:lnTo>
                    <a:pt x="1329736" y="393039"/>
                  </a:lnTo>
                  <a:lnTo>
                    <a:pt x="1329584" y="394272"/>
                  </a:lnTo>
                  <a:lnTo>
                    <a:pt x="1330344" y="394692"/>
                  </a:lnTo>
                  <a:lnTo>
                    <a:pt x="1330551" y="394899"/>
                  </a:lnTo>
                  <a:lnTo>
                    <a:pt x="1329801" y="396103"/>
                  </a:lnTo>
                  <a:lnTo>
                    <a:pt x="1329498" y="396504"/>
                  </a:lnTo>
                  <a:lnTo>
                    <a:pt x="1329811" y="396947"/>
                  </a:lnTo>
                  <a:lnTo>
                    <a:pt x="1329923" y="397185"/>
                  </a:lnTo>
                  <a:lnTo>
                    <a:pt x="1329649" y="398138"/>
                  </a:lnTo>
                  <a:lnTo>
                    <a:pt x="1329833" y="398178"/>
                  </a:lnTo>
                  <a:lnTo>
                    <a:pt x="1329877" y="398550"/>
                  </a:lnTo>
                  <a:lnTo>
                    <a:pt x="1329404" y="398804"/>
                  </a:lnTo>
                  <a:lnTo>
                    <a:pt x="1329272" y="398929"/>
                  </a:lnTo>
                  <a:lnTo>
                    <a:pt x="1328921" y="399266"/>
                  </a:lnTo>
                  <a:lnTo>
                    <a:pt x="1328453" y="399901"/>
                  </a:lnTo>
                  <a:lnTo>
                    <a:pt x="1328325" y="400086"/>
                  </a:lnTo>
                  <a:lnTo>
                    <a:pt x="1327666" y="402008"/>
                  </a:lnTo>
                  <a:lnTo>
                    <a:pt x="1328257" y="402936"/>
                  </a:lnTo>
                  <a:lnTo>
                    <a:pt x="1328290" y="403170"/>
                  </a:lnTo>
                  <a:lnTo>
                    <a:pt x="1328295" y="403316"/>
                  </a:lnTo>
                  <a:lnTo>
                    <a:pt x="1328244" y="403694"/>
                  </a:lnTo>
                  <a:lnTo>
                    <a:pt x="1328122" y="404006"/>
                  </a:lnTo>
                  <a:lnTo>
                    <a:pt x="1328008" y="404165"/>
                  </a:lnTo>
                  <a:lnTo>
                    <a:pt x="1327850" y="404701"/>
                  </a:lnTo>
                  <a:lnTo>
                    <a:pt x="1327876" y="404834"/>
                  </a:lnTo>
                  <a:lnTo>
                    <a:pt x="1327920" y="405084"/>
                  </a:lnTo>
                  <a:lnTo>
                    <a:pt x="1326799" y="405486"/>
                  </a:lnTo>
                  <a:lnTo>
                    <a:pt x="1326089" y="405845"/>
                  </a:lnTo>
                  <a:lnTo>
                    <a:pt x="1325767" y="406345"/>
                  </a:lnTo>
                  <a:lnTo>
                    <a:pt x="1325114" y="406846"/>
                  </a:lnTo>
                  <a:lnTo>
                    <a:pt x="1325071" y="406984"/>
                  </a:lnTo>
                  <a:lnTo>
                    <a:pt x="1324969" y="407453"/>
                  </a:lnTo>
                  <a:lnTo>
                    <a:pt x="1324844" y="407644"/>
                  </a:lnTo>
                  <a:lnTo>
                    <a:pt x="1324259" y="407973"/>
                  </a:lnTo>
                  <a:lnTo>
                    <a:pt x="1324100" y="407985"/>
                  </a:lnTo>
                  <a:lnTo>
                    <a:pt x="1323480" y="408323"/>
                  </a:lnTo>
                  <a:lnTo>
                    <a:pt x="1322819" y="408753"/>
                  </a:lnTo>
                  <a:lnTo>
                    <a:pt x="1322267" y="408571"/>
                  </a:lnTo>
                  <a:lnTo>
                    <a:pt x="1322026" y="408434"/>
                  </a:lnTo>
                  <a:lnTo>
                    <a:pt x="1321873" y="408361"/>
                  </a:lnTo>
                  <a:lnTo>
                    <a:pt x="1321577" y="408259"/>
                  </a:lnTo>
                  <a:lnTo>
                    <a:pt x="1321217" y="408164"/>
                  </a:lnTo>
                  <a:lnTo>
                    <a:pt x="1320885" y="408080"/>
                  </a:lnTo>
                  <a:lnTo>
                    <a:pt x="1320717" y="408056"/>
                  </a:lnTo>
                  <a:lnTo>
                    <a:pt x="1319808" y="407525"/>
                  </a:lnTo>
                  <a:lnTo>
                    <a:pt x="1319470" y="407418"/>
                  </a:lnTo>
                  <a:lnTo>
                    <a:pt x="1319059" y="407033"/>
                  </a:lnTo>
                  <a:lnTo>
                    <a:pt x="1319094" y="406820"/>
                  </a:lnTo>
                  <a:lnTo>
                    <a:pt x="1319223" y="406658"/>
                  </a:lnTo>
                  <a:lnTo>
                    <a:pt x="1319418" y="406488"/>
                  </a:lnTo>
                  <a:lnTo>
                    <a:pt x="1319468" y="406341"/>
                  </a:lnTo>
                  <a:lnTo>
                    <a:pt x="1319387" y="406045"/>
                  </a:lnTo>
                  <a:lnTo>
                    <a:pt x="1319258" y="406003"/>
                  </a:lnTo>
                  <a:lnTo>
                    <a:pt x="1319056" y="406005"/>
                  </a:lnTo>
                  <a:lnTo>
                    <a:pt x="1318829" y="406097"/>
                  </a:lnTo>
                  <a:lnTo>
                    <a:pt x="1318602" y="406214"/>
                  </a:lnTo>
                  <a:lnTo>
                    <a:pt x="1318398" y="406258"/>
                  </a:lnTo>
                  <a:lnTo>
                    <a:pt x="1318223" y="406242"/>
                  </a:lnTo>
                  <a:lnTo>
                    <a:pt x="1317541" y="406148"/>
                  </a:lnTo>
                  <a:lnTo>
                    <a:pt x="1317309" y="406448"/>
                  </a:lnTo>
                  <a:lnTo>
                    <a:pt x="1317067" y="406627"/>
                  </a:lnTo>
                  <a:lnTo>
                    <a:pt x="1316774" y="406770"/>
                  </a:lnTo>
                  <a:lnTo>
                    <a:pt x="1316615" y="406782"/>
                  </a:lnTo>
                  <a:lnTo>
                    <a:pt x="1316006" y="406627"/>
                  </a:lnTo>
                  <a:lnTo>
                    <a:pt x="1315830" y="406637"/>
                  </a:lnTo>
                  <a:lnTo>
                    <a:pt x="1315602" y="406686"/>
                  </a:lnTo>
                  <a:lnTo>
                    <a:pt x="1315335" y="406687"/>
                  </a:lnTo>
                  <a:lnTo>
                    <a:pt x="1315035" y="406557"/>
                  </a:lnTo>
                  <a:lnTo>
                    <a:pt x="1314718" y="406400"/>
                  </a:lnTo>
                  <a:lnTo>
                    <a:pt x="1314529" y="406292"/>
                  </a:lnTo>
                  <a:lnTo>
                    <a:pt x="1314052" y="406002"/>
                  </a:lnTo>
                  <a:lnTo>
                    <a:pt x="1313760" y="405842"/>
                  </a:lnTo>
                  <a:lnTo>
                    <a:pt x="1313408" y="405703"/>
                  </a:lnTo>
                  <a:lnTo>
                    <a:pt x="1313230" y="405674"/>
                  </a:lnTo>
                  <a:lnTo>
                    <a:pt x="1313023" y="405701"/>
                  </a:lnTo>
                  <a:lnTo>
                    <a:pt x="1312626" y="405831"/>
                  </a:lnTo>
                  <a:lnTo>
                    <a:pt x="1312247" y="405993"/>
                  </a:lnTo>
                  <a:lnTo>
                    <a:pt x="1311810" y="406108"/>
                  </a:lnTo>
                  <a:lnTo>
                    <a:pt x="1311573" y="406226"/>
                  </a:lnTo>
                  <a:lnTo>
                    <a:pt x="1310881" y="406683"/>
                  </a:lnTo>
                  <a:lnTo>
                    <a:pt x="1310815" y="406895"/>
                  </a:lnTo>
                  <a:lnTo>
                    <a:pt x="1310744" y="407127"/>
                  </a:lnTo>
                  <a:lnTo>
                    <a:pt x="1310634" y="407492"/>
                  </a:lnTo>
                  <a:lnTo>
                    <a:pt x="1310555" y="407748"/>
                  </a:lnTo>
                  <a:lnTo>
                    <a:pt x="1310389" y="408253"/>
                  </a:lnTo>
                  <a:lnTo>
                    <a:pt x="1309559" y="409056"/>
                  </a:lnTo>
                  <a:lnTo>
                    <a:pt x="1308372" y="409739"/>
                  </a:lnTo>
                  <a:lnTo>
                    <a:pt x="1308690" y="410210"/>
                  </a:lnTo>
                  <a:lnTo>
                    <a:pt x="1308955" y="410585"/>
                  </a:lnTo>
                  <a:lnTo>
                    <a:pt x="1309137" y="410882"/>
                  </a:lnTo>
                  <a:lnTo>
                    <a:pt x="1309243" y="411060"/>
                  </a:lnTo>
                  <a:lnTo>
                    <a:pt x="1309311" y="411205"/>
                  </a:lnTo>
                  <a:lnTo>
                    <a:pt x="1309369" y="411336"/>
                  </a:lnTo>
                  <a:lnTo>
                    <a:pt x="1309165" y="411915"/>
                  </a:lnTo>
                  <a:lnTo>
                    <a:pt x="1308837" y="412217"/>
                  </a:lnTo>
                  <a:lnTo>
                    <a:pt x="1308780" y="412363"/>
                  </a:lnTo>
                  <a:lnTo>
                    <a:pt x="1308923" y="413288"/>
                  </a:lnTo>
                  <a:lnTo>
                    <a:pt x="1308491" y="413819"/>
                  </a:lnTo>
                  <a:lnTo>
                    <a:pt x="1308479" y="413973"/>
                  </a:lnTo>
                  <a:lnTo>
                    <a:pt x="1308487" y="414215"/>
                  </a:lnTo>
                  <a:lnTo>
                    <a:pt x="1308361" y="414522"/>
                  </a:lnTo>
                  <a:lnTo>
                    <a:pt x="1308265" y="414671"/>
                  </a:lnTo>
                  <a:lnTo>
                    <a:pt x="1307992" y="415032"/>
                  </a:lnTo>
                  <a:lnTo>
                    <a:pt x="1307845" y="415198"/>
                  </a:lnTo>
                  <a:lnTo>
                    <a:pt x="1307593" y="415476"/>
                  </a:lnTo>
                  <a:lnTo>
                    <a:pt x="1307388" y="415576"/>
                  </a:lnTo>
                  <a:lnTo>
                    <a:pt x="1307049" y="415702"/>
                  </a:lnTo>
                  <a:lnTo>
                    <a:pt x="1306456" y="416392"/>
                  </a:lnTo>
                  <a:lnTo>
                    <a:pt x="1306313" y="416639"/>
                  </a:lnTo>
                  <a:lnTo>
                    <a:pt x="1305988" y="417311"/>
                  </a:lnTo>
                  <a:lnTo>
                    <a:pt x="1305579" y="418261"/>
                  </a:lnTo>
                  <a:lnTo>
                    <a:pt x="1305602" y="418517"/>
                  </a:lnTo>
                  <a:lnTo>
                    <a:pt x="1305682" y="418801"/>
                  </a:lnTo>
                  <a:lnTo>
                    <a:pt x="1305275" y="419822"/>
                  </a:lnTo>
                  <a:lnTo>
                    <a:pt x="1304218" y="419831"/>
                  </a:lnTo>
                  <a:lnTo>
                    <a:pt x="1303888" y="420251"/>
                  </a:lnTo>
                  <a:lnTo>
                    <a:pt x="1303823" y="420869"/>
                  </a:lnTo>
                  <a:lnTo>
                    <a:pt x="1303658" y="421431"/>
                  </a:lnTo>
                  <a:lnTo>
                    <a:pt x="1303966" y="421746"/>
                  </a:lnTo>
                  <a:lnTo>
                    <a:pt x="1303875" y="422145"/>
                  </a:lnTo>
                  <a:lnTo>
                    <a:pt x="1303625" y="422984"/>
                  </a:lnTo>
                  <a:lnTo>
                    <a:pt x="1302144" y="424054"/>
                  </a:lnTo>
                  <a:lnTo>
                    <a:pt x="1301110" y="424507"/>
                  </a:lnTo>
                  <a:lnTo>
                    <a:pt x="1300892" y="424913"/>
                  </a:lnTo>
                  <a:lnTo>
                    <a:pt x="1300764" y="425169"/>
                  </a:lnTo>
                  <a:lnTo>
                    <a:pt x="1300648" y="425535"/>
                  </a:lnTo>
                  <a:lnTo>
                    <a:pt x="1300629" y="425945"/>
                  </a:lnTo>
                  <a:lnTo>
                    <a:pt x="1300749" y="426345"/>
                  </a:lnTo>
                  <a:lnTo>
                    <a:pt x="1301067" y="427055"/>
                  </a:lnTo>
                  <a:lnTo>
                    <a:pt x="1300947" y="427348"/>
                  </a:lnTo>
                  <a:lnTo>
                    <a:pt x="1300877" y="427521"/>
                  </a:lnTo>
                  <a:lnTo>
                    <a:pt x="1300516" y="427718"/>
                  </a:lnTo>
                  <a:lnTo>
                    <a:pt x="1299812" y="428112"/>
                  </a:lnTo>
                  <a:lnTo>
                    <a:pt x="1299667" y="428565"/>
                  </a:lnTo>
                  <a:lnTo>
                    <a:pt x="1299400" y="428790"/>
                  </a:lnTo>
                  <a:lnTo>
                    <a:pt x="1299204" y="429278"/>
                  </a:lnTo>
                  <a:lnTo>
                    <a:pt x="1299318" y="429931"/>
                  </a:lnTo>
                  <a:lnTo>
                    <a:pt x="1299485" y="430754"/>
                  </a:lnTo>
                  <a:lnTo>
                    <a:pt x="1299702" y="431569"/>
                  </a:lnTo>
                  <a:lnTo>
                    <a:pt x="1299499" y="432576"/>
                  </a:lnTo>
                  <a:lnTo>
                    <a:pt x="1299193" y="433477"/>
                  </a:lnTo>
                  <a:lnTo>
                    <a:pt x="1298700" y="434012"/>
                  </a:lnTo>
                  <a:lnTo>
                    <a:pt x="1298515" y="435435"/>
                  </a:lnTo>
                  <a:lnTo>
                    <a:pt x="1298273" y="435589"/>
                  </a:lnTo>
                  <a:lnTo>
                    <a:pt x="1298005" y="435779"/>
                  </a:lnTo>
                  <a:lnTo>
                    <a:pt x="1297685" y="436152"/>
                  </a:lnTo>
                  <a:lnTo>
                    <a:pt x="1297603" y="436572"/>
                  </a:lnTo>
                  <a:lnTo>
                    <a:pt x="1297290" y="437317"/>
                  </a:lnTo>
                  <a:lnTo>
                    <a:pt x="1296802" y="437784"/>
                  </a:lnTo>
                  <a:lnTo>
                    <a:pt x="1296073" y="437899"/>
                  </a:lnTo>
                  <a:lnTo>
                    <a:pt x="1295848" y="438064"/>
                  </a:lnTo>
                  <a:lnTo>
                    <a:pt x="1295713" y="438191"/>
                  </a:lnTo>
                  <a:lnTo>
                    <a:pt x="1295101" y="439178"/>
                  </a:lnTo>
                  <a:lnTo>
                    <a:pt x="1295163" y="439995"/>
                  </a:lnTo>
                  <a:lnTo>
                    <a:pt x="1295540" y="440089"/>
                  </a:lnTo>
                  <a:lnTo>
                    <a:pt x="1295915" y="440286"/>
                  </a:lnTo>
                  <a:lnTo>
                    <a:pt x="1296097" y="440494"/>
                  </a:lnTo>
                  <a:lnTo>
                    <a:pt x="1295946" y="441001"/>
                  </a:lnTo>
                  <a:lnTo>
                    <a:pt x="1295802" y="441089"/>
                  </a:lnTo>
                  <a:lnTo>
                    <a:pt x="1295572" y="441296"/>
                  </a:lnTo>
                  <a:lnTo>
                    <a:pt x="1295402" y="441702"/>
                  </a:lnTo>
                  <a:lnTo>
                    <a:pt x="1295410" y="441890"/>
                  </a:lnTo>
                  <a:lnTo>
                    <a:pt x="1295566" y="442476"/>
                  </a:lnTo>
                  <a:lnTo>
                    <a:pt x="1295597" y="442665"/>
                  </a:lnTo>
                  <a:lnTo>
                    <a:pt x="1295703" y="442872"/>
                  </a:lnTo>
                  <a:lnTo>
                    <a:pt x="1295692" y="443285"/>
                  </a:lnTo>
                  <a:lnTo>
                    <a:pt x="1295763" y="443746"/>
                  </a:lnTo>
                  <a:lnTo>
                    <a:pt x="1296311" y="444422"/>
                  </a:lnTo>
                  <a:lnTo>
                    <a:pt x="1295661" y="444517"/>
                  </a:lnTo>
                  <a:lnTo>
                    <a:pt x="1295531" y="444653"/>
                  </a:lnTo>
                  <a:lnTo>
                    <a:pt x="1294747" y="445046"/>
                  </a:lnTo>
                  <a:lnTo>
                    <a:pt x="1294520" y="445069"/>
                  </a:lnTo>
                  <a:lnTo>
                    <a:pt x="1294189" y="445434"/>
                  </a:lnTo>
                  <a:lnTo>
                    <a:pt x="1294327" y="445662"/>
                  </a:lnTo>
                  <a:lnTo>
                    <a:pt x="1294592" y="445986"/>
                  </a:lnTo>
                  <a:lnTo>
                    <a:pt x="1295040" y="446454"/>
                  </a:lnTo>
                  <a:lnTo>
                    <a:pt x="1294866" y="447595"/>
                  </a:lnTo>
                  <a:lnTo>
                    <a:pt x="1294839" y="447805"/>
                  </a:lnTo>
                  <a:lnTo>
                    <a:pt x="1295050" y="448271"/>
                  </a:lnTo>
                  <a:lnTo>
                    <a:pt x="1294784" y="449201"/>
                  </a:lnTo>
                  <a:lnTo>
                    <a:pt x="1295901" y="449772"/>
                  </a:lnTo>
                  <a:lnTo>
                    <a:pt x="1295951" y="449993"/>
                  </a:lnTo>
                  <a:lnTo>
                    <a:pt x="1296000" y="450295"/>
                  </a:lnTo>
                  <a:lnTo>
                    <a:pt x="1296164" y="450615"/>
                  </a:lnTo>
                  <a:lnTo>
                    <a:pt x="1296095" y="450756"/>
                  </a:lnTo>
                  <a:lnTo>
                    <a:pt x="1295749" y="451284"/>
                  </a:lnTo>
                  <a:lnTo>
                    <a:pt x="1296098" y="451667"/>
                  </a:lnTo>
                  <a:lnTo>
                    <a:pt x="1296263" y="451773"/>
                  </a:lnTo>
                  <a:lnTo>
                    <a:pt x="1297096" y="452831"/>
                  </a:lnTo>
                  <a:lnTo>
                    <a:pt x="1297224" y="453506"/>
                  </a:lnTo>
                  <a:lnTo>
                    <a:pt x="1296801" y="453695"/>
                  </a:lnTo>
                  <a:lnTo>
                    <a:pt x="1296658" y="454003"/>
                  </a:lnTo>
                  <a:lnTo>
                    <a:pt x="1296606" y="454882"/>
                  </a:lnTo>
                  <a:lnTo>
                    <a:pt x="1296735" y="454914"/>
                  </a:lnTo>
                  <a:lnTo>
                    <a:pt x="1297139" y="454917"/>
                  </a:lnTo>
                  <a:lnTo>
                    <a:pt x="1297565" y="455255"/>
                  </a:lnTo>
                  <a:lnTo>
                    <a:pt x="1297590" y="455405"/>
                  </a:lnTo>
                  <a:lnTo>
                    <a:pt x="1297397" y="455835"/>
                  </a:lnTo>
                  <a:lnTo>
                    <a:pt x="1297179" y="455956"/>
                  </a:lnTo>
                  <a:lnTo>
                    <a:pt x="1297002" y="456019"/>
                  </a:lnTo>
                  <a:lnTo>
                    <a:pt x="1296678" y="456350"/>
                  </a:lnTo>
                  <a:lnTo>
                    <a:pt x="1296751" y="457237"/>
                  </a:lnTo>
                  <a:lnTo>
                    <a:pt x="1296354" y="457546"/>
                  </a:lnTo>
                  <a:lnTo>
                    <a:pt x="1296281" y="457716"/>
                  </a:lnTo>
                  <a:lnTo>
                    <a:pt x="1296265" y="457883"/>
                  </a:lnTo>
                  <a:lnTo>
                    <a:pt x="1296303" y="458160"/>
                  </a:lnTo>
                  <a:lnTo>
                    <a:pt x="1295866" y="458673"/>
                  </a:lnTo>
                  <a:lnTo>
                    <a:pt x="1295651" y="458838"/>
                  </a:lnTo>
                  <a:lnTo>
                    <a:pt x="1295402" y="458959"/>
                  </a:lnTo>
                  <a:lnTo>
                    <a:pt x="1295158" y="459050"/>
                  </a:lnTo>
                  <a:lnTo>
                    <a:pt x="1294899" y="459631"/>
                  </a:lnTo>
                  <a:lnTo>
                    <a:pt x="1295123" y="459829"/>
                  </a:lnTo>
                  <a:lnTo>
                    <a:pt x="1294504" y="460466"/>
                  </a:lnTo>
                  <a:lnTo>
                    <a:pt x="1294698" y="460575"/>
                  </a:lnTo>
                  <a:lnTo>
                    <a:pt x="1294906" y="460625"/>
                  </a:lnTo>
                  <a:lnTo>
                    <a:pt x="1295063" y="461530"/>
                  </a:lnTo>
                  <a:lnTo>
                    <a:pt x="1294358" y="461905"/>
                  </a:lnTo>
                  <a:lnTo>
                    <a:pt x="1294078" y="462311"/>
                  </a:lnTo>
                  <a:lnTo>
                    <a:pt x="1294074" y="462554"/>
                  </a:lnTo>
                  <a:lnTo>
                    <a:pt x="1292835" y="462590"/>
                  </a:lnTo>
                  <a:lnTo>
                    <a:pt x="1292725" y="462734"/>
                  </a:lnTo>
                  <a:lnTo>
                    <a:pt x="1292792" y="463271"/>
                  </a:lnTo>
                  <a:lnTo>
                    <a:pt x="1292701" y="463451"/>
                  </a:lnTo>
                  <a:lnTo>
                    <a:pt x="1292624" y="463705"/>
                  </a:lnTo>
                  <a:lnTo>
                    <a:pt x="1291688" y="464039"/>
                  </a:lnTo>
                  <a:lnTo>
                    <a:pt x="1291364" y="464004"/>
                  </a:lnTo>
                  <a:lnTo>
                    <a:pt x="1291230" y="464042"/>
                  </a:lnTo>
                  <a:lnTo>
                    <a:pt x="1291054" y="464117"/>
                  </a:lnTo>
                  <a:lnTo>
                    <a:pt x="1290779" y="464500"/>
                  </a:lnTo>
                  <a:lnTo>
                    <a:pt x="1290117" y="464062"/>
                  </a:lnTo>
                  <a:lnTo>
                    <a:pt x="1291004" y="462491"/>
                  </a:lnTo>
                  <a:lnTo>
                    <a:pt x="1291537" y="462400"/>
                  </a:lnTo>
                  <a:lnTo>
                    <a:pt x="1292545" y="461697"/>
                  </a:lnTo>
                  <a:lnTo>
                    <a:pt x="1292303" y="461520"/>
                  </a:lnTo>
                  <a:lnTo>
                    <a:pt x="1292071" y="461131"/>
                  </a:lnTo>
                  <a:lnTo>
                    <a:pt x="1292268" y="460679"/>
                  </a:lnTo>
                  <a:lnTo>
                    <a:pt x="1292788" y="460324"/>
                  </a:lnTo>
                  <a:lnTo>
                    <a:pt x="1292238" y="459783"/>
                  </a:lnTo>
                  <a:lnTo>
                    <a:pt x="1292045" y="459609"/>
                  </a:lnTo>
                  <a:lnTo>
                    <a:pt x="1291917" y="459912"/>
                  </a:lnTo>
                  <a:lnTo>
                    <a:pt x="1291561" y="459983"/>
                  </a:lnTo>
                  <a:lnTo>
                    <a:pt x="1291476" y="459823"/>
                  </a:lnTo>
                  <a:lnTo>
                    <a:pt x="1290841" y="459730"/>
                  </a:lnTo>
                  <a:lnTo>
                    <a:pt x="1290491" y="459652"/>
                  </a:lnTo>
                  <a:lnTo>
                    <a:pt x="1290185" y="459515"/>
                  </a:lnTo>
                  <a:lnTo>
                    <a:pt x="1289908" y="459134"/>
                  </a:lnTo>
                  <a:lnTo>
                    <a:pt x="1289966" y="458940"/>
                  </a:lnTo>
                  <a:lnTo>
                    <a:pt x="1289846" y="458268"/>
                  </a:lnTo>
                  <a:lnTo>
                    <a:pt x="1289749" y="457478"/>
                  </a:lnTo>
                  <a:lnTo>
                    <a:pt x="1290042" y="457390"/>
                  </a:lnTo>
                  <a:lnTo>
                    <a:pt x="1290437" y="457271"/>
                  </a:lnTo>
                  <a:lnTo>
                    <a:pt x="1290435" y="456967"/>
                  </a:lnTo>
                  <a:lnTo>
                    <a:pt x="1290316" y="456624"/>
                  </a:lnTo>
                  <a:lnTo>
                    <a:pt x="1290132" y="456385"/>
                  </a:lnTo>
                  <a:lnTo>
                    <a:pt x="1289665" y="456041"/>
                  </a:lnTo>
                  <a:lnTo>
                    <a:pt x="1289160" y="455914"/>
                  </a:lnTo>
                  <a:lnTo>
                    <a:pt x="1289041" y="454933"/>
                  </a:lnTo>
                  <a:lnTo>
                    <a:pt x="1288766" y="454758"/>
                  </a:lnTo>
                  <a:lnTo>
                    <a:pt x="1288428" y="454591"/>
                  </a:lnTo>
                  <a:lnTo>
                    <a:pt x="1287931" y="454454"/>
                  </a:lnTo>
                  <a:lnTo>
                    <a:pt x="1287839" y="454280"/>
                  </a:lnTo>
                  <a:lnTo>
                    <a:pt x="1287598" y="453825"/>
                  </a:lnTo>
                  <a:lnTo>
                    <a:pt x="1287524" y="453675"/>
                  </a:lnTo>
                  <a:lnTo>
                    <a:pt x="1287226" y="453543"/>
                  </a:lnTo>
                  <a:lnTo>
                    <a:pt x="1286867" y="452705"/>
                  </a:lnTo>
                  <a:lnTo>
                    <a:pt x="1287084" y="452564"/>
                  </a:lnTo>
                  <a:lnTo>
                    <a:pt x="1286558" y="452340"/>
                  </a:lnTo>
                  <a:lnTo>
                    <a:pt x="1286246" y="452161"/>
                  </a:lnTo>
                  <a:lnTo>
                    <a:pt x="1286087" y="451826"/>
                  </a:lnTo>
                  <a:lnTo>
                    <a:pt x="1285887" y="451396"/>
                  </a:lnTo>
                  <a:lnTo>
                    <a:pt x="1285220" y="450421"/>
                  </a:lnTo>
                  <a:lnTo>
                    <a:pt x="1285390" y="449979"/>
                  </a:lnTo>
                  <a:lnTo>
                    <a:pt x="1285111" y="449646"/>
                  </a:lnTo>
                  <a:lnTo>
                    <a:pt x="1285137" y="449295"/>
                  </a:lnTo>
                  <a:lnTo>
                    <a:pt x="1285568" y="448946"/>
                  </a:lnTo>
                  <a:lnTo>
                    <a:pt x="1285482" y="448362"/>
                  </a:lnTo>
                  <a:lnTo>
                    <a:pt x="1285206" y="447770"/>
                  </a:lnTo>
                  <a:lnTo>
                    <a:pt x="1285139" y="447570"/>
                  </a:lnTo>
                  <a:lnTo>
                    <a:pt x="1284776" y="447124"/>
                  </a:lnTo>
                  <a:lnTo>
                    <a:pt x="1285754" y="446316"/>
                  </a:lnTo>
                  <a:lnTo>
                    <a:pt x="1285771" y="445922"/>
                  </a:lnTo>
                  <a:lnTo>
                    <a:pt x="1285564" y="445818"/>
                  </a:lnTo>
                  <a:lnTo>
                    <a:pt x="1285035" y="445441"/>
                  </a:lnTo>
                  <a:lnTo>
                    <a:pt x="1284542" y="444824"/>
                  </a:lnTo>
                  <a:lnTo>
                    <a:pt x="1284488" y="444501"/>
                  </a:lnTo>
                  <a:lnTo>
                    <a:pt x="1284570" y="443806"/>
                  </a:lnTo>
                  <a:lnTo>
                    <a:pt x="1284918" y="443698"/>
                  </a:lnTo>
                  <a:lnTo>
                    <a:pt x="1285001" y="443319"/>
                  </a:lnTo>
                  <a:lnTo>
                    <a:pt x="1284919" y="442983"/>
                  </a:lnTo>
                  <a:lnTo>
                    <a:pt x="1284898" y="442798"/>
                  </a:lnTo>
                  <a:lnTo>
                    <a:pt x="1284208" y="441231"/>
                  </a:lnTo>
                  <a:lnTo>
                    <a:pt x="1284045" y="441205"/>
                  </a:lnTo>
                  <a:lnTo>
                    <a:pt x="1283438" y="440950"/>
                  </a:lnTo>
                  <a:lnTo>
                    <a:pt x="1283066" y="440694"/>
                  </a:lnTo>
                  <a:lnTo>
                    <a:pt x="1282692" y="440464"/>
                  </a:lnTo>
                  <a:lnTo>
                    <a:pt x="1282408" y="440467"/>
                  </a:lnTo>
                  <a:lnTo>
                    <a:pt x="1282251" y="440615"/>
                  </a:lnTo>
                  <a:lnTo>
                    <a:pt x="1281434" y="441365"/>
                  </a:lnTo>
                  <a:lnTo>
                    <a:pt x="1281132" y="441545"/>
                  </a:lnTo>
                  <a:lnTo>
                    <a:pt x="1280837" y="441722"/>
                  </a:lnTo>
                  <a:lnTo>
                    <a:pt x="1278517" y="443136"/>
                  </a:lnTo>
                  <a:lnTo>
                    <a:pt x="1277419" y="443858"/>
                  </a:lnTo>
                  <a:lnTo>
                    <a:pt x="1277213" y="443997"/>
                  </a:lnTo>
                  <a:lnTo>
                    <a:pt x="1276927" y="444200"/>
                  </a:lnTo>
                  <a:lnTo>
                    <a:pt x="1276688" y="444359"/>
                  </a:lnTo>
                  <a:lnTo>
                    <a:pt x="1276351" y="444565"/>
                  </a:lnTo>
                  <a:lnTo>
                    <a:pt x="1275899" y="444831"/>
                  </a:lnTo>
                  <a:lnTo>
                    <a:pt x="1274969" y="445345"/>
                  </a:lnTo>
                  <a:lnTo>
                    <a:pt x="1274827" y="445402"/>
                  </a:lnTo>
                  <a:lnTo>
                    <a:pt x="1274616" y="445486"/>
                  </a:lnTo>
                  <a:lnTo>
                    <a:pt x="1274471" y="445549"/>
                  </a:lnTo>
                  <a:lnTo>
                    <a:pt x="1273961" y="445822"/>
                  </a:lnTo>
                  <a:lnTo>
                    <a:pt x="1273729" y="446010"/>
                  </a:lnTo>
                  <a:lnTo>
                    <a:pt x="1273597" y="446119"/>
                  </a:lnTo>
                  <a:lnTo>
                    <a:pt x="1273460" y="446237"/>
                  </a:lnTo>
                  <a:lnTo>
                    <a:pt x="1272970" y="446708"/>
                  </a:lnTo>
                  <a:lnTo>
                    <a:pt x="1272728" y="446910"/>
                  </a:lnTo>
                  <a:lnTo>
                    <a:pt x="1272201" y="447329"/>
                  </a:lnTo>
                  <a:lnTo>
                    <a:pt x="1271512" y="447832"/>
                  </a:lnTo>
                  <a:lnTo>
                    <a:pt x="1271189" y="448072"/>
                  </a:lnTo>
                  <a:lnTo>
                    <a:pt x="1270596" y="448557"/>
                  </a:lnTo>
                  <a:lnTo>
                    <a:pt x="1268956" y="449939"/>
                  </a:lnTo>
                  <a:lnTo>
                    <a:pt x="1268784" y="450086"/>
                  </a:lnTo>
                  <a:lnTo>
                    <a:pt x="1268609" y="450236"/>
                  </a:lnTo>
                  <a:lnTo>
                    <a:pt x="1268208" y="450607"/>
                  </a:lnTo>
                  <a:lnTo>
                    <a:pt x="1268059" y="450748"/>
                  </a:lnTo>
                  <a:lnTo>
                    <a:pt x="1267768" y="451034"/>
                  </a:lnTo>
                  <a:lnTo>
                    <a:pt x="1267523" y="451282"/>
                  </a:lnTo>
                  <a:lnTo>
                    <a:pt x="1267394" y="451413"/>
                  </a:lnTo>
                  <a:lnTo>
                    <a:pt x="1267087" y="451684"/>
                  </a:lnTo>
                  <a:lnTo>
                    <a:pt x="1266927" y="451821"/>
                  </a:lnTo>
                  <a:lnTo>
                    <a:pt x="1265968" y="452619"/>
                  </a:lnTo>
                  <a:lnTo>
                    <a:pt x="1265602" y="452866"/>
                  </a:lnTo>
                  <a:lnTo>
                    <a:pt x="1264975" y="453348"/>
                  </a:lnTo>
                  <a:lnTo>
                    <a:pt x="1264434" y="453895"/>
                  </a:lnTo>
                  <a:lnTo>
                    <a:pt x="1264054" y="454270"/>
                  </a:lnTo>
                  <a:lnTo>
                    <a:pt x="1263756" y="454535"/>
                  </a:lnTo>
                  <a:lnTo>
                    <a:pt x="1263363" y="454879"/>
                  </a:lnTo>
                  <a:lnTo>
                    <a:pt x="1262534" y="455458"/>
                  </a:lnTo>
                  <a:lnTo>
                    <a:pt x="1261672" y="456050"/>
                  </a:lnTo>
                  <a:lnTo>
                    <a:pt x="1261130" y="456524"/>
                  </a:lnTo>
                  <a:lnTo>
                    <a:pt x="1260853" y="456839"/>
                  </a:lnTo>
                  <a:lnTo>
                    <a:pt x="1259895" y="457521"/>
                  </a:lnTo>
                  <a:lnTo>
                    <a:pt x="1257965" y="458902"/>
                  </a:lnTo>
                  <a:lnTo>
                    <a:pt x="1257165" y="459862"/>
                  </a:lnTo>
                  <a:lnTo>
                    <a:pt x="1256302" y="460901"/>
                  </a:lnTo>
                  <a:lnTo>
                    <a:pt x="1256012" y="461269"/>
                  </a:lnTo>
                  <a:lnTo>
                    <a:pt x="1255492" y="461733"/>
                  </a:lnTo>
                  <a:lnTo>
                    <a:pt x="1255218" y="461968"/>
                  </a:lnTo>
                  <a:lnTo>
                    <a:pt x="1254616" y="462484"/>
                  </a:lnTo>
                  <a:lnTo>
                    <a:pt x="1253914" y="463134"/>
                  </a:lnTo>
                  <a:lnTo>
                    <a:pt x="1253524" y="463528"/>
                  </a:lnTo>
                  <a:lnTo>
                    <a:pt x="1253285" y="463795"/>
                  </a:lnTo>
                  <a:lnTo>
                    <a:pt x="1253081" y="464017"/>
                  </a:lnTo>
                  <a:lnTo>
                    <a:pt x="1251854" y="465334"/>
                  </a:lnTo>
                  <a:lnTo>
                    <a:pt x="1251712" y="465476"/>
                  </a:lnTo>
                  <a:lnTo>
                    <a:pt x="1251398" y="465779"/>
                  </a:lnTo>
                  <a:lnTo>
                    <a:pt x="1251267" y="465904"/>
                  </a:lnTo>
                  <a:lnTo>
                    <a:pt x="1250452" y="466660"/>
                  </a:lnTo>
                  <a:lnTo>
                    <a:pt x="1250043" y="467017"/>
                  </a:lnTo>
                  <a:lnTo>
                    <a:pt x="1249499" y="467392"/>
                  </a:lnTo>
                  <a:lnTo>
                    <a:pt x="1248109" y="468153"/>
                  </a:lnTo>
                  <a:lnTo>
                    <a:pt x="1247926" y="468220"/>
                  </a:lnTo>
                  <a:lnTo>
                    <a:pt x="1247650" y="468316"/>
                  </a:lnTo>
                  <a:lnTo>
                    <a:pt x="1247439" y="468380"/>
                  </a:lnTo>
                  <a:lnTo>
                    <a:pt x="1246808" y="468574"/>
                  </a:lnTo>
                  <a:lnTo>
                    <a:pt x="1245425" y="469002"/>
                  </a:lnTo>
                  <a:lnTo>
                    <a:pt x="1245235" y="469063"/>
                  </a:lnTo>
                  <a:lnTo>
                    <a:pt x="1244841" y="469200"/>
                  </a:lnTo>
                  <a:lnTo>
                    <a:pt x="1243412" y="469727"/>
                  </a:lnTo>
                  <a:lnTo>
                    <a:pt x="1242958" y="469861"/>
                  </a:lnTo>
                  <a:lnTo>
                    <a:pt x="1242548" y="469998"/>
                  </a:lnTo>
                  <a:lnTo>
                    <a:pt x="1242235" y="470097"/>
                  </a:lnTo>
                  <a:lnTo>
                    <a:pt x="1240679" y="470632"/>
                  </a:lnTo>
                  <a:lnTo>
                    <a:pt x="1239727" y="471065"/>
                  </a:lnTo>
                  <a:lnTo>
                    <a:pt x="1239344" y="471205"/>
                  </a:lnTo>
                  <a:lnTo>
                    <a:pt x="1239057" y="471268"/>
                  </a:lnTo>
                  <a:lnTo>
                    <a:pt x="1238905" y="471292"/>
                  </a:lnTo>
                  <a:lnTo>
                    <a:pt x="1237893" y="471357"/>
                  </a:lnTo>
                  <a:lnTo>
                    <a:pt x="1237602" y="471567"/>
                  </a:lnTo>
                  <a:lnTo>
                    <a:pt x="1237443" y="471629"/>
                  </a:lnTo>
                  <a:lnTo>
                    <a:pt x="1237000" y="471789"/>
                  </a:lnTo>
                  <a:lnTo>
                    <a:pt x="1236700" y="472111"/>
                  </a:lnTo>
                  <a:lnTo>
                    <a:pt x="1236572" y="472295"/>
                  </a:lnTo>
                  <a:lnTo>
                    <a:pt x="1236456" y="472423"/>
                  </a:lnTo>
                  <a:lnTo>
                    <a:pt x="1236105" y="473592"/>
                  </a:lnTo>
                  <a:lnTo>
                    <a:pt x="1235844" y="474006"/>
                  </a:lnTo>
                  <a:lnTo>
                    <a:pt x="1235400" y="474779"/>
                  </a:lnTo>
                  <a:lnTo>
                    <a:pt x="1235023" y="475653"/>
                  </a:lnTo>
                  <a:lnTo>
                    <a:pt x="1234354" y="476822"/>
                  </a:lnTo>
                  <a:lnTo>
                    <a:pt x="1233918" y="477428"/>
                  </a:lnTo>
                  <a:lnTo>
                    <a:pt x="1233508" y="477945"/>
                  </a:lnTo>
                  <a:lnTo>
                    <a:pt x="1233141" y="478505"/>
                  </a:lnTo>
                  <a:lnTo>
                    <a:pt x="1232924" y="478770"/>
                  </a:lnTo>
                  <a:lnTo>
                    <a:pt x="1232654" y="479044"/>
                  </a:lnTo>
                  <a:lnTo>
                    <a:pt x="1232236" y="479412"/>
                  </a:lnTo>
                  <a:lnTo>
                    <a:pt x="1231489" y="480252"/>
                  </a:lnTo>
                  <a:lnTo>
                    <a:pt x="1230727" y="480943"/>
                  </a:lnTo>
                  <a:lnTo>
                    <a:pt x="1230002" y="481225"/>
                  </a:lnTo>
                  <a:lnTo>
                    <a:pt x="1229461" y="481372"/>
                  </a:lnTo>
                  <a:lnTo>
                    <a:pt x="1228326" y="481785"/>
                  </a:lnTo>
                  <a:lnTo>
                    <a:pt x="1226657" y="482275"/>
                  </a:lnTo>
                  <a:lnTo>
                    <a:pt x="1226271" y="482418"/>
                  </a:lnTo>
                  <a:lnTo>
                    <a:pt x="1225424" y="482790"/>
                  </a:lnTo>
                  <a:lnTo>
                    <a:pt x="1224827" y="482950"/>
                  </a:lnTo>
                  <a:lnTo>
                    <a:pt x="1224387" y="483143"/>
                  </a:lnTo>
                  <a:lnTo>
                    <a:pt x="1224147" y="483307"/>
                  </a:lnTo>
                  <a:lnTo>
                    <a:pt x="1223791" y="483509"/>
                  </a:lnTo>
                  <a:lnTo>
                    <a:pt x="1223334" y="483801"/>
                  </a:lnTo>
                  <a:lnTo>
                    <a:pt x="1222944" y="483992"/>
                  </a:lnTo>
                  <a:lnTo>
                    <a:pt x="1222001" y="484494"/>
                  </a:lnTo>
                  <a:lnTo>
                    <a:pt x="1220761" y="484995"/>
                  </a:lnTo>
                  <a:lnTo>
                    <a:pt x="1220323" y="485216"/>
                  </a:lnTo>
                  <a:lnTo>
                    <a:pt x="1219693" y="485462"/>
                  </a:lnTo>
                  <a:lnTo>
                    <a:pt x="1218968" y="485722"/>
                  </a:lnTo>
                  <a:lnTo>
                    <a:pt x="1218634" y="485825"/>
                  </a:lnTo>
                  <a:lnTo>
                    <a:pt x="1217418" y="486200"/>
                  </a:lnTo>
                  <a:lnTo>
                    <a:pt x="1216452" y="486534"/>
                  </a:lnTo>
                  <a:lnTo>
                    <a:pt x="1216048" y="486625"/>
                  </a:lnTo>
                  <a:lnTo>
                    <a:pt x="1215835" y="486717"/>
                  </a:lnTo>
                  <a:lnTo>
                    <a:pt x="1215658" y="486811"/>
                  </a:lnTo>
                  <a:lnTo>
                    <a:pt x="1214746" y="487474"/>
                  </a:lnTo>
                  <a:lnTo>
                    <a:pt x="1213501" y="488500"/>
                  </a:lnTo>
                  <a:lnTo>
                    <a:pt x="1213202" y="488775"/>
                  </a:lnTo>
                  <a:lnTo>
                    <a:pt x="1212559" y="489253"/>
                  </a:lnTo>
                  <a:lnTo>
                    <a:pt x="1212331" y="489560"/>
                  </a:lnTo>
                  <a:lnTo>
                    <a:pt x="1211983" y="489781"/>
                  </a:lnTo>
                  <a:lnTo>
                    <a:pt x="1211773" y="489959"/>
                  </a:lnTo>
                  <a:lnTo>
                    <a:pt x="1211554" y="490105"/>
                  </a:lnTo>
                  <a:lnTo>
                    <a:pt x="1210363" y="490652"/>
                  </a:lnTo>
                  <a:lnTo>
                    <a:pt x="1208074" y="491751"/>
                  </a:lnTo>
                  <a:lnTo>
                    <a:pt x="1206386" y="492369"/>
                  </a:lnTo>
                  <a:lnTo>
                    <a:pt x="1205380" y="492871"/>
                  </a:lnTo>
                  <a:lnTo>
                    <a:pt x="1203565" y="493658"/>
                  </a:lnTo>
                  <a:lnTo>
                    <a:pt x="1203073" y="494037"/>
                  </a:lnTo>
                  <a:lnTo>
                    <a:pt x="1202647" y="494336"/>
                  </a:lnTo>
                  <a:lnTo>
                    <a:pt x="1202506" y="494512"/>
                  </a:lnTo>
                  <a:lnTo>
                    <a:pt x="1201979" y="495330"/>
                  </a:lnTo>
                  <a:lnTo>
                    <a:pt x="1201927" y="495459"/>
                  </a:lnTo>
                  <a:lnTo>
                    <a:pt x="1201815" y="495605"/>
                  </a:lnTo>
                  <a:lnTo>
                    <a:pt x="1201677" y="495837"/>
                  </a:lnTo>
                  <a:lnTo>
                    <a:pt x="1201212" y="496446"/>
                  </a:lnTo>
                  <a:lnTo>
                    <a:pt x="1201068" y="496771"/>
                  </a:lnTo>
                  <a:lnTo>
                    <a:pt x="1201015" y="496967"/>
                  </a:lnTo>
                  <a:lnTo>
                    <a:pt x="1200881" y="497918"/>
                  </a:lnTo>
                  <a:lnTo>
                    <a:pt x="1200482" y="498629"/>
                  </a:lnTo>
                  <a:lnTo>
                    <a:pt x="1200105" y="499189"/>
                  </a:lnTo>
                  <a:lnTo>
                    <a:pt x="1199860" y="500459"/>
                  </a:lnTo>
                  <a:lnTo>
                    <a:pt x="1199851" y="500651"/>
                  </a:lnTo>
                  <a:lnTo>
                    <a:pt x="1199779" y="500789"/>
                  </a:lnTo>
                  <a:lnTo>
                    <a:pt x="1199719" y="501034"/>
                  </a:lnTo>
                  <a:lnTo>
                    <a:pt x="1199506" y="501470"/>
                  </a:lnTo>
                  <a:lnTo>
                    <a:pt x="1199079" y="501756"/>
                  </a:lnTo>
                  <a:lnTo>
                    <a:pt x="1198846" y="501891"/>
                  </a:lnTo>
                  <a:lnTo>
                    <a:pt x="1198623" y="502024"/>
                  </a:lnTo>
                  <a:lnTo>
                    <a:pt x="1197537" y="502631"/>
                  </a:lnTo>
                  <a:lnTo>
                    <a:pt x="1196926" y="503060"/>
                  </a:lnTo>
                  <a:lnTo>
                    <a:pt x="1196397" y="503404"/>
                  </a:lnTo>
                  <a:lnTo>
                    <a:pt x="1196219" y="503556"/>
                  </a:lnTo>
                  <a:lnTo>
                    <a:pt x="1195486" y="504090"/>
                  </a:lnTo>
                  <a:lnTo>
                    <a:pt x="1195252" y="504243"/>
                  </a:lnTo>
                  <a:lnTo>
                    <a:pt x="1195281" y="504969"/>
                  </a:lnTo>
                  <a:lnTo>
                    <a:pt x="1195781" y="505466"/>
                  </a:lnTo>
                  <a:lnTo>
                    <a:pt x="1195988" y="505615"/>
                  </a:lnTo>
                  <a:lnTo>
                    <a:pt x="1195982" y="506224"/>
                  </a:lnTo>
                  <a:lnTo>
                    <a:pt x="1196714" y="506678"/>
                  </a:lnTo>
                  <a:lnTo>
                    <a:pt x="1197150" y="507201"/>
                  </a:lnTo>
                  <a:lnTo>
                    <a:pt x="1197167" y="507457"/>
                  </a:lnTo>
                  <a:lnTo>
                    <a:pt x="1197361" y="507689"/>
                  </a:lnTo>
                  <a:lnTo>
                    <a:pt x="1197337" y="508018"/>
                  </a:lnTo>
                  <a:lnTo>
                    <a:pt x="1197550" y="508267"/>
                  </a:lnTo>
                  <a:lnTo>
                    <a:pt x="1197943" y="508727"/>
                  </a:lnTo>
                  <a:lnTo>
                    <a:pt x="1198079" y="508886"/>
                  </a:lnTo>
                  <a:lnTo>
                    <a:pt x="1198472" y="509106"/>
                  </a:lnTo>
                  <a:lnTo>
                    <a:pt x="1198661" y="509164"/>
                  </a:lnTo>
                  <a:lnTo>
                    <a:pt x="1198968" y="509300"/>
                  </a:lnTo>
                  <a:lnTo>
                    <a:pt x="1199623" y="510113"/>
                  </a:lnTo>
                  <a:lnTo>
                    <a:pt x="1199766" y="510444"/>
                  </a:lnTo>
                  <a:lnTo>
                    <a:pt x="1199984" y="510931"/>
                  </a:lnTo>
                  <a:lnTo>
                    <a:pt x="1200086" y="511070"/>
                  </a:lnTo>
                  <a:lnTo>
                    <a:pt x="1200290" y="511496"/>
                  </a:lnTo>
                  <a:lnTo>
                    <a:pt x="1200417" y="511659"/>
                  </a:lnTo>
                  <a:lnTo>
                    <a:pt x="1200675" y="511990"/>
                  </a:lnTo>
                  <a:lnTo>
                    <a:pt x="1200919" y="512256"/>
                  </a:lnTo>
                  <a:lnTo>
                    <a:pt x="1201226" y="512774"/>
                  </a:lnTo>
                  <a:lnTo>
                    <a:pt x="1201313" y="512922"/>
                  </a:lnTo>
                  <a:lnTo>
                    <a:pt x="1201540" y="513385"/>
                  </a:lnTo>
                  <a:lnTo>
                    <a:pt x="1202269" y="514114"/>
                  </a:lnTo>
                  <a:lnTo>
                    <a:pt x="1202833" y="514331"/>
                  </a:lnTo>
                  <a:lnTo>
                    <a:pt x="1203290" y="514702"/>
                  </a:lnTo>
                  <a:lnTo>
                    <a:pt x="1203523" y="514841"/>
                  </a:lnTo>
                  <a:lnTo>
                    <a:pt x="1203918" y="514890"/>
                  </a:lnTo>
                  <a:lnTo>
                    <a:pt x="1204378" y="515858"/>
                  </a:lnTo>
                  <a:lnTo>
                    <a:pt x="1204413" y="516099"/>
                  </a:lnTo>
                  <a:lnTo>
                    <a:pt x="1204682" y="516347"/>
                  </a:lnTo>
                  <a:lnTo>
                    <a:pt x="1204867" y="516514"/>
                  </a:lnTo>
                  <a:lnTo>
                    <a:pt x="1205226" y="516795"/>
                  </a:lnTo>
                  <a:lnTo>
                    <a:pt x="1205395" y="516871"/>
                  </a:lnTo>
                  <a:lnTo>
                    <a:pt x="1205553" y="516943"/>
                  </a:lnTo>
                  <a:lnTo>
                    <a:pt x="1205914" y="517105"/>
                  </a:lnTo>
                  <a:lnTo>
                    <a:pt x="1206086" y="517183"/>
                  </a:lnTo>
                  <a:lnTo>
                    <a:pt x="1206492" y="517315"/>
                  </a:lnTo>
                  <a:lnTo>
                    <a:pt x="1206780" y="517319"/>
                  </a:lnTo>
                  <a:lnTo>
                    <a:pt x="1206911" y="517313"/>
                  </a:lnTo>
                  <a:lnTo>
                    <a:pt x="1206998" y="517486"/>
                  </a:lnTo>
                  <a:lnTo>
                    <a:pt x="1206993" y="517654"/>
                  </a:lnTo>
                  <a:lnTo>
                    <a:pt x="1207360" y="517844"/>
                  </a:lnTo>
                  <a:lnTo>
                    <a:pt x="1207637" y="517851"/>
                  </a:lnTo>
                  <a:lnTo>
                    <a:pt x="1207799" y="517956"/>
                  </a:lnTo>
                  <a:lnTo>
                    <a:pt x="1208114" y="518088"/>
                  </a:lnTo>
                  <a:lnTo>
                    <a:pt x="1208329" y="517883"/>
                  </a:lnTo>
                  <a:lnTo>
                    <a:pt x="1208599" y="517767"/>
                  </a:lnTo>
                  <a:lnTo>
                    <a:pt x="1208870" y="517860"/>
                  </a:lnTo>
                  <a:lnTo>
                    <a:pt x="1209860" y="518225"/>
                  </a:lnTo>
                  <a:lnTo>
                    <a:pt x="1210462" y="518281"/>
                  </a:lnTo>
                  <a:lnTo>
                    <a:pt x="1210523" y="518427"/>
                  </a:lnTo>
                  <a:lnTo>
                    <a:pt x="1210556" y="518609"/>
                  </a:lnTo>
                  <a:lnTo>
                    <a:pt x="1210579" y="518737"/>
                  </a:lnTo>
                  <a:lnTo>
                    <a:pt x="1210989" y="518732"/>
                  </a:lnTo>
                  <a:lnTo>
                    <a:pt x="1211243" y="518878"/>
                  </a:lnTo>
                  <a:lnTo>
                    <a:pt x="1211470" y="518889"/>
                  </a:lnTo>
                  <a:lnTo>
                    <a:pt x="1211926" y="518911"/>
                  </a:lnTo>
                  <a:lnTo>
                    <a:pt x="1212223" y="518958"/>
                  </a:lnTo>
                  <a:lnTo>
                    <a:pt x="1212534" y="518997"/>
                  </a:lnTo>
                  <a:lnTo>
                    <a:pt x="1212834" y="518840"/>
                  </a:lnTo>
                  <a:lnTo>
                    <a:pt x="1213695" y="519007"/>
                  </a:lnTo>
                  <a:lnTo>
                    <a:pt x="1214100" y="519469"/>
                  </a:lnTo>
                  <a:lnTo>
                    <a:pt x="1214480" y="519401"/>
                  </a:lnTo>
                  <a:lnTo>
                    <a:pt x="1215088" y="519404"/>
                  </a:lnTo>
                  <a:lnTo>
                    <a:pt x="1215428" y="519357"/>
                  </a:lnTo>
                  <a:lnTo>
                    <a:pt x="1215660" y="519301"/>
                  </a:lnTo>
                  <a:lnTo>
                    <a:pt x="1215877" y="519404"/>
                  </a:lnTo>
                  <a:lnTo>
                    <a:pt x="1215936" y="519565"/>
                  </a:lnTo>
                  <a:lnTo>
                    <a:pt x="1215946" y="519973"/>
                  </a:lnTo>
                  <a:lnTo>
                    <a:pt x="1215779" y="520090"/>
                  </a:lnTo>
                  <a:lnTo>
                    <a:pt x="1215542" y="520222"/>
                  </a:lnTo>
                  <a:lnTo>
                    <a:pt x="1215366" y="520659"/>
                  </a:lnTo>
                  <a:lnTo>
                    <a:pt x="1215173" y="520793"/>
                  </a:lnTo>
                  <a:lnTo>
                    <a:pt x="1214994" y="520918"/>
                  </a:lnTo>
                  <a:lnTo>
                    <a:pt x="1214357" y="521238"/>
                  </a:lnTo>
                  <a:lnTo>
                    <a:pt x="1214116" y="521397"/>
                  </a:lnTo>
                  <a:lnTo>
                    <a:pt x="1213258" y="522090"/>
                  </a:lnTo>
                  <a:lnTo>
                    <a:pt x="1212315" y="522912"/>
                  </a:lnTo>
                  <a:lnTo>
                    <a:pt x="1212437" y="523483"/>
                  </a:lnTo>
                  <a:lnTo>
                    <a:pt x="1212513" y="523632"/>
                  </a:lnTo>
                  <a:lnTo>
                    <a:pt x="1212216" y="523695"/>
                  </a:lnTo>
                  <a:lnTo>
                    <a:pt x="1212218" y="524202"/>
                  </a:lnTo>
                  <a:lnTo>
                    <a:pt x="1212149" y="524464"/>
                  </a:lnTo>
                  <a:lnTo>
                    <a:pt x="1212413" y="524771"/>
                  </a:lnTo>
                  <a:lnTo>
                    <a:pt x="1212570" y="524993"/>
                  </a:lnTo>
                  <a:lnTo>
                    <a:pt x="1212683" y="525117"/>
                  </a:lnTo>
                  <a:lnTo>
                    <a:pt x="1213283" y="525350"/>
                  </a:lnTo>
                  <a:lnTo>
                    <a:pt x="1213235" y="525529"/>
                  </a:lnTo>
                  <a:lnTo>
                    <a:pt x="1212995" y="525763"/>
                  </a:lnTo>
                  <a:lnTo>
                    <a:pt x="1212926" y="526206"/>
                  </a:lnTo>
                  <a:lnTo>
                    <a:pt x="1213462" y="526434"/>
                  </a:lnTo>
                  <a:lnTo>
                    <a:pt x="1214116" y="526434"/>
                  </a:lnTo>
                  <a:lnTo>
                    <a:pt x="1214259" y="526441"/>
                  </a:lnTo>
                  <a:lnTo>
                    <a:pt x="1214568" y="526376"/>
                  </a:lnTo>
                  <a:lnTo>
                    <a:pt x="1214784" y="526347"/>
                  </a:lnTo>
                  <a:lnTo>
                    <a:pt x="1215241" y="526447"/>
                  </a:lnTo>
                  <a:lnTo>
                    <a:pt x="1215710" y="526274"/>
                  </a:lnTo>
                  <a:lnTo>
                    <a:pt x="1216270" y="525882"/>
                  </a:lnTo>
                  <a:lnTo>
                    <a:pt x="1216577" y="525693"/>
                  </a:lnTo>
                  <a:lnTo>
                    <a:pt x="1216891" y="525364"/>
                  </a:lnTo>
                  <a:lnTo>
                    <a:pt x="1217252" y="525555"/>
                  </a:lnTo>
                  <a:lnTo>
                    <a:pt x="1217077" y="525366"/>
                  </a:lnTo>
                  <a:lnTo>
                    <a:pt x="1217497" y="525328"/>
                  </a:lnTo>
                  <a:lnTo>
                    <a:pt x="1217943" y="525453"/>
                  </a:lnTo>
                  <a:lnTo>
                    <a:pt x="1218056" y="525583"/>
                  </a:lnTo>
                  <a:lnTo>
                    <a:pt x="1217987" y="525905"/>
                  </a:lnTo>
                  <a:lnTo>
                    <a:pt x="1218085" y="526292"/>
                  </a:lnTo>
                  <a:lnTo>
                    <a:pt x="1217884" y="526736"/>
                  </a:lnTo>
                  <a:lnTo>
                    <a:pt x="1217871" y="527028"/>
                  </a:lnTo>
                  <a:lnTo>
                    <a:pt x="1218073" y="527177"/>
                  </a:lnTo>
                  <a:lnTo>
                    <a:pt x="1218064" y="527458"/>
                  </a:lnTo>
                  <a:lnTo>
                    <a:pt x="1217948" y="527884"/>
                  </a:lnTo>
                  <a:lnTo>
                    <a:pt x="1217836" y="528159"/>
                  </a:lnTo>
                  <a:lnTo>
                    <a:pt x="1217739" y="528488"/>
                  </a:lnTo>
                  <a:lnTo>
                    <a:pt x="1217795" y="528689"/>
                  </a:lnTo>
                  <a:lnTo>
                    <a:pt x="1217309" y="528761"/>
                  </a:lnTo>
                  <a:lnTo>
                    <a:pt x="1217328" y="529331"/>
                  </a:lnTo>
                  <a:lnTo>
                    <a:pt x="1217434" y="529571"/>
                  </a:lnTo>
                  <a:lnTo>
                    <a:pt x="1217727" y="529852"/>
                  </a:lnTo>
                  <a:lnTo>
                    <a:pt x="1217953" y="530368"/>
                  </a:lnTo>
                  <a:lnTo>
                    <a:pt x="1218093" y="530449"/>
                  </a:lnTo>
                  <a:lnTo>
                    <a:pt x="1218122" y="530798"/>
                  </a:lnTo>
                  <a:lnTo>
                    <a:pt x="1217992" y="530892"/>
                  </a:lnTo>
                  <a:lnTo>
                    <a:pt x="1218167" y="531187"/>
                  </a:lnTo>
                  <a:lnTo>
                    <a:pt x="1218154" y="531548"/>
                  </a:lnTo>
                  <a:lnTo>
                    <a:pt x="1218059" y="531931"/>
                  </a:lnTo>
                  <a:lnTo>
                    <a:pt x="1218018" y="532165"/>
                  </a:lnTo>
                  <a:lnTo>
                    <a:pt x="1218046" y="532364"/>
                  </a:lnTo>
                  <a:lnTo>
                    <a:pt x="1218253" y="532618"/>
                  </a:lnTo>
                  <a:lnTo>
                    <a:pt x="1218491" y="532901"/>
                  </a:lnTo>
                  <a:lnTo>
                    <a:pt x="1218421" y="533408"/>
                  </a:lnTo>
                  <a:lnTo>
                    <a:pt x="1219009" y="533649"/>
                  </a:lnTo>
                  <a:lnTo>
                    <a:pt x="1219060" y="533836"/>
                  </a:lnTo>
                  <a:lnTo>
                    <a:pt x="1219262" y="533907"/>
                  </a:lnTo>
                  <a:lnTo>
                    <a:pt x="1219337" y="534106"/>
                  </a:lnTo>
                  <a:lnTo>
                    <a:pt x="1219334" y="534408"/>
                  </a:lnTo>
                  <a:lnTo>
                    <a:pt x="1219427" y="534699"/>
                  </a:lnTo>
                  <a:lnTo>
                    <a:pt x="1220005" y="534436"/>
                  </a:lnTo>
                  <a:lnTo>
                    <a:pt x="1220112" y="534635"/>
                  </a:lnTo>
                  <a:lnTo>
                    <a:pt x="1220270" y="534724"/>
                  </a:lnTo>
                  <a:lnTo>
                    <a:pt x="1220622" y="534944"/>
                  </a:lnTo>
                  <a:lnTo>
                    <a:pt x="1220715" y="535178"/>
                  </a:lnTo>
                  <a:lnTo>
                    <a:pt x="1221287" y="535380"/>
                  </a:lnTo>
                  <a:lnTo>
                    <a:pt x="1221847" y="535578"/>
                  </a:lnTo>
                  <a:lnTo>
                    <a:pt x="1222415" y="535779"/>
                  </a:lnTo>
                  <a:lnTo>
                    <a:pt x="1222728" y="535930"/>
                  </a:lnTo>
                  <a:lnTo>
                    <a:pt x="1222672" y="536411"/>
                  </a:lnTo>
                  <a:lnTo>
                    <a:pt x="1222600" y="536712"/>
                  </a:lnTo>
                  <a:lnTo>
                    <a:pt x="1222545" y="536906"/>
                  </a:lnTo>
                  <a:lnTo>
                    <a:pt x="1222780" y="537092"/>
                  </a:lnTo>
                  <a:lnTo>
                    <a:pt x="1222920" y="537078"/>
                  </a:lnTo>
                  <a:lnTo>
                    <a:pt x="1223040" y="537373"/>
                  </a:lnTo>
                  <a:lnTo>
                    <a:pt x="1223240" y="537733"/>
                  </a:lnTo>
                  <a:lnTo>
                    <a:pt x="1223370" y="537788"/>
                  </a:lnTo>
                  <a:lnTo>
                    <a:pt x="1223592" y="537771"/>
                  </a:lnTo>
                  <a:lnTo>
                    <a:pt x="1223851" y="537890"/>
                  </a:lnTo>
                  <a:lnTo>
                    <a:pt x="1224036" y="537906"/>
                  </a:lnTo>
                  <a:lnTo>
                    <a:pt x="1224258" y="537824"/>
                  </a:lnTo>
                  <a:lnTo>
                    <a:pt x="1224719" y="537529"/>
                  </a:lnTo>
                  <a:lnTo>
                    <a:pt x="1224955" y="537414"/>
                  </a:lnTo>
                  <a:lnTo>
                    <a:pt x="1226064" y="536904"/>
                  </a:lnTo>
                  <a:lnTo>
                    <a:pt x="1226707" y="536925"/>
                  </a:lnTo>
                  <a:lnTo>
                    <a:pt x="1227403" y="537152"/>
                  </a:lnTo>
                  <a:lnTo>
                    <a:pt x="1227647" y="537226"/>
                  </a:lnTo>
                  <a:lnTo>
                    <a:pt x="1228077" y="537369"/>
                  </a:lnTo>
                  <a:lnTo>
                    <a:pt x="1228472" y="537336"/>
                  </a:lnTo>
                  <a:lnTo>
                    <a:pt x="1228655" y="537284"/>
                  </a:lnTo>
                  <a:lnTo>
                    <a:pt x="1228913" y="537209"/>
                  </a:lnTo>
                  <a:lnTo>
                    <a:pt x="1229122" y="537137"/>
                  </a:lnTo>
                  <a:lnTo>
                    <a:pt x="1229346" y="537060"/>
                  </a:lnTo>
                  <a:lnTo>
                    <a:pt x="1229518" y="537002"/>
                  </a:lnTo>
                  <a:lnTo>
                    <a:pt x="1229825" y="536919"/>
                  </a:lnTo>
                  <a:lnTo>
                    <a:pt x="1230172" y="536933"/>
                  </a:lnTo>
                  <a:lnTo>
                    <a:pt x="1230731" y="536547"/>
                  </a:lnTo>
                  <a:lnTo>
                    <a:pt x="1231317" y="535834"/>
                  </a:lnTo>
                  <a:lnTo>
                    <a:pt x="1231327" y="535622"/>
                  </a:lnTo>
                  <a:lnTo>
                    <a:pt x="1231299" y="535433"/>
                  </a:lnTo>
                  <a:lnTo>
                    <a:pt x="1231429" y="535145"/>
                  </a:lnTo>
                  <a:lnTo>
                    <a:pt x="1231463" y="534983"/>
                  </a:lnTo>
                  <a:lnTo>
                    <a:pt x="1231560" y="534639"/>
                  </a:lnTo>
                  <a:lnTo>
                    <a:pt x="1231687" y="534404"/>
                  </a:lnTo>
                  <a:lnTo>
                    <a:pt x="1231856" y="534126"/>
                  </a:lnTo>
                  <a:lnTo>
                    <a:pt x="1232008" y="533935"/>
                  </a:lnTo>
                  <a:lnTo>
                    <a:pt x="1232202" y="533810"/>
                  </a:lnTo>
                  <a:lnTo>
                    <a:pt x="1232639" y="533375"/>
                  </a:lnTo>
                  <a:lnTo>
                    <a:pt x="1232683" y="533241"/>
                  </a:lnTo>
                  <a:lnTo>
                    <a:pt x="1232844" y="532829"/>
                  </a:lnTo>
                  <a:lnTo>
                    <a:pt x="1233172" y="532896"/>
                  </a:lnTo>
                  <a:lnTo>
                    <a:pt x="1233435" y="532563"/>
                  </a:lnTo>
                  <a:lnTo>
                    <a:pt x="1233151" y="532262"/>
                  </a:lnTo>
                  <a:lnTo>
                    <a:pt x="1233039" y="531767"/>
                  </a:lnTo>
                  <a:lnTo>
                    <a:pt x="1233206" y="531485"/>
                  </a:lnTo>
                  <a:lnTo>
                    <a:pt x="1233291" y="531152"/>
                  </a:lnTo>
                  <a:lnTo>
                    <a:pt x="1233128" y="530963"/>
                  </a:lnTo>
                  <a:lnTo>
                    <a:pt x="1233486" y="530788"/>
                  </a:lnTo>
                  <a:lnTo>
                    <a:pt x="1234033" y="530540"/>
                  </a:lnTo>
                  <a:lnTo>
                    <a:pt x="1234297" y="530675"/>
                  </a:lnTo>
                  <a:lnTo>
                    <a:pt x="1234859" y="530795"/>
                  </a:lnTo>
                  <a:lnTo>
                    <a:pt x="1235051" y="530608"/>
                  </a:lnTo>
                  <a:lnTo>
                    <a:pt x="1235307" y="530461"/>
                  </a:lnTo>
                  <a:lnTo>
                    <a:pt x="1235728" y="530496"/>
                  </a:lnTo>
                  <a:lnTo>
                    <a:pt x="1235878" y="530555"/>
                  </a:lnTo>
                  <a:lnTo>
                    <a:pt x="1236036" y="530617"/>
                  </a:lnTo>
                  <a:lnTo>
                    <a:pt x="1236395" y="530748"/>
                  </a:lnTo>
                  <a:lnTo>
                    <a:pt x="1236517" y="530418"/>
                  </a:lnTo>
                  <a:lnTo>
                    <a:pt x="1236904" y="530314"/>
                  </a:lnTo>
                  <a:lnTo>
                    <a:pt x="1237480" y="530512"/>
                  </a:lnTo>
                  <a:lnTo>
                    <a:pt x="1237617" y="530605"/>
                  </a:lnTo>
                  <a:lnTo>
                    <a:pt x="1238160" y="531010"/>
                  </a:lnTo>
                  <a:lnTo>
                    <a:pt x="1238566" y="531557"/>
                  </a:lnTo>
                  <a:lnTo>
                    <a:pt x="1238470" y="531771"/>
                  </a:lnTo>
                  <a:lnTo>
                    <a:pt x="1238538" y="531931"/>
                  </a:lnTo>
                  <a:lnTo>
                    <a:pt x="1238777" y="532330"/>
                  </a:lnTo>
                  <a:lnTo>
                    <a:pt x="1239126" y="532138"/>
                  </a:lnTo>
                  <a:lnTo>
                    <a:pt x="1239751" y="531928"/>
                  </a:lnTo>
                  <a:lnTo>
                    <a:pt x="1239886" y="531938"/>
                  </a:lnTo>
                  <a:lnTo>
                    <a:pt x="1240521" y="531803"/>
                  </a:lnTo>
                  <a:lnTo>
                    <a:pt x="1241691" y="529139"/>
                  </a:lnTo>
                  <a:lnTo>
                    <a:pt x="1242041" y="528120"/>
                  </a:lnTo>
                  <a:lnTo>
                    <a:pt x="1242018" y="527580"/>
                  </a:lnTo>
                  <a:lnTo>
                    <a:pt x="1241895" y="527338"/>
                  </a:lnTo>
                  <a:lnTo>
                    <a:pt x="1241955" y="526534"/>
                  </a:lnTo>
                  <a:lnTo>
                    <a:pt x="1241277" y="526384"/>
                  </a:lnTo>
                  <a:lnTo>
                    <a:pt x="1241244" y="525994"/>
                  </a:lnTo>
                  <a:lnTo>
                    <a:pt x="1241005" y="525527"/>
                  </a:lnTo>
                  <a:lnTo>
                    <a:pt x="1240628" y="525284"/>
                  </a:lnTo>
                  <a:lnTo>
                    <a:pt x="1239891" y="524650"/>
                  </a:lnTo>
                  <a:lnTo>
                    <a:pt x="1239228" y="524692"/>
                  </a:lnTo>
                  <a:lnTo>
                    <a:pt x="1238449" y="524829"/>
                  </a:lnTo>
                  <a:lnTo>
                    <a:pt x="1237180" y="524980"/>
                  </a:lnTo>
                  <a:lnTo>
                    <a:pt x="1236960" y="523816"/>
                  </a:lnTo>
                  <a:lnTo>
                    <a:pt x="1236911" y="523571"/>
                  </a:lnTo>
                  <a:lnTo>
                    <a:pt x="1237109" y="523238"/>
                  </a:lnTo>
                  <a:lnTo>
                    <a:pt x="1237078" y="523064"/>
                  </a:lnTo>
                  <a:lnTo>
                    <a:pt x="1237429" y="523251"/>
                  </a:lnTo>
                  <a:lnTo>
                    <a:pt x="1237570" y="523349"/>
                  </a:lnTo>
                  <a:lnTo>
                    <a:pt x="1237858" y="523508"/>
                  </a:lnTo>
                  <a:lnTo>
                    <a:pt x="1238099" y="523589"/>
                  </a:lnTo>
                  <a:lnTo>
                    <a:pt x="1238276" y="523518"/>
                  </a:lnTo>
                  <a:lnTo>
                    <a:pt x="1238734" y="523669"/>
                  </a:lnTo>
                  <a:lnTo>
                    <a:pt x="1238962" y="523803"/>
                  </a:lnTo>
                  <a:lnTo>
                    <a:pt x="1239158" y="523976"/>
                  </a:lnTo>
                  <a:lnTo>
                    <a:pt x="1239696" y="524404"/>
                  </a:lnTo>
                  <a:lnTo>
                    <a:pt x="1239939" y="524556"/>
                  </a:lnTo>
                  <a:lnTo>
                    <a:pt x="1240140" y="524705"/>
                  </a:lnTo>
                  <a:lnTo>
                    <a:pt x="1240662" y="525178"/>
                  </a:lnTo>
                  <a:lnTo>
                    <a:pt x="1241005" y="525396"/>
                  </a:lnTo>
                  <a:lnTo>
                    <a:pt x="1241147" y="525507"/>
                  </a:lnTo>
                  <a:lnTo>
                    <a:pt x="1241233" y="525640"/>
                  </a:lnTo>
                  <a:lnTo>
                    <a:pt x="1241293" y="525777"/>
                  </a:lnTo>
                  <a:lnTo>
                    <a:pt x="1241341" y="525963"/>
                  </a:lnTo>
                  <a:lnTo>
                    <a:pt x="1241436" y="526266"/>
                  </a:lnTo>
                  <a:lnTo>
                    <a:pt x="1241976" y="526386"/>
                  </a:lnTo>
                  <a:lnTo>
                    <a:pt x="1242695" y="526487"/>
                  </a:lnTo>
                  <a:lnTo>
                    <a:pt x="1243120" y="526437"/>
                  </a:lnTo>
                  <a:lnTo>
                    <a:pt x="1243360" y="526498"/>
                  </a:lnTo>
                  <a:lnTo>
                    <a:pt x="1243571" y="526417"/>
                  </a:lnTo>
                  <a:lnTo>
                    <a:pt x="1243714" y="526401"/>
                  </a:lnTo>
                  <a:lnTo>
                    <a:pt x="1243937" y="526281"/>
                  </a:lnTo>
                  <a:lnTo>
                    <a:pt x="1244264" y="526182"/>
                  </a:lnTo>
                  <a:lnTo>
                    <a:pt x="1244475" y="525944"/>
                  </a:lnTo>
                  <a:lnTo>
                    <a:pt x="1244748" y="525903"/>
                  </a:lnTo>
                  <a:lnTo>
                    <a:pt x="1245009" y="525702"/>
                  </a:lnTo>
                  <a:lnTo>
                    <a:pt x="1245165" y="525542"/>
                  </a:lnTo>
                  <a:lnTo>
                    <a:pt x="1245636" y="525532"/>
                  </a:lnTo>
                  <a:lnTo>
                    <a:pt x="1245794" y="525497"/>
                  </a:lnTo>
                  <a:lnTo>
                    <a:pt x="1246088" y="525550"/>
                  </a:lnTo>
                  <a:lnTo>
                    <a:pt x="1246457" y="525689"/>
                  </a:lnTo>
                  <a:lnTo>
                    <a:pt x="1247256" y="525519"/>
                  </a:lnTo>
                  <a:lnTo>
                    <a:pt x="1247722" y="526403"/>
                  </a:lnTo>
                  <a:lnTo>
                    <a:pt x="1246850" y="528483"/>
                  </a:lnTo>
                  <a:lnTo>
                    <a:pt x="1246745" y="528794"/>
                  </a:lnTo>
                  <a:lnTo>
                    <a:pt x="1246378" y="529262"/>
                  </a:lnTo>
                  <a:lnTo>
                    <a:pt x="1246220" y="530037"/>
                  </a:lnTo>
                  <a:lnTo>
                    <a:pt x="1246031" y="530196"/>
                  </a:lnTo>
                  <a:lnTo>
                    <a:pt x="1245914" y="530378"/>
                  </a:lnTo>
                  <a:lnTo>
                    <a:pt x="1245821" y="531558"/>
                  </a:lnTo>
                  <a:lnTo>
                    <a:pt x="1245908" y="531727"/>
                  </a:lnTo>
                  <a:lnTo>
                    <a:pt x="1246079" y="531922"/>
                  </a:lnTo>
                  <a:lnTo>
                    <a:pt x="1246309" y="532144"/>
                  </a:lnTo>
                  <a:lnTo>
                    <a:pt x="1246437" y="532241"/>
                  </a:lnTo>
                  <a:lnTo>
                    <a:pt x="1246861" y="532411"/>
                  </a:lnTo>
                  <a:lnTo>
                    <a:pt x="1247012" y="532417"/>
                  </a:lnTo>
                  <a:lnTo>
                    <a:pt x="1247145" y="532420"/>
                  </a:lnTo>
                  <a:lnTo>
                    <a:pt x="1247402" y="532389"/>
                  </a:lnTo>
                  <a:lnTo>
                    <a:pt x="1247817" y="532334"/>
                  </a:lnTo>
                  <a:lnTo>
                    <a:pt x="1248420" y="532236"/>
                  </a:lnTo>
                  <a:lnTo>
                    <a:pt x="1248841" y="532396"/>
                  </a:lnTo>
                  <a:lnTo>
                    <a:pt x="1249449" y="532438"/>
                  </a:lnTo>
                  <a:lnTo>
                    <a:pt x="1249579" y="532375"/>
                  </a:lnTo>
                  <a:lnTo>
                    <a:pt x="1249958" y="531822"/>
                  </a:lnTo>
                  <a:lnTo>
                    <a:pt x="1250008" y="531640"/>
                  </a:lnTo>
                  <a:lnTo>
                    <a:pt x="1250037" y="531504"/>
                  </a:lnTo>
                  <a:lnTo>
                    <a:pt x="1250060" y="531194"/>
                  </a:lnTo>
                  <a:lnTo>
                    <a:pt x="1250171" y="529549"/>
                  </a:lnTo>
                  <a:lnTo>
                    <a:pt x="1250099" y="528972"/>
                  </a:lnTo>
                  <a:lnTo>
                    <a:pt x="1250626" y="528877"/>
                  </a:lnTo>
                  <a:lnTo>
                    <a:pt x="1251002" y="528898"/>
                  </a:lnTo>
                  <a:lnTo>
                    <a:pt x="1251524" y="529649"/>
                  </a:lnTo>
                  <a:lnTo>
                    <a:pt x="1251166" y="530181"/>
                  </a:lnTo>
                  <a:lnTo>
                    <a:pt x="1251581" y="531919"/>
                  </a:lnTo>
                  <a:lnTo>
                    <a:pt x="1251212" y="532037"/>
                  </a:lnTo>
                  <a:lnTo>
                    <a:pt x="1250804" y="532123"/>
                  </a:lnTo>
                  <a:lnTo>
                    <a:pt x="1250379" y="532579"/>
                  </a:lnTo>
                  <a:lnTo>
                    <a:pt x="1251423" y="533074"/>
                  </a:lnTo>
                  <a:lnTo>
                    <a:pt x="1251998" y="533040"/>
                  </a:lnTo>
                  <a:lnTo>
                    <a:pt x="1252255" y="533029"/>
                  </a:lnTo>
                  <a:lnTo>
                    <a:pt x="1252555" y="533037"/>
                  </a:lnTo>
                  <a:lnTo>
                    <a:pt x="1252651" y="533192"/>
                  </a:lnTo>
                  <a:lnTo>
                    <a:pt x="1252426" y="533478"/>
                  </a:lnTo>
                  <a:lnTo>
                    <a:pt x="1252496" y="534025"/>
                  </a:lnTo>
                  <a:lnTo>
                    <a:pt x="1252487" y="534406"/>
                  </a:lnTo>
                  <a:lnTo>
                    <a:pt x="1252486" y="534588"/>
                  </a:lnTo>
                  <a:lnTo>
                    <a:pt x="1252695" y="535728"/>
                  </a:lnTo>
                  <a:lnTo>
                    <a:pt x="1252379" y="535764"/>
                  </a:lnTo>
                  <a:lnTo>
                    <a:pt x="1252427" y="536240"/>
                  </a:lnTo>
                  <a:lnTo>
                    <a:pt x="1252578" y="536941"/>
                  </a:lnTo>
                  <a:lnTo>
                    <a:pt x="1252626" y="537754"/>
                  </a:lnTo>
                  <a:lnTo>
                    <a:pt x="1252386" y="537897"/>
                  </a:lnTo>
                  <a:lnTo>
                    <a:pt x="1252122" y="538026"/>
                  </a:lnTo>
                  <a:lnTo>
                    <a:pt x="1251674" y="539067"/>
                  </a:lnTo>
                  <a:lnTo>
                    <a:pt x="1251310" y="539766"/>
                  </a:lnTo>
                  <a:lnTo>
                    <a:pt x="1249917" y="539778"/>
                  </a:lnTo>
                  <a:lnTo>
                    <a:pt x="1248080" y="539832"/>
                  </a:lnTo>
                  <a:lnTo>
                    <a:pt x="1247782" y="539842"/>
                  </a:lnTo>
                  <a:lnTo>
                    <a:pt x="1247063" y="539865"/>
                  </a:lnTo>
                  <a:lnTo>
                    <a:pt x="1246501" y="539884"/>
                  </a:lnTo>
                  <a:lnTo>
                    <a:pt x="1246070" y="539898"/>
                  </a:lnTo>
                  <a:lnTo>
                    <a:pt x="1245632" y="539912"/>
                  </a:lnTo>
                  <a:lnTo>
                    <a:pt x="1245205" y="539932"/>
                  </a:lnTo>
                  <a:lnTo>
                    <a:pt x="1242800" y="540156"/>
                  </a:lnTo>
                  <a:lnTo>
                    <a:pt x="1242616" y="540189"/>
                  </a:lnTo>
                  <a:lnTo>
                    <a:pt x="1240144" y="540447"/>
                  </a:lnTo>
                  <a:lnTo>
                    <a:pt x="1239284" y="540756"/>
                  </a:lnTo>
                  <a:lnTo>
                    <a:pt x="1238958" y="540828"/>
                  </a:lnTo>
                  <a:lnTo>
                    <a:pt x="1238720" y="540879"/>
                  </a:lnTo>
                  <a:lnTo>
                    <a:pt x="1238275" y="541017"/>
                  </a:lnTo>
                  <a:lnTo>
                    <a:pt x="1237848" y="541211"/>
                  </a:lnTo>
                  <a:lnTo>
                    <a:pt x="1237585" y="541199"/>
                  </a:lnTo>
                  <a:lnTo>
                    <a:pt x="1237299" y="541184"/>
                  </a:lnTo>
                  <a:lnTo>
                    <a:pt x="1236850" y="541134"/>
                  </a:lnTo>
                  <a:lnTo>
                    <a:pt x="1236090" y="541227"/>
                  </a:lnTo>
                  <a:lnTo>
                    <a:pt x="1235935" y="541256"/>
                  </a:lnTo>
                  <a:lnTo>
                    <a:pt x="1235790" y="541432"/>
                  </a:lnTo>
                  <a:lnTo>
                    <a:pt x="1235773" y="541596"/>
                  </a:lnTo>
                  <a:lnTo>
                    <a:pt x="1235665" y="541860"/>
                  </a:lnTo>
                  <a:lnTo>
                    <a:pt x="1235796" y="541868"/>
                  </a:lnTo>
                  <a:lnTo>
                    <a:pt x="1235846" y="542030"/>
                  </a:lnTo>
                  <a:lnTo>
                    <a:pt x="1235923" y="542272"/>
                  </a:lnTo>
                  <a:lnTo>
                    <a:pt x="1235890" y="542458"/>
                  </a:lnTo>
                  <a:lnTo>
                    <a:pt x="1235948" y="542730"/>
                  </a:lnTo>
                  <a:lnTo>
                    <a:pt x="1235954" y="542878"/>
                  </a:lnTo>
                  <a:lnTo>
                    <a:pt x="1236021" y="543280"/>
                  </a:lnTo>
                  <a:lnTo>
                    <a:pt x="1236022" y="543657"/>
                  </a:lnTo>
                  <a:lnTo>
                    <a:pt x="1235672" y="543820"/>
                  </a:lnTo>
                  <a:lnTo>
                    <a:pt x="1235218" y="543985"/>
                  </a:lnTo>
                  <a:lnTo>
                    <a:pt x="1234913" y="544167"/>
                  </a:lnTo>
                  <a:lnTo>
                    <a:pt x="1234316" y="544367"/>
                  </a:lnTo>
                  <a:lnTo>
                    <a:pt x="1234101" y="544916"/>
                  </a:lnTo>
                  <a:lnTo>
                    <a:pt x="1233526" y="545092"/>
                  </a:lnTo>
                  <a:lnTo>
                    <a:pt x="1233332" y="544969"/>
                  </a:lnTo>
                  <a:lnTo>
                    <a:pt x="1232886" y="545093"/>
                  </a:lnTo>
                  <a:lnTo>
                    <a:pt x="1232742" y="545129"/>
                  </a:lnTo>
                  <a:lnTo>
                    <a:pt x="1232543" y="545010"/>
                  </a:lnTo>
                  <a:lnTo>
                    <a:pt x="1232231" y="544669"/>
                  </a:lnTo>
                  <a:lnTo>
                    <a:pt x="1231883" y="544346"/>
                  </a:lnTo>
                  <a:lnTo>
                    <a:pt x="1231264" y="543839"/>
                  </a:lnTo>
                  <a:lnTo>
                    <a:pt x="1230339" y="543961"/>
                  </a:lnTo>
                  <a:lnTo>
                    <a:pt x="1230177" y="543971"/>
                  </a:lnTo>
                  <a:lnTo>
                    <a:pt x="1229495" y="544121"/>
                  </a:lnTo>
                  <a:lnTo>
                    <a:pt x="1228855" y="544205"/>
                  </a:lnTo>
                  <a:lnTo>
                    <a:pt x="1228524" y="544244"/>
                  </a:lnTo>
                  <a:lnTo>
                    <a:pt x="1227886" y="544353"/>
                  </a:lnTo>
                  <a:lnTo>
                    <a:pt x="1227452" y="544396"/>
                  </a:lnTo>
                  <a:lnTo>
                    <a:pt x="1227615" y="544959"/>
                  </a:lnTo>
                  <a:lnTo>
                    <a:pt x="1226878" y="545033"/>
                  </a:lnTo>
                  <a:lnTo>
                    <a:pt x="1226604" y="544230"/>
                  </a:lnTo>
                  <a:lnTo>
                    <a:pt x="1226582" y="543938"/>
                  </a:lnTo>
                  <a:lnTo>
                    <a:pt x="1226444" y="543363"/>
                  </a:lnTo>
                  <a:lnTo>
                    <a:pt x="1226246" y="543397"/>
                  </a:lnTo>
                  <a:lnTo>
                    <a:pt x="1226019" y="543401"/>
                  </a:lnTo>
                  <a:lnTo>
                    <a:pt x="1224969" y="543638"/>
                  </a:lnTo>
                  <a:lnTo>
                    <a:pt x="1225035" y="543934"/>
                  </a:lnTo>
                  <a:lnTo>
                    <a:pt x="1225073" y="544179"/>
                  </a:lnTo>
                  <a:lnTo>
                    <a:pt x="1225148" y="544480"/>
                  </a:lnTo>
                  <a:lnTo>
                    <a:pt x="1225184" y="544736"/>
                  </a:lnTo>
                  <a:lnTo>
                    <a:pt x="1225222" y="544867"/>
                  </a:lnTo>
                  <a:lnTo>
                    <a:pt x="1225287" y="545640"/>
                  </a:lnTo>
                  <a:lnTo>
                    <a:pt x="1224111" y="545750"/>
                  </a:lnTo>
                  <a:lnTo>
                    <a:pt x="1223209" y="545804"/>
                  </a:lnTo>
                  <a:lnTo>
                    <a:pt x="1222934" y="545937"/>
                  </a:lnTo>
                  <a:lnTo>
                    <a:pt x="1222991" y="546385"/>
                  </a:lnTo>
                  <a:lnTo>
                    <a:pt x="1222966" y="546607"/>
                  </a:lnTo>
                  <a:lnTo>
                    <a:pt x="1223152" y="547668"/>
                  </a:lnTo>
                  <a:lnTo>
                    <a:pt x="1223202" y="547847"/>
                  </a:lnTo>
                  <a:lnTo>
                    <a:pt x="1223209" y="548003"/>
                  </a:lnTo>
                  <a:lnTo>
                    <a:pt x="1223301" y="548604"/>
                  </a:lnTo>
                  <a:lnTo>
                    <a:pt x="1223204" y="551976"/>
                  </a:lnTo>
                  <a:lnTo>
                    <a:pt x="1223193" y="552119"/>
                  </a:lnTo>
                  <a:lnTo>
                    <a:pt x="1223180" y="552294"/>
                  </a:lnTo>
                  <a:lnTo>
                    <a:pt x="1223195" y="552758"/>
                  </a:lnTo>
                  <a:lnTo>
                    <a:pt x="1223375" y="553470"/>
                  </a:lnTo>
                  <a:lnTo>
                    <a:pt x="1227288" y="558429"/>
                  </a:lnTo>
                  <a:lnTo>
                    <a:pt x="1229020" y="560229"/>
                  </a:lnTo>
                  <a:lnTo>
                    <a:pt x="1229422" y="560657"/>
                  </a:lnTo>
                  <a:lnTo>
                    <a:pt x="1229521" y="560789"/>
                  </a:lnTo>
                  <a:lnTo>
                    <a:pt x="1231257" y="563486"/>
                  </a:lnTo>
                  <a:lnTo>
                    <a:pt x="1230642" y="563848"/>
                  </a:lnTo>
                  <a:lnTo>
                    <a:pt x="1229644" y="564490"/>
                  </a:lnTo>
                  <a:lnTo>
                    <a:pt x="1228880" y="565513"/>
                  </a:lnTo>
                  <a:lnTo>
                    <a:pt x="1228891" y="567188"/>
                  </a:lnTo>
                  <a:lnTo>
                    <a:pt x="1228848" y="567436"/>
                  </a:lnTo>
                  <a:lnTo>
                    <a:pt x="1227672" y="567580"/>
                  </a:lnTo>
                  <a:lnTo>
                    <a:pt x="1227788" y="568089"/>
                  </a:lnTo>
                  <a:lnTo>
                    <a:pt x="1228113" y="569838"/>
                  </a:lnTo>
                  <a:lnTo>
                    <a:pt x="1226112" y="570185"/>
                  </a:lnTo>
                  <a:lnTo>
                    <a:pt x="1224972" y="571448"/>
                  </a:lnTo>
                  <a:lnTo>
                    <a:pt x="1223151" y="571654"/>
                  </a:lnTo>
                  <a:lnTo>
                    <a:pt x="1220789" y="571953"/>
                  </a:lnTo>
                  <a:lnTo>
                    <a:pt x="1213028" y="572885"/>
                  </a:lnTo>
                  <a:lnTo>
                    <a:pt x="1214698" y="581481"/>
                  </a:lnTo>
                  <a:lnTo>
                    <a:pt x="1214608" y="581725"/>
                  </a:lnTo>
                  <a:lnTo>
                    <a:pt x="1214607" y="581968"/>
                  </a:lnTo>
                  <a:lnTo>
                    <a:pt x="1214641" y="582129"/>
                  </a:lnTo>
                  <a:lnTo>
                    <a:pt x="1214605" y="582386"/>
                  </a:lnTo>
                  <a:lnTo>
                    <a:pt x="1214336" y="582658"/>
                  </a:lnTo>
                  <a:lnTo>
                    <a:pt x="1214314" y="582869"/>
                  </a:lnTo>
                  <a:lnTo>
                    <a:pt x="1214207" y="583170"/>
                  </a:lnTo>
                  <a:lnTo>
                    <a:pt x="1214163" y="583299"/>
                  </a:lnTo>
                  <a:lnTo>
                    <a:pt x="1213379" y="584528"/>
                  </a:lnTo>
                  <a:lnTo>
                    <a:pt x="1212072" y="584528"/>
                  </a:lnTo>
                  <a:lnTo>
                    <a:pt x="1211923" y="584896"/>
                  </a:lnTo>
                  <a:lnTo>
                    <a:pt x="1211760" y="585134"/>
                  </a:lnTo>
                  <a:lnTo>
                    <a:pt x="1211352" y="585352"/>
                  </a:lnTo>
                  <a:lnTo>
                    <a:pt x="1211108" y="585699"/>
                  </a:lnTo>
                  <a:lnTo>
                    <a:pt x="1211506" y="586434"/>
                  </a:lnTo>
                  <a:lnTo>
                    <a:pt x="1211780" y="586758"/>
                  </a:lnTo>
                  <a:lnTo>
                    <a:pt x="1212027" y="587233"/>
                  </a:lnTo>
                  <a:lnTo>
                    <a:pt x="1212001" y="587493"/>
                  </a:lnTo>
                  <a:lnTo>
                    <a:pt x="1212206" y="587709"/>
                  </a:lnTo>
                  <a:lnTo>
                    <a:pt x="1212316" y="588033"/>
                  </a:lnTo>
                  <a:lnTo>
                    <a:pt x="1212549" y="588314"/>
                  </a:lnTo>
                  <a:lnTo>
                    <a:pt x="1212604" y="588617"/>
                  </a:lnTo>
                  <a:lnTo>
                    <a:pt x="1212659" y="588758"/>
                  </a:lnTo>
                  <a:lnTo>
                    <a:pt x="1212878" y="588930"/>
                  </a:lnTo>
                  <a:lnTo>
                    <a:pt x="1212975" y="589222"/>
                  </a:lnTo>
                  <a:lnTo>
                    <a:pt x="1212994" y="589394"/>
                  </a:lnTo>
                  <a:lnTo>
                    <a:pt x="1212045" y="590249"/>
                  </a:lnTo>
                  <a:lnTo>
                    <a:pt x="1211992" y="590469"/>
                  </a:lnTo>
                  <a:lnTo>
                    <a:pt x="1211432" y="590713"/>
                  </a:lnTo>
                  <a:lnTo>
                    <a:pt x="1211391" y="590971"/>
                  </a:lnTo>
                  <a:lnTo>
                    <a:pt x="1211042" y="591013"/>
                  </a:lnTo>
                  <a:lnTo>
                    <a:pt x="1211146" y="591288"/>
                  </a:lnTo>
                  <a:lnTo>
                    <a:pt x="1211469" y="591573"/>
                  </a:lnTo>
                  <a:lnTo>
                    <a:pt x="1211511" y="591757"/>
                  </a:lnTo>
                  <a:lnTo>
                    <a:pt x="1210828" y="591847"/>
                  </a:lnTo>
                  <a:lnTo>
                    <a:pt x="1210810" y="592281"/>
                  </a:lnTo>
                  <a:lnTo>
                    <a:pt x="1210852" y="592437"/>
                  </a:lnTo>
                  <a:lnTo>
                    <a:pt x="1210593" y="592465"/>
                  </a:lnTo>
                  <a:lnTo>
                    <a:pt x="1210612" y="592678"/>
                  </a:lnTo>
                  <a:lnTo>
                    <a:pt x="1208900" y="592799"/>
                  </a:lnTo>
                  <a:lnTo>
                    <a:pt x="1207278" y="592913"/>
                  </a:lnTo>
                  <a:lnTo>
                    <a:pt x="1207176" y="592101"/>
                  </a:lnTo>
                  <a:lnTo>
                    <a:pt x="1207154" y="591931"/>
                  </a:lnTo>
                  <a:lnTo>
                    <a:pt x="1206902" y="591840"/>
                  </a:lnTo>
                  <a:lnTo>
                    <a:pt x="1206782" y="591283"/>
                  </a:lnTo>
                  <a:lnTo>
                    <a:pt x="1206526" y="591265"/>
                  </a:lnTo>
                  <a:lnTo>
                    <a:pt x="1206265" y="591251"/>
                  </a:lnTo>
                  <a:lnTo>
                    <a:pt x="1206204" y="590704"/>
                  </a:lnTo>
                  <a:lnTo>
                    <a:pt x="1206218" y="590488"/>
                  </a:lnTo>
                  <a:lnTo>
                    <a:pt x="1206159" y="590246"/>
                  </a:lnTo>
                  <a:lnTo>
                    <a:pt x="1206028" y="589737"/>
                  </a:lnTo>
                  <a:lnTo>
                    <a:pt x="1205947" y="589434"/>
                  </a:lnTo>
                  <a:lnTo>
                    <a:pt x="1205872" y="589142"/>
                  </a:lnTo>
                  <a:lnTo>
                    <a:pt x="1204289" y="588872"/>
                  </a:lnTo>
                  <a:lnTo>
                    <a:pt x="1204064" y="588745"/>
                  </a:lnTo>
                  <a:lnTo>
                    <a:pt x="1203117" y="587846"/>
                  </a:lnTo>
                  <a:lnTo>
                    <a:pt x="1202512" y="587399"/>
                  </a:lnTo>
                  <a:lnTo>
                    <a:pt x="1202344" y="587202"/>
                  </a:lnTo>
                  <a:lnTo>
                    <a:pt x="1202328" y="587006"/>
                  </a:lnTo>
                  <a:lnTo>
                    <a:pt x="1202333" y="586792"/>
                  </a:lnTo>
                  <a:lnTo>
                    <a:pt x="1202103" y="586604"/>
                  </a:lnTo>
                  <a:lnTo>
                    <a:pt x="1201819" y="586410"/>
                  </a:lnTo>
                  <a:lnTo>
                    <a:pt x="1201665" y="586470"/>
                  </a:lnTo>
                  <a:lnTo>
                    <a:pt x="1201464" y="586581"/>
                  </a:lnTo>
                  <a:lnTo>
                    <a:pt x="1201267" y="586716"/>
                  </a:lnTo>
                  <a:lnTo>
                    <a:pt x="1201102" y="586880"/>
                  </a:lnTo>
                  <a:lnTo>
                    <a:pt x="1200742" y="587275"/>
                  </a:lnTo>
                  <a:lnTo>
                    <a:pt x="1200618" y="587667"/>
                  </a:lnTo>
                  <a:lnTo>
                    <a:pt x="1200178" y="588305"/>
                  </a:lnTo>
                  <a:lnTo>
                    <a:pt x="1199950" y="588408"/>
                  </a:lnTo>
                  <a:lnTo>
                    <a:pt x="1199806" y="588386"/>
                  </a:lnTo>
                  <a:lnTo>
                    <a:pt x="1199341" y="588138"/>
                  </a:lnTo>
                  <a:lnTo>
                    <a:pt x="1199305" y="587640"/>
                  </a:lnTo>
                  <a:lnTo>
                    <a:pt x="1199367" y="587082"/>
                  </a:lnTo>
                  <a:lnTo>
                    <a:pt x="1199356" y="586891"/>
                  </a:lnTo>
                  <a:lnTo>
                    <a:pt x="1199286" y="586662"/>
                  </a:lnTo>
                  <a:lnTo>
                    <a:pt x="1199309" y="586441"/>
                  </a:lnTo>
                  <a:lnTo>
                    <a:pt x="1199193" y="585895"/>
                  </a:lnTo>
                  <a:lnTo>
                    <a:pt x="1199153" y="585655"/>
                  </a:lnTo>
                  <a:lnTo>
                    <a:pt x="1199084" y="585233"/>
                  </a:lnTo>
                  <a:lnTo>
                    <a:pt x="1199018" y="585032"/>
                  </a:lnTo>
                  <a:lnTo>
                    <a:pt x="1199054" y="584750"/>
                  </a:lnTo>
                  <a:lnTo>
                    <a:pt x="1198955" y="584446"/>
                  </a:lnTo>
                  <a:lnTo>
                    <a:pt x="1198727" y="584114"/>
                  </a:lnTo>
                  <a:lnTo>
                    <a:pt x="1198363" y="583784"/>
                  </a:lnTo>
                  <a:lnTo>
                    <a:pt x="1198190" y="583549"/>
                  </a:lnTo>
                  <a:lnTo>
                    <a:pt x="1197967" y="583390"/>
                  </a:lnTo>
                  <a:lnTo>
                    <a:pt x="1197672" y="582914"/>
                  </a:lnTo>
                  <a:lnTo>
                    <a:pt x="1196585" y="581297"/>
                  </a:lnTo>
                  <a:lnTo>
                    <a:pt x="1193508" y="581120"/>
                  </a:lnTo>
                  <a:lnTo>
                    <a:pt x="1193026" y="581141"/>
                  </a:lnTo>
                  <a:lnTo>
                    <a:pt x="1192613" y="581269"/>
                  </a:lnTo>
                  <a:lnTo>
                    <a:pt x="1192534" y="582050"/>
                  </a:lnTo>
                  <a:lnTo>
                    <a:pt x="1192631" y="582907"/>
                  </a:lnTo>
                  <a:lnTo>
                    <a:pt x="1193043" y="584373"/>
                  </a:lnTo>
                  <a:lnTo>
                    <a:pt x="1193135" y="584567"/>
                  </a:lnTo>
                  <a:lnTo>
                    <a:pt x="1192684" y="584593"/>
                  </a:lnTo>
                  <a:lnTo>
                    <a:pt x="1192183" y="584520"/>
                  </a:lnTo>
                  <a:lnTo>
                    <a:pt x="1191637" y="584360"/>
                  </a:lnTo>
                  <a:lnTo>
                    <a:pt x="1191461" y="584353"/>
                  </a:lnTo>
                  <a:lnTo>
                    <a:pt x="1191337" y="584542"/>
                  </a:lnTo>
                  <a:lnTo>
                    <a:pt x="1191379" y="584900"/>
                  </a:lnTo>
                  <a:lnTo>
                    <a:pt x="1190940" y="585023"/>
                  </a:lnTo>
                  <a:lnTo>
                    <a:pt x="1190705" y="585260"/>
                  </a:lnTo>
                  <a:lnTo>
                    <a:pt x="1190678" y="585417"/>
                  </a:lnTo>
                  <a:lnTo>
                    <a:pt x="1190553" y="585655"/>
                  </a:lnTo>
                  <a:lnTo>
                    <a:pt x="1190668" y="585942"/>
                  </a:lnTo>
                  <a:lnTo>
                    <a:pt x="1190441" y="585952"/>
                  </a:lnTo>
                  <a:lnTo>
                    <a:pt x="1190296" y="585999"/>
                  </a:lnTo>
                  <a:lnTo>
                    <a:pt x="1189836" y="586173"/>
                  </a:lnTo>
                  <a:lnTo>
                    <a:pt x="1190277" y="586245"/>
                  </a:lnTo>
                  <a:lnTo>
                    <a:pt x="1190045" y="586408"/>
                  </a:lnTo>
                  <a:lnTo>
                    <a:pt x="1189793" y="586480"/>
                  </a:lnTo>
                  <a:lnTo>
                    <a:pt x="1189639" y="586625"/>
                  </a:lnTo>
                  <a:lnTo>
                    <a:pt x="1189767" y="586721"/>
                  </a:lnTo>
                  <a:lnTo>
                    <a:pt x="1189757" y="586879"/>
                  </a:lnTo>
                  <a:lnTo>
                    <a:pt x="1189078" y="587154"/>
                  </a:lnTo>
                  <a:lnTo>
                    <a:pt x="1188864" y="587257"/>
                  </a:lnTo>
                  <a:lnTo>
                    <a:pt x="1189005" y="587457"/>
                  </a:lnTo>
                  <a:lnTo>
                    <a:pt x="1188769" y="587453"/>
                  </a:lnTo>
                  <a:lnTo>
                    <a:pt x="1188631" y="587339"/>
                  </a:lnTo>
                  <a:lnTo>
                    <a:pt x="1188481" y="587294"/>
                  </a:lnTo>
                  <a:lnTo>
                    <a:pt x="1188176" y="587616"/>
                  </a:lnTo>
                  <a:lnTo>
                    <a:pt x="1187917" y="587847"/>
                  </a:lnTo>
                  <a:lnTo>
                    <a:pt x="1187733" y="587853"/>
                  </a:lnTo>
                  <a:lnTo>
                    <a:pt x="1187521" y="587702"/>
                  </a:lnTo>
                  <a:lnTo>
                    <a:pt x="1187499" y="587477"/>
                  </a:lnTo>
                  <a:lnTo>
                    <a:pt x="1187269" y="587259"/>
                  </a:lnTo>
                  <a:lnTo>
                    <a:pt x="1187174" y="587070"/>
                  </a:lnTo>
                  <a:lnTo>
                    <a:pt x="1187146" y="586725"/>
                  </a:lnTo>
                  <a:lnTo>
                    <a:pt x="1186836" y="586034"/>
                  </a:lnTo>
                  <a:lnTo>
                    <a:pt x="1186674" y="585903"/>
                  </a:lnTo>
                  <a:lnTo>
                    <a:pt x="1186396" y="585968"/>
                  </a:lnTo>
                  <a:lnTo>
                    <a:pt x="1186209" y="585980"/>
                  </a:lnTo>
                  <a:lnTo>
                    <a:pt x="1185765" y="585781"/>
                  </a:lnTo>
                  <a:lnTo>
                    <a:pt x="1185684" y="585148"/>
                  </a:lnTo>
                  <a:lnTo>
                    <a:pt x="1185488" y="584958"/>
                  </a:lnTo>
                  <a:lnTo>
                    <a:pt x="1185089" y="584688"/>
                  </a:lnTo>
                  <a:lnTo>
                    <a:pt x="1184988" y="584520"/>
                  </a:lnTo>
                  <a:lnTo>
                    <a:pt x="1184513" y="584669"/>
                  </a:lnTo>
                  <a:lnTo>
                    <a:pt x="1184249" y="584401"/>
                  </a:lnTo>
                  <a:lnTo>
                    <a:pt x="1183818" y="584315"/>
                  </a:lnTo>
                  <a:lnTo>
                    <a:pt x="1183575" y="584261"/>
                  </a:lnTo>
                  <a:lnTo>
                    <a:pt x="1183244" y="584071"/>
                  </a:lnTo>
                  <a:lnTo>
                    <a:pt x="1183081" y="584078"/>
                  </a:lnTo>
                  <a:lnTo>
                    <a:pt x="1182763" y="584005"/>
                  </a:lnTo>
                  <a:lnTo>
                    <a:pt x="1182434" y="584099"/>
                  </a:lnTo>
                  <a:lnTo>
                    <a:pt x="1181917" y="583676"/>
                  </a:lnTo>
                  <a:lnTo>
                    <a:pt x="1181527" y="583723"/>
                  </a:lnTo>
                  <a:lnTo>
                    <a:pt x="1180954" y="583606"/>
                  </a:lnTo>
                  <a:lnTo>
                    <a:pt x="1180826" y="583512"/>
                  </a:lnTo>
                  <a:lnTo>
                    <a:pt x="1180277" y="583215"/>
                  </a:lnTo>
                  <a:lnTo>
                    <a:pt x="1179797" y="583177"/>
                  </a:lnTo>
                  <a:lnTo>
                    <a:pt x="1179672" y="582640"/>
                  </a:lnTo>
                  <a:lnTo>
                    <a:pt x="1179400" y="581995"/>
                  </a:lnTo>
                  <a:lnTo>
                    <a:pt x="1179415" y="581823"/>
                  </a:lnTo>
                  <a:lnTo>
                    <a:pt x="1179494" y="581612"/>
                  </a:lnTo>
                  <a:lnTo>
                    <a:pt x="1179392" y="581255"/>
                  </a:lnTo>
                  <a:lnTo>
                    <a:pt x="1179239" y="580997"/>
                  </a:lnTo>
                  <a:lnTo>
                    <a:pt x="1178721" y="580580"/>
                  </a:lnTo>
                  <a:lnTo>
                    <a:pt x="1178578" y="580544"/>
                  </a:lnTo>
                  <a:lnTo>
                    <a:pt x="1178433" y="580614"/>
                  </a:lnTo>
                  <a:lnTo>
                    <a:pt x="1178387" y="580463"/>
                  </a:lnTo>
                  <a:lnTo>
                    <a:pt x="1177898" y="580192"/>
                  </a:lnTo>
                  <a:lnTo>
                    <a:pt x="1177596" y="579838"/>
                  </a:lnTo>
                  <a:lnTo>
                    <a:pt x="1177365" y="579532"/>
                  </a:lnTo>
                  <a:lnTo>
                    <a:pt x="1177335" y="579399"/>
                  </a:lnTo>
                  <a:lnTo>
                    <a:pt x="1177303" y="579013"/>
                  </a:lnTo>
                  <a:lnTo>
                    <a:pt x="1177075" y="578950"/>
                  </a:lnTo>
                  <a:lnTo>
                    <a:pt x="1176813" y="578943"/>
                  </a:lnTo>
                  <a:lnTo>
                    <a:pt x="1176540" y="578879"/>
                  </a:lnTo>
                  <a:lnTo>
                    <a:pt x="1176177" y="578936"/>
                  </a:lnTo>
                  <a:lnTo>
                    <a:pt x="1176057" y="578787"/>
                  </a:lnTo>
                  <a:lnTo>
                    <a:pt x="1175791" y="578166"/>
                  </a:lnTo>
                  <a:lnTo>
                    <a:pt x="1175636" y="577765"/>
                  </a:lnTo>
                  <a:lnTo>
                    <a:pt x="1175103" y="578144"/>
                  </a:lnTo>
                  <a:lnTo>
                    <a:pt x="1174662" y="578129"/>
                  </a:lnTo>
                  <a:lnTo>
                    <a:pt x="1174473" y="578059"/>
                  </a:lnTo>
                  <a:lnTo>
                    <a:pt x="1174097" y="578022"/>
                  </a:lnTo>
                  <a:lnTo>
                    <a:pt x="1173816" y="577925"/>
                  </a:lnTo>
                  <a:lnTo>
                    <a:pt x="1173642" y="577779"/>
                  </a:lnTo>
                  <a:lnTo>
                    <a:pt x="1173503" y="577509"/>
                  </a:lnTo>
                  <a:lnTo>
                    <a:pt x="1173258" y="577569"/>
                  </a:lnTo>
                  <a:lnTo>
                    <a:pt x="1173065" y="577503"/>
                  </a:lnTo>
                  <a:lnTo>
                    <a:pt x="1172869" y="577445"/>
                  </a:lnTo>
                  <a:lnTo>
                    <a:pt x="1172657" y="577382"/>
                  </a:lnTo>
                  <a:lnTo>
                    <a:pt x="1172256" y="577374"/>
                  </a:lnTo>
                  <a:lnTo>
                    <a:pt x="1172031" y="577329"/>
                  </a:lnTo>
                  <a:lnTo>
                    <a:pt x="1171903" y="577057"/>
                  </a:lnTo>
                  <a:lnTo>
                    <a:pt x="1171880" y="576920"/>
                  </a:lnTo>
                  <a:lnTo>
                    <a:pt x="1171759" y="576510"/>
                  </a:lnTo>
                  <a:lnTo>
                    <a:pt x="1171625" y="576403"/>
                  </a:lnTo>
                  <a:lnTo>
                    <a:pt x="1171293" y="576490"/>
                  </a:lnTo>
                  <a:lnTo>
                    <a:pt x="1170175" y="576727"/>
                  </a:lnTo>
                  <a:lnTo>
                    <a:pt x="1169885" y="576724"/>
                  </a:lnTo>
                  <a:lnTo>
                    <a:pt x="1169483" y="576840"/>
                  </a:lnTo>
                  <a:lnTo>
                    <a:pt x="1169263" y="576771"/>
                  </a:lnTo>
                  <a:lnTo>
                    <a:pt x="1169016" y="576637"/>
                  </a:lnTo>
                  <a:lnTo>
                    <a:pt x="1168783" y="576391"/>
                  </a:lnTo>
                  <a:lnTo>
                    <a:pt x="1168793" y="576261"/>
                  </a:lnTo>
                  <a:lnTo>
                    <a:pt x="1168280" y="576013"/>
                  </a:lnTo>
                  <a:lnTo>
                    <a:pt x="1168179" y="575735"/>
                  </a:lnTo>
                  <a:lnTo>
                    <a:pt x="1167975" y="575503"/>
                  </a:lnTo>
                  <a:lnTo>
                    <a:pt x="1167395" y="575518"/>
                  </a:lnTo>
                  <a:lnTo>
                    <a:pt x="1166868" y="575551"/>
                  </a:lnTo>
                  <a:lnTo>
                    <a:pt x="1166610" y="575485"/>
                  </a:lnTo>
                  <a:lnTo>
                    <a:pt x="1166499" y="575902"/>
                  </a:lnTo>
                  <a:lnTo>
                    <a:pt x="1166194" y="576043"/>
                  </a:lnTo>
                  <a:lnTo>
                    <a:pt x="1166063" y="576134"/>
                  </a:lnTo>
                  <a:lnTo>
                    <a:pt x="1165838" y="576161"/>
                  </a:lnTo>
                  <a:lnTo>
                    <a:pt x="1165557" y="576212"/>
                  </a:lnTo>
                  <a:lnTo>
                    <a:pt x="1165373" y="576411"/>
                  </a:lnTo>
                  <a:lnTo>
                    <a:pt x="1165304" y="576645"/>
                  </a:lnTo>
                  <a:lnTo>
                    <a:pt x="1165137" y="576668"/>
                  </a:lnTo>
                  <a:lnTo>
                    <a:pt x="1164891" y="576677"/>
                  </a:lnTo>
                  <a:lnTo>
                    <a:pt x="1164756" y="576744"/>
                  </a:lnTo>
                  <a:lnTo>
                    <a:pt x="1164627" y="576746"/>
                  </a:lnTo>
                  <a:lnTo>
                    <a:pt x="1164193" y="576878"/>
                  </a:lnTo>
                  <a:lnTo>
                    <a:pt x="1164202" y="577243"/>
                  </a:lnTo>
                  <a:lnTo>
                    <a:pt x="1164698" y="577675"/>
                  </a:lnTo>
                  <a:lnTo>
                    <a:pt x="1164943" y="577583"/>
                  </a:lnTo>
                  <a:lnTo>
                    <a:pt x="1165368" y="577862"/>
                  </a:lnTo>
                  <a:lnTo>
                    <a:pt x="1165636" y="577948"/>
                  </a:lnTo>
                  <a:lnTo>
                    <a:pt x="1165741" y="578085"/>
                  </a:lnTo>
                  <a:lnTo>
                    <a:pt x="1165921" y="578342"/>
                  </a:lnTo>
                  <a:lnTo>
                    <a:pt x="1166216" y="578501"/>
                  </a:lnTo>
                  <a:lnTo>
                    <a:pt x="1166299" y="578721"/>
                  </a:lnTo>
                  <a:lnTo>
                    <a:pt x="1166299" y="579107"/>
                  </a:lnTo>
                  <a:lnTo>
                    <a:pt x="1166407" y="579303"/>
                  </a:lnTo>
                  <a:lnTo>
                    <a:pt x="1166346" y="579683"/>
                  </a:lnTo>
                  <a:lnTo>
                    <a:pt x="1166507" y="580558"/>
                  </a:lnTo>
                  <a:lnTo>
                    <a:pt x="1166839" y="580993"/>
                  </a:lnTo>
                  <a:lnTo>
                    <a:pt x="1166689" y="581712"/>
                  </a:lnTo>
                  <a:lnTo>
                    <a:pt x="1166521" y="581970"/>
                  </a:lnTo>
                  <a:lnTo>
                    <a:pt x="1166296" y="582133"/>
                  </a:lnTo>
                  <a:lnTo>
                    <a:pt x="1166560" y="582328"/>
                  </a:lnTo>
                  <a:lnTo>
                    <a:pt x="1166455" y="582463"/>
                  </a:lnTo>
                  <a:lnTo>
                    <a:pt x="1166361" y="582520"/>
                  </a:lnTo>
                  <a:lnTo>
                    <a:pt x="1166548" y="582782"/>
                  </a:lnTo>
                  <a:lnTo>
                    <a:pt x="1166421" y="582860"/>
                  </a:lnTo>
                  <a:lnTo>
                    <a:pt x="1166580" y="583178"/>
                  </a:lnTo>
                  <a:lnTo>
                    <a:pt x="1166814" y="583506"/>
                  </a:lnTo>
                  <a:lnTo>
                    <a:pt x="1166627" y="583565"/>
                  </a:lnTo>
                  <a:lnTo>
                    <a:pt x="1166377" y="583625"/>
                  </a:lnTo>
                  <a:lnTo>
                    <a:pt x="1165934" y="583882"/>
                  </a:lnTo>
                  <a:lnTo>
                    <a:pt x="1165661" y="584023"/>
                  </a:lnTo>
                  <a:lnTo>
                    <a:pt x="1165490" y="584171"/>
                  </a:lnTo>
                  <a:lnTo>
                    <a:pt x="1165289" y="584376"/>
                  </a:lnTo>
                  <a:lnTo>
                    <a:pt x="1164892" y="584998"/>
                  </a:lnTo>
                  <a:lnTo>
                    <a:pt x="1164556" y="585338"/>
                  </a:lnTo>
                  <a:lnTo>
                    <a:pt x="1164361" y="585630"/>
                  </a:lnTo>
                  <a:lnTo>
                    <a:pt x="1164449" y="586551"/>
                  </a:lnTo>
                  <a:lnTo>
                    <a:pt x="1163924" y="586613"/>
                  </a:lnTo>
                  <a:lnTo>
                    <a:pt x="1163807" y="586764"/>
                  </a:lnTo>
                  <a:lnTo>
                    <a:pt x="1163878" y="587417"/>
                  </a:lnTo>
                  <a:lnTo>
                    <a:pt x="1163677" y="587308"/>
                  </a:lnTo>
                  <a:lnTo>
                    <a:pt x="1163733" y="587491"/>
                  </a:lnTo>
                  <a:lnTo>
                    <a:pt x="1163830" y="587644"/>
                  </a:lnTo>
                  <a:lnTo>
                    <a:pt x="1163613" y="587895"/>
                  </a:lnTo>
                  <a:lnTo>
                    <a:pt x="1163394" y="587982"/>
                  </a:lnTo>
                  <a:lnTo>
                    <a:pt x="1163232" y="588012"/>
                  </a:lnTo>
                  <a:lnTo>
                    <a:pt x="1163347" y="588165"/>
                  </a:lnTo>
                  <a:lnTo>
                    <a:pt x="1163175" y="588289"/>
                  </a:lnTo>
                  <a:lnTo>
                    <a:pt x="1162952" y="588331"/>
                  </a:lnTo>
                  <a:lnTo>
                    <a:pt x="1162680" y="588091"/>
                  </a:lnTo>
                  <a:lnTo>
                    <a:pt x="1162546" y="587880"/>
                  </a:lnTo>
                  <a:lnTo>
                    <a:pt x="1162353" y="587888"/>
                  </a:lnTo>
                  <a:lnTo>
                    <a:pt x="1162614" y="588320"/>
                  </a:lnTo>
                  <a:lnTo>
                    <a:pt x="1162327" y="588362"/>
                  </a:lnTo>
                  <a:lnTo>
                    <a:pt x="1161863" y="588611"/>
                  </a:lnTo>
                  <a:lnTo>
                    <a:pt x="1161549" y="588902"/>
                  </a:lnTo>
                  <a:lnTo>
                    <a:pt x="1161082" y="589132"/>
                  </a:lnTo>
                  <a:lnTo>
                    <a:pt x="1161055" y="589391"/>
                  </a:lnTo>
                  <a:lnTo>
                    <a:pt x="1161063" y="589539"/>
                  </a:lnTo>
                  <a:lnTo>
                    <a:pt x="1160914" y="589562"/>
                  </a:lnTo>
                  <a:lnTo>
                    <a:pt x="1160699" y="589542"/>
                  </a:lnTo>
                  <a:lnTo>
                    <a:pt x="1160441" y="589411"/>
                  </a:lnTo>
                  <a:lnTo>
                    <a:pt x="1160300" y="589370"/>
                  </a:lnTo>
                  <a:lnTo>
                    <a:pt x="1160140" y="589266"/>
                  </a:lnTo>
                  <a:lnTo>
                    <a:pt x="1159707" y="589218"/>
                  </a:lnTo>
                  <a:lnTo>
                    <a:pt x="1159537" y="589204"/>
                  </a:lnTo>
                  <a:lnTo>
                    <a:pt x="1159258" y="589157"/>
                  </a:lnTo>
                  <a:lnTo>
                    <a:pt x="1159112" y="589571"/>
                  </a:lnTo>
                  <a:lnTo>
                    <a:pt x="1158929" y="589679"/>
                  </a:lnTo>
                  <a:lnTo>
                    <a:pt x="1159046" y="590453"/>
                  </a:lnTo>
                  <a:lnTo>
                    <a:pt x="1159482" y="590710"/>
                  </a:lnTo>
                  <a:lnTo>
                    <a:pt x="1159847" y="590823"/>
                  </a:lnTo>
                  <a:lnTo>
                    <a:pt x="1159907" y="591051"/>
                  </a:lnTo>
                  <a:lnTo>
                    <a:pt x="1159687" y="591174"/>
                  </a:lnTo>
                  <a:lnTo>
                    <a:pt x="1159684" y="591465"/>
                  </a:lnTo>
                  <a:lnTo>
                    <a:pt x="1159870" y="591415"/>
                  </a:lnTo>
                  <a:lnTo>
                    <a:pt x="1159873" y="591689"/>
                  </a:lnTo>
                  <a:lnTo>
                    <a:pt x="1160273" y="591881"/>
                  </a:lnTo>
                  <a:lnTo>
                    <a:pt x="1160602" y="592289"/>
                  </a:lnTo>
                  <a:lnTo>
                    <a:pt x="1160739" y="592268"/>
                  </a:lnTo>
                  <a:lnTo>
                    <a:pt x="1161929" y="592853"/>
                  </a:lnTo>
                  <a:lnTo>
                    <a:pt x="1162828" y="592982"/>
                  </a:lnTo>
                  <a:lnTo>
                    <a:pt x="1163141" y="593131"/>
                  </a:lnTo>
                  <a:lnTo>
                    <a:pt x="1163331" y="593184"/>
                  </a:lnTo>
                  <a:lnTo>
                    <a:pt x="1163630" y="593299"/>
                  </a:lnTo>
                  <a:lnTo>
                    <a:pt x="1163955" y="593450"/>
                  </a:lnTo>
                  <a:lnTo>
                    <a:pt x="1164430" y="593311"/>
                  </a:lnTo>
                  <a:lnTo>
                    <a:pt x="1164911" y="593265"/>
                  </a:lnTo>
                  <a:lnTo>
                    <a:pt x="1165151" y="593288"/>
                  </a:lnTo>
                  <a:lnTo>
                    <a:pt x="1166038" y="593533"/>
                  </a:lnTo>
                  <a:lnTo>
                    <a:pt x="1166539" y="593651"/>
                  </a:lnTo>
                  <a:lnTo>
                    <a:pt x="1166407" y="593278"/>
                  </a:lnTo>
                  <a:lnTo>
                    <a:pt x="1166600" y="593059"/>
                  </a:lnTo>
                  <a:lnTo>
                    <a:pt x="1166593" y="592874"/>
                  </a:lnTo>
                  <a:lnTo>
                    <a:pt x="1166734" y="592769"/>
                  </a:lnTo>
                  <a:lnTo>
                    <a:pt x="1167152" y="592524"/>
                  </a:lnTo>
                  <a:lnTo>
                    <a:pt x="1167344" y="592431"/>
                  </a:lnTo>
                  <a:lnTo>
                    <a:pt x="1167491" y="592360"/>
                  </a:lnTo>
                  <a:lnTo>
                    <a:pt x="1167689" y="592303"/>
                  </a:lnTo>
                  <a:lnTo>
                    <a:pt x="1168118" y="592178"/>
                  </a:lnTo>
                  <a:lnTo>
                    <a:pt x="1168435" y="592085"/>
                  </a:lnTo>
                  <a:lnTo>
                    <a:pt x="1168892" y="591928"/>
                  </a:lnTo>
                  <a:lnTo>
                    <a:pt x="1169254" y="591908"/>
                  </a:lnTo>
                  <a:lnTo>
                    <a:pt x="1169556" y="591937"/>
                  </a:lnTo>
                  <a:lnTo>
                    <a:pt x="1170472" y="592211"/>
                  </a:lnTo>
                  <a:lnTo>
                    <a:pt x="1170725" y="592051"/>
                  </a:lnTo>
                  <a:lnTo>
                    <a:pt x="1171059" y="592048"/>
                  </a:lnTo>
                  <a:lnTo>
                    <a:pt x="1171564" y="592054"/>
                  </a:lnTo>
                  <a:lnTo>
                    <a:pt x="1172110" y="592169"/>
                  </a:lnTo>
                  <a:lnTo>
                    <a:pt x="1172378" y="592225"/>
                  </a:lnTo>
                  <a:lnTo>
                    <a:pt x="1172564" y="592223"/>
                  </a:lnTo>
                  <a:lnTo>
                    <a:pt x="1172924" y="592309"/>
                  </a:lnTo>
                  <a:lnTo>
                    <a:pt x="1173071" y="592352"/>
                  </a:lnTo>
                  <a:lnTo>
                    <a:pt x="1174067" y="593337"/>
                  </a:lnTo>
                  <a:lnTo>
                    <a:pt x="1174273" y="593992"/>
                  </a:lnTo>
                  <a:lnTo>
                    <a:pt x="1174775" y="595117"/>
                  </a:lnTo>
                  <a:lnTo>
                    <a:pt x="1175065" y="596309"/>
                  </a:lnTo>
                  <a:lnTo>
                    <a:pt x="1175196" y="596305"/>
                  </a:lnTo>
                  <a:lnTo>
                    <a:pt x="1175478" y="596512"/>
                  </a:lnTo>
                  <a:lnTo>
                    <a:pt x="1175633" y="597077"/>
                  </a:lnTo>
                  <a:lnTo>
                    <a:pt x="1175265" y="598046"/>
                  </a:lnTo>
                  <a:lnTo>
                    <a:pt x="1175292" y="598384"/>
                  </a:lnTo>
                  <a:lnTo>
                    <a:pt x="1174525" y="598560"/>
                  </a:lnTo>
                  <a:lnTo>
                    <a:pt x="1174376" y="598480"/>
                  </a:lnTo>
                  <a:lnTo>
                    <a:pt x="1174097" y="598451"/>
                  </a:lnTo>
                  <a:lnTo>
                    <a:pt x="1173894" y="598531"/>
                  </a:lnTo>
                  <a:lnTo>
                    <a:pt x="1174065" y="599275"/>
                  </a:lnTo>
                  <a:lnTo>
                    <a:pt x="1174063" y="599501"/>
                  </a:lnTo>
                  <a:lnTo>
                    <a:pt x="1174411" y="600131"/>
                  </a:lnTo>
                  <a:lnTo>
                    <a:pt x="1174455" y="600350"/>
                  </a:lnTo>
                  <a:lnTo>
                    <a:pt x="1174681" y="600360"/>
                  </a:lnTo>
                  <a:lnTo>
                    <a:pt x="1175169" y="600867"/>
                  </a:lnTo>
                  <a:lnTo>
                    <a:pt x="1175171" y="601024"/>
                  </a:lnTo>
                  <a:lnTo>
                    <a:pt x="1175201" y="601170"/>
                  </a:lnTo>
                  <a:lnTo>
                    <a:pt x="1175258" y="601653"/>
                  </a:lnTo>
                  <a:lnTo>
                    <a:pt x="1175634" y="602398"/>
                  </a:lnTo>
                  <a:lnTo>
                    <a:pt x="1175593" y="603282"/>
                  </a:lnTo>
                  <a:lnTo>
                    <a:pt x="1175731" y="603423"/>
                  </a:lnTo>
                  <a:lnTo>
                    <a:pt x="1175874" y="603533"/>
                  </a:lnTo>
                  <a:lnTo>
                    <a:pt x="1176583" y="604235"/>
                  </a:lnTo>
                  <a:lnTo>
                    <a:pt x="1177167" y="604444"/>
                  </a:lnTo>
                  <a:lnTo>
                    <a:pt x="1177369" y="604497"/>
                  </a:lnTo>
                  <a:lnTo>
                    <a:pt x="1178536" y="605153"/>
                  </a:lnTo>
                  <a:lnTo>
                    <a:pt x="1179622" y="605446"/>
                  </a:lnTo>
                  <a:lnTo>
                    <a:pt x="1180519" y="605580"/>
                  </a:lnTo>
                  <a:lnTo>
                    <a:pt x="1181243" y="606173"/>
                  </a:lnTo>
                  <a:lnTo>
                    <a:pt x="1182349" y="606386"/>
                  </a:lnTo>
                  <a:lnTo>
                    <a:pt x="1182938" y="606565"/>
                  </a:lnTo>
                  <a:lnTo>
                    <a:pt x="1183281" y="606722"/>
                  </a:lnTo>
                  <a:lnTo>
                    <a:pt x="1183525" y="607083"/>
                  </a:lnTo>
                  <a:lnTo>
                    <a:pt x="1183753" y="607974"/>
                  </a:lnTo>
                  <a:lnTo>
                    <a:pt x="1183997" y="608580"/>
                  </a:lnTo>
                  <a:lnTo>
                    <a:pt x="1182732" y="610240"/>
                  </a:lnTo>
                  <a:lnTo>
                    <a:pt x="1182633" y="610552"/>
                  </a:lnTo>
                  <a:lnTo>
                    <a:pt x="1182386" y="610709"/>
                  </a:lnTo>
                  <a:lnTo>
                    <a:pt x="1182267" y="611296"/>
                  </a:lnTo>
                  <a:lnTo>
                    <a:pt x="1182269" y="611581"/>
                  </a:lnTo>
                  <a:lnTo>
                    <a:pt x="1182224" y="612165"/>
                  </a:lnTo>
                  <a:lnTo>
                    <a:pt x="1182214" y="612514"/>
                  </a:lnTo>
                  <a:lnTo>
                    <a:pt x="1182200" y="613054"/>
                  </a:lnTo>
                  <a:lnTo>
                    <a:pt x="1182296" y="613727"/>
                  </a:lnTo>
                  <a:lnTo>
                    <a:pt x="1182301" y="614113"/>
                  </a:lnTo>
                  <a:lnTo>
                    <a:pt x="1182405" y="614299"/>
                  </a:lnTo>
                  <a:lnTo>
                    <a:pt x="1182444" y="614703"/>
                  </a:lnTo>
                  <a:lnTo>
                    <a:pt x="1185931" y="615544"/>
                  </a:lnTo>
                  <a:lnTo>
                    <a:pt x="1186798" y="615750"/>
                  </a:lnTo>
                  <a:lnTo>
                    <a:pt x="1186776" y="616435"/>
                  </a:lnTo>
                  <a:lnTo>
                    <a:pt x="1186932" y="617266"/>
                  </a:lnTo>
                  <a:lnTo>
                    <a:pt x="1186376" y="619466"/>
                  </a:lnTo>
                  <a:lnTo>
                    <a:pt x="1185726" y="620162"/>
                  </a:lnTo>
                  <a:lnTo>
                    <a:pt x="1184598" y="620876"/>
                  </a:lnTo>
                  <a:lnTo>
                    <a:pt x="1182253" y="620753"/>
                  </a:lnTo>
                  <a:lnTo>
                    <a:pt x="1181835" y="621495"/>
                  </a:lnTo>
                  <a:lnTo>
                    <a:pt x="1181473" y="622043"/>
                  </a:lnTo>
                  <a:lnTo>
                    <a:pt x="1180670" y="622958"/>
                  </a:lnTo>
                  <a:lnTo>
                    <a:pt x="1181088" y="625222"/>
                  </a:lnTo>
                  <a:lnTo>
                    <a:pt x="1181125" y="626905"/>
                  </a:lnTo>
                  <a:lnTo>
                    <a:pt x="1180592" y="627910"/>
                  </a:lnTo>
                  <a:lnTo>
                    <a:pt x="1180152" y="629434"/>
                  </a:lnTo>
                  <a:lnTo>
                    <a:pt x="1179001" y="630235"/>
                  </a:lnTo>
                  <a:lnTo>
                    <a:pt x="1179047" y="630476"/>
                  </a:lnTo>
                  <a:lnTo>
                    <a:pt x="1179578" y="633121"/>
                  </a:lnTo>
                  <a:lnTo>
                    <a:pt x="1178985" y="635237"/>
                  </a:lnTo>
                  <a:lnTo>
                    <a:pt x="1178857" y="635237"/>
                  </a:lnTo>
                  <a:lnTo>
                    <a:pt x="1178512" y="635285"/>
                  </a:lnTo>
                  <a:lnTo>
                    <a:pt x="1178334" y="635204"/>
                  </a:lnTo>
                  <a:lnTo>
                    <a:pt x="1177961" y="635274"/>
                  </a:lnTo>
                  <a:lnTo>
                    <a:pt x="1177768" y="635578"/>
                  </a:lnTo>
                  <a:lnTo>
                    <a:pt x="1177600" y="635991"/>
                  </a:lnTo>
                  <a:lnTo>
                    <a:pt x="1178027" y="636128"/>
                  </a:lnTo>
                  <a:lnTo>
                    <a:pt x="1178063" y="636397"/>
                  </a:lnTo>
                  <a:lnTo>
                    <a:pt x="1178062" y="636616"/>
                  </a:lnTo>
                  <a:lnTo>
                    <a:pt x="1178137" y="636888"/>
                  </a:lnTo>
                  <a:lnTo>
                    <a:pt x="1178303" y="636954"/>
                  </a:lnTo>
                  <a:lnTo>
                    <a:pt x="1178569" y="636816"/>
                  </a:lnTo>
                  <a:lnTo>
                    <a:pt x="1178739" y="636908"/>
                  </a:lnTo>
                  <a:lnTo>
                    <a:pt x="1178949" y="637203"/>
                  </a:lnTo>
                  <a:lnTo>
                    <a:pt x="1178893" y="637455"/>
                  </a:lnTo>
                  <a:lnTo>
                    <a:pt x="1178979" y="637709"/>
                  </a:lnTo>
                  <a:lnTo>
                    <a:pt x="1179099" y="638166"/>
                  </a:lnTo>
                  <a:lnTo>
                    <a:pt x="1179374" y="638307"/>
                  </a:lnTo>
                  <a:lnTo>
                    <a:pt x="1179447" y="638569"/>
                  </a:lnTo>
                  <a:lnTo>
                    <a:pt x="1179460" y="638774"/>
                  </a:lnTo>
                  <a:lnTo>
                    <a:pt x="1179701" y="639554"/>
                  </a:lnTo>
                  <a:lnTo>
                    <a:pt x="1179931" y="639983"/>
                  </a:lnTo>
                  <a:lnTo>
                    <a:pt x="1180016" y="640187"/>
                  </a:lnTo>
                  <a:lnTo>
                    <a:pt x="1180150" y="640422"/>
                  </a:lnTo>
                  <a:lnTo>
                    <a:pt x="1180209" y="640854"/>
                  </a:lnTo>
                  <a:lnTo>
                    <a:pt x="1180054" y="641028"/>
                  </a:lnTo>
                  <a:lnTo>
                    <a:pt x="1179843" y="641368"/>
                  </a:lnTo>
                  <a:lnTo>
                    <a:pt x="1179930" y="641799"/>
                  </a:lnTo>
                  <a:lnTo>
                    <a:pt x="1180200" y="642290"/>
                  </a:lnTo>
                  <a:lnTo>
                    <a:pt x="1180915" y="642601"/>
                  </a:lnTo>
                  <a:lnTo>
                    <a:pt x="1181283" y="642626"/>
                  </a:lnTo>
                  <a:lnTo>
                    <a:pt x="1181783" y="642557"/>
                  </a:lnTo>
                  <a:lnTo>
                    <a:pt x="1182706" y="642530"/>
                  </a:lnTo>
                  <a:lnTo>
                    <a:pt x="1182927" y="642557"/>
                  </a:lnTo>
                  <a:lnTo>
                    <a:pt x="1183485" y="642939"/>
                  </a:lnTo>
                  <a:lnTo>
                    <a:pt x="1183327" y="643099"/>
                  </a:lnTo>
                  <a:lnTo>
                    <a:pt x="1182758" y="643287"/>
                  </a:lnTo>
                  <a:lnTo>
                    <a:pt x="1182231" y="643828"/>
                  </a:lnTo>
                  <a:lnTo>
                    <a:pt x="1181881" y="643677"/>
                  </a:lnTo>
                  <a:lnTo>
                    <a:pt x="1181505" y="643612"/>
                  </a:lnTo>
                  <a:lnTo>
                    <a:pt x="1181026" y="643245"/>
                  </a:lnTo>
                  <a:lnTo>
                    <a:pt x="1180710" y="643072"/>
                  </a:lnTo>
                  <a:lnTo>
                    <a:pt x="1180152" y="644309"/>
                  </a:lnTo>
                  <a:lnTo>
                    <a:pt x="1180335" y="644768"/>
                  </a:lnTo>
                  <a:lnTo>
                    <a:pt x="1180979" y="644575"/>
                  </a:lnTo>
                  <a:lnTo>
                    <a:pt x="1181964" y="644425"/>
                  </a:lnTo>
                  <a:lnTo>
                    <a:pt x="1182693" y="644359"/>
                  </a:lnTo>
                  <a:lnTo>
                    <a:pt x="1183118" y="645195"/>
                  </a:lnTo>
                  <a:lnTo>
                    <a:pt x="1182823" y="645215"/>
                  </a:lnTo>
                  <a:lnTo>
                    <a:pt x="1182925" y="645483"/>
                  </a:lnTo>
                  <a:lnTo>
                    <a:pt x="1182524" y="645859"/>
                  </a:lnTo>
                  <a:lnTo>
                    <a:pt x="1181680" y="646160"/>
                  </a:lnTo>
                  <a:lnTo>
                    <a:pt x="1181032" y="646602"/>
                  </a:lnTo>
                  <a:lnTo>
                    <a:pt x="1181109" y="646749"/>
                  </a:lnTo>
                  <a:lnTo>
                    <a:pt x="1180944" y="647328"/>
                  </a:lnTo>
                  <a:lnTo>
                    <a:pt x="1180351" y="648118"/>
                  </a:lnTo>
                  <a:lnTo>
                    <a:pt x="1180401" y="648375"/>
                  </a:lnTo>
                  <a:lnTo>
                    <a:pt x="1180518" y="649271"/>
                  </a:lnTo>
                  <a:lnTo>
                    <a:pt x="1180844" y="651262"/>
                  </a:lnTo>
                  <a:lnTo>
                    <a:pt x="1181722" y="651894"/>
                  </a:lnTo>
                  <a:lnTo>
                    <a:pt x="1182026" y="652731"/>
                  </a:lnTo>
                  <a:lnTo>
                    <a:pt x="1181708" y="653301"/>
                  </a:lnTo>
                  <a:lnTo>
                    <a:pt x="1183217" y="653811"/>
                  </a:lnTo>
                  <a:lnTo>
                    <a:pt x="1184940" y="654382"/>
                  </a:lnTo>
                  <a:lnTo>
                    <a:pt x="1185221" y="654606"/>
                  </a:lnTo>
                  <a:lnTo>
                    <a:pt x="1185238" y="654758"/>
                  </a:lnTo>
                  <a:lnTo>
                    <a:pt x="1185801" y="655751"/>
                  </a:lnTo>
                  <a:lnTo>
                    <a:pt x="1186097" y="656052"/>
                  </a:lnTo>
                  <a:lnTo>
                    <a:pt x="1186202" y="656471"/>
                  </a:lnTo>
                  <a:lnTo>
                    <a:pt x="1186025" y="657583"/>
                  </a:lnTo>
                  <a:lnTo>
                    <a:pt x="1185652" y="657800"/>
                  </a:lnTo>
                  <a:lnTo>
                    <a:pt x="1186287" y="658529"/>
                  </a:lnTo>
                  <a:lnTo>
                    <a:pt x="1187083" y="658767"/>
                  </a:lnTo>
                  <a:lnTo>
                    <a:pt x="1187743" y="658742"/>
                  </a:lnTo>
                  <a:lnTo>
                    <a:pt x="1188397" y="658889"/>
                  </a:lnTo>
                  <a:lnTo>
                    <a:pt x="1189034" y="658658"/>
                  </a:lnTo>
                  <a:lnTo>
                    <a:pt x="1189359" y="661448"/>
                  </a:lnTo>
                  <a:lnTo>
                    <a:pt x="1189429" y="662253"/>
                  </a:lnTo>
                  <a:lnTo>
                    <a:pt x="1189297" y="667666"/>
                  </a:lnTo>
                  <a:lnTo>
                    <a:pt x="1188473" y="669625"/>
                  </a:lnTo>
                  <a:lnTo>
                    <a:pt x="1188200" y="669840"/>
                  </a:lnTo>
                  <a:lnTo>
                    <a:pt x="1188080" y="669978"/>
                  </a:lnTo>
                  <a:lnTo>
                    <a:pt x="1188339" y="670601"/>
                  </a:lnTo>
                  <a:lnTo>
                    <a:pt x="1189565" y="671412"/>
                  </a:lnTo>
                  <a:lnTo>
                    <a:pt x="1190259" y="671736"/>
                  </a:lnTo>
                  <a:lnTo>
                    <a:pt x="1190609" y="671829"/>
                  </a:lnTo>
                  <a:lnTo>
                    <a:pt x="1191398" y="671746"/>
                  </a:lnTo>
                  <a:lnTo>
                    <a:pt x="1193128" y="671662"/>
                  </a:lnTo>
                  <a:lnTo>
                    <a:pt x="1198341" y="671613"/>
                  </a:lnTo>
                  <a:lnTo>
                    <a:pt x="1198750" y="671463"/>
                  </a:lnTo>
                  <a:lnTo>
                    <a:pt x="1199472" y="671091"/>
                  </a:lnTo>
                  <a:lnTo>
                    <a:pt x="1199775" y="670893"/>
                  </a:lnTo>
                  <a:lnTo>
                    <a:pt x="1200981" y="670623"/>
                  </a:lnTo>
                  <a:lnTo>
                    <a:pt x="1201981" y="670349"/>
                  </a:lnTo>
                  <a:lnTo>
                    <a:pt x="1203096" y="669992"/>
                  </a:lnTo>
                  <a:lnTo>
                    <a:pt x="1203888" y="669654"/>
                  </a:lnTo>
                  <a:lnTo>
                    <a:pt x="1205936" y="669091"/>
                  </a:lnTo>
                  <a:lnTo>
                    <a:pt x="1207481" y="668977"/>
                  </a:lnTo>
                  <a:lnTo>
                    <a:pt x="1208165" y="668383"/>
                  </a:lnTo>
                  <a:lnTo>
                    <a:pt x="1208243" y="668036"/>
                  </a:lnTo>
                  <a:lnTo>
                    <a:pt x="1208597" y="667461"/>
                  </a:lnTo>
                  <a:lnTo>
                    <a:pt x="1208781" y="667196"/>
                  </a:lnTo>
                  <a:lnTo>
                    <a:pt x="1208909" y="667079"/>
                  </a:lnTo>
                  <a:lnTo>
                    <a:pt x="1209101" y="666839"/>
                  </a:lnTo>
                  <a:lnTo>
                    <a:pt x="1209895" y="665958"/>
                  </a:lnTo>
                  <a:lnTo>
                    <a:pt x="1210507" y="665339"/>
                  </a:lnTo>
                  <a:lnTo>
                    <a:pt x="1210963" y="664913"/>
                  </a:lnTo>
                  <a:lnTo>
                    <a:pt x="1211501" y="664468"/>
                  </a:lnTo>
                  <a:lnTo>
                    <a:pt x="1212277" y="664134"/>
                  </a:lnTo>
                  <a:lnTo>
                    <a:pt x="1215945" y="662951"/>
                  </a:lnTo>
                  <a:lnTo>
                    <a:pt x="1216393" y="662730"/>
                  </a:lnTo>
                  <a:lnTo>
                    <a:pt x="1216682" y="662498"/>
                  </a:lnTo>
                  <a:lnTo>
                    <a:pt x="1216918" y="662412"/>
                  </a:lnTo>
                  <a:lnTo>
                    <a:pt x="1217692" y="661946"/>
                  </a:lnTo>
                  <a:lnTo>
                    <a:pt x="1218072" y="661764"/>
                  </a:lnTo>
                  <a:lnTo>
                    <a:pt x="1218394" y="661556"/>
                  </a:lnTo>
                  <a:lnTo>
                    <a:pt x="1218647" y="661369"/>
                  </a:lnTo>
                  <a:lnTo>
                    <a:pt x="1218898" y="661251"/>
                  </a:lnTo>
                  <a:lnTo>
                    <a:pt x="1219062" y="661152"/>
                  </a:lnTo>
                  <a:lnTo>
                    <a:pt x="1219307" y="660983"/>
                  </a:lnTo>
                  <a:lnTo>
                    <a:pt x="1220040" y="660389"/>
                  </a:lnTo>
                  <a:lnTo>
                    <a:pt x="1220426" y="660241"/>
                  </a:lnTo>
                  <a:lnTo>
                    <a:pt x="1220851" y="659947"/>
                  </a:lnTo>
                  <a:lnTo>
                    <a:pt x="1221102" y="659820"/>
                  </a:lnTo>
                  <a:lnTo>
                    <a:pt x="1221339" y="659674"/>
                  </a:lnTo>
                  <a:lnTo>
                    <a:pt x="1222084" y="659074"/>
                  </a:lnTo>
                  <a:lnTo>
                    <a:pt x="1222426" y="658907"/>
                  </a:lnTo>
                  <a:lnTo>
                    <a:pt x="1222697" y="658771"/>
                  </a:lnTo>
                  <a:lnTo>
                    <a:pt x="1222966" y="658522"/>
                  </a:lnTo>
                  <a:lnTo>
                    <a:pt x="1223515" y="658190"/>
                  </a:lnTo>
                  <a:lnTo>
                    <a:pt x="1223999" y="657843"/>
                  </a:lnTo>
                  <a:lnTo>
                    <a:pt x="1224723" y="657517"/>
                  </a:lnTo>
                  <a:lnTo>
                    <a:pt x="1225385" y="657335"/>
                  </a:lnTo>
                  <a:lnTo>
                    <a:pt x="1225992" y="657139"/>
                  </a:lnTo>
                  <a:lnTo>
                    <a:pt x="1226573" y="657133"/>
                  </a:lnTo>
                  <a:lnTo>
                    <a:pt x="1227067" y="657078"/>
                  </a:lnTo>
                  <a:lnTo>
                    <a:pt x="1227492" y="657070"/>
                  </a:lnTo>
                  <a:lnTo>
                    <a:pt x="1227917" y="657010"/>
                  </a:lnTo>
                  <a:lnTo>
                    <a:pt x="1228186" y="656934"/>
                  </a:lnTo>
                  <a:lnTo>
                    <a:pt x="1228412" y="656943"/>
                  </a:lnTo>
                  <a:lnTo>
                    <a:pt x="1228751" y="656973"/>
                  </a:lnTo>
                  <a:lnTo>
                    <a:pt x="1229066" y="657227"/>
                  </a:lnTo>
                  <a:lnTo>
                    <a:pt x="1229257" y="657341"/>
                  </a:lnTo>
                  <a:lnTo>
                    <a:pt x="1229153" y="657797"/>
                  </a:lnTo>
                  <a:lnTo>
                    <a:pt x="1229330" y="658048"/>
                  </a:lnTo>
                  <a:lnTo>
                    <a:pt x="1229287" y="658244"/>
                  </a:lnTo>
                  <a:lnTo>
                    <a:pt x="1229132" y="658469"/>
                  </a:lnTo>
                  <a:lnTo>
                    <a:pt x="1228978" y="658640"/>
                  </a:lnTo>
                  <a:lnTo>
                    <a:pt x="1228772" y="658707"/>
                  </a:lnTo>
                  <a:lnTo>
                    <a:pt x="1229064" y="659168"/>
                  </a:lnTo>
                  <a:lnTo>
                    <a:pt x="1229302" y="659522"/>
                  </a:lnTo>
                  <a:lnTo>
                    <a:pt x="1229063" y="659662"/>
                  </a:lnTo>
                  <a:lnTo>
                    <a:pt x="1228875" y="659740"/>
                  </a:lnTo>
                  <a:lnTo>
                    <a:pt x="1228710" y="659733"/>
                  </a:lnTo>
                  <a:lnTo>
                    <a:pt x="1229547" y="661326"/>
                  </a:lnTo>
                  <a:lnTo>
                    <a:pt x="1229215" y="662035"/>
                  </a:lnTo>
                  <a:lnTo>
                    <a:pt x="1229261" y="662525"/>
                  </a:lnTo>
                  <a:lnTo>
                    <a:pt x="1228774" y="662530"/>
                  </a:lnTo>
                  <a:lnTo>
                    <a:pt x="1228233" y="662717"/>
                  </a:lnTo>
                  <a:lnTo>
                    <a:pt x="1228230" y="662876"/>
                  </a:lnTo>
                  <a:lnTo>
                    <a:pt x="1228390" y="663192"/>
                  </a:lnTo>
                  <a:lnTo>
                    <a:pt x="1228890" y="664629"/>
                  </a:lnTo>
                  <a:lnTo>
                    <a:pt x="1228680" y="664601"/>
                  </a:lnTo>
                  <a:lnTo>
                    <a:pt x="1228657" y="664770"/>
                  </a:lnTo>
                  <a:lnTo>
                    <a:pt x="1229054" y="664874"/>
                  </a:lnTo>
                  <a:lnTo>
                    <a:pt x="1229854" y="664911"/>
                  </a:lnTo>
                  <a:lnTo>
                    <a:pt x="1230948" y="665525"/>
                  </a:lnTo>
                  <a:lnTo>
                    <a:pt x="1231092" y="665795"/>
                  </a:lnTo>
                  <a:lnTo>
                    <a:pt x="1231726" y="665848"/>
                  </a:lnTo>
                  <a:lnTo>
                    <a:pt x="1231922" y="665835"/>
                  </a:lnTo>
                  <a:lnTo>
                    <a:pt x="1232144" y="665799"/>
                  </a:lnTo>
                  <a:lnTo>
                    <a:pt x="1232294" y="666027"/>
                  </a:lnTo>
                  <a:lnTo>
                    <a:pt x="1232873" y="666737"/>
                  </a:lnTo>
                  <a:lnTo>
                    <a:pt x="1234025" y="668228"/>
                  </a:lnTo>
                  <a:lnTo>
                    <a:pt x="1234223" y="668483"/>
                  </a:lnTo>
                  <a:lnTo>
                    <a:pt x="1235939" y="670770"/>
                  </a:lnTo>
                  <a:lnTo>
                    <a:pt x="1236400" y="672964"/>
                  </a:lnTo>
                  <a:lnTo>
                    <a:pt x="1236694" y="672837"/>
                  </a:lnTo>
                  <a:lnTo>
                    <a:pt x="1236795" y="673337"/>
                  </a:lnTo>
                  <a:lnTo>
                    <a:pt x="1237024" y="673862"/>
                  </a:lnTo>
                  <a:lnTo>
                    <a:pt x="1237789" y="674138"/>
                  </a:lnTo>
                  <a:lnTo>
                    <a:pt x="1237820" y="674274"/>
                  </a:lnTo>
                  <a:lnTo>
                    <a:pt x="1237933" y="674527"/>
                  </a:lnTo>
                  <a:lnTo>
                    <a:pt x="1238138" y="674688"/>
                  </a:lnTo>
                  <a:lnTo>
                    <a:pt x="1241101" y="675658"/>
                  </a:lnTo>
                  <a:lnTo>
                    <a:pt x="1241294" y="675608"/>
                  </a:lnTo>
                  <a:lnTo>
                    <a:pt x="1241131" y="675911"/>
                  </a:lnTo>
                  <a:lnTo>
                    <a:pt x="1240979" y="675876"/>
                  </a:lnTo>
                  <a:lnTo>
                    <a:pt x="1240908" y="676246"/>
                  </a:lnTo>
                  <a:lnTo>
                    <a:pt x="1240929" y="676532"/>
                  </a:lnTo>
                  <a:lnTo>
                    <a:pt x="1240958" y="676761"/>
                  </a:lnTo>
                  <a:lnTo>
                    <a:pt x="1240285" y="677042"/>
                  </a:lnTo>
                  <a:lnTo>
                    <a:pt x="1239867" y="677424"/>
                  </a:lnTo>
                  <a:lnTo>
                    <a:pt x="1239815" y="677856"/>
                  </a:lnTo>
                  <a:lnTo>
                    <a:pt x="1239625" y="678242"/>
                  </a:lnTo>
                  <a:lnTo>
                    <a:pt x="1239569" y="678455"/>
                  </a:lnTo>
                  <a:lnTo>
                    <a:pt x="1239583" y="678623"/>
                  </a:lnTo>
                  <a:lnTo>
                    <a:pt x="1239392" y="678948"/>
                  </a:lnTo>
                  <a:lnTo>
                    <a:pt x="1239312" y="679128"/>
                  </a:lnTo>
                  <a:lnTo>
                    <a:pt x="1239413" y="679378"/>
                  </a:lnTo>
                  <a:lnTo>
                    <a:pt x="1239237" y="679639"/>
                  </a:lnTo>
                  <a:lnTo>
                    <a:pt x="1239092" y="679726"/>
                  </a:lnTo>
                  <a:lnTo>
                    <a:pt x="1238969" y="679535"/>
                  </a:lnTo>
                  <a:lnTo>
                    <a:pt x="1238819" y="679661"/>
                  </a:lnTo>
                  <a:lnTo>
                    <a:pt x="1238664" y="679598"/>
                  </a:lnTo>
                  <a:lnTo>
                    <a:pt x="1238362" y="679848"/>
                  </a:lnTo>
                  <a:lnTo>
                    <a:pt x="1238370" y="680008"/>
                  </a:lnTo>
                  <a:lnTo>
                    <a:pt x="1238369" y="680544"/>
                  </a:lnTo>
                  <a:lnTo>
                    <a:pt x="1238533" y="681000"/>
                  </a:lnTo>
                  <a:lnTo>
                    <a:pt x="1238395" y="681036"/>
                  </a:lnTo>
                  <a:lnTo>
                    <a:pt x="1238504" y="681349"/>
                  </a:lnTo>
                  <a:lnTo>
                    <a:pt x="1238011" y="681558"/>
                  </a:lnTo>
                  <a:lnTo>
                    <a:pt x="1238111" y="681915"/>
                  </a:lnTo>
                  <a:lnTo>
                    <a:pt x="1238262" y="681901"/>
                  </a:lnTo>
                  <a:lnTo>
                    <a:pt x="1238336" y="682101"/>
                  </a:lnTo>
                  <a:lnTo>
                    <a:pt x="1238347" y="682295"/>
                  </a:lnTo>
                  <a:lnTo>
                    <a:pt x="1238328" y="682516"/>
                  </a:lnTo>
                  <a:lnTo>
                    <a:pt x="1238550" y="682834"/>
                  </a:lnTo>
                  <a:lnTo>
                    <a:pt x="1239011" y="683000"/>
                  </a:lnTo>
                  <a:lnTo>
                    <a:pt x="1239381" y="683167"/>
                  </a:lnTo>
                  <a:lnTo>
                    <a:pt x="1240036" y="683613"/>
                  </a:lnTo>
                  <a:lnTo>
                    <a:pt x="1240462" y="684329"/>
                  </a:lnTo>
                  <a:lnTo>
                    <a:pt x="1241180" y="684994"/>
                  </a:lnTo>
                  <a:lnTo>
                    <a:pt x="1241432" y="685231"/>
                  </a:lnTo>
                  <a:lnTo>
                    <a:pt x="1241718" y="685524"/>
                  </a:lnTo>
                  <a:lnTo>
                    <a:pt x="1241572" y="685618"/>
                  </a:lnTo>
                  <a:lnTo>
                    <a:pt x="1241239" y="685718"/>
                  </a:lnTo>
                  <a:lnTo>
                    <a:pt x="1240869" y="685717"/>
                  </a:lnTo>
                  <a:lnTo>
                    <a:pt x="1240700" y="686182"/>
                  </a:lnTo>
                  <a:lnTo>
                    <a:pt x="1240767" y="686592"/>
                  </a:lnTo>
                  <a:lnTo>
                    <a:pt x="1241019" y="686920"/>
                  </a:lnTo>
                  <a:lnTo>
                    <a:pt x="1241224" y="686967"/>
                  </a:lnTo>
                  <a:lnTo>
                    <a:pt x="1241776" y="687217"/>
                  </a:lnTo>
                  <a:lnTo>
                    <a:pt x="1242154" y="687634"/>
                  </a:lnTo>
                  <a:lnTo>
                    <a:pt x="1242328" y="687803"/>
                  </a:lnTo>
                  <a:lnTo>
                    <a:pt x="1242500" y="687971"/>
                  </a:lnTo>
                  <a:lnTo>
                    <a:pt x="1242730" y="688213"/>
                  </a:lnTo>
                  <a:lnTo>
                    <a:pt x="1243135" y="688789"/>
                  </a:lnTo>
                  <a:lnTo>
                    <a:pt x="1243321" y="689127"/>
                  </a:lnTo>
                  <a:lnTo>
                    <a:pt x="1243439" y="689352"/>
                  </a:lnTo>
                  <a:lnTo>
                    <a:pt x="1243511" y="689503"/>
                  </a:lnTo>
                  <a:lnTo>
                    <a:pt x="1243602" y="689716"/>
                  </a:lnTo>
                  <a:lnTo>
                    <a:pt x="1243643" y="689846"/>
                  </a:lnTo>
                  <a:lnTo>
                    <a:pt x="1243653" y="690196"/>
                  </a:lnTo>
                  <a:lnTo>
                    <a:pt x="1243643" y="690402"/>
                  </a:lnTo>
                  <a:lnTo>
                    <a:pt x="1243833" y="690966"/>
                  </a:lnTo>
                  <a:lnTo>
                    <a:pt x="1243986" y="690936"/>
                  </a:lnTo>
                  <a:lnTo>
                    <a:pt x="1244503" y="691088"/>
                  </a:lnTo>
                  <a:lnTo>
                    <a:pt x="1244542" y="691268"/>
                  </a:lnTo>
                  <a:lnTo>
                    <a:pt x="1244933" y="691923"/>
                  </a:lnTo>
                  <a:lnTo>
                    <a:pt x="1244982" y="692264"/>
                  </a:lnTo>
                  <a:lnTo>
                    <a:pt x="1244924" y="692885"/>
                  </a:lnTo>
                  <a:lnTo>
                    <a:pt x="1244720" y="693172"/>
                  </a:lnTo>
                  <a:lnTo>
                    <a:pt x="1244696" y="693419"/>
                  </a:lnTo>
                  <a:lnTo>
                    <a:pt x="1244685" y="693603"/>
                  </a:lnTo>
                  <a:lnTo>
                    <a:pt x="1244690" y="693903"/>
                  </a:lnTo>
                  <a:lnTo>
                    <a:pt x="1244755" y="694066"/>
                  </a:lnTo>
                  <a:lnTo>
                    <a:pt x="1244929" y="694256"/>
                  </a:lnTo>
                  <a:lnTo>
                    <a:pt x="1245173" y="694255"/>
                  </a:lnTo>
                  <a:lnTo>
                    <a:pt x="1245287" y="694591"/>
                  </a:lnTo>
                  <a:lnTo>
                    <a:pt x="1245460" y="695099"/>
                  </a:lnTo>
                  <a:lnTo>
                    <a:pt x="1245670" y="695397"/>
                  </a:lnTo>
                  <a:lnTo>
                    <a:pt x="1245942" y="695593"/>
                  </a:lnTo>
                  <a:lnTo>
                    <a:pt x="1246151" y="695703"/>
                  </a:lnTo>
                  <a:lnTo>
                    <a:pt x="1246374" y="696186"/>
                  </a:lnTo>
                  <a:lnTo>
                    <a:pt x="1246372" y="696445"/>
                  </a:lnTo>
                  <a:lnTo>
                    <a:pt x="1246361" y="696697"/>
                  </a:lnTo>
                  <a:lnTo>
                    <a:pt x="1245801" y="697140"/>
                  </a:lnTo>
                  <a:lnTo>
                    <a:pt x="1245795" y="697520"/>
                  </a:lnTo>
                  <a:lnTo>
                    <a:pt x="1245793" y="697670"/>
                  </a:lnTo>
                  <a:lnTo>
                    <a:pt x="1245790" y="697863"/>
                  </a:lnTo>
                  <a:lnTo>
                    <a:pt x="1245690" y="698380"/>
                  </a:lnTo>
                  <a:lnTo>
                    <a:pt x="1245762" y="698688"/>
                  </a:lnTo>
                  <a:lnTo>
                    <a:pt x="1246227" y="698905"/>
                  </a:lnTo>
                  <a:lnTo>
                    <a:pt x="1246608" y="699038"/>
                  </a:lnTo>
                  <a:lnTo>
                    <a:pt x="1247282" y="699841"/>
                  </a:lnTo>
                  <a:lnTo>
                    <a:pt x="1247561" y="700671"/>
                  </a:lnTo>
                  <a:lnTo>
                    <a:pt x="1247665" y="700900"/>
                  </a:lnTo>
                  <a:lnTo>
                    <a:pt x="1247623" y="701806"/>
                  </a:lnTo>
                  <a:lnTo>
                    <a:pt x="1247826" y="702205"/>
                  </a:lnTo>
                  <a:lnTo>
                    <a:pt x="1247908" y="702491"/>
                  </a:lnTo>
                  <a:lnTo>
                    <a:pt x="1248075" y="702774"/>
                  </a:lnTo>
                  <a:lnTo>
                    <a:pt x="1248151" y="703043"/>
                  </a:lnTo>
                  <a:lnTo>
                    <a:pt x="1248227" y="703317"/>
                  </a:lnTo>
                  <a:lnTo>
                    <a:pt x="1248316" y="703581"/>
                  </a:lnTo>
                  <a:lnTo>
                    <a:pt x="1248233" y="704150"/>
                  </a:lnTo>
                  <a:lnTo>
                    <a:pt x="1247704" y="704320"/>
                  </a:lnTo>
                  <a:lnTo>
                    <a:pt x="1247452" y="704323"/>
                  </a:lnTo>
                  <a:lnTo>
                    <a:pt x="1246971" y="704527"/>
                  </a:lnTo>
                  <a:lnTo>
                    <a:pt x="1246844" y="704830"/>
                  </a:lnTo>
                  <a:lnTo>
                    <a:pt x="1246805" y="705270"/>
                  </a:lnTo>
                  <a:lnTo>
                    <a:pt x="1247085" y="705492"/>
                  </a:lnTo>
                  <a:lnTo>
                    <a:pt x="1247044" y="705920"/>
                  </a:lnTo>
                  <a:lnTo>
                    <a:pt x="1246984" y="706229"/>
                  </a:lnTo>
                  <a:lnTo>
                    <a:pt x="1245892" y="706421"/>
                  </a:lnTo>
                  <a:lnTo>
                    <a:pt x="1245274" y="706458"/>
                  </a:lnTo>
                  <a:lnTo>
                    <a:pt x="1244532" y="706481"/>
                  </a:lnTo>
                  <a:lnTo>
                    <a:pt x="1242879" y="705346"/>
                  </a:lnTo>
                  <a:lnTo>
                    <a:pt x="1242952" y="705526"/>
                  </a:lnTo>
                  <a:lnTo>
                    <a:pt x="1242873" y="705813"/>
                  </a:lnTo>
                  <a:lnTo>
                    <a:pt x="1242834" y="706157"/>
                  </a:lnTo>
                  <a:lnTo>
                    <a:pt x="1242910" y="706313"/>
                  </a:lnTo>
                  <a:lnTo>
                    <a:pt x="1243071" y="706628"/>
                  </a:lnTo>
                  <a:lnTo>
                    <a:pt x="1243223" y="706926"/>
                  </a:lnTo>
                  <a:lnTo>
                    <a:pt x="1243622" y="706960"/>
                  </a:lnTo>
                  <a:lnTo>
                    <a:pt x="1243950" y="706906"/>
                  </a:lnTo>
                  <a:lnTo>
                    <a:pt x="1244636" y="707566"/>
                  </a:lnTo>
                  <a:lnTo>
                    <a:pt x="1244609" y="707960"/>
                  </a:lnTo>
                  <a:lnTo>
                    <a:pt x="1244513" y="708229"/>
                  </a:lnTo>
                  <a:lnTo>
                    <a:pt x="1244456" y="708416"/>
                  </a:lnTo>
                  <a:lnTo>
                    <a:pt x="1244230" y="708798"/>
                  </a:lnTo>
                  <a:lnTo>
                    <a:pt x="1243846" y="708686"/>
                  </a:lnTo>
                  <a:lnTo>
                    <a:pt x="1243200" y="708488"/>
                  </a:lnTo>
                  <a:lnTo>
                    <a:pt x="1242888" y="708393"/>
                  </a:lnTo>
                  <a:lnTo>
                    <a:pt x="1242700" y="708334"/>
                  </a:lnTo>
                  <a:lnTo>
                    <a:pt x="1242355" y="708225"/>
                  </a:lnTo>
                  <a:lnTo>
                    <a:pt x="1242070" y="708142"/>
                  </a:lnTo>
                  <a:lnTo>
                    <a:pt x="1241752" y="708058"/>
                  </a:lnTo>
                  <a:lnTo>
                    <a:pt x="1241140" y="707923"/>
                  </a:lnTo>
                  <a:lnTo>
                    <a:pt x="1240684" y="707822"/>
                  </a:lnTo>
                  <a:lnTo>
                    <a:pt x="1239873" y="707645"/>
                  </a:lnTo>
                  <a:lnTo>
                    <a:pt x="1239719" y="707612"/>
                  </a:lnTo>
                  <a:lnTo>
                    <a:pt x="1239056" y="707970"/>
                  </a:lnTo>
                  <a:lnTo>
                    <a:pt x="1238473" y="708142"/>
                  </a:lnTo>
                  <a:lnTo>
                    <a:pt x="1237979" y="708276"/>
                  </a:lnTo>
                  <a:lnTo>
                    <a:pt x="1237618" y="708375"/>
                  </a:lnTo>
                  <a:lnTo>
                    <a:pt x="1237239" y="708521"/>
                  </a:lnTo>
                  <a:lnTo>
                    <a:pt x="1237432" y="709463"/>
                  </a:lnTo>
                  <a:lnTo>
                    <a:pt x="1237992" y="709892"/>
                  </a:lnTo>
                  <a:lnTo>
                    <a:pt x="1238436" y="710227"/>
                  </a:lnTo>
                  <a:lnTo>
                    <a:pt x="1238110" y="711115"/>
                  </a:lnTo>
                  <a:lnTo>
                    <a:pt x="1237783" y="711679"/>
                  </a:lnTo>
                  <a:lnTo>
                    <a:pt x="1238404" y="712087"/>
                  </a:lnTo>
                  <a:lnTo>
                    <a:pt x="1238697" y="712280"/>
                  </a:lnTo>
                  <a:lnTo>
                    <a:pt x="1240070" y="712148"/>
                  </a:lnTo>
                  <a:lnTo>
                    <a:pt x="1240244" y="712435"/>
                  </a:lnTo>
                  <a:lnTo>
                    <a:pt x="1240754" y="712691"/>
                  </a:lnTo>
                  <a:lnTo>
                    <a:pt x="1241002" y="713018"/>
                  </a:lnTo>
                  <a:lnTo>
                    <a:pt x="1241253" y="713526"/>
                  </a:lnTo>
                  <a:lnTo>
                    <a:pt x="1241253" y="713976"/>
                  </a:lnTo>
                  <a:lnTo>
                    <a:pt x="1241721" y="714568"/>
                  </a:lnTo>
                  <a:lnTo>
                    <a:pt x="1241974" y="714815"/>
                  </a:lnTo>
                  <a:lnTo>
                    <a:pt x="1242235" y="715070"/>
                  </a:lnTo>
                  <a:lnTo>
                    <a:pt x="1242411" y="715240"/>
                  </a:lnTo>
                  <a:lnTo>
                    <a:pt x="1242689" y="716091"/>
                  </a:lnTo>
                  <a:lnTo>
                    <a:pt x="1243554" y="715639"/>
                  </a:lnTo>
                  <a:lnTo>
                    <a:pt x="1243771" y="715525"/>
                  </a:lnTo>
                  <a:lnTo>
                    <a:pt x="1243821" y="715381"/>
                  </a:lnTo>
                  <a:lnTo>
                    <a:pt x="1243639" y="714932"/>
                  </a:lnTo>
                  <a:lnTo>
                    <a:pt x="1243740" y="714607"/>
                  </a:lnTo>
                  <a:lnTo>
                    <a:pt x="1245891" y="714203"/>
                  </a:lnTo>
                  <a:lnTo>
                    <a:pt x="1246164" y="714495"/>
                  </a:lnTo>
                  <a:lnTo>
                    <a:pt x="1246514" y="715206"/>
                  </a:lnTo>
                  <a:lnTo>
                    <a:pt x="1246590" y="715350"/>
                  </a:lnTo>
                  <a:lnTo>
                    <a:pt x="1247102" y="716048"/>
                  </a:lnTo>
                  <a:lnTo>
                    <a:pt x="1247291" y="716301"/>
                  </a:lnTo>
                  <a:lnTo>
                    <a:pt x="1247484" y="716536"/>
                  </a:lnTo>
                  <a:lnTo>
                    <a:pt x="1247703" y="716690"/>
                  </a:lnTo>
                  <a:lnTo>
                    <a:pt x="1248037" y="716538"/>
                  </a:lnTo>
                  <a:lnTo>
                    <a:pt x="1248322" y="716195"/>
                  </a:lnTo>
                  <a:lnTo>
                    <a:pt x="1248648" y="715793"/>
                  </a:lnTo>
                  <a:lnTo>
                    <a:pt x="1248847" y="715964"/>
                  </a:lnTo>
                  <a:lnTo>
                    <a:pt x="1249260" y="716358"/>
                  </a:lnTo>
                  <a:lnTo>
                    <a:pt x="1249490" y="716635"/>
                  </a:lnTo>
                  <a:lnTo>
                    <a:pt x="1249659" y="716838"/>
                  </a:lnTo>
                  <a:lnTo>
                    <a:pt x="1249932" y="717165"/>
                  </a:lnTo>
                  <a:lnTo>
                    <a:pt x="1250119" y="717389"/>
                  </a:lnTo>
                  <a:lnTo>
                    <a:pt x="1250279" y="717583"/>
                  </a:lnTo>
                  <a:lnTo>
                    <a:pt x="1250603" y="717916"/>
                  </a:lnTo>
                  <a:lnTo>
                    <a:pt x="1250862" y="718042"/>
                  </a:lnTo>
                  <a:lnTo>
                    <a:pt x="1251894" y="718421"/>
                  </a:lnTo>
                  <a:lnTo>
                    <a:pt x="1252217" y="718407"/>
                  </a:lnTo>
                  <a:lnTo>
                    <a:pt x="1252435" y="718394"/>
                  </a:lnTo>
                  <a:lnTo>
                    <a:pt x="1253270" y="718347"/>
                  </a:lnTo>
                  <a:lnTo>
                    <a:pt x="1253411" y="718339"/>
                  </a:lnTo>
                  <a:lnTo>
                    <a:pt x="1254481" y="718281"/>
                  </a:lnTo>
                  <a:lnTo>
                    <a:pt x="1255624" y="718228"/>
                  </a:lnTo>
                  <a:lnTo>
                    <a:pt x="1255871" y="718218"/>
                  </a:lnTo>
                  <a:lnTo>
                    <a:pt x="1256189" y="718204"/>
                  </a:lnTo>
                  <a:lnTo>
                    <a:pt x="1256171" y="718692"/>
                  </a:lnTo>
                  <a:lnTo>
                    <a:pt x="1256278" y="718993"/>
                  </a:lnTo>
                  <a:lnTo>
                    <a:pt x="1256329" y="719137"/>
                  </a:lnTo>
                  <a:lnTo>
                    <a:pt x="1256383" y="719291"/>
                  </a:lnTo>
                  <a:lnTo>
                    <a:pt x="1256522" y="719686"/>
                  </a:lnTo>
                  <a:lnTo>
                    <a:pt x="1256937" y="720990"/>
                  </a:lnTo>
                  <a:lnTo>
                    <a:pt x="1256664" y="721403"/>
                  </a:lnTo>
                  <a:lnTo>
                    <a:pt x="1256466" y="721408"/>
                  </a:lnTo>
                  <a:lnTo>
                    <a:pt x="1256192" y="721409"/>
                  </a:lnTo>
                  <a:lnTo>
                    <a:pt x="1256030" y="721759"/>
                  </a:lnTo>
                  <a:lnTo>
                    <a:pt x="1255774" y="722364"/>
                  </a:lnTo>
                  <a:lnTo>
                    <a:pt x="1255194" y="723320"/>
                  </a:lnTo>
                  <a:lnTo>
                    <a:pt x="1254737" y="723539"/>
                  </a:lnTo>
                  <a:lnTo>
                    <a:pt x="1254293" y="724066"/>
                  </a:lnTo>
                  <a:lnTo>
                    <a:pt x="1254365" y="724296"/>
                  </a:lnTo>
                  <a:lnTo>
                    <a:pt x="1254754" y="724785"/>
                  </a:lnTo>
                  <a:lnTo>
                    <a:pt x="1254804" y="725090"/>
                  </a:lnTo>
                  <a:lnTo>
                    <a:pt x="1254645" y="725259"/>
                  </a:lnTo>
                  <a:lnTo>
                    <a:pt x="1254655" y="725707"/>
                  </a:lnTo>
                  <a:lnTo>
                    <a:pt x="1253964" y="726223"/>
                  </a:lnTo>
                  <a:lnTo>
                    <a:pt x="1253442" y="726682"/>
                  </a:lnTo>
                  <a:lnTo>
                    <a:pt x="1253452" y="726959"/>
                  </a:lnTo>
                  <a:lnTo>
                    <a:pt x="1253540" y="727181"/>
                  </a:lnTo>
                  <a:lnTo>
                    <a:pt x="1254383" y="727767"/>
                  </a:lnTo>
                  <a:lnTo>
                    <a:pt x="1254433" y="728445"/>
                  </a:lnTo>
                  <a:lnTo>
                    <a:pt x="1254288" y="728522"/>
                  </a:lnTo>
                  <a:lnTo>
                    <a:pt x="1253582" y="729737"/>
                  </a:lnTo>
                  <a:lnTo>
                    <a:pt x="1253417" y="730010"/>
                  </a:lnTo>
                  <a:lnTo>
                    <a:pt x="1253210" y="731139"/>
                  </a:lnTo>
                  <a:lnTo>
                    <a:pt x="1252693" y="731781"/>
                  </a:lnTo>
                  <a:lnTo>
                    <a:pt x="1252742" y="732420"/>
                  </a:lnTo>
                  <a:lnTo>
                    <a:pt x="1252721" y="733347"/>
                  </a:lnTo>
                  <a:lnTo>
                    <a:pt x="1252002" y="733979"/>
                  </a:lnTo>
                  <a:lnTo>
                    <a:pt x="1251581" y="734452"/>
                  </a:lnTo>
                  <a:lnTo>
                    <a:pt x="1251379" y="734698"/>
                  </a:lnTo>
                  <a:lnTo>
                    <a:pt x="1251638" y="735657"/>
                  </a:lnTo>
                  <a:lnTo>
                    <a:pt x="1250950" y="736218"/>
                  </a:lnTo>
                  <a:lnTo>
                    <a:pt x="1250339" y="736280"/>
                  </a:lnTo>
                  <a:lnTo>
                    <a:pt x="1250327" y="736457"/>
                  </a:lnTo>
                  <a:lnTo>
                    <a:pt x="1250372" y="736978"/>
                  </a:lnTo>
                  <a:lnTo>
                    <a:pt x="1250676" y="737210"/>
                  </a:lnTo>
                  <a:lnTo>
                    <a:pt x="1249985" y="737552"/>
                  </a:lnTo>
                  <a:lnTo>
                    <a:pt x="1249242" y="737734"/>
                  </a:lnTo>
                  <a:lnTo>
                    <a:pt x="1249059" y="737616"/>
                  </a:lnTo>
                  <a:lnTo>
                    <a:pt x="1248779" y="737702"/>
                  </a:lnTo>
                  <a:lnTo>
                    <a:pt x="1248126" y="737825"/>
                  </a:lnTo>
                  <a:lnTo>
                    <a:pt x="1247585" y="737029"/>
                  </a:lnTo>
                  <a:lnTo>
                    <a:pt x="1247097" y="736716"/>
                  </a:lnTo>
                  <a:lnTo>
                    <a:pt x="1246644" y="736901"/>
                  </a:lnTo>
                  <a:lnTo>
                    <a:pt x="1246495" y="736852"/>
                  </a:lnTo>
                  <a:lnTo>
                    <a:pt x="1246072" y="736469"/>
                  </a:lnTo>
                  <a:lnTo>
                    <a:pt x="1245863" y="736233"/>
                  </a:lnTo>
                  <a:lnTo>
                    <a:pt x="1244605" y="736034"/>
                  </a:lnTo>
                  <a:lnTo>
                    <a:pt x="1244315" y="736053"/>
                  </a:lnTo>
                  <a:lnTo>
                    <a:pt x="1243968" y="736179"/>
                  </a:lnTo>
                  <a:lnTo>
                    <a:pt x="1243612" y="736536"/>
                  </a:lnTo>
                  <a:lnTo>
                    <a:pt x="1242834" y="736538"/>
                  </a:lnTo>
                  <a:lnTo>
                    <a:pt x="1242625" y="736546"/>
                  </a:lnTo>
                  <a:lnTo>
                    <a:pt x="1242070" y="736910"/>
                  </a:lnTo>
                  <a:lnTo>
                    <a:pt x="1241851" y="737039"/>
                  </a:lnTo>
                  <a:lnTo>
                    <a:pt x="1241522" y="737096"/>
                  </a:lnTo>
                  <a:lnTo>
                    <a:pt x="1241339" y="737139"/>
                  </a:lnTo>
                  <a:lnTo>
                    <a:pt x="1240963" y="737347"/>
                  </a:lnTo>
                  <a:lnTo>
                    <a:pt x="1240486" y="737500"/>
                  </a:lnTo>
                  <a:lnTo>
                    <a:pt x="1240314" y="737544"/>
                  </a:lnTo>
                  <a:lnTo>
                    <a:pt x="1239466" y="737733"/>
                  </a:lnTo>
                  <a:lnTo>
                    <a:pt x="1239162" y="737772"/>
                  </a:lnTo>
                  <a:lnTo>
                    <a:pt x="1238988" y="737775"/>
                  </a:lnTo>
                  <a:lnTo>
                    <a:pt x="1238851" y="737791"/>
                  </a:lnTo>
                  <a:lnTo>
                    <a:pt x="1238585" y="737842"/>
                  </a:lnTo>
                  <a:lnTo>
                    <a:pt x="1238308" y="737994"/>
                  </a:lnTo>
                  <a:lnTo>
                    <a:pt x="1238070" y="738072"/>
                  </a:lnTo>
                  <a:lnTo>
                    <a:pt x="1237624" y="738126"/>
                  </a:lnTo>
                  <a:lnTo>
                    <a:pt x="1237184" y="738157"/>
                  </a:lnTo>
                  <a:lnTo>
                    <a:pt x="1236958" y="738173"/>
                  </a:lnTo>
                  <a:lnTo>
                    <a:pt x="1236740" y="738189"/>
                  </a:lnTo>
                  <a:lnTo>
                    <a:pt x="1236365" y="738217"/>
                  </a:lnTo>
                  <a:lnTo>
                    <a:pt x="1235829" y="738268"/>
                  </a:lnTo>
                  <a:lnTo>
                    <a:pt x="1234836" y="738759"/>
                  </a:lnTo>
                  <a:lnTo>
                    <a:pt x="1234440" y="739090"/>
                  </a:lnTo>
                  <a:lnTo>
                    <a:pt x="1234292" y="739211"/>
                  </a:lnTo>
                  <a:lnTo>
                    <a:pt x="1233937" y="739634"/>
                  </a:lnTo>
                  <a:lnTo>
                    <a:pt x="1233727" y="740175"/>
                  </a:lnTo>
                  <a:lnTo>
                    <a:pt x="1233187" y="740622"/>
                  </a:lnTo>
                  <a:lnTo>
                    <a:pt x="1232212" y="741319"/>
                  </a:lnTo>
                  <a:lnTo>
                    <a:pt x="1231876" y="741622"/>
                  </a:lnTo>
                  <a:lnTo>
                    <a:pt x="1231766" y="741760"/>
                  </a:lnTo>
                  <a:lnTo>
                    <a:pt x="1231557" y="742247"/>
                  </a:lnTo>
                  <a:lnTo>
                    <a:pt x="1231595" y="742470"/>
                  </a:lnTo>
                  <a:lnTo>
                    <a:pt x="1231642" y="742763"/>
                  </a:lnTo>
                  <a:lnTo>
                    <a:pt x="1231729" y="743366"/>
                  </a:lnTo>
                  <a:lnTo>
                    <a:pt x="1231757" y="743638"/>
                  </a:lnTo>
                  <a:lnTo>
                    <a:pt x="1231748" y="743769"/>
                  </a:lnTo>
                  <a:lnTo>
                    <a:pt x="1231434" y="744431"/>
                  </a:lnTo>
                  <a:lnTo>
                    <a:pt x="1231288" y="744706"/>
                  </a:lnTo>
                  <a:lnTo>
                    <a:pt x="1231202" y="744920"/>
                  </a:lnTo>
                  <a:lnTo>
                    <a:pt x="1231064" y="745239"/>
                  </a:lnTo>
                  <a:lnTo>
                    <a:pt x="1230871" y="745803"/>
                  </a:lnTo>
                  <a:lnTo>
                    <a:pt x="1230941" y="746107"/>
                  </a:lnTo>
                  <a:lnTo>
                    <a:pt x="1231795" y="746285"/>
                  </a:lnTo>
                  <a:lnTo>
                    <a:pt x="1232433" y="746575"/>
                  </a:lnTo>
                  <a:lnTo>
                    <a:pt x="1233184" y="746912"/>
                  </a:lnTo>
                  <a:lnTo>
                    <a:pt x="1232520" y="747547"/>
                  </a:lnTo>
                  <a:lnTo>
                    <a:pt x="1232320" y="747552"/>
                  </a:lnTo>
                  <a:lnTo>
                    <a:pt x="1231693" y="747509"/>
                  </a:lnTo>
                  <a:lnTo>
                    <a:pt x="1231369" y="747850"/>
                  </a:lnTo>
                  <a:lnTo>
                    <a:pt x="1230965" y="748133"/>
                  </a:lnTo>
                  <a:lnTo>
                    <a:pt x="1230704" y="748286"/>
                  </a:lnTo>
                  <a:lnTo>
                    <a:pt x="1230367" y="748369"/>
                  </a:lnTo>
                  <a:lnTo>
                    <a:pt x="1230199" y="748382"/>
                  </a:lnTo>
                  <a:lnTo>
                    <a:pt x="1229675" y="748544"/>
                  </a:lnTo>
                  <a:lnTo>
                    <a:pt x="1229410" y="748641"/>
                  </a:lnTo>
                  <a:lnTo>
                    <a:pt x="1229278" y="748679"/>
                  </a:lnTo>
                  <a:lnTo>
                    <a:pt x="1228731" y="748767"/>
                  </a:lnTo>
                  <a:lnTo>
                    <a:pt x="1227717" y="749163"/>
                  </a:lnTo>
                  <a:lnTo>
                    <a:pt x="1227300" y="749444"/>
                  </a:lnTo>
                  <a:lnTo>
                    <a:pt x="1227092" y="749442"/>
                  </a:lnTo>
                  <a:lnTo>
                    <a:pt x="1226848" y="749543"/>
                  </a:lnTo>
                  <a:lnTo>
                    <a:pt x="1226672" y="749616"/>
                  </a:lnTo>
                  <a:lnTo>
                    <a:pt x="1226421" y="749904"/>
                  </a:lnTo>
                  <a:lnTo>
                    <a:pt x="1225935" y="750290"/>
                  </a:lnTo>
                  <a:lnTo>
                    <a:pt x="1225589" y="750506"/>
                  </a:lnTo>
                  <a:lnTo>
                    <a:pt x="1225128" y="750446"/>
                  </a:lnTo>
                  <a:lnTo>
                    <a:pt x="1224909" y="750468"/>
                  </a:lnTo>
                  <a:lnTo>
                    <a:pt x="1224632" y="750495"/>
                  </a:lnTo>
                  <a:lnTo>
                    <a:pt x="1223876" y="750368"/>
                  </a:lnTo>
                  <a:lnTo>
                    <a:pt x="1223596" y="750321"/>
                  </a:lnTo>
                  <a:lnTo>
                    <a:pt x="1222614" y="750184"/>
                  </a:lnTo>
                  <a:lnTo>
                    <a:pt x="1222229" y="750033"/>
                  </a:lnTo>
                  <a:lnTo>
                    <a:pt x="1221750" y="750207"/>
                  </a:lnTo>
                  <a:lnTo>
                    <a:pt x="1221482" y="750945"/>
                  </a:lnTo>
                  <a:lnTo>
                    <a:pt x="1221196" y="751114"/>
                  </a:lnTo>
                  <a:lnTo>
                    <a:pt x="1220923" y="751240"/>
                  </a:lnTo>
                  <a:lnTo>
                    <a:pt x="1220558" y="751348"/>
                  </a:lnTo>
                  <a:lnTo>
                    <a:pt x="1220287" y="751344"/>
                  </a:lnTo>
                  <a:lnTo>
                    <a:pt x="1220121" y="751162"/>
                  </a:lnTo>
                  <a:lnTo>
                    <a:pt x="1219960" y="750959"/>
                  </a:lnTo>
                  <a:lnTo>
                    <a:pt x="1219817" y="750752"/>
                  </a:lnTo>
                  <a:lnTo>
                    <a:pt x="1219266" y="750354"/>
                  </a:lnTo>
                  <a:lnTo>
                    <a:pt x="1218976" y="750398"/>
                  </a:lnTo>
                  <a:lnTo>
                    <a:pt x="1218213" y="750408"/>
                  </a:lnTo>
                  <a:lnTo>
                    <a:pt x="1218038" y="750421"/>
                  </a:lnTo>
                  <a:lnTo>
                    <a:pt x="1217373" y="750673"/>
                  </a:lnTo>
                  <a:lnTo>
                    <a:pt x="1217111" y="751041"/>
                  </a:lnTo>
                  <a:lnTo>
                    <a:pt x="1217096" y="751206"/>
                  </a:lnTo>
                  <a:lnTo>
                    <a:pt x="1217042" y="751793"/>
                  </a:lnTo>
                  <a:lnTo>
                    <a:pt x="1216886" y="752183"/>
                  </a:lnTo>
                  <a:lnTo>
                    <a:pt x="1216425" y="752650"/>
                  </a:lnTo>
                  <a:lnTo>
                    <a:pt x="1216198" y="752838"/>
                  </a:lnTo>
                  <a:lnTo>
                    <a:pt x="1216068" y="753625"/>
                  </a:lnTo>
                  <a:lnTo>
                    <a:pt x="1215852" y="753849"/>
                  </a:lnTo>
                  <a:lnTo>
                    <a:pt x="1215648" y="753652"/>
                  </a:lnTo>
                  <a:lnTo>
                    <a:pt x="1215669" y="753493"/>
                  </a:lnTo>
                  <a:lnTo>
                    <a:pt x="1215562" y="753163"/>
                  </a:lnTo>
                  <a:lnTo>
                    <a:pt x="1215406" y="753260"/>
                  </a:lnTo>
                  <a:lnTo>
                    <a:pt x="1214714" y="752914"/>
                  </a:lnTo>
                  <a:lnTo>
                    <a:pt x="1213908" y="752174"/>
                  </a:lnTo>
                  <a:lnTo>
                    <a:pt x="1213592" y="752010"/>
                  </a:lnTo>
                  <a:lnTo>
                    <a:pt x="1213282" y="752126"/>
                  </a:lnTo>
                  <a:lnTo>
                    <a:pt x="1213099" y="751862"/>
                  </a:lnTo>
                  <a:lnTo>
                    <a:pt x="1212914" y="751594"/>
                  </a:lnTo>
                  <a:lnTo>
                    <a:pt x="1212813" y="751449"/>
                  </a:lnTo>
                  <a:lnTo>
                    <a:pt x="1212570" y="751126"/>
                  </a:lnTo>
                  <a:lnTo>
                    <a:pt x="1211580" y="750802"/>
                  </a:lnTo>
                  <a:lnTo>
                    <a:pt x="1210935" y="750620"/>
                  </a:lnTo>
                  <a:lnTo>
                    <a:pt x="1210364" y="750314"/>
                  </a:lnTo>
                  <a:lnTo>
                    <a:pt x="1210239" y="749867"/>
                  </a:lnTo>
                  <a:lnTo>
                    <a:pt x="1209986" y="749559"/>
                  </a:lnTo>
                  <a:lnTo>
                    <a:pt x="1209022" y="749751"/>
                  </a:lnTo>
                  <a:lnTo>
                    <a:pt x="1208790" y="749783"/>
                  </a:lnTo>
                  <a:lnTo>
                    <a:pt x="1208604" y="749809"/>
                  </a:lnTo>
                  <a:lnTo>
                    <a:pt x="1208096" y="749816"/>
                  </a:lnTo>
                  <a:lnTo>
                    <a:pt x="1207638" y="749882"/>
                  </a:lnTo>
                  <a:lnTo>
                    <a:pt x="1207387" y="749873"/>
                  </a:lnTo>
                  <a:lnTo>
                    <a:pt x="1206920" y="749821"/>
                  </a:lnTo>
                  <a:lnTo>
                    <a:pt x="1206686" y="749807"/>
                  </a:lnTo>
                  <a:lnTo>
                    <a:pt x="1206399" y="749828"/>
                  </a:lnTo>
                  <a:lnTo>
                    <a:pt x="1206001" y="749989"/>
                  </a:lnTo>
                  <a:lnTo>
                    <a:pt x="1205685" y="750111"/>
                  </a:lnTo>
                  <a:lnTo>
                    <a:pt x="1205432" y="750193"/>
                  </a:lnTo>
                  <a:lnTo>
                    <a:pt x="1205098" y="750294"/>
                  </a:lnTo>
                  <a:lnTo>
                    <a:pt x="1204765" y="750013"/>
                  </a:lnTo>
                  <a:lnTo>
                    <a:pt x="1204473" y="749930"/>
                  </a:lnTo>
                  <a:lnTo>
                    <a:pt x="1204164" y="749845"/>
                  </a:lnTo>
                  <a:lnTo>
                    <a:pt x="1203644" y="749677"/>
                  </a:lnTo>
                  <a:lnTo>
                    <a:pt x="1203178" y="749506"/>
                  </a:lnTo>
                  <a:lnTo>
                    <a:pt x="1202900" y="749032"/>
                  </a:lnTo>
                  <a:lnTo>
                    <a:pt x="1202730" y="748744"/>
                  </a:lnTo>
                  <a:lnTo>
                    <a:pt x="1202630" y="748148"/>
                  </a:lnTo>
                  <a:lnTo>
                    <a:pt x="1202590" y="747646"/>
                  </a:lnTo>
                  <a:lnTo>
                    <a:pt x="1202330" y="747516"/>
                  </a:lnTo>
                  <a:lnTo>
                    <a:pt x="1202157" y="747453"/>
                  </a:lnTo>
                  <a:lnTo>
                    <a:pt x="1201866" y="747381"/>
                  </a:lnTo>
                  <a:lnTo>
                    <a:pt x="1201586" y="747334"/>
                  </a:lnTo>
                  <a:lnTo>
                    <a:pt x="1201454" y="747321"/>
                  </a:lnTo>
                  <a:lnTo>
                    <a:pt x="1200924" y="747278"/>
                  </a:lnTo>
                  <a:lnTo>
                    <a:pt x="1200460" y="747215"/>
                  </a:lnTo>
                  <a:lnTo>
                    <a:pt x="1199895" y="747059"/>
                  </a:lnTo>
                  <a:lnTo>
                    <a:pt x="1199370" y="746895"/>
                  </a:lnTo>
                  <a:lnTo>
                    <a:pt x="1198994" y="746895"/>
                  </a:lnTo>
                  <a:lnTo>
                    <a:pt x="1198766" y="746891"/>
                  </a:lnTo>
                  <a:lnTo>
                    <a:pt x="1198608" y="746889"/>
                  </a:lnTo>
                  <a:lnTo>
                    <a:pt x="1198325" y="746860"/>
                  </a:lnTo>
                  <a:lnTo>
                    <a:pt x="1198049" y="746826"/>
                  </a:lnTo>
                  <a:lnTo>
                    <a:pt x="1197844" y="746800"/>
                  </a:lnTo>
                  <a:lnTo>
                    <a:pt x="1197418" y="746720"/>
                  </a:lnTo>
                  <a:lnTo>
                    <a:pt x="1196884" y="746698"/>
                  </a:lnTo>
                  <a:lnTo>
                    <a:pt x="1196178" y="746570"/>
                  </a:lnTo>
                  <a:lnTo>
                    <a:pt x="1195762" y="746553"/>
                  </a:lnTo>
                  <a:lnTo>
                    <a:pt x="1195578" y="746564"/>
                  </a:lnTo>
                  <a:lnTo>
                    <a:pt x="1195369" y="746583"/>
                  </a:lnTo>
                  <a:lnTo>
                    <a:pt x="1195110" y="746623"/>
                  </a:lnTo>
                  <a:lnTo>
                    <a:pt x="1194860" y="746675"/>
                  </a:lnTo>
                  <a:lnTo>
                    <a:pt x="1194695" y="746707"/>
                  </a:lnTo>
                  <a:lnTo>
                    <a:pt x="1194339" y="746775"/>
                  </a:lnTo>
                  <a:lnTo>
                    <a:pt x="1193885" y="746807"/>
                  </a:lnTo>
                  <a:lnTo>
                    <a:pt x="1193065" y="746861"/>
                  </a:lnTo>
                  <a:lnTo>
                    <a:pt x="1192352" y="748232"/>
                  </a:lnTo>
                  <a:lnTo>
                    <a:pt x="1192427" y="748534"/>
                  </a:lnTo>
                  <a:lnTo>
                    <a:pt x="1192574" y="748996"/>
                  </a:lnTo>
                  <a:lnTo>
                    <a:pt x="1192627" y="749316"/>
                  </a:lnTo>
                  <a:lnTo>
                    <a:pt x="1192762" y="749637"/>
                  </a:lnTo>
                  <a:lnTo>
                    <a:pt x="1193346" y="750247"/>
                  </a:lnTo>
                  <a:lnTo>
                    <a:pt x="1193659" y="750287"/>
                  </a:lnTo>
                  <a:lnTo>
                    <a:pt x="1193791" y="750286"/>
                  </a:lnTo>
                  <a:lnTo>
                    <a:pt x="1194226" y="750286"/>
                  </a:lnTo>
                  <a:lnTo>
                    <a:pt x="1194421" y="750313"/>
                  </a:lnTo>
                  <a:lnTo>
                    <a:pt x="1194722" y="750355"/>
                  </a:lnTo>
                  <a:lnTo>
                    <a:pt x="1194926" y="750383"/>
                  </a:lnTo>
                  <a:lnTo>
                    <a:pt x="1195185" y="750413"/>
                  </a:lnTo>
                  <a:lnTo>
                    <a:pt x="1196507" y="750320"/>
                  </a:lnTo>
                  <a:lnTo>
                    <a:pt x="1197158" y="750301"/>
                  </a:lnTo>
                  <a:lnTo>
                    <a:pt x="1197215" y="750506"/>
                  </a:lnTo>
                  <a:lnTo>
                    <a:pt x="1197283" y="750800"/>
                  </a:lnTo>
                  <a:lnTo>
                    <a:pt x="1197310" y="750934"/>
                  </a:lnTo>
                  <a:lnTo>
                    <a:pt x="1196861" y="751509"/>
                  </a:lnTo>
                  <a:lnTo>
                    <a:pt x="1196322" y="751964"/>
                  </a:lnTo>
                  <a:lnTo>
                    <a:pt x="1196314" y="752165"/>
                  </a:lnTo>
                  <a:lnTo>
                    <a:pt x="1196209" y="752428"/>
                  </a:lnTo>
                  <a:lnTo>
                    <a:pt x="1195980" y="752751"/>
                  </a:lnTo>
                  <a:lnTo>
                    <a:pt x="1195424" y="753120"/>
                  </a:lnTo>
                  <a:lnTo>
                    <a:pt x="1194705" y="753408"/>
                  </a:lnTo>
                  <a:lnTo>
                    <a:pt x="1194398" y="753631"/>
                  </a:lnTo>
                  <a:lnTo>
                    <a:pt x="1194246" y="753935"/>
                  </a:lnTo>
                  <a:lnTo>
                    <a:pt x="1194329" y="754816"/>
                  </a:lnTo>
                  <a:lnTo>
                    <a:pt x="1194110" y="755137"/>
                  </a:lnTo>
                  <a:lnTo>
                    <a:pt x="1193726" y="755173"/>
                  </a:lnTo>
                  <a:lnTo>
                    <a:pt x="1193450" y="755182"/>
                  </a:lnTo>
                  <a:lnTo>
                    <a:pt x="1192529" y="755156"/>
                  </a:lnTo>
                  <a:lnTo>
                    <a:pt x="1192112" y="755417"/>
                  </a:lnTo>
                  <a:lnTo>
                    <a:pt x="1191314" y="755303"/>
                  </a:lnTo>
                  <a:lnTo>
                    <a:pt x="1190624" y="755081"/>
                  </a:lnTo>
                  <a:lnTo>
                    <a:pt x="1190439" y="755118"/>
                  </a:lnTo>
                  <a:lnTo>
                    <a:pt x="1190182" y="755010"/>
                  </a:lnTo>
                  <a:lnTo>
                    <a:pt x="1190073" y="754760"/>
                  </a:lnTo>
                  <a:lnTo>
                    <a:pt x="1189665" y="754604"/>
                  </a:lnTo>
                  <a:lnTo>
                    <a:pt x="1189357" y="754590"/>
                  </a:lnTo>
                  <a:lnTo>
                    <a:pt x="1189141" y="754599"/>
                  </a:lnTo>
                  <a:lnTo>
                    <a:pt x="1188674" y="754517"/>
                  </a:lnTo>
                  <a:lnTo>
                    <a:pt x="1188323" y="754484"/>
                  </a:lnTo>
                  <a:lnTo>
                    <a:pt x="1187739" y="754188"/>
                  </a:lnTo>
                  <a:lnTo>
                    <a:pt x="1187623" y="753951"/>
                  </a:lnTo>
                  <a:lnTo>
                    <a:pt x="1187236" y="753698"/>
                  </a:lnTo>
                  <a:lnTo>
                    <a:pt x="1186714" y="753179"/>
                  </a:lnTo>
                  <a:lnTo>
                    <a:pt x="1186018" y="752673"/>
                  </a:lnTo>
                  <a:lnTo>
                    <a:pt x="1185728" y="752606"/>
                  </a:lnTo>
                  <a:lnTo>
                    <a:pt x="1185138" y="752563"/>
                  </a:lnTo>
                  <a:lnTo>
                    <a:pt x="1185221" y="752885"/>
                  </a:lnTo>
                  <a:lnTo>
                    <a:pt x="1185329" y="753216"/>
                  </a:lnTo>
                  <a:lnTo>
                    <a:pt x="1185390" y="753363"/>
                  </a:lnTo>
                  <a:lnTo>
                    <a:pt x="1185274" y="753878"/>
                  </a:lnTo>
                  <a:lnTo>
                    <a:pt x="1185216" y="754375"/>
                  </a:lnTo>
                  <a:lnTo>
                    <a:pt x="1185036" y="755248"/>
                  </a:lnTo>
                  <a:lnTo>
                    <a:pt x="1184903" y="755144"/>
                  </a:lnTo>
                  <a:lnTo>
                    <a:pt x="1184523" y="754707"/>
                  </a:lnTo>
                  <a:lnTo>
                    <a:pt x="1184271" y="754757"/>
                  </a:lnTo>
                  <a:lnTo>
                    <a:pt x="1184035" y="754810"/>
                  </a:lnTo>
                  <a:lnTo>
                    <a:pt x="1183499" y="754849"/>
                  </a:lnTo>
                  <a:lnTo>
                    <a:pt x="1183361" y="754859"/>
                  </a:lnTo>
                  <a:lnTo>
                    <a:pt x="1183230" y="754869"/>
                  </a:lnTo>
                  <a:lnTo>
                    <a:pt x="1183001" y="754886"/>
                  </a:lnTo>
                  <a:lnTo>
                    <a:pt x="1182704" y="754992"/>
                  </a:lnTo>
                  <a:lnTo>
                    <a:pt x="1182231" y="754893"/>
                  </a:lnTo>
                  <a:lnTo>
                    <a:pt x="1181953" y="754710"/>
                  </a:lnTo>
                  <a:lnTo>
                    <a:pt x="1181681" y="754530"/>
                  </a:lnTo>
                  <a:lnTo>
                    <a:pt x="1181436" y="754386"/>
                  </a:lnTo>
                  <a:lnTo>
                    <a:pt x="1181119" y="754199"/>
                  </a:lnTo>
                  <a:lnTo>
                    <a:pt x="1180789" y="754053"/>
                  </a:lnTo>
                  <a:lnTo>
                    <a:pt x="1180555" y="754121"/>
                  </a:lnTo>
                  <a:lnTo>
                    <a:pt x="1180344" y="754103"/>
                  </a:lnTo>
                  <a:lnTo>
                    <a:pt x="1180093" y="753986"/>
                  </a:lnTo>
                  <a:lnTo>
                    <a:pt x="1179291" y="753682"/>
                  </a:lnTo>
                  <a:lnTo>
                    <a:pt x="1178937" y="753680"/>
                  </a:lnTo>
                  <a:lnTo>
                    <a:pt x="1178963" y="753349"/>
                  </a:lnTo>
                  <a:lnTo>
                    <a:pt x="1178719" y="753191"/>
                  </a:lnTo>
                  <a:lnTo>
                    <a:pt x="1178564" y="753090"/>
                  </a:lnTo>
                  <a:lnTo>
                    <a:pt x="1178141" y="753082"/>
                  </a:lnTo>
                  <a:lnTo>
                    <a:pt x="1177793" y="753530"/>
                  </a:lnTo>
                  <a:lnTo>
                    <a:pt x="1177564" y="753663"/>
                  </a:lnTo>
                  <a:lnTo>
                    <a:pt x="1177286" y="753819"/>
                  </a:lnTo>
                  <a:lnTo>
                    <a:pt x="1176636" y="754105"/>
                  </a:lnTo>
                  <a:lnTo>
                    <a:pt x="1176126" y="754172"/>
                  </a:lnTo>
                  <a:lnTo>
                    <a:pt x="1175800" y="754055"/>
                  </a:lnTo>
                  <a:lnTo>
                    <a:pt x="1175600" y="754016"/>
                  </a:lnTo>
                  <a:lnTo>
                    <a:pt x="1174835" y="754691"/>
                  </a:lnTo>
                  <a:lnTo>
                    <a:pt x="1174010" y="754197"/>
                  </a:lnTo>
                  <a:lnTo>
                    <a:pt x="1173159" y="754907"/>
                  </a:lnTo>
                  <a:lnTo>
                    <a:pt x="1172494" y="754916"/>
                  </a:lnTo>
                  <a:lnTo>
                    <a:pt x="1172463" y="755163"/>
                  </a:lnTo>
                  <a:lnTo>
                    <a:pt x="1172547" y="755415"/>
                  </a:lnTo>
                  <a:lnTo>
                    <a:pt x="1172632" y="755615"/>
                  </a:lnTo>
                  <a:lnTo>
                    <a:pt x="1172703" y="755763"/>
                  </a:lnTo>
                  <a:lnTo>
                    <a:pt x="1172453" y="756148"/>
                  </a:lnTo>
                  <a:lnTo>
                    <a:pt x="1172031" y="756107"/>
                  </a:lnTo>
                  <a:lnTo>
                    <a:pt x="1171616" y="756497"/>
                  </a:lnTo>
                  <a:lnTo>
                    <a:pt x="1171594" y="756687"/>
                  </a:lnTo>
                  <a:lnTo>
                    <a:pt x="1171564" y="756956"/>
                  </a:lnTo>
                  <a:lnTo>
                    <a:pt x="1170872" y="757801"/>
                  </a:lnTo>
                  <a:lnTo>
                    <a:pt x="1171624" y="758194"/>
                  </a:lnTo>
                  <a:lnTo>
                    <a:pt x="1171213" y="758863"/>
                  </a:lnTo>
                  <a:lnTo>
                    <a:pt x="1171458" y="759041"/>
                  </a:lnTo>
                  <a:lnTo>
                    <a:pt x="1171693" y="759322"/>
                  </a:lnTo>
                  <a:lnTo>
                    <a:pt x="1171369" y="759567"/>
                  </a:lnTo>
                  <a:lnTo>
                    <a:pt x="1171564" y="759994"/>
                  </a:lnTo>
                  <a:lnTo>
                    <a:pt x="1170599" y="759954"/>
                  </a:lnTo>
                  <a:lnTo>
                    <a:pt x="1170747" y="760401"/>
                  </a:lnTo>
                  <a:lnTo>
                    <a:pt x="1170958" y="760630"/>
                  </a:lnTo>
                  <a:lnTo>
                    <a:pt x="1170985" y="761212"/>
                  </a:lnTo>
                  <a:lnTo>
                    <a:pt x="1170540" y="761697"/>
                  </a:lnTo>
                  <a:lnTo>
                    <a:pt x="1169773" y="761688"/>
                  </a:lnTo>
                  <a:lnTo>
                    <a:pt x="1169167" y="762116"/>
                  </a:lnTo>
                  <a:lnTo>
                    <a:pt x="1169244" y="762717"/>
                  </a:lnTo>
                  <a:lnTo>
                    <a:pt x="1169414" y="763363"/>
                  </a:lnTo>
                  <a:lnTo>
                    <a:pt x="1169141" y="763395"/>
                  </a:lnTo>
                  <a:lnTo>
                    <a:pt x="1168906" y="762954"/>
                  </a:lnTo>
                  <a:lnTo>
                    <a:pt x="1168382" y="763161"/>
                  </a:lnTo>
                  <a:lnTo>
                    <a:pt x="1168234" y="763118"/>
                  </a:lnTo>
                  <a:lnTo>
                    <a:pt x="1167502" y="763196"/>
                  </a:lnTo>
                  <a:lnTo>
                    <a:pt x="1167140" y="763725"/>
                  </a:lnTo>
                  <a:lnTo>
                    <a:pt x="1166950" y="764473"/>
                  </a:lnTo>
                  <a:lnTo>
                    <a:pt x="1166716" y="764846"/>
                  </a:lnTo>
                  <a:lnTo>
                    <a:pt x="1166201" y="764873"/>
                  </a:lnTo>
                  <a:lnTo>
                    <a:pt x="1166145" y="764241"/>
                  </a:lnTo>
                  <a:lnTo>
                    <a:pt x="1165361" y="765127"/>
                  </a:lnTo>
                  <a:lnTo>
                    <a:pt x="1165134" y="765231"/>
                  </a:lnTo>
                  <a:lnTo>
                    <a:pt x="1164375" y="765536"/>
                  </a:lnTo>
                  <a:lnTo>
                    <a:pt x="1163958" y="765630"/>
                  </a:lnTo>
                  <a:lnTo>
                    <a:pt x="1163716" y="765566"/>
                  </a:lnTo>
                  <a:lnTo>
                    <a:pt x="1163522" y="765820"/>
                  </a:lnTo>
                  <a:lnTo>
                    <a:pt x="1163266" y="766202"/>
                  </a:lnTo>
                  <a:lnTo>
                    <a:pt x="1163171" y="766342"/>
                  </a:lnTo>
                  <a:lnTo>
                    <a:pt x="1162943" y="766634"/>
                  </a:lnTo>
                  <a:lnTo>
                    <a:pt x="1162801" y="766775"/>
                  </a:lnTo>
                  <a:lnTo>
                    <a:pt x="1162434" y="767358"/>
                  </a:lnTo>
                  <a:lnTo>
                    <a:pt x="1162185" y="767670"/>
                  </a:lnTo>
                  <a:lnTo>
                    <a:pt x="1161913" y="767910"/>
                  </a:lnTo>
                  <a:lnTo>
                    <a:pt x="1161756" y="768025"/>
                  </a:lnTo>
                  <a:lnTo>
                    <a:pt x="1161144" y="768303"/>
                  </a:lnTo>
                  <a:lnTo>
                    <a:pt x="1160423" y="768226"/>
                  </a:lnTo>
                  <a:lnTo>
                    <a:pt x="1159604" y="768310"/>
                  </a:lnTo>
                  <a:lnTo>
                    <a:pt x="1159240" y="768047"/>
                  </a:lnTo>
                  <a:lnTo>
                    <a:pt x="1158753" y="767372"/>
                  </a:lnTo>
                  <a:lnTo>
                    <a:pt x="1158640" y="767016"/>
                  </a:lnTo>
                  <a:lnTo>
                    <a:pt x="1158551" y="766367"/>
                  </a:lnTo>
                  <a:lnTo>
                    <a:pt x="1157883" y="766269"/>
                  </a:lnTo>
                  <a:lnTo>
                    <a:pt x="1157764" y="766134"/>
                  </a:lnTo>
                  <a:lnTo>
                    <a:pt x="1157323" y="765850"/>
                  </a:lnTo>
                  <a:lnTo>
                    <a:pt x="1157005" y="765447"/>
                  </a:lnTo>
                  <a:lnTo>
                    <a:pt x="1156726" y="765182"/>
                  </a:lnTo>
                  <a:lnTo>
                    <a:pt x="1157029" y="764295"/>
                  </a:lnTo>
                  <a:lnTo>
                    <a:pt x="1156820" y="764107"/>
                  </a:lnTo>
                  <a:lnTo>
                    <a:pt x="1156464" y="764388"/>
                  </a:lnTo>
                  <a:lnTo>
                    <a:pt x="1156122" y="764860"/>
                  </a:lnTo>
                  <a:lnTo>
                    <a:pt x="1155675" y="765103"/>
                  </a:lnTo>
                  <a:lnTo>
                    <a:pt x="1155416" y="765504"/>
                  </a:lnTo>
                  <a:lnTo>
                    <a:pt x="1154758" y="765580"/>
                  </a:lnTo>
                  <a:lnTo>
                    <a:pt x="1154300" y="765489"/>
                  </a:lnTo>
                  <a:lnTo>
                    <a:pt x="1154119" y="765563"/>
                  </a:lnTo>
                  <a:lnTo>
                    <a:pt x="1153763" y="765678"/>
                  </a:lnTo>
                  <a:lnTo>
                    <a:pt x="1153227" y="765847"/>
                  </a:lnTo>
                  <a:lnTo>
                    <a:pt x="1152939" y="765810"/>
                  </a:lnTo>
                  <a:lnTo>
                    <a:pt x="1152593" y="765510"/>
                  </a:lnTo>
                  <a:lnTo>
                    <a:pt x="1151874" y="765824"/>
                  </a:lnTo>
                  <a:lnTo>
                    <a:pt x="1151816" y="765601"/>
                  </a:lnTo>
                  <a:lnTo>
                    <a:pt x="1151403" y="765359"/>
                  </a:lnTo>
                  <a:lnTo>
                    <a:pt x="1150720" y="765261"/>
                  </a:lnTo>
                  <a:lnTo>
                    <a:pt x="1150419" y="765603"/>
                  </a:lnTo>
                  <a:lnTo>
                    <a:pt x="1150391" y="765833"/>
                  </a:lnTo>
                  <a:lnTo>
                    <a:pt x="1150159" y="766009"/>
                  </a:lnTo>
                  <a:lnTo>
                    <a:pt x="1149988" y="766089"/>
                  </a:lnTo>
                  <a:lnTo>
                    <a:pt x="1148947" y="766338"/>
                  </a:lnTo>
                  <a:lnTo>
                    <a:pt x="1148666" y="766322"/>
                  </a:lnTo>
                  <a:lnTo>
                    <a:pt x="1148421" y="766170"/>
                  </a:lnTo>
                  <a:lnTo>
                    <a:pt x="1148131" y="765780"/>
                  </a:lnTo>
                  <a:lnTo>
                    <a:pt x="1147521" y="766290"/>
                  </a:lnTo>
                  <a:lnTo>
                    <a:pt x="1147355" y="766280"/>
                  </a:lnTo>
                  <a:lnTo>
                    <a:pt x="1147006" y="766277"/>
                  </a:lnTo>
                  <a:lnTo>
                    <a:pt x="1146365" y="766637"/>
                  </a:lnTo>
                  <a:lnTo>
                    <a:pt x="1146435" y="767032"/>
                  </a:lnTo>
                  <a:lnTo>
                    <a:pt x="1146321" y="767580"/>
                  </a:lnTo>
                  <a:lnTo>
                    <a:pt x="1145999" y="767543"/>
                  </a:lnTo>
                  <a:lnTo>
                    <a:pt x="1145694" y="767404"/>
                  </a:lnTo>
                  <a:lnTo>
                    <a:pt x="1145201" y="767101"/>
                  </a:lnTo>
                  <a:lnTo>
                    <a:pt x="1144661" y="767264"/>
                  </a:lnTo>
                  <a:lnTo>
                    <a:pt x="1144619" y="767427"/>
                  </a:lnTo>
                  <a:lnTo>
                    <a:pt x="1144409" y="767603"/>
                  </a:lnTo>
                  <a:lnTo>
                    <a:pt x="1144246" y="767726"/>
                  </a:lnTo>
                  <a:lnTo>
                    <a:pt x="1143485" y="768062"/>
                  </a:lnTo>
                  <a:lnTo>
                    <a:pt x="1143273" y="768107"/>
                  </a:lnTo>
                  <a:lnTo>
                    <a:pt x="1142873" y="768202"/>
                  </a:lnTo>
                  <a:lnTo>
                    <a:pt x="1142549" y="768457"/>
                  </a:lnTo>
                  <a:lnTo>
                    <a:pt x="1142978" y="768923"/>
                  </a:lnTo>
                  <a:lnTo>
                    <a:pt x="1142693" y="769314"/>
                  </a:lnTo>
                  <a:lnTo>
                    <a:pt x="1142659" y="769648"/>
                  </a:lnTo>
                  <a:lnTo>
                    <a:pt x="1142615" y="769812"/>
                  </a:lnTo>
                  <a:lnTo>
                    <a:pt x="1142491" y="770137"/>
                  </a:lnTo>
                  <a:lnTo>
                    <a:pt x="1142250" y="770465"/>
                  </a:lnTo>
                  <a:lnTo>
                    <a:pt x="1141738" y="770860"/>
                  </a:lnTo>
                  <a:lnTo>
                    <a:pt x="1141272" y="771126"/>
                  </a:lnTo>
                  <a:lnTo>
                    <a:pt x="1140152" y="771647"/>
                  </a:lnTo>
                  <a:lnTo>
                    <a:pt x="1139850" y="771759"/>
                  </a:lnTo>
                  <a:lnTo>
                    <a:pt x="1139615" y="771824"/>
                  </a:lnTo>
                  <a:lnTo>
                    <a:pt x="1139107" y="771894"/>
                  </a:lnTo>
                  <a:lnTo>
                    <a:pt x="1138684" y="771823"/>
                  </a:lnTo>
                  <a:lnTo>
                    <a:pt x="1138349" y="772056"/>
                  </a:lnTo>
                  <a:lnTo>
                    <a:pt x="1138117" y="772491"/>
                  </a:lnTo>
                  <a:lnTo>
                    <a:pt x="1137903" y="772607"/>
                  </a:lnTo>
                  <a:lnTo>
                    <a:pt x="1137605" y="772830"/>
                  </a:lnTo>
                  <a:lnTo>
                    <a:pt x="1137160" y="772896"/>
                  </a:lnTo>
                  <a:lnTo>
                    <a:pt x="1136922" y="773066"/>
                  </a:lnTo>
                  <a:lnTo>
                    <a:pt x="1137020" y="773560"/>
                  </a:lnTo>
                  <a:lnTo>
                    <a:pt x="1136721" y="774132"/>
                  </a:lnTo>
                  <a:lnTo>
                    <a:pt x="1136144" y="774538"/>
                  </a:lnTo>
                  <a:lnTo>
                    <a:pt x="1135823" y="774731"/>
                  </a:lnTo>
                  <a:lnTo>
                    <a:pt x="1135439" y="774889"/>
                  </a:lnTo>
                  <a:lnTo>
                    <a:pt x="1135387" y="775216"/>
                  </a:lnTo>
                  <a:lnTo>
                    <a:pt x="1134996" y="775771"/>
                  </a:lnTo>
                  <a:lnTo>
                    <a:pt x="1134714" y="775607"/>
                  </a:lnTo>
                  <a:lnTo>
                    <a:pt x="1134168" y="776238"/>
                  </a:lnTo>
                  <a:lnTo>
                    <a:pt x="1133896" y="776559"/>
                  </a:lnTo>
                  <a:lnTo>
                    <a:pt x="1133753" y="776781"/>
                  </a:lnTo>
                  <a:lnTo>
                    <a:pt x="1133488" y="776798"/>
                  </a:lnTo>
                  <a:lnTo>
                    <a:pt x="1132852" y="776676"/>
                  </a:lnTo>
                  <a:lnTo>
                    <a:pt x="1132460" y="776825"/>
                  </a:lnTo>
                  <a:lnTo>
                    <a:pt x="1132198" y="776956"/>
                  </a:lnTo>
                  <a:lnTo>
                    <a:pt x="1131708" y="777672"/>
                  </a:lnTo>
                  <a:lnTo>
                    <a:pt x="1131639" y="777864"/>
                  </a:lnTo>
                  <a:lnTo>
                    <a:pt x="1131125" y="778264"/>
                  </a:lnTo>
                  <a:lnTo>
                    <a:pt x="1130784" y="778042"/>
                  </a:lnTo>
                  <a:lnTo>
                    <a:pt x="1130410" y="777904"/>
                  </a:lnTo>
                  <a:lnTo>
                    <a:pt x="1129911" y="778599"/>
                  </a:lnTo>
                  <a:lnTo>
                    <a:pt x="1129571" y="778647"/>
                  </a:lnTo>
                  <a:lnTo>
                    <a:pt x="1129114" y="778769"/>
                  </a:lnTo>
                  <a:lnTo>
                    <a:pt x="1128960" y="778675"/>
                  </a:lnTo>
                  <a:lnTo>
                    <a:pt x="1128200" y="777884"/>
                  </a:lnTo>
                  <a:lnTo>
                    <a:pt x="1127911" y="777771"/>
                  </a:lnTo>
                  <a:lnTo>
                    <a:pt x="1127552" y="777729"/>
                  </a:lnTo>
                  <a:lnTo>
                    <a:pt x="1127213" y="777749"/>
                  </a:lnTo>
                  <a:lnTo>
                    <a:pt x="1126744" y="777753"/>
                  </a:lnTo>
                  <a:lnTo>
                    <a:pt x="1126390" y="777545"/>
                  </a:lnTo>
                  <a:lnTo>
                    <a:pt x="1126189" y="777116"/>
                  </a:lnTo>
                  <a:lnTo>
                    <a:pt x="1125915" y="776992"/>
                  </a:lnTo>
                  <a:lnTo>
                    <a:pt x="1125471" y="776924"/>
                  </a:lnTo>
                  <a:lnTo>
                    <a:pt x="1125276" y="776860"/>
                  </a:lnTo>
                  <a:lnTo>
                    <a:pt x="1124931" y="776958"/>
                  </a:lnTo>
                  <a:lnTo>
                    <a:pt x="1124613" y="777122"/>
                  </a:lnTo>
                  <a:lnTo>
                    <a:pt x="1123663" y="777484"/>
                  </a:lnTo>
                  <a:lnTo>
                    <a:pt x="1123351" y="777489"/>
                  </a:lnTo>
                  <a:lnTo>
                    <a:pt x="1122781" y="777277"/>
                  </a:lnTo>
                  <a:lnTo>
                    <a:pt x="1122617" y="777367"/>
                  </a:lnTo>
                  <a:lnTo>
                    <a:pt x="1122609" y="777518"/>
                  </a:lnTo>
                  <a:lnTo>
                    <a:pt x="1122681" y="777647"/>
                  </a:lnTo>
                  <a:lnTo>
                    <a:pt x="1122789" y="777841"/>
                  </a:lnTo>
                  <a:lnTo>
                    <a:pt x="1122999" y="778282"/>
                  </a:lnTo>
                  <a:lnTo>
                    <a:pt x="1122817" y="778837"/>
                  </a:lnTo>
                  <a:lnTo>
                    <a:pt x="1121265" y="778302"/>
                  </a:lnTo>
                  <a:lnTo>
                    <a:pt x="1120736" y="778433"/>
                  </a:lnTo>
                  <a:lnTo>
                    <a:pt x="1120584" y="778511"/>
                  </a:lnTo>
                  <a:lnTo>
                    <a:pt x="1120052" y="778315"/>
                  </a:lnTo>
                  <a:lnTo>
                    <a:pt x="1119988" y="779221"/>
                  </a:lnTo>
                  <a:lnTo>
                    <a:pt x="1119798" y="779728"/>
                  </a:lnTo>
                  <a:lnTo>
                    <a:pt x="1119546" y="779354"/>
                  </a:lnTo>
                  <a:lnTo>
                    <a:pt x="1119288" y="779249"/>
                  </a:lnTo>
                  <a:lnTo>
                    <a:pt x="1119156" y="779195"/>
                  </a:lnTo>
                  <a:lnTo>
                    <a:pt x="1118660" y="779226"/>
                  </a:lnTo>
                  <a:lnTo>
                    <a:pt x="1118256" y="779448"/>
                  </a:lnTo>
                  <a:lnTo>
                    <a:pt x="1118285" y="779575"/>
                  </a:lnTo>
                  <a:lnTo>
                    <a:pt x="1118406" y="779931"/>
                  </a:lnTo>
                  <a:lnTo>
                    <a:pt x="1118333" y="780093"/>
                  </a:lnTo>
                  <a:lnTo>
                    <a:pt x="1118007" y="780052"/>
                  </a:lnTo>
                  <a:lnTo>
                    <a:pt x="1117781" y="780044"/>
                  </a:lnTo>
                  <a:lnTo>
                    <a:pt x="1117484" y="780033"/>
                  </a:lnTo>
                  <a:lnTo>
                    <a:pt x="1116981" y="780012"/>
                  </a:lnTo>
                  <a:lnTo>
                    <a:pt x="1116685" y="779965"/>
                  </a:lnTo>
                  <a:lnTo>
                    <a:pt x="1116313" y="779905"/>
                  </a:lnTo>
                  <a:lnTo>
                    <a:pt x="1115304" y="780592"/>
                  </a:lnTo>
                  <a:lnTo>
                    <a:pt x="1115149" y="780713"/>
                  </a:lnTo>
                  <a:lnTo>
                    <a:pt x="1115192" y="780936"/>
                  </a:lnTo>
                  <a:lnTo>
                    <a:pt x="1114800" y="780968"/>
                  </a:lnTo>
                  <a:lnTo>
                    <a:pt x="1114434" y="780939"/>
                  </a:lnTo>
                  <a:lnTo>
                    <a:pt x="1113783" y="781332"/>
                  </a:lnTo>
                  <a:lnTo>
                    <a:pt x="1113722" y="781515"/>
                  </a:lnTo>
                  <a:lnTo>
                    <a:pt x="1113532" y="781787"/>
                  </a:lnTo>
                  <a:lnTo>
                    <a:pt x="1112574" y="782301"/>
                  </a:lnTo>
                  <a:lnTo>
                    <a:pt x="1112075" y="782465"/>
                  </a:lnTo>
                  <a:lnTo>
                    <a:pt x="1111722" y="782864"/>
                  </a:lnTo>
                  <a:lnTo>
                    <a:pt x="1111390" y="782926"/>
                  </a:lnTo>
                  <a:lnTo>
                    <a:pt x="1111256" y="782869"/>
                  </a:lnTo>
                  <a:lnTo>
                    <a:pt x="1110880" y="783082"/>
                  </a:lnTo>
                  <a:lnTo>
                    <a:pt x="1110616" y="783197"/>
                  </a:lnTo>
                  <a:lnTo>
                    <a:pt x="1110166" y="783376"/>
                  </a:lnTo>
                  <a:lnTo>
                    <a:pt x="1109808" y="783360"/>
                  </a:lnTo>
                  <a:lnTo>
                    <a:pt x="1109656" y="783145"/>
                  </a:lnTo>
                  <a:lnTo>
                    <a:pt x="1109149" y="782971"/>
                  </a:lnTo>
                  <a:lnTo>
                    <a:pt x="1108716" y="782964"/>
                  </a:lnTo>
                  <a:lnTo>
                    <a:pt x="1108441" y="783190"/>
                  </a:lnTo>
                  <a:lnTo>
                    <a:pt x="1108155" y="783476"/>
                  </a:lnTo>
                  <a:lnTo>
                    <a:pt x="1107969" y="783609"/>
                  </a:lnTo>
                  <a:lnTo>
                    <a:pt x="1107790" y="783780"/>
                  </a:lnTo>
                  <a:lnTo>
                    <a:pt x="1107561" y="783977"/>
                  </a:lnTo>
                  <a:lnTo>
                    <a:pt x="1107376" y="784026"/>
                  </a:lnTo>
                  <a:lnTo>
                    <a:pt x="1107030" y="784285"/>
                  </a:lnTo>
                  <a:lnTo>
                    <a:pt x="1106739" y="784106"/>
                  </a:lnTo>
                  <a:lnTo>
                    <a:pt x="1106423" y="784162"/>
                  </a:lnTo>
                  <a:lnTo>
                    <a:pt x="1106060" y="784583"/>
                  </a:lnTo>
                  <a:lnTo>
                    <a:pt x="1105736" y="784681"/>
                  </a:lnTo>
                  <a:lnTo>
                    <a:pt x="1105474" y="784646"/>
                  </a:lnTo>
                  <a:lnTo>
                    <a:pt x="1104757" y="785122"/>
                  </a:lnTo>
                  <a:lnTo>
                    <a:pt x="1104377" y="785346"/>
                  </a:lnTo>
                  <a:lnTo>
                    <a:pt x="1104048" y="785437"/>
                  </a:lnTo>
                  <a:lnTo>
                    <a:pt x="1103860" y="785557"/>
                  </a:lnTo>
                  <a:lnTo>
                    <a:pt x="1102951" y="786255"/>
                  </a:lnTo>
                  <a:lnTo>
                    <a:pt x="1103094" y="786576"/>
                  </a:lnTo>
                  <a:lnTo>
                    <a:pt x="1103493" y="786991"/>
                  </a:lnTo>
                  <a:lnTo>
                    <a:pt x="1103935" y="786715"/>
                  </a:lnTo>
                  <a:lnTo>
                    <a:pt x="1104162" y="786750"/>
                  </a:lnTo>
                  <a:lnTo>
                    <a:pt x="1104060" y="787164"/>
                  </a:lnTo>
                  <a:lnTo>
                    <a:pt x="1103682" y="787343"/>
                  </a:lnTo>
                  <a:lnTo>
                    <a:pt x="1104039" y="787700"/>
                  </a:lnTo>
                  <a:lnTo>
                    <a:pt x="1104145" y="787974"/>
                  </a:lnTo>
                  <a:lnTo>
                    <a:pt x="1104062" y="788175"/>
                  </a:lnTo>
                  <a:lnTo>
                    <a:pt x="1103865" y="788343"/>
                  </a:lnTo>
                  <a:lnTo>
                    <a:pt x="1103686" y="788433"/>
                  </a:lnTo>
                  <a:lnTo>
                    <a:pt x="1103434" y="788459"/>
                  </a:lnTo>
                  <a:lnTo>
                    <a:pt x="1102997" y="788580"/>
                  </a:lnTo>
                  <a:lnTo>
                    <a:pt x="1102771" y="788746"/>
                  </a:lnTo>
                  <a:lnTo>
                    <a:pt x="1102505" y="788798"/>
                  </a:lnTo>
                  <a:lnTo>
                    <a:pt x="1102102" y="788850"/>
                  </a:lnTo>
                  <a:lnTo>
                    <a:pt x="1102178" y="789526"/>
                  </a:lnTo>
                  <a:lnTo>
                    <a:pt x="1102209" y="789774"/>
                  </a:lnTo>
                  <a:lnTo>
                    <a:pt x="1102226" y="789925"/>
                  </a:lnTo>
                  <a:lnTo>
                    <a:pt x="1102163" y="790648"/>
                  </a:lnTo>
                  <a:lnTo>
                    <a:pt x="1101893" y="791276"/>
                  </a:lnTo>
                  <a:lnTo>
                    <a:pt x="1101529" y="791549"/>
                  </a:lnTo>
                  <a:lnTo>
                    <a:pt x="1101009" y="791502"/>
                  </a:lnTo>
                  <a:lnTo>
                    <a:pt x="1100764" y="791825"/>
                  </a:lnTo>
                  <a:lnTo>
                    <a:pt x="1100439" y="792154"/>
                  </a:lnTo>
                  <a:lnTo>
                    <a:pt x="1100691" y="792370"/>
                  </a:lnTo>
                  <a:lnTo>
                    <a:pt x="1100725" y="792648"/>
                  </a:lnTo>
                  <a:lnTo>
                    <a:pt x="1100475" y="792706"/>
                  </a:lnTo>
                  <a:lnTo>
                    <a:pt x="1100189" y="792734"/>
                  </a:lnTo>
                  <a:lnTo>
                    <a:pt x="1099689" y="792697"/>
                  </a:lnTo>
                  <a:lnTo>
                    <a:pt x="1098827" y="792345"/>
                  </a:lnTo>
                  <a:lnTo>
                    <a:pt x="1098271" y="792400"/>
                  </a:lnTo>
                  <a:lnTo>
                    <a:pt x="1097496" y="792917"/>
                  </a:lnTo>
                  <a:lnTo>
                    <a:pt x="1096911" y="793041"/>
                  </a:lnTo>
                  <a:lnTo>
                    <a:pt x="1096641" y="793208"/>
                  </a:lnTo>
                  <a:lnTo>
                    <a:pt x="1096710" y="793456"/>
                  </a:lnTo>
                  <a:lnTo>
                    <a:pt x="1096191" y="793963"/>
                  </a:lnTo>
                  <a:lnTo>
                    <a:pt x="1095654" y="794246"/>
                  </a:lnTo>
                  <a:lnTo>
                    <a:pt x="1095424" y="794593"/>
                  </a:lnTo>
                  <a:lnTo>
                    <a:pt x="1095821" y="795226"/>
                  </a:lnTo>
                  <a:lnTo>
                    <a:pt x="1095811" y="795427"/>
                  </a:lnTo>
                  <a:lnTo>
                    <a:pt x="1095261" y="795558"/>
                  </a:lnTo>
                  <a:lnTo>
                    <a:pt x="1095196" y="795377"/>
                  </a:lnTo>
                  <a:lnTo>
                    <a:pt x="1094794" y="795277"/>
                  </a:lnTo>
                  <a:lnTo>
                    <a:pt x="1094585" y="795316"/>
                  </a:lnTo>
                  <a:lnTo>
                    <a:pt x="1094363" y="795374"/>
                  </a:lnTo>
                  <a:lnTo>
                    <a:pt x="1094065" y="795870"/>
                  </a:lnTo>
                  <a:lnTo>
                    <a:pt x="1094486" y="796265"/>
                  </a:lnTo>
                  <a:lnTo>
                    <a:pt x="1094015" y="796081"/>
                  </a:lnTo>
                  <a:lnTo>
                    <a:pt x="1093647" y="795895"/>
                  </a:lnTo>
                  <a:lnTo>
                    <a:pt x="1093571" y="796074"/>
                  </a:lnTo>
                  <a:lnTo>
                    <a:pt x="1093470" y="796310"/>
                  </a:lnTo>
                  <a:lnTo>
                    <a:pt x="1093469" y="796579"/>
                  </a:lnTo>
                  <a:lnTo>
                    <a:pt x="1093123" y="797043"/>
                  </a:lnTo>
                  <a:lnTo>
                    <a:pt x="1093331" y="797150"/>
                  </a:lnTo>
                  <a:lnTo>
                    <a:pt x="1094112" y="797241"/>
                  </a:lnTo>
                  <a:lnTo>
                    <a:pt x="1094338" y="797306"/>
                  </a:lnTo>
                  <a:lnTo>
                    <a:pt x="1094592" y="797449"/>
                  </a:lnTo>
                  <a:lnTo>
                    <a:pt x="1094813" y="797801"/>
                  </a:lnTo>
                  <a:lnTo>
                    <a:pt x="1094655" y="798003"/>
                  </a:lnTo>
                  <a:lnTo>
                    <a:pt x="1094350" y="798318"/>
                  </a:lnTo>
                  <a:lnTo>
                    <a:pt x="1094167" y="798248"/>
                  </a:lnTo>
                  <a:lnTo>
                    <a:pt x="1093759" y="798151"/>
                  </a:lnTo>
                  <a:lnTo>
                    <a:pt x="1092840" y="798093"/>
                  </a:lnTo>
                  <a:lnTo>
                    <a:pt x="1092678" y="798125"/>
                  </a:lnTo>
                  <a:lnTo>
                    <a:pt x="1092375" y="798506"/>
                  </a:lnTo>
                  <a:lnTo>
                    <a:pt x="1091992" y="798834"/>
                  </a:lnTo>
                  <a:lnTo>
                    <a:pt x="1091765" y="799061"/>
                  </a:lnTo>
                  <a:lnTo>
                    <a:pt x="1091555" y="799206"/>
                  </a:lnTo>
                  <a:lnTo>
                    <a:pt x="1091523" y="799426"/>
                  </a:lnTo>
                  <a:lnTo>
                    <a:pt x="1091196" y="799560"/>
                  </a:lnTo>
                  <a:lnTo>
                    <a:pt x="1090796" y="799692"/>
                  </a:lnTo>
                  <a:lnTo>
                    <a:pt x="1090650" y="799738"/>
                  </a:lnTo>
                  <a:lnTo>
                    <a:pt x="1090346" y="799925"/>
                  </a:lnTo>
                  <a:lnTo>
                    <a:pt x="1090090" y="799947"/>
                  </a:lnTo>
                  <a:lnTo>
                    <a:pt x="1089737" y="800399"/>
                  </a:lnTo>
                  <a:lnTo>
                    <a:pt x="1089646" y="801092"/>
                  </a:lnTo>
                  <a:lnTo>
                    <a:pt x="1089526" y="801351"/>
                  </a:lnTo>
                  <a:lnTo>
                    <a:pt x="1089288" y="801500"/>
                  </a:lnTo>
                  <a:lnTo>
                    <a:pt x="1089073" y="801526"/>
                  </a:lnTo>
                  <a:lnTo>
                    <a:pt x="1088898" y="801639"/>
                  </a:lnTo>
                  <a:lnTo>
                    <a:pt x="1088570" y="802187"/>
                  </a:lnTo>
                  <a:lnTo>
                    <a:pt x="1088381" y="802322"/>
                  </a:lnTo>
                  <a:lnTo>
                    <a:pt x="1088353" y="802786"/>
                  </a:lnTo>
                  <a:lnTo>
                    <a:pt x="1087904" y="803050"/>
                  </a:lnTo>
                  <a:lnTo>
                    <a:pt x="1087630" y="803449"/>
                  </a:lnTo>
                  <a:lnTo>
                    <a:pt x="1087409" y="803748"/>
                  </a:lnTo>
                  <a:lnTo>
                    <a:pt x="1087040" y="803818"/>
                  </a:lnTo>
                  <a:lnTo>
                    <a:pt x="1086857" y="804104"/>
                  </a:lnTo>
                  <a:lnTo>
                    <a:pt x="1086983" y="804677"/>
                  </a:lnTo>
                  <a:lnTo>
                    <a:pt x="1086910" y="805417"/>
                  </a:lnTo>
                  <a:lnTo>
                    <a:pt x="1087074" y="806004"/>
                  </a:lnTo>
                  <a:lnTo>
                    <a:pt x="1087202" y="806169"/>
                  </a:lnTo>
                  <a:lnTo>
                    <a:pt x="1087352" y="806367"/>
                  </a:lnTo>
                  <a:lnTo>
                    <a:pt x="1087238" y="806540"/>
                  </a:lnTo>
                  <a:lnTo>
                    <a:pt x="1087009" y="806714"/>
                  </a:lnTo>
                  <a:lnTo>
                    <a:pt x="1086475" y="807119"/>
                  </a:lnTo>
                  <a:lnTo>
                    <a:pt x="1086160" y="807283"/>
                  </a:lnTo>
                  <a:lnTo>
                    <a:pt x="1085743" y="807767"/>
                  </a:lnTo>
                  <a:lnTo>
                    <a:pt x="1085663" y="807928"/>
                  </a:lnTo>
                  <a:lnTo>
                    <a:pt x="1085331" y="808036"/>
                  </a:lnTo>
                  <a:lnTo>
                    <a:pt x="1084997" y="808161"/>
                  </a:lnTo>
                  <a:lnTo>
                    <a:pt x="1084563" y="808068"/>
                  </a:lnTo>
                  <a:lnTo>
                    <a:pt x="1083795" y="807905"/>
                  </a:lnTo>
                  <a:lnTo>
                    <a:pt x="1083383" y="807723"/>
                  </a:lnTo>
                  <a:lnTo>
                    <a:pt x="1083080" y="807511"/>
                  </a:lnTo>
                  <a:lnTo>
                    <a:pt x="1082730" y="807534"/>
                  </a:lnTo>
                  <a:lnTo>
                    <a:pt x="1082442" y="807108"/>
                  </a:lnTo>
                  <a:lnTo>
                    <a:pt x="1082246" y="805306"/>
                  </a:lnTo>
                  <a:lnTo>
                    <a:pt x="1082855" y="804456"/>
                  </a:lnTo>
                  <a:lnTo>
                    <a:pt x="1083019" y="803948"/>
                  </a:lnTo>
                  <a:lnTo>
                    <a:pt x="1082868" y="803983"/>
                  </a:lnTo>
                  <a:lnTo>
                    <a:pt x="1082703" y="803879"/>
                  </a:lnTo>
                  <a:lnTo>
                    <a:pt x="1082570" y="803795"/>
                  </a:lnTo>
                  <a:lnTo>
                    <a:pt x="1082291" y="803612"/>
                  </a:lnTo>
                  <a:lnTo>
                    <a:pt x="1082779" y="802763"/>
                  </a:lnTo>
                  <a:lnTo>
                    <a:pt x="1082897" y="802494"/>
                  </a:lnTo>
                  <a:lnTo>
                    <a:pt x="1082867" y="802246"/>
                  </a:lnTo>
                  <a:lnTo>
                    <a:pt x="1082801" y="802014"/>
                  </a:lnTo>
                  <a:lnTo>
                    <a:pt x="1082790" y="801840"/>
                  </a:lnTo>
                  <a:lnTo>
                    <a:pt x="1082140" y="801638"/>
                  </a:lnTo>
                  <a:lnTo>
                    <a:pt x="1081930" y="801650"/>
                  </a:lnTo>
                  <a:lnTo>
                    <a:pt x="1081233" y="800437"/>
                  </a:lnTo>
                  <a:lnTo>
                    <a:pt x="1081222" y="800187"/>
                  </a:lnTo>
                  <a:lnTo>
                    <a:pt x="1081222" y="800059"/>
                  </a:lnTo>
                  <a:lnTo>
                    <a:pt x="1081265" y="799804"/>
                  </a:lnTo>
                  <a:lnTo>
                    <a:pt x="1081043" y="799397"/>
                  </a:lnTo>
                  <a:lnTo>
                    <a:pt x="1080897" y="799217"/>
                  </a:lnTo>
                  <a:lnTo>
                    <a:pt x="1080413" y="798517"/>
                  </a:lnTo>
                  <a:lnTo>
                    <a:pt x="1080405" y="798351"/>
                  </a:lnTo>
                  <a:lnTo>
                    <a:pt x="1080390" y="797903"/>
                  </a:lnTo>
                  <a:lnTo>
                    <a:pt x="1080432" y="797655"/>
                  </a:lnTo>
                  <a:lnTo>
                    <a:pt x="1080483" y="797488"/>
                  </a:lnTo>
                  <a:lnTo>
                    <a:pt x="1080435" y="797283"/>
                  </a:lnTo>
                  <a:lnTo>
                    <a:pt x="1079617" y="796603"/>
                  </a:lnTo>
                  <a:lnTo>
                    <a:pt x="1078670" y="796029"/>
                  </a:lnTo>
                  <a:lnTo>
                    <a:pt x="1078703" y="795732"/>
                  </a:lnTo>
                  <a:lnTo>
                    <a:pt x="1078825" y="795200"/>
                  </a:lnTo>
                  <a:lnTo>
                    <a:pt x="1078969" y="794675"/>
                  </a:lnTo>
                  <a:lnTo>
                    <a:pt x="1079001" y="794434"/>
                  </a:lnTo>
                  <a:lnTo>
                    <a:pt x="1079017" y="794020"/>
                  </a:lnTo>
                  <a:lnTo>
                    <a:pt x="1078973" y="793798"/>
                  </a:lnTo>
                  <a:lnTo>
                    <a:pt x="1078858" y="793447"/>
                  </a:lnTo>
                  <a:lnTo>
                    <a:pt x="1078627" y="793086"/>
                  </a:lnTo>
                  <a:lnTo>
                    <a:pt x="1078473" y="793053"/>
                  </a:lnTo>
                  <a:lnTo>
                    <a:pt x="1078151" y="792979"/>
                  </a:lnTo>
                  <a:lnTo>
                    <a:pt x="1077970" y="792866"/>
                  </a:lnTo>
                  <a:lnTo>
                    <a:pt x="1077761" y="792691"/>
                  </a:lnTo>
                  <a:lnTo>
                    <a:pt x="1077523" y="792422"/>
                  </a:lnTo>
                  <a:lnTo>
                    <a:pt x="1077246" y="791870"/>
                  </a:lnTo>
                  <a:lnTo>
                    <a:pt x="1077120" y="791535"/>
                  </a:lnTo>
                  <a:lnTo>
                    <a:pt x="1077085" y="791280"/>
                  </a:lnTo>
                  <a:lnTo>
                    <a:pt x="1076400" y="791052"/>
                  </a:lnTo>
                  <a:lnTo>
                    <a:pt x="1076148" y="790499"/>
                  </a:lnTo>
                  <a:lnTo>
                    <a:pt x="1076131" y="790206"/>
                  </a:lnTo>
                  <a:lnTo>
                    <a:pt x="1075730" y="789372"/>
                  </a:lnTo>
                  <a:lnTo>
                    <a:pt x="1075349" y="788878"/>
                  </a:lnTo>
                  <a:lnTo>
                    <a:pt x="1075376" y="788561"/>
                  </a:lnTo>
                  <a:lnTo>
                    <a:pt x="1074970" y="787885"/>
                  </a:lnTo>
                  <a:lnTo>
                    <a:pt x="1073589" y="786759"/>
                  </a:lnTo>
                  <a:lnTo>
                    <a:pt x="1073359" y="786585"/>
                  </a:lnTo>
                  <a:lnTo>
                    <a:pt x="1073273" y="786408"/>
                  </a:lnTo>
                  <a:lnTo>
                    <a:pt x="1073317" y="785892"/>
                  </a:lnTo>
                  <a:lnTo>
                    <a:pt x="1073180" y="785454"/>
                  </a:lnTo>
                  <a:lnTo>
                    <a:pt x="1072974" y="785192"/>
                  </a:lnTo>
                  <a:lnTo>
                    <a:pt x="1072889" y="784133"/>
                  </a:lnTo>
                  <a:lnTo>
                    <a:pt x="1073445" y="783914"/>
                  </a:lnTo>
                  <a:lnTo>
                    <a:pt x="1073854" y="783276"/>
                  </a:lnTo>
                  <a:lnTo>
                    <a:pt x="1073829" y="782774"/>
                  </a:lnTo>
                  <a:lnTo>
                    <a:pt x="1073973" y="782556"/>
                  </a:lnTo>
                  <a:lnTo>
                    <a:pt x="1074084" y="782400"/>
                  </a:lnTo>
                  <a:lnTo>
                    <a:pt x="1073903" y="781693"/>
                  </a:lnTo>
                  <a:lnTo>
                    <a:pt x="1073858" y="781484"/>
                  </a:lnTo>
                  <a:lnTo>
                    <a:pt x="1073802" y="781010"/>
                  </a:lnTo>
                  <a:lnTo>
                    <a:pt x="1073637" y="780756"/>
                  </a:lnTo>
                  <a:lnTo>
                    <a:pt x="1073457" y="780501"/>
                  </a:lnTo>
                  <a:lnTo>
                    <a:pt x="1073233" y="780437"/>
                  </a:lnTo>
                  <a:lnTo>
                    <a:pt x="1072557" y="780377"/>
                  </a:lnTo>
                  <a:lnTo>
                    <a:pt x="1072071" y="780445"/>
                  </a:lnTo>
                  <a:lnTo>
                    <a:pt x="1071746" y="780482"/>
                  </a:lnTo>
                  <a:lnTo>
                    <a:pt x="1071458" y="780403"/>
                  </a:lnTo>
                  <a:lnTo>
                    <a:pt x="1071226" y="780342"/>
                  </a:lnTo>
                  <a:lnTo>
                    <a:pt x="1070799" y="780333"/>
                  </a:lnTo>
                  <a:lnTo>
                    <a:pt x="1070366" y="780494"/>
                  </a:lnTo>
                  <a:lnTo>
                    <a:pt x="1069825" y="780554"/>
                  </a:lnTo>
                  <a:lnTo>
                    <a:pt x="1069654" y="780342"/>
                  </a:lnTo>
                  <a:lnTo>
                    <a:pt x="1069288" y="780326"/>
                  </a:lnTo>
                  <a:lnTo>
                    <a:pt x="1068975" y="780383"/>
                  </a:lnTo>
                  <a:lnTo>
                    <a:pt x="1068429" y="780100"/>
                  </a:lnTo>
                  <a:lnTo>
                    <a:pt x="1067914" y="779989"/>
                  </a:lnTo>
                  <a:lnTo>
                    <a:pt x="1067690" y="780046"/>
                  </a:lnTo>
                  <a:lnTo>
                    <a:pt x="1067480" y="779533"/>
                  </a:lnTo>
                  <a:lnTo>
                    <a:pt x="1067161" y="779673"/>
                  </a:lnTo>
                  <a:lnTo>
                    <a:pt x="1066729" y="779848"/>
                  </a:lnTo>
                  <a:lnTo>
                    <a:pt x="1065778" y="779009"/>
                  </a:lnTo>
                  <a:lnTo>
                    <a:pt x="1065555" y="778911"/>
                  </a:lnTo>
                  <a:lnTo>
                    <a:pt x="1065071" y="778922"/>
                  </a:lnTo>
                  <a:lnTo>
                    <a:pt x="1064904" y="778956"/>
                  </a:lnTo>
                  <a:lnTo>
                    <a:pt x="1064753" y="778981"/>
                  </a:lnTo>
                  <a:lnTo>
                    <a:pt x="1063935" y="778993"/>
                  </a:lnTo>
                  <a:lnTo>
                    <a:pt x="1063733" y="778885"/>
                  </a:lnTo>
                  <a:lnTo>
                    <a:pt x="1063665" y="778704"/>
                  </a:lnTo>
                  <a:lnTo>
                    <a:pt x="1063501" y="778492"/>
                  </a:lnTo>
                  <a:lnTo>
                    <a:pt x="1063054" y="778125"/>
                  </a:lnTo>
                  <a:lnTo>
                    <a:pt x="1062573" y="778148"/>
                  </a:lnTo>
                  <a:lnTo>
                    <a:pt x="1062509" y="777723"/>
                  </a:lnTo>
                  <a:lnTo>
                    <a:pt x="1062460" y="777544"/>
                  </a:lnTo>
                  <a:lnTo>
                    <a:pt x="1062195" y="776949"/>
                  </a:lnTo>
                  <a:lnTo>
                    <a:pt x="1061937" y="776908"/>
                  </a:lnTo>
                  <a:lnTo>
                    <a:pt x="1061308" y="776856"/>
                  </a:lnTo>
                  <a:lnTo>
                    <a:pt x="1060968" y="776623"/>
                  </a:lnTo>
                  <a:lnTo>
                    <a:pt x="1060462" y="776324"/>
                  </a:lnTo>
                  <a:lnTo>
                    <a:pt x="1060539" y="776103"/>
                  </a:lnTo>
                  <a:lnTo>
                    <a:pt x="1060421" y="775851"/>
                  </a:lnTo>
                  <a:lnTo>
                    <a:pt x="1060243" y="775983"/>
                  </a:lnTo>
                  <a:lnTo>
                    <a:pt x="1060082" y="776134"/>
                  </a:lnTo>
                  <a:lnTo>
                    <a:pt x="1059606" y="776052"/>
                  </a:lnTo>
                  <a:lnTo>
                    <a:pt x="1058919" y="775990"/>
                  </a:lnTo>
                  <a:lnTo>
                    <a:pt x="1058967" y="775728"/>
                  </a:lnTo>
                  <a:lnTo>
                    <a:pt x="1059147" y="775361"/>
                  </a:lnTo>
                  <a:lnTo>
                    <a:pt x="1059622" y="774531"/>
                  </a:lnTo>
                  <a:lnTo>
                    <a:pt x="1060205" y="774183"/>
                  </a:lnTo>
                  <a:lnTo>
                    <a:pt x="1060270" y="774056"/>
                  </a:lnTo>
                  <a:lnTo>
                    <a:pt x="1060439" y="773713"/>
                  </a:lnTo>
                  <a:lnTo>
                    <a:pt x="1060531" y="772798"/>
                  </a:lnTo>
                  <a:lnTo>
                    <a:pt x="1060404" y="772483"/>
                  </a:lnTo>
                  <a:lnTo>
                    <a:pt x="1060242" y="772442"/>
                  </a:lnTo>
                  <a:lnTo>
                    <a:pt x="1059349" y="772239"/>
                  </a:lnTo>
                  <a:lnTo>
                    <a:pt x="1058985" y="772312"/>
                  </a:lnTo>
                  <a:lnTo>
                    <a:pt x="1058410" y="771892"/>
                  </a:lnTo>
                  <a:lnTo>
                    <a:pt x="1057841" y="771252"/>
                  </a:lnTo>
                  <a:lnTo>
                    <a:pt x="1057530" y="770972"/>
                  </a:lnTo>
                  <a:lnTo>
                    <a:pt x="1057172" y="770958"/>
                  </a:lnTo>
                  <a:lnTo>
                    <a:pt x="1057141" y="771174"/>
                  </a:lnTo>
                  <a:lnTo>
                    <a:pt x="1057107" y="771594"/>
                  </a:lnTo>
                  <a:lnTo>
                    <a:pt x="1056894" y="772146"/>
                  </a:lnTo>
                  <a:lnTo>
                    <a:pt x="1056654" y="772534"/>
                  </a:lnTo>
                  <a:lnTo>
                    <a:pt x="1056484" y="773022"/>
                  </a:lnTo>
                  <a:lnTo>
                    <a:pt x="1055925" y="773409"/>
                  </a:lnTo>
                  <a:lnTo>
                    <a:pt x="1054883" y="773972"/>
                  </a:lnTo>
                  <a:lnTo>
                    <a:pt x="1054653" y="773965"/>
                  </a:lnTo>
                  <a:lnTo>
                    <a:pt x="1054311" y="774053"/>
                  </a:lnTo>
                  <a:lnTo>
                    <a:pt x="1053988" y="774624"/>
                  </a:lnTo>
                  <a:lnTo>
                    <a:pt x="1053911" y="774813"/>
                  </a:lnTo>
                  <a:lnTo>
                    <a:pt x="1052934" y="775259"/>
                  </a:lnTo>
                  <a:lnTo>
                    <a:pt x="1051918" y="775367"/>
                  </a:lnTo>
                  <a:lnTo>
                    <a:pt x="1051273" y="775660"/>
                  </a:lnTo>
                  <a:lnTo>
                    <a:pt x="1050495" y="775550"/>
                  </a:lnTo>
                  <a:lnTo>
                    <a:pt x="1049876" y="775664"/>
                  </a:lnTo>
                  <a:lnTo>
                    <a:pt x="1049496" y="775932"/>
                  </a:lnTo>
                  <a:lnTo>
                    <a:pt x="1049395" y="776088"/>
                  </a:lnTo>
                  <a:lnTo>
                    <a:pt x="1049296" y="776259"/>
                  </a:lnTo>
                  <a:lnTo>
                    <a:pt x="1049177" y="776468"/>
                  </a:lnTo>
                  <a:lnTo>
                    <a:pt x="1048840" y="776746"/>
                  </a:lnTo>
                  <a:lnTo>
                    <a:pt x="1047690" y="777431"/>
                  </a:lnTo>
                  <a:lnTo>
                    <a:pt x="1047409" y="777439"/>
                  </a:lnTo>
                  <a:lnTo>
                    <a:pt x="1047220" y="777487"/>
                  </a:lnTo>
                  <a:lnTo>
                    <a:pt x="1046774" y="777681"/>
                  </a:lnTo>
                  <a:lnTo>
                    <a:pt x="1046564" y="778388"/>
                  </a:lnTo>
                  <a:lnTo>
                    <a:pt x="1046529" y="778612"/>
                  </a:lnTo>
                  <a:lnTo>
                    <a:pt x="1046381" y="779003"/>
                  </a:lnTo>
                  <a:lnTo>
                    <a:pt x="1045949" y="779555"/>
                  </a:lnTo>
                  <a:lnTo>
                    <a:pt x="1045670" y="779759"/>
                  </a:lnTo>
                  <a:lnTo>
                    <a:pt x="1045319" y="780158"/>
                  </a:lnTo>
                  <a:lnTo>
                    <a:pt x="1045114" y="780731"/>
                  </a:lnTo>
                  <a:lnTo>
                    <a:pt x="1044955" y="781274"/>
                  </a:lnTo>
                  <a:lnTo>
                    <a:pt x="1045181" y="781759"/>
                  </a:lnTo>
                  <a:lnTo>
                    <a:pt x="1045680" y="781743"/>
                  </a:lnTo>
                  <a:lnTo>
                    <a:pt x="1045897" y="781681"/>
                  </a:lnTo>
                  <a:lnTo>
                    <a:pt x="1046242" y="781838"/>
                  </a:lnTo>
                  <a:lnTo>
                    <a:pt x="1046441" y="782084"/>
                  </a:lnTo>
                  <a:lnTo>
                    <a:pt x="1046898" y="782933"/>
                  </a:lnTo>
                  <a:lnTo>
                    <a:pt x="1046956" y="783232"/>
                  </a:lnTo>
                  <a:lnTo>
                    <a:pt x="1047073" y="783679"/>
                  </a:lnTo>
                  <a:lnTo>
                    <a:pt x="1047360" y="783748"/>
                  </a:lnTo>
                  <a:lnTo>
                    <a:pt x="1047748" y="784576"/>
                  </a:lnTo>
                  <a:lnTo>
                    <a:pt x="1047916" y="785103"/>
                  </a:lnTo>
                  <a:lnTo>
                    <a:pt x="1048086" y="785314"/>
                  </a:lnTo>
                  <a:lnTo>
                    <a:pt x="1048538" y="785535"/>
                  </a:lnTo>
                  <a:lnTo>
                    <a:pt x="1048873" y="785598"/>
                  </a:lnTo>
                  <a:lnTo>
                    <a:pt x="1049890" y="785478"/>
                  </a:lnTo>
                  <a:lnTo>
                    <a:pt x="1050490" y="785863"/>
                  </a:lnTo>
                  <a:lnTo>
                    <a:pt x="1051137" y="786301"/>
                  </a:lnTo>
                  <a:lnTo>
                    <a:pt x="1051554" y="787029"/>
                  </a:lnTo>
                  <a:lnTo>
                    <a:pt x="1051435" y="787580"/>
                  </a:lnTo>
                  <a:lnTo>
                    <a:pt x="1051283" y="788301"/>
                  </a:lnTo>
                  <a:lnTo>
                    <a:pt x="1051388" y="788493"/>
                  </a:lnTo>
                  <a:lnTo>
                    <a:pt x="1051521" y="789294"/>
                  </a:lnTo>
                  <a:lnTo>
                    <a:pt x="1051343" y="789688"/>
                  </a:lnTo>
                  <a:lnTo>
                    <a:pt x="1051222" y="790221"/>
                  </a:lnTo>
                  <a:lnTo>
                    <a:pt x="1051142" y="790537"/>
                  </a:lnTo>
                  <a:lnTo>
                    <a:pt x="1051083" y="790708"/>
                  </a:lnTo>
                  <a:lnTo>
                    <a:pt x="1050623" y="791200"/>
                  </a:lnTo>
                  <a:lnTo>
                    <a:pt x="1050507" y="791546"/>
                  </a:lnTo>
                  <a:lnTo>
                    <a:pt x="1050292" y="791934"/>
                  </a:lnTo>
                  <a:lnTo>
                    <a:pt x="1050193" y="792080"/>
                  </a:lnTo>
                  <a:lnTo>
                    <a:pt x="1049796" y="792565"/>
                  </a:lnTo>
                  <a:lnTo>
                    <a:pt x="1049531" y="792810"/>
                  </a:lnTo>
                  <a:lnTo>
                    <a:pt x="1048796" y="793439"/>
                  </a:lnTo>
                  <a:lnTo>
                    <a:pt x="1048914" y="793729"/>
                  </a:lnTo>
                  <a:lnTo>
                    <a:pt x="1049025" y="794455"/>
                  </a:lnTo>
                  <a:lnTo>
                    <a:pt x="1048848" y="794831"/>
                  </a:lnTo>
                  <a:lnTo>
                    <a:pt x="1049012" y="795497"/>
                  </a:lnTo>
                  <a:lnTo>
                    <a:pt x="1049142" y="795771"/>
                  </a:lnTo>
                  <a:lnTo>
                    <a:pt x="1049158" y="796001"/>
                  </a:lnTo>
                  <a:lnTo>
                    <a:pt x="1049135" y="796852"/>
                  </a:lnTo>
                  <a:lnTo>
                    <a:pt x="1048912" y="797454"/>
                  </a:lnTo>
                  <a:lnTo>
                    <a:pt x="1048786" y="797642"/>
                  </a:lnTo>
                  <a:lnTo>
                    <a:pt x="1048769" y="797810"/>
                  </a:lnTo>
                  <a:lnTo>
                    <a:pt x="1048891" y="798270"/>
                  </a:lnTo>
                  <a:lnTo>
                    <a:pt x="1049189" y="798697"/>
                  </a:lnTo>
                  <a:lnTo>
                    <a:pt x="1049026" y="799121"/>
                  </a:lnTo>
                  <a:lnTo>
                    <a:pt x="1048944" y="799332"/>
                  </a:lnTo>
                  <a:lnTo>
                    <a:pt x="1048844" y="799647"/>
                  </a:lnTo>
                  <a:lnTo>
                    <a:pt x="1048611" y="800161"/>
                  </a:lnTo>
                  <a:lnTo>
                    <a:pt x="1048531" y="800327"/>
                  </a:lnTo>
                  <a:lnTo>
                    <a:pt x="1048444" y="800564"/>
                  </a:lnTo>
                  <a:lnTo>
                    <a:pt x="1048375" y="800752"/>
                  </a:lnTo>
                  <a:lnTo>
                    <a:pt x="1048466" y="801029"/>
                  </a:lnTo>
                  <a:lnTo>
                    <a:pt x="1048435" y="801178"/>
                  </a:lnTo>
                  <a:lnTo>
                    <a:pt x="1048386" y="801801"/>
                  </a:lnTo>
                  <a:lnTo>
                    <a:pt x="1048139" y="802349"/>
                  </a:lnTo>
                  <a:lnTo>
                    <a:pt x="1047493" y="802816"/>
                  </a:lnTo>
                  <a:lnTo>
                    <a:pt x="1047274" y="803113"/>
                  </a:lnTo>
                  <a:lnTo>
                    <a:pt x="1047147" y="803592"/>
                  </a:lnTo>
                  <a:lnTo>
                    <a:pt x="1047571" y="804132"/>
                  </a:lnTo>
                  <a:lnTo>
                    <a:pt x="1047965" y="804271"/>
                  </a:lnTo>
                  <a:lnTo>
                    <a:pt x="1048425" y="804568"/>
                  </a:lnTo>
                  <a:lnTo>
                    <a:pt x="1048091" y="805319"/>
                  </a:lnTo>
                  <a:lnTo>
                    <a:pt x="1047843" y="805478"/>
                  </a:lnTo>
                  <a:lnTo>
                    <a:pt x="1047854" y="805794"/>
                  </a:lnTo>
                  <a:lnTo>
                    <a:pt x="1048201" y="806670"/>
                  </a:lnTo>
                  <a:lnTo>
                    <a:pt x="1047878" y="806911"/>
                  </a:lnTo>
                  <a:lnTo>
                    <a:pt x="1047578" y="807464"/>
                  </a:lnTo>
                  <a:lnTo>
                    <a:pt x="1047581" y="807732"/>
                  </a:lnTo>
                  <a:lnTo>
                    <a:pt x="1047839" y="808411"/>
                  </a:lnTo>
                  <a:lnTo>
                    <a:pt x="1048000" y="808643"/>
                  </a:lnTo>
                  <a:lnTo>
                    <a:pt x="1048252" y="808953"/>
                  </a:lnTo>
                  <a:lnTo>
                    <a:pt x="1048262" y="809111"/>
                  </a:lnTo>
                  <a:lnTo>
                    <a:pt x="1048240" y="809670"/>
                  </a:lnTo>
                  <a:lnTo>
                    <a:pt x="1047956" y="810245"/>
                  </a:lnTo>
                  <a:lnTo>
                    <a:pt x="1048055" y="810796"/>
                  </a:lnTo>
                  <a:lnTo>
                    <a:pt x="1048486" y="811078"/>
                  </a:lnTo>
                  <a:lnTo>
                    <a:pt x="1048769" y="811212"/>
                  </a:lnTo>
                  <a:lnTo>
                    <a:pt x="1049023" y="811497"/>
                  </a:lnTo>
                  <a:lnTo>
                    <a:pt x="1049281" y="811795"/>
                  </a:lnTo>
                  <a:lnTo>
                    <a:pt x="1049654" y="812524"/>
                  </a:lnTo>
                  <a:lnTo>
                    <a:pt x="1049871" y="812649"/>
                  </a:lnTo>
                  <a:lnTo>
                    <a:pt x="1050458" y="812907"/>
                  </a:lnTo>
                  <a:lnTo>
                    <a:pt x="1050891" y="812935"/>
                  </a:lnTo>
                  <a:lnTo>
                    <a:pt x="1051925" y="813488"/>
                  </a:lnTo>
                  <a:lnTo>
                    <a:pt x="1052219" y="813531"/>
                  </a:lnTo>
                  <a:lnTo>
                    <a:pt x="1053133" y="814009"/>
                  </a:lnTo>
                  <a:lnTo>
                    <a:pt x="1053122" y="814381"/>
                  </a:lnTo>
                  <a:lnTo>
                    <a:pt x="1052998" y="814629"/>
                  </a:lnTo>
                  <a:lnTo>
                    <a:pt x="1053107" y="814775"/>
                  </a:lnTo>
                  <a:lnTo>
                    <a:pt x="1053186" y="815225"/>
                  </a:lnTo>
                  <a:lnTo>
                    <a:pt x="1052970" y="815419"/>
                  </a:lnTo>
                  <a:lnTo>
                    <a:pt x="1052174" y="815365"/>
                  </a:lnTo>
                  <a:lnTo>
                    <a:pt x="1051821" y="815241"/>
                  </a:lnTo>
                  <a:lnTo>
                    <a:pt x="1050503" y="815235"/>
                  </a:lnTo>
                  <a:lnTo>
                    <a:pt x="1050565" y="815808"/>
                  </a:lnTo>
                  <a:lnTo>
                    <a:pt x="1050780" y="816330"/>
                  </a:lnTo>
                  <a:lnTo>
                    <a:pt x="1050877" y="816523"/>
                  </a:lnTo>
                  <a:lnTo>
                    <a:pt x="1050970" y="816656"/>
                  </a:lnTo>
                  <a:lnTo>
                    <a:pt x="1051112" y="816767"/>
                  </a:lnTo>
                  <a:lnTo>
                    <a:pt x="1051324" y="816887"/>
                  </a:lnTo>
                  <a:lnTo>
                    <a:pt x="1051539" y="817583"/>
                  </a:lnTo>
                  <a:lnTo>
                    <a:pt x="1051886" y="817609"/>
                  </a:lnTo>
                  <a:lnTo>
                    <a:pt x="1052217" y="817852"/>
                  </a:lnTo>
                  <a:lnTo>
                    <a:pt x="1052526" y="818589"/>
                  </a:lnTo>
                  <a:lnTo>
                    <a:pt x="1052243" y="818566"/>
                  </a:lnTo>
                  <a:lnTo>
                    <a:pt x="1052112" y="818764"/>
                  </a:lnTo>
                  <a:lnTo>
                    <a:pt x="1052196" y="819127"/>
                  </a:lnTo>
                  <a:lnTo>
                    <a:pt x="1052596" y="819765"/>
                  </a:lnTo>
                  <a:lnTo>
                    <a:pt x="1052140" y="820212"/>
                  </a:lnTo>
                  <a:lnTo>
                    <a:pt x="1051875" y="820339"/>
                  </a:lnTo>
                  <a:lnTo>
                    <a:pt x="1051355" y="820626"/>
                  </a:lnTo>
                  <a:lnTo>
                    <a:pt x="1050977" y="821378"/>
                  </a:lnTo>
                  <a:lnTo>
                    <a:pt x="1050956" y="821789"/>
                  </a:lnTo>
                  <a:lnTo>
                    <a:pt x="1051123" y="822361"/>
                  </a:lnTo>
                  <a:lnTo>
                    <a:pt x="1050974" y="823058"/>
                  </a:lnTo>
                  <a:lnTo>
                    <a:pt x="1050455" y="823091"/>
                  </a:lnTo>
                  <a:lnTo>
                    <a:pt x="1050336" y="823378"/>
                  </a:lnTo>
                  <a:lnTo>
                    <a:pt x="1050007" y="823483"/>
                  </a:lnTo>
                  <a:lnTo>
                    <a:pt x="1049636" y="823424"/>
                  </a:lnTo>
                  <a:lnTo>
                    <a:pt x="1049039" y="823448"/>
                  </a:lnTo>
                  <a:lnTo>
                    <a:pt x="1048883" y="823509"/>
                  </a:lnTo>
                  <a:lnTo>
                    <a:pt x="1048459" y="823787"/>
                  </a:lnTo>
                  <a:lnTo>
                    <a:pt x="1048154" y="824085"/>
                  </a:lnTo>
                  <a:lnTo>
                    <a:pt x="1048225" y="824431"/>
                  </a:lnTo>
                  <a:lnTo>
                    <a:pt x="1048468" y="824449"/>
                  </a:lnTo>
                  <a:lnTo>
                    <a:pt x="1048874" y="824620"/>
                  </a:lnTo>
                  <a:lnTo>
                    <a:pt x="1049040" y="824814"/>
                  </a:lnTo>
                  <a:lnTo>
                    <a:pt x="1049065" y="825390"/>
                  </a:lnTo>
                  <a:lnTo>
                    <a:pt x="1049008" y="825641"/>
                  </a:lnTo>
                  <a:lnTo>
                    <a:pt x="1048552" y="826023"/>
                  </a:lnTo>
                  <a:lnTo>
                    <a:pt x="1048936" y="826642"/>
                  </a:lnTo>
                  <a:lnTo>
                    <a:pt x="1048976" y="826783"/>
                  </a:lnTo>
                  <a:lnTo>
                    <a:pt x="1049086" y="827468"/>
                  </a:lnTo>
                  <a:lnTo>
                    <a:pt x="1048746" y="827884"/>
                  </a:lnTo>
                  <a:lnTo>
                    <a:pt x="1048458" y="827655"/>
                  </a:lnTo>
                  <a:lnTo>
                    <a:pt x="1048429" y="827488"/>
                  </a:lnTo>
                  <a:lnTo>
                    <a:pt x="1048422" y="827302"/>
                  </a:lnTo>
                  <a:lnTo>
                    <a:pt x="1048384" y="827107"/>
                  </a:lnTo>
                  <a:lnTo>
                    <a:pt x="1048134" y="827140"/>
                  </a:lnTo>
                  <a:lnTo>
                    <a:pt x="1048072" y="827392"/>
                  </a:lnTo>
                  <a:lnTo>
                    <a:pt x="1047803" y="827883"/>
                  </a:lnTo>
                  <a:lnTo>
                    <a:pt x="1047073" y="827950"/>
                  </a:lnTo>
                  <a:lnTo>
                    <a:pt x="1046598" y="827897"/>
                  </a:lnTo>
                  <a:lnTo>
                    <a:pt x="1045737" y="828019"/>
                  </a:lnTo>
                  <a:lnTo>
                    <a:pt x="1045202" y="828151"/>
                  </a:lnTo>
                  <a:lnTo>
                    <a:pt x="1044903" y="828430"/>
                  </a:lnTo>
                  <a:lnTo>
                    <a:pt x="1044718" y="828803"/>
                  </a:lnTo>
                  <a:lnTo>
                    <a:pt x="1044398" y="828794"/>
                  </a:lnTo>
                  <a:lnTo>
                    <a:pt x="1043747" y="829077"/>
                  </a:lnTo>
                  <a:lnTo>
                    <a:pt x="1043532" y="829275"/>
                  </a:lnTo>
                  <a:lnTo>
                    <a:pt x="1043277" y="829890"/>
                  </a:lnTo>
                  <a:lnTo>
                    <a:pt x="1042907" y="830102"/>
                  </a:lnTo>
                  <a:lnTo>
                    <a:pt x="1042028" y="830007"/>
                  </a:lnTo>
                  <a:lnTo>
                    <a:pt x="1041804" y="829918"/>
                  </a:lnTo>
                  <a:lnTo>
                    <a:pt x="1040921" y="829548"/>
                  </a:lnTo>
                  <a:lnTo>
                    <a:pt x="1040647" y="829528"/>
                  </a:lnTo>
                  <a:lnTo>
                    <a:pt x="1040417" y="829555"/>
                  </a:lnTo>
                  <a:lnTo>
                    <a:pt x="1040256" y="829601"/>
                  </a:lnTo>
                  <a:lnTo>
                    <a:pt x="1039915" y="829717"/>
                  </a:lnTo>
                  <a:lnTo>
                    <a:pt x="1039482" y="829630"/>
                  </a:lnTo>
                  <a:lnTo>
                    <a:pt x="1039021" y="829608"/>
                  </a:lnTo>
                  <a:lnTo>
                    <a:pt x="1038469" y="829739"/>
                  </a:lnTo>
                  <a:lnTo>
                    <a:pt x="1038177" y="829818"/>
                  </a:lnTo>
                  <a:lnTo>
                    <a:pt x="1037131" y="829600"/>
                  </a:lnTo>
                  <a:lnTo>
                    <a:pt x="1036765" y="829572"/>
                  </a:lnTo>
                  <a:lnTo>
                    <a:pt x="1036372" y="829712"/>
                  </a:lnTo>
                  <a:lnTo>
                    <a:pt x="1036212" y="829750"/>
                  </a:lnTo>
                  <a:lnTo>
                    <a:pt x="1035836" y="829784"/>
                  </a:lnTo>
                  <a:lnTo>
                    <a:pt x="1035675" y="829794"/>
                  </a:lnTo>
                  <a:lnTo>
                    <a:pt x="1035418" y="829737"/>
                  </a:lnTo>
                  <a:lnTo>
                    <a:pt x="1034866" y="829477"/>
                  </a:lnTo>
                  <a:lnTo>
                    <a:pt x="1034681" y="829372"/>
                  </a:lnTo>
                  <a:lnTo>
                    <a:pt x="1034474" y="829237"/>
                  </a:lnTo>
                  <a:lnTo>
                    <a:pt x="1033716" y="829206"/>
                  </a:lnTo>
                  <a:lnTo>
                    <a:pt x="1033063" y="829161"/>
                  </a:lnTo>
                  <a:lnTo>
                    <a:pt x="1032741" y="829002"/>
                  </a:lnTo>
                  <a:lnTo>
                    <a:pt x="1031969" y="829125"/>
                  </a:lnTo>
                  <a:lnTo>
                    <a:pt x="1031750" y="829038"/>
                  </a:lnTo>
                  <a:lnTo>
                    <a:pt x="1031094" y="828719"/>
                  </a:lnTo>
                  <a:lnTo>
                    <a:pt x="1030911" y="828811"/>
                  </a:lnTo>
                  <a:lnTo>
                    <a:pt x="1030426" y="829359"/>
                  </a:lnTo>
                  <a:lnTo>
                    <a:pt x="1029718" y="829155"/>
                  </a:lnTo>
                  <a:lnTo>
                    <a:pt x="1028895" y="829446"/>
                  </a:lnTo>
                  <a:lnTo>
                    <a:pt x="1028489" y="829272"/>
                  </a:lnTo>
                  <a:lnTo>
                    <a:pt x="1027876" y="829057"/>
                  </a:lnTo>
                  <a:lnTo>
                    <a:pt x="1027552" y="829182"/>
                  </a:lnTo>
                  <a:lnTo>
                    <a:pt x="1027294" y="829156"/>
                  </a:lnTo>
                  <a:lnTo>
                    <a:pt x="1027023" y="828692"/>
                  </a:lnTo>
                  <a:lnTo>
                    <a:pt x="1026938" y="828195"/>
                  </a:lnTo>
                  <a:lnTo>
                    <a:pt x="1026580" y="827570"/>
                  </a:lnTo>
                  <a:lnTo>
                    <a:pt x="1026294" y="827289"/>
                  </a:lnTo>
                  <a:lnTo>
                    <a:pt x="1025924" y="826409"/>
                  </a:lnTo>
                  <a:lnTo>
                    <a:pt x="1025822" y="826079"/>
                  </a:lnTo>
                  <a:lnTo>
                    <a:pt x="1026123" y="825737"/>
                  </a:lnTo>
                  <a:lnTo>
                    <a:pt x="1026171" y="825033"/>
                  </a:lnTo>
                  <a:lnTo>
                    <a:pt x="1026043" y="825108"/>
                  </a:lnTo>
                  <a:lnTo>
                    <a:pt x="1025726" y="825555"/>
                  </a:lnTo>
                  <a:lnTo>
                    <a:pt x="1025464" y="825680"/>
                  </a:lnTo>
                  <a:lnTo>
                    <a:pt x="1024868" y="825635"/>
                  </a:lnTo>
                  <a:lnTo>
                    <a:pt x="1024770" y="825903"/>
                  </a:lnTo>
                  <a:lnTo>
                    <a:pt x="1023993" y="826110"/>
                  </a:lnTo>
                  <a:lnTo>
                    <a:pt x="1023722" y="826141"/>
                  </a:lnTo>
                  <a:lnTo>
                    <a:pt x="1023060" y="826320"/>
                  </a:lnTo>
                  <a:lnTo>
                    <a:pt x="1022575" y="826741"/>
                  </a:lnTo>
                  <a:lnTo>
                    <a:pt x="1022474" y="826944"/>
                  </a:lnTo>
                  <a:lnTo>
                    <a:pt x="1022406" y="827301"/>
                  </a:lnTo>
                  <a:lnTo>
                    <a:pt x="1022345" y="827440"/>
                  </a:lnTo>
                  <a:lnTo>
                    <a:pt x="1022213" y="827729"/>
                  </a:lnTo>
                  <a:lnTo>
                    <a:pt x="1022019" y="827932"/>
                  </a:lnTo>
                  <a:lnTo>
                    <a:pt x="1021610" y="828151"/>
                  </a:lnTo>
                  <a:lnTo>
                    <a:pt x="1021340" y="828210"/>
                  </a:lnTo>
                  <a:lnTo>
                    <a:pt x="1021176" y="828210"/>
                  </a:lnTo>
                  <a:lnTo>
                    <a:pt x="1020938" y="828169"/>
                  </a:lnTo>
                  <a:lnTo>
                    <a:pt x="1020145" y="828000"/>
                  </a:lnTo>
                  <a:lnTo>
                    <a:pt x="1019574" y="827539"/>
                  </a:lnTo>
                  <a:lnTo>
                    <a:pt x="1019092" y="827719"/>
                  </a:lnTo>
                  <a:lnTo>
                    <a:pt x="1018769" y="827412"/>
                  </a:lnTo>
                  <a:lnTo>
                    <a:pt x="1018570" y="827183"/>
                  </a:lnTo>
                  <a:lnTo>
                    <a:pt x="1018234" y="826803"/>
                  </a:lnTo>
                  <a:lnTo>
                    <a:pt x="1017828" y="826505"/>
                  </a:lnTo>
                  <a:lnTo>
                    <a:pt x="1017681" y="826517"/>
                  </a:lnTo>
                  <a:lnTo>
                    <a:pt x="1017528" y="826615"/>
                  </a:lnTo>
                  <a:lnTo>
                    <a:pt x="1017157" y="826947"/>
                  </a:lnTo>
                  <a:lnTo>
                    <a:pt x="1016696" y="826943"/>
                  </a:lnTo>
                  <a:lnTo>
                    <a:pt x="1016088" y="826896"/>
                  </a:lnTo>
                  <a:lnTo>
                    <a:pt x="1015168" y="826782"/>
                  </a:lnTo>
                  <a:lnTo>
                    <a:pt x="1014713" y="826934"/>
                  </a:lnTo>
                  <a:lnTo>
                    <a:pt x="1014435" y="826891"/>
                  </a:lnTo>
                  <a:lnTo>
                    <a:pt x="1014037" y="826698"/>
                  </a:lnTo>
                  <a:lnTo>
                    <a:pt x="1013361" y="826666"/>
                  </a:lnTo>
                  <a:lnTo>
                    <a:pt x="1012425" y="826551"/>
                  </a:lnTo>
                  <a:lnTo>
                    <a:pt x="1012145" y="826674"/>
                  </a:lnTo>
                  <a:lnTo>
                    <a:pt x="1011858" y="826848"/>
                  </a:lnTo>
                  <a:lnTo>
                    <a:pt x="1011399" y="826449"/>
                  </a:lnTo>
                  <a:lnTo>
                    <a:pt x="1011159" y="826334"/>
                  </a:lnTo>
                  <a:lnTo>
                    <a:pt x="1010967" y="826363"/>
                  </a:lnTo>
                  <a:lnTo>
                    <a:pt x="1010778" y="826664"/>
                  </a:lnTo>
                  <a:lnTo>
                    <a:pt x="1010380" y="827029"/>
                  </a:lnTo>
                  <a:lnTo>
                    <a:pt x="1009384" y="826993"/>
                  </a:lnTo>
                  <a:lnTo>
                    <a:pt x="1009076" y="826947"/>
                  </a:lnTo>
                  <a:lnTo>
                    <a:pt x="1008238" y="827037"/>
                  </a:lnTo>
                  <a:lnTo>
                    <a:pt x="1007979" y="827092"/>
                  </a:lnTo>
                  <a:lnTo>
                    <a:pt x="1007554" y="827306"/>
                  </a:lnTo>
                  <a:lnTo>
                    <a:pt x="1007357" y="827387"/>
                  </a:lnTo>
                  <a:lnTo>
                    <a:pt x="1007042" y="827438"/>
                  </a:lnTo>
                  <a:lnTo>
                    <a:pt x="1006763" y="827455"/>
                  </a:lnTo>
                  <a:lnTo>
                    <a:pt x="1006606" y="827462"/>
                  </a:lnTo>
                  <a:lnTo>
                    <a:pt x="1006281" y="827478"/>
                  </a:lnTo>
                  <a:lnTo>
                    <a:pt x="1005809" y="827975"/>
                  </a:lnTo>
                  <a:lnTo>
                    <a:pt x="1005806" y="828473"/>
                  </a:lnTo>
                  <a:lnTo>
                    <a:pt x="1005493" y="828361"/>
                  </a:lnTo>
                  <a:lnTo>
                    <a:pt x="1005212" y="828681"/>
                  </a:lnTo>
                  <a:lnTo>
                    <a:pt x="1005056" y="828919"/>
                  </a:lnTo>
                  <a:lnTo>
                    <a:pt x="1004624" y="828888"/>
                  </a:lnTo>
                  <a:lnTo>
                    <a:pt x="1004426" y="828866"/>
                  </a:lnTo>
                  <a:lnTo>
                    <a:pt x="1003792" y="828775"/>
                  </a:lnTo>
                  <a:lnTo>
                    <a:pt x="1003559" y="828550"/>
                  </a:lnTo>
                  <a:lnTo>
                    <a:pt x="1003176" y="828052"/>
                  </a:lnTo>
                  <a:lnTo>
                    <a:pt x="1003011" y="827636"/>
                  </a:lnTo>
                  <a:lnTo>
                    <a:pt x="1003120" y="827447"/>
                  </a:lnTo>
                  <a:lnTo>
                    <a:pt x="1003113" y="827259"/>
                  </a:lnTo>
                  <a:lnTo>
                    <a:pt x="1003101" y="827101"/>
                  </a:lnTo>
                  <a:lnTo>
                    <a:pt x="1002955" y="826408"/>
                  </a:lnTo>
                  <a:lnTo>
                    <a:pt x="1002946" y="826086"/>
                  </a:lnTo>
                  <a:lnTo>
                    <a:pt x="1002674" y="825547"/>
                  </a:lnTo>
                  <a:lnTo>
                    <a:pt x="1002970" y="825360"/>
                  </a:lnTo>
                  <a:lnTo>
                    <a:pt x="1003451" y="824916"/>
                  </a:lnTo>
                  <a:lnTo>
                    <a:pt x="1003366" y="824721"/>
                  </a:lnTo>
                  <a:lnTo>
                    <a:pt x="1003114" y="824642"/>
                  </a:lnTo>
                  <a:lnTo>
                    <a:pt x="1002729" y="824378"/>
                  </a:lnTo>
                  <a:lnTo>
                    <a:pt x="1002732" y="823762"/>
                  </a:lnTo>
                  <a:lnTo>
                    <a:pt x="1003080" y="822909"/>
                  </a:lnTo>
                  <a:lnTo>
                    <a:pt x="1002802" y="822602"/>
                  </a:lnTo>
                  <a:lnTo>
                    <a:pt x="1002472" y="822260"/>
                  </a:lnTo>
                  <a:lnTo>
                    <a:pt x="1002251" y="821653"/>
                  </a:lnTo>
                  <a:lnTo>
                    <a:pt x="1001832" y="821435"/>
                  </a:lnTo>
                  <a:lnTo>
                    <a:pt x="1001628" y="821429"/>
                  </a:lnTo>
                  <a:lnTo>
                    <a:pt x="1001292" y="821336"/>
                  </a:lnTo>
                  <a:lnTo>
                    <a:pt x="1000873" y="821153"/>
                  </a:lnTo>
                  <a:lnTo>
                    <a:pt x="1000454" y="820937"/>
                  </a:lnTo>
                  <a:lnTo>
                    <a:pt x="1000067" y="820727"/>
                  </a:lnTo>
                  <a:lnTo>
                    <a:pt x="999832" y="820817"/>
                  </a:lnTo>
                  <a:lnTo>
                    <a:pt x="999391" y="820754"/>
                  </a:lnTo>
                  <a:lnTo>
                    <a:pt x="999045" y="820674"/>
                  </a:lnTo>
                  <a:lnTo>
                    <a:pt x="998876" y="820488"/>
                  </a:lnTo>
                  <a:lnTo>
                    <a:pt x="999090" y="819972"/>
                  </a:lnTo>
                  <a:lnTo>
                    <a:pt x="999404" y="819700"/>
                  </a:lnTo>
                  <a:lnTo>
                    <a:pt x="999976" y="819595"/>
                  </a:lnTo>
                  <a:lnTo>
                    <a:pt x="1000572" y="819451"/>
                  </a:lnTo>
                  <a:lnTo>
                    <a:pt x="1000523" y="819215"/>
                  </a:lnTo>
                  <a:lnTo>
                    <a:pt x="1000482" y="819046"/>
                  </a:lnTo>
                  <a:lnTo>
                    <a:pt x="1001234" y="818450"/>
                  </a:lnTo>
                  <a:lnTo>
                    <a:pt x="1001376" y="818170"/>
                  </a:lnTo>
                  <a:lnTo>
                    <a:pt x="1001318" y="817705"/>
                  </a:lnTo>
                  <a:lnTo>
                    <a:pt x="1001104" y="817508"/>
                  </a:lnTo>
                  <a:lnTo>
                    <a:pt x="1000892" y="817274"/>
                  </a:lnTo>
                  <a:lnTo>
                    <a:pt x="1000693" y="816746"/>
                  </a:lnTo>
                  <a:lnTo>
                    <a:pt x="1000639" y="816116"/>
                  </a:lnTo>
                  <a:lnTo>
                    <a:pt x="1000957" y="815560"/>
                  </a:lnTo>
                  <a:lnTo>
                    <a:pt x="1000894" y="815187"/>
                  </a:lnTo>
                  <a:lnTo>
                    <a:pt x="1000415" y="815137"/>
                  </a:lnTo>
                  <a:lnTo>
                    <a:pt x="999730" y="815530"/>
                  </a:lnTo>
                  <a:lnTo>
                    <a:pt x="999573" y="815452"/>
                  </a:lnTo>
                  <a:lnTo>
                    <a:pt x="999508" y="814932"/>
                  </a:lnTo>
                  <a:lnTo>
                    <a:pt x="999261" y="814884"/>
                  </a:lnTo>
                  <a:lnTo>
                    <a:pt x="998756" y="814851"/>
                  </a:lnTo>
                  <a:lnTo>
                    <a:pt x="997969" y="814621"/>
                  </a:lnTo>
                  <a:lnTo>
                    <a:pt x="997131" y="814384"/>
                  </a:lnTo>
                  <a:lnTo>
                    <a:pt x="997029" y="814113"/>
                  </a:lnTo>
                  <a:lnTo>
                    <a:pt x="996748" y="813682"/>
                  </a:lnTo>
                  <a:lnTo>
                    <a:pt x="996370" y="812879"/>
                  </a:lnTo>
                  <a:lnTo>
                    <a:pt x="996410" y="811608"/>
                  </a:lnTo>
                  <a:lnTo>
                    <a:pt x="996524" y="811363"/>
                  </a:lnTo>
                  <a:lnTo>
                    <a:pt x="995886" y="810915"/>
                  </a:lnTo>
                  <a:lnTo>
                    <a:pt x="995611" y="810418"/>
                  </a:lnTo>
                  <a:lnTo>
                    <a:pt x="995502" y="810256"/>
                  </a:lnTo>
                  <a:lnTo>
                    <a:pt x="995126" y="809949"/>
                  </a:lnTo>
                  <a:lnTo>
                    <a:pt x="994674" y="809622"/>
                  </a:lnTo>
                  <a:lnTo>
                    <a:pt x="994544" y="809462"/>
                  </a:lnTo>
                  <a:lnTo>
                    <a:pt x="994222" y="809181"/>
                  </a:lnTo>
                  <a:lnTo>
                    <a:pt x="993953" y="809088"/>
                  </a:lnTo>
                  <a:lnTo>
                    <a:pt x="993794" y="808988"/>
                  </a:lnTo>
                  <a:lnTo>
                    <a:pt x="993980" y="808726"/>
                  </a:lnTo>
                  <a:lnTo>
                    <a:pt x="993887" y="808249"/>
                  </a:lnTo>
                  <a:lnTo>
                    <a:pt x="993824" y="808005"/>
                  </a:lnTo>
                  <a:lnTo>
                    <a:pt x="993701" y="807775"/>
                  </a:lnTo>
                  <a:lnTo>
                    <a:pt x="993505" y="807552"/>
                  </a:lnTo>
                  <a:lnTo>
                    <a:pt x="993020" y="806602"/>
                  </a:lnTo>
                  <a:lnTo>
                    <a:pt x="992434" y="806274"/>
                  </a:lnTo>
                  <a:lnTo>
                    <a:pt x="992764" y="805591"/>
                  </a:lnTo>
                  <a:lnTo>
                    <a:pt x="992615" y="804422"/>
                  </a:lnTo>
                  <a:lnTo>
                    <a:pt x="992755" y="803874"/>
                  </a:lnTo>
                  <a:lnTo>
                    <a:pt x="993244" y="803450"/>
                  </a:lnTo>
                  <a:lnTo>
                    <a:pt x="993144" y="803136"/>
                  </a:lnTo>
                  <a:lnTo>
                    <a:pt x="993087" y="802677"/>
                  </a:lnTo>
                  <a:lnTo>
                    <a:pt x="993263" y="802599"/>
                  </a:lnTo>
                  <a:lnTo>
                    <a:pt x="993506" y="802490"/>
                  </a:lnTo>
                  <a:lnTo>
                    <a:pt x="993901" y="802196"/>
                  </a:lnTo>
                  <a:lnTo>
                    <a:pt x="994331" y="801954"/>
                  </a:lnTo>
                  <a:lnTo>
                    <a:pt x="994849" y="801717"/>
                  </a:lnTo>
                  <a:lnTo>
                    <a:pt x="995090" y="801908"/>
                  </a:lnTo>
                  <a:lnTo>
                    <a:pt x="995475" y="802126"/>
                  </a:lnTo>
                  <a:lnTo>
                    <a:pt x="995611" y="802182"/>
                  </a:lnTo>
                  <a:lnTo>
                    <a:pt x="996332" y="801847"/>
                  </a:lnTo>
                  <a:lnTo>
                    <a:pt x="996802" y="801852"/>
                  </a:lnTo>
                  <a:lnTo>
                    <a:pt x="997118" y="801976"/>
                  </a:lnTo>
                  <a:lnTo>
                    <a:pt x="997682" y="803009"/>
                  </a:lnTo>
                  <a:lnTo>
                    <a:pt x="997617" y="803164"/>
                  </a:lnTo>
                  <a:lnTo>
                    <a:pt x="997695" y="803803"/>
                  </a:lnTo>
                  <a:lnTo>
                    <a:pt x="997937" y="804120"/>
                  </a:lnTo>
                  <a:lnTo>
                    <a:pt x="998435" y="804666"/>
                  </a:lnTo>
                  <a:lnTo>
                    <a:pt x="999080" y="804709"/>
                  </a:lnTo>
                  <a:lnTo>
                    <a:pt x="999449" y="804572"/>
                  </a:lnTo>
                  <a:lnTo>
                    <a:pt x="999549" y="804369"/>
                  </a:lnTo>
                  <a:lnTo>
                    <a:pt x="999614" y="804224"/>
                  </a:lnTo>
                  <a:lnTo>
                    <a:pt x="999929" y="804057"/>
                  </a:lnTo>
                  <a:lnTo>
                    <a:pt x="1000264" y="804008"/>
                  </a:lnTo>
                  <a:lnTo>
                    <a:pt x="1000615" y="803745"/>
                  </a:lnTo>
                  <a:lnTo>
                    <a:pt x="1000652" y="803401"/>
                  </a:lnTo>
                  <a:lnTo>
                    <a:pt x="1000870" y="802818"/>
                  </a:lnTo>
                  <a:lnTo>
                    <a:pt x="1000918" y="802473"/>
                  </a:lnTo>
                  <a:lnTo>
                    <a:pt x="1000939" y="802225"/>
                  </a:lnTo>
                  <a:lnTo>
                    <a:pt x="1000965" y="801848"/>
                  </a:lnTo>
                  <a:lnTo>
                    <a:pt x="1001282" y="801357"/>
                  </a:lnTo>
                  <a:lnTo>
                    <a:pt x="1001396" y="800985"/>
                  </a:lnTo>
                  <a:lnTo>
                    <a:pt x="1001626" y="800592"/>
                  </a:lnTo>
                  <a:lnTo>
                    <a:pt x="1001781" y="800422"/>
                  </a:lnTo>
                  <a:lnTo>
                    <a:pt x="1002413" y="800179"/>
                  </a:lnTo>
                  <a:lnTo>
                    <a:pt x="1002400" y="799976"/>
                  </a:lnTo>
                  <a:lnTo>
                    <a:pt x="1002019" y="799624"/>
                  </a:lnTo>
                  <a:lnTo>
                    <a:pt x="1001956" y="799164"/>
                  </a:lnTo>
                  <a:lnTo>
                    <a:pt x="1002072" y="798852"/>
                  </a:lnTo>
                  <a:lnTo>
                    <a:pt x="1002067" y="798717"/>
                  </a:lnTo>
                  <a:lnTo>
                    <a:pt x="1001880" y="798442"/>
                  </a:lnTo>
                  <a:lnTo>
                    <a:pt x="1001680" y="798360"/>
                  </a:lnTo>
                  <a:lnTo>
                    <a:pt x="1001384" y="798314"/>
                  </a:lnTo>
                  <a:lnTo>
                    <a:pt x="1001099" y="798040"/>
                  </a:lnTo>
                  <a:lnTo>
                    <a:pt x="1000469" y="797561"/>
                  </a:lnTo>
                  <a:lnTo>
                    <a:pt x="1000228" y="797214"/>
                  </a:lnTo>
                  <a:lnTo>
                    <a:pt x="999551" y="796639"/>
                  </a:lnTo>
                  <a:lnTo>
                    <a:pt x="999280" y="796517"/>
                  </a:lnTo>
                  <a:lnTo>
                    <a:pt x="998925" y="796354"/>
                  </a:lnTo>
                  <a:lnTo>
                    <a:pt x="998696" y="796098"/>
                  </a:lnTo>
                  <a:lnTo>
                    <a:pt x="998904" y="795613"/>
                  </a:lnTo>
                  <a:lnTo>
                    <a:pt x="999120" y="795582"/>
                  </a:lnTo>
                  <a:lnTo>
                    <a:pt x="999662" y="795417"/>
                  </a:lnTo>
                  <a:lnTo>
                    <a:pt x="1000391" y="795122"/>
                  </a:lnTo>
                  <a:lnTo>
                    <a:pt x="1000457" y="794837"/>
                  </a:lnTo>
                  <a:lnTo>
                    <a:pt x="1000403" y="794392"/>
                  </a:lnTo>
                  <a:lnTo>
                    <a:pt x="1000609" y="794098"/>
                  </a:lnTo>
                  <a:lnTo>
                    <a:pt x="1000523" y="793801"/>
                  </a:lnTo>
                  <a:lnTo>
                    <a:pt x="1000498" y="793641"/>
                  </a:lnTo>
                  <a:lnTo>
                    <a:pt x="1000538" y="793158"/>
                  </a:lnTo>
                  <a:lnTo>
                    <a:pt x="1000699" y="792451"/>
                  </a:lnTo>
                  <a:lnTo>
                    <a:pt x="1000295" y="792226"/>
                  </a:lnTo>
                  <a:lnTo>
                    <a:pt x="999824" y="791454"/>
                  </a:lnTo>
                  <a:lnTo>
                    <a:pt x="998552" y="791309"/>
                  </a:lnTo>
                  <a:lnTo>
                    <a:pt x="997947" y="791337"/>
                  </a:lnTo>
                  <a:lnTo>
                    <a:pt x="997357" y="791393"/>
                  </a:lnTo>
                  <a:lnTo>
                    <a:pt x="997304" y="790991"/>
                  </a:lnTo>
                  <a:lnTo>
                    <a:pt x="997726" y="790807"/>
                  </a:lnTo>
                  <a:lnTo>
                    <a:pt x="998323" y="790806"/>
                  </a:lnTo>
                  <a:lnTo>
                    <a:pt x="998640" y="790581"/>
                  </a:lnTo>
                  <a:lnTo>
                    <a:pt x="998995" y="790399"/>
                  </a:lnTo>
                  <a:lnTo>
                    <a:pt x="999482" y="790331"/>
                  </a:lnTo>
                  <a:lnTo>
                    <a:pt x="999481" y="789807"/>
                  </a:lnTo>
                  <a:lnTo>
                    <a:pt x="999752" y="789562"/>
                  </a:lnTo>
                  <a:lnTo>
                    <a:pt x="1000113" y="789181"/>
                  </a:lnTo>
                  <a:lnTo>
                    <a:pt x="1000122" y="788941"/>
                  </a:lnTo>
                  <a:lnTo>
                    <a:pt x="1000056" y="788743"/>
                  </a:lnTo>
                  <a:lnTo>
                    <a:pt x="999709" y="788527"/>
                  </a:lnTo>
                  <a:lnTo>
                    <a:pt x="999448" y="788443"/>
                  </a:lnTo>
                  <a:lnTo>
                    <a:pt x="999284" y="788316"/>
                  </a:lnTo>
                  <a:lnTo>
                    <a:pt x="998985" y="787853"/>
                  </a:lnTo>
                  <a:lnTo>
                    <a:pt x="998868" y="787312"/>
                  </a:lnTo>
                  <a:lnTo>
                    <a:pt x="998481" y="787127"/>
                  </a:lnTo>
                  <a:lnTo>
                    <a:pt x="998143" y="787129"/>
                  </a:lnTo>
                  <a:lnTo>
                    <a:pt x="997528" y="786900"/>
                  </a:lnTo>
                  <a:lnTo>
                    <a:pt x="997204" y="786993"/>
                  </a:lnTo>
                  <a:lnTo>
                    <a:pt x="997011" y="787077"/>
                  </a:lnTo>
                  <a:lnTo>
                    <a:pt x="996596" y="787381"/>
                  </a:lnTo>
                  <a:lnTo>
                    <a:pt x="996438" y="787548"/>
                  </a:lnTo>
                  <a:lnTo>
                    <a:pt x="996397" y="787982"/>
                  </a:lnTo>
                  <a:lnTo>
                    <a:pt x="996640" y="788887"/>
                  </a:lnTo>
                  <a:lnTo>
                    <a:pt x="996269" y="789425"/>
                  </a:lnTo>
                  <a:lnTo>
                    <a:pt x="996089" y="789613"/>
                  </a:lnTo>
                  <a:lnTo>
                    <a:pt x="995245" y="790138"/>
                  </a:lnTo>
                  <a:lnTo>
                    <a:pt x="993642" y="790396"/>
                  </a:lnTo>
                  <a:lnTo>
                    <a:pt x="993243" y="790228"/>
                  </a:lnTo>
                  <a:lnTo>
                    <a:pt x="992739" y="790138"/>
                  </a:lnTo>
                  <a:lnTo>
                    <a:pt x="991645" y="789497"/>
                  </a:lnTo>
                  <a:lnTo>
                    <a:pt x="991820" y="789490"/>
                  </a:lnTo>
                  <a:lnTo>
                    <a:pt x="992049" y="789505"/>
                  </a:lnTo>
                  <a:lnTo>
                    <a:pt x="992573" y="789425"/>
                  </a:lnTo>
                  <a:lnTo>
                    <a:pt x="992887" y="789173"/>
                  </a:lnTo>
                  <a:lnTo>
                    <a:pt x="992985" y="788940"/>
                  </a:lnTo>
                  <a:lnTo>
                    <a:pt x="992869" y="788791"/>
                  </a:lnTo>
                  <a:lnTo>
                    <a:pt x="992934" y="788442"/>
                  </a:lnTo>
                  <a:lnTo>
                    <a:pt x="993292" y="788664"/>
                  </a:lnTo>
                  <a:lnTo>
                    <a:pt x="993576" y="788703"/>
                  </a:lnTo>
                  <a:lnTo>
                    <a:pt x="993468" y="788213"/>
                  </a:lnTo>
                  <a:lnTo>
                    <a:pt x="993521" y="787911"/>
                  </a:lnTo>
                  <a:lnTo>
                    <a:pt x="993774" y="787522"/>
                  </a:lnTo>
                  <a:lnTo>
                    <a:pt x="993240" y="787097"/>
                  </a:lnTo>
                  <a:lnTo>
                    <a:pt x="992899" y="786958"/>
                  </a:lnTo>
                  <a:lnTo>
                    <a:pt x="992725" y="786808"/>
                  </a:lnTo>
                  <a:lnTo>
                    <a:pt x="992324" y="786607"/>
                  </a:lnTo>
                  <a:lnTo>
                    <a:pt x="991968" y="786706"/>
                  </a:lnTo>
                  <a:lnTo>
                    <a:pt x="991486" y="786637"/>
                  </a:lnTo>
                  <a:lnTo>
                    <a:pt x="990937" y="786254"/>
                  </a:lnTo>
                  <a:lnTo>
                    <a:pt x="990564" y="785597"/>
                  </a:lnTo>
                  <a:lnTo>
                    <a:pt x="990634" y="785326"/>
                  </a:lnTo>
                  <a:lnTo>
                    <a:pt x="990653" y="785004"/>
                  </a:lnTo>
                  <a:lnTo>
                    <a:pt x="990623" y="784849"/>
                  </a:lnTo>
                  <a:lnTo>
                    <a:pt x="990593" y="784599"/>
                  </a:lnTo>
                  <a:lnTo>
                    <a:pt x="990790" y="783996"/>
                  </a:lnTo>
                  <a:lnTo>
                    <a:pt x="991238" y="783536"/>
                  </a:lnTo>
                  <a:lnTo>
                    <a:pt x="991609" y="782901"/>
                  </a:lnTo>
                  <a:lnTo>
                    <a:pt x="991513" y="782773"/>
                  </a:lnTo>
                  <a:lnTo>
                    <a:pt x="990833" y="782258"/>
                  </a:lnTo>
                  <a:lnTo>
                    <a:pt x="990555" y="782186"/>
                  </a:lnTo>
                  <a:lnTo>
                    <a:pt x="989540" y="781808"/>
                  </a:lnTo>
                  <a:lnTo>
                    <a:pt x="989194" y="781620"/>
                  </a:lnTo>
                  <a:lnTo>
                    <a:pt x="989049" y="781566"/>
                  </a:lnTo>
                  <a:lnTo>
                    <a:pt x="988716" y="781484"/>
                  </a:lnTo>
                  <a:lnTo>
                    <a:pt x="988492" y="781485"/>
                  </a:lnTo>
                  <a:lnTo>
                    <a:pt x="988318" y="781515"/>
                  </a:lnTo>
                  <a:lnTo>
                    <a:pt x="987853" y="781062"/>
                  </a:lnTo>
                  <a:lnTo>
                    <a:pt x="987645" y="780658"/>
                  </a:lnTo>
                  <a:lnTo>
                    <a:pt x="987322" y="780488"/>
                  </a:lnTo>
                  <a:lnTo>
                    <a:pt x="986813" y="780343"/>
                  </a:lnTo>
                  <a:lnTo>
                    <a:pt x="986584" y="780220"/>
                  </a:lnTo>
                  <a:lnTo>
                    <a:pt x="986419" y="780034"/>
                  </a:lnTo>
                  <a:lnTo>
                    <a:pt x="986136" y="779778"/>
                  </a:lnTo>
                  <a:lnTo>
                    <a:pt x="985228" y="779299"/>
                  </a:lnTo>
                  <a:lnTo>
                    <a:pt x="984992" y="779186"/>
                  </a:lnTo>
                  <a:lnTo>
                    <a:pt x="984857" y="779076"/>
                  </a:lnTo>
                  <a:lnTo>
                    <a:pt x="984696" y="778693"/>
                  </a:lnTo>
                  <a:lnTo>
                    <a:pt x="985317" y="778254"/>
                  </a:lnTo>
                  <a:lnTo>
                    <a:pt x="986020" y="778054"/>
                  </a:lnTo>
                  <a:lnTo>
                    <a:pt x="986275" y="778082"/>
                  </a:lnTo>
                  <a:lnTo>
                    <a:pt x="986785" y="777474"/>
                  </a:lnTo>
                  <a:lnTo>
                    <a:pt x="987131" y="777387"/>
                  </a:lnTo>
                  <a:lnTo>
                    <a:pt x="987377" y="777354"/>
                  </a:lnTo>
                  <a:lnTo>
                    <a:pt x="987662" y="777321"/>
                  </a:lnTo>
                  <a:lnTo>
                    <a:pt x="988064" y="777166"/>
                  </a:lnTo>
                  <a:lnTo>
                    <a:pt x="988883" y="776648"/>
                  </a:lnTo>
                  <a:lnTo>
                    <a:pt x="988862" y="775988"/>
                  </a:lnTo>
                  <a:lnTo>
                    <a:pt x="988781" y="775246"/>
                  </a:lnTo>
                  <a:lnTo>
                    <a:pt x="988233" y="774973"/>
                  </a:lnTo>
                  <a:lnTo>
                    <a:pt x="987838" y="774987"/>
                  </a:lnTo>
                  <a:lnTo>
                    <a:pt x="987361" y="774777"/>
                  </a:lnTo>
                  <a:lnTo>
                    <a:pt x="987357" y="774630"/>
                  </a:lnTo>
                  <a:lnTo>
                    <a:pt x="987222" y="774404"/>
                  </a:lnTo>
                  <a:lnTo>
                    <a:pt x="986717" y="774109"/>
                  </a:lnTo>
                  <a:lnTo>
                    <a:pt x="986497" y="773186"/>
                  </a:lnTo>
                  <a:lnTo>
                    <a:pt x="986518" y="773029"/>
                  </a:lnTo>
                  <a:lnTo>
                    <a:pt x="986912" y="772075"/>
                  </a:lnTo>
                  <a:lnTo>
                    <a:pt x="987267" y="771932"/>
                  </a:lnTo>
                  <a:lnTo>
                    <a:pt x="987535" y="771526"/>
                  </a:lnTo>
                  <a:lnTo>
                    <a:pt x="987256" y="771039"/>
                  </a:lnTo>
                  <a:lnTo>
                    <a:pt x="987093" y="770889"/>
                  </a:lnTo>
                  <a:lnTo>
                    <a:pt x="986959" y="770460"/>
                  </a:lnTo>
                  <a:lnTo>
                    <a:pt x="986958" y="770233"/>
                  </a:lnTo>
                  <a:lnTo>
                    <a:pt x="986753" y="769997"/>
                  </a:lnTo>
                  <a:lnTo>
                    <a:pt x="986295" y="769554"/>
                  </a:lnTo>
                  <a:lnTo>
                    <a:pt x="985949" y="769426"/>
                  </a:lnTo>
                  <a:lnTo>
                    <a:pt x="985349" y="769195"/>
                  </a:lnTo>
                  <a:lnTo>
                    <a:pt x="985199" y="768973"/>
                  </a:lnTo>
                  <a:lnTo>
                    <a:pt x="984965" y="768736"/>
                  </a:lnTo>
                  <a:lnTo>
                    <a:pt x="984736" y="768704"/>
                  </a:lnTo>
                  <a:lnTo>
                    <a:pt x="984335" y="768668"/>
                  </a:lnTo>
                  <a:lnTo>
                    <a:pt x="983309" y="767535"/>
                  </a:lnTo>
                  <a:lnTo>
                    <a:pt x="983299" y="767337"/>
                  </a:lnTo>
                  <a:lnTo>
                    <a:pt x="983238" y="766947"/>
                  </a:lnTo>
                  <a:lnTo>
                    <a:pt x="982613" y="766350"/>
                  </a:lnTo>
                  <a:lnTo>
                    <a:pt x="982147" y="766096"/>
                  </a:lnTo>
                  <a:lnTo>
                    <a:pt x="981723" y="765929"/>
                  </a:lnTo>
                  <a:lnTo>
                    <a:pt x="981535" y="765863"/>
                  </a:lnTo>
                  <a:lnTo>
                    <a:pt x="981282" y="765730"/>
                  </a:lnTo>
                  <a:lnTo>
                    <a:pt x="980438" y="765348"/>
                  </a:lnTo>
                  <a:lnTo>
                    <a:pt x="980140" y="765291"/>
                  </a:lnTo>
                  <a:lnTo>
                    <a:pt x="979982" y="764930"/>
                  </a:lnTo>
                  <a:lnTo>
                    <a:pt x="979888" y="764039"/>
                  </a:lnTo>
                  <a:lnTo>
                    <a:pt x="978719" y="762460"/>
                  </a:lnTo>
                  <a:lnTo>
                    <a:pt x="978507" y="762099"/>
                  </a:lnTo>
                  <a:lnTo>
                    <a:pt x="978319" y="761628"/>
                  </a:lnTo>
                  <a:lnTo>
                    <a:pt x="977870" y="761304"/>
                  </a:lnTo>
                  <a:lnTo>
                    <a:pt x="976893" y="760946"/>
                  </a:lnTo>
                  <a:lnTo>
                    <a:pt x="976266" y="760174"/>
                  </a:lnTo>
                  <a:lnTo>
                    <a:pt x="976454" y="759781"/>
                  </a:lnTo>
                  <a:lnTo>
                    <a:pt x="976710" y="759434"/>
                  </a:lnTo>
                  <a:lnTo>
                    <a:pt x="976543" y="758731"/>
                  </a:lnTo>
                  <a:lnTo>
                    <a:pt x="976349" y="758778"/>
                  </a:lnTo>
                  <a:lnTo>
                    <a:pt x="976206" y="758797"/>
                  </a:lnTo>
                  <a:lnTo>
                    <a:pt x="976006" y="758787"/>
                  </a:lnTo>
                  <a:lnTo>
                    <a:pt x="975525" y="758936"/>
                  </a:lnTo>
                  <a:lnTo>
                    <a:pt x="974680" y="759213"/>
                  </a:lnTo>
                  <a:lnTo>
                    <a:pt x="974199" y="759592"/>
                  </a:lnTo>
                  <a:lnTo>
                    <a:pt x="973711" y="759649"/>
                  </a:lnTo>
                  <a:lnTo>
                    <a:pt x="972741" y="759870"/>
                  </a:lnTo>
                  <a:lnTo>
                    <a:pt x="972471" y="760041"/>
                  </a:lnTo>
                  <a:lnTo>
                    <a:pt x="972101" y="760272"/>
                  </a:lnTo>
                  <a:lnTo>
                    <a:pt x="970264" y="760548"/>
                  </a:lnTo>
                  <a:lnTo>
                    <a:pt x="969475" y="760263"/>
                  </a:lnTo>
                  <a:lnTo>
                    <a:pt x="969333" y="760211"/>
                  </a:lnTo>
                  <a:lnTo>
                    <a:pt x="968451" y="760087"/>
                  </a:lnTo>
                  <a:lnTo>
                    <a:pt x="967575" y="759994"/>
                  </a:lnTo>
                  <a:lnTo>
                    <a:pt x="967055" y="759436"/>
                  </a:lnTo>
                  <a:lnTo>
                    <a:pt x="966853" y="759402"/>
                  </a:lnTo>
                  <a:lnTo>
                    <a:pt x="966492" y="759349"/>
                  </a:lnTo>
                  <a:lnTo>
                    <a:pt x="966188" y="759344"/>
                  </a:lnTo>
                  <a:lnTo>
                    <a:pt x="965766" y="759333"/>
                  </a:lnTo>
                  <a:lnTo>
                    <a:pt x="965384" y="759323"/>
                  </a:lnTo>
                  <a:lnTo>
                    <a:pt x="965149" y="759315"/>
                  </a:lnTo>
                  <a:lnTo>
                    <a:pt x="964642" y="759263"/>
                  </a:lnTo>
                  <a:lnTo>
                    <a:pt x="964195" y="759417"/>
                  </a:lnTo>
                  <a:lnTo>
                    <a:pt x="964005" y="759642"/>
                  </a:lnTo>
                  <a:lnTo>
                    <a:pt x="963735" y="760132"/>
                  </a:lnTo>
                  <a:lnTo>
                    <a:pt x="963426" y="760043"/>
                  </a:lnTo>
                  <a:lnTo>
                    <a:pt x="962747" y="759711"/>
                  </a:lnTo>
                  <a:lnTo>
                    <a:pt x="962431" y="759731"/>
                  </a:lnTo>
                  <a:lnTo>
                    <a:pt x="962205" y="759743"/>
                  </a:lnTo>
                  <a:lnTo>
                    <a:pt x="961605" y="759565"/>
                  </a:lnTo>
                  <a:lnTo>
                    <a:pt x="961071" y="759486"/>
                  </a:lnTo>
                  <a:lnTo>
                    <a:pt x="960247" y="760180"/>
                  </a:lnTo>
                  <a:lnTo>
                    <a:pt x="959977" y="760262"/>
                  </a:lnTo>
                  <a:lnTo>
                    <a:pt x="959595" y="760371"/>
                  </a:lnTo>
                  <a:lnTo>
                    <a:pt x="959409" y="760661"/>
                  </a:lnTo>
                  <a:lnTo>
                    <a:pt x="959395" y="761132"/>
                  </a:lnTo>
                  <a:lnTo>
                    <a:pt x="959270" y="761584"/>
                  </a:lnTo>
                  <a:lnTo>
                    <a:pt x="959251" y="761771"/>
                  </a:lnTo>
                  <a:lnTo>
                    <a:pt x="959157" y="761994"/>
                  </a:lnTo>
                  <a:lnTo>
                    <a:pt x="958464" y="762348"/>
                  </a:lnTo>
                  <a:lnTo>
                    <a:pt x="957840" y="762698"/>
                  </a:lnTo>
                  <a:lnTo>
                    <a:pt x="957435" y="763172"/>
                  </a:lnTo>
                  <a:lnTo>
                    <a:pt x="957209" y="764038"/>
                  </a:lnTo>
                  <a:lnTo>
                    <a:pt x="957471" y="764026"/>
                  </a:lnTo>
                  <a:lnTo>
                    <a:pt x="957686" y="763981"/>
                  </a:lnTo>
                  <a:lnTo>
                    <a:pt x="958320" y="764190"/>
                  </a:lnTo>
                  <a:lnTo>
                    <a:pt x="958354" y="764318"/>
                  </a:lnTo>
                  <a:lnTo>
                    <a:pt x="958408" y="765012"/>
                  </a:lnTo>
                  <a:lnTo>
                    <a:pt x="958278" y="765483"/>
                  </a:lnTo>
                  <a:lnTo>
                    <a:pt x="958192" y="765714"/>
                  </a:lnTo>
                  <a:lnTo>
                    <a:pt x="958250" y="766162"/>
                  </a:lnTo>
                  <a:lnTo>
                    <a:pt x="958219" y="766527"/>
                  </a:lnTo>
                  <a:lnTo>
                    <a:pt x="957952" y="766660"/>
                  </a:lnTo>
                  <a:lnTo>
                    <a:pt x="957404" y="766814"/>
                  </a:lnTo>
                  <a:lnTo>
                    <a:pt x="957181" y="767056"/>
                  </a:lnTo>
                  <a:lnTo>
                    <a:pt x="956958" y="767102"/>
                  </a:lnTo>
                  <a:lnTo>
                    <a:pt x="956254" y="767086"/>
                  </a:lnTo>
                  <a:lnTo>
                    <a:pt x="955382" y="767150"/>
                  </a:lnTo>
                  <a:lnTo>
                    <a:pt x="955079" y="767120"/>
                  </a:lnTo>
                  <a:lnTo>
                    <a:pt x="954780" y="767087"/>
                  </a:lnTo>
                  <a:lnTo>
                    <a:pt x="954423" y="767094"/>
                  </a:lnTo>
                  <a:lnTo>
                    <a:pt x="954178" y="766970"/>
                  </a:lnTo>
                  <a:lnTo>
                    <a:pt x="954018" y="766736"/>
                  </a:lnTo>
                  <a:lnTo>
                    <a:pt x="953781" y="766671"/>
                  </a:lnTo>
                  <a:lnTo>
                    <a:pt x="953158" y="766585"/>
                  </a:lnTo>
                  <a:lnTo>
                    <a:pt x="952795" y="766398"/>
                  </a:lnTo>
                  <a:lnTo>
                    <a:pt x="952270" y="766091"/>
                  </a:lnTo>
                  <a:lnTo>
                    <a:pt x="952126" y="766052"/>
                  </a:lnTo>
                  <a:lnTo>
                    <a:pt x="951984" y="766014"/>
                  </a:lnTo>
                  <a:lnTo>
                    <a:pt x="951662" y="765973"/>
                  </a:lnTo>
                  <a:lnTo>
                    <a:pt x="951443" y="766030"/>
                  </a:lnTo>
                  <a:lnTo>
                    <a:pt x="951044" y="766323"/>
                  </a:lnTo>
                  <a:lnTo>
                    <a:pt x="950912" y="766355"/>
                  </a:lnTo>
                  <a:lnTo>
                    <a:pt x="950485" y="766362"/>
                  </a:lnTo>
                  <a:lnTo>
                    <a:pt x="950303" y="766351"/>
                  </a:lnTo>
                  <a:lnTo>
                    <a:pt x="950079" y="766365"/>
                  </a:lnTo>
                  <a:lnTo>
                    <a:pt x="948997" y="766478"/>
                  </a:lnTo>
                  <a:lnTo>
                    <a:pt x="948222" y="766706"/>
                  </a:lnTo>
                  <a:lnTo>
                    <a:pt x="946976" y="766795"/>
                  </a:lnTo>
                  <a:lnTo>
                    <a:pt x="946357" y="766818"/>
                  </a:lnTo>
                  <a:lnTo>
                    <a:pt x="946128" y="766775"/>
                  </a:lnTo>
                  <a:lnTo>
                    <a:pt x="945914" y="766735"/>
                  </a:lnTo>
                  <a:lnTo>
                    <a:pt x="944555" y="766373"/>
                  </a:lnTo>
                  <a:lnTo>
                    <a:pt x="944223" y="766441"/>
                  </a:lnTo>
                  <a:lnTo>
                    <a:pt x="944053" y="766389"/>
                  </a:lnTo>
                  <a:lnTo>
                    <a:pt x="943858" y="766276"/>
                  </a:lnTo>
                  <a:lnTo>
                    <a:pt x="943685" y="766141"/>
                  </a:lnTo>
                  <a:lnTo>
                    <a:pt x="943149" y="765864"/>
                  </a:lnTo>
                  <a:lnTo>
                    <a:pt x="943003" y="765977"/>
                  </a:lnTo>
                  <a:lnTo>
                    <a:pt x="942680" y="766618"/>
                  </a:lnTo>
                  <a:lnTo>
                    <a:pt x="942561" y="766861"/>
                  </a:lnTo>
                  <a:lnTo>
                    <a:pt x="942360" y="767099"/>
                  </a:lnTo>
                  <a:lnTo>
                    <a:pt x="942123" y="767178"/>
                  </a:lnTo>
                  <a:lnTo>
                    <a:pt x="941561" y="767346"/>
                  </a:lnTo>
                  <a:lnTo>
                    <a:pt x="941218" y="767426"/>
                  </a:lnTo>
                  <a:lnTo>
                    <a:pt x="940997" y="767438"/>
                  </a:lnTo>
                  <a:lnTo>
                    <a:pt x="940574" y="767334"/>
                  </a:lnTo>
                  <a:lnTo>
                    <a:pt x="939756" y="767213"/>
                  </a:lnTo>
                  <a:lnTo>
                    <a:pt x="939266" y="767421"/>
                  </a:lnTo>
                  <a:lnTo>
                    <a:pt x="939103" y="767678"/>
                  </a:lnTo>
                  <a:lnTo>
                    <a:pt x="939105" y="768102"/>
                  </a:lnTo>
                  <a:lnTo>
                    <a:pt x="938922" y="768526"/>
                  </a:lnTo>
                  <a:lnTo>
                    <a:pt x="938645" y="768894"/>
                  </a:lnTo>
                  <a:lnTo>
                    <a:pt x="938469" y="768999"/>
                  </a:lnTo>
                  <a:lnTo>
                    <a:pt x="938096" y="768944"/>
                  </a:lnTo>
                  <a:lnTo>
                    <a:pt x="937721" y="768834"/>
                  </a:lnTo>
                  <a:lnTo>
                    <a:pt x="937356" y="768854"/>
                  </a:lnTo>
                  <a:lnTo>
                    <a:pt x="936535" y="769347"/>
                  </a:lnTo>
                  <a:lnTo>
                    <a:pt x="935698" y="769796"/>
                  </a:lnTo>
                  <a:lnTo>
                    <a:pt x="935402" y="769988"/>
                  </a:lnTo>
                  <a:lnTo>
                    <a:pt x="934585" y="770517"/>
                  </a:lnTo>
                  <a:lnTo>
                    <a:pt x="934020" y="770913"/>
                  </a:lnTo>
                  <a:lnTo>
                    <a:pt x="933830" y="770974"/>
                  </a:lnTo>
                  <a:lnTo>
                    <a:pt x="933701" y="771045"/>
                  </a:lnTo>
                  <a:lnTo>
                    <a:pt x="933927" y="771229"/>
                  </a:lnTo>
                  <a:lnTo>
                    <a:pt x="933757" y="771492"/>
                  </a:lnTo>
                  <a:lnTo>
                    <a:pt x="933537" y="771833"/>
                  </a:lnTo>
                  <a:lnTo>
                    <a:pt x="933383" y="772064"/>
                  </a:lnTo>
                  <a:lnTo>
                    <a:pt x="933310" y="772275"/>
                  </a:lnTo>
                  <a:lnTo>
                    <a:pt x="933233" y="772862"/>
                  </a:lnTo>
                  <a:lnTo>
                    <a:pt x="933475" y="773852"/>
                  </a:lnTo>
                  <a:lnTo>
                    <a:pt x="933575" y="774055"/>
                  </a:lnTo>
                  <a:lnTo>
                    <a:pt x="933882" y="774725"/>
                  </a:lnTo>
                  <a:lnTo>
                    <a:pt x="933976" y="774948"/>
                  </a:lnTo>
                  <a:lnTo>
                    <a:pt x="934214" y="775621"/>
                  </a:lnTo>
                  <a:lnTo>
                    <a:pt x="934402" y="776294"/>
                  </a:lnTo>
                  <a:lnTo>
                    <a:pt x="934471" y="776669"/>
                  </a:lnTo>
                  <a:lnTo>
                    <a:pt x="934338" y="777421"/>
                  </a:lnTo>
                  <a:lnTo>
                    <a:pt x="934251" y="777914"/>
                  </a:lnTo>
                  <a:lnTo>
                    <a:pt x="934168" y="778766"/>
                  </a:lnTo>
                  <a:lnTo>
                    <a:pt x="934270" y="778989"/>
                  </a:lnTo>
                  <a:lnTo>
                    <a:pt x="934600" y="779192"/>
                  </a:lnTo>
                  <a:lnTo>
                    <a:pt x="934840" y="779419"/>
                  </a:lnTo>
                  <a:lnTo>
                    <a:pt x="934803" y="779644"/>
                  </a:lnTo>
                  <a:lnTo>
                    <a:pt x="934767" y="779869"/>
                  </a:lnTo>
                  <a:lnTo>
                    <a:pt x="934913" y="780238"/>
                  </a:lnTo>
                  <a:lnTo>
                    <a:pt x="935134" y="780613"/>
                  </a:lnTo>
                  <a:lnTo>
                    <a:pt x="935091" y="781105"/>
                  </a:lnTo>
                  <a:lnTo>
                    <a:pt x="934916" y="781459"/>
                  </a:lnTo>
                  <a:lnTo>
                    <a:pt x="934586" y="781579"/>
                  </a:lnTo>
                  <a:lnTo>
                    <a:pt x="934142" y="781739"/>
                  </a:lnTo>
                  <a:lnTo>
                    <a:pt x="933928" y="781663"/>
                  </a:lnTo>
                  <a:lnTo>
                    <a:pt x="933599" y="781546"/>
                  </a:lnTo>
                  <a:lnTo>
                    <a:pt x="933158" y="781388"/>
                  </a:lnTo>
                  <a:lnTo>
                    <a:pt x="932939" y="781446"/>
                  </a:lnTo>
                  <a:lnTo>
                    <a:pt x="932610" y="781536"/>
                  </a:lnTo>
                  <a:lnTo>
                    <a:pt x="932280" y="781621"/>
                  </a:lnTo>
                  <a:lnTo>
                    <a:pt x="931950" y="781670"/>
                  </a:lnTo>
                  <a:lnTo>
                    <a:pt x="931930" y="781446"/>
                  </a:lnTo>
                  <a:lnTo>
                    <a:pt x="931909" y="781224"/>
                  </a:lnTo>
                  <a:lnTo>
                    <a:pt x="931440" y="781206"/>
                  </a:lnTo>
                  <a:lnTo>
                    <a:pt x="931112" y="781193"/>
                  </a:lnTo>
                  <a:lnTo>
                    <a:pt x="930784" y="781170"/>
                  </a:lnTo>
                  <a:lnTo>
                    <a:pt x="930456" y="781142"/>
                  </a:lnTo>
                  <a:lnTo>
                    <a:pt x="930076" y="781106"/>
                  </a:lnTo>
                  <a:lnTo>
                    <a:pt x="929804" y="781045"/>
                  </a:lnTo>
                  <a:lnTo>
                    <a:pt x="929476" y="780964"/>
                  </a:lnTo>
                  <a:lnTo>
                    <a:pt x="928821" y="780800"/>
                  </a:lnTo>
                  <a:lnTo>
                    <a:pt x="928496" y="780819"/>
                  </a:lnTo>
                  <a:lnTo>
                    <a:pt x="928656" y="781042"/>
                  </a:lnTo>
                  <a:lnTo>
                    <a:pt x="928820" y="781267"/>
                  </a:lnTo>
                  <a:lnTo>
                    <a:pt x="928985" y="781492"/>
                  </a:lnTo>
                  <a:lnTo>
                    <a:pt x="929312" y="781942"/>
                  </a:lnTo>
                  <a:lnTo>
                    <a:pt x="929627" y="782389"/>
                  </a:lnTo>
                  <a:lnTo>
                    <a:pt x="929947" y="782850"/>
                  </a:lnTo>
                  <a:lnTo>
                    <a:pt x="930086" y="783050"/>
                  </a:lnTo>
                  <a:lnTo>
                    <a:pt x="930216" y="783238"/>
                  </a:lnTo>
                  <a:lnTo>
                    <a:pt x="930483" y="783512"/>
                  </a:lnTo>
                  <a:lnTo>
                    <a:pt x="930954" y="783495"/>
                  </a:lnTo>
                  <a:lnTo>
                    <a:pt x="931303" y="783468"/>
                  </a:lnTo>
                  <a:lnTo>
                    <a:pt x="931606" y="783493"/>
                  </a:lnTo>
                  <a:lnTo>
                    <a:pt x="931719" y="783789"/>
                  </a:lnTo>
                  <a:lnTo>
                    <a:pt x="931806" y="784014"/>
                  </a:lnTo>
                  <a:lnTo>
                    <a:pt x="931885" y="784214"/>
                  </a:lnTo>
                  <a:lnTo>
                    <a:pt x="931980" y="784454"/>
                  </a:lnTo>
                  <a:lnTo>
                    <a:pt x="932746" y="785036"/>
                  </a:lnTo>
                  <a:lnTo>
                    <a:pt x="932611" y="785352"/>
                  </a:lnTo>
                  <a:lnTo>
                    <a:pt x="932826" y="785501"/>
                  </a:lnTo>
                  <a:lnTo>
                    <a:pt x="933024" y="785639"/>
                  </a:lnTo>
                  <a:lnTo>
                    <a:pt x="933340" y="785893"/>
                  </a:lnTo>
                  <a:lnTo>
                    <a:pt x="933570" y="786194"/>
                  </a:lnTo>
                  <a:lnTo>
                    <a:pt x="933562" y="786503"/>
                  </a:lnTo>
                  <a:lnTo>
                    <a:pt x="933495" y="787169"/>
                  </a:lnTo>
                  <a:lnTo>
                    <a:pt x="933108" y="787675"/>
                  </a:lnTo>
                  <a:lnTo>
                    <a:pt x="933005" y="788014"/>
                  </a:lnTo>
                  <a:lnTo>
                    <a:pt x="933083" y="788216"/>
                  </a:lnTo>
                  <a:lnTo>
                    <a:pt x="933307" y="788544"/>
                  </a:lnTo>
                  <a:lnTo>
                    <a:pt x="933350" y="788813"/>
                  </a:lnTo>
                  <a:lnTo>
                    <a:pt x="933370" y="788942"/>
                  </a:lnTo>
                  <a:lnTo>
                    <a:pt x="933229" y="789374"/>
                  </a:lnTo>
                  <a:lnTo>
                    <a:pt x="933193" y="790517"/>
                  </a:lnTo>
                  <a:lnTo>
                    <a:pt x="933194" y="790667"/>
                  </a:lnTo>
                  <a:lnTo>
                    <a:pt x="933122" y="790956"/>
                  </a:lnTo>
                  <a:lnTo>
                    <a:pt x="932952" y="791169"/>
                  </a:lnTo>
                  <a:lnTo>
                    <a:pt x="932789" y="791304"/>
                  </a:lnTo>
                  <a:lnTo>
                    <a:pt x="932095" y="791665"/>
                  </a:lnTo>
                  <a:lnTo>
                    <a:pt x="931387" y="791630"/>
                  </a:lnTo>
                  <a:lnTo>
                    <a:pt x="931041" y="792159"/>
                  </a:lnTo>
                  <a:lnTo>
                    <a:pt x="930634" y="792356"/>
                  </a:lnTo>
                  <a:lnTo>
                    <a:pt x="928525" y="793187"/>
                  </a:lnTo>
                  <a:lnTo>
                    <a:pt x="927921" y="792192"/>
                  </a:lnTo>
                  <a:lnTo>
                    <a:pt x="927640" y="792079"/>
                  </a:lnTo>
                  <a:lnTo>
                    <a:pt x="927228" y="792208"/>
                  </a:lnTo>
                  <a:lnTo>
                    <a:pt x="926670" y="792825"/>
                  </a:lnTo>
                  <a:lnTo>
                    <a:pt x="926276" y="793363"/>
                  </a:lnTo>
                  <a:lnTo>
                    <a:pt x="926127" y="793602"/>
                  </a:lnTo>
                  <a:lnTo>
                    <a:pt x="926059" y="793767"/>
                  </a:lnTo>
                  <a:lnTo>
                    <a:pt x="926006" y="793898"/>
                  </a:lnTo>
                  <a:lnTo>
                    <a:pt x="925640" y="794421"/>
                  </a:lnTo>
                  <a:lnTo>
                    <a:pt x="924180" y="794556"/>
                  </a:lnTo>
                  <a:lnTo>
                    <a:pt x="924219" y="794834"/>
                  </a:lnTo>
                  <a:lnTo>
                    <a:pt x="922993" y="794668"/>
                  </a:lnTo>
                  <a:lnTo>
                    <a:pt x="922798" y="794671"/>
                  </a:lnTo>
                  <a:lnTo>
                    <a:pt x="922592" y="794710"/>
                  </a:lnTo>
                  <a:lnTo>
                    <a:pt x="922414" y="794789"/>
                  </a:lnTo>
                  <a:lnTo>
                    <a:pt x="922099" y="795017"/>
                  </a:lnTo>
                  <a:lnTo>
                    <a:pt x="921968" y="795240"/>
                  </a:lnTo>
                  <a:lnTo>
                    <a:pt x="921223" y="795579"/>
                  </a:lnTo>
                  <a:lnTo>
                    <a:pt x="920887" y="795453"/>
                  </a:lnTo>
                  <a:lnTo>
                    <a:pt x="920647" y="795375"/>
                  </a:lnTo>
                  <a:lnTo>
                    <a:pt x="920272" y="795436"/>
                  </a:lnTo>
                  <a:lnTo>
                    <a:pt x="919969" y="795343"/>
                  </a:lnTo>
                  <a:lnTo>
                    <a:pt x="919157" y="795858"/>
                  </a:lnTo>
                  <a:lnTo>
                    <a:pt x="918426" y="795617"/>
                  </a:lnTo>
                  <a:lnTo>
                    <a:pt x="917732" y="795544"/>
                  </a:lnTo>
                  <a:lnTo>
                    <a:pt x="917435" y="795500"/>
                  </a:lnTo>
                  <a:lnTo>
                    <a:pt x="917193" y="795420"/>
                  </a:lnTo>
                  <a:lnTo>
                    <a:pt x="916645" y="794256"/>
                  </a:lnTo>
                  <a:lnTo>
                    <a:pt x="916331" y="794036"/>
                  </a:lnTo>
                  <a:lnTo>
                    <a:pt x="916187" y="793990"/>
                  </a:lnTo>
                  <a:lnTo>
                    <a:pt x="916019" y="793781"/>
                  </a:lnTo>
                  <a:lnTo>
                    <a:pt x="915671" y="793468"/>
                  </a:lnTo>
                  <a:lnTo>
                    <a:pt x="915178" y="793037"/>
                  </a:lnTo>
                  <a:lnTo>
                    <a:pt x="914578" y="792967"/>
                  </a:lnTo>
                  <a:lnTo>
                    <a:pt x="914421" y="793373"/>
                  </a:lnTo>
                  <a:lnTo>
                    <a:pt x="914116" y="793594"/>
                  </a:lnTo>
                  <a:lnTo>
                    <a:pt x="913262" y="794320"/>
                  </a:lnTo>
                  <a:lnTo>
                    <a:pt x="913097" y="794547"/>
                  </a:lnTo>
                  <a:lnTo>
                    <a:pt x="912912" y="794638"/>
                  </a:lnTo>
                  <a:lnTo>
                    <a:pt x="911932" y="795085"/>
                  </a:lnTo>
                  <a:lnTo>
                    <a:pt x="911342" y="795052"/>
                  </a:lnTo>
                  <a:lnTo>
                    <a:pt x="911114" y="794825"/>
                  </a:lnTo>
                  <a:lnTo>
                    <a:pt x="910567" y="794754"/>
                  </a:lnTo>
                  <a:lnTo>
                    <a:pt x="910434" y="794814"/>
                  </a:lnTo>
                  <a:lnTo>
                    <a:pt x="910274" y="794894"/>
                  </a:lnTo>
                  <a:lnTo>
                    <a:pt x="909860" y="794574"/>
                  </a:lnTo>
                  <a:lnTo>
                    <a:pt x="910267" y="794551"/>
                  </a:lnTo>
                  <a:lnTo>
                    <a:pt x="911009" y="793624"/>
                  </a:lnTo>
                  <a:lnTo>
                    <a:pt x="911094" y="793287"/>
                  </a:lnTo>
                  <a:lnTo>
                    <a:pt x="911240" y="792604"/>
                  </a:lnTo>
                  <a:lnTo>
                    <a:pt x="911233" y="792411"/>
                  </a:lnTo>
                  <a:lnTo>
                    <a:pt x="910950" y="792132"/>
                  </a:lnTo>
                  <a:lnTo>
                    <a:pt x="910591" y="792049"/>
                  </a:lnTo>
                  <a:lnTo>
                    <a:pt x="910326" y="792019"/>
                  </a:lnTo>
                  <a:lnTo>
                    <a:pt x="910049" y="791888"/>
                  </a:lnTo>
                  <a:lnTo>
                    <a:pt x="909690" y="791706"/>
                  </a:lnTo>
                  <a:lnTo>
                    <a:pt x="909382" y="791329"/>
                  </a:lnTo>
                  <a:lnTo>
                    <a:pt x="908853" y="791264"/>
                  </a:lnTo>
                  <a:lnTo>
                    <a:pt x="907895" y="791421"/>
                  </a:lnTo>
                  <a:lnTo>
                    <a:pt x="906828" y="791503"/>
                  </a:lnTo>
                  <a:lnTo>
                    <a:pt x="906587" y="791647"/>
                  </a:lnTo>
                  <a:lnTo>
                    <a:pt x="906139" y="792320"/>
                  </a:lnTo>
                  <a:lnTo>
                    <a:pt x="906113" y="792491"/>
                  </a:lnTo>
                  <a:lnTo>
                    <a:pt x="906039" y="792752"/>
                  </a:lnTo>
                  <a:lnTo>
                    <a:pt x="905870" y="793149"/>
                  </a:lnTo>
                  <a:lnTo>
                    <a:pt x="905261" y="793332"/>
                  </a:lnTo>
                  <a:lnTo>
                    <a:pt x="905090" y="793393"/>
                  </a:lnTo>
                  <a:lnTo>
                    <a:pt x="904842" y="793663"/>
                  </a:lnTo>
                  <a:lnTo>
                    <a:pt x="904714" y="793856"/>
                  </a:lnTo>
                  <a:lnTo>
                    <a:pt x="904728" y="794039"/>
                  </a:lnTo>
                  <a:lnTo>
                    <a:pt x="904582" y="794136"/>
                  </a:lnTo>
                  <a:lnTo>
                    <a:pt x="903938" y="794214"/>
                  </a:lnTo>
                  <a:lnTo>
                    <a:pt x="903646" y="794314"/>
                  </a:lnTo>
                  <a:lnTo>
                    <a:pt x="903392" y="794576"/>
                  </a:lnTo>
                  <a:lnTo>
                    <a:pt x="902776" y="794827"/>
                  </a:lnTo>
                  <a:lnTo>
                    <a:pt x="902396" y="794993"/>
                  </a:lnTo>
                  <a:lnTo>
                    <a:pt x="902187" y="795191"/>
                  </a:lnTo>
                  <a:lnTo>
                    <a:pt x="901971" y="795484"/>
                  </a:lnTo>
                  <a:lnTo>
                    <a:pt x="902238" y="795829"/>
                  </a:lnTo>
                  <a:lnTo>
                    <a:pt x="902215" y="795981"/>
                  </a:lnTo>
                  <a:lnTo>
                    <a:pt x="901804" y="796491"/>
                  </a:lnTo>
                  <a:lnTo>
                    <a:pt x="901508" y="796834"/>
                  </a:lnTo>
                  <a:lnTo>
                    <a:pt x="901483" y="797337"/>
                  </a:lnTo>
                  <a:lnTo>
                    <a:pt x="901234" y="797624"/>
                  </a:lnTo>
                  <a:lnTo>
                    <a:pt x="901361" y="798005"/>
                  </a:lnTo>
                  <a:lnTo>
                    <a:pt x="901033" y="798622"/>
                  </a:lnTo>
                  <a:lnTo>
                    <a:pt x="900934" y="798943"/>
                  </a:lnTo>
                  <a:lnTo>
                    <a:pt x="900420" y="799282"/>
                  </a:lnTo>
                  <a:lnTo>
                    <a:pt x="900121" y="799050"/>
                  </a:lnTo>
                  <a:lnTo>
                    <a:pt x="899386" y="798702"/>
                  </a:lnTo>
                  <a:lnTo>
                    <a:pt x="899223" y="798931"/>
                  </a:lnTo>
                  <a:lnTo>
                    <a:pt x="899093" y="799117"/>
                  </a:lnTo>
                  <a:lnTo>
                    <a:pt x="898641" y="799329"/>
                  </a:lnTo>
                  <a:lnTo>
                    <a:pt x="898223" y="799017"/>
                  </a:lnTo>
                  <a:lnTo>
                    <a:pt x="898008" y="798822"/>
                  </a:lnTo>
                  <a:lnTo>
                    <a:pt x="897853" y="798811"/>
                  </a:lnTo>
                  <a:lnTo>
                    <a:pt x="897301" y="799014"/>
                  </a:lnTo>
                  <a:lnTo>
                    <a:pt x="896611" y="799720"/>
                  </a:lnTo>
                  <a:lnTo>
                    <a:pt x="896381" y="800043"/>
                  </a:lnTo>
                  <a:lnTo>
                    <a:pt x="896436" y="800994"/>
                  </a:lnTo>
                  <a:lnTo>
                    <a:pt x="896622" y="801103"/>
                  </a:lnTo>
                  <a:lnTo>
                    <a:pt x="896754" y="801181"/>
                  </a:lnTo>
                  <a:lnTo>
                    <a:pt x="897240" y="801687"/>
                  </a:lnTo>
                  <a:lnTo>
                    <a:pt x="897372" y="801872"/>
                  </a:lnTo>
                  <a:lnTo>
                    <a:pt x="897426" y="802277"/>
                  </a:lnTo>
                  <a:lnTo>
                    <a:pt x="897158" y="802651"/>
                  </a:lnTo>
                  <a:lnTo>
                    <a:pt x="896387" y="803376"/>
                  </a:lnTo>
                  <a:lnTo>
                    <a:pt x="895974" y="803893"/>
                  </a:lnTo>
                  <a:lnTo>
                    <a:pt x="895148" y="803896"/>
                  </a:lnTo>
                  <a:lnTo>
                    <a:pt x="895287" y="803606"/>
                  </a:lnTo>
                  <a:lnTo>
                    <a:pt x="893805" y="803559"/>
                  </a:lnTo>
                  <a:lnTo>
                    <a:pt x="893068" y="803558"/>
                  </a:lnTo>
                  <a:lnTo>
                    <a:pt x="892926" y="803615"/>
                  </a:lnTo>
                  <a:lnTo>
                    <a:pt x="892914" y="803867"/>
                  </a:lnTo>
                  <a:lnTo>
                    <a:pt x="892084" y="803715"/>
                  </a:lnTo>
                  <a:lnTo>
                    <a:pt x="891934" y="803051"/>
                  </a:lnTo>
                  <a:lnTo>
                    <a:pt x="891642" y="802648"/>
                  </a:lnTo>
                  <a:lnTo>
                    <a:pt x="891390" y="802194"/>
                  </a:lnTo>
                  <a:lnTo>
                    <a:pt x="891420" y="801297"/>
                  </a:lnTo>
                  <a:lnTo>
                    <a:pt x="891381" y="801001"/>
                  </a:lnTo>
                  <a:lnTo>
                    <a:pt x="890829" y="800291"/>
                  </a:lnTo>
                  <a:lnTo>
                    <a:pt x="890242" y="799590"/>
                  </a:lnTo>
                  <a:lnTo>
                    <a:pt x="889907" y="799215"/>
                  </a:lnTo>
                  <a:lnTo>
                    <a:pt x="889650" y="798893"/>
                  </a:lnTo>
                  <a:lnTo>
                    <a:pt x="889519" y="798708"/>
                  </a:lnTo>
                  <a:lnTo>
                    <a:pt x="889400" y="798473"/>
                  </a:lnTo>
                  <a:lnTo>
                    <a:pt x="889313" y="798301"/>
                  </a:lnTo>
                  <a:lnTo>
                    <a:pt x="889200" y="798093"/>
                  </a:lnTo>
                  <a:lnTo>
                    <a:pt x="889045" y="797820"/>
                  </a:lnTo>
                  <a:lnTo>
                    <a:pt x="888948" y="797673"/>
                  </a:lnTo>
                  <a:lnTo>
                    <a:pt x="888599" y="797173"/>
                  </a:lnTo>
                  <a:lnTo>
                    <a:pt x="888505" y="797010"/>
                  </a:lnTo>
                  <a:lnTo>
                    <a:pt x="888363" y="796746"/>
                  </a:lnTo>
                  <a:lnTo>
                    <a:pt x="888204" y="796355"/>
                  </a:lnTo>
                  <a:lnTo>
                    <a:pt x="888152" y="796203"/>
                  </a:lnTo>
                  <a:lnTo>
                    <a:pt x="888055" y="795872"/>
                  </a:lnTo>
                  <a:lnTo>
                    <a:pt x="887972" y="795590"/>
                  </a:lnTo>
                  <a:lnTo>
                    <a:pt x="887904" y="795374"/>
                  </a:lnTo>
                  <a:lnTo>
                    <a:pt x="887778" y="794975"/>
                  </a:lnTo>
                  <a:lnTo>
                    <a:pt x="887732" y="794839"/>
                  </a:lnTo>
                  <a:lnTo>
                    <a:pt x="887617" y="794512"/>
                  </a:lnTo>
                  <a:lnTo>
                    <a:pt x="887140" y="794729"/>
                  </a:lnTo>
                  <a:lnTo>
                    <a:pt x="886857" y="794859"/>
                  </a:lnTo>
                  <a:lnTo>
                    <a:pt x="886628" y="794947"/>
                  </a:lnTo>
                  <a:lnTo>
                    <a:pt x="886227" y="795099"/>
                  </a:lnTo>
                  <a:lnTo>
                    <a:pt x="885659" y="795230"/>
                  </a:lnTo>
                  <a:lnTo>
                    <a:pt x="884978" y="795283"/>
                  </a:lnTo>
                  <a:lnTo>
                    <a:pt x="884838" y="795293"/>
                  </a:lnTo>
                  <a:lnTo>
                    <a:pt x="884253" y="795215"/>
                  </a:lnTo>
                  <a:lnTo>
                    <a:pt x="884075" y="795168"/>
                  </a:lnTo>
                  <a:lnTo>
                    <a:pt x="883266" y="795362"/>
                  </a:lnTo>
                  <a:lnTo>
                    <a:pt x="883141" y="795589"/>
                  </a:lnTo>
                  <a:lnTo>
                    <a:pt x="883059" y="795727"/>
                  </a:lnTo>
                  <a:lnTo>
                    <a:pt x="882914" y="795969"/>
                  </a:lnTo>
                  <a:lnTo>
                    <a:pt x="882765" y="796177"/>
                  </a:lnTo>
                  <a:lnTo>
                    <a:pt x="882557" y="796296"/>
                  </a:lnTo>
                  <a:lnTo>
                    <a:pt x="882291" y="796416"/>
                  </a:lnTo>
                  <a:lnTo>
                    <a:pt x="881975" y="796435"/>
                  </a:lnTo>
                  <a:lnTo>
                    <a:pt x="881672" y="796936"/>
                  </a:lnTo>
                  <a:lnTo>
                    <a:pt x="881243" y="797258"/>
                  </a:lnTo>
                  <a:lnTo>
                    <a:pt x="880008" y="797943"/>
                  </a:lnTo>
                  <a:lnTo>
                    <a:pt x="878641" y="797531"/>
                  </a:lnTo>
                  <a:lnTo>
                    <a:pt x="878446" y="798178"/>
                  </a:lnTo>
                  <a:lnTo>
                    <a:pt x="878450" y="798598"/>
                  </a:lnTo>
                  <a:lnTo>
                    <a:pt x="878090" y="798829"/>
                  </a:lnTo>
                  <a:lnTo>
                    <a:pt x="877670" y="799064"/>
                  </a:lnTo>
                  <a:lnTo>
                    <a:pt x="877013" y="799427"/>
                  </a:lnTo>
                  <a:lnTo>
                    <a:pt x="875241" y="800591"/>
                  </a:lnTo>
                  <a:lnTo>
                    <a:pt x="874783" y="801096"/>
                  </a:lnTo>
                  <a:lnTo>
                    <a:pt x="874182" y="801335"/>
                  </a:lnTo>
                  <a:lnTo>
                    <a:pt x="873241" y="801818"/>
                  </a:lnTo>
                  <a:lnTo>
                    <a:pt x="872887" y="802024"/>
                  </a:lnTo>
                  <a:lnTo>
                    <a:pt x="872199" y="802418"/>
                  </a:lnTo>
                  <a:lnTo>
                    <a:pt x="871409" y="802861"/>
                  </a:lnTo>
                  <a:lnTo>
                    <a:pt x="870969" y="802999"/>
                  </a:lnTo>
                  <a:lnTo>
                    <a:pt x="870717" y="803126"/>
                  </a:lnTo>
                  <a:lnTo>
                    <a:pt x="870370" y="803316"/>
                  </a:lnTo>
                  <a:lnTo>
                    <a:pt x="870139" y="803589"/>
                  </a:lnTo>
                  <a:lnTo>
                    <a:pt x="869267" y="804101"/>
                  </a:lnTo>
                  <a:lnTo>
                    <a:pt x="868976" y="804220"/>
                  </a:lnTo>
                  <a:lnTo>
                    <a:pt x="868267" y="804513"/>
                  </a:lnTo>
                  <a:lnTo>
                    <a:pt x="867849" y="804664"/>
                  </a:lnTo>
                  <a:lnTo>
                    <a:pt x="867433" y="804779"/>
                  </a:lnTo>
                  <a:lnTo>
                    <a:pt x="867073" y="804884"/>
                  </a:lnTo>
                  <a:lnTo>
                    <a:pt x="865595" y="805389"/>
                  </a:lnTo>
                  <a:lnTo>
                    <a:pt x="865271" y="805514"/>
                  </a:lnTo>
                  <a:lnTo>
                    <a:pt x="864697" y="805766"/>
                  </a:lnTo>
                  <a:lnTo>
                    <a:pt x="864559" y="805851"/>
                  </a:lnTo>
                  <a:lnTo>
                    <a:pt x="863802" y="806275"/>
                  </a:lnTo>
                  <a:lnTo>
                    <a:pt x="863049" y="806490"/>
                  </a:lnTo>
                  <a:lnTo>
                    <a:pt x="862889" y="806536"/>
                  </a:lnTo>
                  <a:lnTo>
                    <a:pt x="862674" y="806597"/>
                  </a:lnTo>
                  <a:lnTo>
                    <a:pt x="861508" y="806929"/>
                  </a:lnTo>
                  <a:lnTo>
                    <a:pt x="860991" y="807046"/>
                  </a:lnTo>
                  <a:lnTo>
                    <a:pt x="860514" y="807185"/>
                  </a:lnTo>
                  <a:lnTo>
                    <a:pt x="860006" y="807299"/>
                  </a:lnTo>
                  <a:lnTo>
                    <a:pt x="859265" y="807571"/>
                  </a:lnTo>
                  <a:lnTo>
                    <a:pt x="859003" y="807744"/>
                  </a:lnTo>
                  <a:lnTo>
                    <a:pt x="858870" y="807828"/>
                  </a:lnTo>
                  <a:lnTo>
                    <a:pt x="859048" y="808449"/>
                  </a:lnTo>
                  <a:lnTo>
                    <a:pt x="859644" y="808906"/>
                  </a:lnTo>
                  <a:lnTo>
                    <a:pt x="859931" y="809342"/>
                  </a:lnTo>
                  <a:lnTo>
                    <a:pt x="860128" y="809377"/>
                  </a:lnTo>
                  <a:lnTo>
                    <a:pt x="860461" y="809436"/>
                  </a:lnTo>
                  <a:lnTo>
                    <a:pt x="860638" y="809468"/>
                  </a:lnTo>
                  <a:lnTo>
                    <a:pt x="860783" y="809495"/>
                  </a:lnTo>
                  <a:lnTo>
                    <a:pt x="861110" y="809712"/>
                  </a:lnTo>
                  <a:lnTo>
                    <a:pt x="861040" y="810078"/>
                  </a:lnTo>
                  <a:lnTo>
                    <a:pt x="860720" y="810752"/>
                  </a:lnTo>
                  <a:lnTo>
                    <a:pt x="860310" y="811457"/>
                  </a:lnTo>
                  <a:lnTo>
                    <a:pt x="860497" y="811725"/>
                  </a:lnTo>
                  <a:lnTo>
                    <a:pt x="860636" y="811917"/>
                  </a:lnTo>
                  <a:lnTo>
                    <a:pt x="860903" y="812280"/>
                  </a:lnTo>
                  <a:lnTo>
                    <a:pt x="861292" y="812763"/>
                  </a:lnTo>
                  <a:lnTo>
                    <a:pt x="861811" y="813254"/>
                  </a:lnTo>
                  <a:lnTo>
                    <a:pt x="861624" y="813377"/>
                  </a:lnTo>
                  <a:lnTo>
                    <a:pt x="861235" y="813600"/>
                  </a:lnTo>
                  <a:lnTo>
                    <a:pt x="861031" y="813625"/>
                  </a:lnTo>
                  <a:lnTo>
                    <a:pt x="860169" y="813675"/>
                  </a:lnTo>
                  <a:lnTo>
                    <a:pt x="859485" y="813691"/>
                  </a:lnTo>
                  <a:lnTo>
                    <a:pt x="858917" y="813743"/>
                  </a:lnTo>
                  <a:lnTo>
                    <a:pt x="858418" y="813311"/>
                  </a:lnTo>
                  <a:lnTo>
                    <a:pt x="858043" y="812600"/>
                  </a:lnTo>
                  <a:lnTo>
                    <a:pt x="857262" y="812224"/>
                  </a:lnTo>
                  <a:lnTo>
                    <a:pt x="856431" y="812632"/>
                  </a:lnTo>
                  <a:lnTo>
                    <a:pt x="856491" y="812950"/>
                  </a:lnTo>
                  <a:lnTo>
                    <a:pt x="856527" y="813162"/>
                  </a:lnTo>
                  <a:lnTo>
                    <a:pt x="856516" y="813873"/>
                  </a:lnTo>
                  <a:lnTo>
                    <a:pt x="856134" y="814397"/>
                  </a:lnTo>
                  <a:lnTo>
                    <a:pt x="855876" y="814498"/>
                  </a:lnTo>
                  <a:lnTo>
                    <a:pt x="855197" y="814639"/>
                  </a:lnTo>
                  <a:lnTo>
                    <a:pt x="853888" y="814852"/>
                  </a:lnTo>
                  <a:lnTo>
                    <a:pt x="853636" y="814830"/>
                  </a:lnTo>
                  <a:lnTo>
                    <a:pt x="853687" y="814403"/>
                  </a:lnTo>
                  <a:lnTo>
                    <a:pt x="853705" y="813764"/>
                  </a:lnTo>
                  <a:lnTo>
                    <a:pt x="853700" y="813373"/>
                  </a:lnTo>
                  <a:lnTo>
                    <a:pt x="853348" y="813136"/>
                  </a:lnTo>
                  <a:lnTo>
                    <a:pt x="853058" y="813147"/>
                  </a:lnTo>
                  <a:lnTo>
                    <a:pt x="852645" y="813163"/>
                  </a:lnTo>
                  <a:lnTo>
                    <a:pt x="852248" y="813182"/>
                  </a:lnTo>
                  <a:lnTo>
                    <a:pt x="852074" y="813190"/>
                  </a:lnTo>
                  <a:lnTo>
                    <a:pt x="851029" y="812721"/>
                  </a:lnTo>
                  <a:lnTo>
                    <a:pt x="850951" y="812483"/>
                  </a:lnTo>
                  <a:lnTo>
                    <a:pt x="850238" y="812531"/>
                  </a:lnTo>
                  <a:lnTo>
                    <a:pt x="849646" y="812642"/>
                  </a:lnTo>
                  <a:lnTo>
                    <a:pt x="849022" y="812314"/>
                  </a:lnTo>
                  <a:lnTo>
                    <a:pt x="848782" y="812167"/>
                  </a:lnTo>
                  <a:lnTo>
                    <a:pt x="848633" y="812090"/>
                  </a:lnTo>
                  <a:lnTo>
                    <a:pt x="848094" y="812201"/>
                  </a:lnTo>
                  <a:lnTo>
                    <a:pt x="847905" y="812651"/>
                  </a:lnTo>
                  <a:lnTo>
                    <a:pt x="847659" y="812649"/>
                  </a:lnTo>
                  <a:lnTo>
                    <a:pt x="847571" y="812784"/>
                  </a:lnTo>
                  <a:lnTo>
                    <a:pt x="847171" y="813264"/>
                  </a:lnTo>
                  <a:lnTo>
                    <a:pt x="846846" y="813376"/>
                  </a:lnTo>
                  <a:lnTo>
                    <a:pt x="846670" y="813437"/>
                  </a:lnTo>
                  <a:lnTo>
                    <a:pt x="846408" y="813473"/>
                  </a:lnTo>
                  <a:lnTo>
                    <a:pt x="845803" y="813077"/>
                  </a:lnTo>
                  <a:lnTo>
                    <a:pt x="844972" y="812633"/>
                  </a:lnTo>
                  <a:lnTo>
                    <a:pt x="844416" y="812645"/>
                  </a:lnTo>
                  <a:lnTo>
                    <a:pt x="844070" y="812752"/>
                  </a:lnTo>
                  <a:lnTo>
                    <a:pt x="843638" y="812853"/>
                  </a:lnTo>
                  <a:lnTo>
                    <a:pt x="843293" y="812907"/>
                  </a:lnTo>
                  <a:lnTo>
                    <a:pt x="843060" y="812914"/>
                  </a:lnTo>
                  <a:lnTo>
                    <a:pt x="842877" y="812919"/>
                  </a:lnTo>
                  <a:lnTo>
                    <a:pt x="842540" y="812926"/>
                  </a:lnTo>
                  <a:lnTo>
                    <a:pt x="842539" y="812782"/>
                  </a:lnTo>
                  <a:lnTo>
                    <a:pt x="842391" y="812586"/>
                  </a:lnTo>
                  <a:lnTo>
                    <a:pt x="842092" y="812597"/>
                  </a:lnTo>
                  <a:lnTo>
                    <a:pt x="841941" y="812602"/>
                  </a:lnTo>
                  <a:lnTo>
                    <a:pt x="840923" y="812677"/>
                  </a:lnTo>
                  <a:lnTo>
                    <a:pt x="840711" y="812756"/>
                  </a:lnTo>
                  <a:lnTo>
                    <a:pt x="840306" y="812818"/>
                  </a:lnTo>
                  <a:lnTo>
                    <a:pt x="839472" y="812876"/>
                  </a:lnTo>
                  <a:lnTo>
                    <a:pt x="838736" y="812919"/>
                  </a:lnTo>
                  <a:lnTo>
                    <a:pt x="838305" y="813221"/>
                  </a:lnTo>
                  <a:lnTo>
                    <a:pt x="838342" y="813386"/>
                  </a:lnTo>
                  <a:lnTo>
                    <a:pt x="837596" y="813111"/>
                  </a:lnTo>
                  <a:lnTo>
                    <a:pt x="837847" y="812622"/>
                  </a:lnTo>
                  <a:lnTo>
                    <a:pt x="838391" y="811985"/>
                  </a:lnTo>
                  <a:lnTo>
                    <a:pt x="838660" y="811845"/>
                  </a:lnTo>
                  <a:lnTo>
                    <a:pt x="838893" y="811745"/>
                  </a:lnTo>
                  <a:lnTo>
                    <a:pt x="839024" y="811648"/>
                  </a:lnTo>
                  <a:lnTo>
                    <a:pt x="839429" y="811243"/>
                  </a:lnTo>
                  <a:lnTo>
                    <a:pt x="839408" y="811047"/>
                  </a:lnTo>
                  <a:lnTo>
                    <a:pt x="839386" y="810844"/>
                  </a:lnTo>
                  <a:lnTo>
                    <a:pt x="839399" y="810213"/>
                  </a:lnTo>
                  <a:lnTo>
                    <a:pt x="839492" y="809494"/>
                  </a:lnTo>
                  <a:lnTo>
                    <a:pt x="839488" y="809182"/>
                  </a:lnTo>
                  <a:lnTo>
                    <a:pt x="839434" y="808531"/>
                  </a:lnTo>
                  <a:lnTo>
                    <a:pt x="839411" y="808258"/>
                  </a:lnTo>
                  <a:lnTo>
                    <a:pt x="839272" y="806918"/>
                  </a:lnTo>
                  <a:lnTo>
                    <a:pt x="839238" y="806047"/>
                  </a:lnTo>
                  <a:lnTo>
                    <a:pt x="839275" y="805667"/>
                  </a:lnTo>
                  <a:lnTo>
                    <a:pt x="839192" y="804906"/>
                  </a:lnTo>
                  <a:lnTo>
                    <a:pt x="838963" y="803376"/>
                  </a:lnTo>
                  <a:lnTo>
                    <a:pt x="838769" y="803395"/>
                  </a:lnTo>
                  <a:lnTo>
                    <a:pt x="838604" y="803411"/>
                  </a:lnTo>
                  <a:lnTo>
                    <a:pt x="838366" y="803102"/>
                  </a:lnTo>
                  <a:lnTo>
                    <a:pt x="837919" y="802613"/>
                  </a:lnTo>
                  <a:lnTo>
                    <a:pt x="837637" y="802362"/>
                  </a:lnTo>
                  <a:lnTo>
                    <a:pt x="837757" y="801882"/>
                  </a:lnTo>
                  <a:lnTo>
                    <a:pt x="838287" y="801872"/>
                  </a:lnTo>
                  <a:lnTo>
                    <a:pt x="838669" y="802007"/>
                  </a:lnTo>
                  <a:lnTo>
                    <a:pt x="839741" y="801565"/>
                  </a:lnTo>
                  <a:lnTo>
                    <a:pt x="840377" y="800981"/>
                  </a:lnTo>
                  <a:lnTo>
                    <a:pt x="840536" y="800703"/>
                  </a:lnTo>
                  <a:lnTo>
                    <a:pt x="841033" y="800224"/>
                  </a:lnTo>
                  <a:lnTo>
                    <a:pt x="841102" y="800082"/>
                  </a:lnTo>
                  <a:lnTo>
                    <a:pt x="841060" y="799866"/>
                  </a:lnTo>
                  <a:lnTo>
                    <a:pt x="840827" y="799602"/>
                  </a:lnTo>
                  <a:lnTo>
                    <a:pt x="840620" y="799672"/>
                  </a:lnTo>
                  <a:lnTo>
                    <a:pt x="840129" y="799484"/>
                  </a:lnTo>
                  <a:lnTo>
                    <a:pt x="839825" y="798591"/>
                  </a:lnTo>
                  <a:lnTo>
                    <a:pt x="839889" y="798389"/>
                  </a:lnTo>
                  <a:lnTo>
                    <a:pt x="839783" y="798025"/>
                  </a:lnTo>
                  <a:lnTo>
                    <a:pt x="840265" y="797424"/>
                  </a:lnTo>
                  <a:lnTo>
                    <a:pt x="840445" y="797075"/>
                  </a:lnTo>
                  <a:lnTo>
                    <a:pt x="839989" y="796542"/>
                  </a:lnTo>
                  <a:lnTo>
                    <a:pt x="839975" y="796256"/>
                  </a:lnTo>
                  <a:lnTo>
                    <a:pt x="840092" y="796128"/>
                  </a:lnTo>
                  <a:lnTo>
                    <a:pt x="840135" y="795698"/>
                  </a:lnTo>
                  <a:lnTo>
                    <a:pt x="840044" y="795515"/>
                  </a:lnTo>
                  <a:lnTo>
                    <a:pt x="839999" y="795242"/>
                  </a:lnTo>
                  <a:lnTo>
                    <a:pt x="840789" y="795221"/>
                  </a:lnTo>
                  <a:lnTo>
                    <a:pt x="840793" y="794869"/>
                  </a:lnTo>
                  <a:lnTo>
                    <a:pt x="840496" y="794557"/>
                  </a:lnTo>
                  <a:lnTo>
                    <a:pt x="840235" y="794364"/>
                  </a:lnTo>
                  <a:lnTo>
                    <a:pt x="839964" y="794049"/>
                  </a:lnTo>
                  <a:lnTo>
                    <a:pt x="840037" y="793389"/>
                  </a:lnTo>
                  <a:lnTo>
                    <a:pt x="840037" y="793222"/>
                  </a:lnTo>
                  <a:lnTo>
                    <a:pt x="840029" y="792884"/>
                  </a:lnTo>
                  <a:lnTo>
                    <a:pt x="839960" y="792627"/>
                  </a:lnTo>
                  <a:lnTo>
                    <a:pt x="839608" y="791504"/>
                  </a:lnTo>
                  <a:lnTo>
                    <a:pt x="839269" y="791015"/>
                  </a:lnTo>
                  <a:lnTo>
                    <a:pt x="839019" y="791088"/>
                  </a:lnTo>
                  <a:lnTo>
                    <a:pt x="838070" y="790620"/>
                  </a:lnTo>
                  <a:lnTo>
                    <a:pt x="838481" y="790598"/>
                  </a:lnTo>
                  <a:lnTo>
                    <a:pt x="838640" y="790564"/>
                  </a:lnTo>
                  <a:lnTo>
                    <a:pt x="838711" y="790257"/>
                  </a:lnTo>
                  <a:lnTo>
                    <a:pt x="838391" y="789803"/>
                  </a:lnTo>
                  <a:lnTo>
                    <a:pt x="837951" y="789474"/>
                  </a:lnTo>
                  <a:lnTo>
                    <a:pt x="837671" y="788950"/>
                  </a:lnTo>
                  <a:lnTo>
                    <a:pt x="837375" y="788896"/>
                  </a:lnTo>
                  <a:lnTo>
                    <a:pt x="837384" y="788382"/>
                  </a:lnTo>
                  <a:lnTo>
                    <a:pt x="837405" y="787899"/>
                  </a:lnTo>
                  <a:lnTo>
                    <a:pt x="837306" y="787434"/>
                  </a:lnTo>
                  <a:lnTo>
                    <a:pt x="837485" y="786661"/>
                  </a:lnTo>
                  <a:lnTo>
                    <a:pt x="837357" y="786327"/>
                  </a:lnTo>
                  <a:lnTo>
                    <a:pt x="836754" y="785743"/>
                  </a:lnTo>
                  <a:lnTo>
                    <a:pt x="836626" y="785451"/>
                  </a:lnTo>
                  <a:lnTo>
                    <a:pt x="836281" y="785036"/>
                  </a:lnTo>
                  <a:lnTo>
                    <a:pt x="835733" y="784374"/>
                  </a:lnTo>
                  <a:lnTo>
                    <a:pt x="835762" y="784155"/>
                  </a:lnTo>
                  <a:lnTo>
                    <a:pt x="835807" y="783912"/>
                  </a:lnTo>
                  <a:lnTo>
                    <a:pt x="835425" y="783853"/>
                  </a:lnTo>
                  <a:lnTo>
                    <a:pt x="835007" y="783833"/>
                  </a:lnTo>
                  <a:lnTo>
                    <a:pt x="834820" y="783824"/>
                  </a:lnTo>
                  <a:lnTo>
                    <a:pt x="834373" y="783819"/>
                  </a:lnTo>
                  <a:lnTo>
                    <a:pt x="834202" y="783843"/>
                  </a:lnTo>
                  <a:lnTo>
                    <a:pt x="834146" y="784102"/>
                  </a:lnTo>
                  <a:lnTo>
                    <a:pt x="834078" y="784419"/>
                  </a:lnTo>
                  <a:lnTo>
                    <a:pt x="833979" y="784824"/>
                  </a:lnTo>
                  <a:lnTo>
                    <a:pt x="833708" y="784857"/>
                  </a:lnTo>
                  <a:lnTo>
                    <a:pt x="833355" y="784934"/>
                  </a:lnTo>
                  <a:lnTo>
                    <a:pt x="833312" y="785286"/>
                  </a:lnTo>
                  <a:lnTo>
                    <a:pt x="832845" y="785482"/>
                  </a:lnTo>
                  <a:lnTo>
                    <a:pt x="832197" y="785655"/>
                  </a:lnTo>
                  <a:lnTo>
                    <a:pt x="831465" y="785596"/>
                  </a:lnTo>
                  <a:lnTo>
                    <a:pt x="831082" y="785572"/>
                  </a:lnTo>
                  <a:lnTo>
                    <a:pt x="829973" y="785334"/>
                  </a:lnTo>
                  <a:lnTo>
                    <a:pt x="829010" y="785494"/>
                  </a:lnTo>
                  <a:lnTo>
                    <a:pt x="828448" y="785630"/>
                  </a:lnTo>
                  <a:lnTo>
                    <a:pt x="828144" y="785659"/>
                  </a:lnTo>
                  <a:lnTo>
                    <a:pt x="827986" y="785815"/>
                  </a:lnTo>
                  <a:lnTo>
                    <a:pt x="827720" y="786061"/>
                  </a:lnTo>
                  <a:lnTo>
                    <a:pt x="827441" y="786198"/>
                  </a:lnTo>
                  <a:lnTo>
                    <a:pt x="827141" y="786154"/>
                  </a:lnTo>
                  <a:lnTo>
                    <a:pt x="826765" y="785731"/>
                  </a:lnTo>
                  <a:lnTo>
                    <a:pt x="826070" y="785278"/>
                  </a:lnTo>
                  <a:lnTo>
                    <a:pt x="825421" y="784948"/>
                  </a:lnTo>
                  <a:lnTo>
                    <a:pt x="824957" y="784797"/>
                  </a:lnTo>
                  <a:lnTo>
                    <a:pt x="824230" y="784758"/>
                  </a:lnTo>
                  <a:lnTo>
                    <a:pt x="823020" y="785248"/>
                  </a:lnTo>
                  <a:lnTo>
                    <a:pt x="822656" y="785288"/>
                  </a:lnTo>
                  <a:lnTo>
                    <a:pt x="822500" y="785264"/>
                  </a:lnTo>
                  <a:lnTo>
                    <a:pt x="820802" y="785837"/>
                  </a:lnTo>
                  <a:lnTo>
                    <a:pt x="820790" y="785970"/>
                  </a:lnTo>
                  <a:lnTo>
                    <a:pt x="820790" y="786249"/>
                  </a:lnTo>
                  <a:lnTo>
                    <a:pt x="820723" y="786522"/>
                  </a:lnTo>
                  <a:lnTo>
                    <a:pt x="820597" y="786877"/>
                  </a:lnTo>
                  <a:lnTo>
                    <a:pt x="820475" y="787075"/>
                  </a:lnTo>
                  <a:lnTo>
                    <a:pt x="820514" y="787625"/>
                  </a:lnTo>
                  <a:lnTo>
                    <a:pt x="820381" y="788268"/>
                  </a:lnTo>
                  <a:lnTo>
                    <a:pt x="819654" y="788497"/>
                  </a:lnTo>
                  <a:lnTo>
                    <a:pt x="819297" y="788481"/>
                  </a:lnTo>
                  <a:lnTo>
                    <a:pt x="819242" y="788687"/>
                  </a:lnTo>
                  <a:lnTo>
                    <a:pt x="819120" y="789108"/>
                  </a:lnTo>
                  <a:lnTo>
                    <a:pt x="818663" y="789904"/>
                  </a:lnTo>
                  <a:lnTo>
                    <a:pt x="818666" y="790054"/>
                  </a:lnTo>
                  <a:lnTo>
                    <a:pt x="818893" y="790547"/>
                  </a:lnTo>
                  <a:lnTo>
                    <a:pt x="819141" y="790819"/>
                  </a:lnTo>
                  <a:lnTo>
                    <a:pt x="819343" y="790899"/>
                  </a:lnTo>
                  <a:lnTo>
                    <a:pt x="819425" y="791191"/>
                  </a:lnTo>
                  <a:lnTo>
                    <a:pt x="819428" y="791568"/>
                  </a:lnTo>
                  <a:lnTo>
                    <a:pt x="819665" y="792021"/>
                  </a:lnTo>
                  <a:lnTo>
                    <a:pt x="819910" y="792135"/>
                  </a:lnTo>
                  <a:lnTo>
                    <a:pt x="820121" y="792165"/>
                  </a:lnTo>
                  <a:lnTo>
                    <a:pt x="820344" y="792252"/>
                  </a:lnTo>
                  <a:lnTo>
                    <a:pt x="820836" y="792849"/>
                  </a:lnTo>
                  <a:lnTo>
                    <a:pt x="820840" y="793042"/>
                  </a:lnTo>
                  <a:lnTo>
                    <a:pt x="820504" y="793321"/>
                  </a:lnTo>
                  <a:lnTo>
                    <a:pt x="820087" y="793441"/>
                  </a:lnTo>
                  <a:lnTo>
                    <a:pt x="819667" y="793641"/>
                  </a:lnTo>
                  <a:lnTo>
                    <a:pt x="819510" y="793828"/>
                  </a:lnTo>
                  <a:lnTo>
                    <a:pt x="819170" y="794396"/>
                  </a:lnTo>
                  <a:lnTo>
                    <a:pt x="818505" y="794432"/>
                  </a:lnTo>
                  <a:lnTo>
                    <a:pt x="817100" y="794770"/>
                  </a:lnTo>
                  <a:lnTo>
                    <a:pt x="816743" y="794925"/>
                  </a:lnTo>
                  <a:lnTo>
                    <a:pt x="816355" y="794927"/>
                  </a:lnTo>
                  <a:lnTo>
                    <a:pt x="815816" y="794691"/>
                  </a:lnTo>
                  <a:lnTo>
                    <a:pt x="815599" y="794586"/>
                  </a:lnTo>
                  <a:lnTo>
                    <a:pt x="815226" y="794396"/>
                  </a:lnTo>
                  <a:lnTo>
                    <a:pt x="814624" y="794176"/>
                  </a:lnTo>
                  <a:lnTo>
                    <a:pt x="814265" y="794212"/>
                  </a:lnTo>
                  <a:lnTo>
                    <a:pt x="813894" y="794654"/>
                  </a:lnTo>
                  <a:lnTo>
                    <a:pt x="813270" y="794367"/>
                  </a:lnTo>
                  <a:lnTo>
                    <a:pt x="813240" y="794941"/>
                  </a:lnTo>
                  <a:lnTo>
                    <a:pt x="813240" y="795356"/>
                  </a:lnTo>
                  <a:lnTo>
                    <a:pt x="812802" y="795789"/>
                  </a:lnTo>
                  <a:lnTo>
                    <a:pt x="812544" y="795718"/>
                  </a:lnTo>
                  <a:lnTo>
                    <a:pt x="812009" y="795693"/>
                  </a:lnTo>
                  <a:lnTo>
                    <a:pt x="812265" y="796476"/>
                  </a:lnTo>
                  <a:lnTo>
                    <a:pt x="812141" y="796699"/>
                  </a:lnTo>
                  <a:lnTo>
                    <a:pt x="811711" y="797166"/>
                  </a:lnTo>
                  <a:lnTo>
                    <a:pt x="810874" y="797521"/>
                  </a:lnTo>
                  <a:lnTo>
                    <a:pt x="810729" y="798316"/>
                  </a:lnTo>
                  <a:lnTo>
                    <a:pt x="810277" y="798811"/>
                  </a:lnTo>
                  <a:lnTo>
                    <a:pt x="810044" y="799250"/>
                  </a:lnTo>
                  <a:lnTo>
                    <a:pt x="809976" y="799726"/>
                  </a:lnTo>
                  <a:lnTo>
                    <a:pt x="808761" y="800384"/>
                  </a:lnTo>
                  <a:lnTo>
                    <a:pt x="808450" y="800593"/>
                  </a:lnTo>
                  <a:lnTo>
                    <a:pt x="808071" y="801143"/>
                  </a:lnTo>
                  <a:lnTo>
                    <a:pt x="807285" y="802085"/>
                  </a:lnTo>
                  <a:lnTo>
                    <a:pt x="806917" y="802293"/>
                  </a:lnTo>
                  <a:lnTo>
                    <a:pt x="806708" y="802483"/>
                  </a:lnTo>
                  <a:lnTo>
                    <a:pt x="806194" y="802983"/>
                  </a:lnTo>
                  <a:lnTo>
                    <a:pt x="806079" y="803204"/>
                  </a:lnTo>
                  <a:lnTo>
                    <a:pt x="806199" y="803847"/>
                  </a:lnTo>
                  <a:lnTo>
                    <a:pt x="806289" y="804656"/>
                  </a:lnTo>
                  <a:lnTo>
                    <a:pt x="806362" y="804847"/>
                  </a:lnTo>
                  <a:lnTo>
                    <a:pt x="806522" y="804895"/>
                  </a:lnTo>
                  <a:lnTo>
                    <a:pt x="806832" y="805104"/>
                  </a:lnTo>
                  <a:lnTo>
                    <a:pt x="806636" y="805612"/>
                  </a:lnTo>
                  <a:lnTo>
                    <a:pt x="806381" y="805928"/>
                  </a:lnTo>
                  <a:lnTo>
                    <a:pt x="806664" y="806220"/>
                  </a:lnTo>
                  <a:lnTo>
                    <a:pt x="807112" y="806628"/>
                  </a:lnTo>
                  <a:lnTo>
                    <a:pt x="807605" y="807040"/>
                  </a:lnTo>
                  <a:lnTo>
                    <a:pt x="807749" y="807420"/>
                  </a:lnTo>
                  <a:lnTo>
                    <a:pt x="807637" y="807623"/>
                  </a:lnTo>
                  <a:lnTo>
                    <a:pt x="807844" y="808064"/>
                  </a:lnTo>
                  <a:lnTo>
                    <a:pt x="807394" y="808167"/>
                  </a:lnTo>
                  <a:lnTo>
                    <a:pt x="807211" y="808084"/>
                  </a:lnTo>
                  <a:lnTo>
                    <a:pt x="806959" y="808009"/>
                  </a:lnTo>
                  <a:lnTo>
                    <a:pt x="806830" y="808238"/>
                  </a:lnTo>
                  <a:lnTo>
                    <a:pt x="806835" y="808927"/>
                  </a:lnTo>
                  <a:lnTo>
                    <a:pt x="807102" y="809361"/>
                  </a:lnTo>
                  <a:lnTo>
                    <a:pt x="807204" y="809521"/>
                  </a:lnTo>
                  <a:lnTo>
                    <a:pt x="807876" y="810546"/>
                  </a:lnTo>
                  <a:lnTo>
                    <a:pt x="808642" y="811735"/>
                  </a:lnTo>
                  <a:lnTo>
                    <a:pt x="808613" y="812140"/>
                  </a:lnTo>
                  <a:lnTo>
                    <a:pt x="808143" y="812136"/>
                  </a:lnTo>
                  <a:lnTo>
                    <a:pt x="807630" y="812190"/>
                  </a:lnTo>
                  <a:lnTo>
                    <a:pt x="807338" y="812348"/>
                  </a:lnTo>
                  <a:lnTo>
                    <a:pt x="807329" y="812505"/>
                  </a:lnTo>
                  <a:lnTo>
                    <a:pt x="807344" y="812639"/>
                  </a:lnTo>
                  <a:lnTo>
                    <a:pt x="807504" y="812966"/>
                  </a:lnTo>
                  <a:lnTo>
                    <a:pt x="807614" y="813138"/>
                  </a:lnTo>
                  <a:lnTo>
                    <a:pt x="807830" y="813569"/>
                  </a:lnTo>
                  <a:lnTo>
                    <a:pt x="807088" y="814337"/>
                  </a:lnTo>
                  <a:lnTo>
                    <a:pt x="807074" y="814598"/>
                  </a:lnTo>
                  <a:lnTo>
                    <a:pt x="807071" y="814776"/>
                  </a:lnTo>
                  <a:lnTo>
                    <a:pt x="807099" y="814991"/>
                  </a:lnTo>
                  <a:lnTo>
                    <a:pt x="807244" y="815565"/>
                  </a:lnTo>
                  <a:lnTo>
                    <a:pt x="807401" y="815894"/>
                  </a:lnTo>
                  <a:lnTo>
                    <a:pt x="807561" y="816313"/>
                  </a:lnTo>
                  <a:lnTo>
                    <a:pt x="807555" y="816634"/>
                  </a:lnTo>
                  <a:lnTo>
                    <a:pt x="807543" y="817259"/>
                  </a:lnTo>
                  <a:lnTo>
                    <a:pt x="807539" y="817472"/>
                  </a:lnTo>
                  <a:lnTo>
                    <a:pt x="807535" y="817848"/>
                  </a:lnTo>
                  <a:lnTo>
                    <a:pt x="807255" y="818107"/>
                  </a:lnTo>
                  <a:lnTo>
                    <a:pt x="806491" y="817896"/>
                  </a:lnTo>
                  <a:lnTo>
                    <a:pt x="806181" y="817721"/>
                  </a:lnTo>
                  <a:lnTo>
                    <a:pt x="804793" y="817437"/>
                  </a:lnTo>
                  <a:lnTo>
                    <a:pt x="804186" y="817314"/>
                  </a:lnTo>
                  <a:lnTo>
                    <a:pt x="804050" y="817288"/>
                  </a:lnTo>
                  <a:lnTo>
                    <a:pt x="803476" y="817177"/>
                  </a:lnTo>
                  <a:lnTo>
                    <a:pt x="803065" y="817076"/>
                  </a:lnTo>
                  <a:lnTo>
                    <a:pt x="802907" y="817063"/>
                  </a:lnTo>
                  <a:lnTo>
                    <a:pt x="802440" y="816895"/>
                  </a:lnTo>
                  <a:lnTo>
                    <a:pt x="801956" y="816745"/>
                  </a:lnTo>
                  <a:lnTo>
                    <a:pt x="801374" y="816716"/>
                  </a:lnTo>
                  <a:lnTo>
                    <a:pt x="800310" y="817084"/>
                  </a:lnTo>
                  <a:lnTo>
                    <a:pt x="799878" y="817017"/>
                  </a:lnTo>
                  <a:lnTo>
                    <a:pt x="799534" y="817122"/>
                  </a:lnTo>
                  <a:lnTo>
                    <a:pt x="799239" y="817412"/>
                  </a:lnTo>
                  <a:lnTo>
                    <a:pt x="798900" y="817268"/>
                  </a:lnTo>
                  <a:lnTo>
                    <a:pt x="798552" y="817030"/>
                  </a:lnTo>
                  <a:lnTo>
                    <a:pt x="797968" y="817313"/>
                  </a:lnTo>
                  <a:lnTo>
                    <a:pt x="797764" y="817477"/>
                  </a:lnTo>
                  <a:lnTo>
                    <a:pt x="796224" y="818206"/>
                  </a:lnTo>
                  <a:lnTo>
                    <a:pt x="795996" y="818269"/>
                  </a:lnTo>
                  <a:lnTo>
                    <a:pt x="795789" y="818324"/>
                  </a:lnTo>
                  <a:lnTo>
                    <a:pt x="795411" y="818707"/>
                  </a:lnTo>
                  <a:lnTo>
                    <a:pt x="794996" y="819020"/>
                  </a:lnTo>
                  <a:lnTo>
                    <a:pt x="794360" y="819617"/>
                  </a:lnTo>
                  <a:lnTo>
                    <a:pt x="793157" y="820008"/>
                  </a:lnTo>
                  <a:lnTo>
                    <a:pt x="793072" y="820356"/>
                  </a:lnTo>
                  <a:lnTo>
                    <a:pt x="792937" y="820827"/>
                  </a:lnTo>
                  <a:lnTo>
                    <a:pt x="791613" y="821866"/>
                  </a:lnTo>
                  <a:lnTo>
                    <a:pt x="791285" y="821976"/>
                  </a:lnTo>
                  <a:lnTo>
                    <a:pt x="791009" y="822183"/>
                  </a:lnTo>
                  <a:lnTo>
                    <a:pt x="790820" y="822434"/>
                  </a:lnTo>
                  <a:lnTo>
                    <a:pt x="790736" y="822612"/>
                  </a:lnTo>
                  <a:lnTo>
                    <a:pt x="790642" y="822855"/>
                  </a:lnTo>
                  <a:lnTo>
                    <a:pt x="790602" y="823415"/>
                  </a:lnTo>
                  <a:lnTo>
                    <a:pt x="791554" y="823633"/>
                  </a:lnTo>
                  <a:lnTo>
                    <a:pt x="791843" y="823699"/>
                  </a:lnTo>
                  <a:lnTo>
                    <a:pt x="792285" y="823799"/>
                  </a:lnTo>
                  <a:lnTo>
                    <a:pt x="793179" y="824208"/>
                  </a:lnTo>
                  <a:lnTo>
                    <a:pt x="793959" y="824411"/>
                  </a:lnTo>
                  <a:lnTo>
                    <a:pt x="793948" y="824594"/>
                  </a:lnTo>
                  <a:lnTo>
                    <a:pt x="793566" y="825076"/>
                  </a:lnTo>
                  <a:lnTo>
                    <a:pt x="793486" y="825493"/>
                  </a:lnTo>
                  <a:lnTo>
                    <a:pt x="793684" y="825878"/>
                  </a:lnTo>
                  <a:lnTo>
                    <a:pt x="793395" y="826568"/>
                  </a:lnTo>
                  <a:lnTo>
                    <a:pt x="792977" y="828084"/>
                  </a:lnTo>
                  <a:lnTo>
                    <a:pt x="792672" y="828138"/>
                  </a:lnTo>
                  <a:lnTo>
                    <a:pt x="792479" y="828239"/>
                  </a:lnTo>
                  <a:lnTo>
                    <a:pt x="791990" y="829046"/>
                  </a:lnTo>
                  <a:lnTo>
                    <a:pt x="792136" y="829130"/>
                  </a:lnTo>
                  <a:lnTo>
                    <a:pt x="792360" y="829447"/>
                  </a:lnTo>
                  <a:lnTo>
                    <a:pt x="792577" y="829765"/>
                  </a:lnTo>
                  <a:lnTo>
                    <a:pt x="792930" y="829952"/>
                  </a:lnTo>
                  <a:lnTo>
                    <a:pt x="793609" y="829770"/>
                  </a:lnTo>
                  <a:lnTo>
                    <a:pt x="794106" y="830000"/>
                  </a:lnTo>
                  <a:lnTo>
                    <a:pt x="794244" y="830065"/>
                  </a:lnTo>
                  <a:lnTo>
                    <a:pt x="794527" y="830227"/>
                  </a:lnTo>
                  <a:lnTo>
                    <a:pt x="794505" y="830391"/>
                  </a:lnTo>
                  <a:lnTo>
                    <a:pt x="794398" y="830780"/>
                  </a:lnTo>
                  <a:lnTo>
                    <a:pt x="794350" y="831120"/>
                  </a:lnTo>
                  <a:lnTo>
                    <a:pt x="794313" y="831389"/>
                  </a:lnTo>
                  <a:lnTo>
                    <a:pt x="794420" y="831744"/>
                  </a:lnTo>
                  <a:lnTo>
                    <a:pt x="794765" y="831940"/>
                  </a:lnTo>
                  <a:lnTo>
                    <a:pt x="794812" y="832492"/>
                  </a:lnTo>
                  <a:lnTo>
                    <a:pt x="795237" y="832728"/>
                  </a:lnTo>
                  <a:lnTo>
                    <a:pt x="795282" y="832568"/>
                  </a:lnTo>
                  <a:lnTo>
                    <a:pt x="795378" y="831956"/>
                  </a:lnTo>
                  <a:lnTo>
                    <a:pt x="795555" y="831881"/>
                  </a:lnTo>
                  <a:lnTo>
                    <a:pt x="795569" y="831539"/>
                  </a:lnTo>
                  <a:lnTo>
                    <a:pt x="795606" y="831190"/>
                  </a:lnTo>
                  <a:lnTo>
                    <a:pt x="795884" y="831080"/>
                  </a:lnTo>
                  <a:lnTo>
                    <a:pt x="796325" y="831371"/>
                  </a:lnTo>
                  <a:lnTo>
                    <a:pt x="796375" y="831695"/>
                  </a:lnTo>
                  <a:lnTo>
                    <a:pt x="796684" y="831909"/>
                  </a:lnTo>
                  <a:lnTo>
                    <a:pt x="796926" y="832435"/>
                  </a:lnTo>
                  <a:lnTo>
                    <a:pt x="796928" y="832569"/>
                  </a:lnTo>
                  <a:lnTo>
                    <a:pt x="796926" y="832729"/>
                  </a:lnTo>
                  <a:lnTo>
                    <a:pt x="797137" y="833170"/>
                  </a:lnTo>
                  <a:lnTo>
                    <a:pt x="797116" y="833585"/>
                  </a:lnTo>
                  <a:lnTo>
                    <a:pt x="796895" y="833913"/>
                  </a:lnTo>
                  <a:lnTo>
                    <a:pt x="796843" y="834415"/>
                  </a:lnTo>
                  <a:lnTo>
                    <a:pt x="796790" y="835072"/>
                  </a:lnTo>
                  <a:lnTo>
                    <a:pt x="796666" y="835685"/>
                  </a:lnTo>
                  <a:lnTo>
                    <a:pt x="796496" y="835836"/>
                  </a:lnTo>
                  <a:lnTo>
                    <a:pt x="796040" y="835768"/>
                  </a:lnTo>
                  <a:lnTo>
                    <a:pt x="795803" y="835776"/>
                  </a:lnTo>
                  <a:lnTo>
                    <a:pt x="795222" y="836107"/>
                  </a:lnTo>
                  <a:lnTo>
                    <a:pt x="795055" y="836190"/>
                  </a:lnTo>
                  <a:lnTo>
                    <a:pt x="794107" y="836072"/>
                  </a:lnTo>
                  <a:lnTo>
                    <a:pt x="793840" y="836011"/>
                  </a:lnTo>
                  <a:lnTo>
                    <a:pt x="793596" y="836208"/>
                  </a:lnTo>
                  <a:lnTo>
                    <a:pt x="793121" y="836284"/>
                  </a:lnTo>
                  <a:lnTo>
                    <a:pt x="792474" y="836592"/>
                  </a:lnTo>
                  <a:lnTo>
                    <a:pt x="792347" y="836891"/>
                  </a:lnTo>
                  <a:lnTo>
                    <a:pt x="792179" y="837397"/>
                  </a:lnTo>
                  <a:lnTo>
                    <a:pt x="791985" y="837992"/>
                  </a:lnTo>
                  <a:lnTo>
                    <a:pt x="791487" y="838404"/>
                  </a:lnTo>
                  <a:lnTo>
                    <a:pt x="791114" y="838396"/>
                  </a:lnTo>
                  <a:lnTo>
                    <a:pt x="791000" y="838809"/>
                  </a:lnTo>
                  <a:lnTo>
                    <a:pt x="791025" y="838984"/>
                  </a:lnTo>
                  <a:lnTo>
                    <a:pt x="790857" y="839211"/>
                  </a:lnTo>
                  <a:lnTo>
                    <a:pt x="790737" y="839445"/>
                  </a:lnTo>
                  <a:lnTo>
                    <a:pt x="790871" y="839578"/>
                  </a:lnTo>
                  <a:lnTo>
                    <a:pt x="791102" y="839914"/>
                  </a:lnTo>
                  <a:lnTo>
                    <a:pt x="789911" y="839721"/>
                  </a:lnTo>
                  <a:lnTo>
                    <a:pt x="788965" y="839735"/>
                  </a:lnTo>
                  <a:lnTo>
                    <a:pt x="788298" y="840221"/>
                  </a:lnTo>
                  <a:lnTo>
                    <a:pt x="788301" y="840470"/>
                  </a:lnTo>
                  <a:lnTo>
                    <a:pt x="788531" y="840847"/>
                  </a:lnTo>
                  <a:lnTo>
                    <a:pt x="789188" y="841496"/>
                  </a:lnTo>
                  <a:lnTo>
                    <a:pt x="789323" y="841407"/>
                  </a:lnTo>
                  <a:lnTo>
                    <a:pt x="790106" y="841365"/>
                  </a:lnTo>
                  <a:lnTo>
                    <a:pt x="790460" y="841787"/>
                  </a:lnTo>
                  <a:lnTo>
                    <a:pt x="790470" y="842313"/>
                  </a:lnTo>
                  <a:lnTo>
                    <a:pt x="791006" y="842555"/>
                  </a:lnTo>
                  <a:lnTo>
                    <a:pt x="791361" y="842741"/>
                  </a:lnTo>
                  <a:lnTo>
                    <a:pt x="791522" y="843011"/>
                  </a:lnTo>
                  <a:lnTo>
                    <a:pt x="791854" y="843235"/>
                  </a:lnTo>
                  <a:lnTo>
                    <a:pt x="791995" y="843306"/>
                  </a:lnTo>
                  <a:lnTo>
                    <a:pt x="792441" y="843530"/>
                  </a:lnTo>
                  <a:lnTo>
                    <a:pt x="792650" y="843636"/>
                  </a:lnTo>
                  <a:lnTo>
                    <a:pt x="792756" y="843786"/>
                  </a:lnTo>
                  <a:lnTo>
                    <a:pt x="792756" y="843996"/>
                  </a:lnTo>
                  <a:lnTo>
                    <a:pt x="792754" y="844209"/>
                  </a:lnTo>
                  <a:lnTo>
                    <a:pt x="792972" y="844615"/>
                  </a:lnTo>
                  <a:lnTo>
                    <a:pt x="793252" y="844853"/>
                  </a:lnTo>
                  <a:lnTo>
                    <a:pt x="793796" y="845134"/>
                  </a:lnTo>
                  <a:lnTo>
                    <a:pt x="794156" y="845202"/>
                  </a:lnTo>
                  <a:lnTo>
                    <a:pt x="794577" y="845411"/>
                  </a:lnTo>
                  <a:lnTo>
                    <a:pt x="794610" y="845567"/>
                  </a:lnTo>
                  <a:lnTo>
                    <a:pt x="795439" y="845855"/>
                  </a:lnTo>
                  <a:lnTo>
                    <a:pt x="795565" y="846112"/>
                  </a:lnTo>
                  <a:lnTo>
                    <a:pt x="795744" y="846526"/>
                  </a:lnTo>
                  <a:lnTo>
                    <a:pt x="795780" y="846727"/>
                  </a:lnTo>
                  <a:lnTo>
                    <a:pt x="795763" y="847404"/>
                  </a:lnTo>
                  <a:lnTo>
                    <a:pt x="795719" y="847628"/>
                  </a:lnTo>
                  <a:lnTo>
                    <a:pt x="795671" y="847871"/>
                  </a:lnTo>
                  <a:lnTo>
                    <a:pt x="795613" y="848403"/>
                  </a:lnTo>
                  <a:lnTo>
                    <a:pt x="795821" y="848654"/>
                  </a:lnTo>
                  <a:lnTo>
                    <a:pt x="796058" y="848802"/>
                  </a:lnTo>
                  <a:lnTo>
                    <a:pt x="796477" y="848685"/>
                  </a:lnTo>
                  <a:lnTo>
                    <a:pt x="796796" y="848561"/>
                  </a:lnTo>
                  <a:lnTo>
                    <a:pt x="796910" y="848816"/>
                  </a:lnTo>
                  <a:lnTo>
                    <a:pt x="797269" y="849122"/>
                  </a:lnTo>
                  <a:lnTo>
                    <a:pt x="798100" y="849171"/>
                  </a:lnTo>
                  <a:lnTo>
                    <a:pt x="798852" y="849120"/>
                  </a:lnTo>
                  <a:lnTo>
                    <a:pt x="799298" y="849631"/>
                  </a:lnTo>
                  <a:lnTo>
                    <a:pt x="799086" y="849647"/>
                  </a:lnTo>
                  <a:lnTo>
                    <a:pt x="798719" y="849762"/>
                  </a:lnTo>
                  <a:lnTo>
                    <a:pt x="798497" y="849995"/>
                  </a:lnTo>
                  <a:lnTo>
                    <a:pt x="798589" y="850753"/>
                  </a:lnTo>
                  <a:lnTo>
                    <a:pt x="798761" y="850977"/>
                  </a:lnTo>
                  <a:lnTo>
                    <a:pt x="799004" y="851467"/>
                  </a:lnTo>
                  <a:lnTo>
                    <a:pt x="799032" y="851887"/>
                  </a:lnTo>
                  <a:lnTo>
                    <a:pt x="799289" y="853037"/>
                  </a:lnTo>
                  <a:lnTo>
                    <a:pt x="799556" y="853141"/>
                  </a:lnTo>
                  <a:lnTo>
                    <a:pt x="799849" y="853235"/>
                  </a:lnTo>
                  <a:lnTo>
                    <a:pt x="800145" y="853466"/>
                  </a:lnTo>
                  <a:lnTo>
                    <a:pt x="799896" y="853757"/>
                  </a:lnTo>
                  <a:lnTo>
                    <a:pt x="799278" y="854042"/>
                  </a:lnTo>
                  <a:lnTo>
                    <a:pt x="799066" y="854235"/>
                  </a:lnTo>
                  <a:lnTo>
                    <a:pt x="798774" y="854746"/>
                  </a:lnTo>
                  <a:lnTo>
                    <a:pt x="799114" y="854934"/>
                  </a:lnTo>
                  <a:lnTo>
                    <a:pt x="799190" y="855113"/>
                  </a:lnTo>
                  <a:lnTo>
                    <a:pt x="799276" y="855366"/>
                  </a:lnTo>
                  <a:lnTo>
                    <a:pt x="799561" y="855854"/>
                  </a:lnTo>
                  <a:lnTo>
                    <a:pt x="799705" y="856000"/>
                  </a:lnTo>
                  <a:lnTo>
                    <a:pt x="800050" y="856609"/>
                  </a:lnTo>
                  <a:lnTo>
                    <a:pt x="800179" y="856713"/>
                  </a:lnTo>
                  <a:lnTo>
                    <a:pt x="800884" y="856572"/>
                  </a:lnTo>
                  <a:lnTo>
                    <a:pt x="801530" y="856482"/>
                  </a:lnTo>
                  <a:lnTo>
                    <a:pt x="801567" y="856635"/>
                  </a:lnTo>
                  <a:lnTo>
                    <a:pt x="801591" y="857064"/>
                  </a:lnTo>
                  <a:lnTo>
                    <a:pt x="801577" y="857445"/>
                  </a:lnTo>
                  <a:lnTo>
                    <a:pt x="801426" y="858028"/>
                  </a:lnTo>
                  <a:lnTo>
                    <a:pt x="801590" y="858584"/>
                  </a:lnTo>
                  <a:lnTo>
                    <a:pt x="801856" y="858690"/>
                  </a:lnTo>
                  <a:lnTo>
                    <a:pt x="802289" y="858871"/>
                  </a:lnTo>
                  <a:lnTo>
                    <a:pt x="802626" y="859120"/>
                  </a:lnTo>
                  <a:lnTo>
                    <a:pt x="802716" y="859412"/>
                  </a:lnTo>
                  <a:lnTo>
                    <a:pt x="802081" y="859846"/>
                  </a:lnTo>
                  <a:lnTo>
                    <a:pt x="801595" y="859645"/>
                  </a:lnTo>
                  <a:lnTo>
                    <a:pt x="801401" y="859521"/>
                  </a:lnTo>
                  <a:lnTo>
                    <a:pt x="801082" y="859472"/>
                  </a:lnTo>
                  <a:lnTo>
                    <a:pt x="800574" y="859876"/>
                  </a:lnTo>
                  <a:lnTo>
                    <a:pt x="800284" y="860037"/>
                  </a:lnTo>
                  <a:lnTo>
                    <a:pt x="800046" y="860147"/>
                  </a:lnTo>
                  <a:lnTo>
                    <a:pt x="799738" y="860314"/>
                  </a:lnTo>
                  <a:lnTo>
                    <a:pt x="799474" y="860655"/>
                  </a:lnTo>
                  <a:lnTo>
                    <a:pt x="799798" y="861849"/>
                  </a:lnTo>
                  <a:lnTo>
                    <a:pt x="799988" y="862362"/>
                  </a:lnTo>
                  <a:lnTo>
                    <a:pt x="799994" y="862766"/>
                  </a:lnTo>
                  <a:lnTo>
                    <a:pt x="799833" y="863536"/>
                  </a:lnTo>
                  <a:lnTo>
                    <a:pt x="799782" y="863846"/>
                  </a:lnTo>
                  <a:lnTo>
                    <a:pt x="799655" y="865091"/>
                  </a:lnTo>
                  <a:lnTo>
                    <a:pt x="799509" y="865232"/>
                  </a:lnTo>
                  <a:lnTo>
                    <a:pt x="799218" y="865461"/>
                  </a:lnTo>
                  <a:lnTo>
                    <a:pt x="798878" y="865818"/>
                  </a:lnTo>
                  <a:lnTo>
                    <a:pt x="798617" y="866657"/>
                  </a:lnTo>
                  <a:lnTo>
                    <a:pt x="798793" y="866781"/>
                  </a:lnTo>
                  <a:lnTo>
                    <a:pt x="799007" y="866925"/>
                  </a:lnTo>
                  <a:lnTo>
                    <a:pt x="799252" y="867573"/>
                  </a:lnTo>
                  <a:lnTo>
                    <a:pt x="799659" y="867814"/>
                  </a:lnTo>
                  <a:lnTo>
                    <a:pt x="799895" y="867879"/>
                  </a:lnTo>
                  <a:lnTo>
                    <a:pt x="800056" y="867926"/>
                  </a:lnTo>
                  <a:lnTo>
                    <a:pt x="800305" y="868189"/>
                  </a:lnTo>
                  <a:lnTo>
                    <a:pt x="800153" y="868862"/>
                  </a:lnTo>
                  <a:lnTo>
                    <a:pt x="800593" y="869443"/>
                  </a:lnTo>
                  <a:lnTo>
                    <a:pt x="800166" y="870156"/>
                  </a:lnTo>
                  <a:lnTo>
                    <a:pt x="798972" y="870893"/>
                  </a:lnTo>
                  <a:lnTo>
                    <a:pt x="798272" y="870957"/>
                  </a:lnTo>
                  <a:lnTo>
                    <a:pt x="797970" y="871014"/>
                  </a:lnTo>
                  <a:lnTo>
                    <a:pt x="797757" y="871206"/>
                  </a:lnTo>
                  <a:lnTo>
                    <a:pt x="797628" y="871337"/>
                  </a:lnTo>
                  <a:lnTo>
                    <a:pt x="797096" y="871284"/>
                  </a:lnTo>
                  <a:lnTo>
                    <a:pt x="796775" y="871219"/>
                  </a:lnTo>
                  <a:lnTo>
                    <a:pt x="796365" y="871247"/>
                  </a:lnTo>
                  <a:lnTo>
                    <a:pt x="796045" y="871223"/>
                  </a:lnTo>
                  <a:lnTo>
                    <a:pt x="795573" y="871125"/>
                  </a:lnTo>
                  <a:lnTo>
                    <a:pt x="795123" y="871161"/>
                  </a:lnTo>
                  <a:lnTo>
                    <a:pt x="794908" y="871292"/>
                  </a:lnTo>
                  <a:lnTo>
                    <a:pt x="794778" y="871299"/>
                  </a:lnTo>
                  <a:lnTo>
                    <a:pt x="794651" y="871307"/>
                  </a:lnTo>
                  <a:lnTo>
                    <a:pt x="794129" y="871551"/>
                  </a:lnTo>
                  <a:lnTo>
                    <a:pt x="793824" y="872372"/>
                  </a:lnTo>
                  <a:lnTo>
                    <a:pt x="792715" y="872995"/>
                  </a:lnTo>
                  <a:lnTo>
                    <a:pt x="792278" y="873345"/>
                  </a:lnTo>
                  <a:lnTo>
                    <a:pt x="791922" y="874191"/>
                  </a:lnTo>
                  <a:lnTo>
                    <a:pt x="791683" y="874414"/>
                  </a:lnTo>
                  <a:lnTo>
                    <a:pt x="790814" y="875042"/>
                  </a:lnTo>
                  <a:lnTo>
                    <a:pt x="790291" y="874972"/>
                  </a:lnTo>
                  <a:lnTo>
                    <a:pt x="790115" y="874622"/>
                  </a:lnTo>
                  <a:lnTo>
                    <a:pt x="789992" y="874424"/>
                  </a:lnTo>
                  <a:lnTo>
                    <a:pt x="789788" y="874201"/>
                  </a:lnTo>
                  <a:lnTo>
                    <a:pt x="788877" y="873460"/>
                  </a:lnTo>
                  <a:lnTo>
                    <a:pt x="788692" y="873135"/>
                  </a:lnTo>
                  <a:lnTo>
                    <a:pt x="788435" y="872686"/>
                  </a:lnTo>
                  <a:lnTo>
                    <a:pt x="787984" y="872372"/>
                  </a:lnTo>
                  <a:lnTo>
                    <a:pt x="787672" y="872084"/>
                  </a:lnTo>
                  <a:lnTo>
                    <a:pt x="787507" y="871844"/>
                  </a:lnTo>
                  <a:lnTo>
                    <a:pt x="787338" y="871617"/>
                  </a:lnTo>
                  <a:lnTo>
                    <a:pt x="786846" y="871421"/>
                  </a:lnTo>
                  <a:lnTo>
                    <a:pt x="786740" y="871725"/>
                  </a:lnTo>
                  <a:lnTo>
                    <a:pt x="786587" y="872273"/>
                  </a:lnTo>
                  <a:lnTo>
                    <a:pt x="786336" y="872851"/>
                  </a:lnTo>
                  <a:lnTo>
                    <a:pt x="786120" y="872993"/>
                  </a:lnTo>
                  <a:lnTo>
                    <a:pt x="785956" y="873087"/>
                  </a:lnTo>
                  <a:lnTo>
                    <a:pt x="785611" y="873485"/>
                  </a:lnTo>
                  <a:lnTo>
                    <a:pt x="785499" y="873638"/>
                  </a:lnTo>
                  <a:lnTo>
                    <a:pt x="785275" y="873920"/>
                  </a:lnTo>
                  <a:lnTo>
                    <a:pt x="784996" y="874145"/>
                  </a:lnTo>
                  <a:lnTo>
                    <a:pt x="784090" y="874152"/>
                  </a:lnTo>
                  <a:lnTo>
                    <a:pt x="783916" y="874243"/>
                  </a:lnTo>
                  <a:lnTo>
                    <a:pt x="783206" y="874703"/>
                  </a:lnTo>
                  <a:lnTo>
                    <a:pt x="783076" y="874770"/>
                  </a:lnTo>
                  <a:lnTo>
                    <a:pt x="782356" y="875138"/>
                  </a:lnTo>
                  <a:lnTo>
                    <a:pt x="781728" y="875374"/>
                  </a:lnTo>
                  <a:lnTo>
                    <a:pt x="781421" y="875541"/>
                  </a:lnTo>
                  <a:lnTo>
                    <a:pt x="781440" y="875824"/>
                  </a:lnTo>
                  <a:lnTo>
                    <a:pt x="781328" y="876040"/>
                  </a:lnTo>
                  <a:lnTo>
                    <a:pt x="781258" y="876175"/>
                  </a:lnTo>
                  <a:lnTo>
                    <a:pt x="781058" y="876493"/>
                  </a:lnTo>
                  <a:lnTo>
                    <a:pt x="780867" y="876734"/>
                  </a:lnTo>
                  <a:lnTo>
                    <a:pt x="780602" y="876949"/>
                  </a:lnTo>
                  <a:lnTo>
                    <a:pt x="780127" y="877213"/>
                  </a:lnTo>
                  <a:lnTo>
                    <a:pt x="779145" y="877840"/>
                  </a:lnTo>
                  <a:lnTo>
                    <a:pt x="779010" y="878015"/>
                  </a:lnTo>
                  <a:lnTo>
                    <a:pt x="778288" y="878603"/>
                  </a:lnTo>
                  <a:lnTo>
                    <a:pt x="777661" y="879016"/>
                  </a:lnTo>
                  <a:lnTo>
                    <a:pt x="777230" y="879331"/>
                  </a:lnTo>
                  <a:lnTo>
                    <a:pt x="776992" y="879575"/>
                  </a:lnTo>
                  <a:lnTo>
                    <a:pt x="776722" y="880093"/>
                  </a:lnTo>
                  <a:lnTo>
                    <a:pt x="776630" y="880338"/>
                  </a:lnTo>
                  <a:lnTo>
                    <a:pt x="776309" y="880547"/>
                  </a:lnTo>
                  <a:lnTo>
                    <a:pt x="776130" y="880615"/>
                  </a:lnTo>
                  <a:lnTo>
                    <a:pt x="775900" y="880693"/>
                  </a:lnTo>
                  <a:lnTo>
                    <a:pt x="775678" y="880803"/>
                  </a:lnTo>
                  <a:lnTo>
                    <a:pt x="775363" y="880968"/>
                  </a:lnTo>
                  <a:lnTo>
                    <a:pt x="775193" y="881060"/>
                  </a:lnTo>
                  <a:lnTo>
                    <a:pt x="775018" y="881156"/>
                  </a:lnTo>
                  <a:lnTo>
                    <a:pt x="774827" y="881266"/>
                  </a:lnTo>
                  <a:lnTo>
                    <a:pt x="774312" y="881325"/>
                  </a:lnTo>
                  <a:lnTo>
                    <a:pt x="773976" y="881267"/>
                  </a:lnTo>
                  <a:lnTo>
                    <a:pt x="773847" y="881244"/>
                  </a:lnTo>
                  <a:lnTo>
                    <a:pt x="773233" y="881280"/>
                  </a:lnTo>
                  <a:lnTo>
                    <a:pt x="773079" y="881322"/>
                  </a:lnTo>
                  <a:lnTo>
                    <a:pt x="772766" y="881406"/>
                  </a:lnTo>
                  <a:lnTo>
                    <a:pt x="772204" y="881539"/>
                  </a:lnTo>
                  <a:lnTo>
                    <a:pt x="772004" y="881573"/>
                  </a:lnTo>
                  <a:lnTo>
                    <a:pt x="771651" y="881633"/>
                  </a:lnTo>
                  <a:lnTo>
                    <a:pt x="771125" y="881717"/>
                  </a:lnTo>
                  <a:lnTo>
                    <a:pt x="770752" y="881803"/>
                  </a:lnTo>
                  <a:lnTo>
                    <a:pt x="770583" y="881859"/>
                  </a:lnTo>
                  <a:lnTo>
                    <a:pt x="770342" y="881922"/>
                  </a:lnTo>
                  <a:lnTo>
                    <a:pt x="770180" y="881953"/>
                  </a:lnTo>
                  <a:lnTo>
                    <a:pt x="770038" y="881981"/>
                  </a:lnTo>
                  <a:lnTo>
                    <a:pt x="769734" y="882022"/>
                  </a:lnTo>
                  <a:lnTo>
                    <a:pt x="769192" y="882093"/>
                  </a:lnTo>
                  <a:lnTo>
                    <a:pt x="768824" y="882130"/>
                  </a:lnTo>
                  <a:lnTo>
                    <a:pt x="768372" y="882191"/>
                  </a:lnTo>
                  <a:lnTo>
                    <a:pt x="768139" y="882228"/>
                  </a:lnTo>
                  <a:lnTo>
                    <a:pt x="767696" y="882309"/>
                  </a:lnTo>
                  <a:lnTo>
                    <a:pt x="766695" y="882505"/>
                  </a:lnTo>
                  <a:lnTo>
                    <a:pt x="766537" y="882487"/>
                  </a:lnTo>
                  <a:lnTo>
                    <a:pt x="766227" y="882202"/>
                  </a:lnTo>
                  <a:lnTo>
                    <a:pt x="765579" y="882146"/>
                  </a:lnTo>
                  <a:lnTo>
                    <a:pt x="765274" y="882287"/>
                  </a:lnTo>
                  <a:lnTo>
                    <a:pt x="764777" y="882318"/>
                  </a:lnTo>
                  <a:lnTo>
                    <a:pt x="764671" y="882138"/>
                  </a:lnTo>
                  <a:lnTo>
                    <a:pt x="764203" y="882143"/>
                  </a:lnTo>
                  <a:lnTo>
                    <a:pt x="764047" y="881989"/>
                  </a:lnTo>
                  <a:lnTo>
                    <a:pt x="763811" y="881714"/>
                  </a:lnTo>
                  <a:lnTo>
                    <a:pt x="763504" y="881261"/>
                  </a:lnTo>
                  <a:lnTo>
                    <a:pt x="763276" y="880696"/>
                  </a:lnTo>
                  <a:lnTo>
                    <a:pt x="763219" y="880468"/>
                  </a:lnTo>
                  <a:lnTo>
                    <a:pt x="763089" y="879976"/>
                  </a:lnTo>
                  <a:lnTo>
                    <a:pt x="763028" y="879771"/>
                  </a:lnTo>
                  <a:lnTo>
                    <a:pt x="762883" y="879457"/>
                  </a:lnTo>
                  <a:lnTo>
                    <a:pt x="762660" y="878981"/>
                  </a:lnTo>
                  <a:lnTo>
                    <a:pt x="761877" y="878181"/>
                  </a:lnTo>
                  <a:lnTo>
                    <a:pt x="761631" y="877976"/>
                  </a:lnTo>
                  <a:lnTo>
                    <a:pt x="761470" y="877753"/>
                  </a:lnTo>
                  <a:lnTo>
                    <a:pt x="761433" y="877590"/>
                  </a:lnTo>
                  <a:lnTo>
                    <a:pt x="761425" y="877425"/>
                  </a:lnTo>
                  <a:lnTo>
                    <a:pt x="761440" y="877025"/>
                  </a:lnTo>
                  <a:lnTo>
                    <a:pt x="761135" y="877137"/>
                  </a:lnTo>
                  <a:lnTo>
                    <a:pt x="760937" y="877257"/>
                  </a:lnTo>
                  <a:lnTo>
                    <a:pt x="760577" y="877464"/>
                  </a:lnTo>
                  <a:lnTo>
                    <a:pt x="760137" y="877712"/>
                  </a:lnTo>
                  <a:lnTo>
                    <a:pt x="759761" y="877777"/>
                  </a:lnTo>
                  <a:lnTo>
                    <a:pt x="759425" y="877833"/>
                  </a:lnTo>
                  <a:lnTo>
                    <a:pt x="759065" y="877908"/>
                  </a:lnTo>
                  <a:lnTo>
                    <a:pt x="758752" y="877977"/>
                  </a:lnTo>
                  <a:lnTo>
                    <a:pt x="758110" y="878087"/>
                  </a:lnTo>
                  <a:lnTo>
                    <a:pt x="757903" y="878111"/>
                  </a:lnTo>
                  <a:lnTo>
                    <a:pt x="757424" y="878201"/>
                  </a:lnTo>
                  <a:lnTo>
                    <a:pt x="757227" y="878252"/>
                  </a:lnTo>
                  <a:lnTo>
                    <a:pt x="757093" y="878286"/>
                  </a:lnTo>
                  <a:lnTo>
                    <a:pt x="756666" y="878400"/>
                  </a:lnTo>
                  <a:lnTo>
                    <a:pt x="756430" y="878469"/>
                  </a:lnTo>
                  <a:lnTo>
                    <a:pt x="756302" y="878513"/>
                  </a:lnTo>
                  <a:lnTo>
                    <a:pt x="755626" y="878861"/>
                  </a:lnTo>
                  <a:lnTo>
                    <a:pt x="754929" y="879028"/>
                  </a:lnTo>
                  <a:lnTo>
                    <a:pt x="754510" y="879096"/>
                  </a:lnTo>
                  <a:lnTo>
                    <a:pt x="753531" y="879270"/>
                  </a:lnTo>
                  <a:lnTo>
                    <a:pt x="753320" y="879300"/>
                  </a:lnTo>
                  <a:lnTo>
                    <a:pt x="752784" y="879406"/>
                  </a:lnTo>
                  <a:lnTo>
                    <a:pt x="752321" y="879498"/>
                  </a:lnTo>
                  <a:lnTo>
                    <a:pt x="752055" y="879526"/>
                  </a:lnTo>
                  <a:lnTo>
                    <a:pt x="751652" y="879576"/>
                  </a:lnTo>
                  <a:lnTo>
                    <a:pt x="750559" y="879722"/>
                  </a:lnTo>
                  <a:lnTo>
                    <a:pt x="750019" y="879913"/>
                  </a:lnTo>
                  <a:lnTo>
                    <a:pt x="749417" y="880129"/>
                  </a:lnTo>
                  <a:lnTo>
                    <a:pt x="748890" y="880269"/>
                  </a:lnTo>
                  <a:lnTo>
                    <a:pt x="748630" y="880319"/>
                  </a:lnTo>
                  <a:lnTo>
                    <a:pt x="748395" y="880365"/>
                  </a:lnTo>
                  <a:lnTo>
                    <a:pt x="748245" y="880390"/>
                  </a:lnTo>
                  <a:lnTo>
                    <a:pt x="748046" y="880424"/>
                  </a:lnTo>
                  <a:lnTo>
                    <a:pt x="747549" y="880587"/>
                  </a:lnTo>
                  <a:lnTo>
                    <a:pt x="746785" y="880883"/>
                  </a:lnTo>
                  <a:lnTo>
                    <a:pt x="746639" y="880933"/>
                  </a:lnTo>
                  <a:lnTo>
                    <a:pt x="746246" y="881069"/>
                  </a:lnTo>
                  <a:lnTo>
                    <a:pt x="745650" y="881249"/>
                  </a:lnTo>
                  <a:lnTo>
                    <a:pt x="745335" y="881344"/>
                  </a:lnTo>
                  <a:lnTo>
                    <a:pt x="745148" y="881403"/>
                  </a:lnTo>
                  <a:lnTo>
                    <a:pt x="745021" y="881445"/>
                  </a:lnTo>
                  <a:lnTo>
                    <a:pt x="744774" y="881544"/>
                  </a:lnTo>
                  <a:lnTo>
                    <a:pt x="744366" y="881816"/>
                  </a:lnTo>
                  <a:lnTo>
                    <a:pt x="744416" y="882248"/>
                  </a:lnTo>
                  <a:lnTo>
                    <a:pt x="744371" y="882591"/>
                  </a:lnTo>
                  <a:lnTo>
                    <a:pt x="744254" y="883131"/>
                  </a:lnTo>
                  <a:lnTo>
                    <a:pt x="744063" y="883707"/>
                  </a:lnTo>
                  <a:lnTo>
                    <a:pt x="743963" y="883985"/>
                  </a:lnTo>
                  <a:lnTo>
                    <a:pt x="743899" y="884130"/>
                  </a:lnTo>
                  <a:lnTo>
                    <a:pt x="743780" y="884390"/>
                  </a:lnTo>
                  <a:lnTo>
                    <a:pt x="743728" y="884540"/>
                  </a:lnTo>
                  <a:lnTo>
                    <a:pt x="743566" y="884970"/>
                  </a:lnTo>
                  <a:lnTo>
                    <a:pt x="743455" y="885301"/>
                  </a:lnTo>
                  <a:lnTo>
                    <a:pt x="743333" y="885559"/>
                  </a:lnTo>
                  <a:lnTo>
                    <a:pt x="743244" y="885831"/>
                  </a:lnTo>
                  <a:lnTo>
                    <a:pt x="743193" y="886000"/>
                  </a:lnTo>
                  <a:lnTo>
                    <a:pt x="743125" y="886201"/>
                  </a:lnTo>
                  <a:lnTo>
                    <a:pt x="742863" y="886868"/>
                  </a:lnTo>
                  <a:lnTo>
                    <a:pt x="742698" y="887342"/>
                  </a:lnTo>
                  <a:lnTo>
                    <a:pt x="742610" y="887612"/>
                  </a:lnTo>
                  <a:lnTo>
                    <a:pt x="742545" y="887803"/>
                  </a:lnTo>
                  <a:lnTo>
                    <a:pt x="742397" y="888227"/>
                  </a:lnTo>
                  <a:lnTo>
                    <a:pt x="742266" y="888432"/>
                  </a:lnTo>
                  <a:lnTo>
                    <a:pt x="742109" y="888484"/>
                  </a:lnTo>
                  <a:lnTo>
                    <a:pt x="741629" y="888643"/>
                  </a:lnTo>
                  <a:lnTo>
                    <a:pt x="740988" y="888856"/>
                  </a:lnTo>
                  <a:lnTo>
                    <a:pt x="740752" y="888937"/>
                  </a:lnTo>
                  <a:lnTo>
                    <a:pt x="739874" y="889289"/>
                  </a:lnTo>
                  <a:lnTo>
                    <a:pt x="739502" y="889502"/>
                  </a:lnTo>
                  <a:lnTo>
                    <a:pt x="738983" y="889774"/>
                  </a:lnTo>
                  <a:lnTo>
                    <a:pt x="737939" y="890317"/>
                  </a:lnTo>
                  <a:lnTo>
                    <a:pt x="737769" y="890390"/>
                  </a:lnTo>
                  <a:lnTo>
                    <a:pt x="737186" y="890553"/>
                  </a:lnTo>
                  <a:lnTo>
                    <a:pt x="736510" y="890416"/>
                  </a:lnTo>
                  <a:lnTo>
                    <a:pt x="735565" y="889704"/>
                  </a:lnTo>
                  <a:lnTo>
                    <a:pt x="734570" y="889017"/>
                  </a:lnTo>
                  <a:lnTo>
                    <a:pt x="733661" y="888194"/>
                  </a:lnTo>
                  <a:lnTo>
                    <a:pt x="733324" y="887871"/>
                  </a:lnTo>
                  <a:lnTo>
                    <a:pt x="732915" y="887553"/>
                  </a:lnTo>
                  <a:lnTo>
                    <a:pt x="732616" y="887320"/>
                  </a:lnTo>
                  <a:lnTo>
                    <a:pt x="732455" y="887195"/>
                  </a:lnTo>
                  <a:lnTo>
                    <a:pt x="732068" y="886901"/>
                  </a:lnTo>
                  <a:lnTo>
                    <a:pt x="731719" y="886635"/>
                  </a:lnTo>
                  <a:lnTo>
                    <a:pt x="731371" y="886428"/>
                  </a:lnTo>
                  <a:lnTo>
                    <a:pt x="730538" y="886203"/>
                  </a:lnTo>
                  <a:lnTo>
                    <a:pt x="729036" y="885694"/>
                  </a:lnTo>
                  <a:lnTo>
                    <a:pt x="728694" y="885605"/>
                  </a:lnTo>
                  <a:lnTo>
                    <a:pt x="728435" y="885545"/>
                  </a:lnTo>
                  <a:lnTo>
                    <a:pt x="727500" y="885339"/>
                  </a:lnTo>
                  <a:lnTo>
                    <a:pt x="727189" y="885271"/>
                  </a:lnTo>
                  <a:lnTo>
                    <a:pt x="726992" y="885230"/>
                  </a:lnTo>
                  <a:lnTo>
                    <a:pt x="725437" y="884254"/>
                  </a:lnTo>
                  <a:lnTo>
                    <a:pt x="723798" y="883216"/>
                  </a:lnTo>
                  <a:lnTo>
                    <a:pt x="723307" y="883266"/>
                  </a:lnTo>
                  <a:lnTo>
                    <a:pt x="721463" y="883471"/>
                  </a:lnTo>
                  <a:lnTo>
                    <a:pt x="720945" y="884013"/>
                  </a:lnTo>
                  <a:lnTo>
                    <a:pt x="720496" y="884489"/>
                  </a:lnTo>
                  <a:lnTo>
                    <a:pt x="720274" y="884667"/>
                  </a:lnTo>
                  <a:lnTo>
                    <a:pt x="718911" y="885541"/>
                  </a:lnTo>
                  <a:lnTo>
                    <a:pt x="718649" y="885611"/>
                  </a:lnTo>
                  <a:lnTo>
                    <a:pt x="718427" y="885653"/>
                  </a:lnTo>
                  <a:lnTo>
                    <a:pt x="718133" y="885664"/>
                  </a:lnTo>
                  <a:lnTo>
                    <a:pt x="717722" y="885638"/>
                  </a:lnTo>
                  <a:lnTo>
                    <a:pt x="716813" y="885545"/>
                  </a:lnTo>
                  <a:lnTo>
                    <a:pt x="716574" y="885554"/>
                  </a:lnTo>
                  <a:lnTo>
                    <a:pt x="716571" y="885761"/>
                  </a:lnTo>
                  <a:lnTo>
                    <a:pt x="716257" y="886504"/>
                  </a:lnTo>
                  <a:lnTo>
                    <a:pt x="715799" y="887152"/>
                  </a:lnTo>
                  <a:lnTo>
                    <a:pt x="715648" y="887355"/>
                  </a:lnTo>
                  <a:lnTo>
                    <a:pt x="715972" y="887648"/>
                  </a:lnTo>
                  <a:lnTo>
                    <a:pt x="716069" y="887964"/>
                  </a:lnTo>
                  <a:lnTo>
                    <a:pt x="715306" y="888661"/>
                  </a:lnTo>
                  <a:lnTo>
                    <a:pt x="715119" y="888763"/>
                  </a:lnTo>
                  <a:lnTo>
                    <a:pt x="714821" y="888978"/>
                  </a:lnTo>
                  <a:lnTo>
                    <a:pt x="714198" y="889350"/>
                  </a:lnTo>
                  <a:lnTo>
                    <a:pt x="714048" y="889457"/>
                  </a:lnTo>
                  <a:lnTo>
                    <a:pt x="713390" y="889853"/>
                  </a:lnTo>
                  <a:lnTo>
                    <a:pt x="713107" y="890033"/>
                  </a:lnTo>
                  <a:lnTo>
                    <a:pt x="712917" y="890350"/>
                  </a:lnTo>
                  <a:lnTo>
                    <a:pt x="712816" y="890690"/>
                  </a:lnTo>
                  <a:lnTo>
                    <a:pt x="712719" y="890852"/>
                  </a:lnTo>
                  <a:lnTo>
                    <a:pt x="712587" y="891073"/>
                  </a:lnTo>
                  <a:lnTo>
                    <a:pt x="712643" y="891591"/>
                  </a:lnTo>
                  <a:lnTo>
                    <a:pt x="712717" y="891733"/>
                  </a:lnTo>
                  <a:lnTo>
                    <a:pt x="712804" y="892064"/>
                  </a:lnTo>
                  <a:lnTo>
                    <a:pt x="712703" y="892237"/>
                  </a:lnTo>
                  <a:lnTo>
                    <a:pt x="712423" y="892453"/>
                  </a:lnTo>
                  <a:lnTo>
                    <a:pt x="712330" y="892647"/>
                  </a:lnTo>
                  <a:lnTo>
                    <a:pt x="712207" y="892903"/>
                  </a:lnTo>
                  <a:lnTo>
                    <a:pt x="712012" y="893214"/>
                  </a:lnTo>
                  <a:lnTo>
                    <a:pt x="711802" y="893455"/>
                  </a:lnTo>
                  <a:lnTo>
                    <a:pt x="711520" y="893778"/>
                  </a:lnTo>
                  <a:lnTo>
                    <a:pt x="711240" y="894237"/>
                  </a:lnTo>
                  <a:lnTo>
                    <a:pt x="710596" y="894787"/>
                  </a:lnTo>
                  <a:lnTo>
                    <a:pt x="710512" y="895259"/>
                  </a:lnTo>
                  <a:lnTo>
                    <a:pt x="710484" y="895580"/>
                  </a:lnTo>
                  <a:lnTo>
                    <a:pt x="710494" y="896019"/>
                  </a:lnTo>
                  <a:lnTo>
                    <a:pt x="710163" y="896599"/>
                  </a:lnTo>
                  <a:lnTo>
                    <a:pt x="709685" y="896805"/>
                  </a:lnTo>
                  <a:lnTo>
                    <a:pt x="709565" y="897039"/>
                  </a:lnTo>
                  <a:lnTo>
                    <a:pt x="709240" y="897331"/>
                  </a:lnTo>
                  <a:lnTo>
                    <a:pt x="708968" y="897552"/>
                  </a:lnTo>
                  <a:lnTo>
                    <a:pt x="708544" y="898265"/>
                  </a:lnTo>
                  <a:lnTo>
                    <a:pt x="708179" y="899367"/>
                  </a:lnTo>
                  <a:lnTo>
                    <a:pt x="708117" y="899549"/>
                  </a:lnTo>
                  <a:lnTo>
                    <a:pt x="707642" y="899918"/>
                  </a:lnTo>
                  <a:lnTo>
                    <a:pt x="707525" y="900147"/>
                  </a:lnTo>
                  <a:lnTo>
                    <a:pt x="707508" y="900324"/>
                  </a:lnTo>
                  <a:lnTo>
                    <a:pt x="707402" y="900487"/>
                  </a:lnTo>
                  <a:lnTo>
                    <a:pt x="707110" y="900897"/>
                  </a:lnTo>
                  <a:lnTo>
                    <a:pt x="706483" y="901700"/>
                  </a:lnTo>
                  <a:lnTo>
                    <a:pt x="706246" y="902023"/>
                  </a:lnTo>
                  <a:lnTo>
                    <a:pt x="705970" y="902521"/>
                  </a:lnTo>
                  <a:lnTo>
                    <a:pt x="705874" y="902745"/>
                  </a:lnTo>
                  <a:lnTo>
                    <a:pt x="705757" y="903059"/>
                  </a:lnTo>
                  <a:lnTo>
                    <a:pt x="705583" y="903571"/>
                  </a:lnTo>
                  <a:lnTo>
                    <a:pt x="705405" y="903819"/>
                  </a:lnTo>
                  <a:lnTo>
                    <a:pt x="705279" y="903973"/>
                  </a:lnTo>
                  <a:lnTo>
                    <a:pt x="704967" y="904338"/>
                  </a:lnTo>
                  <a:lnTo>
                    <a:pt x="704420" y="904598"/>
                  </a:lnTo>
                  <a:lnTo>
                    <a:pt x="704197" y="904999"/>
                  </a:lnTo>
                  <a:lnTo>
                    <a:pt x="703971" y="906030"/>
                  </a:lnTo>
                  <a:lnTo>
                    <a:pt x="703622" y="906965"/>
                  </a:lnTo>
                  <a:lnTo>
                    <a:pt x="703563" y="907120"/>
                  </a:lnTo>
                  <a:lnTo>
                    <a:pt x="703272" y="907475"/>
                  </a:lnTo>
                  <a:lnTo>
                    <a:pt x="702883" y="907965"/>
                  </a:lnTo>
                  <a:lnTo>
                    <a:pt x="702224" y="908805"/>
                  </a:lnTo>
                  <a:lnTo>
                    <a:pt x="701479" y="909630"/>
                  </a:lnTo>
                  <a:lnTo>
                    <a:pt x="700603" y="910284"/>
                  </a:lnTo>
                  <a:lnTo>
                    <a:pt x="700529" y="910445"/>
                  </a:lnTo>
                  <a:lnTo>
                    <a:pt x="700458" y="910806"/>
                  </a:lnTo>
                  <a:lnTo>
                    <a:pt x="700355" y="912451"/>
                  </a:lnTo>
                  <a:lnTo>
                    <a:pt x="700289" y="914413"/>
                  </a:lnTo>
                  <a:lnTo>
                    <a:pt x="700490" y="914766"/>
                  </a:lnTo>
                  <a:lnTo>
                    <a:pt x="699995" y="915759"/>
                  </a:lnTo>
                  <a:lnTo>
                    <a:pt x="699429" y="916392"/>
                  </a:lnTo>
                  <a:lnTo>
                    <a:pt x="698309" y="917314"/>
                  </a:lnTo>
                  <a:lnTo>
                    <a:pt x="698336" y="917538"/>
                  </a:lnTo>
                  <a:lnTo>
                    <a:pt x="698706" y="918016"/>
                  </a:lnTo>
                  <a:lnTo>
                    <a:pt x="698942" y="918378"/>
                  </a:lnTo>
                  <a:lnTo>
                    <a:pt x="698791" y="918850"/>
                  </a:lnTo>
                  <a:lnTo>
                    <a:pt x="698798" y="919948"/>
                  </a:lnTo>
                  <a:lnTo>
                    <a:pt x="698387" y="920298"/>
                  </a:lnTo>
                  <a:lnTo>
                    <a:pt x="698112" y="920098"/>
                  </a:lnTo>
                  <a:lnTo>
                    <a:pt x="697772" y="919966"/>
                  </a:lnTo>
                  <a:lnTo>
                    <a:pt x="697175" y="919887"/>
                  </a:lnTo>
                  <a:lnTo>
                    <a:pt x="696390" y="920170"/>
                  </a:lnTo>
                  <a:lnTo>
                    <a:pt x="696024" y="920624"/>
                  </a:lnTo>
                  <a:lnTo>
                    <a:pt x="695135" y="920170"/>
                  </a:lnTo>
                  <a:lnTo>
                    <a:pt x="694480" y="919719"/>
                  </a:lnTo>
                  <a:lnTo>
                    <a:pt x="693973" y="919756"/>
                  </a:lnTo>
                  <a:lnTo>
                    <a:pt x="693562" y="920157"/>
                  </a:lnTo>
                  <a:lnTo>
                    <a:pt x="693298" y="920518"/>
                  </a:lnTo>
                  <a:lnTo>
                    <a:pt x="692765" y="920856"/>
                  </a:lnTo>
                  <a:lnTo>
                    <a:pt x="691792" y="921443"/>
                  </a:lnTo>
                  <a:lnTo>
                    <a:pt x="691448" y="921485"/>
                  </a:lnTo>
                  <a:lnTo>
                    <a:pt x="690223" y="921102"/>
                  </a:lnTo>
                  <a:lnTo>
                    <a:pt x="688405" y="920453"/>
                  </a:lnTo>
                  <a:lnTo>
                    <a:pt x="688271" y="920014"/>
                  </a:lnTo>
                  <a:lnTo>
                    <a:pt x="688134" y="919864"/>
                  </a:lnTo>
                  <a:lnTo>
                    <a:pt x="687572" y="919470"/>
                  </a:lnTo>
                  <a:lnTo>
                    <a:pt x="687030" y="919153"/>
                  </a:lnTo>
                  <a:lnTo>
                    <a:pt x="686109" y="918909"/>
                  </a:lnTo>
                  <a:lnTo>
                    <a:pt x="685514" y="918748"/>
                  </a:lnTo>
                  <a:lnTo>
                    <a:pt x="684794" y="918428"/>
                  </a:lnTo>
                  <a:lnTo>
                    <a:pt x="684405" y="918730"/>
                  </a:lnTo>
                  <a:lnTo>
                    <a:pt x="684142" y="919085"/>
                  </a:lnTo>
                  <a:lnTo>
                    <a:pt x="683915" y="919116"/>
                  </a:lnTo>
                  <a:lnTo>
                    <a:pt x="683637" y="919090"/>
                  </a:lnTo>
                  <a:lnTo>
                    <a:pt x="682717" y="918724"/>
                  </a:lnTo>
                  <a:lnTo>
                    <a:pt x="682418" y="918513"/>
                  </a:lnTo>
                  <a:lnTo>
                    <a:pt x="681958" y="918491"/>
                  </a:lnTo>
                  <a:lnTo>
                    <a:pt x="680176" y="918003"/>
                  </a:lnTo>
                  <a:lnTo>
                    <a:pt x="679756" y="917800"/>
                  </a:lnTo>
                  <a:lnTo>
                    <a:pt x="679463" y="917551"/>
                  </a:lnTo>
                  <a:lnTo>
                    <a:pt x="679027" y="917504"/>
                  </a:lnTo>
                  <a:lnTo>
                    <a:pt x="678755" y="917494"/>
                  </a:lnTo>
                  <a:lnTo>
                    <a:pt x="678510" y="917508"/>
                  </a:lnTo>
                  <a:lnTo>
                    <a:pt x="678241" y="917536"/>
                  </a:lnTo>
                  <a:lnTo>
                    <a:pt x="677872" y="917601"/>
                  </a:lnTo>
                  <a:lnTo>
                    <a:pt x="677346" y="917843"/>
                  </a:lnTo>
                  <a:lnTo>
                    <a:pt x="677159" y="917972"/>
                  </a:lnTo>
                  <a:lnTo>
                    <a:pt x="676709" y="918191"/>
                  </a:lnTo>
                  <a:lnTo>
                    <a:pt x="676438" y="918205"/>
                  </a:lnTo>
                  <a:lnTo>
                    <a:pt x="676009" y="918290"/>
                  </a:lnTo>
                  <a:lnTo>
                    <a:pt x="675526" y="918583"/>
                  </a:lnTo>
                  <a:lnTo>
                    <a:pt x="675303" y="918607"/>
                  </a:lnTo>
                  <a:lnTo>
                    <a:pt x="675335" y="918776"/>
                  </a:lnTo>
                  <a:lnTo>
                    <a:pt x="675639" y="919216"/>
                  </a:lnTo>
                  <a:lnTo>
                    <a:pt x="675824" y="919251"/>
                  </a:lnTo>
                  <a:lnTo>
                    <a:pt x="676001" y="919254"/>
                  </a:lnTo>
                  <a:lnTo>
                    <a:pt x="676417" y="919479"/>
                  </a:lnTo>
                  <a:lnTo>
                    <a:pt x="676456" y="919681"/>
                  </a:lnTo>
                  <a:lnTo>
                    <a:pt x="676471" y="920151"/>
                  </a:lnTo>
                  <a:lnTo>
                    <a:pt x="676304" y="920475"/>
                  </a:lnTo>
                  <a:lnTo>
                    <a:pt x="676041" y="920422"/>
                  </a:lnTo>
                  <a:lnTo>
                    <a:pt x="675932" y="920267"/>
                  </a:lnTo>
                  <a:lnTo>
                    <a:pt x="675769" y="920003"/>
                  </a:lnTo>
                  <a:lnTo>
                    <a:pt x="675392" y="919687"/>
                  </a:lnTo>
                  <a:lnTo>
                    <a:pt x="675152" y="919667"/>
                  </a:lnTo>
                  <a:lnTo>
                    <a:pt x="674858" y="920050"/>
                  </a:lnTo>
                  <a:lnTo>
                    <a:pt x="674872" y="920207"/>
                  </a:lnTo>
                  <a:lnTo>
                    <a:pt x="674996" y="920401"/>
                  </a:lnTo>
                  <a:lnTo>
                    <a:pt x="675367" y="920817"/>
                  </a:lnTo>
                  <a:lnTo>
                    <a:pt x="675411" y="921180"/>
                  </a:lnTo>
                  <a:lnTo>
                    <a:pt x="675368" y="921382"/>
                  </a:lnTo>
                  <a:lnTo>
                    <a:pt x="675142" y="922262"/>
                  </a:lnTo>
                  <a:lnTo>
                    <a:pt x="674902" y="923175"/>
                  </a:lnTo>
                  <a:lnTo>
                    <a:pt x="674756" y="923384"/>
                  </a:lnTo>
                  <a:lnTo>
                    <a:pt x="674663" y="923551"/>
                  </a:lnTo>
                  <a:lnTo>
                    <a:pt x="674566" y="923811"/>
                  </a:lnTo>
                  <a:lnTo>
                    <a:pt x="674626" y="924270"/>
                  </a:lnTo>
                  <a:lnTo>
                    <a:pt x="674738" y="924422"/>
                  </a:lnTo>
                  <a:lnTo>
                    <a:pt x="674978" y="924724"/>
                  </a:lnTo>
                  <a:lnTo>
                    <a:pt x="675070" y="925077"/>
                  </a:lnTo>
                  <a:lnTo>
                    <a:pt x="674873" y="925897"/>
                  </a:lnTo>
                  <a:lnTo>
                    <a:pt x="674575" y="926114"/>
                  </a:lnTo>
                  <a:lnTo>
                    <a:pt x="674364" y="926212"/>
                  </a:lnTo>
                  <a:lnTo>
                    <a:pt x="673856" y="926248"/>
                  </a:lnTo>
                  <a:lnTo>
                    <a:pt x="673402" y="926431"/>
                  </a:lnTo>
                  <a:lnTo>
                    <a:pt x="672946" y="926640"/>
                  </a:lnTo>
                  <a:lnTo>
                    <a:pt x="672703" y="926837"/>
                  </a:lnTo>
                  <a:lnTo>
                    <a:pt x="672386" y="927105"/>
                  </a:lnTo>
                  <a:lnTo>
                    <a:pt x="672200" y="927284"/>
                  </a:lnTo>
                  <a:lnTo>
                    <a:pt x="672086" y="927424"/>
                  </a:lnTo>
                  <a:lnTo>
                    <a:pt x="671771" y="927912"/>
                  </a:lnTo>
                  <a:lnTo>
                    <a:pt x="671782" y="928521"/>
                  </a:lnTo>
                  <a:lnTo>
                    <a:pt x="671785" y="928828"/>
                  </a:lnTo>
                  <a:lnTo>
                    <a:pt x="671744" y="929149"/>
                  </a:lnTo>
                  <a:lnTo>
                    <a:pt x="671147" y="930177"/>
                  </a:lnTo>
                  <a:lnTo>
                    <a:pt x="670602" y="930437"/>
                  </a:lnTo>
                  <a:lnTo>
                    <a:pt x="670461" y="930472"/>
                  </a:lnTo>
                  <a:lnTo>
                    <a:pt x="670128" y="930512"/>
                  </a:lnTo>
                  <a:lnTo>
                    <a:pt x="669506" y="930430"/>
                  </a:lnTo>
                  <a:lnTo>
                    <a:pt x="669362" y="930423"/>
                  </a:lnTo>
                  <a:lnTo>
                    <a:pt x="668457" y="930585"/>
                  </a:lnTo>
                  <a:lnTo>
                    <a:pt x="666982" y="930234"/>
                  </a:lnTo>
                  <a:lnTo>
                    <a:pt x="666359" y="930119"/>
                  </a:lnTo>
                  <a:lnTo>
                    <a:pt x="666110" y="930041"/>
                  </a:lnTo>
                  <a:lnTo>
                    <a:pt x="665976" y="930037"/>
                  </a:lnTo>
                  <a:lnTo>
                    <a:pt x="664216" y="930486"/>
                  </a:lnTo>
                  <a:lnTo>
                    <a:pt x="664072" y="930516"/>
                  </a:lnTo>
                  <a:lnTo>
                    <a:pt x="663767" y="930504"/>
                  </a:lnTo>
                  <a:lnTo>
                    <a:pt x="663614" y="930493"/>
                  </a:lnTo>
                  <a:lnTo>
                    <a:pt x="662676" y="930340"/>
                  </a:lnTo>
                  <a:lnTo>
                    <a:pt x="662511" y="930449"/>
                  </a:lnTo>
                  <a:lnTo>
                    <a:pt x="661865" y="930727"/>
                  </a:lnTo>
                  <a:lnTo>
                    <a:pt x="661310" y="931181"/>
                  </a:lnTo>
                  <a:lnTo>
                    <a:pt x="661139" y="931533"/>
                  </a:lnTo>
                  <a:lnTo>
                    <a:pt x="660888" y="932247"/>
                  </a:lnTo>
                  <a:lnTo>
                    <a:pt x="660186" y="933320"/>
                  </a:lnTo>
                  <a:lnTo>
                    <a:pt x="660406" y="933563"/>
                  </a:lnTo>
                  <a:lnTo>
                    <a:pt x="660236" y="933731"/>
                  </a:lnTo>
                  <a:lnTo>
                    <a:pt x="659673" y="933894"/>
                  </a:lnTo>
                  <a:lnTo>
                    <a:pt x="659287" y="933778"/>
                  </a:lnTo>
                  <a:lnTo>
                    <a:pt x="658784" y="932982"/>
                  </a:lnTo>
                  <a:lnTo>
                    <a:pt x="658608" y="932588"/>
                  </a:lnTo>
                  <a:lnTo>
                    <a:pt x="658643" y="932427"/>
                  </a:lnTo>
                  <a:lnTo>
                    <a:pt x="659204" y="931401"/>
                  </a:lnTo>
                  <a:lnTo>
                    <a:pt x="658786" y="930935"/>
                  </a:lnTo>
                  <a:lnTo>
                    <a:pt x="658579" y="930924"/>
                  </a:lnTo>
                  <a:lnTo>
                    <a:pt x="658377" y="931022"/>
                  </a:lnTo>
                  <a:lnTo>
                    <a:pt x="658174" y="931227"/>
                  </a:lnTo>
                  <a:lnTo>
                    <a:pt x="658106" y="931384"/>
                  </a:lnTo>
                  <a:lnTo>
                    <a:pt x="658010" y="931539"/>
                  </a:lnTo>
                  <a:lnTo>
                    <a:pt x="657532" y="931505"/>
                  </a:lnTo>
                  <a:lnTo>
                    <a:pt x="657391" y="931330"/>
                  </a:lnTo>
                  <a:lnTo>
                    <a:pt x="657151" y="929843"/>
                  </a:lnTo>
                  <a:lnTo>
                    <a:pt x="657442" y="928998"/>
                  </a:lnTo>
                  <a:lnTo>
                    <a:pt x="657842" y="928718"/>
                  </a:lnTo>
                  <a:lnTo>
                    <a:pt x="658013" y="928648"/>
                  </a:lnTo>
                  <a:lnTo>
                    <a:pt x="658691" y="928216"/>
                  </a:lnTo>
                  <a:lnTo>
                    <a:pt x="659070" y="927620"/>
                  </a:lnTo>
                  <a:lnTo>
                    <a:pt x="659190" y="927067"/>
                  </a:lnTo>
                  <a:lnTo>
                    <a:pt x="659221" y="926921"/>
                  </a:lnTo>
                  <a:lnTo>
                    <a:pt x="659561" y="926293"/>
                  </a:lnTo>
                  <a:lnTo>
                    <a:pt x="660439" y="925392"/>
                  </a:lnTo>
                  <a:lnTo>
                    <a:pt x="661235" y="924983"/>
                  </a:lnTo>
                  <a:lnTo>
                    <a:pt x="661369" y="924896"/>
                  </a:lnTo>
                  <a:lnTo>
                    <a:pt x="661590" y="924431"/>
                  </a:lnTo>
                  <a:lnTo>
                    <a:pt x="661953" y="922819"/>
                  </a:lnTo>
                  <a:lnTo>
                    <a:pt x="661921" y="922674"/>
                  </a:lnTo>
                  <a:lnTo>
                    <a:pt x="661693" y="922341"/>
                  </a:lnTo>
                  <a:lnTo>
                    <a:pt x="661129" y="921713"/>
                  </a:lnTo>
                  <a:lnTo>
                    <a:pt x="660612" y="921796"/>
                  </a:lnTo>
                  <a:lnTo>
                    <a:pt x="660122" y="922641"/>
                  </a:lnTo>
                  <a:lnTo>
                    <a:pt x="659713" y="922880"/>
                  </a:lnTo>
                  <a:lnTo>
                    <a:pt x="659373" y="923035"/>
                  </a:lnTo>
                  <a:lnTo>
                    <a:pt x="658693" y="923135"/>
                  </a:lnTo>
                  <a:lnTo>
                    <a:pt x="656962" y="923230"/>
                  </a:lnTo>
                  <a:lnTo>
                    <a:pt x="656106" y="922940"/>
                  </a:lnTo>
                  <a:lnTo>
                    <a:pt x="655198" y="923363"/>
                  </a:lnTo>
                  <a:lnTo>
                    <a:pt x="654441" y="923742"/>
                  </a:lnTo>
                  <a:lnTo>
                    <a:pt x="654242" y="924052"/>
                  </a:lnTo>
                  <a:lnTo>
                    <a:pt x="653850" y="924466"/>
                  </a:lnTo>
                  <a:lnTo>
                    <a:pt x="652656" y="925201"/>
                  </a:lnTo>
                  <a:lnTo>
                    <a:pt x="650753" y="925643"/>
                  </a:lnTo>
                  <a:lnTo>
                    <a:pt x="650370" y="925711"/>
                  </a:lnTo>
                  <a:lnTo>
                    <a:pt x="649864" y="925567"/>
                  </a:lnTo>
                  <a:lnTo>
                    <a:pt x="649068" y="925781"/>
                  </a:lnTo>
                  <a:lnTo>
                    <a:pt x="648190" y="926728"/>
                  </a:lnTo>
                  <a:lnTo>
                    <a:pt x="648140" y="926929"/>
                  </a:lnTo>
                  <a:lnTo>
                    <a:pt x="648126" y="927093"/>
                  </a:lnTo>
                  <a:lnTo>
                    <a:pt x="647221" y="928429"/>
                  </a:lnTo>
                  <a:lnTo>
                    <a:pt x="646529" y="929372"/>
                  </a:lnTo>
                  <a:lnTo>
                    <a:pt x="646253" y="929727"/>
                  </a:lnTo>
                  <a:lnTo>
                    <a:pt x="645587" y="930502"/>
                  </a:lnTo>
                  <a:lnTo>
                    <a:pt x="644731" y="931236"/>
                  </a:lnTo>
                  <a:lnTo>
                    <a:pt x="644585" y="931589"/>
                  </a:lnTo>
                  <a:lnTo>
                    <a:pt x="644482" y="931867"/>
                  </a:lnTo>
                  <a:lnTo>
                    <a:pt x="644404" y="932059"/>
                  </a:lnTo>
                  <a:lnTo>
                    <a:pt x="644219" y="932264"/>
                  </a:lnTo>
                  <a:lnTo>
                    <a:pt x="643563" y="932678"/>
                  </a:lnTo>
                  <a:lnTo>
                    <a:pt x="642509" y="933786"/>
                  </a:lnTo>
                  <a:lnTo>
                    <a:pt x="642340" y="934047"/>
                  </a:lnTo>
                  <a:lnTo>
                    <a:pt x="642268" y="934272"/>
                  </a:lnTo>
                  <a:lnTo>
                    <a:pt x="641611" y="936988"/>
                  </a:lnTo>
                  <a:lnTo>
                    <a:pt x="640754" y="938189"/>
                  </a:lnTo>
                  <a:lnTo>
                    <a:pt x="640324" y="938471"/>
                  </a:lnTo>
                  <a:lnTo>
                    <a:pt x="639795" y="938643"/>
                  </a:lnTo>
                  <a:lnTo>
                    <a:pt x="637009" y="938700"/>
                  </a:lnTo>
                  <a:lnTo>
                    <a:pt x="636697" y="938625"/>
                  </a:lnTo>
                  <a:lnTo>
                    <a:pt x="635455" y="937887"/>
                  </a:lnTo>
                  <a:lnTo>
                    <a:pt x="634760" y="937072"/>
                  </a:lnTo>
                  <a:lnTo>
                    <a:pt x="634260" y="936384"/>
                  </a:lnTo>
                  <a:lnTo>
                    <a:pt x="634063" y="935951"/>
                  </a:lnTo>
                  <a:lnTo>
                    <a:pt x="634244" y="935306"/>
                  </a:lnTo>
                  <a:lnTo>
                    <a:pt x="633629" y="934043"/>
                  </a:lnTo>
                  <a:lnTo>
                    <a:pt x="632911" y="933256"/>
                  </a:lnTo>
                  <a:lnTo>
                    <a:pt x="632654" y="932999"/>
                  </a:lnTo>
                  <a:lnTo>
                    <a:pt x="631967" y="932487"/>
                  </a:lnTo>
                  <a:lnTo>
                    <a:pt x="631569" y="932509"/>
                  </a:lnTo>
                  <a:lnTo>
                    <a:pt x="631376" y="932680"/>
                  </a:lnTo>
                  <a:lnTo>
                    <a:pt x="631396" y="932919"/>
                  </a:lnTo>
                  <a:lnTo>
                    <a:pt x="631479" y="933224"/>
                  </a:lnTo>
                  <a:lnTo>
                    <a:pt x="631292" y="933395"/>
                  </a:lnTo>
                  <a:lnTo>
                    <a:pt x="631138" y="933523"/>
                  </a:lnTo>
                  <a:lnTo>
                    <a:pt x="630749" y="933770"/>
                  </a:lnTo>
                  <a:lnTo>
                    <a:pt x="630383" y="933732"/>
                  </a:lnTo>
                  <a:lnTo>
                    <a:pt x="629994" y="933612"/>
                  </a:lnTo>
                  <a:lnTo>
                    <a:pt x="629861" y="933465"/>
                  </a:lnTo>
                  <a:lnTo>
                    <a:pt x="629602" y="933110"/>
                  </a:lnTo>
                  <a:lnTo>
                    <a:pt x="629470" y="932924"/>
                  </a:lnTo>
                  <a:lnTo>
                    <a:pt x="629290" y="932822"/>
                  </a:lnTo>
                  <a:lnTo>
                    <a:pt x="628558" y="932608"/>
                  </a:lnTo>
                  <a:lnTo>
                    <a:pt x="628382" y="932585"/>
                  </a:lnTo>
                  <a:lnTo>
                    <a:pt x="627869" y="932659"/>
                  </a:lnTo>
                  <a:lnTo>
                    <a:pt x="627560" y="932711"/>
                  </a:lnTo>
                  <a:lnTo>
                    <a:pt x="627103" y="933684"/>
                  </a:lnTo>
                  <a:lnTo>
                    <a:pt x="627102" y="934421"/>
                  </a:lnTo>
                  <a:lnTo>
                    <a:pt x="627476" y="934898"/>
                  </a:lnTo>
                  <a:lnTo>
                    <a:pt x="626473" y="935881"/>
                  </a:lnTo>
                  <a:lnTo>
                    <a:pt x="625697" y="936348"/>
                  </a:lnTo>
                  <a:lnTo>
                    <a:pt x="625486" y="936409"/>
                  </a:lnTo>
                  <a:lnTo>
                    <a:pt x="625435" y="936277"/>
                  </a:lnTo>
                  <a:lnTo>
                    <a:pt x="625148" y="935904"/>
                  </a:lnTo>
                  <a:lnTo>
                    <a:pt x="624859" y="935460"/>
                  </a:lnTo>
                  <a:lnTo>
                    <a:pt x="624718" y="935387"/>
                  </a:lnTo>
                  <a:lnTo>
                    <a:pt x="624268" y="935252"/>
                  </a:lnTo>
                  <a:lnTo>
                    <a:pt x="624126" y="935175"/>
                  </a:lnTo>
                  <a:lnTo>
                    <a:pt x="623338" y="934693"/>
                  </a:lnTo>
                  <a:lnTo>
                    <a:pt x="623015" y="934451"/>
                  </a:lnTo>
                  <a:lnTo>
                    <a:pt x="622596" y="934086"/>
                  </a:lnTo>
                  <a:lnTo>
                    <a:pt x="622339" y="933785"/>
                  </a:lnTo>
                  <a:lnTo>
                    <a:pt x="621973" y="933420"/>
                  </a:lnTo>
                  <a:lnTo>
                    <a:pt x="621210" y="932857"/>
                  </a:lnTo>
                  <a:lnTo>
                    <a:pt x="621218" y="932704"/>
                  </a:lnTo>
                  <a:lnTo>
                    <a:pt x="621102" y="932486"/>
                  </a:lnTo>
                  <a:lnTo>
                    <a:pt x="620532" y="931895"/>
                  </a:lnTo>
                  <a:lnTo>
                    <a:pt x="619963" y="931501"/>
                  </a:lnTo>
                  <a:lnTo>
                    <a:pt x="620110" y="931306"/>
                  </a:lnTo>
                  <a:lnTo>
                    <a:pt x="620329" y="930518"/>
                  </a:lnTo>
                  <a:lnTo>
                    <a:pt x="620247" y="930173"/>
                  </a:lnTo>
                  <a:lnTo>
                    <a:pt x="619391" y="930231"/>
                  </a:lnTo>
                  <a:lnTo>
                    <a:pt x="618516" y="930282"/>
                  </a:lnTo>
                  <a:lnTo>
                    <a:pt x="618436" y="930128"/>
                  </a:lnTo>
                  <a:lnTo>
                    <a:pt x="618138" y="929630"/>
                  </a:lnTo>
                  <a:lnTo>
                    <a:pt x="617484" y="929240"/>
                  </a:lnTo>
                  <a:lnTo>
                    <a:pt x="616702" y="929528"/>
                  </a:lnTo>
                  <a:lnTo>
                    <a:pt x="614129" y="928588"/>
                  </a:lnTo>
                  <a:lnTo>
                    <a:pt x="613644" y="928761"/>
                  </a:lnTo>
                  <a:lnTo>
                    <a:pt x="613362" y="929031"/>
                  </a:lnTo>
                  <a:lnTo>
                    <a:pt x="613152" y="930218"/>
                  </a:lnTo>
                  <a:lnTo>
                    <a:pt x="613159" y="930498"/>
                  </a:lnTo>
                  <a:lnTo>
                    <a:pt x="613188" y="930782"/>
                  </a:lnTo>
                  <a:lnTo>
                    <a:pt x="613277" y="931029"/>
                  </a:lnTo>
                  <a:lnTo>
                    <a:pt x="613846" y="932147"/>
                  </a:lnTo>
                  <a:lnTo>
                    <a:pt x="614197" y="932225"/>
                  </a:lnTo>
                  <a:lnTo>
                    <a:pt x="614665" y="932136"/>
                  </a:lnTo>
                  <a:lnTo>
                    <a:pt x="614794" y="932166"/>
                  </a:lnTo>
                  <a:lnTo>
                    <a:pt x="614943" y="932290"/>
                  </a:lnTo>
                  <a:lnTo>
                    <a:pt x="615067" y="932470"/>
                  </a:lnTo>
                  <a:lnTo>
                    <a:pt x="615158" y="932747"/>
                  </a:lnTo>
                  <a:lnTo>
                    <a:pt x="615182" y="932950"/>
                  </a:lnTo>
                  <a:lnTo>
                    <a:pt x="615296" y="933117"/>
                  </a:lnTo>
                  <a:lnTo>
                    <a:pt x="615615" y="933271"/>
                  </a:lnTo>
                  <a:lnTo>
                    <a:pt x="615772" y="933575"/>
                  </a:lnTo>
                  <a:lnTo>
                    <a:pt x="615845" y="933716"/>
                  </a:lnTo>
                  <a:lnTo>
                    <a:pt x="615958" y="933960"/>
                  </a:lnTo>
                  <a:lnTo>
                    <a:pt x="616322" y="935023"/>
                  </a:lnTo>
                  <a:lnTo>
                    <a:pt x="616493" y="935331"/>
                  </a:lnTo>
                  <a:lnTo>
                    <a:pt x="616672" y="935677"/>
                  </a:lnTo>
                  <a:lnTo>
                    <a:pt x="616721" y="935825"/>
                  </a:lnTo>
                  <a:lnTo>
                    <a:pt x="616977" y="936723"/>
                  </a:lnTo>
                  <a:lnTo>
                    <a:pt x="616983" y="936894"/>
                  </a:lnTo>
                  <a:lnTo>
                    <a:pt x="617012" y="937298"/>
                  </a:lnTo>
                  <a:lnTo>
                    <a:pt x="617077" y="937519"/>
                  </a:lnTo>
                  <a:lnTo>
                    <a:pt x="617426" y="937895"/>
                  </a:lnTo>
                  <a:lnTo>
                    <a:pt x="617254" y="937902"/>
                  </a:lnTo>
                  <a:lnTo>
                    <a:pt x="616477" y="937984"/>
                  </a:lnTo>
                  <a:lnTo>
                    <a:pt x="616302" y="938004"/>
                  </a:lnTo>
                  <a:lnTo>
                    <a:pt x="613884" y="939073"/>
                  </a:lnTo>
                  <a:lnTo>
                    <a:pt x="612521" y="939705"/>
                  </a:lnTo>
                  <a:lnTo>
                    <a:pt x="612235" y="939829"/>
                  </a:lnTo>
                  <a:lnTo>
                    <a:pt x="612101" y="939897"/>
                  </a:lnTo>
                  <a:lnTo>
                    <a:pt x="611972" y="939957"/>
                  </a:lnTo>
                  <a:lnTo>
                    <a:pt x="611634" y="940180"/>
                  </a:lnTo>
                  <a:lnTo>
                    <a:pt x="611396" y="940433"/>
                  </a:lnTo>
                  <a:lnTo>
                    <a:pt x="611215" y="940764"/>
                  </a:lnTo>
                  <a:lnTo>
                    <a:pt x="610413" y="940917"/>
                  </a:lnTo>
                  <a:lnTo>
                    <a:pt x="609655" y="941162"/>
                  </a:lnTo>
                  <a:lnTo>
                    <a:pt x="609220" y="941463"/>
                  </a:lnTo>
                  <a:lnTo>
                    <a:pt x="608975" y="941553"/>
                  </a:lnTo>
                  <a:lnTo>
                    <a:pt x="607872" y="941762"/>
                  </a:lnTo>
                  <a:lnTo>
                    <a:pt x="606962" y="941742"/>
                  </a:lnTo>
                  <a:lnTo>
                    <a:pt x="606374" y="941704"/>
                  </a:lnTo>
                  <a:lnTo>
                    <a:pt x="605427" y="941659"/>
                  </a:lnTo>
                  <a:lnTo>
                    <a:pt x="604929" y="941064"/>
                  </a:lnTo>
                  <a:lnTo>
                    <a:pt x="604693" y="940750"/>
                  </a:lnTo>
                  <a:lnTo>
                    <a:pt x="604562" y="940469"/>
                  </a:lnTo>
                  <a:lnTo>
                    <a:pt x="604504" y="940325"/>
                  </a:lnTo>
                  <a:lnTo>
                    <a:pt x="604241" y="939984"/>
                  </a:lnTo>
                  <a:lnTo>
                    <a:pt x="603811" y="939439"/>
                  </a:lnTo>
                  <a:lnTo>
                    <a:pt x="602616" y="938503"/>
                  </a:lnTo>
                  <a:lnTo>
                    <a:pt x="602480" y="938550"/>
                  </a:lnTo>
                  <a:lnTo>
                    <a:pt x="601694" y="938852"/>
                  </a:lnTo>
                  <a:lnTo>
                    <a:pt x="601141" y="939503"/>
                  </a:lnTo>
                  <a:lnTo>
                    <a:pt x="601114" y="940033"/>
                  </a:lnTo>
                  <a:lnTo>
                    <a:pt x="601255" y="940154"/>
                  </a:lnTo>
                  <a:lnTo>
                    <a:pt x="601512" y="940373"/>
                  </a:lnTo>
                  <a:lnTo>
                    <a:pt x="601802" y="940613"/>
                  </a:lnTo>
                  <a:lnTo>
                    <a:pt x="602480" y="940828"/>
                  </a:lnTo>
                  <a:lnTo>
                    <a:pt x="603334" y="941378"/>
                  </a:lnTo>
                  <a:lnTo>
                    <a:pt x="605220" y="942663"/>
                  </a:lnTo>
                  <a:lnTo>
                    <a:pt x="605354" y="942760"/>
                  </a:lnTo>
                  <a:lnTo>
                    <a:pt x="605243" y="943142"/>
                  </a:lnTo>
                  <a:lnTo>
                    <a:pt x="605092" y="943284"/>
                  </a:lnTo>
                  <a:lnTo>
                    <a:pt x="604738" y="943576"/>
                  </a:lnTo>
                  <a:lnTo>
                    <a:pt x="604539" y="943715"/>
                  </a:lnTo>
                  <a:lnTo>
                    <a:pt x="604258" y="943908"/>
                  </a:lnTo>
                  <a:lnTo>
                    <a:pt x="604102" y="944012"/>
                  </a:lnTo>
                  <a:lnTo>
                    <a:pt x="602559" y="945511"/>
                  </a:lnTo>
                  <a:lnTo>
                    <a:pt x="602644" y="945853"/>
                  </a:lnTo>
                  <a:lnTo>
                    <a:pt x="602806" y="946222"/>
                  </a:lnTo>
                  <a:lnTo>
                    <a:pt x="602887" y="946515"/>
                  </a:lnTo>
                  <a:lnTo>
                    <a:pt x="602946" y="946809"/>
                  </a:lnTo>
                  <a:lnTo>
                    <a:pt x="602927" y="947144"/>
                  </a:lnTo>
                  <a:lnTo>
                    <a:pt x="602746" y="947460"/>
                  </a:lnTo>
                  <a:lnTo>
                    <a:pt x="602616" y="947567"/>
                  </a:lnTo>
                  <a:lnTo>
                    <a:pt x="602309" y="947791"/>
                  </a:lnTo>
                  <a:lnTo>
                    <a:pt x="602172" y="947871"/>
                  </a:lnTo>
                  <a:lnTo>
                    <a:pt x="602019" y="947960"/>
                  </a:lnTo>
                  <a:lnTo>
                    <a:pt x="601681" y="948142"/>
                  </a:lnTo>
                  <a:lnTo>
                    <a:pt x="601435" y="948206"/>
                  </a:lnTo>
                  <a:lnTo>
                    <a:pt x="601272" y="948194"/>
                  </a:lnTo>
                  <a:lnTo>
                    <a:pt x="601086" y="948114"/>
                  </a:lnTo>
                  <a:lnTo>
                    <a:pt x="600721" y="948009"/>
                  </a:lnTo>
                  <a:lnTo>
                    <a:pt x="600402" y="948076"/>
                  </a:lnTo>
                  <a:lnTo>
                    <a:pt x="600175" y="948186"/>
                  </a:lnTo>
                  <a:lnTo>
                    <a:pt x="599846" y="948374"/>
                  </a:lnTo>
                  <a:lnTo>
                    <a:pt x="599463" y="948597"/>
                  </a:lnTo>
                  <a:lnTo>
                    <a:pt x="599257" y="948770"/>
                  </a:lnTo>
                  <a:lnTo>
                    <a:pt x="599072" y="948939"/>
                  </a:lnTo>
                  <a:lnTo>
                    <a:pt x="598862" y="949034"/>
                  </a:lnTo>
                  <a:lnTo>
                    <a:pt x="596540" y="949680"/>
                  </a:lnTo>
                  <a:lnTo>
                    <a:pt x="596278" y="949780"/>
                  </a:lnTo>
                  <a:lnTo>
                    <a:pt x="595672" y="950277"/>
                  </a:lnTo>
                  <a:lnTo>
                    <a:pt x="595300" y="950733"/>
                  </a:lnTo>
                  <a:lnTo>
                    <a:pt x="594289" y="952023"/>
                  </a:lnTo>
                  <a:lnTo>
                    <a:pt x="593189" y="952037"/>
                  </a:lnTo>
                  <a:lnTo>
                    <a:pt x="592761" y="953013"/>
                  </a:lnTo>
                  <a:lnTo>
                    <a:pt x="592388" y="954880"/>
                  </a:lnTo>
                  <a:lnTo>
                    <a:pt x="592374" y="956138"/>
                  </a:lnTo>
                  <a:lnTo>
                    <a:pt x="592371" y="956443"/>
                  </a:lnTo>
                  <a:lnTo>
                    <a:pt x="591795" y="957263"/>
                  </a:lnTo>
                  <a:lnTo>
                    <a:pt x="591257" y="958030"/>
                  </a:lnTo>
                  <a:lnTo>
                    <a:pt x="590519" y="959439"/>
                  </a:lnTo>
                  <a:lnTo>
                    <a:pt x="589574" y="960710"/>
                  </a:lnTo>
                  <a:lnTo>
                    <a:pt x="588887" y="960930"/>
                  </a:lnTo>
                  <a:lnTo>
                    <a:pt x="587913" y="961911"/>
                  </a:lnTo>
                  <a:lnTo>
                    <a:pt x="585625" y="963371"/>
                  </a:lnTo>
                  <a:lnTo>
                    <a:pt x="585099" y="962853"/>
                  </a:lnTo>
                  <a:lnTo>
                    <a:pt x="584393" y="962159"/>
                  </a:lnTo>
                  <a:lnTo>
                    <a:pt x="583988" y="962170"/>
                  </a:lnTo>
                  <a:lnTo>
                    <a:pt x="582542" y="963444"/>
                  </a:lnTo>
                  <a:lnTo>
                    <a:pt x="581101" y="964902"/>
                  </a:lnTo>
                  <a:lnTo>
                    <a:pt x="579643" y="966762"/>
                  </a:lnTo>
                  <a:lnTo>
                    <a:pt x="579069" y="967544"/>
                  </a:lnTo>
                  <a:lnTo>
                    <a:pt x="577889" y="968525"/>
                  </a:lnTo>
                  <a:lnTo>
                    <a:pt x="577322" y="968734"/>
                  </a:lnTo>
                  <a:lnTo>
                    <a:pt x="576895" y="968903"/>
                  </a:lnTo>
                  <a:lnTo>
                    <a:pt x="575889" y="969569"/>
                  </a:lnTo>
                  <a:lnTo>
                    <a:pt x="575731" y="969782"/>
                  </a:lnTo>
                  <a:lnTo>
                    <a:pt x="575431" y="971181"/>
                  </a:lnTo>
                  <a:lnTo>
                    <a:pt x="575816" y="971644"/>
                  </a:lnTo>
                  <a:lnTo>
                    <a:pt x="576419" y="972840"/>
                  </a:lnTo>
                  <a:lnTo>
                    <a:pt x="576151" y="973442"/>
                  </a:lnTo>
                  <a:lnTo>
                    <a:pt x="575804" y="973642"/>
                  </a:lnTo>
                  <a:lnTo>
                    <a:pt x="575437" y="973846"/>
                  </a:lnTo>
                  <a:lnTo>
                    <a:pt x="575004" y="973935"/>
                  </a:lnTo>
                  <a:lnTo>
                    <a:pt x="574567" y="973767"/>
                  </a:lnTo>
                  <a:lnTo>
                    <a:pt x="573902" y="973506"/>
                  </a:lnTo>
                  <a:lnTo>
                    <a:pt x="573461" y="973443"/>
                  </a:lnTo>
                  <a:lnTo>
                    <a:pt x="573160" y="973396"/>
                  </a:lnTo>
                  <a:lnTo>
                    <a:pt x="572655" y="973640"/>
                  </a:lnTo>
                  <a:lnTo>
                    <a:pt x="571994" y="974233"/>
                  </a:lnTo>
                  <a:lnTo>
                    <a:pt x="571783" y="974433"/>
                  </a:lnTo>
                  <a:lnTo>
                    <a:pt x="571360" y="974917"/>
                  </a:lnTo>
                  <a:lnTo>
                    <a:pt x="569918" y="976660"/>
                  </a:lnTo>
                  <a:lnTo>
                    <a:pt x="568611" y="978545"/>
                  </a:lnTo>
                  <a:lnTo>
                    <a:pt x="566951" y="979613"/>
                  </a:lnTo>
                  <a:lnTo>
                    <a:pt x="566053" y="981139"/>
                  </a:lnTo>
                  <a:lnTo>
                    <a:pt x="565745" y="981506"/>
                  </a:lnTo>
                  <a:lnTo>
                    <a:pt x="565517" y="981661"/>
                  </a:lnTo>
                  <a:lnTo>
                    <a:pt x="564421" y="982239"/>
                  </a:lnTo>
                  <a:lnTo>
                    <a:pt x="562452" y="983899"/>
                  </a:lnTo>
                  <a:lnTo>
                    <a:pt x="562625" y="984201"/>
                  </a:lnTo>
                  <a:lnTo>
                    <a:pt x="562772" y="984468"/>
                  </a:lnTo>
                  <a:lnTo>
                    <a:pt x="562904" y="985372"/>
                  </a:lnTo>
                  <a:lnTo>
                    <a:pt x="561616" y="986808"/>
                  </a:lnTo>
                  <a:lnTo>
                    <a:pt x="561233" y="987141"/>
                  </a:lnTo>
                  <a:lnTo>
                    <a:pt x="560543" y="987397"/>
                  </a:lnTo>
                  <a:lnTo>
                    <a:pt x="559191" y="990460"/>
                  </a:lnTo>
                  <a:lnTo>
                    <a:pt x="558747" y="991065"/>
                  </a:lnTo>
                  <a:lnTo>
                    <a:pt x="558667" y="991350"/>
                  </a:lnTo>
                  <a:lnTo>
                    <a:pt x="558516" y="991897"/>
                  </a:lnTo>
                  <a:lnTo>
                    <a:pt x="558497" y="992075"/>
                  </a:lnTo>
                  <a:lnTo>
                    <a:pt x="558644" y="992922"/>
                  </a:lnTo>
                  <a:lnTo>
                    <a:pt x="558676" y="993338"/>
                  </a:lnTo>
                  <a:lnTo>
                    <a:pt x="558203" y="994225"/>
                  </a:lnTo>
                  <a:lnTo>
                    <a:pt x="558071" y="994469"/>
                  </a:lnTo>
                  <a:lnTo>
                    <a:pt x="557828" y="994730"/>
                  </a:lnTo>
                  <a:lnTo>
                    <a:pt x="557684" y="994886"/>
                  </a:lnTo>
                  <a:lnTo>
                    <a:pt x="557314" y="995292"/>
                  </a:lnTo>
                  <a:lnTo>
                    <a:pt x="557234" y="997172"/>
                  </a:lnTo>
                  <a:lnTo>
                    <a:pt x="557753" y="997920"/>
                  </a:lnTo>
                  <a:lnTo>
                    <a:pt x="558047" y="998111"/>
                  </a:lnTo>
                  <a:lnTo>
                    <a:pt x="558940" y="998703"/>
                  </a:lnTo>
                  <a:lnTo>
                    <a:pt x="560155" y="999512"/>
                  </a:lnTo>
                  <a:lnTo>
                    <a:pt x="560926" y="1000099"/>
                  </a:lnTo>
                  <a:lnTo>
                    <a:pt x="562174" y="1001056"/>
                  </a:lnTo>
                  <a:lnTo>
                    <a:pt x="562909" y="1001619"/>
                  </a:lnTo>
                  <a:lnTo>
                    <a:pt x="563073" y="1001746"/>
                  </a:lnTo>
                  <a:lnTo>
                    <a:pt x="562966" y="1001988"/>
                  </a:lnTo>
                  <a:lnTo>
                    <a:pt x="562609" y="1002775"/>
                  </a:lnTo>
                  <a:lnTo>
                    <a:pt x="562463" y="1003090"/>
                  </a:lnTo>
                  <a:lnTo>
                    <a:pt x="562364" y="1003302"/>
                  </a:lnTo>
                  <a:lnTo>
                    <a:pt x="562121" y="1003836"/>
                  </a:lnTo>
                  <a:lnTo>
                    <a:pt x="562430" y="1004285"/>
                  </a:lnTo>
                  <a:lnTo>
                    <a:pt x="562613" y="1004544"/>
                  </a:lnTo>
                  <a:lnTo>
                    <a:pt x="562883" y="1004938"/>
                  </a:lnTo>
                  <a:lnTo>
                    <a:pt x="563161" y="1005353"/>
                  </a:lnTo>
                  <a:lnTo>
                    <a:pt x="563113" y="1005614"/>
                  </a:lnTo>
                  <a:lnTo>
                    <a:pt x="561939" y="1006467"/>
                  </a:lnTo>
                  <a:lnTo>
                    <a:pt x="561170" y="1007291"/>
                  </a:lnTo>
                  <a:lnTo>
                    <a:pt x="560734" y="1007922"/>
                  </a:lnTo>
                  <a:lnTo>
                    <a:pt x="559889" y="1008574"/>
                  </a:lnTo>
                  <a:lnTo>
                    <a:pt x="559085" y="1008855"/>
                  </a:lnTo>
                  <a:lnTo>
                    <a:pt x="558940" y="1009114"/>
                  </a:lnTo>
                  <a:lnTo>
                    <a:pt x="558987" y="1009323"/>
                  </a:lnTo>
                  <a:lnTo>
                    <a:pt x="559039" y="1009654"/>
                  </a:lnTo>
                  <a:lnTo>
                    <a:pt x="558971" y="1009816"/>
                  </a:lnTo>
                  <a:lnTo>
                    <a:pt x="558563" y="1010595"/>
                  </a:lnTo>
                  <a:lnTo>
                    <a:pt x="557401" y="1011010"/>
                  </a:lnTo>
                  <a:lnTo>
                    <a:pt x="557253" y="1011064"/>
                  </a:lnTo>
                  <a:lnTo>
                    <a:pt x="556915" y="1011064"/>
                  </a:lnTo>
                  <a:lnTo>
                    <a:pt x="556764" y="1010950"/>
                  </a:lnTo>
                  <a:lnTo>
                    <a:pt x="556500" y="1010555"/>
                  </a:lnTo>
                  <a:lnTo>
                    <a:pt x="556091" y="1009901"/>
                  </a:lnTo>
                  <a:lnTo>
                    <a:pt x="554942" y="1008111"/>
                  </a:lnTo>
                  <a:lnTo>
                    <a:pt x="554864" y="1007949"/>
                  </a:lnTo>
                  <a:lnTo>
                    <a:pt x="554648" y="1007365"/>
                  </a:lnTo>
                  <a:lnTo>
                    <a:pt x="554672" y="1007168"/>
                  </a:lnTo>
                  <a:lnTo>
                    <a:pt x="554675" y="1006871"/>
                  </a:lnTo>
                  <a:lnTo>
                    <a:pt x="554014" y="1005235"/>
                  </a:lnTo>
                  <a:lnTo>
                    <a:pt x="552496" y="1004189"/>
                  </a:lnTo>
                  <a:lnTo>
                    <a:pt x="552074" y="1004042"/>
                  </a:lnTo>
                  <a:lnTo>
                    <a:pt x="550293" y="1004020"/>
                  </a:lnTo>
                  <a:lnTo>
                    <a:pt x="550170" y="1004332"/>
                  </a:lnTo>
                  <a:lnTo>
                    <a:pt x="550944" y="1005211"/>
                  </a:lnTo>
                  <a:lnTo>
                    <a:pt x="551347" y="1005667"/>
                  </a:lnTo>
                  <a:lnTo>
                    <a:pt x="551688" y="1006063"/>
                  </a:lnTo>
                  <a:lnTo>
                    <a:pt x="551804" y="1007717"/>
                  </a:lnTo>
                  <a:lnTo>
                    <a:pt x="551614" y="1007811"/>
                  </a:lnTo>
                  <a:lnTo>
                    <a:pt x="551457" y="1007896"/>
                  </a:lnTo>
                  <a:lnTo>
                    <a:pt x="550413" y="1009773"/>
                  </a:lnTo>
                  <a:lnTo>
                    <a:pt x="550286" y="1010802"/>
                  </a:lnTo>
                  <a:lnTo>
                    <a:pt x="550246" y="1011160"/>
                  </a:lnTo>
                  <a:lnTo>
                    <a:pt x="550118" y="1012989"/>
                  </a:lnTo>
                  <a:lnTo>
                    <a:pt x="550064" y="1014102"/>
                  </a:lnTo>
                  <a:lnTo>
                    <a:pt x="550141" y="1015731"/>
                  </a:lnTo>
                  <a:lnTo>
                    <a:pt x="550337" y="1017189"/>
                  </a:lnTo>
                  <a:lnTo>
                    <a:pt x="550526" y="1017665"/>
                  </a:lnTo>
                  <a:lnTo>
                    <a:pt x="550525" y="1018430"/>
                  </a:lnTo>
                  <a:lnTo>
                    <a:pt x="550196" y="1018707"/>
                  </a:lnTo>
                  <a:lnTo>
                    <a:pt x="549758" y="1019400"/>
                  </a:lnTo>
                  <a:lnTo>
                    <a:pt x="549654" y="1019737"/>
                  </a:lnTo>
                  <a:lnTo>
                    <a:pt x="549586" y="1020020"/>
                  </a:lnTo>
                  <a:lnTo>
                    <a:pt x="549738" y="1021283"/>
                  </a:lnTo>
                  <a:lnTo>
                    <a:pt x="549859" y="1021547"/>
                  </a:lnTo>
                  <a:lnTo>
                    <a:pt x="550011" y="1021975"/>
                  </a:lnTo>
                  <a:lnTo>
                    <a:pt x="550117" y="1022423"/>
                  </a:lnTo>
                  <a:lnTo>
                    <a:pt x="550103" y="1022853"/>
                  </a:lnTo>
                  <a:lnTo>
                    <a:pt x="549570" y="1023671"/>
                  </a:lnTo>
                  <a:lnTo>
                    <a:pt x="549078" y="1023970"/>
                  </a:lnTo>
                  <a:lnTo>
                    <a:pt x="548814" y="1024125"/>
                  </a:lnTo>
                  <a:lnTo>
                    <a:pt x="548315" y="1023847"/>
                  </a:lnTo>
                  <a:lnTo>
                    <a:pt x="548005" y="1023649"/>
                  </a:lnTo>
                  <a:lnTo>
                    <a:pt x="547208" y="1023696"/>
                  </a:lnTo>
                  <a:lnTo>
                    <a:pt x="547028" y="1023717"/>
                  </a:lnTo>
                  <a:lnTo>
                    <a:pt x="546765" y="1023751"/>
                  </a:lnTo>
                  <a:lnTo>
                    <a:pt x="546519" y="1023783"/>
                  </a:lnTo>
                  <a:lnTo>
                    <a:pt x="546123" y="1024213"/>
                  </a:lnTo>
                  <a:lnTo>
                    <a:pt x="545774" y="1024599"/>
                  </a:lnTo>
                  <a:lnTo>
                    <a:pt x="544845" y="1024840"/>
                  </a:lnTo>
                  <a:lnTo>
                    <a:pt x="543920" y="1024965"/>
                  </a:lnTo>
                  <a:lnTo>
                    <a:pt x="542669" y="1025435"/>
                  </a:lnTo>
                  <a:lnTo>
                    <a:pt x="541244" y="1025226"/>
                  </a:lnTo>
                  <a:lnTo>
                    <a:pt x="541043" y="1025110"/>
                  </a:lnTo>
                  <a:lnTo>
                    <a:pt x="540786" y="1024961"/>
                  </a:lnTo>
                  <a:lnTo>
                    <a:pt x="540324" y="1024691"/>
                  </a:lnTo>
                  <a:lnTo>
                    <a:pt x="539608" y="1024268"/>
                  </a:lnTo>
                  <a:lnTo>
                    <a:pt x="539472" y="1024181"/>
                  </a:lnTo>
                  <a:lnTo>
                    <a:pt x="539132" y="1023953"/>
                  </a:lnTo>
                  <a:lnTo>
                    <a:pt x="538954" y="1023833"/>
                  </a:lnTo>
                  <a:lnTo>
                    <a:pt x="538790" y="1023723"/>
                  </a:lnTo>
                  <a:lnTo>
                    <a:pt x="538341" y="1023573"/>
                  </a:lnTo>
                  <a:lnTo>
                    <a:pt x="538146" y="1023511"/>
                  </a:lnTo>
                  <a:lnTo>
                    <a:pt x="537832" y="1023409"/>
                  </a:lnTo>
                  <a:lnTo>
                    <a:pt x="535626" y="1024115"/>
                  </a:lnTo>
                  <a:lnTo>
                    <a:pt x="535021" y="1024387"/>
                  </a:lnTo>
                  <a:lnTo>
                    <a:pt x="534383" y="1024780"/>
                  </a:lnTo>
                  <a:lnTo>
                    <a:pt x="533596" y="1025255"/>
                  </a:lnTo>
                  <a:lnTo>
                    <a:pt x="533448" y="1025331"/>
                  </a:lnTo>
                  <a:lnTo>
                    <a:pt x="532860" y="1025605"/>
                  </a:lnTo>
                  <a:lnTo>
                    <a:pt x="532297" y="1025728"/>
                  </a:lnTo>
                  <a:lnTo>
                    <a:pt x="531958" y="1025799"/>
                  </a:lnTo>
                  <a:lnTo>
                    <a:pt x="531651" y="1025861"/>
                  </a:lnTo>
                  <a:lnTo>
                    <a:pt x="530009" y="1026042"/>
                  </a:lnTo>
                  <a:lnTo>
                    <a:pt x="528188" y="1026572"/>
                  </a:lnTo>
                  <a:lnTo>
                    <a:pt x="527381" y="1026393"/>
                  </a:lnTo>
                  <a:lnTo>
                    <a:pt x="526858" y="1026259"/>
                  </a:lnTo>
                  <a:lnTo>
                    <a:pt x="526604" y="1025800"/>
                  </a:lnTo>
                  <a:lnTo>
                    <a:pt x="526555" y="1025645"/>
                  </a:lnTo>
                  <a:lnTo>
                    <a:pt x="526421" y="1025232"/>
                  </a:lnTo>
                  <a:lnTo>
                    <a:pt x="525978" y="1025001"/>
                  </a:lnTo>
                  <a:lnTo>
                    <a:pt x="525293" y="1024842"/>
                  </a:lnTo>
                  <a:lnTo>
                    <a:pt x="523858" y="1024793"/>
                  </a:lnTo>
                  <a:lnTo>
                    <a:pt x="522543" y="1025169"/>
                  </a:lnTo>
                  <a:lnTo>
                    <a:pt x="522100" y="1025413"/>
                  </a:lnTo>
                  <a:lnTo>
                    <a:pt x="522082" y="1025894"/>
                  </a:lnTo>
                  <a:lnTo>
                    <a:pt x="521309" y="1026525"/>
                  </a:lnTo>
                  <a:lnTo>
                    <a:pt x="519979" y="1027045"/>
                  </a:lnTo>
                  <a:lnTo>
                    <a:pt x="519569" y="1027166"/>
                  </a:lnTo>
                  <a:lnTo>
                    <a:pt x="518882" y="1027162"/>
                  </a:lnTo>
                  <a:lnTo>
                    <a:pt x="518381" y="1026824"/>
                  </a:lnTo>
                  <a:lnTo>
                    <a:pt x="518384" y="1026642"/>
                  </a:lnTo>
                  <a:lnTo>
                    <a:pt x="517756" y="1026192"/>
                  </a:lnTo>
                  <a:lnTo>
                    <a:pt x="516721" y="1026064"/>
                  </a:lnTo>
                  <a:lnTo>
                    <a:pt x="516192" y="1026063"/>
                  </a:lnTo>
                  <a:lnTo>
                    <a:pt x="515371" y="1025513"/>
                  </a:lnTo>
                  <a:lnTo>
                    <a:pt x="513857" y="1025637"/>
                  </a:lnTo>
                  <a:lnTo>
                    <a:pt x="513634" y="1025573"/>
                  </a:lnTo>
                  <a:lnTo>
                    <a:pt x="513279" y="1024971"/>
                  </a:lnTo>
                  <a:lnTo>
                    <a:pt x="513286" y="1024413"/>
                  </a:lnTo>
                  <a:lnTo>
                    <a:pt x="513437" y="1024171"/>
                  </a:lnTo>
                  <a:lnTo>
                    <a:pt x="513634" y="1023833"/>
                  </a:lnTo>
                  <a:lnTo>
                    <a:pt x="513725" y="1023072"/>
                  </a:lnTo>
                  <a:lnTo>
                    <a:pt x="513272" y="1021656"/>
                  </a:lnTo>
                  <a:lnTo>
                    <a:pt x="513091" y="1021391"/>
                  </a:lnTo>
                  <a:lnTo>
                    <a:pt x="512917" y="1021142"/>
                  </a:lnTo>
                  <a:lnTo>
                    <a:pt x="512698" y="1021084"/>
                  </a:lnTo>
                  <a:lnTo>
                    <a:pt x="512201" y="1021045"/>
                  </a:lnTo>
                  <a:lnTo>
                    <a:pt x="512257" y="1020458"/>
                  </a:lnTo>
                  <a:lnTo>
                    <a:pt x="511577" y="1019428"/>
                  </a:lnTo>
                  <a:lnTo>
                    <a:pt x="511714" y="1018260"/>
                  </a:lnTo>
                  <a:lnTo>
                    <a:pt x="509553" y="1017834"/>
                  </a:lnTo>
                  <a:lnTo>
                    <a:pt x="508920" y="1017350"/>
                  </a:lnTo>
                  <a:lnTo>
                    <a:pt x="508633" y="1017204"/>
                  </a:lnTo>
                  <a:lnTo>
                    <a:pt x="507850" y="1016908"/>
                  </a:lnTo>
                  <a:lnTo>
                    <a:pt x="507580" y="1016831"/>
                  </a:lnTo>
                  <a:lnTo>
                    <a:pt x="507389" y="1016834"/>
                  </a:lnTo>
                  <a:lnTo>
                    <a:pt x="507123" y="1017120"/>
                  </a:lnTo>
                  <a:lnTo>
                    <a:pt x="505465" y="1016391"/>
                  </a:lnTo>
                  <a:lnTo>
                    <a:pt x="505111" y="1016007"/>
                  </a:lnTo>
                  <a:lnTo>
                    <a:pt x="504976" y="1015962"/>
                  </a:lnTo>
                  <a:lnTo>
                    <a:pt x="504733" y="1015892"/>
                  </a:lnTo>
                  <a:lnTo>
                    <a:pt x="504337" y="1015827"/>
                  </a:lnTo>
                  <a:lnTo>
                    <a:pt x="504105" y="1015841"/>
                  </a:lnTo>
                  <a:lnTo>
                    <a:pt x="503854" y="1016024"/>
                  </a:lnTo>
                  <a:lnTo>
                    <a:pt x="503052" y="1015752"/>
                  </a:lnTo>
                  <a:lnTo>
                    <a:pt x="502512" y="1015719"/>
                  </a:lnTo>
                  <a:lnTo>
                    <a:pt x="501842" y="1015441"/>
                  </a:lnTo>
                  <a:lnTo>
                    <a:pt x="500959" y="1015292"/>
                  </a:lnTo>
                  <a:lnTo>
                    <a:pt x="500352" y="1015159"/>
                  </a:lnTo>
                  <a:lnTo>
                    <a:pt x="499812" y="1014871"/>
                  </a:lnTo>
                  <a:lnTo>
                    <a:pt x="498808" y="1013833"/>
                  </a:lnTo>
                  <a:lnTo>
                    <a:pt x="497947" y="1013536"/>
                  </a:lnTo>
                  <a:lnTo>
                    <a:pt x="497830" y="1013330"/>
                  </a:lnTo>
                  <a:lnTo>
                    <a:pt x="498129" y="1012972"/>
                  </a:lnTo>
                  <a:lnTo>
                    <a:pt x="497979" y="1012820"/>
                  </a:lnTo>
                  <a:lnTo>
                    <a:pt x="497566" y="1012825"/>
                  </a:lnTo>
                  <a:lnTo>
                    <a:pt x="497199" y="1013490"/>
                  </a:lnTo>
                  <a:lnTo>
                    <a:pt x="495871" y="1014087"/>
                  </a:lnTo>
                  <a:lnTo>
                    <a:pt x="495313" y="1013662"/>
                  </a:lnTo>
                  <a:lnTo>
                    <a:pt x="492237" y="1012689"/>
                  </a:lnTo>
                  <a:lnTo>
                    <a:pt x="491703" y="1012536"/>
                  </a:lnTo>
                  <a:lnTo>
                    <a:pt x="491360" y="1012237"/>
                  </a:lnTo>
                  <a:lnTo>
                    <a:pt x="489120" y="1010472"/>
                  </a:lnTo>
                  <a:lnTo>
                    <a:pt x="488592" y="1009797"/>
                  </a:lnTo>
                  <a:lnTo>
                    <a:pt x="487679" y="1009796"/>
                  </a:lnTo>
                  <a:lnTo>
                    <a:pt x="486884" y="1009947"/>
                  </a:lnTo>
                  <a:lnTo>
                    <a:pt x="486502" y="1010428"/>
                  </a:lnTo>
                  <a:lnTo>
                    <a:pt x="485085" y="1010037"/>
                  </a:lnTo>
                  <a:lnTo>
                    <a:pt x="484659" y="1009585"/>
                  </a:lnTo>
                  <a:lnTo>
                    <a:pt x="484965" y="1008858"/>
                  </a:lnTo>
                  <a:lnTo>
                    <a:pt x="485980" y="1006987"/>
                  </a:lnTo>
                  <a:lnTo>
                    <a:pt x="485773" y="1006877"/>
                  </a:lnTo>
                  <a:lnTo>
                    <a:pt x="485458" y="1006678"/>
                  </a:lnTo>
                  <a:lnTo>
                    <a:pt x="484762" y="1006138"/>
                  </a:lnTo>
                  <a:lnTo>
                    <a:pt x="484361" y="1005823"/>
                  </a:lnTo>
                  <a:lnTo>
                    <a:pt x="483662" y="1005366"/>
                  </a:lnTo>
                  <a:lnTo>
                    <a:pt x="483351" y="1005179"/>
                  </a:lnTo>
                  <a:lnTo>
                    <a:pt x="483128" y="1004955"/>
                  </a:lnTo>
                  <a:lnTo>
                    <a:pt x="482891" y="1004657"/>
                  </a:lnTo>
                  <a:lnTo>
                    <a:pt x="482522" y="1004337"/>
                  </a:lnTo>
                  <a:lnTo>
                    <a:pt x="482163" y="1004072"/>
                  </a:lnTo>
                  <a:lnTo>
                    <a:pt x="482014" y="1003886"/>
                  </a:lnTo>
                  <a:lnTo>
                    <a:pt x="481820" y="1003536"/>
                  </a:lnTo>
                  <a:lnTo>
                    <a:pt x="481756" y="1003385"/>
                  </a:lnTo>
                  <a:lnTo>
                    <a:pt x="481595" y="1002810"/>
                  </a:lnTo>
                  <a:lnTo>
                    <a:pt x="481440" y="1002474"/>
                  </a:lnTo>
                  <a:lnTo>
                    <a:pt x="481257" y="1002263"/>
                  </a:lnTo>
                  <a:lnTo>
                    <a:pt x="480942" y="1002033"/>
                  </a:lnTo>
                  <a:lnTo>
                    <a:pt x="480734" y="1001954"/>
                  </a:lnTo>
                  <a:lnTo>
                    <a:pt x="479530" y="1001629"/>
                  </a:lnTo>
                  <a:lnTo>
                    <a:pt x="478966" y="1001630"/>
                  </a:lnTo>
                  <a:lnTo>
                    <a:pt x="478832" y="1001617"/>
                  </a:lnTo>
                  <a:lnTo>
                    <a:pt x="478383" y="1001466"/>
                  </a:lnTo>
                  <a:lnTo>
                    <a:pt x="478045" y="1001212"/>
                  </a:lnTo>
                  <a:lnTo>
                    <a:pt x="477839" y="1001155"/>
                  </a:lnTo>
                  <a:lnTo>
                    <a:pt x="477574" y="1001164"/>
                  </a:lnTo>
                  <a:lnTo>
                    <a:pt x="477385" y="1001118"/>
                  </a:lnTo>
                  <a:lnTo>
                    <a:pt x="476706" y="1000808"/>
                  </a:lnTo>
                  <a:lnTo>
                    <a:pt x="476598" y="1000643"/>
                  </a:lnTo>
                  <a:lnTo>
                    <a:pt x="476225" y="1000322"/>
                  </a:lnTo>
                  <a:lnTo>
                    <a:pt x="475811" y="1000142"/>
                  </a:lnTo>
                  <a:lnTo>
                    <a:pt x="475359" y="999855"/>
                  </a:lnTo>
                  <a:lnTo>
                    <a:pt x="475211" y="999742"/>
                  </a:lnTo>
                  <a:lnTo>
                    <a:pt x="474953" y="999459"/>
                  </a:lnTo>
                  <a:lnTo>
                    <a:pt x="474747" y="999133"/>
                  </a:lnTo>
                  <a:lnTo>
                    <a:pt x="474426" y="998736"/>
                  </a:lnTo>
                  <a:lnTo>
                    <a:pt x="474186" y="998495"/>
                  </a:lnTo>
                  <a:lnTo>
                    <a:pt x="473435" y="998235"/>
                  </a:lnTo>
                  <a:lnTo>
                    <a:pt x="473239" y="998182"/>
                  </a:lnTo>
                  <a:lnTo>
                    <a:pt x="473005" y="998173"/>
                  </a:lnTo>
                  <a:lnTo>
                    <a:pt x="472788" y="998276"/>
                  </a:lnTo>
                  <a:lnTo>
                    <a:pt x="472273" y="998523"/>
                  </a:lnTo>
                  <a:lnTo>
                    <a:pt x="472130" y="998442"/>
                  </a:lnTo>
                  <a:lnTo>
                    <a:pt x="471781" y="998234"/>
                  </a:lnTo>
                  <a:lnTo>
                    <a:pt x="471460" y="998389"/>
                  </a:lnTo>
                  <a:lnTo>
                    <a:pt x="471414" y="998635"/>
                  </a:lnTo>
                  <a:lnTo>
                    <a:pt x="471060" y="999177"/>
                  </a:lnTo>
                  <a:lnTo>
                    <a:pt x="467090" y="1000040"/>
                  </a:lnTo>
                  <a:lnTo>
                    <a:pt x="466865" y="1000395"/>
                  </a:lnTo>
                  <a:lnTo>
                    <a:pt x="466742" y="1000629"/>
                  </a:lnTo>
                  <a:lnTo>
                    <a:pt x="465270" y="1000320"/>
                  </a:lnTo>
                  <a:lnTo>
                    <a:pt x="463304" y="999931"/>
                  </a:lnTo>
                  <a:lnTo>
                    <a:pt x="462750" y="999810"/>
                  </a:lnTo>
                  <a:lnTo>
                    <a:pt x="461079" y="999381"/>
                  </a:lnTo>
                  <a:lnTo>
                    <a:pt x="460786" y="999208"/>
                  </a:lnTo>
                  <a:lnTo>
                    <a:pt x="460284" y="998974"/>
                  </a:lnTo>
                  <a:lnTo>
                    <a:pt x="460153" y="998982"/>
                  </a:lnTo>
                  <a:lnTo>
                    <a:pt x="459749" y="998956"/>
                  </a:lnTo>
                  <a:lnTo>
                    <a:pt x="459266" y="998835"/>
                  </a:lnTo>
                  <a:lnTo>
                    <a:pt x="458856" y="998657"/>
                  </a:lnTo>
                  <a:lnTo>
                    <a:pt x="458187" y="998445"/>
                  </a:lnTo>
                  <a:lnTo>
                    <a:pt x="457828" y="998379"/>
                  </a:lnTo>
                  <a:lnTo>
                    <a:pt x="457545" y="998315"/>
                  </a:lnTo>
                  <a:lnTo>
                    <a:pt x="457110" y="998202"/>
                  </a:lnTo>
                  <a:lnTo>
                    <a:pt x="456894" y="998081"/>
                  </a:lnTo>
                  <a:lnTo>
                    <a:pt x="456756" y="998028"/>
                  </a:lnTo>
                  <a:lnTo>
                    <a:pt x="456569" y="997976"/>
                  </a:lnTo>
                  <a:lnTo>
                    <a:pt x="456220" y="997896"/>
                  </a:lnTo>
                  <a:lnTo>
                    <a:pt x="454888" y="997653"/>
                  </a:lnTo>
                  <a:lnTo>
                    <a:pt x="454662" y="997594"/>
                  </a:lnTo>
                  <a:lnTo>
                    <a:pt x="454408" y="997502"/>
                  </a:lnTo>
                  <a:lnTo>
                    <a:pt x="453832" y="997232"/>
                  </a:lnTo>
                  <a:lnTo>
                    <a:pt x="453356" y="996944"/>
                  </a:lnTo>
                  <a:lnTo>
                    <a:pt x="453196" y="996721"/>
                  </a:lnTo>
                  <a:lnTo>
                    <a:pt x="452958" y="996358"/>
                  </a:lnTo>
                  <a:lnTo>
                    <a:pt x="452273" y="995850"/>
                  </a:lnTo>
                  <a:lnTo>
                    <a:pt x="451533" y="995608"/>
                  </a:lnTo>
                  <a:lnTo>
                    <a:pt x="450968" y="995319"/>
                  </a:lnTo>
                  <a:lnTo>
                    <a:pt x="450324" y="995132"/>
                  </a:lnTo>
                  <a:lnTo>
                    <a:pt x="449425" y="994756"/>
                  </a:lnTo>
                  <a:lnTo>
                    <a:pt x="449175" y="994638"/>
                  </a:lnTo>
                  <a:lnTo>
                    <a:pt x="449009" y="994580"/>
                  </a:lnTo>
                  <a:lnTo>
                    <a:pt x="448830" y="994527"/>
                  </a:lnTo>
                  <a:lnTo>
                    <a:pt x="448238" y="994437"/>
                  </a:lnTo>
                  <a:lnTo>
                    <a:pt x="447415" y="994280"/>
                  </a:lnTo>
                  <a:lnTo>
                    <a:pt x="447140" y="994160"/>
                  </a:lnTo>
                  <a:lnTo>
                    <a:pt x="446894" y="994029"/>
                  </a:lnTo>
                  <a:lnTo>
                    <a:pt x="445783" y="993380"/>
                  </a:lnTo>
                  <a:lnTo>
                    <a:pt x="445115" y="993103"/>
                  </a:lnTo>
                  <a:lnTo>
                    <a:pt x="444359" y="992810"/>
                  </a:lnTo>
                  <a:lnTo>
                    <a:pt x="444106" y="992677"/>
                  </a:lnTo>
                  <a:lnTo>
                    <a:pt x="443878" y="992533"/>
                  </a:lnTo>
                  <a:lnTo>
                    <a:pt x="443660" y="992344"/>
                  </a:lnTo>
                  <a:lnTo>
                    <a:pt x="443049" y="991528"/>
                  </a:lnTo>
                  <a:lnTo>
                    <a:pt x="442694" y="991132"/>
                  </a:lnTo>
                  <a:lnTo>
                    <a:pt x="442471" y="990920"/>
                  </a:lnTo>
                  <a:lnTo>
                    <a:pt x="442277" y="990800"/>
                  </a:lnTo>
                  <a:lnTo>
                    <a:pt x="441692" y="990615"/>
                  </a:lnTo>
                  <a:lnTo>
                    <a:pt x="441009" y="990412"/>
                  </a:lnTo>
                  <a:lnTo>
                    <a:pt x="440918" y="990155"/>
                  </a:lnTo>
                  <a:lnTo>
                    <a:pt x="440861" y="989932"/>
                  </a:lnTo>
                  <a:lnTo>
                    <a:pt x="440755" y="989597"/>
                  </a:lnTo>
                  <a:lnTo>
                    <a:pt x="446300" y="985800"/>
                  </a:lnTo>
                  <a:lnTo>
                    <a:pt x="448619" y="981367"/>
                  </a:lnTo>
                  <a:lnTo>
                    <a:pt x="448744" y="979891"/>
                  </a:lnTo>
                  <a:lnTo>
                    <a:pt x="448890" y="978544"/>
                  </a:lnTo>
                  <a:lnTo>
                    <a:pt x="449285" y="974491"/>
                  </a:lnTo>
                  <a:lnTo>
                    <a:pt x="450398" y="970931"/>
                  </a:lnTo>
                  <a:lnTo>
                    <a:pt x="451211" y="968399"/>
                  </a:lnTo>
                  <a:lnTo>
                    <a:pt x="453690" y="966504"/>
                  </a:lnTo>
                  <a:lnTo>
                    <a:pt x="455645" y="963584"/>
                  </a:lnTo>
                  <a:lnTo>
                    <a:pt x="457028" y="961696"/>
                  </a:lnTo>
                  <a:lnTo>
                    <a:pt x="463232" y="956021"/>
                  </a:lnTo>
                  <a:lnTo>
                    <a:pt x="463880" y="951675"/>
                  </a:lnTo>
                  <a:lnTo>
                    <a:pt x="463672" y="950472"/>
                  </a:lnTo>
                  <a:lnTo>
                    <a:pt x="463545" y="950147"/>
                  </a:lnTo>
                  <a:lnTo>
                    <a:pt x="463331" y="950137"/>
                  </a:lnTo>
                  <a:lnTo>
                    <a:pt x="462607" y="949607"/>
                  </a:lnTo>
                  <a:lnTo>
                    <a:pt x="462522" y="949331"/>
                  </a:lnTo>
                  <a:lnTo>
                    <a:pt x="461937" y="948926"/>
                  </a:lnTo>
                  <a:lnTo>
                    <a:pt x="461779" y="948919"/>
                  </a:lnTo>
                  <a:lnTo>
                    <a:pt x="461498" y="948804"/>
                  </a:lnTo>
                  <a:lnTo>
                    <a:pt x="461220" y="948759"/>
                  </a:lnTo>
                  <a:lnTo>
                    <a:pt x="460836" y="948753"/>
                  </a:lnTo>
                  <a:lnTo>
                    <a:pt x="460380" y="948431"/>
                  </a:lnTo>
                  <a:lnTo>
                    <a:pt x="459618" y="948261"/>
                  </a:lnTo>
                  <a:lnTo>
                    <a:pt x="459375" y="948267"/>
                  </a:lnTo>
                  <a:lnTo>
                    <a:pt x="458804" y="947627"/>
                  </a:lnTo>
                  <a:lnTo>
                    <a:pt x="458781" y="947491"/>
                  </a:lnTo>
                  <a:lnTo>
                    <a:pt x="458527" y="947160"/>
                  </a:lnTo>
                  <a:lnTo>
                    <a:pt x="458389" y="946929"/>
                  </a:lnTo>
                  <a:lnTo>
                    <a:pt x="458170" y="946630"/>
                  </a:lnTo>
                  <a:lnTo>
                    <a:pt x="458063" y="946411"/>
                  </a:lnTo>
                  <a:lnTo>
                    <a:pt x="458008" y="946221"/>
                  </a:lnTo>
                  <a:lnTo>
                    <a:pt x="458025" y="945932"/>
                  </a:lnTo>
                  <a:lnTo>
                    <a:pt x="457984" y="945745"/>
                  </a:lnTo>
                  <a:lnTo>
                    <a:pt x="457907" y="945561"/>
                  </a:lnTo>
                  <a:lnTo>
                    <a:pt x="457883" y="945334"/>
                  </a:lnTo>
                  <a:lnTo>
                    <a:pt x="457868" y="945202"/>
                  </a:lnTo>
                  <a:lnTo>
                    <a:pt x="457240" y="943644"/>
                  </a:lnTo>
                  <a:lnTo>
                    <a:pt x="457093" y="943266"/>
                  </a:lnTo>
                  <a:lnTo>
                    <a:pt x="457034" y="942946"/>
                  </a:lnTo>
                  <a:lnTo>
                    <a:pt x="456926" y="942674"/>
                  </a:lnTo>
                  <a:lnTo>
                    <a:pt x="456845" y="942426"/>
                  </a:lnTo>
                  <a:lnTo>
                    <a:pt x="456823" y="942240"/>
                  </a:lnTo>
                  <a:lnTo>
                    <a:pt x="456781" y="941987"/>
                  </a:lnTo>
                  <a:lnTo>
                    <a:pt x="456698" y="941719"/>
                  </a:lnTo>
                  <a:lnTo>
                    <a:pt x="456426" y="941397"/>
                  </a:lnTo>
                  <a:lnTo>
                    <a:pt x="455843" y="940769"/>
                  </a:lnTo>
                  <a:lnTo>
                    <a:pt x="455300" y="940061"/>
                  </a:lnTo>
                  <a:lnTo>
                    <a:pt x="455304" y="939909"/>
                  </a:lnTo>
                  <a:lnTo>
                    <a:pt x="455347" y="939687"/>
                  </a:lnTo>
                  <a:lnTo>
                    <a:pt x="455399" y="939542"/>
                  </a:lnTo>
                  <a:lnTo>
                    <a:pt x="455519" y="939235"/>
                  </a:lnTo>
                  <a:lnTo>
                    <a:pt x="455872" y="938709"/>
                  </a:lnTo>
                  <a:lnTo>
                    <a:pt x="456039" y="938168"/>
                  </a:lnTo>
                  <a:lnTo>
                    <a:pt x="455987" y="937873"/>
                  </a:lnTo>
                  <a:lnTo>
                    <a:pt x="455828" y="937357"/>
                  </a:lnTo>
                  <a:lnTo>
                    <a:pt x="455813" y="937136"/>
                  </a:lnTo>
                  <a:lnTo>
                    <a:pt x="455857" y="936768"/>
                  </a:lnTo>
                  <a:lnTo>
                    <a:pt x="455962" y="935834"/>
                  </a:lnTo>
                  <a:lnTo>
                    <a:pt x="455765" y="935625"/>
                  </a:lnTo>
                  <a:lnTo>
                    <a:pt x="455676" y="935471"/>
                  </a:lnTo>
                  <a:lnTo>
                    <a:pt x="455463" y="935101"/>
                  </a:lnTo>
                  <a:lnTo>
                    <a:pt x="455474" y="934803"/>
                  </a:lnTo>
                  <a:lnTo>
                    <a:pt x="455580" y="934658"/>
                  </a:lnTo>
                  <a:lnTo>
                    <a:pt x="455664" y="934508"/>
                  </a:lnTo>
                  <a:lnTo>
                    <a:pt x="455688" y="934347"/>
                  </a:lnTo>
                  <a:lnTo>
                    <a:pt x="455386" y="933694"/>
                  </a:lnTo>
                  <a:lnTo>
                    <a:pt x="455182" y="933417"/>
                  </a:lnTo>
                  <a:lnTo>
                    <a:pt x="454882" y="933174"/>
                  </a:lnTo>
                  <a:lnTo>
                    <a:pt x="454529" y="933064"/>
                  </a:lnTo>
                  <a:lnTo>
                    <a:pt x="454242" y="933045"/>
                  </a:lnTo>
                  <a:lnTo>
                    <a:pt x="453921" y="933053"/>
                  </a:lnTo>
                  <a:lnTo>
                    <a:pt x="453485" y="932769"/>
                  </a:lnTo>
                  <a:lnTo>
                    <a:pt x="453449" y="932332"/>
                  </a:lnTo>
                  <a:lnTo>
                    <a:pt x="453384" y="932182"/>
                  </a:lnTo>
                  <a:lnTo>
                    <a:pt x="452701" y="932441"/>
                  </a:lnTo>
                  <a:lnTo>
                    <a:pt x="452544" y="932695"/>
                  </a:lnTo>
                  <a:lnTo>
                    <a:pt x="451312" y="933149"/>
                  </a:lnTo>
                  <a:lnTo>
                    <a:pt x="450593" y="933484"/>
                  </a:lnTo>
                  <a:lnTo>
                    <a:pt x="450448" y="933679"/>
                  </a:lnTo>
                  <a:lnTo>
                    <a:pt x="450167" y="933917"/>
                  </a:lnTo>
                  <a:lnTo>
                    <a:pt x="449766" y="934012"/>
                  </a:lnTo>
                  <a:lnTo>
                    <a:pt x="449472" y="933987"/>
                  </a:lnTo>
                  <a:lnTo>
                    <a:pt x="448417" y="933865"/>
                  </a:lnTo>
                  <a:lnTo>
                    <a:pt x="448188" y="933781"/>
                  </a:lnTo>
                  <a:lnTo>
                    <a:pt x="447915" y="933532"/>
                  </a:lnTo>
                  <a:lnTo>
                    <a:pt x="447716" y="933367"/>
                  </a:lnTo>
                  <a:lnTo>
                    <a:pt x="447424" y="933317"/>
                  </a:lnTo>
                  <a:lnTo>
                    <a:pt x="446399" y="932890"/>
                  </a:lnTo>
                  <a:lnTo>
                    <a:pt x="445156" y="934496"/>
                  </a:lnTo>
                  <a:lnTo>
                    <a:pt x="444350" y="935278"/>
                  </a:lnTo>
                  <a:lnTo>
                    <a:pt x="442960" y="936899"/>
                  </a:lnTo>
                  <a:lnTo>
                    <a:pt x="442101" y="938244"/>
                  </a:lnTo>
                  <a:lnTo>
                    <a:pt x="441923" y="938545"/>
                  </a:lnTo>
                  <a:lnTo>
                    <a:pt x="441304" y="938385"/>
                  </a:lnTo>
                  <a:lnTo>
                    <a:pt x="440784" y="938219"/>
                  </a:lnTo>
                  <a:lnTo>
                    <a:pt x="440553" y="938136"/>
                  </a:lnTo>
                  <a:lnTo>
                    <a:pt x="439689" y="937865"/>
                  </a:lnTo>
                  <a:lnTo>
                    <a:pt x="439417" y="937833"/>
                  </a:lnTo>
                  <a:lnTo>
                    <a:pt x="439147" y="937833"/>
                  </a:lnTo>
                  <a:lnTo>
                    <a:pt x="438849" y="937805"/>
                  </a:lnTo>
                  <a:lnTo>
                    <a:pt x="438573" y="937738"/>
                  </a:lnTo>
                  <a:lnTo>
                    <a:pt x="438356" y="937615"/>
                  </a:lnTo>
                  <a:lnTo>
                    <a:pt x="436773" y="937687"/>
                  </a:lnTo>
                  <a:lnTo>
                    <a:pt x="435559" y="937814"/>
                  </a:lnTo>
                  <a:lnTo>
                    <a:pt x="435034" y="937920"/>
                  </a:lnTo>
                  <a:lnTo>
                    <a:pt x="434251" y="937875"/>
                  </a:lnTo>
                  <a:lnTo>
                    <a:pt x="433192" y="938169"/>
                  </a:lnTo>
                  <a:lnTo>
                    <a:pt x="432949" y="938209"/>
                  </a:lnTo>
                  <a:lnTo>
                    <a:pt x="432527" y="938231"/>
                  </a:lnTo>
                  <a:lnTo>
                    <a:pt x="432060" y="938237"/>
                  </a:lnTo>
                  <a:lnTo>
                    <a:pt x="431741" y="938178"/>
                  </a:lnTo>
                  <a:lnTo>
                    <a:pt x="431436" y="938243"/>
                  </a:lnTo>
                  <a:lnTo>
                    <a:pt x="431187" y="938328"/>
                  </a:lnTo>
                  <a:lnTo>
                    <a:pt x="430947" y="938701"/>
                  </a:lnTo>
                  <a:lnTo>
                    <a:pt x="430908" y="938844"/>
                  </a:lnTo>
                  <a:lnTo>
                    <a:pt x="431026" y="939261"/>
                  </a:lnTo>
                  <a:lnTo>
                    <a:pt x="431088" y="939575"/>
                  </a:lnTo>
                  <a:lnTo>
                    <a:pt x="431142" y="939951"/>
                  </a:lnTo>
                  <a:lnTo>
                    <a:pt x="431180" y="940289"/>
                  </a:lnTo>
                  <a:lnTo>
                    <a:pt x="431427" y="940747"/>
                  </a:lnTo>
                  <a:lnTo>
                    <a:pt x="431522" y="940960"/>
                  </a:lnTo>
                  <a:lnTo>
                    <a:pt x="431575" y="941382"/>
                  </a:lnTo>
                  <a:lnTo>
                    <a:pt x="431454" y="941676"/>
                  </a:lnTo>
                  <a:lnTo>
                    <a:pt x="431323" y="941785"/>
                  </a:lnTo>
                  <a:lnTo>
                    <a:pt x="431080" y="941932"/>
                  </a:lnTo>
                  <a:lnTo>
                    <a:pt x="431111" y="942113"/>
                  </a:lnTo>
                  <a:lnTo>
                    <a:pt x="431310" y="942749"/>
                  </a:lnTo>
                  <a:lnTo>
                    <a:pt x="431446" y="942812"/>
                  </a:lnTo>
                  <a:lnTo>
                    <a:pt x="431596" y="942954"/>
                  </a:lnTo>
                  <a:lnTo>
                    <a:pt x="431705" y="943192"/>
                  </a:lnTo>
                  <a:lnTo>
                    <a:pt x="431751" y="944528"/>
                  </a:lnTo>
                  <a:lnTo>
                    <a:pt x="431483" y="945347"/>
                  </a:lnTo>
                  <a:lnTo>
                    <a:pt x="431335" y="945512"/>
                  </a:lnTo>
                  <a:lnTo>
                    <a:pt x="430761" y="945766"/>
                  </a:lnTo>
                  <a:lnTo>
                    <a:pt x="429801" y="945921"/>
                  </a:lnTo>
                  <a:lnTo>
                    <a:pt x="429152" y="945680"/>
                  </a:lnTo>
                  <a:lnTo>
                    <a:pt x="428695" y="945581"/>
                  </a:lnTo>
                  <a:lnTo>
                    <a:pt x="428515" y="945743"/>
                  </a:lnTo>
                  <a:lnTo>
                    <a:pt x="428109" y="945945"/>
                  </a:lnTo>
                  <a:lnTo>
                    <a:pt x="427454" y="945785"/>
                  </a:lnTo>
                  <a:lnTo>
                    <a:pt x="427247" y="945627"/>
                  </a:lnTo>
                  <a:lnTo>
                    <a:pt x="427125" y="945451"/>
                  </a:lnTo>
                  <a:lnTo>
                    <a:pt x="426901" y="945346"/>
                  </a:lnTo>
                  <a:lnTo>
                    <a:pt x="426461" y="945163"/>
                  </a:lnTo>
                  <a:lnTo>
                    <a:pt x="426045" y="944691"/>
                  </a:lnTo>
                  <a:lnTo>
                    <a:pt x="425860" y="944586"/>
                  </a:lnTo>
                  <a:lnTo>
                    <a:pt x="425647" y="944536"/>
                  </a:lnTo>
                  <a:lnTo>
                    <a:pt x="425462" y="944528"/>
                  </a:lnTo>
                  <a:lnTo>
                    <a:pt x="425276" y="944538"/>
                  </a:lnTo>
                  <a:lnTo>
                    <a:pt x="424952" y="944698"/>
                  </a:lnTo>
                  <a:lnTo>
                    <a:pt x="424743" y="944949"/>
                  </a:lnTo>
                  <a:lnTo>
                    <a:pt x="424252" y="945605"/>
                  </a:lnTo>
                  <a:lnTo>
                    <a:pt x="423933" y="946072"/>
                  </a:lnTo>
                  <a:lnTo>
                    <a:pt x="423848" y="946269"/>
                  </a:lnTo>
                  <a:lnTo>
                    <a:pt x="423571" y="946461"/>
                  </a:lnTo>
                  <a:lnTo>
                    <a:pt x="423412" y="946452"/>
                  </a:lnTo>
                  <a:lnTo>
                    <a:pt x="423183" y="946569"/>
                  </a:lnTo>
                  <a:lnTo>
                    <a:pt x="423173" y="946719"/>
                  </a:lnTo>
                  <a:lnTo>
                    <a:pt x="423288" y="946930"/>
                  </a:lnTo>
                  <a:lnTo>
                    <a:pt x="423185" y="947440"/>
                  </a:lnTo>
                  <a:lnTo>
                    <a:pt x="423066" y="947825"/>
                  </a:lnTo>
                  <a:lnTo>
                    <a:pt x="422665" y="948212"/>
                  </a:lnTo>
                  <a:lnTo>
                    <a:pt x="422468" y="948689"/>
                  </a:lnTo>
                  <a:lnTo>
                    <a:pt x="422415" y="949076"/>
                  </a:lnTo>
                  <a:lnTo>
                    <a:pt x="422076" y="949401"/>
                  </a:lnTo>
                  <a:lnTo>
                    <a:pt x="421886" y="949995"/>
                  </a:lnTo>
                  <a:lnTo>
                    <a:pt x="421803" y="950380"/>
                  </a:lnTo>
                  <a:lnTo>
                    <a:pt x="421878" y="950787"/>
                  </a:lnTo>
                  <a:lnTo>
                    <a:pt x="421835" y="950927"/>
                  </a:lnTo>
                  <a:lnTo>
                    <a:pt x="421738" y="951237"/>
                  </a:lnTo>
                  <a:lnTo>
                    <a:pt x="421451" y="951536"/>
                  </a:lnTo>
                  <a:lnTo>
                    <a:pt x="421587" y="951627"/>
                  </a:lnTo>
                  <a:lnTo>
                    <a:pt x="421892" y="951906"/>
                  </a:lnTo>
                  <a:lnTo>
                    <a:pt x="422097" y="952300"/>
                  </a:lnTo>
                  <a:lnTo>
                    <a:pt x="421974" y="952852"/>
                  </a:lnTo>
                  <a:lnTo>
                    <a:pt x="421576" y="953217"/>
                  </a:lnTo>
                  <a:lnTo>
                    <a:pt x="421178" y="953570"/>
                  </a:lnTo>
                  <a:lnTo>
                    <a:pt x="421052" y="953703"/>
                  </a:lnTo>
                  <a:lnTo>
                    <a:pt x="420935" y="953854"/>
                  </a:lnTo>
                  <a:lnTo>
                    <a:pt x="420802" y="954276"/>
                  </a:lnTo>
                  <a:lnTo>
                    <a:pt x="420808" y="954530"/>
                  </a:lnTo>
                  <a:lnTo>
                    <a:pt x="420618" y="954859"/>
                  </a:lnTo>
                  <a:lnTo>
                    <a:pt x="419990" y="955179"/>
                  </a:lnTo>
                  <a:lnTo>
                    <a:pt x="419738" y="955166"/>
                  </a:lnTo>
                  <a:lnTo>
                    <a:pt x="419441" y="955188"/>
                  </a:lnTo>
                  <a:lnTo>
                    <a:pt x="419278" y="955278"/>
                  </a:lnTo>
                  <a:lnTo>
                    <a:pt x="419042" y="955537"/>
                  </a:lnTo>
                  <a:lnTo>
                    <a:pt x="418766" y="955813"/>
                  </a:lnTo>
                  <a:lnTo>
                    <a:pt x="418485" y="956082"/>
                  </a:lnTo>
                  <a:lnTo>
                    <a:pt x="418233" y="956171"/>
                  </a:lnTo>
                  <a:lnTo>
                    <a:pt x="417986" y="956709"/>
                  </a:lnTo>
                  <a:lnTo>
                    <a:pt x="418024" y="957000"/>
                  </a:lnTo>
                  <a:lnTo>
                    <a:pt x="417692" y="957294"/>
                  </a:lnTo>
                  <a:lnTo>
                    <a:pt x="417554" y="957328"/>
                  </a:lnTo>
                  <a:lnTo>
                    <a:pt x="417337" y="957513"/>
                  </a:lnTo>
                  <a:lnTo>
                    <a:pt x="416430" y="958851"/>
                  </a:lnTo>
                  <a:lnTo>
                    <a:pt x="417422" y="959816"/>
                  </a:lnTo>
                  <a:lnTo>
                    <a:pt x="417561" y="959788"/>
                  </a:lnTo>
                  <a:lnTo>
                    <a:pt x="417865" y="959766"/>
                  </a:lnTo>
                  <a:lnTo>
                    <a:pt x="418058" y="959825"/>
                  </a:lnTo>
                  <a:lnTo>
                    <a:pt x="417978" y="960051"/>
                  </a:lnTo>
                  <a:lnTo>
                    <a:pt x="417865" y="960255"/>
                  </a:lnTo>
                  <a:lnTo>
                    <a:pt x="417444" y="960921"/>
                  </a:lnTo>
                  <a:lnTo>
                    <a:pt x="417018" y="961187"/>
                  </a:lnTo>
                  <a:lnTo>
                    <a:pt x="416660" y="961411"/>
                  </a:lnTo>
                  <a:lnTo>
                    <a:pt x="415320" y="962554"/>
                  </a:lnTo>
                  <a:lnTo>
                    <a:pt x="415178" y="962682"/>
                  </a:lnTo>
                  <a:lnTo>
                    <a:pt x="414821" y="963718"/>
                  </a:lnTo>
                  <a:lnTo>
                    <a:pt x="413643" y="964236"/>
                  </a:lnTo>
                  <a:lnTo>
                    <a:pt x="413207" y="964410"/>
                  </a:lnTo>
                  <a:lnTo>
                    <a:pt x="412989" y="964552"/>
                  </a:lnTo>
                  <a:lnTo>
                    <a:pt x="413013" y="964810"/>
                  </a:lnTo>
                  <a:lnTo>
                    <a:pt x="413081" y="965047"/>
                  </a:lnTo>
                  <a:lnTo>
                    <a:pt x="413316" y="965329"/>
                  </a:lnTo>
                  <a:lnTo>
                    <a:pt x="413269" y="965837"/>
                  </a:lnTo>
                  <a:lnTo>
                    <a:pt x="413194" y="966438"/>
                  </a:lnTo>
                  <a:lnTo>
                    <a:pt x="413529" y="966778"/>
                  </a:lnTo>
                  <a:lnTo>
                    <a:pt x="413565" y="967112"/>
                  </a:lnTo>
                  <a:lnTo>
                    <a:pt x="413447" y="967593"/>
                  </a:lnTo>
                  <a:lnTo>
                    <a:pt x="412824" y="968127"/>
                  </a:lnTo>
                  <a:lnTo>
                    <a:pt x="412454" y="968423"/>
                  </a:lnTo>
                  <a:lnTo>
                    <a:pt x="412502" y="968728"/>
                  </a:lnTo>
                  <a:lnTo>
                    <a:pt x="412662" y="968979"/>
                  </a:lnTo>
                  <a:lnTo>
                    <a:pt x="412883" y="969512"/>
                  </a:lnTo>
                  <a:lnTo>
                    <a:pt x="412789" y="969728"/>
                  </a:lnTo>
                  <a:lnTo>
                    <a:pt x="412328" y="970435"/>
                  </a:lnTo>
                  <a:lnTo>
                    <a:pt x="412069" y="970566"/>
                  </a:lnTo>
                  <a:lnTo>
                    <a:pt x="411798" y="970752"/>
                  </a:lnTo>
                  <a:lnTo>
                    <a:pt x="411933" y="971355"/>
                  </a:lnTo>
                  <a:lnTo>
                    <a:pt x="411565" y="971591"/>
                  </a:lnTo>
                  <a:lnTo>
                    <a:pt x="411218" y="971767"/>
                  </a:lnTo>
                  <a:lnTo>
                    <a:pt x="410900" y="972402"/>
                  </a:lnTo>
                  <a:lnTo>
                    <a:pt x="410901" y="972711"/>
                  </a:lnTo>
                  <a:lnTo>
                    <a:pt x="410934" y="973032"/>
                  </a:lnTo>
                  <a:lnTo>
                    <a:pt x="411002" y="973272"/>
                  </a:lnTo>
                  <a:lnTo>
                    <a:pt x="411086" y="973572"/>
                  </a:lnTo>
                  <a:lnTo>
                    <a:pt x="411502" y="974283"/>
                  </a:lnTo>
                  <a:lnTo>
                    <a:pt x="411593" y="974431"/>
                  </a:lnTo>
                  <a:lnTo>
                    <a:pt x="411963" y="975055"/>
                  </a:lnTo>
                  <a:lnTo>
                    <a:pt x="411785" y="975527"/>
                  </a:lnTo>
                  <a:lnTo>
                    <a:pt x="411445" y="975625"/>
                  </a:lnTo>
                  <a:lnTo>
                    <a:pt x="411051" y="975990"/>
                  </a:lnTo>
                  <a:lnTo>
                    <a:pt x="411040" y="976535"/>
                  </a:lnTo>
                  <a:lnTo>
                    <a:pt x="411129" y="976736"/>
                  </a:lnTo>
                  <a:lnTo>
                    <a:pt x="411261" y="977045"/>
                  </a:lnTo>
                  <a:lnTo>
                    <a:pt x="411367" y="977316"/>
                  </a:lnTo>
                  <a:lnTo>
                    <a:pt x="411400" y="977459"/>
                  </a:lnTo>
                  <a:lnTo>
                    <a:pt x="411464" y="977860"/>
                  </a:lnTo>
                  <a:lnTo>
                    <a:pt x="411270" y="978730"/>
                  </a:lnTo>
                  <a:lnTo>
                    <a:pt x="410873" y="979039"/>
                  </a:lnTo>
                  <a:lnTo>
                    <a:pt x="410731" y="979123"/>
                  </a:lnTo>
                  <a:lnTo>
                    <a:pt x="410550" y="979761"/>
                  </a:lnTo>
                  <a:lnTo>
                    <a:pt x="410270" y="980756"/>
                  </a:lnTo>
                  <a:lnTo>
                    <a:pt x="410104" y="981236"/>
                  </a:lnTo>
                  <a:lnTo>
                    <a:pt x="410077" y="981509"/>
                  </a:lnTo>
                  <a:lnTo>
                    <a:pt x="410382" y="981954"/>
                  </a:lnTo>
                  <a:lnTo>
                    <a:pt x="410577" y="982318"/>
                  </a:lnTo>
                  <a:lnTo>
                    <a:pt x="410722" y="983038"/>
                  </a:lnTo>
                  <a:lnTo>
                    <a:pt x="410308" y="983354"/>
                  </a:lnTo>
                  <a:lnTo>
                    <a:pt x="410074" y="983271"/>
                  </a:lnTo>
                  <a:lnTo>
                    <a:pt x="409680" y="983645"/>
                  </a:lnTo>
                  <a:lnTo>
                    <a:pt x="409735" y="983806"/>
                  </a:lnTo>
                  <a:lnTo>
                    <a:pt x="409744" y="984237"/>
                  </a:lnTo>
                  <a:lnTo>
                    <a:pt x="409677" y="984506"/>
                  </a:lnTo>
                  <a:lnTo>
                    <a:pt x="409751" y="984792"/>
                  </a:lnTo>
                  <a:lnTo>
                    <a:pt x="409842" y="985145"/>
                  </a:lnTo>
                  <a:lnTo>
                    <a:pt x="409949" y="985463"/>
                  </a:lnTo>
                  <a:lnTo>
                    <a:pt x="410074" y="985912"/>
                  </a:lnTo>
                  <a:lnTo>
                    <a:pt x="409743" y="986389"/>
                  </a:lnTo>
                  <a:lnTo>
                    <a:pt x="409431" y="987243"/>
                  </a:lnTo>
                  <a:lnTo>
                    <a:pt x="409413" y="987403"/>
                  </a:lnTo>
                  <a:lnTo>
                    <a:pt x="409674" y="988192"/>
                  </a:lnTo>
                  <a:lnTo>
                    <a:pt x="409851" y="988349"/>
                  </a:lnTo>
                  <a:lnTo>
                    <a:pt x="410177" y="988710"/>
                  </a:lnTo>
                  <a:lnTo>
                    <a:pt x="410245" y="988850"/>
                  </a:lnTo>
                  <a:lnTo>
                    <a:pt x="410291" y="989042"/>
                  </a:lnTo>
                  <a:lnTo>
                    <a:pt x="410439" y="989396"/>
                  </a:lnTo>
                  <a:lnTo>
                    <a:pt x="410892" y="989927"/>
                  </a:lnTo>
                  <a:lnTo>
                    <a:pt x="411020" y="989978"/>
                  </a:lnTo>
                  <a:lnTo>
                    <a:pt x="411544" y="990835"/>
                  </a:lnTo>
                  <a:lnTo>
                    <a:pt x="411540" y="990970"/>
                  </a:lnTo>
                  <a:lnTo>
                    <a:pt x="411402" y="991318"/>
                  </a:lnTo>
                  <a:lnTo>
                    <a:pt x="410863" y="992705"/>
                  </a:lnTo>
                  <a:lnTo>
                    <a:pt x="410623" y="993132"/>
                  </a:lnTo>
                  <a:lnTo>
                    <a:pt x="410472" y="993584"/>
                  </a:lnTo>
                  <a:lnTo>
                    <a:pt x="410375" y="993959"/>
                  </a:lnTo>
                  <a:lnTo>
                    <a:pt x="410303" y="994108"/>
                  </a:lnTo>
                  <a:lnTo>
                    <a:pt x="410177" y="994305"/>
                  </a:lnTo>
                  <a:lnTo>
                    <a:pt x="410006" y="994522"/>
                  </a:lnTo>
                  <a:lnTo>
                    <a:pt x="409545" y="994941"/>
                  </a:lnTo>
                  <a:lnTo>
                    <a:pt x="409324" y="994920"/>
                  </a:lnTo>
                  <a:lnTo>
                    <a:pt x="408615" y="995126"/>
                  </a:lnTo>
                  <a:lnTo>
                    <a:pt x="407486" y="995526"/>
                  </a:lnTo>
                  <a:lnTo>
                    <a:pt x="407345" y="996427"/>
                  </a:lnTo>
                  <a:lnTo>
                    <a:pt x="407172" y="997573"/>
                  </a:lnTo>
                  <a:lnTo>
                    <a:pt x="407076" y="998347"/>
                  </a:lnTo>
                  <a:lnTo>
                    <a:pt x="407051" y="998827"/>
                  </a:lnTo>
                  <a:lnTo>
                    <a:pt x="406747" y="1000263"/>
                  </a:lnTo>
                  <a:lnTo>
                    <a:pt x="406995" y="1000494"/>
                  </a:lnTo>
                  <a:lnTo>
                    <a:pt x="407086" y="1000663"/>
                  </a:lnTo>
                  <a:lnTo>
                    <a:pt x="407264" y="1001370"/>
                  </a:lnTo>
                  <a:lnTo>
                    <a:pt x="407568" y="1002305"/>
                  </a:lnTo>
                  <a:lnTo>
                    <a:pt x="407676" y="1002621"/>
                  </a:lnTo>
                  <a:lnTo>
                    <a:pt x="407855" y="1003054"/>
                  </a:lnTo>
                  <a:lnTo>
                    <a:pt x="408057" y="1003311"/>
                  </a:lnTo>
                  <a:lnTo>
                    <a:pt x="408361" y="1003607"/>
                  </a:lnTo>
                  <a:lnTo>
                    <a:pt x="408590" y="1003969"/>
                  </a:lnTo>
                  <a:lnTo>
                    <a:pt x="408733" y="1004287"/>
                  </a:lnTo>
                  <a:lnTo>
                    <a:pt x="408989" y="1004694"/>
                  </a:lnTo>
                  <a:lnTo>
                    <a:pt x="409157" y="1004878"/>
                  </a:lnTo>
                  <a:lnTo>
                    <a:pt x="409297" y="1004976"/>
                  </a:lnTo>
                  <a:lnTo>
                    <a:pt x="409920" y="1005696"/>
                  </a:lnTo>
                  <a:lnTo>
                    <a:pt x="410435" y="1006397"/>
                  </a:lnTo>
                  <a:lnTo>
                    <a:pt x="410520" y="1006556"/>
                  </a:lnTo>
                  <a:lnTo>
                    <a:pt x="410419" y="1006784"/>
                  </a:lnTo>
                  <a:lnTo>
                    <a:pt x="410290" y="1007010"/>
                  </a:lnTo>
                  <a:lnTo>
                    <a:pt x="410008" y="1007356"/>
                  </a:lnTo>
                  <a:lnTo>
                    <a:pt x="409037" y="1008658"/>
                  </a:lnTo>
                  <a:lnTo>
                    <a:pt x="408867" y="1008792"/>
                  </a:lnTo>
                  <a:lnTo>
                    <a:pt x="408595" y="1008958"/>
                  </a:lnTo>
                  <a:lnTo>
                    <a:pt x="408430" y="1009091"/>
                  </a:lnTo>
                  <a:lnTo>
                    <a:pt x="408388" y="1009486"/>
                  </a:lnTo>
                  <a:lnTo>
                    <a:pt x="408525" y="1009669"/>
                  </a:lnTo>
                  <a:lnTo>
                    <a:pt x="408523" y="1010039"/>
                  </a:lnTo>
                  <a:lnTo>
                    <a:pt x="408493" y="1010610"/>
                  </a:lnTo>
                  <a:lnTo>
                    <a:pt x="408313" y="1011076"/>
                  </a:lnTo>
                  <a:lnTo>
                    <a:pt x="408216" y="1011455"/>
                  </a:lnTo>
                  <a:lnTo>
                    <a:pt x="408235" y="1011741"/>
                  </a:lnTo>
                  <a:lnTo>
                    <a:pt x="408464" y="1012184"/>
                  </a:lnTo>
                  <a:lnTo>
                    <a:pt x="408577" y="1012450"/>
                  </a:lnTo>
                  <a:lnTo>
                    <a:pt x="408672" y="1013011"/>
                  </a:lnTo>
                  <a:lnTo>
                    <a:pt x="408765" y="1013736"/>
                  </a:lnTo>
                  <a:lnTo>
                    <a:pt x="408719" y="1014247"/>
                  </a:lnTo>
                  <a:lnTo>
                    <a:pt x="408565" y="1014583"/>
                  </a:lnTo>
                  <a:lnTo>
                    <a:pt x="408476" y="1014739"/>
                  </a:lnTo>
                  <a:lnTo>
                    <a:pt x="408115" y="1015131"/>
                  </a:lnTo>
                  <a:lnTo>
                    <a:pt x="407629" y="1015681"/>
                  </a:lnTo>
                  <a:lnTo>
                    <a:pt x="407138" y="1016476"/>
                  </a:lnTo>
                  <a:lnTo>
                    <a:pt x="407136" y="1016649"/>
                  </a:lnTo>
                  <a:lnTo>
                    <a:pt x="407203" y="1016835"/>
                  </a:lnTo>
                  <a:lnTo>
                    <a:pt x="407212" y="1017156"/>
                  </a:lnTo>
                  <a:lnTo>
                    <a:pt x="407160" y="1017598"/>
                  </a:lnTo>
                  <a:lnTo>
                    <a:pt x="407091" y="1017841"/>
                  </a:lnTo>
                  <a:lnTo>
                    <a:pt x="406618" y="1017885"/>
                  </a:lnTo>
                  <a:lnTo>
                    <a:pt x="406335" y="1017727"/>
                  </a:lnTo>
                  <a:lnTo>
                    <a:pt x="406121" y="1017607"/>
                  </a:lnTo>
                  <a:lnTo>
                    <a:pt x="405695" y="1017605"/>
                  </a:lnTo>
                  <a:lnTo>
                    <a:pt x="405148" y="1017827"/>
                  </a:lnTo>
                  <a:lnTo>
                    <a:pt x="404361" y="1018142"/>
                  </a:lnTo>
                  <a:lnTo>
                    <a:pt x="403622" y="1018405"/>
                  </a:lnTo>
                  <a:lnTo>
                    <a:pt x="403037" y="1018667"/>
                  </a:lnTo>
                  <a:lnTo>
                    <a:pt x="402776" y="1018871"/>
                  </a:lnTo>
                  <a:lnTo>
                    <a:pt x="402472" y="1019033"/>
                  </a:lnTo>
                  <a:lnTo>
                    <a:pt x="401976" y="1019210"/>
                  </a:lnTo>
                  <a:lnTo>
                    <a:pt x="401580" y="1018832"/>
                  </a:lnTo>
                  <a:lnTo>
                    <a:pt x="401429" y="1018760"/>
                  </a:lnTo>
                  <a:lnTo>
                    <a:pt x="400920" y="1018586"/>
                  </a:lnTo>
                  <a:lnTo>
                    <a:pt x="400772" y="1018558"/>
                  </a:lnTo>
                  <a:lnTo>
                    <a:pt x="400611" y="1018556"/>
                  </a:lnTo>
                  <a:lnTo>
                    <a:pt x="400179" y="1018652"/>
                  </a:lnTo>
                  <a:lnTo>
                    <a:pt x="399976" y="1018760"/>
                  </a:lnTo>
                  <a:lnTo>
                    <a:pt x="399723" y="1020058"/>
                  </a:lnTo>
                  <a:lnTo>
                    <a:pt x="399707" y="1021923"/>
                  </a:lnTo>
                  <a:lnTo>
                    <a:pt x="398979" y="1022563"/>
                  </a:lnTo>
                  <a:lnTo>
                    <a:pt x="398132" y="1022723"/>
                  </a:lnTo>
                  <a:lnTo>
                    <a:pt x="397697" y="1022873"/>
                  </a:lnTo>
                  <a:lnTo>
                    <a:pt x="397113" y="1022901"/>
                  </a:lnTo>
                  <a:lnTo>
                    <a:pt x="394404" y="1022857"/>
                  </a:lnTo>
                  <a:lnTo>
                    <a:pt x="392739" y="1022779"/>
                  </a:lnTo>
                  <a:lnTo>
                    <a:pt x="391807" y="1022924"/>
                  </a:lnTo>
                  <a:lnTo>
                    <a:pt x="389063" y="1022420"/>
                  </a:lnTo>
                  <a:lnTo>
                    <a:pt x="388051" y="1022118"/>
                  </a:lnTo>
                  <a:lnTo>
                    <a:pt x="387690" y="1022168"/>
                  </a:lnTo>
                  <a:lnTo>
                    <a:pt x="386150" y="1022725"/>
                  </a:lnTo>
                  <a:lnTo>
                    <a:pt x="383103" y="1023690"/>
                  </a:lnTo>
                  <a:lnTo>
                    <a:pt x="381759" y="1024424"/>
                  </a:lnTo>
                  <a:lnTo>
                    <a:pt x="380255" y="1024501"/>
                  </a:lnTo>
                  <a:lnTo>
                    <a:pt x="378773" y="1024881"/>
                  </a:lnTo>
                  <a:lnTo>
                    <a:pt x="378213" y="1025181"/>
                  </a:lnTo>
                  <a:lnTo>
                    <a:pt x="375011" y="1027426"/>
                  </a:lnTo>
                  <a:lnTo>
                    <a:pt x="372337" y="1029127"/>
                  </a:lnTo>
                  <a:lnTo>
                    <a:pt x="371727" y="1029406"/>
                  </a:lnTo>
                  <a:lnTo>
                    <a:pt x="370726" y="1029506"/>
                  </a:lnTo>
                  <a:lnTo>
                    <a:pt x="366902" y="1029819"/>
                  </a:lnTo>
                  <a:lnTo>
                    <a:pt x="366014" y="1030101"/>
                  </a:lnTo>
                  <a:lnTo>
                    <a:pt x="364269" y="1030099"/>
                  </a:lnTo>
                  <a:lnTo>
                    <a:pt x="362642" y="1030753"/>
                  </a:lnTo>
                  <a:lnTo>
                    <a:pt x="361331" y="1031591"/>
                  </a:lnTo>
                  <a:lnTo>
                    <a:pt x="358887" y="1031809"/>
                  </a:lnTo>
                  <a:lnTo>
                    <a:pt x="352265" y="1032524"/>
                  </a:lnTo>
                  <a:lnTo>
                    <a:pt x="347048" y="1032770"/>
                  </a:lnTo>
                  <a:lnTo>
                    <a:pt x="343724" y="1032880"/>
                  </a:lnTo>
                  <a:lnTo>
                    <a:pt x="343604" y="1033112"/>
                  </a:lnTo>
                  <a:lnTo>
                    <a:pt x="343083" y="1033070"/>
                  </a:lnTo>
                  <a:lnTo>
                    <a:pt x="342713" y="1034431"/>
                  </a:lnTo>
                  <a:lnTo>
                    <a:pt x="342515" y="1035600"/>
                  </a:lnTo>
                  <a:lnTo>
                    <a:pt x="341794" y="1035805"/>
                  </a:lnTo>
                  <a:lnTo>
                    <a:pt x="341002" y="1035744"/>
                  </a:lnTo>
                  <a:lnTo>
                    <a:pt x="340827" y="1035752"/>
                  </a:lnTo>
                  <a:lnTo>
                    <a:pt x="340494" y="1035962"/>
                  </a:lnTo>
                  <a:lnTo>
                    <a:pt x="340127" y="1036398"/>
                  </a:lnTo>
                  <a:lnTo>
                    <a:pt x="339548" y="1036632"/>
                  </a:lnTo>
                  <a:lnTo>
                    <a:pt x="339353" y="1036693"/>
                  </a:lnTo>
                  <a:lnTo>
                    <a:pt x="339123" y="1036692"/>
                  </a:lnTo>
                  <a:lnTo>
                    <a:pt x="338949" y="1036615"/>
                  </a:lnTo>
                  <a:lnTo>
                    <a:pt x="338630" y="1036455"/>
                  </a:lnTo>
                  <a:lnTo>
                    <a:pt x="338492" y="1036469"/>
                  </a:lnTo>
                  <a:lnTo>
                    <a:pt x="337587" y="1036825"/>
                  </a:lnTo>
                  <a:lnTo>
                    <a:pt x="336827" y="1037573"/>
                  </a:lnTo>
                  <a:lnTo>
                    <a:pt x="336733" y="1037431"/>
                  </a:lnTo>
                  <a:lnTo>
                    <a:pt x="334490" y="1038430"/>
                  </a:lnTo>
                  <a:lnTo>
                    <a:pt x="331855" y="1038669"/>
                  </a:lnTo>
                  <a:lnTo>
                    <a:pt x="326957" y="1035184"/>
                  </a:lnTo>
                  <a:lnTo>
                    <a:pt x="323369" y="1032264"/>
                  </a:lnTo>
                  <a:lnTo>
                    <a:pt x="320310" y="1029853"/>
                  </a:lnTo>
                  <a:lnTo>
                    <a:pt x="317069" y="1027936"/>
                  </a:lnTo>
                  <a:lnTo>
                    <a:pt x="315668" y="1025750"/>
                  </a:lnTo>
                  <a:lnTo>
                    <a:pt x="314624" y="1024733"/>
                  </a:lnTo>
                  <a:lnTo>
                    <a:pt x="307808" y="1018346"/>
                  </a:lnTo>
                  <a:lnTo>
                    <a:pt x="300028" y="1015889"/>
                  </a:lnTo>
                  <a:lnTo>
                    <a:pt x="299627" y="1015776"/>
                  </a:lnTo>
                  <a:lnTo>
                    <a:pt x="295290" y="1014355"/>
                  </a:lnTo>
                  <a:lnTo>
                    <a:pt x="294911" y="1014257"/>
                  </a:lnTo>
                  <a:lnTo>
                    <a:pt x="294685" y="1012817"/>
                  </a:lnTo>
                  <a:lnTo>
                    <a:pt x="294626" y="1012400"/>
                  </a:lnTo>
                  <a:lnTo>
                    <a:pt x="294529" y="1011932"/>
                  </a:lnTo>
                  <a:lnTo>
                    <a:pt x="294410" y="1011541"/>
                  </a:lnTo>
                  <a:lnTo>
                    <a:pt x="294373" y="1011185"/>
                  </a:lnTo>
                  <a:lnTo>
                    <a:pt x="294234" y="1010396"/>
                  </a:lnTo>
                  <a:lnTo>
                    <a:pt x="294194" y="1010143"/>
                  </a:lnTo>
                  <a:lnTo>
                    <a:pt x="294114" y="1009606"/>
                  </a:lnTo>
                  <a:lnTo>
                    <a:pt x="293964" y="1009041"/>
                  </a:lnTo>
                  <a:lnTo>
                    <a:pt x="293829" y="1008576"/>
                  </a:lnTo>
                  <a:lnTo>
                    <a:pt x="293571" y="1008217"/>
                  </a:lnTo>
                  <a:lnTo>
                    <a:pt x="293406" y="1008081"/>
                  </a:lnTo>
                  <a:lnTo>
                    <a:pt x="293315" y="1007600"/>
                  </a:lnTo>
                  <a:lnTo>
                    <a:pt x="293204" y="1006771"/>
                  </a:lnTo>
                  <a:lnTo>
                    <a:pt x="292912" y="1005805"/>
                  </a:lnTo>
                  <a:lnTo>
                    <a:pt x="292764" y="1005395"/>
                  </a:lnTo>
                  <a:lnTo>
                    <a:pt x="292803" y="1005035"/>
                  </a:lnTo>
                  <a:lnTo>
                    <a:pt x="292909" y="1004745"/>
                  </a:lnTo>
                  <a:lnTo>
                    <a:pt x="293061" y="1004667"/>
                  </a:lnTo>
                  <a:lnTo>
                    <a:pt x="292972" y="1004114"/>
                  </a:lnTo>
                  <a:lnTo>
                    <a:pt x="292879" y="1003931"/>
                  </a:lnTo>
                  <a:lnTo>
                    <a:pt x="292882" y="1002907"/>
                  </a:lnTo>
                  <a:lnTo>
                    <a:pt x="293375" y="1002019"/>
                  </a:lnTo>
                  <a:lnTo>
                    <a:pt x="299217" y="999469"/>
                  </a:lnTo>
                  <a:lnTo>
                    <a:pt x="302050" y="998212"/>
                  </a:lnTo>
                  <a:lnTo>
                    <a:pt x="298285" y="988851"/>
                  </a:lnTo>
                  <a:lnTo>
                    <a:pt x="297970" y="987912"/>
                  </a:lnTo>
                  <a:lnTo>
                    <a:pt x="296798" y="986362"/>
                  </a:lnTo>
                  <a:lnTo>
                    <a:pt x="296140" y="985541"/>
                  </a:lnTo>
                  <a:lnTo>
                    <a:pt x="295503" y="985041"/>
                  </a:lnTo>
                  <a:lnTo>
                    <a:pt x="299608" y="982539"/>
                  </a:lnTo>
                  <a:lnTo>
                    <a:pt x="299834" y="982381"/>
                  </a:lnTo>
                  <a:lnTo>
                    <a:pt x="303387" y="980180"/>
                  </a:lnTo>
                  <a:lnTo>
                    <a:pt x="316699" y="972046"/>
                  </a:lnTo>
                  <a:lnTo>
                    <a:pt x="318502" y="969157"/>
                  </a:lnTo>
                  <a:lnTo>
                    <a:pt x="319304" y="968076"/>
                  </a:lnTo>
                  <a:lnTo>
                    <a:pt x="319358" y="967866"/>
                  </a:lnTo>
                  <a:lnTo>
                    <a:pt x="319470" y="967547"/>
                  </a:lnTo>
                  <a:lnTo>
                    <a:pt x="320065" y="966641"/>
                  </a:lnTo>
                  <a:lnTo>
                    <a:pt x="323444" y="961253"/>
                  </a:lnTo>
                  <a:lnTo>
                    <a:pt x="324874" y="958842"/>
                  </a:lnTo>
                  <a:lnTo>
                    <a:pt x="331369" y="956301"/>
                  </a:lnTo>
                  <a:lnTo>
                    <a:pt x="332544" y="953695"/>
                  </a:lnTo>
                  <a:lnTo>
                    <a:pt x="332485" y="953130"/>
                  </a:lnTo>
                  <a:lnTo>
                    <a:pt x="332428" y="952768"/>
                  </a:lnTo>
                  <a:lnTo>
                    <a:pt x="332238" y="950583"/>
                  </a:lnTo>
                  <a:lnTo>
                    <a:pt x="332354" y="950217"/>
                  </a:lnTo>
                  <a:lnTo>
                    <a:pt x="332483" y="949823"/>
                  </a:lnTo>
                  <a:lnTo>
                    <a:pt x="332606" y="949449"/>
                  </a:lnTo>
                  <a:lnTo>
                    <a:pt x="332830" y="948448"/>
                  </a:lnTo>
                  <a:lnTo>
                    <a:pt x="332752" y="948279"/>
                  </a:lnTo>
                  <a:lnTo>
                    <a:pt x="331607" y="944732"/>
                  </a:lnTo>
                  <a:lnTo>
                    <a:pt x="327800" y="940024"/>
                  </a:lnTo>
                  <a:lnTo>
                    <a:pt x="325454" y="937082"/>
                  </a:lnTo>
                  <a:lnTo>
                    <a:pt x="326163" y="935091"/>
                  </a:lnTo>
                  <a:lnTo>
                    <a:pt x="327495" y="930488"/>
                  </a:lnTo>
                  <a:lnTo>
                    <a:pt x="323369" y="929225"/>
                  </a:lnTo>
                  <a:lnTo>
                    <a:pt x="320656" y="928370"/>
                  </a:lnTo>
                  <a:lnTo>
                    <a:pt x="316149" y="928263"/>
                  </a:lnTo>
                  <a:lnTo>
                    <a:pt x="298879" y="933325"/>
                  </a:lnTo>
                  <a:lnTo>
                    <a:pt x="292951" y="935091"/>
                  </a:lnTo>
                  <a:lnTo>
                    <a:pt x="292209" y="935342"/>
                  </a:lnTo>
                  <a:lnTo>
                    <a:pt x="289595" y="937591"/>
                  </a:lnTo>
                  <a:lnTo>
                    <a:pt x="288282" y="938744"/>
                  </a:lnTo>
                  <a:lnTo>
                    <a:pt x="286354" y="940209"/>
                  </a:lnTo>
                  <a:lnTo>
                    <a:pt x="284002" y="941962"/>
                  </a:lnTo>
                  <a:lnTo>
                    <a:pt x="282425" y="942437"/>
                  </a:lnTo>
                  <a:lnTo>
                    <a:pt x="276476" y="947731"/>
                  </a:lnTo>
                  <a:lnTo>
                    <a:pt x="276012" y="947635"/>
                  </a:lnTo>
                  <a:lnTo>
                    <a:pt x="270732" y="946403"/>
                  </a:lnTo>
                  <a:lnTo>
                    <a:pt x="266563" y="945457"/>
                  </a:lnTo>
                  <a:lnTo>
                    <a:pt x="257166" y="943740"/>
                  </a:lnTo>
                  <a:lnTo>
                    <a:pt x="252831" y="941043"/>
                  </a:lnTo>
                  <a:lnTo>
                    <a:pt x="251265" y="940024"/>
                  </a:lnTo>
                  <a:lnTo>
                    <a:pt x="250148" y="939322"/>
                  </a:lnTo>
                  <a:lnTo>
                    <a:pt x="245266" y="940601"/>
                  </a:lnTo>
                  <a:lnTo>
                    <a:pt x="241992" y="942720"/>
                  </a:lnTo>
                  <a:lnTo>
                    <a:pt x="235614" y="944298"/>
                  </a:lnTo>
                  <a:lnTo>
                    <a:pt x="228645" y="946010"/>
                  </a:lnTo>
                  <a:lnTo>
                    <a:pt x="221505" y="947806"/>
                  </a:lnTo>
                  <a:lnTo>
                    <a:pt x="220580" y="948118"/>
                  </a:lnTo>
                  <a:lnTo>
                    <a:pt x="225417" y="952672"/>
                  </a:lnTo>
                  <a:lnTo>
                    <a:pt x="226025" y="953291"/>
                  </a:lnTo>
                  <a:lnTo>
                    <a:pt x="227518" y="954732"/>
                  </a:lnTo>
                  <a:lnTo>
                    <a:pt x="228705" y="955844"/>
                  </a:lnTo>
                  <a:lnTo>
                    <a:pt x="232029" y="958913"/>
                  </a:lnTo>
                  <a:lnTo>
                    <a:pt x="228645" y="961167"/>
                  </a:lnTo>
                  <a:lnTo>
                    <a:pt x="225674" y="963127"/>
                  </a:lnTo>
                  <a:lnTo>
                    <a:pt x="221762" y="968203"/>
                  </a:lnTo>
                  <a:lnTo>
                    <a:pt x="218916" y="970522"/>
                  </a:lnTo>
                  <a:lnTo>
                    <a:pt x="218448" y="970931"/>
                  </a:lnTo>
                  <a:lnTo>
                    <a:pt x="217911" y="971370"/>
                  </a:lnTo>
                  <a:lnTo>
                    <a:pt x="217271" y="970793"/>
                  </a:lnTo>
                  <a:lnTo>
                    <a:pt x="217002" y="970721"/>
                  </a:lnTo>
                  <a:lnTo>
                    <a:pt x="216648" y="970573"/>
                  </a:lnTo>
                  <a:lnTo>
                    <a:pt x="216424" y="970377"/>
                  </a:lnTo>
                  <a:lnTo>
                    <a:pt x="216138" y="970374"/>
                  </a:lnTo>
                  <a:lnTo>
                    <a:pt x="215314" y="970365"/>
                  </a:lnTo>
                  <a:lnTo>
                    <a:pt x="214796" y="970136"/>
                  </a:lnTo>
                  <a:lnTo>
                    <a:pt x="214294" y="970049"/>
                  </a:lnTo>
                  <a:lnTo>
                    <a:pt x="213895" y="969929"/>
                  </a:lnTo>
                  <a:lnTo>
                    <a:pt x="213629" y="969792"/>
                  </a:lnTo>
                  <a:lnTo>
                    <a:pt x="213226" y="969830"/>
                  </a:lnTo>
                  <a:lnTo>
                    <a:pt x="212931" y="969683"/>
                  </a:lnTo>
                  <a:lnTo>
                    <a:pt x="212661" y="969751"/>
                  </a:lnTo>
                  <a:lnTo>
                    <a:pt x="212289" y="969871"/>
                  </a:lnTo>
                  <a:lnTo>
                    <a:pt x="212148" y="969862"/>
                  </a:lnTo>
                  <a:lnTo>
                    <a:pt x="211703" y="970255"/>
                  </a:lnTo>
                  <a:lnTo>
                    <a:pt x="211430" y="970563"/>
                  </a:lnTo>
                  <a:lnTo>
                    <a:pt x="211341" y="970806"/>
                  </a:lnTo>
                  <a:lnTo>
                    <a:pt x="211166" y="970906"/>
                  </a:lnTo>
                  <a:lnTo>
                    <a:pt x="210962" y="971056"/>
                  </a:lnTo>
                  <a:lnTo>
                    <a:pt x="210740" y="971138"/>
                  </a:lnTo>
                  <a:lnTo>
                    <a:pt x="210458" y="971388"/>
                  </a:lnTo>
                  <a:lnTo>
                    <a:pt x="210278" y="971493"/>
                  </a:lnTo>
                  <a:lnTo>
                    <a:pt x="210069" y="971718"/>
                  </a:lnTo>
                  <a:lnTo>
                    <a:pt x="209863" y="971923"/>
                  </a:lnTo>
                  <a:lnTo>
                    <a:pt x="209166" y="970950"/>
                  </a:lnTo>
                  <a:lnTo>
                    <a:pt x="209072" y="970819"/>
                  </a:lnTo>
                  <a:lnTo>
                    <a:pt x="208345" y="969566"/>
                  </a:lnTo>
                  <a:lnTo>
                    <a:pt x="208190" y="969297"/>
                  </a:lnTo>
                  <a:lnTo>
                    <a:pt x="207704" y="968460"/>
                  </a:lnTo>
                  <a:lnTo>
                    <a:pt x="204921" y="967540"/>
                  </a:lnTo>
                  <a:lnTo>
                    <a:pt x="204630" y="967442"/>
                  </a:lnTo>
                  <a:lnTo>
                    <a:pt x="204403" y="967308"/>
                  </a:lnTo>
                  <a:lnTo>
                    <a:pt x="204182" y="967214"/>
                  </a:lnTo>
                  <a:lnTo>
                    <a:pt x="203378" y="966963"/>
                  </a:lnTo>
                  <a:lnTo>
                    <a:pt x="202555" y="966420"/>
                  </a:lnTo>
                  <a:lnTo>
                    <a:pt x="201817" y="966122"/>
                  </a:lnTo>
                  <a:lnTo>
                    <a:pt x="201059" y="965786"/>
                  </a:lnTo>
                  <a:lnTo>
                    <a:pt x="200552" y="965703"/>
                  </a:lnTo>
                  <a:lnTo>
                    <a:pt x="200338" y="965471"/>
                  </a:lnTo>
                  <a:lnTo>
                    <a:pt x="200205" y="965425"/>
                  </a:lnTo>
                  <a:lnTo>
                    <a:pt x="199868" y="965286"/>
                  </a:lnTo>
                  <a:lnTo>
                    <a:pt x="199357" y="965436"/>
                  </a:lnTo>
                  <a:lnTo>
                    <a:pt x="199216" y="965475"/>
                  </a:lnTo>
                  <a:lnTo>
                    <a:pt x="198993" y="965353"/>
                  </a:lnTo>
                  <a:lnTo>
                    <a:pt x="198647" y="965231"/>
                  </a:lnTo>
                  <a:lnTo>
                    <a:pt x="198371" y="965261"/>
                  </a:lnTo>
                  <a:lnTo>
                    <a:pt x="197908" y="965234"/>
                  </a:lnTo>
                  <a:lnTo>
                    <a:pt x="197490" y="964997"/>
                  </a:lnTo>
                  <a:lnTo>
                    <a:pt x="197246" y="964943"/>
                  </a:lnTo>
                  <a:lnTo>
                    <a:pt x="197091" y="964965"/>
                  </a:lnTo>
                  <a:lnTo>
                    <a:pt x="196432" y="964778"/>
                  </a:lnTo>
                  <a:lnTo>
                    <a:pt x="195768" y="964372"/>
                  </a:lnTo>
                  <a:lnTo>
                    <a:pt x="195708" y="964006"/>
                  </a:lnTo>
                  <a:lnTo>
                    <a:pt x="195721" y="963707"/>
                  </a:lnTo>
                  <a:lnTo>
                    <a:pt x="196337" y="963561"/>
                  </a:lnTo>
                  <a:lnTo>
                    <a:pt x="197296" y="962302"/>
                  </a:lnTo>
                  <a:lnTo>
                    <a:pt x="197301" y="961976"/>
                  </a:lnTo>
                  <a:lnTo>
                    <a:pt x="197147" y="961716"/>
                  </a:lnTo>
                  <a:lnTo>
                    <a:pt x="197074" y="961412"/>
                  </a:lnTo>
                  <a:lnTo>
                    <a:pt x="196962" y="961229"/>
                  </a:lnTo>
                  <a:lnTo>
                    <a:pt x="195568" y="961109"/>
                  </a:lnTo>
                  <a:lnTo>
                    <a:pt x="194426" y="961155"/>
                  </a:lnTo>
                  <a:lnTo>
                    <a:pt x="193522" y="960623"/>
                  </a:lnTo>
                  <a:lnTo>
                    <a:pt x="192552" y="960620"/>
                  </a:lnTo>
                  <a:lnTo>
                    <a:pt x="192468" y="958654"/>
                  </a:lnTo>
                  <a:lnTo>
                    <a:pt x="192407" y="958436"/>
                  </a:lnTo>
                  <a:lnTo>
                    <a:pt x="192362" y="958273"/>
                  </a:lnTo>
                  <a:lnTo>
                    <a:pt x="192384" y="958069"/>
                  </a:lnTo>
                  <a:lnTo>
                    <a:pt x="191620" y="957282"/>
                  </a:lnTo>
                  <a:lnTo>
                    <a:pt x="190594" y="955817"/>
                  </a:lnTo>
                  <a:lnTo>
                    <a:pt x="190826" y="955259"/>
                  </a:lnTo>
                  <a:lnTo>
                    <a:pt x="191033" y="954638"/>
                  </a:lnTo>
                  <a:lnTo>
                    <a:pt x="191408" y="953653"/>
                  </a:lnTo>
                  <a:lnTo>
                    <a:pt x="191607" y="953011"/>
                  </a:lnTo>
                  <a:lnTo>
                    <a:pt x="192021" y="951891"/>
                  </a:lnTo>
                  <a:lnTo>
                    <a:pt x="189784" y="953026"/>
                  </a:lnTo>
                  <a:lnTo>
                    <a:pt x="189084" y="953381"/>
                  </a:lnTo>
                  <a:lnTo>
                    <a:pt x="187396" y="954215"/>
                  </a:lnTo>
                  <a:lnTo>
                    <a:pt x="186946" y="954358"/>
                  </a:lnTo>
                  <a:lnTo>
                    <a:pt x="182923" y="955259"/>
                  </a:lnTo>
                  <a:lnTo>
                    <a:pt x="180046" y="955939"/>
                  </a:lnTo>
                  <a:lnTo>
                    <a:pt x="179468" y="956054"/>
                  </a:lnTo>
                  <a:lnTo>
                    <a:pt x="179523" y="955915"/>
                  </a:lnTo>
                  <a:lnTo>
                    <a:pt x="179631" y="955509"/>
                  </a:lnTo>
                  <a:lnTo>
                    <a:pt x="179666" y="955381"/>
                  </a:lnTo>
                  <a:lnTo>
                    <a:pt x="179714" y="955200"/>
                  </a:lnTo>
                  <a:lnTo>
                    <a:pt x="179768" y="954993"/>
                  </a:lnTo>
                  <a:lnTo>
                    <a:pt x="179812" y="954826"/>
                  </a:lnTo>
                  <a:lnTo>
                    <a:pt x="179743" y="954258"/>
                  </a:lnTo>
                  <a:lnTo>
                    <a:pt x="179686" y="953784"/>
                  </a:lnTo>
                  <a:lnTo>
                    <a:pt x="179592" y="953011"/>
                  </a:lnTo>
                  <a:lnTo>
                    <a:pt x="179292" y="952722"/>
                  </a:lnTo>
                  <a:lnTo>
                    <a:pt x="177993" y="952114"/>
                  </a:lnTo>
                  <a:lnTo>
                    <a:pt x="176557" y="951412"/>
                  </a:lnTo>
                  <a:lnTo>
                    <a:pt x="175761" y="953036"/>
                  </a:lnTo>
                  <a:lnTo>
                    <a:pt x="175628" y="953259"/>
                  </a:lnTo>
                  <a:lnTo>
                    <a:pt x="175250" y="952991"/>
                  </a:lnTo>
                  <a:lnTo>
                    <a:pt x="174686" y="952597"/>
                  </a:lnTo>
                  <a:lnTo>
                    <a:pt x="173789" y="952075"/>
                  </a:lnTo>
                  <a:lnTo>
                    <a:pt x="173540" y="951790"/>
                  </a:lnTo>
                  <a:lnTo>
                    <a:pt x="173331" y="951647"/>
                  </a:lnTo>
                  <a:lnTo>
                    <a:pt x="173180" y="951544"/>
                  </a:lnTo>
                  <a:lnTo>
                    <a:pt x="173200" y="950980"/>
                  </a:lnTo>
                  <a:lnTo>
                    <a:pt x="173248" y="949590"/>
                  </a:lnTo>
                  <a:lnTo>
                    <a:pt x="173086" y="949113"/>
                  </a:lnTo>
                  <a:lnTo>
                    <a:pt x="173222" y="948944"/>
                  </a:lnTo>
                  <a:lnTo>
                    <a:pt x="174700" y="947365"/>
                  </a:lnTo>
                  <a:lnTo>
                    <a:pt x="174967" y="947134"/>
                  </a:lnTo>
                  <a:lnTo>
                    <a:pt x="174895" y="946981"/>
                  </a:lnTo>
                  <a:lnTo>
                    <a:pt x="174770" y="946649"/>
                  </a:lnTo>
                  <a:lnTo>
                    <a:pt x="174810" y="946256"/>
                  </a:lnTo>
                  <a:lnTo>
                    <a:pt x="174685" y="945963"/>
                  </a:lnTo>
                  <a:lnTo>
                    <a:pt x="174632" y="945686"/>
                  </a:lnTo>
                  <a:lnTo>
                    <a:pt x="174574" y="945518"/>
                  </a:lnTo>
                  <a:lnTo>
                    <a:pt x="174421" y="945260"/>
                  </a:lnTo>
                  <a:lnTo>
                    <a:pt x="174317" y="944901"/>
                  </a:lnTo>
                  <a:lnTo>
                    <a:pt x="174189" y="944429"/>
                  </a:lnTo>
                  <a:lnTo>
                    <a:pt x="174215" y="944237"/>
                  </a:lnTo>
                  <a:lnTo>
                    <a:pt x="174126" y="944055"/>
                  </a:lnTo>
                  <a:lnTo>
                    <a:pt x="174024" y="943744"/>
                  </a:lnTo>
                  <a:lnTo>
                    <a:pt x="173918" y="943228"/>
                  </a:lnTo>
                  <a:lnTo>
                    <a:pt x="173973" y="943083"/>
                  </a:lnTo>
                  <a:lnTo>
                    <a:pt x="174026" y="942778"/>
                  </a:lnTo>
                  <a:lnTo>
                    <a:pt x="173920" y="942485"/>
                  </a:lnTo>
                  <a:lnTo>
                    <a:pt x="173657" y="942297"/>
                  </a:lnTo>
                  <a:lnTo>
                    <a:pt x="173712" y="942095"/>
                  </a:lnTo>
                  <a:lnTo>
                    <a:pt x="173628" y="941919"/>
                  </a:lnTo>
                  <a:lnTo>
                    <a:pt x="173538" y="939585"/>
                  </a:lnTo>
                  <a:lnTo>
                    <a:pt x="173454" y="937410"/>
                  </a:lnTo>
                  <a:lnTo>
                    <a:pt x="173359" y="934232"/>
                  </a:lnTo>
                  <a:lnTo>
                    <a:pt x="173227" y="931306"/>
                  </a:lnTo>
                  <a:lnTo>
                    <a:pt x="169510" y="931318"/>
                  </a:lnTo>
                  <a:lnTo>
                    <a:pt x="169056" y="931416"/>
                  </a:lnTo>
                  <a:lnTo>
                    <a:pt x="168554" y="931428"/>
                  </a:lnTo>
                  <a:lnTo>
                    <a:pt x="168375" y="931415"/>
                  </a:lnTo>
                  <a:lnTo>
                    <a:pt x="167731" y="931291"/>
                  </a:lnTo>
                  <a:lnTo>
                    <a:pt x="167465" y="931290"/>
                  </a:lnTo>
                  <a:lnTo>
                    <a:pt x="167256" y="931315"/>
                  </a:lnTo>
                  <a:lnTo>
                    <a:pt x="167045" y="931407"/>
                  </a:lnTo>
                  <a:lnTo>
                    <a:pt x="166731" y="931509"/>
                  </a:lnTo>
                  <a:lnTo>
                    <a:pt x="166446" y="931544"/>
                  </a:lnTo>
                  <a:lnTo>
                    <a:pt x="166099" y="931686"/>
                  </a:lnTo>
                  <a:lnTo>
                    <a:pt x="165249" y="931921"/>
                  </a:lnTo>
                  <a:lnTo>
                    <a:pt x="164691" y="932020"/>
                  </a:lnTo>
                  <a:lnTo>
                    <a:pt x="164473" y="932026"/>
                  </a:lnTo>
                  <a:lnTo>
                    <a:pt x="164274" y="932079"/>
                  </a:lnTo>
                  <a:lnTo>
                    <a:pt x="163880" y="932108"/>
                  </a:lnTo>
                  <a:lnTo>
                    <a:pt x="163452" y="932153"/>
                  </a:lnTo>
                  <a:lnTo>
                    <a:pt x="162689" y="932199"/>
                  </a:lnTo>
                  <a:lnTo>
                    <a:pt x="162077" y="932157"/>
                  </a:lnTo>
                  <a:lnTo>
                    <a:pt x="161678" y="931951"/>
                  </a:lnTo>
                  <a:lnTo>
                    <a:pt x="161457" y="931977"/>
                  </a:lnTo>
                  <a:lnTo>
                    <a:pt x="160975" y="931861"/>
                  </a:lnTo>
                  <a:lnTo>
                    <a:pt x="160476" y="931760"/>
                  </a:lnTo>
                  <a:lnTo>
                    <a:pt x="160076" y="931803"/>
                  </a:lnTo>
                  <a:lnTo>
                    <a:pt x="159636" y="931666"/>
                  </a:lnTo>
                  <a:lnTo>
                    <a:pt x="159063" y="931571"/>
                  </a:lnTo>
                  <a:lnTo>
                    <a:pt x="158823" y="931536"/>
                  </a:lnTo>
                  <a:lnTo>
                    <a:pt x="158575" y="931565"/>
                  </a:lnTo>
                  <a:lnTo>
                    <a:pt x="158285" y="931525"/>
                  </a:lnTo>
                  <a:lnTo>
                    <a:pt x="158055" y="931548"/>
                  </a:lnTo>
                  <a:lnTo>
                    <a:pt x="157461" y="931534"/>
                  </a:lnTo>
                  <a:lnTo>
                    <a:pt x="157506" y="927210"/>
                  </a:lnTo>
                  <a:lnTo>
                    <a:pt x="154841" y="926948"/>
                  </a:lnTo>
                  <a:lnTo>
                    <a:pt x="149258" y="925705"/>
                  </a:lnTo>
                  <a:lnTo>
                    <a:pt x="148049" y="922289"/>
                  </a:lnTo>
                  <a:lnTo>
                    <a:pt x="148653" y="920341"/>
                  </a:lnTo>
                  <a:lnTo>
                    <a:pt x="146254" y="917219"/>
                  </a:lnTo>
                  <a:lnTo>
                    <a:pt x="146097" y="917040"/>
                  </a:lnTo>
                  <a:lnTo>
                    <a:pt x="145531" y="916259"/>
                  </a:lnTo>
                  <a:lnTo>
                    <a:pt x="139346" y="915138"/>
                  </a:lnTo>
                  <a:lnTo>
                    <a:pt x="135588" y="912418"/>
                  </a:lnTo>
                  <a:lnTo>
                    <a:pt x="132256" y="911800"/>
                  </a:lnTo>
                  <a:lnTo>
                    <a:pt x="129375" y="910700"/>
                  </a:lnTo>
                  <a:lnTo>
                    <a:pt x="128612" y="909947"/>
                  </a:lnTo>
                  <a:lnTo>
                    <a:pt x="125421" y="906678"/>
                  </a:lnTo>
                  <a:lnTo>
                    <a:pt x="125003" y="906530"/>
                  </a:lnTo>
                  <a:lnTo>
                    <a:pt x="124440" y="906509"/>
                  </a:lnTo>
                  <a:lnTo>
                    <a:pt x="123087" y="906339"/>
                  </a:lnTo>
                  <a:lnTo>
                    <a:pt x="122548" y="906237"/>
                  </a:lnTo>
                  <a:lnTo>
                    <a:pt x="122230" y="906144"/>
                  </a:lnTo>
                  <a:lnTo>
                    <a:pt x="121569" y="905997"/>
                  </a:lnTo>
                  <a:lnTo>
                    <a:pt x="120868" y="905947"/>
                  </a:lnTo>
                  <a:lnTo>
                    <a:pt x="120126" y="905754"/>
                  </a:lnTo>
                  <a:lnTo>
                    <a:pt x="119543" y="905520"/>
                  </a:lnTo>
                  <a:lnTo>
                    <a:pt x="119075" y="905356"/>
                  </a:lnTo>
                  <a:lnTo>
                    <a:pt x="118673" y="905273"/>
                  </a:lnTo>
                  <a:lnTo>
                    <a:pt x="118145" y="905258"/>
                  </a:lnTo>
                  <a:lnTo>
                    <a:pt x="117717" y="905267"/>
                  </a:lnTo>
                  <a:lnTo>
                    <a:pt x="117359" y="905317"/>
                  </a:lnTo>
                  <a:lnTo>
                    <a:pt x="107981" y="906007"/>
                  </a:lnTo>
                  <a:lnTo>
                    <a:pt x="107814" y="905658"/>
                  </a:lnTo>
                  <a:lnTo>
                    <a:pt x="107618" y="905612"/>
                  </a:lnTo>
                  <a:lnTo>
                    <a:pt x="107461" y="905518"/>
                  </a:lnTo>
                  <a:lnTo>
                    <a:pt x="107554" y="905161"/>
                  </a:lnTo>
                  <a:lnTo>
                    <a:pt x="107736" y="904965"/>
                  </a:lnTo>
                  <a:lnTo>
                    <a:pt x="107913" y="904885"/>
                  </a:lnTo>
                  <a:lnTo>
                    <a:pt x="108291" y="904844"/>
                  </a:lnTo>
                  <a:lnTo>
                    <a:pt x="108456" y="904877"/>
                  </a:lnTo>
                  <a:lnTo>
                    <a:pt x="108946" y="905078"/>
                  </a:lnTo>
                  <a:lnTo>
                    <a:pt x="109166" y="905321"/>
                  </a:lnTo>
                  <a:lnTo>
                    <a:pt x="109594" y="905520"/>
                  </a:lnTo>
                  <a:lnTo>
                    <a:pt x="109836" y="905604"/>
                  </a:lnTo>
                  <a:lnTo>
                    <a:pt x="110263" y="905583"/>
                  </a:lnTo>
                  <a:lnTo>
                    <a:pt x="110479" y="905595"/>
                  </a:lnTo>
                  <a:lnTo>
                    <a:pt x="110639" y="905580"/>
                  </a:lnTo>
                  <a:lnTo>
                    <a:pt x="111019" y="905454"/>
                  </a:lnTo>
                  <a:lnTo>
                    <a:pt x="111201" y="905425"/>
                  </a:lnTo>
                  <a:lnTo>
                    <a:pt x="111626" y="905257"/>
                  </a:lnTo>
                  <a:lnTo>
                    <a:pt x="111839" y="905135"/>
                  </a:lnTo>
                  <a:lnTo>
                    <a:pt x="112059" y="904911"/>
                  </a:lnTo>
                  <a:lnTo>
                    <a:pt x="112424" y="904653"/>
                  </a:lnTo>
                  <a:lnTo>
                    <a:pt x="112699" y="904496"/>
                  </a:lnTo>
                  <a:lnTo>
                    <a:pt x="112989" y="904443"/>
                  </a:lnTo>
                  <a:lnTo>
                    <a:pt x="113168" y="904379"/>
                  </a:lnTo>
                  <a:lnTo>
                    <a:pt x="114294" y="903900"/>
                  </a:lnTo>
                  <a:lnTo>
                    <a:pt x="115154" y="903495"/>
                  </a:lnTo>
                  <a:lnTo>
                    <a:pt x="115336" y="903429"/>
                  </a:lnTo>
                  <a:lnTo>
                    <a:pt x="115503" y="903389"/>
                  </a:lnTo>
                  <a:lnTo>
                    <a:pt x="115951" y="903211"/>
                  </a:lnTo>
                  <a:lnTo>
                    <a:pt x="116158" y="903106"/>
                  </a:lnTo>
                  <a:lnTo>
                    <a:pt x="116486" y="902891"/>
                  </a:lnTo>
                  <a:lnTo>
                    <a:pt x="116743" y="902763"/>
                  </a:lnTo>
                  <a:lnTo>
                    <a:pt x="118088" y="902033"/>
                  </a:lnTo>
                  <a:lnTo>
                    <a:pt x="118236" y="901950"/>
                  </a:lnTo>
                  <a:lnTo>
                    <a:pt x="118453" y="901894"/>
                  </a:lnTo>
                  <a:lnTo>
                    <a:pt x="118597" y="901878"/>
                  </a:lnTo>
                  <a:lnTo>
                    <a:pt x="118810" y="901720"/>
                  </a:lnTo>
                  <a:lnTo>
                    <a:pt x="119427" y="901403"/>
                  </a:lnTo>
                  <a:lnTo>
                    <a:pt x="119940" y="901088"/>
                  </a:lnTo>
                  <a:lnTo>
                    <a:pt x="120600" y="900489"/>
                  </a:lnTo>
                  <a:lnTo>
                    <a:pt x="120874" y="900388"/>
                  </a:lnTo>
                  <a:lnTo>
                    <a:pt x="121010" y="900227"/>
                  </a:lnTo>
                  <a:lnTo>
                    <a:pt x="121287" y="900036"/>
                  </a:lnTo>
                  <a:lnTo>
                    <a:pt x="121411" y="899813"/>
                  </a:lnTo>
                  <a:lnTo>
                    <a:pt x="121781" y="899419"/>
                  </a:lnTo>
                  <a:lnTo>
                    <a:pt x="121875" y="899270"/>
                  </a:lnTo>
                  <a:lnTo>
                    <a:pt x="122192" y="898926"/>
                  </a:lnTo>
                  <a:lnTo>
                    <a:pt x="122606" y="898897"/>
                  </a:lnTo>
                  <a:lnTo>
                    <a:pt x="122885" y="898890"/>
                  </a:lnTo>
                  <a:lnTo>
                    <a:pt x="123128" y="898878"/>
                  </a:lnTo>
                  <a:lnTo>
                    <a:pt x="123567" y="898845"/>
                  </a:lnTo>
                  <a:lnTo>
                    <a:pt x="123748" y="898830"/>
                  </a:lnTo>
                  <a:lnTo>
                    <a:pt x="123993" y="898810"/>
                  </a:lnTo>
                  <a:lnTo>
                    <a:pt x="124347" y="898795"/>
                  </a:lnTo>
                  <a:lnTo>
                    <a:pt x="124610" y="898772"/>
                  </a:lnTo>
                  <a:lnTo>
                    <a:pt x="124919" y="898755"/>
                  </a:lnTo>
                  <a:lnTo>
                    <a:pt x="125101" y="898734"/>
                  </a:lnTo>
                  <a:lnTo>
                    <a:pt x="125434" y="898715"/>
                  </a:lnTo>
                  <a:lnTo>
                    <a:pt x="125733" y="898677"/>
                  </a:lnTo>
                  <a:lnTo>
                    <a:pt x="125974" y="898656"/>
                  </a:lnTo>
                  <a:lnTo>
                    <a:pt x="126149" y="898630"/>
                  </a:lnTo>
                  <a:lnTo>
                    <a:pt x="126696" y="898497"/>
                  </a:lnTo>
                  <a:lnTo>
                    <a:pt x="126840" y="898442"/>
                  </a:lnTo>
                  <a:lnTo>
                    <a:pt x="127073" y="898335"/>
                  </a:lnTo>
                  <a:lnTo>
                    <a:pt x="127231" y="898273"/>
                  </a:lnTo>
                  <a:lnTo>
                    <a:pt x="127393" y="898190"/>
                  </a:lnTo>
                  <a:lnTo>
                    <a:pt x="127584" y="898070"/>
                  </a:lnTo>
                  <a:lnTo>
                    <a:pt x="127968" y="897843"/>
                  </a:lnTo>
                  <a:lnTo>
                    <a:pt x="128097" y="897763"/>
                  </a:lnTo>
                  <a:lnTo>
                    <a:pt x="128254" y="897650"/>
                  </a:lnTo>
                  <a:lnTo>
                    <a:pt x="128488" y="897451"/>
                  </a:lnTo>
                  <a:lnTo>
                    <a:pt x="128750" y="897235"/>
                  </a:lnTo>
                  <a:lnTo>
                    <a:pt x="129021" y="897022"/>
                  </a:lnTo>
                  <a:lnTo>
                    <a:pt x="129201" y="896875"/>
                  </a:lnTo>
                  <a:lnTo>
                    <a:pt x="129520" y="896614"/>
                  </a:lnTo>
                  <a:lnTo>
                    <a:pt x="130062" y="896155"/>
                  </a:lnTo>
                  <a:lnTo>
                    <a:pt x="130225" y="896038"/>
                  </a:lnTo>
                  <a:lnTo>
                    <a:pt x="130531" y="895621"/>
                  </a:lnTo>
                  <a:lnTo>
                    <a:pt x="130610" y="895340"/>
                  </a:lnTo>
                  <a:lnTo>
                    <a:pt x="130671" y="895103"/>
                  </a:lnTo>
                  <a:lnTo>
                    <a:pt x="130744" y="894870"/>
                  </a:lnTo>
                  <a:lnTo>
                    <a:pt x="130899" y="894296"/>
                  </a:lnTo>
                  <a:lnTo>
                    <a:pt x="131058" y="893721"/>
                  </a:lnTo>
                  <a:lnTo>
                    <a:pt x="131230" y="893139"/>
                  </a:lnTo>
                  <a:lnTo>
                    <a:pt x="131389" y="892560"/>
                  </a:lnTo>
                  <a:lnTo>
                    <a:pt x="131508" y="892145"/>
                  </a:lnTo>
                  <a:lnTo>
                    <a:pt x="131556" y="891980"/>
                  </a:lnTo>
                  <a:lnTo>
                    <a:pt x="131646" y="891648"/>
                  </a:lnTo>
                  <a:lnTo>
                    <a:pt x="131721" y="891403"/>
                  </a:lnTo>
                  <a:lnTo>
                    <a:pt x="132982" y="889678"/>
                  </a:lnTo>
                  <a:lnTo>
                    <a:pt x="133128" y="889499"/>
                  </a:lnTo>
                  <a:lnTo>
                    <a:pt x="133497" y="889095"/>
                  </a:lnTo>
                  <a:lnTo>
                    <a:pt x="133811" y="888842"/>
                  </a:lnTo>
                  <a:lnTo>
                    <a:pt x="133994" y="888699"/>
                  </a:lnTo>
                  <a:lnTo>
                    <a:pt x="134220" y="888564"/>
                  </a:lnTo>
                  <a:lnTo>
                    <a:pt x="134796" y="888246"/>
                  </a:lnTo>
                  <a:lnTo>
                    <a:pt x="135044" y="888111"/>
                  </a:lnTo>
                  <a:lnTo>
                    <a:pt x="135767" y="887715"/>
                  </a:lnTo>
                  <a:lnTo>
                    <a:pt x="136464" y="887333"/>
                  </a:lnTo>
                  <a:lnTo>
                    <a:pt x="137220" y="886920"/>
                  </a:lnTo>
                  <a:lnTo>
                    <a:pt x="137886" y="886559"/>
                  </a:lnTo>
                  <a:lnTo>
                    <a:pt x="138600" y="886169"/>
                  </a:lnTo>
                  <a:lnTo>
                    <a:pt x="139162" y="885862"/>
                  </a:lnTo>
                  <a:lnTo>
                    <a:pt x="139324" y="885772"/>
                  </a:lnTo>
                  <a:lnTo>
                    <a:pt x="140038" y="885382"/>
                  </a:lnTo>
                  <a:lnTo>
                    <a:pt x="140763" y="884988"/>
                  </a:lnTo>
                  <a:lnTo>
                    <a:pt x="141444" y="884586"/>
                  </a:lnTo>
                  <a:lnTo>
                    <a:pt x="141887" y="884401"/>
                  </a:lnTo>
                  <a:lnTo>
                    <a:pt x="141888" y="881336"/>
                  </a:lnTo>
                  <a:lnTo>
                    <a:pt x="141888" y="876707"/>
                  </a:lnTo>
                  <a:lnTo>
                    <a:pt x="141890" y="872376"/>
                  </a:lnTo>
                  <a:lnTo>
                    <a:pt x="141891" y="870228"/>
                  </a:lnTo>
                  <a:lnTo>
                    <a:pt x="145347" y="866067"/>
                  </a:lnTo>
                  <a:lnTo>
                    <a:pt x="145221" y="863419"/>
                  </a:lnTo>
                  <a:lnTo>
                    <a:pt x="145096" y="860794"/>
                  </a:lnTo>
                  <a:lnTo>
                    <a:pt x="144500" y="860223"/>
                  </a:lnTo>
                  <a:lnTo>
                    <a:pt x="141209" y="855469"/>
                  </a:lnTo>
                  <a:lnTo>
                    <a:pt x="140497" y="854456"/>
                  </a:lnTo>
                  <a:lnTo>
                    <a:pt x="138964" y="852277"/>
                  </a:lnTo>
                  <a:lnTo>
                    <a:pt x="136556" y="850530"/>
                  </a:lnTo>
                  <a:lnTo>
                    <a:pt x="133995" y="850456"/>
                  </a:lnTo>
                  <a:lnTo>
                    <a:pt x="133189" y="850432"/>
                  </a:lnTo>
                  <a:lnTo>
                    <a:pt x="125742" y="849769"/>
                  </a:lnTo>
                  <a:lnTo>
                    <a:pt x="122156" y="849479"/>
                  </a:lnTo>
                  <a:lnTo>
                    <a:pt x="118384" y="849178"/>
                  </a:lnTo>
                  <a:lnTo>
                    <a:pt x="113314" y="853804"/>
                  </a:lnTo>
                  <a:lnTo>
                    <a:pt x="110309" y="853724"/>
                  </a:lnTo>
                  <a:lnTo>
                    <a:pt x="107329" y="853647"/>
                  </a:lnTo>
                  <a:lnTo>
                    <a:pt x="103670" y="853538"/>
                  </a:lnTo>
                  <a:lnTo>
                    <a:pt x="99880" y="853357"/>
                  </a:lnTo>
                  <a:lnTo>
                    <a:pt x="98470" y="853312"/>
                  </a:lnTo>
                  <a:lnTo>
                    <a:pt x="94783" y="853196"/>
                  </a:lnTo>
                  <a:lnTo>
                    <a:pt x="94766" y="854456"/>
                  </a:lnTo>
                  <a:lnTo>
                    <a:pt x="94591" y="859248"/>
                  </a:lnTo>
                  <a:lnTo>
                    <a:pt x="92432" y="860930"/>
                  </a:lnTo>
                  <a:lnTo>
                    <a:pt x="92276" y="861219"/>
                  </a:lnTo>
                  <a:lnTo>
                    <a:pt x="92183" y="861387"/>
                  </a:lnTo>
                  <a:lnTo>
                    <a:pt x="91856" y="862022"/>
                  </a:lnTo>
                  <a:lnTo>
                    <a:pt x="91618" y="862470"/>
                  </a:lnTo>
                  <a:lnTo>
                    <a:pt x="91340" y="862973"/>
                  </a:lnTo>
                  <a:lnTo>
                    <a:pt x="91097" y="862906"/>
                  </a:lnTo>
                  <a:lnTo>
                    <a:pt x="90930" y="862851"/>
                  </a:lnTo>
                  <a:lnTo>
                    <a:pt x="90751" y="862795"/>
                  </a:lnTo>
                  <a:lnTo>
                    <a:pt x="90387" y="862676"/>
                  </a:lnTo>
                  <a:lnTo>
                    <a:pt x="90218" y="862621"/>
                  </a:lnTo>
                  <a:lnTo>
                    <a:pt x="90057" y="862567"/>
                  </a:lnTo>
                  <a:lnTo>
                    <a:pt x="89747" y="862463"/>
                  </a:lnTo>
                  <a:lnTo>
                    <a:pt x="89593" y="862411"/>
                  </a:lnTo>
                  <a:lnTo>
                    <a:pt x="89358" y="862334"/>
                  </a:lnTo>
                  <a:lnTo>
                    <a:pt x="89040" y="862226"/>
                  </a:lnTo>
                  <a:lnTo>
                    <a:pt x="88485" y="862036"/>
                  </a:lnTo>
                  <a:lnTo>
                    <a:pt x="88331" y="861789"/>
                  </a:lnTo>
                  <a:lnTo>
                    <a:pt x="88242" y="861621"/>
                  </a:lnTo>
                  <a:lnTo>
                    <a:pt x="88075" y="861315"/>
                  </a:lnTo>
                  <a:lnTo>
                    <a:pt x="87934" y="861057"/>
                  </a:lnTo>
                  <a:lnTo>
                    <a:pt x="87741" y="860711"/>
                  </a:lnTo>
                  <a:lnTo>
                    <a:pt x="87525" y="860317"/>
                  </a:lnTo>
                  <a:lnTo>
                    <a:pt x="87423" y="860133"/>
                  </a:lnTo>
                  <a:lnTo>
                    <a:pt x="87258" y="859839"/>
                  </a:lnTo>
                  <a:lnTo>
                    <a:pt x="87027" y="859422"/>
                  </a:lnTo>
                  <a:lnTo>
                    <a:pt x="86558" y="858537"/>
                  </a:lnTo>
                  <a:lnTo>
                    <a:pt x="86180" y="857879"/>
                  </a:lnTo>
                  <a:lnTo>
                    <a:pt x="85774" y="857260"/>
                  </a:lnTo>
                  <a:lnTo>
                    <a:pt x="84867" y="857672"/>
                  </a:lnTo>
                  <a:lnTo>
                    <a:pt x="83959" y="858084"/>
                  </a:lnTo>
                  <a:lnTo>
                    <a:pt x="83052" y="858496"/>
                  </a:lnTo>
                  <a:lnTo>
                    <a:pt x="82557" y="858718"/>
                  </a:lnTo>
                  <a:lnTo>
                    <a:pt x="82143" y="858913"/>
                  </a:lnTo>
                  <a:lnTo>
                    <a:pt x="81800" y="859070"/>
                  </a:lnTo>
                  <a:lnTo>
                    <a:pt x="81224" y="859324"/>
                  </a:lnTo>
                  <a:lnTo>
                    <a:pt x="80306" y="859743"/>
                  </a:lnTo>
                  <a:lnTo>
                    <a:pt x="79316" y="860192"/>
                  </a:lnTo>
                  <a:lnTo>
                    <a:pt x="78378" y="860618"/>
                  </a:lnTo>
                  <a:lnTo>
                    <a:pt x="77551" y="860995"/>
                  </a:lnTo>
                  <a:lnTo>
                    <a:pt x="77026" y="861230"/>
                  </a:lnTo>
                  <a:lnTo>
                    <a:pt x="76634" y="861397"/>
                  </a:lnTo>
                  <a:lnTo>
                    <a:pt x="77003" y="865602"/>
                  </a:lnTo>
                  <a:lnTo>
                    <a:pt x="77140" y="866669"/>
                  </a:lnTo>
                  <a:lnTo>
                    <a:pt x="77044" y="866474"/>
                  </a:lnTo>
                  <a:lnTo>
                    <a:pt x="76769" y="866270"/>
                  </a:lnTo>
                  <a:lnTo>
                    <a:pt x="76045" y="865643"/>
                  </a:lnTo>
                  <a:lnTo>
                    <a:pt x="75713" y="865259"/>
                  </a:lnTo>
                  <a:lnTo>
                    <a:pt x="75406" y="865000"/>
                  </a:lnTo>
                  <a:lnTo>
                    <a:pt x="74819" y="864639"/>
                  </a:lnTo>
                  <a:lnTo>
                    <a:pt x="73913" y="864174"/>
                  </a:lnTo>
                  <a:lnTo>
                    <a:pt x="73617" y="864034"/>
                  </a:lnTo>
                  <a:lnTo>
                    <a:pt x="73369" y="863945"/>
                  </a:lnTo>
                  <a:lnTo>
                    <a:pt x="73072" y="863731"/>
                  </a:lnTo>
                  <a:lnTo>
                    <a:pt x="72468" y="863107"/>
                  </a:lnTo>
                  <a:lnTo>
                    <a:pt x="72216" y="862758"/>
                  </a:lnTo>
                  <a:lnTo>
                    <a:pt x="72109" y="862494"/>
                  </a:lnTo>
                  <a:lnTo>
                    <a:pt x="72013" y="862329"/>
                  </a:lnTo>
                  <a:lnTo>
                    <a:pt x="71831" y="862097"/>
                  </a:lnTo>
                  <a:lnTo>
                    <a:pt x="71763" y="861862"/>
                  </a:lnTo>
                  <a:lnTo>
                    <a:pt x="71649" y="861312"/>
                  </a:lnTo>
                  <a:lnTo>
                    <a:pt x="71515" y="860741"/>
                  </a:lnTo>
                  <a:lnTo>
                    <a:pt x="71392" y="860183"/>
                  </a:lnTo>
                  <a:lnTo>
                    <a:pt x="71264" y="859637"/>
                  </a:lnTo>
                  <a:lnTo>
                    <a:pt x="71141" y="859075"/>
                  </a:lnTo>
                  <a:lnTo>
                    <a:pt x="71016" y="858500"/>
                  </a:lnTo>
                  <a:lnTo>
                    <a:pt x="70849" y="857774"/>
                  </a:lnTo>
                  <a:lnTo>
                    <a:pt x="70269" y="857934"/>
                  </a:lnTo>
                  <a:lnTo>
                    <a:pt x="69780" y="858081"/>
                  </a:lnTo>
                  <a:lnTo>
                    <a:pt x="69416" y="858187"/>
                  </a:lnTo>
                  <a:lnTo>
                    <a:pt x="69002" y="858314"/>
                  </a:lnTo>
                  <a:lnTo>
                    <a:pt x="68563" y="858446"/>
                  </a:lnTo>
                  <a:lnTo>
                    <a:pt x="67309" y="858814"/>
                  </a:lnTo>
                  <a:lnTo>
                    <a:pt x="66190" y="859176"/>
                  </a:lnTo>
                  <a:lnTo>
                    <a:pt x="66461" y="859539"/>
                  </a:lnTo>
                  <a:lnTo>
                    <a:pt x="66865" y="860080"/>
                  </a:lnTo>
                  <a:lnTo>
                    <a:pt x="67067" y="860347"/>
                  </a:lnTo>
                  <a:lnTo>
                    <a:pt x="67402" y="860806"/>
                  </a:lnTo>
                  <a:lnTo>
                    <a:pt x="67800" y="861348"/>
                  </a:lnTo>
                  <a:lnTo>
                    <a:pt x="68192" y="861885"/>
                  </a:lnTo>
                  <a:lnTo>
                    <a:pt x="68551" y="862363"/>
                  </a:lnTo>
                  <a:lnTo>
                    <a:pt x="68813" y="862932"/>
                  </a:lnTo>
                  <a:lnTo>
                    <a:pt x="68432" y="863100"/>
                  </a:lnTo>
                  <a:lnTo>
                    <a:pt x="67621" y="863450"/>
                  </a:lnTo>
                  <a:lnTo>
                    <a:pt x="67208" y="863626"/>
                  </a:lnTo>
                  <a:lnTo>
                    <a:pt x="66621" y="863881"/>
                  </a:lnTo>
                  <a:lnTo>
                    <a:pt x="65576" y="864348"/>
                  </a:lnTo>
                  <a:lnTo>
                    <a:pt x="64630" y="864770"/>
                  </a:lnTo>
                  <a:lnTo>
                    <a:pt x="64191" y="864970"/>
                  </a:lnTo>
                  <a:lnTo>
                    <a:pt x="63782" y="865152"/>
                  </a:lnTo>
                  <a:lnTo>
                    <a:pt x="62898" y="865529"/>
                  </a:lnTo>
                  <a:lnTo>
                    <a:pt x="59250" y="867108"/>
                  </a:lnTo>
                  <a:lnTo>
                    <a:pt x="55485" y="868774"/>
                  </a:lnTo>
                  <a:lnTo>
                    <a:pt x="55447" y="867241"/>
                  </a:lnTo>
                  <a:lnTo>
                    <a:pt x="55395" y="865178"/>
                  </a:lnTo>
                  <a:lnTo>
                    <a:pt x="55390" y="864994"/>
                  </a:lnTo>
                  <a:lnTo>
                    <a:pt x="55380" y="864623"/>
                  </a:lnTo>
                  <a:lnTo>
                    <a:pt x="55364" y="863937"/>
                  </a:lnTo>
                  <a:lnTo>
                    <a:pt x="55335" y="863413"/>
                  </a:lnTo>
                  <a:lnTo>
                    <a:pt x="55296" y="862637"/>
                  </a:lnTo>
                  <a:lnTo>
                    <a:pt x="55285" y="862180"/>
                  </a:lnTo>
                  <a:lnTo>
                    <a:pt x="55241" y="860353"/>
                  </a:lnTo>
                  <a:lnTo>
                    <a:pt x="55229" y="859896"/>
                  </a:lnTo>
                  <a:lnTo>
                    <a:pt x="55218" y="859440"/>
                  </a:lnTo>
                  <a:lnTo>
                    <a:pt x="55206" y="858984"/>
                  </a:lnTo>
                  <a:lnTo>
                    <a:pt x="55195" y="858529"/>
                  </a:lnTo>
                  <a:lnTo>
                    <a:pt x="55182" y="858080"/>
                  </a:lnTo>
                  <a:lnTo>
                    <a:pt x="55168" y="857624"/>
                  </a:lnTo>
                  <a:lnTo>
                    <a:pt x="55153" y="857166"/>
                  </a:lnTo>
                  <a:lnTo>
                    <a:pt x="55145" y="856702"/>
                  </a:lnTo>
                  <a:lnTo>
                    <a:pt x="55132" y="856250"/>
                  </a:lnTo>
                  <a:lnTo>
                    <a:pt x="55117" y="855794"/>
                  </a:lnTo>
                  <a:lnTo>
                    <a:pt x="55104" y="855339"/>
                  </a:lnTo>
                  <a:lnTo>
                    <a:pt x="55092" y="854883"/>
                  </a:lnTo>
                  <a:lnTo>
                    <a:pt x="55081" y="854429"/>
                  </a:lnTo>
                  <a:lnTo>
                    <a:pt x="55069" y="853972"/>
                  </a:lnTo>
                  <a:lnTo>
                    <a:pt x="55056" y="853513"/>
                  </a:lnTo>
                  <a:lnTo>
                    <a:pt x="55041" y="853055"/>
                  </a:lnTo>
                  <a:lnTo>
                    <a:pt x="55027" y="852596"/>
                  </a:lnTo>
                  <a:lnTo>
                    <a:pt x="55016" y="852137"/>
                  </a:lnTo>
                  <a:lnTo>
                    <a:pt x="55004" y="851679"/>
                  </a:lnTo>
                  <a:lnTo>
                    <a:pt x="54987" y="851221"/>
                  </a:lnTo>
                  <a:lnTo>
                    <a:pt x="54977" y="850759"/>
                  </a:lnTo>
                  <a:lnTo>
                    <a:pt x="54966" y="850302"/>
                  </a:lnTo>
                  <a:lnTo>
                    <a:pt x="54922" y="849911"/>
                  </a:lnTo>
                  <a:lnTo>
                    <a:pt x="54131" y="849590"/>
                  </a:lnTo>
                  <a:lnTo>
                    <a:pt x="53955" y="849523"/>
                  </a:lnTo>
                  <a:lnTo>
                    <a:pt x="53324" y="849287"/>
                  </a:lnTo>
                  <a:lnTo>
                    <a:pt x="53107" y="849225"/>
                  </a:lnTo>
                  <a:lnTo>
                    <a:pt x="52732" y="849162"/>
                  </a:lnTo>
                  <a:lnTo>
                    <a:pt x="51934" y="849019"/>
                  </a:lnTo>
                  <a:lnTo>
                    <a:pt x="51346" y="848914"/>
                  </a:lnTo>
                  <a:lnTo>
                    <a:pt x="51045" y="848847"/>
                  </a:lnTo>
                  <a:lnTo>
                    <a:pt x="50648" y="848514"/>
                  </a:lnTo>
                  <a:lnTo>
                    <a:pt x="50518" y="848403"/>
                  </a:lnTo>
                  <a:lnTo>
                    <a:pt x="50332" y="848249"/>
                  </a:lnTo>
                  <a:lnTo>
                    <a:pt x="50056" y="848013"/>
                  </a:lnTo>
                  <a:lnTo>
                    <a:pt x="49571" y="847599"/>
                  </a:lnTo>
                  <a:lnTo>
                    <a:pt x="49394" y="847449"/>
                  </a:lnTo>
                  <a:lnTo>
                    <a:pt x="49031" y="847140"/>
                  </a:lnTo>
                  <a:lnTo>
                    <a:pt x="48884" y="847014"/>
                  </a:lnTo>
                  <a:lnTo>
                    <a:pt x="48419" y="846623"/>
                  </a:lnTo>
                  <a:lnTo>
                    <a:pt x="47865" y="846206"/>
                  </a:lnTo>
                  <a:lnTo>
                    <a:pt x="47158" y="845944"/>
                  </a:lnTo>
                  <a:lnTo>
                    <a:pt x="46457" y="845688"/>
                  </a:lnTo>
                  <a:lnTo>
                    <a:pt x="45926" y="845490"/>
                  </a:lnTo>
                  <a:lnTo>
                    <a:pt x="45053" y="844895"/>
                  </a:lnTo>
                  <a:lnTo>
                    <a:pt x="44548" y="844569"/>
                  </a:lnTo>
                  <a:lnTo>
                    <a:pt x="44356" y="844452"/>
                  </a:lnTo>
                  <a:lnTo>
                    <a:pt x="43739" y="844051"/>
                  </a:lnTo>
                  <a:lnTo>
                    <a:pt x="42073" y="842979"/>
                  </a:lnTo>
                  <a:lnTo>
                    <a:pt x="41311" y="842498"/>
                  </a:lnTo>
                  <a:lnTo>
                    <a:pt x="39227" y="841169"/>
                  </a:lnTo>
                  <a:lnTo>
                    <a:pt x="37875" y="840315"/>
                  </a:lnTo>
                  <a:lnTo>
                    <a:pt x="34970" y="836927"/>
                  </a:lnTo>
                  <a:lnTo>
                    <a:pt x="34623" y="836536"/>
                  </a:lnTo>
                  <a:lnTo>
                    <a:pt x="27444" y="828463"/>
                  </a:lnTo>
                  <a:lnTo>
                    <a:pt x="26647" y="827570"/>
                  </a:lnTo>
                  <a:lnTo>
                    <a:pt x="21713" y="821647"/>
                  </a:lnTo>
                  <a:lnTo>
                    <a:pt x="21788" y="821358"/>
                  </a:lnTo>
                  <a:lnTo>
                    <a:pt x="21788" y="821186"/>
                  </a:lnTo>
                  <a:lnTo>
                    <a:pt x="21479" y="820952"/>
                  </a:lnTo>
                  <a:lnTo>
                    <a:pt x="21021" y="820577"/>
                  </a:lnTo>
                  <a:lnTo>
                    <a:pt x="20960" y="819897"/>
                  </a:lnTo>
                  <a:lnTo>
                    <a:pt x="21349" y="819545"/>
                  </a:lnTo>
                  <a:lnTo>
                    <a:pt x="21574" y="819342"/>
                  </a:lnTo>
                  <a:lnTo>
                    <a:pt x="21745" y="819186"/>
                  </a:lnTo>
                  <a:lnTo>
                    <a:pt x="22021" y="818948"/>
                  </a:lnTo>
                  <a:lnTo>
                    <a:pt x="22387" y="818616"/>
                  </a:lnTo>
                  <a:lnTo>
                    <a:pt x="22546" y="818472"/>
                  </a:lnTo>
                  <a:lnTo>
                    <a:pt x="22750" y="818295"/>
                  </a:lnTo>
                  <a:lnTo>
                    <a:pt x="23047" y="818022"/>
                  </a:lnTo>
                  <a:lnTo>
                    <a:pt x="23402" y="817705"/>
                  </a:lnTo>
                  <a:lnTo>
                    <a:pt x="23744" y="817402"/>
                  </a:lnTo>
                  <a:lnTo>
                    <a:pt x="23917" y="817252"/>
                  </a:lnTo>
                  <a:lnTo>
                    <a:pt x="24141" y="817055"/>
                  </a:lnTo>
                  <a:lnTo>
                    <a:pt x="24624" y="816637"/>
                  </a:lnTo>
                  <a:lnTo>
                    <a:pt x="24928" y="816371"/>
                  </a:lnTo>
                  <a:lnTo>
                    <a:pt x="25174" y="816158"/>
                  </a:lnTo>
                  <a:lnTo>
                    <a:pt x="25528" y="815852"/>
                  </a:lnTo>
                  <a:lnTo>
                    <a:pt x="26299" y="815188"/>
                  </a:lnTo>
                  <a:lnTo>
                    <a:pt x="26495" y="815016"/>
                  </a:lnTo>
                  <a:lnTo>
                    <a:pt x="26658" y="814874"/>
                  </a:lnTo>
                  <a:lnTo>
                    <a:pt x="26813" y="814735"/>
                  </a:lnTo>
                  <a:lnTo>
                    <a:pt x="26960" y="814607"/>
                  </a:lnTo>
                  <a:lnTo>
                    <a:pt x="27477" y="814154"/>
                  </a:lnTo>
                  <a:lnTo>
                    <a:pt x="28282" y="813472"/>
                  </a:lnTo>
                  <a:lnTo>
                    <a:pt x="28475" y="813300"/>
                  </a:lnTo>
                  <a:lnTo>
                    <a:pt x="28883" y="812950"/>
                  </a:lnTo>
                  <a:lnTo>
                    <a:pt x="29284" y="812601"/>
                  </a:lnTo>
                  <a:lnTo>
                    <a:pt x="29687" y="812255"/>
                  </a:lnTo>
                  <a:lnTo>
                    <a:pt x="30076" y="811918"/>
                  </a:lnTo>
                  <a:lnTo>
                    <a:pt x="30457" y="811582"/>
                  </a:lnTo>
                  <a:lnTo>
                    <a:pt x="30845" y="811250"/>
                  </a:lnTo>
                  <a:lnTo>
                    <a:pt x="31585" y="810619"/>
                  </a:lnTo>
                  <a:lnTo>
                    <a:pt x="31952" y="810295"/>
                  </a:lnTo>
                  <a:lnTo>
                    <a:pt x="31869" y="810113"/>
                  </a:lnTo>
                  <a:lnTo>
                    <a:pt x="31577" y="809622"/>
                  </a:lnTo>
                  <a:lnTo>
                    <a:pt x="31339" y="809146"/>
                  </a:lnTo>
                  <a:lnTo>
                    <a:pt x="31096" y="808674"/>
                  </a:lnTo>
                  <a:lnTo>
                    <a:pt x="30853" y="808203"/>
                  </a:lnTo>
                  <a:lnTo>
                    <a:pt x="30611" y="807731"/>
                  </a:lnTo>
                  <a:lnTo>
                    <a:pt x="30368" y="807259"/>
                  </a:lnTo>
                  <a:lnTo>
                    <a:pt x="30125" y="806787"/>
                  </a:lnTo>
                  <a:lnTo>
                    <a:pt x="29884" y="806315"/>
                  </a:lnTo>
                  <a:lnTo>
                    <a:pt x="29641" y="805844"/>
                  </a:lnTo>
                  <a:lnTo>
                    <a:pt x="29394" y="805374"/>
                  </a:lnTo>
                  <a:lnTo>
                    <a:pt x="29219" y="805032"/>
                  </a:lnTo>
                  <a:lnTo>
                    <a:pt x="29160" y="804903"/>
                  </a:lnTo>
                  <a:lnTo>
                    <a:pt x="28917" y="804428"/>
                  </a:lnTo>
                  <a:lnTo>
                    <a:pt x="28666" y="803954"/>
                  </a:lnTo>
                  <a:lnTo>
                    <a:pt x="28415" y="803479"/>
                  </a:lnTo>
                  <a:lnTo>
                    <a:pt x="28165" y="803004"/>
                  </a:lnTo>
                  <a:lnTo>
                    <a:pt x="27920" y="802529"/>
                  </a:lnTo>
                  <a:lnTo>
                    <a:pt x="27676" y="802054"/>
                  </a:lnTo>
                  <a:lnTo>
                    <a:pt x="27432" y="801579"/>
                  </a:lnTo>
                  <a:lnTo>
                    <a:pt x="27186" y="801104"/>
                  </a:lnTo>
                  <a:lnTo>
                    <a:pt x="26935" y="800629"/>
                  </a:lnTo>
                  <a:lnTo>
                    <a:pt x="26685" y="800153"/>
                  </a:lnTo>
                  <a:lnTo>
                    <a:pt x="26443" y="799676"/>
                  </a:lnTo>
                  <a:lnTo>
                    <a:pt x="26207" y="799198"/>
                  </a:lnTo>
                  <a:lnTo>
                    <a:pt x="25960" y="798721"/>
                  </a:lnTo>
                  <a:lnTo>
                    <a:pt x="25714" y="798245"/>
                  </a:lnTo>
                  <a:lnTo>
                    <a:pt x="25464" y="797770"/>
                  </a:lnTo>
                  <a:lnTo>
                    <a:pt x="25222" y="797295"/>
                  </a:lnTo>
                  <a:lnTo>
                    <a:pt x="24981" y="796821"/>
                  </a:lnTo>
                  <a:lnTo>
                    <a:pt x="24733" y="796339"/>
                  </a:lnTo>
                  <a:lnTo>
                    <a:pt x="24488" y="795868"/>
                  </a:lnTo>
                  <a:lnTo>
                    <a:pt x="24244" y="795396"/>
                  </a:lnTo>
                  <a:lnTo>
                    <a:pt x="24005" y="794920"/>
                  </a:lnTo>
                  <a:lnTo>
                    <a:pt x="23756" y="794445"/>
                  </a:lnTo>
                  <a:lnTo>
                    <a:pt x="23511" y="793972"/>
                  </a:lnTo>
                  <a:lnTo>
                    <a:pt x="23270" y="793497"/>
                  </a:lnTo>
                  <a:lnTo>
                    <a:pt x="23020" y="793020"/>
                  </a:lnTo>
                  <a:lnTo>
                    <a:pt x="22767" y="792535"/>
                  </a:lnTo>
                  <a:lnTo>
                    <a:pt x="22619" y="792249"/>
                  </a:lnTo>
                  <a:lnTo>
                    <a:pt x="22347" y="791730"/>
                  </a:lnTo>
                  <a:lnTo>
                    <a:pt x="21997" y="791061"/>
                  </a:lnTo>
                  <a:lnTo>
                    <a:pt x="21897" y="790866"/>
                  </a:lnTo>
                  <a:lnTo>
                    <a:pt x="21739" y="790561"/>
                  </a:lnTo>
                  <a:lnTo>
                    <a:pt x="21562" y="790221"/>
                  </a:lnTo>
                  <a:lnTo>
                    <a:pt x="21310" y="789753"/>
                  </a:lnTo>
                  <a:lnTo>
                    <a:pt x="21163" y="789463"/>
                  </a:lnTo>
                  <a:lnTo>
                    <a:pt x="21018" y="789190"/>
                  </a:lnTo>
                  <a:lnTo>
                    <a:pt x="20721" y="788627"/>
                  </a:lnTo>
                  <a:lnTo>
                    <a:pt x="20434" y="788068"/>
                  </a:lnTo>
                  <a:lnTo>
                    <a:pt x="20140" y="787508"/>
                  </a:lnTo>
                  <a:lnTo>
                    <a:pt x="19850" y="786949"/>
                  </a:lnTo>
                  <a:lnTo>
                    <a:pt x="19562" y="786383"/>
                  </a:lnTo>
                  <a:lnTo>
                    <a:pt x="19264" y="785816"/>
                  </a:lnTo>
                  <a:lnTo>
                    <a:pt x="19166" y="785626"/>
                  </a:lnTo>
                  <a:lnTo>
                    <a:pt x="18963" y="785245"/>
                  </a:lnTo>
                  <a:lnTo>
                    <a:pt x="18781" y="784899"/>
                  </a:lnTo>
                  <a:lnTo>
                    <a:pt x="18669" y="784684"/>
                  </a:lnTo>
                  <a:lnTo>
                    <a:pt x="18080" y="783554"/>
                  </a:lnTo>
                  <a:lnTo>
                    <a:pt x="17754" y="782942"/>
                  </a:lnTo>
                  <a:lnTo>
                    <a:pt x="17673" y="782791"/>
                  </a:lnTo>
                  <a:lnTo>
                    <a:pt x="17571" y="782592"/>
                  </a:lnTo>
                  <a:lnTo>
                    <a:pt x="17440" y="782341"/>
                  </a:lnTo>
                  <a:lnTo>
                    <a:pt x="17182" y="781849"/>
                  </a:lnTo>
                  <a:lnTo>
                    <a:pt x="15942" y="779481"/>
                  </a:lnTo>
                  <a:lnTo>
                    <a:pt x="15547" y="778727"/>
                  </a:lnTo>
                  <a:lnTo>
                    <a:pt x="15442" y="778536"/>
                  </a:lnTo>
                  <a:lnTo>
                    <a:pt x="15007" y="777719"/>
                  </a:lnTo>
                  <a:lnTo>
                    <a:pt x="14867" y="777457"/>
                  </a:lnTo>
                  <a:lnTo>
                    <a:pt x="14071" y="775977"/>
                  </a:lnTo>
                  <a:lnTo>
                    <a:pt x="13868" y="775598"/>
                  </a:lnTo>
                  <a:lnTo>
                    <a:pt x="13355" y="774633"/>
                  </a:lnTo>
                  <a:lnTo>
                    <a:pt x="12899" y="773776"/>
                  </a:lnTo>
                  <a:lnTo>
                    <a:pt x="12692" y="773388"/>
                  </a:lnTo>
                  <a:lnTo>
                    <a:pt x="8111" y="764872"/>
                  </a:lnTo>
                  <a:lnTo>
                    <a:pt x="3706" y="756886"/>
                  </a:lnTo>
                  <a:lnTo>
                    <a:pt x="3181" y="755913"/>
                  </a:lnTo>
                  <a:lnTo>
                    <a:pt x="3044" y="755615"/>
                  </a:lnTo>
                  <a:lnTo>
                    <a:pt x="889" y="750742"/>
                  </a:lnTo>
                  <a:lnTo>
                    <a:pt x="0" y="749040"/>
                  </a:lnTo>
                  <a:lnTo>
                    <a:pt x="24673" y="752812"/>
                  </a:lnTo>
                  <a:lnTo>
                    <a:pt x="33822" y="754325"/>
                  </a:lnTo>
                  <a:lnTo>
                    <a:pt x="48432" y="756704"/>
                  </a:lnTo>
                  <a:lnTo>
                    <a:pt x="65013" y="757482"/>
                  </a:lnTo>
                  <a:lnTo>
                    <a:pt x="70148" y="757985"/>
                  </a:lnTo>
                  <a:lnTo>
                    <a:pt x="80884" y="758952"/>
                  </a:lnTo>
                  <a:lnTo>
                    <a:pt x="84071" y="759252"/>
                  </a:lnTo>
                  <a:lnTo>
                    <a:pt x="86579" y="759332"/>
                  </a:lnTo>
                  <a:lnTo>
                    <a:pt x="110508" y="761246"/>
                  </a:lnTo>
                  <a:lnTo>
                    <a:pt x="132428" y="756897"/>
                  </a:lnTo>
                  <a:lnTo>
                    <a:pt x="146602" y="757567"/>
                  </a:lnTo>
                  <a:lnTo>
                    <a:pt x="146735" y="757257"/>
                  </a:lnTo>
                  <a:lnTo>
                    <a:pt x="149124" y="754681"/>
                  </a:lnTo>
                  <a:lnTo>
                    <a:pt x="174104" y="755599"/>
                  </a:lnTo>
                  <a:lnTo>
                    <a:pt x="201348" y="761877"/>
                  </a:lnTo>
                  <a:lnTo>
                    <a:pt x="208130" y="763400"/>
                  </a:lnTo>
                  <a:lnTo>
                    <a:pt x="219244" y="764554"/>
                  </a:lnTo>
                  <a:lnTo>
                    <a:pt x="228645" y="775480"/>
                  </a:lnTo>
                  <a:lnTo>
                    <a:pt x="232181" y="779461"/>
                  </a:lnTo>
                  <a:lnTo>
                    <a:pt x="249810" y="783830"/>
                  </a:lnTo>
                  <a:lnTo>
                    <a:pt x="254422" y="783028"/>
                  </a:lnTo>
                  <a:lnTo>
                    <a:pt x="259102" y="783504"/>
                  </a:lnTo>
                  <a:lnTo>
                    <a:pt x="262257" y="783459"/>
                  </a:lnTo>
                  <a:lnTo>
                    <a:pt x="272461" y="788247"/>
                  </a:lnTo>
                  <a:lnTo>
                    <a:pt x="275795" y="789820"/>
                  </a:lnTo>
                  <a:lnTo>
                    <a:pt x="295777" y="798194"/>
                  </a:lnTo>
                  <a:lnTo>
                    <a:pt x="300655" y="799168"/>
                  </a:lnTo>
                  <a:lnTo>
                    <a:pt x="311377" y="801182"/>
                  </a:lnTo>
                  <a:lnTo>
                    <a:pt x="316643" y="802518"/>
                  </a:lnTo>
                  <a:lnTo>
                    <a:pt x="326851" y="802301"/>
                  </a:lnTo>
                  <a:lnTo>
                    <a:pt x="337673" y="800357"/>
                  </a:lnTo>
                  <a:lnTo>
                    <a:pt x="348228" y="798491"/>
                  </a:lnTo>
                  <a:lnTo>
                    <a:pt x="347888" y="810087"/>
                  </a:lnTo>
                  <a:lnTo>
                    <a:pt x="355684" y="810889"/>
                  </a:lnTo>
                  <a:lnTo>
                    <a:pt x="366845" y="810498"/>
                  </a:lnTo>
                  <a:lnTo>
                    <a:pt x="370914" y="814413"/>
                  </a:lnTo>
                  <a:lnTo>
                    <a:pt x="381336" y="805225"/>
                  </a:lnTo>
                  <a:lnTo>
                    <a:pt x="384184" y="805359"/>
                  </a:lnTo>
                  <a:lnTo>
                    <a:pt x="387655" y="803668"/>
                  </a:lnTo>
                  <a:lnTo>
                    <a:pt x="388655" y="802809"/>
                  </a:lnTo>
                  <a:lnTo>
                    <a:pt x="393410" y="800618"/>
                  </a:lnTo>
                  <a:lnTo>
                    <a:pt x="398324" y="797910"/>
                  </a:lnTo>
                  <a:lnTo>
                    <a:pt x="404624" y="795076"/>
                  </a:lnTo>
                  <a:lnTo>
                    <a:pt x="412650" y="792276"/>
                  </a:lnTo>
                  <a:lnTo>
                    <a:pt x="421677" y="788868"/>
                  </a:lnTo>
                  <a:lnTo>
                    <a:pt x="435460" y="783176"/>
                  </a:lnTo>
                  <a:lnTo>
                    <a:pt x="446756" y="778759"/>
                  </a:lnTo>
                  <a:lnTo>
                    <a:pt x="455073" y="775978"/>
                  </a:lnTo>
                  <a:lnTo>
                    <a:pt x="467627" y="774549"/>
                  </a:lnTo>
                  <a:lnTo>
                    <a:pt x="478074" y="772040"/>
                  </a:lnTo>
                  <a:lnTo>
                    <a:pt x="478980" y="769507"/>
                  </a:lnTo>
                  <a:lnTo>
                    <a:pt x="487263" y="766912"/>
                  </a:lnTo>
                  <a:lnTo>
                    <a:pt x="488877" y="767037"/>
                  </a:lnTo>
                  <a:lnTo>
                    <a:pt x="492319" y="769461"/>
                  </a:lnTo>
                  <a:lnTo>
                    <a:pt x="499924" y="769328"/>
                  </a:lnTo>
                  <a:lnTo>
                    <a:pt x="509540" y="769943"/>
                  </a:lnTo>
                  <a:lnTo>
                    <a:pt x="510814" y="769370"/>
                  </a:lnTo>
                  <a:lnTo>
                    <a:pt x="511751" y="769402"/>
                  </a:lnTo>
                  <a:lnTo>
                    <a:pt x="512778" y="768926"/>
                  </a:lnTo>
                  <a:lnTo>
                    <a:pt x="513693" y="768412"/>
                  </a:lnTo>
                  <a:lnTo>
                    <a:pt x="516710" y="768360"/>
                  </a:lnTo>
                  <a:lnTo>
                    <a:pt x="524214" y="767075"/>
                  </a:lnTo>
                  <a:lnTo>
                    <a:pt x="526609" y="768255"/>
                  </a:lnTo>
                  <a:lnTo>
                    <a:pt x="535213" y="768003"/>
                  </a:lnTo>
                  <a:lnTo>
                    <a:pt x="537615" y="767932"/>
                  </a:lnTo>
                  <a:lnTo>
                    <a:pt x="545811" y="769642"/>
                  </a:lnTo>
                  <a:lnTo>
                    <a:pt x="550194" y="769515"/>
                  </a:lnTo>
                  <a:lnTo>
                    <a:pt x="551936" y="770120"/>
                  </a:lnTo>
                  <a:lnTo>
                    <a:pt x="552477" y="770588"/>
                  </a:lnTo>
                  <a:lnTo>
                    <a:pt x="557744" y="768262"/>
                  </a:lnTo>
                  <a:lnTo>
                    <a:pt x="559257" y="767594"/>
                  </a:lnTo>
                  <a:lnTo>
                    <a:pt x="559769" y="767368"/>
                  </a:lnTo>
                  <a:lnTo>
                    <a:pt x="560394" y="767771"/>
                  </a:lnTo>
                  <a:lnTo>
                    <a:pt x="560987" y="767162"/>
                  </a:lnTo>
                  <a:lnTo>
                    <a:pt x="571551" y="768241"/>
                  </a:lnTo>
                  <a:lnTo>
                    <a:pt x="573626" y="768454"/>
                  </a:lnTo>
                  <a:lnTo>
                    <a:pt x="574541" y="768070"/>
                  </a:lnTo>
                  <a:lnTo>
                    <a:pt x="577539" y="767782"/>
                  </a:lnTo>
                  <a:lnTo>
                    <a:pt x="578133" y="767724"/>
                  </a:lnTo>
                  <a:lnTo>
                    <a:pt x="578849" y="767651"/>
                  </a:lnTo>
                  <a:lnTo>
                    <a:pt x="579402" y="767594"/>
                  </a:lnTo>
                  <a:lnTo>
                    <a:pt x="581006" y="767430"/>
                  </a:lnTo>
                  <a:lnTo>
                    <a:pt x="582812" y="767246"/>
                  </a:lnTo>
                  <a:lnTo>
                    <a:pt x="583575" y="766621"/>
                  </a:lnTo>
                  <a:lnTo>
                    <a:pt x="584523" y="766541"/>
                  </a:lnTo>
                  <a:lnTo>
                    <a:pt x="585476" y="766461"/>
                  </a:lnTo>
                  <a:lnTo>
                    <a:pt x="592186" y="761763"/>
                  </a:lnTo>
                  <a:lnTo>
                    <a:pt x="594113" y="761013"/>
                  </a:lnTo>
                  <a:lnTo>
                    <a:pt x="602818" y="757624"/>
                  </a:lnTo>
                  <a:lnTo>
                    <a:pt x="606299" y="757534"/>
                  </a:lnTo>
                  <a:lnTo>
                    <a:pt x="612345" y="757377"/>
                  </a:lnTo>
                  <a:lnTo>
                    <a:pt x="613788" y="755561"/>
                  </a:lnTo>
                  <a:lnTo>
                    <a:pt x="615483" y="754968"/>
                  </a:lnTo>
                  <a:lnTo>
                    <a:pt x="620466" y="753224"/>
                  </a:lnTo>
                  <a:lnTo>
                    <a:pt x="622041" y="752673"/>
                  </a:lnTo>
                  <a:lnTo>
                    <a:pt x="623249" y="752250"/>
                  </a:lnTo>
                  <a:lnTo>
                    <a:pt x="628009" y="749831"/>
                  </a:lnTo>
                  <a:lnTo>
                    <a:pt x="629422" y="746773"/>
                  </a:lnTo>
                  <a:lnTo>
                    <a:pt x="635027" y="742933"/>
                  </a:lnTo>
                  <a:lnTo>
                    <a:pt x="637023" y="741565"/>
                  </a:lnTo>
                  <a:lnTo>
                    <a:pt x="639809" y="737057"/>
                  </a:lnTo>
                  <a:lnTo>
                    <a:pt x="639752" y="736001"/>
                  </a:lnTo>
                  <a:lnTo>
                    <a:pt x="642046" y="733393"/>
                  </a:lnTo>
                  <a:lnTo>
                    <a:pt x="643742" y="732632"/>
                  </a:lnTo>
                  <a:lnTo>
                    <a:pt x="648997" y="727090"/>
                  </a:lnTo>
                  <a:lnTo>
                    <a:pt x="655420" y="720315"/>
                  </a:lnTo>
                  <a:lnTo>
                    <a:pt x="657463" y="719244"/>
                  </a:lnTo>
                  <a:lnTo>
                    <a:pt x="657702" y="718860"/>
                  </a:lnTo>
                  <a:lnTo>
                    <a:pt x="658851" y="718500"/>
                  </a:lnTo>
                  <a:lnTo>
                    <a:pt x="661500" y="717668"/>
                  </a:lnTo>
                  <a:lnTo>
                    <a:pt x="663156" y="716844"/>
                  </a:lnTo>
                  <a:lnTo>
                    <a:pt x="667159" y="715621"/>
                  </a:lnTo>
                  <a:lnTo>
                    <a:pt x="669575" y="714887"/>
                  </a:lnTo>
                  <a:lnTo>
                    <a:pt x="670757" y="714814"/>
                  </a:lnTo>
                  <a:lnTo>
                    <a:pt x="671354" y="714462"/>
                  </a:lnTo>
                  <a:lnTo>
                    <a:pt x="673368" y="712655"/>
                  </a:lnTo>
                  <a:lnTo>
                    <a:pt x="676185" y="711536"/>
                  </a:lnTo>
                  <a:lnTo>
                    <a:pt x="678692" y="711760"/>
                  </a:lnTo>
                  <a:lnTo>
                    <a:pt x="681290" y="711762"/>
                  </a:lnTo>
                  <a:lnTo>
                    <a:pt x="683301" y="710418"/>
                  </a:lnTo>
                  <a:lnTo>
                    <a:pt x="688938" y="704918"/>
                  </a:lnTo>
                  <a:lnTo>
                    <a:pt x="692014" y="701917"/>
                  </a:lnTo>
                  <a:lnTo>
                    <a:pt x="696715" y="701806"/>
                  </a:lnTo>
                  <a:lnTo>
                    <a:pt x="698388" y="701013"/>
                  </a:lnTo>
                  <a:lnTo>
                    <a:pt x="699459" y="700757"/>
                  </a:lnTo>
                  <a:lnTo>
                    <a:pt x="700353" y="697868"/>
                  </a:lnTo>
                  <a:lnTo>
                    <a:pt x="700222" y="695081"/>
                  </a:lnTo>
                  <a:lnTo>
                    <a:pt x="699916" y="693843"/>
                  </a:lnTo>
                  <a:lnTo>
                    <a:pt x="695751" y="687609"/>
                  </a:lnTo>
                  <a:lnTo>
                    <a:pt x="691834" y="684236"/>
                  </a:lnTo>
                  <a:lnTo>
                    <a:pt x="691554" y="684018"/>
                  </a:lnTo>
                  <a:lnTo>
                    <a:pt x="689918" y="683537"/>
                  </a:lnTo>
                  <a:lnTo>
                    <a:pt x="688646" y="682940"/>
                  </a:lnTo>
                  <a:lnTo>
                    <a:pt x="687020" y="681946"/>
                  </a:lnTo>
                  <a:lnTo>
                    <a:pt x="685925" y="681085"/>
                  </a:lnTo>
                  <a:lnTo>
                    <a:pt x="685004" y="679983"/>
                  </a:lnTo>
                  <a:lnTo>
                    <a:pt x="683356" y="678239"/>
                  </a:lnTo>
                  <a:lnTo>
                    <a:pt x="682781" y="677049"/>
                  </a:lnTo>
                  <a:lnTo>
                    <a:pt x="681992" y="676291"/>
                  </a:lnTo>
                  <a:lnTo>
                    <a:pt x="681192" y="675418"/>
                  </a:lnTo>
                  <a:lnTo>
                    <a:pt x="680618" y="674347"/>
                  </a:lnTo>
                  <a:lnTo>
                    <a:pt x="680125" y="672905"/>
                  </a:lnTo>
                  <a:lnTo>
                    <a:pt x="679722" y="671178"/>
                  </a:lnTo>
                  <a:lnTo>
                    <a:pt x="679835" y="670082"/>
                  </a:lnTo>
                  <a:lnTo>
                    <a:pt x="679147" y="669067"/>
                  </a:lnTo>
                  <a:lnTo>
                    <a:pt x="677660" y="668031"/>
                  </a:lnTo>
                  <a:lnTo>
                    <a:pt x="674926" y="667059"/>
                  </a:lnTo>
                  <a:lnTo>
                    <a:pt x="674178" y="665095"/>
                  </a:lnTo>
                  <a:lnTo>
                    <a:pt x="674719" y="663138"/>
                  </a:lnTo>
                  <a:lnTo>
                    <a:pt x="677062" y="658207"/>
                  </a:lnTo>
                  <a:lnTo>
                    <a:pt x="678899" y="656976"/>
                  </a:lnTo>
                  <a:lnTo>
                    <a:pt x="679727" y="654667"/>
                  </a:lnTo>
                  <a:lnTo>
                    <a:pt x="681108" y="653855"/>
                  </a:lnTo>
                  <a:lnTo>
                    <a:pt x="681497" y="653320"/>
                  </a:lnTo>
                  <a:lnTo>
                    <a:pt x="681051" y="649582"/>
                  </a:lnTo>
                  <a:lnTo>
                    <a:pt x="682205" y="646380"/>
                  </a:lnTo>
                  <a:lnTo>
                    <a:pt x="683266" y="643983"/>
                  </a:lnTo>
                  <a:lnTo>
                    <a:pt x="684077" y="642409"/>
                  </a:lnTo>
                  <a:lnTo>
                    <a:pt x="686382" y="639113"/>
                  </a:lnTo>
                  <a:lnTo>
                    <a:pt x="687630" y="637534"/>
                  </a:lnTo>
                  <a:lnTo>
                    <a:pt x="689810" y="633563"/>
                  </a:lnTo>
                  <a:lnTo>
                    <a:pt x="691072" y="631845"/>
                  </a:lnTo>
                  <a:lnTo>
                    <a:pt x="696689" y="627998"/>
                  </a:lnTo>
                  <a:lnTo>
                    <a:pt x="699641" y="626692"/>
                  </a:lnTo>
                  <a:lnTo>
                    <a:pt x="702022" y="625638"/>
                  </a:lnTo>
                  <a:lnTo>
                    <a:pt x="705219" y="625438"/>
                  </a:lnTo>
                  <a:lnTo>
                    <a:pt x="707226" y="626622"/>
                  </a:lnTo>
                  <a:lnTo>
                    <a:pt x="720723" y="627113"/>
                  </a:lnTo>
                  <a:lnTo>
                    <a:pt x="722318" y="626580"/>
                  </a:lnTo>
                  <a:lnTo>
                    <a:pt x="727535" y="630454"/>
                  </a:lnTo>
                  <a:lnTo>
                    <a:pt x="730392" y="634215"/>
                  </a:lnTo>
                  <a:lnTo>
                    <a:pt x="735538" y="636966"/>
                  </a:lnTo>
                  <a:lnTo>
                    <a:pt x="742344" y="639052"/>
                  </a:lnTo>
                  <a:lnTo>
                    <a:pt x="745993" y="639084"/>
                  </a:lnTo>
                  <a:lnTo>
                    <a:pt x="749564" y="639710"/>
                  </a:lnTo>
                  <a:lnTo>
                    <a:pt x="750086" y="639838"/>
                  </a:lnTo>
                  <a:lnTo>
                    <a:pt x="755162" y="641391"/>
                  </a:lnTo>
                  <a:lnTo>
                    <a:pt x="762464" y="641794"/>
                  </a:lnTo>
                  <a:lnTo>
                    <a:pt x="773084" y="642541"/>
                  </a:lnTo>
                  <a:lnTo>
                    <a:pt x="775042" y="643534"/>
                  </a:lnTo>
                  <a:lnTo>
                    <a:pt x="779041" y="644217"/>
                  </a:lnTo>
                  <a:lnTo>
                    <a:pt x="782911" y="641972"/>
                  </a:lnTo>
                  <a:lnTo>
                    <a:pt x="784985" y="640261"/>
                  </a:lnTo>
                  <a:lnTo>
                    <a:pt x="787014" y="638587"/>
                  </a:lnTo>
                  <a:lnTo>
                    <a:pt x="790013" y="637938"/>
                  </a:lnTo>
                  <a:lnTo>
                    <a:pt x="790164" y="637521"/>
                  </a:lnTo>
                  <a:lnTo>
                    <a:pt x="790308" y="637388"/>
                  </a:lnTo>
                  <a:lnTo>
                    <a:pt x="790813" y="637275"/>
                  </a:lnTo>
                  <a:lnTo>
                    <a:pt x="791083" y="637040"/>
                  </a:lnTo>
                  <a:lnTo>
                    <a:pt x="791173" y="636784"/>
                  </a:lnTo>
                  <a:lnTo>
                    <a:pt x="791168" y="636542"/>
                  </a:lnTo>
                  <a:lnTo>
                    <a:pt x="791400" y="636262"/>
                  </a:lnTo>
                  <a:lnTo>
                    <a:pt x="791696" y="636150"/>
                  </a:lnTo>
                  <a:lnTo>
                    <a:pt x="791949" y="635945"/>
                  </a:lnTo>
                  <a:lnTo>
                    <a:pt x="792012" y="635351"/>
                  </a:lnTo>
                  <a:lnTo>
                    <a:pt x="792295" y="635208"/>
                  </a:lnTo>
                  <a:lnTo>
                    <a:pt x="792719" y="635145"/>
                  </a:lnTo>
                  <a:lnTo>
                    <a:pt x="793652" y="635197"/>
                  </a:lnTo>
                  <a:lnTo>
                    <a:pt x="794445" y="635053"/>
                  </a:lnTo>
                  <a:lnTo>
                    <a:pt x="794974" y="634812"/>
                  </a:lnTo>
                  <a:lnTo>
                    <a:pt x="796910" y="634509"/>
                  </a:lnTo>
                  <a:lnTo>
                    <a:pt x="799677" y="634275"/>
                  </a:lnTo>
                  <a:lnTo>
                    <a:pt x="801959" y="632913"/>
                  </a:lnTo>
                  <a:lnTo>
                    <a:pt x="804004" y="630946"/>
                  </a:lnTo>
                  <a:lnTo>
                    <a:pt x="804209" y="630477"/>
                  </a:lnTo>
                  <a:lnTo>
                    <a:pt x="805041" y="628567"/>
                  </a:lnTo>
                  <a:lnTo>
                    <a:pt x="805537" y="628567"/>
                  </a:lnTo>
                  <a:lnTo>
                    <a:pt x="808571" y="626630"/>
                  </a:lnTo>
                  <a:lnTo>
                    <a:pt x="812185" y="624323"/>
                  </a:lnTo>
                  <a:lnTo>
                    <a:pt x="812832" y="624179"/>
                  </a:lnTo>
                  <a:lnTo>
                    <a:pt x="813047" y="624131"/>
                  </a:lnTo>
                  <a:lnTo>
                    <a:pt x="816067" y="620876"/>
                  </a:lnTo>
                  <a:lnTo>
                    <a:pt x="818399" y="619149"/>
                  </a:lnTo>
                  <a:lnTo>
                    <a:pt x="818816" y="618555"/>
                  </a:lnTo>
                  <a:lnTo>
                    <a:pt x="821290" y="615024"/>
                  </a:lnTo>
                  <a:lnTo>
                    <a:pt x="822202" y="612875"/>
                  </a:lnTo>
                  <a:lnTo>
                    <a:pt x="822675" y="609779"/>
                  </a:lnTo>
                  <a:lnTo>
                    <a:pt x="831822" y="606968"/>
                  </a:lnTo>
                  <a:lnTo>
                    <a:pt x="832113" y="607069"/>
                  </a:lnTo>
                  <a:lnTo>
                    <a:pt x="840513" y="609977"/>
                  </a:lnTo>
                  <a:lnTo>
                    <a:pt x="842778" y="610303"/>
                  </a:lnTo>
                  <a:lnTo>
                    <a:pt x="844266" y="610092"/>
                  </a:lnTo>
                  <a:lnTo>
                    <a:pt x="844522" y="610056"/>
                  </a:lnTo>
                  <a:lnTo>
                    <a:pt x="845076" y="609977"/>
                  </a:lnTo>
                  <a:lnTo>
                    <a:pt x="846158" y="609867"/>
                  </a:lnTo>
                  <a:lnTo>
                    <a:pt x="847831" y="609697"/>
                  </a:lnTo>
                  <a:lnTo>
                    <a:pt x="848898" y="609589"/>
                  </a:lnTo>
                  <a:lnTo>
                    <a:pt x="852119" y="609261"/>
                  </a:lnTo>
                  <a:lnTo>
                    <a:pt x="861212" y="609446"/>
                  </a:lnTo>
                  <a:lnTo>
                    <a:pt x="862041" y="609241"/>
                  </a:lnTo>
                  <a:lnTo>
                    <a:pt x="870328" y="607189"/>
                  </a:lnTo>
                  <a:lnTo>
                    <a:pt x="876929" y="605822"/>
                  </a:lnTo>
                  <a:lnTo>
                    <a:pt x="878574" y="604598"/>
                  </a:lnTo>
                  <a:lnTo>
                    <a:pt x="885515" y="599203"/>
                  </a:lnTo>
                  <a:lnTo>
                    <a:pt x="888362" y="596395"/>
                  </a:lnTo>
                  <a:lnTo>
                    <a:pt x="891621" y="595381"/>
                  </a:lnTo>
                  <a:lnTo>
                    <a:pt x="892582" y="595081"/>
                  </a:lnTo>
                  <a:lnTo>
                    <a:pt x="892904" y="593877"/>
                  </a:lnTo>
                  <a:lnTo>
                    <a:pt x="893664" y="593559"/>
                  </a:lnTo>
                  <a:lnTo>
                    <a:pt x="895606" y="593690"/>
                  </a:lnTo>
                  <a:lnTo>
                    <a:pt x="896991" y="593996"/>
                  </a:lnTo>
                  <a:lnTo>
                    <a:pt x="897977" y="593484"/>
                  </a:lnTo>
                  <a:lnTo>
                    <a:pt x="899709" y="593426"/>
                  </a:lnTo>
                  <a:lnTo>
                    <a:pt x="901068" y="592274"/>
                  </a:lnTo>
                  <a:lnTo>
                    <a:pt x="901562" y="591649"/>
                  </a:lnTo>
                  <a:lnTo>
                    <a:pt x="901888" y="590460"/>
                  </a:lnTo>
                  <a:lnTo>
                    <a:pt x="902569" y="589880"/>
                  </a:lnTo>
                  <a:lnTo>
                    <a:pt x="903801" y="588831"/>
                  </a:lnTo>
                  <a:lnTo>
                    <a:pt x="904973" y="588718"/>
                  </a:lnTo>
                  <a:lnTo>
                    <a:pt x="904463" y="585906"/>
                  </a:lnTo>
                  <a:lnTo>
                    <a:pt x="904891" y="585431"/>
                  </a:lnTo>
                  <a:lnTo>
                    <a:pt x="903775" y="583986"/>
                  </a:lnTo>
                  <a:lnTo>
                    <a:pt x="902745" y="583415"/>
                  </a:lnTo>
                  <a:lnTo>
                    <a:pt x="904083" y="578581"/>
                  </a:lnTo>
                  <a:lnTo>
                    <a:pt x="905492" y="576719"/>
                  </a:lnTo>
                  <a:lnTo>
                    <a:pt x="910770" y="569744"/>
                  </a:lnTo>
                  <a:lnTo>
                    <a:pt x="911939" y="569456"/>
                  </a:lnTo>
                  <a:lnTo>
                    <a:pt x="916506" y="564459"/>
                  </a:lnTo>
                  <a:lnTo>
                    <a:pt x="918189" y="563153"/>
                  </a:lnTo>
                  <a:lnTo>
                    <a:pt x="919058" y="561121"/>
                  </a:lnTo>
                  <a:lnTo>
                    <a:pt x="919971" y="560449"/>
                  </a:lnTo>
                  <a:lnTo>
                    <a:pt x="923283" y="559336"/>
                  </a:lnTo>
                  <a:lnTo>
                    <a:pt x="926937" y="559121"/>
                  </a:lnTo>
                  <a:lnTo>
                    <a:pt x="927796" y="558737"/>
                  </a:lnTo>
                  <a:lnTo>
                    <a:pt x="928177" y="558145"/>
                  </a:lnTo>
                  <a:lnTo>
                    <a:pt x="928768" y="557905"/>
                  </a:lnTo>
                  <a:lnTo>
                    <a:pt x="929360" y="557889"/>
                  </a:lnTo>
                  <a:lnTo>
                    <a:pt x="929782" y="557713"/>
                  </a:lnTo>
                  <a:lnTo>
                    <a:pt x="930092" y="557058"/>
                  </a:lnTo>
                  <a:lnTo>
                    <a:pt x="930275" y="556514"/>
                  </a:lnTo>
                  <a:lnTo>
                    <a:pt x="930529" y="556290"/>
                  </a:lnTo>
                  <a:lnTo>
                    <a:pt x="930853" y="556210"/>
                  </a:lnTo>
                  <a:lnTo>
                    <a:pt x="934053" y="556744"/>
                  </a:lnTo>
                  <a:lnTo>
                    <a:pt x="938977" y="557151"/>
                  </a:lnTo>
                  <a:lnTo>
                    <a:pt x="940053" y="557240"/>
                  </a:lnTo>
                  <a:lnTo>
                    <a:pt x="943011" y="557592"/>
                  </a:lnTo>
                  <a:lnTo>
                    <a:pt x="950290" y="557154"/>
                  </a:lnTo>
                  <a:lnTo>
                    <a:pt x="956046" y="557389"/>
                  </a:lnTo>
                  <a:lnTo>
                    <a:pt x="956733" y="555515"/>
                  </a:lnTo>
                  <a:lnTo>
                    <a:pt x="956344" y="554325"/>
                  </a:lnTo>
                  <a:lnTo>
                    <a:pt x="957369" y="551356"/>
                  </a:lnTo>
                  <a:lnTo>
                    <a:pt x="959662" y="548409"/>
                  </a:lnTo>
                  <a:lnTo>
                    <a:pt x="958327" y="545608"/>
                  </a:lnTo>
                  <a:lnTo>
                    <a:pt x="959983" y="545377"/>
                  </a:lnTo>
                  <a:lnTo>
                    <a:pt x="962012" y="544668"/>
                  </a:lnTo>
                  <a:lnTo>
                    <a:pt x="963076" y="544783"/>
                  </a:lnTo>
                  <a:lnTo>
                    <a:pt x="964733" y="544533"/>
                  </a:lnTo>
                  <a:lnTo>
                    <a:pt x="966057" y="544987"/>
                  </a:lnTo>
                  <a:lnTo>
                    <a:pt x="966784" y="544393"/>
                  </a:lnTo>
                  <a:lnTo>
                    <a:pt x="968175" y="544880"/>
                  </a:lnTo>
                  <a:lnTo>
                    <a:pt x="968739" y="545376"/>
                  </a:lnTo>
                  <a:lnTo>
                    <a:pt x="969006" y="545920"/>
                  </a:lnTo>
                  <a:lnTo>
                    <a:pt x="969034" y="546751"/>
                  </a:lnTo>
                  <a:lnTo>
                    <a:pt x="969401" y="547311"/>
                  </a:lnTo>
                  <a:lnTo>
                    <a:pt x="970499" y="548254"/>
                  </a:lnTo>
                  <a:lnTo>
                    <a:pt x="971725" y="549006"/>
                  </a:lnTo>
                  <a:lnTo>
                    <a:pt x="972654" y="549006"/>
                  </a:lnTo>
                  <a:lnTo>
                    <a:pt x="974105" y="548718"/>
                  </a:lnTo>
                  <a:lnTo>
                    <a:pt x="974823" y="548286"/>
                  </a:lnTo>
                  <a:lnTo>
                    <a:pt x="975049" y="548030"/>
                  </a:lnTo>
                  <a:lnTo>
                    <a:pt x="975429" y="548014"/>
                  </a:lnTo>
                  <a:lnTo>
                    <a:pt x="977035" y="548302"/>
                  </a:lnTo>
                  <a:lnTo>
                    <a:pt x="977852" y="548238"/>
                  </a:lnTo>
                  <a:lnTo>
                    <a:pt x="978683" y="547998"/>
                  </a:lnTo>
                  <a:lnTo>
                    <a:pt x="979290" y="547692"/>
                  </a:lnTo>
                  <a:lnTo>
                    <a:pt x="979753" y="547359"/>
                  </a:lnTo>
                  <a:lnTo>
                    <a:pt x="979345" y="546431"/>
                  </a:lnTo>
                  <a:lnTo>
                    <a:pt x="979415" y="546079"/>
                  </a:lnTo>
                  <a:lnTo>
                    <a:pt x="979767" y="545824"/>
                  </a:lnTo>
                  <a:lnTo>
                    <a:pt x="980669" y="545600"/>
                  </a:lnTo>
                  <a:lnTo>
                    <a:pt x="980936" y="545440"/>
                  </a:lnTo>
                  <a:lnTo>
                    <a:pt x="981345" y="544656"/>
                  </a:lnTo>
                  <a:lnTo>
                    <a:pt x="981993" y="544081"/>
                  </a:lnTo>
                  <a:lnTo>
                    <a:pt x="982472" y="543825"/>
                  </a:lnTo>
                  <a:lnTo>
                    <a:pt x="983514" y="543665"/>
                  </a:lnTo>
                  <a:lnTo>
                    <a:pt x="984486" y="543809"/>
                  </a:lnTo>
                  <a:lnTo>
                    <a:pt x="984894" y="543809"/>
                  </a:lnTo>
                  <a:lnTo>
                    <a:pt x="985345" y="543585"/>
                  </a:lnTo>
                  <a:lnTo>
                    <a:pt x="985598" y="542866"/>
                  </a:lnTo>
                  <a:lnTo>
                    <a:pt x="986332" y="542907"/>
                  </a:lnTo>
                  <a:lnTo>
                    <a:pt x="987599" y="542977"/>
                  </a:lnTo>
                  <a:lnTo>
                    <a:pt x="988092" y="542945"/>
                  </a:lnTo>
                  <a:lnTo>
                    <a:pt x="988697" y="542802"/>
                  </a:lnTo>
                  <a:lnTo>
                    <a:pt x="991937" y="540339"/>
                  </a:lnTo>
                  <a:lnTo>
                    <a:pt x="993007" y="540163"/>
                  </a:lnTo>
                  <a:lnTo>
                    <a:pt x="994514" y="540163"/>
                  </a:lnTo>
                  <a:lnTo>
                    <a:pt x="995359" y="539987"/>
                  </a:lnTo>
                  <a:lnTo>
                    <a:pt x="996458" y="539460"/>
                  </a:lnTo>
                  <a:lnTo>
                    <a:pt x="997050" y="538788"/>
                  </a:lnTo>
                  <a:lnTo>
                    <a:pt x="997486" y="538548"/>
                  </a:lnTo>
                  <a:lnTo>
                    <a:pt x="998960" y="538342"/>
                  </a:lnTo>
                  <a:lnTo>
                    <a:pt x="1000853" y="537114"/>
                  </a:lnTo>
                  <a:lnTo>
                    <a:pt x="1005326" y="537715"/>
                  </a:lnTo>
                  <a:lnTo>
                    <a:pt x="1007016" y="538969"/>
                  </a:lnTo>
                  <a:lnTo>
                    <a:pt x="1013915" y="539543"/>
                  </a:lnTo>
                  <a:lnTo>
                    <a:pt x="1016161" y="538099"/>
                  </a:lnTo>
                  <a:lnTo>
                    <a:pt x="1016901" y="537997"/>
                  </a:lnTo>
                  <a:lnTo>
                    <a:pt x="1017318" y="538265"/>
                  </a:lnTo>
                  <a:lnTo>
                    <a:pt x="1017972" y="539353"/>
                  </a:lnTo>
                  <a:lnTo>
                    <a:pt x="1020259" y="539455"/>
                  </a:lnTo>
                  <a:lnTo>
                    <a:pt x="1023155" y="539992"/>
                  </a:lnTo>
                  <a:lnTo>
                    <a:pt x="1023684" y="539852"/>
                  </a:lnTo>
                  <a:lnTo>
                    <a:pt x="1023853" y="539404"/>
                  </a:lnTo>
                  <a:lnTo>
                    <a:pt x="1023651" y="538854"/>
                  </a:lnTo>
                  <a:lnTo>
                    <a:pt x="1023313" y="538368"/>
                  </a:lnTo>
                  <a:lnTo>
                    <a:pt x="1025983" y="535400"/>
                  </a:lnTo>
                  <a:lnTo>
                    <a:pt x="1027527" y="535451"/>
                  </a:lnTo>
                  <a:lnTo>
                    <a:pt x="1028823" y="535247"/>
                  </a:lnTo>
                  <a:lnTo>
                    <a:pt x="1029296" y="535259"/>
                  </a:lnTo>
                  <a:lnTo>
                    <a:pt x="1029566" y="535656"/>
                  </a:lnTo>
                  <a:lnTo>
                    <a:pt x="1029690" y="536973"/>
                  </a:lnTo>
                  <a:lnTo>
                    <a:pt x="1029296" y="537447"/>
                  </a:lnTo>
                  <a:lnTo>
                    <a:pt x="1029803" y="537869"/>
                  </a:lnTo>
                  <a:lnTo>
                    <a:pt x="1030930" y="538048"/>
                  </a:lnTo>
                  <a:lnTo>
                    <a:pt x="1031955" y="537280"/>
                  </a:lnTo>
                  <a:lnTo>
                    <a:pt x="1033702" y="536718"/>
                  </a:lnTo>
                  <a:lnTo>
                    <a:pt x="1034626" y="538073"/>
                  </a:lnTo>
                  <a:lnTo>
                    <a:pt x="1036417" y="540210"/>
                  </a:lnTo>
                  <a:lnTo>
                    <a:pt x="1038220" y="541873"/>
                  </a:lnTo>
                  <a:lnTo>
                    <a:pt x="1038863" y="542282"/>
                  </a:lnTo>
                  <a:lnTo>
                    <a:pt x="1039268" y="542192"/>
                  </a:lnTo>
                  <a:lnTo>
                    <a:pt x="1040474" y="541540"/>
                  </a:lnTo>
                  <a:lnTo>
                    <a:pt x="1040913" y="541489"/>
                  </a:lnTo>
                  <a:lnTo>
                    <a:pt x="1042942" y="542116"/>
                  </a:lnTo>
                  <a:lnTo>
                    <a:pt x="1044756" y="541873"/>
                  </a:lnTo>
                  <a:lnTo>
                    <a:pt x="1045781" y="542077"/>
                  </a:lnTo>
                  <a:lnTo>
                    <a:pt x="1045961" y="542538"/>
                  </a:lnTo>
                  <a:lnTo>
                    <a:pt x="1047066" y="543139"/>
                  </a:lnTo>
                  <a:lnTo>
                    <a:pt x="1048215" y="544162"/>
                  </a:lnTo>
                  <a:lnTo>
                    <a:pt x="1048722" y="544201"/>
                  </a:lnTo>
                  <a:lnTo>
                    <a:pt x="1049871" y="543676"/>
                  </a:lnTo>
                  <a:lnTo>
                    <a:pt x="1050300" y="543663"/>
                  </a:lnTo>
                  <a:lnTo>
                    <a:pt x="1050638" y="543958"/>
                  </a:lnTo>
                  <a:lnTo>
                    <a:pt x="1050911" y="544500"/>
                  </a:lnTo>
                  <a:lnTo>
                    <a:pt x="1051539" y="544393"/>
                  </a:lnTo>
                  <a:lnTo>
                    <a:pt x="1052072" y="543834"/>
                  </a:lnTo>
                  <a:lnTo>
                    <a:pt x="1053802" y="542576"/>
                  </a:lnTo>
                  <a:lnTo>
                    <a:pt x="1056396" y="542946"/>
                  </a:lnTo>
                  <a:lnTo>
                    <a:pt x="1057189" y="542905"/>
                  </a:lnTo>
                  <a:lnTo>
                    <a:pt x="1057885" y="542683"/>
                  </a:lnTo>
                  <a:lnTo>
                    <a:pt x="1059734" y="542792"/>
                  </a:lnTo>
                  <a:lnTo>
                    <a:pt x="1060909" y="543561"/>
                  </a:lnTo>
                  <a:lnTo>
                    <a:pt x="1062207" y="543591"/>
                  </a:lnTo>
                  <a:lnTo>
                    <a:pt x="1063751" y="543268"/>
                  </a:lnTo>
                  <a:lnTo>
                    <a:pt x="1064073" y="543243"/>
                  </a:lnTo>
                  <a:lnTo>
                    <a:pt x="1064614" y="543581"/>
                  </a:lnTo>
                  <a:lnTo>
                    <a:pt x="1065317" y="543878"/>
                  </a:lnTo>
                  <a:lnTo>
                    <a:pt x="1065619" y="544280"/>
                  </a:lnTo>
                  <a:lnTo>
                    <a:pt x="1065691" y="545015"/>
                  </a:lnTo>
                  <a:lnTo>
                    <a:pt x="1065429" y="545475"/>
                  </a:lnTo>
                  <a:lnTo>
                    <a:pt x="1067384" y="544696"/>
                  </a:lnTo>
                  <a:lnTo>
                    <a:pt x="1067997" y="544001"/>
                  </a:lnTo>
                  <a:lnTo>
                    <a:pt x="1068565" y="543786"/>
                  </a:lnTo>
                  <a:lnTo>
                    <a:pt x="1069421" y="543806"/>
                  </a:lnTo>
                  <a:lnTo>
                    <a:pt x="1070098" y="543550"/>
                  </a:lnTo>
                  <a:lnTo>
                    <a:pt x="1070936" y="542384"/>
                  </a:lnTo>
                  <a:lnTo>
                    <a:pt x="1071585" y="541534"/>
                  </a:lnTo>
                  <a:lnTo>
                    <a:pt x="1071774" y="540757"/>
                  </a:lnTo>
                  <a:lnTo>
                    <a:pt x="1071333" y="540296"/>
                  </a:lnTo>
                  <a:lnTo>
                    <a:pt x="1074623" y="540972"/>
                  </a:lnTo>
                  <a:lnTo>
                    <a:pt x="1075183" y="541000"/>
                  </a:lnTo>
                  <a:lnTo>
                    <a:pt x="1076501" y="540911"/>
                  </a:lnTo>
                  <a:lnTo>
                    <a:pt x="1076529" y="539932"/>
                  </a:lnTo>
                  <a:lnTo>
                    <a:pt x="1076722" y="539616"/>
                  </a:lnTo>
                  <a:lnTo>
                    <a:pt x="1077329" y="539040"/>
                  </a:lnTo>
                  <a:lnTo>
                    <a:pt x="1077614" y="538570"/>
                  </a:lnTo>
                  <a:lnTo>
                    <a:pt x="1076979" y="537370"/>
                  </a:lnTo>
                  <a:lnTo>
                    <a:pt x="1076686" y="536398"/>
                  </a:lnTo>
                  <a:lnTo>
                    <a:pt x="1076568" y="536077"/>
                  </a:lnTo>
                  <a:lnTo>
                    <a:pt x="1076408" y="535644"/>
                  </a:lnTo>
                  <a:lnTo>
                    <a:pt x="1077688" y="534392"/>
                  </a:lnTo>
                  <a:lnTo>
                    <a:pt x="1077767" y="533842"/>
                  </a:lnTo>
                  <a:lnTo>
                    <a:pt x="1077184" y="532450"/>
                  </a:lnTo>
                  <a:lnTo>
                    <a:pt x="1077238" y="531637"/>
                  </a:lnTo>
                  <a:lnTo>
                    <a:pt x="1077792" y="531286"/>
                  </a:lnTo>
                  <a:lnTo>
                    <a:pt x="1076857" y="531017"/>
                  </a:lnTo>
                  <a:lnTo>
                    <a:pt x="1076823" y="528830"/>
                  </a:lnTo>
                  <a:lnTo>
                    <a:pt x="1077257" y="528204"/>
                  </a:lnTo>
                  <a:lnTo>
                    <a:pt x="1074085" y="527486"/>
                  </a:lnTo>
                  <a:lnTo>
                    <a:pt x="1073741" y="526087"/>
                  </a:lnTo>
                  <a:lnTo>
                    <a:pt x="1074789" y="525357"/>
                  </a:lnTo>
                  <a:lnTo>
                    <a:pt x="1074662" y="525197"/>
                  </a:lnTo>
                  <a:lnTo>
                    <a:pt x="1074054" y="525120"/>
                  </a:lnTo>
                  <a:lnTo>
                    <a:pt x="1073293" y="525024"/>
                  </a:lnTo>
                  <a:lnTo>
                    <a:pt x="1071750" y="523233"/>
                  </a:lnTo>
                  <a:lnTo>
                    <a:pt x="1071526" y="522960"/>
                  </a:lnTo>
                  <a:lnTo>
                    <a:pt x="1071029" y="522351"/>
                  </a:lnTo>
                  <a:lnTo>
                    <a:pt x="1070792" y="521852"/>
                  </a:lnTo>
                  <a:lnTo>
                    <a:pt x="1070772" y="521646"/>
                  </a:lnTo>
                  <a:lnTo>
                    <a:pt x="1070880" y="521349"/>
                  </a:lnTo>
                  <a:lnTo>
                    <a:pt x="1070727" y="521052"/>
                  </a:lnTo>
                  <a:lnTo>
                    <a:pt x="1070763" y="520653"/>
                  </a:lnTo>
                  <a:lnTo>
                    <a:pt x="1071547" y="520193"/>
                  </a:lnTo>
                  <a:lnTo>
                    <a:pt x="1069569" y="516340"/>
                  </a:lnTo>
                  <a:lnTo>
                    <a:pt x="1069302" y="515956"/>
                  </a:lnTo>
                  <a:lnTo>
                    <a:pt x="1067899" y="513940"/>
                  </a:lnTo>
                  <a:lnTo>
                    <a:pt x="1067680" y="513625"/>
                  </a:lnTo>
                  <a:lnTo>
                    <a:pt x="1067540" y="513424"/>
                  </a:lnTo>
                  <a:lnTo>
                    <a:pt x="1066601" y="512651"/>
                  </a:lnTo>
                  <a:lnTo>
                    <a:pt x="1065871" y="512232"/>
                  </a:lnTo>
                  <a:lnTo>
                    <a:pt x="1065303" y="511689"/>
                  </a:lnTo>
                  <a:lnTo>
                    <a:pt x="1064332" y="510592"/>
                  </a:lnTo>
                  <a:lnTo>
                    <a:pt x="1064131" y="510321"/>
                  </a:lnTo>
                  <a:lnTo>
                    <a:pt x="1063888" y="510232"/>
                  </a:lnTo>
                  <a:lnTo>
                    <a:pt x="1063608" y="510048"/>
                  </a:lnTo>
                  <a:lnTo>
                    <a:pt x="1063053" y="509734"/>
                  </a:lnTo>
                  <a:lnTo>
                    <a:pt x="1062804" y="509689"/>
                  </a:lnTo>
                  <a:lnTo>
                    <a:pt x="1062518" y="509650"/>
                  </a:lnTo>
                  <a:lnTo>
                    <a:pt x="1062180" y="509656"/>
                  </a:lnTo>
                  <a:lnTo>
                    <a:pt x="1061900" y="509699"/>
                  </a:lnTo>
                  <a:lnTo>
                    <a:pt x="1061503" y="509689"/>
                  </a:lnTo>
                  <a:lnTo>
                    <a:pt x="1061363" y="509681"/>
                  </a:lnTo>
                  <a:lnTo>
                    <a:pt x="1061109" y="509759"/>
                  </a:lnTo>
                  <a:lnTo>
                    <a:pt x="1060086" y="509546"/>
                  </a:lnTo>
                  <a:lnTo>
                    <a:pt x="1060021" y="508940"/>
                  </a:lnTo>
                  <a:lnTo>
                    <a:pt x="1060227" y="508588"/>
                  </a:lnTo>
                  <a:lnTo>
                    <a:pt x="1060235" y="508252"/>
                  </a:lnTo>
                  <a:lnTo>
                    <a:pt x="1059973" y="508302"/>
                  </a:lnTo>
                  <a:lnTo>
                    <a:pt x="1059991" y="508095"/>
                  </a:lnTo>
                  <a:lnTo>
                    <a:pt x="1060252" y="508062"/>
                  </a:lnTo>
                  <a:lnTo>
                    <a:pt x="1059965" y="507611"/>
                  </a:lnTo>
                  <a:lnTo>
                    <a:pt x="1059784" y="507588"/>
                  </a:lnTo>
                  <a:lnTo>
                    <a:pt x="1059742" y="507396"/>
                  </a:lnTo>
                  <a:lnTo>
                    <a:pt x="1059751" y="507224"/>
                  </a:lnTo>
                  <a:lnTo>
                    <a:pt x="1059759" y="507072"/>
                  </a:lnTo>
                  <a:lnTo>
                    <a:pt x="1059865" y="506937"/>
                  </a:lnTo>
                  <a:lnTo>
                    <a:pt x="1059699" y="506790"/>
                  </a:lnTo>
                  <a:lnTo>
                    <a:pt x="1059395" y="506800"/>
                  </a:lnTo>
                  <a:lnTo>
                    <a:pt x="1058911" y="506838"/>
                  </a:lnTo>
                  <a:lnTo>
                    <a:pt x="1058604" y="506617"/>
                  </a:lnTo>
                  <a:lnTo>
                    <a:pt x="1058286" y="506669"/>
                  </a:lnTo>
                  <a:lnTo>
                    <a:pt x="1058197" y="506247"/>
                  </a:lnTo>
                  <a:lnTo>
                    <a:pt x="1058483" y="506225"/>
                  </a:lnTo>
                  <a:lnTo>
                    <a:pt x="1058184" y="506028"/>
                  </a:lnTo>
                  <a:lnTo>
                    <a:pt x="1057753" y="505698"/>
                  </a:lnTo>
                  <a:lnTo>
                    <a:pt x="1057495" y="505695"/>
                  </a:lnTo>
                  <a:lnTo>
                    <a:pt x="1056708" y="505498"/>
                  </a:lnTo>
                  <a:lnTo>
                    <a:pt x="1056337" y="505374"/>
                  </a:lnTo>
                  <a:lnTo>
                    <a:pt x="1056157" y="505339"/>
                  </a:lnTo>
                  <a:lnTo>
                    <a:pt x="1056294" y="504893"/>
                  </a:lnTo>
                  <a:lnTo>
                    <a:pt x="1055452" y="504646"/>
                  </a:lnTo>
                  <a:lnTo>
                    <a:pt x="1055243" y="504295"/>
                  </a:lnTo>
                  <a:lnTo>
                    <a:pt x="1054373" y="503699"/>
                  </a:lnTo>
                  <a:lnTo>
                    <a:pt x="1054312" y="503122"/>
                  </a:lnTo>
                  <a:lnTo>
                    <a:pt x="1053894" y="502655"/>
                  </a:lnTo>
                  <a:lnTo>
                    <a:pt x="1053597" y="502756"/>
                  </a:lnTo>
                  <a:lnTo>
                    <a:pt x="1053418" y="502544"/>
                  </a:lnTo>
                  <a:lnTo>
                    <a:pt x="1053155" y="502349"/>
                  </a:lnTo>
                  <a:lnTo>
                    <a:pt x="1052980" y="502205"/>
                  </a:lnTo>
                  <a:lnTo>
                    <a:pt x="1052734" y="502165"/>
                  </a:lnTo>
                  <a:lnTo>
                    <a:pt x="1052358" y="501957"/>
                  </a:lnTo>
                  <a:lnTo>
                    <a:pt x="1051986" y="501763"/>
                  </a:lnTo>
                  <a:lnTo>
                    <a:pt x="1051614" y="501737"/>
                  </a:lnTo>
                  <a:lnTo>
                    <a:pt x="1051441" y="501652"/>
                  </a:lnTo>
                  <a:lnTo>
                    <a:pt x="1050829" y="500930"/>
                  </a:lnTo>
                  <a:lnTo>
                    <a:pt x="1050651" y="500718"/>
                  </a:lnTo>
                  <a:lnTo>
                    <a:pt x="1050609" y="500255"/>
                  </a:lnTo>
                  <a:lnTo>
                    <a:pt x="1049629" y="499936"/>
                  </a:lnTo>
                  <a:lnTo>
                    <a:pt x="1049527" y="500023"/>
                  </a:lnTo>
                  <a:lnTo>
                    <a:pt x="1048889" y="500209"/>
                  </a:lnTo>
                  <a:lnTo>
                    <a:pt x="1048667" y="500260"/>
                  </a:lnTo>
                  <a:lnTo>
                    <a:pt x="1048772" y="499797"/>
                  </a:lnTo>
                  <a:lnTo>
                    <a:pt x="1050029" y="498116"/>
                  </a:lnTo>
                  <a:lnTo>
                    <a:pt x="1050548" y="497423"/>
                  </a:lnTo>
                  <a:lnTo>
                    <a:pt x="1049329" y="497043"/>
                  </a:lnTo>
                  <a:lnTo>
                    <a:pt x="1042847" y="495014"/>
                  </a:lnTo>
                  <a:lnTo>
                    <a:pt x="1040426" y="494016"/>
                  </a:lnTo>
                  <a:lnTo>
                    <a:pt x="1040228" y="492533"/>
                  </a:lnTo>
                  <a:lnTo>
                    <a:pt x="1039907" y="490133"/>
                  </a:lnTo>
                  <a:lnTo>
                    <a:pt x="1039838" y="489623"/>
                  </a:lnTo>
                  <a:lnTo>
                    <a:pt x="1039556" y="487513"/>
                  </a:lnTo>
                  <a:lnTo>
                    <a:pt x="1036498" y="486459"/>
                  </a:lnTo>
                  <a:lnTo>
                    <a:pt x="1033688" y="485489"/>
                  </a:lnTo>
                  <a:lnTo>
                    <a:pt x="1030450" y="484373"/>
                  </a:lnTo>
                  <a:lnTo>
                    <a:pt x="1022580" y="481659"/>
                  </a:lnTo>
                  <a:lnTo>
                    <a:pt x="1022094" y="481055"/>
                  </a:lnTo>
                  <a:lnTo>
                    <a:pt x="1017436" y="475277"/>
                  </a:lnTo>
                  <a:lnTo>
                    <a:pt x="1013215" y="470039"/>
                  </a:lnTo>
                  <a:lnTo>
                    <a:pt x="1012666" y="469687"/>
                  </a:lnTo>
                  <a:lnTo>
                    <a:pt x="1011752" y="469636"/>
                  </a:lnTo>
                  <a:lnTo>
                    <a:pt x="1006807" y="469073"/>
                  </a:lnTo>
                  <a:lnTo>
                    <a:pt x="1006374" y="468756"/>
                  </a:lnTo>
                  <a:lnTo>
                    <a:pt x="1005510" y="468719"/>
                  </a:lnTo>
                  <a:lnTo>
                    <a:pt x="1004977" y="468684"/>
                  </a:lnTo>
                  <a:lnTo>
                    <a:pt x="1004501" y="468645"/>
                  </a:lnTo>
                  <a:lnTo>
                    <a:pt x="1004252" y="468602"/>
                  </a:lnTo>
                  <a:lnTo>
                    <a:pt x="1004069" y="468505"/>
                  </a:lnTo>
                  <a:lnTo>
                    <a:pt x="1003880" y="468469"/>
                  </a:lnTo>
                  <a:lnTo>
                    <a:pt x="1003541" y="468442"/>
                  </a:lnTo>
                  <a:lnTo>
                    <a:pt x="1001581" y="469010"/>
                  </a:lnTo>
                  <a:lnTo>
                    <a:pt x="1000884" y="468641"/>
                  </a:lnTo>
                  <a:lnTo>
                    <a:pt x="1000451" y="469024"/>
                  </a:lnTo>
                  <a:lnTo>
                    <a:pt x="999984" y="469035"/>
                  </a:lnTo>
                  <a:lnTo>
                    <a:pt x="999261" y="468612"/>
                  </a:lnTo>
                  <a:lnTo>
                    <a:pt x="998276" y="467886"/>
                  </a:lnTo>
                  <a:lnTo>
                    <a:pt x="997362" y="467374"/>
                  </a:lnTo>
                  <a:lnTo>
                    <a:pt x="997134" y="466976"/>
                  </a:lnTo>
                  <a:lnTo>
                    <a:pt x="996090" y="467069"/>
                  </a:lnTo>
                  <a:lnTo>
                    <a:pt x="995941" y="467035"/>
                  </a:lnTo>
                  <a:lnTo>
                    <a:pt x="995301" y="467046"/>
                  </a:lnTo>
                  <a:lnTo>
                    <a:pt x="993427" y="467197"/>
                  </a:lnTo>
                  <a:lnTo>
                    <a:pt x="992612" y="467443"/>
                  </a:lnTo>
                  <a:lnTo>
                    <a:pt x="992184" y="467049"/>
                  </a:lnTo>
                  <a:lnTo>
                    <a:pt x="991237" y="467059"/>
                  </a:lnTo>
                  <a:lnTo>
                    <a:pt x="990843" y="467533"/>
                  </a:lnTo>
                  <a:lnTo>
                    <a:pt x="990416" y="467744"/>
                  </a:lnTo>
                  <a:lnTo>
                    <a:pt x="989654" y="467976"/>
                  </a:lnTo>
                  <a:lnTo>
                    <a:pt x="989525" y="467999"/>
                  </a:lnTo>
                  <a:lnTo>
                    <a:pt x="988696" y="468086"/>
                  </a:lnTo>
                  <a:lnTo>
                    <a:pt x="988371" y="468588"/>
                  </a:lnTo>
                  <a:lnTo>
                    <a:pt x="987607" y="468554"/>
                  </a:lnTo>
                  <a:lnTo>
                    <a:pt x="986332" y="468779"/>
                  </a:lnTo>
                  <a:lnTo>
                    <a:pt x="986059" y="468796"/>
                  </a:lnTo>
                  <a:lnTo>
                    <a:pt x="985833" y="468778"/>
                  </a:lnTo>
                  <a:lnTo>
                    <a:pt x="985726" y="468649"/>
                  </a:lnTo>
                  <a:lnTo>
                    <a:pt x="985543" y="468399"/>
                  </a:lnTo>
                  <a:lnTo>
                    <a:pt x="985271" y="468351"/>
                  </a:lnTo>
                  <a:lnTo>
                    <a:pt x="984057" y="468694"/>
                  </a:lnTo>
                  <a:lnTo>
                    <a:pt x="983830" y="468656"/>
                  </a:lnTo>
                  <a:lnTo>
                    <a:pt x="983154" y="468447"/>
                  </a:lnTo>
                  <a:lnTo>
                    <a:pt x="982878" y="468491"/>
                  </a:lnTo>
                  <a:lnTo>
                    <a:pt x="982146" y="468051"/>
                  </a:lnTo>
                  <a:lnTo>
                    <a:pt x="981907" y="468074"/>
                  </a:lnTo>
                  <a:lnTo>
                    <a:pt x="981440" y="467976"/>
                  </a:lnTo>
                  <a:lnTo>
                    <a:pt x="980814" y="467778"/>
                  </a:lnTo>
                  <a:lnTo>
                    <a:pt x="977070" y="468428"/>
                  </a:lnTo>
                  <a:lnTo>
                    <a:pt x="976358" y="469060"/>
                  </a:lnTo>
                  <a:lnTo>
                    <a:pt x="976199" y="469201"/>
                  </a:lnTo>
                  <a:lnTo>
                    <a:pt x="963738" y="481115"/>
                  </a:lnTo>
                  <a:lnTo>
                    <a:pt x="963710" y="481482"/>
                  </a:lnTo>
                  <a:lnTo>
                    <a:pt x="963583" y="481850"/>
                  </a:lnTo>
                  <a:lnTo>
                    <a:pt x="963006" y="482154"/>
                  </a:lnTo>
                  <a:lnTo>
                    <a:pt x="961961" y="482335"/>
                  </a:lnTo>
                  <a:lnTo>
                    <a:pt x="961775" y="482561"/>
                  </a:lnTo>
                  <a:lnTo>
                    <a:pt x="956820" y="488601"/>
                  </a:lnTo>
                  <a:lnTo>
                    <a:pt x="943045" y="478847"/>
                  </a:lnTo>
                  <a:lnTo>
                    <a:pt x="938832" y="477263"/>
                  </a:lnTo>
                  <a:lnTo>
                    <a:pt x="932954" y="475053"/>
                  </a:lnTo>
                  <a:lnTo>
                    <a:pt x="928793" y="474717"/>
                  </a:lnTo>
                  <a:lnTo>
                    <a:pt x="923100" y="475187"/>
                  </a:lnTo>
                  <a:lnTo>
                    <a:pt x="912486" y="478110"/>
                  </a:lnTo>
                  <a:lnTo>
                    <a:pt x="903882" y="475961"/>
                  </a:lnTo>
                  <a:lnTo>
                    <a:pt x="896689" y="479143"/>
                  </a:lnTo>
                  <a:lnTo>
                    <a:pt x="891621" y="484223"/>
                  </a:lnTo>
                  <a:lnTo>
                    <a:pt x="889764" y="486086"/>
                  </a:lnTo>
                  <a:lnTo>
                    <a:pt x="888383" y="486402"/>
                  </a:lnTo>
                  <a:lnTo>
                    <a:pt x="871429" y="473514"/>
                  </a:lnTo>
                  <a:lnTo>
                    <a:pt x="871119" y="471358"/>
                  </a:lnTo>
                  <a:lnTo>
                    <a:pt x="870809" y="469201"/>
                  </a:lnTo>
                  <a:lnTo>
                    <a:pt x="870246" y="466486"/>
                  </a:lnTo>
                  <a:lnTo>
                    <a:pt x="869600" y="463785"/>
                  </a:lnTo>
                  <a:lnTo>
                    <a:pt x="869120" y="463584"/>
                  </a:lnTo>
                  <a:lnTo>
                    <a:pt x="869141" y="463347"/>
                  </a:lnTo>
                  <a:lnTo>
                    <a:pt x="869386" y="463087"/>
                  </a:lnTo>
                  <a:lnTo>
                    <a:pt x="869850" y="462726"/>
                  </a:lnTo>
                  <a:lnTo>
                    <a:pt x="870006" y="462478"/>
                  </a:lnTo>
                  <a:lnTo>
                    <a:pt x="870037" y="462300"/>
                  </a:lnTo>
                  <a:lnTo>
                    <a:pt x="870022" y="462164"/>
                  </a:lnTo>
                  <a:lnTo>
                    <a:pt x="869897" y="461987"/>
                  </a:lnTo>
                  <a:lnTo>
                    <a:pt x="869517" y="461850"/>
                  </a:lnTo>
                  <a:lnTo>
                    <a:pt x="869320" y="461855"/>
                  </a:lnTo>
                  <a:lnTo>
                    <a:pt x="869399" y="461199"/>
                  </a:lnTo>
                  <a:lnTo>
                    <a:pt x="882686" y="455366"/>
                  </a:lnTo>
                  <a:lnTo>
                    <a:pt x="881709" y="441226"/>
                  </a:lnTo>
                  <a:lnTo>
                    <a:pt x="894719" y="425341"/>
                  </a:lnTo>
                  <a:lnTo>
                    <a:pt x="894972" y="425032"/>
                  </a:lnTo>
                  <a:lnTo>
                    <a:pt x="893473" y="422426"/>
                  </a:lnTo>
                  <a:lnTo>
                    <a:pt x="925373" y="369928"/>
                  </a:lnTo>
                  <a:lnTo>
                    <a:pt x="925500" y="369719"/>
                  </a:lnTo>
                  <a:lnTo>
                    <a:pt x="933115" y="373710"/>
                  </a:lnTo>
                  <a:lnTo>
                    <a:pt x="941523" y="378115"/>
                  </a:lnTo>
                  <a:lnTo>
                    <a:pt x="944829" y="379190"/>
                  </a:lnTo>
                  <a:lnTo>
                    <a:pt x="951907" y="381492"/>
                  </a:lnTo>
                  <a:lnTo>
                    <a:pt x="961481" y="381606"/>
                  </a:lnTo>
                  <a:lnTo>
                    <a:pt x="968713" y="384716"/>
                  </a:lnTo>
                  <a:lnTo>
                    <a:pt x="977002" y="387641"/>
                  </a:lnTo>
                  <a:lnTo>
                    <a:pt x="977170" y="387360"/>
                  </a:lnTo>
                  <a:lnTo>
                    <a:pt x="977614" y="386660"/>
                  </a:lnTo>
                  <a:lnTo>
                    <a:pt x="977834" y="386504"/>
                  </a:lnTo>
                  <a:lnTo>
                    <a:pt x="978049" y="386423"/>
                  </a:lnTo>
                  <a:lnTo>
                    <a:pt x="978381" y="386234"/>
                  </a:lnTo>
                  <a:lnTo>
                    <a:pt x="978656" y="386026"/>
                  </a:lnTo>
                  <a:lnTo>
                    <a:pt x="978910" y="385811"/>
                  </a:lnTo>
                  <a:lnTo>
                    <a:pt x="978993" y="385634"/>
                  </a:lnTo>
                  <a:lnTo>
                    <a:pt x="979377" y="384918"/>
                  </a:lnTo>
                  <a:lnTo>
                    <a:pt x="979708" y="384522"/>
                  </a:lnTo>
                  <a:lnTo>
                    <a:pt x="979667" y="384379"/>
                  </a:lnTo>
                  <a:lnTo>
                    <a:pt x="979477" y="384300"/>
                  </a:lnTo>
                  <a:lnTo>
                    <a:pt x="979577" y="384092"/>
                  </a:lnTo>
                  <a:lnTo>
                    <a:pt x="979688" y="383703"/>
                  </a:lnTo>
                  <a:lnTo>
                    <a:pt x="979969" y="383605"/>
                  </a:lnTo>
                  <a:lnTo>
                    <a:pt x="980712" y="383593"/>
                  </a:lnTo>
                  <a:lnTo>
                    <a:pt x="981368" y="383442"/>
                  </a:lnTo>
                  <a:lnTo>
                    <a:pt x="981718" y="383653"/>
                  </a:lnTo>
                  <a:lnTo>
                    <a:pt x="982237" y="383335"/>
                  </a:lnTo>
                  <a:lnTo>
                    <a:pt x="982441" y="383275"/>
                  </a:lnTo>
                  <a:lnTo>
                    <a:pt x="982954" y="383336"/>
                  </a:lnTo>
                  <a:lnTo>
                    <a:pt x="983243" y="383403"/>
                  </a:lnTo>
                  <a:lnTo>
                    <a:pt x="983473" y="383441"/>
                  </a:lnTo>
                  <a:lnTo>
                    <a:pt x="983795" y="383237"/>
                  </a:lnTo>
                  <a:lnTo>
                    <a:pt x="983731" y="382919"/>
                  </a:lnTo>
                  <a:lnTo>
                    <a:pt x="983922" y="382691"/>
                  </a:lnTo>
                  <a:lnTo>
                    <a:pt x="984559" y="382674"/>
                  </a:lnTo>
                  <a:lnTo>
                    <a:pt x="984814" y="382623"/>
                  </a:lnTo>
                  <a:lnTo>
                    <a:pt x="985001" y="382312"/>
                  </a:lnTo>
                  <a:lnTo>
                    <a:pt x="985074" y="382137"/>
                  </a:lnTo>
                  <a:lnTo>
                    <a:pt x="985463" y="382035"/>
                  </a:lnTo>
                  <a:lnTo>
                    <a:pt x="985964" y="382388"/>
                  </a:lnTo>
                  <a:lnTo>
                    <a:pt x="986140" y="382484"/>
                  </a:lnTo>
                  <a:lnTo>
                    <a:pt x="986505" y="382509"/>
                  </a:lnTo>
                  <a:lnTo>
                    <a:pt x="987359" y="382485"/>
                  </a:lnTo>
                  <a:lnTo>
                    <a:pt x="987735" y="382559"/>
                  </a:lnTo>
                  <a:lnTo>
                    <a:pt x="988338" y="382667"/>
                  </a:lnTo>
                  <a:lnTo>
                    <a:pt x="989130" y="382426"/>
                  </a:lnTo>
                  <a:lnTo>
                    <a:pt x="989842" y="382317"/>
                  </a:lnTo>
                  <a:lnTo>
                    <a:pt x="990008" y="382192"/>
                  </a:lnTo>
                  <a:lnTo>
                    <a:pt x="990194" y="381751"/>
                  </a:lnTo>
                  <a:lnTo>
                    <a:pt x="990419" y="381465"/>
                  </a:lnTo>
                  <a:lnTo>
                    <a:pt x="990659" y="381267"/>
                  </a:lnTo>
                  <a:lnTo>
                    <a:pt x="990798" y="381151"/>
                  </a:lnTo>
                  <a:lnTo>
                    <a:pt x="990900" y="380972"/>
                  </a:lnTo>
                  <a:lnTo>
                    <a:pt x="990900" y="380667"/>
                  </a:lnTo>
                  <a:lnTo>
                    <a:pt x="991051" y="380425"/>
                  </a:lnTo>
                  <a:lnTo>
                    <a:pt x="991319" y="380362"/>
                  </a:lnTo>
                  <a:lnTo>
                    <a:pt x="991461" y="380291"/>
                  </a:lnTo>
                  <a:lnTo>
                    <a:pt x="991556" y="380111"/>
                  </a:lnTo>
                  <a:lnTo>
                    <a:pt x="991583" y="379982"/>
                  </a:lnTo>
                  <a:lnTo>
                    <a:pt x="991635" y="379734"/>
                  </a:lnTo>
                  <a:lnTo>
                    <a:pt x="991825" y="379376"/>
                  </a:lnTo>
                  <a:lnTo>
                    <a:pt x="992570" y="379709"/>
                  </a:lnTo>
                  <a:lnTo>
                    <a:pt x="992838" y="379836"/>
                  </a:lnTo>
                  <a:lnTo>
                    <a:pt x="993385" y="380072"/>
                  </a:lnTo>
                  <a:lnTo>
                    <a:pt x="993885" y="380063"/>
                  </a:lnTo>
                  <a:lnTo>
                    <a:pt x="994432" y="378789"/>
                  </a:lnTo>
                  <a:lnTo>
                    <a:pt x="995728" y="378714"/>
                  </a:lnTo>
                  <a:lnTo>
                    <a:pt x="996255" y="377778"/>
                  </a:lnTo>
                  <a:lnTo>
                    <a:pt x="996124" y="377546"/>
                  </a:lnTo>
                  <a:lnTo>
                    <a:pt x="996031" y="377191"/>
                  </a:lnTo>
                  <a:lnTo>
                    <a:pt x="996983" y="376610"/>
                  </a:lnTo>
                  <a:lnTo>
                    <a:pt x="997247" y="376342"/>
                  </a:lnTo>
                  <a:lnTo>
                    <a:pt x="997201" y="375822"/>
                  </a:lnTo>
                  <a:lnTo>
                    <a:pt x="997936" y="375938"/>
                  </a:lnTo>
                  <a:lnTo>
                    <a:pt x="998221" y="375598"/>
                  </a:lnTo>
                  <a:lnTo>
                    <a:pt x="998515" y="375550"/>
                  </a:lnTo>
                  <a:lnTo>
                    <a:pt x="998870" y="375531"/>
                  </a:lnTo>
                  <a:lnTo>
                    <a:pt x="999255" y="375550"/>
                  </a:lnTo>
                  <a:lnTo>
                    <a:pt x="999805" y="375390"/>
                  </a:lnTo>
                  <a:lnTo>
                    <a:pt x="1000509" y="374574"/>
                  </a:lnTo>
                  <a:lnTo>
                    <a:pt x="1000892" y="373991"/>
                  </a:lnTo>
                  <a:lnTo>
                    <a:pt x="1001526" y="374274"/>
                  </a:lnTo>
                  <a:lnTo>
                    <a:pt x="1003927" y="373498"/>
                  </a:lnTo>
                  <a:lnTo>
                    <a:pt x="1005056" y="372160"/>
                  </a:lnTo>
                  <a:lnTo>
                    <a:pt x="1004701" y="371906"/>
                  </a:lnTo>
                  <a:lnTo>
                    <a:pt x="1004230" y="371229"/>
                  </a:lnTo>
                  <a:lnTo>
                    <a:pt x="1004346" y="370993"/>
                  </a:lnTo>
                  <a:lnTo>
                    <a:pt x="1004573" y="370964"/>
                  </a:lnTo>
                  <a:lnTo>
                    <a:pt x="1004705" y="370948"/>
                  </a:lnTo>
                  <a:lnTo>
                    <a:pt x="1005664" y="371215"/>
                  </a:lnTo>
                  <a:lnTo>
                    <a:pt x="1005887" y="371227"/>
                  </a:lnTo>
                  <a:lnTo>
                    <a:pt x="1006133" y="371198"/>
                  </a:lnTo>
                  <a:lnTo>
                    <a:pt x="1006435" y="370907"/>
                  </a:lnTo>
                  <a:lnTo>
                    <a:pt x="1007113" y="370652"/>
                  </a:lnTo>
                  <a:lnTo>
                    <a:pt x="1008079" y="370877"/>
                  </a:lnTo>
                  <a:lnTo>
                    <a:pt x="1008470" y="371099"/>
                  </a:lnTo>
                  <a:lnTo>
                    <a:pt x="1008901" y="370880"/>
                  </a:lnTo>
                  <a:lnTo>
                    <a:pt x="1009162" y="370358"/>
                  </a:lnTo>
                  <a:lnTo>
                    <a:pt x="1009051" y="369830"/>
                  </a:lnTo>
                  <a:lnTo>
                    <a:pt x="1009125" y="369201"/>
                  </a:lnTo>
                  <a:lnTo>
                    <a:pt x="1009173" y="368545"/>
                  </a:lnTo>
                  <a:lnTo>
                    <a:pt x="1009358" y="368474"/>
                  </a:lnTo>
                  <a:lnTo>
                    <a:pt x="1009544" y="368360"/>
                  </a:lnTo>
                  <a:lnTo>
                    <a:pt x="1009740" y="368243"/>
                  </a:lnTo>
                  <a:lnTo>
                    <a:pt x="1010483" y="368285"/>
                  </a:lnTo>
                  <a:lnTo>
                    <a:pt x="1010991" y="367274"/>
                  </a:lnTo>
                  <a:lnTo>
                    <a:pt x="1011239" y="367030"/>
                  </a:lnTo>
                  <a:lnTo>
                    <a:pt x="1011444" y="367001"/>
                  </a:lnTo>
                  <a:lnTo>
                    <a:pt x="1011707" y="367053"/>
                  </a:lnTo>
                  <a:lnTo>
                    <a:pt x="1012022" y="366925"/>
                  </a:lnTo>
                  <a:lnTo>
                    <a:pt x="1012280" y="366806"/>
                  </a:lnTo>
                  <a:lnTo>
                    <a:pt x="1012724" y="366862"/>
                  </a:lnTo>
                  <a:lnTo>
                    <a:pt x="1012147" y="366585"/>
                  </a:lnTo>
                  <a:lnTo>
                    <a:pt x="1012510" y="366465"/>
                  </a:lnTo>
                  <a:lnTo>
                    <a:pt x="1012544" y="366264"/>
                  </a:lnTo>
                  <a:lnTo>
                    <a:pt x="1012524" y="366051"/>
                  </a:lnTo>
                  <a:lnTo>
                    <a:pt x="1012758" y="365768"/>
                  </a:lnTo>
                  <a:lnTo>
                    <a:pt x="1013245" y="365474"/>
                  </a:lnTo>
                  <a:lnTo>
                    <a:pt x="1014336" y="365392"/>
                  </a:lnTo>
                  <a:lnTo>
                    <a:pt x="1014630" y="365680"/>
                  </a:lnTo>
                  <a:lnTo>
                    <a:pt x="1014784" y="365740"/>
                  </a:lnTo>
                  <a:lnTo>
                    <a:pt x="1015304" y="365188"/>
                  </a:lnTo>
                  <a:lnTo>
                    <a:pt x="1015504" y="364494"/>
                  </a:lnTo>
                  <a:lnTo>
                    <a:pt x="1016578" y="365131"/>
                  </a:lnTo>
                  <a:lnTo>
                    <a:pt x="1016837" y="365105"/>
                  </a:lnTo>
                  <a:lnTo>
                    <a:pt x="1016960" y="364392"/>
                  </a:lnTo>
                  <a:lnTo>
                    <a:pt x="1017552" y="364519"/>
                  </a:lnTo>
                  <a:lnTo>
                    <a:pt x="1017754" y="364481"/>
                  </a:lnTo>
                  <a:lnTo>
                    <a:pt x="1018546" y="364195"/>
                  </a:lnTo>
                  <a:lnTo>
                    <a:pt x="1018828" y="364440"/>
                  </a:lnTo>
                  <a:lnTo>
                    <a:pt x="1019006" y="364490"/>
                  </a:lnTo>
                  <a:lnTo>
                    <a:pt x="1021741" y="364245"/>
                  </a:lnTo>
                  <a:lnTo>
                    <a:pt x="1022200" y="363929"/>
                  </a:lnTo>
                  <a:lnTo>
                    <a:pt x="1022568" y="364174"/>
                  </a:lnTo>
                  <a:lnTo>
                    <a:pt x="1023062" y="364249"/>
                  </a:lnTo>
                  <a:lnTo>
                    <a:pt x="1023463" y="364170"/>
                  </a:lnTo>
                  <a:lnTo>
                    <a:pt x="1023501" y="363782"/>
                  </a:lnTo>
                  <a:lnTo>
                    <a:pt x="1023685" y="363760"/>
                  </a:lnTo>
                  <a:lnTo>
                    <a:pt x="1024142" y="363423"/>
                  </a:lnTo>
                  <a:lnTo>
                    <a:pt x="1025300" y="363762"/>
                  </a:lnTo>
                  <a:lnTo>
                    <a:pt x="1026373" y="363390"/>
                  </a:lnTo>
                  <a:lnTo>
                    <a:pt x="1026890" y="363447"/>
                  </a:lnTo>
                  <a:lnTo>
                    <a:pt x="1027153" y="363172"/>
                  </a:lnTo>
                  <a:lnTo>
                    <a:pt x="1027501" y="363144"/>
                  </a:lnTo>
                  <a:lnTo>
                    <a:pt x="1027900" y="362911"/>
                  </a:lnTo>
                  <a:lnTo>
                    <a:pt x="1028848" y="363005"/>
                  </a:lnTo>
                  <a:lnTo>
                    <a:pt x="1029115" y="362952"/>
                  </a:lnTo>
                  <a:lnTo>
                    <a:pt x="1029664" y="362459"/>
                  </a:lnTo>
                  <a:lnTo>
                    <a:pt x="1030013" y="362315"/>
                  </a:lnTo>
                  <a:lnTo>
                    <a:pt x="1030534" y="362531"/>
                  </a:lnTo>
                  <a:lnTo>
                    <a:pt x="1031334" y="362443"/>
                  </a:lnTo>
                  <a:lnTo>
                    <a:pt x="1031542" y="362421"/>
                  </a:lnTo>
                  <a:lnTo>
                    <a:pt x="1031687" y="362383"/>
                  </a:lnTo>
                  <a:lnTo>
                    <a:pt x="1031826" y="362388"/>
                  </a:lnTo>
                  <a:lnTo>
                    <a:pt x="1032158" y="362690"/>
                  </a:lnTo>
                  <a:lnTo>
                    <a:pt x="1032905" y="362865"/>
                  </a:lnTo>
                  <a:lnTo>
                    <a:pt x="1033403" y="362937"/>
                  </a:lnTo>
                  <a:lnTo>
                    <a:pt x="1033528" y="362785"/>
                  </a:lnTo>
                  <a:lnTo>
                    <a:pt x="1033714" y="362775"/>
                  </a:lnTo>
                  <a:lnTo>
                    <a:pt x="1033995" y="362761"/>
                  </a:lnTo>
                  <a:lnTo>
                    <a:pt x="1034370" y="362781"/>
                  </a:lnTo>
                  <a:lnTo>
                    <a:pt x="1034818" y="362367"/>
                  </a:lnTo>
                  <a:lnTo>
                    <a:pt x="1035245" y="362326"/>
                  </a:lnTo>
                  <a:lnTo>
                    <a:pt x="1035482" y="362349"/>
                  </a:lnTo>
                  <a:lnTo>
                    <a:pt x="1035666" y="362472"/>
                  </a:lnTo>
                  <a:lnTo>
                    <a:pt x="1035676" y="362610"/>
                  </a:lnTo>
                  <a:lnTo>
                    <a:pt x="1036190" y="362476"/>
                  </a:lnTo>
                  <a:lnTo>
                    <a:pt x="1036386" y="362346"/>
                  </a:lnTo>
                  <a:lnTo>
                    <a:pt x="1036532" y="362266"/>
                  </a:lnTo>
                  <a:lnTo>
                    <a:pt x="1036761" y="362206"/>
                  </a:lnTo>
                  <a:lnTo>
                    <a:pt x="1036944" y="362248"/>
                  </a:lnTo>
                  <a:lnTo>
                    <a:pt x="1037073" y="362277"/>
                  </a:lnTo>
                  <a:lnTo>
                    <a:pt x="1037403" y="362347"/>
                  </a:lnTo>
                  <a:lnTo>
                    <a:pt x="1037789" y="362317"/>
                  </a:lnTo>
                  <a:lnTo>
                    <a:pt x="1037918" y="362269"/>
                  </a:lnTo>
                  <a:lnTo>
                    <a:pt x="1038209" y="362120"/>
                  </a:lnTo>
                  <a:lnTo>
                    <a:pt x="1038554" y="361961"/>
                  </a:lnTo>
                  <a:lnTo>
                    <a:pt x="1038822" y="361747"/>
                  </a:lnTo>
                  <a:lnTo>
                    <a:pt x="1039074" y="361627"/>
                  </a:lnTo>
                  <a:lnTo>
                    <a:pt x="1039277" y="361362"/>
                  </a:lnTo>
                  <a:lnTo>
                    <a:pt x="1039291" y="361186"/>
                  </a:lnTo>
                  <a:lnTo>
                    <a:pt x="1039239" y="360977"/>
                  </a:lnTo>
                  <a:lnTo>
                    <a:pt x="1039599" y="360489"/>
                  </a:lnTo>
                  <a:lnTo>
                    <a:pt x="1039800" y="360503"/>
                  </a:lnTo>
                  <a:lnTo>
                    <a:pt x="1040204" y="360460"/>
                  </a:lnTo>
                  <a:lnTo>
                    <a:pt x="1040157" y="360318"/>
                  </a:lnTo>
                  <a:lnTo>
                    <a:pt x="1040191" y="360055"/>
                  </a:lnTo>
                  <a:lnTo>
                    <a:pt x="1040421" y="360022"/>
                  </a:lnTo>
                  <a:lnTo>
                    <a:pt x="1040588" y="360096"/>
                  </a:lnTo>
                  <a:lnTo>
                    <a:pt x="1041001" y="360307"/>
                  </a:lnTo>
                  <a:lnTo>
                    <a:pt x="1041085" y="359880"/>
                  </a:lnTo>
                  <a:lnTo>
                    <a:pt x="1041202" y="359728"/>
                  </a:lnTo>
                  <a:lnTo>
                    <a:pt x="1041394" y="359467"/>
                  </a:lnTo>
                  <a:lnTo>
                    <a:pt x="1041613" y="359242"/>
                  </a:lnTo>
                  <a:lnTo>
                    <a:pt x="1041724" y="359090"/>
                  </a:lnTo>
                  <a:lnTo>
                    <a:pt x="1041806" y="358811"/>
                  </a:lnTo>
                  <a:lnTo>
                    <a:pt x="1042001" y="358385"/>
                  </a:lnTo>
                  <a:lnTo>
                    <a:pt x="1042203" y="358341"/>
                  </a:lnTo>
                  <a:lnTo>
                    <a:pt x="1042359" y="358293"/>
                  </a:lnTo>
                  <a:lnTo>
                    <a:pt x="1042226" y="357698"/>
                  </a:lnTo>
                  <a:lnTo>
                    <a:pt x="1042446" y="357457"/>
                  </a:lnTo>
                  <a:lnTo>
                    <a:pt x="1042496" y="356998"/>
                  </a:lnTo>
                  <a:lnTo>
                    <a:pt x="1042713" y="357095"/>
                  </a:lnTo>
                  <a:lnTo>
                    <a:pt x="1042966" y="357292"/>
                  </a:lnTo>
                  <a:lnTo>
                    <a:pt x="1043136" y="357369"/>
                  </a:lnTo>
                  <a:lnTo>
                    <a:pt x="1043393" y="357407"/>
                  </a:lnTo>
                  <a:lnTo>
                    <a:pt x="1043592" y="357389"/>
                  </a:lnTo>
                  <a:lnTo>
                    <a:pt x="1044594" y="357609"/>
                  </a:lnTo>
                  <a:lnTo>
                    <a:pt x="1044647" y="357333"/>
                  </a:lnTo>
                  <a:lnTo>
                    <a:pt x="1045376" y="356625"/>
                  </a:lnTo>
                  <a:lnTo>
                    <a:pt x="1046136" y="356196"/>
                  </a:lnTo>
                  <a:lnTo>
                    <a:pt x="1046590" y="355878"/>
                  </a:lnTo>
                  <a:lnTo>
                    <a:pt x="1046767" y="355931"/>
                  </a:lnTo>
                  <a:lnTo>
                    <a:pt x="1047192" y="355859"/>
                  </a:lnTo>
                  <a:lnTo>
                    <a:pt x="1047303" y="355428"/>
                  </a:lnTo>
                  <a:lnTo>
                    <a:pt x="1047339" y="355011"/>
                  </a:lnTo>
                  <a:lnTo>
                    <a:pt x="1047439" y="354314"/>
                  </a:lnTo>
                  <a:lnTo>
                    <a:pt x="1047905" y="354317"/>
                  </a:lnTo>
                  <a:lnTo>
                    <a:pt x="1048227" y="354158"/>
                  </a:lnTo>
                  <a:lnTo>
                    <a:pt x="1048373" y="354021"/>
                  </a:lnTo>
                  <a:lnTo>
                    <a:pt x="1048415" y="353868"/>
                  </a:lnTo>
                  <a:lnTo>
                    <a:pt x="1048343" y="353495"/>
                  </a:lnTo>
                  <a:lnTo>
                    <a:pt x="1048244" y="353352"/>
                  </a:lnTo>
                  <a:lnTo>
                    <a:pt x="1048211" y="353015"/>
                  </a:lnTo>
                  <a:lnTo>
                    <a:pt x="1048383" y="352962"/>
                  </a:lnTo>
                  <a:lnTo>
                    <a:pt x="1048741" y="352921"/>
                  </a:lnTo>
                  <a:lnTo>
                    <a:pt x="1048963" y="352926"/>
                  </a:lnTo>
                  <a:lnTo>
                    <a:pt x="1049318" y="352941"/>
                  </a:lnTo>
                  <a:lnTo>
                    <a:pt x="1049308" y="352391"/>
                  </a:lnTo>
                  <a:lnTo>
                    <a:pt x="1049106" y="351924"/>
                  </a:lnTo>
                  <a:lnTo>
                    <a:pt x="1049199" y="351794"/>
                  </a:lnTo>
                  <a:lnTo>
                    <a:pt x="1049383" y="351687"/>
                  </a:lnTo>
                  <a:lnTo>
                    <a:pt x="1049622" y="351563"/>
                  </a:lnTo>
                  <a:lnTo>
                    <a:pt x="1050357" y="351186"/>
                  </a:lnTo>
                  <a:lnTo>
                    <a:pt x="1050000" y="350952"/>
                  </a:lnTo>
                  <a:lnTo>
                    <a:pt x="1049703" y="350757"/>
                  </a:lnTo>
                  <a:lnTo>
                    <a:pt x="1048877" y="350328"/>
                  </a:lnTo>
                  <a:lnTo>
                    <a:pt x="1048539" y="349757"/>
                  </a:lnTo>
                  <a:lnTo>
                    <a:pt x="1048574" y="349334"/>
                  </a:lnTo>
                  <a:lnTo>
                    <a:pt x="1048666" y="349078"/>
                  </a:lnTo>
                  <a:lnTo>
                    <a:pt x="1048865" y="348799"/>
                  </a:lnTo>
                  <a:lnTo>
                    <a:pt x="1049084" y="348769"/>
                  </a:lnTo>
                  <a:lnTo>
                    <a:pt x="1049068" y="347542"/>
                  </a:lnTo>
                  <a:lnTo>
                    <a:pt x="1049491" y="347134"/>
                  </a:lnTo>
                  <a:lnTo>
                    <a:pt x="1049033" y="346418"/>
                  </a:lnTo>
                  <a:lnTo>
                    <a:pt x="1049764" y="346065"/>
                  </a:lnTo>
                  <a:lnTo>
                    <a:pt x="1049800" y="345705"/>
                  </a:lnTo>
                  <a:lnTo>
                    <a:pt x="1049951" y="345398"/>
                  </a:lnTo>
                  <a:lnTo>
                    <a:pt x="1050568" y="345221"/>
                  </a:lnTo>
                  <a:lnTo>
                    <a:pt x="1051079" y="344885"/>
                  </a:lnTo>
                  <a:lnTo>
                    <a:pt x="1051424" y="344349"/>
                  </a:lnTo>
                  <a:lnTo>
                    <a:pt x="1051094" y="344351"/>
                  </a:lnTo>
                  <a:lnTo>
                    <a:pt x="1050585" y="344331"/>
                  </a:lnTo>
                  <a:lnTo>
                    <a:pt x="1050933" y="343823"/>
                  </a:lnTo>
                  <a:lnTo>
                    <a:pt x="1047259" y="342519"/>
                  </a:lnTo>
                  <a:lnTo>
                    <a:pt x="1046908" y="342388"/>
                  </a:lnTo>
                  <a:lnTo>
                    <a:pt x="1046613" y="342159"/>
                  </a:lnTo>
                  <a:lnTo>
                    <a:pt x="1045160" y="343279"/>
                  </a:lnTo>
                  <a:lnTo>
                    <a:pt x="1044555" y="342622"/>
                  </a:lnTo>
                  <a:lnTo>
                    <a:pt x="1044145" y="342141"/>
                  </a:lnTo>
                  <a:lnTo>
                    <a:pt x="1043067" y="342409"/>
                  </a:lnTo>
                  <a:lnTo>
                    <a:pt x="1042844" y="342637"/>
                  </a:lnTo>
                  <a:lnTo>
                    <a:pt x="1042270" y="343054"/>
                  </a:lnTo>
                  <a:lnTo>
                    <a:pt x="1041989" y="342624"/>
                  </a:lnTo>
                  <a:lnTo>
                    <a:pt x="1042150" y="342583"/>
                  </a:lnTo>
                  <a:lnTo>
                    <a:pt x="1041528" y="342483"/>
                  </a:lnTo>
                  <a:lnTo>
                    <a:pt x="1041313" y="342453"/>
                  </a:lnTo>
                  <a:lnTo>
                    <a:pt x="1040889" y="341934"/>
                  </a:lnTo>
                  <a:lnTo>
                    <a:pt x="1041179" y="341842"/>
                  </a:lnTo>
                  <a:lnTo>
                    <a:pt x="1041332" y="341789"/>
                  </a:lnTo>
                  <a:lnTo>
                    <a:pt x="1039508" y="340630"/>
                  </a:lnTo>
                  <a:lnTo>
                    <a:pt x="1041709" y="339092"/>
                  </a:lnTo>
                  <a:lnTo>
                    <a:pt x="1043507" y="339266"/>
                  </a:lnTo>
                  <a:lnTo>
                    <a:pt x="1043965" y="338429"/>
                  </a:lnTo>
                  <a:lnTo>
                    <a:pt x="1044405" y="337936"/>
                  </a:lnTo>
                  <a:lnTo>
                    <a:pt x="1044951" y="337805"/>
                  </a:lnTo>
                  <a:lnTo>
                    <a:pt x="1044921" y="337308"/>
                  </a:lnTo>
                  <a:lnTo>
                    <a:pt x="1044932" y="336788"/>
                  </a:lnTo>
                  <a:lnTo>
                    <a:pt x="1045419" y="336674"/>
                  </a:lnTo>
                  <a:lnTo>
                    <a:pt x="1045875" y="336340"/>
                  </a:lnTo>
                  <a:lnTo>
                    <a:pt x="1045882" y="336209"/>
                  </a:lnTo>
                  <a:lnTo>
                    <a:pt x="1045760" y="336037"/>
                  </a:lnTo>
                  <a:lnTo>
                    <a:pt x="1045658" y="335782"/>
                  </a:lnTo>
                  <a:lnTo>
                    <a:pt x="1045781" y="335523"/>
                  </a:lnTo>
                  <a:lnTo>
                    <a:pt x="1044867" y="334535"/>
                  </a:lnTo>
                  <a:lnTo>
                    <a:pt x="1045765" y="334234"/>
                  </a:lnTo>
                  <a:lnTo>
                    <a:pt x="1045975" y="333604"/>
                  </a:lnTo>
                  <a:lnTo>
                    <a:pt x="1046565" y="332387"/>
                  </a:lnTo>
                  <a:lnTo>
                    <a:pt x="1046294" y="331759"/>
                  </a:lnTo>
                  <a:lnTo>
                    <a:pt x="1046886" y="331059"/>
                  </a:lnTo>
                  <a:lnTo>
                    <a:pt x="1047371" y="330710"/>
                  </a:lnTo>
                  <a:lnTo>
                    <a:pt x="1047223" y="330154"/>
                  </a:lnTo>
                  <a:lnTo>
                    <a:pt x="1047026" y="330076"/>
                  </a:lnTo>
                  <a:lnTo>
                    <a:pt x="1046654" y="329418"/>
                  </a:lnTo>
                  <a:lnTo>
                    <a:pt x="1047838" y="328664"/>
                  </a:lnTo>
                  <a:lnTo>
                    <a:pt x="1048162" y="328703"/>
                  </a:lnTo>
                  <a:lnTo>
                    <a:pt x="1048313" y="328577"/>
                  </a:lnTo>
                  <a:lnTo>
                    <a:pt x="1048823" y="328266"/>
                  </a:lnTo>
                  <a:lnTo>
                    <a:pt x="1049399" y="327246"/>
                  </a:lnTo>
                  <a:lnTo>
                    <a:pt x="1049583" y="327378"/>
                  </a:lnTo>
                  <a:lnTo>
                    <a:pt x="1049749" y="327772"/>
                  </a:lnTo>
                  <a:lnTo>
                    <a:pt x="1050176" y="327894"/>
                  </a:lnTo>
                  <a:lnTo>
                    <a:pt x="1050465" y="327690"/>
                  </a:lnTo>
                  <a:lnTo>
                    <a:pt x="1050688" y="327426"/>
                  </a:lnTo>
                  <a:lnTo>
                    <a:pt x="1050893" y="327223"/>
                  </a:lnTo>
                  <a:lnTo>
                    <a:pt x="1051010" y="326963"/>
                  </a:lnTo>
                  <a:lnTo>
                    <a:pt x="1051418" y="326345"/>
                  </a:lnTo>
                  <a:lnTo>
                    <a:pt x="1051568" y="325070"/>
                  </a:lnTo>
                  <a:lnTo>
                    <a:pt x="1051705" y="325058"/>
                  </a:lnTo>
                  <a:lnTo>
                    <a:pt x="1051835" y="325057"/>
                  </a:lnTo>
                  <a:lnTo>
                    <a:pt x="1053875" y="324951"/>
                  </a:lnTo>
                  <a:lnTo>
                    <a:pt x="1054099" y="324784"/>
                  </a:lnTo>
                  <a:lnTo>
                    <a:pt x="1054655" y="324324"/>
                  </a:lnTo>
                  <a:lnTo>
                    <a:pt x="1055112" y="323581"/>
                  </a:lnTo>
                  <a:lnTo>
                    <a:pt x="1055453" y="323225"/>
                  </a:lnTo>
                  <a:lnTo>
                    <a:pt x="1055866" y="322746"/>
                  </a:lnTo>
                  <a:lnTo>
                    <a:pt x="1055961" y="322576"/>
                  </a:lnTo>
                  <a:lnTo>
                    <a:pt x="1056081" y="322361"/>
                  </a:lnTo>
                  <a:lnTo>
                    <a:pt x="1056516" y="321816"/>
                  </a:lnTo>
                  <a:lnTo>
                    <a:pt x="1056894" y="321619"/>
                  </a:lnTo>
                  <a:lnTo>
                    <a:pt x="1057025" y="321300"/>
                  </a:lnTo>
                  <a:lnTo>
                    <a:pt x="1057085" y="320389"/>
                  </a:lnTo>
                  <a:lnTo>
                    <a:pt x="1057492" y="319365"/>
                  </a:lnTo>
                  <a:lnTo>
                    <a:pt x="1057916" y="319308"/>
                  </a:lnTo>
                  <a:lnTo>
                    <a:pt x="1057621" y="318861"/>
                  </a:lnTo>
                  <a:lnTo>
                    <a:pt x="1056938" y="317244"/>
                  </a:lnTo>
                  <a:lnTo>
                    <a:pt x="1056793" y="316929"/>
                  </a:lnTo>
                  <a:lnTo>
                    <a:pt x="1057145" y="315799"/>
                  </a:lnTo>
                  <a:lnTo>
                    <a:pt x="1056521" y="314988"/>
                  </a:lnTo>
                  <a:lnTo>
                    <a:pt x="1056512" y="314788"/>
                  </a:lnTo>
                  <a:lnTo>
                    <a:pt x="1056661" y="314441"/>
                  </a:lnTo>
                  <a:lnTo>
                    <a:pt x="1057239" y="314197"/>
                  </a:lnTo>
                  <a:lnTo>
                    <a:pt x="1057488" y="314044"/>
                  </a:lnTo>
                  <a:lnTo>
                    <a:pt x="1057717" y="313878"/>
                  </a:lnTo>
                  <a:lnTo>
                    <a:pt x="1057877" y="313421"/>
                  </a:lnTo>
                  <a:lnTo>
                    <a:pt x="1057994" y="313218"/>
                  </a:lnTo>
                  <a:lnTo>
                    <a:pt x="1058166" y="312972"/>
                  </a:lnTo>
                  <a:lnTo>
                    <a:pt x="1058617" y="312722"/>
                  </a:lnTo>
                  <a:lnTo>
                    <a:pt x="1058776" y="312682"/>
                  </a:lnTo>
                  <a:lnTo>
                    <a:pt x="1059728" y="312015"/>
                  </a:lnTo>
                  <a:lnTo>
                    <a:pt x="1061156" y="309943"/>
                  </a:lnTo>
                  <a:lnTo>
                    <a:pt x="1061271" y="309681"/>
                  </a:lnTo>
                  <a:lnTo>
                    <a:pt x="1061321" y="309255"/>
                  </a:lnTo>
                  <a:lnTo>
                    <a:pt x="1061736" y="308775"/>
                  </a:lnTo>
                  <a:lnTo>
                    <a:pt x="1062304" y="308596"/>
                  </a:lnTo>
                  <a:lnTo>
                    <a:pt x="1062446" y="308551"/>
                  </a:lnTo>
                  <a:lnTo>
                    <a:pt x="1062622" y="308484"/>
                  </a:lnTo>
                  <a:lnTo>
                    <a:pt x="1062782" y="308422"/>
                  </a:lnTo>
                  <a:lnTo>
                    <a:pt x="1063500" y="307433"/>
                  </a:lnTo>
                  <a:lnTo>
                    <a:pt x="1063979" y="307381"/>
                  </a:lnTo>
                  <a:lnTo>
                    <a:pt x="1064163" y="307324"/>
                  </a:lnTo>
                  <a:lnTo>
                    <a:pt x="1064650" y="307260"/>
                  </a:lnTo>
                  <a:lnTo>
                    <a:pt x="1065131" y="307257"/>
                  </a:lnTo>
                  <a:lnTo>
                    <a:pt x="1065731" y="306947"/>
                  </a:lnTo>
                  <a:lnTo>
                    <a:pt x="1065982" y="306739"/>
                  </a:lnTo>
                  <a:lnTo>
                    <a:pt x="1065828" y="306049"/>
                  </a:lnTo>
                  <a:lnTo>
                    <a:pt x="1066434" y="306021"/>
                  </a:lnTo>
                  <a:lnTo>
                    <a:pt x="1066676" y="305765"/>
                  </a:lnTo>
                  <a:lnTo>
                    <a:pt x="1067738" y="305173"/>
                  </a:lnTo>
                  <a:lnTo>
                    <a:pt x="1067789" y="304936"/>
                  </a:lnTo>
                  <a:lnTo>
                    <a:pt x="1067902" y="304577"/>
                  </a:lnTo>
                  <a:lnTo>
                    <a:pt x="1069518" y="302975"/>
                  </a:lnTo>
                  <a:lnTo>
                    <a:pt x="1069443" y="302510"/>
                  </a:lnTo>
                  <a:lnTo>
                    <a:pt x="1069323" y="302378"/>
                  </a:lnTo>
                  <a:lnTo>
                    <a:pt x="1068972" y="301679"/>
                  </a:lnTo>
                  <a:lnTo>
                    <a:pt x="1069413" y="301288"/>
                  </a:lnTo>
                  <a:lnTo>
                    <a:pt x="1069925" y="301267"/>
                  </a:lnTo>
                  <a:lnTo>
                    <a:pt x="1070155" y="300741"/>
                  </a:lnTo>
                  <a:lnTo>
                    <a:pt x="1070107" y="300475"/>
                  </a:lnTo>
                  <a:lnTo>
                    <a:pt x="1069846" y="299019"/>
                  </a:lnTo>
                  <a:lnTo>
                    <a:pt x="1070313" y="298342"/>
                  </a:lnTo>
                  <a:lnTo>
                    <a:pt x="1069891" y="297818"/>
                  </a:lnTo>
                  <a:lnTo>
                    <a:pt x="1069340" y="296471"/>
                  </a:lnTo>
                  <a:lnTo>
                    <a:pt x="1069675" y="296230"/>
                  </a:lnTo>
                  <a:lnTo>
                    <a:pt x="1069815" y="296201"/>
                  </a:lnTo>
                  <a:lnTo>
                    <a:pt x="1070875" y="296054"/>
                  </a:lnTo>
                  <a:lnTo>
                    <a:pt x="1071519" y="296383"/>
                  </a:lnTo>
                  <a:lnTo>
                    <a:pt x="1071710" y="296455"/>
                  </a:lnTo>
                  <a:lnTo>
                    <a:pt x="1072360" y="296282"/>
                  </a:lnTo>
                  <a:lnTo>
                    <a:pt x="1072266" y="295805"/>
                  </a:lnTo>
                  <a:lnTo>
                    <a:pt x="1072089" y="295679"/>
                  </a:lnTo>
                  <a:lnTo>
                    <a:pt x="1071935" y="294158"/>
                  </a:lnTo>
                  <a:lnTo>
                    <a:pt x="1072096" y="294119"/>
                  </a:lnTo>
                  <a:lnTo>
                    <a:pt x="1071913" y="292726"/>
                  </a:lnTo>
                  <a:lnTo>
                    <a:pt x="1072133" y="292585"/>
                  </a:lnTo>
                  <a:lnTo>
                    <a:pt x="1072468" y="292414"/>
                  </a:lnTo>
                  <a:lnTo>
                    <a:pt x="1072791" y="292268"/>
                  </a:lnTo>
                  <a:lnTo>
                    <a:pt x="1072968" y="292207"/>
                  </a:lnTo>
                  <a:lnTo>
                    <a:pt x="1073177" y="292155"/>
                  </a:lnTo>
                  <a:lnTo>
                    <a:pt x="1073333" y="292131"/>
                  </a:lnTo>
                  <a:lnTo>
                    <a:pt x="1073513" y="292114"/>
                  </a:lnTo>
                  <a:lnTo>
                    <a:pt x="1073684" y="292112"/>
                  </a:lnTo>
                  <a:lnTo>
                    <a:pt x="1073826" y="292109"/>
                  </a:lnTo>
                  <a:lnTo>
                    <a:pt x="1074170" y="292169"/>
                  </a:lnTo>
                  <a:lnTo>
                    <a:pt x="1074338" y="292185"/>
                  </a:lnTo>
                  <a:lnTo>
                    <a:pt x="1074753" y="292149"/>
                  </a:lnTo>
                  <a:lnTo>
                    <a:pt x="1074984" y="292035"/>
                  </a:lnTo>
                  <a:lnTo>
                    <a:pt x="1075272" y="291606"/>
                  </a:lnTo>
                  <a:lnTo>
                    <a:pt x="1075305" y="291238"/>
                  </a:lnTo>
                  <a:lnTo>
                    <a:pt x="1075271" y="291059"/>
                  </a:lnTo>
                  <a:lnTo>
                    <a:pt x="1075236" y="290888"/>
                  </a:lnTo>
                  <a:lnTo>
                    <a:pt x="1075155" y="290516"/>
                  </a:lnTo>
                  <a:lnTo>
                    <a:pt x="1075696" y="289538"/>
                  </a:lnTo>
                  <a:lnTo>
                    <a:pt x="1076316" y="289335"/>
                  </a:lnTo>
                  <a:lnTo>
                    <a:pt x="1076584" y="289408"/>
                  </a:lnTo>
                  <a:lnTo>
                    <a:pt x="1077124" y="289323"/>
                  </a:lnTo>
                  <a:lnTo>
                    <a:pt x="1077385" y="289135"/>
                  </a:lnTo>
                  <a:lnTo>
                    <a:pt x="1077547" y="289066"/>
                  </a:lnTo>
                  <a:lnTo>
                    <a:pt x="1077833" y="288175"/>
                  </a:lnTo>
                  <a:lnTo>
                    <a:pt x="1077532" y="288107"/>
                  </a:lnTo>
                  <a:lnTo>
                    <a:pt x="1077324" y="288083"/>
                  </a:lnTo>
                  <a:lnTo>
                    <a:pt x="1077166" y="288042"/>
                  </a:lnTo>
                  <a:lnTo>
                    <a:pt x="1076859" y="287946"/>
                  </a:lnTo>
                  <a:lnTo>
                    <a:pt x="1076402" y="287299"/>
                  </a:lnTo>
                  <a:lnTo>
                    <a:pt x="1077105" y="286660"/>
                  </a:lnTo>
                  <a:lnTo>
                    <a:pt x="1077342" y="286645"/>
                  </a:lnTo>
                  <a:lnTo>
                    <a:pt x="1077599" y="286593"/>
                  </a:lnTo>
                  <a:lnTo>
                    <a:pt x="1077772" y="286607"/>
                  </a:lnTo>
                  <a:lnTo>
                    <a:pt x="1077978" y="286631"/>
                  </a:lnTo>
                  <a:lnTo>
                    <a:pt x="1078201" y="286676"/>
                  </a:lnTo>
                  <a:lnTo>
                    <a:pt x="1078661" y="286614"/>
                  </a:lnTo>
                  <a:lnTo>
                    <a:pt x="1078801" y="286608"/>
                  </a:lnTo>
                  <a:lnTo>
                    <a:pt x="1079472" y="285494"/>
                  </a:lnTo>
                  <a:lnTo>
                    <a:pt x="1079530" y="284515"/>
                  </a:lnTo>
                  <a:lnTo>
                    <a:pt x="1080283" y="283940"/>
                  </a:lnTo>
                  <a:lnTo>
                    <a:pt x="1080420" y="283926"/>
                  </a:lnTo>
                  <a:lnTo>
                    <a:pt x="1080129" y="281445"/>
                  </a:lnTo>
                  <a:lnTo>
                    <a:pt x="1083156" y="278205"/>
                  </a:lnTo>
                  <a:lnTo>
                    <a:pt x="1084502" y="273325"/>
                  </a:lnTo>
                  <a:lnTo>
                    <a:pt x="1084649" y="273305"/>
                  </a:lnTo>
                  <a:lnTo>
                    <a:pt x="1084843" y="273285"/>
                  </a:lnTo>
                  <a:lnTo>
                    <a:pt x="1085242" y="273214"/>
                  </a:lnTo>
                  <a:lnTo>
                    <a:pt x="1094008" y="267629"/>
                  </a:lnTo>
                  <a:lnTo>
                    <a:pt x="1098984" y="264465"/>
                  </a:lnTo>
                  <a:lnTo>
                    <a:pt x="1109503" y="258704"/>
                  </a:lnTo>
                  <a:lnTo>
                    <a:pt x="1110470" y="258454"/>
                  </a:lnTo>
                  <a:lnTo>
                    <a:pt x="1110683" y="258449"/>
                  </a:lnTo>
                  <a:lnTo>
                    <a:pt x="1114586" y="254167"/>
                  </a:lnTo>
                  <a:lnTo>
                    <a:pt x="1114598" y="253321"/>
                  </a:lnTo>
                  <a:lnTo>
                    <a:pt x="1113905" y="253016"/>
                  </a:lnTo>
                  <a:lnTo>
                    <a:pt x="1113530" y="252829"/>
                  </a:lnTo>
                  <a:lnTo>
                    <a:pt x="1113300" y="252555"/>
                  </a:lnTo>
                  <a:lnTo>
                    <a:pt x="1113202" y="252279"/>
                  </a:lnTo>
                  <a:lnTo>
                    <a:pt x="1113241" y="252064"/>
                  </a:lnTo>
                  <a:lnTo>
                    <a:pt x="1113487" y="251605"/>
                  </a:lnTo>
                  <a:lnTo>
                    <a:pt x="1114131" y="250930"/>
                  </a:lnTo>
                  <a:lnTo>
                    <a:pt x="1114549" y="250472"/>
                  </a:lnTo>
                  <a:lnTo>
                    <a:pt x="1114676" y="250320"/>
                  </a:lnTo>
                  <a:lnTo>
                    <a:pt x="1115510" y="249887"/>
                  </a:lnTo>
                  <a:lnTo>
                    <a:pt x="1116988" y="248431"/>
                  </a:lnTo>
                  <a:lnTo>
                    <a:pt x="1117168" y="247665"/>
                  </a:lnTo>
                  <a:lnTo>
                    <a:pt x="1116779" y="246589"/>
                  </a:lnTo>
                  <a:lnTo>
                    <a:pt x="1117013" y="246441"/>
                  </a:lnTo>
                  <a:lnTo>
                    <a:pt x="1117585" y="246122"/>
                  </a:lnTo>
                  <a:lnTo>
                    <a:pt x="1117951" y="245634"/>
                  </a:lnTo>
                  <a:lnTo>
                    <a:pt x="1117832" y="245235"/>
                  </a:lnTo>
                  <a:lnTo>
                    <a:pt x="1117059" y="244567"/>
                  </a:lnTo>
                  <a:lnTo>
                    <a:pt x="1116598" y="243862"/>
                  </a:lnTo>
                  <a:lnTo>
                    <a:pt x="1116005" y="242761"/>
                  </a:lnTo>
                  <a:lnTo>
                    <a:pt x="1115905" y="242208"/>
                  </a:lnTo>
                  <a:lnTo>
                    <a:pt x="1115974" y="242023"/>
                  </a:lnTo>
                  <a:lnTo>
                    <a:pt x="1116087" y="241841"/>
                  </a:lnTo>
                  <a:lnTo>
                    <a:pt x="1116316" y="241351"/>
                  </a:lnTo>
                  <a:lnTo>
                    <a:pt x="1116448" y="241260"/>
                  </a:lnTo>
                  <a:lnTo>
                    <a:pt x="1116781" y="240878"/>
                  </a:lnTo>
                  <a:lnTo>
                    <a:pt x="1116183" y="240270"/>
                  </a:lnTo>
                  <a:lnTo>
                    <a:pt x="1114337" y="239883"/>
                  </a:lnTo>
                  <a:lnTo>
                    <a:pt x="1113620" y="238635"/>
                  </a:lnTo>
                  <a:lnTo>
                    <a:pt x="1113338" y="238579"/>
                  </a:lnTo>
                  <a:lnTo>
                    <a:pt x="1112988" y="238506"/>
                  </a:lnTo>
                  <a:lnTo>
                    <a:pt x="1112593" y="238375"/>
                  </a:lnTo>
                  <a:lnTo>
                    <a:pt x="1111492" y="237796"/>
                  </a:lnTo>
                  <a:lnTo>
                    <a:pt x="1110915" y="237382"/>
                  </a:lnTo>
                  <a:lnTo>
                    <a:pt x="1110755" y="237229"/>
                  </a:lnTo>
                  <a:lnTo>
                    <a:pt x="1110491" y="236039"/>
                  </a:lnTo>
                  <a:lnTo>
                    <a:pt x="1110184" y="235541"/>
                  </a:lnTo>
                  <a:lnTo>
                    <a:pt x="1110492" y="234752"/>
                  </a:lnTo>
                  <a:lnTo>
                    <a:pt x="1110624" y="234752"/>
                  </a:lnTo>
                  <a:lnTo>
                    <a:pt x="1110801" y="234757"/>
                  </a:lnTo>
                  <a:lnTo>
                    <a:pt x="1111625" y="234035"/>
                  </a:lnTo>
                  <a:lnTo>
                    <a:pt x="1111446" y="233269"/>
                  </a:lnTo>
                  <a:lnTo>
                    <a:pt x="1112275" y="232232"/>
                  </a:lnTo>
                  <a:lnTo>
                    <a:pt x="1113000" y="231493"/>
                  </a:lnTo>
                  <a:lnTo>
                    <a:pt x="1113389" y="231035"/>
                  </a:lnTo>
                  <a:lnTo>
                    <a:pt x="1113104" y="229903"/>
                  </a:lnTo>
                  <a:lnTo>
                    <a:pt x="1113107" y="229014"/>
                  </a:lnTo>
                  <a:lnTo>
                    <a:pt x="1113346" y="228614"/>
                  </a:lnTo>
                  <a:lnTo>
                    <a:pt x="1114089" y="227623"/>
                  </a:lnTo>
                  <a:lnTo>
                    <a:pt x="1113758" y="227252"/>
                  </a:lnTo>
                  <a:lnTo>
                    <a:pt x="1113796" y="226262"/>
                  </a:lnTo>
                  <a:lnTo>
                    <a:pt x="1114415" y="226089"/>
                  </a:lnTo>
                  <a:lnTo>
                    <a:pt x="1115229" y="224905"/>
                  </a:lnTo>
                  <a:lnTo>
                    <a:pt x="1114165" y="224606"/>
                  </a:lnTo>
                  <a:lnTo>
                    <a:pt x="1113060" y="224627"/>
                  </a:lnTo>
                  <a:lnTo>
                    <a:pt x="1112935" y="224445"/>
                  </a:lnTo>
                  <a:lnTo>
                    <a:pt x="1112736" y="224171"/>
                  </a:lnTo>
                  <a:lnTo>
                    <a:pt x="1112090" y="223798"/>
                  </a:lnTo>
                  <a:lnTo>
                    <a:pt x="1111957" y="223760"/>
                  </a:lnTo>
                  <a:lnTo>
                    <a:pt x="1111541" y="223680"/>
                  </a:lnTo>
                  <a:lnTo>
                    <a:pt x="1110992" y="223636"/>
                  </a:lnTo>
                  <a:lnTo>
                    <a:pt x="1110253" y="223462"/>
                  </a:lnTo>
                  <a:lnTo>
                    <a:pt x="1109634" y="222928"/>
                  </a:lnTo>
                  <a:lnTo>
                    <a:pt x="1108684" y="222334"/>
                  </a:lnTo>
                  <a:lnTo>
                    <a:pt x="1108403" y="222332"/>
                  </a:lnTo>
                  <a:lnTo>
                    <a:pt x="1108172" y="222338"/>
                  </a:lnTo>
                  <a:lnTo>
                    <a:pt x="1108000" y="222333"/>
                  </a:lnTo>
                  <a:lnTo>
                    <a:pt x="1107743" y="222317"/>
                  </a:lnTo>
                  <a:lnTo>
                    <a:pt x="1107616" y="222302"/>
                  </a:lnTo>
                  <a:lnTo>
                    <a:pt x="1107480" y="222274"/>
                  </a:lnTo>
                  <a:lnTo>
                    <a:pt x="1107281" y="222212"/>
                  </a:lnTo>
                  <a:lnTo>
                    <a:pt x="1106849" y="221931"/>
                  </a:lnTo>
                  <a:lnTo>
                    <a:pt x="1106535" y="221735"/>
                  </a:lnTo>
                  <a:lnTo>
                    <a:pt x="1106292" y="221604"/>
                  </a:lnTo>
                  <a:lnTo>
                    <a:pt x="1106138" y="221549"/>
                  </a:lnTo>
                  <a:lnTo>
                    <a:pt x="1105284" y="221204"/>
                  </a:lnTo>
                  <a:lnTo>
                    <a:pt x="1104887" y="221006"/>
                  </a:lnTo>
                  <a:lnTo>
                    <a:pt x="1103968" y="220528"/>
                  </a:lnTo>
                  <a:lnTo>
                    <a:pt x="1103553" y="220322"/>
                  </a:lnTo>
                  <a:lnTo>
                    <a:pt x="1102395" y="219585"/>
                  </a:lnTo>
                  <a:lnTo>
                    <a:pt x="1102064" y="219666"/>
                  </a:lnTo>
                  <a:lnTo>
                    <a:pt x="1100791" y="220303"/>
                  </a:lnTo>
                  <a:lnTo>
                    <a:pt x="1100363" y="220609"/>
                  </a:lnTo>
                  <a:lnTo>
                    <a:pt x="1100177" y="220755"/>
                  </a:lnTo>
                  <a:lnTo>
                    <a:pt x="1099248" y="221123"/>
                  </a:lnTo>
                  <a:lnTo>
                    <a:pt x="1098349" y="221098"/>
                  </a:lnTo>
                  <a:lnTo>
                    <a:pt x="1097275" y="221066"/>
                  </a:lnTo>
                  <a:lnTo>
                    <a:pt x="1096263" y="220959"/>
                  </a:lnTo>
                  <a:lnTo>
                    <a:pt x="1096045" y="220967"/>
                  </a:lnTo>
                  <a:lnTo>
                    <a:pt x="1095761" y="220965"/>
                  </a:lnTo>
                  <a:lnTo>
                    <a:pt x="1095482" y="220926"/>
                  </a:lnTo>
                  <a:lnTo>
                    <a:pt x="1095343" y="220901"/>
                  </a:lnTo>
                  <a:lnTo>
                    <a:pt x="1095192" y="220868"/>
                  </a:lnTo>
                  <a:lnTo>
                    <a:pt x="1095024" y="220832"/>
                  </a:lnTo>
                  <a:lnTo>
                    <a:pt x="1094198" y="220776"/>
                  </a:lnTo>
                  <a:lnTo>
                    <a:pt x="1093934" y="220882"/>
                  </a:lnTo>
                  <a:lnTo>
                    <a:pt x="1093656" y="221011"/>
                  </a:lnTo>
                  <a:lnTo>
                    <a:pt x="1093343" y="221216"/>
                  </a:lnTo>
                  <a:lnTo>
                    <a:pt x="1092996" y="221450"/>
                  </a:lnTo>
                  <a:lnTo>
                    <a:pt x="1092215" y="221849"/>
                  </a:lnTo>
                  <a:lnTo>
                    <a:pt x="1091946" y="221980"/>
                  </a:lnTo>
                  <a:lnTo>
                    <a:pt x="1091778" y="222064"/>
                  </a:lnTo>
                  <a:lnTo>
                    <a:pt x="1091284" y="222316"/>
                  </a:lnTo>
                  <a:lnTo>
                    <a:pt x="1090881" y="222558"/>
                  </a:lnTo>
                  <a:lnTo>
                    <a:pt x="1089365" y="223079"/>
                  </a:lnTo>
                  <a:lnTo>
                    <a:pt x="1088971" y="223010"/>
                  </a:lnTo>
                  <a:lnTo>
                    <a:pt x="1088190" y="222889"/>
                  </a:lnTo>
                  <a:lnTo>
                    <a:pt x="1087795" y="222831"/>
                  </a:lnTo>
                  <a:lnTo>
                    <a:pt x="1087660" y="222813"/>
                  </a:lnTo>
                  <a:lnTo>
                    <a:pt x="1086477" y="222716"/>
                  </a:lnTo>
                  <a:lnTo>
                    <a:pt x="1086010" y="222786"/>
                  </a:lnTo>
                  <a:lnTo>
                    <a:pt x="1085070" y="222753"/>
                  </a:lnTo>
                  <a:lnTo>
                    <a:pt x="1084692" y="222790"/>
                  </a:lnTo>
                  <a:lnTo>
                    <a:pt x="1084544" y="222780"/>
                  </a:lnTo>
                  <a:lnTo>
                    <a:pt x="1083968" y="222647"/>
                  </a:lnTo>
                  <a:lnTo>
                    <a:pt x="1083837" y="222598"/>
                  </a:lnTo>
                  <a:lnTo>
                    <a:pt x="1083698" y="222534"/>
                  </a:lnTo>
                  <a:lnTo>
                    <a:pt x="1082965" y="222013"/>
                  </a:lnTo>
                  <a:lnTo>
                    <a:pt x="1082852" y="221792"/>
                  </a:lnTo>
                  <a:lnTo>
                    <a:pt x="1082764" y="221494"/>
                  </a:lnTo>
                  <a:lnTo>
                    <a:pt x="1082775" y="221187"/>
                  </a:lnTo>
                  <a:lnTo>
                    <a:pt x="1082544" y="220544"/>
                  </a:lnTo>
                  <a:lnTo>
                    <a:pt x="1082355" y="219407"/>
                  </a:lnTo>
                  <a:lnTo>
                    <a:pt x="1082562" y="218942"/>
                  </a:lnTo>
                  <a:lnTo>
                    <a:pt x="1082734" y="218599"/>
                  </a:lnTo>
                  <a:lnTo>
                    <a:pt x="1082799" y="218464"/>
                  </a:lnTo>
                  <a:lnTo>
                    <a:pt x="1082926" y="218093"/>
                  </a:lnTo>
                  <a:lnTo>
                    <a:pt x="1082983" y="217855"/>
                  </a:lnTo>
                  <a:lnTo>
                    <a:pt x="1083214" y="217392"/>
                  </a:lnTo>
                  <a:lnTo>
                    <a:pt x="1083383" y="217134"/>
                  </a:lnTo>
                  <a:lnTo>
                    <a:pt x="1083212" y="214423"/>
                  </a:lnTo>
                  <a:lnTo>
                    <a:pt x="1083115" y="214259"/>
                  </a:lnTo>
                  <a:lnTo>
                    <a:pt x="1082793" y="213804"/>
                  </a:lnTo>
                  <a:lnTo>
                    <a:pt x="1082343" y="213294"/>
                  </a:lnTo>
                  <a:lnTo>
                    <a:pt x="1082719" y="212272"/>
                  </a:lnTo>
                  <a:lnTo>
                    <a:pt x="1083004" y="212274"/>
                  </a:lnTo>
                  <a:lnTo>
                    <a:pt x="1083230" y="212288"/>
                  </a:lnTo>
                  <a:lnTo>
                    <a:pt x="1083476" y="212311"/>
                  </a:lnTo>
                  <a:lnTo>
                    <a:pt x="1084029" y="212258"/>
                  </a:lnTo>
                  <a:lnTo>
                    <a:pt x="1084567" y="212070"/>
                  </a:lnTo>
                  <a:lnTo>
                    <a:pt x="1084704" y="212075"/>
                  </a:lnTo>
                  <a:lnTo>
                    <a:pt x="1085010" y="212073"/>
                  </a:lnTo>
                  <a:lnTo>
                    <a:pt x="1085639" y="211495"/>
                  </a:lnTo>
                  <a:lnTo>
                    <a:pt x="1086106" y="211177"/>
                  </a:lnTo>
                  <a:lnTo>
                    <a:pt x="1086418" y="211081"/>
                  </a:lnTo>
                  <a:lnTo>
                    <a:pt x="1087893" y="210451"/>
                  </a:lnTo>
                  <a:lnTo>
                    <a:pt x="1088183" y="210455"/>
                  </a:lnTo>
                  <a:lnTo>
                    <a:pt x="1088572" y="210616"/>
                  </a:lnTo>
                  <a:lnTo>
                    <a:pt x="1088739" y="210695"/>
                  </a:lnTo>
                  <a:lnTo>
                    <a:pt x="1089845" y="210379"/>
                  </a:lnTo>
                  <a:lnTo>
                    <a:pt x="1090112" y="209985"/>
                  </a:lnTo>
                  <a:lnTo>
                    <a:pt x="1091443" y="208842"/>
                  </a:lnTo>
                  <a:lnTo>
                    <a:pt x="1092086" y="208620"/>
                  </a:lnTo>
                  <a:lnTo>
                    <a:pt x="1092549" y="208367"/>
                  </a:lnTo>
                  <a:lnTo>
                    <a:pt x="1093297" y="208113"/>
                  </a:lnTo>
                  <a:lnTo>
                    <a:pt x="1093630" y="208066"/>
                  </a:lnTo>
                  <a:lnTo>
                    <a:pt x="1094760" y="207341"/>
                  </a:lnTo>
                  <a:lnTo>
                    <a:pt x="1094744" y="207136"/>
                  </a:lnTo>
                  <a:lnTo>
                    <a:pt x="1094732" y="207007"/>
                  </a:lnTo>
                  <a:lnTo>
                    <a:pt x="1095518" y="205928"/>
                  </a:lnTo>
                  <a:lnTo>
                    <a:pt x="1096066" y="205915"/>
                  </a:lnTo>
                  <a:lnTo>
                    <a:pt x="1099016" y="203362"/>
                  </a:lnTo>
                  <a:lnTo>
                    <a:pt x="1099180" y="203262"/>
                  </a:lnTo>
                  <a:lnTo>
                    <a:pt x="1099767" y="202955"/>
                  </a:lnTo>
                  <a:lnTo>
                    <a:pt x="1100475" y="202146"/>
                  </a:lnTo>
                  <a:lnTo>
                    <a:pt x="1100841" y="201439"/>
                  </a:lnTo>
                  <a:lnTo>
                    <a:pt x="1101037" y="201065"/>
                  </a:lnTo>
                  <a:lnTo>
                    <a:pt x="1101182" y="200889"/>
                  </a:lnTo>
                  <a:lnTo>
                    <a:pt x="1101606" y="200406"/>
                  </a:lnTo>
                  <a:lnTo>
                    <a:pt x="1101910" y="200147"/>
                  </a:lnTo>
                  <a:lnTo>
                    <a:pt x="1103352" y="199388"/>
                  </a:lnTo>
                  <a:lnTo>
                    <a:pt x="1103498" y="199328"/>
                  </a:lnTo>
                  <a:lnTo>
                    <a:pt x="1103645" y="199269"/>
                  </a:lnTo>
                  <a:lnTo>
                    <a:pt x="1103792" y="199210"/>
                  </a:lnTo>
                  <a:lnTo>
                    <a:pt x="1105263" y="198187"/>
                  </a:lnTo>
                  <a:lnTo>
                    <a:pt x="1105842" y="197785"/>
                  </a:lnTo>
                  <a:lnTo>
                    <a:pt x="1105988" y="197277"/>
                  </a:lnTo>
                  <a:lnTo>
                    <a:pt x="1106132" y="197077"/>
                  </a:lnTo>
                  <a:lnTo>
                    <a:pt x="1106629" y="196548"/>
                  </a:lnTo>
                  <a:lnTo>
                    <a:pt x="1108299" y="195765"/>
                  </a:lnTo>
                  <a:lnTo>
                    <a:pt x="1108864" y="195613"/>
                  </a:lnTo>
                  <a:lnTo>
                    <a:pt x="1109126" y="195418"/>
                  </a:lnTo>
                  <a:lnTo>
                    <a:pt x="1109924" y="195056"/>
                  </a:lnTo>
                  <a:lnTo>
                    <a:pt x="1110326" y="195011"/>
                  </a:lnTo>
                  <a:lnTo>
                    <a:pt x="1110493" y="194995"/>
                  </a:lnTo>
                  <a:lnTo>
                    <a:pt x="1110655" y="194981"/>
                  </a:lnTo>
                  <a:lnTo>
                    <a:pt x="1111481" y="193802"/>
                  </a:lnTo>
                  <a:lnTo>
                    <a:pt x="1112148" y="193088"/>
                  </a:lnTo>
                  <a:lnTo>
                    <a:pt x="1112346" y="193057"/>
                  </a:lnTo>
                  <a:lnTo>
                    <a:pt x="1112495" y="193035"/>
                  </a:lnTo>
                  <a:lnTo>
                    <a:pt x="1112636" y="193017"/>
                  </a:lnTo>
                  <a:lnTo>
                    <a:pt x="1112767" y="192996"/>
                  </a:lnTo>
                  <a:lnTo>
                    <a:pt x="1112905" y="192967"/>
                  </a:lnTo>
                  <a:lnTo>
                    <a:pt x="1113318" y="192823"/>
                  </a:lnTo>
                  <a:lnTo>
                    <a:pt x="1113791" y="191946"/>
                  </a:lnTo>
                  <a:lnTo>
                    <a:pt x="1113712" y="190907"/>
                  </a:lnTo>
                  <a:lnTo>
                    <a:pt x="1113850" y="190882"/>
                  </a:lnTo>
                  <a:lnTo>
                    <a:pt x="1114420" y="190496"/>
                  </a:lnTo>
                  <a:lnTo>
                    <a:pt x="1115500" y="189551"/>
                  </a:lnTo>
                  <a:lnTo>
                    <a:pt x="1116159" y="189192"/>
                  </a:lnTo>
                  <a:lnTo>
                    <a:pt x="1116641" y="189048"/>
                  </a:lnTo>
                  <a:lnTo>
                    <a:pt x="1116851" y="189034"/>
                  </a:lnTo>
                  <a:lnTo>
                    <a:pt x="1116980" y="189009"/>
                  </a:lnTo>
                  <a:lnTo>
                    <a:pt x="1117211" y="188935"/>
                  </a:lnTo>
                  <a:lnTo>
                    <a:pt x="1117481" y="188816"/>
                  </a:lnTo>
                  <a:lnTo>
                    <a:pt x="1117861" y="188638"/>
                  </a:lnTo>
                  <a:lnTo>
                    <a:pt x="1118314" y="188330"/>
                  </a:lnTo>
                  <a:lnTo>
                    <a:pt x="1118928" y="187892"/>
                  </a:lnTo>
                  <a:lnTo>
                    <a:pt x="1120414" y="186969"/>
                  </a:lnTo>
                  <a:lnTo>
                    <a:pt x="1120335" y="186838"/>
                  </a:lnTo>
                  <a:lnTo>
                    <a:pt x="1120003" y="186530"/>
                  </a:lnTo>
                  <a:lnTo>
                    <a:pt x="1119865" y="186461"/>
                  </a:lnTo>
                  <a:lnTo>
                    <a:pt x="1119658" y="186004"/>
                  </a:lnTo>
                  <a:lnTo>
                    <a:pt x="1120401" y="185801"/>
                  </a:lnTo>
                  <a:lnTo>
                    <a:pt x="1120578" y="185780"/>
                  </a:lnTo>
                  <a:lnTo>
                    <a:pt x="1120740" y="185751"/>
                  </a:lnTo>
                  <a:lnTo>
                    <a:pt x="1120899" y="185701"/>
                  </a:lnTo>
                  <a:lnTo>
                    <a:pt x="1121193" y="185633"/>
                  </a:lnTo>
                  <a:lnTo>
                    <a:pt x="1121478" y="185577"/>
                  </a:lnTo>
                  <a:lnTo>
                    <a:pt x="1121634" y="185542"/>
                  </a:lnTo>
                  <a:lnTo>
                    <a:pt x="1122096" y="185373"/>
                  </a:lnTo>
                  <a:lnTo>
                    <a:pt x="1122931" y="184723"/>
                  </a:lnTo>
                  <a:lnTo>
                    <a:pt x="1124111" y="185041"/>
                  </a:lnTo>
                  <a:lnTo>
                    <a:pt x="1124249" y="185047"/>
                  </a:lnTo>
                  <a:lnTo>
                    <a:pt x="1124417" y="185061"/>
                  </a:lnTo>
                  <a:lnTo>
                    <a:pt x="1124627" y="185081"/>
                  </a:lnTo>
                  <a:lnTo>
                    <a:pt x="1125254" y="184847"/>
                  </a:lnTo>
                  <a:lnTo>
                    <a:pt x="1126041" y="184492"/>
                  </a:lnTo>
                  <a:lnTo>
                    <a:pt x="1126206" y="184525"/>
                  </a:lnTo>
                  <a:lnTo>
                    <a:pt x="1126473" y="184583"/>
                  </a:lnTo>
                  <a:lnTo>
                    <a:pt x="1127030" y="184660"/>
                  </a:lnTo>
                  <a:lnTo>
                    <a:pt x="1127207" y="184725"/>
                  </a:lnTo>
                  <a:lnTo>
                    <a:pt x="1127424" y="184792"/>
                  </a:lnTo>
                  <a:lnTo>
                    <a:pt x="1127706" y="184868"/>
                  </a:lnTo>
                  <a:lnTo>
                    <a:pt x="1128496" y="184820"/>
                  </a:lnTo>
                  <a:lnTo>
                    <a:pt x="1129623" y="184936"/>
                  </a:lnTo>
                  <a:lnTo>
                    <a:pt x="1129801" y="184963"/>
                  </a:lnTo>
                  <a:lnTo>
                    <a:pt x="1129957" y="184979"/>
                  </a:lnTo>
                  <a:lnTo>
                    <a:pt x="1130092" y="184983"/>
                  </a:lnTo>
                  <a:lnTo>
                    <a:pt x="1130907" y="184569"/>
                  </a:lnTo>
                  <a:lnTo>
                    <a:pt x="1131685" y="184102"/>
                  </a:lnTo>
                  <a:lnTo>
                    <a:pt x="1131908" y="184090"/>
                  </a:lnTo>
                  <a:lnTo>
                    <a:pt x="1132262" y="184047"/>
                  </a:lnTo>
                  <a:lnTo>
                    <a:pt x="1133028" y="184530"/>
                  </a:lnTo>
                  <a:lnTo>
                    <a:pt x="1133694" y="184993"/>
                  </a:lnTo>
                  <a:lnTo>
                    <a:pt x="1134264" y="185624"/>
                  </a:lnTo>
                  <a:lnTo>
                    <a:pt x="1134631" y="185547"/>
                  </a:lnTo>
                  <a:lnTo>
                    <a:pt x="1134762" y="185470"/>
                  </a:lnTo>
                  <a:lnTo>
                    <a:pt x="1135629" y="185186"/>
                  </a:lnTo>
                  <a:lnTo>
                    <a:pt x="1136403" y="185292"/>
                  </a:lnTo>
                  <a:lnTo>
                    <a:pt x="1136977" y="185204"/>
                  </a:lnTo>
                  <a:lnTo>
                    <a:pt x="1137175" y="185233"/>
                  </a:lnTo>
                  <a:lnTo>
                    <a:pt x="1137340" y="185258"/>
                  </a:lnTo>
                  <a:lnTo>
                    <a:pt x="1137692" y="185307"/>
                  </a:lnTo>
                  <a:lnTo>
                    <a:pt x="1138385" y="185398"/>
                  </a:lnTo>
                  <a:lnTo>
                    <a:pt x="1138941" y="185403"/>
                  </a:lnTo>
                  <a:lnTo>
                    <a:pt x="1139076" y="185387"/>
                  </a:lnTo>
                  <a:lnTo>
                    <a:pt x="1140214" y="184743"/>
                  </a:lnTo>
                  <a:lnTo>
                    <a:pt x="1140809" y="184731"/>
                  </a:lnTo>
                  <a:lnTo>
                    <a:pt x="1140953" y="184782"/>
                  </a:lnTo>
                  <a:lnTo>
                    <a:pt x="1141756" y="184731"/>
                  </a:lnTo>
                  <a:lnTo>
                    <a:pt x="1142767" y="184166"/>
                  </a:lnTo>
                  <a:lnTo>
                    <a:pt x="1142902" y="183986"/>
                  </a:lnTo>
                  <a:lnTo>
                    <a:pt x="1143248" y="183587"/>
                  </a:lnTo>
                  <a:lnTo>
                    <a:pt x="1143895" y="183047"/>
                  </a:lnTo>
                  <a:lnTo>
                    <a:pt x="1144030" y="183014"/>
                  </a:lnTo>
                  <a:lnTo>
                    <a:pt x="1144159" y="182992"/>
                  </a:lnTo>
                  <a:lnTo>
                    <a:pt x="1144315" y="182973"/>
                  </a:lnTo>
                  <a:lnTo>
                    <a:pt x="1144628" y="182955"/>
                  </a:lnTo>
                  <a:lnTo>
                    <a:pt x="1144913" y="182958"/>
                  </a:lnTo>
                  <a:lnTo>
                    <a:pt x="1145073" y="182971"/>
                  </a:lnTo>
                  <a:lnTo>
                    <a:pt x="1145493" y="183008"/>
                  </a:lnTo>
                  <a:lnTo>
                    <a:pt x="1145768" y="183050"/>
                  </a:lnTo>
                  <a:lnTo>
                    <a:pt x="1146285" y="183174"/>
                  </a:lnTo>
                  <a:lnTo>
                    <a:pt x="1146809" y="183307"/>
                  </a:lnTo>
                  <a:lnTo>
                    <a:pt x="1147169" y="183346"/>
                  </a:lnTo>
                  <a:lnTo>
                    <a:pt x="1148812" y="183038"/>
                  </a:lnTo>
                  <a:lnTo>
                    <a:pt x="1148965" y="183068"/>
                  </a:lnTo>
                  <a:lnTo>
                    <a:pt x="1149116" y="183092"/>
                  </a:lnTo>
                  <a:lnTo>
                    <a:pt x="1149744" y="183032"/>
                  </a:lnTo>
                  <a:lnTo>
                    <a:pt x="1149959" y="182940"/>
                  </a:lnTo>
                  <a:lnTo>
                    <a:pt x="1150254" y="182813"/>
                  </a:lnTo>
                  <a:lnTo>
                    <a:pt x="1150627" y="182715"/>
                  </a:lnTo>
                  <a:lnTo>
                    <a:pt x="1151327" y="182479"/>
                  </a:lnTo>
                  <a:lnTo>
                    <a:pt x="1151859" y="182643"/>
                  </a:lnTo>
                  <a:close/>
                </a:path>
              </a:pathLst>
            </a:custGeom>
            <a:solidFill>
              <a:srgbClr val="F6EAE4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4552194" y="5115016"/>
              <a:ext cx="184386" cy="183166"/>
            </a:xfrm>
            <a:custGeom>
              <a:avLst/>
              <a:pathLst>
                <a:path w="184386" h="183166">
                  <a:moveTo>
                    <a:pt x="182879" y="182879"/>
                  </a:moveTo>
                  <a:lnTo>
                    <a:pt x="182929" y="182672"/>
                  </a:lnTo>
                  <a:lnTo>
                    <a:pt x="183187" y="182667"/>
                  </a:lnTo>
                  <a:lnTo>
                    <a:pt x="183731" y="182657"/>
                  </a:lnTo>
                  <a:lnTo>
                    <a:pt x="184065" y="182653"/>
                  </a:lnTo>
                  <a:lnTo>
                    <a:pt x="184386" y="182809"/>
                  </a:lnTo>
                  <a:lnTo>
                    <a:pt x="184345" y="183158"/>
                  </a:lnTo>
                  <a:lnTo>
                    <a:pt x="183986" y="183162"/>
                  </a:lnTo>
                  <a:lnTo>
                    <a:pt x="183679" y="183166"/>
                  </a:lnTo>
                  <a:close/>
                </a:path>
              </a:pathLst>
            </a:custGeom>
            <a:solidFill>
              <a:srgbClr val="ED9B6A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4450317" y="4975473"/>
              <a:ext cx="309750" cy="417441"/>
            </a:xfrm>
            <a:custGeom>
              <a:avLst/>
              <a:pathLst>
                <a:path w="309750" h="417441">
                  <a:moveTo>
                    <a:pt x="182879" y="182879"/>
                  </a:moveTo>
                  <a:lnTo>
                    <a:pt x="183024" y="182959"/>
                  </a:lnTo>
                  <a:lnTo>
                    <a:pt x="183476" y="183175"/>
                  </a:lnTo>
                  <a:lnTo>
                    <a:pt x="183875" y="183289"/>
                  </a:lnTo>
                  <a:lnTo>
                    <a:pt x="184602" y="183464"/>
                  </a:lnTo>
                  <a:lnTo>
                    <a:pt x="184720" y="183654"/>
                  </a:lnTo>
                  <a:lnTo>
                    <a:pt x="184753" y="183797"/>
                  </a:lnTo>
                  <a:lnTo>
                    <a:pt x="184913" y="184181"/>
                  </a:lnTo>
                  <a:lnTo>
                    <a:pt x="185141" y="184645"/>
                  </a:lnTo>
                  <a:lnTo>
                    <a:pt x="185159" y="184893"/>
                  </a:lnTo>
                  <a:lnTo>
                    <a:pt x="185154" y="185027"/>
                  </a:lnTo>
                  <a:lnTo>
                    <a:pt x="184908" y="185226"/>
                  </a:lnTo>
                  <a:lnTo>
                    <a:pt x="184398" y="185416"/>
                  </a:lnTo>
                  <a:lnTo>
                    <a:pt x="183934" y="185523"/>
                  </a:lnTo>
                  <a:lnTo>
                    <a:pt x="183271" y="185771"/>
                  </a:lnTo>
                  <a:lnTo>
                    <a:pt x="183330" y="185970"/>
                  </a:lnTo>
                  <a:lnTo>
                    <a:pt x="183368" y="186142"/>
                  </a:lnTo>
                  <a:lnTo>
                    <a:pt x="182690" y="186476"/>
                  </a:lnTo>
                  <a:lnTo>
                    <a:pt x="182535" y="186132"/>
                  </a:lnTo>
                  <a:lnTo>
                    <a:pt x="182367" y="186231"/>
                  </a:lnTo>
                  <a:lnTo>
                    <a:pt x="182381" y="186400"/>
                  </a:lnTo>
                  <a:lnTo>
                    <a:pt x="182009" y="186518"/>
                  </a:lnTo>
                  <a:lnTo>
                    <a:pt x="181951" y="186650"/>
                  </a:lnTo>
                  <a:lnTo>
                    <a:pt x="181823" y="186950"/>
                  </a:lnTo>
                  <a:lnTo>
                    <a:pt x="181599" y="187387"/>
                  </a:lnTo>
                  <a:lnTo>
                    <a:pt x="181286" y="187335"/>
                  </a:lnTo>
                  <a:lnTo>
                    <a:pt x="181067" y="188224"/>
                  </a:lnTo>
                  <a:lnTo>
                    <a:pt x="181061" y="188370"/>
                  </a:lnTo>
                  <a:lnTo>
                    <a:pt x="180896" y="189000"/>
                  </a:lnTo>
                  <a:lnTo>
                    <a:pt x="180826" y="189187"/>
                  </a:lnTo>
                  <a:lnTo>
                    <a:pt x="180827" y="189509"/>
                  </a:lnTo>
                  <a:lnTo>
                    <a:pt x="180808" y="189787"/>
                  </a:lnTo>
                  <a:lnTo>
                    <a:pt x="180639" y="190489"/>
                  </a:lnTo>
                  <a:lnTo>
                    <a:pt x="180580" y="190773"/>
                  </a:lnTo>
                  <a:lnTo>
                    <a:pt x="180547" y="190972"/>
                  </a:lnTo>
                  <a:lnTo>
                    <a:pt x="180486" y="191820"/>
                  </a:lnTo>
                  <a:lnTo>
                    <a:pt x="180476" y="192269"/>
                  </a:lnTo>
                  <a:lnTo>
                    <a:pt x="180500" y="192683"/>
                  </a:lnTo>
                  <a:lnTo>
                    <a:pt x="180577" y="193368"/>
                  </a:lnTo>
                  <a:lnTo>
                    <a:pt x="180371" y="193950"/>
                  </a:lnTo>
                  <a:lnTo>
                    <a:pt x="180539" y="194129"/>
                  </a:lnTo>
                  <a:lnTo>
                    <a:pt x="180520" y="194426"/>
                  </a:lnTo>
                  <a:lnTo>
                    <a:pt x="180460" y="194688"/>
                  </a:lnTo>
                  <a:lnTo>
                    <a:pt x="180421" y="194828"/>
                  </a:lnTo>
                  <a:lnTo>
                    <a:pt x="180338" y="195029"/>
                  </a:lnTo>
                  <a:lnTo>
                    <a:pt x="180169" y="195312"/>
                  </a:lnTo>
                  <a:lnTo>
                    <a:pt x="180272" y="195499"/>
                  </a:lnTo>
                  <a:lnTo>
                    <a:pt x="180065" y="195715"/>
                  </a:lnTo>
                  <a:lnTo>
                    <a:pt x="180707" y="195912"/>
                  </a:lnTo>
                  <a:lnTo>
                    <a:pt x="180483" y="197348"/>
                  </a:lnTo>
                  <a:lnTo>
                    <a:pt x="179860" y="197334"/>
                  </a:lnTo>
                  <a:lnTo>
                    <a:pt x="179811" y="197511"/>
                  </a:lnTo>
                  <a:lnTo>
                    <a:pt x="180042" y="197527"/>
                  </a:lnTo>
                  <a:lnTo>
                    <a:pt x="180271" y="197510"/>
                  </a:lnTo>
                  <a:lnTo>
                    <a:pt x="181075" y="197472"/>
                  </a:lnTo>
                  <a:lnTo>
                    <a:pt x="181180" y="197981"/>
                  </a:lnTo>
                  <a:lnTo>
                    <a:pt x="180902" y="198064"/>
                  </a:lnTo>
                  <a:lnTo>
                    <a:pt x="180254" y="198387"/>
                  </a:lnTo>
                  <a:lnTo>
                    <a:pt x="180254" y="198556"/>
                  </a:lnTo>
                  <a:lnTo>
                    <a:pt x="180522" y="198922"/>
                  </a:lnTo>
                  <a:lnTo>
                    <a:pt x="180925" y="198735"/>
                  </a:lnTo>
                  <a:lnTo>
                    <a:pt x="181065" y="199073"/>
                  </a:lnTo>
                  <a:lnTo>
                    <a:pt x="181027" y="199342"/>
                  </a:lnTo>
                  <a:lnTo>
                    <a:pt x="181022" y="199505"/>
                  </a:lnTo>
                  <a:lnTo>
                    <a:pt x="181174" y="199748"/>
                  </a:lnTo>
                  <a:lnTo>
                    <a:pt x="181501" y="199978"/>
                  </a:lnTo>
                  <a:lnTo>
                    <a:pt x="182054" y="200956"/>
                  </a:lnTo>
                  <a:lnTo>
                    <a:pt x="182360" y="201007"/>
                  </a:lnTo>
                  <a:lnTo>
                    <a:pt x="182616" y="201153"/>
                  </a:lnTo>
                  <a:lnTo>
                    <a:pt x="183740" y="200529"/>
                  </a:lnTo>
                  <a:lnTo>
                    <a:pt x="183974" y="200730"/>
                  </a:lnTo>
                  <a:lnTo>
                    <a:pt x="184132" y="200847"/>
                  </a:lnTo>
                  <a:lnTo>
                    <a:pt x="184475" y="201098"/>
                  </a:lnTo>
                  <a:lnTo>
                    <a:pt x="184812" y="201312"/>
                  </a:lnTo>
                  <a:lnTo>
                    <a:pt x="185310" y="201577"/>
                  </a:lnTo>
                  <a:lnTo>
                    <a:pt x="185570" y="201692"/>
                  </a:lnTo>
                  <a:lnTo>
                    <a:pt x="186099" y="201903"/>
                  </a:lnTo>
                  <a:lnTo>
                    <a:pt x="186464" y="202078"/>
                  </a:lnTo>
                  <a:lnTo>
                    <a:pt x="186758" y="202201"/>
                  </a:lnTo>
                  <a:lnTo>
                    <a:pt x="187031" y="202234"/>
                  </a:lnTo>
                  <a:lnTo>
                    <a:pt x="187281" y="202208"/>
                  </a:lnTo>
                  <a:lnTo>
                    <a:pt x="187630" y="202056"/>
                  </a:lnTo>
                  <a:lnTo>
                    <a:pt x="187806" y="202059"/>
                  </a:lnTo>
                  <a:lnTo>
                    <a:pt x="188562" y="202234"/>
                  </a:lnTo>
                  <a:lnTo>
                    <a:pt x="188696" y="202690"/>
                  </a:lnTo>
                  <a:lnTo>
                    <a:pt x="188966" y="202965"/>
                  </a:lnTo>
                  <a:lnTo>
                    <a:pt x="189438" y="202979"/>
                  </a:lnTo>
                  <a:lnTo>
                    <a:pt x="189778" y="203053"/>
                  </a:lnTo>
                  <a:lnTo>
                    <a:pt x="189933" y="203085"/>
                  </a:lnTo>
                  <a:lnTo>
                    <a:pt x="190391" y="203205"/>
                  </a:lnTo>
                  <a:lnTo>
                    <a:pt x="190839" y="203291"/>
                  </a:lnTo>
                  <a:lnTo>
                    <a:pt x="190937" y="203092"/>
                  </a:lnTo>
                  <a:lnTo>
                    <a:pt x="191086" y="203044"/>
                  </a:lnTo>
                  <a:lnTo>
                    <a:pt x="191316" y="203231"/>
                  </a:lnTo>
                  <a:lnTo>
                    <a:pt x="191321" y="203383"/>
                  </a:lnTo>
                  <a:lnTo>
                    <a:pt x="191785" y="203450"/>
                  </a:lnTo>
                  <a:lnTo>
                    <a:pt x="191788" y="203245"/>
                  </a:lnTo>
                  <a:lnTo>
                    <a:pt x="192231" y="203246"/>
                  </a:lnTo>
                  <a:lnTo>
                    <a:pt x="192391" y="203444"/>
                  </a:lnTo>
                  <a:lnTo>
                    <a:pt x="192748" y="203652"/>
                  </a:lnTo>
                  <a:lnTo>
                    <a:pt x="192642" y="203813"/>
                  </a:lnTo>
                  <a:lnTo>
                    <a:pt x="192988" y="204038"/>
                  </a:lnTo>
                  <a:lnTo>
                    <a:pt x="193168" y="203999"/>
                  </a:lnTo>
                  <a:lnTo>
                    <a:pt x="193332" y="204036"/>
                  </a:lnTo>
                  <a:lnTo>
                    <a:pt x="193366" y="203882"/>
                  </a:lnTo>
                  <a:lnTo>
                    <a:pt x="193456" y="203666"/>
                  </a:lnTo>
                  <a:lnTo>
                    <a:pt x="193609" y="203703"/>
                  </a:lnTo>
                  <a:lnTo>
                    <a:pt x="194848" y="204143"/>
                  </a:lnTo>
                  <a:lnTo>
                    <a:pt x="195015" y="204140"/>
                  </a:lnTo>
                  <a:lnTo>
                    <a:pt x="195179" y="204120"/>
                  </a:lnTo>
                  <a:lnTo>
                    <a:pt x="195387" y="204024"/>
                  </a:lnTo>
                  <a:lnTo>
                    <a:pt x="195714" y="203873"/>
                  </a:lnTo>
                  <a:lnTo>
                    <a:pt x="195581" y="204344"/>
                  </a:lnTo>
                  <a:lnTo>
                    <a:pt x="195249" y="204463"/>
                  </a:lnTo>
                  <a:lnTo>
                    <a:pt x="194906" y="204463"/>
                  </a:lnTo>
                  <a:lnTo>
                    <a:pt x="194906" y="204916"/>
                  </a:lnTo>
                  <a:lnTo>
                    <a:pt x="193650" y="204806"/>
                  </a:lnTo>
                  <a:lnTo>
                    <a:pt x="193864" y="205049"/>
                  </a:lnTo>
                  <a:lnTo>
                    <a:pt x="193963" y="205268"/>
                  </a:lnTo>
                  <a:lnTo>
                    <a:pt x="193772" y="205647"/>
                  </a:lnTo>
                  <a:lnTo>
                    <a:pt x="193512" y="205638"/>
                  </a:lnTo>
                  <a:lnTo>
                    <a:pt x="193197" y="205855"/>
                  </a:lnTo>
                  <a:lnTo>
                    <a:pt x="193130" y="206042"/>
                  </a:lnTo>
                  <a:lnTo>
                    <a:pt x="193183" y="206237"/>
                  </a:lnTo>
                  <a:lnTo>
                    <a:pt x="192988" y="206524"/>
                  </a:lnTo>
                  <a:lnTo>
                    <a:pt x="192846" y="206670"/>
                  </a:lnTo>
                  <a:lnTo>
                    <a:pt x="192530" y="206707"/>
                  </a:lnTo>
                  <a:lnTo>
                    <a:pt x="192416" y="206970"/>
                  </a:lnTo>
                  <a:lnTo>
                    <a:pt x="192872" y="207283"/>
                  </a:lnTo>
                  <a:lnTo>
                    <a:pt x="192998" y="207445"/>
                  </a:lnTo>
                  <a:lnTo>
                    <a:pt x="193679" y="207860"/>
                  </a:lnTo>
                  <a:lnTo>
                    <a:pt x="193954" y="208124"/>
                  </a:lnTo>
                  <a:lnTo>
                    <a:pt x="194300" y="208484"/>
                  </a:lnTo>
                  <a:lnTo>
                    <a:pt x="194771" y="208937"/>
                  </a:lnTo>
                  <a:lnTo>
                    <a:pt x="195797" y="209787"/>
                  </a:lnTo>
                  <a:lnTo>
                    <a:pt x="196000" y="209962"/>
                  </a:lnTo>
                  <a:lnTo>
                    <a:pt x="196570" y="209350"/>
                  </a:lnTo>
                  <a:lnTo>
                    <a:pt x="197428" y="209499"/>
                  </a:lnTo>
                  <a:lnTo>
                    <a:pt x="197253" y="210462"/>
                  </a:lnTo>
                  <a:lnTo>
                    <a:pt x="197911" y="210763"/>
                  </a:lnTo>
                  <a:lnTo>
                    <a:pt x="197665" y="211225"/>
                  </a:lnTo>
                  <a:lnTo>
                    <a:pt x="198213" y="211473"/>
                  </a:lnTo>
                  <a:lnTo>
                    <a:pt x="198758" y="211832"/>
                  </a:lnTo>
                  <a:lnTo>
                    <a:pt x="199359" y="212119"/>
                  </a:lnTo>
                  <a:lnTo>
                    <a:pt x="200089" y="212458"/>
                  </a:lnTo>
                  <a:lnTo>
                    <a:pt x="200735" y="212749"/>
                  </a:lnTo>
                  <a:lnTo>
                    <a:pt x="201257" y="212990"/>
                  </a:lnTo>
                  <a:lnTo>
                    <a:pt x="201633" y="213303"/>
                  </a:lnTo>
                  <a:lnTo>
                    <a:pt x="201733" y="213732"/>
                  </a:lnTo>
                  <a:lnTo>
                    <a:pt x="201703" y="213865"/>
                  </a:lnTo>
                  <a:lnTo>
                    <a:pt x="201694" y="214375"/>
                  </a:lnTo>
                  <a:lnTo>
                    <a:pt x="201719" y="214613"/>
                  </a:lnTo>
                  <a:lnTo>
                    <a:pt x="201755" y="214765"/>
                  </a:lnTo>
                  <a:lnTo>
                    <a:pt x="201547" y="215415"/>
                  </a:lnTo>
                  <a:lnTo>
                    <a:pt x="201532" y="215591"/>
                  </a:lnTo>
                  <a:lnTo>
                    <a:pt x="201991" y="215422"/>
                  </a:lnTo>
                  <a:lnTo>
                    <a:pt x="202158" y="215376"/>
                  </a:lnTo>
                  <a:lnTo>
                    <a:pt x="202945" y="215339"/>
                  </a:lnTo>
                  <a:lnTo>
                    <a:pt x="203278" y="215176"/>
                  </a:lnTo>
                  <a:lnTo>
                    <a:pt x="203421" y="215103"/>
                  </a:lnTo>
                  <a:lnTo>
                    <a:pt x="203808" y="215144"/>
                  </a:lnTo>
                  <a:lnTo>
                    <a:pt x="204142" y="215028"/>
                  </a:lnTo>
                  <a:lnTo>
                    <a:pt x="204293" y="214971"/>
                  </a:lnTo>
                  <a:lnTo>
                    <a:pt x="205021" y="215032"/>
                  </a:lnTo>
                  <a:lnTo>
                    <a:pt x="205331" y="215146"/>
                  </a:lnTo>
                  <a:lnTo>
                    <a:pt x="205512" y="215230"/>
                  </a:lnTo>
                  <a:lnTo>
                    <a:pt x="205749" y="215340"/>
                  </a:lnTo>
                  <a:lnTo>
                    <a:pt x="206712" y="215799"/>
                  </a:lnTo>
                  <a:lnTo>
                    <a:pt x="207673" y="216332"/>
                  </a:lnTo>
                  <a:lnTo>
                    <a:pt x="207771" y="216488"/>
                  </a:lnTo>
                  <a:lnTo>
                    <a:pt x="207988" y="216431"/>
                  </a:lnTo>
                  <a:lnTo>
                    <a:pt x="208278" y="216693"/>
                  </a:lnTo>
                  <a:lnTo>
                    <a:pt x="208349" y="217045"/>
                  </a:lnTo>
                  <a:lnTo>
                    <a:pt x="208069" y="217228"/>
                  </a:lnTo>
                  <a:lnTo>
                    <a:pt x="208419" y="217566"/>
                  </a:lnTo>
                  <a:lnTo>
                    <a:pt x="208173" y="217846"/>
                  </a:lnTo>
                  <a:lnTo>
                    <a:pt x="208629" y="218180"/>
                  </a:lnTo>
                  <a:lnTo>
                    <a:pt x="209189" y="218173"/>
                  </a:lnTo>
                  <a:lnTo>
                    <a:pt x="209371" y="218154"/>
                  </a:lnTo>
                  <a:lnTo>
                    <a:pt x="209502" y="218123"/>
                  </a:lnTo>
                  <a:lnTo>
                    <a:pt x="209663" y="218136"/>
                  </a:lnTo>
                  <a:lnTo>
                    <a:pt x="210124" y="218211"/>
                  </a:lnTo>
                  <a:lnTo>
                    <a:pt x="210654" y="218442"/>
                  </a:lnTo>
                  <a:lnTo>
                    <a:pt x="210987" y="218482"/>
                  </a:lnTo>
                  <a:lnTo>
                    <a:pt x="211824" y="218550"/>
                  </a:lnTo>
                  <a:lnTo>
                    <a:pt x="212620" y="218646"/>
                  </a:lnTo>
                  <a:lnTo>
                    <a:pt x="212915" y="218722"/>
                  </a:lnTo>
                  <a:lnTo>
                    <a:pt x="213062" y="218762"/>
                  </a:lnTo>
                  <a:lnTo>
                    <a:pt x="213362" y="218850"/>
                  </a:lnTo>
                  <a:lnTo>
                    <a:pt x="213490" y="218887"/>
                  </a:lnTo>
                  <a:lnTo>
                    <a:pt x="214005" y="219064"/>
                  </a:lnTo>
                  <a:lnTo>
                    <a:pt x="214745" y="219196"/>
                  </a:lnTo>
                  <a:lnTo>
                    <a:pt x="215151" y="219238"/>
                  </a:lnTo>
                  <a:lnTo>
                    <a:pt x="215738" y="219447"/>
                  </a:lnTo>
                  <a:lnTo>
                    <a:pt x="216027" y="219572"/>
                  </a:lnTo>
                  <a:lnTo>
                    <a:pt x="216504" y="219747"/>
                  </a:lnTo>
                  <a:lnTo>
                    <a:pt x="217302" y="220054"/>
                  </a:lnTo>
                  <a:lnTo>
                    <a:pt x="217884" y="220205"/>
                  </a:lnTo>
                  <a:lnTo>
                    <a:pt x="218442" y="220447"/>
                  </a:lnTo>
                  <a:lnTo>
                    <a:pt x="218490" y="220577"/>
                  </a:lnTo>
                  <a:lnTo>
                    <a:pt x="218752" y="220466"/>
                  </a:lnTo>
                  <a:lnTo>
                    <a:pt x="218907" y="220415"/>
                  </a:lnTo>
                  <a:lnTo>
                    <a:pt x="219914" y="220988"/>
                  </a:lnTo>
                  <a:lnTo>
                    <a:pt x="221103" y="221655"/>
                  </a:lnTo>
                  <a:lnTo>
                    <a:pt x="221421" y="221922"/>
                  </a:lnTo>
                  <a:lnTo>
                    <a:pt x="221605" y="222077"/>
                  </a:lnTo>
                  <a:lnTo>
                    <a:pt x="222272" y="222659"/>
                  </a:lnTo>
                  <a:lnTo>
                    <a:pt x="222709" y="223193"/>
                  </a:lnTo>
                  <a:lnTo>
                    <a:pt x="222704" y="223459"/>
                  </a:lnTo>
                  <a:lnTo>
                    <a:pt x="222876" y="223387"/>
                  </a:lnTo>
                  <a:lnTo>
                    <a:pt x="223240" y="223277"/>
                  </a:lnTo>
                  <a:lnTo>
                    <a:pt x="223455" y="223357"/>
                  </a:lnTo>
                  <a:lnTo>
                    <a:pt x="223969" y="223598"/>
                  </a:lnTo>
                  <a:lnTo>
                    <a:pt x="224198" y="223700"/>
                  </a:lnTo>
                  <a:lnTo>
                    <a:pt x="225323" y="224152"/>
                  </a:lnTo>
                  <a:lnTo>
                    <a:pt x="225634" y="224303"/>
                  </a:lnTo>
                  <a:lnTo>
                    <a:pt x="225884" y="224424"/>
                  </a:lnTo>
                  <a:lnTo>
                    <a:pt x="226753" y="224846"/>
                  </a:lnTo>
                  <a:lnTo>
                    <a:pt x="226899" y="224880"/>
                  </a:lnTo>
                  <a:lnTo>
                    <a:pt x="227091" y="224920"/>
                  </a:lnTo>
                  <a:lnTo>
                    <a:pt x="227282" y="224951"/>
                  </a:lnTo>
                  <a:lnTo>
                    <a:pt x="227419" y="225015"/>
                  </a:lnTo>
                  <a:lnTo>
                    <a:pt x="227745" y="225235"/>
                  </a:lnTo>
                  <a:lnTo>
                    <a:pt x="228010" y="225427"/>
                  </a:lnTo>
                  <a:lnTo>
                    <a:pt x="228757" y="225710"/>
                  </a:lnTo>
                  <a:lnTo>
                    <a:pt x="229766" y="226079"/>
                  </a:lnTo>
                  <a:lnTo>
                    <a:pt x="230907" y="226645"/>
                  </a:lnTo>
                  <a:lnTo>
                    <a:pt x="231097" y="226813"/>
                  </a:lnTo>
                  <a:lnTo>
                    <a:pt x="231472" y="228008"/>
                  </a:lnTo>
                  <a:lnTo>
                    <a:pt x="231397" y="228318"/>
                  </a:lnTo>
                  <a:lnTo>
                    <a:pt x="231775" y="228695"/>
                  </a:lnTo>
                  <a:lnTo>
                    <a:pt x="231848" y="229096"/>
                  </a:lnTo>
                  <a:lnTo>
                    <a:pt x="231542" y="229577"/>
                  </a:lnTo>
                  <a:lnTo>
                    <a:pt x="231678" y="229818"/>
                  </a:lnTo>
                  <a:lnTo>
                    <a:pt x="231889" y="230177"/>
                  </a:lnTo>
                  <a:lnTo>
                    <a:pt x="231988" y="230487"/>
                  </a:lnTo>
                  <a:lnTo>
                    <a:pt x="232102" y="230876"/>
                  </a:lnTo>
                  <a:lnTo>
                    <a:pt x="232231" y="231345"/>
                  </a:lnTo>
                  <a:lnTo>
                    <a:pt x="232306" y="231631"/>
                  </a:lnTo>
                  <a:lnTo>
                    <a:pt x="232370" y="231918"/>
                  </a:lnTo>
                  <a:lnTo>
                    <a:pt x="232404" y="232082"/>
                  </a:lnTo>
                  <a:lnTo>
                    <a:pt x="232572" y="232157"/>
                  </a:lnTo>
                  <a:lnTo>
                    <a:pt x="232541" y="232385"/>
                  </a:lnTo>
                  <a:lnTo>
                    <a:pt x="232540" y="232804"/>
                  </a:lnTo>
                  <a:lnTo>
                    <a:pt x="232545" y="232990"/>
                  </a:lnTo>
                  <a:lnTo>
                    <a:pt x="232572" y="233154"/>
                  </a:lnTo>
                  <a:lnTo>
                    <a:pt x="232608" y="233370"/>
                  </a:lnTo>
                  <a:lnTo>
                    <a:pt x="232698" y="233690"/>
                  </a:lnTo>
                  <a:lnTo>
                    <a:pt x="232771" y="233929"/>
                  </a:lnTo>
                  <a:lnTo>
                    <a:pt x="233108" y="234885"/>
                  </a:lnTo>
                  <a:lnTo>
                    <a:pt x="233256" y="235304"/>
                  </a:lnTo>
                  <a:lnTo>
                    <a:pt x="233422" y="235489"/>
                  </a:lnTo>
                  <a:lnTo>
                    <a:pt x="233527" y="235747"/>
                  </a:lnTo>
                  <a:lnTo>
                    <a:pt x="233790" y="236135"/>
                  </a:lnTo>
                  <a:lnTo>
                    <a:pt x="233876" y="236341"/>
                  </a:lnTo>
                  <a:lnTo>
                    <a:pt x="233955" y="236820"/>
                  </a:lnTo>
                  <a:lnTo>
                    <a:pt x="233849" y="237014"/>
                  </a:lnTo>
                  <a:lnTo>
                    <a:pt x="233870" y="237779"/>
                  </a:lnTo>
                  <a:lnTo>
                    <a:pt x="234127" y="237947"/>
                  </a:lnTo>
                  <a:lnTo>
                    <a:pt x="234472" y="238326"/>
                  </a:lnTo>
                  <a:lnTo>
                    <a:pt x="234855" y="238966"/>
                  </a:lnTo>
                  <a:lnTo>
                    <a:pt x="235421" y="239958"/>
                  </a:lnTo>
                  <a:lnTo>
                    <a:pt x="235557" y="240185"/>
                  </a:lnTo>
                  <a:lnTo>
                    <a:pt x="235773" y="240577"/>
                  </a:lnTo>
                  <a:lnTo>
                    <a:pt x="235837" y="240750"/>
                  </a:lnTo>
                  <a:lnTo>
                    <a:pt x="235951" y="241051"/>
                  </a:lnTo>
                  <a:lnTo>
                    <a:pt x="236058" y="241319"/>
                  </a:lnTo>
                  <a:lnTo>
                    <a:pt x="236763" y="242753"/>
                  </a:lnTo>
                  <a:lnTo>
                    <a:pt x="236909" y="243070"/>
                  </a:lnTo>
                  <a:lnTo>
                    <a:pt x="236971" y="243221"/>
                  </a:lnTo>
                  <a:lnTo>
                    <a:pt x="237160" y="243921"/>
                  </a:lnTo>
                  <a:lnTo>
                    <a:pt x="237420" y="244519"/>
                  </a:lnTo>
                  <a:lnTo>
                    <a:pt x="237564" y="244715"/>
                  </a:lnTo>
                  <a:lnTo>
                    <a:pt x="237735" y="245026"/>
                  </a:lnTo>
                  <a:lnTo>
                    <a:pt x="237866" y="245266"/>
                  </a:lnTo>
                  <a:lnTo>
                    <a:pt x="237934" y="245396"/>
                  </a:lnTo>
                  <a:lnTo>
                    <a:pt x="238246" y="246019"/>
                  </a:lnTo>
                  <a:lnTo>
                    <a:pt x="238361" y="246332"/>
                  </a:lnTo>
                  <a:lnTo>
                    <a:pt x="238414" y="246538"/>
                  </a:lnTo>
                  <a:lnTo>
                    <a:pt x="238536" y="247136"/>
                  </a:lnTo>
                  <a:lnTo>
                    <a:pt x="238637" y="247434"/>
                  </a:lnTo>
                  <a:lnTo>
                    <a:pt x="238705" y="247562"/>
                  </a:lnTo>
                  <a:lnTo>
                    <a:pt x="238907" y="247917"/>
                  </a:lnTo>
                  <a:lnTo>
                    <a:pt x="239024" y="248063"/>
                  </a:lnTo>
                  <a:lnTo>
                    <a:pt x="239496" y="248771"/>
                  </a:lnTo>
                  <a:lnTo>
                    <a:pt x="240038" y="249643"/>
                  </a:lnTo>
                  <a:lnTo>
                    <a:pt x="240254" y="250083"/>
                  </a:lnTo>
                  <a:lnTo>
                    <a:pt x="240327" y="250238"/>
                  </a:lnTo>
                  <a:lnTo>
                    <a:pt x="240816" y="251290"/>
                  </a:lnTo>
                  <a:lnTo>
                    <a:pt x="241030" y="251690"/>
                  </a:lnTo>
                  <a:lnTo>
                    <a:pt x="241273" y="252357"/>
                  </a:lnTo>
                  <a:lnTo>
                    <a:pt x="241299" y="252703"/>
                  </a:lnTo>
                  <a:lnTo>
                    <a:pt x="241287" y="252942"/>
                  </a:lnTo>
                  <a:lnTo>
                    <a:pt x="240654" y="253922"/>
                  </a:lnTo>
                  <a:lnTo>
                    <a:pt x="241022" y="253982"/>
                  </a:lnTo>
                  <a:lnTo>
                    <a:pt x="241303" y="253696"/>
                  </a:lnTo>
                  <a:lnTo>
                    <a:pt x="241591" y="253523"/>
                  </a:lnTo>
                  <a:lnTo>
                    <a:pt x="241730" y="253608"/>
                  </a:lnTo>
                  <a:lnTo>
                    <a:pt x="242102" y="253860"/>
                  </a:lnTo>
                  <a:lnTo>
                    <a:pt x="242596" y="254201"/>
                  </a:lnTo>
                  <a:lnTo>
                    <a:pt x="242893" y="254494"/>
                  </a:lnTo>
                  <a:lnTo>
                    <a:pt x="243021" y="254688"/>
                  </a:lnTo>
                  <a:lnTo>
                    <a:pt x="243476" y="255453"/>
                  </a:lnTo>
                  <a:lnTo>
                    <a:pt x="243742" y="256106"/>
                  </a:lnTo>
                  <a:lnTo>
                    <a:pt x="244044" y="256890"/>
                  </a:lnTo>
                  <a:lnTo>
                    <a:pt x="244214" y="257363"/>
                  </a:lnTo>
                  <a:lnTo>
                    <a:pt x="244339" y="257716"/>
                  </a:lnTo>
                  <a:lnTo>
                    <a:pt x="244474" y="258070"/>
                  </a:lnTo>
                  <a:lnTo>
                    <a:pt x="244670" y="258351"/>
                  </a:lnTo>
                  <a:lnTo>
                    <a:pt x="245177" y="259527"/>
                  </a:lnTo>
                  <a:lnTo>
                    <a:pt x="245299" y="259945"/>
                  </a:lnTo>
                  <a:lnTo>
                    <a:pt x="245491" y="260775"/>
                  </a:lnTo>
                  <a:lnTo>
                    <a:pt x="245871" y="261400"/>
                  </a:lnTo>
                  <a:lnTo>
                    <a:pt x="246009" y="261717"/>
                  </a:lnTo>
                  <a:lnTo>
                    <a:pt x="245930" y="262379"/>
                  </a:lnTo>
                  <a:lnTo>
                    <a:pt x="245380" y="262860"/>
                  </a:lnTo>
                  <a:lnTo>
                    <a:pt x="245206" y="263218"/>
                  </a:lnTo>
                  <a:lnTo>
                    <a:pt x="245607" y="263172"/>
                  </a:lnTo>
                  <a:lnTo>
                    <a:pt x="245868" y="263243"/>
                  </a:lnTo>
                  <a:lnTo>
                    <a:pt x="246042" y="263718"/>
                  </a:lnTo>
                  <a:lnTo>
                    <a:pt x="245998" y="264037"/>
                  </a:lnTo>
                  <a:lnTo>
                    <a:pt x="245953" y="264364"/>
                  </a:lnTo>
                  <a:lnTo>
                    <a:pt x="245975" y="265096"/>
                  </a:lnTo>
                  <a:lnTo>
                    <a:pt x="245063" y="265684"/>
                  </a:lnTo>
                  <a:lnTo>
                    <a:pt x="244683" y="265932"/>
                  </a:lnTo>
                  <a:lnTo>
                    <a:pt x="245046" y="266612"/>
                  </a:lnTo>
                  <a:lnTo>
                    <a:pt x="244307" y="267071"/>
                  </a:lnTo>
                  <a:lnTo>
                    <a:pt x="244254" y="267333"/>
                  </a:lnTo>
                  <a:lnTo>
                    <a:pt x="244411" y="267566"/>
                  </a:lnTo>
                  <a:lnTo>
                    <a:pt x="244565" y="267774"/>
                  </a:lnTo>
                  <a:lnTo>
                    <a:pt x="245449" y="268512"/>
                  </a:lnTo>
                  <a:lnTo>
                    <a:pt x="246606" y="269478"/>
                  </a:lnTo>
                  <a:lnTo>
                    <a:pt x="246875" y="269604"/>
                  </a:lnTo>
                  <a:lnTo>
                    <a:pt x="247156" y="269702"/>
                  </a:lnTo>
                  <a:lnTo>
                    <a:pt x="247651" y="269721"/>
                  </a:lnTo>
                  <a:lnTo>
                    <a:pt x="248037" y="269781"/>
                  </a:lnTo>
                  <a:lnTo>
                    <a:pt x="248376" y="269920"/>
                  </a:lnTo>
                  <a:lnTo>
                    <a:pt x="248829" y="270134"/>
                  </a:lnTo>
                  <a:lnTo>
                    <a:pt x="248672" y="270213"/>
                  </a:lnTo>
                  <a:lnTo>
                    <a:pt x="248362" y="270262"/>
                  </a:lnTo>
                  <a:lnTo>
                    <a:pt x="248029" y="270567"/>
                  </a:lnTo>
                  <a:lnTo>
                    <a:pt x="248162" y="270517"/>
                  </a:lnTo>
                  <a:lnTo>
                    <a:pt x="248521" y="270381"/>
                  </a:lnTo>
                  <a:lnTo>
                    <a:pt x="249340" y="270426"/>
                  </a:lnTo>
                  <a:lnTo>
                    <a:pt x="249325" y="270888"/>
                  </a:lnTo>
                  <a:lnTo>
                    <a:pt x="249382" y="271353"/>
                  </a:lnTo>
                  <a:lnTo>
                    <a:pt x="249584" y="271770"/>
                  </a:lnTo>
                  <a:lnTo>
                    <a:pt x="249678" y="271530"/>
                  </a:lnTo>
                  <a:lnTo>
                    <a:pt x="249747" y="271395"/>
                  </a:lnTo>
                  <a:lnTo>
                    <a:pt x="250062" y="271388"/>
                  </a:lnTo>
                  <a:lnTo>
                    <a:pt x="250214" y="271406"/>
                  </a:lnTo>
                  <a:lnTo>
                    <a:pt x="250629" y="271915"/>
                  </a:lnTo>
                  <a:lnTo>
                    <a:pt x="250852" y="272748"/>
                  </a:lnTo>
                  <a:lnTo>
                    <a:pt x="250955" y="273242"/>
                  </a:lnTo>
                  <a:lnTo>
                    <a:pt x="251222" y="274217"/>
                  </a:lnTo>
                  <a:lnTo>
                    <a:pt x="251406" y="274165"/>
                  </a:lnTo>
                  <a:lnTo>
                    <a:pt x="251890" y="274177"/>
                  </a:lnTo>
                  <a:lnTo>
                    <a:pt x="252229" y="275009"/>
                  </a:lnTo>
                  <a:lnTo>
                    <a:pt x="252234" y="275456"/>
                  </a:lnTo>
                  <a:lnTo>
                    <a:pt x="252263" y="275723"/>
                  </a:lnTo>
                  <a:lnTo>
                    <a:pt x="252476" y="275864"/>
                  </a:lnTo>
                  <a:lnTo>
                    <a:pt x="252603" y="276382"/>
                  </a:lnTo>
                  <a:lnTo>
                    <a:pt x="252198" y="276755"/>
                  </a:lnTo>
                  <a:lnTo>
                    <a:pt x="252037" y="276836"/>
                  </a:lnTo>
                  <a:lnTo>
                    <a:pt x="251699" y="277026"/>
                  </a:lnTo>
                  <a:lnTo>
                    <a:pt x="251838" y="277167"/>
                  </a:lnTo>
                  <a:lnTo>
                    <a:pt x="252190" y="276986"/>
                  </a:lnTo>
                  <a:lnTo>
                    <a:pt x="252498" y="276908"/>
                  </a:lnTo>
                  <a:lnTo>
                    <a:pt x="252639" y="277850"/>
                  </a:lnTo>
                  <a:lnTo>
                    <a:pt x="251978" y="278511"/>
                  </a:lnTo>
                  <a:lnTo>
                    <a:pt x="251037" y="279086"/>
                  </a:lnTo>
                  <a:lnTo>
                    <a:pt x="250698" y="279195"/>
                  </a:lnTo>
                  <a:lnTo>
                    <a:pt x="250557" y="279205"/>
                  </a:lnTo>
                  <a:lnTo>
                    <a:pt x="250457" y="279316"/>
                  </a:lnTo>
                  <a:lnTo>
                    <a:pt x="251314" y="279234"/>
                  </a:lnTo>
                  <a:lnTo>
                    <a:pt x="251692" y="278804"/>
                  </a:lnTo>
                  <a:lnTo>
                    <a:pt x="252030" y="278693"/>
                  </a:lnTo>
                  <a:lnTo>
                    <a:pt x="252267" y="278724"/>
                  </a:lnTo>
                  <a:lnTo>
                    <a:pt x="252471" y="278698"/>
                  </a:lnTo>
                  <a:lnTo>
                    <a:pt x="252570" y="278568"/>
                  </a:lnTo>
                  <a:lnTo>
                    <a:pt x="252878" y="278268"/>
                  </a:lnTo>
                  <a:lnTo>
                    <a:pt x="252932" y="278478"/>
                  </a:lnTo>
                  <a:lnTo>
                    <a:pt x="253023" y="278696"/>
                  </a:lnTo>
                  <a:lnTo>
                    <a:pt x="253277" y="279110"/>
                  </a:lnTo>
                  <a:lnTo>
                    <a:pt x="253640" y="279211"/>
                  </a:lnTo>
                  <a:lnTo>
                    <a:pt x="253862" y="279453"/>
                  </a:lnTo>
                  <a:lnTo>
                    <a:pt x="253871" y="279655"/>
                  </a:lnTo>
                  <a:lnTo>
                    <a:pt x="254062" y="279874"/>
                  </a:lnTo>
                  <a:lnTo>
                    <a:pt x="254407" y="280900"/>
                  </a:lnTo>
                  <a:lnTo>
                    <a:pt x="254381" y="281116"/>
                  </a:lnTo>
                  <a:lnTo>
                    <a:pt x="254549" y="281349"/>
                  </a:lnTo>
                  <a:lnTo>
                    <a:pt x="254773" y="281656"/>
                  </a:lnTo>
                  <a:lnTo>
                    <a:pt x="255068" y="282118"/>
                  </a:lnTo>
                  <a:lnTo>
                    <a:pt x="255126" y="282439"/>
                  </a:lnTo>
                  <a:lnTo>
                    <a:pt x="255496" y="283395"/>
                  </a:lnTo>
                  <a:lnTo>
                    <a:pt x="255986" y="284620"/>
                  </a:lnTo>
                  <a:lnTo>
                    <a:pt x="256119" y="284954"/>
                  </a:lnTo>
                  <a:lnTo>
                    <a:pt x="257096" y="284769"/>
                  </a:lnTo>
                  <a:lnTo>
                    <a:pt x="257749" y="284616"/>
                  </a:lnTo>
                  <a:lnTo>
                    <a:pt x="258087" y="285469"/>
                  </a:lnTo>
                  <a:lnTo>
                    <a:pt x="257547" y="285684"/>
                  </a:lnTo>
                  <a:lnTo>
                    <a:pt x="257871" y="286214"/>
                  </a:lnTo>
                  <a:lnTo>
                    <a:pt x="257991" y="286664"/>
                  </a:lnTo>
                  <a:lnTo>
                    <a:pt x="258070" y="286957"/>
                  </a:lnTo>
                  <a:lnTo>
                    <a:pt x="258143" y="287232"/>
                  </a:lnTo>
                  <a:lnTo>
                    <a:pt x="257482" y="287466"/>
                  </a:lnTo>
                  <a:lnTo>
                    <a:pt x="257683" y="287805"/>
                  </a:lnTo>
                  <a:lnTo>
                    <a:pt x="257978" y="288283"/>
                  </a:lnTo>
                  <a:lnTo>
                    <a:pt x="258096" y="288735"/>
                  </a:lnTo>
                  <a:lnTo>
                    <a:pt x="258216" y="288958"/>
                  </a:lnTo>
                  <a:lnTo>
                    <a:pt x="258308" y="289127"/>
                  </a:lnTo>
                  <a:lnTo>
                    <a:pt x="258516" y="289512"/>
                  </a:lnTo>
                  <a:lnTo>
                    <a:pt x="258755" y="290578"/>
                  </a:lnTo>
                  <a:lnTo>
                    <a:pt x="258872" y="290789"/>
                  </a:lnTo>
                  <a:lnTo>
                    <a:pt x="259027" y="291209"/>
                  </a:lnTo>
                  <a:lnTo>
                    <a:pt x="259073" y="291344"/>
                  </a:lnTo>
                  <a:lnTo>
                    <a:pt x="259309" y="292226"/>
                  </a:lnTo>
                  <a:lnTo>
                    <a:pt x="259319" y="292995"/>
                  </a:lnTo>
                  <a:lnTo>
                    <a:pt x="259315" y="293296"/>
                  </a:lnTo>
                  <a:lnTo>
                    <a:pt x="259287" y="293733"/>
                  </a:lnTo>
                  <a:lnTo>
                    <a:pt x="259177" y="294051"/>
                  </a:lnTo>
                  <a:lnTo>
                    <a:pt x="258811" y="294051"/>
                  </a:lnTo>
                  <a:lnTo>
                    <a:pt x="258528" y="294048"/>
                  </a:lnTo>
                  <a:lnTo>
                    <a:pt x="258342" y="294045"/>
                  </a:lnTo>
                  <a:lnTo>
                    <a:pt x="257548" y="294040"/>
                  </a:lnTo>
                  <a:lnTo>
                    <a:pt x="256959" y="294532"/>
                  </a:lnTo>
                  <a:lnTo>
                    <a:pt x="257296" y="294795"/>
                  </a:lnTo>
                  <a:lnTo>
                    <a:pt x="257645" y="294785"/>
                  </a:lnTo>
                  <a:lnTo>
                    <a:pt x="258891" y="295327"/>
                  </a:lnTo>
                  <a:lnTo>
                    <a:pt x="259455" y="295572"/>
                  </a:lnTo>
                  <a:lnTo>
                    <a:pt x="260387" y="296044"/>
                  </a:lnTo>
                  <a:lnTo>
                    <a:pt x="260137" y="296270"/>
                  </a:lnTo>
                  <a:lnTo>
                    <a:pt x="260230" y="296478"/>
                  </a:lnTo>
                  <a:lnTo>
                    <a:pt x="260862" y="296310"/>
                  </a:lnTo>
                  <a:lnTo>
                    <a:pt x="261040" y="296748"/>
                  </a:lnTo>
                  <a:lnTo>
                    <a:pt x="261085" y="297044"/>
                  </a:lnTo>
                  <a:lnTo>
                    <a:pt x="261284" y="298776"/>
                  </a:lnTo>
                  <a:lnTo>
                    <a:pt x="261197" y="299377"/>
                  </a:lnTo>
                  <a:lnTo>
                    <a:pt x="260865" y="299672"/>
                  </a:lnTo>
                  <a:lnTo>
                    <a:pt x="261390" y="299778"/>
                  </a:lnTo>
                  <a:lnTo>
                    <a:pt x="261460" y="300097"/>
                  </a:lnTo>
                  <a:lnTo>
                    <a:pt x="261712" y="301162"/>
                  </a:lnTo>
                  <a:lnTo>
                    <a:pt x="261990" y="301567"/>
                  </a:lnTo>
                  <a:lnTo>
                    <a:pt x="262059" y="301923"/>
                  </a:lnTo>
                  <a:lnTo>
                    <a:pt x="262088" y="302076"/>
                  </a:lnTo>
                  <a:lnTo>
                    <a:pt x="262161" y="302455"/>
                  </a:lnTo>
                  <a:lnTo>
                    <a:pt x="262166" y="302775"/>
                  </a:lnTo>
                  <a:lnTo>
                    <a:pt x="262048" y="303031"/>
                  </a:lnTo>
                  <a:lnTo>
                    <a:pt x="261711" y="303176"/>
                  </a:lnTo>
                  <a:lnTo>
                    <a:pt x="261490" y="303567"/>
                  </a:lnTo>
                  <a:lnTo>
                    <a:pt x="261578" y="303909"/>
                  </a:lnTo>
                  <a:lnTo>
                    <a:pt x="262057" y="303817"/>
                  </a:lnTo>
                  <a:lnTo>
                    <a:pt x="262403" y="303638"/>
                  </a:lnTo>
                  <a:lnTo>
                    <a:pt x="263112" y="303425"/>
                  </a:lnTo>
                  <a:lnTo>
                    <a:pt x="264251" y="303417"/>
                  </a:lnTo>
                  <a:lnTo>
                    <a:pt x="264363" y="303706"/>
                  </a:lnTo>
                  <a:lnTo>
                    <a:pt x="263922" y="309862"/>
                  </a:lnTo>
                  <a:lnTo>
                    <a:pt x="263507" y="309988"/>
                  </a:lnTo>
                  <a:lnTo>
                    <a:pt x="263256" y="311961"/>
                  </a:lnTo>
                  <a:lnTo>
                    <a:pt x="261482" y="312071"/>
                  </a:lnTo>
                  <a:lnTo>
                    <a:pt x="261353" y="312606"/>
                  </a:lnTo>
                  <a:lnTo>
                    <a:pt x="260944" y="312938"/>
                  </a:lnTo>
                  <a:lnTo>
                    <a:pt x="260896" y="313538"/>
                  </a:lnTo>
                  <a:lnTo>
                    <a:pt x="260994" y="313927"/>
                  </a:lnTo>
                  <a:lnTo>
                    <a:pt x="261185" y="313826"/>
                  </a:lnTo>
                  <a:lnTo>
                    <a:pt x="262814" y="313805"/>
                  </a:lnTo>
                  <a:lnTo>
                    <a:pt x="263221" y="313867"/>
                  </a:lnTo>
                  <a:lnTo>
                    <a:pt x="263440" y="314380"/>
                  </a:lnTo>
                  <a:lnTo>
                    <a:pt x="263586" y="314723"/>
                  </a:lnTo>
                  <a:lnTo>
                    <a:pt x="263707" y="314963"/>
                  </a:lnTo>
                  <a:lnTo>
                    <a:pt x="263988" y="315401"/>
                  </a:lnTo>
                  <a:lnTo>
                    <a:pt x="264325" y="315881"/>
                  </a:lnTo>
                  <a:lnTo>
                    <a:pt x="264426" y="316195"/>
                  </a:lnTo>
                  <a:lnTo>
                    <a:pt x="264335" y="316816"/>
                  </a:lnTo>
                  <a:lnTo>
                    <a:pt x="263543" y="317842"/>
                  </a:lnTo>
                  <a:lnTo>
                    <a:pt x="263310" y="318550"/>
                  </a:lnTo>
                  <a:lnTo>
                    <a:pt x="263565" y="318131"/>
                  </a:lnTo>
                  <a:lnTo>
                    <a:pt x="264272" y="318089"/>
                  </a:lnTo>
                  <a:lnTo>
                    <a:pt x="264619" y="318213"/>
                  </a:lnTo>
                  <a:lnTo>
                    <a:pt x="264998" y="318463"/>
                  </a:lnTo>
                  <a:lnTo>
                    <a:pt x="265299" y="318367"/>
                  </a:lnTo>
                  <a:lnTo>
                    <a:pt x="266177" y="318705"/>
                  </a:lnTo>
                  <a:lnTo>
                    <a:pt x="266573" y="318396"/>
                  </a:lnTo>
                  <a:lnTo>
                    <a:pt x="267762" y="319165"/>
                  </a:lnTo>
                  <a:lnTo>
                    <a:pt x="267622" y="319543"/>
                  </a:lnTo>
                  <a:lnTo>
                    <a:pt x="267144" y="320353"/>
                  </a:lnTo>
                  <a:lnTo>
                    <a:pt x="267377" y="320480"/>
                  </a:lnTo>
                  <a:lnTo>
                    <a:pt x="267785" y="320719"/>
                  </a:lnTo>
                  <a:lnTo>
                    <a:pt x="268383" y="321010"/>
                  </a:lnTo>
                  <a:lnTo>
                    <a:pt x="268512" y="321048"/>
                  </a:lnTo>
                  <a:lnTo>
                    <a:pt x="268827" y="321133"/>
                  </a:lnTo>
                  <a:lnTo>
                    <a:pt x="269057" y="321195"/>
                  </a:lnTo>
                  <a:lnTo>
                    <a:pt x="269384" y="321277"/>
                  </a:lnTo>
                  <a:lnTo>
                    <a:pt x="269982" y="321428"/>
                  </a:lnTo>
                  <a:lnTo>
                    <a:pt x="270781" y="321632"/>
                  </a:lnTo>
                  <a:lnTo>
                    <a:pt x="271142" y="321735"/>
                  </a:lnTo>
                  <a:lnTo>
                    <a:pt x="271479" y="321910"/>
                  </a:lnTo>
                  <a:lnTo>
                    <a:pt x="275195" y="323865"/>
                  </a:lnTo>
                  <a:lnTo>
                    <a:pt x="275282" y="324082"/>
                  </a:lnTo>
                  <a:lnTo>
                    <a:pt x="274557" y="325510"/>
                  </a:lnTo>
                  <a:lnTo>
                    <a:pt x="274924" y="325463"/>
                  </a:lnTo>
                  <a:lnTo>
                    <a:pt x="275291" y="325532"/>
                  </a:lnTo>
                  <a:lnTo>
                    <a:pt x="275580" y="325654"/>
                  </a:lnTo>
                  <a:lnTo>
                    <a:pt x="276371" y="324806"/>
                  </a:lnTo>
                  <a:lnTo>
                    <a:pt x="278200" y="325503"/>
                  </a:lnTo>
                  <a:lnTo>
                    <a:pt x="278224" y="325925"/>
                  </a:lnTo>
                  <a:lnTo>
                    <a:pt x="279211" y="326747"/>
                  </a:lnTo>
                  <a:lnTo>
                    <a:pt x="279692" y="326057"/>
                  </a:lnTo>
                  <a:lnTo>
                    <a:pt x="279948" y="326163"/>
                  </a:lnTo>
                  <a:lnTo>
                    <a:pt x="281564" y="326858"/>
                  </a:lnTo>
                  <a:lnTo>
                    <a:pt x="283593" y="328022"/>
                  </a:lnTo>
                  <a:lnTo>
                    <a:pt x="285052" y="328870"/>
                  </a:lnTo>
                  <a:lnTo>
                    <a:pt x="285419" y="329182"/>
                  </a:lnTo>
                  <a:lnTo>
                    <a:pt x="285426" y="329509"/>
                  </a:lnTo>
                  <a:lnTo>
                    <a:pt x="285432" y="329771"/>
                  </a:lnTo>
                  <a:lnTo>
                    <a:pt x="285447" y="330419"/>
                  </a:lnTo>
                  <a:lnTo>
                    <a:pt x="285484" y="330830"/>
                  </a:lnTo>
                  <a:lnTo>
                    <a:pt x="285494" y="331067"/>
                  </a:lnTo>
                  <a:lnTo>
                    <a:pt x="285497" y="331251"/>
                  </a:lnTo>
                  <a:lnTo>
                    <a:pt x="285502" y="331575"/>
                  </a:lnTo>
                  <a:lnTo>
                    <a:pt x="285509" y="331893"/>
                  </a:lnTo>
                  <a:lnTo>
                    <a:pt x="285532" y="332708"/>
                  </a:lnTo>
                  <a:lnTo>
                    <a:pt x="285549" y="332992"/>
                  </a:lnTo>
                  <a:lnTo>
                    <a:pt x="285658" y="333724"/>
                  </a:lnTo>
                  <a:lnTo>
                    <a:pt x="285680" y="333872"/>
                  </a:lnTo>
                  <a:lnTo>
                    <a:pt x="286016" y="334087"/>
                  </a:lnTo>
                  <a:lnTo>
                    <a:pt x="286531" y="334215"/>
                  </a:lnTo>
                  <a:lnTo>
                    <a:pt x="286531" y="334412"/>
                  </a:lnTo>
                  <a:lnTo>
                    <a:pt x="286527" y="335070"/>
                  </a:lnTo>
                  <a:lnTo>
                    <a:pt x="286524" y="335250"/>
                  </a:lnTo>
                  <a:lnTo>
                    <a:pt x="286519" y="335496"/>
                  </a:lnTo>
                  <a:lnTo>
                    <a:pt x="286513" y="335880"/>
                  </a:lnTo>
                  <a:lnTo>
                    <a:pt x="287009" y="336366"/>
                  </a:lnTo>
                  <a:lnTo>
                    <a:pt x="287009" y="336552"/>
                  </a:lnTo>
                  <a:lnTo>
                    <a:pt x="287008" y="336686"/>
                  </a:lnTo>
                  <a:lnTo>
                    <a:pt x="287128" y="337141"/>
                  </a:lnTo>
                  <a:lnTo>
                    <a:pt x="287490" y="337583"/>
                  </a:lnTo>
                  <a:lnTo>
                    <a:pt x="287899" y="338010"/>
                  </a:lnTo>
                  <a:lnTo>
                    <a:pt x="288379" y="338167"/>
                  </a:lnTo>
                  <a:lnTo>
                    <a:pt x="288639" y="338618"/>
                  </a:lnTo>
                  <a:lnTo>
                    <a:pt x="288483" y="339186"/>
                  </a:lnTo>
                  <a:lnTo>
                    <a:pt x="287962" y="339539"/>
                  </a:lnTo>
                  <a:lnTo>
                    <a:pt x="287362" y="339848"/>
                  </a:lnTo>
                  <a:lnTo>
                    <a:pt x="286818" y="340034"/>
                  </a:lnTo>
                  <a:lnTo>
                    <a:pt x="285962" y="339641"/>
                  </a:lnTo>
                  <a:lnTo>
                    <a:pt x="284950" y="339175"/>
                  </a:lnTo>
                  <a:lnTo>
                    <a:pt x="284790" y="338996"/>
                  </a:lnTo>
                  <a:lnTo>
                    <a:pt x="284467" y="339309"/>
                  </a:lnTo>
                  <a:lnTo>
                    <a:pt x="284279" y="339291"/>
                  </a:lnTo>
                  <a:lnTo>
                    <a:pt x="283711" y="339416"/>
                  </a:lnTo>
                  <a:lnTo>
                    <a:pt x="283945" y="339794"/>
                  </a:lnTo>
                  <a:lnTo>
                    <a:pt x="283652" y="339701"/>
                  </a:lnTo>
                  <a:lnTo>
                    <a:pt x="283304" y="339743"/>
                  </a:lnTo>
                  <a:lnTo>
                    <a:pt x="283043" y="339693"/>
                  </a:lnTo>
                  <a:lnTo>
                    <a:pt x="282900" y="339726"/>
                  </a:lnTo>
                  <a:lnTo>
                    <a:pt x="282962" y="339907"/>
                  </a:lnTo>
                  <a:lnTo>
                    <a:pt x="284074" y="339968"/>
                  </a:lnTo>
                  <a:lnTo>
                    <a:pt x="285348" y="340127"/>
                  </a:lnTo>
                  <a:lnTo>
                    <a:pt x="285364" y="340441"/>
                  </a:lnTo>
                  <a:lnTo>
                    <a:pt x="285364" y="341128"/>
                  </a:lnTo>
                  <a:lnTo>
                    <a:pt x="285693" y="341408"/>
                  </a:lnTo>
                  <a:lnTo>
                    <a:pt x="286039" y="341728"/>
                  </a:lnTo>
                  <a:lnTo>
                    <a:pt x="286159" y="342063"/>
                  </a:lnTo>
                  <a:lnTo>
                    <a:pt x="286937" y="342116"/>
                  </a:lnTo>
                  <a:lnTo>
                    <a:pt x="287302" y="342606"/>
                  </a:lnTo>
                  <a:lnTo>
                    <a:pt x="288189" y="342175"/>
                  </a:lnTo>
                  <a:lnTo>
                    <a:pt x="288791" y="341883"/>
                  </a:lnTo>
                  <a:lnTo>
                    <a:pt x="289077" y="341756"/>
                  </a:lnTo>
                  <a:lnTo>
                    <a:pt x="289593" y="342003"/>
                  </a:lnTo>
                  <a:lnTo>
                    <a:pt x="290226" y="342305"/>
                  </a:lnTo>
                  <a:lnTo>
                    <a:pt x="290341" y="342917"/>
                  </a:lnTo>
                  <a:lnTo>
                    <a:pt x="290461" y="343556"/>
                  </a:lnTo>
                  <a:lnTo>
                    <a:pt x="290259" y="344760"/>
                  </a:lnTo>
                  <a:lnTo>
                    <a:pt x="290538" y="344810"/>
                  </a:lnTo>
                  <a:lnTo>
                    <a:pt x="291190" y="345133"/>
                  </a:lnTo>
                  <a:lnTo>
                    <a:pt x="291592" y="345270"/>
                  </a:lnTo>
                  <a:lnTo>
                    <a:pt x="292002" y="345402"/>
                  </a:lnTo>
                  <a:lnTo>
                    <a:pt x="292577" y="345647"/>
                  </a:lnTo>
                  <a:lnTo>
                    <a:pt x="292981" y="344770"/>
                  </a:lnTo>
                  <a:lnTo>
                    <a:pt x="294199" y="345152"/>
                  </a:lnTo>
                  <a:lnTo>
                    <a:pt x="298626" y="346544"/>
                  </a:lnTo>
                  <a:lnTo>
                    <a:pt x="300580" y="347704"/>
                  </a:lnTo>
                  <a:lnTo>
                    <a:pt x="301422" y="348587"/>
                  </a:lnTo>
                  <a:lnTo>
                    <a:pt x="301260" y="348818"/>
                  </a:lnTo>
                  <a:lnTo>
                    <a:pt x="300835" y="349869"/>
                  </a:lnTo>
                  <a:lnTo>
                    <a:pt x="301169" y="350218"/>
                  </a:lnTo>
                  <a:lnTo>
                    <a:pt x="301368" y="350370"/>
                  </a:lnTo>
                  <a:lnTo>
                    <a:pt x="301639" y="350528"/>
                  </a:lnTo>
                  <a:lnTo>
                    <a:pt x="301921" y="350527"/>
                  </a:lnTo>
                  <a:lnTo>
                    <a:pt x="302257" y="350800"/>
                  </a:lnTo>
                  <a:lnTo>
                    <a:pt x="303034" y="351576"/>
                  </a:lnTo>
                  <a:lnTo>
                    <a:pt x="303590" y="352262"/>
                  </a:lnTo>
                  <a:lnTo>
                    <a:pt x="303924" y="352712"/>
                  </a:lnTo>
                  <a:lnTo>
                    <a:pt x="304192" y="352495"/>
                  </a:lnTo>
                  <a:lnTo>
                    <a:pt x="304997" y="353062"/>
                  </a:lnTo>
                  <a:lnTo>
                    <a:pt x="306987" y="357859"/>
                  </a:lnTo>
                  <a:lnTo>
                    <a:pt x="307072" y="358321"/>
                  </a:lnTo>
                  <a:lnTo>
                    <a:pt x="307054" y="358458"/>
                  </a:lnTo>
                  <a:lnTo>
                    <a:pt x="307051" y="358617"/>
                  </a:lnTo>
                  <a:lnTo>
                    <a:pt x="307239" y="359321"/>
                  </a:lnTo>
                  <a:lnTo>
                    <a:pt x="307337" y="359533"/>
                  </a:lnTo>
                  <a:lnTo>
                    <a:pt x="308173" y="361127"/>
                  </a:lnTo>
                  <a:lnTo>
                    <a:pt x="308392" y="361504"/>
                  </a:lnTo>
                  <a:lnTo>
                    <a:pt x="308403" y="362182"/>
                  </a:lnTo>
                  <a:lnTo>
                    <a:pt x="308761" y="362760"/>
                  </a:lnTo>
                  <a:lnTo>
                    <a:pt x="308904" y="362916"/>
                  </a:lnTo>
                  <a:lnTo>
                    <a:pt x="309230" y="363344"/>
                  </a:lnTo>
                  <a:lnTo>
                    <a:pt x="309383" y="363631"/>
                  </a:lnTo>
                  <a:lnTo>
                    <a:pt x="309568" y="364248"/>
                  </a:lnTo>
                  <a:lnTo>
                    <a:pt x="309617" y="364412"/>
                  </a:lnTo>
                  <a:lnTo>
                    <a:pt x="309750" y="364955"/>
                  </a:lnTo>
                  <a:lnTo>
                    <a:pt x="309750" y="365571"/>
                  </a:lnTo>
                  <a:lnTo>
                    <a:pt x="309217" y="366506"/>
                  </a:lnTo>
                  <a:lnTo>
                    <a:pt x="309113" y="366666"/>
                  </a:lnTo>
                  <a:lnTo>
                    <a:pt x="308820" y="366796"/>
                  </a:lnTo>
                  <a:lnTo>
                    <a:pt x="308374" y="366866"/>
                  </a:lnTo>
                  <a:lnTo>
                    <a:pt x="308085" y="366996"/>
                  </a:lnTo>
                  <a:lnTo>
                    <a:pt x="307610" y="367376"/>
                  </a:lnTo>
                  <a:lnTo>
                    <a:pt x="307665" y="368719"/>
                  </a:lnTo>
                  <a:lnTo>
                    <a:pt x="307270" y="370413"/>
                  </a:lnTo>
                  <a:lnTo>
                    <a:pt x="306793" y="370303"/>
                  </a:lnTo>
                  <a:lnTo>
                    <a:pt x="306099" y="370151"/>
                  </a:lnTo>
                  <a:lnTo>
                    <a:pt x="305400" y="369994"/>
                  </a:lnTo>
                  <a:lnTo>
                    <a:pt x="304709" y="369841"/>
                  </a:lnTo>
                  <a:lnTo>
                    <a:pt x="304184" y="369731"/>
                  </a:lnTo>
                  <a:lnTo>
                    <a:pt x="304009" y="369677"/>
                  </a:lnTo>
                  <a:lnTo>
                    <a:pt x="303308" y="369455"/>
                  </a:lnTo>
                  <a:lnTo>
                    <a:pt x="302805" y="369294"/>
                  </a:lnTo>
                  <a:lnTo>
                    <a:pt x="301515" y="368879"/>
                  </a:lnTo>
                  <a:lnTo>
                    <a:pt x="300886" y="368684"/>
                  </a:lnTo>
                  <a:lnTo>
                    <a:pt x="300289" y="368470"/>
                  </a:lnTo>
                  <a:lnTo>
                    <a:pt x="299692" y="368249"/>
                  </a:lnTo>
                  <a:lnTo>
                    <a:pt x="299095" y="368027"/>
                  </a:lnTo>
                  <a:lnTo>
                    <a:pt x="298483" y="367805"/>
                  </a:lnTo>
                  <a:lnTo>
                    <a:pt x="297874" y="367580"/>
                  </a:lnTo>
                  <a:lnTo>
                    <a:pt x="297275" y="367359"/>
                  </a:lnTo>
                  <a:lnTo>
                    <a:pt x="296664" y="367134"/>
                  </a:lnTo>
                  <a:lnTo>
                    <a:pt x="296059" y="366939"/>
                  </a:lnTo>
                  <a:lnTo>
                    <a:pt x="295726" y="367021"/>
                  </a:lnTo>
                  <a:lnTo>
                    <a:pt x="295228" y="366828"/>
                  </a:lnTo>
                  <a:lnTo>
                    <a:pt x="294784" y="366605"/>
                  </a:lnTo>
                  <a:lnTo>
                    <a:pt x="294551" y="366484"/>
                  </a:lnTo>
                  <a:lnTo>
                    <a:pt x="294248" y="366763"/>
                  </a:lnTo>
                  <a:lnTo>
                    <a:pt x="293533" y="366349"/>
                  </a:lnTo>
                  <a:lnTo>
                    <a:pt x="293343" y="366285"/>
                  </a:lnTo>
                  <a:lnTo>
                    <a:pt x="293015" y="366167"/>
                  </a:lnTo>
                  <a:lnTo>
                    <a:pt x="292332" y="365805"/>
                  </a:lnTo>
                  <a:lnTo>
                    <a:pt x="292150" y="365641"/>
                  </a:lnTo>
                  <a:lnTo>
                    <a:pt x="291689" y="365383"/>
                  </a:lnTo>
                  <a:lnTo>
                    <a:pt x="291508" y="365246"/>
                  </a:lnTo>
                  <a:lnTo>
                    <a:pt x="291228" y="364895"/>
                  </a:lnTo>
                  <a:lnTo>
                    <a:pt x="290688" y="364733"/>
                  </a:lnTo>
                  <a:lnTo>
                    <a:pt x="289979" y="364475"/>
                  </a:lnTo>
                  <a:lnTo>
                    <a:pt x="289480" y="364096"/>
                  </a:lnTo>
                  <a:lnTo>
                    <a:pt x="289282" y="364021"/>
                  </a:lnTo>
                  <a:lnTo>
                    <a:pt x="288971" y="363965"/>
                  </a:lnTo>
                  <a:lnTo>
                    <a:pt x="288760" y="363924"/>
                  </a:lnTo>
                  <a:lnTo>
                    <a:pt x="288436" y="363842"/>
                  </a:lnTo>
                  <a:lnTo>
                    <a:pt x="287289" y="363636"/>
                  </a:lnTo>
                  <a:lnTo>
                    <a:pt x="286694" y="363329"/>
                  </a:lnTo>
                  <a:lnTo>
                    <a:pt x="285477" y="362415"/>
                  </a:lnTo>
                  <a:lnTo>
                    <a:pt x="285192" y="361944"/>
                  </a:lnTo>
                  <a:lnTo>
                    <a:pt x="285342" y="361584"/>
                  </a:lnTo>
                  <a:lnTo>
                    <a:pt x="285207" y="361285"/>
                  </a:lnTo>
                  <a:lnTo>
                    <a:pt x="284971" y="361018"/>
                  </a:lnTo>
                  <a:lnTo>
                    <a:pt x="284752" y="360831"/>
                  </a:lnTo>
                  <a:lnTo>
                    <a:pt x="284447" y="360432"/>
                  </a:lnTo>
                  <a:lnTo>
                    <a:pt x="284226" y="360139"/>
                  </a:lnTo>
                  <a:lnTo>
                    <a:pt x="284133" y="359996"/>
                  </a:lnTo>
                  <a:lnTo>
                    <a:pt x="284033" y="359845"/>
                  </a:lnTo>
                  <a:lnTo>
                    <a:pt x="283137" y="358811"/>
                  </a:lnTo>
                  <a:lnTo>
                    <a:pt x="282382" y="358524"/>
                  </a:lnTo>
                  <a:lnTo>
                    <a:pt x="281514" y="358191"/>
                  </a:lnTo>
                  <a:lnTo>
                    <a:pt x="281266" y="358095"/>
                  </a:lnTo>
                  <a:lnTo>
                    <a:pt x="280636" y="357853"/>
                  </a:lnTo>
                  <a:lnTo>
                    <a:pt x="280118" y="357656"/>
                  </a:lnTo>
                  <a:lnTo>
                    <a:pt x="279618" y="357652"/>
                  </a:lnTo>
                  <a:lnTo>
                    <a:pt x="279135" y="357788"/>
                  </a:lnTo>
                  <a:lnTo>
                    <a:pt x="278893" y="357884"/>
                  </a:lnTo>
                  <a:lnTo>
                    <a:pt x="277563" y="358439"/>
                  </a:lnTo>
                  <a:lnTo>
                    <a:pt x="277235" y="358576"/>
                  </a:lnTo>
                  <a:lnTo>
                    <a:pt x="276391" y="358927"/>
                  </a:lnTo>
                  <a:lnTo>
                    <a:pt x="276201" y="359012"/>
                  </a:lnTo>
                  <a:lnTo>
                    <a:pt x="275501" y="359469"/>
                  </a:lnTo>
                  <a:lnTo>
                    <a:pt x="275230" y="359648"/>
                  </a:lnTo>
                  <a:lnTo>
                    <a:pt x="275063" y="359763"/>
                  </a:lnTo>
                  <a:lnTo>
                    <a:pt x="274749" y="359972"/>
                  </a:lnTo>
                  <a:lnTo>
                    <a:pt x="274254" y="360304"/>
                  </a:lnTo>
                  <a:lnTo>
                    <a:pt x="274082" y="360416"/>
                  </a:lnTo>
                  <a:lnTo>
                    <a:pt x="273947" y="360509"/>
                  </a:lnTo>
                  <a:lnTo>
                    <a:pt x="273785" y="360682"/>
                  </a:lnTo>
                  <a:lnTo>
                    <a:pt x="273430" y="361062"/>
                  </a:lnTo>
                  <a:lnTo>
                    <a:pt x="272945" y="361576"/>
                  </a:lnTo>
                  <a:lnTo>
                    <a:pt x="272629" y="361890"/>
                  </a:lnTo>
                  <a:lnTo>
                    <a:pt x="272124" y="362298"/>
                  </a:lnTo>
                  <a:lnTo>
                    <a:pt x="271909" y="362453"/>
                  </a:lnTo>
                  <a:lnTo>
                    <a:pt x="270438" y="363428"/>
                  </a:lnTo>
                  <a:lnTo>
                    <a:pt x="270692" y="363658"/>
                  </a:lnTo>
                  <a:lnTo>
                    <a:pt x="270888" y="363845"/>
                  </a:lnTo>
                  <a:lnTo>
                    <a:pt x="271151" y="364104"/>
                  </a:lnTo>
                  <a:lnTo>
                    <a:pt x="271751" y="364704"/>
                  </a:lnTo>
                  <a:lnTo>
                    <a:pt x="272047" y="364928"/>
                  </a:lnTo>
                  <a:lnTo>
                    <a:pt x="272472" y="365242"/>
                  </a:lnTo>
                  <a:lnTo>
                    <a:pt x="273065" y="365680"/>
                  </a:lnTo>
                  <a:lnTo>
                    <a:pt x="273672" y="366131"/>
                  </a:lnTo>
                  <a:lnTo>
                    <a:pt x="273891" y="366296"/>
                  </a:lnTo>
                  <a:lnTo>
                    <a:pt x="274049" y="366451"/>
                  </a:lnTo>
                  <a:lnTo>
                    <a:pt x="274602" y="366827"/>
                  </a:lnTo>
                  <a:lnTo>
                    <a:pt x="275090" y="367187"/>
                  </a:lnTo>
                  <a:lnTo>
                    <a:pt x="275297" y="367340"/>
                  </a:lnTo>
                  <a:lnTo>
                    <a:pt x="275686" y="367628"/>
                  </a:lnTo>
                  <a:lnTo>
                    <a:pt x="276163" y="367983"/>
                  </a:lnTo>
                  <a:lnTo>
                    <a:pt x="276513" y="368246"/>
                  </a:lnTo>
                  <a:lnTo>
                    <a:pt x="276816" y="368475"/>
                  </a:lnTo>
                  <a:lnTo>
                    <a:pt x="277130" y="368714"/>
                  </a:lnTo>
                  <a:lnTo>
                    <a:pt x="277723" y="369270"/>
                  </a:lnTo>
                  <a:lnTo>
                    <a:pt x="278041" y="369549"/>
                  </a:lnTo>
                  <a:lnTo>
                    <a:pt x="278376" y="369951"/>
                  </a:lnTo>
                  <a:lnTo>
                    <a:pt x="279103" y="370841"/>
                  </a:lnTo>
                  <a:lnTo>
                    <a:pt x="279235" y="371006"/>
                  </a:lnTo>
                  <a:lnTo>
                    <a:pt x="279386" y="371195"/>
                  </a:lnTo>
                  <a:lnTo>
                    <a:pt x="279615" y="371480"/>
                  </a:lnTo>
                  <a:lnTo>
                    <a:pt x="279916" y="371846"/>
                  </a:lnTo>
                  <a:lnTo>
                    <a:pt x="280463" y="372515"/>
                  </a:lnTo>
                  <a:lnTo>
                    <a:pt x="280735" y="372864"/>
                  </a:lnTo>
                  <a:lnTo>
                    <a:pt x="281076" y="373232"/>
                  </a:lnTo>
                  <a:lnTo>
                    <a:pt x="281331" y="373381"/>
                  </a:lnTo>
                  <a:lnTo>
                    <a:pt x="281514" y="373498"/>
                  </a:lnTo>
                  <a:lnTo>
                    <a:pt x="281757" y="373657"/>
                  </a:lnTo>
                  <a:lnTo>
                    <a:pt x="282010" y="373823"/>
                  </a:lnTo>
                  <a:lnTo>
                    <a:pt x="283946" y="375146"/>
                  </a:lnTo>
                  <a:lnTo>
                    <a:pt x="283733" y="375321"/>
                  </a:lnTo>
                  <a:lnTo>
                    <a:pt x="283502" y="375505"/>
                  </a:lnTo>
                  <a:lnTo>
                    <a:pt x="283028" y="375894"/>
                  </a:lnTo>
                  <a:lnTo>
                    <a:pt x="282783" y="376097"/>
                  </a:lnTo>
                  <a:lnTo>
                    <a:pt x="282245" y="376557"/>
                  </a:lnTo>
                  <a:lnTo>
                    <a:pt x="281966" y="376814"/>
                  </a:lnTo>
                  <a:lnTo>
                    <a:pt x="281281" y="377322"/>
                  </a:lnTo>
                  <a:lnTo>
                    <a:pt x="280998" y="377577"/>
                  </a:lnTo>
                  <a:lnTo>
                    <a:pt x="280852" y="377592"/>
                  </a:lnTo>
                  <a:lnTo>
                    <a:pt x="280345" y="377259"/>
                  </a:lnTo>
                  <a:lnTo>
                    <a:pt x="280111" y="377298"/>
                  </a:lnTo>
                  <a:lnTo>
                    <a:pt x="279870" y="377818"/>
                  </a:lnTo>
                  <a:lnTo>
                    <a:pt x="279759" y="378046"/>
                  </a:lnTo>
                  <a:lnTo>
                    <a:pt x="279525" y="378142"/>
                  </a:lnTo>
                  <a:lnTo>
                    <a:pt x="279353" y="378184"/>
                  </a:lnTo>
                  <a:lnTo>
                    <a:pt x="279075" y="378130"/>
                  </a:lnTo>
                  <a:lnTo>
                    <a:pt x="278440" y="378379"/>
                  </a:lnTo>
                  <a:lnTo>
                    <a:pt x="278294" y="378375"/>
                  </a:lnTo>
                  <a:lnTo>
                    <a:pt x="277980" y="378757"/>
                  </a:lnTo>
                  <a:lnTo>
                    <a:pt x="277338" y="378804"/>
                  </a:lnTo>
                  <a:lnTo>
                    <a:pt x="277207" y="378563"/>
                  </a:lnTo>
                  <a:lnTo>
                    <a:pt x="277175" y="378243"/>
                  </a:lnTo>
                  <a:lnTo>
                    <a:pt x="277021" y="377922"/>
                  </a:lnTo>
                  <a:lnTo>
                    <a:pt x="276846" y="378009"/>
                  </a:lnTo>
                  <a:lnTo>
                    <a:pt x="276646" y="378237"/>
                  </a:lnTo>
                  <a:lnTo>
                    <a:pt x="276521" y="378790"/>
                  </a:lnTo>
                  <a:lnTo>
                    <a:pt x="276302" y="378841"/>
                  </a:lnTo>
                  <a:lnTo>
                    <a:pt x="275978" y="378896"/>
                  </a:lnTo>
                  <a:lnTo>
                    <a:pt x="275748" y="378712"/>
                  </a:lnTo>
                  <a:lnTo>
                    <a:pt x="275374" y="378942"/>
                  </a:lnTo>
                  <a:lnTo>
                    <a:pt x="275217" y="379210"/>
                  </a:lnTo>
                  <a:lnTo>
                    <a:pt x="274782" y="379336"/>
                  </a:lnTo>
                  <a:lnTo>
                    <a:pt x="274562" y="379561"/>
                  </a:lnTo>
                  <a:lnTo>
                    <a:pt x="274429" y="379724"/>
                  </a:lnTo>
                  <a:lnTo>
                    <a:pt x="274413" y="380029"/>
                  </a:lnTo>
                  <a:lnTo>
                    <a:pt x="274245" y="380132"/>
                  </a:lnTo>
                  <a:lnTo>
                    <a:pt x="274101" y="380199"/>
                  </a:lnTo>
                  <a:lnTo>
                    <a:pt x="273800" y="380311"/>
                  </a:lnTo>
                  <a:lnTo>
                    <a:pt x="273479" y="380241"/>
                  </a:lnTo>
                  <a:lnTo>
                    <a:pt x="273264" y="380293"/>
                  </a:lnTo>
                  <a:lnTo>
                    <a:pt x="272571" y="380716"/>
                  </a:lnTo>
                  <a:lnTo>
                    <a:pt x="273413" y="381266"/>
                  </a:lnTo>
                  <a:lnTo>
                    <a:pt x="273413" y="381485"/>
                  </a:lnTo>
                  <a:lnTo>
                    <a:pt x="272887" y="381584"/>
                  </a:lnTo>
                  <a:lnTo>
                    <a:pt x="272617" y="381875"/>
                  </a:lnTo>
                  <a:lnTo>
                    <a:pt x="272686" y="382107"/>
                  </a:lnTo>
                  <a:lnTo>
                    <a:pt x="272819" y="382174"/>
                  </a:lnTo>
                  <a:lnTo>
                    <a:pt x="273065" y="382542"/>
                  </a:lnTo>
                  <a:lnTo>
                    <a:pt x="272898" y="382610"/>
                  </a:lnTo>
                  <a:lnTo>
                    <a:pt x="272675" y="382918"/>
                  </a:lnTo>
                  <a:lnTo>
                    <a:pt x="272580" y="383498"/>
                  </a:lnTo>
                  <a:lnTo>
                    <a:pt x="272637" y="383732"/>
                  </a:lnTo>
                  <a:lnTo>
                    <a:pt x="272155" y="383960"/>
                  </a:lnTo>
                  <a:lnTo>
                    <a:pt x="271433" y="384129"/>
                  </a:lnTo>
                  <a:lnTo>
                    <a:pt x="271325" y="384618"/>
                  </a:lnTo>
                  <a:lnTo>
                    <a:pt x="270712" y="384982"/>
                  </a:lnTo>
                  <a:lnTo>
                    <a:pt x="270773" y="385590"/>
                  </a:lnTo>
                  <a:lnTo>
                    <a:pt x="271195" y="385566"/>
                  </a:lnTo>
                  <a:lnTo>
                    <a:pt x="271168" y="385803"/>
                  </a:lnTo>
                  <a:lnTo>
                    <a:pt x="271229" y="385987"/>
                  </a:lnTo>
                  <a:lnTo>
                    <a:pt x="271411" y="386011"/>
                  </a:lnTo>
                  <a:lnTo>
                    <a:pt x="271794" y="385950"/>
                  </a:lnTo>
                  <a:lnTo>
                    <a:pt x="271808" y="386080"/>
                  </a:lnTo>
                  <a:lnTo>
                    <a:pt x="271793" y="386344"/>
                  </a:lnTo>
                  <a:lnTo>
                    <a:pt x="271944" y="386719"/>
                  </a:lnTo>
                  <a:lnTo>
                    <a:pt x="271929" y="386942"/>
                  </a:lnTo>
                  <a:lnTo>
                    <a:pt x="271767" y="387131"/>
                  </a:lnTo>
                  <a:lnTo>
                    <a:pt x="271697" y="387466"/>
                  </a:lnTo>
                  <a:lnTo>
                    <a:pt x="271738" y="387987"/>
                  </a:lnTo>
                  <a:lnTo>
                    <a:pt x="271787" y="388190"/>
                  </a:lnTo>
                  <a:lnTo>
                    <a:pt x="271941" y="388210"/>
                  </a:lnTo>
                  <a:lnTo>
                    <a:pt x="272203" y="387996"/>
                  </a:lnTo>
                  <a:lnTo>
                    <a:pt x="272422" y="387797"/>
                  </a:lnTo>
                  <a:lnTo>
                    <a:pt x="272656" y="388149"/>
                  </a:lnTo>
                  <a:lnTo>
                    <a:pt x="272778" y="388333"/>
                  </a:lnTo>
                  <a:lnTo>
                    <a:pt x="272856" y="388844"/>
                  </a:lnTo>
                  <a:lnTo>
                    <a:pt x="273256" y="389290"/>
                  </a:lnTo>
                  <a:lnTo>
                    <a:pt x="272910" y="389576"/>
                  </a:lnTo>
                  <a:lnTo>
                    <a:pt x="272770" y="389644"/>
                  </a:lnTo>
                  <a:lnTo>
                    <a:pt x="272433" y="389672"/>
                  </a:lnTo>
                  <a:lnTo>
                    <a:pt x="272163" y="389462"/>
                  </a:lnTo>
                  <a:lnTo>
                    <a:pt x="271511" y="389159"/>
                  </a:lnTo>
                  <a:lnTo>
                    <a:pt x="271360" y="389095"/>
                  </a:lnTo>
                  <a:lnTo>
                    <a:pt x="271036" y="389140"/>
                  </a:lnTo>
                  <a:lnTo>
                    <a:pt x="270808" y="389419"/>
                  </a:lnTo>
                  <a:lnTo>
                    <a:pt x="270272" y="389472"/>
                  </a:lnTo>
                  <a:lnTo>
                    <a:pt x="270045" y="388882"/>
                  </a:lnTo>
                  <a:lnTo>
                    <a:pt x="269731" y="388772"/>
                  </a:lnTo>
                  <a:lnTo>
                    <a:pt x="269645" y="389000"/>
                  </a:lnTo>
                  <a:lnTo>
                    <a:pt x="269625" y="389651"/>
                  </a:lnTo>
                  <a:lnTo>
                    <a:pt x="269400" y="389950"/>
                  </a:lnTo>
                  <a:lnTo>
                    <a:pt x="268879" y="390052"/>
                  </a:lnTo>
                  <a:lnTo>
                    <a:pt x="268566" y="390117"/>
                  </a:lnTo>
                  <a:lnTo>
                    <a:pt x="268530" y="391019"/>
                  </a:lnTo>
                  <a:lnTo>
                    <a:pt x="268654" y="391220"/>
                  </a:lnTo>
                  <a:lnTo>
                    <a:pt x="268651" y="391372"/>
                  </a:lnTo>
                  <a:lnTo>
                    <a:pt x="268550" y="391838"/>
                  </a:lnTo>
                  <a:lnTo>
                    <a:pt x="268670" y="392050"/>
                  </a:lnTo>
                  <a:lnTo>
                    <a:pt x="268619" y="392419"/>
                  </a:lnTo>
                  <a:lnTo>
                    <a:pt x="268678" y="392790"/>
                  </a:lnTo>
                  <a:lnTo>
                    <a:pt x="268836" y="393633"/>
                  </a:lnTo>
                  <a:lnTo>
                    <a:pt x="268918" y="393992"/>
                  </a:lnTo>
                  <a:lnTo>
                    <a:pt x="269049" y="394178"/>
                  </a:lnTo>
                  <a:lnTo>
                    <a:pt x="268980" y="394310"/>
                  </a:lnTo>
                  <a:lnTo>
                    <a:pt x="268886" y="394511"/>
                  </a:lnTo>
                  <a:lnTo>
                    <a:pt x="268968" y="394676"/>
                  </a:lnTo>
                  <a:lnTo>
                    <a:pt x="269113" y="394977"/>
                  </a:lnTo>
                  <a:lnTo>
                    <a:pt x="269217" y="395286"/>
                  </a:lnTo>
                  <a:lnTo>
                    <a:pt x="269267" y="395544"/>
                  </a:lnTo>
                  <a:lnTo>
                    <a:pt x="269038" y="396087"/>
                  </a:lnTo>
                  <a:lnTo>
                    <a:pt x="268949" y="396214"/>
                  </a:lnTo>
                  <a:lnTo>
                    <a:pt x="268877" y="396404"/>
                  </a:lnTo>
                  <a:lnTo>
                    <a:pt x="268708" y="396431"/>
                  </a:lnTo>
                  <a:lnTo>
                    <a:pt x="268261" y="396347"/>
                  </a:lnTo>
                  <a:lnTo>
                    <a:pt x="267969" y="396247"/>
                  </a:lnTo>
                  <a:lnTo>
                    <a:pt x="267744" y="396156"/>
                  </a:lnTo>
                  <a:lnTo>
                    <a:pt x="267743" y="396344"/>
                  </a:lnTo>
                  <a:lnTo>
                    <a:pt x="267762" y="396667"/>
                  </a:lnTo>
                  <a:lnTo>
                    <a:pt x="267128" y="396808"/>
                  </a:lnTo>
                  <a:lnTo>
                    <a:pt x="266844" y="396854"/>
                  </a:lnTo>
                  <a:lnTo>
                    <a:pt x="266623" y="397073"/>
                  </a:lnTo>
                  <a:lnTo>
                    <a:pt x="266486" y="397225"/>
                  </a:lnTo>
                  <a:lnTo>
                    <a:pt x="265886" y="397266"/>
                  </a:lnTo>
                  <a:lnTo>
                    <a:pt x="265440" y="397274"/>
                  </a:lnTo>
                  <a:lnTo>
                    <a:pt x="264984" y="397323"/>
                  </a:lnTo>
                  <a:lnTo>
                    <a:pt x="264810" y="397341"/>
                  </a:lnTo>
                  <a:lnTo>
                    <a:pt x="264468" y="397258"/>
                  </a:lnTo>
                  <a:lnTo>
                    <a:pt x="264239" y="397202"/>
                  </a:lnTo>
                  <a:lnTo>
                    <a:pt x="264035" y="397153"/>
                  </a:lnTo>
                  <a:lnTo>
                    <a:pt x="263865" y="397112"/>
                  </a:lnTo>
                  <a:lnTo>
                    <a:pt x="263382" y="397010"/>
                  </a:lnTo>
                  <a:lnTo>
                    <a:pt x="263163" y="396972"/>
                  </a:lnTo>
                  <a:lnTo>
                    <a:pt x="262640" y="396880"/>
                  </a:lnTo>
                  <a:lnTo>
                    <a:pt x="262114" y="396929"/>
                  </a:lnTo>
                  <a:lnTo>
                    <a:pt x="261629" y="397119"/>
                  </a:lnTo>
                  <a:lnTo>
                    <a:pt x="261418" y="397160"/>
                  </a:lnTo>
                  <a:lnTo>
                    <a:pt x="261151" y="397207"/>
                  </a:lnTo>
                  <a:lnTo>
                    <a:pt x="260742" y="397141"/>
                  </a:lnTo>
                  <a:lnTo>
                    <a:pt x="260522" y="397160"/>
                  </a:lnTo>
                  <a:lnTo>
                    <a:pt x="260174" y="397205"/>
                  </a:lnTo>
                  <a:lnTo>
                    <a:pt x="259801" y="397373"/>
                  </a:lnTo>
                  <a:lnTo>
                    <a:pt x="259543" y="397868"/>
                  </a:lnTo>
                  <a:lnTo>
                    <a:pt x="258932" y="399012"/>
                  </a:lnTo>
                  <a:lnTo>
                    <a:pt x="259865" y="399312"/>
                  </a:lnTo>
                  <a:lnTo>
                    <a:pt x="260458" y="399362"/>
                  </a:lnTo>
                  <a:lnTo>
                    <a:pt x="261027" y="399834"/>
                  </a:lnTo>
                  <a:lnTo>
                    <a:pt x="260998" y="400237"/>
                  </a:lnTo>
                  <a:lnTo>
                    <a:pt x="260873" y="400503"/>
                  </a:lnTo>
                  <a:lnTo>
                    <a:pt x="260688" y="401695"/>
                  </a:lnTo>
                  <a:lnTo>
                    <a:pt x="260940" y="402314"/>
                  </a:lnTo>
                  <a:lnTo>
                    <a:pt x="261004" y="402490"/>
                  </a:lnTo>
                  <a:lnTo>
                    <a:pt x="260989" y="402961"/>
                  </a:lnTo>
                  <a:lnTo>
                    <a:pt x="260980" y="403131"/>
                  </a:lnTo>
                  <a:lnTo>
                    <a:pt x="260980" y="403501"/>
                  </a:lnTo>
                  <a:lnTo>
                    <a:pt x="260723" y="403564"/>
                  </a:lnTo>
                  <a:lnTo>
                    <a:pt x="260531" y="403850"/>
                  </a:lnTo>
                  <a:lnTo>
                    <a:pt x="260439" y="404357"/>
                  </a:lnTo>
                  <a:lnTo>
                    <a:pt x="259921" y="404509"/>
                  </a:lnTo>
                  <a:lnTo>
                    <a:pt x="259772" y="404585"/>
                  </a:lnTo>
                  <a:lnTo>
                    <a:pt x="259284" y="404955"/>
                  </a:lnTo>
                  <a:lnTo>
                    <a:pt x="259039" y="404943"/>
                  </a:lnTo>
                  <a:lnTo>
                    <a:pt x="258906" y="404915"/>
                  </a:lnTo>
                  <a:lnTo>
                    <a:pt x="258411" y="404986"/>
                  </a:lnTo>
                  <a:lnTo>
                    <a:pt x="258139" y="404799"/>
                  </a:lnTo>
                  <a:lnTo>
                    <a:pt x="258087" y="404627"/>
                  </a:lnTo>
                  <a:lnTo>
                    <a:pt x="258029" y="404435"/>
                  </a:lnTo>
                  <a:lnTo>
                    <a:pt x="257833" y="404353"/>
                  </a:lnTo>
                  <a:lnTo>
                    <a:pt x="256999" y="404118"/>
                  </a:lnTo>
                  <a:lnTo>
                    <a:pt x="256791" y="404144"/>
                  </a:lnTo>
                  <a:lnTo>
                    <a:pt x="256376" y="404187"/>
                  </a:lnTo>
                  <a:lnTo>
                    <a:pt x="256023" y="404233"/>
                  </a:lnTo>
                  <a:lnTo>
                    <a:pt x="255463" y="404307"/>
                  </a:lnTo>
                  <a:lnTo>
                    <a:pt x="255182" y="404343"/>
                  </a:lnTo>
                  <a:lnTo>
                    <a:pt x="255080" y="404598"/>
                  </a:lnTo>
                  <a:lnTo>
                    <a:pt x="254919" y="404727"/>
                  </a:lnTo>
                  <a:lnTo>
                    <a:pt x="254866" y="404575"/>
                  </a:lnTo>
                  <a:lnTo>
                    <a:pt x="254712" y="404620"/>
                  </a:lnTo>
                  <a:lnTo>
                    <a:pt x="254595" y="404939"/>
                  </a:lnTo>
                  <a:lnTo>
                    <a:pt x="254628" y="405178"/>
                  </a:lnTo>
                  <a:lnTo>
                    <a:pt x="254165" y="405769"/>
                  </a:lnTo>
                  <a:lnTo>
                    <a:pt x="253674" y="406265"/>
                  </a:lnTo>
                  <a:lnTo>
                    <a:pt x="253253" y="406208"/>
                  </a:lnTo>
                  <a:lnTo>
                    <a:pt x="252783" y="405983"/>
                  </a:lnTo>
                  <a:lnTo>
                    <a:pt x="252528" y="405975"/>
                  </a:lnTo>
                  <a:lnTo>
                    <a:pt x="251850" y="406192"/>
                  </a:lnTo>
                  <a:lnTo>
                    <a:pt x="251271" y="406117"/>
                  </a:lnTo>
                  <a:lnTo>
                    <a:pt x="251080" y="406291"/>
                  </a:lnTo>
                  <a:lnTo>
                    <a:pt x="250754" y="406894"/>
                  </a:lnTo>
                  <a:lnTo>
                    <a:pt x="251007" y="407014"/>
                  </a:lnTo>
                  <a:lnTo>
                    <a:pt x="251304" y="407126"/>
                  </a:lnTo>
                  <a:lnTo>
                    <a:pt x="251779" y="407757"/>
                  </a:lnTo>
                  <a:lnTo>
                    <a:pt x="251879" y="408011"/>
                  </a:lnTo>
                  <a:lnTo>
                    <a:pt x="251924" y="408139"/>
                  </a:lnTo>
                  <a:lnTo>
                    <a:pt x="251950" y="408268"/>
                  </a:lnTo>
                  <a:lnTo>
                    <a:pt x="252000" y="408521"/>
                  </a:lnTo>
                  <a:lnTo>
                    <a:pt x="252024" y="408809"/>
                  </a:lnTo>
                  <a:lnTo>
                    <a:pt x="252012" y="408994"/>
                  </a:lnTo>
                  <a:lnTo>
                    <a:pt x="251936" y="409787"/>
                  </a:lnTo>
                  <a:lnTo>
                    <a:pt x="251989" y="410047"/>
                  </a:lnTo>
                  <a:lnTo>
                    <a:pt x="252021" y="410309"/>
                  </a:lnTo>
                  <a:lnTo>
                    <a:pt x="251871" y="410621"/>
                  </a:lnTo>
                  <a:lnTo>
                    <a:pt x="251376" y="410780"/>
                  </a:lnTo>
                  <a:lnTo>
                    <a:pt x="251393" y="411487"/>
                  </a:lnTo>
                  <a:lnTo>
                    <a:pt x="251152" y="411456"/>
                  </a:lnTo>
                  <a:lnTo>
                    <a:pt x="251001" y="411365"/>
                  </a:lnTo>
                  <a:lnTo>
                    <a:pt x="250864" y="410962"/>
                  </a:lnTo>
                  <a:lnTo>
                    <a:pt x="250812" y="410808"/>
                  </a:lnTo>
                  <a:lnTo>
                    <a:pt x="250556" y="410720"/>
                  </a:lnTo>
                  <a:lnTo>
                    <a:pt x="250494" y="410863"/>
                  </a:lnTo>
                  <a:lnTo>
                    <a:pt x="250456" y="411004"/>
                  </a:lnTo>
                  <a:lnTo>
                    <a:pt x="250126" y="411071"/>
                  </a:lnTo>
                  <a:lnTo>
                    <a:pt x="250040" y="411323"/>
                  </a:lnTo>
                  <a:lnTo>
                    <a:pt x="250035" y="411559"/>
                  </a:lnTo>
                  <a:lnTo>
                    <a:pt x="249892" y="411840"/>
                  </a:lnTo>
                  <a:lnTo>
                    <a:pt x="249698" y="411891"/>
                  </a:lnTo>
                  <a:lnTo>
                    <a:pt x="249493" y="411670"/>
                  </a:lnTo>
                  <a:lnTo>
                    <a:pt x="249456" y="411867"/>
                  </a:lnTo>
                  <a:lnTo>
                    <a:pt x="249309" y="412202"/>
                  </a:lnTo>
                  <a:lnTo>
                    <a:pt x="249311" y="412385"/>
                  </a:lnTo>
                  <a:lnTo>
                    <a:pt x="249276" y="412651"/>
                  </a:lnTo>
                  <a:lnTo>
                    <a:pt x="249082" y="412595"/>
                  </a:lnTo>
                  <a:lnTo>
                    <a:pt x="248415" y="412279"/>
                  </a:lnTo>
                  <a:lnTo>
                    <a:pt x="247713" y="412375"/>
                  </a:lnTo>
                  <a:lnTo>
                    <a:pt x="247466" y="412504"/>
                  </a:lnTo>
                  <a:lnTo>
                    <a:pt x="247329" y="412538"/>
                  </a:lnTo>
                  <a:lnTo>
                    <a:pt x="247120" y="412579"/>
                  </a:lnTo>
                  <a:lnTo>
                    <a:pt x="246869" y="412548"/>
                  </a:lnTo>
                  <a:lnTo>
                    <a:pt x="246511" y="412321"/>
                  </a:lnTo>
                  <a:lnTo>
                    <a:pt x="246268" y="412163"/>
                  </a:lnTo>
                  <a:lnTo>
                    <a:pt x="246036" y="412236"/>
                  </a:lnTo>
                  <a:lnTo>
                    <a:pt x="245764" y="412761"/>
                  </a:lnTo>
                  <a:lnTo>
                    <a:pt x="245575" y="412884"/>
                  </a:lnTo>
                  <a:lnTo>
                    <a:pt x="245438" y="412964"/>
                  </a:lnTo>
                  <a:lnTo>
                    <a:pt x="245301" y="413057"/>
                  </a:lnTo>
                  <a:lnTo>
                    <a:pt x="244692" y="413406"/>
                  </a:lnTo>
                  <a:lnTo>
                    <a:pt x="244703" y="413742"/>
                  </a:lnTo>
                  <a:lnTo>
                    <a:pt x="244411" y="414093"/>
                  </a:lnTo>
                  <a:lnTo>
                    <a:pt x="244213" y="414395"/>
                  </a:lnTo>
                  <a:lnTo>
                    <a:pt x="243945" y="414867"/>
                  </a:lnTo>
                  <a:lnTo>
                    <a:pt x="243762" y="415146"/>
                  </a:lnTo>
                  <a:lnTo>
                    <a:pt x="243549" y="415486"/>
                  </a:lnTo>
                  <a:lnTo>
                    <a:pt x="243433" y="415678"/>
                  </a:lnTo>
                  <a:lnTo>
                    <a:pt x="243137" y="416104"/>
                  </a:lnTo>
                  <a:lnTo>
                    <a:pt x="242833" y="416604"/>
                  </a:lnTo>
                  <a:lnTo>
                    <a:pt x="242581" y="416951"/>
                  </a:lnTo>
                  <a:lnTo>
                    <a:pt x="242457" y="417110"/>
                  </a:lnTo>
                  <a:lnTo>
                    <a:pt x="242132" y="417441"/>
                  </a:lnTo>
                  <a:lnTo>
                    <a:pt x="241671" y="417252"/>
                  </a:lnTo>
                  <a:lnTo>
                    <a:pt x="241251" y="416671"/>
                  </a:lnTo>
                  <a:lnTo>
                    <a:pt x="240980" y="416196"/>
                  </a:lnTo>
                  <a:lnTo>
                    <a:pt x="240861" y="415909"/>
                  </a:lnTo>
                  <a:lnTo>
                    <a:pt x="240809" y="415617"/>
                  </a:lnTo>
                  <a:lnTo>
                    <a:pt x="240835" y="415382"/>
                  </a:lnTo>
                  <a:lnTo>
                    <a:pt x="240887" y="415143"/>
                  </a:lnTo>
                  <a:lnTo>
                    <a:pt x="240513" y="414896"/>
                  </a:lnTo>
                  <a:lnTo>
                    <a:pt x="240316" y="414862"/>
                  </a:lnTo>
                  <a:lnTo>
                    <a:pt x="240183" y="414368"/>
                  </a:lnTo>
                  <a:lnTo>
                    <a:pt x="239971" y="414300"/>
                  </a:lnTo>
                  <a:lnTo>
                    <a:pt x="239939" y="414089"/>
                  </a:lnTo>
                  <a:lnTo>
                    <a:pt x="240087" y="413691"/>
                  </a:lnTo>
                  <a:lnTo>
                    <a:pt x="240054" y="413197"/>
                  </a:lnTo>
                  <a:lnTo>
                    <a:pt x="239874" y="412662"/>
                  </a:lnTo>
                  <a:lnTo>
                    <a:pt x="239610" y="412525"/>
                  </a:lnTo>
                  <a:lnTo>
                    <a:pt x="239470" y="412524"/>
                  </a:lnTo>
                  <a:lnTo>
                    <a:pt x="239244" y="412354"/>
                  </a:lnTo>
                  <a:lnTo>
                    <a:pt x="239101" y="411984"/>
                  </a:lnTo>
                  <a:lnTo>
                    <a:pt x="239479" y="411665"/>
                  </a:lnTo>
                  <a:lnTo>
                    <a:pt x="239674" y="411539"/>
                  </a:lnTo>
                  <a:lnTo>
                    <a:pt x="239365" y="411182"/>
                  </a:lnTo>
                  <a:lnTo>
                    <a:pt x="239217" y="410879"/>
                  </a:lnTo>
                  <a:lnTo>
                    <a:pt x="238950" y="410679"/>
                  </a:lnTo>
                  <a:lnTo>
                    <a:pt x="238889" y="410380"/>
                  </a:lnTo>
                  <a:lnTo>
                    <a:pt x="238997" y="410035"/>
                  </a:lnTo>
                  <a:lnTo>
                    <a:pt x="238841" y="409634"/>
                  </a:lnTo>
                  <a:lnTo>
                    <a:pt x="238992" y="409077"/>
                  </a:lnTo>
                  <a:lnTo>
                    <a:pt x="238784" y="408500"/>
                  </a:lnTo>
                  <a:lnTo>
                    <a:pt x="238062" y="408592"/>
                  </a:lnTo>
                  <a:lnTo>
                    <a:pt x="238158" y="408939"/>
                  </a:lnTo>
                  <a:lnTo>
                    <a:pt x="238203" y="409127"/>
                  </a:lnTo>
                  <a:lnTo>
                    <a:pt x="238277" y="409456"/>
                  </a:lnTo>
                  <a:lnTo>
                    <a:pt x="238347" y="409742"/>
                  </a:lnTo>
                  <a:lnTo>
                    <a:pt x="238155" y="409758"/>
                  </a:lnTo>
                  <a:lnTo>
                    <a:pt x="237891" y="409859"/>
                  </a:lnTo>
                  <a:lnTo>
                    <a:pt x="237627" y="410001"/>
                  </a:lnTo>
                  <a:lnTo>
                    <a:pt x="237425" y="410191"/>
                  </a:lnTo>
                  <a:lnTo>
                    <a:pt x="236536" y="410281"/>
                  </a:lnTo>
                  <a:lnTo>
                    <a:pt x="235900" y="410633"/>
                  </a:lnTo>
                  <a:lnTo>
                    <a:pt x="235909" y="410803"/>
                  </a:lnTo>
                  <a:lnTo>
                    <a:pt x="235472" y="410822"/>
                  </a:lnTo>
                  <a:lnTo>
                    <a:pt x="235201" y="410433"/>
                  </a:lnTo>
                  <a:lnTo>
                    <a:pt x="235324" y="410207"/>
                  </a:lnTo>
                  <a:lnTo>
                    <a:pt x="235286" y="409849"/>
                  </a:lnTo>
                  <a:lnTo>
                    <a:pt x="235138" y="409493"/>
                  </a:lnTo>
                  <a:lnTo>
                    <a:pt x="235032" y="409300"/>
                  </a:lnTo>
                  <a:lnTo>
                    <a:pt x="235206" y="409197"/>
                  </a:lnTo>
                  <a:lnTo>
                    <a:pt x="235514" y="408503"/>
                  </a:lnTo>
                  <a:lnTo>
                    <a:pt x="235332" y="408216"/>
                  </a:lnTo>
                  <a:lnTo>
                    <a:pt x="235318" y="407995"/>
                  </a:lnTo>
                  <a:lnTo>
                    <a:pt x="235482" y="407902"/>
                  </a:lnTo>
                  <a:lnTo>
                    <a:pt x="235698" y="407753"/>
                  </a:lnTo>
                  <a:lnTo>
                    <a:pt x="235835" y="407580"/>
                  </a:lnTo>
                  <a:lnTo>
                    <a:pt x="235726" y="407258"/>
                  </a:lnTo>
                  <a:lnTo>
                    <a:pt x="235416" y="407380"/>
                  </a:lnTo>
                  <a:lnTo>
                    <a:pt x="235285" y="407434"/>
                  </a:lnTo>
                  <a:lnTo>
                    <a:pt x="235051" y="407516"/>
                  </a:lnTo>
                  <a:lnTo>
                    <a:pt x="234716" y="407624"/>
                  </a:lnTo>
                  <a:lnTo>
                    <a:pt x="234074" y="407788"/>
                  </a:lnTo>
                  <a:lnTo>
                    <a:pt x="233467" y="407967"/>
                  </a:lnTo>
                  <a:lnTo>
                    <a:pt x="233231" y="408031"/>
                  </a:lnTo>
                  <a:lnTo>
                    <a:pt x="232487" y="408138"/>
                  </a:lnTo>
                  <a:lnTo>
                    <a:pt x="232023" y="408188"/>
                  </a:lnTo>
                  <a:lnTo>
                    <a:pt x="231655" y="408246"/>
                  </a:lnTo>
                  <a:lnTo>
                    <a:pt x="231318" y="408306"/>
                  </a:lnTo>
                  <a:lnTo>
                    <a:pt x="231022" y="408311"/>
                  </a:lnTo>
                  <a:lnTo>
                    <a:pt x="230845" y="408325"/>
                  </a:lnTo>
                  <a:lnTo>
                    <a:pt x="230669" y="408356"/>
                  </a:lnTo>
                  <a:lnTo>
                    <a:pt x="230388" y="408402"/>
                  </a:lnTo>
                  <a:lnTo>
                    <a:pt x="230073" y="408407"/>
                  </a:lnTo>
                  <a:lnTo>
                    <a:pt x="229280" y="408409"/>
                  </a:lnTo>
                  <a:lnTo>
                    <a:pt x="228862" y="408384"/>
                  </a:lnTo>
                  <a:lnTo>
                    <a:pt x="228523" y="408311"/>
                  </a:lnTo>
                  <a:lnTo>
                    <a:pt x="228048" y="408224"/>
                  </a:lnTo>
                  <a:lnTo>
                    <a:pt x="227167" y="408091"/>
                  </a:lnTo>
                  <a:lnTo>
                    <a:pt x="226567" y="408003"/>
                  </a:lnTo>
                  <a:lnTo>
                    <a:pt x="226162" y="407947"/>
                  </a:lnTo>
                  <a:lnTo>
                    <a:pt x="225839" y="407898"/>
                  </a:lnTo>
                  <a:lnTo>
                    <a:pt x="225670" y="407870"/>
                  </a:lnTo>
                  <a:lnTo>
                    <a:pt x="225332" y="407811"/>
                  </a:lnTo>
                  <a:lnTo>
                    <a:pt x="224523" y="407466"/>
                  </a:lnTo>
                  <a:lnTo>
                    <a:pt x="224299" y="407323"/>
                  </a:lnTo>
                  <a:lnTo>
                    <a:pt x="223419" y="406739"/>
                  </a:lnTo>
                  <a:lnTo>
                    <a:pt x="223286" y="406553"/>
                  </a:lnTo>
                  <a:lnTo>
                    <a:pt x="222960" y="406257"/>
                  </a:lnTo>
                  <a:lnTo>
                    <a:pt x="222542" y="405788"/>
                  </a:lnTo>
                  <a:lnTo>
                    <a:pt x="222249" y="405492"/>
                  </a:lnTo>
                  <a:lnTo>
                    <a:pt x="221644" y="405028"/>
                  </a:lnTo>
                  <a:lnTo>
                    <a:pt x="220955" y="404311"/>
                  </a:lnTo>
                  <a:lnTo>
                    <a:pt x="220742" y="404148"/>
                  </a:lnTo>
                  <a:lnTo>
                    <a:pt x="220291" y="403974"/>
                  </a:lnTo>
                  <a:lnTo>
                    <a:pt x="220074" y="403905"/>
                  </a:lnTo>
                  <a:lnTo>
                    <a:pt x="219708" y="403778"/>
                  </a:lnTo>
                  <a:lnTo>
                    <a:pt x="219244" y="403580"/>
                  </a:lnTo>
                  <a:lnTo>
                    <a:pt x="218948" y="403412"/>
                  </a:lnTo>
                  <a:lnTo>
                    <a:pt x="218701" y="403245"/>
                  </a:lnTo>
                  <a:lnTo>
                    <a:pt x="218490" y="403115"/>
                  </a:lnTo>
                  <a:lnTo>
                    <a:pt x="218281" y="402971"/>
                  </a:lnTo>
                  <a:lnTo>
                    <a:pt x="217979" y="402604"/>
                  </a:lnTo>
                  <a:lnTo>
                    <a:pt x="217986" y="402452"/>
                  </a:lnTo>
                  <a:lnTo>
                    <a:pt x="217733" y="401910"/>
                  </a:lnTo>
                  <a:lnTo>
                    <a:pt x="217576" y="401273"/>
                  </a:lnTo>
                  <a:lnTo>
                    <a:pt x="217345" y="400997"/>
                  </a:lnTo>
                  <a:lnTo>
                    <a:pt x="217061" y="400799"/>
                  </a:lnTo>
                  <a:lnTo>
                    <a:pt x="216859" y="400556"/>
                  </a:lnTo>
                  <a:lnTo>
                    <a:pt x="216416" y="399717"/>
                  </a:lnTo>
                  <a:lnTo>
                    <a:pt x="216058" y="399277"/>
                  </a:lnTo>
                  <a:lnTo>
                    <a:pt x="215738" y="398674"/>
                  </a:lnTo>
                  <a:lnTo>
                    <a:pt x="215774" y="398482"/>
                  </a:lnTo>
                  <a:lnTo>
                    <a:pt x="215660" y="398180"/>
                  </a:lnTo>
                  <a:lnTo>
                    <a:pt x="215596" y="398025"/>
                  </a:lnTo>
                  <a:lnTo>
                    <a:pt x="215456" y="397492"/>
                  </a:lnTo>
                  <a:lnTo>
                    <a:pt x="215448" y="397148"/>
                  </a:lnTo>
                  <a:lnTo>
                    <a:pt x="215481" y="396981"/>
                  </a:lnTo>
                  <a:lnTo>
                    <a:pt x="215450" y="396814"/>
                  </a:lnTo>
                  <a:lnTo>
                    <a:pt x="215314" y="396576"/>
                  </a:lnTo>
                  <a:lnTo>
                    <a:pt x="214875" y="396186"/>
                  </a:lnTo>
                  <a:lnTo>
                    <a:pt x="214674" y="395960"/>
                  </a:lnTo>
                  <a:lnTo>
                    <a:pt x="214567" y="395795"/>
                  </a:lnTo>
                  <a:lnTo>
                    <a:pt x="214503" y="395657"/>
                  </a:lnTo>
                  <a:lnTo>
                    <a:pt x="214529" y="395503"/>
                  </a:lnTo>
                  <a:lnTo>
                    <a:pt x="214281" y="395351"/>
                  </a:lnTo>
                  <a:lnTo>
                    <a:pt x="214146" y="395375"/>
                  </a:lnTo>
                  <a:lnTo>
                    <a:pt x="213943" y="395353"/>
                  </a:lnTo>
                  <a:lnTo>
                    <a:pt x="213676" y="395336"/>
                  </a:lnTo>
                  <a:lnTo>
                    <a:pt x="213116" y="395650"/>
                  </a:lnTo>
                  <a:lnTo>
                    <a:pt x="212825" y="395702"/>
                  </a:lnTo>
                  <a:lnTo>
                    <a:pt x="212380" y="395758"/>
                  </a:lnTo>
                  <a:lnTo>
                    <a:pt x="212065" y="395643"/>
                  </a:lnTo>
                  <a:lnTo>
                    <a:pt x="212024" y="395508"/>
                  </a:lnTo>
                  <a:lnTo>
                    <a:pt x="211952" y="395351"/>
                  </a:lnTo>
                  <a:lnTo>
                    <a:pt x="211661" y="395392"/>
                  </a:lnTo>
                  <a:lnTo>
                    <a:pt x="211367" y="395440"/>
                  </a:lnTo>
                  <a:lnTo>
                    <a:pt x="211185" y="395471"/>
                  </a:lnTo>
                  <a:lnTo>
                    <a:pt x="210955" y="395433"/>
                  </a:lnTo>
                  <a:lnTo>
                    <a:pt x="210748" y="395351"/>
                  </a:lnTo>
                  <a:lnTo>
                    <a:pt x="210544" y="395144"/>
                  </a:lnTo>
                  <a:lnTo>
                    <a:pt x="210231" y="395192"/>
                  </a:lnTo>
                  <a:lnTo>
                    <a:pt x="210044" y="395341"/>
                  </a:lnTo>
                  <a:lnTo>
                    <a:pt x="209844" y="395326"/>
                  </a:lnTo>
                  <a:lnTo>
                    <a:pt x="209649" y="395472"/>
                  </a:lnTo>
                  <a:lnTo>
                    <a:pt x="209652" y="395673"/>
                  </a:lnTo>
                  <a:lnTo>
                    <a:pt x="209887" y="395747"/>
                  </a:lnTo>
                  <a:lnTo>
                    <a:pt x="210004" y="395575"/>
                  </a:lnTo>
                  <a:lnTo>
                    <a:pt x="210305" y="395785"/>
                  </a:lnTo>
                  <a:lnTo>
                    <a:pt x="209919" y="396211"/>
                  </a:lnTo>
                  <a:lnTo>
                    <a:pt x="209785" y="396184"/>
                  </a:lnTo>
                  <a:lnTo>
                    <a:pt x="209603" y="396278"/>
                  </a:lnTo>
                  <a:lnTo>
                    <a:pt x="209451" y="396399"/>
                  </a:lnTo>
                  <a:lnTo>
                    <a:pt x="209029" y="396297"/>
                  </a:lnTo>
                  <a:lnTo>
                    <a:pt x="208855" y="396020"/>
                  </a:lnTo>
                  <a:lnTo>
                    <a:pt x="208714" y="395938"/>
                  </a:lnTo>
                  <a:lnTo>
                    <a:pt x="208240" y="396141"/>
                  </a:lnTo>
                  <a:lnTo>
                    <a:pt x="208446" y="395337"/>
                  </a:lnTo>
                  <a:lnTo>
                    <a:pt x="208230" y="395102"/>
                  </a:lnTo>
                  <a:lnTo>
                    <a:pt x="207537" y="394930"/>
                  </a:lnTo>
                  <a:lnTo>
                    <a:pt x="207393" y="394965"/>
                  </a:lnTo>
                  <a:lnTo>
                    <a:pt x="207079" y="394974"/>
                  </a:lnTo>
                  <a:lnTo>
                    <a:pt x="207075" y="395121"/>
                  </a:lnTo>
                  <a:lnTo>
                    <a:pt x="206892" y="395227"/>
                  </a:lnTo>
                  <a:lnTo>
                    <a:pt x="206536" y="395205"/>
                  </a:lnTo>
                  <a:lnTo>
                    <a:pt x="206413" y="395363"/>
                  </a:lnTo>
                  <a:lnTo>
                    <a:pt x="205998" y="395162"/>
                  </a:lnTo>
                  <a:lnTo>
                    <a:pt x="205710" y="395293"/>
                  </a:lnTo>
                  <a:lnTo>
                    <a:pt x="205459" y="395231"/>
                  </a:lnTo>
                  <a:lnTo>
                    <a:pt x="205076" y="395225"/>
                  </a:lnTo>
                  <a:lnTo>
                    <a:pt x="204748" y="395304"/>
                  </a:lnTo>
                  <a:lnTo>
                    <a:pt x="204655" y="395740"/>
                  </a:lnTo>
                  <a:lnTo>
                    <a:pt x="204556" y="395901"/>
                  </a:lnTo>
                  <a:lnTo>
                    <a:pt x="204398" y="396101"/>
                  </a:lnTo>
                  <a:lnTo>
                    <a:pt x="204194" y="396308"/>
                  </a:lnTo>
                  <a:lnTo>
                    <a:pt x="203897" y="396081"/>
                  </a:lnTo>
                  <a:lnTo>
                    <a:pt x="203620" y="395918"/>
                  </a:lnTo>
                  <a:lnTo>
                    <a:pt x="203361" y="395891"/>
                  </a:lnTo>
                  <a:lnTo>
                    <a:pt x="203004" y="395633"/>
                  </a:lnTo>
                  <a:lnTo>
                    <a:pt x="202834" y="395727"/>
                  </a:lnTo>
                  <a:lnTo>
                    <a:pt x="202536" y="395648"/>
                  </a:lnTo>
                  <a:lnTo>
                    <a:pt x="202313" y="395755"/>
                  </a:lnTo>
                  <a:lnTo>
                    <a:pt x="202090" y="396049"/>
                  </a:lnTo>
                  <a:lnTo>
                    <a:pt x="201710" y="396160"/>
                  </a:lnTo>
                  <a:lnTo>
                    <a:pt x="201281" y="396478"/>
                  </a:lnTo>
                  <a:lnTo>
                    <a:pt x="201338" y="396764"/>
                  </a:lnTo>
                  <a:lnTo>
                    <a:pt x="201382" y="396958"/>
                  </a:lnTo>
                  <a:lnTo>
                    <a:pt x="201127" y="397225"/>
                  </a:lnTo>
                  <a:lnTo>
                    <a:pt x="201358" y="397226"/>
                  </a:lnTo>
                  <a:lnTo>
                    <a:pt x="201597" y="396973"/>
                  </a:lnTo>
                  <a:lnTo>
                    <a:pt x="201753" y="396920"/>
                  </a:lnTo>
                  <a:lnTo>
                    <a:pt x="201846" y="397236"/>
                  </a:lnTo>
                  <a:lnTo>
                    <a:pt x="201682" y="397427"/>
                  </a:lnTo>
                  <a:lnTo>
                    <a:pt x="201478" y="397385"/>
                  </a:lnTo>
                  <a:lnTo>
                    <a:pt x="201392" y="397240"/>
                  </a:lnTo>
                  <a:lnTo>
                    <a:pt x="200926" y="397291"/>
                  </a:lnTo>
                  <a:lnTo>
                    <a:pt x="200526" y="397534"/>
                  </a:lnTo>
                  <a:lnTo>
                    <a:pt x="200375" y="397387"/>
                  </a:lnTo>
                  <a:lnTo>
                    <a:pt x="199967" y="397496"/>
                  </a:lnTo>
                  <a:lnTo>
                    <a:pt x="199670" y="397880"/>
                  </a:lnTo>
                  <a:lnTo>
                    <a:pt x="199419" y="398292"/>
                  </a:lnTo>
                  <a:lnTo>
                    <a:pt x="199453" y="398439"/>
                  </a:lnTo>
                  <a:lnTo>
                    <a:pt x="199630" y="398388"/>
                  </a:lnTo>
                  <a:lnTo>
                    <a:pt x="199836" y="398908"/>
                  </a:lnTo>
                  <a:lnTo>
                    <a:pt x="199640" y="398972"/>
                  </a:lnTo>
                  <a:lnTo>
                    <a:pt x="199694" y="398818"/>
                  </a:lnTo>
                  <a:lnTo>
                    <a:pt x="199596" y="398671"/>
                  </a:lnTo>
                  <a:lnTo>
                    <a:pt x="199061" y="398430"/>
                  </a:lnTo>
                  <a:lnTo>
                    <a:pt x="198878" y="398465"/>
                  </a:lnTo>
                  <a:lnTo>
                    <a:pt x="199029" y="398678"/>
                  </a:lnTo>
                  <a:lnTo>
                    <a:pt x="198854" y="398902"/>
                  </a:lnTo>
                  <a:lnTo>
                    <a:pt x="198862" y="398742"/>
                  </a:lnTo>
                  <a:lnTo>
                    <a:pt x="198520" y="398307"/>
                  </a:lnTo>
                  <a:lnTo>
                    <a:pt x="198162" y="398510"/>
                  </a:lnTo>
                  <a:lnTo>
                    <a:pt x="198143" y="398285"/>
                  </a:lnTo>
                  <a:lnTo>
                    <a:pt x="197983" y="398031"/>
                  </a:lnTo>
                  <a:lnTo>
                    <a:pt x="197916" y="397833"/>
                  </a:lnTo>
                  <a:lnTo>
                    <a:pt x="197960" y="397697"/>
                  </a:lnTo>
                  <a:lnTo>
                    <a:pt x="198160" y="397722"/>
                  </a:lnTo>
                  <a:lnTo>
                    <a:pt x="198197" y="397592"/>
                  </a:lnTo>
                  <a:lnTo>
                    <a:pt x="198134" y="397336"/>
                  </a:lnTo>
                  <a:lnTo>
                    <a:pt x="197910" y="397413"/>
                  </a:lnTo>
                  <a:lnTo>
                    <a:pt x="197635" y="397232"/>
                  </a:lnTo>
                  <a:lnTo>
                    <a:pt x="197485" y="396765"/>
                  </a:lnTo>
                  <a:lnTo>
                    <a:pt x="197164" y="396676"/>
                  </a:lnTo>
                  <a:lnTo>
                    <a:pt x="196791" y="396660"/>
                  </a:lnTo>
                  <a:lnTo>
                    <a:pt x="196669" y="396614"/>
                  </a:lnTo>
                  <a:lnTo>
                    <a:pt x="196417" y="396234"/>
                  </a:lnTo>
                  <a:lnTo>
                    <a:pt x="196182" y="396179"/>
                  </a:lnTo>
                  <a:lnTo>
                    <a:pt x="196115" y="395890"/>
                  </a:lnTo>
                  <a:lnTo>
                    <a:pt x="195775" y="395847"/>
                  </a:lnTo>
                  <a:lnTo>
                    <a:pt x="195495" y="395926"/>
                  </a:lnTo>
                  <a:lnTo>
                    <a:pt x="195358" y="396117"/>
                  </a:lnTo>
                  <a:lnTo>
                    <a:pt x="194896" y="396036"/>
                  </a:lnTo>
                  <a:lnTo>
                    <a:pt x="194684" y="395801"/>
                  </a:lnTo>
                  <a:lnTo>
                    <a:pt x="194394" y="395622"/>
                  </a:lnTo>
                  <a:lnTo>
                    <a:pt x="194111" y="395602"/>
                  </a:lnTo>
                  <a:lnTo>
                    <a:pt x="193949" y="395728"/>
                  </a:lnTo>
                  <a:lnTo>
                    <a:pt x="193707" y="396321"/>
                  </a:lnTo>
                  <a:lnTo>
                    <a:pt x="193692" y="396146"/>
                  </a:lnTo>
                  <a:lnTo>
                    <a:pt x="193514" y="395927"/>
                  </a:lnTo>
                  <a:lnTo>
                    <a:pt x="193098" y="396051"/>
                  </a:lnTo>
                  <a:lnTo>
                    <a:pt x="192665" y="396019"/>
                  </a:lnTo>
                  <a:lnTo>
                    <a:pt x="192499" y="395682"/>
                  </a:lnTo>
                  <a:lnTo>
                    <a:pt x="192244" y="395384"/>
                  </a:lnTo>
                  <a:lnTo>
                    <a:pt x="191974" y="395118"/>
                  </a:lnTo>
                  <a:lnTo>
                    <a:pt x="191808" y="395035"/>
                  </a:lnTo>
                  <a:lnTo>
                    <a:pt x="191273" y="394844"/>
                  </a:lnTo>
                  <a:lnTo>
                    <a:pt x="191409" y="394627"/>
                  </a:lnTo>
                  <a:lnTo>
                    <a:pt x="191102" y="394677"/>
                  </a:lnTo>
                  <a:lnTo>
                    <a:pt x="190970" y="394866"/>
                  </a:lnTo>
                  <a:lnTo>
                    <a:pt x="190624" y="395175"/>
                  </a:lnTo>
                  <a:lnTo>
                    <a:pt x="190487" y="395141"/>
                  </a:lnTo>
                  <a:lnTo>
                    <a:pt x="190334" y="394779"/>
                  </a:lnTo>
                  <a:lnTo>
                    <a:pt x="190266" y="394639"/>
                  </a:lnTo>
                  <a:lnTo>
                    <a:pt x="190024" y="394706"/>
                  </a:lnTo>
                  <a:lnTo>
                    <a:pt x="189779" y="395097"/>
                  </a:lnTo>
                  <a:lnTo>
                    <a:pt x="189607" y="395294"/>
                  </a:lnTo>
                  <a:lnTo>
                    <a:pt x="189413" y="395410"/>
                  </a:lnTo>
                  <a:lnTo>
                    <a:pt x="189164" y="395381"/>
                  </a:lnTo>
                  <a:lnTo>
                    <a:pt x="189369" y="395076"/>
                  </a:lnTo>
                  <a:lnTo>
                    <a:pt x="189401" y="394756"/>
                  </a:lnTo>
                  <a:lnTo>
                    <a:pt x="189391" y="394540"/>
                  </a:lnTo>
                  <a:lnTo>
                    <a:pt x="189439" y="394330"/>
                  </a:lnTo>
                  <a:lnTo>
                    <a:pt x="189579" y="394088"/>
                  </a:lnTo>
                  <a:lnTo>
                    <a:pt x="189787" y="394100"/>
                  </a:lnTo>
                  <a:lnTo>
                    <a:pt x="189973" y="394130"/>
                  </a:lnTo>
                  <a:lnTo>
                    <a:pt x="190186" y="394137"/>
                  </a:lnTo>
                  <a:lnTo>
                    <a:pt x="190191" y="393928"/>
                  </a:lnTo>
                  <a:lnTo>
                    <a:pt x="189686" y="393772"/>
                  </a:lnTo>
                  <a:lnTo>
                    <a:pt x="189495" y="394037"/>
                  </a:lnTo>
                  <a:lnTo>
                    <a:pt x="189264" y="394172"/>
                  </a:lnTo>
                  <a:lnTo>
                    <a:pt x="189035" y="394282"/>
                  </a:lnTo>
                  <a:lnTo>
                    <a:pt x="188642" y="394226"/>
                  </a:lnTo>
                  <a:lnTo>
                    <a:pt x="188354" y="394033"/>
                  </a:lnTo>
                  <a:lnTo>
                    <a:pt x="188195" y="394014"/>
                  </a:lnTo>
                  <a:lnTo>
                    <a:pt x="188090" y="393807"/>
                  </a:lnTo>
                  <a:lnTo>
                    <a:pt x="188060" y="393526"/>
                  </a:lnTo>
                  <a:lnTo>
                    <a:pt x="187974" y="393074"/>
                  </a:lnTo>
                  <a:lnTo>
                    <a:pt x="188021" y="392889"/>
                  </a:lnTo>
                  <a:lnTo>
                    <a:pt x="188151" y="392852"/>
                  </a:lnTo>
                  <a:lnTo>
                    <a:pt x="188252" y="392664"/>
                  </a:lnTo>
                  <a:lnTo>
                    <a:pt x="188279" y="392463"/>
                  </a:lnTo>
                  <a:lnTo>
                    <a:pt x="188152" y="391617"/>
                  </a:lnTo>
                  <a:lnTo>
                    <a:pt x="188349" y="391548"/>
                  </a:lnTo>
                  <a:lnTo>
                    <a:pt x="188478" y="391274"/>
                  </a:lnTo>
                  <a:lnTo>
                    <a:pt x="188638" y="391145"/>
                  </a:lnTo>
                  <a:lnTo>
                    <a:pt x="188922" y="390482"/>
                  </a:lnTo>
                  <a:lnTo>
                    <a:pt x="188933" y="390163"/>
                  </a:lnTo>
                  <a:lnTo>
                    <a:pt x="188900" y="389952"/>
                  </a:lnTo>
                  <a:lnTo>
                    <a:pt x="188405" y="389843"/>
                  </a:lnTo>
                  <a:lnTo>
                    <a:pt x="188501" y="389546"/>
                  </a:lnTo>
                  <a:lnTo>
                    <a:pt x="188211" y="389135"/>
                  </a:lnTo>
                  <a:lnTo>
                    <a:pt x="188137" y="388615"/>
                  </a:lnTo>
                  <a:lnTo>
                    <a:pt x="187934" y="388284"/>
                  </a:lnTo>
                  <a:lnTo>
                    <a:pt x="187646" y="388181"/>
                  </a:lnTo>
                  <a:lnTo>
                    <a:pt x="187519" y="388198"/>
                  </a:lnTo>
                  <a:lnTo>
                    <a:pt x="187440" y="388327"/>
                  </a:lnTo>
                  <a:lnTo>
                    <a:pt x="187418" y="388848"/>
                  </a:lnTo>
                  <a:lnTo>
                    <a:pt x="187356" y="389402"/>
                  </a:lnTo>
                  <a:lnTo>
                    <a:pt x="187345" y="389561"/>
                  </a:lnTo>
                  <a:lnTo>
                    <a:pt x="187008" y="389651"/>
                  </a:lnTo>
                  <a:lnTo>
                    <a:pt x="187300" y="390309"/>
                  </a:lnTo>
                  <a:lnTo>
                    <a:pt x="187247" y="390589"/>
                  </a:lnTo>
                  <a:lnTo>
                    <a:pt x="187098" y="390502"/>
                  </a:lnTo>
                  <a:lnTo>
                    <a:pt x="186996" y="390246"/>
                  </a:lnTo>
                  <a:lnTo>
                    <a:pt x="186599" y="390236"/>
                  </a:lnTo>
                  <a:lnTo>
                    <a:pt x="186454" y="390258"/>
                  </a:lnTo>
                  <a:lnTo>
                    <a:pt x="186005" y="390249"/>
                  </a:lnTo>
                  <a:lnTo>
                    <a:pt x="185535" y="390128"/>
                  </a:lnTo>
                  <a:lnTo>
                    <a:pt x="185162" y="389985"/>
                  </a:lnTo>
                  <a:lnTo>
                    <a:pt x="184725" y="390482"/>
                  </a:lnTo>
                  <a:lnTo>
                    <a:pt x="184317" y="390445"/>
                  </a:lnTo>
                  <a:lnTo>
                    <a:pt x="184189" y="390449"/>
                  </a:lnTo>
                  <a:lnTo>
                    <a:pt x="183898" y="390768"/>
                  </a:lnTo>
                  <a:lnTo>
                    <a:pt x="183753" y="390800"/>
                  </a:lnTo>
                  <a:lnTo>
                    <a:pt x="183497" y="390784"/>
                  </a:lnTo>
                  <a:lnTo>
                    <a:pt x="183472" y="390619"/>
                  </a:lnTo>
                  <a:lnTo>
                    <a:pt x="183358" y="390468"/>
                  </a:lnTo>
                  <a:lnTo>
                    <a:pt x="183005" y="390218"/>
                  </a:lnTo>
                  <a:lnTo>
                    <a:pt x="182688" y="390693"/>
                  </a:lnTo>
                  <a:lnTo>
                    <a:pt x="182395" y="390819"/>
                  </a:lnTo>
                  <a:lnTo>
                    <a:pt x="182187" y="390758"/>
                  </a:lnTo>
                  <a:lnTo>
                    <a:pt x="182001" y="390566"/>
                  </a:lnTo>
                  <a:lnTo>
                    <a:pt x="181889" y="390413"/>
                  </a:lnTo>
                  <a:lnTo>
                    <a:pt x="181680" y="390361"/>
                  </a:lnTo>
                  <a:lnTo>
                    <a:pt x="181511" y="390163"/>
                  </a:lnTo>
                  <a:lnTo>
                    <a:pt x="181193" y="390028"/>
                  </a:lnTo>
                  <a:lnTo>
                    <a:pt x="181105" y="389795"/>
                  </a:lnTo>
                  <a:lnTo>
                    <a:pt x="181046" y="389665"/>
                  </a:lnTo>
                  <a:lnTo>
                    <a:pt x="180911" y="389648"/>
                  </a:lnTo>
                  <a:lnTo>
                    <a:pt x="180658" y="389966"/>
                  </a:lnTo>
                  <a:lnTo>
                    <a:pt x="180291" y="389918"/>
                  </a:lnTo>
                  <a:lnTo>
                    <a:pt x="180247" y="389611"/>
                  </a:lnTo>
                  <a:lnTo>
                    <a:pt x="180350" y="389116"/>
                  </a:lnTo>
                  <a:lnTo>
                    <a:pt x="180363" y="388555"/>
                  </a:lnTo>
                  <a:lnTo>
                    <a:pt x="180212" y="388533"/>
                  </a:lnTo>
                  <a:lnTo>
                    <a:pt x="179910" y="388582"/>
                  </a:lnTo>
                  <a:lnTo>
                    <a:pt x="179471" y="388295"/>
                  </a:lnTo>
                  <a:lnTo>
                    <a:pt x="179184" y="388679"/>
                  </a:lnTo>
                  <a:lnTo>
                    <a:pt x="178670" y="388726"/>
                  </a:lnTo>
                  <a:lnTo>
                    <a:pt x="178285" y="388682"/>
                  </a:lnTo>
                  <a:lnTo>
                    <a:pt x="178057" y="388914"/>
                  </a:lnTo>
                  <a:lnTo>
                    <a:pt x="178029" y="389337"/>
                  </a:lnTo>
                  <a:lnTo>
                    <a:pt x="177949" y="389537"/>
                  </a:lnTo>
                  <a:lnTo>
                    <a:pt x="177654" y="389850"/>
                  </a:lnTo>
                  <a:lnTo>
                    <a:pt x="177428" y="390022"/>
                  </a:lnTo>
                  <a:lnTo>
                    <a:pt x="177151" y="390378"/>
                  </a:lnTo>
                  <a:lnTo>
                    <a:pt x="176545" y="390405"/>
                  </a:lnTo>
                  <a:lnTo>
                    <a:pt x="176379" y="390609"/>
                  </a:lnTo>
                  <a:lnTo>
                    <a:pt x="175931" y="390838"/>
                  </a:lnTo>
                  <a:lnTo>
                    <a:pt x="175860" y="391030"/>
                  </a:lnTo>
                  <a:lnTo>
                    <a:pt x="175878" y="391487"/>
                  </a:lnTo>
                  <a:lnTo>
                    <a:pt x="175648" y="391727"/>
                  </a:lnTo>
                  <a:lnTo>
                    <a:pt x="175364" y="391480"/>
                  </a:lnTo>
                  <a:lnTo>
                    <a:pt x="174998" y="391616"/>
                  </a:lnTo>
                  <a:lnTo>
                    <a:pt x="174911" y="391799"/>
                  </a:lnTo>
                  <a:lnTo>
                    <a:pt x="174801" y="391974"/>
                  </a:lnTo>
                  <a:lnTo>
                    <a:pt x="174650" y="392002"/>
                  </a:lnTo>
                  <a:lnTo>
                    <a:pt x="174192" y="391685"/>
                  </a:lnTo>
                  <a:lnTo>
                    <a:pt x="173867" y="391644"/>
                  </a:lnTo>
                  <a:lnTo>
                    <a:pt x="173648" y="391855"/>
                  </a:lnTo>
                  <a:lnTo>
                    <a:pt x="173266" y="392027"/>
                  </a:lnTo>
                  <a:lnTo>
                    <a:pt x="172479" y="391725"/>
                  </a:lnTo>
                  <a:lnTo>
                    <a:pt x="172045" y="391458"/>
                  </a:lnTo>
                  <a:lnTo>
                    <a:pt x="171815" y="391380"/>
                  </a:lnTo>
                  <a:lnTo>
                    <a:pt x="171359" y="391705"/>
                  </a:lnTo>
                  <a:lnTo>
                    <a:pt x="171118" y="391848"/>
                  </a:lnTo>
                  <a:lnTo>
                    <a:pt x="170854" y="391883"/>
                  </a:lnTo>
                  <a:lnTo>
                    <a:pt x="170724" y="391976"/>
                  </a:lnTo>
                  <a:lnTo>
                    <a:pt x="170390" y="392049"/>
                  </a:lnTo>
                  <a:lnTo>
                    <a:pt x="170174" y="391905"/>
                  </a:lnTo>
                  <a:lnTo>
                    <a:pt x="169853" y="391728"/>
                  </a:lnTo>
                  <a:lnTo>
                    <a:pt x="169578" y="391654"/>
                  </a:lnTo>
                  <a:lnTo>
                    <a:pt x="169387" y="391559"/>
                  </a:lnTo>
                  <a:lnTo>
                    <a:pt x="169119" y="391725"/>
                  </a:lnTo>
                  <a:lnTo>
                    <a:pt x="168933" y="391711"/>
                  </a:lnTo>
                  <a:lnTo>
                    <a:pt x="168734" y="391666"/>
                  </a:lnTo>
                  <a:lnTo>
                    <a:pt x="168522" y="391735"/>
                  </a:lnTo>
                  <a:lnTo>
                    <a:pt x="168261" y="391709"/>
                  </a:lnTo>
                  <a:lnTo>
                    <a:pt x="168004" y="391622"/>
                  </a:lnTo>
                  <a:lnTo>
                    <a:pt x="167505" y="391568"/>
                  </a:lnTo>
                  <a:lnTo>
                    <a:pt x="167044" y="391309"/>
                  </a:lnTo>
                  <a:lnTo>
                    <a:pt x="166855" y="391553"/>
                  </a:lnTo>
                  <a:lnTo>
                    <a:pt x="166388" y="391923"/>
                  </a:lnTo>
                  <a:lnTo>
                    <a:pt x="165975" y="392019"/>
                  </a:lnTo>
                  <a:lnTo>
                    <a:pt x="165420" y="392108"/>
                  </a:lnTo>
                  <a:lnTo>
                    <a:pt x="165433" y="391947"/>
                  </a:lnTo>
                  <a:lnTo>
                    <a:pt x="165289" y="391619"/>
                  </a:lnTo>
                  <a:lnTo>
                    <a:pt x="164706" y="391417"/>
                  </a:lnTo>
                  <a:lnTo>
                    <a:pt x="164371" y="391483"/>
                  </a:lnTo>
                  <a:lnTo>
                    <a:pt x="163968" y="391564"/>
                  </a:lnTo>
                  <a:lnTo>
                    <a:pt x="163741" y="391624"/>
                  </a:lnTo>
                  <a:lnTo>
                    <a:pt x="162919" y="392110"/>
                  </a:lnTo>
                  <a:lnTo>
                    <a:pt x="162406" y="391841"/>
                  </a:lnTo>
                  <a:lnTo>
                    <a:pt x="162258" y="391792"/>
                  </a:lnTo>
                  <a:lnTo>
                    <a:pt x="161959" y="391849"/>
                  </a:lnTo>
                  <a:lnTo>
                    <a:pt x="161826" y="391975"/>
                  </a:lnTo>
                  <a:lnTo>
                    <a:pt x="161546" y="392162"/>
                  </a:lnTo>
                  <a:lnTo>
                    <a:pt x="161100" y="391999"/>
                  </a:lnTo>
                  <a:lnTo>
                    <a:pt x="160814" y="391851"/>
                  </a:lnTo>
                  <a:lnTo>
                    <a:pt x="160651" y="391690"/>
                  </a:lnTo>
                  <a:lnTo>
                    <a:pt x="160510" y="391510"/>
                  </a:lnTo>
                  <a:lnTo>
                    <a:pt x="160439" y="391347"/>
                  </a:lnTo>
                  <a:lnTo>
                    <a:pt x="160472" y="390990"/>
                  </a:lnTo>
                  <a:lnTo>
                    <a:pt x="160498" y="390838"/>
                  </a:lnTo>
                  <a:lnTo>
                    <a:pt x="160509" y="390689"/>
                  </a:lnTo>
                  <a:lnTo>
                    <a:pt x="160482" y="390512"/>
                  </a:lnTo>
                  <a:lnTo>
                    <a:pt x="160369" y="390324"/>
                  </a:lnTo>
                  <a:lnTo>
                    <a:pt x="160135" y="390098"/>
                  </a:lnTo>
                  <a:lnTo>
                    <a:pt x="159983" y="389995"/>
                  </a:lnTo>
                  <a:lnTo>
                    <a:pt x="159818" y="389761"/>
                  </a:lnTo>
                  <a:lnTo>
                    <a:pt x="159193" y="389399"/>
                  </a:lnTo>
                  <a:lnTo>
                    <a:pt x="158708" y="389350"/>
                  </a:lnTo>
                  <a:lnTo>
                    <a:pt x="158459" y="389325"/>
                  </a:lnTo>
                  <a:lnTo>
                    <a:pt x="158311" y="389343"/>
                  </a:lnTo>
                  <a:lnTo>
                    <a:pt x="157797" y="389124"/>
                  </a:lnTo>
                  <a:lnTo>
                    <a:pt x="157888" y="388885"/>
                  </a:lnTo>
                  <a:lnTo>
                    <a:pt x="157937" y="388672"/>
                  </a:lnTo>
                  <a:lnTo>
                    <a:pt x="157672" y="388671"/>
                  </a:lnTo>
                  <a:lnTo>
                    <a:pt x="157384" y="388739"/>
                  </a:lnTo>
                  <a:lnTo>
                    <a:pt x="156827" y="388185"/>
                  </a:lnTo>
                  <a:lnTo>
                    <a:pt x="157556" y="388582"/>
                  </a:lnTo>
                  <a:lnTo>
                    <a:pt x="157759" y="386907"/>
                  </a:lnTo>
                  <a:lnTo>
                    <a:pt x="158341" y="385888"/>
                  </a:lnTo>
                  <a:lnTo>
                    <a:pt x="158845" y="384418"/>
                  </a:lnTo>
                  <a:lnTo>
                    <a:pt x="159398" y="383653"/>
                  </a:lnTo>
                  <a:lnTo>
                    <a:pt x="159989" y="384485"/>
                  </a:lnTo>
                  <a:lnTo>
                    <a:pt x="159963" y="384888"/>
                  </a:lnTo>
                  <a:lnTo>
                    <a:pt x="160242" y="384808"/>
                  </a:lnTo>
                  <a:lnTo>
                    <a:pt x="161436" y="384612"/>
                  </a:lnTo>
                  <a:lnTo>
                    <a:pt x="161705" y="384546"/>
                  </a:lnTo>
                  <a:lnTo>
                    <a:pt x="162080" y="384415"/>
                  </a:lnTo>
                  <a:lnTo>
                    <a:pt x="162396" y="384269"/>
                  </a:lnTo>
                  <a:lnTo>
                    <a:pt x="162720" y="384161"/>
                  </a:lnTo>
                  <a:lnTo>
                    <a:pt x="162915" y="384054"/>
                  </a:lnTo>
                  <a:lnTo>
                    <a:pt x="163109" y="383910"/>
                  </a:lnTo>
                  <a:lnTo>
                    <a:pt x="164116" y="382540"/>
                  </a:lnTo>
                  <a:lnTo>
                    <a:pt x="164586" y="381852"/>
                  </a:lnTo>
                  <a:lnTo>
                    <a:pt x="164785" y="381571"/>
                  </a:lnTo>
                  <a:lnTo>
                    <a:pt x="164962" y="381243"/>
                  </a:lnTo>
                  <a:lnTo>
                    <a:pt x="165040" y="381099"/>
                  </a:lnTo>
                  <a:lnTo>
                    <a:pt x="165283" y="380366"/>
                  </a:lnTo>
                  <a:lnTo>
                    <a:pt x="165174" y="378883"/>
                  </a:lnTo>
                  <a:lnTo>
                    <a:pt x="165166" y="378584"/>
                  </a:lnTo>
                  <a:lnTo>
                    <a:pt x="165367" y="377671"/>
                  </a:lnTo>
                  <a:lnTo>
                    <a:pt x="165432" y="377230"/>
                  </a:lnTo>
                  <a:lnTo>
                    <a:pt x="165569" y="375996"/>
                  </a:lnTo>
                  <a:lnTo>
                    <a:pt x="165251" y="375751"/>
                  </a:lnTo>
                  <a:lnTo>
                    <a:pt x="165044" y="375374"/>
                  </a:lnTo>
                  <a:lnTo>
                    <a:pt x="165041" y="375195"/>
                  </a:lnTo>
                  <a:lnTo>
                    <a:pt x="164948" y="374770"/>
                  </a:lnTo>
                  <a:lnTo>
                    <a:pt x="164695" y="374604"/>
                  </a:lnTo>
                  <a:lnTo>
                    <a:pt x="164740" y="374461"/>
                  </a:lnTo>
                  <a:lnTo>
                    <a:pt x="165389" y="373912"/>
                  </a:lnTo>
                  <a:lnTo>
                    <a:pt x="165251" y="373838"/>
                  </a:lnTo>
                  <a:lnTo>
                    <a:pt x="164909" y="373593"/>
                  </a:lnTo>
                  <a:lnTo>
                    <a:pt x="164920" y="373360"/>
                  </a:lnTo>
                  <a:lnTo>
                    <a:pt x="164997" y="373068"/>
                  </a:lnTo>
                  <a:lnTo>
                    <a:pt x="165083" y="372716"/>
                  </a:lnTo>
                  <a:lnTo>
                    <a:pt x="164927" y="372581"/>
                  </a:lnTo>
                  <a:lnTo>
                    <a:pt x="164399" y="372610"/>
                  </a:lnTo>
                  <a:lnTo>
                    <a:pt x="164690" y="372309"/>
                  </a:lnTo>
                  <a:lnTo>
                    <a:pt x="164801" y="372144"/>
                  </a:lnTo>
                  <a:lnTo>
                    <a:pt x="164868" y="371875"/>
                  </a:lnTo>
                  <a:lnTo>
                    <a:pt x="164282" y="370777"/>
                  </a:lnTo>
                  <a:lnTo>
                    <a:pt x="163502" y="370755"/>
                  </a:lnTo>
                  <a:lnTo>
                    <a:pt x="163441" y="370596"/>
                  </a:lnTo>
                  <a:lnTo>
                    <a:pt x="163438" y="370433"/>
                  </a:lnTo>
                  <a:lnTo>
                    <a:pt x="163024" y="370519"/>
                  </a:lnTo>
                  <a:lnTo>
                    <a:pt x="162724" y="370616"/>
                  </a:lnTo>
                  <a:lnTo>
                    <a:pt x="162500" y="370559"/>
                  </a:lnTo>
                  <a:lnTo>
                    <a:pt x="162332" y="370993"/>
                  </a:lnTo>
                  <a:lnTo>
                    <a:pt x="162159" y="371101"/>
                  </a:lnTo>
                  <a:lnTo>
                    <a:pt x="161894" y="371163"/>
                  </a:lnTo>
                  <a:lnTo>
                    <a:pt x="161616" y="371182"/>
                  </a:lnTo>
                  <a:lnTo>
                    <a:pt x="161465" y="371066"/>
                  </a:lnTo>
                  <a:lnTo>
                    <a:pt x="161337" y="370844"/>
                  </a:lnTo>
                  <a:lnTo>
                    <a:pt x="161193" y="370616"/>
                  </a:lnTo>
                  <a:lnTo>
                    <a:pt x="161053" y="370592"/>
                  </a:lnTo>
                  <a:lnTo>
                    <a:pt x="161056" y="370373"/>
                  </a:lnTo>
                  <a:lnTo>
                    <a:pt x="161035" y="370140"/>
                  </a:lnTo>
                  <a:lnTo>
                    <a:pt x="160932" y="369991"/>
                  </a:lnTo>
                  <a:lnTo>
                    <a:pt x="160885" y="369715"/>
                  </a:lnTo>
                  <a:lnTo>
                    <a:pt x="160740" y="369430"/>
                  </a:lnTo>
                  <a:lnTo>
                    <a:pt x="160758" y="369104"/>
                  </a:lnTo>
                  <a:lnTo>
                    <a:pt x="161061" y="368920"/>
                  </a:lnTo>
                  <a:lnTo>
                    <a:pt x="161261" y="368640"/>
                  </a:lnTo>
                  <a:lnTo>
                    <a:pt x="161211" y="368461"/>
                  </a:lnTo>
                  <a:lnTo>
                    <a:pt x="160842" y="368265"/>
                  </a:lnTo>
                  <a:lnTo>
                    <a:pt x="160703" y="368253"/>
                  </a:lnTo>
                  <a:lnTo>
                    <a:pt x="160482" y="368048"/>
                  </a:lnTo>
                  <a:lnTo>
                    <a:pt x="160454" y="367903"/>
                  </a:lnTo>
                  <a:lnTo>
                    <a:pt x="159808" y="367973"/>
                  </a:lnTo>
                  <a:lnTo>
                    <a:pt x="159678" y="367954"/>
                  </a:lnTo>
                  <a:lnTo>
                    <a:pt x="159422" y="367916"/>
                  </a:lnTo>
                  <a:lnTo>
                    <a:pt x="158864" y="368358"/>
                  </a:lnTo>
                  <a:lnTo>
                    <a:pt x="158915" y="368759"/>
                  </a:lnTo>
                  <a:lnTo>
                    <a:pt x="158871" y="368964"/>
                  </a:lnTo>
                  <a:lnTo>
                    <a:pt x="158689" y="369331"/>
                  </a:lnTo>
                  <a:lnTo>
                    <a:pt x="158514" y="369673"/>
                  </a:lnTo>
                  <a:lnTo>
                    <a:pt x="158417" y="370086"/>
                  </a:lnTo>
                  <a:lnTo>
                    <a:pt x="158423" y="370330"/>
                  </a:lnTo>
                  <a:lnTo>
                    <a:pt x="158262" y="370433"/>
                  </a:lnTo>
                  <a:lnTo>
                    <a:pt x="157939" y="370469"/>
                  </a:lnTo>
                  <a:lnTo>
                    <a:pt x="157958" y="370683"/>
                  </a:lnTo>
                  <a:lnTo>
                    <a:pt x="157779" y="370710"/>
                  </a:lnTo>
                  <a:lnTo>
                    <a:pt x="157577" y="370694"/>
                  </a:lnTo>
                  <a:lnTo>
                    <a:pt x="157387" y="370290"/>
                  </a:lnTo>
                  <a:lnTo>
                    <a:pt x="157419" y="370099"/>
                  </a:lnTo>
                  <a:lnTo>
                    <a:pt x="156954" y="370103"/>
                  </a:lnTo>
                  <a:lnTo>
                    <a:pt x="156778" y="370099"/>
                  </a:lnTo>
                  <a:lnTo>
                    <a:pt x="156530" y="370027"/>
                  </a:lnTo>
                  <a:lnTo>
                    <a:pt x="156191" y="370266"/>
                  </a:lnTo>
                  <a:lnTo>
                    <a:pt x="155992" y="370335"/>
                  </a:lnTo>
                  <a:lnTo>
                    <a:pt x="155540" y="370017"/>
                  </a:lnTo>
                  <a:lnTo>
                    <a:pt x="155298" y="369939"/>
                  </a:lnTo>
                  <a:lnTo>
                    <a:pt x="154829" y="370048"/>
                  </a:lnTo>
                  <a:lnTo>
                    <a:pt x="154428" y="369685"/>
                  </a:lnTo>
                  <a:lnTo>
                    <a:pt x="154023" y="369486"/>
                  </a:lnTo>
                  <a:lnTo>
                    <a:pt x="154019" y="369345"/>
                  </a:lnTo>
                  <a:lnTo>
                    <a:pt x="154205" y="368910"/>
                  </a:lnTo>
                  <a:lnTo>
                    <a:pt x="154202" y="368624"/>
                  </a:lnTo>
                  <a:lnTo>
                    <a:pt x="154105" y="368481"/>
                  </a:lnTo>
                  <a:lnTo>
                    <a:pt x="153970" y="368334"/>
                  </a:lnTo>
                  <a:lnTo>
                    <a:pt x="154108" y="367940"/>
                  </a:lnTo>
                  <a:lnTo>
                    <a:pt x="154366" y="367958"/>
                  </a:lnTo>
                  <a:lnTo>
                    <a:pt x="154615" y="367989"/>
                  </a:lnTo>
                  <a:lnTo>
                    <a:pt x="155017" y="367859"/>
                  </a:lnTo>
                  <a:lnTo>
                    <a:pt x="155159" y="367514"/>
                  </a:lnTo>
                  <a:lnTo>
                    <a:pt x="155244" y="367159"/>
                  </a:lnTo>
                  <a:lnTo>
                    <a:pt x="155370" y="366959"/>
                  </a:lnTo>
                  <a:lnTo>
                    <a:pt x="155558" y="366967"/>
                  </a:lnTo>
                  <a:lnTo>
                    <a:pt x="155963" y="366803"/>
                  </a:lnTo>
                  <a:lnTo>
                    <a:pt x="156160" y="366631"/>
                  </a:lnTo>
                  <a:lnTo>
                    <a:pt x="156259" y="366415"/>
                  </a:lnTo>
                  <a:lnTo>
                    <a:pt x="156261" y="365969"/>
                  </a:lnTo>
                  <a:lnTo>
                    <a:pt x="156139" y="365841"/>
                  </a:lnTo>
                  <a:lnTo>
                    <a:pt x="156238" y="365691"/>
                  </a:lnTo>
                  <a:lnTo>
                    <a:pt x="155994" y="365462"/>
                  </a:lnTo>
                  <a:lnTo>
                    <a:pt x="155642" y="365262"/>
                  </a:lnTo>
                  <a:lnTo>
                    <a:pt x="155029" y="365151"/>
                  </a:lnTo>
                  <a:lnTo>
                    <a:pt x="154435" y="365073"/>
                  </a:lnTo>
                  <a:lnTo>
                    <a:pt x="154371" y="364848"/>
                  </a:lnTo>
                  <a:lnTo>
                    <a:pt x="154305" y="364628"/>
                  </a:lnTo>
                  <a:lnTo>
                    <a:pt x="154092" y="364535"/>
                  </a:lnTo>
                  <a:lnTo>
                    <a:pt x="153910" y="364358"/>
                  </a:lnTo>
                  <a:lnTo>
                    <a:pt x="154183" y="364234"/>
                  </a:lnTo>
                  <a:lnTo>
                    <a:pt x="153980" y="363878"/>
                  </a:lnTo>
                  <a:lnTo>
                    <a:pt x="153957" y="363632"/>
                  </a:lnTo>
                  <a:lnTo>
                    <a:pt x="153812" y="363595"/>
                  </a:lnTo>
                  <a:lnTo>
                    <a:pt x="153627" y="363598"/>
                  </a:lnTo>
                  <a:lnTo>
                    <a:pt x="153243" y="363627"/>
                  </a:lnTo>
                  <a:lnTo>
                    <a:pt x="152776" y="364065"/>
                  </a:lnTo>
                  <a:lnTo>
                    <a:pt x="152588" y="363947"/>
                  </a:lnTo>
                  <a:lnTo>
                    <a:pt x="152496" y="363762"/>
                  </a:lnTo>
                  <a:lnTo>
                    <a:pt x="152366" y="363654"/>
                  </a:lnTo>
                  <a:lnTo>
                    <a:pt x="152037" y="363718"/>
                  </a:lnTo>
                  <a:lnTo>
                    <a:pt x="151918" y="363979"/>
                  </a:lnTo>
                  <a:lnTo>
                    <a:pt x="151719" y="364294"/>
                  </a:lnTo>
                  <a:lnTo>
                    <a:pt x="151555" y="364453"/>
                  </a:lnTo>
                  <a:lnTo>
                    <a:pt x="151387" y="364452"/>
                  </a:lnTo>
                  <a:lnTo>
                    <a:pt x="150985" y="364598"/>
                  </a:lnTo>
                  <a:lnTo>
                    <a:pt x="150642" y="364481"/>
                  </a:lnTo>
                  <a:lnTo>
                    <a:pt x="150560" y="364307"/>
                  </a:lnTo>
                  <a:lnTo>
                    <a:pt x="150414" y="364419"/>
                  </a:lnTo>
                  <a:lnTo>
                    <a:pt x="150254" y="364551"/>
                  </a:lnTo>
                  <a:lnTo>
                    <a:pt x="150008" y="365149"/>
                  </a:lnTo>
                  <a:lnTo>
                    <a:pt x="149465" y="364888"/>
                  </a:lnTo>
                  <a:lnTo>
                    <a:pt x="149053" y="365097"/>
                  </a:lnTo>
                  <a:lnTo>
                    <a:pt x="149050" y="364912"/>
                  </a:lnTo>
                  <a:lnTo>
                    <a:pt x="148874" y="364678"/>
                  </a:lnTo>
                  <a:lnTo>
                    <a:pt x="148586" y="364829"/>
                  </a:lnTo>
                  <a:lnTo>
                    <a:pt x="148558" y="364518"/>
                  </a:lnTo>
                  <a:lnTo>
                    <a:pt x="148313" y="364240"/>
                  </a:lnTo>
                  <a:lnTo>
                    <a:pt x="148884" y="364130"/>
                  </a:lnTo>
                  <a:lnTo>
                    <a:pt x="148950" y="363882"/>
                  </a:lnTo>
                  <a:lnTo>
                    <a:pt x="148937" y="363742"/>
                  </a:lnTo>
                  <a:lnTo>
                    <a:pt x="149042" y="363583"/>
                  </a:lnTo>
                  <a:lnTo>
                    <a:pt x="149391" y="363582"/>
                  </a:lnTo>
                  <a:lnTo>
                    <a:pt x="148727" y="363213"/>
                  </a:lnTo>
                  <a:lnTo>
                    <a:pt x="148436" y="363434"/>
                  </a:lnTo>
                  <a:lnTo>
                    <a:pt x="148127" y="363361"/>
                  </a:lnTo>
                  <a:lnTo>
                    <a:pt x="147622" y="363234"/>
                  </a:lnTo>
                  <a:lnTo>
                    <a:pt x="147429" y="362999"/>
                  </a:lnTo>
                  <a:lnTo>
                    <a:pt x="147228" y="362753"/>
                  </a:lnTo>
                  <a:lnTo>
                    <a:pt x="146943" y="362739"/>
                  </a:lnTo>
                  <a:lnTo>
                    <a:pt x="146522" y="362601"/>
                  </a:lnTo>
                  <a:lnTo>
                    <a:pt x="146371" y="362245"/>
                  </a:lnTo>
                  <a:lnTo>
                    <a:pt x="146415" y="361879"/>
                  </a:lnTo>
                  <a:lnTo>
                    <a:pt x="146730" y="361172"/>
                  </a:lnTo>
                  <a:lnTo>
                    <a:pt x="146877" y="360802"/>
                  </a:lnTo>
                  <a:lnTo>
                    <a:pt x="147266" y="359754"/>
                  </a:lnTo>
                  <a:lnTo>
                    <a:pt x="147093" y="359205"/>
                  </a:lnTo>
                  <a:lnTo>
                    <a:pt x="146703" y="359094"/>
                  </a:lnTo>
                  <a:lnTo>
                    <a:pt x="146018" y="358718"/>
                  </a:lnTo>
                  <a:lnTo>
                    <a:pt x="145624" y="358316"/>
                  </a:lnTo>
                  <a:lnTo>
                    <a:pt x="145533" y="358028"/>
                  </a:lnTo>
                  <a:lnTo>
                    <a:pt x="145778" y="357781"/>
                  </a:lnTo>
                  <a:lnTo>
                    <a:pt x="145967" y="357712"/>
                  </a:lnTo>
                  <a:lnTo>
                    <a:pt x="146279" y="357402"/>
                  </a:lnTo>
                  <a:lnTo>
                    <a:pt x="146097" y="356916"/>
                  </a:lnTo>
                  <a:lnTo>
                    <a:pt x="145837" y="356883"/>
                  </a:lnTo>
                  <a:lnTo>
                    <a:pt x="145684" y="356875"/>
                  </a:lnTo>
                  <a:lnTo>
                    <a:pt x="145269" y="356897"/>
                  </a:lnTo>
                  <a:lnTo>
                    <a:pt x="144766" y="356745"/>
                  </a:lnTo>
                  <a:lnTo>
                    <a:pt x="144426" y="356557"/>
                  </a:lnTo>
                  <a:lnTo>
                    <a:pt x="144010" y="356166"/>
                  </a:lnTo>
                  <a:lnTo>
                    <a:pt x="143694" y="356402"/>
                  </a:lnTo>
                  <a:lnTo>
                    <a:pt x="143665" y="356536"/>
                  </a:lnTo>
                  <a:lnTo>
                    <a:pt x="143463" y="356854"/>
                  </a:lnTo>
                  <a:lnTo>
                    <a:pt x="143155" y="356771"/>
                  </a:lnTo>
                  <a:lnTo>
                    <a:pt x="143167" y="356599"/>
                  </a:lnTo>
                  <a:lnTo>
                    <a:pt x="143014" y="356429"/>
                  </a:lnTo>
                  <a:lnTo>
                    <a:pt x="142927" y="356301"/>
                  </a:lnTo>
                  <a:lnTo>
                    <a:pt x="142892" y="355968"/>
                  </a:lnTo>
                  <a:lnTo>
                    <a:pt x="142962" y="355680"/>
                  </a:lnTo>
                  <a:lnTo>
                    <a:pt x="142943" y="355534"/>
                  </a:lnTo>
                  <a:lnTo>
                    <a:pt x="142772" y="355428"/>
                  </a:lnTo>
                  <a:lnTo>
                    <a:pt x="142307" y="355228"/>
                  </a:lnTo>
                  <a:lnTo>
                    <a:pt x="142136" y="355185"/>
                  </a:lnTo>
                  <a:lnTo>
                    <a:pt x="141621" y="355632"/>
                  </a:lnTo>
                  <a:lnTo>
                    <a:pt x="141540" y="355094"/>
                  </a:lnTo>
                  <a:lnTo>
                    <a:pt x="141262" y="354771"/>
                  </a:lnTo>
                  <a:lnTo>
                    <a:pt x="141255" y="354618"/>
                  </a:lnTo>
                  <a:lnTo>
                    <a:pt x="141124" y="354568"/>
                  </a:lnTo>
                  <a:lnTo>
                    <a:pt x="140920" y="354532"/>
                  </a:lnTo>
                  <a:lnTo>
                    <a:pt x="140721" y="354605"/>
                  </a:lnTo>
                  <a:lnTo>
                    <a:pt x="140790" y="354154"/>
                  </a:lnTo>
                  <a:lnTo>
                    <a:pt x="140949" y="353985"/>
                  </a:lnTo>
                  <a:lnTo>
                    <a:pt x="140992" y="353753"/>
                  </a:lnTo>
                  <a:lnTo>
                    <a:pt x="140907" y="353550"/>
                  </a:lnTo>
                  <a:lnTo>
                    <a:pt x="140917" y="353353"/>
                  </a:lnTo>
                  <a:lnTo>
                    <a:pt x="141149" y="352889"/>
                  </a:lnTo>
                  <a:lnTo>
                    <a:pt x="140968" y="352531"/>
                  </a:lnTo>
                  <a:lnTo>
                    <a:pt x="141617" y="352343"/>
                  </a:lnTo>
                  <a:lnTo>
                    <a:pt x="141438" y="352151"/>
                  </a:lnTo>
                  <a:lnTo>
                    <a:pt x="141332" y="351856"/>
                  </a:lnTo>
                  <a:lnTo>
                    <a:pt x="141237" y="351722"/>
                  </a:lnTo>
                  <a:lnTo>
                    <a:pt x="141127" y="351552"/>
                  </a:lnTo>
                  <a:lnTo>
                    <a:pt x="141513" y="351745"/>
                  </a:lnTo>
                  <a:lnTo>
                    <a:pt x="141660" y="351807"/>
                  </a:lnTo>
                  <a:lnTo>
                    <a:pt x="142171" y="351279"/>
                  </a:lnTo>
                  <a:lnTo>
                    <a:pt x="142264" y="351030"/>
                  </a:lnTo>
                  <a:lnTo>
                    <a:pt x="141989" y="350737"/>
                  </a:lnTo>
                  <a:lnTo>
                    <a:pt x="141917" y="350574"/>
                  </a:lnTo>
                  <a:lnTo>
                    <a:pt x="141932" y="350008"/>
                  </a:lnTo>
                  <a:lnTo>
                    <a:pt x="142348" y="349808"/>
                  </a:lnTo>
                  <a:lnTo>
                    <a:pt x="142558" y="349737"/>
                  </a:lnTo>
                  <a:lnTo>
                    <a:pt x="142534" y="349543"/>
                  </a:lnTo>
                  <a:lnTo>
                    <a:pt x="142409" y="349382"/>
                  </a:lnTo>
                  <a:lnTo>
                    <a:pt x="141989" y="349308"/>
                  </a:lnTo>
                  <a:lnTo>
                    <a:pt x="141852" y="349254"/>
                  </a:lnTo>
                  <a:lnTo>
                    <a:pt x="141661" y="348901"/>
                  </a:lnTo>
                  <a:lnTo>
                    <a:pt x="141740" y="348714"/>
                  </a:lnTo>
                  <a:lnTo>
                    <a:pt x="141941" y="348469"/>
                  </a:lnTo>
                  <a:lnTo>
                    <a:pt x="142099" y="348320"/>
                  </a:lnTo>
                  <a:lnTo>
                    <a:pt x="141993" y="347858"/>
                  </a:lnTo>
                  <a:lnTo>
                    <a:pt x="141773" y="347661"/>
                  </a:lnTo>
                  <a:lnTo>
                    <a:pt x="141686" y="347490"/>
                  </a:lnTo>
                  <a:lnTo>
                    <a:pt x="142247" y="347154"/>
                  </a:lnTo>
                  <a:lnTo>
                    <a:pt x="142271" y="346550"/>
                  </a:lnTo>
                  <a:lnTo>
                    <a:pt x="143158" y="346066"/>
                  </a:lnTo>
                  <a:lnTo>
                    <a:pt x="143295" y="346051"/>
                  </a:lnTo>
                  <a:lnTo>
                    <a:pt x="143591" y="346074"/>
                  </a:lnTo>
                  <a:lnTo>
                    <a:pt x="144077" y="345987"/>
                  </a:lnTo>
                  <a:lnTo>
                    <a:pt x="144139" y="345835"/>
                  </a:lnTo>
                  <a:lnTo>
                    <a:pt x="144605" y="345649"/>
                  </a:lnTo>
                  <a:lnTo>
                    <a:pt x="144860" y="345432"/>
                  </a:lnTo>
                  <a:lnTo>
                    <a:pt x="145131" y="345345"/>
                  </a:lnTo>
                  <a:lnTo>
                    <a:pt x="145376" y="345248"/>
                  </a:lnTo>
                  <a:lnTo>
                    <a:pt x="145567" y="345158"/>
                  </a:lnTo>
                  <a:lnTo>
                    <a:pt x="145823" y="344875"/>
                  </a:lnTo>
                  <a:lnTo>
                    <a:pt x="146743" y="344191"/>
                  </a:lnTo>
                  <a:lnTo>
                    <a:pt x="147071" y="343910"/>
                  </a:lnTo>
                  <a:lnTo>
                    <a:pt x="146956" y="343579"/>
                  </a:lnTo>
                  <a:lnTo>
                    <a:pt x="147039" y="343373"/>
                  </a:lnTo>
                  <a:lnTo>
                    <a:pt x="147514" y="343102"/>
                  </a:lnTo>
                  <a:lnTo>
                    <a:pt x="147453" y="342930"/>
                  </a:lnTo>
                  <a:lnTo>
                    <a:pt x="147291" y="342481"/>
                  </a:lnTo>
                  <a:lnTo>
                    <a:pt x="146965" y="341986"/>
                  </a:lnTo>
                  <a:lnTo>
                    <a:pt x="147279" y="340950"/>
                  </a:lnTo>
                  <a:lnTo>
                    <a:pt x="147422" y="341001"/>
                  </a:lnTo>
                  <a:lnTo>
                    <a:pt x="147632" y="340778"/>
                  </a:lnTo>
                  <a:lnTo>
                    <a:pt x="147624" y="340579"/>
                  </a:lnTo>
                  <a:lnTo>
                    <a:pt x="149093" y="340338"/>
                  </a:lnTo>
                  <a:lnTo>
                    <a:pt x="150353" y="339949"/>
                  </a:lnTo>
                  <a:lnTo>
                    <a:pt x="150317" y="339783"/>
                  </a:lnTo>
                  <a:lnTo>
                    <a:pt x="150588" y="339486"/>
                  </a:lnTo>
                  <a:lnTo>
                    <a:pt x="151111" y="340003"/>
                  </a:lnTo>
                  <a:lnTo>
                    <a:pt x="151583" y="339936"/>
                  </a:lnTo>
                  <a:lnTo>
                    <a:pt x="152057" y="339916"/>
                  </a:lnTo>
                  <a:lnTo>
                    <a:pt x="152330" y="339843"/>
                  </a:lnTo>
                  <a:lnTo>
                    <a:pt x="153860" y="339448"/>
                  </a:lnTo>
                  <a:lnTo>
                    <a:pt x="154084" y="339332"/>
                  </a:lnTo>
                  <a:lnTo>
                    <a:pt x="154778" y="338457"/>
                  </a:lnTo>
                  <a:lnTo>
                    <a:pt x="155221" y="337800"/>
                  </a:lnTo>
                  <a:lnTo>
                    <a:pt x="154770" y="336326"/>
                  </a:lnTo>
                  <a:lnTo>
                    <a:pt x="154913" y="336038"/>
                  </a:lnTo>
                  <a:lnTo>
                    <a:pt x="155005" y="335853"/>
                  </a:lnTo>
                  <a:lnTo>
                    <a:pt x="155088" y="335691"/>
                  </a:lnTo>
                  <a:lnTo>
                    <a:pt x="155306" y="335301"/>
                  </a:lnTo>
                  <a:lnTo>
                    <a:pt x="155593" y="333691"/>
                  </a:lnTo>
                  <a:lnTo>
                    <a:pt x="155905" y="333215"/>
                  </a:lnTo>
                  <a:lnTo>
                    <a:pt x="156531" y="332215"/>
                  </a:lnTo>
                  <a:lnTo>
                    <a:pt x="156338" y="331710"/>
                  </a:lnTo>
                  <a:lnTo>
                    <a:pt x="156504" y="330922"/>
                  </a:lnTo>
                  <a:lnTo>
                    <a:pt x="156853" y="330711"/>
                  </a:lnTo>
                  <a:lnTo>
                    <a:pt x="156389" y="330136"/>
                  </a:lnTo>
                  <a:lnTo>
                    <a:pt x="156036" y="329949"/>
                  </a:lnTo>
                  <a:lnTo>
                    <a:pt x="155716" y="329424"/>
                  </a:lnTo>
                  <a:lnTo>
                    <a:pt x="155807" y="329269"/>
                  </a:lnTo>
                  <a:lnTo>
                    <a:pt x="155903" y="329108"/>
                  </a:lnTo>
                  <a:lnTo>
                    <a:pt x="156004" y="328889"/>
                  </a:lnTo>
                  <a:lnTo>
                    <a:pt x="156104" y="327825"/>
                  </a:lnTo>
                  <a:lnTo>
                    <a:pt x="156057" y="327570"/>
                  </a:lnTo>
                  <a:lnTo>
                    <a:pt x="156165" y="326769"/>
                  </a:lnTo>
                  <a:lnTo>
                    <a:pt x="156235" y="326059"/>
                  </a:lnTo>
                  <a:lnTo>
                    <a:pt x="156326" y="325682"/>
                  </a:lnTo>
                  <a:lnTo>
                    <a:pt x="155730" y="325317"/>
                  </a:lnTo>
                  <a:lnTo>
                    <a:pt x="155289" y="325392"/>
                  </a:lnTo>
                  <a:lnTo>
                    <a:pt x="154859" y="325227"/>
                  </a:lnTo>
                  <a:lnTo>
                    <a:pt x="154591" y="325124"/>
                  </a:lnTo>
                  <a:lnTo>
                    <a:pt x="154432" y="325070"/>
                  </a:lnTo>
                  <a:lnTo>
                    <a:pt x="153975" y="325403"/>
                  </a:lnTo>
                  <a:lnTo>
                    <a:pt x="153247" y="325510"/>
                  </a:lnTo>
                  <a:lnTo>
                    <a:pt x="152496" y="325349"/>
                  </a:lnTo>
                  <a:lnTo>
                    <a:pt x="151868" y="325053"/>
                  </a:lnTo>
                  <a:lnTo>
                    <a:pt x="151577" y="324691"/>
                  </a:lnTo>
                  <a:lnTo>
                    <a:pt x="152047" y="323750"/>
                  </a:lnTo>
                  <a:lnTo>
                    <a:pt x="152466" y="323599"/>
                  </a:lnTo>
                  <a:lnTo>
                    <a:pt x="152733" y="323152"/>
                  </a:lnTo>
                  <a:lnTo>
                    <a:pt x="152692" y="322815"/>
                  </a:lnTo>
                  <a:lnTo>
                    <a:pt x="152402" y="322717"/>
                  </a:lnTo>
                  <a:lnTo>
                    <a:pt x="152231" y="322332"/>
                  </a:lnTo>
                  <a:lnTo>
                    <a:pt x="152374" y="321774"/>
                  </a:lnTo>
                  <a:lnTo>
                    <a:pt x="152130" y="321575"/>
                  </a:lnTo>
                  <a:lnTo>
                    <a:pt x="151822" y="321375"/>
                  </a:lnTo>
                  <a:lnTo>
                    <a:pt x="151526" y="321228"/>
                  </a:lnTo>
                  <a:lnTo>
                    <a:pt x="150886" y="320983"/>
                  </a:lnTo>
                  <a:lnTo>
                    <a:pt x="150564" y="320764"/>
                  </a:lnTo>
                  <a:lnTo>
                    <a:pt x="150217" y="320232"/>
                  </a:lnTo>
                  <a:lnTo>
                    <a:pt x="150501" y="319185"/>
                  </a:lnTo>
                  <a:lnTo>
                    <a:pt x="151002" y="318776"/>
                  </a:lnTo>
                  <a:lnTo>
                    <a:pt x="151194" y="318687"/>
                  </a:lnTo>
                  <a:lnTo>
                    <a:pt x="151715" y="318549"/>
                  </a:lnTo>
                  <a:lnTo>
                    <a:pt x="152064" y="318499"/>
                  </a:lnTo>
                  <a:lnTo>
                    <a:pt x="152476" y="318579"/>
                  </a:lnTo>
                  <a:lnTo>
                    <a:pt x="152862" y="318775"/>
                  </a:lnTo>
                  <a:lnTo>
                    <a:pt x="153304" y="319077"/>
                  </a:lnTo>
                  <a:lnTo>
                    <a:pt x="153472" y="319434"/>
                  </a:lnTo>
                  <a:lnTo>
                    <a:pt x="153780" y="319440"/>
                  </a:lnTo>
                  <a:lnTo>
                    <a:pt x="153909" y="319324"/>
                  </a:lnTo>
                  <a:lnTo>
                    <a:pt x="154266" y="318912"/>
                  </a:lnTo>
                  <a:lnTo>
                    <a:pt x="154587" y="318525"/>
                  </a:lnTo>
                  <a:lnTo>
                    <a:pt x="155399" y="318744"/>
                  </a:lnTo>
                  <a:lnTo>
                    <a:pt x="156243" y="319113"/>
                  </a:lnTo>
                  <a:lnTo>
                    <a:pt x="156729" y="319084"/>
                  </a:lnTo>
                  <a:lnTo>
                    <a:pt x="156718" y="318494"/>
                  </a:lnTo>
                  <a:lnTo>
                    <a:pt x="156483" y="318350"/>
                  </a:lnTo>
                  <a:lnTo>
                    <a:pt x="156509" y="318130"/>
                  </a:lnTo>
                  <a:lnTo>
                    <a:pt x="156847" y="318067"/>
                  </a:lnTo>
                  <a:lnTo>
                    <a:pt x="157620" y="317890"/>
                  </a:lnTo>
                  <a:lnTo>
                    <a:pt x="157872" y="318082"/>
                  </a:lnTo>
                  <a:lnTo>
                    <a:pt x="157870" y="318388"/>
                  </a:lnTo>
                  <a:lnTo>
                    <a:pt x="157887" y="318535"/>
                  </a:lnTo>
                  <a:lnTo>
                    <a:pt x="157945" y="318745"/>
                  </a:lnTo>
                  <a:lnTo>
                    <a:pt x="158266" y="318948"/>
                  </a:lnTo>
                  <a:lnTo>
                    <a:pt x="158459" y="319017"/>
                  </a:lnTo>
                  <a:lnTo>
                    <a:pt x="158729" y="318577"/>
                  </a:lnTo>
                  <a:lnTo>
                    <a:pt x="158939" y="318541"/>
                  </a:lnTo>
                  <a:lnTo>
                    <a:pt x="159093" y="318544"/>
                  </a:lnTo>
                  <a:lnTo>
                    <a:pt x="159180" y="318176"/>
                  </a:lnTo>
                  <a:lnTo>
                    <a:pt x="159430" y="318162"/>
                  </a:lnTo>
                  <a:lnTo>
                    <a:pt x="159598" y="318181"/>
                  </a:lnTo>
                  <a:lnTo>
                    <a:pt x="160308" y="318694"/>
                  </a:lnTo>
                  <a:lnTo>
                    <a:pt x="160269" y="318962"/>
                  </a:lnTo>
                  <a:lnTo>
                    <a:pt x="160652" y="319281"/>
                  </a:lnTo>
                  <a:lnTo>
                    <a:pt x="160820" y="319360"/>
                  </a:lnTo>
                  <a:lnTo>
                    <a:pt x="161332" y="319317"/>
                  </a:lnTo>
                  <a:lnTo>
                    <a:pt x="161573" y="319156"/>
                  </a:lnTo>
                  <a:lnTo>
                    <a:pt x="161645" y="318818"/>
                  </a:lnTo>
                  <a:lnTo>
                    <a:pt x="161828" y="318545"/>
                  </a:lnTo>
                  <a:lnTo>
                    <a:pt x="161987" y="318404"/>
                  </a:lnTo>
                  <a:lnTo>
                    <a:pt x="162252" y="318309"/>
                  </a:lnTo>
                  <a:lnTo>
                    <a:pt x="162419" y="318282"/>
                  </a:lnTo>
                  <a:lnTo>
                    <a:pt x="162623" y="318353"/>
                  </a:lnTo>
                  <a:lnTo>
                    <a:pt x="162191" y="319270"/>
                  </a:lnTo>
                  <a:lnTo>
                    <a:pt x="162253" y="319465"/>
                  </a:lnTo>
                  <a:lnTo>
                    <a:pt x="162665" y="320006"/>
                  </a:lnTo>
                  <a:lnTo>
                    <a:pt x="163682" y="320155"/>
                  </a:lnTo>
                  <a:lnTo>
                    <a:pt x="164534" y="319738"/>
                  </a:lnTo>
                  <a:lnTo>
                    <a:pt x="164991" y="319458"/>
                  </a:lnTo>
                  <a:lnTo>
                    <a:pt x="165329" y="319206"/>
                  </a:lnTo>
                  <a:lnTo>
                    <a:pt x="165451" y="318968"/>
                  </a:lnTo>
                  <a:lnTo>
                    <a:pt x="166010" y="319163"/>
                  </a:lnTo>
                  <a:lnTo>
                    <a:pt x="166139" y="319423"/>
                  </a:lnTo>
                  <a:lnTo>
                    <a:pt x="165989" y="319675"/>
                  </a:lnTo>
                  <a:lnTo>
                    <a:pt x="165985" y="319980"/>
                  </a:lnTo>
                  <a:lnTo>
                    <a:pt x="165993" y="320174"/>
                  </a:lnTo>
                  <a:lnTo>
                    <a:pt x="165928" y="320470"/>
                  </a:lnTo>
                  <a:lnTo>
                    <a:pt x="165787" y="320502"/>
                  </a:lnTo>
                  <a:lnTo>
                    <a:pt x="165542" y="320790"/>
                  </a:lnTo>
                  <a:lnTo>
                    <a:pt x="165574" y="320967"/>
                  </a:lnTo>
                  <a:lnTo>
                    <a:pt x="165928" y="321162"/>
                  </a:lnTo>
                  <a:lnTo>
                    <a:pt x="166139" y="321018"/>
                  </a:lnTo>
                  <a:lnTo>
                    <a:pt x="166317" y="320868"/>
                  </a:lnTo>
                  <a:lnTo>
                    <a:pt x="166696" y="321110"/>
                  </a:lnTo>
                  <a:lnTo>
                    <a:pt x="166793" y="320790"/>
                  </a:lnTo>
                  <a:lnTo>
                    <a:pt x="166919" y="320598"/>
                  </a:lnTo>
                  <a:lnTo>
                    <a:pt x="167785" y="320709"/>
                  </a:lnTo>
                  <a:lnTo>
                    <a:pt x="167923" y="320883"/>
                  </a:lnTo>
                  <a:lnTo>
                    <a:pt x="168076" y="321203"/>
                  </a:lnTo>
                  <a:lnTo>
                    <a:pt x="168264" y="321320"/>
                  </a:lnTo>
                  <a:lnTo>
                    <a:pt x="168503" y="321485"/>
                  </a:lnTo>
                  <a:lnTo>
                    <a:pt x="169357" y="322375"/>
                  </a:lnTo>
                  <a:lnTo>
                    <a:pt x="169426" y="322504"/>
                  </a:lnTo>
                  <a:lnTo>
                    <a:pt x="169378" y="322877"/>
                  </a:lnTo>
                  <a:lnTo>
                    <a:pt x="169460" y="323088"/>
                  </a:lnTo>
                  <a:lnTo>
                    <a:pt x="169733" y="323536"/>
                  </a:lnTo>
                  <a:lnTo>
                    <a:pt x="170091" y="323608"/>
                  </a:lnTo>
                  <a:lnTo>
                    <a:pt x="170822" y="323598"/>
                  </a:lnTo>
                  <a:lnTo>
                    <a:pt x="171602" y="323098"/>
                  </a:lnTo>
                  <a:lnTo>
                    <a:pt x="171776" y="322924"/>
                  </a:lnTo>
                  <a:lnTo>
                    <a:pt x="172367" y="322911"/>
                  </a:lnTo>
                  <a:lnTo>
                    <a:pt x="172795" y="323248"/>
                  </a:lnTo>
                  <a:lnTo>
                    <a:pt x="172926" y="323634"/>
                  </a:lnTo>
                  <a:lnTo>
                    <a:pt x="173202" y="324199"/>
                  </a:lnTo>
                  <a:lnTo>
                    <a:pt x="173403" y="324348"/>
                  </a:lnTo>
                  <a:lnTo>
                    <a:pt x="173759" y="324536"/>
                  </a:lnTo>
                  <a:lnTo>
                    <a:pt x="174016" y="325195"/>
                  </a:lnTo>
                  <a:lnTo>
                    <a:pt x="174002" y="325425"/>
                  </a:lnTo>
                  <a:lnTo>
                    <a:pt x="173977" y="325558"/>
                  </a:lnTo>
                  <a:lnTo>
                    <a:pt x="173801" y="325892"/>
                  </a:lnTo>
                  <a:lnTo>
                    <a:pt x="174113" y="325880"/>
                  </a:lnTo>
                  <a:lnTo>
                    <a:pt x="174340" y="326132"/>
                  </a:lnTo>
                  <a:lnTo>
                    <a:pt x="174524" y="326325"/>
                  </a:lnTo>
                  <a:lnTo>
                    <a:pt x="174942" y="326450"/>
                  </a:lnTo>
                  <a:lnTo>
                    <a:pt x="175223" y="326088"/>
                  </a:lnTo>
                  <a:lnTo>
                    <a:pt x="175226" y="325892"/>
                  </a:lnTo>
                  <a:lnTo>
                    <a:pt x="175162" y="325589"/>
                  </a:lnTo>
                  <a:lnTo>
                    <a:pt x="175215" y="325402"/>
                  </a:lnTo>
                  <a:lnTo>
                    <a:pt x="175489" y="325206"/>
                  </a:lnTo>
                  <a:lnTo>
                    <a:pt x="175675" y="325326"/>
                  </a:lnTo>
                  <a:lnTo>
                    <a:pt x="176597" y="324881"/>
                  </a:lnTo>
                  <a:lnTo>
                    <a:pt x="177088" y="324151"/>
                  </a:lnTo>
                  <a:lnTo>
                    <a:pt x="177445" y="324225"/>
                  </a:lnTo>
                  <a:lnTo>
                    <a:pt x="177764" y="323975"/>
                  </a:lnTo>
                  <a:lnTo>
                    <a:pt x="178104" y="323603"/>
                  </a:lnTo>
                  <a:lnTo>
                    <a:pt x="178215" y="323341"/>
                  </a:lnTo>
                  <a:lnTo>
                    <a:pt x="178220" y="323193"/>
                  </a:lnTo>
                  <a:lnTo>
                    <a:pt x="178049" y="322804"/>
                  </a:lnTo>
                  <a:lnTo>
                    <a:pt x="177991" y="322552"/>
                  </a:lnTo>
                  <a:lnTo>
                    <a:pt x="178463" y="322090"/>
                  </a:lnTo>
                  <a:lnTo>
                    <a:pt x="178798" y="321851"/>
                  </a:lnTo>
                  <a:lnTo>
                    <a:pt x="178665" y="321443"/>
                  </a:lnTo>
                  <a:lnTo>
                    <a:pt x="178357" y="320973"/>
                  </a:lnTo>
                  <a:lnTo>
                    <a:pt x="178095" y="320772"/>
                  </a:lnTo>
                  <a:lnTo>
                    <a:pt x="178498" y="320279"/>
                  </a:lnTo>
                  <a:lnTo>
                    <a:pt x="179099" y="319742"/>
                  </a:lnTo>
                  <a:lnTo>
                    <a:pt x="179293" y="319323"/>
                  </a:lnTo>
                  <a:lnTo>
                    <a:pt x="179241" y="319011"/>
                  </a:lnTo>
                  <a:lnTo>
                    <a:pt x="179373" y="318675"/>
                  </a:lnTo>
                  <a:lnTo>
                    <a:pt x="179649" y="318501"/>
                  </a:lnTo>
                  <a:lnTo>
                    <a:pt x="179868" y="318641"/>
                  </a:lnTo>
                  <a:lnTo>
                    <a:pt x="179817" y="319071"/>
                  </a:lnTo>
                  <a:lnTo>
                    <a:pt x="180005" y="319463"/>
                  </a:lnTo>
                  <a:lnTo>
                    <a:pt x="180976" y="320110"/>
                  </a:lnTo>
                  <a:lnTo>
                    <a:pt x="181341" y="319575"/>
                  </a:lnTo>
                  <a:lnTo>
                    <a:pt x="181176" y="319505"/>
                  </a:lnTo>
                  <a:lnTo>
                    <a:pt x="181145" y="318904"/>
                  </a:lnTo>
                  <a:lnTo>
                    <a:pt x="181543" y="318359"/>
                  </a:lnTo>
                  <a:lnTo>
                    <a:pt x="181726" y="318093"/>
                  </a:lnTo>
                  <a:lnTo>
                    <a:pt x="181715" y="317874"/>
                  </a:lnTo>
                  <a:lnTo>
                    <a:pt x="181323" y="317950"/>
                  </a:lnTo>
                  <a:lnTo>
                    <a:pt x="181085" y="317894"/>
                  </a:lnTo>
                  <a:lnTo>
                    <a:pt x="180766" y="317663"/>
                  </a:lnTo>
                  <a:lnTo>
                    <a:pt x="180953" y="317348"/>
                  </a:lnTo>
                  <a:lnTo>
                    <a:pt x="180910" y="316736"/>
                  </a:lnTo>
                  <a:lnTo>
                    <a:pt x="180767" y="316193"/>
                  </a:lnTo>
                  <a:lnTo>
                    <a:pt x="180833" y="314545"/>
                  </a:lnTo>
                  <a:lnTo>
                    <a:pt x="180846" y="314349"/>
                  </a:lnTo>
                  <a:lnTo>
                    <a:pt x="180860" y="314134"/>
                  </a:lnTo>
                  <a:lnTo>
                    <a:pt x="180889" y="313447"/>
                  </a:lnTo>
                  <a:lnTo>
                    <a:pt x="180903" y="312566"/>
                  </a:lnTo>
                  <a:lnTo>
                    <a:pt x="180848" y="311626"/>
                  </a:lnTo>
                  <a:lnTo>
                    <a:pt x="180632" y="310707"/>
                  </a:lnTo>
                  <a:lnTo>
                    <a:pt x="180527" y="310261"/>
                  </a:lnTo>
                  <a:lnTo>
                    <a:pt x="180428" y="309846"/>
                  </a:lnTo>
                  <a:lnTo>
                    <a:pt x="180371" y="309605"/>
                  </a:lnTo>
                  <a:lnTo>
                    <a:pt x="180298" y="309295"/>
                  </a:lnTo>
                  <a:lnTo>
                    <a:pt x="180226" y="308988"/>
                  </a:lnTo>
                  <a:lnTo>
                    <a:pt x="180161" y="308708"/>
                  </a:lnTo>
                  <a:lnTo>
                    <a:pt x="179997" y="307991"/>
                  </a:lnTo>
                  <a:lnTo>
                    <a:pt x="179965" y="307841"/>
                  </a:lnTo>
                  <a:lnTo>
                    <a:pt x="179937" y="307707"/>
                  </a:lnTo>
                  <a:lnTo>
                    <a:pt x="179859" y="307341"/>
                  </a:lnTo>
                  <a:lnTo>
                    <a:pt x="177284" y="306320"/>
                  </a:lnTo>
                  <a:lnTo>
                    <a:pt x="177043" y="306304"/>
                  </a:lnTo>
                  <a:lnTo>
                    <a:pt x="176748" y="306267"/>
                  </a:lnTo>
                  <a:lnTo>
                    <a:pt x="176608" y="306249"/>
                  </a:lnTo>
                  <a:lnTo>
                    <a:pt x="176162" y="306178"/>
                  </a:lnTo>
                  <a:lnTo>
                    <a:pt x="175621" y="305990"/>
                  </a:lnTo>
                  <a:lnTo>
                    <a:pt x="175335" y="305620"/>
                  </a:lnTo>
                  <a:lnTo>
                    <a:pt x="175125" y="305337"/>
                  </a:lnTo>
                  <a:lnTo>
                    <a:pt x="174774" y="304888"/>
                  </a:lnTo>
                  <a:lnTo>
                    <a:pt x="174518" y="304568"/>
                  </a:lnTo>
                  <a:lnTo>
                    <a:pt x="174248" y="304318"/>
                  </a:lnTo>
                  <a:lnTo>
                    <a:pt x="174085" y="304215"/>
                  </a:lnTo>
                  <a:lnTo>
                    <a:pt x="173645" y="304125"/>
                  </a:lnTo>
                  <a:lnTo>
                    <a:pt x="173401" y="303824"/>
                  </a:lnTo>
                  <a:lnTo>
                    <a:pt x="173381" y="303593"/>
                  </a:lnTo>
                  <a:lnTo>
                    <a:pt x="173381" y="303292"/>
                  </a:lnTo>
                  <a:lnTo>
                    <a:pt x="173261" y="303126"/>
                  </a:lnTo>
                  <a:lnTo>
                    <a:pt x="172998" y="302715"/>
                  </a:lnTo>
                  <a:lnTo>
                    <a:pt x="173019" y="302543"/>
                  </a:lnTo>
                  <a:lnTo>
                    <a:pt x="173047" y="302386"/>
                  </a:lnTo>
                  <a:lnTo>
                    <a:pt x="173001" y="301728"/>
                  </a:lnTo>
                  <a:lnTo>
                    <a:pt x="172696" y="301837"/>
                  </a:lnTo>
                  <a:lnTo>
                    <a:pt x="172520" y="301897"/>
                  </a:lnTo>
                  <a:lnTo>
                    <a:pt x="171771" y="301979"/>
                  </a:lnTo>
                  <a:lnTo>
                    <a:pt x="171597" y="301944"/>
                  </a:lnTo>
                  <a:lnTo>
                    <a:pt x="171555" y="301736"/>
                  </a:lnTo>
                  <a:lnTo>
                    <a:pt x="171713" y="301095"/>
                  </a:lnTo>
                  <a:lnTo>
                    <a:pt x="171882" y="300953"/>
                  </a:lnTo>
                  <a:lnTo>
                    <a:pt x="172302" y="300824"/>
                  </a:lnTo>
                  <a:lnTo>
                    <a:pt x="172138" y="300049"/>
                  </a:lnTo>
                  <a:lnTo>
                    <a:pt x="172072" y="299763"/>
                  </a:lnTo>
                  <a:lnTo>
                    <a:pt x="171913" y="299448"/>
                  </a:lnTo>
                  <a:lnTo>
                    <a:pt x="171312" y="299101"/>
                  </a:lnTo>
                  <a:lnTo>
                    <a:pt x="170872" y="299015"/>
                  </a:lnTo>
                  <a:lnTo>
                    <a:pt x="170533" y="299181"/>
                  </a:lnTo>
                  <a:lnTo>
                    <a:pt x="170209" y="299349"/>
                  </a:lnTo>
                  <a:lnTo>
                    <a:pt x="169752" y="299556"/>
                  </a:lnTo>
                  <a:lnTo>
                    <a:pt x="169126" y="299802"/>
                  </a:lnTo>
                  <a:lnTo>
                    <a:pt x="168467" y="299858"/>
                  </a:lnTo>
                  <a:lnTo>
                    <a:pt x="167989" y="300119"/>
                  </a:lnTo>
                  <a:lnTo>
                    <a:pt x="167681" y="300301"/>
                  </a:lnTo>
                  <a:lnTo>
                    <a:pt x="167531" y="300227"/>
                  </a:lnTo>
                  <a:lnTo>
                    <a:pt x="167334" y="300144"/>
                  </a:lnTo>
                  <a:lnTo>
                    <a:pt x="166345" y="299970"/>
                  </a:lnTo>
                  <a:lnTo>
                    <a:pt x="165766" y="300113"/>
                  </a:lnTo>
                  <a:lnTo>
                    <a:pt x="165726" y="299775"/>
                  </a:lnTo>
                  <a:lnTo>
                    <a:pt x="165718" y="299478"/>
                  </a:lnTo>
                  <a:lnTo>
                    <a:pt x="165905" y="299136"/>
                  </a:lnTo>
                  <a:lnTo>
                    <a:pt x="165749" y="299086"/>
                  </a:lnTo>
                  <a:lnTo>
                    <a:pt x="165494" y="299092"/>
                  </a:lnTo>
                  <a:lnTo>
                    <a:pt x="164705" y="299118"/>
                  </a:lnTo>
                  <a:lnTo>
                    <a:pt x="163721" y="299187"/>
                  </a:lnTo>
                  <a:lnTo>
                    <a:pt x="163348" y="299953"/>
                  </a:lnTo>
                  <a:lnTo>
                    <a:pt x="163483" y="300257"/>
                  </a:lnTo>
                  <a:lnTo>
                    <a:pt x="163724" y="300632"/>
                  </a:lnTo>
                  <a:lnTo>
                    <a:pt x="163664" y="301103"/>
                  </a:lnTo>
                  <a:lnTo>
                    <a:pt x="163138" y="301383"/>
                  </a:lnTo>
                  <a:lnTo>
                    <a:pt x="162821" y="301401"/>
                  </a:lnTo>
                  <a:lnTo>
                    <a:pt x="162609" y="301274"/>
                  </a:lnTo>
                  <a:lnTo>
                    <a:pt x="162232" y="301191"/>
                  </a:lnTo>
                  <a:lnTo>
                    <a:pt x="161915" y="301399"/>
                  </a:lnTo>
                  <a:lnTo>
                    <a:pt x="161780" y="301557"/>
                  </a:lnTo>
                  <a:lnTo>
                    <a:pt x="161791" y="301790"/>
                  </a:lnTo>
                  <a:lnTo>
                    <a:pt x="162016" y="302245"/>
                  </a:lnTo>
                  <a:lnTo>
                    <a:pt x="162097" y="303046"/>
                  </a:lnTo>
                  <a:lnTo>
                    <a:pt x="161977" y="303483"/>
                  </a:lnTo>
                  <a:lnTo>
                    <a:pt x="162075" y="304461"/>
                  </a:lnTo>
                  <a:lnTo>
                    <a:pt x="161891" y="304800"/>
                  </a:lnTo>
                  <a:lnTo>
                    <a:pt x="161665" y="304796"/>
                  </a:lnTo>
                  <a:lnTo>
                    <a:pt x="161446" y="304824"/>
                  </a:lnTo>
                  <a:lnTo>
                    <a:pt x="160724" y="305091"/>
                  </a:lnTo>
                  <a:lnTo>
                    <a:pt x="160558" y="305072"/>
                  </a:lnTo>
                  <a:lnTo>
                    <a:pt x="160292" y="304909"/>
                  </a:lnTo>
                  <a:lnTo>
                    <a:pt x="159882" y="304940"/>
                  </a:lnTo>
                  <a:lnTo>
                    <a:pt x="159717" y="304830"/>
                  </a:lnTo>
                  <a:lnTo>
                    <a:pt x="159542" y="304712"/>
                  </a:lnTo>
                  <a:lnTo>
                    <a:pt x="159165" y="304590"/>
                  </a:lnTo>
                  <a:lnTo>
                    <a:pt x="159014" y="304597"/>
                  </a:lnTo>
                  <a:lnTo>
                    <a:pt x="158854" y="304651"/>
                  </a:lnTo>
                  <a:lnTo>
                    <a:pt x="158602" y="305249"/>
                  </a:lnTo>
                  <a:lnTo>
                    <a:pt x="158635" y="305728"/>
                  </a:lnTo>
                  <a:lnTo>
                    <a:pt x="158700" y="306224"/>
                  </a:lnTo>
                  <a:lnTo>
                    <a:pt x="158757" y="306570"/>
                  </a:lnTo>
                  <a:lnTo>
                    <a:pt x="158829" y="306755"/>
                  </a:lnTo>
                  <a:lnTo>
                    <a:pt x="158873" y="306888"/>
                  </a:lnTo>
                  <a:lnTo>
                    <a:pt x="158848" y="307385"/>
                  </a:lnTo>
                  <a:lnTo>
                    <a:pt x="158590" y="307647"/>
                  </a:lnTo>
                  <a:lnTo>
                    <a:pt x="158441" y="308030"/>
                  </a:lnTo>
                  <a:lnTo>
                    <a:pt x="158437" y="308328"/>
                  </a:lnTo>
                  <a:lnTo>
                    <a:pt x="158488" y="308668"/>
                  </a:lnTo>
                  <a:lnTo>
                    <a:pt x="158358" y="309275"/>
                  </a:lnTo>
                  <a:lnTo>
                    <a:pt x="158576" y="309603"/>
                  </a:lnTo>
                  <a:lnTo>
                    <a:pt x="158750" y="309792"/>
                  </a:lnTo>
                  <a:lnTo>
                    <a:pt x="159074" y="309989"/>
                  </a:lnTo>
                  <a:lnTo>
                    <a:pt x="159329" y="310617"/>
                  </a:lnTo>
                  <a:lnTo>
                    <a:pt x="159409" y="310943"/>
                  </a:lnTo>
                  <a:lnTo>
                    <a:pt x="159452" y="311096"/>
                  </a:lnTo>
                  <a:lnTo>
                    <a:pt x="158941" y="311104"/>
                  </a:lnTo>
                  <a:lnTo>
                    <a:pt x="158337" y="311305"/>
                  </a:lnTo>
                  <a:lnTo>
                    <a:pt x="157960" y="311679"/>
                  </a:lnTo>
                  <a:lnTo>
                    <a:pt x="156925" y="311924"/>
                  </a:lnTo>
                  <a:lnTo>
                    <a:pt x="156732" y="311830"/>
                  </a:lnTo>
                  <a:lnTo>
                    <a:pt x="156302" y="311662"/>
                  </a:lnTo>
                  <a:lnTo>
                    <a:pt x="155468" y="311418"/>
                  </a:lnTo>
                  <a:lnTo>
                    <a:pt x="154676" y="311124"/>
                  </a:lnTo>
                  <a:lnTo>
                    <a:pt x="154426" y="310776"/>
                  </a:lnTo>
                  <a:lnTo>
                    <a:pt x="153724" y="310595"/>
                  </a:lnTo>
                  <a:lnTo>
                    <a:pt x="153038" y="310777"/>
                  </a:lnTo>
                  <a:lnTo>
                    <a:pt x="152898" y="310818"/>
                  </a:lnTo>
                  <a:lnTo>
                    <a:pt x="152490" y="311073"/>
                  </a:lnTo>
                  <a:lnTo>
                    <a:pt x="152485" y="311221"/>
                  </a:lnTo>
                  <a:lnTo>
                    <a:pt x="152228" y="311600"/>
                  </a:lnTo>
                  <a:lnTo>
                    <a:pt x="151040" y="311872"/>
                  </a:lnTo>
                  <a:lnTo>
                    <a:pt x="150425" y="311711"/>
                  </a:lnTo>
                  <a:lnTo>
                    <a:pt x="149900" y="311416"/>
                  </a:lnTo>
                  <a:lnTo>
                    <a:pt x="149325" y="311457"/>
                  </a:lnTo>
                  <a:lnTo>
                    <a:pt x="149161" y="311476"/>
                  </a:lnTo>
                  <a:lnTo>
                    <a:pt x="148637" y="311598"/>
                  </a:lnTo>
                  <a:lnTo>
                    <a:pt x="148048" y="311738"/>
                  </a:lnTo>
                  <a:lnTo>
                    <a:pt x="147298" y="311854"/>
                  </a:lnTo>
                  <a:lnTo>
                    <a:pt x="146444" y="311961"/>
                  </a:lnTo>
                  <a:lnTo>
                    <a:pt x="145765" y="311914"/>
                  </a:lnTo>
                  <a:lnTo>
                    <a:pt x="145247" y="311694"/>
                  </a:lnTo>
                  <a:lnTo>
                    <a:pt x="144824" y="310749"/>
                  </a:lnTo>
                  <a:lnTo>
                    <a:pt x="144519" y="311124"/>
                  </a:lnTo>
                  <a:lnTo>
                    <a:pt x="144434" y="311254"/>
                  </a:lnTo>
                  <a:lnTo>
                    <a:pt x="144275" y="311492"/>
                  </a:lnTo>
                  <a:lnTo>
                    <a:pt x="143879" y="311978"/>
                  </a:lnTo>
                  <a:lnTo>
                    <a:pt x="143595" y="312199"/>
                  </a:lnTo>
                  <a:lnTo>
                    <a:pt x="143080" y="312178"/>
                  </a:lnTo>
                  <a:lnTo>
                    <a:pt x="142770" y="312123"/>
                  </a:lnTo>
                  <a:lnTo>
                    <a:pt x="142416" y="312039"/>
                  </a:lnTo>
                  <a:lnTo>
                    <a:pt x="142149" y="311966"/>
                  </a:lnTo>
                  <a:lnTo>
                    <a:pt x="141549" y="312110"/>
                  </a:lnTo>
                  <a:lnTo>
                    <a:pt x="141048" y="312052"/>
                  </a:lnTo>
                  <a:lnTo>
                    <a:pt x="140841" y="311625"/>
                  </a:lnTo>
                  <a:lnTo>
                    <a:pt x="140893" y="311152"/>
                  </a:lnTo>
                  <a:lnTo>
                    <a:pt x="141078" y="310812"/>
                  </a:lnTo>
                  <a:lnTo>
                    <a:pt x="141106" y="310168"/>
                  </a:lnTo>
                  <a:lnTo>
                    <a:pt x="141069" y="309956"/>
                  </a:lnTo>
                  <a:lnTo>
                    <a:pt x="140819" y="309333"/>
                  </a:lnTo>
                  <a:lnTo>
                    <a:pt x="140714" y="309163"/>
                  </a:lnTo>
                  <a:lnTo>
                    <a:pt x="140024" y="309102"/>
                  </a:lnTo>
                  <a:lnTo>
                    <a:pt x="139653" y="309233"/>
                  </a:lnTo>
                  <a:lnTo>
                    <a:pt x="139478" y="309446"/>
                  </a:lnTo>
                  <a:lnTo>
                    <a:pt x="139356" y="309758"/>
                  </a:lnTo>
                  <a:lnTo>
                    <a:pt x="138930" y="309253"/>
                  </a:lnTo>
                  <a:lnTo>
                    <a:pt x="138914" y="309043"/>
                  </a:lnTo>
                  <a:lnTo>
                    <a:pt x="138401" y="308818"/>
                  </a:lnTo>
                  <a:lnTo>
                    <a:pt x="138182" y="308809"/>
                  </a:lnTo>
                  <a:lnTo>
                    <a:pt x="137800" y="308610"/>
                  </a:lnTo>
                  <a:lnTo>
                    <a:pt x="137606" y="307765"/>
                  </a:lnTo>
                  <a:lnTo>
                    <a:pt x="137964" y="307394"/>
                  </a:lnTo>
                  <a:lnTo>
                    <a:pt x="137987" y="307206"/>
                  </a:lnTo>
                  <a:lnTo>
                    <a:pt x="137995" y="306816"/>
                  </a:lnTo>
                  <a:lnTo>
                    <a:pt x="137841" y="306013"/>
                  </a:lnTo>
                  <a:lnTo>
                    <a:pt x="137689" y="305414"/>
                  </a:lnTo>
                  <a:lnTo>
                    <a:pt x="137247" y="305178"/>
                  </a:lnTo>
                  <a:lnTo>
                    <a:pt x="137081" y="304757"/>
                  </a:lnTo>
                  <a:lnTo>
                    <a:pt x="136886" y="304602"/>
                  </a:lnTo>
                  <a:lnTo>
                    <a:pt x="136720" y="304613"/>
                  </a:lnTo>
                  <a:lnTo>
                    <a:pt x="136052" y="304705"/>
                  </a:lnTo>
                  <a:lnTo>
                    <a:pt x="135758" y="305079"/>
                  </a:lnTo>
                  <a:lnTo>
                    <a:pt x="135431" y="305282"/>
                  </a:lnTo>
                  <a:lnTo>
                    <a:pt x="135190" y="304995"/>
                  </a:lnTo>
                  <a:lnTo>
                    <a:pt x="135094" y="304823"/>
                  </a:lnTo>
                  <a:lnTo>
                    <a:pt x="135087" y="304246"/>
                  </a:lnTo>
                  <a:lnTo>
                    <a:pt x="134919" y="303322"/>
                  </a:lnTo>
                  <a:lnTo>
                    <a:pt x="134837" y="303034"/>
                  </a:lnTo>
                  <a:lnTo>
                    <a:pt x="134749" y="302687"/>
                  </a:lnTo>
                  <a:lnTo>
                    <a:pt x="134721" y="302530"/>
                  </a:lnTo>
                  <a:lnTo>
                    <a:pt x="134614" y="301921"/>
                  </a:lnTo>
                  <a:lnTo>
                    <a:pt x="134703" y="300562"/>
                  </a:lnTo>
                  <a:lnTo>
                    <a:pt x="134984" y="300341"/>
                  </a:lnTo>
                  <a:lnTo>
                    <a:pt x="135285" y="300229"/>
                  </a:lnTo>
                  <a:lnTo>
                    <a:pt x="136030" y="300064"/>
                  </a:lnTo>
                  <a:lnTo>
                    <a:pt x="136316" y="300001"/>
                  </a:lnTo>
                  <a:lnTo>
                    <a:pt x="136619" y="299949"/>
                  </a:lnTo>
                  <a:lnTo>
                    <a:pt x="136815" y="299917"/>
                  </a:lnTo>
                  <a:lnTo>
                    <a:pt x="137061" y="299855"/>
                  </a:lnTo>
                  <a:lnTo>
                    <a:pt x="137534" y="299653"/>
                  </a:lnTo>
                  <a:lnTo>
                    <a:pt x="138189" y="298803"/>
                  </a:lnTo>
                  <a:lnTo>
                    <a:pt x="138037" y="298718"/>
                  </a:lnTo>
                  <a:lnTo>
                    <a:pt x="137262" y="298550"/>
                  </a:lnTo>
                  <a:lnTo>
                    <a:pt x="136992" y="298558"/>
                  </a:lnTo>
                  <a:lnTo>
                    <a:pt x="135669" y="298133"/>
                  </a:lnTo>
                  <a:lnTo>
                    <a:pt x="135112" y="297202"/>
                  </a:lnTo>
                  <a:lnTo>
                    <a:pt x="135072" y="296825"/>
                  </a:lnTo>
                  <a:lnTo>
                    <a:pt x="135051" y="296569"/>
                  </a:lnTo>
                  <a:lnTo>
                    <a:pt x="135073" y="295849"/>
                  </a:lnTo>
                  <a:lnTo>
                    <a:pt x="135069" y="295435"/>
                  </a:lnTo>
                  <a:lnTo>
                    <a:pt x="135026" y="295106"/>
                  </a:lnTo>
                  <a:lnTo>
                    <a:pt x="134872" y="294507"/>
                  </a:lnTo>
                  <a:lnTo>
                    <a:pt x="134734" y="294059"/>
                  </a:lnTo>
                  <a:lnTo>
                    <a:pt x="134520" y="293568"/>
                  </a:lnTo>
                  <a:lnTo>
                    <a:pt x="134214" y="293736"/>
                  </a:lnTo>
                  <a:lnTo>
                    <a:pt x="134028" y="293732"/>
                  </a:lnTo>
                  <a:lnTo>
                    <a:pt x="133697" y="293674"/>
                  </a:lnTo>
                  <a:lnTo>
                    <a:pt x="133585" y="293474"/>
                  </a:lnTo>
                  <a:lnTo>
                    <a:pt x="133639" y="293319"/>
                  </a:lnTo>
                  <a:lnTo>
                    <a:pt x="134326" y="293056"/>
                  </a:lnTo>
                  <a:lnTo>
                    <a:pt x="134197" y="292573"/>
                  </a:lnTo>
                  <a:lnTo>
                    <a:pt x="133811" y="292365"/>
                  </a:lnTo>
                  <a:lnTo>
                    <a:pt x="133480" y="292274"/>
                  </a:lnTo>
                  <a:lnTo>
                    <a:pt x="133273" y="292070"/>
                  </a:lnTo>
                  <a:lnTo>
                    <a:pt x="133571" y="292124"/>
                  </a:lnTo>
                  <a:lnTo>
                    <a:pt x="133758" y="292176"/>
                  </a:lnTo>
                  <a:lnTo>
                    <a:pt x="133945" y="292226"/>
                  </a:lnTo>
                  <a:lnTo>
                    <a:pt x="134162" y="292200"/>
                  </a:lnTo>
                  <a:lnTo>
                    <a:pt x="134169" y="291819"/>
                  </a:lnTo>
                  <a:lnTo>
                    <a:pt x="134153" y="291644"/>
                  </a:lnTo>
                  <a:lnTo>
                    <a:pt x="134099" y="291511"/>
                  </a:lnTo>
                  <a:lnTo>
                    <a:pt x="133725" y="291298"/>
                  </a:lnTo>
                  <a:lnTo>
                    <a:pt x="133450" y="291331"/>
                  </a:lnTo>
                  <a:lnTo>
                    <a:pt x="133162" y="290937"/>
                  </a:lnTo>
                  <a:lnTo>
                    <a:pt x="133397" y="290888"/>
                  </a:lnTo>
                  <a:lnTo>
                    <a:pt x="133563" y="290861"/>
                  </a:lnTo>
                  <a:lnTo>
                    <a:pt x="133986" y="290684"/>
                  </a:lnTo>
                  <a:lnTo>
                    <a:pt x="133993" y="290433"/>
                  </a:lnTo>
                  <a:lnTo>
                    <a:pt x="134037" y="289746"/>
                  </a:lnTo>
                  <a:lnTo>
                    <a:pt x="134060" y="289445"/>
                  </a:lnTo>
                  <a:lnTo>
                    <a:pt x="134103" y="288922"/>
                  </a:lnTo>
                  <a:lnTo>
                    <a:pt x="134069" y="288081"/>
                  </a:lnTo>
                  <a:lnTo>
                    <a:pt x="134083" y="287515"/>
                  </a:lnTo>
                  <a:lnTo>
                    <a:pt x="134002" y="287165"/>
                  </a:lnTo>
                  <a:lnTo>
                    <a:pt x="133906" y="286920"/>
                  </a:lnTo>
                  <a:lnTo>
                    <a:pt x="133720" y="286519"/>
                  </a:lnTo>
                  <a:lnTo>
                    <a:pt x="133589" y="286328"/>
                  </a:lnTo>
                  <a:lnTo>
                    <a:pt x="133431" y="286138"/>
                  </a:lnTo>
                  <a:lnTo>
                    <a:pt x="133266" y="285970"/>
                  </a:lnTo>
                  <a:lnTo>
                    <a:pt x="133065" y="285788"/>
                  </a:lnTo>
                  <a:lnTo>
                    <a:pt x="132904" y="285677"/>
                  </a:lnTo>
                  <a:lnTo>
                    <a:pt x="132757" y="285581"/>
                  </a:lnTo>
                  <a:lnTo>
                    <a:pt x="131291" y="285727"/>
                  </a:lnTo>
                  <a:lnTo>
                    <a:pt x="131152" y="285953"/>
                  </a:lnTo>
                  <a:lnTo>
                    <a:pt x="130985" y="286276"/>
                  </a:lnTo>
                  <a:lnTo>
                    <a:pt x="130937" y="286589"/>
                  </a:lnTo>
                  <a:lnTo>
                    <a:pt x="130663" y="287863"/>
                  </a:lnTo>
                  <a:lnTo>
                    <a:pt x="130483" y="287907"/>
                  </a:lnTo>
                  <a:lnTo>
                    <a:pt x="130245" y="287992"/>
                  </a:lnTo>
                  <a:lnTo>
                    <a:pt x="129969" y="288079"/>
                  </a:lnTo>
                  <a:lnTo>
                    <a:pt x="129606" y="288186"/>
                  </a:lnTo>
                  <a:lnTo>
                    <a:pt x="129391" y="288252"/>
                  </a:lnTo>
                  <a:lnTo>
                    <a:pt x="129170" y="288320"/>
                  </a:lnTo>
                  <a:lnTo>
                    <a:pt x="128856" y="288442"/>
                  </a:lnTo>
                  <a:lnTo>
                    <a:pt x="128291" y="288660"/>
                  </a:lnTo>
                  <a:lnTo>
                    <a:pt x="127757" y="288846"/>
                  </a:lnTo>
                  <a:lnTo>
                    <a:pt x="127506" y="288991"/>
                  </a:lnTo>
                  <a:lnTo>
                    <a:pt x="127279" y="289182"/>
                  </a:lnTo>
                  <a:lnTo>
                    <a:pt x="126858" y="289421"/>
                  </a:lnTo>
                  <a:lnTo>
                    <a:pt x="126583" y="289442"/>
                  </a:lnTo>
                  <a:lnTo>
                    <a:pt x="126463" y="289035"/>
                  </a:lnTo>
                  <a:lnTo>
                    <a:pt x="125787" y="288854"/>
                  </a:lnTo>
                  <a:lnTo>
                    <a:pt x="125521" y="288792"/>
                  </a:lnTo>
                  <a:lnTo>
                    <a:pt x="125554" y="288967"/>
                  </a:lnTo>
                  <a:lnTo>
                    <a:pt x="125610" y="289242"/>
                  </a:lnTo>
                  <a:lnTo>
                    <a:pt x="125271" y="289394"/>
                  </a:lnTo>
                  <a:lnTo>
                    <a:pt x="125232" y="289093"/>
                  </a:lnTo>
                  <a:lnTo>
                    <a:pt x="125225" y="288712"/>
                  </a:lnTo>
                  <a:lnTo>
                    <a:pt x="124696" y="288523"/>
                  </a:lnTo>
                  <a:lnTo>
                    <a:pt x="124146" y="287990"/>
                  </a:lnTo>
                  <a:lnTo>
                    <a:pt x="123786" y="287656"/>
                  </a:lnTo>
                  <a:lnTo>
                    <a:pt x="123827" y="287407"/>
                  </a:lnTo>
                  <a:lnTo>
                    <a:pt x="123536" y="287317"/>
                  </a:lnTo>
                  <a:lnTo>
                    <a:pt x="123357" y="287317"/>
                  </a:lnTo>
                  <a:lnTo>
                    <a:pt x="123090" y="287357"/>
                  </a:lnTo>
                  <a:lnTo>
                    <a:pt x="122615" y="286317"/>
                  </a:lnTo>
                  <a:lnTo>
                    <a:pt x="122850" y="285776"/>
                  </a:lnTo>
                  <a:lnTo>
                    <a:pt x="122897" y="285175"/>
                  </a:lnTo>
                  <a:lnTo>
                    <a:pt x="121703" y="284987"/>
                  </a:lnTo>
                  <a:lnTo>
                    <a:pt x="121435" y="285008"/>
                  </a:lnTo>
                  <a:lnTo>
                    <a:pt x="120904" y="284109"/>
                  </a:lnTo>
                  <a:lnTo>
                    <a:pt x="121054" y="283741"/>
                  </a:lnTo>
                  <a:lnTo>
                    <a:pt x="121249" y="282420"/>
                  </a:lnTo>
                  <a:lnTo>
                    <a:pt x="121677" y="282201"/>
                  </a:lnTo>
                  <a:lnTo>
                    <a:pt x="121962" y="282073"/>
                  </a:lnTo>
                  <a:lnTo>
                    <a:pt x="122253" y="281757"/>
                  </a:lnTo>
                  <a:lnTo>
                    <a:pt x="122338" y="281495"/>
                  </a:lnTo>
                  <a:lnTo>
                    <a:pt x="122558" y="281165"/>
                  </a:lnTo>
                  <a:lnTo>
                    <a:pt x="122749" y="280750"/>
                  </a:lnTo>
                  <a:lnTo>
                    <a:pt x="122731" y="280459"/>
                  </a:lnTo>
                  <a:lnTo>
                    <a:pt x="122799" y="279966"/>
                  </a:lnTo>
                  <a:lnTo>
                    <a:pt x="122932" y="279782"/>
                  </a:lnTo>
                  <a:lnTo>
                    <a:pt x="122987" y="279582"/>
                  </a:lnTo>
                  <a:lnTo>
                    <a:pt x="122943" y="278958"/>
                  </a:lnTo>
                  <a:lnTo>
                    <a:pt x="122651" y="278938"/>
                  </a:lnTo>
                  <a:lnTo>
                    <a:pt x="122506" y="278980"/>
                  </a:lnTo>
                  <a:lnTo>
                    <a:pt x="122335" y="278923"/>
                  </a:lnTo>
                  <a:lnTo>
                    <a:pt x="122088" y="278628"/>
                  </a:lnTo>
                  <a:lnTo>
                    <a:pt x="122100" y="278162"/>
                  </a:lnTo>
                  <a:lnTo>
                    <a:pt x="122582" y="278175"/>
                  </a:lnTo>
                  <a:lnTo>
                    <a:pt x="122819" y="278183"/>
                  </a:lnTo>
                  <a:lnTo>
                    <a:pt x="123048" y="278237"/>
                  </a:lnTo>
                  <a:lnTo>
                    <a:pt x="123389" y="278270"/>
                  </a:lnTo>
                  <a:lnTo>
                    <a:pt x="124182" y="277850"/>
                  </a:lnTo>
                  <a:lnTo>
                    <a:pt x="124323" y="277629"/>
                  </a:lnTo>
                  <a:lnTo>
                    <a:pt x="124665" y="277059"/>
                  </a:lnTo>
                  <a:lnTo>
                    <a:pt x="124743" y="276804"/>
                  </a:lnTo>
                  <a:lnTo>
                    <a:pt x="124854" y="276168"/>
                  </a:lnTo>
                  <a:lnTo>
                    <a:pt x="124869" y="275918"/>
                  </a:lnTo>
                  <a:lnTo>
                    <a:pt x="124517" y="275507"/>
                  </a:lnTo>
                  <a:lnTo>
                    <a:pt x="124309" y="275274"/>
                  </a:lnTo>
                  <a:lnTo>
                    <a:pt x="124414" y="274794"/>
                  </a:lnTo>
                  <a:lnTo>
                    <a:pt x="124545" y="274405"/>
                  </a:lnTo>
                  <a:lnTo>
                    <a:pt x="124638" y="274025"/>
                  </a:lnTo>
                  <a:lnTo>
                    <a:pt x="124647" y="273752"/>
                  </a:lnTo>
                  <a:lnTo>
                    <a:pt x="124617" y="273460"/>
                  </a:lnTo>
                  <a:lnTo>
                    <a:pt x="124680" y="273032"/>
                  </a:lnTo>
                  <a:lnTo>
                    <a:pt x="124918" y="272386"/>
                  </a:lnTo>
                  <a:lnTo>
                    <a:pt x="124985" y="272247"/>
                  </a:lnTo>
                  <a:lnTo>
                    <a:pt x="125359" y="271745"/>
                  </a:lnTo>
                  <a:lnTo>
                    <a:pt x="125614" y="271630"/>
                  </a:lnTo>
                  <a:lnTo>
                    <a:pt x="125690" y="271175"/>
                  </a:lnTo>
                  <a:lnTo>
                    <a:pt x="125881" y="270508"/>
                  </a:lnTo>
                  <a:lnTo>
                    <a:pt x="126448" y="270590"/>
                  </a:lnTo>
                  <a:lnTo>
                    <a:pt x="126835" y="270737"/>
                  </a:lnTo>
                  <a:lnTo>
                    <a:pt x="127075" y="270829"/>
                  </a:lnTo>
                  <a:lnTo>
                    <a:pt x="127363" y="270939"/>
                  </a:lnTo>
                  <a:lnTo>
                    <a:pt x="127583" y="271025"/>
                  </a:lnTo>
                  <a:lnTo>
                    <a:pt x="127750" y="271090"/>
                  </a:lnTo>
                  <a:lnTo>
                    <a:pt x="128075" y="271216"/>
                  </a:lnTo>
                  <a:lnTo>
                    <a:pt x="128618" y="271024"/>
                  </a:lnTo>
                  <a:lnTo>
                    <a:pt x="128589" y="269755"/>
                  </a:lnTo>
                  <a:lnTo>
                    <a:pt x="128657" y="269422"/>
                  </a:lnTo>
                  <a:lnTo>
                    <a:pt x="128686" y="269242"/>
                  </a:lnTo>
                  <a:lnTo>
                    <a:pt x="128693" y="269089"/>
                  </a:lnTo>
                  <a:lnTo>
                    <a:pt x="128702" y="268728"/>
                  </a:lnTo>
                  <a:lnTo>
                    <a:pt x="128722" y="268066"/>
                  </a:lnTo>
                  <a:lnTo>
                    <a:pt x="128851" y="266969"/>
                  </a:lnTo>
                  <a:lnTo>
                    <a:pt x="128970" y="265963"/>
                  </a:lnTo>
                  <a:lnTo>
                    <a:pt x="129087" y="265004"/>
                  </a:lnTo>
                  <a:lnTo>
                    <a:pt x="129041" y="264680"/>
                  </a:lnTo>
                  <a:lnTo>
                    <a:pt x="129007" y="264451"/>
                  </a:lnTo>
                  <a:lnTo>
                    <a:pt x="128926" y="264116"/>
                  </a:lnTo>
                  <a:lnTo>
                    <a:pt x="128880" y="263771"/>
                  </a:lnTo>
                  <a:lnTo>
                    <a:pt x="129235" y="263517"/>
                  </a:lnTo>
                  <a:lnTo>
                    <a:pt x="129523" y="263225"/>
                  </a:lnTo>
                  <a:lnTo>
                    <a:pt x="129880" y="262866"/>
                  </a:lnTo>
                  <a:lnTo>
                    <a:pt x="130008" y="262739"/>
                  </a:lnTo>
                  <a:lnTo>
                    <a:pt x="130360" y="262390"/>
                  </a:lnTo>
                  <a:lnTo>
                    <a:pt x="130755" y="261998"/>
                  </a:lnTo>
                  <a:lnTo>
                    <a:pt x="131370" y="261388"/>
                  </a:lnTo>
                  <a:lnTo>
                    <a:pt x="131451" y="261225"/>
                  </a:lnTo>
                  <a:lnTo>
                    <a:pt x="131355" y="260742"/>
                  </a:lnTo>
                  <a:lnTo>
                    <a:pt x="131280" y="259741"/>
                  </a:lnTo>
                  <a:lnTo>
                    <a:pt x="131320" y="259204"/>
                  </a:lnTo>
                  <a:lnTo>
                    <a:pt x="131357" y="258919"/>
                  </a:lnTo>
                  <a:lnTo>
                    <a:pt x="130931" y="258151"/>
                  </a:lnTo>
                  <a:lnTo>
                    <a:pt x="131199" y="257686"/>
                  </a:lnTo>
                  <a:lnTo>
                    <a:pt x="131372" y="257585"/>
                  </a:lnTo>
                  <a:lnTo>
                    <a:pt x="131795" y="257714"/>
                  </a:lnTo>
                  <a:lnTo>
                    <a:pt x="132067" y="257629"/>
                  </a:lnTo>
                  <a:lnTo>
                    <a:pt x="132340" y="257097"/>
                  </a:lnTo>
                  <a:lnTo>
                    <a:pt x="132323" y="256931"/>
                  </a:lnTo>
                  <a:lnTo>
                    <a:pt x="131260" y="256600"/>
                  </a:lnTo>
                  <a:lnTo>
                    <a:pt x="130867" y="256741"/>
                  </a:lnTo>
                  <a:lnTo>
                    <a:pt x="130517" y="256840"/>
                  </a:lnTo>
                  <a:lnTo>
                    <a:pt x="130192" y="256770"/>
                  </a:lnTo>
                  <a:lnTo>
                    <a:pt x="129249" y="255929"/>
                  </a:lnTo>
                  <a:lnTo>
                    <a:pt x="129015" y="255627"/>
                  </a:lnTo>
                  <a:lnTo>
                    <a:pt x="128763" y="255560"/>
                  </a:lnTo>
                  <a:lnTo>
                    <a:pt x="128579" y="255679"/>
                  </a:lnTo>
                  <a:lnTo>
                    <a:pt x="128412" y="255840"/>
                  </a:lnTo>
                  <a:lnTo>
                    <a:pt x="127403" y="255808"/>
                  </a:lnTo>
                  <a:lnTo>
                    <a:pt x="127061" y="255799"/>
                  </a:lnTo>
                  <a:lnTo>
                    <a:pt x="126583" y="256054"/>
                  </a:lnTo>
                  <a:lnTo>
                    <a:pt x="126068" y="256353"/>
                  </a:lnTo>
                  <a:lnTo>
                    <a:pt x="125687" y="256594"/>
                  </a:lnTo>
                  <a:lnTo>
                    <a:pt x="125393" y="256670"/>
                  </a:lnTo>
                  <a:lnTo>
                    <a:pt x="124918" y="257016"/>
                  </a:lnTo>
                  <a:lnTo>
                    <a:pt x="124854" y="257173"/>
                  </a:lnTo>
                  <a:lnTo>
                    <a:pt x="124465" y="257242"/>
                  </a:lnTo>
                  <a:lnTo>
                    <a:pt x="124434" y="257015"/>
                  </a:lnTo>
                  <a:lnTo>
                    <a:pt x="124406" y="256865"/>
                  </a:lnTo>
                  <a:lnTo>
                    <a:pt x="124163" y="256711"/>
                  </a:lnTo>
                  <a:lnTo>
                    <a:pt x="123949" y="256862"/>
                  </a:lnTo>
                  <a:lnTo>
                    <a:pt x="123702" y="256913"/>
                  </a:lnTo>
                  <a:lnTo>
                    <a:pt x="122412" y="256738"/>
                  </a:lnTo>
                  <a:lnTo>
                    <a:pt x="122188" y="256442"/>
                  </a:lnTo>
                  <a:lnTo>
                    <a:pt x="122005" y="256173"/>
                  </a:lnTo>
                  <a:lnTo>
                    <a:pt x="121651" y="256078"/>
                  </a:lnTo>
                  <a:lnTo>
                    <a:pt x="121496" y="256249"/>
                  </a:lnTo>
                  <a:lnTo>
                    <a:pt x="121342" y="256834"/>
                  </a:lnTo>
                  <a:lnTo>
                    <a:pt x="121332" y="257277"/>
                  </a:lnTo>
                  <a:lnTo>
                    <a:pt x="121286" y="257727"/>
                  </a:lnTo>
                  <a:lnTo>
                    <a:pt x="120305" y="257930"/>
                  </a:lnTo>
                  <a:lnTo>
                    <a:pt x="120022" y="257759"/>
                  </a:lnTo>
                  <a:lnTo>
                    <a:pt x="119668" y="257504"/>
                  </a:lnTo>
                  <a:lnTo>
                    <a:pt x="119492" y="257267"/>
                  </a:lnTo>
                  <a:lnTo>
                    <a:pt x="119247" y="257297"/>
                  </a:lnTo>
                  <a:lnTo>
                    <a:pt x="118812" y="257406"/>
                  </a:lnTo>
                  <a:lnTo>
                    <a:pt x="118656" y="257620"/>
                  </a:lnTo>
                  <a:lnTo>
                    <a:pt x="118804" y="257873"/>
                  </a:lnTo>
                  <a:lnTo>
                    <a:pt x="118871" y="258112"/>
                  </a:lnTo>
                  <a:lnTo>
                    <a:pt x="118029" y="257821"/>
                  </a:lnTo>
                  <a:lnTo>
                    <a:pt x="117815" y="257819"/>
                  </a:lnTo>
                  <a:lnTo>
                    <a:pt x="117510" y="257708"/>
                  </a:lnTo>
                  <a:lnTo>
                    <a:pt x="116650" y="257452"/>
                  </a:lnTo>
                  <a:lnTo>
                    <a:pt x="116016" y="257453"/>
                  </a:lnTo>
                  <a:lnTo>
                    <a:pt x="115740" y="257490"/>
                  </a:lnTo>
                  <a:lnTo>
                    <a:pt x="114692" y="257474"/>
                  </a:lnTo>
                  <a:lnTo>
                    <a:pt x="114170" y="257417"/>
                  </a:lnTo>
                  <a:lnTo>
                    <a:pt x="113836" y="257491"/>
                  </a:lnTo>
                  <a:lnTo>
                    <a:pt x="113469" y="257828"/>
                  </a:lnTo>
                  <a:lnTo>
                    <a:pt x="112691" y="258124"/>
                  </a:lnTo>
                  <a:lnTo>
                    <a:pt x="112092" y="258422"/>
                  </a:lnTo>
                  <a:lnTo>
                    <a:pt x="111801" y="258293"/>
                  </a:lnTo>
                  <a:lnTo>
                    <a:pt x="111333" y="258071"/>
                  </a:lnTo>
                  <a:lnTo>
                    <a:pt x="110785" y="257448"/>
                  </a:lnTo>
                  <a:lnTo>
                    <a:pt x="110429" y="256862"/>
                  </a:lnTo>
                  <a:lnTo>
                    <a:pt x="110927" y="256834"/>
                  </a:lnTo>
                  <a:lnTo>
                    <a:pt x="111389" y="255917"/>
                  </a:lnTo>
                  <a:lnTo>
                    <a:pt x="111314" y="255514"/>
                  </a:lnTo>
                  <a:lnTo>
                    <a:pt x="111243" y="255218"/>
                  </a:lnTo>
                  <a:lnTo>
                    <a:pt x="111391" y="254948"/>
                  </a:lnTo>
                  <a:lnTo>
                    <a:pt x="111637" y="254445"/>
                  </a:lnTo>
                  <a:lnTo>
                    <a:pt x="111740" y="254204"/>
                  </a:lnTo>
                  <a:lnTo>
                    <a:pt x="111767" y="253968"/>
                  </a:lnTo>
                  <a:lnTo>
                    <a:pt x="111787" y="253278"/>
                  </a:lnTo>
                  <a:lnTo>
                    <a:pt x="111490" y="252873"/>
                  </a:lnTo>
                  <a:lnTo>
                    <a:pt x="111474" y="252541"/>
                  </a:lnTo>
                  <a:lnTo>
                    <a:pt x="111712" y="252321"/>
                  </a:lnTo>
                  <a:lnTo>
                    <a:pt x="111936" y="251759"/>
                  </a:lnTo>
                  <a:lnTo>
                    <a:pt x="111897" y="251217"/>
                  </a:lnTo>
                  <a:lnTo>
                    <a:pt x="112004" y="250580"/>
                  </a:lnTo>
                  <a:lnTo>
                    <a:pt x="112170" y="249973"/>
                  </a:lnTo>
                  <a:lnTo>
                    <a:pt x="111998" y="249258"/>
                  </a:lnTo>
                  <a:lnTo>
                    <a:pt x="111800" y="249158"/>
                  </a:lnTo>
                  <a:lnTo>
                    <a:pt x="110988" y="248999"/>
                  </a:lnTo>
                  <a:lnTo>
                    <a:pt x="110711" y="249094"/>
                  </a:lnTo>
                  <a:lnTo>
                    <a:pt x="110402" y="249261"/>
                  </a:lnTo>
                  <a:lnTo>
                    <a:pt x="110415" y="249605"/>
                  </a:lnTo>
                  <a:lnTo>
                    <a:pt x="110174" y="249676"/>
                  </a:lnTo>
                  <a:lnTo>
                    <a:pt x="109782" y="249561"/>
                  </a:lnTo>
                  <a:lnTo>
                    <a:pt x="109519" y="249207"/>
                  </a:lnTo>
                  <a:lnTo>
                    <a:pt x="109385" y="248897"/>
                  </a:lnTo>
                  <a:lnTo>
                    <a:pt x="109351" y="248521"/>
                  </a:lnTo>
                  <a:lnTo>
                    <a:pt x="109096" y="247905"/>
                  </a:lnTo>
                  <a:lnTo>
                    <a:pt x="108815" y="247339"/>
                  </a:lnTo>
                  <a:lnTo>
                    <a:pt x="108562" y="247163"/>
                  </a:lnTo>
                  <a:lnTo>
                    <a:pt x="108250" y="247075"/>
                  </a:lnTo>
                  <a:lnTo>
                    <a:pt x="108081" y="247047"/>
                  </a:lnTo>
                  <a:lnTo>
                    <a:pt x="107897" y="246634"/>
                  </a:lnTo>
                  <a:lnTo>
                    <a:pt x="108154" y="246057"/>
                  </a:lnTo>
                  <a:lnTo>
                    <a:pt x="107936" y="245763"/>
                  </a:lnTo>
                  <a:lnTo>
                    <a:pt x="107644" y="245466"/>
                  </a:lnTo>
                  <a:lnTo>
                    <a:pt x="107420" y="244734"/>
                  </a:lnTo>
                  <a:lnTo>
                    <a:pt x="107658" y="244255"/>
                  </a:lnTo>
                  <a:lnTo>
                    <a:pt x="107794" y="243998"/>
                  </a:lnTo>
                  <a:lnTo>
                    <a:pt x="107951" y="243933"/>
                  </a:lnTo>
                  <a:lnTo>
                    <a:pt x="107901" y="243492"/>
                  </a:lnTo>
                  <a:lnTo>
                    <a:pt x="107477" y="243091"/>
                  </a:lnTo>
                  <a:lnTo>
                    <a:pt x="107323" y="243023"/>
                  </a:lnTo>
                  <a:lnTo>
                    <a:pt x="107150" y="242951"/>
                  </a:lnTo>
                  <a:lnTo>
                    <a:pt x="106973" y="242877"/>
                  </a:lnTo>
                  <a:lnTo>
                    <a:pt x="106690" y="242670"/>
                  </a:lnTo>
                  <a:lnTo>
                    <a:pt x="105837" y="241898"/>
                  </a:lnTo>
                  <a:lnTo>
                    <a:pt x="105732" y="241568"/>
                  </a:lnTo>
                  <a:lnTo>
                    <a:pt x="105673" y="241436"/>
                  </a:lnTo>
                  <a:lnTo>
                    <a:pt x="104892" y="241390"/>
                  </a:lnTo>
                  <a:lnTo>
                    <a:pt x="104889" y="241641"/>
                  </a:lnTo>
                  <a:lnTo>
                    <a:pt x="105273" y="242023"/>
                  </a:lnTo>
                  <a:lnTo>
                    <a:pt x="105367" y="242418"/>
                  </a:lnTo>
                  <a:lnTo>
                    <a:pt x="105234" y="242526"/>
                  </a:lnTo>
                  <a:lnTo>
                    <a:pt x="105273" y="243012"/>
                  </a:lnTo>
                  <a:lnTo>
                    <a:pt x="105172" y="243304"/>
                  </a:lnTo>
                  <a:lnTo>
                    <a:pt x="104535" y="243431"/>
                  </a:lnTo>
                  <a:lnTo>
                    <a:pt x="104088" y="243422"/>
                  </a:lnTo>
                  <a:lnTo>
                    <a:pt x="104070" y="243734"/>
                  </a:lnTo>
                  <a:lnTo>
                    <a:pt x="104052" y="244010"/>
                  </a:lnTo>
                  <a:lnTo>
                    <a:pt x="103389" y="244345"/>
                  </a:lnTo>
                  <a:lnTo>
                    <a:pt x="103122" y="244385"/>
                  </a:lnTo>
                  <a:lnTo>
                    <a:pt x="102884" y="244372"/>
                  </a:lnTo>
                  <a:lnTo>
                    <a:pt x="102867" y="244193"/>
                  </a:lnTo>
                  <a:lnTo>
                    <a:pt x="102965" y="243660"/>
                  </a:lnTo>
                  <a:lnTo>
                    <a:pt x="102976" y="243430"/>
                  </a:lnTo>
                  <a:lnTo>
                    <a:pt x="102455" y="242976"/>
                  </a:lnTo>
                  <a:lnTo>
                    <a:pt x="102095" y="242863"/>
                  </a:lnTo>
                  <a:lnTo>
                    <a:pt x="101880" y="242795"/>
                  </a:lnTo>
                  <a:lnTo>
                    <a:pt x="101800" y="242017"/>
                  </a:lnTo>
                  <a:lnTo>
                    <a:pt x="101835" y="241836"/>
                  </a:lnTo>
                  <a:lnTo>
                    <a:pt x="102024" y="240803"/>
                  </a:lnTo>
                  <a:lnTo>
                    <a:pt x="101688" y="240560"/>
                  </a:lnTo>
                  <a:lnTo>
                    <a:pt x="101128" y="240173"/>
                  </a:lnTo>
                  <a:lnTo>
                    <a:pt x="100706" y="240072"/>
                  </a:lnTo>
                  <a:lnTo>
                    <a:pt x="100498" y="239934"/>
                  </a:lnTo>
                  <a:lnTo>
                    <a:pt x="100282" y="239932"/>
                  </a:lnTo>
                  <a:lnTo>
                    <a:pt x="100107" y="240232"/>
                  </a:lnTo>
                  <a:lnTo>
                    <a:pt x="99605" y="240727"/>
                  </a:lnTo>
                  <a:lnTo>
                    <a:pt x="99333" y="240693"/>
                  </a:lnTo>
                  <a:lnTo>
                    <a:pt x="98897" y="240653"/>
                  </a:lnTo>
                  <a:lnTo>
                    <a:pt x="98576" y="240943"/>
                  </a:lnTo>
                  <a:lnTo>
                    <a:pt x="97692" y="241457"/>
                  </a:lnTo>
                  <a:lnTo>
                    <a:pt x="97767" y="241841"/>
                  </a:lnTo>
                  <a:lnTo>
                    <a:pt x="97237" y="241782"/>
                  </a:lnTo>
                  <a:lnTo>
                    <a:pt x="96757" y="241792"/>
                  </a:lnTo>
                  <a:lnTo>
                    <a:pt x="96743" y="241937"/>
                  </a:lnTo>
                  <a:lnTo>
                    <a:pt x="96579" y="242020"/>
                  </a:lnTo>
                  <a:lnTo>
                    <a:pt x="96129" y="242085"/>
                  </a:lnTo>
                  <a:lnTo>
                    <a:pt x="95687" y="241910"/>
                  </a:lnTo>
                  <a:lnTo>
                    <a:pt x="95202" y="241738"/>
                  </a:lnTo>
                  <a:lnTo>
                    <a:pt x="95061" y="241709"/>
                  </a:lnTo>
                  <a:lnTo>
                    <a:pt x="95086" y="241545"/>
                  </a:lnTo>
                  <a:lnTo>
                    <a:pt x="95078" y="240746"/>
                  </a:lnTo>
                  <a:lnTo>
                    <a:pt x="94864" y="240402"/>
                  </a:lnTo>
                  <a:lnTo>
                    <a:pt x="94414" y="240142"/>
                  </a:lnTo>
                  <a:lnTo>
                    <a:pt x="93864" y="240155"/>
                  </a:lnTo>
                  <a:lnTo>
                    <a:pt x="93720" y="239977"/>
                  </a:lnTo>
                  <a:lnTo>
                    <a:pt x="94013" y="239600"/>
                  </a:lnTo>
                  <a:lnTo>
                    <a:pt x="93572" y="238951"/>
                  </a:lnTo>
                  <a:lnTo>
                    <a:pt x="93109" y="238676"/>
                  </a:lnTo>
                  <a:lnTo>
                    <a:pt x="93116" y="238516"/>
                  </a:lnTo>
                  <a:lnTo>
                    <a:pt x="91894" y="238620"/>
                  </a:lnTo>
                  <a:lnTo>
                    <a:pt x="91287" y="238707"/>
                  </a:lnTo>
                  <a:lnTo>
                    <a:pt x="91147" y="239061"/>
                  </a:lnTo>
                  <a:lnTo>
                    <a:pt x="91128" y="239195"/>
                  </a:lnTo>
                  <a:lnTo>
                    <a:pt x="91133" y="239461"/>
                  </a:lnTo>
                  <a:lnTo>
                    <a:pt x="91004" y="239748"/>
                  </a:lnTo>
                  <a:lnTo>
                    <a:pt x="90666" y="239814"/>
                  </a:lnTo>
                  <a:lnTo>
                    <a:pt x="90382" y="239743"/>
                  </a:lnTo>
                  <a:lnTo>
                    <a:pt x="89887" y="239513"/>
                  </a:lnTo>
                  <a:lnTo>
                    <a:pt x="89925" y="239116"/>
                  </a:lnTo>
                  <a:lnTo>
                    <a:pt x="89340" y="239102"/>
                  </a:lnTo>
                  <a:lnTo>
                    <a:pt x="89173" y="239123"/>
                  </a:lnTo>
                  <a:lnTo>
                    <a:pt x="88927" y="239188"/>
                  </a:lnTo>
                  <a:lnTo>
                    <a:pt x="88780" y="239281"/>
                  </a:lnTo>
                  <a:lnTo>
                    <a:pt x="88562" y="239350"/>
                  </a:lnTo>
                  <a:lnTo>
                    <a:pt x="87812" y="239578"/>
                  </a:lnTo>
                  <a:lnTo>
                    <a:pt x="87203" y="239755"/>
                  </a:lnTo>
                  <a:lnTo>
                    <a:pt x="86667" y="239566"/>
                  </a:lnTo>
                  <a:lnTo>
                    <a:pt x="86358" y="239373"/>
                  </a:lnTo>
                  <a:lnTo>
                    <a:pt x="86004" y="239511"/>
                  </a:lnTo>
                  <a:lnTo>
                    <a:pt x="85360" y="239513"/>
                  </a:lnTo>
                  <a:lnTo>
                    <a:pt x="84656" y="239303"/>
                  </a:lnTo>
                  <a:lnTo>
                    <a:pt x="83942" y="239065"/>
                  </a:lnTo>
                  <a:lnTo>
                    <a:pt x="83224" y="238989"/>
                  </a:lnTo>
                  <a:lnTo>
                    <a:pt x="83447" y="238388"/>
                  </a:lnTo>
                  <a:lnTo>
                    <a:pt x="83596" y="237993"/>
                  </a:lnTo>
                  <a:lnTo>
                    <a:pt x="83641" y="237852"/>
                  </a:lnTo>
                  <a:lnTo>
                    <a:pt x="83305" y="237803"/>
                  </a:lnTo>
                  <a:lnTo>
                    <a:pt x="83190" y="237938"/>
                  </a:lnTo>
                  <a:lnTo>
                    <a:pt x="82767" y="237894"/>
                  </a:lnTo>
                  <a:lnTo>
                    <a:pt x="82591" y="237860"/>
                  </a:lnTo>
                  <a:lnTo>
                    <a:pt x="81796" y="237564"/>
                  </a:lnTo>
                  <a:lnTo>
                    <a:pt x="82280" y="237276"/>
                  </a:lnTo>
                  <a:lnTo>
                    <a:pt x="82626" y="237254"/>
                  </a:lnTo>
                  <a:lnTo>
                    <a:pt x="82649" y="237061"/>
                  </a:lnTo>
                  <a:lnTo>
                    <a:pt x="82529" y="236898"/>
                  </a:lnTo>
                  <a:lnTo>
                    <a:pt x="82280" y="236454"/>
                  </a:lnTo>
                  <a:lnTo>
                    <a:pt x="81886" y="236305"/>
                  </a:lnTo>
                  <a:lnTo>
                    <a:pt x="81588" y="236298"/>
                  </a:lnTo>
                  <a:lnTo>
                    <a:pt x="81362" y="236303"/>
                  </a:lnTo>
                  <a:lnTo>
                    <a:pt x="81038" y="236174"/>
                  </a:lnTo>
                  <a:lnTo>
                    <a:pt x="80817" y="235750"/>
                  </a:lnTo>
                  <a:lnTo>
                    <a:pt x="80644" y="235512"/>
                  </a:lnTo>
                  <a:lnTo>
                    <a:pt x="79771" y="235559"/>
                  </a:lnTo>
                  <a:lnTo>
                    <a:pt x="79474" y="235521"/>
                  </a:lnTo>
                  <a:lnTo>
                    <a:pt x="79393" y="235083"/>
                  </a:lnTo>
                  <a:lnTo>
                    <a:pt x="79169" y="234992"/>
                  </a:lnTo>
                  <a:lnTo>
                    <a:pt x="78830" y="234895"/>
                  </a:lnTo>
                  <a:lnTo>
                    <a:pt x="78130" y="234492"/>
                  </a:lnTo>
                  <a:lnTo>
                    <a:pt x="77750" y="234315"/>
                  </a:lnTo>
                  <a:lnTo>
                    <a:pt x="77369" y="234224"/>
                  </a:lnTo>
                  <a:lnTo>
                    <a:pt x="77550" y="233270"/>
                  </a:lnTo>
                  <a:lnTo>
                    <a:pt x="77958" y="232826"/>
                  </a:lnTo>
                  <a:lnTo>
                    <a:pt x="78453" y="232080"/>
                  </a:lnTo>
                  <a:lnTo>
                    <a:pt x="78300" y="231155"/>
                  </a:lnTo>
                  <a:lnTo>
                    <a:pt x="78155" y="230887"/>
                  </a:lnTo>
                  <a:lnTo>
                    <a:pt x="78145" y="230718"/>
                  </a:lnTo>
                  <a:lnTo>
                    <a:pt x="78359" y="230552"/>
                  </a:lnTo>
                  <a:lnTo>
                    <a:pt x="78528" y="230467"/>
                  </a:lnTo>
                  <a:lnTo>
                    <a:pt x="78499" y="230112"/>
                  </a:lnTo>
                  <a:lnTo>
                    <a:pt x="78045" y="229888"/>
                  </a:lnTo>
                  <a:lnTo>
                    <a:pt x="77551" y="230260"/>
                  </a:lnTo>
                  <a:lnTo>
                    <a:pt x="77375" y="230242"/>
                  </a:lnTo>
                  <a:lnTo>
                    <a:pt x="77094" y="230032"/>
                  </a:lnTo>
                  <a:lnTo>
                    <a:pt x="77179" y="229721"/>
                  </a:lnTo>
                  <a:lnTo>
                    <a:pt x="77191" y="229522"/>
                  </a:lnTo>
                  <a:lnTo>
                    <a:pt x="76973" y="229274"/>
                  </a:lnTo>
                  <a:lnTo>
                    <a:pt x="76711" y="229405"/>
                  </a:lnTo>
                  <a:lnTo>
                    <a:pt x="76356" y="229508"/>
                  </a:lnTo>
                  <a:lnTo>
                    <a:pt x="76241" y="229244"/>
                  </a:lnTo>
                  <a:lnTo>
                    <a:pt x="76182" y="229048"/>
                  </a:lnTo>
                  <a:lnTo>
                    <a:pt x="76090" y="228836"/>
                  </a:lnTo>
                  <a:lnTo>
                    <a:pt x="75673" y="228623"/>
                  </a:lnTo>
                  <a:lnTo>
                    <a:pt x="75347" y="228311"/>
                  </a:lnTo>
                  <a:lnTo>
                    <a:pt x="74985" y="227758"/>
                  </a:lnTo>
                  <a:lnTo>
                    <a:pt x="74826" y="227193"/>
                  </a:lnTo>
                  <a:lnTo>
                    <a:pt x="75097" y="226901"/>
                  </a:lnTo>
                  <a:lnTo>
                    <a:pt x="75115" y="226547"/>
                  </a:lnTo>
                  <a:lnTo>
                    <a:pt x="75110" y="226393"/>
                  </a:lnTo>
                  <a:lnTo>
                    <a:pt x="74874" y="226070"/>
                  </a:lnTo>
                  <a:lnTo>
                    <a:pt x="74765" y="225666"/>
                  </a:lnTo>
                  <a:lnTo>
                    <a:pt x="74921" y="225362"/>
                  </a:lnTo>
                  <a:lnTo>
                    <a:pt x="75102" y="225161"/>
                  </a:lnTo>
                  <a:lnTo>
                    <a:pt x="75332" y="224731"/>
                  </a:lnTo>
                  <a:lnTo>
                    <a:pt x="75366" y="224379"/>
                  </a:lnTo>
                  <a:lnTo>
                    <a:pt x="75204" y="223926"/>
                  </a:lnTo>
                  <a:lnTo>
                    <a:pt x="74881" y="223773"/>
                  </a:lnTo>
                  <a:lnTo>
                    <a:pt x="74614" y="223725"/>
                  </a:lnTo>
                  <a:lnTo>
                    <a:pt x="74244" y="223621"/>
                  </a:lnTo>
                  <a:lnTo>
                    <a:pt x="74406" y="223083"/>
                  </a:lnTo>
                  <a:lnTo>
                    <a:pt x="74792" y="222417"/>
                  </a:lnTo>
                  <a:lnTo>
                    <a:pt x="74787" y="222170"/>
                  </a:lnTo>
                  <a:lnTo>
                    <a:pt x="74000" y="222104"/>
                  </a:lnTo>
                  <a:lnTo>
                    <a:pt x="72908" y="221663"/>
                  </a:lnTo>
                  <a:lnTo>
                    <a:pt x="72229" y="221501"/>
                  </a:lnTo>
                  <a:lnTo>
                    <a:pt x="71435" y="221532"/>
                  </a:lnTo>
                  <a:lnTo>
                    <a:pt x="71230" y="221510"/>
                  </a:lnTo>
                  <a:lnTo>
                    <a:pt x="70917" y="221458"/>
                  </a:lnTo>
                  <a:lnTo>
                    <a:pt x="70789" y="221418"/>
                  </a:lnTo>
                  <a:lnTo>
                    <a:pt x="70600" y="221140"/>
                  </a:lnTo>
                  <a:lnTo>
                    <a:pt x="70373" y="221175"/>
                  </a:lnTo>
                  <a:lnTo>
                    <a:pt x="70145" y="221397"/>
                  </a:lnTo>
                  <a:lnTo>
                    <a:pt x="70126" y="221642"/>
                  </a:lnTo>
                  <a:lnTo>
                    <a:pt x="70112" y="221835"/>
                  </a:lnTo>
                  <a:lnTo>
                    <a:pt x="70126" y="221970"/>
                  </a:lnTo>
                  <a:lnTo>
                    <a:pt x="69925" y="222096"/>
                  </a:lnTo>
                  <a:lnTo>
                    <a:pt x="69660" y="221912"/>
                  </a:lnTo>
                  <a:lnTo>
                    <a:pt x="69230" y="221862"/>
                  </a:lnTo>
                  <a:lnTo>
                    <a:pt x="69035" y="221914"/>
                  </a:lnTo>
                  <a:lnTo>
                    <a:pt x="68765" y="222030"/>
                  </a:lnTo>
                  <a:lnTo>
                    <a:pt x="68604" y="222178"/>
                  </a:lnTo>
                  <a:lnTo>
                    <a:pt x="68188" y="222410"/>
                  </a:lnTo>
                  <a:lnTo>
                    <a:pt x="67657" y="221660"/>
                  </a:lnTo>
                  <a:lnTo>
                    <a:pt x="67297" y="221331"/>
                  </a:lnTo>
                  <a:lnTo>
                    <a:pt x="67121" y="221221"/>
                  </a:lnTo>
                  <a:lnTo>
                    <a:pt x="66926" y="221024"/>
                  </a:lnTo>
                  <a:lnTo>
                    <a:pt x="66629" y="220831"/>
                  </a:lnTo>
                  <a:lnTo>
                    <a:pt x="66380" y="220631"/>
                  </a:lnTo>
                  <a:lnTo>
                    <a:pt x="66217" y="220264"/>
                  </a:lnTo>
                  <a:lnTo>
                    <a:pt x="65853" y="220038"/>
                  </a:lnTo>
                  <a:lnTo>
                    <a:pt x="65873" y="219631"/>
                  </a:lnTo>
                  <a:lnTo>
                    <a:pt x="65601" y="219009"/>
                  </a:lnTo>
                  <a:lnTo>
                    <a:pt x="65461" y="218845"/>
                  </a:lnTo>
                  <a:lnTo>
                    <a:pt x="64833" y="218347"/>
                  </a:lnTo>
                  <a:lnTo>
                    <a:pt x="64658" y="218267"/>
                  </a:lnTo>
                  <a:lnTo>
                    <a:pt x="64172" y="218069"/>
                  </a:lnTo>
                  <a:lnTo>
                    <a:pt x="63849" y="218149"/>
                  </a:lnTo>
                  <a:lnTo>
                    <a:pt x="63528" y="218112"/>
                  </a:lnTo>
                  <a:lnTo>
                    <a:pt x="63282" y="218006"/>
                  </a:lnTo>
                  <a:lnTo>
                    <a:pt x="62922" y="217832"/>
                  </a:lnTo>
                  <a:lnTo>
                    <a:pt x="62578" y="217765"/>
                  </a:lnTo>
                  <a:lnTo>
                    <a:pt x="62440" y="217801"/>
                  </a:lnTo>
                  <a:lnTo>
                    <a:pt x="62038" y="217817"/>
                  </a:lnTo>
                  <a:lnTo>
                    <a:pt x="61376" y="217787"/>
                  </a:lnTo>
                  <a:lnTo>
                    <a:pt x="60943" y="217786"/>
                  </a:lnTo>
                  <a:lnTo>
                    <a:pt x="60070" y="217751"/>
                  </a:lnTo>
                  <a:lnTo>
                    <a:pt x="59613" y="217550"/>
                  </a:lnTo>
                  <a:lnTo>
                    <a:pt x="58996" y="217377"/>
                  </a:lnTo>
                  <a:lnTo>
                    <a:pt x="58649" y="217156"/>
                  </a:lnTo>
                  <a:lnTo>
                    <a:pt x="58434" y="217097"/>
                  </a:lnTo>
                  <a:lnTo>
                    <a:pt x="58143" y="217061"/>
                  </a:lnTo>
                  <a:lnTo>
                    <a:pt x="57666" y="217103"/>
                  </a:lnTo>
                  <a:lnTo>
                    <a:pt x="56520" y="217103"/>
                  </a:lnTo>
                  <a:lnTo>
                    <a:pt x="56187" y="217195"/>
                  </a:lnTo>
                  <a:lnTo>
                    <a:pt x="55893" y="217071"/>
                  </a:lnTo>
                  <a:lnTo>
                    <a:pt x="56348" y="216543"/>
                  </a:lnTo>
                  <a:lnTo>
                    <a:pt x="56770" y="216659"/>
                  </a:lnTo>
                  <a:lnTo>
                    <a:pt x="56984" y="216598"/>
                  </a:lnTo>
                  <a:lnTo>
                    <a:pt x="57262" y="216097"/>
                  </a:lnTo>
                  <a:lnTo>
                    <a:pt x="57179" y="215666"/>
                  </a:lnTo>
                  <a:lnTo>
                    <a:pt x="56848" y="215751"/>
                  </a:lnTo>
                  <a:lnTo>
                    <a:pt x="56676" y="215781"/>
                  </a:lnTo>
                  <a:lnTo>
                    <a:pt x="56379" y="215484"/>
                  </a:lnTo>
                  <a:lnTo>
                    <a:pt x="56319" y="215106"/>
                  </a:lnTo>
                  <a:lnTo>
                    <a:pt x="55981" y="214977"/>
                  </a:lnTo>
                  <a:lnTo>
                    <a:pt x="55303" y="214634"/>
                  </a:lnTo>
                  <a:lnTo>
                    <a:pt x="55119" y="214355"/>
                  </a:lnTo>
                  <a:lnTo>
                    <a:pt x="54738" y="214081"/>
                  </a:lnTo>
                  <a:lnTo>
                    <a:pt x="53886" y="214200"/>
                  </a:lnTo>
                  <a:lnTo>
                    <a:pt x="53424" y="214041"/>
                  </a:lnTo>
                  <a:lnTo>
                    <a:pt x="53433" y="213845"/>
                  </a:lnTo>
                  <a:lnTo>
                    <a:pt x="53534" y="213652"/>
                  </a:lnTo>
                  <a:lnTo>
                    <a:pt x="53693" y="213639"/>
                  </a:lnTo>
                  <a:lnTo>
                    <a:pt x="53701" y="213481"/>
                  </a:lnTo>
                  <a:lnTo>
                    <a:pt x="53326" y="213310"/>
                  </a:lnTo>
                  <a:lnTo>
                    <a:pt x="53006" y="213346"/>
                  </a:lnTo>
                  <a:lnTo>
                    <a:pt x="52231" y="212820"/>
                  </a:lnTo>
                  <a:lnTo>
                    <a:pt x="52135" y="212519"/>
                  </a:lnTo>
                  <a:lnTo>
                    <a:pt x="52145" y="212239"/>
                  </a:lnTo>
                  <a:lnTo>
                    <a:pt x="52505" y="211749"/>
                  </a:lnTo>
                  <a:lnTo>
                    <a:pt x="52488" y="211545"/>
                  </a:lnTo>
                  <a:lnTo>
                    <a:pt x="52139" y="211529"/>
                  </a:lnTo>
                  <a:lnTo>
                    <a:pt x="51881" y="211517"/>
                  </a:lnTo>
                  <a:lnTo>
                    <a:pt x="51634" y="211349"/>
                  </a:lnTo>
                  <a:lnTo>
                    <a:pt x="51643" y="211146"/>
                  </a:lnTo>
                  <a:lnTo>
                    <a:pt x="51658" y="210990"/>
                  </a:lnTo>
                  <a:lnTo>
                    <a:pt x="51598" y="210408"/>
                  </a:lnTo>
                  <a:lnTo>
                    <a:pt x="51413" y="210418"/>
                  </a:lnTo>
                  <a:lnTo>
                    <a:pt x="50722" y="210392"/>
                  </a:lnTo>
                  <a:lnTo>
                    <a:pt x="50506" y="209953"/>
                  </a:lnTo>
                  <a:lnTo>
                    <a:pt x="50443" y="209790"/>
                  </a:lnTo>
                  <a:lnTo>
                    <a:pt x="50082" y="209745"/>
                  </a:lnTo>
                  <a:lnTo>
                    <a:pt x="49825" y="209792"/>
                  </a:lnTo>
                  <a:lnTo>
                    <a:pt x="49566" y="209675"/>
                  </a:lnTo>
                  <a:lnTo>
                    <a:pt x="49479" y="209357"/>
                  </a:lnTo>
                  <a:lnTo>
                    <a:pt x="49538" y="208739"/>
                  </a:lnTo>
                  <a:lnTo>
                    <a:pt x="49187" y="208214"/>
                  </a:lnTo>
                  <a:lnTo>
                    <a:pt x="48897" y="208229"/>
                  </a:lnTo>
                  <a:lnTo>
                    <a:pt x="48727" y="208254"/>
                  </a:lnTo>
                  <a:lnTo>
                    <a:pt x="48548" y="208382"/>
                  </a:lnTo>
                  <a:lnTo>
                    <a:pt x="48000" y="208505"/>
                  </a:lnTo>
                  <a:lnTo>
                    <a:pt x="47746" y="208422"/>
                  </a:lnTo>
                  <a:lnTo>
                    <a:pt x="47598" y="208420"/>
                  </a:lnTo>
                  <a:lnTo>
                    <a:pt x="47369" y="208983"/>
                  </a:lnTo>
                  <a:lnTo>
                    <a:pt x="47144" y="209167"/>
                  </a:lnTo>
                  <a:lnTo>
                    <a:pt x="46727" y="208996"/>
                  </a:lnTo>
                  <a:lnTo>
                    <a:pt x="46578" y="209038"/>
                  </a:lnTo>
                  <a:lnTo>
                    <a:pt x="46485" y="208820"/>
                  </a:lnTo>
                  <a:lnTo>
                    <a:pt x="46217" y="208489"/>
                  </a:lnTo>
                  <a:lnTo>
                    <a:pt x="46223" y="208215"/>
                  </a:lnTo>
                  <a:lnTo>
                    <a:pt x="46479" y="208139"/>
                  </a:lnTo>
                  <a:lnTo>
                    <a:pt x="46774" y="207877"/>
                  </a:lnTo>
                  <a:lnTo>
                    <a:pt x="46867" y="207732"/>
                  </a:lnTo>
                  <a:lnTo>
                    <a:pt x="46884" y="207524"/>
                  </a:lnTo>
                  <a:lnTo>
                    <a:pt x="46896" y="207335"/>
                  </a:lnTo>
                  <a:lnTo>
                    <a:pt x="46872" y="207007"/>
                  </a:lnTo>
                  <a:lnTo>
                    <a:pt x="46757" y="206690"/>
                  </a:lnTo>
                  <a:lnTo>
                    <a:pt x="47078" y="205984"/>
                  </a:lnTo>
                  <a:lnTo>
                    <a:pt x="47458" y="205403"/>
                  </a:lnTo>
                  <a:lnTo>
                    <a:pt x="46659" y="204749"/>
                  </a:lnTo>
                  <a:lnTo>
                    <a:pt x="46495" y="204874"/>
                  </a:lnTo>
                  <a:lnTo>
                    <a:pt x="46138" y="204877"/>
                  </a:lnTo>
                  <a:lnTo>
                    <a:pt x="45912" y="204449"/>
                  </a:lnTo>
                  <a:lnTo>
                    <a:pt x="46225" y="204262"/>
                  </a:lnTo>
                  <a:lnTo>
                    <a:pt x="46285" y="204023"/>
                  </a:lnTo>
                  <a:lnTo>
                    <a:pt x="45952" y="203568"/>
                  </a:lnTo>
                  <a:lnTo>
                    <a:pt x="45956" y="203312"/>
                  </a:lnTo>
                  <a:lnTo>
                    <a:pt x="46237" y="202948"/>
                  </a:lnTo>
                  <a:lnTo>
                    <a:pt x="46386" y="202977"/>
                  </a:lnTo>
                  <a:lnTo>
                    <a:pt x="46647" y="202990"/>
                  </a:lnTo>
                  <a:lnTo>
                    <a:pt x="47553" y="202869"/>
                  </a:lnTo>
                  <a:lnTo>
                    <a:pt x="47747" y="202091"/>
                  </a:lnTo>
                  <a:lnTo>
                    <a:pt x="47957" y="201880"/>
                  </a:lnTo>
                  <a:lnTo>
                    <a:pt x="47943" y="200965"/>
                  </a:lnTo>
                  <a:lnTo>
                    <a:pt x="47855" y="200355"/>
                  </a:lnTo>
                  <a:lnTo>
                    <a:pt x="47797" y="199677"/>
                  </a:lnTo>
                  <a:lnTo>
                    <a:pt x="48332" y="199385"/>
                  </a:lnTo>
                  <a:lnTo>
                    <a:pt x="48179" y="198949"/>
                  </a:lnTo>
                  <a:lnTo>
                    <a:pt x="48051" y="198685"/>
                  </a:lnTo>
                  <a:lnTo>
                    <a:pt x="48198" y="198394"/>
                  </a:lnTo>
                  <a:lnTo>
                    <a:pt x="48352" y="197876"/>
                  </a:lnTo>
                  <a:lnTo>
                    <a:pt x="48223" y="197346"/>
                  </a:lnTo>
                  <a:lnTo>
                    <a:pt x="48291" y="197113"/>
                  </a:lnTo>
                  <a:lnTo>
                    <a:pt x="48808" y="196546"/>
                  </a:lnTo>
                  <a:lnTo>
                    <a:pt x="49282" y="195982"/>
                  </a:lnTo>
                  <a:lnTo>
                    <a:pt x="49540" y="195666"/>
                  </a:lnTo>
                  <a:lnTo>
                    <a:pt x="49814" y="195492"/>
                  </a:lnTo>
                  <a:lnTo>
                    <a:pt x="49838" y="195246"/>
                  </a:lnTo>
                  <a:lnTo>
                    <a:pt x="49893" y="195111"/>
                  </a:lnTo>
                  <a:lnTo>
                    <a:pt x="50151" y="195134"/>
                  </a:lnTo>
                  <a:lnTo>
                    <a:pt x="50389" y="194827"/>
                  </a:lnTo>
                  <a:lnTo>
                    <a:pt x="50544" y="194845"/>
                  </a:lnTo>
                  <a:lnTo>
                    <a:pt x="50686" y="194861"/>
                  </a:lnTo>
                  <a:lnTo>
                    <a:pt x="51052" y="194935"/>
                  </a:lnTo>
                  <a:lnTo>
                    <a:pt x="51352" y="195033"/>
                  </a:lnTo>
                  <a:lnTo>
                    <a:pt x="51575" y="194989"/>
                  </a:lnTo>
                  <a:lnTo>
                    <a:pt x="52570" y="194704"/>
                  </a:lnTo>
                  <a:lnTo>
                    <a:pt x="52668" y="194541"/>
                  </a:lnTo>
                  <a:lnTo>
                    <a:pt x="53175" y="194424"/>
                  </a:lnTo>
                  <a:lnTo>
                    <a:pt x="53633" y="194634"/>
                  </a:lnTo>
                  <a:lnTo>
                    <a:pt x="53780" y="194610"/>
                  </a:lnTo>
                  <a:lnTo>
                    <a:pt x="54242" y="194536"/>
                  </a:lnTo>
                  <a:lnTo>
                    <a:pt x="54470" y="194461"/>
                  </a:lnTo>
                  <a:lnTo>
                    <a:pt x="54646" y="194415"/>
                  </a:lnTo>
                  <a:lnTo>
                    <a:pt x="55064" y="194367"/>
                  </a:lnTo>
                  <a:lnTo>
                    <a:pt x="55292" y="194382"/>
                  </a:lnTo>
                  <a:lnTo>
                    <a:pt x="55916" y="194209"/>
                  </a:lnTo>
                  <a:lnTo>
                    <a:pt x="56274" y="194084"/>
                  </a:lnTo>
                  <a:lnTo>
                    <a:pt x="56839" y="193919"/>
                  </a:lnTo>
                  <a:lnTo>
                    <a:pt x="57161" y="193845"/>
                  </a:lnTo>
                  <a:lnTo>
                    <a:pt x="57540" y="193752"/>
                  </a:lnTo>
                  <a:lnTo>
                    <a:pt x="57805" y="193576"/>
                  </a:lnTo>
                  <a:lnTo>
                    <a:pt x="57947" y="193433"/>
                  </a:lnTo>
                  <a:lnTo>
                    <a:pt x="58075" y="192991"/>
                  </a:lnTo>
                  <a:lnTo>
                    <a:pt x="58154" y="192810"/>
                  </a:lnTo>
                  <a:lnTo>
                    <a:pt x="58301" y="192693"/>
                  </a:lnTo>
                  <a:lnTo>
                    <a:pt x="58742" y="192657"/>
                  </a:lnTo>
                  <a:lnTo>
                    <a:pt x="59129" y="193094"/>
                  </a:lnTo>
                  <a:lnTo>
                    <a:pt x="59310" y="193164"/>
                  </a:lnTo>
                  <a:lnTo>
                    <a:pt x="59438" y="193211"/>
                  </a:lnTo>
                  <a:lnTo>
                    <a:pt x="60000" y="193051"/>
                  </a:lnTo>
                  <a:lnTo>
                    <a:pt x="60187" y="193054"/>
                  </a:lnTo>
                  <a:lnTo>
                    <a:pt x="60941" y="192744"/>
                  </a:lnTo>
                  <a:lnTo>
                    <a:pt x="61114" y="192734"/>
                  </a:lnTo>
                  <a:lnTo>
                    <a:pt x="61439" y="192907"/>
                  </a:lnTo>
                  <a:lnTo>
                    <a:pt x="62691" y="193306"/>
                  </a:lnTo>
                  <a:lnTo>
                    <a:pt x="63284" y="193464"/>
                  </a:lnTo>
                  <a:lnTo>
                    <a:pt x="63647" y="193540"/>
                  </a:lnTo>
                  <a:lnTo>
                    <a:pt x="63864" y="193630"/>
                  </a:lnTo>
                  <a:lnTo>
                    <a:pt x="64500" y="193943"/>
                  </a:lnTo>
                  <a:lnTo>
                    <a:pt x="64454" y="194173"/>
                  </a:lnTo>
                  <a:lnTo>
                    <a:pt x="64658" y="194381"/>
                  </a:lnTo>
                  <a:lnTo>
                    <a:pt x="64974" y="194140"/>
                  </a:lnTo>
                  <a:lnTo>
                    <a:pt x="65171" y="193978"/>
                  </a:lnTo>
                  <a:lnTo>
                    <a:pt x="65386" y="193968"/>
                  </a:lnTo>
                  <a:lnTo>
                    <a:pt x="65815" y="193941"/>
                  </a:lnTo>
                  <a:lnTo>
                    <a:pt x="65903" y="193531"/>
                  </a:lnTo>
                  <a:lnTo>
                    <a:pt x="65945" y="193366"/>
                  </a:lnTo>
                  <a:lnTo>
                    <a:pt x="66000" y="193045"/>
                  </a:lnTo>
                  <a:lnTo>
                    <a:pt x="66004" y="192580"/>
                  </a:lnTo>
                  <a:lnTo>
                    <a:pt x="65891" y="192214"/>
                  </a:lnTo>
                  <a:lnTo>
                    <a:pt x="65847" y="192071"/>
                  </a:lnTo>
                  <a:lnTo>
                    <a:pt x="65728" y="191686"/>
                  </a:lnTo>
                  <a:lnTo>
                    <a:pt x="65677" y="191519"/>
                  </a:lnTo>
                  <a:lnTo>
                    <a:pt x="65972" y="191181"/>
                  </a:lnTo>
                  <a:lnTo>
                    <a:pt x="66050" y="190827"/>
                  </a:lnTo>
                  <a:lnTo>
                    <a:pt x="66594" y="191024"/>
                  </a:lnTo>
                  <a:lnTo>
                    <a:pt x="66776" y="191136"/>
                  </a:lnTo>
                  <a:lnTo>
                    <a:pt x="66805" y="191741"/>
                  </a:lnTo>
                  <a:lnTo>
                    <a:pt x="66831" y="192856"/>
                  </a:lnTo>
                  <a:lnTo>
                    <a:pt x="66632" y="193188"/>
                  </a:lnTo>
                  <a:lnTo>
                    <a:pt x="66644" y="193326"/>
                  </a:lnTo>
                  <a:lnTo>
                    <a:pt x="67136" y="193115"/>
                  </a:lnTo>
                  <a:lnTo>
                    <a:pt x="67008" y="192879"/>
                  </a:lnTo>
                  <a:lnTo>
                    <a:pt x="66957" y="191404"/>
                  </a:lnTo>
                  <a:lnTo>
                    <a:pt x="67117" y="191300"/>
                  </a:lnTo>
                  <a:lnTo>
                    <a:pt x="68152" y="191996"/>
                  </a:lnTo>
                  <a:lnTo>
                    <a:pt x="68311" y="192195"/>
                  </a:lnTo>
                  <a:lnTo>
                    <a:pt x="68373" y="193012"/>
                  </a:lnTo>
                  <a:lnTo>
                    <a:pt x="68265" y="193460"/>
                  </a:lnTo>
                  <a:lnTo>
                    <a:pt x="68842" y="193567"/>
                  </a:lnTo>
                  <a:lnTo>
                    <a:pt x="69420" y="193565"/>
                  </a:lnTo>
                  <a:lnTo>
                    <a:pt x="69425" y="193151"/>
                  </a:lnTo>
                  <a:lnTo>
                    <a:pt x="69188" y="192818"/>
                  </a:lnTo>
                  <a:lnTo>
                    <a:pt x="68633" y="193027"/>
                  </a:lnTo>
                  <a:lnTo>
                    <a:pt x="68479" y="192972"/>
                  </a:lnTo>
                  <a:lnTo>
                    <a:pt x="68560" y="192217"/>
                  </a:lnTo>
                  <a:lnTo>
                    <a:pt x="68824" y="192415"/>
                  </a:lnTo>
                  <a:lnTo>
                    <a:pt x="69160" y="192636"/>
                  </a:lnTo>
                  <a:lnTo>
                    <a:pt x="70971" y="193777"/>
                  </a:lnTo>
                  <a:lnTo>
                    <a:pt x="71393" y="194037"/>
                  </a:lnTo>
                  <a:lnTo>
                    <a:pt x="71136" y="194535"/>
                  </a:lnTo>
                  <a:lnTo>
                    <a:pt x="71138" y="194794"/>
                  </a:lnTo>
                  <a:lnTo>
                    <a:pt x="71539" y="194856"/>
                  </a:lnTo>
                  <a:lnTo>
                    <a:pt x="71711" y="194519"/>
                  </a:lnTo>
                  <a:lnTo>
                    <a:pt x="71814" y="194295"/>
                  </a:lnTo>
                  <a:lnTo>
                    <a:pt x="72679" y="194833"/>
                  </a:lnTo>
                  <a:lnTo>
                    <a:pt x="72675" y="195046"/>
                  </a:lnTo>
                  <a:lnTo>
                    <a:pt x="72472" y="195089"/>
                  </a:lnTo>
                  <a:lnTo>
                    <a:pt x="72473" y="195571"/>
                  </a:lnTo>
                  <a:lnTo>
                    <a:pt x="72474" y="195750"/>
                  </a:lnTo>
                  <a:lnTo>
                    <a:pt x="72481" y="196068"/>
                  </a:lnTo>
                  <a:lnTo>
                    <a:pt x="72491" y="196267"/>
                  </a:lnTo>
                  <a:lnTo>
                    <a:pt x="72628" y="196377"/>
                  </a:lnTo>
                  <a:lnTo>
                    <a:pt x="72770" y="196259"/>
                  </a:lnTo>
                  <a:lnTo>
                    <a:pt x="73126" y="196118"/>
                  </a:lnTo>
                  <a:lnTo>
                    <a:pt x="73374" y="196261"/>
                  </a:lnTo>
                  <a:lnTo>
                    <a:pt x="73473" y="196521"/>
                  </a:lnTo>
                  <a:lnTo>
                    <a:pt x="73861" y="196654"/>
                  </a:lnTo>
                  <a:lnTo>
                    <a:pt x="74030" y="196633"/>
                  </a:lnTo>
                  <a:lnTo>
                    <a:pt x="74454" y="196540"/>
                  </a:lnTo>
                  <a:lnTo>
                    <a:pt x="74577" y="196704"/>
                  </a:lnTo>
                  <a:lnTo>
                    <a:pt x="74150" y="196776"/>
                  </a:lnTo>
                  <a:lnTo>
                    <a:pt x="73555" y="196864"/>
                  </a:lnTo>
                  <a:lnTo>
                    <a:pt x="73214" y="196877"/>
                  </a:lnTo>
                  <a:lnTo>
                    <a:pt x="73036" y="196975"/>
                  </a:lnTo>
                  <a:lnTo>
                    <a:pt x="72651" y="197403"/>
                  </a:lnTo>
                  <a:lnTo>
                    <a:pt x="72653" y="197549"/>
                  </a:lnTo>
                  <a:lnTo>
                    <a:pt x="72670" y="197685"/>
                  </a:lnTo>
                  <a:lnTo>
                    <a:pt x="72794" y="197942"/>
                  </a:lnTo>
                  <a:lnTo>
                    <a:pt x="72977" y="197925"/>
                  </a:lnTo>
                  <a:lnTo>
                    <a:pt x="73701" y="197892"/>
                  </a:lnTo>
                  <a:lnTo>
                    <a:pt x="74119" y="197874"/>
                  </a:lnTo>
                  <a:lnTo>
                    <a:pt x="74577" y="197921"/>
                  </a:lnTo>
                  <a:lnTo>
                    <a:pt x="74625" y="198174"/>
                  </a:lnTo>
                  <a:lnTo>
                    <a:pt x="74750" y="198521"/>
                  </a:lnTo>
                  <a:lnTo>
                    <a:pt x="74875" y="198856"/>
                  </a:lnTo>
                  <a:lnTo>
                    <a:pt x="75170" y="199626"/>
                  </a:lnTo>
                  <a:lnTo>
                    <a:pt x="75344" y="200007"/>
                  </a:lnTo>
                  <a:lnTo>
                    <a:pt x="74988" y="199949"/>
                  </a:lnTo>
                  <a:lnTo>
                    <a:pt x="74923" y="199803"/>
                  </a:lnTo>
                  <a:lnTo>
                    <a:pt x="74737" y="199759"/>
                  </a:lnTo>
                  <a:lnTo>
                    <a:pt x="73976" y="199806"/>
                  </a:lnTo>
                  <a:lnTo>
                    <a:pt x="73841" y="199829"/>
                  </a:lnTo>
                  <a:lnTo>
                    <a:pt x="73813" y="200014"/>
                  </a:lnTo>
                  <a:lnTo>
                    <a:pt x="73918" y="200655"/>
                  </a:lnTo>
                  <a:lnTo>
                    <a:pt x="74508" y="201219"/>
                  </a:lnTo>
                  <a:lnTo>
                    <a:pt x="75004" y="201414"/>
                  </a:lnTo>
                  <a:lnTo>
                    <a:pt x="75185" y="201583"/>
                  </a:lnTo>
                  <a:lnTo>
                    <a:pt x="75006" y="202193"/>
                  </a:lnTo>
                  <a:lnTo>
                    <a:pt x="75758" y="202218"/>
                  </a:lnTo>
                  <a:lnTo>
                    <a:pt x="76501" y="202014"/>
                  </a:lnTo>
                  <a:lnTo>
                    <a:pt x="76804" y="201946"/>
                  </a:lnTo>
                  <a:lnTo>
                    <a:pt x="77434" y="202908"/>
                  </a:lnTo>
                  <a:lnTo>
                    <a:pt x="77568" y="203122"/>
                  </a:lnTo>
                  <a:lnTo>
                    <a:pt x="77924" y="203532"/>
                  </a:lnTo>
                  <a:lnTo>
                    <a:pt x="78473" y="204024"/>
                  </a:lnTo>
                  <a:lnTo>
                    <a:pt x="79025" y="204620"/>
                  </a:lnTo>
                  <a:lnTo>
                    <a:pt x="79315" y="205004"/>
                  </a:lnTo>
                  <a:lnTo>
                    <a:pt x="79512" y="205297"/>
                  </a:lnTo>
                  <a:lnTo>
                    <a:pt x="79226" y="206669"/>
                  </a:lnTo>
                  <a:lnTo>
                    <a:pt x="79541" y="206649"/>
                  </a:lnTo>
                  <a:lnTo>
                    <a:pt x="79805" y="206631"/>
                  </a:lnTo>
                  <a:lnTo>
                    <a:pt x="80057" y="206637"/>
                  </a:lnTo>
                  <a:lnTo>
                    <a:pt x="80132" y="206808"/>
                  </a:lnTo>
                  <a:lnTo>
                    <a:pt x="80214" y="207360"/>
                  </a:lnTo>
                  <a:lnTo>
                    <a:pt x="79925" y="207390"/>
                  </a:lnTo>
                  <a:lnTo>
                    <a:pt x="79528" y="207438"/>
                  </a:lnTo>
                  <a:lnTo>
                    <a:pt x="79087" y="207499"/>
                  </a:lnTo>
                  <a:lnTo>
                    <a:pt x="78783" y="207951"/>
                  </a:lnTo>
                  <a:lnTo>
                    <a:pt x="79058" y="207935"/>
                  </a:lnTo>
                  <a:lnTo>
                    <a:pt x="79264" y="207921"/>
                  </a:lnTo>
                  <a:lnTo>
                    <a:pt x="79563" y="207903"/>
                  </a:lnTo>
                  <a:lnTo>
                    <a:pt x="79878" y="207887"/>
                  </a:lnTo>
                  <a:lnTo>
                    <a:pt x="80297" y="207928"/>
                  </a:lnTo>
                  <a:lnTo>
                    <a:pt x="79839" y="208216"/>
                  </a:lnTo>
                  <a:lnTo>
                    <a:pt x="79360" y="208650"/>
                  </a:lnTo>
                  <a:lnTo>
                    <a:pt x="79450" y="208796"/>
                  </a:lnTo>
                  <a:lnTo>
                    <a:pt x="79657" y="208892"/>
                  </a:lnTo>
                  <a:lnTo>
                    <a:pt x="79858" y="208881"/>
                  </a:lnTo>
                  <a:lnTo>
                    <a:pt x="80127" y="208751"/>
                  </a:lnTo>
                  <a:lnTo>
                    <a:pt x="80230" y="208507"/>
                  </a:lnTo>
                  <a:lnTo>
                    <a:pt x="81057" y="208400"/>
                  </a:lnTo>
                  <a:lnTo>
                    <a:pt x="81204" y="208695"/>
                  </a:lnTo>
                  <a:lnTo>
                    <a:pt x="81594" y="209553"/>
                  </a:lnTo>
                  <a:lnTo>
                    <a:pt x="81688" y="209826"/>
                  </a:lnTo>
                  <a:lnTo>
                    <a:pt x="81795" y="210174"/>
                  </a:lnTo>
                  <a:lnTo>
                    <a:pt x="81835" y="210303"/>
                  </a:lnTo>
                  <a:lnTo>
                    <a:pt x="81971" y="210721"/>
                  </a:lnTo>
                  <a:lnTo>
                    <a:pt x="82016" y="210849"/>
                  </a:lnTo>
                  <a:lnTo>
                    <a:pt x="82094" y="211040"/>
                  </a:lnTo>
                  <a:lnTo>
                    <a:pt x="82275" y="211431"/>
                  </a:lnTo>
                  <a:lnTo>
                    <a:pt x="82476" y="211805"/>
                  </a:lnTo>
                  <a:lnTo>
                    <a:pt x="82751" y="212163"/>
                  </a:lnTo>
                  <a:lnTo>
                    <a:pt x="83066" y="212534"/>
                  </a:lnTo>
                  <a:lnTo>
                    <a:pt x="83157" y="212677"/>
                  </a:lnTo>
                  <a:lnTo>
                    <a:pt x="83222" y="212814"/>
                  </a:lnTo>
                  <a:lnTo>
                    <a:pt x="83269" y="213088"/>
                  </a:lnTo>
                  <a:lnTo>
                    <a:pt x="83244" y="213331"/>
                  </a:lnTo>
                  <a:lnTo>
                    <a:pt x="83127" y="213674"/>
                  </a:lnTo>
                  <a:lnTo>
                    <a:pt x="82973" y="213978"/>
                  </a:lnTo>
                  <a:lnTo>
                    <a:pt x="82773" y="214286"/>
                  </a:lnTo>
                  <a:lnTo>
                    <a:pt x="82727" y="214582"/>
                  </a:lnTo>
                  <a:lnTo>
                    <a:pt x="82729" y="215087"/>
                  </a:lnTo>
                  <a:lnTo>
                    <a:pt x="82770" y="215295"/>
                  </a:lnTo>
                  <a:lnTo>
                    <a:pt x="82956" y="215904"/>
                  </a:lnTo>
                  <a:lnTo>
                    <a:pt x="83033" y="216156"/>
                  </a:lnTo>
                  <a:lnTo>
                    <a:pt x="83123" y="216404"/>
                  </a:lnTo>
                  <a:lnTo>
                    <a:pt x="83251" y="216713"/>
                  </a:lnTo>
                  <a:lnTo>
                    <a:pt x="83468" y="217164"/>
                  </a:lnTo>
                  <a:lnTo>
                    <a:pt x="83547" y="217421"/>
                  </a:lnTo>
                  <a:lnTo>
                    <a:pt x="83589" y="217955"/>
                  </a:lnTo>
                  <a:lnTo>
                    <a:pt x="83610" y="218181"/>
                  </a:lnTo>
                  <a:lnTo>
                    <a:pt x="83653" y="218614"/>
                  </a:lnTo>
                  <a:lnTo>
                    <a:pt x="83690" y="218921"/>
                  </a:lnTo>
                  <a:lnTo>
                    <a:pt x="83844" y="219434"/>
                  </a:lnTo>
                  <a:lnTo>
                    <a:pt x="83979" y="219874"/>
                  </a:lnTo>
                  <a:lnTo>
                    <a:pt x="84334" y="219907"/>
                  </a:lnTo>
                  <a:lnTo>
                    <a:pt x="84910" y="219871"/>
                  </a:lnTo>
                  <a:lnTo>
                    <a:pt x="85079" y="219896"/>
                  </a:lnTo>
                  <a:lnTo>
                    <a:pt x="85665" y="219973"/>
                  </a:lnTo>
                  <a:lnTo>
                    <a:pt x="86103" y="219910"/>
                  </a:lnTo>
                  <a:lnTo>
                    <a:pt x="86126" y="219699"/>
                  </a:lnTo>
                  <a:lnTo>
                    <a:pt x="86684" y="219009"/>
                  </a:lnTo>
                  <a:lnTo>
                    <a:pt x="86859" y="218834"/>
                  </a:lnTo>
                  <a:lnTo>
                    <a:pt x="87012" y="218805"/>
                  </a:lnTo>
                  <a:lnTo>
                    <a:pt x="87388" y="219317"/>
                  </a:lnTo>
                  <a:lnTo>
                    <a:pt x="87650" y="219288"/>
                  </a:lnTo>
                  <a:lnTo>
                    <a:pt x="88413" y="218610"/>
                  </a:lnTo>
                  <a:lnTo>
                    <a:pt x="88810" y="217644"/>
                  </a:lnTo>
                  <a:lnTo>
                    <a:pt x="88835" y="217407"/>
                  </a:lnTo>
                  <a:lnTo>
                    <a:pt x="88627" y="217110"/>
                  </a:lnTo>
                  <a:lnTo>
                    <a:pt x="88561" y="216914"/>
                  </a:lnTo>
                  <a:lnTo>
                    <a:pt x="88494" y="216705"/>
                  </a:lnTo>
                  <a:lnTo>
                    <a:pt x="88798" y="216298"/>
                  </a:lnTo>
                  <a:lnTo>
                    <a:pt x="89134" y="216065"/>
                  </a:lnTo>
                  <a:lnTo>
                    <a:pt x="89095" y="215859"/>
                  </a:lnTo>
                  <a:lnTo>
                    <a:pt x="89168" y="215217"/>
                  </a:lnTo>
                  <a:lnTo>
                    <a:pt x="88805" y="214729"/>
                  </a:lnTo>
                  <a:lnTo>
                    <a:pt x="89117" y="214573"/>
                  </a:lnTo>
                  <a:lnTo>
                    <a:pt x="89789" y="214520"/>
                  </a:lnTo>
                  <a:lnTo>
                    <a:pt x="90235" y="214320"/>
                  </a:lnTo>
                  <a:lnTo>
                    <a:pt x="90422" y="214126"/>
                  </a:lnTo>
                  <a:lnTo>
                    <a:pt x="90481" y="213957"/>
                  </a:lnTo>
                  <a:lnTo>
                    <a:pt x="90379" y="213694"/>
                  </a:lnTo>
                  <a:lnTo>
                    <a:pt x="90154" y="213617"/>
                  </a:lnTo>
                  <a:lnTo>
                    <a:pt x="89562" y="213430"/>
                  </a:lnTo>
                  <a:lnTo>
                    <a:pt x="89383" y="213490"/>
                  </a:lnTo>
                  <a:lnTo>
                    <a:pt x="89056" y="213318"/>
                  </a:lnTo>
                  <a:lnTo>
                    <a:pt x="89477" y="212926"/>
                  </a:lnTo>
                  <a:lnTo>
                    <a:pt x="89733" y="212817"/>
                  </a:lnTo>
                  <a:lnTo>
                    <a:pt x="89975" y="212881"/>
                  </a:lnTo>
                  <a:lnTo>
                    <a:pt x="90147" y="212805"/>
                  </a:lnTo>
                  <a:lnTo>
                    <a:pt x="90380" y="212493"/>
                  </a:lnTo>
                  <a:lnTo>
                    <a:pt x="90672" y="212490"/>
                  </a:lnTo>
                  <a:lnTo>
                    <a:pt x="90534" y="213205"/>
                  </a:lnTo>
                  <a:lnTo>
                    <a:pt x="90940" y="213377"/>
                  </a:lnTo>
                  <a:lnTo>
                    <a:pt x="91039" y="213088"/>
                  </a:lnTo>
                  <a:lnTo>
                    <a:pt x="91240" y="213040"/>
                  </a:lnTo>
                  <a:lnTo>
                    <a:pt x="91597" y="213101"/>
                  </a:lnTo>
                  <a:lnTo>
                    <a:pt x="91815" y="213141"/>
                  </a:lnTo>
                  <a:lnTo>
                    <a:pt x="91860" y="212890"/>
                  </a:lnTo>
                  <a:lnTo>
                    <a:pt x="91796" y="212670"/>
                  </a:lnTo>
                  <a:lnTo>
                    <a:pt x="91535" y="212716"/>
                  </a:lnTo>
                  <a:lnTo>
                    <a:pt x="91164" y="212570"/>
                  </a:lnTo>
                  <a:lnTo>
                    <a:pt x="91200" y="212413"/>
                  </a:lnTo>
                  <a:lnTo>
                    <a:pt x="91546" y="212434"/>
                  </a:lnTo>
                  <a:lnTo>
                    <a:pt x="91884" y="212382"/>
                  </a:lnTo>
                  <a:lnTo>
                    <a:pt x="92262" y="212229"/>
                  </a:lnTo>
                  <a:lnTo>
                    <a:pt x="92389" y="211925"/>
                  </a:lnTo>
                  <a:lnTo>
                    <a:pt x="93015" y="211871"/>
                  </a:lnTo>
                  <a:lnTo>
                    <a:pt x="93540" y="212029"/>
                  </a:lnTo>
                  <a:lnTo>
                    <a:pt x="93911" y="211843"/>
                  </a:lnTo>
                  <a:lnTo>
                    <a:pt x="94485" y="212180"/>
                  </a:lnTo>
                  <a:lnTo>
                    <a:pt x="94794" y="212369"/>
                  </a:lnTo>
                  <a:lnTo>
                    <a:pt x="95219" y="212632"/>
                  </a:lnTo>
                  <a:lnTo>
                    <a:pt x="95243" y="212952"/>
                  </a:lnTo>
                  <a:lnTo>
                    <a:pt x="95254" y="213169"/>
                  </a:lnTo>
                  <a:lnTo>
                    <a:pt x="95263" y="213376"/>
                  </a:lnTo>
                  <a:lnTo>
                    <a:pt x="95335" y="213686"/>
                  </a:lnTo>
                  <a:lnTo>
                    <a:pt x="95372" y="213823"/>
                  </a:lnTo>
                  <a:lnTo>
                    <a:pt x="95523" y="214222"/>
                  </a:lnTo>
                  <a:lnTo>
                    <a:pt x="95734" y="214074"/>
                  </a:lnTo>
                  <a:lnTo>
                    <a:pt x="96044" y="214120"/>
                  </a:lnTo>
                  <a:lnTo>
                    <a:pt x="96223" y="214163"/>
                  </a:lnTo>
                  <a:lnTo>
                    <a:pt x="96311" y="214659"/>
                  </a:lnTo>
                  <a:lnTo>
                    <a:pt x="96297" y="214854"/>
                  </a:lnTo>
                  <a:lnTo>
                    <a:pt x="96291" y="215027"/>
                  </a:lnTo>
                  <a:lnTo>
                    <a:pt x="96342" y="215418"/>
                  </a:lnTo>
                  <a:lnTo>
                    <a:pt x="96502" y="215403"/>
                  </a:lnTo>
                  <a:lnTo>
                    <a:pt x="96671" y="215149"/>
                  </a:lnTo>
                  <a:lnTo>
                    <a:pt x="96930" y="214851"/>
                  </a:lnTo>
                  <a:lnTo>
                    <a:pt x="97080" y="214837"/>
                  </a:lnTo>
                  <a:lnTo>
                    <a:pt x="97192" y="215158"/>
                  </a:lnTo>
                  <a:lnTo>
                    <a:pt x="97242" y="215376"/>
                  </a:lnTo>
                  <a:lnTo>
                    <a:pt x="97811" y="216122"/>
                  </a:lnTo>
                  <a:lnTo>
                    <a:pt x="97894" y="216512"/>
                  </a:lnTo>
                  <a:lnTo>
                    <a:pt x="98385" y="216975"/>
                  </a:lnTo>
                  <a:lnTo>
                    <a:pt x="98724" y="217027"/>
                  </a:lnTo>
                  <a:lnTo>
                    <a:pt x="99209" y="217318"/>
                  </a:lnTo>
                  <a:lnTo>
                    <a:pt x="99181" y="217742"/>
                  </a:lnTo>
                  <a:lnTo>
                    <a:pt x="99258" y="217975"/>
                  </a:lnTo>
                  <a:lnTo>
                    <a:pt x="99459" y="218041"/>
                  </a:lnTo>
                  <a:lnTo>
                    <a:pt x="99601" y="218037"/>
                  </a:lnTo>
                  <a:lnTo>
                    <a:pt x="99869" y="217932"/>
                  </a:lnTo>
                  <a:lnTo>
                    <a:pt x="100041" y="217805"/>
                  </a:lnTo>
                  <a:lnTo>
                    <a:pt x="100576" y="217837"/>
                  </a:lnTo>
                  <a:lnTo>
                    <a:pt x="100929" y="217909"/>
                  </a:lnTo>
                  <a:lnTo>
                    <a:pt x="101196" y="218040"/>
                  </a:lnTo>
                  <a:lnTo>
                    <a:pt x="101324" y="218056"/>
                  </a:lnTo>
                  <a:lnTo>
                    <a:pt x="101500" y="218079"/>
                  </a:lnTo>
                  <a:lnTo>
                    <a:pt x="101711" y="218089"/>
                  </a:lnTo>
                  <a:lnTo>
                    <a:pt x="102003" y="217672"/>
                  </a:lnTo>
                  <a:lnTo>
                    <a:pt x="102246" y="217620"/>
                  </a:lnTo>
                  <a:lnTo>
                    <a:pt x="102713" y="217993"/>
                  </a:lnTo>
                  <a:lnTo>
                    <a:pt x="103188" y="218343"/>
                  </a:lnTo>
                  <a:lnTo>
                    <a:pt x="104113" y="218332"/>
                  </a:lnTo>
                  <a:lnTo>
                    <a:pt x="104302" y="218075"/>
                  </a:lnTo>
                  <a:lnTo>
                    <a:pt x="104701" y="217675"/>
                  </a:lnTo>
                  <a:lnTo>
                    <a:pt x="104767" y="217348"/>
                  </a:lnTo>
                  <a:lnTo>
                    <a:pt x="105337" y="216801"/>
                  </a:lnTo>
                  <a:lnTo>
                    <a:pt x="105529" y="216891"/>
                  </a:lnTo>
                  <a:lnTo>
                    <a:pt x="105953" y="216931"/>
                  </a:lnTo>
                  <a:lnTo>
                    <a:pt x="106164" y="216838"/>
                  </a:lnTo>
                  <a:lnTo>
                    <a:pt x="106249" y="216685"/>
                  </a:lnTo>
                  <a:lnTo>
                    <a:pt x="106427" y="216453"/>
                  </a:lnTo>
                  <a:lnTo>
                    <a:pt x="106782" y="216517"/>
                  </a:lnTo>
                  <a:lnTo>
                    <a:pt x="106926" y="216522"/>
                  </a:lnTo>
                  <a:lnTo>
                    <a:pt x="107191" y="216424"/>
                  </a:lnTo>
                  <a:lnTo>
                    <a:pt x="107621" y="215766"/>
                  </a:lnTo>
                  <a:lnTo>
                    <a:pt x="107782" y="215624"/>
                  </a:lnTo>
                  <a:lnTo>
                    <a:pt x="108040" y="215506"/>
                  </a:lnTo>
                  <a:lnTo>
                    <a:pt x="108434" y="214905"/>
                  </a:lnTo>
                  <a:lnTo>
                    <a:pt x="108471" y="214712"/>
                  </a:lnTo>
                  <a:lnTo>
                    <a:pt x="108465" y="214502"/>
                  </a:lnTo>
                  <a:lnTo>
                    <a:pt x="108478" y="214222"/>
                  </a:lnTo>
                  <a:lnTo>
                    <a:pt x="108508" y="213969"/>
                  </a:lnTo>
                  <a:lnTo>
                    <a:pt x="108562" y="213824"/>
                  </a:lnTo>
                  <a:lnTo>
                    <a:pt x="109320" y="213886"/>
                  </a:lnTo>
                  <a:lnTo>
                    <a:pt x="109800" y="213987"/>
                  </a:lnTo>
                  <a:lnTo>
                    <a:pt x="110046" y="214047"/>
                  </a:lnTo>
                  <a:lnTo>
                    <a:pt x="110264" y="214104"/>
                  </a:lnTo>
                  <a:lnTo>
                    <a:pt x="111831" y="214553"/>
                  </a:lnTo>
                  <a:lnTo>
                    <a:pt x="112827" y="214874"/>
                  </a:lnTo>
                  <a:lnTo>
                    <a:pt x="113457" y="215143"/>
                  </a:lnTo>
                  <a:lnTo>
                    <a:pt x="113901" y="215184"/>
                  </a:lnTo>
                  <a:lnTo>
                    <a:pt x="113997" y="214857"/>
                  </a:lnTo>
                  <a:lnTo>
                    <a:pt x="113849" y="214237"/>
                  </a:lnTo>
                  <a:lnTo>
                    <a:pt x="113807" y="213494"/>
                  </a:lnTo>
                  <a:lnTo>
                    <a:pt x="113881" y="213304"/>
                  </a:lnTo>
                  <a:lnTo>
                    <a:pt x="113721" y="212474"/>
                  </a:lnTo>
                  <a:lnTo>
                    <a:pt x="113683" y="211989"/>
                  </a:lnTo>
                  <a:lnTo>
                    <a:pt x="113692" y="211576"/>
                  </a:lnTo>
                  <a:lnTo>
                    <a:pt x="113735" y="211388"/>
                  </a:lnTo>
                  <a:lnTo>
                    <a:pt x="113733" y="211172"/>
                  </a:lnTo>
                  <a:lnTo>
                    <a:pt x="113802" y="210710"/>
                  </a:lnTo>
                  <a:lnTo>
                    <a:pt x="113896" y="210187"/>
                  </a:lnTo>
                  <a:lnTo>
                    <a:pt x="113945" y="209639"/>
                  </a:lnTo>
                  <a:lnTo>
                    <a:pt x="113802" y="209181"/>
                  </a:lnTo>
                  <a:lnTo>
                    <a:pt x="113641" y="208508"/>
                  </a:lnTo>
                  <a:lnTo>
                    <a:pt x="113665" y="208354"/>
                  </a:lnTo>
                  <a:lnTo>
                    <a:pt x="113746" y="208070"/>
                  </a:lnTo>
                  <a:lnTo>
                    <a:pt x="113953" y="208096"/>
                  </a:lnTo>
                  <a:lnTo>
                    <a:pt x="114345" y="208422"/>
                  </a:lnTo>
                  <a:lnTo>
                    <a:pt x="114369" y="208640"/>
                  </a:lnTo>
                  <a:lnTo>
                    <a:pt x="114681" y="208551"/>
                  </a:lnTo>
                  <a:lnTo>
                    <a:pt x="115183" y="208204"/>
                  </a:lnTo>
                  <a:lnTo>
                    <a:pt x="115594" y="208200"/>
                  </a:lnTo>
                  <a:lnTo>
                    <a:pt x="116065" y="208255"/>
                  </a:lnTo>
                  <a:lnTo>
                    <a:pt x="116259" y="208320"/>
                  </a:lnTo>
                  <a:lnTo>
                    <a:pt x="116451" y="208492"/>
                  </a:lnTo>
                  <a:lnTo>
                    <a:pt x="116599" y="208490"/>
                  </a:lnTo>
                  <a:lnTo>
                    <a:pt x="117173" y="208272"/>
                  </a:lnTo>
                  <a:lnTo>
                    <a:pt x="117715" y="208196"/>
                  </a:lnTo>
                  <a:lnTo>
                    <a:pt x="117894" y="208293"/>
                  </a:lnTo>
                  <a:lnTo>
                    <a:pt x="118386" y="208624"/>
                  </a:lnTo>
                  <a:lnTo>
                    <a:pt x="118974" y="208411"/>
                  </a:lnTo>
                  <a:lnTo>
                    <a:pt x="119010" y="208238"/>
                  </a:lnTo>
                  <a:lnTo>
                    <a:pt x="119115" y="207727"/>
                  </a:lnTo>
                  <a:lnTo>
                    <a:pt x="119172" y="207440"/>
                  </a:lnTo>
                  <a:lnTo>
                    <a:pt x="119290" y="207141"/>
                  </a:lnTo>
                  <a:lnTo>
                    <a:pt x="119504" y="207169"/>
                  </a:lnTo>
                  <a:lnTo>
                    <a:pt x="119909" y="207635"/>
                  </a:lnTo>
                  <a:lnTo>
                    <a:pt x="119900" y="207795"/>
                  </a:lnTo>
                  <a:lnTo>
                    <a:pt x="120080" y="207935"/>
                  </a:lnTo>
                  <a:lnTo>
                    <a:pt x="120291" y="207921"/>
                  </a:lnTo>
                  <a:lnTo>
                    <a:pt x="120656" y="207526"/>
                  </a:lnTo>
                  <a:lnTo>
                    <a:pt x="121211" y="206771"/>
                  </a:lnTo>
                  <a:lnTo>
                    <a:pt x="121862" y="206760"/>
                  </a:lnTo>
                  <a:lnTo>
                    <a:pt x="122493" y="207137"/>
                  </a:lnTo>
                  <a:lnTo>
                    <a:pt x="123099" y="207358"/>
                  </a:lnTo>
                  <a:lnTo>
                    <a:pt x="123068" y="207682"/>
                  </a:lnTo>
                  <a:lnTo>
                    <a:pt x="123799" y="208298"/>
                  </a:lnTo>
                  <a:lnTo>
                    <a:pt x="124084" y="208362"/>
                  </a:lnTo>
                  <a:lnTo>
                    <a:pt x="124241" y="208368"/>
                  </a:lnTo>
                  <a:lnTo>
                    <a:pt x="124331" y="208215"/>
                  </a:lnTo>
                  <a:lnTo>
                    <a:pt x="124421" y="207990"/>
                  </a:lnTo>
                  <a:lnTo>
                    <a:pt x="124868" y="207820"/>
                  </a:lnTo>
                  <a:lnTo>
                    <a:pt x="125723" y="208122"/>
                  </a:lnTo>
                  <a:lnTo>
                    <a:pt x="125860" y="208141"/>
                  </a:lnTo>
                  <a:lnTo>
                    <a:pt x="126069" y="208072"/>
                  </a:lnTo>
                  <a:lnTo>
                    <a:pt x="126295" y="207978"/>
                  </a:lnTo>
                  <a:lnTo>
                    <a:pt x="126668" y="207922"/>
                  </a:lnTo>
                  <a:lnTo>
                    <a:pt x="127033" y="207872"/>
                  </a:lnTo>
                  <a:lnTo>
                    <a:pt x="127217" y="208146"/>
                  </a:lnTo>
                  <a:lnTo>
                    <a:pt x="127639" y="208040"/>
                  </a:lnTo>
                  <a:lnTo>
                    <a:pt x="128314" y="207993"/>
                  </a:lnTo>
                  <a:lnTo>
                    <a:pt x="128382" y="208492"/>
                  </a:lnTo>
                  <a:lnTo>
                    <a:pt x="128034" y="209101"/>
                  </a:lnTo>
                  <a:lnTo>
                    <a:pt x="128434" y="209605"/>
                  </a:lnTo>
                  <a:lnTo>
                    <a:pt x="128659" y="209735"/>
                  </a:lnTo>
                  <a:lnTo>
                    <a:pt x="128945" y="209974"/>
                  </a:lnTo>
                  <a:lnTo>
                    <a:pt x="128953" y="210227"/>
                  </a:lnTo>
                  <a:lnTo>
                    <a:pt x="128546" y="210961"/>
                  </a:lnTo>
                  <a:lnTo>
                    <a:pt x="128343" y="211280"/>
                  </a:lnTo>
                  <a:lnTo>
                    <a:pt x="127649" y="211855"/>
                  </a:lnTo>
                  <a:lnTo>
                    <a:pt x="127414" y="212021"/>
                  </a:lnTo>
                  <a:lnTo>
                    <a:pt x="127295" y="212338"/>
                  </a:lnTo>
                  <a:lnTo>
                    <a:pt x="127205" y="212578"/>
                  </a:lnTo>
                  <a:lnTo>
                    <a:pt x="128221" y="212930"/>
                  </a:lnTo>
                  <a:lnTo>
                    <a:pt x="128585" y="212971"/>
                  </a:lnTo>
                  <a:lnTo>
                    <a:pt x="129175" y="213355"/>
                  </a:lnTo>
                  <a:lnTo>
                    <a:pt x="129369" y="213338"/>
                  </a:lnTo>
                  <a:lnTo>
                    <a:pt x="129668" y="213231"/>
                  </a:lnTo>
                  <a:lnTo>
                    <a:pt x="130072" y="213275"/>
                  </a:lnTo>
                  <a:lnTo>
                    <a:pt x="130321" y="213564"/>
                  </a:lnTo>
                  <a:lnTo>
                    <a:pt x="130711" y="213779"/>
                  </a:lnTo>
                  <a:lnTo>
                    <a:pt x="130940" y="213756"/>
                  </a:lnTo>
                  <a:lnTo>
                    <a:pt x="131021" y="213508"/>
                  </a:lnTo>
                  <a:lnTo>
                    <a:pt x="131607" y="213667"/>
                  </a:lnTo>
                  <a:lnTo>
                    <a:pt x="132295" y="214285"/>
                  </a:lnTo>
                  <a:lnTo>
                    <a:pt x="132074" y="214335"/>
                  </a:lnTo>
                  <a:lnTo>
                    <a:pt x="131874" y="214254"/>
                  </a:lnTo>
                  <a:lnTo>
                    <a:pt x="131749" y="214390"/>
                  </a:lnTo>
                  <a:lnTo>
                    <a:pt x="131471" y="214890"/>
                  </a:lnTo>
                  <a:lnTo>
                    <a:pt x="131410" y="215163"/>
                  </a:lnTo>
                  <a:lnTo>
                    <a:pt x="131593" y="215627"/>
                  </a:lnTo>
                  <a:lnTo>
                    <a:pt x="131381" y="216063"/>
                  </a:lnTo>
                  <a:lnTo>
                    <a:pt x="131272" y="216272"/>
                  </a:lnTo>
                  <a:lnTo>
                    <a:pt x="130736" y="216263"/>
                  </a:lnTo>
                  <a:lnTo>
                    <a:pt x="130100" y="216261"/>
                  </a:lnTo>
                  <a:lnTo>
                    <a:pt x="129718" y="216782"/>
                  </a:lnTo>
                  <a:lnTo>
                    <a:pt x="129596" y="216966"/>
                  </a:lnTo>
                  <a:lnTo>
                    <a:pt x="129538" y="217143"/>
                  </a:lnTo>
                  <a:lnTo>
                    <a:pt x="129917" y="217295"/>
                  </a:lnTo>
                  <a:lnTo>
                    <a:pt x="130207" y="217639"/>
                  </a:lnTo>
                  <a:lnTo>
                    <a:pt x="130435" y="217891"/>
                  </a:lnTo>
                  <a:lnTo>
                    <a:pt x="130983" y="218217"/>
                  </a:lnTo>
                  <a:lnTo>
                    <a:pt x="131412" y="218482"/>
                  </a:lnTo>
                  <a:lnTo>
                    <a:pt x="131658" y="218634"/>
                  </a:lnTo>
                  <a:lnTo>
                    <a:pt x="131980" y="218864"/>
                  </a:lnTo>
                  <a:lnTo>
                    <a:pt x="132105" y="219020"/>
                  </a:lnTo>
                  <a:lnTo>
                    <a:pt x="132164" y="219219"/>
                  </a:lnTo>
                  <a:lnTo>
                    <a:pt x="132276" y="219942"/>
                  </a:lnTo>
                  <a:lnTo>
                    <a:pt x="131887" y="220732"/>
                  </a:lnTo>
                  <a:lnTo>
                    <a:pt x="131835" y="221257"/>
                  </a:lnTo>
                  <a:lnTo>
                    <a:pt x="131888" y="221582"/>
                  </a:lnTo>
                  <a:lnTo>
                    <a:pt x="131859" y="221711"/>
                  </a:lnTo>
                  <a:lnTo>
                    <a:pt x="131785" y="221963"/>
                  </a:lnTo>
                  <a:lnTo>
                    <a:pt x="131526" y="222235"/>
                  </a:lnTo>
                  <a:lnTo>
                    <a:pt x="131957" y="222825"/>
                  </a:lnTo>
                  <a:lnTo>
                    <a:pt x="132130" y="222390"/>
                  </a:lnTo>
                  <a:lnTo>
                    <a:pt x="132388" y="222403"/>
                  </a:lnTo>
                  <a:lnTo>
                    <a:pt x="132534" y="222767"/>
                  </a:lnTo>
                  <a:lnTo>
                    <a:pt x="133232" y="222996"/>
                  </a:lnTo>
                  <a:lnTo>
                    <a:pt x="133541" y="222969"/>
                  </a:lnTo>
                  <a:lnTo>
                    <a:pt x="133745" y="222672"/>
                  </a:lnTo>
                  <a:lnTo>
                    <a:pt x="133761" y="222535"/>
                  </a:lnTo>
                  <a:lnTo>
                    <a:pt x="133789" y="222295"/>
                  </a:lnTo>
                  <a:lnTo>
                    <a:pt x="133854" y="221906"/>
                  </a:lnTo>
                  <a:lnTo>
                    <a:pt x="133957" y="221395"/>
                  </a:lnTo>
                  <a:lnTo>
                    <a:pt x="134114" y="221521"/>
                  </a:lnTo>
                  <a:lnTo>
                    <a:pt x="134340" y="221691"/>
                  </a:lnTo>
                  <a:lnTo>
                    <a:pt x="135014" y="221418"/>
                  </a:lnTo>
                  <a:lnTo>
                    <a:pt x="135173" y="221386"/>
                  </a:lnTo>
                  <a:lnTo>
                    <a:pt x="135341" y="221355"/>
                  </a:lnTo>
                  <a:lnTo>
                    <a:pt x="135570" y="221373"/>
                  </a:lnTo>
                  <a:lnTo>
                    <a:pt x="136098" y="221428"/>
                  </a:lnTo>
                  <a:lnTo>
                    <a:pt x="136232" y="221446"/>
                  </a:lnTo>
                  <a:lnTo>
                    <a:pt x="137045" y="221135"/>
                  </a:lnTo>
                  <a:lnTo>
                    <a:pt x="137177" y="221060"/>
                  </a:lnTo>
                  <a:lnTo>
                    <a:pt x="137222" y="220804"/>
                  </a:lnTo>
                  <a:lnTo>
                    <a:pt x="137233" y="220661"/>
                  </a:lnTo>
                  <a:lnTo>
                    <a:pt x="137731" y="220378"/>
                  </a:lnTo>
                  <a:lnTo>
                    <a:pt x="138678" y="220542"/>
                  </a:lnTo>
                  <a:lnTo>
                    <a:pt x="138912" y="220557"/>
                  </a:lnTo>
                  <a:lnTo>
                    <a:pt x="139913" y="220573"/>
                  </a:lnTo>
                  <a:lnTo>
                    <a:pt x="140246" y="220747"/>
                  </a:lnTo>
                  <a:lnTo>
                    <a:pt x="140395" y="220782"/>
                  </a:lnTo>
                  <a:lnTo>
                    <a:pt x="140891" y="220882"/>
                  </a:lnTo>
                  <a:lnTo>
                    <a:pt x="141098" y="220918"/>
                  </a:lnTo>
                  <a:lnTo>
                    <a:pt x="141306" y="220950"/>
                  </a:lnTo>
                  <a:lnTo>
                    <a:pt x="141459" y="220588"/>
                  </a:lnTo>
                  <a:lnTo>
                    <a:pt x="141715" y="220307"/>
                  </a:lnTo>
                  <a:lnTo>
                    <a:pt x="141980" y="220316"/>
                  </a:lnTo>
                  <a:lnTo>
                    <a:pt x="142506" y="220183"/>
                  </a:lnTo>
                  <a:lnTo>
                    <a:pt x="142902" y="219901"/>
                  </a:lnTo>
                  <a:lnTo>
                    <a:pt x="143079" y="219454"/>
                  </a:lnTo>
                  <a:lnTo>
                    <a:pt x="143064" y="218889"/>
                  </a:lnTo>
                  <a:lnTo>
                    <a:pt x="143128" y="218186"/>
                  </a:lnTo>
                  <a:lnTo>
                    <a:pt x="143171" y="217888"/>
                  </a:lnTo>
                  <a:lnTo>
                    <a:pt x="143225" y="217754"/>
                  </a:lnTo>
                  <a:lnTo>
                    <a:pt x="143476" y="217315"/>
                  </a:lnTo>
                  <a:lnTo>
                    <a:pt x="143774" y="216784"/>
                  </a:lnTo>
                  <a:lnTo>
                    <a:pt x="144215" y="215914"/>
                  </a:lnTo>
                  <a:lnTo>
                    <a:pt x="144318" y="215380"/>
                  </a:lnTo>
                  <a:lnTo>
                    <a:pt x="144296" y="214909"/>
                  </a:lnTo>
                  <a:lnTo>
                    <a:pt x="143959" y="213380"/>
                  </a:lnTo>
                  <a:lnTo>
                    <a:pt x="143668" y="212807"/>
                  </a:lnTo>
                  <a:lnTo>
                    <a:pt x="143565" y="212314"/>
                  </a:lnTo>
                  <a:lnTo>
                    <a:pt x="143615" y="212008"/>
                  </a:lnTo>
                  <a:lnTo>
                    <a:pt x="143665" y="211859"/>
                  </a:lnTo>
                  <a:lnTo>
                    <a:pt x="143701" y="211697"/>
                  </a:lnTo>
                  <a:lnTo>
                    <a:pt x="143718" y="211513"/>
                  </a:lnTo>
                  <a:lnTo>
                    <a:pt x="143538" y="211043"/>
                  </a:lnTo>
                  <a:lnTo>
                    <a:pt x="143513" y="210798"/>
                  </a:lnTo>
                  <a:lnTo>
                    <a:pt x="143554" y="210535"/>
                  </a:lnTo>
                  <a:lnTo>
                    <a:pt x="143805" y="210394"/>
                  </a:lnTo>
                  <a:lnTo>
                    <a:pt x="143906" y="210241"/>
                  </a:lnTo>
                  <a:lnTo>
                    <a:pt x="144011" y="209980"/>
                  </a:lnTo>
                  <a:lnTo>
                    <a:pt x="144219" y="209505"/>
                  </a:lnTo>
                  <a:lnTo>
                    <a:pt x="144359" y="209622"/>
                  </a:lnTo>
                  <a:lnTo>
                    <a:pt x="144542" y="209768"/>
                  </a:lnTo>
                  <a:lnTo>
                    <a:pt x="145024" y="210030"/>
                  </a:lnTo>
                  <a:lnTo>
                    <a:pt x="145820" y="209801"/>
                  </a:lnTo>
                  <a:lnTo>
                    <a:pt x="146059" y="209825"/>
                  </a:lnTo>
                  <a:lnTo>
                    <a:pt x="146129" y="209216"/>
                  </a:lnTo>
                  <a:lnTo>
                    <a:pt x="146102" y="208950"/>
                  </a:lnTo>
                  <a:lnTo>
                    <a:pt x="145878" y="208703"/>
                  </a:lnTo>
                  <a:lnTo>
                    <a:pt x="145687" y="208706"/>
                  </a:lnTo>
                  <a:lnTo>
                    <a:pt x="145529" y="208389"/>
                  </a:lnTo>
                  <a:lnTo>
                    <a:pt x="145343" y="207817"/>
                  </a:lnTo>
                  <a:lnTo>
                    <a:pt x="145410" y="207550"/>
                  </a:lnTo>
                  <a:lnTo>
                    <a:pt x="145507" y="207292"/>
                  </a:lnTo>
                  <a:lnTo>
                    <a:pt x="146007" y="206915"/>
                  </a:lnTo>
                  <a:lnTo>
                    <a:pt x="146354" y="207365"/>
                  </a:lnTo>
                  <a:lnTo>
                    <a:pt x="146599" y="207578"/>
                  </a:lnTo>
                  <a:lnTo>
                    <a:pt x="146933" y="207600"/>
                  </a:lnTo>
                  <a:lnTo>
                    <a:pt x="147075" y="207518"/>
                  </a:lnTo>
                  <a:lnTo>
                    <a:pt x="147332" y="206972"/>
                  </a:lnTo>
                  <a:lnTo>
                    <a:pt x="147382" y="206792"/>
                  </a:lnTo>
                  <a:lnTo>
                    <a:pt x="147679" y="206134"/>
                  </a:lnTo>
                  <a:lnTo>
                    <a:pt x="148148" y="206251"/>
                  </a:lnTo>
                  <a:lnTo>
                    <a:pt x="148524" y="206358"/>
                  </a:lnTo>
                  <a:lnTo>
                    <a:pt x="148674" y="206353"/>
                  </a:lnTo>
                  <a:lnTo>
                    <a:pt x="148578" y="205822"/>
                  </a:lnTo>
                  <a:lnTo>
                    <a:pt x="148483" y="205332"/>
                  </a:lnTo>
                  <a:lnTo>
                    <a:pt x="148464" y="204927"/>
                  </a:lnTo>
                  <a:lnTo>
                    <a:pt x="148671" y="204851"/>
                  </a:lnTo>
                  <a:lnTo>
                    <a:pt x="149427" y="204624"/>
                  </a:lnTo>
                  <a:lnTo>
                    <a:pt x="149880" y="205015"/>
                  </a:lnTo>
                  <a:lnTo>
                    <a:pt x="150694" y="204933"/>
                  </a:lnTo>
                  <a:lnTo>
                    <a:pt x="151724" y="204596"/>
                  </a:lnTo>
                  <a:lnTo>
                    <a:pt x="152179" y="204840"/>
                  </a:lnTo>
                  <a:lnTo>
                    <a:pt x="152124" y="205533"/>
                  </a:lnTo>
                  <a:lnTo>
                    <a:pt x="152170" y="206167"/>
                  </a:lnTo>
                  <a:lnTo>
                    <a:pt x="152444" y="206070"/>
                  </a:lnTo>
                  <a:lnTo>
                    <a:pt x="152840" y="205952"/>
                  </a:lnTo>
                  <a:lnTo>
                    <a:pt x="153131" y="206061"/>
                  </a:lnTo>
                  <a:lnTo>
                    <a:pt x="153625" y="206501"/>
                  </a:lnTo>
                  <a:lnTo>
                    <a:pt x="153729" y="206302"/>
                  </a:lnTo>
                  <a:lnTo>
                    <a:pt x="153841" y="206083"/>
                  </a:lnTo>
                  <a:lnTo>
                    <a:pt x="154176" y="205753"/>
                  </a:lnTo>
                  <a:lnTo>
                    <a:pt x="155392" y="205785"/>
                  </a:lnTo>
                  <a:lnTo>
                    <a:pt x="155614" y="206316"/>
                  </a:lnTo>
                  <a:lnTo>
                    <a:pt x="155716" y="206753"/>
                  </a:lnTo>
                  <a:lnTo>
                    <a:pt x="156071" y="206741"/>
                  </a:lnTo>
                  <a:lnTo>
                    <a:pt x="156650" y="206457"/>
                  </a:lnTo>
                  <a:lnTo>
                    <a:pt x="156845" y="206356"/>
                  </a:lnTo>
                  <a:lnTo>
                    <a:pt x="156976" y="206208"/>
                  </a:lnTo>
                  <a:lnTo>
                    <a:pt x="157116" y="206070"/>
                  </a:lnTo>
                  <a:lnTo>
                    <a:pt x="157272" y="205975"/>
                  </a:lnTo>
                  <a:lnTo>
                    <a:pt x="158055" y="205899"/>
                  </a:lnTo>
                  <a:lnTo>
                    <a:pt x="158187" y="205890"/>
                  </a:lnTo>
                  <a:lnTo>
                    <a:pt x="158445" y="205828"/>
                  </a:lnTo>
                  <a:lnTo>
                    <a:pt x="158793" y="205723"/>
                  </a:lnTo>
                  <a:lnTo>
                    <a:pt x="159011" y="205597"/>
                  </a:lnTo>
                  <a:lnTo>
                    <a:pt x="159627" y="205226"/>
                  </a:lnTo>
                  <a:lnTo>
                    <a:pt x="160085" y="204808"/>
                  </a:lnTo>
                  <a:lnTo>
                    <a:pt x="160330" y="204470"/>
                  </a:lnTo>
                  <a:lnTo>
                    <a:pt x="160258" y="203993"/>
                  </a:lnTo>
                  <a:lnTo>
                    <a:pt x="160185" y="203846"/>
                  </a:lnTo>
                  <a:lnTo>
                    <a:pt x="160041" y="203634"/>
                  </a:lnTo>
                  <a:lnTo>
                    <a:pt x="159539" y="203214"/>
                  </a:lnTo>
                  <a:lnTo>
                    <a:pt x="159368" y="203331"/>
                  </a:lnTo>
                  <a:lnTo>
                    <a:pt x="158595" y="203793"/>
                  </a:lnTo>
                  <a:lnTo>
                    <a:pt x="158393" y="203777"/>
                  </a:lnTo>
                  <a:lnTo>
                    <a:pt x="158289" y="203542"/>
                  </a:lnTo>
                  <a:lnTo>
                    <a:pt x="157953" y="203088"/>
                  </a:lnTo>
                  <a:lnTo>
                    <a:pt x="157711" y="203150"/>
                  </a:lnTo>
                  <a:lnTo>
                    <a:pt x="157552" y="203172"/>
                  </a:lnTo>
                  <a:lnTo>
                    <a:pt x="157149" y="202889"/>
                  </a:lnTo>
                  <a:lnTo>
                    <a:pt x="157419" y="202098"/>
                  </a:lnTo>
                  <a:lnTo>
                    <a:pt x="157771" y="201971"/>
                  </a:lnTo>
                  <a:lnTo>
                    <a:pt x="158375" y="201971"/>
                  </a:lnTo>
                  <a:lnTo>
                    <a:pt x="158556" y="201993"/>
                  </a:lnTo>
                  <a:lnTo>
                    <a:pt x="158633" y="201455"/>
                  </a:lnTo>
                  <a:lnTo>
                    <a:pt x="158483" y="201213"/>
                  </a:lnTo>
                  <a:lnTo>
                    <a:pt x="158150" y="201061"/>
                  </a:lnTo>
                  <a:lnTo>
                    <a:pt x="158009" y="200912"/>
                  </a:lnTo>
                  <a:lnTo>
                    <a:pt x="158134" y="200735"/>
                  </a:lnTo>
                  <a:lnTo>
                    <a:pt x="158374" y="200654"/>
                  </a:lnTo>
                  <a:lnTo>
                    <a:pt x="158914" y="200755"/>
                  </a:lnTo>
                  <a:lnTo>
                    <a:pt x="159296" y="200807"/>
                  </a:lnTo>
                  <a:lnTo>
                    <a:pt x="159943" y="200524"/>
                  </a:lnTo>
                  <a:lnTo>
                    <a:pt x="160197" y="200393"/>
                  </a:lnTo>
                  <a:lnTo>
                    <a:pt x="160125" y="199876"/>
                  </a:lnTo>
                  <a:lnTo>
                    <a:pt x="160368" y="199114"/>
                  </a:lnTo>
                  <a:lnTo>
                    <a:pt x="160631" y="198912"/>
                  </a:lnTo>
                  <a:lnTo>
                    <a:pt x="160822" y="198642"/>
                  </a:lnTo>
                  <a:lnTo>
                    <a:pt x="160602" y="198411"/>
                  </a:lnTo>
                  <a:lnTo>
                    <a:pt x="159910" y="198362"/>
                  </a:lnTo>
                  <a:lnTo>
                    <a:pt x="159584" y="198001"/>
                  </a:lnTo>
                  <a:lnTo>
                    <a:pt x="159616" y="197860"/>
                  </a:lnTo>
                  <a:lnTo>
                    <a:pt x="159816" y="197499"/>
                  </a:lnTo>
                  <a:lnTo>
                    <a:pt x="160134" y="197753"/>
                  </a:lnTo>
                  <a:lnTo>
                    <a:pt x="160382" y="197837"/>
                  </a:lnTo>
                  <a:lnTo>
                    <a:pt x="160764" y="197887"/>
                  </a:lnTo>
                  <a:lnTo>
                    <a:pt x="160699" y="197563"/>
                  </a:lnTo>
                  <a:lnTo>
                    <a:pt x="160570" y="197503"/>
                  </a:lnTo>
                  <a:lnTo>
                    <a:pt x="160743" y="197187"/>
                  </a:lnTo>
                  <a:lnTo>
                    <a:pt x="161074" y="197788"/>
                  </a:lnTo>
                  <a:lnTo>
                    <a:pt x="161307" y="197895"/>
                  </a:lnTo>
                  <a:lnTo>
                    <a:pt x="161619" y="197683"/>
                  </a:lnTo>
                  <a:lnTo>
                    <a:pt x="161730" y="197543"/>
                  </a:lnTo>
                  <a:lnTo>
                    <a:pt x="161759" y="197301"/>
                  </a:lnTo>
                  <a:lnTo>
                    <a:pt x="161674" y="196661"/>
                  </a:lnTo>
                  <a:lnTo>
                    <a:pt x="161385" y="196216"/>
                  </a:lnTo>
                  <a:lnTo>
                    <a:pt x="161660" y="195843"/>
                  </a:lnTo>
                  <a:lnTo>
                    <a:pt x="161789" y="195692"/>
                  </a:lnTo>
                  <a:lnTo>
                    <a:pt x="161927" y="195632"/>
                  </a:lnTo>
                  <a:lnTo>
                    <a:pt x="162237" y="195341"/>
                  </a:lnTo>
                  <a:lnTo>
                    <a:pt x="162180" y="195048"/>
                  </a:lnTo>
                  <a:lnTo>
                    <a:pt x="162234" y="194914"/>
                  </a:lnTo>
                  <a:lnTo>
                    <a:pt x="162287" y="194786"/>
                  </a:lnTo>
                  <a:lnTo>
                    <a:pt x="162609" y="194267"/>
                  </a:lnTo>
                  <a:lnTo>
                    <a:pt x="162907" y="193973"/>
                  </a:lnTo>
                  <a:lnTo>
                    <a:pt x="163301" y="193584"/>
                  </a:lnTo>
                  <a:lnTo>
                    <a:pt x="163688" y="193229"/>
                  </a:lnTo>
                  <a:lnTo>
                    <a:pt x="163836" y="193470"/>
                  </a:lnTo>
                  <a:lnTo>
                    <a:pt x="164230" y="192971"/>
                  </a:lnTo>
                  <a:lnTo>
                    <a:pt x="164170" y="192791"/>
                  </a:lnTo>
                  <a:lnTo>
                    <a:pt x="164390" y="192414"/>
                  </a:lnTo>
                  <a:lnTo>
                    <a:pt x="164439" y="191946"/>
                  </a:lnTo>
                  <a:lnTo>
                    <a:pt x="164187" y="191627"/>
                  </a:lnTo>
                  <a:lnTo>
                    <a:pt x="164096" y="191368"/>
                  </a:lnTo>
                  <a:lnTo>
                    <a:pt x="164164" y="191006"/>
                  </a:lnTo>
                  <a:lnTo>
                    <a:pt x="164393" y="190320"/>
                  </a:lnTo>
                  <a:lnTo>
                    <a:pt x="164549" y="189999"/>
                  </a:lnTo>
                  <a:lnTo>
                    <a:pt x="164736" y="189755"/>
                  </a:lnTo>
                  <a:lnTo>
                    <a:pt x="164708" y="189508"/>
                  </a:lnTo>
                  <a:lnTo>
                    <a:pt x="164647" y="189226"/>
                  </a:lnTo>
                  <a:lnTo>
                    <a:pt x="164341" y="188433"/>
                  </a:lnTo>
                  <a:lnTo>
                    <a:pt x="164255" y="188199"/>
                  </a:lnTo>
                  <a:lnTo>
                    <a:pt x="164658" y="187747"/>
                  </a:lnTo>
                  <a:lnTo>
                    <a:pt x="165190" y="187622"/>
                  </a:lnTo>
                  <a:lnTo>
                    <a:pt x="165371" y="187694"/>
                  </a:lnTo>
                  <a:lnTo>
                    <a:pt x="165635" y="187591"/>
                  </a:lnTo>
                  <a:lnTo>
                    <a:pt x="166401" y="187096"/>
                  </a:lnTo>
                  <a:lnTo>
                    <a:pt x="166635" y="186811"/>
                  </a:lnTo>
                  <a:lnTo>
                    <a:pt x="167385" y="186704"/>
                  </a:lnTo>
                  <a:lnTo>
                    <a:pt x="167984" y="187063"/>
                  </a:lnTo>
                  <a:lnTo>
                    <a:pt x="168786" y="187121"/>
                  </a:lnTo>
                  <a:lnTo>
                    <a:pt x="169045" y="187092"/>
                  </a:lnTo>
                  <a:lnTo>
                    <a:pt x="169950" y="186904"/>
                  </a:lnTo>
                  <a:lnTo>
                    <a:pt x="170366" y="187040"/>
                  </a:lnTo>
                  <a:lnTo>
                    <a:pt x="171226" y="186697"/>
                  </a:lnTo>
                  <a:lnTo>
                    <a:pt x="171510" y="186554"/>
                  </a:lnTo>
                  <a:lnTo>
                    <a:pt x="172623" y="186731"/>
                  </a:lnTo>
                  <a:lnTo>
                    <a:pt x="172778" y="186779"/>
                  </a:lnTo>
                  <a:lnTo>
                    <a:pt x="173052" y="186838"/>
                  </a:lnTo>
                  <a:lnTo>
                    <a:pt x="173184" y="186866"/>
                  </a:lnTo>
                  <a:lnTo>
                    <a:pt x="173902" y="186727"/>
                  </a:lnTo>
                  <a:lnTo>
                    <a:pt x="174308" y="186421"/>
                  </a:lnTo>
                  <a:lnTo>
                    <a:pt x="174529" y="186406"/>
                  </a:lnTo>
                  <a:lnTo>
                    <a:pt x="175303" y="186439"/>
                  </a:lnTo>
                  <a:lnTo>
                    <a:pt x="175668" y="186657"/>
                  </a:lnTo>
                  <a:lnTo>
                    <a:pt x="175797" y="186740"/>
                  </a:lnTo>
                  <a:lnTo>
                    <a:pt x="176157" y="186779"/>
                  </a:lnTo>
                  <a:lnTo>
                    <a:pt x="176366" y="186769"/>
                  </a:lnTo>
                  <a:lnTo>
                    <a:pt x="176887" y="186518"/>
                  </a:lnTo>
                  <a:lnTo>
                    <a:pt x="176736" y="186197"/>
                  </a:lnTo>
                  <a:lnTo>
                    <a:pt x="176610" y="186003"/>
                  </a:lnTo>
                  <a:lnTo>
                    <a:pt x="176652" y="185601"/>
                  </a:lnTo>
                  <a:lnTo>
                    <a:pt x="176898" y="185578"/>
                  </a:lnTo>
                  <a:lnTo>
                    <a:pt x="177080" y="185355"/>
                  </a:lnTo>
                  <a:lnTo>
                    <a:pt x="177329" y="184973"/>
                  </a:lnTo>
                  <a:lnTo>
                    <a:pt x="177221" y="184569"/>
                  </a:lnTo>
                  <a:lnTo>
                    <a:pt x="177150" y="184304"/>
                  </a:lnTo>
                  <a:lnTo>
                    <a:pt x="177753" y="184144"/>
                  </a:lnTo>
                  <a:lnTo>
                    <a:pt x="178068" y="184069"/>
                  </a:lnTo>
                  <a:lnTo>
                    <a:pt x="178466" y="184120"/>
                  </a:lnTo>
                  <a:lnTo>
                    <a:pt x="178627" y="184124"/>
                  </a:lnTo>
                  <a:lnTo>
                    <a:pt x="178724" y="183957"/>
                  </a:lnTo>
                  <a:lnTo>
                    <a:pt x="178873" y="183723"/>
                  </a:lnTo>
                  <a:lnTo>
                    <a:pt x="179214" y="183681"/>
                  </a:lnTo>
                  <a:lnTo>
                    <a:pt x="179729" y="183625"/>
                  </a:lnTo>
                  <a:lnTo>
                    <a:pt x="180388" y="183557"/>
                  </a:lnTo>
                  <a:lnTo>
                    <a:pt x="180761" y="183652"/>
                  </a:lnTo>
                  <a:lnTo>
                    <a:pt x="181288" y="183701"/>
                  </a:lnTo>
                  <a:lnTo>
                    <a:pt x="181580" y="183585"/>
                  </a:lnTo>
                  <a:lnTo>
                    <a:pt x="181786" y="183215"/>
                  </a:lnTo>
                  <a:lnTo>
                    <a:pt x="182252" y="182756"/>
                  </a:lnTo>
                  <a:lnTo>
                    <a:pt x="182484" y="182702"/>
                  </a:lnTo>
                  <a:close/>
                </a:path>
              </a:pathLst>
            </a:custGeom>
            <a:solidFill>
              <a:srgbClr val="ED9B6A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4460145" y="4994669"/>
              <a:ext cx="184754" cy="183852"/>
            </a:xfrm>
            <a:custGeom>
              <a:avLst/>
              <a:pathLst>
                <a:path w="184754" h="183852">
                  <a:moveTo>
                    <a:pt x="182879" y="182879"/>
                  </a:moveTo>
                  <a:lnTo>
                    <a:pt x="183407" y="182894"/>
                  </a:lnTo>
                  <a:lnTo>
                    <a:pt x="183691" y="182908"/>
                  </a:lnTo>
                  <a:lnTo>
                    <a:pt x="184754" y="183550"/>
                  </a:lnTo>
                  <a:lnTo>
                    <a:pt x="183977" y="183852"/>
                  </a:lnTo>
                  <a:lnTo>
                    <a:pt x="183816" y="183849"/>
                  </a:lnTo>
                  <a:lnTo>
                    <a:pt x="183224" y="183704"/>
                  </a:lnTo>
                  <a:lnTo>
                    <a:pt x="182748" y="183093"/>
                  </a:lnTo>
                  <a:lnTo>
                    <a:pt x="182593" y="183055"/>
                  </a:lnTo>
                  <a:lnTo>
                    <a:pt x="182456" y="183026"/>
                  </a:lnTo>
                  <a:lnTo>
                    <a:pt x="182164" y="182804"/>
                  </a:lnTo>
                  <a:lnTo>
                    <a:pt x="181885" y="182819"/>
                  </a:lnTo>
                  <a:lnTo>
                    <a:pt x="181886" y="183024"/>
                  </a:lnTo>
                  <a:lnTo>
                    <a:pt x="181870" y="183240"/>
                  </a:lnTo>
                  <a:lnTo>
                    <a:pt x="180224" y="183347"/>
                  </a:lnTo>
                  <a:lnTo>
                    <a:pt x="179990" y="183348"/>
                  </a:lnTo>
                  <a:lnTo>
                    <a:pt x="179663" y="183131"/>
                  </a:lnTo>
                  <a:lnTo>
                    <a:pt x="179085" y="183016"/>
                  </a:lnTo>
                  <a:lnTo>
                    <a:pt x="181627" y="182829"/>
                  </a:lnTo>
                  <a:lnTo>
                    <a:pt x="182161" y="182378"/>
                  </a:lnTo>
                  <a:lnTo>
                    <a:pt x="182067" y="182262"/>
                  </a:lnTo>
                  <a:lnTo>
                    <a:pt x="182218" y="182258"/>
                  </a:lnTo>
                  <a:lnTo>
                    <a:pt x="182666" y="182683"/>
                  </a:lnTo>
                  <a:close/>
                </a:path>
              </a:pathLst>
            </a:custGeom>
            <a:solidFill>
              <a:srgbClr val="ED9B6A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4328980" y="5247100"/>
              <a:ext cx="267943" cy="483023"/>
            </a:xfrm>
            <a:custGeom>
              <a:avLst/>
              <a:pathLst>
                <a:path w="267943" h="483023">
                  <a:moveTo>
                    <a:pt x="182879" y="182879"/>
                  </a:moveTo>
                  <a:lnTo>
                    <a:pt x="183078" y="182981"/>
                  </a:lnTo>
                  <a:lnTo>
                    <a:pt x="183438" y="183165"/>
                  </a:lnTo>
                  <a:lnTo>
                    <a:pt x="183932" y="183412"/>
                  </a:lnTo>
                  <a:lnTo>
                    <a:pt x="184467" y="183627"/>
                  </a:lnTo>
                  <a:lnTo>
                    <a:pt x="184887" y="183683"/>
                  </a:lnTo>
                  <a:lnTo>
                    <a:pt x="185595" y="183544"/>
                  </a:lnTo>
                  <a:lnTo>
                    <a:pt x="185934" y="183865"/>
                  </a:lnTo>
                  <a:lnTo>
                    <a:pt x="186306" y="183957"/>
                  </a:lnTo>
                  <a:lnTo>
                    <a:pt x="186616" y="184174"/>
                  </a:lnTo>
                  <a:lnTo>
                    <a:pt x="186827" y="184337"/>
                  </a:lnTo>
                  <a:lnTo>
                    <a:pt x="187229" y="184958"/>
                  </a:lnTo>
                  <a:lnTo>
                    <a:pt x="187235" y="185097"/>
                  </a:lnTo>
                  <a:lnTo>
                    <a:pt x="187372" y="185365"/>
                  </a:lnTo>
                  <a:lnTo>
                    <a:pt x="187603" y="185527"/>
                  </a:lnTo>
                  <a:lnTo>
                    <a:pt x="187627" y="185750"/>
                  </a:lnTo>
                  <a:lnTo>
                    <a:pt x="187496" y="185785"/>
                  </a:lnTo>
                  <a:lnTo>
                    <a:pt x="187650" y="185969"/>
                  </a:lnTo>
                  <a:lnTo>
                    <a:pt x="187682" y="186359"/>
                  </a:lnTo>
                  <a:lnTo>
                    <a:pt x="187921" y="186344"/>
                  </a:lnTo>
                  <a:lnTo>
                    <a:pt x="188022" y="186535"/>
                  </a:lnTo>
                  <a:lnTo>
                    <a:pt x="188101" y="186761"/>
                  </a:lnTo>
                  <a:lnTo>
                    <a:pt x="188323" y="186678"/>
                  </a:lnTo>
                  <a:lnTo>
                    <a:pt x="188577" y="186537"/>
                  </a:lnTo>
                  <a:lnTo>
                    <a:pt x="188727" y="186580"/>
                  </a:lnTo>
                  <a:lnTo>
                    <a:pt x="189117" y="186344"/>
                  </a:lnTo>
                  <a:lnTo>
                    <a:pt x="189173" y="186211"/>
                  </a:lnTo>
                  <a:lnTo>
                    <a:pt x="189225" y="186001"/>
                  </a:lnTo>
                  <a:lnTo>
                    <a:pt x="189481" y="186018"/>
                  </a:lnTo>
                  <a:lnTo>
                    <a:pt x="189446" y="186489"/>
                  </a:lnTo>
                  <a:lnTo>
                    <a:pt x="189359" y="186650"/>
                  </a:lnTo>
                  <a:lnTo>
                    <a:pt x="189460" y="187149"/>
                  </a:lnTo>
                  <a:lnTo>
                    <a:pt x="189435" y="187401"/>
                  </a:lnTo>
                  <a:lnTo>
                    <a:pt x="189354" y="187556"/>
                  </a:lnTo>
                  <a:lnTo>
                    <a:pt x="189306" y="187792"/>
                  </a:lnTo>
                  <a:lnTo>
                    <a:pt x="189351" y="188115"/>
                  </a:lnTo>
                  <a:lnTo>
                    <a:pt x="189414" y="188533"/>
                  </a:lnTo>
                  <a:lnTo>
                    <a:pt x="189686" y="188408"/>
                  </a:lnTo>
                  <a:lnTo>
                    <a:pt x="189738" y="188131"/>
                  </a:lnTo>
                  <a:lnTo>
                    <a:pt x="189936" y="188142"/>
                  </a:lnTo>
                  <a:lnTo>
                    <a:pt x="190180" y="188194"/>
                  </a:lnTo>
                  <a:lnTo>
                    <a:pt x="190542" y="188100"/>
                  </a:lnTo>
                  <a:lnTo>
                    <a:pt x="190848" y="187878"/>
                  </a:lnTo>
                  <a:lnTo>
                    <a:pt x="191039" y="187730"/>
                  </a:lnTo>
                  <a:lnTo>
                    <a:pt x="191291" y="187547"/>
                  </a:lnTo>
                  <a:lnTo>
                    <a:pt x="191427" y="187577"/>
                  </a:lnTo>
                  <a:lnTo>
                    <a:pt x="191654" y="187742"/>
                  </a:lnTo>
                  <a:lnTo>
                    <a:pt x="191794" y="187975"/>
                  </a:lnTo>
                  <a:lnTo>
                    <a:pt x="192179" y="188269"/>
                  </a:lnTo>
                  <a:lnTo>
                    <a:pt x="192336" y="188264"/>
                  </a:lnTo>
                  <a:lnTo>
                    <a:pt x="192744" y="188365"/>
                  </a:lnTo>
                  <a:lnTo>
                    <a:pt x="192752" y="188806"/>
                  </a:lnTo>
                  <a:lnTo>
                    <a:pt x="192850" y="188959"/>
                  </a:lnTo>
                  <a:lnTo>
                    <a:pt x="192920" y="189150"/>
                  </a:lnTo>
                  <a:lnTo>
                    <a:pt x="192970" y="189310"/>
                  </a:lnTo>
                  <a:lnTo>
                    <a:pt x="192949" y="189562"/>
                  </a:lnTo>
                  <a:lnTo>
                    <a:pt x="192567" y="189774"/>
                  </a:lnTo>
                  <a:lnTo>
                    <a:pt x="192511" y="190041"/>
                  </a:lnTo>
                  <a:lnTo>
                    <a:pt x="192499" y="190331"/>
                  </a:lnTo>
                  <a:lnTo>
                    <a:pt x="192657" y="190928"/>
                  </a:lnTo>
                  <a:lnTo>
                    <a:pt x="192692" y="191106"/>
                  </a:lnTo>
                  <a:lnTo>
                    <a:pt x="192654" y="191370"/>
                  </a:lnTo>
                  <a:lnTo>
                    <a:pt x="192305" y="191400"/>
                  </a:lnTo>
                  <a:lnTo>
                    <a:pt x="192175" y="191859"/>
                  </a:lnTo>
                  <a:lnTo>
                    <a:pt x="192058" y="192317"/>
                  </a:lnTo>
                  <a:lnTo>
                    <a:pt x="191909" y="192463"/>
                  </a:lnTo>
                  <a:lnTo>
                    <a:pt x="191742" y="192669"/>
                  </a:lnTo>
                  <a:lnTo>
                    <a:pt x="191568" y="192922"/>
                  </a:lnTo>
                  <a:lnTo>
                    <a:pt x="191414" y="192950"/>
                  </a:lnTo>
                  <a:lnTo>
                    <a:pt x="191271" y="193074"/>
                  </a:lnTo>
                  <a:lnTo>
                    <a:pt x="191197" y="193381"/>
                  </a:lnTo>
                  <a:lnTo>
                    <a:pt x="190578" y="193940"/>
                  </a:lnTo>
                  <a:lnTo>
                    <a:pt x="190555" y="194132"/>
                  </a:lnTo>
                  <a:lnTo>
                    <a:pt x="190198" y="194685"/>
                  </a:lnTo>
                  <a:lnTo>
                    <a:pt x="190082" y="194830"/>
                  </a:lnTo>
                  <a:lnTo>
                    <a:pt x="189564" y="195245"/>
                  </a:lnTo>
                  <a:lnTo>
                    <a:pt x="189411" y="195268"/>
                  </a:lnTo>
                  <a:lnTo>
                    <a:pt x="189100" y="195505"/>
                  </a:lnTo>
                  <a:lnTo>
                    <a:pt x="189267" y="195728"/>
                  </a:lnTo>
                  <a:lnTo>
                    <a:pt x="189369" y="195906"/>
                  </a:lnTo>
                  <a:lnTo>
                    <a:pt x="189326" y="196279"/>
                  </a:lnTo>
                  <a:lnTo>
                    <a:pt x="189034" y="196475"/>
                  </a:lnTo>
                  <a:lnTo>
                    <a:pt x="188840" y="196443"/>
                  </a:lnTo>
                  <a:lnTo>
                    <a:pt x="188697" y="196381"/>
                  </a:lnTo>
                  <a:lnTo>
                    <a:pt x="188415" y="196595"/>
                  </a:lnTo>
                  <a:lnTo>
                    <a:pt x="188176" y="196902"/>
                  </a:lnTo>
                  <a:lnTo>
                    <a:pt x="187883" y="197216"/>
                  </a:lnTo>
                  <a:lnTo>
                    <a:pt x="187616" y="197487"/>
                  </a:lnTo>
                  <a:lnTo>
                    <a:pt x="187438" y="197748"/>
                  </a:lnTo>
                  <a:lnTo>
                    <a:pt x="187129" y="197716"/>
                  </a:lnTo>
                  <a:lnTo>
                    <a:pt x="187106" y="197535"/>
                  </a:lnTo>
                  <a:lnTo>
                    <a:pt x="186859" y="197403"/>
                  </a:lnTo>
                  <a:lnTo>
                    <a:pt x="186606" y="197222"/>
                  </a:lnTo>
                  <a:lnTo>
                    <a:pt x="186421" y="197052"/>
                  </a:lnTo>
                  <a:lnTo>
                    <a:pt x="186283" y="196996"/>
                  </a:lnTo>
                  <a:lnTo>
                    <a:pt x="186183" y="197190"/>
                  </a:lnTo>
                  <a:lnTo>
                    <a:pt x="185954" y="197387"/>
                  </a:lnTo>
                  <a:lnTo>
                    <a:pt x="185637" y="197557"/>
                  </a:lnTo>
                  <a:lnTo>
                    <a:pt x="185396" y="198031"/>
                  </a:lnTo>
                  <a:lnTo>
                    <a:pt x="185135" y="198318"/>
                  </a:lnTo>
                  <a:lnTo>
                    <a:pt x="185038" y="198706"/>
                  </a:lnTo>
                  <a:lnTo>
                    <a:pt x="184809" y="198790"/>
                  </a:lnTo>
                  <a:lnTo>
                    <a:pt x="184505" y="198853"/>
                  </a:lnTo>
                  <a:lnTo>
                    <a:pt x="184378" y="199175"/>
                  </a:lnTo>
                  <a:lnTo>
                    <a:pt x="184071" y="199437"/>
                  </a:lnTo>
                  <a:lnTo>
                    <a:pt x="183845" y="199928"/>
                  </a:lnTo>
                  <a:lnTo>
                    <a:pt x="183715" y="200348"/>
                  </a:lnTo>
                  <a:lnTo>
                    <a:pt x="183511" y="200352"/>
                  </a:lnTo>
                  <a:lnTo>
                    <a:pt x="183264" y="200417"/>
                  </a:lnTo>
                  <a:lnTo>
                    <a:pt x="183105" y="200508"/>
                  </a:lnTo>
                  <a:lnTo>
                    <a:pt x="182713" y="200548"/>
                  </a:lnTo>
                  <a:lnTo>
                    <a:pt x="182507" y="200822"/>
                  </a:lnTo>
                  <a:lnTo>
                    <a:pt x="182454" y="201001"/>
                  </a:lnTo>
                  <a:lnTo>
                    <a:pt x="182179" y="201264"/>
                  </a:lnTo>
                  <a:lnTo>
                    <a:pt x="182233" y="201828"/>
                  </a:lnTo>
                  <a:lnTo>
                    <a:pt x="181911" y="202188"/>
                  </a:lnTo>
                  <a:lnTo>
                    <a:pt x="181934" y="202491"/>
                  </a:lnTo>
                  <a:lnTo>
                    <a:pt x="181817" y="202728"/>
                  </a:lnTo>
                  <a:lnTo>
                    <a:pt x="181578" y="202649"/>
                  </a:lnTo>
                  <a:lnTo>
                    <a:pt x="181420" y="202575"/>
                  </a:lnTo>
                  <a:lnTo>
                    <a:pt x="181203" y="202616"/>
                  </a:lnTo>
                  <a:lnTo>
                    <a:pt x="180909" y="202890"/>
                  </a:lnTo>
                  <a:lnTo>
                    <a:pt x="181044" y="203315"/>
                  </a:lnTo>
                  <a:lnTo>
                    <a:pt x="181283" y="203319"/>
                  </a:lnTo>
                  <a:lnTo>
                    <a:pt x="181781" y="203327"/>
                  </a:lnTo>
                  <a:lnTo>
                    <a:pt x="182101" y="203320"/>
                  </a:lnTo>
                  <a:lnTo>
                    <a:pt x="182518" y="203638"/>
                  </a:lnTo>
                  <a:lnTo>
                    <a:pt x="182733" y="203908"/>
                  </a:lnTo>
                  <a:lnTo>
                    <a:pt x="182652" y="204201"/>
                  </a:lnTo>
                  <a:lnTo>
                    <a:pt x="182385" y="204230"/>
                  </a:lnTo>
                  <a:lnTo>
                    <a:pt x="182008" y="204456"/>
                  </a:lnTo>
                  <a:lnTo>
                    <a:pt x="181879" y="204644"/>
                  </a:lnTo>
                  <a:lnTo>
                    <a:pt x="181750" y="204656"/>
                  </a:lnTo>
                  <a:lnTo>
                    <a:pt x="181401" y="204884"/>
                  </a:lnTo>
                  <a:lnTo>
                    <a:pt x="180982" y="205895"/>
                  </a:lnTo>
                  <a:lnTo>
                    <a:pt x="181355" y="206183"/>
                  </a:lnTo>
                  <a:lnTo>
                    <a:pt x="181587" y="206313"/>
                  </a:lnTo>
                  <a:lnTo>
                    <a:pt x="181856" y="206613"/>
                  </a:lnTo>
                  <a:lnTo>
                    <a:pt x="182321" y="206975"/>
                  </a:lnTo>
                  <a:lnTo>
                    <a:pt x="182531" y="207068"/>
                  </a:lnTo>
                  <a:lnTo>
                    <a:pt x="182575" y="207730"/>
                  </a:lnTo>
                  <a:lnTo>
                    <a:pt x="182323" y="207888"/>
                  </a:lnTo>
                  <a:lnTo>
                    <a:pt x="182374" y="208131"/>
                  </a:lnTo>
                  <a:lnTo>
                    <a:pt x="182696" y="208150"/>
                  </a:lnTo>
                  <a:lnTo>
                    <a:pt x="182896" y="207940"/>
                  </a:lnTo>
                  <a:lnTo>
                    <a:pt x="183066" y="208018"/>
                  </a:lnTo>
                  <a:lnTo>
                    <a:pt x="183300" y="208173"/>
                  </a:lnTo>
                  <a:lnTo>
                    <a:pt x="183767" y="208419"/>
                  </a:lnTo>
                  <a:lnTo>
                    <a:pt x="183935" y="208504"/>
                  </a:lnTo>
                  <a:lnTo>
                    <a:pt x="184095" y="208564"/>
                  </a:lnTo>
                  <a:lnTo>
                    <a:pt x="184257" y="209022"/>
                  </a:lnTo>
                  <a:lnTo>
                    <a:pt x="184312" y="209354"/>
                  </a:lnTo>
                  <a:lnTo>
                    <a:pt x="184237" y="209673"/>
                  </a:lnTo>
                  <a:lnTo>
                    <a:pt x="184305" y="209884"/>
                  </a:lnTo>
                  <a:lnTo>
                    <a:pt x="184630" y="209945"/>
                  </a:lnTo>
                  <a:lnTo>
                    <a:pt x="184695" y="209638"/>
                  </a:lnTo>
                  <a:lnTo>
                    <a:pt x="184914" y="209352"/>
                  </a:lnTo>
                  <a:lnTo>
                    <a:pt x="185087" y="209031"/>
                  </a:lnTo>
                  <a:lnTo>
                    <a:pt x="185090" y="208689"/>
                  </a:lnTo>
                  <a:lnTo>
                    <a:pt x="185143" y="208501"/>
                  </a:lnTo>
                  <a:lnTo>
                    <a:pt x="185335" y="208414"/>
                  </a:lnTo>
                  <a:lnTo>
                    <a:pt x="185846" y="208313"/>
                  </a:lnTo>
                  <a:lnTo>
                    <a:pt x="186197" y="208562"/>
                  </a:lnTo>
                  <a:lnTo>
                    <a:pt x="186245" y="208422"/>
                  </a:lnTo>
                  <a:lnTo>
                    <a:pt x="186117" y="208112"/>
                  </a:lnTo>
                  <a:lnTo>
                    <a:pt x="186179" y="207902"/>
                  </a:lnTo>
                  <a:lnTo>
                    <a:pt x="186403" y="208019"/>
                  </a:lnTo>
                  <a:lnTo>
                    <a:pt x="186665" y="208030"/>
                  </a:lnTo>
                  <a:lnTo>
                    <a:pt x="186655" y="208160"/>
                  </a:lnTo>
                  <a:lnTo>
                    <a:pt x="186984" y="208336"/>
                  </a:lnTo>
                  <a:lnTo>
                    <a:pt x="187317" y="208679"/>
                  </a:lnTo>
                  <a:lnTo>
                    <a:pt x="187179" y="209071"/>
                  </a:lnTo>
                  <a:lnTo>
                    <a:pt x="187077" y="209255"/>
                  </a:lnTo>
                  <a:lnTo>
                    <a:pt x="187085" y="209402"/>
                  </a:lnTo>
                  <a:lnTo>
                    <a:pt x="187270" y="209758"/>
                  </a:lnTo>
                  <a:lnTo>
                    <a:pt x="187400" y="209753"/>
                  </a:lnTo>
                  <a:lnTo>
                    <a:pt x="187652" y="209647"/>
                  </a:lnTo>
                  <a:lnTo>
                    <a:pt x="187799" y="209803"/>
                  </a:lnTo>
                  <a:lnTo>
                    <a:pt x="188104" y="210050"/>
                  </a:lnTo>
                  <a:lnTo>
                    <a:pt x="188465" y="209873"/>
                  </a:lnTo>
                  <a:lnTo>
                    <a:pt x="188684" y="209820"/>
                  </a:lnTo>
                  <a:lnTo>
                    <a:pt x="188917" y="209904"/>
                  </a:lnTo>
                  <a:lnTo>
                    <a:pt x="189476" y="209741"/>
                  </a:lnTo>
                  <a:lnTo>
                    <a:pt x="189832" y="209705"/>
                  </a:lnTo>
                  <a:lnTo>
                    <a:pt x="190314" y="209340"/>
                  </a:lnTo>
                  <a:lnTo>
                    <a:pt x="190367" y="209141"/>
                  </a:lnTo>
                  <a:lnTo>
                    <a:pt x="190375" y="208882"/>
                  </a:lnTo>
                  <a:lnTo>
                    <a:pt x="190744" y="208451"/>
                  </a:lnTo>
                  <a:lnTo>
                    <a:pt x="190812" y="208310"/>
                  </a:lnTo>
                  <a:lnTo>
                    <a:pt x="191027" y="208151"/>
                  </a:lnTo>
                  <a:lnTo>
                    <a:pt x="191485" y="207855"/>
                  </a:lnTo>
                  <a:lnTo>
                    <a:pt x="191584" y="207582"/>
                  </a:lnTo>
                  <a:lnTo>
                    <a:pt x="191659" y="207365"/>
                  </a:lnTo>
                  <a:lnTo>
                    <a:pt x="191866" y="207142"/>
                  </a:lnTo>
                  <a:lnTo>
                    <a:pt x="192215" y="206959"/>
                  </a:lnTo>
                  <a:lnTo>
                    <a:pt x="192657" y="206757"/>
                  </a:lnTo>
                  <a:lnTo>
                    <a:pt x="193033" y="206829"/>
                  </a:lnTo>
                  <a:lnTo>
                    <a:pt x="193211" y="206676"/>
                  </a:lnTo>
                  <a:lnTo>
                    <a:pt x="193263" y="206365"/>
                  </a:lnTo>
                  <a:lnTo>
                    <a:pt x="193423" y="206232"/>
                  </a:lnTo>
                  <a:lnTo>
                    <a:pt x="193650" y="206052"/>
                  </a:lnTo>
                  <a:lnTo>
                    <a:pt x="193947" y="205946"/>
                  </a:lnTo>
                  <a:lnTo>
                    <a:pt x="194068" y="205731"/>
                  </a:lnTo>
                  <a:lnTo>
                    <a:pt x="194661" y="205635"/>
                  </a:lnTo>
                  <a:lnTo>
                    <a:pt x="194882" y="205403"/>
                  </a:lnTo>
                  <a:lnTo>
                    <a:pt x="195187" y="205328"/>
                  </a:lnTo>
                  <a:lnTo>
                    <a:pt x="195431" y="205386"/>
                  </a:lnTo>
                  <a:lnTo>
                    <a:pt x="195679" y="205322"/>
                  </a:lnTo>
                  <a:lnTo>
                    <a:pt x="196033" y="205347"/>
                  </a:lnTo>
                  <a:lnTo>
                    <a:pt x="196344" y="205477"/>
                  </a:lnTo>
                  <a:lnTo>
                    <a:pt x="196392" y="204937"/>
                  </a:lnTo>
                  <a:lnTo>
                    <a:pt x="196586" y="204616"/>
                  </a:lnTo>
                  <a:lnTo>
                    <a:pt x="196765" y="204396"/>
                  </a:lnTo>
                  <a:lnTo>
                    <a:pt x="196921" y="204088"/>
                  </a:lnTo>
                  <a:lnTo>
                    <a:pt x="196973" y="203924"/>
                  </a:lnTo>
                  <a:lnTo>
                    <a:pt x="197174" y="203667"/>
                  </a:lnTo>
                  <a:lnTo>
                    <a:pt x="197477" y="203491"/>
                  </a:lnTo>
                  <a:lnTo>
                    <a:pt x="197694" y="203497"/>
                  </a:lnTo>
                  <a:lnTo>
                    <a:pt x="197865" y="203569"/>
                  </a:lnTo>
                  <a:lnTo>
                    <a:pt x="198209" y="203405"/>
                  </a:lnTo>
                  <a:lnTo>
                    <a:pt x="198346" y="203364"/>
                  </a:lnTo>
                  <a:lnTo>
                    <a:pt x="198772" y="203452"/>
                  </a:lnTo>
                  <a:lnTo>
                    <a:pt x="199093" y="203657"/>
                  </a:lnTo>
                  <a:lnTo>
                    <a:pt x="199392" y="203717"/>
                  </a:lnTo>
                  <a:lnTo>
                    <a:pt x="199611" y="203592"/>
                  </a:lnTo>
                  <a:lnTo>
                    <a:pt x="199698" y="203398"/>
                  </a:lnTo>
                  <a:lnTo>
                    <a:pt x="200031" y="203306"/>
                  </a:lnTo>
                  <a:lnTo>
                    <a:pt x="200181" y="203345"/>
                  </a:lnTo>
                  <a:lnTo>
                    <a:pt x="200363" y="203210"/>
                  </a:lnTo>
                  <a:lnTo>
                    <a:pt x="200672" y="203177"/>
                  </a:lnTo>
                  <a:lnTo>
                    <a:pt x="200813" y="203006"/>
                  </a:lnTo>
                  <a:lnTo>
                    <a:pt x="200930" y="202785"/>
                  </a:lnTo>
                  <a:lnTo>
                    <a:pt x="201198" y="202738"/>
                  </a:lnTo>
                  <a:lnTo>
                    <a:pt x="201559" y="202735"/>
                  </a:lnTo>
                  <a:lnTo>
                    <a:pt x="201814" y="202614"/>
                  </a:lnTo>
                  <a:lnTo>
                    <a:pt x="202049" y="202360"/>
                  </a:lnTo>
                  <a:lnTo>
                    <a:pt x="202181" y="202326"/>
                  </a:lnTo>
                  <a:lnTo>
                    <a:pt x="202355" y="202318"/>
                  </a:lnTo>
                  <a:lnTo>
                    <a:pt x="202927" y="202281"/>
                  </a:lnTo>
                  <a:lnTo>
                    <a:pt x="203002" y="201959"/>
                  </a:lnTo>
                  <a:lnTo>
                    <a:pt x="203175" y="201637"/>
                  </a:lnTo>
                  <a:lnTo>
                    <a:pt x="203204" y="201325"/>
                  </a:lnTo>
                  <a:lnTo>
                    <a:pt x="202661" y="200429"/>
                  </a:lnTo>
                  <a:lnTo>
                    <a:pt x="202512" y="199890"/>
                  </a:lnTo>
                  <a:lnTo>
                    <a:pt x="202842" y="199757"/>
                  </a:lnTo>
                  <a:lnTo>
                    <a:pt x="202924" y="199447"/>
                  </a:lnTo>
                  <a:lnTo>
                    <a:pt x="203300" y="199166"/>
                  </a:lnTo>
                  <a:lnTo>
                    <a:pt x="203430" y="199134"/>
                  </a:lnTo>
                  <a:lnTo>
                    <a:pt x="203519" y="198960"/>
                  </a:lnTo>
                  <a:lnTo>
                    <a:pt x="203829" y="198788"/>
                  </a:lnTo>
                  <a:lnTo>
                    <a:pt x="203944" y="198627"/>
                  </a:lnTo>
                  <a:lnTo>
                    <a:pt x="204012" y="198458"/>
                  </a:lnTo>
                  <a:lnTo>
                    <a:pt x="204092" y="198062"/>
                  </a:lnTo>
                  <a:lnTo>
                    <a:pt x="203929" y="197885"/>
                  </a:lnTo>
                  <a:lnTo>
                    <a:pt x="203708" y="197906"/>
                  </a:lnTo>
                  <a:lnTo>
                    <a:pt x="203480" y="197603"/>
                  </a:lnTo>
                  <a:lnTo>
                    <a:pt x="203427" y="197453"/>
                  </a:lnTo>
                  <a:lnTo>
                    <a:pt x="203335" y="197290"/>
                  </a:lnTo>
                  <a:lnTo>
                    <a:pt x="202752" y="197409"/>
                  </a:lnTo>
                  <a:lnTo>
                    <a:pt x="202584" y="197163"/>
                  </a:lnTo>
                  <a:lnTo>
                    <a:pt x="202271" y="196943"/>
                  </a:lnTo>
                  <a:lnTo>
                    <a:pt x="202258" y="196746"/>
                  </a:lnTo>
                  <a:lnTo>
                    <a:pt x="201567" y="196244"/>
                  </a:lnTo>
                  <a:lnTo>
                    <a:pt x="201292" y="196153"/>
                  </a:lnTo>
                  <a:lnTo>
                    <a:pt x="200927" y="195762"/>
                  </a:lnTo>
                  <a:lnTo>
                    <a:pt x="201156" y="195426"/>
                  </a:lnTo>
                  <a:lnTo>
                    <a:pt x="201491" y="195363"/>
                  </a:lnTo>
                  <a:lnTo>
                    <a:pt x="201917" y="195256"/>
                  </a:lnTo>
                  <a:lnTo>
                    <a:pt x="202247" y="194923"/>
                  </a:lnTo>
                  <a:lnTo>
                    <a:pt x="202276" y="194768"/>
                  </a:lnTo>
                  <a:lnTo>
                    <a:pt x="202384" y="194512"/>
                  </a:lnTo>
                  <a:lnTo>
                    <a:pt x="202525" y="194421"/>
                  </a:lnTo>
                  <a:lnTo>
                    <a:pt x="202670" y="194425"/>
                  </a:lnTo>
                  <a:lnTo>
                    <a:pt x="203065" y="194123"/>
                  </a:lnTo>
                  <a:lnTo>
                    <a:pt x="203295" y="194077"/>
                  </a:lnTo>
                  <a:lnTo>
                    <a:pt x="203607" y="193853"/>
                  </a:lnTo>
                  <a:lnTo>
                    <a:pt x="203664" y="193599"/>
                  </a:lnTo>
                  <a:lnTo>
                    <a:pt x="203722" y="193433"/>
                  </a:lnTo>
                  <a:lnTo>
                    <a:pt x="203851" y="193223"/>
                  </a:lnTo>
                  <a:lnTo>
                    <a:pt x="203799" y="192900"/>
                  </a:lnTo>
                  <a:lnTo>
                    <a:pt x="203509" y="192651"/>
                  </a:lnTo>
                  <a:lnTo>
                    <a:pt x="203455" y="192370"/>
                  </a:lnTo>
                  <a:lnTo>
                    <a:pt x="203770" y="191756"/>
                  </a:lnTo>
                  <a:lnTo>
                    <a:pt x="204055" y="191582"/>
                  </a:lnTo>
                  <a:lnTo>
                    <a:pt x="204577" y="191144"/>
                  </a:lnTo>
                  <a:lnTo>
                    <a:pt x="204808" y="191043"/>
                  </a:lnTo>
                  <a:lnTo>
                    <a:pt x="204960" y="191039"/>
                  </a:lnTo>
                  <a:lnTo>
                    <a:pt x="205212" y="190794"/>
                  </a:lnTo>
                  <a:lnTo>
                    <a:pt x="205432" y="190887"/>
                  </a:lnTo>
                  <a:lnTo>
                    <a:pt x="205867" y="190847"/>
                  </a:lnTo>
                  <a:lnTo>
                    <a:pt x="206029" y="190732"/>
                  </a:lnTo>
                  <a:lnTo>
                    <a:pt x="206188" y="190769"/>
                  </a:lnTo>
                  <a:lnTo>
                    <a:pt x="206588" y="190600"/>
                  </a:lnTo>
                  <a:lnTo>
                    <a:pt x="206839" y="190666"/>
                  </a:lnTo>
                  <a:lnTo>
                    <a:pt x="207040" y="190584"/>
                  </a:lnTo>
                  <a:lnTo>
                    <a:pt x="207378" y="190312"/>
                  </a:lnTo>
                  <a:lnTo>
                    <a:pt x="207811" y="190574"/>
                  </a:lnTo>
                  <a:lnTo>
                    <a:pt x="207985" y="190728"/>
                  </a:lnTo>
                  <a:lnTo>
                    <a:pt x="208205" y="190990"/>
                  </a:lnTo>
                  <a:lnTo>
                    <a:pt x="208407" y="191091"/>
                  </a:lnTo>
                  <a:lnTo>
                    <a:pt x="208681" y="191086"/>
                  </a:lnTo>
                  <a:lnTo>
                    <a:pt x="209259" y="191132"/>
                  </a:lnTo>
                  <a:lnTo>
                    <a:pt x="209619" y="191423"/>
                  </a:lnTo>
                  <a:lnTo>
                    <a:pt x="209686" y="191591"/>
                  </a:lnTo>
                  <a:lnTo>
                    <a:pt x="209697" y="191815"/>
                  </a:lnTo>
                  <a:lnTo>
                    <a:pt x="209837" y="192059"/>
                  </a:lnTo>
                  <a:lnTo>
                    <a:pt x="209968" y="192173"/>
                  </a:lnTo>
                  <a:lnTo>
                    <a:pt x="210051" y="192369"/>
                  </a:lnTo>
                  <a:lnTo>
                    <a:pt x="210094" y="192572"/>
                  </a:lnTo>
                  <a:lnTo>
                    <a:pt x="210124" y="192907"/>
                  </a:lnTo>
                  <a:lnTo>
                    <a:pt x="210026" y="193099"/>
                  </a:lnTo>
                  <a:lnTo>
                    <a:pt x="209911" y="193269"/>
                  </a:lnTo>
                  <a:lnTo>
                    <a:pt x="209729" y="193719"/>
                  </a:lnTo>
                  <a:lnTo>
                    <a:pt x="209552" y="194163"/>
                  </a:lnTo>
                  <a:lnTo>
                    <a:pt x="209177" y="194471"/>
                  </a:lnTo>
                  <a:lnTo>
                    <a:pt x="209049" y="194586"/>
                  </a:lnTo>
                  <a:lnTo>
                    <a:pt x="209167" y="194809"/>
                  </a:lnTo>
                  <a:lnTo>
                    <a:pt x="209217" y="195093"/>
                  </a:lnTo>
                  <a:lnTo>
                    <a:pt x="209549" y="195451"/>
                  </a:lnTo>
                  <a:lnTo>
                    <a:pt x="209754" y="195566"/>
                  </a:lnTo>
                  <a:lnTo>
                    <a:pt x="209961" y="195534"/>
                  </a:lnTo>
                  <a:lnTo>
                    <a:pt x="210406" y="195650"/>
                  </a:lnTo>
                  <a:lnTo>
                    <a:pt x="210679" y="195999"/>
                  </a:lnTo>
                  <a:lnTo>
                    <a:pt x="211086" y="196046"/>
                  </a:lnTo>
                  <a:lnTo>
                    <a:pt x="211301" y="196170"/>
                  </a:lnTo>
                  <a:lnTo>
                    <a:pt x="211478" y="195910"/>
                  </a:lnTo>
                  <a:lnTo>
                    <a:pt x="211298" y="195369"/>
                  </a:lnTo>
                  <a:lnTo>
                    <a:pt x="211527" y="195339"/>
                  </a:lnTo>
                  <a:lnTo>
                    <a:pt x="211903" y="195211"/>
                  </a:lnTo>
                  <a:lnTo>
                    <a:pt x="212140" y="195267"/>
                  </a:lnTo>
                  <a:lnTo>
                    <a:pt x="212789" y="194867"/>
                  </a:lnTo>
                  <a:lnTo>
                    <a:pt x="213138" y="194599"/>
                  </a:lnTo>
                  <a:lnTo>
                    <a:pt x="213580" y="194376"/>
                  </a:lnTo>
                  <a:lnTo>
                    <a:pt x="213716" y="194641"/>
                  </a:lnTo>
                  <a:lnTo>
                    <a:pt x="213936" y="195034"/>
                  </a:lnTo>
                  <a:lnTo>
                    <a:pt x="213839" y="195213"/>
                  </a:lnTo>
                  <a:lnTo>
                    <a:pt x="213855" y="195531"/>
                  </a:lnTo>
                  <a:lnTo>
                    <a:pt x="214076" y="195648"/>
                  </a:lnTo>
                  <a:lnTo>
                    <a:pt x="214103" y="196057"/>
                  </a:lnTo>
                  <a:lnTo>
                    <a:pt x="214390" y="196229"/>
                  </a:lnTo>
                  <a:lnTo>
                    <a:pt x="214452" y="196441"/>
                  </a:lnTo>
                  <a:lnTo>
                    <a:pt x="214718" y="196628"/>
                  </a:lnTo>
                  <a:lnTo>
                    <a:pt x="214992" y="196636"/>
                  </a:lnTo>
                  <a:lnTo>
                    <a:pt x="215431" y="196156"/>
                  </a:lnTo>
                  <a:lnTo>
                    <a:pt x="215696" y="196229"/>
                  </a:lnTo>
                  <a:lnTo>
                    <a:pt x="215767" y="196015"/>
                  </a:lnTo>
                  <a:lnTo>
                    <a:pt x="215743" y="195886"/>
                  </a:lnTo>
                  <a:lnTo>
                    <a:pt x="215716" y="195718"/>
                  </a:lnTo>
                  <a:lnTo>
                    <a:pt x="215791" y="195562"/>
                  </a:lnTo>
                  <a:lnTo>
                    <a:pt x="215954" y="194947"/>
                  </a:lnTo>
                  <a:lnTo>
                    <a:pt x="216219" y="194762"/>
                  </a:lnTo>
                  <a:lnTo>
                    <a:pt x="216816" y="194645"/>
                  </a:lnTo>
                  <a:lnTo>
                    <a:pt x="217255" y="194563"/>
                  </a:lnTo>
                  <a:lnTo>
                    <a:pt x="217383" y="194584"/>
                  </a:lnTo>
                  <a:lnTo>
                    <a:pt x="217682" y="194706"/>
                  </a:lnTo>
                  <a:lnTo>
                    <a:pt x="217867" y="195085"/>
                  </a:lnTo>
                  <a:lnTo>
                    <a:pt x="217697" y="195317"/>
                  </a:lnTo>
                  <a:lnTo>
                    <a:pt x="217577" y="195836"/>
                  </a:lnTo>
                  <a:lnTo>
                    <a:pt x="217413" y="196013"/>
                  </a:lnTo>
                  <a:lnTo>
                    <a:pt x="217245" y="196335"/>
                  </a:lnTo>
                  <a:lnTo>
                    <a:pt x="217302" y="196553"/>
                  </a:lnTo>
                  <a:lnTo>
                    <a:pt x="217310" y="196685"/>
                  </a:lnTo>
                  <a:lnTo>
                    <a:pt x="217295" y="196910"/>
                  </a:lnTo>
                  <a:lnTo>
                    <a:pt x="217042" y="197007"/>
                  </a:lnTo>
                  <a:lnTo>
                    <a:pt x="217022" y="197871"/>
                  </a:lnTo>
                  <a:lnTo>
                    <a:pt x="217251" y="198040"/>
                  </a:lnTo>
                  <a:lnTo>
                    <a:pt x="217439" y="198146"/>
                  </a:lnTo>
                  <a:lnTo>
                    <a:pt x="217519" y="198473"/>
                  </a:lnTo>
                  <a:lnTo>
                    <a:pt x="217458" y="198629"/>
                  </a:lnTo>
                  <a:lnTo>
                    <a:pt x="217766" y="198939"/>
                  </a:lnTo>
                  <a:lnTo>
                    <a:pt x="217785" y="199109"/>
                  </a:lnTo>
                  <a:lnTo>
                    <a:pt x="217904" y="199290"/>
                  </a:lnTo>
                  <a:lnTo>
                    <a:pt x="218153" y="199523"/>
                  </a:lnTo>
                  <a:lnTo>
                    <a:pt x="218434" y="199393"/>
                  </a:lnTo>
                  <a:lnTo>
                    <a:pt x="218682" y="199425"/>
                  </a:lnTo>
                  <a:lnTo>
                    <a:pt x="218655" y="199821"/>
                  </a:lnTo>
                  <a:lnTo>
                    <a:pt x="218549" y="200009"/>
                  </a:lnTo>
                  <a:lnTo>
                    <a:pt x="218592" y="200153"/>
                  </a:lnTo>
                  <a:lnTo>
                    <a:pt x="218657" y="200289"/>
                  </a:lnTo>
                  <a:lnTo>
                    <a:pt x="219292" y="200923"/>
                  </a:lnTo>
                  <a:lnTo>
                    <a:pt x="218889" y="201334"/>
                  </a:lnTo>
                  <a:lnTo>
                    <a:pt x="219154" y="201630"/>
                  </a:lnTo>
                  <a:lnTo>
                    <a:pt x="219223" y="201839"/>
                  </a:lnTo>
                  <a:lnTo>
                    <a:pt x="219128" y="202137"/>
                  </a:lnTo>
                  <a:lnTo>
                    <a:pt x="218924" y="202348"/>
                  </a:lnTo>
                  <a:lnTo>
                    <a:pt x="218853" y="202618"/>
                  </a:lnTo>
                  <a:lnTo>
                    <a:pt x="218807" y="202802"/>
                  </a:lnTo>
                  <a:lnTo>
                    <a:pt x="218960" y="203204"/>
                  </a:lnTo>
                  <a:lnTo>
                    <a:pt x="219091" y="203274"/>
                  </a:lnTo>
                  <a:lnTo>
                    <a:pt x="219236" y="203460"/>
                  </a:lnTo>
                  <a:lnTo>
                    <a:pt x="219155" y="203717"/>
                  </a:lnTo>
                  <a:lnTo>
                    <a:pt x="219304" y="203863"/>
                  </a:lnTo>
                  <a:lnTo>
                    <a:pt x="219602" y="203639"/>
                  </a:lnTo>
                  <a:lnTo>
                    <a:pt x="220004" y="203810"/>
                  </a:lnTo>
                  <a:lnTo>
                    <a:pt x="219975" y="204065"/>
                  </a:lnTo>
                  <a:lnTo>
                    <a:pt x="219913" y="204235"/>
                  </a:lnTo>
                  <a:lnTo>
                    <a:pt x="219917" y="204601"/>
                  </a:lnTo>
                  <a:lnTo>
                    <a:pt x="220260" y="204539"/>
                  </a:lnTo>
                  <a:lnTo>
                    <a:pt x="220559" y="204514"/>
                  </a:lnTo>
                  <a:lnTo>
                    <a:pt x="220546" y="204691"/>
                  </a:lnTo>
                  <a:lnTo>
                    <a:pt x="220727" y="204771"/>
                  </a:lnTo>
                  <a:lnTo>
                    <a:pt x="220877" y="204786"/>
                  </a:lnTo>
                  <a:lnTo>
                    <a:pt x="221321" y="204421"/>
                  </a:lnTo>
                  <a:lnTo>
                    <a:pt x="221639" y="204198"/>
                  </a:lnTo>
                  <a:lnTo>
                    <a:pt x="221875" y="204564"/>
                  </a:lnTo>
                  <a:lnTo>
                    <a:pt x="222149" y="204698"/>
                  </a:lnTo>
                  <a:lnTo>
                    <a:pt x="222319" y="204842"/>
                  </a:lnTo>
                  <a:lnTo>
                    <a:pt x="222503" y="204859"/>
                  </a:lnTo>
                  <a:lnTo>
                    <a:pt x="222603" y="205415"/>
                  </a:lnTo>
                  <a:lnTo>
                    <a:pt x="222395" y="205742"/>
                  </a:lnTo>
                  <a:lnTo>
                    <a:pt x="222300" y="206462"/>
                  </a:lnTo>
                  <a:lnTo>
                    <a:pt x="222437" y="206743"/>
                  </a:lnTo>
                  <a:lnTo>
                    <a:pt x="222486" y="206872"/>
                  </a:lnTo>
                  <a:lnTo>
                    <a:pt x="222503" y="207164"/>
                  </a:lnTo>
                  <a:lnTo>
                    <a:pt x="222565" y="207562"/>
                  </a:lnTo>
                  <a:lnTo>
                    <a:pt x="222657" y="207782"/>
                  </a:lnTo>
                  <a:lnTo>
                    <a:pt x="223077" y="208425"/>
                  </a:lnTo>
                  <a:lnTo>
                    <a:pt x="223243" y="208666"/>
                  </a:lnTo>
                  <a:lnTo>
                    <a:pt x="223382" y="208356"/>
                  </a:lnTo>
                  <a:lnTo>
                    <a:pt x="223917" y="208577"/>
                  </a:lnTo>
                  <a:lnTo>
                    <a:pt x="224449" y="208559"/>
                  </a:lnTo>
                  <a:lnTo>
                    <a:pt x="224737" y="208444"/>
                  </a:lnTo>
                  <a:lnTo>
                    <a:pt x="225106" y="208455"/>
                  </a:lnTo>
                  <a:lnTo>
                    <a:pt x="225315" y="208736"/>
                  </a:lnTo>
                  <a:lnTo>
                    <a:pt x="225590" y="208999"/>
                  </a:lnTo>
                  <a:lnTo>
                    <a:pt x="225908" y="208874"/>
                  </a:lnTo>
                  <a:lnTo>
                    <a:pt x="226072" y="208674"/>
                  </a:lnTo>
                  <a:lnTo>
                    <a:pt x="226271" y="208581"/>
                  </a:lnTo>
                  <a:lnTo>
                    <a:pt x="226524" y="208572"/>
                  </a:lnTo>
                  <a:lnTo>
                    <a:pt x="227106" y="208026"/>
                  </a:lnTo>
                  <a:lnTo>
                    <a:pt x="227213" y="207755"/>
                  </a:lnTo>
                  <a:lnTo>
                    <a:pt x="227392" y="207668"/>
                  </a:lnTo>
                  <a:lnTo>
                    <a:pt x="227583" y="207619"/>
                  </a:lnTo>
                  <a:lnTo>
                    <a:pt x="227857" y="207371"/>
                  </a:lnTo>
                  <a:lnTo>
                    <a:pt x="228204" y="207269"/>
                  </a:lnTo>
                  <a:lnTo>
                    <a:pt x="228378" y="207370"/>
                  </a:lnTo>
                  <a:lnTo>
                    <a:pt x="228706" y="207473"/>
                  </a:lnTo>
                  <a:lnTo>
                    <a:pt x="228983" y="207604"/>
                  </a:lnTo>
                  <a:lnTo>
                    <a:pt x="229113" y="208105"/>
                  </a:lnTo>
                  <a:lnTo>
                    <a:pt x="229285" y="208375"/>
                  </a:lnTo>
                  <a:lnTo>
                    <a:pt x="229636" y="208348"/>
                  </a:lnTo>
                  <a:lnTo>
                    <a:pt x="229856" y="208490"/>
                  </a:lnTo>
                  <a:lnTo>
                    <a:pt x="229970" y="208894"/>
                  </a:lnTo>
                  <a:lnTo>
                    <a:pt x="229897" y="209563"/>
                  </a:lnTo>
                  <a:lnTo>
                    <a:pt x="229732" y="209768"/>
                  </a:lnTo>
                  <a:lnTo>
                    <a:pt x="230286" y="210545"/>
                  </a:lnTo>
                  <a:lnTo>
                    <a:pt x="230458" y="210567"/>
                  </a:lnTo>
                  <a:lnTo>
                    <a:pt x="230629" y="210506"/>
                  </a:lnTo>
                  <a:lnTo>
                    <a:pt x="230770" y="210476"/>
                  </a:lnTo>
                  <a:lnTo>
                    <a:pt x="231074" y="210493"/>
                  </a:lnTo>
                  <a:lnTo>
                    <a:pt x="231169" y="210226"/>
                  </a:lnTo>
                  <a:lnTo>
                    <a:pt x="231464" y="210201"/>
                  </a:lnTo>
                  <a:lnTo>
                    <a:pt x="231963" y="210713"/>
                  </a:lnTo>
                  <a:lnTo>
                    <a:pt x="232111" y="210901"/>
                  </a:lnTo>
                  <a:lnTo>
                    <a:pt x="232405" y="210787"/>
                  </a:lnTo>
                  <a:lnTo>
                    <a:pt x="232595" y="210695"/>
                  </a:lnTo>
                  <a:lnTo>
                    <a:pt x="232873" y="210506"/>
                  </a:lnTo>
                  <a:lnTo>
                    <a:pt x="233000" y="210317"/>
                  </a:lnTo>
                  <a:lnTo>
                    <a:pt x="233196" y="210190"/>
                  </a:lnTo>
                  <a:lnTo>
                    <a:pt x="233338" y="210113"/>
                  </a:lnTo>
                  <a:lnTo>
                    <a:pt x="233486" y="210362"/>
                  </a:lnTo>
                  <a:lnTo>
                    <a:pt x="233794" y="210383"/>
                  </a:lnTo>
                  <a:lnTo>
                    <a:pt x="233970" y="210125"/>
                  </a:lnTo>
                  <a:lnTo>
                    <a:pt x="233991" y="209923"/>
                  </a:lnTo>
                  <a:lnTo>
                    <a:pt x="234185" y="209535"/>
                  </a:lnTo>
                  <a:lnTo>
                    <a:pt x="234361" y="209641"/>
                  </a:lnTo>
                  <a:lnTo>
                    <a:pt x="234534" y="209795"/>
                  </a:lnTo>
                  <a:lnTo>
                    <a:pt x="234191" y="210217"/>
                  </a:lnTo>
                  <a:lnTo>
                    <a:pt x="234770" y="210264"/>
                  </a:lnTo>
                  <a:lnTo>
                    <a:pt x="234866" y="210110"/>
                  </a:lnTo>
                  <a:lnTo>
                    <a:pt x="235123" y="209827"/>
                  </a:lnTo>
                  <a:lnTo>
                    <a:pt x="235464" y="209679"/>
                  </a:lnTo>
                  <a:lnTo>
                    <a:pt x="235688" y="209581"/>
                  </a:lnTo>
                  <a:lnTo>
                    <a:pt x="235971" y="209352"/>
                  </a:lnTo>
                  <a:lnTo>
                    <a:pt x="236513" y="209687"/>
                  </a:lnTo>
                  <a:lnTo>
                    <a:pt x="236917" y="210044"/>
                  </a:lnTo>
                  <a:lnTo>
                    <a:pt x="237186" y="210099"/>
                  </a:lnTo>
                  <a:lnTo>
                    <a:pt x="237390" y="210113"/>
                  </a:lnTo>
                  <a:lnTo>
                    <a:pt x="237761" y="210102"/>
                  </a:lnTo>
                  <a:lnTo>
                    <a:pt x="238167" y="210062"/>
                  </a:lnTo>
                  <a:lnTo>
                    <a:pt x="238446" y="209918"/>
                  </a:lnTo>
                  <a:lnTo>
                    <a:pt x="238458" y="210176"/>
                  </a:lnTo>
                  <a:lnTo>
                    <a:pt x="238618" y="210515"/>
                  </a:lnTo>
                  <a:lnTo>
                    <a:pt x="238778" y="210550"/>
                  </a:lnTo>
                  <a:lnTo>
                    <a:pt x="238969" y="210442"/>
                  </a:lnTo>
                  <a:lnTo>
                    <a:pt x="239152" y="210630"/>
                  </a:lnTo>
                  <a:lnTo>
                    <a:pt x="239062" y="210849"/>
                  </a:lnTo>
                  <a:lnTo>
                    <a:pt x="239391" y="211060"/>
                  </a:lnTo>
                  <a:lnTo>
                    <a:pt x="239556" y="211039"/>
                  </a:lnTo>
                  <a:lnTo>
                    <a:pt x="240029" y="211006"/>
                  </a:lnTo>
                  <a:lnTo>
                    <a:pt x="240193" y="210807"/>
                  </a:lnTo>
                  <a:lnTo>
                    <a:pt x="240383" y="210687"/>
                  </a:lnTo>
                  <a:lnTo>
                    <a:pt x="240976" y="210447"/>
                  </a:lnTo>
                  <a:lnTo>
                    <a:pt x="241230" y="210394"/>
                  </a:lnTo>
                  <a:lnTo>
                    <a:pt x="241834" y="210345"/>
                  </a:lnTo>
                  <a:lnTo>
                    <a:pt x="242290" y="210734"/>
                  </a:lnTo>
                  <a:lnTo>
                    <a:pt x="242462" y="210381"/>
                  </a:lnTo>
                  <a:lnTo>
                    <a:pt x="242652" y="210110"/>
                  </a:lnTo>
                  <a:lnTo>
                    <a:pt x="242751" y="209890"/>
                  </a:lnTo>
                  <a:lnTo>
                    <a:pt x="242944" y="209707"/>
                  </a:lnTo>
                  <a:lnTo>
                    <a:pt x="243794" y="209882"/>
                  </a:lnTo>
                  <a:lnTo>
                    <a:pt x="243901" y="210106"/>
                  </a:lnTo>
                  <a:lnTo>
                    <a:pt x="244118" y="210338"/>
                  </a:lnTo>
                  <a:lnTo>
                    <a:pt x="244395" y="210120"/>
                  </a:lnTo>
                  <a:lnTo>
                    <a:pt x="244538" y="209903"/>
                  </a:lnTo>
                  <a:lnTo>
                    <a:pt x="244719" y="209545"/>
                  </a:lnTo>
                  <a:lnTo>
                    <a:pt x="245088" y="209436"/>
                  </a:lnTo>
                  <a:lnTo>
                    <a:pt x="245219" y="209441"/>
                  </a:lnTo>
                  <a:lnTo>
                    <a:pt x="245376" y="209441"/>
                  </a:lnTo>
                  <a:lnTo>
                    <a:pt x="245582" y="209431"/>
                  </a:lnTo>
                  <a:lnTo>
                    <a:pt x="245777" y="209418"/>
                  </a:lnTo>
                  <a:lnTo>
                    <a:pt x="246203" y="209492"/>
                  </a:lnTo>
                  <a:lnTo>
                    <a:pt x="246504" y="209846"/>
                  </a:lnTo>
                  <a:lnTo>
                    <a:pt x="246802" y="210091"/>
                  </a:lnTo>
                  <a:lnTo>
                    <a:pt x="247124" y="210496"/>
                  </a:lnTo>
                  <a:lnTo>
                    <a:pt x="247163" y="210711"/>
                  </a:lnTo>
                  <a:lnTo>
                    <a:pt x="247181" y="210937"/>
                  </a:lnTo>
                  <a:lnTo>
                    <a:pt x="247589" y="211321"/>
                  </a:lnTo>
                  <a:lnTo>
                    <a:pt x="248041" y="211352"/>
                  </a:lnTo>
                  <a:lnTo>
                    <a:pt x="248402" y="211373"/>
                  </a:lnTo>
                  <a:lnTo>
                    <a:pt x="248556" y="211361"/>
                  </a:lnTo>
                  <a:lnTo>
                    <a:pt x="249214" y="211572"/>
                  </a:lnTo>
                  <a:lnTo>
                    <a:pt x="249526" y="211439"/>
                  </a:lnTo>
                  <a:lnTo>
                    <a:pt x="249804" y="211484"/>
                  </a:lnTo>
                  <a:lnTo>
                    <a:pt x="249952" y="211609"/>
                  </a:lnTo>
                  <a:lnTo>
                    <a:pt x="249896" y="211968"/>
                  </a:lnTo>
                  <a:lnTo>
                    <a:pt x="250006" y="212152"/>
                  </a:lnTo>
                  <a:lnTo>
                    <a:pt x="250144" y="212260"/>
                  </a:lnTo>
                  <a:lnTo>
                    <a:pt x="250371" y="212398"/>
                  </a:lnTo>
                  <a:lnTo>
                    <a:pt x="250522" y="212557"/>
                  </a:lnTo>
                  <a:lnTo>
                    <a:pt x="251046" y="212779"/>
                  </a:lnTo>
                  <a:lnTo>
                    <a:pt x="251368" y="213224"/>
                  </a:lnTo>
                  <a:lnTo>
                    <a:pt x="251414" y="213398"/>
                  </a:lnTo>
                  <a:lnTo>
                    <a:pt x="251418" y="213571"/>
                  </a:lnTo>
                  <a:lnTo>
                    <a:pt x="251593" y="213704"/>
                  </a:lnTo>
                  <a:lnTo>
                    <a:pt x="251675" y="213940"/>
                  </a:lnTo>
                  <a:lnTo>
                    <a:pt x="251552" y="214127"/>
                  </a:lnTo>
                  <a:lnTo>
                    <a:pt x="251330" y="214222"/>
                  </a:lnTo>
                  <a:lnTo>
                    <a:pt x="251087" y="214450"/>
                  </a:lnTo>
                  <a:lnTo>
                    <a:pt x="250962" y="214586"/>
                  </a:lnTo>
                  <a:lnTo>
                    <a:pt x="250748" y="214876"/>
                  </a:lnTo>
                  <a:lnTo>
                    <a:pt x="250755" y="215174"/>
                  </a:lnTo>
                  <a:lnTo>
                    <a:pt x="251005" y="215275"/>
                  </a:lnTo>
                  <a:lnTo>
                    <a:pt x="251283" y="215343"/>
                  </a:lnTo>
                  <a:lnTo>
                    <a:pt x="251359" y="215719"/>
                  </a:lnTo>
                  <a:lnTo>
                    <a:pt x="251263" y="216072"/>
                  </a:lnTo>
                  <a:lnTo>
                    <a:pt x="251316" y="216234"/>
                  </a:lnTo>
                  <a:lnTo>
                    <a:pt x="251449" y="216397"/>
                  </a:lnTo>
                  <a:lnTo>
                    <a:pt x="251378" y="216557"/>
                  </a:lnTo>
                  <a:lnTo>
                    <a:pt x="251240" y="216622"/>
                  </a:lnTo>
                  <a:lnTo>
                    <a:pt x="251022" y="216654"/>
                  </a:lnTo>
                  <a:lnTo>
                    <a:pt x="251064" y="216804"/>
                  </a:lnTo>
                  <a:lnTo>
                    <a:pt x="251091" y="217235"/>
                  </a:lnTo>
                  <a:lnTo>
                    <a:pt x="251610" y="217907"/>
                  </a:lnTo>
                  <a:lnTo>
                    <a:pt x="251971" y="218138"/>
                  </a:lnTo>
                  <a:lnTo>
                    <a:pt x="252388" y="218184"/>
                  </a:lnTo>
                  <a:lnTo>
                    <a:pt x="252518" y="218323"/>
                  </a:lnTo>
                  <a:lnTo>
                    <a:pt x="252772" y="218359"/>
                  </a:lnTo>
                  <a:lnTo>
                    <a:pt x="253016" y="218476"/>
                  </a:lnTo>
                  <a:lnTo>
                    <a:pt x="253591" y="218534"/>
                  </a:lnTo>
                  <a:lnTo>
                    <a:pt x="253790" y="218473"/>
                  </a:lnTo>
                  <a:lnTo>
                    <a:pt x="253959" y="218546"/>
                  </a:lnTo>
                  <a:lnTo>
                    <a:pt x="254019" y="218740"/>
                  </a:lnTo>
                  <a:lnTo>
                    <a:pt x="254030" y="218940"/>
                  </a:lnTo>
                  <a:lnTo>
                    <a:pt x="254096" y="219508"/>
                  </a:lnTo>
                  <a:lnTo>
                    <a:pt x="254424" y="219773"/>
                  </a:lnTo>
                  <a:lnTo>
                    <a:pt x="254729" y="220040"/>
                  </a:lnTo>
                  <a:lnTo>
                    <a:pt x="254717" y="220168"/>
                  </a:lnTo>
                  <a:lnTo>
                    <a:pt x="254504" y="220538"/>
                  </a:lnTo>
                  <a:lnTo>
                    <a:pt x="254533" y="220672"/>
                  </a:lnTo>
                  <a:lnTo>
                    <a:pt x="254645" y="220821"/>
                  </a:lnTo>
                  <a:lnTo>
                    <a:pt x="254785" y="221195"/>
                  </a:lnTo>
                  <a:lnTo>
                    <a:pt x="254748" y="221679"/>
                  </a:lnTo>
                  <a:lnTo>
                    <a:pt x="254674" y="221832"/>
                  </a:lnTo>
                  <a:lnTo>
                    <a:pt x="254265" y="221963"/>
                  </a:lnTo>
                  <a:lnTo>
                    <a:pt x="254038" y="222014"/>
                  </a:lnTo>
                  <a:lnTo>
                    <a:pt x="253542" y="222769"/>
                  </a:lnTo>
                  <a:lnTo>
                    <a:pt x="253372" y="223031"/>
                  </a:lnTo>
                  <a:lnTo>
                    <a:pt x="253092" y="223250"/>
                  </a:lnTo>
                  <a:lnTo>
                    <a:pt x="252778" y="223608"/>
                  </a:lnTo>
                  <a:lnTo>
                    <a:pt x="252966" y="223649"/>
                  </a:lnTo>
                  <a:lnTo>
                    <a:pt x="253154" y="223752"/>
                  </a:lnTo>
                  <a:lnTo>
                    <a:pt x="253341" y="224275"/>
                  </a:lnTo>
                  <a:lnTo>
                    <a:pt x="253078" y="224427"/>
                  </a:lnTo>
                  <a:lnTo>
                    <a:pt x="252792" y="224627"/>
                  </a:lnTo>
                  <a:lnTo>
                    <a:pt x="252827" y="225187"/>
                  </a:lnTo>
                  <a:lnTo>
                    <a:pt x="252447" y="225138"/>
                  </a:lnTo>
                  <a:lnTo>
                    <a:pt x="252093" y="224941"/>
                  </a:lnTo>
                  <a:lnTo>
                    <a:pt x="251918" y="224866"/>
                  </a:lnTo>
                  <a:lnTo>
                    <a:pt x="251679" y="224853"/>
                  </a:lnTo>
                  <a:lnTo>
                    <a:pt x="251203" y="225022"/>
                  </a:lnTo>
                  <a:lnTo>
                    <a:pt x="251025" y="224964"/>
                  </a:lnTo>
                  <a:lnTo>
                    <a:pt x="250499" y="224717"/>
                  </a:lnTo>
                  <a:lnTo>
                    <a:pt x="250227" y="224577"/>
                  </a:lnTo>
                  <a:lnTo>
                    <a:pt x="249717" y="225052"/>
                  </a:lnTo>
                  <a:lnTo>
                    <a:pt x="249534" y="225006"/>
                  </a:lnTo>
                  <a:lnTo>
                    <a:pt x="248825" y="224722"/>
                  </a:lnTo>
                  <a:lnTo>
                    <a:pt x="248552" y="224658"/>
                  </a:lnTo>
                  <a:lnTo>
                    <a:pt x="248523" y="225112"/>
                  </a:lnTo>
                  <a:lnTo>
                    <a:pt x="248589" y="225605"/>
                  </a:lnTo>
                  <a:lnTo>
                    <a:pt x="248609" y="226014"/>
                  </a:lnTo>
                  <a:lnTo>
                    <a:pt x="248609" y="226217"/>
                  </a:lnTo>
                  <a:lnTo>
                    <a:pt x="248603" y="226398"/>
                  </a:lnTo>
                  <a:lnTo>
                    <a:pt x="248558" y="226552"/>
                  </a:lnTo>
                  <a:lnTo>
                    <a:pt x="248457" y="226697"/>
                  </a:lnTo>
                  <a:lnTo>
                    <a:pt x="248530" y="227105"/>
                  </a:lnTo>
                  <a:lnTo>
                    <a:pt x="248672" y="227198"/>
                  </a:lnTo>
                  <a:lnTo>
                    <a:pt x="248767" y="227432"/>
                  </a:lnTo>
                  <a:lnTo>
                    <a:pt x="248765" y="227636"/>
                  </a:lnTo>
                  <a:lnTo>
                    <a:pt x="248629" y="227922"/>
                  </a:lnTo>
                  <a:lnTo>
                    <a:pt x="248652" y="228179"/>
                  </a:lnTo>
                  <a:lnTo>
                    <a:pt x="248766" y="228584"/>
                  </a:lnTo>
                  <a:lnTo>
                    <a:pt x="248457" y="228618"/>
                  </a:lnTo>
                  <a:lnTo>
                    <a:pt x="247993" y="228700"/>
                  </a:lnTo>
                  <a:lnTo>
                    <a:pt x="247367" y="228684"/>
                  </a:lnTo>
                  <a:lnTo>
                    <a:pt x="247032" y="228724"/>
                  </a:lnTo>
                  <a:lnTo>
                    <a:pt x="246800" y="229045"/>
                  </a:lnTo>
                  <a:lnTo>
                    <a:pt x="246742" y="229749"/>
                  </a:lnTo>
                  <a:lnTo>
                    <a:pt x="246604" y="230046"/>
                  </a:lnTo>
                  <a:lnTo>
                    <a:pt x="246431" y="230499"/>
                  </a:lnTo>
                  <a:lnTo>
                    <a:pt x="246362" y="231483"/>
                  </a:lnTo>
                  <a:lnTo>
                    <a:pt x="246511" y="231516"/>
                  </a:lnTo>
                  <a:lnTo>
                    <a:pt x="246654" y="231574"/>
                  </a:lnTo>
                  <a:lnTo>
                    <a:pt x="246804" y="231635"/>
                  </a:lnTo>
                  <a:lnTo>
                    <a:pt x="246938" y="231924"/>
                  </a:lnTo>
                  <a:lnTo>
                    <a:pt x="246929" y="232178"/>
                  </a:lnTo>
                  <a:lnTo>
                    <a:pt x="246899" y="232348"/>
                  </a:lnTo>
                  <a:lnTo>
                    <a:pt x="246922" y="232636"/>
                  </a:lnTo>
                  <a:lnTo>
                    <a:pt x="246913" y="232926"/>
                  </a:lnTo>
                  <a:lnTo>
                    <a:pt x="246662" y="233367"/>
                  </a:lnTo>
                  <a:lnTo>
                    <a:pt x="246710" y="233568"/>
                  </a:lnTo>
                  <a:lnTo>
                    <a:pt x="246858" y="233669"/>
                  </a:lnTo>
                  <a:lnTo>
                    <a:pt x="247041" y="233735"/>
                  </a:lnTo>
                  <a:lnTo>
                    <a:pt x="247396" y="234069"/>
                  </a:lnTo>
                  <a:lnTo>
                    <a:pt x="247370" y="234256"/>
                  </a:lnTo>
                  <a:lnTo>
                    <a:pt x="246932" y="234348"/>
                  </a:lnTo>
                  <a:lnTo>
                    <a:pt x="246771" y="234508"/>
                  </a:lnTo>
                  <a:lnTo>
                    <a:pt x="246666" y="234767"/>
                  </a:lnTo>
                  <a:lnTo>
                    <a:pt x="246576" y="234999"/>
                  </a:lnTo>
                  <a:lnTo>
                    <a:pt x="246667" y="235289"/>
                  </a:lnTo>
                  <a:lnTo>
                    <a:pt x="247362" y="235592"/>
                  </a:lnTo>
                  <a:lnTo>
                    <a:pt x="247632" y="235784"/>
                  </a:lnTo>
                  <a:lnTo>
                    <a:pt x="248150" y="235944"/>
                  </a:lnTo>
                  <a:lnTo>
                    <a:pt x="248396" y="236479"/>
                  </a:lnTo>
                  <a:lnTo>
                    <a:pt x="248465" y="236984"/>
                  </a:lnTo>
                  <a:lnTo>
                    <a:pt x="248316" y="237047"/>
                  </a:lnTo>
                  <a:lnTo>
                    <a:pt x="247964" y="237402"/>
                  </a:lnTo>
                  <a:lnTo>
                    <a:pt x="248218" y="238108"/>
                  </a:lnTo>
                  <a:lnTo>
                    <a:pt x="248322" y="238349"/>
                  </a:lnTo>
                  <a:lnTo>
                    <a:pt x="248467" y="238377"/>
                  </a:lnTo>
                  <a:lnTo>
                    <a:pt x="248627" y="238278"/>
                  </a:lnTo>
                  <a:lnTo>
                    <a:pt x="248738" y="238469"/>
                  </a:lnTo>
                  <a:lnTo>
                    <a:pt x="249027" y="238646"/>
                  </a:lnTo>
                  <a:lnTo>
                    <a:pt x="249082" y="238903"/>
                  </a:lnTo>
                  <a:lnTo>
                    <a:pt x="249096" y="239460"/>
                  </a:lnTo>
                  <a:lnTo>
                    <a:pt x="249040" y="239603"/>
                  </a:lnTo>
                  <a:lnTo>
                    <a:pt x="249154" y="239913"/>
                  </a:lnTo>
                  <a:lnTo>
                    <a:pt x="249273" y="240130"/>
                  </a:lnTo>
                  <a:lnTo>
                    <a:pt x="249450" y="240379"/>
                  </a:lnTo>
                  <a:lnTo>
                    <a:pt x="249639" y="240184"/>
                  </a:lnTo>
                  <a:lnTo>
                    <a:pt x="249692" y="239997"/>
                  </a:lnTo>
                  <a:lnTo>
                    <a:pt x="249770" y="239738"/>
                  </a:lnTo>
                  <a:lnTo>
                    <a:pt x="249962" y="239680"/>
                  </a:lnTo>
                  <a:lnTo>
                    <a:pt x="250023" y="239916"/>
                  </a:lnTo>
                  <a:lnTo>
                    <a:pt x="250030" y="240102"/>
                  </a:lnTo>
                  <a:lnTo>
                    <a:pt x="249781" y="240505"/>
                  </a:lnTo>
                  <a:lnTo>
                    <a:pt x="249708" y="240836"/>
                  </a:lnTo>
                  <a:lnTo>
                    <a:pt x="250094" y="240680"/>
                  </a:lnTo>
                  <a:lnTo>
                    <a:pt x="250105" y="240428"/>
                  </a:lnTo>
                  <a:lnTo>
                    <a:pt x="250121" y="240111"/>
                  </a:lnTo>
                  <a:lnTo>
                    <a:pt x="250987" y="239523"/>
                  </a:lnTo>
                  <a:lnTo>
                    <a:pt x="251136" y="239855"/>
                  </a:lnTo>
                  <a:lnTo>
                    <a:pt x="251004" y="240252"/>
                  </a:lnTo>
                  <a:lnTo>
                    <a:pt x="250814" y="240607"/>
                  </a:lnTo>
                  <a:lnTo>
                    <a:pt x="251193" y="241174"/>
                  </a:lnTo>
                  <a:lnTo>
                    <a:pt x="251506" y="241354"/>
                  </a:lnTo>
                  <a:lnTo>
                    <a:pt x="251791" y="241413"/>
                  </a:lnTo>
                  <a:lnTo>
                    <a:pt x="251894" y="241086"/>
                  </a:lnTo>
                  <a:lnTo>
                    <a:pt x="252358" y="241141"/>
                  </a:lnTo>
                  <a:lnTo>
                    <a:pt x="252811" y="241059"/>
                  </a:lnTo>
                  <a:lnTo>
                    <a:pt x="253293" y="241349"/>
                  </a:lnTo>
                  <a:lnTo>
                    <a:pt x="253541" y="241513"/>
                  </a:lnTo>
                  <a:lnTo>
                    <a:pt x="253715" y="241524"/>
                  </a:lnTo>
                  <a:lnTo>
                    <a:pt x="253969" y="241942"/>
                  </a:lnTo>
                  <a:lnTo>
                    <a:pt x="254165" y="242173"/>
                  </a:lnTo>
                  <a:lnTo>
                    <a:pt x="254389" y="242742"/>
                  </a:lnTo>
                  <a:lnTo>
                    <a:pt x="254839" y="242861"/>
                  </a:lnTo>
                  <a:lnTo>
                    <a:pt x="254898" y="243022"/>
                  </a:lnTo>
                  <a:lnTo>
                    <a:pt x="255076" y="243105"/>
                  </a:lnTo>
                  <a:lnTo>
                    <a:pt x="255332" y="243029"/>
                  </a:lnTo>
                  <a:lnTo>
                    <a:pt x="255677" y="243389"/>
                  </a:lnTo>
                  <a:lnTo>
                    <a:pt x="255354" y="243815"/>
                  </a:lnTo>
                  <a:lnTo>
                    <a:pt x="255083" y="244004"/>
                  </a:lnTo>
                  <a:lnTo>
                    <a:pt x="254822" y="244324"/>
                  </a:lnTo>
                  <a:lnTo>
                    <a:pt x="254706" y="244554"/>
                  </a:lnTo>
                  <a:lnTo>
                    <a:pt x="254525" y="244671"/>
                  </a:lnTo>
                  <a:lnTo>
                    <a:pt x="254397" y="244676"/>
                  </a:lnTo>
                  <a:lnTo>
                    <a:pt x="254111" y="244903"/>
                  </a:lnTo>
                  <a:lnTo>
                    <a:pt x="254028" y="245252"/>
                  </a:lnTo>
                  <a:lnTo>
                    <a:pt x="254208" y="245475"/>
                  </a:lnTo>
                  <a:lnTo>
                    <a:pt x="254418" y="245453"/>
                  </a:lnTo>
                  <a:lnTo>
                    <a:pt x="254610" y="245367"/>
                  </a:lnTo>
                  <a:lnTo>
                    <a:pt x="255295" y="245092"/>
                  </a:lnTo>
                  <a:lnTo>
                    <a:pt x="255444" y="245051"/>
                  </a:lnTo>
                  <a:lnTo>
                    <a:pt x="255584" y="245038"/>
                  </a:lnTo>
                  <a:lnTo>
                    <a:pt x="255893" y="244850"/>
                  </a:lnTo>
                  <a:lnTo>
                    <a:pt x="256129" y="244658"/>
                  </a:lnTo>
                  <a:lnTo>
                    <a:pt x="256435" y="244563"/>
                  </a:lnTo>
                  <a:lnTo>
                    <a:pt x="257244" y="244604"/>
                  </a:lnTo>
                  <a:lnTo>
                    <a:pt x="257734" y="244733"/>
                  </a:lnTo>
                  <a:lnTo>
                    <a:pt x="257811" y="245092"/>
                  </a:lnTo>
                  <a:lnTo>
                    <a:pt x="257872" y="245520"/>
                  </a:lnTo>
                  <a:lnTo>
                    <a:pt x="257965" y="245754"/>
                  </a:lnTo>
                  <a:lnTo>
                    <a:pt x="258251" y="246386"/>
                  </a:lnTo>
                  <a:lnTo>
                    <a:pt x="258248" y="246577"/>
                  </a:lnTo>
                  <a:lnTo>
                    <a:pt x="258369" y="246882"/>
                  </a:lnTo>
                  <a:lnTo>
                    <a:pt x="258530" y="247407"/>
                  </a:lnTo>
                  <a:lnTo>
                    <a:pt x="258810" y="247770"/>
                  </a:lnTo>
                  <a:lnTo>
                    <a:pt x="258866" y="248070"/>
                  </a:lnTo>
                  <a:lnTo>
                    <a:pt x="259220" y="248702"/>
                  </a:lnTo>
                  <a:lnTo>
                    <a:pt x="259322" y="248855"/>
                  </a:lnTo>
                  <a:lnTo>
                    <a:pt x="258992" y="249101"/>
                  </a:lnTo>
                  <a:lnTo>
                    <a:pt x="258931" y="249260"/>
                  </a:lnTo>
                  <a:lnTo>
                    <a:pt x="259356" y="249765"/>
                  </a:lnTo>
                  <a:lnTo>
                    <a:pt x="259611" y="249888"/>
                  </a:lnTo>
                  <a:lnTo>
                    <a:pt x="260121" y="250010"/>
                  </a:lnTo>
                  <a:lnTo>
                    <a:pt x="260400" y="250104"/>
                  </a:lnTo>
                  <a:lnTo>
                    <a:pt x="260679" y="250280"/>
                  </a:lnTo>
                  <a:lnTo>
                    <a:pt x="261010" y="250227"/>
                  </a:lnTo>
                  <a:lnTo>
                    <a:pt x="261160" y="250275"/>
                  </a:lnTo>
                  <a:lnTo>
                    <a:pt x="261315" y="250318"/>
                  </a:lnTo>
                  <a:lnTo>
                    <a:pt x="261650" y="250218"/>
                  </a:lnTo>
                  <a:lnTo>
                    <a:pt x="261826" y="250230"/>
                  </a:lnTo>
                  <a:lnTo>
                    <a:pt x="262126" y="250330"/>
                  </a:lnTo>
                  <a:lnTo>
                    <a:pt x="262424" y="250566"/>
                  </a:lnTo>
                  <a:lnTo>
                    <a:pt x="262481" y="250956"/>
                  </a:lnTo>
                  <a:lnTo>
                    <a:pt x="262601" y="251296"/>
                  </a:lnTo>
                  <a:lnTo>
                    <a:pt x="262758" y="251407"/>
                  </a:lnTo>
                  <a:lnTo>
                    <a:pt x="262883" y="251850"/>
                  </a:lnTo>
                  <a:lnTo>
                    <a:pt x="263071" y="252472"/>
                  </a:lnTo>
                  <a:lnTo>
                    <a:pt x="263111" y="252738"/>
                  </a:lnTo>
                  <a:lnTo>
                    <a:pt x="263110" y="252937"/>
                  </a:lnTo>
                  <a:lnTo>
                    <a:pt x="263122" y="253109"/>
                  </a:lnTo>
                  <a:lnTo>
                    <a:pt x="263173" y="253328"/>
                  </a:lnTo>
                  <a:lnTo>
                    <a:pt x="263301" y="253425"/>
                  </a:lnTo>
                  <a:lnTo>
                    <a:pt x="263473" y="253511"/>
                  </a:lnTo>
                  <a:lnTo>
                    <a:pt x="263468" y="253874"/>
                  </a:lnTo>
                  <a:lnTo>
                    <a:pt x="263318" y="254012"/>
                  </a:lnTo>
                  <a:lnTo>
                    <a:pt x="263513" y="254324"/>
                  </a:lnTo>
                  <a:lnTo>
                    <a:pt x="263820" y="254607"/>
                  </a:lnTo>
                  <a:lnTo>
                    <a:pt x="263660" y="254842"/>
                  </a:lnTo>
                  <a:lnTo>
                    <a:pt x="263803" y="254925"/>
                  </a:lnTo>
                  <a:lnTo>
                    <a:pt x="263871" y="255340"/>
                  </a:lnTo>
                  <a:lnTo>
                    <a:pt x="263747" y="255754"/>
                  </a:lnTo>
                  <a:lnTo>
                    <a:pt x="263450" y="255849"/>
                  </a:lnTo>
                  <a:lnTo>
                    <a:pt x="263361" y="256145"/>
                  </a:lnTo>
                  <a:lnTo>
                    <a:pt x="263648" y="256329"/>
                  </a:lnTo>
                  <a:lnTo>
                    <a:pt x="264009" y="256316"/>
                  </a:lnTo>
                  <a:lnTo>
                    <a:pt x="264186" y="256525"/>
                  </a:lnTo>
                  <a:lnTo>
                    <a:pt x="264402" y="256577"/>
                  </a:lnTo>
                  <a:lnTo>
                    <a:pt x="264611" y="256775"/>
                  </a:lnTo>
                  <a:lnTo>
                    <a:pt x="264491" y="256987"/>
                  </a:lnTo>
                  <a:lnTo>
                    <a:pt x="264508" y="257135"/>
                  </a:lnTo>
                  <a:lnTo>
                    <a:pt x="264952" y="257479"/>
                  </a:lnTo>
                  <a:lnTo>
                    <a:pt x="265144" y="257417"/>
                  </a:lnTo>
                  <a:lnTo>
                    <a:pt x="265219" y="257808"/>
                  </a:lnTo>
                  <a:lnTo>
                    <a:pt x="265329" y="258193"/>
                  </a:lnTo>
                  <a:lnTo>
                    <a:pt x="265259" y="258555"/>
                  </a:lnTo>
                  <a:lnTo>
                    <a:pt x="265298" y="258784"/>
                  </a:lnTo>
                  <a:lnTo>
                    <a:pt x="265316" y="259109"/>
                  </a:lnTo>
                  <a:lnTo>
                    <a:pt x="265093" y="259194"/>
                  </a:lnTo>
                  <a:lnTo>
                    <a:pt x="264854" y="259292"/>
                  </a:lnTo>
                  <a:lnTo>
                    <a:pt x="264924" y="259644"/>
                  </a:lnTo>
                  <a:lnTo>
                    <a:pt x="265426" y="260403"/>
                  </a:lnTo>
                  <a:lnTo>
                    <a:pt x="265271" y="260831"/>
                  </a:lnTo>
                  <a:lnTo>
                    <a:pt x="264935" y="261248"/>
                  </a:lnTo>
                  <a:lnTo>
                    <a:pt x="264669" y="261189"/>
                  </a:lnTo>
                  <a:lnTo>
                    <a:pt x="264439" y="261338"/>
                  </a:lnTo>
                  <a:lnTo>
                    <a:pt x="264571" y="262052"/>
                  </a:lnTo>
                  <a:lnTo>
                    <a:pt x="264799" y="262130"/>
                  </a:lnTo>
                  <a:lnTo>
                    <a:pt x="265030" y="262530"/>
                  </a:lnTo>
                  <a:lnTo>
                    <a:pt x="264598" y="262681"/>
                  </a:lnTo>
                  <a:lnTo>
                    <a:pt x="264577" y="262885"/>
                  </a:lnTo>
                  <a:lnTo>
                    <a:pt x="264682" y="263106"/>
                  </a:lnTo>
                  <a:lnTo>
                    <a:pt x="264630" y="263257"/>
                  </a:lnTo>
                  <a:lnTo>
                    <a:pt x="264338" y="263238"/>
                  </a:lnTo>
                  <a:lnTo>
                    <a:pt x="264278" y="263494"/>
                  </a:lnTo>
                  <a:lnTo>
                    <a:pt x="264467" y="263763"/>
                  </a:lnTo>
                  <a:lnTo>
                    <a:pt x="264470" y="264237"/>
                  </a:lnTo>
                  <a:lnTo>
                    <a:pt x="264822" y="264538"/>
                  </a:lnTo>
                  <a:lnTo>
                    <a:pt x="265066" y="264711"/>
                  </a:lnTo>
                  <a:lnTo>
                    <a:pt x="264781" y="264771"/>
                  </a:lnTo>
                  <a:lnTo>
                    <a:pt x="265080" y="265195"/>
                  </a:lnTo>
                  <a:lnTo>
                    <a:pt x="264946" y="265177"/>
                  </a:lnTo>
                  <a:lnTo>
                    <a:pt x="264984" y="265644"/>
                  </a:lnTo>
                  <a:lnTo>
                    <a:pt x="265034" y="265948"/>
                  </a:lnTo>
                  <a:lnTo>
                    <a:pt x="265310" y="266112"/>
                  </a:lnTo>
                  <a:lnTo>
                    <a:pt x="265476" y="266114"/>
                  </a:lnTo>
                  <a:lnTo>
                    <a:pt x="265639" y="266066"/>
                  </a:lnTo>
                  <a:lnTo>
                    <a:pt x="265987" y="266343"/>
                  </a:lnTo>
                  <a:lnTo>
                    <a:pt x="265981" y="266483"/>
                  </a:lnTo>
                  <a:lnTo>
                    <a:pt x="265806" y="266759"/>
                  </a:lnTo>
                  <a:lnTo>
                    <a:pt x="265504" y="266943"/>
                  </a:lnTo>
                  <a:lnTo>
                    <a:pt x="265274" y="267078"/>
                  </a:lnTo>
                  <a:lnTo>
                    <a:pt x="264955" y="267168"/>
                  </a:lnTo>
                  <a:lnTo>
                    <a:pt x="264635" y="267091"/>
                  </a:lnTo>
                  <a:lnTo>
                    <a:pt x="264612" y="267416"/>
                  </a:lnTo>
                  <a:lnTo>
                    <a:pt x="265295" y="267608"/>
                  </a:lnTo>
                  <a:lnTo>
                    <a:pt x="265778" y="267669"/>
                  </a:lnTo>
                  <a:lnTo>
                    <a:pt x="265869" y="267840"/>
                  </a:lnTo>
                  <a:lnTo>
                    <a:pt x="266121" y="268073"/>
                  </a:lnTo>
                  <a:lnTo>
                    <a:pt x="266723" y="268180"/>
                  </a:lnTo>
                  <a:lnTo>
                    <a:pt x="266978" y="268138"/>
                  </a:lnTo>
                  <a:lnTo>
                    <a:pt x="267232" y="268155"/>
                  </a:lnTo>
                  <a:lnTo>
                    <a:pt x="267426" y="268393"/>
                  </a:lnTo>
                  <a:lnTo>
                    <a:pt x="267703" y="268816"/>
                  </a:lnTo>
                  <a:lnTo>
                    <a:pt x="267615" y="268912"/>
                  </a:lnTo>
                  <a:lnTo>
                    <a:pt x="267277" y="268962"/>
                  </a:lnTo>
                  <a:lnTo>
                    <a:pt x="267033" y="269458"/>
                  </a:lnTo>
                  <a:lnTo>
                    <a:pt x="267142" y="269648"/>
                  </a:lnTo>
                  <a:lnTo>
                    <a:pt x="266969" y="269575"/>
                  </a:lnTo>
                  <a:lnTo>
                    <a:pt x="266824" y="269680"/>
                  </a:lnTo>
                  <a:lnTo>
                    <a:pt x="266965" y="269902"/>
                  </a:lnTo>
                  <a:lnTo>
                    <a:pt x="266737" y="270309"/>
                  </a:lnTo>
                  <a:lnTo>
                    <a:pt x="266659" y="270586"/>
                  </a:lnTo>
                  <a:lnTo>
                    <a:pt x="266622" y="270757"/>
                  </a:lnTo>
                  <a:lnTo>
                    <a:pt x="266609" y="270999"/>
                  </a:lnTo>
                  <a:lnTo>
                    <a:pt x="266473" y="271238"/>
                  </a:lnTo>
                  <a:lnTo>
                    <a:pt x="266290" y="271346"/>
                  </a:lnTo>
                  <a:lnTo>
                    <a:pt x="266222" y="271612"/>
                  </a:lnTo>
                  <a:lnTo>
                    <a:pt x="266322" y="271466"/>
                  </a:lnTo>
                  <a:lnTo>
                    <a:pt x="266528" y="271670"/>
                  </a:lnTo>
                  <a:lnTo>
                    <a:pt x="266252" y="271809"/>
                  </a:lnTo>
                  <a:lnTo>
                    <a:pt x="265989" y="271789"/>
                  </a:lnTo>
                  <a:lnTo>
                    <a:pt x="265709" y="271890"/>
                  </a:lnTo>
                  <a:lnTo>
                    <a:pt x="265628" y="272026"/>
                  </a:lnTo>
                  <a:lnTo>
                    <a:pt x="265686" y="272203"/>
                  </a:lnTo>
                  <a:lnTo>
                    <a:pt x="265507" y="272344"/>
                  </a:lnTo>
                  <a:lnTo>
                    <a:pt x="265309" y="272430"/>
                  </a:lnTo>
                  <a:lnTo>
                    <a:pt x="265717" y="272668"/>
                  </a:lnTo>
                  <a:lnTo>
                    <a:pt x="265754" y="272995"/>
                  </a:lnTo>
                  <a:lnTo>
                    <a:pt x="265933" y="273119"/>
                  </a:lnTo>
                  <a:lnTo>
                    <a:pt x="266210" y="273243"/>
                  </a:lnTo>
                  <a:lnTo>
                    <a:pt x="266429" y="273399"/>
                  </a:lnTo>
                  <a:lnTo>
                    <a:pt x="266552" y="273639"/>
                  </a:lnTo>
                  <a:lnTo>
                    <a:pt x="266640" y="273982"/>
                  </a:lnTo>
                  <a:lnTo>
                    <a:pt x="266817" y="274512"/>
                  </a:lnTo>
                  <a:lnTo>
                    <a:pt x="267126" y="274977"/>
                  </a:lnTo>
                  <a:lnTo>
                    <a:pt x="267110" y="275331"/>
                  </a:lnTo>
                  <a:lnTo>
                    <a:pt x="267143" y="275557"/>
                  </a:lnTo>
                  <a:lnTo>
                    <a:pt x="267281" y="275675"/>
                  </a:lnTo>
                  <a:lnTo>
                    <a:pt x="267343" y="275867"/>
                  </a:lnTo>
                  <a:lnTo>
                    <a:pt x="267455" y="276186"/>
                  </a:lnTo>
                  <a:lnTo>
                    <a:pt x="267108" y="276432"/>
                  </a:lnTo>
                  <a:lnTo>
                    <a:pt x="267430" y="276553"/>
                  </a:lnTo>
                  <a:lnTo>
                    <a:pt x="267622" y="276432"/>
                  </a:lnTo>
                  <a:lnTo>
                    <a:pt x="267679" y="276238"/>
                  </a:lnTo>
                  <a:lnTo>
                    <a:pt x="267779" y="276095"/>
                  </a:lnTo>
                  <a:lnTo>
                    <a:pt x="267943" y="276369"/>
                  </a:lnTo>
                  <a:lnTo>
                    <a:pt x="267858" y="276567"/>
                  </a:lnTo>
                  <a:lnTo>
                    <a:pt x="267639" y="276896"/>
                  </a:lnTo>
                  <a:lnTo>
                    <a:pt x="267497" y="276858"/>
                  </a:lnTo>
                  <a:lnTo>
                    <a:pt x="267155" y="277293"/>
                  </a:lnTo>
                  <a:lnTo>
                    <a:pt x="266964" y="277560"/>
                  </a:lnTo>
                  <a:lnTo>
                    <a:pt x="266655" y="277816"/>
                  </a:lnTo>
                  <a:lnTo>
                    <a:pt x="266477" y="277958"/>
                  </a:lnTo>
                  <a:lnTo>
                    <a:pt x="266340" y="278061"/>
                  </a:lnTo>
                  <a:lnTo>
                    <a:pt x="266004" y="278275"/>
                  </a:lnTo>
                  <a:lnTo>
                    <a:pt x="265420" y="278464"/>
                  </a:lnTo>
                  <a:lnTo>
                    <a:pt x="265341" y="278256"/>
                  </a:lnTo>
                  <a:lnTo>
                    <a:pt x="264891" y="278378"/>
                  </a:lnTo>
                  <a:lnTo>
                    <a:pt x="264626" y="278564"/>
                  </a:lnTo>
                  <a:lnTo>
                    <a:pt x="264334" y="278772"/>
                  </a:lnTo>
                  <a:lnTo>
                    <a:pt x="264019" y="278999"/>
                  </a:lnTo>
                  <a:lnTo>
                    <a:pt x="263660" y="279239"/>
                  </a:lnTo>
                  <a:lnTo>
                    <a:pt x="263277" y="279707"/>
                  </a:lnTo>
                  <a:lnTo>
                    <a:pt x="263020" y="279805"/>
                  </a:lnTo>
                  <a:lnTo>
                    <a:pt x="262779" y="279808"/>
                  </a:lnTo>
                  <a:lnTo>
                    <a:pt x="262776" y="279657"/>
                  </a:lnTo>
                  <a:lnTo>
                    <a:pt x="262532" y="279739"/>
                  </a:lnTo>
                  <a:lnTo>
                    <a:pt x="262171" y="280200"/>
                  </a:lnTo>
                  <a:lnTo>
                    <a:pt x="262147" y="280398"/>
                  </a:lnTo>
                  <a:lnTo>
                    <a:pt x="261911" y="280480"/>
                  </a:lnTo>
                  <a:lnTo>
                    <a:pt x="261780" y="280509"/>
                  </a:lnTo>
                  <a:lnTo>
                    <a:pt x="261652" y="280473"/>
                  </a:lnTo>
                  <a:lnTo>
                    <a:pt x="261503" y="280442"/>
                  </a:lnTo>
                  <a:lnTo>
                    <a:pt x="261553" y="280880"/>
                  </a:lnTo>
                  <a:lnTo>
                    <a:pt x="261330" y="281062"/>
                  </a:lnTo>
                  <a:lnTo>
                    <a:pt x="261061" y="281362"/>
                  </a:lnTo>
                  <a:lnTo>
                    <a:pt x="260933" y="281352"/>
                  </a:lnTo>
                  <a:lnTo>
                    <a:pt x="260795" y="281382"/>
                  </a:lnTo>
                  <a:lnTo>
                    <a:pt x="260465" y="281622"/>
                  </a:lnTo>
                  <a:lnTo>
                    <a:pt x="260306" y="281707"/>
                  </a:lnTo>
                  <a:lnTo>
                    <a:pt x="259980" y="282016"/>
                  </a:lnTo>
                  <a:lnTo>
                    <a:pt x="259803" y="282008"/>
                  </a:lnTo>
                  <a:lnTo>
                    <a:pt x="259796" y="282243"/>
                  </a:lnTo>
                  <a:lnTo>
                    <a:pt x="259999" y="282415"/>
                  </a:lnTo>
                  <a:lnTo>
                    <a:pt x="260084" y="282585"/>
                  </a:lnTo>
                  <a:lnTo>
                    <a:pt x="260310" y="282715"/>
                  </a:lnTo>
                  <a:lnTo>
                    <a:pt x="260726" y="282920"/>
                  </a:lnTo>
                  <a:lnTo>
                    <a:pt x="260829" y="283179"/>
                  </a:lnTo>
                  <a:lnTo>
                    <a:pt x="260907" y="283399"/>
                  </a:lnTo>
                  <a:lnTo>
                    <a:pt x="260922" y="283634"/>
                  </a:lnTo>
                  <a:lnTo>
                    <a:pt x="261116" y="283724"/>
                  </a:lnTo>
                  <a:lnTo>
                    <a:pt x="261334" y="283806"/>
                  </a:lnTo>
                  <a:lnTo>
                    <a:pt x="261473" y="283711"/>
                  </a:lnTo>
                  <a:lnTo>
                    <a:pt x="261792" y="283672"/>
                  </a:lnTo>
                  <a:lnTo>
                    <a:pt x="262149" y="283797"/>
                  </a:lnTo>
                  <a:lnTo>
                    <a:pt x="262663" y="284005"/>
                  </a:lnTo>
                  <a:lnTo>
                    <a:pt x="262668" y="284145"/>
                  </a:lnTo>
                  <a:lnTo>
                    <a:pt x="262624" y="284308"/>
                  </a:lnTo>
                  <a:lnTo>
                    <a:pt x="262584" y="284634"/>
                  </a:lnTo>
                  <a:lnTo>
                    <a:pt x="262761" y="285215"/>
                  </a:lnTo>
                  <a:lnTo>
                    <a:pt x="262439" y="285441"/>
                  </a:lnTo>
                  <a:lnTo>
                    <a:pt x="262238" y="285535"/>
                  </a:lnTo>
                  <a:lnTo>
                    <a:pt x="261931" y="285636"/>
                  </a:lnTo>
                  <a:lnTo>
                    <a:pt x="261870" y="285867"/>
                  </a:lnTo>
                  <a:lnTo>
                    <a:pt x="261927" y="286054"/>
                  </a:lnTo>
                  <a:lnTo>
                    <a:pt x="262119" y="286264"/>
                  </a:lnTo>
                  <a:lnTo>
                    <a:pt x="262015" y="286419"/>
                  </a:lnTo>
                  <a:lnTo>
                    <a:pt x="262080" y="286798"/>
                  </a:lnTo>
                  <a:lnTo>
                    <a:pt x="262289" y="286870"/>
                  </a:lnTo>
                  <a:lnTo>
                    <a:pt x="262314" y="287104"/>
                  </a:lnTo>
                  <a:lnTo>
                    <a:pt x="262158" y="287152"/>
                  </a:lnTo>
                  <a:lnTo>
                    <a:pt x="261747" y="287436"/>
                  </a:lnTo>
                  <a:lnTo>
                    <a:pt x="261782" y="287738"/>
                  </a:lnTo>
                  <a:lnTo>
                    <a:pt x="261887" y="287929"/>
                  </a:lnTo>
                  <a:lnTo>
                    <a:pt x="261890" y="288230"/>
                  </a:lnTo>
                  <a:lnTo>
                    <a:pt x="261772" y="288605"/>
                  </a:lnTo>
                  <a:lnTo>
                    <a:pt x="261761" y="289009"/>
                  </a:lnTo>
                  <a:lnTo>
                    <a:pt x="261732" y="289161"/>
                  </a:lnTo>
                  <a:lnTo>
                    <a:pt x="261233" y="289400"/>
                  </a:lnTo>
                  <a:lnTo>
                    <a:pt x="261029" y="289499"/>
                  </a:lnTo>
                  <a:lnTo>
                    <a:pt x="260701" y="289338"/>
                  </a:lnTo>
                  <a:lnTo>
                    <a:pt x="260309" y="289188"/>
                  </a:lnTo>
                  <a:lnTo>
                    <a:pt x="259617" y="289107"/>
                  </a:lnTo>
                  <a:lnTo>
                    <a:pt x="259197" y="289320"/>
                  </a:lnTo>
                  <a:lnTo>
                    <a:pt x="259107" y="289448"/>
                  </a:lnTo>
                  <a:lnTo>
                    <a:pt x="258581" y="289530"/>
                  </a:lnTo>
                  <a:lnTo>
                    <a:pt x="258244" y="289671"/>
                  </a:lnTo>
                  <a:lnTo>
                    <a:pt x="257924" y="289571"/>
                  </a:lnTo>
                  <a:lnTo>
                    <a:pt x="257339" y="289898"/>
                  </a:lnTo>
                  <a:lnTo>
                    <a:pt x="257181" y="290044"/>
                  </a:lnTo>
                  <a:lnTo>
                    <a:pt x="256719" y="290205"/>
                  </a:lnTo>
                  <a:lnTo>
                    <a:pt x="256371" y="289958"/>
                  </a:lnTo>
                  <a:lnTo>
                    <a:pt x="256092" y="290368"/>
                  </a:lnTo>
                  <a:lnTo>
                    <a:pt x="255750" y="290600"/>
                  </a:lnTo>
                  <a:lnTo>
                    <a:pt x="255475" y="290860"/>
                  </a:lnTo>
                  <a:lnTo>
                    <a:pt x="254879" y="290896"/>
                  </a:lnTo>
                  <a:lnTo>
                    <a:pt x="254655" y="291090"/>
                  </a:lnTo>
                  <a:lnTo>
                    <a:pt x="254589" y="291269"/>
                  </a:lnTo>
                  <a:lnTo>
                    <a:pt x="254334" y="291358"/>
                  </a:lnTo>
                  <a:lnTo>
                    <a:pt x="254169" y="291347"/>
                  </a:lnTo>
                  <a:lnTo>
                    <a:pt x="253927" y="291245"/>
                  </a:lnTo>
                  <a:lnTo>
                    <a:pt x="253756" y="291326"/>
                  </a:lnTo>
                  <a:lnTo>
                    <a:pt x="253534" y="291256"/>
                  </a:lnTo>
                  <a:lnTo>
                    <a:pt x="253308" y="291129"/>
                  </a:lnTo>
                  <a:lnTo>
                    <a:pt x="253133" y="291038"/>
                  </a:lnTo>
                  <a:lnTo>
                    <a:pt x="252948" y="290951"/>
                  </a:lnTo>
                  <a:lnTo>
                    <a:pt x="252716" y="290955"/>
                  </a:lnTo>
                  <a:lnTo>
                    <a:pt x="252505" y="290949"/>
                  </a:lnTo>
                  <a:lnTo>
                    <a:pt x="252341" y="290816"/>
                  </a:lnTo>
                  <a:lnTo>
                    <a:pt x="252309" y="290675"/>
                  </a:lnTo>
                  <a:lnTo>
                    <a:pt x="252022" y="290810"/>
                  </a:lnTo>
                  <a:lnTo>
                    <a:pt x="251734" y="290930"/>
                  </a:lnTo>
                  <a:lnTo>
                    <a:pt x="251532" y="290943"/>
                  </a:lnTo>
                  <a:lnTo>
                    <a:pt x="251283" y="291158"/>
                  </a:lnTo>
                  <a:lnTo>
                    <a:pt x="250807" y="291561"/>
                  </a:lnTo>
                  <a:lnTo>
                    <a:pt x="250578" y="291792"/>
                  </a:lnTo>
                  <a:lnTo>
                    <a:pt x="250921" y="292653"/>
                  </a:lnTo>
                  <a:lnTo>
                    <a:pt x="250922" y="292804"/>
                  </a:lnTo>
                  <a:lnTo>
                    <a:pt x="250916" y="292945"/>
                  </a:lnTo>
                  <a:lnTo>
                    <a:pt x="251017" y="293154"/>
                  </a:lnTo>
                  <a:lnTo>
                    <a:pt x="250661" y="293409"/>
                  </a:lnTo>
                  <a:lnTo>
                    <a:pt x="250134" y="293325"/>
                  </a:lnTo>
                  <a:lnTo>
                    <a:pt x="249838" y="293134"/>
                  </a:lnTo>
                  <a:lnTo>
                    <a:pt x="249801" y="293316"/>
                  </a:lnTo>
                  <a:lnTo>
                    <a:pt x="249766" y="293500"/>
                  </a:lnTo>
                  <a:lnTo>
                    <a:pt x="249609" y="293627"/>
                  </a:lnTo>
                  <a:lnTo>
                    <a:pt x="249402" y="293721"/>
                  </a:lnTo>
                  <a:lnTo>
                    <a:pt x="249182" y="294315"/>
                  </a:lnTo>
                  <a:lnTo>
                    <a:pt x="249187" y="295081"/>
                  </a:lnTo>
                  <a:lnTo>
                    <a:pt x="249305" y="295305"/>
                  </a:lnTo>
                  <a:lnTo>
                    <a:pt x="249333" y="295535"/>
                  </a:lnTo>
                  <a:lnTo>
                    <a:pt x="249348" y="295787"/>
                  </a:lnTo>
                  <a:lnTo>
                    <a:pt x="249014" y="295935"/>
                  </a:lnTo>
                  <a:lnTo>
                    <a:pt x="248419" y="295796"/>
                  </a:lnTo>
                  <a:lnTo>
                    <a:pt x="248250" y="295632"/>
                  </a:lnTo>
                  <a:lnTo>
                    <a:pt x="248204" y="295503"/>
                  </a:lnTo>
                  <a:lnTo>
                    <a:pt x="248009" y="295062"/>
                  </a:lnTo>
                  <a:lnTo>
                    <a:pt x="247788" y="294981"/>
                  </a:lnTo>
                  <a:lnTo>
                    <a:pt x="247481" y="295084"/>
                  </a:lnTo>
                  <a:lnTo>
                    <a:pt x="247224" y="295008"/>
                  </a:lnTo>
                  <a:lnTo>
                    <a:pt x="247071" y="295209"/>
                  </a:lnTo>
                  <a:lnTo>
                    <a:pt x="246894" y="295198"/>
                  </a:lnTo>
                  <a:lnTo>
                    <a:pt x="246840" y="295052"/>
                  </a:lnTo>
                  <a:lnTo>
                    <a:pt x="246464" y="294678"/>
                  </a:lnTo>
                  <a:lnTo>
                    <a:pt x="246267" y="294727"/>
                  </a:lnTo>
                  <a:lnTo>
                    <a:pt x="245799" y="294860"/>
                  </a:lnTo>
                  <a:lnTo>
                    <a:pt x="245394" y="294944"/>
                  </a:lnTo>
                  <a:lnTo>
                    <a:pt x="245150" y="295058"/>
                  </a:lnTo>
                  <a:lnTo>
                    <a:pt x="244851" y="294646"/>
                  </a:lnTo>
                  <a:lnTo>
                    <a:pt x="244699" y="294456"/>
                  </a:lnTo>
                  <a:lnTo>
                    <a:pt x="244658" y="294595"/>
                  </a:lnTo>
                  <a:lnTo>
                    <a:pt x="244458" y="294888"/>
                  </a:lnTo>
                  <a:lnTo>
                    <a:pt x="244419" y="295051"/>
                  </a:lnTo>
                  <a:lnTo>
                    <a:pt x="244245" y="295428"/>
                  </a:lnTo>
                  <a:lnTo>
                    <a:pt x="243848" y="295881"/>
                  </a:lnTo>
                  <a:lnTo>
                    <a:pt x="243201" y="296089"/>
                  </a:lnTo>
                  <a:lnTo>
                    <a:pt x="242741" y="295595"/>
                  </a:lnTo>
                  <a:lnTo>
                    <a:pt x="242575" y="295555"/>
                  </a:lnTo>
                  <a:lnTo>
                    <a:pt x="242291" y="295457"/>
                  </a:lnTo>
                  <a:lnTo>
                    <a:pt x="242111" y="295336"/>
                  </a:lnTo>
                  <a:lnTo>
                    <a:pt x="241823" y="295679"/>
                  </a:lnTo>
                  <a:lnTo>
                    <a:pt x="241579" y="295842"/>
                  </a:lnTo>
                  <a:lnTo>
                    <a:pt x="241060" y="296051"/>
                  </a:lnTo>
                  <a:lnTo>
                    <a:pt x="240977" y="296273"/>
                  </a:lnTo>
                  <a:lnTo>
                    <a:pt x="240572" y="296720"/>
                  </a:lnTo>
                  <a:lnTo>
                    <a:pt x="240318" y="296755"/>
                  </a:lnTo>
                  <a:lnTo>
                    <a:pt x="240111" y="296980"/>
                  </a:lnTo>
                  <a:lnTo>
                    <a:pt x="239848" y="296846"/>
                  </a:lnTo>
                  <a:lnTo>
                    <a:pt x="239669" y="296836"/>
                  </a:lnTo>
                  <a:lnTo>
                    <a:pt x="239506" y="296879"/>
                  </a:lnTo>
                  <a:lnTo>
                    <a:pt x="239261" y="297089"/>
                  </a:lnTo>
                  <a:lnTo>
                    <a:pt x="239030" y="297189"/>
                  </a:lnTo>
                  <a:lnTo>
                    <a:pt x="238753" y="297310"/>
                  </a:lnTo>
                  <a:lnTo>
                    <a:pt x="238504" y="297476"/>
                  </a:lnTo>
                  <a:lnTo>
                    <a:pt x="238422" y="297180"/>
                  </a:lnTo>
                  <a:lnTo>
                    <a:pt x="238215" y="296921"/>
                  </a:lnTo>
                  <a:lnTo>
                    <a:pt x="237924" y="297174"/>
                  </a:lnTo>
                  <a:lnTo>
                    <a:pt x="237722" y="297429"/>
                  </a:lnTo>
                  <a:lnTo>
                    <a:pt x="237577" y="297581"/>
                  </a:lnTo>
                  <a:lnTo>
                    <a:pt x="237395" y="297699"/>
                  </a:lnTo>
                  <a:lnTo>
                    <a:pt x="237103" y="297971"/>
                  </a:lnTo>
                  <a:lnTo>
                    <a:pt x="236769" y="298054"/>
                  </a:lnTo>
                  <a:lnTo>
                    <a:pt x="236505" y="298128"/>
                  </a:lnTo>
                  <a:lnTo>
                    <a:pt x="236339" y="298178"/>
                  </a:lnTo>
                  <a:lnTo>
                    <a:pt x="236009" y="298425"/>
                  </a:lnTo>
                  <a:lnTo>
                    <a:pt x="235842" y="298799"/>
                  </a:lnTo>
                  <a:lnTo>
                    <a:pt x="235562" y="298901"/>
                  </a:lnTo>
                  <a:lnTo>
                    <a:pt x="235335" y="299399"/>
                  </a:lnTo>
                  <a:lnTo>
                    <a:pt x="235048" y="299560"/>
                  </a:lnTo>
                  <a:lnTo>
                    <a:pt x="234817" y="299561"/>
                  </a:lnTo>
                  <a:lnTo>
                    <a:pt x="234796" y="299959"/>
                  </a:lnTo>
                  <a:lnTo>
                    <a:pt x="234960" y="300469"/>
                  </a:lnTo>
                  <a:lnTo>
                    <a:pt x="234687" y="300975"/>
                  </a:lnTo>
                  <a:lnTo>
                    <a:pt x="234605" y="301231"/>
                  </a:lnTo>
                  <a:lnTo>
                    <a:pt x="234685" y="301593"/>
                  </a:lnTo>
                  <a:lnTo>
                    <a:pt x="234853" y="301704"/>
                  </a:lnTo>
                  <a:lnTo>
                    <a:pt x="234837" y="301963"/>
                  </a:lnTo>
                  <a:lnTo>
                    <a:pt x="234646" y="302139"/>
                  </a:lnTo>
                  <a:lnTo>
                    <a:pt x="234436" y="302435"/>
                  </a:lnTo>
                  <a:lnTo>
                    <a:pt x="234433" y="302624"/>
                  </a:lnTo>
                  <a:lnTo>
                    <a:pt x="234207" y="302922"/>
                  </a:lnTo>
                  <a:lnTo>
                    <a:pt x="234057" y="302900"/>
                  </a:lnTo>
                  <a:lnTo>
                    <a:pt x="233917" y="302930"/>
                  </a:lnTo>
                  <a:lnTo>
                    <a:pt x="233512" y="303245"/>
                  </a:lnTo>
                  <a:lnTo>
                    <a:pt x="233313" y="303721"/>
                  </a:lnTo>
                  <a:lnTo>
                    <a:pt x="233296" y="303874"/>
                  </a:lnTo>
                  <a:lnTo>
                    <a:pt x="233142" y="304224"/>
                  </a:lnTo>
                  <a:lnTo>
                    <a:pt x="232941" y="304444"/>
                  </a:lnTo>
                  <a:lnTo>
                    <a:pt x="232749" y="304500"/>
                  </a:lnTo>
                  <a:lnTo>
                    <a:pt x="232660" y="304721"/>
                  </a:lnTo>
                  <a:lnTo>
                    <a:pt x="232531" y="304762"/>
                  </a:lnTo>
                  <a:lnTo>
                    <a:pt x="232368" y="304767"/>
                  </a:lnTo>
                  <a:lnTo>
                    <a:pt x="232143" y="304648"/>
                  </a:lnTo>
                  <a:lnTo>
                    <a:pt x="232041" y="304463"/>
                  </a:lnTo>
                  <a:lnTo>
                    <a:pt x="231811" y="304213"/>
                  </a:lnTo>
                  <a:lnTo>
                    <a:pt x="231615" y="304133"/>
                  </a:lnTo>
                  <a:lnTo>
                    <a:pt x="231466" y="304045"/>
                  </a:lnTo>
                  <a:lnTo>
                    <a:pt x="231376" y="303864"/>
                  </a:lnTo>
                  <a:lnTo>
                    <a:pt x="231268" y="303636"/>
                  </a:lnTo>
                  <a:lnTo>
                    <a:pt x="230981" y="303198"/>
                  </a:lnTo>
                  <a:lnTo>
                    <a:pt x="230818" y="302984"/>
                  </a:lnTo>
                  <a:lnTo>
                    <a:pt x="230016" y="303358"/>
                  </a:lnTo>
                  <a:lnTo>
                    <a:pt x="229773" y="303547"/>
                  </a:lnTo>
                  <a:lnTo>
                    <a:pt x="229340" y="303230"/>
                  </a:lnTo>
                  <a:lnTo>
                    <a:pt x="229171" y="302795"/>
                  </a:lnTo>
                  <a:lnTo>
                    <a:pt x="229164" y="302609"/>
                  </a:lnTo>
                  <a:lnTo>
                    <a:pt x="228881" y="302429"/>
                  </a:lnTo>
                  <a:lnTo>
                    <a:pt x="228586" y="302224"/>
                  </a:lnTo>
                  <a:lnTo>
                    <a:pt x="228403" y="302188"/>
                  </a:lnTo>
                  <a:lnTo>
                    <a:pt x="228316" y="301948"/>
                  </a:lnTo>
                  <a:lnTo>
                    <a:pt x="227683" y="301794"/>
                  </a:lnTo>
                  <a:lnTo>
                    <a:pt x="227303" y="301578"/>
                  </a:lnTo>
                  <a:lnTo>
                    <a:pt x="226730" y="301391"/>
                  </a:lnTo>
                  <a:lnTo>
                    <a:pt x="226516" y="301384"/>
                  </a:lnTo>
                  <a:lnTo>
                    <a:pt x="226312" y="301334"/>
                  </a:lnTo>
                  <a:lnTo>
                    <a:pt x="226030" y="301088"/>
                  </a:lnTo>
                  <a:lnTo>
                    <a:pt x="226073" y="300785"/>
                  </a:lnTo>
                  <a:lnTo>
                    <a:pt x="226119" y="300112"/>
                  </a:lnTo>
                  <a:lnTo>
                    <a:pt x="225975" y="299867"/>
                  </a:lnTo>
                  <a:lnTo>
                    <a:pt x="225827" y="299815"/>
                  </a:lnTo>
                  <a:lnTo>
                    <a:pt x="225737" y="299526"/>
                  </a:lnTo>
                  <a:lnTo>
                    <a:pt x="225718" y="299349"/>
                  </a:lnTo>
                  <a:lnTo>
                    <a:pt x="225547" y="299263"/>
                  </a:lnTo>
                  <a:lnTo>
                    <a:pt x="225252" y="299153"/>
                  </a:lnTo>
                  <a:lnTo>
                    <a:pt x="225204" y="298738"/>
                  </a:lnTo>
                  <a:lnTo>
                    <a:pt x="225440" y="298538"/>
                  </a:lnTo>
                  <a:lnTo>
                    <a:pt x="225297" y="298092"/>
                  </a:lnTo>
                  <a:lnTo>
                    <a:pt x="225319" y="297757"/>
                  </a:lnTo>
                  <a:lnTo>
                    <a:pt x="225334" y="297592"/>
                  </a:lnTo>
                  <a:lnTo>
                    <a:pt x="225318" y="297212"/>
                  </a:lnTo>
                  <a:lnTo>
                    <a:pt x="225356" y="297031"/>
                  </a:lnTo>
                  <a:lnTo>
                    <a:pt x="224942" y="296897"/>
                  </a:lnTo>
                  <a:lnTo>
                    <a:pt x="224698" y="297059"/>
                  </a:lnTo>
                  <a:lnTo>
                    <a:pt x="224584" y="297365"/>
                  </a:lnTo>
                  <a:lnTo>
                    <a:pt x="224514" y="297562"/>
                  </a:lnTo>
                  <a:lnTo>
                    <a:pt x="224185" y="297363"/>
                  </a:lnTo>
                  <a:lnTo>
                    <a:pt x="223995" y="296935"/>
                  </a:lnTo>
                  <a:lnTo>
                    <a:pt x="224117" y="296670"/>
                  </a:lnTo>
                  <a:lnTo>
                    <a:pt x="224308" y="296353"/>
                  </a:lnTo>
                  <a:lnTo>
                    <a:pt x="223979" y="296023"/>
                  </a:lnTo>
                  <a:lnTo>
                    <a:pt x="223884" y="295818"/>
                  </a:lnTo>
                  <a:lnTo>
                    <a:pt x="223835" y="295607"/>
                  </a:lnTo>
                  <a:lnTo>
                    <a:pt x="223688" y="295654"/>
                  </a:lnTo>
                  <a:lnTo>
                    <a:pt x="223136" y="295601"/>
                  </a:lnTo>
                  <a:lnTo>
                    <a:pt x="222733" y="295605"/>
                  </a:lnTo>
                  <a:lnTo>
                    <a:pt x="222607" y="295371"/>
                  </a:lnTo>
                  <a:lnTo>
                    <a:pt x="222660" y="295241"/>
                  </a:lnTo>
                  <a:lnTo>
                    <a:pt x="222579" y="294931"/>
                  </a:lnTo>
                  <a:lnTo>
                    <a:pt x="221726" y="295566"/>
                  </a:lnTo>
                  <a:lnTo>
                    <a:pt x="221717" y="295719"/>
                  </a:lnTo>
                  <a:lnTo>
                    <a:pt x="221657" y="295920"/>
                  </a:lnTo>
                  <a:lnTo>
                    <a:pt x="221586" y="296048"/>
                  </a:lnTo>
                  <a:lnTo>
                    <a:pt x="221590" y="296352"/>
                  </a:lnTo>
                  <a:lnTo>
                    <a:pt x="221453" y="296508"/>
                  </a:lnTo>
                  <a:lnTo>
                    <a:pt x="221291" y="296611"/>
                  </a:lnTo>
                  <a:lnTo>
                    <a:pt x="221037" y="296777"/>
                  </a:lnTo>
                  <a:lnTo>
                    <a:pt x="220403" y="297248"/>
                  </a:lnTo>
                  <a:lnTo>
                    <a:pt x="220303" y="297387"/>
                  </a:lnTo>
                  <a:lnTo>
                    <a:pt x="220224" y="297617"/>
                  </a:lnTo>
                  <a:lnTo>
                    <a:pt x="220104" y="297786"/>
                  </a:lnTo>
                  <a:lnTo>
                    <a:pt x="219856" y="297726"/>
                  </a:lnTo>
                  <a:lnTo>
                    <a:pt x="219604" y="297576"/>
                  </a:lnTo>
                  <a:lnTo>
                    <a:pt x="219480" y="297434"/>
                  </a:lnTo>
                  <a:lnTo>
                    <a:pt x="219471" y="297243"/>
                  </a:lnTo>
                  <a:lnTo>
                    <a:pt x="219376" y="297094"/>
                  </a:lnTo>
                  <a:lnTo>
                    <a:pt x="219168" y="297169"/>
                  </a:lnTo>
                  <a:lnTo>
                    <a:pt x="218913" y="297503"/>
                  </a:lnTo>
                  <a:lnTo>
                    <a:pt x="218524" y="297878"/>
                  </a:lnTo>
                  <a:lnTo>
                    <a:pt x="218414" y="298106"/>
                  </a:lnTo>
                  <a:lnTo>
                    <a:pt x="218092" y="298284"/>
                  </a:lnTo>
                  <a:lnTo>
                    <a:pt x="217942" y="298418"/>
                  </a:lnTo>
                  <a:lnTo>
                    <a:pt x="217959" y="298649"/>
                  </a:lnTo>
                  <a:lnTo>
                    <a:pt x="217824" y="298837"/>
                  </a:lnTo>
                  <a:lnTo>
                    <a:pt x="217440" y="299212"/>
                  </a:lnTo>
                  <a:lnTo>
                    <a:pt x="217204" y="299389"/>
                  </a:lnTo>
                  <a:lnTo>
                    <a:pt x="217050" y="299682"/>
                  </a:lnTo>
                  <a:lnTo>
                    <a:pt x="216641" y="299788"/>
                  </a:lnTo>
                  <a:lnTo>
                    <a:pt x="216309" y="299822"/>
                  </a:lnTo>
                  <a:lnTo>
                    <a:pt x="216032" y="299983"/>
                  </a:lnTo>
                  <a:lnTo>
                    <a:pt x="215822" y="300120"/>
                  </a:lnTo>
                  <a:lnTo>
                    <a:pt x="215590" y="300074"/>
                  </a:lnTo>
                  <a:lnTo>
                    <a:pt x="215414" y="300026"/>
                  </a:lnTo>
                  <a:lnTo>
                    <a:pt x="214830" y="300331"/>
                  </a:lnTo>
                  <a:lnTo>
                    <a:pt x="214647" y="300580"/>
                  </a:lnTo>
                  <a:lnTo>
                    <a:pt x="214364" y="301040"/>
                  </a:lnTo>
                  <a:lnTo>
                    <a:pt x="214244" y="301432"/>
                  </a:lnTo>
                  <a:lnTo>
                    <a:pt x="214202" y="301692"/>
                  </a:lnTo>
                  <a:lnTo>
                    <a:pt x="214031" y="301767"/>
                  </a:lnTo>
                  <a:lnTo>
                    <a:pt x="213784" y="301767"/>
                  </a:lnTo>
                  <a:lnTo>
                    <a:pt x="213268" y="301349"/>
                  </a:lnTo>
                  <a:lnTo>
                    <a:pt x="213424" y="301091"/>
                  </a:lnTo>
                  <a:lnTo>
                    <a:pt x="213378" y="300902"/>
                  </a:lnTo>
                  <a:lnTo>
                    <a:pt x="213464" y="300555"/>
                  </a:lnTo>
                  <a:lnTo>
                    <a:pt x="213186" y="299843"/>
                  </a:lnTo>
                  <a:lnTo>
                    <a:pt x="212933" y="299639"/>
                  </a:lnTo>
                  <a:lnTo>
                    <a:pt x="212775" y="299623"/>
                  </a:lnTo>
                  <a:lnTo>
                    <a:pt x="212529" y="299727"/>
                  </a:lnTo>
                  <a:lnTo>
                    <a:pt x="212327" y="300133"/>
                  </a:lnTo>
                  <a:lnTo>
                    <a:pt x="212305" y="300301"/>
                  </a:lnTo>
                  <a:lnTo>
                    <a:pt x="212092" y="300716"/>
                  </a:lnTo>
                  <a:lnTo>
                    <a:pt x="211896" y="300880"/>
                  </a:lnTo>
                  <a:lnTo>
                    <a:pt x="211627" y="300993"/>
                  </a:lnTo>
                  <a:lnTo>
                    <a:pt x="211328" y="300985"/>
                  </a:lnTo>
                  <a:lnTo>
                    <a:pt x="210795" y="301341"/>
                  </a:lnTo>
                  <a:lnTo>
                    <a:pt x="210700" y="301945"/>
                  </a:lnTo>
                  <a:lnTo>
                    <a:pt x="210646" y="302259"/>
                  </a:lnTo>
                  <a:lnTo>
                    <a:pt x="210949" y="302444"/>
                  </a:lnTo>
                  <a:lnTo>
                    <a:pt x="211229" y="302462"/>
                  </a:lnTo>
                  <a:lnTo>
                    <a:pt x="211404" y="302386"/>
                  </a:lnTo>
                  <a:lnTo>
                    <a:pt x="211569" y="302580"/>
                  </a:lnTo>
                  <a:lnTo>
                    <a:pt x="211831" y="302842"/>
                  </a:lnTo>
                  <a:lnTo>
                    <a:pt x="211895" y="303240"/>
                  </a:lnTo>
                  <a:lnTo>
                    <a:pt x="211867" y="303484"/>
                  </a:lnTo>
                  <a:lnTo>
                    <a:pt x="211791" y="303840"/>
                  </a:lnTo>
                  <a:lnTo>
                    <a:pt x="211677" y="304160"/>
                  </a:lnTo>
                  <a:lnTo>
                    <a:pt x="211730" y="304375"/>
                  </a:lnTo>
                  <a:lnTo>
                    <a:pt x="211669" y="304560"/>
                  </a:lnTo>
                  <a:lnTo>
                    <a:pt x="211588" y="304718"/>
                  </a:lnTo>
                  <a:lnTo>
                    <a:pt x="211927" y="305404"/>
                  </a:lnTo>
                  <a:lnTo>
                    <a:pt x="212020" y="305701"/>
                  </a:lnTo>
                  <a:lnTo>
                    <a:pt x="212057" y="306044"/>
                  </a:lnTo>
                  <a:lnTo>
                    <a:pt x="211815" y="306280"/>
                  </a:lnTo>
                  <a:lnTo>
                    <a:pt x="211721" y="306483"/>
                  </a:lnTo>
                  <a:lnTo>
                    <a:pt x="211612" y="306727"/>
                  </a:lnTo>
                  <a:lnTo>
                    <a:pt x="211247" y="306667"/>
                  </a:lnTo>
                  <a:lnTo>
                    <a:pt x="211113" y="306695"/>
                  </a:lnTo>
                  <a:lnTo>
                    <a:pt x="210903" y="306690"/>
                  </a:lnTo>
                  <a:lnTo>
                    <a:pt x="210572" y="306675"/>
                  </a:lnTo>
                  <a:lnTo>
                    <a:pt x="210652" y="307250"/>
                  </a:lnTo>
                  <a:lnTo>
                    <a:pt x="210801" y="307458"/>
                  </a:lnTo>
                  <a:lnTo>
                    <a:pt x="210397" y="307786"/>
                  </a:lnTo>
                  <a:lnTo>
                    <a:pt x="210144" y="307976"/>
                  </a:lnTo>
                  <a:lnTo>
                    <a:pt x="210095" y="308179"/>
                  </a:lnTo>
                  <a:lnTo>
                    <a:pt x="210089" y="308315"/>
                  </a:lnTo>
                  <a:lnTo>
                    <a:pt x="209782" y="308745"/>
                  </a:lnTo>
                  <a:lnTo>
                    <a:pt x="209520" y="308628"/>
                  </a:lnTo>
                  <a:lnTo>
                    <a:pt x="209294" y="308768"/>
                  </a:lnTo>
                  <a:lnTo>
                    <a:pt x="209135" y="309145"/>
                  </a:lnTo>
                  <a:lnTo>
                    <a:pt x="208703" y="309136"/>
                  </a:lnTo>
                  <a:lnTo>
                    <a:pt x="208425" y="309164"/>
                  </a:lnTo>
                  <a:lnTo>
                    <a:pt x="207974" y="309262"/>
                  </a:lnTo>
                  <a:lnTo>
                    <a:pt x="207635" y="309349"/>
                  </a:lnTo>
                  <a:lnTo>
                    <a:pt x="207332" y="309275"/>
                  </a:lnTo>
                  <a:lnTo>
                    <a:pt x="207141" y="309659"/>
                  </a:lnTo>
                  <a:lnTo>
                    <a:pt x="207168" y="310111"/>
                  </a:lnTo>
                  <a:lnTo>
                    <a:pt x="207198" y="310669"/>
                  </a:lnTo>
                  <a:lnTo>
                    <a:pt x="207239" y="310808"/>
                  </a:lnTo>
                  <a:lnTo>
                    <a:pt x="207137" y="311039"/>
                  </a:lnTo>
                  <a:lnTo>
                    <a:pt x="206968" y="310966"/>
                  </a:lnTo>
                  <a:lnTo>
                    <a:pt x="206708" y="311005"/>
                  </a:lnTo>
                  <a:lnTo>
                    <a:pt x="206168" y="311273"/>
                  </a:lnTo>
                  <a:lnTo>
                    <a:pt x="205848" y="311325"/>
                  </a:lnTo>
                  <a:lnTo>
                    <a:pt x="205544" y="311245"/>
                  </a:lnTo>
                  <a:lnTo>
                    <a:pt x="205402" y="311225"/>
                  </a:lnTo>
                  <a:lnTo>
                    <a:pt x="205145" y="311081"/>
                  </a:lnTo>
                  <a:lnTo>
                    <a:pt x="204729" y="310929"/>
                  </a:lnTo>
                  <a:lnTo>
                    <a:pt x="204581" y="310896"/>
                  </a:lnTo>
                  <a:lnTo>
                    <a:pt x="204382" y="310784"/>
                  </a:lnTo>
                  <a:lnTo>
                    <a:pt x="204197" y="310742"/>
                  </a:lnTo>
                  <a:lnTo>
                    <a:pt x="204044" y="310731"/>
                  </a:lnTo>
                  <a:lnTo>
                    <a:pt x="203739" y="310867"/>
                  </a:lnTo>
                  <a:lnTo>
                    <a:pt x="203674" y="310707"/>
                  </a:lnTo>
                  <a:lnTo>
                    <a:pt x="203319" y="310486"/>
                  </a:lnTo>
                  <a:lnTo>
                    <a:pt x="203075" y="310463"/>
                  </a:lnTo>
                  <a:lnTo>
                    <a:pt x="202881" y="310626"/>
                  </a:lnTo>
                  <a:lnTo>
                    <a:pt x="202682" y="310855"/>
                  </a:lnTo>
                  <a:lnTo>
                    <a:pt x="202390" y="311295"/>
                  </a:lnTo>
                  <a:lnTo>
                    <a:pt x="202217" y="311471"/>
                  </a:lnTo>
                  <a:lnTo>
                    <a:pt x="202040" y="311916"/>
                  </a:lnTo>
                  <a:lnTo>
                    <a:pt x="202332" y="312140"/>
                  </a:lnTo>
                  <a:lnTo>
                    <a:pt x="202419" y="312286"/>
                  </a:lnTo>
                  <a:lnTo>
                    <a:pt x="202468" y="312416"/>
                  </a:lnTo>
                  <a:lnTo>
                    <a:pt x="202588" y="312732"/>
                  </a:lnTo>
                  <a:lnTo>
                    <a:pt x="202735" y="312882"/>
                  </a:lnTo>
                  <a:lnTo>
                    <a:pt x="202663" y="313226"/>
                  </a:lnTo>
                  <a:lnTo>
                    <a:pt x="202519" y="313233"/>
                  </a:lnTo>
                  <a:lnTo>
                    <a:pt x="202468" y="313520"/>
                  </a:lnTo>
                  <a:lnTo>
                    <a:pt x="202583" y="313929"/>
                  </a:lnTo>
                  <a:lnTo>
                    <a:pt x="202223" y="314071"/>
                  </a:lnTo>
                  <a:lnTo>
                    <a:pt x="202020" y="314038"/>
                  </a:lnTo>
                  <a:lnTo>
                    <a:pt x="201777" y="313867"/>
                  </a:lnTo>
                  <a:lnTo>
                    <a:pt x="201364" y="313464"/>
                  </a:lnTo>
                  <a:lnTo>
                    <a:pt x="201176" y="313134"/>
                  </a:lnTo>
                  <a:lnTo>
                    <a:pt x="201272" y="312951"/>
                  </a:lnTo>
                  <a:lnTo>
                    <a:pt x="201223" y="312797"/>
                  </a:lnTo>
                  <a:lnTo>
                    <a:pt x="201095" y="312764"/>
                  </a:lnTo>
                  <a:lnTo>
                    <a:pt x="200859" y="312540"/>
                  </a:lnTo>
                  <a:lnTo>
                    <a:pt x="200675" y="312247"/>
                  </a:lnTo>
                  <a:lnTo>
                    <a:pt x="200507" y="311997"/>
                  </a:lnTo>
                  <a:lnTo>
                    <a:pt x="199996" y="311722"/>
                  </a:lnTo>
                  <a:lnTo>
                    <a:pt x="199720" y="311779"/>
                  </a:lnTo>
                  <a:lnTo>
                    <a:pt x="199421" y="311860"/>
                  </a:lnTo>
                  <a:lnTo>
                    <a:pt x="199271" y="311934"/>
                  </a:lnTo>
                  <a:lnTo>
                    <a:pt x="199111" y="312127"/>
                  </a:lnTo>
                  <a:lnTo>
                    <a:pt x="198801" y="312300"/>
                  </a:lnTo>
                  <a:lnTo>
                    <a:pt x="198453" y="312716"/>
                  </a:lnTo>
                  <a:lnTo>
                    <a:pt x="198475" y="313404"/>
                  </a:lnTo>
                  <a:lnTo>
                    <a:pt x="198356" y="313764"/>
                  </a:lnTo>
                  <a:lnTo>
                    <a:pt x="198122" y="313879"/>
                  </a:lnTo>
                  <a:lnTo>
                    <a:pt x="197925" y="313716"/>
                  </a:lnTo>
                  <a:lnTo>
                    <a:pt x="197823" y="314264"/>
                  </a:lnTo>
                  <a:lnTo>
                    <a:pt x="197985" y="314637"/>
                  </a:lnTo>
                  <a:lnTo>
                    <a:pt x="198120" y="314689"/>
                  </a:lnTo>
                  <a:lnTo>
                    <a:pt x="198332" y="314950"/>
                  </a:lnTo>
                  <a:lnTo>
                    <a:pt x="198135" y="315269"/>
                  </a:lnTo>
                  <a:lnTo>
                    <a:pt x="198436" y="315339"/>
                  </a:lnTo>
                  <a:lnTo>
                    <a:pt x="198485" y="315666"/>
                  </a:lnTo>
                  <a:lnTo>
                    <a:pt x="198674" y="315925"/>
                  </a:lnTo>
                  <a:lnTo>
                    <a:pt x="198654" y="316065"/>
                  </a:lnTo>
                  <a:lnTo>
                    <a:pt x="198576" y="316201"/>
                  </a:lnTo>
                  <a:lnTo>
                    <a:pt x="198592" y="316333"/>
                  </a:lnTo>
                  <a:lnTo>
                    <a:pt x="198565" y="316641"/>
                  </a:lnTo>
                  <a:lnTo>
                    <a:pt x="198350" y="317043"/>
                  </a:lnTo>
                  <a:lnTo>
                    <a:pt x="198385" y="317211"/>
                  </a:lnTo>
                  <a:lnTo>
                    <a:pt x="198399" y="317360"/>
                  </a:lnTo>
                  <a:lnTo>
                    <a:pt x="198383" y="317747"/>
                  </a:lnTo>
                  <a:lnTo>
                    <a:pt x="198533" y="317943"/>
                  </a:lnTo>
                  <a:lnTo>
                    <a:pt x="198696" y="318036"/>
                  </a:lnTo>
                  <a:lnTo>
                    <a:pt x="198982" y="318178"/>
                  </a:lnTo>
                  <a:lnTo>
                    <a:pt x="199137" y="318194"/>
                  </a:lnTo>
                  <a:lnTo>
                    <a:pt x="199562" y="318360"/>
                  </a:lnTo>
                  <a:lnTo>
                    <a:pt x="200268" y="318546"/>
                  </a:lnTo>
                  <a:lnTo>
                    <a:pt x="200546" y="318318"/>
                  </a:lnTo>
                  <a:lnTo>
                    <a:pt x="200610" y="318054"/>
                  </a:lnTo>
                  <a:lnTo>
                    <a:pt x="200808" y="317895"/>
                  </a:lnTo>
                  <a:lnTo>
                    <a:pt x="201011" y="317644"/>
                  </a:lnTo>
                  <a:lnTo>
                    <a:pt x="201039" y="317517"/>
                  </a:lnTo>
                  <a:lnTo>
                    <a:pt x="201208" y="317319"/>
                  </a:lnTo>
                  <a:lnTo>
                    <a:pt x="201507" y="317442"/>
                  </a:lnTo>
                  <a:lnTo>
                    <a:pt x="201750" y="317906"/>
                  </a:lnTo>
                  <a:lnTo>
                    <a:pt x="201725" y="318084"/>
                  </a:lnTo>
                  <a:lnTo>
                    <a:pt x="201799" y="318337"/>
                  </a:lnTo>
                  <a:lnTo>
                    <a:pt x="201946" y="318449"/>
                  </a:lnTo>
                  <a:lnTo>
                    <a:pt x="202247" y="318536"/>
                  </a:lnTo>
                  <a:lnTo>
                    <a:pt x="202407" y="318793"/>
                  </a:lnTo>
                  <a:lnTo>
                    <a:pt x="202381" y="319125"/>
                  </a:lnTo>
                  <a:lnTo>
                    <a:pt x="202341" y="319521"/>
                  </a:lnTo>
                  <a:lnTo>
                    <a:pt x="202304" y="319745"/>
                  </a:lnTo>
                  <a:lnTo>
                    <a:pt x="202508" y="320396"/>
                  </a:lnTo>
                  <a:lnTo>
                    <a:pt x="202640" y="320610"/>
                  </a:lnTo>
                  <a:lnTo>
                    <a:pt x="202873" y="321153"/>
                  </a:lnTo>
                  <a:lnTo>
                    <a:pt x="202667" y="321316"/>
                  </a:lnTo>
                  <a:lnTo>
                    <a:pt x="202489" y="321539"/>
                  </a:lnTo>
                  <a:lnTo>
                    <a:pt x="202418" y="321743"/>
                  </a:lnTo>
                  <a:lnTo>
                    <a:pt x="202651" y="322045"/>
                  </a:lnTo>
                  <a:lnTo>
                    <a:pt x="202790" y="322262"/>
                  </a:lnTo>
                  <a:lnTo>
                    <a:pt x="202607" y="322564"/>
                  </a:lnTo>
                  <a:lnTo>
                    <a:pt x="202655" y="322997"/>
                  </a:lnTo>
                  <a:lnTo>
                    <a:pt x="203225" y="323489"/>
                  </a:lnTo>
                  <a:lnTo>
                    <a:pt x="203444" y="323544"/>
                  </a:lnTo>
                  <a:lnTo>
                    <a:pt x="203482" y="323965"/>
                  </a:lnTo>
                  <a:lnTo>
                    <a:pt x="203447" y="324369"/>
                  </a:lnTo>
                  <a:lnTo>
                    <a:pt x="203505" y="324528"/>
                  </a:lnTo>
                  <a:lnTo>
                    <a:pt x="203567" y="324665"/>
                  </a:lnTo>
                  <a:lnTo>
                    <a:pt x="203812" y="324961"/>
                  </a:lnTo>
                  <a:lnTo>
                    <a:pt x="203757" y="325199"/>
                  </a:lnTo>
                  <a:lnTo>
                    <a:pt x="203706" y="325352"/>
                  </a:lnTo>
                  <a:lnTo>
                    <a:pt x="203634" y="325523"/>
                  </a:lnTo>
                  <a:lnTo>
                    <a:pt x="203591" y="325808"/>
                  </a:lnTo>
                  <a:lnTo>
                    <a:pt x="203488" y="326038"/>
                  </a:lnTo>
                  <a:lnTo>
                    <a:pt x="203186" y="326279"/>
                  </a:lnTo>
                  <a:lnTo>
                    <a:pt x="202949" y="326454"/>
                  </a:lnTo>
                  <a:lnTo>
                    <a:pt x="202754" y="326514"/>
                  </a:lnTo>
                  <a:lnTo>
                    <a:pt x="202626" y="326591"/>
                  </a:lnTo>
                  <a:lnTo>
                    <a:pt x="202555" y="327007"/>
                  </a:lnTo>
                  <a:lnTo>
                    <a:pt x="202245" y="327340"/>
                  </a:lnTo>
                  <a:lnTo>
                    <a:pt x="202226" y="327654"/>
                  </a:lnTo>
                  <a:lnTo>
                    <a:pt x="202359" y="327765"/>
                  </a:lnTo>
                  <a:lnTo>
                    <a:pt x="202418" y="327899"/>
                  </a:lnTo>
                  <a:lnTo>
                    <a:pt x="202445" y="328045"/>
                  </a:lnTo>
                  <a:lnTo>
                    <a:pt x="202385" y="328315"/>
                  </a:lnTo>
                  <a:lnTo>
                    <a:pt x="202362" y="328691"/>
                  </a:lnTo>
                  <a:lnTo>
                    <a:pt x="202383" y="329105"/>
                  </a:lnTo>
                  <a:lnTo>
                    <a:pt x="202319" y="329327"/>
                  </a:lnTo>
                  <a:lnTo>
                    <a:pt x="202189" y="329607"/>
                  </a:lnTo>
                  <a:lnTo>
                    <a:pt x="202409" y="329940"/>
                  </a:lnTo>
                  <a:lnTo>
                    <a:pt x="202599" y="330164"/>
                  </a:lnTo>
                  <a:lnTo>
                    <a:pt x="202934" y="330132"/>
                  </a:lnTo>
                  <a:lnTo>
                    <a:pt x="203183" y="330222"/>
                  </a:lnTo>
                  <a:lnTo>
                    <a:pt x="203712" y="330482"/>
                  </a:lnTo>
                  <a:lnTo>
                    <a:pt x="203897" y="330456"/>
                  </a:lnTo>
                  <a:lnTo>
                    <a:pt x="204172" y="330416"/>
                  </a:lnTo>
                  <a:lnTo>
                    <a:pt x="204239" y="330593"/>
                  </a:lnTo>
                  <a:lnTo>
                    <a:pt x="204225" y="330783"/>
                  </a:lnTo>
                  <a:lnTo>
                    <a:pt x="204183" y="331010"/>
                  </a:lnTo>
                  <a:lnTo>
                    <a:pt x="203945" y="331327"/>
                  </a:lnTo>
                  <a:lnTo>
                    <a:pt x="204035" y="331557"/>
                  </a:lnTo>
                  <a:lnTo>
                    <a:pt x="204655" y="331490"/>
                  </a:lnTo>
                  <a:lnTo>
                    <a:pt x="204935" y="331582"/>
                  </a:lnTo>
                  <a:lnTo>
                    <a:pt x="205071" y="331990"/>
                  </a:lnTo>
                  <a:lnTo>
                    <a:pt x="205489" y="332530"/>
                  </a:lnTo>
                  <a:lnTo>
                    <a:pt x="205403" y="333112"/>
                  </a:lnTo>
                  <a:lnTo>
                    <a:pt x="205387" y="333345"/>
                  </a:lnTo>
                  <a:lnTo>
                    <a:pt x="204937" y="333576"/>
                  </a:lnTo>
                  <a:lnTo>
                    <a:pt x="204782" y="333946"/>
                  </a:lnTo>
                  <a:lnTo>
                    <a:pt x="204776" y="334145"/>
                  </a:lnTo>
                  <a:lnTo>
                    <a:pt x="204748" y="334292"/>
                  </a:lnTo>
                  <a:lnTo>
                    <a:pt x="204485" y="334545"/>
                  </a:lnTo>
                  <a:lnTo>
                    <a:pt x="204563" y="334902"/>
                  </a:lnTo>
                  <a:lnTo>
                    <a:pt x="204410" y="334932"/>
                  </a:lnTo>
                  <a:lnTo>
                    <a:pt x="204163" y="335140"/>
                  </a:lnTo>
                  <a:lnTo>
                    <a:pt x="204089" y="335345"/>
                  </a:lnTo>
                  <a:lnTo>
                    <a:pt x="203957" y="335471"/>
                  </a:lnTo>
                  <a:lnTo>
                    <a:pt x="203632" y="335731"/>
                  </a:lnTo>
                  <a:lnTo>
                    <a:pt x="203227" y="336082"/>
                  </a:lnTo>
                  <a:lnTo>
                    <a:pt x="203227" y="336424"/>
                  </a:lnTo>
                  <a:lnTo>
                    <a:pt x="203044" y="336586"/>
                  </a:lnTo>
                  <a:lnTo>
                    <a:pt x="202597" y="336781"/>
                  </a:lnTo>
                  <a:lnTo>
                    <a:pt x="202385" y="336824"/>
                  </a:lnTo>
                  <a:lnTo>
                    <a:pt x="202293" y="336549"/>
                  </a:lnTo>
                  <a:lnTo>
                    <a:pt x="202123" y="336656"/>
                  </a:lnTo>
                  <a:lnTo>
                    <a:pt x="201958" y="336929"/>
                  </a:lnTo>
                  <a:lnTo>
                    <a:pt x="201763" y="337247"/>
                  </a:lnTo>
                  <a:lnTo>
                    <a:pt x="201625" y="337417"/>
                  </a:lnTo>
                  <a:lnTo>
                    <a:pt x="201634" y="337567"/>
                  </a:lnTo>
                  <a:lnTo>
                    <a:pt x="201602" y="337717"/>
                  </a:lnTo>
                  <a:lnTo>
                    <a:pt x="201472" y="337987"/>
                  </a:lnTo>
                  <a:lnTo>
                    <a:pt x="201278" y="338115"/>
                  </a:lnTo>
                  <a:lnTo>
                    <a:pt x="201047" y="338168"/>
                  </a:lnTo>
                  <a:lnTo>
                    <a:pt x="200813" y="338223"/>
                  </a:lnTo>
                  <a:lnTo>
                    <a:pt x="200539" y="338534"/>
                  </a:lnTo>
                  <a:lnTo>
                    <a:pt x="200257" y="339000"/>
                  </a:lnTo>
                  <a:lnTo>
                    <a:pt x="200173" y="339194"/>
                  </a:lnTo>
                  <a:lnTo>
                    <a:pt x="199822" y="339590"/>
                  </a:lnTo>
                  <a:lnTo>
                    <a:pt x="199628" y="339937"/>
                  </a:lnTo>
                  <a:lnTo>
                    <a:pt x="199521" y="340274"/>
                  </a:lnTo>
                  <a:lnTo>
                    <a:pt x="199655" y="340861"/>
                  </a:lnTo>
                  <a:lnTo>
                    <a:pt x="199737" y="341027"/>
                  </a:lnTo>
                  <a:lnTo>
                    <a:pt x="199856" y="341424"/>
                  </a:lnTo>
                  <a:lnTo>
                    <a:pt x="199878" y="341584"/>
                  </a:lnTo>
                  <a:lnTo>
                    <a:pt x="199873" y="341954"/>
                  </a:lnTo>
                  <a:lnTo>
                    <a:pt x="199882" y="342215"/>
                  </a:lnTo>
                  <a:lnTo>
                    <a:pt x="200005" y="342381"/>
                  </a:lnTo>
                  <a:lnTo>
                    <a:pt x="199876" y="342454"/>
                  </a:lnTo>
                  <a:lnTo>
                    <a:pt x="199712" y="342531"/>
                  </a:lnTo>
                  <a:lnTo>
                    <a:pt x="199526" y="342612"/>
                  </a:lnTo>
                  <a:lnTo>
                    <a:pt x="199243" y="342896"/>
                  </a:lnTo>
                  <a:lnTo>
                    <a:pt x="199181" y="343039"/>
                  </a:lnTo>
                  <a:lnTo>
                    <a:pt x="198883" y="343147"/>
                  </a:lnTo>
                  <a:lnTo>
                    <a:pt x="198662" y="343213"/>
                  </a:lnTo>
                  <a:lnTo>
                    <a:pt x="198468" y="343142"/>
                  </a:lnTo>
                  <a:lnTo>
                    <a:pt x="197578" y="343497"/>
                  </a:lnTo>
                  <a:lnTo>
                    <a:pt x="197322" y="343806"/>
                  </a:lnTo>
                  <a:lnTo>
                    <a:pt x="197100" y="344067"/>
                  </a:lnTo>
                  <a:lnTo>
                    <a:pt x="196885" y="344161"/>
                  </a:lnTo>
                  <a:lnTo>
                    <a:pt x="196692" y="344317"/>
                  </a:lnTo>
                  <a:lnTo>
                    <a:pt x="196517" y="344508"/>
                  </a:lnTo>
                  <a:lnTo>
                    <a:pt x="195970" y="344643"/>
                  </a:lnTo>
                  <a:lnTo>
                    <a:pt x="195735" y="344862"/>
                  </a:lnTo>
                  <a:lnTo>
                    <a:pt x="195431" y="345256"/>
                  </a:lnTo>
                  <a:lnTo>
                    <a:pt x="195333" y="345437"/>
                  </a:lnTo>
                  <a:lnTo>
                    <a:pt x="195241" y="345844"/>
                  </a:lnTo>
                  <a:lnTo>
                    <a:pt x="194919" y="346204"/>
                  </a:lnTo>
                  <a:lnTo>
                    <a:pt x="194794" y="346489"/>
                  </a:lnTo>
                  <a:lnTo>
                    <a:pt x="194439" y="346579"/>
                  </a:lnTo>
                  <a:lnTo>
                    <a:pt x="194125" y="346592"/>
                  </a:lnTo>
                  <a:lnTo>
                    <a:pt x="193907" y="346480"/>
                  </a:lnTo>
                  <a:lnTo>
                    <a:pt x="193878" y="346292"/>
                  </a:lnTo>
                  <a:lnTo>
                    <a:pt x="193826" y="346036"/>
                  </a:lnTo>
                  <a:lnTo>
                    <a:pt x="193588" y="345945"/>
                  </a:lnTo>
                  <a:lnTo>
                    <a:pt x="193255" y="346032"/>
                  </a:lnTo>
                  <a:lnTo>
                    <a:pt x="193106" y="346008"/>
                  </a:lnTo>
                  <a:lnTo>
                    <a:pt x="192585" y="345876"/>
                  </a:lnTo>
                  <a:lnTo>
                    <a:pt x="192379" y="346196"/>
                  </a:lnTo>
                  <a:lnTo>
                    <a:pt x="192174" y="346233"/>
                  </a:lnTo>
                  <a:lnTo>
                    <a:pt x="192032" y="346345"/>
                  </a:lnTo>
                  <a:lnTo>
                    <a:pt x="191855" y="346510"/>
                  </a:lnTo>
                  <a:lnTo>
                    <a:pt x="191666" y="346674"/>
                  </a:lnTo>
                  <a:lnTo>
                    <a:pt x="191367" y="346600"/>
                  </a:lnTo>
                  <a:lnTo>
                    <a:pt x="191254" y="346751"/>
                  </a:lnTo>
                  <a:lnTo>
                    <a:pt x="191155" y="347025"/>
                  </a:lnTo>
                  <a:lnTo>
                    <a:pt x="190975" y="347368"/>
                  </a:lnTo>
                  <a:lnTo>
                    <a:pt x="190562" y="347402"/>
                  </a:lnTo>
                  <a:lnTo>
                    <a:pt x="190189" y="347407"/>
                  </a:lnTo>
                  <a:lnTo>
                    <a:pt x="189882" y="347025"/>
                  </a:lnTo>
                  <a:lnTo>
                    <a:pt x="189692" y="346787"/>
                  </a:lnTo>
                  <a:lnTo>
                    <a:pt x="189514" y="346739"/>
                  </a:lnTo>
                  <a:lnTo>
                    <a:pt x="189095" y="346908"/>
                  </a:lnTo>
                  <a:lnTo>
                    <a:pt x="188908" y="347121"/>
                  </a:lnTo>
                  <a:lnTo>
                    <a:pt x="188613" y="347361"/>
                  </a:lnTo>
                  <a:lnTo>
                    <a:pt x="188326" y="347278"/>
                  </a:lnTo>
                  <a:lnTo>
                    <a:pt x="187932" y="347242"/>
                  </a:lnTo>
                  <a:lnTo>
                    <a:pt x="187562" y="347592"/>
                  </a:lnTo>
                  <a:lnTo>
                    <a:pt x="186940" y="347786"/>
                  </a:lnTo>
                  <a:lnTo>
                    <a:pt x="186635" y="347791"/>
                  </a:lnTo>
                  <a:lnTo>
                    <a:pt x="186452" y="347917"/>
                  </a:lnTo>
                  <a:lnTo>
                    <a:pt x="186281" y="348232"/>
                  </a:lnTo>
                  <a:lnTo>
                    <a:pt x="186222" y="348460"/>
                  </a:lnTo>
                  <a:lnTo>
                    <a:pt x="186272" y="348694"/>
                  </a:lnTo>
                  <a:lnTo>
                    <a:pt x="185977" y="348988"/>
                  </a:lnTo>
                  <a:lnTo>
                    <a:pt x="185811" y="348889"/>
                  </a:lnTo>
                  <a:lnTo>
                    <a:pt x="185604" y="348702"/>
                  </a:lnTo>
                  <a:lnTo>
                    <a:pt x="185500" y="348490"/>
                  </a:lnTo>
                  <a:lnTo>
                    <a:pt x="185408" y="348260"/>
                  </a:lnTo>
                  <a:lnTo>
                    <a:pt x="184953" y="348101"/>
                  </a:lnTo>
                  <a:lnTo>
                    <a:pt x="184712" y="348095"/>
                  </a:lnTo>
                  <a:lnTo>
                    <a:pt x="184584" y="348199"/>
                  </a:lnTo>
                  <a:lnTo>
                    <a:pt x="184193" y="348294"/>
                  </a:lnTo>
                  <a:lnTo>
                    <a:pt x="183830" y="348285"/>
                  </a:lnTo>
                  <a:lnTo>
                    <a:pt x="183401" y="348352"/>
                  </a:lnTo>
                  <a:lnTo>
                    <a:pt x="183250" y="348390"/>
                  </a:lnTo>
                  <a:lnTo>
                    <a:pt x="183080" y="348498"/>
                  </a:lnTo>
                  <a:lnTo>
                    <a:pt x="182790" y="348722"/>
                  </a:lnTo>
                  <a:lnTo>
                    <a:pt x="182681" y="348875"/>
                  </a:lnTo>
                  <a:lnTo>
                    <a:pt x="182406" y="349056"/>
                  </a:lnTo>
                  <a:lnTo>
                    <a:pt x="182273" y="349137"/>
                  </a:lnTo>
                  <a:lnTo>
                    <a:pt x="182309" y="349275"/>
                  </a:lnTo>
                  <a:lnTo>
                    <a:pt x="181948" y="349662"/>
                  </a:lnTo>
                  <a:lnTo>
                    <a:pt x="181768" y="349710"/>
                  </a:lnTo>
                  <a:lnTo>
                    <a:pt x="181533" y="349743"/>
                  </a:lnTo>
                  <a:lnTo>
                    <a:pt x="181257" y="350137"/>
                  </a:lnTo>
                  <a:lnTo>
                    <a:pt x="181047" y="350622"/>
                  </a:lnTo>
                  <a:lnTo>
                    <a:pt x="180936" y="350822"/>
                  </a:lnTo>
                  <a:lnTo>
                    <a:pt x="180703" y="350935"/>
                  </a:lnTo>
                  <a:lnTo>
                    <a:pt x="180556" y="351141"/>
                  </a:lnTo>
                  <a:lnTo>
                    <a:pt x="180400" y="351288"/>
                  </a:lnTo>
                  <a:lnTo>
                    <a:pt x="180077" y="351600"/>
                  </a:lnTo>
                  <a:lnTo>
                    <a:pt x="179809" y="351779"/>
                  </a:lnTo>
                  <a:lnTo>
                    <a:pt x="179642" y="352058"/>
                  </a:lnTo>
                  <a:lnTo>
                    <a:pt x="179678" y="352222"/>
                  </a:lnTo>
                  <a:lnTo>
                    <a:pt x="179525" y="352601"/>
                  </a:lnTo>
                  <a:lnTo>
                    <a:pt x="179340" y="352795"/>
                  </a:lnTo>
                  <a:lnTo>
                    <a:pt x="179176" y="352906"/>
                  </a:lnTo>
                  <a:lnTo>
                    <a:pt x="179065" y="353399"/>
                  </a:lnTo>
                  <a:lnTo>
                    <a:pt x="178826" y="353666"/>
                  </a:lnTo>
                  <a:lnTo>
                    <a:pt x="178643" y="353620"/>
                  </a:lnTo>
                  <a:lnTo>
                    <a:pt x="178421" y="353536"/>
                  </a:lnTo>
                  <a:lnTo>
                    <a:pt x="178358" y="353728"/>
                  </a:lnTo>
                  <a:lnTo>
                    <a:pt x="178011" y="353921"/>
                  </a:lnTo>
                  <a:lnTo>
                    <a:pt x="178186" y="354330"/>
                  </a:lnTo>
                  <a:lnTo>
                    <a:pt x="177909" y="354826"/>
                  </a:lnTo>
                  <a:lnTo>
                    <a:pt x="177483" y="354783"/>
                  </a:lnTo>
                  <a:lnTo>
                    <a:pt x="177215" y="354815"/>
                  </a:lnTo>
                  <a:lnTo>
                    <a:pt x="176987" y="354952"/>
                  </a:lnTo>
                  <a:lnTo>
                    <a:pt x="176857" y="355454"/>
                  </a:lnTo>
                  <a:lnTo>
                    <a:pt x="176751" y="355842"/>
                  </a:lnTo>
                  <a:lnTo>
                    <a:pt x="176448" y="356274"/>
                  </a:lnTo>
                  <a:lnTo>
                    <a:pt x="176218" y="356502"/>
                  </a:lnTo>
                  <a:lnTo>
                    <a:pt x="176215" y="356651"/>
                  </a:lnTo>
                  <a:lnTo>
                    <a:pt x="176101" y="357028"/>
                  </a:lnTo>
                  <a:lnTo>
                    <a:pt x="176032" y="357251"/>
                  </a:lnTo>
                  <a:lnTo>
                    <a:pt x="176092" y="357532"/>
                  </a:lnTo>
                  <a:lnTo>
                    <a:pt x="175927" y="357847"/>
                  </a:lnTo>
                  <a:lnTo>
                    <a:pt x="175852" y="358033"/>
                  </a:lnTo>
                  <a:lnTo>
                    <a:pt x="176056" y="358472"/>
                  </a:lnTo>
                  <a:lnTo>
                    <a:pt x="176139" y="358656"/>
                  </a:lnTo>
                  <a:lnTo>
                    <a:pt x="176087" y="358981"/>
                  </a:lnTo>
                  <a:lnTo>
                    <a:pt x="176150" y="359170"/>
                  </a:lnTo>
                  <a:lnTo>
                    <a:pt x="176442" y="359324"/>
                  </a:lnTo>
                  <a:lnTo>
                    <a:pt x="176466" y="359556"/>
                  </a:lnTo>
                  <a:lnTo>
                    <a:pt x="176636" y="360077"/>
                  </a:lnTo>
                  <a:lnTo>
                    <a:pt x="176768" y="360346"/>
                  </a:lnTo>
                  <a:lnTo>
                    <a:pt x="176918" y="360621"/>
                  </a:lnTo>
                  <a:lnTo>
                    <a:pt x="176738" y="360952"/>
                  </a:lnTo>
                  <a:lnTo>
                    <a:pt x="176091" y="361409"/>
                  </a:lnTo>
                  <a:lnTo>
                    <a:pt x="175870" y="361561"/>
                  </a:lnTo>
                  <a:lnTo>
                    <a:pt x="175483" y="361881"/>
                  </a:lnTo>
                  <a:lnTo>
                    <a:pt x="175433" y="362137"/>
                  </a:lnTo>
                  <a:lnTo>
                    <a:pt x="175217" y="362328"/>
                  </a:lnTo>
                  <a:lnTo>
                    <a:pt x="175057" y="362421"/>
                  </a:lnTo>
                  <a:lnTo>
                    <a:pt x="174688" y="362811"/>
                  </a:lnTo>
                  <a:lnTo>
                    <a:pt x="174342" y="363160"/>
                  </a:lnTo>
                  <a:lnTo>
                    <a:pt x="174377" y="363375"/>
                  </a:lnTo>
                  <a:lnTo>
                    <a:pt x="174567" y="363623"/>
                  </a:lnTo>
                  <a:lnTo>
                    <a:pt x="174449" y="363930"/>
                  </a:lnTo>
                  <a:lnTo>
                    <a:pt x="174509" y="364457"/>
                  </a:lnTo>
                  <a:lnTo>
                    <a:pt x="174698" y="364689"/>
                  </a:lnTo>
                  <a:lnTo>
                    <a:pt x="175081" y="365027"/>
                  </a:lnTo>
                  <a:lnTo>
                    <a:pt x="175408" y="365559"/>
                  </a:lnTo>
                  <a:lnTo>
                    <a:pt x="175557" y="365756"/>
                  </a:lnTo>
                  <a:lnTo>
                    <a:pt x="175735" y="365831"/>
                  </a:lnTo>
                  <a:lnTo>
                    <a:pt x="176077" y="366006"/>
                  </a:lnTo>
                  <a:lnTo>
                    <a:pt x="176483" y="366297"/>
                  </a:lnTo>
                  <a:lnTo>
                    <a:pt x="176324" y="366392"/>
                  </a:lnTo>
                  <a:lnTo>
                    <a:pt x="176322" y="366758"/>
                  </a:lnTo>
                  <a:lnTo>
                    <a:pt x="176450" y="366807"/>
                  </a:lnTo>
                  <a:lnTo>
                    <a:pt x="176635" y="366957"/>
                  </a:lnTo>
                  <a:lnTo>
                    <a:pt x="176897" y="367213"/>
                  </a:lnTo>
                  <a:lnTo>
                    <a:pt x="177040" y="367359"/>
                  </a:lnTo>
                  <a:lnTo>
                    <a:pt x="176828" y="367635"/>
                  </a:lnTo>
                  <a:lnTo>
                    <a:pt x="176808" y="367805"/>
                  </a:lnTo>
                  <a:lnTo>
                    <a:pt x="176819" y="368018"/>
                  </a:lnTo>
                  <a:lnTo>
                    <a:pt x="176845" y="368274"/>
                  </a:lnTo>
                  <a:lnTo>
                    <a:pt x="176859" y="368559"/>
                  </a:lnTo>
                  <a:lnTo>
                    <a:pt x="176788" y="368791"/>
                  </a:lnTo>
                  <a:lnTo>
                    <a:pt x="176822" y="369123"/>
                  </a:lnTo>
                  <a:lnTo>
                    <a:pt x="176422" y="370212"/>
                  </a:lnTo>
                  <a:lnTo>
                    <a:pt x="176150" y="370661"/>
                  </a:lnTo>
                  <a:lnTo>
                    <a:pt x="176030" y="370900"/>
                  </a:lnTo>
                  <a:lnTo>
                    <a:pt x="175662" y="371563"/>
                  </a:lnTo>
                  <a:lnTo>
                    <a:pt x="176008" y="371711"/>
                  </a:lnTo>
                  <a:lnTo>
                    <a:pt x="176158" y="371929"/>
                  </a:lnTo>
                  <a:lnTo>
                    <a:pt x="176555" y="372027"/>
                  </a:lnTo>
                  <a:lnTo>
                    <a:pt x="177025" y="372414"/>
                  </a:lnTo>
                  <a:lnTo>
                    <a:pt x="177087" y="372550"/>
                  </a:lnTo>
                  <a:lnTo>
                    <a:pt x="177470" y="372824"/>
                  </a:lnTo>
                  <a:lnTo>
                    <a:pt x="177649" y="373030"/>
                  </a:lnTo>
                  <a:lnTo>
                    <a:pt x="177901" y="373469"/>
                  </a:lnTo>
                  <a:lnTo>
                    <a:pt x="178056" y="373591"/>
                  </a:lnTo>
                  <a:lnTo>
                    <a:pt x="178088" y="373833"/>
                  </a:lnTo>
                  <a:lnTo>
                    <a:pt x="178071" y="374298"/>
                  </a:lnTo>
                  <a:lnTo>
                    <a:pt x="178372" y="374629"/>
                  </a:lnTo>
                  <a:lnTo>
                    <a:pt x="178074" y="374788"/>
                  </a:lnTo>
                  <a:lnTo>
                    <a:pt x="178243" y="374984"/>
                  </a:lnTo>
                  <a:lnTo>
                    <a:pt x="178436" y="375009"/>
                  </a:lnTo>
                  <a:lnTo>
                    <a:pt x="178599" y="375043"/>
                  </a:lnTo>
                  <a:lnTo>
                    <a:pt x="178590" y="375239"/>
                  </a:lnTo>
                  <a:lnTo>
                    <a:pt x="178839" y="375507"/>
                  </a:lnTo>
                  <a:lnTo>
                    <a:pt x="179029" y="375727"/>
                  </a:lnTo>
                  <a:lnTo>
                    <a:pt x="179134" y="375878"/>
                  </a:lnTo>
                  <a:lnTo>
                    <a:pt x="179367" y="375810"/>
                  </a:lnTo>
                  <a:lnTo>
                    <a:pt x="179567" y="375747"/>
                  </a:lnTo>
                  <a:lnTo>
                    <a:pt x="179886" y="375715"/>
                  </a:lnTo>
                  <a:lnTo>
                    <a:pt x="180158" y="375795"/>
                  </a:lnTo>
                  <a:lnTo>
                    <a:pt x="180460" y="376137"/>
                  </a:lnTo>
                  <a:lnTo>
                    <a:pt x="180920" y="376378"/>
                  </a:lnTo>
                  <a:lnTo>
                    <a:pt x="180678" y="376322"/>
                  </a:lnTo>
                  <a:lnTo>
                    <a:pt x="180391" y="376409"/>
                  </a:lnTo>
                  <a:lnTo>
                    <a:pt x="180254" y="376662"/>
                  </a:lnTo>
                  <a:lnTo>
                    <a:pt x="180036" y="376773"/>
                  </a:lnTo>
                  <a:lnTo>
                    <a:pt x="179991" y="376923"/>
                  </a:lnTo>
                  <a:lnTo>
                    <a:pt x="179954" y="377128"/>
                  </a:lnTo>
                  <a:lnTo>
                    <a:pt x="180075" y="377410"/>
                  </a:lnTo>
                  <a:lnTo>
                    <a:pt x="180007" y="377544"/>
                  </a:lnTo>
                  <a:lnTo>
                    <a:pt x="179664" y="377805"/>
                  </a:lnTo>
                  <a:lnTo>
                    <a:pt x="179034" y="378216"/>
                  </a:lnTo>
                  <a:lnTo>
                    <a:pt x="178946" y="378477"/>
                  </a:lnTo>
                  <a:lnTo>
                    <a:pt x="178898" y="378795"/>
                  </a:lnTo>
                  <a:lnTo>
                    <a:pt x="178908" y="378929"/>
                  </a:lnTo>
                  <a:lnTo>
                    <a:pt x="178814" y="379160"/>
                  </a:lnTo>
                  <a:lnTo>
                    <a:pt x="178768" y="379626"/>
                  </a:lnTo>
                  <a:lnTo>
                    <a:pt x="178883" y="379964"/>
                  </a:lnTo>
                  <a:lnTo>
                    <a:pt x="179022" y="380162"/>
                  </a:lnTo>
                  <a:lnTo>
                    <a:pt x="179140" y="380324"/>
                  </a:lnTo>
                  <a:lnTo>
                    <a:pt x="179088" y="380882"/>
                  </a:lnTo>
                  <a:lnTo>
                    <a:pt x="178747" y="381154"/>
                  </a:lnTo>
                  <a:lnTo>
                    <a:pt x="178730" y="381412"/>
                  </a:lnTo>
                  <a:lnTo>
                    <a:pt x="178557" y="381597"/>
                  </a:lnTo>
                  <a:lnTo>
                    <a:pt x="178356" y="381547"/>
                  </a:lnTo>
                  <a:lnTo>
                    <a:pt x="178110" y="381668"/>
                  </a:lnTo>
                  <a:lnTo>
                    <a:pt x="177946" y="381815"/>
                  </a:lnTo>
                  <a:lnTo>
                    <a:pt x="177625" y="381771"/>
                  </a:lnTo>
                  <a:lnTo>
                    <a:pt x="177274" y="381521"/>
                  </a:lnTo>
                  <a:lnTo>
                    <a:pt x="176906" y="381689"/>
                  </a:lnTo>
                  <a:lnTo>
                    <a:pt x="176660" y="381971"/>
                  </a:lnTo>
                  <a:lnTo>
                    <a:pt x="176657" y="381540"/>
                  </a:lnTo>
                  <a:lnTo>
                    <a:pt x="176495" y="381046"/>
                  </a:lnTo>
                  <a:lnTo>
                    <a:pt x="176727" y="380741"/>
                  </a:lnTo>
                  <a:lnTo>
                    <a:pt x="176671" y="380602"/>
                  </a:lnTo>
                  <a:lnTo>
                    <a:pt x="176578" y="380420"/>
                  </a:lnTo>
                  <a:lnTo>
                    <a:pt x="176333" y="380050"/>
                  </a:lnTo>
                  <a:lnTo>
                    <a:pt x="176163" y="380148"/>
                  </a:lnTo>
                  <a:lnTo>
                    <a:pt x="175914" y="380110"/>
                  </a:lnTo>
                  <a:lnTo>
                    <a:pt x="175517" y="379873"/>
                  </a:lnTo>
                  <a:lnTo>
                    <a:pt x="175574" y="379637"/>
                  </a:lnTo>
                  <a:lnTo>
                    <a:pt x="175199" y="379665"/>
                  </a:lnTo>
                  <a:lnTo>
                    <a:pt x="174902" y="379509"/>
                  </a:lnTo>
                  <a:lnTo>
                    <a:pt x="174653" y="379485"/>
                  </a:lnTo>
                  <a:lnTo>
                    <a:pt x="174396" y="379766"/>
                  </a:lnTo>
                  <a:lnTo>
                    <a:pt x="174559" y="380048"/>
                  </a:lnTo>
                  <a:lnTo>
                    <a:pt x="174432" y="380387"/>
                  </a:lnTo>
                  <a:lnTo>
                    <a:pt x="174082" y="380676"/>
                  </a:lnTo>
                  <a:lnTo>
                    <a:pt x="173672" y="380809"/>
                  </a:lnTo>
                  <a:lnTo>
                    <a:pt x="173723" y="380983"/>
                  </a:lnTo>
                  <a:lnTo>
                    <a:pt x="173922" y="381921"/>
                  </a:lnTo>
                  <a:lnTo>
                    <a:pt x="173958" y="382093"/>
                  </a:lnTo>
                  <a:lnTo>
                    <a:pt x="173605" y="382160"/>
                  </a:lnTo>
                  <a:lnTo>
                    <a:pt x="173097" y="382463"/>
                  </a:lnTo>
                  <a:lnTo>
                    <a:pt x="172200" y="382732"/>
                  </a:lnTo>
                  <a:lnTo>
                    <a:pt x="171952" y="383004"/>
                  </a:lnTo>
                  <a:lnTo>
                    <a:pt x="171961" y="383249"/>
                  </a:lnTo>
                  <a:lnTo>
                    <a:pt x="171799" y="383599"/>
                  </a:lnTo>
                  <a:lnTo>
                    <a:pt x="171638" y="383773"/>
                  </a:lnTo>
                  <a:lnTo>
                    <a:pt x="171300" y="384025"/>
                  </a:lnTo>
                  <a:lnTo>
                    <a:pt x="171089" y="384035"/>
                  </a:lnTo>
                  <a:lnTo>
                    <a:pt x="170863" y="384441"/>
                  </a:lnTo>
                  <a:lnTo>
                    <a:pt x="170858" y="384653"/>
                  </a:lnTo>
                  <a:lnTo>
                    <a:pt x="171105" y="384815"/>
                  </a:lnTo>
                  <a:lnTo>
                    <a:pt x="170862" y="384974"/>
                  </a:lnTo>
                  <a:lnTo>
                    <a:pt x="170769" y="385199"/>
                  </a:lnTo>
                  <a:lnTo>
                    <a:pt x="170268" y="385399"/>
                  </a:lnTo>
                  <a:lnTo>
                    <a:pt x="170054" y="385468"/>
                  </a:lnTo>
                  <a:lnTo>
                    <a:pt x="169829" y="385613"/>
                  </a:lnTo>
                  <a:lnTo>
                    <a:pt x="170153" y="385773"/>
                  </a:lnTo>
                  <a:lnTo>
                    <a:pt x="170257" y="385967"/>
                  </a:lnTo>
                  <a:lnTo>
                    <a:pt x="169948" y="386541"/>
                  </a:lnTo>
                  <a:lnTo>
                    <a:pt x="169614" y="386602"/>
                  </a:lnTo>
                  <a:lnTo>
                    <a:pt x="169414" y="386678"/>
                  </a:lnTo>
                  <a:lnTo>
                    <a:pt x="168953" y="386933"/>
                  </a:lnTo>
                  <a:lnTo>
                    <a:pt x="169022" y="387231"/>
                  </a:lnTo>
                  <a:lnTo>
                    <a:pt x="168791" y="387562"/>
                  </a:lnTo>
                  <a:lnTo>
                    <a:pt x="168863" y="387878"/>
                  </a:lnTo>
                  <a:lnTo>
                    <a:pt x="168960" y="388115"/>
                  </a:lnTo>
                  <a:lnTo>
                    <a:pt x="168967" y="388370"/>
                  </a:lnTo>
                  <a:lnTo>
                    <a:pt x="168835" y="388498"/>
                  </a:lnTo>
                  <a:lnTo>
                    <a:pt x="168699" y="388606"/>
                  </a:lnTo>
                  <a:lnTo>
                    <a:pt x="168487" y="388746"/>
                  </a:lnTo>
                  <a:lnTo>
                    <a:pt x="168478" y="389031"/>
                  </a:lnTo>
                  <a:lnTo>
                    <a:pt x="168512" y="389200"/>
                  </a:lnTo>
                  <a:lnTo>
                    <a:pt x="168639" y="389579"/>
                  </a:lnTo>
                  <a:lnTo>
                    <a:pt x="168702" y="389732"/>
                  </a:lnTo>
                  <a:lnTo>
                    <a:pt x="168645" y="390306"/>
                  </a:lnTo>
                  <a:lnTo>
                    <a:pt x="168491" y="390278"/>
                  </a:lnTo>
                  <a:lnTo>
                    <a:pt x="168217" y="390323"/>
                  </a:lnTo>
                  <a:lnTo>
                    <a:pt x="168989" y="390272"/>
                  </a:lnTo>
                  <a:lnTo>
                    <a:pt x="169046" y="390553"/>
                  </a:lnTo>
                  <a:lnTo>
                    <a:pt x="168753" y="390877"/>
                  </a:lnTo>
                  <a:lnTo>
                    <a:pt x="169025" y="391015"/>
                  </a:lnTo>
                  <a:lnTo>
                    <a:pt x="169150" y="391316"/>
                  </a:lnTo>
                  <a:lnTo>
                    <a:pt x="169073" y="391505"/>
                  </a:lnTo>
                  <a:lnTo>
                    <a:pt x="169000" y="391751"/>
                  </a:lnTo>
                  <a:lnTo>
                    <a:pt x="168968" y="391880"/>
                  </a:lnTo>
                  <a:lnTo>
                    <a:pt x="168788" y="392038"/>
                  </a:lnTo>
                  <a:lnTo>
                    <a:pt x="168703" y="392309"/>
                  </a:lnTo>
                  <a:lnTo>
                    <a:pt x="168870" y="392511"/>
                  </a:lnTo>
                  <a:lnTo>
                    <a:pt x="168998" y="392604"/>
                  </a:lnTo>
                  <a:lnTo>
                    <a:pt x="169187" y="392680"/>
                  </a:lnTo>
                  <a:lnTo>
                    <a:pt x="169444" y="392715"/>
                  </a:lnTo>
                  <a:lnTo>
                    <a:pt x="169874" y="392943"/>
                  </a:lnTo>
                  <a:lnTo>
                    <a:pt x="169937" y="392630"/>
                  </a:lnTo>
                  <a:lnTo>
                    <a:pt x="170151" y="392479"/>
                  </a:lnTo>
                  <a:lnTo>
                    <a:pt x="170274" y="392765"/>
                  </a:lnTo>
                  <a:lnTo>
                    <a:pt x="170165" y="393063"/>
                  </a:lnTo>
                  <a:lnTo>
                    <a:pt x="170353" y="393070"/>
                  </a:lnTo>
                  <a:lnTo>
                    <a:pt x="171003" y="392905"/>
                  </a:lnTo>
                  <a:lnTo>
                    <a:pt x="171218" y="392693"/>
                  </a:lnTo>
                  <a:lnTo>
                    <a:pt x="171725" y="392431"/>
                  </a:lnTo>
                  <a:lnTo>
                    <a:pt x="171956" y="392363"/>
                  </a:lnTo>
                  <a:lnTo>
                    <a:pt x="172299" y="392196"/>
                  </a:lnTo>
                  <a:lnTo>
                    <a:pt x="172993" y="392831"/>
                  </a:lnTo>
                  <a:lnTo>
                    <a:pt x="172972" y="393058"/>
                  </a:lnTo>
                  <a:lnTo>
                    <a:pt x="173048" y="393544"/>
                  </a:lnTo>
                  <a:lnTo>
                    <a:pt x="172976" y="393877"/>
                  </a:lnTo>
                  <a:lnTo>
                    <a:pt x="172968" y="394200"/>
                  </a:lnTo>
                  <a:lnTo>
                    <a:pt x="173351" y="394390"/>
                  </a:lnTo>
                  <a:lnTo>
                    <a:pt x="173441" y="395079"/>
                  </a:lnTo>
                  <a:lnTo>
                    <a:pt x="173294" y="395507"/>
                  </a:lnTo>
                  <a:lnTo>
                    <a:pt x="173154" y="395671"/>
                  </a:lnTo>
                  <a:lnTo>
                    <a:pt x="172783" y="395844"/>
                  </a:lnTo>
                  <a:lnTo>
                    <a:pt x="172585" y="396042"/>
                  </a:lnTo>
                  <a:lnTo>
                    <a:pt x="172331" y="396202"/>
                  </a:lnTo>
                  <a:lnTo>
                    <a:pt x="172247" y="396368"/>
                  </a:lnTo>
                  <a:lnTo>
                    <a:pt x="172151" y="396556"/>
                  </a:lnTo>
                  <a:lnTo>
                    <a:pt x="171805" y="396758"/>
                  </a:lnTo>
                  <a:lnTo>
                    <a:pt x="171414" y="397228"/>
                  </a:lnTo>
                  <a:lnTo>
                    <a:pt x="171072" y="397440"/>
                  </a:lnTo>
                  <a:lnTo>
                    <a:pt x="170882" y="397508"/>
                  </a:lnTo>
                  <a:lnTo>
                    <a:pt x="170719" y="397564"/>
                  </a:lnTo>
                  <a:lnTo>
                    <a:pt x="170385" y="397602"/>
                  </a:lnTo>
                  <a:lnTo>
                    <a:pt x="170133" y="397968"/>
                  </a:lnTo>
                  <a:lnTo>
                    <a:pt x="170106" y="398205"/>
                  </a:lnTo>
                  <a:lnTo>
                    <a:pt x="169765" y="398685"/>
                  </a:lnTo>
                  <a:lnTo>
                    <a:pt x="169593" y="398867"/>
                  </a:lnTo>
                  <a:lnTo>
                    <a:pt x="169207" y="398987"/>
                  </a:lnTo>
                  <a:lnTo>
                    <a:pt x="169182" y="399222"/>
                  </a:lnTo>
                  <a:lnTo>
                    <a:pt x="169238" y="399400"/>
                  </a:lnTo>
                  <a:lnTo>
                    <a:pt x="169038" y="399855"/>
                  </a:lnTo>
                  <a:lnTo>
                    <a:pt x="168979" y="399453"/>
                  </a:lnTo>
                  <a:lnTo>
                    <a:pt x="168833" y="399419"/>
                  </a:lnTo>
                  <a:lnTo>
                    <a:pt x="168926" y="399869"/>
                  </a:lnTo>
                  <a:lnTo>
                    <a:pt x="168645" y="399903"/>
                  </a:lnTo>
                  <a:lnTo>
                    <a:pt x="168357" y="399818"/>
                  </a:lnTo>
                  <a:lnTo>
                    <a:pt x="168289" y="400181"/>
                  </a:lnTo>
                  <a:lnTo>
                    <a:pt x="168058" y="400718"/>
                  </a:lnTo>
                  <a:lnTo>
                    <a:pt x="167667" y="401288"/>
                  </a:lnTo>
                  <a:lnTo>
                    <a:pt x="167469" y="401236"/>
                  </a:lnTo>
                  <a:lnTo>
                    <a:pt x="167300" y="401444"/>
                  </a:lnTo>
                  <a:lnTo>
                    <a:pt x="167246" y="401616"/>
                  </a:lnTo>
                  <a:lnTo>
                    <a:pt x="167209" y="401926"/>
                  </a:lnTo>
                  <a:lnTo>
                    <a:pt x="167284" y="402128"/>
                  </a:lnTo>
                  <a:lnTo>
                    <a:pt x="167479" y="402642"/>
                  </a:lnTo>
                  <a:lnTo>
                    <a:pt x="167573" y="402780"/>
                  </a:lnTo>
                  <a:lnTo>
                    <a:pt x="167639" y="402975"/>
                  </a:lnTo>
                  <a:lnTo>
                    <a:pt x="167643" y="403189"/>
                  </a:lnTo>
                  <a:lnTo>
                    <a:pt x="167475" y="403733"/>
                  </a:lnTo>
                  <a:lnTo>
                    <a:pt x="166996" y="403734"/>
                  </a:lnTo>
                  <a:lnTo>
                    <a:pt x="166741" y="403585"/>
                  </a:lnTo>
                  <a:lnTo>
                    <a:pt x="166462" y="403587"/>
                  </a:lnTo>
                  <a:lnTo>
                    <a:pt x="166277" y="403686"/>
                  </a:lnTo>
                  <a:lnTo>
                    <a:pt x="165987" y="403916"/>
                  </a:lnTo>
                  <a:lnTo>
                    <a:pt x="165713" y="403867"/>
                  </a:lnTo>
                  <a:lnTo>
                    <a:pt x="165515" y="403944"/>
                  </a:lnTo>
                  <a:lnTo>
                    <a:pt x="165503" y="404265"/>
                  </a:lnTo>
                  <a:lnTo>
                    <a:pt x="165195" y="404791"/>
                  </a:lnTo>
                  <a:lnTo>
                    <a:pt x="164893" y="404904"/>
                  </a:lnTo>
                  <a:lnTo>
                    <a:pt x="164611" y="405233"/>
                  </a:lnTo>
                  <a:lnTo>
                    <a:pt x="164553" y="405564"/>
                  </a:lnTo>
                  <a:lnTo>
                    <a:pt x="164481" y="405704"/>
                  </a:lnTo>
                  <a:lnTo>
                    <a:pt x="164049" y="405940"/>
                  </a:lnTo>
                  <a:lnTo>
                    <a:pt x="163904" y="405888"/>
                  </a:lnTo>
                  <a:lnTo>
                    <a:pt x="163776" y="405903"/>
                  </a:lnTo>
                  <a:lnTo>
                    <a:pt x="163491" y="406187"/>
                  </a:lnTo>
                  <a:lnTo>
                    <a:pt x="163256" y="406161"/>
                  </a:lnTo>
                  <a:lnTo>
                    <a:pt x="162996" y="406115"/>
                  </a:lnTo>
                  <a:lnTo>
                    <a:pt x="162856" y="406140"/>
                  </a:lnTo>
                  <a:lnTo>
                    <a:pt x="162640" y="406214"/>
                  </a:lnTo>
                  <a:lnTo>
                    <a:pt x="162519" y="406416"/>
                  </a:lnTo>
                  <a:lnTo>
                    <a:pt x="162530" y="406552"/>
                  </a:lnTo>
                  <a:lnTo>
                    <a:pt x="162444" y="406798"/>
                  </a:lnTo>
                  <a:lnTo>
                    <a:pt x="162152" y="406837"/>
                  </a:lnTo>
                  <a:lnTo>
                    <a:pt x="161880" y="406738"/>
                  </a:lnTo>
                  <a:lnTo>
                    <a:pt x="161735" y="406776"/>
                  </a:lnTo>
                  <a:lnTo>
                    <a:pt x="161268" y="406973"/>
                  </a:lnTo>
                  <a:lnTo>
                    <a:pt x="160994" y="406578"/>
                  </a:lnTo>
                  <a:lnTo>
                    <a:pt x="160841" y="406453"/>
                  </a:lnTo>
                  <a:lnTo>
                    <a:pt x="160644" y="406525"/>
                  </a:lnTo>
                  <a:lnTo>
                    <a:pt x="160308" y="406569"/>
                  </a:lnTo>
                  <a:lnTo>
                    <a:pt x="160143" y="406672"/>
                  </a:lnTo>
                  <a:lnTo>
                    <a:pt x="159975" y="406883"/>
                  </a:lnTo>
                  <a:lnTo>
                    <a:pt x="159460" y="406807"/>
                  </a:lnTo>
                  <a:lnTo>
                    <a:pt x="159321" y="406806"/>
                  </a:lnTo>
                  <a:lnTo>
                    <a:pt x="159101" y="406859"/>
                  </a:lnTo>
                  <a:lnTo>
                    <a:pt x="158724" y="407102"/>
                  </a:lnTo>
                  <a:lnTo>
                    <a:pt x="158534" y="407284"/>
                  </a:lnTo>
                  <a:lnTo>
                    <a:pt x="158398" y="407567"/>
                  </a:lnTo>
                  <a:lnTo>
                    <a:pt x="158324" y="407942"/>
                  </a:lnTo>
                  <a:lnTo>
                    <a:pt x="157953" y="408051"/>
                  </a:lnTo>
                  <a:lnTo>
                    <a:pt x="157750" y="408077"/>
                  </a:lnTo>
                  <a:lnTo>
                    <a:pt x="157451" y="408154"/>
                  </a:lnTo>
                  <a:lnTo>
                    <a:pt x="157176" y="408386"/>
                  </a:lnTo>
                  <a:lnTo>
                    <a:pt x="156976" y="408587"/>
                  </a:lnTo>
                  <a:lnTo>
                    <a:pt x="156991" y="408744"/>
                  </a:lnTo>
                  <a:lnTo>
                    <a:pt x="156737" y="408918"/>
                  </a:lnTo>
                  <a:lnTo>
                    <a:pt x="156389" y="409288"/>
                  </a:lnTo>
                  <a:lnTo>
                    <a:pt x="156334" y="409497"/>
                  </a:lnTo>
                  <a:lnTo>
                    <a:pt x="156327" y="409922"/>
                  </a:lnTo>
                  <a:lnTo>
                    <a:pt x="156451" y="410451"/>
                  </a:lnTo>
                  <a:lnTo>
                    <a:pt x="156403" y="410607"/>
                  </a:lnTo>
                  <a:lnTo>
                    <a:pt x="156373" y="410797"/>
                  </a:lnTo>
                  <a:lnTo>
                    <a:pt x="156568" y="411037"/>
                  </a:lnTo>
                  <a:lnTo>
                    <a:pt x="156723" y="410840"/>
                  </a:lnTo>
                  <a:lnTo>
                    <a:pt x="156861" y="411053"/>
                  </a:lnTo>
                  <a:lnTo>
                    <a:pt x="156958" y="411321"/>
                  </a:lnTo>
                  <a:lnTo>
                    <a:pt x="157211" y="411416"/>
                  </a:lnTo>
                  <a:lnTo>
                    <a:pt x="157642" y="411630"/>
                  </a:lnTo>
                  <a:lnTo>
                    <a:pt x="157765" y="411807"/>
                  </a:lnTo>
                  <a:lnTo>
                    <a:pt x="157806" y="411986"/>
                  </a:lnTo>
                  <a:lnTo>
                    <a:pt x="157781" y="412240"/>
                  </a:lnTo>
                  <a:lnTo>
                    <a:pt x="157829" y="412471"/>
                  </a:lnTo>
                  <a:lnTo>
                    <a:pt x="158117" y="412514"/>
                  </a:lnTo>
                  <a:lnTo>
                    <a:pt x="158516" y="412961"/>
                  </a:lnTo>
                  <a:lnTo>
                    <a:pt x="158644" y="413801"/>
                  </a:lnTo>
                  <a:lnTo>
                    <a:pt x="158587" y="414061"/>
                  </a:lnTo>
                  <a:lnTo>
                    <a:pt x="158589" y="414408"/>
                  </a:lnTo>
                  <a:lnTo>
                    <a:pt x="158565" y="414913"/>
                  </a:lnTo>
                  <a:lnTo>
                    <a:pt x="158332" y="415135"/>
                  </a:lnTo>
                  <a:lnTo>
                    <a:pt x="158040" y="415039"/>
                  </a:lnTo>
                  <a:lnTo>
                    <a:pt x="157994" y="414132"/>
                  </a:lnTo>
                  <a:lnTo>
                    <a:pt x="157639" y="414161"/>
                  </a:lnTo>
                  <a:lnTo>
                    <a:pt x="157216" y="414428"/>
                  </a:lnTo>
                  <a:lnTo>
                    <a:pt x="156710" y="414460"/>
                  </a:lnTo>
                  <a:lnTo>
                    <a:pt x="156312" y="414398"/>
                  </a:lnTo>
                  <a:lnTo>
                    <a:pt x="156199" y="414586"/>
                  </a:lnTo>
                  <a:lnTo>
                    <a:pt x="156171" y="414758"/>
                  </a:lnTo>
                  <a:lnTo>
                    <a:pt x="156000" y="414968"/>
                  </a:lnTo>
                  <a:lnTo>
                    <a:pt x="155870" y="415190"/>
                  </a:lnTo>
                  <a:lnTo>
                    <a:pt x="155807" y="415387"/>
                  </a:lnTo>
                  <a:lnTo>
                    <a:pt x="155783" y="415947"/>
                  </a:lnTo>
                  <a:lnTo>
                    <a:pt x="155437" y="416126"/>
                  </a:lnTo>
                  <a:lnTo>
                    <a:pt x="155327" y="416294"/>
                  </a:lnTo>
                  <a:lnTo>
                    <a:pt x="155289" y="416448"/>
                  </a:lnTo>
                  <a:lnTo>
                    <a:pt x="155318" y="416900"/>
                  </a:lnTo>
                  <a:lnTo>
                    <a:pt x="155353" y="417055"/>
                  </a:lnTo>
                  <a:lnTo>
                    <a:pt x="155388" y="417445"/>
                  </a:lnTo>
                  <a:lnTo>
                    <a:pt x="155223" y="417625"/>
                  </a:lnTo>
                  <a:lnTo>
                    <a:pt x="155085" y="417682"/>
                  </a:lnTo>
                  <a:lnTo>
                    <a:pt x="154671" y="417700"/>
                  </a:lnTo>
                  <a:lnTo>
                    <a:pt x="154320" y="417891"/>
                  </a:lnTo>
                  <a:lnTo>
                    <a:pt x="154048" y="417765"/>
                  </a:lnTo>
                  <a:lnTo>
                    <a:pt x="153714" y="417557"/>
                  </a:lnTo>
                  <a:lnTo>
                    <a:pt x="153367" y="417415"/>
                  </a:lnTo>
                  <a:lnTo>
                    <a:pt x="153352" y="417613"/>
                  </a:lnTo>
                  <a:lnTo>
                    <a:pt x="153419" y="417962"/>
                  </a:lnTo>
                  <a:lnTo>
                    <a:pt x="153275" y="418234"/>
                  </a:lnTo>
                  <a:lnTo>
                    <a:pt x="153206" y="417984"/>
                  </a:lnTo>
                  <a:lnTo>
                    <a:pt x="153013" y="417952"/>
                  </a:lnTo>
                  <a:lnTo>
                    <a:pt x="152978" y="418217"/>
                  </a:lnTo>
                  <a:lnTo>
                    <a:pt x="152826" y="418571"/>
                  </a:lnTo>
                  <a:lnTo>
                    <a:pt x="153126" y="418896"/>
                  </a:lnTo>
                  <a:lnTo>
                    <a:pt x="153119" y="419424"/>
                  </a:lnTo>
                  <a:lnTo>
                    <a:pt x="153142" y="419562"/>
                  </a:lnTo>
                  <a:lnTo>
                    <a:pt x="152892" y="419792"/>
                  </a:lnTo>
                  <a:lnTo>
                    <a:pt x="153175" y="420189"/>
                  </a:lnTo>
                  <a:lnTo>
                    <a:pt x="153425" y="420492"/>
                  </a:lnTo>
                  <a:lnTo>
                    <a:pt x="153470" y="420681"/>
                  </a:lnTo>
                  <a:lnTo>
                    <a:pt x="153032" y="420932"/>
                  </a:lnTo>
                  <a:lnTo>
                    <a:pt x="152863" y="421000"/>
                  </a:lnTo>
                  <a:lnTo>
                    <a:pt x="152666" y="421340"/>
                  </a:lnTo>
                  <a:lnTo>
                    <a:pt x="152334" y="421604"/>
                  </a:lnTo>
                  <a:lnTo>
                    <a:pt x="152059" y="421679"/>
                  </a:lnTo>
                  <a:lnTo>
                    <a:pt x="152108" y="421884"/>
                  </a:lnTo>
                  <a:lnTo>
                    <a:pt x="152352" y="422096"/>
                  </a:lnTo>
                  <a:lnTo>
                    <a:pt x="152354" y="422235"/>
                  </a:lnTo>
                  <a:lnTo>
                    <a:pt x="152097" y="422756"/>
                  </a:lnTo>
                  <a:lnTo>
                    <a:pt x="152345" y="422960"/>
                  </a:lnTo>
                  <a:lnTo>
                    <a:pt x="152639" y="423011"/>
                  </a:lnTo>
                  <a:lnTo>
                    <a:pt x="152722" y="423217"/>
                  </a:lnTo>
                  <a:lnTo>
                    <a:pt x="152789" y="423530"/>
                  </a:lnTo>
                  <a:lnTo>
                    <a:pt x="152780" y="423700"/>
                  </a:lnTo>
                  <a:lnTo>
                    <a:pt x="152691" y="423959"/>
                  </a:lnTo>
                  <a:lnTo>
                    <a:pt x="152820" y="424339"/>
                  </a:lnTo>
                  <a:lnTo>
                    <a:pt x="152885" y="424634"/>
                  </a:lnTo>
                  <a:lnTo>
                    <a:pt x="152935" y="424763"/>
                  </a:lnTo>
                  <a:lnTo>
                    <a:pt x="153056" y="424935"/>
                  </a:lnTo>
                  <a:lnTo>
                    <a:pt x="153193" y="424950"/>
                  </a:lnTo>
                  <a:lnTo>
                    <a:pt x="153205" y="425105"/>
                  </a:lnTo>
                  <a:lnTo>
                    <a:pt x="153067" y="425313"/>
                  </a:lnTo>
                  <a:lnTo>
                    <a:pt x="152851" y="425873"/>
                  </a:lnTo>
                  <a:lnTo>
                    <a:pt x="152570" y="425982"/>
                  </a:lnTo>
                  <a:lnTo>
                    <a:pt x="152432" y="425965"/>
                  </a:lnTo>
                  <a:lnTo>
                    <a:pt x="151967" y="425913"/>
                  </a:lnTo>
                  <a:lnTo>
                    <a:pt x="151972" y="426050"/>
                  </a:lnTo>
                  <a:lnTo>
                    <a:pt x="151905" y="426368"/>
                  </a:lnTo>
                  <a:lnTo>
                    <a:pt x="151839" y="426610"/>
                  </a:lnTo>
                  <a:lnTo>
                    <a:pt x="151842" y="426833"/>
                  </a:lnTo>
                  <a:lnTo>
                    <a:pt x="151839" y="427788"/>
                  </a:lnTo>
                  <a:lnTo>
                    <a:pt x="151356" y="427875"/>
                  </a:lnTo>
                  <a:lnTo>
                    <a:pt x="151121" y="427932"/>
                  </a:lnTo>
                  <a:lnTo>
                    <a:pt x="150883" y="428013"/>
                  </a:lnTo>
                  <a:lnTo>
                    <a:pt x="150807" y="428615"/>
                  </a:lnTo>
                  <a:lnTo>
                    <a:pt x="150638" y="428724"/>
                  </a:lnTo>
                  <a:lnTo>
                    <a:pt x="150426" y="428894"/>
                  </a:lnTo>
                  <a:lnTo>
                    <a:pt x="150380" y="429049"/>
                  </a:lnTo>
                  <a:lnTo>
                    <a:pt x="150570" y="429126"/>
                  </a:lnTo>
                  <a:lnTo>
                    <a:pt x="150569" y="429535"/>
                  </a:lnTo>
                  <a:lnTo>
                    <a:pt x="150485" y="429934"/>
                  </a:lnTo>
                  <a:lnTo>
                    <a:pt x="150891" y="429954"/>
                  </a:lnTo>
                  <a:lnTo>
                    <a:pt x="151084" y="429874"/>
                  </a:lnTo>
                  <a:lnTo>
                    <a:pt x="150868" y="430079"/>
                  </a:lnTo>
                  <a:lnTo>
                    <a:pt x="150654" y="430640"/>
                  </a:lnTo>
                  <a:lnTo>
                    <a:pt x="150799" y="431045"/>
                  </a:lnTo>
                  <a:lnTo>
                    <a:pt x="150996" y="431294"/>
                  </a:lnTo>
                  <a:lnTo>
                    <a:pt x="151002" y="431450"/>
                  </a:lnTo>
                  <a:lnTo>
                    <a:pt x="151317" y="431839"/>
                  </a:lnTo>
                  <a:lnTo>
                    <a:pt x="151223" y="432127"/>
                  </a:lnTo>
                  <a:lnTo>
                    <a:pt x="151159" y="432323"/>
                  </a:lnTo>
                  <a:lnTo>
                    <a:pt x="151273" y="432580"/>
                  </a:lnTo>
                  <a:lnTo>
                    <a:pt x="151244" y="432784"/>
                  </a:lnTo>
                  <a:lnTo>
                    <a:pt x="151039" y="433187"/>
                  </a:lnTo>
                  <a:lnTo>
                    <a:pt x="150645" y="432985"/>
                  </a:lnTo>
                  <a:lnTo>
                    <a:pt x="150308" y="433161"/>
                  </a:lnTo>
                  <a:lnTo>
                    <a:pt x="150278" y="433348"/>
                  </a:lnTo>
                  <a:lnTo>
                    <a:pt x="150405" y="433756"/>
                  </a:lnTo>
                  <a:lnTo>
                    <a:pt x="150574" y="434105"/>
                  </a:lnTo>
                  <a:lnTo>
                    <a:pt x="150440" y="434297"/>
                  </a:lnTo>
                  <a:lnTo>
                    <a:pt x="150200" y="434583"/>
                  </a:lnTo>
                  <a:lnTo>
                    <a:pt x="149757" y="435189"/>
                  </a:lnTo>
                  <a:lnTo>
                    <a:pt x="149894" y="435276"/>
                  </a:lnTo>
                  <a:lnTo>
                    <a:pt x="149964" y="435756"/>
                  </a:lnTo>
                  <a:lnTo>
                    <a:pt x="149980" y="435924"/>
                  </a:lnTo>
                  <a:lnTo>
                    <a:pt x="150171" y="435982"/>
                  </a:lnTo>
                  <a:lnTo>
                    <a:pt x="150259" y="436197"/>
                  </a:lnTo>
                  <a:lnTo>
                    <a:pt x="150051" y="436569"/>
                  </a:lnTo>
                  <a:lnTo>
                    <a:pt x="149768" y="436622"/>
                  </a:lnTo>
                  <a:lnTo>
                    <a:pt x="149613" y="436823"/>
                  </a:lnTo>
                  <a:lnTo>
                    <a:pt x="150208" y="436827"/>
                  </a:lnTo>
                  <a:lnTo>
                    <a:pt x="150431" y="437072"/>
                  </a:lnTo>
                  <a:lnTo>
                    <a:pt x="150509" y="437455"/>
                  </a:lnTo>
                  <a:lnTo>
                    <a:pt x="150370" y="437706"/>
                  </a:lnTo>
                  <a:lnTo>
                    <a:pt x="150135" y="437848"/>
                  </a:lnTo>
                  <a:lnTo>
                    <a:pt x="150371" y="437940"/>
                  </a:lnTo>
                  <a:lnTo>
                    <a:pt x="150621" y="438026"/>
                  </a:lnTo>
                  <a:lnTo>
                    <a:pt x="150537" y="438328"/>
                  </a:lnTo>
                  <a:lnTo>
                    <a:pt x="150349" y="438795"/>
                  </a:lnTo>
                  <a:lnTo>
                    <a:pt x="150039" y="439239"/>
                  </a:lnTo>
                  <a:lnTo>
                    <a:pt x="149855" y="439472"/>
                  </a:lnTo>
                  <a:lnTo>
                    <a:pt x="149567" y="439742"/>
                  </a:lnTo>
                  <a:lnTo>
                    <a:pt x="149502" y="439587"/>
                  </a:lnTo>
                  <a:lnTo>
                    <a:pt x="149451" y="439425"/>
                  </a:lnTo>
                  <a:lnTo>
                    <a:pt x="149383" y="439258"/>
                  </a:lnTo>
                  <a:lnTo>
                    <a:pt x="149019" y="439509"/>
                  </a:lnTo>
                  <a:lnTo>
                    <a:pt x="149017" y="439646"/>
                  </a:lnTo>
                  <a:lnTo>
                    <a:pt x="149000" y="439825"/>
                  </a:lnTo>
                  <a:lnTo>
                    <a:pt x="148694" y="439977"/>
                  </a:lnTo>
                  <a:lnTo>
                    <a:pt x="148503" y="439868"/>
                  </a:lnTo>
                  <a:lnTo>
                    <a:pt x="148337" y="439635"/>
                  </a:lnTo>
                  <a:lnTo>
                    <a:pt x="148146" y="439602"/>
                  </a:lnTo>
                  <a:lnTo>
                    <a:pt x="147940" y="439574"/>
                  </a:lnTo>
                  <a:lnTo>
                    <a:pt x="147676" y="439743"/>
                  </a:lnTo>
                  <a:lnTo>
                    <a:pt x="147789" y="440224"/>
                  </a:lnTo>
                  <a:lnTo>
                    <a:pt x="147845" y="440385"/>
                  </a:lnTo>
                  <a:lnTo>
                    <a:pt x="147907" y="440760"/>
                  </a:lnTo>
                  <a:lnTo>
                    <a:pt x="147328" y="441671"/>
                  </a:lnTo>
                  <a:lnTo>
                    <a:pt x="147188" y="442099"/>
                  </a:lnTo>
                  <a:lnTo>
                    <a:pt x="147082" y="442296"/>
                  </a:lnTo>
                  <a:lnTo>
                    <a:pt x="146970" y="442643"/>
                  </a:lnTo>
                  <a:lnTo>
                    <a:pt x="146838" y="442675"/>
                  </a:lnTo>
                  <a:lnTo>
                    <a:pt x="146366" y="442895"/>
                  </a:lnTo>
                  <a:lnTo>
                    <a:pt x="145886" y="442729"/>
                  </a:lnTo>
                  <a:lnTo>
                    <a:pt x="145509" y="442894"/>
                  </a:lnTo>
                  <a:lnTo>
                    <a:pt x="145503" y="443046"/>
                  </a:lnTo>
                  <a:lnTo>
                    <a:pt x="144990" y="443657"/>
                  </a:lnTo>
                  <a:lnTo>
                    <a:pt x="144595" y="443722"/>
                  </a:lnTo>
                  <a:lnTo>
                    <a:pt x="143889" y="443419"/>
                  </a:lnTo>
                  <a:lnTo>
                    <a:pt x="143788" y="443721"/>
                  </a:lnTo>
                  <a:lnTo>
                    <a:pt x="143595" y="443836"/>
                  </a:lnTo>
                  <a:lnTo>
                    <a:pt x="143336" y="444026"/>
                  </a:lnTo>
                  <a:lnTo>
                    <a:pt x="143343" y="444292"/>
                  </a:lnTo>
                  <a:lnTo>
                    <a:pt x="143401" y="444712"/>
                  </a:lnTo>
                  <a:lnTo>
                    <a:pt x="143437" y="445169"/>
                  </a:lnTo>
                  <a:lnTo>
                    <a:pt x="143397" y="445440"/>
                  </a:lnTo>
                  <a:lnTo>
                    <a:pt x="143400" y="445783"/>
                  </a:lnTo>
                  <a:lnTo>
                    <a:pt x="143228" y="445864"/>
                  </a:lnTo>
                  <a:lnTo>
                    <a:pt x="143542" y="446208"/>
                  </a:lnTo>
                  <a:lnTo>
                    <a:pt x="143128" y="446671"/>
                  </a:lnTo>
                  <a:lnTo>
                    <a:pt x="143525" y="447017"/>
                  </a:lnTo>
                  <a:lnTo>
                    <a:pt x="143665" y="447146"/>
                  </a:lnTo>
                  <a:lnTo>
                    <a:pt x="143699" y="447297"/>
                  </a:lnTo>
                  <a:lnTo>
                    <a:pt x="143971" y="447339"/>
                  </a:lnTo>
                  <a:lnTo>
                    <a:pt x="144402" y="447126"/>
                  </a:lnTo>
                  <a:lnTo>
                    <a:pt x="144540" y="447348"/>
                  </a:lnTo>
                  <a:lnTo>
                    <a:pt x="144813" y="447756"/>
                  </a:lnTo>
                  <a:lnTo>
                    <a:pt x="144929" y="448286"/>
                  </a:lnTo>
                  <a:lnTo>
                    <a:pt x="144974" y="448499"/>
                  </a:lnTo>
                  <a:lnTo>
                    <a:pt x="144666" y="448651"/>
                  </a:lnTo>
                  <a:lnTo>
                    <a:pt x="144509" y="448716"/>
                  </a:lnTo>
                  <a:lnTo>
                    <a:pt x="144230" y="448751"/>
                  </a:lnTo>
                  <a:lnTo>
                    <a:pt x="144240" y="448953"/>
                  </a:lnTo>
                  <a:lnTo>
                    <a:pt x="144726" y="449762"/>
                  </a:lnTo>
                  <a:lnTo>
                    <a:pt x="144448" y="450156"/>
                  </a:lnTo>
                  <a:lnTo>
                    <a:pt x="144512" y="450320"/>
                  </a:lnTo>
                  <a:lnTo>
                    <a:pt x="144634" y="450580"/>
                  </a:lnTo>
                  <a:lnTo>
                    <a:pt x="144888" y="450560"/>
                  </a:lnTo>
                  <a:lnTo>
                    <a:pt x="145253" y="450524"/>
                  </a:lnTo>
                  <a:lnTo>
                    <a:pt x="145568" y="450697"/>
                  </a:lnTo>
                  <a:lnTo>
                    <a:pt x="145771" y="450736"/>
                  </a:lnTo>
                  <a:lnTo>
                    <a:pt x="146125" y="451037"/>
                  </a:lnTo>
                  <a:lnTo>
                    <a:pt x="146226" y="451259"/>
                  </a:lnTo>
                  <a:lnTo>
                    <a:pt x="146164" y="451558"/>
                  </a:lnTo>
                  <a:lnTo>
                    <a:pt x="146116" y="451837"/>
                  </a:lnTo>
                  <a:lnTo>
                    <a:pt x="146168" y="452052"/>
                  </a:lnTo>
                  <a:lnTo>
                    <a:pt x="146381" y="452053"/>
                  </a:lnTo>
                  <a:lnTo>
                    <a:pt x="146575" y="452413"/>
                  </a:lnTo>
                  <a:lnTo>
                    <a:pt x="146750" y="452540"/>
                  </a:lnTo>
                  <a:lnTo>
                    <a:pt x="146771" y="452870"/>
                  </a:lnTo>
                  <a:lnTo>
                    <a:pt x="146523" y="452954"/>
                  </a:lnTo>
                  <a:lnTo>
                    <a:pt x="146328" y="453237"/>
                  </a:lnTo>
                  <a:lnTo>
                    <a:pt x="146125" y="453006"/>
                  </a:lnTo>
                  <a:lnTo>
                    <a:pt x="145661" y="453094"/>
                  </a:lnTo>
                  <a:lnTo>
                    <a:pt x="145396" y="453260"/>
                  </a:lnTo>
                  <a:lnTo>
                    <a:pt x="145398" y="453468"/>
                  </a:lnTo>
                  <a:lnTo>
                    <a:pt x="145294" y="453596"/>
                  </a:lnTo>
                  <a:lnTo>
                    <a:pt x="145078" y="453650"/>
                  </a:lnTo>
                  <a:lnTo>
                    <a:pt x="144865" y="454078"/>
                  </a:lnTo>
                  <a:lnTo>
                    <a:pt x="144502" y="453939"/>
                  </a:lnTo>
                  <a:lnTo>
                    <a:pt x="144232" y="454206"/>
                  </a:lnTo>
                  <a:lnTo>
                    <a:pt x="144274" y="454619"/>
                  </a:lnTo>
                  <a:lnTo>
                    <a:pt x="144290" y="454782"/>
                  </a:lnTo>
                  <a:lnTo>
                    <a:pt x="144385" y="455147"/>
                  </a:lnTo>
                  <a:lnTo>
                    <a:pt x="144607" y="455411"/>
                  </a:lnTo>
                  <a:lnTo>
                    <a:pt x="144804" y="455497"/>
                  </a:lnTo>
                  <a:lnTo>
                    <a:pt x="145029" y="455593"/>
                  </a:lnTo>
                  <a:lnTo>
                    <a:pt x="145327" y="455706"/>
                  </a:lnTo>
                  <a:lnTo>
                    <a:pt x="145531" y="456077"/>
                  </a:lnTo>
                  <a:lnTo>
                    <a:pt x="145777" y="456233"/>
                  </a:lnTo>
                  <a:lnTo>
                    <a:pt x="145918" y="456249"/>
                  </a:lnTo>
                  <a:lnTo>
                    <a:pt x="146308" y="457020"/>
                  </a:lnTo>
                  <a:lnTo>
                    <a:pt x="146587" y="457268"/>
                  </a:lnTo>
                  <a:lnTo>
                    <a:pt x="146523" y="457473"/>
                  </a:lnTo>
                  <a:lnTo>
                    <a:pt x="146246" y="457616"/>
                  </a:lnTo>
                  <a:lnTo>
                    <a:pt x="145953" y="457331"/>
                  </a:lnTo>
                  <a:lnTo>
                    <a:pt x="145705" y="457238"/>
                  </a:lnTo>
                  <a:lnTo>
                    <a:pt x="145457" y="457447"/>
                  </a:lnTo>
                  <a:lnTo>
                    <a:pt x="145173" y="457271"/>
                  </a:lnTo>
                  <a:lnTo>
                    <a:pt x="145027" y="456828"/>
                  </a:lnTo>
                  <a:lnTo>
                    <a:pt x="144689" y="456551"/>
                  </a:lnTo>
                  <a:lnTo>
                    <a:pt x="144182" y="456761"/>
                  </a:lnTo>
                  <a:lnTo>
                    <a:pt x="144020" y="457173"/>
                  </a:lnTo>
                  <a:lnTo>
                    <a:pt x="144099" y="457617"/>
                  </a:lnTo>
                  <a:lnTo>
                    <a:pt x="144224" y="457837"/>
                  </a:lnTo>
                  <a:lnTo>
                    <a:pt x="144497" y="457858"/>
                  </a:lnTo>
                  <a:lnTo>
                    <a:pt x="144735" y="457944"/>
                  </a:lnTo>
                  <a:lnTo>
                    <a:pt x="144831" y="458111"/>
                  </a:lnTo>
                  <a:lnTo>
                    <a:pt x="144892" y="458364"/>
                  </a:lnTo>
                  <a:lnTo>
                    <a:pt x="144976" y="458778"/>
                  </a:lnTo>
                  <a:lnTo>
                    <a:pt x="144941" y="458938"/>
                  </a:lnTo>
                  <a:lnTo>
                    <a:pt x="144765" y="458689"/>
                  </a:lnTo>
                  <a:lnTo>
                    <a:pt x="144617" y="458669"/>
                  </a:lnTo>
                  <a:lnTo>
                    <a:pt x="144430" y="459057"/>
                  </a:lnTo>
                  <a:lnTo>
                    <a:pt x="144578" y="459365"/>
                  </a:lnTo>
                  <a:lnTo>
                    <a:pt x="144681" y="459548"/>
                  </a:lnTo>
                  <a:lnTo>
                    <a:pt x="144651" y="460090"/>
                  </a:lnTo>
                  <a:lnTo>
                    <a:pt x="144641" y="460363"/>
                  </a:lnTo>
                  <a:lnTo>
                    <a:pt x="144731" y="460833"/>
                  </a:lnTo>
                  <a:lnTo>
                    <a:pt x="144871" y="460827"/>
                  </a:lnTo>
                  <a:lnTo>
                    <a:pt x="145015" y="461107"/>
                  </a:lnTo>
                  <a:lnTo>
                    <a:pt x="145216" y="461172"/>
                  </a:lnTo>
                  <a:lnTo>
                    <a:pt x="145433" y="461204"/>
                  </a:lnTo>
                  <a:lnTo>
                    <a:pt x="145733" y="461357"/>
                  </a:lnTo>
                  <a:lnTo>
                    <a:pt x="145809" y="461554"/>
                  </a:lnTo>
                  <a:lnTo>
                    <a:pt x="145700" y="461788"/>
                  </a:lnTo>
                  <a:lnTo>
                    <a:pt x="145548" y="461838"/>
                  </a:lnTo>
                  <a:lnTo>
                    <a:pt x="145411" y="461913"/>
                  </a:lnTo>
                  <a:lnTo>
                    <a:pt x="144996" y="462372"/>
                  </a:lnTo>
                  <a:lnTo>
                    <a:pt x="144614" y="462401"/>
                  </a:lnTo>
                  <a:lnTo>
                    <a:pt x="144467" y="462387"/>
                  </a:lnTo>
                  <a:lnTo>
                    <a:pt x="144185" y="462287"/>
                  </a:lnTo>
                  <a:lnTo>
                    <a:pt x="143929" y="462566"/>
                  </a:lnTo>
                  <a:lnTo>
                    <a:pt x="143532" y="462556"/>
                  </a:lnTo>
                  <a:lnTo>
                    <a:pt x="143566" y="462315"/>
                  </a:lnTo>
                  <a:lnTo>
                    <a:pt x="143616" y="462179"/>
                  </a:lnTo>
                  <a:lnTo>
                    <a:pt x="143732" y="461889"/>
                  </a:lnTo>
                  <a:lnTo>
                    <a:pt x="143579" y="461710"/>
                  </a:lnTo>
                  <a:lnTo>
                    <a:pt x="143800" y="461527"/>
                  </a:lnTo>
                  <a:lnTo>
                    <a:pt x="143451" y="461200"/>
                  </a:lnTo>
                  <a:lnTo>
                    <a:pt x="143319" y="461142"/>
                  </a:lnTo>
                  <a:lnTo>
                    <a:pt x="143084" y="460716"/>
                  </a:lnTo>
                  <a:lnTo>
                    <a:pt x="142872" y="460555"/>
                  </a:lnTo>
                  <a:lnTo>
                    <a:pt x="142698" y="460459"/>
                  </a:lnTo>
                  <a:lnTo>
                    <a:pt x="142500" y="460351"/>
                  </a:lnTo>
                  <a:lnTo>
                    <a:pt x="142309" y="460371"/>
                  </a:lnTo>
                  <a:lnTo>
                    <a:pt x="141682" y="460330"/>
                  </a:lnTo>
                  <a:lnTo>
                    <a:pt x="141538" y="460521"/>
                  </a:lnTo>
                  <a:lnTo>
                    <a:pt x="141271" y="460890"/>
                  </a:lnTo>
                  <a:lnTo>
                    <a:pt x="141129" y="461204"/>
                  </a:lnTo>
                  <a:lnTo>
                    <a:pt x="141008" y="461643"/>
                  </a:lnTo>
                  <a:lnTo>
                    <a:pt x="140905" y="461819"/>
                  </a:lnTo>
                  <a:lnTo>
                    <a:pt x="140926" y="462118"/>
                  </a:lnTo>
                  <a:lnTo>
                    <a:pt x="141004" y="462376"/>
                  </a:lnTo>
                  <a:lnTo>
                    <a:pt x="141106" y="462588"/>
                  </a:lnTo>
                  <a:lnTo>
                    <a:pt x="140908" y="463002"/>
                  </a:lnTo>
                  <a:lnTo>
                    <a:pt x="140455" y="462849"/>
                  </a:lnTo>
                  <a:lnTo>
                    <a:pt x="140425" y="462717"/>
                  </a:lnTo>
                  <a:lnTo>
                    <a:pt x="140211" y="462652"/>
                  </a:lnTo>
                  <a:lnTo>
                    <a:pt x="139830" y="462672"/>
                  </a:lnTo>
                  <a:lnTo>
                    <a:pt x="139907" y="462860"/>
                  </a:lnTo>
                  <a:lnTo>
                    <a:pt x="140085" y="463072"/>
                  </a:lnTo>
                  <a:lnTo>
                    <a:pt x="140226" y="463033"/>
                  </a:lnTo>
                  <a:lnTo>
                    <a:pt x="140398" y="463046"/>
                  </a:lnTo>
                  <a:lnTo>
                    <a:pt x="140242" y="463197"/>
                  </a:lnTo>
                  <a:lnTo>
                    <a:pt x="140073" y="463302"/>
                  </a:lnTo>
                  <a:lnTo>
                    <a:pt x="139955" y="463442"/>
                  </a:lnTo>
                  <a:lnTo>
                    <a:pt x="140073" y="463812"/>
                  </a:lnTo>
                  <a:lnTo>
                    <a:pt x="140148" y="463967"/>
                  </a:lnTo>
                  <a:lnTo>
                    <a:pt x="140250" y="464289"/>
                  </a:lnTo>
                  <a:lnTo>
                    <a:pt x="140109" y="464307"/>
                  </a:lnTo>
                  <a:lnTo>
                    <a:pt x="139948" y="464261"/>
                  </a:lnTo>
                  <a:lnTo>
                    <a:pt x="139735" y="464155"/>
                  </a:lnTo>
                  <a:lnTo>
                    <a:pt x="139659" y="464460"/>
                  </a:lnTo>
                  <a:lnTo>
                    <a:pt x="139692" y="464588"/>
                  </a:lnTo>
                  <a:lnTo>
                    <a:pt x="139717" y="464997"/>
                  </a:lnTo>
                  <a:lnTo>
                    <a:pt x="139569" y="465128"/>
                  </a:lnTo>
                  <a:lnTo>
                    <a:pt x="139424" y="465293"/>
                  </a:lnTo>
                  <a:lnTo>
                    <a:pt x="139408" y="465476"/>
                  </a:lnTo>
                  <a:lnTo>
                    <a:pt x="139434" y="465612"/>
                  </a:lnTo>
                  <a:lnTo>
                    <a:pt x="139446" y="465810"/>
                  </a:lnTo>
                  <a:lnTo>
                    <a:pt x="139409" y="466041"/>
                  </a:lnTo>
                  <a:lnTo>
                    <a:pt x="139248" y="466301"/>
                  </a:lnTo>
                  <a:lnTo>
                    <a:pt x="139107" y="466666"/>
                  </a:lnTo>
                  <a:lnTo>
                    <a:pt x="139255" y="466910"/>
                  </a:lnTo>
                  <a:lnTo>
                    <a:pt x="139317" y="467052"/>
                  </a:lnTo>
                  <a:lnTo>
                    <a:pt x="139652" y="467600"/>
                  </a:lnTo>
                  <a:lnTo>
                    <a:pt x="139508" y="467732"/>
                  </a:lnTo>
                  <a:lnTo>
                    <a:pt x="139265" y="467836"/>
                  </a:lnTo>
                  <a:lnTo>
                    <a:pt x="139054" y="468037"/>
                  </a:lnTo>
                  <a:lnTo>
                    <a:pt x="138960" y="468264"/>
                  </a:lnTo>
                  <a:lnTo>
                    <a:pt x="138985" y="468503"/>
                  </a:lnTo>
                  <a:lnTo>
                    <a:pt x="138685" y="468744"/>
                  </a:lnTo>
                  <a:lnTo>
                    <a:pt x="138632" y="468954"/>
                  </a:lnTo>
                  <a:lnTo>
                    <a:pt x="138621" y="469290"/>
                  </a:lnTo>
                  <a:lnTo>
                    <a:pt x="138620" y="469472"/>
                  </a:lnTo>
                  <a:lnTo>
                    <a:pt x="138651" y="469599"/>
                  </a:lnTo>
                  <a:lnTo>
                    <a:pt x="138993" y="469752"/>
                  </a:lnTo>
                  <a:lnTo>
                    <a:pt x="139357" y="470062"/>
                  </a:lnTo>
                  <a:lnTo>
                    <a:pt x="139411" y="470380"/>
                  </a:lnTo>
                  <a:lnTo>
                    <a:pt x="139303" y="470805"/>
                  </a:lnTo>
                  <a:lnTo>
                    <a:pt x="139306" y="470978"/>
                  </a:lnTo>
                  <a:lnTo>
                    <a:pt x="139581" y="471001"/>
                  </a:lnTo>
                  <a:lnTo>
                    <a:pt x="139783" y="471213"/>
                  </a:lnTo>
                  <a:lnTo>
                    <a:pt x="139933" y="471385"/>
                  </a:lnTo>
                  <a:lnTo>
                    <a:pt x="140392" y="471471"/>
                  </a:lnTo>
                  <a:lnTo>
                    <a:pt x="140765" y="471142"/>
                  </a:lnTo>
                  <a:lnTo>
                    <a:pt x="141004" y="471254"/>
                  </a:lnTo>
                  <a:lnTo>
                    <a:pt x="141076" y="471441"/>
                  </a:lnTo>
                  <a:lnTo>
                    <a:pt x="141092" y="471588"/>
                  </a:lnTo>
                  <a:lnTo>
                    <a:pt x="140878" y="471860"/>
                  </a:lnTo>
                  <a:lnTo>
                    <a:pt x="140930" y="472244"/>
                  </a:lnTo>
                  <a:lnTo>
                    <a:pt x="140572" y="472434"/>
                  </a:lnTo>
                  <a:lnTo>
                    <a:pt x="140566" y="472842"/>
                  </a:lnTo>
                  <a:lnTo>
                    <a:pt x="140148" y="472809"/>
                  </a:lnTo>
                  <a:lnTo>
                    <a:pt x="139784" y="472656"/>
                  </a:lnTo>
                  <a:lnTo>
                    <a:pt x="139641" y="472642"/>
                  </a:lnTo>
                  <a:lnTo>
                    <a:pt x="139640" y="472774"/>
                  </a:lnTo>
                  <a:lnTo>
                    <a:pt x="139394" y="472992"/>
                  </a:lnTo>
                  <a:lnTo>
                    <a:pt x="139100" y="473028"/>
                  </a:lnTo>
                  <a:lnTo>
                    <a:pt x="138864" y="473127"/>
                  </a:lnTo>
                  <a:lnTo>
                    <a:pt x="139106" y="473375"/>
                  </a:lnTo>
                  <a:lnTo>
                    <a:pt x="139861" y="473436"/>
                  </a:lnTo>
                  <a:lnTo>
                    <a:pt x="139902" y="473564"/>
                  </a:lnTo>
                  <a:lnTo>
                    <a:pt x="139917" y="473751"/>
                  </a:lnTo>
                  <a:lnTo>
                    <a:pt x="140096" y="474049"/>
                  </a:lnTo>
                  <a:lnTo>
                    <a:pt x="140185" y="474515"/>
                  </a:lnTo>
                  <a:lnTo>
                    <a:pt x="140031" y="474930"/>
                  </a:lnTo>
                  <a:lnTo>
                    <a:pt x="140098" y="475148"/>
                  </a:lnTo>
                  <a:lnTo>
                    <a:pt x="140243" y="475171"/>
                  </a:lnTo>
                  <a:lnTo>
                    <a:pt x="140484" y="475173"/>
                  </a:lnTo>
                  <a:lnTo>
                    <a:pt x="140665" y="475280"/>
                  </a:lnTo>
                  <a:lnTo>
                    <a:pt x="140666" y="475511"/>
                  </a:lnTo>
                  <a:lnTo>
                    <a:pt x="140739" y="475729"/>
                  </a:lnTo>
                  <a:lnTo>
                    <a:pt x="141010" y="475771"/>
                  </a:lnTo>
                  <a:lnTo>
                    <a:pt x="141010" y="475917"/>
                  </a:lnTo>
                  <a:lnTo>
                    <a:pt x="141239" y="476141"/>
                  </a:lnTo>
                  <a:lnTo>
                    <a:pt x="141414" y="476267"/>
                  </a:lnTo>
                  <a:lnTo>
                    <a:pt x="141438" y="476411"/>
                  </a:lnTo>
                  <a:lnTo>
                    <a:pt x="141462" y="476546"/>
                  </a:lnTo>
                  <a:lnTo>
                    <a:pt x="141762" y="476896"/>
                  </a:lnTo>
                  <a:lnTo>
                    <a:pt x="141952" y="476941"/>
                  </a:lnTo>
                  <a:lnTo>
                    <a:pt x="142085" y="476977"/>
                  </a:lnTo>
                  <a:lnTo>
                    <a:pt x="142239" y="477025"/>
                  </a:lnTo>
                  <a:lnTo>
                    <a:pt x="142323" y="477207"/>
                  </a:lnTo>
                  <a:lnTo>
                    <a:pt x="142380" y="477375"/>
                  </a:lnTo>
                  <a:lnTo>
                    <a:pt x="142614" y="477641"/>
                  </a:lnTo>
                  <a:lnTo>
                    <a:pt x="142603" y="477997"/>
                  </a:lnTo>
                  <a:lnTo>
                    <a:pt x="142830" y="478219"/>
                  </a:lnTo>
                  <a:lnTo>
                    <a:pt x="143017" y="478323"/>
                  </a:lnTo>
                  <a:lnTo>
                    <a:pt x="143282" y="478694"/>
                  </a:lnTo>
                  <a:lnTo>
                    <a:pt x="143148" y="478758"/>
                  </a:lnTo>
                  <a:lnTo>
                    <a:pt x="142479" y="478752"/>
                  </a:lnTo>
                  <a:lnTo>
                    <a:pt x="142172" y="478925"/>
                  </a:lnTo>
                  <a:lnTo>
                    <a:pt x="141801" y="479006"/>
                  </a:lnTo>
                  <a:lnTo>
                    <a:pt x="141642" y="478815"/>
                  </a:lnTo>
                  <a:lnTo>
                    <a:pt x="141397" y="478641"/>
                  </a:lnTo>
                  <a:lnTo>
                    <a:pt x="141126" y="478841"/>
                  </a:lnTo>
                  <a:lnTo>
                    <a:pt x="141085" y="479011"/>
                  </a:lnTo>
                  <a:lnTo>
                    <a:pt x="140565" y="478676"/>
                  </a:lnTo>
                  <a:lnTo>
                    <a:pt x="140286" y="478333"/>
                  </a:lnTo>
                  <a:lnTo>
                    <a:pt x="139827" y="478567"/>
                  </a:lnTo>
                  <a:lnTo>
                    <a:pt x="139604" y="478967"/>
                  </a:lnTo>
                  <a:lnTo>
                    <a:pt x="139318" y="478823"/>
                  </a:lnTo>
                  <a:lnTo>
                    <a:pt x="139137" y="479211"/>
                  </a:lnTo>
                  <a:lnTo>
                    <a:pt x="138739" y="479540"/>
                  </a:lnTo>
                  <a:lnTo>
                    <a:pt x="138464" y="479740"/>
                  </a:lnTo>
                  <a:lnTo>
                    <a:pt x="137627" y="479976"/>
                  </a:lnTo>
                  <a:lnTo>
                    <a:pt x="137464" y="479980"/>
                  </a:lnTo>
                  <a:lnTo>
                    <a:pt x="136611" y="480189"/>
                  </a:lnTo>
                  <a:lnTo>
                    <a:pt x="136263" y="479788"/>
                  </a:lnTo>
                  <a:lnTo>
                    <a:pt x="136075" y="479712"/>
                  </a:lnTo>
                  <a:lnTo>
                    <a:pt x="135939" y="479721"/>
                  </a:lnTo>
                  <a:lnTo>
                    <a:pt x="135421" y="479768"/>
                  </a:lnTo>
                  <a:lnTo>
                    <a:pt x="135232" y="479648"/>
                  </a:lnTo>
                  <a:lnTo>
                    <a:pt x="135033" y="479183"/>
                  </a:lnTo>
                  <a:lnTo>
                    <a:pt x="134951" y="479022"/>
                  </a:lnTo>
                  <a:lnTo>
                    <a:pt x="134956" y="478646"/>
                  </a:lnTo>
                  <a:lnTo>
                    <a:pt x="135230" y="478470"/>
                  </a:lnTo>
                  <a:lnTo>
                    <a:pt x="135391" y="478424"/>
                  </a:lnTo>
                  <a:lnTo>
                    <a:pt x="135281" y="477623"/>
                  </a:lnTo>
                  <a:lnTo>
                    <a:pt x="135113" y="477362"/>
                  </a:lnTo>
                  <a:lnTo>
                    <a:pt x="134834" y="476803"/>
                  </a:lnTo>
                  <a:lnTo>
                    <a:pt x="134667" y="476574"/>
                  </a:lnTo>
                  <a:lnTo>
                    <a:pt x="134306" y="476494"/>
                  </a:lnTo>
                  <a:lnTo>
                    <a:pt x="133769" y="476052"/>
                  </a:lnTo>
                  <a:lnTo>
                    <a:pt x="133443" y="476052"/>
                  </a:lnTo>
                  <a:lnTo>
                    <a:pt x="133153" y="476130"/>
                  </a:lnTo>
                  <a:lnTo>
                    <a:pt x="132954" y="476182"/>
                  </a:lnTo>
                  <a:lnTo>
                    <a:pt x="132451" y="475700"/>
                  </a:lnTo>
                  <a:lnTo>
                    <a:pt x="132181" y="475807"/>
                  </a:lnTo>
                  <a:lnTo>
                    <a:pt x="132038" y="475673"/>
                  </a:lnTo>
                  <a:lnTo>
                    <a:pt x="131712" y="475449"/>
                  </a:lnTo>
                  <a:lnTo>
                    <a:pt x="131402" y="475596"/>
                  </a:lnTo>
                  <a:lnTo>
                    <a:pt x="131432" y="475754"/>
                  </a:lnTo>
                  <a:lnTo>
                    <a:pt x="131114" y="475993"/>
                  </a:lnTo>
                  <a:lnTo>
                    <a:pt x="130627" y="475853"/>
                  </a:lnTo>
                  <a:lnTo>
                    <a:pt x="130454" y="476035"/>
                  </a:lnTo>
                  <a:lnTo>
                    <a:pt x="130076" y="476007"/>
                  </a:lnTo>
                  <a:lnTo>
                    <a:pt x="129802" y="475772"/>
                  </a:lnTo>
                  <a:lnTo>
                    <a:pt x="129843" y="475383"/>
                  </a:lnTo>
                  <a:lnTo>
                    <a:pt x="129767" y="475197"/>
                  </a:lnTo>
                  <a:lnTo>
                    <a:pt x="129616" y="474934"/>
                  </a:lnTo>
                  <a:lnTo>
                    <a:pt x="129407" y="474703"/>
                  </a:lnTo>
                  <a:lnTo>
                    <a:pt x="129357" y="474415"/>
                  </a:lnTo>
                  <a:lnTo>
                    <a:pt x="129222" y="474186"/>
                  </a:lnTo>
                  <a:lnTo>
                    <a:pt x="129317" y="473860"/>
                  </a:lnTo>
                  <a:lnTo>
                    <a:pt x="129302" y="473565"/>
                  </a:lnTo>
                  <a:lnTo>
                    <a:pt x="129239" y="473355"/>
                  </a:lnTo>
                  <a:lnTo>
                    <a:pt x="129176" y="473198"/>
                  </a:lnTo>
                  <a:lnTo>
                    <a:pt x="129097" y="472985"/>
                  </a:lnTo>
                  <a:lnTo>
                    <a:pt x="129121" y="472610"/>
                  </a:lnTo>
                  <a:lnTo>
                    <a:pt x="129160" y="472472"/>
                  </a:lnTo>
                  <a:lnTo>
                    <a:pt x="129169" y="472332"/>
                  </a:lnTo>
                  <a:lnTo>
                    <a:pt x="128852" y="472266"/>
                  </a:lnTo>
                  <a:lnTo>
                    <a:pt x="128165" y="471906"/>
                  </a:lnTo>
                  <a:lnTo>
                    <a:pt x="127961" y="471632"/>
                  </a:lnTo>
                  <a:lnTo>
                    <a:pt x="127745" y="471586"/>
                  </a:lnTo>
                  <a:lnTo>
                    <a:pt x="127503" y="471298"/>
                  </a:lnTo>
                  <a:lnTo>
                    <a:pt x="127729" y="471097"/>
                  </a:lnTo>
                  <a:lnTo>
                    <a:pt x="127866" y="470780"/>
                  </a:lnTo>
                  <a:lnTo>
                    <a:pt x="127608" y="470527"/>
                  </a:lnTo>
                  <a:lnTo>
                    <a:pt x="127352" y="470578"/>
                  </a:lnTo>
                  <a:lnTo>
                    <a:pt x="127161" y="470629"/>
                  </a:lnTo>
                  <a:lnTo>
                    <a:pt x="126881" y="470593"/>
                  </a:lnTo>
                  <a:lnTo>
                    <a:pt x="126782" y="470431"/>
                  </a:lnTo>
                  <a:lnTo>
                    <a:pt x="126783" y="470239"/>
                  </a:lnTo>
                  <a:lnTo>
                    <a:pt x="126795" y="470046"/>
                  </a:lnTo>
                  <a:lnTo>
                    <a:pt x="126695" y="469907"/>
                  </a:lnTo>
                  <a:lnTo>
                    <a:pt x="126552" y="469843"/>
                  </a:lnTo>
                  <a:lnTo>
                    <a:pt x="126389" y="469437"/>
                  </a:lnTo>
                  <a:lnTo>
                    <a:pt x="126382" y="469292"/>
                  </a:lnTo>
                  <a:lnTo>
                    <a:pt x="126067" y="468974"/>
                  </a:lnTo>
                  <a:lnTo>
                    <a:pt x="125784" y="468905"/>
                  </a:lnTo>
                  <a:lnTo>
                    <a:pt x="125639" y="468479"/>
                  </a:lnTo>
                  <a:lnTo>
                    <a:pt x="125481" y="468226"/>
                  </a:lnTo>
                  <a:lnTo>
                    <a:pt x="125254" y="468014"/>
                  </a:lnTo>
                  <a:lnTo>
                    <a:pt x="125029" y="467921"/>
                  </a:lnTo>
                  <a:lnTo>
                    <a:pt x="124697" y="467914"/>
                  </a:lnTo>
                  <a:lnTo>
                    <a:pt x="124448" y="468038"/>
                  </a:lnTo>
                  <a:lnTo>
                    <a:pt x="124288" y="467857"/>
                  </a:lnTo>
                  <a:lnTo>
                    <a:pt x="124016" y="467839"/>
                  </a:lnTo>
                  <a:lnTo>
                    <a:pt x="123815" y="467560"/>
                  </a:lnTo>
                  <a:lnTo>
                    <a:pt x="123596" y="467376"/>
                  </a:lnTo>
                  <a:lnTo>
                    <a:pt x="123307" y="467139"/>
                  </a:lnTo>
                  <a:lnTo>
                    <a:pt x="123254" y="466957"/>
                  </a:lnTo>
                  <a:lnTo>
                    <a:pt x="123092" y="466910"/>
                  </a:lnTo>
                  <a:lnTo>
                    <a:pt x="122955" y="466910"/>
                  </a:lnTo>
                  <a:lnTo>
                    <a:pt x="122783" y="466830"/>
                  </a:lnTo>
                  <a:lnTo>
                    <a:pt x="122449" y="466597"/>
                  </a:lnTo>
                  <a:lnTo>
                    <a:pt x="122409" y="466456"/>
                  </a:lnTo>
                  <a:lnTo>
                    <a:pt x="122140" y="466366"/>
                  </a:lnTo>
                  <a:lnTo>
                    <a:pt x="121893" y="466536"/>
                  </a:lnTo>
                  <a:lnTo>
                    <a:pt x="121419" y="467085"/>
                  </a:lnTo>
                  <a:lnTo>
                    <a:pt x="121429" y="467361"/>
                  </a:lnTo>
                  <a:lnTo>
                    <a:pt x="121171" y="467628"/>
                  </a:lnTo>
                  <a:lnTo>
                    <a:pt x="120618" y="467598"/>
                  </a:lnTo>
                  <a:lnTo>
                    <a:pt x="120486" y="467462"/>
                  </a:lnTo>
                  <a:lnTo>
                    <a:pt x="120260" y="467777"/>
                  </a:lnTo>
                  <a:lnTo>
                    <a:pt x="120029" y="468220"/>
                  </a:lnTo>
                  <a:lnTo>
                    <a:pt x="119963" y="468444"/>
                  </a:lnTo>
                  <a:lnTo>
                    <a:pt x="119936" y="468733"/>
                  </a:lnTo>
                  <a:lnTo>
                    <a:pt x="120063" y="468993"/>
                  </a:lnTo>
                  <a:lnTo>
                    <a:pt x="120031" y="469464"/>
                  </a:lnTo>
                  <a:lnTo>
                    <a:pt x="119778" y="469585"/>
                  </a:lnTo>
                  <a:lnTo>
                    <a:pt x="119508" y="469326"/>
                  </a:lnTo>
                  <a:lnTo>
                    <a:pt x="119327" y="469153"/>
                  </a:lnTo>
                  <a:lnTo>
                    <a:pt x="118899" y="468874"/>
                  </a:lnTo>
                  <a:lnTo>
                    <a:pt x="118662" y="468797"/>
                  </a:lnTo>
                  <a:lnTo>
                    <a:pt x="118322" y="468845"/>
                  </a:lnTo>
                  <a:lnTo>
                    <a:pt x="118000" y="468874"/>
                  </a:lnTo>
                  <a:lnTo>
                    <a:pt x="117713" y="468710"/>
                  </a:lnTo>
                  <a:lnTo>
                    <a:pt x="117546" y="468474"/>
                  </a:lnTo>
                  <a:lnTo>
                    <a:pt x="117417" y="468306"/>
                  </a:lnTo>
                  <a:lnTo>
                    <a:pt x="116846" y="468401"/>
                  </a:lnTo>
                  <a:lnTo>
                    <a:pt x="116459" y="468488"/>
                  </a:lnTo>
                  <a:lnTo>
                    <a:pt x="116286" y="468480"/>
                  </a:lnTo>
                  <a:lnTo>
                    <a:pt x="116036" y="468603"/>
                  </a:lnTo>
                  <a:lnTo>
                    <a:pt x="115860" y="468666"/>
                  </a:lnTo>
                  <a:lnTo>
                    <a:pt x="115613" y="468924"/>
                  </a:lnTo>
                  <a:lnTo>
                    <a:pt x="115586" y="469060"/>
                  </a:lnTo>
                  <a:lnTo>
                    <a:pt x="115488" y="469196"/>
                  </a:lnTo>
                  <a:lnTo>
                    <a:pt x="115306" y="469556"/>
                  </a:lnTo>
                  <a:lnTo>
                    <a:pt x="115310" y="469692"/>
                  </a:lnTo>
                  <a:lnTo>
                    <a:pt x="115032" y="469948"/>
                  </a:lnTo>
                  <a:lnTo>
                    <a:pt x="114420" y="469733"/>
                  </a:lnTo>
                  <a:lnTo>
                    <a:pt x="114058" y="469965"/>
                  </a:lnTo>
                  <a:lnTo>
                    <a:pt x="113962" y="470154"/>
                  </a:lnTo>
                  <a:lnTo>
                    <a:pt x="113709" y="470037"/>
                  </a:lnTo>
                  <a:lnTo>
                    <a:pt x="113511" y="470020"/>
                  </a:lnTo>
                  <a:lnTo>
                    <a:pt x="113212" y="470221"/>
                  </a:lnTo>
                  <a:lnTo>
                    <a:pt x="112833" y="470429"/>
                  </a:lnTo>
                  <a:lnTo>
                    <a:pt x="112466" y="470670"/>
                  </a:lnTo>
                  <a:lnTo>
                    <a:pt x="112187" y="470833"/>
                  </a:lnTo>
                  <a:lnTo>
                    <a:pt x="111773" y="470980"/>
                  </a:lnTo>
                  <a:lnTo>
                    <a:pt x="111591" y="471024"/>
                  </a:lnTo>
                  <a:lnTo>
                    <a:pt x="111579" y="471345"/>
                  </a:lnTo>
                  <a:lnTo>
                    <a:pt x="112021" y="471634"/>
                  </a:lnTo>
                  <a:lnTo>
                    <a:pt x="111975" y="471862"/>
                  </a:lnTo>
                  <a:lnTo>
                    <a:pt x="111501" y="471800"/>
                  </a:lnTo>
                  <a:lnTo>
                    <a:pt x="111278" y="471788"/>
                  </a:lnTo>
                  <a:lnTo>
                    <a:pt x="110805" y="471870"/>
                  </a:lnTo>
                  <a:lnTo>
                    <a:pt x="110643" y="471953"/>
                  </a:lnTo>
                  <a:lnTo>
                    <a:pt x="110500" y="471887"/>
                  </a:lnTo>
                  <a:lnTo>
                    <a:pt x="110256" y="472101"/>
                  </a:lnTo>
                  <a:lnTo>
                    <a:pt x="109648" y="472239"/>
                  </a:lnTo>
                  <a:lnTo>
                    <a:pt x="109409" y="472450"/>
                  </a:lnTo>
                  <a:lnTo>
                    <a:pt x="109274" y="472485"/>
                  </a:lnTo>
                  <a:lnTo>
                    <a:pt x="109006" y="472532"/>
                  </a:lnTo>
                  <a:lnTo>
                    <a:pt x="108867" y="472506"/>
                  </a:lnTo>
                  <a:lnTo>
                    <a:pt x="108641" y="472879"/>
                  </a:lnTo>
                  <a:lnTo>
                    <a:pt x="108909" y="472926"/>
                  </a:lnTo>
                  <a:lnTo>
                    <a:pt x="108865" y="473058"/>
                  </a:lnTo>
                  <a:lnTo>
                    <a:pt x="108469" y="473168"/>
                  </a:lnTo>
                  <a:lnTo>
                    <a:pt x="108023" y="473003"/>
                  </a:lnTo>
                  <a:lnTo>
                    <a:pt x="107977" y="473153"/>
                  </a:lnTo>
                  <a:lnTo>
                    <a:pt x="107772" y="473172"/>
                  </a:lnTo>
                  <a:lnTo>
                    <a:pt x="107608" y="472822"/>
                  </a:lnTo>
                  <a:lnTo>
                    <a:pt x="107337" y="472833"/>
                  </a:lnTo>
                  <a:lnTo>
                    <a:pt x="106919" y="472113"/>
                  </a:lnTo>
                  <a:lnTo>
                    <a:pt x="106902" y="471796"/>
                  </a:lnTo>
                  <a:lnTo>
                    <a:pt x="106304" y="471231"/>
                  </a:lnTo>
                  <a:lnTo>
                    <a:pt x="106087" y="471217"/>
                  </a:lnTo>
                  <a:lnTo>
                    <a:pt x="105798" y="471263"/>
                  </a:lnTo>
                  <a:lnTo>
                    <a:pt x="105502" y="471285"/>
                  </a:lnTo>
                  <a:lnTo>
                    <a:pt x="104921" y="472063"/>
                  </a:lnTo>
                  <a:lnTo>
                    <a:pt x="104754" y="472293"/>
                  </a:lnTo>
                  <a:lnTo>
                    <a:pt x="104491" y="472492"/>
                  </a:lnTo>
                  <a:lnTo>
                    <a:pt x="104144" y="472980"/>
                  </a:lnTo>
                  <a:lnTo>
                    <a:pt x="103865" y="473115"/>
                  </a:lnTo>
                  <a:lnTo>
                    <a:pt x="103841" y="472978"/>
                  </a:lnTo>
                  <a:lnTo>
                    <a:pt x="103452" y="472926"/>
                  </a:lnTo>
                  <a:lnTo>
                    <a:pt x="103134" y="472849"/>
                  </a:lnTo>
                  <a:lnTo>
                    <a:pt x="103195" y="472710"/>
                  </a:lnTo>
                  <a:lnTo>
                    <a:pt x="102978" y="472510"/>
                  </a:lnTo>
                  <a:lnTo>
                    <a:pt x="102688" y="472762"/>
                  </a:lnTo>
                  <a:lnTo>
                    <a:pt x="102165" y="472839"/>
                  </a:lnTo>
                  <a:lnTo>
                    <a:pt x="101877" y="472898"/>
                  </a:lnTo>
                  <a:lnTo>
                    <a:pt x="101119" y="473277"/>
                  </a:lnTo>
                  <a:lnTo>
                    <a:pt x="100967" y="473407"/>
                  </a:lnTo>
                  <a:lnTo>
                    <a:pt x="100778" y="473798"/>
                  </a:lnTo>
                  <a:lnTo>
                    <a:pt x="100603" y="473988"/>
                  </a:lnTo>
                  <a:lnTo>
                    <a:pt x="99988" y="474150"/>
                  </a:lnTo>
                  <a:lnTo>
                    <a:pt x="99772" y="473844"/>
                  </a:lnTo>
                  <a:lnTo>
                    <a:pt x="99803" y="473542"/>
                  </a:lnTo>
                  <a:lnTo>
                    <a:pt x="99786" y="473266"/>
                  </a:lnTo>
                  <a:lnTo>
                    <a:pt x="99649" y="473243"/>
                  </a:lnTo>
                  <a:lnTo>
                    <a:pt x="98944" y="473242"/>
                  </a:lnTo>
                  <a:lnTo>
                    <a:pt x="98650" y="473352"/>
                  </a:lnTo>
                  <a:lnTo>
                    <a:pt x="98577" y="473480"/>
                  </a:lnTo>
                  <a:lnTo>
                    <a:pt x="98477" y="473717"/>
                  </a:lnTo>
                  <a:lnTo>
                    <a:pt x="98467" y="473858"/>
                  </a:lnTo>
                  <a:lnTo>
                    <a:pt x="98480" y="474026"/>
                  </a:lnTo>
                  <a:lnTo>
                    <a:pt x="98514" y="474211"/>
                  </a:lnTo>
                  <a:lnTo>
                    <a:pt x="98338" y="474961"/>
                  </a:lnTo>
                  <a:lnTo>
                    <a:pt x="98014" y="475666"/>
                  </a:lnTo>
                  <a:lnTo>
                    <a:pt x="98016" y="475818"/>
                  </a:lnTo>
                  <a:lnTo>
                    <a:pt x="98155" y="476077"/>
                  </a:lnTo>
                  <a:lnTo>
                    <a:pt x="98218" y="476351"/>
                  </a:lnTo>
                  <a:lnTo>
                    <a:pt x="98138" y="476564"/>
                  </a:lnTo>
                  <a:lnTo>
                    <a:pt x="97973" y="476705"/>
                  </a:lnTo>
                  <a:lnTo>
                    <a:pt x="97914" y="476874"/>
                  </a:lnTo>
                  <a:lnTo>
                    <a:pt x="97868" y="477116"/>
                  </a:lnTo>
                  <a:lnTo>
                    <a:pt x="97820" y="477450"/>
                  </a:lnTo>
                  <a:lnTo>
                    <a:pt x="97399" y="477976"/>
                  </a:lnTo>
                  <a:lnTo>
                    <a:pt x="97379" y="478211"/>
                  </a:lnTo>
                  <a:lnTo>
                    <a:pt x="97003" y="478615"/>
                  </a:lnTo>
                  <a:lnTo>
                    <a:pt x="96768" y="478711"/>
                  </a:lnTo>
                  <a:lnTo>
                    <a:pt x="96493" y="478819"/>
                  </a:lnTo>
                  <a:lnTo>
                    <a:pt x="96266" y="478445"/>
                  </a:lnTo>
                  <a:lnTo>
                    <a:pt x="96232" y="478283"/>
                  </a:lnTo>
                  <a:lnTo>
                    <a:pt x="95894" y="477834"/>
                  </a:lnTo>
                  <a:lnTo>
                    <a:pt x="95962" y="477610"/>
                  </a:lnTo>
                  <a:lnTo>
                    <a:pt x="96207" y="477103"/>
                  </a:lnTo>
                  <a:lnTo>
                    <a:pt x="95945" y="476904"/>
                  </a:lnTo>
                  <a:lnTo>
                    <a:pt x="95550" y="476676"/>
                  </a:lnTo>
                  <a:lnTo>
                    <a:pt x="95049" y="476821"/>
                  </a:lnTo>
                  <a:lnTo>
                    <a:pt x="94733" y="477040"/>
                  </a:lnTo>
                  <a:lnTo>
                    <a:pt x="94696" y="477319"/>
                  </a:lnTo>
                  <a:lnTo>
                    <a:pt x="94557" y="477413"/>
                  </a:lnTo>
                  <a:lnTo>
                    <a:pt x="94156" y="477152"/>
                  </a:lnTo>
                  <a:lnTo>
                    <a:pt x="93854" y="476930"/>
                  </a:lnTo>
                  <a:lnTo>
                    <a:pt x="93723" y="476812"/>
                  </a:lnTo>
                  <a:lnTo>
                    <a:pt x="93631" y="476680"/>
                  </a:lnTo>
                  <a:lnTo>
                    <a:pt x="93303" y="476727"/>
                  </a:lnTo>
                  <a:lnTo>
                    <a:pt x="92980" y="476366"/>
                  </a:lnTo>
                  <a:lnTo>
                    <a:pt x="92847" y="476267"/>
                  </a:lnTo>
                  <a:lnTo>
                    <a:pt x="92278" y="476460"/>
                  </a:lnTo>
                  <a:lnTo>
                    <a:pt x="91982" y="476513"/>
                  </a:lnTo>
                  <a:lnTo>
                    <a:pt x="91787" y="476447"/>
                  </a:lnTo>
                  <a:lnTo>
                    <a:pt x="91598" y="476326"/>
                  </a:lnTo>
                  <a:lnTo>
                    <a:pt x="91289" y="475980"/>
                  </a:lnTo>
                  <a:lnTo>
                    <a:pt x="90923" y="476006"/>
                  </a:lnTo>
                  <a:lnTo>
                    <a:pt x="90730" y="476147"/>
                  </a:lnTo>
                  <a:lnTo>
                    <a:pt x="90534" y="476201"/>
                  </a:lnTo>
                  <a:lnTo>
                    <a:pt x="90379" y="476129"/>
                  </a:lnTo>
                  <a:lnTo>
                    <a:pt x="90068" y="476253"/>
                  </a:lnTo>
                  <a:lnTo>
                    <a:pt x="89978" y="476414"/>
                  </a:lnTo>
                  <a:lnTo>
                    <a:pt x="90060" y="476543"/>
                  </a:lnTo>
                  <a:lnTo>
                    <a:pt x="90145" y="476733"/>
                  </a:lnTo>
                  <a:lnTo>
                    <a:pt x="90023" y="477051"/>
                  </a:lnTo>
                  <a:lnTo>
                    <a:pt x="90037" y="477376"/>
                  </a:lnTo>
                  <a:lnTo>
                    <a:pt x="90328" y="477641"/>
                  </a:lnTo>
                  <a:lnTo>
                    <a:pt x="90300" y="477819"/>
                  </a:lnTo>
                  <a:lnTo>
                    <a:pt x="90371" y="478385"/>
                  </a:lnTo>
                  <a:lnTo>
                    <a:pt x="90416" y="478535"/>
                  </a:lnTo>
                  <a:lnTo>
                    <a:pt x="90348" y="478808"/>
                  </a:lnTo>
                  <a:lnTo>
                    <a:pt x="90106" y="479058"/>
                  </a:lnTo>
                  <a:lnTo>
                    <a:pt x="89980" y="479282"/>
                  </a:lnTo>
                  <a:lnTo>
                    <a:pt x="89669" y="479276"/>
                  </a:lnTo>
                  <a:lnTo>
                    <a:pt x="89399" y="479340"/>
                  </a:lnTo>
                  <a:lnTo>
                    <a:pt x="89408" y="479592"/>
                  </a:lnTo>
                  <a:lnTo>
                    <a:pt x="89219" y="479985"/>
                  </a:lnTo>
                  <a:lnTo>
                    <a:pt x="89105" y="480241"/>
                  </a:lnTo>
                  <a:lnTo>
                    <a:pt x="89112" y="480418"/>
                  </a:lnTo>
                  <a:lnTo>
                    <a:pt x="88902" y="480703"/>
                  </a:lnTo>
                  <a:lnTo>
                    <a:pt x="88747" y="480521"/>
                  </a:lnTo>
                  <a:lnTo>
                    <a:pt x="88707" y="480345"/>
                  </a:lnTo>
                  <a:lnTo>
                    <a:pt x="88586" y="480164"/>
                  </a:lnTo>
                  <a:lnTo>
                    <a:pt x="88039" y="480117"/>
                  </a:lnTo>
                  <a:lnTo>
                    <a:pt x="87864" y="479785"/>
                  </a:lnTo>
                  <a:lnTo>
                    <a:pt x="87794" y="479553"/>
                  </a:lnTo>
                  <a:lnTo>
                    <a:pt x="87637" y="479437"/>
                  </a:lnTo>
                  <a:lnTo>
                    <a:pt x="87531" y="479297"/>
                  </a:lnTo>
                  <a:lnTo>
                    <a:pt x="87496" y="479147"/>
                  </a:lnTo>
                  <a:lnTo>
                    <a:pt x="87391" y="478853"/>
                  </a:lnTo>
                  <a:lnTo>
                    <a:pt x="87256" y="478580"/>
                  </a:lnTo>
                  <a:lnTo>
                    <a:pt x="87236" y="478415"/>
                  </a:lnTo>
                  <a:lnTo>
                    <a:pt x="87111" y="477854"/>
                  </a:lnTo>
                  <a:lnTo>
                    <a:pt x="86670" y="477900"/>
                  </a:lnTo>
                  <a:lnTo>
                    <a:pt x="86026" y="478126"/>
                  </a:lnTo>
                  <a:lnTo>
                    <a:pt x="85893" y="478260"/>
                  </a:lnTo>
                  <a:lnTo>
                    <a:pt x="85561" y="478472"/>
                  </a:lnTo>
                  <a:lnTo>
                    <a:pt x="85413" y="478427"/>
                  </a:lnTo>
                  <a:lnTo>
                    <a:pt x="85288" y="478228"/>
                  </a:lnTo>
                  <a:lnTo>
                    <a:pt x="85113" y="478064"/>
                  </a:lnTo>
                  <a:lnTo>
                    <a:pt x="84768" y="478398"/>
                  </a:lnTo>
                  <a:lnTo>
                    <a:pt x="84441" y="478604"/>
                  </a:lnTo>
                  <a:lnTo>
                    <a:pt x="84287" y="478745"/>
                  </a:lnTo>
                  <a:lnTo>
                    <a:pt x="83928" y="479230"/>
                  </a:lnTo>
                  <a:lnTo>
                    <a:pt x="83836" y="479373"/>
                  </a:lnTo>
                  <a:lnTo>
                    <a:pt x="83818" y="479562"/>
                  </a:lnTo>
                  <a:lnTo>
                    <a:pt x="83635" y="480041"/>
                  </a:lnTo>
                  <a:lnTo>
                    <a:pt x="83413" y="480246"/>
                  </a:lnTo>
                  <a:lnTo>
                    <a:pt x="83151" y="480108"/>
                  </a:lnTo>
                  <a:lnTo>
                    <a:pt x="82713" y="479924"/>
                  </a:lnTo>
                  <a:lnTo>
                    <a:pt x="82281" y="480042"/>
                  </a:lnTo>
                  <a:lnTo>
                    <a:pt x="82193" y="480198"/>
                  </a:lnTo>
                  <a:lnTo>
                    <a:pt x="81604" y="479999"/>
                  </a:lnTo>
                  <a:lnTo>
                    <a:pt x="81289" y="479834"/>
                  </a:lnTo>
                  <a:lnTo>
                    <a:pt x="80963" y="479296"/>
                  </a:lnTo>
                  <a:lnTo>
                    <a:pt x="80809" y="479064"/>
                  </a:lnTo>
                  <a:lnTo>
                    <a:pt x="80447" y="479138"/>
                  </a:lnTo>
                  <a:lnTo>
                    <a:pt x="80326" y="479340"/>
                  </a:lnTo>
                  <a:lnTo>
                    <a:pt x="80193" y="479539"/>
                  </a:lnTo>
                  <a:lnTo>
                    <a:pt x="80073" y="479683"/>
                  </a:lnTo>
                  <a:lnTo>
                    <a:pt x="79514" y="479948"/>
                  </a:lnTo>
                  <a:lnTo>
                    <a:pt x="79369" y="479983"/>
                  </a:lnTo>
                  <a:lnTo>
                    <a:pt x="79193" y="480391"/>
                  </a:lnTo>
                  <a:lnTo>
                    <a:pt x="78974" y="480373"/>
                  </a:lnTo>
                  <a:lnTo>
                    <a:pt x="78839" y="480334"/>
                  </a:lnTo>
                  <a:lnTo>
                    <a:pt x="78461" y="480616"/>
                  </a:lnTo>
                  <a:lnTo>
                    <a:pt x="78313" y="480582"/>
                  </a:lnTo>
                  <a:lnTo>
                    <a:pt x="78113" y="480866"/>
                  </a:lnTo>
                  <a:lnTo>
                    <a:pt x="77947" y="481135"/>
                  </a:lnTo>
                  <a:lnTo>
                    <a:pt x="77829" y="481269"/>
                  </a:lnTo>
                  <a:lnTo>
                    <a:pt x="77739" y="481622"/>
                  </a:lnTo>
                  <a:lnTo>
                    <a:pt x="77493" y="481746"/>
                  </a:lnTo>
                  <a:lnTo>
                    <a:pt x="77141" y="482059"/>
                  </a:lnTo>
                  <a:lnTo>
                    <a:pt x="77004" y="482158"/>
                  </a:lnTo>
                  <a:lnTo>
                    <a:pt x="76821" y="482240"/>
                  </a:lnTo>
                  <a:lnTo>
                    <a:pt x="76650" y="482200"/>
                  </a:lnTo>
                  <a:lnTo>
                    <a:pt x="76416" y="482283"/>
                  </a:lnTo>
                  <a:lnTo>
                    <a:pt x="76162" y="482597"/>
                  </a:lnTo>
                  <a:lnTo>
                    <a:pt x="75948" y="482910"/>
                  </a:lnTo>
                  <a:lnTo>
                    <a:pt x="75773" y="483023"/>
                  </a:lnTo>
                  <a:lnTo>
                    <a:pt x="75639" y="482719"/>
                  </a:lnTo>
                  <a:lnTo>
                    <a:pt x="75590" y="482565"/>
                  </a:lnTo>
                  <a:lnTo>
                    <a:pt x="75438" y="482410"/>
                  </a:lnTo>
                  <a:lnTo>
                    <a:pt x="75273" y="482374"/>
                  </a:lnTo>
                  <a:lnTo>
                    <a:pt x="74970" y="482298"/>
                  </a:lnTo>
                  <a:lnTo>
                    <a:pt x="74821" y="482063"/>
                  </a:lnTo>
                  <a:lnTo>
                    <a:pt x="74511" y="482177"/>
                  </a:lnTo>
                  <a:lnTo>
                    <a:pt x="74540" y="481857"/>
                  </a:lnTo>
                  <a:lnTo>
                    <a:pt x="74596" y="481676"/>
                  </a:lnTo>
                  <a:lnTo>
                    <a:pt x="74685" y="481484"/>
                  </a:lnTo>
                  <a:lnTo>
                    <a:pt x="74732" y="481272"/>
                  </a:lnTo>
                  <a:lnTo>
                    <a:pt x="74551" y="480706"/>
                  </a:lnTo>
                  <a:lnTo>
                    <a:pt x="74213" y="480497"/>
                  </a:lnTo>
                  <a:lnTo>
                    <a:pt x="74043" y="480468"/>
                  </a:lnTo>
                  <a:lnTo>
                    <a:pt x="73865" y="480287"/>
                  </a:lnTo>
                  <a:lnTo>
                    <a:pt x="73898" y="480092"/>
                  </a:lnTo>
                  <a:lnTo>
                    <a:pt x="73946" y="479938"/>
                  </a:lnTo>
                  <a:lnTo>
                    <a:pt x="73764" y="479597"/>
                  </a:lnTo>
                  <a:lnTo>
                    <a:pt x="73848" y="479376"/>
                  </a:lnTo>
                  <a:lnTo>
                    <a:pt x="73960" y="479172"/>
                  </a:lnTo>
                  <a:lnTo>
                    <a:pt x="73864" y="478744"/>
                  </a:lnTo>
                  <a:lnTo>
                    <a:pt x="73675" y="478804"/>
                  </a:lnTo>
                  <a:lnTo>
                    <a:pt x="73474" y="478921"/>
                  </a:lnTo>
                  <a:lnTo>
                    <a:pt x="73272" y="478585"/>
                  </a:lnTo>
                  <a:lnTo>
                    <a:pt x="73302" y="478341"/>
                  </a:lnTo>
                  <a:lnTo>
                    <a:pt x="72820" y="478066"/>
                  </a:lnTo>
                  <a:lnTo>
                    <a:pt x="72709" y="477836"/>
                  </a:lnTo>
                  <a:lnTo>
                    <a:pt x="72677" y="477622"/>
                  </a:lnTo>
                  <a:lnTo>
                    <a:pt x="72385" y="477796"/>
                  </a:lnTo>
                  <a:lnTo>
                    <a:pt x="72204" y="477899"/>
                  </a:lnTo>
                  <a:lnTo>
                    <a:pt x="72187" y="477682"/>
                  </a:lnTo>
                  <a:lnTo>
                    <a:pt x="72359" y="477314"/>
                  </a:lnTo>
                  <a:lnTo>
                    <a:pt x="71853" y="477539"/>
                  </a:lnTo>
                  <a:lnTo>
                    <a:pt x="71930" y="477736"/>
                  </a:lnTo>
                  <a:lnTo>
                    <a:pt x="72077" y="478088"/>
                  </a:lnTo>
                  <a:lnTo>
                    <a:pt x="71918" y="477978"/>
                  </a:lnTo>
                  <a:lnTo>
                    <a:pt x="71711" y="477713"/>
                  </a:lnTo>
                  <a:lnTo>
                    <a:pt x="71483" y="477697"/>
                  </a:lnTo>
                  <a:lnTo>
                    <a:pt x="71241" y="478016"/>
                  </a:lnTo>
                  <a:lnTo>
                    <a:pt x="70541" y="478083"/>
                  </a:lnTo>
                  <a:lnTo>
                    <a:pt x="70064" y="478257"/>
                  </a:lnTo>
                  <a:lnTo>
                    <a:pt x="69870" y="478173"/>
                  </a:lnTo>
                  <a:lnTo>
                    <a:pt x="69680" y="477904"/>
                  </a:lnTo>
                  <a:lnTo>
                    <a:pt x="69709" y="477705"/>
                  </a:lnTo>
                  <a:lnTo>
                    <a:pt x="69761" y="477549"/>
                  </a:lnTo>
                  <a:lnTo>
                    <a:pt x="69652" y="477325"/>
                  </a:lnTo>
                  <a:lnTo>
                    <a:pt x="69456" y="477018"/>
                  </a:lnTo>
                  <a:lnTo>
                    <a:pt x="69234" y="476814"/>
                  </a:lnTo>
                  <a:lnTo>
                    <a:pt x="69257" y="476592"/>
                  </a:lnTo>
                  <a:lnTo>
                    <a:pt x="69244" y="476298"/>
                  </a:lnTo>
                  <a:lnTo>
                    <a:pt x="69209" y="475779"/>
                  </a:lnTo>
                  <a:lnTo>
                    <a:pt x="68795" y="475784"/>
                  </a:lnTo>
                  <a:lnTo>
                    <a:pt x="68826" y="475632"/>
                  </a:lnTo>
                  <a:lnTo>
                    <a:pt x="68886" y="475497"/>
                  </a:lnTo>
                  <a:lnTo>
                    <a:pt x="68617" y="475130"/>
                  </a:lnTo>
                  <a:lnTo>
                    <a:pt x="68245" y="475205"/>
                  </a:lnTo>
                  <a:lnTo>
                    <a:pt x="67968" y="475153"/>
                  </a:lnTo>
                  <a:lnTo>
                    <a:pt x="67790" y="474925"/>
                  </a:lnTo>
                  <a:lnTo>
                    <a:pt x="67776" y="474619"/>
                  </a:lnTo>
                  <a:lnTo>
                    <a:pt x="67681" y="474490"/>
                  </a:lnTo>
                  <a:lnTo>
                    <a:pt x="66894" y="474495"/>
                  </a:lnTo>
                  <a:lnTo>
                    <a:pt x="66245" y="474740"/>
                  </a:lnTo>
                  <a:lnTo>
                    <a:pt x="65915" y="474452"/>
                  </a:lnTo>
                  <a:lnTo>
                    <a:pt x="65537" y="474424"/>
                  </a:lnTo>
                  <a:lnTo>
                    <a:pt x="65389" y="474314"/>
                  </a:lnTo>
                  <a:lnTo>
                    <a:pt x="65062" y="473979"/>
                  </a:lnTo>
                  <a:lnTo>
                    <a:pt x="64923" y="474013"/>
                  </a:lnTo>
                  <a:lnTo>
                    <a:pt x="64526" y="473968"/>
                  </a:lnTo>
                  <a:lnTo>
                    <a:pt x="64250" y="474160"/>
                  </a:lnTo>
                  <a:lnTo>
                    <a:pt x="64191" y="474320"/>
                  </a:lnTo>
                  <a:lnTo>
                    <a:pt x="63736" y="474367"/>
                  </a:lnTo>
                  <a:lnTo>
                    <a:pt x="63758" y="474174"/>
                  </a:lnTo>
                  <a:lnTo>
                    <a:pt x="63624" y="473942"/>
                  </a:lnTo>
                  <a:lnTo>
                    <a:pt x="64020" y="473619"/>
                  </a:lnTo>
                  <a:lnTo>
                    <a:pt x="64085" y="474040"/>
                  </a:lnTo>
                  <a:lnTo>
                    <a:pt x="64415" y="473870"/>
                  </a:lnTo>
                  <a:lnTo>
                    <a:pt x="64210" y="473390"/>
                  </a:lnTo>
                  <a:lnTo>
                    <a:pt x="64175" y="473160"/>
                  </a:lnTo>
                  <a:lnTo>
                    <a:pt x="63849" y="472805"/>
                  </a:lnTo>
                  <a:lnTo>
                    <a:pt x="63619" y="472530"/>
                  </a:lnTo>
                  <a:lnTo>
                    <a:pt x="63439" y="472376"/>
                  </a:lnTo>
                  <a:lnTo>
                    <a:pt x="63383" y="472194"/>
                  </a:lnTo>
                  <a:lnTo>
                    <a:pt x="63457" y="471933"/>
                  </a:lnTo>
                  <a:lnTo>
                    <a:pt x="63962" y="471964"/>
                  </a:lnTo>
                  <a:lnTo>
                    <a:pt x="64262" y="471880"/>
                  </a:lnTo>
                  <a:lnTo>
                    <a:pt x="64398" y="471726"/>
                  </a:lnTo>
                  <a:lnTo>
                    <a:pt x="64714" y="471811"/>
                  </a:lnTo>
                  <a:lnTo>
                    <a:pt x="65158" y="472099"/>
                  </a:lnTo>
                  <a:lnTo>
                    <a:pt x="65456" y="471983"/>
                  </a:lnTo>
                  <a:lnTo>
                    <a:pt x="65709" y="471843"/>
                  </a:lnTo>
                  <a:lnTo>
                    <a:pt x="66381" y="471483"/>
                  </a:lnTo>
                  <a:lnTo>
                    <a:pt x="66752" y="471576"/>
                  </a:lnTo>
                  <a:lnTo>
                    <a:pt x="66918" y="471518"/>
                  </a:lnTo>
                  <a:lnTo>
                    <a:pt x="67220" y="471471"/>
                  </a:lnTo>
                  <a:lnTo>
                    <a:pt x="67561" y="471596"/>
                  </a:lnTo>
                  <a:lnTo>
                    <a:pt x="67883" y="471386"/>
                  </a:lnTo>
                  <a:lnTo>
                    <a:pt x="68042" y="471416"/>
                  </a:lnTo>
                  <a:lnTo>
                    <a:pt x="68276" y="471405"/>
                  </a:lnTo>
                  <a:lnTo>
                    <a:pt x="68480" y="471332"/>
                  </a:lnTo>
                  <a:lnTo>
                    <a:pt x="68685" y="471196"/>
                  </a:lnTo>
                  <a:lnTo>
                    <a:pt x="68551" y="470671"/>
                  </a:lnTo>
                  <a:lnTo>
                    <a:pt x="68786" y="470111"/>
                  </a:lnTo>
                  <a:lnTo>
                    <a:pt x="69310" y="469804"/>
                  </a:lnTo>
                  <a:lnTo>
                    <a:pt x="69628" y="469789"/>
                  </a:lnTo>
                  <a:lnTo>
                    <a:pt x="69854" y="469774"/>
                  </a:lnTo>
                  <a:lnTo>
                    <a:pt x="70159" y="469741"/>
                  </a:lnTo>
                  <a:lnTo>
                    <a:pt x="70341" y="469494"/>
                  </a:lnTo>
                  <a:lnTo>
                    <a:pt x="70589" y="469195"/>
                  </a:lnTo>
                  <a:lnTo>
                    <a:pt x="70717" y="469184"/>
                  </a:lnTo>
                  <a:lnTo>
                    <a:pt x="71072" y="469035"/>
                  </a:lnTo>
                  <a:lnTo>
                    <a:pt x="71229" y="468951"/>
                  </a:lnTo>
                  <a:lnTo>
                    <a:pt x="71351" y="468805"/>
                  </a:lnTo>
                  <a:lnTo>
                    <a:pt x="71502" y="468552"/>
                  </a:lnTo>
                  <a:lnTo>
                    <a:pt x="71755" y="468022"/>
                  </a:lnTo>
                  <a:lnTo>
                    <a:pt x="71585" y="467642"/>
                  </a:lnTo>
                  <a:lnTo>
                    <a:pt x="71390" y="467480"/>
                  </a:lnTo>
                  <a:lnTo>
                    <a:pt x="71175" y="467222"/>
                  </a:lnTo>
                  <a:lnTo>
                    <a:pt x="71163" y="466854"/>
                  </a:lnTo>
                  <a:lnTo>
                    <a:pt x="71340" y="466718"/>
                  </a:lnTo>
                  <a:lnTo>
                    <a:pt x="71679" y="466605"/>
                  </a:lnTo>
                  <a:lnTo>
                    <a:pt x="71939" y="466072"/>
                  </a:lnTo>
                  <a:lnTo>
                    <a:pt x="71758" y="465837"/>
                  </a:lnTo>
                  <a:lnTo>
                    <a:pt x="71634" y="465640"/>
                  </a:lnTo>
                  <a:lnTo>
                    <a:pt x="71958" y="465227"/>
                  </a:lnTo>
                  <a:lnTo>
                    <a:pt x="72200" y="465130"/>
                  </a:lnTo>
                  <a:lnTo>
                    <a:pt x="72384" y="465103"/>
                  </a:lnTo>
                  <a:lnTo>
                    <a:pt x="72339" y="464799"/>
                  </a:lnTo>
                  <a:lnTo>
                    <a:pt x="72313" y="464607"/>
                  </a:lnTo>
                  <a:lnTo>
                    <a:pt x="72743" y="463973"/>
                  </a:lnTo>
                  <a:lnTo>
                    <a:pt x="72632" y="463747"/>
                  </a:lnTo>
                  <a:lnTo>
                    <a:pt x="72982" y="463494"/>
                  </a:lnTo>
                  <a:lnTo>
                    <a:pt x="73216" y="463230"/>
                  </a:lnTo>
                  <a:lnTo>
                    <a:pt x="73224" y="463079"/>
                  </a:lnTo>
                  <a:lnTo>
                    <a:pt x="73274" y="462876"/>
                  </a:lnTo>
                  <a:lnTo>
                    <a:pt x="73455" y="462747"/>
                  </a:lnTo>
                  <a:lnTo>
                    <a:pt x="73845" y="462740"/>
                  </a:lnTo>
                  <a:lnTo>
                    <a:pt x="74091" y="462266"/>
                  </a:lnTo>
                  <a:lnTo>
                    <a:pt x="74434" y="462197"/>
                  </a:lnTo>
                  <a:lnTo>
                    <a:pt x="74569" y="461910"/>
                  </a:lnTo>
                  <a:lnTo>
                    <a:pt x="74612" y="461547"/>
                  </a:lnTo>
                  <a:lnTo>
                    <a:pt x="74643" y="460865"/>
                  </a:lnTo>
                  <a:lnTo>
                    <a:pt x="74479" y="460550"/>
                  </a:lnTo>
                  <a:lnTo>
                    <a:pt x="74337" y="460358"/>
                  </a:lnTo>
                  <a:lnTo>
                    <a:pt x="74205" y="460341"/>
                  </a:lnTo>
                  <a:lnTo>
                    <a:pt x="73948" y="459983"/>
                  </a:lnTo>
                  <a:lnTo>
                    <a:pt x="74140" y="459877"/>
                  </a:lnTo>
                  <a:lnTo>
                    <a:pt x="74417" y="459739"/>
                  </a:lnTo>
                  <a:lnTo>
                    <a:pt x="74255" y="458928"/>
                  </a:lnTo>
                  <a:lnTo>
                    <a:pt x="74155" y="458762"/>
                  </a:lnTo>
                  <a:lnTo>
                    <a:pt x="74293" y="458639"/>
                  </a:lnTo>
                  <a:lnTo>
                    <a:pt x="74323" y="458447"/>
                  </a:lnTo>
                  <a:lnTo>
                    <a:pt x="74258" y="458272"/>
                  </a:lnTo>
                  <a:lnTo>
                    <a:pt x="74299" y="457946"/>
                  </a:lnTo>
                  <a:lnTo>
                    <a:pt x="74501" y="457796"/>
                  </a:lnTo>
                  <a:lnTo>
                    <a:pt x="74965" y="457758"/>
                  </a:lnTo>
                  <a:lnTo>
                    <a:pt x="75187" y="457746"/>
                  </a:lnTo>
                  <a:lnTo>
                    <a:pt x="75329" y="457724"/>
                  </a:lnTo>
                  <a:lnTo>
                    <a:pt x="75490" y="457678"/>
                  </a:lnTo>
                  <a:lnTo>
                    <a:pt x="75582" y="457373"/>
                  </a:lnTo>
                  <a:lnTo>
                    <a:pt x="75413" y="457423"/>
                  </a:lnTo>
                  <a:lnTo>
                    <a:pt x="75400" y="456831"/>
                  </a:lnTo>
                  <a:lnTo>
                    <a:pt x="75940" y="456862"/>
                  </a:lnTo>
                  <a:lnTo>
                    <a:pt x="76438" y="456774"/>
                  </a:lnTo>
                  <a:lnTo>
                    <a:pt x="76572" y="456749"/>
                  </a:lnTo>
                  <a:lnTo>
                    <a:pt x="76707" y="456780"/>
                  </a:lnTo>
                  <a:lnTo>
                    <a:pt x="77039" y="456577"/>
                  </a:lnTo>
                  <a:lnTo>
                    <a:pt x="77149" y="456407"/>
                  </a:lnTo>
                  <a:lnTo>
                    <a:pt x="77134" y="456166"/>
                  </a:lnTo>
                  <a:lnTo>
                    <a:pt x="77151" y="455531"/>
                  </a:lnTo>
                  <a:lnTo>
                    <a:pt x="77367" y="455481"/>
                  </a:lnTo>
                  <a:lnTo>
                    <a:pt x="77714" y="455264"/>
                  </a:lnTo>
                  <a:lnTo>
                    <a:pt x="77869" y="455253"/>
                  </a:lnTo>
                  <a:lnTo>
                    <a:pt x="78019" y="455124"/>
                  </a:lnTo>
                  <a:lnTo>
                    <a:pt x="78355" y="454987"/>
                  </a:lnTo>
                  <a:lnTo>
                    <a:pt x="78465" y="455128"/>
                  </a:lnTo>
                  <a:lnTo>
                    <a:pt x="78650" y="455208"/>
                  </a:lnTo>
                  <a:lnTo>
                    <a:pt x="79031" y="455288"/>
                  </a:lnTo>
                  <a:lnTo>
                    <a:pt x="79567" y="455273"/>
                  </a:lnTo>
                  <a:lnTo>
                    <a:pt x="79800" y="455048"/>
                  </a:lnTo>
                  <a:lnTo>
                    <a:pt x="79787" y="454872"/>
                  </a:lnTo>
                  <a:lnTo>
                    <a:pt x="79834" y="454304"/>
                  </a:lnTo>
                  <a:lnTo>
                    <a:pt x="79966" y="453985"/>
                  </a:lnTo>
                  <a:lnTo>
                    <a:pt x="80207" y="454040"/>
                  </a:lnTo>
                  <a:lnTo>
                    <a:pt x="80402" y="454236"/>
                  </a:lnTo>
                  <a:lnTo>
                    <a:pt x="80640" y="454124"/>
                  </a:lnTo>
                  <a:lnTo>
                    <a:pt x="80981" y="453896"/>
                  </a:lnTo>
                  <a:lnTo>
                    <a:pt x="80977" y="453721"/>
                  </a:lnTo>
                  <a:lnTo>
                    <a:pt x="81152" y="453174"/>
                  </a:lnTo>
                  <a:lnTo>
                    <a:pt x="81121" y="452996"/>
                  </a:lnTo>
                  <a:lnTo>
                    <a:pt x="81286" y="452531"/>
                  </a:lnTo>
                  <a:lnTo>
                    <a:pt x="81366" y="452379"/>
                  </a:lnTo>
                  <a:lnTo>
                    <a:pt x="81612" y="452065"/>
                  </a:lnTo>
                  <a:lnTo>
                    <a:pt x="81779" y="451784"/>
                  </a:lnTo>
                  <a:lnTo>
                    <a:pt x="81808" y="451573"/>
                  </a:lnTo>
                  <a:lnTo>
                    <a:pt x="82274" y="451068"/>
                  </a:lnTo>
                  <a:lnTo>
                    <a:pt x="82540" y="451039"/>
                  </a:lnTo>
                  <a:lnTo>
                    <a:pt x="82916" y="450966"/>
                  </a:lnTo>
                  <a:lnTo>
                    <a:pt x="83363" y="451044"/>
                  </a:lnTo>
                  <a:lnTo>
                    <a:pt x="83725" y="451233"/>
                  </a:lnTo>
                  <a:lnTo>
                    <a:pt x="83901" y="451030"/>
                  </a:lnTo>
                  <a:lnTo>
                    <a:pt x="84144" y="450788"/>
                  </a:lnTo>
                  <a:lnTo>
                    <a:pt x="84251" y="450946"/>
                  </a:lnTo>
                  <a:lnTo>
                    <a:pt x="84458" y="451110"/>
                  </a:lnTo>
                  <a:lnTo>
                    <a:pt x="84948" y="451375"/>
                  </a:lnTo>
                  <a:lnTo>
                    <a:pt x="85356" y="451385"/>
                  </a:lnTo>
                  <a:lnTo>
                    <a:pt x="85576" y="451435"/>
                  </a:lnTo>
                  <a:lnTo>
                    <a:pt x="85987" y="451226"/>
                  </a:lnTo>
                  <a:lnTo>
                    <a:pt x="86369" y="451189"/>
                  </a:lnTo>
                  <a:lnTo>
                    <a:pt x="86617" y="450962"/>
                  </a:lnTo>
                  <a:lnTo>
                    <a:pt x="86922" y="450178"/>
                  </a:lnTo>
                  <a:lnTo>
                    <a:pt x="86913" y="450020"/>
                  </a:lnTo>
                  <a:lnTo>
                    <a:pt x="87184" y="449770"/>
                  </a:lnTo>
                  <a:lnTo>
                    <a:pt x="87436" y="449995"/>
                  </a:lnTo>
                  <a:lnTo>
                    <a:pt x="87318" y="449703"/>
                  </a:lnTo>
                  <a:lnTo>
                    <a:pt x="87588" y="449545"/>
                  </a:lnTo>
                  <a:lnTo>
                    <a:pt x="88172" y="449718"/>
                  </a:lnTo>
                  <a:lnTo>
                    <a:pt x="88323" y="449768"/>
                  </a:lnTo>
                  <a:lnTo>
                    <a:pt x="88466" y="449745"/>
                  </a:lnTo>
                  <a:lnTo>
                    <a:pt x="88686" y="449564"/>
                  </a:lnTo>
                  <a:lnTo>
                    <a:pt x="88846" y="449439"/>
                  </a:lnTo>
                  <a:lnTo>
                    <a:pt x="89293" y="449407"/>
                  </a:lnTo>
                  <a:lnTo>
                    <a:pt x="89448" y="449114"/>
                  </a:lnTo>
                  <a:lnTo>
                    <a:pt x="89737" y="449009"/>
                  </a:lnTo>
                  <a:lnTo>
                    <a:pt x="89894" y="449050"/>
                  </a:lnTo>
                  <a:lnTo>
                    <a:pt x="90045" y="449106"/>
                  </a:lnTo>
                  <a:lnTo>
                    <a:pt x="90141" y="448877"/>
                  </a:lnTo>
                  <a:lnTo>
                    <a:pt x="90431" y="448365"/>
                  </a:lnTo>
                  <a:lnTo>
                    <a:pt x="90419" y="448198"/>
                  </a:lnTo>
                  <a:lnTo>
                    <a:pt x="90219" y="447449"/>
                  </a:lnTo>
                  <a:lnTo>
                    <a:pt x="90313" y="447203"/>
                  </a:lnTo>
                  <a:lnTo>
                    <a:pt x="90115" y="447012"/>
                  </a:lnTo>
                  <a:lnTo>
                    <a:pt x="89778" y="446763"/>
                  </a:lnTo>
                  <a:lnTo>
                    <a:pt x="89725" y="446625"/>
                  </a:lnTo>
                  <a:lnTo>
                    <a:pt x="89590" y="446546"/>
                  </a:lnTo>
                  <a:lnTo>
                    <a:pt x="89309" y="446636"/>
                  </a:lnTo>
                  <a:lnTo>
                    <a:pt x="89084" y="446626"/>
                  </a:lnTo>
                  <a:lnTo>
                    <a:pt x="88608" y="446374"/>
                  </a:lnTo>
                  <a:lnTo>
                    <a:pt x="88374" y="446338"/>
                  </a:lnTo>
                  <a:lnTo>
                    <a:pt x="87916" y="445884"/>
                  </a:lnTo>
                  <a:lnTo>
                    <a:pt x="88113" y="445578"/>
                  </a:lnTo>
                  <a:lnTo>
                    <a:pt x="88129" y="445338"/>
                  </a:lnTo>
                  <a:lnTo>
                    <a:pt x="87847" y="445319"/>
                  </a:lnTo>
                  <a:lnTo>
                    <a:pt x="87750" y="445167"/>
                  </a:lnTo>
                  <a:lnTo>
                    <a:pt x="87724" y="444790"/>
                  </a:lnTo>
                  <a:lnTo>
                    <a:pt x="87860" y="444733"/>
                  </a:lnTo>
                  <a:lnTo>
                    <a:pt x="87993" y="444757"/>
                  </a:lnTo>
                  <a:lnTo>
                    <a:pt x="88215" y="444818"/>
                  </a:lnTo>
                  <a:lnTo>
                    <a:pt x="88403" y="444807"/>
                  </a:lnTo>
                  <a:lnTo>
                    <a:pt x="88558" y="444636"/>
                  </a:lnTo>
                  <a:lnTo>
                    <a:pt x="88688" y="444429"/>
                  </a:lnTo>
                  <a:lnTo>
                    <a:pt x="88553" y="444389"/>
                  </a:lnTo>
                  <a:lnTo>
                    <a:pt x="88570" y="443559"/>
                  </a:lnTo>
                  <a:lnTo>
                    <a:pt x="88713" y="443457"/>
                  </a:lnTo>
                  <a:lnTo>
                    <a:pt x="89182" y="443446"/>
                  </a:lnTo>
                  <a:lnTo>
                    <a:pt x="89501" y="443122"/>
                  </a:lnTo>
                  <a:lnTo>
                    <a:pt x="89618" y="442986"/>
                  </a:lnTo>
                  <a:lnTo>
                    <a:pt x="89929" y="442814"/>
                  </a:lnTo>
                  <a:lnTo>
                    <a:pt x="90240" y="443209"/>
                  </a:lnTo>
                  <a:lnTo>
                    <a:pt x="90371" y="443237"/>
                  </a:lnTo>
                  <a:lnTo>
                    <a:pt x="90731" y="443104"/>
                  </a:lnTo>
                  <a:lnTo>
                    <a:pt x="90957" y="442922"/>
                  </a:lnTo>
                  <a:lnTo>
                    <a:pt x="90761" y="442824"/>
                  </a:lnTo>
                  <a:lnTo>
                    <a:pt x="90459" y="442847"/>
                  </a:lnTo>
                  <a:lnTo>
                    <a:pt x="90406" y="442504"/>
                  </a:lnTo>
                  <a:lnTo>
                    <a:pt x="90719" y="442432"/>
                  </a:lnTo>
                  <a:lnTo>
                    <a:pt x="90954" y="442278"/>
                  </a:lnTo>
                  <a:lnTo>
                    <a:pt x="90772" y="442186"/>
                  </a:lnTo>
                  <a:lnTo>
                    <a:pt x="90572" y="441983"/>
                  </a:lnTo>
                  <a:lnTo>
                    <a:pt x="90799" y="441415"/>
                  </a:lnTo>
                  <a:lnTo>
                    <a:pt x="90720" y="440764"/>
                  </a:lnTo>
                  <a:lnTo>
                    <a:pt x="90678" y="440561"/>
                  </a:lnTo>
                  <a:lnTo>
                    <a:pt x="90321" y="440147"/>
                  </a:lnTo>
                  <a:lnTo>
                    <a:pt x="90005" y="440037"/>
                  </a:lnTo>
                  <a:lnTo>
                    <a:pt x="89737" y="440056"/>
                  </a:lnTo>
                  <a:lnTo>
                    <a:pt x="89718" y="439838"/>
                  </a:lnTo>
                  <a:lnTo>
                    <a:pt x="89797" y="439444"/>
                  </a:lnTo>
                  <a:lnTo>
                    <a:pt x="89730" y="439251"/>
                  </a:lnTo>
                  <a:lnTo>
                    <a:pt x="89288" y="438681"/>
                  </a:lnTo>
                  <a:lnTo>
                    <a:pt x="89332" y="438359"/>
                  </a:lnTo>
                  <a:lnTo>
                    <a:pt x="89014" y="438378"/>
                  </a:lnTo>
                  <a:lnTo>
                    <a:pt x="88643" y="438091"/>
                  </a:lnTo>
                  <a:lnTo>
                    <a:pt x="87941" y="438403"/>
                  </a:lnTo>
                  <a:lnTo>
                    <a:pt x="87658" y="438498"/>
                  </a:lnTo>
                  <a:lnTo>
                    <a:pt x="87405" y="438322"/>
                  </a:lnTo>
                  <a:lnTo>
                    <a:pt x="87307" y="438189"/>
                  </a:lnTo>
                  <a:lnTo>
                    <a:pt x="87176" y="438002"/>
                  </a:lnTo>
                  <a:lnTo>
                    <a:pt x="86930" y="437753"/>
                  </a:lnTo>
                  <a:lnTo>
                    <a:pt x="86654" y="437710"/>
                  </a:lnTo>
                  <a:lnTo>
                    <a:pt x="86275" y="437770"/>
                  </a:lnTo>
                  <a:lnTo>
                    <a:pt x="85879" y="437834"/>
                  </a:lnTo>
                  <a:lnTo>
                    <a:pt x="85617" y="437880"/>
                  </a:lnTo>
                  <a:lnTo>
                    <a:pt x="85421" y="437664"/>
                  </a:lnTo>
                  <a:lnTo>
                    <a:pt x="85257" y="437625"/>
                  </a:lnTo>
                  <a:lnTo>
                    <a:pt x="85062" y="437525"/>
                  </a:lnTo>
                  <a:lnTo>
                    <a:pt x="85112" y="437237"/>
                  </a:lnTo>
                  <a:lnTo>
                    <a:pt x="85024" y="437048"/>
                  </a:lnTo>
                  <a:lnTo>
                    <a:pt x="84755" y="436744"/>
                  </a:lnTo>
                  <a:lnTo>
                    <a:pt x="84559" y="436366"/>
                  </a:lnTo>
                  <a:lnTo>
                    <a:pt x="84401" y="436001"/>
                  </a:lnTo>
                  <a:lnTo>
                    <a:pt x="83800" y="435936"/>
                  </a:lnTo>
                  <a:lnTo>
                    <a:pt x="83964" y="435604"/>
                  </a:lnTo>
                  <a:lnTo>
                    <a:pt x="83956" y="435419"/>
                  </a:lnTo>
                  <a:lnTo>
                    <a:pt x="83722" y="435512"/>
                  </a:lnTo>
                  <a:lnTo>
                    <a:pt x="83755" y="435272"/>
                  </a:lnTo>
                  <a:lnTo>
                    <a:pt x="83812" y="435098"/>
                  </a:lnTo>
                  <a:lnTo>
                    <a:pt x="83950" y="435070"/>
                  </a:lnTo>
                  <a:lnTo>
                    <a:pt x="83962" y="434614"/>
                  </a:lnTo>
                  <a:lnTo>
                    <a:pt x="83822" y="434528"/>
                  </a:lnTo>
                  <a:lnTo>
                    <a:pt x="83545" y="434182"/>
                  </a:lnTo>
                  <a:lnTo>
                    <a:pt x="83330" y="434007"/>
                  </a:lnTo>
                  <a:lnTo>
                    <a:pt x="83190" y="433913"/>
                  </a:lnTo>
                  <a:lnTo>
                    <a:pt x="82927" y="434008"/>
                  </a:lnTo>
                  <a:lnTo>
                    <a:pt x="82872" y="434268"/>
                  </a:lnTo>
                  <a:lnTo>
                    <a:pt x="82975" y="434473"/>
                  </a:lnTo>
                  <a:lnTo>
                    <a:pt x="83008" y="434656"/>
                  </a:lnTo>
                  <a:lnTo>
                    <a:pt x="82746" y="434839"/>
                  </a:lnTo>
                  <a:lnTo>
                    <a:pt x="82561" y="434571"/>
                  </a:lnTo>
                  <a:lnTo>
                    <a:pt x="82617" y="434110"/>
                  </a:lnTo>
                  <a:lnTo>
                    <a:pt x="82684" y="433973"/>
                  </a:lnTo>
                  <a:lnTo>
                    <a:pt x="82837" y="433934"/>
                  </a:lnTo>
                  <a:lnTo>
                    <a:pt x="82930" y="433688"/>
                  </a:lnTo>
                  <a:lnTo>
                    <a:pt x="82772" y="433734"/>
                  </a:lnTo>
                  <a:lnTo>
                    <a:pt x="82328" y="433555"/>
                  </a:lnTo>
                  <a:lnTo>
                    <a:pt x="82108" y="433524"/>
                  </a:lnTo>
                  <a:lnTo>
                    <a:pt x="81815" y="433415"/>
                  </a:lnTo>
                  <a:lnTo>
                    <a:pt x="81430" y="433064"/>
                  </a:lnTo>
                  <a:lnTo>
                    <a:pt x="81216" y="433068"/>
                  </a:lnTo>
                  <a:lnTo>
                    <a:pt x="81174" y="432912"/>
                  </a:lnTo>
                  <a:lnTo>
                    <a:pt x="80957" y="432809"/>
                  </a:lnTo>
                  <a:lnTo>
                    <a:pt x="80521" y="433019"/>
                  </a:lnTo>
                  <a:lnTo>
                    <a:pt x="80165" y="433502"/>
                  </a:lnTo>
                  <a:lnTo>
                    <a:pt x="80163" y="433670"/>
                  </a:lnTo>
                  <a:lnTo>
                    <a:pt x="79998" y="433711"/>
                  </a:lnTo>
                  <a:lnTo>
                    <a:pt x="79619" y="433778"/>
                  </a:lnTo>
                  <a:lnTo>
                    <a:pt x="79440" y="433770"/>
                  </a:lnTo>
                  <a:lnTo>
                    <a:pt x="79480" y="434097"/>
                  </a:lnTo>
                  <a:lnTo>
                    <a:pt x="79664" y="434408"/>
                  </a:lnTo>
                  <a:lnTo>
                    <a:pt x="79557" y="434699"/>
                  </a:lnTo>
                  <a:lnTo>
                    <a:pt x="79233" y="434846"/>
                  </a:lnTo>
                  <a:lnTo>
                    <a:pt x="78931" y="435107"/>
                  </a:lnTo>
                  <a:lnTo>
                    <a:pt x="78740" y="435114"/>
                  </a:lnTo>
                  <a:lnTo>
                    <a:pt x="78027" y="435266"/>
                  </a:lnTo>
                  <a:lnTo>
                    <a:pt x="77866" y="435121"/>
                  </a:lnTo>
                  <a:lnTo>
                    <a:pt x="77374" y="434525"/>
                  </a:lnTo>
                  <a:lnTo>
                    <a:pt x="77173" y="434477"/>
                  </a:lnTo>
                  <a:lnTo>
                    <a:pt x="76581" y="434639"/>
                  </a:lnTo>
                  <a:lnTo>
                    <a:pt x="76256" y="435402"/>
                  </a:lnTo>
                  <a:lnTo>
                    <a:pt x="76150" y="435784"/>
                  </a:lnTo>
                  <a:lnTo>
                    <a:pt x="75892" y="436082"/>
                  </a:lnTo>
                  <a:lnTo>
                    <a:pt x="75855" y="436552"/>
                  </a:lnTo>
                  <a:lnTo>
                    <a:pt x="75804" y="436833"/>
                  </a:lnTo>
                  <a:lnTo>
                    <a:pt x="75704" y="437007"/>
                  </a:lnTo>
                  <a:lnTo>
                    <a:pt x="75532" y="437225"/>
                  </a:lnTo>
                  <a:lnTo>
                    <a:pt x="74912" y="437253"/>
                  </a:lnTo>
                  <a:lnTo>
                    <a:pt x="74743" y="437264"/>
                  </a:lnTo>
                  <a:lnTo>
                    <a:pt x="74528" y="437483"/>
                  </a:lnTo>
                  <a:lnTo>
                    <a:pt x="74403" y="437768"/>
                  </a:lnTo>
                  <a:lnTo>
                    <a:pt x="74133" y="437831"/>
                  </a:lnTo>
                  <a:lnTo>
                    <a:pt x="73674" y="438065"/>
                  </a:lnTo>
                  <a:lnTo>
                    <a:pt x="73364" y="438298"/>
                  </a:lnTo>
                  <a:lnTo>
                    <a:pt x="73229" y="438192"/>
                  </a:lnTo>
                  <a:lnTo>
                    <a:pt x="72918" y="437733"/>
                  </a:lnTo>
                  <a:lnTo>
                    <a:pt x="72494" y="437731"/>
                  </a:lnTo>
                  <a:lnTo>
                    <a:pt x="72266" y="437742"/>
                  </a:lnTo>
                  <a:lnTo>
                    <a:pt x="71470" y="437355"/>
                  </a:lnTo>
                  <a:lnTo>
                    <a:pt x="71270" y="437318"/>
                  </a:lnTo>
                  <a:lnTo>
                    <a:pt x="71097" y="437360"/>
                  </a:lnTo>
                  <a:lnTo>
                    <a:pt x="70851" y="437325"/>
                  </a:lnTo>
                  <a:lnTo>
                    <a:pt x="70705" y="437227"/>
                  </a:lnTo>
                  <a:lnTo>
                    <a:pt x="70562" y="437108"/>
                  </a:lnTo>
                  <a:lnTo>
                    <a:pt x="70392" y="437086"/>
                  </a:lnTo>
                  <a:lnTo>
                    <a:pt x="70141" y="437263"/>
                  </a:lnTo>
                  <a:lnTo>
                    <a:pt x="69943" y="437461"/>
                  </a:lnTo>
                  <a:lnTo>
                    <a:pt x="69902" y="437666"/>
                  </a:lnTo>
                  <a:lnTo>
                    <a:pt x="69863" y="437897"/>
                  </a:lnTo>
                  <a:lnTo>
                    <a:pt x="69839" y="438107"/>
                  </a:lnTo>
                  <a:lnTo>
                    <a:pt x="69935" y="438425"/>
                  </a:lnTo>
                  <a:lnTo>
                    <a:pt x="70286" y="438565"/>
                  </a:lnTo>
                  <a:lnTo>
                    <a:pt x="70257" y="438954"/>
                  </a:lnTo>
                  <a:lnTo>
                    <a:pt x="70060" y="438852"/>
                  </a:lnTo>
                  <a:lnTo>
                    <a:pt x="69684" y="438981"/>
                  </a:lnTo>
                  <a:lnTo>
                    <a:pt x="69411" y="439268"/>
                  </a:lnTo>
                  <a:lnTo>
                    <a:pt x="69524" y="439468"/>
                  </a:lnTo>
                  <a:lnTo>
                    <a:pt x="69809" y="439708"/>
                  </a:lnTo>
                  <a:lnTo>
                    <a:pt x="69648" y="439769"/>
                  </a:lnTo>
                  <a:lnTo>
                    <a:pt x="69468" y="439787"/>
                  </a:lnTo>
                  <a:lnTo>
                    <a:pt x="69300" y="439798"/>
                  </a:lnTo>
                  <a:lnTo>
                    <a:pt x="69214" y="439605"/>
                  </a:lnTo>
                  <a:lnTo>
                    <a:pt x="69079" y="439237"/>
                  </a:lnTo>
                  <a:lnTo>
                    <a:pt x="68858" y="439177"/>
                  </a:lnTo>
                  <a:lnTo>
                    <a:pt x="68185" y="439180"/>
                  </a:lnTo>
                  <a:lnTo>
                    <a:pt x="68195" y="439310"/>
                  </a:lnTo>
                  <a:lnTo>
                    <a:pt x="68099" y="439502"/>
                  </a:lnTo>
                  <a:lnTo>
                    <a:pt x="67830" y="439668"/>
                  </a:lnTo>
                  <a:lnTo>
                    <a:pt x="67398" y="439509"/>
                  </a:lnTo>
                  <a:lnTo>
                    <a:pt x="66936" y="439254"/>
                  </a:lnTo>
                  <a:lnTo>
                    <a:pt x="66626" y="439155"/>
                  </a:lnTo>
                  <a:lnTo>
                    <a:pt x="66306" y="439273"/>
                  </a:lnTo>
                  <a:lnTo>
                    <a:pt x="66179" y="439446"/>
                  </a:lnTo>
                  <a:lnTo>
                    <a:pt x="65907" y="439259"/>
                  </a:lnTo>
                  <a:lnTo>
                    <a:pt x="65550" y="439128"/>
                  </a:lnTo>
                  <a:lnTo>
                    <a:pt x="65139" y="439195"/>
                  </a:lnTo>
                  <a:lnTo>
                    <a:pt x="65139" y="438919"/>
                  </a:lnTo>
                  <a:lnTo>
                    <a:pt x="65159" y="438743"/>
                  </a:lnTo>
                  <a:lnTo>
                    <a:pt x="65159" y="438572"/>
                  </a:lnTo>
                  <a:lnTo>
                    <a:pt x="65031" y="438434"/>
                  </a:lnTo>
                  <a:lnTo>
                    <a:pt x="64716" y="438222"/>
                  </a:lnTo>
                  <a:lnTo>
                    <a:pt x="64507" y="438249"/>
                  </a:lnTo>
                  <a:lnTo>
                    <a:pt x="64353" y="438384"/>
                  </a:lnTo>
                  <a:lnTo>
                    <a:pt x="64114" y="438673"/>
                  </a:lnTo>
                  <a:lnTo>
                    <a:pt x="63939" y="438872"/>
                  </a:lnTo>
                  <a:lnTo>
                    <a:pt x="63527" y="438753"/>
                  </a:lnTo>
                  <a:lnTo>
                    <a:pt x="63356" y="438444"/>
                  </a:lnTo>
                  <a:lnTo>
                    <a:pt x="62961" y="438444"/>
                  </a:lnTo>
                  <a:lnTo>
                    <a:pt x="62819" y="438475"/>
                  </a:lnTo>
                  <a:lnTo>
                    <a:pt x="62675" y="438570"/>
                  </a:lnTo>
                  <a:lnTo>
                    <a:pt x="62349" y="438664"/>
                  </a:lnTo>
                  <a:lnTo>
                    <a:pt x="62064" y="438557"/>
                  </a:lnTo>
                  <a:lnTo>
                    <a:pt x="61542" y="438927"/>
                  </a:lnTo>
                  <a:lnTo>
                    <a:pt x="61397" y="439217"/>
                  </a:lnTo>
                  <a:lnTo>
                    <a:pt x="60887" y="439148"/>
                  </a:lnTo>
                  <a:lnTo>
                    <a:pt x="60659" y="439323"/>
                  </a:lnTo>
                  <a:lnTo>
                    <a:pt x="60442" y="439454"/>
                  </a:lnTo>
                  <a:lnTo>
                    <a:pt x="60158" y="439712"/>
                  </a:lnTo>
                  <a:lnTo>
                    <a:pt x="59594" y="440203"/>
                  </a:lnTo>
                  <a:lnTo>
                    <a:pt x="59402" y="440547"/>
                  </a:lnTo>
                  <a:lnTo>
                    <a:pt x="59224" y="440386"/>
                  </a:lnTo>
                  <a:lnTo>
                    <a:pt x="59067" y="440354"/>
                  </a:lnTo>
                  <a:lnTo>
                    <a:pt x="58686" y="440631"/>
                  </a:lnTo>
                  <a:lnTo>
                    <a:pt x="58542" y="440376"/>
                  </a:lnTo>
                  <a:lnTo>
                    <a:pt x="58371" y="440335"/>
                  </a:lnTo>
                  <a:lnTo>
                    <a:pt x="58093" y="440371"/>
                  </a:lnTo>
                  <a:lnTo>
                    <a:pt x="57904" y="440567"/>
                  </a:lnTo>
                  <a:lnTo>
                    <a:pt x="57709" y="440938"/>
                  </a:lnTo>
                  <a:lnTo>
                    <a:pt x="57627" y="441235"/>
                  </a:lnTo>
                  <a:lnTo>
                    <a:pt x="57349" y="441836"/>
                  </a:lnTo>
                  <a:lnTo>
                    <a:pt x="57129" y="441839"/>
                  </a:lnTo>
                  <a:lnTo>
                    <a:pt x="56996" y="441807"/>
                  </a:lnTo>
                  <a:lnTo>
                    <a:pt x="56833" y="441585"/>
                  </a:lnTo>
                  <a:lnTo>
                    <a:pt x="56940" y="441190"/>
                  </a:lnTo>
                  <a:lnTo>
                    <a:pt x="56854" y="440953"/>
                  </a:lnTo>
                  <a:lnTo>
                    <a:pt x="56700" y="440893"/>
                  </a:lnTo>
                  <a:lnTo>
                    <a:pt x="56439" y="440804"/>
                  </a:lnTo>
                  <a:lnTo>
                    <a:pt x="56236" y="440501"/>
                  </a:lnTo>
                  <a:lnTo>
                    <a:pt x="56260" y="440239"/>
                  </a:lnTo>
                  <a:lnTo>
                    <a:pt x="56569" y="440039"/>
                  </a:lnTo>
                  <a:lnTo>
                    <a:pt x="56718" y="439746"/>
                  </a:lnTo>
                  <a:lnTo>
                    <a:pt x="56778" y="439323"/>
                  </a:lnTo>
                  <a:lnTo>
                    <a:pt x="56684" y="439079"/>
                  </a:lnTo>
                  <a:lnTo>
                    <a:pt x="57339" y="438831"/>
                  </a:lnTo>
                  <a:lnTo>
                    <a:pt x="57645" y="438826"/>
                  </a:lnTo>
                  <a:lnTo>
                    <a:pt x="57974" y="438707"/>
                  </a:lnTo>
                  <a:lnTo>
                    <a:pt x="57915" y="438517"/>
                  </a:lnTo>
                  <a:lnTo>
                    <a:pt x="57746" y="438349"/>
                  </a:lnTo>
                  <a:lnTo>
                    <a:pt x="57523" y="438170"/>
                  </a:lnTo>
                  <a:lnTo>
                    <a:pt x="57363" y="438142"/>
                  </a:lnTo>
                  <a:lnTo>
                    <a:pt x="57057" y="438089"/>
                  </a:lnTo>
                  <a:lnTo>
                    <a:pt x="56726" y="437542"/>
                  </a:lnTo>
                  <a:lnTo>
                    <a:pt x="56744" y="437361"/>
                  </a:lnTo>
                  <a:lnTo>
                    <a:pt x="56932" y="437330"/>
                  </a:lnTo>
                  <a:lnTo>
                    <a:pt x="57090" y="437248"/>
                  </a:lnTo>
                  <a:lnTo>
                    <a:pt x="57307" y="436808"/>
                  </a:lnTo>
                  <a:lnTo>
                    <a:pt x="57501" y="436114"/>
                  </a:lnTo>
                  <a:lnTo>
                    <a:pt x="57328" y="436046"/>
                  </a:lnTo>
                  <a:lnTo>
                    <a:pt x="57193" y="435759"/>
                  </a:lnTo>
                  <a:lnTo>
                    <a:pt x="57407" y="435528"/>
                  </a:lnTo>
                  <a:lnTo>
                    <a:pt x="57214" y="435486"/>
                  </a:lnTo>
                  <a:lnTo>
                    <a:pt x="56844" y="435190"/>
                  </a:lnTo>
                  <a:lnTo>
                    <a:pt x="56870" y="435021"/>
                  </a:lnTo>
                  <a:lnTo>
                    <a:pt x="57096" y="434887"/>
                  </a:lnTo>
                  <a:lnTo>
                    <a:pt x="57224" y="434811"/>
                  </a:lnTo>
                  <a:lnTo>
                    <a:pt x="57488" y="434315"/>
                  </a:lnTo>
                  <a:lnTo>
                    <a:pt x="57098" y="434226"/>
                  </a:lnTo>
                  <a:lnTo>
                    <a:pt x="56665" y="434526"/>
                  </a:lnTo>
                  <a:lnTo>
                    <a:pt x="56566" y="434679"/>
                  </a:lnTo>
                  <a:lnTo>
                    <a:pt x="56198" y="434629"/>
                  </a:lnTo>
                  <a:lnTo>
                    <a:pt x="56022" y="434514"/>
                  </a:lnTo>
                  <a:lnTo>
                    <a:pt x="55986" y="434359"/>
                  </a:lnTo>
                  <a:lnTo>
                    <a:pt x="55948" y="434169"/>
                  </a:lnTo>
                  <a:lnTo>
                    <a:pt x="55694" y="433926"/>
                  </a:lnTo>
                  <a:lnTo>
                    <a:pt x="55522" y="433940"/>
                  </a:lnTo>
                  <a:lnTo>
                    <a:pt x="54928" y="433748"/>
                  </a:lnTo>
                  <a:lnTo>
                    <a:pt x="54748" y="433618"/>
                  </a:lnTo>
                  <a:lnTo>
                    <a:pt x="54694" y="433421"/>
                  </a:lnTo>
                  <a:lnTo>
                    <a:pt x="54886" y="432763"/>
                  </a:lnTo>
                  <a:lnTo>
                    <a:pt x="55015" y="432657"/>
                  </a:lnTo>
                  <a:lnTo>
                    <a:pt x="55516" y="432123"/>
                  </a:lnTo>
                  <a:lnTo>
                    <a:pt x="55744" y="431915"/>
                  </a:lnTo>
                  <a:lnTo>
                    <a:pt x="55816" y="431784"/>
                  </a:lnTo>
                  <a:lnTo>
                    <a:pt x="55634" y="431576"/>
                  </a:lnTo>
                  <a:lnTo>
                    <a:pt x="54972" y="431498"/>
                  </a:lnTo>
                  <a:lnTo>
                    <a:pt x="54692" y="431351"/>
                  </a:lnTo>
                  <a:lnTo>
                    <a:pt x="54446" y="431202"/>
                  </a:lnTo>
                  <a:lnTo>
                    <a:pt x="53472" y="431192"/>
                  </a:lnTo>
                  <a:lnTo>
                    <a:pt x="53228" y="431404"/>
                  </a:lnTo>
                  <a:lnTo>
                    <a:pt x="53014" y="431512"/>
                  </a:lnTo>
                  <a:lnTo>
                    <a:pt x="52823" y="431582"/>
                  </a:lnTo>
                  <a:lnTo>
                    <a:pt x="52595" y="431140"/>
                  </a:lnTo>
                  <a:lnTo>
                    <a:pt x="52625" y="430400"/>
                  </a:lnTo>
                  <a:lnTo>
                    <a:pt x="53378" y="429850"/>
                  </a:lnTo>
                  <a:lnTo>
                    <a:pt x="53492" y="429173"/>
                  </a:lnTo>
                  <a:lnTo>
                    <a:pt x="53326" y="429148"/>
                  </a:lnTo>
                  <a:lnTo>
                    <a:pt x="53186" y="429156"/>
                  </a:lnTo>
                  <a:lnTo>
                    <a:pt x="53127" y="428294"/>
                  </a:lnTo>
                  <a:lnTo>
                    <a:pt x="53289" y="428041"/>
                  </a:lnTo>
                  <a:lnTo>
                    <a:pt x="53420" y="427780"/>
                  </a:lnTo>
                  <a:lnTo>
                    <a:pt x="53492" y="427556"/>
                  </a:lnTo>
                  <a:lnTo>
                    <a:pt x="53522" y="427329"/>
                  </a:lnTo>
                  <a:lnTo>
                    <a:pt x="53638" y="426895"/>
                  </a:lnTo>
                  <a:lnTo>
                    <a:pt x="53903" y="426782"/>
                  </a:lnTo>
                  <a:lnTo>
                    <a:pt x="54132" y="426955"/>
                  </a:lnTo>
                  <a:lnTo>
                    <a:pt x="54697" y="426915"/>
                  </a:lnTo>
                  <a:lnTo>
                    <a:pt x="54878" y="426810"/>
                  </a:lnTo>
                  <a:lnTo>
                    <a:pt x="54783" y="426647"/>
                  </a:lnTo>
                  <a:lnTo>
                    <a:pt x="54817" y="426224"/>
                  </a:lnTo>
                  <a:lnTo>
                    <a:pt x="55130" y="424961"/>
                  </a:lnTo>
                  <a:lnTo>
                    <a:pt x="54778" y="424810"/>
                  </a:lnTo>
                  <a:lnTo>
                    <a:pt x="54571" y="424718"/>
                  </a:lnTo>
                  <a:lnTo>
                    <a:pt x="54369" y="424393"/>
                  </a:lnTo>
                  <a:lnTo>
                    <a:pt x="54350" y="424153"/>
                  </a:lnTo>
                  <a:lnTo>
                    <a:pt x="54380" y="424018"/>
                  </a:lnTo>
                  <a:lnTo>
                    <a:pt x="54593" y="423336"/>
                  </a:lnTo>
                  <a:lnTo>
                    <a:pt x="54690" y="423084"/>
                  </a:lnTo>
                  <a:lnTo>
                    <a:pt x="54550" y="422838"/>
                  </a:lnTo>
                  <a:lnTo>
                    <a:pt x="54068" y="422667"/>
                  </a:lnTo>
                  <a:lnTo>
                    <a:pt x="53519" y="422626"/>
                  </a:lnTo>
                  <a:lnTo>
                    <a:pt x="53037" y="421739"/>
                  </a:lnTo>
                  <a:lnTo>
                    <a:pt x="53149" y="421187"/>
                  </a:lnTo>
                  <a:lnTo>
                    <a:pt x="52726" y="420302"/>
                  </a:lnTo>
                  <a:lnTo>
                    <a:pt x="52561" y="419858"/>
                  </a:lnTo>
                  <a:lnTo>
                    <a:pt x="52182" y="419386"/>
                  </a:lnTo>
                  <a:lnTo>
                    <a:pt x="52095" y="418772"/>
                  </a:lnTo>
                  <a:lnTo>
                    <a:pt x="51989" y="418540"/>
                  </a:lnTo>
                  <a:lnTo>
                    <a:pt x="51764" y="418088"/>
                  </a:lnTo>
                  <a:lnTo>
                    <a:pt x="51592" y="417907"/>
                  </a:lnTo>
                  <a:lnTo>
                    <a:pt x="51515" y="417240"/>
                  </a:lnTo>
                  <a:lnTo>
                    <a:pt x="51555" y="416870"/>
                  </a:lnTo>
                  <a:lnTo>
                    <a:pt x="51546" y="416699"/>
                  </a:lnTo>
                  <a:lnTo>
                    <a:pt x="51366" y="416244"/>
                  </a:lnTo>
                  <a:lnTo>
                    <a:pt x="51433" y="416048"/>
                  </a:lnTo>
                  <a:lnTo>
                    <a:pt x="51630" y="415463"/>
                  </a:lnTo>
                  <a:lnTo>
                    <a:pt x="51759" y="415387"/>
                  </a:lnTo>
                  <a:lnTo>
                    <a:pt x="52177" y="415077"/>
                  </a:lnTo>
                  <a:lnTo>
                    <a:pt x="52988" y="414372"/>
                  </a:lnTo>
                  <a:lnTo>
                    <a:pt x="53343" y="413833"/>
                  </a:lnTo>
                  <a:lnTo>
                    <a:pt x="53457" y="413333"/>
                  </a:lnTo>
                  <a:lnTo>
                    <a:pt x="53462" y="413103"/>
                  </a:lnTo>
                  <a:lnTo>
                    <a:pt x="53549" y="412716"/>
                  </a:lnTo>
                  <a:lnTo>
                    <a:pt x="53636" y="412466"/>
                  </a:lnTo>
                  <a:lnTo>
                    <a:pt x="53730" y="412224"/>
                  </a:lnTo>
                  <a:lnTo>
                    <a:pt x="53960" y="411912"/>
                  </a:lnTo>
                  <a:lnTo>
                    <a:pt x="54056" y="411510"/>
                  </a:lnTo>
                  <a:lnTo>
                    <a:pt x="54055" y="410475"/>
                  </a:lnTo>
                  <a:lnTo>
                    <a:pt x="54158" y="410317"/>
                  </a:lnTo>
                  <a:lnTo>
                    <a:pt x="54824" y="409358"/>
                  </a:lnTo>
                  <a:lnTo>
                    <a:pt x="55038" y="409104"/>
                  </a:lnTo>
                  <a:lnTo>
                    <a:pt x="55694" y="408610"/>
                  </a:lnTo>
                  <a:lnTo>
                    <a:pt x="55943" y="408390"/>
                  </a:lnTo>
                  <a:lnTo>
                    <a:pt x="56077" y="407992"/>
                  </a:lnTo>
                  <a:lnTo>
                    <a:pt x="56077" y="407863"/>
                  </a:lnTo>
                  <a:lnTo>
                    <a:pt x="56109" y="407731"/>
                  </a:lnTo>
                  <a:lnTo>
                    <a:pt x="56320" y="407528"/>
                  </a:lnTo>
                  <a:lnTo>
                    <a:pt x="56716" y="407201"/>
                  </a:lnTo>
                  <a:lnTo>
                    <a:pt x="56630" y="406994"/>
                  </a:lnTo>
                  <a:lnTo>
                    <a:pt x="56529" y="406752"/>
                  </a:lnTo>
                  <a:lnTo>
                    <a:pt x="56667" y="406288"/>
                  </a:lnTo>
                  <a:lnTo>
                    <a:pt x="56554" y="406066"/>
                  </a:lnTo>
                  <a:lnTo>
                    <a:pt x="56540" y="405637"/>
                  </a:lnTo>
                  <a:lnTo>
                    <a:pt x="56865" y="405079"/>
                  </a:lnTo>
                  <a:lnTo>
                    <a:pt x="56720" y="404625"/>
                  </a:lnTo>
                  <a:lnTo>
                    <a:pt x="56545" y="404239"/>
                  </a:lnTo>
                  <a:lnTo>
                    <a:pt x="56524" y="403851"/>
                  </a:lnTo>
                  <a:lnTo>
                    <a:pt x="56559" y="403710"/>
                  </a:lnTo>
                  <a:lnTo>
                    <a:pt x="56369" y="403244"/>
                  </a:lnTo>
                  <a:lnTo>
                    <a:pt x="56441" y="403018"/>
                  </a:lnTo>
                  <a:lnTo>
                    <a:pt x="56479" y="402792"/>
                  </a:lnTo>
                  <a:lnTo>
                    <a:pt x="56634" y="402761"/>
                  </a:lnTo>
                  <a:lnTo>
                    <a:pt x="56797" y="402535"/>
                  </a:lnTo>
                  <a:lnTo>
                    <a:pt x="56797" y="402314"/>
                  </a:lnTo>
                  <a:lnTo>
                    <a:pt x="56561" y="401905"/>
                  </a:lnTo>
                  <a:lnTo>
                    <a:pt x="56224" y="401724"/>
                  </a:lnTo>
                  <a:lnTo>
                    <a:pt x="56091" y="401508"/>
                  </a:lnTo>
                  <a:lnTo>
                    <a:pt x="55876" y="401354"/>
                  </a:lnTo>
                  <a:lnTo>
                    <a:pt x="55826" y="401111"/>
                  </a:lnTo>
                  <a:lnTo>
                    <a:pt x="55821" y="400828"/>
                  </a:lnTo>
                  <a:lnTo>
                    <a:pt x="55926" y="400662"/>
                  </a:lnTo>
                  <a:lnTo>
                    <a:pt x="56297" y="400333"/>
                  </a:lnTo>
                  <a:lnTo>
                    <a:pt x="56297" y="400189"/>
                  </a:lnTo>
                  <a:lnTo>
                    <a:pt x="56410" y="400055"/>
                  </a:lnTo>
                  <a:lnTo>
                    <a:pt x="56599" y="399971"/>
                  </a:lnTo>
                  <a:lnTo>
                    <a:pt x="56773" y="399868"/>
                  </a:lnTo>
                  <a:lnTo>
                    <a:pt x="57056" y="399369"/>
                  </a:lnTo>
                  <a:lnTo>
                    <a:pt x="57185" y="398866"/>
                  </a:lnTo>
                  <a:lnTo>
                    <a:pt x="57123" y="398712"/>
                  </a:lnTo>
                  <a:lnTo>
                    <a:pt x="57291" y="398359"/>
                  </a:lnTo>
                  <a:lnTo>
                    <a:pt x="57309" y="398190"/>
                  </a:lnTo>
                  <a:lnTo>
                    <a:pt x="57429" y="397923"/>
                  </a:lnTo>
                  <a:lnTo>
                    <a:pt x="57550" y="397576"/>
                  </a:lnTo>
                  <a:lnTo>
                    <a:pt x="57759" y="397283"/>
                  </a:lnTo>
                  <a:lnTo>
                    <a:pt x="57910" y="397301"/>
                  </a:lnTo>
                  <a:lnTo>
                    <a:pt x="58254" y="397414"/>
                  </a:lnTo>
                  <a:lnTo>
                    <a:pt x="58738" y="397245"/>
                  </a:lnTo>
                  <a:lnTo>
                    <a:pt x="59000" y="397520"/>
                  </a:lnTo>
                  <a:lnTo>
                    <a:pt x="59273" y="397861"/>
                  </a:lnTo>
                  <a:lnTo>
                    <a:pt x="59515" y="397892"/>
                  </a:lnTo>
                  <a:lnTo>
                    <a:pt x="59770" y="397842"/>
                  </a:lnTo>
                  <a:lnTo>
                    <a:pt x="60341" y="397715"/>
                  </a:lnTo>
                  <a:lnTo>
                    <a:pt x="60926" y="397450"/>
                  </a:lnTo>
                  <a:lnTo>
                    <a:pt x="60977" y="396657"/>
                  </a:lnTo>
                  <a:lnTo>
                    <a:pt x="60594" y="396563"/>
                  </a:lnTo>
                  <a:lnTo>
                    <a:pt x="60470" y="396290"/>
                  </a:lnTo>
                  <a:lnTo>
                    <a:pt x="60554" y="396146"/>
                  </a:lnTo>
                  <a:lnTo>
                    <a:pt x="60930" y="396021"/>
                  </a:lnTo>
                  <a:lnTo>
                    <a:pt x="61470" y="395824"/>
                  </a:lnTo>
                  <a:lnTo>
                    <a:pt x="61997" y="395649"/>
                  </a:lnTo>
                  <a:lnTo>
                    <a:pt x="62459" y="395426"/>
                  </a:lnTo>
                  <a:lnTo>
                    <a:pt x="62789" y="395329"/>
                  </a:lnTo>
                  <a:lnTo>
                    <a:pt x="63124" y="395097"/>
                  </a:lnTo>
                  <a:lnTo>
                    <a:pt x="63480" y="394912"/>
                  </a:lnTo>
                  <a:lnTo>
                    <a:pt x="63939" y="394972"/>
                  </a:lnTo>
                  <a:lnTo>
                    <a:pt x="64100" y="394982"/>
                  </a:lnTo>
                  <a:lnTo>
                    <a:pt x="64407" y="394966"/>
                  </a:lnTo>
                  <a:lnTo>
                    <a:pt x="64943" y="394646"/>
                  </a:lnTo>
                  <a:lnTo>
                    <a:pt x="64981" y="394488"/>
                  </a:lnTo>
                  <a:lnTo>
                    <a:pt x="65184" y="394345"/>
                  </a:lnTo>
                  <a:lnTo>
                    <a:pt x="65599" y="394193"/>
                  </a:lnTo>
                  <a:lnTo>
                    <a:pt x="65877" y="393889"/>
                  </a:lnTo>
                  <a:lnTo>
                    <a:pt x="66127" y="393606"/>
                  </a:lnTo>
                  <a:lnTo>
                    <a:pt x="66369" y="393417"/>
                  </a:lnTo>
                  <a:lnTo>
                    <a:pt x="66683" y="393169"/>
                  </a:lnTo>
                  <a:lnTo>
                    <a:pt x="66546" y="392961"/>
                  </a:lnTo>
                  <a:lnTo>
                    <a:pt x="66351" y="392964"/>
                  </a:lnTo>
                  <a:lnTo>
                    <a:pt x="66158" y="392974"/>
                  </a:lnTo>
                  <a:lnTo>
                    <a:pt x="65995" y="392850"/>
                  </a:lnTo>
                  <a:lnTo>
                    <a:pt x="65798" y="392632"/>
                  </a:lnTo>
                  <a:lnTo>
                    <a:pt x="65806" y="392392"/>
                  </a:lnTo>
                  <a:lnTo>
                    <a:pt x="66081" y="392216"/>
                  </a:lnTo>
                  <a:lnTo>
                    <a:pt x="66289" y="391993"/>
                  </a:lnTo>
                  <a:lnTo>
                    <a:pt x="66231" y="391507"/>
                  </a:lnTo>
                  <a:lnTo>
                    <a:pt x="65866" y="391261"/>
                  </a:lnTo>
                  <a:lnTo>
                    <a:pt x="65929" y="391021"/>
                  </a:lnTo>
                  <a:lnTo>
                    <a:pt x="65882" y="390834"/>
                  </a:lnTo>
                  <a:lnTo>
                    <a:pt x="65679" y="390616"/>
                  </a:lnTo>
                  <a:lnTo>
                    <a:pt x="65306" y="390681"/>
                  </a:lnTo>
                  <a:lnTo>
                    <a:pt x="65021" y="390791"/>
                  </a:lnTo>
                  <a:lnTo>
                    <a:pt x="64622" y="390887"/>
                  </a:lnTo>
                  <a:lnTo>
                    <a:pt x="64244" y="390877"/>
                  </a:lnTo>
                  <a:lnTo>
                    <a:pt x="64192" y="390571"/>
                  </a:lnTo>
                  <a:lnTo>
                    <a:pt x="64179" y="390426"/>
                  </a:lnTo>
                  <a:lnTo>
                    <a:pt x="63853" y="390065"/>
                  </a:lnTo>
                  <a:lnTo>
                    <a:pt x="63432" y="390207"/>
                  </a:lnTo>
                  <a:lnTo>
                    <a:pt x="62916" y="390443"/>
                  </a:lnTo>
                  <a:lnTo>
                    <a:pt x="62355" y="390577"/>
                  </a:lnTo>
                  <a:lnTo>
                    <a:pt x="61906" y="390858"/>
                  </a:lnTo>
                  <a:lnTo>
                    <a:pt x="61341" y="390972"/>
                  </a:lnTo>
                  <a:lnTo>
                    <a:pt x="61200" y="391013"/>
                  </a:lnTo>
                  <a:lnTo>
                    <a:pt x="61037" y="391118"/>
                  </a:lnTo>
                  <a:lnTo>
                    <a:pt x="60876" y="391223"/>
                  </a:lnTo>
                  <a:lnTo>
                    <a:pt x="60641" y="391334"/>
                  </a:lnTo>
                  <a:lnTo>
                    <a:pt x="60276" y="391482"/>
                  </a:lnTo>
                  <a:lnTo>
                    <a:pt x="60210" y="391913"/>
                  </a:lnTo>
                  <a:lnTo>
                    <a:pt x="60050" y="392025"/>
                  </a:lnTo>
                  <a:lnTo>
                    <a:pt x="59797" y="392152"/>
                  </a:lnTo>
                  <a:lnTo>
                    <a:pt x="59579" y="392552"/>
                  </a:lnTo>
                  <a:lnTo>
                    <a:pt x="58851" y="392386"/>
                  </a:lnTo>
                  <a:lnTo>
                    <a:pt x="58710" y="392401"/>
                  </a:lnTo>
                  <a:lnTo>
                    <a:pt x="58549" y="392443"/>
                  </a:lnTo>
                  <a:lnTo>
                    <a:pt x="58399" y="392616"/>
                  </a:lnTo>
                  <a:lnTo>
                    <a:pt x="58290" y="392796"/>
                  </a:lnTo>
                  <a:lnTo>
                    <a:pt x="58115" y="392704"/>
                  </a:lnTo>
                  <a:lnTo>
                    <a:pt x="58133" y="392146"/>
                  </a:lnTo>
                  <a:lnTo>
                    <a:pt x="58155" y="391969"/>
                  </a:lnTo>
                  <a:lnTo>
                    <a:pt x="58094" y="391694"/>
                  </a:lnTo>
                  <a:lnTo>
                    <a:pt x="57883" y="391724"/>
                  </a:lnTo>
                  <a:lnTo>
                    <a:pt x="57415" y="391668"/>
                  </a:lnTo>
                  <a:lnTo>
                    <a:pt x="57315" y="391495"/>
                  </a:lnTo>
                  <a:lnTo>
                    <a:pt x="57050" y="391415"/>
                  </a:lnTo>
                  <a:lnTo>
                    <a:pt x="56968" y="391586"/>
                  </a:lnTo>
                  <a:lnTo>
                    <a:pt x="56730" y="391863"/>
                  </a:lnTo>
                  <a:lnTo>
                    <a:pt x="56262" y="391709"/>
                  </a:lnTo>
                  <a:lnTo>
                    <a:pt x="56042" y="391674"/>
                  </a:lnTo>
                  <a:lnTo>
                    <a:pt x="55821" y="391821"/>
                  </a:lnTo>
                  <a:lnTo>
                    <a:pt x="55680" y="391914"/>
                  </a:lnTo>
                  <a:lnTo>
                    <a:pt x="55634" y="392082"/>
                  </a:lnTo>
                  <a:lnTo>
                    <a:pt x="55091" y="392510"/>
                  </a:lnTo>
                  <a:lnTo>
                    <a:pt x="54914" y="392518"/>
                  </a:lnTo>
                  <a:lnTo>
                    <a:pt x="54696" y="392567"/>
                  </a:lnTo>
                  <a:lnTo>
                    <a:pt x="54570" y="392699"/>
                  </a:lnTo>
                  <a:lnTo>
                    <a:pt x="54356" y="392992"/>
                  </a:lnTo>
                  <a:lnTo>
                    <a:pt x="53622" y="393417"/>
                  </a:lnTo>
                  <a:lnTo>
                    <a:pt x="53317" y="393049"/>
                  </a:lnTo>
                  <a:lnTo>
                    <a:pt x="53067" y="392854"/>
                  </a:lnTo>
                  <a:lnTo>
                    <a:pt x="52858" y="392553"/>
                  </a:lnTo>
                  <a:lnTo>
                    <a:pt x="53049" y="392463"/>
                  </a:lnTo>
                  <a:lnTo>
                    <a:pt x="53312" y="392180"/>
                  </a:lnTo>
                  <a:lnTo>
                    <a:pt x="53241" y="391834"/>
                  </a:lnTo>
                  <a:lnTo>
                    <a:pt x="52896" y="391601"/>
                  </a:lnTo>
                  <a:lnTo>
                    <a:pt x="53005" y="391199"/>
                  </a:lnTo>
                  <a:lnTo>
                    <a:pt x="53274" y="391018"/>
                  </a:lnTo>
                  <a:lnTo>
                    <a:pt x="53472" y="390957"/>
                  </a:lnTo>
                  <a:lnTo>
                    <a:pt x="53793" y="390892"/>
                  </a:lnTo>
                  <a:lnTo>
                    <a:pt x="54150" y="390430"/>
                  </a:lnTo>
                  <a:lnTo>
                    <a:pt x="54200" y="390263"/>
                  </a:lnTo>
                  <a:lnTo>
                    <a:pt x="54499" y="389029"/>
                  </a:lnTo>
                  <a:lnTo>
                    <a:pt x="54470" y="388740"/>
                  </a:lnTo>
                  <a:lnTo>
                    <a:pt x="54846" y="388294"/>
                  </a:lnTo>
                  <a:lnTo>
                    <a:pt x="55098" y="388199"/>
                  </a:lnTo>
                  <a:lnTo>
                    <a:pt x="55515" y="388019"/>
                  </a:lnTo>
                  <a:lnTo>
                    <a:pt x="55953" y="387644"/>
                  </a:lnTo>
                  <a:lnTo>
                    <a:pt x="56307" y="387508"/>
                  </a:lnTo>
                  <a:lnTo>
                    <a:pt x="56684" y="387076"/>
                  </a:lnTo>
                  <a:lnTo>
                    <a:pt x="56493" y="386799"/>
                  </a:lnTo>
                  <a:lnTo>
                    <a:pt x="56397" y="386273"/>
                  </a:lnTo>
                  <a:lnTo>
                    <a:pt x="56614" y="385820"/>
                  </a:lnTo>
                  <a:lnTo>
                    <a:pt x="56757" y="385523"/>
                  </a:lnTo>
                  <a:lnTo>
                    <a:pt x="57028" y="385171"/>
                  </a:lnTo>
                  <a:lnTo>
                    <a:pt x="57211" y="385022"/>
                  </a:lnTo>
                  <a:lnTo>
                    <a:pt x="57290" y="384774"/>
                  </a:lnTo>
                  <a:lnTo>
                    <a:pt x="57243" y="384416"/>
                  </a:lnTo>
                  <a:lnTo>
                    <a:pt x="57129" y="384193"/>
                  </a:lnTo>
                  <a:lnTo>
                    <a:pt x="57121" y="384055"/>
                  </a:lnTo>
                  <a:lnTo>
                    <a:pt x="57342" y="383689"/>
                  </a:lnTo>
                  <a:lnTo>
                    <a:pt x="57596" y="383519"/>
                  </a:lnTo>
                  <a:lnTo>
                    <a:pt x="57766" y="383497"/>
                  </a:lnTo>
                  <a:lnTo>
                    <a:pt x="57692" y="383368"/>
                  </a:lnTo>
                  <a:lnTo>
                    <a:pt x="57498" y="383226"/>
                  </a:lnTo>
                  <a:lnTo>
                    <a:pt x="57402" y="383092"/>
                  </a:lnTo>
                  <a:lnTo>
                    <a:pt x="57261" y="382688"/>
                  </a:lnTo>
                  <a:lnTo>
                    <a:pt x="57237" y="382473"/>
                  </a:lnTo>
                  <a:lnTo>
                    <a:pt x="57175" y="381976"/>
                  </a:lnTo>
                  <a:lnTo>
                    <a:pt x="56968" y="381757"/>
                  </a:lnTo>
                  <a:lnTo>
                    <a:pt x="56894" y="381517"/>
                  </a:lnTo>
                  <a:lnTo>
                    <a:pt x="57125" y="381303"/>
                  </a:lnTo>
                  <a:lnTo>
                    <a:pt x="57447" y="380678"/>
                  </a:lnTo>
                  <a:lnTo>
                    <a:pt x="57700" y="380500"/>
                  </a:lnTo>
                  <a:lnTo>
                    <a:pt x="57833" y="380493"/>
                  </a:lnTo>
                  <a:lnTo>
                    <a:pt x="57976" y="380386"/>
                  </a:lnTo>
                  <a:lnTo>
                    <a:pt x="58262" y="380028"/>
                  </a:lnTo>
                  <a:lnTo>
                    <a:pt x="58405" y="379712"/>
                  </a:lnTo>
                  <a:lnTo>
                    <a:pt x="58567" y="379548"/>
                  </a:lnTo>
                  <a:lnTo>
                    <a:pt x="58873" y="379511"/>
                  </a:lnTo>
                  <a:lnTo>
                    <a:pt x="58962" y="379667"/>
                  </a:lnTo>
                  <a:lnTo>
                    <a:pt x="59143" y="379735"/>
                  </a:lnTo>
                  <a:lnTo>
                    <a:pt x="59509" y="379680"/>
                  </a:lnTo>
                  <a:lnTo>
                    <a:pt x="59589" y="379351"/>
                  </a:lnTo>
                  <a:lnTo>
                    <a:pt x="59499" y="378835"/>
                  </a:lnTo>
                  <a:lnTo>
                    <a:pt x="59598" y="378503"/>
                  </a:lnTo>
                  <a:lnTo>
                    <a:pt x="59639" y="378081"/>
                  </a:lnTo>
                  <a:lnTo>
                    <a:pt x="59598" y="377932"/>
                  </a:lnTo>
                  <a:lnTo>
                    <a:pt x="59622" y="377702"/>
                  </a:lnTo>
                  <a:lnTo>
                    <a:pt x="59757" y="377389"/>
                  </a:lnTo>
                  <a:lnTo>
                    <a:pt x="59778" y="377159"/>
                  </a:lnTo>
                  <a:lnTo>
                    <a:pt x="60038" y="376730"/>
                  </a:lnTo>
                  <a:lnTo>
                    <a:pt x="60246" y="376093"/>
                  </a:lnTo>
                  <a:lnTo>
                    <a:pt x="60287" y="375913"/>
                  </a:lnTo>
                  <a:lnTo>
                    <a:pt x="59894" y="375878"/>
                  </a:lnTo>
                  <a:lnTo>
                    <a:pt x="59262" y="375785"/>
                  </a:lnTo>
                  <a:lnTo>
                    <a:pt x="58901" y="375614"/>
                  </a:lnTo>
                  <a:lnTo>
                    <a:pt x="58877" y="375348"/>
                  </a:lnTo>
                  <a:lnTo>
                    <a:pt x="59052" y="375088"/>
                  </a:lnTo>
                  <a:lnTo>
                    <a:pt x="59233" y="374899"/>
                  </a:lnTo>
                  <a:lnTo>
                    <a:pt x="59454" y="374446"/>
                  </a:lnTo>
                  <a:lnTo>
                    <a:pt x="59458" y="374204"/>
                  </a:lnTo>
                  <a:lnTo>
                    <a:pt x="59357" y="374003"/>
                  </a:lnTo>
                  <a:lnTo>
                    <a:pt x="59435" y="373643"/>
                  </a:lnTo>
                  <a:lnTo>
                    <a:pt x="59738" y="372871"/>
                  </a:lnTo>
                  <a:lnTo>
                    <a:pt x="59955" y="372597"/>
                  </a:lnTo>
                  <a:lnTo>
                    <a:pt x="60050" y="372373"/>
                  </a:lnTo>
                  <a:lnTo>
                    <a:pt x="60095" y="371962"/>
                  </a:lnTo>
                  <a:lnTo>
                    <a:pt x="60219" y="371806"/>
                  </a:lnTo>
                  <a:lnTo>
                    <a:pt x="60516" y="371410"/>
                  </a:lnTo>
                  <a:lnTo>
                    <a:pt x="60634" y="370985"/>
                  </a:lnTo>
                  <a:lnTo>
                    <a:pt x="60545" y="370597"/>
                  </a:lnTo>
                  <a:lnTo>
                    <a:pt x="60386" y="370546"/>
                  </a:lnTo>
                  <a:lnTo>
                    <a:pt x="59918" y="370500"/>
                  </a:lnTo>
                  <a:lnTo>
                    <a:pt x="59450" y="370524"/>
                  </a:lnTo>
                  <a:lnTo>
                    <a:pt x="59159" y="370639"/>
                  </a:lnTo>
                  <a:lnTo>
                    <a:pt x="58567" y="370512"/>
                  </a:lnTo>
                  <a:lnTo>
                    <a:pt x="58364" y="370318"/>
                  </a:lnTo>
                  <a:lnTo>
                    <a:pt x="58193" y="370317"/>
                  </a:lnTo>
                  <a:lnTo>
                    <a:pt x="57827" y="370329"/>
                  </a:lnTo>
                  <a:lnTo>
                    <a:pt x="57631" y="370348"/>
                  </a:lnTo>
                  <a:lnTo>
                    <a:pt x="57270" y="370176"/>
                  </a:lnTo>
                  <a:lnTo>
                    <a:pt x="56779" y="369998"/>
                  </a:lnTo>
                  <a:lnTo>
                    <a:pt x="56589" y="369997"/>
                  </a:lnTo>
                  <a:lnTo>
                    <a:pt x="56460" y="370012"/>
                  </a:lnTo>
                  <a:lnTo>
                    <a:pt x="56227" y="369907"/>
                  </a:lnTo>
                  <a:lnTo>
                    <a:pt x="56296" y="369229"/>
                  </a:lnTo>
                  <a:lnTo>
                    <a:pt x="56031" y="369136"/>
                  </a:lnTo>
                  <a:lnTo>
                    <a:pt x="55694" y="368800"/>
                  </a:lnTo>
                  <a:lnTo>
                    <a:pt x="55567" y="368666"/>
                  </a:lnTo>
                  <a:lnTo>
                    <a:pt x="55267" y="368447"/>
                  </a:lnTo>
                  <a:lnTo>
                    <a:pt x="54937" y="368385"/>
                  </a:lnTo>
                  <a:lnTo>
                    <a:pt x="54436" y="368458"/>
                  </a:lnTo>
                  <a:lnTo>
                    <a:pt x="53934" y="368357"/>
                  </a:lnTo>
                  <a:lnTo>
                    <a:pt x="53510" y="368284"/>
                  </a:lnTo>
                  <a:lnTo>
                    <a:pt x="53382" y="368405"/>
                  </a:lnTo>
                  <a:lnTo>
                    <a:pt x="52846" y="368511"/>
                  </a:lnTo>
                  <a:lnTo>
                    <a:pt x="52294" y="368565"/>
                  </a:lnTo>
                  <a:lnTo>
                    <a:pt x="51548" y="368532"/>
                  </a:lnTo>
                  <a:lnTo>
                    <a:pt x="50869" y="368290"/>
                  </a:lnTo>
                  <a:lnTo>
                    <a:pt x="50795" y="368032"/>
                  </a:lnTo>
                  <a:lnTo>
                    <a:pt x="50742" y="367759"/>
                  </a:lnTo>
                  <a:lnTo>
                    <a:pt x="50594" y="367601"/>
                  </a:lnTo>
                  <a:lnTo>
                    <a:pt x="50408" y="367539"/>
                  </a:lnTo>
                  <a:lnTo>
                    <a:pt x="50180" y="367424"/>
                  </a:lnTo>
                  <a:lnTo>
                    <a:pt x="50021" y="367371"/>
                  </a:lnTo>
                  <a:lnTo>
                    <a:pt x="49945" y="366942"/>
                  </a:lnTo>
                  <a:lnTo>
                    <a:pt x="49781" y="366134"/>
                  </a:lnTo>
                  <a:lnTo>
                    <a:pt x="49246" y="366476"/>
                  </a:lnTo>
                  <a:lnTo>
                    <a:pt x="49105" y="366443"/>
                  </a:lnTo>
                  <a:lnTo>
                    <a:pt x="48874" y="366044"/>
                  </a:lnTo>
                  <a:lnTo>
                    <a:pt x="48914" y="365577"/>
                  </a:lnTo>
                  <a:lnTo>
                    <a:pt x="48936" y="365301"/>
                  </a:lnTo>
                  <a:lnTo>
                    <a:pt x="48966" y="364421"/>
                  </a:lnTo>
                  <a:lnTo>
                    <a:pt x="48965" y="364246"/>
                  </a:lnTo>
                  <a:lnTo>
                    <a:pt x="48933" y="363787"/>
                  </a:lnTo>
                  <a:lnTo>
                    <a:pt x="48709" y="363395"/>
                  </a:lnTo>
                  <a:lnTo>
                    <a:pt x="48677" y="363267"/>
                  </a:lnTo>
                  <a:lnTo>
                    <a:pt x="48616" y="362943"/>
                  </a:lnTo>
                  <a:lnTo>
                    <a:pt x="48541" y="362348"/>
                  </a:lnTo>
                  <a:lnTo>
                    <a:pt x="48546" y="361013"/>
                  </a:lnTo>
                  <a:lnTo>
                    <a:pt x="48498" y="360277"/>
                  </a:lnTo>
                  <a:lnTo>
                    <a:pt x="48221" y="359673"/>
                  </a:lnTo>
                  <a:lnTo>
                    <a:pt x="48176" y="359492"/>
                  </a:lnTo>
                  <a:lnTo>
                    <a:pt x="47975" y="359121"/>
                  </a:lnTo>
                  <a:lnTo>
                    <a:pt x="47642" y="358705"/>
                  </a:lnTo>
                  <a:lnTo>
                    <a:pt x="47625" y="358417"/>
                  </a:lnTo>
                  <a:lnTo>
                    <a:pt x="47789" y="358056"/>
                  </a:lnTo>
                  <a:lnTo>
                    <a:pt x="48297" y="357533"/>
                  </a:lnTo>
                  <a:lnTo>
                    <a:pt x="48716" y="357051"/>
                  </a:lnTo>
                  <a:lnTo>
                    <a:pt x="48775" y="356607"/>
                  </a:lnTo>
                  <a:lnTo>
                    <a:pt x="49543" y="355444"/>
                  </a:lnTo>
                  <a:lnTo>
                    <a:pt x="49757" y="355330"/>
                  </a:lnTo>
                  <a:lnTo>
                    <a:pt x="50359" y="355190"/>
                  </a:lnTo>
                  <a:lnTo>
                    <a:pt x="50285" y="354911"/>
                  </a:lnTo>
                  <a:lnTo>
                    <a:pt x="50213" y="353662"/>
                  </a:lnTo>
                  <a:lnTo>
                    <a:pt x="50246" y="353427"/>
                  </a:lnTo>
                  <a:lnTo>
                    <a:pt x="50521" y="353107"/>
                  </a:lnTo>
                  <a:lnTo>
                    <a:pt x="50718" y="352711"/>
                  </a:lnTo>
                  <a:lnTo>
                    <a:pt x="50817" y="352202"/>
                  </a:lnTo>
                  <a:lnTo>
                    <a:pt x="50852" y="351687"/>
                  </a:lnTo>
                  <a:lnTo>
                    <a:pt x="51189" y="351304"/>
                  </a:lnTo>
                  <a:lnTo>
                    <a:pt x="51591" y="351071"/>
                  </a:lnTo>
                  <a:lnTo>
                    <a:pt x="51910" y="350734"/>
                  </a:lnTo>
                  <a:lnTo>
                    <a:pt x="51912" y="350365"/>
                  </a:lnTo>
                  <a:lnTo>
                    <a:pt x="51745" y="350107"/>
                  </a:lnTo>
                  <a:lnTo>
                    <a:pt x="51751" y="349962"/>
                  </a:lnTo>
                  <a:lnTo>
                    <a:pt x="51310" y="349986"/>
                  </a:lnTo>
                  <a:lnTo>
                    <a:pt x="51143" y="349987"/>
                  </a:lnTo>
                  <a:lnTo>
                    <a:pt x="50402" y="349747"/>
                  </a:lnTo>
                  <a:lnTo>
                    <a:pt x="50273" y="349600"/>
                  </a:lnTo>
                  <a:lnTo>
                    <a:pt x="50099" y="349180"/>
                  </a:lnTo>
                  <a:lnTo>
                    <a:pt x="49818" y="348928"/>
                  </a:lnTo>
                  <a:lnTo>
                    <a:pt x="49142" y="348066"/>
                  </a:lnTo>
                  <a:lnTo>
                    <a:pt x="49051" y="347694"/>
                  </a:lnTo>
                  <a:lnTo>
                    <a:pt x="49013" y="347481"/>
                  </a:lnTo>
                  <a:lnTo>
                    <a:pt x="48894" y="346853"/>
                  </a:lnTo>
                  <a:lnTo>
                    <a:pt x="48452" y="346805"/>
                  </a:lnTo>
                  <a:lnTo>
                    <a:pt x="48099" y="346568"/>
                  </a:lnTo>
                  <a:lnTo>
                    <a:pt x="48014" y="346303"/>
                  </a:lnTo>
                  <a:lnTo>
                    <a:pt x="47838" y="346133"/>
                  </a:lnTo>
                  <a:lnTo>
                    <a:pt x="47052" y="345486"/>
                  </a:lnTo>
                  <a:lnTo>
                    <a:pt x="46587" y="345391"/>
                  </a:lnTo>
                  <a:lnTo>
                    <a:pt x="46513" y="344873"/>
                  </a:lnTo>
                  <a:lnTo>
                    <a:pt x="46583" y="344435"/>
                  </a:lnTo>
                  <a:lnTo>
                    <a:pt x="46315" y="343470"/>
                  </a:lnTo>
                  <a:lnTo>
                    <a:pt x="46324" y="343049"/>
                  </a:lnTo>
                  <a:lnTo>
                    <a:pt x="45548" y="342874"/>
                  </a:lnTo>
                  <a:lnTo>
                    <a:pt x="45098" y="343187"/>
                  </a:lnTo>
                  <a:lnTo>
                    <a:pt x="44707" y="342534"/>
                  </a:lnTo>
                  <a:lnTo>
                    <a:pt x="44749" y="342306"/>
                  </a:lnTo>
                  <a:lnTo>
                    <a:pt x="44508" y="341416"/>
                  </a:lnTo>
                  <a:lnTo>
                    <a:pt x="44710" y="341296"/>
                  </a:lnTo>
                  <a:lnTo>
                    <a:pt x="44733" y="340810"/>
                  </a:lnTo>
                  <a:lnTo>
                    <a:pt x="45055" y="340226"/>
                  </a:lnTo>
                  <a:lnTo>
                    <a:pt x="45490" y="340021"/>
                  </a:lnTo>
                  <a:lnTo>
                    <a:pt x="45826" y="339336"/>
                  </a:lnTo>
                  <a:lnTo>
                    <a:pt x="46043" y="339046"/>
                  </a:lnTo>
                  <a:lnTo>
                    <a:pt x="46311" y="339041"/>
                  </a:lnTo>
                  <a:lnTo>
                    <a:pt x="46645" y="338525"/>
                  </a:lnTo>
                  <a:lnTo>
                    <a:pt x="47087" y="337375"/>
                  </a:lnTo>
                  <a:lnTo>
                    <a:pt x="47473" y="336259"/>
                  </a:lnTo>
                  <a:lnTo>
                    <a:pt x="47575" y="336126"/>
                  </a:lnTo>
                  <a:lnTo>
                    <a:pt x="47735" y="335950"/>
                  </a:lnTo>
                  <a:lnTo>
                    <a:pt x="48040" y="335433"/>
                  </a:lnTo>
                  <a:lnTo>
                    <a:pt x="48055" y="335064"/>
                  </a:lnTo>
                  <a:lnTo>
                    <a:pt x="48165" y="334743"/>
                  </a:lnTo>
                  <a:lnTo>
                    <a:pt x="49029" y="332929"/>
                  </a:lnTo>
                  <a:lnTo>
                    <a:pt x="49225" y="332589"/>
                  </a:lnTo>
                  <a:lnTo>
                    <a:pt x="49323" y="332205"/>
                  </a:lnTo>
                  <a:lnTo>
                    <a:pt x="49201" y="331885"/>
                  </a:lnTo>
                  <a:lnTo>
                    <a:pt x="48975" y="331980"/>
                  </a:lnTo>
                  <a:lnTo>
                    <a:pt x="48547" y="332011"/>
                  </a:lnTo>
                  <a:lnTo>
                    <a:pt x="48429" y="331142"/>
                  </a:lnTo>
                  <a:lnTo>
                    <a:pt x="48484" y="330663"/>
                  </a:lnTo>
                  <a:lnTo>
                    <a:pt x="48925" y="329978"/>
                  </a:lnTo>
                  <a:lnTo>
                    <a:pt x="49185" y="329769"/>
                  </a:lnTo>
                  <a:lnTo>
                    <a:pt x="49347" y="329513"/>
                  </a:lnTo>
                  <a:lnTo>
                    <a:pt x="49412" y="329372"/>
                  </a:lnTo>
                  <a:lnTo>
                    <a:pt x="49411" y="329174"/>
                  </a:lnTo>
                  <a:lnTo>
                    <a:pt x="49331" y="328851"/>
                  </a:lnTo>
                  <a:lnTo>
                    <a:pt x="49283" y="328385"/>
                  </a:lnTo>
                  <a:lnTo>
                    <a:pt x="49412" y="328058"/>
                  </a:lnTo>
                  <a:lnTo>
                    <a:pt x="49221" y="327591"/>
                  </a:lnTo>
                  <a:lnTo>
                    <a:pt x="48368" y="328105"/>
                  </a:lnTo>
                  <a:lnTo>
                    <a:pt x="48252" y="327977"/>
                  </a:lnTo>
                  <a:lnTo>
                    <a:pt x="48081" y="327719"/>
                  </a:lnTo>
                  <a:lnTo>
                    <a:pt x="47695" y="327670"/>
                  </a:lnTo>
                  <a:lnTo>
                    <a:pt x="47332" y="327848"/>
                  </a:lnTo>
                  <a:lnTo>
                    <a:pt x="47268" y="328060"/>
                  </a:lnTo>
                  <a:lnTo>
                    <a:pt x="47095" y="328456"/>
                  </a:lnTo>
                  <a:lnTo>
                    <a:pt x="46569" y="328130"/>
                  </a:lnTo>
                  <a:lnTo>
                    <a:pt x="46393" y="328085"/>
                  </a:lnTo>
                  <a:lnTo>
                    <a:pt x="45850" y="328095"/>
                  </a:lnTo>
                  <a:lnTo>
                    <a:pt x="45406" y="328307"/>
                  </a:lnTo>
                  <a:lnTo>
                    <a:pt x="44482" y="328575"/>
                  </a:lnTo>
                  <a:lnTo>
                    <a:pt x="43355" y="328717"/>
                  </a:lnTo>
                  <a:lnTo>
                    <a:pt x="43181" y="328996"/>
                  </a:lnTo>
                  <a:lnTo>
                    <a:pt x="43041" y="329175"/>
                  </a:lnTo>
                  <a:lnTo>
                    <a:pt x="42797" y="329397"/>
                  </a:lnTo>
                  <a:lnTo>
                    <a:pt x="42576" y="329364"/>
                  </a:lnTo>
                  <a:lnTo>
                    <a:pt x="41892" y="329435"/>
                  </a:lnTo>
                  <a:lnTo>
                    <a:pt x="41389" y="329894"/>
                  </a:lnTo>
                  <a:lnTo>
                    <a:pt x="41037" y="329982"/>
                  </a:lnTo>
                  <a:lnTo>
                    <a:pt x="40033" y="330218"/>
                  </a:lnTo>
                  <a:lnTo>
                    <a:pt x="39661" y="329778"/>
                  </a:lnTo>
                  <a:lnTo>
                    <a:pt x="39448" y="329391"/>
                  </a:lnTo>
                  <a:lnTo>
                    <a:pt x="39254" y="329049"/>
                  </a:lnTo>
                  <a:lnTo>
                    <a:pt x="38661" y="328820"/>
                  </a:lnTo>
                  <a:lnTo>
                    <a:pt x="38435" y="328820"/>
                  </a:lnTo>
                  <a:lnTo>
                    <a:pt x="37957" y="328911"/>
                  </a:lnTo>
                  <a:lnTo>
                    <a:pt x="37763" y="329027"/>
                  </a:lnTo>
                  <a:lnTo>
                    <a:pt x="37402" y="329027"/>
                  </a:lnTo>
                  <a:lnTo>
                    <a:pt x="36884" y="328752"/>
                  </a:lnTo>
                  <a:lnTo>
                    <a:pt x="36634" y="328330"/>
                  </a:lnTo>
                  <a:lnTo>
                    <a:pt x="36715" y="328106"/>
                  </a:lnTo>
                  <a:lnTo>
                    <a:pt x="36739" y="327679"/>
                  </a:lnTo>
                  <a:lnTo>
                    <a:pt x="36560" y="327605"/>
                  </a:lnTo>
                  <a:lnTo>
                    <a:pt x="36502" y="327461"/>
                  </a:lnTo>
                  <a:lnTo>
                    <a:pt x="36914" y="326891"/>
                  </a:lnTo>
                  <a:lnTo>
                    <a:pt x="37099" y="326732"/>
                  </a:lnTo>
                  <a:lnTo>
                    <a:pt x="37479" y="326318"/>
                  </a:lnTo>
                  <a:lnTo>
                    <a:pt x="37793" y="326239"/>
                  </a:lnTo>
                  <a:lnTo>
                    <a:pt x="37981" y="326095"/>
                  </a:lnTo>
                  <a:lnTo>
                    <a:pt x="37969" y="325931"/>
                  </a:lnTo>
                  <a:lnTo>
                    <a:pt x="37719" y="325863"/>
                  </a:lnTo>
                  <a:lnTo>
                    <a:pt x="37736" y="325458"/>
                  </a:lnTo>
                  <a:lnTo>
                    <a:pt x="37441" y="325318"/>
                  </a:lnTo>
                  <a:lnTo>
                    <a:pt x="37276" y="325349"/>
                  </a:lnTo>
                  <a:lnTo>
                    <a:pt x="36874" y="325374"/>
                  </a:lnTo>
                  <a:lnTo>
                    <a:pt x="36521" y="325261"/>
                  </a:lnTo>
                  <a:lnTo>
                    <a:pt x="36342" y="324721"/>
                  </a:lnTo>
                  <a:lnTo>
                    <a:pt x="36457" y="324533"/>
                  </a:lnTo>
                  <a:lnTo>
                    <a:pt x="36575" y="324193"/>
                  </a:lnTo>
                  <a:lnTo>
                    <a:pt x="36394" y="323506"/>
                  </a:lnTo>
                  <a:lnTo>
                    <a:pt x="36227" y="322916"/>
                  </a:lnTo>
                  <a:lnTo>
                    <a:pt x="36306" y="322664"/>
                  </a:lnTo>
                  <a:lnTo>
                    <a:pt x="37169" y="322103"/>
                  </a:lnTo>
                  <a:lnTo>
                    <a:pt x="37709" y="320828"/>
                  </a:lnTo>
                  <a:lnTo>
                    <a:pt x="37885" y="320312"/>
                  </a:lnTo>
                  <a:lnTo>
                    <a:pt x="37523" y="319465"/>
                  </a:lnTo>
                  <a:lnTo>
                    <a:pt x="36938" y="320197"/>
                  </a:lnTo>
                  <a:lnTo>
                    <a:pt x="36244" y="319973"/>
                  </a:lnTo>
                  <a:lnTo>
                    <a:pt x="35831" y="319600"/>
                  </a:lnTo>
                  <a:lnTo>
                    <a:pt x="35705" y="319351"/>
                  </a:lnTo>
                  <a:lnTo>
                    <a:pt x="35647" y="318798"/>
                  </a:lnTo>
                  <a:lnTo>
                    <a:pt x="35666" y="318127"/>
                  </a:lnTo>
                  <a:lnTo>
                    <a:pt x="35944" y="317855"/>
                  </a:lnTo>
                  <a:lnTo>
                    <a:pt x="36122" y="317703"/>
                  </a:lnTo>
                  <a:lnTo>
                    <a:pt x="36409" y="316932"/>
                  </a:lnTo>
                  <a:lnTo>
                    <a:pt x="36458" y="316781"/>
                  </a:lnTo>
                  <a:lnTo>
                    <a:pt x="36574" y="316525"/>
                  </a:lnTo>
                  <a:lnTo>
                    <a:pt x="36738" y="316412"/>
                  </a:lnTo>
                  <a:lnTo>
                    <a:pt x="36652" y="315800"/>
                  </a:lnTo>
                  <a:lnTo>
                    <a:pt x="36747" y="314890"/>
                  </a:lnTo>
                  <a:lnTo>
                    <a:pt x="36935" y="314512"/>
                  </a:lnTo>
                  <a:lnTo>
                    <a:pt x="36754" y="314143"/>
                  </a:lnTo>
                  <a:lnTo>
                    <a:pt x="36739" y="313946"/>
                  </a:lnTo>
                  <a:lnTo>
                    <a:pt x="36843" y="313616"/>
                  </a:lnTo>
                  <a:lnTo>
                    <a:pt x="37295" y="313518"/>
                  </a:lnTo>
                  <a:lnTo>
                    <a:pt x="37431" y="313447"/>
                  </a:lnTo>
                  <a:lnTo>
                    <a:pt x="38001" y="313000"/>
                  </a:lnTo>
                  <a:lnTo>
                    <a:pt x="38740" y="312467"/>
                  </a:lnTo>
                  <a:lnTo>
                    <a:pt x="39017" y="312237"/>
                  </a:lnTo>
                  <a:lnTo>
                    <a:pt x="39248" y="311917"/>
                  </a:lnTo>
                  <a:lnTo>
                    <a:pt x="39511" y="310911"/>
                  </a:lnTo>
                  <a:lnTo>
                    <a:pt x="39864" y="310515"/>
                  </a:lnTo>
                  <a:lnTo>
                    <a:pt x="40074" y="310049"/>
                  </a:lnTo>
                  <a:lnTo>
                    <a:pt x="40899" y="309298"/>
                  </a:lnTo>
                  <a:lnTo>
                    <a:pt x="41295" y="309022"/>
                  </a:lnTo>
                  <a:lnTo>
                    <a:pt x="41315" y="308660"/>
                  </a:lnTo>
                  <a:lnTo>
                    <a:pt x="41228" y="308432"/>
                  </a:lnTo>
                  <a:lnTo>
                    <a:pt x="41150" y="308054"/>
                  </a:lnTo>
                  <a:lnTo>
                    <a:pt x="41292" y="307896"/>
                  </a:lnTo>
                  <a:lnTo>
                    <a:pt x="41846" y="307303"/>
                  </a:lnTo>
                  <a:lnTo>
                    <a:pt x="42520" y="306541"/>
                  </a:lnTo>
                  <a:lnTo>
                    <a:pt x="42930" y="306166"/>
                  </a:lnTo>
                  <a:lnTo>
                    <a:pt x="43544" y="305735"/>
                  </a:lnTo>
                  <a:lnTo>
                    <a:pt x="44148" y="304923"/>
                  </a:lnTo>
                  <a:lnTo>
                    <a:pt x="44303" y="304658"/>
                  </a:lnTo>
                  <a:lnTo>
                    <a:pt x="44354" y="304156"/>
                  </a:lnTo>
                  <a:lnTo>
                    <a:pt x="44380" y="303750"/>
                  </a:lnTo>
                  <a:lnTo>
                    <a:pt x="44071" y="302658"/>
                  </a:lnTo>
                  <a:lnTo>
                    <a:pt x="44074" y="302177"/>
                  </a:lnTo>
                  <a:lnTo>
                    <a:pt x="43996" y="301717"/>
                  </a:lnTo>
                  <a:lnTo>
                    <a:pt x="43614" y="301196"/>
                  </a:lnTo>
                  <a:lnTo>
                    <a:pt x="43212" y="301229"/>
                  </a:lnTo>
                  <a:lnTo>
                    <a:pt x="42619" y="300976"/>
                  </a:lnTo>
                  <a:lnTo>
                    <a:pt x="42700" y="300525"/>
                  </a:lnTo>
                  <a:lnTo>
                    <a:pt x="42603" y="300185"/>
                  </a:lnTo>
                  <a:lnTo>
                    <a:pt x="42608" y="299977"/>
                  </a:lnTo>
                  <a:lnTo>
                    <a:pt x="42899" y="299157"/>
                  </a:lnTo>
                  <a:lnTo>
                    <a:pt x="43352" y="298508"/>
                  </a:lnTo>
                  <a:lnTo>
                    <a:pt x="43381" y="298228"/>
                  </a:lnTo>
                  <a:lnTo>
                    <a:pt x="43588" y="297728"/>
                  </a:lnTo>
                  <a:lnTo>
                    <a:pt x="43772" y="297474"/>
                  </a:lnTo>
                  <a:lnTo>
                    <a:pt x="44430" y="296784"/>
                  </a:lnTo>
                  <a:lnTo>
                    <a:pt x="44954" y="296644"/>
                  </a:lnTo>
                  <a:lnTo>
                    <a:pt x="45552" y="296509"/>
                  </a:lnTo>
                  <a:lnTo>
                    <a:pt x="45615" y="296260"/>
                  </a:lnTo>
                  <a:lnTo>
                    <a:pt x="45599" y="295991"/>
                  </a:lnTo>
                  <a:lnTo>
                    <a:pt x="45908" y="295555"/>
                  </a:lnTo>
                  <a:lnTo>
                    <a:pt x="46137" y="295343"/>
                  </a:lnTo>
                  <a:lnTo>
                    <a:pt x="46721" y="295102"/>
                  </a:lnTo>
                  <a:lnTo>
                    <a:pt x="47367" y="295550"/>
                  </a:lnTo>
                  <a:lnTo>
                    <a:pt x="48299" y="295619"/>
                  </a:lnTo>
                  <a:lnTo>
                    <a:pt x="48439" y="295038"/>
                  </a:lnTo>
                  <a:lnTo>
                    <a:pt x="48374" y="294655"/>
                  </a:lnTo>
                  <a:lnTo>
                    <a:pt x="48733" y="294078"/>
                  </a:lnTo>
                  <a:lnTo>
                    <a:pt x="48818" y="293870"/>
                  </a:lnTo>
                  <a:lnTo>
                    <a:pt x="49096" y="293620"/>
                  </a:lnTo>
                  <a:lnTo>
                    <a:pt x="49325" y="293836"/>
                  </a:lnTo>
                  <a:lnTo>
                    <a:pt x="49472" y="294030"/>
                  </a:lnTo>
                  <a:lnTo>
                    <a:pt x="49544" y="294344"/>
                  </a:lnTo>
                  <a:lnTo>
                    <a:pt x="49878" y="294407"/>
                  </a:lnTo>
                  <a:lnTo>
                    <a:pt x="50018" y="294436"/>
                  </a:lnTo>
                  <a:lnTo>
                    <a:pt x="50314" y="294599"/>
                  </a:lnTo>
                  <a:lnTo>
                    <a:pt x="50612" y="294712"/>
                  </a:lnTo>
                  <a:lnTo>
                    <a:pt x="50883" y="294669"/>
                  </a:lnTo>
                  <a:lnTo>
                    <a:pt x="51475" y="294428"/>
                  </a:lnTo>
                  <a:lnTo>
                    <a:pt x="51461" y="294153"/>
                  </a:lnTo>
                  <a:lnTo>
                    <a:pt x="51739" y="293861"/>
                  </a:lnTo>
                  <a:lnTo>
                    <a:pt x="51866" y="293828"/>
                  </a:lnTo>
                  <a:lnTo>
                    <a:pt x="52190" y="293149"/>
                  </a:lnTo>
                  <a:lnTo>
                    <a:pt x="52439" y="293211"/>
                  </a:lnTo>
                  <a:lnTo>
                    <a:pt x="53150" y="293275"/>
                  </a:lnTo>
                  <a:lnTo>
                    <a:pt x="53691" y="293190"/>
                  </a:lnTo>
                  <a:lnTo>
                    <a:pt x="53791" y="292864"/>
                  </a:lnTo>
                  <a:lnTo>
                    <a:pt x="53615" y="292681"/>
                  </a:lnTo>
                  <a:lnTo>
                    <a:pt x="53376" y="292438"/>
                  </a:lnTo>
                  <a:lnTo>
                    <a:pt x="53510" y="292072"/>
                  </a:lnTo>
                  <a:lnTo>
                    <a:pt x="53720" y="291940"/>
                  </a:lnTo>
                  <a:lnTo>
                    <a:pt x="53864" y="291882"/>
                  </a:lnTo>
                  <a:lnTo>
                    <a:pt x="54133" y="291814"/>
                  </a:lnTo>
                  <a:lnTo>
                    <a:pt x="54342" y="291799"/>
                  </a:lnTo>
                  <a:lnTo>
                    <a:pt x="54806" y="291916"/>
                  </a:lnTo>
                  <a:lnTo>
                    <a:pt x="55116" y="291848"/>
                  </a:lnTo>
                  <a:lnTo>
                    <a:pt x="55777" y="291947"/>
                  </a:lnTo>
                  <a:lnTo>
                    <a:pt x="56730" y="291997"/>
                  </a:lnTo>
                  <a:lnTo>
                    <a:pt x="56858" y="291748"/>
                  </a:lnTo>
                  <a:lnTo>
                    <a:pt x="56976" y="291613"/>
                  </a:lnTo>
                  <a:lnTo>
                    <a:pt x="57207" y="291267"/>
                  </a:lnTo>
                  <a:lnTo>
                    <a:pt x="57665" y="290946"/>
                  </a:lnTo>
                  <a:lnTo>
                    <a:pt x="57608" y="290784"/>
                  </a:lnTo>
                  <a:lnTo>
                    <a:pt x="57478" y="290518"/>
                  </a:lnTo>
                  <a:lnTo>
                    <a:pt x="57387" y="290347"/>
                  </a:lnTo>
                  <a:lnTo>
                    <a:pt x="57154" y="289832"/>
                  </a:lnTo>
                  <a:lnTo>
                    <a:pt x="56365" y="289417"/>
                  </a:lnTo>
                  <a:lnTo>
                    <a:pt x="56789" y="289307"/>
                  </a:lnTo>
                  <a:lnTo>
                    <a:pt x="56521" y="288912"/>
                  </a:lnTo>
                  <a:lnTo>
                    <a:pt x="56271" y="288609"/>
                  </a:lnTo>
                  <a:lnTo>
                    <a:pt x="56176" y="287927"/>
                  </a:lnTo>
                  <a:lnTo>
                    <a:pt x="56055" y="287361"/>
                  </a:lnTo>
                  <a:lnTo>
                    <a:pt x="55793" y="286862"/>
                  </a:lnTo>
                  <a:lnTo>
                    <a:pt x="55692" y="286187"/>
                  </a:lnTo>
                  <a:lnTo>
                    <a:pt x="55328" y="285926"/>
                  </a:lnTo>
                  <a:lnTo>
                    <a:pt x="55098" y="285279"/>
                  </a:lnTo>
                  <a:lnTo>
                    <a:pt x="55439" y="285208"/>
                  </a:lnTo>
                  <a:lnTo>
                    <a:pt x="55692" y="285084"/>
                  </a:lnTo>
                  <a:lnTo>
                    <a:pt x="55833" y="284917"/>
                  </a:lnTo>
                  <a:lnTo>
                    <a:pt x="56240" y="284661"/>
                  </a:lnTo>
                  <a:lnTo>
                    <a:pt x="56567" y="284739"/>
                  </a:lnTo>
                  <a:lnTo>
                    <a:pt x="56904" y="284675"/>
                  </a:lnTo>
                  <a:lnTo>
                    <a:pt x="57204" y="284727"/>
                  </a:lnTo>
                  <a:lnTo>
                    <a:pt x="57489" y="284616"/>
                  </a:lnTo>
                  <a:lnTo>
                    <a:pt x="57735" y="284494"/>
                  </a:lnTo>
                  <a:lnTo>
                    <a:pt x="57804" y="284640"/>
                  </a:lnTo>
                  <a:lnTo>
                    <a:pt x="57954" y="284857"/>
                  </a:lnTo>
                  <a:lnTo>
                    <a:pt x="58181" y="284815"/>
                  </a:lnTo>
                  <a:lnTo>
                    <a:pt x="58475" y="284811"/>
                  </a:lnTo>
                  <a:lnTo>
                    <a:pt x="58715" y="284811"/>
                  </a:lnTo>
                  <a:lnTo>
                    <a:pt x="58991" y="284668"/>
                  </a:lnTo>
                  <a:lnTo>
                    <a:pt x="59497" y="284355"/>
                  </a:lnTo>
                  <a:lnTo>
                    <a:pt x="59849" y="284281"/>
                  </a:lnTo>
                  <a:lnTo>
                    <a:pt x="60225" y="284323"/>
                  </a:lnTo>
                  <a:lnTo>
                    <a:pt x="60397" y="284227"/>
                  </a:lnTo>
                  <a:lnTo>
                    <a:pt x="60505" y="284019"/>
                  </a:lnTo>
                  <a:lnTo>
                    <a:pt x="60440" y="283757"/>
                  </a:lnTo>
                  <a:lnTo>
                    <a:pt x="60468" y="283237"/>
                  </a:lnTo>
                  <a:lnTo>
                    <a:pt x="60845" y="282756"/>
                  </a:lnTo>
                  <a:lnTo>
                    <a:pt x="61147" y="282494"/>
                  </a:lnTo>
                  <a:lnTo>
                    <a:pt x="61437" y="282146"/>
                  </a:lnTo>
                  <a:lnTo>
                    <a:pt x="61478" y="281979"/>
                  </a:lnTo>
                  <a:lnTo>
                    <a:pt x="61699" y="281664"/>
                  </a:lnTo>
                  <a:lnTo>
                    <a:pt x="61847" y="281566"/>
                  </a:lnTo>
                  <a:lnTo>
                    <a:pt x="62240" y="281226"/>
                  </a:lnTo>
                  <a:lnTo>
                    <a:pt x="62287" y="281020"/>
                  </a:lnTo>
                  <a:lnTo>
                    <a:pt x="62428" y="280665"/>
                  </a:lnTo>
                  <a:lnTo>
                    <a:pt x="62729" y="280660"/>
                  </a:lnTo>
                  <a:lnTo>
                    <a:pt x="63128" y="280466"/>
                  </a:lnTo>
                  <a:lnTo>
                    <a:pt x="63505" y="280366"/>
                  </a:lnTo>
                  <a:lnTo>
                    <a:pt x="63884" y="280563"/>
                  </a:lnTo>
                  <a:lnTo>
                    <a:pt x="64020" y="280582"/>
                  </a:lnTo>
                  <a:lnTo>
                    <a:pt x="64056" y="279953"/>
                  </a:lnTo>
                  <a:lnTo>
                    <a:pt x="64324" y="279686"/>
                  </a:lnTo>
                  <a:lnTo>
                    <a:pt x="64761" y="279556"/>
                  </a:lnTo>
                  <a:lnTo>
                    <a:pt x="64846" y="279427"/>
                  </a:lnTo>
                  <a:lnTo>
                    <a:pt x="64659" y="278660"/>
                  </a:lnTo>
                  <a:lnTo>
                    <a:pt x="64887" y="278318"/>
                  </a:lnTo>
                  <a:lnTo>
                    <a:pt x="65107" y="278447"/>
                  </a:lnTo>
                  <a:lnTo>
                    <a:pt x="65532" y="278536"/>
                  </a:lnTo>
                  <a:lnTo>
                    <a:pt x="65609" y="278237"/>
                  </a:lnTo>
                  <a:lnTo>
                    <a:pt x="65807" y="278125"/>
                  </a:lnTo>
                  <a:lnTo>
                    <a:pt x="66257" y="277632"/>
                  </a:lnTo>
                  <a:lnTo>
                    <a:pt x="66482" y="277295"/>
                  </a:lnTo>
                  <a:lnTo>
                    <a:pt x="66621" y="277266"/>
                  </a:lnTo>
                  <a:lnTo>
                    <a:pt x="66995" y="277031"/>
                  </a:lnTo>
                  <a:lnTo>
                    <a:pt x="67157" y="276998"/>
                  </a:lnTo>
                  <a:lnTo>
                    <a:pt x="67315" y="276989"/>
                  </a:lnTo>
                  <a:lnTo>
                    <a:pt x="67524" y="276662"/>
                  </a:lnTo>
                  <a:lnTo>
                    <a:pt x="67480" y="276366"/>
                  </a:lnTo>
                  <a:lnTo>
                    <a:pt x="67165" y="275737"/>
                  </a:lnTo>
                  <a:lnTo>
                    <a:pt x="67003" y="275670"/>
                  </a:lnTo>
                  <a:lnTo>
                    <a:pt x="66821" y="275729"/>
                  </a:lnTo>
                  <a:lnTo>
                    <a:pt x="67187" y="275642"/>
                  </a:lnTo>
                  <a:lnTo>
                    <a:pt x="67410" y="275328"/>
                  </a:lnTo>
                  <a:lnTo>
                    <a:pt x="67841" y="275118"/>
                  </a:lnTo>
                  <a:lnTo>
                    <a:pt x="67780" y="274931"/>
                  </a:lnTo>
                  <a:lnTo>
                    <a:pt x="67671" y="274769"/>
                  </a:lnTo>
                  <a:lnTo>
                    <a:pt x="67423" y="274624"/>
                  </a:lnTo>
                  <a:lnTo>
                    <a:pt x="67306" y="274450"/>
                  </a:lnTo>
                  <a:lnTo>
                    <a:pt x="67413" y="274151"/>
                  </a:lnTo>
                  <a:lnTo>
                    <a:pt x="67664" y="273987"/>
                  </a:lnTo>
                  <a:lnTo>
                    <a:pt x="67736" y="273765"/>
                  </a:lnTo>
                  <a:lnTo>
                    <a:pt x="67616" y="273550"/>
                  </a:lnTo>
                  <a:lnTo>
                    <a:pt x="67605" y="273211"/>
                  </a:lnTo>
                  <a:lnTo>
                    <a:pt x="67542" y="272980"/>
                  </a:lnTo>
                  <a:lnTo>
                    <a:pt x="67347" y="272723"/>
                  </a:lnTo>
                  <a:lnTo>
                    <a:pt x="66930" y="272745"/>
                  </a:lnTo>
                  <a:lnTo>
                    <a:pt x="66743" y="272679"/>
                  </a:lnTo>
                  <a:lnTo>
                    <a:pt x="66300" y="272705"/>
                  </a:lnTo>
                  <a:lnTo>
                    <a:pt x="66165" y="272659"/>
                  </a:lnTo>
                  <a:lnTo>
                    <a:pt x="65931" y="272417"/>
                  </a:lnTo>
                  <a:lnTo>
                    <a:pt x="65638" y="272455"/>
                  </a:lnTo>
                  <a:lnTo>
                    <a:pt x="65505" y="272171"/>
                  </a:lnTo>
                  <a:lnTo>
                    <a:pt x="65456" y="271998"/>
                  </a:lnTo>
                  <a:lnTo>
                    <a:pt x="65206" y="271446"/>
                  </a:lnTo>
                  <a:lnTo>
                    <a:pt x="64782" y="271034"/>
                  </a:lnTo>
                  <a:lnTo>
                    <a:pt x="64459" y="270810"/>
                  </a:lnTo>
                  <a:lnTo>
                    <a:pt x="64239" y="270747"/>
                  </a:lnTo>
                  <a:lnTo>
                    <a:pt x="64102" y="270524"/>
                  </a:lnTo>
                  <a:lnTo>
                    <a:pt x="64355" y="270439"/>
                  </a:lnTo>
                  <a:lnTo>
                    <a:pt x="64447" y="270259"/>
                  </a:lnTo>
                  <a:lnTo>
                    <a:pt x="64521" y="270082"/>
                  </a:lnTo>
                  <a:lnTo>
                    <a:pt x="64686" y="269862"/>
                  </a:lnTo>
                  <a:lnTo>
                    <a:pt x="64887" y="269667"/>
                  </a:lnTo>
                  <a:lnTo>
                    <a:pt x="64964" y="269536"/>
                  </a:lnTo>
                  <a:lnTo>
                    <a:pt x="65105" y="269344"/>
                  </a:lnTo>
                  <a:lnTo>
                    <a:pt x="65516" y="269083"/>
                  </a:lnTo>
                  <a:lnTo>
                    <a:pt x="65794" y="268872"/>
                  </a:lnTo>
                  <a:lnTo>
                    <a:pt x="65871" y="268634"/>
                  </a:lnTo>
                  <a:lnTo>
                    <a:pt x="65646" y="267884"/>
                  </a:lnTo>
                  <a:lnTo>
                    <a:pt x="65304" y="267745"/>
                  </a:lnTo>
                  <a:lnTo>
                    <a:pt x="65262" y="267608"/>
                  </a:lnTo>
                  <a:lnTo>
                    <a:pt x="65108" y="267564"/>
                  </a:lnTo>
                  <a:lnTo>
                    <a:pt x="64919" y="267463"/>
                  </a:lnTo>
                  <a:lnTo>
                    <a:pt x="64764" y="267241"/>
                  </a:lnTo>
                  <a:lnTo>
                    <a:pt x="64428" y="267249"/>
                  </a:lnTo>
                  <a:lnTo>
                    <a:pt x="64282" y="267311"/>
                  </a:lnTo>
                  <a:lnTo>
                    <a:pt x="64083" y="267301"/>
                  </a:lnTo>
                  <a:lnTo>
                    <a:pt x="63934" y="267341"/>
                  </a:lnTo>
                  <a:lnTo>
                    <a:pt x="63724" y="267388"/>
                  </a:lnTo>
                  <a:lnTo>
                    <a:pt x="63169" y="267007"/>
                  </a:lnTo>
                  <a:lnTo>
                    <a:pt x="62818" y="266777"/>
                  </a:lnTo>
                  <a:lnTo>
                    <a:pt x="62534" y="266349"/>
                  </a:lnTo>
                  <a:lnTo>
                    <a:pt x="62239" y="266109"/>
                  </a:lnTo>
                  <a:lnTo>
                    <a:pt x="62091" y="266015"/>
                  </a:lnTo>
                  <a:lnTo>
                    <a:pt x="62003" y="265501"/>
                  </a:lnTo>
                  <a:lnTo>
                    <a:pt x="61844" y="265212"/>
                  </a:lnTo>
                  <a:lnTo>
                    <a:pt x="61242" y="265247"/>
                  </a:lnTo>
                  <a:lnTo>
                    <a:pt x="61100" y="265047"/>
                  </a:lnTo>
                  <a:lnTo>
                    <a:pt x="60634" y="265099"/>
                  </a:lnTo>
                  <a:lnTo>
                    <a:pt x="60109" y="264970"/>
                  </a:lnTo>
                  <a:lnTo>
                    <a:pt x="60006" y="264717"/>
                  </a:lnTo>
                  <a:lnTo>
                    <a:pt x="59743" y="264384"/>
                  </a:lnTo>
                  <a:lnTo>
                    <a:pt x="59496" y="264098"/>
                  </a:lnTo>
                  <a:lnTo>
                    <a:pt x="59703" y="263912"/>
                  </a:lnTo>
                  <a:lnTo>
                    <a:pt x="60014" y="263717"/>
                  </a:lnTo>
                  <a:lnTo>
                    <a:pt x="59998" y="263538"/>
                  </a:lnTo>
                  <a:lnTo>
                    <a:pt x="60001" y="263315"/>
                  </a:lnTo>
                  <a:lnTo>
                    <a:pt x="60152" y="263140"/>
                  </a:lnTo>
                  <a:lnTo>
                    <a:pt x="60303" y="262784"/>
                  </a:lnTo>
                  <a:lnTo>
                    <a:pt x="60472" y="262617"/>
                  </a:lnTo>
                  <a:lnTo>
                    <a:pt x="60685" y="262546"/>
                  </a:lnTo>
                  <a:lnTo>
                    <a:pt x="60814" y="262578"/>
                  </a:lnTo>
                  <a:lnTo>
                    <a:pt x="60967" y="262552"/>
                  </a:lnTo>
                  <a:lnTo>
                    <a:pt x="61109" y="262523"/>
                  </a:lnTo>
                  <a:lnTo>
                    <a:pt x="61346" y="262086"/>
                  </a:lnTo>
                  <a:lnTo>
                    <a:pt x="61513" y="261773"/>
                  </a:lnTo>
                  <a:lnTo>
                    <a:pt x="61753" y="261255"/>
                  </a:lnTo>
                  <a:lnTo>
                    <a:pt x="61524" y="260869"/>
                  </a:lnTo>
                  <a:lnTo>
                    <a:pt x="61204" y="260627"/>
                  </a:lnTo>
                  <a:lnTo>
                    <a:pt x="61278" y="260412"/>
                  </a:lnTo>
                  <a:lnTo>
                    <a:pt x="61509" y="260105"/>
                  </a:lnTo>
                  <a:lnTo>
                    <a:pt x="61643" y="259857"/>
                  </a:lnTo>
                  <a:lnTo>
                    <a:pt x="61754" y="259653"/>
                  </a:lnTo>
                  <a:lnTo>
                    <a:pt x="61683" y="259400"/>
                  </a:lnTo>
                  <a:lnTo>
                    <a:pt x="61577" y="259216"/>
                  </a:lnTo>
                  <a:lnTo>
                    <a:pt x="61593" y="259007"/>
                  </a:lnTo>
                  <a:lnTo>
                    <a:pt x="61738" y="258895"/>
                  </a:lnTo>
                  <a:lnTo>
                    <a:pt x="61682" y="258562"/>
                  </a:lnTo>
                  <a:lnTo>
                    <a:pt x="61584" y="258365"/>
                  </a:lnTo>
                  <a:lnTo>
                    <a:pt x="61643" y="258212"/>
                  </a:lnTo>
                  <a:lnTo>
                    <a:pt x="61683" y="257891"/>
                  </a:lnTo>
                  <a:lnTo>
                    <a:pt x="61535" y="257713"/>
                  </a:lnTo>
                  <a:lnTo>
                    <a:pt x="61308" y="257551"/>
                  </a:lnTo>
                  <a:lnTo>
                    <a:pt x="61237" y="257186"/>
                  </a:lnTo>
                  <a:lnTo>
                    <a:pt x="61355" y="256965"/>
                  </a:lnTo>
                  <a:lnTo>
                    <a:pt x="61326" y="256808"/>
                  </a:lnTo>
                  <a:lnTo>
                    <a:pt x="61390" y="256606"/>
                  </a:lnTo>
                  <a:lnTo>
                    <a:pt x="61513" y="256393"/>
                  </a:lnTo>
                  <a:lnTo>
                    <a:pt x="61861" y="256227"/>
                  </a:lnTo>
                  <a:lnTo>
                    <a:pt x="62161" y="256196"/>
                  </a:lnTo>
                  <a:lnTo>
                    <a:pt x="62210" y="255816"/>
                  </a:lnTo>
                  <a:lnTo>
                    <a:pt x="62337" y="255476"/>
                  </a:lnTo>
                  <a:lnTo>
                    <a:pt x="62491" y="255280"/>
                  </a:lnTo>
                  <a:lnTo>
                    <a:pt x="62458" y="254430"/>
                  </a:lnTo>
                  <a:lnTo>
                    <a:pt x="62547" y="254290"/>
                  </a:lnTo>
                  <a:lnTo>
                    <a:pt x="62654" y="254005"/>
                  </a:lnTo>
                  <a:lnTo>
                    <a:pt x="62694" y="253661"/>
                  </a:lnTo>
                  <a:lnTo>
                    <a:pt x="62854" y="253260"/>
                  </a:lnTo>
                  <a:lnTo>
                    <a:pt x="62867" y="252930"/>
                  </a:lnTo>
                  <a:lnTo>
                    <a:pt x="62772" y="252789"/>
                  </a:lnTo>
                  <a:lnTo>
                    <a:pt x="62763" y="252555"/>
                  </a:lnTo>
                  <a:lnTo>
                    <a:pt x="62420" y="252441"/>
                  </a:lnTo>
                  <a:lnTo>
                    <a:pt x="62203" y="252309"/>
                  </a:lnTo>
                  <a:lnTo>
                    <a:pt x="61975" y="252082"/>
                  </a:lnTo>
                  <a:lnTo>
                    <a:pt x="62200" y="251462"/>
                  </a:lnTo>
                  <a:lnTo>
                    <a:pt x="62343" y="251359"/>
                  </a:lnTo>
                  <a:lnTo>
                    <a:pt x="62573" y="251107"/>
                  </a:lnTo>
                  <a:lnTo>
                    <a:pt x="62678" y="250775"/>
                  </a:lnTo>
                  <a:lnTo>
                    <a:pt x="62721" y="250512"/>
                  </a:lnTo>
                  <a:lnTo>
                    <a:pt x="62671" y="249926"/>
                  </a:lnTo>
                  <a:lnTo>
                    <a:pt x="62712" y="249675"/>
                  </a:lnTo>
                  <a:lnTo>
                    <a:pt x="62727" y="249306"/>
                  </a:lnTo>
                  <a:lnTo>
                    <a:pt x="62570" y="249078"/>
                  </a:lnTo>
                  <a:lnTo>
                    <a:pt x="62329" y="249398"/>
                  </a:lnTo>
                  <a:lnTo>
                    <a:pt x="62136" y="249559"/>
                  </a:lnTo>
                  <a:lnTo>
                    <a:pt x="61809" y="249581"/>
                  </a:lnTo>
                  <a:lnTo>
                    <a:pt x="61563" y="249322"/>
                  </a:lnTo>
                  <a:lnTo>
                    <a:pt x="61536" y="248978"/>
                  </a:lnTo>
                  <a:lnTo>
                    <a:pt x="61548" y="248791"/>
                  </a:lnTo>
                  <a:lnTo>
                    <a:pt x="61306" y="248671"/>
                  </a:lnTo>
                  <a:lnTo>
                    <a:pt x="60953" y="248883"/>
                  </a:lnTo>
                  <a:lnTo>
                    <a:pt x="60625" y="248952"/>
                  </a:lnTo>
                  <a:lnTo>
                    <a:pt x="60277" y="249097"/>
                  </a:lnTo>
                  <a:lnTo>
                    <a:pt x="60100" y="249280"/>
                  </a:lnTo>
                  <a:lnTo>
                    <a:pt x="59967" y="249336"/>
                  </a:lnTo>
                  <a:lnTo>
                    <a:pt x="59624" y="249234"/>
                  </a:lnTo>
                  <a:lnTo>
                    <a:pt x="59314" y="249145"/>
                  </a:lnTo>
                  <a:lnTo>
                    <a:pt x="59145" y="249305"/>
                  </a:lnTo>
                  <a:lnTo>
                    <a:pt x="58972" y="249117"/>
                  </a:lnTo>
                  <a:lnTo>
                    <a:pt x="58326" y="248529"/>
                  </a:lnTo>
                  <a:lnTo>
                    <a:pt x="58248" y="248282"/>
                  </a:lnTo>
                  <a:lnTo>
                    <a:pt x="58432" y="247980"/>
                  </a:lnTo>
                  <a:lnTo>
                    <a:pt x="58413" y="247721"/>
                  </a:lnTo>
                  <a:lnTo>
                    <a:pt x="58273" y="247626"/>
                  </a:lnTo>
                  <a:lnTo>
                    <a:pt x="58146" y="247411"/>
                  </a:lnTo>
                  <a:lnTo>
                    <a:pt x="58143" y="247240"/>
                  </a:lnTo>
                  <a:lnTo>
                    <a:pt x="58211" y="246979"/>
                  </a:lnTo>
                  <a:lnTo>
                    <a:pt x="58457" y="246663"/>
                  </a:lnTo>
                  <a:lnTo>
                    <a:pt x="58628" y="246574"/>
                  </a:lnTo>
                  <a:lnTo>
                    <a:pt x="58669" y="246123"/>
                  </a:lnTo>
                  <a:lnTo>
                    <a:pt x="58328" y="245702"/>
                  </a:lnTo>
                  <a:lnTo>
                    <a:pt x="58157" y="245633"/>
                  </a:lnTo>
                  <a:lnTo>
                    <a:pt x="57736" y="245281"/>
                  </a:lnTo>
                  <a:lnTo>
                    <a:pt x="57304" y="245619"/>
                  </a:lnTo>
                  <a:lnTo>
                    <a:pt x="56812" y="246287"/>
                  </a:lnTo>
                  <a:lnTo>
                    <a:pt x="56741" y="246141"/>
                  </a:lnTo>
                  <a:lnTo>
                    <a:pt x="56654" y="245891"/>
                  </a:lnTo>
                  <a:lnTo>
                    <a:pt x="56689" y="245743"/>
                  </a:lnTo>
                  <a:lnTo>
                    <a:pt x="56640" y="245422"/>
                  </a:lnTo>
                  <a:lnTo>
                    <a:pt x="56547" y="245231"/>
                  </a:lnTo>
                  <a:lnTo>
                    <a:pt x="56439" y="245024"/>
                  </a:lnTo>
                  <a:lnTo>
                    <a:pt x="56253" y="244768"/>
                  </a:lnTo>
                  <a:lnTo>
                    <a:pt x="56079" y="244728"/>
                  </a:lnTo>
                  <a:lnTo>
                    <a:pt x="55836" y="243445"/>
                  </a:lnTo>
                  <a:lnTo>
                    <a:pt x="55914" y="243265"/>
                  </a:lnTo>
                  <a:lnTo>
                    <a:pt x="55086" y="242826"/>
                  </a:lnTo>
                  <a:lnTo>
                    <a:pt x="54186" y="243667"/>
                  </a:lnTo>
                  <a:lnTo>
                    <a:pt x="53585" y="242400"/>
                  </a:lnTo>
                  <a:lnTo>
                    <a:pt x="53528" y="241946"/>
                  </a:lnTo>
                  <a:lnTo>
                    <a:pt x="53368" y="241616"/>
                  </a:lnTo>
                  <a:lnTo>
                    <a:pt x="53309" y="241475"/>
                  </a:lnTo>
                  <a:lnTo>
                    <a:pt x="53516" y="240792"/>
                  </a:lnTo>
                  <a:lnTo>
                    <a:pt x="53568" y="240641"/>
                  </a:lnTo>
                  <a:lnTo>
                    <a:pt x="53297" y="240124"/>
                  </a:lnTo>
                  <a:lnTo>
                    <a:pt x="52974" y="239550"/>
                  </a:lnTo>
                  <a:lnTo>
                    <a:pt x="52877" y="239038"/>
                  </a:lnTo>
                  <a:lnTo>
                    <a:pt x="52978" y="238764"/>
                  </a:lnTo>
                  <a:lnTo>
                    <a:pt x="52992" y="238258"/>
                  </a:lnTo>
                  <a:lnTo>
                    <a:pt x="52870" y="237826"/>
                  </a:lnTo>
                  <a:lnTo>
                    <a:pt x="52813" y="237352"/>
                  </a:lnTo>
                  <a:lnTo>
                    <a:pt x="53077" y="236852"/>
                  </a:lnTo>
                  <a:lnTo>
                    <a:pt x="53218" y="235944"/>
                  </a:lnTo>
                  <a:lnTo>
                    <a:pt x="53244" y="235754"/>
                  </a:lnTo>
                  <a:lnTo>
                    <a:pt x="53243" y="235564"/>
                  </a:lnTo>
                  <a:lnTo>
                    <a:pt x="53222" y="235235"/>
                  </a:lnTo>
                  <a:lnTo>
                    <a:pt x="53234" y="235049"/>
                  </a:lnTo>
                  <a:lnTo>
                    <a:pt x="53624" y="234994"/>
                  </a:lnTo>
                  <a:lnTo>
                    <a:pt x="54438" y="234378"/>
                  </a:lnTo>
                  <a:lnTo>
                    <a:pt x="54561" y="234221"/>
                  </a:lnTo>
                  <a:lnTo>
                    <a:pt x="55071" y="233465"/>
                  </a:lnTo>
                  <a:lnTo>
                    <a:pt x="56202" y="232702"/>
                  </a:lnTo>
                  <a:lnTo>
                    <a:pt x="56664" y="232275"/>
                  </a:lnTo>
                  <a:lnTo>
                    <a:pt x="57393" y="231487"/>
                  </a:lnTo>
                  <a:lnTo>
                    <a:pt x="57367" y="231325"/>
                  </a:lnTo>
                  <a:lnTo>
                    <a:pt x="57373" y="231104"/>
                  </a:lnTo>
                  <a:lnTo>
                    <a:pt x="57611" y="230960"/>
                  </a:lnTo>
                  <a:lnTo>
                    <a:pt x="57924" y="230860"/>
                  </a:lnTo>
                  <a:lnTo>
                    <a:pt x="58122" y="230685"/>
                  </a:lnTo>
                  <a:lnTo>
                    <a:pt x="58330" y="230427"/>
                  </a:lnTo>
                  <a:lnTo>
                    <a:pt x="58598" y="229830"/>
                  </a:lnTo>
                  <a:lnTo>
                    <a:pt x="58694" y="229697"/>
                  </a:lnTo>
                  <a:lnTo>
                    <a:pt x="58927" y="229215"/>
                  </a:lnTo>
                  <a:lnTo>
                    <a:pt x="59213" y="229199"/>
                  </a:lnTo>
                  <a:lnTo>
                    <a:pt x="59496" y="229072"/>
                  </a:lnTo>
                  <a:lnTo>
                    <a:pt x="59952" y="228971"/>
                  </a:lnTo>
                  <a:lnTo>
                    <a:pt x="60237" y="228915"/>
                  </a:lnTo>
                  <a:lnTo>
                    <a:pt x="60395" y="228889"/>
                  </a:lnTo>
                  <a:lnTo>
                    <a:pt x="60740" y="228843"/>
                  </a:lnTo>
                  <a:lnTo>
                    <a:pt x="60965" y="228944"/>
                  </a:lnTo>
                  <a:lnTo>
                    <a:pt x="61361" y="228919"/>
                  </a:lnTo>
                  <a:lnTo>
                    <a:pt x="61559" y="228711"/>
                  </a:lnTo>
                  <a:lnTo>
                    <a:pt x="62275" y="228970"/>
                  </a:lnTo>
                  <a:lnTo>
                    <a:pt x="62580" y="228853"/>
                  </a:lnTo>
                  <a:lnTo>
                    <a:pt x="62768" y="228841"/>
                  </a:lnTo>
                  <a:lnTo>
                    <a:pt x="62951" y="228706"/>
                  </a:lnTo>
                  <a:lnTo>
                    <a:pt x="63088" y="228655"/>
                  </a:lnTo>
                  <a:lnTo>
                    <a:pt x="63281" y="228621"/>
                  </a:lnTo>
                  <a:lnTo>
                    <a:pt x="63719" y="228791"/>
                  </a:lnTo>
                  <a:lnTo>
                    <a:pt x="63867" y="228877"/>
                  </a:lnTo>
                  <a:lnTo>
                    <a:pt x="64344" y="228486"/>
                  </a:lnTo>
                  <a:lnTo>
                    <a:pt x="64721" y="228238"/>
                  </a:lnTo>
                  <a:lnTo>
                    <a:pt x="65255" y="228148"/>
                  </a:lnTo>
                  <a:lnTo>
                    <a:pt x="65382" y="228065"/>
                  </a:lnTo>
                  <a:lnTo>
                    <a:pt x="65597" y="228032"/>
                  </a:lnTo>
                  <a:lnTo>
                    <a:pt x="65745" y="227934"/>
                  </a:lnTo>
                  <a:lnTo>
                    <a:pt x="65682" y="227727"/>
                  </a:lnTo>
                  <a:lnTo>
                    <a:pt x="65903" y="227764"/>
                  </a:lnTo>
                  <a:lnTo>
                    <a:pt x="66040" y="227661"/>
                  </a:lnTo>
                  <a:lnTo>
                    <a:pt x="66554" y="227793"/>
                  </a:lnTo>
                  <a:lnTo>
                    <a:pt x="66860" y="227985"/>
                  </a:lnTo>
                  <a:lnTo>
                    <a:pt x="67099" y="227879"/>
                  </a:lnTo>
                  <a:lnTo>
                    <a:pt x="67324" y="227752"/>
                  </a:lnTo>
                  <a:lnTo>
                    <a:pt x="67511" y="227619"/>
                  </a:lnTo>
                  <a:lnTo>
                    <a:pt x="67445" y="226920"/>
                  </a:lnTo>
                  <a:lnTo>
                    <a:pt x="67221" y="226388"/>
                  </a:lnTo>
                  <a:lnTo>
                    <a:pt x="67170" y="226227"/>
                  </a:lnTo>
                  <a:lnTo>
                    <a:pt x="67167" y="225895"/>
                  </a:lnTo>
                  <a:lnTo>
                    <a:pt x="67430" y="225923"/>
                  </a:lnTo>
                  <a:lnTo>
                    <a:pt x="67568" y="225548"/>
                  </a:lnTo>
                  <a:lnTo>
                    <a:pt x="67471" y="225244"/>
                  </a:lnTo>
                  <a:lnTo>
                    <a:pt x="67541" y="225049"/>
                  </a:lnTo>
                  <a:lnTo>
                    <a:pt x="67679" y="224804"/>
                  </a:lnTo>
                  <a:lnTo>
                    <a:pt x="67817" y="224649"/>
                  </a:lnTo>
                  <a:lnTo>
                    <a:pt x="67561" y="224255"/>
                  </a:lnTo>
                  <a:lnTo>
                    <a:pt x="67391" y="224084"/>
                  </a:lnTo>
                  <a:lnTo>
                    <a:pt x="67334" y="223952"/>
                  </a:lnTo>
                  <a:lnTo>
                    <a:pt x="67421" y="223652"/>
                  </a:lnTo>
                  <a:lnTo>
                    <a:pt x="67566" y="223436"/>
                  </a:lnTo>
                  <a:lnTo>
                    <a:pt x="67704" y="223193"/>
                  </a:lnTo>
                  <a:lnTo>
                    <a:pt x="67784" y="222956"/>
                  </a:lnTo>
                  <a:lnTo>
                    <a:pt x="67623" y="221850"/>
                  </a:lnTo>
                  <a:lnTo>
                    <a:pt x="68098" y="221548"/>
                  </a:lnTo>
                  <a:lnTo>
                    <a:pt x="68713" y="221451"/>
                  </a:lnTo>
                  <a:lnTo>
                    <a:pt x="69249" y="221116"/>
                  </a:lnTo>
                  <a:lnTo>
                    <a:pt x="69522" y="221003"/>
                  </a:lnTo>
                  <a:lnTo>
                    <a:pt x="69646" y="220863"/>
                  </a:lnTo>
                  <a:lnTo>
                    <a:pt x="70099" y="220653"/>
                  </a:lnTo>
                  <a:lnTo>
                    <a:pt x="70394" y="220831"/>
                  </a:lnTo>
                  <a:lnTo>
                    <a:pt x="70561" y="220932"/>
                  </a:lnTo>
                  <a:lnTo>
                    <a:pt x="70807" y="221090"/>
                  </a:lnTo>
                  <a:lnTo>
                    <a:pt x="70848" y="221245"/>
                  </a:lnTo>
                  <a:lnTo>
                    <a:pt x="70923" y="221426"/>
                  </a:lnTo>
                  <a:lnTo>
                    <a:pt x="71123" y="221823"/>
                  </a:lnTo>
                  <a:lnTo>
                    <a:pt x="71279" y="222244"/>
                  </a:lnTo>
                  <a:lnTo>
                    <a:pt x="71359" y="222467"/>
                  </a:lnTo>
                  <a:lnTo>
                    <a:pt x="71680" y="222773"/>
                  </a:lnTo>
                  <a:lnTo>
                    <a:pt x="71809" y="222842"/>
                  </a:lnTo>
                  <a:lnTo>
                    <a:pt x="72018" y="223053"/>
                  </a:lnTo>
                  <a:lnTo>
                    <a:pt x="72154" y="223058"/>
                  </a:lnTo>
                  <a:lnTo>
                    <a:pt x="72309" y="222980"/>
                  </a:lnTo>
                  <a:lnTo>
                    <a:pt x="72579" y="222833"/>
                  </a:lnTo>
                  <a:lnTo>
                    <a:pt x="72820" y="222999"/>
                  </a:lnTo>
                  <a:lnTo>
                    <a:pt x="73181" y="223043"/>
                  </a:lnTo>
                  <a:lnTo>
                    <a:pt x="73607" y="222693"/>
                  </a:lnTo>
                  <a:lnTo>
                    <a:pt x="73761" y="222526"/>
                  </a:lnTo>
                  <a:lnTo>
                    <a:pt x="74542" y="222250"/>
                  </a:lnTo>
                  <a:lnTo>
                    <a:pt x="74744" y="222258"/>
                  </a:lnTo>
                  <a:lnTo>
                    <a:pt x="75008" y="222205"/>
                  </a:lnTo>
                  <a:lnTo>
                    <a:pt x="75138" y="222362"/>
                  </a:lnTo>
                  <a:lnTo>
                    <a:pt x="75363" y="222335"/>
                  </a:lnTo>
                  <a:lnTo>
                    <a:pt x="75594" y="222221"/>
                  </a:lnTo>
                  <a:lnTo>
                    <a:pt x="75887" y="222096"/>
                  </a:lnTo>
                  <a:lnTo>
                    <a:pt x="76106" y="222012"/>
                  </a:lnTo>
                  <a:lnTo>
                    <a:pt x="76257" y="221927"/>
                  </a:lnTo>
                  <a:lnTo>
                    <a:pt x="76342" y="221667"/>
                  </a:lnTo>
                  <a:lnTo>
                    <a:pt x="76550" y="221590"/>
                  </a:lnTo>
                  <a:lnTo>
                    <a:pt x="76739" y="221875"/>
                  </a:lnTo>
                  <a:lnTo>
                    <a:pt x="76469" y="222119"/>
                  </a:lnTo>
                  <a:lnTo>
                    <a:pt x="76766" y="222266"/>
                  </a:lnTo>
                  <a:lnTo>
                    <a:pt x="77056" y="222244"/>
                  </a:lnTo>
                  <a:lnTo>
                    <a:pt x="76983" y="222527"/>
                  </a:lnTo>
                  <a:lnTo>
                    <a:pt x="77023" y="222715"/>
                  </a:lnTo>
                  <a:lnTo>
                    <a:pt x="77605" y="222948"/>
                  </a:lnTo>
                  <a:lnTo>
                    <a:pt x="77731" y="222813"/>
                  </a:lnTo>
                  <a:lnTo>
                    <a:pt x="78260" y="222620"/>
                  </a:lnTo>
                  <a:lnTo>
                    <a:pt x="78424" y="222763"/>
                  </a:lnTo>
                  <a:lnTo>
                    <a:pt x="79160" y="222788"/>
                  </a:lnTo>
                  <a:lnTo>
                    <a:pt x="79345" y="222971"/>
                  </a:lnTo>
                  <a:lnTo>
                    <a:pt x="79794" y="222931"/>
                  </a:lnTo>
                  <a:lnTo>
                    <a:pt x="80093" y="222811"/>
                  </a:lnTo>
                  <a:lnTo>
                    <a:pt x="80399" y="222687"/>
                  </a:lnTo>
                  <a:lnTo>
                    <a:pt x="80594" y="222531"/>
                  </a:lnTo>
                  <a:lnTo>
                    <a:pt x="80759" y="222483"/>
                  </a:lnTo>
                  <a:lnTo>
                    <a:pt x="80957" y="222487"/>
                  </a:lnTo>
                  <a:lnTo>
                    <a:pt x="81157" y="222501"/>
                  </a:lnTo>
                  <a:lnTo>
                    <a:pt x="81331" y="222415"/>
                  </a:lnTo>
                  <a:lnTo>
                    <a:pt x="81547" y="222216"/>
                  </a:lnTo>
                  <a:lnTo>
                    <a:pt x="81755" y="221910"/>
                  </a:lnTo>
                  <a:lnTo>
                    <a:pt x="81979" y="221856"/>
                  </a:lnTo>
                  <a:lnTo>
                    <a:pt x="82253" y="221857"/>
                  </a:lnTo>
                  <a:lnTo>
                    <a:pt x="82474" y="221754"/>
                  </a:lnTo>
                  <a:lnTo>
                    <a:pt x="82643" y="221629"/>
                  </a:lnTo>
                  <a:lnTo>
                    <a:pt x="82932" y="221511"/>
                  </a:lnTo>
                  <a:lnTo>
                    <a:pt x="83178" y="221453"/>
                  </a:lnTo>
                  <a:lnTo>
                    <a:pt x="83484" y="221236"/>
                  </a:lnTo>
                  <a:lnTo>
                    <a:pt x="83707" y="221100"/>
                  </a:lnTo>
                  <a:lnTo>
                    <a:pt x="83968" y="221002"/>
                  </a:lnTo>
                  <a:lnTo>
                    <a:pt x="84207" y="220719"/>
                  </a:lnTo>
                  <a:lnTo>
                    <a:pt x="84323" y="220501"/>
                  </a:lnTo>
                  <a:lnTo>
                    <a:pt x="84480" y="220196"/>
                  </a:lnTo>
                  <a:lnTo>
                    <a:pt x="84670" y="219989"/>
                  </a:lnTo>
                  <a:lnTo>
                    <a:pt x="84840" y="219855"/>
                  </a:lnTo>
                  <a:lnTo>
                    <a:pt x="85143" y="219847"/>
                  </a:lnTo>
                  <a:lnTo>
                    <a:pt x="85389" y="219943"/>
                  </a:lnTo>
                  <a:lnTo>
                    <a:pt x="85734" y="219908"/>
                  </a:lnTo>
                  <a:lnTo>
                    <a:pt x="85964" y="219843"/>
                  </a:lnTo>
                  <a:lnTo>
                    <a:pt x="86206" y="219710"/>
                  </a:lnTo>
                  <a:lnTo>
                    <a:pt x="86386" y="219498"/>
                  </a:lnTo>
                  <a:lnTo>
                    <a:pt x="87332" y="219160"/>
                  </a:lnTo>
                  <a:lnTo>
                    <a:pt x="87807" y="219530"/>
                  </a:lnTo>
                  <a:lnTo>
                    <a:pt x="88328" y="219458"/>
                  </a:lnTo>
                  <a:lnTo>
                    <a:pt x="88483" y="219334"/>
                  </a:lnTo>
                  <a:lnTo>
                    <a:pt x="88939" y="219172"/>
                  </a:lnTo>
                  <a:lnTo>
                    <a:pt x="89194" y="219092"/>
                  </a:lnTo>
                  <a:lnTo>
                    <a:pt x="90066" y="219131"/>
                  </a:lnTo>
                  <a:lnTo>
                    <a:pt x="90372" y="219225"/>
                  </a:lnTo>
                  <a:lnTo>
                    <a:pt x="90675" y="219634"/>
                  </a:lnTo>
                  <a:lnTo>
                    <a:pt x="90586" y="219908"/>
                  </a:lnTo>
                  <a:lnTo>
                    <a:pt x="90514" y="220441"/>
                  </a:lnTo>
                  <a:lnTo>
                    <a:pt x="90699" y="220678"/>
                  </a:lnTo>
                  <a:lnTo>
                    <a:pt x="91008" y="220738"/>
                  </a:lnTo>
                  <a:lnTo>
                    <a:pt x="91168" y="220792"/>
                  </a:lnTo>
                  <a:lnTo>
                    <a:pt x="91453" y="220807"/>
                  </a:lnTo>
                  <a:lnTo>
                    <a:pt x="91601" y="220564"/>
                  </a:lnTo>
                  <a:lnTo>
                    <a:pt x="91627" y="220356"/>
                  </a:lnTo>
                  <a:lnTo>
                    <a:pt x="92212" y="220047"/>
                  </a:lnTo>
                  <a:lnTo>
                    <a:pt x="92249" y="219911"/>
                  </a:lnTo>
                  <a:lnTo>
                    <a:pt x="92630" y="219658"/>
                  </a:lnTo>
                  <a:lnTo>
                    <a:pt x="93082" y="219788"/>
                  </a:lnTo>
                  <a:lnTo>
                    <a:pt x="93642" y="220017"/>
                  </a:lnTo>
                  <a:lnTo>
                    <a:pt x="94060" y="219718"/>
                  </a:lnTo>
                  <a:lnTo>
                    <a:pt x="94424" y="219428"/>
                  </a:lnTo>
                  <a:lnTo>
                    <a:pt x="94679" y="219206"/>
                  </a:lnTo>
                  <a:lnTo>
                    <a:pt x="95000" y="219156"/>
                  </a:lnTo>
                  <a:lnTo>
                    <a:pt x="95575" y="218987"/>
                  </a:lnTo>
                  <a:lnTo>
                    <a:pt x="95618" y="218844"/>
                  </a:lnTo>
                  <a:lnTo>
                    <a:pt x="95990" y="218709"/>
                  </a:lnTo>
                  <a:lnTo>
                    <a:pt x="96385" y="218597"/>
                  </a:lnTo>
                  <a:lnTo>
                    <a:pt x="96568" y="218527"/>
                  </a:lnTo>
                  <a:lnTo>
                    <a:pt x="96880" y="218535"/>
                  </a:lnTo>
                  <a:lnTo>
                    <a:pt x="97034" y="218881"/>
                  </a:lnTo>
                  <a:lnTo>
                    <a:pt x="97127" y="219292"/>
                  </a:lnTo>
                  <a:lnTo>
                    <a:pt x="97287" y="219205"/>
                  </a:lnTo>
                  <a:lnTo>
                    <a:pt x="97646" y="219017"/>
                  </a:lnTo>
                  <a:lnTo>
                    <a:pt x="97837" y="218948"/>
                  </a:lnTo>
                  <a:lnTo>
                    <a:pt x="98004" y="218737"/>
                  </a:lnTo>
                  <a:lnTo>
                    <a:pt x="98212" y="218262"/>
                  </a:lnTo>
                  <a:lnTo>
                    <a:pt x="98347" y="217961"/>
                  </a:lnTo>
                  <a:lnTo>
                    <a:pt x="98695" y="217630"/>
                  </a:lnTo>
                  <a:lnTo>
                    <a:pt x="99007" y="217774"/>
                  </a:lnTo>
                  <a:lnTo>
                    <a:pt x="99347" y="217908"/>
                  </a:lnTo>
                  <a:lnTo>
                    <a:pt x="99563" y="217550"/>
                  </a:lnTo>
                  <a:lnTo>
                    <a:pt x="99563" y="216881"/>
                  </a:lnTo>
                  <a:lnTo>
                    <a:pt x="99427" y="216707"/>
                  </a:lnTo>
                  <a:lnTo>
                    <a:pt x="99444" y="216271"/>
                  </a:lnTo>
                  <a:lnTo>
                    <a:pt x="99731" y="216174"/>
                  </a:lnTo>
                  <a:lnTo>
                    <a:pt x="99996" y="215709"/>
                  </a:lnTo>
                  <a:lnTo>
                    <a:pt x="100023" y="215561"/>
                  </a:lnTo>
                  <a:lnTo>
                    <a:pt x="100141" y="215387"/>
                  </a:lnTo>
                  <a:lnTo>
                    <a:pt x="100274" y="215294"/>
                  </a:lnTo>
                  <a:lnTo>
                    <a:pt x="99798" y="215158"/>
                  </a:lnTo>
                  <a:lnTo>
                    <a:pt x="99840" y="214933"/>
                  </a:lnTo>
                  <a:lnTo>
                    <a:pt x="99910" y="214523"/>
                  </a:lnTo>
                  <a:lnTo>
                    <a:pt x="99807" y="214084"/>
                  </a:lnTo>
                  <a:lnTo>
                    <a:pt x="99599" y="214062"/>
                  </a:lnTo>
                  <a:lnTo>
                    <a:pt x="99188" y="214224"/>
                  </a:lnTo>
                  <a:lnTo>
                    <a:pt x="99023" y="214314"/>
                  </a:lnTo>
                  <a:lnTo>
                    <a:pt x="98896" y="214378"/>
                  </a:lnTo>
                  <a:lnTo>
                    <a:pt x="98773" y="214707"/>
                  </a:lnTo>
                  <a:lnTo>
                    <a:pt x="98580" y="214768"/>
                  </a:lnTo>
                  <a:lnTo>
                    <a:pt x="98390" y="215163"/>
                  </a:lnTo>
                  <a:lnTo>
                    <a:pt x="98825" y="215254"/>
                  </a:lnTo>
                  <a:lnTo>
                    <a:pt x="99005" y="215309"/>
                  </a:lnTo>
                  <a:lnTo>
                    <a:pt x="99069" y="215676"/>
                  </a:lnTo>
                  <a:lnTo>
                    <a:pt x="98941" y="215776"/>
                  </a:lnTo>
                  <a:lnTo>
                    <a:pt x="98856" y="215995"/>
                  </a:lnTo>
                  <a:lnTo>
                    <a:pt x="98717" y="216152"/>
                  </a:lnTo>
                  <a:lnTo>
                    <a:pt x="98444" y="216247"/>
                  </a:lnTo>
                  <a:lnTo>
                    <a:pt x="98194" y="216230"/>
                  </a:lnTo>
                  <a:lnTo>
                    <a:pt x="98029" y="216469"/>
                  </a:lnTo>
                  <a:lnTo>
                    <a:pt x="97710" y="216727"/>
                  </a:lnTo>
                  <a:lnTo>
                    <a:pt x="97351" y="216844"/>
                  </a:lnTo>
                  <a:lnTo>
                    <a:pt x="97272" y="216589"/>
                  </a:lnTo>
                  <a:lnTo>
                    <a:pt x="97252" y="216285"/>
                  </a:lnTo>
                  <a:lnTo>
                    <a:pt x="97108" y="215807"/>
                  </a:lnTo>
                  <a:lnTo>
                    <a:pt x="97033" y="215553"/>
                  </a:lnTo>
                  <a:lnTo>
                    <a:pt x="97014" y="215287"/>
                  </a:lnTo>
                  <a:lnTo>
                    <a:pt x="96737" y="215133"/>
                  </a:lnTo>
                  <a:lnTo>
                    <a:pt x="96510" y="215276"/>
                  </a:lnTo>
                  <a:lnTo>
                    <a:pt x="96288" y="215159"/>
                  </a:lnTo>
                  <a:lnTo>
                    <a:pt x="96263" y="214652"/>
                  </a:lnTo>
                  <a:lnTo>
                    <a:pt x="96605" y="214491"/>
                  </a:lnTo>
                  <a:lnTo>
                    <a:pt x="96800" y="214468"/>
                  </a:lnTo>
                  <a:lnTo>
                    <a:pt x="96880" y="214242"/>
                  </a:lnTo>
                  <a:lnTo>
                    <a:pt x="96920" y="214012"/>
                  </a:lnTo>
                  <a:lnTo>
                    <a:pt x="97064" y="213807"/>
                  </a:lnTo>
                  <a:lnTo>
                    <a:pt x="97315" y="213768"/>
                  </a:lnTo>
                  <a:lnTo>
                    <a:pt x="97358" y="213396"/>
                  </a:lnTo>
                  <a:lnTo>
                    <a:pt x="97607" y="213342"/>
                  </a:lnTo>
                  <a:lnTo>
                    <a:pt x="97705" y="213057"/>
                  </a:lnTo>
                  <a:lnTo>
                    <a:pt x="97780" y="212811"/>
                  </a:lnTo>
                  <a:lnTo>
                    <a:pt x="97830" y="212626"/>
                  </a:lnTo>
                  <a:lnTo>
                    <a:pt x="97855" y="212444"/>
                  </a:lnTo>
                  <a:lnTo>
                    <a:pt x="97865" y="212210"/>
                  </a:lnTo>
                  <a:lnTo>
                    <a:pt x="98268" y="211936"/>
                  </a:lnTo>
                  <a:lnTo>
                    <a:pt x="98264" y="212517"/>
                  </a:lnTo>
                  <a:lnTo>
                    <a:pt x="98086" y="213098"/>
                  </a:lnTo>
                  <a:lnTo>
                    <a:pt x="98447" y="213041"/>
                  </a:lnTo>
                  <a:lnTo>
                    <a:pt x="98977" y="212840"/>
                  </a:lnTo>
                  <a:lnTo>
                    <a:pt x="99005" y="212493"/>
                  </a:lnTo>
                  <a:lnTo>
                    <a:pt x="99334" y="212342"/>
                  </a:lnTo>
                  <a:lnTo>
                    <a:pt x="99350" y="212489"/>
                  </a:lnTo>
                  <a:lnTo>
                    <a:pt x="99303" y="212737"/>
                  </a:lnTo>
                  <a:lnTo>
                    <a:pt x="99185" y="213105"/>
                  </a:lnTo>
                  <a:lnTo>
                    <a:pt x="99185" y="213359"/>
                  </a:lnTo>
                  <a:lnTo>
                    <a:pt x="99685" y="213491"/>
                  </a:lnTo>
                  <a:lnTo>
                    <a:pt x="99773" y="213674"/>
                  </a:lnTo>
                  <a:lnTo>
                    <a:pt x="100009" y="213724"/>
                  </a:lnTo>
                  <a:lnTo>
                    <a:pt x="100362" y="213638"/>
                  </a:lnTo>
                  <a:lnTo>
                    <a:pt x="100498" y="213577"/>
                  </a:lnTo>
                  <a:lnTo>
                    <a:pt x="100721" y="213408"/>
                  </a:lnTo>
                  <a:lnTo>
                    <a:pt x="101020" y="213045"/>
                  </a:lnTo>
                  <a:lnTo>
                    <a:pt x="101078" y="212850"/>
                  </a:lnTo>
                  <a:lnTo>
                    <a:pt x="101474" y="212571"/>
                  </a:lnTo>
                  <a:lnTo>
                    <a:pt x="101476" y="212298"/>
                  </a:lnTo>
                  <a:lnTo>
                    <a:pt x="100974" y="212043"/>
                  </a:lnTo>
                  <a:lnTo>
                    <a:pt x="100829" y="212113"/>
                  </a:lnTo>
                  <a:lnTo>
                    <a:pt x="100641" y="212105"/>
                  </a:lnTo>
                  <a:lnTo>
                    <a:pt x="100475" y="212072"/>
                  </a:lnTo>
                  <a:lnTo>
                    <a:pt x="100290" y="211905"/>
                  </a:lnTo>
                  <a:lnTo>
                    <a:pt x="100259" y="211757"/>
                  </a:lnTo>
                  <a:lnTo>
                    <a:pt x="100268" y="211555"/>
                  </a:lnTo>
                  <a:lnTo>
                    <a:pt x="100386" y="211068"/>
                  </a:lnTo>
                  <a:lnTo>
                    <a:pt x="100571" y="211069"/>
                  </a:lnTo>
                  <a:lnTo>
                    <a:pt x="100680" y="210883"/>
                  </a:lnTo>
                  <a:lnTo>
                    <a:pt x="100772" y="210670"/>
                  </a:lnTo>
                  <a:lnTo>
                    <a:pt x="100803" y="210526"/>
                  </a:lnTo>
                  <a:lnTo>
                    <a:pt x="101100" y="210604"/>
                  </a:lnTo>
                  <a:lnTo>
                    <a:pt x="101612" y="210425"/>
                  </a:lnTo>
                  <a:lnTo>
                    <a:pt x="102132" y="210108"/>
                  </a:lnTo>
                  <a:lnTo>
                    <a:pt x="102284" y="210102"/>
                  </a:lnTo>
                  <a:lnTo>
                    <a:pt x="102574" y="210023"/>
                  </a:lnTo>
                  <a:lnTo>
                    <a:pt x="102681" y="209870"/>
                  </a:lnTo>
                  <a:lnTo>
                    <a:pt x="102894" y="209588"/>
                  </a:lnTo>
                  <a:lnTo>
                    <a:pt x="103035" y="209846"/>
                  </a:lnTo>
                  <a:lnTo>
                    <a:pt x="103162" y="209913"/>
                  </a:lnTo>
                  <a:lnTo>
                    <a:pt x="103399" y="209946"/>
                  </a:lnTo>
                  <a:lnTo>
                    <a:pt x="103492" y="210152"/>
                  </a:lnTo>
                  <a:lnTo>
                    <a:pt x="103525" y="210282"/>
                  </a:lnTo>
                  <a:lnTo>
                    <a:pt x="103914" y="210467"/>
                  </a:lnTo>
                  <a:lnTo>
                    <a:pt x="104231" y="210718"/>
                  </a:lnTo>
                  <a:lnTo>
                    <a:pt x="104705" y="210754"/>
                  </a:lnTo>
                  <a:lnTo>
                    <a:pt x="105112" y="210642"/>
                  </a:lnTo>
                  <a:lnTo>
                    <a:pt x="105576" y="210653"/>
                  </a:lnTo>
                  <a:lnTo>
                    <a:pt x="106431" y="210434"/>
                  </a:lnTo>
                  <a:lnTo>
                    <a:pt x="106781" y="210256"/>
                  </a:lnTo>
                  <a:lnTo>
                    <a:pt x="106922" y="210196"/>
                  </a:lnTo>
                  <a:lnTo>
                    <a:pt x="107364" y="210544"/>
                  </a:lnTo>
                  <a:lnTo>
                    <a:pt x="107510" y="210762"/>
                  </a:lnTo>
                  <a:lnTo>
                    <a:pt x="107432" y="211244"/>
                  </a:lnTo>
                  <a:lnTo>
                    <a:pt x="107153" y="211511"/>
                  </a:lnTo>
                  <a:lnTo>
                    <a:pt x="107042" y="211851"/>
                  </a:lnTo>
                  <a:lnTo>
                    <a:pt x="106834" y="211990"/>
                  </a:lnTo>
                  <a:lnTo>
                    <a:pt x="106884" y="212273"/>
                  </a:lnTo>
                  <a:lnTo>
                    <a:pt x="107181" y="212416"/>
                  </a:lnTo>
                  <a:lnTo>
                    <a:pt x="107511" y="212336"/>
                  </a:lnTo>
                  <a:lnTo>
                    <a:pt x="107870" y="212510"/>
                  </a:lnTo>
                  <a:lnTo>
                    <a:pt x="108193" y="212638"/>
                  </a:lnTo>
                  <a:lnTo>
                    <a:pt x="108932" y="212973"/>
                  </a:lnTo>
                  <a:lnTo>
                    <a:pt x="109144" y="212790"/>
                  </a:lnTo>
                  <a:lnTo>
                    <a:pt x="109358" y="212858"/>
                  </a:lnTo>
                  <a:lnTo>
                    <a:pt x="109758" y="213040"/>
                  </a:lnTo>
                  <a:lnTo>
                    <a:pt x="110412" y="212986"/>
                  </a:lnTo>
                  <a:lnTo>
                    <a:pt x="110268" y="212722"/>
                  </a:lnTo>
                  <a:lnTo>
                    <a:pt x="110191" y="212229"/>
                  </a:lnTo>
                  <a:lnTo>
                    <a:pt x="110083" y="211973"/>
                  </a:lnTo>
                  <a:lnTo>
                    <a:pt x="109941" y="211836"/>
                  </a:lnTo>
                  <a:lnTo>
                    <a:pt x="109721" y="211685"/>
                  </a:lnTo>
                  <a:lnTo>
                    <a:pt x="109966" y="211557"/>
                  </a:lnTo>
                  <a:lnTo>
                    <a:pt x="110084" y="211209"/>
                  </a:lnTo>
                  <a:lnTo>
                    <a:pt x="109966" y="210921"/>
                  </a:lnTo>
                  <a:lnTo>
                    <a:pt x="110044" y="210352"/>
                  </a:lnTo>
                  <a:lnTo>
                    <a:pt x="110218" y="210104"/>
                  </a:lnTo>
                  <a:lnTo>
                    <a:pt x="110260" y="209975"/>
                  </a:lnTo>
                  <a:lnTo>
                    <a:pt x="110235" y="209738"/>
                  </a:lnTo>
                  <a:lnTo>
                    <a:pt x="110087" y="209551"/>
                  </a:lnTo>
                  <a:lnTo>
                    <a:pt x="110062" y="209373"/>
                  </a:lnTo>
                  <a:lnTo>
                    <a:pt x="110259" y="208883"/>
                  </a:lnTo>
                  <a:lnTo>
                    <a:pt x="110716" y="208727"/>
                  </a:lnTo>
                  <a:lnTo>
                    <a:pt x="111233" y="208476"/>
                  </a:lnTo>
                  <a:lnTo>
                    <a:pt x="111093" y="208154"/>
                  </a:lnTo>
                  <a:lnTo>
                    <a:pt x="110541" y="207975"/>
                  </a:lnTo>
                  <a:lnTo>
                    <a:pt x="110143" y="208136"/>
                  </a:lnTo>
                  <a:lnTo>
                    <a:pt x="109988" y="208189"/>
                  </a:lnTo>
                  <a:lnTo>
                    <a:pt x="109795" y="208214"/>
                  </a:lnTo>
                  <a:lnTo>
                    <a:pt x="109459" y="208354"/>
                  </a:lnTo>
                  <a:lnTo>
                    <a:pt x="109312" y="208520"/>
                  </a:lnTo>
                  <a:lnTo>
                    <a:pt x="108996" y="208558"/>
                  </a:lnTo>
                  <a:lnTo>
                    <a:pt x="108640" y="208353"/>
                  </a:lnTo>
                  <a:lnTo>
                    <a:pt x="108334" y="208207"/>
                  </a:lnTo>
                  <a:lnTo>
                    <a:pt x="108583" y="208132"/>
                  </a:lnTo>
                  <a:lnTo>
                    <a:pt x="108904" y="207989"/>
                  </a:lnTo>
                  <a:lnTo>
                    <a:pt x="109053" y="206954"/>
                  </a:lnTo>
                  <a:lnTo>
                    <a:pt x="109059" y="206816"/>
                  </a:lnTo>
                  <a:lnTo>
                    <a:pt x="109120" y="206681"/>
                  </a:lnTo>
                  <a:lnTo>
                    <a:pt x="109063" y="206319"/>
                  </a:lnTo>
                  <a:lnTo>
                    <a:pt x="109325" y="206133"/>
                  </a:lnTo>
                  <a:lnTo>
                    <a:pt x="109538" y="206113"/>
                  </a:lnTo>
                  <a:lnTo>
                    <a:pt x="109627" y="205927"/>
                  </a:lnTo>
                  <a:lnTo>
                    <a:pt x="109529" y="205613"/>
                  </a:lnTo>
                  <a:lnTo>
                    <a:pt x="109495" y="205462"/>
                  </a:lnTo>
                  <a:lnTo>
                    <a:pt x="109467" y="205279"/>
                  </a:lnTo>
                  <a:lnTo>
                    <a:pt x="109333" y="205298"/>
                  </a:lnTo>
                  <a:lnTo>
                    <a:pt x="109039" y="205405"/>
                  </a:lnTo>
                  <a:lnTo>
                    <a:pt x="108899" y="205435"/>
                  </a:lnTo>
                  <a:lnTo>
                    <a:pt x="108625" y="205326"/>
                  </a:lnTo>
                  <a:lnTo>
                    <a:pt x="108176" y="205025"/>
                  </a:lnTo>
                  <a:lnTo>
                    <a:pt x="107904" y="204836"/>
                  </a:lnTo>
                  <a:lnTo>
                    <a:pt x="107856" y="204613"/>
                  </a:lnTo>
                  <a:lnTo>
                    <a:pt x="108030" y="204408"/>
                  </a:lnTo>
                  <a:lnTo>
                    <a:pt x="108059" y="204260"/>
                  </a:lnTo>
                  <a:lnTo>
                    <a:pt x="108021" y="204056"/>
                  </a:lnTo>
                  <a:lnTo>
                    <a:pt x="108732" y="203760"/>
                  </a:lnTo>
                  <a:lnTo>
                    <a:pt x="108925" y="203676"/>
                  </a:lnTo>
                  <a:lnTo>
                    <a:pt x="109193" y="203991"/>
                  </a:lnTo>
                  <a:lnTo>
                    <a:pt x="109289" y="204173"/>
                  </a:lnTo>
                  <a:lnTo>
                    <a:pt x="109597" y="204613"/>
                  </a:lnTo>
                  <a:lnTo>
                    <a:pt x="109945" y="204942"/>
                  </a:lnTo>
                  <a:lnTo>
                    <a:pt x="110239" y="204950"/>
                  </a:lnTo>
                  <a:lnTo>
                    <a:pt x="110410" y="204995"/>
                  </a:lnTo>
                  <a:lnTo>
                    <a:pt x="110573" y="205072"/>
                  </a:lnTo>
                  <a:lnTo>
                    <a:pt x="110986" y="205017"/>
                  </a:lnTo>
                  <a:lnTo>
                    <a:pt x="111420" y="205056"/>
                  </a:lnTo>
                  <a:lnTo>
                    <a:pt x="111873" y="205088"/>
                  </a:lnTo>
                  <a:lnTo>
                    <a:pt x="112281" y="205133"/>
                  </a:lnTo>
                  <a:lnTo>
                    <a:pt x="112480" y="205170"/>
                  </a:lnTo>
                  <a:lnTo>
                    <a:pt x="112647" y="205234"/>
                  </a:lnTo>
                  <a:lnTo>
                    <a:pt x="112800" y="205256"/>
                  </a:lnTo>
                  <a:lnTo>
                    <a:pt x="113194" y="205233"/>
                  </a:lnTo>
                  <a:lnTo>
                    <a:pt x="113322" y="205229"/>
                  </a:lnTo>
                  <a:lnTo>
                    <a:pt x="113577" y="205293"/>
                  </a:lnTo>
                  <a:lnTo>
                    <a:pt x="114051" y="205149"/>
                  </a:lnTo>
                  <a:lnTo>
                    <a:pt x="114225" y="205147"/>
                  </a:lnTo>
                  <a:lnTo>
                    <a:pt x="114701" y="204955"/>
                  </a:lnTo>
                  <a:lnTo>
                    <a:pt x="115041" y="205035"/>
                  </a:lnTo>
                  <a:lnTo>
                    <a:pt x="115336" y="204971"/>
                  </a:lnTo>
                  <a:lnTo>
                    <a:pt x="115578" y="205122"/>
                  </a:lnTo>
                  <a:lnTo>
                    <a:pt x="115750" y="205512"/>
                  </a:lnTo>
                  <a:lnTo>
                    <a:pt x="115259" y="205741"/>
                  </a:lnTo>
                  <a:lnTo>
                    <a:pt x="115021" y="205837"/>
                  </a:lnTo>
                  <a:lnTo>
                    <a:pt x="115195" y="206133"/>
                  </a:lnTo>
                  <a:lnTo>
                    <a:pt x="115383" y="206423"/>
                  </a:lnTo>
                  <a:lnTo>
                    <a:pt x="115400" y="206556"/>
                  </a:lnTo>
                  <a:lnTo>
                    <a:pt x="115631" y="206850"/>
                  </a:lnTo>
                  <a:lnTo>
                    <a:pt x="115794" y="206844"/>
                  </a:lnTo>
                  <a:lnTo>
                    <a:pt x="115944" y="206804"/>
                  </a:lnTo>
                  <a:lnTo>
                    <a:pt x="116448" y="207000"/>
                  </a:lnTo>
                  <a:lnTo>
                    <a:pt x="116536" y="206779"/>
                  </a:lnTo>
                  <a:lnTo>
                    <a:pt x="116760" y="206630"/>
                  </a:lnTo>
                  <a:lnTo>
                    <a:pt x="116909" y="206513"/>
                  </a:lnTo>
                  <a:lnTo>
                    <a:pt x="117356" y="206043"/>
                  </a:lnTo>
                  <a:lnTo>
                    <a:pt x="117548" y="206130"/>
                  </a:lnTo>
                  <a:lnTo>
                    <a:pt x="117718" y="206178"/>
                  </a:lnTo>
                  <a:lnTo>
                    <a:pt x="117981" y="206102"/>
                  </a:lnTo>
                  <a:lnTo>
                    <a:pt x="118097" y="205973"/>
                  </a:lnTo>
                  <a:lnTo>
                    <a:pt x="118133" y="205846"/>
                  </a:lnTo>
                  <a:lnTo>
                    <a:pt x="118313" y="205553"/>
                  </a:lnTo>
                  <a:lnTo>
                    <a:pt x="118464" y="205573"/>
                  </a:lnTo>
                  <a:lnTo>
                    <a:pt x="119172" y="205458"/>
                  </a:lnTo>
                  <a:lnTo>
                    <a:pt x="119262" y="205300"/>
                  </a:lnTo>
                  <a:lnTo>
                    <a:pt x="119960" y="205458"/>
                  </a:lnTo>
                  <a:lnTo>
                    <a:pt x="119993" y="205203"/>
                  </a:lnTo>
                  <a:lnTo>
                    <a:pt x="120245" y="204960"/>
                  </a:lnTo>
                  <a:lnTo>
                    <a:pt x="120577" y="204607"/>
                  </a:lnTo>
                  <a:lnTo>
                    <a:pt x="120801" y="204420"/>
                  </a:lnTo>
                  <a:lnTo>
                    <a:pt x="121398" y="204041"/>
                  </a:lnTo>
                  <a:lnTo>
                    <a:pt x="121627" y="204005"/>
                  </a:lnTo>
                  <a:lnTo>
                    <a:pt x="121745" y="203737"/>
                  </a:lnTo>
                  <a:lnTo>
                    <a:pt x="122072" y="203860"/>
                  </a:lnTo>
                  <a:lnTo>
                    <a:pt x="122421" y="203840"/>
                  </a:lnTo>
                  <a:lnTo>
                    <a:pt x="122636" y="203411"/>
                  </a:lnTo>
                  <a:lnTo>
                    <a:pt x="122582" y="203269"/>
                  </a:lnTo>
                  <a:lnTo>
                    <a:pt x="122685" y="202739"/>
                  </a:lnTo>
                  <a:lnTo>
                    <a:pt x="122926" y="202481"/>
                  </a:lnTo>
                  <a:lnTo>
                    <a:pt x="122878" y="202234"/>
                  </a:lnTo>
                  <a:lnTo>
                    <a:pt x="123212" y="202167"/>
                  </a:lnTo>
                  <a:lnTo>
                    <a:pt x="123589" y="201890"/>
                  </a:lnTo>
                  <a:lnTo>
                    <a:pt x="123624" y="201732"/>
                  </a:lnTo>
                  <a:lnTo>
                    <a:pt x="123972" y="201345"/>
                  </a:lnTo>
                  <a:lnTo>
                    <a:pt x="124317" y="201385"/>
                  </a:lnTo>
                  <a:lnTo>
                    <a:pt x="124350" y="201191"/>
                  </a:lnTo>
                  <a:lnTo>
                    <a:pt x="124418" y="200952"/>
                  </a:lnTo>
                  <a:lnTo>
                    <a:pt x="124623" y="200955"/>
                  </a:lnTo>
                  <a:lnTo>
                    <a:pt x="124786" y="200986"/>
                  </a:lnTo>
                  <a:lnTo>
                    <a:pt x="124927" y="200876"/>
                  </a:lnTo>
                  <a:lnTo>
                    <a:pt x="125050" y="200712"/>
                  </a:lnTo>
                  <a:lnTo>
                    <a:pt x="125169" y="200534"/>
                  </a:lnTo>
                  <a:lnTo>
                    <a:pt x="125283" y="200321"/>
                  </a:lnTo>
                  <a:lnTo>
                    <a:pt x="125343" y="200044"/>
                  </a:lnTo>
                  <a:lnTo>
                    <a:pt x="125368" y="199799"/>
                  </a:lnTo>
                  <a:lnTo>
                    <a:pt x="125239" y="199549"/>
                  </a:lnTo>
                  <a:lnTo>
                    <a:pt x="124835" y="199815"/>
                  </a:lnTo>
                  <a:lnTo>
                    <a:pt x="124830" y="199402"/>
                  </a:lnTo>
                  <a:lnTo>
                    <a:pt x="124778" y="199263"/>
                  </a:lnTo>
                  <a:lnTo>
                    <a:pt x="124762" y="199019"/>
                  </a:lnTo>
                  <a:lnTo>
                    <a:pt x="124842" y="198843"/>
                  </a:lnTo>
                  <a:lnTo>
                    <a:pt x="125205" y="198705"/>
                  </a:lnTo>
                  <a:lnTo>
                    <a:pt x="125153" y="198225"/>
                  </a:lnTo>
                  <a:lnTo>
                    <a:pt x="125171" y="197925"/>
                  </a:lnTo>
                  <a:lnTo>
                    <a:pt x="125364" y="197781"/>
                  </a:lnTo>
                  <a:lnTo>
                    <a:pt x="125306" y="197641"/>
                  </a:lnTo>
                  <a:lnTo>
                    <a:pt x="125263" y="197215"/>
                  </a:lnTo>
                  <a:lnTo>
                    <a:pt x="125146" y="197085"/>
                  </a:lnTo>
                  <a:lnTo>
                    <a:pt x="125497" y="196726"/>
                  </a:lnTo>
                  <a:lnTo>
                    <a:pt x="125775" y="196372"/>
                  </a:lnTo>
                  <a:lnTo>
                    <a:pt x="126151" y="196285"/>
                  </a:lnTo>
                  <a:lnTo>
                    <a:pt x="126746" y="196116"/>
                  </a:lnTo>
                  <a:lnTo>
                    <a:pt x="126782" y="195984"/>
                  </a:lnTo>
                  <a:lnTo>
                    <a:pt x="126795" y="195846"/>
                  </a:lnTo>
                  <a:lnTo>
                    <a:pt x="126828" y="195715"/>
                  </a:lnTo>
                  <a:lnTo>
                    <a:pt x="127019" y="195160"/>
                  </a:lnTo>
                  <a:lnTo>
                    <a:pt x="127297" y="195228"/>
                  </a:lnTo>
                  <a:lnTo>
                    <a:pt x="127688" y="195288"/>
                  </a:lnTo>
                  <a:lnTo>
                    <a:pt x="128952" y="195388"/>
                  </a:lnTo>
                  <a:lnTo>
                    <a:pt x="129953" y="195401"/>
                  </a:lnTo>
                  <a:lnTo>
                    <a:pt x="130682" y="195347"/>
                  </a:lnTo>
                  <a:lnTo>
                    <a:pt x="130923" y="195363"/>
                  </a:lnTo>
                  <a:lnTo>
                    <a:pt x="131436" y="195444"/>
                  </a:lnTo>
                  <a:lnTo>
                    <a:pt x="132014" y="195481"/>
                  </a:lnTo>
                  <a:lnTo>
                    <a:pt x="132297" y="195488"/>
                  </a:lnTo>
                  <a:lnTo>
                    <a:pt x="132595" y="195467"/>
                  </a:lnTo>
                  <a:lnTo>
                    <a:pt x="132824" y="195414"/>
                  </a:lnTo>
                  <a:lnTo>
                    <a:pt x="133852" y="195035"/>
                  </a:lnTo>
                  <a:lnTo>
                    <a:pt x="134480" y="194882"/>
                  </a:lnTo>
                  <a:lnTo>
                    <a:pt x="134717" y="194844"/>
                  </a:lnTo>
                  <a:lnTo>
                    <a:pt x="134997" y="194849"/>
                  </a:lnTo>
                  <a:lnTo>
                    <a:pt x="135311" y="194902"/>
                  </a:lnTo>
                  <a:lnTo>
                    <a:pt x="135456" y="194947"/>
                  </a:lnTo>
                  <a:lnTo>
                    <a:pt x="135966" y="195167"/>
                  </a:lnTo>
                  <a:lnTo>
                    <a:pt x="136502" y="195514"/>
                  </a:lnTo>
                  <a:lnTo>
                    <a:pt x="137168" y="196077"/>
                  </a:lnTo>
                  <a:lnTo>
                    <a:pt x="137876" y="196676"/>
                  </a:lnTo>
                  <a:lnTo>
                    <a:pt x="138288" y="197007"/>
                  </a:lnTo>
                  <a:lnTo>
                    <a:pt x="138623" y="197094"/>
                  </a:lnTo>
                  <a:lnTo>
                    <a:pt x="138944" y="197396"/>
                  </a:lnTo>
                  <a:lnTo>
                    <a:pt x="139306" y="197778"/>
                  </a:lnTo>
                  <a:lnTo>
                    <a:pt x="139840" y="198252"/>
                  </a:lnTo>
                  <a:lnTo>
                    <a:pt x="140346" y="198628"/>
                  </a:lnTo>
                  <a:lnTo>
                    <a:pt x="140695" y="198831"/>
                  </a:lnTo>
                  <a:lnTo>
                    <a:pt x="141073" y="199097"/>
                  </a:lnTo>
                  <a:lnTo>
                    <a:pt x="141978" y="199777"/>
                  </a:lnTo>
                  <a:lnTo>
                    <a:pt x="142288" y="199974"/>
                  </a:lnTo>
                  <a:lnTo>
                    <a:pt x="142785" y="200224"/>
                  </a:lnTo>
                  <a:lnTo>
                    <a:pt x="144432" y="200888"/>
                  </a:lnTo>
                  <a:lnTo>
                    <a:pt x="144929" y="201067"/>
                  </a:lnTo>
                  <a:lnTo>
                    <a:pt x="145603" y="201277"/>
                  </a:lnTo>
                  <a:lnTo>
                    <a:pt x="146716" y="201526"/>
                  </a:lnTo>
                  <a:lnTo>
                    <a:pt x="147058" y="201559"/>
                  </a:lnTo>
                  <a:lnTo>
                    <a:pt x="147289" y="201548"/>
                  </a:lnTo>
                  <a:lnTo>
                    <a:pt x="148047" y="201451"/>
                  </a:lnTo>
                  <a:lnTo>
                    <a:pt x="148426" y="201366"/>
                  </a:lnTo>
                  <a:lnTo>
                    <a:pt x="148654" y="201296"/>
                  </a:lnTo>
                  <a:lnTo>
                    <a:pt x="148928" y="201186"/>
                  </a:lnTo>
                  <a:lnTo>
                    <a:pt x="150306" y="200550"/>
                  </a:lnTo>
                  <a:lnTo>
                    <a:pt x="150462" y="200497"/>
                  </a:lnTo>
                  <a:lnTo>
                    <a:pt x="151060" y="200172"/>
                  </a:lnTo>
                  <a:lnTo>
                    <a:pt x="151413" y="200052"/>
                  </a:lnTo>
                  <a:lnTo>
                    <a:pt x="151837" y="199935"/>
                  </a:lnTo>
                  <a:lnTo>
                    <a:pt x="152124" y="199785"/>
                  </a:lnTo>
                  <a:lnTo>
                    <a:pt x="153004" y="199007"/>
                  </a:lnTo>
                  <a:lnTo>
                    <a:pt x="153086" y="198870"/>
                  </a:lnTo>
                  <a:lnTo>
                    <a:pt x="153216" y="198683"/>
                  </a:lnTo>
                  <a:lnTo>
                    <a:pt x="153351" y="198495"/>
                  </a:lnTo>
                  <a:lnTo>
                    <a:pt x="153606" y="198157"/>
                  </a:lnTo>
                  <a:lnTo>
                    <a:pt x="154246" y="197544"/>
                  </a:lnTo>
                  <a:lnTo>
                    <a:pt x="154944" y="197009"/>
                  </a:lnTo>
                  <a:lnTo>
                    <a:pt x="155384" y="196683"/>
                  </a:lnTo>
                  <a:lnTo>
                    <a:pt x="155808" y="196417"/>
                  </a:lnTo>
                  <a:lnTo>
                    <a:pt x="156334" y="196139"/>
                  </a:lnTo>
                  <a:lnTo>
                    <a:pt x="156697" y="196006"/>
                  </a:lnTo>
                  <a:lnTo>
                    <a:pt x="157203" y="195833"/>
                  </a:lnTo>
                  <a:lnTo>
                    <a:pt x="157476" y="195786"/>
                  </a:lnTo>
                  <a:lnTo>
                    <a:pt x="157624" y="195772"/>
                  </a:lnTo>
                  <a:lnTo>
                    <a:pt x="158011" y="195721"/>
                  </a:lnTo>
                  <a:lnTo>
                    <a:pt x="158186" y="195714"/>
                  </a:lnTo>
                  <a:lnTo>
                    <a:pt x="158395" y="195713"/>
                  </a:lnTo>
                  <a:lnTo>
                    <a:pt x="158586" y="195712"/>
                  </a:lnTo>
                  <a:lnTo>
                    <a:pt x="159305" y="195719"/>
                  </a:lnTo>
                  <a:lnTo>
                    <a:pt x="159634" y="195723"/>
                  </a:lnTo>
                  <a:lnTo>
                    <a:pt x="159780" y="195726"/>
                  </a:lnTo>
                  <a:lnTo>
                    <a:pt x="160397" y="195854"/>
                  </a:lnTo>
                  <a:lnTo>
                    <a:pt x="160846" y="196159"/>
                  </a:lnTo>
                  <a:lnTo>
                    <a:pt x="161054" y="196400"/>
                  </a:lnTo>
                  <a:lnTo>
                    <a:pt x="161189" y="196571"/>
                  </a:lnTo>
                  <a:lnTo>
                    <a:pt x="161472" y="196988"/>
                  </a:lnTo>
                  <a:lnTo>
                    <a:pt x="161519" y="197131"/>
                  </a:lnTo>
                  <a:lnTo>
                    <a:pt x="161685" y="197545"/>
                  </a:lnTo>
                  <a:lnTo>
                    <a:pt x="162622" y="198316"/>
                  </a:lnTo>
                  <a:lnTo>
                    <a:pt x="162783" y="198233"/>
                  </a:lnTo>
                  <a:lnTo>
                    <a:pt x="163458" y="197827"/>
                  </a:lnTo>
                  <a:lnTo>
                    <a:pt x="163894" y="197506"/>
                  </a:lnTo>
                  <a:lnTo>
                    <a:pt x="164324" y="197188"/>
                  </a:lnTo>
                  <a:lnTo>
                    <a:pt x="164683" y="196913"/>
                  </a:lnTo>
                  <a:lnTo>
                    <a:pt x="165761" y="195914"/>
                  </a:lnTo>
                  <a:lnTo>
                    <a:pt x="166152" y="195578"/>
                  </a:lnTo>
                  <a:lnTo>
                    <a:pt x="166385" y="195435"/>
                  </a:lnTo>
                  <a:lnTo>
                    <a:pt x="166644" y="195284"/>
                  </a:lnTo>
                  <a:lnTo>
                    <a:pt x="167449" y="194860"/>
                  </a:lnTo>
                  <a:lnTo>
                    <a:pt x="167595" y="194792"/>
                  </a:lnTo>
                  <a:lnTo>
                    <a:pt x="167865" y="194687"/>
                  </a:lnTo>
                  <a:lnTo>
                    <a:pt x="168134" y="194583"/>
                  </a:lnTo>
                  <a:lnTo>
                    <a:pt x="168346" y="194487"/>
                  </a:lnTo>
                  <a:lnTo>
                    <a:pt x="168878" y="194235"/>
                  </a:lnTo>
                  <a:lnTo>
                    <a:pt x="169023" y="194163"/>
                  </a:lnTo>
                  <a:lnTo>
                    <a:pt x="169698" y="193808"/>
                  </a:lnTo>
                  <a:lnTo>
                    <a:pt x="170170" y="193549"/>
                  </a:lnTo>
                  <a:lnTo>
                    <a:pt x="170838" y="193171"/>
                  </a:lnTo>
                  <a:lnTo>
                    <a:pt x="171025" y="193032"/>
                  </a:lnTo>
                  <a:lnTo>
                    <a:pt x="172247" y="192156"/>
                  </a:lnTo>
                  <a:lnTo>
                    <a:pt x="172521" y="192016"/>
                  </a:lnTo>
                  <a:lnTo>
                    <a:pt x="172716" y="191929"/>
                  </a:lnTo>
                  <a:lnTo>
                    <a:pt x="173022" y="191866"/>
                  </a:lnTo>
                  <a:lnTo>
                    <a:pt x="173646" y="191871"/>
                  </a:lnTo>
                  <a:lnTo>
                    <a:pt x="173854" y="191901"/>
                  </a:lnTo>
                  <a:lnTo>
                    <a:pt x="174140" y="191939"/>
                  </a:lnTo>
                  <a:lnTo>
                    <a:pt x="174865" y="191997"/>
                  </a:lnTo>
                  <a:lnTo>
                    <a:pt x="175269" y="192000"/>
                  </a:lnTo>
                  <a:lnTo>
                    <a:pt x="175535" y="191964"/>
                  </a:lnTo>
                  <a:lnTo>
                    <a:pt x="175841" y="191808"/>
                  </a:lnTo>
                  <a:lnTo>
                    <a:pt x="176050" y="191655"/>
                  </a:lnTo>
                  <a:lnTo>
                    <a:pt x="176343" y="191236"/>
                  </a:lnTo>
                  <a:lnTo>
                    <a:pt x="176597" y="190720"/>
                  </a:lnTo>
                  <a:lnTo>
                    <a:pt x="176597" y="190420"/>
                  </a:lnTo>
                  <a:lnTo>
                    <a:pt x="176586" y="190262"/>
                  </a:lnTo>
                  <a:lnTo>
                    <a:pt x="176611" y="190089"/>
                  </a:lnTo>
                  <a:lnTo>
                    <a:pt x="176744" y="189776"/>
                  </a:lnTo>
                  <a:lnTo>
                    <a:pt x="177139" y="189055"/>
                  </a:lnTo>
                  <a:lnTo>
                    <a:pt x="177008" y="187043"/>
                  </a:lnTo>
                  <a:lnTo>
                    <a:pt x="177058" y="186687"/>
                  </a:lnTo>
                  <a:lnTo>
                    <a:pt x="177162" y="185950"/>
                  </a:lnTo>
                  <a:lnTo>
                    <a:pt x="177495" y="184880"/>
                  </a:lnTo>
                  <a:lnTo>
                    <a:pt x="177898" y="184105"/>
                  </a:lnTo>
                  <a:lnTo>
                    <a:pt x="178288" y="183466"/>
                  </a:lnTo>
                  <a:lnTo>
                    <a:pt x="178667" y="183064"/>
                  </a:lnTo>
                  <a:lnTo>
                    <a:pt x="178912" y="182871"/>
                  </a:lnTo>
                  <a:lnTo>
                    <a:pt x="179389" y="182642"/>
                  </a:lnTo>
                  <a:lnTo>
                    <a:pt x="179879" y="182546"/>
                  </a:lnTo>
                  <a:lnTo>
                    <a:pt x="180517" y="182446"/>
                  </a:lnTo>
                  <a:lnTo>
                    <a:pt x="180755" y="182435"/>
                  </a:lnTo>
                  <a:lnTo>
                    <a:pt x="181223" y="182414"/>
                  </a:lnTo>
                  <a:lnTo>
                    <a:pt x="181681" y="182443"/>
                  </a:lnTo>
                  <a:lnTo>
                    <a:pt x="182079" y="182522"/>
                  </a:lnTo>
                  <a:lnTo>
                    <a:pt x="182285" y="182611"/>
                  </a:lnTo>
                  <a:lnTo>
                    <a:pt x="182591" y="182743"/>
                  </a:lnTo>
                  <a:close/>
                </a:path>
              </a:pathLst>
            </a:custGeom>
            <a:solidFill>
              <a:srgbClr val="F6C2A6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4986153" y="4581555"/>
              <a:ext cx="183281" cy="182879"/>
            </a:xfrm>
            <a:custGeom>
              <a:avLst/>
              <a:pathLst>
                <a:path w="183281" h="182879">
                  <a:moveTo>
                    <a:pt x="182879" y="182879"/>
                  </a:moveTo>
                  <a:lnTo>
                    <a:pt x="182860" y="182684"/>
                  </a:lnTo>
                  <a:lnTo>
                    <a:pt x="182910" y="182479"/>
                  </a:lnTo>
                  <a:lnTo>
                    <a:pt x="182990" y="182272"/>
                  </a:lnTo>
                  <a:lnTo>
                    <a:pt x="183281" y="182099"/>
                  </a:lnTo>
                  <a:lnTo>
                    <a:pt x="183217" y="182370"/>
                  </a:lnTo>
                  <a:lnTo>
                    <a:pt x="183071" y="182741"/>
                  </a:lnTo>
                  <a:close/>
                </a:path>
              </a:pathLst>
            </a:custGeom>
            <a:solidFill>
              <a:srgbClr val="F6EDE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4983415" y="4572452"/>
              <a:ext cx="182879" cy="182946"/>
            </a:xfrm>
            <a:custGeom>
              <a:avLst/>
              <a:pathLst>
                <a:path w="182879" h="182946">
                  <a:moveTo>
                    <a:pt x="182879" y="182879"/>
                  </a:moveTo>
                  <a:lnTo>
                    <a:pt x="182709" y="182946"/>
                  </a:lnTo>
                  <a:lnTo>
                    <a:pt x="182491" y="182935"/>
                  </a:lnTo>
                  <a:lnTo>
                    <a:pt x="182246" y="182796"/>
                  </a:lnTo>
                  <a:lnTo>
                    <a:pt x="182412" y="182797"/>
                  </a:lnTo>
                  <a:lnTo>
                    <a:pt x="182584" y="182797"/>
                  </a:lnTo>
                  <a:close/>
                </a:path>
              </a:pathLst>
            </a:custGeom>
            <a:solidFill>
              <a:srgbClr val="F6EDE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4970648" y="4561999"/>
              <a:ext cx="183036" cy="183022"/>
            </a:xfrm>
            <a:custGeom>
              <a:avLst/>
              <a:pathLst>
                <a:path w="183036" h="183022">
                  <a:moveTo>
                    <a:pt x="182879" y="182879"/>
                  </a:moveTo>
                  <a:lnTo>
                    <a:pt x="183036" y="182418"/>
                  </a:lnTo>
                  <a:lnTo>
                    <a:pt x="183028" y="183022"/>
                  </a:lnTo>
                  <a:close/>
                </a:path>
              </a:pathLst>
            </a:custGeom>
            <a:solidFill>
              <a:srgbClr val="F6EDE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4970868" y="4561346"/>
              <a:ext cx="183211" cy="182879"/>
            </a:xfrm>
            <a:custGeom>
              <a:avLst/>
              <a:pathLst>
                <a:path w="183211" h="182879">
                  <a:moveTo>
                    <a:pt x="182879" y="182879"/>
                  </a:moveTo>
                  <a:lnTo>
                    <a:pt x="182978" y="182565"/>
                  </a:lnTo>
                  <a:lnTo>
                    <a:pt x="182914" y="182083"/>
                  </a:lnTo>
                  <a:lnTo>
                    <a:pt x="182968" y="181766"/>
                  </a:lnTo>
                  <a:lnTo>
                    <a:pt x="183044" y="181915"/>
                  </a:lnTo>
                  <a:lnTo>
                    <a:pt x="183211" y="182181"/>
                  </a:lnTo>
                  <a:lnTo>
                    <a:pt x="183107" y="182353"/>
                  </a:lnTo>
                  <a:close/>
                </a:path>
              </a:pathLst>
            </a:custGeom>
            <a:solidFill>
              <a:srgbClr val="F6EDE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4670227" y="4376409"/>
              <a:ext cx="534164" cy="473334"/>
            </a:xfrm>
            <a:custGeom>
              <a:avLst/>
              <a:pathLst>
                <a:path w="534164" h="473334">
                  <a:moveTo>
                    <a:pt x="182879" y="182879"/>
                  </a:moveTo>
                  <a:lnTo>
                    <a:pt x="182997" y="183296"/>
                  </a:lnTo>
                  <a:lnTo>
                    <a:pt x="183140" y="183393"/>
                  </a:lnTo>
                  <a:lnTo>
                    <a:pt x="183858" y="183508"/>
                  </a:lnTo>
                  <a:lnTo>
                    <a:pt x="183979" y="183330"/>
                  </a:lnTo>
                  <a:lnTo>
                    <a:pt x="184091" y="183160"/>
                  </a:lnTo>
                  <a:lnTo>
                    <a:pt x="184268" y="182966"/>
                  </a:lnTo>
                  <a:lnTo>
                    <a:pt x="184333" y="182470"/>
                  </a:lnTo>
                  <a:lnTo>
                    <a:pt x="184406" y="182333"/>
                  </a:lnTo>
                  <a:lnTo>
                    <a:pt x="184672" y="181901"/>
                  </a:lnTo>
                  <a:lnTo>
                    <a:pt x="185530" y="181722"/>
                  </a:lnTo>
                  <a:lnTo>
                    <a:pt x="185658" y="181700"/>
                  </a:lnTo>
                  <a:lnTo>
                    <a:pt x="185816" y="181847"/>
                  </a:lnTo>
                  <a:lnTo>
                    <a:pt x="185929" y="182155"/>
                  </a:lnTo>
                  <a:lnTo>
                    <a:pt x="186142" y="182630"/>
                  </a:lnTo>
                  <a:lnTo>
                    <a:pt x="185689" y="183080"/>
                  </a:lnTo>
                  <a:lnTo>
                    <a:pt x="185452" y="183360"/>
                  </a:lnTo>
                  <a:lnTo>
                    <a:pt x="185419" y="183551"/>
                  </a:lnTo>
                  <a:lnTo>
                    <a:pt x="185446" y="183787"/>
                  </a:lnTo>
                  <a:lnTo>
                    <a:pt x="185789" y="184373"/>
                  </a:lnTo>
                  <a:lnTo>
                    <a:pt x="185940" y="184442"/>
                  </a:lnTo>
                  <a:lnTo>
                    <a:pt x="186526" y="184955"/>
                  </a:lnTo>
                  <a:lnTo>
                    <a:pt x="186894" y="185261"/>
                  </a:lnTo>
                  <a:lnTo>
                    <a:pt x="186783" y="185566"/>
                  </a:lnTo>
                  <a:lnTo>
                    <a:pt x="186643" y="185642"/>
                  </a:lnTo>
                  <a:lnTo>
                    <a:pt x="186369" y="185730"/>
                  </a:lnTo>
                  <a:lnTo>
                    <a:pt x="185833" y="185832"/>
                  </a:lnTo>
                  <a:lnTo>
                    <a:pt x="185671" y="185955"/>
                  </a:lnTo>
                  <a:lnTo>
                    <a:pt x="185642" y="186084"/>
                  </a:lnTo>
                  <a:lnTo>
                    <a:pt x="185669" y="186440"/>
                  </a:lnTo>
                  <a:lnTo>
                    <a:pt x="185726" y="186645"/>
                  </a:lnTo>
                  <a:lnTo>
                    <a:pt x="185873" y="186920"/>
                  </a:lnTo>
                  <a:lnTo>
                    <a:pt x="186093" y="187122"/>
                  </a:lnTo>
                  <a:lnTo>
                    <a:pt x="186381" y="187296"/>
                  </a:lnTo>
                  <a:lnTo>
                    <a:pt x="186586" y="187469"/>
                  </a:lnTo>
                  <a:lnTo>
                    <a:pt x="186680" y="187740"/>
                  </a:lnTo>
                  <a:lnTo>
                    <a:pt x="186395" y="188246"/>
                  </a:lnTo>
                  <a:lnTo>
                    <a:pt x="186768" y="188621"/>
                  </a:lnTo>
                  <a:lnTo>
                    <a:pt x="187568" y="188330"/>
                  </a:lnTo>
                  <a:lnTo>
                    <a:pt x="187592" y="189256"/>
                  </a:lnTo>
                  <a:lnTo>
                    <a:pt x="187232" y="189580"/>
                  </a:lnTo>
                  <a:lnTo>
                    <a:pt x="187228" y="189839"/>
                  </a:lnTo>
                  <a:lnTo>
                    <a:pt x="187419" y="190063"/>
                  </a:lnTo>
                  <a:lnTo>
                    <a:pt x="187607" y="190176"/>
                  </a:lnTo>
                  <a:lnTo>
                    <a:pt x="188074" y="191413"/>
                  </a:lnTo>
                  <a:lnTo>
                    <a:pt x="187654" y="191540"/>
                  </a:lnTo>
                  <a:lnTo>
                    <a:pt x="187312" y="192015"/>
                  </a:lnTo>
                  <a:lnTo>
                    <a:pt x="187828" y="192402"/>
                  </a:lnTo>
                  <a:lnTo>
                    <a:pt x="188136" y="192372"/>
                  </a:lnTo>
                  <a:lnTo>
                    <a:pt x="188541" y="192693"/>
                  </a:lnTo>
                  <a:lnTo>
                    <a:pt x="188612" y="193033"/>
                  </a:lnTo>
                  <a:lnTo>
                    <a:pt x="187920" y="193667"/>
                  </a:lnTo>
                  <a:lnTo>
                    <a:pt x="188145" y="194319"/>
                  </a:lnTo>
                  <a:lnTo>
                    <a:pt x="188345" y="194377"/>
                  </a:lnTo>
                  <a:lnTo>
                    <a:pt x="188548" y="194430"/>
                  </a:lnTo>
                  <a:lnTo>
                    <a:pt x="188824" y="194526"/>
                  </a:lnTo>
                  <a:lnTo>
                    <a:pt x="189152" y="194722"/>
                  </a:lnTo>
                  <a:lnTo>
                    <a:pt x="189264" y="194885"/>
                  </a:lnTo>
                  <a:lnTo>
                    <a:pt x="189328" y="195022"/>
                  </a:lnTo>
                  <a:lnTo>
                    <a:pt x="189407" y="195198"/>
                  </a:lnTo>
                  <a:lnTo>
                    <a:pt x="189479" y="195426"/>
                  </a:lnTo>
                  <a:lnTo>
                    <a:pt x="189492" y="195822"/>
                  </a:lnTo>
                  <a:lnTo>
                    <a:pt x="189536" y="196024"/>
                  </a:lnTo>
                  <a:lnTo>
                    <a:pt x="189263" y="196459"/>
                  </a:lnTo>
                  <a:lnTo>
                    <a:pt x="189043" y="196466"/>
                  </a:lnTo>
                  <a:lnTo>
                    <a:pt x="188690" y="196439"/>
                  </a:lnTo>
                  <a:lnTo>
                    <a:pt x="187690" y="197198"/>
                  </a:lnTo>
                  <a:lnTo>
                    <a:pt x="187935" y="197263"/>
                  </a:lnTo>
                  <a:lnTo>
                    <a:pt x="188626" y="197577"/>
                  </a:lnTo>
                  <a:lnTo>
                    <a:pt x="188507" y="198173"/>
                  </a:lnTo>
                  <a:lnTo>
                    <a:pt x="188358" y="198282"/>
                  </a:lnTo>
                  <a:lnTo>
                    <a:pt x="187621" y="198477"/>
                  </a:lnTo>
                  <a:lnTo>
                    <a:pt x="186585" y="198552"/>
                  </a:lnTo>
                  <a:lnTo>
                    <a:pt x="186452" y="198724"/>
                  </a:lnTo>
                  <a:lnTo>
                    <a:pt x="186295" y="198934"/>
                  </a:lnTo>
                  <a:lnTo>
                    <a:pt x="186189" y="199073"/>
                  </a:lnTo>
                  <a:lnTo>
                    <a:pt x="186106" y="199214"/>
                  </a:lnTo>
                  <a:lnTo>
                    <a:pt x="185998" y="199467"/>
                  </a:lnTo>
                  <a:lnTo>
                    <a:pt x="185959" y="199770"/>
                  </a:lnTo>
                  <a:lnTo>
                    <a:pt x="185987" y="200070"/>
                  </a:lnTo>
                  <a:lnTo>
                    <a:pt x="186033" y="200212"/>
                  </a:lnTo>
                  <a:lnTo>
                    <a:pt x="186093" y="200478"/>
                  </a:lnTo>
                  <a:lnTo>
                    <a:pt x="186159" y="200637"/>
                  </a:lnTo>
                  <a:lnTo>
                    <a:pt x="186316" y="200884"/>
                  </a:lnTo>
                  <a:lnTo>
                    <a:pt x="186576" y="201274"/>
                  </a:lnTo>
                  <a:lnTo>
                    <a:pt x="186643" y="201411"/>
                  </a:lnTo>
                  <a:lnTo>
                    <a:pt x="186824" y="201668"/>
                  </a:lnTo>
                  <a:lnTo>
                    <a:pt x="186961" y="201799"/>
                  </a:lnTo>
                  <a:lnTo>
                    <a:pt x="187111" y="201918"/>
                  </a:lnTo>
                  <a:lnTo>
                    <a:pt x="187486" y="202210"/>
                  </a:lnTo>
                  <a:lnTo>
                    <a:pt x="187714" y="202402"/>
                  </a:lnTo>
                  <a:lnTo>
                    <a:pt x="188074" y="202615"/>
                  </a:lnTo>
                  <a:lnTo>
                    <a:pt x="188308" y="202670"/>
                  </a:lnTo>
                  <a:lnTo>
                    <a:pt x="188589" y="202761"/>
                  </a:lnTo>
                  <a:lnTo>
                    <a:pt x="188833" y="202829"/>
                  </a:lnTo>
                  <a:lnTo>
                    <a:pt x="189335" y="202946"/>
                  </a:lnTo>
                  <a:lnTo>
                    <a:pt x="189502" y="203012"/>
                  </a:lnTo>
                  <a:lnTo>
                    <a:pt x="189684" y="203068"/>
                  </a:lnTo>
                  <a:lnTo>
                    <a:pt x="189874" y="203110"/>
                  </a:lnTo>
                  <a:lnTo>
                    <a:pt x="190065" y="203132"/>
                  </a:lnTo>
                  <a:lnTo>
                    <a:pt x="190476" y="203281"/>
                  </a:lnTo>
                  <a:lnTo>
                    <a:pt x="190706" y="203697"/>
                  </a:lnTo>
                  <a:lnTo>
                    <a:pt x="190751" y="204152"/>
                  </a:lnTo>
                  <a:lnTo>
                    <a:pt x="191041" y="205395"/>
                  </a:lnTo>
                  <a:lnTo>
                    <a:pt x="191051" y="205551"/>
                  </a:lnTo>
                  <a:lnTo>
                    <a:pt x="190340" y="206086"/>
                  </a:lnTo>
                  <a:lnTo>
                    <a:pt x="190063" y="205992"/>
                  </a:lnTo>
                  <a:lnTo>
                    <a:pt x="189887" y="205940"/>
                  </a:lnTo>
                  <a:lnTo>
                    <a:pt x="189250" y="206296"/>
                  </a:lnTo>
                  <a:lnTo>
                    <a:pt x="189300" y="206630"/>
                  </a:lnTo>
                  <a:lnTo>
                    <a:pt x="189522" y="207040"/>
                  </a:lnTo>
                  <a:lnTo>
                    <a:pt x="189774" y="207407"/>
                  </a:lnTo>
                  <a:lnTo>
                    <a:pt x="190008" y="207569"/>
                  </a:lnTo>
                  <a:lnTo>
                    <a:pt x="190168" y="207651"/>
                  </a:lnTo>
                  <a:lnTo>
                    <a:pt x="190494" y="208369"/>
                  </a:lnTo>
                  <a:lnTo>
                    <a:pt x="190361" y="208365"/>
                  </a:lnTo>
                  <a:lnTo>
                    <a:pt x="190143" y="208365"/>
                  </a:lnTo>
                  <a:lnTo>
                    <a:pt x="189979" y="208408"/>
                  </a:lnTo>
                  <a:lnTo>
                    <a:pt x="189099" y="208994"/>
                  </a:lnTo>
                  <a:lnTo>
                    <a:pt x="188728" y="209065"/>
                  </a:lnTo>
                  <a:lnTo>
                    <a:pt x="188445" y="209024"/>
                  </a:lnTo>
                  <a:lnTo>
                    <a:pt x="188123" y="210214"/>
                  </a:lnTo>
                  <a:lnTo>
                    <a:pt x="188265" y="210438"/>
                  </a:lnTo>
                  <a:lnTo>
                    <a:pt x="188375" y="210615"/>
                  </a:lnTo>
                  <a:lnTo>
                    <a:pt x="188897" y="210918"/>
                  </a:lnTo>
                  <a:lnTo>
                    <a:pt x="189063" y="210864"/>
                  </a:lnTo>
                  <a:lnTo>
                    <a:pt x="189227" y="210771"/>
                  </a:lnTo>
                  <a:lnTo>
                    <a:pt x="189477" y="210731"/>
                  </a:lnTo>
                  <a:lnTo>
                    <a:pt x="189733" y="210688"/>
                  </a:lnTo>
                  <a:lnTo>
                    <a:pt x="190970" y="211222"/>
                  </a:lnTo>
                  <a:lnTo>
                    <a:pt x="191252" y="211357"/>
                  </a:lnTo>
                  <a:lnTo>
                    <a:pt x="191786" y="211844"/>
                  </a:lnTo>
                  <a:lnTo>
                    <a:pt x="191862" y="211974"/>
                  </a:lnTo>
                  <a:lnTo>
                    <a:pt x="192011" y="212102"/>
                  </a:lnTo>
                  <a:lnTo>
                    <a:pt x="192364" y="212647"/>
                  </a:lnTo>
                  <a:lnTo>
                    <a:pt x="192770" y="213631"/>
                  </a:lnTo>
                  <a:lnTo>
                    <a:pt x="193183" y="213756"/>
                  </a:lnTo>
                  <a:lnTo>
                    <a:pt x="193450" y="213791"/>
                  </a:lnTo>
                  <a:lnTo>
                    <a:pt x="193652" y="213804"/>
                  </a:lnTo>
                  <a:lnTo>
                    <a:pt x="193825" y="213828"/>
                  </a:lnTo>
                  <a:lnTo>
                    <a:pt x="193940" y="214930"/>
                  </a:lnTo>
                  <a:lnTo>
                    <a:pt x="193725" y="215438"/>
                  </a:lnTo>
                  <a:lnTo>
                    <a:pt x="193855" y="215454"/>
                  </a:lnTo>
                  <a:lnTo>
                    <a:pt x="194123" y="215451"/>
                  </a:lnTo>
                  <a:lnTo>
                    <a:pt x="194391" y="215449"/>
                  </a:lnTo>
                  <a:lnTo>
                    <a:pt x="194554" y="215465"/>
                  </a:lnTo>
                  <a:lnTo>
                    <a:pt x="194809" y="215908"/>
                  </a:lnTo>
                  <a:lnTo>
                    <a:pt x="194473" y="216324"/>
                  </a:lnTo>
                  <a:lnTo>
                    <a:pt x="194382" y="216534"/>
                  </a:lnTo>
                  <a:lnTo>
                    <a:pt x="194309" y="216760"/>
                  </a:lnTo>
                  <a:lnTo>
                    <a:pt x="194260" y="217264"/>
                  </a:lnTo>
                  <a:lnTo>
                    <a:pt x="194417" y="217428"/>
                  </a:lnTo>
                  <a:lnTo>
                    <a:pt x="194594" y="217612"/>
                  </a:lnTo>
                  <a:lnTo>
                    <a:pt x="194951" y="217849"/>
                  </a:lnTo>
                  <a:lnTo>
                    <a:pt x="195084" y="217930"/>
                  </a:lnTo>
                  <a:lnTo>
                    <a:pt x="195264" y="218008"/>
                  </a:lnTo>
                  <a:lnTo>
                    <a:pt x="195699" y="218095"/>
                  </a:lnTo>
                  <a:lnTo>
                    <a:pt x="195937" y="218075"/>
                  </a:lnTo>
                  <a:lnTo>
                    <a:pt x="196286" y="218092"/>
                  </a:lnTo>
                  <a:lnTo>
                    <a:pt x="196645" y="218022"/>
                  </a:lnTo>
                  <a:lnTo>
                    <a:pt x="196970" y="217878"/>
                  </a:lnTo>
                  <a:lnTo>
                    <a:pt x="197276" y="217707"/>
                  </a:lnTo>
                  <a:lnTo>
                    <a:pt x="197620" y="217423"/>
                  </a:lnTo>
                  <a:lnTo>
                    <a:pt x="197788" y="217286"/>
                  </a:lnTo>
                  <a:lnTo>
                    <a:pt x="198335" y="217039"/>
                  </a:lnTo>
                  <a:lnTo>
                    <a:pt x="198486" y="217027"/>
                  </a:lnTo>
                  <a:lnTo>
                    <a:pt x="198984" y="217662"/>
                  </a:lnTo>
                  <a:lnTo>
                    <a:pt x="198696" y="217965"/>
                  </a:lnTo>
                  <a:lnTo>
                    <a:pt x="198464" y="218200"/>
                  </a:lnTo>
                  <a:lnTo>
                    <a:pt x="198305" y="218649"/>
                  </a:lnTo>
                  <a:lnTo>
                    <a:pt x="198571" y="219159"/>
                  </a:lnTo>
                  <a:lnTo>
                    <a:pt x="198773" y="219255"/>
                  </a:lnTo>
                  <a:lnTo>
                    <a:pt x="199043" y="219364"/>
                  </a:lnTo>
                  <a:lnTo>
                    <a:pt x="199210" y="219391"/>
                  </a:lnTo>
                  <a:lnTo>
                    <a:pt x="199342" y="219390"/>
                  </a:lnTo>
                  <a:lnTo>
                    <a:pt x="199540" y="219362"/>
                  </a:lnTo>
                  <a:lnTo>
                    <a:pt x="199912" y="219237"/>
                  </a:lnTo>
                  <a:lnTo>
                    <a:pt x="200077" y="219233"/>
                  </a:lnTo>
                  <a:lnTo>
                    <a:pt x="200397" y="219266"/>
                  </a:lnTo>
                  <a:lnTo>
                    <a:pt x="200603" y="219811"/>
                  </a:lnTo>
                  <a:lnTo>
                    <a:pt x="200493" y="220001"/>
                  </a:lnTo>
                  <a:lnTo>
                    <a:pt x="200389" y="220162"/>
                  </a:lnTo>
                  <a:lnTo>
                    <a:pt x="200192" y="220440"/>
                  </a:lnTo>
                  <a:lnTo>
                    <a:pt x="200036" y="220691"/>
                  </a:lnTo>
                  <a:lnTo>
                    <a:pt x="200406" y="221432"/>
                  </a:lnTo>
                  <a:lnTo>
                    <a:pt x="200692" y="221651"/>
                  </a:lnTo>
                  <a:lnTo>
                    <a:pt x="200832" y="221764"/>
                  </a:lnTo>
                  <a:lnTo>
                    <a:pt x="201067" y="221994"/>
                  </a:lnTo>
                  <a:lnTo>
                    <a:pt x="201252" y="222093"/>
                  </a:lnTo>
                  <a:lnTo>
                    <a:pt x="201400" y="222140"/>
                  </a:lnTo>
                  <a:lnTo>
                    <a:pt x="201789" y="222129"/>
                  </a:lnTo>
                  <a:lnTo>
                    <a:pt x="202001" y="222080"/>
                  </a:lnTo>
                  <a:lnTo>
                    <a:pt x="202340" y="222025"/>
                  </a:lnTo>
                  <a:lnTo>
                    <a:pt x="202726" y="221983"/>
                  </a:lnTo>
                  <a:lnTo>
                    <a:pt x="203200" y="221896"/>
                  </a:lnTo>
                  <a:lnTo>
                    <a:pt x="203519" y="221829"/>
                  </a:lnTo>
                  <a:lnTo>
                    <a:pt x="203962" y="221766"/>
                  </a:lnTo>
                  <a:lnTo>
                    <a:pt x="204253" y="221742"/>
                  </a:lnTo>
                  <a:lnTo>
                    <a:pt x="204408" y="221744"/>
                  </a:lnTo>
                  <a:lnTo>
                    <a:pt x="204644" y="221821"/>
                  </a:lnTo>
                  <a:lnTo>
                    <a:pt x="204803" y="221930"/>
                  </a:lnTo>
                  <a:lnTo>
                    <a:pt x="205029" y="222321"/>
                  </a:lnTo>
                  <a:lnTo>
                    <a:pt x="205107" y="222703"/>
                  </a:lnTo>
                  <a:lnTo>
                    <a:pt x="205167" y="223049"/>
                  </a:lnTo>
                  <a:lnTo>
                    <a:pt x="205175" y="223228"/>
                  </a:lnTo>
                  <a:lnTo>
                    <a:pt x="205174" y="223397"/>
                  </a:lnTo>
                  <a:lnTo>
                    <a:pt x="205126" y="223617"/>
                  </a:lnTo>
                  <a:lnTo>
                    <a:pt x="205020" y="223826"/>
                  </a:lnTo>
                  <a:lnTo>
                    <a:pt x="204756" y="224183"/>
                  </a:lnTo>
                  <a:lnTo>
                    <a:pt x="204357" y="224797"/>
                  </a:lnTo>
                  <a:lnTo>
                    <a:pt x="205125" y="225459"/>
                  </a:lnTo>
                  <a:lnTo>
                    <a:pt x="205347" y="225854"/>
                  </a:lnTo>
                  <a:lnTo>
                    <a:pt x="205384" y="226054"/>
                  </a:lnTo>
                  <a:lnTo>
                    <a:pt x="205868" y="226990"/>
                  </a:lnTo>
                  <a:lnTo>
                    <a:pt x="206038" y="227106"/>
                  </a:lnTo>
                  <a:lnTo>
                    <a:pt x="206503" y="227403"/>
                  </a:lnTo>
                  <a:lnTo>
                    <a:pt x="206648" y="227470"/>
                  </a:lnTo>
                  <a:lnTo>
                    <a:pt x="206822" y="227522"/>
                  </a:lnTo>
                  <a:lnTo>
                    <a:pt x="206953" y="227547"/>
                  </a:lnTo>
                  <a:lnTo>
                    <a:pt x="207532" y="227297"/>
                  </a:lnTo>
                  <a:lnTo>
                    <a:pt x="207934" y="226906"/>
                  </a:lnTo>
                  <a:lnTo>
                    <a:pt x="208118" y="226831"/>
                  </a:lnTo>
                  <a:lnTo>
                    <a:pt x="208279" y="226780"/>
                  </a:lnTo>
                  <a:lnTo>
                    <a:pt x="208672" y="226687"/>
                  </a:lnTo>
                  <a:lnTo>
                    <a:pt x="208835" y="226631"/>
                  </a:lnTo>
                  <a:lnTo>
                    <a:pt x="209211" y="226542"/>
                  </a:lnTo>
                  <a:lnTo>
                    <a:pt x="209495" y="226504"/>
                  </a:lnTo>
                  <a:lnTo>
                    <a:pt x="209731" y="226473"/>
                  </a:lnTo>
                  <a:lnTo>
                    <a:pt x="209898" y="226463"/>
                  </a:lnTo>
                  <a:lnTo>
                    <a:pt x="210029" y="226468"/>
                  </a:lnTo>
                  <a:lnTo>
                    <a:pt x="210192" y="226491"/>
                  </a:lnTo>
                  <a:lnTo>
                    <a:pt x="210607" y="226739"/>
                  </a:lnTo>
                  <a:lnTo>
                    <a:pt x="210753" y="226951"/>
                  </a:lnTo>
                  <a:lnTo>
                    <a:pt x="210928" y="227242"/>
                  </a:lnTo>
                  <a:lnTo>
                    <a:pt x="211095" y="227555"/>
                  </a:lnTo>
                  <a:lnTo>
                    <a:pt x="211334" y="227876"/>
                  </a:lnTo>
                  <a:lnTo>
                    <a:pt x="211470" y="228022"/>
                  </a:lnTo>
                  <a:lnTo>
                    <a:pt x="211751" y="228294"/>
                  </a:lnTo>
                  <a:lnTo>
                    <a:pt x="211925" y="228360"/>
                  </a:lnTo>
                  <a:lnTo>
                    <a:pt x="212147" y="228482"/>
                  </a:lnTo>
                  <a:lnTo>
                    <a:pt x="212463" y="228594"/>
                  </a:lnTo>
                  <a:lnTo>
                    <a:pt x="212761" y="228691"/>
                  </a:lnTo>
                  <a:lnTo>
                    <a:pt x="213117" y="228827"/>
                  </a:lnTo>
                  <a:lnTo>
                    <a:pt x="213339" y="228927"/>
                  </a:lnTo>
                  <a:lnTo>
                    <a:pt x="213997" y="228974"/>
                  </a:lnTo>
                  <a:lnTo>
                    <a:pt x="214344" y="228723"/>
                  </a:lnTo>
                  <a:lnTo>
                    <a:pt x="214471" y="228631"/>
                  </a:lnTo>
                  <a:lnTo>
                    <a:pt x="214650" y="228526"/>
                  </a:lnTo>
                  <a:lnTo>
                    <a:pt x="215015" y="228358"/>
                  </a:lnTo>
                  <a:lnTo>
                    <a:pt x="215424" y="227927"/>
                  </a:lnTo>
                  <a:lnTo>
                    <a:pt x="215304" y="227586"/>
                  </a:lnTo>
                  <a:lnTo>
                    <a:pt x="215107" y="227400"/>
                  </a:lnTo>
                  <a:lnTo>
                    <a:pt x="214977" y="227273"/>
                  </a:lnTo>
                  <a:lnTo>
                    <a:pt x="214905" y="227117"/>
                  </a:lnTo>
                  <a:lnTo>
                    <a:pt x="215006" y="226835"/>
                  </a:lnTo>
                  <a:lnTo>
                    <a:pt x="215149" y="226759"/>
                  </a:lnTo>
                  <a:lnTo>
                    <a:pt x="215324" y="226712"/>
                  </a:lnTo>
                  <a:lnTo>
                    <a:pt x="215518" y="226712"/>
                  </a:lnTo>
                  <a:lnTo>
                    <a:pt x="215677" y="226752"/>
                  </a:lnTo>
                  <a:lnTo>
                    <a:pt x="215891" y="226827"/>
                  </a:lnTo>
                  <a:lnTo>
                    <a:pt x="216077" y="226900"/>
                  </a:lnTo>
                  <a:lnTo>
                    <a:pt x="216264" y="226990"/>
                  </a:lnTo>
                  <a:lnTo>
                    <a:pt x="216445" y="227082"/>
                  </a:lnTo>
                  <a:lnTo>
                    <a:pt x="216662" y="227197"/>
                  </a:lnTo>
                  <a:lnTo>
                    <a:pt x="216832" y="227294"/>
                  </a:lnTo>
                  <a:lnTo>
                    <a:pt x="217048" y="227430"/>
                  </a:lnTo>
                  <a:lnTo>
                    <a:pt x="217313" y="227543"/>
                  </a:lnTo>
                  <a:lnTo>
                    <a:pt x="217467" y="227608"/>
                  </a:lnTo>
                  <a:lnTo>
                    <a:pt x="217776" y="227682"/>
                  </a:lnTo>
                  <a:lnTo>
                    <a:pt x="217966" y="227693"/>
                  </a:lnTo>
                  <a:lnTo>
                    <a:pt x="218274" y="227695"/>
                  </a:lnTo>
                  <a:lnTo>
                    <a:pt x="218426" y="227674"/>
                  </a:lnTo>
                  <a:lnTo>
                    <a:pt x="218630" y="227646"/>
                  </a:lnTo>
                  <a:lnTo>
                    <a:pt x="219167" y="227373"/>
                  </a:lnTo>
                  <a:lnTo>
                    <a:pt x="219295" y="227279"/>
                  </a:lnTo>
                  <a:lnTo>
                    <a:pt x="219698" y="227036"/>
                  </a:lnTo>
                  <a:lnTo>
                    <a:pt x="220058" y="226878"/>
                  </a:lnTo>
                  <a:lnTo>
                    <a:pt x="220472" y="226800"/>
                  </a:lnTo>
                  <a:lnTo>
                    <a:pt x="220722" y="226826"/>
                  </a:lnTo>
                  <a:lnTo>
                    <a:pt x="220923" y="226896"/>
                  </a:lnTo>
                  <a:lnTo>
                    <a:pt x="221108" y="227016"/>
                  </a:lnTo>
                  <a:lnTo>
                    <a:pt x="221317" y="227103"/>
                  </a:lnTo>
                  <a:lnTo>
                    <a:pt x="221479" y="227163"/>
                  </a:lnTo>
                  <a:lnTo>
                    <a:pt x="221708" y="227221"/>
                  </a:lnTo>
                  <a:lnTo>
                    <a:pt x="221882" y="227253"/>
                  </a:lnTo>
                  <a:lnTo>
                    <a:pt x="222296" y="227272"/>
                  </a:lnTo>
                  <a:lnTo>
                    <a:pt x="222634" y="227177"/>
                  </a:lnTo>
                  <a:lnTo>
                    <a:pt x="222767" y="227112"/>
                  </a:lnTo>
                  <a:lnTo>
                    <a:pt x="222870" y="226973"/>
                  </a:lnTo>
                  <a:lnTo>
                    <a:pt x="222960" y="226749"/>
                  </a:lnTo>
                  <a:lnTo>
                    <a:pt x="223101" y="226389"/>
                  </a:lnTo>
                  <a:lnTo>
                    <a:pt x="223214" y="226195"/>
                  </a:lnTo>
                  <a:lnTo>
                    <a:pt x="223590" y="225931"/>
                  </a:lnTo>
                  <a:lnTo>
                    <a:pt x="223830" y="225862"/>
                  </a:lnTo>
                  <a:lnTo>
                    <a:pt x="224161" y="225876"/>
                  </a:lnTo>
                  <a:lnTo>
                    <a:pt x="224696" y="226086"/>
                  </a:lnTo>
                  <a:lnTo>
                    <a:pt x="224628" y="226419"/>
                  </a:lnTo>
                  <a:lnTo>
                    <a:pt x="224526" y="226804"/>
                  </a:lnTo>
                  <a:lnTo>
                    <a:pt x="224450" y="227191"/>
                  </a:lnTo>
                  <a:lnTo>
                    <a:pt x="224532" y="227455"/>
                  </a:lnTo>
                  <a:lnTo>
                    <a:pt x="224688" y="227588"/>
                  </a:lnTo>
                  <a:lnTo>
                    <a:pt x="225175" y="227647"/>
                  </a:lnTo>
                  <a:lnTo>
                    <a:pt x="225425" y="227586"/>
                  </a:lnTo>
                  <a:lnTo>
                    <a:pt x="225594" y="227536"/>
                  </a:lnTo>
                  <a:lnTo>
                    <a:pt x="225757" y="227471"/>
                  </a:lnTo>
                  <a:lnTo>
                    <a:pt x="226340" y="227029"/>
                  </a:lnTo>
                  <a:lnTo>
                    <a:pt x="226513" y="226887"/>
                  </a:lnTo>
                  <a:lnTo>
                    <a:pt x="226772" y="226740"/>
                  </a:lnTo>
                  <a:lnTo>
                    <a:pt x="226954" y="226651"/>
                  </a:lnTo>
                  <a:lnTo>
                    <a:pt x="227159" y="226602"/>
                  </a:lnTo>
                  <a:lnTo>
                    <a:pt x="227574" y="226666"/>
                  </a:lnTo>
                  <a:lnTo>
                    <a:pt x="227850" y="226808"/>
                  </a:lnTo>
                  <a:lnTo>
                    <a:pt x="228189" y="227066"/>
                  </a:lnTo>
                  <a:lnTo>
                    <a:pt x="228688" y="227384"/>
                  </a:lnTo>
                  <a:lnTo>
                    <a:pt x="229076" y="227584"/>
                  </a:lnTo>
                  <a:lnTo>
                    <a:pt x="229282" y="227619"/>
                  </a:lnTo>
                  <a:lnTo>
                    <a:pt x="229684" y="227504"/>
                  </a:lnTo>
                  <a:lnTo>
                    <a:pt x="229847" y="227345"/>
                  </a:lnTo>
                  <a:lnTo>
                    <a:pt x="229953" y="227127"/>
                  </a:lnTo>
                  <a:lnTo>
                    <a:pt x="230003" y="226959"/>
                  </a:lnTo>
                  <a:lnTo>
                    <a:pt x="229939" y="226529"/>
                  </a:lnTo>
                  <a:lnTo>
                    <a:pt x="229888" y="226385"/>
                  </a:lnTo>
                  <a:lnTo>
                    <a:pt x="229738" y="225963"/>
                  </a:lnTo>
                  <a:lnTo>
                    <a:pt x="229672" y="225822"/>
                  </a:lnTo>
                  <a:lnTo>
                    <a:pt x="229523" y="225478"/>
                  </a:lnTo>
                  <a:lnTo>
                    <a:pt x="229436" y="225209"/>
                  </a:lnTo>
                  <a:lnTo>
                    <a:pt x="229441" y="224864"/>
                  </a:lnTo>
                  <a:lnTo>
                    <a:pt x="230189" y="223984"/>
                  </a:lnTo>
                  <a:lnTo>
                    <a:pt x="230427" y="223688"/>
                  </a:lnTo>
                  <a:lnTo>
                    <a:pt x="230563" y="223354"/>
                  </a:lnTo>
                  <a:lnTo>
                    <a:pt x="230775" y="223135"/>
                  </a:lnTo>
                  <a:lnTo>
                    <a:pt x="230747" y="222982"/>
                  </a:lnTo>
                  <a:lnTo>
                    <a:pt x="230750" y="222493"/>
                  </a:lnTo>
                  <a:lnTo>
                    <a:pt x="230899" y="222233"/>
                  </a:lnTo>
                  <a:lnTo>
                    <a:pt x="231177" y="221982"/>
                  </a:lnTo>
                  <a:lnTo>
                    <a:pt x="231529" y="222024"/>
                  </a:lnTo>
                  <a:lnTo>
                    <a:pt x="231937" y="222270"/>
                  </a:lnTo>
                  <a:lnTo>
                    <a:pt x="232068" y="222452"/>
                  </a:lnTo>
                  <a:lnTo>
                    <a:pt x="232259" y="222829"/>
                  </a:lnTo>
                  <a:lnTo>
                    <a:pt x="232336" y="223306"/>
                  </a:lnTo>
                  <a:lnTo>
                    <a:pt x="232267" y="223488"/>
                  </a:lnTo>
                  <a:lnTo>
                    <a:pt x="232300" y="223748"/>
                  </a:lnTo>
                  <a:lnTo>
                    <a:pt x="232526" y="224143"/>
                  </a:lnTo>
                  <a:lnTo>
                    <a:pt x="232936" y="224468"/>
                  </a:lnTo>
                  <a:lnTo>
                    <a:pt x="233718" y="224514"/>
                  </a:lnTo>
                  <a:lnTo>
                    <a:pt x="234139" y="224604"/>
                  </a:lnTo>
                  <a:lnTo>
                    <a:pt x="234849" y="224667"/>
                  </a:lnTo>
                  <a:lnTo>
                    <a:pt x="235429" y="224647"/>
                  </a:lnTo>
                  <a:lnTo>
                    <a:pt x="235739" y="224675"/>
                  </a:lnTo>
                  <a:lnTo>
                    <a:pt x="236041" y="224669"/>
                  </a:lnTo>
                  <a:lnTo>
                    <a:pt x="236241" y="224676"/>
                  </a:lnTo>
                  <a:lnTo>
                    <a:pt x="236635" y="224886"/>
                  </a:lnTo>
                  <a:lnTo>
                    <a:pt x="236634" y="225025"/>
                  </a:lnTo>
                  <a:lnTo>
                    <a:pt x="236607" y="225342"/>
                  </a:lnTo>
                  <a:lnTo>
                    <a:pt x="236619" y="225579"/>
                  </a:lnTo>
                  <a:lnTo>
                    <a:pt x="236625" y="226010"/>
                  </a:lnTo>
                  <a:lnTo>
                    <a:pt x="236677" y="226246"/>
                  </a:lnTo>
                  <a:lnTo>
                    <a:pt x="236850" y="226596"/>
                  </a:lnTo>
                  <a:lnTo>
                    <a:pt x="237114" y="227159"/>
                  </a:lnTo>
                  <a:lnTo>
                    <a:pt x="237234" y="227512"/>
                  </a:lnTo>
                  <a:lnTo>
                    <a:pt x="237330" y="227781"/>
                  </a:lnTo>
                  <a:lnTo>
                    <a:pt x="237727" y="228324"/>
                  </a:lnTo>
                  <a:lnTo>
                    <a:pt x="237998" y="228429"/>
                  </a:lnTo>
                  <a:lnTo>
                    <a:pt x="238321" y="228425"/>
                  </a:lnTo>
                  <a:lnTo>
                    <a:pt x="238636" y="228400"/>
                  </a:lnTo>
                  <a:lnTo>
                    <a:pt x="239436" y="228583"/>
                  </a:lnTo>
                  <a:lnTo>
                    <a:pt x="239444" y="228862"/>
                  </a:lnTo>
                  <a:lnTo>
                    <a:pt x="239352" y="229059"/>
                  </a:lnTo>
                  <a:lnTo>
                    <a:pt x="239215" y="229227"/>
                  </a:lnTo>
                  <a:lnTo>
                    <a:pt x="239071" y="229319"/>
                  </a:lnTo>
                  <a:lnTo>
                    <a:pt x="238832" y="229424"/>
                  </a:lnTo>
                  <a:lnTo>
                    <a:pt x="238144" y="230031"/>
                  </a:lnTo>
                  <a:lnTo>
                    <a:pt x="238183" y="230246"/>
                  </a:lnTo>
                  <a:lnTo>
                    <a:pt x="238274" y="230395"/>
                  </a:lnTo>
                  <a:lnTo>
                    <a:pt x="238410" y="230552"/>
                  </a:lnTo>
                  <a:lnTo>
                    <a:pt x="238579" y="230669"/>
                  </a:lnTo>
                  <a:lnTo>
                    <a:pt x="238755" y="230714"/>
                  </a:lnTo>
                  <a:lnTo>
                    <a:pt x="238927" y="230736"/>
                  </a:lnTo>
                  <a:lnTo>
                    <a:pt x="239125" y="230719"/>
                  </a:lnTo>
                  <a:lnTo>
                    <a:pt x="239462" y="230640"/>
                  </a:lnTo>
                  <a:lnTo>
                    <a:pt x="239703" y="230568"/>
                  </a:lnTo>
                  <a:lnTo>
                    <a:pt x="240333" y="230303"/>
                  </a:lnTo>
                  <a:lnTo>
                    <a:pt x="240518" y="230193"/>
                  </a:lnTo>
                  <a:lnTo>
                    <a:pt x="240735" y="229982"/>
                  </a:lnTo>
                  <a:lnTo>
                    <a:pt x="240914" y="229771"/>
                  </a:lnTo>
                  <a:lnTo>
                    <a:pt x="241122" y="229545"/>
                  </a:lnTo>
                  <a:lnTo>
                    <a:pt x="241419" y="229290"/>
                  </a:lnTo>
                  <a:lnTo>
                    <a:pt x="241856" y="228987"/>
                  </a:lnTo>
                  <a:lnTo>
                    <a:pt x="242112" y="228955"/>
                  </a:lnTo>
                  <a:lnTo>
                    <a:pt x="242398" y="228998"/>
                  </a:lnTo>
                  <a:lnTo>
                    <a:pt x="242934" y="229255"/>
                  </a:lnTo>
                  <a:lnTo>
                    <a:pt x="243349" y="229589"/>
                  </a:lnTo>
                  <a:lnTo>
                    <a:pt x="243685" y="229693"/>
                  </a:lnTo>
                  <a:lnTo>
                    <a:pt x="243891" y="229700"/>
                  </a:lnTo>
                  <a:lnTo>
                    <a:pt x="244392" y="229596"/>
                  </a:lnTo>
                  <a:lnTo>
                    <a:pt x="245115" y="229325"/>
                  </a:lnTo>
                  <a:lnTo>
                    <a:pt x="245540" y="229131"/>
                  </a:lnTo>
                  <a:lnTo>
                    <a:pt x="245732" y="229045"/>
                  </a:lnTo>
                  <a:lnTo>
                    <a:pt x="246157" y="228896"/>
                  </a:lnTo>
                  <a:lnTo>
                    <a:pt x="246893" y="228617"/>
                  </a:lnTo>
                  <a:lnTo>
                    <a:pt x="247267" y="228558"/>
                  </a:lnTo>
                  <a:lnTo>
                    <a:pt x="247791" y="228627"/>
                  </a:lnTo>
                  <a:lnTo>
                    <a:pt x="247996" y="228699"/>
                  </a:lnTo>
                  <a:lnTo>
                    <a:pt x="248222" y="228778"/>
                  </a:lnTo>
                  <a:lnTo>
                    <a:pt x="248583" y="228935"/>
                  </a:lnTo>
                  <a:lnTo>
                    <a:pt x="248961" y="229215"/>
                  </a:lnTo>
                  <a:lnTo>
                    <a:pt x="249087" y="229352"/>
                  </a:lnTo>
                  <a:lnTo>
                    <a:pt x="249236" y="229472"/>
                  </a:lnTo>
                  <a:lnTo>
                    <a:pt x="249496" y="229533"/>
                  </a:lnTo>
                  <a:lnTo>
                    <a:pt x="249654" y="229522"/>
                  </a:lnTo>
                  <a:lnTo>
                    <a:pt x="250045" y="229169"/>
                  </a:lnTo>
                  <a:lnTo>
                    <a:pt x="249932" y="229025"/>
                  </a:lnTo>
                  <a:lnTo>
                    <a:pt x="249790" y="228720"/>
                  </a:lnTo>
                  <a:lnTo>
                    <a:pt x="250003" y="228476"/>
                  </a:lnTo>
                  <a:lnTo>
                    <a:pt x="250547" y="228737"/>
                  </a:lnTo>
                  <a:lnTo>
                    <a:pt x="250489" y="228902"/>
                  </a:lnTo>
                  <a:lnTo>
                    <a:pt x="250632" y="228948"/>
                  </a:lnTo>
                  <a:lnTo>
                    <a:pt x="250793" y="229059"/>
                  </a:lnTo>
                  <a:lnTo>
                    <a:pt x="250979" y="229312"/>
                  </a:lnTo>
                  <a:lnTo>
                    <a:pt x="251181" y="229630"/>
                  </a:lnTo>
                  <a:lnTo>
                    <a:pt x="251266" y="229868"/>
                  </a:lnTo>
                  <a:lnTo>
                    <a:pt x="251470" y="230003"/>
                  </a:lnTo>
                  <a:lnTo>
                    <a:pt x="251678" y="230077"/>
                  </a:lnTo>
                  <a:lnTo>
                    <a:pt x="252144" y="230107"/>
                  </a:lnTo>
                  <a:lnTo>
                    <a:pt x="252372" y="230032"/>
                  </a:lnTo>
                  <a:lnTo>
                    <a:pt x="252751" y="229834"/>
                  </a:lnTo>
                  <a:lnTo>
                    <a:pt x="253067" y="229563"/>
                  </a:lnTo>
                  <a:lnTo>
                    <a:pt x="253612" y="229060"/>
                  </a:lnTo>
                  <a:lnTo>
                    <a:pt x="253882" y="228802"/>
                  </a:lnTo>
                  <a:lnTo>
                    <a:pt x="254436" y="228243"/>
                  </a:lnTo>
                  <a:lnTo>
                    <a:pt x="254729" y="227817"/>
                  </a:lnTo>
                  <a:lnTo>
                    <a:pt x="255058" y="227079"/>
                  </a:lnTo>
                  <a:lnTo>
                    <a:pt x="255164" y="226926"/>
                  </a:lnTo>
                  <a:lnTo>
                    <a:pt x="255497" y="226620"/>
                  </a:lnTo>
                  <a:lnTo>
                    <a:pt x="255591" y="226428"/>
                  </a:lnTo>
                  <a:lnTo>
                    <a:pt x="255640" y="226227"/>
                  </a:lnTo>
                  <a:lnTo>
                    <a:pt x="255624" y="226027"/>
                  </a:lnTo>
                  <a:lnTo>
                    <a:pt x="255512" y="225841"/>
                  </a:lnTo>
                  <a:lnTo>
                    <a:pt x="255368" y="225677"/>
                  </a:lnTo>
                  <a:lnTo>
                    <a:pt x="255192" y="225562"/>
                  </a:lnTo>
                  <a:lnTo>
                    <a:pt x="255030" y="225439"/>
                  </a:lnTo>
                  <a:lnTo>
                    <a:pt x="254925" y="225123"/>
                  </a:lnTo>
                  <a:lnTo>
                    <a:pt x="254997" y="224880"/>
                  </a:lnTo>
                  <a:lnTo>
                    <a:pt x="255193" y="224833"/>
                  </a:lnTo>
                  <a:lnTo>
                    <a:pt x="255352" y="224850"/>
                  </a:lnTo>
                  <a:lnTo>
                    <a:pt x="255647" y="224946"/>
                  </a:lnTo>
                  <a:lnTo>
                    <a:pt x="255882" y="225032"/>
                  </a:lnTo>
                  <a:lnTo>
                    <a:pt x="256129" y="225063"/>
                  </a:lnTo>
                  <a:lnTo>
                    <a:pt x="256321" y="225062"/>
                  </a:lnTo>
                  <a:lnTo>
                    <a:pt x="256529" y="224998"/>
                  </a:lnTo>
                  <a:lnTo>
                    <a:pt x="256839" y="224910"/>
                  </a:lnTo>
                  <a:lnTo>
                    <a:pt x="257180" y="224869"/>
                  </a:lnTo>
                  <a:lnTo>
                    <a:pt x="257558" y="224866"/>
                  </a:lnTo>
                  <a:lnTo>
                    <a:pt x="257769" y="224890"/>
                  </a:lnTo>
                  <a:lnTo>
                    <a:pt x="258027" y="225149"/>
                  </a:lnTo>
                  <a:lnTo>
                    <a:pt x="258028" y="225348"/>
                  </a:lnTo>
                  <a:lnTo>
                    <a:pt x="258034" y="225570"/>
                  </a:lnTo>
                  <a:lnTo>
                    <a:pt x="258076" y="225716"/>
                  </a:lnTo>
                  <a:lnTo>
                    <a:pt x="258213" y="225883"/>
                  </a:lnTo>
                  <a:lnTo>
                    <a:pt x="258456" y="225995"/>
                  </a:lnTo>
                  <a:lnTo>
                    <a:pt x="258591" y="225989"/>
                  </a:lnTo>
                  <a:lnTo>
                    <a:pt x="258786" y="225921"/>
                  </a:lnTo>
                  <a:lnTo>
                    <a:pt x="258946" y="225846"/>
                  </a:lnTo>
                  <a:lnTo>
                    <a:pt x="259106" y="225787"/>
                  </a:lnTo>
                  <a:lnTo>
                    <a:pt x="259559" y="225506"/>
                  </a:lnTo>
                  <a:lnTo>
                    <a:pt x="259983" y="225331"/>
                  </a:lnTo>
                  <a:lnTo>
                    <a:pt x="260121" y="225287"/>
                  </a:lnTo>
                  <a:lnTo>
                    <a:pt x="260365" y="225209"/>
                  </a:lnTo>
                  <a:lnTo>
                    <a:pt x="260849" y="225074"/>
                  </a:lnTo>
                  <a:lnTo>
                    <a:pt x="260998" y="225033"/>
                  </a:lnTo>
                  <a:lnTo>
                    <a:pt x="261203" y="224992"/>
                  </a:lnTo>
                  <a:lnTo>
                    <a:pt x="261543" y="224926"/>
                  </a:lnTo>
                  <a:lnTo>
                    <a:pt x="261839" y="224881"/>
                  </a:lnTo>
                  <a:lnTo>
                    <a:pt x="262058" y="224862"/>
                  </a:lnTo>
                  <a:lnTo>
                    <a:pt x="262300" y="224866"/>
                  </a:lnTo>
                  <a:lnTo>
                    <a:pt x="262533" y="224840"/>
                  </a:lnTo>
                  <a:lnTo>
                    <a:pt x="262907" y="224677"/>
                  </a:lnTo>
                  <a:lnTo>
                    <a:pt x="263199" y="224433"/>
                  </a:lnTo>
                  <a:lnTo>
                    <a:pt x="263466" y="224123"/>
                  </a:lnTo>
                  <a:lnTo>
                    <a:pt x="263572" y="223962"/>
                  </a:lnTo>
                  <a:lnTo>
                    <a:pt x="263680" y="223813"/>
                  </a:lnTo>
                  <a:lnTo>
                    <a:pt x="263820" y="223625"/>
                  </a:lnTo>
                  <a:lnTo>
                    <a:pt x="264002" y="223447"/>
                  </a:lnTo>
                  <a:lnTo>
                    <a:pt x="264218" y="223271"/>
                  </a:lnTo>
                  <a:lnTo>
                    <a:pt x="264799" y="222963"/>
                  </a:lnTo>
                  <a:lnTo>
                    <a:pt x="265071" y="223002"/>
                  </a:lnTo>
                  <a:lnTo>
                    <a:pt x="265429" y="223133"/>
                  </a:lnTo>
                  <a:lnTo>
                    <a:pt x="265525" y="223262"/>
                  </a:lnTo>
                  <a:lnTo>
                    <a:pt x="265637" y="223414"/>
                  </a:lnTo>
                  <a:lnTo>
                    <a:pt x="266078" y="223830"/>
                  </a:lnTo>
                  <a:lnTo>
                    <a:pt x="266240" y="223898"/>
                  </a:lnTo>
                  <a:lnTo>
                    <a:pt x="266545" y="223928"/>
                  </a:lnTo>
                  <a:lnTo>
                    <a:pt x="266827" y="223927"/>
                  </a:lnTo>
                  <a:lnTo>
                    <a:pt x="267176" y="223794"/>
                  </a:lnTo>
                  <a:lnTo>
                    <a:pt x="267430" y="223581"/>
                  </a:lnTo>
                  <a:lnTo>
                    <a:pt x="267581" y="223492"/>
                  </a:lnTo>
                  <a:lnTo>
                    <a:pt x="267894" y="223758"/>
                  </a:lnTo>
                  <a:lnTo>
                    <a:pt x="268198" y="223932"/>
                  </a:lnTo>
                  <a:lnTo>
                    <a:pt x="268309" y="224305"/>
                  </a:lnTo>
                  <a:lnTo>
                    <a:pt x="267586" y="224789"/>
                  </a:lnTo>
                  <a:lnTo>
                    <a:pt x="268327" y="224902"/>
                  </a:lnTo>
                  <a:lnTo>
                    <a:pt x="268634" y="225060"/>
                  </a:lnTo>
                  <a:lnTo>
                    <a:pt x="268660" y="225479"/>
                  </a:lnTo>
                  <a:lnTo>
                    <a:pt x="268483" y="225556"/>
                  </a:lnTo>
                  <a:lnTo>
                    <a:pt x="268838" y="228340"/>
                  </a:lnTo>
                  <a:lnTo>
                    <a:pt x="268875" y="228490"/>
                  </a:lnTo>
                  <a:lnTo>
                    <a:pt x="268923" y="228822"/>
                  </a:lnTo>
                  <a:lnTo>
                    <a:pt x="269030" y="229529"/>
                  </a:lnTo>
                  <a:lnTo>
                    <a:pt x="268441" y="230653"/>
                  </a:lnTo>
                  <a:lnTo>
                    <a:pt x="268029" y="231498"/>
                  </a:lnTo>
                  <a:lnTo>
                    <a:pt x="269022" y="232839"/>
                  </a:lnTo>
                  <a:lnTo>
                    <a:pt x="269443" y="233687"/>
                  </a:lnTo>
                  <a:lnTo>
                    <a:pt x="270447" y="234629"/>
                  </a:lnTo>
                  <a:lnTo>
                    <a:pt x="270477" y="234767"/>
                  </a:lnTo>
                  <a:lnTo>
                    <a:pt x="270709" y="235170"/>
                  </a:lnTo>
                  <a:lnTo>
                    <a:pt x="270519" y="235361"/>
                  </a:lnTo>
                  <a:lnTo>
                    <a:pt x="270658" y="235632"/>
                  </a:lnTo>
                  <a:lnTo>
                    <a:pt x="271202" y="235675"/>
                  </a:lnTo>
                  <a:lnTo>
                    <a:pt x="271455" y="235461"/>
                  </a:lnTo>
                  <a:lnTo>
                    <a:pt x="272404" y="236071"/>
                  </a:lnTo>
                  <a:lnTo>
                    <a:pt x="272129" y="236213"/>
                  </a:lnTo>
                  <a:lnTo>
                    <a:pt x="271925" y="236303"/>
                  </a:lnTo>
                  <a:lnTo>
                    <a:pt x="272038" y="236444"/>
                  </a:lnTo>
                  <a:lnTo>
                    <a:pt x="272324" y="236487"/>
                  </a:lnTo>
                  <a:lnTo>
                    <a:pt x="272841" y="236497"/>
                  </a:lnTo>
                  <a:lnTo>
                    <a:pt x="273121" y="236566"/>
                  </a:lnTo>
                  <a:lnTo>
                    <a:pt x="273615" y="237159"/>
                  </a:lnTo>
                  <a:lnTo>
                    <a:pt x="273560" y="237859"/>
                  </a:lnTo>
                  <a:lnTo>
                    <a:pt x="273941" y="238326"/>
                  </a:lnTo>
                  <a:lnTo>
                    <a:pt x="274831" y="238344"/>
                  </a:lnTo>
                  <a:lnTo>
                    <a:pt x="275397" y="238377"/>
                  </a:lnTo>
                  <a:lnTo>
                    <a:pt x="275466" y="238595"/>
                  </a:lnTo>
                  <a:lnTo>
                    <a:pt x="276167" y="238803"/>
                  </a:lnTo>
                  <a:lnTo>
                    <a:pt x="276219" y="238939"/>
                  </a:lnTo>
                  <a:lnTo>
                    <a:pt x="277924" y="239886"/>
                  </a:lnTo>
                  <a:lnTo>
                    <a:pt x="278080" y="240353"/>
                  </a:lnTo>
                  <a:lnTo>
                    <a:pt x="278570" y="240577"/>
                  </a:lnTo>
                  <a:lnTo>
                    <a:pt x="278754" y="240556"/>
                  </a:lnTo>
                  <a:lnTo>
                    <a:pt x="278906" y="240531"/>
                  </a:lnTo>
                  <a:lnTo>
                    <a:pt x="279358" y="240452"/>
                  </a:lnTo>
                  <a:lnTo>
                    <a:pt x="279607" y="240398"/>
                  </a:lnTo>
                  <a:lnTo>
                    <a:pt x="279965" y="240453"/>
                  </a:lnTo>
                  <a:lnTo>
                    <a:pt x="280130" y="240554"/>
                  </a:lnTo>
                  <a:lnTo>
                    <a:pt x="280358" y="240687"/>
                  </a:lnTo>
                  <a:lnTo>
                    <a:pt x="281955" y="241007"/>
                  </a:lnTo>
                  <a:lnTo>
                    <a:pt x="281637" y="241392"/>
                  </a:lnTo>
                  <a:lnTo>
                    <a:pt x="281478" y="241337"/>
                  </a:lnTo>
                  <a:lnTo>
                    <a:pt x="281615" y="241516"/>
                  </a:lnTo>
                  <a:lnTo>
                    <a:pt x="281925" y="241659"/>
                  </a:lnTo>
                  <a:lnTo>
                    <a:pt x="282205" y="241480"/>
                  </a:lnTo>
                  <a:lnTo>
                    <a:pt x="282302" y="241685"/>
                  </a:lnTo>
                  <a:lnTo>
                    <a:pt x="282226" y="242365"/>
                  </a:lnTo>
                  <a:lnTo>
                    <a:pt x="282360" y="242347"/>
                  </a:lnTo>
                  <a:lnTo>
                    <a:pt x="282522" y="242325"/>
                  </a:lnTo>
                  <a:lnTo>
                    <a:pt x="283369" y="242421"/>
                  </a:lnTo>
                  <a:lnTo>
                    <a:pt x="283817" y="242297"/>
                  </a:lnTo>
                  <a:lnTo>
                    <a:pt x="284082" y="242116"/>
                  </a:lnTo>
                  <a:lnTo>
                    <a:pt x="285087" y="242115"/>
                  </a:lnTo>
                  <a:lnTo>
                    <a:pt x="286065" y="242278"/>
                  </a:lnTo>
                  <a:lnTo>
                    <a:pt x="286604" y="242777"/>
                  </a:lnTo>
                  <a:lnTo>
                    <a:pt x="287316" y="243289"/>
                  </a:lnTo>
                  <a:lnTo>
                    <a:pt x="287485" y="243393"/>
                  </a:lnTo>
                  <a:lnTo>
                    <a:pt x="288119" y="243114"/>
                  </a:lnTo>
                  <a:lnTo>
                    <a:pt x="288273" y="243339"/>
                  </a:lnTo>
                  <a:lnTo>
                    <a:pt x="288642" y="243229"/>
                  </a:lnTo>
                  <a:lnTo>
                    <a:pt x="288822" y="243222"/>
                  </a:lnTo>
                  <a:lnTo>
                    <a:pt x="289430" y="243283"/>
                  </a:lnTo>
                  <a:lnTo>
                    <a:pt x="289797" y="243661"/>
                  </a:lnTo>
                  <a:lnTo>
                    <a:pt x="290625" y="243469"/>
                  </a:lnTo>
                  <a:lnTo>
                    <a:pt x="290768" y="243411"/>
                  </a:lnTo>
                  <a:lnTo>
                    <a:pt x="291067" y="243341"/>
                  </a:lnTo>
                  <a:lnTo>
                    <a:pt x="291427" y="243299"/>
                  </a:lnTo>
                  <a:lnTo>
                    <a:pt x="291619" y="243110"/>
                  </a:lnTo>
                  <a:lnTo>
                    <a:pt x="292210" y="243040"/>
                  </a:lnTo>
                  <a:lnTo>
                    <a:pt x="292366" y="243230"/>
                  </a:lnTo>
                  <a:lnTo>
                    <a:pt x="292788" y="243202"/>
                  </a:lnTo>
                  <a:lnTo>
                    <a:pt x="293369" y="243266"/>
                  </a:lnTo>
                  <a:lnTo>
                    <a:pt x="293579" y="243598"/>
                  </a:lnTo>
                  <a:lnTo>
                    <a:pt x="294858" y="242759"/>
                  </a:lnTo>
                  <a:lnTo>
                    <a:pt x="294686" y="242618"/>
                  </a:lnTo>
                  <a:lnTo>
                    <a:pt x="294736" y="242281"/>
                  </a:lnTo>
                  <a:lnTo>
                    <a:pt x="295286" y="242191"/>
                  </a:lnTo>
                  <a:lnTo>
                    <a:pt x="295574" y="242316"/>
                  </a:lnTo>
                  <a:lnTo>
                    <a:pt x="295980" y="241995"/>
                  </a:lnTo>
                  <a:lnTo>
                    <a:pt x="295937" y="241668"/>
                  </a:lnTo>
                  <a:lnTo>
                    <a:pt x="296093" y="241164"/>
                  </a:lnTo>
                  <a:lnTo>
                    <a:pt x="296133" y="240883"/>
                  </a:lnTo>
                  <a:lnTo>
                    <a:pt x="297946" y="241174"/>
                  </a:lnTo>
                  <a:lnTo>
                    <a:pt x="298916" y="241180"/>
                  </a:lnTo>
                  <a:lnTo>
                    <a:pt x="299115" y="241177"/>
                  </a:lnTo>
                  <a:lnTo>
                    <a:pt x="299515" y="240987"/>
                  </a:lnTo>
                  <a:lnTo>
                    <a:pt x="299748" y="240507"/>
                  </a:lnTo>
                  <a:lnTo>
                    <a:pt x="300350" y="240072"/>
                  </a:lnTo>
                  <a:lnTo>
                    <a:pt x="300881" y="239648"/>
                  </a:lnTo>
                  <a:lnTo>
                    <a:pt x="301433" y="239196"/>
                  </a:lnTo>
                  <a:lnTo>
                    <a:pt x="301868" y="238981"/>
                  </a:lnTo>
                  <a:lnTo>
                    <a:pt x="302577" y="238792"/>
                  </a:lnTo>
                  <a:lnTo>
                    <a:pt x="302857" y="239118"/>
                  </a:lnTo>
                  <a:lnTo>
                    <a:pt x="303253" y="239108"/>
                  </a:lnTo>
                  <a:lnTo>
                    <a:pt x="303404" y="239065"/>
                  </a:lnTo>
                  <a:lnTo>
                    <a:pt x="304258" y="238528"/>
                  </a:lnTo>
                  <a:lnTo>
                    <a:pt x="304850" y="238501"/>
                  </a:lnTo>
                  <a:lnTo>
                    <a:pt x="307065" y="237834"/>
                  </a:lnTo>
                  <a:lnTo>
                    <a:pt x="307469" y="237906"/>
                  </a:lnTo>
                  <a:lnTo>
                    <a:pt x="307990" y="238227"/>
                  </a:lnTo>
                  <a:lnTo>
                    <a:pt x="308489" y="238098"/>
                  </a:lnTo>
                  <a:lnTo>
                    <a:pt x="308769" y="237685"/>
                  </a:lnTo>
                  <a:lnTo>
                    <a:pt x="309235" y="237554"/>
                  </a:lnTo>
                  <a:lnTo>
                    <a:pt x="309410" y="237557"/>
                  </a:lnTo>
                  <a:lnTo>
                    <a:pt x="309590" y="237565"/>
                  </a:lnTo>
                  <a:lnTo>
                    <a:pt x="309791" y="237582"/>
                  </a:lnTo>
                  <a:lnTo>
                    <a:pt x="309928" y="237603"/>
                  </a:lnTo>
                  <a:lnTo>
                    <a:pt x="310454" y="237809"/>
                  </a:lnTo>
                  <a:lnTo>
                    <a:pt x="310576" y="238013"/>
                  </a:lnTo>
                  <a:lnTo>
                    <a:pt x="311619" y="238338"/>
                  </a:lnTo>
                  <a:lnTo>
                    <a:pt x="312140" y="238685"/>
                  </a:lnTo>
                  <a:lnTo>
                    <a:pt x="312400" y="238994"/>
                  </a:lnTo>
                  <a:lnTo>
                    <a:pt x="312691" y="239044"/>
                  </a:lnTo>
                  <a:lnTo>
                    <a:pt x="313147" y="239720"/>
                  </a:lnTo>
                  <a:lnTo>
                    <a:pt x="313920" y="240598"/>
                  </a:lnTo>
                  <a:lnTo>
                    <a:pt x="314114" y="240593"/>
                  </a:lnTo>
                  <a:lnTo>
                    <a:pt x="314639" y="240656"/>
                  </a:lnTo>
                  <a:lnTo>
                    <a:pt x="315140" y="241090"/>
                  </a:lnTo>
                  <a:lnTo>
                    <a:pt x="315470" y="241085"/>
                  </a:lnTo>
                  <a:lnTo>
                    <a:pt x="316194" y="240989"/>
                  </a:lnTo>
                  <a:lnTo>
                    <a:pt x="316712" y="240979"/>
                  </a:lnTo>
                  <a:lnTo>
                    <a:pt x="317312" y="241650"/>
                  </a:lnTo>
                  <a:lnTo>
                    <a:pt x="318231" y="241557"/>
                  </a:lnTo>
                  <a:lnTo>
                    <a:pt x="318642" y="241707"/>
                  </a:lnTo>
                  <a:lnTo>
                    <a:pt x="318694" y="241866"/>
                  </a:lnTo>
                  <a:lnTo>
                    <a:pt x="319016" y="242251"/>
                  </a:lnTo>
                  <a:lnTo>
                    <a:pt x="319190" y="242329"/>
                  </a:lnTo>
                  <a:lnTo>
                    <a:pt x="319673" y="242632"/>
                  </a:lnTo>
                  <a:lnTo>
                    <a:pt x="319715" y="242876"/>
                  </a:lnTo>
                  <a:lnTo>
                    <a:pt x="319704" y="243281"/>
                  </a:lnTo>
                  <a:lnTo>
                    <a:pt x="320576" y="243614"/>
                  </a:lnTo>
                  <a:lnTo>
                    <a:pt x="321127" y="243678"/>
                  </a:lnTo>
                  <a:lnTo>
                    <a:pt x="321176" y="243545"/>
                  </a:lnTo>
                  <a:lnTo>
                    <a:pt x="321407" y="243184"/>
                  </a:lnTo>
                  <a:lnTo>
                    <a:pt x="321803" y="243409"/>
                  </a:lnTo>
                  <a:lnTo>
                    <a:pt x="321794" y="243636"/>
                  </a:lnTo>
                  <a:lnTo>
                    <a:pt x="322287" y="243867"/>
                  </a:lnTo>
                  <a:lnTo>
                    <a:pt x="322578" y="243630"/>
                  </a:lnTo>
                  <a:lnTo>
                    <a:pt x="323656" y="243596"/>
                  </a:lnTo>
                  <a:lnTo>
                    <a:pt x="323878" y="243537"/>
                  </a:lnTo>
                  <a:lnTo>
                    <a:pt x="324158" y="243475"/>
                  </a:lnTo>
                  <a:lnTo>
                    <a:pt x="324413" y="243455"/>
                  </a:lnTo>
                  <a:lnTo>
                    <a:pt x="324609" y="243503"/>
                  </a:lnTo>
                  <a:lnTo>
                    <a:pt x="324779" y="243537"/>
                  </a:lnTo>
                  <a:lnTo>
                    <a:pt x="325169" y="243572"/>
                  </a:lnTo>
                  <a:lnTo>
                    <a:pt x="325747" y="243352"/>
                  </a:lnTo>
                  <a:lnTo>
                    <a:pt x="325938" y="243402"/>
                  </a:lnTo>
                  <a:lnTo>
                    <a:pt x="326336" y="243574"/>
                  </a:lnTo>
                  <a:lnTo>
                    <a:pt x="327131" y="243647"/>
                  </a:lnTo>
                  <a:lnTo>
                    <a:pt x="327286" y="243616"/>
                  </a:lnTo>
                  <a:lnTo>
                    <a:pt x="327430" y="243612"/>
                  </a:lnTo>
                  <a:lnTo>
                    <a:pt x="328036" y="244002"/>
                  </a:lnTo>
                  <a:lnTo>
                    <a:pt x="327712" y="244255"/>
                  </a:lnTo>
                  <a:lnTo>
                    <a:pt x="327816" y="244654"/>
                  </a:lnTo>
                  <a:lnTo>
                    <a:pt x="328355" y="244839"/>
                  </a:lnTo>
                  <a:lnTo>
                    <a:pt x="328542" y="245296"/>
                  </a:lnTo>
                  <a:lnTo>
                    <a:pt x="328845" y="245332"/>
                  </a:lnTo>
                  <a:lnTo>
                    <a:pt x="328699" y="245503"/>
                  </a:lnTo>
                  <a:lnTo>
                    <a:pt x="328532" y="245969"/>
                  </a:lnTo>
                  <a:lnTo>
                    <a:pt x="328201" y="246602"/>
                  </a:lnTo>
                  <a:lnTo>
                    <a:pt x="329101" y="247462"/>
                  </a:lnTo>
                  <a:lnTo>
                    <a:pt x="329259" y="247613"/>
                  </a:lnTo>
                  <a:lnTo>
                    <a:pt x="329879" y="248710"/>
                  </a:lnTo>
                  <a:lnTo>
                    <a:pt x="330019" y="248868"/>
                  </a:lnTo>
                  <a:lnTo>
                    <a:pt x="330223" y="249072"/>
                  </a:lnTo>
                  <a:lnTo>
                    <a:pt x="330469" y="249189"/>
                  </a:lnTo>
                  <a:lnTo>
                    <a:pt x="330546" y="249696"/>
                  </a:lnTo>
                  <a:lnTo>
                    <a:pt x="331016" y="250009"/>
                  </a:lnTo>
                  <a:lnTo>
                    <a:pt x="331401" y="250397"/>
                  </a:lnTo>
                  <a:lnTo>
                    <a:pt x="331715" y="250637"/>
                  </a:lnTo>
                  <a:lnTo>
                    <a:pt x="332105" y="250879"/>
                  </a:lnTo>
                  <a:lnTo>
                    <a:pt x="331686" y="251570"/>
                  </a:lnTo>
                  <a:lnTo>
                    <a:pt x="331904" y="251566"/>
                  </a:lnTo>
                  <a:lnTo>
                    <a:pt x="332093" y="251570"/>
                  </a:lnTo>
                  <a:lnTo>
                    <a:pt x="332498" y="251624"/>
                  </a:lnTo>
                  <a:lnTo>
                    <a:pt x="332737" y="251963"/>
                  </a:lnTo>
                  <a:lnTo>
                    <a:pt x="333124" y="252496"/>
                  </a:lnTo>
                  <a:lnTo>
                    <a:pt x="333870" y="253570"/>
                  </a:lnTo>
                  <a:lnTo>
                    <a:pt x="333996" y="254661"/>
                  </a:lnTo>
                  <a:lnTo>
                    <a:pt x="333952" y="255206"/>
                  </a:lnTo>
                  <a:lnTo>
                    <a:pt x="333278" y="255496"/>
                  </a:lnTo>
                  <a:lnTo>
                    <a:pt x="333193" y="255854"/>
                  </a:lnTo>
                  <a:lnTo>
                    <a:pt x="333185" y="255995"/>
                  </a:lnTo>
                  <a:lnTo>
                    <a:pt x="333174" y="256147"/>
                  </a:lnTo>
                  <a:lnTo>
                    <a:pt x="332847" y="256167"/>
                  </a:lnTo>
                  <a:lnTo>
                    <a:pt x="332594" y="256163"/>
                  </a:lnTo>
                  <a:lnTo>
                    <a:pt x="332426" y="256129"/>
                  </a:lnTo>
                  <a:lnTo>
                    <a:pt x="332291" y="256136"/>
                  </a:lnTo>
                  <a:lnTo>
                    <a:pt x="331690" y="256204"/>
                  </a:lnTo>
                  <a:lnTo>
                    <a:pt x="330748" y="256773"/>
                  </a:lnTo>
                  <a:lnTo>
                    <a:pt x="330505" y="256884"/>
                  </a:lnTo>
                  <a:lnTo>
                    <a:pt x="330304" y="257005"/>
                  </a:lnTo>
                  <a:lnTo>
                    <a:pt x="330139" y="257219"/>
                  </a:lnTo>
                  <a:lnTo>
                    <a:pt x="329846" y="257809"/>
                  </a:lnTo>
                  <a:lnTo>
                    <a:pt x="329854" y="258188"/>
                  </a:lnTo>
                  <a:lnTo>
                    <a:pt x="329894" y="258412"/>
                  </a:lnTo>
                  <a:lnTo>
                    <a:pt x="329896" y="258843"/>
                  </a:lnTo>
                  <a:lnTo>
                    <a:pt x="329522" y="259358"/>
                  </a:lnTo>
                  <a:lnTo>
                    <a:pt x="329464" y="259785"/>
                  </a:lnTo>
                  <a:lnTo>
                    <a:pt x="329196" y="260178"/>
                  </a:lnTo>
                  <a:lnTo>
                    <a:pt x="329124" y="260726"/>
                  </a:lnTo>
                  <a:lnTo>
                    <a:pt x="329154" y="260962"/>
                  </a:lnTo>
                  <a:lnTo>
                    <a:pt x="329164" y="261272"/>
                  </a:lnTo>
                  <a:lnTo>
                    <a:pt x="329175" y="261406"/>
                  </a:lnTo>
                  <a:lnTo>
                    <a:pt x="329427" y="262297"/>
                  </a:lnTo>
                  <a:lnTo>
                    <a:pt x="329488" y="262586"/>
                  </a:lnTo>
                  <a:lnTo>
                    <a:pt x="329527" y="262778"/>
                  </a:lnTo>
                  <a:lnTo>
                    <a:pt x="329586" y="263120"/>
                  </a:lnTo>
                  <a:lnTo>
                    <a:pt x="329638" y="263423"/>
                  </a:lnTo>
                  <a:lnTo>
                    <a:pt x="329663" y="263750"/>
                  </a:lnTo>
                  <a:lnTo>
                    <a:pt x="329816" y="263955"/>
                  </a:lnTo>
                  <a:lnTo>
                    <a:pt x="330010" y="264166"/>
                  </a:lnTo>
                  <a:lnTo>
                    <a:pt x="330226" y="264401"/>
                  </a:lnTo>
                  <a:lnTo>
                    <a:pt x="330334" y="264552"/>
                  </a:lnTo>
                  <a:lnTo>
                    <a:pt x="330441" y="264706"/>
                  </a:lnTo>
                  <a:lnTo>
                    <a:pt x="330681" y="265051"/>
                  </a:lnTo>
                  <a:lnTo>
                    <a:pt x="330778" y="265191"/>
                  </a:lnTo>
                  <a:lnTo>
                    <a:pt x="331214" y="265949"/>
                  </a:lnTo>
                  <a:lnTo>
                    <a:pt x="331534" y="266093"/>
                  </a:lnTo>
                  <a:lnTo>
                    <a:pt x="331687" y="266392"/>
                  </a:lnTo>
                  <a:lnTo>
                    <a:pt x="331649" y="266737"/>
                  </a:lnTo>
                  <a:lnTo>
                    <a:pt x="331532" y="267033"/>
                  </a:lnTo>
                  <a:lnTo>
                    <a:pt x="331497" y="267264"/>
                  </a:lnTo>
                  <a:lnTo>
                    <a:pt x="331457" y="267719"/>
                  </a:lnTo>
                  <a:lnTo>
                    <a:pt x="331271" y="268411"/>
                  </a:lnTo>
                  <a:lnTo>
                    <a:pt x="331227" y="268683"/>
                  </a:lnTo>
                  <a:lnTo>
                    <a:pt x="331383" y="269132"/>
                  </a:lnTo>
                  <a:lnTo>
                    <a:pt x="331493" y="269378"/>
                  </a:lnTo>
                  <a:lnTo>
                    <a:pt x="331648" y="269494"/>
                  </a:lnTo>
                  <a:lnTo>
                    <a:pt x="331885" y="269929"/>
                  </a:lnTo>
                  <a:lnTo>
                    <a:pt x="331711" y="270949"/>
                  </a:lnTo>
                  <a:lnTo>
                    <a:pt x="331747" y="271367"/>
                  </a:lnTo>
                  <a:lnTo>
                    <a:pt x="331580" y="272039"/>
                  </a:lnTo>
                  <a:lnTo>
                    <a:pt x="331359" y="272177"/>
                  </a:lnTo>
                  <a:lnTo>
                    <a:pt x="331060" y="272576"/>
                  </a:lnTo>
                  <a:lnTo>
                    <a:pt x="331184" y="272806"/>
                  </a:lnTo>
                  <a:lnTo>
                    <a:pt x="331457" y="272986"/>
                  </a:lnTo>
                  <a:lnTo>
                    <a:pt x="331738" y="273150"/>
                  </a:lnTo>
                  <a:lnTo>
                    <a:pt x="331819" y="273534"/>
                  </a:lnTo>
                  <a:lnTo>
                    <a:pt x="331863" y="273704"/>
                  </a:lnTo>
                  <a:lnTo>
                    <a:pt x="331939" y="273993"/>
                  </a:lnTo>
                  <a:lnTo>
                    <a:pt x="332033" y="274269"/>
                  </a:lnTo>
                  <a:lnTo>
                    <a:pt x="332097" y="274418"/>
                  </a:lnTo>
                  <a:lnTo>
                    <a:pt x="332320" y="274393"/>
                  </a:lnTo>
                  <a:lnTo>
                    <a:pt x="332790" y="273969"/>
                  </a:lnTo>
                  <a:lnTo>
                    <a:pt x="332952" y="273775"/>
                  </a:lnTo>
                  <a:lnTo>
                    <a:pt x="333455" y="273290"/>
                  </a:lnTo>
                  <a:lnTo>
                    <a:pt x="333997" y="272949"/>
                  </a:lnTo>
                  <a:lnTo>
                    <a:pt x="334061" y="272645"/>
                  </a:lnTo>
                  <a:lnTo>
                    <a:pt x="334020" y="272182"/>
                  </a:lnTo>
                  <a:lnTo>
                    <a:pt x="334271" y="271770"/>
                  </a:lnTo>
                  <a:lnTo>
                    <a:pt x="335431" y="271891"/>
                  </a:lnTo>
                  <a:lnTo>
                    <a:pt x="335821" y="272120"/>
                  </a:lnTo>
                  <a:lnTo>
                    <a:pt x="336315" y="271975"/>
                  </a:lnTo>
                  <a:lnTo>
                    <a:pt x="337332" y="271335"/>
                  </a:lnTo>
                  <a:lnTo>
                    <a:pt x="337477" y="271157"/>
                  </a:lnTo>
                  <a:lnTo>
                    <a:pt x="337792" y="270886"/>
                  </a:lnTo>
                  <a:lnTo>
                    <a:pt x="337861" y="270526"/>
                  </a:lnTo>
                  <a:lnTo>
                    <a:pt x="337963" y="270361"/>
                  </a:lnTo>
                  <a:lnTo>
                    <a:pt x="338142" y="270464"/>
                  </a:lnTo>
                  <a:lnTo>
                    <a:pt x="338372" y="270277"/>
                  </a:lnTo>
                  <a:lnTo>
                    <a:pt x="338590" y="270207"/>
                  </a:lnTo>
                  <a:lnTo>
                    <a:pt x="338881" y="270205"/>
                  </a:lnTo>
                  <a:lnTo>
                    <a:pt x="339585" y="270040"/>
                  </a:lnTo>
                  <a:lnTo>
                    <a:pt x="340022" y="270240"/>
                  </a:lnTo>
                  <a:lnTo>
                    <a:pt x="340670" y="270493"/>
                  </a:lnTo>
                  <a:lnTo>
                    <a:pt x="340344" y="270738"/>
                  </a:lnTo>
                  <a:lnTo>
                    <a:pt x="340152" y="270827"/>
                  </a:lnTo>
                  <a:lnTo>
                    <a:pt x="339961" y="271037"/>
                  </a:lnTo>
                  <a:lnTo>
                    <a:pt x="340834" y="271517"/>
                  </a:lnTo>
                  <a:lnTo>
                    <a:pt x="341010" y="271634"/>
                  </a:lnTo>
                  <a:lnTo>
                    <a:pt x="341468" y="271673"/>
                  </a:lnTo>
                  <a:lnTo>
                    <a:pt x="341652" y="271744"/>
                  </a:lnTo>
                  <a:lnTo>
                    <a:pt x="342227" y="271921"/>
                  </a:lnTo>
                  <a:lnTo>
                    <a:pt x="342361" y="271757"/>
                  </a:lnTo>
                  <a:lnTo>
                    <a:pt x="342599" y="271238"/>
                  </a:lnTo>
                  <a:lnTo>
                    <a:pt x="342610" y="270981"/>
                  </a:lnTo>
                  <a:lnTo>
                    <a:pt x="342657" y="270721"/>
                  </a:lnTo>
                  <a:lnTo>
                    <a:pt x="343079" y="270428"/>
                  </a:lnTo>
                  <a:lnTo>
                    <a:pt x="344552" y="270527"/>
                  </a:lnTo>
                  <a:lnTo>
                    <a:pt x="345081" y="270717"/>
                  </a:lnTo>
                  <a:lnTo>
                    <a:pt x="345283" y="270723"/>
                  </a:lnTo>
                  <a:lnTo>
                    <a:pt x="345638" y="270735"/>
                  </a:lnTo>
                  <a:lnTo>
                    <a:pt x="346131" y="270764"/>
                  </a:lnTo>
                  <a:lnTo>
                    <a:pt x="346383" y="270779"/>
                  </a:lnTo>
                  <a:lnTo>
                    <a:pt x="347231" y="270829"/>
                  </a:lnTo>
                  <a:lnTo>
                    <a:pt x="348872" y="270862"/>
                  </a:lnTo>
                  <a:lnTo>
                    <a:pt x="349229" y="271418"/>
                  </a:lnTo>
                  <a:lnTo>
                    <a:pt x="349564" y="271525"/>
                  </a:lnTo>
                  <a:lnTo>
                    <a:pt x="350213" y="271815"/>
                  </a:lnTo>
                  <a:lnTo>
                    <a:pt x="350442" y="271896"/>
                  </a:lnTo>
                  <a:lnTo>
                    <a:pt x="351235" y="271852"/>
                  </a:lnTo>
                  <a:lnTo>
                    <a:pt x="351955" y="272192"/>
                  </a:lnTo>
                  <a:lnTo>
                    <a:pt x="352124" y="272230"/>
                  </a:lnTo>
                  <a:lnTo>
                    <a:pt x="352971" y="272491"/>
                  </a:lnTo>
                  <a:lnTo>
                    <a:pt x="353168" y="272575"/>
                  </a:lnTo>
                  <a:lnTo>
                    <a:pt x="353313" y="272658"/>
                  </a:lnTo>
                  <a:lnTo>
                    <a:pt x="354602" y="273841"/>
                  </a:lnTo>
                  <a:lnTo>
                    <a:pt x="355190" y="273976"/>
                  </a:lnTo>
                  <a:lnTo>
                    <a:pt x="355327" y="273875"/>
                  </a:lnTo>
                  <a:lnTo>
                    <a:pt x="355743" y="273851"/>
                  </a:lnTo>
                  <a:lnTo>
                    <a:pt x="356040" y="273967"/>
                  </a:lnTo>
                  <a:lnTo>
                    <a:pt x="356252" y="274163"/>
                  </a:lnTo>
                  <a:lnTo>
                    <a:pt x="356317" y="274327"/>
                  </a:lnTo>
                  <a:lnTo>
                    <a:pt x="356547" y="275351"/>
                  </a:lnTo>
                  <a:lnTo>
                    <a:pt x="356294" y="275526"/>
                  </a:lnTo>
                  <a:lnTo>
                    <a:pt x="356123" y="275662"/>
                  </a:lnTo>
                  <a:lnTo>
                    <a:pt x="355666" y="276195"/>
                  </a:lnTo>
                  <a:lnTo>
                    <a:pt x="355374" y="276595"/>
                  </a:lnTo>
                  <a:lnTo>
                    <a:pt x="354894" y="276822"/>
                  </a:lnTo>
                  <a:lnTo>
                    <a:pt x="354093" y="276745"/>
                  </a:lnTo>
                  <a:lnTo>
                    <a:pt x="353874" y="276485"/>
                  </a:lnTo>
                  <a:lnTo>
                    <a:pt x="353723" y="276448"/>
                  </a:lnTo>
                  <a:lnTo>
                    <a:pt x="352930" y="276450"/>
                  </a:lnTo>
                  <a:lnTo>
                    <a:pt x="352692" y="276477"/>
                  </a:lnTo>
                  <a:lnTo>
                    <a:pt x="351813" y="277136"/>
                  </a:lnTo>
                  <a:lnTo>
                    <a:pt x="351860" y="277321"/>
                  </a:lnTo>
                  <a:lnTo>
                    <a:pt x="351945" y="277522"/>
                  </a:lnTo>
                  <a:lnTo>
                    <a:pt x="352112" y="277780"/>
                  </a:lnTo>
                  <a:lnTo>
                    <a:pt x="352208" y="278183"/>
                  </a:lnTo>
                  <a:lnTo>
                    <a:pt x="352032" y="278390"/>
                  </a:lnTo>
                  <a:lnTo>
                    <a:pt x="351743" y="279011"/>
                  </a:lnTo>
                  <a:lnTo>
                    <a:pt x="352001" y="279475"/>
                  </a:lnTo>
                  <a:lnTo>
                    <a:pt x="352142" y="279724"/>
                  </a:lnTo>
                  <a:lnTo>
                    <a:pt x="352654" y="280338"/>
                  </a:lnTo>
                  <a:lnTo>
                    <a:pt x="352796" y="280370"/>
                  </a:lnTo>
                  <a:lnTo>
                    <a:pt x="353235" y="280539"/>
                  </a:lnTo>
                  <a:lnTo>
                    <a:pt x="353506" y="280716"/>
                  </a:lnTo>
                  <a:lnTo>
                    <a:pt x="353755" y="281442"/>
                  </a:lnTo>
                  <a:lnTo>
                    <a:pt x="353509" y="282192"/>
                  </a:lnTo>
                  <a:lnTo>
                    <a:pt x="353360" y="282310"/>
                  </a:lnTo>
                  <a:lnTo>
                    <a:pt x="353185" y="282458"/>
                  </a:lnTo>
                  <a:lnTo>
                    <a:pt x="352970" y="282651"/>
                  </a:lnTo>
                  <a:lnTo>
                    <a:pt x="352756" y="282921"/>
                  </a:lnTo>
                  <a:lnTo>
                    <a:pt x="353078" y="283503"/>
                  </a:lnTo>
                  <a:lnTo>
                    <a:pt x="353275" y="283527"/>
                  </a:lnTo>
                  <a:lnTo>
                    <a:pt x="353520" y="283626"/>
                  </a:lnTo>
                  <a:lnTo>
                    <a:pt x="353772" y="283747"/>
                  </a:lnTo>
                  <a:lnTo>
                    <a:pt x="354009" y="284043"/>
                  </a:lnTo>
                  <a:lnTo>
                    <a:pt x="354212" y="284225"/>
                  </a:lnTo>
                  <a:lnTo>
                    <a:pt x="354474" y="284538"/>
                  </a:lnTo>
                  <a:lnTo>
                    <a:pt x="354503" y="285008"/>
                  </a:lnTo>
                  <a:lnTo>
                    <a:pt x="354826" y="285396"/>
                  </a:lnTo>
                  <a:lnTo>
                    <a:pt x="355073" y="285551"/>
                  </a:lnTo>
                  <a:lnTo>
                    <a:pt x="355209" y="285882"/>
                  </a:lnTo>
                  <a:lnTo>
                    <a:pt x="355437" y="286102"/>
                  </a:lnTo>
                  <a:lnTo>
                    <a:pt x="355851" y="286387"/>
                  </a:lnTo>
                  <a:lnTo>
                    <a:pt x="356183" y="286696"/>
                  </a:lnTo>
                  <a:lnTo>
                    <a:pt x="356256" y="286843"/>
                  </a:lnTo>
                  <a:lnTo>
                    <a:pt x="356893" y="287443"/>
                  </a:lnTo>
                  <a:lnTo>
                    <a:pt x="356984" y="287664"/>
                  </a:lnTo>
                  <a:lnTo>
                    <a:pt x="357110" y="287969"/>
                  </a:lnTo>
                  <a:lnTo>
                    <a:pt x="357216" y="288209"/>
                  </a:lnTo>
                  <a:lnTo>
                    <a:pt x="358236" y="288879"/>
                  </a:lnTo>
                  <a:lnTo>
                    <a:pt x="358642" y="289065"/>
                  </a:lnTo>
                  <a:lnTo>
                    <a:pt x="358789" y="289245"/>
                  </a:lnTo>
                  <a:lnTo>
                    <a:pt x="359006" y="289512"/>
                  </a:lnTo>
                  <a:lnTo>
                    <a:pt x="359240" y="289698"/>
                  </a:lnTo>
                  <a:lnTo>
                    <a:pt x="359012" y="290216"/>
                  </a:lnTo>
                  <a:lnTo>
                    <a:pt x="359054" y="290542"/>
                  </a:lnTo>
                  <a:lnTo>
                    <a:pt x="359199" y="290798"/>
                  </a:lnTo>
                  <a:lnTo>
                    <a:pt x="358792" y="291291"/>
                  </a:lnTo>
                  <a:lnTo>
                    <a:pt x="358416" y="291755"/>
                  </a:lnTo>
                  <a:lnTo>
                    <a:pt x="358094" y="292201"/>
                  </a:lnTo>
                  <a:lnTo>
                    <a:pt x="358259" y="293167"/>
                  </a:lnTo>
                  <a:lnTo>
                    <a:pt x="358578" y="293751"/>
                  </a:lnTo>
                  <a:lnTo>
                    <a:pt x="358922" y="294130"/>
                  </a:lnTo>
                  <a:lnTo>
                    <a:pt x="359243" y="294482"/>
                  </a:lnTo>
                  <a:lnTo>
                    <a:pt x="359475" y="294761"/>
                  </a:lnTo>
                  <a:lnTo>
                    <a:pt x="360173" y="294461"/>
                  </a:lnTo>
                  <a:lnTo>
                    <a:pt x="360704" y="294856"/>
                  </a:lnTo>
                  <a:lnTo>
                    <a:pt x="360947" y="295093"/>
                  </a:lnTo>
                  <a:lnTo>
                    <a:pt x="361422" y="295622"/>
                  </a:lnTo>
                  <a:lnTo>
                    <a:pt x="361750" y="295827"/>
                  </a:lnTo>
                  <a:lnTo>
                    <a:pt x="362883" y="295409"/>
                  </a:lnTo>
                  <a:lnTo>
                    <a:pt x="363057" y="294964"/>
                  </a:lnTo>
                  <a:lnTo>
                    <a:pt x="363100" y="294700"/>
                  </a:lnTo>
                  <a:lnTo>
                    <a:pt x="363586" y="294117"/>
                  </a:lnTo>
                  <a:lnTo>
                    <a:pt x="363856" y="294001"/>
                  </a:lnTo>
                  <a:lnTo>
                    <a:pt x="364075" y="294525"/>
                  </a:lnTo>
                  <a:lnTo>
                    <a:pt x="364018" y="294949"/>
                  </a:lnTo>
                  <a:lnTo>
                    <a:pt x="364002" y="295078"/>
                  </a:lnTo>
                  <a:lnTo>
                    <a:pt x="363986" y="295214"/>
                  </a:lnTo>
                  <a:lnTo>
                    <a:pt x="363961" y="295450"/>
                  </a:lnTo>
                  <a:lnTo>
                    <a:pt x="363893" y="296164"/>
                  </a:lnTo>
                  <a:lnTo>
                    <a:pt x="363935" y="296451"/>
                  </a:lnTo>
                  <a:lnTo>
                    <a:pt x="364024" y="296721"/>
                  </a:lnTo>
                  <a:lnTo>
                    <a:pt x="364376" y="297404"/>
                  </a:lnTo>
                  <a:lnTo>
                    <a:pt x="364449" y="297559"/>
                  </a:lnTo>
                  <a:lnTo>
                    <a:pt x="364506" y="297788"/>
                  </a:lnTo>
                  <a:lnTo>
                    <a:pt x="364534" y="298264"/>
                  </a:lnTo>
                  <a:lnTo>
                    <a:pt x="364594" y="298497"/>
                  </a:lnTo>
                  <a:lnTo>
                    <a:pt x="364617" y="298741"/>
                  </a:lnTo>
                  <a:lnTo>
                    <a:pt x="364528" y="299096"/>
                  </a:lnTo>
                  <a:lnTo>
                    <a:pt x="364290" y="299547"/>
                  </a:lnTo>
                  <a:lnTo>
                    <a:pt x="365129" y="300066"/>
                  </a:lnTo>
                  <a:lnTo>
                    <a:pt x="365593" y="300368"/>
                  </a:lnTo>
                  <a:lnTo>
                    <a:pt x="365811" y="300381"/>
                  </a:lnTo>
                  <a:lnTo>
                    <a:pt x="366110" y="300485"/>
                  </a:lnTo>
                  <a:lnTo>
                    <a:pt x="366514" y="300767"/>
                  </a:lnTo>
                  <a:lnTo>
                    <a:pt x="366969" y="301010"/>
                  </a:lnTo>
                  <a:lnTo>
                    <a:pt x="367324" y="300872"/>
                  </a:lnTo>
                  <a:lnTo>
                    <a:pt x="367548" y="300745"/>
                  </a:lnTo>
                  <a:lnTo>
                    <a:pt x="367889" y="300480"/>
                  </a:lnTo>
                  <a:lnTo>
                    <a:pt x="368291" y="300337"/>
                  </a:lnTo>
                  <a:lnTo>
                    <a:pt x="368498" y="300440"/>
                  </a:lnTo>
                  <a:lnTo>
                    <a:pt x="368762" y="300486"/>
                  </a:lnTo>
                  <a:lnTo>
                    <a:pt x="369088" y="300503"/>
                  </a:lnTo>
                  <a:lnTo>
                    <a:pt x="369638" y="300372"/>
                  </a:lnTo>
                  <a:lnTo>
                    <a:pt x="369840" y="300497"/>
                  </a:lnTo>
                  <a:lnTo>
                    <a:pt x="369871" y="300694"/>
                  </a:lnTo>
                  <a:lnTo>
                    <a:pt x="369911" y="300917"/>
                  </a:lnTo>
                  <a:lnTo>
                    <a:pt x="370251" y="301148"/>
                  </a:lnTo>
                  <a:lnTo>
                    <a:pt x="370741" y="301530"/>
                  </a:lnTo>
                  <a:lnTo>
                    <a:pt x="370908" y="301489"/>
                  </a:lnTo>
                  <a:lnTo>
                    <a:pt x="372021" y="301148"/>
                  </a:lnTo>
                  <a:lnTo>
                    <a:pt x="372337" y="301263"/>
                  </a:lnTo>
                  <a:lnTo>
                    <a:pt x="372839" y="301408"/>
                  </a:lnTo>
                  <a:lnTo>
                    <a:pt x="373457" y="300985"/>
                  </a:lnTo>
                  <a:lnTo>
                    <a:pt x="373704" y="300881"/>
                  </a:lnTo>
                  <a:lnTo>
                    <a:pt x="373999" y="300723"/>
                  </a:lnTo>
                  <a:lnTo>
                    <a:pt x="374529" y="300317"/>
                  </a:lnTo>
                  <a:lnTo>
                    <a:pt x="375411" y="300128"/>
                  </a:lnTo>
                  <a:lnTo>
                    <a:pt x="375785" y="300019"/>
                  </a:lnTo>
                  <a:lnTo>
                    <a:pt x="376254" y="300024"/>
                  </a:lnTo>
                  <a:lnTo>
                    <a:pt x="376660" y="299949"/>
                  </a:lnTo>
                  <a:lnTo>
                    <a:pt x="377048" y="299859"/>
                  </a:lnTo>
                  <a:lnTo>
                    <a:pt x="377302" y="299846"/>
                  </a:lnTo>
                  <a:lnTo>
                    <a:pt x="377879" y="299468"/>
                  </a:lnTo>
                  <a:lnTo>
                    <a:pt x="378951" y="299213"/>
                  </a:lnTo>
                  <a:lnTo>
                    <a:pt x="379228" y="299292"/>
                  </a:lnTo>
                  <a:lnTo>
                    <a:pt x="379639" y="299123"/>
                  </a:lnTo>
                  <a:lnTo>
                    <a:pt x="380196" y="298692"/>
                  </a:lnTo>
                  <a:lnTo>
                    <a:pt x="380433" y="298493"/>
                  </a:lnTo>
                  <a:lnTo>
                    <a:pt x="380713" y="298277"/>
                  </a:lnTo>
                  <a:lnTo>
                    <a:pt x="380859" y="298164"/>
                  </a:lnTo>
                  <a:lnTo>
                    <a:pt x="381341" y="297819"/>
                  </a:lnTo>
                  <a:lnTo>
                    <a:pt x="381653" y="297701"/>
                  </a:lnTo>
                  <a:lnTo>
                    <a:pt x="381822" y="297520"/>
                  </a:lnTo>
                  <a:lnTo>
                    <a:pt x="381683" y="297505"/>
                  </a:lnTo>
                  <a:lnTo>
                    <a:pt x="381246" y="297182"/>
                  </a:lnTo>
                  <a:lnTo>
                    <a:pt x="381212" y="296664"/>
                  </a:lnTo>
                  <a:lnTo>
                    <a:pt x="380238" y="295450"/>
                  </a:lnTo>
                  <a:lnTo>
                    <a:pt x="380490" y="295101"/>
                  </a:lnTo>
                  <a:lnTo>
                    <a:pt x="380686" y="295146"/>
                  </a:lnTo>
                  <a:lnTo>
                    <a:pt x="381259" y="295196"/>
                  </a:lnTo>
                  <a:lnTo>
                    <a:pt x="381506" y="295093"/>
                  </a:lnTo>
                  <a:lnTo>
                    <a:pt x="381496" y="294919"/>
                  </a:lnTo>
                  <a:lnTo>
                    <a:pt x="381452" y="294470"/>
                  </a:lnTo>
                  <a:lnTo>
                    <a:pt x="381430" y="293852"/>
                  </a:lnTo>
                  <a:lnTo>
                    <a:pt x="381774" y="293400"/>
                  </a:lnTo>
                  <a:lnTo>
                    <a:pt x="382095" y="293122"/>
                  </a:lnTo>
                  <a:lnTo>
                    <a:pt x="382034" y="292797"/>
                  </a:lnTo>
                  <a:lnTo>
                    <a:pt x="381892" y="292493"/>
                  </a:lnTo>
                  <a:lnTo>
                    <a:pt x="381615" y="292341"/>
                  </a:lnTo>
                  <a:lnTo>
                    <a:pt x="381516" y="291809"/>
                  </a:lnTo>
                  <a:lnTo>
                    <a:pt x="380784" y="291653"/>
                  </a:lnTo>
                  <a:lnTo>
                    <a:pt x="380491" y="291585"/>
                  </a:lnTo>
                  <a:lnTo>
                    <a:pt x="380151" y="291259"/>
                  </a:lnTo>
                  <a:lnTo>
                    <a:pt x="380159" y="290803"/>
                  </a:lnTo>
                  <a:lnTo>
                    <a:pt x="381004" y="290258"/>
                  </a:lnTo>
                  <a:lnTo>
                    <a:pt x="381252" y="290128"/>
                  </a:lnTo>
                  <a:lnTo>
                    <a:pt x="381401" y="289986"/>
                  </a:lnTo>
                  <a:lnTo>
                    <a:pt x="381136" y="288944"/>
                  </a:lnTo>
                  <a:lnTo>
                    <a:pt x="380726" y="288360"/>
                  </a:lnTo>
                  <a:lnTo>
                    <a:pt x="380478" y="288364"/>
                  </a:lnTo>
                  <a:lnTo>
                    <a:pt x="380191" y="288336"/>
                  </a:lnTo>
                  <a:lnTo>
                    <a:pt x="380207" y="288027"/>
                  </a:lnTo>
                  <a:lnTo>
                    <a:pt x="380138" y="287648"/>
                  </a:lnTo>
                  <a:lnTo>
                    <a:pt x="379990" y="287345"/>
                  </a:lnTo>
                  <a:lnTo>
                    <a:pt x="379791" y="287178"/>
                  </a:lnTo>
                  <a:lnTo>
                    <a:pt x="379942" y="286845"/>
                  </a:lnTo>
                  <a:lnTo>
                    <a:pt x="379989" y="286496"/>
                  </a:lnTo>
                  <a:lnTo>
                    <a:pt x="379529" y="286010"/>
                  </a:lnTo>
                  <a:lnTo>
                    <a:pt x="379753" y="285847"/>
                  </a:lnTo>
                  <a:lnTo>
                    <a:pt x="380096" y="285701"/>
                  </a:lnTo>
                  <a:lnTo>
                    <a:pt x="380643" y="284809"/>
                  </a:lnTo>
                  <a:lnTo>
                    <a:pt x="380778" y="285088"/>
                  </a:lnTo>
                  <a:lnTo>
                    <a:pt x="381780" y="285840"/>
                  </a:lnTo>
                  <a:lnTo>
                    <a:pt x="382489" y="285633"/>
                  </a:lnTo>
                  <a:lnTo>
                    <a:pt x="382714" y="285868"/>
                  </a:lnTo>
                  <a:lnTo>
                    <a:pt x="383123" y="286084"/>
                  </a:lnTo>
                  <a:lnTo>
                    <a:pt x="383348" y="285903"/>
                  </a:lnTo>
                  <a:lnTo>
                    <a:pt x="383696" y="285646"/>
                  </a:lnTo>
                  <a:lnTo>
                    <a:pt x="384086" y="285664"/>
                  </a:lnTo>
                  <a:lnTo>
                    <a:pt x="385401" y="286090"/>
                  </a:lnTo>
                  <a:lnTo>
                    <a:pt x="386149" y="284685"/>
                  </a:lnTo>
                  <a:lnTo>
                    <a:pt x="386313" y="284302"/>
                  </a:lnTo>
                  <a:lnTo>
                    <a:pt x="386460" y="283912"/>
                  </a:lnTo>
                  <a:lnTo>
                    <a:pt x="386491" y="283477"/>
                  </a:lnTo>
                  <a:lnTo>
                    <a:pt x="386749" y="282730"/>
                  </a:lnTo>
                  <a:lnTo>
                    <a:pt x="387084" y="281909"/>
                  </a:lnTo>
                  <a:lnTo>
                    <a:pt x="387954" y="280923"/>
                  </a:lnTo>
                  <a:lnTo>
                    <a:pt x="388855" y="280862"/>
                  </a:lnTo>
                  <a:lnTo>
                    <a:pt x="389217" y="280786"/>
                  </a:lnTo>
                  <a:lnTo>
                    <a:pt x="389309" y="280375"/>
                  </a:lnTo>
                  <a:lnTo>
                    <a:pt x="390018" y="280126"/>
                  </a:lnTo>
                  <a:lnTo>
                    <a:pt x="390428" y="279964"/>
                  </a:lnTo>
                  <a:lnTo>
                    <a:pt x="390963" y="279510"/>
                  </a:lnTo>
                  <a:lnTo>
                    <a:pt x="391184" y="278941"/>
                  </a:lnTo>
                  <a:lnTo>
                    <a:pt x="391726" y="278679"/>
                  </a:lnTo>
                  <a:lnTo>
                    <a:pt x="392014" y="278567"/>
                  </a:lnTo>
                  <a:lnTo>
                    <a:pt x="392543" y="278343"/>
                  </a:lnTo>
                  <a:lnTo>
                    <a:pt x="393165" y="277700"/>
                  </a:lnTo>
                  <a:lnTo>
                    <a:pt x="393537" y="277495"/>
                  </a:lnTo>
                  <a:lnTo>
                    <a:pt x="394094" y="277404"/>
                  </a:lnTo>
                  <a:lnTo>
                    <a:pt x="394499" y="277300"/>
                  </a:lnTo>
                  <a:lnTo>
                    <a:pt x="394782" y="277242"/>
                  </a:lnTo>
                  <a:lnTo>
                    <a:pt x="395084" y="277660"/>
                  </a:lnTo>
                  <a:lnTo>
                    <a:pt x="395246" y="277924"/>
                  </a:lnTo>
                  <a:lnTo>
                    <a:pt x="395434" y="278229"/>
                  </a:lnTo>
                  <a:lnTo>
                    <a:pt x="396128" y="278920"/>
                  </a:lnTo>
                  <a:lnTo>
                    <a:pt x="396610" y="279061"/>
                  </a:lnTo>
                  <a:lnTo>
                    <a:pt x="397615" y="279948"/>
                  </a:lnTo>
                  <a:lnTo>
                    <a:pt x="397834" y="280176"/>
                  </a:lnTo>
                  <a:lnTo>
                    <a:pt x="397792" y="280540"/>
                  </a:lnTo>
                  <a:lnTo>
                    <a:pt x="398326" y="280948"/>
                  </a:lnTo>
                  <a:lnTo>
                    <a:pt x="398451" y="281128"/>
                  </a:lnTo>
                  <a:lnTo>
                    <a:pt x="398734" y="282410"/>
                  </a:lnTo>
                  <a:lnTo>
                    <a:pt x="398763" y="282845"/>
                  </a:lnTo>
                  <a:lnTo>
                    <a:pt x="399488" y="283873"/>
                  </a:lnTo>
                  <a:lnTo>
                    <a:pt x="399691" y="284233"/>
                  </a:lnTo>
                  <a:lnTo>
                    <a:pt x="399816" y="284457"/>
                  </a:lnTo>
                  <a:lnTo>
                    <a:pt x="399818" y="284858"/>
                  </a:lnTo>
                  <a:lnTo>
                    <a:pt x="399760" y="285014"/>
                  </a:lnTo>
                  <a:lnTo>
                    <a:pt x="399638" y="285417"/>
                  </a:lnTo>
                  <a:lnTo>
                    <a:pt x="399636" y="285550"/>
                  </a:lnTo>
                  <a:lnTo>
                    <a:pt x="399648" y="286009"/>
                  </a:lnTo>
                  <a:lnTo>
                    <a:pt x="399626" y="286284"/>
                  </a:lnTo>
                  <a:lnTo>
                    <a:pt x="399330" y="286440"/>
                  </a:lnTo>
                  <a:lnTo>
                    <a:pt x="398946" y="287242"/>
                  </a:lnTo>
                  <a:lnTo>
                    <a:pt x="399246" y="287527"/>
                  </a:lnTo>
                  <a:lnTo>
                    <a:pt x="399528" y="287771"/>
                  </a:lnTo>
                  <a:lnTo>
                    <a:pt x="399603" y="288019"/>
                  </a:lnTo>
                  <a:lnTo>
                    <a:pt x="399564" y="288359"/>
                  </a:lnTo>
                  <a:lnTo>
                    <a:pt x="399474" y="288503"/>
                  </a:lnTo>
                  <a:lnTo>
                    <a:pt x="399395" y="288645"/>
                  </a:lnTo>
                  <a:lnTo>
                    <a:pt x="399289" y="289082"/>
                  </a:lnTo>
                  <a:lnTo>
                    <a:pt x="399344" y="289394"/>
                  </a:lnTo>
                  <a:lnTo>
                    <a:pt x="399149" y="289681"/>
                  </a:lnTo>
                  <a:lnTo>
                    <a:pt x="399045" y="289887"/>
                  </a:lnTo>
                  <a:lnTo>
                    <a:pt x="398710" y="290578"/>
                  </a:lnTo>
                  <a:lnTo>
                    <a:pt x="398656" y="290781"/>
                  </a:lnTo>
                  <a:lnTo>
                    <a:pt x="398609" y="291018"/>
                  </a:lnTo>
                  <a:lnTo>
                    <a:pt x="398888" y="291198"/>
                  </a:lnTo>
                  <a:lnTo>
                    <a:pt x="399180" y="291245"/>
                  </a:lnTo>
                  <a:lnTo>
                    <a:pt x="399332" y="291378"/>
                  </a:lnTo>
                  <a:lnTo>
                    <a:pt x="399456" y="291582"/>
                  </a:lnTo>
                  <a:lnTo>
                    <a:pt x="399396" y="291948"/>
                  </a:lnTo>
                  <a:lnTo>
                    <a:pt x="399361" y="292092"/>
                  </a:lnTo>
                  <a:lnTo>
                    <a:pt x="399278" y="292326"/>
                  </a:lnTo>
                  <a:lnTo>
                    <a:pt x="399145" y="292566"/>
                  </a:lnTo>
                  <a:lnTo>
                    <a:pt x="399021" y="292706"/>
                  </a:lnTo>
                  <a:lnTo>
                    <a:pt x="398904" y="293055"/>
                  </a:lnTo>
                  <a:lnTo>
                    <a:pt x="398696" y="293585"/>
                  </a:lnTo>
                  <a:lnTo>
                    <a:pt x="398534" y="293740"/>
                  </a:lnTo>
                  <a:lnTo>
                    <a:pt x="398659" y="293964"/>
                  </a:lnTo>
                  <a:lnTo>
                    <a:pt x="398986" y="294056"/>
                  </a:lnTo>
                  <a:lnTo>
                    <a:pt x="399169" y="294327"/>
                  </a:lnTo>
                  <a:lnTo>
                    <a:pt x="399046" y="294517"/>
                  </a:lnTo>
                  <a:lnTo>
                    <a:pt x="399027" y="294861"/>
                  </a:lnTo>
                  <a:lnTo>
                    <a:pt x="399129" y="295160"/>
                  </a:lnTo>
                  <a:lnTo>
                    <a:pt x="399197" y="295321"/>
                  </a:lnTo>
                  <a:lnTo>
                    <a:pt x="399328" y="295833"/>
                  </a:lnTo>
                  <a:lnTo>
                    <a:pt x="399463" y="296233"/>
                  </a:lnTo>
                  <a:lnTo>
                    <a:pt x="399754" y="296537"/>
                  </a:lnTo>
                  <a:lnTo>
                    <a:pt x="400861" y="297856"/>
                  </a:lnTo>
                  <a:lnTo>
                    <a:pt x="400941" y="298071"/>
                  </a:lnTo>
                  <a:lnTo>
                    <a:pt x="401247" y="298242"/>
                  </a:lnTo>
                  <a:lnTo>
                    <a:pt x="401709" y="298441"/>
                  </a:lnTo>
                  <a:lnTo>
                    <a:pt x="402181" y="298855"/>
                  </a:lnTo>
                  <a:lnTo>
                    <a:pt x="402479" y="299459"/>
                  </a:lnTo>
                  <a:lnTo>
                    <a:pt x="402526" y="299704"/>
                  </a:lnTo>
                  <a:lnTo>
                    <a:pt x="402776" y="300112"/>
                  </a:lnTo>
                  <a:lnTo>
                    <a:pt x="403106" y="300549"/>
                  </a:lnTo>
                  <a:lnTo>
                    <a:pt x="403193" y="300701"/>
                  </a:lnTo>
                  <a:lnTo>
                    <a:pt x="403605" y="301522"/>
                  </a:lnTo>
                  <a:lnTo>
                    <a:pt x="404348" y="302317"/>
                  </a:lnTo>
                  <a:lnTo>
                    <a:pt x="404403" y="302644"/>
                  </a:lnTo>
                  <a:lnTo>
                    <a:pt x="404398" y="302949"/>
                  </a:lnTo>
                  <a:lnTo>
                    <a:pt x="404350" y="303145"/>
                  </a:lnTo>
                  <a:lnTo>
                    <a:pt x="404373" y="303327"/>
                  </a:lnTo>
                  <a:lnTo>
                    <a:pt x="404426" y="303734"/>
                  </a:lnTo>
                  <a:lnTo>
                    <a:pt x="404664" y="304205"/>
                  </a:lnTo>
                  <a:lnTo>
                    <a:pt x="404831" y="304760"/>
                  </a:lnTo>
                  <a:lnTo>
                    <a:pt x="404806" y="305084"/>
                  </a:lnTo>
                  <a:lnTo>
                    <a:pt x="405162" y="305781"/>
                  </a:lnTo>
                  <a:lnTo>
                    <a:pt x="405305" y="305919"/>
                  </a:lnTo>
                  <a:lnTo>
                    <a:pt x="405740" y="306631"/>
                  </a:lnTo>
                  <a:lnTo>
                    <a:pt x="406128" y="307081"/>
                  </a:lnTo>
                  <a:lnTo>
                    <a:pt x="406438" y="307371"/>
                  </a:lnTo>
                  <a:lnTo>
                    <a:pt x="406694" y="307550"/>
                  </a:lnTo>
                  <a:lnTo>
                    <a:pt x="407058" y="307632"/>
                  </a:lnTo>
                  <a:lnTo>
                    <a:pt x="407464" y="307731"/>
                  </a:lnTo>
                  <a:lnTo>
                    <a:pt x="407498" y="307956"/>
                  </a:lnTo>
                  <a:lnTo>
                    <a:pt x="407460" y="308451"/>
                  </a:lnTo>
                  <a:lnTo>
                    <a:pt x="406940" y="309106"/>
                  </a:lnTo>
                  <a:lnTo>
                    <a:pt x="407121" y="309587"/>
                  </a:lnTo>
                  <a:lnTo>
                    <a:pt x="407352" y="309941"/>
                  </a:lnTo>
                  <a:lnTo>
                    <a:pt x="407172" y="310193"/>
                  </a:lnTo>
                  <a:lnTo>
                    <a:pt x="407353" y="310722"/>
                  </a:lnTo>
                  <a:lnTo>
                    <a:pt x="408091" y="310757"/>
                  </a:lnTo>
                  <a:lnTo>
                    <a:pt x="408466" y="310785"/>
                  </a:lnTo>
                  <a:lnTo>
                    <a:pt x="408599" y="310652"/>
                  </a:lnTo>
                  <a:lnTo>
                    <a:pt x="409033" y="310575"/>
                  </a:lnTo>
                  <a:lnTo>
                    <a:pt x="409411" y="310659"/>
                  </a:lnTo>
                  <a:lnTo>
                    <a:pt x="410013" y="310352"/>
                  </a:lnTo>
                  <a:lnTo>
                    <a:pt x="410905" y="310488"/>
                  </a:lnTo>
                  <a:lnTo>
                    <a:pt x="411045" y="310489"/>
                  </a:lnTo>
                  <a:lnTo>
                    <a:pt x="411320" y="310525"/>
                  </a:lnTo>
                  <a:lnTo>
                    <a:pt x="411506" y="310628"/>
                  </a:lnTo>
                  <a:lnTo>
                    <a:pt x="411934" y="311137"/>
                  </a:lnTo>
                  <a:lnTo>
                    <a:pt x="412022" y="311275"/>
                  </a:lnTo>
                  <a:lnTo>
                    <a:pt x="412099" y="311461"/>
                  </a:lnTo>
                  <a:lnTo>
                    <a:pt x="412525" y="311897"/>
                  </a:lnTo>
                  <a:lnTo>
                    <a:pt x="412948" y="312177"/>
                  </a:lnTo>
                  <a:lnTo>
                    <a:pt x="413061" y="312312"/>
                  </a:lnTo>
                  <a:lnTo>
                    <a:pt x="413139" y="312529"/>
                  </a:lnTo>
                  <a:lnTo>
                    <a:pt x="412823" y="312808"/>
                  </a:lnTo>
                  <a:lnTo>
                    <a:pt x="412592" y="312968"/>
                  </a:lnTo>
                  <a:lnTo>
                    <a:pt x="412323" y="313174"/>
                  </a:lnTo>
                  <a:lnTo>
                    <a:pt x="412176" y="313326"/>
                  </a:lnTo>
                  <a:lnTo>
                    <a:pt x="411468" y="313993"/>
                  </a:lnTo>
                  <a:lnTo>
                    <a:pt x="411214" y="314422"/>
                  </a:lnTo>
                  <a:lnTo>
                    <a:pt x="411253" y="314768"/>
                  </a:lnTo>
                  <a:lnTo>
                    <a:pt x="411514" y="315014"/>
                  </a:lnTo>
                  <a:lnTo>
                    <a:pt x="411836" y="315093"/>
                  </a:lnTo>
                  <a:lnTo>
                    <a:pt x="412208" y="315376"/>
                  </a:lnTo>
                  <a:lnTo>
                    <a:pt x="412283" y="315850"/>
                  </a:lnTo>
                  <a:lnTo>
                    <a:pt x="412330" y="316040"/>
                  </a:lnTo>
                  <a:lnTo>
                    <a:pt x="412623" y="316564"/>
                  </a:lnTo>
                  <a:lnTo>
                    <a:pt x="412779" y="316907"/>
                  </a:lnTo>
                  <a:lnTo>
                    <a:pt x="412835" y="317080"/>
                  </a:lnTo>
                  <a:lnTo>
                    <a:pt x="412935" y="318001"/>
                  </a:lnTo>
                  <a:lnTo>
                    <a:pt x="412743" y="317962"/>
                  </a:lnTo>
                  <a:lnTo>
                    <a:pt x="412457" y="317986"/>
                  </a:lnTo>
                  <a:lnTo>
                    <a:pt x="411954" y="318232"/>
                  </a:lnTo>
                  <a:lnTo>
                    <a:pt x="411639" y="318542"/>
                  </a:lnTo>
                  <a:lnTo>
                    <a:pt x="411570" y="318832"/>
                  </a:lnTo>
                  <a:lnTo>
                    <a:pt x="412023" y="318921"/>
                  </a:lnTo>
                  <a:lnTo>
                    <a:pt x="412352" y="319276"/>
                  </a:lnTo>
                  <a:lnTo>
                    <a:pt x="413034" y="319451"/>
                  </a:lnTo>
                  <a:lnTo>
                    <a:pt x="413215" y="319371"/>
                  </a:lnTo>
                  <a:lnTo>
                    <a:pt x="413702" y="319477"/>
                  </a:lnTo>
                  <a:lnTo>
                    <a:pt x="413814" y="320011"/>
                  </a:lnTo>
                  <a:lnTo>
                    <a:pt x="414228" y="320485"/>
                  </a:lnTo>
                  <a:lnTo>
                    <a:pt x="414352" y="320958"/>
                  </a:lnTo>
                  <a:lnTo>
                    <a:pt x="414405" y="321445"/>
                  </a:lnTo>
                  <a:lnTo>
                    <a:pt x="414509" y="321824"/>
                  </a:lnTo>
                  <a:lnTo>
                    <a:pt x="414892" y="322206"/>
                  </a:lnTo>
                  <a:lnTo>
                    <a:pt x="415016" y="322379"/>
                  </a:lnTo>
                  <a:lnTo>
                    <a:pt x="415231" y="322701"/>
                  </a:lnTo>
                  <a:lnTo>
                    <a:pt x="415469" y="323212"/>
                  </a:lnTo>
                  <a:lnTo>
                    <a:pt x="415653" y="324318"/>
                  </a:lnTo>
                  <a:lnTo>
                    <a:pt x="415999" y="324420"/>
                  </a:lnTo>
                  <a:lnTo>
                    <a:pt x="416094" y="324599"/>
                  </a:lnTo>
                  <a:lnTo>
                    <a:pt x="416298" y="325565"/>
                  </a:lnTo>
                  <a:lnTo>
                    <a:pt x="416367" y="325950"/>
                  </a:lnTo>
                  <a:lnTo>
                    <a:pt x="416628" y="326775"/>
                  </a:lnTo>
                  <a:lnTo>
                    <a:pt x="416674" y="327096"/>
                  </a:lnTo>
                  <a:lnTo>
                    <a:pt x="417155" y="327555"/>
                  </a:lnTo>
                  <a:lnTo>
                    <a:pt x="417399" y="328132"/>
                  </a:lnTo>
                  <a:lnTo>
                    <a:pt x="417433" y="328333"/>
                  </a:lnTo>
                  <a:lnTo>
                    <a:pt x="418242" y="328725"/>
                  </a:lnTo>
                  <a:lnTo>
                    <a:pt x="418618" y="329411"/>
                  </a:lnTo>
                  <a:lnTo>
                    <a:pt x="418903" y="329554"/>
                  </a:lnTo>
                  <a:lnTo>
                    <a:pt x="419558" y="329568"/>
                  </a:lnTo>
                  <a:lnTo>
                    <a:pt x="420458" y="329384"/>
                  </a:lnTo>
                  <a:lnTo>
                    <a:pt x="420603" y="329278"/>
                  </a:lnTo>
                  <a:lnTo>
                    <a:pt x="420761" y="329143"/>
                  </a:lnTo>
                  <a:lnTo>
                    <a:pt x="421006" y="328876"/>
                  </a:lnTo>
                  <a:lnTo>
                    <a:pt x="421465" y="328758"/>
                  </a:lnTo>
                  <a:lnTo>
                    <a:pt x="422089" y="328867"/>
                  </a:lnTo>
                  <a:lnTo>
                    <a:pt x="422460" y="329457"/>
                  </a:lnTo>
                  <a:lnTo>
                    <a:pt x="422750" y="329680"/>
                  </a:lnTo>
                  <a:lnTo>
                    <a:pt x="423138" y="329760"/>
                  </a:lnTo>
                  <a:lnTo>
                    <a:pt x="423355" y="329775"/>
                  </a:lnTo>
                  <a:lnTo>
                    <a:pt x="424129" y="330023"/>
                  </a:lnTo>
                  <a:lnTo>
                    <a:pt x="424490" y="330160"/>
                  </a:lnTo>
                  <a:lnTo>
                    <a:pt x="425228" y="330460"/>
                  </a:lnTo>
                  <a:lnTo>
                    <a:pt x="425487" y="330232"/>
                  </a:lnTo>
                  <a:lnTo>
                    <a:pt x="425801" y="329964"/>
                  </a:lnTo>
                  <a:lnTo>
                    <a:pt x="426517" y="329519"/>
                  </a:lnTo>
                  <a:lnTo>
                    <a:pt x="427283" y="329350"/>
                  </a:lnTo>
                  <a:lnTo>
                    <a:pt x="428635" y="329172"/>
                  </a:lnTo>
                  <a:lnTo>
                    <a:pt x="429102" y="328757"/>
                  </a:lnTo>
                  <a:lnTo>
                    <a:pt x="429804" y="328700"/>
                  </a:lnTo>
                  <a:lnTo>
                    <a:pt x="430232" y="328790"/>
                  </a:lnTo>
                  <a:lnTo>
                    <a:pt x="430620" y="328609"/>
                  </a:lnTo>
                  <a:lnTo>
                    <a:pt x="431306" y="328022"/>
                  </a:lnTo>
                  <a:lnTo>
                    <a:pt x="431576" y="327969"/>
                  </a:lnTo>
                  <a:lnTo>
                    <a:pt x="432371" y="327990"/>
                  </a:lnTo>
                  <a:lnTo>
                    <a:pt x="432514" y="328431"/>
                  </a:lnTo>
                  <a:lnTo>
                    <a:pt x="432843" y="328298"/>
                  </a:lnTo>
                  <a:lnTo>
                    <a:pt x="433138" y="328119"/>
                  </a:lnTo>
                  <a:lnTo>
                    <a:pt x="433296" y="327962"/>
                  </a:lnTo>
                  <a:lnTo>
                    <a:pt x="435364" y="326627"/>
                  </a:lnTo>
                  <a:lnTo>
                    <a:pt x="435365" y="326417"/>
                  </a:lnTo>
                  <a:lnTo>
                    <a:pt x="435478" y="325819"/>
                  </a:lnTo>
                  <a:lnTo>
                    <a:pt x="435455" y="325554"/>
                  </a:lnTo>
                  <a:lnTo>
                    <a:pt x="435425" y="325185"/>
                  </a:lnTo>
                  <a:lnTo>
                    <a:pt x="435437" y="324971"/>
                  </a:lnTo>
                  <a:lnTo>
                    <a:pt x="435448" y="324707"/>
                  </a:lnTo>
                  <a:lnTo>
                    <a:pt x="435445" y="324496"/>
                  </a:lnTo>
                  <a:lnTo>
                    <a:pt x="435051" y="323770"/>
                  </a:lnTo>
                  <a:lnTo>
                    <a:pt x="434774" y="323580"/>
                  </a:lnTo>
                  <a:lnTo>
                    <a:pt x="434719" y="322458"/>
                  </a:lnTo>
                  <a:lnTo>
                    <a:pt x="434775" y="322288"/>
                  </a:lnTo>
                  <a:lnTo>
                    <a:pt x="434813" y="321988"/>
                  </a:lnTo>
                  <a:lnTo>
                    <a:pt x="434716" y="321479"/>
                  </a:lnTo>
                  <a:lnTo>
                    <a:pt x="434953" y="321020"/>
                  </a:lnTo>
                  <a:lnTo>
                    <a:pt x="435165" y="320891"/>
                  </a:lnTo>
                  <a:lnTo>
                    <a:pt x="435450" y="320509"/>
                  </a:lnTo>
                  <a:lnTo>
                    <a:pt x="434969" y="319996"/>
                  </a:lnTo>
                  <a:lnTo>
                    <a:pt x="434714" y="319652"/>
                  </a:lnTo>
                  <a:lnTo>
                    <a:pt x="434712" y="319433"/>
                  </a:lnTo>
                  <a:lnTo>
                    <a:pt x="434821" y="319137"/>
                  </a:lnTo>
                  <a:lnTo>
                    <a:pt x="434864" y="318999"/>
                  </a:lnTo>
                  <a:lnTo>
                    <a:pt x="434813" y="318213"/>
                  </a:lnTo>
                  <a:lnTo>
                    <a:pt x="434801" y="318003"/>
                  </a:lnTo>
                  <a:lnTo>
                    <a:pt x="434668" y="317613"/>
                  </a:lnTo>
                  <a:lnTo>
                    <a:pt x="434570" y="317372"/>
                  </a:lnTo>
                  <a:lnTo>
                    <a:pt x="434501" y="316452"/>
                  </a:lnTo>
                  <a:lnTo>
                    <a:pt x="435148" y="315736"/>
                  </a:lnTo>
                  <a:lnTo>
                    <a:pt x="436035" y="314944"/>
                  </a:lnTo>
                  <a:lnTo>
                    <a:pt x="437165" y="314867"/>
                  </a:lnTo>
                  <a:lnTo>
                    <a:pt x="437660" y="314930"/>
                  </a:lnTo>
                  <a:lnTo>
                    <a:pt x="437907" y="315412"/>
                  </a:lnTo>
                  <a:lnTo>
                    <a:pt x="438033" y="315665"/>
                  </a:lnTo>
                  <a:lnTo>
                    <a:pt x="438217" y="315812"/>
                  </a:lnTo>
                  <a:lnTo>
                    <a:pt x="438766" y="315836"/>
                  </a:lnTo>
                  <a:lnTo>
                    <a:pt x="439179" y="315554"/>
                  </a:lnTo>
                  <a:lnTo>
                    <a:pt x="439136" y="315236"/>
                  </a:lnTo>
                  <a:lnTo>
                    <a:pt x="439134" y="314988"/>
                  </a:lnTo>
                  <a:lnTo>
                    <a:pt x="439460" y="315063"/>
                  </a:lnTo>
                  <a:lnTo>
                    <a:pt x="439718" y="315138"/>
                  </a:lnTo>
                  <a:lnTo>
                    <a:pt x="440380" y="315449"/>
                  </a:lnTo>
                  <a:lnTo>
                    <a:pt x="440662" y="315642"/>
                  </a:lnTo>
                  <a:lnTo>
                    <a:pt x="440951" y="315731"/>
                  </a:lnTo>
                  <a:lnTo>
                    <a:pt x="441371" y="315719"/>
                  </a:lnTo>
                  <a:lnTo>
                    <a:pt x="442019" y="315557"/>
                  </a:lnTo>
                  <a:lnTo>
                    <a:pt x="442852" y="314926"/>
                  </a:lnTo>
                  <a:lnTo>
                    <a:pt x="443178" y="314662"/>
                  </a:lnTo>
                  <a:lnTo>
                    <a:pt x="443464" y="314663"/>
                  </a:lnTo>
                  <a:lnTo>
                    <a:pt x="443712" y="314599"/>
                  </a:lnTo>
                  <a:lnTo>
                    <a:pt x="443745" y="314232"/>
                  </a:lnTo>
                  <a:lnTo>
                    <a:pt x="443999" y="313352"/>
                  </a:lnTo>
                  <a:lnTo>
                    <a:pt x="445250" y="313233"/>
                  </a:lnTo>
                  <a:lnTo>
                    <a:pt x="445832" y="312820"/>
                  </a:lnTo>
                  <a:lnTo>
                    <a:pt x="446086" y="312544"/>
                  </a:lnTo>
                  <a:lnTo>
                    <a:pt x="447022" y="311672"/>
                  </a:lnTo>
                  <a:lnTo>
                    <a:pt x="447462" y="311672"/>
                  </a:lnTo>
                  <a:lnTo>
                    <a:pt x="448422" y="311504"/>
                  </a:lnTo>
                  <a:lnTo>
                    <a:pt x="448740" y="311704"/>
                  </a:lnTo>
                  <a:lnTo>
                    <a:pt x="449814" y="311735"/>
                  </a:lnTo>
                  <a:lnTo>
                    <a:pt x="450045" y="311675"/>
                  </a:lnTo>
                  <a:lnTo>
                    <a:pt x="450593" y="311661"/>
                  </a:lnTo>
                  <a:lnTo>
                    <a:pt x="450722" y="311714"/>
                  </a:lnTo>
                  <a:lnTo>
                    <a:pt x="451098" y="311808"/>
                  </a:lnTo>
                  <a:lnTo>
                    <a:pt x="451341" y="311817"/>
                  </a:lnTo>
                  <a:lnTo>
                    <a:pt x="452435" y="311665"/>
                  </a:lnTo>
                  <a:lnTo>
                    <a:pt x="452976" y="311313"/>
                  </a:lnTo>
                  <a:lnTo>
                    <a:pt x="453321" y="311216"/>
                  </a:lnTo>
                  <a:lnTo>
                    <a:pt x="453837" y="311372"/>
                  </a:lnTo>
                  <a:lnTo>
                    <a:pt x="454722" y="311442"/>
                  </a:lnTo>
                  <a:lnTo>
                    <a:pt x="455978" y="311597"/>
                  </a:lnTo>
                  <a:lnTo>
                    <a:pt x="456217" y="311514"/>
                  </a:lnTo>
                  <a:lnTo>
                    <a:pt x="456453" y="311478"/>
                  </a:lnTo>
                  <a:lnTo>
                    <a:pt x="456886" y="311468"/>
                  </a:lnTo>
                  <a:lnTo>
                    <a:pt x="457468" y="311207"/>
                  </a:lnTo>
                  <a:lnTo>
                    <a:pt x="457751" y="311211"/>
                  </a:lnTo>
                  <a:lnTo>
                    <a:pt x="458107" y="311260"/>
                  </a:lnTo>
                  <a:lnTo>
                    <a:pt x="458240" y="311299"/>
                  </a:lnTo>
                  <a:lnTo>
                    <a:pt x="458452" y="311384"/>
                  </a:lnTo>
                  <a:lnTo>
                    <a:pt x="458841" y="311445"/>
                  </a:lnTo>
                  <a:lnTo>
                    <a:pt x="459290" y="311374"/>
                  </a:lnTo>
                  <a:lnTo>
                    <a:pt x="459414" y="310964"/>
                  </a:lnTo>
                  <a:lnTo>
                    <a:pt x="459516" y="310480"/>
                  </a:lnTo>
                  <a:lnTo>
                    <a:pt x="459910" y="310456"/>
                  </a:lnTo>
                  <a:lnTo>
                    <a:pt x="460344" y="310549"/>
                  </a:lnTo>
                  <a:lnTo>
                    <a:pt x="460731" y="310675"/>
                  </a:lnTo>
                  <a:lnTo>
                    <a:pt x="461222" y="310601"/>
                  </a:lnTo>
                  <a:lnTo>
                    <a:pt x="461412" y="310511"/>
                  </a:lnTo>
                  <a:lnTo>
                    <a:pt x="461670" y="310170"/>
                  </a:lnTo>
                  <a:lnTo>
                    <a:pt x="461705" y="309729"/>
                  </a:lnTo>
                  <a:lnTo>
                    <a:pt x="461399" y="309097"/>
                  </a:lnTo>
                  <a:lnTo>
                    <a:pt x="461855" y="308487"/>
                  </a:lnTo>
                  <a:lnTo>
                    <a:pt x="462051" y="308084"/>
                  </a:lnTo>
                  <a:lnTo>
                    <a:pt x="461641" y="307649"/>
                  </a:lnTo>
                  <a:lnTo>
                    <a:pt x="461547" y="307518"/>
                  </a:lnTo>
                  <a:lnTo>
                    <a:pt x="461437" y="307298"/>
                  </a:lnTo>
                  <a:lnTo>
                    <a:pt x="461619" y="306793"/>
                  </a:lnTo>
                  <a:lnTo>
                    <a:pt x="462110" y="306717"/>
                  </a:lnTo>
                  <a:lnTo>
                    <a:pt x="462481" y="306768"/>
                  </a:lnTo>
                  <a:lnTo>
                    <a:pt x="462853" y="306619"/>
                  </a:lnTo>
                  <a:lnTo>
                    <a:pt x="463185" y="306260"/>
                  </a:lnTo>
                  <a:lnTo>
                    <a:pt x="463408" y="305926"/>
                  </a:lnTo>
                  <a:lnTo>
                    <a:pt x="463848" y="305628"/>
                  </a:lnTo>
                  <a:lnTo>
                    <a:pt x="464131" y="305312"/>
                  </a:lnTo>
                  <a:lnTo>
                    <a:pt x="464226" y="305152"/>
                  </a:lnTo>
                  <a:lnTo>
                    <a:pt x="464832" y="305026"/>
                  </a:lnTo>
                  <a:lnTo>
                    <a:pt x="464974" y="304702"/>
                  </a:lnTo>
                  <a:lnTo>
                    <a:pt x="465289" y="304431"/>
                  </a:lnTo>
                  <a:lnTo>
                    <a:pt x="465656" y="304283"/>
                  </a:lnTo>
                  <a:lnTo>
                    <a:pt x="465644" y="304631"/>
                  </a:lnTo>
                  <a:lnTo>
                    <a:pt x="465671" y="304776"/>
                  </a:lnTo>
                  <a:lnTo>
                    <a:pt x="465911" y="304835"/>
                  </a:lnTo>
                  <a:lnTo>
                    <a:pt x="466267" y="304637"/>
                  </a:lnTo>
                  <a:lnTo>
                    <a:pt x="466529" y="304367"/>
                  </a:lnTo>
                  <a:lnTo>
                    <a:pt x="466710" y="304231"/>
                  </a:lnTo>
                  <a:lnTo>
                    <a:pt x="467191" y="303988"/>
                  </a:lnTo>
                  <a:lnTo>
                    <a:pt x="467475" y="303571"/>
                  </a:lnTo>
                  <a:lnTo>
                    <a:pt x="467896" y="303819"/>
                  </a:lnTo>
                  <a:lnTo>
                    <a:pt x="468260" y="304016"/>
                  </a:lnTo>
                  <a:lnTo>
                    <a:pt x="468443" y="303748"/>
                  </a:lnTo>
                  <a:lnTo>
                    <a:pt x="468552" y="303593"/>
                  </a:lnTo>
                  <a:lnTo>
                    <a:pt x="468977" y="303379"/>
                  </a:lnTo>
                  <a:lnTo>
                    <a:pt x="469748" y="303570"/>
                  </a:lnTo>
                  <a:lnTo>
                    <a:pt x="469971" y="303814"/>
                  </a:lnTo>
                  <a:lnTo>
                    <a:pt x="470218" y="303832"/>
                  </a:lnTo>
                  <a:lnTo>
                    <a:pt x="470500" y="303865"/>
                  </a:lnTo>
                  <a:lnTo>
                    <a:pt x="470892" y="304131"/>
                  </a:lnTo>
                  <a:lnTo>
                    <a:pt x="471333" y="304815"/>
                  </a:lnTo>
                  <a:lnTo>
                    <a:pt x="471813" y="304973"/>
                  </a:lnTo>
                  <a:lnTo>
                    <a:pt x="471868" y="305452"/>
                  </a:lnTo>
                  <a:lnTo>
                    <a:pt x="471611" y="305637"/>
                  </a:lnTo>
                  <a:lnTo>
                    <a:pt x="471275" y="305841"/>
                  </a:lnTo>
                  <a:lnTo>
                    <a:pt x="471764" y="306189"/>
                  </a:lnTo>
                  <a:lnTo>
                    <a:pt x="472077" y="306520"/>
                  </a:lnTo>
                  <a:lnTo>
                    <a:pt x="472284" y="306798"/>
                  </a:lnTo>
                  <a:lnTo>
                    <a:pt x="472646" y="306972"/>
                  </a:lnTo>
                  <a:lnTo>
                    <a:pt x="472518" y="307193"/>
                  </a:lnTo>
                  <a:lnTo>
                    <a:pt x="472759" y="307546"/>
                  </a:lnTo>
                  <a:lnTo>
                    <a:pt x="472867" y="307682"/>
                  </a:lnTo>
                  <a:lnTo>
                    <a:pt x="472836" y="308095"/>
                  </a:lnTo>
                  <a:lnTo>
                    <a:pt x="472838" y="308533"/>
                  </a:lnTo>
                  <a:lnTo>
                    <a:pt x="472874" y="308699"/>
                  </a:lnTo>
                  <a:lnTo>
                    <a:pt x="472906" y="308850"/>
                  </a:lnTo>
                  <a:lnTo>
                    <a:pt x="472926" y="309334"/>
                  </a:lnTo>
                  <a:lnTo>
                    <a:pt x="472531" y="309752"/>
                  </a:lnTo>
                  <a:lnTo>
                    <a:pt x="472470" y="309921"/>
                  </a:lnTo>
                  <a:lnTo>
                    <a:pt x="472284" y="310475"/>
                  </a:lnTo>
                  <a:lnTo>
                    <a:pt x="472247" y="310647"/>
                  </a:lnTo>
                  <a:lnTo>
                    <a:pt x="472348" y="311234"/>
                  </a:lnTo>
                  <a:lnTo>
                    <a:pt x="472427" y="311618"/>
                  </a:lnTo>
                  <a:lnTo>
                    <a:pt x="472676" y="312117"/>
                  </a:lnTo>
                  <a:lnTo>
                    <a:pt x="472803" y="312320"/>
                  </a:lnTo>
                  <a:lnTo>
                    <a:pt x="473058" y="312692"/>
                  </a:lnTo>
                  <a:lnTo>
                    <a:pt x="473493" y="312710"/>
                  </a:lnTo>
                  <a:lnTo>
                    <a:pt x="473922" y="312811"/>
                  </a:lnTo>
                  <a:lnTo>
                    <a:pt x="474126" y="313196"/>
                  </a:lnTo>
                  <a:lnTo>
                    <a:pt x="474241" y="313379"/>
                  </a:lnTo>
                  <a:lnTo>
                    <a:pt x="474477" y="313568"/>
                  </a:lnTo>
                  <a:lnTo>
                    <a:pt x="474958" y="313773"/>
                  </a:lnTo>
                  <a:lnTo>
                    <a:pt x="475561" y="313632"/>
                  </a:lnTo>
                  <a:lnTo>
                    <a:pt x="475784" y="313424"/>
                  </a:lnTo>
                  <a:lnTo>
                    <a:pt x="476315" y="313366"/>
                  </a:lnTo>
                  <a:lnTo>
                    <a:pt x="476547" y="313269"/>
                  </a:lnTo>
                  <a:lnTo>
                    <a:pt x="477027" y="312805"/>
                  </a:lnTo>
                  <a:lnTo>
                    <a:pt x="477019" y="312455"/>
                  </a:lnTo>
                  <a:lnTo>
                    <a:pt x="477064" y="312072"/>
                  </a:lnTo>
                  <a:lnTo>
                    <a:pt x="477331" y="311660"/>
                  </a:lnTo>
                  <a:lnTo>
                    <a:pt x="477795" y="311518"/>
                  </a:lnTo>
                  <a:lnTo>
                    <a:pt x="478643" y="311357"/>
                  </a:lnTo>
                  <a:lnTo>
                    <a:pt x="479066" y="310747"/>
                  </a:lnTo>
                  <a:lnTo>
                    <a:pt x="479044" y="310273"/>
                  </a:lnTo>
                  <a:lnTo>
                    <a:pt x="479015" y="309934"/>
                  </a:lnTo>
                  <a:lnTo>
                    <a:pt x="479232" y="309323"/>
                  </a:lnTo>
                  <a:lnTo>
                    <a:pt x="479509" y="309243"/>
                  </a:lnTo>
                  <a:lnTo>
                    <a:pt x="479701" y="309047"/>
                  </a:lnTo>
                  <a:lnTo>
                    <a:pt x="479813" y="308912"/>
                  </a:lnTo>
                  <a:lnTo>
                    <a:pt x="479931" y="308777"/>
                  </a:lnTo>
                  <a:lnTo>
                    <a:pt x="480598" y="308571"/>
                  </a:lnTo>
                  <a:lnTo>
                    <a:pt x="480830" y="308048"/>
                  </a:lnTo>
                  <a:lnTo>
                    <a:pt x="481042" y="307997"/>
                  </a:lnTo>
                  <a:lnTo>
                    <a:pt x="481227" y="307965"/>
                  </a:lnTo>
                  <a:lnTo>
                    <a:pt x="481499" y="307735"/>
                  </a:lnTo>
                  <a:lnTo>
                    <a:pt x="481897" y="307803"/>
                  </a:lnTo>
                  <a:lnTo>
                    <a:pt x="482349" y="307724"/>
                  </a:lnTo>
                  <a:lnTo>
                    <a:pt x="482670" y="307644"/>
                  </a:lnTo>
                  <a:lnTo>
                    <a:pt x="483108" y="308091"/>
                  </a:lnTo>
                  <a:lnTo>
                    <a:pt x="483374" y="308004"/>
                  </a:lnTo>
                  <a:lnTo>
                    <a:pt x="483927" y="307698"/>
                  </a:lnTo>
                  <a:lnTo>
                    <a:pt x="484176" y="307157"/>
                  </a:lnTo>
                  <a:lnTo>
                    <a:pt x="484584" y="306829"/>
                  </a:lnTo>
                  <a:lnTo>
                    <a:pt x="484838" y="306590"/>
                  </a:lnTo>
                  <a:lnTo>
                    <a:pt x="484707" y="306044"/>
                  </a:lnTo>
                  <a:lnTo>
                    <a:pt x="484938" y="305753"/>
                  </a:lnTo>
                  <a:lnTo>
                    <a:pt x="485114" y="305630"/>
                  </a:lnTo>
                  <a:lnTo>
                    <a:pt x="486043" y="304836"/>
                  </a:lnTo>
                  <a:lnTo>
                    <a:pt x="486305" y="304760"/>
                  </a:lnTo>
                  <a:lnTo>
                    <a:pt x="486475" y="304015"/>
                  </a:lnTo>
                  <a:lnTo>
                    <a:pt x="486703" y="303293"/>
                  </a:lnTo>
                  <a:lnTo>
                    <a:pt x="486753" y="303127"/>
                  </a:lnTo>
                  <a:lnTo>
                    <a:pt x="487317" y="302746"/>
                  </a:lnTo>
                  <a:lnTo>
                    <a:pt x="487775" y="302543"/>
                  </a:lnTo>
                  <a:lnTo>
                    <a:pt x="488651" y="302327"/>
                  </a:lnTo>
                  <a:lnTo>
                    <a:pt x="488838" y="302435"/>
                  </a:lnTo>
                  <a:lnTo>
                    <a:pt x="488873" y="303301"/>
                  </a:lnTo>
                  <a:lnTo>
                    <a:pt x="488750" y="303600"/>
                  </a:lnTo>
                  <a:lnTo>
                    <a:pt x="489190" y="304150"/>
                  </a:lnTo>
                  <a:lnTo>
                    <a:pt x="489118" y="304462"/>
                  </a:lnTo>
                  <a:lnTo>
                    <a:pt x="488923" y="304883"/>
                  </a:lnTo>
                  <a:lnTo>
                    <a:pt x="488990" y="305390"/>
                  </a:lnTo>
                  <a:lnTo>
                    <a:pt x="488304" y="306454"/>
                  </a:lnTo>
                  <a:lnTo>
                    <a:pt x="488221" y="306709"/>
                  </a:lnTo>
                  <a:lnTo>
                    <a:pt x="487793" y="306843"/>
                  </a:lnTo>
                  <a:lnTo>
                    <a:pt x="487724" y="307104"/>
                  </a:lnTo>
                  <a:lnTo>
                    <a:pt x="487817" y="307235"/>
                  </a:lnTo>
                  <a:lnTo>
                    <a:pt x="487910" y="307396"/>
                  </a:lnTo>
                  <a:lnTo>
                    <a:pt x="487830" y="307547"/>
                  </a:lnTo>
                  <a:lnTo>
                    <a:pt x="488050" y="307817"/>
                  </a:lnTo>
                  <a:lnTo>
                    <a:pt x="488632" y="308078"/>
                  </a:lnTo>
                  <a:lnTo>
                    <a:pt x="488957" y="308588"/>
                  </a:lnTo>
                  <a:lnTo>
                    <a:pt x="489312" y="309508"/>
                  </a:lnTo>
                  <a:lnTo>
                    <a:pt x="489860" y="309740"/>
                  </a:lnTo>
                  <a:lnTo>
                    <a:pt x="489909" y="309980"/>
                  </a:lnTo>
                  <a:lnTo>
                    <a:pt x="489503" y="310202"/>
                  </a:lnTo>
                  <a:lnTo>
                    <a:pt x="489129" y="310890"/>
                  </a:lnTo>
                  <a:lnTo>
                    <a:pt x="489385" y="311408"/>
                  </a:lnTo>
                  <a:lnTo>
                    <a:pt x="489406" y="311785"/>
                  </a:lnTo>
                  <a:lnTo>
                    <a:pt x="489777" y="312158"/>
                  </a:lnTo>
                  <a:lnTo>
                    <a:pt x="490023" y="312760"/>
                  </a:lnTo>
                  <a:lnTo>
                    <a:pt x="489753" y="312780"/>
                  </a:lnTo>
                  <a:lnTo>
                    <a:pt x="489429" y="312917"/>
                  </a:lnTo>
                  <a:lnTo>
                    <a:pt x="489167" y="313055"/>
                  </a:lnTo>
                  <a:lnTo>
                    <a:pt x="488989" y="313406"/>
                  </a:lnTo>
                  <a:lnTo>
                    <a:pt x="489132" y="313703"/>
                  </a:lnTo>
                  <a:lnTo>
                    <a:pt x="489238" y="313888"/>
                  </a:lnTo>
                  <a:lnTo>
                    <a:pt x="489435" y="314005"/>
                  </a:lnTo>
                  <a:lnTo>
                    <a:pt x="489767" y="314279"/>
                  </a:lnTo>
                  <a:lnTo>
                    <a:pt x="489711" y="314615"/>
                  </a:lnTo>
                  <a:lnTo>
                    <a:pt x="489829" y="315105"/>
                  </a:lnTo>
                  <a:lnTo>
                    <a:pt x="489862" y="315588"/>
                  </a:lnTo>
                  <a:lnTo>
                    <a:pt x="489870" y="316092"/>
                  </a:lnTo>
                  <a:lnTo>
                    <a:pt x="489776" y="316648"/>
                  </a:lnTo>
                  <a:lnTo>
                    <a:pt x="490101" y="317046"/>
                  </a:lnTo>
                  <a:lnTo>
                    <a:pt x="490397" y="317463"/>
                  </a:lnTo>
                  <a:lnTo>
                    <a:pt x="490779" y="317721"/>
                  </a:lnTo>
                  <a:lnTo>
                    <a:pt x="491056" y="317883"/>
                  </a:lnTo>
                  <a:lnTo>
                    <a:pt x="491482" y="318161"/>
                  </a:lnTo>
                  <a:lnTo>
                    <a:pt x="491775" y="318965"/>
                  </a:lnTo>
                  <a:lnTo>
                    <a:pt x="491484" y="319073"/>
                  </a:lnTo>
                  <a:lnTo>
                    <a:pt x="491384" y="319278"/>
                  </a:lnTo>
                  <a:lnTo>
                    <a:pt x="491161" y="320070"/>
                  </a:lnTo>
                  <a:lnTo>
                    <a:pt x="490560" y="320669"/>
                  </a:lnTo>
                  <a:lnTo>
                    <a:pt x="490457" y="320963"/>
                  </a:lnTo>
                  <a:lnTo>
                    <a:pt x="490650" y="321616"/>
                  </a:lnTo>
                  <a:lnTo>
                    <a:pt x="490644" y="322138"/>
                  </a:lnTo>
                  <a:lnTo>
                    <a:pt x="490760" y="322451"/>
                  </a:lnTo>
                  <a:lnTo>
                    <a:pt x="490975" y="322562"/>
                  </a:lnTo>
                  <a:lnTo>
                    <a:pt x="491242" y="322735"/>
                  </a:lnTo>
                  <a:lnTo>
                    <a:pt x="491154" y="322916"/>
                  </a:lnTo>
                  <a:lnTo>
                    <a:pt x="491203" y="323218"/>
                  </a:lnTo>
                  <a:lnTo>
                    <a:pt x="491358" y="323608"/>
                  </a:lnTo>
                  <a:lnTo>
                    <a:pt x="491535" y="323710"/>
                  </a:lnTo>
                  <a:lnTo>
                    <a:pt x="492499" y="323918"/>
                  </a:lnTo>
                  <a:lnTo>
                    <a:pt x="493090" y="323909"/>
                  </a:lnTo>
                  <a:lnTo>
                    <a:pt x="493415" y="323833"/>
                  </a:lnTo>
                  <a:lnTo>
                    <a:pt x="493558" y="323686"/>
                  </a:lnTo>
                  <a:lnTo>
                    <a:pt x="494030" y="323362"/>
                  </a:lnTo>
                  <a:lnTo>
                    <a:pt x="494377" y="323338"/>
                  </a:lnTo>
                  <a:lnTo>
                    <a:pt x="495007" y="323461"/>
                  </a:lnTo>
                  <a:lnTo>
                    <a:pt x="495130" y="323690"/>
                  </a:lnTo>
                  <a:lnTo>
                    <a:pt x="495206" y="323833"/>
                  </a:lnTo>
                  <a:lnTo>
                    <a:pt x="495393" y="324075"/>
                  </a:lnTo>
                  <a:lnTo>
                    <a:pt x="495760" y="324435"/>
                  </a:lnTo>
                  <a:lnTo>
                    <a:pt x="496004" y="324439"/>
                  </a:lnTo>
                  <a:lnTo>
                    <a:pt x="496197" y="324447"/>
                  </a:lnTo>
                  <a:lnTo>
                    <a:pt x="496410" y="324574"/>
                  </a:lnTo>
                  <a:lnTo>
                    <a:pt x="497193" y="324770"/>
                  </a:lnTo>
                  <a:lnTo>
                    <a:pt x="497462" y="325111"/>
                  </a:lnTo>
                  <a:lnTo>
                    <a:pt x="497671" y="325151"/>
                  </a:lnTo>
                  <a:lnTo>
                    <a:pt x="497981" y="324945"/>
                  </a:lnTo>
                  <a:lnTo>
                    <a:pt x="498300" y="324776"/>
                  </a:lnTo>
                  <a:lnTo>
                    <a:pt x="498856" y="324978"/>
                  </a:lnTo>
                  <a:lnTo>
                    <a:pt x="499376" y="325345"/>
                  </a:lnTo>
                  <a:lnTo>
                    <a:pt x="499806" y="325633"/>
                  </a:lnTo>
                  <a:lnTo>
                    <a:pt x="500039" y="325252"/>
                  </a:lnTo>
                  <a:lnTo>
                    <a:pt x="500194" y="325200"/>
                  </a:lnTo>
                  <a:lnTo>
                    <a:pt x="500663" y="325295"/>
                  </a:lnTo>
                  <a:lnTo>
                    <a:pt x="501109" y="325068"/>
                  </a:lnTo>
                  <a:lnTo>
                    <a:pt x="501643" y="325356"/>
                  </a:lnTo>
                  <a:lnTo>
                    <a:pt x="501754" y="325572"/>
                  </a:lnTo>
                  <a:lnTo>
                    <a:pt x="501754" y="325730"/>
                  </a:lnTo>
                  <a:lnTo>
                    <a:pt x="501589" y="326184"/>
                  </a:lnTo>
                  <a:lnTo>
                    <a:pt x="501508" y="327170"/>
                  </a:lnTo>
                  <a:lnTo>
                    <a:pt x="501803" y="327276"/>
                  </a:lnTo>
                  <a:lnTo>
                    <a:pt x="502152" y="327177"/>
                  </a:lnTo>
                  <a:lnTo>
                    <a:pt x="502737" y="327328"/>
                  </a:lnTo>
                  <a:lnTo>
                    <a:pt x="503409" y="327290"/>
                  </a:lnTo>
                  <a:lnTo>
                    <a:pt x="503509" y="327599"/>
                  </a:lnTo>
                  <a:lnTo>
                    <a:pt x="503564" y="327800"/>
                  </a:lnTo>
                  <a:lnTo>
                    <a:pt x="503602" y="327987"/>
                  </a:lnTo>
                  <a:lnTo>
                    <a:pt x="503722" y="328237"/>
                  </a:lnTo>
                  <a:lnTo>
                    <a:pt x="503992" y="328213"/>
                  </a:lnTo>
                  <a:lnTo>
                    <a:pt x="504249" y="328086"/>
                  </a:lnTo>
                  <a:lnTo>
                    <a:pt x="504376" y="328067"/>
                  </a:lnTo>
                  <a:lnTo>
                    <a:pt x="505546" y="328488"/>
                  </a:lnTo>
                  <a:lnTo>
                    <a:pt x="505901" y="328487"/>
                  </a:lnTo>
                  <a:lnTo>
                    <a:pt x="506383" y="328681"/>
                  </a:lnTo>
                  <a:lnTo>
                    <a:pt x="506742" y="329347"/>
                  </a:lnTo>
                  <a:lnTo>
                    <a:pt x="507457" y="329513"/>
                  </a:lnTo>
                  <a:lnTo>
                    <a:pt x="507777" y="329648"/>
                  </a:lnTo>
                  <a:lnTo>
                    <a:pt x="508135" y="330059"/>
                  </a:lnTo>
                  <a:lnTo>
                    <a:pt x="508480" y="330498"/>
                  </a:lnTo>
                  <a:lnTo>
                    <a:pt x="508784" y="330430"/>
                  </a:lnTo>
                  <a:lnTo>
                    <a:pt x="509281" y="330506"/>
                  </a:lnTo>
                  <a:lnTo>
                    <a:pt x="509327" y="330657"/>
                  </a:lnTo>
                  <a:lnTo>
                    <a:pt x="509732" y="331295"/>
                  </a:lnTo>
                  <a:lnTo>
                    <a:pt x="510439" y="331514"/>
                  </a:lnTo>
                  <a:lnTo>
                    <a:pt x="510842" y="331867"/>
                  </a:lnTo>
                  <a:lnTo>
                    <a:pt x="510863" y="332095"/>
                  </a:lnTo>
                  <a:lnTo>
                    <a:pt x="511113" y="332749"/>
                  </a:lnTo>
                  <a:lnTo>
                    <a:pt x="511397" y="333229"/>
                  </a:lnTo>
                  <a:lnTo>
                    <a:pt x="511597" y="333733"/>
                  </a:lnTo>
                  <a:lnTo>
                    <a:pt x="511625" y="334136"/>
                  </a:lnTo>
                  <a:lnTo>
                    <a:pt x="511938" y="334347"/>
                  </a:lnTo>
                  <a:lnTo>
                    <a:pt x="512147" y="334516"/>
                  </a:lnTo>
                  <a:lnTo>
                    <a:pt x="512637" y="335103"/>
                  </a:lnTo>
                  <a:lnTo>
                    <a:pt x="513152" y="335187"/>
                  </a:lnTo>
                  <a:lnTo>
                    <a:pt x="513545" y="335252"/>
                  </a:lnTo>
                  <a:lnTo>
                    <a:pt x="514124" y="335341"/>
                  </a:lnTo>
                  <a:lnTo>
                    <a:pt x="514814" y="335264"/>
                  </a:lnTo>
                  <a:lnTo>
                    <a:pt x="514977" y="334887"/>
                  </a:lnTo>
                  <a:lnTo>
                    <a:pt x="515193" y="334551"/>
                  </a:lnTo>
                  <a:lnTo>
                    <a:pt x="515394" y="334293"/>
                  </a:lnTo>
                  <a:lnTo>
                    <a:pt x="515854" y="333713"/>
                  </a:lnTo>
                  <a:lnTo>
                    <a:pt x="516339" y="333211"/>
                  </a:lnTo>
                  <a:lnTo>
                    <a:pt x="516803" y="332958"/>
                  </a:lnTo>
                  <a:lnTo>
                    <a:pt x="517369" y="332496"/>
                  </a:lnTo>
                  <a:lnTo>
                    <a:pt x="517786" y="332397"/>
                  </a:lnTo>
                  <a:lnTo>
                    <a:pt x="518520" y="332082"/>
                  </a:lnTo>
                  <a:lnTo>
                    <a:pt x="519539" y="331382"/>
                  </a:lnTo>
                  <a:lnTo>
                    <a:pt x="520411" y="331317"/>
                  </a:lnTo>
                  <a:lnTo>
                    <a:pt x="520945" y="331722"/>
                  </a:lnTo>
                  <a:lnTo>
                    <a:pt x="521424" y="332259"/>
                  </a:lnTo>
                  <a:lnTo>
                    <a:pt x="521560" y="332332"/>
                  </a:lnTo>
                  <a:lnTo>
                    <a:pt x="521802" y="332457"/>
                  </a:lnTo>
                  <a:lnTo>
                    <a:pt x="522042" y="332552"/>
                  </a:lnTo>
                  <a:lnTo>
                    <a:pt x="522453" y="332849"/>
                  </a:lnTo>
                  <a:lnTo>
                    <a:pt x="522681" y="333262"/>
                  </a:lnTo>
                  <a:lnTo>
                    <a:pt x="523137" y="333756"/>
                  </a:lnTo>
                  <a:lnTo>
                    <a:pt x="523413" y="333992"/>
                  </a:lnTo>
                  <a:lnTo>
                    <a:pt x="523700" y="334192"/>
                  </a:lnTo>
                  <a:lnTo>
                    <a:pt x="524637" y="334501"/>
                  </a:lnTo>
                  <a:lnTo>
                    <a:pt x="524884" y="334635"/>
                  </a:lnTo>
                  <a:lnTo>
                    <a:pt x="525219" y="335443"/>
                  </a:lnTo>
                  <a:lnTo>
                    <a:pt x="525599" y="335662"/>
                  </a:lnTo>
                  <a:lnTo>
                    <a:pt x="525879" y="335778"/>
                  </a:lnTo>
                  <a:lnTo>
                    <a:pt x="526391" y="335630"/>
                  </a:lnTo>
                  <a:lnTo>
                    <a:pt x="526690" y="335476"/>
                  </a:lnTo>
                  <a:lnTo>
                    <a:pt x="526882" y="335319"/>
                  </a:lnTo>
                  <a:lnTo>
                    <a:pt x="528234" y="335043"/>
                  </a:lnTo>
                  <a:lnTo>
                    <a:pt x="528659" y="334887"/>
                  </a:lnTo>
                  <a:lnTo>
                    <a:pt x="528872" y="334213"/>
                  </a:lnTo>
                  <a:lnTo>
                    <a:pt x="530072" y="333994"/>
                  </a:lnTo>
                  <a:lnTo>
                    <a:pt x="530214" y="333331"/>
                  </a:lnTo>
                  <a:lnTo>
                    <a:pt x="530303" y="333082"/>
                  </a:lnTo>
                  <a:lnTo>
                    <a:pt x="530804" y="332988"/>
                  </a:lnTo>
                  <a:lnTo>
                    <a:pt x="531283" y="333163"/>
                  </a:lnTo>
                  <a:lnTo>
                    <a:pt x="531397" y="333305"/>
                  </a:lnTo>
                  <a:lnTo>
                    <a:pt x="531910" y="333471"/>
                  </a:lnTo>
                  <a:lnTo>
                    <a:pt x="532599" y="333505"/>
                  </a:lnTo>
                  <a:lnTo>
                    <a:pt x="532959" y="332972"/>
                  </a:lnTo>
                  <a:lnTo>
                    <a:pt x="533212" y="332943"/>
                  </a:lnTo>
                  <a:lnTo>
                    <a:pt x="533644" y="332866"/>
                  </a:lnTo>
                  <a:lnTo>
                    <a:pt x="533651" y="332496"/>
                  </a:lnTo>
                  <a:lnTo>
                    <a:pt x="533442" y="332311"/>
                  </a:lnTo>
                  <a:lnTo>
                    <a:pt x="533621" y="331695"/>
                  </a:lnTo>
                  <a:lnTo>
                    <a:pt x="533900" y="331772"/>
                  </a:lnTo>
                  <a:lnTo>
                    <a:pt x="534084" y="331988"/>
                  </a:lnTo>
                  <a:lnTo>
                    <a:pt x="534164" y="332269"/>
                  </a:lnTo>
                  <a:lnTo>
                    <a:pt x="534113" y="332844"/>
                  </a:lnTo>
                  <a:lnTo>
                    <a:pt x="534036" y="333334"/>
                  </a:lnTo>
                  <a:lnTo>
                    <a:pt x="533753" y="333731"/>
                  </a:lnTo>
                  <a:lnTo>
                    <a:pt x="533469" y="334290"/>
                  </a:lnTo>
                  <a:lnTo>
                    <a:pt x="533299" y="334828"/>
                  </a:lnTo>
                  <a:lnTo>
                    <a:pt x="533280" y="335043"/>
                  </a:lnTo>
                  <a:lnTo>
                    <a:pt x="533303" y="335212"/>
                  </a:lnTo>
                  <a:lnTo>
                    <a:pt x="533497" y="335752"/>
                  </a:lnTo>
                  <a:lnTo>
                    <a:pt x="533914" y="336472"/>
                  </a:lnTo>
                  <a:lnTo>
                    <a:pt x="533961" y="336752"/>
                  </a:lnTo>
                  <a:lnTo>
                    <a:pt x="533876" y="337300"/>
                  </a:lnTo>
                  <a:lnTo>
                    <a:pt x="533725" y="337537"/>
                  </a:lnTo>
                  <a:lnTo>
                    <a:pt x="533422" y="337752"/>
                  </a:lnTo>
                  <a:lnTo>
                    <a:pt x="532920" y="337913"/>
                  </a:lnTo>
                  <a:lnTo>
                    <a:pt x="532380" y="338160"/>
                  </a:lnTo>
                  <a:lnTo>
                    <a:pt x="532238" y="338332"/>
                  </a:lnTo>
                  <a:lnTo>
                    <a:pt x="532058" y="338773"/>
                  </a:lnTo>
                  <a:lnTo>
                    <a:pt x="531755" y="340095"/>
                  </a:lnTo>
                  <a:lnTo>
                    <a:pt x="531736" y="340450"/>
                  </a:lnTo>
                  <a:lnTo>
                    <a:pt x="531705" y="340944"/>
                  </a:lnTo>
                  <a:lnTo>
                    <a:pt x="531717" y="341589"/>
                  </a:lnTo>
                  <a:lnTo>
                    <a:pt x="531746" y="342277"/>
                  </a:lnTo>
                  <a:lnTo>
                    <a:pt x="531679" y="342707"/>
                  </a:lnTo>
                  <a:lnTo>
                    <a:pt x="531546" y="342992"/>
                  </a:lnTo>
                  <a:lnTo>
                    <a:pt x="531433" y="343234"/>
                  </a:lnTo>
                  <a:lnTo>
                    <a:pt x="531329" y="343750"/>
                  </a:lnTo>
                  <a:lnTo>
                    <a:pt x="531158" y="344245"/>
                  </a:lnTo>
                  <a:lnTo>
                    <a:pt x="530827" y="344621"/>
                  </a:lnTo>
                  <a:lnTo>
                    <a:pt x="530126" y="345223"/>
                  </a:lnTo>
                  <a:lnTo>
                    <a:pt x="529132" y="345814"/>
                  </a:lnTo>
                  <a:lnTo>
                    <a:pt x="528725" y="346319"/>
                  </a:lnTo>
                  <a:lnTo>
                    <a:pt x="528564" y="346921"/>
                  </a:lnTo>
                  <a:lnTo>
                    <a:pt x="528583" y="347136"/>
                  </a:lnTo>
                  <a:lnTo>
                    <a:pt x="528699" y="347464"/>
                  </a:lnTo>
                  <a:lnTo>
                    <a:pt x="528829" y="347674"/>
                  </a:lnTo>
                  <a:lnTo>
                    <a:pt x="529156" y="348004"/>
                  </a:lnTo>
                  <a:lnTo>
                    <a:pt x="529510" y="348431"/>
                  </a:lnTo>
                  <a:lnTo>
                    <a:pt x="529585" y="348666"/>
                  </a:lnTo>
                  <a:lnTo>
                    <a:pt x="529549" y="348846"/>
                  </a:lnTo>
                  <a:lnTo>
                    <a:pt x="529331" y="349523"/>
                  </a:lnTo>
                  <a:lnTo>
                    <a:pt x="529350" y="349716"/>
                  </a:lnTo>
                  <a:lnTo>
                    <a:pt x="529473" y="349931"/>
                  </a:lnTo>
                  <a:lnTo>
                    <a:pt x="529518" y="350330"/>
                  </a:lnTo>
                  <a:lnTo>
                    <a:pt x="529236" y="351210"/>
                  </a:lnTo>
                  <a:lnTo>
                    <a:pt x="529085" y="351479"/>
                  </a:lnTo>
                  <a:lnTo>
                    <a:pt x="527484" y="352823"/>
                  </a:lnTo>
                  <a:lnTo>
                    <a:pt x="527087" y="353242"/>
                  </a:lnTo>
                  <a:lnTo>
                    <a:pt x="527068" y="353479"/>
                  </a:lnTo>
                  <a:lnTo>
                    <a:pt x="527283" y="354455"/>
                  </a:lnTo>
                  <a:lnTo>
                    <a:pt x="527200" y="354812"/>
                  </a:lnTo>
                  <a:lnTo>
                    <a:pt x="526946" y="354801"/>
                  </a:lnTo>
                  <a:lnTo>
                    <a:pt x="526698" y="354790"/>
                  </a:lnTo>
                  <a:lnTo>
                    <a:pt x="526546" y="354779"/>
                  </a:lnTo>
                  <a:lnTo>
                    <a:pt x="526130" y="354747"/>
                  </a:lnTo>
                  <a:lnTo>
                    <a:pt x="525231" y="354908"/>
                  </a:lnTo>
                  <a:lnTo>
                    <a:pt x="524795" y="355123"/>
                  </a:lnTo>
                  <a:lnTo>
                    <a:pt x="524710" y="355328"/>
                  </a:lnTo>
                  <a:lnTo>
                    <a:pt x="524691" y="355575"/>
                  </a:lnTo>
                  <a:lnTo>
                    <a:pt x="524831" y="355955"/>
                  </a:lnTo>
                  <a:lnTo>
                    <a:pt x="524526" y="356273"/>
                  </a:lnTo>
                  <a:lnTo>
                    <a:pt x="524350" y="356403"/>
                  </a:lnTo>
                  <a:lnTo>
                    <a:pt x="523943" y="356833"/>
                  </a:lnTo>
                  <a:lnTo>
                    <a:pt x="523668" y="357327"/>
                  </a:lnTo>
                  <a:lnTo>
                    <a:pt x="523678" y="357553"/>
                  </a:lnTo>
                  <a:lnTo>
                    <a:pt x="523981" y="357886"/>
                  </a:lnTo>
                  <a:lnTo>
                    <a:pt x="524350" y="358338"/>
                  </a:lnTo>
                  <a:lnTo>
                    <a:pt x="524606" y="359026"/>
                  </a:lnTo>
                  <a:lnTo>
                    <a:pt x="524653" y="359628"/>
                  </a:lnTo>
                  <a:lnTo>
                    <a:pt x="524748" y="360079"/>
                  </a:lnTo>
                  <a:lnTo>
                    <a:pt x="524909" y="360294"/>
                  </a:lnTo>
                  <a:lnTo>
                    <a:pt x="525325" y="360498"/>
                  </a:lnTo>
                  <a:lnTo>
                    <a:pt x="525676" y="360520"/>
                  </a:lnTo>
                  <a:lnTo>
                    <a:pt x="526178" y="360477"/>
                  </a:lnTo>
                  <a:lnTo>
                    <a:pt x="526367" y="360724"/>
                  </a:lnTo>
                  <a:lnTo>
                    <a:pt x="526111" y="361111"/>
                  </a:lnTo>
                  <a:lnTo>
                    <a:pt x="525950" y="361380"/>
                  </a:lnTo>
                  <a:lnTo>
                    <a:pt x="526017" y="361821"/>
                  </a:lnTo>
                  <a:lnTo>
                    <a:pt x="525960" y="361993"/>
                  </a:lnTo>
                  <a:lnTo>
                    <a:pt x="525619" y="362197"/>
                  </a:lnTo>
                  <a:lnTo>
                    <a:pt x="525231" y="362423"/>
                  </a:lnTo>
                  <a:lnTo>
                    <a:pt x="524899" y="362896"/>
                  </a:lnTo>
                  <a:lnTo>
                    <a:pt x="524653" y="363121"/>
                  </a:lnTo>
                  <a:lnTo>
                    <a:pt x="524151" y="363229"/>
                  </a:lnTo>
                  <a:lnTo>
                    <a:pt x="523801" y="363250"/>
                  </a:lnTo>
                  <a:lnTo>
                    <a:pt x="523346" y="363089"/>
                  </a:lnTo>
                  <a:lnTo>
                    <a:pt x="522778" y="362831"/>
                  </a:lnTo>
                  <a:lnTo>
                    <a:pt x="522570" y="362788"/>
                  </a:lnTo>
                  <a:lnTo>
                    <a:pt x="522219" y="362917"/>
                  </a:lnTo>
                  <a:lnTo>
                    <a:pt x="522068" y="362971"/>
                  </a:lnTo>
                  <a:lnTo>
                    <a:pt x="521263" y="362648"/>
                  </a:lnTo>
                  <a:lnTo>
                    <a:pt x="520903" y="362455"/>
                  </a:lnTo>
                  <a:lnTo>
                    <a:pt x="520723" y="362519"/>
                  </a:lnTo>
                  <a:lnTo>
                    <a:pt x="520174" y="363014"/>
                  </a:lnTo>
                  <a:lnTo>
                    <a:pt x="520013" y="363465"/>
                  </a:lnTo>
                  <a:lnTo>
                    <a:pt x="520003" y="363702"/>
                  </a:lnTo>
                  <a:lnTo>
                    <a:pt x="520714" y="365013"/>
                  </a:lnTo>
                  <a:lnTo>
                    <a:pt x="521037" y="365683"/>
                  </a:lnTo>
                  <a:lnTo>
                    <a:pt x="521037" y="365844"/>
                  </a:lnTo>
                  <a:lnTo>
                    <a:pt x="520789" y="365978"/>
                  </a:lnTo>
                  <a:lnTo>
                    <a:pt x="519832" y="366192"/>
                  </a:lnTo>
                  <a:lnTo>
                    <a:pt x="518569" y="366232"/>
                  </a:lnTo>
                  <a:lnTo>
                    <a:pt x="518369" y="366232"/>
                  </a:lnTo>
                  <a:lnTo>
                    <a:pt x="518097" y="366205"/>
                  </a:lnTo>
                  <a:lnTo>
                    <a:pt x="517947" y="366127"/>
                  </a:lnTo>
                  <a:lnTo>
                    <a:pt x="517637" y="365964"/>
                  </a:lnTo>
                  <a:lnTo>
                    <a:pt x="517235" y="365696"/>
                  </a:lnTo>
                  <a:lnTo>
                    <a:pt x="516751" y="365415"/>
                  </a:lnTo>
                  <a:lnTo>
                    <a:pt x="516197" y="365368"/>
                  </a:lnTo>
                  <a:lnTo>
                    <a:pt x="515476" y="365455"/>
                  </a:lnTo>
                  <a:lnTo>
                    <a:pt x="514898" y="365817"/>
                  </a:lnTo>
                  <a:lnTo>
                    <a:pt x="514261" y="366433"/>
                  </a:lnTo>
                  <a:lnTo>
                    <a:pt x="514083" y="366487"/>
                  </a:lnTo>
                  <a:lnTo>
                    <a:pt x="513564" y="366205"/>
                  </a:lnTo>
                  <a:lnTo>
                    <a:pt x="513363" y="365978"/>
                  </a:lnTo>
                  <a:lnTo>
                    <a:pt x="513185" y="365946"/>
                  </a:lnTo>
                  <a:lnTo>
                    <a:pt x="512868" y="365964"/>
                  </a:lnTo>
                  <a:lnTo>
                    <a:pt x="512561" y="365897"/>
                  </a:lnTo>
                  <a:lnTo>
                    <a:pt x="512183" y="365535"/>
                  </a:lnTo>
                  <a:lnTo>
                    <a:pt x="511663" y="365107"/>
                  </a:lnTo>
                  <a:lnTo>
                    <a:pt x="511309" y="364973"/>
                  </a:lnTo>
                  <a:lnTo>
                    <a:pt x="510755" y="365053"/>
                  </a:lnTo>
                  <a:lnTo>
                    <a:pt x="510011" y="365187"/>
                  </a:lnTo>
                  <a:lnTo>
                    <a:pt x="509491" y="365428"/>
                  </a:lnTo>
                  <a:lnTo>
                    <a:pt x="509232" y="365723"/>
                  </a:lnTo>
                  <a:lnTo>
                    <a:pt x="508969" y="366407"/>
                  </a:lnTo>
                  <a:lnTo>
                    <a:pt x="508653" y="367237"/>
                  </a:lnTo>
                  <a:lnTo>
                    <a:pt x="508464" y="367425"/>
                  </a:lnTo>
                  <a:lnTo>
                    <a:pt x="508228" y="367425"/>
                  </a:lnTo>
                  <a:lnTo>
                    <a:pt x="507473" y="367211"/>
                  </a:lnTo>
                  <a:lnTo>
                    <a:pt x="507083" y="367224"/>
                  </a:lnTo>
                  <a:lnTo>
                    <a:pt x="506454" y="367594"/>
                  </a:lnTo>
                  <a:lnTo>
                    <a:pt x="506201" y="367717"/>
                  </a:lnTo>
                  <a:lnTo>
                    <a:pt x="505975" y="367695"/>
                  </a:lnTo>
                  <a:lnTo>
                    <a:pt x="505832" y="367519"/>
                  </a:lnTo>
                  <a:lnTo>
                    <a:pt x="505478" y="367063"/>
                  </a:lnTo>
                  <a:lnTo>
                    <a:pt x="504958" y="366835"/>
                  </a:lnTo>
                  <a:lnTo>
                    <a:pt x="504404" y="366782"/>
                  </a:lnTo>
                  <a:lnTo>
                    <a:pt x="503986" y="366793"/>
                  </a:lnTo>
                  <a:lnTo>
                    <a:pt x="503117" y="367170"/>
                  </a:lnTo>
                  <a:lnTo>
                    <a:pt x="501468" y="367921"/>
                  </a:lnTo>
                  <a:lnTo>
                    <a:pt x="501204" y="368041"/>
                  </a:lnTo>
                  <a:lnTo>
                    <a:pt x="500409" y="368548"/>
                  </a:lnTo>
                  <a:lnTo>
                    <a:pt x="500130" y="368725"/>
                  </a:lnTo>
                  <a:lnTo>
                    <a:pt x="499847" y="368819"/>
                  </a:lnTo>
                  <a:lnTo>
                    <a:pt x="499516" y="368765"/>
                  </a:lnTo>
                  <a:lnTo>
                    <a:pt x="498796" y="368591"/>
                  </a:lnTo>
                  <a:lnTo>
                    <a:pt x="498537" y="368618"/>
                  </a:lnTo>
                  <a:lnTo>
                    <a:pt x="498241" y="368832"/>
                  </a:lnTo>
                  <a:lnTo>
                    <a:pt x="497805" y="369449"/>
                  </a:lnTo>
                  <a:lnTo>
                    <a:pt x="497285" y="369944"/>
                  </a:lnTo>
                  <a:lnTo>
                    <a:pt x="497002" y="370103"/>
                  </a:lnTo>
                  <a:lnTo>
                    <a:pt x="496801" y="370253"/>
                  </a:lnTo>
                  <a:lnTo>
                    <a:pt x="496483" y="370400"/>
                  </a:lnTo>
                  <a:lnTo>
                    <a:pt x="495314" y="370815"/>
                  </a:lnTo>
                  <a:lnTo>
                    <a:pt x="494192" y="370990"/>
                  </a:lnTo>
                  <a:lnTo>
                    <a:pt x="493697" y="371231"/>
                  </a:lnTo>
                  <a:lnTo>
                    <a:pt x="492894" y="371941"/>
                  </a:lnTo>
                  <a:lnTo>
                    <a:pt x="492313" y="372407"/>
                  </a:lnTo>
                  <a:lnTo>
                    <a:pt x="491890" y="373120"/>
                  </a:lnTo>
                  <a:lnTo>
                    <a:pt x="491619" y="373147"/>
                  </a:lnTo>
                  <a:lnTo>
                    <a:pt x="491253" y="373094"/>
                  </a:lnTo>
                  <a:lnTo>
                    <a:pt x="490946" y="373388"/>
                  </a:lnTo>
                  <a:lnTo>
                    <a:pt x="491135" y="373630"/>
                  </a:lnTo>
                  <a:lnTo>
                    <a:pt x="491784" y="374259"/>
                  </a:lnTo>
                  <a:lnTo>
                    <a:pt x="492268" y="374434"/>
                  </a:lnTo>
                  <a:lnTo>
                    <a:pt x="492988" y="374608"/>
                  </a:lnTo>
                  <a:lnTo>
                    <a:pt x="493283" y="374863"/>
                  </a:lnTo>
                  <a:lnTo>
                    <a:pt x="493543" y="375412"/>
                  </a:lnTo>
                  <a:lnTo>
                    <a:pt x="493732" y="375533"/>
                  </a:lnTo>
                  <a:lnTo>
                    <a:pt x="493992" y="375506"/>
                  </a:lnTo>
                  <a:lnTo>
                    <a:pt x="494381" y="375358"/>
                  </a:lnTo>
                  <a:lnTo>
                    <a:pt x="495267" y="375211"/>
                  </a:lnTo>
                  <a:lnTo>
                    <a:pt x="496152" y="374822"/>
                  </a:lnTo>
                  <a:lnTo>
                    <a:pt x="496518" y="374742"/>
                  </a:lnTo>
                  <a:lnTo>
                    <a:pt x="497073" y="374782"/>
                  </a:lnTo>
                  <a:lnTo>
                    <a:pt x="498112" y="375117"/>
                  </a:lnTo>
                  <a:lnTo>
                    <a:pt x="498398" y="375292"/>
                  </a:lnTo>
                  <a:lnTo>
                    <a:pt x="498879" y="375506"/>
                  </a:lnTo>
                  <a:lnTo>
                    <a:pt x="499139" y="375720"/>
                  </a:lnTo>
                  <a:lnTo>
                    <a:pt x="499623" y="376216"/>
                  </a:lnTo>
                  <a:lnTo>
                    <a:pt x="500012" y="376618"/>
                  </a:lnTo>
                  <a:lnTo>
                    <a:pt x="500295" y="377047"/>
                  </a:lnTo>
                  <a:lnTo>
                    <a:pt x="500592" y="377894"/>
                  </a:lnTo>
                  <a:lnTo>
                    <a:pt x="500921" y="378347"/>
                  </a:lnTo>
                  <a:lnTo>
                    <a:pt x="501240" y="378682"/>
                  </a:lnTo>
                  <a:lnTo>
                    <a:pt x="501393" y="379044"/>
                  </a:lnTo>
                  <a:lnTo>
                    <a:pt x="501847" y="380423"/>
                  </a:lnTo>
                  <a:lnTo>
                    <a:pt x="501854" y="380638"/>
                  </a:lnTo>
                  <a:lnTo>
                    <a:pt x="501781" y="380891"/>
                  </a:lnTo>
                  <a:lnTo>
                    <a:pt x="501064" y="382744"/>
                  </a:lnTo>
                  <a:lnTo>
                    <a:pt x="500928" y="382827"/>
                  </a:lnTo>
                  <a:lnTo>
                    <a:pt x="500158" y="382415"/>
                  </a:lnTo>
                  <a:lnTo>
                    <a:pt x="499777" y="382332"/>
                  </a:lnTo>
                  <a:lnTo>
                    <a:pt x="499314" y="382384"/>
                  </a:lnTo>
                  <a:lnTo>
                    <a:pt x="498816" y="382641"/>
                  </a:lnTo>
                  <a:lnTo>
                    <a:pt x="499108" y="383227"/>
                  </a:lnTo>
                  <a:lnTo>
                    <a:pt x="499187" y="383794"/>
                  </a:lnTo>
                  <a:lnTo>
                    <a:pt x="499029" y="385415"/>
                  </a:lnTo>
                  <a:lnTo>
                    <a:pt x="500409" y="386105"/>
                  </a:lnTo>
                  <a:lnTo>
                    <a:pt x="500320" y="388260"/>
                  </a:lnTo>
                  <a:lnTo>
                    <a:pt x="500413" y="388500"/>
                  </a:lnTo>
                  <a:lnTo>
                    <a:pt x="501196" y="388812"/>
                  </a:lnTo>
                  <a:lnTo>
                    <a:pt x="501409" y="388889"/>
                  </a:lnTo>
                  <a:lnTo>
                    <a:pt x="502079" y="389283"/>
                  </a:lnTo>
                  <a:lnTo>
                    <a:pt x="502243" y="389555"/>
                  </a:lnTo>
                  <a:lnTo>
                    <a:pt x="502019" y="389495"/>
                  </a:lnTo>
                  <a:lnTo>
                    <a:pt x="501843" y="389419"/>
                  </a:lnTo>
                  <a:lnTo>
                    <a:pt x="501645" y="389295"/>
                  </a:lnTo>
                  <a:lnTo>
                    <a:pt x="501512" y="389200"/>
                  </a:lnTo>
                  <a:lnTo>
                    <a:pt x="501378" y="389143"/>
                  </a:lnTo>
                  <a:lnTo>
                    <a:pt x="500929" y="388975"/>
                  </a:lnTo>
                  <a:lnTo>
                    <a:pt x="500763" y="388963"/>
                  </a:lnTo>
                  <a:lnTo>
                    <a:pt x="500381" y="388976"/>
                  </a:lnTo>
                  <a:lnTo>
                    <a:pt x="500028" y="389050"/>
                  </a:lnTo>
                  <a:lnTo>
                    <a:pt x="499895" y="389090"/>
                  </a:lnTo>
                  <a:lnTo>
                    <a:pt x="499468" y="389081"/>
                  </a:lnTo>
                  <a:lnTo>
                    <a:pt x="499240" y="388930"/>
                  </a:lnTo>
                  <a:lnTo>
                    <a:pt x="499057" y="388583"/>
                  </a:lnTo>
                  <a:lnTo>
                    <a:pt x="499013" y="388441"/>
                  </a:lnTo>
                  <a:lnTo>
                    <a:pt x="499169" y="387789"/>
                  </a:lnTo>
                  <a:lnTo>
                    <a:pt x="499889" y="386692"/>
                  </a:lnTo>
                  <a:lnTo>
                    <a:pt x="499730" y="386261"/>
                  </a:lnTo>
                  <a:lnTo>
                    <a:pt x="499555" y="386191"/>
                  </a:lnTo>
                  <a:lnTo>
                    <a:pt x="499329" y="386123"/>
                  </a:lnTo>
                  <a:lnTo>
                    <a:pt x="499125" y="386108"/>
                  </a:lnTo>
                  <a:lnTo>
                    <a:pt x="498628" y="385995"/>
                  </a:lnTo>
                  <a:lnTo>
                    <a:pt x="498475" y="385898"/>
                  </a:lnTo>
                  <a:lnTo>
                    <a:pt x="498149" y="385288"/>
                  </a:lnTo>
                  <a:lnTo>
                    <a:pt x="498227" y="385091"/>
                  </a:lnTo>
                  <a:lnTo>
                    <a:pt x="498310" y="384652"/>
                  </a:lnTo>
                  <a:lnTo>
                    <a:pt x="498269" y="384257"/>
                  </a:lnTo>
                  <a:lnTo>
                    <a:pt x="498233" y="384122"/>
                  </a:lnTo>
                  <a:lnTo>
                    <a:pt x="498130" y="383985"/>
                  </a:lnTo>
                  <a:lnTo>
                    <a:pt x="497863" y="383725"/>
                  </a:lnTo>
                  <a:lnTo>
                    <a:pt x="497465" y="383455"/>
                  </a:lnTo>
                  <a:lnTo>
                    <a:pt x="497118" y="383111"/>
                  </a:lnTo>
                  <a:lnTo>
                    <a:pt x="497079" y="382927"/>
                  </a:lnTo>
                  <a:lnTo>
                    <a:pt x="497054" y="382352"/>
                  </a:lnTo>
                  <a:lnTo>
                    <a:pt x="497086" y="382061"/>
                  </a:lnTo>
                  <a:lnTo>
                    <a:pt x="497051" y="381799"/>
                  </a:lnTo>
                  <a:lnTo>
                    <a:pt x="496948" y="381618"/>
                  </a:lnTo>
                  <a:lnTo>
                    <a:pt x="496784" y="381437"/>
                  </a:lnTo>
                  <a:lnTo>
                    <a:pt x="496366" y="380851"/>
                  </a:lnTo>
                  <a:lnTo>
                    <a:pt x="496801" y="380253"/>
                  </a:lnTo>
                  <a:lnTo>
                    <a:pt x="496943" y="380016"/>
                  </a:lnTo>
                  <a:lnTo>
                    <a:pt x="496960" y="379846"/>
                  </a:lnTo>
                  <a:lnTo>
                    <a:pt x="496896" y="379459"/>
                  </a:lnTo>
                  <a:lnTo>
                    <a:pt x="496744" y="379300"/>
                  </a:lnTo>
                  <a:lnTo>
                    <a:pt x="496415" y="379028"/>
                  </a:lnTo>
                  <a:lnTo>
                    <a:pt x="496031" y="378846"/>
                  </a:lnTo>
                  <a:lnTo>
                    <a:pt x="495833" y="378803"/>
                  </a:lnTo>
                  <a:lnTo>
                    <a:pt x="495663" y="378780"/>
                  </a:lnTo>
                  <a:lnTo>
                    <a:pt x="495404" y="378790"/>
                  </a:lnTo>
                  <a:lnTo>
                    <a:pt x="495245" y="378822"/>
                  </a:lnTo>
                  <a:lnTo>
                    <a:pt x="494984" y="378895"/>
                  </a:lnTo>
                  <a:lnTo>
                    <a:pt x="494788" y="378957"/>
                  </a:lnTo>
                  <a:lnTo>
                    <a:pt x="494652" y="379016"/>
                  </a:lnTo>
                  <a:lnTo>
                    <a:pt x="494217" y="379427"/>
                  </a:lnTo>
                  <a:lnTo>
                    <a:pt x="494061" y="379619"/>
                  </a:lnTo>
                  <a:lnTo>
                    <a:pt x="493866" y="379940"/>
                  </a:lnTo>
                  <a:lnTo>
                    <a:pt x="493812" y="380162"/>
                  </a:lnTo>
                  <a:lnTo>
                    <a:pt x="493873" y="380481"/>
                  </a:lnTo>
                  <a:lnTo>
                    <a:pt x="494095" y="380851"/>
                  </a:lnTo>
                  <a:lnTo>
                    <a:pt x="494413" y="381174"/>
                  </a:lnTo>
                  <a:lnTo>
                    <a:pt x="494692" y="381585"/>
                  </a:lnTo>
                  <a:lnTo>
                    <a:pt x="494813" y="381846"/>
                  </a:lnTo>
                  <a:lnTo>
                    <a:pt x="494433" y="382281"/>
                  </a:lnTo>
                  <a:lnTo>
                    <a:pt x="494280" y="382497"/>
                  </a:lnTo>
                  <a:lnTo>
                    <a:pt x="493780" y="382697"/>
                  </a:lnTo>
                  <a:lnTo>
                    <a:pt x="493244" y="382721"/>
                  </a:lnTo>
                  <a:lnTo>
                    <a:pt x="492839" y="382616"/>
                  </a:lnTo>
                  <a:lnTo>
                    <a:pt x="492359" y="382309"/>
                  </a:lnTo>
                  <a:lnTo>
                    <a:pt x="492228" y="382160"/>
                  </a:lnTo>
                  <a:lnTo>
                    <a:pt x="492146" y="382004"/>
                  </a:lnTo>
                  <a:lnTo>
                    <a:pt x="492020" y="381758"/>
                  </a:lnTo>
                  <a:lnTo>
                    <a:pt x="491851" y="381392"/>
                  </a:lnTo>
                  <a:lnTo>
                    <a:pt x="492099" y="381125"/>
                  </a:lnTo>
                  <a:lnTo>
                    <a:pt x="492645" y="380552"/>
                  </a:lnTo>
                  <a:lnTo>
                    <a:pt x="492724" y="380333"/>
                  </a:lnTo>
                  <a:lnTo>
                    <a:pt x="492812" y="379823"/>
                  </a:lnTo>
                  <a:lnTo>
                    <a:pt x="492364" y="379427"/>
                  </a:lnTo>
                  <a:lnTo>
                    <a:pt x="492078" y="379201"/>
                  </a:lnTo>
                  <a:lnTo>
                    <a:pt x="491841" y="379203"/>
                  </a:lnTo>
                  <a:lnTo>
                    <a:pt x="491610" y="379265"/>
                  </a:lnTo>
                  <a:lnTo>
                    <a:pt x="491356" y="379397"/>
                  </a:lnTo>
                  <a:lnTo>
                    <a:pt x="491203" y="379615"/>
                  </a:lnTo>
                  <a:lnTo>
                    <a:pt x="491061" y="379787"/>
                  </a:lnTo>
                  <a:lnTo>
                    <a:pt x="490915" y="379945"/>
                  </a:lnTo>
                  <a:lnTo>
                    <a:pt x="490535" y="379991"/>
                  </a:lnTo>
                  <a:lnTo>
                    <a:pt x="489960" y="379904"/>
                  </a:lnTo>
                  <a:lnTo>
                    <a:pt x="490081" y="379398"/>
                  </a:lnTo>
                  <a:lnTo>
                    <a:pt x="490028" y="379204"/>
                  </a:lnTo>
                  <a:lnTo>
                    <a:pt x="489931" y="379052"/>
                  </a:lnTo>
                  <a:lnTo>
                    <a:pt x="489622" y="378893"/>
                  </a:lnTo>
                  <a:lnTo>
                    <a:pt x="489539" y="378732"/>
                  </a:lnTo>
                  <a:lnTo>
                    <a:pt x="488853" y="377990"/>
                  </a:lnTo>
                  <a:lnTo>
                    <a:pt x="488637" y="377795"/>
                  </a:lnTo>
                  <a:lnTo>
                    <a:pt x="488388" y="377672"/>
                  </a:lnTo>
                  <a:lnTo>
                    <a:pt x="487946" y="377524"/>
                  </a:lnTo>
                  <a:lnTo>
                    <a:pt x="487682" y="377467"/>
                  </a:lnTo>
                  <a:lnTo>
                    <a:pt x="487210" y="377128"/>
                  </a:lnTo>
                  <a:lnTo>
                    <a:pt x="487156" y="376998"/>
                  </a:lnTo>
                  <a:lnTo>
                    <a:pt x="486893" y="376714"/>
                  </a:lnTo>
                  <a:lnTo>
                    <a:pt x="486528" y="376232"/>
                  </a:lnTo>
                  <a:lnTo>
                    <a:pt x="486473" y="375915"/>
                  </a:lnTo>
                  <a:lnTo>
                    <a:pt x="486359" y="375585"/>
                  </a:lnTo>
                  <a:lnTo>
                    <a:pt x="486238" y="375235"/>
                  </a:lnTo>
                  <a:lnTo>
                    <a:pt x="485947" y="374754"/>
                  </a:lnTo>
                  <a:lnTo>
                    <a:pt x="485782" y="374565"/>
                  </a:lnTo>
                  <a:lnTo>
                    <a:pt x="485393" y="374436"/>
                  </a:lnTo>
                  <a:lnTo>
                    <a:pt x="485163" y="374432"/>
                  </a:lnTo>
                  <a:lnTo>
                    <a:pt x="484876" y="374423"/>
                  </a:lnTo>
                  <a:lnTo>
                    <a:pt x="484676" y="374410"/>
                  </a:lnTo>
                  <a:lnTo>
                    <a:pt x="484341" y="374376"/>
                  </a:lnTo>
                  <a:lnTo>
                    <a:pt x="484047" y="374176"/>
                  </a:lnTo>
                  <a:lnTo>
                    <a:pt x="484163" y="373992"/>
                  </a:lnTo>
                  <a:lnTo>
                    <a:pt x="484046" y="373811"/>
                  </a:lnTo>
                  <a:lnTo>
                    <a:pt x="484036" y="373684"/>
                  </a:lnTo>
                  <a:lnTo>
                    <a:pt x="483606" y="373151"/>
                  </a:lnTo>
                  <a:lnTo>
                    <a:pt x="483519" y="372726"/>
                  </a:lnTo>
                  <a:lnTo>
                    <a:pt x="483462" y="372401"/>
                  </a:lnTo>
                  <a:lnTo>
                    <a:pt x="483547" y="371999"/>
                  </a:lnTo>
                  <a:lnTo>
                    <a:pt x="483613" y="371837"/>
                  </a:lnTo>
                  <a:lnTo>
                    <a:pt x="483729" y="371466"/>
                  </a:lnTo>
                  <a:lnTo>
                    <a:pt x="483756" y="371306"/>
                  </a:lnTo>
                  <a:lnTo>
                    <a:pt x="483525" y="370535"/>
                  </a:lnTo>
                  <a:lnTo>
                    <a:pt x="483948" y="369662"/>
                  </a:lnTo>
                  <a:lnTo>
                    <a:pt x="483787" y="369543"/>
                  </a:lnTo>
                  <a:lnTo>
                    <a:pt x="483564" y="369275"/>
                  </a:lnTo>
                  <a:lnTo>
                    <a:pt x="483526" y="369066"/>
                  </a:lnTo>
                  <a:lnTo>
                    <a:pt x="483485" y="368688"/>
                  </a:lnTo>
                  <a:lnTo>
                    <a:pt x="483747" y="368401"/>
                  </a:lnTo>
                  <a:lnTo>
                    <a:pt x="483734" y="368089"/>
                  </a:lnTo>
                  <a:lnTo>
                    <a:pt x="483742" y="367876"/>
                  </a:lnTo>
                  <a:lnTo>
                    <a:pt x="483828" y="367723"/>
                  </a:lnTo>
                  <a:lnTo>
                    <a:pt x="483951" y="367558"/>
                  </a:lnTo>
                  <a:lnTo>
                    <a:pt x="484098" y="367404"/>
                  </a:lnTo>
                  <a:lnTo>
                    <a:pt x="484253" y="366980"/>
                  </a:lnTo>
                  <a:lnTo>
                    <a:pt x="484026" y="366109"/>
                  </a:lnTo>
                  <a:lnTo>
                    <a:pt x="484513" y="365758"/>
                  </a:lnTo>
                  <a:lnTo>
                    <a:pt x="484696" y="365541"/>
                  </a:lnTo>
                  <a:lnTo>
                    <a:pt x="484817" y="365290"/>
                  </a:lnTo>
                  <a:lnTo>
                    <a:pt x="484917" y="364603"/>
                  </a:lnTo>
                  <a:lnTo>
                    <a:pt x="484877" y="364759"/>
                  </a:lnTo>
                  <a:lnTo>
                    <a:pt x="484781" y="365001"/>
                  </a:lnTo>
                  <a:lnTo>
                    <a:pt x="484734" y="365164"/>
                  </a:lnTo>
                  <a:lnTo>
                    <a:pt x="484590" y="365016"/>
                  </a:lnTo>
                  <a:lnTo>
                    <a:pt x="484461" y="364841"/>
                  </a:lnTo>
                  <a:lnTo>
                    <a:pt x="484371" y="364694"/>
                  </a:lnTo>
                  <a:lnTo>
                    <a:pt x="484319" y="364509"/>
                  </a:lnTo>
                  <a:lnTo>
                    <a:pt x="484313" y="364332"/>
                  </a:lnTo>
                  <a:lnTo>
                    <a:pt x="484345" y="364109"/>
                  </a:lnTo>
                  <a:lnTo>
                    <a:pt x="484451" y="363842"/>
                  </a:lnTo>
                  <a:lnTo>
                    <a:pt x="483763" y="363567"/>
                  </a:lnTo>
                  <a:lnTo>
                    <a:pt x="483610" y="363638"/>
                  </a:lnTo>
                  <a:lnTo>
                    <a:pt x="483202" y="363715"/>
                  </a:lnTo>
                  <a:lnTo>
                    <a:pt x="482987" y="363733"/>
                  </a:lnTo>
                  <a:lnTo>
                    <a:pt x="482854" y="363739"/>
                  </a:lnTo>
                  <a:lnTo>
                    <a:pt x="482408" y="363728"/>
                  </a:lnTo>
                  <a:lnTo>
                    <a:pt x="481907" y="363603"/>
                  </a:lnTo>
                  <a:lnTo>
                    <a:pt x="481684" y="363529"/>
                  </a:lnTo>
                  <a:lnTo>
                    <a:pt x="481111" y="363351"/>
                  </a:lnTo>
                  <a:lnTo>
                    <a:pt x="480904" y="363346"/>
                  </a:lnTo>
                  <a:lnTo>
                    <a:pt x="480566" y="363235"/>
                  </a:lnTo>
                  <a:lnTo>
                    <a:pt x="480281" y="363158"/>
                  </a:lnTo>
                  <a:lnTo>
                    <a:pt x="480128" y="363156"/>
                  </a:lnTo>
                  <a:lnTo>
                    <a:pt x="479569" y="363291"/>
                  </a:lnTo>
                  <a:lnTo>
                    <a:pt x="478657" y="363779"/>
                  </a:lnTo>
                  <a:lnTo>
                    <a:pt x="478468" y="363702"/>
                  </a:lnTo>
                  <a:lnTo>
                    <a:pt x="478113" y="363422"/>
                  </a:lnTo>
                  <a:lnTo>
                    <a:pt x="477755" y="363279"/>
                  </a:lnTo>
                  <a:lnTo>
                    <a:pt x="477554" y="363252"/>
                  </a:lnTo>
                  <a:lnTo>
                    <a:pt x="477232" y="363234"/>
                  </a:lnTo>
                  <a:lnTo>
                    <a:pt x="477082" y="363123"/>
                  </a:lnTo>
                  <a:lnTo>
                    <a:pt x="477011" y="362974"/>
                  </a:lnTo>
                  <a:lnTo>
                    <a:pt x="476904" y="362692"/>
                  </a:lnTo>
                  <a:lnTo>
                    <a:pt x="477166" y="362374"/>
                  </a:lnTo>
                  <a:lnTo>
                    <a:pt x="477345" y="362331"/>
                  </a:lnTo>
                  <a:lnTo>
                    <a:pt x="477509" y="362294"/>
                  </a:lnTo>
                  <a:lnTo>
                    <a:pt x="477775" y="362274"/>
                  </a:lnTo>
                  <a:lnTo>
                    <a:pt x="477971" y="362305"/>
                  </a:lnTo>
                  <a:lnTo>
                    <a:pt x="478452" y="361980"/>
                  </a:lnTo>
                  <a:lnTo>
                    <a:pt x="477651" y="360909"/>
                  </a:lnTo>
                  <a:lnTo>
                    <a:pt x="477884" y="360714"/>
                  </a:lnTo>
                  <a:lnTo>
                    <a:pt x="478016" y="360648"/>
                  </a:lnTo>
                  <a:lnTo>
                    <a:pt x="478179" y="360575"/>
                  </a:lnTo>
                  <a:lnTo>
                    <a:pt x="478477" y="360449"/>
                  </a:lnTo>
                  <a:lnTo>
                    <a:pt x="478640" y="360371"/>
                  </a:lnTo>
                  <a:lnTo>
                    <a:pt x="478772" y="360270"/>
                  </a:lnTo>
                  <a:lnTo>
                    <a:pt x="479057" y="359946"/>
                  </a:lnTo>
                  <a:lnTo>
                    <a:pt x="478005" y="359257"/>
                  </a:lnTo>
                  <a:lnTo>
                    <a:pt x="477827" y="359216"/>
                  </a:lnTo>
                  <a:lnTo>
                    <a:pt x="477554" y="359172"/>
                  </a:lnTo>
                  <a:lnTo>
                    <a:pt x="477267" y="359153"/>
                  </a:lnTo>
                  <a:lnTo>
                    <a:pt x="477116" y="359162"/>
                  </a:lnTo>
                  <a:lnTo>
                    <a:pt x="476872" y="359215"/>
                  </a:lnTo>
                  <a:lnTo>
                    <a:pt x="476598" y="359316"/>
                  </a:lnTo>
                  <a:lnTo>
                    <a:pt x="475892" y="359722"/>
                  </a:lnTo>
                  <a:lnTo>
                    <a:pt x="475581" y="359962"/>
                  </a:lnTo>
                  <a:lnTo>
                    <a:pt x="475328" y="360118"/>
                  </a:lnTo>
                  <a:lnTo>
                    <a:pt x="474773" y="360277"/>
                  </a:lnTo>
                  <a:lnTo>
                    <a:pt x="474328" y="360248"/>
                  </a:lnTo>
                  <a:lnTo>
                    <a:pt x="473717" y="360288"/>
                  </a:lnTo>
                  <a:lnTo>
                    <a:pt x="473560" y="360309"/>
                  </a:lnTo>
                  <a:lnTo>
                    <a:pt x="473400" y="360426"/>
                  </a:lnTo>
                  <a:lnTo>
                    <a:pt x="473065" y="360457"/>
                  </a:lnTo>
                  <a:lnTo>
                    <a:pt x="472808" y="360403"/>
                  </a:lnTo>
                  <a:lnTo>
                    <a:pt x="472626" y="360284"/>
                  </a:lnTo>
                  <a:lnTo>
                    <a:pt x="472449" y="360070"/>
                  </a:lnTo>
                  <a:lnTo>
                    <a:pt x="472046" y="359688"/>
                  </a:lnTo>
                  <a:lnTo>
                    <a:pt x="471726" y="359731"/>
                  </a:lnTo>
                  <a:lnTo>
                    <a:pt x="471297" y="359862"/>
                  </a:lnTo>
                  <a:lnTo>
                    <a:pt x="470745" y="359889"/>
                  </a:lnTo>
                  <a:lnTo>
                    <a:pt x="470617" y="359867"/>
                  </a:lnTo>
                  <a:lnTo>
                    <a:pt x="469948" y="359605"/>
                  </a:lnTo>
                  <a:lnTo>
                    <a:pt x="469783" y="359234"/>
                  </a:lnTo>
                  <a:lnTo>
                    <a:pt x="469789" y="359054"/>
                  </a:lnTo>
                  <a:lnTo>
                    <a:pt x="469820" y="358766"/>
                  </a:lnTo>
                  <a:lnTo>
                    <a:pt x="469861" y="358605"/>
                  </a:lnTo>
                  <a:lnTo>
                    <a:pt x="469655" y="358006"/>
                  </a:lnTo>
                  <a:lnTo>
                    <a:pt x="469186" y="358007"/>
                  </a:lnTo>
                  <a:lnTo>
                    <a:pt x="468925" y="358044"/>
                  </a:lnTo>
                  <a:lnTo>
                    <a:pt x="468656" y="358063"/>
                  </a:lnTo>
                  <a:lnTo>
                    <a:pt x="468520" y="358059"/>
                  </a:lnTo>
                  <a:lnTo>
                    <a:pt x="468263" y="358068"/>
                  </a:lnTo>
                  <a:lnTo>
                    <a:pt x="467673" y="358189"/>
                  </a:lnTo>
                  <a:lnTo>
                    <a:pt x="467448" y="358254"/>
                  </a:lnTo>
                  <a:lnTo>
                    <a:pt x="467213" y="358336"/>
                  </a:lnTo>
                  <a:lnTo>
                    <a:pt x="466884" y="358499"/>
                  </a:lnTo>
                  <a:lnTo>
                    <a:pt x="466340" y="359134"/>
                  </a:lnTo>
                  <a:lnTo>
                    <a:pt x="466431" y="359541"/>
                  </a:lnTo>
                  <a:lnTo>
                    <a:pt x="466699" y="359662"/>
                  </a:lnTo>
                  <a:lnTo>
                    <a:pt x="466874" y="359668"/>
                  </a:lnTo>
                  <a:lnTo>
                    <a:pt x="467175" y="359653"/>
                  </a:lnTo>
                  <a:lnTo>
                    <a:pt x="468175" y="359847"/>
                  </a:lnTo>
                  <a:lnTo>
                    <a:pt x="467967" y="360123"/>
                  </a:lnTo>
                  <a:lnTo>
                    <a:pt x="467646" y="360298"/>
                  </a:lnTo>
                  <a:lnTo>
                    <a:pt x="467481" y="360253"/>
                  </a:lnTo>
                  <a:lnTo>
                    <a:pt x="467084" y="360091"/>
                  </a:lnTo>
                  <a:lnTo>
                    <a:pt x="466791" y="360007"/>
                  </a:lnTo>
                  <a:lnTo>
                    <a:pt x="466651" y="359996"/>
                  </a:lnTo>
                  <a:lnTo>
                    <a:pt x="466086" y="359957"/>
                  </a:lnTo>
                  <a:lnTo>
                    <a:pt x="465952" y="359989"/>
                  </a:lnTo>
                  <a:lnTo>
                    <a:pt x="465260" y="360368"/>
                  </a:lnTo>
                  <a:lnTo>
                    <a:pt x="465042" y="360917"/>
                  </a:lnTo>
                  <a:lnTo>
                    <a:pt x="464995" y="361116"/>
                  </a:lnTo>
                  <a:lnTo>
                    <a:pt x="465011" y="361361"/>
                  </a:lnTo>
                  <a:lnTo>
                    <a:pt x="465106" y="361594"/>
                  </a:lnTo>
                  <a:lnTo>
                    <a:pt x="465252" y="361797"/>
                  </a:lnTo>
                  <a:lnTo>
                    <a:pt x="465499" y="362145"/>
                  </a:lnTo>
                  <a:lnTo>
                    <a:pt x="465629" y="362428"/>
                  </a:lnTo>
                  <a:lnTo>
                    <a:pt x="464931" y="362722"/>
                  </a:lnTo>
                  <a:lnTo>
                    <a:pt x="464728" y="362799"/>
                  </a:lnTo>
                  <a:lnTo>
                    <a:pt x="464682" y="363018"/>
                  </a:lnTo>
                  <a:lnTo>
                    <a:pt x="464499" y="363744"/>
                  </a:lnTo>
                  <a:lnTo>
                    <a:pt x="464677" y="364459"/>
                  </a:lnTo>
                  <a:lnTo>
                    <a:pt x="464605" y="364708"/>
                  </a:lnTo>
                  <a:lnTo>
                    <a:pt x="463939" y="366012"/>
                  </a:lnTo>
                  <a:lnTo>
                    <a:pt x="463217" y="366680"/>
                  </a:lnTo>
                  <a:lnTo>
                    <a:pt x="463265" y="366830"/>
                  </a:lnTo>
                  <a:lnTo>
                    <a:pt x="463345" y="366999"/>
                  </a:lnTo>
                  <a:lnTo>
                    <a:pt x="463302" y="367235"/>
                  </a:lnTo>
                  <a:lnTo>
                    <a:pt x="463242" y="367414"/>
                  </a:lnTo>
                  <a:lnTo>
                    <a:pt x="463072" y="367966"/>
                  </a:lnTo>
                  <a:lnTo>
                    <a:pt x="462927" y="368171"/>
                  </a:lnTo>
                  <a:lnTo>
                    <a:pt x="462753" y="368551"/>
                  </a:lnTo>
                  <a:lnTo>
                    <a:pt x="462998" y="368816"/>
                  </a:lnTo>
                  <a:lnTo>
                    <a:pt x="463067" y="369076"/>
                  </a:lnTo>
                  <a:lnTo>
                    <a:pt x="462992" y="369242"/>
                  </a:lnTo>
                  <a:lnTo>
                    <a:pt x="463007" y="369420"/>
                  </a:lnTo>
                  <a:lnTo>
                    <a:pt x="463075" y="369629"/>
                  </a:lnTo>
                  <a:lnTo>
                    <a:pt x="462739" y="370027"/>
                  </a:lnTo>
                  <a:lnTo>
                    <a:pt x="462271" y="370567"/>
                  </a:lnTo>
                  <a:lnTo>
                    <a:pt x="461922" y="370870"/>
                  </a:lnTo>
                  <a:lnTo>
                    <a:pt x="461801" y="371081"/>
                  </a:lnTo>
                  <a:lnTo>
                    <a:pt x="461811" y="371255"/>
                  </a:lnTo>
                  <a:lnTo>
                    <a:pt x="461603" y="372184"/>
                  </a:lnTo>
                  <a:lnTo>
                    <a:pt x="461469" y="372366"/>
                  </a:lnTo>
                  <a:lnTo>
                    <a:pt x="461414" y="372498"/>
                  </a:lnTo>
                  <a:lnTo>
                    <a:pt x="460802" y="373227"/>
                  </a:lnTo>
                  <a:lnTo>
                    <a:pt x="460778" y="373882"/>
                  </a:lnTo>
                  <a:lnTo>
                    <a:pt x="460977" y="374441"/>
                  </a:lnTo>
                  <a:lnTo>
                    <a:pt x="461104" y="374685"/>
                  </a:lnTo>
                  <a:lnTo>
                    <a:pt x="462306" y="375553"/>
                  </a:lnTo>
                  <a:lnTo>
                    <a:pt x="461932" y="375738"/>
                  </a:lnTo>
                  <a:lnTo>
                    <a:pt x="461752" y="375818"/>
                  </a:lnTo>
                  <a:lnTo>
                    <a:pt x="461596" y="375933"/>
                  </a:lnTo>
                  <a:lnTo>
                    <a:pt x="461576" y="377278"/>
                  </a:lnTo>
                  <a:lnTo>
                    <a:pt x="461720" y="377328"/>
                  </a:lnTo>
                  <a:lnTo>
                    <a:pt x="461693" y="377804"/>
                  </a:lnTo>
                  <a:lnTo>
                    <a:pt x="461473" y="377747"/>
                  </a:lnTo>
                  <a:lnTo>
                    <a:pt x="461273" y="377659"/>
                  </a:lnTo>
                  <a:lnTo>
                    <a:pt x="461149" y="377342"/>
                  </a:lnTo>
                  <a:lnTo>
                    <a:pt x="460923" y="377048"/>
                  </a:lnTo>
                  <a:lnTo>
                    <a:pt x="460675" y="377125"/>
                  </a:lnTo>
                  <a:lnTo>
                    <a:pt x="460372" y="377880"/>
                  </a:lnTo>
                  <a:lnTo>
                    <a:pt x="460942" y="378048"/>
                  </a:lnTo>
                  <a:lnTo>
                    <a:pt x="460852" y="378396"/>
                  </a:lnTo>
                  <a:lnTo>
                    <a:pt x="460575" y="378614"/>
                  </a:lnTo>
                  <a:lnTo>
                    <a:pt x="460847" y="379208"/>
                  </a:lnTo>
                  <a:lnTo>
                    <a:pt x="461006" y="379186"/>
                  </a:lnTo>
                  <a:lnTo>
                    <a:pt x="461151" y="379172"/>
                  </a:lnTo>
                  <a:lnTo>
                    <a:pt x="461357" y="379172"/>
                  </a:lnTo>
                  <a:lnTo>
                    <a:pt x="461677" y="379556"/>
                  </a:lnTo>
                  <a:lnTo>
                    <a:pt x="461315" y="379849"/>
                  </a:lnTo>
                  <a:lnTo>
                    <a:pt x="461080" y="379884"/>
                  </a:lnTo>
                  <a:lnTo>
                    <a:pt x="460521" y="380180"/>
                  </a:lnTo>
                  <a:lnTo>
                    <a:pt x="460312" y="380817"/>
                  </a:lnTo>
                  <a:lnTo>
                    <a:pt x="459999" y="380987"/>
                  </a:lnTo>
                  <a:lnTo>
                    <a:pt x="459781" y="381119"/>
                  </a:lnTo>
                  <a:lnTo>
                    <a:pt x="459664" y="381307"/>
                  </a:lnTo>
                  <a:lnTo>
                    <a:pt x="459619" y="381552"/>
                  </a:lnTo>
                  <a:lnTo>
                    <a:pt x="459653" y="381838"/>
                  </a:lnTo>
                  <a:lnTo>
                    <a:pt x="459855" y="382668"/>
                  </a:lnTo>
                  <a:lnTo>
                    <a:pt x="460120" y="383168"/>
                  </a:lnTo>
                  <a:lnTo>
                    <a:pt x="460056" y="383299"/>
                  </a:lnTo>
                  <a:lnTo>
                    <a:pt x="459994" y="383453"/>
                  </a:lnTo>
                  <a:lnTo>
                    <a:pt x="460035" y="383651"/>
                  </a:lnTo>
                  <a:lnTo>
                    <a:pt x="460038" y="383870"/>
                  </a:lnTo>
                  <a:lnTo>
                    <a:pt x="459900" y="383952"/>
                  </a:lnTo>
                  <a:lnTo>
                    <a:pt x="459712" y="384481"/>
                  </a:lnTo>
                  <a:lnTo>
                    <a:pt x="459746" y="384906"/>
                  </a:lnTo>
                  <a:lnTo>
                    <a:pt x="459638" y="385146"/>
                  </a:lnTo>
                  <a:lnTo>
                    <a:pt x="459456" y="385325"/>
                  </a:lnTo>
                  <a:lnTo>
                    <a:pt x="459473" y="385611"/>
                  </a:lnTo>
                  <a:lnTo>
                    <a:pt x="459782" y="386110"/>
                  </a:lnTo>
                  <a:lnTo>
                    <a:pt x="459788" y="386375"/>
                  </a:lnTo>
                  <a:lnTo>
                    <a:pt x="459920" y="386706"/>
                  </a:lnTo>
                  <a:lnTo>
                    <a:pt x="459993" y="387244"/>
                  </a:lnTo>
                  <a:lnTo>
                    <a:pt x="459241" y="388087"/>
                  </a:lnTo>
                  <a:lnTo>
                    <a:pt x="459101" y="388162"/>
                  </a:lnTo>
                  <a:lnTo>
                    <a:pt x="459074" y="388548"/>
                  </a:lnTo>
                  <a:lnTo>
                    <a:pt x="458871" y="388642"/>
                  </a:lnTo>
                  <a:lnTo>
                    <a:pt x="458719" y="388731"/>
                  </a:lnTo>
                  <a:lnTo>
                    <a:pt x="458347" y="389018"/>
                  </a:lnTo>
                  <a:lnTo>
                    <a:pt x="457848" y="389382"/>
                  </a:lnTo>
                  <a:lnTo>
                    <a:pt x="456510" y="388940"/>
                  </a:lnTo>
                  <a:lnTo>
                    <a:pt x="455810" y="389216"/>
                  </a:lnTo>
                  <a:lnTo>
                    <a:pt x="455276" y="389335"/>
                  </a:lnTo>
                  <a:lnTo>
                    <a:pt x="454425" y="388194"/>
                  </a:lnTo>
                  <a:lnTo>
                    <a:pt x="454365" y="388007"/>
                  </a:lnTo>
                  <a:lnTo>
                    <a:pt x="454281" y="387803"/>
                  </a:lnTo>
                  <a:lnTo>
                    <a:pt x="453847" y="387422"/>
                  </a:lnTo>
                  <a:lnTo>
                    <a:pt x="453492" y="387678"/>
                  </a:lnTo>
                  <a:lnTo>
                    <a:pt x="452487" y="388312"/>
                  </a:lnTo>
                  <a:lnTo>
                    <a:pt x="453523" y="388807"/>
                  </a:lnTo>
                  <a:lnTo>
                    <a:pt x="453075" y="389308"/>
                  </a:lnTo>
                  <a:lnTo>
                    <a:pt x="452988" y="389627"/>
                  </a:lnTo>
                  <a:lnTo>
                    <a:pt x="452498" y="390169"/>
                  </a:lnTo>
                  <a:lnTo>
                    <a:pt x="451955" y="390195"/>
                  </a:lnTo>
                  <a:lnTo>
                    <a:pt x="451401" y="390895"/>
                  </a:lnTo>
                  <a:lnTo>
                    <a:pt x="451464" y="391570"/>
                  </a:lnTo>
                  <a:lnTo>
                    <a:pt x="451717" y="391519"/>
                  </a:lnTo>
                  <a:lnTo>
                    <a:pt x="451853" y="391580"/>
                  </a:lnTo>
                  <a:lnTo>
                    <a:pt x="451763" y="391841"/>
                  </a:lnTo>
                  <a:lnTo>
                    <a:pt x="451530" y="391965"/>
                  </a:lnTo>
                  <a:lnTo>
                    <a:pt x="451358" y="391975"/>
                  </a:lnTo>
                  <a:lnTo>
                    <a:pt x="450981" y="392001"/>
                  </a:lnTo>
                  <a:lnTo>
                    <a:pt x="450828" y="392086"/>
                  </a:lnTo>
                  <a:lnTo>
                    <a:pt x="450911" y="392381"/>
                  </a:lnTo>
                  <a:lnTo>
                    <a:pt x="450967" y="392719"/>
                  </a:lnTo>
                  <a:lnTo>
                    <a:pt x="450862" y="392862"/>
                  </a:lnTo>
                  <a:lnTo>
                    <a:pt x="450566" y="392434"/>
                  </a:lnTo>
                  <a:lnTo>
                    <a:pt x="450039" y="392565"/>
                  </a:lnTo>
                  <a:lnTo>
                    <a:pt x="449815" y="391899"/>
                  </a:lnTo>
                  <a:lnTo>
                    <a:pt x="449607" y="391584"/>
                  </a:lnTo>
                  <a:lnTo>
                    <a:pt x="449490" y="391269"/>
                  </a:lnTo>
                  <a:lnTo>
                    <a:pt x="449103" y="391150"/>
                  </a:lnTo>
                  <a:lnTo>
                    <a:pt x="448886" y="391119"/>
                  </a:lnTo>
                  <a:lnTo>
                    <a:pt x="448660" y="391068"/>
                  </a:lnTo>
                  <a:lnTo>
                    <a:pt x="448295" y="390568"/>
                  </a:lnTo>
                  <a:lnTo>
                    <a:pt x="448280" y="390170"/>
                  </a:lnTo>
                  <a:lnTo>
                    <a:pt x="448150" y="390068"/>
                  </a:lnTo>
                  <a:lnTo>
                    <a:pt x="447936" y="389989"/>
                  </a:lnTo>
                  <a:lnTo>
                    <a:pt x="447660" y="389872"/>
                  </a:lnTo>
                  <a:lnTo>
                    <a:pt x="447408" y="389739"/>
                  </a:lnTo>
                  <a:lnTo>
                    <a:pt x="447056" y="389652"/>
                  </a:lnTo>
                  <a:lnTo>
                    <a:pt x="446391" y="389267"/>
                  </a:lnTo>
                  <a:lnTo>
                    <a:pt x="446310" y="389108"/>
                  </a:lnTo>
                  <a:lnTo>
                    <a:pt x="445854" y="388515"/>
                  </a:lnTo>
                  <a:lnTo>
                    <a:pt x="445357" y="388842"/>
                  </a:lnTo>
                  <a:lnTo>
                    <a:pt x="445136" y="389041"/>
                  </a:lnTo>
                  <a:lnTo>
                    <a:pt x="444639" y="389021"/>
                  </a:lnTo>
                  <a:lnTo>
                    <a:pt x="444372" y="388814"/>
                  </a:lnTo>
                  <a:lnTo>
                    <a:pt x="444131" y="388589"/>
                  </a:lnTo>
                  <a:lnTo>
                    <a:pt x="443976" y="388512"/>
                  </a:lnTo>
                  <a:lnTo>
                    <a:pt x="443323" y="388111"/>
                  </a:lnTo>
                  <a:lnTo>
                    <a:pt x="443212" y="388248"/>
                  </a:lnTo>
                  <a:lnTo>
                    <a:pt x="443096" y="388532"/>
                  </a:lnTo>
                  <a:lnTo>
                    <a:pt x="443164" y="388667"/>
                  </a:lnTo>
                  <a:lnTo>
                    <a:pt x="443178" y="389253"/>
                  </a:lnTo>
                  <a:lnTo>
                    <a:pt x="443038" y="389435"/>
                  </a:lnTo>
                  <a:lnTo>
                    <a:pt x="442731" y="389491"/>
                  </a:lnTo>
                  <a:lnTo>
                    <a:pt x="442559" y="389411"/>
                  </a:lnTo>
                  <a:lnTo>
                    <a:pt x="442175" y="389339"/>
                  </a:lnTo>
                  <a:lnTo>
                    <a:pt x="441604" y="389007"/>
                  </a:lnTo>
                  <a:lnTo>
                    <a:pt x="442139" y="388465"/>
                  </a:lnTo>
                  <a:lnTo>
                    <a:pt x="442243" y="388243"/>
                  </a:lnTo>
                  <a:lnTo>
                    <a:pt x="442226" y="388024"/>
                  </a:lnTo>
                  <a:lnTo>
                    <a:pt x="442090" y="387850"/>
                  </a:lnTo>
                  <a:lnTo>
                    <a:pt x="441952" y="387760"/>
                  </a:lnTo>
                  <a:lnTo>
                    <a:pt x="441590" y="387814"/>
                  </a:lnTo>
                  <a:lnTo>
                    <a:pt x="441420" y="387851"/>
                  </a:lnTo>
                  <a:lnTo>
                    <a:pt x="441048" y="388081"/>
                  </a:lnTo>
                  <a:lnTo>
                    <a:pt x="440691" y="388492"/>
                  </a:lnTo>
                  <a:lnTo>
                    <a:pt x="440809" y="388919"/>
                  </a:lnTo>
                  <a:lnTo>
                    <a:pt x="441386" y="389277"/>
                  </a:lnTo>
                  <a:lnTo>
                    <a:pt x="441607" y="389824"/>
                  </a:lnTo>
                  <a:lnTo>
                    <a:pt x="441338" y="389904"/>
                  </a:lnTo>
                  <a:lnTo>
                    <a:pt x="440876" y="389880"/>
                  </a:lnTo>
                  <a:lnTo>
                    <a:pt x="440864" y="390012"/>
                  </a:lnTo>
                  <a:lnTo>
                    <a:pt x="441021" y="390067"/>
                  </a:lnTo>
                  <a:lnTo>
                    <a:pt x="441304" y="390453"/>
                  </a:lnTo>
                  <a:lnTo>
                    <a:pt x="441134" y="390429"/>
                  </a:lnTo>
                  <a:lnTo>
                    <a:pt x="440550" y="390010"/>
                  </a:lnTo>
                  <a:lnTo>
                    <a:pt x="440384" y="389692"/>
                  </a:lnTo>
                  <a:lnTo>
                    <a:pt x="440411" y="389484"/>
                  </a:lnTo>
                  <a:lnTo>
                    <a:pt x="440513" y="389349"/>
                  </a:lnTo>
                  <a:lnTo>
                    <a:pt x="440407" y="389067"/>
                  </a:lnTo>
                  <a:lnTo>
                    <a:pt x="440081" y="389367"/>
                  </a:lnTo>
                  <a:lnTo>
                    <a:pt x="439588" y="389561"/>
                  </a:lnTo>
                  <a:lnTo>
                    <a:pt x="439283" y="389655"/>
                  </a:lnTo>
                  <a:lnTo>
                    <a:pt x="439275" y="390164"/>
                  </a:lnTo>
                  <a:lnTo>
                    <a:pt x="439222" y="390791"/>
                  </a:lnTo>
                  <a:lnTo>
                    <a:pt x="439356" y="390860"/>
                  </a:lnTo>
                  <a:lnTo>
                    <a:pt x="439587" y="391128"/>
                  </a:lnTo>
                  <a:lnTo>
                    <a:pt x="439487" y="391571"/>
                  </a:lnTo>
                  <a:lnTo>
                    <a:pt x="438968" y="391388"/>
                  </a:lnTo>
                  <a:lnTo>
                    <a:pt x="438687" y="391465"/>
                  </a:lnTo>
                  <a:lnTo>
                    <a:pt x="438543" y="391891"/>
                  </a:lnTo>
                  <a:lnTo>
                    <a:pt x="438350" y="391822"/>
                  </a:lnTo>
                  <a:lnTo>
                    <a:pt x="437841" y="391475"/>
                  </a:lnTo>
                  <a:lnTo>
                    <a:pt x="437517" y="391470"/>
                  </a:lnTo>
                  <a:lnTo>
                    <a:pt x="437390" y="391703"/>
                  </a:lnTo>
                  <a:lnTo>
                    <a:pt x="437386" y="391913"/>
                  </a:lnTo>
                  <a:lnTo>
                    <a:pt x="437297" y="392172"/>
                  </a:lnTo>
                  <a:lnTo>
                    <a:pt x="437077" y="392270"/>
                  </a:lnTo>
                  <a:lnTo>
                    <a:pt x="436555" y="391870"/>
                  </a:lnTo>
                  <a:lnTo>
                    <a:pt x="435782" y="392366"/>
                  </a:lnTo>
                  <a:lnTo>
                    <a:pt x="435898" y="392584"/>
                  </a:lnTo>
                  <a:lnTo>
                    <a:pt x="435821" y="392870"/>
                  </a:lnTo>
                  <a:lnTo>
                    <a:pt x="435381" y="393188"/>
                  </a:lnTo>
                  <a:lnTo>
                    <a:pt x="435431" y="393478"/>
                  </a:lnTo>
                  <a:lnTo>
                    <a:pt x="435833" y="393723"/>
                  </a:lnTo>
                  <a:lnTo>
                    <a:pt x="436148" y="393859"/>
                  </a:lnTo>
                  <a:lnTo>
                    <a:pt x="436393" y="393982"/>
                  </a:lnTo>
                  <a:lnTo>
                    <a:pt x="436651" y="394244"/>
                  </a:lnTo>
                  <a:lnTo>
                    <a:pt x="436241" y="395264"/>
                  </a:lnTo>
                  <a:lnTo>
                    <a:pt x="436051" y="395299"/>
                  </a:lnTo>
                  <a:lnTo>
                    <a:pt x="435294" y="395337"/>
                  </a:lnTo>
                  <a:lnTo>
                    <a:pt x="434804" y="395050"/>
                  </a:lnTo>
                  <a:lnTo>
                    <a:pt x="434423" y="395018"/>
                  </a:lnTo>
                  <a:lnTo>
                    <a:pt x="434145" y="395529"/>
                  </a:lnTo>
                  <a:lnTo>
                    <a:pt x="434413" y="395703"/>
                  </a:lnTo>
                  <a:lnTo>
                    <a:pt x="435263" y="395685"/>
                  </a:lnTo>
                  <a:lnTo>
                    <a:pt x="435405" y="395629"/>
                  </a:lnTo>
                  <a:lnTo>
                    <a:pt x="435655" y="395587"/>
                  </a:lnTo>
                  <a:lnTo>
                    <a:pt x="435215" y="396377"/>
                  </a:lnTo>
                  <a:lnTo>
                    <a:pt x="434534" y="396611"/>
                  </a:lnTo>
                  <a:lnTo>
                    <a:pt x="434398" y="396734"/>
                  </a:lnTo>
                  <a:lnTo>
                    <a:pt x="434330" y="396936"/>
                  </a:lnTo>
                  <a:lnTo>
                    <a:pt x="435062" y="397119"/>
                  </a:lnTo>
                  <a:lnTo>
                    <a:pt x="435465" y="397192"/>
                  </a:lnTo>
                  <a:lnTo>
                    <a:pt x="434860" y="398116"/>
                  </a:lnTo>
                  <a:lnTo>
                    <a:pt x="434406" y="398185"/>
                  </a:lnTo>
                  <a:lnTo>
                    <a:pt x="433148" y="398955"/>
                  </a:lnTo>
                  <a:lnTo>
                    <a:pt x="433449" y="399664"/>
                  </a:lnTo>
                  <a:lnTo>
                    <a:pt x="434012" y="399299"/>
                  </a:lnTo>
                  <a:lnTo>
                    <a:pt x="434380" y="399293"/>
                  </a:lnTo>
                  <a:lnTo>
                    <a:pt x="434388" y="399753"/>
                  </a:lnTo>
                  <a:lnTo>
                    <a:pt x="434065" y="400053"/>
                  </a:lnTo>
                  <a:lnTo>
                    <a:pt x="434134" y="400290"/>
                  </a:lnTo>
                  <a:lnTo>
                    <a:pt x="435172" y="401331"/>
                  </a:lnTo>
                  <a:lnTo>
                    <a:pt x="434604" y="401225"/>
                  </a:lnTo>
                  <a:lnTo>
                    <a:pt x="434439" y="401179"/>
                  </a:lnTo>
                  <a:lnTo>
                    <a:pt x="433642" y="401617"/>
                  </a:lnTo>
                  <a:lnTo>
                    <a:pt x="433755" y="401877"/>
                  </a:lnTo>
                  <a:lnTo>
                    <a:pt x="433305" y="402247"/>
                  </a:lnTo>
                  <a:lnTo>
                    <a:pt x="433104" y="402281"/>
                  </a:lnTo>
                  <a:lnTo>
                    <a:pt x="432915" y="402308"/>
                  </a:lnTo>
                  <a:lnTo>
                    <a:pt x="432266" y="402433"/>
                  </a:lnTo>
                  <a:lnTo>
                    <a:pt x="432272" y="402719"/>
                  </a:lnTo>
                  <a:lnTo>
                    <a:pt x="432396" y="402918"/>
                  </a:lnTo>
                  <a:lnTo>
                    <a:pt x="432470" y="403088"/>
                  </a:lnTo>
                  <a:lnTo>
                    <a:pt x="432503" y="403531"/>
                  </a:lnTo>
                  <a:lnTo>
                    <a:pt x="432096" y="403508"/>
                  </a:lnTo>
                  <a:lnTo>
                    <a:pt x="431826" y="403492"/>
                  </a:lnTo>
                  <a:lnTo>
                    <a:pt x="431369" y="403489"/>
                  </a:lnTo>
                  <a:lnTo>
                    <a:pt x="431046" y="403599"/>
                  </a:lnTo>
                  <a:lnTo>
                    <a:pt x="429653" y="404705"/>
                  </a:lnTo>
                  <a:lnTo>
                    <a:pt x="429353" y="404712"/>
                  </a:lnTo>
                  <a:lnTo>
                    <a:pt x="429211" y="404773"/>
                  </a:lnTo>
                  <a:lnTo>
                    <a:pt x="427961" y="404404"/>
                  </a:lnTo>
                  <a:lnTo>
                    <a:pt x="428009" y="404879"/>
                  </a:lnTo>
                  <a:lnTo>
                    <a:pt x="427730" y="404836"/>
                  </a:lnTo>
                  <a:lnTo>
                    <a:pt x="427307" y="404814"/>
                  </a:lnTo>
                  <a:lnTo>
                    <a:pt x="426852" y="405046"/>
                  </a:lnTo>
                  <a:lnTo>
                    <a:pt x="426511" y="405495"/>
                  </a:lnTo>
                  <a:lnTo>
                    <a:pt x="426340" y="406660"/>
                  </a:lnTo>
                  <a:lnTo>
                    <a:pt x="425123" y="407017"/>
                  </a:lnTo>
                  <a:lnTo>
                    <a:pt x="425023" y="407201"/>
                  </a:lnTo>
                  <a:lnTo>
                    <a:pt x="425001" y="407331"/>
                  </a:lnTo>
                  <a:lnTo>
                    <a:pt x="424908" y="407493"/>
                  </a:lnTo>
                  <a:lnTo>
                    <a:pt x="424486" y="407347"/>
                  </a:lnTo>
                  <a:lnTo>
                    <a:pt x="424237" y="407325"/>
                  </a:lnTo>
                  <a:lnTo>
                    <a:pt x="423840" y="407405"/>
                  </a:lnTo>
                  <a:lnTo>
                    <a:pt x="422965" y="407296"/>
                  </a:lnTo>
                  <a:lnTo>
                    <a:pt x="422801" y="407542"/>
                  </a:lnTo>
                  <a:lnTo>
                    <a:pt x="422286" y="407866"/>
                  </a:lnTo>
                  <a:lnTo>
                    <a:pt x="422307" y="408317"/>
                  </a:lnTo>
                  <a:lnTo>
                    <a:pt x="422512" y="409067"/>
                  </a:lnTo>
                  <a:lnTo>
                    <a:pt x="422676" y="409152"/>
                  </a:lnTo>
                  <a:lnTo>
                    <a:pt x="422639" y="409467"/>
                  </a:lnTo>
                  <a:lnTo>
                    <a:pt x="422442" y="409743"/>
                  </a:lnTo>
                  <a:lnTo>
                    <a:pt x="422408" y="409991"/>
                  </a:lnTo>
                  <a:lnTo>
                    <a:pt x="422295" y="410353"/>
                  </a:lnTo>
                  <a:lnTo>
                    <a:pt x="421614" y="411177"/>
                  </a:lnTo>
                  <a:lnTo>
                    <a:pt x="420958" y="411622"/>
                  </a:lnTo>
                  <a:lnTo>
                    <a:pt x="420670" y="411755"/>
                  </a:lnTo>
                  <a:lnTo>
                    <a:pt x="419988" y="411477"/>
                  </a:lnTo>
                  <a:lnTo>
                    <a:pt x="419542" y="411007"/>
                  </a:lnTo>
                  <a:lnTo>
                    <a:pt x="419086" y="410895"/>
                  </a:lnTo>
                  <a:lnTo>
                    <a:pt x="418584" y="410993"/>
                  </a:lnTo>
                  <a:lnTo>
                    <a:pt x="417770" y="410711"/>
                  </a:lnTo>
                  <a:lnTo>
                    <a:pt x="416822" y="410755"/>
                  </a:lnTo>
                  <a:lnTo>
                    <a:pt x="416549" y="410506"/>
                  </a:lnTo>
                  <a:lnTo>
                    <a:pt x="416317" y="410374"/>
                  </a:lnTo>
                  <a:lnTo>
                    <a:pt x="415796" y="410043"/>
                  </a:lnTo>
                  <a:lnTo>
                    <a:pt x="415551" y="410003"/>
                  </a:lnTo>
                  <a:lnTo>
                    <a:pt x="414443" y="410118"/>
                  </a:lnTo>
                  <a:lnTo>
                    <a:pt x="414168" y="410414"/>
                  </a:lnTo>
                  <a:lnTo>
                    <a:pt x="413889" y="410577"/>
                  </a:lnTo>
                  <a:lnTo>
                    <a:pt x="413578" y="410234"/>
                  </a:lnTo>
                  <a:lnTo>
                    <a:pt x="413363" y="410199"/>
                  </a:lnTo>
                  <a:lnTo>
                    <a:pt x="413188" y="410094"/>
                  </a:lnTo>
                  <a:lnTo>
                    <a:pt x="413093" y="409900"/>
                  </a:lnTo>
                  <a:lnTo>
                    <a:pt x="412916" y="409639"/>
                  </a:lnTo>
                  <a:lnTo>
                    <a:pt x="412685" y="409524"/>
                  </a:lnTo>
                  <a:lnTo>
                    <a:pt x="411979" y="409915"/>
                  </a:lnTo>
                  <a:lnTo>
                    <a:pt x="411981" y="410072"/>
                  </a:lnTo>
                  <a:lnTo>
                    <a:pt x="411795" y="410128"/>
                  </a:lnTo>
                  <a:lnTo>
                    <a:pt x="411635" y="410197"/>
                  </a:lnTo>
                  <a:lnTo>
                    <a:pt x="411465" y="410247"/>
                  </a:lnTo>
                  <a:lnTo>
                    <a:pt x="411258" y="410264"/>
                  </a:lnTo>
                  <a:lnTo>
                    <a:pt x="410860" y="410659"/>
                  </a:lnTo>
                  <a:lnTo>
                    <a:pt x="410726" y="410881"/>
                  </a:lnTo>
                  <a:lnTo>
                    <a:pt x="410511" y="411110"/>
                  </a:lnTo>
                  <a:lnTo>
                    <a:pt x="410053" y="411464"/>
                  </a:lnTo>
                  <a:lnTo>
                    <a:pt x="409867" y="411567"/>
                  </a:lnTo>
                  <a:lnTo>
                    <a:pt x="409412" y="411603"/>
                  </a:lnTo>
                  <a:lnTo>
                    <a:pt x="409007" y="411367"/>
                  </a:lnTo>
                  <a:lnTo>
                    <a:pt x="408632" y="411280"/>
                  </a:lnTo>
                  <a:lnTo>
                    <a:pt x="408380" y="411081"/>
                  </a:lnTo>
                  <a:lnTo>
                    <a:pt x="408113" y="410648"/>
                  </a:lnTo>
                  <a:lnTo>
                    <a:pt x="407602" y="410380"/>
                  </a:lnTo>
                  <a:lnTo>
                    <a:pt x="407248" y="410286"/>
                  </a:lnTo>
                  <a:lnTo>
                    <a:pt x="407032" y="410406"/>
                  </a:lnTo>
                  <a:lnTo>
                    <a:pt x="406847" y="410531"/>
                  </a:lnTo>
                  <a:lnTo>
                    <a:pt x="406430" y="410682"/>
                  </a:lnTo>
                  <a:lnTo>
                    <a:pt x="405878" y="410634"/>
                  </a:lnTo>
                  <a:lnTo>
                    <a:pt x="405516" y="411610"/>
                  </a:lnTo>
                  <a:lnTo>
                    <a:pt x="405148" y="412037"/>
                  </a:lnTo>
                  <a:lnTo>
                    <a:pt x="404624" y="412335"/>
                  </a:lnTo>
                  <a:lnTo>
                    <a:pt x="404329" y="412407"/>
                  </a:lnTo>
                  <a:lnTo>
                    <a:pt x="404132" y="412427"/>
                  </a:lnTo>
                  <a:lnTo>
                    <a:pt x="403686" y="412390"/>
                  </a:lnTo>
                  <a:lnTo>
                    <a:pt x="403079" y="412143"/>
                  </a:lnTo>
                  <a:lnTo>
                    <a:pt x="402874" y="412191"/>
                  </a:lnTo>
                  <a:lnTo>
                    <a:pt x="402711" y="412296"/>
                  </a:lnTo>
                  <a:lnTo>
                    <a:pt x="401664" y="412256"/>
                  </a:lnTo>
                  <a:lnTo>
                    <a:pt x="401333" y="412364"/>
                  </a:lnTo>
                  <a:lnTo>
                    <a:pt x="401151" y="412391"/>
                  </a:lnTo>
                  <a:lnTo>
                    <a:pt x="400251" y="412020"/>
                  </a:lnTo>
                  <a:lnTo>
                    <a:pt x="399547" y="411911"/>
                  </a:lnTo>
                  <a:lnTo>
                    <a:pt x="399422" y="411659"/>
                  </a:lnTo>
                  <a:lnTo>
                    <a:pt x="399362" y="411522"/>
                  </a:lnTo>
                  <a:lnTo>
                    <a:pt x="398809" y="411402"/>
                  </a:lnTo>
                  <a:lnTo>
                    <a:pt x="398588" y="411467"/>
                  </a:lnTo>
                  <a:lnTo>
                    <a:pt x="398288" y="411512"/>
                  </a:lnTo>
                  <a:lnTo>
                    <a:pt x="397987" y="411374"/>
                  </a:lnTo>
                  <a:lnTo>
                    <a:pt x="397765" y="411350"/>
                  </a:lnTo>
                  <a:lnTo>
                    <a:pt x="397560" y="411381"/>
                  </a:lnTo>
                  <a:lnTo>
                    <a:pt x="397424" y="411459"/>
                  </a:lnTo>
                  <a:lnTo>
                    <a:pt x="390902" y="410981"/>
                  </a:lnTo>
                  <a:lnTo>
                    <a:pt x="381678" y="411272"/>
                  </a:lnTo>
                  <a:lnTo>
                    <a:pt x="380093" y="411828"/>
                  </a:lnTo>
                  <a:lnTo>
                    <a:pt x="378743" y="412394"/>
                  </a:lnTo>
                  <a:lnTo>
                    <a:pt x="379238" y="413080"/>
                  </a:lnTo>
                  <a:lnTo>
                    <a:pt x="379522" y="413361"/>
                  </a:lnTo>
                  <a:lnTo>
                    <a:pt x="379779" y="413510"/>
                  </a:lnTo>
                  <a:lnTo>
                    <a:pt x="380131" y="413699"/>
                  </a:lnTo>
                  <a:lnTo>
                    <a:pt x="380679" y="414055"/>
                  </a:lnTo>
                  <a:lnTo>
                    <a:pt x="381429" y="414703"/>
                  </a:lnTo>
                  <a:lnTo>
                    <a:pt x="382163" y="415270"/>
                  </a:lnTo>
                  <a:lnTo>
                    <a:pt x="382189" y="415433"/>
                  </a:lnTo>
                  <a:lnTo>
                    <a:pt x="382193" y="415737"/>
                  </a:lnTo>
                  <a:lnTo>
                    <a:pt x="382155" y="416140"/>
                  </a:lnTo>
                  <a:lnTo>
                    <a:pt x="382022" y="416398"/>
                  </a:lnTo>
                  <a:lnTo>
                    <a:pt x="382048" y="416687"/>
                  </a:lnTo>
                  <a:lnTo>
                    <a:pt x="382122" y="417198"/>
                  </a:lnTo>
                  <a:lnTo>
                    <a:pt x="382459" y="418331"/>
                  </a:lnTo>
                  <a:lnTo>
                    <a:pt x="382420" y="418462"/>
                  </a:lnTo>
                  <a:lnTo>
                    <a:pt x="382300" y="418875"/>
                  </a:lnTo>
                  <a:lnTo>
                    <a:pt x="382313" y="419087"/>
                  </a:lnTo>
                  <a:lnTo>
                    <a:pt x="382276" y="419501"/>
                  </a:lnTo>
                  <a:lnTo>
                    <a:pt x="382272" y="419879"/>
                  </a:lnTo>
                  <a:lnTo>
                    <a:pt x="382266" y="420027"/>
                  </a:lnTo>
                  <a:lnTo>
                    <a:pt x="382102" y="420619"/>
                  </a:lnTo>
                  <a:lnTo>
                    <a:pt x="382018" y="420820"/>
                  </a:lnTo>
                  <a:lnTo>
                    <a:pt x="382118" y="421257"/>
                  </a:lnTo>
                  <a:lnTo>
                    <a:pt x="382157" y="421532"/>
                  </a:lnTo>
                  <a:lnTo>
                    <a:pt x="382347" y="422203"/>
                  </a:lnTo>
                  <a:lnTo>
                    <a:pt x="382416" y="422344"/>
                  </a:lnTo>
                  <a:lnTo>
                    <a:pt x="382260" y="422805"/>
                  </a:lnTo>
                  <a:lnTo>
                    <a:pt x="382370" y="423318"/>
                  </a:lnTo>
                  <a:lnTo>
                    <a:pt x="382482" y="423508"/>
                  </a:lnTo>
                  <a:lnTo>
                    <a:pt x="382671" y="423619"/>
                  </a:lnTo>
                  <a:lnTo>
                    <a:pt x="383091" y="423887"/>
                  </a:lnTo>
                  <a:lnTo>
                    <a:pt x="383384" y="424084"/>
                  </a:lnTo>
                  <a:lnTo>
                    <a:pt x="383565" y="424094"/>
                  </a:lnTo>
                  <a:lnTo>
                    <a:pt x="383815" y="424198"/>
                  </a:lnTo>
                  <a:lnTo>
                    <a:pt x="383860" y="424461"/>
                  </a:lnTo>
                  <a:lnTo>
                    <a:pt x="383920" y="424795"/>
                  </a:lnTo>
                  <a:lnTo>
                    <a:pt x="383988" y="425082"/>
                  </a:lnTo>
                  <a:lnTo>
                    <a:pt x="384052" y="425366"/>
                  </a:lnTo>
                  <a:lnTo>
                    <a:pt x="384066" y="425566"/>
                  </a:lnTo>
                  <a:lnTo>
                    <a:pt x="384119" y="425835"/>
                  </a:lnTo>
                  <a:lnTo>
                    <a:pt x="384338" y="426219"/>
                  </a:lnTo>
                  <a:lnTo>
                    <a:pt x="384526" y="426732"/>
                  </a:lnTo>
                  <a:lnTo>
                    <a:pt x="384794" y="427193"/>
                  </a:lnTo>
                  <a:lnTo>
                    <a:pt x="385513" y="427864"/>
                  </a:lnTo>
                  <a:lnTo>
                    <a:pt x="385766" y="427846"/>
                  </a:lnTo>
                  <a:lnTo>
                    <a:pt x="386189" y="428018"/>
                  </a:lnTo>
                  <a:lnTo>
                    <a:pt x="386275" y="428260"/>
                  </a:lnTo>
                  <a:lnTo>
                    <a:pt x="386737" y="428803"/>
                  </a:lnTo>
                  <a:lnTo>
                    <a:pt x="386955" y="429079"/>
                  </a:lnTo>
                  <a:lnTo>
                    <a:pt x="387157" y="429137"/>
                  </a:lnTo>
                  <a:lnTo>
                    <a:pt x="387684" y="429527"/>
                  </a:lnTo>
                  <a:lnTo>
                    <a:pt x="388394" y="429452"/>
                  </a:lnTo>
                  <a:lnTo>
                    <a:pt x="388907" y="429844"/>
                  </a:lnTo>
                  <a:lnTo>
                    <a:pt x="389436" y="429929"/>
                  </a:lnTo>
                  <a:lnTo>
                    <a:pt x="389623" y="430042"/>
                  </a:lnTo>
                  <a:lnTo>
                    <a:pt x="389781" y="430671"/>
                  </a:lnTo>
                  <a:lnTo>
                    <a:pt x="389949" y="430841"/>
                  </a:lnTo>
                  <a:lnTo>
                    <a:pt x="390037" y="431016"/>
                  </a:lnTo>
                  <a:lnTo>
                    <a:pt x="390093" y="431185"/>
                  </a:lnTo>
                  <a:lnTo>
                    <a:pt x="390453" y="431451"/>
                  </a:lnTo>
                  <a:lnTo>
                    <a:pt x="390610" y="431706"/>
                  </a:lnTo>
                  <a:lnTo>
                    <a:pt x="390806" y="432077"/>
                  </a:lnTo>
                  <a:lnTo>
                    <a:pt x="390973" y="432426"/>
                  </a:lnTo>
                  <a:lnTo>
                    <a:pt x="391179" y="432341"/>
                  </a:lnTo>
                  <a:lnTo>
                    <a:pt x="391527" y="432321"/>
                  </a:lnTo>
                  <a:lnTo>
                    <a:pt x="391152" y="432946"/>
                  </a:lnTo>
                  <a:lnTo>
                    <a:pt x="391101" y="433315"/>
                  </a:lnTo>
                  <a:lnTo>
                    <a:pt x="391652" y="433753"/>
                  </a:lnTo>
                  <a:lnTo>
                    <a:pt x="391794" y="433655"/>
                  </a:lnTo>
                  <a:lnTo>
                    <a:pt x="392206" y="434493"/>
                  </a:lnTo>
                  <a:lnTo>
                    <a:pt x="392136" y="434898"/>
                  </a:lnTo>
                  <a:lnTo>
                    <a:pt x="391639" y="435540"/>
                  </a:lnTo>
                  <a:lnTo>
                    <a:pt x="391460" y="435716"/>
                  </a:lnTo>
                  <a:lnTo>
                    <a:pt x="391308" y="435829"/>
                  </a:lnTo>
                  <a:lnTo>
                    <a:pt x="391098" y="435972"/>
                  </a:lnTo>
                  <a:lnTo>
                    <a:pt x="390957" y="436396"/>
                  </a:lnTo>
                  <a:lnTo>
                    <a:pt x="391285" y="436826"/>
                  </a:lnTo>
                  <a:lnTo>
                    <a:pt x="391238" y="437313"/>
                  </a:lnTo>
                  <a:lnTo>
                    <a:pt x="390656" y="437375"/>
                  </a:lnTo>
                  <a:lnTo>
                    <a:pt x="390517" y="437991"/>
                  </a:lnTo>
                  <a:lnTo>
                    <a:pt x="390069" y="438288"/>
                  </a:lnTo>
                  <a:lnTo>
                    <a:pt x="389844" y="438467"/>
                  </a:lnTo>
                  <a:lnTo>
                    <a:pt x="389281" y="438970"/>
                  </a:lnTo>
                  <a:lnTo>
                    <a:pt x="388546" y="439261"/>
                  </a:lnTo>
                  <a:lnTo>
                    <a:pt x="388354" y="439605"/>
                  </a:lnTo>
                  <a:lnTo>
                    <a:pt x="388447" y="440833"/>
                  </a:lnTo>
                  <a:lnTo>
                    <a:pt x="388409" y="441025"/>
                  </a:lnTo>
                  <a:lnTo>
                    <a:pt x="388346" y="441176"/>
                  </a:lnTo>
                  <a:lnTo>
                    <a:pt x="388241" y="441415"/>
                  </a:lnTo>
                  <a:lnTo>
                    <a:pt x="388753" y="441980"/>
                  </a:lnTo>
                  <a:lnTo>
                    <a:pt x="388187" y="442174"/>
                  </a:lnTo>
                  <a:lnTo>
                    <a:pt x="387891" y="442191"/>
                  </a:lnTo>
                  <a:lnTo>
                    <a:pt x="387588" y="442467"/>
                  </a:lnTo>
                  <a:lnTo>
                    <a:pt x="387197" y="443268"/>
                  </a:lnTo>
                  <a:lnTo>
                    <a:pt x="387198" y="443441"/>
                  </a:lnTo>
                  <a:lnTo>
                    <a:pt x="386141" y="443939"/>
                  </a:lnTo>
                  <a:lnTo>
                    <a:pt x="385852" y="444056"/>
                  </a:lnTo>
                  <a:lnTo>
                    <a:pt x="385592" y="444223"/>
                  </a:lnTo>
                  <a:lnTo>
                    <a:pt x="385014" y="444885"/>
                  </a:lnTo>
                  <a:lnTo>
                    <a:pt x="384698" y="445384"/>
                  </a:lnTo>
                  <a:lnTo>
                    <a:pt x="384487" y="445520"/>
                  </a:lnTo>
                  <a:lnTo>
                    <a:pt x="384355" y="445556"/>
                  </a:lnTo>
                  <a:lnTo>
                    <a:pt x="383648" y="445564"/>
                  </a:lnTo>
                  <a:lnTo>
                    <a:pt x="382802" y="446500"/>
                  </a:lnTo>
                  <a:lnTo>
                    <a:pt x="381674" y="446133"/>
                  </a:lnTo>
                  <a:lnTo>
                    <a:pt x="381392" y="446003"/>
                  </a:lnTo>
                  <a:lnTo>
                    <a:pt x="381661" y="445620"/>
                  </a:lnTo>
                  <a:lnTo>
                    <a:pt x="381800" y="445545"/>
                  </a:lnTo>
                  <a:lnTo>
                    <a:pt x="382342" y="445264"/>
                  </a:lnTo>
                  <a:lnTo>
                    <a:pt x="381929" y="444714"/>
                  </a:lnTo>
                  <a:lnTo>
                    <a:pt x="381710" y="444768"/>
                  </a:lnTo>
                  <a:lnTo>
                    <a:pt x="381366" y="444896"/>
                  </a:lnTo>
                  <a:lnTo>
                    <a:pt x="381071" y="445272"/>
                  </a:lnTo>
                  <a:lnTo>
                    <a:pt x="380475" y="444909"/>
                  </a:lnTo>
                  <a:lnTo>
                    <a:pt x="379639" y="445039"/>
                  </a:lnTo>
                  <a:lnTo>
                    <a:pt x="379254" y="445076"/>
                  </a:lnTo>
                  <a:lnTo>
                    <a:pt x="379110" y="444171"/>
                  </a:lnTo>
                  <a:lnTo>
                    <a:pt x="379200" y="444039"/>
                  </a:lnTo>
                  <a:lnTo>
                    <a:pt x="379267" y="443686"/>
                  </a:lnTo>
                  <a:lnTo>
                    <a:pt x="378716" y="443807"/>
                  </a:lnTo>
                  <a:lnTo>
                    <a:pt x="378244" y="444037"/>
                  </a:lnTo>
                  <a:lnTo>
                    <a:pt x="377970" y="443840"/>
                  </a:lnTo>
                  <a:lnTo>
                    <a:pt x="377907" y="443125"/>
                  </a:lnTo>
                  <a:lnTo>
                    <a:pt x="377756" y="443147"/>
                  </a:lnTo>
                  <a:lnTo>
                    <a:pt x="377833" y="442623"/>
                  </a:lnTo>
                  <a:lnTo>
                    <a:pt x="377495" y="442118"/>
                  </a:lnTo>
                  <a:lnTo>
                    <a:pt x="377214" y="442347"/>
                  </a:lnTo>
                  <a:lnTo>
                    <a:pt x="377065" y="442642"/>
                  </a:lnTo>
                  <a:lnTo>
                    <a:pt x="376937" y="443002"/>
                  </a:lnTo>
                  <a:lnTo>
                    <a:pt x="376918" y="443154"/>
                  </a:lnTo>
                  <a:lnTo>
                    <a:pt x="376257" y="443450"/>
                  </a:lnTo>
                  <a:lnTo>
                    <a:pt x="376291" y="443167"/>
                  </a:lnTo>
                  <a:lnTo>
                    <a:pt x="375356" y="442583"/>
                  </a:lnTo>
                  <a:lnTo>
                    <a:pt x="375117" y="442639"/>
                  </a:lnTo>
                  <a:lnTo>
                    <a:pt x="374328" y="441854"/>
                  </a:lnTo>
                  <a:lnTo>
                    <a:pt x="374132" y="441540"/>
                  </a:lnTo>
                  <a:lnTo>
                    <a:pt x="373957" y="441734"/>
                  </a:lnTo>
                  <a:lnTo>
                    <a:pt x="373936" y="442252"/>
                  </a:lnTo>
                  <a:lnTo>
                    <a:pt x="373364" y="442514"/>
                  </a:lnTo>
                  <a:lnTo>
                    <a:pt x="372563" y="442763"/>
                  </a:lnTo>
                  <a:lnTo>
                    <a:pt x="371996" y="442823"/>
                  </a:lnTo>
                  <a:lnTo>
                    <a:pt x="371902" y="442633"/>
                  </a:lnTo>
                  <a:lnTo>
                    <a:pt x="371902" y="442276"/>
                  </a:lnTo>
                  <a:lnTo>
                    <a:pt x="371277" y="442326"/>
                  </a:lnTo>
                  <a:lnTo>
                    <a:pt x="371179" y="442850"/>
                  </a:lnTo>
                  <a:lnTo>
                    <a:pt x="371165" y="443064"/>
                  </a:lnTo>
                  <a:lnTo>
                    <a:pt x="371116" y="443795"/>
                  </a:lnTo>
                  <a:lnTo>
                    <a:pt x="371262" y="444317"/>
                  </a:lnTo>
                  <a:lnTo>
                    <a:pt x="370476" y="444137"/>
                  </a:lnTo>
                  <a:lnTo>
                    <a:pt x="369910" y="443438"/>
                  </a:lnTo>
                  <a:lnTo>
                    <a:pt x="369288" y="443759"/>
                  </a:lnTo>
                  <a:lnTo>
                    <a:pt x="368856" y="444072"/>
                  </a:lnTo>
                  <a:lnTo>
                    <a:pt x="367104" y="443772"/>
                  </a:lnTo>
                  <a:lnTo>
                    <a:pt x="367111" y="443600"/>
                  </a:lnTo>
                  <a:lnTo>
                    <a:pt x="366615" y="443316"/>
                  </a:lnTo>
                  <a:lnTo>
                    <a:pt x="366470" y="443463"/>
                  </a:lnTo>
                  <a:lnTo>
                    <a:pt x="365977" y="443316"/>
                  </a:lnTo>
                  <a:lnTo>
                    <a:pt x="365629" y="443183"/>
                  </a:lnTo>
                  <a:lnTo>
                    <a:pt x="365321" y="443196"/>
                  </a:lnTo>
                  <a:lnTo>
                    <a:pt x="364811" y="443265"/>
                  </a:lnTo>
                  <a:lnTo>
                    <a:pt x="364520" y="443377"/>
                  </a:lnTo>
                  <a:lnTo>
                    <a:pt x="364198" y="443596"/>
                  </a:lnTo>
                  <a:lnTo>
                    <a:pt x="363990" y="443631"/>
                  </a:lnTo>
                  <a:lnTo>
                    <a:pt x="363593" y="443619"/>
                  </a:lnTo>
                  <a:lnTo>
                    <a:pt x="363321" y="443601"/>
                  </a:lnTo>
                  <a:lnTo>
                    <a:pt x="362500" y="443360"/>
                  </a:lnTo>
                  <a:lnTo>
                    <a:pt x="362151" y="443479"/>
                  </a:lnTo>
                  <a:lnTo>
                    <a:pt x="361541" y="443654"/>
                  </a:lnTo>
                  <a:lnTo>
                    <a:pt x="361288" y="443283"/>
                  </a:lnTo>
                  <a:lnTo>
                    <a:pt x="360712" y="443308"/>
                  </a:lnTo>
                  <a:lnTo>
                    <a:pt x="360771" y="444336"/>
                  </a:lnTo>
                  <a:lnTo>
                    <a:pt x="360506" y="444256"/>
                  </a:lnTo>
                  <a:lnTo>
                    <a:pt x="360231" y="444143"/>
                  </a:lnTo>
                  <a:lnTo>
                    <a:pt x="359777" y="443829"/>
                  </a:lnTo>
                  <a:lnTo>
                    <a:pt x="359619" y="443636"/>
                  </a:lnTo>
                  <a:lnTo>
                    <a:pt x="359477" y="443427"/>
                  </a:lnTo>
                  <a:lnTo>
                    <a:pt x="358279" y="443108"/>
                  </a:lnTo>
                  <a:lnTo>
                    <a:pt x="357710" y="443212"/>
                  </a:lnTo>
                  <a:lnTo>
                    <a:pt x="356976" y="443051"/>
                  </a:lnTo>
                  <a:lnTo>
                    <a:pt x="356617" y="442919"/>
                  </a:lnTo>
                  <a:lnTo>
                    <a:pt x="356152" y="442582"/>
                  </a:lnTo>
                  <a:lnTo>
                    <a:pt x="355988" y="442386"/>
                  </a:lnTo>
                  <a:lnTo>
                    <a:pt x="355575" y="441677"/>
                  </a:lnTo>
                  <a:lnTo>
                    <a:pt x="355567" y="441483"/>
                  </a:lnTo>
                  <a:lnTo>
                    <a:pt x="355731" y="440822"/>
                  </a:lnTo>
                  <a:lnTo>
                    <a:pt x="355480" y="440511"/>
                  </a:lnTo>
                  <a:lnTo>
                    <a:pt x="354480" y="441013"/>
                  </a:lnTo>
                  <a:lnTo>
                    <a:pt x="354252" y="440934"/>
                  </a:lnTo>
                  <a:lnTo>
                    <a:pt x="353670" y="440503"/>
                  </a:lnTo>
                  <a:lnTo>
                    <a:pt x="351841" y="440457"/>
                  </a:lnTo>
                  <a:lnTo>
                    <a:pt x="351793" y="440788"/>
                  </a:lnTo>
                  <a:lnTo>
                    <a:pt x="351924" y="441241"/>
                  </a:lnTo>
                  <a:lnTo>
                    <a:pt x="351573" y="441414"/>
                  </a:lnTo>
                  <a:lnTo>
                    <a:pt x="351396" y="441450"/>
                  </a:lnTo>
                  <a:lnTo>
                    <a:pt x="350642" y="441315"/>
                  </a:lnTo>
                  <a:lnTo>
                    <a:pt x="350051" y="441203"/>
                  </a:lnTo>
                  <a:lnTo>
                    <a:pt x="348995" y="441149"/>
                  </a:lnTo>
                  <a:lnTo>
                    <a:pt x="348950" y="440888"/>
                  </a:lnTo>
                  <a:lnTo>
                    <a:pt x="348944" y="440637"/>
                  </a:lnTo>
                  <a:lnTo>
                    <a:pt x="348677" y="440297"/>
                  </a:lnTo>
                  <a:lnTo>
                    <a:pt x="347939" y="440328"/>
                  </a:lnTo>
                  <a:lnTo>
                    <a:pt x="347798" y="440380"/>
                  </a:lnTo>
                  <a:lnTo>
                    <a:pt x="347339" y="440392"/>
                  </a:lnTo>
                  <a:lnTo>
                    <a:pt x="347176" y="440375"/>
                  </a:lnTo>
                  <a:lnTo>
                    <a:pt x="346896" y="440617"/>
                  </a:lnTo>
                  <a:lnTo>
                    <a:pt x="346942" y="440839"/>
                  </a:lnTo>
                  <a:lnTo>
                    <a:pt x="346872" y="441240"/>
                  </a:lnTo>
                  <a:lnTo>
                    <a:pt x="346319" y="441231"/>
                  </a:lnTo>
                  <a:lnTo>
                    <a:pt x="345744" y="440923"/>
                  </a:lnTo>
                  <a:lnTo>
                    <a:pt x="345615" y="440857"/>
                  </a:lnTo>
                  <a:lnTo>
                    <a:pt x="345377" y="440795"/>
                  </a:lnTo>
                  <a:lnTo>
                    <a:pt x="345066" y="440653"/>
                  </a:lnTo>
                  <a:lnTo>
                    <a:pt x="344932" y="440588"/>
                  </a:lnTo>
                  <a:lnTo>
                    <a:pt x="344795" y="440521"/>
                  </a:lnTo>
                  <a:lnTo>
                    <a:pt x="344606" y="440423"/>
                  </a:lnTo>
                  <a:lnTo>
                    <a:pt x="344296" y="440324"/>
                  </a:lnTo>
                  <a:lnTo>
                    <a:pt x="344167" y="440255"/>
                  </a:lnTo>
                  <a:lnTo>
                    <a:pt x="343612" y="440065"/>
                  </a:lnTo>
                  <a:lnTo>
                    <a:pt x="343476" y="440108"/>
                  </a:lnTo>
                  <a:lnTo>
                    <a:pt x="342810" y="440455"/>
                  </a:lnTo>
                  <a:lnTo>
                    <a:pt x="342250" y="440412"/>
                  </a:lnTo>
                  <a:lnTo>
                    <a:pt x="341907" y="439843"/>
                  </a:lnTo>
                  <a:lnTo>
                    <a:pt x="343106" y="439509"/>
                  </a:lnTo>
                  <a:lnTo>
                    <a:pt x="343439" y="439043"/>
                  </a:lnTo>
                  <a:lnTo>
                    <a:pt x="342721" y="438503"/>
                  </a:lnTo>
                  <a:lnTo>
                    <a:pt x="342259" y="438679"/>
                  </a:lnTo>
                  <a:lnTo>
                    <a:pt x="342124" y="438832"/>
                  </a:lnTo>
                  <a:lnTo>
                    <a:pt x="340873" y="438721"/>
                  </a:lnTo>
                  <a:lnTo>
                    <a:pt x="341115" y="438444"/>
                  </a:lnTo>
                  <a:lnTo>
                    <a:pt x="341124" y="438089"/>
                  </a:lnTo>
                  <a:lnTo>
                    <a:pt x="340573" y="438046"/>
                  </a:lnTo>
                  <a:lnTo>
                    <a:pt x="340240" y="438219"/>
                  </a:lnTo>
                  <a:lnTo>
                    <a:pt x="339854" y="437473"/>
                  </a:lnTo>
                  <a:lnTo>
                    <a:pt x="338894" y="437878"/>
                  </a:lnTo>
                  <a:lnTo>
                    <a:pt x="338683" y="437913"/>
                  </a:lnTo>
                  <a:lnTo>
                    <a:pt x="338064" y="437344"/>
                  </a:lnTo>
                  <a:lnTo>
                    <a:pt x="337252" y="437345"/>
                  </a:lnTo>
                  <a:lnTo>
                    <a:pt x="336679" y="437853"/>
                  </a:lnTo>
                  <a:lnTo>
                    <a:pt x="336612" y="437351"/>
                  </a:lnTo>
                  <a:lnTo>
                    <a:pt x="335599" y="437176"/>
                  </a:lnTo>
                  <a:lnTo>
                    <a:pt x="334978" y="437094"/>
                  </a:lnTo>
                  <a:lnTo>
                    <a:pt x="334856" y="436302"/>
                  </a:lnTo>
                  <a:lnTo>
                    <a:pt x="335494" y="435930"/>
                  </a:lnTo>
                  <a:lnTo>
                    <a:pt x="335913" y="435545"/>
                  </a:lnTo>
                  <a:lnTo>
                    <a:pt x="336691" y="435231"/>
                  </a:lnTo>
                  <a:lnTo>
                    <a:pt x="336666" y="434742"/>
                  </a:lnTo>
                  <a:lnTo>
                    <a:pt x="336878" y="434587"/>
                  </a:lnTo>
                  <a:lnTo>
                    <a:pt x="337262" y="434528"/>
                  </a:lnTo>
                  <a:lnTo>
                    <a:pt x="337401" y="434570"/>
                  </a:lnTo>
                  <a:lnTo>
                    <a:pt x="337659" y="434600"/>
                  </a:lnTo>
                  <a:lnTo>
                    <a:pt x="337953" y="434595"/>
                  </a:lnTo>
                  <a:lnTo>
                    <a:pt x="338178" y="434584"/>
                  </a:lnTo>
                  <a:lnTo>
                    <a:pt x="338214" y="433925"/>
                  </a:lnTo>
                  <a:lnTo>
                    <a:pt x="337663" y="433890"/>
                  </a:lnTo>
                  <a:lnTo>
                    <a:pt x="337313" y="433927"/>
                  </a:lnTo>
                  <a:lnTo>
                    <a:pt x="336829" y="433973"/>
                  </a:lnTo>
                  <a:lnTo>
                    <a:pt x="336233" y="433981"/>
                  </a:lnTo>
                  <a:lnTo>
                    <a:pt x="335859" y="433855"/>
                  </a:lnTo>
                  <a:lnTo>
                    <a:pt x="335663" y="433377"/>
                  </a:lnTo>
                  <a:lnTo>
                    <a:pt x="335850" y="433186"/>
                  </a:lnTo>
                  <a:lnTo>
                    <a:pt x="335008" y="432774"/>
                  </a:lnTo>
                  <a:lnTo>
                    <a:pt x="334225" y="432596"/>
                  </a:lnTo>
                  <a:lnTo>
                    <a:pt x="334230" y="432265"/>
                  </a:lnTo>
                  <a:lnTo>
                    <a:pt x="334942" y="431543"/>
                  </a:lnTo>
                  <a:lnTo>
                    <a:pt x="334601" y="431369"/>
                  </a:lnTo>
                  <a:lnTo>
                    <a:pt x="333318" y="431056"/>
                  </a:lnTo>
                  <a:lnTo>
                    <a:pt x="333204" y="430801"/>
                  </a:lnTo>
                  <a:lnTo>
                    <a:pt x="333030" y="430662"/>
                  </a:lnTo>
                  <a:lnTo>
                    <a:pt x="332825" y="430567"/>
                  </a:lnTo>
                  <a:lnTo>
                    <a:pt x="332689" y="430523"/>
                  </a:lnTo>
                  <a:lnTo>
                    <a:pt x="332345" y="430434"/>
                  </a:lnTo>
                  <a:lnTo>
                    <a:pt x="331779" y="430195"/>
                  </a:lnTo>
                  <a:lnTo>
                    <a:pt x="331603" y="429704"/>
                  </a:lnTo>
                  <a:lnTo>
                    <a:pt x="331731" y="429605"/>
                  </a:lnTo>
                  <a:lnTo>
                    <a:pt x="331944" y="429396"/>
                  </a:lnTo>
                  <a:lnTo>
                    <a:pt x="332010" y="429122"/>
                  </a:lnTo>
                  <a:lnTo>
                    <a:pt x="332626" y="429024"/>
                  </a:lnTo>
                  <a:lnTo>
                    <a:pt x="333012" y="429138"/>
                  </a:lnTo>
                  <a:lnTo>
                    <a:pt x="333469" y="428931"/>
                  </a:lnTo>
                  <a:lnTo>
                    <a:pt x="333585" y="428801"/>
                  </a:lnTo>
                  <a:lnTo>
                    <a:pt x="333561" y="428273"/>
                  </a:lnTo>
                  <a:lnTo>
                    <a:pt x="333393" y="428277"/>
                  </a:lnTo>
                  <a:lnTo>
                    <a:pt x="333173" y="428318"/>
                  </a:lnTo>
                  <a:lnTo>
                    <a:pt x="332899" y="428401"/>
                  </a:lnTo>
                  <a:lnTo>
                    <a:pt x="332415" y="428273"/>
                  </a:lnTo>
                  <a:lnTo>
                    <a:pt x="332452" y="427739"/>
                  </a:lnTo>
                  <a:lnTo>
                    <a:pt x="332202" y="427188"/>
                  </a:lnTo>
                  <a:lnTo>
                    <a:pt x="332337" y="426673"/>
                  </a:lnTo>
                  <a:lnTo>
                    <a:pt x="332356" y="426499"/>
                  </a:lnTo>
                  <a:lnTo>
                    <a:pt x="331637" y="426283"/>
                  </a:lnTo>
                  <a:lnTo>
                    <a:pt x="331158" y="426291"/>
                  </a:lnTo>
                  <a:lnTo>
                    <a:pt x="330677" y="426278"/>
                  </a:lnTo>
                  <a:lnTo>
                    <a:pt x="330451" y="426183"/>
                  </a:lnTo>
                  <a:lnTo>
                    <a:pt x="330144" y="426051"/>
                  </a:lnTo>
                  <a:lnTo>
                    <a:pt x="330204" y="425579"/>
                  </a:lnTo>
                  <a:lnTo>
                    <a:pt x="329776" y="425151"/>
                  </a:lnTo>
                  <a:lnTo>
                    <a:pt x="328714" y="424397"/>
                  </a:lnTo>
                  <a:lnTo>
                    <a:pt x="328322" y="424423"/>
                  </a:lnTo>
                  <a:lnTo>
                    <a:pt x="328045" y="424478"/>
                  </a:lnTo>
                  <a:lnTo>
                    <a:pt x="327308" y="424658"/>
                  </a:lnTo>
                  <a:lnTo>
                    <a:pt x="326989" y="424679"/>
                  </a:lnTo>
                  <a:lnTo>
                    <a:pt x="326659" y="424337"/>
                  </a:lnTo>
                  <a:lnTo>
                    <a:pt x="327480" y="423697"/>
                  </a:lnTo>
                  <a:lnTo>
                    <a:pt x="327547" y="423470"/>
                  </a:lnTo>
                  <a:lnTo>
                    <a:pt x="327224" y="422629"/>
                  </a:lnTo>
                  <a:lnTo>
                    <a:pt x="325832" y="423031"/>
                  </a:lnTo>
                  <a:lnTo>
                    <a:pt x="325370" y="423359"/>
                  </a:lnTo>
                  <a:lnTo>
                    <a:pt x="325094" y="423439"/>
                  </a:lnTo>
                  <a:lnTo>
                    <a:pt x="324939" y="423475"/>
                  </a:lnTo>
                  <a:lnTo>
                    <a:pt x="324520" y="423592"/>
                  </a:lnTo>
                  <a:lnTo>
                    <a:pt x="324211" y="423832"/>
                  </a:lnTo>
                  <a:lnTo>
                    <a:pt x="323985" y="424076"/>
                  </a:lnTo>
                  <a:lnTo>
                    <a:pt x="323534" y="424558"/>
                  </a:lnTo>
                  <a:lnTo>
                    <a:pt x="323098" y="425223"/>
                  </a:lnTo>
                  <a:lnTo>
                    <a:pt x="323021" y="425440"/>
                  </a:lnTo>
                  <a:lnTo>
                    <a:pt x="322970" y="425600"/>
                  </a:lnTo>
                  <a:lnTo>
                    <a:pt x="322922" y="426018"/>
                  </a:lnTo>
                  <a:lnTo>
                    <a:pt x="322766" y="426357"/>
                  </a:lnTo>
                  <a:lnTo>
                    <a:pt x="322644" y="426778"/>
                  </a:lnTo>
                  <a:lnTo>
                    <a:pt x="322613" y="426943"/>
                  </a:lnTo>
                  <a:lnTo>
                    <a:pt x="322507" y="427179"/>
                  </a:lnTo>
                  <a:lnTo>
                    <a:pt x="321770" y="427241"/>
                  </a:lnTo>
                  <a:lnTo>
                    <a:pt x="321703" y="427104"/>
                  </a:lnTo>
                  <a:lnTo>
                    <a:pt x="321661" y="426964"/>
                  </a:lnTo>
                  <a:lnTo>
                    <a:pt x="321629" y="426821"/>
                  </a:lnTo>
                  <a:lnTo>
                    <a:pt x="321559" y="426554"/>
                  </a:lnTo>
                  <a:lnTo>
                    <a:pt x="321245" y="426025"/>
                  </a:lnTo>
                  <a:lnTo>
                    <a:pt x="320752" y="425965"/>
                  </a:lnTo>
                  <a:lnTo>
                    <a:pt x="320603" y="426191"/>
                  </a:lnTo>
                  <a:lnTo>
                    <a:pt x="320358" y="426632"/>
                  </a:lnTo>
                  <a:lnTo>
                    <a:pt x="320341" y="426831"/>
                  </a:lnTo>
                  <a:lnTo>
                    <a:pt x="320348" y="427055"/>
                  </a:lnTo>
                  <a:lnTo>
                    <a:pt x="320357" y="427364"/>
                  </a:lnTo>
                  <a:lnTo>
                    <a:pt x="320296" y="427590"/>
                  </a:lnTo>
                  <a:lnTo>
                    <a:pt x="320327" y="428126"/>
                  </a:lnTo>
                  <a:lnTo>
                    <a:pt x="319958" y="428897"/>
                  </a:lnTo>
                  <a:lnTo>
                    <a:pt x="319220" y="428063"/>
                  </a:lnTo>
                  <a:lnTo>
                    <a:pt x="319021" y="427492"/>
                  </a:lnTo>
                  <a:lnTo>
                    <a:pt x="318867" y="427377"/>
                  </a:lnTo>
                  <a:lnTo>
                    <a:pt x="318721" y="427274"/>
                  </a:lnTo>
                  <a:lnTo>
                    <a:pt x="318592" y="427183"/>
                  </a:lnTo>
                  <a:lnTo>
                    <a:pt x="318421" y="426946"/>
                  </a:lnTo>
                  <a:lnTo>
                    <a:pt x="317880" y="426372"/>
                  </a:lnTo>
                  <a:lnTo>
                    <a:pt x="317290" y="426056"/>
                  </a:lnTo>
                  <a:lnTo>
                    <a:pt x="317027" y="425836"/>
                  </a:lnTo>
                  <a:lnTo>
                    <a:pt x="316723" y="425638"/>
                  </a:lnTo>
                  <a:lnTo>
                    <a:pt x="316207" y="425482"/>
                  </a:lnTo>
                  <a:lnTo>
                    <a:pt x="315938" y="425523"/>
                  </a:lnTo>
                  <a:lnTo>
                    <a:pt x="315740" y="425579"/>
                  </a:lnTo>
                  <a:lnTo>
                    <a:pt x="315443" y="425686"/>
                  </a:lnTo>
                  <a:lnTo>
                    <a:pt x="315286" y="425795"/>
                  </a:lnTo>
                  <a:lnTo>
                    <a:pt x="315010" y="426167"/>
                  </a:lnTo>
                  <a:lnTo>
                    <a:pt x="314929" y="426310"/>
                  </a:lnTo>
                  <a:lnTo>
                    <a:pt x="314913" y="426540"/>
                  </a:lnTo>
                  <a:lnTo>
                    <a:pt x="314971" y="426827"/>
                  </a:lnTo>
                  <a:lnTo>
                    <a:pt x="315128" y="427001"/>
                  </a:lnTo>
                  <a:lnTo>
                    <a:pt x="315531" y="427218"/>
                  </a:lnTo>
                  <a:lnTo>
                    <a:pt x="315703" y="427269"/>
                  </a:lnTo>
                  <a:lnTo>
                    <a:pt x="315979" y="427333"/>
                  </a:lnTo>
                  <a:lnTo>
                    <a:pt x="316435" y="427408"/>
                  </a:lnTo>
                  <a:lnTo>
                    <a:pt x="316622" y="427499"/>
                  </a:lnTo>
                  <a:lnTo>
                    <a:pt x="316754" y="427611"/>
                  </a:lnTo>
                  <a:lnTo>
                    <a:pt x="316864" y="427901"/>
                  </a:lnTo>
                  <a:lnTo>
                    <a:pt x="316770" y="428038"/>
                  </a:lnTo>
                  <a:lnTo>
                    <a:pt x="316576" y="428222"/>
                  </a:lnTo>
                  <a:lnTo>
                    <a:pt x="316398" y="428347"/>
                  </a:lnTo>
                  <a:lnTo>
                    <a:pt x="316260" y="428465"/>
                  </a:lnTo>
                  <a:lnTo>
                    <a:pt x="315913" y="428923"/>
                  </a:lnTo>
                  <a:lnTo>
                    <a:pt x="315778" y="429011"/>
                  </a:lnTo>
                  <a:lnTo>
                    <a:pt x="315631" y="429047"/>
                  </a:lnTo>
                  <a:lnTo>
                    <a:pt x="315466" y="429082"/>
                  </a:lnTo>
                  <a:lnTo>
                    <a:pt x="315291" y="429207"/>
                  </a:lnTo>
                  <a:lnTo>
                    <a:pt x="315049" y="429942"/>
                  </a:lnTo>
                  <a:lnTo>
                    <a:pt x="314634" y="430078"/>
                  </a:lnTo>
                  <a:lnTo>
                    <a:pt x="314173" y="430170"/>
                  </a:lnTo>
                  <a:lnTo>
                    <a:pt x="313944" y="430294"/>
                  </a:lnTo>
                  <a:lnTo>
                    <a:pt x="313774" y="430500"/>
                  </a:lnTo>
                  <a:lnTo>
                    <a:pt x="313296" y="430746"/>
                  </a:lnTo>
                  <a:lnTo>
                    <a:pt x="312846" y="430514"/>
                  </a:lnTo>
                  <a:lnTo>
                    <a:pt x="312598" y="430224"/>
                  </a:lnTo>
                  <a:lnTo>
                    <a:pt x="312304" y="429858"/>
                  </a:lnTo>
                  <a:lnTo>
                    <a:pt x="312158" y="429781"/>
                  </a:lnTo>
                  <a:lnTo>
                    <a:pt x="311924" y="429737"/>
                  </a:lnTo>
                  <a:lnTo>
                    <a:pt x="311565" y="429866"/>
                  </a:lnTo>
                  <a:lnTo>
                    <a:pt x="311249" y="430254"/>
                  </a:lnTo>
                  <a:lnTo>
                    <a:pt x="311199" y="430406"/>
                  </a:lnTo>
                  <a:lnTo>
                    <a:pt x="311159" y="430618"/>
                  </a:lnTo>
                  <a:lnTo>
                    <a:pt x="311361" y="431047"/>
                  </a:lnTo>
                  <a:lnTo>
                    <a:pt x="311359" y="431377"/>
                  </a:lnTo>
                  <a:lnTo>
                    <a:pt x="310567" y="432274"/>
                  </a:lnTo>
                  <a:lnTo>
                    <a:pt x="310535" y="432499"/>
                  </a:lnTo>
                  <a:lnTo>
                    <a:pt x="310350" y="432602"/>
                  </a:lnTo>
                  <a:lnTo>
                    <a:pt x="309916" y="432656"/>
                  </a:lnTo>
                  <a:lnTo>
                    <a:pt x="309685" y="432670"/>
                  </a:lnTo>
                  <a:lnTo>
                    <a:pt x="309310" y="432744"/>
                  </a:lnTo>
                  <a:lnTo>
                    <a:pt x="309255" y="432872"/>
                  </a:lnTo>
                  <a:lnTo>
                    <a:pt x="309182" y="433420"/>
                  </a:lnTo>
                  <a:lnTo>
                    <a:pt x="309215" y="433604"/>
                  </a:lnTo>
                  <a:lnTo>
                    <a:pt x="309352" y="433975"/>
                  </a:lnTo>
                  <a:lnTo>
                    <a:pt x="309387" y="434376"/>
                  </a:lnTo>
                  <a:lnTo>
                    <a:pt x="309503" y="434600"/>
                  </a:lnTo>
                  <a:lnTo>
                    <a:pt x="309708" y="434609"/>
                  </a:lnTo>
                  <a:lnTo>
                    <a:pt x="309823" y="434851"/>
                  </a:lnTo>
                  <a:lnTo>
                    <a:pt x="310029" y="435225"/>
                  </a:lnTo>
                  <a:lnTo>
                    <a:pt x="310065" y="435370"/>
                  </a:lnTo>
                  <a:lnTo>
                    <a:pt x="310072" y="435928"/>
                  </a:lnTo>
                  <a:lnTo>
                    <a:pt x="310009" y="436143"/>
                  </a:lnTo>
                  <a:lnTo>
                    <a:pt x="309970" y="436361"/>
                  </a:lnTo>
                  <a:lnTo>
                    <a:pt x="309753" y="436277"/>
                  </a:lnTo>
                  <a:lnTo>
                    <a:pt x="309346" y="436431"/>
                  </a:lnTo>
                  <a:lnTo>
                    <a:pt x="308818" y="437228"/>
                  </a:lnTo>
                  <a:lnTo>
                    <a:pt x="308433" y="437632"/>
                  </a:lnTo>
                  <a:lnTo>
                    <a:pt x="308376" y="437782"/>
                  </a:lnTo>
                  <a:lnTo>
                    <a:pt x="308336" y="437937"/>
                  </a:lnTo>
                  <a:lnTo>
                    <a:pt x="308417" y="438272"/>
                  </a:lnTo>
                  <a:lnTo>
                    <a:pt x="308566" y="438491"/>
                  </a:lnTo>
                  <a:lnTo>
                    <a:pt x="308350" y="438549"/>
                  </a:lnTo>
                  <a:lnTo>
                    <a:pt x="308209" y="438691"/>
                  </a:lnTo>
                  <a:lnTo>
                    <a:pt x="308149" y="438857"/>
                  </a:lnTo>
                  <a:lnTo>
                    <a:pt x="308065" y="439189"/>
                  </a:lnTo>
                  <a:lnTo>
                    <a:pt x="308034" y="439322"/>
                  </a:lnTo>
                  <a:lnTo>
                    <a:pt x="308079" y="439592"/>
                  </a:lnTo>
                  <a:lnTo>
                    <a:pt x="308561" y="439825"/>
                  </a:lnTo>
                  <a:lnTo>
                    <a:pt x="308039" y="440123"/>
                  </a:lnTo>
                  <a:lnTo>
                    <a:pt x="307879" y="440240"/>
                  </a:lnTo>
                  <a:lnTo>
                    <a:pt x="307610" y="440515"/>
                  </a:lnTo>
                  <a:lnTo>
                    <a:pt x="307544" y="440656"/>
                  </a:lnTo>
                  <a:lnTo>
                    <a:pt x="307443" y="440953"/>
                  </a:lnTo>
                  <a:lnTo>
                    <a:pt x="307304" y="441253"/>
                  </a:lnTo>
                  <a:lnTo>
                    <a:pt x="307175" y="441460"/>
                  </a:lnTo>
                  <a:lnTo>
                    <a:pt x="307069" y="441614"/>
                  </a:lnTo>
                  <a:lnTo>
                    <a:pt x="306863" y="442028"/>
                  </a:lnTo>
                  <a:lnTo>
                    <a:pt x="306504" y="442545"/>
                  </a:lnTo>
                  <a:lnTo>
                    <a:pt x="306206" y="442767"/>
                  </a:lnTo>
                  <a:lnTo>
                    <a:pt x="306400" y="443225"/>
                  </a:lnTo>
                  <a:lnTo>
                    <a:pt x="306316" y="443410"/>
                  </a:lnTo>
                  <a:lnTo>
                    <a:pt x="306261" y="443543"/>
                  </a:lnTo>
                  <a:lnTo>
                    <a:pt x="306196" y="443786"/>
                  </a:lnTo>
                  <a:lnTo>
                    <a:pt x="306140" y="444036"/>
                  </a:lnTo>
                  <a:lnTo>
                    <a:pt x="306064" y="444246"/>
                  </a:lnTo>
                  <a:lnTo>
                    <a:pt x="306044" y="444417"/>
                  </a:lnTo>
                  <a:lnTo>
                    <a:pt x="306123" y="444776"/>
                  </a:lnTo>
                  <a:lnTo>
                    <a:pt x="306237" y="445047"/>
                  </a:lnTo>
                  <a:lnTo>
                    <a:pt x="306484" y="445355"/>
                  </a:lnTo>
                  <a:lnTo>
                    <a:pt x="306638" y="445530"/>
                  </a:lnTo>
                  <a:lnTo>
                    <a:pt x="307062" y="445568"/>
                  </a:lnTo>
                  <a:lnTo>
                    <a:pt x="307274" y="445618"/>
                  </a:lnTo>
                  <a:lnTo>
                    <a:pt x="307629" y="445884"/>
                  </a:lnTo>
                  <a:lnTo>
                    <a:pt x="308016" y="446208"/>
                  </a:lnTo>
                  <a:lnTo>
                    <a:pt x="308043" y="446380"/>
                  </a:lnTo>
                  <a:lnTo>
                    <a:pt x="307993" y="446683"/>
                  </a:lnTo>
                  <a:lnTo>
                    <a:pt x="307937" y="446858"/>
                  </a:lnTo>
                  <a:lnTo>
                    <a:pt x="307646" y="447194"/>
                  </a:lnTo>
                  <a:lnTo>
                    <a:pt x="307280" y="447361"/>
                  </a:lnTo>
                  <a:lnTo>
                    <a:pt x="307062" y="447404"/>
                  </a:lnTo>
                  <a:lnTo>
                    <a:pt x="306894" y="447433"/>
                  </a:lnTo>
                  <a:lnTo>
                    <a:pt x="306619" y="447442"/>
                  </a:lnTo>
                  <a:lnTo>
                    <a:pt x="306457" y="447433"/>
                  </a:lnTo>
                  <a:lnTo>
                    <a:pt x="306219" y="447415"/>
                  </a:lnTo>
                  <a:lnTo>
                    <a:pt x="306069" y="447407"/>
                  </a:lnTo>
                  <a:lnTo>
                    <a:pt x="305910" y="447421"/>
                  </a:lnTo>
                  <a:lnTo>
                    <a:pt x="305369" y="447478"/>
                  </a:lnTo>
                  <a:lnTo>
                    <a:pt x="305307" y="447099"/>
                  </a:lnTo>
                  <a:lnTo>
                    <a:pt x="305883" y="447053"/>
                  </a:lnTo>
                  <a:lnTo>
                    <a:pt x="306448" y="446941"/>
                  </a:lnTo>
                  <a:lnTo>
                    <a:pt x="306756" y="446670"/>
                  </a:lnTo>
                  <a:lnTo>
                    <a:pt x="306847" y="446457"/>
                  </a:lnTo>
                  <a:lnTo>
                    <a:pt x="306477" y="446056"/>
                  </a:lnTo>
                  <a:lnTo>
                    <a:pt x="305650" y="446121"/>
                  </a:lnTo>
                  <a:lnTo>
                    <a:pt x="305179" y="446355"/>
                  </a:lnTo>
                  <a:lnTo>
                    <a:pt x="304902" y="446513"/>
                  </a:lnTo>
                  <a:lnTo>
                    <a:pt x="304759" y="446603"/>
                  </a:lnTo>
                  <a:lnTo>
                    <a:pt x="304546" y="446728"/>
                  </a:lnTo>
                  <a:lnTo>
                    <a:pt x="304317" y="446833"/>
                  </a:lnTo>
                  <a:lnTo>
                    <a:pt x="304123" y="446879"/>
                  </a:lnTo>
                  <a:lnTo>
                    <a:pt x="303869" y="446930"/>
                  </a:lnTo>
                  <a:lnTo>
                    <a:pt x="303344" y="447073"/>
                  </a:lnTo>
                  <a:lnTo>
                    <a:pt x="303018" y="447461"/>
                  </a:lnTo>
                  <a:lnTo>
                    <a:pt x="302536" y="448258"/>
                  </a:lnTo>
                  <a:lnTo>
                    <a:pt x="301772" y="448655"/>
                  </a:lnTo>
                  <a:lnTo>
                    <a:pt x="301727" y="448786"/>
                  </a:lnTo>
                  <a:lnTo>
                    <a:pt x="301642" y="449162"/>
                  </a:lnTo>
                  <a:lnTo>
                    <a:pt x="301596" y="449365"/>
                  </a:lnTo>
                  <a:lnTo>
                    <a:pt x="301511" y="449581"/>
                  </a:lnTo>
                  <a:lnTo>
                    <a:pt x="301155" y="449965"/>
                  </a:lnTo>
                  <a:lnTo>
                    <a:pt x="300799" y="450195"/>
                  </a:lnTo>
                  <a:lnTo>
                    <a:pt x="300377" y="450468"/>
                  </a:lnTo>
                  <a:lnTo>
                    <a:pt x="299812" y="451098"/>
                  </a:lnTo>
                  <a:lnTo>
                    <a:pt x="299816" y="451338"/>
                  </a:lnTo>
                  <a:lnTo>
                    <a:pt x="299708" y="451592"/>
                  </a:lnTo>
                  <a:lnTo>
                    <a:pt x="299644" y="451732"/>
                  </a:lnTo>
                  <a:lnTo>
                    <a:pt x="299512" y="452113"/>
                  </a:lnTo>
                  <a:lnTo>
                    <a:pt x="299567" y="452654"/>
                  </a:lnTo>
                  <a:lnTo>
                    <a:pt x="299492" y="452920"/>
                  </a:lnTo>
                  <a:lnTo>
                    <a:pt x="299356" y="453028"/>
                  </a:lnTo>
                  <a:lnTo>
                    <a:pt x="299217" y="453099"/>
                  </a:lnTo>
                  <a:lnTo>
                    <a:pt x="299030" y="453170"/>
                  </a:lnTo>
                  <a:lnTo>
                    <a:pt x="298319" y="453364"/>
                  </a:lnTo>
                  <a:lnTo>
                    <a:pt x="298152" y="453436"/>
                  </a:lnTo>
                  <a:lnTo>
                    <a:pt x="297664" y="453848"/>
                  </a:lnTo>
                  <a:lnTo>
                    <a:pt x="297587" y="453990"/>
                  </a:lnTo>
                  <a:lnTo>
                    <a:pt x="297352" y="454536"/>
                  </a:lnTo>
                  <a:lnTo>
                    <a:pt x="297289" y="454769"/>
                  </a:lnTo>
                  <a:lnTo>
                    <a:pt x="297268" y="455060"/>
                  </a:lnTo>
                  <a:lnTo>
                    <a:pt x="297264" y="455190"/>
                  </a:lnTo>
                  <a:lnTo>
                    <a:pt x="297249" y="455437"/>
                  </a:lnTo>
                  <a:lnTo>
                    <a:pt x="297038" y="455885"/>
                  </a:lnTo>
                  <a:lnTo>
                    <a:pt x="296692" y="455874"/>
                  </a:lnTo>
                  <a:lnTo>
                    <a:pt x="296528" y="455883"/>
                  </a:lnTo>
                  <a:lnTo>
                    <a:pt x="296112" y="456032"/>
                  </a:lnTo>
                  <a:lnTo>
                    <a:pt x="296327" y="456475"/>
                  </a:lnTo>
                  <a:lnTo>
                    <a:pt x="296486" y="456706"/>
                  </a:lnTo>
                  <a:lnTo>
                    <a:pt x="296476" y="456966"/>
                  </a:lnTo>
                  <a:lnTo>
                    <a:pt x="296077" y="457406"/>
                  </a:lnTo>
                  <a:lnTo>
                    <a:pt x="295931" y="457537"/>
                  </a:lnTo>
                  <a:lnTo>
                    <a:pt x="295773" y="457654"/>
                  </a:lnTo>
                  <a:lnTo>
                    <a:pt x="295629" y="457726"/>
                  </a:lnTo>
                  <a:lnTo>
                    <a:pt x="295464" y="457777"/>
                  </a:lnTo>
                  <a:lnTo>
                    <a:pt x="294917" y="457907"/>
                  </a:lnTo>
                  <a:lnTo>
                    <a:pt x="294418" y="457985"/>
                  </a:lnTo>
                  <a:lnTo>
                    <a:pt x="293881" y="458209"/>
                  </a:lnTo>
                  <a:lnTo>
                    <a:pt x="293731" y="458310"/>
                  </a:lnTo>
                  <a:lnTo>
                    <a:pt x="293219" y="459206"/>
                  </a:lnTo>
                  <a:lnTo>
                    <a:pt x="292970" y="459327"/>
                  </a:lnTo>
                  <a:lnTo>
                    <a:pt x="292761" y="459341"/>
                  </a:lnTo>
                  <a:lnTo>
                    <a:pt x="292547" y="459385"/>
                  </a:lnTo>
                  <a:lnTo>
                    <a:pt x="292322" y="459448"/>
                  </a:lnTo>
                  <a:lnTo>
                    <a:pt x="291880" y="459684"/>
                  </a:lnTo>
                  <a:lnTo>
                    <a:pt x="291593" y="459873"/>
                  </a:lnTo>
                  <a:lnTo>
                    <a:pt x="291513" y="460093"/>
                  </a:lnTo>
                  <a:lnTo>
                    <a:pt x="291147" y="460567"/>
                  </a:lnTo>
                  <a:lnTo>
                    <a:pt x="290880" y="460830"/>
                  </a:lnTo>
                  <a:lnTo>
                    <a:pt x="290508" y="461080"/>
                  </a:lnTo>
                  <a:lnTo>
                    <a:pt x="290001" y="461282"/>
                  </a:lnTo>
                  <a:lnTo>
                    <a:pt x="289430" y="461348"/>
                  </a:lnTo>
                  <a:lnTo>
                    <a:pt x="288986" y="461310"/>
                  </a:lnTo>
                  <a:lnTo>
                    <a:pt x="288831" y="461281"/>
                  </a:lnTo>
                  <a:lnTo>
                    <a:pt x="288214" y="461365"/>
                  </a:lnTo>
                  <a:lnTo>
                    <a:pt x="287993" y="461741"/>
                  </a:lnTo>
                  <a:lnTo>
                    <a:pt x="288006" y="462308"/>
                  </a:lnTo>
                  <a:lnTo>
                    <a:pt x="288188" y="462431"/>
                  </a:lnTo>
                  <a:lnTo>
                    <a:pt x="288891" y="463058"/>
                  </a:lnTo>
                  <a:lnTo>
                    <a:pt x="288810" y="463374"/>
                  </a:lnTo>
                  <a:lnTo>
                    <a:pt x="288584" y="463911"/>
                  </a:lnTo>
                  <a:lnTo>
                    <a:pt x="288096" y="464303"/>
                  </a:lnTo>
                  <a:lnTo>
                    <a:pt x="287195" y="464365"/>
                  </a:lnTo>
                  <a:lnTo>
                    <a:pt x="287202" y="464624"/>
                  </a:lnTo>
                  <a:lnTo>
                    <a:pt x="287278" y="464800"/>
                  </a:lnTo>
                  <a:lnTo>
                    <a:pt x="287419" y="465092"/>
                  </a:lnTo>
                  <a:lnTo>
                    <a:pt x="287511" y="465902"/>
                  </a:lnTo>
                  <a:lnTo>
                    <a:pt x="287373" y="465937"/>
                  </a:lnTo>
                  <a:lnTo>
                    <a:pt x="287143" y="465941"/>
                  </a:lnTo>
                  <a:lnTo>
                    <a:pt x="286820" y="465875"/>
                  </a:lnTo>
                  <a:lnTo>
                    <a:pt x="286576" y="465871"/>
                  </a:lnTo>
                  <a:lnTo>
                    <a:pt x="286039" y="466033"/>
                  </a:lnTo>
                  <a:lnTo>
                    <a:pt x="285816" y="466618"/>
                  </a:lnTo>
                  <a:lnTo>
                    <a:pt x="286160" y="466838"/>
                  </a:lnTo>
                  <a:lnTo>
                    <a:pt x="286171" y="467518"/>
                  </a:lnTo>
                  <a:lnTo>
                    <a:pt x="285982" y="467668"/>
                  </a:lnTo>
                  <a:lnTo>
                    <a:pt x="285602" y="467790"/>
                  </a:lnTo>
                  <a:lnTo>
                    <a:pt x="285444" y="467859"/>
                  </a:lnTo>
                  <a:lnTo>
                    <a:pt x="285299" y="467923"/>
                  </a:lnTo>
                  <a:lnTo>
                    <a:pt x="285073" y="468103"/>
                  </a:lnTo>
                  <a:lnTo>
                    <a:pt x="285033" y="468239"/>
                  </a:lnTo>
                  <a:lnTo>
                    <a:pt x="285081" y="468403"/>
                  </a:lnTo>
                  <a:lnTo>
                    <a:pt x="285004" y="468908"/>
                  </a:lnTo>
                  <a:lnTo>
                    <a:pt x="284651" y="469072"/>
                  </a:lnTo>
                  <a:lnTo>
                    <a:pt x="284349" y="469521"/>
                  </a:lnTo>
                  <a:lnTo>
                    <a:pt x="284280" y="469993"/>
                  </a:lnTo>
                  <a:lnTo>
                    <a:pt x="283963" y="469994"/>
                  </a:lnTo>
                  <a:lnTo>
                    <a:pt x="283800" y="469912"/>
                  </a:lnTo>
                  <a:lnTo>
                    <a:pt x="283495" y="469771"/>
                  </a:lnTo>
                  <a:lnTo>
                    <a:pt x="283010" y="469650"/>
                  </a:lnTo>
                  <a:lnTo>
                    <a:pt x="282661" y="469731"/>
                  </a:lnTo>
                  <a:lnTo>
                    <a:pt x="282249" y="469947"/>
                  </a:lnTo>
                  <a:lnTo>
                    <a:pt x="282049" y="470052"/>
                  </a:lnTo>
                  <a:lnTo>
                    <a:pt x="281917" y="470140"/>
                  </a:lnTo>
                  <a:lnTo>
                    <a:pt x="281591" y="470911"/>
                  </a:lnTo>
                  <a:lnTo>
                    <a:pt x="281816" y="470942"/>
                  </a:lnTo>
                  <a:lnTo>
                    <a:pt x="281968" y="470887"/>
                  </a:lnTo>
                  <a:lnTo>
                    <a:pt x="282139" y="470786"/>
                  </a:lnTo>
                  <a:lnTo>
                    <a:pt x="282712" y="470549"/>
                  </a:lnTo>
                  <a:lnTo>
                    <a:pt x="282935" y="470600"/>
                  </a:lnTo>
                  <a:lnTo>
                    <a:pt x="283176" y="470672"/>
                  </a:lnTo>
                  <a:lnTo>
                    <a:pt x="283426" y="470866"/>
                  </a:lnTo>
                  <a:lnTo>
                    <a:pt x="283412" y="471203"/>
                  </a:lnTo>
                  <a:lnTo>
                    <a:pt x="283254" y="471201"/>
                  </a:lnTo>
                  <a:lnTo>
                    <a:pt x="283082" y="471381"/>
                  </a:lnTo>
                  <a:lnTo>
                    <a:pt x="280982" y="471477"/>
                  </a:lnTo>
                  <a:lnTo>
                    <a:pt x="280593" y="472402"/>
                  </a:lnTo>
                  <a:lnTo>
                    <a:pt x="280140" y="472556"/>
                  </a:lnTo>
                  <a:lnTo>
                    <a:pt x="279782" y="472604"/>
                  </a:lnTo>
                  <a:lnTo>
                    <a:pt x="279578" y="472580"/>
                  </a:lnTo>
                  <a:lnTo>
                    <a:pt x="279300" y="472554"/>
                  </a:lnTo>
                  <a:lnTo>
                    <a:pt x="279043" y="472494"/>
                  </a:lnTo>
                  <a:lnTo>
                    <a:pt x="277696" y="471565"/>
                  </a:lnTo>
                  <a:lnTo>
                    <a:pt x="276044" y="471900"/>
                  </a:lnTo>
                  <a:lnTo>
                    <a:pt x="275982" y="472090"/>
                  </a:lnTo>
                  <a:lnTo>
                    <a:pt x="275852" y="472248"/>
                  </a:lnTo>
                  <a:lnTo>
                    <a:pt x="275480" y="472411"/>
                  </a:lnTo>
                  <a:lnTo>
                    <a:pt x="275228" y="472506"/>
                  </a:lnTo>
                  <a:lnTo>
                    <a:pt x="274916" y="472631"/>
                  </a:lnTo>
                  <a:lnTo>
                    <a:pt x="273539" y="473334"/>
                  </a:lnTo>
                  <a:lnTo>
                    <a:pt x="272547" y="471905"/>
                  </a:lnTo>
                  <a:lnTo>
                    <a:pt x="272288" y="471820"/>
                  </a:lnTo>
                  <a:lnTo>
                    <a:pt x="271736" y="471787"/>
                  </a:lnTo>
                  <a:lnTo>
                    <a:pt x="271223" y="472138"/>
                  </a:lnTo>
                  <a:lnTo>
                    <a:pt x="270378" y="472902"/>
                  </a:lnTo>
                  <a:lnTo>
                    <a:pt x="270235" y="472947"/>
                  </a:lnTo>
                  <a:lnTo>
                    <a:pt x="269348" y="472908"/>
                  </a:lnTo>
                  <a:lnTo>
                    <a:pt x="269170" y="472954"/>
                  </a:lnTo>
                  <a:lnTo>
                    <a:pt x="268154" y="472312"/>
                  </a:lnTo>
                  <a:lnTo>
                    <a:pt x="265310" y="471128"/>
                  </a:lnTo>
                  <a:lnTo>
                    <a:pt x="264939" y="471161"/>
                  </a:lnTo>
                  <a:lnTo>
                    <a:pt x="264281" y="471261"/>
                  </a:lnTo>
                  <a:lnTo>
                    <a:pt x="263547" y="471632"/>
                  </a:lnTo>
                  <a:lnTo>
                    <a:pt x="263080" y="470428"/>
                  </a:lnTo>
                  <a:lnTo>
                    <a:pt x="262998" y="469831"/>
                  </a:lnTo>
                  <a:lnTo>
                    <a:pt x="263346" y="469733"/>
                  </a:lnTo>
                  <a:lnTo>
                    <a:pt x="263556" y="469619"/>
                  </a:lnTo>
                  <a:lnTo>
                    <a:pt x="263691" y="469544"/>
                  </a:lnTo>
                  <a:lnTo>
                    <a:pt x="263841" y="469462"/>
                  </a:lnTo>
                  <a:lnTo>
                    <a:pt x="264017" y="469357"/>
                  </a:lnTo>
                  <a:lnTo>
                    <a:pt x="264205" y="469238"/>
                  </a:lnTo>
                  <a:lnTo>
                    <a:pt x="264786" y="469236"/>
                  </a:lnTo>
                  <a:lnTo>
                    <a:pt x="265213" y="469206"/>
                  </a:lnTo>
                  <a:lnTo>
                    <a:pt x="265402" y="468906"/>
                  </a:lnTo>
                  <a:lnTo>
                    <a:pt x="265707" y="468279"/>
                  </a:lnTo>
                  <a:lnTo>
                    <a:pt x="265941" y="467665"/>
                  </a:lnTo>
                  <a:lnTo>
                    <a:pt x="266443" y="467350"/>
                  </a:lnTo>
                  <a:lnTo>
                    <a:pt x="267250" y="467352"/>
                  </a:lnTo>
                  <a:lnTo>
                    <a:pt x="267380" y="467174"/>
                  </a:lnTo>
                  <a:lnTo>
                    <a:pt x="267418" y="466788"/>
                  </a:lnTo>
                  <a:lnTo>
                    <a:pt x="267342" y="466654"/>
                  </a:lnTo>
                  <a:lnTo>
                    <a:pt x="267240" y="466144"/>
                  </a:lnTo>
                  <a:lnTo>
                    <a:pt x="267314" y="465785"/>
                  </a:lnTo>
                  <a:lnTo>
                    <a:pt x="267422" y="465222"/>
                  </a:lnTo>
                  <a:lnTo>
                    <a:pt x="267483" y="464953"/>
                  </a:lnTo>
                  <a:lnTo>
                    <a:pt x="267664" y="464744"/>
                  </a:lnTo>
                  <a:lnTo>
                    <a:pt x="267830" y="464691"/>
                  </a:lnTo>
                  <a:lnTo>
                    <a:pt x="268103" y="464585"/>
                  </a:lnTo>
                  <a:lnTo>
                    <a:pt x="268541" y="464342"/>
                  </a:lnTo>
                  <a:lnTo>
                    <a:pt x="268680" y="464131"/>
                  </a:lnTo>
                  <a:lnTo>
                    <a:pt x="269497" y="463129"/>
                  </a:lnTo>
                  <a:lnTo>
                    <a:pt x="269522" y="462902"/>
                  </a:lnTo>
                  <a:lnTo>
                    <a:pt x="269712" y="462515"/>
                  </a:lnTo>
                  <a:lnTo>
                    <a:pt x="269777" y="462172"/>
                  </a:lnTo>
                  <a:lnTo>
                    <a:pt x="269971" y="461858"/>
                  </a:lnTo>
                  <a:lnTo>
                    <a:pt x="270071" y="461301"/>
                  </a:lnTo>
                  <a:lnTo>
                    <a:pt x="269888" y="461169"/>
                  </a:lnTo>
                  <a:lnTo>
                    <a:pt x="269647" y="461056"/>
                  </a:lnTo>
                  <a:lnTo>
                    <a:pt x="269421" y="460998"/>
                  </a:lnTo>
                  <a:lnTo>
                    <a:pt x="269263" y="460974"/>
                  </a:lnTo>
                  <a:lnTo>
                    <a:pt x="268741" y="460832"/>
                  </a:lnTo>
                  <a:lnTo>
                    <a:pt x="269214" y="460049"/>
                  </a:lnTo>
                  <a:lnTo>
                    <a:pt x="269366" y="459789"/>
                  </a:lnTo>
                  <a:lnTo>
                    <a:pt x="269597" y="459555"/>
                  </a:lnTo>
                  <a:lnTo>
                    <a:pt x="269892" y="459374"/>
                  </a:lnTo>
                  <a:lnTo>
                    <a:pt x="270515" y="459427"/>
                  </a:lnTo>
                  <a:lnTo>
                    <a:pt x="271466" y="458015"/>
                  </a:lnTo>
                  <a:lnTo>
                    <a:pt x="271905" y="457756"/>
                  </a:lnTo>
                  <a:lnTo>
                    <a:pt x="272077" y="457608"/>
                  </a:lnTo>
                  <a:lnTo>
                    <a:pt x="272530" y="457122"/>
                  </a:lnTo>
                  <a:lnTo>
                    <a:pt x="271922" y="456969"/>
                  </a:lnTo>
                  <a:lnTo>
                    <a:pt x="271764" y="456972"/>
                  </a:lnTo>
                  <a:lnTo>
                    <a:pt x="271239" y="456898"/>
                  </a:lnTo>
                  <a:lnTo>
                    <a:pt x="270862" y="456705"/>
                  </a:lnTo>
                  <a:lnTo>
                    <a:pt x="269990" y="456491"/>
                  </a:lnTo>
                  <a:lnTo>
                    <a:pt x="270023" y="455569"/>
                  </a:lnTo>
                  <a:lnTo>
                    <a:pt x="270078" y="455360"/>
                  </a:lnTo>
                  <a:lnTo>
                    <a:pt x="270081" y="455200"/>
                  </a:lnTo>
                  <a:lnTo>
                    <a:pt x="270282" y="454797"/>
                  </a:lnTo>
                  <a:lnTo>
                    <a:pt x="270376" y="454622"/>
                  </a:lnTo>
                  <a:lnTo>
                    <a:pt x="270542" y="454316"/>
                  </a:lnTo>
                  <a:lnTo>
                    <a:pt x="270688" y="454215"/>
                  </a:lnTo>
                  <a:lnTo>
                    <a:pt x="270821" y="453971"/>
                  </a:lnTo>
                  <a:lnTo>
                    <a:pt x="270873" y="453464"/>
                  </a:lnTo>
                  <a:lnTo>
                    <a:pt x="270668" y="453135"/>
                  </a:lnTo>
                  <a:lnTo>
                    <a:pt x="270560" y="452950"/>
                  </a:lnTo>
                  <a:lnTo>
                    <a:pt x="270206" y="452925"/>
                  </a:lnTo>
                  <a:lnTo>
                    <a:pt x="269931" y="452935"/>
                  </a:lnTo>
                  <a:lnTo>
                    <a:pt x="269721" y="452994"/>
                  </a:lnTo>
                  <a:lnTo>
                    <a:pt x="269510" y="453029"/>
                  </a:lnTo>
                  <a:lnTo>
                    <a:pt x="268772" y="452795"/>
                  </a:lnTo>
                  <a:lnTo>
                    <a:pt x="268269" y="452862"/>
                  </a:lnTo>
                  <a:lnTo>
                    <a:pt x="268069" y="452931"/>
                  </a:lnTo>
                  <a:lnTo>
                    <a:pt x="267853" y="452499"/>
                  </a:lnTo>
                  <a:lnTo>
                    <a:pt x="267804" y="452193"/>
                  </a:lnTo>
                  <a:lnTo>
                    <a:pt x="267635" y="451797"/>
                  </a:lnTo>
                  <a:lnTo>
                    <a:pt x="267431" y="451372"/>
                  </a:lnTo>
                  <a:lnTo>
                    <a:pt x="267067" y="451222"/>
                  </a:lnTo>
                  <a:lnTo>
                    <a:pt x="266795" y="451472"/>
                  </a:lnTo>
                  <a:lnTo>
                    <a:pt x="266601" y="451618"/>
                  </a:lnTo>
                  <a:lnTo>
                    <a:pt x="266442" y="451727"/>
                  </a:lnTo>
                  <a:lnTo>
                    <a:pt x="265689" y="451726"/>
                  </a:lnTo>
                  <a:lnTo>
                    <a:pt x="265349" y="451160"/>
                  </a:lnTo>
                  <a:lnTo>
                    <a:pt x="265330" y="450864"/>
                  </a:lnTo>
                  <a:lnTo>
                    <a:pt x="265424" y="450614"/>
                  </a:lnTo>
                  <a:lnTo>
                    <a:pt x="265487" y="450213"/>
                  </a:lnTo>
                  <a:lnTo>
                    <a:pt x="265054" y="449715"/>
                  </a:lnTo>
                  <a:lnTo>
                    <a:pt x="264877" y="449536"/>
                  </a:lnTo>
                  <a:lnTo>
                    <a:pt x="264810" y="448971"/>
                  </a:lnTo>
                  <a:lnTo>
                    <a:pt x="265069" y="448845"/>
                  </a:lnTo>
                  <a:lnTo>
                    <a:pt x="265407" y="448281"/>
                  </a:lnTo>
                  <a:lnTo>
                    <a:pt x="265403" y="448113"/>
                  </a:lnTo>
                  <a:lnTo>
                    <a:pt x="265369" y="447953"/>
                  </a:lnTo>
                  <a:lnTo>
                    <a:pt x="265287" y="447737"/>
                  </a:lnTo>
                  <a:lnTo>
                    <a:pt x="265105" y="447488"/>
                  </a:lnTo>
                  <a:lnTo>
                    <a:pt x="264904" y="447283"/>
                  </a:lnTo>
                  <a:lnTo>
                    <a:pt x="264165" y="446699"/>
                  </a:lnTo>
                  <a:lnTo>
                    <a:pt x="264036" y="446600"/>
                  </a:lnTo>
                  <a:lnTo>
                    <a:pt x="263806" y="446496"/>
                  </a:lnTo>
                  <a:lnTo>
                    <a:pt x="263624" y="446446"/>
                  </a:lnTo>
                  <a:lnTo>
                    <a:pt x="263465" y="446439"/>
                  </a:lnTo>
                  <a:lnTo>
                    <a:pt x="263296" y="446467"/>
                  </a:lnTo>
                  <a:lnTo>
                    <a:pt x="263149" y="446483"/>
                  </a:lnTo>
                  <a:lnTo>
                    <a:pt x="262990" y="446482"/>
                  </a:lnTo>
                  <a:lnTo>
                    <a:pt x="262667" y="446352"/>
                  </a:lnTo>
                  <a:lnTo>
                    <a:pt x="262924" y="445586"/>
                  </a:lnTo>
                  <a:lnTo>
                    <a:pt x="262309" y="444830"/>
                  </a:lnTo>
                  <a:lnTo>
                    <a:pt x="256966" y="435611"/>
                  </a:lnTo>
                  <a:lnTo>
                    <a:pt x="256871" y="435324"/>
                  </a:lnTo>
                  <a:lnTo>
                    <a:pt x="256809" y="434742"/>
                  </a:lnTo>
                  <a:lnTo>
                    <a:pt x="256476" y="434284"/>
                  </a:lnTo>
                  <a:lnTo>
                    <a:pt x="256387" y="434018"/>
                  </a:lnTo>
                  <a:lnTo>
                    <a:pt x="256399" y="433620"/>
                  </a:lnTo>
                  <a:lnTo>
                    <a:pt x="256491" y="433474"/>
                  </a:lnTo>
                  <a:lnTo>
                    <a:pt x="256539" y="433138"/>
                  </a:lnTo>
                  <a:lnTo>
                    <a:pt x="256792" y="432573"/>
                  </a:lnTo>
                  <a:lnTo>
                    <a:pt x="256967" y="432429"/>
                  </a:lnTo>
                  <a:lnTo>
                    <a:pt x="257247" y="432138"/>
                  </a:lnTo>
                  <a:lnTo>
                    <a:pt x="257326" y="431920"/>
                  </a:lnTo>
                  <a:lnTo>
                    <a:pt x="256802" y="431580"/>
                  </a:lnTo>
                  <a:lnTo>
                    <a:pt x="256660" y="431299"/>
                  </a:lnTo>
                  <a:lnTo>
                    <a:pt x="256601" y="431167"/>
                  </a:lnTo>
                  <a:lnTo>
                    <a:pt x="256475" y="430882"/>
                  </a:lnTo>
                  <a:lnTo>
                    <a:pt x="256400" y="430384"/>
                  </a:lnTo>
                  <a:lnTo>
                    <a:pt x="256340" y="430179"/>
                  </a:lnTo>
                  <a:lnTo>
                    <a:pt x="256218" y="429837"/>
                  </a:lnTo>
                  <a:lnTo>
                    <a:pt x="255708" y="429883"/>
                  </a:lnTo>
                  <a:lnTo>
                    <a:pt x="255511" y="429891"/>
                  </a:lnTo>
                  <a:lnTo>
                    <a:pt x="255271" y="429717"/>
                  </a:lnTo>
                  <a:lnTo>
                    <a:pt x="254852" y="429289"/>
                  </a:lnTo>
                  <a:lnTo>
                    <a:pt x="254519" y="429000"/>
                  </a:lnTo>
                  <a:lnTo>
                    <a:pt x="253526" y="429232"/>
                  </a:lnTo>
                  <a:lnTo>
                    <a:pt x="253373" y="429218"/>
                  </a:lnTo>
                  <a:lnTo>
                    <a:pt x="253090" y="429208"/>
                  </a:lnTo>
                  <a:lnTo>
                    <a:pt x="252740" y="429421"/>
                  </a:lnTo>
                  <a:lnTo>
                    <a:pt x="252002" y="429638"/>
                  </a:lnTo>
                  <a:lnTo>
                    <a:pt x="251525" y="429756"/>
                  </a:lnTo>
                  <a:lnTo>
                    <a:pt x="251197" y="429954"/>
                  </a:lnTo>
                  <a:lnTo>
                    <a:pt x="250446" y="430131"/>
                  </a:lnTo>
                  <a:lnTo>
                    <a:pt x="250249" y="430040"/>
                  </a:lnTo>
                  <a:lnTo>
                    <a:pt x="250098" y="429787"/>
                  </a:lnTo>
                  <a:lnTo>
                    <a:pt x="250157" y="429504"/>
                  </a:lnTo>
                  <a:lnTo>
                    <a:pt x="250503" y="428692"/>
                  </a:lnTo>
                  <a:lnTo>
                    <a:pt x="250459" y="428537"/>
                  </a:lnTo>
                  <a:lnTo>
                    <a:pt x="250819" y="427821"/>
                  </a:lnTo>
                  <a:lnTo>
                    <a:pt x="250855" y="427690"/>
                  </a:lnTo>
                  <a:lnTo>
                    <a:pt x="250899" y="427517"/>
                  </a:lnTo>
                  <a:lnTo>
                    <a:pt x="250867" y="427288"/>
                  </a:lnTo>
                  <a:lnTo>
                    <a:pt x="250795" y="427146"/>
                  </a:lnTo>
                  <a:lnTo>
                    <a:pt x="250741" y="426878"/>
                  </a:lnTo>
                  <a:lnTo>
                    <a:pt x="250860" y="426496"/>
                  </a:lnTo>
                  <a:lnTo>
                    <a:pt x="250765" y="426356"/>
                  </a:lnTo>
                  <a:lnTo>
                    <a:pt x="250742" y="426209"/>
                  </a:lnTo>
                  <a:lnTo>
                    <a:pt x="250737" y="426078"/>
                  </a:lnTo>
                  <a:lnTo>
                    <a:pt x="250661" y="425930"/>
                  </a:lnTo>
                  <a:lnTo>
                    <a:pt x="250557" y="425767"/>
                  </a:lnTo>
                  <a:lnTo>
                    <a:pt x="250482" y="425596"/>
                  </a:lnTo>
                  <a:lnTo>
                    <a:pt x="250477" y="425449"/>
                  </a:lnTo>
                  <a:lnTo>
                    <a:pt x="250537" y="425282"/>
                  </a:lnTo>
                  <a:lnTo>
                    <a:pt x="250582" y="424991"/>
                  </a:lnTo>
                  <a:lnTo>
                    <a:pt x="250568" y="424860"/>
                  </a:lnTo>
                  <a:lnTo>
                    <a:pt x="250474" y="424704"/>
                  </a:lnTo>
                  <a:lnTo>
                    <a:pt x="250220" y="424429"/>
                  </a:lnTo>
                  <a:lnTo>
                    <a:pt x="250243" y="424103"/>
                  </a:lnTo>
                  <a:lnTo>
                    <a:pt x="250184" y="423975"/>
                  </a:lnTo>
                  <a:lnTo>
                    <a:pt x="250055" y="423424"/>
                  </a:lnTo>
                  <a:lnTo>
                    <a:pt x="249789" y="423171"/>
                  </a:lnTo>
                  <a:lnTo>
                    <a:pt x="249387" y="422949"/>
                  </a:lnTo>
                  <a:lnTo>
                    <a:pt x="249365" y="422631"/>
                  </a:lnTo>
                  <a:lnTo>
                    <a:pt x="249217" y="422249"/>
                  </a:lnTo>
                  <a:lnTo>
                    <a:pt x="249028" y="421839"/>
                  </a:lnTo>
                  <a:lnTo>
                    <a:pt x="248987" y="421651"/>
                  </a:lnTo>
                  <a:lnTo>
                    <a:pt x="249004" y="421471"/>
                  </a:lnTo>
                  <a:lnTo>
                    <a:pt x="249066" y="420803"/>
                  </a:lnTo>
                  <a:lnTo>
                    <a:pt x="249133" y="420233"/>
                  </a:lnTo>
                  <a:lnTo>
                    <a:pt x="249218" y="419978"/>
                  </a:lnTo>
                  <a:lnTo>
                    <a:pt x="249221" y="419422"/>
                  </a:lnTo>
                  <a:lnTo>
                    <a:pt x="249075" y="418782"/>
                  </a:lnTo>
                  <a:lnTo>
                    <a:pt x="249208" y="418272"/>
                  </a:lnTo>
                  <a:lnTo>
                    <a:pt x="249386" y="417867"/>
                  </a:lnTo>
                  <a:lnTo>
                    <a:pt x="249457" y="417709"/>
                  </a:lnTo>
                  <a:lnTo>
                    <a:pt x="249491" y="417289"/>
                  </a:lnTo>
                  <a:lnTo>
                    <a:pt x="249498" y="416950"/>
                  </a:lnTo>
                  <a:lnTo>
                    <a:pt x="249683" y="416423"/>
                  </a:lnTo>
                  <a:lnTo>
                    <a:pt x="250447" y="416193"/>
                  </a:lnTo>
                  <a:lnTo>
                    <a:pt x="251550" y="416280"/>
                  </a:lnTo>
                  <a:lnTo>
                    <a:pt x="251713" y="416252"/>
                  </a:lnTo>
                  <a:lnTo>
                    <a:pt x="251670" y="416124"/>
                  </a:lnTo>
                  <a:lnTo>
                    <a:pt x="251318" y="415635"/>
                  </a:lnTo>
                  <a:lnTo>
                    <a:pt x="251064" y="415622"/>
                  </a:lnTo>
                  <a:lnTo>
                    <a:pt x="250754" y="415579"/>
                  </a:lnTo>
                  <a:lnTo>
                    <a:pt x="249762" y="414936"/>
                  </a:lnTo>
                  <a:lnTo>
                    <a:pt x="249348" y="414794"/>
                  </a:lnTo>
                  <a:lnTo>
                    <a:pt x="249093" y="414651"/>
                  </a:lnTo>
                  <a:lnTo>
                    <a:pt x="249155" y="414135"/>
                  </a:lnTo>
                  <a:lnTo>
                    <a:pt x="249191" y="413794"/>
                  </a:lnTo>
                  <a:lnTo>
                    <a:pt x="249649" y="413644"/>
                  </a:lnTo>
                  <a:lnTo>
                    <a:pt x="250397" y="413284"/>
                  </a:lnTo>
                  <a:lnTo>
                    <a:pt x="250530" y="413254"/>
                  </a:lnTo>
                  <a:lnTo>
                    <a:pt x="250699" y="413196"/>
                  </a:lnTo>
                  <a:lnTo>
                    <a:pt x="251035" y="413030"/>
                  </a:lnTo>
                  <a:lnTo>
                    <a:pt x="251521" y="412426"/>
                  </a:lnTo>
                  <a:lnTo>
                    <a:pt x="251781" y="412489"/>
                  </a:lnTo>
                  <a:lnTo>
                    <a:pt x="252270" y="412340"/>
                  </a:lnTo>
                  <a:lnTo>
                    <a:pt x="252451" y="412073"/>
                  </a:lnTo>
                  <a:lnTo>
                    <a:pt x="252443" y="411889"/>
                  </a:lnTo>
                  <a:lnTo>
                    <a:pt x="252401" y="411730"/>
                  </a:lnTo>
                  <a:lnTo>
                    <a:pt x="252636" y="411181"/>
                  </a:lnTo>
                  <a:lnTo>
                    <a:pt x="252837" y="410943"/>
                  </a:lnTo>
                  <a:lnTo>
                    <a:pt x="253126" y="410612"/>
                  </a:lnTo>
                  <a:lnTo>
                    <a:pt x="253424" y="410331"/>
                  </a:lnTo>
                  <a:lnTo>
                    <a:pt x="254004" y="409808"/>
                  </a:lnTo>
                  <a:lnTo>
                    <a:pt x="254146" y="409655"/>
                  </a:lnTo>
                  <a:lnTo>
                    <a:pt x="254849" y="408904"/>
                  </a:lnTo>
                  <a:lnTo>
                    <a:pt x="254873" y="408737"/>
                  </a:lnTo>
                  <a:lnTo>
                    <a:pt x="254885" y="408520"/>
                  </a:lnTo>
                  <a:lnTo>
                    <a:pt x="255125" y="408206"/>
                  </a:lnTo>
                  <a:lnTo>
                    <a:pt x="255108" y="407946"/>
                  </a:lnTo>
                  <a:lnTo>
                    <a:pt x="255026" y="407604"/>
                  </a:lnTo>
                  <a:lnTo>
                    <a:pt x="254764" y="407490"/>
                  </a:lnTo>
                  <a:lnTo>
                    <a:pt x="254699" y="407358"/>
                  </a:lnTo>
                  <a:lnTo>
                    <a:pt x="254977" y="406923"/>
                  </a:lnTo>
                  <a:lnTo>
                    <a:pt x="255331" y="406982"/>
                  </a:lnTo>
                  <a:lnTo>
                    <a:pt x="256331" y="407060"/>
                  </a:lnTo>
                  <a:lnTo>
                    <a:pt x="256663" y="406777"/>
                  </a:lnTo>
                  <a:lnTo>
                    <a:pt x="256745" y="406366"/>
                  </a:lnTo>
                  <a:lnTo>
                    <a:pt x="257168" y="406071"/>
                  </a:lnTo>
                  <a:lnTo>
                    <a:pt x="257361" y="405967"/>
                  </a:lnTo>
                  <a:lnTo>
                    <a:pt x="257508" y="405895"/>
                  </a:lnTo>
                  <a:lnTo>
                    <a:pt x="257647" y="405717"/>
                  </a:lnTo>
                  <a:lnTo>
                    <a:pt x="257756" y="405577"/>
                  </a:lnTo>
                  <a:lnTo>
                    <a:pt x="257905" y="405504"/>
                  </a:lnTo>
                  <a:lnTo>
                    <a:pt x="258202" y="405286"/>
                  </a:lnTo>
                  <a:lnTo>
                    <a:pt x="258284" y="405079"/>
                  </a:lnTo>
                  <a:lnTo>
                    <a:pt x="257960" y="404719"/>
                  </a:lnTo>
                  <a:lnTo>
                    <a:pt x="257659" y="404554"/>
                  </a:lnTo>
                  <a:lnTo>
                    <a:pt x="257547" y="404427"/>
                  </a:lnTo>
                  <a:lnTo>
                    <a:pt x="257311" y="404173"/>
                  </a:lnTo>
                  <a:lnTo>
                    <a:pt x="257117" y="403968"/>
                  </a:lnTo>
                  <a:lnTo>
                    <a:pt x="256720" y="403820"/>
                  </a:lnTo>
                  <a:lnTo>
                    <a:pt x="256378" y="404130"/>
                  </a:lnTo>
                  <a:lnTo>
                    <a:pt x="256146" y="404229"/>
                  </a:lnTo>
                  <a:lnTo>
                    <a:pt x="255610" y="404207"/>
                  </a:lnTo>
                  <a:lnTo>
                    <a:pt x="255435" y="404200"/>
                  </a:lnTo>
                  <a:lnTo>
                    <a:pt x="255122" y="404140"/>
                  </a:lnTo>
                  <a:lnTo>
                    <a:pt x="254876" y="404091"/>
                  </a:lnTo>
                  <a:lnTo>
                    <a:pt x="254616" y="403977"/>
                  </a:lnTo>
                  <a:lnTo>
                    <a:pt x="254424" y="403893"/>
                  </a:lnTo>
                  <a:lnTo>
                    <a:pt x="254130" y="403701"/>
                  </a:lnTo>
                  <a:lnTo>
                    <a:pt x="253966" y="403576"/>
                  </a:lnTo>
                  <a:lnTo>
                    <a:pt x="253799" y="403452"/>
                  </a:lnTo>
                  <a:lnTo>
                    <a:pt x="253426" y="403084"/>
                  </a:lnTo>
                  <a:lnTo>
                    <a:pt x="252948" y="402827"/>
                  </a:lnTo>
                  <a:lnTo>
                    <a:pt x="252355" y="402639"/>
                  </a:lnTo>
                  <a:lnTo>
                    <a:pt x="252202" y="402691"/>
                  </a:lnTo>
                  <a:lnTo>
                    <a:pt x="251885" y="402804"/>
                  </a:lnTo>
                  <a:lnTo>
                    <a:pt x="251930" y="403103"/>
                  </a:lnTo>
                  <a:lnTo>
                    <a:pt x="252063" y="404391"/>
                  </a:lnTo>
                  <a:lnTo>
                    <a:pt x="251931" y="404572"/>
                  </a:lnTo>
                  <a:lnTo>
                    <a:pt x="251163" y="404603"/>
                  </a:lnTo>
                  <a:lnTo>
                    <a:pt x="250904" y="404692"/>
                  </a:lnTo>
                  <a:lnTo>
                    <a:pt x="250732" y="404775"/>
                  </a:lnTo>
                  <a:lnTo>
                    <a:pt x="250040" y="404746"/>
                  </a:lnTo>
                  <a:lnTo>
                    <a:pt x="249785" y="404642"/>
                  </a:lnTo>
                  <a:lnTo>
                    <a:pt x="249538" y="404512"/>
                  </a:lnTo>
                  <a:lnTo>
                    <a:pt x="249538" y="404325"/>
                  </a:lnTo>
                  <a:lnTo>
                    <a:pt x="249640" y="404003"/>
                  </a:lnTo>
                  <a:lnTo>
                    <a:pt x="249859" y="403297"/>
                  </a:lnTo>
                  <a:lnTo>
                    <a:pt x="249853" y="403026"/>
                  </a:lnTo>
                  <a:lnTo>
                    <a:pt x="250073" y="402189"/>
                  </a:lnTo>
                  <a:lnTo>
                    <a:pt x="250099" y="401910"/>
                  </a:lnTo>
                  <a:lnTo>
                    <a:pt x="249956" y="401731"/>
                  </a:lnTo>
                  <a:lnTo>
                    <a:pt x="249810" y="401964"/>
                  </a:lnTo>
                  <a:lnTo>
                    <a:pt x="249664" y="402198"/>
                  </a:lnTo>
                  <a:lnTo>
                    <a:pt x="249560" y="402392"/>
                  </a:lnTo>
                  <a:lnTo>
                    <a:pt x="249439" y="402618"/>
                  </a:lnTo>
                  <a:lnTo>
                    <a:pt x="248952" y="403000"/>
                  </a:lnTo>
                  <a:lnTo>
                    <a:pt x="248448" y="403179"/>
                  </a:lnTo>
                  <a:lnTo>
                    <a:pt x="248370" y="402994"/>
                  </a:lnTo>
                  <a:lnTo>
                    <a:pt x="248564" y="402823"/>
                  </a:lnTo>
                  <a:lnTo>
                    <a:pt x="248827" y="402520"/>
                  </a:lnTo>
                  <a:lnTo>
                    <a:pt x="248861" y="402383"/>
                  </a:lnTo>
                  <a:lnTo>
                    <a:pt x="248907" y="402194"/>
                  </a:lnTo>
                  <a:lnTo>
                    <a:pt x="249024" y="401945"/>
                  </a:lnTo>
                  <a:lnTo>
                    <a:pt x="249299" y="401597"/>
                  </a:lnTo>
                  <a:lnTo>
                    <a:pt x="249471" y="401560"/>
                  </a:lnTo>
                  <a:lnTo>
                    <a:pt x="249647" y="401427"/>
                  </a:lnTo>
                  <a:lnTo>
                    <a:pt x="249543" y="401097"/>
                  </a:lnTo>
                  <a:lnTo>
                    <a:pt x="249660" y="400827"/>
                  </a:lnTo>
                  <a:lnTo>
                    <a:pt x="249869" y="400575"/>
                  </a:lnTo>
                  <a:lnTo>
                    <a:pt x="249686" y="400468"/>
                  </a:lnTo>
                  <a:lnTo>
                    <a:pt x="249472" y="400448"/>
                  </a:lnTo>
                  <a:lnTo>
                    <a:pt x="248811" y="400166"/>
                  </a:lnTo>
                  <a:lnTo>
                    <a:pt x="248354" y="399986"/>
                  </a:lnTo>
                  <a:lnTo>
                    <a:pt x="248382" y="399765"/>
                  </a:lnTo>
                  <a:lnTo>
                    <a:pt x="248567" y="399626"/>
                  </a:lnTo>
                  <a:lnTo>
                    <a:pt x="248745" y="399311"/>
                  </a:lnTo>
                  <a:lnTo>
                    <a:pt x="248771" y="399115"/>
                  </a:lnTo>
                  <a:lnTo>
                    <a:pt x="248423" y="398566"/>
                  </a:lnTo>
                  <a:lnTo>
                    <a:pt x="248185" y="398205"/>
                  </a:lnTo>
                  <a:lnTo>
                    <a:pt x="248250" y="397784"/>
                  </a:lnTo>
                  <a:lnTo>
                    <a:pt x="248587" y="397704"/>
                  </a:lnTo>
                  <a:lnTo>
                    <a:pt x="248910" y="397312"/>
                  </a:lnTo>
                  <a:lnTo>
                    <a:pt x="248979" y="397138"/>
                  </a:lnTo>
                  <a:lnTo>
                    <a:pt x="249216" y="396818"/>
                  </a:lnTo>
                  <a:lnTo>
                    <a:pt x="248991" y="396705"/>
                  </a:lnTo>
                  <a:lnTo>
                    <a:pt x="248498" y="396569"/>
                  </a:lnTo>
                  <a:lnTo>
                    <a:pt x="247801" y="396052"/>
                  </a:lnTo>
                  <a:lnTo>
                    <a:pt x="247598" y="395830"/>
                  </a:lnTo>
                  <a:lnTo>
                    <a:pt x="247293" y="395746"/>
                  </a:lnTo>
                  <a:lnTo>
                    <a:pt x="247154" y="395752"/>
                  </a:lnTo>
                  <a:lnTo>
                    <a:pt x="246701" y="395603"/>
                  </a:lnTo>
                  <a:lnTo>
                    <a:pt x="246500" y="395600"/>
                  </a:lnTo>
                  <a:lnTo>
                    <a:pt x="246022" y="395880"/>
                  </a:lnTo>
                  <a:lnTo>
                    <a:pt x="245551" y="396248"/>
                  </a:lnTo>
                  <a:lnTo>
                    <a:pt x="245109" y="396242"/>
                  </a:lnTo>
                  <a:lnTo>
                    <a:pt x="244369" y="395999"/>
                  </a:lnTo>
                  <a:lnTo>
                    <a:pt x="243912" y="395878"/>
                  </a:lnTo>
                  <a:lnTo>
                    <a:pt x="243709" y="395864"/>
                  </a:lnTo>
                  <a:lnTo>
                    <a:pt x="243293" y="395702"/>
                  </a:lnTo>
                  <a:lnTo>
                    <a:pt x="243364" y="395161"/>
                  </a:lnTo>
                  <a:lnTo>
                    <a:pt x="243490" y="395034"/>
                  </a:lnTo>
                  <a:lnTo>
                    <a:pt x="243668" y="394800"/>
                  </a:lnTo>
                  <a:lnTo>
                    <a:pt x="243537" y="394564"/>
                  </a:lnTo>
                  <a:lnTo>
                    <a:pt x="243468" y="394046"/>
                  </a:lnTo>
                  <a:lnTo>
                    <a:pt x="243332" y="393710"/>
                  </a:lnTo>
                  <a:lnTo>
                    <a:pt x="243190" y="393636"/>
                  </a:lnTo>
                  <a:lnTo>
                    <a:pt x="243244" y="393286"/>
                  </a:lnTo>
                  <a:lnTo>
                    <a:pt x="243540" y="393166"/>
                  </a:lnTo>
                  <a:lnTo>
                    <a:pt x="244284" y="393024"/>
                  </a:lnTo>
                  <a:lnTo>
                    <a:pt x="244694" y="392396"/>
                  </a:lnTo>
                  <a:lnTo>
                    <a:pt x="244425" y="392093"/>
                  </a:lnTo>
                  <a:lnTo>
                    <a:pt x="244099" y="392001"/>
                  </a:lnTo>
                  <a:lnTo>
                    <a:pt x="243847" y="391780"/>
                  </a:lnTo>
                  <a:lnTo>
                    <a:pt x="243883" y="391361"/>
                  </a:lnTo>
                  <a:lnTo>
                    <a:pt x="244218" y="391075"/>
                  </a:lnTo>
                  <a:lnTo>
                    <a:pt x="244315" y="390783"/>
                  </a:lnTo>
                  <a:lnTo>
                    <a:pt x="244107" y="390278"/>
                  </a:lnTo>
                  <a:lnTo>
                    <a:pt x="243987" y="389822"/>
                  </a:lnTo>
                  <a:lnTo>
                    <a:pt x="243910" y="389446"/>
                  </a:lnTo>
                  <a:lnTo>
                    <a:pt x="243176" y="389056"/>
                  </a:lnTo>
                  <a:lnTo>
                    <a:pt x="242748" y="388904"/>
                  </a:lnTo>
                  <a:lnTo>
                    <a:pt x="242559" y="388836"/>
                  </a:lnTo>
                  <a:lnTo>
                    <a:pt x="242226" y="388685"/>
                  </a:lnTo>
                  <a:lnTo>
                    <a:pt x="241704" y="388384"/>
                  </a:lnTo>
                  <a:lnTo>
                    <a:pt x="242126" y="388130"/>
                  </a:lnTo>
                  <a:lnTo>
                    <a:pt x="241851" y="387587"/>
                  </a:lnTo>
                  <a:lnTo>
                    <a:pt x="241359" y="386996"/>
                  </a:lnTo>
                  <a:lnTo>
                    <a:pt x="241183" y="386941"/>
                  </a:lnTo>
                  <a:lnTo>
                    <a:pt x="240790" y="386876"/>
                  </a:lnTo>
                  <a:lnTo>
                    <a:pt x="237480" y="378998"/>
                  </a:lnTo>
                  <a:lnTo>
                    <a:pt x="237092" y="379208"/>
                  </a:lnTo>
                  <a:lnTo>
                    <a:pt x="236823" y="379325"/>
                  </a:lnTo>
                  <a:lnTo>
                    <a:pt x="236416" y="379144"/>
                  </a:lnTo>
                  <a:lnTo>
                    <a:pt x="236231" y="378809"/>
                  </a:lnTo>
                  <a:lnTo>
                    <a:pt x="235917" y="378628"/>
                  </a:lnTo>
                  <a:lnTo>
                    <a:pt x="235784" y="378562"/>
                  </a:lnTo>
                  <a:lnTo>
                    <a:pt x="235858" y="377805"/>
                  </a:lnTo>
                  <a:lnTo>
                    <a:pt x="235830" y="377523"/>
                  </a:lnTo>
                  <a:lnTo>
                    <a:pt x="235813" y="377110"/>
                  </a:lnTo>
                  <a:lnTo>
                    <a:pt x="235687" y="376567"/>
                  </a:lnTo>
                  <a:lnTo>
                    <a:pt x="235075" y="376422"/>
                  </a:lnTo>
                  <a:lnTo>
                    <a:pt x="234916" y="376132"/>
                  </a:lnTo>
                  <a:lnTo>
                    <a:pt x="234613" y="375993"/>
                  </a:lnTo>
                  <a:lnTo>
                    <a:pt x="234311" y="376103"/>
                  </a:lnTo>
                  <a:lnTo>
                    <a:pt x="234121" y="376170"/>
                  </a:lnTo>
                  <a:lnTo>
                    <a:pt x="233860" y="376223"/>
                  </a:lnTo>
                  <a:lnTo>
                    <a:pt x="233584" y="376190"/>
                  </a:lnTo>
                  <a:lnTo>
                    <a:pt x="233541" y="375830"/>
                  </a:lnTo>
                  <a:lnTo>
                    <a:pt x="233968" y="375637"/>
                  </a:lnTo>
                  <a:lnTo>
                    <a:pt x="234097" y="375579"/>
                  </a:lnTo>
                  <a:lnTo>
                    <a:pt x="234406" y="375488"/>
                  </a:lnTo>
                  <a:lnTo>
                    <a:pt x="234084" y="374425"/>
                  </a:lnTo>
                  <a:lnTo>
                    <a:pt x="233929" y="374168"/>
                  </a:lnTo>
                  <a:lnTo>
                    <a:pt x="233871" y="373912"/>
                  </a:lnTo>
                  <a:lnTo>
                    <a:pt x="233742" y="373677"/>
                  </a:lnTo>
                  <a:lnTo>
                    <a:pt x="233572" y="373545"/>
                  </a:lnTo>
                  <a:lnTo>
                    <a:pt x="234014" y="373335"/>
                  </a:lnTo>
                  <a:lnTo>
                    <a:pt x="234496" y="373013"/>
                  </a:lnTo>
                  <a:lnTo>
                    <a:pt x="234739" y="372722"/>
                  </a:lnTo>
                  <a:lnTo>
                    <a:pt x="234811" y="372563"/>
                  </a:lnTo>
                  <a:lnTo>
                    <a:pt x="234884" y="372293"/>
                  </a:lnTo>
                  <a:lnTo>
                    <a:pt x="234736" y="372171"/>
                  </a:lnTo>
                  <a:lnTo>
                    <a:pt x="234108" y="371865"/>
                  </a:lnTo>
                  <a:lnTo>
                    <a:pt x="234521" y="371542"/>
                  </a:lnTo>
                  <a:lnTo>
                    <a:pt x="234728" y="371176"/>
                  </a:lnTo>
                  <a:lnTo>
                    <a:pt x="234726" y="370814"/>
                  </a:lnTo>
                  <a:lnTo>
                    <a:pt x="234105" y="370394"/>
                  </a:lnTo>
                  <a:lnTo>
                    <a:pt x="233939" y="370087"/>
                  </a:lnTo>
                  <a:lnTo>
                    <a:pt x="233935" y="369949"/>
                  </a:lnTo>
                  <a:lnTo>
                    <a:pt x="233936" y="369676"/>
                  </a:lnTo>
                  <a:lnTo>
                    <a:pt x="233955" y="369508"/>
                  </a:lnTo>
                  <a:lnTo>
                    <a:pt x="233652" y="369097"/>
                  </a:lnTo>
                  <a:lnTo>
                    <a:pt x="233216" y="369046"/>
                  </a:lnTo>
                  <a:lnTo>
                    <a:pt x="233032" y="369023"/>
                  </a:lnTo>
                  <a:lnTo>
                    <a:pt x="232853" y="369000"/>
                  </a:lnTo>
                  <a:lnTo>
                    <a:pt x="232581" y="368918"/>
                  </a:lnTo>
                  <a:lnTo>
                    <a:pt x="231063" y="368788"/>
                  </a:lnTo>
                  <a:lnTo>
                    <a:pt x="230802" y="369359"/>
                  </a:lnTo>
                  <a:lnTo>
                    <a:pt x="230662" y="369733"/>
                  </a:lnTo>
                  <a:lnTo>
                    <a:pt x="230149" y="370013"/>
                  </a:lnTo>
                  <a:lnTo>
                    <a:pt x="229888" y="369930"/>
                  </a:lnTo>
                  <a:lnTo>
                    <a:pt x="229582" y="369915"/>
                  </a:lnTo>
                  <a:lnTo>
                    <a:pt x="229365" y="369971"/>
                  </a:lnTo>
                  <a:lnTo>
                    <a:pt x="229039" y="369957"/>
                  </a:lnTo>
                  <a:lnTo>
                    <a:pt x="228890" y="369535"/>
                  </a:lnTo>
                  <a:lnTo>
                    <a:pt x="228841" y="369352"/>
                  </a:lnTo>
                  <a:lnTo>
                    <a:pt x="228735" y="368952"/>
                  </a:lnTo>
                  <a:lnTo>
                    <a:pt x="228623" y="368670"/>
                  </a:lnTo>
                  <a:lnTo>
                    <a:pt x="228385" y="368201"/>
                  </a:lnTo>
                  <a:lnTo>
                    <a:pt x="228439" y="367650"/>
                  </a:lnTo>
                  <a:lnTo>
                    <a:pt x="228471" y="367431"/>
                  </a:lnTo>
                  <a:lnTo>
                    <a:pt x="228428" y="367170"/>
                  </a:lnTo>
                  <a:lnTo>
                    <a:pt x="228284" y="366835"/>
                  </a:lnTo>
                  <a:lnTo>
                    <a:pt x="228258" y="366170"/>
                  </a:lnTo>
                  <a:lnTo>
                    <a:pt x="228255" y="366021"/>
                  </a:lnTo>
                  <a:lnTo>
                    <a:pt x="228046" y="365572"/>
                  </a:lnTo>
                  <a:lnTo>
                    <a:pt x="228079" y="365330"/>
                  </a:lnTo>
                  <a:lnTo>
                    <a:pt x="228136" y="364904"/>
                  </a:lnTo>
                  <a:lnTo>
                    <a:pt x="227997" y="364411"/>
                  </a:lnTo>
                  <a:lnTo>
                    <a:pt x="228021" y="364249"/>
                  </a:lnTo>
                  <a:lnTo>
                    <a:pt x="228287" y="363775"/>
                  </a:lnTo>
                  <a:lnTo>
                    <a:pt x="228597" y="363371"/>
                  </a:lnTo>
                  <a:lnTo>
                    <a:pt x="228725" y="363123"/>
                  </a:lnTo>
                  <a:lnTo>
                    <a:pt x="228896" y="362459"/>
                  </a:lnTo>
                  <a:lnTo>
                    <a:pt x="228690" y="361842"/>
                  </a:lnTo>
                  <a:lnTo>
                    <a:pt x="228714" y="361576"/>
                  </a:lnTo>
                  <a:lnTo>
                    <a:pt x="228810" y="361316"/>
                  </a:lnTo>
                  <a:lnTo>
                    <a:pt x="228928" y="361025"/>
                  </a:lnTo>
                  <a:lnTo>
                    <a:pt x="228938" y="360815"/>
                  </a:lnTo>
                  <a:lnTo>
                    <a:pt x="228949" y="360560"/>
                  </a:lnTo>
                  <a:lnTo>
                    <a:pt x="228957" y="360392"/>
                  </a:lnTo>
                  <a:lnTo>
                    <a:pt x="228853" y="360098"/>
                  </a:lnTo>
                  <a:lnTo>
                    <a:pt x="228823" y="359913"/>
                  </a:lnTo>
                  <a:lnTo>
                    <a:pt x="228820" y="359635"/>
                  </a:lnTo>
                  <a:lnTo>
                    <a:pt x="228772" y="359274"/>
                  </a:lnTo>
                  <a:lnTo>
                    <a:pt x="228453" y="358969"/>
                  </a:lnTo>
                  <a:lnTo>
                    <a:pt x="228397" y="358757"/>
                  </a:lnTo>
                  <a:lnTo>
                    <a:pt x="228490" y="358465"/>
                  </a:lnTo>
                  <a:lnTo>
                    <a:pt x="228345" y="358058"/>
                  </a:lnTo>
                  <a:lnTo>
                    <a:pt x="228269" y="357880"/>
                  </a:lnTo>
                  <a:lnTo>
                    <a:pt x="227853" y="357484"/>
                  </a:lnTo>
                  <a:lnTo>
                    <a:pt x="227503" y="357099"/>
                  </a:lnTo>
                  <a:lnTo>
                    <a:pt x="227893" y="356699"/>
                  </a:lnTo>
                  <a:lnTo>
                    <a:pt x="228241" y="356714"/>
                  </a:lnTo>
                  <a:lnTo>
                    <a:pt x="228321" y="356469"/>
                  </a:lnTo>
                  <a:lnTo>
                    <a:pt x="228366" y="356334"/>
                  </a:lnTo>
                  <a:lnTo>
                    <a:pt x="228391" y="356067"/>
                  </a:lnTo>
                  <a:lnTo>
                    <a:pt x="228480" y="355794"/>
                  </a:lnTo>
                  <a:lnTo>
                    <a:pt x="229054" y="355353"/>
                  </a:lnTo>
                  <a:lnTo>
                    <a:pt x="229348" y="355077"/>
                  </a:lnTo>
                  <a:lnTo>
                    <a:pt x="229837" y="354795"/>
                  </a:lnTo>
                  <a:lnTo>
                    <a:pt x="229925" y="354632"/>
                  </a:lnTo>
                  <a:lnTo>
                    <a:pt x="229962" y="354491"/>
                  </a:lnTo>
                  <a:lnTo>
                    <a:pt x="229752" y="354108"/>
                  </a:lnTo>
                  <a:lnTo>
                    <a:pt x="229693" y="353869"/>
                  </a:lnTo>
                  <a:lnTo>
                    <a:pt x="229626" y="353461"/>
                  </a:lnTo>
                  <a:lnTo>
                    <a:pt x="229624" y="353309"/>
                  </a:lnTo>
                  <a:lnTo>
                    <a:pt x="229667" y="353099"/>
                  </a:lnTo>
                  <a:lnTo>
                    <a:pt x="229837" y="352636"/>
                  </a:lnTo>
                  <a:lnTo>
                    <a:pt x="230166" y="352205"/>
                  </a:lnTo>
                  <a:lnTo>
                    <a:pt x="230117" y="352061"/>
                  </a:lnTo>
                  <a:lnTo>
                    <a:pt x="230009" y="351744"/>
                  </a:lnTo>
                  <a:lnTo>
                    <a:pt x="229780" y="351421"/>
                  </a:lnTo>
                  <a:lnTo>
                    <a:pt x="229080" y="351871"/>
                  </a:lnTo>
                  <a:lnTo>
                    <a:pt x="228941" y="351967"/>
                  </a:lnTo>
                  <a:lnTo>
                    <a:pt x="228718" y="352104"/>
                  </a:lnTo>
                  <a:lnTo>
                    <a:pt x="228563" y="352168"/>
                  </a:lnTo>
                  <a:lnTo>
                    <a:pt x="228212" y="352158"/>
                  </a:lnTo>
                  <a:lnTo>
                    <a:pt x="227859" y="351960"/>
                  </a:lnTo>
                  <a:lnTo>
                    <a:pt x="227587" y="351817"/>
                  </a:lnTo>
                  <a:lnTo>
                    <a:pt x="226450" y="352198"/>
                  </a:lnTo>
                  <a:lnTo>
                    <a:pt x="225540" y="352051"/>
                  </a:lnTo>
                  <a:lnTo>
                    <a:pt x="225202" y="352208"/>
                  </a:lnTo>
                  <a:lnTo>
                    <a:pt x="224813" y="353108"/>
                  </a:lnTo>
                  <a:lnTo>
                    <a:pt x="224396" y="353463"/>
                  </a:lnTo>
                  <a:lnTo>
                    <a:pt x="224097" y="353661"/>
                  </a:lnTo>
                  <a:lnTo>
                    <a:pt x="223626" y="354029"/>
                  </a:lnTo>
                  <a:lnTo>
                    <a:pt x="223534" y="354409"/>
                  </a:lnTo>
                  <a:lnTo>
                    <a:pt x="223462" y="354680"/>
                  </a:lnTo>
                  <a:lnTo>
                    <a:pt x="223134" y="354914"/>
                  </a:lnTo>
                  <a:lnTo>
                    <a:pt x="222157" y="354873"/>
                  </a:lnTo>
                  <a:lnTo>
                    <a:pt x="221616" y="354947"/>
                  </a:lnTo>
                  <a:lnTo>
                    <a:pt x="221188" y="355193"/>
                  </a:lnTo>
                  <a:lnTo>
                    <a:pt x="220438" y="355713"/>
                  </a:lnTo>
                  <a:lnTo>
                    <a:pt x="220214" y="355934"/>
                  </a:lnTo>
                  <a:lnTo>
                    <a:pt x="219898" y="356520"/>
                  </a:lnTo>
                  <a:lnTo>
                    <a:pt x="219679" y="357049"/>
                  </a:lnTo>
                  <a:lnTo>
                    <a:pt x="219694" y="357192"/>
                  </a:lnTo>
                  <a:lnTo>
                    <a:pt x="219712" y="357364"/>
                  </a:lnTo>
                  <a:lnTo>
                    <a:pt x="219730" y="357526"/>
                  </a:lnTo>
                  <a:lnTo>
                    <a:pt x="219763" y="357729"/>
                  </a:lnTo>
                  <a:lnTo>
                    <a:pt x="219812" y="358516"/>
                  </a:lnTo>
                  <a:lnTo>
                    <a:pt x="219103" y="359641"/>
                  </a:lnTo>
                  <a:lnTo>
                    <a:pt x="218190" y="359923"/>
                  </a:lnTo>
                  <a:lnTo>
                    <a:pt x="217775" y="360162"/>
                  </a:lnTo>
                  <a:lnTo>
                    <a:pt x="217960" y="361078"/>
                  </a:lnTo>
                  <a:lnTo>
                    <a:pt x="217426" y="361356"/>
                  </a:lnTo>
                  <a:lnTo>
                    <a:pt x="217142" y="361478"/>
                  </a:lnTo>
                  <a:lnTo>
                    <a:pt x="216509" y="362000"/>
                  </a:lnTo>
                  <a:lnTo>
                    <a:pt x="215952" y="363151"/>
                  </a:lnTo>
                  <a:lnTo>
                    <a:pt x="215720" y="363369"/>
                  </a:lnTo>
                  <a:lnTo>
                    <a:pt x="215617" y="363506"/>
                  </a:lnTo>
                  <a:lnTo>
                    <a:pt x="215464" y="363755"/>
                  </a:lnTo>
                  <a:lnTo>
                    <a:pt x="215154" y="363890"/>
                  </a:lnTo>
                  <a:lnTo>
                    <a:pt x="214991" y="363961"/>
                  </a:lnTo>
                  <a:lnTo>
                    <a:pt x="214828" y="364136"/>
                  </a:lnTo>
                  <a:lnTo>
                    <a:pt x="214644" y="364274"/>
                  </a:lnTo>
                  <a:lnTo>
                    <a:pt x="214404" y="364455"/>
                  </a:lnTo>
                  <a:lnTo>
                    <a:pt x="213938" y="364555"/>
                  </a:lnTo>
                  <a:lnTo>
                    <a:pt x="213379" y="364909"/>
                  </a:lnTo>
                  <a:lnTo>
                    <a:pt x="213434" y="365147"/>
                  </a:lnTo>
                  <a:lnTo>
                    <a:pt x="213316" y="365587"/>
                  </a:lnTo>
                  <a:lnTo>
                    <a:pt x="212998" y="365610"/>
                  </a:lnTo>
                  <a:lnTo>
                    <a:pt x="212402" y="365575"/>
                  </a:lnTo>
                  <a:lnTo>
                    <a:pt x="212051" y="365464"/>
                  </a:lnTo>
                  <a:lnTo>
                    <a:pt x="211863" y="365561"/>
                  </a:lnTo>
                  <a:lnTo>
                    <a:pt x="211228" y="366230"/>
                  </a:lnTo>
                  <a:lnTo>
                    <a:pt x="211044" y="366025"/>
                  </a:lnTo>
                  <a:lnTo>
                    <a:pt x="210803" y="366136"/>
                  </a:lnTo>
                  <a:lnTo>
                    <a:pt x="210666" y="366199"/>
                  </a:lnTo>
                  <a:lnTo>
                    <a:pt x="210045" y="366610"/>
                  </a:lnTo>
                  <a:lnTo>
                    <a:pt x="209865" y="366859"/>
                  </a:lnTo>
                  <a:lnTo>
                    <a:pt x="209848" y="366997"/>
                  </a:lnTo>
                  <a:lnTo>
                    <a:pt x="209828" y="367201"/>
                  </a:lnTo>
                  <a:lnTo>
                    <a:pt x="210096" y="367709"/>
                  </a:lnTo>
                  <a:lnTo>
                    <a:pt x="209681" y="368165"/>
                  </a:lnTo>
                  <a:lnTo>
                    <a:pt x="209401" y="368164"/>
                  </a:lnTo>
                  <a:lnTo>
                    <a:pt x="209099" y="367994"/>
                  </a:lnTo>
                  <a:lnTo>
                    <a:pt x="209125" y="367187"/>
                  </a:lnTo>
                  <a:lnTo>
                    <a:pt x="209216" y="366553"/>
                  </a:lnTo>
                  <a:lnTo>
                    <a:pt x="209111" y="366425"/>
                  </a:lnTo>
                  <a:lnTo>
                    <a:pt x="209042" y="366067"/>
                  </a:lnTo>
                  <a:lnTo>
                    <a:pt x="208809" y="365879"/>
                  </a:lnTo>
                  <a:lnTo>
                    <a:pt x="208628" y="365829"/>
                  </a:lnTo>
                  <a:lnTo>
                    <a:pt x="208567" y="365475"/>
                  </a:lnTo>
                  <a:lnTo>
                    <a:pt x="208494" y="365183"/>
                  </a:lnTo>
                  <a:lnTo>
                    <a:pt x="207777" y="365374"/>
                  </a:lnTo>
                  <a:lnTo>
                    <a:pt x="207631" y="365223"/>
                  </a:lnTo>
                  <a:lnTo>
                    <a:pt x="207246" y="365134"/>
                  </a:lnTo>
                  <a:lnTo>
                    <a:pt x="206991" y="365149"/>
                  </a:lnTo>
                  <a:lnTo>
                    <a:pt x="206786" y="365167"/>
                  </a:lnTo>
                  <a:lnTo>
                    <a:pt x="206439" y="365059"/>
                  </a:lnTo>
                  <a:lnTo>
                    <a:pt x="206035" y="365037"/>
                  </a:lnTo>
                  <a:lnTo>
                    <a:pt x="205594" y="365077"/>
                  </a:lnTo>
                  <a:lnTo>
                    <a:pt x="205230" y="364735"/>
                  </a:lnTo>
                  <a:lnTo>
                    <a:pt x="205122" y="364308"/>
                  </a:lnTo>
                  <a:lnTo>
                    <a:pt x="205130" y="364011"/>
                  </a:lnTo>
                  <a:lnTo>
                    <a:pt x="205161" y="363843"/>
                  </a:lnTo>
                  <a:lnTo>
                    <a:pt x="205576" y="363513"/>
                  </a:lnTo>
                  <a:lnTo>
                    <a:pt x="205811" y="363352"/>
                  </a:lnTo>
                  <a:lnTo>
                    <a:pt x="205999" y="363426"/>
                  </a:lnTo>
                  <a:lnTo>
                    <a:pt x="206148" y="363433"/>
                  </a:lnTo>
                  <a:lnTo>
                    <a:pt x="206769" y="362905"/>
                  </a:lnTo>
                  <a:lnTo>
                    <a:pt x="207012" y="362858"/>
                  </a:lnTo>
                  <a:lnTo>
                    <a:pt x="207351" y="362614"/>
                  </a:lnTo>
                  <a:lnTo>
                    <a:pt x="208647" y="361686"/>
                  </a:lnTo>
                  <a:lnTo>
                    <a:pt x="208607" y="361493"/>
                  </a:lnTo>
                  <a:lnTo>
                    <a:pt x="208551" y="361263"/>
                  </a:lnTo>
                  <a:lnTo>
                    <a:pt x="208471" y="360669"/>
                  </a:lnTo>
                  <a:lnTo>
                    <a:pt x="207988" y="360384"/>
                  </a:lnTo>
                  <a:lnTo>
                    <a:pt x="207848" y="360177"/>
                  </a:lnTo>
                  <a:lnTo>
                    <a:pt x="207607" y="359941"/>
                  </a:lnTo>
                  <a:lnTo>
                    <a:pt x="207338" y="359961"/>
                  </a:lnTo>
                  <a:lnTo>
                    <a:pt x="206760" y="360201"/>
                  </a:lnTo>
                  <a:lnTo>
                    <a:pt x="206572" y="360253"/>
                  </a:lnTo>
                  <a:lnTo>
                    <a:pt x="206050" y="360283"/>
                  </a:lnTo>
                  <a:lnTo>
                    <a:pt x="205474" y="360171"/>
                  </a:lnTo>
                  <a:lnTo>
                    <a:pt x="205073" y="360028"/>
                  </a:lnTo>
                  <a:lnTo>
                    <a:pt x="204465" y="359642"/>
                  </a:lnTo>
                  <a:lnTo>
                    <a:pt x="204315" y="359446"/>
                  </a:lnTo>
                  <a:lnTo>
                    <a:pt x="204096" y="359211"/>
                  </a:lnTo>
                  <a:lnTo>
                    <a:pt x="203737" y="358976"/>
                  </a:lnTo>
                  <a:lnTo>
                    <a:pt x="203503" y="358795"/>
                  </a:lnTo>
                  <a:lnTo>
                    <a:pt x="203839" y="358394"/>
                  </a:lnTo>
                  <a:lnTo>
                    <a:pt x="204494" y="357881"/>
                  </a:lnTo>
                  <a:lnTo>
                    <a:pt x="204642" y="357741"/>
                  </a:lnTo>
                  <a:lnTo>
                    <a:pt x="205235" y="357265"/>
                  </a:lnTo>
                  <a:lnTo>
                    <a:pt x="205667" y="356825"/>
                  </a:lnTo>
                  <a:lnTo>
                    <a:pt x="206210" y="356281"/>
                  </a:lnTo>
                  <a:lnTo>
                    <a:pt x="206619" y="355872"/>
                  </a:lnTo>
                  <a:lnTo>
                    <a:pt x="207473" y="354994"/>
                  </a:lnTo>
                  <a:lnTo>
                    <a:pt x="207621" y="354842"/>
                  </a:lnTo>
                  <a:lnTo>
                    <a:pt x="207805" y="354421"/>
                  </a:lnTo>
                  <a:lnTo>
                    <a:pt x="207527" y="354182"/>
                  </a:lnTo>
                  <a:lnTo>
                    <a:pt x="207134" y="354014"/>
                  </a:lnTo>
                  <a:lnTo>
                    <a:pt x="205688" y="352816"/>
                  </a:lnTo>
                  <a:lnTo>
                    <a:pt x="205398" y="352541"/>
                  </a:lnTo>
                  <a:lnTo>
                    <a:pt x="204928" y="352075"/>
                  </a:lnTo>
                  <a:lnTo>
                    <a:pt x="204640" y="351994"/>
                  </a:lnTo>
                  <a:lnTo>
                    <a:pt x="204143" y="351928"/>
                  </a:lnTo>
                  <a:lnTo>
                    <a:pt x="203770" y="351677"/>
                  </a:lnTo>
                  <a:lnTo>
                    <a:pt x="203606" y="351448"/>
                  </a:lnTo>
                  <a:lnTo>
                    <a:pt x="203467" y="351244"/>
                  </a:lnTo>
                  <a:lnTo>
                    <a:pt x="203006" y="350742"/>
                  </a:lnTo>
                  <a:lnTo>
                    <a:pt x="202780" y="350608"/>
                  </a:lnTo>
                  <a:lnTo>
                    <a:pt x="202339" y="350312"/>
                  </a:lnTo>
                  <a:lnTo>
                    <a:pt x="201859" y="350081"/>
                  </a:lnTo>
                  <a:lnTo>
                    <a:pt x="201393" y="349841"/>
                  </a:lnTo>
                  <a:lnTo>
                    <a:pt x="201161" y="349726"/>
                  </a:lnTo>
                  <a:lnTo>
                    <a:pt x="201147" y="349457"/>
                  </a:lnTo>
                  <a:lnTo>
                    <a:pt x="200984" y="349265"/>
                  </a:lnTo>
                  <a:lnTo>
                    <a:pt x="201077" y="348492"/>
                  </a:lnTo>
                  <a:lnTo>
                    <a:pt x="200918" y="348169"/>
                  </a:lnTo>
                  <a:lnTo>
                    <a:pt x="200961" y="347992"/>
                  </a:lnTo>
                  <a:lnTo>
                    <a:pt x="201039" y="347725"/>
                  </a:lnTo>
                  <a:lnTo>
                    <a:pt x="201174" y="347352"/>
                  </a:lnTo>
                  <a:lnTo>
                    <a:pt x="201040" y="346933"/>
                  </a:lnTo>
                  <a:lnTo>
                    <a:pt x="201007" y="346267"/>
                  </a:lnTo>
                  <a:lnTo>
                    <a:pt x="200763" y="346183"/>
                  </a:lnTo>
                  <a:lnTo>
                    <a:pt x="200338" y="346249"/>
                  </a:lnTo>
                  <a:lnTo>
                    <a:pt x="199702" y="346179"/>
                  </a:lnTo>
                  <a:lnTo>
                    <a:pt x="198551" y="346009"/>
                  </a:lnTo>
                  <a:lnTo>
                    <a:pt x="198147" y="345589"/>
                  </a:lnTo>
                  <a:lnTo>
                    <a:pt x="197912" y="344875"/>
                  </a:lnTo>
                  <a:lnTo>
                    <a:pt x="197450" y="345076"/>
                  </a:lnTo>
                  <a:lnTo>
                    <a:pt x="197060" y="345355"/>
                  </a:lnTo>
                  <a:lnTo>
                    <a:pt x="196926" y="345397"/>
                  </a:lnTo>
                  <a:lnTo>
                    <a:pt x="196755" y="345452"/>
                  </a:lnTo>
                  <a:lnTo>
                    <a:pt x="196384" y="345569"/>
                  </a:lnTo>
                  <a:lnTo>
                    <a:pt x="196150" y="345630"/>
                  </a:lnTo>
                  <a:lnTo>
                    <a:pt x="195665" y="345525"/>
                  </a:lnTo>
                  <a:lnTo>
                    <a:pt x="195225" y="345265"/>
                  </a:lnTo>
                  <a:lnTo>
                    <a:pt x="195080" y="345228"/>
                  </a:lnTo>
                  <a:lnTo>
                    <a:pt x="194887" y="345180"/>
                  </a:lnTo>
                  <a:lnTo>
                    <a:pt x="194749" y="345146"/>
                  </a:lnTo>
                  <a:lnTo>
                    <a:pt x="194326" y="345040"/>
                  </a:lnTo>
                  <a:lnTo>
                    <a:pt x="194091" y="344982"/>
                  </a:lnTo>
                  <a:lnTo>
                    <a:pt x="193771" y="345227"/>
                  </a:lnTo>
                  <a:lnTo>
                    <a:pt x="193518" y="345321"/>
                  </a:lnTo>
                  <a:lnTo>
                    <a:pt x="193336" y="345341"/>
                  </a:lnTo>
                  <a:lnTo>
                    <a:pt x="193117" y="345090"/>
                  </a:lnTo>
                  <a:lnTo>
                    <a:pt x="193116" y="344942"/>
                  </a:lnTo>
                  <a:lnTo>
                    <a:pt x="193096" y="344033"/>
                  </a:lnTo>
                  <a:lnTo>
                    <a:pt x="193038" y="343653"/>
                  </a:lnTo>
                  <a:lnTo>
                    <a:pt x="192842" y="343559"/>
                  </a:lnTo>
                  <a:lnTo>
                    <a:pt x="192538" y="343513"/>
                  </a:lnTo>
                  <a:lnTo>
                    <a:pt x="192475" y="343357"/>
                  </a:lnTo>
                  <a:lnTo>
                    <a:pt x="192579" y="342973"/>
                  </a:lnTo>
                  <a:lnTo>
                    <a:pt x="192283" y="342914"/>
                  </a:lnTo>
                  <a:lnTo>
                    <a:pt x="192145" y="342910"/>
                  </a:lnTo>
                  <a:lnTo>
                    <a:pt x="191710" y="342917"/>
                  </a:lnTo>
                  <a:lnTo>
                    <a:pt x="191312" y="342940"/>
                  </a:lnTo>
                  <a:lnTo>
                    <a:pt x="190796" y="342936"/>
                  </a:lnTo>
                  <a:lnTo>
                    <a:pt x="190255" y="343114"/>
                  </a:lnTo>
                  <a:lnTo>
                    <a:pt x="189528" y="343370"/>
                  </a:lnTo>
                  <a:lnTo>
                    <a:pt x="189139" y="343474"/>
                  </a:lnTo>
                  <a:lnTo>
                    <a:pt x="187981" y="342516"/>
                  </a:lnTo>
                  <a:lnTo>
                    <a:pt x="187569" y="342232"/>
                  </a:lnTo>
                  <a:lnTo>
                    <a:pt x="187193" y="341835"/>
                  </a:lnTo>
                  <a:lnTo>
                    <a:pt x="186815" y="341374"/>
                  </a:lnTo>
                  <a:lnTo>
                    <a:pt x="186630" y="341161"/>
                  </a:lnTo>
                  <a:lnTo>
                    <a:pt x="186384" y="340877"/>
                  </a:lnTo>
                  <a:lnTo>
                    <a:pt x="186023" y="340322"/>
                  </a:lnTo>
                  <a:lnTo>
                    <a:pt x="185357" y="339923"/>
                  </a:lnTo>
                  <a:lnTo>
                    <a:pt x="184915" y="339751"/>
                  </a:lnTo>
                  <a:lnTo>
                    <a:pt x="184360" y="339399"/>
                  </a:lnTo>
                  <a:lnTo>
                    <a:pt x="183891" y="339355"/>
                  </a:lnTo>
                  <a:lnTo>
                    <a:pt x="183493" y="339390"/>
                  </a:lnTo>
                  <a:lnTo>
                    <a:pt x="183227" y="339346"/>
                  </a:lnTo>
                  <a:lnTo>
                    <a:pt x="182880" y="339081"/>
                  </a:lnTo>
                  <a:lnTo>
                    <a:pt x="182945" y="338785"/>
                  </a:lnTo>
                  <a:lnTo>
                    <a:pt x="182995" y="338549"/>
                  </a:lnTo>
                  <a:lnTo>
                    <a:pt x="182961" y="338192"/>
                  </a:lnTo>
                  <a:lnTo>
                    <a:pt x="182720" y="337847"/>
                  </a:lnTo>
                  <a:lnTo>
                    <a:pt x="182635" y="337704"/>
                  </a:lnTo>
                  <a:lnTo>
                    <a:pt x="182435" y="337713"/>
                  </a:lnTo>
                  <a:lnTo>
                    <a:pt x="181262" y="337090"/>
                  </a:lnTo>
                  <a:lnTo>
                    <a:pt x="181118" y="336971"/>
                  </a:lnTo>
                  <a:lnTo>
                    <a:pt x="180729" y="336814"/>
                  </a:lnTo>
                  <a:lnTo>
                    <a:pt x="180698" y="336620"/>
                  </a:lnTo>
                  <a:lnTo>
                    <a:pt x="180678" y="336383"/>
                  </a:lnTo>
                  <a:lnTo>
                    <a:pt x="180760" y="336122"/>
                  </a:lnTo>
                  <a:lnTo>
                    <a:pt x="180774" y="335923"/>
                  </a:lnTo>
                  <a:lnTo>
                    <a:pt x="180747" y="335615"/>
                  </a:lnTo>
                  <a:lnTo>
                    <a:pt x="180774" y="335454"/>
                  </a:lnTo>
                  <a:lnTo>
                    <a:pt x="181052" y="335007"/>
                  </a:lnTo>
                  <a:lnTo>
                    <a:pt x="181385" y="334678"/>
                  </a:lnTo>
                  <a:lnTo>
                    <a:pt x="181302" y="334196"/>
                  </a:lnTo>
                  <a:lnTo>
                    <a:pt x="181107" y="333785"/>
                  </a:lnTo>
                  <a:lnTo>
                    <a:pt x="180852" y="333564"/>
                  </a:lnTo>
                  <a:lnTo>
                    <a:pt x="180373" y="333498"/>
                  </a:lnTo>
                  <a:lnTo>
                    <a:pt x="180184" y="333387"/>
                  </a:lnTo>
                  <a:lnTo>
                    <a:pt x="180053" y="333305"/>
                  </a:lnTo>
                  <a:lnTo>
                    <a:pt x="179470" y="333299"/>
                  </a:lnTo>
                  <a:lnTo>
                    <a:pt x="179095" y="333072"/>
                  </a:lnTo>
                  <a:lnTo>
                    <a:pt x="178788" y="332885"/>
                  </a:lnTo>
                  <a:lnTo>
                    <a:pt x="178434" y="332582"/>
                  </a:lnTo>
                  <a:lnTo>
                    <a:pt x="178143" y="332324"/>
                  </a:lnTo>
                  <a:lnTo>
                    <a:pt x="177844" y="332554"/>
                  </a:lnTo>
                  <a:lnTo>
                    <a:pt x="177748" y="332717"/>
                  </a:lnTo>
                  <a:lnTo>
                    <a:pt x="177610" y="332859"/>
                  </a:lnTo>
                  <a:lnTo>
                    <a:pt x="176840" y="332728"/>
                  </a:lnTo>
                  <a:lnTo>
                    <a:pt x="176625" y="332803"/>
                  </a:lnTo>
                  <a:lnTo>
                    <a:pt x="176284" y="332941"/>
                  </a:lnTo>
                  <a:lnTo>
                    <a:pt x="176068" y="333135"/>
                  </a:lnTo>
                  <a:lnTo>
                    <a:pt x="175891" y="333293"/>
                  </a:lnTo>
                  <a:lnTo>
                    <a:pt x="176008" y="333905"/>
                  </a:lnTo>
                  <a:lnTo>
                    <a:pt x="175899" y="334211"/>
                  </a:lnTo>
                  <a:lnTo>
                    <a:pt x="175720" y="334678"/>
                  </a:lnTo>
                  <a:lnTo>
                    <a:pt x="175664" y="334825"/>
                  </a:lnTo>
                  <a:lnTo>
                    <a:pt x="175605" y="334981"/>
                  </a:lnTo>
                  <a:lnTo>
                    <a:pt x="175508" y="335234"/>
                  </a:lnTo>
                  <a:lnTo>
                    <a:pt x="174982" y="335724"/>
                  </a:lnTo>
                  <a:lnTo>
                    <a:pt x="174808" y="335794"/>
                  </a:lnTo>
                  <a:lnTo>
                    <a:pt x="174667" y="335851"/>
                  </a:lnTo>
                  <a:lnTo>
                    <a:pt x="173959" y="336267"/>
                  </a:lnTo>
                  <a:lnTo>
                    <a:pt x="173723" y="337142"/>
                  </a:lnTo>
                  <a:lnTo>
                    <a:pt x="173633" y="337438"/>
                  </a:lnTo>
                  <a:lnTo>
                    <a:pt x="173538" y="337754"/>
                  </a:lnTo>
                  <a:lnTo>
                    <a:pt x="173437" y="338086"/>
                  </a:lnTo>
                  <a:lnTo>
                    <a:pt x="173379" y="338257"/>
                  </a:lnTo>
                  <a:lnTo>
                    <a:pt x="173617" y="338736"/>
                  </a:lnTo>
                  <a:lnTo>
                    <a:pt x="173407" y="338742"/>
                  </a:lnTo>
                  <a:lnTo>
                    <a:pt x="173161" y="338752"/>
                  </a:lnTo>
                  <a:lnTo>
                    <a:pt x="172018" y="338806"/>
                  </a:lnTo>
                  <a:lnTo>
                    <a:pt x="170947" y="338864"/>
                  </a:lnTo>
                  <a:lnTo>
                    <a:pt x="170807" y="338871"/>
                  </a:lnTo>
                  <a:lnTo>
                    <a:pt x="169972" y="338919"/>
                  </a:lnTo>
                  <a:lnTo>
                    <a:pt x="169753" y="338932"/>
                  </a:lnTo>
                  <a:lnTo>
                    <a:pt x="169025" y="338871"/>
                  </a:lnTo>
                  <a:lnTo>
                    <a:pt x="168398" y="338567"/>
                  </a:lnTo>
                  <a:lnTo>
                    <a:pt x="167937" y="338251"/>
                  </a:lnTo>
                  <a:lnTo>
                    <a:pt x="167816" y="338107"/>
                  </a:lnTo>
                  <a:lnTo>
                    <a:pt x="167655" y="337914"/>
                  </a:lnTo>
                  <a:lnTo>
                    <a:pt x="167469" y="337690"/>
                  </a:lnTo>
                  <a:lnTo>
                    <a:pt x="167196" y="337362"/>
                  </a:lnTo>
                  <a:lnTo>
                    <a:pt x="167027" y="337159"/>
                  </a:lnTo>
                  <a:lnTo>
                    <a:pt x="166568" y="336647"/>
                  </a:lnTo>
                  <a:lnTo>
                    <a:pt x="166384" y="336488"/>
                  </a:lnTo>
                  <a:lnTo>
                    <a:pt x="166122" y="336398"/>
                  </a:lnTo>
                  <a:lnTo>
                    <a:pt x="165859" y="336720"/>
                  </a:lnTo>
                  <a:lnTo>
                    <a:pt x="165517" y="337089"/>
                  </a:lnTo>
                  <a:lnTo>
                    <a:pt x="165240" y="337215"/>
                  </a:lnTo>
                  <a:lnTo>
                    <a:pt x="165005" y="337047"/>
                  </a:lnTo>
                  <a:lnTo>
                    <a:pt x="164749" y="336723"/>
                  </a:lnTo>
                  <a:lnTo>
                    <a:pt x="164629" y="336559"/>
                  </a:lnTo>
                  <a:lnTo>
                    <a:pt x="164126" y="335874"/>
                  </a:lnTo>
                  <a:lnTo>
                    <a:pt x="163896" y="335342"/>
                  </a:lnTo>
                  <a:lnTo>
                    <a:pt x="163649" y="334948"/>
                  </a:lnTo>
                  <a:lnTo>
                    <a:pt x="163400" y="334708"/>
                  </a:lnTo>
                  <a:lnTo>
                    <a:pt x="161262" y="335161"/>
                  </a:lnTo>
                  <a:lnTo>
                    <a:pt x="161225" y="335718"/>
                  </a:lnTo>
                  <a:lnTo>
                    <a:pt x="161358" y="335906"/>
                  </a:lnTo>
                  <a:lnTo>
                    <a:pt x="161270" y="336070"/>
                  </a:lnTo>
                  <a:lnTo>
                    <a:pt x="161090" y="336164"/>
                  </a:lnTo>
                  <a:lnTo>
                    <a:pt x="160193" y="336516"/>
                  </a:lnTo>
                  <a:lnTo>
                    <a:pt x="159916" y="335737"/>
                  </a:lnTo>
                  <a:lnTo>
                    <a:pt x="159771" y="335595"/>
                  </a:lnTo>
                  <a:lnTo>
                    <a:pt x="159511" y="335340"/>
                  </a:lnTo>
                  <a:lnTo>
                    <a:pt x="159072" y="334911"/>
                  </a:lnTo>
                  <a:lnTo>
                    <a:pt x="158789" y="334501"/>
                  </a:lnTo>
                  <a:lnTo>
                    <a:pt x="158680" y="333776"/>
                  </a:lnTo>
                  <a:lnTo>
                    <a:pt x="158420" y="333371"/>
                  </a:lnTo>
                  <a:lnTo>
                    <a:pt x="158144" y="333041"/>
                  </a:lnTo>
                  <a:lnTo>
                    <a:pt x="157780" y="332959"/>
                  </a:lnTo>
                  <a:lnTo>
                    <a:pt x="157607" y="332672"/>
                  </a:lnTo>
                  <a:lnTo>
                    <a:pt x="156233" y="332805"/>
                  </a:lnTo>
                  <a:lnTo>
                    <a:pt x="155940" y="332612"/>
                  </a:lnTo>
                  <a:lnTo>
                    <a:pt x="155320" y="332203"/>
                  </a:lnTo>
                  <a:lnTo>
                    <a:pt x="155777" y="331403"/>
                  </a:lnTo>
                  <a:lnTo>
                    <a:pt x="155769" y="330599"/>
                  </a:lnTo>
                  <a:lnTo>
                    <a:pt x="155528" y="330416"/>
                  </a:lnTo>
                  <a:lnTo>
                    <a:pt x="154854" y="329869"/>
                  </a:lnTo>
                  <a:lnTo>
                    <a:pt x="154884" y="328998"/>
                  </a:lnTo>
                  <a:lnTo>
                    <a:pt x="155350" y="328836"/>
                  </a:lnTo>
                  <a:lnTo>
                    <a:pt x="155669" y="328768"/>
                  </a:lnTo>
                  <a:lnTo>
                    <a:pt x="156071" y="328649"/>
                  </a:lnTo>
                  <a:lnTo>
                    <a:pt x="157082" y="328131"/>
                  </a:lnTo>
                  <a:lnTo>
                    <a:pt x="157255" y="328136"/>
                  </a:lnTo>
                  <a:lnTo>
                    <a:pt x="157410" y="328169"/>
                  </a:lnTo>
                  <a:lnTo>
                    <a:pt x="158220" y="328347"/>
                  </a:lnTo>
                  <a:lnTo>
                    <a:pt x="158676" y="328447"/>
                  </a:lnTo>
                  <a:lnTo>
                    <a:pt x="159288" y="328582"/>
                  </a:lnTo>
                  <a:lnTo>
                    <a:pt x="159607" y="328667"/>
                  </a:lnTo>
                  <a:lnTo>
                    <a:pt x="159892" y="328749"/>
                  </a:lnTo>
                  <a:lnTo>
                    <a:pt x="160236" y="328859"/>
                  </a:lnTo>
                  <a:lnTo>
                    <a:pt x="160425" y="328917"/>
                  </a:lnTo>
                  <a:lnTo>
                    <a:pt x="160778" y="329026"/>
                  </a:lnTo>
                  <a:lnTo>
                    <a:pt x="161383" y="329211"/>
                  </a:lnTo>
                  <a:lnTo>
                    <a:pt x="161943" y="329176"/>
                  </a:lnTo>
                  <a:lnTo>
                    <a:pt x="161997" y="328911"/>
                  </a:lnTo>
                  <a:lnTo>
                    <a:pt x="162076" y="328674"/>
                  </a:lnTo>
                  <a:lnTo>
                    <a:pt x="162207" y="328220"/>
                  </a:lnTo>
                  <a:lnTo>
                    <a:pt x="162019" y="327923"/>
                  </a:lnTo>
                  <a:lnTo>
                    <a:pt x="161405" y="327431"/>
                  </a:lnTo>
                  <a:lnTo>
                    <a:pt x="160870" y="327713"/>
                  </a:lnTo>
                  <a:lnTo>
                    <a:pt x="160760" y="327451"/>
                  </a:lnTo>
                  <a:lnTo>
                    <a:pt x="160607" y="327152"/>
                  </a:lnTo>
                  <a:lnTo>
                    <a:pt x="160446" y="326838"/>
                  </a:lnTo>
                  <a:lnTo>
                    <a:pt x="160286" y="326497"/>
                  </a:lnTo>
                  <a:lnTo>
                    <a:pt x="160410" y="326337"/>
                  </a:lnTo>
                  <a:lnTo>
                    <a:pt x="160489" y="326051"/>
                  </a:lnTo>
                  <a:lnTo>
                    <a:pt x="161027" y="326370"/>
                  </a:lnTo>
                  <a:lnTo>
                    <a:pt x="162109" y="327009"/>
                  </a:lnTo>
                  <a:lnTo>
                    <a:pt x="162810" y="326983"/>
                  </a:lnTo>
                  <a:lnTo>
                    <a:pt x="163677" y="326861"/>
                  </a:lnTo>
                  <a:lnTo>
                    <a:pt x="164613" y="326690"/>
                  </a:lnTo>
                  <a:lnTo>
                    <a:pt x="164586" y="326389"/>
                  </a:lnTo>
                  <a:lnTo>
                    <a:pt x="164622" y="326017"/>
                  </a:lnTo>
                  <a:lnTo>
                    <a:pt x="164341" y="325795"/>
                  </a:lnTo>
                  <a:lnTo>
                    <a:pt x="164417" y="325258"/>
                  </a:lnTo>
                  <a:lnTo>
                    <a:pt x="164634" y="324953"/>
                  </a:lnTo>
                  <a:lnTo>
                    <a:pt x="164997" y="324848"/>
                  </a:lnTo>
                  <a:lnTo>
                    <a:pt x="165616" y="324770"/>
                  </a:lnTo>
                  <a:lnTo>
                    <a:pt x="165823" y="324570"/>
                  </a:lnTo>
                  <a:lnTo>
                    <a:pt x="165799" y="324022"/>
                  </a:lnTo>
                  <a:lnTo>
                    <a:pt x="165730" y="323720"/>
                  </a:lnTo>
                  <a:lnTo>
                    <a:pt x="165687" y="323568"/>
                  </a:lnTo>
                  <a:lnTo>
                    <a:pt x="165419" y="323190"/>
                  </a:lnTo>
                  <a:lnTo>
                    <a:pt x="165444" y="323016"/>
                  </a:lnTo>
                  <a:lnTo>
                    <a:pt x="165296" y="322594"/>
                  </a:lnTo>
                  <a:lnTo>
                    <a:pt x="165254" y="321574"/>
                  </a:lnTo>
                  <a:lnTo>
                    <a:pt x="165184" y="321385"/>
                  </a:lnTo>
                  <a:lnTo>
                    <a:pt x="164912" y="320515"/>
                  </a:lnTo>
                  <a:lnTo>
                    <a:pt x="164687" y="320153"/>
                  </a:lnTo>
                  <a:lnTo>
                    <a:pt x="163927" y="319326"/>
                  </a:lnTo>
                  <a:lnTo>
                    <a:pt x="163548" y="319411"/>
                  </a:lnTo>
                  <a:lnTo>
                    <a:pt x="163250" y="319148"/>
                  </a:lnTo>
                  <a:lnTo>
                    <a:pt x="163207" y="318696"/>
                  </a:lnTo>
                  <a:lnTo>
                    <a:pt x="163327" y="318387"/>
                  </a:lnTo>
                  <a:lnTo>
                    <a:pt x="163330" y="318195"/>
                  </a:lnTo>
                  <a:lnTo>
                    <a:pt x="163332" y="318044"/>
                  </a:lnTo>
                  <a:lnTo>
                    <a:pt x="163337" y="317664"/>
                  </a:lnTo>
                  <a:lnTo>
                    <a:pt x="163898" y="317222"/>
                  </a:lnTo>
                  <a:lnTo>
                    <a:pt x="163909" y="316969"/>
                  </a:lnTo>
                  <a:lnTo>
                    <a:pt x="163908" y="316688"/>
                  </a:lnTo>
                  <a:lnTo>
                    <a:pt x="163687" y="316227"/>
                  </a:lnTo>
                  <a:lnTo>
                    <a:pt x="163366" y="316037"/>
                  </a:lnTo>
                  <a:lnTo>
                    <a:pt x="163206" y="315922"/>
                  </a:lnTo>
                  <a:lnTo>
                    <a:pt x="162996" y="315624"/>
                  </a:lnTo>
                  <a:lnTo>
                    <a:pt x="162824" y="315116"/>
                  </a:lnTo>
                  <a:lnTo>
                    <a:pt x="162608" y="314781"/>
                  </a:lnTo>
                  <a:lnTo>
                    <a:pt x="162465" y="314781"/>
                  </a:lnTo>
                  <a:lnTo>
                    <a:pt x="162292" y="314590"/>
                  </a:lnTo>
                  <a:lnTo>
                    <a:pt x="162227" y="314427"/>
                  </a:lnTo>
                  <a:lnTo>
                    <a:pt x="162222" y="314127"/>
                  </a:lnTo>
                  <a:lnTo>
                    <a:pt x="162232" y="313944"/>
                  </a:lnTo>
                  <a:lnTo>
                    <a:pt x="162341" y="313611"/>
                  </a:lnTo>
                  <a:lnTo>
                    <a:pt x="162460" y="313409"/>
                  </a:lnTo>
                  <a:lnTo>
                    <a:pt x="162519" y="312788"/>
                  </a:lnTo>
                  <a:lnTo>
                    <a:pt x="162469" y="312447"/>
                  </a:lnTo>
                  <a:lnTo>
                    <a:pt x="162078" y="311792"/>
                  </a:lnTo>
                  <a:lnTo>
                    <a:pt x="161803" y="311438"/>
                  </a:lnTo>
                  <a:lnTo>
                    <a:pt x="161522" y="311461"/>
                  </a:lnTo>
                  <a:lnTo>
                    <a:pt x="161369" y="311490"/>
                  </a:lnTo>
                  <a:lnTo>
                    <a:pt x="161180" y="310926"/>
                  </a:lnTo>
                  <a:lnTo>
                    <a:pt x="161189" y="310721"/>
                  </a:lnTo>
                  <a:lnTo>
                    <a:pt x="161179" y="310370"/>
                  </a:lnTo>
                  <a:lnTo>
                    <a:pt x="161127" y="310211"/>
                  </a:lnTo>
                  <a:lnTo>
                    <a:pt x="161048" y="310027"/>
                  </a:lnTo>
                  <a:lnTo>
                    <a:pt x="160976" y="309877"/>
                  </a:lnTo>
                  <a:lnTo>
                    <a:pt x="160857" y="309652"/>
                  </a:lnTo>
                  <a:lnTo>
                    <a:pt x="160612" y="309229"/>
                  </a:lnTo>
                  <a:lnTo>
                    <a:pt x="160267" y="308738"/>
                  </a:lnTo>
                  <a:lnTo>
                    <a:pt x="160037" y="308495"/>
                  </a:lnTo>
                  <a:lnTo>
                    <a:pt x="159864" y="308327"/>
                  </a:lnTo>
                  <a:lnTo>
                    <a:pt x="159690" y="308158"/>
                  </a:lnTo>
                  <a:lnTo>
                    <a:pt x="159312" y="307742"/>
                  </a:lnTo>
                  <a:lnTo>
                    <a:pt x="158760" y="307491"/>
                  </a:lnTo>
                  <a:lnTo>
                    <a:pt x="158437" y="307417"/>
                  </a:lnTo>
                  <a:lnTo>
                    <a:pt x="158303" y="307117"/>
                  </a:lnTo>
                  <a:lnTo>
                    <a:pt x="158237" y="306707"/>
                  </a:lnTo>
                  <a:lnTo>
                    <a:pt x="158406" y="306242"/>
                  </a:lnTo>
                  <a:lnTo>
                    <a:pt x="158892" y="306207"/>
                  </a:lnTo>
                  <a:lnTo>
                    <a:pt x="159108" y="306142"/>
                  </a:lnTo>
                  <a:lnTo>
                    <a:pt x="159255" y="306049"/>
                  </a:lnTo>
                  <a:lnTo>
                    <a:pt x="158969" y="305755"/>
                  </a:lnTo>
                  <a:lnTo>
                    <a:pt x="158666" y="305472"/>
                  </a:lnTo>
                  <a:lnTo>
                    <a:pt x="157823" y="304686"/>
                  </a:lnTo>
                  <a:lnTo>
                    <a:pt x="157388" y="303948"/>
                  </a:lnTo>
                  <a:lnTo>
                    <a:pt x="156918" y="303691"/>
                  </a:lnTo>
                  <a:lnTo>
                    <a:pt x="156547" y="303525"/>
                  </a:lnTo>
                  <a:lnTo>
                    <a:pt x="156020" y="303260"/>
                  </a:lnTo>
                  <a:lnTo>
                    <a:pt x="155929" y="302990"/>
                  </a:lnTo>
                  <a:lnTo>
                    <a:pt x="155883" y="302820"/>
                  </a:lnTo>
                  <a:lnTo>
                    <a:pt x="155873" y="302625"/>
                  </a:lnTo>
                  <a:lnTo>
                    <a:pt x="155798" y="302425"/>
                  </a:lnTo>
                  <a:lnTo>
                    <a:pt x="155647" y="302440"/>
                  </a:lnTo>
                  <a:lnTo>
                    <a:pt x="155548" y="302082"/>
                  </a:lnTo>
                  <a:lnTo>
                    <a:pt x="156041" y="301874"/>
                  </a:lnTo>
                  <a:lnTo>
                    <a:pt x="155932" y="301561"/>
                  </a:lnTo>
                  <a:lnTo>
                    <a:pt x="156109" y="301284"/>
                  </a:lnTo>
                  <a:lnTo>
                    <a:pt x="156057" y="300943"/>
                  </a:lnTo>
                  <a:lnTo>
                    <a:pt x="155907" y="300533"/>
                  </a:lnTo>
                  <a:lnTo>
                    <a:pt x="155898" y="300373"/>
                  </a:lnTo>
                  <a:lnTo>
                    <a:pt x="156201" y="300123"/>
                  </a:lnTo>
                  <a:lnTo>
                    <a:pt x="156356" y="300185"/>
                  </a:lnTo>
                  <a:lnTo>
                    <a:pt x="156515" y="300051"/>
                  </a:lnTo>
                  <a:lnTo>
                    <a:pt x="156629" y="300251"/>
                  </a:lnTo>
                  <a:lnTo>
                    <a:pt x="156773" y="300164"/>
                  </a:lnTo>
                  <a:lnTo>
                    <a:pt x="156949" y="299903"/>
                  </a:lnTo>
                  <a:lnTo>
                    <a:pt x="156849" y="299653"/>
                  </a:lnTo>
                  <a:lnTo>
                    <a:pt x="156929" y="299472"/>
                  </a:lnTo>
                  <a:lnTo>
                    <a:pt x="157119" y="299147"/>
                  </a:lnTo>
                  <a:lnTo>
                    <a:pt x="157159" y="298934"/>
                  </a:lnTo>
                  <a:lnTo>
                    <a:pt x="157161" y="298766"/>
                  </a:lnTo>
                  <a:lnTo>
                    <a:pt x="157323" y="298328"/>
                  </a:lnTo>
                  <a:lnTo>
                    <a:pt x="157528" y="297692"/>
                  </a:lnTo>
                  <a:lnTo>
                    <a:pt x="157821" y="297566"/>
                  </a:lnTo>
                  <a:lnTo>
                    <a:pt x="158528" y="297202"/>
                  </a:lnTo>
                  <a:lnTo>
                    <a:pt x="158465" y="297057"/>
                  </a:lnTo>
                  <a:lnTo>
                    <a:pt x="158444" y="296771"/>
                  </a:lnTo>
                  <a:lnTo>
                    <a:pt x="158516" y="296401"/>
                  </a:lnTo>
                  <a:lnTo>
                    <a:pt x="158626" y="296357"/>
                  </a:lnTo>
                  <a:lnTo>
                    <a:pt x="158830" y="296133"/>
                  </a:lnTo>
                  <a:lnTo>
                    <a:pt x="158637" y="296182"/>
                  </a:lnTo>
                  <a:lnTo>
                    <a:pt x="155675" y="295212"/>
                  </a:lnTo>
                  <a:lnTo>
                    <a:pt x="155472" y="295023"/>
                  </a:lnTo>
                  <a:lnTo>
                    <a:pt x="155356" y="294799"/>
                  </a:lnTo>
                  <a:lnTo>
                    <a:pt x="155325" y="294663"/>
                  </a:lnTo>
                  <a:lnTo>
                    <a:pt x="154560" y="294386"/>
                  </a:lnTo>
                  <a:lnTo>
                    <a:pt x="154332" y="293861"/>
                  </a:lnTo>
                  <a:lnTo>
                    <a:pt x="154231" y="293361"/>
                  </a:lnTo>
                  <a:lnTo>
                    <a:pt x="153931" y="293322"/>
                  </a:lnTo>
                  <a:lnTo>
                    <a:pt x="153475" y="291294"/>
                  </a:lnTo>
                  <a:lnTo>
                    <a:pt x="151723" y="288934"/>
                  </a:lnTo>
                  <a:lnTo>
                    <a:pt x="151562" y="288752"/>
                  </a:lnTo>
                  <a:lnTo>
                    <a:pt x="150410" y="287261"/>
                  </a:lnTo>
                  <a:lnTo>
                    <a:pt x="149830" y="286551"/>
                  </a:lnTo>
                  <a:lnTo>
                    <a:pt x="149681" y="286323"/>
                  </a:lnTo>
                  <a:lnTo>
                    <a:pt x="149458" y="286359"/>
                  </a:lnTo>
                  <a:lnTo>
                    <a:pt x="149263" y="286373"/>
                  </a:lnTo>
                  <a:lnTo>
                    <a:pt x="148577" y="286315"/>
                  </a:lnTo>
                  <a:lnTo>
                    <a:pt x="148377" y="286037"/>
                  </a:lnTo>
                  <a:lnTo>
                    <a:pt x="147391" y="285436"/>
                  </a:lnTo>
                  <a:lnTo>
                    <a:pt x="146591" y="285398"/>
                  </a:lnTo>
                  <a:lnTo>
                    <a:pt x="146194" y="285295"/>
                  </a:lnTo>
                  <a:lnTo>
                    <a:pt x="146216" y="285125"/>
                  </a:lnTo>
                  <a:lnTo>
                    <a:pt x="146374" y="285053"/>
                  </a:lnTo>
                  <a:lnTo>
                    <a:pt x="145927" y="283717"/>
                  </a:lnTo>
                  <a:lnTo>
                    <a:pt x="145767" y="283400"/>
                  </a:lnTo>
                  <a:lnTo>
                    <a:pt x="145861" y="283221"/>
                  </a:lnTo>
                  <a:lnTo>
                    <a:pt x="146310" y="283054"/>
                  </a:lnTo>
                  <a:lnTo>
                    <a:pt x="146798" y="283050"/>
                  </a:lnTo>
                  <a:lnTo>
                    <a:pt x="146862" y="282535"/>
                  </a:lnTo>
                  <a:lnTo>
                    <a:pt x="147083" y="281851"/>
                  </a:lnTo>
                  <a:lnTo>
                    <a:pt x="146246" y="280258"/>
                  </a:lnTo>
                  <a:lnTo>
                    <a:pt x="146411" y="280264"/>
                  </a:lnTo>
                  <a:lnTo>
                    <a:pt x="146599" y="280187"/>
                  </a:lnTo>
                  <a:lnTo>
                    <a:pt x="146769" y="279775"/>
                  </a:lnTo>
                  <a:lnTo>
                    <a:pt x="146600" y="279692"/>
                  </a:lnTo>
                  <a:lnTo>
                    <a:pt x="146308" y="279232"/>
                  </a:lnTo>
                  <a:lnTo>
                    <a:pt x="146514" y="279165"/>
                  </a:lnTo>
                  <a:lnTo>
                    <a:pt x="146669" y="278993"/>
                  </a:lnTo>
                  <a:lnTo>
                    <a:pt x="146823" y="278769"/>
                  </a:lnTo>
                  <a:lnTo>
                    <a:pt x="146866" y="278572"/>
                  </a:lnTo>
                  <a:lnTo>
                    <a:pt x="146689" y="278321"/>
                  </a:lnTo>
                  <a:lnTo>
                    <a:pt x="146793" y="277865"/>
                  </a:lnTo>
                  <a:lnTo>
                    <a:pt x="146656" y="277720"/>
                  </a:lnTo>
                  <a:lnTo>
                    <a:pt x="146259" y="277480"/>
                  </a:lnTo>
                  <a:lnTo>
                    <a:pt x="145948" y="277468"/>
                  </a:lnTo>
                  <a:lnTo>
                    <a:pt x="145722" y="277458"/>
                  </a:lnTo>
                  <a:lnTo>
                    <a:pt x="145453" y="277535"/>
                  </a:lnTo>
                  <a:lnTo>
                    <a:pt x="145028" y="277594"/>
                  </a:lnTo>
                  <a:lnTo>
                    <a:pt x="144604" y="277603"/>
                  </a:lnTo>
                  <a:lnTo>
                    <a:pt x="144109" y="277658"/>
                  </a:lnTo>
                  <a:lnTo>
                    <a:pt x="143529" y="277664"/>
                  </a:lnTo>
                  <a:lnTo>
                    <a:pt x="142921" y="277859"/>
                  </a:lnTo>
                  <a:lnTo>
                    <a:pt x="142260" y="278042"/>
                  </a:lnTo>
                  <a:lnTo>
                    <a:pt x="141536" y="278367"/>
                  </a:lnTo>
                  <a:lnTo>
                    <a:pt x="141051" y="278715"/>
                  </a:lnTo>
                  <a:lnTo>
                    <a:pt x="140375" y="279241"/>
                  </a:lnTo>
                  <a:lnTo>
                    <a:pt x="140202" y="279261"/>
                  </a:lnTo>
                  <a:lnTo>
                    <a:pt x="139962" y="279432"/>
                  </a:lnTo>
                  <a:lnTo>
                    <a:pt x="139621" y="279599"/>
                  </a:lnTo>
                  <a:lnTo>
                    <a:pt x="138876" y="280199"/>
                  </a:lnTo>
                  <a:lnTo>
                    <a:pt x="138639" y="280344"/>
                  </a:lnTo>
                  <a:lnTo>
                    <a:pt x="138388" y="280472"/>
                  </a:lnTo>
                  <a:lnTo>
                    <a:pt x="137963" y="280766"/>
                  </a:lnTo>
                  <a:lnTo>
                    <a:pt x="137576" y="280913"/>
                  </a:lnTo>
                  <a:lnTo>
                    <a:pt x="136843" y="281508"/>
                  </a:lnTo>
                  <a:lnTo>
                    <a:pt x="136598" y="281677"/>
                  </a:lnTo>
                  <a:lnTo>
                    <a:pt x="136434" y="281776"/>
                  </a:lnTo>
                  <a:lnTo>
                    <a:pt x="136183" y="281894"/>
                  </a:lnTo>
                  <a:lnTo>
                    <a:pt x="135931" y="282080"/>
                  </a:lnTo>
                  <a:lnTo>
                    <a:pt x="135609" y="282288"/>
                  </a:lnTo>
                  <a:lnTo>
                    <a:pt x="135229" y="282470"/>
                  </a:lnTo>
                  <a:lnTo>
                    <a:pt x="134454" y="282936"/>
                  </a:lnTo>
                  <a:lnTo>
                    <a:pt x="134219" y="283023"/>
                  </a:lnTo>
                  <a:lnTo>
                    <a:pt x="133930" y="283255"/>
                  </a:lnTo>
                  <a:lnTo>
                    <a:pt x="133482" y="283476"/>
                  </a:lnTo>
                  <a:lnTo>
                    <a:pt x="129813" y="284658"/>
                  </a:lnTo>
                  <a:lnTo>
                    <a:pt x="129038" y="284993"/>
                  </a:lnTo>
                  <a:lnTo>
                    <a:pt x="128500" y="285437"/>
                  </a:lnTo>
                  <a:lnTo>
                    <a:pt x="128043" y="285863"/>
                  </a:lnTo>
                  <a:lnTo>
                    <a:pt x="127432" y="286483"/>
                  </a:lnTo>
                  <a:lnTo>
                    <a:pt x="126637" y="287364"/>
                  </a:lnTo>
                  <a:lnTo>
                    <a:pt x="126445" y="287604"/>
                  </a:lnTo>
                  <a:lnTo>
                    <a:pt x="126318" y="287721"/>
                  </a:lnTo>
                  <a:lnTo>
                    <a:pt x="126133" y="287985"/>
                  </a:lnTo>
                  <a:lnTo>
                    <a:pt x="125779" y="288560"/>
                  </a:lnTo>
                  <a:lnTo>
                    <a:pt x="125702" y="288907"/>
                  </a:lnTo>
                  <a:lnTo>
                    <a:pt x="125017" y="289502"/>
                  </a:lnTo>
                  <a:lnTo>
                    <a:pt x="123472" y="289616"/>
                  </a:lnTo>
                  <a:lnTo>
                    <a:pt x="121320" y="290210"/>
                  </a:lnTo>
                  <a:lnTo>
                    <a:pt x="120633" y="290517"/>
                  </a:lnTo>
                  <a:lnTo>
                    <a:pt x="119517" y="290873"/>
                  </a:lnTo>
                  <a:lnTo>
                    <a:pt x="118517" y="291148"/>
                  </a:lnTo>
                  <a:lnTo>
                    <a:pt x="117312" y="291418"/>
                  </a:lnTo>
                  <a:lnTo>
                    <a:pt x="117008" y="291616"/>
                  </a:lnTo>
                  <a:lnTo>
                    <a:pt x="116286" y="291987"/>
                  </a:lnTo>
                  <a:lnTo>
                    <a:pt x="115877" y="292138"/>
                  </a:lnTo>
                  <a:lnTo>
                    <a:pt x="110665" y="292187"/>
                  </a:lnTo>
                  <a:lnTo>
                    <a:pt x="108935" y="292270"/>
                  </a:lnTo>
                  <a:lnTo>
                    <a:pt x="108146" y="292354"/>
                  </a:lnTo>
                  <a:lnTo>
                    <a:pt x="107796" y="292261"/>
                  </a:lnTo>
                  <a:lnTo>
                    <a:pt x="107066" y="291854"/>
                  </a:lnTo>
                  <a:lnTo>
                    <a:pt x="105875" y="291126"/>
                  </a:lnTo>
                  <a:lnTo>
                    <a:pt x="105617" y="290503"/>
                  </a:lnTo>
                  <a:lnTo>
                    <a:pt x="105736" y="290365"/>
                  </a:lnTo>
                  <a:lnTo>
                    <a:pt x="106010" y="290150"/>
                  </a:lnTo>
                  <a:lnTo>
                    <a:pt x="106833" y="288190"/>
                  </a:lnTo>
                  <a:lnTo>
                    <a:pt x="106966" y="282777"/>
                  </a:lnTo>
                  <a:lnTo>
                    <a:pt x="106896" y="281972"/>
                  </a:lnTo>
                  <a:lnTo>
                    <a:pt x="106571" y="279182"/>
                  </a:lnTo>
                  <a:lnTo>
                    <a:pt x="105933" y="279413"/>
                  </a:lnTo>
                  <a:lnTo>
                    <a:pt x="105279" y="279267"/>
                  </a:lnTo>
                  <a:lnTo>
                    <a:pt x="104620" y="279291"/>
                  </a:lnTo>
                  <a:lnTo>
                    <a:pt x="103823" y="279054"/>
                  </a:lnTo>
                  <a:lnTo>
                    <a:pt x="103248" y="278198"/>
                  </a:lnTo>
                  <a:lnTo>
                    <a:pt x="103562" y="278107"/>
                  </a:lnTo>
                  <a:lnTo>
                    <a:pt x="103738" y="276995"/>
                  </a:lnTo>
                  <a:lnTo>
                    <a:pt x="103633" y="276576"/>
                  </a:lnTo>
                  <a:lnTo>
                    <a:pt x="102788" y="275412"/>
                  </a:lnTo>
                  <a:lnTo>
                    <a:pt x="102775" y="275283"/>
                  </a:lnTo>
                  <a:lnTo>
                    <a:pt x="102637" y="275030"/>
                  </a:lnTo>
                  <a:lnTo>
                    <a:pt x="102300" y="274772"/>
                  </a:lnTo>
                  <a:lnTo>
                    <a:pt x="100753" y="274336"/>
                  </a:lnTo>
                  <a:lnTo>
                    <a:pt x="99245" y="273826"/>
                  </a:lnTo>
                  <a:lnTo>
                    <a:pt x="99562" y="273255"/>
                  </a:lnTo>
                  <a:lnTo>
                    <a:pt x="99259" y="272419"/>
                  </a:lnTo>
                  <a:lnTo>
                    <a:pt x="98380" y="271787"/>
                  </a:lnTo>
                  <a:lnTo>
                    <a:pt x="98055" y="269796"/>
                  </a:lnTo>
                  <a:lnTo>
                    <a:pt x="97938" y="268899"/>
                  </a:lnTo>
                  <a:lnTo>
                    <a:pt x="97887" y="268642"/>
                  </a:lnTo>
                  <a:lnTo>
                    <a:pt x="98529" y="267732"/>
                  </a:lnTo>
                  <a:lnTo>
                    <a:pt x="98646" y="267274"/>
                  </a:lnTo>
                  <a:lnTo>
                    <a:pt x="98568" y="267126"/>
                  </a:lnTo>
                  <a:lnTo>
                    <a:pt x="99217" y="266684"/>
                  </a:lnTo>
                  <a:lnTo>
                    <a:pt x="100060" y="266383"/>
                  </a:lnTo>
                  <a:lnTo>
                    <a:pt x="100461" y="266007"/>
                  </a:lnTo>
                  <a:lnTo>
                    <a:pt x="100360" y="265740"/>
                  </a:lnTo>
                  <a:lnTo>
                    <a:pt x="100655" y="265720"/>
                  </a:lnTo>
                  <a:lnTo>
                    <a:pt x="100230" y="264883"/>
                  </a:lnTo>
                  <a:lnTo>
                    <a:pt x="99500" y="264949"/>
                  </a:lnTo>
                  <a:lnTo>
                    <a:pt x="98516" y="265100"/>
                  </a:lnTo>
                  <a:lnTo>
                    <a:pt x="97871" y="265292"/>
                  </a:lnTo>
                  <a:lnTo>
                    <a:pt x="97689" y="264834"/>
                  </a:lnTo>
                  <a:lnTo>
                    <a:pt x="98247" y="263597"/>
                  </a:lnTo>
                  <a:lnTo>
                    <a:pt x="98562" y="263770"/>
                  </a:lnTo>
                  <a:lnTo>
                    <a:pt x="99041" y="264137"/>
                  </a:lnTo>
                  <a:lnTo>
                    <a:pt x="99418" y="264201"/>
                  </a:lnTo>
                  <a:lnTo>
                    <a:pt x="99767" y="264353"/>
                  </a:lnTo>
                  <a:lnTo>
                    <a:pt x="100294" y="263812"/>
                  </a:lnTo>
                  <a:lnTo>
                    <a:pt x="100863" y="263624"/>
                  </a:lnTo>
                  <a:lnTo>
                    <a:pt x="101022" y="263463"/>
                  </a:lnTo>
                  <a:lnTo>
                    <a:pt x="100463" y="263081"/>
                  </a:lnTo>
                  <a:lnTo>
                    <a:pt x="100242" y="263055"/>
                  </a:lnTo>
                  <a:lnTo>
                    <a:pt x="99320" y="263082"/>
                  </a:lnTo>
                  <a:lnTo>
                    <a:pt x="98820" y="263151"/>
                  </a:lnTo>
                  <a:lnTo>
                    <a:pt x="98452" y="263125"/>
                  </a:lnTo>
                  <a:lnTo>
                    <a:pt x="97737" y="262814"/>
                  </a:lnTo>
                  <a:lnTo>
                    <a:pt x="97467" y="262324"/>
                  </a:lnTo>
                  <a:lnTo>
                    <a:pt x="97380" y="261892"/>
                  </a:lnTo>
                  <a:lnTo>
                    <a:pt x="97591" y="261553"/>
                  </a:lnTo>
                  <a:lnTo>
                    <a:pt x="97745" y="261378"/>
                  </a:lnTo>
                  <a:lnTo>
                    <a:pt x="97655" y="260857"/>
                  </a:lnTo>
                  <a:lnTo>
                    <a:pt x="97552" y="260711"/>
                  </a:lnTo>
                  <a:lnTo>
                    <a:pt x="97467" y="260508"/>
                  </a:lnTo>
                  <a:lnTo>
                    <a:pt x="96888" y="259634"/>
                  </a:lnTo>
                  <a:lnTo>
                    <a:pt x="96996" y="259298"/>
                  </a:lnTo>
                  <a:lnTo>
                    <a:pt x="96983" y="259094"/>
                  </a:lnTo>
                  <a:lnTo>
                    <a:pt x="96784" y="258703"/>
                  </a:lnTo>
                  <a:lnTo>
                    <a:pt x="96551" y="258607"/>
                  </a:lnTo>
                  <a:lnTo>
                    <a:pt x="96516" y="258233"/>
                  </a:lnTo>
                  <a:lnTo>
                    <a:pt x="96430" y="257979"/>
                  </a:lnTo>
                  <a:lnTo>
                    <a:pt x="96486" y="257728"/>
                  </a:lnTo>
                  <a:lnTo>
                    <a:pt x="96276" y="257433"/>
                  </a:lnTo>
                  <a:lnTo>
                    <a:pt x="96006" y="257339"/>
                  </a:lnTo>
                  <a:lnTo>
                    <a:pt x="95840" y="257479"/>
                  </a:lnTo>
                  <a:lnTo>
                    <a:pt x="95674" y="257413"/>
                  </a:lnTo>
                  <a:lnTo>
                    <a:pt x="95535" y="257074"/>
                  </a:lnTo>
                  <a:lnTo>
                    <a:pt x="95600" y="256921"/>
                  </a:lnTo>
                  <a:lnTo>
                    <a:pt x="95564" y="256652"/>
                  </a:lnTo>
                  <a:lnTo>
                    <a:pt x="95136" y="256515"/>
                  </a:lnTo>
                  <a:lnTo>
                    <a:pt x="95304" y="256103"/>
                  </a:lnTo>
                  <a:lnTo>
                    <a:pt x="95614" y="255830"/>
                  </a:lnTo>
                  <a:lnTo>
                    <a:pt x="95871" y="255729"/>
                  </a:lnTo>
                  <a:lnTo>
                    <a:pt x="96252" y="255822"/>
                  </a:lnTo>
                  <a:lnTo>
                    <a:pt x="96394" y="255762"/>
                  </a:lnTo>
                  <a:lnTo>
                    <a:pt x="96754" y="255726"/>
                  </a:lnTo>
                  <a:lnTo>
                    <a:pt x="97115" y="253645"/>
                  </a:lnTo>
                  <a:lnTo>
                    <a:pt x="96584" y="251001"/>
                  </a:lnTo>
                  <a:lnTo>
                    <a:pt x="96538" y="250760"/>
                  </a:lnTo>
                  <a:lnTo>
                    <a:pt x="97688" y="249959"/>
                  </a:lnTo>
                  <a:lnTo>
                    <a:pt x="98129" y="248434"/>
                  </a:lnTo>
                  <a:lnTo>
                    <a:pt x="98661" y="247430"/>
                  </a:lnTo>
                  <a:lnTo>
                    <a:pt x="98624" y="245747"/>
                  </a:lnTo>
                  <a:lnTo>
                    <a:pt x="98206" y="243482"/>
                  </a:lnTo>
                  <a:lnTo>
                    <a:pt x="99010" y="242568"/>
                  </a:lnTo>
                  <a:lnTo>
                    <a:pt x="99371" y="242019"/>
                  </a:lnTo>
                  <a:lnTo>
                    <a:pt x="99789" y="241278"/>
                  </a:lnTo>
                  <a:lnTo>
                    <a:pt x="102134" y="241401"/>
                  </a:lnTo>
                  <a:lnTo>
                    <a:pt x="103262" y="240687"/>
                  </a:lnTo>
                  <a:lnTo>
                    <a:pt x="103912" y="239990"/>
                  </a:lnTo>
                  <a:lnTo>
                    <a:pt x="104468" y="237791"/>
                  </a:lnTo>
                  <a:lnTo>
                    <a:pt x="104312" y="236960"/>
                  </a:lnTo>
                  <a:lnTo>
                    <a:pt x="104334" y="236257"/>
                  </a:lnTo>
                  <a:lnTo>
                    <a:pt x="103468" y="236068"/>
                  </a:lnTo>
                  <a:lnTo>
                    <a:pt x="99980" y="235228"/>
                  </a:lnTo>
                  <a:lnTo>
                    <a:pt x="99865" y="234808"/>
                  </a:lnTo>
                  <a:lnTo>
                    <a:pt x="99837" y="234637"/>
                  </a:lnTo>
                  <a:lnTo>
                    <a:pt x="99832" y="234251"/>
                  </a:lnTo>
                  <a:lnTo>
                    <a:pt x="99737" y="233578"/>
                  </a:lnTo>
                  <a:lnTo>
                    <a:pt x="99765" y="233014"/>
                  </a:lnTo>
                  <a:lnTo>
                    <a:pt x="99760" y="232690"/>
                  </a:lnTo>
                  <a:lnTo>
                    <a:pt x="99774" y="232063"/>
                  </a:lnTo>
                  <a:lnTo>
                    <a:pt x="99843" y="231816"/>
                  </a:lnTo>
                  <a:lnTo>
                    <a:pt x="99993" y="231143"/>
                  </a:lnTo>
                  <a:lnTo>
                    <a:pt x="100169" y="231076"/>
                  </a:lnTo>
                  <a:lnTo>
                    <a:pt x="100274" y="230686"/>
                  </a:lnTo>
                  <a:lnTo>
                    <a:pt x="101533" y="229104"/>
                  </a:lnTo>
                  <a:lnTo>
                    <a:pt x="101289" y="228499"/>
                  </a:lnTo>
                  <a:lnTo>
                    <a:pt x="101061" y="227607"/>
                  </a:lnTo>
                  <a:lnTo>
                    <a:pt x="100780" y="227217"/>
                  </a:lnTo>
                  <a:lnTo>
                    <a:pt x="100474" y="227089"/>
                  </a:lnTo>
                  <a:lnTo>
                    <a:pt x="99885" y="226911"/>
                  </a:lnTo>
                  <a:lnTo>
                    <a:pt x="98779" y="226698"/>
                  </a:lnTo>
                  <a:lnTo>
                    <a:pt x="98056" y="226105"/>
                  </a:lnTo>
                  <a:lnTo>
                    <a:pt x="97158" y="225971"/>
                  </a:lnTo>
                  <a:lnTo>
                    <a:pt x="96073" y="225678"/>
                  </a:lnTo>
                  <a:lnTo>
                    <a:pt x="94906" y="225021"/>
                  </a:lnTo>
                  <a:lnTo>
                    <a:pt x="94592" y="224910"/>
                  </a:lnTo>
                  <a:lnTo>
                    <a:pt x="94119" y="224759"/>
                  </a:lnTo>
                  <a:lnTo>
                    <a:pt x="93410" y="224057"/>
                  </a:lnTo>
                  <a:lnTo>
                    <a:pt x="93267" y="223947"/>
                  </a:lnTo>
                  <a:lnTo>
                    <a:pt x="93130" y="223807"/>
                  </a:lnTo>
                  <a:lnTo>
                    <a:pt x="93171" y="222922"/>
                  </a:lnTo>
                  <a:lnTo>
                    <a:pt x="92724" y="222087"/>
                  </a:lnTo>
                  <a:lnTo>
                    <a:pt x="92737" y="221695"/>
                  </a:lnTo>
                  <a:lnTo>
                    <a:pt x="92707" y="221549"/>
                  </a:lnTo>
                  <a:lnTo>
                    <a:pt x="92705" y="221392"/>
                  </a:lnTo>
                  <a:lnTo>
                    <a:pt x="92217" y="220885"/>
                  </a:lnTo>
                  <a:lnTo>
                    <a:pt x="91992" y="220874"/>
                  </a:lnTo>
                  <a:lnTo>
                    <a:pt x="91708" y="220409"/>
                  </a:lnTo>
                  <a:lnTo>
                    <a:pt x="91600" y="220026"/>
                  </a:lnTo>
                  <a:lnTo>
                    <a:pt x="91602" y="219799"/>
                  </a:lnTo>
                  <a:lnTo>
                    <a:pt x="91431" y="219056"/>
                  </a:lnTo>
                  <a:lnTo>
                    <a:pt x="91634" y="218975"/>
                  </a:lnTo>
                  <a:lnTo>
                    <a:pt x="91912" y="219004"/>
                  </a:lnTo>
                  <a:lnTo>
                    <a:pt x="92061" y="219084"/>
                  </a:lnTo>
                  <a:lnTo>
                    <a:pt x="92829" y="218908"/>
                  </a:lnTo>
                  <a:lnTo>
                    <a:pt x="92801" y="218571"/>
                  </a:lnTo>
                  <a:lnTo>
                    <a:pt x="93170" y="217601"/>
                  </a:lnTo>
                  <a:lnTo>
                    <a:pt x="93014" y="217037"/>
                  </a:lnTo>
                  <a:lnTo>
                    <a:pt x="92733" y="216830"/>
                  </a:lnTo>
                  <a:lnTo>
                    <a:pt x="92672" y="216643"/>
                  </a:lnTo>
                  <a:lnTo>
                    <a:pt x="92312" y="215641"/>
                  </a:lnTo>
                  <a:lnTo>
                    <a:pt x="91810" y="214517"/>
                  </a:lnTo>
                  <a:lnTo>
                    <a:pt x="91604" y="213862"/>
                  </a:lnTo>
                  <a:lnTo>
                    <a:pt x="90607" y="212877"/>
                  </a:lnTo>
                  <a:lnTo>
                    <a:pt x="90419" y="212745"/>
                  </a:lnTo>
                  <a:lnTo>
                    <a:pt x="90100" y="212748"/>
                  </a:lnTo>
                  <a:lnTo>
                    <a:pt x="89915" y="212750"/>
                  </a:lnTo>
                  <a:lnTo>
                    <a:pt x="89594" y="212682"/>
                  </a:lnTo>
                  <a:lnTo>
                    <a:pt x="89045" y="212567"/>
                  </a:lnTo>
                  <a:lnTo>
                    <a:pt x="88595" y="212572"/>
                  </a:lnTo>
                  <a:lnTo>
                    <a:pt x="88147" y="212597"/>
                  </a:lnTo>
                  <a:lnTo>
                    <a:pt x="88009" y="212735"/>
                  </a:lnTo>
                  <a:lnTo>
                    <a:pt x="87045" y="212497"/>
                  </a:lnTo>
                  <a:lnTo>
                    <a:pt x="86763" y="212434"/>
                  </a:lnTo>
                  <a:lnTo>
                    <a:pt x="86428" y="212452"/>
                  </a:lnTo>
                  <a:lnTo>
                    <a:pt x="85948" y="212618"/>
                  </a:lnTo>
                  <a:lnTo>
                    <a:pt x="85655" y="212703"/>
                  </a:lnTo>
                  <a:lnTo>
                    <a:pt x="85226" y="212827"/>
                  </a:lnTo>
                  <a:lnTo>
                    <a:pt x="85028" y="212885"/>
                  </a:lnTo>
                  <a:lnTo>
                    <a:pt x="84881" y="212956"/>
                  </a:lnTo>
                  <a:lnTo>
                    <a:pt x="84477" y="213172"/>
                  </a:lnTo>
                  <a:lnTo>
                    <a:pt x="84271" y="213294"/>
                  </a:lnTo>
                  <a:lnTo>
                    <a:pt x="84130" y="213399"/>
                  </a:lnTo>
                  <a:lnTo>
                    <a:pt x="84136" y="213583"/>
                  </a:lnTo>
                  <a:lnTo>
                    <a:pt x="83944" y="213802"/>
                  </a:lnTo>
                  <a:lnTo>
                    <a:pt x="84075" y="214175"/>
                  </a:lnTo>
                  <a:lnTo>
                    <a:pt x="83575" y="214058"/>
                  </a:lnTo>
                  <a:lnTo>
                    <a:pt x="82687" y="213812"/>
                  </a:lnTo>
                  <a:lnTo>
                    <a:pt x="82447" y="213790"/>
                  </a:lnTo>
                  <a:lnTo>
                    <a:pt x="81967" y="213835"/>
                  </a:lnTo>
                  <a:lnTo>
                    <a:pt x="81491" y="213975"/>
                  </a:lnTo>
                  <a:lnTo>
                    <a:pt x="81065" y="213822"/>
                  </a:lnTo>
                  <a:lnTo>
                    <a:pt x="80868" y="213709"/>
                  </a:lnTo>
                  <a:lnTo>
                    <a:pt x="80678" y="213655"/>
                  </a:lnTo>
                  <a:lnTo>
                    <a:pt x="80364" y="213506"/>
                  </a:lnTo>
                  <a:lnTo>
                    <a:pt x="79465" y="213378"/>
                  </a:lnTo>
                  <a:lnTo>
                    <a:pt x="78275" y="212792"/>
                  </a:lnTo>
                  <a:lnTo>
                    <a:pt x="78138" y="212814"/>
                  </a:lnTo>
                  <a:lnTo>
                    <a:pt x="77809" y="212406"/>
                  </a:lnTo>
                  <a:lnTo>
                    <a:pt x="77410" y="212214"/>
                  </a:lnTo>
                  <a:lnTo>
                    <a:pt x="77406" y="211939"/>
                  </a:lnTo>
                  <a:lnTo>
                    <a:pt x="77126" y="211872"/>
                  </a:lnTo>
                  <a:lnTo>
                    <a:pt x="77224" y="211698"/>
                  </a:lnTo>
                  <a:lnTo>
                    <a:pt x="77444" y="211576"/>
                  </a:lnTo>
                  <a:lnTo>
                    <a:pt x="77384" y="211347"/>
                  </a:lnTo>
                  <a:lnTo>
                    <a:pt x="76896" y="211179"/>
                  </a:lnTo>
                  <a:lnTo>
                    <a:pt x="76373" y="210388"/>
                  </a:lnTo>
                  <a:lnTo>
                    <a:pt x="76465" y="210204"/>
                  </a:lnTo>
                  <a:lnTo>
                    <a:pt x="76744" y="209831"/>
                  </a:lnTo>
                  <a:lnTo>
                    <a:pt x="76929" y="209645"/>
                  </a:lnTo>
                  <a:lnTo>
                    <a:pt x="77074" y="209729"/>
                  </a:lnTo>
                  <a:lnTo>
                    <a:pt x="77503" y="209766"/>
                  </a:lnTo>
                  <a:lnTo>
                    <a:pt x="77676" y="209790"/>
                  </a:lnTo>
                  <a:lnTo>
                    <a:pt x="77836" y="209895"/>
                  </a:lnTo>
                  <a:lnTo>
                    <a:pt x="77978" y="209935"/>
                  </a:lnTo>
                  <a:lnTo>
                    <a:pt x="78235" y="210067"/>
                  </a:lnTo>
                  <a:lnTo>
                    <a:pt x="78451" y="210086"/>
                  </a:lnTo>
                  <a:lnTo>
                    <a:pt x="78673" y="210081"/>
                  </a:lnTo>
                  <a:lnTo>
                    <a:pt x="78575" y="209795"/>
                  </a:lnTo>
                  <a:lnTo>
                    <a:pt x="78618" y="209657"/>
                  </a:lnTo>
                  <a:lnTo>
                    <a:pt x="79244" y="209253"/>
                  </a:lnTo>
                  <a:lnTo>
                    <a:pt x="79629" y="209061"/>
                  </a:lnTo>
                  <a:lnTo>
                    <a:pt x="79863" y="208887"/>
                  </a:lnTo>
                  <a:lnTo>
                    <a:pt x="80049" y="208737"/>
                  </a:lnTo>
                  <a:lnTo>
                    <a:pt x="79889" y="208413"/>
                  </a:lnTo>
                  <a:lnTo>
                    <a:pt x="80082" y="208405"/>
                  </a:lnTo>
                  <a:lnTo>
                    <a:pt x="80285" y="208826"/>
                  </a:lnTo>
                  <a:lnTo>
                    <a:pt x="80488" y="208855"/>
                  </a:lnTo>
                  <a:lnTo>
                    <a:pt x="80712" y="208813"/>
                  </a:lnTo>
                  <a:lnTo>
                    <a:pt x="80883" y="208689"/>
                  </a:lnTo>
                  <a:lnTo>
                    <a:pt x="80768" y="208536"/>
                  </a:lnTo>
                  <a:lnTo>
                    <a:pt x="81011" y="208440"/>
                  </a:lnTo>
                  <a:lnTo>
                    <a:pt x="81365" y="208375"/>
                  </a:lnTo>
                  <a:lnTo>
                    <a:pt x="81367" y="208169"/>
                  </a:lnTo>
                  <a:lnTo>
                    <a:pt x="81286" y="208007"/>
                  </a:lnTo>
                  <a:lnTo>
                    <a:pt x="81389" y="208072"/>
                  </a:lnTo>
                  <a:lnTo>
                    <a:pt x="81317" y="207576"/>
                  </a:lnTo>
                  <a:lnTo>
                    <a:pt x="81344" y="207289"/>
                  </a:lnTo>
                  <a:lnTo>
                    <a:pt x="81695" y="207149"/>
                  </a:lnTo>
                  <a:lnTo>
                    <a:pt x="81851" y="206292"/>
                  </a:lnTo>
                  <a:lnTo>
                    <a:pt x="81909" y="206121"/>
                  </a:lnTo>
                  <a:lnTo>
                    <a:pt x="82275" y="205666"/>
                  </a:lnTo>
                  <a:lnTo>
                    <a:pt x="82829" y="205079"/>
                  </a:lnTo>
                  <a:lnTo>
                    <a:pt x="82896" y="204819"/>
                  </a:lnTo>
                  <a:lnTo>
                    <a:pt x="83026" y="204696"/>
                  </a:lnTo>
                  <a:lnTo>
                    <a:pt x="83287" y="204433"/>
                  </a:lnTo>
                  <a:lnTo>
                    <a:pt x="83766" y="204169"/>
                  </a:lnTo>
                  <a:lnTo>
                    <a:pt x="83981" y="204112"/>
                  </a:lnTo>
                  <a:lnTo>
                    <a:pt x="84212" y="204062"/>
                  </a:lnTo>
                  <a:lnTo>
                    <a:pt x="84299" y="203935"/>
                  </a:lnTo>
                  <a:lnTo>
                    <a:pt x="84176" y="203618"/>
                  </a:lnTo>
                  <a:lnTo>
                    <a:pt x="83958" y="203384"/>
                  </a:lnTo>
                  <a:lnTo>
                    <a:pt x="84079" y="203288"/>
                  </a:lnTo>
                  <a:lnTo>
                    <a:pt x="83860" y="203012"/>
                  </a:lnTo>
                  <a:lnTo>
                    <a:pt x="83991" y="202988"/>
                  </a:lnTo>
                  <a:lnTo>
                    <a:pt x="84096" y="202852"/>
                  </a:lnTo>
                  <a:lnTo>
                    <a:pt x="83902" y="202558"/>
                  </a:lnTo>
                  <a:lnTo>
                    <a:pt x="84057" y="202494"/>
                  </a:lnTo>
                  <a:lnTo>
                    <a:pt x="84538" y="201613"/>
                  </a:lnTo>
                  <a:lnTo>
                    <a:pt x="84196" y="201080"/>
                  </a:lnTo>
                  <a:lnTo>
                    <a:pt x="83739" y="200268"/>
                  </a:lnTo>
                  <a:lnTo>
                    <a:pt x="83950" y="200020"/>
                  </a:lnTo>
                  <a:lnTo>
                    <a:pt x="83944" y="199827"/>
                  </a:lnTo>
                  <a:lnTo>
                    <a:pt x="83976" y="199411"/>
                  </a:lnTo>
                  <a:lnTo>
                    <a:pt x="83835" y="199245"/>
                  </a:lnTo>
                  <a:lnTo>
                    <a:pt x="83634" y="198982"/>
                  </a:lnTo>
                  <a:lnTo>
                    <a:pt x="83457" y="198867"/>
                  </a:lnTo>
                  <a:lnTo>
                    <a:pt x="83278" y="198609"/>
                  </a:lnTo>
                  <a:lnTo>
                    <a:pt x="83096" y="198448"/>
                  </a:lnTo>
                  <a:lnTo>
                    <a:pt x="82653" y="198089"/>
                  </a:lnTo>
                  <a:lnTo>
                    <a:pt x="82443" y="198121"/>
                  </a:lnTo>
                  <a:lnTo>
                    <a:pt x="81877" y="197889"/>
                  </a:lnTo>
                  <a:lnTo>
                    <a:pt x="81660" y="197598"/>
                  </a:lnTo>
                  <a:lnTo>
                    <a:pt x="82025" y="197356"/>
                  </a:lnTo>
                  <a:lnTo>
                    <a:pt x="82164" y="197271"/>
                  </a:lnTo>
                  <a:lnTo>
                    <a:pt x="82292" y="197269"/>
                  </a:lnTo>
                  <a:lnTo>
                    <a:pt x="82427" y="197202"/>
                  </a:lnTo>
                  <a:lnTo>
                    <a:pt x="82674" y="197192"/>
                  </a:lnTo>
                  <a:lnTo>
                    <a:pt x="82840" y="197169"/>
                  </a:lnTo>
                  <a:lnTo>
                    <a:pt x="82895" y="196751"/>
                  </a:lnTo>
                  <a:lnTo>
                    <a:pt x="83094" y="196737"/>
                  </a:lnTo>
                  <a:lnTo>
                    <a:pt x="83374" y="196686"/>
                  </a:lnTo>
                  <a:lnTo>
                    <a:pt x="83599" y="196659"/>
                  </a:lnTo>
                  <a:lnTo>
                    <a:pt x="83907" y="196472"/>
                  </a:lnTo>
                  <a:lnTo>
                    <a:pt x="84219" y="196163"/>
                  </a:lnTo>
                  <a:lnTo>
                    <a:pt x="84276" y="195973"/>
                  </a:lnTo>
                  <a:lnTo>
                    <a:pt x="84795" y="196038"/>
                  </a:lnTo>
                  <a:lnTo>
                    <a:pt x="85019" y="196047"/>
                  </a:lnTo>
                  <a:lnTo>
                    <a:pt x="85671" y="196080"/>
                  </a:lnTo>
                  <a:lnTo>
                    <a:pt x="85678" y="196288"/>
                  </a:lnTo>
                  <a:lnTo>
                    <a:pt x="85817" y="196537"/>
                  </a:lnTo>
                  <a:lnTo>
                    <a:pt x="86330" y="196786"/>
                  </a:lnTo>
                  <a:lnTo>
                    <a:pt x="86383" y="197005"/>
                  </a:lnTo>
                  <a:lnTo>
                    <a:pt x="86577" y="197207"/>
                  </a:lnTo>
                  <a:lnTo>
                    <a:pt x="86888" y="197376"/>
                  </a:lnTo>
                  <a:lnTo>
                    <a:pt x="87169" y="197282"/>
                  </a:lnTo>
                  <a:lnTo>
                    <a:pt x="87434" y="197247"/>
                  </a:lnTo>
                  <a:lnTo>
                    <a:pt x="88034" y="196893"/>
                  </a:lnTo>
                  <a:lnTo>
                    <a:pt x="88999" y="196917"/>
                  </a:lnTo>
                  <a:lnTo>
                    <a:pt x="89162" y="196928"/>
                  </a:lnTo>
                  <a:lnTo>
                    <a:pt x="89429" y="197310"/>
                  </a:lnTo>
                  <a:lnTo>
                    <a:pt x="89417" y="197444"/>
                  </a:lnTo>
                  <a:lnTo>
                    <a:pt x="89567" y="197664"/>
                  </a:lnTo>
                  <a:lnTo>
                    <a:pt x="89613" y="197962"/>
                  </a:lnTo>
                  <a:lnTo>
                    <a:pt x="89792" y="197899"/>
                  </a:lnTo>
                  <a:lnTo>
                    <a:pt x="90194" y="197907"/>
                  </a:lnTo>
                  <a:lnTo>
                    <a:pt x="90405" y="197969"/>
                  </a:lnTo>
                  <a:lnTo>
                    <a:pt x="90631" y="198037"/>
                  </a:lnTo>
                  <a:lnTo>
                    <a:pt x="90835" y="198091"/>
                  </a:lnTo>
                  <a:lnTo>
                    <a:pt x="91141" y="198078"/>
                  </a:lnTo>
                  <a:lnTo>
                    <a:pt x="91178" y="198303"/>
                  </a:lnTo>
                  <a:lnTo>
                    <a:pt x="91387" y="198478"/>
                  </a:lnTo>
                  <a:lnTo>
                    <a:pt x="91757" y="198559"/>
                  </a:lnTo>
                  <a:lnTo>
                    <a:pt x="92025" y="198590"/>
                  </a:lnTo>
                  <a:lnTo>
                    <a:pt x="92470" y="198859"/>
                  </a:lnTo>
                  <a:lnTo>
                    <a:pt x="92907" y="198252"/>
                  </a:lnTo>
                  <a:lnTo>
                    <a:pt x="93268" y="198507"/>
                  </a:lnTo>
                  <a:lnTo>
                    <a:pt x="93331" y="199157"/>
                  </a:lnTo>
                  <a:lnTo>
                    <a:pt x="93594" y="199312"/>
                  </a:lnTo>
                  <a:lnTo>
                    <a:pt x="93805" y="199415"/>
                  </a:lnTo>
                  <a:lnTo>
                    <a:pt x="94077" y="199404"/>
                  </a:lnTo>
                  <a:lnTo>
                    <a:pt x="94350" y="199467"/>
                  </a:lnTo>
                  <a:lnTo>
                    <a:pt x="94710" y="199565"/>
                  </a:lnTo>
                  <a:lnTo>
                    <a:pt x="94933" y="199736"/>
                  </a:lnTo>
                  <a:lnTo>
                    <a:pt x="94871" y="199924"/>
                  </a:lnTo>
                  <a:lnTo>
                    <a:pt x="95014" y="200210"/>
                  </a:lnTo>
                  <a:lnTo>
                    <a:pt x="95305" y="200565"/>
                  </a:lnTo>
                  <a:lnTo>
                    <a:pt x="95771" y="200911"/>
                  </a:lnTo>
                  <a:lnTo>
                    <a:pt x="95924" y="200987"/>
                  </a:lnTo>
                  <a:lnTo>
                    <a:pt x="95969" y="201138"/>
                  </a:lnTo>
                  <a:lnTo>
                    <a:pt x="96115" y="201068"/>
                  </a:lnTo>
                  <a:lnTo>
                    <a:pt x="96665" y="201386"/>
                  </a:lnTo>
                  <a:lnTo>
                    <a:pt x="96776" y="201522"/>
                  </a:lnTo>
                  <a:lnTo>
                    <a:pt x="96954" y="201863"/>
                  </a:lnTo>
                  <a:lnTo>
                    <a:pt x="97022" y="202157"/>
                  </a:lnTo>
                  <a:lnTo>
                    <a:pt x="96950" y="202367"/>
                  </a:lnTo>
                  <a:lnTo>
                    <a:pt x="97104" y="203011"/>
                  </a:lnTo>
                  <a:lnTo>
                    <a:pt x="97308" y="203531"/>
                  </a:lnTo>
                  <a:lnTo>
                    <a:pt x="97334" y="203702"/>
                  </a:lnTo>
                  <a:lnTo>
                    <a:pt x="98051" y="203871"/>
                  </a:lnTo>
                  <a:lnTo>
                    <a:pt x="98362" y="204036"/>
                  </a:lnTo>
                  <a:lnTo>
                    <a:pt x="98587" y="204157"/>
                  </a:lnTo>
                  <a:lnTo>
                    <a:pt x="99162" y="204178"/>
                  </a:lnTo>
                  <a:lnTo>
                    <a:pt x="99657" y="204375"/>
                  </a:lnTo>
                  <a:lnTo>
                    <a:pt x="100073" y="204637"/>
                  </a:lnTo>
                  <a:lnTo>
                    <a:pt x="100407" y="204542"/>
                  </a:lnTo>
                  <a:lnTo>
                    <a:pt x="100618" y="204602"/>
                  </a:lnTo>
                  <a:lnTo>
                    <a:pt x="100781" y="204595"/>
                  </a:lnTo>
                  <a:lnTo>
                    <a:pt x="101111" y="204785"/>
                  </a:lnTo>
                  <a:lnTo>
                    <a:pt x="101538" y="204846"/>
                  </a:lnTo>
                  <a:lnTo>
                    <a:pt x="101958" y="205049"/>
                  </a:lnTo>
                  <a:lnTo>
                    <a:pt x="102200" y="205126"/>
                  </a:lnTo>
                  <a:lnTo>
                    <a:pt x="102524" y="205045"/>
                  </a:lnTo>
                  <a:lnTo>
                    <a:pt x="102684" y="205312"/>
                  </a:lnTo>
                  <a:lnTo>
                    <a:pt x="103025" y="205482"/>
                  </a:lnTo>
                  <a:lnTo>
                    <a:pt x="103338" y="205848"/>
                  </a:lnTo>
                  <a:lnTo>
                    <a:pt x="103570" y="206515"/>
                  </a:lnTo>
                  <a:lnTo>
                    <a:pt x="103746" y="206504"/>
                  </a:lnTo>
                  <a:lnTo>
                    <a:pt x="103933" y="206493"/>
                  </a:lnTo>
                  <a:lnTo>
                    <a:pt x="104217" y="206430"/>
                  </a:lnTo>
                  <a:lnTo>
                    <a:pt x="104655" y="207084"/>
                  </a:lnTo>
                  <a:lnTo>
                    <a:pt x="104699" y="207351"/>
                  </a:lnTo>
                  <a:lnTo>
                    <a:pt x="104753" y="207629"/>
                  </a:lnTo>
                  <a:lnTo>
                    <a:pt x="104806" y="207784"/>
                  </a:lnTo>
                  <a:lnTo>
                    <a:pt x="105036" y="208001"/>
                  </a:lnTo>
                  <a:lnTo>
                    <a:pt x="105101" y="208274"/>
                  </a:lnTo>
                  <a:lnTo>
                    <a:pt x="105269" y="208378"/>
                  </a:lnTo>
                  <a:lnTo>
                    <a:pt x="105532" y="208298"/>
                  </a:lnTo>
                  <a:lnTo>
                    <a:pt x="105747" y="208011"/>
                  </a:lnTo>
                  <a:lnTo>
                    <a:pt x="106018" y="207819"/>
                  </a:lnTo>
                  <a:lnTo>
                    <a:pt x="106167" y="207864"/>
                  </a:lnTo>
                  <a:lnTo>
                    <a:pt x="106306" y="207978"/>
                  </a:lnTo>
                  <a:lnTo>
                    <a:pt x="106541" y="207982"/>
                  </a:lnTo>
                  <a:lnTo>
                    <a:pt x="106431" y="207749"/>
                  </a:lnTo>
                  <a:lnTo>
                    <a:pt x="106946" y="207493"/>
                  </a:lnTo>
                  <a:lnTo>
                    <a:pt x="107294" y="207403"/>
                  </a:lnTo>
                  <a:lnTo>
                    <a:pt x="107303" y="207246"/>
                  </a:lnTo>
                  <a:lnTo>
                    <a:pt x="107176" y="207119"/>
                  </a:lnTo>
                  <a:lnTo>
                    <a:pt x="107329" y="207005"/>
                  </a:lnTo>
                  <a:lnTo>
                    <a:pt x="107581" y="206932"/>
                  </a:lnTo>
                  <a:lnTo>
                    <a:pt x="107734" y="206697"/>
                  </a:lnTo>
                  <a:lnTo>
                    <a:pt x="107358" y="206495"/>
                  </a:lnTo>
                  <a:lnTo>
                    <a:pt x="107833" y="206523"/>
                  </a:lnTo>
                  <a:lnTo>
                    <a:pt x="107993" y="206437"/>
                  </a:lnTo>
                  <a:lnTo>
                    <a:pt x="108197" y="206378"/>
                  </a:lnTo>
                  <a:lnTo>
                    <a:pt x="108115" y="206085"/>
                  </a:lnTo>
                  <a:lnTo>
                    <a:pt x="108214" y="205942"/>
                  </a:lnTo>
                  <a:lnTo>
                    <a:pt x="108224" y="205721"/>
                  </a:lnTo>
                  <a:lnTo>
                    <a:pt x="108476" y="205547"/>
                  </a:lnTo>
                  <a:lnTo>
                    <a:pt x="109018" y="205216"/>
                  </a:lnTo>
                  <a:lnTo>
                    <a:pt x="108873" y="205066"/>
                  </a:lnTo>
                  <a:lnTo>
                    <a:pt x="108998" y="204877"/>
                  </a:lnTo>
                  <a:lnTo>
                    <a:pt x="109282" y="204871"/>
                  </a:lnTo>
                  <a:lnTo>
                    <a:pt x="109824" y="205140"/>
                  </a:lnTo>
                  <a:lnTo>
                    <a:pt x="110220" y="205117"/>
                  </a:lnTo>
                  <a:lnTo>
                    <a:pt x="110672" y="205092"/>
                  </a:lnTo>
                  <a:lnTo>
                    <a:pt x="110462" y="204705"/>
                  </a:lnTo>
                  <a:lnTo>
                    <a:pt x="110168" y="203431"/>
                  </a:lnTo>
                  <a:lnTo>
                    <a:pt x="110141" y="202475"/>
                  </a:lnTo>
                  <a:lnTo>
                    <a:pt x="110149" y="201794"/>
                  </a:lnTo>
                  <a:lnTo>
                    <a:pt x="110563" y="201665"/>
                  </a:lnTo>
                  <a:lnTo>
                    <a:pt x="111044" y="201645"/>
                  </a:lnTo>
                  <a:lnTo>
                    <a:pt x="114122" y="201822"/>
                  </a:lnTo>
                  <a:lnTo>
                    <a:pt x="115208" y="203439"/>
                  </a:lnTo>
                  <a:lnTo>
                    <a:pt x="115503" y="203915"/>
                  </a:lnTo>
                  <a:lnTo>
                    <a:pt x="115802" y="204152"/>
                  </a:lnTo>
                  <a:lnTo>
                    <a:pt x="115899" y="204309"/>
                  </a:lnTo>
                  <a:lnTo>
                    <a:pt x="116353" y="204749"/>
                  </a:lnTo>
                  <a:lnTo>
                    <a:pt x="116492" y="204971"/>
                  </a:lnTo>
                  <a:lnTo>
                    <a:pt x="116590" y="205275"/>
                  </a:lnTo>
                  <a:lnTo>
                    <a:pt x="116554" y="205556"/>
                  </a:lnTo>
                  <a:lnTo>
                    <a:pt x="116620" y="205757"/>
                  </a:lnTo>
                  <a:lnTo>
                    <a:pt x="116677" y="206275"/>
                  </a:lnTo>
                  <a:lnTo>
                    <a:pt x="116730" y="206420"/>
                  </a:lnTo>
                  <a:lnTo>
                    <a:pt x="116846" y="206966"/>
                  </a:lnTo>
                  <a:lnTo>
                    <a:pt x="116823" y="207187"/>
                  </a:lnTo>
                  <a:lnTo>
                    <a:pt x="116892" y="207416"/>
                  </a:lnTo>
                  <a:lnTo>
                    <a:pt x="116772" y="207777"/>
                  </a:lnTo>
                  <a:lnTo>
                    <a:pt x="116841" y="208165"/>
                  </a:lnTo>
                  <a:lnTo>
                    <a:pt x="117090" y="208824"/>
                  </a:lnTo>
                  <a:lnTo>
                    <a:pt x="117342" y="208910"/>
                  </a:lnTo>
                  <a:lnTo>
                    <a:pt x="117573" y="208917"/>
                  </a:lnTo>
                  <a:lnTo>
                    <a:pt x="117790" y="208754"/>
                  </a:lnTo>
                  <a:lnTo>
                    <a:pt x="118204" y="208087"/>
                  </a:lnTo>
                  <a:lnTo>
                    <a:pt x="118279" y="207799"/>
                  </a:lnTo>
                  <a:lnTo>
                    <a:pt x="118638" y="207404"/>
                  </a:lnTo>
                  <a:lnTo>
                    <a:pt x="118803" y="207241"/>
                  </a:lnTo>
                  <a:lnTo>
                    <a:pt x="119001" y="207106"/>
                  </a:lnTo>
                  <a:lnTo>
                    <a:pt x="119202" y="206994"/>
                  </a:lnTo>
                  <a:lnTo>
                    <a:pt x="119517" y="206995"/>
                  </a:lnTo>
                  <a:lnTo>
                    <a:pt x="119639" y="207129"/>
                  </a:lnTo>
                  <a:lnTo>
                    <a:pt x="119887" y="207349"/>
                  </a:lnTo>
                  <a:lnTo>
                    <a:pt x="119865" y="207531"/>
                  </a:lnTo>
                  <a:lnTo>
                    <a:pt x="119881" y="207726"/>
                  </a:lnTo>
                  <a:lnTo>
                    <a:pt x="120048" y="207923"/>
                  </a:lnTo>
                  <a:lnTo>
                    <a:pt x="120654" y="208371"/>
                  </a:lnTo>
                  <a:lnTo>
                    <a:pt x="121695" y="209337"/>
                  </a:lnTo>
                  <a:lnTo>
                    <a:pt x="121880" y="209457"/>
                  </a:lnTo>
                  <a:lnTo>
                    <a:pt x="123448" y="209820"/>
                  </a:lnTo>
                  <a:lnTo>
                    <a:pt x="123517" y="210074"/>
                  </a:lnTo>
                  <a:lnTo>
                    <a:pt x="123654" y="210615"/>
                  </a:lnTo>
                  <a:lnTo>
                    <a:pt x="123695" y="210771"/>
                  </a:lnTo>
                  <a:lnTo>
                    <a:pt x="123759" y="211028"/>
                  </a:lnTo>
                  <a:lnTo>
                    <a:pt x="123741" y="211229"/>
                  </a:lnTo>
                  <a:lnTo>
                    <a:pt x="123853" y="211792"/>
                  </a:lnTo>
                  <a:lnTo>
                    <a:pt x="124172" y="211808"/>
                  </a:lnTo>
                  <a:lnTo>
                    <a:pt x="124523" y="211860"/>
                  </a:lnTo>
                  <a:lnTo>
                    <a:pt x="124438" y="212364"/>
                  </a:lnTo>
                  <a:lnTo>
                    <a:pt x="124691" y="212456"/>
                  </a:lnTo>
                  <a:lnTo>
                    <a:pt x="124712" y="212626"/>
                  </a:lnTo>
                  <a:lnTo>
                    <a:pt x="124814" y="213438"/>
                  </a:lnTo>
                  <a:lnTo>
                    <a:pt x="126437" y="213323"/>
                  </a:lnTo>
                  <a:lnTo>
                    <a:pt x="128148" y="213203"/>
                  </a:lnTo>
                  <a:lnTo>
                    <a:pt x="128130" y="212989"/>
                  </a:lnTo>
                  <a:lnTo>
                    <a:pt x="128389" y="212962"/>
                  </a:lnTo>
                  <a:lnTo>
                    <a:pt x="128442" y="212801"/>
                  </a:lnTo>
                  <a:lnTo>
                    <a:pt x="128364" y="212372"/>
                  </a:lnTo>
                  <a:lnTo>
                    <a:pt x="129047" y="212282"/>
                  </a:lnTo>
                  <a:lnTo>
                    <a:pt x="129005" y="212097"/>
                  </a:lnTo>
                  <a:lnTo>
                    <a:pt x="128683" y="211812"/>
                  </a:lnTo>
                  <a:lnTo>
                    <a:pt x="128579" y="211537"/>
                  </a:lnTo>
                  <a:lnTo>
                    <a:pt x="128927" y="211495"/>
                  </a:lnTo>
                  <a:lnTo>
                    <a:pt x="128968" y="211238"/>
                  </a:lnTo>
                  <a:lnTo>
                    <a:pt x="129495" y="210958"/>
                  </a:lnTo>
                  <a:lnTo>
                    <a:pt x="129700" y="210602"/>
                  </a:lnTo>
                  <a:lnTo>
                    <a:pt x="130530" y="209919"/>
                  </a:lnTo>
                  <a:lnTo>
                    <a:pt x="130407" y="209674"/>
                  </a:lnTo>
                  <a:lnTo>
                    <a:pt x="130414" y="209455"/>
                  </a:lnTo>
                  <a:lnTo>
                    <a:pt x="130196" y="209282"/>
                  </a:lnTo>
                  <a:lnTo>
                    <a:pt x="130141" y="209142"/>
                  </a:lnTo>
                  <a:lnTo>
                    <a:pt x="130085" y="208839"/>
                  </a:lnTo>
                  <a:lnTo>
                    <a:pt x="129853" y="208558"/>
                  </a:lnTo>
                  <a:lnTo>
                    <a:pt x="129742" y="208234"/>
                  </a:lnTo>
                  <a:lnTo>
                    <a:pt x="129537" y="208018"/>
                  </a:lnTo>
                  <a:lnTo>
                    <a:pt x="129564" y="207758"/>
                  </a:lnTo>
                  <a:lnTo>
                    <a:pt x="129316" y="207282"/>
                  </a:lnTo>
                  <a:lnTo>
                    <a:pt x="129043" y="206958"/>
                  </a:lnTo>
                  <a:lnTo>
                    <a:pt x="128671" y="206104"/>
                  </a:lnTo>
                  <a:lnTo>
                    <a:pt x="128888" y="205876"/>
                  </a:lnTo>
                  <a:lnTo>
                    <a:pt x="129297" y="205659"/>
                  </a:lnTo>
                  <a:lnTo>
                    <a:pt x="129459" y="205420"/>
                  </a:lnTo>
                  <a:lnTo>
                    <a:pt x="129608" y="205052"/>
                  </a:lnTo>
                  <a:lnTo>
                    <a:pt x="130915" y="205052"/>
                  </a:lnTo>
                  <a:lnTo>
                    <a:pt x="131699" y="203824"/>
                  </a:lnTo>
                  <a:lnTo>
                    <a:pt x="131756" y="203578"/>
                  </a:lnTo>
                  <a:lnTo>
                    <a:pt x="131886" y="203324"/>
                  </a:lnTo>
                  <a:lnTo>
                    <a:pt x="131873" y="203183"/>
                  </a:lnTo>
                  <a:lnTo>
                    <a:pt x="132179" y="202820"/>
                  </a:lnTo>
                  <a:lnTo>
                    <a:pt x="132177" y="202654"/>
                  </a:lnTo>
                  <a:lnTo>
                    <a:pt x="132143" y="202492"/>
                  </a:lnTo>
                  <a:lnTo>
                    <a:pt x="132144" y="202250"/>
                  </a:lnTo>
                  <a:lnTo>
                    <a:pt x="132235" y="202006"/>
                  </a:lnTo>
                  <a:lnTo>
                    <a:pt x="130565" y="193409"/>
                  </a:lnTo>
                  <a:lnTo>
                    <a:pt x="138326" y="192477"/>
                  </a:lnTo>
                  <a:lnTo>
                    <a:pt x="140687" y="192178"/>
                  </a:lnTo>
                  <a:lnTo>
                    <a:pt x="142509" y="191973"/>
                  </a:lnTo>
                  <a:lnTo>
                    <a:pt x="143649" y="190709"/>
                  </a:lnTo>
                  <a:lnTo>
                    <a:pt x="145650" y="190362"/>
                  </a:lnTo>
                  <a:lnTo>
                    <a:pt x="145308" y="188598"/>
                  </a:lnTo>
                  <a:lnTo>
                    <a:pt x="145209" y="188105"/>
                  </a:lnTo>
                  <a:lnTo>
                    <a:pt x="146384" y="187960"/>
                  </a:lnTo>
                  <a:lnTo>
                    <a:pt x="146427" y="187712"/>
                  </a:lnTo>
                  <a:lnTo>
                    <a:pt x="146417" y="186037"/>
                  </a:lnTo>
                  <a:lnTo>
                    <a:pt x="147181" y="185014"/>
                  </a:lnTo>
                  <a:lnTo>
                    <a:pt x="148178" y="184373"/>
                  </a:lnTo>
                  <a:lnTo>
                    <a:pt x="148351" y="184284"/>
                  </a:lnTo>
                  <a:lnTo>
                    <a:pt x="148596" y="184188"/>
                  </a:lnTo>
                  <a:lnTo>
                    <a:pt x="150426" y="183186"/>
                  </a:lnTo>
                  <a:lnTo>
                    <a:pt x="150752" y="182852"/>
                  </a:lnTo>
                  <a:lnTo>
                    <a:pt x="150912" y="182801"/>
                  </a:lnTo>
                  <a:lnTo>
                    <a:pt x="151484" y="182756"/>
                  </a:lnTo>
                  <a:lnTo>
                    <a:pt x="152090" y="182648"/>
                  </a:lnTo>
                  <a:lnTo>
                    <a:pt x="152349" y="183078"/>
                  </a:lnTo>
                  <a:lnTo>
                    <a:pt x="152523" y="183054"/>
                  </a:lnTo>
                  <a:lnTo>
                    <a:pt x="152827" y="183216"/>
                  </a:lnTo>
                  <a:lnTo>
                    <a:pt x="153030" y="183157"/>
                  </a:lnTo>
                  <a:lnTo>
                    <a:pt x="153179" y="183189"/>
                  </a:lnTo>
                  <a:lnTo>
                    <a:pt x="153561" y="183273"/>
                  </a:lnTo>
                  <a:lnTo>
                    <a:pt x="153477" y="183517"/>
                  </a:lnTo>
                  <a:lnTo>
                    <a:pt x="153612" y="183693"/>
                  </a:lnTo>
                  <a:lnTo>
                    <a:pt x="154002" y="183895"/>
                  </a:lnTo>
                  <a:lnTo>
                    <a:pt x="154385" y="183876"/>
                  </a:lnTo>
                  <a:lnTo>
                    <a:pt x="154653" y="184000"/>
                  </a:lnTo>
                  <a:lnTo>
                    <a:pt x="155063" y="183902"/>
                  </a:lnTo>
                  <a:lnTo>
                    <a:pt x="155235" y="183890"/>
                  </a:lnTo>
                  <a:lnTo>
                    <a:pt x="155517" y="183662"/>
                  </a:lnTo>
                  <a:lnTo>
                    <a:pt x="155808" y="183829"/>
                  </a:lnTo>
                  <a:lnTo>
                    <a:pt x="156109" y="183980"/>
                  </a:lnTo>
                  <a:lnTo>
                    <a:pt x="156243" y="184227"/>
                  </a:lnTo>
                  <a:lnTo>
                    <a:pt x="156650" y="184212"/>
                  </a:lnTo>
                  <a:lnTo>
                    <a:pt x="156899" y="184324"/>
                  </a:lnTo>
                  <a:lnTo>
                    <a:pt x="157013" y="184516"/>
                  </a:lnTo>
                  <a:lnTo>
                    <a:pt x="157178" y="185086"/>
                  </a:lnTo>
                  <a:lnTo>
                    <a:pt x="157670" y="185234"/>
                  </a:lnTo>
                  <a:lnTo>
                    <a:pt x="158016" y="185366"/>
                  </a:lnTo>
                  <a:lnTo>
                    <a:pt x="158409" y="185216"/>
                  </a:lnTo>
                  <a:lnTo>
                    <a:pt x="158485" y="185041"/>
                  </a:lnTo>
                  <a:lnTo>
                    <a:pt x="158625" y="185114"/>
                  </a:lnTo>
                  <a:lnTo>
                    <a:pt x="159075" y="184224"/>
                  </a:lnTo>
                  <a:lnTo>
                    <a:pt x="159261" y="184289"/>
                  </a:lnTo>
                  <a:lnTo>
                    <a:pt x="159488" y="184472"/>
                  </a:lnTo>
                  <a:lnTo>
                    <a:pt x="159643" y="184470"/>
                  </a:lnTo>
                  <a:lnTo>
                    <a:pt x="159811" y="184236"/>
                  </a:lnTo>
                  <a:lnTo>
                    <a:pt x="160270" y="184409"/>
                  </a:lnTo>
                  <a:lnTo>
                    <a:pt x="160547" y="184404"/>
                  </a:lnTo>
                  <a:lnTo>
                    <a:pt x="160739" y="184229"/>
                  </a:lnTo>
                  <a:lnTo>
                    <a:pt x="160981" y="184307"/>
                  </a:lnTo>
                  <a:lnTo>
                    <a:pt x="161218" y="184512"/>
                  </a:lnTo>
                  <a:lnTo>
                    <a:pt x="161443" y="184459"/>
                  </a:lnTo>
                  <a:lnTo>
                    <a:pt x="161694" y="184649"/>
                  </a:lnTo>
                  <a:lnTo>
                    <a:pt x="161779" y="184857"/>
                  </a:lnTo>
                  <a:lnTo>
                    <a:pt x="162147" y="184602"/>
                  </a:lnTo>
                  <a:lnTo>
                    <a:pt x="162402" y="184485"/>
                  </a:lnTo>
                  <a:lnTo>
                    <a:pt x="162742" y="184414"/>
                  </a:lnTo>
                  <a:lnTo>
                    <a:pt x="162956" y="184085"/>
                  </a:lnTo>
                  <a:lnTo>
                    <a:pt x="163096" y="184095"/>
                  </a:lnTo>
                  <a:lnTo>
                    <a:pt x="163012" y="183905"/>
                  </a:lnTo>
                  <a:lnTo>
                    <a:pt x="163301" y="183896"/>
                  </a:lnTo>
                  <a:lnTo>
                    <a:pt x="163360" y="183741"/>
                  </a:lnTo>
                  <a:lnTo>
                    <a:pt x="163716" y="183581"/>
                  </a:lnTo>
                  <a:lnTo>
                    <a:pt x="163982" y="183390"/>
                  </a:lnTo>
                  <a:lnTo>
                    <a:pt x="164437" y="183594"/>
                  </a:lnTo>
                  <a:lnTo>
                    <a:pt x="164691" y="183659"/>
                  </a:lnTo>
                  <a:lnTo>
                    <a:pt x="164940" y="183860"/>
                  </a:lnTo>
                  <a:lnTo>
                    <a:pt x="165138" y="183956"/>
                  </a:lnTo>
                  <a:lnTo>
                    <a:pt x="165273" y="183947"/>
                  </a:lnTo>
                  <a:lnTo>
                    <a:pt x="165336" y="184121"/>
                  </a:lnTo>
                  <a:lnTo>
                    <a:pt x="165510" y="184330"/>
                  </a:lnTo>
                  <a:lnTo>
                    <a:pt x="166602" y="184680"/>
                  </a:lnTo>
                  <a:lnTo>
                    <a:pt x="166980" y="184652"/>
                  </a:lnTo>
                  <a:lnTo>
                    <a:pt x="167097" y="185062"/>
                  </a:lnTo>
                  <a:lnTo>
                    <a:pt x="167536" y="184959"/>
                  </a:lnTo>
                  <a:lnTo>
                    <a:pt x="167813" y="184876"/>
                  </a:lnTo>
                  <a:lnTo>
                    <a:pt x="168293" y="184799"/>
                  </a:lnTo>
                  <a:lnTo>
                    <a:pt x="168703" y="184604"/>
                  </a:lnTo>
                  <a:lnTo>
                    <a:pt x="168633" y="184380"/>
                  </a:lnTo>
                  <a:lnTo>
                    <a:pt x="168993" y="183798"/>
                  </a:lnTo>
                  <a:lnTo>
                    <a:pt x="169392" y="183779"/>
                  </a:lnTo>
                  <a:lnTo>
                    <a:pt x="169708" y="183788"/>
                  </a:lnTo>
                  <a:lnTo>
                    <a:pt x="170236" y="183726"/>
                  </a:lnTo>
                  <a:lnTo>
                    <a:pt x="171410" y="183537"/>
                  </a:lnTo>
                  <a:lnTo>
                    <a:pt x="171632" y="183536"/>
                  </a:lnTo>
                  <a:lnTo>
                    <a:pt x="171868" y="183462"/>
                  </a:lnTo>
                  <a:lnTo>
                    <a:pt x="172310" y="183478"/>
                  </a:lnTo>
                  <a:lnTo>
                    <a:pt x="172802" y="183731"/>
                  </a:lnTo>
                  <a:lnTo>
                    <a:pt x="173014" y="183651"/>
                  </a:lnTo>
                  <a:lnTo>
                    <a:pt x="173530" y="183553"/>
                  </a:lnTo>
                  <a:lnTo>
                    <a:pt x="173734" y="183468"/>
                  </a:lnTo>
                  <a:lnTo>
                    <a:pt x="174191" y="183530"/>
                  </a:lnTo>
                  <a:lnTo>
                    <a:pt x="174396" y="183576"/>
                  </a:lnTo>
                  <a:lnTo>
                    <a:pt x="174671" y="183600"/>
                  </a:lnTo>
                  <a:lnTo>
                    <a:pt x="175229" y="183377"/>
                  </a:lnTo>
                  <a:lnTo>
                    <a:pt x="175589" y="183145"/>
                  </a:lnTo>
                  <a:lnTo>
                    <a:pt x="175979" y="183266"/>
                  </a:lnTo>
                  <a:lnTo>
                    <a:pt x="177681" y="182761"/>
                  </a:lnTo>
                  <a:lnTo>
                    <a:pt x="177914" y="182636"/>
                  </a:lnTo>
                  <a:lnTo>
                    <a:pt x="178047" y="182657"/>
                  </a:lnTo>
                  <a:lnTo>
                    <a:pt x="178240" y="182505"/>
                  </a:lnTo>
                  <a:lnTo>
                    <a:pt x="178459" y="182449"/>
                  </a:lnTo>
                  <a:lnTo>
                    <a:pt x="178449" y="182087"/>
                  </a:lnTo>
                  <a:lnTo>
                    <a:pt x="178814" y="182107"/>
                  </a:lnTo>
                  <a:lnTo>
                    <a:pt x="179421" y="182002"/>
                  </a:lnTo>
                  <a:lnTo>
                    <a:pt x="179580" y="181854"/>
                  </a:lnTo>
                  <a:lnTo>
                    <a:pt x="179698" y="181715"/>
                  </a:lnTo>
                  <a:lnTo>
                    <a:pt x="180619" y="181112"/>
                  </a:lnTo>
                  <a:lnTo>
                    <a:pt x="181067" y="181230"/>
                  </a:lnTo>
                  <a:lnTo>
                    <a:pt x="181506" y="181253"/>
                  </a:lnTo>
                  <a:lnTo>
                    <a:pt x="181839" y="181195"/>
                  </a:lnTo>
                  <a:lnTo>
                    <a:pt x="182028" y="181160"/>
                  </a:lnTo>
                  <a:lnTo>
                    <a:pt x="182263" y="181118"/>
                  </a:lnTo>
                  <a:lnTo>
                    <a:pt x="182520" y="181078"/>
                  </a:lnTo>
                  <a:lnTo>
                    <a:pt x="182742" y="181003"/>
                  </a:lnTo>
                  <a:lnTo>
                    <a:pt x="183171" y="181074"/>
                  </a:lnTo>
                  <a:lnTo>
                    <a:pt x="183413" y="181251"/>
                  </a:lnTo>
                  <a:close/>
                </a:path>
              </a:pathLst>
            </a:custGeom>
            <a:solidFill>
              <a:srgbClr val="F6EDE8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4572657" y="4773520"/>
              <a:ext cx="183157" cy="183757"/>
            </a:xfrm>
            <a:custGeom>
              <a:avLst/>
              <a:pathLst>
                <a:path w="183157" h="183757">
                  <a:moveTo>
                    <a:pt x="182879" y="182879"/>
                  </a:moveTo>
                  <a:lnTo>
                    <a:pt x="183157" y="183291"/>
                  </a:lnTo>
                  <a:lnTo>
                    <a:pt x="182542" y="183757"/>
                  </a:lnTo>
                  <a:lnTo>
                    <a:pt x="182314" y="183558"/>
                  </a:lnTo>
                  <a:lnTo>
                    <a:pt x="182263" y="183352"/>
                  </a:lnTo>
                  <a:lnTo>
                    <a:pt x="182345" y="182443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4572518" y="4771513"/>
              <a:ext cx="183072" cy="182889"/>
            </a:xfrm>
            <a:custGeom>
              <a:avLst/>
              <a:pathLst>
                <a:path w="183072" h="182889">
                  <a:moveTo>
                    <a:pt x="182879" y="182879"/>
                  </a:moveTo>
                  <a:lnTo>
                    <a:pt x="183072" y="182889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4540965" y="4762316"/>
              <a:ext cx="183338" cy="183095"/>
            </a:xfrm>
            <a:custGeom>
              <a:avLst/>
              <a:pathLst>
                <a:path w="183338" h="183095">
                  <a:moveTo>
                    <a:pt x="182879" y="182879"/>
                  </a:moveTo>
                  <a:lnTo>
                    <a:pt x="182539" y="183095"/>
                  </a:lnTo>
                  <a:lnTo>
                    <a:pt x="182723" y="182642"/>
                  </a:lnTo>
                  <a:lnTo>
                    <a:pt x="182971" y="182520"/>
                  </a:lnTo>
                  <a:lnTo>
                    <a:pt x="183102" y="182588"/>
                  </a:lnTo>
                  <a:lnTo>
                    <a:pt x="183277" y="182742"/>
                  </a:lnTo>
                  <a:lnTo>
                    <a:pt x="183338" y="182871"/>
                  </a:lnTo>
                  <a:lnTo>
                    <a:pt x="183308" y="183016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4543702" y="4761286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4600203" y="4757822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347" y="182696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4598984" y="4755699"/>
              <a:ext cx="183394" cy="186533"/>
            </a:xfrm>
            <a:custGeom>
              <a:avLst/>
              <a:pathLst>
                <a:path w="183394" h="186533">
                  <a:moveTo>
                    <a:pt x="182879" y="182879"/>
                  </a:moveTo>
                  <a:lnTo>
                    <a:pt x="182683" y="183242"/>
                  </a:lnTo>
                  <a:lnTo>
                    <a:pt x="182495" y="183458"/>
                  </a:lnTo>
                  <a:lnTo>
                    <a:pt x="182438" y="183626"/>
                  </a:lnTo>
                  <a:lnTo>
                    <a:pt x="182612" y="184258"/>
                  </a:lnTo>
                  <a:lnTo>
                    <a:pt x="182869" y="184622"/>
                  </a:lnTo>
                  <a:lnTo>
                    <a:pt x="182972" y="184886"/>
                  </a:lnTo>
                  <a:lnTo>
                    <a:pt x="182940" y="185535"/>
                  </a:lnTo>
                  <a:lnTo>
                    <a:pt x="182718" y="185481"/>
                  </a:lnTo>
                  <a:lnTo>
                    <a:pt x="182230" y="184924"/>
                  </a:lnTo>
                  <a:lnTo>
                    <a:pt x="182059" y="184863"/>
                  </a:lnTo>
                  <a:lnTo>
                    <a:pt x="180922" y="186327"/>
                  </a:lnTo>
                  <a:lnTo>
                    <a:pt x="180700" y="186508"/>
                  </a:lnTo>
                  <a:lnTo>
                    <a:pt x="180398" y="186533"/>
                  </a:lnTo>
                  <a:lnTo>
                    <a:pt x="180259" y="186466"/>
                  </a:lnTo>
                  <a:lnTo>
                    <a:pt x="180096" y="186165"/>
                  </a:lnTo>
                  <a:lnTo>
                    <a:pt x="179959" y="185984"/>
                  </a:lnTo>
                  <a:lnTo>
                    <a:pt x="179646" y="185704"/>
                  </a:lnTo>
                  <a:lnTo>
                    <a:pt x="179430" y="185634"/>
                  </a:lnTo>
                  <a:lnTo>
                    <a:pt x="179415" y="185472"/>
                  </a:lnTo>
                  <a:lnTo>
                    <a:pt x="179396" y="185089"/>
                  </a:lnTo>
                  <a:lnTo>
                    <a:pt x="180531" y="183939"/>
                  </a:lnTo>
                  <a:lnTo>
                    <a:pt x="180685" y="183897"/>
                  </a:lnTo>
                  <a:lnTo>
                    <a:pt x="180787" y="183731"/>
                  </a:lnTo>
                  <a:lnTo>
                    <a:pt x="180760" y="183371"/>
                  </a:lnTo>
                  <a:lnTo>
                    <a:pt x="181056" y="183402"/>
                  </a:lnTo>
                  <a:lnTo>
                    <a:pt x="181183" y="183413"/>
                  </a:lnTo>
                  <a:lnTo>
                    <a:pt x="181690" y="183394"/>
                  </a:lnTo>
                  <a:lnTo>
                    <a:pt x="182341" y="182979"/>
                  </a:lnTo>
                  <a:lnTo>
                    <a:pt x="182597" y="182923"/>
                  </a:lnTo>
                  <a:lnTo>
                    <a:pt x="183002" y="182767"/>
                  </a:lnTo>
                  <a:lnTo>
                    <a:pt x="183394" y="182567"/>
                  </a:lnTo>
                  <a:lnTo>
                    <a:pt x="183342" y="182876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4560384" y="4757125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61" y="182495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4555345" y="4756600"/>
              <a:ext cx="182879" cy="182892"/>
            </a:xfrm>
            <a:custGeom>
              <a:avLst/>
              <a:pathLst>
                <a:path w="182879" h="182892">
                  <a:moveTo>
                    <a:pt x="182879" y="182879"/>
                  </a:moveTo>
                  <a:lnTo>
                    <a:pt x="182701" y="182892"/>
                  </a:lnTo>
                  <a:lnTo>
                    <a:pt x="182529" y="182771"/>
                  </a:lnTo>
                  <a:lnTo>
                    <a:pt x="181884" y="182478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4556252" y="4756608"/>
              <a:ext cx="182932" cy="182879"/>
            </a:xfrm>
            <a:custGeom>
              <a:avLst/>
              <a:pathLst>
                <a:path w="182932" h="182879">
                  <a:moveTo>
                    <a:pt x="182879" y="182879"/>
                  </a:moveTo>
                  <a:lnTo>
                    <a:pt x="182767" y="182457"/>
                  </a:lnTo>
                  <a:lnTo>
                    <a:pt x="182932" y="182475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4594704" y="4756251"/>
              <a:ext cx="183105" cy="182879"/>
            </a:xfrm>
            <a:custGeom>
              <a:avLst/>
              <a:pathLst>
                <a:path w="183105" h="182879">
                  <a:moveTo>
                    <a:pt x="182879" y="182879"/>
                  </a:moveTo>
                  <a:lnTo>
                    <a:pt x="183105" y="182800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4601061" y="4755059"/>
              <a:ext cx="183257" cy="182907"/>
            </a:xfrm>
            <a:custGeom>
              <a:avLst/>
              <a:pathLst>
                <a:path w="183257" h="182907">
                  <a:moveTo>
                    <a:pt x="182879" y="182879"/>
                  </a:moveTo>
                  <a:lnTo>
                    <a:pt x="182161" y="182907"/>
                  </a:lnTo>
                  <a:lnTo>
                    <a:pt x="182030" y="182781"/>
                  </a:lnTo>
                  <a:lnTo>
                    <a:pt x="182837" y="182238"/>
                  </a:lnTo>
                  <a:lnTo>
                    <a:pt x="183157" y="182310"/>
                  </a:lnTo>
                  <a:lnTo>
                    <a:pt x="183257" y="182537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4606250" y="4754836"/>
              <a:ext cx="182995" cy="183170"/>
            </a:xfrm>
            <a:custGeom>
              <a:avLst/>
              <a:pathLst>
                <a:path w="182995" h="183170">
                  <a:moveTo>
                    <a:pt x="182879" y="182879"/>
                  </a:moveTo>
                  <a:lnTo>
                    <a:pt x="182738" y="182910"/>
                  </a:lnTo>
                  <a:lnTo>
                    <a:pt x="182604" y="182986"/>
                  </a:lnTo>
                  <a:lnTo>
                    <a:pt x="182431" y="183106"/>
                  </a:lnTo>
                  <a:lnTo>
                    <a:pt x="182062" y="183162"/>
                  </a:lnTo>
                  <a:lnTo>
                    <a:pt x="181781" y="183151"/>
                  </a:lnTo>
                  <a:lnTo>
                    <a:pt x="181475" y="183170"/>
                  </a:lnTo>
                  <a:lnTo>
                    <a:pt x="181090" y="183027"/>
                  </a:lnTo>
                  <a:lnTo>
                    <a:pt x="180740" y="182941"/>
                  </a:lnTo>
                  <a:lnTo>
                    <a:pt x="180593" y="182878"/>
                  </a:lnTo>
                  <a:lnTo>
                    <a:pt x="180345" y="182761"/>
                  </a:lnTo>
                  <a:lnTo>
                    <a:pt x="180800" y="182476"/>
                  </a:lnTo>
                  <a:lnTo>
                    <a:pt x="181340" y="182499"/>
                  </a:lnTo>
                  <a:lnTo>
                    <a:pt x="181693" y="182526"/>
                  </a:lnTo>
                  <a:lnTo>
                    <a:pt x="182469" y="182595"/>
                  </a:lnTo>
                  <a:lnTo>
                    <a:pt x="182995" y="182630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4602134" y="475336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77" y="182828"/>
                  </a:lnTo>
                  <a:lnTo>
                    <a:pt x="182109" y="182757"/>
                  </a:lnTo>
                  <a:lnTo>
                    <a:pt x="181967" y="182664"/>
                  </a:lnTo>
                  <a:lnTo>
                    <a:pt x="181559" y="182445"/>
                  </a:lnTo>
                  <a:lnTo>
                    <a:pt x="181342" y="182233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4594611" y="4752611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88" y="182859"/>
                  </a:lnTo>
                  <a:lnTo>
                    <a:pt x="182165" y="182361"/>
                  </a:lnTo>
                  <a:lnTo>
                    <a:pt x="182431" y="182425"/>
                  </a:lnTo>
                  <a:lnTo>
                    <a:pt x="182590" y="182483"/>
                  </a:lnTo>
                  <a:lnTo>
                    <a:pt x="182826" y="182560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4597105" y="4748770"/>
              <a:ext cx="182879" cy="183716"/>
            </a:xfrm>
            <a:custGeom>
              <a:avLst/>
              <a:pathLst>
                <a:path w="182879" h="183716">
                  <a:moveTo>
                    <a:pt x="182879" y="182879"/>
                  </a:moveTo>
                  <a:lnTo>
                    <a:pt x="182415" y="183465"/>
                  </a:lnTo>
                  <a:lnTo>
                    <a:pt x="182239" y="183419"/>
                  </a:lnTo>
                  <a:lnTo>
                    <a:pt x="181925" y="183444"/>
                  </a:lnTo>
                  <a:lnTo>
                    <a:pt x="181876" y="183716"/>
                  </a:lnTo>
                  <a:lnTo>
                    <a:pt x="181375" y="183649"/>
                  </a:lnTo>
                  <a:lnTo>
                    <a:pt x="181463" y="183148"/>
                  </a:lnTo>
                  <a:lnTo>
                    <a:pt x="181486" y="183020"/>
                  </a:lnTo>
                  <a:lnTo>
                    <a:pt x="182007" y="182851"/>
                  </a:lnTo>
                  <a:lnTo>
                    <a:pt x="182177" y="182786"/>
                  </a:lnTo>
                  <a:lnTo>
                    <a:pt x="182647" y="182773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4515121" y="4691775"/>
              <a:ext cx="182905" cy="183247"/>
            </a:xfrm>
            <a:custGeom>
              <a:avLst/>
              <a:pathLst>
                <a:path w="182905" h="183247">
                  <a:moveTo>
                    <a:pt x="182879" y="182879"/>
                  </a:moveTo>
                  <a:lnTo>
                    <a:pt x="182905" y="183058"/>
                  </a:lnTo>
                  <a:lnTo>
                    <a:pt x="182782" y="183247"/>
                  </a:lnTo>
                  <a:lnTo>
                    <a:pt x="182558" y="183132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4524608" y="4687137"/>
              <a:ext cx="183357" cy="183643"/>
            </a:xfrm>
            <a:custGeom>
              <a:avLst/>
              <a:pathLst>
                <a:path w="183357" h="183643">
                  <a:moveTo>
                    <a:pt x="182879" y="182879"/>
                  </a:moveTo>
                  <a:lnTo>
                    <a:pt x="182288" y="182810"/>
                  </a:lnTo>
                  <a:lnTo>
                    <a:pt x="181723" y="182855"/>
                  </a:lnTo>
                  <a:lnTo>
                    <a:pt x="181483" y="183241"/>
                  </a:lnTo>
                  <a:lnTo>
                    <a:pt x="181129" y="183643"/>
                  </a:lnTo>
                  <a:lnTo>
                    <a:pt x="180836" y="183498"/>
                  </a:lnTo>
                  <a:lnTo>
                    <a:pt x="180679" y="183249"/>
                  </a:lnTo>
                  <a:lnTo>
                    <a:pt x="180699" y="182888"/>
                  </a:lnTo>
                  <a:lnTo>
                    <a:pt x="181089" y="182356"/>
                  </a:lnTo>
                  <a:lnTo>
                    <a:pt x="181769" y="182068"/>
                  </a:lnTo>
                  <a:lnTo>
                    <a:pt x="181876" y="181719"/>
                  </a:lnTo>
                  <a:lnTo>
                    <a:pt x="182064" y="181661"/>
                  </a:lnTo>
                  <a:lnTo>
                    <a:pt x="182256" y="181603"/>
                  </a:lnTo>
                  <a:lnTo>
                    <a:pt x="182498" y="181466"/>
                  </a:lnTo>
                  <a:lnTo>
                    <a:pt x="182882" y="181408"/>
                  </a:lnTo>
                  <a:lnTo>
                    <a:pt x="183247" y="181525"/>
                  </a:lnTo>
                  <a:lnTo>
                    <a:pt x="183287" y="181788"/>
                  </a:lnTo>
                  <a:lnTo>
                    <a:pt x="183357" y="182632"/>
                  </a:lnTo>
                  <a:lnTo>
                    <a:pt x="183142" y="182804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4613859" y="4526739"/>
              <a:ext cx="328910" cy="438193"/>
            </a:xfrm>
            <a:custGeom>
              <a:avLst/>
              <a:pathLst>
                <a:path w="328910" h="438193">
                  <a:moveTo>
                    <a:pt x="236274" y="182879"/>
                  </a:moveTo>
                  <a:lnTo>
                    <a:pt x="236421" y="182975"/>
                  </a:lnTo>
                  <a:lnTo>
                    <a:pt x="236552" y="183057"/>
                  </a:lnTo>
                  <a:lnTo>
                    <a:pt x="236985" y="183068"/>
                  </a:lnTo>
                  <a:lnTo>
                    <a:pt x="237302" y="183305"/>
                  </a:lnTo>
                  <a:lnTo>
                    <a:pt x="237477" y="183729"/>
                  </a:lnTo>
                  <a:lnTo>
                    <a:pt x="237989" y="184085"/>
                  </a:lnTo>
                  <a:lnTo>
                    <a:pt x="237753" y="184348"/>
                  </a:lnTo>
                  <a:lnTo>
                    <a:pt x="237251" y="184834"/>
                  </a:lnTo>
                  <a:lnTo>
                    <a:pt x="237133" y="185154"/>
                  </a:lnTo>
                  <a:lnTo>
                    <a:pt x="237154" y="185407"/>
                  </a:lnTo>
                  <a:lnTo>
                    <a:pt x="237140" y="185625"/>
                  </a:lnTo>
                  <a:lnTo>
                    <a:pt x="237068" y="185913"/>
                  </a:lnTo>
                  <a:lnTo>
                    <a:pt x="237046" y="186053"/>
                  </a:lnTo>
                  <a:lnTo>
                    <a:pt x="237066" y="186290"/>
                  </a:lnTo>
                  <a:lnTo>
                    <a:pt x="237345" y="186588"/>
                  </a:lnTo>
                  <a:lnTo>
                    <a:pt x="237486" y="186641"/>
                  </a:lnTo>
                  <a:lnTo>
                    <a:pt x="237758" y="187078"/>
                  </a:lnTo>
                  <a:lnTo>
                    <a:pt x="238828" y="187386"/>
                  </a:lnTo>
                  <a:lnTo>
                    <a:pt x="239013" y="187385"/>
                  </a:lnTo>
                  <a:lnTo>
                    <a:pt x="239160" y="187677"/>
                  </a:lnTo>
                  <a:lnTo>
                    <a:pt x="239422" y="187941"/>
                  </a:lnTo>
                  <a:lnTo>
                    <a:pt x="239363" y="188219"/>
                  </a:lnTo>
                  <a:lnTo>
                    <a:pt x="239314" y="188454"/>
                  </a:lnTo>
                  <a:lnTo>
                    <a:pt x="239307" y="188965"/>
                  </a:lnTo>
                  <a:lnTo>
                    <a:pt x="239675" y="189029"/>
                  </a:lnTo>
                  <a:lnTo>
                    <a:pt x="239879" y="189061"/>
                  </a:lnTo>
                  <a:lnTo>
                    <a:pt x="240569" y="188977"/>
                  </a:lnTo>
                  <a:lnTo>
                    <a:pt x="240948" y="189256"/>
                  </a:lnTo>
                  <a:lnTo>
                    <a:pt x="241441" y="189461"/>
                  </a:lnTo>
                  <a:lnTo>
                    <a:pt x="241725" y="189593"/>
                  </a:lnTo>
                  <a:lnTo>
                    <a:pt x="242383" y="190210"/>
                  </a:lnTo>
                  <a:lnTo>
                    <a:pt x="242807" y="190610"/>
                  </a:lnTo>
                  <a:lnTo>
                    <a:pt x="242998" y="190831"/>
                  </a:lnTo>
                  <a:lnTo>
                    <a:pt x="243281" y="191156"/>
                  </a:lnTo>
                  <a:lnTo>
                    <a:pt x="243764" y="191754"/>
                  </a:lnTo>
                  <a:lnTo>
                    <a:pt x="244070" y="191959"/>
                  </a:lnTo>
                  <a:lnTo>
                    <a:pt x="245167" y="192871"/>
                  </a:lnTo>
                  <a:lnTo>
                    <a:pt x="245665" y="193212"/>
                  </a:lnTo>
                  <a:lnTo>
                    <a:pt x="246433" y="192791"/>
                  </a:lnTo>
                  <a:lnTo>
                    <a:pt x="246949" y="192666"/>
                  </a:lnTo>
                  <a:lnTo>
                    <a:pt x="247443" y="192601"/>
                  </a:lnTo>
                  <a:lnTo>
                    <a:pt x="247680" y="192610"/>
                  </a:lnTo>
                  <a:lnTo>
                    <a:pt x="248078" y="192587"/>
                  </a:lnTo>
                  <a:lnTo>
                    <a:pt x="248513" y="192580"/>
                  </a:lnTo>
                  <a:lnTo>
                    <a:pt x="248870" y="192507"/>
                  </a:lnTo>
                  <a:lnTo>
                    <a:pt x="248931" y="192865"/>
                  </a:lnTo>
                  <a:lnTo>
                    <a:pt x="248739" y="193219"/>
                  </a:lnTo>
                  <a:lnTo>
                    <a:pt x="249054" y="193154"/>
                  </a:lnTo>
                  <a:lnTo>
                    <a:pt x="249210" y="193229"/>
                  </a:lnTo>
                  <a:lnTo>
                    <a:pt x="249625" y="193427"/>
                  </a:lnTo>
                  <a:lnTo>
                    <a:pt x="249500" y="194378"/>
                  </a:lnTo>
                  <a:lnTo>
                    <a:pt x="249485" y="194612"/>
                  </a:lnTo>
                  <a:lnTo>
                    <a:pt x="249501" y="195033"/>
                  </a:lnTo>
                  <a:lnTo>
                    <a:pt x="249704" y="195010"/>
                  </a:lnTo>
                  <a:lnTo>
                    <a:pt x="249950" y="194984"/>
                  </a:lnTo>
                  <a:lnTo>
                    <a:pt x="250324" y="194810"/>
                  </a:lnTo>
                  <a:lnTo>
                    <a:pt x="250459" y="194651"/>
                  </a:lnTo>
                  <a:lnTo>
                    <a:pt x="250731" y="194719"/>
                  </a:lnTo>
                  <a:lnTo>
                    <a:pt x="251117" y="194816"/>
                  </a:lnTo>
                  <a:lnTo>
                    <a:pt x="251255" y="194850"/>
                  </a:lnTo>
                  <a:lnTo>
                    <a:pt x="251448" y="194898"/>
                  </a:lnTo>
                  <a:lnTo>
                    <a:pt x="251531" y="195086"/>
                  </a:lnTo>
                  <a:lnTo>
                    <a:pt x="252059" y="195200"/>
                  </a:lnTo>
                  <a:lnTo>
                    <a:pt x="252556" y="195301"/>
                  </a:lnTo>
                  <a:lnTo>
                    <a:pt x="252816" y="195219"/>
                  </a:lnTo>
                  <a:lnTo>
                    <a:pt x="253123" y="195121"/>
                  </a:lnTo>
                  <a:lnTo>
                    <a:pt x="253294" y="195067"/>
                  </a:lnTo>
                  <a:lnTo>
                    <a:pt x="253428" y="195024"/>
                  </a:lnTo>
                  <a:lnTo>
                    <a:pt x="253824" y="194742"/>
                  </a:lnTo>
                  <a:lnTo>
                    <a:pt x="254364" y="195102"/>
                  </a:lnTo>
                  <a:lnTo>
                    <a:pt x="254617" y="195365"/>
                  </a:lnTo>
                  <a:lnTo>
                    <a:pt x="254941" y="195688"/>
                  </a:lnTo>
                  <a:lnTo>
                    <a:pt x="256081" y="195850"/>
                  </a:lnTo>
                  <a:lnTo>
                    <a:pt x="256943" y="195831"/>
                  </a:lnTo>
                  <a:lnTo>
                    <a:pt x="257172" y="195865"/>
                  </a:lnTo>
                  <a:lnTo>
                    <a:pt x="257435" y="196374"/>
                  </a:lnTo>
                  <a:lnTo>
                    <a:pt x="257373" y="196696"/>
                  </a:lnTo>
                  <a:lnTo>
                    <a:pt x="257547" y="197242"/>
                  </a:lnTo>
                  <a:lnTo>
                    <a:pt x="257377" y="197463"/>
                  </a:lnTo>
                  <a:lnTo>
                    <a:pt x="257329" y="197662"/>
                  </a:lnTo>
                  <a:lnTo>
                    <a:pt x="257368" y="197958"/>
                  </a:lnTo>
                  <a:lnTo>
                    <a:pt x="257217" y="198777"/>
                  </a:lnTo>
                  <a:lnTo>
                    <a:pt x="257352" y="198935"/>
                  </a:lnTo>
                  <a:lnTo>
                    <a:pt x="257431" y="199233"/>
                  </a:lnTo>
                  <a:lnTo>
                    <a:pt x="257539" y="199402"/>
                  </a:lnTo>
                  <a:lnTo>
                    <a:pt x="258040" y="199641"/>
                  </a:lnTo>
                  <a:lnTo>
                    <a:pt x="258311" y="199800"/>
                  </a:lnTo>
                  <a:lnTo>
                    <a:pt x="258976" y="200172"/>
                  </a:lnTo>
                  <a:lnTo>
                    <a:pt x="259148" y="200278"/>
                  </a:lnTo>
                  <a:lnTo>
                    <a:pt x="259670" y="200643"/>
                  </a:lnTo>
                  <a:lnTo>
                    <a:pt x="259872" y="200975"/>
                  </a:lnTo>
                  <a:lnTo>
                    <a:pt x="259974" y="201118"/>
                  </a:lnTo>
                  <a:lnTo>
                    <a:pt x="260255" y="201439"/>
                  </a:lnTo>
                  <a:lnTo>
                    <a:pt x="260867" y="201639"/>
                  </a:lnTo>
                  <a:lnTo>
                    <a:pt x="261164" y="201703"/>
                  </a:lnTo>
                  <a:lnTo>
                    <a:pt x="261608" y="202044"/>
                  </a:lnTo>
                  <a:lnTo>
                    <a:pt x="261852" y="202301"/>
                  </a:lnTo>
                  <a:lnTo>
                    <a:pt x="262962" y="203416"/>
                  </a:lnTo>
                  <a:lnTo>
                    <a:pt x="263502" y="203684"/>
                  </a:lnTo>
                  <a:lnTo>
                    <a:pt x="263986" y="203930"/>
                  </a:lnTo>
                  <a:lnTo>
                    <a:pt x="264240" y="204241"/>
                  </a:lnTo>
                  <a:lnTo>
                    <a:pt x="263990" y="204511"/>
                  </a:lnTo>
                  <a:lnTo>
                    <a:pt x="263780" y="204727"/>
                  </a:lnTo>
                  <a:lnTo>
                    <a:pt x="262987" y="205542"/>
                  </a:lnTo>
                  <a:lnTo>
                    <a:pt x="262427" y="206102"/>
                  </a:lnTo>
                  <a:lnTo>
                    <a:pt x="262035" y="206494"/>
                  </a:lnTo>
                  <a:lnTo>
                    <a:pt x="261412" y="207085"/>
                  </a:lnTo>
                  <a:lnTo>
                    <a:pt x="261010" y="207410"/>
                  </a:lnTo>
                  <a:lnTo>
                    <a:pt x="260339" y="207959"/>
                  </a:lnTo>
                  <a:lnTo>
                    <a:pt x="260071" y="208204"/>
                  </a:lnTo>
                  <a:lnTo>
                    <a:pt x="259901" y="208502"/>
                  </a:lnTo>
                  <a:lnTo>
                    <a:pt x="260266" y="208759"/>
                  </a:lnTo>
                  <a:lnTo>
                    <a:pt x="260518" y="208923"/>
                  </a:lnTo>
                  <a:lnTo>
                    <a:pt x="260683" y="209115"/>
                  </a:lnTo>
                  <a:lnTo>
                    <a:pt x="260960" y="209440"/>
                  </a:lnTo>
                  <a:lnTo>
                    <a:pt x="261643" y="209793"/>
                  </a:lnTo>
                  <a:lnTo>
                    <a:pt x="262171" y="209913"/>
                  </a:lnTo>
                  <a:lnTo>
                    <a:pt x="262433" y="209953"/>
                  </a:lnTo>
                  <a:lnTo>
                    <a:pt x="262940" y="209923"/>
                  </a:lnTo>
                  <a:lnTo>
                    <a:pt x="263347" y="209759"/>
                  </a:lnTo>
                  <a:lnTo>
                    <a:pt x="263829" y="209622"/>
                  </a:lnTo>
                  <a:lnTo>
                    <a:pt x="264115" y="209671"/>
                  </a:lnTo>
                  <a:lnTo>
                    <a:pt x="264216" y="209846"/>
                  </a:lnTo>
                  <a:lnTo>
                    <a:pt x="264586" y="210159"/>
                  </a:lnTo>
                  <a:lnTo>
                    <a:pt x="264943" y="210765"/>
                  </a:lnTo>
                  <a:lnTo>
                    <a:pt x="264923" y="210973"/>
                  </a:lnTo>
                  <a:lnTo>
                    <a:pt x="264976" y="211163"/>
                  </a:lnTo>
                  <a:lnTo>
                    <a:pt x="264045" y="212130"/>
                  </a:lnTo>
                  <a:lnTo>
                    <a:pt x="263637" y="212524"/>
                  </a:lnTo>
                  <a:lnTo>
                    <a:pt x="263381" y="212528"/>
                  </a:lnTo>
                  <a:lnTo>
                    <a:pt x="262892" y="212904"/>
                  </a:lnTo>
                  <a:lnTo>
                    <a:pt x="262516" y="213103"/>
                  </a:lnTo>
                  <a:lnTo>
                    <a:pt x="262367" y="213096"/>
                  </a:lnTo>
                  <a:lnTo>
                    <a:pt x="262081" y="213050"/>
                  </a:lnTo>
                  <a:lnTo>
                    <a:pt x="261756" y="213335"/>
                  </a:lnTo>
                  <a:lnTo>
                    <a:pt x="261529" y="213513"/>
                  </a:lnTo>
                  <a:lnTo>
                    <a:pt x="261522" y="213716"/>
                  </a:lnTo>
                  <a:lnTo>
                    <a:pt x="261511" y="214232"/>
                  </a:lnTo>
                  <a:lnTo>
                    <a:pt x="261704" y="214728"/>
                  </a:lnTo>
                  <a:lnTo>
                    <a:pt x="262165" y="214736"/>
                  </a:lnTo>
                  <a:lnTo>
                    <a:pt x="262403" y="214707"/>
                  </a:lnTo>
                  <a:lnTo>
                    <a:pt x="263001" y="214765"/>
                  </a:lnTo>
                  <a:lnTo>
                    <a:pt x="263154" y="214837"/>
                  </a:lnTo>
                  <a:lnTo>
                    <a:pt x="263359" y="214819"/>
                  </a:lnTo>
                  <a:lnTo>
                    <a:pt x="263728" y="214809"/>
                  </a:lnTo>
                  <a:lnTo>
                    <a:pt x="263999" y="214892"/>
                  </a:lnTo>
                  <a:lnTo>
                    <a:pt x="264706" y="214738"/>
                  </a:lnTo>
                  <a:lnTo>
                    <a:pt x="264955" y="214992"/>
                  </a:lnTo>
                  <a:lnTo>
                    <a:pt x="264935" y="215144"/>
                  </a:lnTo>
                  <a:lnTo>
                    <a:pt x="265012" y="215501"/>
                  </a:lnTo>
                  <a:lnTo>
                    <a:pt x="265229" y="215574"/>
                  </a:lnTo>
                  <a:lnTo>
                    <a:pt x="265381" y="215957"/>
                  </a:lnTo>
                  <a:lnTo>
                    <a:pt x="265479" y="216095"/>
                  </a:lnTo>
                  <a:lnTo>
                    <a:pt x="265541" y="216696"/>
                  </a:lnTo>
                  <a:lnTo>
                    <a:pt x="265489" y="217394"/>
                  </a:lnTo>
                  <a:lnTo>
                    <a:pt x="265638" y="217805"/>
                  </a:lnTo>
                  <a:lnTo>
                    <a:pt x="265881" y="217812"/>
                  </a:lnTo>
                  <a:lnTo>
                    <a:pt x="266467" y="217565"/>
                  </a:lnTo>
                  <a:lnTo>
                    <a:pt x="266334" y="217183"/>
                  </a:lnTo>
                  <a:lnTo>
                    <a:pt x="266196" y="216832"/>
                  </a:lnTo>
                  <a:lnTo>
                    <a:pt x="266216" y="216666"/>
                  </a:lnTo>
                  <a:lnTo>
                    <a:pt x="266233" y="216528"/>
                  </a:lnTo>
                  <a:lnTo>
                    <a:pt x="266782" y="216073"/>
                  </a:lnTo>
                  <a:lnTo>
                    <a:pt x="267035" y="215869"/>
                  </a:lnTo>
                  <a:lnTo>
                    <a:pt x="267241" y="215774"/>
                  </a:lnTo>
                  <a:lnTo>
                    <a:pt x="267412" y="215695"/>
                  </a:lnTo>
                  <a:lnTo>
                    <a:pt x="267838" y="215567"/>
                  </a:lnTo>
                  <a:lnTo>
                    <a:pt x="268244" y="215223"/>
                  </a:lnTo>
                  <a:lnTo>
                    <a:pt x="268576" y="215185"/>
                  </a:lnTo>
                  <a:lnTo>
                    <a:pt x="269007" y="215260"/>
                  </a:lnTo>
                  <a:lnTo>
                    <a:pt x="269625" y="215433"/>
                  </a:lnTo>
                  <a:lnTo>
                    <a:pt x="269684" y="215256"/>
                  </a:lnTo>
                  <a:lnTo>
                    <a:pt x="269779" y="214706"/>
                  </a:lnTo>
                  <a:lnTo>
                    <a:pt x="269904" y="214396"/>
                  </a:lnTo>
                  <a:lnTo>
                    <a:pt x="270463" y="214215"/>
                  </a:lnTo>
                  <a:lnTo>
                    <a:pt x="270772" y="214125"/>
                  </a:lnTo>
                  <a:lnTo>
                    <a:pt x="271012" y="213944"/>
                  </a:lnTo>
                  <a:lnTo>
                    <a:pt x="271196" y="213806"/>
                  </a:lnTo>
                  <a:lnTo>
                    <a:pt x="271359" y="213631"/>
                  </a:lnTo>
                  <a:lnTo>
                    <a:pt x="271522" y="213560"/>
                  </a:lnTo>
                  <a:lnTo>
                    <a:pt x="271886" y="213309"/>
                  </a:lnTo>
                  <a:lnTo>
                    <a:pt x="271985" y="213176"/>
                  </a:lnTo>
                  <a:lnTo>
                    <a:pt x="272109" y="213018"/>
                  </a:lnTo>
                  <a:lnTo>
                    <a:pt x="272684" y="211847"/>
                  </a:lnTo>
                  <a:lnTo>
                    <a:pt x="273521" y="211283"/>
                  </a:lnTo>
                  <a:lnTo>
                    <a:pt x="273623" y="211045"/>
                  </a:lnTo>
                  <a:lnTo>
                    <a:pt x="274029" y="211003"/>
                  </a:lnTo>
                  <a:lnTo>
                    <a:pt x="274090" y="209971"/>
                  </a:lnTo>
                  <a:lnTo>
                    <a:pt x="274220" y="209730"/>
                  </a:lnTo>
                  <a:lnTo>
                    <a:pt x="275442" y="209501"/>
                  </a:lnTo>
                  <a:lnTo>
                    <a:pt x="275926" y="208492"/>
                  </a:lnTo>
                  <a:lnTo>
                    <a:pt x="276164" y="207936"/>
                  </a:lnTo>
                  <a:lnTo>
                    <a:pt x="276131" y="207399"/>
                  </a:lnTo>
                  <a:lnTo>
                    <a:pt x="276098" y="207196"/>
                  </a:lnTo>
                  <a:lnTo>
                    <a:pt x="276080" y="207034"/>
                  </a:lnTo>
                  <a:lnTo>
                    <a:pt x="276062" y="206861"/>
                  </a:lnTo>
                  <a:lnTo>
                    <a:pt x="276069" y="206624"/>
                  </a:lnTo>
                  <a:lnTo>
                    <a:pt x="276309" y="206103"/>
                  </a:lnTo>
                  <a:lnTo>
                    <a:pt x="276582" y="205604"/>
                  </a:lnTo>
                  <a:lnTo>
                    <a:pt x="276923" y="205295"/>
                  </a:lnTo>
                  <a:lnTo>
                    <a:pt x="277614" y="204824"/>
                  </a:lnTo>
                  <a:lnTo>
                    <a:pt x="278180" y="204543"/>
                  </a:lnTo>
                  <a:lnTo>
                    <a:pt x="279338" y="204627"/>
                  </a:lnTo>
                  <a:lnTo>
                    <a:pt x="279580" y="204558"/>
                  </a:lnTo>
                  <a:lnTo>
                    <a:pt x="279869" y="204239"/>
                  </a:lnTo>
                  <a:lnTo>
                    <a:pt x="279887" y="203920"/>
                  </a:lnTo>
                  <a:lnTo>
                    <a:pt x="280118" y="203577"/>
                  </a:lnTo>
                  <a:lnTo>
                    <a:pt x="280465" y="203331"/>
                  </a:lnTo>
                  <a:lnTo>
                    <a:pt x="280971" y="203005"/>
                  </a:lnTo>
                  <a:lnTo>
                    <a:pt x="281339" y="201985"/>
                  </a:lnTo>
                  <a:lnTo>
                    <a:pt x="281639" y="201846"/>
                  </a:lnTo>
                  <a:lnTo>
                    <a:pt x="282492" y="201994"/>
                  </a:lnTo>
                  <a:lnTo>
                    <a:pt x="283724" y="201537"/>
                  </a:lnTo>
                  <a:lnTo>
                    <a:pt x="283983" y="201492"/>
                  </a:lnTo>
                  <a:lnTo>
                    <a:pt x="284227" y="201630"/>
                  </a:lnTo>
                  <a:lnTo>
                    <a:pt x="284728" y="201914"/>
                  </a:lnTo>
                  <a:lnTo>
                    <a:pt x="284952" y="201830"/>
                  </a:lnTo>
                  <a:lnTo>
                    <a:pt x="285086" y="201774"/>
                  </a:lnTo>
                  <a:lnTo>
                    <a:pt x="285309" y="201637"/>
                  </a:lnTo>
                  <a:lnTo>
                    <a:pt x="285923" y="201091"/>
                  </a:lnTo>
                  <a:lnTo>
                    <a:pt x="286332" y="201283"/>
                  </a:lnTo>
                  <a:lnTo>
                    <a:pt x="286405" y="201497"/>
                  </a:lnTo>
                  <a:lnTo>
                    <a:pt x="286485" y="201730"/>
                  </a:lnTo>
                  <a:lnTo>
                    <a:pt x="286498" y="201919"/>
                  </a:lnTo>
                  <a:lnTo>
                    <a:pt x="286139" y="202429"/>
                  </a:lnTo>
                  <a:lnTo>
                    <a:pt x="286035" y="202769"/>
                  </a:lnTo>
                  <a:lnTo>
                    <a:pt x="285993" y="202979"/>
                  </a:lnTo>
                  <a:lnTo>
                    <a:pt x="285996" y="203273"/>
                  </a:lnTo>
                  <a:lnTo>
                    <a:pt x="286061" y="203539"/>
                  </a:lnTo>
                  <a:lnTo>
                    <a:pt x="286120" y="203778"/>
                  </a:lnTo>
                  <a:lnTo>
                    <a:pt x="286330" y="204160"/>
                  </a:lnTo>
                  <a:lnTo>
                    <a:pt x="286293" y="204301"/>
                  </a:lnTo>
                  <a:lnTo>
                    <a:pt x="286206" y="204465"/>
                  </a:lnTo>
                  <a:lnTo>
                    <a:pt x="285717" y="204747"/>
                  </a:lnTo>
                  <a:lnTo>
                    <a:pt x="285422" y="205023"/>
                  </a:lnTo>
                  <a:lnTo>
                    <a:pt x="284779" y="205516"/>
                  </a:lnTo>
                  <a:lnTo>
                    <a:pt x="284759" y="205737"/>
                  </a:lnTo>
                  <a:lnTo>
                    <a:pt x="284734" y="206004"/>
                  </a:lnTo>
                  <a:lnTo>
                    <a:pt x="284689" y="206139"/>
                  </a:lnTo>
                  <a:lnTo>
                    <a:pt x="284560" y="206377"/>
                  </a:lnTo>
                  <a:lnTo>
                    <a:pt x="283899" y="206575"/>
                  </a:lnTo>
                  <a:lnTo>
                    <a:pt x="283918" y="206894"/>
                  </a:lnTo>
                  <a:lnTo>
                    <a:pt x="284221" y="207153"/>
                  </a:lnTo>
                  <a:lnTo>
                    <a:pt x="284655" y="207566"/>
                  </a:lnTo>
                  <a:lnTo>
                    <a:pt x="284748" y="207826"/>
                  </a:lnTo>
                  <a:lnTo>
                    <a:pt x="284858" y="208135"/>
                  </a:lnTo>
                  <a:lnTo>
                    <a:pt x="284765" y="208427"/>
                  </a:lnTo>
                  <a:lnTo>
                    <a:pt x="284938" y="208824"/>
                  </a:lnTo>
                  <a:lnTo>
                    <a:pt x="285308" y="209149"/>
                  </a:lnTo>
                  <a:lnTo>
                    <a:pt x="285189" y="209401"/>
                  </a:lnTo>
                  <a:lnTo>
                    <a:pt x="285200" y="209638"/>
                  </a:lnTo>
                  <a:lnTo>
                    <a:pt x="285226" y="209780"/>
                  </a:lnTo>
                  <a:lnTo>
                    <a:pt x="285323" y="210097"/>
                  </a:lnTo>
                  <a:lnTo>
                    <a:pt x="285314" y="210297"/>
                  </a:lnTo>
                  <a:lnTo>
                    <a:pt x="285306" y="210484"/>
                  </a:lnTo>
                  <a:lnTo>
                    <a:pt x="285271" y="210799"/>
                  </a:lnTo>
                  <a:lnTo>
                    <a:pt x="285095" y="211103"/>
                  </a:lnTo>
                  <a:lnTo>
                    <a:pt x="285082" y="211246"/>
                  </a:lnTo>
                  <a:lnTo>
                    <a:pt x="285272" y="211907"/>
                  </a:lnTo>
                  <a:lnTo>
                    <a:pt x="285173" y="212638"/>
                  </a:lnTo>
                  <a:lnTo>
                    <a:pt x="285093" y="212793"/>
                  </a:lnTo>
                  <a:lnTo>
                    <a:pt x="284891" y="213138"/>
                  </a:lnTo>
                  <a:lnTo>
                    <a:pt x="284411" y="213769"/>
                  </a:lnTo>
                  <a:lnTo>
                    <a:pt x="284388" y="213931"/>
                  </a:lnTo>
                  <a:lnTo>
                    <a:pt x="284553" y="214215"/>
                  </a:lnTo>
                  <a:lnTo>
                    <a:pt x="284504" y="214574"/>
                  </a:lnTo>
                  <a:lnTo>
                    <a:pt x="284438" y="215062"/>
                  </a:lnTo>
                  <a:lnTo>
                    <a:pt x="284333" y="215410"/>
                  </a:lnTo>
                  <a:lnTo>
                    <a:pt x="284631" y="215698"/>
                  </a:lnTo>
                  <a:lnTo>
                    <a:pt x="284573" y="216312"/>
                  </a:lnTo>
                  <a:lnTo>
                    <a:pt x="284762" y="216629"/>
                  </a:lnTo>
                  <a:lnTo>
                    <a:pt x="284796" y="216839"/>
                  </a:lnTo>
                  <a:lnTo>
                    <a:pt x="284838" y="217129"/>
                  </a:lnTo>
                  <a:lnTo>
                    <a:pt x="284705" y="217614"/>
                  </a:lnTo>
                  <a:lnTo>
                    <a:pt x="284917" y="218200"/>
                  </a:lnTo>
                  <a:lnTo>
                    <a:pt x="284992" y="218340"/>
                  </a:lnTo>
                  <a:lnTo>
                    <a:pt x="285103" y="218622"/>
                  </a:lnTo>
                  <a:lnTo>
                    <a:pt x="285209" y="219021"/>
                  </a:lnTo>
                  <a:lnTo>
                    <a:pt x="285258" y="219205"/>
                  </a:lnTo>
                  <a:lnTo>
                    <a:pt x="285454" y="219637"/>
                  </a:lnTo>
                  <a:lnTo>
                    <a:pt x="285733" y="219641"/>
                  </a:lnTo>
                  <a:lnTo>
                    <a:pt x="286091" y="219567"/>
                  </a:lnTo>
                  <a:lnTo>
                    <a:pt x="286307" y="219614"/>
                  </a:lnTo>
                  <a:lnTo>
                    <a:pt x="286831" y="219604"/>
                  </a:lnTo>
                  <a:lnTo>
                    <a:pt x="287122" y="219175"/>
                  </a:lnTo>
                  <a:lnTo>
                    <a:pt x="287446" y="218773"/>
                  </a:lnTo>
                  <a:lnTo>
                    <a:pt x="288630" y="218428"/>
                  </a:lnTo>
                  <a:lnTo>
                    <a:pt x="288949" y="218588"/>
                  </a:lnTo>
                  <a:lnTo>
                    <a:pt x="289221" y="218669"/>
                  </a:lnTo>
                  <a:lnTo>
                    <a:pt x="289400" y="218692"/>
                  </a:lnTo>
                  <a:lnTo>
                    <a:pt x="289584" y="218716"/>
                  </a:lnTo>
                  <a:lnTo>
                    <a:pt x="290283" y="218959"/>
                  </a:lnTo>
                  <a:lnTo>
                    <a:pt x="290323" y="219178"/>
                  </a:lnTo>
                  <a:lnTo>
                    <a:pt x="290298" y="219398"/>
                  </a:lnTo>
                  <a:lnTo>
                    <a:pt x="290304" y="219619"/>
                  </a:lnTo>
                  <a:lnTo>
                    <a:pt x="290307" y="219757"/>
                  </a:lnTo>
                  <a:lnTo>
                    <a:pt x="290969" y="220222"/>
                  </a:lnTo>
                  <a:lnTo>
                    <a:pt x="291125" y="220608"/>
                  </a:lnTo>
                  <a:lnTo>
                    <a:pt x="291081" y="220907"/>
                  </a:lnTo>
                  <a:lnTo>
                    <a:pt x="290563" y="221238"/>
                  </a:lnTo>
                  <a:lnTo>
                    <a:pt x="290846" y="221633"/>
                  </a:lnTo>
                  <a:lnTo>
                    <a:pt x="291104" y="221840"/>
                  </a:lnTo>
                  <a:lnTo>
                    <a:pt x="291272" y="222025"/>
                  </a:lnTo>
                  <a:lnTo>
                    <a:pt x="291179" y="222233"/>
                  </a:lnTo>
                  <a:lnTo>
                    <a:pt x="291003" y="222436"/>
                  </a:lnTo>
                  <a:lnTo>
                    <a:pt x="290746" y="222993"/>
                  </a:lnTo>
                  <a:lnTo>
                    <a:pt x="290241" y="223072"/>
                  </a:lnTo>
                  <a:lnTo>
                    <a:pt x="289961" y="223271"/>
                  </a:lnTo>
                  <a:lnTo>
                    <a:pt x="290110" y="223347"/>
                  </a:lnTo>
                  <a:lnTo>
                    <a:pt x="290239" y="223581"/>
                  </a:lnTo>
                  <a:lnTo>
                    <a:pt x="290297" y="223838"/>
                  </a:lnTo>
                  <a:lnTo>
                    <a:pt x="290875" y="224891"/>
                  </a:lnTo>
                  <a:lnTo>
                    <a:pt x="290708" y="225170"/>
                  </a:lnTo>
                  <a:lnTo>
                    <a:pt x="290465" y="225249"/>
                  </a:lnTo>
                  <a:lnTo>
                    <a:pt x="290257" y="225342"/>
                  </a:lnTo>
                  <a:lnTo>
                    <a:pt x="289836" y="225720"/>
                  </a:lnTo>
                  <a:lnTo>
                    <a:pt x="290031" y="225873"/>
                  </a:lnTo>
                  <a:lnTo>
                    <a:pt x="290275" y="225894"/>
                  </a:lnTo>
                  <a:lnTo>
                    <a:pt x="290541" y="225823"/>
                  </a:lnTo>
                  <a:lnTo>
                    <a:pt x="290712" y="225665"/>
                  </a:lnTo>
                  <a:lnTo>
                    <a:pt x="291146" y="225706"/>
                  </a:lnTo>
                  <a:lnTo>
                    <a:pt x="291291" y="226054"/>
                  </a:lnTo>
                  <a:lnTo>
                    <a:pt x="291671" y="226093"/>
                  </a:lnTo>
                  <a:lnTo>
                    <a:pt x="292060" y="226614"/>
                  </a:lnTo>
                  <a:lnTo>
                    <a:pt x="292331" y="227005"/>
                  </a:lnTo>
                  <a:lnTo>
                    <a:pt x="292198" y="227193"/>
                  </a:lnTo>
                  <a:lnTo>
                    <a:pt x="291982" y="228112"/>
                  </a:lnTo>
                  <a:lnTo>
                    <a:pt x="292152" y="228232"/>
                  </a:lnTo>
                  <a:lnTo>
                    <a:pt x="292448" y="228340"/>
                  </a:lnTo>
                  <a:lnTo>
                    <a:pt x="292693" y="228564"/>
                  </a:lnTo>
                  <a:lnTo>
                    <a:pt x="292949" y="228949"/>
                  </a:lnTo>
                  <a:lnTo>
                    <a:pt x="293251" y="228991"/>
                  </a:lnTo>
                  <a:lnTo>
                    <a:pt x="293474" y="228870"/>
                  </a:lnTo>
                  <a:lnTo>
                    <a:pt x="296783" y="236484"/>
                  </a:lnTo>
                  <a:lnTo>
                    <a:pt x="297300" y="236569"/>
                  </a:lnTo>
                  <a:lnTo>
                    <a:pt x="297591" y="236622"/>
                  </a:lnTo>
                  <a:lnTo>
                    <a:pt x="298000" y="237014"/>
                  </a:lnTo>
                  <a:lnTo>
                    <a:pt x="298521" y="237444"/>
                  </a:lnTo>
                  <a:lnTo>
                    <a:pt x="298226" y="237888"/>
                  </a:lnTo>
                  <a:lnTo>
                    <a:pt x="298136" y="238199"/>
                  </a:lnTo>
                  <a:lnTo>
                    <a:pt x="298713" y="238409"/>
                  </a:lnTo>
                  <a:lnTo>
                    <a:pt x="298927" y="238506"/>
                  </a:lnTo>
                  <a:lnTo>
                    <a:pt x="299116" y="238574"/>
                  </a:lnTo>
                  <a:lnTo>
                    <a:pt x="299994" y="238808"/>
                  </a:lnTo>
                  <a:lnTo>
                    <a:pt x="300297" y="239158"/>
                  </a:lnTo>
                  <a:lnTo>
                    <a:pt x="300337" y="239876"/>
                  </a:lnTo>
                  <a:lnTo>
                    <a:pt x="300773" y="240154"/>
                  </a:lnTo>
                  <a:lnTo>
                    <a:pt x="300654" y="240551"/>
                  </a:lnTo>
                  <a:lnTo>
                    <a:pt x="300307" y="240876"/>
                  </a:lnTo>
                  <a:lnTo>
                    <a:pt x="300244" y="241055"/>
                  </a:lnTo>
                  <a:lnTo>
                    <a:pt x="300255" y="241592"/>
                  </a:lnTo>
                  <a:lnTo>
                    <a:pt x="300509" y="241686"/>
                  </a:lnTo>
                  <a:lnTo>
                    <a:pt x="300934" y="241838"/>
                  </a:lnTo>
                  <a:lnTo>
                    <a:pt x="301044" y="242382"/>
                  </a:lnTo>
                  <a:lnTo>
                    <a:pt x="300316" y="242688"/>
                  </a:lnTo>
                  <a:lnTo>
                    <a:pt x="299808" y="242878"/>
                  </a:lnTo>
                  <a:lnTo>
                    <a:pt x="299388" y="243150"/>
                  </a:lnTo>
                  <a:lnTo>
                    <a:pt x="299558" y="243305"/>
                  </a:lnTo>
                  <a:lnTo>
                    <a:pt x="299816" y="243472"/>
                  </a:lnTo>
                  <a:lnTo>
                    <a:pt x="299818" y="244025"/>
                  </a:lnTo>
                  <a:lnTo>
                    <a:pt x="300018" y="244309"/>
                  </a:lnTo>
                  <a:lnTo>
                    <a:pt x="300031" y="244478"/>
                  </a:lnTo>
                  <a:lnTo>
                    <a:pt x="299858" y="244703"/>
                  </a:lnTo>
                  <a:lnTo>
                    <a:pt x="299617" y="244976"/>
                  </a:lnTo>
                  <a:lnTo>
                    <a:pt x="299904" y="245522"/>
                  </a:lnTo>
                  <a:lnTo>
                    <a:pt x="300077" y="245534"/>
                  </a:lnTo>
                  <a:lnTo>
                    <a:pt x="300370" y="245569"/>
                  </a:lnTo>
                  <a:lnTo>
                    <a:pt x="301008" y="245812"/>
                  </a:lnTo>
                  <a:lnTo>
                    <a:pt x="301508" y="245918"/>
                  </a:lnTo>
                  <a:lnTo>
                    <a:pt x="302153" y="245690"/>
                  </a:lnTo>
                  <a:lnTo>
                    <a:pt x="302390" y="245550"/>
                  </a:lnTo>
                  <a:lnTo>
                    <a:pt x="302897" y="245261"/>
                  </a:lnTo>
                  <a:lnTo>
                    <a:pt x="303358" y="245389"/>
                  </a:lnTo>
                  <a:lnTo>
                    <a:pt x="303522" y="245422"/>
                  </a:lnTo>
                  <a:lnTo>
                    <a:pt x="303947" y="245341"/>
                  </a:lnTo>
                  <a:lnTo>
                    <a:pt x="304026" y="245632"/>
                  </a:lnTo>
                  <a:lnTo>
                    <a:pt x="304689" y="246152"/>
                  </a:lnTo>
                  <a:lnTo>
                    <a:pt x="305175" y="246282"/>
                  </a:lnTo>
                  <a:lnTo>
                    <a:pt x="305359" y="246375"/>
                  </a:lnTo>
                  <a:lnTo>
                    <a:pt x="305518" y="246736"/>
                  </a:lnTo>
                  <a:lnTo>
                    <a:pt x="305347" y="246808"/>
                  </a:lnTo>
                  <a:lnTo>
                    <a:pt x="305183" y="247121"/>
                  </a:lnTo>
                  <a:lnTo>
                    <a:pt x="304752" y="247427"/>
                  </a:lnTo>
                  <a:lnTo>
                    <a:pt x="304500" y="247731"/>
                  </a:lnTo>
                  <a:lnTo>
                    <a:pt x="304558" y="247882"/>
                  </a:lnTo>
                  <a:lnTo>
                    <a:pt x="305029" y="248376"/>
                  </a:lnTo>
                  <a:lnTo>
                    <a:pt x="305136" y="248826"/>
                  </a:lnTo>
                  <a:lnTo>
                    <a:pt x="305101" y="249007"/>
                  </a:lnTo>
                  <a:lnTo>
                    <a:pt x="304935" y="249296"/>
                  </a:lnTo>
                  <a:lnTo>
                    <a:pt x="304750" y="249434"/>
                  </a:lnTo>
                  <a:lnTo>
                    <a:pt x="304938" y="249726"/>
                  </a:lnTo>
                  <a:lnTo>
                    <a:pt x="305712" y="250123"/>
                  </a:lnTo>
                  <a:lnTo>
                    <a:pt x="305841" y="250117"/>
                  </a:lnTo>
                  <a:lnTo>
                    <a:pt x="306070" y="250147"/>
                  </a:lnTo>
                  <a:lnTo>
                    <a:pt x="306217" y="250324"/>
                  </a:lnTo>
                  <a:lnTo>
                    <a:pt x="305873" y="250631"/>
                  </a:lnTo>
                  <a:lnTo>
                    <a:pt x="305957" y="250790"/>
                  </a:lnTo>
                  <a:lnTo>
                    <a:pt x="305994" y="251196"/>
                  </a:lnTo>
                  <a:lnTo>
                    <a:pt x="305839" y="251230"/>
                  </a:lnTo>
                  <a:lnTo>
                    <a:pt x="305579" y="251318"/>
                  </a:lnTo>
                  <a:lnTo>
                    <a:pt x="305392" y="251615"/>
                  </a:lnTo>
                  <a:lnTo>
                    <a:pt x="305275" y="251864"/>
                  </a:lnTo>
                  <a:lnTo>
                    <a:pt x="305229" y="252053"/>
                  </a:lnTo>
                  <a:lnTo>
                    <a:pt x="305138" y="252298"/>
                  </a:lnTo>
                  <a:lnTo>
                    <a:pt x="304932" y="252493"/>
                  </a:lnTo>
                  <a:lnTo>
                    <a:pt x="304715" y="252706"/>
                  </a:lnTo>
                  <a:lnTo>
                    <a:pt x="305143" y="252681"/>
                  </a:lnTo>
                  <a:lnTo>
                    <a:pt x="305615" y="252572"/>
                  </a:lnTo>
                  <a:lnTo>
                    <a:pt x="305807" y="252287"/>
                  </a:lnTo>
                  <a:lnTo>
                    <a:pt x="305928" y="252062"/>
                  </a:lnTo>
                  <a:lnTo>
                    <a:pt x="306032" y="251868"/>
                  </a:lnTo>
                  <a:lnTo>
                    <a:pt x="306219" y="251568"/>
                  </a:lnTo>
                  <a:lnTo>
                    <a:pt x="306434" y="251278"/>
                  </a:lnTo>
                  <a:lnTo>
                    <a:pt x="306474" y="251694"/>
                  </a:lnTo>
                  <a:lnTo>
                    <a:pt x="306215" y="252451"/>
                  </a:lnTo>
                  <a:lnTo>
                    <a:pt x="306221" y="252696"/>
                  </a:lnTo>
                  <a:lnTo>
                    <a:pt x="306071" y="253470"/>
                  </a:lnTo>
                  <a:lnTo>
                    <a:pt x="306008" y="253673"/>
                  </a:lnTo>
                  <a:lnTo>
                    <a:pt x="305899" y="254035"/>
                  </a:lnTo>
                  <a:lnTo>
                    <a:pt x="305920" y="254217"/>
                  </a:lnTo>
                  <a:lnTo>
                    <a:pt x="306238" y="254346"/>
                  </a:lnTo>
                  <a:lnTo>
                    <a:pt x="306547" y="254453"/>
                  </a:lnTo>
                  <a:lnTo>
                    <a:pt x="307115" y="254443"/>
                  </a:lnTo>
                  <a:lnTo>
                    <a:pt x="307341" y="254240"/>
                  </a:lnTo>
                  <a:lnTo>
                    <a:pt x="307839" y="254373"/>
                  </a:lnTo>
                  <a:lnTo>
                    <a:pt x="308375" y="254202"/>
                  </a:lnTo>
                  <a:lnTo>
                    <a:pt x="308321" y="252904"/>
                  </a:lnTo>
                  <a:lnTo>
                    <a:pt x="308235" y="252618"/>
                  </a:lnTo>
                  <a:lnTo>
                    <a:pt x="308373" y="252431"/>
                  </a:lnTo>
                  <a:lnTo>
                    <a:pt x="308570" y="252360"/>
                  </a:lnTo>
                  <a:lnTo>
                    <a:pt x="309143" y="252433"/>
                  </a:lnTo>
                  <a:lnTo>
                    <a:pt x="309656" y="252581"/>
                  </a:lnTo>
                  <a:lnTo>
                    <a:pt x="309832" y="252919"/>
                  </a:lnTo>
                  <a:lnTo>
                    <a:pt x="310167" y="253122"/>
                  </a:lnTo>
                  <a:lnTo>
                    <a:pt x="310334" y="253246"/>
                  </a:lnTo>
                  <a:lnTo>
                    <a:pt x="310639" y="253462"/>
                  </a:lnTo>
                  <a:lnTo>
                    <a:pt x="310792" y="253562"/>
                  </a:lnTo>
                  <a:lnTo>
                    <a:pt x="311081" y="253689"/>
                  </a:lnTo>
                  <a:lnTo>
                    <a:pt x="311251" y="253764"/>
                  </a:lnTo>
                  <a:lnTo>
                    <a:pt x="311562" y="253824"/>
                  </a:lnTo>
                  <a:lnTo>
                    <a:pt x="311803" y="253870"/>
                  </a:lnTo>
                  <a:lnTo>
                    <a:pt x="311978" y="253877"/>
                  </a:lnTo>
                  <a:lnTo>
                    <a:pt x="312531" y="253896"/>
                  </a:lnTo>
                  <a:lnTo>
                    <a:pt x="312883" y="253716"/>
                  </a:lnTo>
                  <a:lnTo>
                    <a:pt x="313325" y="253559"/>
                  </a:lnTo>
                  <a:lnTo>
                    <a:pt x="313486" y="253638"/>
                  </a:lnTo>
                  <a:lnTo>
                    <a:pt x="313792" y="253964"/>
                  </a:lnTo>
                  <a:lnTo>
                    <a:pt x="313915" y="254097"/>
                  </a:lnTo>
                  <a:lnTo>
                    <a:pt x="314198" y="254280"/>
                  </a:lnTo>
                  <a:lnTo>
                    <a:pt x="314328" y="254389"/>
                  </a:lnTo>
                  <a:lnTo>
                    <a:pt x="314656" y="254787"/>
                  </a:lnTo>
                  <a:lnTo>
                    <a:pt x="314407" y="255108"/>
                  </a:lnTo>
                  <a:lnTo>
                    <a:pt x="314273" y="255174"/>
                  </a:lnTo>
                  <a:lnTo>
                    <a:pt x="314125" y="255247"/>
                  </a:lnTo>
                  <a:lnTo>
                    <a:pt x="314015" y="255387"/>
                  </a:lnTo>
                  <a:lnTo>
                    <a:pt x="313876" y="255564"/>
                  </a:lnTo>
                  <a:lnTo>
                    <a:pt x="313729" y="255636"/>
                  </a:lnTo>
                  <a:lnTo>
                    <a:pt x="313277" y="256034"/>
                  </a:lnTo>
                  <a:lnTo>
                    <a:pt x="313080" y="256233"/>
                  </a:lnTo>
                  <a:lnTo>
                    <a:pt x="312914" y="256587"/>
                  </a:lnTo>
                  <a:lnTo>
                    <a:pt x="312511" y="256789"/>
                  </a:lnTo>
                  <a:lnTo>
                    <a:pt x="311699" y="256652"/>
                  </a:lnTo>
                  <a:lnTo>
                    <a:pt x="310937" y="256753"/>
                  </a:lnTo>
                  <a:lnTo>
                    <a:pt x="311067" y="257027"/>
                  </a:lnTo>
                  <a:lnTo>
                    <a:pt x="311260" y="257216"/>
                  </a:lnTo>
                  <a:lnTo>
                    <a:pt x="311460" y="257389"/>
                  </a:lnTo>
                  <a:lnTo>
                    <a:pt x="311479" y="257666"/>
                  </a:lnTo>
                  <a:lnTo>
                    <a:pt x="311289" y="258052"/>
                  </a:lnTo>
                  <a:lnTo>
                    <a:pt x="311257" y="258247"/>
                  </a:lnTo>
                  <a:lnTo>
                    <a:pt x="311242" y="258407"/>
                  </a:lnTo>
                  <a:lnTo>
                    <a:pt x="310739" y="258923"/>
                  </a:lnTo>
                  <a:lnTo>
                    <a:pt x="310510" y="259331"/>
                  </a:lnTo>
                  <a:lnTo>
                    <a:pt x="310159" y="259635"/>
                  </a:lnTo>
                  <a:lnTo>
                    <a:pt x="309792" y="260001"/>
                  </a:lnTo>
                  <a:lnTo>
                    <a:pt x="309402" y="260370"/>
                  </a:lnTo>
                  <a:lnTo>
                    <a:pt x="309205" y="260613"/>
                  </a:lnTo>
                  <a:lnTo>
                    <a:pt x="308638" y="261185"/>
                  </a:lnTo>
                  <a:lnTo>
                    <a:pt x="308769" y="261400"/>
                  </a:lnTo>
                  <a:lnTo>
                    <a:pt x="308811" y="261559"/>
                  </a:lnTo>
                  <a:lnTo>
                    <a:pt x="308809" y="261938"/>
                  </a:lnTo>
                  <a:lnTo>
                    <a:pt x="308524" y="262053"/>
                  </a:lnTo>
                  <a:lnTo>
                    <a:pt x="308149" y="262159"/>
                  </a:lnTo>
                  <a:lnTo>
                    <a:pt x="307492" y="262531"/>
                  </a:lnTo>
                  <a:lnTo>
                    <a:pt x="307285" y="262791"/>
                  </a:lnTo>
                  <a:lnTo>
                    <a:pt x="307067" y="262866"/>
                  </a:lnTo>
                  <a:lnTo>
                    <a:pt x="306898" y="262924"/>
                  </a:lnTo>
                  <a:lnTo>
                    <a:pt x="306192" y="263315"/>
                  </a:lnTo>
                  <a:lnTo>
                    <a:pt x="306018" y="263313"/>
                  </a:lnTo>
                  <a:lnTo>
                    <a:pt x="305547" y="263588"/>
                  </a:lnTo>
                  <a:lnTo>
                    <a:pt x="305264" y="264231"/>
                  </a:lnTo>
                  <a:lnTo>
                    <a:pt x="305461" y="264321"/>
                  </a:lnTo>
                  <a:lnTo>
                    <a:pt x="305801" y="264493"/>
                  </a:lnTo>
                  <a:lnTo>
                    <a:pt x="306519" y="265040"/>
                  </a:lnTo>
                  <a:lnTo>
                    <a:pt x="307122" y="265248"/>
                  </a:lnTo>
                  <a:lnTo>
                    <a:pt x="307528" y="265293"/>
                  </a:lnTo>
                  <a:lnTo>
                    <a:pt x="308024" y="265637"/>
                  </a:lnTo>
                  <a:lnTo>
                    <a:pt x="308038" y="265794"/>
                  </a:lnTo>
                  <a:lnTo>
                    <a:pt x="308072" y="265940"/>
                  </a:lnTo>
                  <a:lnTo>
                    <a:pt x="307268" y="265841"/>
                  </a:lnTo>
                  <a:lnTo>
                    <a:pt x="306579" y="265908"/>
                  </a:lnTo>
                  <a:lnTo>
                    <a:pt x="305911" y="266336"/>
                  </a:lnTo>
                  <a:lnTo>
                    <a:pt x="305867" y="266620"/>
                  </a:lnTo>
                  <a:lnTo>
                    <a:pt x="305909" y="267191"/>
                  </a:lnTo>
                  <a:lnTo>
                    <a:pt x="305812" y="267408"/>
                  </a:lnTo>
                  <a:lnTo>
                    <a:pt x="305692" y="267675"/>
                  </a:lnTo>
                  <a:lnTo>
                    <a:pt x="305461" y="268287"/>
                  </a:lnTo>
                  <a:lnTo>
                    <a:pt x="305535" y="268885"/>
                  </a:lnTo>
                  <a:lnTo>
                    <a:pt x="305625" y="269476"/>
                  </a:lnTo>
                  <a:lnTo>
                    <a:pt x="305593" y="269727"/>
                  </a:lnTo>
                  <a:lnTo>
                    <a:pt x="305484" y="269934"/>
                  </a:lnTo>
                  <a:lnTo>
                    <a:pt x="305423" y="270588"/>
                  </a:lnTo>
                  <a:lnTo>
                    <a:pt x="305372" y="271140"/>
                  </a:lnTo>
                  <a:lnTo>
                    <a:pt x="305354" y="271330"/>
                  </a:lnTo>
                  <a:lnTo>
                    <a:pt x="305491" y="271737"/>
                  </a:lnTo>
                  <a:lnTo>
                    <a:pt x="305624" y="272018"/>
                  </a:lnTo>
                  <a:lnTo>
                    <a:pt x="305733" y="272301"/>
                  </a:lnTo>
                  <a:lnTo>
                    <a:pt x="305879" y="272687"/>
                  </a:lnTo>
                  <a:lnTo>
                    <a:pt x="306252" y="272874"/>
                  </a:lnTo>
                  <a:lnTo>
                    <a:pt x="306510" y="273413"/>
                  </a:lnTo>
                  <a:lnTo>
                    <a:pt x="306552" y="273644"/>
                  </a:lnTo>
                  <a:lnTo>
                    <a:pt x="306577" y="273898"/>
                  </a:lnTo>
                  <a:lnTo>
                    <a:pt x="306685" y="274201"/>
                  </a:lnTo>
                  <a:lnTo>
                    <a:pt x="306842" y="274373"/>
                  </a:lnTo>
                  <a:lnTo>
                    <a:pt x="306936" y="274529"/>
                  </a:lnTo>
                  <a:lnTo>
                    <a:pt x="306950" y="274660"/>
                  </a:lnTo>
                  <a:lnTo>
                    <a:pt x="306905" y="274951"/>
                  </a:lnTo>
                  <a:lnTo>
                    <a:pt x="306845" y="275119"/>
                  </a:lnTo>
                  <a:lnTo>
                    <a:pt x="306850" y="275265"/>
                  </a:lnTo>
                  <a:lnTo>
                    <a:pt x="306926" y="275436"/>
                  </a:lnTo>
                  <a:lnTo>
                    <a:pt x="307029" y="275600"/>
                  </a:lnTo>
                  <a:lnTo>
                    <a:pt x="307106" y="275748"/>
                  </a:lnTo>
                  <a:lnTo>
                    <a:pt x="307110" y="275879"/>
                  </a:lnTo>
                  <a:lnTo>
                    <a:pt x="307133" y="276025"/>
                  </a:lnTo>
                  <a:lnTo>
                    <a:pt x="307132" y="276417"/>
                  </a:lnTo>
                  <a:lnTo>
                    <a:pt x="307105" y="276619"/>
                  </a:lnTo>
                  <a:lnTo>
                    <a:pt x="307163" y="276816"/>
                  </a:lnTo>
                  <a:lnTo>
                    <a:pt x="307252" y="277042"/>
                  </a:lnTo>
                  <a:lnTo>
                    <a:pt x="307261" y="277226"/>
                  </a:lnTo>
                  <a:lnTo>
                    <a:pt x="307224" y="277360"/>
                  </a:lnTo>
                  <a:lnTo>
                    <a:pt x="307123" y="277617"/>
                  </a:lnTo>
                  <a:lnTo>
                    <a:pt x="306827" y="278206"/>
                  </a:lnTo>
                  <a:lnTo>
                    <a:pt x="306868" y="278410"/>
                  </a:lnTo>
                  <a:lnTo>
                    <a:pt x="306355" y="279305"/>
                  </a:lnTo>
                  <a:lnTo>
                    <a:pt x="306521" y="279554"/>
                  </a:lnTo>
                  <a:lnTo>
                    <a:pt x="306658" y="279736"/>
                  </a:lnTo>
                  <a:lnTo>
                    <a:pt x="307116" y="279580"/>
                  </a:lnTo>
                  <a:lnTo>
                    <a:pt x="307565" y="279624"/>
                  </a:lnTo>
                  <a:lnTo>
                    <a:pt x="308040" y="279349"/>
                  </a:lnTo>
                  <a:lnTo>
                    <a:pt x="308943" y="279244"/>
                  </a:lnTo>
                  <a:lnTo>
                    <a:pt x="309330" y="278899"/>
                  </a:lnTo>
                  <a:lnTo>
                    <a:pt x="309581" y="278871"/>
                  </a:lnTo>
                  <a:lnTo>
                    <a:pt x="309742" y="278888"/>
                  </a:lnTo>
                  <a:lnTo>
                    <a:pt x="310389" y="278710"/>
                  </a:lnTo>
                  <a:lnTo>
                    <a:pt x="310957" y="278684"/>
                  </a:lnTo>
                  <a:lnTo>
                    <a:pt x="311509" y="279274"/>
                  </a:lnTo>
                  <a:lnTo>
                    <a:pt x="311711" y="279450"/>
                  </a:lnTo>
                  <a:lnTo>
                    <a:pt x="311924" y="279568"/>
                  </a:lnTo>
                  <a:lnTo>
                    <a:pt x="312226" y="279528"/>
                  </a:lnTo>
                  <a:lnTo>
                    <a:pt x="312740" y="279704"/>
                  </a:lnTo>
                  <a:lnTo>
                    <a:pt x="312708" y="279849"/>
                  </a:lnTo>
                  <a:lnTo>
                    <a:pt x="312973" y="280359"/>
                  </a:lnTo>
                  <a:lnTo>
                    <a:pt x="312843" y="280551"/>
                  </a:lnTo>
                  <a:lnTo>
                    <a:pt x="312969" y="280836"/>
                  </a:lnTo>
                  <a:lnTo>
                    <a:pt x="313028" y="280968"/>
                  </a:lnTo>
                  <a:lnTo>
                    <a:pt x="313706" y="281460"/>
                  </a:lnTo>
                  <a:lnTo>
                    <a:pt x="313695" y="281590"/>
                  </a:lnTo>
                  <a:lnTo>
                    <a:pt x="313556" y="281872"/>
                  </a:lnTo>
                  <a:lnTo>
                    <a:pt x="313318" y="282115"/>
                  </a:lnTo>
                  <a:lnTo>
                    <a:pt x="312920" y="282507"/>
                  </a:lnTo>
                  <a:lnTo>
                    <a:pt x="312907" y="282807"/>
                  </a:lnTo>
                  <a:lnTo>
                    <a:pt x="312859" y="283144"/>
                  </a:lnTo>
                  <a:lnTo>
                    <a:pt x="312721" y="283362"/>
                  </a:lnTo>
                  <a:lnTo>
                    <a:pt x="312758" y="283698"/>
                  </a:lnTo>
                  <a:lnTo>
                    <a:pt x="312979" y="284188"/>
                  </a:lnTo>
                  <a:lnTo>
                    <a:pt x="313313" y="284838"/>
                  </a:lnTo>
                  <a:lnTo>
                    <a:pt x="313246" y="285066"/>
                  </a:lnTo>
                  <a:lnTo>
                    <a:pt x="318343" y="294462"/>
                  </a:lnTo>
                  <a:lnTo>
                    <a:pt x="318993" y="294629"/>
                  </a:lnTo>
                  <a:lnTo>
                    <a:pt x="318971" y="295870"/>
                  </a:lnTo>
                  <a:lnTo>
                    <a:pt x="319159" y="296102"/>
                  </a:lnTo>
                  <a:lnTo>
                    <a:pt x="319358" y="296152"/>
                  </a:lnTo>
                  <a:lnTo>
                    <a:pt x="319517" y="296153"/>
                  </a:lnTo>
                  <a:lnTo>
                    <a:pt x="319669" y="296136"/>
                  </a:lnTo>
                  <a:lnTo>
                    <a:pt x="319833" y="296108"/>
                  </a:lnTo>
                  <a:lnTo>
                    <a:pt x="319992" y="296116"/>
                  </a:lnTo>
                  <a:lnTo>
                    <a:pt x="320175" y="296166"/>
                  </a:lnTo>
                  <a:lnTo>
                    <a:pt x="320404" y="296270"/>
                  </a:lnTo>
                  <a:lnTo>
                    <a:pt x="320692" y="296493"/>
                  </a:lnTo>
                  <a:lnTo>
                    <a:pt x="321273" y="296952"/>
                  </a:lnTo>
                  <a:lnTo>
                    <a:pt x="321473" y="297157"/>
                  </a:lnTo>
                  <a:lnTo>
                    <a:pt x="321656" y="297406"/>
                  </a:lnTo>
                  <a:lnTo>
                    <a:pt x="321737" y="297623"/>
                  </a:lnTo>
                  <a:lnTo>
                    <a:pt x="321771" y="297783"/>
                  </a:lnTo>
                  <a:lnTo>
                    <a:pt x="321566" y="298377"/>
                  </a:lnTo>
                  <a:lnTo>
                    <a:pt x="321395" y="298546"/>
                  </a:lnTo>
                  <a:lnTo>
                    <a:pt x="321079" y="299084"/>
                  </a:lnTo>
                  <a:lnTo>
                    <a:pt x="321245" y="299206"/>
                  </a:lnTo>
                  <a:lnTo>
                    <a:pt x="321652" y="299631"/>
                  </a:lnTo>
                  <a:lnTo>
                    <a:pt x="321844" y="300129"/>
                  </a:lnTo>
                  <a:lnTo>
                    <a:pt x="321736" y="300376"/>
                  </a:lnTo>
                  <a:lnTo>
                    <a:pt x="321695" y="300548"/>
                  </a:lnTo>
                  <a:lnTo>
                    <a:pt x="321921" y="301057"/>
                  </a:lnTo>
                  <a:lnTo>
                    <a:pt x="322505" y="301516"/>
                  </a:lnTo>
                  <a:lnTo>
                    <a:pt x="322810" y="301397"/>
                  </a:lnTo>
                  <a:lnTo>
                    <a:pt x="322969" y="301288"/>
                  </a:lnTo>
                  <a:lnTo>
                    <a:pt x="323196" y="300985"/>
                  </a:lnTo>
                  <a:lnTo>
                    <a:pt x="323456" y="300895"/>
                  </a:lnTo>
                  <a:lnTo>
                    <a:pt x="323934" y="301252"/>
                  </a:lnTo>
                  <a:lnTo>
                    <a:pt x="324120" y="301726"/>
                  </a:lnTo>
                  <a:lnTo>
                    <a:pt x="324197" y="301944"/>
                  </a:lnTo>
                  <a:lnTo>
                    <a:pt x="324244" y="302468"/>
                  </a:lnTo>
                  <a:lnTo>
                    <a:pt x="324489" y="302581"/>
                  </a:lnTo>
                  <a:lnTo>
                    <a:pt x="324743" y="302500"/>
                  </a:lnTo>
                  <a:lnTo>
                    <a:pt x="325518" y="302714"/>
                  </a:lnTo>
                  <a:lnTo>
                    <a:pt x="325878" y="302699"/>
                  </a:lnTo>
                  <a:lnTo>
                    <a:pt x="326121" y="302654"/>
                  </a:lnTo>
                  <a:lnTo>
                    <a:pt x="326299" y="302605"/>
                  </a:lnTo>
                  <a:lnTo>
                    <a:pt x="326585" y="302595"/>
                  </a:lnTo>
                  <a:lnTo>
                    <a:pt x="326956" y="302645"/>
                  </a:lnTo>
                  <a:lnTo>
                    <a:pt x="327036" y="302805"/>
                  </a:lnTo>
                  <a:lnTo>
                    <a:pt x="327336" y="303373"/>
                  </a:lnTo>
                  <a:lnTo>
                    <a:pt x="327190" y="303641"/>
                  </a:lnTo>
                  <a:lnTo>
                    <a:pt x="327056" y="303885"/>
                  </a:lnTo>
                  <a:lnTo>
                    <a:pt x="326902" y="303997"/>
                  </a:lnTo>
                  <a:lnTo>
                    <a:pt x="326744" y="304291"/>
                  </a:lnTo>
                  <a:lnTo>
                    <a:pt x="326607" y="304553"/>
                  </a:lnTo>
                  <a:lnTo>
                    <a:pt x="326451" y="304896"/>
                  </a:lnTo>
                  <a:lnTo>
                    <a:pt x="326446" y="305030"/>
                  </a:lnTo>
                  <a:lnTo>
                    <a:pt x="326265" y="305429"/>
                  </a:lnTo>
                  <a:lnTo>
                    <a:pt x="326814" y="306226"/>
                  </a:lnTo>
                  <a:lnTo>
                    <a:pt x="327434" y="306530"/>
                  </a:lnTo>
                  <a:lnTo>
                    <a:pt x="327607" y="306568"/>
                  </a:lnTo>
                  <a:lnTo>
                    <a:pt x="328132" y="306642"/>
                  </a:lnTo>
                  <a:lnTo>
                    <a:pt x="328685" y="306661"/>
                  </a:lnTo>
                  <a:lnTo>
                    <a:pt x="328910" y="306876"/>
                  </a:lnTo>
                  <a:lnTo>
                    <a:pt x="328446" y="307278"/>
                  </a:lnTo>
                  <a:lnTo>
                    <a:pt x="328132" y="307458"/>
                  </a:lnTo>
                  <a:lnTo>
                    <a:pt x="327308" y="308837"/>
                  </a:lnTo>
                  <a:lnTo>
                    <a:pt x="326399" y="309033"/>
                  </a:lnTo>
                  <a:lnTo>
                    <a:pt x="326151" y="309098"/>
                  </a:lnTo>
                  <a:lnTo>
                    <a:pt x="325959" y="309235"/>
                  </a:lnTo>
                  <a:lnTo>
                    <a:pt x="325734" y="309459"/>
                  </a:lnTo>
                  <a:lnTo>
                    <a:pt x="325227" y="310195"/>
                  </a:lnTo>
                  <a:lnTo>
                    <a:pt x="325425" y="310628"/>
                  </a:lnTo>
                  <a:lnTo>
                    <a:pt x="325631" y="310644"/>
                  </a:lnTo>
                  <a:lnTo>
                    <a:pt x="325811" y="310672"/>
                  </a:lnTo>
                  <a:lnTo>
                    <a:pt x="326104" y="310755"/>
                  </a:lnTo>
                  <a:lnTo>
                    <a:pt x="326311" y="310869"/>
                  </a:lnTo>
                  <a:lnTo>
                    <a:pt x="326463" y="311153"/>
                  </a:lnTo>
                  <a:lnTo>
                    <a:pt x="326165" y="311685"/>
                  </a:lnTo>
                  <a:lnTo>
                    <a:pt x="326152" y="312023"/>
                  </a:lnTo>
                  <a:lnTo>
                    <a:pt x="325984" y="312337"/>
                  </a:lnTo>
                  <a:lnTo>
                    <a:pt x="325890" y="312589"/>
                  </a:lnTo>
                  <a:lnTo>
                    <a:pt x="325156" y="313627"/>
                  </a:lnTo>
                  <a:lnTo>
                    <a:pt x="325048" y="313800"/>
                  </a:lnTo>
                  <a:lnTo>
                    <a:pt x="324891" y="314026"/>
                  </a:lnTo>
                  <a:lnTo>
                    <a:pt x="324471" y="314255"/>
                  </a:lnTo>
                  <a:lnTo>
                    <a:pt x="324178" y="314365"/>
                  </a:lnTo>
                  <a:lnTo>
                    <a:pt x="324011" y="314427"/>
                  </a:lnTo>
                  <a:lnTo>
                    <a:pt x="323833" y="314657"/>
                  </a:lnTo>
                  <a:lnTo>
                    <a:pt x="323872" y="315274"/>
                  </a:lnTo>
                  <a:lnTo>
                    <a:pt x="323682" y="315455"/>
                  </a:lnTo>
                  <a:lnTo>
                    <a:pt x="323610" y="315868"/>
                  </a:lnTo>
                  <a:lnTo>
                    <a:pt x="323710" y="316323"/>
                  </a:lnTo>
                  <a:lnTo>
                    <a:pt x="323848" y="316566"/>
                  </a:lnTo>
                  <a:lnTo>
                    <a:pt x="323743" y="316852"/>
                  </a:lnTo>
                  <a:lnTo>
                    <a:pt x="323021" y="316979"/>
                  </a:lnTo>
                  <a:lnTo>
                    <a:pt x="322798" y="317024"/>
                  </a:lnTo>
                  <a:lnTo>
                    <a:pt x="322140" y="317541"/>
                  </a:lnTo>
                  <a:lnTo>
                    <a:pt x="321903" y="318365"/>
                  </a:lnTo>
                  <a:lnTo>
                    <a:pt x="321770" y="318576"/>
                  </a:lnTo>
                  <a:lnTo>
                    <a:pt x="321467" y="318935"/>
                  </a:lnTo>
                  <a:lnTo>
                    <a:pt x="320891" y="318875"/>
                  </a:lnTo>
                  <a:lnTo>
                    <a:pt x="320542" y="318927"/>
                  </a:lnTo>
                  <a:lnTo>
                    <a:pt x="320385" y="319027"/>
                  </a:lnTo>
                  <a:lnTo>
                    <a:pt x="320209" y="319132"/>
                  </a:lnTo>
                  <a:lnTo>
                    <a:pt x="320060" y="319214"/>
                  </a:lnTo>
                  <a:lnTo>
                    <a:pt x="319924" y="319288"/>
                  </a:lnTo>
                  <a:lnTo>
                    <a:pt x="319495" y="319442"/>
                  </a:lnTo>
                  <a:lnTo>
                    <a:pt x="319484" y="319850"/>
                  </a:lnTo>
                  <a:lnTo>
                    <a:pt x="319755" y="321401"/>
                  </a:lnTo>
                  <a:lnTo>
                    <a:pt x="320499" y="320976"/>
                  </a:lnTo>
                  <a:lnTo>
                    <a:pt x="321025" y="320855"/>
                  </a:lnTo>
                  <a:lnTo>
                    <a:pt x="321368" y="320825"/>
                  </a:lnTo>
                  <a:lnTo>
                    <a:pt x="324354" y="321708"/>
                  </a:lnTo>
                  <a:lnTo>
                    <a:pt x="324366" y="323447"/>
                  </a:lnTo>
                  <a:lnTo>
                    <a:pt x="323988" y="323824"/>
                  </a:lnTo>
                  <a:lnTo>
                    <a:pt x="323774" y="324165"/>
                  </a:lnTo>
                  <a:lnTo>
                    <a:pt x="323106" y="324618"/>
                  </a:lnTo>
                  <a:lnTo>
                    <a:pt x="322710" y="324829"/>
                  </a:lnTo>
                  <a:lnTo>
                    <a:pt x="322486" y="324906"/>
                  </a:lnTo>
                  <a:lnTo>
                    <a:pt x="322287" y="325027"/>
                  </a:lnTo>
                  <a:lnTo>
                    <a:pt x="321914" y="325299"/>
                  </a:lnTo>
                  <a:lnTo>
                    <a:pt x="321580" y="325615"/>
                  </a:lnTo>
                  <a:lnTo>
                    <a:pt x="321451" y="326068"/>
                  </a:lnTo>
                  <a:lnTo>
                    <a:pt x="321434" y="326211"/>
                  </a:lnTo>
                  <a:lnTo>
                    <a:pt x="321761" y="326765"/>
                  </a:lnTo>
                  <a:lnTo>
                    <a:pt x="321934" y="326863"/>
                  </a:lnTo>
                  <a:lnTo>
                    <a:pt x="322266" y="327009"/>
                  </a:lnTo>
                  <a:lnTo>
                    <a:pt x="322457" y="327036"/>
                  </a:lnTo>
                  <a:lnTo>
                    <a:pt x="323417" y="327325"/>
                  </a:lnTo>
                  <a:lnTo>
                    <a:pt x="323891" y="327742"/>
                  </a:lnTo>
                  <a:lnTo>
                    <a:pt x="323356" y="328327"/>
                  </a:lnTo>
                  <a:lnTo>
                    <a:pt x="322140" y="328207"/>
                  </a:lnTo>
                  <a:lnTo>
                    <a:pt x="321776" y="328281"/>
                  </a:lnTo>
                  <a:lnTo>
                    <a:pt x="321640" y="328325"/>
                  </a:lnTo>
                  <a:lnTo>
                    <a:pt x="321375" y="328420"/>
                  </a:lnTo>
                  <a:lnTo>
                    <a:pt x="321017" y="328554"/>
                  </a:lnTo>
                  <a:lnTo>
                    <a:pt x="320369" y="328507"/>
                  </a:lnTo>
                  <a:lnTo>
                    <a:pt x="319980" y="328355"/>
                  </a:lnTo>
                  <a:lnTo>
                    <a:pt x="319730" y="327958"/>
                  </a:lnTo>
                  <a:lnTo>
                    <a:pt x="319969" y="327354"/>
                  </a:lnTo>
                  <a:lnTo>
                    <a:pt x="319113" y="327159"/>
                  </a:lnTo>
                  <a:lnTo>
                    <a:pt x="318791" y="327258"/>
                  </a:lnTo>
                  <a:lnTo>
                    <a:pt x="318491" y="327380"/>
                  </a:lnTo>
                  <a:lnTo>
                    <a:pt x="318046" y="327775"/>
                  </a:lnTo>
                  <a:lnTo>
                    <a:pt x="317637" y="328207"/>
                  </a:lnTo>
                  <a:lnTo>
                    <a:pt x="317290" y="329231"/>
                  </a:lnTo>
                  <a:lnTo>
                    <a:pt x="317106" y="330401"/>
                  </a:lnTo>
                  <a:lnTo>
                    <a:pt x="317078" y="330197"/>
                  </a:lnTo>
                  <a:lnTo>
                    <a:pt x="316977" y="329869"/>
                  </a:lnTo>
                  <a:lnTo>
                    <a:pt x="316624" y="329273"/>
                  </a:lnTo>
                  <a:lnTo>
                    <a:pt x="316708" y="329743"/>
                  </a:lnTo>
                  <a:lnTo>
                    <a:pt x="316386" y="330702"/>
                  </a:lnTo>
                  <a:lnTo>
                    <a:pt x="315249" y="330447"/>
                  </a:lnTo>
                  <a:lnTo>
                    <a:pt x="314122" y="330691"/>
                  </a:lnTo>
                  <a:lnTo>
                    <a:pt x="313080" y="331531"/>
                  </a:lnTo>
                  <a:lnTo>
                    <a:pt x="313023" y="331686"/>
                  </a:lnTo>
                  <a:lnTo>
                    <a:pt x="312920" y="332014"/>
                  </a:lnTo>
                  <a:lnTo>
                    <a:pt x="312880" y="332680"/>
                  </a:lnTo>
                  <a:lnTo>
                    <a:pt x="312865" y="332827"/>
                  </a:lnTo>
                  <a:lnTo>
                    <a:pt x="312820" y="333133"/>
                  </a:lnTo>
                  <a:lnTo>
                    <a:pt x="312364" y="333445"/>
                  </a:lnTo>
                  <a:lnTo>
                    <a:pt x="312518" y="332860"/>
                  </a:lnTo>
                  <a:lnTo>
                    <a:pt x="311810" y="332329"/>
                  </a:lnTo>
                  <a:lnTo>
                    <a:pt x="312058" y="332611"/>
                  </a:lnTo>
                  <a:lnTo>
                    <a:pt x="312197" y="332762"/>
                  </a:lnTo>
                  <a:lnTo>
                    <a:pt x="306703" y="334705"/>
                  </a:lnTo>
                  <a:lnTo>
                    <a:pt x="305651" y="334058"/>
                  </a:lnTo>
                  <a:lnTo>
                    <a:pt x="305300" y="334019"/>
                  </a:lnTo>
                  <a:lnTo>
                    <a:pt x="304194" y="334440"/>
                  </a:lnTo>
                  <a:lnTo>
                    <a:pt x="303428" y="336343"/>
                  </a:lnTo>
                  <a:lnTo>
                    <a:pt x="302801" y="336305"/>
                  </a:lnTo>
                  <a:lnTo>
                    <a:pt x="302660" y="336316"/>
                  </a:lnTo>
                  <a:lnTo>
                    <a:pt x="301950" y="336215"/>
                  </a:lnTo>
                  <a:lnTo>
                    <a:pt x="301521" y="336152"/>
                  </a:lnTo>
                  <a:lnTo>
                    <a:pt x="301154" y="336229"/>
                  </a:lnTo>
                  <a:lnTo>
                    <a:pt x="300915" y="336355"/>
                  </a:lnTo>
                  <a:lnTo>
                    <a:pt x="300730" y="336037"/>
                  </a:lnTo>
                  <a:lnTo>
                    <a:pt x="300577" y="336003"/>
                  </a:lnTo>
                  <a:lnTo>
                    <a:pt x="300466" y="335732"/>
                  </a:lnTo>
                  <a:lnTo>
                    <a:pt x="300370" y="335301"/>
                  </a:lnTo>
                  <a:lnTo>
                    <a:pt x="300134" y="335067"/>
                  </a:lnTo>
                  <a:lnTo>
                    <a:pt x="300081" y="334414"/>
                  </a:lnTo>
                  <a:lnTo>
                    <a:pt x="300349" y="334309"/>
                  </a:lnTo>
                  <a:lnTo>
                    <a:pt x="300032" y="333989"/>
                  </a:lnTo>
                  <a:lnTo>
                    <a:pt x="299865" y="334257"/>
                  </a:lnTo>
                  <a:lnTo>
                    <a:pt x="299635" y="334419"/>
                  </a:lnTo>
                  <a:lnTo>
                    <a:pt x="299578" y="334691"/>
                  </a:lnTo>
                  <a:lnTo>
                    <a:pt x="299417" y="334868"/>
                  </a:lnTo>
                  <a:lnTo>
                    <a:pt x="299665" y="334951"/>
                  </a:lnTo>
                  <a:lnTo>
                    <a:pt x="300049" y="335423"/>
                  </a:lnTo>
                  <a:lnTo>
                    <a:pt x="300253" y="335745"/>
                  </a:lnTo>
                  <a:lnTo>
                    <a:pt x="300254" y="336293"/>
                  </a:lnTo>
                  <a:lnTo>
                    <a:pt x="299385" y="337086"/>
                  </a:lnTo>
                  <a:lnTo>
                    <a:pt x="298949" y="337377"/>
                  </a:lnTo>
                  <a:lnTo>
                    <a:pt x="297956" y="338105"/>
                  </a:lnTo>
                  <a:lnTo>
                    <a:pt x="297492" y="338442"/>
                  </a:lnTo>
                  <a:lnTo>
                    <a:pt x="297276" y="338078"/>
                  </a:lnTo>
                  <a:lnTo>
                    <a:pt x="297015" y="337937"/>
                  </a:lnTo>
                  <a:lnTo>
                    <a:pt x="297135" y="338247"/>
                  </a:lnTo>
                  <a:lnTo>
                    <a:pt x="296763" y="338865"/>
                  </a:lnTo>
                  <a:lnTo>
                    <a:pt x="296345" y="339082"/>
                  </a:lnTo>
                  <a:lnTo>
                    <a:pt x="296161" y="339154"/>
                  </a:lnTo>
                  <a:lnTo>
                    <a:pt x="296014" y="339158"/>
                  </a:lnTo>
                  <a:lnTo>
                    <a:pt x="295829" y="339226"/>
                  </a:lnTo>
                  <a:lnTo>
                    <a:pt x="295491" y="339369"/>
                  </a:lnTo>
                  <a:lnTo>
                    <a:pt x="295426" y="339226"/>
                  </a:lnTo>
                  <a:lnTo>
                    <a:pt x="295367" y="339074"/>
                  </a:lnTo>
                  <a:lnTo>
                    <a:pt x="295372" y="338717"/>
                  </a:lnTo>
                  <a:lnTo>
                    <a:pt x="295040" y="338737"/>
                  </a:lnTo>
                  <a:lnTo>
                    <a:pt x="294701" y="338573"/>
                  </a:lnTo>
                  <a:lnTo>
                    <a:pt x="294857" y="338208"/>
                  </a:lnTo>
                  <a:lnTo>
                    <a:pt x="294804" y="337966"/>
                  </a:lnTo>
                  <a:lnTo>
                    <a:pt x="294946" y="337422"/>
                  </a:lnTo>
                  <a:lnTo>
                    <a:pt x="294697" y="337339"/>
                  </a:lnTo>
                  <a:lnTo>
                    <a:pt x="294735" y="337488"/>
                  </a:lnTo>
                  <a:lnTo>
                    <a:pt x="294597" y="337873"/>
                  </a:lnTo>
                  <a:lnTo>
                    <a:pt x="294565" y="338055"/>
                  </a:lnTo>
                  <a:lnTo>
                    <a:pt x="294483" y="338194"/>
                  </a:lnTo>
                  <a:lnTo>
                    <a:pt x="294380" y="338334"/>
                  </a:lnTo>
                  <a:lnTo>
                    <a:pt x="294327" y="338519"/>
                  </a:lnTo>
                  <a:lnTo>
                    <a:pt x="294342" y="338648"/>
                  </a:lnTo>
                  <a:lnTo>
                    <a:pt x="294469" y="338806"/>
                  </a:lnTo>
                  <a:lnTo>
                    <a:pt x="294872" y="339498"/>
                  </a:lnTo>
                  <a:lnTo>
                    <a:pt x="294468" y="339615"/>
                  </a:lnTo>
                  <a:lnTo>
                    <a:pt x="293470" y="339602"/>
                  </a:lnTo>
                  <a:lnTo>
                    <a:pt x="293394" y="339451"/>
                  </a:lnTo>
                  <a:lnTo>
                    <a:pt x="293337" y="339284"/>
                  </a:lnTo>
                  <a:lnTo>
                    <a:pt x="292790" y="339177"/>
                  </a:lnTo>
                  <a:lnTo>
                    <a:pt x="292973" y="339228"/>
                  </a:lnTo>
                  <a:lnTo>
                    <a:pt x="293130" y="339394"/>
                  </a:lnTo>
                  <a:lnTo>
                    <a:pt x="293244" y="339774"/>
                  </a:lnTo>
                  <a:lnTo>
                    <a:pt x="293011" y="340286"/>
                  </a:lnTo>
                  <a:lnTo>
                    <a:pt x="292617" y="340459"/>
                  </a:lnTo>
                  <a:lnTo>
                    <a:pt x="292042" y="340809"/>
                  </a:lnTo>
                  <a:lnTo>
                    <a:pt x="291518" y="341684"/>
                  </a:lnTo>
                  <a:lnTo>
                    <a:pt x="291483" y="342004"/>
                  </a:lnTo>
                  <a:lnTo>
                    <a:pt x="291457" y="342585"/>
                  </a:lnTo>
                  <a:lnTo>
                    <a:pt x="292849" y="343216"/>
                  </a:lnTo>
                  <a:lnTo>
                    <a:pt x="293165" y="343550"/>
                  </a:lnTo>
                  <a:lnTo>
                    <a:pt x="293356" y="344203"/>
                  </a:lnTo>
                  <a:lnTo>
                    <a:pt x="293178" y="344574"/>
                  </a:lnTo>
                  <a:lnTo>
                    <a:pt x="292322" y="344533"/>
                  </a:lnTo>
                  <a:lnTo>
                    <a:pt x="292451" y="344253"/>
                  </a:lnTo>
                  <a:lnTo>
                    <a:pt x="292273" y="344084"/>
                  </a:lnTo>
                  <a:lnTo>
                    <a:pt x="291708" y="344052"/>
                  </a:lnTo>
                  <a:lnTo>
                    <a:pt x="290799" y="343890"/>
                  </a:lnTo>
                  <a:lnTo>
                    <a:pt x="290664" y="343937"/>
                  </a:lnTo>
                  <a:lnTo>
                    <a:pt x="289776" y="344581"/>
                  </a:lnTo>
                  <a:lnTo>
                    <a:pt x="289029" y="344936"/>
                  </a:lnTo>
                  <a:lnTo>
                    <a:pt x="288363" y="344967"/>
                  </a:lnTo>
                  <a:lnTo>
                    <a:pt x="288116" y="344928"/>
                  </a:lnTo>
                  <a:lnTo>
                    <a:pt x="287976" y="344914"/>
                  </a:lnTo>
                  <a:lnTo>
                    <a:pt x="287449" y="344308"/>
                  </a:lnTo>
                  <a:lnTo>
                    <a:pt x="287558" y="344000"/>
                  </a:lnTo>
                  <a:lnTo>
                    <a:pt x="287371" y="343487"/>
                  </a:lnTo>
                  <a:lnTo>
                    <a:pt x="286772" y="343498"/>
                  </a:lnTo>
                  <a:lnTo>
                    <a:pt x="286382" y="343817"/>
                  </a:lnTo>
                  <a:lnTo>
                    <a:pt x="286245" y="344078"/>
                  </a:lnTo>
                  <a:lnTo>
                    <a:pt x="285908" y="344636"/>
                  </a:lnTo>
                  <a:lnTo>
                    <a:pt x="285560" y="345115"/>
                  </a:lnTo>
                  <a:lnTo>
                    <a:pt x="285085" y="345614"/>
                  </a:lnTo>
                  <a:lnTo>
                    <a:pt x="283250" y="346942"/>
                  </a:lnTo>
                  <a:lnTo>
                    <a:pt x="282985" y="347114"/>
                  </a:lnTo>
                  <a:lnTo>
                    <a:pt x="279605" y="349078"/>
                  </a:lnTo>
                  <a:lnTo>
                    <a:pt x="278876" y="350831"/>
                  </a:lnTo>
                  <a:lnTo>
                    <a:pt x="277466" y="352677"/>
                  </a:lnTo>
                  <a:lnTo>
                    <a:pt x="277331" y="352650"/>
                  </a:lnTo>
                  <a:lnTo>
                    <a:pt x="273756" y="353840"/>
                  </a:lnTo>
                  <a:lnTo>
                    <a:pt x="269788" y="356869"/>
                  </a:lnTo>
                  <a:lnTo>
                    <a:pt x="269658" y="356943"/>
                  </a:lnTo>
                  <a:lnTo>
                    <a:pt x="268398" y="357969"/>
                  </a:lnTo>
                  <a:lnTo>
                    <a:pt x="268353" y="358112"/>
                  </a:lnTo>
                  <a:lnTo>
                    <a:pt x="268285" y="358250"/>
                  </a:lnTo>
                  <a:lnTo>
                    <a:pt x="267079" y="360122"/>
                  </a:lnTo>
                  <a:lnTo>
                    <a:pt x="266544" y="359991"/>
                  </a:lnTo>
                  <a:lnTo>
                    <a:pt x="261142" y="367405"/>
                  </a:lnTo>
                  <a:lnTo>
                    <a:pt x="261361" y="367627"/>
                  </a:lnTo>
                  <a:lnTo>
                    <a:pt x="255216" y="373635"/>
                  </a:lnTo>
                  <a:lnTo>
                    <a:pt x="255044" y="373829"/>
                  </a:lnTo>
                  <a:lnTo>
                    <a:pt x="254904" y="374079"/>
                  </a:lnTo>
                  <a:lnTo>
                    <a:pt x="254079" y="377034"/>
                  </a:lnTo>
                  <a:lnTo>
                    <a:pt x="253750" y="377263"/>
                  </a:lnTo>
                  <a:lnTo>
                    <a:pt x="253028" y="377713"/>
                  </a:lnTo>
                  <a:lnTo>
                    <a:pt x="251935" y="378458"/>
                  </a:lnTo>
                  <a:lnTo>
                    <a:pt x="251920" y="378646"/>
                  </a:lnTo>
                  <a:lnTo>
                    <a:pt x="251789" y="379318"/>
                  </a:lnTo>
                  <a:lnTo>
                    <a:pt x="251180" y="378544"/>
                  </a:lnTo>
                  <a:lnTo>
                    <a:pt x="250676" y="378235"/>
                  </a:lnTo>
                  <a:lnTo>
                    <a:pt x="250520" y="378631"/>
                  </a:lnTo>
                  <a:lnTo>
                    <a:pt x="250060" y="378640"/>
                  </a:lnTo>
                  <a:lnTo>
                    <a:pt x="249931" y="378646"/>
                  </a:lnTo>
                  <a:lnTo>
                    <a:pt x="249491" y="378668"/>
                  </a:lnTo>
                  <a:lnTo>
                    <a:pt x="248792" y="378851"/>
                  </a:lnTo>
                  <a:lnTo>
                    <a:pt x="248683" y="378645"/>
                  </a:lnTo>
                  <a:lnTo>
                    <a:pt x="246929" y="379224"/>
                  </a:lnTo>
                  <a:lnTo>
                    <a:pt x="246300" y="379619"/>
                  </a:lnTo>
                  <a:lnTo>
                    <a:pt x="246012" y="379714"/>
                  </a:lnTo>
                  <a:lnTo>
                    <a:pt x="245603" y="379844"/>
                  </a:lnTo>
                  <a:lnTo>
                    <a:pt x="244464" y="380135"/>
                  </a:lnTo>
                  <a:lnTo>
                    <a:pt x="243976" y="380080"/>
                  </a:lnTo>
                  <a:lnTo>
                    <a:pt x="242678" y="379762"/>
                  </a:lnTo>
                  <a:lnTo>
                    <a:pt x="242532" y="379720"/>
                  </a:lnTo>
                  <a:lnTo>
                    <a:pt x="241843" y="379125"/>
                  </a:lnTo>
                  <a:lnTo>
                    <a:pt x="241587" y="379139"/>
                  </a:lnTo>
                  <a:lnTo>
                    <a:pt x="241215" y="379160"/>
                  </a:lnTo>
                  <a:lnTo>
                    <a:pt x="240458" y="379171"/>
                  </a:lnTo>
                  <a:lnTo>
                    <a:pt x="239725" y="378997"/>
                  </a:lnTo>
                  <a:lnTo>
                    <a:pt x="239513" y="378952"/>
                  </a:lnTo>
                  <a:lnTo>
                    <a:pt x="239146" y="378911"/>
                  </a:lnTo>
                  <a:lnTo>
                    <a:pt x="238713" y="378969"/>
                  </a:lnTo>
                  <a:lnTo>
                    <a:pt x="238486" y="378958"/>
                  </a:lnTo>
                  <a:lnTo>
                    <a:pt x="237932" y="378932"/>
                  </a:lnTo>
                  <a:lnTo>
                    <a:pt x="237687" y="378880"/>
                  </a:lnTo>
                  <a:lnTo>
                    <a:pt x="237445" y="378823"/>
                  </a:lnTo>
                  <a:lnTo>
                    <a:pt x="237302" y="378788"/>
                  </a:lnTo>
                  <a:lnTo>
                    <a:pt x="237068" y="378733"/>
                  </a:lnTo>
                  <a:lnTo>
                    <a:pt x="236542" y="378607"/>
                  </a:lnTo>
                  <a:lnTo>
                    <a:pt x="236393" y="378452"/>
                  </a:lnTo>
                  <a:lnTo>
                    <a:pt x="236771" y="378362"/>
                  </a:lnTo>
                  <a:lnTo>
                    <a:pt x="236760" y="377973"/>
                  </a:lnTo>
                  <a:lnTo>
                    <a:pt x="236447" y="378145"/>
                  </a:lnTo>
                  <a:lnTo>
                    <a:pt x="235974" y="378344"/>
                  </a:lnTo>
                  <a:lnTo>
                    <a:pt x="235796" y="378419"/>
                  </a:lnTo>
                  <a:lnTo>
                    <a:pt x="235243" y="378494"/>
                  </a:lnTo>
                  <a:lnTo>
                    <a:pt x="234830" y="378550"/>
                  </a:lnTo>
                  <a:lnTo>
                    <a:pt x="234278" y="378845"/>
                  </a:lnTo>
                  <a:lnTo>
                    <a:pt x="233723" y="379003"/>
                  </a:lnTo>
                  <a:lnTo>
                    <a:pt x="233413" y="379014"/>
                  </a:lnTo>
                  <a:lnTo>
                    <a:pt x="233208" y="379021"/>
                  </a:lnTo>
                  <a:lnTo>
                    <a:pt x="233045" y="379009"/>
                  </a:lnTo>
                  <a:lnTo>
                    <a:pt x="232494" y="379017"/>
                  </a:lnTo>
                  <a:lnTo>
                    <a:pt x="232119" y="379086"/>
                  </a:lnTo>
                  <a:lnTo>
                    <a:pt x="231913" y="379109"/>
                  </a:lnTo>
                  <a:lnTo>
                    <a:pt x="231723" y="378889"/>
                  </a:lnTo>
                  <a:lnTo>
                    <a:pt x="229675" y="379440"/>
                  </a:lnTo>
                  <a:lnTo>
                    <a:pt x="229183" y="378812"/>
                  </a:lnTo>
                  <a:lnTo>
                    <a:pt x="228863" y="378708"/>
                  </a:lnTo>
                  <a:lnTo>
                    <a:pt x="228595" y="378540"/>
                  </a:lnTo>
                  <a:lnTo>
                    <a:pt x="227963" y="378142"/>
                  </a:lnTo>
                  <a:lnTo>
                    <a:pt x="227929" y="377979"/>
                  </a:lnTo>
                  <a:lnTo>
                    <a:pt x="227945" y="377670"/>
                  </a:lnTo>
                  <a:lnTo>
                    <a:pt x="227897" y="377530"/>
                  </a:lnTo>
                  <a:lnTo>
                    <a:pt x="227655" y="377317"/>
                  </a:lnTo>
                  <a:lnTo>
                    <a:pt x="227092" y="377229"/>
                  </a:lnTo>
                  <a:lnTo>
                    <a:pt x="227485" y="377935"/>
                  </a:lnTo>
                  <a:lnTo>
                    <a:pt x="227524" y="378366"/>
                  </a:lnTo>
                  <a:lnTo>
                    <a:pt x="227435" y="378589"/>
                  </a:lnTo>
                  <a:lnTo>
                    <a:pt x="226783" y="378446"/>
                  </a:lnTo>
                  <a:lnTo>
                    <a:pt x="226883" y="379105"/>
                  </a:lnTo>
                  <a:lnTo>
                    <a:pt x="226987" y="379367"/>
                  </a:lnTo>
                  <a:lnTo>
                    <a:pt x="227195" y="379633"/>
                  </a:lnTo>
                  <a:lnTo>
                    <a:pt x="226979" y="380182"/>
                  </a:lnTo>
                  <a:lnTo>
                    <a:pt x="226671" y="380414"/>
                  </a:lnTo>
                  <a:lnTo>
                    <a:pt x="226617" y="380615"/>
                  </a:lnTo>
                  <a:lnTo>
                    <a:pt x="226173" y="380803"/>
                  </a:lnTo>
                  <a:lnTo>
                    <a:pt x="226095" y="381082"/>
                  </a:lnTo>
                  <a:lnTo>
                    <a:pt x="225756" y="381461"/>
                  </a:lnTo>
                  <a:lnTo>
                    <a:pt x="225130" y="381649"/>
                  </a:lnTo>
                  <a:lnTo>
                    <a:pt x="224423" y="381625"/>
                  </a:lnTo>
                  <a:lnTo>
                    <a:pt x="224209" y="381050"/>
                  </a:lnTo>
                  <a:lnTo>
                    <a:pt x="223748" y="381166"/>
                  </a:lnTo>
                  <a:lnTo>
                    <a:pt x="223493" y="381522"/>
                  </a:lnTo>
                  <a:lnTo>
                    <a:pt x="223607" y="382002"/>
                  </a:lnTo>
                  <a:lnTo>
                    <a:pt x="223310" y="382301"/>
                  </a:lnTo>
                  <a:lnTo>
                    <a:pt x="223124" y="382408"/>
                  </a:lnTo>
                  <a:lnTo>
                    <a:pt x="222697" y="382440"/>
                  </a:lnTo>
                  <a:lnTo>
                    <a:pt x="222809" y="382245"/>
                  </a:lnTo>
                  <a:lnTo>
                    <a:pt x="222838" y="381817"/>
                  </a:lnTo>
                  <a:lnTo>
                    <a:pt x="222822" y="381637"/>
                  </a:lnTo>
                  <a:lnTo>
                    <a:pt x="222694" y="381218"/>
                  </a:lnTo>
                  <a:lnTo>
                    <a:pt x="222517" y="380867"/>
                  </a:lnTo>
                  <a:lnTo>
                    <a:pt x="222234" y="380850"/>
                  </a:lnTo>
                  <a:lnTo>
                    <a:pt x="222080" y="380863"/>
                  </a:lnTo>
                  <a:lnTo>
                    <a:pt x="221408" y="381004"/>
                  </a:lnTo>
                  <a:lnTo>
                    <a:pt x="221375" y="381579"/>
                  </a:lnTo>
                  <a:lnTo>
                    <a:pt x="221350" y="381814"/>
                  </a:lnTo>
                  <a:lnTo>
                    <a:pt x="220458" y="381912"/>
                  </a:lnTo>
                  <a:lnTo>
                    <a:pt x="220458" y="382295"/>
                  </a:lnTo>
                  <a:lnTo>
                    <a:pt x="220068" y="382466"/>
                  </a:lnTo>
                  <a:lnTo>
                    <a:pt x="219755" y="382102"/>
                  </a:lnTo>
                  <a:lnTo>
                    <a:pt x="219599" y="382112"/>
                  </a:lnTo>
                  <a:lnTo>
                    <a:pt x="219118" y="382468"/>
                  </a:lnTo>
                  <a:lnTo>
                    <a:pt x="219244" y="382796"/>
                  </a:lnTo>
                  <a:lnTo>
                    <a:pt x="219136" y="383084"/>
                  </a:lnTo>
                  <a:lnTo>
                    <a:pt x="219002" y="383061"/>
                  </a:lnTo>
                  <a:lnTo>
                    <a:pt x="218834" y="383014"/>
                  </a:lnTo>
                  <a:lnTo>
                    <a:pt x="218364" y="383010"/>
                  </a:lnTo>
                  <a:lnTo>
                    <a:pt x="218028" y="383314"/>
                  </a:lnTo>
                  <a:lnTo>
                    <a:pt x="218000" y="383489"/>
                  </a:lnTo>
                  <a:lnTo>
                    <a:pt x="217799" y="383627"/>
                  </a:lnTo>
                  <a:lnTo>
                    <a:pt x="217395" y="383732"/>
                  </a:lnTo>
                  <a:lnTo>
                    <a:pt x="216783" y="383849"/>
                  </a:lnTo>
                  <a:lnTo>
                    <a:pt x="216617" y="383834"/>
                  </a:lnTo>
                  <a:lnTo>
                    <a:pt x="216244" y="383669"/>
                  </a:lnTo>
                  <a:lnTo>
                    <a:pt x="215964" y="383907"/>
                  </a:lnTo>
                  <a:lnTo>
                    <a:pt x="215662" y="384107"/>
                  </a:lnTo>
                  <a:lnTo>
                    <a:pt x="215341" y="384227"/>
                  </a:lnTo>
                  <a:lnTo>
                    <a:pt x="215221" y="383796"/>
                  </a:lnTo>
                  <a:lnTo>
                    <a:pt x="215269" y="383402"/>
                  </a:lnTo>
                  <a:lnTo>
                    <a:pt x="215471" y="382726"/>
                  </a:lnTo>
                  <a:lnTo>
                    <a:pt x="215713" y="382825"/>
                  </a:lnTo>
                  <a:lnTo>
                    <a:pt x="215988" y="382937"/>
                  </a:lnTo>
                  <a:lnTo>
                    <a:pt x="216494" y="382911"/>
                  </a:lnTo>
                  <a:lnTo>
                    <a:pt x="216701" y="382509"/>
                  </a:lnTo>
                  <a:lnTo>
                    <a:pt x="216550" y="382259"/>
                  </a:lnTo>
                  <a:lnTo>
                    <a:pt x="216308" y="382356"/>
                  </a:lnTo>
                  <a:lnTo>
                    <a:pt x="215945" y="382705"/>
                  </a:lnTo>
                  <a:lnTo>
                    <a:pt x="215599" y="382261"/>
                  </a:lnTo>
                  <a:lnTo>
                    <a:pt x="215662" y="382048"/>
                  </a:lnTo>
                  <a:lnTo>
                    <a:pt x="215793" y="381825"/>
                  </a:lnTo>
                  <a:lnTo>
                    <a:pt x="215983" y="381189"/>
                  </a:lnTo>
                  <a:lnTo>
                    <a:pt x="216162" y="381026"/>
                  </a:lnTo>
                  <a:lnTo>
                    <a:pt x="216197" y="380791"/>
                  </a:lnTo>
                  <a:lnTo>
                    <a:pt x="216242" y="380230"/>
                  </a:lnTo>
                  <a:lnTo>
                    <a:pt x="215983" y="380286"/>
                  </a:lnTo>
                  <a:lnTo>
                    <a:pt x="215993" y="380459"/>
                  </a:lnTo>
                  <a:lnTo>
                    <a:pt x="216008" y="380722"/>
                  </a:lnTo>
                  <a:lnTo>
                    <a:pt x="215738" y="381085"/>
                  </a:lnTo>
                  <a:lnTo>
                    <a:pt x="215531" y="381118"/>
                  </a:lnTo>
                  <a:lnTo>
                    <a:pt x="215329" y="381151"/>
                  </a:lnTo>
                  <a:lnTo>
                    <a:pt x="215418" y="381996"/>
                  </a:lnTo>
                  <a:lnTo>
                    <a:pt x="215408" y="382339"/>
                  </a:lnTo>
                  <a:lnTo>
                    <a:pt x="215153" y="382886"/>
                  </a:lnTo>
                  <a:lnTo>
                    <a:pt x="214704" y="382968"/>
                  </a:lnTo>
                  <a:lnTo>
                    <a:pt x="214456" y="382993"/>
                  </a:lnTo>
                  <a:lnTo>
                    <a:pt x="214297" y="382964"/>
                  </a:lnTo>
                  <a:lnTo>
                    <a:pt x="214268" y="382715"/>
                  </a:lnTo>
                  <a:lnTo>
                    <a:pt x="213072" y="382862"/>
                  </a:lnTo>
                  <a:lnTo>
                    <a:pt x="213017" y="382554"/>
                  </a:lnTo>
                  <a:lnTo>
                    <a:pt x="212634" y="382610"/>
                  </a:lnTo>
                  <a:lnTo>
                    <a:pt x="212187" y="382757"/>
                  </a:lnTo>
                  <a:lnTo>
                    <a:pt x="211563" y="382758"/>
                  </a:lnTo>
                  <a:lnTo>
                    <a:pt x="211081" y="382260"/>
                  </a:lnTo>
                  <a:lnTo>
                    <a:pt x="210926" y="381869"/>
                  </a:lnTo>
                  <a:lnTo>
                    <a:pt x="210590" y="381488"/>
                  </a:lnTo>
                  <a:lnTo>
                    <a:pt x="210470" y="381156"/>
                  </a:lnTo>
                  <a:lnTo>
                    <a:pt x="210483" y="381015"/>
                  </a:lnTo>
                  <a:lnTo>
                    <a:pt x="210206" y="380680"/>
                  </a:lnTo>
                  <a:lnTo>
                    <a:pt x="209991" y="380728"/>
                  </a:lnTo>
                  <a:lnTo>
                    <a:pt x="210002" y="381146"/>
                  </a:lnTo>
                  <a:lnTo>
                    <a:pt x="210782" y="382294"/>
                  </a:lnTo>
                  <a:lnTo>
                    <a:pt x="210641" y="382391"/>
                  </a:lnTo>
                  <a:lnTo>
                    <a:pt x="209558" y="382645"/>
                  </a:lnTo>
                  <a:lnTo>
                    <a:pt x="210062" y="383315"/>
                  </a:lnTo>
                  <a:lnTo>
                    <a:pt x="209687" y="383564"/>
                  </a:lnTo>
                  <a:lnTo>
                    <a:pt x="209150" y="383295"/>
                  </a:lnTo>
                  <a:lnTo>
                    <a:pt x="208968" y="383045"/>
                  </a:lnTo>
                  <a:lnTo>
                    <a:pt x="208324" y="382858"/>
                  </a:lnTo>
                  <a:lnTo>
                    <a:pt x="208561" y="383470"/>
                  </a:lnTo>
                  <a:lnTo>
                    <a:pt x="208705" y="383427"/>
                  </a:lnTo>
                  <a:lnTo>
                    <a:pt x="209110" y="383586"/>
                  </a:lnTo>
                  <a:lnTo>
                    <a:pt x="209768" y="384256"/>
                  </a:lnTo>
                  <a:lnTo>
                    <a:pt x="209552" y="385174"/>
                  </a:lnTo>
                  <a:lnTo>
                    <a:pt x="209686" y="385318"/>
                  </a:lnTo>
                  <a:lnTo>
                    <a:pt x="210206" y="385570"/>
                  </a:lnTo>
                  <a:lnTo>
                    <a:pt x="209832" y="385773"/>
                  </a:lnTo>
                  <a:lnTo>
                    <a:pt x="209145" y="385621"/>
                  </a:lnTo>
                  <a:lnTo>
                    <a:pt x="209003" y="385757"/>
                  </a:lnTo>
                  <a:lnTo>
                    <a:pt x="208693" y="385887"/>
                  </a:lnTo>
                  <a:lnTo>
                    <a:pt x="208326" y="385812"/>
                  </a:lnTo>
                  <a:lnTo>
                    <a:pt x="208083" y="385763"/>
                  </a:lnTo>
                  <a:lnTo>
                    <a:pt x="207159" y="385620"/>
                  </a:lnTo>
                  <a:lnTo>
                    <a:pt x="207027" y="385708"/>
                  </a:lnTo>
                  <a:lnTo>
                    <a:pt x="206878" y="386381"/>
                  </a:lnTo>
                  <a:lnTo>
                    <a:pt x="207091" y="386365"/>
                  </a:lnTo>
                  <a:lnTo>
                    <a:pt x="207335" y="386477"/>
                  </a:lnTo>
                  <a:lnTo>
                    <a:pt x="207184" y="386572"/>
                  </a:lnTo>
                  <a:lnTo>
                    <a:pt x="207283" y="386952"/>
                  </a:lnTo>
                  <a:lnTo>
                    <a:pt x="206757" y="387095"/>
                  </a:lnTo>
                  <a:lnTo>
                    <a:pt x="206614" y="387203"/>
                  </a:lnTo>
                  <a:lnTo>
                    <a:pt x="206465" y="387207"/>
                  </a:lnTo>
                  <a:lnTo>
                    <a:pt x="206331" y="387211"/>
                  </a:lnTo>
                  <a:lnTo>
                    <a:pt x="205610" y="387211"/>
                  </a:lnTo>
                  <a:lnTo>
                    <a:pt x="205598" y="386953"/>
                  </a:lnTo>
                  <a:lnTo>
                    <a:pt x="205168" y="387059"/>
                  </a:lnTo>
                  <a:lnTo>
                    <a:pt x="205001" y="386881"/>
                  </a:lnTo>
                  <a:lnTo>
                    <a:pt x="204719" y="386939"/>
                  </a:lnTo>
                  <a:lnTo>
                    <a:pt x="204431" y="387179"/>
                  </a:lnTo>
                  <a:lnTo>
                    <a:pt x="204512" y="387384"/>
                  </a:lnTo>
                  <a:lnTo>
                    <a:pt x="204167" y="387733"/>
                  </a:lnTo>
                  <a:lnTo>
                    <a:pt x="203950" y="387800"/>
                  </a:lnTo>
                  <a:lnTo>
                    <a:pt x="203623" y="388036"/>
                  </a:lnTo>
                  <a:lnTo>
                    <a:pt x="203456" y="388413"/>
                  </a:lnTo>
                  <a:lnTo>
                    <a:pt x="203033" y="388467"/>
                  </a:lnTo>
                  <a:lnTo>
                    <a:pt x="202525" y="388048"/>
                  </a:lnTo>
                  <a:lnTo>
                    <a:pt x="202541" y="387891"/>
                  </a:lnTo>
                  <a:lnTo>
                    <a:pt x="202824" y="387597"/>
                  </a:lnTo>
                  <a:lnTo>
                    <a:pt x="202592" y="387495"/>
                  </a:lnTo>
                  <a:lnTo>
                    <a:pt x="201729" y="386829"/>
                  </a:lnTo>
                  <a:lnTo>
                    <a:pt x="201528" y="386729"/>
                  </a:lnTo>
                  <a:lnTo>
                    <a:pt x="201390" y="386798"/>
                  </a:lnTo>
                  <a:lnTo>
                    <a:pt x="201244" y="386871"/>
                  </a:lnTo>
                  <a:lnTo>
                    <a:pt x="201346" y="387640"/>
                  </a:lnTo>
                  <a:lnTo>
                    <a:pt x="200800" y="387814"/>
                  </a:lnTo>
                  <a:lnTo>
                    <a:pt x="200666" y="387744"/>
                  </a:lnTo>
                  <a:lnTo>
                    <a:pt x="200369" y="387291"/>
                  </a:lnTo>
                  <a:lnTo>
                    <a:pt x="200055" y="387359"/>
                  </a:lnTo>
                  <a:lnTo>
                    <a:pt x="199479" y="387629"/>
                  </a:lnTo>
                  <a:lnTo>
                    <a:pt x="199214" y="387701"/>
                  </a:lnTo>
                  <a:lnTo>
                    <a:pt x="199100" y="387365"/>
                  </a:lnTo>
                  <a:lnTo>
                    <a:pt x="198448" y="387418"/>
                  </a:lnTo>
                  <a:lnTo>
                    <a:pt x="198017" y="387596"/>
                  </a:lnTo>
                  <a:lnTo>
                    <a:pt x="197728" y="387672"/>
                  </a:lnTo>
                  <a:lnTo>
                    <a:pt x="197527" y="387660"/>
                  </a:lnTo>
                  <a:lnTo>
                    <a:pt x="197286" y="387502"/>
                  </a:lnTo>
                  <a:lnTo>
                    <a:pt x="197330" y="386982"/>
                  </a:lnTo>
                  <a:lnTo>
                    <a:pt x="197127" y="386800"/>
                  </a:lnTo>
                  <a:lnTo>
                    <a:pt x="197082" y="387051"/>
                  </a:lnTo>
                  <a:lnTo>
                    <a:pt x="196790" y="387482"/>
                  </a:lnTo>
                  <a:lnTo>
                    <a:pt x="196491" y="387751"/>
                  </a:lnTo>
                  <a:lnTo>
                    <a:pt x="196278" y="387794"/>
                  </a:lnTo>
                  <a:lnTo>
                    <a:pt x="195945" y="387843"/>
                  </a:lnTo>
                  <a:lnTo>
                    <a:pt x="196191" y="387927"/>
                  </a:lnTo>
                  <a:lnTo>
                    <a:pt x="196538" y="387944"/>
                  </a:lnTo>
                  <a:lnTo>
                    <a:pt x="196752" y="388077"/>
                  </a:lnTo>
                  <a:lnTo>
                    <a:pt x="196867" y="388249"/>
                  </a:lnTo>
                  <a:lnTo>
                    <a:pt x="196566" y="388486"/>
                  </a:lnTo>
                  <a:lnTo>
                    <a:pt x="196350" y="388656"/>
                  </a:lnTo>
                  <a:lnTo>
                    <a:pt x="195973" y="388790"/>
                  </a:lnTo>
                  <a:lnTo>
                    <a:pt x="195440" y="389214"/>
                  </a:lnTo>
                  <a:lnTo>
                    <a:pt x="195188" y="389502"/>
                  </a:lnTo>
                  <a:lnTo>
                    <a:pt x="195400" y="389816"/>
                  </a:lnTo>
                  <a:lnTo>
                    <a:pt x="195394" y="390168"/>
                  </a:lnTo>
                  <a:lnTo>
                    <a:pt x="195383" y="390775"/>
                  </a:lnTo>
                  <a:lnTo>
                    <a:pt x="194268" y="390920"/>
                  </a:lnTo>
                  <a:lnTo>
                    <a:pt x="194032" y="390232"/>
                  </a:lnTo>
                  <a:lnTo>
                    <a:pt x="192344" y="390587"/>
                  </a:lnTo>
                  <a:lnTo>
                    <a:pt x="192206" y="390346"/>
                  </a:lnTo>
                  <a:lnTo>
                    <a:pt x="190656" y="390756"/>
                  </a:lnTo>
                  <a:lnTo>
                    <a:pt x="190463" y="390560"/>
                  </a:lnTo>
                  <a:lnTo>
                    <a:pt x="189380" y="390803"/>
                  </a:lnTo>
                  <a:lnTo>
                    <a:pt x="189576" y="391088"/>
                  </a:lnTo>
                  <a:lnTo>
                    <a:pt x="189047" y="391191"/>
                  </a:lnTo>
                  <a:lnTo>
                    <a:pt x="189374" y="392222"/>
                  </a:lnTo>
                  <a:lnTo>
                    <a:pt x="188381" y="392638"/>
                  </a:lnTo>
                  <a:lnTo>
                    <a:pt x="188253" y="392691"/>
                  </a:lnTo>
                  <a:lnTo>
                    <a:pt x="187615" y="391726"/>
                  </a:lnTo>
                  <a:lnTo>
                    <a:pt x="187412" y="391754"/>
                  </a:lnTo>
                  <a:lnTo>
                    <a:pt x="186839" y="392237"/>
                  </a:lnTo>
                  <a:lnTo>
                    <a:pt x="187698" y="392865"/>
                  </a:lnTo>
                  <a:lnTo>
                    <a:pt x="183549" y="394588"/>
                  </a:lnTo>
                  <a:lnTo>
                    <a:pt x="182794" y="394019"/>
                  </a:lnTo>
                  <a:lnTo>
                    <a:pt x="182558" y="394247"/>
                  </a:lnTo>
                  <a:lnTo>
                    <a:pt x="182191" y="394602"/>
                  </a:lnTo>
                  <a:lnTo>
                    <a:pt x="181987" y="395083"/>
                  </a:lnTo>
                  <a:lnTo>
                    <a:pt x="181907" y="395317"/>
                  </a:lnTo>
                  <a:lnTo>
                    <a:pt x="181787" y="395517"/>
                  </a:lnTo>
                  <a:lnTo>
                    <a:pt x="181557" y="395452"/>
                  </a:lnTo>
                  <a:lnTo>
                    <a:pt x="181206" y="395004"/>
                  </a:lnTo>
                  <a:lnTo>
                    <a:pt x="180975" y="394819"/>
                  </a:lnTo>
                  <a:lnTo>
                    <a:pt x="180228" y="394241"/>
                  </a:lnTo>
                  <a:lnTo>
                    <a:pt x="179840" y="394467"/>
                  </a:lnTo>
                  <a:lnTo>
                    <a:pt x="179983" y="394664"/>
                  </a:lnTo>
                  <a:lnTo>
                    <a:pt x="180246" y="394833"/>
                  </a:lnTo>
                  <a:lnTo>
                    <a:pt x="180006" y="395454"/>
                  </a:lnTo>
                  <a:lnTo>
                    <a:pt x="179965" y="395793"/>
                  </a:lnTo>
                  <a:lnTo>
                    <a:pt x="179883" y="396048"/>
                  </a:lnTo>
                  <a:lnTo>
                    <a:pt x="179593" y="396674"/>
                  </a:lnTo>
                  <a:lnTo>
                    <a:pt x="179315" y="396615"/>
                  </a:lnTo>
                  <a:lnTo>
                    <a:pt x="179331" y="396343"/>
                  </a:lnTo>
                  <a:lnTo>
                    <a:pt x="179199" y="396343"/>
                  </a:lnTo>
                  <a:lnTo>
                    <a:pt x="178836" y="396725"/>
                  </a:lnTo>
                  <a:lnTo>
                    <a:pt x="179156" y="397069"/>
                  </a:lnTo>
                  <a:lnTo>
                    <a:pt x="179031" y="397316"/>
                  </a:lnTo>
                  <a:lnTo>
                    <a:pt x="178668" y="397020"/>
                  </a:lnTo>
                  <a:lnTo>
                    <a:pt x="178223" y="397083"/>
                  </a:lnTo>
                  <a:lnTo>
                    <a:pt x="178330" y="397321"/>
                  </a:lnTo>
                  <a:lnTo>
                    <a:pt x="177906" y="397414"/>
                  </a:lnTo>
                  <a:lnTo>
                    <a:pt x="177616" y="397522"/>
                  </a:lnTo>
                  <a:lnTo>
                    <a:pt x="176967" y="398120"/>
                  </a:lnTo>
                  <a:lnTo>
                    <a:pt x="176850" y="397911"/>
                  </a:lnTo>
                  <a:lnTo>
                    <a:pt x="177003" y="397729"/>
                  </a:lnTo>
                  <a:lnTo>
                    <a:pt x="177014" y="397215"/>
                  </a:lnTo>
                  <a:lnTo>
                    <a:pt x="176807" y="397024"/>
                  </a:lnTo>
                  <a:lnTo>
                    <a:pt x="176448" y="397423"/>
                  </a:lnTo>
                  <a:lnTo>
                    <a:pt x="176575" y="397767"/>
                  </a:lnTo>
                  <a:lnTo>
                    <a:pt x="176382" y="398336"/>
                  </a:lnTo>
                  <a:lnTo>
                    <a:pt x="176336" y="398472"/>
                  </a:lnTo>
                  <a:lnTo>
                    <a:pt x="176270" y="398856"/>
                  </a:lnTo>
                  <a:lnTo>
                    <a:pt x="176353" y="399221"/>
                  </a:lnTo>
                  <a:lnTo>
                    <a:pt x="176457" y="399630"/>
                  </a:lnTo>
                  <a:lnTo>
                    <a:pt x="176486" y="399852"/>
                  </a:lnTo>
                  <a:lnTo>
                    <a:pt x="176516" y="400081"/>
                  </a:lnTo>
                  <a:lnTo>
                    <a:pt x="176081" y="400274"/>
                  </a:lnTo>
                  <a:lnTo>
                    <a:pt x="175855" y="399462"/>
                  </a:lnTo>
                  <a:lnTo>
                    <a:pt x="174560" y="400637"/>
                  </a:lnTo>
                  <a:lnTo>
                    <a:pt x="174198" y="400760"/>
                  </a:lnTo>
                  <a:lnTo>
                    <a:pt x="173628" y="400940"/>
                  </a:lnTo>
                  <a:lnTo>
                    <a:pt x="173244" y="400554"/>
                  </a:lnTo>
                  <a:lnTo>
                    <a:pt x="173374" y="401086"/>
                  </a:lnTo>
                  <a:lnTo>
                    <a:pt x="173359" y="401332"/>
                  </a:lnTo>
                  <a:lnTo>
                    <a:pt x="173000" y="401595"/>
                  </a:lnTo>
                  <a:lnTo>
                    <a:pt x="172572" y="401594"/>
                  </a:lnTo>
                  <a:lnTo>
                    <a:pt x="172496" y="401465"/>
                  </a:lnTo>
                  <a:lnTo>
                    <a:pt x="172314" y="401468"/>
                  </a:lnTo>
                  <a:lnTo>
                    <a:pt x="171686" y="401479"/>
                  </a:lnTo>
                  <a:lnTo>
                    <a:pt x="171053" y="401540"/>
                  </a:lnTo>
                  <a:lnTo>
                    <a:pt x="171000" y="400774"/>
                  </a:lnTo>
                  <a:lnTo>
                    <a:pt x="170380" y="400832"/>
                  </a:lnTo>
                  <a:lnTo>
                    <a:pt x="168752" y="400841"/>
                  </a:lnTo>
                  <a:lnTo>
                    <a:pt x="167997" y="400971"/>
                  </a:lnTo>
                  <a:lnTo>
                    <a:pt x="167897" y="401285"/>
                  </a:lnTo>
                  <a:lnTo>
                    <a:pt x="167839" y="401665"/>
                  </a:lnTo>
                  <a:lnTo>
                    <a:pt x="166345" y="402404"/>
                  </a:lnTo>
                  <a:lnTo>
                    <a:pt x="165726" y="402664"/>
                  </a:lnTo>
                  <a:lnTo>
                    <a:pt x="165565" y="402581"/>
                  </a:lnTo>
                  <a:lnTo>
                    <a:pt x="165392" y="402799"/>
                  </a:lnTo>
                  <a:lnTo>
                    <a:pt x="165533" y="403053"/>
                  </a:lnTo>
                  <a:lnTo>
                    <a:pt x="165709" y="403367"/>
                  </a:lnTo>
                  <a:lnTo>
                    <a:pt x="164193" y="404174"/>
                  </a:lnTo>
                  <a:lnTo>
                    <a:pt x="163938" y="404307"/>
                  </a:lnTo>
                  <a:lnTo>
                    <a:pt x="164573" y="404761"/>
                  </a:lnTo>
                  <a:lnTo>
                    <a:pt x="164493" y="405216"/>
                  </a:lnTo>
                  <a:lnTo>
                    <a:pt x="164250" y="405393"/>
                  </a:lnTo>
                  <a:lnTo>
                    <a:pt x="163894" y="405213"/>
                  </a:lnTo>
                  <a:lnTo>
                    <a:pt x="163397" y="404540"/>
                  </a:lnTo>
                  <a:lnTo>
                    <a:pt x="163169" y="404808"/>
                  </a:lnTo>
                  <a:lnTo>
                    <a:pt x="162144" y="406052"/>
                  </a:lnTo>
                  <a:lnTo>
                    <a:pt x="161486" y="405916"/>
                  </a:lnTo>
                  <a:lnTo>
                    <a:pt x="161296" y="405757"/>
                  </a:lnTo>
                  <a:lnTo>
                    <a:pt x="161365" y="406098"/>
                  </a:lnTo>
                  <a:lnTo>
                    <a:pt x="161658" y="406127"/>
                  </a:lnTo>
                  <a:lnTo>
                    <a:pt x="161997" y="406501"/>
                  </a:lnTo>
                  <a:lnTo>
                    <a:pt x="161988" y="406800"/>
                  </a:lnTo>
                  <a:lnTo>
                    <a:pt x="161819" y="407002"/>
                  </a:lnTo>
                  <a:lnTo>
                    <a:pt x="161011" y="407798"/>
                  </a:lnTo>
                  <a:lnTo>
                    <a:pt x="160932" y="408260"/>
                  </a:lnTo>
                  <a:lnTo>
                    <a:pt x="161120" y="408485"/>
                  </a:lnTo>
                  <a:lnTo>
                    <a:pt x="160837" y="408668"/>
                  </a:lnTo>
                  <a:lnTo>
                    <a:pt x="160585" y="408741"/>
                  </a:lnTo>
                  <a:lnTo>
                    <a:pt x="160327" y="408490"/>
                  </a:lnTo>
                  <a:lnTo>
                    <a:pt x="160152" y="408529"/>
                  </a:lnTo>
                  <a:lnTo>
                    <a:pt x="159444" y="408882"/>
                  </a:lnTo>
                  <a:lnTo>
                    <a:pt x="159370" y="409251"/>
                  </a:lnTo>
                  <a:lnTo>
                    <a:pt x="159359" y="409397"/>
                  </a:lnTo>
                  <a:lnTo>
                    <a:pt x="159118" y="409403"/>
                  </a:lnTo>
                  <a:lnTo>
                    <a:pt x="159099" y="409214"/>
                  </a:lnTo>
                  <a:lnTo>
                    <a:pt x="158846" y="409108"/>
                  </a:lnTo>
                  <a:lnTo>
                    <a:pt x="158591" y="409169"/>
                  </a:lnTo>
                  <a:lnTo>
                    <a:pt x="158200" y="409321"/>
                  </a:lnTo>
                  <a:lnTo>
                    <a:pt x="157883" y="409533"/>
                  </a:lnTo>
                  <a:lnTo>
                    <a:pt x="157416" y="409887"/>
                  </a:lnTo>
                  <a:lnTo>
                    <a:pt x="157280" y="409902"/>
                  </a:lnTo>
                  <a:lnTo>
                    <a:pt x="156894" y="410085"/>
                  </a:lnTo>
                  <a:lnTo>
                    <a:pt x="156649" y="410267"/>
                  </a:lnTo>
                  <a:lnTo>
                    <a:pt x="156421" y="410503"/>
                  </a:lnTo>
                  <a:lnTo>
                    <a:pt x="155991" y="411107"/>
                  </a:lnTo>
                  <a:lnTo>
                    <a:pt x="155453" y="411159"/>
                  </a:lnTo>
                  <a:lnTo>
                    <a:pt x="155119" y="411346"/>
                  </a:lnTo>
                  <a:lnTo>
                    <a:pt x="154943" y="411534"/>
                  </a:lnTo>
                  <a:lnTo>
                    <a:pt x="154824" y="411758"/>
                  </a:lnTo>
                  <a:lnTo>
                    <a:pt x="155173" y="412555"/>
                  </a:lnTo>
                  <a:lnTo>
                    <a:pt x="154991" y="412990"/>
                  </a:lnTo>
                  <a:lnTo>
                    <a:pt x="154850" y="413266"/>
                  </a:lnTo>
                  <a:lnTo>
                    <a:pt x="154672" y="413618"/>
                  </a:lnTo>
                  <a:lnTo>
                    <a:pt x="153989" y="413497"/>
                  </a:lnTo>
                  <a:lnTo>
                    <a:pt x="153697" y="413540"/>
                  </a:lnTo>
                  <a:lnTo>
                    <a:pt x="153921" y="413647"/>
                  </a:lnTo>
                  <a:lnTo>
                    <a:pt x="154434" y="413698"/>
                  </a:lnTo>
                  <a:lnTo>
                    <a:pt x="154612" y="413736"/>
                  </a:lnTo>
                  <a:lnTo>
                    <a:pt x="154988" y="413922"/>
                  </a:lnTo>
                  <a:lnTo>
                    <a:pt x="154906" y="414445"/>
                  </a:lnTo>
                  <a:lnTo>
                    <a:pt x="155170" y="414517"/>
                  </a:lnTo>
                  <a:lnTo>
                    <a:pt x="155569" y="414590"/>
                  </a:lnTo>
                  <a:lnTo>
                    <a:pt x="156021" y="414653"/>
                  </a:lnTo>
                  <a:lnTo>
                    <a:pt x="156211" y="414728"/>
                  </a:lnTo>
                  <a:lnTo>
                    <a:pt x="156649" y="414741"/>
                  </a:lnTo>
                  <a:lnTo>
                    <a:pt x="156924" y="414900"/>
                  </a:lnTo>
                  <a:lnTo>
                    <a:pt x="157069" y="414947"/>
                  </a:lnTo>
                  <a:lnTo>
                    <a:pt x="157365" y="415058"/>
                  </a:lnTo>
                  <a:lnTo>
                    <a:pt x="156762" y="414894"/>
                  </a:lnTo>
                  <a:lnTo>
                    <a:pt x="156311" y="414913"/>
                  </a:lnTo>
                  <a:lnTo>
                    <a:pt x="156178" y="414965"/>
                  </a:lnTo>
                  <a:lnTo>
                    <a:pt x="155862" y="415090"/>
                  </a:lnTo>
                  <a:lnTo>
                    <a:pt x="155686" y="415160"/>
                  </a:lnTo>
                  <a:lnTo>
                    <a:pt x="155254" y="415267"/>
                  </a:lnTo>
                  <a:lnTo>
                    <a:pt x="155017" y="415342"/>
                  </a:lnTo>
                  <a:lnTo>
                    <a:pt x="154966" y="415533"/>
                  </a:lnTo>
                  <a:lnTo>
                    <a:pt x="154763" y="415913"/>
                  </a:lnTo>
                  <a:lnTo>
                    <a:pt x="154346" y="416012"/>
                  </a:lnTo>
                  <a:lnTo>
                    <a:pt x="154147" y="416071"/>
                  </a:lnTo>
                  <a:lnTo>
                    <a:pt x="153965" y="416124"/>
                  </a:lnTo>
                  <a:lnTo>
                    <a:pt x="153892" y="416254"/>
                  </a:lnTo>
                  <a:lnTo>
                    <a:pt x="153800" y="416609"/>
                  </a:lnTo>
                  <a:lnTo>
                    <a:pt x="153646" y="416585"/>
                  </a:lnTo>
                  <a:lnTo>
                    <a:pt x="153372" y="416441"/>
                  </a:lnTo>
                  <a:lnTo>
                    <a:pt x="153447" y="417124"/>
                  </a:lnTo>
                  <a:lnTo>
                    <a:pt x="153189" y="417147"/>
                  </a:lnTo>
                  <a:lnTo>
                    <a:pt x="152964" y="416998"/>
                  </a:lnTo>
                  <a:lnTo>
                    <a:pt x="152728" y="417028"/>
                  </a:lnTo>
                  <a:lnTo>
                    <a:pt x="152248" y="417212"/>
                  </a:lnTo>
                  <a:lnTo>
                    <a:pt x="151969" y="417116"/>
                  </a:lnTo>
                  <a:lnTo>
                    <a:pt x="151652" y="416984"/>
                  </a:lnTo>
                  <a:lnTo>
                    <a:pt x="151574" y="416849"/>
                  </a:lnTo>
                  <a:lnTo>
                    <a:pt x="151605" y="416704"/>
                  </a:lnTo>
                  <a:lnTo>
                    <a:pt x="151423" y="416635"/>
                  </a:lnTo>
                  <a:lnTo>
                    <a:pt x="151201" y="416617"/>
                  </a:lnTo>
                  <a:lnTo>
                    <a:pt x="151128" y="416793"/>
                  </a:lnTo>
                  <a:lnTo>
                    <a:pt x="151351" y="417631"/>
                  </a:lnTo>
                  <a:lnTo>
                    <a:pt x="151477" y="418055"/>
                  </a:lnTo>
                  <a:lnTo>
                    <a:pt x="152130" y="418694"/>
                  </a:lnTo>
                  <a:lnTo>
                    <a:pt x="152331" y="418930"/>
                  </a:lnTo>
                  <a:lnTo>
                    <a:pt x="152512" y="419173"/>
                  </a:lnTo>
                  <a:lnTo>
                    <a:pt x="152171" y="419669"/>
                  </a:lnTo>
                  <a:lnTo>
                    <a:pt x="151866" y="419545"/>
                  </a:lnTo>
                  <a:lnTo>
                    <a:pt x="151696" y="419509"/>
                  </a:lnTo>
                  <a:lnTo>
                    <a:pt x="151525" y="419474"/>
                  </a:lnTo>
                  <a:lnTo>
                    <a:pt x="151091" y="419328"/>
                  </a:lnTo>
                  <a:lnTo>
                    <a:pt x="150992" y="419186"/>
                  </a:lnTo>
                  <a:lnTo>
                    <a:pt x="150697" y="419047"/>
                  </a:lnTo>
                  <a:lnTo>
                    <a:pt x="150294" y="418952"/>
                  </a:lnTo>
                  <a:lnTo>
                    <a:pt x="149723" y="419138"/>
                  </a:lnTo>
                  <a:lnTo>
                    <a:pt x="149131" y="419412"/>
                  </a:lnTo>
                  <a:lnTo>
                    <a:pt x="148640" y="419694"/>
                  </a:lnTo>
                  <a:lnTo>
                    <a:pt x="148171" y="420552"/>
                  </a:lnTo>
                  <a:lnTo>
                    <a:pt x="148102" y="420772"/>
                  </a:lnTo>
                  <a:lnTo>
                    <a:pt x="148022" y="421148"/>
                  </a:lnTo>
                  <a:lnTo>
                    <a:pt x="147801" y="421478"/>
                  </a:lnTo>
                  <a:lnTo>
                    <a:pt x="147387" y="421240"/>
                  </a:lnTo>
                  <a:lnTo>
                    <a:pt x="147048" y="421050"/>
                  </a:lnTo>
                  <a:lnTo>
                    <a:pt x="146612" y="420832"/>
                  </a:lnTo>
                  <a:lnTo>
                    <a:pt x="146315" y="420529"/>
                  </a:lnTo>
                  <a:lnTo>
                    <a:pt x="146231" y="420378"/>
                  </a:lnTo>
                  <a:lnTo>
                    <a:pt x="145890" y="420117"/>
                  </a:lnTo>
                  <a:lnTo>
                    <a:pt x="145471" y="420027"/>
                  </a:lnTo>
                  <a:lnTo>
                    <a:pt x="145195" y="420034"/>
                  </a:lnTo>
                  <a:lnTo>
                    <a:pt x="144765" y="420334"/>
                  </a:lnTo>
                  <a:lnTo>
                    <a:pt x="144812" y="420713"/>
                  </a:lnTo>
                  <a:lnTo>
                    <a:pt x="144972" y="420936"/>
                  </a:lnTo>
                  <a:lnTo>
                    <a:pt x="145103" y="421012"/>
                  </a:lnTo>
                  <a:lnTo>
                    <a:pt x="145318" y="421039"/>
                  </a:lnTo>
                  <a:lnTo>
                    <a:pt x="145450" y="420994"/>
                  </a:lnTo>
                  <a:lnTo>
                    <a:pt x="145587" y="421399"/>
                  </a:lnTo>
                  <a:lnTo>
                    <a:pt x="145859" y="421894"/>
                  </a:lnTo>
                  <a:lnTo>
                    <a:pt x="145941" y="422145"/>
                  </a:lnTo>
                  <a:lnTo>
                    <a:pt x="145563" y="422303"/>
                  </a:lnTo>
                  <a:lnTo>
                    <a:pt x="145487" y="422085"/>
                  </a:lnTo>
                  <a:lnTo>
                    <a:pt x="145264" y="421637"/>
                  </a:lnTo>
                  <a:lnTo>
                    <a:pt x="144945" y="421492"/>
                  </a:lnTo>
                  <a:lnTo>
                    <a:pt x="144792" y="421523"/>
                  </a:lnTo>
                  <a:lnTo>
                    <a:pt x="144597" y="421592"/>
                  </a:lnTo>
                  <a:lnTo>
                    <a:pt x="144281" y="421677"/>
                  </a:lnTo>
                  <a:lnTo>
                    <a:pt x="144007" y="421616"/>
                  </a:lnTo>
                  <a:lnTo>
                    <a:pt x="143386" y="421280"/>
                  </a:lnTo>
                  <a:lnTo>
                    <a:pt x="142882" y="421128"/>
                  </a:lnTo>
                  <a:lnTo>
                    <a:pt x="142396" y="420982"/>
                  </a:lnTo>
                  <a:lnTo>
                    <a:pt x="141983" y="420966"/>
                  </a:lnTo>
                  <a:lnTo>
                    <a:pt x="142212" y="421485"/>
                  </a:lnTo>
                  <a:lnTo>
                    <a:pt x="142345" y="421740"/>
                  </a:lnTo>
                  <a:lnTo>
                    <a:pt x="142709" y="422065"/>
                  </a:lnTo>
                  <a:lnTo>
                    <a:pt x="143084" y="422385"/>
                  </a:lnTo>
                  <a:lnTo>
                    <a:pt x="143303" y="422517"/>
                  </a:lnTo>
                  <a:lnTo>
                    <a:pt x="143535" y="422657"/>
                  </a:lnTo>
                  <a:lnTo>
                    <a:pt x="143685" y="422749"/>
                  </a:lnTo>
                  <a:lnTo>
                    <a:pt x="144587" y="423446"/>
                  </a:lnTo>
                  <a:lnTo>
                    <a:pt x="144520" y="423818"/>
                  </a:lnTo>
                  <a:lnTo>
                    <a:pt x="144625" y="424577"/>
                  </a:lnTo>
                  <a:lnTo>
                    <a:pt x="144740" y="424990"/>
                  </a:lnTo>
                  <a:lnTo>
                    <a:pt x="144544" y="425181"/>
                  </a:lnTo>
                  <a:lnTo>
                    <a:pt x="144280" y="425438"/>
                  </a:lnTo>
                  <a:lnTo>
                    <a:pt x="144153" y="425520"/>
                  </a:lnTo>
                  <a:lnTo>
                    <a:pt x="143633" y="425856"/>
                  </a:lnTo>
                  <a:lnTo>
                    <a:pt x="143117" y="426238"/>
                  </a:lnTo>
                  <a:lnTo>
                    <a:pt x="142959" y="426304"/>
                  </a:lnTo>
                  <a:lnTo>
                    <a:pt x="142436" y="426050"/>
                  </a:lnTo>
                  <a:lnTo>
                    <a:pt x="142170" y="425899"/>
                  </a:lnTo>
                  <a:lnTo>
                    <a:pt x="142025" y="425944"/>
                  </a:lnTo>
                  <a:lnTo>
                    <a:pt x="141569" y="425681"/>
                  </a:lnTo>
                  <a:lnTo>
                    <a:pt x="141521" y="425342"/>
                  </a:lnTo>
                  <a:lnTo>
                    <a:pt x="141652" y="425326"/>
                  </a:lnTo>
                  <a:lnTo>
                    <a:pt x="141938" y="425181"/>
                  </a:lnTo>
                  <a:lnTo>
                    <a:pt x="141467" y="424692"/>
                  </a:lnTo>
                  <a:lnTo>
                    <a:pt x="141143" y="424806"/>
                  </a:lnTo>
                  <a:lnTo>
                    <a:pt x="140611" y="424665"/>
                  </a:lnTo>
                  <a:lnTo>
                    <a:pt x="140740" y="424542"/>
                  </a:lnTo>
                  <a:lnTo>
                    <a:pt x="140537" y="424322"/>
                  </a:lnTo>
                  <a:lnTo>
                    <a:pt x="140343" y="424112"/>
                  </a:lnTo>
                  <a:lnTo>
                    <a:pt x="140125" y="423116"/>
                  </a:lnTo>
                  <a:lnTo>
                    <a:pt x="139958" y="422907"/>
                  </a:lnTo>
                  <a:lnTo>
                    <a:pt x="139399" y="421974"/>
                  </a:lnTo>
                  <a:lnTo>
                    <a:pt x="139135" y="421867"/>
                  </a:lnTo>
                  <a:lnTo>
                    <a:pt x="138536" y="421559"/>
                  </a:lnTo>
                  <a:lnTo>
                    <a:pt x="138331" y="421482"/>
                  </a:lnTo>
                  <a:lnTo>
                    <a:pt x="138193" y="421563"/>
                  </a:lnTo>
                  <a:lnTo>
                    <a:pt x="138064" y="421612"/>
                  </a:lnTo>
                  <a:lnTo>
                    <a:pt x="137636" y="421646"/>
                  </a:lnTo>
                  <a:lnTo>
                    <a:pt x="137467" y="421578"/>
                  </a:lnTo>
                  <a:lnTo>
                    <a:pt x="137116" y="421301"/>
                  </a:lnTo>
                  <a:lnTo>
                    <a:pt x="136961" y="421242"/>
                  </a:lnTo>
                  <a:lnTo>
                    <a:pt x="136791" y="421220"/>
                  </a:lnTo>
                  <a:lnTo>
                    <a:pt x="136347" y="421416"/>
                  </a:lnTo>
                  <a:lnTo>
                    <a:pt x="136264" y="421651"/>
                  </a:lnTo>
                  <a:lnTo>
                    <a:pt x="136418" y="421758"/>
                  </a:lnTo>
                  <a:lnTo>
                    <a:pt x="136716" y="421650"/>
                  </a:lnTo>
                  <a:lnTo>
                    <a:pt x="136880" y="421590"/>
                  </a:lnTo>
                  <a:lnTo>
                    <a:pt x="137019" y="421539"/>
                  </a:lnTo>
                  <a:lnTo>
                    <a:pt x="137342" y="421903"/>
                  </a:lnTo>
                  <a:lnTo>
                    <a:pt x="137600" y="422292"/>
                  </a:lnTo>
                  <a:lnTo>
                    <a:pt x="137718" y="422470"/>
                  </a:lnTo>
                  <a:lnTo>
                    <a:pt x="137178" y="422913"/>
                  </a:lnTo>
                  <a:lnTo>
                    <a:pt x="136816" y="423094"/>
                  </a:lnTo>
                  <a:lnTo>
                    <a:pt x="136459" y="423090"/>
                  </a:lnTo>
                  <a:lnTo>
                    <a:pt x="136230" y="423088"/>
                  </a:lnTo>
                  <a:lnTo>
                    <a:pt x="135890" y="422789"/>
                  </a:lnTo>
                  <a:lnTo>
                    <a:pt x="135916" y="422368"/>
                  </a:lnTo>
                  <a:lnTo>
                    <a:pt x="135241" y="422182"/>
                  </a:lnTo>
                  <a:lnTo>
                    <a:pt x="134563" y="422314"/>
                  </a:lnTo>
                  <a:lnTo>
                    <a:pt x="134283" y="422654"/>
                  </a:lnTo>
                  <a:lnTo>
                    <a:pt x="134211" y="422466"/>
                  </a:lnTo>
                  <a:lnTo>
                    <a:pt x="133933" y="422276"/>
                  </a:lnTo>
                  <a:lnTo>
                    <a:pt x="133739" y="422301"/>
                  </a:lnTo>
                  <a:lnTo>
                    <a:pt x="133379" y="422384"/>
                  </a:lnTo>
                  <a:lnTo>
                    <a:pt x="132463" y="422998"/>
                  </a:lnTo>
                  <a:lnTo>
                    <a:pt x="132619" y="423158"/>
                  </a:lnTo>
                  <a:lnTo>
                    <a:pt x="132844" y="423192"/>
                  </a:lnTo>
                  <a:lnTo>
                    <a:pt x="133304" y="423237"/>
                  </a:lnTo>
                  <a:lnTo>
                    <a:pt x="133621" y="423479"/>
                  </a:lnTo>
                  <a:lnTo>
                    <a:pt x="133554" y="423749"/>
                  </a:lnTo>
                  <a:lnTo>
                    <a:pt x="133540" y="424020"/>
                  </a:lnTo>
                  <a:lnTo>
                    <a:pt x="133785" y="424309"/>
                  </a:lnTo>
                  <a:lnTo>
                    <a:pt x="133450" y="424737"/>
                  </a:lnTo>
                  <a:lnTo>
                    <a:pt x="133108" y="425043"/>
                  </a:lnTo>
                  <a:lnTo>
                    <a:pt x="132781" y="425279"/>
                  </a:lnTo>
                  <a:lnTo>
                    <a:pt x="132737" y="425099"/>
                  </a:lnTo>
                  <a:lnTo>
                    <a:pt x="132577" y="425123"/>
                  </a:lnTo>
                  <a:lnTo>
                    <a:pt x="132039" y="425342"/>
                  </a:lnTo>
                  <a:lnTo>
                    <a:pt x="131880" y="425506"/>
                  </a:lnTo>
                  <a:lnTo>
                    <a:pt x="131674" y="425718"/>
                  </a:lnTo>
                  <a:lnTo>
                    <a:pt x="131234" y="425931"/>
                  </a:lnTo>
                  <a:lnTo>
                    <a:pt x="131356" y="426300"/>
                  </a:lnTo>
                  <a:lnTo>
                    <a:pt x="131484" y="426683"/>
                  </a:lnTo>
                  <a:lnTo>
                    <a:pt x="131096" y="426959"/>
                  </a:lnTo>
                  <a:lnTo>
                    <a:pt x="131399" y="427073"/>
                  </a:lnTo>
                  <a:lnTo>
                    <a:pt x="131538" y="427036"/>
                  </a:lnTo>
                  <a:lnTo>
                    <a:pt x="131891" y="426766"/>
                  </a:lnTo>
                  <a:lnTo>
                    <a:pt x="132051" y="426646"/>
                  </a:lnTo>
                  <a:lnTo>
                    <a:pt x="132716" y="426326"/>
                  </a:lnTo>
                  <a:lnTo>
                    <a:pt x="132936" y="426469"/>
                  </a:lnTo>
                  <a:lnTo>
                    <a:pt x="132713" y="426731"/>
                  </a:lnTo>
                  <a:lnTo>
                    <a:pt x="132758" y="426970"/>
                  </a:lnTo>
                  <a:lnTo>
                    <a:pt x="133512" y="426932"/>
                  </a:lnTo>
                  <a:lnTo>
                    <a:pt x="133877" y="426824"/>
                  </a:lnTo>
                  <a:lnTo>
                    <a:pt x="134157" y="426871"/>
                  </a:lnTo>
                  <a:lnTo>
                    <a:pt x="134225" y="427023"/>
                  </a:lnTo>
                  <a:lnTo>
                    <a:pt x="134561" y="427159"/>
                  </a:lnTo>
                  <a:lnTo>
                    <a:pt x="134986" y="427301"/>
                  </a:lnTo>
                  <a:lnTo>
                    <a:pt x="135283" y="427399"/>
                  </a:lnTo>
                  <a:lnTo>
                    <a:pt x="136201" y="427857"/>
                  </a:lnTo>
                  <a:lnTo>
                    <a:pt x="136179" y="428577"/>
                  </a:lnTo>
                  <a:lnTo>
                    <a:pt x="135973" y="428887"/>
                  </a:lnTo>
                  <a:lnTo>
                    <a:pt x="135720" y="429292"/>
                  </a:lnTo>
                  <a:lnTo>
                    <a:pt x="135774" y="429671"/>
                  </a:lnTo>
                  <a:lnTo>
                    <a:pt x="135566" y="430050"/>
                  </a:lnTo>
                  <a:lnTo>
                    <a:pt x="135259" y="430392"/>
                  </a:lnTo>
                  <a:lnTo>
                    <a:pt x="134896" y="430338"/>
                  </a:lnTo>
                  <a:lnTo>
                    <a:pt x="134717" y="430080"/>
                  </a:lnTo>
                  <a:lnTo>
                    <a:pt x="134391" y="429883"/>
                  </a:lnTo>
                  <a:lnTo>
                    <a:pt x="134222" y="430196"/>
                  </a:lnTo>
                  <a:lnTo>
                    <a:pt x="133886" y="430534"/>
                  </a:lnTo>
                  <a:lnTo>
                    <a:pt x="133260" y="430704"/>
                  </a:lnTo>
                  <a:lnTo>
                    <a:pt x="132820" y="430601"/>
                  </a:lnTo>
                  <a:lnTo>
                    <a:pt x="132081" y="430542"/>
                  </a:lnTo>
                  <a:lnTo>
                    <a:pt x="131739" y="430547"/>
                  </a:lnTo>
                  <a:lnTo>
                    <a:pt x="131602" y="430549"/>
                  </a:lnTo>
                  <a:lnTo>
                    <a:pt x="131149" y="430351"/>
                  </a:lnTo>
                  <a:lnTo>
                    <a:pt x="130834" y="430133"/>
                  </a:lnTo>
                  <a:lnTo>
                    <a:pt x="130654" y="430069"/>
                  </a:lnTo>
                  <a:lnTo>
                    <a:pt x="130256" y="429977"/>
                  </a:lnTo>
                  <a:lnTo>
                    <a:pt x="130038" y="429927"/>
                  </a:lnTo>
                  <a:lnTo>
                    <a:pt x="129661" y="429848"/>
                  </a:lnTo>
                  <a:lnTo>
                    <a:pt x="129162" y="429852"/>
                  </a:lnTo>
                  <a:lnTo>
                    <a:pt x="128776" y="429960"/>
                  </a:lnTo>
                  <a:lnTo>
                    <a:pt x="128607" y="430241"/>
                  </a:lnTo>
                  <a:lnTo>
                    <a:pt x="128551" y="430424"/>
                  </a:lnTo>
                  <a:lnTo>
                    <a:pt x="128132" y="430858"/>
                  </a:lnTo>
                  <a:lnTo>
                    <a:pt x="127843" y="431133"/>
                  </a:lnTo>
                  <a:lnTo>
                    <a:pt x="127625" y="431172"/>
                  </a:lnTo>
                  <a:lnTo>
                    <a:pt x="127362" y="431262"/>
                  </a:lnTo>
                  <a:lnTo>
                    <a:pt x="127060" y="431483"/>
                  </a:lnTo>
                  <a:lnTo>
                    <a:pt x="126972" y="431786"/>
                  </a:lnTo>
                  <a:lnTo>
                    <a:pt x="126916" y="432053"/>
                  </a:lnTo>
                  <a:lnTo>
                    <a:pt x="126492" y="432613"/>
                  </a:lnTo>
                  <a:lnTo>
                    <a:pt x="126260" y="432652"/>
                  </a:lnTo>
                  <a:lnTo>
                    <a:pt x="125749" y="432738"/>
                  </a:lnTo>
                  <a:lnTo>
                    <a:pt x="125610" y="432674"/>
                  </a:lnTo>
                  <a:lnTo>
                    <a:pt x="125002" y="432801"/>
                  </a:lnTo>
                  <a:lnTo>
                    <a:pt x="124600" y="433003"/>
                  </a:lnTo>
                  <a:lnTo>
                    <a:pt x="123569" y="433105"/>
                  </a:lnTo>
                  <a:lnTo>
                    <a:pt x="123270" y="432965"/>
                  </a:lnTo>
                  <a:lnTo>
                    <a:pt x="122374" y="433066"/>
                  </a:lnTo>
                  <a:lnTo>
                    <a:pt x="121757" y="433269"/>
                  </a:lnTo>
                  <a:lnTo>
                    <a:pt x="121184" y="433199"/>
                  </a:lnTo>
                  <a:lnTo>
                    <a:pt x="120660" y="433117"/>
                  </a:lnTo>
                  <a:lnTo>
                    <a:pt x="120525" y="433079"/>
                  </a:lnTo>
                  <a:lnTo>
                    <a:pt x="120293" y="433012"/>
                  </a:lnTo>
                  <a:lnTo>
                    <a:pt x="119873" y="432862"/>
                  </a:lnTo>
                  <a:lnTo>
                    <a:pt x="119374" y="432684"/>
                  </a:lnTo>
                  <a:lnTo>
                    <a:pt x="119234" y="432633"/>
                  </a:lnTo>
                  <a:lnTo>
                    <a:pt x="118925" y="432638"/>
                  </a:lnTo>
                  <a:lnTo>
                    <a:pt x="118677" y="432641"/>
                  </a:lnTo>
                  <a:lnTo>
                    <a:pt x="118091" y="432794"/>
                  </a:lnTo>
                  <a:lnTo>
                    <a:pt x="117842" y="432859"/>
                  </a:lnTo>
                  <a:lnTo>
                    <a:pt x="117452" y="433542"/>
                  </a:lnTo>
                  <a:lnTo>
                    <a:pt x="117221" y="433901"/>
                  </a:lnTo>
                  <a:lnTo>
                    <a:pt x="116912" y="434344"/>
                  </a:lnTo>
                  <a:lnTo>
                    <a:pt x="116495" y="434339"/>
                  </a:lnTo>
                  <a:lnTo>
                    <a:pt x="115679" y="434209"/>
                  </a:lnTo>
                  <a:lnTo>
                    <a:pt x="115268" y="434348"/>
                  </a:lnTo>
                  <a:lnTo>
                    <a:pt x="114723" y="434466"/>
                  </a:lnTo>
                  <a:lnTo>
                    <a:pt x="114398" y="433877"/>
                  </a:lnTo>
                  <a:lnTo>
                    <a:pt x="114268" y="433830"/>
                  </a:lnTo>
                  <a:lnTo>
                    <a:pt x="114093" y="433767"/>
                  </a:lnTo>
                  <a:lnTo>
                    <a:pt x="113796" y="433745"/>
                  </a:lnTo>
                  <a:lnTo>
                    <a:pt x="113440" y="433718"/>
                  </a:lnTo>
                  <a:lnTo>
                    <a:pt x="112966" y="433954"/>
                  </a:lnTo>
                  <a:lnTo>
                    <a:pt x="112685" y="434517"/>
                  </a:lnTo>
                  <a:lnTo>
                    <a:pt x="112601" y="434740"/>
                  </a:lnTo>
                  <a:lnTo>
                    <a:pt x="112554" y="434947"/>
                  </a:lnTo>
                  <a:lnTo>
                    <a:pt x="112681" y="435343"/>
                  </a:lnTo>
                  <a:lnTo>
                    <a:pt x="112898" y="434913"/>
                  </a:lnTo>
                  <a:lnTo>
                    <a:pt x="113100" y="434746"/>
                  </a:lnTo>
                  <a:lnTo>
                    <a:pt x="113540" y="434525"/>
                  </a:lnTo>
                  <a:lnTo>
                    <a:pt x="114164" y="434443"/>
                  </a:lnTo>
                  <a:lnTo>
                    <a:pt x="114043" y="434684"/>
                  </a:lnTo>
                  <a:lnTo>
                    <a:pt x="113470" y="435599"/>
                  </a:lnTo>
                  <a:lnTo>
                    <a:pt x="113220" y="435875"/>
                  </a:lnTo>
                  <a:lnTo>
                    <a:pt x="113075" y="435899"/>
                  </a:lnTo>
                  <a:lnTo>
                    <a:pt x="112787" y="436015"/>
                  </a:lnTo>
                  <a:lnTo>
                    <a:pt x="112557" y="436217"/>
                  </a:lnTo>
                  <a:lnTo>
                    <a:pt x="112453" y="436569"/>
                  </a:lnTo>
                  <a:lnTo>
                    <a:pt x="112437" y="436765"/>
                  </a:lnTo>
                  <a:lnTo>
                    <a:pt x="112426" y="436901"/>
                  </a:lnTo>
                  <a:lnTo>
                    <a:pt x="112294" y="437224"/>
                  </a:lnTo>
                  <a:lnTo>
                    <a:pt x="112062" y="437494"/>
                  </a:lnTo>
                  <a:lnTo>
                    <a:pt x="111429" y="438149"/>
                  </a:lnTo>
                  <a:lnTo>
                    <a:pt x="110901" y="438193"/>
                  </a:lnTo>
                  <a:lnTo>
                    <a:pt x="110672" y="438173"/>
                  </a:lnTo>
                  <a:lnTo>
                    <a:pt x="110177" y="438129"/>
                  </a:lnTo>
                  <a:lnTo>
                    <a:pt x="109776" y="438062"/>
                  </a:lnTo>
                  <a:lnTo>
                    <a:pt x="109224" y="438048"/>
                  </a:lnTo>
                  <a:lnTo>
                    <a:pt x="108775" y="437929"/>
                  </a:lnTo>
                  <a:lnTo>
                    <a:pt x="108640" y="437842"/>
                  </a:lnTo>
                  <a:lnTo>
                    <a:pt x="108616" y="437657"/>
                  </a:lnTo>
                  <a:lnTo>
                    <a:pt x="108621" y="437449"/>
                  </a:lnTo>
                  <a:lnTo>
                    <a:pt x="108609" y="437130"/>
                  </a:lnTo>
                  <a:lnTo>
                    <a:pt x="108585" y="436960"/>
                  </a:lnTo>
                  <a:lnTo>
                    <a:pt x="107895" y="435694"/>
                  </a:lnTo>
                  <a:lnTo>
                    <a:pt x="107568" y="435029"/>
                  </a:lnTo>
                  <a:lnTo>
                    <a:pt x="107945" y="434861"/>
                  </a:lnTo>
                  <a:lnTo>
                    <a:pt x="108988" y="434709"/>
                  </a:lnTo>
                  <a:lnTo>
                    <a:pt x="109073" y="434551"/>
                  </a:lnTo>
                  <a:lnTo>
                    <a:pt x="108959" y="434174"/>
                  </a:lnTo>
                  <a:lnTo>
                    <a:pt x="108339" y="434301"/>
                  </a:lnTo>
                  <a:lnTo>
                    <a:pt x="108366" y="433824"/>
                  </a:lnTo>
                  <a:lnTo>
                    <a:pt x="108718" y="433552"/>
                  </a:lnTo>
                  <a:lnTo>
                    <a:pt x="108678" y="433040"/>
                  </a:lnTo>
                  <a:lnTo>
                    <a:pt x="108404" y="433233"/>
                  </a:lnTo>
                  <a:lnTo>
                    <a:pt x="108311" y="433392"/>
                  </a:lnTo>
                  <a:lnTo>
                    <a:pt x="108046" y="433283"/>
                  </a:lnTo>
                  <a:lnTo>
                    <a:pt x="107618" y="432906"/>
                  </a:lnTo>
                  <a:lnTo>
                    <a:pt x="107678" y="432517"/>
                  </a:lnTo>
                  <a:lnTo>
                    <a:pt x="107672" y="432279"/>
                  </a:lnTo>
                  <a:lnTo>
                    <a:pt x="107667" y="432096"/>
                  </a:lnTo>
                  <a:lnTo>
                    <a:pt x="107404" y="431529"/>
                  </a:lnTo>
                  <a:lnTo>
                    <a:pt x="107325" y="431185"/>
                  </a:lnTo>
                  <a:lnTo>
                    <a:pt x="107480" y="430786"/>
                  </a:lnTo>
                  <a:lnTo>
                    <a:pt x="108215" y="430090"/>
                  </a:lnTo>
                  <a:lnTo>
                    <a:pt x="108091" y="429860"/>
                  </a:lnTo>
                  <a:lnTo>
                    <a:pt x="108056" y="429668"/>
                  </a:lnTo>
                  <a:lnTo>
                    <a:pt x="108028" y="429365"/>
                  </a:lnTo>
                  <a:lnTo>
                    <a:pt x="107931" y="429108"/>
                  </a:lnTo>
                  <a:lnTo>
                    <a:pt x="107390" y="428919"/>
                  </a:lnTo>
                  <a:lnTo>
                    <a:pt x="107108" y="428965"/>
                  </a:lnTo>
                  <a:lnTo>
                    <a:pt x="106887" y="428979"/>
                  </a:lnTo>
                  <a:lnTo>
                    <a:pt x="106451" y="428746"/>
                  </a:lnTo>
                  <a:lnTo>
                    <a:pt x="106366" y="428106"/>
                  </a:lnTo>
                  <a:lnTo>
                    <a:pt x="106400" y="427928"/>
                  </a:lnTo>
                  <a:lnTo>
                    <a:pt x="106479" y="427682"/>
                  </a:lnTo>
                  <a:lnTo>
                    <a:pt x="106675" y="427296"/>
                  </a:lnTo>
                  <a:lnTo>
                    <a:pt x="106965" y="426932"/>
                  </a:lnTo>
                  <a:lnTo>
                    <a:pt x="107135" y="426872"/>
                  </a:lnTo>
                  <a:lnTo>
                    <a:pt x="107326" y="426804"/>
                  </a:lnTo>
                  <a:lnTo>
                    <a:pt x="107570" y="426718"/>
                  </a:lnTo>
                  <a:lnTo>
                    <a:pt x="108020" y="426624"/>
                  </a:lnTo>
                  <a:lnTo>
                    <a:pt x="108089" y="426071"/>
                  </a:lnTo>
                  <a:lnTo>
                    <a:pt x="108962" y="425723"/>
                  </a:lnTo>
                  <a:lnTo>
                    <a:pt x="109473" y="425847"/>
                  </a:lnTo>
                  <a:lnTo>
                    <a:pt x="110239" y="425818"/>
                  </a:lnTo>
                  <a:lnTo>
                    <a:pt x="110458" y="425745"/>
                  </a:lnTo>
                  <a:lnTo>
                    <a:pt x="110626" y="425767"/>
                  </a:lnTo>
                  <a:lnTo>
                    <a:pt x="110845" y="425839"/>
                  </a:lnTo>
                  <a:lnTo>
                    <a:pt x="110983" y="425934"/>
                  </a:lnTo>
                  <a:lnTo>
                    <a:pt x="111177" y="426093"/>
                  </a:lnTo>
                  <a:lnTo>
                    <a:pt x="111350" y="426233"/>
                  </a:lnTo>
                  <a:lnTo>
                    <a:pt x="111788" y="426801"/>
                  </a:lnTo>
                  <a:lnTo>
                    <a:pt x="112002" y="426851"/>
                  </a:lnTo>
                  <a:lnTo>
                    <a:pt x="112412" y="426873"/>
                  </a:lnTo>
                  <a:lnTo>
                    <a:pt x="112930" y="426726"/>
                  </a:lnTo>
                  <a:lnTo>
                    <a:pt x="113105" y="426490"/>
                  </a:lnTo>
                  <a:lnTo>
                    <a:pt x="113182" y="425920"/>
                  </a:lnTo>
                  <a:lnTo>
                    <a:pt x="113438" y="425751"/>
                  </a:lnTo>
                  <a:lnTo>
                    <a:pt x="113630" y="425647"/>
                  </a:lnTo>
                  <a:lnTo>
                    <a:pt x="113802" y="425693"/>
                  </a:lnTo>
                  <a:lnTo>
                    <a:pt x="114207" y="425693"/>
                  </a:lnTo>
                  <a:lnTo>
                    <a:pt x="114593" y="425646"/>
                  </a:lnTo>
                  <a:lnTo>
                    <a:pt x="114850" y="425487"/>
                  </a:lnTo>
                  <a:lnTo>
                    <a:pt x="115240" y="425115"/>
                  </a:lnTo>
                  <a:lnTo>
                    <a:pt x="115373" y="424917"/>
                  </a:lnTo>
                  <a:lnTo>
                    <a:pt x="116214" y="424799"/>
                  </a:lnTo>
                  <a:lnTo>
                    <a:pt x="116470" y="424820"/>
                  </a:lnTo>
                  <a:lnTo>
                    <a:pt x="116705" y="425034"/>
                  </a:lnTo>
                  <a:lnTo>
                    <a:pt x="116858" y="425073"/>
                  </a:lnTo>
                  <a:lnTo>
                    <a:pt x="117025" y="425063"/>
                  </a:lnTo>
                  <a:lnTo>
                    <a:pt x="117503" y="424934"/>
                  </a:lnTo>
                  <a:lnTo>
                    <a:pt x="117787" y="424831"/>
                  </a:lnTo>
                  <a:lnTo>
                    <a:pt x="118270" y="424609"/>
                  </a:lnTo>
                  <a:lnTo>
                    <a:pt x="118429" y="424510"/>
                  </a:lnTo>
                  <a:lnTo>
                    <a:pt x="118561" y="424358"/>
                  </a:lnTo>
                  <a:lnTo>
                    <a:pt x="118454" y="423960"/>
                  </a:lnTo>
                  <a:lnTo>
                    <a:pt x="118335" y="423751"/>
                  </a:lnTo>
                  <a:lnTo>
                    <a:pt x="118261" y="423415"/>
                  </a:lnTo>
                  <a:lnTo>
                    <a:pt x="118217" y="423100"/>
                  </a:lnTo>
                  <a:lnTo>
                    <a:pt x="118031" y="423109"/>
                  </a:lnTo>
                  <a:lnTo>
                    <a:pt x="117486" y="423187"/>
                  </a:lnTo>
                  <a:lnTo>
                    <a:pt x="117327" y="423091"/>
                  </a:lnTo>
                  <a:lnTo>
                    <a:pt x="117269" y="422880"/>
                  </a:lnTo>
                  <a:lnTo>
                    <a:pt x="117252" y="422674"/>
                  </a:lnTo>
                  <a:lnTo>
                    <a:pt x="117606" y="422575"/>
                  </a:lnTo>
                  <a:lnTo>
                    <a:pt x="117953" y="422220"/>
                  </a:lnTo>
                  <a:lnTo>
                    <a:pt x="118095" y="421871"/>
                  </a:lnTo>
                  <a:lnTo>
                    <a:pt x="118363" y="421168"/>
                  </a:lnTo>
                  <a:lnTo>
                    <a:pt x="118739" y="420883"/>
                  </a:lnTo>
                  <a:lnTo>
                    <a:pt x="119426" y="420913"/>
                  </a:lnTo>
                  <a:lnTo>
                    <a:pt x="119589" y="420748"/>
                  </a:lnTo>
                  <a:lnTo>
                    <a:pt x="120212" y="420110"/>
                  </a:lnTo>
                  <a:lnTo>
                    <a:pt x="120279" y="420443"/>
                  </a:lnTo>
                  <a:lnTo>
                    <a:pt x="120617" y="420762"/>
                  </a:lnTo>
                  <a:lnTo>
                    <a:pt x="120823" y="420933"/>
                  </a:lnTo>
                  <a:lnTo>
                    <a:pt x="121023" y="421047"/>
                  </a:lnTo>
                  <a:lnTo>
                    <a:pt x="121194" y="421123"/>
                  </a:lnTo>
                  <a:lnTo>
                    <a:pt x="121525" y="421838"/>
                  </a:lnTo>
                  <a:lnTo>
                    <a:pt x="122452" y="422018"/>
                  </a:lnTo>
                  <a:lnTo>
                    <a:pt x="122737" y="421961"/>
                  </a:lnTo>
                  <a:lnTo>
                    <a:pt x="123054" y="421834"/>
                  </a:lnTo>
                  <a:lnTo>
                    <a:pt x="123261" y="421792"/>
                  </a:lnTo>
                  <a:lnTo>
                    <a:pt x="123559" y="421752"/>
                  </a:lnTo>
                  <a:lnTo>
                    <a:pt x="123983" y="421789"/>
                  </a:lnTo>
                  <a:lnTo>
                    <a:pt x="124096" y="422286"/>
                  </a:lnTo>
                  <a:lnTo>
                    <a:pt x="124826" y="422081"/>
                  </a:lnTo>
                  <a:lnTo>
                    <a:pt x="125141" y="421992"/>
                  </a:lnTo>
                  <a:lnTo>
                    <a:pt x="125941" y="421704"/>
                  </a:lnTo>
                  <a:lnTo>
                    <a:pt x="126088" y="421633"/>
                  </a:lnTo>
                  <a:lnTo>
                    <a:pt x="126285" y="421539"/>
                  </a:lnTo>
                  <a:lnTo>
                    <a:pt x="126691" y="421191"/>
                  </a:lnTo>
                  <a:lnTo>
                    <a:pt x="127080" y="420890"/>
                  </a:lnTo>
                  <a:lnTo>
                    <a:pt x="127515" y="420582"/>
                  </a:lnTo>
                  <a:lnTo>
                    <a:pt x="127642" y="420516"/>
                  </a:lnTo>
                  <a:lnTo>
                    <a:pt x="128111" y="420273"/>
                  </a:lnTo>
                  <a:lnTo>
                    <a:pt x="128478" y="420082"/>
                  </a:lnTo>
                  <a:lnTo>
                    <a:pt x="128777" y="419960"/>
                  </a:lnTo>
                  <a:lnTo>
                    <a:pt x="129171" y="419935"/>
                  </a:lnTo>
                  <a:lnTo>
                    <a:pt x="129377" y="419900"/>
                  </a:lnTo>
                  <a:lnTo>
                    <a:pt x="129676" y="419850"/>
                  </a:lnTo>
                  <a:lnTo>
                    <a:pt x="129896" y="419813"/>
                  </a:lnTo>
                  <a:lnTo>
                    <a:pt x="130108" y="419777"/>
                  </a:lnTo>
                  <a:lnTo>
                    <a:pt x="130553" y="419550"/>
                  </a:lnTo>
                  <a:lnTo>
                    <a:pt x="131147" y="419267"/>
                  </a:lnTo>
                  <a:lnTo>
                    <a:pt x="131590" y="419198"/>
                  </a:lnTo>
                  <a:lnTo>
                    <a:pt x="131965" y="419257"/>
                  </a:lnTo>
                  <a:lnTo>
                    <a:pt x="132430" y="419050"/>
                  </a:lnTo>
                  <a:lnTo>
                    <a:pt x="132201" y="418670"/>
                  </a:lnTo>
                  <a:lnTo>
                    <a:pt x="132650" y="418516"/>
                  </a:lnTo>
                  <a:lnTo>
                    <a:pt x="132966" y="418317"/>
                  </a:lnTo>
                  <a:lnTo>
                    <a:pt x="133180" y="418183"/>
                  </a:lnTo>
                  <a:lnTo>
                    <a:pt x="133551" y="418619"/>
                  </a:lnTo>
                  <a:lnTo>
                    <a:pt x="133867" y="418394"/>
                  </a:lnTo>
                  <a:lnTo>
                    <a:pt x="134233" y="418010"/>
                  </a:lnTo>
                  <a:lnTo>
                    <a:pt x="134394" y="417788"/>
                  </a:lnTo>
                  <a:lnTo>
                    <a:pt x="134848" y="417224"/>
                  </a:lnTo>
                  <a:lnTo>
                    <a:pt x="134704" y="416587"/>
                  </a:lnTo>
                  <a:lnTo>
                    <a:pt x="134378" y="416484"/>
                  </a:lnTo>
                  <a:lnTo>
                    <a:pt x="134414" y="416226"/>
                  </a:lnTo>
                  <a:lnTo>
                    <a:pt x="134688" y="416125"/>
                  </a:lnTo>
                  <a:lnTo>
                    <a:pt x="134347" y="415695"/>
                  </a:lnTo>
                  <a:lnTo>
                    <a:pt x="134060" y="415586"/>
                  </a:lnTo>
                  <a:lnTo>
                    <a:pt x="133905" y="415527"/>
                  </a:lnTo>
                  <a:lnTo>
                    <a:pt x="133641" y="415272"/>
                  </a:lnTo>
                  <a:lnTo>
                    <a:pt x="133288" y="415207"/>
                  </a:lnTo>
                  <a:lnTo>
                    <a:pt x="133027" y="414930"/>
                  </a:lnTo>
                  <a:lnTo>
                    <a:pt x="132741" y="414626"/>
                  </a:lnTo>
                  <a:lnTo>
                    <a:pt x="132558" y="414303"/>
                  </a:lnTo>
                  <a:lnTo>
                    <a:pt x="132318" y="414183"/>
                  </a:lnTo>
                  <a:lnTo>
                    <a:pt x="132122" y="414310"/>
                  </a:lnTo>
                  <a:lnTo>
                    <a:pt x="131614" y="414053"/>
                  </a:lnTo>
                  <a:lnTo>
                    <a:pt x="130613" y="414196"/>
                  </a:lnTo>
                  <a:lnTo>
                    <a:pt x="130512" y="413853"/>
                  </a:lnTo>
                  <a:lnTo>
                    <a:pt x="130459" y="413675"/>
                  </a:lnTo>
                  <a:lnTo>
                    <a:pt x="130632" y="413622"/>
                  </a:lnTo>
                  <a:lnTo>
                    <a:pt x="130635" y="413396"/>
                  </a:lnTo>
                  <a:lnTo>
                    <a:pt x="130638" y="413180"/>
                  </a:lnTo>
                  <a:lnTo>
                    <a:pt x="130463" y="412982"/>
                  </a:lnTo>
                  <a:lnTo>
                    <a:pt x="129952" y="412672"/>
                  </a:lnTo>
                  <a:lnTo>
                    <a:pt x="130071" y="412445"/>
                  </a:lnTo>
                  <a:lnTo>
                    <a:pt x="130334" y="412251"/>
                  </a:lnTo>
                  <a:lnTo>
                    <a:pt x="130549" y="412274"/>
                  </a:lnTo>
                  <a:lnTo>
                    <a:pt x="130869" y="412307"/>
                  </a:lnTo>
                  <a:lnTo>
                    <a:pt x="131145" y="412203"/>
                  </a:lnTo>
                  <a:lnTo>
                    <a:pt x="131152" y="411989"/>
                  </a:lnTo>
                  <a:lnTo>
                    <a:pt x="131125" y="411787"/>
                  </a:lnTo>
                  <a:lnTo>
                    <a:pt x="130982" y="411760"/>
                  </a:lnTo>
                  <a:lnTo>
                    <a:pt x="130482" y="411747"/>
                  </a:lnTo>
                  <a:lnTo>
                    <a:pt x="130353" y="411744"/>
                  </a:lnTo>
                  <a:lnTo>
                    <a:pt x="130180" y="411652"/>
                  </a:lnTo>
                  <a:lnTo>
                    <a:pt x="130093" y="411381"/>
                  </a:lnTo>
                  <a:lnTo>
                    <a:pt x="130297" y="411090"/>
                  </a:lnTo>
                  <a:lnTo>
                    <a:pt x="130441" y="411116"/>
                  </a:lnTo>
                  <a:lnTo>
                    <a:pt x="130683" y="411160"/>
                  </a:lnTo>
                  <a:lnTo>
                    <a:pt x="130940" y="411016"/>
                  </a:lnTo>
                  <a:lnTo>
                    <a:pt x="131151" y="411013"/>
                  </a:lnTo>
                  <a:lnTo>
                    <a:pt x="131858" y="411147"/>
                  </a:lnTo>
                  <a:lnTo>
                    <a:pt x="132180" y="411226"/>
                  </a:lnTo>
                  <a:lnTo>
                    <a:pt x="132327" y="410990"/>
                  </a:lnTo>
                  <a:lnTo>
                    <a:pt x="132438" y="410535"/>
                  </a:lnTo>
                  <a:lnTo>
                    <a:pt x="132490" y="410226"/>
                  </a:lnTo>
                  <a:lnTo>
                    <a:pt x="131645" y="410024"/>
                  </a:lnTo>
                  <a:lnTo>
                    <a:pt x="131402" y="409850"/>
                  </a:lnTo>
                  <a:lnTo>
                    <a:pt x="131171" y="409558"/>
                  </a:lnTo>
                  <a:lnTo>
                    <a:pt x="131028" y="409327"/>
                  </a:lnTo>
                  <a:lnTo>
                    <a:pt x="130313" y="409452"/>
                  </a:lnTo>
                  <a:lnTo>
                    <a:pt x="130358" y="408571"/>
                  </a:lnTo>
                  <a:lnTo>
                    <a:pt x="130591" y="408594"/>
                  </a:lnTo>
                  <a:lnTo>
                    <a:pt x="130776" y="408613"/>
                  </a:lnTo>
                  <a:lnTo>
                    <a:pt x="131346" y="408614"/>
                  </a:lnTo>
                  <a:lnTo>
                    <a:pt x="131908" y="408104"/>
                  </a:lnTo>
                  <a:lnTo>
                    <a:pt x="132482" y="408399"/>
                  </a:lnTo>
                  <a:lnTo>
                    <a:pt x="132733" y="408417"/>
                  </a:lnTo>
                  <a:lnTo>
                    <a:pt x="132951" y="408460"/>
                  </a:lnTo>
                  <a:lnTo>
                    <a:pt x="133623" y="408590"/>
                  </a:lnTo>
                  <a:lnTo>
                    <a:pt x="134146" y="408477"/>
                  </a:lnTo>
                  <a:lnTo>
                    <a:pt x="134534" y="408219"/>
                  </a:lnTo>
                  <a:lnTo>
                    <a:pt x="134693" y="407582"/>
                  </a:lnTo>
                  <a:lnTo>
                    <a:pt x="134564" y="407392"/>
                  </a:lnTo>
                  <a:lnTo>
                    <a:pt x="134335" y="406975"/>
                  </a:lnTo>
                  <a:lnTo>
                    <a:pt x="133986" y="406569"/>
                  </a:lnTo>
                  <a:lnTo>
                    <a:pt x="134120" y="406522"/>
                  </a:lnTo>
                  <a:lnTo>
                    <a:pt x="134308" y="406701"/>
                  </a:lnTo>
                  <a:lnTo>
                    <a:pt x="134915" y="406415"/>
                  </a:lnTo>
                  <a:lnTo>
                    <a:pt x="135175" y="406292"/>
                  </a:lnTo>
                  <a:lnTo>
                    <a:pt x="135604" y="406526"/>
                  </a:lnTo>
                  <a:lnTo>
                    <a:pt x="135887" y="406507"/>
                  </a:lnTo>
                  <a:lnTo>
                    <a:pt x="136198" y="406798"/>
                  </a:lnTo>
                  <a:lnTo>
                    <a:pt x="136852" y="406822"/>
                  </a:lnTo>
                  <a:lnTo>
                    <a:pt x="136843" y="406423"/>
                  </a:lnTo>
                  <a:lnTo>
                    <a:pt x="136885" y="406143"/>
                  </a:lnTo>
                  <a:lnTo>
                    <a:pt x="136445" y="406153"/>
                  </a:lnTo>
                  <a:lnTo>
                    <a:pt x="136191" y="406107"/>
                  </a:lnTo>
                  <a:lnTo>
                    <a:pt x="136235" y="405925"/>
                  </a:lnTo>
                  <a:lnTo>
                    <a:pt x="136495" y="405850"/>
                  </a:lnTo>
                  <a:lnTo>
                    <a:pt x="136238" y="405304"/>
                  </a:lnTo>
                  <a:lnTo>
                    <a:pt x="135846" y="404913"/>
                  </a:lnTo>
                  <a:lnTo>
                    <a:pt x="136080" y="404571"/>
                  </a:lnTo>
                  <a:lnTo>
                    <a:pt x="136281" y="404275"/>
                  </a:lnTo>
                  <a:lnTo>
                    <a:pt x="136447" y="404363"/>
                  </a:lnTo>
                  <a:lnTo>
                    <a:pt x="136709" y="404386"/>
                  </a:lnTo>
                  <a:lnTo>
                    <a:pt x="136859" y="404045"/>
                  </a:lnTo>
                  <a:lnTo>
                    <a:pt x="136577" y="404044"/>
                  </a:lnTo>
                  <a:lnTo>
                    <a:pt x="136397" y="404003"/>
                  </a:lnTo>
                  <a:lnTo>
                    <a:pt x="136397" y="403870"/>
                  </a:lnTo>
                  <a:lnTo>
                    <a:pt x="136657" y="403383"/>
                  </a:lnTo>
                  <a:lnTo>
                    <a:pt x="137010" y="402994"/>
                  </a:lnTo>
                  <a:lnTo>
                    <a:pt x="137162" y="402973"/>
                  </a:lnTo>
                  <a:lnTo>
                    <a:pt x="137540" y="402651"/>
                  </a:lnTo>
                  <a:lnTo>
                    <a:pt x="138121" y="403035"/>
                  </a:lnTo>
                  <a:lnTo>
                    <a:pt x="138876" y="403272"/>
                  </a:lnTo>
                  <a:lnTo>
                    <a:pt x="140491" y="403494"/>
                  </a:lnTo>
                  <a:lnTo>
                    <a:pt x="140862" y="403455"/>
                  </a:lnTo>
                  <a:lnTo>
                    <a:pt x="141231" y="403294"/>
                  </a:lnTo>
                  <a:lnTo>
                    <a:pt x="141558" y="403214"/>
                  </a:lnTo>
                  <a:lnTo>
                    <a:pt x="142075" y="403118"/>
                  </a:lnTo>
                  <a:lnTo>
                    <a:pt x="142059" y="403347"/>
                  </a:lnTo>
                  <a:lnTo>
                    <a:pt x="142484" y="403436"/>
                  </a:lnTo>
                  <a:lnTo>
                    <a:pt x="142871" y="403277"/>
                  </a:lnTo>
                  <a:lnTo>
                    <a:pt x="143300" y="402806"/>
                  </a:lnTo>
                  <a:lnTo>
                    <a:pt x="143995" y="402250"/>
                  </a:lnTo>
                  <a:lnTo>
                    <a:pt x="144322" y="402260"/>
                  </a:lnTo>
                  <a:lnTo>
                    <a:pt x="144497" y="402256"/>
                  </a:lnTo>
                  <a:lnTo>
                    <a:pt x="144490" y="401926"/>
                  </a:lnTo>
                  <a:lnTo>
                    <a:pt x="144799" y="402008"/>
                  </a:lnTo>
                  <a:lnTo>
                    <a:pt x="144797" y="402212"/>
                  </a:lnTo>
                  <a:lnTo>
                    <a:pt x="145103" y="401880"/>
                  </a:lnTo>
                  <a:lnTo>
                    <a:pt x="145237" y="401859"/>
                  </a:lnTo>
                  <a:lnTo>
                    <a:pt x="145376" y="401837"/>
                  </a:lnTo>
                  <a:lnTo>
                    <a:pt x="145820" y="401767"/>
                  </a:lnTo>
                  <a:lnTo>
                    <a:pt x="145972" y="401642"/>
                  </a:lnTo>
                  <a:lnTo>
                    <a:pt x="145751" y="401616"/>
                  </a:lnTo>
                  <a:lnTo>
                    <a:pt x="145453" y="401581"/>
                  </a:lnTo>
                  <a:lnTo>
                    <a:pt x="145107" y="401578"/>
                  </a:lnTo>
                  <a:lnTo>
                    <a:pt x="144766" y="401575"/>
                  </a:lnTo>
                  <a:lnTo>
                    <a:pt x="144365" y="401572"/>
                  </a:lnTo>
                  <a:lnTo>
                    <a:pt x="144047" y="401619"/>
                  </a:lnTo>
                  <a:lnTo>
                    <a:pt x="143560" y="401740"/>
                  </a:lnTo>
                  <a:lnTo>
                    <a:pt x="142911" y="401948"/>
                  </a:lnTo>
                  <a:lnTo>
                    <a:pt x="142637" y="402115"/>
                  </a:lnTo>
                  <a:lnTo>
                    <a:pt x="141845" y="402475"/>
                  </a:lnTo>
                  <a:lnTo>
                    <a:pt x="141546" y="402575"/>
                  </a:lnTo>
                  <a:lnTo>
                    <a:pt x="140964" y="402640"/>
                  </a:lnTo>
                  <a:lnTo>
                    <a:pt x="140463" y="402601"/>
                  </a:lnTo>
                  <a:lnTo>
                    <a:pt x="140045" y="402569"/>
                  </a:lnTo>
                  <a:lnTo>
                    <a:pt x="139541" y="402559"/>
                  </a:lnTo>
                  <a:lnTo>
                    <a:pt x="139323" y="402582"/>
                  </a:lnTo>
                  <a:lnTo>
                    <a:pt x="138825" y="402670"/>
                  </a:lnTo>
                  <a:lnTo>
                    <a:pt x="138066" y="402604"/>
                  </a:lnTo>
                  <a:lnTo>
                    <a:pt x="137792" y="402480"/>
                  </a:lnTo>
                  <a:lnTo>
                    <a:pt x="137472" y="402266"/>
                  </a:lnTo>
                  <a:lnTo>
                    <a:pt x="137286" y="402214"/>
                  </a:lnTo>
                  <a:lnTo>
                    <a:pt x="137117" y="402167"/>
                  </a:lnTo>
                  <a:lnTo>
                    <a:pt x="136902" y="402107"/>
                  </a:lnTo>
                  <a:lnTo>
                    <a:pt x="136458" y="401870"/>
                  </a:lnTo>
                  <a:lnTo>
                    <a:pt x="136224" y="401732"/>
                  </a:lnTo>
                  <a:lnTo>
                    <a:pt x="135849" y="401511"/>
                  </a:lnTo>
                  <a:lnTo>
                    <a:pt x="135720" y="401302"/>
                  </a:lnTo>
                  <a:lnTo>
                    <a:pt x="135616" y="401554"/>
                  </a:lnTo>
                  <a:lnTo>
                    <a:pt x="135493" y="402038"/>
                  </a:lnTo>
                  <a:lnTo>
                    <a:pt x="135565" y="402224"/>
                  </a:lnTo>
                  <a:lnTo>
                    <a:pt x="135693" y="402460"/>
                  </a:lnTo>
                  <a:lnTo>
                    <a:pt x="135803" y="402664"/>
                  </a:lnTo>
                  <a:lnTo>
                    <a:pt x="136055" y="403122"/>
                  </a:lnTo>
                  <a:lnTo>
                    <a:pt x="135756" y="403656"/>
                  </a:lnTo>
                  <a:lnTo>
                    <a:pt x="135417" y="403943"/>
                  </a:lnTo>
                  <a:lnTo>
                    <a:pt x="134600" y="404206"/>
                  </a:lnTo>
                  <a:lnTo>
                    <a:pt x="134699" y="404489"/>
                  </a:lnTo>
                  <a:lnTo>
                    <a:pt x="134398" y="404558"/>
                  </a:lnTo>
                  <a:lnTo>
                    <a:pt x="134275" y="404152"/>
                  </a:lnTo>
                  <a:lnTo>
                    <a:pt x="134000" y="404202"/>
                  </a:lnTo>
                  <a:lnTo>
                    <a:pt x="133567" y="404341"/>
                  </a:lnTo>
                  <a:lnTo>
                    <a:pt x="133630" y="404508"/>
                  </a:lnTo>
                  <a:lnTo>
                    <a:pt x="133447" y="404579"/>
                  </a:lnTo>
                  <a:lnTo>
                    <a:pt x="132951" y="404707"/>
                  </a:lnTo>
                  <a:lnTo>
                    <a:pt x="132334" y="404755"/>
                  </a:lnTo>
                  <a:lnTo>
                    <a:pt x="132130" y="404745"/>
                  </a:lnTo>
                  <a:lnTo>
                    <a:pt x="131980" y="405289"/>
                  </a:lnTo>
                  <a:lnTo>
                    <a:pt x="131677" y="405488"/>
                  </a:lnTo>
                  <a:lnTo>
                    <a:pt x="130227" y="405678"/>
                  </a:lnTo>
                  <a:lnTo>
                    <a:pt x="129335" y="405794"/>
                  </a:lnTo>
                  <a:lnTo>
                    <a:pt x="129090" y="405826"/>
                  </a:lnTo>
                  <a:lnTo>
                    <a:pt x="128890" y="405604"/>
                  </a:lnTo>
                  <a:lnTo>
                    <a:pt x="128582" y="405773"/>
                  </a:lnTo>
                  <a:lnTo>
                    <a:pt x="128338" y="406078"/>
                  </a:lnTo>
                  <a:lnTo>
                    <a:pt x="128221" y="406301"/>
                  </a:lnTo>
                  <a:lnTo>
                    <a:pt x="128034" y="406112"/>
                  </a:lnTo>
                  <a:lnTo>
                    <a:pt x="128084" y="405543"/>
                  </a:lnTo>
                  <a:lnTo>
                    <a:pt x="127996" y="405347"/>
                  </a:lnTo>
                  <a:lnTo>
                    <a:pt x="127800" y="405350"/>
                  </a:lnTo>
                  <a:lnTo>
                    <a:pt x="127498" y="405355"/>
                  </a:lnTo>
                  <a:lnTo>
                    <a:pt x="127300" y="405389"/>
                  </a:lnTo>
                  <a:lnTo>
                    <a:pt x="126936" y="405451"/>
                  </a:lnTo>
                  <a:lnTo>
                    <a:pt x="126952" y="405778"/>
                  </a:lnTo>
                  <a:lnTo>
                    <a:pt x="126948" y="405919"/>
                  </a:lnTo>
                  <a:lnTo>
                    <a:pt x="126940" y="406231"/>
                  </a:lnTo>
                  <a:lnTo>
                    <a:pt x="126927" y="406692"/>
                  </a:lnTo>
                  <a:lnTo>
                    <a:pt x="126915" y="407241"/>
                  </a:lnTo>
                  <a:lnTo>
                    <a:pt x="126108" y="407299"/>
                  </a:lnTo>
                  <a:lnTo>
                    <a:pt x="126072" y="407877"/>
                  </a:lnTo>
                  <a:lnTo>
                    <a:pt x="125635" y="407877"/>
                  </a:lnTo>
                  <a:lnTo>
                    <a:pt x="125726" y="407223"/>
                  </a:lnTo>
                  <a:lnTo>
                    <a:pt x="124351" y="407040"/>
                  </a:lnTo>
                  <a:lnTo>
                    <a:pt x="124568" y="406143"/>
                  </a:lnTo>
                  <a:lnTo>
                    <a:pt x="124652" y="405746"/>
                  </a:lnTo>
                  <a:lnTo>
                    <a:pt x="124758" y="405249"/>
                  </a:lnTo>
                  <a:lnTo>
                    <a:pt x="124719" y="404840"/>
                  </a:lnTo>
                  <a:lnTo>
                    <a:pt x="124328" y="404769"/>
                  </a:lnTo>
                  <a:lnTo>
                    <a:pt x="123422" y="404912"/>
                  </a:lnTo>
                  <a:lnTo>
                    <a:pt x="123098" y="404856"/>
                  </a:lnTo>
                  <a:lnTo>
                    <a:pt x="123332" y="404356"/>
                  </a:lnTo>
                  <a:lnTo>
                    <a:pt x="123634" y="403711"/>
                  </a:lnTo>
                  <a:lnTo>
                    <a:pt x="123909" y="403760"/>
                  </a:lnTo>
                  <a:lnTo>
                    <a:pt x="124104" y="403357"/>
                  </a:lnTo>
                  <a:lnTo>
                    <a:pt x="124257" y="403041"/>
                  </a:lnTo>
                  <a:lnTo>
                    <a:pt x="124426" y="402686"/>
                  </a:lnTo>
                  <a:lnTo>
                    <a:pt x="124467" y="402473"/>
                  </a:lnTo>
                  <a:lnTo>
                    <a:pt x="124696" y="401566"/>
                  </a:lnTo>
                  <a:lnTo>
                    <a:pt x="124624" y="401284"/>
                  </a:lnTo>
                  <a:lnTo>
                    <a:pt x="124319" y="401531"/>
                  </a:lnTo>
                  <a:lnTo>
                    <a:pt x="124169" y="401515"/>
                  </a:lnTo>
                  <a:lnTo>
                    <a:pt x="123939" y="401077"/>
                  </a:lnTo>
                  <a:lnTo>
                    <a:pt x="123691" y="400852"/>
                  </a:lnTo>
                  <a:lnTo>
                    <a:pt x="123462" y="400644"/>
                  </a:lnTo>
                  <a:lnTo>
                    <a:pt x="123310" y="400507"/>
                  </a:lnTo>
                  <a:lnTo>
                    <a:pt x="122914" y="400314"/>
                  </a:lnTo>
                  <a:lnTo>
                    <a:pt x="123031" y="400670"/>
                  </a:lnTo>
                  <a:lnTo>
                    <a:pt x="123209" y="400880"/>
                  </a:lnTo>
                  <a:lnTo>
                    <a:pt x="123302" y="401059"/>
                  </a:lnTo>
                  <a:lnTo>
                    <a:pt x="123295" y="401339"/>
                  </a:lnTo>
                  <a:lnTo>
                    <a:pt x="123245" y="401594"/>
                  </a:lnTo>
                  <a:lnTo>
                    <a:pt x="123177" y="401759"/>
                  </a:lnTo>
                  <a:lnTo>
                    <a:pt x="123102" y="401940"/>
                  </a:lnTo>
                  <a:lnTo>
                    <a:pt x="122994" y="402200"/>
                  </a:lnTo>
                  <a:lnTo>
                    <a:pt x="122878" y="402479"/>
                  </a:lnTo>
                  <a:lnTo>
                    <a:pt x="122643" y="402646"/>
                  </a:lnTo>
                  <a:lnTo>
                    <a:pt x="122382" y="402673"/>
                  </a:lnTo>
                  <a:lnTo>
                    <a:pt x="122180" y="403134"/>
                  </a:lnTo>
                  <a:lnTo>
                    <a:pt x="122207" y="403271"/>
                  </a:lnTo>
                  <a:lnTo>
                    <a:pt x="122047" y="403375"/>
                  </a:lnTo>
                  <a:lnTo>
                    <a:pt x="121902" y="403361"/>
                  </a:lnTo>
                  <a:lnTo>
                    <a:pt x="121666" y="403432"/>
                  </a:lnTo>
                  <a:lnTo>
                    <a:pt x="121409" y="403574"/>
                  </a:lnTo>
                  <a:lnTo>
                    <a:pt x="121169" y="403763"/>
                  </a:lnTo>
                  <a:lnTo>
                    <a:pt x="120636" y="403454"/>
                  </a:lnTo>
                  <a:lnTo>
                    <a:pt x="119777" y="403148"/>
                  </a:lnTo>
                  <a:lnTo>
                    <a:pt x="119449" y="403013"/>
                  </a:lnTo>
                  <a:lnTo>
                    <a:pt x="119252" y="402906"/>
                  </a:lnTo>
                  <a:lnTo>
                    <a:pt x="118821" y="402704"/>
                  </a:lnTo>
                  <a:lnTo>
                    <a:pt x="118569" y="402793"/>
                  </a:lnTo>
                  <a:lnTo>
                    <a:pt x="118330" y="402951"/>
                  </a:lnTo>
                  <a:lnTo>
                    <a:pt x="118115" y="403015"/>
                  </a:lnTo>
                  <a:lnTo>
                    <a:pt x="117688" y="403076"/>
                  </a:lnTo>
                  <a:lnTo>
                    <a:pt x="117284" y="402764"/>
                  </a:lnTo>
                  <a:lnTo>
                    <a:pt x="117234" y="402295"/>
                  </a:lnTo>
                  <a:lnTo>
                    <a:pt x="117240" y="402147"/>
                  </a:lnTo>
                  <a:lnTo>
                    <a:pt x="117353" y="402017"/>
                  </a:lnTo>
                  <a:lnTo>
                    <a:pt x="117647" y="402098"/>
                  </a:lnTo>
                  <a:lnTo>
                    <a:pt x="118118" y="401196"/>
                  </a:lnTo>
                  <a:lnTo>
                    <a:pt x="118273" y="400989"/>
                  </a:lnTo>
                  <a:lnTo>
                    <a:pt x="118415" y="400802"/>
                  </a:lnTo>
                  <a:lnTo>
                    <a:pt x="118735" y="400971"/>
                  </a:lnTo>
                  <a:lnTo>
                    <a:pt x="118914" y="400869"/>
                  </a:lnTo>
                  <a:lnTo>
                    <a:pt x="119240" y="400685"/>
                  </a:lnTo>
                  <a:lnTo>
                    <a:pt x="119491" y="400370"/>
                  </a:lnTo>
                  <a:lnTo>
                    <a:pt x="119429" y="399962"/>
                  </a:lnTo>
                  <a:lnTo>
                    <a:pt x="119582" y="399219"/>
                  </a:lnTo>
                  <a:lnTo>
                    <a:pt x="119310" y="399206"/>
                  </a:lnTo>
                  <a:lnTo>
                    <a:pt x="118870" y="399381"/>
                  </a:lnTo>
                  <a:lnTo>
                    <a:pt x="118354" y="399694"/>
                  </a:lnTo>
                  <a:lnTo>
                    <a:pt x="117766" y="400126"/>
                  </a:lnTo>
                  <a:lnTo>
                    <a:pt x="117613" y="400360"/>
                  </a:lnTo>
                  <a:lnTo>
                    <a:pt x="118186" y="400650"/>
                  </a:lnTo>
                  <a:lnTo>
                    <a:pt x="117921" y="400908"/>
                  </a:lnTo>
                  <a:lnTo>
                    <a:pt x="117771" y="401054"/>
                  </a:lnTo>
                  <a:lnTo>
                    <a:pt x="117423" y="401181"/>
                  </a:lnTo>
                  <a:lnTo>
                    <a:pt x="117230" y="401333"/>
                  </a:lnTo>
                  <a:lnTo>
                    <a:pt x="117098" y="401600"/>
                  </a:lnTo>
                  <a:lnTo>
                    <a:pt x="116802" y="401992"/>
                  </a:lnTo>
                  <a:lnTo>
                    <a:pt x="116398" y="401623"/>
                  </a:lnTo>
                  <a:lnTo>
                    <a:pt x="116095" y="401387"/>
                  </a:lnTo>
                  <a:lnTo>
                    <a:pt x="116013" y="401533"/>
                  </a:lnTo>
                  <a:lnTo>
                    <a:pt x="115948" y="401770"/>
                  </a:lnTo>
                  <a:lnTo>
                    <a:pt x="115834" y="402318"/>
                  </a:lnTo>
                  <a:lnTo>
                    <a:pt x="115293" y="402859"/>
                  </a:lnTo>
                  <a:lnTo>
                    <a:pt x="114982" y="403003"/>
                  </a:lnTo>
                  <a:lnTo>
                    <a:pt x="114576" y="402857"/>
                  </a:lnTo>
                  <a:lnTo>
                    <a:pt x="114427" y="402579"/>
                  </a:lnTo>
                  <a:lnTo>
                    <a:pt x="113943" y="402224"/>
                  </a:lnTo>
                  <a:lnTo>
                    <a:pt x="114557" y="401706"/>
                  </a:lnTo>
                  <a:lnTo>
                    <a:pt x="114640" y="401391"/>
                  </a:lnTo>
                  <a:lnTo>
                    <a:pt x="114612" y="401118"/>
                  </a:lnTo>
                  <a:lnTo>
                    <a:pt x="114600" y="400769"/>
                  </a:lnTo>
                  <a:lnTo>
                    <a:pt x="115005" y="400527"/>
                  </a:lnTo>
                  <a:lnTo>
                    <a:pt x="114953" y="399727"/>
                  </a:lnTo>
                  <a:lnTo>
                    <a:pt x="114996" y="399517"/>
                  </a:lnTo>
                  <a:lnTo>
                    <a:pt x="115179" y="399201"/>
                  </a:lnTo>
                  <a:lnTo>
                    <a:pt x="115384" y="399191"/>
                  </a:lnTo>
                  <a:lnTo>
                    <a:pt x="115181" y="398598"/>
                  </a:lnTo>
                  <a:lnTo>
                    <a:pt x="115294" y="398351"/>
                  </a:lnTo>
                  <a:lnTo>
                    <a:pt x="115505" y="398181"/>
                  </a:lnTo>
                  <a:lnTo>
                    <a:pt x="116084" y="397941"/>
                  </a:lnTo>
                  <a:lnTo>
                    <a:pt x="116533" y="397754"/>
                  </a:lnTo>
                  <a:lnTo>
                    <a:pt x="116993" y="397475"/>
                  </a:lnTo>
                  <a:lnTo>
                    <a:pt x="117156" y="397280"/>
                  </a:lnTo>
                  <a:lnTo>
                    <a:pt x="117376" y="397040"/>
                  </a:lnTo>
                  <a:lnTo>
                    <a:pt x="117952" y="396888"/>
                  </a:lnTo>
                  <a:lnTo>
                    <a:pt x="118263" y="396760"/>
                  </a:lnTo>
                  <a:lnTo>
                    <a:pt x="118571" y="396565"/>
                  </a:lnTo>
                  <a:lnTo>
                    <a:pt x="118750" y="396452"/>
                  </a:lnTo>
                  <a:lnTo>
                    <a:pt x="119129" y="396068"/>
                  </a:lnTo>
                  <a:lnTo>
                    <a:pt x="119305" y="395937"/>
                  </a:lnTo>
                  <a:lnTo>
                    <a:pt x="119961" y="395947"/>
                  </a:lnTo>
                  <a:lnTo>
                    <a:pt x="120448" y="396299"/>
                  </a:lnTo>
                  <a:lnTo>
                    <a:pt x="120581" y="396398"/>
                  </a:lnTo>
                  <a:lnTo>
                    <a:pt x="120812" y="397053"/>
                  </a:lnTo>
                  <a:lnTo>
                    <a:pt x="121376" y="397121"/>
                  </a:lnTo>
                  <a:lnTo>
                    <a:pt x="121500" y="396593"/>
                  </a:lnTo>
                  <a:lnTo>
                    <a:pt x="122067" y="396386"/>
                  </a:lnTo>
                  <a:lnTo>
                    <a:pt x="122240" y="396323"/>
                  </a:lnTo>
                  <a:lnTo>
                    <a:pt x="122841" y="396104"/>
                  </a:lnTo>
                  <a:lnTo>
                    <a:pt x="123285" y="395531"/>
                  </a:lnTo>
                  <a:lnTo>
                    <a:pt x="123532" y="395329"/>
                  </a:lnTo>
                  <a:lnTo>
                    <a:pt x="123731" y="395295"/>
                  </a:lnTo>
                  <a:lnTo>
                    <a:pt x="123994" y="395251"/>
                  </a:lnTo>
                  <a:lnTo>
                    <a:pt x="124125" y="395229"/>
                  </a:lnTo>
                  <a:lnTo>
                    <a:pt x="124975" y="394887"/>
                  </a:lnTo>
                  <a:lnTo>
                    <a:pt x="124946" y="394748"/>
                  </a:lnTo>
                  <a:lnTo>
                    <a:pt x="124729" y="394741"/>
                  </a:lnTo>
                  <a:lnTo>
                    <a:pt x="124510" y="394737"/>
                  </a:lnTo>
                  <a:lnTo>
                    <a:pt x="124227" y="394939"/>
                  </a:lnTo>
                  <a:lnTo>
                    <a:pt x="123872" y="395027"/>
                  </a:lnTo>
                  <a:lnTo>
                    <a:pt x="123591" y="395117"/>
                  </a:lnTo>
                  <a:lnTo>
                    <a:pt x="123412" y="395240"/>
                  </a:lnTo>
                  <a:lnTo>
                    <a:pt x="123015" y="395548"/>
                  </a:lnTo>
                  <a:lnTo>
                    <a:pt x="122875" y="395749"/>
                  </a:lnTo>
                  <a:lnTo>
                    <a:pt x="122754" y="395922"/>
                  </a:lnTo>
                  <a:lnTo>
                    <a:pt x="122069" y="396013"/>
                  </a:lnTo>
                  <a:lnTo>
                    <a:pt x="121638" y="396098"/>
                  </a:lnTo>
                  <a:lnTo>
                    <a:pt x="121504" y="396258"/>
                  </a:lnTo>
                  <a:lnTo>
                    <a:pt x="121189" y="396160"/>
                  </a:lnTo>
                  <a:lnTo>
                    <a:pt x="121257" y="395929"/>
                  </a:lnTo>
                  <a:lnTo>
                    <a:pt x="121014" y="395759"/>
                  </a:lnTo>
                  <a:lnTo>
                    <a:pt x="120826" y="395629"/>
                  </a:lnTo>
                  <a:lnTo>
                    <a:pt x="120288" y="395323"/>
                  </a:lnTo>
                  <a:lnTo>
                    <a:pt x="119485" y="395179"/>
                  </a:lnTo>
                  <a:lnTo>
                    <a:pt x="119233" y="395179"/>
                  </a:lnTo>
                  <a:lnTo>
                    <a:pt x="119032" y="395274"/>
                  </a:lnTo>
                  <a:lnTo>
                    <a:pt x="118892" y="395396"/>
                  </a:lnTo>
                  <a:lnTo>
                    <a:pt x="118412" y="395682"/>
                  </a:lnTo>
                  <a:lnTo>
                    <a:pt x="117915" y="395662"/>
                  </a:lnTo>
                  <a:lnTo>
                    <a:pt x="117458" y="395977"/>
                  </a:lnTo>
                  <a:lnTo>
                    <a:pt x="117641" y="396214"/>
                  </a:lnTo>
                  <a:lnTo>
                    <a:pt x="117426" y="396381"/>
                  </a:lnTo>
                  <a:lnTo>
                    <a:pt x="116329" y="396937"/>
                  </a:lnTo>
                  <a:lnTo>
                    <a:pt x="116298" y="396766"/>
                  </a:lnTo>
                  <a:lnTo>
                    <a:pt x="116229" y="396390"/>
                  </a:lnTo>
                  <a:lnTo>
                    <a:pt x="116240" y="396077"/>
                  </a:lnTo>
                  <a:lnTo>
                    <a:pt x="116039" y="395788"/>
                  </a:lnTo>
                  <a:lnTo>
                    <a:pt x="115770" y="395547"/>
                  </a:lnTo>
                  <a:lnTo>
                    <a:pt x="115537" y="395557"/>
                  </a:lnTo>
                  <a:lnTo>
                    <a:pt x="115202" y="395571"/>
                  </a:lnTo>
                  <a:lnTo>
                    <a:pt x="115136" y="395809"/>
                  </a:lnTo>
                  <a:lnTo>
                    <a:pt x="115144" y="395948"/>
                  </a:lnTo>
                  <a:lnTo>
                    <a:pt x="115188" y="396084"/>
                  </a:lnTo>
                  <a:lnTo>
                    <a:pt x="115144" y="396323"/>
                  </a:lnTo>
                  <a:lnTo>
                    <a:pt x="114776" y="396392"/>
                  </a:lnTo>
                  <a:lnTo>
                    <a:pt x="114789" y="397151"/>
                  </a:lnTo>
                  <a:lnTo>
                    <a:pt x="112917" y="397154"/>
                  </a:lnTo>
                  <a:lnTo>
                    <a:pt x="112873" y="395372"/>
                  </a:lnTo>
                  <a:lnTo>
                    <a:pt x="112879" y="394938"/>
                  </a:lnTo>
                  <a:lnTo>
                    <a:pt x="112998" y="394564"/>
                  </a:lnTo>
                  <a:lnTo>
                    <a:pt x="113052" y="394196"/>
                  </a:lnTo>
                  <a:lnTo>
                    <a:pt x="113037" y="393944"/>
                  </a:lnTo>
                  <a:lnTo>
                    <a:pt x="113177" y="393383"/>
                  </a:lnTo>
                  <a:lnTo>
                    <a:pt x="114153" y="392444"/>
                  </a:lnTo>
                  <a:lnTo>
                    <a:pt x="114415" y="392161"/>
                  </a:lnTo>
                  <a:lnTo>
                    <a:pt x="115042" y="392437"/>
                  </a:lnTo>
                  <a:lnTo>
                    <a:pt x="115757" y="392084"/>
                  </a:lnTo>
                  <a:lnTo>
                    <a:pt x="116100" y="391711"/>
                  </a:lnTo>
                  <a:lnTo>
                    <a:pt x="116116" y="391531"/>
                  </a:lnTo>
                  <a:lnTo>
                    <a:pt x="116202" y="391170"/>
                  </a:lnTo>
                  <a:lnTo>
                    <a:pt x="116581" y="390848"/>
                  </a:lnTo>
                  <a:lnTo>
                    <a:pt x="117297" y="391304"/>
                  </a:lnTo>
                  <a:lnTo>
                    <a:pt x="117505" y="391252"/>
                  </a:lnTo>
                  <a:lnTo>
                    <a:pt x="118490" y="390919"/>
                  </a:lnTo>
                  <a:lnTo>
                    <a:pt x="118702" y="390896"/>
                  </a:lnTo>
                  <a:lnTo>
                    <a:pt x="118846" y="390864"/>
                  </a:lnTo>
                  <a:lnTo>
                    <a:pt x="119130" y="390781"/>
                  </a:lnTo>
                  <a:lnTo>
                    <a:pt x="119498" y="390839"/>
                  </a:lnTo>
                  <a:lnTo>
                    <a:pt x="119754" y="390892"/>
                  </a:lnTo>
                  <a:lnTo>
                    <a:pt x="120302" y="390909"/>
                  </a:lnTo>
                  <a:lnTo>
                    <a:pt x="120522" y="390916"/>
                  </a:lnTo>
                  <a:lnTo>
                    <a:pt x="120934" y="390845"/>
                  </a:lnTo>
                  <a:lnTo>
                    <a:pt x="121599" y="390662"/>
                  </a:lnTo>
                  <a:lnTo>
                    <a:pt x="121954" y="390240"/>
                  </a:lnTo>
                  <a:lnTo>
                    <a:pt x="122105" y="389990"/>
                  </a:lnTo>
                  <a:lnTo>
                    <a:pt x="122294" y="389955"/>
                  </a:lnTo>
                  <a:lnTo>
                    <a:pt x="122505" y="390233"/>
                  </a:lnTo>
                  <a:lnTo>
                    <a:pt x="122696" y="390227"/>
                  </a:lnTo>
                  <a:lnTo>
                    <a:pt x="123478" y="389974"/>
                  </a:lnTo>
                  <a:lnTo>
                    <a:pt x="123631" y="389866"/>
                  </a:lnTo>
                  <a:lnTo>
                    <a:pt x="123806" y="389701"/>
                  </a:lnTo>
                  <a:lnTo>
                    <a:pt x="123947" y="389492"/>
                  </a:lnTo>
                  <a:lnTo>
                    <a:pt x="124058" y="389219"/>
                  </a:lnTo>
                  <a:lnTo>
                    <a:pt x="124026" y="388889"/>
                  </a:lnTo>
                  <a:lnTo>
                    <a:pt x="123864" y="388605"/>
                  </a:lnTo>
                  <a:lnTo>
                    <a:pt x="123720" y="388577"/>
                  </a:lnTo>
                  <a:lnTo>
                    <a:pt x="123503" y="388570"/>
                  </a:lnTo>
                  <a:lnTo>
                    <a:pt x="123873" y="388173"/>
                  </a:lnTo>
                  <a:lnTo>
                    <a:pt x="124288" y="388135"/>
                  </a:lnTo>
                  <a:lnTo>
                    <a:pt x="124547" y="388079"/>
                  </a:lnTo>
                  <a:lnTo>
                    <a:pt x="124751" y="388035"/>
                  </a:lnTo>
                  <a:lnTo>
                    <a:pt x="124968" y="387988"/>
                  </a:lnTo>
                  <a:lnTo>
                    <a:pt x="125474" y="387789"/>
                  </a:lnTo>
                  <a:lnTo>
                    <a:pt x="125866" y="387896"/>
                  </a:lnTo>
                  <a:lnTo>
                    <a:pt x="126043" y="388024"/>
                  </a:lnTo>
                  <a:lnTo>
                    <a:pt x="126373" y="388262"/>
                  </a:lnTo>
                  <a:lnTo>
                    <a:pt x="126687" y="388488"/>
                  </a:lnTo>
                  <a:lnTo>
                    <a:pt x="126868" y="388779"/>
                  </a:lnTo>
                  <a:lnTo>
                    <a:pt x="126836" y="389050"/>
                  </a:lnTo>
                  <a:lnTo>
                    <a:pt x="126874" y="389195"/>
                  </a:lnTo>
                  <a:lnTo>
                    <a:pt x="126926" y="389395"/>
                  </a:lnTo>
                  <a:lnTo>
                    <a:pt x="127138" y="389956"/>
                  </a:lnTo>
                  <a:lnTo>
                    <a:pt x="127336" y="390295"/>
                  </a:lnTo>
                  <a:lnTo>
                    <a:pt x="127495" y="390713"/>
                  </a:lnTo>
                  <a:lnTo>
                    <a:pt x="127542" y="391021"/>
                  </a:lnTo>
                  <a:lnTo>
                    <a:pt x="127528" y="391173"/>
                  </a:lnTo>
                  <a:lnTo>
                    <a:pt x="127565" y="391313"/>
                  </a:lnTo>
                  <a:lnTo>
                    <a:pt x="127608" y="391474"/>
                  </a:lnTo>
                  <a:lnTo>
                    <a:pt x="127860" y="391423"/>
                  </a:lnTo>
                  <a:lnTo>
                    <a:pt x="127913" y="391172"/>
                  </a:lnTo>
                  <a:lnTo>
                    <a:pt x="128331" y="391157"/>
                  </a:lnTo>
                  <a:lnTo>
                    <a:pt x="128544" y="391127"/>
                  </a:lnTo>
                  <a:lnTo>
                    <a:pt x="128699" y="391021"/>
                  </a:lnTo>
                  <a:lnTo>
                    <a:pt x="128757" y="390685"/>
                  </a:lnTo>
                  <a:lnTo>
                    <a:pt x="128588" y="390835"/>
                  </a:lnTo>
                  <a:lnTo>
                    <a:pt x="128211" y="390923"/>
                  </a:lnTo>
                  <a:lnTo>
                    <a:pt x="128083" y="390909"/>
                  </a:lnTo>
                  <a:lnTo>
                    <a:pt x="127716" y="390810"/>
                  </a:lnTo>
                  <a:lnTo>
                    <a:pt x="127347" y="389990"/>
                  </a:lnTo>
                  <a:lnTo>
                    <a:pt x="127203" y="389701"/>
                  </a:lnTo>
                  <a:lnTo>
                    <a:pt x="127149" y="389408"/>
                  </a:lnTo>
                  <a:lnTo>
                    <a:pt x="127149" y="389216"/>
                  </a:lnTo>
                  <a:lnTo>
                    <a:pt x="126934" y="388506"/>
                  </a:lnTo>
                  <a:lnTo>
                    <a:pt x="126515" y="388030"/>
                  </a:lnTo>
                  <a:lnTo>
                    <a:pt x="126303" y="387821"/>
                  </a:lnTo>
                  <a:lnTo>
                    <a:pt x="125983" y="387729"/>
                  </a:lnTo>
                  <a:lnTo>
                    <a:pt x="125584" y="387595"/>
                  </a:lnTo>
                  <a:lnTo>
                    <a:pt x="125831" y="387089"/>
                  </a:lnTo>
                  <a:lnTo>
                    <a:pt x="125983" y="387141"/>
                  </a:lnTo>
                  <a:lnTo>
                    <a:pt x="126127" y="387191"/>
                  </a:lnTo>
                  <a:lnTo>
                    <a:pt x="126312" y="387083"/>
                  </a:lnTo>
                  <a:lnTo>
                    <a:pt x="126014" y="386880"/>
                  </a:lnTo>
                  <a:lnTo>
                    <a:pt x="125852" y="386661"/>
                  </a:lnTo>
                  <a:lnTo>
                    <a:pt x="125911" y="386417"/>
                  </a:lnTo>
                  <a:lnTo>
                    <a:pt x="125991" y="386249"/>
                  </a:lnTo>
                  <a:lnTo>
                    <a:pt x="126182" y="385896"/>
                  </a:lnTo>
                  <a:lnTo>
                    <a:pt x="126164" y="385607"/>
                  </a:lnTo>
                  <a:lnTo>
                    <a:pt x="126125" y="385475"/>
                  </a:lnTo>
                  <a:lnTo>
                    <a:pt x="126027" y="385140"/>
                  </a:lnTo>
                  <a:lnTo>
                    <a:pt x="125899" y="384975"/>
                  </a:lnTo>
                  <a:lnTo>
                    <a:pt x="125711" y="384833"/>
                  </a:lnTo>
                  <a:lnTo>
                    <a:pt x="125422" y="384689"/>
                  </a:lnTo>
                  <a:lnTo>
                    <a:pt x="125215" y="384424"/>
                  </a:lnTo>
                  <a:lnTo>
                    <a:pt x="125094" y="384287"/>
                  </a:lnTo>
                  <a:lnTo>
                    <a:pt x="124825" y="383982"/>
                  </a:lnTo>
                  <a:lnTo>
                    <a:pt x="124634" y="383809"/>
                  </a:lnTo>
                  <a:lnTo>
                    <a:pt x="124384" y="383624"/>
                  </a:lnTo>
                  <a:lnTo>
                    <a:pt x="124194" y="383020"/>
                  </a:lnTo>
                  <a:lnTo>
                    <a:pt x="124570" y="382892"/>
                  </a:lnTo>
                  <a:lnTo>
                    <a:pt x="124724" y="382801"/>
                  </a:lnTo>
                  <a:lnTo>
                    <a:pt x="125092" y="382569"/>
                  </a:lnTo>
                  <a:lnTo>
                    <a:pt x="125342" y="382338"/>
                  </a:lnTo>
                  <a:lnTo>
                    <a:pt x="125455" y="382155"/>
                  </a:lnTo>
                  <a:lnTo>
                    <a:pt x="125521" y="381940"/>
                  </a:lnTo>
                  <a:lnTo>
                    <a:pt x="125546" y="381428"/>
                  </a:lnTo>
                  <a:lnTo>
                    <a:pt x="125205" y="381183"/>
                  </a:lnTo>
                  <a:lnTo>
                    <a:pt x="125213" y="381037"/>
                  </a:lnTo>
                  <a:lnTo>
                    <a:pt x="125171" y="380817"/>
                  </a:lnTo>
                  <a:lnTo>
                    <a:pt x="124904" y="380784"/>
                  </a:lnTo>
                  <a:lnTo>
                    <a:pt x="124632" y="380594"/>
                  </a:lnTo>
                  <a:lnTo>
                    <a:pt x="124553" y="380452"/>
                  </a:lnTo>
                  <a:lnTo>
                    <a:pt x="124606" y="379983"/>
                  </a:lnTo>
                  <a:lnTo>
                    <a:pt x="124625" y="379842"/>
                  </a:lnTo>
                  <a:lnTo>
                    <a:pt x="124976" y="379709"/>
                  </a:lnTo>
                  <a:lnTo>
                    <a:pt x="125347" y="379685"/>
                  </a:lnTo>
                  <a:lnTo>
                    <a:pt x="125510" y="379655"/>
                  </a:lnTo>
                  <a:lnTo>
                    <a:pt x="125739" y="379524"/>
                  </a:lnTo>
                  <a:lnTo>
                    <a:pt x="125842" y="379376"/>
                  </a:lnTo>
                  <a:lnTo>
                    <a:pt x="126095" y="379011"/>
                  </a:lnTo>
                  <a:lnTo>
                    <a:pt x="126309" y="378752"/>
                  </a:lnTo>
                  <a:lnTo>
                    <a:pt x="126563" y="378578"/>
                  </a:lnTo>
                  <a:lnTo>
                    <a:pt x="126692" y="378426"/>
                  </a:lnTo>
                  <a:lnTo>
                    <a:pt x="126757" y="378290"/>
                  </a:lnTo>
                  <a:lnTo>
                    <a:pt x="126967" y="377967"/>
                  </a:lnTo>
                  <a:lnTo>
                    <a:pt x="127189" y="377876"/>
                  </a:lnTo>
                  <a:lnTo>
                    <a:pt x="127415" y="377701"/>
                  </a:lnTo>
                  <a:lnTo>
                    <a:pt x="127734" y="376705"/>
                  </a:lnTo>
                  <a:lnTo>
                    <a:pt x="127884" y="376774"/>
                  </a:lnTo>
                  <a:lnTo>
                    <a:pt x="128128" y="376885"/>
                  </a:lnTo>
                  <a:lnTo>
                    <a:pt x="128508" y="377058"/>
                  </a:lnTo>
                  <a:lnTo>
                    <a:pt x="128803" y="377139"/>
                  </a:lnTo>
                  <a:lnTo>
                    <a:pt x="129184" y="377120"/>
                  </a:lnTo>
                  <a:lnTo>
                    <a:pt x="129428" y="377085"/>
                  </a:lnTo>
                  <a:lnTo>
                    <a:pt x="129721" y="377043"/>
                  </a:lnTo>
                  <a:lnTo>
                    <a:pt x="130603" y="376670"/>
                  </a:lnTo>
                  <a:lnTo>
                    <a:pt x="131161" y="376628"/>
                  </a:lnTo>
                  <a:lnTo>
                    <a:pt x="131688" y="376211"/>
                  </a:lnTo>
                  <a:lnTo>
                    <a:pt x="132224" y="375575"/>
                  </a:lnTo>
                  <a:lnTo>
                    <a:pt x="132427" y="374912"/>
                  </a:lnTo>
                  <a:lnTo>
                    <a:pt x="132838" y="374855"/>
                  </a:lnTo>
                  <a:lnTo>
                    <a:pt x="133137" y="374879"/>
                  </a:lnTo>
                  <a:lnTo>
                    <a:pt x="133413" y="374827"/>
                  </a:lnTo>
                  <a:lnTo>
                    <a:pt x="133718" y="374590"/>
                  </a:lnTo>
                  <a:lnTo>
                    <a:pt x="133836" y="374359"/>
                  </a:lnTo>
                  <a:lnTo>
                    <a:pt x="134063" y="374004"/>
                  </a:lnTo>
                  <a:lnTo>
                    <a:pt x="134393" y="374025"/>
                  </a:lnTo>
                  <a:lnTo>
                    <a:pt x="134719" y="373923"/>
                  </a:lnTo>
                  <a:lnTo>
                    <a:pt x="135271" y="373330"/>
                  </a:lnTo>
                  <a:lnTo>
                    <a:pt x="135208" y="373036"/>
                  </a:lnTo>
                  <a:lnTo>
                    <a:pt x="135374" y="373010"/>
                  </a:lnTo>
                  <a:lnTo>
                    <a:pt x="135683" y="373002"/>
                  </a:lnTo>
                  <a:lnTo>
                    <a:pt x="136129" y="373409"/>
                  </a:lnTo>
                  <a:lnTo>
                    <a:pt x="136143" y="373628"/>
                  </a:lnTo>
                  <a:lnTo>
                    <a:pt x="136570" y="373668"/>
                  </a:lnTo>
                  <a:lnTo>
                    <a:pt x="137050" y="373841"/>
                  </a:lnTo>
                  <a:lnTo>
                    <a:pt x="137045" y="373995"/>
                  </a:lnTo>
                  <a:lnTo>
                    <a:pt x="137039" y="374138"/>
                  </a:lnTo>
                  <a:lnTo>
                    <a:pt x="137372" y="374052"/>
                  </a:lnTo>
                  <a:lnTo>
                    <a:pt x="137365" y="373919"/>
                  </a:lnTo>
                  <a:lnTo>
                    <a:pt x="137351" y="373681"/>
                  </a:lnTo>
                  <a:lnTo>
                    <a:pt x="137897" y="373273"/>
                  </a:lnTo>
                  <a:lnTo>
                    <a:pt x="138204" y="373231"/>
                  </a:lnTo>
                  <a:lnTo>
                    <a:pt x="138439" y="373173"/>
                  </a:lnTo>
                  <a:lnTo>
                    <a:pt x="138851" y="373073"/>
                  </a:lnTo>
                  <a:lnTo>
                    <a:pt x="139218" y="372922"/>
                  </a:lnTo>
                  <a:lnTo>
                    <a:pt x="139258" y="372553"/>
                  </a:lnTo>
                  <a:lnTo>
                    <a:pt x="139378" y="372160"/>
                  </a:lnTo>
                  <a:lnTo>
                    <a:pt x="139689" y="371927"/>
                  </a:lnTo>
                  <a:lnTo>
                    <a:pt x="140093" y="371625"/>
                  </a:lnTo>
                  <a:lnTo>
                    <a:pt x="140757" y="371128"/>
                  </a:lnTo>
                  <a:lnTo>
                    <a:pt x="140947" y="370987"/>
                  </a:lnTo>
                  <a:lnTo>
                    <a:pt x="141223" y="370936"/>
                  </a:lnTo>
                  <a:lnTo>
                    <a:pt x="141556" y="370876"/>
                  </a:lnTo>
                  <a:lnTo>
                    <a:pt x="141806" y="370797"/>
                  </a:lnTo>
                  <a:lnTo>
                    <a:pt x="141244" y="370154"/>
                  </a:lnTo>
                  <a:lnTo>
                    <a:pt x="140890" y="369821"/>
                  </a:lnTo>
                  <a:lnTo>
                    <a:pt x="141138" y="369464"/>
                  </a:lnTo>
                  <a:lnTo>
                    <a:pt x="141265" y="369283"/>
                  </a:lnTo>
                  <a:lnTo>
                    <a:pt x="140871" y="368963"/>
                  </a:lnTo>
                  <a:lnTo>
                    <a:pt x="140329" y="369464"/>
                  </a:lnTo>
                  <a:lnTo>
                    <a:pt x="139832" y="369900"/>
                  </a:lnTo>
                  <a:lnTo>
                    <a:pt x="138494" y="370207"/>
                  </a:lnTo>
                  <a:lnTo>
                    <a:pt x="138422" y="369932"/>
                  </a:lnTo>
                  <a:lnTo>
                    <a:pt x="138668" y="369738"/>
                  </a:lnTo>
                  <a:lnTo>
                    <a:pt x="139301" y="369584"/>
                  </a:lnTo>
                  <a:lnTo>
                    <a:pt x="139737" y="369464"/>
                  </a:lnTo>
                  <a:lnTo>
                    <a:pt x="140448" y="368795"/>
                  </a:lnTo>
                  <a:lnTo>
                    <a:pt x="140731" y="368624"/>
                  </a:lnTo>
                  <a:lnTo>
                    <a:pt x="141022" y="368462"/>
                  </a:lnTo>
                  <a:lnTo>
                    <a:pt x="141263" y="368341"/>
                  </a:lnTo>
                  <a:lnTo>
                    <a:pt x="141631" y="368014"/>
                  </a:lnTo>
                  <a:lnTo>
                    <a:pt x="141255" y="367653"/>
                  </a:lnTo>
                  <a:lnTo>
                    <a:pt x="142042" y="367521"/>
                  </a:lnTo>
                  <a:lnTo>
                    <a:pt x="142123" y="367707"/>
                  </a:lnTo>
                  <a:lnTo>
                    <a:pt x="142569" y="367601"/>
                  </a:lnTo>
                  <a:lnTo>
                    <a:pt x="143046" y="367447"/>
                  </a:lnTo>
                  <a:lnTo>
                    <a:pt x="143505" y="367352"/>
                  </a:lnTo>
                  <a:lnTo>
                    <a:pt x="143557" y="367572"/>
                  </a:lnTo>
                  <a:lnTo>
                    <a:pt x="144194" y="367383"/>
                  </a:lnTo>
                  <a:lnTo>
                    <a:pt x="144082" y="367070"/>
                  </a:lnTo>
                  <a:lnTo>
                    <a:pt x="144562" y="366529"/>
                  </a:lnTo>
                  <a:lnTo>
                    <a:pt x="144973" y="366188"/>
                  </a:lnTo>
                  <a:lnTo>
                    <a:pt x="145149" y="366469"/>
                  </a:lnTo>
                  <a:lnTo>
                    <a:pt x="145363" y="366291"/>
                  </a:lnTo>
                  <a:lnTo>
                    <a:pt x="145920" y="365803"/>
                  </a:lnTo>
                  <a:lnTo>
                    <a:pt x="146058" y="365646"/>
                  </a:lnTo>
                  <a:lnTo>
                    <a:pt x="146172" y="365483"/>
                  </a:lnTo>
                  <a:lnTo>
                    <a:pt x="146322" y="365116"/>
                  </a:lnTo>
                  <a:lnTo>
                    <a:pt x="146349" y="364978"/>
                  </a:lnTo>
                  <a:lnTo>
                    <a:pt x="146350" y="364713"/>
                  </a:lnTo>
                  <a:lnTo>
                    <a:pt x="146461" y="364280"/>
                  </a:lnTo>
                  <a:lnTo>
                    <a:pt x="146887" y="363978"/>
                  </a:lnTo>
                  <a:lnTo>
                    <a:pt x="147042" y="363636"/>
                  </a:lnTo>
                  <a:lnTo>
                    <a:pt x="147430" y="363272"/>
                  </a:lnTo>
                  <a:lnTo>
                    <a:pt x="147680" y="363113"/>
                  </a:lnTo>
                  <a:lnTo>
                    <a:pt x="147897" y="363206"/>
                  </a:lnTo>
                  <a:lnTo>
                    <a:pt x="148530" y="363148"/>
                  </a:lnTo>
                  <a:lnTo>
                    <a:pt x="149033" y="362976"/>
                  </a:lnTo>
                  <a:lnTo>
                    <a:pt x="149307" y="362831"/>
                  </a:lnTo>
                  <a:lnTo>
                    <a:pt x="149537" y="362674"/>
                  </a:lnTo>
                  <a:lnTo>
                    <a:pt x="149827" y="362316"/>
                  </a:lnTo>
                  <a:lnTo>
                    <a:pt x="149963" y="362004"/>
                  </a:lnTo>
                  <a:lnTo>
                    <a:pt x="150064" y="361600"/>
                  </a:lnTo>
                  <a:lnTo>
                    <a:pt x="150121" y="361315"/>
                  </a:lnTo>
                  <a:lnTo>
                    <a:pt x="150134" y="361188"/>
                  </a:lnTo>
                  <a:lnTo>
                    <a:pt x="150133" y="361026"/>
                  </a:lnTo>
                  <a:lnTo>
                    <a:pt x="150111" y="360764"/>
                  </a:lnTo>
                  <a:lnTo>
                    <a:pt x="150049" y="360395"/>
                  </a:lnTo>
                  <a:lnTo>
                    <a:pt x="149949" y="360105"/>
                  </a:lnTo>
                  <a:lnTo>
                    <a:pt x="149474" y="359675"/>
                  </a:lnTo>
                  <a:lnTo>
                    <a:pt x="148962" y="359697"/>
                  </a:lnTo>
                  <a:lnTo>
                    <a:pt x="149102" y="359485"/>
                  </a:lnTo>
                  <a:lnTo>
                    <a:pt x="149318" y="359340"/>
                  </a:lnTo>
                  <a:lnTo>
                    <a:pt x="147669" y="358887"/>
                  </a:lnTo>
                  <a:lnTo>
                    <a:pt x="147562" y="358646"/>
                  </a:lnTo>
                  <a:lnTo>
                    <a:pt x="147776" y="358651"/>
                  </a:lnTo>
                  <a:lnTo>
                    <a:pt x="147930" y="358655"/>
                  </a:lnTo>
                  <a:lnTo>
                    <a:pt x="148155" y="358692"/>
                  </a:lnTo>
                  <a:lnTo>
                    <a:pt x="150601" y="358670"/>
                  </a:lnTo>
                  <a:lnTo>
                    <a:pt x="150852" y="359263"/>
                  </a:lnTo>
                  <a:lnTo>
                    <a:pt x="151055" y="359182"/>
                  </a:lnTo>
                  <a:lnTo>
                    <a:pt x="151383" y="359034"/>
                  </a:lnTo>
                  <a:lnTo>
                    <a:pt x="151675" y="358875"/>
                  </a:lnTo>
                  <a:lnTo>
                    <a:pt x="152792" y="358131"/>
                  </a:lnTo>
                  <a:lnTo>
                    <a:pt x="153093" y="357948"/>
                  </a:lnTo>
                  <a:lnTo>
                    <a:pt x="153753" y="357391"/>
                  </a:lnTo>
                  <a:lnTo>
                    <a:pt x="154375" y="356730"/>
                  </a:lnTo>
                  <a:lnTo>
                    <a:pt x="154069" y="356753"/>
                  </a:lnTo>
                  <a:lnTo>
                    <a:pt x="153393" y="356544"/>
                  </a:lnTo>
                  <a:lnTo>
                    <a:pt x="153389" y="356248"/>
                  </a:lnTo>
                  <a:lnTo>
                    <a:pt x="153655" y="356247"/>
                  </a:lnTo>
                  <a:lnTo>
                    <a:pt x="153820" y="356247"/>
                  </a:lnTo>
                  <a:lnTo>
                    <a:pt x="154156" y="356200"/>
                  </a:lnTo>
                  <a:lnTo>
                    <a:pt x="154132" y="354387"/>
                  </a:lnTo>
                  <a:lnTo>
                    <a:pt x="154417" y="354230"/>
                  </a:lnTo>
                  <a:lnTo>
                    <a:pt x="154015" y="353625"/>
                  </a:lnTo>
                  <a:lnTo>
                    <a:pt x="153738" y="353359"/>
                  </a:lnTo>
                  <a:lnTo>
                    <a:pt x="153575" y="353252"/>
                  </a:lnTo>
                  <a:lnTo>
                    <a:pt x="153081" y="352388"/>
                  </a:lnTo>
                  <a:lnTo>
                    <a:pt x="151431" y="353099"/>
                  </a:lnTo>
                  <a:lnTo>
                    <a:pt x="151607" y="352379"/>
                  </a:lnTo>
                  <a:lnTo>
                    <a:pt x="153114" y="351723"/>
                  </a:lnTo>
                  <a:lnTo>
                    <a:pt x="153427" y="351815"/>
                  </a:lnTo>
                  <a:lnTo>
                    <a:pt x="153964" y="352764"/>
                  </a:lnTo>
                  <a:lnTo>
                    <a:pt x="154202" y="353051"/>
                  </a:lnTo>
                  <a:lnTo>
                    <a:pt x="154481" y="352961"/>
                  </a:lnTo>
                  <a:lnTo>
                    <a:pt x="154680" y="352869"/>
                  </a:lnTo>
                  <a:lnTo>
                    <a:pt x="154856" y="352484"/>
                  </a:lnTo>
                  <a:lnTo>
                    <a:pt x="155901" y="351869"/>
                  </a:lnTo>
                  <a:lnTo>
                    <a:pt x="155793" y="351740"/>
                  </a:lnTo>
                  <a:lnTo>
                    <a:pt x="155967" y="351637"/>
                  </a:lnTo>
                  <a:lnTo>
                    <a:pt x="156181" y="351510"/>
                  </a:lnTo>
                  <a:lnTo>
                    <a:pt x="156625" y="351948"/>
                  </a:lnTo>
                  <a:lnTo>
                    <a:pt x="156625" y="351454"/>
                  </a:lnTo>
                  <a:lnTo>
                    <a:pt x="156875" y="351445"/>
                  </a:lnTo>
                  <a:lnTo>
                    <a:pt x="157109" y="351679"/>
                  </a:lnTo>
                  <a:lnTo>
                    <a:pt x="157322" y="351279"/>
                  </a:lnTo>
                  <a:lnTo>
                    <a:pt x="156809" y="350512"/>
                  </a:lnTo>
                  <a:lnTo>
                    <a:pt x="157122" y="350630"/>
                  </a:lnTo>
                  <a:lnTo>
                    <a:pt x="157477" y="350644"/>
                  </a:lnTo>
                  <a:lnTo>
                    <a:pt x="157995" y="350571"/>
                  </a:lnTo>
                  <a:lnTo>
                    <a:pt x="158274" y="350318"/>
                  </a:lnTo>
                  <a:lnTo>
                    <a:pt x="158373" y="350073"/>
                  </a:lnTo>
                  <a:lnTo>
                    <a:pt x="158837" y="349946"/>
                  </a:lnTo>
                  <a:lnTo>
                    <a:pt x="158721" y="349465"/>
                  </a:lnTo>
                  <a:lnTo>
                    <a:pt x="158440" y="349332"/>
                  </a:lnTo>
                  <a:lnTo>
                    <a:pt x="158446" y="349157"/>
                  </a:lnTo>
                  <a:lnTo>
                    <a:pt x="158882" y="349220"/>
                  </a:lnTo>
                  <a:lnTo>
                    <a:pt x="159099" y="349351"/>
                  </a:lnTo>
                  <a:lnTo>
                    <a:pt x="159419" y="349036"/>
                  </a:lnTo>
                  <a:lnTo>
                    <a:pt x="159413" y="348564"/>
                  </a:lnTo>
                  <a:lnTo>
                    <a:pt x="159393" y="348413"/>
                  </a:lnTo>
                  <a:lnTo>
                    <a:pt x="159344" y="348055"/>
                  </a:lnTo>
                  <a:lnTo>
                    <a:pt x="159242" y="347609"/>
                  </a:lnTo>
                  <a:lnTo>
                    <a:pt x="159136" y="347348"/>
                  </a:lnTo>
                  <a:lnTo>
                    <a:pt x="159351" y="346837"/>
                  </a:lnTo>
                  <a:lnTo>
                    <a:pt x="159893" y="346952"/>
                  </a:lnTo>
                  <a:lnTo>
                    <a:pt x="160040" y="346933"/>
                  </a:lnTo>
                  <a:lnTo>
                    <a:pt x="160446" y="346869"/>
                  </a:lnTo>
                  <a:lnTo>
                    <a:pt x="160590" y="346692"/>
                  </a:lnTo>
                  <a:lnTo>
                    <a:pt x="160800" y="346434"/>
                  </a:lnTo>
                  <a:lnTo>
                    <a:pt x="161270" y="345018"/>
                  </a:lnTo>
                  <a:lnTo>
                    <a:pt x="161463" y="344866"/>
                  </a:lnTo>
                  <a:lnTo>
                    <a:pt x="162056" y="344341"/>
                  </a:lnTo>
                  <a:lnTo>
                    <a:pt x="162193" y="344219"/>
                  </a:lnTo>
                  <a:lnTo>
                    <a:pt x="162321" y="344079"/>
                  </a:lnTo>
                  <a:lnTo>
                    <a:pt x="162820" y="343886"/>
                  </a:lnTo>
                  <a:lnTo>
                    <a:pt x="162892" y="343295"/>
                  </a:lnTo>
                  <a:lnTo>
                    <a:pt x="162738" y="343327"/>
                  </a:lnTo>
                  <a:lnTo>
                    <a:pt x="162276" y="343422"/>
                  </a:lnTo>
                  <a:lnTo>
                    <a:pt x="161577" y="343196"/>
                  </a:lnTo>
                  <a:lnTo>
                    <a:pt x="162114" y="343072"/>
                  </a:lnTo>
                  <a:lnTo>
                    <a:pt x="161500" y="341916"/>
                  </a:lnTo>
                  <a:lnTo>
                    <a:pt x="161412" y="341693"/>
                  </a:lnTo>
                  <a:lnTo>
                    <a:pt x="161023" y="341427"/>
                  </a:lnTo>
                  <a:lnTo>
                    <a:pt x="160073" y="340685"/>
                  </a:lnTo>
                  <a:lnTo>
                    <a:pt x="160382" y="340544"/>
                  </a:lnTo>
                  <a:lnTo>
                    <a:pt x="160479" y="340413"/>
                  </a:lnTo>
                  <a:lnTo>
                    <a:pt x="160021" y="340069"/>
                  </a:lnTo>
                  <a:lnTo>
                    <a:pt x="159696" y="339728"/>
                  </a:lnTo>
                  <a:lnTo>
                    <a:pt x="159470" y="339491"/>
                  </a:lnTo>
                  <a:lnTo>
                    <a:pt x="159143" y="339233"/>
                  </a:lnTo>
                  <a:lnTo>
                    <a:pt x="158888" y="339406"/>
                  </a:lnTo>
                  <a:lnTo>
                    <a:pt x="158694" y="339245"/>
                  </a:lnTo>
                  <a:lnTo>
                    <a:pt x="158926" y="339071"/>
                  </a:lnTo>
                  <a:lnTo>
                    <a:pt x="158975" y="338743"/>
                  </a:lnTo>
                  <a:lnTo>
                    <a:pt x="158378" y="338313"/>
                  </a:lnTo>
                  <a:lnTo>
                    <a:pt x="158129" y="338078"/>
                  </a:lnTo>
                  <a:lnTo>
                    <a:pt x="157972" y="337950"/>
                  </a:lnTo>
                  <a:lnTo>
                    <a:pt x="157186" y="337390"/>
                  </a:lnTo>
                  <a:lnTo>
                    <a:pt x="156630" y="337004"/>
                  </a:lnTo>
                  <a:lnTo>
                    <a:pt x="155834" y="336294"/>
                  </a:lnTo>
                  <a:lnTo>
                    <a:pt x="155908" y="336032"/>
                  </a:lnTo>
                  <a:lnTo>
                    <a:pt x="156184" y="335740"/>
                  </a:lnTo>
                  <a:lnTo>
                    <a:pt x="156435" y="335631"/>
                  </a:lnTo>
                  <a:lnTo>
                    <a:pt x="156572" y="335571"/>
                  </a:lnTo>
                  <a:lnTo>
                    <a:pt x="156746" y="335302"/>
                  </a:lnTo>
                  <a:lnTo>
                    <a:pt x="156983" y="334937"/>
                  </a:lnTo>
                  <a:lnTo>
                    <a:pt x="157075" y="334696"/>
                  </a:lnTo>
                  <a:lnTo>
                    <a:pt x="157154" y="334490"/>
                  </a:lnTo>
                  <a:lnTo>
                    <a:pt x="157248" y="334240"/>
                  </a:lnTo>
                  <a:lnTo>
                    <a:pt x="157435" y="333833"/>
                  </a:lnTo>
                  <a:lnTo>
                    <a:pt x="157417" y="333595"/>
                  </a:lnTo>
                  <a:lnTo>
                    <a:pt x="157351" y="333382"/>
                  </a:lnTo>
                  <a:lnTo>
                    <a:pt x="157292" y="333224"/>
                  </a:lnTo>
                  <a:lnTo>
                    <a:pt x="157151" y="332947"/>
                  </a:lnTo>
                  <a:lnTo>
                    <a:pt x="156681" y="332892"/>
                  </a:lnTo>
                  <a:lnTo>
                    <a:pt x="156365" y="332855"/>
                  </a:lnTo>
                  <a:lnTo>
                    <a:pt x="156147" y="333444"/>
                  </a:lnTo>
                  <a:lnTo>
                    <a:pt x="155904" y="333512"/>
                  </a:lnTo>
                  <a:lnTo>
                    <a:pt x="155686" y="333573"/>
                  </a:lnTo>
                  <a:lnTo>
                    <a:pt x="155479" y="333618"/>
                  </a:lnTo>
                  <a:lnTo>
                    <a:pt x="155030" y="333625"/>
                  </a:lnTo>
                  <a:lnTo>
                    <a:pt x="154748" y="333578"/>
                  </a:lnTo>
                  <a:lnTo>
                    <a:pt x="154137" y="333668"/>
                  </a:lnTo>
                  <a:lnTo>
                    <a:pt x="153702" y="333656"/>
                  </a:lnTo>
                  <a:lnTo>
                    <a:pt x="153265" y="333685"/>
                  </a:lnTo>
                  <a:lnTo>
                    <a:pt x="153112" y="333712"/>
                  </a:lnTo>
                  <a:lnTo>
                    <a:pt x="152949" y="333758"/>
                  </a:lnTo>
                  <a:lnTo>
                    <a:pt x="152643" y="333892"/>
                  </a:lnTo>
                  <a:lnTo>
                    <a:pt x="152181" y="334047"/>
                  </a:lnTo>
                  <a:lnTo>
                    <a:pt x="151867" y="333521"/>
                  </a:lnTo>
                  <a:lnTo>
                    <a:pt x="152113" y="333002"/>
                  </a:lnTo>
                  <a:lnTo>
                    <a:pt x="152503" y="332904"/>
                  </a:lnTo>
                  <a:lnTo>
                    <a:pt x="152676" y="332769"/>
                  </a:lnTo>
                  <a:lnTo>
                    <a:pt x="152835" y="332514"/>
                  </a:lnTo>
                  <a:lnTo>
                    <a:pt x="152692" y="332483"/>
                  </a:lnTo>
                  <a:lnTo>
                    <a:pt x="152512" y="332489"/>
                  </a:lnTo>
                  <a:lnTo>
                    <a:pt x="152200" y="332568"/>
                  </a:lnTo>
                  <a:lnTo>
                    <a:pt x="151900" y="332684"/>
                  </a:lnTo>
                  <a:lnTo>
                    <a:pt x="152804" y="331476"/>
                  </a:lnTo>
                  <a:lnTo>
                    <a:pt x="152370" y="331216"/>
                  </a:lnTo>
                  <a:lnTo>
                    <a:pt x="151351" y="332566"/>
                  </a:lnTo>
                  <a:lnTo>
                    <a:pt x="151707" y="332766"/>
                  </a:lnTo>
                  <a:lnTo>
                    <a:pt x="151369" y="333210"/>
                  </a:lnTo>
                  <a:lnTo>
                    <a:pt x="149806" y="332339"/>
                  </a:lnTo>
                  <a:lnTo>
                    <a:pt x="149514" y="332173"/>
                  </a:lnTo>
                  <a:lnTo>
                    <a:pt x="149277" y="332038"/>
                  </a:lnTo>
                  <a:lnTo>
                    <a:pt x="148507" y="331601"/>
                  </a:lnTo>
                  <a:lnTo>
                    <a:pt x="149725" y="329993"/>
                  </a:lnTo>
                  <a:lnTo>
                    <a:pt x="149045" y="329572"/>
                  </a:lnTo>
                  <a:lnTo>
                    <a:pt x="148407" y="330417"/>
                  </a:lnTo>
                  <a:lnTo>
                    <a:pt x="148167" y="330279"/>
                  </a:lnTo>
                  <a:lnTo>
                    <a:pt x="148735" y="329522"/>
                  </a:lnTo>
                  <a:lnTo>
                    <a:pt x="148376" y="329315"/>
                  </a:lnTo>
                  <a:lnTo>
                    <a:pt x="148156" y="329188"/>
                  </a:lnTo>
                  <a:lnTo>
                    <a:pt x="147786" y="328847"/>
                  </a:lnTo>
                  <a:lnTo>
                    <a:pt x="148109" y="328280"/>
                  </a:lnTo>
                  <a:lnTo>
                    <a:pt x="147570" y="327839"/>
                  </a:lnTo>
                  <a:lnTo>
                    <a:pt x="147249" y="327768"/>
                  </a:lnTo>
                  <a:lnTo>
                    <a:pt x="147103" y="327599"/>
                  </a:lnTo>
                  <a:lnTo>
                    <a:pt x="147391" y="327105"/>
                  </a:lnTo>
                  <a:lnTo>
                    <a:pt x="147421" y="326595"/>
                  </a:lnTo>
                  <a:lnTo>
                    <a:pt x="147305" y="326367"/>
                  </a:lnTo>
                  <a:lnTo>
                    <a:pt x="147131" y="326343"/>
                  </a:lnTo>
                  <a:lnTo>
                    <a:pt x="146831" y="326092"/>
                  </a:lnTo>
                  <a:lnTo>
                    <a:pt x="146791" y="325746"/>
                  </a:lnTo>
                  <a:lnTo>
                    <a:pt x="146503" y="325420"/>
                  </a:lnTo>
                  <a:lnTo>
                    <a:pt x="146871" y="325319"/>
                  </a:lnTo>
                  <a:lnTo>
                    <a:pt x="147321" y="325271"/>
                  </a:lnTo>
                  <a:lnTo>
                    <a:pt x="147329" y="324755"/>
                  </a:lnTo>
                  <a:lnTo>
                    <a:pt x="147091" y="324720"/>
                  </a:lnTo>
                  <a:lnTo>
                    <a:pt x="146505" y="324636"/>
                  </a:lnTo>
                  <a:lnTo>
                    <a:pt x="146152" y="324624"/>
                  </a:lnTo>
                  <a:lnTo>
                    <a:pt x="145951" y="324618"/>
                  </a:lnTo>
                  <a:lnTo>
                    <a:pt x="145274" y="324631"/>
                  </a:lnTo>
                  <a:lnTo>
                    <a:pt x="145084" y="325425"/>
                  </a:lnTo>
                  <a:lnTo>
                    <a:pt x="145162" y="325636"/>
                  </a:lnTo>
                  <a:lnTo>
                    <a:pt x="145310" y="325680"/>
                  </a:lnTo>
                  <a:lnTo>
                    <a:pt x="145593" y="325736"/>
                  </a:lnTo>
                  <a:lnTo>
                    <a:pt x="146170" y="326071"/>
                  </a:lnTo>
                  <a:lnTo>
                    <a:pt x="144741" y="326082"/>
                  </a:lnTo>
                  <a:lnTo>
                    <a:pt x="144459" y="325979"/>
                  </a:lnTo>
                  <a:lnTo>
                    <a:pt x="144087" y="325847"/>
                  </a:lnTo>
                  <a:lnTo>
                    <a:pt x="143923" y="325788"/>
                  </a:lnTo>
                  <a:lnTo>
                    <a:pt x="143427" y="325596"/>
                  </a:lnTo>
                  <a:lnTo>
                    <a:pt x="143236" y="325230"/>
                  </a:lnTo>
                  <a:lnTo>
                    <a:pt x="142942" y="325347"/>
                  </a:lnTo>
                  <a:lnTo>
                    <a:pt x="142802" y="325051"/>
                  </a:lnTo>
                  <a:lnTo>
                    <a:pt x="142703" y="324863"/>
                  </a:lnTo>
                  <a:lnTo>
                    <a:pt x="142575" y="324527"/>
                  </a:lnTo>
                  <a:lnTo>
                    <a:pt x="142824" y="324432"/>
                  </a:lnTo>
                  <a:lnTo>
                    <a:pt x="142304" y="323404"/>
                  </a:lnTo>
                  <a:lnTo>
                    <a:pt x="142144" y="323084"/>
                  </a:lnTo>
                  <a:lnTo>
                    <a:pt x="141892" y="322580"/>
                  </a:lnTo>
                  <a:lnTo>
                    <a:pt x="141965" y="321548"/>
                  </a:lnTo>
                  <a:lnTo>
                    <a:pt x="141886" y="321292"/>
                  </a:lnTo>
                  <a:lnTo>
                    <a:pt x="141610" y="321211"/>
                  </a:lnTo>
                  <a:lnTo>
                    <a:pt x="141494" y="320832"/>
                  </a:lnTo>
                  <a:lnTo>
                    <a:pt x="141717" y="320421"/>
                  </a:lnTo>
                  <a:lnTo>
                    <a:pt x="141922" y="319933"/>
                  </a:lnTo>
                  <a:lnTo>
                    <a:pt x="141527" y="319741"/>
                  </a:lnTo>
                  <a:lnTo>
                    <a:pt x="141358" y="319488"/>
                  </a:lnTo>
                  <a:lnTo>
                    <a:pt x="141249" y="319280"/>
                  </a:lnTo>
                  <a:lnTo>
                    <a:pt x="141205" y="318519"/>
                  </a:lnTo>
                  <a:lnTo>
                    <a:pt x="141194" y="318178"/>
                  </a:lnTo>
                  <a:lnTo>
                    <a:pt x="141647" y="317925"/>
                  </a:lnTo>
                  <a:lnTo>
                    <a:pt x="141841" y="317685"/>
                  </a:lnTo>
                  <a:lnTo>
                    <a:pt x="142006" y="317381"/>
                  </a:lnTo>
                  <a:lnTo>
                    <a:pt x="142375" y="316975"/>
                  </a:lnTo>
                  <a:lnTo>
                    <a:pt x="142495" y="316812"/>
                  </a:lnTo>
                  <a:lnTo>
                    <a:pt x="142306" y="316772"/>
                  </a:lnTo>
                  <a:lnTo>
                    <a:pt x="142070" y="316723"/>
                  </a:lnTo>
                  <a:lnTo>
                    <a:pt x="141852" y="316756"/>
                  </a:lnTo>
                  <a:lnTo>
                    <a:pt x="141680" y="316947"/>
                  </a:lnTo>
                  <a:lnTo>
                    <a:pt x="141548" y="317074"/>
                  </a:lnTo>
                  <a:lnTo>
                    <a:pt x="141420" y="317167"/>
                  </a:lnTo>
                  <a:lnTo>
                    <a:pt x="141115" y="317327"/>
                  </a:lnTo>
                  <a:lnTo>
                    <a:pt x="140706" y="317451"/>
                  </a:lnTo>
                  <a:lnTo>
                    <a:pt x="140160" y="317898"/>
                  </a:lnTo>
                  <a:lnTo>
                    <a:pt x="140216" y="318201"/>
                  </a:lnTo>
                  <a:lnTo>
                    <a:pt x="140153" y="318671"/>
                  </a:lnTo>
                  <a:lnTo>
                    <a:pt x="139950" y="318817"/>
                  </a:lnTo>
                  <a:lnTo>
                    <a:pt x="139719" y="318983"/>
                  </a:lnTo>
                  <a:lnTo>
                    <a:pt x="139289" y="319186"/>
                  </a:lnTo>
                  <a:lnTo>
                    <a:pt x="139109" y="319482"/>
                  </a:lnTo>
                  <a:lnTo>
                    <a:pt x="139107" y="319892"/>
                  </a:lnTo>
                  <a:lnTo>
                    <a:pt x="139438" y="320296"/>
                  </a:lnTo>
                  <a:lnTo>
                    <a:pt x="139407" y="320660"/>
                  </a:lnTo>
                  <a:lnTo>
                    <a:pt x="139252" y="320802"/>
                  </a:lnTo>
                  <a:lnTo>
                    <a:pt x="138839" y="321127"/>
                  </a:lnTo>
                  <a:lnTo>
                    <a:pt x="138759" y="321320"/>
                  </a:lnTo>
                  <a:lnTo>
                    <a:pt x="138920" y="321367"/>
                  </a:lnTo>
                  <a:lnTo>
                    <a:pt x="138943" y="321525"/>
                  </a:lnTo>
                  <a:lnTo>
                    <a:pt x="138572" y="321769"/>
                  </a:lnTo>
                  <a:lnTo>
                    <a:pt x="138311" y="321923"/>
                  </a:lnTo>
                  <a:lnTo>
                    <a:pt x="138221" y="321563"/>
                  </a:lnTo>
                  <a:lnTo>
                    <a:pt x="137921" y="321535"/>
                  </a:lnTo>
                  <a:lnTo>
                    <a:pt x="137892" y="321761"/>
                  </a:lnTo>
                  <a:lnTo>
                    <a:pt x="137848" y="322014"/>
                  </a:lnTo>
                  <a:lnTo>
                    <a:pt x="137296" y="321451"/>
                  </a:lnTo>
                  <a:lnTo>
                    <a:pt x="137345" y="321301"/>
                  </a:lnTo>
                  <a:lnTo>
                    <a:pt x="137366" y="321165"/>
                  </a:lnTo>
                  <a:lnTo>
                    <a:pt x="137006" y="321132"/>
                  </a:lnTo>
                  <a:lnTo>
                    <a:pt x="136875" y="321150"/>
                  </a:lnTo>
                  <a:lnTo>
                    <a:pt x="136718" y="321171"/>
                  </a:lnTo>
                  <a:lnTo>
                    <a:pt x="136352" y="321480"/>
                  </a:lnTo>
                  <a:lnTo>
                    <a:pt x="135943" y="321995"/>
                  </a:lnTo>
                  <a:lnTo>
                    <a:pt x="136532" y="322269"/>
                  </a:lnTo>
                  <a:lnTo>
                    <a:pt x="137191" y="321967"/>
                  </a:lnTo>
                  <a:lnTo>
                    <a:pt x="137534" y="322114"/>
                  </a:lnTo>
                  <a:lnTo>
                    <a:pt x="137888" y="322347"/>
                  </a:lnTo>
                  <a:lnTo>
                    <a:pt x="137540" y="322788"/>
                  </a:lnTo>
                  <a:lnTo>
                    <a:pt x="137370" y="322725"/>
                  </a:lnTo>
                  <a:lnTo>
                    <a:pt x="137097" y="322713"/>
                  </a:lnTo>
                  <a:lnTo>
                    <a:pt x="137275" y="323086"/>
                  </a:lnTo>
                  <a:lnTo>
                    <a:pt x="136737" y="323135"/>
                  </a:lnTo>
                  <a:lnTo>
                    <a:pt x="136646" y="323946"/>
                  </a:lnTo>
                  <a:lnTo>
                    <a:pt x="136312" y="324044"/>
                  </a:lnTo>
                  <a:lnTo>
                    <a:pt x="135960" y="324088"/>
                  </a:lnTo>
                  <a:lnTo>
                    <a:pt x="135712" y="324120"/>
                  </a:lnTo>
                  <a:lnTo>
                    <a:pt x="135631" y="323716"/>
                  </a:lnTo>
                  <a:lnTo>
                    <a:pt x="135216" y="323801"/>
                  </a:lnTo>
                  <a:lnTo>
                    <a:pt x="135224" y="323995"/>
                  </a:lnTo>
                  <a:lnTo>
                    <a:pt x="134829" y="323923"/>
                  </a:lnTo>
                  <a:lnTo>
                    <a:pt x="134757" y="323585"/>
                  </a:lnTo>
                  <a:lnTo>
                    <a:pt x="134758" y="323312"/>
                  </a:lnTo>
                  <a:lnTo>
                    <a:pt x="134791" y="322886"/>
                  </a:lnTo>
                  <a:lnTo>
                    <a:pt x="134681" y="322649"/>
                  </a:lnTo>
                  <a:lnTo>
                    <a:pt x="134618" y="322844"/>
                  </a:lnTo>
                  <a:lnTo>
                    <a:pt x="134535" y="323098"/>
                  </a:lnTo>
                  <a:lnTo>
                    <a:pt x="134660" y="323838"/>
                  </a:lnTo>
                  <a:lnTo>
                    <a:pt x="134797" y="324440"/>
                  </a:lnTo>
                  <a:lnTo>
                    <a:pt x="134882" y="324696"/>
                  </a:lnTo>
                  <a:lnTo>
                    <a:pt x="134423" y="324795"/>
                  </a:lnTo>
                  <a:lnTo>
                    <a:pt x="134270" y="324546"/>
                  </a:lnTo>
                  <a:lnTo>
                    <a:pt x="134164" y="324335"/>
                  </a:lnTo>
                  <a:lnTo>
                    <a:pt x="133874" y="324014"/>
                  </a:lnTo>
                  <a:lnTo>
                    <a:pt x="133920" y="324482"/>
                  </a:lnTo>
                  <a:lnTo>
                    <a:pt x="133917" y="324773"/>
                  </a:lnTo>
                  <a:lnTo>
                    <a:pt x="132846" y="324813"/>
                  </a:lnTo>
                  <a:lnTo>
                    <a:pt x="132852" y="324632"/>
                  </a:lnTo>
                  <a:lnTo>
                    <a:pt x="132841" y="324410"/>
                  </a:lnTo>
                  <a:lnTo>
                    <a:pt x="132862" y="323745"/>
                  </a:lnTo>
                  <a:lnTo>
                    <a:pt x="132755" y="323618"/>
                  </a:lnTo>
                  <a:lnTo>
                    <a:pt x="132470" y="323647"/>
                  </a:lnTo>
                  <a:lnTo>
                    <a:pt x="132461" y="323798"/>
                  </a:lnTo>
                  <a:lnTo>
                    <a:pt x="132449" y="324031"/>
                  </a:lnTo>
                  <a:lnTo>
                    <a:pt x="132452" y="324631"/>
                  </a:lnTo>
                  <a:lnTo>
                    <a:pt x="132174" y="324636"/>
                  </a:lnTo>
                  <a:lnTo>
                    <a:pt x="132127" y="323795"/>
                  </a:lnTo>
                  <a:lnTo>
                    <a:pt x="131727" y="323725"/>
                  </a:lnTo>
                  <a:lnTo>
                    <a:pt x="131287" y="323589"/>
                  </a:lnTo>
                  <a:lnTo>
                    <a:pt x="131413" y="323298"/>
                  </a:lnTo>
                  <a:lnTo>
                    <a:pt x="130932" y="323247"/>
                  </a:lnTo>
                  <a:lnTo>
                    <a:pt x="130472" y="323713"/>
                  </a:lnTo>
                  <a:lnTo>
                    <a:pt x="130079" y="324112"/>
                  </a:lnTo>
                  <a:lnTo>
                    <a:pt x="129153" y="324211"/>
                  </a:lnTo>
                  <a:lnTo>
                    <a:pt x="128741" y="323831"/>
                  </a:lnTo>
                  <a:lnTo>
                    <a:pt x="128419" y="323805"/>
                  </a:lnTo>
                  <a:lnTo>
                    <a:pt x="128644" y="323128"/>
                  </a:lnTo>
                  <a:lnTo>
                    <a:pt x="128576" y="322586"/>
                  </a:lnTo>
                  <a:lnTo>
                    <a:pt x="128454" y="322861"/>
                  </a:lnTo>
                  <a:lnTo>
                    <a:pt x="128390" y="323053"/>
                  </a:lnTo>
                  <a:lnTo>
                    <a:pt x="128341" y="323264"/>
                  </a:lnTo>
                  <a:lnTo>
                    <a:pt x="128304" y="323470"/>
                  </a:lnTo>
                  <a:lnTo>
                    <a:pt x="128076" y="323816"/>
                  </a:lnTo>
                  <a:lnTo>
                    <a:pt x="127735" y="323806"/>
                  </a:lnTo>
                  <a:lnTo>
                    <a:pt x="127537" y="323785"/>
                  </a:lnTo>
                  <a:lnTo>
                    <a:pt x="126829" y="323349"/>
                  </a:lnTo>
                  <a:lnTo>
                    <a:pt x="126917" y="322944"/>
                  </a:lnTo>
                  <a:lnTo>
                    <a:pt x="126758" y="322911"/>
                  </a:lnTo>
                  <a:lnTo>
                    <a:pt x="126693" y="322549"/>
                  </a:lnTo>
                  <a:lnTo>
                    <a:pt x="126082" y="322476"/>
                  </a:lnTo>
                  <a:lnTo>
                    <a:pt x="125989" y="322241"/>
                  </a:lnTo>
                  <a:lnTo>
                    <a:pt x="125799" y="322032"/>
                  </a:lnTo>
                  <a:lnTo>
                    <a:pt x="125453" y="322090"/>
                  </a:lnTo>
                  <a:lnTo>
                    <a:pt x="124873" y="321867"/>
                  </a:lnTo>
                  <a:lnTo>
                    <a:pt x="124068" y="321900"/>
                  </a:lnTo>
                  <a:lnTo>
                    <a:pt x="123781" y="321915"/>
                  </a:lnTo>
                  <a:lnTo>
                    <a:pt x="122856" y="321955"/>
                  </a:lnTo>
                  <a:lnTo>
                    <a:pt x="122714" y="321804"/>
                  </a:lnTo>
                  <a:lnTo>
                    <a:pt x="122577" y="321430"/>
                  </a:lnTo>
                  <a:lnTo>
                    <a:pt x="122358" y="321219"/>
                  </a:lnTo>
                  <a:lnTo>
                    <a:pt x="122345" y="321500"/>
                  </a:lnTo>
                  <a:lnTo>
                    <a:pt x="122402" y="321694"/>
                  </a:lnTo>
                  <a:lnTo>
                    <a:pt x="122425" y="321883"/>
                  </a:lnTo>
                  <a:lnTo>
                    <a:pt x="120708" y="321670"/>
                  </a:lnTo>
                  <a:lnTo>
                    <a:pt x="120431" y="321645"/>
                  </a:lnTo>
                  <a:lnTo>
                    <a:pt x="120819" y="321718"/>
                  </a:lnTo>
                  <a:lnTo>
                    <a:pt x="121102" y="321772"/>
                  </a:lnTo>
                  <a:lnTo>
                    <a:pt x="122421" y="321932"/>
                  </a:lnTo>
                  <a:lnTo>
                    <a:pt x="122412" y="322064"/>
                  </a:lnTo>
                  <a:lnTo>
                    <a:pt x="122370" y="322653"/>
                  </a:lnTo>
                  <a:lnTo>
                    <a:pt x="122491" y="323204"/>
                  </a:lnTo>
                  <a:lnTo>
                    <a:pt x="122567" y="323551"/>
                  </a:lnTo>
                  <a:lnTo>
                    <a:pt x="122607" y="323863"/>
                  </a:lnTo>
                  <a:lnTo>
                    <a:pt x="122655" y="324234"/>
                  </a:lnTo>
                  <a:lnTo>
                    <a:pt x="122632" y="324665"/>
                  </a:lnTo>
                  <a:lnTo>
                    <a:pt x="120478" y="324191"/>
                  </a:lnTo>
                  <a:lnTo>
                    <a:pt x="119884" y="324061"/>
                  </a:lnTo>
                  <a:lnTo>
                    <a:pt x="119116" y="323893"/>
                  </a:lnTo>
                  <a:lnTo>
                    <a:pt x="117777" y="323646"/>
                  </a:lnTo>
                  <a:lnTo>
                    <a:pt x="117805" y="323019"/>
                  </a:lnTo>
                  <a:lnTo>
                    <a:pt x="117790" y="322873"/>
                  </a:lnTo>
                  <a:lnTo>
                    <a:pt x="117566" y="322485"/>
                  </a:lnTo>
                  <a:lnTo>
                    <a:pt x="115906" y="322798"/>
                  </a:lnTo>
                  <a:lnTo>
                    <a:pt x="115745" y="322560"/>
                  </a:lnTo>
                  <a:lnTo>
                    <a:pt x="115470" y="321790"/>
                  </a:lnTo>
                  <a:lnTo>
                    <a:pt x="115160" y="321026"/>
                  </a:lnTo>
                  <a:lnTo>
                    <a:pt x="115289" y="320965"/>
                  </a:lnTo>
                  <a:lnTo>
                    <a:pt x="115421" y="320926"/>
                  </a:lnTo>
                  <a:lnTo>
                    <a:pt x="115975" y="320833"/>
                  </a:lnTo>
                  <a:lnTo>
                    <a:pt x="116138" y="320797"/>
                  </a:lnTo>
                  <a:lnTo>
                    <a:pt x="116557" y="320653"/>
                  </a:lnTo>
                  <a:lnTo>
                    <a:pt x="116511" y="320465"/>
                  </a:lnTo>
                  <a:lnTo>
                    <a:pt x="116086" y="320466"/>
                  </a:lnTo>
                  <a:lnTo>
                    <a:pt x="114548" y="320487"/>
                  </a:lnTo>
                  <a:lnTo>
                    <a:pt x="114420" y="320309"/>
                  </a:lnTo>
                  <a:lnTo>
                    <a:pt x="114144" y="320371"/>
                  </a:lnTo>
                  <a:lnTo>
                    <a:pt x="114015" y="320751"/>
                  </a:lnTo>
                  <a:lnTo>
                    <a:pt x="113809" y="320753"/>
                  </a:lnTo>
                  <a:lnTo>
                    <a:pt x="113970" y="321108"/>
                  </a:lnTo>
                  <a:lnTo>
                    <a:pt x="114023" y="321680"/>
                  </a:lnTo>
                  <a:lnTo>
                    <a:pt x="113382" y="321677"/>
                  </a:lnTo>
                  <a:lnTo>
                    <a:pt x="113378" y="321887"/>
                  </a:lnTo>
                  <a:lnTo>
                    <a:pt x="113374" y="322142"/>
                  </a:lnTo>
                  <a:lnTo>
                    <a:pt x="113369" y="322445"/>
                  </a:lnTo>
                  <a:lnTo>
                    <a:pt x="113359" y="323019"/>
                  </a:lnTo>
                  <a:lnTo>
                    <a:pt x="113354" y="323321"/>
                  </a:lnTo>
                  <a:lnTo>
                    <a:pt x="113354" y="323668"/>
                  </a:lnTo>
                  <a:lnTo>
                    <a:pt x="112634" y="323662"/>
                  </a:lnTo>
                  <a:lnTo>
                    <a:pt x="112749" y="323271"/>
                  </a:lnTo>
                  <a:lnTo>
                    <a:pt x="111544" y="323260"/>
                  </a:lnTo>
                  <a:lnTo>
                    <a:pt x="112176" y="322430"/>
                  </a:lnTo>
                  <a:lnTo>
                    <a:pt x="112806" y="322242"/>
                  </a:lnTo>
                  <a:lnTo>
                    <a:pt x="112783" y="321719"/>
                  </a:lnTo>
                  <a:lnTo>
                    <a:pt x="112335" y="321669"/>
                  </a:lnTo>
                  <a:lnTo>
                    <a:pt x="111474" y="321669"/>
                  </a:lnTo>
                  <a:lnTo>
                    <a:pt x="111044" y="321703"/>
                  </a:lnTo>
                  <a:lnTo>
                    <a:pt x="110994" y="320846"/>
                  </a:lnTo>
                  <a:lnTo>
                    <a:pt x="110840" y="320832"/>
                  </a:lnTo>
                  <a:lnTo>
                    <a:pt x="110524" y="320827"/>
                  </a:lnTo>
                  <a:lnTo>
                    <a:pt x="110110" y="321151"/>
                  </a:lnTo>
                  <a:lnTo>
                    <a:pt x="109892" y="321166"/>
                  </a:lnTo>
                  <a:lnTo>
                    <a:pt x="109902" y="321374"/>
                  </a:lnTo>
                  <a:lnTo>
                    <a:pt x="110195" y="321367"/>
                  </a:lnTo>
                  <a:lnTo>
                    <a:pt x="110479" y="321360"/>
                  </a:lnTo>
                  <a:lnTo>
                    <a:pt x="110547" y="321857"/>
                  </a:lnTo>
                  <a:lnTo>
                    <a:pt x="110209" y="322337"/>
                  </a:lnTo>
                  <a:lnTo>
                    <a:pt x="109981" y="322386"/>
                  </a:lnTo>
                  <a:lnTo>
                    <a:pt x="109655" y="322381"/>
                  </a:lnTo>
                  <a:lnTo>
                    <a:pt x="109063" y="322132"/>
                  </a:lnTo>
                  <a:lnTo>
                    <a:pt x="108871" y="322065"/>
                  </a:lnTo>
                  <a:lnTo>
                    <a:pt x="108418" y="322136"/>
                  </a:lnTo>
                  <a:lnTo>
                    <a:pt x="108052" y="322226"/>
                  </a:lnTo>
                  <a:lnTo>
                    <a:pt x="107464" y="322371"/>
                  </a:lnTo>
                  <a:lnTo>
                    <a:pt x="107202" y="322398"/>
                  </a:lnTo>
                  <a:lnTo>
                    <a:pt x="107025" y="322427"/>
                  </a:lnTo>
                  <a:lnTo>
                    <a:pt x="106712" y="322501"/>
                  </a:lnTo>
                  <a:lnTo>
                    <a:pt x="106369" y="322617"/>
                  </a:lnTo>
                  <a:lnTo>
                    <a:pt x="105928" y="323008"/>
                  </a:lnTo>
                  <a:lnTo>
                    <a:pt x="105951" y="323584"/>
                  </a:lnTo>
                  <a:lnTo>
                    <a:pt x="106195" y="323622"/>
                  </a:lnTo>
                  <a:lnTo>
                    <a:pt x="106379" y="323651"/>
                  </a:lnTo>
                  <a:lnTo>
                    <a:pt x="106316" y="324382"/>
                  </a:lnTo>
                  <a:lnTo>
                    <a:pt x="106117" y="324578"/>
                  </a:lnTo>
                  <a:lnTo>
                    <a:pt x="105755" y="324938"/>
                  </a:lnTo>
                  <a:lnTo>
                    <a:pt x="105384" y="325563"/>
                  </a:lnTo>
                  <a:lnTo>
                    <a:pt x="105477" y="325692"/>
                  </a:lnTo>
                  <a:lnTo>
                    <a:pt x="105596" y="325855"/>
                  </a:lnTo>
                  <a:lnTo>
                    <a:pt x="105734" y="326045"/>
                  </a:lnTo>
                  <a:lnTo>
                    <a:pt x="105376" y="326072"/>
                  </a:lnTo>
                  <a:lnTo>
                    <a:pt x="105215" y="325847"/>
                  </a:lnTo>
                  <a:lnTo>
                    <a:pt x="104876" y="325995"/>
                  </a:lnTo>
                  <a:lnTo>
                    <a:pt x="105049" y="326394"/>
                  </a:lnTo>
                  <a:lnTo>
                    <a:pt x="105130" y="326540"/>
                  </a:lnTo>
                  <a:lnTo>
                    <a:pt x="104628" y="326682"/>
                  </a:lnTo>
                  <a:lnTo>
                    <a:pt x="104406" y="326288"/>
                  </a:lnTo>
                  <a:lnTo>
                    <a:pt x="104250" y="326055"/>
                  </a:lnTo>
                  <a:lnTo>
                    <a:pt x="103856" y="325934"/>
                  </a:lnTo>
                  <a:lnTo>
                    <a:pt x="103598" y="325471"/>
                  </a:lnTo>
                  <a:lnTo>
                    <a:pt x="103347" y="325022"/>
                  </a:lnTo>
                  <a:lnTo>
                    <a:pt x="103147" y="325247"/>
                  </a:lnTo>
                  <a:lnTo>
                    <a:pt x="102369" y="325172"/>
                  </a:lnTo>
                  <a:lnTo>
                    <a:pt x="102226" y="325155"/>
                  </a:lnTo>
                  <a:lnTo>
                    <a:pt x="102141" y="325001"/>
                  </a:lnTo>
                  <a:lnTo>
                    <a:pt x="101394" y="325204"/>
                  </a:lnTo>
                  <a:lnTo>
                    <a:pt x="101114" y="325319"/>
                  </a:lnTo>
                  <a:lnTo>
                    <a:pt x="100866" y="325482"/>
                  </a:lnTo>
                  <a:lnTo>
                    <a:pt x="100709" y="325634"/>
                  </a:lnTo>
                  <a:lnTo>
                    <a:pt x="100537" y="325898"/>
                  </a:lnTo>
                  <a:lnTo>
                    <a:pt x="100432" y="326424"/>
                  </a:lnTo>
                  <a:lnTo>
                    <a:pt x="100560" y="326646"/>
                  </a:lnTo>
                  <a:lnTo>
                    <a:pt x="100792" y="326766"/>
                  </a:lnTo>
                  <a:lnTo>
                    <a:pt x="101191" y="327170"/>
                  </a:lnTo>
                  <a:lnTo>
                    <a:pt x="100878" y="327513"/>
                  </a:lnTo>
                  <a:lnTo>
                    <a:pt x="100159" y="328026"/>
                  </a:lnTo>
                  <a:lnTo>
                    <a:pt x="100844" y="328084"/>
                  </a:lnTo>
                  <a:lnTo>
                    <a:pt x="100860" y="329337"/>
                  </a:lnTo>
                  <a:lnTo>
                    <a:pt x="100932" y="329620"/>
                  </a:lnTo>
                  <a:lnTo>
                    <a:pt x="101164" y="329820"/>
                  </a:lnTo>
                  <a:lnTo>
                    <a:pt x="101510" y="329660"/>
                  </a:lnTo>
                  <a:lnTo>
                    <a:pt x="101738" y="329463"/>
                  </a:lnTo>
                  <a:lnTo>
                    <a:pt x="103199" y="329474"/>
                  </a:lnTo>
                  <a:lnTo>
                    <a:pt x="103379" y="329600"/>
                  </a:lnTo>
                  <a:lnTo>
                    <a:pt x="103357" y="330584"/>
                  </a:lnTo>
                  <a:lnTo>
                    <a:pt x="103455" y="330821"/>
                  </a:lnTo>
                  <a:lnTo>
                    <a:pt x="103586" y="330984"/>
                  </a:lnTo>
                  <a:lnTo>
                    <a:pt x="103555" y="331295"/>
                  </a:lnTo>
                  <a:lnTo>
                    <a:pt x="103061" y="331265"/>
                  </a:lnTo>
                  <a:lnTo>
                    <a:pt x="102877" y="331239"/>
                  </a:lnTo>
                  <a:lnTo>
                    <a:pt x="102628" y="330957"/>
                  </a:lnTo>
                  <a:lnTo>
                    <a:pt x="101975" y="330892"/>
                  </a:lnTo>
                  <a:lnTo>
                    <a:pt x="100898" y="331197"/>
                  </a:lnTo>
                  <a:lnTo>
                    <a:pt x="100105" y="331835"/>
                  </a:lnTo>
                  <a:lnTo>
                    <a:pt x="99324" y="332257"/>
                  </a:lnTo>
                  <a:lnTo>
                    <a:pt x="98958" y="332338"/>
                  </a:lnTo>
                  <a:lnTo>
                    <a:pt x="98675" y="332392"/>
                  </a:lnTo>
                  <a:lnTo>
                    <a:pt x="98167" y="332369"/>
                  </a:lnTo>
                  <a:lnTo>
                    <a:pt x="97567" y="332417"/>
                  </a:lnTo>
                  <a:lnTo>
                    <a:pt x="96936" y="332673"/>
                  </a:lnTo>
                  <a:lnTo>
                    <a:pt x="96022" y="332855"/>
                  </a:lnTo>
                  <a:lnTo>
                    <a:pt x="95451" y="332657"/>
                  </a:lnTo>
                  <a:lnTo>
                    <a:pt x="94920" y="332765"/>
                  </a:lnTo>
                  <a:lnTo>
                    <a:pt x="94711" y="332820"/>
                  </a:lnTo>
                  <a:lnTo>
                    <a:pt x="94489" y="332901"/>
                  </a:lnTo>
                  <a:lnTo>
                    <a:pt x="93912" y="333329"/>
                  </a:lnTo>
                  <a:lnTo>
                    <a:pt x="93804" y="333595"/>
                  </a:lnTo>
                  <a:lnTo>
                    <a:pt x="93805" y="334102"/>
                  </a:lnTo>
                  <a:lnTo>
                    <a:pt x="93970" y="334405"/>
                  </a:lnTo>
                  <a:lnTo>
                    <a:pt x="94030" y="334595"/>
                  </a:lnTo>
                  <a:lnTo>
                    <a:pt x="93947" y="334980"/>
                  </a:lnTo>
                  <a:lnTo>
                    <a:pt x="93696" y="335101"/>
                  </a:lnTo>
                  <a:lnTo>
                    <a:pt x="93348" y="335304"/>
                  </a:lnTo>
                  <a:lnTo>
                    <a:pt x="93202" y="335442"/>
                  </a:lnTo>
                  <a:lnTo>
                    <a:pt x="92743" y="336177"/>
                  </a:lnTo>
                  <a:lnTo>
                    <a:pt x="92604" y="336645"/>
                  </a:lnTo>
                  <a:lnTo>
                    <a:pt x="92509" y="336963"/>
                  </a:lnTo>
                  <a:lnTo>
                    <a:pt x="92402" y="337249"/>
                  </a:lnTo>
                  <a:lnTo>
                    <a:pt x="92248" y="337414"/>
                  </a:lnTo>
                  <a:lnTo>
                    <a:pt x="91698" y="338004"/>
                  </a:lnTo>
                  <a:lnTo>
                    <a:pt x="90883" y="339050"/>
                  </a:lnTo>
                  <a:lnTo>
                    <a:pt x="90447" y="338834"/>
                  </a:lnTo>
                  <a:lnTo>
                    <a:pt x="89872" y="339091"/>
                  </a:lnTo>
                  <a:lnTo>
                    <a:pt x="89177" y="339756"/>
                  </a:lnTo>
                  <a:lnTo>
                    <a:pt x="89282" y="339885"/>
                  </a:lnTo>
                  <a:lnTo>
                    <a:pt x="88711" y="340241"/>
                  </a:lnTo>
                  <a:lnTo>
                    <a:pt x="88327" y="340285"/>
                  </a:lnTo>
                  <a:lnTo>
                    <a:pt x="88034" y="340741"/>
                  </a:lnTo>
                  <a:lnTo>
                    <a:pt x="87826" y="340863"/>
                  </a:lnTo>
                  <a:lnTo>
                    <a:pt x="87637" y="340921"/>
                  </a:lnTo>
                  <a:lnTo>
                    <a:pt x="87828" y="341166"/>
                  </a:lnTo>
                  <a:lnTo>
                    <a:pt x="88014" y="341058"/>
                  </a:lnTo>
                  <a:lnTo>
                    <a:pt x="88337" y="340871"/>
                  </a:lnTo>
                  <a:lnTo>
                    <a:pt x="88769" y="341659"/>
                  </a:lnTo>
                  <a:lnTo>
                    <a:pt x="88655" y="341804"/>
                  </a:lnTo>
                  <a:lnTo>
                    <a:pt x="88484" y="341963"/>
                  </a:lnTo>
                  <a:lnTo>
                    <a:pt x="88139" y="342183"/>
                  </a:lnTo>
                  <a:lnTo>
                    <a:pt x="87934" y="342265"/>
                  </a:lnTo>
                  <a:lnTo>
                    <a:pt x="87568" y="342330"/>
                  </a:lnTo>
                  <a:lnTo>
                    <a:pt x="87246" y="342012"/>
                  </a:lnTo>
                  <a:lnTo>
                    <a:pt x="86733" y="341930"/>
                  </a:lnTo>
                  <a:lnTo>
                    <a:pt x="86456" y="342271"/>
                  </a:lnTo>
                  <a:lnTo>
                    <a:pt x="86338" y="342732"/>
                  </a:lnTo>
                  <a:lnTo>
                    <a:pt x="86250" y="343130"/>
                  </a:lnTo>
                  <a:lnTo>
                    <a:pt x="86233" y="343356"/>
                  </a:lnTo>
                  <a:lnTo>
                    <a:pt x="86083" y="343565"/>
                  </a:lnTo>
                  <a:lnTo>
                    <a:pt x="85620" y="343652"/>
                  </a:lnTo>
                  <a:lnTo>
                    <a:pt x="85484" y="343678"/>
                  </a:lnTo>
                  <a:lnTo>
                    <a:pt x="85107" y="343653"/>
                  </a:lnTo>
                  <a:lnTo>
                    <a:pt x="84833" y="343492"/>
                  </a:lnTo>
                  <a:lnTo>
                    <a:pt x="84384" y="343408"/>
                  </a:lnTo>
                  <a:lnTo>
                    <a:pt x="84067" y="343648"/>
                  </a:lnTo>
                  <a:lnTo>
                    <a:pt x="83887" y="343869"/>
                  </a:lnTo>
                  <a:lnTo>
                    <a:pt x="83624" y="343967"/>
                  </a:lnTo>
                  <a:lnTo>
                    <a:pt x="83459" y="344030"/>
                  </a:lnTo>
                  <a:lnTo>
                    <a:pt x="83296" y="344107"/>
                  </a:lnTo>
                  <a:lnTo>
                    <a:pt x="83082" y="344241"/>
                  </a:lnTo>
                  <a:lnTo>
                    <a:pt x="83228" y="344376"/>
                  </a:lnTo>
                  <a:lnTo>
                    <a:pt x="83357" y="344495"/>
                  </a:lnTo>
                  <a:lnTo>
                    <a:pt x="83689" y="344803"/>
                  </a:lnTo>
                  <a:lnTo>
                    <a:pt x="83709" y="345288"/>
                  </a:lnTo>
                  <a:lnTo>
                    <a:pt x="83096" y="345036"/>
                  </a:lnTo>
                  <a:lnTo>
                    <a:pt x="83105" y="345478"/>
                  </a:lnTo>
                  <a:lnTo>
                    <a:pt x="83294" y="345485"/>
                  </a:lnTo>
                  <a:lnTo>
                    <a:pt x="83549" y="345532"/>
                  </a:lnTo>
                  <a:lnTo>
                    <a:pt x="83547" y="345750"/>
                  </a:lnTo>
                  <a:lnTo>
                    <a:pt x="83328" y="346199"/>
                  </a:lnTo>
                  <a:lnTo>
                    <a:pt x="83246" y="346363"/>
                  </a:lnTo>
                  <a:lnTo>
                    <a:pt x="83386" y="346348"/>
                  </a:lnTo>
                  <a:lnTo>
                    <a:pt x="83751" y="346535"/>
                  </a:lnTo>
                  <a:lnTo>
                    <a:pt x="83814" y="346917"/>
                  </a:lnTo>
                  <a:lnTo>
                    <a:pt x="83801" y="347167"/>
                  </a:lnTo>
                  <a:lnTo>
                    <a:pt x="83624" y="347395"/>
                  </a:lnTo>
                  <a:lnTo>
                    <a:pt x="83464" y="347598"/>
                  </a:lnTo>
                  <a:lnTo>
                    <a:pt x="83314" y="347789"/>
                  </a:lnTo>
                  <a:lnTo>
                    <a:pt x="82339" y="347278"/>
                  </a:lnTo>
                  <a:lnTo>
                    <a:pt x="82416" y="347710"/>
                  </a:lnTo>
                  <a:lnTo>
                    <a:pt x="82001" y="348147"/>
                  </a:lnTo>
                  <a:lnTo>
                    <a:pt x="81897" y="348383"/>
                  </a:lnTo>
                  <a:lnTo>
                    <a:pt x="82354" y="349079"/>
                  </a:lnTo>
                  <a:lnTo>
                    <a:pt x="82583" y="348997"/>
                  </a:lnTo>
                  <a:lnTo>
                    <a:pt x="82807" y="349600"/>
                  </a:lnTo>
                  <a:lnTo>
                    <a:pt x="82694" y="349937"/>
                  </a:lnTo>
                  <a:lnTo>
                    <a:pt x="82498" y="349985"/>
                  </a:lnTo>
                  <a:lnTo>
                    <a:pt x="82343" y="350026"/>
                  </a:lnTo>
                  <a:lnTo>
                    <a:pt x="81937" y="350134"/>
                  </a:lnTo>
                  <a:lnTo>
                    <a:pt x="81733" y="350193"/>
                  </a:lnTo>
                  <a:lnTo>
                    <a:pt x="81503" y="350261"/>
                  </a:lnTo>
                  <a:lnTo>
                    <a:pt x="81306" y="350366"/>
                  </a:lnTo>
                  <a:lnTo>
                    <a:pt x="80703" y="350760"/>
                  </a:lnTo>
                  <a:lnTo>
                    <a:pt x="80468" y="350885"/>
                  </a:lnTo>
                  <a:lnTo>
                    <a:pt x="80082" y="351089"/>
                  </a:lnTo>
                  <a:lnTo>
                    <a:pt x="79917" y="351156"/>
                  </a:lnTo>
                  <a:lnTo>
                    <a:pt x="79536" y="351312"/>
                  </a:lnTo>
                  <a:lnTo>
                    <a:pt x="79378" y="351382"/>
                  </a:lnTo>
                  <a:lnTo>
                    <a:pt x="78784" y="351754"/>
                  </a:lnTo>
                  <a:lnTo>
                    <a:pt x="78463" y="352215"/>
                  </a:lnTo>
                  <a:lnTo>
                    <a:pt x="78407" y="352598"/>
                  </a:lnTo>
                  <a:lnTo>
                    <a:pt x="78560" y="352619"/>
                  </a:lnTo>
                  <a:lnTo>
                    <a:pt x="78691" y="352990"/>
                  </a:lnTo>
                  <a:lnTo>
                    <a:pt x="78970" y="353762"/>
                  </a:lnTo>
                  <a:lnTo>
                    <a:pt x="79090" y="353944"/>
                  </a:lnTo>
                  <a:lnTo>
                    <a:pt x="79229" y="354141"/>
                  </a:lnTo>
                  <a:lnTo>
                    <a:pt x="79283" y="354302"/>
                  </a:lnTo>
                  <a:lnTo>
                    <a:pt x="79372" y="354690"/>
                  </a:lnTo>
                  <a:lnTo>
                    <a:pt x="79388" y="354827"/>
                  </a:lnTo>
                  <a:lnTo>
                    <a:pt x="79362" y="355297"/>
                  </a:lnTo>
                  <a:lnTo>
                    <a:pt x="78938" y="355459"/>
                  </a:lnTo>
                  <a:lnTo>
                    <a:pt x="79173" y="355755"/>
                  </a:lnTo>
                  <a:lnTo>
                    <a:pt x="78802" y="356041"/>
                  </a:lnTo>
                  <a:lnTo>
                    <a:pt x="78684" y="356177"/>
                  </a:lnTo>
                  <a:lnTo>
                    <a:pt x="78481" y="356932"/>
                  </a:lnTo>
                  <a:lnTo>
                    <a:pt x="78067" y="356940"/>
                  </a:lnTo>
                  <a:lnTo>
                    <a:pt x="77776" y="357106"/>
                  </a:lnTo>
                  <a:lnTo>
                    <a:pt x="77447" y="357431"/>
                  </a:lnTo>
                  <a:lnTo>
                    <a:pt x="77307" y="357570"/>
                  </a:lnTo>
                  <a:lnTo>
                    <a:pt x="77089" y="357785"/>
                  </a:lnTo>
                  <a:lnTo>
                    <a:pt x="76719" y="358085"/>
                  </a:lnTo>
                  <a:lnTo>
                    <a:pt x="76312" y="358416"/>
                  </a:lnTo>
                  <a:lnTo>
                    <a:pt x="76142" y="358653"/>
                  </a:lnTo>
                  <a:lnTo>
                    <a:pt x="75828" y="358939"/>
                  </a:lnTo>
                  <a:lnTo>
                    <a:pt x="75375" y="358949"/>
                  </a:lnTo>
                  <a:lnTo>
                    <a:pt x="74729" y="358963"/>
                  </a:lnTo>
                  <a:lnTo>
                    <a:pt x="74509" y="358949"/>
                  </a:lnTo>
                  <a:lnTo>
                    <a:pt x="74303" y="358902"/>
                  </a:lnTo>
                  <a:lnTo>
                    <a:pt x="73826" y="358846"/>
                  </a:lnTo>
                  <a:lnTo>
                    <a:pt x="73261" y="358802"/>
                  </a:lnTo>
                  <a:lnTo>
                    <a:pt x="72960" y="358811"/>
                  </a:lnTo>
                  <a:lnTo>
                    <a:pt x="72383" y="358973"/>
                  </a:lnTo>
                  <a:lnTo>
                    <a:pt x="72099" y="359106"/>
                  </a:lnTo>
                  <a:lnTo>
                    <a:pt x="71728" y="359183"/>
                  </a:lnTo>
                  <a:lnTo>
                    <a:pt x="71122" y="359309"/>
                  </a:lnTo>
                  <a:lnTo>
                    <a:pt x="70812" y="359347"/>
                  </a:lnTo>
                  <a:lnTo>
                    <a:pt x="70568" y="359376"/>
                  </a:lnTo>
                  <a:lnTo>
                    <a:pt x="70075" y="359416"/>
                  </a:lnTo>
                  <a:lnTo>
                    <a:pt x="69721" y="359496"/>
                  </a:lnTo>
                  <a:lnTo>
                    <a:pt x="69570" y="359554"/>
                  </a:lnTo>
                  <a:lnTo>
                    <a:pt x="69096" y="359896"/>
                  </a:lnTo>
                  <a:lnTo>
                    <a:pt x="69289" y="360071"/>
                  </a:lnTo>
                  <a:lnTo>
                    <a:pt x="68876" y="360491"/>
                  </a:lnTo>
                  <a:lnTo>
                    <a:pt x="68420" y="360814"/>
                  </a:lnTo>
                  <a:lnTo>
                    <a:pt x="67921" y="361147"/>
                  </a:lnTo>
                  <a:lnTo>
                    <a:pt x="67638" y="361242"/>
                  </a:lnTo>
                  <a:lnTo>
                    <a:pt x="67189" y="361384"/>
                  </a:lnTo>
                  <a:lnTo>
                    <a:pt x="66852" y="361459"/>
                  </a:lnTo>
                  <a:lnTo>
                    <a:pt x="66679" y="361517"/>
                  </a:lnTo>
                  <a:lnTo>
                    <a:pt x="66437" y="361620"/>
                  </a:lnTo>
                  <a:lnTo>
                    <a:pt x="66004" y="361830"/>
                  </a:lnTo>
                  <a:lnTo>
                    <a:pt x="65642" y="361960"/>
                  </a:lnTo>
                  <a:lnTo>
                    <a:pt x="65484" y="361938"/>
                  </a:lnTo>
                  <a:lnTo>
                    <a:pt x="65355" y="361980"/>
                  </a:lnTo>
                  <a:lnTo>
                    <a:pt x="65303" y="362207"/>
                  </a:lnTo>
                  <a:lnTo>
                    <a:pt x="65279" y="362364"/>
                  </a:lnTo>
                  <a:lnTo>
                    <a:pt x="65062" y="362436"/>
                  </a:lnTo>
                  <a:lnTo>
                    <a:pt x="64868" y="362501"/>
                  </a:lnTo>
                  <a:lnTo>
                    <a:pt x="64701" y="362556"/>
                  </a:lnTo>
                  <a:lnTo>
                    <a:pt x="64527" y="362614"/>
                  </a:lnTo>
                  <a:lnTo>
                    <a:pt x="64323" y="362681"/>
                  </a:lnTo>
                  <a:lnTo>
                    <a:pt x="64130" y="362746"/>
                  </a:lnTo>
                  <a:lnTo>
                    <a:pt x="63915" y="362804"/>
                  </a:lnTo>
                  <a:lnTo>
                    <a:pt x="63706" y="362862"/>
                  </a:lnTo>
                  <a:lnTo>
                    <a:pt x="63281" y="362980"/>
                  </a:lnTo>
                  <a:lnTo>
                    <a:pt x="62894" y="363116"/>
                  </a:lnTo>
                  <a:lnTo>
                    <a:pt x="62327" y="363382"/>
                  </a:lnTo>
                  <a:lnTo>
                    <a:pt x="62147" y="363478"/>
                  </a:lnTo>
                  <a:lnTo>
                    <a:pt x="61985" y="363528"/>
                  </a:lnTo>
                  <a:lnTo>
                    <a:pt x="61812" y="363582"/>
                  </a:lnTo>
                  <a:lnTo>
                    <a:pt x="60545" y="363970"/>
                  </a:lnTo>
                  <a:lnTo>
                    <a:pt x="60366" y="364042"/>
                  </a:lnTo>
                  <a:lnTo>
                    <a:pt x="59080" y="364416"/>
                  </a:lnTo>
                  <a:lnTo>
                    <a:pt x="57836" y="364770"/>
                  </a:lnTo>
                  <a:lnTo>
                    <a:pt x="57069" y="364969"/>
                  </a:lnTo>
                  <a:lnTo>
                    <a:pt x="56924" y="364983"/>
                  </a:lnTo>
                  <a:lnTo>
                    <a:pt x="56283" y="365302"/>
                  </a:lnTo>
                  <a:lnTo>
                    <a:pt x="56435" y="365607"/>
                  </a:lnTo>
                  <a:lnTo>
                    <a:pt x="56246" y="365695"/>
                  </a:lnTo>
                  <a:lnTo>
                    <a:pt x="55960" y="365763"/>
                  </a:lnTo>
                  <a:lnTo>
                    <a:pt x="55894" y="365629"/>
                  </a:lnTo>
                  <a:lnTo>
                    <a:pt x="55710" y="365461"/>
                  </a:lnTo>
                  <a:lnTo>
                    <a:pt x="55509" y="365507"/>
                  </a:lnTo>
                  <a:lnTo>
                    <a:pt x="55239" y="365569"/>
                  </a:lnTo>
                  <a:lnTo>
                    <a:pt x="54914" y="365639"/>
                  </a:lnTo>
                  <a:lnTo>
                    <a:pt x="54686" y="365709"/>
                  </a:lnTo>
                  <a:lnTo>
                    <a:pt x="53793" y="366047"/>
                  </a:lnTo>
                  <a:lnTo>
                    <a:pt x="53001" y="366224"/>
                  </a:lnTo>
                  <a:lnTo>
                    <a:pt x="52557" y="366369"/>
                  </a:lnTo>
                  <a:lnTo>
                    <a:pt x="52254" y="366496"/>
                  </a:lnTo>
                  <a:lnTo>
                    <a:pt x="52060" y="366613"/>
                  </a:lnTo>
                  <a:lnTo>
                    <a:pt x="51458" y="367006"/>
                  </a:lnTo>
                  <a:lnTo>
                    <a:pt x="51241" y="367207"/>
                  </a:lnTo>
                  <a:lnTo>
                    <a:pt x="51009" y="367527"/>
                  </a:lnTo>
                  <a:lnTo>
                    <a:pt x="50440" y="368442"/>
                  </a:lnTo>
                  <a:lnTo>
                    <a:pt x="50527" y="368818"/>
                  </a:lnTo>
                  <a:lnTo>
                    <a:pt x="50868" y="369482"/>
                  </a:lnTo>
                  <a:lnTo>
                    <a:pt x="50024" y="369620"/>
                  </a:lnTo>
                  <a:lnTo>
                    <a:pt x="49689" y="369588"/>
                  </a:lnTo>
                  <a:lnTo>
                    <a:pt x="49535" y="369605"/>
                  </a:lnTo>
                  <a:lnTo>
                    <a:pt x="49356" y="369688"/>
                  </a:lnTo>
                  <a:lnTo>
                    <a:pt x="49214" y="369827"/>
                  </a:lnTo>
                  <a:lnTo>
                    <a:pt x="49017" y="369910"/>
                  </a:lnTo>
                  <a:lnTo>
                    <a:pt x="48416" y="369917"/>
                  </a:lnTo>
                  <a:lnTo>
                    <a:pt x="47701" y="369870"/>
                  </a:lnTo>
                  <a:lnTo>
                    <a:pt x="47517" y="369563"/>
                  </a:lnTo>
                  <a:lnTo>
                    <a:pt x="47399" y="369272"/>
                  </a:lnTo>
                  <a:lnTo>
                    <a:pt x="47180" y="369198"/>
                  </a:lnTo>
                  <a:lnTo>
                    <a:pt x="47256" y="368870"/>
                  </a:lnTo>
                  <a:lnTo>
                    <a:pt x="47574" y="368449"/>
                  </a:lnTo>
                  <a:lnTo>
                    <a:pt x="47787" y="367753"/>
                  </a:lnTo>
                  <a:lnTo>
                    <a:pt x="47264" y="367472"/>
                  </a:lnTo>
                  <a:lnTo>
                    <a:pt x="46973" y="367187"/>
                  </a:lnTo>
                  <a:lnTo>
                    <a:pt x="46373" y="366962"/>
                  </a:lnTo>
                  <a:lnTo>
                    <a:pt x="45994" y="366691"/>
                  </a:lnTo>
                  <a:lnTo>
                    <a:pt x="45797" y="366876"/>
                  </a:lnTo>
                  <a:lnTo>
                    <a:pt x="45658" y="367079"/>
                  </a:lnTo>
                  <a:lnTo>
                    <a:pt x="45569" y="367265"/>
                  </a:lnTo>
                  <a:lnTo>
                    <a:pt x="44968" y="367394"/>
                  </a:lnTo>
                  <a:lnTo>
                    <a:pt x="44440" y="367047"/>
                  </a:lnTo>
                  <a:lnTo>
                    <a:pt x="44215" y="366873"/>
                  </a:lnTo>
                  <a:lnTo>
                    <a:pt x="43960" y="366851"/>
                  </a:lnTo>
                  <a:lnTo>
                    <a:pt x="43816" y="366907"/>
                  </a:lnTo>
                  <a:lnTo>
                    <a:pt x="43249" y="365864"/>
                  </a:lnTo>
                  <a:lnTo>
                    <a:pt x="43510" y="365453"/>
                  </a:lnTo>
                  <a:lnTo>
                    <a:pt x="43653" y="365299"/>
                  </a:lnTo>
                  <a:lnTo>
                    <a:pt x="43657" y="364997"/>
                  </a:lnTo>
                  <a:lnTo>
                    <a:pt x="43352" y="364915"/>
                  </a:lnTo>
                  <a:lnTo>
                    <a:pt x="43041" y="364731"/>
                  </a:lnTo>
                  <a:lnTo>
                    <a:pt x="42191" y="363666"/>
                  </a:lnTo>
                  <a:lnTo>
                    <a:pt x="42429" y="363514"/>
                  </a:lnTo>
                  <a:lnTo>
                    <a:pt x="42984" y="362975"/>
                  </a:lnTo>
                  <a:lnTo>
                    <a:pt x="43042" y="362614"/>
                  </a:lnTo>
                  <a:lnTo>
                    <a:pt x="43433" y="361875"/>
                  </a:lnTo>
                  <a:lnTo>
                    <a:pt x="43372" y="361678"/>
                  </a:lnTo>
                  <a:lnTo>
                    <a:pt x="43298" y="361539"/>
                  </a:lnTo>
                  <a:lnTo>
                    <a:pt x="42918" y="360417"/>
                  </a:lnTo>
                  <a:lnTo>
                    <a:pt x="42894" y="360026"/>
                  </a:lnTo>
                  <a:lnTo>
                    <a:pt x="42938" y="359886"/>
                  </a:lnTo>
                  <a:lnTo>
                    <a:pt x="42872" y="359260"/>
                  </a:lnTo>
                  <a:lnTo>
                    <a:pt x="42479" y="358391"/>
                  </a:lnTo>
                  <a:lnTo>
                    <a:pt x="41692" y="358433"/>
                  </a:lnTo>
                  <a:lnTo>
                    <a:pt x="41355" y="358476"/>
                  </a:lnTo>
                  <a:lnTo>
                    <a:pt x="41446" y="358802"/>
                  </a:lnTo>
                  <a:lnTo>
                    <a:pt x="40867" y="358681"/>
                  </a:lnTo>
                  <a:lnTo>
                    <a:pt x="40786" y="358517"/>
                  </a:lnTo>
                  <a:lnTo>
                    <a:pt x="40443" y="358359"/>
                  </a:lnTo>
                  <a:lnTo>
                    <a:pt x="40291" y="358363"/>
                  </a:lnTo>
                  <a:lnTo>
                    <a:pt x="39558" y="357669"/>
                  </a:lnTo>
                  <a:lnTo>
                    <a:pt x="39432" y="357293"/>
                  </a:lnTo>
                  <a:lnTo>
                    <a:pt x="39041" y="356664"/>
                  </a:lnTo>
                  <a:lnTo>
                    <a:pt x="38711" y="356735"/>
                  </a:lnTo>
                  <a:lnTo>
                    <a:pt x="38397" y="356913"/>
                  </a:lnTo>
                  <a:lnTo>
                    <a:pt x="38256" y="357043"/>
                  </a:lnTo>
                  <a:lnTo>
                    <a:pt x="37946" y="357210"/>
                  </a:lnTo>
                  <a:lnTo>
                    <a:pt x="37639" y="357191"/>
                  </a:lnTo>
                  <a:lnTo>
                    <a:pt x="37004" y="357233"/>
                  </a:lnTo>
                  <a:lnTo>
                    <a:pt x="37112" y="356913"/>
                  </a:lnTo>
                  <a:lnTo>
                    <a:pt x="37135" y="356620"/>
                  </a:lnTo>
                  <a:lnTo>
                    <a:pt x="37163" y="356486"/>
                  </a:lnTo>
                  <a:lnTo>
                    <a:pt x="37309" y="356177"/>
                  </a:lnTo>
                  <a:lnTo>
                    <a:pt x="37552" y="355999"/>
                  </a:lnTo>
                  <a:lnTo>
                    <a:pt x="37800" y="355478"/>
                  </a:lnTo>
                  <a:lnTo>
                    <a:pt x="38183" y="354872"/>
                  </a:lnTo>
                  <a:lnTo>
                    <a:pt x="37959" y="354172"/>
                  </a:lnTo>
                  <a:lnTo>
                    <a:pt x="37707" y="353865"/>
                  </a:lnTo>
                  <a:lnTo>
                    <a:pt x="37455" y="353779"/>
                  </a:lnTo>
                  <a:lnTo>
                    <a:pt x="37195" y="353633"/>
                  </a:lnTo>
                  <a:lnTo>
                    <a:pt x="36442" y="353116"/>
                  </a:lnTo>
                  <a:lnTo>
                    <a:pt x="36393" y="352668"/>
                  </a:lnTo>
                  <a:lnTo>
                    <a:pt x="36400" y="351906"/>
                  </a:lnTo>
                  <a:lnTo>
                    <a:pt x="36163" y="351593"/>
                  </a:lnTo>
                  <a:lnTo>
                    <a:pt x="35749" y="351397"/>
                  </a:lnTo>
                  <a:lnTo>
                    <a:pt x="35478" y="351237"/>
                  </a:lnTo>
                  <a:lnTo>
                    <a:pt x="35292" y="350961"/>
                  </a:lnTo>
                  <a:lnTo>
                    <a:pt x="35508" y="350572"/>
                  </a:lnTo>
                  <a:lnTo>
                    <a:pt x="35699" y="350290"/>
                  </a:lnTo>
                  <a:lnTo>
                    <a:pt x="35644" y="349910"/>
                  </a:lnTo>
                  <a:lnTo>
                    <a:pt x="35492" y="349866"/>
                  </a:lnTo>
                  <a:lnTo>
                    <a:pt x="35313" y="349729"/>
                  </a:lnTo>
                  <a:lnTo>
                    <a:pt x="35249" y="349530"/>
                  </a:lnTo>
                  <a:lnTo>
                    <a:pt x="34731" y="349216"/>
                  </a:lnTo>
                  <a:lnTo>
                    <a:pt x="34819" y="348975"/>
                  </a:lnTo>
                  <a:lnTo>
                    <a:pt x="35265" y="348551"/>
                  </a:lnTo>
                  <a:lnTo>
                    <a:pt x="35482" y="348385"/>
                  </a:lnTo>
                  <a:lnTo>
                    <a:pt x="35619" y="347613"/>
                  </a:lnTo>
                  <a:lnTo>
                    <a:pt x="35444" y="347218"/>
                  </a:lnTo>
                  <a:lnTo>
                    <a:pt x="35634" y="346920"/>
                  </a:lnTo>
                  <a:lnTo>
                    <a:pt x="35625" y="346632"/>
                  </a:lnTo>
                  <a:lnTo>
                    <a:pt x="35281" y="346520"/>
                  </a:lnTo>
                  <a:lnTo>
                    <a:pt x="35455" y="345760"/>
                  </a:lnTo>
                  <a:lnTo>
                    <a:pt x="35768" y="345317"/>
                  </a:lnTo>
                  <a:lnTo>
                    <a:pt x="35655" y="344382"/>
                  </a:lnTo>
                  <a:lnTo>
                    <a:pt x="35288" y="344130"/>
                  </a:lnTo>
                  <a:lnTo>
                    <a:pt x="35002" y="344079"/>
                  </a:lnTo>
                  <a:lnTo>
                    <a:pt x="34779" y="344012"/>
                  </a:lnTo>
                  <a:lnTo>
                    <a:pt x="34597" y="343843"/>
                  </a:lnTo>
                  <a:lnTo>
                    <a:pt x="33946" y="343218"/>
                  </a:lnTo>
                  <a:lnTo>
                    <a:pt x="33997" y="342905"/>
                  </a:lnTo>
                  <a:lnTo>
                    <a:pt x="34067" y="342567"/>
                  </a:lnTo>
                  <a:lnTo>
                    <a:pt x="33357" y="342326"/>
                  </a:lnTo>
                  <a:lnTo>
                    <a:pt x="33200" y="341934"/>
                  </a:lnTo>
                  <a:lnTo>
                    <a:pt x="33462" y="341588"/>
                  </a:lnTo>
                  <a:lnTo>
                    <a:pt x="33856" y="341297"/>
                  </a:lnTo>
                  <a:lnTo>
                    <a:pt x="34039" y="341232"/>
                  </a:lnTo>
                  <a:lnTo>
                    <a:pt x="34292" y="341074"/>
                  </a:lnTo>
                  <a:lnTo>
                    <a:pt x="33914" y="340717"/>
                  </a:lnTo>
                  <a:lnTo>
                    <a:pt x="33666" y="340663"/>
                  </a:lnTo>
                  <a:lnTo>
                    <a:pt x="33350" y="340485"/>
                  </a:lnTo>
                  <a:lnTo>
                    <a:pt x="33052" y="339951"/>
                  </a:lnTo>
                  <a:lnTo>
                    <a:pt x="32821" y="339826"/>
                  </a:lnTo>
                  <a:lnTo>
                    <a:pt x="32248" y="340042"/>
                  </a:lnTo>
                  <a:lnTo>
                    <a:pt x="31921" y="340104"/>
                  </a:lnTo>
                  <a:lnTo>
                    <a:pt x="31460" y="339893"/>
                  </a:lnTo>
                  <a:lnTo>
                    <a:pt x="31144" y="339765"/>
                  </a:lnTo>
                  <a:lnTo>
                    <a:pt x="30952" y="340108"/>
                  </a:lnTo>
                  <a:lnTo>
                    <a:pt x="30827" y="340283"/>
                  </a:lnTo>
                  <a:lnTo>
                    <a:pt x="30589" y="340614"/>
                  </a:lnTo>
                  <a:lnTo>
                    <a:pt x="30456" y="340786"/>
                  </a:lnTo>
                  <a:lnTo>
                    <a:pt x="30182" y="340951"/>
                  </a:lnTo>
                  <a:lnTo>
                    <a:pt x="29718" y="340763"/>
                  </a:lnTo>
                  <a:lnTo>
                    <a:pt x="29069" y="340554"/>
                  </a:lnTo>
                  <a:lnTo>
                    <a:pt x="28766" y="340986"/>
                  </a:lnTo>
                  <a:lnTo>
                    <a:pt x="28381" y="340775"/>
                  </a:lnTo>
                  <a:lnTo>
                    <a:pt x="27961" y="340338"/>
                  </a:lnTo>
                  <a:lnTo>
                    <a:pt x="27563" y="340428"/>
                  </a:lnTo>
                  <a:lnTo>
                    <a:pt x="27235" y="340509"/>
                  </a:lnTo>
                  <a:lnTo>
                    <a:pt x="26570" y="340705"/>
                  </a:lnTo>
                  <a:lnTo>
                    <a:pt x="26490" y="340897"/>
                  </a:lnTo>
                  <a:lnTo>
                    <a:pt x="26332" y="341160"/>
                  </a:lnTo>
                  <a:lnTo>
                    <a:pt x="25900" y="341256"/>
                  </a:lnTo>
                  <a:lnTo>
                    <a:pt x="25659" y="340754"/>
                  </a:lnTo>
                  <a:lnTo>
                    <a:pt x="25878" y="340300"/>
                  </a:lnTo>
                  <a:lnTo>
                    <a:pt x="25591" y="340080"/>
                  </a:lnTo>
                  <a:lnTo>
                    <a:pt x="25382" y="340030"/>
                  </a:lnTo>
                  <a:lnTo>
                    <a:pt x="25234" y="340020"/>
                  </a:lnTo>
                  <a:lnTo>
                    <a:pt x="24823" y="340129"/>
                  </a:lnTo>
                  <a:lnTo>
                    <a:pt x="24274" y="340399"/>
                  </a:lnTo>
                  <a:lnTo>
                    <a:pt x="23744" y="340690"/>
                  </a:lnTo>
                  <a:lnTo>
                    <a:pt x="23588" y="340979"/>
                  </a:lnTo>
                  <a:lnTo>
                    <a:pt x="22982" y="340910"/>
                  </a:lnTo>
                  <a:lnTo>
                    <a:pt x="22726" y="340702"/>
                  </a:lnTo>
                  <a:lnTo>
                    <a:pt x="22425" y="340845"/>
                  </a:lnTo>
                  <a:lnTo>
                    <a:pt x="21740" y="341106"/>
                  </a:lnTo>
                  <a:lnTo>
                    <a:pt x="21408" y="340911"/>
                  </a:lnTo>
                  <a:lnTo>
                    <a:pt x="21196" y="340630"/>
                  </a:lnTo>
                  <a:lnTo>
                    <a:pt x="20383" y="340456"/>
                  </a:lnTo>
                  <a:lnTo>
                    <a:pt x="20189" y="340629"/>
                  </a:lnTo>
                  <a:lnTo>
                    <a:pt x="19637" y="340619"/>
                  </a:lnTo>
                  <a:lnTo>
                    <a:pt x="19607" y="340461"/>
                  </a:lnTo>
                  <a:lnTo>
                    <a:pt x="19309" y="340028"/>
                  </a:lnTo>
                  <a:lnTo>
                    <a:pt x="18843" y="339822"/>
                  </a:lnTo>
                  <a:lnTo>
                    <a:pt x="18595" y="339685"/>
                  </a:lnTo>
                  <a:lnTo>
                    <a:pt x="18357" y="339516"/>
                  </a:lnTo>
                  <a:lnTo>
                    <a:pt x="18251" y="338991"/>
                  </a:lnTo>
                  <a:lnTo>
                    <a:pt x="18036" y="338851"/>
                  </a:lnTo>
                  <a:lnTo>
                    <a:pt x="17771" y="338560"/>
                  </a:lnTo>
                  <a:lnTo>
                    <a:pt x="18010" y="338120"/>
                  </a:lnTo>
                  <a:lnTo>
                    <a:pt x="18424" y="337768"/>
                  </a:lnTo>
                  <a:lnTo>
                    <a:pt x="18600" y="337622"/>
                  </a:lnTo>
                  <a:lnTo>
                    <a:pt x="18753" y="337215"/>
                  </a:lnTo>
                  <a:lnTo>
                    <a:pt x="18124" y="336910"/>
                  </a:lnTo>
                  <a:lnTo>
                    <a:pt x="17299" y="336810"/>
                  </a:lnTo>
                  <a:lnTo>
                    <a:pt x="16547" y="336971"/>
                  </a:lnTo>
                  <a:lnTo>
                    <a:pt x="15995" y="336645"/>
                  </a:lnTo>
                  <a:lnTo>
                    <a:pt x="15668" y="336801"/>
                  </a:lnTo>
                  <a:lnTo>
                    <a:pt x="14983" y="337287"/>
                  </a:lnTo>
                  <a:lnTo>
                    <a:pt x="14774" y="336716"/>
                  </a:lnTo>
                  <a:lnTo>
                    <a:pt x="14794" y="336521"/>
                  </a:lnTo>
                  <a:lnTo>
                    <a:pt x="14793" y="336390"/>
                  </a:lnTo>
                  <a:lnTo>
                    <a:pt x="14352" y="335808"/>
                  </a:lnTo>
                  <a:lnTo>
                    <a:pt x="14156" y="335436"/>
                  </a:lnTo>
                  <a:lnTo>
                    <a:pt x="14645" y="334883"/>
                  </a:lnTo>
                  <a:lnTo>
                    <a:pt x="14857" y="334741"/>
                  </a:lnTo>
                  <a:lnTo>
                    <a:pt x="15168" y="334647"/>
                  </a:lnTo>
                  <a:lnTo>
                    <a:pt x="15548" y="334358"/>
                  </a:lnTo>
                  <a:lnTo>
                    <a:pt x="15939" y="333894"/>
                  </a:lnTo>
                  <a:lnTo>
                    <a:pt x="16080" y="333451"/>
                  </a:lnTo>
                  <a:lnTo>
                    <a:pt x="16130" y="333166"/>
                  </a:lnTo>
                  <a:lnTo>
                    <a:pt x="15854" y="332627"/>
                  </a:lnTo>
                  <a:lnTo>
                    <a:pt x="14995" y="332153"/>
                  </a:lnTo>
                  <a:lnTo>
                    <a:pt x="14611" y="332484"/>
                  </a:lnTo>
                  <a:lnTo>
                    <a:pt x="14420" y="332610"/>
                  </a:lnTo>
                  <a:lnTo>
                    <a:pt x="14052" y="332817"/>
                  </a:lnTo>
                  <a:lnTo>
                    <a:pt x="13660" y="332928"/>
                  </a:lnTo>
                  <a:lnTo>
                    <a:pt x="13205" y="333390"/>
                  </a:lnTo>
                  <a:lnTo>
                    <a:pt x="12737" y="333672"/>
                  </a:lnTo>
                  <a:lnTo>
                    <a:pt x="12290" y="333862"/>
                  </a:lnTo>
                  <a:lnTo>
                    <a:pt x="12083" y="333808"/>
                  </a:lnTo>
                  <a:lnTo>
                    <a:pt x="11824" y="333695"/>
                  </a:lnTo>
                  <a:lnTo>
                    <a:pt x="11604" y="333492"/>
                  </a:lnTo>
                  <a:lnTo>
                    <a:pt x="11196" y="333128"/>
                  </a:lnTo>
                  <a:lnTo>
                    <a:pt x="10980" y="333128"/>
                  </a:lnTo>
                  <a:lnTo>
                    <a:pt x="10628" y="333522"/>
                  </a:lnTo>
                  <a:lnTo>
                    <a:pt x="10387" y="333887"/>
                  </a:lnTo>
                  <a:lnTo>
                    <a:pt x="9878" y="333798"/>
                  </a:lnTo>
                  <a:lnTo>
                    <a:pt x="9734" y="333383"/>
                  </a:lnTo>
                  <a:lnTo>
                    <a:pt x="9727" y="333222"/>
                  </a:lnTo>
                  <a:lnTo>
                    <a:pt x="9615" y="332923"/>
                  </a:lnTo>
                  <a:lnTo>
                    <a:pt x="8523" y="332351"/>
                  </a:lnTo>
                  <a:lnTo>
                    <a:pt x="8198" y="332387"/>
                  </a:lnTo>
                  <a:lnTo>
                    <a:pt x="7804" y="332566"/>
                  </a:lnTo>
                  <a:lnTo>
                    <a:pt x="7622" y="332396"/>
                  </a:lnTo>
                  <a:lnTo>
                    <a:pt x="7390" y="332120"/>
                  </a:lnTo>
                  <a:lnTo>
                    <a:pt x="6925" y="331946"/>
                  </a:lnTo>
                  <a:lnTo>
                    <a:pt x="6667" y="331795"/>
                  </a:lnTo>
                  <a:lnTo>
                    <a:pt x="6297" y="331452"/>
                  </a:lnTo>
                  <a:lnTo>
                    <a:pt x="5429" y="330807"/>
                  </a:lnTo>
                  <a:lnTo>
                    <a:pt x="5387" y="330495"/>
                  </a:lnTo>
                  <a:lnTo>
                    <a:pt x="5344" y="330213"/>
                  </a:lnTo>
                  <a:lnTo>
                    <a:pt x="5172" y="329591"/>
                  </a:lnTo>
                  <a:lnTo>
                    <a:pt x="4908" y="329338"/>
                  </a:lnTo>
                  <a:lnTo>
                    <a:pt x="4613" y="329233"/>
                  </a:lnTo>
                  <a:lnTo>
                    <a:pt x="4297" y="329180"/>
                  </a:lnTo>
                  <a:lnTo>
                    <a:pt x="3450" y="328985"/>
                  </a:lnTo>
                  <a:lnTo>
                    <a:pt x="3319" y="328937"/>
                  </a:lnTo>
                  <a:lnTo>
                    <a:pt x="3127" y="328890"/>
                  </a:lnTo>
                  <a:lnTo>
                    <a:pt x="2892" y="328863"/>
                  </a:lnTo>
                  <a:lnTo>
                    <a:pt x="2710" y="328613"/>
                  </a:lnTo>
                  <a:lnTo>
                    <a:pt x="2944" y="328130"/>
                  </a:lnTo>
                  <a:lnTo>
                    <a:pt x="3037" y="327751"/>
                  </a:lnTo>
                  <a:lnTo>
                    <a:pt x="2716" y="327602"/>
                  </a:lnTo>
                  <a:lnTo>
                    <a:pt x="2490" y="327642"/>
                  </a:lnTo>
                  <a:lnTo>
                    <a:pt x="2208" y="327718"/>
                  </a:lnTo>
                  <a:lnTo>
                    <a:pt x="1825" y="327536"/>
                  </a:lnTo>
                  <a:lnTo>
                    <a:pt x="1563" y="327358"/>
                  </a:lnTo>
                  <a:lnTo>
                    <a:pt x="1402" y="327033"/>
                  </a:lnTo>
                  <a:lnTo>
                    <a:pt x="960" y="326829"/>
                  </a:lnTo>
                  <a:lnTo>
                    <a:pt x="820" y="326611"/>
                  </a:lnTo>
                  <a:lnTo>
                    <a:pt x="469" y="326448"/>
                  </a:lnTo>
                  <a:lnTo>
                    <a:pt x="159" y="326486"/>
                  </a:lnTo>
                  <a:lnTo>
                    <a:pt x="32" y="326039"/>
                  </a:lnTo>
                  <a:lnTo>
                    <a:pt x="0" y="325809"/>
                  </a:lnTo>
                  <a:lnTo>
                    <a:pt x="328" y="325076"/>
                  </a:lnTo>
                  <a:lnTo>
                    <a:pt x="642" y="324289"/>
                  </a:lnTo>
                  <a:lnTo>
                    <a:pt x="896" y="324140"/>
                  </a:lnTo>
                  <a:lnTo>
                    <a:pt x="1177" y="323975"/>
                  </a:lnTo>
                  <a:lnTo>
                    <a:pt x="1246" y="323733"/>
                  </a:lnTo>
                  <a:lnTo>
                    <a:pt x="1521" y="323250"/>
                  </a:lnTo>
                  <a:lnTo>
                    <a:pt x="1692" y="322998"/>
                  </a:lnTo>
                  <a:lnTo>
                    <a:pt x="1901" y="322573"/>
                  </a:lnTo>
                  <a:lnTo>
                    <a:pt x="2078" y="321640"/>
                  </a:lnTo>
                  <a:lnTo>
                    <a:pt x="2099" y="320916"/>
                  </a:lnTo>
                  <a:lnTo>
                    <a:pt x="2061" y="320380"/>
                  </a:lnTo>
                  <a:lnTo>
                    <a:pt x="1993" y="319812"/>
                  </a:lnTo>
                  <a:lnTo>
                    <a:pt x="2306" y="319644"/>
                  </a:lnTo>
                  <a:lnTo>
                    <a:pt x="2441" y="319098"/>
                  </a:lnTo>
                  <a:lnTo>
                    <a:pt x="2506" y="318635"/>
                  </a:lnTo>
                  <a:lnTo>
                    <a:pt x="2544" y="318259"/>
                  </a:lnTo>
                  <a:lnTo>
                    <a:pt x="2673" y="317888"/>
                  </a:lnTo>
                  <a:lnTo>
                    <a:pt x="3415" y="317501"/>
                  </a:lnTo>
                  <a:lnTo>
                    <a:pt x="3983" y="317703"/>
                  </a:lnTo>
                  <a:lnTo>
                    <a:pt x="4382" y="317958"/>
                  </a:lnTo>
                  <a:lnTo>
                    <a:pt x="4897" y="318065"/>
                  </a:lnTo>
                  <a:lnTo>
                    <a:pt x="5991" y="317989"/>
                  </a:lnTo>
                  <a:lnTo>
                    <a:pt x="6237" y="317873"/>
                  </a:lnTo>
                  <a:lnTo>
                    <a:pt x="6751" y="317624"/>
                  </a:lnTo>
                  <a:lnTo>
                    <a:pt x="7014" y="317546"/>
                  </a:lnTo>
                  <a:lnTo>
                    <a:pt x="7368" y="317518"/>
                  </a:lnTo>
                  <a:lnTo>
                    <a:pt x="7555" y="317110"/>
                  </a:lnTo>
                  <a:lnTo>
                    <a:pt x="7862" y="316648"/>
                  </a:lnTo>
                  <a:lnTo>
                    <a:pt x="8314" y="316349"/>
                  </a:lnTo>
                  <a:lnTo>
                    <a:pt x="8265" y="316016"/>
                  </a:lnTo>
                  <a:lnTo>
                    <a:pt x="8316" y="315428"/>
                  </a:lnTo>
                  <a:lnTo>
                    <a:pt x="7304" y="315187"/>
                  </a:lnTo>
                  <a:lnTo>
                    <a:pt x="6976" y="315341"/>
                  </a:lnTo>
                  <a:lnTo>
                    <a:pt x="6694" y="315310"/>
                  </a:lnTo>
                  <a:lnTo>
                    <a:pt x="6333" y="315053"/>
                  </a:lnTo>
                  <a:lnTo>
                    <a:pt x="6169" y="314929"/>
                  </a:lnTo>
                  <a:lnTo>
                    <a:pt x="5887" y="314797"/>
                  </a:lnTo>
                  <a:lnTo>
                    <a:pt x="5379" y="314759"/>
                  </a:lnTo>
                  <a:lnTo>
                    <a:pt x="5028" y="314838"/>
                  </a:lnTo>
                  <a:lnTo>
                    <a:pt x="4510" y="314268"/>
                  </a:lnTo>
                  <a:lnTo>
                    <a:pt x="4282" y="313756"/>
                  </a:lnTo>
                  <a:lnTo>
                    <a:pt x="4380" y="312942"/>
                  </a:lnTo>
                  <a:lnTo>
                    <a:pt x="4843" y="312403"/>
                  </a:lnTo>
                  <a:lnTo>
                    <a:pt x="5191" y="312084"/>
                  </a:lnTo>
                  <a:lnTo>
                    <a:pt x="5441" y="311814"/>
                  </a:lnTo>
                  <a:lnTo>
                    <a:pt x="5633" y="311537"/>
                  </a:lnTo>
                  <a:lnTo>
                    <a:pt x="6797" y="311790"/>
                  </a:lnTo>
                  <a:lnTo>
                    <a:pt x="7325" y="312024"/>
                  </a:lnTo>
                  <a:lnTo>
                    <a:pt x="7794" y="312132"/>
                  </a:lnTo>
                  <a:lnTo>
                    <a:pt x="8173" y="312155"/>
                  </a:lnTo>
                  <a:lnTo>
                    <a:pt x="8638" y="312427"/>
                  </a:lnTo>
                  <a:lnTo>
                    <a:pt x="8791" y="312443"/>
                  </a:lnTo>
                  <a:lnTo>
                    <a:pt x="9070" y="312429"/>
                  </a:lnTo>
                  <a:lnTo>
                    <a:pt x="9313" y="312204"/>
                  </a:lnTo>
                  <a:lnTo>
                    <a:pt x="9986" y="311747"/>
                  </a:lnTo>
                  <a:lnTo>
                    <a:pt x="10530" y="311901"/>
                  </a:lnTo>
                  <a:lnTo>
                    <a:pt x="10792" y="311719"/>
                  </a:lnTo>
                  <a:lnTo>
                    <a:pt x="10986" y="311440"/>
                  </a:lnTo>
                  <a:lnTo>
                    <a:pt x="11132" y="311015"/>
                  </a:lnTo>
                  <a:lnTo>
                    <a:pt x="11160" y="310465"/>
                  </a:lnTo>
                  <a:lnTo>
                    <a:pt x="11142" y="310095"/>
                  </a:lnTo>
                  <a:lnTo>
                    <a:pt x="11254" y="309555"/>
                  </a:lnTo>
                  <a:lnTo>
                    <a:pt x="11281" y="309236"/>
                  </a:lnTo>
                  <a:lnTo>
                    <a:pt x="11176" y="308488"/>
                  </a:lnTo>
                  <a:lnTo>
                    <a:pt x="11380" y="308502"/>
                  </a:lnTo>
                  <a:lnTo>
                    <a:pt x="11616" y="308545"/>
                  </a:lnTo>
                  <a:lnTo>
                    <a:pt x="11835" y="308579"/>
                  </a:lnTo>
                  <a:lnTo>
                    <a:pt x="12078" y="308564"/>
                  </a:lnTo>
                  <a:lnTo>
                    <a:pt x="13045" y="308377"/>
                  </a:lnTo>
                  <a:lnTo>
                    <a:pt x="13440" y="308291"/>
                  </a:lnTo>
                  <a:lnTo>
                    <a:pt x="13892" y="308074"/>
                  </a:lnTo>
                  <a:lnTo>
                    <a:pt x="14036" y="307735"/>
                  </a:lnTo>
                  <a:lnTo>
                    <a:pt x="14157" y="307423"/>
                  </a:lnTo>
                  <a:lnTo>
                    <a:pt x="14673" y="306880"/>
                  </a:lnTo>
                  <a:lnTo>
                    <a:pt x="15122" y="306513"/>
                  </a:lnTo>
                  <a:lnTo>
                    <a:pt x="15992" y="305811"/>
                  </a:lnTo>
                  <a:lnTo>
                    <a:pt x="16190" y="305730"/>
                  </a:lnTo>
                  <a:lnTo>
                    <a:pt x="16426" y="305653"/>
                  </a:lnTo>
                  <a:lnTo>
                    <a:pt x="16665" y="305433"/>
                  </a:lnTo>
                  <a:lnTo>
                    <a:pt x="16353" y="304873"/>
                  </a:lnTo>
                  <a:lnTo>
                    <a:pt x="16201" y="304828"/>
                  </a:lnTo>
                  <a:lnTo>
                    <a:pt x="15832" y="304785"/>
                  </a:lnTo>
                  <a:lnTo>
                    <a:pt x="15521" y="304560"/>
                  </a:lnTo>
                  <a:lnTo>
                    <a:pt x="15302" y="304255"/>
                  </a:lnTo>
                  <a:lnTo>
                    <a:pt x="15556" y="303884"/>
                  </a:lnTo>
                  <a:lnTo>
                    <a:pt x="16034" y="303868"/>
                  </a:lnTo>
                  <a:lnTo>
                    <a:pt x="16405" y="303924"/>
                  </a:lnTo>
                  <a:lnTo>
                    <a:pt x="16651" y="303886"/>
                  </a:lnTo>
                  <a:lnTo>
                    <a:pt x="16784" y="303856"/>
                  </a:lnTo>
                  <a:lnTo>
                    <a:pt x="17119" y="303748"/>
                  </a:lnTo>
                  <a:lnTo>
                    <a:pt x="17263" y="303368"/>
                  </a:lnTo>
                  <a:lnTo>
                    <a:pt x="17199" y="302676"/>
                  </a:lnTo>
                  <a:lnTo>
                    <a:pt x="17754" y="302035"/>
                  </a:lnTo>
                  <a:lnTo>
                    <a:pt x="18341" y="301978"/>
                  </a:lnTo>
                  <a:lnTo>
                    <a:pt x="18794" y="301397"/>
                  </a:lnTo>
                  <a:lnTo>
                    <a:pt x="19086" y="300763"/>
                  </a:lnTo>
                  <a:lnTo>
                    <a:pt x="19061" y="300320"/>
                  </a:lnTo>
                  <a:lnTo>
                    <a:pt x="18744" y="298868"/>
                  </a:lnTo>
                  <a:lnTo>
                    <a:pt x="18808" y="298624"/>
                  </a:lnTo>
                  <a:lnTo>
                    <a:pt x="19106" y="298345"/>
                  </a:lnTo>
                  <a:lnTo>
                    <a:pt x="19641" y="298213"/>
                  </a:lnTo>
                  <a:lnTo>
                    <a:pt x="20523" y="298090"/>
                  </a:lnTo>
                  <a:lnTo>
                    <a:pt x="21302" y="298343"/>
                  </a:lnTo>
                  <a:lnTo>
                    <a:pt x="21879" y="297828"/>
                  </a:lnTo>
                  <a:lnTo>
                    <a:pt x="21977" y="297586"/>
                  </a:lnTo>
                  <a:lnTo>
                    <a:pt x="22239" y="297126"/>
                  </a:lnTo>
                  <a:lnTo>
                    <a:pt x="22297" y="297335"/>
                  </a:lnTo>
                  <a:lnTo>
                    <a:pt x="22324" y="297532"/>
                  </a:lnTo>
                  <a:lnTo>
                    <a:pt x="22333" y="297682"/>
                  </a:lnTo>
                  <a:lnTo>
                    <a:pt x="22485" y="298014"/>
                  </a:lnTo>
                  <a:lnTo>
                    <a:pt x="22691" y="298065"/>
                  </a:lnTo>
                  <a:lnTo>
                    <a:pt x="23008" y="297515"/>
                  </a:lnTo>
                  <a:lnTo>
                    <a:pt x="22881" y="296977"/>
                  </a:lnTo>
                  <a:lnTo>
                    <a:pt x="22513" y="296493"/>
                  </a:lnTo>
                  <a:lnTo>
                    <a:pt x="22704" y="296012"/>
                  </a:lnTo>
                  <a:lnTo>
                    <a:pt x="22923" y="295818"/>
                  </a:lnTo>
                  <a:lnTo>
                    <a:pt x="22973" y="295556"/>
                  </a:lnTo>
                  <a:lnTo>
                    <a:pt x="22941" y="294984"/>
                  </a:lnTo>
                  <a:lnTo>
                    <a:pt x="22636" y="294691"/>
                  </a:lnTo>
                  <a:lnTo>
                    <a:pt x="22265" y="294630"/>
                  </a:lnTo>
                  <a:lnTo>
                    <a:pt x="22017" y="294523"/>
                  </a:lnTo>
                  <a:lnTo>
                    <a:pt x="22058" y="294279"/>
                  </a:lnTo>
                  <a:lnTo>
                    <a:pt x="22371" y="293974"/>
                  </a:lnTo>
                  <a:lnTo>
                    <a:pt x="22813" y="293694"/>
                  </a:lnTo>
                  <a:lnTo>
                    <a:pt x="23023" y="293623"/>
                  </a:lnTo>
                  <a:lnTo>
                    <a:pt x="23540" y="293618"/>
                  </a:lnTo>
                  <a:lnTo>
                    <a:pt x="23912" y="293677"/>
                  </a:lnTo>
                  <a:lnTo>
                    <a:pt x="24318" y="293419"/>
                  </a:lnTo>
                  <a:lnTo>
                    <a:pt x="24721" y="293249"/>
                  </a:lnTo>
                  <a:lnTo>
                    <a:pt x="25152" y="293006"/>
                  </a:lnTo>
                  <a:lnTo>
                    <a:pt x="25028" y="292555"/>
                  </a:lnTo>
                  <a:lnTo>
                    <a:pt x="24850" y="291810"/>
                  </a:lnTo>
                  <a:lnTo>
                    <a:pt x="24893" y="291548"/>
                  </a:lnTo>
                  <a:lnTo>
                    <a:pt x="25537" y="290644"/>
                  </a:lnTo>
                  <a:lnTo>
                    <a:pt x="25780" y="290533"/>
                  </a:lnTo>
                  <a:lnTo>
                    <a:pt x="26044" y="290406"/>
                  </a:lnTo>
                  <a:lnTo>
                    <a:pt x="26158" y="289465"/>
                  </a:lnTo>
                  <a:lnTo>
                    <a:pt x="26089" y="289281"/>
                  </a:lnTo>
                  <a:lnTo>
                    <a:pt x="26016" y="288958"/>
                  </a:lnTo>
                  <a:lnTo>
                    <a:pt x="26291" y="288776"/>
                  </a:lnTo>
                  <a:lnTo>
                    <a:pt x="26432" y="288371"/>
                  </a:lnTo>
                  <a:lnTo>
                    <a:pt x="26121" y="288047"/>
                  </a:lnTo>
                  <a:lnTo>
                    <a:pt x="25791" y="287803"/>
                  </a:lnTo>
                  <a:lnTo>
                    <a:pt x="25440" y="287229"/>
                  </a:lnTo>
                  <a:lnTo>
                    <a:pt x="25229" y="287081"/>
                  </a:lnTo>
                  <a:lnTo>
                    <a:pt x="25017" y="286961"/>
                  </a:lnTo>
                  <a:lnTo>
                    <a:pt x="24875" y="286850"/>
                  </a:lnTo>
                  <a:lnTo>
                    <a:pt x="24782" y="286718"/>
                  </a:lnTo>
                  <a:lnTo>
                    <a:pt x="24685" y="286524"/>
                  </a:lnTo>
                  <a:lnTo>
                    <a:pt x="24470" y="286002"/>
                  </a:lnTo>
                  <a:lnTo>
                    <a:pt x="24489" y="285370"/>
                  </a:lnTo>
                  <a:lnTo>
                    <a:pt x="25866" y="285519"/>
                  </a:lnTo>
                  <a:lnTo>
                    <a:pt x="26098" y="285561"/>
                  </a:lnTo>
                  <a:lnTo>
                    <a:pt x="26922" y="285598"/>
                  </a:lnTo>
                  <a:lnTo>
                    <a:pt x="27123" y="285117"/>
                  </a:lnTo>
                  <a:lnTo>
                    <a:pt x="27012" y="284969"/>
                  </a:lnTo>
                  <a:lnTo>
                    <a:pt x="26855" y="284596"/>
                  </a:lnTo>
                  <a:lnTo>
                    <a:pt x="27161" y="284520"/>
                  </a:lnTo>
                  <a:lnTo>
                    <a:pt x="26805" y="284023"/>
                  </a:lnTo>
                  <a:lnTo>
                    <a:pt x="26020" y="283706"/>
                  </a:lnTo>
                  <a:lnTo>
                    <a:pt x="25445" y="283535"/>
                  </a:lnTo>
                  <a:lnTo>
                    <a:pt x="24537" y="283102"/>
                  </a:lnTo>
                  <a:lnTo>
                    <a:pt x="24257" y="283083"/>
                  </a:lnTo>
                  <a:lnTo>
                    <a:pt x="23775" y="282843"/>
                  </a:lnTo>
                  <a:lnTo>
                    <a:pt x="23421" y="282266"/>
                  </a:lnTo>
                  <a:lnTo>
                    <a:pt x="23186" y="281990"/>
                  </a:lnTo>
                  <a:lnTo>
                    <a:pt x="22927" y="281691"/>
                  </a:lnTo>
                  <a:lnTo>
                    <a:pt x="22673" y="281406"/>
                  </a:lnTo>
                  <a:lnTo>
                    <a:pt x="22101" y="281386"/>
                  </a:lnTo>
                  <a:lnTo>
                    <a:pt x="21960" y="280990"/>
                  </a:lnTo>
                  <a:lnTo>
                    <a:pt x="22144" y="280065"/>
                  </a:lnTo>
                  <a:lnTo>
                    <a:pt x="22144" y="279865"/>
                  </a:lnTo>
                  <a:lnTo>
                    <a:pt x="22166" y="279283"/>
                  </a:lnTo>
                  <a:lnTo>
                    <a:pt x="22067" y="279028"/>
                  </a:lnTo>
                  <a:lnTo>
                    <a:pt x="21905" y="278837"/>
                  </a:lnTo>
                  <a:lnTo>
                    <a:pt x="21713" y="278561"/>
                  </a:lnTo>
                  <a:lnTo>
                    <a:pt x="21485" y="277917"/>
                  </a:lnTo>
                  <a:lnTo>
                    <a:pt x="21513" y="277547"/>
                  </a:lnTo>
                  <a:lnTo>
                    <a:pt x="21831" y="277052"/>
                  </a:lnTo>
                  <a:lnTo>
                    <a:pt x="21906" y="275946"/>
                  </a:lnTo>
                  <a:lnTo>
                    <a:pt x="21584" y="275783"/>
                  </a:lnTo>
                  <a:lnTo>
                    <a:pt x="21748" y="275672"/>
                  </a:lnTo>
                  <a:lnTo>
                    <a:pt x="22082" y="275418"/>
                  </a:lnTo>
                  <a:lnTo>
                    <a:pt x="22075" y="274530"/>
                  </a:lnTo>
                  <a:lnTo>
                    <a:pt x="21869" y="274465"/>
                  </a:lnTo>
                  <a:lnTo>
                    <a:pt x="21179" y="274044"/>
                  </a:lnTo>
                  <a:lnTo>
                    <a:pt x="21032" y="273560"/>
                  </a:lnTo>
                  <a:lnTo>
                    <a:pt x="21179" y="273307"/>
                  </a:lnTo>
                  <a:lnTo>
                    <a:pt x="21866" y="272721"/>
                  </a:lnTo>
                  <a:lnTo>
                    <a:pt x="22044" y="272544"/>
                  </a:lnTo>
                  <a:lnTo>
                    <a:pt x="22292" y="271836"/>
                  </a:lnTo>
                  <a:lnTo>
                    <a:pt x="22341" y="271361"/>
                  </a:lnTo>
                  <a:lnTo>
                    <a:pt x="22416" y="271094"/>
                  </a:lnTo>
                  <a:lnTo>
                    <a:pt x="22279" y="270946"/>
                  </a:lnTo>
                  <a:lnTo>
                    <a:pt x="22348" y="270758"/>
                  </a:lnTo>
                  <a:lnTo>
                    <a:pt x="22436" y="270521"/>
                  </a:lnTo>
                  <a:lnTo>
                    <a:pt x="22723" y="270007"/>
                  </a:lnTo>
                  <a:lnTo>
                    <a:pt x="22749" y="269841"/>
                  </a:lnTo>
                  <a:lnTo>
                    <a:pt x="22848" y="269526"/>
                  </a:lnTo>
                  <a:lnTo>
                    <a:pt x="23146" y="269042"/>
                  </a:lnTo>
                  <a:lnTo>
                    <a:pt x="22893" y="268629"/>
                  </a:lnTo>
                  <a:lnTo>
                    <a:pt x="22795" y="268464"/>
                  </a:lnTo>
                  <a:lnTo>
                    <a:pt x="22675" y="267991"/>
                  </a:lnTo>
                  <a:lnTo>
                    <a:pt x="22699" y="267807"/>
                  </a:lnTo>
                  <a:lnTo>
                    <a:pt x="23070" y="267385"/>
                  </a:lnTo>
                  <a:lnTo>
                    <a:pt x="23040" y="267046"/>
                  </a:lnTo>
                  <a:lnTo>
                    <a:pt x="23062" y="266184"/>
                  </a:lnTo>
                  <a:lnTo>
                    <a:pt x="23031" y="265925"/>
                  </a:lnTo>
                  <a:lnTo>
                    <a:pt x="22665" y="265232"/>
                  </a:lnTo>
                  <a:lnTo>
                    <a:pt x="22855" y="264846"/>
                  </a:lnTo>
                  <a:lnTo>
                    <a:pt x="22922" y="264575"/>
                  </a:lnTo>
                  <a:lnTo>
                    <a:pt x="22818" y="263924"/>
                  </a:lnTo>
                  <a:lnTo>
                    <a:pt x="23190" y="263159"/>
                  </a:lnTo>
                  <a:lnTo>
                    <a:pt x="23543" y="262910"/>
                  </a:lnTo>
                  <a:lnTo>
                    <a:pt x="23701" y="262759"/>
                  </a:lnTo>
                  <a:lnTo>
                    <a:pt x="24097" y="262275"/>
                  </a:lnTo>
                  <a:lnTo>
                    <a:pt x="24232" y="262069"/>
                  </a:lnTo>
                  <a:lnTo>
                    <a:pt x="24441" y="261663"/>
                  </a:lnTo>
                  <a:lnTo>
                    <a:pt x="24738" y="261239"/>
                  </a:lnTo>
                  <a:lnTo>
                    <a:pt x="25001" y="260872"/>
                  </a:lnTo>
                  <a:lnTo>
                    <a:pt x="25046" y="260731"/>
                  </a:lnTo>
                  <a:lnTo>
                    <a:pt x="25126" y="260415"/>
                  </a:lnTo>
                  <a:lnTo>
                    <a:pt x="25248" y="259882"/>
                  </a:lnTo>
                  <a:lnTo>
                    <a:pt x="25468" y="259174"/>
                  </a:lnTo>
                  <a:lnTo>
                    <a:pt x="25265" y="258632"/>
                  </a:lnTo>
                  <a:lnTo>
                    <a:pt x="25261" y="258052"/>
                  </a:lnTo>
                  <a:lnTo>
                    <a:pt x="25339" y="257774"/>
                  </a:lnTo>
                  <a:lnTo>
                    <a:pt x="25458" y="257223"/>
                  </a:lnTo>
                  <a:lnTo>
                    <a:pt x="24910" y="256387"/>
                  </a:lnTo>
                  <a:lnTo>
                    <a:pt x="24395" y="256057"/>
                  </a:lnTo>
                  <a:lnTo>
                    <a:pt x="23421" y="255727"/>
                  </a:lnTo>
                  <a:lnTo>
                    <a:pt x="22619" y="255790"/>
                  </a:lnTo>
                  <a:lnTo>
                    <a:pt x="22405" y="255712"/>
                  </a:lnTo>
                  <a:lnTo>
                    <a:pt x="21971" y="255493"/>
                  </a:lnTo>
                  <a:lnTo>
                    <a:pt x="21782" y="255186"/>
                  </a:lnTo>
                  <a:lnTo>
                    <a:pt x="21537" y="253959"/>
                  </a:lnTo>
                  <a:lnTo>
                    <a:pt x="21117" y="253944"/>
                  </a:lnTo>
                  <a:lnTo>
                    <a:pt x="20854" y="253602"/>
                  </a:lnTo>
                  <a:lnTo>
                    <a:pt x="20861" y="253426"/>
                  </a:lnTo>
                  <a:lnTo>
                    <a:pt x="20791" y="253095"/>
                  </a:lnTo>
                  <a:lnTo>
                    <a:pt x="20290" y="252204"/>
                  </a:lnTo>
                  <a:lnTo>
                    <a:pt x="19982" y="251905"/>
                  </a:lnTo>
                  <a:lnTo>
                    <a:pt x="19754" y="251926"/>
                  </a:lnTo>
                  <a:lnTo>
                    <a:pt x="19584" y="251937"/>
                  </a:lnTo>
                  <a:lnTo>
                    <a:pt x="18994" y="251789"/>
                  </a:lnTo>
                  <a:lnTo>
                    <a:pt x="18579" y="251234"/>
                  </a:lnTo>
                  <a:lnTo>
                    <a:pt x="19037" y="250917"/>
                  </a:lnTo>
                  <a:lnTo>
                    <a:pt x="19323" y="250177"/>
                  </a:lnTo>
                  <a:lnTo>
                    <a:pt x="19575" y="249953"/>
                  </a:lnTo>
                  <a:lnTo>
                    <a:pt x="19946" y="249653"/>
                  </a:lnTo>
                  <a:lnTo>
                    <a:pt x="20361" y="249028"/>
                  </a:lnTo>
                  <a:lnTo>
                    <a:pt x="20437" y="248796"/>
                  </a:lnTo>
                  <a:lnTo>
                    <a:pt x="20475" y="248111"/>
                  </a:lnTo>
                  <a:lnTo>
                    <a:pt x="20894" y="247745"/>
                  </a:lnTo>
                  <a:lnTo>
                    <a:pt x="21124" y="247681"/>
                  </a:lnTo>
                  <a:lnTo>
                    <a:pt x="21420" y="247625"/>
                  </a:lnTo>
                  <a:lnTo>
                    <a:pt x="21903" y="247545"/>
                  </a:lnTo>
                  <a:lnTo>
                    <a:pt x="22744" y="246941"/>
                  </a:lnTo>
                  <a:lnTo>
                    <a:pt x="23127" y="246599"/>
                  </a:lnTo>
                  <a:lnTo>
                    <a:pt x="23210" y="246432"/>
                  </a:lnTo>
                  <a:lnTo>
                    <a:pt x="23300" y="246283"/>
                  </a:lnTo>
                  <a:lnTo>
                    <a:pt x="23484" y="246045"/>
                  </a:lnTo>
                  <a:lnTo>
                    <a:pt x="23829" y="245840"/>
                  </a:lnTo>
                  <a:lnTo>
                    <a:pt x="24456" y="245744"/>
                  </a:lnTo>
                  <a:lnTo>
                    <a:pt x="25178" y="245854"/>
                  </a:lnTo>
                  <a:lnTo>
                    <a:pt x="25997" y="245557"/>
                  </a:lnTo>
                  <a:lnTo>
                    <a:pt x="27096" y="245344"/>
                  </a:lnTo>
                  <a:lnTo>
                    <a:pt x="27816" y="245007"/>
                  </a:lnTo>
                  <a:lnTo>
                    <a:pt x="27926" y="244522"/>
                  </a:lnTo>
                  <a:lnTo>
                    <a:pt x="28358" y="244187"/>
                  </a:lnTo>
                  <a:lnTo>
                    <a:pt x="28625" y="244159"/>
                  </a:lnTo>
                  <a:lnTo>
                    <a:pt x="28924" y="244124"/>
                  </a:lnTo>
                  <a:lnTo>
                    <a:pt x="29829" y="243603"/>
                  </a:lnTo>
                  <a:lnTo>
                    <a:pt x="30501" y="242952"/>
                  </a:lnTo>
                  <a:lnTo>
                    <a:pt x="30644" y="242562"/>
                  </a:lnTo>
                  <a:lnTo>
                    <a:pt x="30905" y="242196"/>
                  </a:lnTo>
                  <a:lnTo>
                    <a:pt x="31011" y="241788"/>
                  </a:lnTo>
                  <a:lnTo>
                    <a:pt x="31046" y="241369"/>
                  </a:lnTo>
                  <a:lnTo>
                    <a:pt x="31077" y="241152"/>
                  </a:lnTo>
                  <a:lnTo>
                    <a:pt x="31491" y="241204"/>
                  </a:lnTo>
                  <a:lnTo>
                    <a:pt x="31939" y="241980"/>
                  </a:lnTo>
                  <a:lnTo>
                    <a:pt x="32314" y="242086"/>
                  </a:lnTo>
                  <a:lnTo>
                    <a:pt x="32889" y="242507"/>
                  </a:lnTo>
                  <a:lnTo>
                    <a:pt x="33253" y="242434"/>
                  </a:lnTo>
                  <a:lnTo>
                    <a:pt x="34147" y="242636"/>
                  </a:lnTo>
                  <a:lnTo>
                    <a:pt x="34397" y="242728"/>
                  </a:lnTo>
                  <a:lnTo>
                    <a:pt x="34436" y="242992"/>
                  </a:lnTo>
                  <a:lnTo>
                    <a:pt x="34344" y="243907"/>
                  </a:lnTo>
                  <a:lnTo>
                    <a:pt x="34175" y="244250"/>
                  </a:lnTo>
                  <a:lnTo>
                    <a:pt x="33947" y="244486"/>
                  </a:lnTo>
                  <a:lnTo>
                    <a:pt x="33527" y="244725"/>
                  </a:lnTo>
                  <a:lnTo>
                    <a:pt x="33052" y="245555"/>
                  </a:lnTo>
                  <a:lnTo>
                    <a:pt x="32862" y="245942"/>
                  </a:lnTo>
                  <a:lnTo>
                    <a:pt x="32921" y="246347"/>
                  </a:lnTo>
                  <a:lnTo>
                    <a:pt x="33510" y="246247"/>
                  </a:lnTo>
                  <a:lnTo>
                    <a:pt x="33986" y="246328"/>
                  </a:lnTo>
                  <a:lnTo>
                    <a:pt x="34182" y="246150"/>
                  </a:lnTo>
                  <a:lnTo>
                    <a:pt x="34355" y="246038"/>
                  </a:lnTo>
                  <a:lnTo>
                    <a:pt x="34444" y="246297"/>
                  </a:lnTo>
                  <a:lnTo>
                    <a:pt x="34450" y="246970"/>
                  </a:lnTo>
                  <a:lnTo>
                    <a:pt x="34873" y="246817"/>
                  </a:lnTo>
                  <a:lnTo>
                    <a:pt x="35289" y="247042"/>
                  </a:lnTo>
                  <a:lnTo>
                    <a:pt x="35842" y="247102"/>
                  </a:lnTo>
                  <a:lnTo>
                    <a:pt x="36140" y="247178"/>
                  </a:lnTo>
                  <a:lnTo>
                    <a:pt x="36365" y="247739"/>
                  </a:lnTo>
                  <a:lnTo>
                    <a:pt x="36390" y="248039"/>
                  </a:lnTo>
                  <a:lnTo>
                    <a:pt x="36739" y="248407"/>
                  </a:lnTo>
                  <a:lnTo>
                    <a:pt x="36972" y="248321"/>
                  </a:lnTo>
                  <a:lnTo>
                    <a:pt x="37406" y="248686"/>
                  </a:lnTo>
                  <a:lnTo>
                    <a:pt x="37569" y="248899"/>
                  </a:lnTo>
                  <a:lnTo>
                    <a:pt x="37707" y="249137"/>
                  </a:lnTo>
                  <a:lnTo>
                    <a:pt x="38054" y="249228"/>
                  </a:lnTo>
                  <a:lnTo>
                    <a:pt x="38658" y="249175"/>
                  </a:lnTo>
                  <a:lnTo>
                    <a:pt x="38808" y="249150"/>
                  </a:lnTo>
                  <a:lnTo>
                    <a:pt x="39130" y="249066"/>
                  </a:lnTo>
                  <a:lnTo>
                    <a:pt x="39504" y="249118"/>
                  </a:lnTo>
                  <a:lnTo>
                    <a:pt x="39768" y="249459"/>
                  </a:lnTo>
                  <a:lnTo>
                    <a:pt x="40812" y="249986"/>
                  </a:lnTo>
                  <a:lnTo>
                    <a:pt x="41065" y="249867"/>
                  </a:lnTo>
                  <a:lnTo>
                    <a:pt x="41409" y="250261"/>
                  </a:lnTo>
                  <a:lnTo>
                    <a:pt x="41669" y="250225"/>
                  </a:lnTo>
                  <a:lnTo>
                    <a:pt x="42200" y="250247"/>
                  </a:lnTo>
                  <a:lnTo>
                    <a:pt x="42461" y="250519"/>
                  </a:lnTo>
                  <a:lnTo>
                    <a:pt x="42910" y="250571"/>
                  </a:lnTo>
                  <a:lnTo>
                    <a:pt x="43212" y="250521"/>
                  </a:lnTo>
                  <a:lnTo>
                    <a:pt x="43544" y="250716"/>
                  </a:lnTo>
                  <a:lnTo>
                    <a:pt x="43730" y="250749"/>
                  </a:lnTo>
                  <a:lnTo>
                    <a:pt x="44271" y="250689"/>
                  </a:lnTo>
                  <a:lnTo>
                    <a:pt x="44757" y="250490"/>
                  </a:lnTo>
                  <a:lnTo>
                    <a:pt x="45182" y="250545"/>
                  </a:lnTo>
                  <a:lnTo>
                    <a:pt x="45363" y="250597"/>
                  </a:lnTo>
                  <a:lnTo>
                    <a:pt x="45755" y="250693"/>
                  </a:lnTo>
                  <a:lnTo>
                    <a:pt x="45975" y="250639"/>
                  </a:lnTo>
                  <a:lnTo>
                    <a:pt x="46462" y="250572"/>
                  </a:lnTo>
                  <a:lnTo>
                    <a:pt x="47209" y="250642"/>
                  </a:lnTo>
                  <a:lnTo>
                    <a:pt x="47376" y="250707"/>
                  </a:lnTo>
                  <a:lnTo>
                    <a:pt x="47542" y="250950"/>
                  </a:lnTo>
                  <a:lnTo>
                    <a:pt x="47706" y="251204"/>
                  </a:lnTo>
                  <a:lnTo>
                    <a:pt x="47762" y="251678"/>
                  </a:lnTo>
                  <a:lnTo>
                    <a:pt x="48115" y="252416"/>
                  </a:lnTo>
                  <a:lnTo>
                    <a:pt x="47988" y="252594"/>
                  </a:lnTo>
                  <a:lnTo>
                    <a:pt x="47877" y="252750"/>
                  </a:lnTo>
                  <a:lnTo>
                    <a:pt x="47806" y="253295"/>
                  </a:lnTo>
                  <a:lnTo>
                    <a:pt x="47725" y="253537"/>
                  </a:lnTo>
                  <a:lnTo>
                    <a:pt x="47322" y="254133"/>
                  </a:lnTo>
                  <a:lnTo>
                    <a:pt x="46717" y="254432"/>
                  </a:lnTo>
                  <a:lnTo>
                    <a:pt x="46879" y="255386"/>
                  </a:lnTo>
                  <a:lnTo>
                    <a:pt x="47084" y="255648"/>
                  </a:lnTo>
                  <a:lnTo>
                    <a:pt x="47221" y="256086"/>
                  </a:lnTo>
                  <a:lnTo>
                    <a:pt x="47175" y="256615"/>
                  </a:lnTo>
                  <a:lnTo>
                    <a:pt x="47335" y="256838"/>
                  </a:lnTo>
                  <a:lnTo>
                    <a:pt x="47850" y="256937"/>
                  </a:lnTo>
                  <a:lnTo>
                    <a:pt x="48874" y="258080"/>
                  </a:lnTo>
                  <a:lnTo>
                    <a:pt x="49279" y="258940"/>
                  </a:lnTo>
                  <a:lnTo>
                    <a:pt x="49272" y="259201"/>
                  </a:lnTo>
                  <a:lnTo>
                    <a:pt x="49656" y="259567"/>
                  </a:lnTo>
                  <a:lnTo>
                    <a:pt x="50039" y="260417"/>
                  </a:lnTo>
                  <a:lnTo>
                    <a:pt x="49983" y="260998"/>
                  </a:lnTo>
                  <a:lnTo>
                    <a:pt x="50458" y="261291"/>
                  </a:lnTo>
                  <a:lnTo>
                    <a:pt x="50990" y="261474"/>
                  </a:lnTo>
                  <a:lnTo>
                    <a:pt x="51025" y="261729"/>
                  </a:lnTo>
                  <a:lnTo>
                    <a:pt x="51150" y="262064"/>
                  </a:lnTo>
                  <a:lnTo>
                    <a:pt x="51427" y="262617"/>
                  </a:lnTo>
                  <a:lnTo>
                    <a:pt x="51665" y="262885"/>
                  </a:lnTo>
                  <a:lnTo>
                    <a:pt x="51875" y="263060"/>
                  </a:lnTo>
                  <a:lnTo>
                    <a:pt x="52208" y="263220"/>
                  </a:lnTo>
                  <a:lnTo>
                    <a:pt x="52378" y="263247"/>
                  </a:lnTo>
                  <a:lnTo>
                    <a:pt x="52607" y="263337"/>
                  </a:lnTo>
                  <a:lnTo>
                    <a:pt x="52768" y="263655"/>
                  </a:lnTo>
                  <a:lnTo>
                    <a:pt x="52888" y="264030"/>
                  </a:lnTo>
                  <a:lnTo>
                    <a:pt x="52921" y="264261"/>
                  </a:lnTo>
                  <a:lnTo>
                    <a:pt x="52900" y="264678"/>
                  </a:lnTo>
                  <a:lnTo>
                    <a:pt x="52873" y="264869"/>
                  </a:lnTo>
                  <a:lnTo>
                    <a:pt x="52730" y="265394"/>
                  </a:lnTo>
                  <a:lnTo>
                    <a:pt x="52607" y="265926"/>
                  </a:lnTo>
                  <a:lnTo>
                    <a:pt x="52677" y="266396"/>
                  </a:lnTo>
                  <a:lnTo>
                    <a:pt x="53522" y="266797"/>
                  </a:lnTo>
                  <a:lnTo>
                    <a:pt x="54345" y="267487"/>
                  </a:lnTo>
                  <a:lnTo>
                    <a:pt x="54388" y="267682"/>
                  </a:lnTo>
                  <a:lnTo>
                    <a:pt x="54337" y="267849"/>
                  </a:lnTo>
                  <a:lnTo>
                    <a:pt x="54295" y="268097"/>
                  </a:lnTo>
                  <a:lnTo>
                    <a:pt x="54310" y="268545"/>
                  </a:lnTo>
                  <a:lnTo>
                    <a:pt x="54349" y="268790"/>
                  </a:lnTo>
                  <a:lnTo>
                    <a:pt x="54802" y="269411"/>
                  </a:lnTo>
                  <a:lnTo>
                    <a:pt x="55215" y="269868"/>
                  </a:lnTo>
                  <a:lnTo>
                    <a:pt x="55164" y="270030"/>
                  </a:lnTo>
                  <a:lnTo>
                    <a:pt x="55126" y="270253"/>
                  </a:lnTo>
                  <a:lnTo>
                    <a:pt x="55126" y="270381"/>
                  </a:lnTo>
                  <a:lnTo>
                    <a:pt x="55738" y="271595"/>
                  </a:lnTo>
                  <a:lnTo>
                    <a:pt x="55908" y="271868"/>
                  </a:lnTo>
                  <a:lnTo>
                    <a:pt x="56732" y="271711"/>
                  </a:lnTo>
                  <a:lnTo>
                    <a:pt x="56694" y="272034"/>
                  </a:lnTo>
                  <a:lnTo>
                    <a:pt x="56706" y="272208"/>
                  </a:lnTo>
                  <a:lnTo>
                    <a:pt x="56784" y="272547"/>
                  </a:lnTo>
                  <a:lnTo>
                    <a:pt x="56801" y="272688"/>
                  </a:lnTo>
                  <a:lnTo>
                    <a:pt x="56315" y="273676"/>
                  </a:lnTo>
                  <a:lnTo>
                    <a:pt x="56182" y="273830"/>
                  </a:lnTo>
                  <a:lnTo>
                    <a:pt x="56474" y="273989"/>
                  </a:lnTo>
                  <a:lnTo>
                    <a:pt x="56607" y="274073"/>
                  </a:lnTo>
                  <a:lnTo>
                    <a:pt x="56773" y="274178"/>
                  </a:lnTo>
                  <a:lnTo>
                    <a:pt x="56929" y="274396"/>
                  </a:lnTo>
                  <a:lnTo>
                    <a:pt x="56284" y="275126"/>
                  </a:lnTo>
                  <a:lnTo>
                    <a:pt x="56358" y="276914"/>
                  </a:lnTo>
                  <a:lnTo>
                    <a:pt x="56482" y="277763"/>
                  </a:lnTo>
                  <a:lnTo>
                    <a:pt x="56635" y="277729"/>
                  </a:lnTo>
                  <a:lnTo>
                    <a:pt x="57111" y="277782"/>
                  </a:lnTo>
                  <a:lnTo>
                    <a:pt x="57288" y="277917"/>
                  </a:lnTo>
                  <a:lnTo>
                    <a:pt x="58162" y="278175"/>
                  </a:lnTo>
                  <a:lnTo>
                    <a:pt x="58693" y="278457"/>
                  </a:lnTo>
                  <a:lnTo>
                    <a:pt x="59059" y="278242"/>
                  </a:lnTo>
                  <a:lnTo>
                    <a:pt x="59449" y="278265"/>
                  </a:lnTo>
                  <a:lnTo>
                    <a:pt x="59568" y="278122"/>
                  </a:lnTo>
                  <a:lnTo>
                    <a:pt x="59764" y="277790"/>
                  </a:lnTo>
                  <a:lnTo>
                    <a:pt x="60179" y="277423"/>
                  </a:lnTo>
                  <a:lnTo>
                    <a:pt x="60380" y="277313"/>
                  </a:lnTo>
                  <a:lnTo>
                    <a:pt x="60914" y="276908"/>
                  </a:lnTo>
                  <a:lnTo>
                    <a:pt x="61176" y="276696"/>
                  </a:lnTo>
                  <a:lnTo>
                    <a:pt x="61248" y="276529"/>
                  </a:lnTo>
                  <a:lnTo>
                    <a:pt x="61107" y="276364"/>
                  </a:lnTo>
                  <a:lnTo>
                    <a:pt x="60898" y="275888"/>
                  </a:lnTo>
                  <a:lnTo>
                    <a:pt x="60785" y="275268"/>
                  </a:lnTo>
                  <a:lnTo>
                    <a:pt x="60719" y="274551"/>
                  </a:lnTo>
                  <a:lnTo>
                    <a:pt x="60766" y="274289"/>
                  </a:lnTo>
                  <a:lnTo>
                    <a:pt x="61152" y="273996"/>
                  </a:lnTo>
                  <a:lnTo>
                    <a:pt x="61439" y="273841"/>
                  </a:lnTo>
                  <a:lnTo>
                    <a:pt x="61636" y="273366"/>
                  </a:lnTo>
                  <a:lnTo>
                    <a:pt x="62158" y="273129"/>
                  </a:lnTo>
                  <a:lnTo>
                    <a:pt x="62249" y="272814"/>
                  </a:lnTo>
                  <a:lnTo>
                    <a:pt x="62346" y="272399"/>
                  </a:lnTo>
                  <a:lnTo>
                    <a:pt x="62700" y="271982"/>
                  </a:lnTo>
                  <a:lnTo>
                    <a:pt x="62819" y="271818"/>
                  </a:lnTo>
                  <a:lnTo>
                    <a:pt x="63047" y="271730"/>
                  </a:lnTo>
                  <a:lnTo>
                    <a:pt x="63193" y="271695"/>
                  </a:lnTo>
                  <a:lnTo>
                    <a:pt x="63462" y="271500"/>
                  </a:lnTo>
                  <a:lnTo>
                    <a:pt x="63623" y="270813"/>
                  </a:lnTo>
                  <a:lnTo>
                    <a:pt x="63856" y="270124"/>
                  </a:lnTo>
                  <a:lnTo>
                    <a:pt x="64021" y="270146"/>
                  </a:lnTo>
                  <a:lnTo>
                    <a:pt x="64374" y="270006"/>
                  </a:lnTo>
                  <a:lnTo>
                    <a:pt x="64555" y="269932"/>
                  </a:lnTo>
                  <a:lnTo>
                    <a:pt x="64879" y="269840"/>
                  </a:lnTo>
                  <a:lnTo>
                    <a:pt x="65100" y="269754"/>
                  </a:lnTo>
                  <a:lnTo>
                    <a:pt x="65476" y="269573"/>
                  </a:lnTo>
                  <a:lnTo>
                    <a:pt x="65460" y="269401"/>
                  </a:lnTo>
                  <a:lnTo>
                    <a:pt x="65729" y="269195"/>
                  </a:lnTo>
                  <a:lnTo>
                    <a:pt x="65976" y="268949"/>
                  </a:lnTo>
                  <a:lnTo>
                    <a:pt x="66374" y="268455"/>
                  </a:lnTo>
                  <a:lnTo>
                    <a:pt x="66591" y="268313"/>
                  </a:lnTo>
                  <a:lnTo>
                    <a:pt x="66781" y="268285"/>
                  </a:lnTo>
                  <a:lnTo>
                    <a:pt x="67664" y="268345"/>
                  </a:lnTo>
                  <a:lnTo>
                    <a:pt x="68071" y="268443"/>
                  </a:lnTo>
                  <a:lnTo>
                    <a:pt x="68326" y="268495"/>
                  </a:lnTo>
                  <a:lnTo>
                    <a:pt x="68560" y="268197"/>
                  </a:lnTo>
                  <a:lnTo>
                    <a:pt x="68718" y="267995"/>
                  </a:lnTo>
                  <a:lnTo>
                    <a:pt x="68433" y="267594"/>
                  </a:lnTo>
                  <a:lnTo>
                    <a:pt x="68174" y="267477"/>
                  </a:lnTo>
                  <a:lnTo>
                    <a:pt x="67589" y="267497"/>
                  </a:lnTo>
                  <a:lnTo>
                    <a:pt x="67185" y="267321"/>
                  </a:lnTo>
                  <a:lnTo>
                    <a:pt x="67442" y="266912"/>
                  </a:lnTo>
                  <a:lnTo>
                    <a:pt x="67317" y="266640"/>
                  </a:lnTo>
                  <a:lnTo>
                    <a:pt x="67375" y="266504"/>
                  </a:lnTo>
                  <a:lnTo>
                    <a:pt x="67475" y="266268"/>
                  </a:lnTo>
                  <a:lnTo>
                    <a:pt x="67766" y="266064"/>
                  </a:lnTo>
                  <a:lnTo>
                    <a:pt x="68012" y="266565"/>
                  </a:lnTo>
                  <a:lnTo>
                    <a:pt x="68063" y="266272"/>
                  </a:lnTo>
                  <a:lnTo>
                    <a:pt x="67998" y="266016"/>
                  </a:lnTo>
                  <a:lnTo>
                    <a:pt x="68267" y="265568"/>
                  </a:lnTo>
                  <a:lnTo>
                    <a:pt x="68569" y="265491"/>
                  </a:lnTo>
                  <a:lnTo>
                    <a:pt x="68726" y="265471"/>
                  </a:lnTo>
                  <a:lnTo>
                    <a:pt x="69121" y="265587"/>
                  </a:lnTo>
                  <a:lnTo>
                    <a:pt x="69192" y="266041"/>
                  </a:lnTo>
                  <a:lnTo>
                    <a:pt x="69720" y="265606"/>
                  </a:lnTo>
                  <a:lnTo>
                    <a:pt x="69380" y="265207"/>
                  </a:lnTo>
                  <a:lnTo>
                    <a:pt x="69410" y="264590"/>
                  </a:lnTo>
                  <a:lnTo>
                    <a:pt x="69568" y="264433"/>
                  </a:lnTo>
                  <a:lnTo>
                    <a:pt x="70549" y="263929"/>
                  </a:lnTo>
                  <a:lnTo>
                    <a:pt x="70614" y="263624"/>
                  </a:lnTo>
                  <a:lnTo>
                    <a:pt x="70542" y="263394"/>
                  </a:lnTo>
                  <a:lnTo>
                    <a:pt x="71091" y="263252"/>
                  </a:lnTo>
                  <a:lnTo>
                    <a:pt x="71993" y="262724"/>
                  </a:lnTo>
                  <a:lnTo>
                    <a:pt x="72411" y="262374"/>
                  </a:lnTo>
                  <a:lnTo>
                    <a:pt x="73191" y="262780"/>
                  </a:lnTo>
                  <a:lnTo>
                    <a:pt x="73710" y="262904"/>
                  </a:lnTo>
                  <a:lnTo>
                    <a:pt x="74192" y="262922"/>
                  </a:lnTo>
                  <a:lnTo>
                    <a:pt x="74468" y="262883"/>
                  </a:lnTo>
                  <a:lnTo>
                    <a:pt x="74657" y="262817"/>
                  </a:lnTo>
                  <a:lnTo>
                    <a:pt x="74557" y="262498"/>
                  </a:lnTo>
                  <a:lnTo>
                    <a:pt x="74431" y="262158"/>
                  </a:lnTo>
                  <a:lnTo>
                    <a:pt x="74813" y="261824"/>
                  </a:lnTo>
                  <a:lnTo>
                    <a:pt x="75198" y="261709"/>
                  </a:lnTo>
                  <a:lnTo>
                    <a:pt x="75663" y="261569"/>
                  </a:lnTo>
                  <a:lnTo>
                    <a:pt x="76163" y="260996"/>
                  </a:lnTo>
                  <a:lnTo>
                    <a:pt x="76164" y="260425"/>
                  </a:lnTo>
                  <a:lnTo>
                    <a:pt x="76131" y="260119"/>
                  </a:lnTo>
                  <a:lnTo>
                    <a:pt x="76114" y="259968"/>
                  </a:lnTo>
                  <a:lnTo>
                    <a:pt x="75960" y="259338"/>
                  </a:lnTo>
                  <a:lnTo>
                    <a:pt x="76265" y="259007"/>
                  </a:lnTo>
                  <a:lnTo>
                    <a:pt x="76487" y="258977"/>
                  </a:lnTo>
                  <a:lnTo>
                    <a:pt x="76753" y="258918"/>
                  </a:lnTo>
                  <a:lnTo>
                    <a:pt x="76902" y="258774"/>
                  </a:lnTo>
                  <a:lnTo>
                    <a:pt x="77414" y="258639"/>
                  </a:lnTo>
                  <a:lnTo>
                    <a:pt x="77590" y="258627"/>
                  </a:lnTo>
                  <a:lnTo>
                    <a:pt x="77792" y="258519"/>
                  </a:lnTo>
                  <a:lnTo>
                    <a:pt x="77967" y="258369"/>
                  </a:lnTo>
                  <a:lnTo>
                    <a:pt x="78017" y="258021"/>
                  </a:lnTo>
                  <a:lnTo>
                    <a:pt x="77697" y="257691"/>
                  </a:lnTo>
                  <a:lnTo>
                    <a:pt x="77637" y="257447"/>
                  </a:lnTo>
                  <a:lnTo>
                    <a:pt x="78266" y="257083"/>
                  </a:lnTo>
                  <a:lnTo>
                    <a:pt x="78025" y="256923"/>
                  </a:lnTo>
                  <a:lnTo>
                    <a:pt x="77585" y="257118"/>
                  </a:lnTo>
                  <a:lnTo>
                    <a:pt x="77213" y="257104"/>
                  </a:lnTo>
                  <a:lnTo>
                    <a:pt x="76966" y="256718"/>
                  </a:lnTo>
                  <a:lnTo>
                    <a:pt x="77374" y="256003"/>
                  </a:lnTo>
                  <a:lnTo>
                    <a:pt x="77765" y="255751"/>
                  </a:lnTo>
                  <a:lnTo>
                    <a:pt x="78112" y="255616"/>
                  </a:lnTo>
                  <a:lnTo>
                    <a:pt x="78416" y="255417"/>
                  </a:lnTo>
                  <a:lnTo>
                    <a:pt x="79132" y="254912"/>
                  </a:lnTo>
                  <a:lnTo>
                    <a:pt x="79480" y="254835"/>
                  </a:lnTo>
                  <a:lnTo>
                    <a:pt x="79640" y="254875"/>
                  </a:lnTo>
                  <a:lnTo>
                    <a:pt x="80189" y="254420"/>
                  </a:lnTo>
                  <a:lnTo>
                    <a:pt x="80327" y="254356"/>
                  </a:lnTo>
                  <a:lnTo>
                    <a:pt x="80807" y="254414"/>
                  </a:lnTo>
                  <a:lnTo>
                    <a:pt x="81178" y="254453"/>
                  </a:lnTo>
                  <a:lnTo>
                    <a:pt x="81314" y="254213"/>
                  </a:lnTo>
                  <a:lnTo>
                    <a:pt x="81506" y="254148"/>
                  </a:lnTo>
                  <a:lnTo>
                    <a:pt x="81694" y="253974"/>
                  </a:lnTo>
                  <a:lnTo>
                    <a:pt x="81904" y="253775"/>
                  </a:lnTo>
                  <a:lnTo>
                    <a:pt x="82220" y="253561"/>
                  </a:lnTo>
                  <a:lnTo>
                    <a:pt x="82389" y="253177"/>
                  </a:lnTo>
                  <a:lnTo>
                    <a:pt x="82776" y="253217"/>
                  </a:lnTo>
                  <a:lnTo>
                    <a:pt x="83281" y="253137"/>
                  </a:lnTo>
                  <a:lnTo>
                    <a:pt x="83560" y="253340"/>
                  </a:lnTo>
                  <a:lnTo>
                    <a:pt x="83824" y="253654"/>
                  </a:lnTo>
                  <a:lnTo>
                    <a:pt x="84070" y="253570"/>
                  </a:lnTo>
                  <a:lnTo>
                    <a:pt x="84520" y="253392"/>
                  </a:lnTo>
                  <a:lnTo>
                    <a:pt x="84987" y="253037"/>
                  </a:lnTo>
                  <a:lnTo>
                    <a:pt x="85160" y="253063"/>
                  </a:lnTo>
                  <a:lnTo>
                    <a:pt x="85405" y="253124"/>
                  </a:lnTo>
                  <a:lnTo>
                    <a:pt x="85800" y="252759"/>
                  </a:lnTo>
                  <a:lnTo>
                    <a:pt x="86270" y="252637"/>
                  </a:lnTo>
                  <a:lnTo>
                    <a:pt x="87041" y="252277"/>
                  </a:lnTo>
                  <a:lnTo>
                    <a:pt x="87437" y="251981"/>
                  </a:lnTo>
                  <a:lnTo>
                    <a:pt x="87626" y="251709"/>
                  </a:lnTo>
                  <a:lnTo>
                    <a:pt x="88093" y="251213"/>
                  </a:lnTo>
                  <a:lnTo>
                    <a:pt x="88339" y="251133"/>
                  </a:lnTo>
                  <a:lnTo>
                    <a:pt x="89054" y="251264"/>
                  </a:lnTo>
                  <a:lnTo>
                    <a:pt x="89096" y="251130"/>
                  </a:lnTo>
                  <a:lnTo>
                    <a:pt x="89053" y="250907"/>
                  </a:lnTo>
                  <a:lnTo>
                    <a:pt x="89710" y="250050"/>
                  </a:lnTo>
                  <a:lnTo>
                    <a:pt x="90218" y="250100"/>
                  </a:lnTo>
                  <a:lnTo>
                    <a:pt x="90590" y="250159"/>
                  </a:lnTo>
                  <a:lnTo>
                    <a:pt x="90885" y="250206"/>
                  </a:lnTo>
                  <a:lnTo>
                    <a:pt x="91389" y="250227"/>
                  </a:lnTo>
                  <a:lnTo>
                    <a:pt x="91766" y="250241"/>
                  </a:lnTo>
                  <a:lnTo>
                    <a:pt x="91911" y="250246"/>
                  </a:lnTo>
                  <a:lnTo>
                    <a:pt x="92237" y="250287"/>
                  </a:lnTo>
                  <a:lnTo>
                    <a:pt x="92259" y="250036"/>
                  </a:lnTo>
                  <a:lnTo>
                    <a:pt x="92190" y="249769"/>
                  </a:lnTo>
                  <a:lnTo>
                    <a:pt x="92430" y="249453"/>
                  </a:lnTo>
                  <a:lnTo>
                    <a:pt x="92709" y="249396"/>
                  </a:lnTo>
                  <a:lnTo>
                    <a:pt x="93061" y="249390"/>
                  </a:lnTo>
                  <a:lnTo>
                    <a:pt x="93193" y="249443"/>
                  </a:lnTo>
                  <a:lnTo>
                    <a:pt x="93441" y="249817"/>
                  </a:lnTo>
                  <a:lnTo>
                    <a:pt x="93902" y="249854"/>
                  </a:lnTo>
                  <a:lnTo>
                    <a:pt x="93702" y="249091"/>
                  </a:lnTo>
                  <a:lnTo>
                    <a:pt x="94320" y="248753"/>
                  </a:lnTo>
                  <a:lnTo>
                    <a:pt x="94512" y="248693"/>
                  </a:lnTo>
                  <a:lnTo>
                    <a:pt x="95014" y="248678"/>
                  </a:lnTo>
                  <a:lnTo>
                    <a:pt x="96548" y="249007"/>
                  </a:lnTo>
                  <a:lnTo>
                    <a:pt x="96861" y="248916"/>
                  </a:lnTo>
                  <a:lnTo>
                    <a:pt x="96786" y="248203"/>
                  </a:lnTo>
                  <a:lnTo>
                    <a:pt x="96693" y="248036"/>
                  </a:lnTo>
                  <a:lnTo>
                    <a:pt x="96585" y="247841"/>
                  </a:lnTo>
                  <a:lnTo>
                    <a:pt x="96513" y="247712"/>
                  </a:lnTo>
                  <a:lnTo>
                    <a:pt x="96522" y="247551"/>
                  </a:lnTo>
                  <a:lnTo>
                    <a:pt x="97020" y="247550"/>
                  </a:lnTo>
                  <a:lnTo>
                    <a:pt x="97376" y="247689"/>
                  </a:lnTo>
                  <a:lnTo>
                    <a:pt x="97967" y="247407"/>
                  </a:lnTo>
                  <a:lnTo>
                    <a:pt x="98759" y="247286"/>
                  </a:lnTo>
                  <a:lnTo>
                    <a:pt x="98993" y="247005"/>
                  </a:lnTo>
                  <a:lnTo>
                    <a:pt x="99181" y="247054"/>
                  </a:lnTo>
                  <a:lnTo>
                    <a:pt x="99396" y="247127"/>
                  </a:lnTo>
                  <a:lnTo>
                    <a:pt x="99872" y="247165"/>
                  </a:lnTo>
                  <a:lnTo>
                    <a:pt x="100214" y="247531"/>
                  </a:lnTo>
                  <a:lnTo>
                    <a:pt x="100294" y="247739"/>
                  </a:lnTo>
                  <a:lnTo>
                    <a:pt x="100723" y="247965"/>
                  </a:lnTo>
                  <a:lnTo>
                    <a:pt x="101118" y="247943"/>
                  </a:lnTo>
                  <a:lnTo>
                    <a:pt x="101456" y="247923"/>
                  </a:lnTo>
                  <a:lnTo>
                    <a:pt x="101868" y="247994"/>
                  </a:lnTo>
                  <a:lnTo>
                    <a:pt x="102782" y="248734"/>
                  </a:lnTo>
                  <a:lnTo>
                    <a:pt x="102865" y="248869"/>
                  </a:lnTo>
                  <a:lnTo>
                    <a:pt x="103373" y="249017"/>
                  </a:lnTo>
                  <a:lnTo>
                    <a:pt x="103676" y="248929"/>
                  </a:lnTo>
                  <a:lnTo>
                    <a:pt x="103777" y="248386"/>
                  </a:lnTo>
                  <a:lnTo>
                    <a:pt x="104341" y="248100"/>
                  </a:lnTo>
                  <a:lnTo>
                    <a:pt x="104895" y="248403"/>
                  </a:lnTo>
                  <a:lnTo>
                    <a:pt x="105484" y="248199"/>
                  </a:lnTo>
                  <a:lnTo>
                    <a:pt x="105543" y="248058"/>
                  </a:lnTo>
                  <a:lnTo>
                    <a:pt x="105625" y="247837"/>
                  </a:lnTo>
                  <a:lnTo>
                    <a:pt x="106193" y="247084"/>
                  </a:lnTo>
                  <a:lnTo>
                    <a:pt x="106471" y="246978"/>
                  </a:lnTo>
                  <a:lnTo>
                    <a:pt x="107031" y="246968"/>
                  </a:lnTo>
                  <a:lnTo>
                    <a:pt x="107393" y="246993"/>
                  </a:lnTo>
                  <a:lnTo>
                    <a:pt x="107657" y="246975"/>
                  </a:lnTo>
                  <a:lnTo>
                    <a:pt x="107921" y="246564"/>
                  </a:lnTo>
                  <a:lnTo>
                    <a:pt x="108356" y="245930"/>
                  </a:lnTo>
                  <a:lnTo>
                    <a:pt x="108680" y="246002"/>
                  </a:lnTo>
                  <a:lnTo>
                    <a:pt x="109073" y="245869"/>
                  </a:lnTo>
                  <a:lnTo>
                    <a:pt x="109213" y="245168"/>
                  </a:lnTo>
                  <a:lnTo>
                    <a:pt x="109574" y="245009"/>
                  </a:lnTo>
                  <a:lnTo>
                    <a:pt x="109755" y="244910"/>
                  </a:lnTo>
                  <a:lnTo>
                    <a:pt x="110155" y="244660"/>
                  </a:lnTo>
                  <a:lnTo>
                    <a:pt x="110763" y="244177"/>
                  </a:lnTo>
                  <a:lnTo>
                    <a:pt x="110803" y="243421"/>
                  </a:lnTo>
                  <a:lnTo>
                    <a:pt x="110838" y="243240"/>
                  </a:lnTo>
                  <a:lnTo>
                    <a:pt x="111330" y="243074"/>
                  </a:lnTo>
                  <a:lnTo>
                    <a:pt x="111646" y="242916"/>
                  </a:lnTo>
                  <a:lnTo>
                    <a:pt x="111807" y="242801"/>
                  </a:lnTo>
                  <a:lnTo>
                    <a:pt x="112187" y="242536"/>
                  </a:lnTo>
                  <a:lnTo>
                    <a:pt x="112432" y="242058"/>
                  </a:lnTo>
                  <a:lnTo>
                    <a:pt x="112739" y="242097"/>
                  </a:lnTo>
                  <a:lnTo>
                    <a:pt x="113046" y="242087"/>
                  </a:lnTo>
                  <a:lnTo>
                    <a:pt x="113546" y="242011"/>
                  </a:lnTo>
                  <a:lnTo>
                    <a:pt x="113783" y="241943"/>
                  </a:lnTo>
                  <a:lnTo>
                    <a:pt x="115029" y="241393"/>
                  </a:lnTo>
                  <a:lnTo>
                    <a:pt x="115529" y="241207"/>
                  </a:lnTo>
                  <a:lnTo>
                    <a:pt x="115966" y="240763"/>
                  </a:lnTo>
                  <a:lnTo>
                    <a:pt x="116311" y="240473"/>
                  </a:lnTo>
                  <a:lnTo>
                    <a:pt x="116420" y="240276"/>
                  </a:lnTo>
                  <a:lnTo>
                    <a:pt x="116519" y="240006"/>
                  </a:lnTo>
                  <a:lnTo>
                    <a:pt x="116577" y="239746"/>
                  </a:lnTo>
                  <a:lnTo>
                    <a:pt x="116666" y="239250"/>
                  </a:lnTo>
                  <a:lnTo>
                    <a:pt x="116494" y="238783"/>
                  </a:lnTo>
                  <a:lnTo>
                    <a:pt x="116453" y="238651"/>
                  </a:lnTo>
                  <a:lnTo>
                    <a:pt x="116810" y="238381"/>
                  </a:lnTo>
                  <a:lnTo>
                    <a:pt x="117177" y="238301"/>
                  </a:lnTo>
                  <a:lnTo>
                    <a:pt x="117715" y="238148"/>
                  </a:lnTo>
                  <a:lnTo>
                    <a:pt x="118151" y="237920"/>
                  </a:lnTo>
                  <a:lnTo>
                    <a:pt x="118313" y="237797"/>
                  </a:lnTo>
                  <a:lnTo>
                    <a:pt x="118524" y="237622"/>
                  </a:lnTo>
                  <a:lnTo>
                    <a:pt x="118681" y="237322"/>
                  </a:lnTo>
                  <a:lnTo>
                    <a:pt x="119467" y="237489"/>
                  </a:lnTo>
                  <a:lnTo>
                    <a:pt x="119659" y="237637"/>
                  </a:lnTo>
                  <a:lnTo>
                    <a:pt x="119974" y="237753"/>
                  </a:lnTo>
                  <a:lnTo>
                    <a:pt x="120323" y="237696"/>
                  </a:lnTo>
                  <a:lnTo>
                    <a:pt x="120311" y="237083"/>
                  </a:lnTo>
                  <a:lnTo>
                    <a:pt x="120490" y="236500"/>
                  </a:lnTo>
                  <a:lnTo>
                    <a:pt x="120924" y="236470"/>
                  </a:lnTo>
                  <a:lnTo>
                    <a:pt x="121260" y="236474"/>
                  </a:lnTo>
                  <a:lnTo>
                    <a:pt x="121735" y="235939"/>
                  </a:lnTo>
                  <a:lnTo>
                    <a:pt x="122275" y="236202"/>
                  </a:lnTo>
                  <a:lnTo>
                    <a:pt x="122344" y="236383"/>
                  </a:lnTo>
                  <a:lnTo>
                    <a:pt x="122587" y="236521"/>
                  </a:lnTo>
                  <a:lnTo>
                    <a:pt x="123445" y="236448"/>
                  </a:lnTo>
                  <a:lnTo>
                    <a:pt x="123893" y="236283"/>
                  </a:lnTo>
                  <a:lnTo>
                    <a:pt x="124100" y="236179"/>
                  </a:lnTo>
                  <a:lnTo>
                    <a:pt x="124303" y="236001"/>
                  </a:lnTo>
                  <a:lnTo>
                    <a:pt x="124323" y="235797"/>
                  </a:lnTo>
                  <a:lnTo>
                    <a:pt x="124975" y="235494"/>
                  </a:lnTo>
                  <a:lnTo>
                    <a:pt x="125604" y="235583"/>
                  </a:lnTo>
                  <a:lnTo>
                    <a:pt x="125720" y="235795"/>
                  </a:lnTo>
                  <a:lnTo>
                    <a:pt x="126197" y="235797"/>
                  </a:lnTo>
                  <a:lnTo>
                    <a:pt x="126759" y="235877"/>
                  </a:lnTo>
                  <a:lnTo>
                    <a:pt x="126927" y="236049"/>
                  </a:lnTo>
                  <a:lnTo>
                    <a:pt x="127150" y="236038"/>
                  </a:lnTo>
                  <a:lnTo>
                    <a:pt x="127668" y="235872"/>
                  </a:lnTo>
                  <a:lnTo>
                    <a:pt x="128024" y="235757"/>
                  </a:lnTo>
                  <a:lnTo>
                    <a:pt x="128337" y="235706"/>
                  </a:lnTo>
                  <a:lnTo>
                    <a:pt x="129040" y="235885"/>
                  </a:lnTo>
                  <a:lnTo>
                    <a:pt x="129429" y="235473"/>
                  </a:lnTo>
                  <a:lnTo>
                    <a:pt x="129685" y="235245"/>
                  </a:lnTo>
                  <a:lnTo>
                    <a:pt x="130018" y="234687"/>
                  </a:lnTo>
                  <a:lnTo>
                    <a:pt x="130468" y="234463"/>
                  </a:lnTo>
                  <a:lnTo>
                    <a:pt x="130849" y="234329"/>
                  </a:lnTo>
                  <a:lnTo>
                    <a:pt x="130520" y="235135"/>
                  </a:lnTo>
                  <a:lnTo>
                    <a:pt x="130741" y="235525"/>
                  </a:lnTo>
                  <a:lnTo>
                    <a:pt x="130910" y="235641"/>
                  </a:lnTo>
                  <a:lnTo>
                    <a:pt x="131268" y="236083"/>
                  </a:lnTo>
                  <a:lnTo>
                    <a:pt x="131669" y="236329"/>
                  </a:lnTo>
                  <a:lnTo>
                    <a:pt x="132297" y="236278"/>
                  </a:lnTo>
                  <a:lnTo>
                    <a:pt x="132438" y="236872"/>
                  </a:lnTo>
                  <a:lnTo>
                    <a:pt x="132564" y="237271"/>
                  </a:lnTo>
                  <a:lnTo>
                    <a:pt x="132678" y="237632"/>
                  </a:lnTo>
                  <a:lnTo>
                    <a:pt x="133161" y="238253"/>
                  </a:lnTo>
                  <a:lnTo>
                    <a:pt x="134071" y="238395"/>
                  </a:lnTo>
                  <a:lnTo>
                    <a:pt x="134812" y="238539"/>
                  </a:lnTo>
                  <a:lnTo>
                    <a:pt x="135359" y="238395"/>
                  </a:lnTo>
                  <a:lnTo>
                    <a:pt x="135660" y="238219"/>
                  </a:lnTo>
                  <a:lnTo>
                    <a:pt x="135817" y="238105"/>
                  </a:lnTo>
                  <a:lnTo>
                    <a:pt x="136215" y="237727"/>
                  </a:lnTo>
                  <a:lnTo>
                    <a:pt x="136505" y="237176"/>
                  </a:lnTo>
                  <a:lnTo>
                    <a:pt x="136706" y="236969"/>
                  </a:lnTo>
                  <a:lnTo>
                    <a:pt x="136942" y="236726"/>
                  </a:lnTo>
                  <a:lnTo>
                    <a:pt x="137076" y="236536"/>
                  </a:lnTo>
                  <a:lnTo>
                    <a:pt x="137197" y="236355"/>
                  </a:lnTo>
                  <a:lnTo>
                    <a:pt x="137424" y="235891"/>
                  </a:lnTo>
                  <a:lnTo>
                    <a:pt x="137630" y="235754"/>
                  </a:lnTo>
                  <a:lnTo>
                    <a:pt x="137965" y="235854"/>
                  </a:lnTo>
                  <a:lnTo>
                    <a:pt x="138279" y="235730"/>
                  </a:lnTo>
                  <a:lnTo>
                    <a:pt x="139039" y="235425"/>
                  </a:lnTo>
                  <a:lnTo>
                    <a:pt x="139441" y="235087"/>
                  </a:lnTo>
                  <a:lnTo>
                    <a:pt x="140150" y="234913"/>
                  </a:lnTo>
                  <a:lnTo>
                    <a:pt x="140466" y="235150"/>
                  </a:lnTo>
                  <a:lnTo>
                    <a:pt x="140819" y="234817"/>
                  </a:lnTo>
                  <a:lnTo>
                    <a:pt x="140991" y="234111"/>
                  </a:lnTo>
                  <a:lnTo>
                    <a:pt x="141281" y="233584"/>
                  </a:lnTo>
                  <a:lnTo>
                    <a:pt x="141905" y="233159"/>
                  </a:lnTo>
                  <a:lnTo>
                    <a:pt x="142138" y="233312"/>
                  </a:lnTo>
                  <a:lnTo>
                    <a:pt x="142653" y="233035"/>
                  </a:lnTo>
                  <a:lnTo>
                    <a:pt x="143013" y="233448"/>
                  </a:lnTo>
                  <a:lnTo>
                    <a:pt x="143046" y="233589"/>
                  </a:lnTo>
                  <a:lnTo>
                    <a:pt x="143077" y="233114"/>
                  </a:lnTo>
                  <a:lnTo>
                    <a:pt x="143050" y="232440"/>
                  </a:lnTo>
                  <a:lnTo>
                    <a:pt x="143442" y="231881"/>
                  </a:lnTo>
                  <a:lnTo>
                    <a:pt x="143999" y="232216"/>
                  </a:lnTo>
                  <a:lnTo>
                    <a:pt x="144550" y="231794"/>
                  </a:lnTo>
                  <a:lnTo>
                    <a:pt x="145027" y="231002"/>
                  </a:lnTo>
                  <a:lnTo>
                    <a:pt x="144840" y="230799"/>
                  </a:lnTo>
                  <a:lnTo>
                    <a:pt x="144652" y="230596"/>
                  </a:lnTo>
                  <a:lnTo>
                    <a:pt x="145509" y="230340"/>
                  </a:lnTo>
                  <a:lnTo>
                    <a:pt x="145342" y="229925"/>
                  </a:lnTo>
                  <a:lnTo>
                    <a:pt x="145353" y="229630"/>
                  </a:lnTo>
                  <a:lnTo>
                    <a:pt x="145598" y="229516"/>
                  </a:lnTo>
                  <a:lnTo>
                    <a:pt x="145362" y="229235"/>
                  </a:lnTo>
                  <a:lnTo>
                    <a:pt x="145143" y="228553"/>
                  </a:lnTo>
                  <a:lnTo>
                    <a:pt x="144956" y="228128"/>
                  </a:lnTo>
                  <a:lnTo>
                    <a:pt x="145355" y="227733"/>
                  </a:lnTo>
                  <a:lnTo>
                    <a:pt x="145469" y="227150"/>
                  </a:lnTo>
                  <a:lnTo>
                    <a:pt x="145497" y="226824"/>
                  </a:lnTo>
                  <a:lnTo>
                    <a:pt x="145551" y="226625"/>
                  </a:lnTo>
                  <a:lnTo>
                    <a:pt x="146204" y="226303"/>
                  </a:lnTo>
                  <a:lnTo>
                    <a:pt x="146655" y="226107"/>
                  </a:lnTo>
                  <a:lnTo>
                    <a:pt x="146607" y="225957"/>
                  </a:lnTo>
                  <a:lnTo>
                    <a:pt x="146496" y="225740"/>
                  </a:lnTo>
                  <a:lnTo>
                    <a:pt x="146452" y="225609"/>
                  </a:lnTo>
                  <a:lnTo>
                    <a:pt x="146362" y="225335"/>
                  </a:lnTo>
                  <a:lnTo>
                    <a:pt x="146543" y="225033"/>
                  </a:lnTo>
                  <a:lnTo>
                    <a:pt x="147711" y="224428"/>
                  </a:lnTo>
                  <a:lnTo>
                    <a:pt x="148354" y="224439"/>
                  </a:lnTo>
                  <a:lnTo>
                    <a:pt x="149107" y="224153"/>
                  </a:lnTo>
                  <a:lnTo>
                    <a:pt x="149505" y="224210"/>
                  </a:lnTo>
                  <a:lnTo>
                    <a:pt x="149806" y="224280"/>
                  </a:lnTo>
                  <a:lnTo>
                    <a:pt x="150030" y="224366"/>
                  </a:lnTo>
                  <a:lnTo>
                    <a:pt x="150541" y="224299"/>
                  </a:lnTo>
                  <a:lnTo>
                    <a:pt x="151250" y="223984"/>
                  </a:lnTo>
                  <a:lnTo>
                    <a:pt x="151468" y="223857"/>
                  </a:lnTo>
                  <a:lnTo>
                    <a:pt x="151803" y="223486"/>
                  </a:lnTo>
                  <a:lnTo>
                    <a:pt x="152094" y="223235"/>
                  </a:lnTo>
                  <a:lnTo>
                    <a:pt x="152469" y="223284"/>
                  </a:lnTo>
                  <a:lnTo>
                    <a:pt x="152623" y="223385"/>
                  </a:lnTo>
                  <a:lnTo>
                    <a:pt x="152867" y="223543"/>
                  </a:lnTo>
                  <a:lnTo>
                    <a:pt x="152841" y="223874"/>
                  </a:lnTo>
                  <a:lnTo>
                    <a:pt x="153196" y="223877"/>
                  </a:lnTo>
                  <a:lnTo>
                    <a:pt x="153997" y="224181"/>
                  </a:lnTo>
                  <a:lnTo>
                    <a:pt x="154254" y="224298"/>
                  </a:lnTo>
                  <a:lnTo>
                    <a:pt x="154460" y="224315"/>
                  </a:lnTo>
                  <a:lnTo>
                    <a:pt x="154693" y="224247"/>
                  </a:lnTo>
                  <a:lnTo>
                    <a:pt x="155024" y="224393"/>
                  </a:lnTo>
                  <a:lnTo>
                    <a:pt x="155341" y="224580"/>
                  </a:lnTo>
                  <a:lnTo>
                    <a:pt x="155585" y="224725"/>
                  </a:lnTo>
                  <a:lnTo>
                    <a:pt x="155858" y="224905"/>
                  </a:lnTo>
                  <a:lnTo>
                    <a:pt x="156173" y="225099"/>
                  </a:lnTo>
                  <a:lnTo>
                    <a:pt x="156717" y="225094"/>
                  </a:lnTo>
                  <a:lnTo>
                    <a:pt x="156905" y="225080"/>
                  </a:lnTo>
                  <a:lnTo>
                    <a:pt x="157134" y="225063"/>
                  </a:lnTo>
                  <a:lnTo>
                    <a:pt x="157266" y="225053"/>
                  </a:lnTo>
                  <a:lnTo>
                    <a:pt x="157404" y="225043"/>
                  </a:lnTo>
                  <a:lnTo>
                    <a:pt x="157939" y="225004"/>
                  </a:lnTo>
                  <a:lnTo>
                    <a:pt x="158288" y="224926"/>
                  </a:lnTo>
                  <a:lnTo>
                    <a:pt x="158859" y="225193"/>
                  </a:lnTo>
                  <a:lnTo>
                    <a:pt x="158690" y="225566"/>
                  </a:lnTo>
                  <a:lnTo>
                    <a:pt x="159100" y="224775"/>
                  </a:lnTo>
                  <a:lnTo>
                    <a:pt x="159124" y="224543"/>
                  </a:lnTo>
                  <a:lnTo>
                    <a:pt x="159333" y="223799"/>
                  </a:lnTo>
                  <a:lnTo>
                    <a:pt x="159294" y="223558"/>
                  </a:lnTo>
                  <a:lnTo>
                    <a:pt x="159189" y="223325"/>
                  </a:lnTo>
                  <a:lnTo>
                    <a:pt x="159126" y="223079"/>
                  </a:lnTo>
                  <a:lnTo>
                    <a:pt x="159463" y="222792"/>
                  </a:lnTo>
                  <a:lnTo>
                    <a:pt x="159632" y="222800"/>
                  </a:lnTo>
                  <a:lnTo>
                    <a:pt x="160146" y="222954"/>
                  </a:lnTo>
                  <a:lnTo>
                    <a:pt x="160924" y="223794"/>
                  </a:lnTo>
                  <a:lnTo>
                    <a:pt x="161171" y="223909"/>
                  </a:lnTo>
                  <a:lnTo>
                    <a:pt x="161602" y="224212"/>
                  </a:lnTo>
                  <a:lnTo>
                    <a:pt x="161967" y="224661"/>
                  </a:lnTo>
                  <a:lnTo>
                    <a:pt x="162228" y="224679"/>
                  </a:lnTo>
                  <a:lnTo>
                    <a:pt x="162908" y="224794"/>
                  </a:lnTo>
                  <a:lnTo>
                    <a:pt x="163132" y="224790"/>
                  </a:lnTo>
                  <a:lnTo>
                    <a:pt x="163411" y="224778"/>
                  </a:lnTo>
                  <a:lnTo>
                    <a:pt x="163756" y="224856"/>
                  </a:lnTo>
                  <a:lnTo>
                    <a:pt x="164020" y="225050"/>
                  </a:lnTo>
                  <a:lnTo>
                    <a:pt x="164087" y="225205"/>
                  </a:lnTo>
                  <a:lnTo>
                    <a:pt x="164388" y="225300"/>
                  </a:lnTo>
                  <a:lnTo>
                    <a:pt x="164765" y="225257"/>
                  </a:lnTo>
                  <a:lnTo>
                    <a:pt x="165729" y="225819"/>
                  </a:lnTo>
                  <a:lnTo>
                    <a:pt x="166017" y="225611"/>
                  </a:lnTo>
                  <a:lnTo>
                    <a:pt x="167056" y="225382"/>
                  </a:lnTo>
                  <a:lnTo>
                    <a:pt x="167439" y="225374"/>
                  </a:lnTo>
                  <a:lnTo>
                    <a:pt x="167673" y="225366"/>
                  </a:lnTo>
                  <a:lnTo>
                    <a:pt x="168264" y="225138"/>
                  </a:lnTo>
                  <a:lnTo>
                    <a:pt x="168134" y="224679"/>
                  </a:lnTo>
                  <a:lnTo>
                    <a:pt x="168179" y="224024"/>
                  </a:lnTo>
                  <a:lnTo>
                    <a:pt x="168459" y="223682"/>
                  </a:lnTo>
                  <a:lnTo>
                    <a:pt x="168958" y="223475"/>
                  </a:lnTo>
                  <a:lnTo>
                    <a:pt x="169529" y="223201"/>
                  </a:lnTo>
                  <a:lnTo>
                    <a:pt x="169983" y="222854"/>
                  </a:lnTo>
                  <a:lnTo>
                    <a:pt x="170113" y="222623"/>
                  </a:lnTo>
                  <a:lnTo>
                    <a:pt x="170223" y="222304"/>
                  </a:lnTo>
                  <a:lnTo>
                    <a:pt x="170531" y="221780"/>
                  </a:lnTo>
                  <a:lnTo>
                    <a:pt x="171239" y="221282"/>
                  </a:lnTo>
                  <a:lnTo>
                    <a:pt x="171215" y="221128"/>
                  </a:lnTo>
                  <a:lnTo>
                    <a:pt x="171188" y="220995"/>
                  </a:lnTo>
                  <a:lnTo>
                    <a:pt x="171119" y="220700"/>
                  </a:lnTo>
                  <a:lnTo>
                    <a:pt x="170906" y="220425"/>
                  </a:lnTo>
                  <a:lnTo>
                    <a:pt x="170125" y="220680"/>
                  </a:lnTo>
                  <a:lnTo>
                    <a:pt x="168998" y="220599"/>
                  </a:lnTo>
                  <a:lnTo>
                    <a:pt x="168773" y="220570"/>
                  </a:lnTo>
                  <a:lnTo>
                    <a:pt x="168627" y="220550"/>
                  </a:lnTo>
                  <a:lnTo>
                    <a:pt x="168325" y="220508"/>
                  </a:lnTo>
                  <a:lnTo>
                    <a:pt x="168131" y="220480"/>
                  </a:lnTo>
                  <a:lnTo>
                    <a:pt x="167695" y="220480"/>
                  </a:lnTo>
                  <a:lnTo>
                    <a:pt x="167499" y="220475"/>
                  </a:lnTo>
                  <a:lnTo>
                    <a:pt x="166918" y="220258"/>
                  </a:lnTo>
                  <a:lnTo>
                    <a:pt x="166667" y="219831"/>
                  </a:lnTo>
                  <a:lnTo>
                    <a:pt x="166532" y="219510"/>
                  </a:lnTo>
                  <a:lnTo>
                    <a:pt x="166479" y="219190"/>
                  </a:lnTo>
                  <a:lnTo>
                    <a:pt x="166331" y="218729"/>
                  </a:lnTo>
                  <a:lnTo>
                    <a:pt x="166786" y="217071"/>
                  </a:lnTo>
                  <a:lnTo>
                    <a:pt x="167120" y="217047"/>
                  </a:lnTo>
                  <a:lnTo>
                    <a:pt x="167789" y="217001"/>
                  </a:lnTo>
                  <a:lnTo>
                    <a:pt x="168244" y="216969"/>
                  </a:lnTo>
                  <a:lnTo>
                    <a:pt x="168600" y="216901"/>
                  </a:lnTo>
                  <a:lnTo>
                    <a:pt x="168764" y="216869"/>
                  </a:lnTo>
                  <a:lnTo>
                    <a:pt x="169127" y="216798"/>
                  </a:lnTo>
                  <a:lnTo>
                    <a:pt x="169330" y="216771"/>
                  </a:lnTo>
                  <a:lnTo>
                    <a:pt x="169482" y="216758"/>
                  </a:lnTo>
                  <a:lnTo>
                    <a:pt x="169840" y="216748"/>
                  </a:lnTo>
                  <a:lnTo>
                    <a:pt x="170200" y="216784"/>
                  </a:lnTo>
                  <a:lnTo>
                    <a:pt x="170789" y="216892"/>
                  </a:lnTo>
                  <a:lnTo>
                    <a:pt x="171323" y="216914"/>
                  </a:lnTo>
                  <a:lnTo>
                    <a:pt x="171748" y="216994"/>
                  </a:lnTo>
                  <a:lnTo>
                    <a:pt x="172006" y="217026"/>
                  </a:lnTo>
                  <a:lnTo>
                    <a:pt x="172229" y="217054"/>
                  </a:lnTo>
                  <a:lnTo>
                    <a:pt x="172513" y="217083"/>
                  </a:lnTo>
                  <a:lnTo>
                    <a:pt x="172670" y="217085"/>
                  </a:lnTo>
                  <a:lnTo>
                    <a:pt x="172898" y="217089"/>
                  </a:lnTo>
                  <a:lnTo>
                    <a:pt x="173329" y="217096"/>
                  </a:lnTo>
                  <a:lnTo>
                    <a:pt x="173921" y="217287"/>
                  </a:lnTo>
                  <a:lnTo>
                    <a:pt x="174440" y="217419"/>
                  </a:lnTo>
                  <a:lnTo>
                    <a:pt x="174829" y="217472"/>
                  </a:lnTo>
                  <a:lnTo>
                    <a:pt x="175359" y="217515"/>
                  </a:lnTo>
                  <a:lnTo>
                    <a:pt x="175552" y="217536"/>
                  </a:lnTo>
                  <a:lnTo>
                    <a:pt x="175770" y="217575"/>
                  </a:lnTo>
                  <a:lnTo>
                    <a:pt x="176107" y="217661"/>
                  </a:lnTo>
                  <a:lnTo>
                    <a:pt x="176234" y="217710"/>
                  </a:lnTo>
                  <a:lnTo>
                    <a:pt x="176691" y="218049"/>
                  </a:lnTo>
                  <a:lnTo>
                    <a:pt x="176501" y="218785"/>
                  </a:lnTo>
                  <a:lnTo>
                    <a:pt x="176635" y="218939"/>
                  </a:lnTo>
                  <a:lnTo>
                    <a:pt x="176923" y="219606"/>
                  </a:lnTo>
                  <a:lnTo>
                    <a:pt x="177233" y="219769"/>
                  </a:lnTo>
                  <a:lnTo>
                    <a:pt x="177549" y="219871"/>
                  </a:lnTo>
                  <a:lnTo>
                    <a:pt x="178068" y="220039"/>
                  </a:lnTo>
                  <a:lnTo>
                    <a:pt x="178437" y="220140"/>
                  </a:lnTo>
                  <a:lnTo>
                    <a:pt x="178875" y="220390"/>
                  </a:lnTo>
                  <a:lnTo>
                    <a:pt x="179013" y="220492"/>
                  </a:lnTo>
                  <a:lnTo>
                    <a:pt x="179436" y="220356"/>
                  </a:lnTo>
                  <a:lnTo>
                    <a:pt x="179589" y="220306"/>
                  </a:lnTo>
                  <a:lnTo>
                    <a:pt x="179905" y="220183"/>
                  </a:lnTo>
                  <a:lnTo>
                    <a:pt x="180461" y="220003"/>
                  </a:lnTo>
                  <a:lnTo>
                    <a:pt x="180608" y="220002"/>
                  </a:lnTo>
                  <a:lnTo>
                    <a:pt x="181116" y="220061"/>
                  </a:lnTo>
                  <a:lnTo>
                    <a:pt x="181291" y="220067"/>
                  </a:lnTo>
                  <a:lnTo>
                    <a:pt x="181666" y="220065"/>
                  </a:lnTo>
                  <a:lnTo>
                    <a:pt x="182001" y="220010"/>
                  </a:lnTo>
                  <a:lnTo>
                    <a:pt x="182509" y="220003"/>
                  </a:lnTo>
                  <a:lnTo>
                    <a:pt x="182694" y="219978"/>
                  </a:lnTo>
                  <a:lnTo>
                    <a:pt x="183369" y="219818"/>
                  </a:lnTo>
                  <a:lnTo>
                    <a:pt x="184130" y="219910"/>
                  </a:lnTo>
                  <a:lnTo>
                    <a:pt x="184163" y="220202"/>
                  </a:lnTo>
                  <a:lnTo>
                    <a:pt x="184456" y="220671"/>
                  </a:lnTo>
                  <a:lnTo>
                    <a:pt x="185359" y="220863"/>
                  </a:lnTo>
                  <a:lnTo>
                    <a:pt x="186067" y="221238"/>
                  </a:lnTo>
                  <a:lnTo>
                    <a:pt x="186580" y="221342"/>
                  </a:lnTo>
                  <a:lnTo>
                    <a:pt x="186718" y="221643"/>
                  </a:lnTo>
                  <a:lnTo>
                    <a:pt x="186899" y="221905"/>
                  </a:lnTo>
                  <a:lnTo>
                    <a:pt x="187095" y="222188"/>
                  </a:lnTo>
                  <a:lnTo>
                    <a:pt x="187186" y="222320"/>
                  </a:lnTo>
                  <a:lnTo>
                    <a:pt x="187599" y="222220"/>
                  </a:lnTo>
                  <a:lnTo>
                    <a:pt x="188124" y="222599"/>
                  </a:lnTo>
                  <a:lnTo>
                    <a:pt x="189115" y="223576"/>
                  </a:lnTo>
                  <a:lnTo>
                    <a:pt x="189310" y="223454"/>
                  </a:lnTo>
                  <a:lnTo>
                    <a:pt x="189599" y="223488"/>
                  </a:lnTo>
                  <a:lnTo>
                    <a:pt x="189573" y="223687"/>
                  </a:lnTo>
                  <a:lnTo>
                    <a:pt x="189620" y="224035"/>
                  </a:lnTo>
                  <a:lnTo>
                    <a:pt x="189910" y="224041"/>
                  </a:lnTo>
                  <a:lnTo>
                    <a:pt x="189972" y="223812"/>
                  </a:lnTo>
                  <a:lnTo>
                    <a:pt x="190143" y="222976"/>
                  </a:lnTo>
                  <a:lnTo>
                    <a:pt x="190486" y="222704"/>
                  </a:lnTo>
                  <a:lnTo>
                    <a:pt x="190769" y="222236"/>
                  </a:lnTo>
                  <a:lnTo>
                    <a:pt x="190974" y="221682"/>
                  </a:lnTo>
                  <a:lnTo>
                    <a:pt x="191002" y="221377"/>
                  </a:lnTo>
                  <a:lnTo>
                    <a:pt x="191215" y="221010"/>
                  </a:lnTo>
                  <a:lnTo>
                    <a:pt x="191422" y="220661"/>
                  </a:lnTo>
                  <a:lnTo>
                    <a:pt x="191943" y="220615"/>
                  </a:lnTo>
                  <a:lnTo>
                    <a:pt x="192355" y="220604"/>
                  </a:lnTo>
                  <a:lnTo>
                    <a:pt x="192880" y="220592"/>
                  </a:lnTo>
                  <a:lnTo>
                    <a:pt x="193612" y="220781"/>
                  </a:lnTo>
                  <a:lnTo>
                    <a:pt x="193764" y="221009"/>
                  </a:lnTo>
                  <a:lnTo>
                    <a:pt x="193865" y="221153"/>
                  </a:lnTo>
                  <a:lnTo>
                    <a:pt x="194055" y="221392"/>
                  </a:lnTo>
                  <a:lnTo>
                    <a:pt x="194197" y="221542"/>
                  </a:lnTo>
                  <a:lnTo>
                    <a:pt x="194585" y="221504"/>
                  </a:lnTo>
                  <a:lnTo>
                    <a:pt x="194947" y="221393"/>
                  </a:lnTo>
                  <a:lnTo>
                    <a:pt x="195100" y="221308"/>
                  </a:lnTo>
                  <a:lnTo>
                    <a:pt x="195365" y="220720"/>
                  </a:lnTo>
                  <a:lnTo>
                    <a:pt x="195897" y="220243"/>
                  </a:lnTo>
                  <a:lnTo>
                    <a:pt x="196248" y="220273"/>
                  </a:lnTo>
                  <a:lnTo>
                    <a:pt x="197217" y="220468"/>
                  </a:lnTo>
                  <a:lnTo>
                    <a:pt x="197501" y="220516"/>
                  </a:lnTo>
                  <a:lnTo>
                    <a:pt x="197864" y="220577"/>
                  </a:lnTo>
                  <a:lnTo>
                    <a:pt x="198537" y="220690"/>
                  </a:lnTo>
                  <a:lnTo>
                    <a:pt x="198814" y="220662"/>
                  </a:lnTo>
                  <a:lnTo>
                    <a:pt x="199033" y="220640"/>
                  </a:lnTo>
                  <a:lnTo>
                    <a:pt x="199606" y="220636"/>
                  </a:lnTo>
                  <a:lnTo>
                    <a:pt x="199847" y="220479"/>
                  </a:lnTo>
                  <a:lnTo>
                    <a:pt x="200350" y="220074"/>
                  </a:lnTo>
                  <a:lnTo>
                    <a:pt x="200577" y="219810"/>
                  </a:lnTo>
                  <a:lnTo>
                    <a:pt x="200753" y="219738"/>
                  </a:lnTo>
                  <a:lnTo>
                    <a:pt x="200997" y="219636"/>
                  </a:lnTo>
                  <a:lnTo>
                    <a:pt x="201468" y="219464"/>
                  </a:lnTo>
                  <a:lnTo>
                    <a:pt x="202320" y="219008"/>
                  </a:lnTo>
                  <a:lnTo>
                    <a:pt x="202993" y="218927"/>
                  </a:lnTo>
                  <a:lnTo>
                    <a:pt x="203182" y="218873"/>
                  </a:lnTo>
                  <a:lnTo>
                    <a:pt x="203315" y="218836"/>
                  </a:lnTo>
                  <a:lnTo>
                    <a:pt x="203740" y="218673"/>
                  </a:lnTo>
                  <a:lnTo>
                    <a:pt x="204104" y="218576"/>
                  </a:lnTo>
                  <a:lnTo>
                    <a:pt x="204272" y="218563"/>
                  </a:lnTo>
                  <a:lnTo>
                    <a:pt x="204674" y="218448"/>
                  </a:lnTo>
                  <a:lnTo>
                    <a:pt x="204869" y="218328"/>
                  </a:lnTo>
                  <a:lnTo>
                    <a:pt x="205362" y="217796"/>
                  </a:lnTo>
                  <a:lnTo>
                    <a:pt x="206079" y="217746"/>
                  </a:lnTo>
                  <a:lnTo>
                    <a:pt x="206224" y="217746"/>
                  </a:lnTo>
                  <a:lnTo>
                    <a:pt x="207408" y="217330"/>
                  </a:lnTo>
                  <a:lnTo>
                    <a:pt x="207060" y="217093"/>
                  </a:lnTo>
                  <a:lnTo>
                    <a:pt x="206237" y="216724"/>
                  </a:lnTo>
                  <a:lnTo>
                    <a:pt x="205364" y="216595"/>
                  </a:lnTo>
                  <a:lnTo>
                    <a:pt x="204807" y="216234"/>
                  </a:lnTo>
                  <a:lnTo>
                    <a:pt x="204897" y="215586"/>
                  </a:lnTo>
                  <a:lnTo>
                    <a:pt x="205002" y="215357"/>
                  </a:lnTo>
                  <a:lnTo>
                    <a:pt x="205106" y="215114"/>
                  </a:lnTo>
                  <a:lnTo>
                    <a:pt x="205225" y="214835"/>
                  </a:lnTo>
                  <a:lnTo>
                    <a:pt x="205617" y="214287"/>
                  </a:lnTo>
                  <a:lnTo>
                    <a:pt x="205652" y="213963"/>
                  </a:lnTo>
                  <a:lnTo>
                    <a:pt x="205662" y="213832"/>
                  </a:lnTo>
                  <a:lnTo>
                    <a:pt x="205625" y="213499"/>
                  </a:lnTo>
                  <a:lnTo>
                    <a:pt x="205532" y="212855"/>
                  </a:lnTo>
                  <a:lnTo>
                    <a:pt x="205500" y="212664"/>
                  </a:lnTo>
                  <a:lnTo>
                    <a:pt x="205448" y="212302"/>
                  </a:lnTo>
                  <a:lnTo>
                    <a:pt x="205670" y="211954"/>
                  </a:lnTo>
                  <a:lnTo>
                    <a:pt x="205958" y="211650"/>
                  </a:lnTo>
                  <a:lnTo>
                    <a:pt x="206936" y="210818"/>
                  </a:lnTo>
                  <a:lnTo>
                    <a:pt x="207293" y="210667"/>
                  </a:lnTo>
                  <a:lnTo>
                    <a:pt x="207744" y="210036"/>
                  </a:lnTo>
                  <a:lnTo>
                    <a:pt x="208058" y="209535"/>
                  </a:lnTo>
                  <a:lnTo>
                    <a:pt x="208196" y="209405"/>
                  </a:lnTo>
                  <a:lnTo>
                    <a:pt x="208579" y="209088"/>
                  </a:lnTo>
                  <a:lnTo>
                    <a:pt x="209018" y="208666"/>
                  </a:lnTo>
                  <a:lnTo>
                    <a:pt x="209846" y="208450"/>
                  </a:lnTo>
                  <a:lnTo>
                    <a:pt x="210349" y="208405"/>
                  </a:lnTo>
                  <a:lnTo>
                    <a:pt x="210644" y="208383"/>
                  </a:lnTo>
                  <a:lnTo>
                    <a:pt x="210942" y="208362"/>
                  </a:lnTo>
                  <a:lnTo>
                    <a:pt x="211119" y="208349"/>
                  </a:lnTo>
                  <a:lnTo>
                    <a:pt x="211581" y="208314"/>
                  </a:lnTo>
                  <a:lnTo>
                    <a:pt x="212023" y="208255"/>
                  </a:lnTo>
                  <a:lnTo>
                    <a:pt x="212270" y="208127"/>
                  </a:lnTo>
                  <a:lnTo>
                    <a:pt x="212500" y="208033"/>
                  </a:lnTo>
                  <a:lnTo>
                    <a:pt x="212756" y="207985"/>
                  </a:lnTo>
                  <a:lnTo>
                    <a:pt x="212892" y="207970"/>
                  </a:lnTo>
                  <a:lnTo>
                    <a:pt x="213066" y="207966"/>
                  </a:lnTo>
                  <a:lnTo>
                    <a:pt x="213370" y="207927"/>
                  </a:lnTo>
                  <a:lnTo>
                    <a:pt x="214252" y="207731"/>
                  </a:lnTo>
                  <a:lnTo>
                    <a:pt x="214544" y="207650"/>
                  </a:lnTo>
                  <a:lnTo>
                    <a:pt x="215039" y="207382"/>
                  </a:lnTo>
                  <a:lnTo>
                    <a:pt x="215293" y="207321"/>
                  </a:lnTo>
                  <a:lnTo>
                    <a:pt x="215576" y="207269"/>
                  </a:lnTo>
                  <a:lnTo>
                    <a:pt x="215794" y="207220"/>
                  </a:lnTo>
                  <a:lnTo>
                    <a:pt x="216229" y="206781"/>
                  </a:lnTo>
                  <a:lnTo>
                    <a:pt x="216556" y="206739"/>
                  </a:lnTo>
                  <a:lnTo>
                    <a:pt x="217331" y="206825"/>
                  </a:lnTo>
                  <a:lnTo>
                    <a:pt x="217699" y="206574"/>
                  </a:lnTo>
                  <a:lnTo>
                    <a:pt x="217997" y="206262"/>
                  </a:lnTo>
                  <a:lnTo>
                    <a:pt x="218220" y="206247"/>
                  </a:lnTo>
                  <a:lnTo>
                    <a:pt x="219313" y="206103"/>
                  </a:lnTo>
                  <a:lnTo>
                    <a:pt x="219868" y="206531"/>
                  </a:lnTo>
                  <a:lnTo>
                    <a:pt x="220165" y="206952"/>
                  </a:lnTo>
                  <a:lnTo>
                    <a:pt x="220400" y="207047"/>
                  </a:lnTo>
                  <a:lnTo>
                    <a:pt x="220618" y="207105"/>
                  </a:lnTo>
                  <a:lnTo>
                    <a:pt x="221349" y="207142"/>
                  </a:lnTo>
                  <a:lnTo>
                    <a:pt x="221672" y="207939"/>
                  </a:lnTo>
                  <a:lnTo>
                    <a:pt x="222189" y="207926"/>
                  </a:lnTo>
                  <a:lnTo>
                    <a:pt x="222834" y="207861"/>
                  </a:lnTo>
                  <a:lnTo>
                    <a:pt x="222963" y="207810"/>
                  </a:lnTo>
                  <a:lnTo>
                    <a:pt x="223451" y="207875"/>
                  </a:lnTo>
                  <a:lnTo>
                    <a:pt x="224159" y="207749"/>
                  </a:lnTo>
                  <a:lnTo>
                    <a:pt x="224581" y="207405"/>
                  </a:lnTo>
                  <a:lnTo>
                    <a:pt x="224277" y="207173"/>
                  </a:lnTo>
                  <a:lnTo>
                    <a:pt x="224232" y="206651"/>
                  </a:lnTo>
                  <a:lnTo>
                    <a:pt x="224443" y="206423"/>
                  </a:lnTo>
                  <a:lnTo>
                    <a:pt x="224886" y="206412"/>
                  </a:lnTo>
                  <a:lnTo>
                    <a:pt x="225373" y="205346"/>
                  </a:lnTo>
                  <a:lnTo>
                    <a:pt x="225284" y="204892"/>
                  </a:lnTo>
                  <a:lnTo>
                    <a:pt x="225584" y="204526"/>
                  </a:lnTo>
                  <a:lnTo>
                    <a:pt x="226428" y="203983"/>
                  </a:lnTo>
                  <a:lnTo>
                    <a:pt x="226634" y="203503"/>
                  </a:lnTo>
                  <a:lnTo>
                    <a:pt x="226647" y="202614"/>
                  </a:lnTo>
                  <a:lnTo>
                    <a:pt x="227003" y="201554"/>
                  </a:lnTo>
                  <a:lnTo>
                    <a:pt x="226899" y="200693"/>
                  </a:lnTo>
                  <a:lnTo>
                    <a:pt x="227397" y="200080"/>
                  </a:lnTo>
                  <a:lnTo>
                    <a:pt x="227943" y="198846"/>
                  </a:lnTo>
                  <a:lnTo>
                    <a:pt x="228192" y="198716"/>
                  </a:lnTo>
                  <a:lnTo>
                    <a:pt x="228475" y="198203"/>
                  </a:lnTo>
                  <a:lnTo>
                    <a:pt x="227739" y="197830"/>
                  </a:lnTo>
                  <a:lnTo>
                    <a:pt x="227445" y="197375"/>
                  </a:lnTo>
                  <a:lnTo>
                    <a:pt x="227343" y="197014"/>
                  </a:lnTo>
                  <a:lnTo>
                    <a:pt x="227480" y="196679"/>
                  </a:lnTo>
                  <a:lnTo>
                    <a:pt x="228716" y="196064"/>
                  </a:lnTo>
                  <a:lnTo>
                    <a:pt x="228388" y="195670"/>
                  </a:lnTo>
                  <a:lnTo>
                    <a:pt x="228550" y="195453"/>
                  </a:lnTo>
                  <a:lnTo>
                    <a:pt x="228712" y="195141"/>
                  </a:lnTo>
                  <a:lnTo>
                    <a:pt x="228425" y="194702"/>
                  </a:lnTo>
                  <a:lnTo>
                    <a:pt x="228238" y="194422"/>
                  </a:lnTo>
                  <a:lnTo>
                    <a:pt x="228412" y="193820"/>
                  </a:lnTo>
                  <a:lnTo>
                    <a:pt x="228642" y="193734"/>
                  </a:lnTo>
                  <a:lnTo>
                    <a:pt x="229781" y="192870"/>
                  </a:lnTo>
                  <a:lnTo>
                    <a:pt x="229683" y="192495"/>
                  </a:lnTo>
                  <a:lnTo>
                    <a:pt x="229934" y="191953"/>
                  </a:lnTo>
                  <a:lnTo>
                    <a:pt x="230162" y="191609"/>
                  </a:lnTo>
                  <a:lnTo>
                    <a:pt x="230370" y="191602"/>
                  </a:lnTo>
                  <a:lnTo>
                    <a:pt x="230868" y="191318"/>
                  </a:lnTo>
                  <a:lnTo>
                    <a:pt x="230588" y="190335"/>
                  </a:lnTo>
                  <a:lnTo>
                    <a:pt x="230427" y="189880"/>
                  </a:lnTo>
                  <a:lnTo>
                    <a:pt x="230288" y="189486"/>
                  </a:lnTo>
                  <a:lnTo>
                    <a:pt x="230233" y="189332"/>
                  </a:lnTo>
                  <a:lnTo>
                    <a:pt x="230182" y="189188"/>
                  </a:lnTo>
                  <a:lnTo>
                    <a:pt x="230111" y="188590"/>
                  </a:lnTo>
                  <a:lnTo>
                    <a:pt x="229972" y="188158"/>
                  </a:lnTo>
                  <a:lnTo>
                    <a:pt x="229747" y="187927"/>
                  </a:lnTo>
                  <a:lnTo>
                    <a:pt x="229837" y="187651"/>
                  </a:lnTo>
                  <a:lnTo>
                    <a:pt x="229906" y="187423"/>
                  </a:lnTo>
                  <a:lnTo>
                    <a:pt x="230001" y="187108"/>
                  </a:lnTo>
                  <a:lnTo>
                    <a:pt x="230146" y="186610"/>
                  </a:lnTo>
                  <a:lnTo>
                    <a:pt x="230345" y="185910"/>
                  </a:lnTo>
                  <a:lnTo>
                    <a:pt x="231035" y="185520"/>
                  </a:lnTo>
                  <a:lnTo>
                    <a:pt x="231176" y="185464"/>
                  </a:lnTo>
                  <a:lnTo>
                    <a:pt x="231579" y="185259"/>
                  </a:lnTo>
                  <a:lnTo>
                    <a:pt x="231876" y="184904"/>
                  </a:lnTo>
                  <a:lnTo>
                    <a:pt x="231973" y="184651"/>
                  </a:lnTo>
                  <a:lnTo>
                    <a:pt x="232032" y="184495"/>
                  </a:lnTo>
                  <a:lnTo>
                    <a:pt x="232089" y="184348"/>
                  </a:lnTo>
                  <a:lnTo>
                    <a:pt x="232267" y="183881"/>
                  </a:lnTo>
                  <a:lnTo>
                    <a:pt x="232201" y="183274"/>
                  </a:lnTo>
                  <a:lnTo>
                    <a:pt x="232259" y="182963"/>
                  </a:lnTo>
                  <a:lnTo>
                    <a:pt x="232436" y="182805"/>
                  </a:lnTo>
                  <a:lnTo>
                    <a:pt x="232768" y="182549"/>
                  </a:lnTo>
                  <a:lnTo>
                    <a:pt x="232993" y="182472"/>
                  </a:lnTo>
                  <a:lnTo>
                    <a:pt x="233372" y="182499"/>
                  </a:lnTo>
                  <a:lnTo>
                    <a:pt x="234005" y="182518"/>
                  </a:lnTo>
                  <a:lnTo>
                    <a:pt x="234116" y="182387"/>
                  </a:lnTo>
                  <a:lnTo>
                    <a:pt x="234262" y="181929"/>
                  </a:lnTo>
                  <a:lnTo>
                    <a:pt x="234511" y="181994"/>
                  </a:lnTo>
                  <a:lnTo>
                    <a:pt x="234865" y="182355"/>
                  </a:lnTo>
                  <a:lnTo>
                    <a:pt x="235156" y="182555"/>
                  </a:lnTo>
                  <a:lnTo>
                    <a:pt x="235546" y="182792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4615112" y="4765334"/>
              <a:ext cx="184332" cy="184110"/>
            </a:xfrm>
            <a:custGeom>
              <a:avLst/>
              <a:pathLst>
                <a:path w="184332" h="184110">
                  <a:moveTo>
                    <a:pt x="182879" y="182879"/>
                  </a:moveTo>
                  <a:lnTo>
                    <a:pt x="183113" y="182873"/>
                  </a:lnTo>
                  <a:lnTo>
                    <a:pt x="183270" y="182708"/>
                  </a:lnTo>
                  <a:lnTo>
                    <a:pt x="183717" y="182960"/>
                  </a:lnTo>
                  <a:lnTo>
                    <a:pt x="183671" y="183174"/>
                  </a:lnTo>
                  <a:lnTo>
                    <a:pt x="183833" y="183496"/>
                  </a:lnTo>
                  <a:lnTo>
                    <a:pt x="184246" y="183699"/>
                  </a:lnTo>
                  <a:lnTo>
                    <a:pt x="184332" y="183924"/>
                  </a:lnTo>
                  <a:lnTo>
                    <a:pt x="184039" y="184110"/>
                  </a:lnTo>
                  <a:lnTo>
                    <a:pt x="183828" y="184036"/>
                  </a:lnTo>
                  <a:lnTo>
                    <a:pt x="183621" y="183964"/>
                  </a:lnTo>
                  <a:lnTo>
                    <a:pt x="183400" y="183952"/>
                  </a:lnTo>
                  <a:lnTo>
                    <a:pt x="182564" y="183660"/>
                  </a:lnTo>
                  <a:lnTo>
                    <a:pt x="182373" y="183518"/>
                  </a:lnTo>
                  <a:lnTo>
                    <a:pt x="182183" y="183356"/>
                  </a:lnTo>
                  <a:lnTo>
                    <a:pt x="181844" y="183170"/>
                  </a:lnTo>
                  <a:lnTo>
                    <a:pt x="181872" y="182604"/>
                  </a:lnTo>
                  <a:lnTo>
                    <a:pt x="181688" y="182503"/>
                  </a:lnTo>
                  <a:lnTo>
                    <a:pt x="181919" y="182289"/>
                  </a:lnTo>
                  <a:lnTo>
                    <a:pt x="182075" y="182098"/>
                  </a:lnTo>
                  <a:lnTo>
                    <a:pt x="182505" y="182144"/>
                  </a:lnTo>
                  <a:lnTo>
                    <a:pt x="182600" y="182387"/>
                  </a:lnTo>
                  <a:lnTo>
                    <a:pt x="182732" y="182822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4619962" y="4764661"/>
              <a:ext cx="182879" cy="183094"/>
            </a:xfrm>
            <a:custGeom>
              <a:avLst/>
              <a:pathLst>
                <a:path w="182879" h="183094">
                  <a:moveTo>
                    <a:pt x="182879" y="182879"/>
                  </a:moveTo>
                  <a:lnTo>
                    <a:pt x="182288" y="183094"/>
                  </a:lnTo>
                  <a:lnTo>
                    <a:pt x="182001" y="182928"/>
                  </a:lnTo>
                  <a:lnTo>
                    <a:pt x="182713" y="182270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4621733" y="4764046"/>
              <a:ext cx="182879" cy="183211"/>
            </a:xfrm>
            <a:custGeom>
              <a:avLst/>
              <a:pathLst>
                <a:path w="182879" h="183211">
                  <a:moveTo>
                    <a:pt x="182879" y="182879"/>
                  </a:moveTo>
                  <a:lnTo>
                    <a:pt x="182641" y="183211"/>
                  </a:lnTo>
                  <a:lnTo>
                    <a:pt x="182227" y="182850"/>
                  </a:lnTo>
                  <a:lnTo>
                    <a:pt x="181868" y="182204"/>
                  </a:lnTo>
                  <a:lnTo>
                    <a:pt x="182123" y="182271"/>
                  </a:lnTo>
                  <a:lnTo>
                    <a:pt x="182373" y="182478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4637116" y="4763026"/>
              <a:ext cx="183122" cy="185457"/>
            </a:xfrm>
            <a:custGeom>
              <a:avLst/>
              <a:pathLst>
                <a:path w="183122" h="185457">
                  <a:moveTo>
                    <a:pt x="182879" y="182879"/>
                  </a:moveTo>
                  <a:lnTo>
                    <a:pt x="182648" y="183196"/>
                  </a:lnTo>
                  <a:lnTo>
                    <a:pt x="183091" y="183365"/>
                  </a:lnTo>
                  <a:lnTo>
                    <a:pt x="183122" y="183583"/>
                  </a:lnTo>
                  <a:lnTo>
                    <a:pt x="183094" y="183933"/>
                  </a:lnTo>
                  <a:lnTo>
                    <a:pt x="182922" y="184128"/>
                  </a:lnTo>
                  <a:lnTo>
                    <a:pt x="182693" y="184143"/>
                  </a:lnTo>
                  <a:lnTo>
                    <a:pt x="182568" y="184274"/>
                  </a:lnTo>
                  <a:lnTo>
                    <a:pt x="181773" y="184843"/>
                  </a:lnTo>
                  <a:lnTo>
                    <a:pt x="181448" y="185256"/>
                  </a:lnTo>
                  <a:lnTo>
                    <a:pt x="181059" y="185457"/>
                  </a:lnTo>
                  <a:lnTo>
                    <a:pt x="180892" y="185424"/>
                  </a:lnTo>
                  <a:lnTo>
                    <a:pt x="180656" y="185087"/>
                  </a:lnTo>
                  <a:lnTo>
                    <a:pt x="180564" y="184956"/>
                  </a:lnTo>
                  <a:lnTo>
                    <a:pt x="180504" y="184341"/>
                  </a:lnTo>
                  <a:lnTo>
                    <a:pt x="180667" y="184125"/>
                  </a:lnTo>
                  <a:lnTo>
                    <a:pt x="180819" y="183541"/>
                  </a:lnTo>
                  <a:lnTo>
                    <a:pt x="180803" y="183379"/>
                  </a:lnTo>
                  <a:lnTo>
                    <a:pt x="180922" y="183167"/>
                  </a:lnTo>
                  <a:lnTo>
                    <a:pt x="181214" y="183765"/>
                  </a:lnTo>
                  <a:lnTo>
                    <a:pt x="181680" y="183672"/>
                  </a:lnTo>
                  <a:lnTo>
                    <a:pt x="181580" y="183482"/>
                  </a:lnTo>
                  <a:lnTo>
                    <a:pt x="181624" y="183041"/>
                  </a:lnTo>
                  <a:lnTo>
                    <a:pt x="181306" y="182845"/>
                  </a:lnTo>
                  <a:lnTo>
                    <a:pt x="180966" y="182753"/>
                  </a:lnTo>
                  <a:lnTo>
                    <a:pt x="180741" y="182675"/>
                  </a:lnTo>
                  <a:lnTo>
                    <a:pt x="180313" y="182641"/>
                  </a:lnTo>
                  <a:lnTo>
                    <a:pt x="180395" y="182431"/>
                  </a:lnTo>
                  <a:lnTo>
                    <a:pt x="180511" y="182205"/>
                  </a:lnTo>
                  <a:lnTo>
                    <a:pt x="180935" y="182329"/>
                  </a:lnTo>
                  <a:lnTo>
                    <a:pt x="181188" y="182439"/>
                  </a:lnTo>
                  <a:lnTo>
                    <a:pt x="181323" y="182467"/>
                  </a:lnTo>
                  <a:lnTo>
                    <a:pt x="181685" y="182506"/>
                  </a:lnTo>
                  <a:lnTo>
                    <a:pt x="181814" y="182496"/>
                  </a:lnTo>
                  <a:lnTo>
                    <a:pt x="181977" y="182280"/>
                  </a:lnTo>
                  <a:lnTo>
                    <a:pt x="182015" y="182083"/>
                  </a:lnTo>
                  <a:lnTo>
                    <a:pt x="181931" y="181834"/>
                  </a:lnTo>
                  <a:lnTo>
                    <a:pt x="181760" y="181541"/>
                  </a:lnTo>
                  <a:lnTo>
                    <a:pt x="182299" y="182003"/>
                  </a:lnTo>
                  <a:lnTo>
                    <a:pt x="182221" y="182511"/>
                  </a:lnTo>
                  <a:lnTo>
                    <a:pt x="182408" y="182704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4617522" y="4763178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4618357" y="4763008"/>
              <a:ext cx="182880" cy="182879"/>
            </a:xfrm>
            <a:custGeom>
              <a:avLst/>
              <a:pathLst>
                <a:path w="182880" h="182879">
                  <a:moveTo>
                    <a:pt x="182879" y="182879"/>
                  </a:moveTo>
                  <a:lnTo>
                    <a:pt x="182880" y="182700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4609133" y="4755706"/>
              <a:ext cx="183129" cy="182879"/>
            </a:xfrm>
            <a:custGeom>
              <a:avLst/>
              <a:pathLst>
                <a:path w="183129" h="182879">
                  <a:moveTo>
                    <a:pt x="182879" y="182879"/>
                  </a:moveTo>
                  <a:lnTo>
                    <a:pt x="183129" y="182550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4618560" y="4754771"/>
              <a:ext cx="182879" cy="183429"/>
            </a:xfrm>
            <a:custGeom>
              <a:avLst/>
              <a:pathLst>
                <a:path w="182879" h="183429">
                  <a:moveTo>
                    <a:pt x="182879" y="182879"/>
                  </a:moveTo>
                  <a:lnTo>
                    <a:pt x="182640" y="183144"/>
                  </a:lnTo>
                  <a:lnTo>
                    <a:pt x="181713" y="183429"/>
                  </a:lnTo>
                  <a:lnTo>
                    <a:pt x="181266" y="183121"/>
                  </a:lnTo>
                  <a:lnTo>
                    <a:pt x="181344" y="182912"/>
                  </a:lnTo>
                  <a:lnTo>
                    <a:pt x="181524" y="182860"/>
                  </a:lnTo>
                  <a:lnTo>
                    <a:pt x="182045" y="182974"/>
                  </a:lnTo>
                  <a:lnTo>
                    <a:pt x="182227" y="182978"/>
                  </a:lnTo>
                  <a:lnTo>
                    <a:pt x="182392" y="182924"/>
                  </a:lnTo>
                  <a:lnTo>
                    <a:pt x="182723" y="182896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4615605" y="4754467"/>
              <a:ext cx="183360" cy="184439"/>
            </a:xfrm>
            <a:custGeom>
              <a:avLst/>
              <a:pathLst>
                <a:path w="183360" h="184439">
                  <a:moveTo>
                    <a:pt x="182879" y="182879"/>
                  </a:moveTo>
                  <a:lnTo>
                    <a:pt x="183056" y="182914"/>
                  </a:lnTo>
                  <a:lnTo>
                    <a:pt x="183360" y="182987"/>
                  </a:lnTo>
                  <a:lnTo>
                    <a:pt x="183271" y="183196"/>
                  </a:lnTo>
                  <a:lnTo>
                    <a:pt x="182894" y="183320"/>
                  </a:lnTo>
                  <a:lnTo>
                    <a:pt x="182675" y="183480"/>
                  </a:lnTo>
                  <a:lnTo>
                    <a:pt x="182426" y="183627"/>
                  </a:lnTo>
                  <a:lnTo>
                    <a:pt x="182283" y="183415"/>
                  </a:lnTo>
                  <a:lnTo>
                    <a:pt x="182098" y="183638"/>
                  </a:lnTo>
                  <a:lnTo>
                    <a:pt x="181972" y="184006"/>
                  </a:lnTo>
                  <a:lnTo>
                    <a:pt x="181600" y="183904"/>
                  </a:lnTo>
                  <a:lnTo>
                    <a:pt x="181260" y="184026"/>
                  </a:lnTo>
                  <a:lnTo>
                    <a:pt x="181261" y="184220"/>
                  </a:lnTo>
                  <a:lnTo>
                    <a:pt x="180959" y="184401"/>
                  </a:lnTo>
                  <a:lnTo>
                    <a:pt x="180797" y="184439"/>
                  </a:lnTo>
                  <a:lnTo>
                    <a:pt x="180578" y="184280"/>
                  </a:lnTo>
                  <a:lnTo>
                    <a:pt x="180894" y="183747"/>
                  </a:lnTo>
                  <a:lnTo>
                    <a:pt x="180833" y="182992"/>
                  </a:lnTo>
                  <a:lnTo>
                    <a:pt x="180578" y="182944"/>
                  </a:lnTo>
                  <a:lnTo>
                    <a:pt x="180354" y="182919"/>
                  </a:lnTo>
                  <a:lnTo>
                    <a:pt x="179874" y="183067"/>
                  </a:lnTo>
                  <a:lnTo>
                    <a:pt x="179357" y="182896"/>
                  </a:lnTo>
                  <a:lnTo>
                    <a:pt x="179017" y="183108"/>
                  </a:lnTo>
                  <a:lnTo>
                    <a:pt x="178311" y="183380"/>
                  </a:lnTo>
                  <a:lnTo>
                    <a:pt x="177767" y="183325"/>
                  </a:lnTo>
                  <a:lnTo>
                    <a:pt x="177501" y="183219"/>
                  </a:lnTo>
                  <a:lnTo>
                    <a:pt x="177450" y="182999"/>
                  </a:lnTo>
                  <a:lnTo>
                    <a:pt x="177498" y="182872"/>
                  </a:lnTo>
                  <a:lnTo>
                    <a:pt x="177690" y="182801"/>
                  </a:lnTo>
                  <a:lnTo>
                    <a:pt x="178209" y="182595"/>
                  </a:lnTo>
                  <a:lnTo>
                    <a:pt x="178537" y="182513"/>
                  </a:lnTo>
                  <a:lnTo>
                    <a:pt x="178735" y="182536"/>
                  </a:lnTo>
                  <a:lnTo>
                    <a:pt x="179300" y="182585"/>
                  </a:lnTo>
                  <a:lnTo>
                    <a:pt x="179516" y="182597"/>
                  </a:lnTo>
                  <a:lnTo>
                    <a:pt x="180151" y="182538"/>
                  </a:lnTo>
                  <a:lnTo>
                    <a:pt x="180568" y="182406"/>
                  </a:lnTo>
                  <a:lnTo>
                    <a:pt x="180876" y="182358"/>
                  </a:lnTo>
                  <a:lnTo>
                    <a:pt x="181229" y="182380"/>
                  </a:lnTo>
                  <a:lnTo>
                    <a:pt x="181714" y="182498"/>
                  </a:lnTo>
                  <a:lnTo>
                    <a:pt x="182110" y="182347"/>
                  </a:lnTo>
                  <a:lnTo>
                    <a:pt x="182305" y="182285"/>
                  </a:lnTo>
                  <a:lnTo>
                    <a:pt x="182771" y="182286"/>
                  </a:lnTo>
                  <a:lnTo>
                    <a:pt x="182737" y="182588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4628465" y="4753316"/>
              <a:ext cx="182879" cy="183211"/>
            </a:xfrm>
            <a:custGeom>
              <a:avLst/>
              <a:pathLst>
                <a:path w="182879" h="183211">
                  <a:moveTo>
                    <a:pt x="182879" y="182879"/>
                  </a:moveTo>
                  <a:lnTo>
                    <a:pt x="182540" y="183186"/>
                  </a:lnTo>
                  <a:lnTo>
                    <a:pt x="182295" y="183211"/>
                  </a:lnTo>
                  <a:lnTo>
                    <a:pt x="182111" y="183140"/>
                  </a:lnTo>
                  <a:lnTo>
                    <a:pt x="181622" y="182882"/>
                  </a:lnTo>
                  <a:lnTo>
                    <a:pt x="181845" y="182788"/>
                  </a:lnTo>
                  <a:lnTo>
                    <a:pt x="182229" y="182605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4606268" y="4751704"/>
              <a:ext cx="189674" cy="184577"/>
            </a:xfrm>
            <a:custGeom>
              <a:avLst/>
              <a:pathLst>
                <a:path w="189674" h="184577">
                  <a:moveTo>
                    <a:pt x="182879" y="182879"/>
                  </a:moveTo>
                  <a:lnTo>
                    <a:pt x="183681" y="182385"/>
                  </a:lnTo>
                  <a:lnTo>
                    <a:pt x="183823" y="182558"/>
                  </a:lnTo>
                  <a:lnTo>
                    <a:pt x="184062" y="182781"/>
                  </a:lnTo>
                  <a:lnTo>
                    <a:pt x="185389" y="183356"/>
                  </a:lnTo>
                  <a:lnTo>
                    <a:pt x="185983" y="183289"/>
                  </a:lnTo>
                  <a:lnTo>
                    <a:pt x="186564" y="183236"/>
                  </a:lnTo>
                  <a:lnTo>
                    <a:pt x="186913" y="182823"/>
                  </a:lnTo>
                  <a:lnTo>
                    <a:pt x="187563" y="183051"/>
                  </a:lnTo>
                  <a:lnTo>
                    <a:pt x="187787" y="183311"/>
                  </a:lnTo>
                  <a:lnTo>
                    <a:pt x="188115" y="183467"/>
                  </a:lnTo>
                  <a:lnTo>
                    <a:pt x="189674" y="183976"/>
                  </a:lnTo>
                  <a:lnTo>
                    <a:pt x="189334" y="183956"/>
                  </a:lnTo>
                  <a:lnTo>
                    <a:pt x="188216" y="184244"/>
                  </a:lnTo>
                  <a:lnTo>
                    <a:pt x="188052" y="184168"/>
                  </a:lnTo>
                  <a:lnTo>
                    <a:pt x="187833" y="184073"/>
                  </a:lnTo>
                  <a:lnTo>
                    <a:pt x="187444" y="184031"/>
                  </a:lnTo>
                  <a:lnTo>
                    <a:pt x="186148" y="183841"/>
                  </a:lnTo>
                  <a:lnTo>
                    <a:pt x="185867" y="183760"/>
                  </a:lnTo>
                  <a:lnTo>
                    <a:pt x="185453" y="183743"/>
                  </a:lnTo>
                  <a:lnTo>
                    <a:pt x="184809" y="183934"/>
                  </a:lnTo>
                  <a:lnTo>
                    <a:pt x="184844" y="184338"/>
                  </a:lnTo>
                  <a:lnTo>
                    <a:pt x="184751" y="184577"/>
                  </a:lnTo>
                  <a:lnTo>
                    <a:pt x="184237" y="184124"/>
                  </a:lnTo>
                  <a:lnTo>
                    <a:pt x="183850" y="183588"/>
                  </a:lnTo>
                  <a:lnTo>
                    <a:pt x="183711" y="183584"/>
                  </a:lnTo>
                  <a:lnTo>
                    <a:pt x="183509" y="183592"/>
                  </a:lnTo>
                  <a:lnTo>
                    <a:pt x="181461" y="182823"/>
                  </a:lnTo>
                  <a:lnTo>
                    <a:pt x="181242" y="182751"/>
                  </a:lnTo>
                  <a:lnTo>
                    <a:pt x="180718" y="182190"/>
                  </a:lnTo>
                  <a:lnTo>
                    <a:pt x="181415" y="182046"/>
                  </a:lnTo>
                  <a:lnTo>
                    <a:pt x="182001" y="182298"/>
                  </a:lnTo>
                  <a:lnTo>
                    <a:pt x="182262" y="182076"/>
                  </a:lnTo>
                  <a:lnTo>
                    <a:pt x="182571" y="181845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4631569" y="4742973"/>
              <a:ext cx="183791" cy="184020"/>
            </a:xfrm>
            <a:custGeom>
              <a:avLst/>
              <a:pathLst>
                <a:path w="183791" h="184020">
                  <a:moveTo>
                    <a:pt x="182879" y="182879"/>
                  </a:moveTo>
                  <a:lnTo>
                    <a:pt x="183391" y="182962"/>
                  </a:lnTo>
                  <a:lnTo>
                    <a:pt x="183599" y="183049"/>
                  </a:lnTo>
                  <a:lnTo>
                    <a:pt x="183791" y="183335"/>
                  </a:lnTo>
                  <a:lnTo>
                    <a:pt x="183111" y="183658"/>
                  </a:lnTo>
                  <a:lnTo>
                    <a:pt x="182988" y="184020"/>
                  </a:lnTo>
                  <a:lnTo>
                    <a:pt x="182724" y="183820"/>
                  </a:lnTo>
                  <a:lnTo>
                    <a:pt x="182393" y="183633"/>
                  </a:lnTo>
                  <a:lnTo>
                    <a:pt x="181673" y="182933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4630925" y="4740935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493" y="182326"/>
                  </a:lnTo>
                  <a:lnTo>
                    <a:pt x="182657" y="181758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4627903" y="4737417"/>
              <a:ext cx="184300" cy="185999"/>
            </a:xfrm>
            <a:custGeom>
              <a:avLst/>
              <a:pathLst>
                <a:path w="184300" h="185999">
                  <a:moveTo>
                    <a:pt x="182879" y="182879"/>
                  </a:moveTo>
                  <a:lnTo>
                    <a:pt x="183402" y="183152"/>
                  </a:lnTo>
                  <a:lnTo>
                    <a:pt x="183779" y="183283"/>
                  </a:lnTo>
                  <a:lnTo>
                    <a:pt x="184300" y="184114"/>
                  </a:lnTo>
                  <a:lnTo>
                    <a:pt x="183828" y="184692"/>
                  </a:lnTo>
                  <a:lnTo>
                    <a:pt x="183709" y="185021"/>
                  </a:lnTo>
                  <a:lnTo>
                    <a:pt x="183307" y="185269"/>
                  </a:lnTo>
                  <a:lnTo>
                    <a:pt x="182937" y="185723"/>
                  </a:lnTo>
                  <a:lnTo>
                    <a:pt x="182365" y="185854"/>
                  </a:lnTo>
                  <a:lnTo>
                    <a:pt x="182094" y="185813"/>
                  </a:lnTo>
                  <a:lnTo>
                    <a:pt x="182004" y="185999"/>
                  </a:lnTo>
                  <a:lnTo>
                    <a:pt x="181465" y="185758"/>
                  </a:lnTo>
                  <a:lnTo>
                    <a:pt x="181498" y="185465"/>
                  </a:lnTo>
                  <a:lnTo>
                    <a:pt x="181457" y="185280"/>
                  </a:lnTo>
                  <a:lnTo>
                    <a:pt x="180336" y="184185"/>
                  </a:lnTo>
                  <a:lnTo>
                    <a:pt x="180437" y="183973"/>
                  </a:lnTo>
                  <a:lnTo>
                    <a:pt x="180672" y="183881"/>
                  </a:lnTo>
                  <a:lnTo>
                    <a:pt x="181412" y="182949"/>
                  </a:lnTo>
                  <a:lnTo>
                    <a:pt x="181849" y="182983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4662383" y="4726800"/>
              <a:ext cx="183292" cy="182948"/>
            </a:xfrm>
            <a:custGeom>
              <a:avLst/>
              <a:pathLst>
                <a:path w="183292" h="182948">
                  <a:moveTo>
                    <a:pt x="182879" y="182879"/>
                  </a:moveTo>
                  <a:lnTo>
                    <a:pt x="182659" y="182913"/>
                  </a:lnTo>
                  <a:lnTo>
                    <a:pt x="182421" y="182948"/>
                  </a:lnTo>
                  <a:lnTo>
                    <a:pt x="182498" y="182470"/>
                  </a:lnTo>
                  <a:lnTo>
                    <a:pt x="182806" y="182336"/>
                  </a:lnTo>
                  <a:lnTo>
                    <a:pt x="183292" y="182135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4715742" y="4689965"/>
              <a:ext cx="183119" cy="182879"/>
            </a:xfrm>
            <a:custGeom>
              <a:avLst/>
              <a:pathLst>
                <a:path w="183119" h="182879">
                  <a:moveTo>
                    <a:pt x="182879" y="182879"/>
                  </a:moveTo>
                  <a:lnTo>
                    <a:pt x="183119" y="182648"/>
                  </a:lnTo>
                  <a:close/>
                </a:path>
              </a:pathLst>
            </a:custGeom>
            <a:solidFill>
              <a:srgbClr val="F7E6D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4182256" y="5672102"/>
              <a:ext cx="183217" cy="185852"/>
            </a:xfrm>
            <a:custGeom>
              <a:avLst/>
              <a:pathLst>
                <a:path w="183217" h="185852">
                  <a:moveTo>
                    <a:pt x="182879" y="182879"/>
                  </a:moveTo>
                  <a:lnTo>
                    <a:pt x="183217" y="183909"/>
                  </a:lnTo>
                  <a:lnTo>
                    <a:pt x="183217" y="184535"/>
                  </a:lnTo>
                  <a:lnTo>
                    <a:pt x="183036" y="183970"/>
                  </a:lnTo>
                  <a:lnTo>
                    <a:pt x="182981" y="183833"/>
                  </a:lnTo>
                  <a:lnTo>
                    <a:pt x="182611" y="183572"/>
                  </a:lnTo>
                  <a:lnTo>
                    <a:pt x="182404" y="184051"/>
                  </a:lnTo>
                  <a:lnTo>
                    <a:pt x="182413" y="184195"/>
                  </a:lnTo>
                  <a:lnTo>
                    <a:pt x="182551" y="184478"/>
                  </a:lnTo>
                  <a:lnTo>
                    <a:pt x="182829" y="184475"/>
                  </a:lnTo>
                  <a:lnTo>
                    <a:pt x="183037" y="184524"/>
                  </a:lnTo>
                  <a:lnTo>
                    <a:pt x="183121" y="184810"/>
                  </a:lnTo>
                  <a:lnTo>
                    <a:pt x="182985" y="184929"/>
                  </a:lnTo>
                  <a:lnTo>
                    <a:pt x="182096" y="185276"/>
                  </a:lnTo>
                  <a:lnTo>
                    <a:pt x="182064" y="185499"/>
                  </a:lnTo>
                  <a:lnTo>
                    <a:pt x="182246" y="185647"/>
                  </a:lnTo>
                  <a:lnTo>
                    <a:pt x="182075" y="185736"/>
                  </a:lnTo>
                  <a:lnTo>
                    <a:pt x="181815" y="185734"/>
                  </a:lnTo>
                  <a:lnTo>
                    <a:pt x="181658" y="185683"/>
                  </a:lnTo>
                  <a:lnTo>
                    <a:pt x="181329" y="185852"/>
                  </a:lnTo>
                  <a:lnTo>
                    <a:pt x="181111" y="185729"/>
                  </a:lnTo>
                  <a:lnTo>
                    <a:pt x="181100" y="185468"/>
                  </a:lnTo>
                  <a:lnTo>
                    <a:pt x="181175" y="185170"/>
                  </a:lnTo>
                  <a:lnTo>
                    <a:pt x="181198" y="184182"/>
                  </a:lnTo>
                  <a:lnTo>
                    <a:pt x="181190" y="183984"/>
                  </a:lnTo>
                  <a:lnTo>
                    <a:pt x="180939" y="183626"/>
                  </a:lnTo>
                  <a:lnTo>
                    <a:pt x="180715" y="183413"/>
                  </a:lnTo>
                  <a:lnTo>
                    <a:pt x="180633" y="183154"/>
                  </a:lnTo>
                  <a:lnTo>
                    <a:pt x="180610" y="183022"/>
                  </a:lnTo>
                  <a:lnTo>
                    <a:pt x="180799" y="182933"/>
                  </a:lnTo>
                  <a:lnTo>
                    <a:pt x="181215" y="182837"/>
                  </a:lnTo>
                  <a:lnTo>
                    <a:pt x="181949" y="182891"/>
                  </a:lnTo>
                  <a:lnTo>
                    <a:pt x="182197" y="182918"/>
                  </a:lnTo>
                  <a:lnTo>
                    <a:pt x="182478" y="18307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4180750" y="5670914"/>
              <a:ext cx="183202" cy="183295"/>
            </a:xfrm>
            <a:custGeom>
              <a:avLst/>
              <a:pathLst>
                <a:path w="183202" h="183295">
                  <a:moveTo>
                    <a:pt x="182879" y="182879"/>
                  </a:moveTo>
                  <a:lnTo>
                    <a:pt x="182678" y="182939"/>
                  </a:lnTo>
                  <a:lnTo>
                    <a:pt x="182573" y="183174"/>
                  </a:lnTo>
                  <a:lnTo>
                    <a:pt x="182424" y="183223"/>
                  </a:lnTo>
                  <a:lnTo>
                    <a:pt x="182119" y="183295"/>
                  </a:lnTo>
                  <a:lnTo>
                    <a:pt x="181657" y="182903"/>
                  </a:lnTo>
                  <a:lnTo>
                    <a:pt x="182019" y="181851"/>
                  </a:lnTo>
                  <a:lnTo>
                    <a:pt x="181865" y="181500"/>
                  </a:lnTo>
                  <a:lnTo>
                    <a:pt x="182026" y="181466"/>
                  </a:lnTo>
                  <a:lnTo>
                    <a:pt x="182296" y="181330"/>
                  </a:lnTo>
                  <a:lnTo>
                    <a:pt x="182672" y="181279"/>
                  </a:lnTo>
                  <a:lnTo>
                    <a:pt x="183136" y="181664"/>
                  </a:lnTo>
                  <a:lnTo>
                    <a:pt x="183202" y="182211"/>
                  </a:lnTo>
                  <a:lnTo>
                    <a:pt x="182982" y="18247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4182140" y="5669578"/>
              <a:ext cx="182879" cy="183686"/>
            </a:xfrm>
            <a:custGeom>
              <a:avLst/>
              <a:pathLst>
                <a:path w="182879" h="183686">
                  <a:moveTo>
                    <a:pt x="182879" y="182879"/>
                  </a:moveTo>
                  <a:lnTo>
                    <a:pt x="182689" y="183290"/>
                  </a:lnTo>
                  <a:lnTo>
                    <a:pt x="182586" y="183686"/>
                  </a:lnTo>
                  <a:lnTo>
                    <a:pt x="182241" y="183493"/>
                  </a:lnTo>
                  <a:lnTo>
                    <a:pt x="182296" y="182744"/>
                  </a:lnTo>
                  <a:lnTo>
                    <a:pt x="182668" y="18274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3825279" y="4956492"/>
              <a:ext cx="183118" cy="186088"/>
            </a:xfrm>
            <a:custGeom>
              <a:avLst/>
              <a:pathLst>
                <a:path w="183118" h="186088">
                  <a:moveTo>
                    <a:pt x="182879" y="182879"/>
                  </a:moveTo>
                  <a:lnTo>
                    <a:pt x="182821" y="183417"/>
                  </a:lnTo>
                  <a:lnTo>
                    <a:pt x="182695" y="183763"/>
                  </a:lnTo>
                  <a:lnTo>
                    <a:pt x="182987" y="184108"/>
                  </a:lnTo>
                  <a:lnTo>
                    <a:pt x="182785" y="184355"/>
                  </a:lnTo>
                  <a:lnTo>
                    <a:pt x="182594" y="184111"/>
                  </a:lnTo>
                  <a:lnTo>
                    <a:pt x="182255" y="183680"/>
                  </a:lnTo>
                  <a:lnTo>
                    <a:pt x="181838" y="183182"/>
                  </a:lnTo>
                  <a:lnTo>
                    <a:pt x="181142" y="183635"/>
                  </a:lnTo>
                  <a:lnTo>
                    <a:pt x="180877" y="183981"/>
                  </a:lnTo>
                  <a:lnTo>
                    <a:pt x="180816" y="184702"/>
                  </a:lnTo>
                  <a:lnTo>
                    <a:pt x="180481" y="184520"/>
                  </a:lnTo>
                  <a:lnTo>
                    <a:pt x="180342" y="184392"/>
                  </a:lnTo>
                  <a:lnTo>
                    <a:pt x="180201" y="184349"/>
                  </a:lnTo>
                  <a:lnTo>
                    <a:pt x="180086" y="184650"/>
                  </a:lnTo>
                  <a:lnTo>
                    <a:pt x="179934" y="184965"/>
                  </a:lnTo>
                  <a:lnTo>
                    <a:pt x="179664" y="185048"/>
                  </a:lnTo>
                  <a:lnTo>
                    <a:pt x="179113" y="185391"/>
                  </a:lnTo>
                  <a:lnTo>
                    <a:pt x="178446" y="185168"/>
                  </a:lnTo>
                  <a:lnTo>
                    <a:pt x="178098" y="185369"/>
                  </a:lnTo>
                  <a:lnTo>
                    <a:pt x="177884" y="185630"/>
                  </a:lnTo>
                  <a:lnTo>
                    <a:pt x="177526" y="185617"/>
                  </a:lnTo>
                  <a:lnTo>
                    <a:pt x="176970" y="185603"/>
                  </a:lnTo>
                  <a:lnTo>
                    <a:pt x="176688" y="185809"/>
                  </a:lnTo>
                  <a:lnTo>
                    <a:pt x="176484" y="185936"/>
                  </a:lnTo>
                  <a:lnTo>
                    <a:pt x="175874" y="186088"/>
                  </a:lnTo>
                  <a:lnTo>
                    <a:pt x="175309" y="185983"/>
                  </a:lnTo>
                  <a:lnTo>
                    <a:pt x="175239" y="185633"/>
                  </a:lnTo>
                  <a:lnTo>
                    <a:pt x="175125" y="184867"/>
                  </a:lnTo>
                  <a:lnTo>
                    <a:pt x="175206" y="184474"/>
                  </a:lnTo>
                  <a:lnTo>
                    <a:pt x="175446" y="184163"/>
                  </a:lnTo>
                  <a:lnTo>
                    <a:pt x="176650" y="184262"/>
                  </a:lnTo>
                  <a:lnTo>
                    <a:pt x="176937" y="184051"/>
                  </a:lnTo>
                  <a:lnTo>
                    <a:pt x="177361" y="183810"/>
                  </a:lnTo>
                  <a:lnTo>
                    <a:pt x="177553" y="183759"/>
                  </a:lnTo>
                  <a:lnTo>
                    <a:pt x="177687" y="183758"/>
                  </a:lnTo>
                  <a:lnTo>
                    <a:pt x="178011" y="183681"/>
                  </a:lnTo>
                  <a:lnTo>
                    <a:pt x="178418" y="183551"/>
                  </a:lnTo>
                  <a:lnTo>
                    <a:pt x="178632" y="183483"/>
                  </a:lnTo>
                  <a:lnTo>
                    <a:pt x="179358" y="183233"/>
                  </a:lnTo>
                  <a:lnTo>
                    <a:pt x="179629" y="183148"/>
                  </a:lnTo>
                  <a:lnTo>
                    <a:pt x="180064" y="182822"/>
                  </a:lnTo>
                  <a:lnTo>
                    <a:pt x="180551" y="182656"/>
                  </a:lnTo>
                  <a:lnTo>
                    <a:pt x="181195" y="182663"/>
                  </a:lnTo>
                  <a:lnTo>
                    <a:pt x="181580" y="182548"/>
                  </a:lnTo>
                  <a:lnTo>
                    <a:pt x="181692" y="182276"/>
                  </a:lnTo>
                  <a:lnTo>
                    <a:pt x="182134" y="182190"/>
                  </a:lnTo>
                  <a:lnTo>
                    <a:pt x="182438" y="182166"/>
                  </a:lnTo>
                  <a:lnTo>
                    <a:pt x="182889" y="182131"/>
                  </a:lnTo>
                  <a:lnTo>
                    <a:pt x="183118" y="182178"/>
                  </a:lnTo>
                  <a:lnTo>
                    <a:pt x="183117" y="182424"/>
                  </a:lnTo>
                  <a:close/>
                </a:path>
              </a:pathLst>
            </a:custGeom>
            <a:solidFill>
              <a:srgbClr val="F6EEE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3858805" y="4747107"/>
              <a:ext cx="225716" cy="405068"/>
            </a:xfrm>
            <a:custGeom>
              <a:avLst/>
              <a:pathLst>
                <a:path w="225716" h="405068">
                  <a:moveTo>
                    <a:pt x="182879" y="182879"/>
                  </a:moveTo>
                  <a:lnTo>
                    <a:pt x="183201" y="182872"/>
                  </a:lnTo>
                  <a:lnTo>
                    <a:pt x="183488" y="182890"/>
                  </a:lnTo>
                  <a:lnTo>
                    <a:pt x="183840" y="183000"/>
                  </a:lnTo>
                  <a:lnTo>
                    <a:pt x="184141" y="183243"/>
                  </a:lnTo>
                  <a:lnTo>
                    <a:pt x="184345" y="183520"/>
                  </a:lnTo>
                  <a:lnTo>
                    <a:pt x="184647" y="184173"/>
                  </a:lnTo>
                  <a:lnTo>
                    <a:pt x="184623" y="184334"/>
                  </a:lnTo>
                  <a:lnTo>
                    <a:pt x="184539" y="184485"/>
                  </a:lnTo>
                  <a:lnTo>
                    <a:pt x="184432" y="184630"/>
                  </a:lnTo>
                  <a:lnTo>
                    <a:pt x="184421" y="184927"/>
                  </a:lnTo>
                  <a:lnTo>
                    <a:pt x="184634" y="185297"/>
                  </a:lnTo>
                  <a:lnTo>
                    <a:pt x="184723" y="185451"/>
                  </a:lnTo>
                  <a:lnTo>
                    <a:pt x="185023" y="185952"/>
                  </a:lnTo>
                  <a:lnTo>
                    <a:pt x="184816" y="186594"/>
                  </a:lnTo>
                  <a:lnTo>
                    <a:pt x="184772" y="186962"/>
                  </a:lnTo>
                  <a:lnTo>
                    <a:pt x="184787" y="187184"/>
                  </a:lnTo>
                  <a:lnTo>
                    <a:pt x="184946" y="187699"/>
                  </a:lnTo>
                  <a:lnTo>
                    <a:pt x="184988" y="188091"/>
                  </a:lnTo>
                  <a:lnTo>
                    <a:pt x="184831" y="188535"/>
                  </a:lnTo>
                  <a:lnTo>
                    <a:pt x="184478" y="189061"/>
                  </a:lnTo>
                  <a:lnTo>
                    <a:pt x="184358" y="189368"/>
                  </a:lnTo>
                  <a:lnTo>
                    <a:pt x="184306" y="189513"/>
                  </a:lnTo>
                  <a:lnTo>
                    <a:pt x="184263" y="189736"/>
                  </a:lnTo>
                  <a:lnTo>
                    <a:pt x="184622" y="190254"/>
                  </a:lnTo>
                  <a:lnTo>
                    <a:pt x="185055" y="190975"/>
                  </a:lnTo>
                  <a:lnTo>
                    <a:pt x="185569" y="191418"/>
                  </a:lnTo>
                  <a:lnTo>
                    <a:pt x="185704" y="191671"/>
                  </a:lnTo>
                  <a:lnTo>
                    <a:pt x="185764" y="191938"/>
                  </a:lnTo>
                  <a:lnTo>
                    <a:pt x="185781" y="192066"/>
                  </a:lnTo>
                  <a:lnTo>
                    <a:pt x="185804" y="192252"/>
                  </a:lnTo>
                  <a:lnTo>
                    <a:pt x="185941" y="192592"/>
                  </a:lnTo>
                  <a:lnTo>
                    <a:pt x="186039" y="192958"/>
                  </a:lnTo>
                  <a:lnTo>
                    <a:pt x="186140" y="193338"/>
                  </a:lnTo>
                  <a:lnTo>
                    <a:pt x="186715" y="194582"/>
                  </a:lnTo>
                  <a:lnTo>
                    <a:pt x="186827" y="195028"/>
                  </a:lnTo>
                  <a:lnTo>
                    <a:pt x="186841" y="195161"/>
                  </a:lnTo>
                  <a:lnTo>
                    <a:pt x="186866" y="195388"/>
                  </a:lnTo>
                  <a:lnTo>
                    <a:pt x="186943" y="195572"/>
                  </a:lnTo>
                  <a:lnTo>
                    <a:pt x="186979" y="195863"/>
                  </a:lnTo>
                  <a:lnTo>
                    <a:pt x="186966" y="196047"/>
                  </a:lnTo>
                  <a:lnTo>
                    <a:pt x="187036" y="196266"/>
                  </a:lnTo>
                  <a:lnTo>
                    <a:pt x="187129" y="196456"/>
                  </a:lnTo>
                  <a:lnTo>
                    <a:pt x="187391" y="196827"/>
                  </a:lnTo>
                  <a:lnTo>
                    <a:pt x="187665" y="197189"/>
                  </a:lnTo>
                  <a:lnTo>
                    <a:pt x="187740" y="197317"/>
                  </a:lnTo>
                  <a:lnTo>
                    <a:pt x="188067" y="197894"/>
                  </a:lnTo>
                  <a:lnTo>
                    <a:pt x="188334" y="198093"/>
                  </a:lnTo>
                  <a:lnTo>
                    <a:pt x="188576" y="198088"/>
                  </a:lnTo>
                  <a:lnTo>
                    <a:pt x="189464" y="198373"/>
                  </a:lnTo>
                  <a:lnTo>
                    <a:pt x="189794" y="198579"/>
                  </a:lnTo>
                  <a:lnTo>
                    <a:pt x="190179" y="198585"/>
                  </a:lnTo>
                  <a:lnTo>
                    <a:pt x="190456" y="198630"/>
                  </a:lnTo>
                  <a:lnTo>
                    <a:pt x="190738" y="198745"/>
                  </a:lnTo>
                  <a:lnTo>
                    <a:pt x="190896" y="198752"/>
                  </a:lnTo>
                  <a:lnTo>
                    <a:pt x="191480" y="199158"/>
                  </a:lnTo>
                  <a:lnTo>
                    <a:pt x="191566" y="199433"/>
                  </a:lnTo>
                  <a:lnTo>
                    <a:pt x="192290" y="199963"/>
                  </a:lnTo>
                  <a:lnTo>
                    <a:pt x="192785" y="200021"/>
                  </a:lnTo>
                  <a:lnTo>
                    <a:pt x="192631" y="200298"/>
                  </a:lnTo>
                  <a:lnTo>
                    <a:pt x="192839" y="201501"/>
                  </a:lnTo>
                  <a:lnTo>
                    <a:pt x="192191" y="205848"/>
                  </a:lnTo>
                  <a:lnTo>
                    <a:pt x="185987" y="211522"/>
                  </a:lnTo>
                  <a:lnTo>
                    <a:pt x="184603" y="213410"/>
                  </a:lnTo>
                  <a:lnTo>
                    <a:pt x="182560" y="216419"/>
                  </a:lnTo>
                  <a:lnTo>
                    <a:pt x="180169" y="218225"/>
                  </a:lnTo>
                  <a:lnTo>
                    <a:pt x="179356" y="220757"/>
                  </a:lnTo>
                  <a:lnTo>
                    <a:pt x="178244" y="224318"/>
                  </a:lnTo>
                  <a:lnTo>
                    <a:pt x="177849" y="228370"/>
                  </a:lnTo>
                  <a:lnTo>
                    <a:pt x="177702" y="229718"/>
                  </a:lnTo>
                  <a:lnTo>
                    <a:pt x="177578" y="231193"/>
                  </a:lnTo>
                  <a:lnTo>
                    <a:pt x="175259" y="235626"/>
                  </a:lnTo>
                  <a:lnTo>
                    <a:pt x="169750" y="239558"/>
                  </a:lnTo>
                  <a:lnTo>
                    <a:pt x="169819" y="239758"/>
                  </a:lnTo>
                  <a:lnTo>
                    <a:pt x="169876" y="239981"/>
                  </a:lnTo>
                  <a:lnTo>
                    <a:pt x="170009" y="240253"/>
                  </a:lnTo>
                  <a:lnTo>
                    <a:pt x="170651" y="240442"/>
                  </a:lnTo>
                  <a:lnTo>
                    <a:pt x="171236" y="240627"/>
                  </a:lnTo>
                  <a:lnTo>
                    <a:pt x="171429" y="240746"/>
                  </a:lnTo>
                  <a:lnTo>
                    <a:pt x="171652" y="240958"/>
                  </a:lnTo>
                  <a:lnTo>
                    <a:pt x="172008" y="241354"/>
                  </a:lnTo>
                  <a:lnTo>
                    <a:pt x="172619" y="242170"/>
                  </a:lnTo>
                  <a:lnTo>
                    <a:pt x="172837" y="242359"/>
                  </a:lnTo>
                  <a:lnTo>
                    <a:pt x="173065" y="242503"/>
                  </a:lnTo>
                  <a:lnTo>
                    <a:pt x="173318" y="242636"/>
                  </a:lnTo>
                  <a:lnTo>
                    <a:pt x="174073" y="242929"/>
                  </a:lnTo>
                  <a:lnTo>
                    <a:pt x="174741" y="243206"/>
                  </a:lnTo>
                  <a:lnTo>
                    <a:pt x="175853" y="243855"/>
                  </a:lnTo>
                  <a:lnTo>
                    <a:pt x="176098" y="243986"/>
                  </a:lnTo>
                  <a:lnTo>
                    <a:pt x="176464" y="244133"/>
                  </a:lnTo>
                  <a:lnTo>
                    <a:pt x="177196" y="244264"/>
                  </a:lnTo>
                  <a:lnTo>
                    <a:pt x="177789" y="244354"/>
                  </a:lnTo>
                  <a:lnTo>
                    <a:pt x="177968" y="244406"/>
                  </a:lnTo>
                  <a:lnTo>
                    <a:pt x="178133" y="244464"/>
                  </a:lnTo>
                  <a:lnTo>
                    <a:pt x="178504" y="244658"/>
                  </a:lnTo>
                  <a:lnTo>
                    <a:pt x="179283" y="244959"/>
                  </a:lnTo>
                  <a:lnTo>
                    <a:pt x="179927" y="245146"/>
                  </a:lnTo>
                  <a:lnTo>
                    <a:pt x="180492" y="245434"/>
                  </a:lnTo>
                  <a:lnTo>
                    <a:pt x="181303" y="245705"/>
                  </a:lnTo>
                  <a:lnTo>
                    <a:pt x="181916" y="246184"/>
                  </a:lnTo>
                  <a:lnTo>
                    <a:pt x="182154" y="246547"/>
                  </a:lnTo>
                  <a:lnTo>
                    <a:pt x="182315" y="246770"/>
                  </a:lnTo>
                  <a:lnTo>
                    <a:pt x="182790" y="247058"/>
                  </a:lnTo>
                  <a:lnTo>
                    <a:pt x="183367" y="247328"/>
                  </a:lnTo>
                  <a:lnTo>
                    <a:pt x="183621" y="247420"/>
                  </a:lnTo>
                  <a:lnTo>
                    <a:pt x="183846" y="247479"/>
                  </a:lnTo>
                  <a:lnTo>
                    <a:pt x="185179" y="247722"/>
                  </a:lnTo>
                  <a:lnTo>
                    <a:pt x="185527" y="247802"/>
                  </a:lnTo>
                  <a:lnTo>
                    <a:pt x="185714" y="247855"/>
                  </a:lnTo>
                  <a:lnTo>
                    <a:pt x="185853" y="247907"/>
                  </a:lnTo>
                  <a:lnTo>
                    <a:pt x="186069" y="248028"/>
                  </a:lnTo>
                  <a:lnTo>
                    <a:pt x="186504" y="248142"/>
                  </a:lnTo>
                  <a:lnTo>
                    <a:pt x="186786" y="248205"/>
                  </a:lnTo>
                  <a:lnTo>
                    <a:pt x="187146" y="248272"/>
                  </a:lnTo>
                  <a:lnTo>
                    <a:pt x="187815" y="248483"/>
                  </a:lnTo>
                  <a:lnTo>
                    <a:pt x="188225" y="248662"/>
                  </a:lnTo>
                  <a:lnTo>
                    <a:pt x="188708" y="248782"/>
                  </a:lnTo>
                  <a:lnTo>
                    <a:pt x="189111" y="248808"/>
                  </a:lnTo>
                  <a:lnTo>
                    <a:pt x="189242" y="248800"/>
                  </a:lnTo>
                  <a:lnTo>
                    <a:pt x="189745" y="249035"/>
                  </a:lnTo>
                  <a:lnTo>
                    <a:pt x="190038" y="249207"/>
                  </a:lnTo>
                  <a:lnTo>
                    <a:pt x="191708" y="249637"/>
                  </a:lnTo>
                  <a:lnTo>
                    <a:pt x="192263" y="249757"/>
                  </a:lnTo>
                  <a:lnTo>
                    <a:pt x="194229" y="250146"/>
                  </a:lnTo>
                  <a:lnTo>
                    <a:pt x="195700" y="250455"/>
                  </a:lnTo>
                  <a:lnTo>
                    <a:pt x="195824" y="250222"/>
                  </a:lnTo>
                  <a:lnTo>
                    <a:pt x="196049" y="249867"/>
                  </a:lnTo>
                  <a:lnTo>
                    <a:pt x="200034" y="248994"/>
                  </a:lnTo>
                  <a:lnTo>
                    <a:pt x="200398" y="248393"/>
                  </a:lnTo>
                  <a:lnTo>
                    <a:pt x="200443" y="248171"/>
                  </a:lnTo>
                  <a:lnTo>
                    <a:pt x="200875" y="248076"/>
                  </a:lnTo>
                  <a:lnTo>
                    <a:pt x="201088" y="248268"/>
                  </a:lnTo>
                  <a:lnTo>
                    <a:pt x="201395" y="248320"/>
                  </a:lnTo>
                  <a:lnTo>
                    <a:pt x="201747" y="248102"/>
                  </a:lnTo>
                  <a:lnTo>
                    <a:pt x="202037" y="247990"/>
                  </a:lnTo>
                  <a:lnTo>
                    <a:pt x="202198" y="248008"/>
                  </a:lnTo>
                  <a:lnTo>
                    <a:pt x="202393" y="248062"/>
                  </a:lnTo>
                  <a:lnTo>
                    <a:pt x="203144" y="248321"/>
                  </a:lnTo>
                  <a:lnTo>
                    <a:pt x="203385" y="248563"/>
                  </a:lnTo>
                  <a:lnTo>
                    <a:pt x="203705" y="248959"/>
                  </a:lnTo>
                  <a:lnTo>
                    <a:pt x="203911" y="249285"/>
                  </a:lnTo>
                  <a:lnTo>
                    <a:pt x="204170" y="249568"/>
                  </a:lnTo>
                  <a:lnTo>
                    <a:pt x="204317" y="249681"/>
                  </a:lnTo>
                  <a:lnTo>
                    <a:pt x="204769" y="249968"/>
                  </a:lnTo>
                  <a:lnTo>
                    <a:pt x="205229" y="250180"/>
                  </a:lnTo>
                  <a:lnTo>
                    <a:pt x="205557" y="250469"/>
                  </a:lnTo>
                  <a:lnTo>
                    <a:pt x="205735" y="250677"/>
                  </a:lnTo>
                  <a:lnTo>
                    <a:pt x="206395" y="250964"/>
                  </a:lnTo>
                  <a:lnTo>
                    <a:pt x="206532" y="250990"/>
                  </a:lnTo>
                  <a:lnTo>
                    <a:pt x="206797" y="250981"/>
                  </a:lnTo>
                  <a:lnTo>
                    <a:pt x="207004" y="251038"/>
                  </a:lnTo>
                  <a:lnTo>
                    <a:pt x="207342" y="251292"/>
                  </a:lnTo>
                  <a:lnTo>
                    <a:pt x="207791" y="251443"/>
                  </a:lnTo>
                  <a:lnTo>
                    <a:pt x="208147" y="251416"/>
                  </a:lnTo>
                  <a:lnTo>
                    <a:pt x="208489" y="251455"/>
                  </a:lnTo>
                  <a:lnTo>
                    <a:pt x="209693" y="251781"/>
                  </a:lnTo>
                  <a:lnTo>
                    <a:pt x="209999" y="251916"/>
                  </a:lnTo>
                  <a:lnTo>
                    <a:pt x="210216" y="252089"/>
                  </a:lnTo>
                  <a:lnTo>
                    <a:pt x="210398" y="252300"/>
                  </a:lnTo>
                  <a:lnTo>
                    <a:pt x="210554" y="252636"/>
                  </a:lnTo>
                  <a:lnTo>
                    <a:pt x="210715" y="253211"/>
                  </a:lnTo>
                  <a:lnTo>
                    <a:pt x="210778" y="253362"/>
                  </a:lnTo>
                  <a:lnTo>
                    <a:pt x="210972" y="253712"/>
                  </a:lnTo>
                  <a:lnTo>
                    <a:pt x="211121" y="253898"/>
                  </a:lnTo>
                  <a:lnTo>
                    <a:pt x="211480" y="254163"/>
                  </a:lnTo>
                  <a:lnTo>
                    <a:pt x="211850" y="254483"/>
                  </a:lnTo>
                  <a:lnTo>
                    <a:pt x="212087" y="254782"/>
                  </a:lnTo>
                  <a:lnTo>
                    <a:pt x="212310" y="255006"/>
                  </a:lnTo>
                  <a:lnTo>
                    <a:pt x="212621" y="255193"/>
                  </a:lnTo>
                  <a:lnTo>
                    <a:pt x="213320" y="255649"/>
                  </a:lnTo>
                  <a:lnTo>
                    <a:pt x="213720" y="255964"/>
                  </a:lnTo>
                  <a:lnTo>
                    <a:pt x="214416" y="256504"/>
                  </a:lnTo>
                  <a:lnTo>
                    <a:pt x="214731" y="256704"/>
                  </a:lnTo>
                  <a:lnTo>
                    <a:pt x="215003" y="256868"/>
                  </a:lnTo>
                  <a:lnTo>
                    <a:pt x="213923" y="258684"/>
                  </a:lnTo>
                  <a:lnTo>
                    <a:pt x="213618" y="259411"/>
                  </a:lnTo>
                  <a:lnTo>
                    <a:pt x="214117" y="259901"/>
                  </a:lnTo>
                  <a:lnTo>
                    <a:pt x="215461" y="260255"/>
                  </a:lnTo>
                  <a:lnTo>
                    <a:pt x="215843" y="259773"/>
                  </a:lnTo>
                  <a:lnTo>
                    <a:pt x="216638" y="259622"/>
                  </a:lnTo>
                  <a:lnTo>
                    <a:pt x="217550" y="259623"/>
                  </a:lnTo>
                  <a:lnTo>
                    <a:pt x="218079" y="260298"/>
                  </a:lnTo>
                  <a:lnTo>
                    <a:pt x="220406" y="262187"/>
                  </a:lnTo>
                  <a:lnTo>
                    <a:pt x="220717" y="262368"/>
                  </a:lnTo>
                  <a:lnTo>
                    <a:pt x="221195" y="262515"/>
                  </a:lnTo>
                  <a:lnTo>
                    <a:pt x="224272" y="263488"/>
                  </a:lnTo>
                  <a:lnTo>
                    <a:pt x="224928" y="263914"/>
                  </a:lnTo>
                  <a:lnTo>
                    <a:pt x="225072" y="264023"/>
                  </a:lnTo>
                  <a:lnTo>
                    <a:pt x="225700" y="264572"/>
                  </a:lnTo>
                  <a:lnTo>
                    <a:pt x="225716" y="265386"/>
                  </a:lnTo>
                  <a:lnTo>
                    <a:pt x="225587" y="265504"/>
                  </a:lnTo>
                  <a:lnTo>
                    <a:pt x="225064" y="265661"/>
                  </a:lnTo>
                  <a:lnTo>
                    <a:pt x="225125" y="266012"/>
                  </a:lnTo>
                  <a:lnTo>
                    <a:pt x="224877" y="266967"/>
                  </a:lnTo>
                  <a:lnTo>
                    <a:pt x="225021" y="266999"/>
                  </a:lnTo>
                  <a:lnTo>
                    <a:pt x="225220" y="267201"/>
                  </a:lnTo>
                  <a:lnTo>
                    <a:pt x="225169" y="267331"/>
                  </a:lnTo>
                  <a:lnTo>
                    <a:pt x="224614" y="267115"/>
                  </a:lnTo>
                  <a:lnTo>
                    <a:pt x="224044" y="268038"/>
                  </a:lnTo>
                  <a:lnTo>
                    <a:pt x="223916" y="268857"/>
                  </a:lnTo>
                  <a:lnTo>
                    <a:pt x="223730" y="268955"/>
                  </a:lnTo>
                  <a:lnTo>
                    <a:pt x="223340" y="269054"/>
                  </a:lnTo>
                  <a:lnTo>
                    <a:pt x="223052" y="268678"/>
                  </a:lnTo>
                  <a:lnTo>
                    <a:pt x="222607" y="268045"/>
                  </a:lnTo>
                  <a:lnTo>
                    <a:pt x="222290" y="267979"/>
                  </a:lnTo>
                  <a:lnTo>
                    <a:pt x="221954" y="267872"/>
                  </a:lnTo>
                  <a:lnTo>
                    <a:pt x="222053" y="267555"/>
                  </a:lnTo>
                  <a:lnTo>
                    <a:pt x="221820" y="267467"/>
                  </a:lnTo>
                  <a:lnTo>
                    <a:pt x="221616" y="267649"/>
                  </a:lnTo>
                  <a:lnTo>
                    <a:pt x="221418" y="267854"/>
                  </a:lnTo>
                  <a:lnTo>
                    <a:pt x="222049" y="268024"/>
                  </a:lnTo>
                  <a:lnTo>
                    <a:pt x="222219" y="268100"/>
                  </a:lnTo>
                  <a:lnTo>
                    <a:pt x="222148" y="268309"/>
                  </a:lnTo>
                  <a:lnTo>
                    <a:pt x="222045" y="268542"/>
                  </a:lnTo>
                  <a:lnTo>
                    <a:pt x="221705" y="268503"/>
                  </a:lnTo>
                  <a:lnTo>
                    <a:pt x="220867" y="268865"/>
                  </a:lnTo>
                  <a:lnTo>
                    <a:pt x="220130" y="268960"/>
                  </a:lnTo>
                  <a:lnTo>
                    <a:pt x="219691" y="268364"/>
                  </a:lnTo>
                  <a:lnTo>
                    <a:pt x="217691" y="269286"/>
                  </a:lnTo>
                  <a:lnTo>
                    <a:pt x="217645" y="269442"/>
                  </a:lnTo>
                  <a:lnTo>
                    <a:pt x="217616" y="269711"/>
                  </a:lnTo>
                  <a:lnTo>
                    <a:pt x="217618" y="270215"/>
                  </a:lnTo>
                  <a:lnTo>
                    <a:pt x="217670" y="270401"/>
                  </a:lnTo>
                  <a:lnTo>
                    <a:pt x="217776" y="270620"/>
                  </a:lnTo>
                  <a:lnTo>
                    <a:pt x="217981" y="270883"/>
                  </a:lnTo>
                  <a:lnTo>
                    <a:pt x="217836" y="271156"/>
                  </a:lnTo>
                  <a:lnTo>
                    <a:pt x="217582" y="271465"/>
                  </a:lnTo>
                  <a:lnTo>
                    <a:pt x="217062" y="271891"/>
                  </a:lnTo>
                  <a:lnTo>
                    <a:pt x="216558" y="272452"/>
                  </a:lnTo>
                  <a:lnTo>
                    <a:pt x="216463" y="272592"/>
                  </a:lnTo>
                  <a:lnTo>
                    <a:pt x="216368" y="272760"/>
                  </a:lnTo>
                  <a:lnTo>
                    <a:pt x="216299" y="272932"/>
                  </a:lnTo>
                  <a:lnTo>
                    <a:pt x="216278" y="273111"/>
                  </a:lnTo>
                  <a:lnTo>
                    <a:pt x="216449" y="273462"/>
                  </a:lnTo>
                  <a:lnTo>
                    <a:pt x="215074" y="273374"/>
                  </a:lnTo>
                  <a:lnTo>
                    <a:pt x="214462" y="273662"/>
                  </a:lnTo>
                  <a:lnTo>
                    <a:pt x="214047" y="273945"/>
                  </a:lnTo>
                  <a:lnTo>
                    <a:pt x="213851" y="273833"/>
                  </a:lnTo>
                  <a:lnTo>
                    <a:pt x="213866" y="273605"/>
                  </a:lnTo>
                  <a:lnTo>
                    <a:pt x="213294" y="273219"/>
                  </a:lnTo>
                  <a:lnTo>
                    <a:pt x="212410" y="273180"/>
                  </a:lnTo>
                  <a:lnTo>
                    <a:pt x="212421" y="273496"/>
                  </a:lnTo>
                  <a:lnTo>
                    <a:pt x="212561" y="274051"/>
                  </a:lnTo>
                  <a:lnTo>
                    <a:pt x="212477" y="274314"/>
                  </a:lnTo>
                  <a:lnTo>
                    <a:pt x="214138" y="274665"/>
                  </a:lnTo>
                  <a:lnTo>
                    <a:pt x="214016" y="275455"/>
                  </a:lnTo>
                  <a:lnTo>
                    <a:pt x="213026" y="275260"/>
                  </a:lnTo>
                  <a:lnTo>
                    <a:pt x="212153" y="276178"/>
                  </a:lnTo>
                  <a:lnTo>
                    <a:pt x="211483" y="276824"/>
                  </a:lnTo>
                  <a:lnTo>
                    <a:pt x="211418" y="277221"/>
                  </a:lnTo>
                  <a:lnTo>
                    <a:pt x="211211" y="277484"/>
                  </a:lnTo>
                  <a:lnTo>
                    <a:pt x="210622" y="277755"/>
                  </a:lnTo>
                  <a:lnTo>
                    <a:pt x="209784" y="277663"/>
                  </a:lnTo>
                  <a:lnTo>
                    <a:pt x="209641" y="277801"/>
                  </a:lnTo>
                  <a:lnTo>
                    <a:pt x="209509" y="277796"/>
                  </a:lnTo>
                  <a:lnTo>
                    <a:pt x="209369" y="277777"/>
                  </a:lnTo>
                  <a:lnTo>
                    <a:pt x="209210" y="277732"/>
                  </a:lnTo>
                  <a:lnTo>
                    <a:pt x="208945" y="277658"/>
                  </a:lnTo>
                  <a:lnTo>
                    <a:pt x="209041" y="277838"/>
                  </a:lnTo>
                  <a:lnTo>
                    <a:pt x="209805" y="279020"/>
                  </a:lnTo>
                  <a:lnTo>
                    <a:pt x="210344" y="279128"/>
                  </a:lnTo>
                  <a:lnTo>
                    <a:pt x="210722" y="279015"/>
                  </a:lnTo>
                  <a:lnTo>
                    <a:pt x="211572" y="278796"/>
                  </a:lnTo>
                  <a:lnTo>
                    <a:pt x="211741" y="279133"/>
                  </a:lnTo>
                  <a:lnTo>
                    <a:pt x="211746" y="279288"/>
                  </a:lnTo>
                  <a:lnTo>
                    <a:pt x="211523" y="279959"/>
                  </a:lnTo>
                  <a:lnTo>
                    <a:pt x="211417" y="280147"/>
                  </a:lnTo>
                  <a:lnTo>
                    <a:pt x="210889" y="281447"/>
                  </a:lnTo>
                  <a:lnTo>
                    <a:pt x="210916" y="281854"/>
                  </a:lnTo>
                  <a:lnTo>
                    <a:pt x="210628" y="282366"/>
                  </a:lnTo>
                  <a:lnTo>
                    <a:pt x="210389" y="282428"/>
                  </a:lnTo>
                  <a:lnTo>
                    <a:pt x="209767" y="282915"/>
                  </a:lnTo>
                  <a:lnTo>
                    <a:pt x="209747" y="283052"/>
                  </a:lnTo>
                  <a:lnTo>
                    <a:pt x="209790" y="283478"/>
                  </a:lnTo>
                  <a:lnTo>
                    <a:pt x="209782" y="283759"/>
                  </a:lnTo>
                  <a:lnTo>
                    <a:pt x="209392" y="283880"/>
                  </a:lnTo>
                  <a:lnTo>
                    <a:pt x="209345" y="283540"/>
                  </a:lnTo>
                  <a:lnTo>
                    <a:pt x="209246" y="283240"/>
                  </a:lnTo>
                  <a:lnTo>
                    <a:pt x="208947" y="283478"/>
                  </a:lnTo>
                  <a:lnTo>
                    <a:pt x="208089" y="283962"/>
                  </a:lnTo>
                  <a:lnTo>
                    <a:pt x="207918" y="284130"/>
                  </a:lnTo>
                  <a:lnTo>
                    <a:pt x="207669" y="284468"/>
                  </a:lnTo>
                  <a:lnTo>
                    <a:pt x="207662" y="284805"/>
                  </a:lnTo>
                  <a:lnTo>
                    <a:pt x="207676" y="285308"/>
                  </a:lnTo>
                  <a:lnTo>
                    <a:pt x="207684" y="285479"/>
                  </a:lnTo>
                  <a:lnTo>
                    <a:pt x="207760" y="286079"/>
                  </a:lnTo>
                  <a:lnTo>
                    <a:pt x="207658" y="286352"/>
                  </a:lnTo>
                  <a:lnTo>
                    <a:pt x="207360" y="287040"/>
                  </a:lnTo>
                  <a:lnTo>
                    <a:pt x="207290" y="287345"/>
                  </a:lnTo>
                  <a:lnTo>
                    <a:pt x="207257" y="287935"/>
                  </a:lnTo>
                  <a:lnTo>
                    <a:pt x="207593" y="288006"/>
                  </a:lnTo>
                  <a:lnTo>
                    <a:pt x="207418" y="288720"/>
                  </a:lnTo>
                  <a:lnTo>
                    <a:pt x="207261" y="289030"/>
                  </a:lnTo>
                  <a:lnTo>
                    <a:pt x="207124" y="289105"/>
                  </a:lnTo>
                  <a:lnTo>
                    <a:pt x="206898" y="289119"/>
                  </a:lnTo>
                  <a:lnTo>
                    <a:pt x="206640" y="289326"/>
                  </a:lnTo>
                  <a:lnTo>
                    <a:pt x="206662" y="289783"/>
                  </a:lnTo>
                  <a:lnTo>
                    <a:pt x="206681" y="290089"/>
                  </a:lnTo>
                  <a:lnTo>
                    <a:pt x="206670" y="290310"/>
                  </a:lnTo>
                  <a:lnTo>
                    <a:pt x="206590" y="291643"/>
                  </a:lnTo>
                  <a:lnTo>
                    <a:pt x="206529" y="291905"/>
                  </a:lnTo>
                  <a:lnTo>
                    <a:pt x="206430" y="292057"/>
                  </a:lnTo>
                  <a:lnTo>
                    <a:pt x="206280" y="292439"/>
                  </a:lnTo>
                  <a:lnTo>
                    <a:pt x="206450" y="293263"/>
                  </a:lnTo>
                  <a:lnTo>
                    <a:pt x="206553" y="293616"/>
                  </a:lnTo>
                  <a:lnTo>
                    <a:pt x="206866" y="294421"/>
                  </a:lnTo>
                  <a:lnTo>
                    <a:pt x="207182" y="294624"/>
                  </a:lnTo>
                  <a:lnTo>
                    <a:pt x="208039" y="295464"/>
                  </a:lnTo>
                  <a:lnTo>
                    <a:pt x="208326" y="295889"/>
                  </a:lnTo>
                  <a:lnTo>
                    <a:pt x="208476" y="296133"/>
                  </a:lnTo>
                  <a:lnTo>
                    <a:pt x="208647" y="296546"/>
                  </a:lnTo>
                  <a:lnTo>
                    <a:pt x="208754" y="296874"/>
                  </a:lnTo>
                  <a:lnTo>
                    <a:pt x="208805" y="297145"/>
                  </a:lnTo>
                  <a:lnTo>
                    <a:pt x="208810" y="297340"/>
                  </a:lnTo>
                  <a:lnTo>
                    <a:pt x="208691" y="297830"/>
                  </a:lnTo>
                  <a:lnTo>
                    <a:pt x="208074" y="297657"/>
                  </a:lnTo>
                  <a:lnTo>
                    <a:pt x="207465" y="297513"/>
                  </a:lnTo>
                  <a:lnTo>
                    <a:pt x="206618" y="297847"/>
                  </a:lnTo>
                  <a:lnTo>
                    <a:pt x="206587" y="298318"/>
                  </a:lnTo>
                  <a:lnTo>
                    <a:pt x="206769" y="298313"/>
                  </a:lnTo>
                  <a:lnTo>
                    <a:pt x="207100" y="298378"/>
                  </a:lnTo>
                  <a:lnTo>
                    <a:pt x="207307" y="298445"/>
                  </a:lnTo>
                  <a:lnTo>
                    <a:pt x="207800" y="298806"/>
                  </a:lnTo>
                  <a:lnTo>
                    <a:pt x="208504" y="299278"/>
                  </a:lnTo>
                  <a:lnTo>
                    <a:pt x="209238" y="299666"/>
                  </a:lnTo>
                  <a:lnTo>
                    <a:pt x="209317" y="299948"/>
                  </a:lnTo>
                  <a:lnTo>
                    <a:pt x="209793" y="300682"/>
                  </a:lnTo>
                  <a:lnTo>
                    <a:pt x="209969" y="301062"/>
                  </a:lnTo>
                  <a:lnTo>
                    <a:pt x="210060" y="301482"/>
                  </a:lnTo>
                  <a:lnTo>
                    <a:pt x="210182" y="301839"/>
                  </a:lnTo>
                  <a:lnTo>
                    <a:pt x="210075" y="302097"/>
                  </a:lnTo>
                  <a:lnTo>
                    <a:pt x="209966" y="302569"/>
                  </a:lnTo>
                  <a:lnTo>
                    <a:pt x="209937" y="302736"/>
                  </a:lnTo>
                  <a:lnTo>
                    <a:pt x="209880" y="303047"/>
                  </a:lnTo>
                  <a:lnTo>
                    <a:pt x="209662" y="303531"/>
                  </a:lnTo>
                  <a:lnTo>
                    <a:pt x="209439" y="303831"/>
                  </a:lnTo>
                  <a:lnTo>
                    <a:pt x="208532" y="304794"/>
                  </a:lnTo>
                  <a:lnTo>
                    <a:pt x="208496" y="304644"/>
                  </a:lnTo>
                  <a:lnTo>
                    <a:pt x="207338" y="303484"/>
                  </a:lnTo>
                  <a:lnTo>
                    <a:pt x="207096" y="303718"/>
                  </a:lnTo>
                  <a:lnTo>
                    <a:pt x="207266" y="304247"/>
                  </a:lnTo>
                  <a:lnTo>
                    <a:pt x="207124" y="304489"/>
                  </a:lnTo>
                  <a:lnTo>
                    <a:pt x="207277" y="304848"/>
                  </a:lnTo>
                  <a:lnTo>
                    <a:pt x="207460" y="305075"/>
                  </a:lnTo>
                  <a:lnTo>
                    <a:pt x="207206" y="305146"/>
                  </a:lnTo>
                  <a:lnTo>
                    <a:pt x="206870" y="305048"/>
                  </a:lnTo>
                  <a:lnTo>
                    <a:pt x="206216" y="304790"/>
                  </a:lnTo>
                  <a:lnTo>
                    <a:pt x="205612" y="305025"/>
                  </a:lnTo>
                  <a:lnTo>
                    <a:pt x="205267" y="305092"/>
                  </a:lnTo>
                  <a:lnTo>
                    <a:pt x="204605" y="304403"/>
                  </a:lnTo>
                  <a:lnTo>
                    <a:pt x="203937" y="303720"/>
                  </a:lnTo>
                  <a:lnTo>
                    <a:pt x="202790" y="302801"/>
                  </a:lnTo>
                  <a:lnTo>
                    <a:pt x="201895" y="302839"/>
                  </a:lnTo>
                  <a:lnTo>
                    <a:pt x="201646" y="302896"/>
                  </a:lnTo>
                  <a:lnTo>
                    <a:pt x="200710" y="303116"/>
                  </a:lnTo>
                  <a:lnTo>
                    <a:pt x="200459" y="303199"/>
                  </a:lnTo>
                  <a:lnTo>
                    <a:pt x="199425" y="303585"/>
                  </a:lnTo>
                  <a:lnTo>
                    <a:pt x="199206" y="303716"/>
                  </a:lnTo>
                  <a:lnTo>
                    <a:pt x="198889" y="303957"/>
                  </a:lnTo>
                  <a:lnTo>
                    <a:pt x="198460" y="303868"/>
                  </a:lnTo>
                  <a:lnTo>
                    <a:pt x="198212" y="303606"/>
                  </a:lnTo>
                  <a:lnTo>
                    <a:pt x="197790" y="303460"/>
                  </a:lnTo>
                  <a:lnTo>
                    <a:pt x="197647" y="303436"/>
                  </a:lnTo>
                  <a:lnTo>
                    <a:pt x="197463" y="303474"/>
                  </a:lnTo>
                  <a:lnTo>
                    <a:pt x="197249" y="303566"/>
                  </a:lnTo>
                  <a:lnTo>
                    <a:pt x="197085" y="303729"/>
                  </a:lnTo>
                  <a:lnTo>
                    <a:pt x="196285" y="303401"/>
                  </a:lnTo>
                  <a:lnTo>
                    <a:pt x="196178" y="303261"/>
                  </a:lnTo>
                  <a:lnTo>
                    <a:pt x="195869" y="302968"/>
                  </a:lnTo>
                  <a:lnTo>
                    <a:pt x="195562" y="302877"/>
                  </a:lnTo>
                  <a:lnTo>
                    <a:pt x="195390" y="303229"/>
                  </a:lnTo>
                  <a:lnTo>
                    <a:pt x="195410" y="303468"/>
                  </a:lnTo>
                  <a:lnTo>
                    <a:pt x="195488" y="303689"/>
                  </a:lnTo>
                  <a:lnTo>
                    <a:pt x="195618" y="304188"/>
                  </a:lnTo>
                  <a:lnTo>
                    <a:pt x="195508" y="304592"/>
                  </a:lnTo>
                  <a:lnTo>
                    <a:pt x="195157" y="304334"/>
                  </a:lnTo>
                  <a:lnTo>
                    <a:pt x="193867" y="303832"/>
                  </a:lnTo>
                  <a:lnTo>
                    <a:pt x="193647" y="304060"/>
                  </a:lnTo>
                  <a:lnTo>
                    <a:pt x="193941" y="304407"/>
                  </a:lnTo>
                  <a:lnTo>
                    <a:pt x="194005" y="304685"/>
                  </a:lnTo>
                  <a:lnTo>
                    <a:pt x="193420" y="304612"/>
                  </a:lnTo>
                  <a:lnTo>
                    <a:pt x="192731" y="304418"/>
                  </a:lnTo>
                  <a:lnTo>
                    <a:pt x="192253" y="303919"/>
                  </a:lnTo>
                  <a:lnTo>
                    <a:pt x="192113" y="303683"/>
                  </a:lnTo>
                  <a:lnTo>
                    <a:pt x="191714" y="303278"/>
                  </a:lnTo>
                  <a:lnTo>
                    <a:pt x="191421" y="303068"/>
                  </a:lnTo>
                  <a:lnTo>
                    <a:pt x="190878" y="302775"/>
                  </a:lnTo>
                  <a:lnTo>
                    <a:pt x="190274" y="302495"/>
                  </a:lnTo>
                  <a:lnTo>
                    <a:pt x="189659" y="302253"/>
                  </a:lnTo>
                  <a:lnTo>
                    <a:pt x="189373" y="302377"/>
                  </a:lnTo>
                  <a:lnTo>
                    <a:pt x="189008" y="302872"/>
                  </a:lnTo>
                  <a:lnTo>
                    <a:pt x="189218" y="303028"/>
                  </a:lnTo>
                  <a:lnTo>
                    <a:pt x="189520" y="303215"/>
                  </a:lnTo>
                  <a:lnTo>
                    <a:pt x="189809" y="303202"/>
                  </a:lnTo>
                  <a:lnTo>
                    <a:pt x="190080" y="303276"/>
                  </a:lnTo>
                  <a:lnTo>
                    <a:pt x="190152" y="303784"/>
                  </a:lnTo>
                  <a:lnTo>
                    <a:pt x="189752" y="304152"/>
                  </a:lnTo>
                  <a:lnTo>
                    <a:pt x="189243" y="304998"/>
                  </a:lnTo>
                  <a:lnTo>
                    <a:pt x="188716" y="304780"/>
                  </a:lnTo>
                  <a:lnTo>
                    <a:pt x="188547" y="304592"/>
                  </a:lnTo>
                  <a:lnTo>
                    <a:pt x="187985" y="304159"/>
                  </a:lnTo>
                  <a:lnTo>
                    <a:pt x="187511" y="304276"/>
                  </a:lnTo>
                  <a:lnTo>
                    <a:pt x="187295" y="304272"/>
                  </a:lnTo>
                  <a:lnTo>
                    <a:pt x="187087" y="304065"/>
                  </a:lnTo>
                  <a:lnTo>
                    <a:pt x="186554" y="303576"/>
                  </a:lnTo>
                  <a:lnTo>
                    <a:pt x="186419" y="303490"/>
                  </a:lnTo>
                  <a:lnTo>
                    <a:pt x="185969" y="303323"/>
                  </a:lnTo>
                  <a:lnTo>
                    <a:pt x="185780" y="303090"/>
                  </a:lnTo>
                  <a:lnTo>
                    <a:pt x="185179" y="302580"/>
                  </a:lnTo>
                  <a:lnTo>
                    <a:pt x="184783" y="302576"/>
                  </a:lnTo>
                  <a:lnTo>
                    <a:pt x="184108" y="301971"/>
                  </a:lnTo>
                  <a:lnTo>
                    <a:pt x="183789" y="301862"/>
                  </a:lnTo>
                  <a:lnTo>
                    <a:pt x="183504" y="302004"/>
                  </a:lnTo>
                  <a:lnTo>
                    <a:pt x="183355" y="302365"/>
                  </a:lnTo>
                  <a:lnTo>
                    <a:pt x="183102" y="303104"/>
                  </a:lnTo>
                  <a:lnTo>
                    <a:pt x="183107" y="303234"/>
                  </a:lnTo>
                  <a:lnTo>
                    <a:pt x="183273" y="303586"/>
                  </a:lnTo>
                  <a:lnTo>
                    <a:pt x="183427" y="303847"/>
                  </a:lnTo>
                  <a:lnTo>
                    <a:pt x="183277" y="304098"/>
                  </a:lnTo>
                  <a:lnTo>
                    <a:pt x="183052" y="304446"/>
                  </a:lnTo>
                  <a:lnTo>
                    <a:pt x="182777" y="304646"/>
                  </a:lnTo>
                  <a:lnTo>
                    <a:pt x="182707" y="305043"/>
                  </a:lnTo>
                  <a:lnTo>
                    <a:pt x="182939" y="305406"/>
                  </a:lnTo>
                  <a:lnTo>
                    <a:pt x="182727" y="305995"/>
                  </a:lnTo>
                  <a:lnTo>
                    <a:pt x="182505" y="305788"/>
                  </a:lnTo>
                  <a:lnTo>
                    <a:pt x="182152" y="304956"/>
                  </a:lnTo>
                  <a:lnTo>
                    <a:pt x="181990" y="304989"/>
                  </a:lnTo>
                  <a:lnTo>
                    <a:pt x="181746" y="305009"/>
                  </a:lnTo>
                  <a:lnTo>
                    <a:pt x="181257" y="304514"/>
                  </a:lnTo>
                  <a:lnTo>
                    <a:pt x="181193" y="304288"/>
                  </a:lnTo>
                  <a:lnTo>
                    <a:pt x="181287" y="303870"/>
                  </a:lnTo>
                  <a:lnTo>
                    <a:pt x="180668" y="303954"/>
                  </a:lnTo>
                  <a:lnTo>
                    <a:pt x="179938" y="304056"/>
                  </a:lnTo>
                  <a:lnTo>
                    <a:pt x="179748" y="303935"/>
                  </a:lnTo>
                  <a:lnTo>
                    <a:pt x="179570" y="303743"/>
                  </a:lnTo>
                  <a:lnTo>
                    <a:pt x="179484" y="303614"/>
                  </a:lnTo>
                  <a:lnTo>
                    <a:pt x="179314" y="303448"/>
                  </a:lnTo>
                  <a:lnTo>
                    <a:pt x="179146" y="303683"/>
                  </a:lnTo>
                  <a:lnTo>
                    <a:pt x="179042" y="303857"/>
                  </a:lnTo>
                  <a:lnTo>
                    <a:pt x="178873" y="304246"/>
                  </a:lnTo>
                  <a:lnTo>
                    <a:pt x="178425" y="304241"/>
                  </a:lnTo>
                  <a:lnTo>
                    <a:pt x="178371" y="303812"/>
                  </a:lnTo>
                  <a:lnTo>
                    <a:pt x="178115" y="303611"/>
                  </a:lnTo>
                  <a:lnTo>
                    <a:pt x="177727" y="303721"/>
                  </a:lnTo>
                  <a:lnTo>
                    <a:pt x="177338" y="303911"/>
                  </a:lnTo>
                  <a:lnTo>
                    <a:pt x="177115" y="303957"/>
                  </a:lnTo>
                  <a:lnTo>
                    <a:pt x="176877" y="303473"/>
                  </a:lnTo>
                  <a:lnTo>
                    <a:pt x="176446" y="303307"/>
                  </a:lnTo>
                  <a:lnTo>
                    <a:pt x="175889" y="303153"/>
                  </a:lnTo>
                  <a:lnTo>
                    <a:pt x="175612" y="303690"/>
                  </a:lnTo>
                  <a:lnTo>
                    <a:pt x="175750" y="303930"/>
                  </a:lnTo>
                  <a:lnTo>
                    <a:pt x="176050" y="304749"/>
                  </a:lnTo>
                  <a:lnTo>
                    <a:pt x="176144" y="305011"/>
                  </a:lnTo>
                  <a:lnTo>
                    <a:pt x="176207" y="305231"/>
                  </a:lnTo>
                  <a:lnTo>
                    <a:pt x="176357" y="305427"/>
                  </a:lnTo>
                  <a:lnTo>
                    <a:pt x="176527" y="305633"/>
                  </a:lnTo>
                  <a:lnTo>
                    <a:pt x="176878" y="305918"/>
                  </a:lnTo>
                  <a:lnTo>
                    <a:pt x="177169" y="306344"/>
                  </a:lnTo>
                  <a:lnTo>
                    <a:pt x="177391" y="306886"/>
                  </a:lnTo>
                  <a:lnTo>
                    <a:pt x="177465" y="307542"/>
                  </a:lnTo>
                  <a:lnTo>
                    <a:pt x="177590" y="308405"/>
                  </a:lnTo>
                  <a:lnTo>
                    <a:pt x="177961" y="309107"/>
                  </a:lnTo>
                  <a:lnTo>
                    <a:pt x="178339" y="309551"/>
                  </a:lnTo>
                  <a:lnTo>
                    <a:pt x="177975" y="309966"/>
                  </a:lnTo>
                  <a:lnTo>
                    <a:pt x="177846" y="309923"/>
                  </a:lnTo>
                  <a:lnTo>
                    <a:pt x="177683" y="309791"/>
                  </a:lnTo>
                  <a:lnTo>
                    <a:pt x="177425" y="309698"/>
                  </a:lnTo>
                  <a:lnTo>
                    <a:pt x="177200" y="309792"/>
                  </a:lnTo>
                  <a:lnTo>
                    <a:pt x="177279" y="310099"/>
                  </a:lnTo>
                  <a:lnTo>
                    <a:pt x="177292" y="310665"/>
                  </a:lnTo>
                  <a:lnTo>
                    <a:pt x="177247" y="310813"/>
                  </a:lnTo>
                  <a:lnTo>
                    <a:pt x="177194" y="311139"/>
                  </a:lnTo>
                  <a:lnTo>
                    <a:pt x="177128" y="311742"/>
                  </a:lnTo>
                  <a:lnTo>
                    <a:pt x="177283" y="312385"/>
                  </a:lnTo>
                  <a:lnTo>
                    <a:pt x="176317" y="312564"/>
                  </a:lnTo>
                  <a:lnTo>
                    <a:pt x="175738" y="312455"/>
                  </a:lnTo>
                  <a:lnTo>
                    <a:pt x="175575" y="312415"/>
                  </a:lnTo>
                  <a:lnTo>
                    <a:pt x="175005" y="312040"/>
                  </a:lnTo>
                  <a:lnTo>
                    <a:pt x="174787" y="312358"/>
                  </a:lnTo>
                  <a:lnTo>
                    <a:pt x="174772" y="312499"/>
                  </a:lnTo>
                  <a:lnTo>
                    <a:pt x="174796" y="312860"/>
                  </a:lnTo>
                  <a:lnTo>
                    <a:pt x="174895" y="313326"/>
                  </a:lnTo>
                  <a:lnTo>
                    <a:pt x="174828" y="313579"/>
                  </a:lnTo>
                  <a:lnTo>
                    <a:pt x="174459" y="313840"/>
                  </a:lnTo>
                  <a:lnTo>
                    <a:pt x="174074" y="313750"/>
                  </a:lnTo>
                  <a:lnTo>
                    <a:pt x="173931" y="313570"/>
                  </a:lnTo>
                  <a:lnTo>
                    <a:pt x="173783" y="313252"/>
                  </a:lnTo>
                  <a:lnTo>
                    <a:pt x="174061" y="313268"/>
                  </a:lnTo>
                  <a:lnTo>
                    <a:pt x="174016" y="312912"/>
                  </a:lnTo>
                  <a:lnTo>
                    <a:pt x="173826" y="312641"/>
                  </a:lnTo>
                  <a:lnTo>
                    <a:pt x="173498" y="312386"/>
                  </a:lnTo>
                  <a:lnTo>
                    <a:pt x="173284" y="312211"/>
                  </a:lnTo>
                  <a:lnTo>
                    <a:pt x="172891" y="311801"/>
                  </a:lnTo>
                  <a:lnTo>
                    <a:pt x="172798" y="311542"/>
                  </a:lnTo>
                  <a:lnTo>
                    <a:pt x="172705" y="311335"/>
                  </a:lnTo>
                  <a:lnTo>
                    <a:pt x="172360" y="311372"/>
                  </a:lnTo>
                  <a:lnTo>
                    <a:pt x="172364" y="311612"/>
                  </a:lnTo>
                  <a:lnTo>
                    <a:pt x="172485" y="312004"/>
                  </a:lnTo>
                  <a:lnTo>
                    <a:pt x="172609" y="312208"/>
                  </a:lnTo>
                  <a:lnTo>
                    <a:pt x="172786" y="312425"/>
                  </a:lnTo>
                  <a:lnTo>
                    <a:pt x="172968" y="312772"/>
                  </a:lnTo>
                  <a:lnTo>
                    <a:pt x="172929" y="313115"/>
                  </a:lnTo>
                  <a:lnTo>
                    <a:pt x="172870" y="313249"/>
                  </a:lnTo>
                  <a:lnTo>
                    <a:pt x="172812" y="313424"/>
                  </a:lnTo>
                  <a:lnTo>
                    <a:pt x="172916" y="313640"/>
                  </a:lnTo>
                  <a:lnTo>
                    <a:pt x="173481" y="314083"/>
                  </a:lnTo>
                  <a:lnTo>
                    <a:pt x="173624" y="314116"/>
                  </a:lnTo>
                  <a:lnTo>
                    <a:pt x="174078" y="314034"/>
                  </a:lnTo>
                  <a:lnTo>
                    <a:pt x="174279" y="314105"/>
                  </a:lnTo>
                  <a:lnTo>
                    <a:pt x="175360" y="314795"/>
                  </a:lnTo>
                  <a:lnTo>
                    <a:pt x="175687" y="315293"/>
                  </a:lnTo>
                  <a:lnTo>
                    <a:pt x="175714" y="315528"/>
                  </a:lnTo>
                  <a:lnTo>
                    <a:pt x="175574" y="315564"/>
                  </a:lnTo>
                  <a:lnTo>
                    <a:pt x="175255" y="316013"/>
                  </a:lnTo>
                  <a:lnTo>
                    <a:pt x="175297" y="316266"/>
                  </a:lnTo>
                  <a:lnTo>
                    <a:pt x="175738" y="316808"/>
                  </a:lnTo>
                  <a:lnTo>
                    <a:pt x="176062" y="316553"/>
                  </a:lnTo>
                  <a:lnTo>
                    <a:pt x="176226" y="316260"/>
                  </a:lnTo>
                  <a:lnTo>
                    <a:pt x="176509" y="316156"/>
                  </a:lnTo>
                  <a:lnTo>
                    <a:pt x="176763" y="316310"/>
                  </a:lnTo>
                  <a:lnTo>
                    <a:pt x="177138" y="316745"/>
                  </a:lnTo>
                  <a:lnTo>
                    <a:pt x="176995" y="317537"/>
                  </a:lnTo>
                  <a:lnTo>
                    <a:pt x="176507" y="317794"/>
                  </a:lnTo>
                  <a:lnTo>
                    <a:pt x="177249" y="318315"/>
                  </a:lnTo>
                  <a:lnTo>
                    <a:pt x="177245" y="318900"/>
                  </a:lnTo>
                  <a:lnTo>
                    <a:pt x="177156" y="319307"/>
                  </a:lnTo>
                  <a:lnTo>
                    <a:pt x="177486" y="319558"/>
                  </a:lnTo>
                  <a:lnTo>
                    <a:pt x="177974" y="320174"/>
                  </a:lnTo>
                  <a:lnTo>
                    <a:pt x="177920" y="320626"/>
                  </a:lnTo>
                  <a:lnTo>
                    <a:pt x="177644" y="320738"/>
                  </a:lnTo>
                  <a:lnTo>
                    <a:pt x="177460" y="320606"/>
                  </a:lnTo>
                  <a:lnTo>
                    <a:pt x="177369" y="321192"/>
                  </a:lnTo>
                  <a:lnTo>
                    <a:pt x="177380" y="321400"/>
                  </a:lnTo>
                  <a:lnTo>
                    <a:pt x="177335" y="321563"/>
                  </a:lnTo>
                  <a:lnTo>
                    <a:pt x="177085" y="321798"/>
                  </a:lnTo>
                  <a:lnTo>
                    <a:pt x="177110" y="322647"/>
                  </a:lnTo>
                  <a:lnTo>
                    <a:pt x="177081" y="322834"/>
                  </a:lnTo>
                  <a:lnTo>
                    <a:pt x="177005" y="323247"/>
                  </a:lnTo>
                  <a:lnTo>
                    <a:pt x="176840" y="323611"/>
                  </a:lnTo>
                  <a:lnTo>
                    <a:pt x="176677" y="323622"/>
                  </a:lnTo>
                  <a:lnTo>
                    <a:pt x="176527" y="323662"/>
                  </a:lnTo>
                  <a:lnTo>
                    <a:pt x="176698" y="324422"/>
                  </a:lnTo>
                  <a:lnTo>
                    <a:pt x="176748" y="324600"/>
                  </a:lnTo>
                  <a:lnTo>
                    <a:pt x="176897" y="324779"/>
                  </a:lnTo>
                  <a:lnTo>
                    <a:pt x="177122" y="324999"/>
                  </a:lnTo>
                  <a:lnTo>
                    <a:pt x="177236" y="325283"/>
                  </a:lnTo>
                  <a:lnTo>
                    <a:pt x="176698" y="325192"/>
                  </a:lnTo>
                  <a:lnTo>
                    <a:pt x="176310" y="324818"/>
                  </a:lnTo>
                  <a:lnTo>
                    <a:pt x="175961" y="324487"/>
                  </a:lnTo>
                  <a:lnTo>
                    <a:pt x="175850" y="324617"/>
                  </a:lnTo>
                  <a:lnTo>
                    <a:pt x="175776" y="324869"/>
                  </a:lnTo>
                  <a:lnTo>
                    <a:pt x="175257" y="324280"/>
                  </a:lnTo>
                  <a:lnTo>
                    <a:pt x="175035" y="324008"/>
                  </a:lnTo>
                  <a:lnTo>
                    <a:pt x="174145" y="324017"/>
                  </a:lnTo>
                  <a:lnTo>
                    <a:pt x="173944" y="324478"/>
                  </a:lnTo>
                  <a:lnTo>
                    <a:pt x="173539" y="324686"/>
                  </a:lnTo>
                  <a:lnTo>
                    <a:pt x="173236" y="324500"/>
                  </a:lnTo>
                  <a:lnTo>
                    <a:pt x="173042" y="324479"/>
                  </a:lnTo>
                  <a:lnTo>
                    <a:pt x="172702" y="324763"/>
                  </a:lnTo>
                  <a:lnTo>
                    <a:pt x="172340" y="325071"/>
                  </a:lnTo>
                  <a:lnTo>
                    <a:pt x="171992" y="325137"/>
                  </a:lnTo>
                  <a:lnTo>
                    <a:pt x="171192" y="325644"/>
                  </a:lnTo>
                  <a:lnTo>
                    <a:pt x="171642" y="326266"/>
                  </a:lnTo>
                  <a:lnTo>
                    <a:pt x="171800" y="326645"/>
                  </a:lnTo>
                  <a:lnTo>
                    <a:pt x="171952" y="327052"/>
                  </a:lnTo>
                  <a:lnTo>
                    <a:pt x="171375" y="327172"/>
                  </a:lnTo>
                  <a:lnTo>
                    <a:pt x="171288" y="327014"/>
                  </a:lnTo>
                  <a:lnTo>
                    <a:pt x="171150" y="326910"/>
                  </a:lnTo>
                  <a:lnTo>
                    <a:pt x="171011" y="326872"/>
                  </a:lnTo>
                  <a:lnTo>
                    <a:pt x="170686" y="326936"/>
                  </a:lnTo>
                  <a:lnTo>
                    <a:pt x="170026" y="327364"/>
                  </a:lnTo>
                  <a:lnTo>
                    <a:pt x="170023" y="327544"/>
                  </a:lnTo>
                  <a:lnTo>
                    <a:pt x="170104" y="327935"/>
                  </a:lnTo>
                  <a:lnTo>
                    <a:pt x="170172" y="328065"/>
                  </a:lnTo>
                  <a:lnTo>
                    <a:pt x="170246" y="328303"/>
                  </a:lnTo>
                  <a:lnTo>
                    <a:pt x="170221" y="329431"/>
                  </a:lnTo>
                  <a:lnTo>
                    <a:pt x="170049" y="330364"/>
                  </a:lnTo>
                  <a:lnTo>
                    <a:pt x="169908" y="330369"/>
                  </a:lnTo>
                  <a:lnTo>
                    <a:pt x="169698" y="330409"/>
                  </a:lnTo>
                  <a:lnTo>
                    <a:pt x="169195" y="330665"/>
                  </a:lnTo>
                  <a:lnTo>
                    <a:pt x="168967" y="330794"/>
                  </a:lnTo>
                  <a:lnTo>
                    <a:pt x="168668" y="330743"/>
                  </a:lnTo>
                  <a:lnTo>
                    <a:pt x="168483" y="330691"/>
                  </a:lnTo>
                  <a:lnTo>
                    <a:pt x="168268" y="330590"/>
                  </a:lnTo>
                  <a:lnTo>
                    <a:pt x="167915" y="330654"/>
                  </a:lnTo>
                  <a:lnTo>
                    <a:pt x="167880" y="331339"/>
                  </a:lnTo>
                  <a:lnTo>
                    <a:pt x="167811" y="331825"/>
                  </a:lnTo>
                  <a:lnTo>
                    <a:pt x="167970" y="332054"/>
                  </a:lnTo>
                  <a:lnTo>
                    <a:pt x="168353" y="332122"/>
                  </a:lnTo>
                  <a:lnTo>
                    <a:pt x="168668" y="332435"/>
                  </a:lnTo>
                  <a:lnTo>
                    <a:pt x="168859" y="332918"/>
                  </a:lnTo>
                  <a:lnTo>
                    <a:pt x="168396" y="333331"/>
                  </a:lnTo>
                  <a:lnTo>
                    <a:pt x="168562" y="333692"/>
                  </a:lnTo>
                  <a:lnTo>
                    <a:pt x="168409" y="334037"/>
                  </a:lnTo>
                  <a:lnTo>
                    <a:pt x="167991" y="334079"/>
                  </a:lnTo>
                  <a:lnTo>
                    <a:pt x="167202" y="334086"/>
                  </a:lnTo>
                  <a:lnTo>
                    <a:pt x="166798" y="333921"/>
                  </a:lnTo>
                  <a:lnTo>
                    <a:pt x="166518" y="333719"/>
                  </a:lnTo>
                  <a:lnTo>
                    <a:pt x="166100" y="333355"/>
                  </a:lnTo>
                  <a:lnTo>
                    <a:pt x="165893" y="333244"/>
                  </a:lnTo>
                  <a:lnTo>
                    <a:pt x="165631" y="333291"/>
                  </a:lnTo>
                  <a:lnTo>
                    <a:pt x="165520" y="334073"/>
                  </a:lnTo>
                  <a:lnTo>
                    <a:pt x="165357" y="334223"/>
                  </a:lnTo>
                  <a:lnTo>
                    <a:pt x="165216" y="334121"/>
                  </a:lnTo>
                  <a:lnTo>
                    <a:pt x="164913" y="333880"/>
                  </a:lnTo>
                  <a:lnTo>
                    <a:pt x="164735" y="333569"/>
                  </a:lnTo>
                  <a:lnTo>
                    <a:pt x="164260" y="333134"/>
                  </a:lnTo>
                  <a:lnTo>
                    <a:pt x="164082" y="333075"/>
                  </a:lnTo>
                  <a:lnTo>
                    <a:pt x="163959" y="333432"/>
                  </a:lnTo>
                  <a:lnTo>
                    <a:pt x="164044" y="333583"/>
                  </a:lnTo>
                  <a:lnTo>
                    <a:pt x="164169" y="333793"/>
                  </a:lnTo>
                  <a:lnTo>
                    <a:pt x="164423" y="334269"/>
                  </a:lnTo>
                  <a:lnTo>
                    <a:pt x="164412" y="334632"/>
                  </a:lnTo>
                  <a:lnTo>
                    <a:pt x="164591" y="334720"/>
                  </a:lnTo>
                  <a:lnTo>
                    <a:pt x="164967" y="334824"/>
                  </a:lnTo>
                  <a:lnTo>
                    <a:pt x="165421" y="334656"/>
                  </a:lnTo>
                  <a:lnTo>
                    <a:pt x="165830" y="334784"/>
                  </a:lnTo>
                  <a:lnTo>
                    <a:pt x="166510" y="335535"/>
                  </a:lnTo>
                  <a:lnTo>
                    <a:pt x="166621" y="335812"/>
                  </a:lnTo>
                  <a:lnTo>
                    <a:pt x="166424" y="336084"/>
                  </a:lnTo>
                  <a:lnTo>
                    <a:pt x="166279" y="336225"/>
                  </a:lnTo>
                  <a:lnTo>
                    <a:pt x="166808" y="336476"/>
                  </a:lnTo>
                  <a:lnTo>
                    <a:pt x="167113" y="336384"/>
                  </a:lnTo>
                  <a:lnTo>
                    <a:pt x="167317" y="336294"/>
                  </a:lnTo>
                  <a:lnTo>
                    <a:pt x="167553" y="336585"/>
                  </a:lnTo>
                  <a:lnTo>
                    <a:pt x="167765" y="336833"/>
                  </a:lnTo>
                  <a:lnTo>
                    <a:pt x="168007" y="337076"/>
                  </a:lnTo>
                  <a:lnTo>
                    <a:pt x="168477" y="337422"/>
                  </a:lnTo>
                  <a:lnTo>
                    <a:pt x="168720" y="337280"/>
                  </a:lnTo>
                  <a:lnTo>
                    <a:pt x="169433" y="337613"/>
                  </a:lnTo>
                  <a:lnTo>
                    <a:pt x="169431" y="337873"/>
                  </a:lnTo>
                  <a:lnTo>
                    <a:pt x="169750" y="338291"/>
                  </a:lnTo>
                  <a:lnTo>
                    <a:pt x="169929" y="338252"/>
                  </a:lnTo>
                  <a:lnTo>
                    <a:pt x="170038" y="338040"/>
                  </a:lnTo>
                  <a:lnTo>
                    <a:pt x="170081" y="337704"/>
                  </a:lnTo>
                  <a:lnTo>
                    <a:pt x="170270" y="337580"/>
                  </a:lnTo>
                  <a:lnTo>
                    <a:pt x="170719" y="338111"/>
                  </a:lnTo>
                  <a:lnTo>
                    <a:pt x="171051" y="338247"/>
                  </a:lnTo>
                  <a:lnTo>
                    <a:pt x="171578" y="338447"/>
                  </a:lnTo>
                  <a:lnTo>
                    <a:pt x="171615" y="338998"/>
                  </a:lnTo>
                  <a:lnTo>
                    <a:pt x="171488" y="339471"/>
                  </a:lnTo>
                  <a:lnTo>
                    <a:pt x="171438" y="339613"/>
                  </a:lnTo>
                  <a:lnTo>
                    <a:pt x="171245" y="339890"/>
                  </a:lnTo>
                  <a:lnTo>
                    <a:pt x="170909" y="340046"/>
                  </a:lnTo>
                  <a:lnTo>
                    <a:pt x="170662" y="340372"/>
                  </a:lnTo>
                  <a:lnTo>
                    <a:pt x="170558" y="340654"/>
                  </a:lnTo>
                  <a:lnTo>
                    <a:pt x="170720" y="340934"/>
                  </a:lnTo>
                  <a:lnTo>
                    <a:pt x="171020" y="341185"/>
                  </a:lnTo>
                  <a:lnTo>
                    <a:pt x="171012" y="341487"/>
                  </a:lnTo>
                  <a:lnTo>
                    <a:pt x="170731" y="341839"/>
                  </a:lnTo>
                  <a:lnTo>
                    <a:pt x="170456" y="341719"/>
                  </a:lnTo>
                  <a:lnTo>
                    <a:pt x="170398" y="341386"/>
                  </a:lnTo>
                  <a:lnTo>
                    <a:pt x="170117" y="341450"/>
                  </a:lnTo>
                  <a:lnTo>
                    <a:pt x="170120" y="341705"/>
                  </a:lnTo>
                  <a:lnTo>
                    <a:pt x="170143" y="341976"/>
                  </a:lnTo>
                  <a:lnTo>
                    <a:pt x="170144" y="342666"/>
                  </a:lnTo>
                  <a:lnTo>
                    <a:pt x="170298" y="342627"/>
                  </a:lnTo>
                  <a:lnTo>
                    <a:pt x="170470" y="342583"/>
                  </a:lnTo>
                  <a:lnTo>
                    <a:pt x="170720" y="342548"/>
                  </a:lnTo>
                  <a:lnTo>
                    <a:pt x="171460" y="342927"/>
                  </a:lnTo>
                  <a:lnTo>
                    <a:pt x="171801" y="343159"/>
                  </a:lnTo>
                  <a:lnTo>
                    <a:pt x="172025" y="343952"/>
                  </a:lnTo>
                  <a:lnTo>
                    <a:pt x="171977" y="344190"/>
                  </a:lnTo>
                  <a:lnTo>
                    <a:pt x="171258" y="344377"/>
                  </a:lnTo>
                  <a:lnTo>
                    <a:pt x="170850" y="344239"/>
                  </a:lnTo>
                  <a:lnTo>
                    <a:pt x="170732" y="344652"/>
                  </a:lnTo>
                  <a:lnTo>
                    <a:pt x="170735" y="345256"/>
                  </a:lnTo>
                  <a:lnTo>
                    <a:pt x="170778" y="345511"/>
                  </a:lnTo>
                  <a:lnTo>
                    <a:pt x="170871" y="345653"/>
                  </a:lnTo>
                  <a:lnTo>
                    <a:pt x="170591" y="347271"/>
                  </a:lnTo>
                  <a:lnTo>
                    <a:pt x="170094" y="347486"/>
                  </a:lnTo>
                  <a:lnTo>
                    <a:pt x="169910" y="347312"/>
                  </a:lnTo>
                  <a:lnTo>
                    <a:pt x="169645" y="347188"/>
                  </a:lnTo>
                  <a:lnTo>
                    <a:pt x="169079" y="347407"/>
                  </a:lnTo>
                  <a:lnTo>
                    <a:pt x="169304" y="347858"/>
                  </a:lnTo>
                  <a:lnTo>
                    <a:pt x="169472" y="348103"/>
                  </a:lnTo>
                  <a:lnTo>
                    <a:pt x="169574" y="348325"/>
                  </a:lnTo>
                  <a:lnTo>
                    <a:pt x="169755" y="348790"/>
                  </a:lnTo>
                  <a:lnTo>
                    <a:pt x="169898" y="348964"/>
                  </a:lnTo>
                  <a:lnTo>
                    <a:pt x="170528" y="349542"/>
                  </a:lnTo>
                  <a:lnTo>
                    <a:pt x="170680" y="349681"/>
                  </a:lnTo>
                  <a:lnTo>
                    <a:pt x="170989" y="349517"/>
                  </a:lnTo>
                  <a:lnTo>
                    <a:pt x="171257" y="349516"/>
                  </a:lnTo>
                  <a:lnTo>
                    <a:pt x="171399" y="349595"/>
                  </a:lnTo>
                  <a:lnTo>
                    <a:pt x="172136" y="350095"/>
                  </a:lnTo>
                  <a:lnTo>
                    <a:pt x="172438" y="350474"/>
                  </a:lnTo>
                  <a:lnTo>
                    <a:pt x="172942" y="350284"/>
                  </a:lnTo>
                  <a:lnTo>
                    <a:pt x="173260" y="349959"/>
                  </a:lnTo>
                  <a:lnTo>
                    <a:pt x="173333" y="349784"/>
                  </a:lnTo>
                  <a:lnTo>
                    <a:pt x="173343" y="349292"/>
                  </a:lnTo>
                  <a:lnTo>
                    <a:pt x="173261" y="349090"/>
                  </a:lnTo>
                  <a:lnTo>
                    <a:pt x="173247" y="348653"/>
                  </a:lnTo>
                  <a:lnTo>
                    <a:pt x="173329" y="348416"/>
                  </a:lnTo>
                  <a:lnTo>
                    <a:pt x="173692" y="348529"/>
                  </a:lnTo>
                  <a:lnTo>
                    <a:pt x="173847" y="348595"/>
                  </a:lnTo>
                  <a:lnTo>
                    <a:pt x="174503" y="348883"/>
                  </a:lnTo>
                  <a:lnTo>
                    <a:pt x="174598" y="349155"/>
                  </a:lnTo>
                  <a:lnTo>
                    <a:pt x="175017" y="349547"/>
                  </a:lnTo>
                  <a:lnTo>
                    <a:pt x="175097" y="349398"/>
                  </a:lnTo>
                  <a:lnTo>
                    <a:pt x="175235" y="349117"/>
                  </a:lnTo>
                  <a:lnTo>
                    <a:pt x="175142" y="348898"/>
                  </a:lnTo>
                  <a:lnTo>
                    <a:pt x="175166" y="348651"/>
                  </a:lnTo>
                  <a:lnTo>
                    <a:pt x="175536" y="348243"/>
                  </a:lnTo>
                  <a:lnTo>
                    <a:pt x="175671" y="348508"/>
                  </a:lnTo>
                  <a:lnTo>
                    <a:pt x="175791" y="349458"/>
                  </a:lnTo>
                  <a:lnTo>
                    <a:pt x="176885" y="349849"/>
                  </a:lnTo>
                  <a:lnTo>
                    <a:pt x="177040" y="349817"/>
                  </a:lnTo>
                  <a:lnTo>
                    <a:pt x="177055" y="349486"/>
                  </a:lnTo>
                  <a:lnTo>
                    <a:pt x="177157" y="349041"/>
                  </a:lnTo>
                  <a:lnTo>
                    <a:pt x="177310" y="348800"/>
                  </a:lnTo>
                  <a:lnTo>
                    <a:pt x="177389" y="349132"/>
                  </a:lnTo>
                  <a:lnTo>
                    <a:pt x="177391" y="349374"/>
                  </a:lnTo>
                  <a:lnTo>
                    <a:pt x="177404" y="349992"/>
                  </a:lnTo>
                  <a:lnTo>
                    <a:pt x="177522" y="350190"/>
                  </a:lnTo>
                  <a:lnTo>
                    <a:pt x="177862" y="350196"/>
                  </a:lnTo>
                  <a:lnTo>
                    <a:pt x="177954" y="349759"/>
                  </a:lnTo>
                  <a:lnTo>
                    <a:pt x="178585" y="349676"/>
                  </a:lnTo>
                  <a:lnTo>
                    <a:pt x="179297" y="349450"/>
                  </a:lnTo>
                  <a:lnTo>
                    <a:pt x="179392" y="349608"/>
                  </a:lnTo>
                  <a:lnTo>
                    <a:pt x="179736" y="350440"/>
                  </a:lnTo>
                  <a:lnTo>
                    <a:pt x="179948" y="351088"/>
                  </a:lnTo>
                  <a:lnTo>
                    <a:pt x="180064" y="351250"/>
                  </a:lnTo>
                  <a:lnTo>
                    <a:pt x="180730" y="351657"/>
                  </a:lnTo>
                  <a:lnTo>
                    <a:pt x="181428" y="351595"/>
                  </a:lnTo>
                  <a:lnTo>
                    <a:pt x="181671" y="351372"/>
                  </a:lnTo>
                  <a:lnTo>
                    <a:pt x="181999" y="351715"/>
                  </a:lnTo>
                  <a:lnTo>
                    <a:pt x="182304" y="352093"/>
                  </a:lnTo>
                  <a:lnTo>
                    <a:pt x="182830" y="352477"/>
                  </a:lnTo>
                  <a:lnTo>
                    <a:pt x="182959" y="352569"/>
                  </a:lnTo>
                  <a:lnTo>
                    <a:pt x="183401" y="352561"/>
                  </a:lnTo>
                  <a:lnTo>
                    <a:pt x="183553" y="352113"/>
                  </a:lnTo>
                  <a:lnTo>
                    <a:pt x="184174" y="351954"/>
                  </a:lnTo>
                  <a:lnTo>
                    <a:pt x="184497" y="352132"/>
                  </a:lnTo>
                  <a:lnTo>
                    <a:pt x="184629" y="352324"/>
                  </a:lnTo>
                  <a:lnTo>
                    <a:pt x="184789" y="352629"/>
                  </a:lnTo>
                  <a:lnTo>
                    <a:pt x="185122" y="352549"/>
                  </a:lnTo>
                  <a:lnTo>
                    <a:pt x="185198" y="352386"/>
                  </a:lnTo>
                  <a:lnTo>
                    <a:pt x="185554" y="352177"/>
                  </a:lnTo>
                  <a:lnTo>
                    <a:pt x="185848" y="352349"/>
                  </a:lnTo>
                  <a:lnTo>
                    <a:pt x="186020" y="352546"/>
                  </a:lnTo>
                  <a:lnTo>
                    <a:pt x="186314" y="351794"/>
                  </a:lnTo>
                  <a:lnTo>
                    <a:pt x="186530" y="352220"/>
                  </a:lnTo>
                  <a:lnTo>
                    <a:pt x="186634" y="352686"/>
                  </a:lnTo>
                  <a:lnTo>
                    <a:pt x="186689" y="353062"/>
                  </a:lnTo>
                  <a:lnTo>
                    <a:pt x="186806" y="353226"/>
                  </a:lnTo>
                  <a:lnTo>
                    <a:pt x="187226" y="352950"/>
                  </a:lnTo>
                  <a:lnTo>
                    <a:pt x="187446" y="353002"/>
                  </a:lnTo>
                  <a:lnTo>
                    <a:pt x="187802" y="353694"/>
                  </a:lnTo>
                  <a:lnTo>
                    <a:pt x="187877" y="354122"/>
                  </a:lnTo>
                  <a:lnTo>
                    <a:pt x="187971" y="354282"/>
                  </a:lnTo>
                  <a:lnTo>
                    <a:pt x="188216" y="354527"/>
                  </a:lnTo>
                  <a:lnTo>
                    <a:pt x="188507" y="354521"/>
                  </a:lnTo>
                  <a:lnTo>
                    <a:pt x="188656" y="354764"/>
                  </a:lnTo>
                  <a:lnTo>
                    <a:pt x="189019" y="355168"/>
                  </a:lnTo>
                  <a:lnTo>
                    <a:pt x="189102" y="355031"/>
                  </a:lnTo>
                  <a:lnTo>
                    <a:pt x="189393" y="355038"/>
                  </a:lnTo>
                  <a:lnTo>
                    <a:pt x="189801" y="355758"/>
                  </a:lnTo>
                  <a:lnTo>
                    <a:pt x="189873" y="356361"/>
                  </a:lnTo>
                  <a:lnTo>
                    <a:pt x="189772" y="356841"/>
                  </a:lnTo>
                  <a:lnTo>
                    <a:pt x="189886" y="357077"/>
                  </a:lnTo>
                  <a:lnTo>
                    <a:pt x="190431" y="357136"/>
                  </a:lnTo>
                  <a:lnTo>
                    <a:pt x="190879" y="356778"/>
                  </a:lnTo>
                  <a:lnTo>
                    <a:pt x="190801" y="357208"/>
                  </a:lnTo>
                  <a:lnTo>
                    <a:pt x="190740" y="357395"/>
                  </a:lnTo>
                  <a:lnTo>
                    <a:pt x="190655" y="357877"/>
                  </a:lnTo>
                  <a:lnTo>
                    <a:pt x="190822" y="358033"/>
                  </a:lnTo>
                  <a:lnTo>
                    <a:pt x="191068" y="357869"/>
                  </a:lnTo>
                  <a:lnTo>
                    <a:pt x="191104" y="357734"/>
                  </a:lnTo>
                  <a:lnTo>
                    <a:pt x="191205" y="357484"/>
                  </a:lnTo>
                  <a:lnTo>
                    <a:pt x="191439" y="357336"/>
                  </a:lnTo>
                  <a:lnTo>
                    <a:pt x="191645" y="357556"/>
                  </a:lnTo>
                  <a:lnTo>
                    <a:pt x="191288" y="358303"/>
                  </a:lnTo>
                  <a:lnTo>
                    <a:pt x="191117" y="358348"/>
                  </a:lnTo>
                  <a:lnTo>
                    <a:pt x="191450" y="358736"/>
                  </a:lnTo>
                  <a:lnTo>
                    <a:pt x="191748" y="358755"/>
                  </a:lnTo>
                  <a:lnTo>
                    <a:pt x="192158" y="359179"/>
                  </a:lnTo>
                  <a:lnTo>
                    <a:pt x="192244" y="360058"/>
                  </a:lnTo>
                  <a:lnTo>
                    <a:pt x="191780" y="360462"/>
                  </a:lnTo>
                  <a:lnTo>
                    <a:pt x="191291" y="360694"/>
                  </a:lnTo>
                  <a:lnTo>
                    <a:pt x="191290" y="361171"/>
                  </a:lnTo>
                  <a:lnTo>
                    <a:pt x="191404" y="361699"/>
                  </a:lnTo>
                  <a:lnTo>
                    <a:pt x="191430" y="362365"/>
                  </a:lnTo>
                  <a:lnTo>
                    <a:pt x="191148" y="362475"/>
                  </a:lnTo>
                  <a:lnTo>
                    <a:pt x="190886" y="362559"/>
                  </a:lnTo>
                  <a:lnTo>
                    <a:pt x="190800" y="362927"/>
                  </a:lnTo>
                  <a:lnTo>
                    <a:pt x="190767" y="363278"/>
                  </a:lnTo>
                  <a:lnTo>
                    <a:pt x="190780" y="363498"/>
                  </a:lnTo>
                  <a:lnTo>
                    <a:pt x="191123" y="363765"/>
                  </a:lnTo>
                  <a:lnTo>
                    <a:pt x="191511" y="363850"/>
                  </a:lnTo>
                  <a:lnTo>
                    <a:pt x="191757" y="363873"/>
                  </a:lnTo>
                  <a:lnTo>
                    <a:pt x="191780" y="364131"/>
                  </a:lnTo>
                  <a:lnTo>
                    <a:pt x="191793" y="364585"/>
                  </a:lnTo>
                  <a:lnTo>
                    <a:pt x="191597" y="364885"/>
                  </a:lnTo>
                  <a:lnTo>
                    <a:pt x="191389" y="365066"/>
                  </a:lnTo>
                  <a:lnTo>
                    <a:pt x="190954" y="365213"/>
                  </a:lnTo>
                  <a:lnTo>
                    <a:pt x="190923" y="365481"/>
                  </a:lnTo>
                  <a:lnTo>
                    <a:pt x="190794" y="365612"/>
                  </a:lnTo>
                  <a:lnTo>
                    <a:pt x="190276" y="366100"/>
                  </a:lnTo>
                  <a:lnTo>
                    <a:pt x="190050" y="366657"/>
                  </a:lnTo>
                  <a:lnTo>
                    <a:pt x="190103" y="367089"/>
                  </a:lnTo>
                  <a:lnTo>
                    <a:pt x="190080" y="367310"/>
                  </a:lnTo>
                  <a:lnTo>
                    <a:pt x="189852" y="367237"/>
                  </a:lnTo>
                  <a:lnTo>
                    <a:pt x="189759" y="367042"/>
                  </a:lnTo>
                  <a:lnTo>
                    <a:pt x="189663" y="366842"/>
                  </a:lnTo>
                  <a:lnTo>
                    <a:pt x="189601" y="366715"/>
                  </a:lnTo>
                  <a:lnTo>
                    <a:pt x="189666" y="366541"/>
                  </a:lnTo>
                  <a:lnTo>
                    <a:pt x="190019" y="366349"/>
                  </a:lnTo>
                  <a:lnTo>
                    <a:pt x="190097" y="366057"/>
                  </a:lnTo>
                  <a:lnTo>
                    <a:pt x="189936" y="365896"/>
                  </a:lnTo>
                  <a:lnTo>
                    <a:pt x="189546" y="366124"/>
                  </a:lnTo>
                  <a:lnTo>
                    <a:pt x="189188" y="365911"/>
                  </a:lnTo>
                  <a:lnTo>
                    <a:pt x="189415" y="365927"/>
                  </a:lnTo>
                  <a:lnTo>
                    <a:pt x="189358" y="365609"/>
                  </a:lnTo>
                  <a:lnTo>
                    <a:pt x="188987" y="365866"/>
                  </a:lnTo>
                  <a:lnTo>
                    <a:pt x="189164" y="366422"/>
                  </a:lnTo>
                  <a:lnTo>
                    <a:pt x="189618" y="367296"/>
                  </a:lnTo>
                  <a:lnTo>
                    <a:pt x="189830" y="367457"/>
                  </a:lnTo>
                  <a:lnTo>
                    <a:pt x="190185" y="367496"/>
                  </a:lnTo>
                  <a:lnTo>
                    <a:pt x="190507" y="366977"/>
                  </a:lnTo>
                  <a:lnTo>
                    <a:pt x="190825" y="366678"/>
                  </a:lnTo>
                  <a:lnTo>
                    <a:pt x="191154" y="366750"/>
                  </a:lnTo>
                  <a:lnTo>
                    <a:pt x="191438" y="366981"/>
                  </a:lnTo>
                  <a:lnTo>
                    <a:pt x="191601" y="367314"/>
                  </a:lnTo>
                  <a:lnTo>
                    <a:pt x="191338" y="367790"/>
                  </a:lnTo>
                  <a:lnTo>
                    <a:pt x="191208" y="367955"/>
                  </a:lnTo>
                  <a:lnTo>
                    <a:pt x="190749" y="368137"/>
                  </a:lnTo>
                  <a:lnTo>
                    <a:pt x="190251" y="367839"/>
                  </a:lnTo>
                  <a:lnTo>
                    <a:pt x="190024" y="367770"/>
                  </a:lnTo>
                  <a:lnTo>
                    <a:pt x="189695" y="368278"/>
                  </a:lnTo>
                  <a:lnTo>
                    <a:pt x="189669" y="368477"/>
                  </a:lnTo>
                  <a:lnTo>
                    <a:pt x="189871" y="368795"/>
                  </a:lnTo>
                  <a:lnTo>
                    <a:pt x="189752" y="368909"/>
                  </a:lnTo>
                  <a:lnTo>
                    <a:pt x="189343" y="368670"/>
                  </a:lnTo>
                  <a:lnTo>
                    <a:pt x="188823" y="368640"/>
                  </a:lnTo>
                  <a:lnTo>
                    <a:pt x="188487" y="368808"/>
                  </a:lnTo>
                  <a:lnTo>
                    <a:pt x="188103" y="369259"/>
                  </a:lnTo>
                  <a:lnTo>
                    <a:pt x="187899" y="369365"/>
                  </a:lnTo>
                  <a:lnTo>
                    <a:pt x="187164" y="370193"/>
                  </a:lnTo>
                  <a:lnTo>
                    <a:pt x="187332" y="370453"/>
                  </a:lnTo>
                  <a:lnTo>
                    <a:pt x="187582" y="370538"/>
                  </a:lnTo>
                  <a:lnTo>
                    <a:pt x="187913" y="370619"/>
                  </a:lnTo>
                  <a:lnTo>
                    <a:pt x="188443" y="370428"/>
                  </a:lnTo>
                  <a:lnTo>
                    <a:pt x="188640" y="370757"/>
                  </a:lnTo>
                  <a:lnTo>
                    <a:pt x="188435" y="371051"/>
                  </a:lnTo>
                  <a:lnTo>
                    <a:pt x="188051" y="370914"/>
                  </a:lnTo>
                  <a:lnTo>
                    <a:pt x="187917" y="371211"/>
                  </a:lnTo>
                  <a:lnTo>
                    <a:pt x="188339" y="371943"/>
                  </a:lnTo>
                  <a:lnTo>
                    <a:pt x="188422" y="372073"/>
                  </a:lnTo>
                  <a:lnTo>
                    <a:pt x="188646" y="372309"/>
                  </a:lnTo>
                  <a:lnTo>
                    <a:pt x="188887" y="372627"/>
                  </a:lnTo>
                  <a:lnTo>
                    <a:pt x="189156" y="373051"/>
                  </a:lnTo>
                  <a:lnTo>
                    <a:pt x="189586" y="373417"/>
                  </a:lnTo>
                  <a:lnTo>
                    <a:pt x="190154" y="373346"/>
                  </a:lnTo>
                  <a:lnTo>
                    <a:pt x="190391" y="373863"/>
                  </a:lnTo>
                  <a:lnTo>
                    <a:pt x="190728" y="374328"/>
                  </a:lnTo>
                  <a:lnTo>
                    <a:pt x="190713" y="374565"/>
                  </a:lnTo>
                  <a:lnTo>
                    <a:pt x="190469" y="374762"/>
                  </a:lnTo>
                  <a:lnTo>
                    <a:pt x="190261" y="374567"/>
                  </a:lnTo>
                  <a:lnTo>
                    <a:pt x="189057" y="374323"/>
                  </a:lnTo>
                  <a:lnTo>
                    <a:pt x="189186" y="374476"/>
                  </a:lnTo>
                  <a:lnTo>
                    <a:pt x="189451" y="374784"/>
                  </a:lnTo>
                  <a:lnTo>
                    <a:pt x="189621" y="374980"/>
                  </a:lnTo>
                  <a:lnTo>
                    <a:pt x="190162" y="375163"/>
                  </a:lnTo>
                  <a:lnTo>
                    <a:pt x="190186" y="375615"/>
                  </a:lnTo>
                  <a:lnTo>
                    <a:pt x="190107" y="376226"/>
                  </a:lnTo>
                  <a:lnTo>
                    <a:pt x="189813" y="376586"/>
                  </a:lnTo>
                  <a:lnTo>
                    <a:pt x="189763" y="376383"/>
                  </a:lnTo>
                  <a:lnTo>
                    <a:pt x="189278" y="376559"/>
                  </a:lnTo>
                  <a:lnTo>
                    <a:pt x="189331" y="376869"/>
                  </a:lnTo>
                  <a:lnTo>
                    <a:pt x="188862" y="376561"/>
                  </a:lnTo>
                  <a:lnTo>
                    <a:pt x="188819" y="376155"/>
                  </a:lnTo>
                  <a:lnTo>
                    <a:pt x="188232" y="375992"/>
                  </a:lnTo>
                  <a:lnTo>
                    <a:pt x="188017" y="376471"/>
                  </a:lnTo>
                  <a:lnTo>
                    <a:pt x="187853" y="377533"/>
                  </a:lnTo>
                  <a:lnTo>
                    <a:pt x="187873" y="377684"/>
                  </a:lnTo>
                  <a:lnTo>
                    <a:pt x="187893" y="377828"/>
                  </a:lnTo>
                  <a:lnTo>
                    <a:pt x="187846" y="377996"/>
                  </a:lnTo>
                  <a:lnTo>
                    <a:pt x="187682" y="378309"/>
                  </a:lnTo>
                  <a:lnTo>
                    <a:pt x="187129" y="377824"/>
                  </a:lnTo>
                  <a:lnTo>
                    <a:pt x="185635" y="377927"/>
                  </a:lnTo>
                  <a:lnTo>
                    <a:pt x="185611" y="378224"/>
                  </a:lnTo>
                  <a:lnTo>
                    <a:pt x="185595" y="378754"/>
                  </a:lnTo>
                  <a:lnTo>
                    <a:pt x="185716" y="379205"/>
                  </a:lnTo>
                  <a:lnTo>
                    <a:pt x="185456" y="379401"/>
                  </a:lnTo>
                  <a:lnTo>
                    <a:pt x="185180" y="379608"/>
                  </a:lnTo>
                  <a:lnTo>
                    <a:pt x="184832" y="379713"/>
                  </a:lnTo>
                  <a:lnTo>
                    <a:pt x="184610" y="379520"/>
                  </a:lnTo>
                  <a:lnTo>
                    <a:pt x="184305" y="379139"/>
                  </a:lnTo>
                  <a:lnTo>
                    <a:pt x="183705" y="379084"/>
                  </a:lnTo>
                  <a:lnTo>
                    <a:pt x="183386" y="379094"/>
                  </a:lnTo>
                  <a:lnTo>
                    <a:pt x="183190" y="378932"/>
                  </a:lnTo>
                  <a:lnTo>
                    <a:pt x="183076" y="378668"/>
                  </a:lnTo>
                  <a:lnTo>
                    <a:pt x="182832" y="378873"/>
                  </a:lnTo>
                  <a:lnTo>
                    <a:pt x="182629" y="379043"/>
                  </a:lnTo>
                  <a:lnTo>
                    <a:pt x="182208" y="379814"/>
                  </a:lnTo>
                  <a:lnTo>
                    <a:pt x="181847" y="380149"/>
                  </a:lnTo>
                  <a:lnTo>
                    <a:pt x="182210" y="380448"/>
                  </a:lnTo>
                  <a:lnTo>
                    <a:pt x="182387" y="380401"/>
                  </a:lnTo>
                  <a:lnTo>
                    <a:pt x="182494" y="380617"/>
                  </a:lnTo>
                  <a:lnTo>
                    <a:pt x="182403" y="380840"/>
                  </a:lnTo>
                  <a:lnTo>
                    <a:pt x="182042" y="380679"/>
                  </a:lnTo>
                  <a:lnTo>
                    <a:pt x="181603" y="380879"/>
                  </a:lnTo>
                  <a:lnTo>
                    <a:pt x="180831" y="380344"/>
                  </a:lnTo>
                  <a:lnTo>
                    <a:pt x="180731" y="379972"/>
                  </a:lnTo>
                  <a:lnTo>
                    <a:pt x="180099" y="379685"/>
                  </a:lnTo>
                  <a:lnTo>
                    <a:pt x="179860" y="379355"/>
                  </a:lnTo>
                  <a:lnTo>
                    <a:pt x="179688" y="379116"/>
                  </a:lnTo>
                  <a:lnTo>
                    <a:pt x="179821" y="378944"/>
                  </a:lnTo>
                  <a:lnTo>
                    <a:pt x="179049" y="378571"/>
                  </a:lnTo>
                  <a:lnTo>
                    <a:pt x="178620" y="378989"/>
                  </a:lnTo>
                  <a:lnTo>
                    <a:pt x="178485" y="379456"/>
                  </a:lnTo>
                  <a:lnTo>
                    <a:pt x="178707" y="380046"/>
                  </a:lnTo>
                  <a:lnTo>
                    <a:pt x="178714" y="380223"/>
                  </a:lnTo>
                  <a:lnTo>
                    <a:pt x="178117" y="379971"/>
                  </a:lnTo>
                  <a:lnTo>
                    <a:pt x="178083" y="379828"/>
                  </a:lnTo>
                  <a:lnTo>
                    <a:pt x="177756" y="379740"/>
                  </a:lnTo>
                  <a:lnTo>
                    <a:pt x="177534" y="379727"/>
                  </a:lnTo>
                  <a:lnTo>
                    <a:pt x="177305" y="379713"/>
                  </a:lnTo>
                  <a:lnTo>
                    <a:pt x="177124" y="379656"/>
                  </a:lnTo>
                  <a:lnTo>
                    <a:pt x="176602" y="379360"/>
                  </a:lnTo>
                  <a:lnTo>
                    <a:pt x="176256" y="378728"/>
                  </a:lnTo>
                  <a:lnTo>
                    <a:pt x="176147" y="378431"/>
                  </a:lnTo>
                  <a:lnTo>
                    <a:pt x="176201" y="378083"/>
                  </a:lnTo>
                  <a:lnTo>
                    <a:pt x="176001" y="377973"/>
                  </a:lnTo>
                  <a:lnTo>
                    <a:pt x="175757" y="378187"/>
                  </a:lnTo>
                  <a:lnTo>
                    <a:pt x="175413" y="377992"/>
                  </a:lnTo>
                  <a:lnTo>
                    <a:pt x="175311" y="377666"/>
                  </a:lnTo>
                  <a:lnTo>
                    <a:pt x="175089" y="377759"/>
                  </a:lnTo>
                  <a:lnTo>
                    <a:pt x="175173" y="378175"/>
                  </a:lnTo>
                  <a:lnTo>
                    <a:pt x="175291" y="378597"/>
                  </a:lnTo>
                  <a:lnTo>
                    <a:pt x="175092" y="378754"/>
                  </a:lnTo>
                  <a:lnTo>
                    <a:pt x="174465" y="378705"/>
                  </a:lnTo>
                  <a:lnTo>
                    <a:pt x="173971" y="378381"/>
                  </a:lnTo>
                  <a:lnTo>
                    <a:pt x="173360" y="378161"/>
                  </a:lnTo>
                  <a:lnTo>
                    <a:pt x="172531" y="378074"/>
                  </a:lnTo>
                  <a:lnTo>
                    <a:pt x="171950" y="378008"/>
                  </a:lnTo>
                  <a:lnTo>
                    <a:pt x="171692" y="378035"/>
                  </a:lnTo>
                  <a:lnTo>
                    <a:pt x="171562" y="378323"/>
                  </a:lnTo>
                  <a:lnTo>
                    <a:pt x="171579" y="378557"/>
                  </a:lnTo>
                  <a:lnTo>
                    <a:pt x="171519" y="378858"/>
                  </a:lnTo>
                  <a:lnTo>
                    <a:pt x="171391" y="378627"/>
                  </a:lnTo>
                  <a:lnTo>
                    <a:pt x="171328" y="378385"/>
                  </a:lnTo>
                  <a:lnTo>
                    <a:pt x="171061" y="378282"/>
                  </a:lnTo>
                  <a:lnTo>
                    <a:pt x="170532" y="378210"/>
                  </a:lnTo>
                  <a:lnTo>
                    <a:pt x="170086" y="378348"/>
                  </a:lnTo>
                  <a:lnTo>
                    <a:pt x="169892" y="378765"/>
                  </a:lnTo>
                  <a:lnTo>
                    <a:pt x="169907" y="379024"/>
                  </a:lnTo>
                  <a:lnTo>
                    <a:pt x="169751" y="379023"/>
                  </a:lnTo>
                  <a:lnTo>
                    <a:pt x="169508" y="379060"/>
                  </a:lnTo>
                  <a:lnTo>
                    <a:pt x="168821" y="379374"/>
                  </a:lnTo>
                  <a:lnTo>
                    <a:pt x="168661" y="379577"/>
                  </a:lnTo>
                  <a:lnTo>
                    <a:pt x="168539" y="379730"/>
                  </a:lnTo>
                  <a:lnTo>
                    <a:pt x="168153" y="380269"/>
                  </a:lnTo>
                  <a:lnTo>
                    <a:pt x="168096" y="380482"/>
                  </a:lnTo>
                  <a:lnTo>
                    <a:pt x="167815" y="380691"/>
                  </a:lnTo>
                  <a:lnTo>
                    <a:pt x="167598" y="380773"/>
                  </a:lnTo>
                  <a:lnTo>
                    <a:pt x="167381" y="380886"/>
                  </a:lnTo>
                  <a:lnTo>
                    <a:pt x="167416" y="381624"/>
                  </a:lnTo>
                  <a:lnTo>
                    <a:pt x="167619" y="382406"/>
                  </a:lnTo>
                  <a:lnTo>
                    <a:pt x="168035" y="382912"/>
                  </a:lnTo>
                  <a:lnTo>
                    <a:pt x="168190" y="383060"/>
                  </a:lnTo>
                  <a:lnTo>
                    <a:pt x="168438" y="383229"/>
                  </a:lnTo>
                  <a:lnTo>
                    <a:pt x="168586" y="383335"/>
                  </a:lnTo>
                  <a:lnTo>
                    <a:pt x="168466" y="383544"/>
                  </a:lnTo>
                  <a:lnTo>
                    <a:pt x="168359" y="384070"/>
                  </a:lnTo>
                  <a:lnTo>
                    <a:pt x="168574" y="384253"/>
                  </a:lnTo>
                  <a:lnTo>
                    <a:pt x="168761" y="384344"/>
                  </a:lnTo>
                  <a:lnTo>
                    <a:pt x="168813" y="384852"/>
                  </a:lnTo>
                  <a:lnTo>
                    <a:pt x="168853" y="385228"/>
                  </a:lnTo>
                  <a:lnTo>
                    <a:pt x="169205" y="385617"/>
                  </a:lnTo>
                  <a:lnTo>
                    <a:pt x="169253" y="385913"/>
                  </a:lnTo>
                  <a:lnTo>
                    <a:pt x="169370" y="386893"/>
                  </a:lnTo>
                  <a:lnTo>
                    <a:pt x="168669" y="386723"/>
                  </a:lnTo>
                  <a:lnTo>
                    <a:pt x="168533" y="386907"/>
                  </a:lnTo>
                  <a:lnTo>
                    <a:pt x="168346" y="387462"/>
                  </a:lnTo>
                  <a:lnTo>
                    <a:pt x="168306" y="387768"/>
                  </a:lnTo>
                  <a:lnTo>
                    <a:pt x="168251" y="388194"/>
                  </a:lnTo>
                  <a:lnTo>
                    <a:pt x="168247" y="388837"/>
                  </a:lnTo>
                  <a:lnTo>
                    <a:pt x="168179" y="389053"/>
                  </a:lnTo>
                  <a:lnTo>
                    <a:pt x="167762" y="389459"/>
                  </a:lnTo>
                  <a:lnTo>
                    <a:pt x="167861" y="389968"/>
                  </a:lnTo>
                  <a:lnTo>
                    <a:pt x="168191" y="390280"/>
                  </a:lnTo>
                  <a:lnTo>
                    <a:pt x="168771" y="390898"/>
                  </a:lnTo>
                  <a:lnTo>
                    <a:pt x="168881" y="391176"/>
                  </a:lnTo>
                  <a:lnTo>
                    <a:pt x="168887" y="391440"/>
                  </a:lnTo>
                  <a:lnTo>
                    <a:pt x="169123" y="392132"/>
                  </a:lnTo>
                  <a:lnTo>
                    <a:pt x="169448" y="392014"/>
                  </a:lnTo>
                  <a:lnTo>
                    <a:pt x="170020" y="392000"/>
                  </a:lnTo>
                  <a:lnTo>
                    <a:pt x="169932" y="392449"/>
                  </a:lnTo>
                  <a:lnTo>
                    <a:pt x="169728" y="393062"/>
                  </a:lnTo>
                  <a:lnTo>
                    <a:pt x="169718" y="393921"/>
                  </a:lnTo>
                  <a:lnTo>
                    <a:pt x="170028" y="394080"/>
                  </a:lnTo>
                  <a:lnTo>
                    <a:pt x="170354" y="394613"/>
                  </a:lnTo>
                  <a:lnTo>
                    <a:pt x="170410" y="394846"/>
                  </a:lnTo>
                  <a:lnTo>
                    <a:pt x="170439" y="395099"/>
                  </a:lnTo>
                  <a:lnTo>
                    <a:pt x="170719" y="395434"/>
                  </a:lnTo>
                  <a:lnTo>
                    <a:pt x="170512" y="395956"/>
                  </a:lnTo>
                  <a:lnTo>
                    <a:pt x="170329" y="396191"/>
                  </a:lnTo>
                  <a:lnTo>
                    <a:pt x="170432" y="397016"/>
                  </a:lnTo>
                  <a:lnTo>
                    <a:pt x="170446" y="397165"/>
                  </a:lnTo>
                  <a:lnTo>
                    <a:pt x="170552" y="397787"/>
                  </a:lnTo>
                  <a:lnTo>
                    <a:pt x="170575" y="398300"/>
                  </a:lnTo>
                  <a:lnTo>
                    <a:pt x="170637" y="398823"/>
                  </a:lnTo>
                  <a:lnTo>
                    <a:pt x="170127" y="399034"/>
                  </a:lnTo>
                  <a:lnTo>
                    <a:pt x="170046" y="399201"/>
                  </a:lnTo>
                  <a:lnTo>
                    <a:pt x="169973" y="399781"/>
                  </a:lnTo>
                  <a:lnTo>
                    <a:pt x="169967" y="400265"/>
                  </a:lnTo>
                  <a:lnTo>
                    <a:pt x="169070" y="401143"/>
                  </a:lnTo>
                  <a:lnTo>
                    <a:pt x="168422" y="401341"/>
                  </a:lnTo>
                  <a:lnTo>
                    <a:pt x="168162" y="401621"/>
                  </a:lnTo>
                  <a:lnTo>
                    <a:pt x="168003" y="401780"/>
                  </a:lnTo>
                  <a:lnTo>
                    <a:pt x="167422" y="401898"/>
                  </a:lnTo>
                  <a:lnTo>
                    <a:pt x="167174" y="402122"/>
                  </a:lnTo>
                  <a:lnTo>
                    <a:pt x="166966" y="402382"/>
                  </a:lnTo>
                  <a:lnTo>
                    <a:pt x="166863" y="402518"/>
                  </a:lnTo>
                  <a:lnTo>
                    <a:pt x="166757" y="402706"/>
                  </a:lnTo>
                  <a:lnTo>
                    <a:pt x="166511" y="402880"/>
                  </a:lnTo>
                  <a:lnTo>
                    <a:pt x="165890" y="403128"/>
                  </a:lnTo>
                  <a:lnTo>
                    <a:pt x="165573" y="403054"/>
                  </a:lnTo>
                  <a:lnTo>
                    <a:pt x="164981" y="403315"/>
                  </a:lnTo>
                  <a:lnTo>
                    <a:pt x="164564" y="403149"/>
                  </a:lnTo>
                  <a:lnTo>
                    <a:pt x="164247" y="403536"/>
                  </a:lnTo>
                  <a:lnTo>
                    <a:pt x="164329" y="403715"/>
                  </a:lnTo>
                  <a:lnTo>
                    <a:pt x="164440" y="403890"/>
                  </a:lnTo>
                  <a:lnTo>
                    <a:pt x="164522" y="404032"/>
                  </a:lnTo>
                  <a:lnTo>
                    <a:pt x="164597" y="404161"/>
                  </a:lnTo>
                  <a:lnTo>
                    <a:pt x="164497" y="404392"/>
                  </a:lnTo>
                  <a:lnTo>
                    <a:pt x="164319" y="404749"/>
                  </a:lnTo>
                  <a:lnTo>
                    <a:pt x="164011" y="405068"/>
                  </a:lnTo>
                  <a:lnTo>
                    <a:pt x="163879" y="405029"/>
                  </a:lnTo>
                  <a:lnTo>
                    <a:pt x="163655" y="404951"/>
                  </a:lnTo>
                  <a:lnTo>
                    <a:pt x="163534" y="404738"/>
                  </a:lnTo>
                  <a:lnTo>
                    <a:pt x="163522" y="404605"/>
                  </a:lnTo>
                  <a:lnTo>
                    <a:pt x="163051" y="404340"/>
                  </a:lnTo>
                  <a:lnTo>
                    <a:pt x="162603" y="404303"/>
                  </a:lnTo>
                  <a:lnTo>
                    <a:pt x="162347" y="403941"/>
                  </a:lnTo>
                  <a:lnTo>
                    <a:pt x="161981" y="403260"/>
                  </a:lnTo>
                  <a:lnTo>
                    <a:pt x="162009" y="402930"/>
                  </a:lnTo>
                  <a:lnTo>
                    <a:pt x="161366" y="402313"/>
                  </a:lnTo>
                  <a:lnTo>
                    <a:pt x="161231" y="402347"/>
                  </a:lnTo>
                  <a:lnTo>
                    <a:pt x="161023" y="402330"/>
                  </a:lnTo>
                  <a:lnTo>
                    <a:pt x="160467" y="401788"/>
                  </a:lnTo>
                  <a:lnTo>
                    <a:pt x="160406" y="401087"/>
                  </a:lnTo>
                  <a:lnTo>
                    <a:pt x="159841" y="400172"/>
                  </a:lnTo>
                  <a:lnTo>
                    <a:pt x="159580" y="400041"/>
                  </a:lnTo>
                  <a:lnTo>
                    <a:pt x="159350" y="400045"/>
                  </a:lnTo>
                  <a:lnTo>
                    <a:pt x="159170" y="400046"/>
                  </a:lnTo>
                  <a:lnTo>
                    <a:pt x="158930" y="399881"/>
                  </a:lnTo>
                  <a:lnTo>
                    <a:pt x="158795" y="399385"/>
                  </a:lnTo>
                  <a:lnTo>
                    <a:pt x="158684" y="399121"/>
                  </a:lnTo>
                  <a:lnTo>
                    <a:pt x="158332" y="398813"/>
                  </a:lnTo>
                  <a:lnTo>
                    <a:pt x="158470" y="398365"/>
                  </a:lnTo>
                  <a:lnTo>
                    <a:pt x="158706" y="397926"/>
                  </a:lnTo>
                  <a:lnTo>
                    <a:pt x="158401" y="397600"/>
                  </a:lnTo>
                  <a:lnTo>
                    <a:pt x="158307" y="397180"/>
                  </a:lnTo>
                  <a:lnTo>
                    <a:pt x="158244" y="396892"/>
                  </a:lnTo>
                  <a:lnTo>
                    <a:pt x="158204" y="396711"/>
                  </a:lnTo>
                  <a:lnTo>
                    <a:pt x="158169" y="396431"/>
                  </a:lnTo>
                  <a:lnTo>
                    <a:pt x="158179" y="396190"/>
                  </a:lnTo>
                  <a:lnTo>
                    <a:pt x="158194" y="395943"/>
                  </a:lnTo>
                  <a:lnTo>
                    <a:pt x="157936" y="395837"/>
                  </a:lnTo>
                  <a:lnTo>
                    <a:pt x="157595" y="395829"/>
                  </a:lnTo>
                  <a:lnTo>
                    <a:pt x="157376" y="395700"/>
                  </a:lnTo>
                  <a:lnTo>
                    <a:pt x="156916" y="395829"/>
                  </a:lnTo>
                  <a:lnTo>
                    <a:pt x="156436" y="395873"/>
                  </a:lnTo>
                  <a:lnTo>
                    <a:pt x="156115" y="395811"/>
                  </a:lnTo>
                  <a:lnTo>
                    <a:pt x="155901" y="395725"/>
                  </a:lnTo>
                  <a:lnTo>
                    <a:pt x="155787" y="395519"/>
                  </a:lnTo>
                  <a:lnTo>
                    <a:pt x="155692" y="395299"/>
                  </a:lnTo>
                  <a:lnTo>
                    <a:pt x="155514" y="394987"/>
                  </a:lnTo>
                  <a:lnTo>
                    <a:pt x="155314" y="395095"/>
                  </a:lnTo>
                  <a:lnTo>
                    <a:pt x="155299" y="394858"/>
                  </a:lnTo>
                  <a:lnTo>
                    <a:pt x="155247" y="394387"/>
                  </a:lnTo>
                  <a:lnTo>
                    <a:pt x="154912" y="394534"/>
                  </a:lnTo>
                  <a:lnTo>
                    <a:pt x="154900" y="394723"/>
                  </a:lnTo>
                  <a:lnTo>
                    <a:pt x="154857" y="394951"/>
                  </a:lnTo>
                  <a:lnTo>
                    <a:pt x="154695" y="395281"/>
                  </a:lnTo>
                  <a:lnTo>
                    <a:pt x="154472" y="395305"/>
                  </a:lnTo>
                  <a:lnTo>
                    <a:pt x="154287" y="395420"/>
                  </a:lnTo>
                  <a:lnTo>
                    <a:pt x="154110" y="395588"/>
                  </a:lnTo>
                  <a:lnTo>
                    <a:pt x="153976" y="395715"/>
                  </a:lnTo>
                  <a:lnTo>
                    <a:pt x="153698" y="396021"/>
                  </a:lnTo>
                  <a:lnTo>
                    <a:pt x="153503" y="396226"/>
                  </a:lnTo>
                  <a:lnTo>
                    <a:pt x="152965" y="396579"/>
                  </a:lnTo>
                  <a:lnTo>
                    <a:pt x="152880" y="396908"/>
                  </a:lnTo>
                  <a:lnTo>
                    <a:pt x="152831" y="397170"/>
                  </a:lnTo>
                  <a:lnTo>
                    <a:pt x="152174" y="397888"/>
                  </a:lnTo>
                  <a:lnTo>
                    <a:pt x="152259" y="398069"/>
                  </a:lnTo>
                  <a:lnTo>
                    <a:pt x="152354" y="398272"/>
                  </a:lnTo>
                  <a:lnTo>
                    <a:pt x="151893" y="398167"/>
                  </a:lnTo>
                  <a:lnTo>
                    <a:pt x="151674" y="397264"/>
                  </a:lnTo>
                  <a:lnTo>
                    <a:pt x="151858" y="397038"/>
                  </a:lnTo>
                  <a:lnTo>
                    <a:pt x="151690" y="396920"/>
                  </a:lnTo>
                  <a:lnTo>
                    <a:pt x="151485" y="396717"/>
                  </a:lnTo>
                  <a:lnTo>
                    <a:pt x="151525" y="396238"/>
                  </a:lnTo>
                  <a:lnTo>
                    <a:pt x="151287" y="396213"/>
                  </a:lnTo>
                  <a:lnTo>
                    <a:pt x="150933" y="396081"/>
                  </a:lnTo>
                  <a:lnTo>
                    <a:pt x="150890" y="395781"/>
                  </a:lnTo>
                  <a:lnTo>
                    <a:pt x="150731" y="395195"/>
                  </a:lnTo>
                  <a:lnTo>
                    <a:pt x="150609" y="394983"/>
                  </a:lnTo>
                  <a:lnTo>
                    <a:pt x="150588" y="394368"/>
                  </a:lnTo>
                  <a:lnTo>
                    <a:pt x="150556" y="394109"/>
                  </a:lnTo>
                  <a:lnTo>
                    <a:pt x="150471" y="393795"/>
                  </a:lnTo>
                  <a:lnTo>
                    <a:pt x="150266" y="393746"/>
                  </a:lnTo>
                  <a:lnTo>
                    <a:pt x="150261" y="392948"/>
                  </a:lnTo>
                  <a:lnTo>
                    <a:pt x="150287" y="392638"/>
                  </a:lnTo>
                  <a:lnTo>
                    <a:pt x="150161" y="392264"/>
                  </a:lnTo>
                  <a:lnTo>
                    <a:pt x="150060" y="391990"/>
                  </a:lnTo>
                  <a:lnTo>
                    <a:pt x="150001" y="391683"/>
                  </a:lnTo>
                  <a:lnTo>
                    <a:pt x="150186" y="391602"/>
                  </a:lnTo>
                  <a:lnTo>
                    <a:pt x="150998" y="391387"/>
                  </a:lnTo>
                  <a:lnTo>
                    <a:pt x="151093" y="391203"/>
                  </a:lnTo>
                  <a:lnTo>
                    <a:pt x="151410" y="391086"/>
                  </a:lnTo>
                  <a:lnTo>
                    <a:pt x="151577" y="390932"/>
                  </a:lnTo>
                  <a:lnTo>
                    <a:pt x="151320" y="390448"/>
                  </a:lnTo>
                  <a:lnTo>
                    <a:pt x="151158" y="390397"/>
                  </a:lnTo>
                  <a:lnTo>
                    <a:pt x="150623" y="390393"/>
                  </a:lnTo>
                  <a:lnTo>
                    <a:pt x="150489" y="390699"/>
                  </a:lnTo>
                  <a:lnTo>
                    <a:pt x="150544" y="391130"/>
                  </a:lnTo>
                  <a:lnTo>
                    <a:pt x="150052" y="391438"/>
                  </a:lnTo>
                  <a:lnTo>
                    <a:pt x="149902" y="390788"/>
                  </a:lnTo>
                  <a:lnTo>
                    <a:pt x="149738" y="390935"/>
                  </a:lnTo>
                  <a:lnTo>
                    <a:pt x="149294" y="391057"/>
                  </a:lnTo>
                  <a:lnTo>
                    <a:pt x="149085" y="391114"/>
                  </a:lnTo>
                  <a:lnTo>
                    <a:pt x="148477" y="391260"/>
                  </a:lnTo>
                  <a:lnTo>
                    <a:pt x="147750" y="391219"/>
                  </a:lnTo>
                  <a:lnTo>
                    <a:pt x="147320" y="390921"/>
                  </a:lnTo>
                  <a:lnTo>
                    <a:pt x="147622" y="390366"/>
                  </a:lnTo>
                  <a:lnTo>
                    <a:pt x="147280" y="389622"/>
                  </a:lnTo>
                  <a:lnTo>
                    <a:pt x="146784" y="389583"/>
                  </a:lnTo>
                  <a:lnTo>
                    <a:pt x="146441" y="389429"/>
                  </a:lnTo>
                  <a:lnTo>
                    <a:pt x="146007" y="389363"/>
                  </a:lnTo>
                  <a:lnTo>
                    <a:pt x="145625" y="389241"/>
                  </a:lnTo>
                  <a:lnTo>
                    <a:pt x="145427" y="389179"/>
                  </a:lnTo>
                  <a:lnTo>
                    <a:pt x="145191" y="389060"/>
                  </a:lnTo>
                  <a:lnTo>
                    <a:pt x="144850" y="388957"/>
                  </a:lnTo>
                  <a:lnTo>
                    <a:pt x="144239" y="389006"/>
                  </a:lnTo>
                  <a:lnTo>
                    <a:pt x="143488" y="389141"/>
                  </a:lnTo>
                  <a:lnTo>
                    <a:pt x="143348" y="389114"/>
                  </a:lnTo>
                  <a:lnTo>
                    <a:pt x="142701" y="388815"/>
                  </a:lnTo>
                  <a:lnTo>
                    <a:pt x="142225" y="388401"/>
                  </a:lnTo>
                  <a:lnTo>
                    <a:pt x="141803" y="388398"/>
                  </a:lnTo>
                  <a:lnTo>
                    <a:pt x="141631" y="388397"/>
                  </a:lnTo>
                  <a:lnTo>
                    <a:pt x="141457" y="388515"/>
                  </a:lnTo>
                  <a:lnTo>
                    <a:pt x="141123" y="388950"/>
                  </a:lnTo>
                  <a:lnTo>
                    <a:pt x="140945" y="388960"/>
                  </a:lnTo>
                  <a:lnTo>
                    <a:pt x="140657" y="388686"/>
                  </a:lnTo>
                  <a:lnTo>
                    <a:pt x="140493" y="389140"/>
                  </a:lnTo>
                  <a:lnTo>
                    <a:pt x="140463" y="389344"/>
                  </a:lnTo>
                  <a:lnTo>
                    <a:pt x="140432" y="389635"/>
                  </a:lnTo>
                  <a:lnTo>
                    <a:pt x="140411" y="389788"/>
                  </a:lnTo>
                  <a:lnTo>
                    <a:pt x="140345" y="389985"/>
                  </a:lnTo>
                  <a:lnTo>
                    <a:pt x="140128" y="390246"/>
                  </a:lnTo>
                  <a:lnTo>
                    <a:pt x="140003" y="390521"/>
                  </a:lnTo>
                  <a:lnTo>
                    <a:pt x="139990" y="390675"/>
                  </a:lnTo>
                  <a:lnTo>
                    <a:pt x="139893" y="390961"/>
                  </a:lnTo>
                  <a:lnTo>
                    <a:pt x="139601" y="391472"/>
                  </a:lnTo>
                  <a:lnTo>
                    <a:pt x="139393" y="391498"/>
                  </a:lnTo>
                  <a:lnTo>
                    <a:pt x="139036" y="391181"/>
                  </a:lnTo>
                  <a:lnTo>
                    <a:pt x="139017" y="390485"/>
                  </a:lnTo>
                  <a:lnTo>
                    <a:pt x="138981" y="389925"/>
                  </a:lnTo>
                  <a:lnTo>
                    <a:pt x="139119" y="389686"/>
                  </a:lnTo>
                  <a:lnTo>
                    <a:pt x="139096" y="389338"/>
                  </a:lnTo>
                  <a:lnTo>
                    <a:pt x="139038" y="388887"/>
                  </a:lnTo>
                  <a:lnTo>
                    <a:pt x="138684" y="388820"/>
                  </a:lnTo>
                  <a:lnTo>
                    <a:pt x="138477" y="388674"/>
                  </a:lnTo>
                  <a:lnTo>
                    <a:pt x="138419" y="387958"/>
                  </a:lnTo>
                  <a:lnTo>
                    <a:pt x="138499" y="387661"/>
                  </a:lnTo>
                  <a:lnTo>
                    <a:pt x="138237" y="387108"/>
                  </a:lnTo>
                  <a:lnTo>
                    <a:pt x="138098" y="386890"/>
                  </a:lnTo>
                  <a:lnTo>
                    <a:pt x="138009" y="387069"/>
                  </a:lnTo>
                  <a:lnTo>
                    <a:pt x="137770" y="387262"/>
                  </a:lnTo>
                  <a:lnTo>
                    <a:pt x="137365" y="387479"/>
                  </a:lnTo>
                  <a:lnTo>
                    <a:pt x="136999" y="387077"/>
                  </a:lnTo>
                  <a:lnTo>
                    <a:pt x="136906" y="386931"/>
                  </a:lnTo>
                  <a:lnTo>
                    <a:pt x="136742" y="386693"/>
                  </a:lnTo>
                  <a:lnTo>
                    <a:pt x="136466" y="386484"/>
                  </a:lnTo>
                  <a:lnTo>
                    <a:pt x="136434" y="386212"/>
                  </a:lnTo>
                  <a:lnTo>
                    <a:pt x="136682" y="386006"/>
                  </a:lnTo>
                  <a:lnTo>
                    <a:pt x="136439" y="385656"/>
                  </a:lnTo>
                  <a:lnTo>
                    <a:pt x="136141" y="385509"/>
                  </a:lnTo>
                  <a:lnTo>
                    <a:pt x="135783" y="385502"/>
                  </a:lnTo>
                  <a:lnTo>
                    <a:pt x="135472" y="385335"/>
                  </a:lnTo>
                  <a:lnTo>
                    <a:pt x="135249" y="385048"/>
                  </a:lnTo>
                  <a:lnTo>
                    <a:pt x="134955" y="385055"/>
                  </a:lnTo>
                  <a:lnTo>
                    <a:pt x="135016" y="384746"/>
                  </a:lnTo>
                  <a:lnTo>
                    <a:pt x="135215" y="384738"/>
                  </a:lnTo>
                  <a:lnTo>
                    <a:pt x="135465" y="384614"/>
                  </a:lnTo>
                  <a:lnTo>
                    <a:pt x="135504" y="383882"/>
                  </a:lnTo>
                  <a:lnTo>
                    <a:pt x="135179" y="384154"/>
                  </a:lnTo>
                  <a:lnTo>
                    <a:pt x="134793" y="384163"/>
                  </a:lnTo>
                  <a:lnTo>
                    <a:pt x="134680" y="384026"/>
                  </a:lnTo>
                  <a:lnTo>
                    <a:pt x="134506" y="383660"/>
                  </a:lnTo>
                  <a:lnTo>
                    <a:pt x="134318" y="383567"/>
                  </a:lnTo>
                  <a:lnTo>
                    <a:pt x="133996" y="383607"/>
                  </a:lnTo>
                  <a:lnTo>
                    <a:pt x="133776" y="383339"/>
                  </a:lnTo>
                  <a:lnTo>
                    <a:pt x="133511" y="383100"/>
                  </a:lnTo>
                  <a:lnTo>
                    <a:pt x="133264" y="382775"/>
                  </a:lnTo>
                  <a:lnTo>
                    <a:pt x="133462" y="382526"/>
                  </a:lnTo>
                  <a:lnTo>
                    <a:pt x="133614" y="382217"/>
                  </a:lnTo>
                  <a:lnTo>
                    <a:pt x="133715" y="381552"/>
                  </a:lnTo>
                  <a:lnTo>
                    <a:pt x="133422" y="381388"/>
                  </a:lnTo>
                  <a:lnTo>
                    <a:pt x="133096" y="381352"/>
                  </a:lnTo>
                  <a:lnTo>
                    <a:pt x="132971" y="381095"/>
                  </a:lnTo>
                  <a:lnTo>
                    <a:pt x="132788" y="381000"/>
                  </a:lnTo>
                  <a:lnTo>
                    <a:pt x="132218" y="380982"/>
                  </a:lnTo>
                  <a:lnTo>
                    <a:pt x="132220" y="380266"/>
                  </a:lnTo>
                  <a:lnTo>
                    <a:pt x="132365" y="380123"/>
                  </a:lnTo>
                  <a:lnTo>
                    <a:pt x="132904" y="380057"/>
                  </a:lnTo>
                  <a:lnTo>
                    <a:pt x="133242" y="379427"/>
                  </a:lnTo>
                  <a:lnTo>
                    <a:pt x="133812" y="378952"/>
                  </a:lnTo>
                  <a:lnTo>
                    <a:pt x="133860" y="379399"/>
                  </a:lnTo>
                  <a:lnTo>
                    <a:pt x="133884" y="379599"/>
                  </a:lnTo>
                  <a:lnTo>
                    <a:pt x="134027" y="380187"/>
                  </a:lnTo>
                  <a:lnTo>
                    <a:pt x="134729" y="380015"/>
                  </a:lnTo>
                  <a:lnTo>
                    <a:pt x="135095" y="379604"/>
                  </a:lnTo>
                  <a:lnTo>
                    <a:pt x="135321" y="379289"/>
                  </a:lnTo>
                  <a:lnTo>
                    <a:pt x="135459" y="378965"/>
                  </a:lnTo>
                  <a:lnTo>
                    <a:pt x="135192" y="378521"/>
                  </a:lnTo>
                  <a:lnTo>
                    <a:pt x="134754" y="378466"/>
                  </a:lnTo>
                  <a:lnTo>
                    <a:pt x="134522" y="378672"/>
                  </a:lnTo>
                  <a:lnTo>
                    <a:pt x="134405" y="378999"/>
                  </a:lnTo>
                  <a:lnTo>
                    <a:pt x="133845" y="378366"/>
                  </a:lnTo>
                  <a:lnTo>
                    <a:pt x="133289" y="378051"/>
                  </a:lnTo>
                  <a:lnTo>
                    <a:pt x="133033" y="378214"/>
                  </a:lnTo>
                  <a:lnTo>
                    <a:pt x="132661" y="378408"/>
                  </a:lnTo>
                  <a:lnTo>
                    <a:pt x="132374" y="378323"/>
                  </a:lnTo>
                  <a:lnTo>
                    <a:pt x="132134" y="378193"/>
                  </a:lnTo>
                  <a:lnTo>
                    <a:pt x="132167" y="377873"/>
                  </a:lnTo>
                  <a:lnTo>
                    <a:pt x="132140" y="377645"/>
                  </a:lnTo>
                  <a:lnTo>
                    <a:pt x="131465" y="377969"/>
                  </a:lnTo>
                  <a:lnTo>
                    <a:pt x="131208" y="377491"/>
                  </a:lnTo>
                  <a:lnTo>
                    <a:pt x="130203" y="377932"/>
                  </a:lnTo>
                  <a:lnTo>
                    <a:pt x="129832" y="378102"/>
                  </a:lnTo>
                  <a:lnTo>
                    <a:pt x="129650" y="378245"/>
                  </a:lnTo>
                  <a:lnTo>
                    <a:pt x="129335" y="378430"/>
                  </a:lnTo>
                  <a:lnTo>
                    <a:pt x="129086" y="378575"/>
                  </a:lnTo>
                  <a:lnTo>
                    <a:pt x="128885" y="378678"/>
                  </a:lnTo>
                  <a:lnTo>
                    <a:pt x="128442" y="378784"/>
                  </a:lnTo>
                  <a:lnTo>
                    <a:pt x="128151" y="378819"/>
                  </a:lnTo>
                  <a:lnTo>
                    <a:pt x="128019" y="378851"/>
                  </a:lnTo>
                  <a:lnTo>
                    <a:pt x="127717" y="379038"/>
                  </a:lnTo>
                  <a:lnTo>
                    <a:pt x="127379" y="379318"/>
                  </a:lnTo>
                  <a:lnTo>
                    <a:pt x="126915" y="379401"/>
                  </a:lnTo>
                  <a:lnTo>
                    <a:pt x="126676" y="379587"/>
                  </a:lnTo>
                  <a:lnTo>
                    <a:pt x="126773" y="379840"/>
                  </a:lnTo>
                  <a:lnTo>
                    <a:pt x="126859" y="380158"/>
                  </a:lnTo>
                  <a:lnTo>
                    <a:pt x="126618" y="380607"/>
                  </a:lnTo>
                  <a:lnTo>
                    <a:pt x="126193" y="380820"/>
                  </a:lnTo>
                  <a:lnTo>
                    <a:pt x="126083" y="380555"/>
                  </a:lnTo>
                  <a:lnTo>
                    <a:pt x="125992" y="380257"/>
                  </a:lnTo>
                  <a:lnTo>
                    <a:pt x="126351" y="379619"/>
                  </a:lnTo>
                  <a:lnTo>
                    <a:pt x="126430" y="379335"/>
                  </a:lnTo>
                  <a:lnTo>
                    <a:pt x="126293" y="379199"/>
                  </a:lnTo>
                  <a:lnTo>
                    <a:pt x="126014" y="378953"/>
                  </a:lnTo>
                  <a:lnTo>
                    <a:pt x="125802" y="378825"/>
                  </a:lnTo>
                  <a:lnTo>
                    <a:pt x="125329" y="378652"/>
                  </a:lnTo>
                  <a:lnTo>
                    <a:pt x="125192" y="378852"/>
                  </a:lnTo>
                  <a:lnTo>
                    <a:pt x="124976" y="379059"/>
                  </a:lnTo>
                  <a:lnTo>
                    <a:pt x="124800" y="378906"/>
                  </a:lnTo>
                  <a:lnTo>
                    <a:pt x="124591" y="378758"/>
                  </a:lnTo>
                  <a:lnTo>
                    <a:pt x="124212" y="378907"/>
                  </a:lnTo>
                  <a:lnTo>
                    <a:pt x="124046" y="378986"/>
                  </a:lnTo>
                  <a:lnTo>
                    <a:pt x="123661" y="379234"/>
                  </a:lnTo>
                  <a:lnTo>
                    <a:pt x="123424" y="379260"/>
                  </a:lnTo>
                  <a:lnTo>
                    <a:pt x="122248" y="378751"/>
                  </a:lnTo>
                  <a:lnTo>
                    <a:pt x="122073" y="378473"/>
                  </a:lnTo>
                  <a:lnTo>
                    <a:pt x="122066" y="378178"/>
                  </a:lnTo>
                  <a:lnTo>
                    <a:pt x="121829" y="377682"/>
                  </a:lnTo>
                  <a:lnTo>
                    <a:pt x="121548" y="377706"/>
                  </a:lnTo>
                  <a:lnTo>
                    <a:pt x="120975" y="377651"/>
                  </a:lnTo>
                  <a:lnTo>
                    <a:pt x="121019" y="376992"/>
                  </a:lnTo>
                  <a:lnTo>
                    <a:pt x="121109" y="376506"/>
                  </a:lnTo>
                  <a:lnTo>
                    <a:pt x="120931" y="376217"/>
                  </a:lnTo>
                  <a:lnTo>
                    <a:pt x="120786" y="376019"/>
                  </a:lnTo>
                  <a:lnTo>
                    <a:pt x="120578" y="375894"/>
                  </a:lnTo>
                  <a:lnTo>
                    <a:pt x="120188" y="375876"/>
                  </a:lnTo>
                  <a:lnTo>
                    <a:pt x="119906" y="375340"/>
                  </a:lnTo>
                  <a:lnTo>
                    <a:pt x="119887" y="374842"/>
                  </a:lnTo>
                  <a:lnTo>
                    <a:pt x="119895" y="374393"/>
                  </a:lnTo>
                  <a:lnTo>
                    <a:pt x="119885" y="374154"/>
                  </a:lnTo>
                  <a:lnTo>
                    <a:pt x="119660" y="373735"/>
                  </a:lnTo>
                  <a:lnTo>
                    <a:pt x="119258" y="373994"/>
                  </a:lnTo>
                  <a:lnTo>
                    <a:pt x="119256" y="373796"/>
                  </a:lnTo>
                  <a:lnTo>
                    <a:pt x="119073" y="373575"/>
                  </a:lnTo>
                  <a:lnTo>
                    <a:pt x="118771" y="373764"/>
                  </a:lnTo>
                  <a:lnTo>
                    <a:pt x="118531" y="373928"/>
                  </a:lnTo>
                  <a:lnTo>
                    <a:pt x="118304" y="374156"/>
                  </a:lnTo>
                  <a:lnTo>
                    <a:pt x="118069" y="374690"/>
                  </a:lnTo>
                  <a:lnTo>
                    <a:pt x="117909" y="374946"/>
                  </a:lnTo>
                  <a:lnTo>
                    <a:pt x="117553" y="375223"/>
                  </a:lnTo>
                  <a:lnTo>
                    <a:pt x="117399" y="375051"/>
                  </a:lnTo>
                  <a:lnTo>
                    <a:pt x="117208" y="374517"/>
                  </a:lnTo>
                  <a:lnTo>
                    <a:pt x="117349" y="374362"/>
                  </a:lnTo>
                  <a:lnTo>
                    <a:pt x="117541" y="374164"/>
                  </a:lnTo>
                  <a:lnTo>
                    <a:pt x="117428" y="373460"/>
                  </a:lnTo>
                  <a:lnTo>
                    <a:pt x="117313" y="372919"/>
                  </a:lnTo>
                  <a:lnTo>
                    <a:pt x="117138" y="372669"/>
                  </a:lnTo>
                  <a:lnTo>
                    <a:pt x="117171" y="372358"/>
                  </a:lnTo>
                  <a:lnTo>
                    <a:pt x="117530" y="372128"/>
                  </a:lnTo>
                  <a:lnTo>
                    <a:pt x="118279" y="372245"/>
                  </a:lnTo>
                  <a:lnTo>
                    <a:pt x="118412" y="371924"/>
                  </a:lnTo>
                  <a:lnTo>
                    <a:pt x="118322" y="371636"/>
                  </a:lnTo>
                  <a:lnTo>
                    <a:pt x="118056" y="371287"/>
                  </a:lnTo>
                  <a:lnTo>
                    <a:pt x="117797" y="371129"/>
                  </a:lnTo>
                  <a:lnTo>
                    <a:pt x="117496" y="370996"/>
                  </a:lnTo>
                  <a:lnTo>
                    <a:pt x="117226" y="371074"/>
                  </a:lnTo>
                  <a:lnTo>
                    <a:pt x="116969" y="371014"/>
                  </a:lnTo>
                  <a:lnTo>
                    <a:pt x="116574" y="370786"/>
                  </a:lnTo>
                  <a:lnTo>
                    <a:pt x="116331" y="370782"/>
                  </a:lnTo>
                  <a:lnTo>
                    <a:pt x="116067" y="370819"/>
                  </a:lnTo>
                  <a:lnTo>
                    <a:pt x="115809" y="370648"/>
                  </a:lnTo>
                  <a:lnTo>
                    <a:pt x="115522" y="370289"/>
                  </a:lnTo>
                  <a:lnTo>
                    <a:pt x="115240" y="369906"/>
                  </a:lnTo>
                  <a:lnTo>
                    <a:pt x="115130" y="369694"/>
                  </a:lnTo>
                  <a:lnTo>
                    <a:pt x="114869" y="369156"/>
                  </a:lnTo>
                  <a:lnTo>
                    <a:pt x="115449" y="368733"/>
                  </a:lnTo>
                  <a:lnTo>
                    <a:pt x="115431" y="368500"/>
                  </a:lnTo>
                  <a:lnTo>
                    <a:pt x="115278" y="367924"/>
                  </a:lnTo>
                  <a:lnTo>
                    <a:pt x="115038" y="367646"/>
                  </a:lnTo>
                  <a:lnTo>
                    <a:pt x="114921" y="367142"/>
                  </a:lnTo>
                  <a:lnTo>
                    <a:pt x="115216" y="366704"/>
                  </a:lnTo>
                  <a:lnTo>
                    <a:pt x="115267" y="366258"/>
                  </a:lnTo>
                  <a:lnTo>
                    <a:pt x="115270" y="366010"/>
                  </a:lnTo>
                  <a:lnTo>
                    <a:pt x="115280" y="365641"/>
                  </a:lnTo>
                  <a:lnTo>
                    <a:pt x="115341" y="365095"/>
                  </a:lnTo>
                  <a:lnTo>
                    <a:pt x="115355" y="364916"/>
                  </a:lnTo>
                  <a:lnTo>
                    <a:pt x="115302" y="364431"/>
                  </a:lnTo>
                  <a:lnTo>
                    <a:pt x="115324" y="364069"/>
                  </a:lnTo>
                  <a:lnTo>
                    <a:pt x="115485" y="363850"/>
                  </a:lnTo>
                  <a:lnTo>
                    <a:pt x="115535" y="363162"/>
                  </a:lnTo>
                  <a:lnTo>
                    <a:pt x="115669" y="362588"/>
                  </a:lnTo>
                  <a:lnTo>
                    <a:pt x="115843" y="362321"/>
                  </a:lnTo>
                  <a:lnTo>
                    <a:pt x="116006" y="362340"/>
                  </a:lnTo>
                  <a:lnTo>
                    <a:pt x="116806" y="362268"/>
                  </a:lnTo>
                  <a:lnTo>
                    <a:pt x="116568" y="361897"/>
                  </a:lnTo>
                  <a:lnTo>
                    <a:pt x="116554" y="361739"/>
                  </a:lnTo>
                  <a:lnTo>
                    <a:pt x="116680" y="361517"/>
                  </a:lnTo>
                  <a:lnTo>
                    <a:pt x="117375" y="360805"/>
                  </a:lnTo>
                  <a:lnTo>
                    <a:pt x="117650" y="360737"/>
                  </a:lnTo>
                  <a:lnTo>
                    <a:pt x="117953" y="360708"/>
                  </a:lnTo>
                  <a:lnTo>
                    <a:pt x="118008" y="360559"/>
                  </a:lnTo>
                  <a:lnTo>
                    <a:pt x="117988" y="360396"/>
                  </a:lnTo>
                  <a:lnTo>
                    <a:pt x="118062" y="359995"/>
                  </a:lnTo>
                  <a:lnTo>
                    <a:pt x="118510" y="359900"/>
                  </a:lnTo>
                  <a:lnTo>
                    <a:pt x="118780" y="360092"/>
                  </a:lnTo>
                  <a:lnTo>
                    <a:pt x="119723" y="358820"/>
                  </a:lnTo>
                  <a:lnTo>
                    <a:pt x="119891" y="358542"/>
                  </a:lnTo>
                  <a:lnTo>
                    <a:pt x="120066" y="358536"/>
                  </a:lnTo>
                  <a:lnTo>
                    <a:pt x="120207" y="358535"/>
                  </a:lnTo>
                  <a:lnTo>
                    <a:pt x="120746" y="358534"/>
                  </a:lnTo>
                  <a:lnTo>
                    <a:pt x="121602" y="358618"/>
                  </a:lnTo>
                  <a:lnTo>
                    <a:pt x="121827" y="358749"/>
                  </a:lnTo>
                  <a:lnTo>
                    <a:pt x="122234" y="358796"/>
                  </a:lnTo>
                  <a:lnTo>
                    <a:pt x="122509" y="358813"/>
                  </a:lnTo>
                  <a:lnTo>
                    <a:pt x="122754" y="358687"/>
                  </a:lnTo>
                  <a:lnTo>
                    <a:pt x="122947" y="358268"/>
                  </a:lnTo>
                  <a:lnTo>
                    <a:pt x="123111" y="357801"/>
                  </a:lnTo>
                  <a:lnTo>
                    <a:pt x="123187" y="357584"/>
                  </a:lnTo>
                  <a:lnTo>
                    <a:pt x="123518" y="356684"/>
                  </a:lnTo>
                  <a:lnTo>
                    <a:pt x="123617" y="356490"/>
                  </a:lnTo>
                  <a:lnTo>
                    <a:pt x="123784" y="356027"/>
                  </a:lnTo>
                  <a:lnTo>
                    <a:pt x="123526" y="355805"/>
                  </a:lnTo>
                  <a:lnTo>
                    <a:pt x="123363" y="355721"/>
                  </a:lnTo>
                  <a:lnTo>
                    <a:pt x="123198" y="355273"/>
                  </a:lnTo>
                  <a:lnTo>
                    <a:pt x="122880" y="354718"/>
                  </a:lnTo>
                  <a:lnTo>
                    <a:pt x="122656" y="354279"/>
                  </a:lnTo>
                  <a:lnTo>
                    <a:pt x="122531" y="353770"/>
                  </a:lnTo>
                  <a:lnTo>
                    <a:pt x="122325" y="352985"/>
                  </a:lnTo>
                  <a:lnTo>
                    <a:pt x="122198" y="352693"/>
                  </a:lnTo>
                  <a:lnTo>
                    <a:pt x="121883" y="352436"/>
                  </a:lnTo>
                  <a:lnTo>
                    <a:pt x="121730" y="352315"/>
                  </a:lnTo>
                  <a:lnTo>
                    <a:pt x="121445" y="352257"/>
                  </a:lnTo>
                  <a:lnTo>
                    <a:pt x="121303" y="352135"/>
                  </a:lnTo>
                  <a:lnTo>
                    <a:pt x="121181" y="351484"/>
                  </a:lnTo>
                  <a:lnTo>
                    <a:pt x="121191" y="351125"/>
                  </a:lnTo>
                  <a:lnTo>
                    <a:pt x="121481" y="350834"/>
                  </a:lnTo>
                  <a:lnTo>
                    <a:pt x="121564" y="350647"/>
                  </a:lnTo>
                  <a:lnTo>
                    <a:pt x="121535" y="350419"/>
                  </a:lnTo>
                  <a:lnTo>
                    <a:pt x="121478" y="350289"/>
                  </a:lnTo>
                  <a:lnTo>
                    <a:pt x="121388" y="350151"/>
                  </a:lnTo>
                  <a:lnTo>
                    <a:pt x="121304" y="349913"/>
                  </a:lnTo>
                  <a:lnTo>
                    <a:pt x="121326" y="349694"/>
                  </a:lnTo>
                  <a:lnTo>
                    <a:pt x="121411" y="349555"/>
                  </a:lnTo>
                  <a:lnTo>
                    <a:pt x="121673" y="349284"/>
                  </a:lnTo>
                  <a:lnTo>
                    <a:pt x="121946" y="349248"/>
                  </a:lnTo>
                  <a:lnTo>
                    <a:pt x="122093" y="348681"/>
                  </a:lnTo>
                  <a:lnTo>
                    <a:pt x="122114" y="348455"/>
                  </a:lnTo>
                  <a:lnTo>
                    <a:pt x="121874" y="348092"/>
                  </a:lnTo>
                  <a:lnTo>
                    <a:pt x="121638" y="347777"/>
                  </a:lnTo>
                  <a:lnTo>
                    <a:pt x="121436" y="347596"/>
                  </a:lnTo>
                  <a:lnTo>
                    <a:pt x="121240" y="347515"/>
                  </a:lnTo>
                  <a:lnTo>
                    <a:pt x="121062" y="347161"/>
                  </a:lnTo>
                  <a:lnTo>
                    <a:pt x="121056" y="347032"/>
                  </a:lnTo>
                  <a:lnTo>
                    <a:pt x="121014" y="346781"/>
                  </a:lnTo>
                  <a:lnTo>
                    <a:pt x="120488" y="346614"/>
                  </a:lnTo>
                  <a:lnTo>
                    <a:pt x="120063" y="346624"/>
                  </a:lnTo>
                  <a:lnTo>
                    <a:pt x="119599" y="346254"/>
                  </a:lnTo>
                  <a:lnTo>
                    <a:pt x="119598" y="345854"/>
                  </a:lnTo>
                  <a:lnTo>
                    <a:pt x="118526" y="344241"/>
                  </a:lnTo>
                  <a:lnTo>
                    <a:pt x="118766" y="344254"/>
                  </a:lnTo>
                  <a:lnTo>
                    <a:pt x="118977" y="344290"/>
                  </a:lnTo>
                  <a:lnTo>
                    <a:pt x="119193" y="344177"/>
                  </a:lnTo>
                  <a:lnTo>
                    <a:pt x="119303" y="343742"/>
                  </a:lnTo>
                  <a:lnTo>
                    <a:pt x="119087" y="343487"/>
                  </a:lnTo>
                  <a:lnTo>
                    <a:pt x="118509" y="343427"/>
                  </a:lnTo>
                  <a:lnTo>
                    <a:pt x="118463" y="343227"/>
                  </a:lnTo>
                  <a:lnTo>
                    <a:pt x="118284" y="342202"/>
                  </a:lnTo>
                  <a:lnTo>
                    <a:pt x="118298" y="341589"/>
                  </a:lnTo>
                  <a:lnTo>
                    <a:pt x="118423" y="341318"/>
                  </a:lnTo>
                  <a:lnTo>
                    <a:pt x="118410" y="341187"/>
                  </a:lnTo>
                  <a:lnTo>
                    <a:pt x="118356" y="340980"/>
                  </a:lnTo>
                  <a:lnTo>
                    <a:pt x="117881" y="340535"/>
                  </a:lnTo>
                  <a:lnTo>
                    <a:pt x="117605" y="340421"/>
                  </a:lnTo>
                  <a:lnTo>
                    <a:pt x="117395" y="340501"/>
                  </a:lnTo>
                  <a:lnTo>
                    <a:pt x="117005" y="340678"/>
                  </a:lnTo>
                  <a:lnTo>
                    <a:pt x="116809" y="340773"/>
                  </a:lnTo>
                  <a:lnTo>
                    <a:pt x="116653" y="340424"/>
                  </a:lnTo>
                  <a:lnTo>
                    <a:pt x="116712" y="340183"/>
                  </a:lnTo>
                  <a:lnTo>
                    <a:pt x="116818" y="340005"/>
                  </a:lnTo>
                  <a:lnTo>
                    <a:pt x="116997" y="339695"/>
                  </a:lnTo>
                  <a:lnTo>
                    <a:pt x="116999" y="339413"/>
                  </a:lnTo>
                  <a:lnTo>
                    <a:pt x="116931" y="338163"/>
                  </a:lnTo>
                  <a:lnTo>
                    <a:pt x="116912" y="337983"/>
                  </a:lnTo>
                  <a:lnTo>
                    <a:pt x="116856" y="337837"/>
                  </a:lnTo>
                  <a:lnTo>
                    <a:pt x="116606" y="337380"/>
                  </a:lnTo>
                  <a:lnTo>
                    <a:pt x="116462" y="337209"/>
                  </a:lnTo>
                  <a:lnTo>
                    <a:pt x="115791" y="336434"/>
                  </a:lnTo>
                  <a:lnTo>
                    <a:pt x="115609" y="336296"/>
                  </a:lnTo>
                  <a:lnTo>
                    <a:pt x="115125" y="335848"/>
                  </a:lnTo>
                  <a:lnTo>
                    <a:pt x="114642" y="335290"/>
                  </a:lnTo>
                  <a:lnTo>
                    <a:pt x="114435" y="335397"/>
                  </a:lnTo>
                  <a:lnTo>
                    <a:pt x="114116" y="335576"/>
                  </a:lnTo>
                  <a:lnTo>
                    <a:pt x="113525" y="335819"/>
                  </a:lnTo>
                  <a:lnTo>
                    <a:pt x="112822" y="336042"/>
                  </a:lnTo>
                  <a:lnTo>
                    <a:pt x="112141" y="335562"/>
                  </a:lnTo>
                  <a:lnTo>
                    <a:pt x="111926" y="335372"/>
                  </a:lnTo>
                  <a:lnTo>
                    <a:pt x="111281" y="334660"/>
                  </a:lnTo>
                  <a:lnTo>
                    <a:pt x="111332" y="334513"/>
                  </a:lnTo>
                  <a:lnTo>
                    <a:pt x="111422" y="334308"/>
                  </a:lnTo>
                  <a:lnTo>
                    <a:pt x="111618" y="334267"/>
                  </a:lnTo>
                  <a:lnTo>
                    <a:pt x="111993" y="334143"/>
                  </a:lnTo>
                  <a:lnTo>
                    <a:pt x="112129" y="334090"/>
                  </a:lnTo>
                  <a:lnTo>
                    <a:pt x="112539" y="333833"/>
                  </a:lnTo>
                  <a:lnTo>
                    <a:pt x="112456" y="333079"/>
                  </a:lnTo>
                  <a:lnTo>
                    <a:pt x="112374" y="332939"/>
                  </a:lnTo>
                  <a:lnTo>
                    <a:pt x="112137" y="332692"/>
                  </a:lnTo>
                  <a:lnTo>
                    <a:pt x="112145" y="332332"/>
                  </a:lnTo>
                  <a:lnTo>
                    <a:pt x="112322" y="332244"/>
                  </a:lnTo>
                  <a:lnTo>
                    <a:pt x="112223" y="332096"/>
                  </a:lnTo>
                  <a:lnTo>
                    <a:pt x="111734" y="331728"/>
                  </a:lnTo>
                  <a:lnTo>
                    <a:pt x="111524" y="331777"/>
                  </a:lnTo>
                  <a:lnTo>
                    <a:pt x="111322" y="331784"/>
                  </a:lnTo>
                  <a:lnTo>
                    <a:pt x="110937" y="331168"/>
                  </a:lnTo>
                  <a:lnTo>
                    <a:pt x="110935" y="330938"/>
                  </a:lnTo>
                  <a:lnTo>
                    <a:pt x="110965" y="330807"/>
                  </a:lnTo>
                  <a:lnTo>
                    <a:pt x="110951" y="330502"/>
                  </a:lnTo>
                  <a:lnTo>
                    <a:pt x="110441" y="330335"/>
                  </a:lnTo>
                  <a:lnTo>
                    <a:pt x="109923" y="330205"/>
                  </a:lnTo>
                  <a:lnTo>
                    <a:pt x="109904" y="330044"/>
                  </a:lnTo>
                  <a:lnTo>
                    <a:pt x="110090" y="329105"/>
                  </a:lnTo>
                  <a:lnTo>
                    <a:pt x="110144" y="328960"/>
                  </a:lnTo>
                  <a:lnTo>
                    <a:pt x="110299" y="328652"/>
                  </a:lnTo>
                  <a:lnTo>
                    <a:pt x="110261" y="328497"/>
                  </a:lnTo>
                  <a:lnTo>
                    <a:pt x="110053" y="328278"/>
                  </a:lnTo>
                  <a:lnTo>
                    <a:pt x="109640" y="327877"/>
                  </a:lnTo>
                  <a:lnTo>
                    <a:pt x="109297" y="327513"/>
                  </a:lnTo>
                  <a:lnTo>
                    <a:pt x="109088" y="326911"/>
                  </a:lnTo>
                  <a:lnTo>
                    <a:pt x="109051" y="326451"/>
                  </a:lnTo>
                  <a:lnTo>
                    <a:pt x="109122" y="326185"/>
                  </a:lnTo>
                  <a:lnTo>
                    <a:pt x="109355" y="325774"/>
                  </a:lnTo>
                  <a:lnTo>
                    <a:pt x="109783" y="324905"/>
                  </a:lnTo>
                  <a:lnTo>
                    <a:pt x="110280" y="324699"/>
                  </a:lnTo>
                  <a:lnTo>
                    <a:pt x="110469" y="324772"/>
                  </a:lnTo>
                  <a:lnTo>
                    <a:pt x="110632" y="324813"/>
                  </a:lnTo>
                  <a:lnTo>
                    <a:pt x="110843" y="324664"/>
                  </a:lnTo>
                  <a:lnTo>
                    <a:pt x="110872" y="324277"/>
                  </a:lnTo>
                  <a:lnTo>
                    <a:pt x="111702" y="324279"/>
                  </a:lnTo>
                  <a:lnTo>
                    <a:pt x="111981" y="324353"/>
                  </a:lnTo>
                  <a:lnTo>
                    <a:pt x="112116" y="324403"/>
                  </a:lnTo>
                  <a:lnTo>
                    <a:pt x="112418" y="324286"/>
                  </a:lnTo>
                  <a:lnTo>
                    <a:pt x="112462" y="324037"/>
                  </a:lnTo>
                  <a:lnTo>
                    <a:pt x="112516" y="323798"/>
                  </a:lnTo>
                  <a:lnTo>
                    <a:pt x="112712" y="323739"/>
                  </a:lnTo>
                  <a:lnTo>
                    <a:pt x="113378" y="323838"/>
                  </a:lnTo>
                  <a:lnTo>
                    <a:pt x="113760" y="324030"/>
                  </a:lnTo>
                  <a:lnTo>
                    <a:pt x="113961" y="324207"/>
                  </a:lnTo>
                  <a:lnTo>
                    <a:pt x="114192" y="324302"/>
                  </a:lnTo>
                  <a:lnTo>
                    <a:pt x="114434" y="324250"/>
                  </a:lnTo>
                  <a:lnTo>
                    <a:pt x="114635" y="324169"/>
                  </a:lnTo>
                  <a:lnTo>
                    <a:pt x="114773" y="324094"/>
                  </a:lnTo>
                  <a:lnTo>
                    <a:pt x="114907" y="323983"/>
                  </a:lnTo>
                  <a:lnTo>
                    <a:pt x="115137" y="323737"/>
                  </a:lnTo>
                  <a:lnTo>
                    <a:pt x="115159" y="323540"/>
                  </a:lnTo>
                  <a:lnTo>
                    <a:pt x="115278" y="323145"/>
                  </a:lnTo>
                  <a:lnTo>
                    <a:pt x="115467" y="323144"/>
                  </a:lnTo>
                  <a:lnTo>
                    <a:pt x="115711" y="323055"/>
                  </a:lnTo>
                  <a:lnTo>
                    <a:pt x="115582" y="322651"/>
                  </a:lnTo>
                  <a:lnTo>
                    <a:pt x="115471" y="322420"/>
                  </a:lnTo>
                  <a:lnTo>
                    <a:pt x="115365" y="321963"/>
                  </a:lnTo>
                  <a:lnTo>
                    <a:pt x="115403" y="321690"/>
                  </a:lnTo>
                  <a:lnTo>
                    <a:pt x="115338" y="321172"/>
                  </a:lnTo>
                  <a:lnTo>
                    <a:pt x="115300" y="321001"/>
                  </a:lnTo>
                  <a:lnTo>
                    <a:pt x="115191" y="320794"/>
                  </a:lnTo>
                  <a:lnTo>
                    <a:pt x="114991" y="320860"/>
                  </a:lnTo>
                  <a:lnTo>
                    <a:pt x="114565" y="320574"/>
                  </a:lnTo>
                  <a:lnTo>
                    <a:pt x="113962" y="320119"/>
                  </a:lnTo>
                  <a:lnTo>
                    <a:pt x="113748" y="319919"/>
                  </a:lnTo>
                  <a:lnTo>
                    <a:pt x="113655" y="319771"/>
                  </a:lnTo>
                  <a:lnTo>
                    <a:pt x="113333" y="319210"/>
                  </a:lnTo>
                  <a:lnTo>
                    <a:pt x="113551" y="318979"/>
                  </a:lnTo>
                  <a:lnTo>
                    <a:pt x="113584" y="318793"/>
                  </a:lnTo>
                  <a:lnTo>
                    <a:pt x="112828" y="318089"/>
                  </a:lnTo>
                  <a:lnTo>
                    <a:pt x="112777" y="317589"/>
                  </a:lnTo>
                  <a:lnTo>
                    <a:pt x="112689" y="317376"/>
                  </a:lnTo>
                  <a:lnTo>
                    <a:pt x="112465" y="317307"/>
                  </a:lnTo>
                  <a:lnTo>
                    <a:pt x="111816" y="316738"/>
                  </a:lnTo>
                  <a:lnTo>
                    <a:pt x="111443" y="316384"/>
                  </a:lnTo>
                  <a:lnTo>
                    <a:pt x="111273" y="316196"/>
                  </a:lnTo>
                  <a:lnTo>
                    <a:pt x="111119" y="316063"/>
                  </a:lnTo>
                  <a:lnTo>
                    <a:pt x="110867" y="315928"/>
                  </a:lnTo>
                  <a:lnTo>
                    <a:pt x="110662" y="316036"/>
                  </a:lnTo>
                  <a:lnTo>
                    <a:pt x="110226" y="316498"/>
                  </a:lnTo>
                  <a:lnTo>
                    <a:pt x="109907" y="316225"/>
                  </a:lnTo>
                  <a:lnTo>
                    <a:pt x="109680" y="316084"/>
                  </a:lnTo>
                  <a:lnTo>
                    <a:pt x="109273" y="315877"/>
                  </a:lnTo>
                  <a:lnTo>
                    <a:pt x="108881" y="315901"/>
                  </a:lnTo>
                  <a:lnTo>
                    <a:pt x="108608" y="316313"/>
                  </a:lnTo>
                  <a:lnTo>
                    <a:pt x="108502" y="316486"/>
                  </a:lnTo>
                  <a:lnTo>
                    <a:pt x="108129" y="316268"/>
                  </a:lnTo>
                  <a:lnTo>
                    <a:pt x="107965" y="316166"/>
                  </a:lnTo>
                  <a:lnTo>
                    <a:pt x="108207" y="315584"/>
                  </a:lnTo>
                  <a:lnTo>
                    <a:pt x="108172" y="315213"/>
                  </a:lnTo>
                  <a:lnTo>
                    <a:pt x="108105" y="314859"/>
                  </a:lnTo>
                  <a:lnTo>
                    <a:pt x="107899" y="314194"/>
                  </a:lnTo>
                  <a:lnTo>
                    <a:pt x="108229" y="314310"/>
                  </a:lnTo>
                  <a:lnTo>
                    <a:pt x="108325" y="313823"/>
                  </a:lnTo>
                  <a:lnTo>
                    <a:pt x="108301" y="313520"/>
                  </a:lnTo>
                  <a:lnTo>
                    <a:pt x="108110" y="313410"/>
                  </a:lnTo>
                  <a:lnTo>
                    <a:pt x="107986" y="313214"/>
                  </a:lnTo>
                  <a:lnTo>
                    <a:pt x="107911" y="312754"/>
                  </a:lnTo>
                  <a:lnTo>
                    <a:pt x="107910" y="312579"/>
                  </a:lnTo>
                  <a:lnTo>
                    <a:pt x="107772" y="312382"/>
                  </a:lnTo>
                  <a:lnTo>
                    <a:pt x="107497" y="312148"/>
                  </a:lnTo>
                  <a:lnTo>
                    <a:pt x="107360" y="311629"/>
                  </a:lnTo>
                  <a:lnTo>
                    <a:pt x="107310" y="311377"/>
                  </a:lnTo>
                  <a:lnTo>
                    <a:pt x="107300" y="310987"/>
                  </a:lnTo>
                  <a:lnTo>
                    <a:pt x="107320" y="310661"/>
                  </a:lnTo>
                  <a:lnTo>
                    <a:pt x="106975" y="310557"/>
                  </a:lnTo>
                  <a:lnTo>
                    <a:pt x="106802" y="310571"/>
                  </a:lnTo>
                  <a:lnTo>
                    <a:pt x="106249" y="310621"/>
                  </a:lnTo>
                  <a:lnTo>
                    <a:pt x="105604" y="310594"/>
                  </a:lnTo>
                  <a:lnTo>
                    <a:pt x="104746" y="310386"/>
                  </a:lnTo>
                  <a:lnTo>
                    <a:pt x="104571" y="310317"/>
                  </a:lnTo>
                  <a:lnTo>
                    <a:pt x="103107" y="309738"/>
                  </a:lnTo>
                  <a:lnTo>
                    <a:pt x="102539" y="309389"/>
                  </a:lnTo>
                  <a:lnTo>
                    <a:pt x="102378" y="309227"/>
                  </a:lnTo>
                  <a:lnTo>
                    <a:pt x="102243" y="309161"/>
                  </a:lnTo>
                  <a:lnTo>
                    <a:pt x="101843" y="309316"/>
                  </a:lnTo>
                  <a:lnTo>
                    <a:pt x="101550" y="309611"/>
                  </a:lnTo>
                  <a:lnTo>
                    <a:pt x="101470" y="309749"/>
                  </a:lnTo>
                  <a:lnTo>
                    <a:pt x="101291" y="310043"/>
                  </a:lnTo>
                  <a:lnTo>
                    <a:pt x="100985" y="310021"/>
                  </a:lnTo>
                  <a:lnTo>
                    <a:pt x="100822" y="309824"/>
                  </a:lnTo>
                  <a:lnTo>
                    <a:pt x="100637" y="309763"/>
                  </a:lnTo>
                  <a:lnTo>
                    <a:pt x="100031" y="309478"/>
                  </a:lnTo>
                  <a:lnTo>
                    <a:pt x="100152" y="308674"/>
                  </a:lnTo>
                  <a:lnTo>
                    <a:pt x="99893" y="308557"/>
                  </a:lnTo>
                  <a:lnTo>
                    <a:pt x="99711" y="308483"/>
                  </a:lnTo>
                  <a:lnTo>
                    <a:pt x="99108" y="308521"/>
                  </a:lnTo>
                  <a:lnTo>
                    <a:pt x="98849" y="308583"/>
                  </a:lnTo>
                  <a:lnTo>
                    <a:pt x="98072" y="308742"/>
                  </a:lnTo>
                  <a:lnTo>
                    <a:pt x="97902" y="308702"/>
                  </a:lnTo>
                  <a:lnTo>
                    <a:pt x="97366" y="308242"/>
                  </a:lnTo>
                  <a:lnTo>
                    <a:pt x="97368" y="306412"/>
                  </a:lnTo>
                  <a:lnTo>
                    <a:pt x="97357" y="306167"/>
                  </a:lnTo>
                  <a:lnTo>
                    <a:pt x="97025" y="305929"/>
                  </a:lnTo>
                  <a:lnTo>
                    <a:pt x="96292" y="305741"/>
                  </a:lnTo>
                  <a:lnTo>
                    <a:pt x="95733" y="305423"/>
                  </a:lnTo>
                  <a:lnTo>
                    <a:pt x="95555" y="305291"/>
                  </a:lnTo>
                  <a:lnTo>
                    <a:pt x="95514" y="305072"/>
                  </a:lnTo>
                  <a:lnTo>
                    <a:pt x="95774" y="304606"/>
                  </a:lnTo>
                  <a:lnTo>
                    <a:pt x="95729" y="304379"/>
                  </a:lnTo>
                  <a:lnTo>
                    <a:pt x="95533" y="304066"/>
                  </a:lnTo>
                  <a:lnTo>
                    <a:pt x="95307" y="303794"/>
                  </a:lnTo>
                  <a:lnTo>
                    <a:pt x="94974" y="303656"/>
                  </a:lnTo>
                  <a:lnTo>
                    <a:pt x="94705" y="303521"/>
                  </a:lnTo>
                  <a:lnTo>
                    <a:pt x="94668" y="303175"/>
                  </a:lnTo>
                  <a:lnTo>
                    <a:pt x="94685" y="302779"/>
                  </a:lnTo>
                  <a:lnTo>
                    <a:pt x="94297" y="302066"/>
                  </a:lnTo>
                  <a:lnTo>
                    <a:pt x="93816" y="301518"/>
                  </a:lnTo>
                  <a:lnTo>
                    <a:pt x="93644" y="301418"/>
                  </a:lnTo>
                  <a:lnTo>
                    <a:pt x="93378" y="301385"/>
                  </a:lnTo>
                  <a:lnTo>
                    <a:pt x="93136" y="301177"/>
                  </a:lnTo>
                  <a:lnTo>
                    <a:pt x="93110" y="300956"/>
                  </a:lnTo>
                  <a:lnTo>
                    <a:pt x="92978" y="300661"/>
                  </a:lnTo>
                  <a:lnTo>
                    <a:pt x="92818" y="300554"/>
                  </a:lnTo>
                  <a:lnTo>
                    <a:pt x="92793" y="300195"/>
                  </a:lnTo>
                  <a:lnTo>
                    <a:pt x="92832" y="299662"/>
                  </a:lnTo>
                  <a:lnTo>
                    <a:pt x="92768" y="299126"/>
                  </a:lnTo>
                  <a:lnTo>
                    <a:pt x="91658" y="298462"/>
                  </a:lnTo>
                  <a:lnTo>
                    <a:pt x="90859" y="298023"/>
                  </a:lnTo>
                  <a:lnTo>
                    <a:pt x="90606" y="298131"/>
                  </a:lnTo>
                  <a:lnTo>
                    <a:pt x="90072" y="297971"/>
                  </a:lnTo>
                  <a:lnTo>
                    <a:pt x="89881" y="297992"/>
                  </a:lnTo>
                  <a:lnTo>
                    <a:pt x="89723" y="297960"/>
                  </a:lnTo>
                  <a:lnTo>
                    <a:pt x="89609" y="297757"/>
                  </a:lnTo>
                  <a:lnTo>
                    <a:pt x="89512" y="297598"/>
                  </a:lnTo>
                  <a:lnTo>
                    <a:pt x="89341" y="297372"/>
                  </a:lnTo>
                  <a:lnTo>
                    <a:pt x="88769" y="297247"/>
                  </a:lnTo>
                  <a:lnTo>
                    <a:pt x="88473" y="297502"/>
                  </a:lnTo>
                  <a:lnTo>
                    <a:pt x="87923" y="297705"/>
                  </a:lnTo>
                  <a:lnTo>
                    <a:pt x="87611" y="297898"/>
                  </a:lnTo>
                  <a:lnTo>
                    <a:pt x="87094" y="298485"/>
                  </a:lnTo>
                  <a:lnTo>
                    <a:pt x="86641" y="298893"/>
                  </a:lnTo>
                  <a:lnTo>
                    <a:pt x="86439" y="298999"/>
                  </a:lnTo>
                  <a:lnTo>
                    <a:pt x="86197" y="299107"/>
                  </a:lnTo>
                  <a:lnTo>
                    <a:pt x="85002" y="299392"/>
                  </a:lnTo>
                  <a:lnTo>
                    <a:pt x="84505" y="299483"/>
                  </a:lnTo>
                  <a:lnTo>
                    <a:pt x="83833" y="299437"/>
                  </a:lnTo>
                  <a:lnTo>
                    <a:pt x="83129" y="299452"/>
                  </a:lnTo>
                  <a:lnTo>
                    <a:pt x="82409" y="299543"/>
                  </a:lnTo>
                  <a:lnTo>
                    <a:pt x="82064" y="299477"/>
                  </a:lnTo>
                  <a:lnTo>
                    <a:pt x="81798" y="299289"/>
                  </a:lnTo>
                  <a:lnTo>
                    <a:pt x="81747" y="298918"/>
                  </a:lnTo>
                  <a:lnTo>
                    <a:pt x="81275" y="298473"/>
                  </a:lnTo>
                  <a:lnTo>
                    <a:pt x="80922" y="297914"/>
                  </a:lnTo>
                  <a:lnTo>
                    <a:pt x="80710" y="297515"/>
                  </a:lnTo>
                  <a:lnTo>
                    <a:pt x="80577" y="297229"/>
                  </a:lnTo>
                  <a:lnTo>
                    <a:pt x="80645" y="296503"/>
                  </a:lnTo>
                  <a:lnTo>
                    <a:pt x="80815" y="296234"/>
                  </a:lnTo>
                  <a:lnTo>
                    <a:pt x="82348" y="294456"/>
                  </a:lnTo>
                  <a:lnTo>
                    <a:pt x="82556" y="294600"/>
                  </a:lnTo>
                  <a:lnTo>
                    <a:pt x="82718" y="294723"/>
                  </a:lnTo>
                  <a:lnTo>
                    <a:pt x="82895" y="294767"/>
                  </a:lnTo>
                  <a:lnTo>
                    <a:pt x="83667" y="294240"/>
                  </a:lnTo>
                  <a:lnTo>
                    <a:pt x="83679" y="294053"/>
                  </a:lnTo>
                  <a:lnTo>
                    <a:pt x="84081" y="293318"/>
                  </a:lnTo>
                  <a:lnTo>
                    <a:pt x="84420" y="293251"/>
                  </a:lnTo>
                  <a:lnTo>
                    <a:pt x="86126" y="291821"/>
                  </a:lnTo>
                  <a:lnTo>
                    <a:pt x="85492" y="291818"/>
                  </a:lnTo>
                  <a:lnTo>
                    <a:pt x="85190" y="291823"/>
                  </a:lnTo>
                  <a:lnTo>
                    <a:pt x="83789" y="291239"/>
                  </a:lnTo>
                  <a:lnTo>
                    <a:pt x="83513" y="290595"/>
                  </a:lnTo>
                  <a:lnTo>
                    <a:pt x="83449" y="290253"/>
                  </a:lnTo>
                  <a:lnTo>
                    <a:pt x="83540" y="290039"/>
                  </a:lnTo>
                  <a:lnTo>
                    <a:pt x="83825" y="289912"/>
                  </a:lnTo>
                  <a:lnTo>
                    <a:pt x="83883" y="289487"/>
                  </a:lnTo>
                  <a:lnTo>
                    <a:pt x="83923" y="289231"/>
                  </a:lnTo>
                  <a:lnTo>
                    <a:pt x="83980" y="288944"/>
                  </a:lnTo>
                  <a:lnTo>
                    <a:pt x="84108" y="288863"/>
                  </a:lnTo>
                  <a:lnTo>
                    <a:pt x="84244" y="288796"/>
                  </a:lnTo>
                  <a:lnTo>
                    <a:pt x="84315" y="288416"/>
                  </a:lnTo>
                  <a:lnTo>
                    <a:pt x="84043" y="288278"/>
                  </a:lnTo>
                  <a:lnTo>
                    <a:pt x="83007" y="287941"/>
                  </a:lnTo>
                  <a:lnTo>
                    <a:pt x="82003" y="288018"/>
                  </a:lnTo>
                  <a:lnTo>
                    <a:pt x="81609" y="288006"/>
                  </a:lnTo>
                  <a:lnTo>
                    <a:pt x="80960" y="287851"/>
                  </a:lnTo>
                  <a:lnTo>
                    <a:pt x="80608" y="287741"/>
                  </a:lnTo>
                  <a:lnTo>
                    <a:pt x="79994" y="287551"/>
                  </a:lnTo>
                  <a:lnTo>
                    <a:pt x="79534" y="287539"/>
                  </a:lnTo>
                  <a:lnTo>
                    <a:pt x="78787" y="287571"/>
                  </a:lnTo>
                  <a:lnTo>
                    <a:pt x="77934" y="287621"/>
                  </a:lnTo>
                  <a:lnTo>
                    <a:pt x="77770" y="287458"/>
                  </a:lnTo>
                  <a:lnTo>
                    <a:pt x="77599" y="287289"/>
                  </a:lnTo>
                  <a:lnTo>
                    <a:pt x="77235" y="287064"/>
                  </a:lnTo>
                  <a:lnTo>
                    <a:pt x="76766" y="287235"/>
                  </a:lnTo>
                  <a:lnTo>
                    <a:pt x="76546" y="287362"/>
                  </a:lnTo>
                  <a:lnTo>
                    <a:pt x="76110" y="287636"/>
                  </a:lnTo>
                  <a:lnTo>
                    <a:pt x="75911" y="287731"/>
                  </a:lnTo>
                  <a:lnTo>
                    <a:pt x="75485" y="287786"/>
                  </a:lnTo>
                  <a:lnTo>
                    <a:pt x="74289" y="287838"/>
                  </a:lnTo>
                  <a:lnTo>
                    <a:pt x="74119" y="287843"/>
                  </a:lnTo>
                  <a:lnTo>
                    <a:pt x="73962" y="287828"/>
                  </a:lnTo>
                  <a:lnTo>
                    <a:pt x="73435" y="287614"/>
                  </a:lnTo>
                  <a:lnTo>
                    <a:pt x="73294" y="287014"/>
                  </a:lnTo>
                  <a:lnTo>
                    <a:pt x="72846" y="286403"/>
                  </a:lnTo>
                  <a:lnTo>
                    <a:pt x="72712" y="286440"/>
                  </a:lnTo>
                  <a:lnTo>
                    <a:pt x="72490" y="286553"/>
                  </a:lnTo>
                  <a:lnTo>
                    <a:pt x="71347" y="286835"/>
                  </a:lnTo>
                  <a:lnTo>
                    <a:pt x="69713" y="287819"/>
                  </a:lnTo>
                  <a:lnTo>
                    <a:pt x="69452" y="287925"/>
                  </a:lnTo>
                  <a:lnTo>
                    <a:pt x="68944" y="287883"/>
                  </a:lnTo>
                  <a:lnTo>
                    <a:pt x="68596" y="287789"/>
                  </a:lnTo>
                  <a:lnTo>
                    <a:pt x="67119" y="288070"/>
                  </a:lnTo>
                  <a:lnTo>
                    <a:pt x="66845" y="288104"/>
                  </a:lnTo>
                  <a:lnTo>
                    <a:pt x="66265" y="288139"/>
                  </a:lnTo>
                  <a:lnTo>
                    <a:pt x="65779" y="287746"/>
                  </a:lnTo>
                  <a:lnTo>
                    <a:pt x="65786" y="287400"/>
                  </a:lnTo>
                  <a:lnTo>
                    <a:pt x="66545" y="286651"/>
                  </a:lnTo>
                  <a:lnTo>
                    <a:pt x="67451" y="286296"/>
                  </a:lnTo>
                  <a:lnTo>
                    <a:pt x="67681" y="286300"/>
                  </a:lnTo>
                  <a:lnTo>
                    <a:pt x="67908" y="286442"/>
                  </a:lnTo>
                  <a:lnTo>
                    <a:pt x="68183" y="286531"/>
                  </a:lnTo>
                  <a:lnTo>
                    <a:pt x="68311" y="286519"/>
                  </a:lnTo>
                  <a:lnTo>
                    <a:pt x="68506" y="286458"/>
                  </a:lnTo>
                  <a:lnTo>
                    <a:pt x="69085" y="286224"/>
                  </a:lnTo>
                  <a:lnTo>
                    <a:pt x="69535" y="285724"/>
                  </a:lnTo>
                  <a:lnTo>
                    <a:pt x="69786" y="285578"/>
                  </a:lnTo>
                  <a:lnTo>
                    <a:pt x="69961" y="285571"/>
                  </a:lnTo>
                  <a:lnTo>
                    <a:pt x="70848" y="285616"/>
                  </a:lnTo>
                  <a:lnTo>
                    <a:pt x="71473" y="285427"/>
                  </a:lnTo>
                  <a:lnTo>
                    <a:pt x="71671" y="284257"/>
                  </a:lnTo>
                  <a:lnTo>
                    <a:pt x="72041" y="282896"/>
                  </a:lnTo>
                  <a:lnTo>
                    <a:pt x="72562" y="282939"/>
                  </a:lnTo>
                  <a:lnTo>
                    <a:pt x="72682" y="282706"/>
                  </a:lnTo>
                  <a:lnTo>
                    <a:pt x="76006" y="282596"/>
                  </a:lnTo>
                  <a:lnTo>
                    <a:pt x="81223" y="282350"/>
                  </a:lnTo>
                  <a:lnTo>
                    <a:pt x="87846" y="281635"/>
                  </a:lnTo>
                  <a:lnTo>
                    <a:pt x="90290" y="281418"/>
                  </a:lnTo>
                  <a:lnTo>
                    <a:pt x="91601" y="280579"/>
                  </a:lnTo>
                  <a:lnTo>
                    <a:pt x="93227" y="279926"/>
                  </a:lnTo>
                  <a:lnTo>
                    <a:pt x="94973" y="279927"/>
                  </a:lnTo>
                  <a:lnTo>
                    <a:pt x="95860" y="279645"/>
                  </a:lnTo>
                  <a:lnTo>
                    <a:pt x="99685" y="279332"/>
                  </a:lnTo>
                  <a:lnTo>
                    <a:pt x="100685" y="279232"/>
                  </a:lnTo>
                  <a:lnTo>
                    <a:pt x="101296" y="278953"/>
                  </a:lnTo>
                  <a:lnTo>
                    <a:pt x="103969" y="277252"/>
                  </a:lnTo>
                  <a:lnTo>
                    <a:pt x="107172" y="275007"/>
                  </a:lnTo>
                  <a:lnTo>
                    <a:pt x="107731" y="274707"/>
                  </a:lnTo>
                  <a:lnTo>
                    <a:pt x="109213" y="274328"/>
                  </a:lnTo>
                  <a:lnTo>
                    <a:pt x="110718" y="274250"/>
                  </a:lnTo>
                  <a:lnTo>
                    <a:pt x="112061" y="273517"/>
                  </a:lnTo>
                  <a:lnTo>
                    <a:pt x="115108" y="272551"/>
                  </a:lnTo>
                  <a:lnTo>
                    <a:pt x="116648" y="271994"/>
                  </a:lnTo>
                  <a:lnTo>
                    <a:pt x="117010" y="271944"/>
                  </a:lnTo>
                  <a:lnTo>
                    <a:pt x="118022" y="272246"/>
                  </a:lnTo>
                  <a:lnTo>
                    <a:pt x="120765" y="272750"/>
                  </a:lnTo>
                  <a:lnTo>
                    <a:pt x="121698" y="272606"/>
                  </a:lnTo>
                  <a:lnTo>
                    <a:pt x="123363" y="272684"/>
                  </a:lnTo>
                  <a:lnTo>
                    <a:pt x="126072" y="272727"/>
                  </a:lnTo>
                  <a:lnTo>
                    <a:pt x="126655" y="272700"/>
                  </a:lnTo>
                  <a:lnTo>
                    <a:pt x="127091" y="272550"/>
                  </a:lnTo>
                  <a:lnTo>
                    <a:pt x="127937" y="272389"/>
                  </a:lnTo>
                  <a:lnTo>
                    <a:pt x="128666" y="271749"/>
                  </a:lnTo>
                  <a:lnTo>
                    <a:pt x="128681" y="269884"/>
                  </a:lnTo>
                  <a:lnTo>
                    <a:pt x="128965" y="268544"/>
                  </a:lnTo>
                  <a:lnTo>
                    <a:pt x="129138" y="268478"/>
                  </a:lnTo>
                  <a:lnTo>
                    <a:pt x="129569" y="268382"/>
                  </a:lnTo>
                  <a:lnTo>
                    <a:pt x="129731" y="268384"/>
                  </a:lnTo>
                  <a:lnTo>
                    <a:pt x="129878" y="268412"/>
                  </a:lnTo>
                  <a:lnTo>
                    <a:pt x="130388" y="268586"/>
                  </a:lnTo>
                  <a:lnTo>
                    <a:pt x="130805" y="269021"/>
                  </a:lnTo>
                  <a:lnTo>
                    <a:pt x="130985" y="269026"/>
                  </a:lnTo>
                  <a:lnTo>
                    <a:pt x="131431" y="268860"/>
                  </a:lnTo>
                  <a:lnTo>
                    <a:pt x="131734" y="268697"/>
                  </a:lnTo>
                  <a:lnTo>
                    <a:pt x="131996" y="268493"/>
                  </a:lnTo>
                  <a:lnTo>
                    <a:pt x="132581" y="268232"/>
                  </a:lnTo>
                  <a:lnTo>
                    <a:pt x="133319" y="267968"/>
                  </a:lnTo>
                  <a:lnTo>
                    <a:pt x="134107" y="267653"/>
                  </a:lnTo>
                  <a:lnTo>
                    <a:pt x="134653" y="267431"/>
                  </a:lnTo>
                  <a:lnTo>
                    <a:pt x="135080" y="267433"/>
                  </a:lnTo>
                  <a:lnTo>
                    <a:pt x="135307" y="267670"/>
                  </a:lnTo>
                  <a:lnTo>
                    <a:pt x="135576" y="267711"/>
                  </a:lnTo>
                  <a:lnTo>
                    <a:pt x="136049" y="267667"/>
                  </a:lnTo>
                  <a:lnTo>
                    <a:pt x="136119" y="267424"/>
                  </a:lnTo>
                  <a:lnTo>
                    <a:pt x="136170" y="266983"/>
                  </a:lnTo>
                  <a:lnTo>
                    <a:pt x="136161" y="266661"/>
                  </a:lnTo>
                  <a:lnTo>
                    <a:pt x="136095" y="266476"/>
                  </a:lnTo>
                  <a:lnTo>
                    <a:pt x="136097" y="266302"/>
                  </a:lnTo>
                  <a:lnTo>
                    <a:pt x="136587" y="265507"/>
                  </a:lnTo>
                  <a:lnTo>
                    <a:pt x="137074" y="264957"/>
                  </a:lnTo>
                  <a:lnTo>
                    <a:pt x="137434" y="264566"/>
                  </a:lnTo>
                  <a:lnTo>
                    <a:pt x="137523" y="264409"/>
                  </a:lnTo>
                  <a:lnTo>
                    <a:pt x="137677" y="264073"/>
                  </a:lnTo>
                  <a:lnTo>
                    <a:pt x="137724" y="263562"/>
                  </a:lnTo>
                  <a:lnTo>
                    <a:pt x="137631" y="262837"/>
                  </a:lnTo>
                  <a:lnTo>
                    <a:pt x="137536" y="262276"/>
                  </a:lnTo>
                  <a:lnTo>
                    <a:pt x="137423" y="262011"/>
                  </a:lnTo>
                  <a:lnTo>
                    <a:pt x="137181" y="261484"/>
                  </a:lnTo>
                  <a:lnTo>
                    <a:pt x="137194" y="261181"/>
                  </a:lnTo>
                  <a:lnTo>
                    <a:pt x="137272" y="260902"/>
                  </a:lnTo>
                  <a:lnTo>
                    <a:pt x="137451" y="260436"/>
                  </a:lnTo>
                  <a:lnTo>
                    <a:pt x="137481" y="259865"/>
                  </a:lnTo>
                  <a:lnTo>
                    <a:pt x="137483" y="259496"/>
                  </a:lnTo>
                  <a:lnTo>
                    <a:pt x="137335" y="259082"/>
                  </a:lnTo>
                  <a:lnTo>
                    <a:pt x="137414" y="258885"/>
                  </a:lnTo>
                  <a:lnTo>
                    <a:pt x="137553" y="258784"/>
                  </a:lnTo>
                  <a:lnTo>
                    <a:pt x="137826" y="258618"/>
                  </a:lnTo>
                  <a:lnTo>
                    <a:pt x="137996" y="258484"/>
                  </a:lnTo>
                  <a:lnTo>
                    <a:pt x="138967" y="257182"/>
                  </a:lnTo>
                  <a:lnTo>
                    <a:pt x="139248" y="256837"/>
                  </a:lnTo>
                  <a:lnTo>
                    <a:pt x="139377" y="256610"/>
                  </a:lnTo>
                  <a:lnTo>
                    <a:pt x="139478" y="256382"/>
                  </a:lnTo>
                  <a:lnTo>
                    <a:pt x="139394" y="256223"/>
                  </a:lnTo>
                  <a:lnTo>
                    <a:pt x="138879" y="255522"/>
                  </a:lnTo>
                  <a:lnTo>
                    <a:pt x="138255" y="254802"/>
                  </a:lnTo>
                  <a:lnTo>
                    <a:pt x="138115" y="254704"/>
                  </a:lnTo>
                  <a:lnTo>
                    <a:pt x="137947" y="254520"/>
                  </a:lnTo>
                  <a:lnTo>
                    <a:pt x="137692" y="254113"/>
                  </a:lnTo>
                  <a:lnTo>
                    <a:pt x="137548" y="253795"/>
                  </a:lnTo>
                  <a:lnTo>
                    <a:pt x="137320" y="253434"/>
                  </a:lnTo>
                  <a:lnTo>
                    <a:pt x="137016" y="253137"/>
                  </a:lnTo>
                  <a:lnTo>
                    <a:pt x="136814" y="252880"/>
                  </a:lnTo>
                  <a:lnTo>
                    <a:pt x="136635" y="252448"/>
                  </a:lnTo>
                  <a:lnTo>
                    <a:pt x="136527" y="252131"/>
                  </a:lnTo>
                  <a:lnTo>
                    <a:pt x="136223" y="251196"/>
                  </a:lnTo>
                  <a:lnTo>
                    <a:pt x="136045" y="250489"/>
                  </a:lnTo>
                  <a:lnTo>
                    <a:pt x="135865" y="250209"/>
                  </a:lnTo>
                  <a:lnTo>
                    <a:pt x="135705" y="250089"/>
                  </a:lnTo>
                  <a:lnTo>
                    <a:pt x="136010" y="248653"/>
                  </a:lnTo>
                  <a:lnTo>
                    <a:pt x="136034" y="248173"/>
                  </a:lnTo>
                  <a:lnTo>
                    <a:pt x="136131" y="247399"/>
                  </a:lnTo>
                  <a:lnTo>
                    <a:pt x="136304" y="246253"/>
                  </a:lnTo>
                  <a:lnTo>
                    <a:pt x="136494" y="245282"/>
                  </a:lnTo>
                  <a:lnTo>
                    <a:pt x="137573" y="244953"/>
                  </a:lnTo>
                  <a:lnTo>
                    <a:pt x="138283" y="244746"/>
                  </a:lnTo>
                  <a:lnTo>
                    <a:pt x="138680" y="244653"/>
                  </a:lnTo>
                  <a:lnTo>
                    <a:pt x="138965" y="244348"/>
                  </a:lnTo>
                  <a:lnTo>
                    <a:pt x="139135" y="244132"/>
                  </a:lnTo>
                  <a:lnTo>
                    <a:pt x="139261" y="243935"/>
                  </a:lnTo>
                  <a:lnTo>
                    <a:pt x="139334" y="243786"/>
                  </a:lnTo>
                  <a:lnTo>
                    <a:pt x="139431" y="243410"/>
                  </a:lnTo>
                  <a:lnTo>
                    <a:pt x="139581" y="242958"/>
                  </a:lnTo>
                  <a:lnTo>
                    <a:pt x="139870" y="242407"/>
                  </a:lnTo>
                  <a:lnTo>
                    <a:pt x="140446" y="240975"/>
                  </a:lnTo>
                  <a:lnTo>
                    <a:pt x="140499" y="240796"/>
                  </a:lnTo>
                  <a:lnTo>
                    <a:pt x="140503" y="240661"/>
                  </a:lnTo>
                  <a:lnTo>
                    <a:pt x="139978" y="239805"/>
                  </a:lnTo>
                  <a:lnTo>
                    <a:pt x="139725" y="239652"/>
                  </a:lnTo>
                  <a:lnTo>
                    <a:pt x="139397" y="239222"/>
                  </a:lnTo>
                  <a:lnTo>
                    <a:pt x="139249" y="238868"/>
                  </a:lnTo>
                  <a:lnTo>
                    <a:pt x="139204" y="238676"/>
                  </a:lnTo>
                  <a:lnTo>
                    <a:pt x="139136" y="238537"/>
                  </a:lnTo>
                  <a:lnTo>
                    <a:pt x="138810" y="238176"/>
                  </a:lnTo>
                  <a:lnTo>
                    <a:pt x="138603" y="237929"/>
                  </a:lnTo>
                  <a:lnTo>
                    <a:pt x="138372" y="237229"/>
                  </a:lnTo>
                  <a:lnTo>
                    <a:pt x="138423" y="236817"/>
                  </a:lnTo>
                  <a:lnTo>
                    <a:pt x="139028" y="235919"/>
                  </a:lnTo>
                  <a:lnTo>
                    <a:pt x="139007" y="235590"/>
                  </a:lnTo>
                  <a:lnTo>
                    <a:pt x="138893" y="235246"/>
                  </a:lnTo>
                  <a:lnTo>
                    <a:pt x="138800" y="234972"/>
                  </a:lnTo>
                  <a:lnTo>
                    <a:pt x="138709" y="234618"/>
                  </a:lnTo>
                  <a:lnTo>
                    <a:pt x="138633" y="234324"/>
                  </a:lnTo>
                  <a:lnTo>
                    <a:pt x="138702" y="234064"/>
                  </a:lnTo>
                  <a:lnTo>
                    <a:pt x="138691" y="233624"/>
                  </a:lnTo>
                  <a:lnTo>
                    <a:pt x="138905" y="233088"/>
                  </a:lnTo>
                  <a:lnTo>
                    <a:pt x="139096" y="233141"/>
                  </a:lnTo>
                  <a:lnTo>
                    <a:pt x="139352" y="233164"/>
                  </a:lnTo>
                  <a:lnTo>
                    <a:pt x="139729" y="232625"/>
                  </a:lnTo>
                  <a:lnTo>
                    <a:pt x="139533" y="232140"/>
                  </a:lnTo>
                  <a:lnTo>
                    <a:pt x="139070" y="231465"/>
                  </a:lnTo>
                  <a:lnTo>
                    <a:pt x="139034" y="231225"/>
                  </a:lnTo>
                  <a:lnTo>
                    <a:pt x="139062" y="231063"/>
                  </a:lnTo>
                  <a:lnTo>
                    <a:pt x="139262" y="230487"/>
                  </a:lnTo>
                  <a:lnTo>
                    <a:pt x="139555" y="229426"/>
                  </a:lnTo>
                  <a:lnTo>
                    <a:pt x="139689" y="228949"/>
                  </a:lnTo>
                  <a:lnTo>
                    <a:pt x="139831" y="228866"/>
                  </a:lnTo>
                  <a:lnTo>
                    <a:pt x="140341" y="228371"/>
                  </a:lnTo>
                  <a:lnTo>
                    <a:pt x="140422" y="227686"/>
                  </a:lnTo>
                  <a:lnTo>
                    <a:pt x="140358" y="227286"/>
                  </a:lnTo>
                  <a:lnTo>
                    <a:pt x="140282" y="227025"/>
                  </a:lnTo>
                  <a:lnTo>
                    <a:pt x="140187" y="226789"/>
                  </a:lnTo>
                  <a:lnTo>
                    <a:pt x="140087" y="226562"/>
                  </a:lnTo>
                  <a:lnTo>
                    <a:pt x="139938" y="226232"/>
                  </a:lnTo>
                  <a:lnTo>
                    <a:pt x="140274" y="225475"/>
                  </a:lnTo>
                  <a:lnTo>
                    <a:pt x="140537" y="225422"/>
                  </a:lnTo>
                  <a:lnTo>
                    <a:pt x="140870" y="225235"/>
                  </a:lnTo>
                  <a:lnTo>
                    <a:pt x="140844" y="224750"/>
                  </a:lnTo>
                  <a:lnTo>
                    <a:pt x="140552" y="224258"/>
                  </a:lnTo>
                  <a:lnTo>
                    <a:pt x="140182" y="223836"/>
                  </a:lnTo>
                  <a:lnTo>
                    <a:pt x="140045" y="223398"/>
                  </a:lnTo>
                  <a:lnTo>
                    <a:pt x="139960" y="223098"/>
                  </a:lnTo>
                  <a:lnTo>
                    <a:pt x="139860" y="222746"/>
                  </a:lnTo>
                  <a:lnTo>
                    <a:pt x="139860" y="222537"/>
                  </a:lnTo>
                  <a:lnTo>
                    <a:pt x="139887" y="222149"/>
                  </a:lnTo>
                  <a:lnTo>
                    <a:pt x="140355" y="221462"/>
                  </a:lnTo>
                  <a:lnTo>
                    <a:pt x="140767" y="221337"/>
                  </a:lnTo>
                  <a:lnTo>
                    <a:pt x="140725" y="220764"/>
                  </a:lnTo>
                  <a:lnTo>
                    <a:pt x="140829" y="220502"/>
                  </a:lnTo>
                  <a:lnTo>
                    <a:pt x="141053" y="220380"/>
                  </a:lnTo>
                  <a:lnTo>
                    <a:pt x="141287" y="220262"/>
                  </a:lnTo>
                  <a:lnTo>
                    <a:pt x="141757" y="219533"/>
                  </a:lnTo>
                  <a:lnTo>
                    <a:pt x="141808" y="219198"/>
                  </a:lnTo>
                  <a:lnTo>
                    <a:pt x="141546" y="218683"/>
                  </a:lnTo>
                  <a:lnTo>
                    <a:pt x="141461" y="218554"/>
                  </a:lnTo>
                  <a:lnTo>
                    <a:pt x="141505" y="218176"/>
                  </a:lnTo>
                  <a:lnTo>
                    <a:pt x="141886" y="217870"/>
                  </a:lnTo>
                  <a:lnTo>
                    <a:pt x="142405" y="217419"/>
                  </a:lnTo>
                  <a:lnTo>
                    <a:pt x="142530" y="216823"/>
                  </a:lnTo>
                  <a:lnTo>
                    <a:pt x="142334" y="216398"/>
                  </a:lnTo>
                  <a:lnTo>
                    <a:pt x="142161" y="216022"/>
                  </a:lnTo>
                  <a:lnTo>
                    <a:pt x="142238" y="215561"/>
                  </a:lnTo>
                  <a:lnTo>
                    <a:pt x="142180" y="215054"/>
                  </a:lnTo>
                  <a:lnTo>
                    <a:pt x="141985" y="214775"/>
                  </a:lnTo>
                  <a:lnTo>
                    <a:pt x="141972" y="214636"/>
                  </a:lnTo>
                  <a:lnTo>
                    <a:pt x="142028" y="214223"/>
                  </a:lnTo>
                  <a:lnTo>
                    <a:pt x="142179" y="214237"/>
                  </a:lnTo>
                  <a:lnTo>
                    <a:pt x="142601" y="214062"/>
                  </a:lnTo>
                  <a:lnTo>
                    <a:pt x="143747" y="213136"/>
                  </a:lnTo>
                  <a:lnTo>
                    <a:pt x="144143" y="212498"/>
                  </a:lnTo>
                  <a:lnTo>
                    <a:pt x="144342" y="212325"/>
                  </a:lnTo>
                  <a:lnTo>
                    <a:pt x="145619" y="211237"/>
                  </a:lnTo>
                  <a:lnTo>
                    <a:pt x="145976" y="211014"/>
                  </a:lnTo>
                  <a:lnTo>
                    <a:pt x="146502" y="210665"/>
                  </a:lnTo>
                  <a:lnTo>
                    <a:pt x="146824" y="210081"/>
                  </a:lnTo>
                  <a:lnTo>
                    <a:pt x="146940" y="209867"/>
                  </a:lnTo>
                  <a:lnTo>
                    <a:pt x="146951" y="209582"/>
                  </a:lnTo>
                  <a:lnTo>
                    <a:pt x="146690" y="209602"/>
                  </a:lnTo>
                  <a:lnTo>
                    <a:pt x="146520" y="209614"/>
                  </a:lnTo>
                  <a:lnTo>
                    <a:pt x="146007" y="209532"/>
                  </a:lnTo>
                  <a:lnTo>
                    <a:pt x="145505" y="208208"/>
                  </a:lnTo>
                  <a:lnTo>
                    <a:pt x="146296" y="207339"/>
                  </a:lnTo>
                  <a:lnTo>
                    <a:pt x="146517" y="207150"/>
                  </a:lnTo>
                  <a:lnTo>
                    <a:pt x="146963" y="206976"/>
                  </a:lnTo>
                  <a:lnTo>
                    <a:pt x="146979" y="206699"/>
                  </a:lnTo>
                  <a:lnTo>
                    <a:pt x="147051" y="206108"/>
                  </a:lnTo>
                  <a:lnTo>
                    <a:pt x="147272" y="205934"/>
                  </a:lnTo>
                  <a:lnTo>
                    <a:pt x="147459" y="205906"/>
                  </a:lnTo>
                  <a:lnTo>
                    <a:pt x="147809" y="205555"/>
                  </a:lnTo>
                  <a:lnTo>
                    <a:pt x="148000" y="205363"/>
                  </a:lnTo>
                  <a:lnTo>
                    <a:pt x="148237" y="205104"/>
                  </a:lnTo>
                  <a:lnTo>
                    <a:pt x="148524" y="204983"/>
                  </a:lnTo>
                  <a:lnTo>
                    <a:pt x="148696" y="204992"/>
                  </a:lnTo>
                  <a:lnTo>
                    <a:pt x="149094" y="205063"/>
                  </a:lnTo>
                  <a:lnTo>
                    <a:pt x="149632" y="204630"/>
                  </a:lnTo>
                  <a:lnTo>
                    <a:pt x="149753" y="204238"/>
                  </a:lnTo>
                  <a:lnTo>
                    <a:pt x="149797" y="203963"/>
                  </a:lnTo>
                  <a:lnTo>
                    <a:pt x="149901" y="203657"/>
                  </a:lnTo>
                  <a:lnTo>
                    <a:pt x="150015" y="203524"/>
                  </a:lnTo>
                  <a:lnTo>
                    <a:pt x="150136" y="203397"/>
                  </a:lnTo>
                  <a:lnTo>
                    <a:pt x="150534" y="203044"/>
                  </a:lnTo>
                  <a:lnTo>
                    <a:pt x="150995" y="202578"/>
                  </a:lnTo>
                  <a:lnTo>
                    <a:pt x="151011" y="201910"/>
                  </a:lnTo>
                  <a:lnTo>
                    <a:pt x="150838" y="201718"/>
                  </a:lnTo>
                  <a:lnTo>
                    <a:pt x="150546" y="201453"/>
                  </a:lnTo>
                  <a:lnTo>
                    <a:pt x="150495" y="201236"/>
                  </a:lnTo>
                  <a:lnTo>
                    <a:pt x="150696" y="201064"/>
                  </a:lnTo>
                  <a:lnTo>
                    <a:pt x="150793" y="200753"/>
                  </a:lnTo>
                  <a:lnTo>
                    <a:pt x="150759" y="200365"/>
                  </a:lnTo>
                  <a:lnTo>
                    <a:pt x="150762" y="200206"/>
                  </a:lnTo>
                  <a:lnTo>
                    <a:pt x="150844" y="199821"/>
                  </a:lnTo>
                  <a:lnTo>
                    <a:pt x="151204" y="199090"/>
                  </a:lnTo>
                  <a:lnTo>
                    <a:pt x="151373" y="198902"/>
                  </a:lnTo>
                  <a:lnTo>
                    <a:pt x="151381" y="198435"/>
                  </a:lnTo>
                  <a:lnTo>
                    <a:pt x="151624" y="198038"/>
                  </a:lnTo>
                  <a:lnTo>
                    <a:pt x="152025" y="197651"/>
                  </a:lnTo>
                  <a:lnTo>
                    <a:pt x="152144" y="197266"/>
                  </a:lnTo>
                  <a:lnTo>
                    <a:pt x="152156" y="196706"/>
                  </a:lnTo>
                  <a:lnTo>
                    <a:pt x="152131" y="196545"/>
                  </a:lnTo>
                  <a:lnTo>
                    <a:pt x="152201" y="196359"/>
                  </a:lnTo>
                  <a:lnTo>
                    <a:pt x="152370" y="196278"/>
                  </a:lnTo>
                  <a:lnTo>
                    <a:pt x="152620" y="196285"/>
                  </a:lnTo>
                  <a:lnTo>
                    <a:pt x="152807" y="196095"/>
                  </a:lnTo>
                  <a:lnTo>
                    <a:pt x="152891" y="195898"/>
                  </a:lnTo>
                  <a:lnTo>
                    <a:pt x="153211" y="195431"/>
                  </a:lnTo>
                  <a:lnTo>
                    <a:pt x="153701" y="194775"/>
                  </a:lnTo>
                  <a:lnTo>
                    <a:pt x="153988" y="194479"/>
                  </a:lnTo>
                  <a:lnTo>
                    <a:pt x="154234" y="194365"/>
                  </a:lnTo>
                  <a:lnTo>
                    <a:pt x="154421" y="194355"/>
                  </a:lnTo>
                  <a:lnTo>
                    <a:pt x="154606" y="194362"/>
                  </a:lnTo>
                  <a:lnTo>
                    <a:pt x="154819" y="194412"/>
                  </a:lnTo>
                  <a:lnTo>
                    <a:pt x="155029" y="194565"/>
                  </a:lnTo>
                  <a:lnTo>
                    <a:pt x="155419" y="194989"/>
                  </a:lnTo>
                  <a:lnTo>
                    <a:pt x="155860" y="195172"/>
                  </a:lnTo>
                  <a:lnTo>
                    <a:pt x="156083" y="195277"/>
                  </a:lnTo>
                  <a:lnTo>
                    <a:pt x="156259" y="195546"/>
                  </a:lnTo>
                  <a:lnTo>
                    <a:pt x="156412" y="195611"/>
                  </a:lnTo>
                  <a:lnTo>
                    <a:pt x="157148" y="195756"/>
                  </a:lnTo>
                  <a:lnTo>
                    <a:pt x="157524" y="195506"/>
                  </a:lnTo>
                  <a:lnTo>
                    <a:pt x="157679" y="195400"/>
                  </a:lnTo>
                  <a:lnTo>
                    <a:pt x="158111" y="195506"/>
                  </a:lnTo>
                  <a:lnTo>
                    <a:pt x="158821" y="195787"/>
                  </a:lnTo>
                  <a:lnTo>
                    <a:pt x="159719" y="195592"/>
                  </a:lnTo>
                  <a:lnTo>
                    <a:pt x="160333" y="195312"/>
                  </a:lnTo>
                  <a:lnTo>
                    <a:pt x="160441" y="195174"/>
                  </a:lnTo>
                  <a:lnTo>
                    <a:pt x="160710" y="194355"/>
                  </a:lnTo>
                  <a:lnTo>
                    <a:pt x="160664" y="193018"/>
                  </a:lnTo>
                  <a:lnTo>
                    <a:pt x="160554" y="192780"/>
                  </a:lnTo>
                  <a:lnTo>
                    <a:pt x="160405" y="192638"/>
                  </a:lnTo>
                  <a:lnTo>
                    <a:pt x="160148" y="192370"/>
                  </a:lnTo>
                  <a:lnTo>
                    <a:pt x="160070" y="191939"/>
                  </a:lnTo>
                  <a:lnTo>
                    <a:pt x="160108" y="191627"/>
                  </a:lnTo>
                  <a:lnTo>
                    <a:pt x="160281" y="191611"/>
                  </a:lnTo>
                  <a:lnTo>
                    <a:pt x="160413" y="191502"/>
                  </a:lnTo>
                  <a:lnTo>
                    <a:pt x="160534" y="191208"/>
                  </a:lnTo>
                  <a:lnTo>
                    <a:pt x="160481" y="190787"/>
                  </a:lnTo>
                  <a:lnTo>
                    <a:pt x="160346" y="190544"/>
                  </a:lnTo>
                  <a:lnTo>
                    <a:pt x="160138" y="190115"/>
                  </a:lnTo>
                  <a:lnTo>
                    <a:pt x="160101" y="189778"/>
                  </a:lnTo>
                  <a:lnTo>
                    <a:pt x="160046" y="189401"/>
                  </a:lnTo>
                  <a:lnTo>
                    <a:pt x="159984" y="189087"/>
                  </a:lnTo>
                  <a:lnTo>
                    <a:pt x="159867" y="188671"/>
                  </a:lnTo>
                  <a:lnTo>
                    <a:pt x="159906" y="188527"/>
                  </a:lnTo>
                  <a:lnTo>
                    <a:pt x="160146" y="188154"/>
                  </a:lnTo>
                  <a:lnTo>
                    <a:pt x="160395" y="188070"/>
                  </a:lnTo>
                  <a:lnTo>
                    <a:pt x="160700" y="188005"/>
                  </a:lnTo>
                  <a:lnTo>
                    <a:pt x="161019" y="188064"/>
                  </a:lnTo>
                  <a:lnTo>
                    <a:pt x="161485" y="188057"/>
                  </a:lnTo>
                  <a:lnTo>
                    <a:pt x="161908" y="188035"/>
                  </a:lnTo>
                  <a:lnTo>
                    <a:pt x="162143" y="187826"/>
                  </a:lnTo>
                  <a:lnTo>
                    <a:pt x="163466" y="187788"/>
                  </a:lnTo>
                  <a:lnTo>
                    <a:pt x="163993" y="187747"/>
                  </a:lnTo>
                  <a:lnTo>
                    <a:pt x="164518" y="187640"/>
                  </a:lnTo>
                  <a:lnTo>
                    <a:pt x="165731" y="187513"/>
                  </a:lnTo>
                  <a:lnTo>
                    <a:pt x="167315" y="187441"/>
                  </a:lnTo>
                  <a:lnTo>
                    <a:pt x="167531" y="187565"/>
                  </a:lnTo>
                  <a:lnTo>
                    <a:pt x="167807" y="187632"/>
                  </a:lnTo>
                  <a:lnTo>
                    <a:pt x="168105" y="187659"/>
                  </a:lnTo>
                  <a:lnTo>
                    <a:pt x="168375" y="187659"/>
                  </a:lnTo>
                  <a:lnTo>
                    <a:pt x="168648" y="187691"/>
                  </a:lnTo>
                  <a:lnTo>
                    <a:pt x="169511" y="187962"/>
                  </a:lnTo>
                  <a:lnTo>
                    <a:pt x="169742" y="188045"/>
                  </a:lnTo>
                  <a:lnTo>
                    <a:pt x="170263" y="188211"/>
                  </a:lnTo>
                  <a:lnTo>
                    <a:pt x="170882" y="188371"/>
                  </a:lnTo>
                  <a:lnTo>
                    <a:pt x="171059" y="188070"/>
                  </a:lnTo>
                  <a:lnTo>
                    <a:pt x="171919" y="186725"/>
                  </a:lnTo>
                  <a:lnTo>
                    <a:pt x="173309" y="185104"/>
                  </a:lnTo>
                  <a:lnTo>
                    <a:pt x="174114" y="184322"/>
                  </a:lnTo>
                  <a:lnTo>
                    <a:pt x="175357" y="182716"/>
                  </a:lnTo>
                  <a:lnTo>
                    <a:pt x="176382" y="183143"/>
                  </a:lnTo>
                  <a:lnTo>
                    <a:pt x="176675" y="183193"/>
                  </a:lnTo>
                  <a:lnTo>
                    <a:pt x="176988" y="183512"/>
                  </a:lnTo>
                  <a:lnTo>
                    <a:pt x="177147" y="183608"/>
                  </a:lnTo>
                  <a:lnTo>
                    <a:pt x="177449" y="183713"/>
                  </a:lnTo>
                  <a:lnTo>
                    <a:pt x="178431" y="183813"/>
                  </a:lnTo>
                  <a:lnTo>
                    <a:pt x="178725" y="183839"/>
                  </a:lnTo>
                  <a:lnTo>
                    <a:pt x="179126" y="183743"/>
                  </a:lnTo>
                  <a:lnTo>
                    <a:pt x="179407" y="183506"/>
                  </a:lnTo>
                  <a:lnTo>
                    <a:pt x="179650" y="183245"/>
                  </a:lnTo>
                  <a:lnTo>
                    <a:pt x="180271" y="182975"/>
                  </a:lnTo>
                  <a:lnTo>
                    <a:pt x="181590" y="182417"/>
                  </a:lnTo>
                  <a:lnTo>
                    <a:pt x="181721" y="182212"/>
                  </a:lnTo>
                  <a:lnTo>
                    <a:pt x="182342" y="182008"/>
                  </a:lnTo>
                  <a:lnTo>
                    <a:pt x="182407" y="182158"/>
                  </a:lnTo>
                  <a:lnTo>
                    <a:pt x="182604" y="182831"/>
                  </a:lnTo>
                  <a:close/>
                </a:path>
              </a:pathLst>
            </a:custGeom>
            <a:solidFill>
              <a:srgbClr val="F6EEEB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3220637" y="4756647"/>
              <a:ext cx="646333" cy="591093"/>
            </a:xfrm>
            <a:custGeom>
              <a:avLst/>
              <a:pathLst>
                <a:path w="646333" h="591093">
                  <a:moveTo>
                    <a:pt x="366670" y="182879"/>
                  </a:moveTo>
                  <a:lnTo>
                    <a:pt x="367019" y="183127"/>
                  </a:lnTo>
                  <a:lnTo>
                    <a:pt x="367243" y="183121"/>
                  </a:lnTo>
                  <a:lnTo>
                    <a:pt x="367418" y="183118"/>
                  </a:lnTo>
                  <a:lnTo>
                    <a:pt x="368312" y="182745"/>
                  </a:lnTo>
                  <a:lnTo>
                    <a:pt x="368767" y="182739"/>
                  </a:lnTo>
                  <a:lnTo>
                    <a:pt x="369095" y="182802"/>
                  </a:lnTo>
                  <a:lnTo>
                    <a:pt x="369406" y="183159"/>
                  </a:lnTo>
                  <a:lnTo>
                    <a:pt x="370063" y="183392"/>
                  </a:lnTo>
                  <a:lnTo>
                    <a:pt x="370599" y="183567"/>
                  </a:lnTo>
                  <a:lnTo>
                    <a:pt x="371136" y="183713"/>
                  </a:lnTo>
                  <a:lnTo>
                    <a:pt x="371454" y="184034"/>
                  </a:lnTo>
                  <a:lnTo>
                    <a:pt x="371953" y="184143"/>
                  </a:lnTo>
                  <a:lnTo>
                    <a:pt x="372170" y="184123"/>
                  </a:lnTo>
                  <a:lnTo>
                    <a:pt x="372656" y="184413"/>
                  </a:lnTo>
                  <a:lnTo>
                    <a:pt x="373248" y="184592"/>
                  </a:lnTo>
                  <a:lnTo>
                    <a:pt x="373498" y="184654"/>
                  </a:lnTo>
                  <a:lnTo>
                    <a:pt x="373813" y="184473"/>
                  </a:lnTo>
                  <a:lnTo>
                    <a:pt x="373974" y="184306"/>
                  </a:lnTo>
                  <a:lnTo>
                    <a:pt x="374855" y="184075"/>
                  </a:lnTo>
                  <a:lnTo>
                    <a:pt x="375385" y="184021"/>
                  </a:lnTo>
                  <a:lnTo>
                    <a:pt x="375572" y="184402"/>
                  </a:lnTo>
                  <a:lnTo>
                    <a:pt x="375737" y="184674"/>
                  </a:lnTo>
                  <a:lnTo>
                    <a:pt x="376102" y="185175"/>
                  </a:lnTo>
                  <a:lnTo>
                    <a:pt x="376294" y="185306"/>
                  </a:lnTo>
                  <a:lnTo>
                    <a:pt x="376597" y="185276"/>
                  </a:lnTo>
                  <a:lnTo>
                    <a:pt x="377137" y="185094"/>
                  </a:lnTo>
                  <a:lnTo>
                    <a:pt x="377710" y="185348"/>
                  </a:lnTo>
                  <a:lnTo>
                    <a:pt x="378170" y="185430"/>
                  </a:lnTo>
                  <a:lnTo>
                    <a:pt x="378271" y="185573"/>
                  </a:lnTo>
                  <a:lnTo>
                    <a:pt x="378462" y="185787"/>
                  </a:lnTo>
                  <a:lnTo>
                    <a:pt x="378685" y="185867"/>
                  </a:lnTo>
                  <a:lnTo>
                    <a:pt x="378914" y="186038"/>
                  </a:lnTo>
                  <a:lnTo>
                    <a:pt x="378893" y="186649"/>
                  </a:lnTo>
                  <a:lnTo>
                    <a:pt x="379274" y="186642"/>
                  </a:lnTo>
                  <a:lnTo>
                    <a:pt x="418107" y="199595"/>
                  </a:lnTo>
                  <a:lnTo>
                    <a:pt x="417966" y="196858"/>
                  </a:lnTo>
                  <a:lnTo>
                    <a:pt x="418068" y="196671"/>
                  </a:lnTo>
                  <a:lnTo>
                    <a:pt x="418258" y="196503"/>
                  </a:lnTo>
                  <a:lnTo>
                    <a:pt x="418397" y="196339"/>
                  </a:lnTo>
                  <a:lnTo>
                    <a:pt x="418623" y="196038"/>
                  </a:lnTo>
                  <a:lnTo>
                    <a:pt x="418810" y="195728"/>
                  </a:lnTo>
                  <a:lnTo>
                    <a:pt x="418958" y="195482"/>
                  </a:lnTo>
                  <a:lnTo>
                    <a:pt x="419117" y="195217"/>
                  </a:lnTo>
                  <a:lnTo>
                    <a:pt x="419407" y="194655"/>
                  </a:lnTo>
                  <a:lnTo>
                    <a:pt x="419555" y="194230"/>
                  </a:lnTo>
                  <a:lnTo>
                    <a:pt x="432493" y="196161"/>
                  </a:lnTo>
                  <a:lnTo>
                    <a:pt x="434340" y="196884"/>
                  </a:lnTo>
                  <a:lnTo>
                    <a:pt x="441164" y="189843"/>
                  </a:lnTo>
                  <a:lnTo>
                    <a:pt x="441196" y="189691"/>
                  </a:lnTo>
                  <a:lnTo>
                    <a:pt x="441407" y="189336"/>
                  </a:lnTo>
                  <a:lnTo>
                    <a:pt x="441440" y="189109"/>
                  </a:lnTo>
                  <a:lnTo>
                    <a:pt x="441573" y="188703"/>
                  </a:lnTo>
                  <a:lnTo>
                    <a:pt x="442936" y="188676"/>
                  </a:lnTo>
                  <a:lnTo>
                    <a:pt x="445517" y="190105"/>
                  </a:lnTo>
                  <a:lnTo>
                    <a:pt x="457396" y="197172"/>
                  </a:lnTo>
                  <a:lnTo>
                    <a:pt x="457483" y="199107"/>
                  </a:lnTo>
                  <a:lnTo>
                    <a:pt x="457659" y="199166"/>
                  </a:lnTo>
                  <a:lnTo>
                    <a:pt x="458002" y="199397"/>
                  </a:lnTo>
                  <a:lnTo>
                    <a:pt x="459905" y="200798"/>
                  </a:lnTo>
                  <a:lnTo>
                    <a:pt x="460530" y="201357"/>
                  </a:lnTo>
                  <a:lnTo>
                    <a:pt x="462483" y="203287"/>
                  </a:lnTo>
                  <a:lnTo>
                    <a:pt x="466063" y="205547"/>
                  </a:lnTo>
                  <a:lnTo>
                    <a:pt x="466915" y="205707"/>
                  </a:lnTo>
                  <a:lnTo>
                    <a:pt x="469106" y="207341"/>
                  </a:lnTo>
                  <a:lnTo>
                    <a:pt x="471586" y="209127"/>
                  </a:lnTo>
                  <a:lnTo>
                    <a:pt x="509649" y="235036"/>
                  </a:lnTo>
                  <a:lnTo>
                    <a:pt x="509708" y="234748"/>
                  </a:lnTo>
                  <a:lnTo>
                    <a:pt x="509674" y="234469"/>
                  </a:lnTo>
                  <a:lnTo>
                    <a:pt x="509740" y="234245"/>
                  </a:lnTo>
                  <a:lnTo>
                    <a:pt x="509754" y="234085"/>
                  </a:lnTo>
                  <a:lnTo>
                    <a:pt x="509652" y="233905"/>
                  </a:lnTo>
                  <a:lnTo>
                    <a:pt x="509380" y="233543"/>
                  </a:lnTo>
                  <a:lnTo>
                    <a:pt x="509285" y="233186"/>
                  </a:lnTo>
                  <a:lnTo>
                    <a:pt x="508918" y="232766"/>
                  </a:lnTo>
                  <a:lnTo>
                    <a:pt x="508868" y="232600"/>
                  </a:lnTo>
                  <a:lnTo>
                    <a:pt x="508840" y="232404"/>
                  </a:lnTo>
                  <a:lnTo>
                    <a:pt x="508829" y="232199"/>
                  </a:lnTo>
                  <a:lnTo>
                    <a:pt x="508867" y="231934"/>
                  </a:lnTo>
                  <a:lnTo>
                    <a:pt x="508567" y="231520"/>
                  </a:lnTo>
                  <a:lnTo>
                    <a:pt x="508641" y="231265"/>
                  </a:lnTo>
                  <a:lnTo>
                    <a:pt x="508730" y="231070"/>
                  </a:lnTo>
                  <a:lnTo>
                    <a:pt x="508710" y="230885"/>
                  </a:lnTo>
                  <a:lnTo>
                    <a:pt x="508658" y="230220"/>
                  </a:lnTo>
                  <a:lnTo>
                    <a:pt x="508889" y="230078"/>
                  </a:lnTo>
                  <a:lnTo>
                    <a:pt x="508924" y="229743"/>
                  </a:lnTo>
                  <a:lnTo>
                    <a:pt x="508737" y="229471"/>
                  </a:lnTo>
                  <a:lnTo>
                    <a:pt x="508248" y="229341"/>
                  </a:lnTo>
                  <a:lnTo>
                    <a:pt x="507488" y="229132"/>
                  </a:lnTo>
                  <a:lnTo>
                    <a:pt x="507122" y="228931"/>
                  </a:lnTo>
                  <a:lnTo>
                    <a:pt x="506556" y="228548"/>
                  </a:lnTo>
                  <a:lnTo>
                    <a:pt x="506446" y="228105"/>
                  </a:lnTo>
                  <a:lnTo>
                    <a:pt x="506702" y="227885"/>
                  </a:lnTo>
                  <a:lnTo>
                    <a:pt x="506463" y="227456"/>
                  </a:lnTo>
                  <a:lnTo>
                    <a:pt x="506255" y="227146"/>
                  </a:lnTo>
                  <a:lnTo>
                    <a:pt x="506249" y="226789"/>
                  </a:lnTo>
                  <a:lnTo>
                    <a:pt x="505987" y="226440"/>
                  </a:lnTo>
                  <a:lnTo>
                    <a:pt x="505611" y="226088"/>
                  </a:lnTo>
                  <a:lnTo>
                    <a:pt x="505533" y="225940"/>
                  </a:lnTo>
                  <a:lnTo>
                    <a:pt x="505451" y="225706"/>
                  </a:lnTo>
                  <a:lnTo>
                    <a:pt x="505469" y="225538"/>
                  </a:lnTo>
                  <a:lnTo>
                    <a:pt x="505056" y="225270"/>
                  </a:lnTo>
                  <a:lnTo>
                    <a:pt x="504762" y="225192"/>
                  </a:lnTo>
                  <a:lnTo>
                    <a:pt x="504233" y="224594"/>
                  </a:lnTo>
                  <a:lnTo>
                    <a:pt x="503844" y="224565"/>
                  </a:lnTo>
                  <a:lnTo>
                    <a:pt x="503733" y="224717"/>
                  </a:lnTo>
                  <a:lnTo>
                    <a:pt x="503305" y="224281"/>
                  </a:lnTo>
                  <a:lnTo>
                    <a:pt x="503134" y="224040"/>
                  </a:lnTo>
                  <a:lnTo>
                    <a:pt x="502670" y="223925"/>
                  </a:lnTo>
                  <a:lnTo>
                    <a:pt x="502041" y="223797"/>
                  </a:lnTo>
                  <a:lnTo>
                    <a:pt x="502269" y="223335"/>
                  </a:lnTo>
                  <a:lnTo>
                    <a:pt x="502450" y="223197"/>
                  </a:lnTo>
                  <a:lnTo>
                    <a:pt x="502249" y="222850"/>
                  </a:lnTo>
                  <a:lnTo>
                    <a:pt x="502061" y="222850"/>
                  </a:lnTo>
                  <a:lnTo>
                    <a:pt x="501842" y="222761"/>
                  </a:lnTo>
                  <a:lnTo>
                    <a:pt x="501490" y="222491"/>
                  </a:lnTo>
                  <a:lnTo>
                    <a:pt x="501223" y="222174"/>
                  </a:lnTo>
                  <a:lnTo>
                    <a:pt x="528526" y="233744"/>
                  </a:lnTo>
                  <a:lnTo>
                    <a:pt x="529693" y="233270"/>
                  </a:lnTo>
                  <a:lnTo>
                    <a:pt x="533866" y="233767"/>
                  </a:lnTo>
                  <a:lnTo>
                    <a:pt x="536825" y="234414"/>
                  </a:lnTo>
                  <a:lnTo>
                    <a:pt x="537535" y="235181"/>
                  </a:lnTo>
                  <a:lnTo>
                    <a:pt x="542057" y="238748"/>
                  </a:lnTo>
                  <a:lnTo>
                    <a:pt x="545404" y="238609"/>
                  </a:lnTo>
                  <a:lnTo>
                    <a:pt x="545289" y="238804"/>
                  </a:lnTo>
                  <a:lnTo>
                    <a:pt x="545144" y="238941"/>
                  </a:lnTo>
                  <a:lnTo>
                    <a:pt x="544937" y="239022"/>
                  </a:lnTo>
                  <a:lnTo>
                    <a:pt x="544777" y="239136"/>
                  </a:lnTo>
                  <a:lnTo>
                    <a:pt x="544804" y="239304"/>
                  </a:lnTo>
                  <a:lnTo>
                    <a:pt x="544770" y="239587"/>
                  </a:lnTo>
                  <a:lnTo>
                    <a:pt x="544693" y="239775"/>
                  </a:lnTo>
                  <a:lnTo>
                    <a:pt x="544624" y="239941"/>
                  </a:lnTo>
                  <a:lnTo>
                    <a:pt x="544493" y="240162"/>
                  </a:lnTo>
                  <a:lnTo>
                    <a:pt x="544416" y="240521"/>
                  </a:lnTo>
                  <a:lnTo>
                    <a:pt x="544439" y="240650"/>
                  </a:lnTo>
                  <a:lnTo>
                    <a:pt x="544374" y="240803"/>
                  </a:lnTo>
                  <a:lnTo>
                    <a:pt x="544376" y="240954"/>
                  </a:lnTo>
                  <a:lnTo>
                    <a:pt x="544461" y="241136"/>
                  </a:lnTo>
                  <a:lnTo>
                    <a:pt x="544642" y="241598"/>
                  </a:lnTo>
                  <a:lnTo>
                    <a:pt x="544739" y="242071"/>
                  </a:lnTo>
                  <a:lnTo>
                    <a:pt x="544747" y="242242"/>
                  </a:lnTo>
                  <a:lnTo>
                    <a:pt x="544631" y="242518"/>
                  </a:lnTo>
                  <a:lnTo>
                    <a:pt x="544298" y="242588"/>
                  </a:lnTo>
                  <a:lnTo>
                    <a:pt x="544156" y="242752"/>
                  </a:lnTo>
                  <a:lnTo>
                    <a:pt x="543996" y="242960"/>
                  </a:lnTo>
                  <a:lnTo>
                    <a:pt x="543684" y="243395"/>
                  </a:lnTo>
                  <a:lnTo>
                    <a:pt x="543519" y="243618"/>
                  </a:lnTo>
                  <a:lnTo>
                    <a:pt x="543239" y="243940"/>
                  </a:lnTo>
                  <a:lnTo>
                    <a:pt x="543017" y="244410"/>
                  </a:lnTo>
                  <a:lnTo>
                    <a:pt x="543034" y="244565"/>
                  </a:lnTo>
                  <a:lnTo>
                    <a:pt x="543102" y="244982"/>
                  </a:lnTo>
                  <a:lnTo>
                    <a:pt x="543170" y="245212"/>
                  </a:lnTo>
                  <a:lnTo>
                    <a:pt x="543424" y="246189"/>
                  </a:lnTo>
                  <a:lnTo>
                    <a:pt x="543563" y="246453"/>
                  </a:lnTo>
                  <a:lnTo>
                    <a:pt x="543890" y="246755"/>
                  </a:lnTo>
                  <a:lnTo>
                    <a:pt x="544179" y="246938"/>
                  </a:lnTo>
                  <a:lnTo>
                    <a:pt x="544412" y="247070"/>
                  </a:lnTo>
                  <a:lnTo>
                    <a:pt x="574706" y="255874"/>
                  </a:lnTo>
                  <a:lnTo>
                    <a:pt x="574970" y="255870"/>
                  </a:lnTo>
                  <a:lnTo>
                    <a:pt x="579599" y="259629"/>
                  </a:lnTo>
                  <a:lnTo>
                    <a:pt x="580945" y="261927"/>
                  </a:lnTo>
                  <a:lnTo>
                    <a:pt x="581091" y="261984"/>
                  </a:lnTo>
                  <a:lnTo>
                    <a:pt x="581314" y="262069"/>
                  </a:lnTo>
                  <a:lnTo>
                    <a:pt x="581788" y="262246"/>
                  </a:lnTo>
                  <a:lnTo>
                    <a:pt x="581924" y="262295"/>
                  </a:lnTo>
                  <a:lnTo>
                    <a:pt x="582265" y="262424"/>
                  </a:lnTo>
                  <a:lnTo>
                    <a:pt x="582760" y="262599"/>
                  </a:lnTo>
                  <a:lnTo>
                    <a:pt x="584712" y="263143"/>
                  </a:lnTo>
                  <a:lnTo>
                    <a:pt x="586236" y="263953"/>
                  </a:lnTo>
                  <a:lnTo>
                    <a:pt x="586733" y="264723"/>
                  </a:lnTo>
                  <a:lnTo>
                    <a:pt x="587023" y="265694"/>
                  </a:lnTo>
                  <a:lnTo>
                    <a:pt x="587204" y="265667"/>
                  </a:lnTo>
                  <a:lnTo>
                    <a:pt x="587859" y="265517"/>
                  </a:lnTo>
                  <a:lnTo>
                    <a:pt x="589238" y="265419"/>
                  </a:lnTo>
                  <a:lnTo>
                    <a:pt x="589139" y="265095"/>
                  </a:lnTo>
                  <a:lnTo>
                    <a:pt x="589510" y="264670"/>
                  </a:lnTo>
                  <a:lnTo>
                    <a:pt x="589849" y="263958"/>
                  </a:lnTo>
                  <a:lnTo>
                    <a:pt x="590224" y="263639"/>
                  </a:lnTo>
                  <a:lnTo>
                    <a:pt x="590838" y="263078"/>
                  </a:lnTo>
                  <a:lnTo>
                    <a:pt x="591118" y="263030"/>
                  </a:lnTo>
                  <a:lnTo>
                    <a:pt x="591459" y="262959"/>
                  </a:lnTo>
                  <a:lnTo>
                    <a:pt x="591831" y="262691"/>
                  </a:lnTo>
                  <a:lnTo>
                    <a:pt x="592112" y="262330"/>
                  </a:lnTo>
                  <a:lnTo>
                    <a:pt x="595645" y="261919"/>
                  </a:lnTo>
                  <a:lnTo>
                    <a:pt x="595680" y="262201"/>
                  </a:lnTo>
                  <a:lnTo>
                    <a:pt x="595829" y="262399"/>
                  </a:lnTo>
                  <a:lnTo>
                    <a:pt x="596313" y="262629"/>
                  </a:lnTo>
                  <a:lnTo>
                    <a:pt x="596447" y="262905"/>
                  </a:lnTo>
                  <a:lnTo>
                    <a:pt x="596395" y="263295"/>
                  </a:lnTo>
                  <a:lnTo>
                    <a:pt x="596583" y="263517"/>
                  </a:lnTo>
                  <a:lnTo>
                    <a:pt x="596842" y="263632"/>
                  </a:lnTo>
                  <a:lnTo>
                    <a:pt x="597211" y="263821"/>
                  </a:lnTo>
                  <a:lnTo>
                    <a:pt x="597380" y="264059"/>
                  </a:lnTo>
                  <a:lnTo>
                    <a:pt x="597402" y="264190"/>
                  </a:lnTo>
                  <a:lnTo>
                    <a:pt x="597399" y="264320"/>
                  </a:lnTo>
                  <a:lnTo>
                    <a:pt x="597345" y="264447"/>
                  </a:lnTo>
                  <a:lnTo>
                    <a:pt x="597285" y="264720"/>
                  </a:lnTo>
                  <a:lnTo>
                    <a:pt x="597283" y="264889"/>
                  </a:lnTo>
                  <a:lnTo>
                    <a:pt x="597309" y="265018"/>
                  </a:lnTo>
                  <a:lnTo>
                    <a:pt x="597433" y="265333"/>
                  </a:lnTo>
                  <a:lnTo>
                    <a:pt x="597751" y="265569"/>
                  </a:lnTo>
                  <a:lnTo>
                    <a:pt x="597964" y="265870"/>
                  </a:lnTo>
                  <a:lnTo>
                    <a:pt x="597930" y="266090"/>
                  </a:lnTo>
                  <a:lnTo>
                    <a:pt x="597822" y="266375"/>
                  </a:lnTo>
                  <a:lnTo>
                    <a:pt x="597520" y="266770"/>
                  </a:lnTo>
                  <a:lnTo>
                    <a:pt x="597418" y="267248"/>
                  </a:lnTo>
                  <a:lnTo>
                    <a:pt x="597571" y="267477"/>
                  </a:lnTo>
                  <a:lnTo>
                    <a:pt x="597901" y="267634"/>
                  </a:lnTo>
                  <a:lnTo>
                    <a:pt x="598324" y="267837"/>
                  </a:lnTo>
                  <a:lnTo>
                    <a:pt x="598613" y="268193"/>
                  </a:lnTo>
                  <a:lnTo>
                    <a:pt x="598884" y="268525"/>
                  </a:lnTo>
                  <a:lnTo>
                    <a:pt x="598809" y="269137"/>
                  </a:lnTo>
                  <a:lnTo>
                    <a:pt x="599363" y="269604"/>
                  </a:lnTo>
                  <a:lnTo>
                    <a:pt x="599918" y="269741"/>
                  </a:lnTo>
                  <a:lnTo>
                    <a:pt x="600596" y="270150"/>
                  </a:lnTo>
                  <a:lnTo>
                    <a:pt x="600744" y="270374"/>
                  </a:lnTo>
                  <a:lnTo>
                    <a:pt x="601013" y="270699"/>
                  </a:lnTo>
                  <a:lnTo>
                    <a:pt x="601722" y="271238"/>
                  </a:lnTo>
                  <a:lnTo>
                    <a:pt x="601825" y="271531"/>
                  </a:lnTo>
                  <a:lnTo>
                    <a:pt x="601799" y="271659"/>
                  </a:lnTo>
                  <a:lnTo>
                    <a:pt x="601479" y="271970"/>
                  </a:lnTo>
                  <a:lnTo>
                    <a:pt x="601241" y="272291"/>
                  </a:lnTo>
                  <a:lnTo>
                    <a:pt x="601382" y="272773"/>
                  </a:lnTo>
                  <a:lnTo>
                    <a:pt x="601471" y="273101"/>
                  </a:lnTo>
                  <a:lnTo>
                    <a:pt x="601221" y="273299"/>
                  </a:lnTo>
                  <a:lnTo>
                    <a:pt x="601026" y="273571"/>
                  </a:lnTo>
                  <a:lnTo>
                    <a:pt x="600538" y="274416"/>
                  </a:lnTo>
                  <a:lnTo>
                    <a:pt x="600519" y="274575"/>
                  </a:lnTo>
                  <a:lnTo>
                    <a:pt x="600536" y="274710"/>
                  </a:lnTo>
                  <a:lnTo>
                    <a:pt x="600565" y="274942"/>
                  </a:lnTo>
                  <a:lnTo>
                    <a:pt x="600745" y="274997"/>
                  </a:lnTo>
                  <a:lnTo>
                    <a:pt x="601180" y="274943"/>
                  </a:lnTo>
                  <a:lnTo>
                    <a:pt x="601753" y="274967"/>
                  </a:lnTo>
                  <a:lnTo>
                    <a:pt x="601908" y="275035"/>
                  </a:lnTo>
                  <a:lnTo>
                    <a:pt x="602402" y="275251"/>
                  </a:lnTo>
                  <a:lnTo>
                    <a:pt x="602839" y="275443"/>
                  </a:lnTo>
                  <a:lnTo>
                    <a:pt x="602996" y="275512"/>
                  </a:lnTo>
                  <a:lnTo>
                    <a:pt x="603204" y="275622"/>
                  </a:lnTo>
                  <a:lnTo>
                    <a:pt x="603738" y="275994"/>
                  </a:lnTo>
                  <a:lnTo>
                    <a:pt x="603886" y="276101"/>
                  </a:lnTo>
                  <a:lnTo>
                    <a:pt x="604128" y="276312"/>
                  </a:lnTo>
                  <a:lnTo>
                    <a:pt x="604193" y="276455"/>
                  </a:lnTo>
                  <a:lnTo>
                    <a:pt x="604470" y="277080"/>
                  </a:lnTo>
                  <a:lnTo>
                    <a:pt x="604566" y="277298"/>
                  </a:lnTo>
                  <a:lnTo>
                    <a:pt x="604679" y="278018"/>
                  </a:lnTo>
                  <a:lnTo>
                    <a:pt x="605123" y="278322"/>
                  </a:lnTo>
                  <a:lnTo>
                    <a:pt x="606833" y="278561"/>
                  </a:lnTo>
                  <a:lnTo>
                    <a:pt x="607235" y="278722"/>
                  </a:lnTo>
                  <a:lnTo>
                    <a:pt x="607564" y="278945"/>
                  </a:lnTo>
                  <a:lnTo>
                    <a:pt x="607810" y="279213"/>
                  </a:lnTo>
                  <a:lnTo>
                    <a:pt x="608096" y="279418"/>
                  </a:lnTo>
                  <a:lnTo>
                    <a:pt x="608264" y="279539"/>
                  </a:lnTo>
                  <a:lnTo>
                    <a:pt x="608716" y="279710"/>
                  </a:lnTo>
                  <a:lnTo>
                    <a:pt x="608867" y="279726"/>
                  </a:lnTo>
                  <a:lnTo>
                    <a:pt x="609202" y="279763"/>
                  </a:lnTo>
                  <a:lnTo>
                    <a:pt x="609466" y="279792"/>
                  </a:lnTo>
                  <a:lnTo>
                    <a:pt x="609688" y="279791"/>
                  </a:lnTo>
                  <a:lnTo>
                    <a:pt x="609890" y="279904"/>
                  </a:lnTo>
                  <a:lnTo>
                    <a:pt x="609869" y="280207"/>
                  </a:lnTo>
                  <a:lnTo>
                    <a:pt x="609812" y="280565"/>
                  </a:lnTo>
                  <a:lnTo>
                    <a:pt x="609843" y="280744"/>
                  </a:lnTo>
                  <a:lnTo>
                    <a:pt x="609879" y="280952"/>
                  </a:lnTo>
                  <a:lnTo>
                    <a:pt x="610422" y="281502"/>
                  </a:lnTo>
                  <a:lnTo>
                    <a:pt x="610744" y="281563"/>
                  </a:lnTo>
                  <a:lnTo>
                    <a:pt x="610959" y="281669"/>
                  </a:lnTo>
                  <a:lnTo>
                    <a:pt x="611526" y="281960"/>
                  </a:lnTo>
                  <a:lnTo>
                    <a:pt x="611842" y="282208"/>
                  </a:lnTo>
                  <a:lnTo>
                    <a:pt x="611885" y="282446"/>
                  </a:lnTo>
                  <a:lnTo>
                    <a:pt x="612798" y="283050"/>
                  </a:lnTo>
                  <a:lnTo>
                    <a:pt x="612930" y="283119"/>
                  </a:lnTo>
                  <a:lnTo>
                    <a:pt x="613216" y="283248"/>
                  </a:lnTo>
                  <a:lnTo>
                    <a:pt x="613687" y="283455"/>
                  </a:lnTo>
                  <a:lnTo>
                    <a:pt x="613854" y="283502"/>
                  </a:lnTo>
                  <a:lnTo>
                    <a:pt x="614023" y="283473"/>
                  </a:lnTo>
                  <a:lnTo>
                    <a:pt x="614276" y="283393"/>
                  </a:lnTo>
                  <a:lnTo>
                    <a:pt x="614416" y="283454"/>
                  </a:lnTo>
                  <a:lnTo>
                    <a:pt x="614946" y="283826"/>
                  </a:lnTo>
                  <a:lnTo>
                    <a:pt x="615170" y="283880"/>
                  </a:lnTo>
                  <a:lnTo>
                    <a:pt x="615592" y="284039"/>
                  </a:lnTo>
                  <a:lnTo>
                    <a:pt x="615941" y="284336"/>
                  </a:lnTo>
                  <a:lnTo>
                    <a:pt x="615798" y="284550"/>
                  </a:lnTo>
                  <a:lnTo>
                    <a:pt x="615631" y="285194"/>
                  </a:lnTo>
                  <a:lnTo>
                    <a:pt x="615988" y="285572"/>
                  </a:lnTo>
                  <a:lnTo>
                    <a:pt x="616834" y="286060"/>
                  </a:lnTo>
                  <a:lnTo>
                    <a:pt x="617132" y="286434"/>
                  </a:lnTo>
                  <a:lnTo>
                    <a:pt x="617112" y="286642"/>
                  </a:lnTo>
                  <a:lnTo>
                    <a:pt x="617192" y="286910"/>
                  </a:lnTo>
                  <a:lnTo>
                    <a:pt x="617351" y="287405"/>
                  </a:lnTo>
                  <a:lnTo>
                    <a:pt x="617780" y="287639"/>
                  </a:lnTo>
                  <a:lnTo>
                    <a:pt x="618027" y="287712"/>
                  </a:lnTo>
                  <a:lnTo>
                    <a:pt x="618407" y="287873"/>
                  </a:lnTo>
                  <a:lnTo>
                    <a:pt x="618559" y="288173"/>
                  </a:lnTo>
                  <a:lnTo>
                    <a:pt x="618606" y="288487"/>
                  </a:lnTo>
                  <a:lnTo>
                    <a:pt x="618874" y="288846"/>
                  </a:lnTo>
                  <a:lnTo>
                    <a:pt x="619818" y="289136"/>
                  </a:lnTo>
                  <a:lnTo>
                    <a:pt x="619981" y="289077"/>
                  </a:lnTo>
                  <a:lnTo>
                    <a:pt x="620123" y="289029"/>
                  </a:lnTo>
                  <a:lnTo>
                    <a:pt x="620311" y="289063"/>
                  </a:lnTo>
                  <a:lnTo>
                    <a:pt x="620732" y="289237"/>
                  </a:lnTo>
                  <a:lnTo>
                    <a:pt x="621106" y="289397"/>
                  </a:lnTo>
                  <a:lnTo>
                    <a:pt x="621491" y="289972"/>
                  </a:lnTo>
                  <a:lnTo>
                    <a:pt x="621656" y="290161"/>
                  </a:lnTo>
                  <a:lnTo>
                    <a:pt x="622270" y="290593"/>
                  </a:lnTo>
                  <a:lnTo>
                    <a:pt x="622508" y="290949"/>
                  </a:lnTo>
                  <a:lnTo>
                    <a:pt x="622609" y="291179"/>
                  </a:lnTo>
                  <a:lnTo>
                    <a:pt x="623016" y="291502"/>
                  </a:lnTo>
                  <a:lnTo>
                    <a:pt x="623191" y="291622"/>
                  </a:lnTo>
                  <a:lnTo>
                    <a:pt x="623650" y="291621"/>
                  </a:lnTo>
                  <a:lnTo>
                    <a:pt x="624198" y="291500"/>
                  </a:lnTo>
                  <a:lnTo>
                    <a:pt x="624283" y="291628"/>
                  </a:lnTo>
                  <a:lnTo>
                    <a:pt x="624508" y="292400"/>
                  </a:lnTo>
                  <a:lnTo>
                    <a:pt x="624532" y="292723"/>
                  </a:lnTo>
                  <a:lnTo>
                    <a:pt x="625080" y="293262"/>
                  </a:lnTo>
                  <a:lnTo>
                    <a:pt x="625435" y="293625"/>
                  </a:lnTo>
                  <a:lnTo>
                    <a:pt x="625901" y="294335"/>
                  </a:lnTo>
                  <a:lnTo>
                    <a:pt x="626054" y="294711"/>
                  </a:lnTo>
                  <a:lnTo>
                    <a:pt x="625856" y="295431"/>
                  </a:lnTo>
                  <a:lnTo>
                    <a:pt x="625123" y="295263"/>
                  </a:lnTo>
                  <a:lnTo>
                    <a:pt x="624683" y="295210"/>
                  </a:lnTo>
                  <a:lnTo>
                    <a:pt x="624030" y="295293"/>
                  </a:lnTo>
                  <a:lnTo>
                    <a:pt x="623642" y="295341"/>
                  </a:lnTo>
                  <a:lnTo>
                    <a:pt x="623048" y="295539"/>
                  </a:lnTo>
                  <a:lnTo>
                    <a:pt x="622834" y="295653"/>
                  </a:lnTo>
                  <a:lnTo>
                    <a:pt x="622398" y="295769"/>
                  </a:lnTo>
                  <a:lnTo>
                    <a:pt x="621849" y="295829"/>
                  </a:lnTo>
                  <a:lnTo>
                    <a:pt x="621610" y="295875"/>
                  </a:lnTo>
                  <a:lnTo>
                    <a:pt x="621040" y="296057"/>
                  </a:lnTo>
                  <a:lnTo>
                    <a:pt x="620782" y="296158"/>
                  </a:lnTo>
                  <a:lnTo>
                    <a:pt x="620580" y="296066"/>
                  </a:lnTo>
                  <a:lnTo>
                    <a:pt x="620447" y="296003"/>
                  </a:lnTo>
                  <a:lnTo>
                    <a:pt x="619960" y="295882"/>
                  </a:lnTo>
                  <a:lnTo>
                    <a:pt x="619747" y="295881"/>
                  </a:lnTo>
                  <a:lnTo>
                    <a:pt x="619463" y="296009"/>
                  </a:lnTo>
                  <a:lnTo>
                    <a:pt x="619225" y="296152"/>
                  </a:lnTo>
                  <a:lnTo>
                    <a:pt x="618986" y="296925"/>
                  </a:lnTo>
                  <a:lnTo>
                    <a:pt x="618967" y="297278"/>
                  </a:lnTo>
                  <a:lnTo>
                    <a:pt x="619019" y="297497"/>
                  </a:lnTo>
                  <a:lnTo>
                    <a:pt x="619276" y="297894"/>
                  </a:lnTo>
                  <a:lnTo>
                    <a:pt x="619171" y="298701"/>
                  </a:lnTo>
                  <a:lnTo>
                    <a:pt x="619306" y="298914"/>
                  </a:lnTo>
                  <a:lnTo>
                    <a:pt x="619452" y="299154"/>
                  </a:lnTo>
                  <a:lnTo>
                    <a:pt x="619578" y="299895"/>
                  </a:lnTo>
                  <a:lnTo>
                    <a:pt x="618838" y="300435"/>
                  </a:lnTo>
                  <a:lnTo>
                    <a:pt x="618668" y="300571"/>
                  </a:lnTo>
                  <a:lnTo>
                    <a:pt x="618021" y="301086"/>
                  </a:lnTo>
                  <a:lnTo>
                    <a:pt x="617775" y="301457"/>
                  </a:lnTo>
                  <a:lnTo>
                    <a:pt x="617861" y="301748"/>
                  </a:lnTo>
                  <a:lnTo>
                    <a:pt x="617724" y="302190"/>
                  </a:lnTo>
                  <a:lnTo>
                    <a:pt x="617500" y="302310"/>
                  </a:lnTo>
                  <a:lnTo>
                    <a:pt x="617259" y="302389"/>
                  </a:lnTo>
                  <a:lnTo>
                    <a:pt x="617031" y="302523"/>
                  </a:lnTo>
                  <a:lnTo>
                    <a:pt x="617242" y="302692"/>
                  </a:lnTo>
                  <a:lnTo>
                    <a:pt x="617404" y="302936"/>
                  </a:lnTo>
                  <a:lnTo>
                    <a:pt x="617594" y="303169"/>
                  </a:lnTo>
                  <a:lnTo>
                    <a:pt x="617923" y="303279"/>
                  </a:lnTo>
                  <a:lnTo>
                    <a:pt x="618586" y="303323"/>
                  </a:lnTo>
                  <a:lnTo>
                    <a:pt x="619449" y="303931"/>
                  </a:lnTo>
                  <a:lnTo>
                    <a:pt x="619675" y="304021"/>
                  </a:lnTo>
                  <a:lnTo>
                    <a:pt x="619883" y="304104"/>
                  </a:lnTo>
                  <a:lnTo>
                    <a:pt x="620204" y="304034"/>
                  </a:lnTo>
                  <a:lnTo>
                    <a:pt x="620835" y="304759"/>
                  </a:lnTo>
                  <a:lnTo>
                    <a:pt x="621384" y="304859"/>
                  </a:lnTo>
                  <a:lnTo>
                    <a:pt x="621885" y="304967"/>
                  </a:lnTo>
                  <a:lnTo>
                    <a:pt x="622268" y="305173"/>
                  </a:lnTo>
                  <a:lnTo>
                    <a:pt x="622426" y="305453"/>
                  </a:lnTo>
                  <a:lnTo>
                    <a:pt x="622451" y="305580"/>
                  </a:lnTo>
                  <a:lnTo>
                    <a:pt x="622234" y="305891"/>
                  </a:lnTo>
                  <a:lnTo>
                    <a:pt x="622314" y="306202"/>
                  </a:lnTo>
                  <a:lnTo>
                    <a:pt x="622616" y="306483"/>
                  </a:lnTo>
                  <a:lnTo>
                    <a:pt x="622671" y="306688"/>
                  </a:lnTo>
                  <a:lnTo>
                    <a:pt x="622982" y="307236"/>
                  </a:lnTo>
                  <a:lnTo>
                    <a:pt x="623350" y="307497"/>
                  </a:lnTo>
                  <a:lnTo>
                    <a:pt x="623392" y="307643"/>
                  </a:lnTo>
                  <a:lnTo>
                    <a:pt x="623630" y="307907"/>
                  </a:lnTo>
                  <a:lnTo>
                    <a:pt x="624219" y="308009"/>
                  </a:lnTo>
                  <a:lnTo>
                    <a:pt x="624481" y="308055"/>
                  </a:lnTo>
                  <a:lnTo>
                    <a:pt x="624750" y="308101"/>
                  </a:lnTo>
                  <a:lnTo>
                    <a:pt x="625382" y="308540"/>
                  </a:lnTo>
                  <a:lnTo>
                    <a:pt x="625534" y="308873"/>
                  </a:lnTo>
                  <a:lnTo>
                    <a:pt x="625953" y="308740"/>
                  </a:lnTo>
                  <a:lnTo>
                    <a:pt x="626091" y="308981"/>
                  </a:lnTo>
                  <a:lnTo>
                    <a:pt x="626534" y="309891"/>
                  </a:lnTo>
                  <a:lnTo>
                    <a:pt x="626858" y="310197"/>
                  </a:lnTo>
                  <a:lnTo>
                    <a:pt x="627029" y="310334"/>
                  </a:lnTo>
                  <a:lnTo>
                    <a:pt x="627349" y="310599"/>
                  </a:lnTo>
                  <a:lnTo>
                    <a:pt x="627935" y="311231"/>
                  </a:lnTo>
                  <a:lnTo>
                    <a:pt x="628197" y="311103"/>
                  </a:lnTo>
                  <a:lnTo>
                    <a:pt x="628915" y="311956"/>
                  </a:lnTo>
                  <a:lnTo>
                    <a:pt x="628955" y="312201"/>
                  </a:lnTo>
                  <a:lnTo>
                    <a:pt x="629142" y="312555"/>
                  </a:lnTo>
                  <a:lnTo>
                    <a:pt x="629653" y="313333"/>
                  </a:lnTo>
                  <a:lnTo>
                    <a:pt x="629350" y="313246"/>
                  </a:lnTo>
                  <a:lnTo>
                    <a:pt x="629091" y="313082"/>
                  </a:lnTo>
                  <a:lnTo>
                    <a:pt x="628757" y="312949"/>
                  </a:lnTo>
                  <a:lnTo>
                    <a:pt x="628489" y="312907"/>
                  </a:lnTo>
                  <a:lnTo>
                    <a:pt x="627891" y="313612"/>
                  </a:lnTo>
                  <a:lnTo>
                    <a:pt x="627612" y="313768"/>
                  </a:lnTo>
                  <a:lnTo>
                    <a:pt x="627105" y="314132"/>
                  </a:lnTo>
                  <a:lnTo>
                    <a:pt x="626773" y="314434"/>
                  </a:lnTo>
                  <a:lnTo>
                    <a:pt x="626519" y="314418"/>
                  </a:lnTo>
                  <a:lnTo>
                    <a:pt x="626406" y="314649"/>
                  </a:lnTo>
                  <a:lnTo>
                    <a:pt x="626349" y="314826"/>
                  </a:lnTo>
                  <a:lnTo>
                    <a:pt x="626335" y="315024"/>
                  </a:lnTo>
                  <a:lnTo>
                    <a:pt x="626204" y="315132"/>
                  </a:lnTo>
                  <a:lnTo>
                    <a:pt x="625992" y="315178"/>
                  </a:lnTo>
                  <a:lnTo>
                    <a:pt x="625807" y="315162"/>
                  </a:lnTo>
                  <a:lnTo>
                    <a:pt x="625638" y="315107"/>
                  </a:lnTo>
                  <a:lnTo>
                    <a:pt x="625242" y="314972"/>
                  </a:lnTo>
                  <a:lnTo>
                    <a:pt x="624915" y="314793"/>
                  </a:lnTo>
                  <a:lnTo>
                    <a:pt x="624709" y="314948"/>
                  </a:lnTo>
                  <a:lnTo>
                    <a:pt x="624512" y="315430"/>
                  </a:lnTo>
                  <a:lnTo>
                    <a:pt x="624486" y="315580"/>
                  </a:lnTo>
                  <a:lnTo>
                    <a:pt x="624179" y="316031"/>
                  </a:lnTo>
                  <a:lnTo>
                    <a:pt x="624175" y="316254"/>
                  </a:lnTo>
                  <a:lnTo>
                    <a:pt x="624402" y="316662"/>
                  </a:lnTo>
                  <a:lnTo>
                    <a:pt x="624516" y="316873"/>
                  </a:lnTo>
                  <a:lnTo>
                    <a:pt x="624341" y="317220"/>
                  </a:lnTo>
                  <a:lnTo>
                    <a:pt x="624329" y="317419"/>
                  </a:lnTo>
                  <a:lnTo>
                    <a:pt x="624429" y="317932"/>
                  </a:lnTo>
                  <a:lnTo>
                    <a:pt x="624510" y="318147"/>
                  </a:lnTo>
                  <a:lnTo>
                    <a:pt x="624912" y="318497"/>
                  </a:lnTo>
                  <a:lnTo>
                    <a:pt x="625104" y="318624"/>
                  </a:lnTo>
                  <a:lnTo>
                    <a:pt x="625394" y="319250"/>
                  </a:lnTo>
                  <a:lnTo>
                    <a:pt x="625524" y="319531"/>
                  </a:lnTo>
                  <a:lnTo>
                    <a:pt x="625692" y="319672"/>
                  </a:lnTo>
                  <a:lnTo>
                    <a:pt x="626819" y="320328"/>
                  </a:lnTo>
                  <a:lnTo>
                    <a:pt x="627259" y="320515"/>
                  </a:lnTo>
                  <a:lnTo>
                    <a:pt x="627538" y="320728"/>
                  </a:lnTo>
                  <a:lnTo>
                    <a:pt x="627865" y="321121"/>
                  </a:lnTo>
                  <a:lnTo>
                    <a:pt x="628113" y="321327"/>
                  </a:lnTo>
                  <a:lnTo>
                    <a:pt x="628798" y="321446"/>
                  </a:lnTo>
                  <a:lnTo>
                    <a:pt x="628961" y="321414"/>
                  </a:lnTo>
                  <a:lnTo>
                    <a:pt x="629555" y="321438"/>
                  </a:lnTo>
                  <a:lnTo>
                    <a:pt x="629944" y="321674"/>
                  </a:lnTo>
                  <a:lnTo>
                    <a:pt x="629802" y="322023"/>
                  </a:lnTo>
                  <a:lnTo>
                    <a:pt x="629708" y="322205"/>
                  </a:lnTo>
                  <a:lnTo>
                    <a:pt x="629546" y="322372"/>
                  </a:lnTo>
                  <a:lnTo>
                    <a:pt x="630144" y="322778"/>
                  </a:lnTo>
                  <a:lnTo>
                    <a:pt x="630365" y="322798"/>
                  </a:lnTo>
                  <a:lnTo>
                    <a:pt x="630585" y="322970"/>
                  </a:lnTo>
                  <a:lnTo>
                    <a:pt x="630862" y="323254"/>
                  </a:lnTo>
                  <a:lnTo>
                    <a:pt x="631156" y="323244"/>
                  </a:lnTo>
                  <a:lnTo>
                    <a:pt x="631423" y="323239"/>
                  </a:lnTo>
                  <a:lnTo>
                    <a:pt x="631742" y="323514"/>
                  </a:lnTo>
                  <a:lnTo>
                    <a:pt x="631883" y="323678"/>
                  </a:lnTo>
                  <a:lnTo>
                    <a:pt x="631770" y="324006"/>
                  </a:lnTo>
                  <a:lnTo>
                    <a:pt x="631193" y="324084"/>
                  </a:lnTo>
                  <a:lnTo>
                    <a:pt x="630952" y="324039"/>
                  </a:lnTo>
                  <a:lnTo>
                    <a:pt x="630603" y="323997"/>
                  </a:lnTo>
                  <a:lnTo>
                    <a:pt x="630729" y="324524"/>
                  </a:lnTo>
                  <a:lnTo>
                    <a:pt x="630866" y="324972"/>
                  </a:lnTo>
                  <a:lnTo>
                    <a:pt x="630858" y="325372"/>
                  </a:lnTo>
                  <a:lnTo>
                    <a:pt x="630935" y="325598"/>
                  </a:lnTo>
                  <a:lnTo>
                    <a:pt x="631591" y="326433"/>
                  </a:lnTo>
                  <a:lnTo>
                    <a:pt x="631761" y="326442"/>
                  </a:lnTo>
                  <a:lnTo>
                    <a:pt x="632051" y="326507"/>
                  </a:lnTo>
                  <a:lnTo>
                    <a:pt x="632245" y="326564"/>
                  </a:lnTo>
                  <a:lnTo>
                    <a:pt x="632497" y="326813"/>
                  </a:lnTo>
                  <a:lnTo>
                    <a:pt x="632902" y="327301"/>
                  </a:lnTo>
                  <a:lnTo>
                    <a:pt x="633067" y="327514"/>
                  </a:lnTo>
                  <a:lnTo>
                    <a:pt x="633261" y="327788"/>
                  </a:lnTo>
                  <a:lnTo>
                    <a:pt x="633119" y="328505"/>
                  </a:lnTo>
                  <a:lnTo>
                    <a:pt x="632816" y="328806"/>
                  </a:lnTo>
                  <a:lnTo>
                    <a:pt x="632515" y="328878"/>
                  </a:lnTo>
                  <a:lnTo>
                    <a:pt x="632285" y="329046"/>
                  </a:lnTo>
                  <a:lnTo>
                    <a:pt x="632170" y="329175"/>
                  </a:lnTo>
                  <a:lnTo>
                    <a:pt x="631990" y="329569"/>
                  </a:lnTo>
                  <a:lnTo>
                    <a:pt x="632324" y="329973"/>
                  </a:lnTo>
                  <a:lnTo>
                    <a:pt x="632640" y="330234"/>
                  </a:lnTo>
                  <a:lnTo>
                    <a:pt x="632790" y="330313"/>
                  </a:lnTo>
                  <a:lnTo>
                    <a:pt x="633024" y="330634"/>
                  </a:lnTo>
                  <a:lnTo>
                    <a:pt x="633066" y="330961"/>
                  </a:lnTo>
                  <a:lnTo>
                    <a:pt x="633036" y="331122"/>
                  </a:lnTo>
                  <a:lnTo>
                    <a:pt x="633310" y="331651"/>
                  </a:lnTo>
                  <a:lnTo>
                    <a:pt x="633536" y="331745"/>
                  </a:lnTo>
                  <a:lnTo>
                    <a:pt x="634001" y="332098"/>
                  </a:lnTo>
                  <a:lnTo>
                    <a:pt x="633986" y="332326"/>
                  </a:lnTo>
                  <a:lnTo>
                    <a:pt x="634021" y="332642"/>
                  </a:lnTo>
                  <a:lnTo>
                    <a:pt x="634593" y="332685"/>
                  </a:lnTo>
                  <a:lnTo>
                    <a:pt x="634796" y="332816"/>
                  </a:lnTo>
                  <a:lnTo>
                    <a:pt x="634428" y="333514"/>
                  </a:lnTo>
                  <a:lnTo>
                    <a:pt x="634563" y="333905"/>
                  </a:lnTo>
                  <a:lnTo>
                    <a:pt x="634708" y="334192"/>
                  </a:lnTo>
                  <a:lnTo>
                    <a:pt x="634847" y="334445"/>
                  </a:lnTo>
                  <a:lnTo>
                    <a:pt x="635151" y="334691"/>
                  </a:lnTo>
                  <a:lnTo>
                    <a:pt x="634974" y="334874"/>
                  </a:lnTo>
                  <a:lnTo>
                    <a:pt x="634972" y="335191"/>
                  </a:lnTo>
                  <a:lnTo>
                    <a:pt x="634997" y="335380"/>
                  </a:lnTo>
                  <a:lnTo>
                    <a:pt x="635207" y="335726"/>
                  </a:lnTo>
                  <a:lnTo>
                    <a:pt x="635527" y="336392"/>
                  </a:lnTo>
                  <a:lnTo>
                    <a:pt x="635901" y="336555"/>
                  </a:lnTo>
                  <a:lnTo>
                    <a:pt x="636476" y="336783"/>
                  </a:lnTo>
                  <a:lnTo>
                    <a:pt x="637140" y="336524"/>
                  </a:lnTo>
                  <a:lnTo>
                    <a:pt x="637359" y="336591"/>
                  </a:lnTo>
                  <a:lnTo>
                    <a:pt x="637488" y="336631"/>
                  </a:lnTo>
                  <a:lnTo>
                    <a:pt x="637692" y="336746"/>
                  </a:lnTo>
                  <a:lnTo>
                    <a:pt x="638158" y="336718"/>
                  </a:lnTo>
                  <a:lnTo>
                    <a:pt x="638336" y="336953"/>
                  </a:lnTo>
                  <a:lnTo>
                    <a:pt x="638460" y="337223"/>
                  </a:lnTo>
                  <a:lnTo>
                    <a:pt x="638909" y="337487"/>
                  </a:lnTo>
                  <a:lnTo>
                    <a:pt x="639063" y="337637"/>
                  </a:lnTo>
                  <a:lnTo>
                    <a:pt x="639532" y="338597"/>
                  </a:lnTo>
                  <a:lnTo>
                    <a:pt x="639764" y="338666"/>
                  </a:lnTo>
                  <a:lnTo>
                    <a:pt x="639976" y="338775"/>
                  </a:lnTo>
                  <a:lnTo>
                    <a:pt x="640158" y="338903"/>
                  </a:lnTo>
                  <a:lnTo>
                    <a:pt x="640573" y="339079"/>
                  </a:lnTo>
                  <a:lnTo>
                    <a:pt x="640858" y="339105"/>
                  </a:lnTo>
                  <a:lnTo>
                    <a:pt x="641117" y="339220"/>
                  </a:lnTo>
                  <a:lnTo>
                    <a:pt x="641287" y="339345"/>
                  </a:lnTo>
                  <a:lnTo>
                    <a:pt x="641747" y="339399"/>
                  </a:lnTo>
                  <a:lnTo>
                    <a:pt x="641884" y="339753"/>
                  </a:lnTo>
                  <a:lnTo>
                    <a:pt x="642371" y="339962"/>
                  </a:lnTo>
                  <a:lnTo>
                    <a:pt x="642483" y="340093"/>
                  </a:lnTo>
                  <a:lnTo>
                    <a:pt x="642689" y="340396"/>
                  </a:lnTo>
                  <a:lnTo>
                    <a:pt x="643074" y="340479"/>
                  </a:lnTo>
                  <a:lnTo>
                    <a:pt x="643279" y="340478"/>
                  </a:lnTo>
                  <a:lnTo>
                    <a:pt x="643776" y="340739"/>
                  </a:lnTo>
                  <a:lnTo>
                    <a:pt x="644034" y="340735"/>
                  </a:lnTo>
                  <a:lnTo>
                    <a:pt x="644236" y="340867"/>
                  </a:lnTo>
                  <a:lnTo>
                    <a:pt x="644298" y="341227"/>
                  </a:lnTo>
                  <a:lnTo>
                    <a:pt x="644178" y="341639"/>
                  </a:lnTo>
                  <a:lnTo>
                    <a:pt x="644145" y="342120"/>
                  </a:lnTo>
                  <a:lnTo>
                    <a:pt x="644722" y="342187"/>
                  </a:lnTo>
                  <a:lnTo>
                    <a:pt x="644915" y="342286"/>
                  </a:lnTo>
                  <a:lnTo>
                    <a:pt x="645291" y="342407"/>
                  </a:lnTo>
                  <a:lnTo>
                    <a:pt x="645423" y="342623"/>
                  </a:lnTo>
                  <a:lnTo>
                    <a:pt x="645836" y="342761"/>
                  </a:lnTo>
                  <a:lnTo>
                    <a:pt x="646097" y="342807"/>
                  </a:lnTo>
                  <a:lnTo>
                    <a:pt x="646229" y="343021"/>
                  </a:lnTo>
                  <a:lnTo>
                    <a:pt x="646333" y="343536"/>
                  </a:lnTo>
                  <a:lnTo>
                    <a:pt x="645986" y="343777"/>
                  </a:lnTo>
                  <a:lnTo>
                    <a:pt x="645184" y="343913"/>
                  </a:lnTo>
                  <a:lnTo>
                    <a:pt x="644861" y="343861"/>
                  </a:lnTo>
                  <a:lnTo>
                    <a:pt x="644598" y="343653"/>
                  </a:lnTo>
                  <a:lnTo>
                    <a:pt x="644025" y="343595"/>
                  </a:lnTo>
                  <a:lnTo>
                    <a:pt x="643878" y="343591"/>
                  </a:lnTo>
                  <a:lnTo>
                    <a:pt x="643543" y="343712"/>
                  </a:lnTo>
                  <a:lnTo>
                    <a:pt x="643411" y="343775"/>
                  </a:lnTo>
                  <a:lnTo>
                    <a:pt x="643115" y="344064"/>
                  </a:lnTo>
                  <a:lnTo>
                    <a:pt x="642774" y="344135"/>
                  </a:lnTo>
                  <a:lnTo>
                    <a:pt x="642423" y="344157"/>
                  </a:lnTo>
                  <a:lnTo>
                    <a:pt x="642267" y="344522"/>
                  </a:lnTo>
                  <a:lnTo>
                    <a:pt x="642249" y="344858"/>
                  </a:lnTo>
                  <a:lnTo>
                    <a:pt x="641994" y="345149"/>
                  </a:lnTo>
                  <a:lnTo>
                    <a:pt x="641706" y="345490"/>
                  </a:lnTo>
                  <a:lnTo>
                    <a:pt x="641590" y="345792"/>
                  </a:lnTo>
                  <a:lnTo>
                    <a:pt x="641560" y="346026"/>
                  </a:lnTo>
                  <a:lnTo>
                    <a:pt x="641379" y="346448"/>
                  </a:lnTo>
                  <a:lnTo>
                    <a:pt x="641121" y="346471"/>
                  </a:lnTo>
                  <a:lnTo>
                    <a:pt x="640610" y="346646"/>
                  </a:lnTo>
                  <a:lnTo>
                    <a:pt x="640894" y="347063"/>
                  </a:lnTo>
                  <a:lnTo>
                    <a:pt x="640815" y="347223"/>
                  </a:lnTo>
                  <a:lnTo>
                    <a:pt x="640489" y="347510"/>
                  </a:lnTo>
                  <a:lnTo>
                    <a:pt x="640524" y="347790"/>
                  </a:lnTo>
                  <a:lnTo>
                    <a:pt x="640489" y="348033"/>
                  </a:lnTo>
                  <a:lnTo>
                    <a:pt x="640336" y="348721"/>
                  </a:lnTo>
                  <a:lnTo>
                    <a:pt x="640278" y="348881"/>
                  </a:lnTo>
                  <a:lnTo>
                    <a:pt x="639746" y="349102"/>
                  </a:lnTo>
                  <a:lnTo>
                    <a:pt x="638932" y="349773"/>
                  </a:lnTo>
                  <a:lnTo>
                    <a:pt x="638604" y="349842"/>
                  </a:lnTo>
                  <a:lnTo>
                    <a:pt x="638437" y="349790"/>
                  </a:lnTo>
                  <a:lnTo>
                    <a:pt x="638081" y="349624"/>
                  </a:lnTo>
                  <a:lnTo>
                    <a:pt x="637671" y="349606"/>
                  </a:lnTo>
                  <a:lnTo>
                    <a:pt x="637516" y="349888"/>
                  </a:lnTo>
                  <a:lnTo>
                    <a:pt x="637444" y="350108"/>
                  </a:lnTo>
                  <a:lnTo>
                    <a:pt x="637654" y="350398"/>
                  </a:lnTo>
                  <a:lnTo>
                    <a:pt x="638011" y="350476"/>
                  </a:lnTo>
                  <a:lnTo>
                    <a:pt x="638065" y="350753"/>
                  </a:lnTo>
                  <a:lnTo>
                    <a:pt x="638135" y="351012"/>
                  </a:lnTo>
                  <a:lnTo>
                    <a:pt x="638454" y="350999"/>
                  </a:lnTo>
                  <a:lnTo>
                    <a:pt x="638507" y="350805"/>
                  </a:lnTo>
                  <a:lnTo>
                    <a:pt x="638763" y="350764"/>
                  </a:lnTo>
                  <a:lnTo>
                    <a:pt x="639145" y="351024"/>
                  </a:lnTo>
                  <a:lnTo>
                    <a:pt x="639599" y="351516"/>
                  </a:lnTo>
                  <a:lnTo>
                    <a:pt x="639846" y="351976"/>
                  </a:lnTo>
                  <a:lnTo>
                    <a:pt x="640579" y="352038"/>
                  </a:lnTo>
                  <a:lnTo>
                    <a:pt x="641584" y="352211"/>
                  </a:lnTo>
                  <a:lnTo>
                    <a:pt x="641803" y="352727"/>
                  </a:lnTo>
                  <a:lnTo>
                    <a:pt x="641594" y="352782"/>
                  </a:lnTo>
                  <a:lnTo>
                    <a:pt x="641108" y="352838"/>
                  </a:lnTo>
                  <a:lnTo>
                    <a:pt x="640761" y="353382"/>
                  </a:lnTo>
                  <a:lnTo>
                    <a:pt x="640855" y="353690"/>
                  </a:lnTo>
                  <a:lnTo>
                    <a:pt x="641134" y="354021"/>
                  </a:lnTo>
                  <a:lnTo>
                    <a:pt x="641319" y="354143"/>
                  </a:lnTo>
                  <a:lnTo>
                    <a:pt x="641781" y="354856"/>
                  </a:lnTo>
                  <a:lnTo>
                    <a:pt x="641443" y="355388"/>
                  </a:lnTo>
                  <a:lnTo>
                    <a:pt x="641129" y="355790"/>
                  </a:lnTo>
                  <a:lnTo>
                    <a:pt x="640723" y="356424"/>
                  </a:lnTo>
                  <a:lnTo>
                    <a:pt x="640704" y="356713"/>
                  </a:lnTo>
                  <a:lnTo>
                    <a:pt x="640737" y="356849"/>
                  </a:lnTo>
                  <a:lnTo>
                    <a:pt x="640718" y="357087"/>
                  </a:lnTo>
                  <a:lnTo>
                    <a:pt x="640434" y="357543"/>
                  </a:lnTo>
                  <a:lnTo>
                    <a:pt x="640383" y="358559"/>
                  </a:lnTo>
                  <a:lnTo>
                    <a:pt x="640676" y="358807"/>
                  </a:lnTo>
                  <a:lnTo>
                    <a:pt x="640634" y="359120"/>
                  </a:lnTo>
                  <a:lnTo>
                    <a:pt x="640609" y="359737"/>
                  </a:lnTo>
                  <a:lnTo>
                    <a:pt x="640691" y="360167"/>
                  </a:lnTo>
                  <a:lnTo>
                    <a:pt x="640564" y="360457"/>
                  </a:lnTo>
                  <a:lnTo>
                    <a:pt x="640541" y="360784"/>
                  </a:lnTo>
                  <a:lnTo>
                    <a:pt x="640666" y="361312"/>
                  </a:lnTo>
                  <a:lnTo>
                    <a:pt x="640877" y="361676"/>
                  </a:lnTo>
                  <a:lnTo>
                    <a:pt x="640914" y="361834"/>
                  </a:lnTo>
                  <a:lnTo>
                    <a:pt x="640954" y="362004"/>
                  </a:lnTo>
                  <a:lnTo>
                    <a:pt x="640902" y="362163"/>
                  </a:lnTo>
                  <a:lnTo>
                    <a:pt x="640591" y="362510"/>
                  </a:lnTo>
                  <a:lnTo>
                    <a:pt x="640548" y="362852"/>
                  </a:lnTo>
                  <a:lnTo>
                    <a:pt x="640599" y="363071"/>
                  </a:lnTo>
                  <a:lnTo>
                    <a:pt x="640534" y="363541"/>
                  </a:lnTo>
                  <a:lnTo>
                    <a:pt x="640095" y="363572"/>
                  </a:lnTo>
                  <a:lnTo>
                    <a:pt x="639347" y="363475"/>
                  </a:lnTo>
                  <a:lnTo>
                    <a:pt x="639281" y="363323"/>
                  </a:lnTo>
                  <a:lnTo>
                    <a:pt x="639133" y="363070"/>
                  </a:lnTo>
                  <a:lnTo>
                    <a:pt x="638887" y="362815"/>
                  </a:lnTo>
                  <a:lnTo>
                    <a:pt x="638750" y="362815"/>
                  </a:lnTo>
                  <a:lnTo>
                    <a:pt x="638444" y="362882"/>
                  </a:lnTo>
                  <a:lnTo>
                    <a:pt x="638074" y="362844"/>
                  </a:lnTo>
                  <a:lnTo>
                    <a:pt x="637711" y="362650"/>
                  </a:lnTo>
                  <a:lnTo>
                    <a:pt x="637579" y="362637"/>
                  </a:lnTo>
                  <a:lnTo>
                    <a:pt x="637436" y="362650"/>
                  </a:lnTo>
                  <a:lnTo>
                    <a:pt x="637273" y="362749"/>
                  </a:lnTo>
                  <a:lnTo>
                    <a:pt x="636765" y="362871"/>
                  </a:lnTo>
                  <a:lnTo>
                    <a:pt x="636448" y="362873"/>
                  </a:lnTo>
                  <a:lnTo>
                    <a:pt x="636278" y="362788"/>
                  </a:lnTo>
                  <a:lnTo>
                    <a:pt x="635921" y="362396"/>
                  </a:lnTo>
                  <a:lnTo>
                    <a:pt x="635467" y="362276"/>
                  </a:lnTo>
                  <a:lnTo>
                    <a:pt x="635050" y="362262"/>
                  </a:lnTo>
                  <a:lnTo>
                    <a:pt x="634743" y="362442"/>
                  </a:lnTo>
                  <a:lnTo>
                    <a:pt x="634560" y="362600"/>
                  </a:lnTo>
                  <a:lnTo>
                    <a:pt x="634335" y="362580"/>
                  </a:lnTo>
                  <a:lnTo>
                    <a:pt x="634200" y="362457"/>
                  </a:lnTo>
                  <a:lnTo>
                    <a:pt x="634059" y="362380"/>
                  </a:lnTo>
                  <a:lnTo>
                    <a:pt x="633834" y="362331"/>
                  </a:lnTo>
                  <a:lnTo>
                    <a:pt x="633667" y="362296"/>
                  </a:lnTo>
                  <a:lnTo>
                    <a:pt x="633414" y="362218"/>
                  </a:lnTo>
                  <a:lnTo>
                    <a:pt x="632954" y="361988"/>
                  </a:lnTo>
                  <a:lnTo>
                    <a:pt x="632808" y="361997"/>
                  </a:lnTo>
                  <a:lnTo>
                    <a:pt x="632665" y="362054"/>
                  </a:lnTo>
                  <a:lnTo>
                    <a:pt x="632429" y="362203"/>
                  </a:lnTo>
                  <a:lnTo>
                    <a:pt x="632320" y="362420"/>
                  </a:lnTo>
                  <a:lnTo>
                    <a:pt x="632201" y="362595"/>
                  </a:lnTo>
                  <a:lnTo>
                    <a:pt x="631907" y="362921"/>
                  </a:lnTo>
                  <a:lnTo>
                    <a:pt x="631612" y="363140"/>
                  </a:lnTo>
                  <a:lnTo>
                    <a:pt x="631449" y="363192"/>
                  </a:lnTo>
                  <a:lnTo>
                    <a:pt x="631399" y="363322"/>
                  </a:lnTo>
                  <a:lnTo>
                    <a:pt x="630824" y="363963"/>
                  </a:lnTo>
                  <a:lnTo>
                    <a:pt x="630319" y="364194"/>
                  </a:lnTo>
                  <a:lnTo>
                    <a:pt x="629987" y="364382"/>
                  </a:lnTo>
                  <a:lnTo>
                    <a:pt x="629596" y="364446"/>
                  </a:lnTo>
                  <a:lnTo>
                    <a:pt x="629467" y="364777"/>
                  </a:lnTo>
                  <a:lnTo>
                    <a:pt x="629379" y="365084"/>
                  </a:lnTo>
                  <a:lnTo>
                    <a:pt x="629272" y="365223"/>
                  </a:lnTo>
                  <a:lnTo>
                    <a:pt x="629015" y="365440"/>
                  </a:lnTo>
                  <a:lnTo>
                    <a:pt x="628655" y="365499"/>
                  </a:lnTo>
                  <a:lnTo>
                    <a:pt x="628590" y="365692"/>
                  </a:lnTo>
                  <a:lnTo>
                    <a:pt x="628555" y="365884"/>
                  </a:lnTo>
                  <a:lnTo>
                    <a:pt x="628637" y="366202"/>
                  </a:lnTo>
                  <a:lnTo>
                    <a:pt x="628215" y="366691"/>
                  </a:lnTo>
                  <a:lnTo>
                    <a:pt x="628139" y="366995"/>
                  </a:lnTo>
                  <a:lnTo>
                    <a:pt x="628210" y="367238"/>
                  </a:lnTo>
                  <a:lnTo>
                    <a:pt x="628255" y="367392"/>
                  </a:lnTo>
                  <a:lnTo>
                    <a:pt x="628470" y="367859"/>
                  </a:lnTo>
                  <a:lnTo>
                    <a:pt x="628643" y="368059"/>
                  </a:lnTo>
                  <a:lnTo>
                    <a:pt x="628663" y="368250"/>
                  </a:lnTo>
                  <a:lnTo>
                    <a:pt x="628712" y="368853"/>
                  </a:lnTo>
                  <a:lnTo>
                    <a:pt x="628733" y="369074"/>
                  </a:lnTo>
                  <a:lnTo>
                    <a:pt x="628759" y="369342"/>
                  </a:lnTo>
                  <a:lnTo>
                    <a:pt x="628796" y="369731"/>
                  </a:lnTo>
                  <a:lnTo>
                    <a:pt x="628874" y="369914"/>
                  </a:lnTo>
                  <a:lnTo>
                    <a:pt x="629237" y="370381"/>
                  </a:lnTo>
                  <a:lnTo>
                    <a:pt x="629592" y="370764"/>
                  </a:lnTo>
                  <a:lnTo>
                    <a:pt x="629735" y="370886"/>
                  </a:lnTo>
                  <a:lnTo>
                    <a:pt x="629903" y="370943"/>
                  </a:lnTo>
                  <a:lnTo>
                    <a:pt x="630169" y="371177"/>
                  </a:lnTo>
                  <a:lnTo>
                    <a:pt x="630274" y="371547"/>
                  </a:lnTo>
                  <a:lnTo>
                    <a:pt x="630410" y="372179"/>
                  </a:lnTo>
                  <a:lnTo>
                    <a:pt x="630660" y="372600"/>
                  </a:lnTo>
                  <a:lnTo>
                    <a:pt x="631160" y="373047"/>
                  </a:lnTo>
                  <a:lnTo>
                    <a:pt x="631341" y="373099"/>
                  </a:lnTo>
                  <a:lnTo>
                    <a:pt x="631807" y="373193"/>
                  </a:lnTo>
                  <a:lnTo>
                    <a:pt x="631985" y="373327"/>
                  </a:lnTo>
                  <a:lnTo>
                    <a:pt x="632059" y="373522"/>
                  </a:lnTo>
                  <a:lnTo>
                    <a:pt x="632064" y="373769"/>
                  </a:lnTo>
                  <a:lnTo>
                    <a:pt x="631942" y="374228"/>
                  </a:lnTo>
                  <a:lnTo>
                    <a:pt x="631777" y="374848"/>
                  </a:lnTo>
                  <a:lnTo>
                    <a:pt x="632159" y="376216"/>
                  </a:lnTo>
                  <a:lnTo>
                    <a:pt x="632389" y="376579"/>
                  </a:lnTo>
                  <a:lnTo>
                    <a:pt x="632900" y="376942"/>
                  </a:lnTo>
                  <a:lnTo>
                    <a:pt x="633461" y="377372"/>
                  </a:lnTo>
                  <a:lnTo>
                    <a:pt x="633773" y="377664"/>
                  </a:lnTo>
                  <a:lnTo>
                    <a:pt x="633899" y="378066"/>
                  </a:lnTo>
                  <a:lnTo>
                    <a:pt x="633710" y="378397"/>
                  </a:lnTo>
                  <a:lnTo>
                    <a:pt x="633248" y="378200"/>
                  </a:lnTo>
                  <a:lnTo>
                    <a:pt x="633053" y="378388"/>
                  </a:lnTo>
                  <a:lnTo>
                    <a:pt x="632789" y="378697"/>
                  </a:lnTo>
                  <a:lnTo>
                    <a:pt x="632642" y="378805"/>
                  </a:lnTo>
                  <a:lnTo>
                    <a:pt x="632413" y="378669"/>
                  </a:lnTo>
                  <a:lnTo>
                    <a:pt x="632204" y="378722"/>
                  </a:lnTo>
                  <a:lnTo>
                    <a:pt x="631969" y="378794"/>
                  </a:lnTo>
                  <a:lnTo>
                    <a:pt x="631706" y="378892"/>
                  </a:lnTo>
                  <a:lnTo>
                    <a:pt x="631224" y="378954"/>
                  </a:lnTo>
                  <a:lnTo>
                    <a:pt x="630818" y="379072"/>
                  </a:lnTo>
                  <a:lnTo>
                    <a:pt x="630652" y="379377"/>
                  </a:lnTo>
                  <a:lnTo>
                    <a:pt x="630334" y="379591"/>
                  </a:lnTo>
                  <a:lnTo>
                    <a:pt x="630127" y="379710"/>
                  </a:lnTo>
                  <a:lnTo>
                    <a:pt x="630117" y="379859"/>
                  </a:lnTo>
                  <a:lnTo>
                    <a:pt x="630195" y="380186"/>
                  </a:lnTo>
                  <a:lnTo>
                    <a:pt x="631085" y="379926"/>
                  </a:lnTo>
                  <a:lnTo>
                    <a:pt x="631348" y="379823"/>
                  </a:lnTo>
                  <a:lnTo>
                    <a:pt x="631701" y="379728"/>
                  </a:lnTo>
                  <a:lnTo>
                    <a:pt x="632345" y="379554"/>
                  </a:lnTo>
                  <a:lnTo>
                    <a:pt x="632518" y="379530"/>
                  </a:lnTo>
                  <a:lnTo>
                    <a:pt x="632682" y="379682"/>
                  </a:lnTo>
                  <a:lnTo>
                    <a:pt x="632711" y="380020"/>
                  </a:lnTo>
                  <a:lnTo>
                    <a:pt x="632517" y="380231"/>
                  </a:lnTo>
                  <a:lnTo>
                    <a:pt x="632321" y="380378"/>
                  </a:lnTo>
                  <a:lnTo>
                    <a:pt x="632131" y="380465"/>
                  </a:lnTo>
                  <a:lnTo>
                    <a:pt x="631914" y="380617"/>
                  </a:lnTo>
                  <a:lnTo>
                    <a:pt x="631518" y="380984"/>
                  </a:lnTo>
                  <a:lnTo>
                    <a:pt x="631312" y="381441"/>
                  </a:lnTo>
                  <a:lnTo>
                    <a:pt x="630816" y="381729"/>
                  </a:lnTo>
                  <a:lnTo>
                    <a:pt x="630387" y="381360"/>
                  </a:lnTo>
                  <a:lnTo>
                    <a:pt x="629902" y="380950"/>
                  </a:lnTo>
                  <a:lnTo>
                    <a:pt x="629665" y="380753"/>
                  </a:lnTo>
                  <a:lnTo>
                    <a:pt x="629237" y="380351"/>
                  </a:lnTo>
                  <a:lnTo>
                    <a:pt x="628903" y="380074"/>
                  </a:lnTo>
                  <a:lnTo>
                    <a:pt x="628452" y="379780"/>
                  </a:lnTo>
                  <a:lnTo>
                    <a:pt x="628073" y="379720"/>
                  </a:lnTo>
                  <a:lnTo>
                    <a:pt x="627911" y="379899"/>
                  </a:lnTo>
                  <a:lnTo>
                    <a:pt x="627636" y="379768"/>
                  </a:lnTo>
                  <a:lnTo>
                    <a:pt x="627269" y="379718"/>
                  </a:lnTo>
                  <a:lnTo>
                    <a:pt x="627144" y="379843"/>
                  </a:lnTo>
                  <a:lnTo>
                    <a:pt x="626552" y="379640"/>
                  </a:lnTo>
                  <a:lnTo>
                    <a:pt x="626279" y="379617"/>
                  </a:lnTo>
                  <a:lnTo>
                    <a:pt x="625693" y="379568"/>
                  </a:lnTo>
                  <a:lnTo>
                    <a:pt x="625570" y="379232"/>
                  </a:lnTo>
                  <a:lnTo>
                    <a:pt x="625334" y="379240"/>
                  </a:lnTo>
                  <a:lnTo>
                    <a:pt x="625095" y="379289"/>
                  </a:lnTo>
                  <a:lnTo>
                    <a:pt x="624741" y="379404"/>
                  </a:lnTo>
                  <a:lnTo>
                    <a:pt x="623954" y="379309"/>
                  </a:lnTo>
                  <a:lnTo>
                    <a:pt x="623441" y="379188"/>
                  </a:lnTo>
                  <a:lnTo>
                    <a:pt x="623107" y="378989"/>
                  </a:lnTo>
                  <a:lnTo>
                    <a:pt x="622649" y="378714"/>
                  </a:lnTo>
                  <a:lnTo>
                    <a:pt x="621744" y="378222"/>
                  </a:lnTo>
                  <a:lnTo>
                    <a:pt x="621548" y="378008"/>
                  </a:lnTo>
                  <a:lnTo>
                    <a:pt x="621482" y="377850"/>
                  </a:lnTo>
                  <a:lnTo>
                    <a:pt x="621432" y="377568"/>
                  </a:lnTo>
                  <a:lnTo>
                    <a:pt x="620763" y="377085"/>
                  </a:lnTo>
                  <a:lnTo>
                    <a:pt x="620562" y="377164"/>
                  </a:lnTo>
                  <a:lnTo>
                    <a:pt x="620288" y="377212"/>
                  </a:lnTo>
                  <a:lnTo>
                    <a:pt x="619804" y="376669"/>
                  </a:lnTo>
                  <a:lnTo>
                    <a:pt x="619562" y="376698"/>
                  </a:lnTo>
                  <a:lnTo>
                    <a:pt x="619707" y="377007"/>
                  </a:lnTo>
                  <a:lnTo>
                    <a:pt x="619894" y="377113"/>
                  </a:lnTo>
                  <a:lnTo>
                    <a:pt x="619974" y="377260"/>
                  </a:lnTo>
                  <a:lnTo>
                    <a:pt x="619858" y="377783"/>
                  </a:lnTo>
                  <a:lnTo>
                    <a:pt x="619595" y="377618"/>
                  </a:lnTo>
                  <a:lnTo>
                    <a:pt x="619259" y="377574"/>
                  </a:lnTo>
                  <a:lnTo>
                    <a:pt x="619262" y="377823"/>
                  </a:lnTo>
                  <a:lnTo>
                    <a:pt x="619267" y="378279"/>
                  </a:lnTo>
                  <a:lnTo>
                    <a:pt x="619269" y="378464"/>
                  </a:lnTo>
                  <a:lnTo>
                    <a:pt x="619250" y="378738"/>
                  </a:lnTo>
                  <a:lnTo>
                    <a:pt x="618983" y="379292"/>
                  </a:lnTo>
                  <a:lnTo>
                    <a:pt x="618870" y="379629"/>
                  </a:lnTo>
                  <a:lnTo>
                    <a:pt x="618786" y="380056"/>
                  </a:lnTo>
                  <a:lnTo>
                    <a:pt x="618779" y="380195"/>
                  </a:lnTo>
                  <a:lnTo>
                    <a:pt x="618627" y="380620"/>
                  </a:lnTo>
                  <a:lnTo>
                    <a:pt x="618459" y="380781"/>
                  </a:lnTo>
                  <a:lnTo>
                    <a:pt x="618076" y="380917"/>
                  </a:lnTo>
                  <a:lnTo>
                    <a:pt x="617724" y="380994"/>
                  </a:lnTo>
                  <a:lnTo>
                    <a:pt x="617724" y="381353"/>
                  </a:lnTo>
                  <a:lnTo>
                    <a:pt x="617749" y="381584"/>
                  </a:lnTo>
                  <a:lnTo>
                    <a:pt x="617682" y="381960"/>
                  </a:lnTo>
                  <a:lnTo>
                    <a:pt x="617536" y="382561"/>
                  </a:lnTo>
                  <a:lnTo>
                    <a:pt x="617179" y="382708"/>
                  </a:lnTo>
                  <a:lnTo>
                    <a:pt x="616890" y="382712"/>
                  </a:lnTo>
                  <a:lnTo>
                    <a:pt x="616572" y="383263"/>
                  </a:lnTo>
                  <a:lnTo>
                    <a:pt x="616552" y="383959"/>
                  </a:lnTo>
                  <a:lnTo>
                    <a:pt x="616698" y="384129"/>
                  </a:lnTo>
                  <a:lnTo>
                    <a:pt x="617001" y="384166"/>
                  </a:lnTo>
                  <a:lnTo>
                    <a:pt x="617012" y="384419"/>
                  </a:lnTo>
                  <a:lnTo>
                    <a:pt x="616880" y="384817"/>
                  </a:lnTo>
                  <a:lnTo>
                    <a:pt x="616040" y="385427"/>
                  </a:lnTo>
                  <a:lnTo>
                    <a:pt x="615671" y="385855"/>
                  </a:lnTo>
                  <a:lnTo>
                    <a:pt x="615454" y="385951"/>
                  </a:lnTo>
                  <a:lnTo>
                    <a:pt x="614972" y="386035"/>
                  </a:lnTo>
                  <a:lnTo>
                    <a:pt x="614992" y="386361"/>
                  </a:lnTo>
                  <a:lnTo>
                    <a:pt x="614462" y="386125"/>
                  </a:lnTo>
                  <a:lnTo>
                    <a:pt x="614141" y="385948"/>
                  </a:lnTo>
                  <a:lnTo>
                    <a:pt x="612887" y="385678"/>
                  </a:lnTo>
                  <a:lnTo>
                    <a:pt x="612602" y="385505"/>
                  </a:lnTo>
                  <a:lnTo>
                    <a:pt x="611967" y="385236"/>
                  </a:lnTo>
                  <a:lnTo>
                    <a:pt x="611498" y="385236"/>
                  </a:lnTo>
                  <a:lnTo>
                    <a:pt x="610989" y="385227"/>
                  </a:lnTo>
                  <a:lnTo>
                    <a:pt x="610540" y="384972"/>
                  </a:lnTo>
                  <a:lnTo>
                    <a:pt x="610236" y="385133"/>
                  </a:lnTo>
                  <a:lnTo>
                    <a:pt x="609906" y="385433"/>
                  </a:lnTo>
                  <a:lnTo>
                    <a:pt x="609593" y="385530"/>
                  </a:lnTo>
                  <a:lnTo>
                    <a:pt x="609569" y="385671"/>
                  </a:lnTo>
                  <a:lnTo>
                    <a:pt x="609616" y="386033"/>
                  </a:lnTo>
                  <a:lnTo>
                    <a:pt x="609474" y="386405"/>
                  </a:lnTo>
                  <a:lnTo>
                    <a:pt x="609324" y="386714"/>
                  </a:lnTo>
                  <a:lnTo>
                    <a:pt x="609127" y="387119"/>
                  </a:lnTo>
                  <a:lnTo>
                    <a:pt x="609073" y="387652"/>
                  </a:lnTo>
                  <a:lnTo>
                    <a:pt x="609223" y="387986"/>
                  </a:lnTo>
                  <a:lnTo>
                    <a:pt x="609310" y="388686"/>
                  </a:lnTo>
                  <a:lnTo>
                    <a:pt x="609563" y="388745"/>
                  </a:lnTo>
                  <a:lnTo>
                    <a:pt x="609822" y="388747"/>
                  </a:lnTo>
                  <a:lnTo>
                    <a:pt x="610212" y="388949"/>
                  </a:lnTo>
                  <a:lnTo>
                    <a:pt x="610235" y="389112"/>
                  </a:lnTo>
                  <a:lnTo>
                    <a:pt x="610227" y="389261"/>
                  </a:lnTo>
                  <a:lnTo>
                    <a:pt x="610218" y="389405"/>
                  </a:lnTo>
                  <a:lnTo>
                    <a:pt x="610281" y="389572"/>
                  </a:lnTo>
                  <a:lnTo>
                    <a:pt x="610561" y="389737"/>
                  </a:lnTo>
                  <a:lnTo>
                    <a:pt x="610764" y="389929"/>
                  </a:lnTo>
                  <a:lnTo>
                    <a:pt x="610649" y="390467"/>
                  </a:lnTo>
                  <a:lnTo>
                    <a:pt x="610094" y="391353"/>
                  </a:lnTo>
                  <a:lnTo>
                    <a:pt x="609719" y="391262"/>
                  </a:lnTo>
                  <a:lnTo>
                    <a:pt x="609575" y="391274"/>
                  </a:lnTo>
                  <a:lnTo>
                    <a:pt x="609113" y="391465"/>
                  </a:lnTo>
                  <a:lnTo>
                    <a:pt x="609024" y="391594"/>
                  </a:lnTo>
                  <a:lnTo>
                    <a:pt x="608917" y="392001"/>
                  </a:lnTo>
                  <a:lnTo>
                    <a:pt x="609449" y="392502"/>
                  </a:lnTo>
                  <a:lnTo>
                    <a:pt x="610435" y="393109"/>
                  </a:lnTo>
                  <a:lnTo>
                    <a:pt x="611045" y="393213"/>
                  </a:lnTo>
                  <a:lnTo>
                    <a:pt x="611456" y="393198"/>
                  </a:lnTo>
                  <a:lnTo>
                    <a:pt x="611924" y="393229"/>
                  </a:lnTo>
                  <a:lnTo>
                    <a:pt x="612444" y="393676"/>
                  </a:lnTo>
                  <a:lnTo>
                    <a:pt x="612778" y="393958"/>
                  </a:lnTo>
                  <a:lnTo>
                    <a:pt x="612989" y="394103"/>
                  </a:lnTo>
                  <a:lnTo>
                    <a:pt x="613215" y="394298"/>
                  </a:lnTo>
                  <a:lnTo>
                    <a:pt x="613180" y="394429"/>
                  </a:lnTo>
                  <a:lnTo>
                    <a:pt x="613114" y="394745"/>
                  </a:lnTo>
                  <a:lnTo>
                    <a:pt x="613194" y="394991"/>
                  </a:lnTo>
                  <a:lnTo>
                    <a:pt x="612935" y="395518"/>
                  </a:lnTo>
                  <a:lnTo>
                    <a:pt x="613633" y="396078"/>
                  </a:lnTo>
                  <a:lnTo>
                    <a:pt x="613671" y="396272"/>
                  </a:lnTo>
                  <a:lnTo>
                    <a:pt x="613680" y="396641"/>
                  </a:lnTo>
                  <a:lnTo>
                    <a:pt x="613718" y="396868"/>
                  </a:lnTo>
                  <a:lnTo>
                    <a:pt x="614005" y="397211"/>
                  </a:lnTo>
                  <a:lnTo>
                    <a:pt x="614492" y="397725"/>
                  </a:lnTo>
                  <a:lnTo>
                    <a:pt x="614789" y="398819"/>
                  </a:lnTo>
                  <a:lnTo>
                    <a:pt x="614585" y="398977"/>
                  </a:lnTo>
                  <a:lnTo>
                    <a:pt x="614443" y="399076"/>
                  </a:lnTo>
                  <a:lnTo>
                    <a:pt x="613978" y="399398"/>
                  </a:lnTo>
                  <a:lnTo>
                    <a:pt x="613828" y="399489"/>
                  </a:lnTo>
                  <a:lnTo>
                    <a:pt x="613384" y="399650"/>
                  </a:lnTo>
                  <a:lnTo>
                    <a:pt x="612276" y="399438"/>
                  </a:lnTo>
                  <a:lnTo>
                    <a:pt x="611847" y="399874"/>
                  </a:lnTo>
                  <a:lnTo>
                    <a:pt x="611756" y="400320"/>
                  </a:lnTo>
                  <a:lnTo>
                    <a:pt x="611765" y="400786"/>
                  </a:lnTo>
                  <a:lnTo>
                    <a:pt x="611436" y="401044"/>
                  </a:lnTo>
                  <a:lnTo>
                    <a:pt x="610420" y="401410"/>
                  </a:lnTo>
                  <a:lnTo>
                    <a:pt x="610452" y="401779"/>
                  </a:lnTo>
                  <a:lnTo>
                    <a:pt x="610435" y="402060"/>
                  </a:lnTo>
                  <a:lnTo>
                    <a:pt x="610250" y="402417"/>
                  </a:lnTo>
                  <a:lnTo>
                    <a:pt x="610008" y="402612"/>
                  </a:lnTo>
                  <a:lnTo>
                    <a:pt x="609940" y="402907"/>
                  </a:lnTo>
                  <a:lnTo>
                    <a:pt x="609896" y="403117"/>
                  </a:lnTo>
                  <a:lnTo>
                    <a:pt x="609892" y="403290"/>
                  </a:lnTo>
                  <a:lnTo>
                    <a:pt x="609868" y="403558"/>
                  </a:lnTo>
                  <a:lnTo>
                    <a:pt x="609483" y="404706"/>
                  </a:lnTo>
                  <a:lnTo>
                    <a:pt x="609323" y="404868"/>
                  </a:lnTo>
                  <a:lnTo>
                    <a:pt x="609168" y="405026"/>
                  </a:lnTo>
                  <a:lnTo>
                    <a:pt x="608959" y="405211"/>
                  </a:lnTo>
                  <a:lnTo>
                    <a:pt x="608831" y="405254"/>
                  </a:lnTo>
                  <a:lnTo>
                    <a:pt x="608518" y="405361"/>
                  </a:lnTo>
                  <a:lnTo>
                    <a:pt x="608092" y="405388"/>
                  </a:lnTo>
                  <a:lnTo>
                    <a:pt x="607820" y="405530"/>
                  </a:lnTo>
                  <a:lnTo>
                    <a:pt x="607626" y="405712"/>
                  </a:lnTo>
                  <a:lnTo>
                    <a:pt x="607234" y="405592"/>
                  </a:lnTo>
                  <a:lnTo>
                    <a:pt x="607010" y="405523"/>
                  </a:lnTo>
                  <a:lnTo>
                    <a:pt x="606327" y="405101"/>
                  </a:lnTo>
                  <a:lnTo>
                    <a:pt x="606021" y="405138"/>
                  </a:lnTo>
                  <a:lnTo>
                    <a:pt x="605784" y="405766"/>
                  </a:lnTo>
                  <a:lnTo>
                    <a:pt x="605819" y="405924"/>
                  </a:lnTo>
                  <a:lnTo>
                    <a:pt x="605839" y="406153"/>
                  </a:lnTo>
                  <a:lnTo>
                    <a:pt x="605576" y="406454"/>
                  </a:lnTo>
                  <a:lnTo>
                    <a:pt x="605028" y="406474"/>
                  </a:lnTo>
                  <a:lnTo>
                    <a:pt x="604458" y="406494"/>
                  </a:lnTo>
                  <a:lnTo>
                    <a:pt x="604091" y="406524"/>
                  </a:lnTo>
                  <a:lnTo>
                    <a:pt x="603884" y="406593"/>
                  </a:lnTo>
                  <a:lnTo>
                    <a:pt x="603421" y="407179"/>
                  </a:lnTo>
                  <a:lnTo>
                    <a:pt x="603039" y="407765"/>
                  </a:lnTo>
                  <a:lnTo>
                    <a:pt x="602159" y="407756"/>
                  </a:lnTo>
                  <a:lnTo>
                    <a:pt x="601925" y="407498"/>
                  </a:lnTo>
                  <a:lnTo>
                    <a:pt x="601567" y="408145"/>
                  </a:lnTo>
                  <a:lnTo>
                    <a:pt x="601061" y="408366"/>
                  </a:lnTo>
                  <a:lnTo>
                    <a:pt x="600629" y="408861"/>
                  </a:lnTo>
                  <a:lnTo>
                    <a:pt x="600166" y="408987"/>
                  </a:lnTo>
                  <a:lnTo>
                    <a:pt x="599977" y="409444"/>
                  </a:lnTo>
                  <a:lnTo>
                    <a:pt x="599891" y="409662"/>
                  </a:lnTo>
                  <a:lnTo>
                    <a:pt x="599862" y="409792"/>
                  </a:lnTo>
                  <a:lnTo>
                    <a:pt x="599735" y="410094"/>
                  </a:lnTo>
                  <a:lnTo>
                    <a:pt x="599337" y="410330"/>
                  </a:lnTo>
                  <a:lnTo>
                    <a:pt x="599167" y="410430"/>
                  </a:lnTo>
                  <a:lnTo>
                    <a:pt x="599037" y="410712"/>
                  </a:lnTo>
                  <a:lnTo>
                    <a:pt x="599303" y="410831"/>
                  </a:lnTo>
                  <a:lnTo>
                    <a:pt x="599040" y="411181"/>
                  </a:lnTo>
                  <a:lnTo>
                    <a:pt x="598669" y="411783"/>
                  </a:lnTo>
                  <a:lnTo>
                    <a:pt x="598466" y="411933"/>
                  </a:lnTo>
                  <a:lnTo>
                    <a:pt x="598334" y="411954"/>
                  </a:lnTo>
                  <a:lnTo>
                    <a:pt x="598120" y="411999"/>
                  </a:lnTo>
                  <a:lnTo>
                    <a:pt x="598005" y="412551"/>
                  </a:lnTo>
                  <a:lnTo>
                    <a:pt x="598045" y="413174"/>
                  </a:lnTo>
                  <a:lnTo>
                    <a:pt x="598232" y="413562"/>
                  </a:lnTo>
                  <a:lnTo>
                    <a:pt x="598498" y="413731"/>
                  </a:lnTo>
                  <a:lnTo>
                    <a:pt x="598893" y="414060"/>
                  </a:lnTo>
                  <a:lnTo>
                    <a:pt x="598511" y="414305"/>
                  </a:lnTo>
                  <a:lnTo>
                    <a:pt x="597993" y="414375"/>
                  </a:lnTo>
                  <a:lnTo>
                    <a:pt x="597766" y="414268"/>
                  </a:lnTo>
                  <a:lnTo>
                    <a:pt x="597584" y="414240"/>
                  </a:lnTo>
                  <a:lnTo>
                    <a:pt x="597332" y="414126"/>
                  </a:lnTo>
                  <a:lnTo>
                    <a:pt x="596794" y="413615"/>
                  </a:lnTo>
                  <a:lnTo>
                    <a:pt x="596396" y="413724"/>
                  </a:lnTo>
                  <a:lnTo>
                    <a:pt x="596182" y="413812"/>
                  </a:lnTo>
                  <a:lnTo>
                    <a:pt x="595772" y="413708"/>
                  </a:lnTo>
                  <a:lnTo>
                    <a:pt x="595351" y="413796"/>
                  </a:lnTo>
                  <a:lnTo>
                    <a:pt x="595080" y="413689"/>
                  </a:lnTo>
                  <a:lnTo>
                    <a:pt x="594458" y="413920"/>
                  </a:lnTo>
                  <a:lnTo>
                    <a:pt x="594169" y="414081"/>
                  </a:lnTo>
                  <a:lnTo>
                    <a:pt x="594032" y="414186"/>
                  </a:lnTo>
                  <a:lnTo>
                    <a:pt x="593681" y="414281"/>
                  </a:lnTo>
                  <a:lnTo>
                    <a:pt x="592795" y="414220"/>
                  </a:lnTo>
                  <a:lnTo>
                    <a:pt x="592640" y="414256"/>
                  </a:lnTo>
                  <a:lnTo>
                    <a:pt x="592441" y="414546"/>
                  </a:lnTo>
                  <a:lnTo>
                    <a:pt x="592119" y="414880"/>
                  </a:lnTo>
                  <a:lnTo>
                    <a:pt x="591804" y="415088"/>
                  </a:lnTo>
                  <a:lnTo>
                    <a:pt x="592023" y="416193"/>
                  </a:lnTo>
                  <a:lnTo>
                    <a:pt x="592476" y="416406"/>
                  </a:lnTo>
                  <a:lnTo>
                    <a:pt x="592559" y="416704"/>
                  </a:lnTo>
                  <a:lnTo>
                    <a:pt x="592410" y="416891"/>
                  </a:lnTo>
                  <a:lnTo>
                    <a:pt x="592280" y="417669"/>
                  </a:lnTo>
                  <a:lnTo>
                    <a:pt x="592242" y="417849"/>
                  </a:lnTo>
                  <a:lnTo>
                    <a:pt x="592242" y="418649"/>
                  </a:lnTo>
                  <a:lnTo>
                    <a:pt x="592127" y="418869"/>
                  </a:lnTo>
                  <a:lnTo>
                    <a:pt x="591927" y="418982"/>
                  </a:lnTo>
                  <a:lnTo>
                    <a:pt x="591845" y="419368"/>
                  </a:lnTo>
                  <a:lnTo>
                    <a:pt x="591791" y="419859"/>
                  </a:lnTo>
                  <a:lnTo>
                    <a:pt x="591935" y="420391"/>
                  </a:lnTo>
                  <a:lnTo>
                    <a:pt x="591928" y="420570"/>
                  </a:lnTo>
                  <a:lnTo>
                    <a:pt x="591971" y="421277"/>
                  </a:lnTo>
                  <a:lnTo>
                    <a:pt x="591912" y="421407"/>
                  </a:lnTo>
                  <a:lnTo>
                    <a:pt x="591861" y="421891"/>
                  </a:lnTo>
                  <a:lnTo>
                    <a:pt x="591832" y="422803"/>
                  </a:lnTo>
                  <a:lnTo>
                    <a:pt x="591740" y="423315"/>
                  </a:lnTo>
                  <a:lnTo>
                    <a:pt x="591718" y="423630"/>
                  </a:lnTo>
                  <a:lnTo>
                    <a:pt x="591861" y="424164"/>
                  </a:lnTo>
                  <a:lnTo>
                    <a:pt x="591963" y="424518"/>
                  </a:lnTo>
                  <a:lnTo>
                    <a:pt x="592367" y="425396"/>
                  </a:lnTo>
                  <a:lnTo>
                    <a:pt x="592207" y="425689"/>
                  </a:lnTo>
                  <a:lnTo>
                    <a:pt x="591826" y="426168"/>
                  </a:lnTo>
                  <a:lnTo>
                    <a:pt x="591788" y="426366"/>
                  </a:lnTo>
                  <a:lnTo>
                    <a:pt x="591815" y="426719"/>
                  </a:lnTo>
                  <a:lnTo>
                    <a:pt x="591930" y="427030"/>
                  </a:lnTo>
                  <a:lnTo>
                    <a:pt x="591913" y="427616"/>
                  </a:lnTo>
                  <a:lnTo>
                    <a:pt x="592019" y="427916"/>
                  </a:lnTo>
                  <a:lnTo>
                    <a:pt x="591929" y="428452"/>
                  </a:lnTo>
                  <a:lnTo>
                    <a:pt x="592088" y="429343"/>
                  </a:lnTo>
                  <a:lnTo>
                    <a:pt x="592168" y="429622"/>
                  </a:lnTo>
                  <a:lnTo>
                    <a:pt x="592346" y="429897"/>
                  </a:lnTo>
                  <a:lnTo>
                    <a:pt x="592523" y="430266"/>
                  </a:lnTo>
                  <a:lnTo>
                    <a:pt x="592581" y="430421"/>
                  </a:lnTo>
                  <a:lnTo>
                    <a:pt x="592741" y="430590"/>
                  </a:lnTo>
                  <a:lnTo>
                    <a:pt x="593638" y="430654"/>
                  </a:lnTo>
                  <a:lnTo>
                    <a:pt x="593652" y="430919"/>
                  </a:lnTo>
                  <a:lnTo>
                    <a:pt x="593694" y="431240"/>
                  </a:lnTo>
                  <a:lnTo>
                    <a:pt x="594274" y="431908"/>
                  </a:lnTo>
                  <a:lnTo>
                    <a:pt x="594459" y="432400"/>
                  </a:lnTo>
                  <a:lnTo>
                    <a:pt x="594485" y="432567"/>
                  </a:lnTo>
                  <a:lnTo>
                    <a:pt x="595023" y="432747"/>
                  </a:lnTo>
                  <a:lnTo>
                    <a:pt x="595251" y="432805"/>
                  </a:lnTo>
                  <a:lnTo>
                    <a:pt x="595628" y="433019"/>
                  </a:lnTo>
                  <a:lnTo>
                    <a:pt x="595772" y="433079"/>
                  </a:lnTo>
                  <a:lnTo>
                    <a:pt x="595980" y="433077"/>
                  </a:lnTo>
                  <a:lnTo>
                    <a:pt x="596181" y="433076"/>
                  </a:lnTo>
                  <a:lnTo>
                    <a:pt x="596397" y="433082"/>
                  </a:lnTo>
                  <a:lnTo>
                    <a:pt x="596821" y="433150"/>
                  </a:lnTo>
                  <a:lnTo>
                    <a:pt x="597106" y="433205"/>
                  </a:lnTo>
                  <a:lnTo>
                    <a:pt x="597658" y="433278"/>
                  </a:lnTo>
                  <a:lnTo>
                    <a:pt x="597953" y="433221"/>
                  </a:lnTo>
                  <a:lnTo>
                    <a:pt x="598171" y="433116"/>
                  </a:lnTo>
                  <a:lnTo>
                    <a:pt x="598516" y="433125"/>
                  </a:lnTo>
                  <a:lnTo>
                    <a:pt x="598708" y="433199"/>
                  </a:lnTo>
                  <a:lnTo>
                    <a:pt x="599257" y="433292"/>
                  </a:lnTo>
                  <a:lnTo>
                    <a:pt x="599605" y="433174"/>
                  </a:lnTo>
                  <a:lnTo>
                    <a:pt x="600164" y="433395"/>
                  </a:lnTo>
                  <a:lnTo>
                    <a:pt x="600671" y="433959"/>
                  </a:lnTo>
                  <a:lnTo>
                    <a:pt x="600819" y="434091"/>
                  </a:lnTo>
                  <a:lnTo>
                    <a:pt x="601064" y="434098"/>
                  </a:lnTo>
                  <a:lnTo>
                    <a:pt x="601371" y="433924"/>
                  </a:lnTo>
                  <a:lnTo>
                    <a:pt x="601671" y="434186"/>
                  </a:lnTo>
                  <a:lnTo>
                    <a:pt x="601733" y="434318"/>
                  </a:lnTo>
                  <a:lnTo>
                    <a:pt x="602002" y="434680"/>
                  </a:lnTo>
                  <a:lnTo>
                    <a:pt x="602531" y="434937"/>
                  </a:lnTo>
                  <a:lnTo>
                    <a:pt x="602837" y="434835"/>
                  </a:lnTo>
                  <a:lnTo>
                    <a:pt x="603067" y="434754"/>
                  </a:lnTo>
                  <a:lnTo>
                    <a:pt x="603162" y="434979"/>
                  </a:lnTo>
                  <a:lnTo>
                    <a:pt x="603131" y="435108"/>
                  </a:lnTo>
                  <a:lnTo>
                    <a:pt x="603158" y="435392"/>
                  </a:lnTo>
                  <a:lnTo>
                    <a:pt x="603349" y="435679"/>
                  </a:lnTo>
                  <a:lnTo>
                    <a:pt x="603521" y="435866"/>
                  </a:lnTo>
                  <a:lnTo>
                    <a:pt x="603750" y="436318"/>
                  </a:lnTo>
                  <a:lnTo>
                    <a:pt x="603849" y="436606"/>
                  </a:lnTo>
                  <a:lnTo>
                    <a:pt x="603730" y="436957"/>
                  </a:lnTo>
                  <a:lnTo>
                    <a:pt x="603834" y="437599"/>
                  </a:lnTo>
                  <a:lnTo>
                    <a:pt x="604050" y="437877"/>
                  </a:lnTo>
                  <a:lnTo>
                    <a:pt x="604180" y="438035"/>
                  </a:lnTo>
                  <a:lnTo>
                    <a:pt x="604342" y="438198"/>
                  </a:lnTo>
                  <a:lnTo>
                    <a:pt x="604533" y="438358"/>
                  </a:lnTo>
                  <a:lnTo>
                    <a:pt x="604829" y="438539"/>
                  </a:lnTo>
                  <a:lnTo>
                    <a:pt x="605461" y="439616"/>
                  </a:lnTo>
                  <a:lnTo>
                    <a:pt x="605468" y="439897"/>
                  </a:lnTo>
                  <a:lnTo>
                    <a:pt x="605483" y="440097"/>
                  </a:lnTo>
                  <a:lnTo>
                    <a:pt x="605616" y="440367"/>
                  </a:lnTo>
                  <a:lnTo>
                    <a:pt x="605937" y="440780"/>
                  </a:lnTo>
                  <a:lnTo>
                    <a:pt x="606073" y="440953"/>
                  </a:lnTo>
                  <a:lnTo>
                    <a:pt x="606276" y="441212"/>
                  </a:lnTo>
                  <a:lnTo>
                    <a:pt x="606622" y="441439"/>
                  </a:lnTo>
                  <a:lnTo>
                    <a:pt x="606917" y="441679"/>
                  </a:lnTo>
                  <a:lnTo>
                    <a:pt x="607041" y="441915"/>
                  </a:lnTo>
                  <a:lnTo>
                    <a:pt x="607310" y="442202"/>
                  </a:lnTo>
                  <a:lnTo>
                    <a:pt x="607491" y="442389"/>
                  </a:lnTo>
                  <a:lnTo>
                    <a:pt x="607672" y="442587"/>
                  </a:lnTo>
                  <a:lnTo>
                    <a:pt x="607723" y="443193"/>
                  </a:lnTo>
                  <a:lnTo>
                    <a:pt x="607250" y="443495"/>
                  </a:lnTo>
                  <a:lnTo>
                    <a:pt x="606994" y="443592"/>
                  </a:lnTo>
                  <a:lnTo>
                    <a:pt x="606800" y="443638"/>
                  </a:lnTo>
                  <a:lnTo>
                    <a:pt x="606520" y="443705"/>
                  </a:lnTo>
                  <a:lnTo>
                    <a:pt x="606177" y="443785"/>
                  </a:lnTo>
                  <a:lnTo>
                    <a:pt x="605540" y="443420"/>
                  </a:lnTo>
                  <a:lnTo>
                    <a:pt x="605393" y="443396"/>
                  </a:lnTo>
                  <a:lnTo>
                    <a:pt x="605049" y="443339"/>
                  </a:lnTo>
                  <a:lnTo>
                    <a:pt x="604603" y="442965"/>
                  </a:lnTo>
                  <a:lnTo>
                    <a:pt x="604457" y="443176"/>
                  </a:lnTo>
                  <a:lnTo>
                    <a:pt x="604322" y="443407"/>
                  </a:lnTo>
                  <a:lnTo>
                    <a:pt x="604269" y="443550"/>
                  </a:lnTo>
                  <a:lnTo>
                    <a:pt x="604257" y="443681"/>
                  </a:lnTo>
                  <a:lnTo>
                    <a:pt x="603819" y="444295"/>
                  </a:lnTo>
                  <a:lnTo>
                    <a:pt x="603689" y="444470"/>
                  </a:lnTo>
                  <a:lnTo>
                    <a:pt x="603660" y="444653"/>
                  </a:lnTo>
                  <a:lnTo>
                    <a:pt x="603697" y="445513"/>
                  </a:lnTo>
                  <a:lnTo>
                    <a:pt x="603601" y="445658"/>
                  </a:lnTo>
                  <a:lnTo>
                    <a:pt x="603476" y="445797"/>
                  </a:lnTo>
                  <a:lnTo>
                    <a:pt x="603300" y="445943"/>
                  </a:lnTo>
                  <a:lnTo>
                    <a:pt x="603255" y="446083"/>
                  </a:lnTo>
                  <a:lnTo>
                    <a:pt x="603049" y="446365"/>
                  </a:lnTo>
                  <a:lnTo>
                    <a:pt x="602776" y="446301"/>
                  </a:lnTo>
                  <a:lnTo>
                    <a:pt x="602891" y="446721"/>
                  </a:lnTo>
                  <a:lnTo>
                    <a:pt x="602741" y="447290"/>
                  </a:lnTo>
                  <a:lnTo>
                    <a:pt x="602633" y="447432"/>
                  </a:lnTo>
                  <a:lnTo>
                    <a:pt x="602475" y="447438"/>
                  </a:lnTo>
                  <a:lnTo>
                    <a:pt x="602010" y="447388"/>
                  </a:lnTo>
                  <a:lnTo>
                    <a:pt x="601742" y="447168"/>
                  </a:lnTo>
                  <a:lnTo>
                    <a:pt x="600603" y="446780"/>
                  </a:lnTo>
                  <a:lnTo>
                    <a:pt x="599922" y="446494"/>
                  </a:lnTo>
                  <a:lnTo>
                    <a:pt x="599697" y="446397"/>
                  </a:lnTo>
                  <a:lnTo>
                    <a:pt x="598853" y="446323"/>
                  </a:lnTo>
                  <a:lnTo>
                    <a:pt x="598675" y="446697"/>
                  </a:lnTo>
                  <a:lnTo>
                    <a:pt x="598610" y="446871"/>
                  </a:lnTo>
                  <a:lnTo>
                    <a:pt x="598550" y="447087"/>
                  </a:lnTo>
                  <a:lnTo>
                    <a:pt x="598567" y="447332"/>
                  </a:lnTo>
                  <a:lnTo>
                    <a:pt x="598678" y="447604"/>
                  </a:lnTo>
                  <a:lnTo>
                    <a:pt x="598727" y="447837"/>
                  </a:lnTo>
                  <a:lnTo>
                    <a:pt x="598636" y="448807"/>
                  </a:lnTo>
                  <a:lnTo>
                    <a:pt x="598743" y="449149"/>
                  </a:lnTo>
                  <a:lnTo>
                    <a:pt x="598752" y="449460"/>
                  </a:lnTo>
                  <a:lnTo>
                    <a:pt x="598490" y="449866"/>
                  </a:lnTo>
                  <a:lnTo>
                    <a:pt x="598259" y="449760"/>
                  </a:lnTo>
                  <a:lnTo>
                    <a:pt x="598101" y="449711"/>
                  </a:lnTo>
                  <a:lnTo>
                    <a:pt x="597469" y="449662"/>
                  </a:lnTo>
                  <a:lnTo>
                    <a:pt x="597087" y="449756"/>
                  </a:lnTo>
                  <a:lnTo>
                    <a:pt x="596889" y="449998"/>
                  </a:lnTo>
                  <a:lnTo>
                    <a:pt x="596469" y="449929"/>
                  </a:lnTo>
                  <a:lnTo>
                    <a:pt x="596392" y="450321"/>
                  </a:lnTo>
                  <a:lnTo>
                    <a:pt x="596733" y="450653"/>
                  </a:lnTo>
                  <a:lnTo>
                    <a:pt x="596882" y="450719"/>
                  </a:lnTo>
                  <a:lnTo>
                    <a:pt x="597039" y="451032"/>
                  </a:lnTo>
                  <a:lnTo>
                    <a:pt x="597114" y="451599"/>
                  </a:lnTo>
                  <a:lnTo>
                    <a:pt x="597099" y="451803"/>
                  </a:lnTo>
                  <a:lnTo>
                    <a:pt x="596335" y="452562"/>
                  </a:lnTo>
                  <a:lnTo>
                    <a:pt x="596101" y="453157"/>
                  </a:lnTo>
                  <a:lnTo>
                    <a:pt x="595772" y="453343"/>
                  </a:lnTo>
                  <a:lnTo>
                    <a:pt x="595497" y="453334"/>
                  </a:lnTo>
                  <a:lnTo>
                    <a:pt x="594787" y="453023"/>
                  </a:lnTo>
                  <a:lnTo>
                    <a:pt x="594230" y="452976"/>
                  </a:lnTo>
                  <a:lnTo>
                    <a:pt x="594062" y="452999"/>
                  </a:lnTo>
                  <a:lnTo>
                    <a:pt x="593962" y="453559"/>
                  </a:lnTo>
                  <a:lnTo>
                    <a:pt x="594025" y="454088"/>
                  </a:lnTo>
                  <a:lnTo>
                    <a:pt x="593960" y="454394"/>
                  </a:lnTo>
                  <a:lnTo>
                    <a:pt x="593807" y="455145"/>
                  </a:lnTo>
                  <a:lnTo>
                    <a:pt x="593748" y="455523"/>
                  </a:lnTo>
                  <a:lnTo>
                    <a:pt x="593713" y="456013"/>
                  </a:lnTo>
                  <a:lnTo>
                    <a:pt x="593374" y="456036"/>
                  </a:lnTo>
                  <a:lnTo>
                    <a:pt x="593089" y="455938"/>
                  </a:lnTo>
                  <a:lnTo>
                    <a:pt x="592854" y="455878"/>
                  </a:lnTo>
                  <a:lnTo>
                    <a:pt x="592543" y="455774"/>
                  </a:lnTo>
                  <a:lnTo>
                    <a:pt x="591204" y="455086"/>
                  </a:lnTo>
                  <a:lnTo>
                    <a:pt x="590752" y="454803"/>
                  </a:lnTo>
                  <a:lnTo>
                    <a:pt x="590459" y="454912"/>
                  </a:lnTo>
                  <a:lnTo>
                    <a:pt x="590310" y="455040"/>
                  </a:lnTo>
                  <a:lnTo>
                    <a:pt x="589931" y="455062"/>
                  </a:lnTo>
                  <a:lnTo>
                    <a:pt x="589703" y="454972"/>
                  </a:lnTo>
                  <a:lnTo>
                    <a:pt x="589300" y="453937"/>
                  </a:lnTo>
                  <a:lnTo>
                    <a:pt x="589113" y="453884"/>
                  </a:lnTo>
                  <a:lnTo>
                    <a:pt x="588415" y="453903"/>
                  </a:lnTo>
                  <a:lnTo>
                    <a:pt x="588558" y="454136"/>
                  </a:lnTo>
                  <a:lnTo>
                    <a:pt x="588692" y="454500"/>
                  </a:lnTo>
                  <a:lnTo>
                    <a:pt x="588538" y="454985"/>
                  </a:lnTo>
                  <a:lnTo>
                    <a:pt x="588407" y="455116"/>
                  </a:lnTo>
                  <a:lnTo>
                    <a:pt x="587599" y="455054"/>
                  </a:lnTo>
                  <a:lnTo>
                    <a:pt x="587389" y="455056"/>
                  </a:lnTo>
                  <a:lnTo>
                    <a:pt x="587228" y="455059"/>
                  </a:lnTo>
                  <a:lnTo>
                    <a:pt x="586800" y="455073"/>
                  </a:lnTo>
                  <a:lnTo>
                    <a:pt x="586625" y="455085"/>
                  </a:lnTo>
                  <a:lnTo>
                    <a:pt x="586079" y="455126"/>
                  </a:lnTo>
                  <a:lnTo>
                    <a:pt x="585847" y="454939"/>
                  </a:lnTo>
                  <a:lnTo>
                    <a:pt x="585638" y="454953"/>
                  </a:lnTo>
                  <a:lnTo>
                    <a:pt x="585473" y="455047"/>
                  </a:lnTo>
                  <a:lnTo>
                    <a:pt x="585165" y="455330"/>
                  </a:lnTo>
                  <a:lnTo>
                    <a:pt x="584712" y="455379"/>
                  </a:lnTo>
                  <a:lnTo>
                    <a:pt x="584491" y="455430"/>
                  </a:lnTo>
                  <a:lnTo>
                    <a:pt x="584387" y="455894"/>
                  </a:lnTo>
                  <a:lnTo>
                    <a:pt x="584228" y="456382"/>
                  </a:lnTo>
                  <a:lnTo>
                    <a:pt x="584201" y="456647"/>
                  </a:lnTo>
                  <a:lnTo>
                    <a:pt x="583985" y="456994"/>
                  </a:lnTo>
                  <a:lnTo>
                    <a:pt x="583798" y="457227"/>
                  </a:lnTo>
                  <a:lnTo>
                    <a:pt x="583443" y="457443"/>
                  </a:lnTo>
                  <a:lnTo>
                    <a:pt x="583206" y="457729"/>
                  </a:lnTo>
                  <a:lnTo>
                    <a:pt x="583055" y="457594"/>
                  </a:lnTo>
                  <a:lnTo>
                    <a:pt x="582934" y="457422"/>
                  </a:lnTo>
                  <a:lnTo>
                    <a:pt x="582918" y="457275"/>
                  </a:lnTo>
                  <a:lnTo>
                    <a:pt x="582985" y="457082"/>
                  </a:lnTo>
                  <a:lnTo>
                    <a:pt x="582989" y="456949"/>
                  </a:lnTo>
                  <a:lnTo>
                    <a:pt x="582633" y="456793"/>
                  </a:lnTo>
                  <a:lnTo>
                    <a:pt x="582528" y="457010"/>
                  </a:lnTo>
                  <a:lnTo>
                    <a:pt x="582460" y="457322"/>
                  </a:lnTo>
                  <a:lnTo>
                    <a:pt x="582235" y="457523"/>
                  </a:lnTo>
                  <a:lnTo>
                    <a:pt x="582006" y="457296"/>
                  </a:lnTo>
                  <a:lnTo>
                    <a:pt x="582021" y="456926"/>
                  </a:lnTo>
                  <a:lnTo>
                    <a:pt x="582189" y="456504"/>
                  </a:lnTo>
                  <a:lnTo>
                    <a:pt x="582204" y="456354"/>
                  </a:lnTo>
                  <a:lnTo>
                    <a:pt x="582055" y="456089"/>
                  </a:lnTo>
                  <a:lnTo>
                    <a:pt x="581454" y="455509"/>
                  </a:lnTo>
                  <a:lnTo>
                    <a:pt x="581179" y="455662"/>
                  </a:lnTo>
                  <a:lnTo>
                    <a:pt x="581214" y="455862"/>
                  </a:lnTo>
                  <a:lnTo>
                    <a:pt x="580894" y="456242"/>
                  </a:lnTo>
                  <a:lnTo>
                    <a:pt x="580478" y="456137"/>
                  </a:lnTo>
                  <a:lnTo>
                    <a:pt x="580017" y="455986"/>
                  </a:lnTo>
                  <a:lnTo>
                    <a:pt x="579138" y="455348"/>
                  </a:lnTo>
                  <a:lnTo>
                    <a:pt x="578842" y="454742"/>
                  </a:lnTo>
                  <a:lnTo>
                    <a:pt x="578786" y="454505"/>
                  </a:lnTo>
                  <a:lnTo>
                    <a:pt x="579092" y="454317"/>
                  </a:lnTo>
                  <a:lnTo>
                    <a:pt x="579340" y="453984"/>
                  </a:lnTo>
                  <a:lnTo>
                    <a:pt x="579068" y="453629"/>
                  </a:lnTo>
                  <a:lnTo>
                    <a:pt x="578847" y="453528"/>
                  </a:lnTo>
                  <a:lnTo>
                    <a:pt x="578447" y="453393"/>
                  </a:lnTo>
                  <a:lnTo>
                    <a:pt x="578173" y="453300"/>
                  </a:lnTo>
                  <a:lnTo>
                    <a:pt x="577924" y="453079"/>
                  </a:lnTo>
                  <a:lnTo>
                    <a:pt x="577767" y="452925"/>
                  </a:lnTo>
                  <a:lnTo>
                    <a:pt x="577309" y="452729"/>
                  </a:lnTo>
                  <a:lnTo>
                    <a:pt x="577029" y="452648"/>
                  </a:lnTo>
                  <a:lnTo>
                    <a:pt x="576744" y="452331"/>
                  </a:lnTo>
                  <a:lnTo>
                    <a:pt x="576310" y="452032"/>
                  </a:lnTo>
                  <a:lnTo>
                    <a:pt x="575970" y="451826"/>
                  </a:lnTo>
                  <a:lnTo>
                    <a:pt x="575330" y="451641"/>
                  </a:lnTo>
                  <a:lnTo>
                    <a:pt x="575087" y="451689"/>
                  </a:lnTo>
                  <a:lnTo>
                    <a:pt x="574609" y="451453"/>
                  </a:lnTo>
                  <a:lnTo>
                    <a:pt x="574657" y="451132"/>
                  </a:lnTo>
                  <a:lnTo>
                    <a:pt x="574511" y="451043"/>
                  </a:lnTo>
                  <a:lnTo>
                    <a:pt x="574109" y="450939"/>
                  </a:lnTo>
                  <a:lnTo>
                    <a:pt x="573966" y="450647"/>
                  </a:lnTo>
                  <a:lnTo>
                    <a:pt x="573836" y="450624"/>
                  </a:lnTo>
                  <a:lnTo>
                    <a:pt x="573444" y="450706"/>
                  </a:lnTo>
                  <a:lnTo>
                    <a:pt x="573198" y="450823"/>
                  </a:lnTo>
                  <a:lnTo>
                    <a:pt x="573015" y="450982"/>
                  </a:lnTo>
                  <a:lnTo>
                    <a:pt x="572696" y="451375"/>
                  </a:lnTo>
                  <a:lnTo>
                    <a:pt x="572399" y="451485"/>
                  </a:lnTo>
                  <a:lnTo>
                    <a:pt x="572150" y="451526"/>
                  </a:lnTo>
                  <a:lnTo>
                    <a:pt x="571588" y="451480"/>
                  </a:lnTo>
                  <a:lnTo>
                    <a:pt x="571423" y="451383"/>
                  </a:lnTo>
                  <a:lnTo>
                    <a:pt x="571524" y="450908"/>
                  </a:lnTo>
                  <a:lnTo>
                    <a:pt x="571605" y="450681"/>
                  </a:lnTo>
                  <a:lnTo>
                    <a:pt x="571296" y="450292"/>
                  </a:lnTo>
                  <a:lnTo>
                    <a:pt x="571095" y="450255"/>
                  </a:lnTo>
                  <a:lnTo>
                    <a:pt x="570793" y="450225"/>
                  </a:lnTo>
                  <a:lnTo>
                    <a:pt x="569909" y="450101"/>
                  </a:lnTo>
                  <a:lnTo>
                    <a:pt x="569365" y="450146"/>
                  </a:lnTo>
                  <a:lnTo>
                    <a:pt x="569221" y="450138"/>
                  </a:lnTo>
                  <a:lnTo>
                    <a:pt x="568747" y="449890"/>
                  </a:lnTo>
                  <a:lnTo>
                    <a:pt x="568608" y="449720"/>
                  </a:lnTo>
                  <a:lnTo>
                    <a:pt x="567910" y="449732"/>
                  </a:lnTo>
                  <a:lnTo>
                    <a:pt x="567836" y="449529"/>
                  </a:lnTo>
                  <a:lnTo>
                    <a:pt x="567580" y="449365"/>
                  </a:lnTo>
                  <a:lnTo>
                    <a:pt x="567336" y="449298"/>
                  </a:lnTo>
                  <a:lnTo>
                    <a:pt x="566854" y="449279"/>
                  </a:lnTo>
                  <a:lnTo>
                    <a:pt x="566450" y="449142"/>
                  </a:lnTo>
                  <a:lnTo>
                    <a:pt x="566153" y="448828"/>
                  </a:lnTo>
                  <a:lnTo>
                    <a:pt x="565847" y="448712"/>
                  </a:lnTo>
                  <a:lnTo>
                    <a:pt x="564811" y="448649"/>
                  </a:lnTo>
                  <a:lnTo>
                    <a:pt x="564590" y="448636"/>
                  </a:lnTo>
                  <a:lnTo>
                    <a:pt x="564401" y="448704"/>
                  </a:lnTo>
                  <a:lnTo>
                    <a:pt x="564089" y="448860"/>
                  </a:lnTo>
                  <a:lnTo>
                    <a:pt x="563939" y="448894"/>
                  </a:lnTo>
                  <a:lnTo>
                    <a:pt x="563612" y="448773"/>
                  </a:lnTo>
                  <a:lnTo>
                    <a:pt x="563675" y="448556"/>
                  </a:lnTo>
                  <a:lnTo>
                    <a:pt x="564004" y="448377"/>
                  </a:lnTo>
                  <a:lnTo>
                    <a:pt x="563860" y="447767"/>
                  </a:lnTo>
                  <a:lnTo>
                    <a:pt x="563691" y="447556"/>
                  </a:lnTo>
                  <a:lnTo>
                    <a:pt x="563537" y="447561"/>
                  </a:lnTo>
                  <a:lnTo>
                    <a:pt x="563370" y="447644"/>
                  </a:lnTo>
                  <a:lnTo>
                    <a:pt x="562249" y="447507"/>
                  </a:lnTo>
                  <a:lnTo>
                    <a:pt x="562166" y="447346"/>
                  </a:lnTo>
                  <a:lnTo>
                    <a:pt x="561885" y="447303"/>
                  </a:lnTo>
                  <a:lnTo>
                    <a:pt x="561626" y="447306"/>
                  </a:lnTo>
                  <a:lnTo>
                    <a:pt x="561057" y="446997"/>
                  </a:lnTo>
                  <a:lnTo>
                    <a:pt x="560822" y="446753"/>
                  </a:lnTo>
                  <a:lnTo>
                    <a:pt x="560911" y="446279"/>
                  </a:lnTo>
                  <a:lnTo>
                    <a:pt x="560642" y="446173"/>
                  </a:lnTo>
                  <a:lnTo>
                    <a:pt x="559921" y="446082"/>
                  </a:lnTo>
                  <a:lnTo>
                    <a:pt x="559702" y="446261"/>
                  </a:lnTo>
                  <a:lnTo>
                    <a:pt x="559361" y="446172"/>
                  </a:lnTo>
                  <a:lnTo>
                    <a:pt x="559174" y="445956"/>
                  </a:lnTo>
                  <a:lnTo>
                    <a:pt x="559212" y="445740"/>
                  </a:lnTo>
                  <a:lnTo>
                    <a:pt x="559293" y="445280"/>
                  </a:lnTo>
                  <a:lnTo>
                    <a:pt x="559451" y="445047"/>
                  </a:lnTo>
                  <a:lnTo>
                    <a:pt x="559439" y="444504"/>
                  </a:lnTo>
                  <a:lnTo>
                    <a:pt x="559138" y="444300"/>
                  </a:lnTo>
                  <a:lnTo>
                    <a:pt x="558857" y="444253"/>
                  </a:lnTo>
                  <a:lnTo>
                    <a:pt x="558524" y="444243"/>
                  </a:lnTo>
                  <a:lnTo>
                    <a:pt x="558346" y="444270"/>
                  </a:lnTo>
                  <a:lnTo>
                    <a:pt x="558091" y="444241"/>
                  </a:lnTo>
                  <a:lnTo>
                    <a:pt x="557786" y="444145"/>
                  </a:lnTo>
                  <a:lnTo>
                    <a:pt x="557275" y="444181"/>
                  </a:lnTo>
                  <a:lnTo>
                    <a:pt x="557082" y="444528"/>
                  </a:lnTo>
                  <a:lnTo>
                    <a:pt x="556782" y="444796"/>
                  </a:lnTo>
                  <a:lnTo>
                    <a:pt x="556282" y="444871"/>
                  </a:lnTo>
                  <a:lnTo>
                    <a:pt x="556049" y="444671"/>
                  </a:lnTo>
                  <a:lnTo>
                    <a:pt x="555812" y="444423"/>
                  </a:lnTo>
                  <a:lnTo>
                    <a:pt x="555658" y="444275"/>
                  </a:lnTo>
                  <a:lnTo>
                    <a:pt x="554999" y="444364"/>
                  </a:lnTo>
                  <a:lnTo>
                    <a:pt x="554738" y="444507"/>
                  </a:lnTo>
                  <a:lnTo>
                    <a:pt x="554392" y="444478"/>
                  </a:lnTo>
                  <a:lnTo>
                    <a:pt x="553737" y="444473"/>
                  </a:lnTo>
                  <a:lnTo>
                    <a:pt x="553106" y="444407"/>
                  </a:lnTo>
                  <a:lnTo>
                    <a:pt x="552921" y="444378"/>
                  </a:lnTo>
                  <a:lnTo>
                    <a:pt x="552622" y="444503"/>
                  </a:lnTo>
                  <a:lnTo>
                    <a:pt x="552223" y="444697"/>
                  </a:lnTo>
                  <a:lnTo>
                    <a:pt x="552032" y="444540"/>
                  </a:lnTo>
                  <a:lnTo>
                    <a:pt x="551741" y="444355"/>
                  </a:lnTo>
                  <a:lnTo>
                    <a:pt x="551161" y="444519"/>
                  </a:lnTo>
                  <a:lnTo>
                    <a:pt x="550860" y="444504"/>
                  </a:lnTo>
                  <a:lnTo>
                    <a:pt x="550840" y="444327"/>
                  </a:lnTo>
                  <a:lnTo>
                    <a:pt x="550828" y="444048"/>
                  </a:lnTo>
                  <a:lnTo>
                    <a:pt x="550417" y="443703"/>
                  </a:lnTo>
                  <a:lnTo>
                    <a:pt x="550089" y="443947"/>
                  </a:lnTo>
                  <a:lnTo>
                    <a:pt x="549752" y="443820"/>
                  </a:lnTo>
                  <a:lnTo>
                    <a:pt x="549008" y="443020"/>
                  </a:lnTo>
                  <a:lnTo>
                    <a:pt x="548729" y="442665"/>
                  </a:lnTo>
                  <a:lnTo>
                    <a:pt x="548467" y="442342"/>
                  </a:lnTo>
                  <a:lnTo>
                    <a:pt x="548005" y="442077"/>
                  </a:lnTo>
                  <a:lnTo>
                    <a:pt x="547593" y="441943"/>
                  </a:lnTo>
                  <a:lnTo>
                    <a:pt x="546998" y="442084"/>
                  </a:lnTo>
                  <a:lnTo>
                    <a:pt x="546860" y="441992"/>
                  </a:lnTo>
                  <a:lnTo>
                    <a:pt x="546608" y="441884"/>
                  </a:lnTo>
                  <a:lnTo>
                    <a:pt x="546331" y="441772"/>
                  </a:lnTo>
                  <a:lnTo>
                    <a:pt x="546154" y="441604"/>
                  </a:lnTo>
                  <a:lnTo>
                    <a:pt x="545923" y="441440"/>
                  </a:lnTo>
                  <a:lnTo>
                    <a:pt x="545692" y="441595"/>
                  </a:lnTo>
                  <a:lnTo>
                    <a:pt x="545172" y="441723"/>
                  </a:lnTo>
                  <a:lnTo>
                    <a:pt x="544250" y="441859"/>
                  </a:lnTo>
                  <a:lnTo>
                    <a:pt x="543956" y="441811"/>
                  </a:lnTo>
                  <a:lnTo>
                    <a:pt x="543676" y="441769"/>
                  </a:lnTo>
                  <a:lnTo>
                    <a:pt x="543248" y="442133"/>
                  </a:lnTo>
                  <a:lnTo>
                    <a:pt x="543295" y="442591"/>
                  </a:lnTo>
                  <a:lnTo>
                    <a:pt x="543245" y="442826"/>
                  </a:lnTo>
                  <a:lnTo>
                    <a:pt x="542676" y="443249"/>
                  </a:lnTo>
                  <a:lnTo>
                    <a:pt x="542517" y="443564"/>
                  </a:lnTo>
                  <a:lnTo>
                    <a:pt x="542188" y="444102"/>
                  </a:lnTo>
                  <a:lnTo>
                    <a:pt x="541735" y="444228"/>
                  </a:lnTo>
                  <a:lnTo>
                    <a:pt x="541000" y="444474"/>
                  </a:lnTo>
                  <a:lnTo>
                    <a:pt x="540085" y="444831"/>
                  </a:lnTo>
                  <a:lnTo>
                    <a:pt x="539902" y="445031"/>
                  </a:lnTo>
                  <a:lnTo>
                    <a:pt x="539649" y="445582"/>
                  </a:lnTo>
                  <a:lnTo>
                    <a:pt x="539121" y="446721"/>
                  </a:lnTo>
                  <a:lnTo>
                    <a:pt x="539279" y="447153"/>
                  </a:lnTo>
                  <a:lnTo>
                    <a:pt x="539270" y="447480"/>
                  </a:lnTo>
                  <a:lnTo>
                    <a:pt x="538840" y="448028"/>
                  </a:lnTo>
                  <a:lnTo>
                    <a:pt x="538923" y="448331"/>
                  </a:lnTo>
                  <a:lnTo>
                    <a:pt x="539111" y="448483"/>
                  </a:lnTo>
                  <a:lnTo>
                    <a:pt x="539311" y="448805"/>
                  </a:lnTo>
                  <a:lnTo>
                    <a:pt x="538882" y="449380"/>
                  </a:lnTo>
                  <a:lnTo>
                    <a:pt x="538654" y="449500"/>
                  </a:lnTo>
                  <a:lnTo>
                    <a:pt x="538682" y="449962"/>
                  </a:lnTo>
                  <a:lnTo>
                    <a:pt x="538584" y="450130"/>
                  </a:lnTo>
                  <a:lnTo>
                    <a:pt x="538441" y="450624"/>
                  </a:lnTo>
                  <a:lnTo>
                    <a:pt x="537995" y="451018"/>
                  </a:lnTo>
                  <a:lnTo>
                    <a:pt x="537935" y="451149"/>
                  </a:lnTo>
                  <a:lnTo>
                    <a:pt x="537845" y="451633"/>
                  </a:lnTo>
                  <a:lnTo>
                    <a:pt x="537329" y="451942"/>
                  </a:lnTo>
                  <a:lnTo>
                    <a:pt x="537187" y="452459"/>
                  </a:lnTo>
                  <a:lnTo>
                    <a:pt x="537349" y="452677"/>
                  </a:lnTo>
                  <a:lnTo>
                    <a:pt x="538738" y="453461"/>
                  </a:lnTo>
                  <a:lnTo>
                    <a:pt x="539312" y="453811"/>
                  </a:lnTo>
                  <a:lnTo>
                    <a:pt x="539437" y="454126"/>
                  </a:lnTo>
                  <a:lnTo>
                    <a:pt x="539596" y="454518"/>
                  </a:lnTo>
                  <a:lnTo>
                    <a:pt x="539779" y="454741"/>
                  </a:lnTo>
                  <a:lnTo>
                    <a:pt x="539928" y="454836"/>
                  </a:lnTo>
                  <a:lnTo>
                    <a:pt x="540370" y="455248"/>
                  </a:lnTo>
                  <a:lnTo>
                    <a:pt x="540503" y="455464"/>
                  </a:lnTo>
                  <a:lnTo>
                    <a:pt x="540764" y="456407"/>
                  </a:lnTo>
                  <a:lnTo>
                    <a:pt x="540979" y="456693"/>
                  </a:lnTo>
                  <a:lnTo>
                    <a:pt x="541237" y="457208"/>
                  </a:lnTo>
                  <a:lnTo>
                    <a:pt x="541621" y="457210"/>
                  </a:lnTo>
                  <a:lnTo>
                    <a:pt x="542066" y="457437"/>
                  </a:lnTo>
                  <a:lnTo>
                    <a:pt x="542253" y="457670"/>
                  </a:lnTo>
                  <a:lnTo>
                    <a:pt x="542208" y="457802"/>
                  </a:lnTo>
                  <a:lnTo>
                    <a:pt x="542075" y="458258"/>
                  </a:lnTo>
                  <a:lnTo>
                    <a:pt x="542179" y="458521"/>
                  </a:lnTo>
                  <a:lnTo>
                    <a:pt x="542526" y="458828"/>
                  </a:lnTo>
                  <a:lnTo>
                    <a:pt x="542576" y="459231"/>
                  </a:lnTo>
                  <a:lnTo>
                    <a:pt x="542690" y="459611"/>
                  </a:lnTo>
                  <a:lnTo>
                    <a:pt x="542709" y="459994"/>
                  </a:lnTo>
                  <a:lnTo>
                    <a:pt x="542984" y="460191"/>
                  </a:lnTo>
                  <a:lnTo>
                    <a:pt x="543532" y="460566"/>
                  </a:lnTo>
                  <a:lnTo>
                    <a:pt x="543800" y="461128"/>
                  </a:lnTo>
                  <a:lnTo>
                    <a:pt x="544052" y="461449"/>
                  </a:lnTo>
                  <a:lnTo>
                    <a:pt x="544239" y="461656"/>
                  </a:lnTo>
                  <a:lnTo>
                    <a:pt x="544468" y="461648"/>
                  </a:lnTo>
                  <a:lnTo>
                    <a:pt x="544680" y="461919"/>
                  </a:lnTo>
                  <a:lnTo>
                    <a:pt x="544845" y="462229"/>
                  </a:lnTo>
                  <a:lnTo>
                    <a:pt x="545091" y="462484"/>
                  </a:lnTo>
                  <a:lnTo>
                    <a:pt x="544979" y="462879"/>
                  </a:lnTo>
                  <a:lnTo>
                    <a:pt x="545104" y="463464"/>
                  </a:lnTo>
                  <a:lnTo>
                    <a:pt x="545251" y="463567"/>
                  </a:lnTo>
                  <a:lnTo>
                    <a:pt x="545438" y="463710"/>
                  </a:lnTo>
                  <a:lnTo>
                    <a:pt x="545781" y="464089"/>
                  </a:lnTo>
                  <a:lnTo>
                    <a:pt x="545916" y="464359"/>
                  </a:lnTo>
                  <a:lnTo>
                    <a:pt x="546296" y="464654"/>
                  </a:lnTo>
                  <a:lnTo>
                    <a:pt x="546589" y="464780"/>
                  </a:lnTo>
                  <a:lnTo>
                    <a:pt x="546972" y="465442"/>
                  </a:lnTo>
                  <a:lnTo>
                    <a:pt x="547078" y="465913"/>
                  </a:lnTo>
                  <a:lnTo>
                    <a:pt x="547131" y="466138"/>
                  </a:lnTo>
                  <a:lnTo>
                    <a:pt x="547291" y="466498"/>
                  </a:lnTo>
                  <a:lnTo>
                    <a:pt x="547435" y="466603"/>
                  </a:lnTo>
                  <a:lnTo>
                    <a:pt x="547643" y="466839"/>
                  </a:lnTo>
                  <a:lnTo>
                    <a:pt x="547872" y="467253"/>
                  </a:lnTo>
                  <a:lnTo>
                    <a:pt x="547952" y="467505"/>
                  </a:lnTo>
                  <a:lnTo>
                    <a:pt x="548209" y="467909"/>
                  </a:lnTo>
                  <a:lnTo>
                    <a:pt x="548837" y="467713"/>
                  </a:lnTo>
                  <a:lnTo>
                    <a:pt x="549376" y="467583"/>
                  </a:lnTo>
                  <a:lnTo>
                    <a:pt x="549581" y="467970"/>
                  </a:lnTo>
                  <a:lnTo>
                    <a:pt x="549961" y="468216"/>
                  </a:lnTo>
                  <a:lnTo>
                    <a:pt x="550313" y="468154"/>
                  </a:lnTo>
                  <a:lnTo>
                    <a:pt x="550458" y="468223"/>
                  </a:lnTo>
                  <a:lnTo>
                    <a:pt x="550620" y="468596"/>
                  </a:lnTo>
                  <a:lnTo>
                    <a:pt x="550602" y="468792"/>
                  </a:lnTo>
                  <a:lnTo>
                    <a:pt x="550626" y="469034"/>
                  </a:lnTo>
                  <a:lnTo>
                    <a:pt x="550743" y="469254"/>
                  </a:lnTo>
                  <a:lnTo>
                    <a:pt x="550874" y="469345"/>
                  </a:lnTo>
                  <a:lnTo>
                    <a:pt x="551960" y="469668"/>
                  </a:lnTo>
                  <a:lnTo>
                    <a:pt x="552458" y="469734"/>
                  </a:lnTo>
                  <a:lnTo>
                    <a:pt x="552609" y="469727"/>
                  </a:lnTo>
                  <a:lnTo>
                    <a:pt x="552927" y="469641"/>
                  </a:lnTo>
                  <a:lnTo>
                    <a:pt x="553529" y="469539"/>
                  </a:lnTo>
                  <a:lnTo>
                    <a:pt x="553603" y="469668"/>
                  </a:lnTo>
                  <a:lnTo>
                    <a:pt x="553677" y="470028"/>
                  </a:lnTo>
                  <a:lnTo>
                    <a:pt x="553890" y="470091"/>
                  </a:lnTo>
                  <a:lnTo>
                    <a:pt x="554422" y="470059"/>
                  </a:lnTo>
                  <a:lnTo>
                    <a:pt x="554643" y="470254"/>
                  </a:lnTo>
                  <a:lnTo>
                    <a:pt x="555017" y="470380"/>
                  </a:lnTo>
                  <a:lnTo>
                    <a:pt x="555298" y="470315"/>
                  </a:lnTo>
                  <a:lnTo>
                    <a:pt x="555647" y="470440"/>
                  </a:lnTo>
                  <a:lnTo>
                    <a:pt x="555646" y="470873"/>
                  </a:lnTo>
                  <a:lnTo>
                    <a:pt x="555430" y="471314"/>
                  </a:lnTo>
                  <a:lnTo>
                    <a:pt x="555564" y="471522"/>
                  </a:lnTo>
                  <a:lnTo>
                    <a:pt x="555990" y="471856"/>
                  </a:lnTo>
                  <a:lnTo>
                    <a:pt x="556026" y="472103"/>
                  </a:lnTo>
                  <a:lnTo>
                    <a:pt x="556552" y="472630"/>
                  </a:lnTo>
                  <a:lnTo>
                    <a:pt x="557116" y="473008"/>
                  </a:lnTo>
                  <a:lnTo>
                    <a:pt x="557373" y="473689"/>
                  </a:lnTo>
                  <a:lnTo>
                    <a:pt x="557273" y="473949"/>
                  </a:lnTo>
                  <a:lnTo>
                    <a:pt x="557051" y="474664"/>
                  </a:lnTo>
                  <a:lnTo>
                    <a:pt x="557113" y="475033"/>
                  </a:lnTo>
                  <a:lnTo>
                    <a:pt x="557281" y="475318"/>
                  </a:lnTo>
                  <a:lnTo>
                    <a:pt x="556675" y="476425"/>
                  </a:lnTo>
                  <a:lnTo>
                    <a:pt x="556492" y="476478"/>
                  </a:lnTo>
                  <a:lnTo>
                    <a:pt x="556132" y="476867"/>
                  </a:lnTo>
                  <a:lnTo>
                    <a:pt x="556038" y="477119"/>
                  </a:lnTo>
                  <a:lnTo>
                    <a:pt x="556055" y="477265"/>
                  </a:lnTo>
                  <a:lnTo>
                    <a:pt x="556107" y="477630"/>
                  </a:lnTo>
                  <a:lnTo>
                    <a:pt x="556152" y="478474"/>
                  </a:lnTo>
                  <a:lnTo>
                    <a:pt x="556310" y="478675"/>
                  </a:lnTo>
                  <a:lnTo>
                    <a:pt x="556521" y="478853"/>
                  </a:lnTo>
                  <a:lnTo>
                    <a:pt x="556656" y="478982"/>
                  </a:lnTo>
                  <a:lnTo>
                    <a:pt x="556633" y="479360"/>
                  </a:lnTo>
                  <a:lnTo>
                    <a:pt x="556249" y="479836"/>
                  </a:lnTo>
                  <a:lnTo>
                    <a:pt x="556281" y="480352"/>
                  </a:lnTo>
                  <a:lnTo>
                    <a:pt x="556488" y="480477"/>
                  </a:lnTo>
                  <a:lnTo>
                    <a:pt x="556620" y="480528"/>
                  </a:lnTo>
                  <a:lnTo>
                    <a:pt x="556959" y="480393"/>
                  </a:lnTo>
                  <a:lnTo>
                    <a:pt x="557156" y="480037"/>
                  </a:lnTo>
                  <a:lnTo>
                    <a:pt x="557426" y="479871"/>
                  </a:lnTo>
                  <a:lnTo>
                    <a:pt x="557730" y="479733"/>
                  </a:lnTo>
                  <a:lnTo>
                    <a:pt x="558168" y="479763"/>
                  </a:lnTo>
                  <a:lnTo>
                    <a:pt x="558707" y="479579"/>
                  </a:lnTo>
                  <a:lnTo>
                    <a:pt x="559206" y="479087"/>
                  </a:lnTo>
                  <a:lnTo>
                    <a:pt x="559469" y="478926"/>
                  </a:lnTo>
                  <a:lnTo>
                    <a:pt x="559677" y="478976"/>
                  </a:lnTo>
                  <a:lnTo>
                    <a:pt x="559945" y="479144"/>
                  </a:lnTo>
                  <a:lnTo>
                    <a:pt x="560110" y="479356"/>
                  </a:lnTo>
                  <a:lnTo>
                    <a:pt x="560250" y="479475"/>
                  </a:lnTo>
                  <a:lnTo>
                    <a:pt x="560668" y="479754"/>
                  </a:lnTo>
                  <a:lnTo>
                    <a:pt x="561264" y="479933"/>
                  </a:lnTo>
                  <a:lnTo>
                    <a:pt x="561731" y="480178"/>
                  </a:lnTo>
                  <a:lnTo>
                    <a:pt x="562281" y="480204"/>
                  </a:lnTo>
                  <a:lnTo>
                    <a:pt x="562980" y="480206"/>
                  </a:lnTo>
                  <a:lnTo>
                    <a:pt x="563405" y="480258"/>
                  </a:lnTo>
                  <a:lnTo>
                    <a:pt x="563711" y="480473"/>
                  </a:lnTo>
                  <a:lnTo>
                    <a:pt x="564069" y="480390"/>
                  </a:lnTo>
                  <a:lnTo>
                    <a:pt x="565032" y="480444"/>
                  </a:lnTo>
                  <a:lnTo>
                    <a:pt x="565680" y="480682"/>
                  </a:lnTo>
                  <a:lnTo>
                    <a:pt x="565874" y="480754"/>
                  </a:lnTo>
                  <a:lnTo>
                    <a:pt x="566242" y="480899"/>
                  </a:lnTo>
                  <a:lnTo>
                    <a:pt x="566847" y="481099"/>
                  </a:lnTo>
                  <a:lnTo>
                    <a:pt x="567082" y="481054"/>
                  </a:lnTo>
                  <a:lnTo>
                    <a:pt x="567700" y="480892"/>
                  </a:lnTo>
                  <a:lnTo>
                    <a:pt x="567868" y="480844"/>
                  </a:lnTo>
                  <a:lnTo>
                    <a:pt x="568105" y="480768"/>
                  </a:lnTo>
                  <a:lnTo>
                    <a:pt x="568380" y="480606"/>
                  </a:lnTo>
                  <a:lnTo>
                    <a:pt x="568673" y="480048"/>
                  </a:lnTo>
                  <a:lnTo>
                    <a:pt x="568657" y="479843"/>
                  </a:lnTo>
                  <a:lnTo>
                    <a:pt x="568592" y="479604"/>
                  </a:lnTo>
                  <a:lnTo>
                    <a:pt x="568608" y="479300"/>
                  </a:lnTo>
                  <a:lnTo>
                    <a:pt x="569122" y="478922"/>
                  </a:lnTo>
                  <a:lnTo>
                    <a:pt x="569458" y="479106"/>
                  </a:lnTo>
                  <a:lnTo>
                    <a:pt x="569856" y="478961"/>
                  </a:lnTo>
                  <a:lnTo>
                    <a:pt x="570094" y="478959"/>
                  </a:lnTo>
                  <a:lnTo>
                    <a:pt x="570594" y="478874"/>
                  </a:lnTo>
                  <a:lnTo>
                    <a:pt x="570796" y="478764"/>
                  </a:lnTo>
                  <a:lnTo>
                    <a:pt x="570961" y="478563"/>
                  </a:lnTo>
                  <a:lnTo>
                    <a:pt x="571172" y="478376"/>
                  </a:lnTo>
                  <a:lnTo>
                    <a:pt x="571735" y="478081"/>
                  </a:lnTo>
                  <a:lnTo>
                    <a:pt x="572031" y="477982"/>
                  </a:lnTo>
                  <a:lnTo>
                    <a:pt x="572327" y="478096"/>
                  </a:lnTo>
                  <a:lnTo>
                    <a:pt x="572466" y="478380"/>
                  </a:lnTo>
                  <a:lnTo>
                    <a:pt x="572593" y="478445"/>
                  </a:lnTo>
                  <a:lnTo>
                    <a:pt x="573308" y="478585"/>
                  </a:lnTo>
                  <a:lnTo>
                    <a:pt x="573740" y="478431"/>
                  </a:lnTo>
                  <a:lnTo>
                    <a:pt x="573934" y="478379"/>
                  </a:lnTo>
                  <a:lnTo>
                    <a:pt x="574111" y="478420"/>
                  </a:lnTo>
                  <a:lnTo>
                    <a:pt x="574497" y="478702"/>
                  </a:lnTo>
                  <a:lnTo>
                    <a:pt x="574608" y="478887"/>
                  </a:lnTo>
                  <a:lnTo>
                    <a:pt x="574659" y="479028"/>
                  </a:lnTo>
                  <a:lnTo>
                    <a:pt x="574664" y="479536"/>
                  </a:lnTo>
                  <a:lnTo>
                    <a:pt x="574857" y="479810"/>
                  </a:lnTo>
                  <a:lnTo>
                    <a:pt x="575052" y="479867"/>
                  </a:lnTo>
                  <a:lnTo>
                    <a:pt x="575196" y="479845"/>
                  </a:lnTo>
                  <a:lnTo>
                    <a:pt x="575371" y="479750"/>
                  </a:lnTo>
                  <a:lnTo>
                    <a:pt x="575573" y="479505"/>
                  </a:lnTo>
                  <a:lnTo>
                    <a:pt x="575928" y="479483"/>
                  </a:lnTo>
                  <a:lnTo>
                    <a:pt x="576235" y="479993"/>
                  </a:lnTo>
                  <a:lnTo>
                    <a:pt x="576202" y="480216"/>
                  </a:lnTo>
                  <a:lnTo>
                    <a:pt x="576157" y="480918"/>
                  </a:lnTo>
                  <a:lnTo>
                    <a:pt x="576119" y="481092"/>
                  </a:lnTo>
                  <a:lnTo>
                    <a:pt x="576235" y="481477"/>
                  </a:lnTo>
                  <a:lnTo>
                    <a:pt x="576702" y="481654"/>
                  </a:lnTo>
                  <a:lnTo>
                    <a:pt x="576914" y="481735"/>
                  </a:lnTo>
                  <a:lnTo>
                    <a:pt x="577086" y="481980"/>
                  </a:lnTo>
                  <a:lnTo>
                    <a:pt x="577096" y="482126"/>
                  </a:lnTo>
                  <a:lnTo>
                    <a:pt x="577225" y="482331"/>
                  </a:lnTo>
                  <a:lnTo>
                    <a:pt x="577330" y="482524"/>
                  </a:lnTo>
                  <a:lnTo>
                    <a:pt x="577353" y="482762"/>
                  </a:lnTo>
                  <a:lnTo>
                    <a:pt x="577616" y="483396"/>
                  </a:lnTo>
                  <a:lnTo>
                    <a:pt x="577402" y="483717"/>
                  </a:lnTo>
                  <a:lnTo>
                    <a:pt x="577300" y="483959"/>
                  </a:lnTo>
                  <a:lnTo>
                    <a:pt x="577393" y="484133"/>
                  </a:lnTo>
                  <a:lnTo>
                    <a:pt x="577430" y="484494"/>
                  </a:lnTo>
                  <a:lnTo>
                    <a:pt x="577290" y="484850"/>
                  </a:lnTo>
                  <a:lnTo>
                    <a:pt x="577329" y="485361"/>
                  </a:lnTo>
                  <a:lnTo>
                    <a:pt x="577699" y="485774"/>
                  </a:lnTo>
                  <a:lnTo>
                    <a:pt x="577613" y="486037"/>
                  </a:lnTo>
                  <a:lnTo>
                    <a:pt x="577536" y="486323"/>
                  </a:lnTo>
                  <a:lnTo>
                    <a:pt x="577542" y="486713"/>
                  </a:lnTo>
                  <a:lnTo>
                    <a:pt x="577705" y="487118"/>
                  </a:lnTo>
                  <a:lnTo>
                    <a:pt x="577524" y="487411"/>
                  </a:lnTo>
                  <a:lnTo>
                    <a:pt x="577541" y="487679"/>
                  </a:lnTo>
                  <a:lnTo>
                    <a:pt x="577565" y="487907"/>
                  </a:lnTo>
                  <a:lnTo>
                    <a:pt x="577965" y="488975"/>
                  </a:lnTo>
                  <a:lnTo>
                    <a:pt x="578404" y="489283"/>
                  </a:lnTo>
                  <a:lnTo>
                    <a:pt x="578891" y="489159"/>
                  </a:lnTo>
                  <a:lnTo>
                    <a:pt x="579086" y="488732"/>
                  </a:lnTo>
                  <a:lnTo>
                    <a:pt x="579377" y="488731"/>
                  </a:lnTo>
                  <a:lnTo>
                    <a:pt x="579692" y="488764"/>
                  </a:lnTo>
                  <a:lnTo>
                    <a:pt x="580090" y="488923"/>
                  </a:lnTo>
                  <a:lnTo>
                    <a:pt x="580593" y="488857"/>
                  </a:lnTo>
                  <a:lnTo>
                    <a:pt x="581309" y="488773"/>
                  </a:lnTo>
                  <a:lnTo>
                    <a:pt x="581531" y="488734"/>
                  </a:lnTo>
                  <a:lnTo>
                    <a:pt x="581936" y="488935"/>
                  </a:lnTo>
                  <a:lnTo>
                    <a:pt x="582167" y="489061"/>
                  </a:lnTo>
                  <a:lnTo>
                    <a:pt x="582317" y="489142"/>
                  </a:lnTo>
                  <a:lnTo>
                    <a:pt x="582685" y="489075"/>
                  </a:lnTo>
                  <a:lnTo>
                    <a:pt x="583166" y="489059"/>
                  </a:lnTo>
                  <a:lnTo>
                    <a:pt x="583330" y="488898"/>
                  </a:lnTo>
                  <a:lnTo>
                    <a:pt x="583919" y="488351"/>
                  </a:lnTo>
                  <a:lnTo>
                    <a:pt x="583940" y="488219"/>
                  </a:lnTo>
                  <a:lnTo>
                    <a:pt x="584276" y="487681"/>
                  </a:lnTo>
                  <a:lnTo>
                    <a:pt x="584281" y="487134"/>
                  </a:lnTo>
                  <a:lnTo>
                    <a:pt x="584414" y="486867"/>
                  </a:lnTo>
                  <a:lnTo>
                    <a:pt x="585167" y="487027"/>
                  </a:lnTo>
                  <a:lnTo>
                    <a:pt x="585187" y="487496"/>
                  </a:lnTo>
                  <a:lnTo>
                    <a:pt x="585013" y="487877"/>
                  </a:lnTo>
                  <a:lnTo>
                    <a:pt x="584971" y="488088"/>
                  </a:lnTo>
                  <a:lnTo>
                    <a:pt x="584963" y="488400"/>
                  </a:lnTo>
                  <a:lnTo>
                    <a:pt x="585010" y="488670"/>
                  </a:lnTo>
                  <a:lnTo>
                    <a:pt x="585045" y="489042"/>
                  </a:lnTo>
                  <a:lnTo>
                    <a:pt x="585011" y="489403"/>
                  </a:lnTo>
                  <a:lnTo>
                    <a:pt x="584927" y="489706"/>
                  </a:lnTo>
                  <a:lnTo>
                    <a:pt x="584784" y="490251"/>
                  </a:lnTo>
                  <a:lnTo>
                    <a:pt x="584716" y="490860"/>
                  </a:lnTo>
                  <a:lnTo>
                    <a:pt x="585039" y="491438"/>
                  </a:lnTo>
                  <a:lnTo>
                    <a:pt x="584843" y="491678"/>
                  </a:lnTo>
                  <a:lnTo>
                    <a:pt x="584653" y="491748"/>
                  </a:lnTo>
                  <a:lnTo>
                    <a:pt x="583683" y="491877"/>
                  </a:lnTo>
                  <a:lnTo>
                    <a:pt x="582876" y="491856"/>
                  </a:lnTo>
                  <a:lnTo>
                    <a:pt x="582457" y="491927"/>
                  </a:lnTo>
                  <a:lnTo>
                    <a:pt x="582272" y="491977"/>
                  </a:lnTo>
                  <a:lnTo>
                    <a:pt x="582003" y="492068"/>
                  </a:lnTo>
                  <a:lnTo>
                    <a:pt x="581531" y="492250"/>
                  </a:lnTo>
                  <a:lnTo>
                    <a:pt x="581211" y="492810"/>
                  </a:lnTo>
                  <a:lnTo>
                    <a:pt x="581005" y="493144"/>
                  </a:lnTo>
                  <a:lnTo>
                    <a:pt x="580819" y="493499"/>
                  </a:lnTo>
                  <a:lnTo>
                    <a:pt x="580618" y="493864"/>
                  </a:lnTo>
                  <a:lnTo>
                    <a:pt x="580369" y="494170"/>
                  </a:lnTo>
                  <a:lnTo>
                    <a:pt x="580250" y="494381"/>
                  </a:lnTo>
                  <a:lnTo>
                    <a:pt x="580245" y="494707"/>
                  </a:lnTo>
                  <a:lnTo>
                    <a:pt x="580022" y="494859"/>
                  </a:lnTo>
                  <a:lnTo>
                    <a:pt x="579841" y="494983"/>
                  </a:lnTo>
                  <a:lnTo>
                    <a:pt x="579684" y="495287"/>
                  </a:lnTo>
                  <a:lnTo>
                    <a:pt x="579678" y="495510"/>
                  </a:lnTo>
                  <a:lnTo>
                    <a:pt x="579597" y="495958"/>
                  </a:lnTo>
                  <a:lnTo>
                    <a:pt x="579440" y="496420"/>
                  </a:lnTo>
                  <a:lnTo>
                    <a:pt x="579261" y="497102"/>
                  </a:lnTo>
                  <a:lnTo>
                    <a:pt x="579192" y="497559"/>
                  </a:lnTo>
                  <a:lnTo>
                    <a:pt x="579123" y="497727"/>
                  </a:lnTo>
                  <a:lnTo>
                    <a:pt x="579061" y="498211"/>
                  </a:lnTo>
                  <a:lnTo>
                    <a:pt x="579087" y="498394"/>
                  </a:lnTo>
                  <a:lnTo>
                    <a:pt x="579315" y="498772"/>
                  </a:lnTo>
                  <a:lnTo>
                    <a:pt x="579569" y="499075"/>
                  </a:lnTo>
                  <a:lnTo>
                    <a:pt x="580088" y="499306"/>
                  </a:lnTo>
                  <a:lnTo>
                    <a:pt x="580585" y="499793"/>
                  </a:lnTo>
                  <a:lnTo>
                    <a:pt x="580749" y="499704"/>
                  </a:lnTo>
                  <a:lnTo>
                    <a:pt x="580958" y="499692"/>
                  </a:lnTo>
                  <a:lnTo>
                    <a:pt x="581199" y="499687"/>
                  </a:lnTo>
                  <a:lnTo>
                    <a:pt x="581575" y="499695"/>
                  </a:lnTo>
                  <a:lnTo>
                    <a:pt x="581954" y="499736"/>
                  </a:lnTo>
                  <a:lnTo>
                    <a:pt x="582536" y="500289"/>
                  </a:lnTo>
                  <a:lnTo>
                    <a:pt x="582951" y="500502"/>
                  </a:lnTo>
                  <a:lnTo>
                    <a:pt x="583292" y="500975"/>
                  </a:lnTo>
                  <a:lnTo>
                    <a:pt x="583303" y="501522"/>
                  </a:lnTo>
                  <a:lnTo>
                    <a:pt x="583116" y="501715"/>
                  </a:lnTo>
                  <a:lnTo>
                    <a:pt x="582838" y="502407"/>
                  </a:lnTo>
                  <a:lnTo>
                    <a:pt x="582671" y="502956"/>
                  </a:lnTo>
                  <a:lnTo>
                    <a:pt x="582477" y="503433"/>
                  </a:lnTo>
                  <a:lnTo>
                    <a:pt x="582400" y="503690"/>
                  </a:lnTo>
                  <a:lnTo>
                    <a:pt x="582308" y="503884"/>
                  </a:lnTo>
                  <a:lnTo>
                    <a:pt x="581894" y="504309"/>
                  </a:lnTo>
                  <a:lnTo>
                    <a:pt x="581529" y="504499"/>
                  </a:lnTo>
                  <a:lnTo>
                    <a:pt x="580818" y="504812"/>
                  </a:lnTo>
                  <a:lnTo>
                    <a:pt x="580665" y="504836"/>
                  </a:lnTo>
                  <a:lnTo>
                    <a:pt x="580477" y="504998"/>
                  </a:lnTo>
                  <a:lnTo>
                    <a:pt x="580585" y="505158"/>
                  </a:lnTo>
                  <a:lnTo>
                    <a:pt x="580864" y="505606"/>
                  </a:lnTo>
                  <a:lnTo>
                    <a:pt x="580939" y="505776"/>
                  </a:lnTo>
                  <a:lnTo>
                    <a:pt x="580863" y="505961"/>
                  </a:lnTo>
                  <a:lnTo>
                    <a:pt x="580623" y="506280"/>
                  </a:lnTo>
                  <a:lnTo>
                    <a:pt x="580249" y="506599"/>
                  </a:lnTo>
                  <a:lnTo>
                    <a:pt x="579822" y="506858"/>
                  </a:lnTo>
                  <a:lnTo>
                    <a:pt x="579373" y="506973"/>
                  </a:lnTo>
                  <a:lnTo>
                    <a:pt x="579517" y="507383"/>
                  </a:lnTo>
                  <a:lnTo>
                    <a:pt x="579619" y="507699"/>
                  </a:lnTo>
                  <a:lnTo>
                    <a:pt x="579612" y="508275"/>
                  </a:lnTo>
                  <a:lnTo>
                    <a:pt x="579586" y="508458"/>
                  </a:lnTo>
                  <a:lnTo>
                    <a:pt x="579432" y="508530"/>
                  </a:lnTo>
                  <a:lnTo>
                    <a:pt x="579243" y="508649"/>
                  </a:lnTo>
                  <a:lnTo>
                    <a:pt x="579086" y="508893"/>
                  </a:lnTo>
                  <a:lnTo>
                    <a:pt x="579040" y="509063"/>
                  </a:lnTo>
                  <a:lnTo>
                    <a:pt x="578930" y="509374"/>
                  </a:lnTo>
                  <a:lnTo>
                    <a:pt x="578773" y="509521"/>
                  </a:lnTo>
                  <a:lnTo>
                    <a:pt x="578511" y="509961"/>
                  </a:lnTo>
                  <a:lnTo>
                    <a:pt x="577950" y="510056"/>
                  </a:lnTo>
                  <a:lnTo>
                    <a:pt x="577590" y="509767"/>
                  </a:lnTo>
                  <a:lnTo>
                    <a:pt x="577316" y="509622"/>
                  </a:lnTo>
                  <a:lnTo>
                    <a:pt x="577184" y="509323"/>
                  </a:lnTo>
                  <a:lnTo>
                    <a:pt x="577002" y="509285"/>
                  </a:lnTo>
                  <a:lnTo>
                    <a:pt x="576835" y="509092"/>
                  </a:lnTo>
                  <a:lnTo>
                    <a:pt x="576747" y="508870"/>
                  </a:lnTo>
                  <a:lnTo>
                    <a:pt x="576516" y="508685"/>
                  </a:lnTo>
                  <a:lnTo>
                    <a:pt x="576104" y="508255"/>
                  </a:lnTo>
                  <a:lnTo>
                    <a:pt x="575943" y="507974"/>
                  </a:lnTo>
                  <a:lnTo>
                    <a:pt x="575586" y="507708"/>
                  </a:lnTo>
                  <a:lnTo>
                    <a:pt x="574925" y="507156"/>
                  </a:lnTo>
                  <a:lnTo>
                    <a:pt x="574777" y="506771"/>
                  </a:lnTo>
                  <a:lnTo>
                    <a:pt x="574584" y="506668"/>
                  </a:lnTo>
                  <a:lnTo>
                    <a:pt x="574215" y="506457"/>
                  </a:lnTo>
                  <a:lnTo>
                    <a:pt x="574059" y="506324"/>
                  </a:lnTo>
                  <a:lnTo>
                    <a:pt x="573801" y="506163"/>
                  </a:lnTo>
                  <a:lnTo>
                    <a:pt x="573309" y="505663"/>
                  </a:lnTo>
                  <a:lnTo>
                    <a:pt x="572744" y="505351"/>
                  </a:lnTo>
                  <a:lnTo>
                    <a:pt x="572693" y="505053"/>
                  </a:lnTo>
                  <a:lnTo>
                    <a:pt x="572630" y="504776"/>
                  </a:lnTo>
                  <a:lnTo>
                    <a:pt x="572141" y="504627"/>
                  </a:lnTo>
                  <a:lnTo>
                    <a:pt x="572050" y="504480"/>
                  </a:lnTo>
                  <a:lnTo>
                    <a:pt x="571931" y="504163"/>
                  </a:lnTo>
                  <a:lnTo>
                    <a:pt x="571729" y="503783"/>
                  </a:lnTo>
                  <a:lnTo>
                    <a:pt x="571196" y="503592"/>
                  </a:lnTo>
                  <a:lnTo>
                    <a:pt x="571060" y="503628"/>
                  </a:lnTo>
                  <a:lnTo>
                    <a:pt x="569648" y="503667"/>
                  </a:lnTo>
                  <a:lnTo>
                    <a:pt x="569476" y="503619"/>
                  </a:lnTo>
                  <a:lnTo>
                    <a:pt x="569233" y="503524"/>
                  </a:lnTo>
                  <a:lnTo>
                    <a:pt x="568895" y="503386"/>
                  </a:lnTo>
                  <a:lnTo>
                    <a:pt x="568351" y="503576"/>
                  </a:lnTo>
                  <a:lnTo>
                    <a:pt x="567920" y="503626"/>
                  </a:lnTo>
                  <a:lnTo>
                    <a:pt x="567700" y="503625"/>
                  </a:lnTo>
                  <a:lnTo>
                    <a:pt x="567500" y="503593"/>
                  </a:lnTo>
                  <a:lnTo>
                    <a:pt x="567266" y="503721"/>
                  </a:lnTo>
                  <a:lnTo>
                    <a:pt x="567081" y="504037"/>
                  </a:lnTo>
                  <a:lnTo>
                    <a:pt x="566904" y="505101"/>
                  </a:lnTo>
                  <a:lnTo>
                    <a:pt x="567017" y="505488"/>
                  </a:lnTo>
                  <a:lnTo>
                    <a:pt x="566961" y="505890"/>
                  </a:lnTo>
                  <a:lnTo>
                    <a:pt x="566900" y="506049"/>
                  </a:lnTo>
                  <a:lnTo>
                    <a:pt x="567018" y="506813"/>
                  </a:lnTo>
                  <a:lnTo>
                    <a:pt x="566960" y="507173"/>
                  </a:lnTo>
                  <a:lnTo>
                    <a:pt x="566823" y="507316"/>
                  </a:lnTo>
                  <a:lnTo>
                    <a:pt x="566421" y="507494"/>
                  </a:lnTo>
                  <a:lnTo>
                    <a:pt x="566195" y="507219"/>
                  </a:lnTo>
                  <a:lnTo>
                    <a:pt x="565709" y="506532"/>
                  </a:lnTo>
                  <a:lnTo>
                    <a:pt x="565519" y="506330"/>
                  </a:lnTo>
                  <a:lnTo>
                    <a:pt x="565263" y="505987"/>
                  </a:lnTo>
                  <a:lnTo>
                    <a:pt x="565288" y="505592"/>
                  </a:lnTo>
                  <a:lnTo>
                    <a:pt x="565254" y="505318"/>
                  </a:lnTo>
                  <a:lnTo>
                    <a:pt x="564964" y="505049"/>
                  </a:lnTo>
                  <a:lnTo>
                    <a:pt x="564646" y="504776"/>
                  </a:lnTo>
                  <a:lnTo>
                    <a:pt x="564646" y="504586"/>
                  </a:lnTo>
                  <a:lnTo>
                    <a:pt x="563877" y="503667"/>
                  </a:lnTo>
                  <a:lnTo>
                    <a:pt x="563852" y="503388"/>
                  </a:lnTo>
                  <a:lnTo>
                    <a:pt x="563353" y="502706"/>
                  </a:lnTo>
                  <a:lnTo>
                    <a:pt x="563048" y="502585"/>
                  </a:lnTo>
                  <a:lnTo>
                    <a:pt x="562893" y="502276"/>
                  </a:lnTo>
                  <a:lnTo>
                    <a:pt x="562652" y="501870"/>
                  </a:lnTo>
                  <a:lnTo>
                    <a:pt x="562378" y="501662"/>
                  </a:lnTo>
                  <a:lnTo>
                    <a:pt x="561856" y="501524"/>
                  </a:lnTo>
                  <a:lnTo>
                    <a:pt x="561690" y="501522"/>
                  </a:lnTo>
                  <a:lnTo>
                    <a:pt x="561195" y="501368"/>
                  </a:lnTo>
                  <a:lnTo>
                    <a:pt x="560928" y="501508"/>
                  </a:lnTo>
                  <a:lnTo>
                    <a:pt x="560564" y="501590"/>
                  </a:lnTo>
                  <a:lnTo>
                    <a:pt x="560233" y="501626"/>
                  </a:lnTo>
                  <a:lnTo>
                    <a:pt x="559909" y="501608"/>
                  </a:lnTo>
                  <a:lnTo>
                    <a:pt x="559447" y="501385"/>
                  </a:lnTo>
                  <a:lnTo>
                    <a:pt x="558841" y="501313"/>
                  </a:lnTo>
                  <a:lnTo>
                    <a:pt x="558586" y="501997"/>
                  </a:lnTo>
                  <a:lnTo>
                    <a:pt x="558094" y="502012"/>
                  </a:lnTo>
                  <a:lnTo>
                    <a:pt x="557975" y="501262"/>
                  </a:lnTo>
                  <a:lnTo>
                    <a:pt x="557290" y="501218"/>
                  </a:lnTo>
                  <a:lnTo>
                    <a:pt x="556971" y="501359"/>
                  </a:lnTo>
                  <a:lnTo>
                    <a:pt x="556838" y="501473"/>
                  </a:lnTo>
                  <a:lnTo>
                    <a:pt x="556498" y="501677"/>
                  </a:lnTo>
                  <a:lnTo>
                    <a:pt x="556424" y="501842"/>
                  </a:lnTo>
                  <a:lnTo>
                    <a:pt x="556441" y="502097"/>
                  </a:lnTo>
                  <a:lnTo>
                    <a:pt x="556460" y="502232"/>
                  </a:lnTo>
                  <a:lnTo>
                    <a:pt x="556434" y="502430"/>
                  </a:lnTo>
                  <a:lnTo>
                    <a:pt x="555944" y="502361"/>
                  </a:lnTo>
                  <a:lnTo>
                    <a:pt x="555752" y="503010"/>
                  </a:lnTo>
                  <a:lnTo>
                    <a:pt x="555429" y="503136"/>
                  </a:lnTo>
                  <a:lnTo>
                    <a:pt x="555239" y="503169"/>
                  </a:lnTo>
                  <a:lnTo>
                    <a:pt x="555143" y="503342"/>
                  </a:lnTo>
                  <a:lnTo>
                    <a:pt x="554243" y="504018"/>
                  </a:lnTo>
                  <a:lnTo>
                    <a:pt x="554267" y="504258"/>
                  </a:lnTo>
                  <a:lnTo>
                    <a:pt x="554049" y="504968"/>
                  </a:lnTo>
                  <a:lnTo>
                    <a:pt x="553845" y="505245"/>
                  </a:lnTo>
                  <a:lnTo>
                    <a:pt x="554169" y="505673"/>
                  </a:lnTo>
                  <a:lnTo>
                    <a:pt x="554391" y="505654"/>
                  </a:lnTo>
                  <a:lnTo>
                    <a:pt x="554671" y="505597"/>
                  </a:lnTo>
                  <a:lnTo>
                    <a:pt x="554840" y="505669"/>
                  </a:lnTo>
                  <a:lnTo>
                    <a:pt x="554501" y="506314"/>
                  </a:lnTo>
                  <a:lnTo>
                    <a:pt x="554490" y="506667"/>
                  </a:lnTo>
                  <a:lnTo>
                    <a:pt x="555149" y="507054"/>
                  </a:lnTo>
                  <a:lnTo>
                    <a:pt x="555144" y="507340"/>
                  </a:lnTo>
                  <a:lnTo>
                    <a:pt x="555218" y="507665"/>
                  </a:lnTo>
                  <a:lnTo>
                    <a:pt x="555389" y="507649"/>
                  </a:lnTo>
                  <a:lnTo>
                    <a:pt x="555523" y="507633"/>
                  </a:lnTo>
                  <a:lnTo>
                    <a:pt x="555664" y="507678"/>
                  </a:lnTo>
                  <a:lnTo>
                    <a:pt x="555900" y="507876"/>
                  </a:lnTo>
                  <a:lnTo>
                    <a:pt x="555808" y="508077"/>
                  </a:lnTo>
                  <a:lnTo>
                    <a:pt x="555718" y="508240"/>
                  </a:lnTo>
                  <a:lnTo>
                    <a:pt x="555702" y="508500"/>
                  </a:lnTo>
                  <a:lnTo>
                    <a:pt x="555529" y="508964"/>
                  </a:lnTo>
                  <a:lnTo>
                    <a:pt x="556121" y="509347"/>
                  </a:lnTo>
                  <a:lnTo>
                    <a:pt x="556226" y="509672"/>
                  </a:lnTo>
                  <a:lnTo>
                    <a:pt x="556288" y="509901"/>
                  </a:lnTo>
                  <a:lnTo>
                    <a:pt x="556341" y="510516"/>
                  </a:lnTo>
                  <a:lnTo>
                    <a:pt x="555925" y="510679"/>
                  </a:lnTo>
                  <a:lnTo>
                    <a:pt x="555331" y="510808"/>
                  </a:lnTo>
                  <a:lnTo>
                    <a:pt x="555094" y="511188"/>
                  </a:lnTo>
                  <a:lnTo>
                    <a:pt x="555102" y="511456"/>
                  </a:lnTo>
                  <a:lnTo>
                    <a:pt x="555281" y="511907"/>
                  </a:lnTo>
                  <a:lnTo>
                    <a:pt x="555280" y="512733"/>
                  </a:lnTo>
                  <a:lnTo>
                    <a:pt x="555575" y="512730"/>
                  </a:lnTo>
                  <a:lnTo>
                    <a:pt x="556005" y="512721"/>
                  </a:lnTo>
                  <a:lnTo>
                    <a:pt x="556400" y="513081"/>
                  </a:lnTo>
                  <a:lnTo>
                    <a:pt x="556568" y="513268"/>
                  </a:lnTo>
                  <a:lnTo>
                    <a:pt x="556918" y="513258"/>
                  </a:lnTo>
                  <a:lnTo>
                    <a:pt x="556905" y="513736"/>
                  </a:lnTo>
                  <a:lnTo>
                    <a:pt x="556941" y="513933"/>
                  </a:lnTo>
                  <a:lnTo>
                    <a:pt x="556964" y="514070"/>
                  </a:lnTo>
                  <a:lnTo>
                    <a:pt x="556623" y="514509"/>
                  </a:lnTo>
                  <a:lnTo>
                    <a:pt x="556567" y="515407"/>
                  </a:lnTo>
                  <a:lnTo>
                    <a:pt x="556642" y="515540"/>
                  </a:lnTo>
                  <a:lnTo>
                    <a:pt x="556862" y="516114"/>
                  </a:lnTo>
                  <a:lnTo>
                    <a:pt x="557134" y="516510"/>
                  </a:lnTo>
                  <a:lnTo>
                    <a:pt x="556839" y="516578"/>
                  </a:lnTo>
                  <a:lnTo>
                    <a:pt x="556480" y="516658"/>
                  </a:lnTo>
                  <a:lnTo>
                    <a:pt x="555891" y="516599"/>
                  </a:lnTo>
                  <a:lnTo>
                    <a:pt x="554934" y="516417"/>
                  </a:lnTo>
                  <a:lnTo>
                    <a:pt x="554706" y="516328"/>
                  </a:lnTo>
                  <a:lnTo>
                    <a:pt x="554438" y="516348"/>
                  </a:lnTo>
                  <a:lnTo>
                    <a:pt x="554491" y="516857"/>
                  </a:lnTo>
                  <a:lnTo>
                    <a:pt x="554576" y="517291"/>
                  </a:lnTo>
                  <a:lnTo>
                    <a:pt x="554624" y="517545"/>
                  </a:lnTo>
                  <a:lnTo>
                    <a:pt x="554604" y="517688"/>
                  </a:lnTo>
                  <a:lnTo>
                    <a:pt x="554693" y="518184"/>
                  </a:lnTo>
                  <a:lnTo>
                    <a:pt x="554681" y="518366"/>
                  </a:lnTo>
                  <a:lnTo>
                    <a:pt x="554554" y="518824"/>
                  </a:lnTo>
                  <a:lnTo>
                    <a:pt x="554374" y="519152"/>
                  </a:lnTo>
                  <a:lnTo>
                    <a:pt x="554437" y="520006"/>
                  </a:lnTo>
                  <a:lnTo>
                    <a:pt x="554081" y="520537"/>
                  </a:lnTo>
                  <a:lnTo>
                    <a:pt x="554705" y="521001"/>
                  </a:lnTo>
                  <a:lnTo>
                    <a:pt x="555007" y="520968"/>
                  </a:lnTo>
                  <a:lnTo>
                    <a:pt x="555702" y="521024"/>
                  </a:lnTo>
                  <a:lnTo>
                    <a:pt x="556855" y="521595"/>
                  </a:lnTo>
                  <a:lnTo>
                    <a:pt x="557082" y="521887"/>
                  </a:lnTo>
                  <a:lnTo>
                    <a:pt x="557581" y="522206"/>
                  </a:lnTo>
                  <a:lnTo>
                    <a:pt x="557709" y="522362"/>
                  </a:lnTo>
                  <a:lnTo>
                    <a:pt x="558256" y="522968"/>
                  </a:lnTo>
                  <a:lnTo>
                    <a:pt x="558504" y="523004"/>
                  </a:lnTo>
                  <a:lnTo>
                    <a:pt x="558801" y="523176"/>
                  </a:lnTo>
                  <a:lnTo>
                    <a:pt x="558934" y="523776"/>
                  </a:lnTo>
                  <a:lnTo>
                    <a:pt x="558863" y="524032"/>
                  </a:lnTo>
                  <a:lnTo>
                    <a:pt x="558787" y="524269"/>
                  </a:lnTo>
                  <a:lnTo>
                    <a:pt x="559397" y="524842"/>
                  </a:lnTo>
                  <a:lnTo>
                    <a:pt x="559622" y="525083"/>
                  </a:lnTo>
                  <a:lnTo>
                    <a:pt x="559533" y="525276"/>
                  </a:lnTo>
                  <a:lnTo>
                    <a:pt x="559458" y="525615"/>
                  </a:lnTo>
                  <a:lnTo>
                    <a:pt x="559422" y="525831"/>
                  </a:lnTo>
                  <a:lnTo>
                    <a:pt x="559389" y="526021"/>
                  </a:lnTo>
                  <a:lnTo>
                    <a:pt x="559335" y="526177"/>
                  </a:lnTo>
                  <a:lnTo>
                    <a:pt x="559270" y="526360"/>
                  </a:lnTo>
                  <a:lnTo>
                    <a:pt x="559152" y="526679"/>
                  </a:lnTo>
                  <a:lnTo>
                    <a:pt x="559473" y="527317"/>
                  </a:lnTo>
                  <a:lnTo>
                    <a:pt x="559304" y="527614"/>
                  </a:lnTo>
                  <a:lnTo>
                    <a:pt x="559163" y="527697"/>
                  </a:lnTo>
                  <a:lnTo>
                    <a:pt x="558994" y="527970"/>
                  </a:lnTo>
                  <a:lnTo>
                    <a:pt x="559046" y="528214"/>
                  </a:lnTo>
                  <a:lnTo>
                    <a:pt x="559122" y="528468"/>
                  </a:lnTo>
                  <a:lnTo>
                    <a:pt x="559163" y="528859"/>
                  </a:lnTo>
                  <a:lnTo>
                    <a:pt x="559028" y="529311"/>
                  </a:lnTo>
                  <a:lnTo>
                    <a:pt x="559076" y="529661"/>
                  </a:lnTo>
                  <a:lnTo>
                    <a:pt x="559042" y="530003"/>
                  </a:lnTo>
                  <a:lnTo>
                    <a:pt x="558988" y="530247"/>
                  </a:lnTo>
                  <a:lnTo>
                    <a:pt x="558792" y="530843"/>
                  </a:lnTo>
                  <a:lnTo>
                    <a:pt x="558196" y="531381"/>
                  </a:lnTo>
                  <a:lnTo>
                    <a:pt x="558063" y="531524"/>
                  </a:lnTo>
                  <a:lnTo>
                    <a:pt x="558017" y="531684"/>
                  </a:lnTo>
                  <a:lnTo>
                    <a:pt x="557900" y="532049"/>
                  </a:lnTo>
                  <a:lnTo>
                    <a:pt x="557560" y="532580"/>
                  </a:lnTo>
                  <a:lnTo>
                    <a:pt x="557234" y="532760"/>
                  </a:lnTo>
                  <a:lnTo>
                    <a:pt x="556862" y="532751"/>
                  </a:lnTo>
                  <a:lnTo>
                    <a:pt x="556782" y="532898"/>
                  </a:lnTo>
                  <a:lnTo>
                    <a:pt x="556199" y="533660"/>
                  </a:lnTo>
                  <a:lnTo>
                    <a:pt x="555866" y="534052"/>
                  </a:lnTo>
                  <a:lnTo>
                    <a:pt x="555364" y="534097"/>
                  </a:lnTo>
                  <a:lnTo>
                    <a:pt x="555231" y="534040"/>
                  </a:lnTo>
                  <a:lnTo>
                    <a:pt x="555033" y="533988"/>
                  </a:lnTo>
                  <a:lnTo>
                    <a:pt x="554288" y="534132"/>
                  </a:lnTo>
                  <a:lnTo>
                    <a:pt x="553999" y="534500"/>
                  </a:lnTo>
                  <a:lnTo>
                    <a:pt x="553970" y="534631"/>
                  </a:lnTo>
                  <a:lnTo>
                    <a:pt x="554109" y="535356"/>
                  </a:lnTo>
                  <a:lnTo>
                    <a:pt x="553966" y="535481"/>
                  </a:lnTo>
                  <a:lnTo>
                    <a:pt x="553621" y="535242"/>
                  </a:lnTo>
                  <a:lnTo>
                    <a:pt x="553513" y="534340"/>
                  </a:lnTo>
                  <a:lnTo>
                    <a:pt x="553673" y="533947"/>
                  </a:lnTo>
                  <a:lnTo>
                    <a:pt x="553746" y="533661"/>
                  </a:lnTo>
                  <a:lnTo>
                    <a:pt x="553339" y="533624"/>
                  </a:lnTo>
                  <a:lnTo>
                    <a:pt x="553152" y="533669"/>
                  </a:lnTo>
                  <a:lnTo>
                    <a:pt x="552705" y="533548"/>
                  </a:lnTo>
                  <a:lnTo>
                    <a:pt x="552224" y="533297"/>
                  </a:lnTo>
                  <a:lnTo>
                    <a:pt x="551957" y="532853"/>
                  </a:lnTo>
                  <a:lnTo>
                    <a:pt x="551760" y="532876"/>
                  </a:lnTo>
                  <a:lnTo>
                    <a:pt x="551562" y="533030"/>
                  </a:lnTo>
                  <a:lnTo>
                    <a:pt x="551219" y="533091"/>
                  </a:lnTo>
                  <a:lnTo>
                    <a:pt x="550528" y="533625"/>
                  </a:lnTo>
                  <a:lnTo>
                    <a:pt x="549834" y="534054"/>
                  </a:lnTo>
                  <a:lnTo>
                    <a:pt x="549568" y="534419"/>
                  </a:lnTo>
                  <a:lnTo>
                    <a:pt x="549273" y="534898"/>
                  </a:lnTo>
                  <a:lnTo>
                    <a:pt x="548813" y="535198"/>
                  </a:lnTo>
                  <a:lnTo>
                    <a:pt x="548215" y="535750"/>
                  </a:lnTo>
                  <a:lnTo>
                    <a:pt x="547483" y="535829"/>
                  </a:lnTo>
                  <a:lnTo>
                    <a:pt x="547296" y="535894"/>
                  </a:lnTo>
                  <a:lnTo>
                    <a:pt x="546716" y="535954"/>
                  </a:lnTo>
                  <a:lnTo>
                    <a:pt x="546350" y="536163"/>
                  </a:lnTo>
                  <a:lnTo>
                    <a:pt x="546085" y="536367"/>
                  </a:lnTo>
                  <a:lnTo>
                    <a:pt x="545691" y="536696"/>
                  </a:lnTo>
                  <a:lnTo>
                    <a:pt x="545346" y="536986"/>
                  </a:lnTo>
                  <a:lnTo>
                    <a:pt x="545156" y="537182"/>
                  </a:lnTo>
                  <a:lnTo>
                    <a:pt x="544843" y="536935"/>
                  </a:lnTo>
                  <a:lnTo>
                    <a:pt x="544631" y="536546"/>
                  </a:lnTo>
                  <a:lnTo>
                    <a:pt x="544368" y="536355"/>
                  </a:lnTo>
                  <a:lnTo>
                    <a:pt x="543550" y="536422"/>
                  </a:lnTo>
                  <a:lnTo>
                    <a:pt x="543343" y="536116"/>
                  </a:lnTo>
                  <a:lnTo>
                    <a:pt x="543263" y="535888"/>
                  </a:lnTo>
                  <a:lnTo>
                    <a:pt x="543207" y="535723"/>
                  </a:lnTo>
                  <a:lnTo>
                    <a:pt x="542826" y="535578"/>
                  </a:lnTo>
                  <a:lnTo>
                    <a:pt x="542508" y="535475"/>
                  </a:lnTo>
                  <a:lnTo>
                    <a:pt x="542246" y="535123"/>
                  </a:lnTo>
                  <a:lnTo>
                    <a:pt x="541610" y="535070"/>
                  </a:lnTo>
                  <a:lnTo>
                    <a:pt x="540775" y="534636"/>
                  </a:lnTo>
                  <a:lnTo>
                    <a:pt x="540486" y="534605"/>
                  </a:lnTo>
                  <a:lnTo>
                    <a:pt x="540087" y="534841"/>
                  </a:lnTo>
                  <a:lnTo>
                    <a:pt x="539847" y="534826"/>
                  </a:lnTo>
                  <a:lnTo>
                    <a:pt x="539060" y="534604"/>
                  </a:lnTo>
                  <a:lnTo>
                    <a:pt x="538639" y="534420"/>
                  </a:lnTo>
                  <a:lnTo>
                    <a:pt x="538505" y="534616"/>
                  </a:lnTo>
                  <a:lnTo>
                    <a:pt x="538231" y="534989"/>
                  </a:lnTo>
                  <a:lnTo>
                    <a:pt x="537873" y="535157"/>
                  </a:lnTo>
                  <a:lnTo>
                    <a:pt x="537590" y="534974"/>
                  </a:lnTo>
                  <a:lnTo>
                    <a:pt x="537439" y="534345"/>
                  </a:lnTo>
                  <a:lnTo>
                    <a:pt x="537016" y="534102"/>
                  </a:lnTo>
                  <a:lnTo>
                    <a:pt x="536083" y="534234"/>
                  </a:lnTo>
                  <a:lnTo>
                    <a:pt x="535939" y="534206"/>
                  </a:lnTo>
                  <a:lnTo>
                    <a:pt x="535469" y="534025"/>
                  </a:lnTo>
                  <a:lnTo>
                    <a:pt x="535161" y="533812"/>
                  </a:lnTo>
                  <a:lnTo>
                    <a:pt x="534705" y="533452"/>
                  </a:lnTo>
                  <a:lnTo>
                    <a:pt x="534610" y="533299"/>
                  </a:lnTo>
                  <a:lnTo>
                    <a:pt x="533531" y="532858"/>
                  </a:lnTo>
                  <a:lnTo>
                    <a:pt x="533620" y="533480"/>
                  </a:lnTo>
                  <a:lnTo>
                    <a:pt x="533944" y="533848"/>
                  </a:lnTo>
                  <a:lnTo>
                    <a:pt x="534317" y="534244"/>
                  </a:lnTo>
                  <a:lnTo>
                    <a:pt x="534520" y="534526"/>
                  </a:lnTo>
                  <a:lnTo>
                    <a:pt x="534786" y="535075"/>
                  </a:lnTo>
                  <a:lnTo>
                    <a:pt x="534798" y="535350"/>
                  </a:lnTo>
                  <a:lnTo>
                    <a:pt x="534780" y="535554"/>
                  </a:lnTo>
                  <a:lnTo>
                    <a:pt x="535014" y="535882"/>
                  </a:lnTo>
                  <a:lnTo>
                    <a:pt x="535112" y="536066"/>
                  </a:lnTo>
                  <a:lnTo>
                    <a:pt x="534940" y="536442"/>
                  </a:lnTo>
                  <a:lnTo>
                    <a:pt x="534483" y="536715"/>
                  </a:lnTo>
                  <a:lnTo>
                    <a:pt x="534309" y="536618"/>
                  </a:lnTo>
                  <a:lnTo>
                    <a:pt x="533995" y="536320"/>
                  </a:lnTo>
                  <a:lnTo>
                    <a:pt x="533590" y="536100"/>
                  </a:lnTo>
                  <a:lnTo>
                    <a:pt x="533007" y="535737"/>
                  </a:lnTo>
                  <a:lnTo>
                    <a:pt x="532771" y="535708"/>
                  </a:lnTo>
                  <a:lnTo>
                    <a:pt x="532497" y="536019"/>
                  </a:lnTo>
                  <a:lnTo>
                    <a:pt x="532407" y="536217"/>
                  </a:lnTo>
                  <a:lnTo>
                    <a:pt x="532329" y="536400"/>
                  </a:lnTo>
                  <a:lnTo>
                    <a:pt x="532203" y="536876"/>
                  </a:lnTo>
                  <a:lnTo>
                    <a:pt x="532236" y="537562"/>
                  </a:lnTo>
                  <a:lnTo>
                    <a:pt x="532310" y="537972"/>
                  </a:lnTo>
                  <a:lnTo>
                    <a:pt x="532312" y="538152"/>
                  </a:lnTo>
                  <a:lnTo>
                    <a:pt x="532271" y="538643"/>
                  </a:lnTo>
                  <a:lnTo>
                    <a:pt x="532263" y="539099"/>
                  </a:lnTo>
                  <a:lnTo>
                    <a:pt x="532243" y="539453"/>
                  </a:lnTo>
                  <a:lnTo>
                    <a:pt x="532213" y="539683"/>
                  </a:lnTo>
                  <a:lnTo>
                    <a:pt x="532213" y="540295"/>
                  </a:lnTo>
                  <a:lnTo>
                    <a:pt x="532505" y="540735"/>
                  </a:lnTo>
                  <a:lnTo>
                    <a:pt x="532663" y="541138"/>
                  </a:lnTo>
                  <a:lnTo>
                    <a:pt x="532729" y="541377"/>
                  </a:lnTo>
                  <a:lnTo>
                    <a:pt x="532422" y="541338"/>
                  </a:lnTo>
                  <a:lnTo>
                    <a:pt x="531585" y="541212"/>
                  </a:lnTo>
                  <a:lnTo>
                    <a:pt x="531521" y="540976"/>
                  </a:lnTo>
                  <a:lnTo>
                    <a:pt x="531331" y="540811"/>
                  </a:lnTo>
                  <a:lnTo>
                    <a:pt x="531161" y="540762"/>
                  </a:lnTo>
                  <a:lnTo>
                    <a:pt x="530771" y="540588"/>
                  </a:lnTo>
                  <a:lnTo>
                    <a:pt x="530174" y="540407"/>
                  </a:lnTo>
                  <a:lnTo>
                    <a:pt x="529708" y="540120"/>
                  </a:lnTo>
                  <a:lnTo>
                    <a:pt x="529495" y="540005"/>
                  </a:lnTo>
                  <a:lnTo>
                    <a:pt x="529304" y="539773"/>
                  </a:lnTo>
                  <a:lnTo>
                    <a:pt x="529131" y="539868"/>
                  </a:lnTo>
                  <a:lnTo>
                    <a:pt x="528919" y="539698"/>
                  </a:lnTo>
                  <a:lnTo>
                    <a:pt x="528590" y="539592"/>
                  </a:lnTo>
                  <a:lnTo>
                    <a:pt x="528276" y="539799"/>
                  </a:lnTo>
                  <a:lnTo>
                    <a:pt x="528131" y="539505"/>
                  </a:lnTo>
                  <a:lnTo>
                    <a:pt x="528349" y="539317"/>
                  </a:lnTo>
                  <a:lnTo>
                    <a:pt x="527638" y="538877"/>
                  </a:lnTo>
                  <a:lnTo>
                    <a:pt x="527322" y="539091"/>
                  </a:lnTo>
                  <a:lnTo>
                    <a:pt x="527277" y="538950"/>
                  </a:lnTo>
                  <a:lnTo>
                    <a:pt x="527079" y="538806"/>
                  </a:lnTo>
                  <a:lnTo>
                    <a:pt x="526819" y="538852"/>
                  </a:lnTo>
                  <a:lnTo>
                    <a:pt x="526738" y="538713"/>
                  </a:lnTo>
                  <a:lnTo>
                    <a:pt x="526750" y="538545"/>
                  </a:lnTo>
                  <a:lnTo>
                    <a:pt x="526802" y="538228"/>
                  </a:lnTo>
                  <a:lnTo>
                    <a:pt x="526665" y="538247"/>
                  </a:lnTo>
                  <a:lnTo>
                    <a:pt x="526350" y="537951"/>
                  </a:lnTo>
                  <a:lnTo>
                    <a:pt x="526393" y="537805"/>
                  </a:lnTo>
                  <a:lnTo>
                    <a:pt x="526465" y="537452"/>
                  </a:lnTo>
                  <a:lnTo>
                    <a:pt x="526193" y="537645"/>
                  </a:lnTo>
                  <a:lnTo>
                    <a:pt x="525855" y="537486"/>
                  </a:lnTo>
                  <a:lnTo>
                    <a:pt x="526180" y="537077"/>
                  </a:lnTo>
                  <a:lnTo>
                    <a:pt x="526046" y="536873"/>
                  </a:lnTo>
                  <a:lnTo>
                    <a:pt x="525866" y="536646"/>
                  </a:lnTo>
                  <a:lnTo>
                    <a:pt x="525465" y="536649"/>
                  </a:lnTo>
                  <a:lnTo>
                    <a:pt x="525085" y="536709"/>
                  </a:lnTo>
                  <a:lnTo>
                    <a:pt x="525193" y="536428"/>
                  </a:lnTo>
                  <a:lnTo>
                    <a:pt x="525420" y="536044"/>
                  </a:lnTo>
                  <a:lnTo>
                    <a:pt x="525236" y="536057"/>
                  </a:lnTo>
                  <a:lnTo>
                    <a:pt x="524950" y="535915"/>
                  </a:lnTo>
                  <a:lnTo>
                    <a:pt x="524975" y="535734"/>
                  </a:lnTo>
                  <a:lnTo>
                    <a:pt x="525189" y="535801"/>
                  </a:lnTo>
                  <a:lnTo>
                    <a:pt x="525183" y="535435"/>
                  </a:lnTo>
                  <a:lnTo>
                    <a:pt x="525152" y="535151"/>
                  </a:lnTo>
                  <a:lnTo>
                    <a:pt x="524575" y="534400"/>
                  </a:lnTo>
                  <a:lnTo>
                    <a:pt x="524572" y="534208"/>
                  </a:lnTo>
                  <a:lnTo>
                    <a:pt x="524401" y="534163"/>
                  </a:lnTo>
                  <a:lnTo>
                    <a:pt x="524136" y="533816"/>
                  </a:lnTo>
                  <a:lnTo>
                    <a:pt x="523913" y="533591"/>
                  </a:lnTo>
                  <a:lnTo>
                    <a:pt x="523593" y="533408"/>
                  </a:lnTo>
                  <a:lnTo>
                    <a:pt x="523457" y="532554"/>
                  </a:lnTo>
                  <a:lnTo>
                    <a:pt x="522848" y="531937"/>
                  </a:lnTo>
                  <a:lnTo>
                    <a:pt x="522572" y="531844"/>
                  </a:lnTo>
                  <a:lnTo>
                    <a:pt x="522275" y="532202"/>
                  </a:lnTo>
                  <a:lnTo>
                    <a:pt x="522040" y="532122"/>
                  </a:lnTo>
                  <a:lnTo>
                    <a:pt x="521789" y="531311"/>
                  </a:lnTo>
                  <a:lnTo>
                    <a:pt x="521619" y="530836"/>
                  </a:lnTo>
                  <a:lnTo>
                    <a:pt x="521293" y="530670"/>
                  </a:lnTo>
                  <a:lnTo>
                    <a:pt x="521013" y="530353"/>
                  </a:lnTo>
                  <a:lnTo>
                    <a:pt x="520516" y="530561"/>
                  </a:lnTo>
                  <a:lnTo>
                    <a:pt x="520276" y="530870"/>
                  </a:lnTo>
                  <a:lnTo>
                    <a:pt x="520106" y="531088"/>
                  </a:lnTo>
                  <a:lnTo>
                    <a:pt x="519813" y="531437"/>
                  </a:lnTo>
                  <a:lnTo>
                    <a:pt x="519390" y="532156"/>
                  </a:lnTo>
                  <a:lnTo>
                    <a:pt x="518951" y="531972"/>
                  </a:lnTo>
                  <a:lnTo>
                    <a:pt x="519027" y="531689"/>
                  </a:lnTo>
                  <a:lnTo>
                    <a:pt x="519242" y="531243"/>
                  </a:lnTo>
                  <a:lnTo>
                    <a:pt x="519414" y="531026"/>
                  </a:lnTo>
                  <a:lnTo>
                    <a:pt x="519599" y="530564"/>
                  </a:lnTo>
                  <a:lnTo>
                    <a:pt x="519667" y="530238"/>
                  </a:lnTo>
                  <a:lnTo>
                    <a:pt x="520008" y="529766"/>
                  </a:lnTo>
                  <a:lnTo>
                    <a:pt x="520213" y="529600"/>
                  </a:lnTo>
                  <a:lnTo>
                    <a:pt x="520025" y="529436"/>
                  </a:lnTo>
                  <a:lnTo>
                    <a:pt x="519973" y="528939"/>
                  </a:lnTo>
                  <a:lnTo>
                    <a:pt x="519530" y="529259"/>
                  </a:lnTo>
                  <a:lnTo>
                    <a:pt x="519217" y="529393"/>
                  </a:lnTo>
                  <a:lnTo>
                    <a:pt x="518855" y="529468"/>
                  </a:lnTo>
                  <a:lnTo>
                    <a:pt x="518474" y="529865"/>
                  </a:lnTo>
                  <a:lnTo>
                    <a:pt x="518060" y="530139"/>
                  </a:lnTo>
                  <a:lnTo>
                    <a:pt x="517791" y="530296"/>
                  </a:lnTo>
                  <a:lnTo>
                    <a:pt x="517138" y="530844"/>
                  </a:lnTo>
                  <a:lnTo>
                    <a:pt x="516554" y="530605"/>
                  </a:lnTo>
                  <a:lnTo>
                    <a:pt x="515886" y="530544"/>
                  </a:lnTo>
                  <a:lnTo>
                    <a:pt x="515515" y="530386"/>
                  </a:lnTo>
                  <a:lnTo>
                    <a:pt x="515205" y="530253"/>
                  </a:lnTo>
                  <a:lnTo>
                    <a:pt x="515024" y="530137"/>
                  </a:lnTo>
                  <a:lnTo>
                    <a:pt x="514731" y="530096"/>
                  </a:lnTo>
                  <a:lnTo>
                    <a:pt x="514262" y="529977"/>
                  </a:lnTo>
                  <a:lnTo>
                    <a:pt x="513890" y="529774"/>
                  </a:lnTo>
                  <a:lnTo>
                    <a:pt x="513217" y="529714"/>
                  </a:lnTo>
                  <a:lnTo>
                    <a:pt x="513289" y="530030"/>
                  </a:lnTo>
                  <a:lnTo>
                    <a:pt x="513341" y="530487"/>
                  </a:lnTo>
                  <a:lnTo>
                    <a:pt x="512947" y="530671"/>
                  </a:lnTo>
                  <a:lnTo>
                    <a:pt x="512407" y="530645"/>
                  </a:lnTo>
                  <a:lnTo>
                    <a:pt x="512352" y="530966"/>
                  </a:lnTo>
                  <a:lnTo>
                    <a:pt x="512244" y="531444"/>
                  </a:lnTo>
                  <a:lnTo>
                    <a:pt x="512192" y="531621"/>
                  </a:lnTo>
                  <a:lnTo>
                    <a:pt x="512121" y="531816"/>
                  </a:lnTo>
                  <a:lnTo>
                    <a:pt x="512042" y="531993"/>
                  </a:lnTo>
                  <a:lnTo>
                    <a:pt x="511904" y="532284"/>
                  </a:lnTo>
                  <a:lnTo>
                    <a:pt x="511808" y="533075"/>
                  </a:lnTo>
                  <a:lnTo>
                    <a:pt x="511850" y="533410"/>
                  </a:lnTo>
                  <a:lnTo>
                    <a:pt x="511982" y="533663"/>
                  </a:lnTo>
                  <a:lnTo>
                    <a:pt x="511983" y="534371"/>
                  </a:lnTo>
                  <a:lnTo>
                    <a:pt x="511755" y="535027"/>
                  </a:lnTo>
                  <a:lnTo>
                    <a:pt x="511617" y="535331"/>
                  </a:lnTo>
                  <a:lnTo>
                    <a:pt x="511524" y="535616"/>
                  </a:lnTo>
                  <a:lnTo>
                    <a:pt x="511279" y="536153"/>
                  </a:lnTo>
                  <a:lnTo>
                    <a:pt x="510963" y="536919"/>
                  </a:lnTo>
                  <a:lnTo>
                    <a:pt x="510801" y="536856"/>
                  </a:lnTo>
                  <a:lnTo>
                    <a:pt x="510313" y="536570"/>
                  </a:lnTo>
                  <a:lnTo>
                    <a:pt x="510172" y="535740"/>
                  </a:lnTo>
                  <a:lnTo>
                    <a:pt x="509642" y="535759"/>
                  </a:lnTo>
                  <a:lnTo>
                    <a:pt x="509085" y="535812"/>
                  </a:lnTo>
                  <a:lnTo>
                    <a:pt x="508280" y="535441"/>
                  </a:lnTo>
                  <a:lnTo>
                    <a:pt x="508033" y="535331"/>
                  </a:lnTo>
                  <a:lnTo>
                    <a:pt x="507717" y="535392"/>
                  </a:lnTo>
                  <a:lnTo>
                    <a:pt x="507453" y="535538"/>
                  </a:lnTo>
                  <a:lnTo>
                    <a:pt x="506880" y="535082"/>
                  </a:lnTo>
                  <a:lnTo>
                    <a:pt x="506606" y="535079"/>
                  </a:lnTo>
                  <a:lnTo>
                    <a:pt x="506298" y="534868"/>
                  </a:lnTo>
                  <a:lnTo>
                    <a:pt x="506097" y="534310"/>
                  </a:lnTo>
                  <a:lnTo>
                    <a:pt x="505916" y="534064"/>
                  </a:lnTo>
                  <a:lnTo>
                    <a:pt x="505386" y="533664"/>
                  </a:lnTo>
                  <a:lnTo>
                    <a:pt x="505142" y="533516"/>
                  </a:lnTo>
                  <a:lnTo>
                    <a:pt x="505420" y="532800"/>
                  </a:lnTo>
                  <a:lnTo>
                    <a:pt x="505855" y="532712"/>
                  </a:lnTo>
                  <a:lnTo>
                    <a:pt x="506290" y="531986"/>
                  </a:lnTo>
                  <a:lnTo>
                    <a:pt x="506482" y="531606"/>
                  </a:lnTo>
                  <a:lnTo>
                    <a:pt x="506594" y="531406"/>
                  </a:lnTo>
                  <a:lnTo>
                    <a:pt x="506976" y="531068"/>
                  </a:lnTo>
                  <a:lnTo>
                    <a:pt x="507212" y="531123"/>
                  </a:lnTo>
                  <a:lnTo>
                    <a:pt x="507492" y="530919"/>
                  </a:lnTo>
                  <a:lnTo>
                    <a:pt x="507512" y="530730"/>
                  </a:lnTo>
                  <a:lnTo>
                    <a:pt x="507412" y="530024"/>
                  </a:lnTo>
                  <a:lnTo>
                    <a:pt x="507403" y="529629"/>
                  </a:lnTo>
                  <a:lnTo>
                    <a:pt x="507321" y="529181"/>
                  </a:lnTo>
                  <a:lnTo>
                    <a:pt x="507243" y="529042"/>
                  </a:lnTo>
                  <a:lnTo>
                    <a:pt x="507151" y="528871"/>
                  </a:lnTo>
                  <a:lnTo>
                    <a:pt x="507031" y="528558"/>
                  </a:lnTo>
                  <a:lnTo>
                    <a:pt x="506568" y="527302"/>
                  </a:lnTo>
                  <a:lnTo>
                    <a:pt x="506657" y="526740"/>
                  </a:lnTo>
                  <a:lnTo>
                    <a:pt x="506452" y="526429"/>
                  </a:lnTo>
                  <a:lnTo>
                    <a:pt x="506523" y="526012"/>
                  </a:lnTo>
                  <a:lnTo>
                    <a:pt x="506555" y="525850"/>
                  </a:lnTo>
                  <a:lnTo>
                    <a:pt x="506605" y="525636"/>
                  </a:lnTo>
                  <a:lnTo>
                    <a:pt x="506538" y="525453"/>
                  </a:lnTo>
                  <a:lnTo>
                    <a:pt x="506756" y="524679"/>
                  </a:lnTo>
                  <a:lnTo>
                    <a:pt x="506396" y="524237"/>
                  </a:lnTo>
                  <a:lnTo>
                    <a:pt x="506145" y="523952"/>
                  </a:lnTo>
                  <a:lnTo>
                    <a:pt x="506146" y="523647"/>
                  </a:lnTo>
                  <a:lnTo>
                    <a:pt x="506261" y="523250"/>
                  </a:lnTo>
                  <a:lnTo>
                    <a:pt x="505988" y="523060"/>
                  </a:lnTo>
                  <a:lnTo>
                    <a:pt x="505356" y="522907"/>
                  </a:lnTo>
                  <a:lnTo>
                    <a:pt x="505207" y="522997"/>
                  </a:lnTo>
                  <a:lnTo>
                    <a:pt x="504848" y="522491"/>
                  </a:lnTo>
                  <a:lnTo>
                    <a:pt x="504805" y="522194"/>
                  </a:lnTo>
                  <a:lnTo>
                    <a:pt x="504793" y="521908"/>
                  </a:lnTo>
                  <a:lnTo>
                    <a:pt x="504248" y="521391"/>
                  </a:lnTo>
                  <a:lnTo>
                    <a:pt x="503780" y="521470"/>
                  </a:lnTo>
                  <a:lnTo>
                    <a:pt x="503520" y="521405"/>
                  </a:lnTo>
                  <a:lnTo>
                    <a:pt x="503309" y="521318"/>
                  </a:lnTo>
                  <a:lnTo>
                    <a:pt x="502426" y="520886"/>
                  </a:lnTo>
                  <a:lnTo>
                    <a:pt x="502614" y="520551"/>
                  </a:lnTo>
                  <a:lnTo>
                    <a:pt x="502753" y="520221"/>
                  </a:lnTo>
                  <a:lnTo>
                    <a:pt x="502747" y="519798"/>
                  </a:lnTo>
                  <a:lnTo>
                    <a:pt x="502896" y="519522"/>
                  </a:lnTo>
                  <a:lnTo>
                    <a:pt x="502318" y="519386"/>
                  </a:lnTo>
                  <a:lnTo>
                    <a:pt x="501996" y="519457"/>
                  </a:lnTo>
                  <a:lnTo>
                    <a:pt x="501364" y="519045"/>
                  </a:lnTo>
                  <a:lnTo>
                    <a:pt x="501051" y="518901"/>
                  </a:lnTo>
                  <a:lnTo>
                    <a:pt x="500886" y="518988"/>
                  </a:lnTo>
                  <a:lnTo>
                    <a:pt x="500372" y="518915"/>
                  </a:lnTo>
                  <a:lnTo>
                    <a:pt x="500031" y="519019"/>
                  </a:lnTo>
                  <a:lnTo>
                    <a:pt x="499519" y="518930"/>
                  </a:lnTo>
                  <a:lnTo>
                    <a:pt x="499074" y="518649"/>
                  </a:lnTo>
                  <a:lnTo>
                    <a:pt x="498835" y="518344"/>
                  </a:lnTo>
                  <a:lnTo>
                    <a:pt x="498824" y="517900"/>
                  </a:lnTo>
                  <a:lnTo>
                    <a:pt x="498616" y="517436"/>
                  </a:lnTo>
                  <a:lnTo>
                    <a:pt x="498621" y="516824"/>
                  </a:lnTo>
                  <a:lnTo>
                    <a:pt x="498624" y="516678"/>
                  </a:lnTo>
                  <a:lnTo>
                    <a:pt x="498192" y="516304"/>
                  </a:lnTo>
                  <a:lnTo>
                    <a:pt x="497994" y="515901"/>
                  </a:lnTo>
                  <a:lnTo>
                    <a:pt x="497669" y="515635"/>
                  </a:lnTo>
                  <a:lnTo>
                    <a:pt x="497404" y="515516"/>
                  </a:lnTo>
                  <a:lnTo>
                    <a:pt x="497200" y="515056"/>
                  </a:lnTo>
                  <a:lnTo>
                    <a:pt x="496754" y="514728"/>
                  </a:lnTo>
                  <a:lnTo>
                    <a:pt x="496606" y="514270"/>
                  </a:lnTo>
                  <a:lnTo>
                    <a:pt x="496606" y="513442"/>
                  </a:lnTo>
                  <a:lnTo>
                    <a:pt x="496377" y="513217"/>
                  </a:lnTo>
                  <a:lnTo>
                    <a:pt x="495988" y="513270"/>
                  </a:lnTo>
                  <a:lnTo>
                    <a:pt x="495664" y="513198"/>
                  </a:lnTo>
                  <a:lnTo>
                    <a:pt x="495290" y="513465"/>
                  </a:lnTo>
                  <a:lnTo>
                    <a:pt x="495294" y="513668"/>
                  </a:lnTo>
                  <a:lnTo>
                    <a:pt x="495276" y="513876"/>
                  </a:lnTo>
                  <a:lnTo>
                    <a:pt x="495464" y="514426"/>
                  </a:lnTo>
                  <a:lnTo>
                    <a:pt x="495382" y="515133"/>
                  </a:lnTo>
                  <a:lnTo>
                    <a:pt x="495351" y="515360"/>
                  </a:lnTo>
                  <a:lnTo>
                    <a:pt x="495256" y="515502"/>
                  </a:lnTo>
                  <a:lnTo>
                    <a:pt x="494886" y="516374"/>
                  </a:lnTo>
                  <a:lnTo>
                    <a:pt x="494651" y="516735"/>
                  </a:lnTo>
                  <a:lnTo>
                    <a:pt x="494707" y="517014"/>
                  </a:lnTo>
                  <a:lnTo>
                    <a:pt x="494601" y="517250"/>
                  </a:lnTo>
                  <a:lnTo>
                    <a:pt x="494329" y="518003"/>
                  </a:lnTo>
                  <a:lnTo>
                    <a:pt x="494277" y="518345"/>
                  </a:lnTo>
                  <a:lnTo>
                    <a:pt x="494200" y="518584"/>
                  </a:lnTo>
                  <a:lnTo>
                    <a:pt x="493760" y="518860"/>
                  </a:lnTo>
                  <a:lnTo>
                    <a:pt x="492781" y="518403"/>
                  </a:lnTo>
                  <a:lnTo>
                    <a:pt x="492655" y="518546"/>
                  </a:lnTo>
                  <a:lnTo>
                    <a:pt x="492480" y="518711"/>
                  </a:lnTo>
                  <a:lnTo>
                    <a:pt x="491708" y="518908"/>
                  </a:lnTo>
                  <a:lnTo>
                    <a:pt x="491366" y="518498"/>
                  </a:lnTo>
                  <a:lnTo>
                    <a:pt x="490952" y="518078"/>
                  </a:lnTo>
                  <a:lnTo>
                    <a:pt x="490363" y="518324"/>
                  </a:lnTo>
                  <a:lnTo>
                    <a:pt x="490080" y="518725"/>
                  </a:lnTo>
                  <a:lnTo>
                    <a:pt x="489950" y="519000"/>
                  </a:lnTo>
                  <a:lnTo>
                    <a:pt x="490083" y="519229"/>
                  </a:lnTo>
                  <a:lnTo>
                    <a:pt x="489989" y="519405"/>
                  </a:lnTo>
                  <a:lnTo>
                    <a:pt x="490008" y="519744"/>
                  </a:lnTo>
                  <a:lnTo>
                    <a:pt x="490449" y="519838"/>
                  </a:lnTo>
                  <a:lnTo>
                    <a:pt x="490562" y="520088"/>
                  </a:lnTo>
                  <a:lnTo>
                    <a:pt x="490569" y="520310"/>
                  </a:lnTo>
                  <a:lnTo>
                    <a:pt x="490707" y="520648"/>
                  </a:lnTo>
                  <a:lnTo>
                    <a:pt x="490810" y="521063"/>
                  </a:lnTo>
                  <a:lnTo>
                    <a:pt x="490824" y="521222"/>
                  </a:lnTo>
                  <a:lnTo>
                    <a:pt x="491169" y="521989"/>
                  </a:lnTo>
                  <a:lnTo>
                    <a:pt x="491083" y="522244"/>
                  </a:lnTo>
                  <a:lnTo>
                    <a:pt x="490985" y="522971"/>
                  </a:lnTo>
                  <a:lnTo>
                    <a:pt x="490893" y="523129"/>
                  </a:lnTo>
                  <a:lnTo>
                    <a:pt x="490659" y="523352"/>
                  </a:lnTo>
                  <a:lnTo>
                    <a:pt x="490522" y="523533"/>
                  </a:lnTo>
                  <a:lnTo>
                    <a:pt x="490347" y="523842"/>
                  </a:lnTo>
                  <a:lnTo>
                    <a:pt x="490331" y="524223"/>
                  </a:lnTo>
                  <a:lnTo>
                    <a:pt x="490318" y="524571"/>
                  </a:lnTo>
                  <a:lnTo>
                    <a:pt x="490179" y="524817"/>
                  </a:lnTo>
                  <a:lnTo>
                    <a:pt x="489927" y="525196"/>
                  </a:lnTo>
                  <a:lnTo>
                    <a:pt x="489983" y="525733"/>
                  </a:lnTo>
                  <a:lnTo>
                    <a:pt x="490000" y="526030"/>
                  </a:lnTo>
                  <a:lnTo>
                    <a:pt x="490003" y="526566"/>
                  </a:lnTo>
                  <a:lnTo>
                    <a:pt x="489876" y="526688"/>
                  </a:lnTo>
                  <a:lnTo>
                    <a:pt x="489760" y="526855"/>
                  </a:lnTo>
                  <a:lnTo>
                    <a:pt x="489939" y="527381"/>
                  </a:lnTo>
                  <a:lnTo>
                    <a:pt x="489924" y="527547"/>
                  </a:lnTo>
                  <a:lnTo>
                    <a:pt x="489642" y="528128"/>
                  </a:lnTo>
                  <a:lnTo>
                    <a:pt x="489291" y="528675"/>
                  </a:lnTo>
                  <a:lnTo>
                    <a:pt x="488736" y="529130"/>
                  </a:lnTo>
                  <a:lnTo>
                    <a:pt x="488613" y="529340"/>
                  </a:lnTo>
                  <a:lnTo>
                    <a:pt x="488594" y="529575"/>
                  </a:lnTo>
                  <a:lnTo>
                    <a:pt x="488750" y="529972"/>
                  </a:lnTo>
                  <a:lnTo>
                    <a:pt x="488652" y="530244"/>
                  </a:lnTo>
                  <a:lnTo>
                    <a:pt x="488235" y="530485"/>
                  </a:lnTo>
                  <a:lnTo>
                    <a:pt x="488093" y="530491"/>
                  </a:lnTo>
                  <a:lnTo>
                    <a:pt x="487651" y="530082"/>
                  </a:lnTo>
                  <a:lnTo>
                    <a:pt x="487427" y="529539"/>
                  </a:lnTo>
                  <a:lnTo>
                    <a:pt x="487445" y="529292"/>
                  </a:lnTo>
                  <a:lnTo>
                    <a:pt x="487302" y="528766"/>
                  </a:lnTo>
                  <a:lnTo>
                    <a:pt x="487173" y="528585"/>
                  </a:lnTo>
                  <a:lnTo>
                    <a:pt x="486884" y="528281"/>
                  </a:lnTo>
                  <a:lnTo>
                    <a:pt x="486610" y="528155"/>
                  </a:lnTo>
                  <a:lnTo>
                    <a:pt x="486003" y="528224"/>
                  </a:lnTo>
                  <a:lnTo>
                    <a:pt x="485667" y="528266"/>
                  </a:lnTo>
                  <a:lnTo>
                    <a:pt x="485307" y="527812"/>
                  </a:lnTo>
                  <a:lnTo>
                    <a:pt x="485180" y="527577"/>
                  </a:lnTo>
                  <a:lnTo>
                    <a:pt x="484749" y="527802"/>
                  </a:lnTo>
                  <a:lnTo>
                    <a:pt x="484477" y="528017"/>
                  </a:lnTo>
                  <a:lnTo>
                    <a:pt x="484264" y="527835"/>
                  </a:lnTo>
                  <a:lnTo>
                    <a:pt x="484173" y="527369"/>
                  </a:lnTo>
                  <a:lnTo>
                    <a:pt x="484220" y="527181"/>
                  </a:lnTo>
                  <a:lnTo>
                    <a:pt x="484061" y="526922"/>
                  </a:lnTo>
                  <a:lnTo>
                    <a:pt x="483692" y="527007"/>
                  </a:lnTo>
                  <a:lnTo>
                    <a:pt x="483524" y="527189"/>
                  </a:lnTo>
                  <a:lnTo>
                    <a:pt x="483104" y="527360"/>
                  </a:lnTo>
                  <a:lnTo>
                    <a:pt x="482394" y="527596"/>
                  </a:lnTo>
                  <a:lnTo>
                    <a:pt x="481897" y="527103"/>
                  </a:lnTo>
                  <a:lnTo>
                    <a:pt x="481712" y="527062"/>
                  </a:lnTo>
                  <a:lnTo>
                    <a:pt x="481495" y="526655"/>
                  </a:lnTo>
                  <a:lnTo>
                    <a:pt x="481522" y="526453"/>
                  </a:lnTo>
                  <a:lnTo>
                    <a:pt x="481477" y="526262"/>
                  </a:lnTo>
                  <a:lnTo>
                    <a:pt x="481159" y="525857"/>
                  </a:lnTo>
                  <a:lnTo>
                    <a:pt x="480980" y="525696"/>
                  </a:lnTo>
                  <a:lnTo>
                    <a:pt x="480774" y="525362"/>
                  </a:lnTo>
                  <a:lnTo>
                    <a:pt x="480429" y="524930"/>
                  </a:lnTo>
                  <a:lnTo>
                    <a:pt x="480192" y="524410"/>
                  </a:lnTo>
                  <a:lnTo>
                    <a:pt x="479880" y="524169"/>
                  </a:lnTo>
                  <a:lnTo>
                    <a:pt x="479507" y="524086"/>
                  </a:lnTo>
                  <a:lnTo>
                    <a:pt x="479334" y="524108"/>
                  </a:lnTo>
                  <a:lnTo>
                    <a:pt x="479030" y="523966"/>
                  </a:lnTo>
                  <a:lnTo>
                    <a:pt x="478603" y="523946"/>
                  </a:lnTo>
                  <a:lnTo>
                    <a:pt x="478134" y="523912"/>
                  </a:lnTo>
                  <a:lnTo>
                    <a:pt x="477587" y="523750"/>
                  </a:lnTo>
                  <a:lnTo>
                    <a:pt x="477081" y="523740"/>
                  </a:lnTo>
                  <a:lnTo>
                    <a:pt x="476802" y="523711"/>
                  </a:lnTo>
                  <a:lnTo>
                    <a:pt x="476285" y="523410"/>
                  </a:lnTo>
                  <a:lnTo>
                    <a:pt x="475751" y="523282"/>
                  </a:lnTo>
                  <a:lnTo>
                    <a:pt x="475610" y="523248"/>
                  </a:lnTo>
                  <a:lnTo>
                    <a:pt x="475365" y="523190"/>
                  </a:lnTo>
                  <a:lnTo>
                    <a:pt x="475130" y="523166"/>
                  </a:lnTo>
                  <a:lnTo>
                    <a:pt x="474949" y="523108"/>
                  </a:lnTo>
                  <a:lnTo>
                    <a:pt x="474408" y="522679"/>
                  </a:lnTo>
                  <a:lnTo>
                    <a:pt x="474182" y="522354"/>
                  </a:lnTo>
                  <a:lnTo>
                    <a:pt x="474037" y="522286"/>
                  </a:lnTo>
                  <a:lnTo>
                    <a:pt x="473653" y="522185"/>
                  </a:lnTo>
                  <a:lnTo>
                    <a:pt x="473055" y="521822"/>
                  </a:lnTo>
                  <a:lnTo>
                    <a:pt x="472850" y="521742"/>
                  </a:lnTo>
                  <a:lnTo>
                    <a:pt x="472687" y="521768"/>
                  </a:lnTo>
                  <a:lnTo>
                    <a:pt x="471852" y="521102"/>
                  </a:lnTo>
                  <a:lnTo>
                    <a:pt x="471501" y="521132"/>
                  </a:lnTo>
                  <a:lnTo>
                    <a:pt x="471136" y="521387"/>
                  </a:lnTo>
                  <a:lnTo>
                    <a:pt x="470286" y="521823"/>
                  </a:lnTo>
                  <a:lnTo>
                    <a:pt x="469670" y="521328"/>
                  </a:lnTo>
                  <a:lnTo>
                    <a:pt x="469360" y="521577"/>
                  </a:lnTo>
                  <a:lnTo>
                    <a:pt x="469304" y="521855"/>
                  </a:lnTo>
                  <a:lnTo>
                    <a:pt x="469129" y="522084"/>
                  </a:lnTo>
                  <a:lnTo>
                    <a:pt x="468024" y="521978"/>
                  </a:lnTo>
                  <a:lnTo>
                    <a:pt x="466987" y="521904"/>
                  </a:lnTo>
                  <a:lnTo>
                    <a:pt x="466301" y="521952"/>
                  </a:lnTo>
                  <a:lnTo>
                    <a:pt x="466205" y="521594"/>
                  </a:lnTo>
                  <a:lnTo>
                    <a:pt x="466103" y="521355"/>
                  </a:lnTo>
                  <a:lnTo>
                    <a:pt x="466030" y="521136"/>
                  </a:lnTo>
                  <a:lnTo>
                    <a:pt x="465909" y="520611"/>
                  </a:lnTo>
                  <a:lnTo>
                    <a:pt x="465577" y="520157"/>
                  </a:lnTo>
                  <a:lnTo>
                    <a:pt x="465298" y="519673"/>
                  </a:lnTo>
                  <a:lnTo>
                    <a:pt x="465533" y="518356"/>
                  </a:lnTo>
                  <a:lnTo>
                    <a:pt x="464892" y="518242"/>
                  </a:lnTo>
                  <a:lnTo>
                    <a:pt x="464707" y="517821"/>
                  </a:lnTo>
                  <a:lnTo>
                    <a:pt x="464538" y="517335"/>
                  </a:lnTo>
                  <a:lnTo>
                    <a:pt x="464779" y="516541"/>
                  </a:lnTo>
                  <a:lnTo>
                    <a:pt x="463866" y="515904"/>
                  </a:lnTo>
                  <a:lnTo>
                    <a:pt x="463482" y="514657"/>
                  </a:lnTo>
                  <a:lnTo>
                    <a:pt x="463263" y="514335"/>
                  </a:lnTo>
                  <a:lnTo>
                    <a:pt x="462963" y="513954"/>
                  </a:lnTo>
                  <a:lnTo>
                    <a:pt x="462573" y="513812"/>
                  </a:lnTo>
                  <a:lnTo>
                    <a:pt x="462111" y="513349"/>
                  </a:lnTo>
                  <a:lnTo>
                    <a:pt x="461732" y="513336"/>
                  </a:lnTo>
                  <a:lnTo>
                    <a:pt x="460687" y="513068"/>
                  </a:lnTo>
                  <a:lnTo>
                    <a:pt x="459545" y="513292"/>
                  </a:lnTo>
                  <a:lnTo>
                    <a:pt x="458661" y="512441"/>
                  </a:lnTo>
                  <a:lnTo>
                    <a:pt x="458379" y="512380"/>
                  </a:lnTo>
                  <a:lnTo>
                    <a:pt x="458222" y="512252"/>
                  </a:lnTo>
                  <a:lnTo>
                    <a:pt x="458144" y="512082"/>
                  </a:lnTo>
                  <a:lnTo>
                    <a:pt x="457547" y="511608"/>
                  </a:lnTo>
                  <a:lnTo>
                    <a:pt x="457389" y="511660"/>
                  </a:lnTo>
                  <a:lnTo>
                    <a:pt x="456878" y="511665"/>
                  </a:lnTo>
                  <a:lnTo>
                    <a:pt x="456556" y="511044"/>
                  </a:lnTo>
                  <a:lnTo>
                    <a:pt x="455883" y="511295"/>
                  </a:lnTo>
                  <a:lnTo>
                    <a:pt x="455255" y="510902"/>
                  </a:lnTo>
                  <a:lnTo>
                    <a:pt x="454791" y="510793"/>
                  </a:lnTo>
                  <a:lnTo>
                    <a:pt x="454323" y="511418"/>
                  </a:lnTo>
                  <a:lnTo>
                    <a:pt x="453359" y="510868"/>
                  </a:lnTo>
                  <a:lnTo>
                    <a:pt x="453229" y="510844"/>
                  </a:lnTo>
                  <a:lnTo>
                    <a:pt x="452835" y="510757"/>
                  </a:lnTo>
                  <a:lnTo>
                    <a:pt x="452251" y="510400"/>
                  </a:lnTo>
                  <a:lnTo>
                    <a:pt x="452097" y="510089"/>
                  </a:lnTo>
                  <a:lnTo>
                    <a:pt x="452073" y="509509"/>
                  </a:lnTo>
                  <a:lnTo>
                    <a:pt x="451615" y="509374"/>
                  </a:lnTo>
                  <a:lnTo>
                    <a:pt x="451065" y="509531"/>
                  </a:lnTo>
                  <a:lnTo>
                    <a:pt x="450670" y="509568"/>
                  </a:lnTo>
                  <a:lnTo>
                    <a:pt x="449529" y="509145"/>
                  </a:lnTo>
                  <a:lnTo>
                    <a:pt x="449265" y="509147"/>
                  </a:lnTo>
                  <a:lnTo>
                    <a:pt x="448699" y="508496"/>
                  </a:lnTo>
                  <a:lnTo>
                    <a:pt x="448161" y="508265"/>
                  </a:lnTo>
                  <a:lnTo>
                    <a:pt x="447678" y="507877"/>
                  </a:lnTo>
                  <a:lnTo>
                    <a:pt x="447111" y="507739"/>
                  </a:lnTo>
                  <a:lnTo>
                    <a:pt x="446821" y="507526"/>
                  </a:lnTo>
                  <a:lnTo>
                    <a:pt x="446695" y="507313"/>
                  </a:lnTo>
                  <a:lnTo>
                    <a:pt x="446588" y="507128"/>
                  </a:lnTo>
                  <a:lnTo>
                    <a:pt x="446299" y="506788"/>
                  </a:lnTo>
                  <a:lnTo>
                    <a:pt x="445993" y="506483"/>
                  </a:lnTo>
                  <a:lnTo>
                    <a:pt x="445642" y="505811"/>
                  </a:lnTo>
                  <a:lnTo>
                    <a:pt x="445503" y="504933"/>
                  </a:lnTo>
                  <a:lnTo>
                    <a:pt x="445179" y="504800"/>
                  </a:lnTo>
                  <a:lnTo>
                    <a:pt x="445043" y="504791"/>
                  </a:lnTo>
                  <a:lnTo>
                    <a:pt x="444819" y="504640"/>
                  </a:lnTo>
                  <a:lnTo>
                    <a:pt x="444674" y="504439"/>
                  </a:lnTo>
                  <a:lnTo>
                    <a:pt x="444489" y="504014"/>
                  </a:lnTo>
                  <a:lnTo>
                    <a:pt x="444448" y="503774"/>
                  </a:lnTo>
                  <a:lnTo>
                    <a:pt x="444600" y="503328"/>
                  </a:lnTo>
                  <a:lnTo>
                    <a:pt x="444665" y="502909"/>
                  </a:lnTo>
                  <a:lnTo>
                    <a:pt x="444632" y="502709"/>
                  </a:lnTo>
                  <a:lnTo>
                    <a:pt x="444685" y="502076"/>
                  </a:lnTo>
                  <a:lnTo>
                    <a:pt x="444642" y="501881"/>
                  </a:lnTo>
                  <a:lnTo>
                    <a:pt x="444625" y="501652"/>
                  </a:lnTo>
                  <a:lnTo>
                    <a:pt x="444498" y="501426"/>
                  </a:lnTo>
                  <a:lnTo>
                    <a:pt x="444334" y="501176"/>
                  </a:lnTo>
                  <a:lnTo>
                    <a:pt x="444175" y="501152"/>
                  </a:lnTo>
                  <a:lnTo>
                    <a:pt x="443904" y="501139"/>
                  </a:lnTo>
                  <a:lnTo>
                    <a:pt x="443541" y="500872"/>
                  </a:lnTo>
                  <a:lnTo>
                    <a:pt x="442886" y="500980"/>
                  </a:lnTo>
                  <a:lnTo>
                    <a:pt x="442655" y="500897"/>
                  </a:lnTo>
                  <a:lnTo>
                    <a:pt x="442271" y="500836"/>
                  </a:lnTo>
                  <a:lnTo>
                    <a:pt x="442217" y="500678"/>
                  </a:lnTo>
                  <a:lnTo>
                    <a:pt x="442230" y="500541"/>
                  </a:lnTo>
                  <a:lnTo>
                    <a:pt x="442585" y="500057"/>
                  </a:lnTo>
                  <a:lnTo>
                    <a:pt x="442917" y="499661"/>
                  </a:lnTo>
                  <a:lnTo>
                    <a:pt x="442938" y="499463"/>
                  </a:lnTo>
                  <a:lnTo>
                    <a:pt x="442684" y="498896"/>
                  </a:lnTo>
                  <a:lnTo>
                    <a:pt x="442555" y="498706"/>
                  </a:lnTo>
                  <a:lnTo>
                    <a:pt x="442526" y="498367"/>
                  </a:lnTo>
                  <a:lnTo>
                    <a:pt x="442791" y="497606"/>
                  </a:lnTo>
                  <a:lnTo>
                    <a:pt x="442919" y="497508"/>
                  </a:lnTo>
                  <a:lnTo>
                    <a:pt x="443297" y="497254"/>
                  </a:lnTo>
                  <a:lnTo>
                    <a:pt x="443223" y="496897"/>
                  </a:lnTo>
                  <a:lnTo>
                    <a:pt x="443191" y="496489"/>
                  </a:lnTo>
                  <a:lnTo>
                    <a:pt x="443194" y="496319"/>
                  </a:lnTo>
                  <a:lnTo>
                    <a:pt x="443209" y="496128"/>
                  </a:lnTo>
                  <a:lnTo>
                    <a:pt x="443089" y="495615"/>
                  </a:lnTo>
                  <a:lnTo>
                    <a:pt x="442920" y="495524"/>
                  </a:lnTo>
                  <a:lnTo>
                    <a:pt x="442284" y="495121"/>
                  </a:lnTo>
                  <a:lnTo>
                    <a:pt x="442054" y="494999"/>
                  </a:lnTo>
                  <a:lnTo>
                    <a:pt x="442019" y="494842"/>
                  </a:lnTo>
                  <a:lnTo>
                    <a:pt x="441957" y="494360"/>
                  </a:lnTo>
                  <a:lnTo>
                    <a:pt x="441168" y="493325"/>
                  </a:lnTo>
                  <a:lnTo>
                    <a:pt x="441194" y="492803"/>
                  </a:lnTo>
                  <a:lnTo>
                    <a:pt x="441248" y="492495"/>
                  </a:lnTo>
                  <a:lnTo>
                    <a:pt x="441378" y="492059"/>
                  </a:lnTo>
                  <a:lnTo>
                    <a:pt x="441549" y="490717"/>
                  </a:lnTo>
                  <a:lnTo>
                    <a:pt x="440594" y="489743"/>
                  </a:lnTo>
                  <a:lnTo>
                    <a:pt x="440542" y="489300"/>
                  </a:lnTo>
                  <a:lnTo>
                    <a:pt x="439989" y="488510"/>
                  </a:lnTo>
                  <a:lnTo>
                    <a:pt x="439714" y="488244"/>
                  </a:lnTo>
                  <a:lnTo>
                    <a:pt x="439014" y="487788"/>
                  </a:lnTo>
                  <a:lnTo>
                    <a:pt x="438677" y="487703"/>
                  </a:lnTo>
                  <a:lnTo>
                    <a:pt x="438431" y="487558"/>
                  </a:lnTo>
                  <a:lnTo>
                    <a:pt x="438240" y="487012"/>
                  </a:lnTo>
                  <a:lnTo>
                    <a:pt x="438221" y="486864"/>
                  </a:lnTo>
                  <a:lnTo>
                    <a:pt x="438124" y="486547"/>
                  </a:lnTo>
                  <a:lnTo>
                    <a:pt x="437884" y="486396"/>
                  </a:lnTo>
                  <a:lnTo>
                    <a:pt x="437450" y="486686"/>
                  </a:lnTo>
                  <a:lnTo>
                    <a:pt x="437159" y="486528"/>
                  </a:lnTo>
                  <a:lnTo>
                    <a:pt x="437010" y="486208"/>
                  </a:lnTo>
                  <a:lnTo>
                    <a:pt x="436941" y="485592"/>
                  </a:lnTo>
                  <a:lnTo>
                    <a:pt x="437031" y="485461"/>
                  </a:lnTo>
                  <a:lnTo>
                    <a:pt x="437279" y="485174"/>
                  </a:lnTo>
                  <a:lnTo>
                    <a:pt x="437444" y="484981"/>
                  </a:lnTo>
                  <a:lnTo>
                    <a:pt x="437551" y="484831"/>
                  </a:lnTo>
                  <a:lnTo>
                    <a:pt x="437654" y="484657"/>
                  </a:lnTo>
                  <a:lnTo>
                    <a:pt x="437795" y="484354"/>
                  </a:lnTo>
                  <a:lnTo>
                    <a:pt x="437445" y="483953"/>
                  </a:lnTo>
                  <a:lnTo>
                    <a:pt x="437312" y="483780"/>
                  </a:lnTo>
                  <a:lnTo>
                    <a:pt x="437129" y="483613"/>
                  </a:lnTo>
                  <a:lnTo>
                    <a:pt x="436864" y="483460"/>
                  </a:lnTo>
                  <a:lnTo>
                    <a:pt x="436731" y="483372"/>
                  </a:lnTo>
                  <a:lnTo>
                    <a:pt x="436466" y="483122"/>
                  </a:lnTo>
                  <a:lnTo>
                    <a:pt x="435750" y="482517"/>
                  </a:lnTo>
                  <a:lnTo>
                    <a:pt x="435566" y="482068"/>
                  </a:lnTo>
                  <a:lnTo>
                    <a:pt x="435446" y="481893"/>
                  </a:lnTo>
                  <a:lnTo>
                    <a:pt x="435389" y="481525"/>
                  </a:lnTo>
                  <a:lnTo>
                    <a:pt x="435953" y="481434"/>
                  </a:lnTo>
                  <a:lnTo>
                    <a:pt x="436397" y="481328"/>
                  </a:lnTo>
                  <a:lnTo>
                    <a:pt x="436765" y="481157"/>
                  </a:lnTo>
                  <a:lnTo>
                    <a:pt x="436804" y="480955"/>
                  </a:lnTo>
                  <a:lnTo>
                    <a:pt x="436988" y="480646"/>
                  </a:lnTo>
                  <a:lnTo>
                    <a:pt x="436680" y="480012"/>
                  </a:lnTo>
                  <a:lnTo>
                    <a:pt x="436236" y="479763"/>
                  </a:lnTo>
                  <a:lnTo>
                    <a:pt x="435839" y="479341"/>
                  </a:lnTo>
                  <a:lnTo>
                    <a:pt x="435471" y="479107"/>
                  </a:lnTo>
                  <a:lnTo>
                    <a:pt x="435289" y="478973"/>
                  </a:lnTo>
                  <a:lnTo>
                    <a:pt x="434791" y="478513"/>
                  </a:lnTo>
                  <a:lnTo>
                    <a:pt x="434564" y="477355"/>
                  </a:lnTo>
                  <a:lnTo>
                    <a:pt x="434552" y="477103"/>
                  </a:lnTo>
                  <a:lnTo>
                    <a:pt x="434281" y="476790"/>
                  </a:lnTo>
                  <a:lnTo>
                    <a:pt x="433831" y="476345"/>
                  </a:lnTo>
                  <a:lnTo>
                    <a:pt x="433358" y="476166"/>
                  </a:lnTo>
                  <a:lnTo>
                    <a:pt x="432673" y="475909"/>
                  </a:lnTo>
                  <a:lnTo>
                    <a:pt x="432381" y="475779"/>
                  </a:lnTo>
                  <a:lnTo>
                    <a:pt x="431454" y="475064"/>
                  </a:lnTo>
                  <a:lnTo>
                    <a:pt x="431430" y="474910"/>
                  </a:lnTo>
                  <a:lnTo>
                    <a:pt x="431369" y="474628"/>
                  </a:lnTo>
                  <a:lnTo>
                    <a:pt x="430694" y="474168"/>
                  </a:lnTo>
                  <a:lnTo>
                    <a:pt x="430350" y="474246"/>
                  </a:lnTo>
                  <a:lnTo>
                    <a:pt x="429577" y="474293"/>
                  </a:lnTo>
                  <a:lnTo>
                    <a:pt x="429431" y="473608"/>
                  </a:lnTo>
                  <a:lnTo>
                    <a:pt x="429557" y="472831"/>
                  </a:lnTo>
                  <a:lnTo>
                    <a:pt x="429326" y="472390"/>
                  </a:lnTo>
                  <a:lnTo>
                    <a:pt x="429282" y="472182"/>
                  </a:lnTo>
                  <a:lnTo>
                    <a:pt x="429231" y="471896"/>
                  </a:lnTo>
                  <a:lnTo>
                    <a:pt x="429062" y="471453"/>
                  </a:lnTo>
                  <a:lnTo>
                    <a:pt x="428981" y="471279"/>
                  </a:lnTo>
                  <a:lnTo>
                    <a:pt x="428897" y="471121"/>
                  </a:lnTo>
                  <a:lnTo>
                    <a:pt x="428767" y="470889"/>
                  </a:lnTo>
                  <a:lnTo>
                    <a:pt x="428351" y="470324"/>
                  </a:lnTo>
                  <a:lnTo>
                    <a:pt x="427750" y="470364"/>
                  </a:lnTo>
                  <a:lnTo>
                    <a:pt x="427333" y="470589"/>
                  </a:lnTo>
                  <a:lnTo>
                    <a:pt x="426932" y="470407"/>
                  </a:lnTo>
                  <a:lnTo>
                    <a:pt x="426723" y="470164"/>
                  </a:lnTo>
                  <a:lnTo>
                    <a:pt x="426523" y="469712"/>
                  </a:lnTo>
                  <a:lnTo>
                    <a:pt x="426232" y="469511"/>
                  </a:lnTo>
                  <a:lnTo>
                    <a:pt x="425792" y="469378"/>
                  </a:lnTo>
                  <a:lnTo>
                    <a:pt x="425662" y="469013"/>
                  </a:lnTo>
                  <a:lnTo>
                    <a:pt x="425950" y="468277"/>
                  </a:lnTo>
                  <a:lnTo>
                    <a:pt x="426173" y="468059"/>
                  </a:lnTo>
                  <a:lnTo>
                    <a:pt x="426364" y="467854"/>
                  </a:lnTo>
                  <a:lnTo>
                    <a:pt x="426496" y="467698"/>
                  </a:lnTo>
                  <a:lnTo>
                    <a:pt x="426522" y="466820"/>
                  </a:lnTo>
                  <a:lnTo>
                    <a:pt x="425989" y="466261"/>
                  </a:lnTo>
                  <a:lnTo>
                    <a:pt x="425836" y="466211"/>
                  </a:lnTo>
                  <a:lnTo>
                    <a:pt x="425567" y="465947"/>
                  </a:lnTo>
                  <a:lnTo>
                    <a:pt x="425592" y="465453"/>
                  </a:lnTo>
                  <a:lnTo>
                    <a:pt x="425849" y="464412"/>
                  </a:lnTo>
                  <a:lnTo>
                    <a:pt x="426759" y="463708"/>
                  </a:lnTo>
                  <a:lnTo>
                    <a:pt x="427041" y="463494"/>
                  </a:lnTo>
                  <a:lnTo>
                    <a:pt x="427125" y="463319"/>
                  </a:lnTo>
                  <a:lnTo>
                    <a:pt x="426874" y="462354"/>
                  </a:lnTo>
                  <a:lnTo>
                    <a:pt x="427012" y="461853"/>
                  </a:lnTo>
                  <a:lnTo>
                    <a:pt x="427049" y="461261"/>
                  </a:lnTo>
                  <a:lnTo>
                    <a:pt x="426795" y="460950"/>
                  </a:lnTo>
                  <a:lnTo>
                    <a:pt x="426566" y="460538"/>
                  </a:lnTo>
                  <a:lnTo>
                    <a:pt x="426238" y="460080"/>
                  </a:lnTo>
                  <a:lnTo>
                    <a:pt x="425840" y="459905"/>
                  </a:lnTo>
                  <a:lnTo>
                    <a:pt x="425656" y="459659"/>
                  </a:lnTo>
                  <a:lnTo>
                    <a:pt x="425509" y="459402"/>
                  </a:lnTo>
                  <a:lnTo>
                    <a:pt x="425022" y="459082"/>
                  </a:lnTo>
                  <a:lnTo>
                    <a:pt x="424890" y="458879"/>
                  </a:lnTo>
                  <a:lnTo>
                    <a:pt x="425163" y="458186"/>
                  </a:lnTo>
                  <a:lnTo>
                    <a:pt x="425244" y="457624"/>
                  </a:lnTo>
                  <a:lnTo>
                    <a:pt x="425388" y="457382"/>
                  </a:lnTo>
                  <a:lnTo>
                    <a:pt x="423798" y="457110"/>
                  </a:lnTo>
                  <a:lnTo>
                    <a:pt x="423309" y="457059"/>
                  </a:lnTo>
                  <a:lnTo>
                    <a:pt x="422742" y="456953"/>
                  </a:lnTo>
                  <a:lnTo>
                    <a:pt x="421730" y="456895"/>
                  </a:lnTo>
                  <a:lnTo>
                    <a:pt x="421537" y="457060"/>
                  </a:lnTo>
                  <a:lnTo>
                    <a:pt x="421313" y="457212"/>
                  </a:lnTo>
                  <a:lnTo>
                    <a:pt x="420989" y="457302"/>
                  </a:lnTo>
                  <a:lnTo>
                    <a:pt x="419610" y="457394"/>
                  </a:lnTo>
                  <a:lnTo>
                    <a:pt x="419414" y="457279"/>
                  </a:lnTo>
                  <a:lnTo>
                    <a:pt x="419160" y="457254"/>
                  </a:lnTo>
                  <a:lnTo>
                    <a:pt x="419013" y="457394"/>
                  </a:lnTo>
                  <a:lnTo>
                    <a:pt x="418635" y="457512"/>
                  </a:lnTo>
                  <a:lnTo>
                    <a:pt x="418458" y="457545"/>
                  </a:lnTo>
                  <a:lnTo>
                    <a:pt x="417635" y="457585"/>
                  </a:lnTo>
                  <a:lnTo>
                    <a:pt x="417350" y="457431"/>
                  </a:lnTo>
                  <a:lnTo>
                    <a:pt x="417165" y="457381"/>
                  </a:lnTo>
                  <a:lnTo>
                    <a:pt x="416687" y="457639"/>
                  </a:lnTo>
                  <a:lnTo>
                    <a:pt x="416097" y="457726"/>
                  </a:lnTo>
                  <a:lnTo>
                    <a:pt x="416092" y="457488"/>
                  </a:lnTo>
                  <a:lnTo>
                    <a:pt x="415705" y="457072"/>
                  </a:lnTo>
                  <a:lnTo>
                    <a:pt x="415479" y="457094"/>
                  </a:lnTo>
                  <a:lnTo>
                    <a:pt x="415175" y="457014"/>
                  </a:lnTo>
                  <a:lnTo>
                    <a:pt x="414507" y="456770"/>
                  </a:lnTo>
                  <a:lnTo>
                    <a:pt x="414238" y="456623"/>
                  </a:lnTo>
                  <a:lnTo>
                    <a:pt x="414037" y="456439"/>
                  </a:lnTo>
                  <a:lnTo>
                    <a:pt x="413773" y="456250"/>
                  </a:lnTo>
                  <a:lnTo>
                    <a:pt x="413434" y="456199"/>
                  </a:lnTo>
                  <a:lnTo>
                    <a:pt x="413077" y="456417"/>
                  </a:lnTo>
                  <a:lnTo>
                    <a:pt x="412574" y="456272"/>
                  </a:lnTo>
                  <a:lnTo>
                    <a:pt x="412372" y="456169"/>
                  </a:lnTo>
                  <a:lnTo>
                    <a:pt x="412066" y="455965"/>
                  </a:lnTo>
                  <a:lnTo>
                    <a:pt x="411779" y="455736"/>
                  </a:lnTo>
                  <a:lnTo>
                    <a:pt x="411012" y="455403"/>
                  </a:lnTo>
                  <a:lnTo>
                    <a:pt x="410360" y="455357"/>
                  </a:lnTo>
                  <a:lnTo>
                    <a:pt x="410195" y="455599"/>
                  </a:lnTo>
                  <a:lnTo>
                    <a:pt x="409961" y="455671"/>
                  </a:lnTo>
                  <a:lnTo>
                    <a:pt x="409723" y="455657"/>
                  </a:lnTo>
                  <a:lnTo>
                    <a:pt x="409521" y="455574"/>
                  </a:lnTo>
                  <a:lnTo>
                    <a:pt x="409253" y="455532"/>
                  </a:lnTo>
                  <a:lnTo>
                    <a:pt x="408586" y="455826"/>
                  </a:lnTo>
                  <a:lnTo>
                    <a:pt x="408427" y="455796"/>
                  </a:lnTo>
                  <a:lnTo>
                    <a:pt x="408148" y="455624"/>
                  </a:lnTo>
                  <a:lnTo>
                    <a:pt x="407607" y="455365"/>
                  </a:lnTo>
                  <a:lnTo>
                    <a:pt x="407527" y="455129"/>
                  </a:lnTo>
                  <a:lnTo>
                    <a:pt x="406936" y="454191"/>
                  </a:lnTo>
                  <a:lnTo>
                    <a:pt x="406594" y="453877"/>
                  </a:lnTo>
                  <a:lnTo>
                    <a:pt x="406414" y="453857"/>
                  </a:lnTo>
                  <a:lnTo>
                    <a:pt x="406110" y="453620"/>
                  </a:lnTo>
                  <a:lnTo>
                    <a:pt x="405996" y="453411"/>
                  </a:lnTo>
                  <a:lnTo>
                    <a:pt x="405579" y="453181"/>
                  </a:lnTo>
                  <a:lnTo>
                    <a:pt x="405288" y="452947"/>
                  </a:lnTo>
                  <a:lnTo>
                    <a:pt x="405048" y="452676"/>
                  </a:lnTo>
                  <a:lnTo>
                    <a:pt x="404496" y="452191"/>
                  </a:lnTo>
                  <a:lnTo>
                    <a:pt x="404168" y="451946"/>
                  </a:lnTo>
                  <a:lnTo>
                    <a:pt x="403903" y="451561"/>
                  </a:lnTo>
                  <a:lnTo>
                    <a:pt x="403752" y="451452"/>
                  </a:lnTo>
                  <a:lnTo>
                    <a:pt x="403498" y="451381"/>
                  </a:lnTo>
                  <a:lnTo>
                    <a:pt x="403338" y="451424"/>
                  </a:lnTo>
                  <a:lnTo>
                    <a:pt x="403095" y="451403"/>
                  </a:lnTo>
                  <a:lnTo>
                    <a:pt x="402781" y="451255"/>
                  </a:lnTo>
                  <a:lnTo>
                    <a:pt x="401733" y="450764"/>
                  </a:lnTo>
                  <a:lnTo>
                    <a:pt x="401544" y="450730"/>
                  </a:lnTo>
                  <a:lnTo>
                    <a:pt x="401250" y="450887"/>
                  </a:lnTo>
                  <a:lnTo>
                    <a:pt x="401085" y="451015"/>
                  </a:lnTo>
                  <a:lnTo>
                    <a:pt x="400577" y="450908"/>
                  </a:lnTo>
                  <a:lnTo>
                    <a:pt x="400371" y="450909"/>
                  </a:lnTo>
                  <a:lnTo>
                    <a:pt x="399993" y="451005"/>
                  </a:lnTo>
                  <a:lnTo>
                    <a:pt x="398963" y="450849"/>
                  </a:lnTo>
                  <a:lnTo>
                    <a:pt x="398530" y="450817"/>
                  </a:lnTo>
                  <a:lnTo>
                    <a:pt x="397809" y="450848"/>
                  </a:lnTo>
                  <a:lnTo>
                    <a:pt x="397529" y="450925"/>
                  </a:lnTo>
                  <a:lnTo>
                    <a:pt x="397372" y="450859"/>
                  </a:lnTo>
                  <a:lnTo>
                    <a:pt x="396880" y="451219"/>
                  </a:lnTo>
                  <a:lnTo>
                    <a:pt x="396649" y="451539"/>
                  </a:lnTo>
                  <a:lnTo>
                    <a:pt x="396153" y="452644"/>
                  </a:lnTo>
                  <a:lnTo>
                    <a:pt x="396185" y="452927"/>
                  </a:lnTo>
                  <a:lnTo>
                    <a:pt x="395989" y="453057"/>
                  </a:lnTo>
                  <a:lnTo>
                    <a:pt x="395827" y="453166"/>
                  </a:lnTo>
                  <a:lnTo>
                    <a:pt x="395615" y="453307"/>
                  </a:lnTo>
                  <a:lnTo>
                    <a:pt x="395207" y="453502"/>
                  </a:lnTo>
                  <a:lnTo>
                    <a:pt x="394089" y="453723"/>
                  </a:lnTo>
                  <a:lnTo>
                    <a:pt x="393863" y="453943"/>
                  </a:lnTo>
                  <a:lnTo>
                    <a:pt x="392607" y="454450"/>
                  </a:lnTo>
                  <a:lnTo>
                    <a:pt x="392444" y="454445"/>
                  </a:lnTo>
                  <a:lnTo>
                    <a:pt x="392273" y="454566"/>
                  </a:lnTo>
                  <a:lnTo>
                    <a:pt x="392001" y="454835"/>
                  </a:lnTo>
                  <a:lnTo>
                    <a:pt x="391686" y="454908"/>
                  </a:lnTo>
                  <a:lnTo>
                    <a:pt x="391475" y="454875"/>
                  </a:lnTo>
                  <a:lnTo>
                    <a:pt x="391053" y="454939"/>
                  </a:lnTo>
                  <a:lnTo>
                    <a:pt x="390493" y="455214"/>
                  </a:lnTo>
                  <a:lnTo>
                    <a:pt x="390419" y="455950"/>
                  </a:lnTo>
                  <a:lnTo>
                    <a:pt x="390589" y="456210"/>
                  </a:lnTo>
                  <a:lnTo>
                    <a:pt x="391044" y="457018"/>
                  </a:lnTo>
                  <a:lnTo>
                    <a:pt x="391492" y="457739"/>
                  </a:lnTo>
                  <a:lnTo>
                    <a:pt x="391870" y="458017"/>
                  </a:lnTo>
                  <a:lnTo>
                    <a:pt x="392281" y="458984"/>
                  </a:lnTo>
                  <a:lnTo>
                    <a:pt x="392289" y="459211"/>
                  </a:lnTo>
                  <a:lnTo>
                    <a:pt x="392273" y="459495"/>
                  </a:lnTo>
                  <a:lnTo>
                    <a:pt x="392253" y="459722"/>
                  </a:lnTo>
                  <a:lnTo>
                    <a:pt x="392231" y="459886"/>
                  </a:lnTo>
                  <a:lnTo>
                    <a:pt x="391695" y="460901"/>
                  </a:lnTo>
                  <a:lnTo>
                    <a:pt x="391543" y="461149"/>
                  </a:lnTo>
                  <a:lnTo>
                    <a:pt x="390687" y="461336"/>
                  </a:lnTo>
                  <a:lnTo>
                    <a:pt x="389991" y="461613"/>
                  </a:lnTo>
                  <a:lnTo>
                    <a:pt x="389925" y="462369"/>
                  </a:lnTo>
                  <a:lnTo>
                    <a:pt x="390004" y="462652"/>
                  </a:lnTo>
                  <a:lnTo>
                    <a:pt x="390139" y="463025"/>
                  </a:lnTo>
                  <a:lnTo>
                    <a:pt x="390158" y="463808"/>
                  </a:lnTo>
                  <a:lnTo>
                    <a:pt x="390253" y="464288"/>
                  </a:lnTo>
                  <a:lnTo>
                    <a:pt x="389471" y="465185"/>
                  </a:lnTo>
                  <a:lnTo>
                    <a:pt x="389466" y="465527"/>
                  </a:lnTo>
                  <a:lnTo>
                    <a:pt x="389375" y="466112"/>
                  </a:lnTo>
                  <a:lnTo>
                    <a:pt x="388896" y="466370"/>
                  </a:lnTo>
                  <a:lnTo>
                    <a:pt x="388460" y="466200"/>
                  </a:lnTo>
                  <a:lnTo>
                    <a:pt x="387895" y="465854"/>
                  </a:lnTo>
                  <a:lnTo>
                    <a:pt x="387235" y="465813"/>
                  </a:lnTo>
                  <a:lnTo>
                    <a:pt x="386947" y="465971"/>
                  </a:lnTo>
                  <a:lnTo>
                    <a:pt x="386613" y="466189"/>
                  </a:lnTo>
                  <a:lnTo>
                    <a:pt x="386189" y="466368"/>
                  </a:lnTo>
                  <a:lnTo>
                    <a:pt x="386061" y="466409"/>
                  </a:lnTo>
                  <a:lnTo>
                    <a:pt x="384965" y="466638"/>
                  </a:lnTo>
                  <a:lnTo>
                    <a:pt x="384333" y="467114"/>
                  </a:lnTo>
                  <a:lnTo>
                    <a:pt x="384202" y="467225"/>
                  </a:lnTo>
                  <a:lnTo>
                    <a:pt x="383783" y="467328"/>
                  </a:lnTo>
                  <a:lnTo>
                    <a:pt x="383472" y="467077"/>
                  </a:lnTo>
                  <a:lnTo>
                    <a:pt x="382672" y="466964"/>
                  </a:lnTo>
                  <a:lnTo>
                    <a:pt x="381129" y="467242"/>
                  </a:lnTo>
                  <a:lnTo>
                    <a:pt x="380818" y="467812"/>
                  </a:lnTo>
                  <a:lnTo>
                    <a:pt x="380723" y="468075"/>
                  </a:lnTo>
                  <a:lnTo>
                    <a:pt x="380402" y="468007"/>
                  </a:lnTo>
                  <a:lnTo>
                    <a:pt x="380252" y="468011"/>
                  </a:lnTo>
                  <a:lnTo>
                    <a:pt x="379931" y="468020"/>
                  </a:lnTo>
                  <a:lnTo>
                    <a:pt x="379703" y="468050"/>
                  </a:lnTo>
                  <a:lnTo>
                    <a:pt x="378863" y="468081"/>
                  </a:lnTo>
                  <a:lnTo>
                    <a:pt x="378501" y="468229"/>
                  </a:lnTo>
                  <a:lnTo>
                    <a:pt x="378040" y="468097"/>
                  </a:lnTo>
                  <a:lnTo>
                    <a:pt x="377752" y="467987"/>
                  </a:lnTo>
                  <a:lnTo>
                    <a:pt x="377349" y="468236"/>
                  </a:lnTo>
                  <a:lnTo>
                    <a:pt x="377413" y="468426"/>
                  </a:lnTo>
                  <a:lnTo>
                    <a:pt x="377547" y="468676"/>
                  </a:lnTo>
                  <a:lnTo>
                    <a:pt x="377735" y="469697"/>
                  </a:lnTo>
                  <a:lnTo>
                    <a:pt x="377766" y="470172"/>
                  </a:lnTo>
                  <a:lnTo>
                    <a:pt x="377502" y="470236"/>
                  </a:lnTo>
                  <a:lnTo>
                    <a:pt x="377286" y="470240"/>
                  </a:lnTo>
                  <a:lnTo>
                    <a:pt x="377075" y="470243"/>
                  </a:lnTo>
                  <a:lnTo>
                    <a:pt x="376658" y="470969"/>
                  </a:lnTo>
                  <a:lnTo>
                    <a:pt x="376627" y="471096"/>
                  </a:lnTo>
                  <a:lnTo>
                    <a:pt x="376447" y="471508"/>
                  </a:lnTo>
                  <a:lnTo>
                    <a:pt x="376929" y="471844"/>
                  </a:lnTo>
                  <a:lnTo>
                    <a:pt x="377314" y="472388"/>
                  </a:lnTo>
                  <a:lnTo>
                    <a:pt x="377527" y="472386"/>
                  </a:lnTo>
                  <a:lnTo>
                    <a:pt x="377810" y="472391"/>
                  </a:lnTo>
                  <a:lnTo>
                    <a:pt x="378214" y="473085"/>
                  </a:lnTo>
                  <a:lnTo>
                    <a:pt x="378251" y="473501"/>
                  </a:lnTo>
                  <a:lnTo>
                    <a:pt x="378810" y="474742"/>
                  </a:lnTo>
                  <a:lnTo>
                    <a:pt x="378949" y="475108"/>
                  </a:lnTo>
                  <a:lnTo>
                    <a:pt x="378774" y="475944"/>
                  </a:lnTo>
                  <a:lnTo>
                    <a:pt x="378792" y="476125"/>
                  </a:lnTo>
                  <a:lnTo>
                    <a:pt x="378789" y="476253"/>
                  </a:lnTo>
                  <a:lnTo>
                    <a:pt x="379271" y="476978"/>
                  </a:lnTo>
                  <a:lnTo>
                    <a:pt x="378932" y="477739"/>
                  </a:lnTo>
                  <a:lnTo>
                    <a:pt x="379336" y="478416"/>
                  </a:lnTo>
                  <a:lnTo>
                    <a:pt x="379283" y="479669"/>
                  </a:lnTo>
                  <a:lnTo>
                    <a:pt x="379118" y="480161"/>
                  </a:lnTo>
                  <a:lnTo>
                    <a:pt x="378989" y="480584"/>
                  </a:lnTo>
                  <a:lnTo>
                    <a:pt x="378902" y="480883"/>
                  </a:lnTo>
                  <a:lnTo>
                    <a:pt x="378628" y="481559"/>
                  </a:lnTo>
                  <a:lnTo>
                    <a:pt x="378150" y="482081"/>
                  </a:lnTo>
                  <a:lnTo>
                    <a:pt x="378322" y="482610"/>
                  </a:lnTo>
                  <a:lnTo>
                    <a:pt x="378662" y="483230"/>
                  </a:lnTo>
                  <a:lnTo>
                    <a:pt x="379103" y="483441"/>
                  </a:lnTo>
                  <a:lnTo>
                    <a:pt x="379512" y="483474"/>
                  </a:lnTo>
                  <a:lnTo>
                    <a:pt x="379693" y="483629"/>
                  </a:lnTo>
                  <a:lnTo>
                    <a:pt x="380146" y="484160"/>
                  </a:lnTo>
                  <a:lnTo>
                    <a:pt x="380237" y="484360"/>
                  </a:lnTo>
                  <a:lnTo>
                    <a:pt x="380437" y="484627"/>
                  </a:lnTo>
                  <a:lnTo>
                    <a:pt x="380824" y="484465"/>
                  </a:lnTo>
                  <a:lnTo>
                    <a:pt x="381333" y="484176"/>
                  </a:lnTo>
                  <a:lnTo>
                    <a:pt x="381580" y="484237"/>
                  </a:lnTo>
                  <a:lnTo>
                    <a:pt x="381968" y="484210"/>
                  </a:lnTo>
                  <a:lnTo>
                    <a:pt x="382229" y="484298"/>
                  </a:lnTo>
                  <a:lnTo>
                    <a:pt x="382444" y="484367"/>
                  </a:lnTo>
                  <a:lnTo>
                    <a:pt x="382939" y="484416"/>
                  </a:lnTo>
                  <a:lnTo>
                    <a:pt x="383361" y="484523"/>
                  </a:lnTo>
                  <a:lnTo>
                    <a:pt x="383904" y="484912"/>
                  </a:lnTo>
                  <a:lnTo>
                    <a:pt x="383715" y="485208"/>
                  </a:lnTo>
                  <a:lnTo>
                    <a:pt x="383706" y="485665"/>
                  </a:lnTo>
                  <a:lnTo>
                    <a:pt x="383630" y="486009"/>
                  </a:lnTo>
                  <a:lnTo>
                    <a:pt x="383400" y="486578"/>
                  </a:lnTo>
                  <a:lnTo>
                    <a:pt x="383466" y="486880"/>
                  </a:lnTo>
                  <a:lnTo>
                    <a:pt x="383309" y="487425"/>
                  </a:lnTo>
                  <a:lnTo>
                    <a:pt x="383299" y="487865"/>
                  </a:lnTo>
                  <a:lnTo>
                    <a:pt x="383753" y="488602"/>
                  </a:lnTo>
                  <a:lnTo>
                    <a:pt x="384211" y="488975"/>
                  </a:lnTo>
                  <a:lnTo>
                    <a:pt x="384442" y="489082"/>
                  </a:lnTo>
                  <a:lnTo>
                    <a:pt x="384749" y="489400"/>
                  </a:lnTo>
                  <a:lnTo>
                    <a:pt x="384777" y="489579"/>
                  </a:lnTo>
                  <a:lnTo>
                    <a:pt x="384811" y="489720"/>
                  </a:lnTo>
                  <a:lnTo>
                    <a:pt x="384879" y="489923"/>
                  </a:lnTo>
                  <a:lnTo>
                    <a:pt x="385100" y="490249"/>
                  </a:lnTo>
                  <a:lnTo>
                    <a:pt x="385636" y="490746"/>
                  </a:lnTo>
                  <a:lnTo>
                    <a:pt x="386224" y="490548"/>
                  </a:lnTo>
                  <a:lnTo>
                    <a:pt x="386504" y="490466"/>
                  </a:lnTo>
                  <a:lnTo>
                    <a:pt x="386631" y="490608"/>
                  </a:lnTo>
                  <a:lnTo>
                    <a:pt x="386837" y="490999"/>
                  </a:lnTo>
                  <a:lnTo>
                    <a:pt x="387786" y="491263"/>
                  </a:lnTo>
                  <a:lnTo>
                    <a:pt x="388088" y="491044"/>
                  </a:lnTo>
                  <a:lnTo>
                    <a:pt x="388738" y="490989"/>
                  </a:lnTo>
                  <a:lnTo>
                    <a:pt x="389003" y="491254"/>
                  </a:lnTo>
                  <a:lnTo>
                    <a:pt x="389682" y="491671"/>
                  </a:lnTo>
                  <a:lnTo>
                    <a:pt x="390104" y="491694"/>
                  </a:lnTo>
                  <a:lnTo>
                    <a:pt x="390394" y="491699"/>
                  </a:lnTo>
                  <a:lnTo>
                    <a:pt x="390597" y="491753"/>
                  </a:lnTo>
                  <a:lnTo>
                    <a:pt x="390744" y="492137"/>
                  </a:lnTo>
                  <a:lnTo>
                    <a:pt x="391139" y="492491"/>
                  </a:lnTo>
                  <a:lnTo>
                    <a:pt x="391708" y="492697"/>
                  </a:lnTo>
                  <a:lnTo>
                    <a:pt x="392140" y="492703"/>
                  </a:lnTo>
                  <a:lnTo>
                    <a:pt x="392379" y="492693"/>
                  </a:lnTo>
                  <a:lnTo>
                    <a:pt x="393197" y="493132"/>
                  </a:lnTo>
                  <a:lnTo>
                    <a:pt x="393541" y="493319"/>
                  </a:lnTo>
                  <a:lnTo>
                    <a:pt x="394132" y="493650"/>
                  </a:lnTo>
                  <a:lnTo>
                    <a:pt x="394400" y="493687"/>
                  </a:lnTo>
                  <a:lnTo>
                    <a:pt x="394826" y="494096"/>
                  </a:lnTo>
                  <a:lnTo>
                    <a:pt x="394394" y="494144"/>
                  </a:lnTo>
                  <a:lnTo>
                    <a:pt x="394442" y="494437"/>
                  </a:lnTo>
                  <a:lnTo>
                    <a:pt x="394246" y="494482"/>
                  </a:lnTo>
                  <a:lnTo>
                    <a:pt x="393986" y="494631"/>
                  </a:lnTo>
                  <a:lnTo>
                    <a:pt x="393866" y="494901"/>
                  </a:lnTo>
                  <a:lnTo>
                    <a:pt x="393725" y="494950"/>
                  </a:lnTo>
                  <a:lnTo>
                    <a:pt x="393529" y="494981"/>
                  </a:lnTo>
                  <a:lnTo>
                    <a:pt x="393243" y="494941"/>
                  </a:lnTo>
                  <a:lnTo>
                    <a:pt x="393104" y="494970"/>
                  </a:lnTo>
                  <a:lnTo>
                    <a:pt x="392507" y="495725"/>
                  </a:lnTo>
                  <a:lnTo>
                    <a:pt x="392324" y="496250"/>
                  </a:lnTo>
                  <a:lnTo>
                    <a:pt x="392203" y="496440"/>
                  </a:lnTo>
                  <a:lnTo>
                    <a:pt x="391710" y="496397"/>
                  </a:lnTo>
                  <a:lnTo>
                    <a:pt x="391407" y="496341"/>
                  </a:lnTo>
                  <a:lnTo>
                    <a:pt x="391017" y="496940"/>
                  </a:lnTo>
                  <a:lnTo>
                    <a:pt x="391182" y="497151"/>
                  </a:lnTo>
                  <a:lnTo>
                    <a:pt x="390438" y="497470"/>
                  </a:lnTo>
                  <a:lnTo>
                    <a:pt x="389631" y="497392"/>
                  </a:lnTo>
                  <a:lnTo>
                    <a:pt x="389088" y="497185"/>
                  </a:lnTo>
                  <a:lnTo>
                    <a:pt x="388455" y="497533"/>
                  </a:lnTo>
                  <a:lnTo>
                    <a:pt x="388394" y="497667"/>
                  </a:lnTo>
                  <a:lnTo>
                    <a:pt x="388371" y="498165"/>
                  </a:lnTo>
                  <a:lnTo>
                    <a:pt x="388349" y="498327"/>
                  </a:lnTo>
                  <a:lnTo>
                    <a:pt x="388287" y="498706"/>
                  </a:lnTo>
                  <a:lnTo>
                    <a:pt x="388162" y="499311"/>
                  </a:lnTo>
                  <a:lnTo>
                    <a:pt x="388033" y="499668"/>
                  </a:lnTo>
                  <a:lnTo>
                    <a:pt x="387941" y="499840"/>
                  </a:lnTo>
                  <a:lnTo>
                    <a:pt x="387762" y="500164"/>
                  </a:lnTo>
                  <a:lnTo>
                    <a:pt x="387660" y="500605"/>
                  </a:lnTo>
                  <a:lnTo>
                    <a:pt x="387821" y="501047"/>
                  </a:lnTo>
                  <a:lnTo>
                    <a:pt x="387829" y="501270"/>
                  </a:lnTo>
                  <a:lnTo>
                    <a:pt x="387791" y="501505"/>
                  </a:lnTo>
                  <a:lnTo>
                    <a:pt x="387676" y="501723"/>
                  </a:lnTo>
                  <a:lnTo>
                    <a:pt x="387411" y="501930"/>
                  </a:lnTo>
                  <a:lnTo>
                    <a:pt x="387079" y="502294"/>
                  </a:lnTo>
                  <a:lnTo>
                    <a:pt x="386751" y="502791"/>
                  </a:lnTo>
                  <a:lnTo>
                    <a:pt x="386207" y="503347"/>
                  </a:lnTo>
                  <a:lnTo>
                    <a:pt x="386191" y="503909"/>
                  </a:lnTo>
                  <a:lnTo>
                    <a:pt x="385808" y="504049"/>
                  </a:lnTo>
                  <a:lnTo>
                    <a:pt x="385281" y="504361"/>
                  </a:lnTo>
                  <a:lnTo>
                    <a:pt x="384795" y="504796"/>
                  </a:lnTo>
                  <a:lnTo>
                    <a:pt x="384241" y="504671"/>
                  </a:lnTo>
                  <a:lnTo>
                    <a:pt x="383957" y="504986"/>
                  </a:lnTo>
                  <a:lnTo>
                    <a:pt x="383891" y="505191"/>
                  </a:lnTo>
                  <a:lnTo>
                    <a:pt x="383785" y="505468"/>
                  </a:lnTo>
                  <a:lnTo>
                    <a:pt x="383413" y="506049"/>
                  </a:lnTo>
                  <a:lnTo>
                    <a:pt x="383031" y="506421"/>
                  </a:lnTo>
                  <a:lnTo>
                    <a:pt x="382816" y="506466"/>
                  </a:lnTo>
                  <a:lnTo>
                    <a:pt x="382596" y="506515"/>
                  </a:lnTo>
                  <a:lnTo>
                    <a:pt x="382130" y="507151"/>
                  </a:lnTo>
                  <a:lnTo>
                    <a:pt x="382111" y="507296"/>
                  </a:lnTo>
                  <a:lnTo>
                    <a:pt x="382040" y="507548"/>
                  </a:lnTo>
                  <a:lnTo>
                    <a:pt x="382016" y="507990"/>
                  </a:lnTo>
                  <a:lnTo>
                    <a:pt x="382239" y="508084"/>
                  </a:lnTo>
                  <a:lnTo>
                    <a:pt x="382603" y="508377"/>
                  </a:lnTo>
                  <a:lnTo>
                    <a:pt x="382403" y="508882"/>
                  </a:lnTo>
                  <a:lnTo>
                    <a:pt x="382179" y="509229"/>
                  </a:lnTo>
                  <a:lnTo>
                    <a:pt x="382182" y="509575"/>
                  </a:lnTo>
                  <a:lnTo>
                    <a:pt x="382042" y="509702"/>
                  </a:lnTo>
                  <a:lnTo>
                    <a:pt x="382086" y="510111"/>
                  </a:lnTo>
                  <a:lnTo>
                    <a:pt x="382365" y="510336"/>
                  </a:lnTo>
                  <a:lnTo>
                    <a:pt x="382582" y="510458"/>
                  </a:lnTo>
                  <a:lnTo>
                    <a:pt x="383058" y="510625"/>
                  </a:lnTo>
                  <a:lnTo>
                    <a:pt x="383202" y="510624"/>
                  </a:lnTo>
                  <a:lnTo>
                    <a:pt x="383410" y="510706"/>
                  </a:lnTo>
                  <a:lnTo>
                    <a:pt x="383966" y="511762"/>
                  </a:lnTo>
                  <a:lnTo>
                    <a:pt x="384232" y="512305"/>
                  </a:lnTo>
                  <a:lnTo>
                    <a:pt x="384462" y="512794"/>
                  </a:lnTo>
                  <a:lnTo>
                    <a:pt x="384450" y="513316"/>
                  </a:lnTo>
                  <a:lnTo>
                    <a:pt x="384599" y="513918"/>
                  </a:lnTo>
                  <a:lnTo>
                    <a:pt x="383885" y="514176"/>
                  </a:lnTo>
                  <a:lnTo>
                    <a:pt x="383767" y="514349"/>
                  </a:lnTo>
                  <a:lnTo>
                    <a:pt x="383341" y="514598"/>
                  </a:lnTo>
                  <a:lnTo>
                    <a:pt x="382879" y="514622"/>
                  </a:lnTo>
                  <a:lnTo>
                    <a:pt x="382565" y="514732"/>
                  </a:lnTo>
                  <a:lnTo>
                    <a:pt x="382639" y="515065"/>
                  </a:lnTo>
                  <a:lnTo>
                    <a:pt x="382820" y="515411"/>
                  </a:lnTo>
                  <a:lnTo>
                    <a:pt x="383440" y="515997"/>
                  </a:lnTo>
                  <a:lnTo>
                    <a:pt x="383665" y="516141"/>
                  </a:lnTo>
                  <a:lnTo>
                    <a:pt x="383705" y="516401"/>
                  </a:lnTo>
                  <a:lnTo>
                    <a:pt x="383514" y="516455"/>
                  </a:lnTo>
                  <a:lnTo>
                    <a:pt x="383349" y="516501"/>
                  </a:lnTo>
                  <a:lnTo>
                    <a:pt x="382816" y="516878"/>
                  </a:lnTo>
                  <a:lnTo>
                    <a:pt x="382036" y="516908"/>
                  </a:lnTo>
                  <a:lnTo>
                    <a:pt x="381595" y="516740"/>
                  </a:lnTo>
                  <a:lnTo>
                    <a:pt x="380531" y="517148"/>
                  </a:lnTo>
                  <a:lnTo>
                    <a:pt x="380334" y="517071"/>
                  </a:lnTo>
                  <a:lnTo>
                    <a:pt x="379882" y="516981"/>
                  </a:lnTo>
                  <a:lnTo>
                    <a:pt x="379623" y="517057"/>
                  </a:lnTo>
                  <a:lnTo>
                    <a:pt x="378960" y="517276"/>
                  </a:lnTo>
                  <a:lnTo>
                    <a:pt x="378475" y="517686"/>
                  </a:lnTo>
                  <a:lnTo>
                    <a:pt x="378194" y="517938"/>
                  </a:lnTo>
                  <a:lnTo>
                    <a:pt x="377712" y="517914"/>
                  </a:lnTo>
                  <a:lnTo>
                    <a:pt x="377343" y="518127"/>
                  </a:lnTo>
                  <a:lnTo>
                    <a:pt x="377151" y="518184"/>
                  </a:lnTo>
                  <a:lnTo>
                    <a:pt x="377011" y="518125"/>
                  </a:lnTo>
                  <a:lnTo>
                    <a:pt x="376659" y="518108"/>
                  </a:lnTo>
                  <a:lnTo>
                    <a:pt x="376507" y="518218"/>
                  </a:lnTo>
                  <a:lnTo>
                    <a:pt x="376205" y="518482"/>
                  </a:lnTo>
                  <a:lnTo>
                    <a:pt x="376228" y="519173"/>
                  </a:lnTo>
                  <a:lnTo>
                    <a:pt x="376415" y="519691"/>
                  </a:lnTo>
                  <a:lnTo>
                    <a:pt x="375991" y="520111"/>
                  </a:lnTo>
                  <a:lnTo>
                    <a:pt x="375938" y="520375"/>
                  </a:lnTo>
                  <a:lnTo>
                    <a:pt x="375999" y="520586"/>
                  </a:lnTo>
                  <a:lnTo>
                    <a:pt x="375841" y="520833"/>
                  </a:lnTo>
                  <a:lnTo>
                    <a:pt x="375542" y="520908"/>
                  </a:lnTo>
                  <a:lnTo>
                    <a:pt x="375450" y="521382"/>
                  </a:lnTo>
                  <a:lnTo>
                    <a:pt x="375567" y="521610"/>
                  </a:lnTo>
                  <a:lnTo>
                    <a:pt x="375930" y="521867"/>
                  </a:lnTo>
                  <a:lnTo>
                    <a:pt x="376143" y="521877"/>
                  </a:lnTo>
                  <a:lnTo>
                    <a:pt x="376398" y="521869"/>
                  </a:lnTo>
                  <a:lnTo>
                    <a:pt x="376910" y="522122"/>
                  </a:lnTo>
                  <a:lnTo>
                    <a:pt x="376817" y="522273"/>
                  </a:lnTo>
                  <a:lnTo>
                    <a:pt x="376621" y="522567"/>
                  </a:lnTo>
                  <a:lnTo>
                    <a:pt x="376974" y="522847"/>
                  </a:lnTo>
                  <a:lnTo>
                    <a:pt x="377248" y="522908"/>
                  </a:lnTo>
                  <a:lnTo>
                    <a:pt x="377270" y="523208"/>
                  </a:lnTo>
                  <a:lnTo>
                    <a:pt x="377100" y="523303"/>
                  </a:lnTo>
                  <a:lnTo>
                    <a:pt x="377075" y="523522"/>
                  </a:lnTo>
                  <a:lnTo>
                    <a:pt x="377398" y="523906"/>
                  </a:lnTo>
                  <a:lnTo>
                    <a:pt x="377529" y="524185"/>
                  </a:lnTo>
                  <a:lnTo>
                    <a:pt x="377533" y="524673"/>
                  </a:lnTo>
                  <a:lnTo>
                    <a:pt x="377410" y="525039"/>
                  </a:lnTo>
                  <a:lnTo>
                    <a:pt x="377256" y="525026"/>
                  </a:lnTo>
                  <a:lnTo>
                    <a:pt x="376899" y="525225"/>
                  </a:lnTo>
                  <a:lnTo>
                    <a:pt x="376921" y="525445"/>
                  </a:lnTo>
                  <a:lnTo>
                    <a:pt x="376952" y="525752"/>
                  </a:lnTo>
                  <a:lnTo>
                    <a:pt x="376998" y="526208"/>
                  </a:lnTo>
                  <a:lnTo>
                    <a:pt x="377012" y="526724"/>
                  </a:lnTo>
                  <a:lnTo>
                    <a:pt x="377044" y="526883"/>
                  </a:lnTo>
                  <a:lnTo>
                    <a:pt x="377184" y="527070"/>
                  </a:lnTo>
                  <a:lnTo>
                    <a:pt x="377217" y="527209"/>
                  </a:lnTo>
                  <a:lnTo>
                    <a:pt x="377291" y="527671"/>
                  </a:lnTo>
                  <a:lnTo>
                    <a:pt x="377437" y="527815"/>
                  </a:lnTo>
                  <a:lnTo>
                    <a:pt x="377624" y="528108"/>
                  </a:lnTo>
                  <a:lnTo>
                    <a:pt x="377777" y="528406"/>
                  </a:lnTo>
                  <a:lnTo>
                    <a:pt x="377884" y="528714"/>
                  </a:lnTo>
                  <a:lnTo>
                    <a:pt x="378436" y="529716"/>
                  </a:lnTo>
                  <a:lnTo>
                    <a:pt x="378578" y="529975"/>
                  </a:lnTo>
                  <a:lnTo>
                    <a:pt x="378944" y="530267"/>
                  </a:lnTo>
                  <a:lnTo>
                    <a:pt x="379135" y="530481"/>
                  </a:lnTo>
                  <a:lnTo>
                    <a:pt x="379127" y="530614"/>
                  </a:lnTo>
                  <a:lnTo>
                    <a:pt x="379161" y="530856"/>
                  </a:lnTo>
                  <a:lnTo>
                    <a:pt x="379183" y="531420"/>
                  </a:lnTo>
                  <a:lnTo>
                    <a:pt x="379013" y="531582"/>
                  </a:lnTo>
                  <a:lnTo>
                    <a:pt x="379222" y="531865"/>
                  </a:lnTo>
                  <a:lnTo>
                    <a:pt x="379704" y="532120"/>
                  </a:lnTo>
                  <a:lnTo>
                    <a:pt x="380181" y="532520"/>
                  </a:lnTo>
                  <a:lnTo>
                    <a:pt x="380867" y="533229"/>
                  </a:lnTo>
                  <a:lnTo>
                    <a:pt x="380998" y="533326"/>
                  </a:lnTo>
                  <a:lnTo>
                    <a:pt x="381124" y="533551"/>
                  </a:lnTo>
                  <a:lnTo>
                    <a:pt x="381577" y="533742"/>
                  </a:lnTo>
                  <a:lnTo>
                    <a:pt x="381723" y="533795"/>
                  </a:lnTo>
                  <a:lnTo>
                    <a:pt x="381701" y="533980"/>
                  </a:lnTo>
                  <a:lnTo>
                    <a:pt x="381834" y="534343"/>
                  </a:lnTo>
                  <a:lnTo>
                    <a:pt x="381999" y="534429"/>
                  </a:lnTo>
                  <a:lnTo>
                    <a:pt x="382256" y="534490"/>
                  </a:lnTo>
                  <a:lnTo>
                    <a:pt x="382516" y="534683"/>
                  </a:lnTo>
                  <a:lnTo>
                    <a:pt x="382782" y="534737"/>
                  </a:lnTo>
                  <a:lnTo>
                    <a:pt x="383024" y="534695"/>
                  </a:lnTo>
                  <a:lnTo>
                    <a:pt x="383192" y="534625"/>
                  </a:lnTo>
                  <a:lnTo>
                    <a:pt x="383326" y="534641"/>
                  </a:lnTo>
                  <a:lnTo>
                    <a:pt x="383476" y="534840"/>
                  </a:lnTo>
                  <a:lnTo>
                    <a:pt x="383551" y="535244"/>
                  </a:lnTo>
                  <a:lnTo>
                    <a:pt x="383953" y="535371"/>
                  </a:lnTo>
                  <a:lnTo>
                    <a:pt x="383909" y="535236"/>
                  </a:lnTo>
                  <a:lnTo>
                    <a:pt x="384045" y="535131"/>
                  </a:lnTo>
                  <a:lnTo>
                    <a:pt x="384383" y="535245"/>
                  </a:lnTo>
                  <a:lnTo>
                    <a:pt x="384548" y="535522"/>
                  </a:lnTo>
                  <a:lnTo>
                    <a:pt x="384594" y="535837"/>
                  </a:lnTo>
                  <a:lnTo>
                    <a:pt x="384745" y="536073"/>
                  </a:lnTo>
                  <a:lnTo>
                    <a:pt x="384937" y="536180"/>
                  </a:lnTo>
                  <a:lnTo>
                    <a:pt x="385121" y="536184"/>
                  </a:lnTo>
                  <a:lnTo>
                    <a:pt x="385514" y="536076"/>
                  </a:lnTo>
                  <a:lnTo>
                    <a:pt x="385986" y="536277"/>
                  </a:lnTo>
                  <a:lnTo>
                    <a:pt x="386204" y="536273"/>
                  </a:lnTo>
                  <a:lnTo>
                    <a:pt x="386510" y="536336"/>
                  </a:lnTo>
                  <a:lnTo>
                    <a:pt x="386650" y="536427"/>
                  </a:lnTo>
                  <a:lnTo>
                    <a:pt x="386922" y="536688"/>
                  </a:lnTo>
                  <a:lnTo>
                    <a:pt x="387044" y="536505"/>
                  </a:lnTo>
                  <a:lnTo>
                    <a:pt x="387332" y="536359"/>
                  </a:lnTo>
                  <a:lnTo>
                    <a:pt x="387540" y="536355"/>
                  </a:lnTo>
                  <a:lnTo>
                    <a:pt x="387717" y="536426"/>
                  </a:lnTo>
                  <a:lnTo>
                    <a:pt x="387793" y="536556"/>
                  </a:lnTo>
                  <a:lnTo>
                    <a:pt x="387898" y="537439"/>
                  </a:lnTo>
                  <a:lnTo>
                    <a:pt x="387991" y="537596"/>
                  </a:lnTo>
                  <a:lnTo>
                    <a:pt x="388176" y="537910"/>
                  </a:lnTo>
                  <a:lnTo>
                    <a:pt x="388327" y="538076"/>
                  </a:lnTo>
                  <a:lnTo>
                    <a:pt x="388582" y="538259"/>
                  </a:lnTo>
                  <a:lnTo>
                    <a:pt x="388690" y="538429"/>
                  </a:lnTo>
                  <a:lnTo>
                    <a:pt x="388975" y="538454"/>
                  </a:lnTo>
                  <a:lnTo>
                    <a:pt x="389292" y="538563"/>
                  </a:lnTo>
                  <a:lnTo>
                    <a:pt x="389400" y="538767"/>
                  </a:lnTo>
                  <a:lnTo>
                    <a:pt x="389601" y="538985"/>
                  </a:lnTo>
                  <a:lnTo>
                    <a:pt x="390066" y="539285"/>
                  </a:lnTo>
                  <a:lnTo>
                    <a:pt x="390576" y="539772"/>
                  </a:lnTo>
                  <a:lnTo>
                    <a:pt x="390951" y="540043"/>
                  </a:lnTo>
                  <a:lnTo>
                    <a:pt x="391290" y="540128"/>
                  </a:lnTo>
                  <a:lnTo>
                    <a:pt x="391733" y="540184"/>
                  </a:lnTo>
                  <a:lnTo>
                    <a:pt x="391998" y="540347"/>
                  </a:lnTo>
                  <a:lnTo>
                    <a:pt x="392096" y="540676"/>
                  </a:lnTo>
                  <a:lnTo>
                    <a:pt x="392241" y="540773"/>
                  </a:lnTo>
                  <a:lnTo>
                    <a:pt x="392976" y="541035"/>
                  </a:lnTo>
                  <a:lnTo>
                    <a:pt x="393513" y="541214"/>
                  </a:lnTo>
                  <a:lnTo>
                    <a:pt x="393328" y="541308"/>
                  </a:lnTo>
                  <a:lnTo>
                    <a:pt x="392971" y="541340"/>
                  </a:lnTo>
                  <a:lnTo>
                    <a:pt x="391885" y="541261"/>
                  </a:lnTo>
                  <a:lnTo>
                    <a:pt x="391373" y="540986"/>
                  </a:lnTo>
                  <a:lnTo>
                    <a:pt x="391252" y="541133"/>
                  </a:lnTo>
                  <a:lnTo>
                    <a:pt x="391023" y="541390"/>
                  </a:lnTo>
                  <a:lnTo>
                    <a:pt x="390696" y="541659"/>
                  </a:lnTo>
                  <a:lnTo>
                    <a:pt x="390420" y="541613"/>
                  </a:lnTo>
                  <a:lnTo>
                    <a:pt x="389930" y="541517"/>
                  </a:lnTo>
                  <a:lnTo>
                    <a:pt x="389623" y="541434"/>
                  </a:lnTo>
                  <a:lnTo>
                    <a:pt x="389371" y="541340"/>
                  </a:lnTo>
                  <a:lnTo>
                    <a:pt x="389005" y="541277"/>
                  </a:lnTo>
                  <a:lnTo>
                    <a:pt x="388659" y="541421"/>
                  </a:lnTo>
                  <a:lnTo>
                    <a:pt x="388055" y="541311"/>
                  </a:lnTo>
                  <a:lnTo>
                    <a:pt x="387554" y="541330"/>
                  </a:lnTo>
                  <a:lnTo>
                    <a:pt x="387348" y="541245"/>
                  </a:lnTo>
                  <a:lnTo>
                    <a:pt x="386985" y="540951"/>
                  </a:lnTo>
                  <a:lnTo>
                    <a:pt x="386897" y="541087"/>
                  </a:lnTo>
                  <a:lnTo>
                    <a:pt x="386734" y="541343"/>
                  </a:lnTo>
                  <a:lnTo>
                    <a:pt x="386502" y="541329"/>
                  </a:lnTo>
                  <a:lnTo>
                    <a:pt x="385973" y="541191"/>
                  </a:lnTo>
                  <a:lnTo>
                    <a:pt x="385470" y="540960"/>
                  </a:lnTo>
                  <a:lnTo>
                    <a:pt x="385053" y="540823"/>
                  </a:lnTo>
                  <a:lnTo>
                    <a:pt x="384838" y="540718"/>
                  </a:lnTo>
                  <a:lnTo>
                    <a:pt x="384581" y="540620"/>
                  </a:lnTo>
                  <a:lnTo>
                    <a:pt x="384291" y="540900"/>
                  </a:lnTo>
                  <a:lnTo>
                    <a:pt x="384134" y="541235"/>
                  </a:lnTo>
                  <a:lnTo>
                    <a:pt x="383531" y="541210"/>
                  </a:lnTo>
                  <a:lnTo>
                    <a:pt x="383257" y="540874"/>
                  </a:lnTo>
                  <a:lnTo>
                    <a:pt x="383060" y="540787"/>
                  </a:lnTo>
                  <a:lnTo>
                    <a:pt x="382572" y="540864"/>
                  </a:lnTo>
                  <a:lnTo>
                    <a:pt x="382166" y="540591"/>
                  </a:lnTo>
                  <a:lnTo>
                    <a:pt x="381960" y="540400"/>
                  </a:lnTo>
                  <a:lnTo>
                    <a:pt x="381568" y="540282"/>
                  </a:lnTo>
                  <a:lnTo>
                    <a:pt x="381300" y="540004"/>
                  </a:lnTo>
                  <a:lnTo>
                    <a:pt x="380964" y="539453"/>
                  </a:lnTo>
                  <a:lnTo>
                    <a:pt x="380869" y="538961"/>
                  </a:lnTo>
                  <a:lnTo>
                    <a:pt x="380839" y="538818"/>
                  </a:lnTo>
                  <a:lnTo>
                    <a:pt x="380625" y="538502"/>
                  </a:lnTo>
                  <a:lnTo>
                    <a:pt x="380141" y="537941"/>
                  </a:lnTo>
                  <a:lnTo>
                    <a:pt x="379996" y="537951"/>
                  </a:lnTo>
                  <a:lnTo>
                    <a:pt x="379721" y="538074"/>
                  </a:lnTo>
                  <a:lnTo>
                    <a:pt x="379467" y="538185"/>
                  </a:lnTo>
                  <a:lnTo>
                    <a:pt x="379178" y="538263"/>
                  </a:lnTo>
                  <a:lnTo>
                    <a:pt x="378735" y="538459"/>
                  </a:lnTo>
                  <a:lnTo>
                    <a:pt x="378455" y="538645"/>
                  </a:lnTo>
                  <a:lnTo>
                    <a:pt x="378414" y="538892"/>
                  </a:lnTo>
                  <a:lnTo>
                    <a:pt x="378254" y="539215"/>
                  </a:lnTo>
                  <a:lnTo>
                    <a:pt x="378029" y="539271"/>
                  </a:lnTo>
                  <a:lnTo>
                    <a:pt x="377740" y="539491"/>
                  </a:lnTo>
                  <a:lnTo>
                    <a:pt x="377283" y="539987"/>
                  </a:lnTo>
                  <a:lnTo>
                    <a:pt x="376689" y="540116"/>
                  </a:lnTo>
                  <a:lnTo>
                    <a:pt x="376546" y="540052"/>
                  </a:lnTo>
                  <a:lnTo>
                    <a:pt x="376225" y="539866"/>
                  </a:lnTo>
                  <a:lnTo>
                    <a:pt x="376145" y="539734"/>
                  </a:lnTo>
                  <a:lnTo>
                    <a:pt x="376007" y="539383"/>
                  </a:lnTo>
                  <a:lnTo>
                    <a:pt x="375857" y="539192"/>
                  </a:lnTo>
                  <a:lnTo>
                    <a:pt x="375377" y="539295"/>
                  </a:lnTo>
                  <a:lnTo>
                    <a:pt x="375118" y="539579"/>
                  </a:lnTo>
                  <a:lnTo>
                    <a:pt x="374828" y="540129"/>
                  </a:lnTo>
                  <a:lnTo>
                    <a:pt x="374705" y="540411"/>
                  </a:lnTo>
                  <a:lnTo>
                    <a:pt x="374646" y="540631"/>
                  </a:lnTo>
                  <a:lnTo>
                    <a:pt x="374760" y="541138"/>
                  </a:lnTo>
                  <a:lnTo>
                    <a:pt x="374548" y="541666"/>
                  </a:lnTo>
                  <a:lnTo>
                    <a:pt x="375013" y="541874"/>
                  </a:lnTo>
                  <a:lnTo>
                    <a:pt x="375628" y="541724"/>
                  </a:lnTo>
                  <a:lnTo>
                    <a:pt x="375922" y="541957"/>
                  </a:lnTo>
                  <a:lnTo>
                    <a:pt x="376106" y="541989"/>
                  </a:lnTo>
                  <a:lnTo>
                    <a:pt x="376489" y="542276"/>
                  </a:lnTo>
                  <a:lnTo>
                    <a:pt x="376664" y="542358"/>
                  </a:lnTo>
                  <a:lnTo>
                    <a:pt x="376848" y="542428"/>
                  </a:lnTo>
                  <a:lnTo>
                    <a:pt x="377193" y="542494"/>
                  </a:lnTo>
                  <a:lnTo>
                    <a:pt x="377060" y="542778"/>
                  </a:lnTo>
                  <a:lnTo>
                    <a:pt x="376937" y="543031"/>
                  </a:lnTo>
                  <a:lnTo>
                    <a:pt x="376887" y="543303"/>
                  </a:lnTo>
                  <a:lnTo>
                    <a:pt x="376748" y="543535"/>
                  </a:lnTo>
                  <a:lnTo>
                    <a:pt x="376335" y="543933"/>
                  </a:lnTo>
                  <a:lnTo>
                    <a:pt x="376029" y="544161"/>
                  </a:lnTo>
                  <a:lnTo>
                    <a:pt x="375694" y="544391"/>
                  </a:lnTo>
                  <a:lnTo>
                    <a:pt x="375434" y="544585"/>
                  </a:lnTo>
                  <a:lnTo>
                    <a:pt x="375387" y="545148"/>
                  </a:lnTo>
                  <a:lnTo>
                    <a:pt x="375245" y="545472"/>
                  </a:lnTo>
                  <a:lnTo>
                    <a:pt x="375093" y="545658"/>
                  </a:lnTo>
                  <a:lnTo>
                    <a:pt x="375210" y="546020"/>
                  </a:lnTo>
                  <a:lnTo>
                    <a:pt x="375500" y="546290"/>
                  </a:lnTo>
                  <a:lnTo>
                    <a:pt x="375804" y="546252"/>
                  </a:lnTo>
                  <a:lnTo>
                    <a:pt x="376640" y="546396"/>
                  </a:lnTo>
                  <a:lnTo>
                    <a:pt x="376888" y="546487"/>
                  </a:lnTo>
                  <a:lnTo>
                    <a:pt x="377153" y="546451"/>
                  </a:lnTo>
                  <a:lnTo>
                    <a:pt x="377402" y="546632"/>
                  </a:lnTo>
                  <a:lnTo>
                    <a:pt x="377409" y="547325"/>
                  </a:lnTo>
                  <a:lnTo>
                    <a:pt x="377657" y="547584"/>
                  </a:lnTo>
                  <a:lnTo>
                    <a:pt x="377808" y="547674"/>
                  </a:lnTo>
                  <a:lnTo>
                    <a:pt x="377939" y="547900"/>
                  </a:lnTo>
                  <a:lnTo>
                    <a:pt x="377939" y="548120"/>
                  </a:lnTo>
                  <a:lnTo>
                    <a:pt x="378028" y="548521"/>
                  </a:lnTo>
                  <a:lnTo>
                    <a:pt x="378239" y="548932"/>
                  </a:lnTo>
                  <a:lnTo>
                    <a:pt x="378366" y="549138"/>
                  </a:lnTo>
                  <a:lnTo>
                    <a:pt x="378426" y="549717"/>
                  </a:lnTo>
                  <a:lnTo>
                    <a:pt x="378586" y="549869"/>
                  </a:lnTo>
                  <a:lnTo>
                    <a:pt x="378654" y="550049"/>
                  </a:lnTo>
                  <a:lnTo>
                    <a:pt x="378543" y="550803"/>
                  </a:lnTo>
                  <a:lnTo>
                    <a:pt x="378421" y="551438"/>
                  </a:lnTo>
                  <a:lnTo>
                    <a:pt x="378546" y="551915"/>
                  </a:lnTo>
                  <a:lnTo>
                    <a:pt x="379197" y="552197"/>
                  </a:lnTo>
                  <a:lnTo>
                    <a:pt x="378772" y="552408"/>
                  </a:lnTo>
                  <a:lnTo>
                    <a:pt x="378622" y="552595"/>
                  </a:lnTo>
                  <a:lnTo>
                    <a:pt x="378758" y="553041"/>
                  </a:lnTo>
                  <a:lnTo>
                    <a:pt x="378648" y="553621"/>
                  </a:lnTo>
                  <a:lnTo>
                    <a:pt x="378176" y="553623"/>
                  </a:lnTo>
                  <a:lnTo>
                    <a:pt x="377591" y="554119"/>
                  </a:lnTo>
                  <a:lnTo>
                    <a:pt x="377405" y="554290"/>
                  </a:lnTo>
                  <a:lnTo>
                    <a:pt x="377194" y="554367"/>
                  </a:lnTo>
                  <a:lnTo>
                    <a:pt x="376907" y="554531"/>
                  </a:lnTo>
                  <a:lnTo>
                    <a:pt x="376319" y="554776"/>
                  </a:lnTo>
                  <a:lnTo>
                    <a:pt x="375104" y="554303"/>
                  </a:lnTo>
                  <a:lnTo>
                    <a:pt x="375182" y="554024"/>
                  </a:lnTo>
                  <a:lnTo>
                    <a:pt x="375028" y="553414"/>
                  </a:lnTo>
                  <a:lnTo>
                    <a:pt x="374842" y="553382"/>
                  </a:lnTo>
                  <a:lnTo>
                    <a:pt x="373727" y="553477"/>
                  </a:lnTo>
                  <a:lnTo>
                    <a:pt x="373453" y="553619"/>
                  </a:lnTo>
                  <a:lnTo>
                    <a:pt x="373176" y="553653"/>
                  </a:lnTo>
                  <a:lnTo>
                    <a:pt x="372836" y="553955"/>
                  </a:lnTo>
                  <a:lnTo>
                    <a:pt x="372728" y="554355"/>
                  </a:lnTo>
                  <a:lnTo>
                    <a:pt x="372740" y="554708"/>
                  </a:lnTo>
                  <a:lnTo>
                    <a:pt x="372704" y="554910"/>
                  </a:lnTo>
                  <a:lnTo>
                    <a:pt x="372666" y="555098"/>
                  </a:lnTo>
                  <a:lnTo>
                    <a:pt x="372559" y="555582"/>
                  </a:lnTo>
                  <a:lnTo>
                    <a:pt x="372447" y="555905"/>
                  </a:lnTo>
                  <a:lnTo>
                    <a:pt x="372307" y="556331"/>
                  </a:lnTo>
                  <a:lnTo>
                    <a:pt x="372319" y="556578"/>
                  </a:lnTo>
                  <a:lnTo>
                    <a:pt x="372269" y="557010"/>
                  </a:lnTo>
                  <a:lnTo>
                    <a:pt x="372146" y="557276"/>
                  </a:lnTo>
                  <a:lnTo>
                    <a:pt x="372077" y="557679"/>
                  </a:lnTo>
                  <a:lnTo>
                    <a:pt x="372093" y="558157"/>
                  </a:lnTo>
                  <a:lnTo>
                    <a:pt x="372009" y="558367"/>
                  </a:lnTo>
                  <a:lnTo>
                    <a:pt x="371914" y="558556"/>
                  </a:lnTo>
                  <a:lnTo>
                    <a:pt x="371813" y="558772"/>
                  </a:lnTo>
                  <a:lnTo>
                    <a:pt x="371681" y="559098"/>
                  </a:lnTo>
                  <a:lnTo>
                    <a:pt x="371492" y="559691"/>
                  </a:lnTo>
                  <a:lnTo>
                    <a:pt x="371514" y="559827"/>
                  </a:lnTo>
                  <a:lnTo>
                    <a:pt x="371636" y="560497"/>
                  </a:lnTo>
                  <a:lnTo>
                    <a:pt x="371898" y="561479"/>
                  </a:lnTo>
                  <a:lnTo>
                    <a:pt x="373276" y="562336"/>
                  </a:lnTo>
                  <a:lnTo>
                    <a:pt x="373567" y="562386"/>
                  </a:lnTo>
                  <a:lnTo>
                    <a:pt x="373403" y="562944"/>
                  </a:lnTo>
                  <a:lnTo>
                    <a:pt x="373238" y="563337"/>
                  </a:lnTo>
                  <a:lnTo>
                    <a:pt x="373048" y="563674"/>
                  </a:lnTo>
                  <a:lnTo>
                    <a:pt x="373071" y="564583"/>
                  </a:lnTo>
                  <a:lnTo>
                    <a:pt x="373195" y="564755"/>
                  </a:lnTo>
                  <a:lnTo>
                    <a:pt x="373539" y="565430"/>
                  </a:lnTo>
                  <a:lnTo>
                    <a:pt x="372663" y="565495"/>
                  </a:lnTo>
                  <a:lnTo>
                    <a:pt x="372267" y="565591"/>
                  </a:lnTo>
                  <a:lnTo>
                    <a:pt x="371717" y="565633"/>
                  </a:lnTo>
                  <a:lnTo>
                    <a:pt x="371156" y="565604"/>
                  </a:lnTo>
                  <a:lnTo>
                    <a:pt x="370811" y="565188"/>
                  </a:lnTo>
                  <a:lnTo>
                    <a:pt x="370560" y="564972"/>
                  </a:lnTo>
                  <a:lnTo>
                    <a:pt x="369937" y="564289"/>
                  </a:lnTo>
                  <a:lnTo>
                    <a:pt x="369933" y="564148"/>
                  </a:lnTo>
                  <a:lnTo>
                    <a:pt x="369851" y="563777"/>
                  </a:lnTo>
                  <a:lnTo>
                    <a:pt x="369315" y="563752"/>
                  </a:lnTo>
                  <a:lnTo>
                    <a:pt x="369210" y="563960"/>
                  </a:lnTo>
                  <a:lnTo>
                    <a:pt x="369023" y="564255"/>
                  </a:lnTo>
                  <a:lnTo>
                    <a:pt x="368575" y="564276"/>
                  </a:lnTo>
                  <a:lnTo>
                    <a:pt x="368498" y="564625"/>
                  </a:lnTo>
                  <a:lnTo>
                    <a:pt x="368647" y="564790"/>
                  </a:lnTo>
                  <a:lnTo>
                    <a:pt x="369054" y="565206"/>
                  </a:lnTo>
                  <a:lnTo>
                    <a:pt x="369426" y="565441"/>
                  </a:lnTo>
                  <a:lnTo>
                    <a:pt x="369720" y="565659"/>
                  </a:lnTo>
                  <a:lnTo>
                    <a:pt x="370112" y="566171"/>
                  </a:lnTo>
                  <a:lnTo>
                    <a:pt x="370136" y="566333"/>
                  </a:lnTo>
                  <a:lnTo>
                    <a:pt x="370172" y="566762"/>
                  </a:lnTo>
                  <a:lnTo>
                    <a:pt x="369672" y="567166"/>
                  </a:lnTo>
                  <a:lnTo>
                    <a:pt x="369297" y="567206"/>
                  </a:lnTo>
                  <a:lnTo>
                    <a:pt x="369063" y="567217"/>
                  </a:lnTo>
                  <a:lnTo>
                    <a:pt x="368541" y="566703"/>
                  </a:lnTo>
                  <a:lnTo>
                    <a:pt x="367973" y="566474"/>
                  </a:lnTo>
                  <a:lnTo>
                    <a:pt x="367736" y="566768"/>
                  </a:lnTo>
                  <a:lnTo>
                    <a:pt x="367436" y="567270"/>
                  </a:lnTo>
                  <a:lnTo>
                    <a:pt x="366996" y="567709"/>
                  </a:lnTo>
                  <a:lnTo>
                    <a:pt x="366856" y="568186"/>
                  </a:lnTo>
                  <a:lnTo>
                    <a:pt x="366536" y="567937"/>
                  </a:lnTo>
                  <a:lnTo>
                    <a:pt x="366230" y="567499"/>
                  </a:lnTo>
                  <a:lnTo>
                    <a:pt x="365588" y="567377"/>
                  </a:lnTo>
                  <a:lnTo>
                    <a:pt x="365149" y="567135"/>
                  </a:lnTo>
                  <a:lnTo>
                    <a:pt x="364737" y="567151"/>
                  </a:lnTo>
                  <a:lnTo>
                    <a:pt x="364202" y="567265"/>
                  </a:lnTo>
                  <a:lnTo>
                    <a:pt x="364080" y="567408"/>
                  </a:lnTo>
                  <a:lnTo>
                    <a:pt x="363653" y="567474"/>
                  </a:lnTo>
                  <a:lnTo>
                    <a:pt x="362894" y="567071"/>
                  </a:lnTo>
                  <a:lnTo>
                    <a:pt x="362392" y="566967"/>
                  </a:lnTo>
                  <a:lnTo>
                    <a:pt x="362227" y="567063"/>
                  </a:lnTo>
                  <a:lnTo>
                    <a:pt x="361903" y="567081"/>
                  </a:lnTo>
                  <a:lnTo>
                    <a:pt x="361605" y="567073"/>
                  </a:lnTo>
                  <a:lnTo>
                    <a:pt x="361421" y="566909"/>
                  </a:lnTo>
                  <a:lnTo>
                    <a:pt x="361088" y="566870"/>
                  </a:lnTo>
                  <a:lnTo>
                    <a:pt x="360840" y="566900"/>
                  </a:lnTo>
                  <a:lnTo>
                    <a:pt x="360231" y="566794"/>
                  </a:lnTo>
                  <a:lnTo>
                    <a:pt x="359726" y="566411"/>
                  </a:lnTo>
                  <a:lnTo>
                    <a:pt x="359388" y="565867"/>
                  </a:lnTo>
                  <a:lnTo>
                    <a:pt x="359093" y="565921"/>
                  </a:lnTo>
                  <a:lnTo>
                    <a:pt x="358820" y="565943"/>
                  </a:lnTo>
                  <a:lnTo>
                    <a:pt x="358306" y="566020"/>
                  </a:lnTo>
                  <a:lnTo>
                    <a:pt x="357699" y="565909"/>
                  </a:lnTo>
                  <a:lnTo>
                    <a:pt x="357402" y="565974"/>
                  </a:lnTo>
                  <a:lnTo>
                    <a:pt x="356994" y="566104"/>
                  </a:lnTo>
                  <a:lnTo>
                    <a:pt x="356490" y="566329"/>
                  </a:lnTo>
                  <a:lnTo>
                    <a:pt x="356308" y="566562"/>
                  </a:lnTo>
                  <a:lnTo>
                    <a:pt x="355900" y="566946"/>
                  </a:lnTo>
                  <a:lnTo>
                    <a:pt x="355913" y="567204"/>
                  </a:lnTo>
                  <a:lnTo>
                    <a:pt x="356092" y="567574"/>
                  </a:lnTo>
                  <a:lnTo>
                    <a:pt x="356228" y="567822"/>
                  </a:lnTo>
                  <a:lnTo>
                    <a:pt x="356454" y="568182"/>
                  </a:lnTo>
                  <a:lnTo>
                    <a:pt x="356692" y="568298"/>
                  </a:lnTo>
                  <a:lnTo>
                    <a:pt x="357168" y="568453"/>
                  </a:lnTo>
                  <a:lnTo>
                    <a:pt x="357401" y="568747"/>
                  </a:lnTo>
                  <a:lnTo>
                    <a:pt x="357309" y="569077"/>
                  </a:lnTo>
                  <a:lnTo>
                    <a:pt x="357017" y="569434"/>
                  </a:lnTo>
                  <a:lnTo>
                    <a:pt x="356951" y="569625"/>
                  </a:lnTo>
                  <a:lnTo>
                    <a:pt x="356903" y="569807"/>
                  </a:lnTo>
                  <a:lnTo>
                    <a:pt x="356315" y="570092"/>
                  </a:lnTo>
                  <a:lnTo>
                    <a:pt x="355114" y="569500"/>
                  </a:lnTo>
                  <a:lnTo>
                    <a:pt x="354788" y="569365"/>
                  </a:lnTo>
                  <a:lnTo>
                    <a:pt x="354242" y="568891"/>
                  </a:lnTo>
                  <a:lnTo>
                    <a:pt x="353986" y="568678"/>
                  </a:lnTo>
                  <a:lnTo>
                    <a:pt x="353779" y="569124"/>
                  </a:lnTo>
                  <a:lnTo>
                    <a:pt x="353225" y="569625"/>
                  </a:lnTo>
                  <a:lnTo>
                    <a:pt x="353069" y="569696"/>
                  </a:lnTo>
                  <a:lnTo>
                    <a:pt x="352782" y="569704"/>
                  </a:lnTo>
                  <a:lnTo>
                    <a:pt x="352530" y="569702"/>
                  </a:lnTo>
                  <a:lnTo>
                    <a:pt x="352515" y="570086"/>
                  </a:lnTo>
                  <a:lnTo>
                    <a:pt x="352681" y="570646"/>
                  </a:lnTo>
                  <a:lnTo>
                    <a:pt x="352830" y="571020"/>
                  </a:lnTo>
                  <a:lnTo>
                    <a:pt x="352643" y="571339"/>
                  </a:lnTo>
                  <a:lnTo>
                    <a:pt x="352479" y="571158"/>
                  </a:lnTo>
                  <a:lnTo>
                    <a:pt x="352161" y="570968"/>
                  </a:lnTo>
                  <a:lnTo>
                    <a:pt x="352003" y="570988"/>
                  </a:lnTo>
                  <a:lnTo>
                    <a:pt x="351743" y="570619"/>
                  </a:lnTo>
                  <a:lnTo>
                    <a:pt x="351722" y="570454"/>
                  </a:lnTo>
                  <a:lnTo>
                    <a:pt x="351694" y="569950"/>
                  </a:lnTo>
                  <a:lnTo>
                    <a:pt x="350819" y="569464"/>
                  </a:lnTo>
                  <a:lnTo>
                    <a:pt x="350702" y="569177"/>
                  </a:lnTo>
                  <a:lnTo>
                    <a:pt x="350478" y="568948"/>
                  </a:lnTo>
                  <a:lnTo>
                    <a:pt x="349463" y="568486"/>
                  </a:lnTo>
                  <a:lnTo>
                    <a:pt x="348973" y="568532"/>
                  </a:lnTo>
                  <a:lnTo>
                    <a:pt x="348742" y="568765"/>
                  </a:lnTo>
                  <a:lnTo>
                    <a:pt x="348263" y="568898"/>
                  </a:lnTo>
                  <a:lnTo>
                    <a:pt x="347529" y="568657"/>
                  </a:lnTo>
                  <a:lnTo>
                    <a:pt x="347322" y="568710"/>
                  </a:lnTo>
                  <a:lnTo>
                    <a:pt x="346820" y="568677"/>
                  </a:lnTo>
                  <a:lnTo>
                    <a:pt x="346687" y="568514"/>
                  </a:lnTo>
                  <a:lnTo>
                    <a:pt x="346550" y="568337"/>
                  </a:lnTo>
                  <a:lnTo>
                    <a:pt x="346312" y="568028"/>
                  </a:lnTo>
                  <a:lnTo>
                    <a:pt x="345909" y="568210"/>
                  </a:lnTo>
                  <a:lnTo>
                    <a:pt x="345891" y="568786"/>
                  </a:lnTo>
                  <a:lnTo>
                    <a:pt x="346433" y="569172"/>
                  </a:lnTo>
                  <a:lnTo>
                    <a:pt x="346809" y="569412"/>
                  </a:lnTo>
                  <a:lnTo>
                    <a:pt x="346822" y="569625"/>
                  </a:lnTo>
                  <a:lnTo>
                    <a:pt x="346737" y="569802"/>
                  </a:lnTo>
                  <a:lnTo>
                    <a:pt x="346688" y="570009"/>
                  </a:lnTo>
                  <a:lnTo>
                    <a:pt x="346630" y="570632"/>
                  </a:lnTo>
                  <a:lnTo>
                    <a:pt x="347009" y="571187"/>
                  </a:lnTo>
                  <a:lnTo>
                    <a:pt x="347219" y="571681"/>
                  </a:lnTo>
                  <a:lnTo>
                    <a:pt x="347467" y="572517"/>
                  </a:lnTo>
                  <a:lnTo>
                    <a:pt x="348137" y="572686"/>
                  </a:lnTo>
                  <a:lnTo>
                    <a:pt x="348347" y="572864"/>
                  </a:lnTo>
                  <a:lnTo>
                    <a:pt x="348430" y="573001"/>
                  </a:lnTo>
                  <a:lnTo>
                    <a:pt x="348491" y="573182"/>
                  </a:lnTo>
                  <a:lnTo>
                    <a:pt x="348450" y="573530"/>
                  </a:lnTo>
                  <a:lnTo>
                    <a:pt x="348796" y="574213"/>
                  </a:lnTo>
                  <a:lnTo>
                    <a:pt x="349003" y="574384"/>
                  </a:lnTo>
                  <a:lnTo>
                    <a:pt x="349473" y="574506"/>
                  </a:lnTo>
                  <a:lnTo>
                    <a:pt x="350037" y="575008"/>
                  </a:lnTo>
                  <a:lnTo>
                    <a:pt x="349921" y="575457"/>
                  </a:lnTo>
                  <a:lnTo>
                    <a:pt x="349544" y="575802"/>
                  </a:lnTo>
                  <a:lnTo>
                    <a:pt x="349357" y="576243"/>
                  </a:lnTo>
                  <a:lnTo>
                    <a:pt x="349306" y="576524"/>
                  </a:lnTo>
                  <a:lnTo>
                    <a:pt x="349114" y="576551"/>
                  </a:lnTo>
                  <a:lnTo>
                    <a:pt x="348608" y="576540"/>
                  </a:lnTo>
                  <a:lnTo>
                    <a:pt x="347998" y="576563"/>
                  </a:lnTo>
                  <a:lnTo>
                    <a:pt x="347709" y="576672"/>
                  </a:lnTo>
                  <a:lnTo>
                    <a:pt x="347635" y="576959"/>
                  </a:lnTo>
                  <a:lnTo>
                    <a:pt x="347593" y="577328"/>
                  </a:lnTo>
                  <a:lnTo>
                    <a:pt x="347692" y="578306"/>
                  </a:lnTo>
                  <a:lnTo>
                    <a:pt x="347841" y="579141"/>
                  </a:lnTo>
                  <a:lnTo>
                    <a:pt x="348021" y="579445"/>
                  </a:lnTo>
                  <a:lnTo>
                    <a:pt x="349235" y="580362"/>
                  </a:lnTo>
                  <a:lnTo>
                    <a:pt x="349391" y="580451"/>
                  </a:lnTo>
                  <a:lnTo>
                    <a:pt x="349466" y="580642"/>
                  </a:lnTo>
                  <a:lnTo>
                    <a:pt x="349495" y="580787"/>
                  </a:lnTo>
                  <a:lnTo>
                    <a:pt x="349432" y="581141"/>
                  </a:lnTo>
                  <a:lnTo>
                    <a:pt x="349489" y="581810"/>
                  </a:lnTo>
                  <a:lnTo>
                    <a:pt x="349991" y="582195"/>
                  </a:lnTo>
                  <a:lnTo>
                    <a:pt x="350753" y="583443"/>
                  </a:lnTo>
                  <a:lnTo>
                    <a:pt x="350980" y="583410"/>
                  </a:lnTo>
                  <a:lnTo>
                    <a:pt x="351446" y="584149"/>
                  </a:lnTo>
                  <a:lnTo>
                    <a:pt x="351416" y="584556"/>
                  </a:lnTo>
                  <a:lnTo>
                    <a:pt x="351065" y="585037"/>
                  </a:lnTo>
                  <a:lnTo>
                    <a:pt x="350453" y="585587"/>
                  </a:lnTo>
                  <a:lnTo>
                    <a:pt x="350132" y="585567"/>
                  </a:lnTo>
                  <a:lnTo>
                    <a:pt x="349643" y="585466"/>
                  </a:lnTo>
                  <a:lnTo>
                    <a:pt x="349383" y="585498"/>
                  </a:lnTo>
                  <a:lnTo>
                    <a:pt x="348953" y="585734"/>
                  </a:lnTo>
                  <a:lnTo>
                    <a:pt x="348658" y="586227"/>
                  </a:lnTo>
                  <a:lnTo>
                    <a:pt x="348704" y="586493"/>
                  </a:lnTo>
                  <a:lnTo>
                    <a:pt x="348261" y="587057"/>
                  </a:lnTo>
                  <a:lnTo>
                    <a:pt x="347469" y="586992"/>
                  </a:lnTo>
                  <a:lnTo>
                    <a:pt x="346980" y="587052"/>
                  </a:lnTo>
                  <a:lnTo>
                    <a:pt x="346453" y="586844"/>
                  </a:lnTo>
                  <a:lnTo>
                    <a:pt x="346214" y="586694"/>
                  </a:lnTo>
                  <a:lnTo>
                    <a:pt x="345730" y="586261"/>
                  </a:lnTo>
                  <a:lnTo>
                    <a:pt x="345339" y="585550"/>
                  </a:lnTo>
                  <a:lnTo>
                    <a:pt x="345099" y="585365"/>
                  </a:lnTo>
                  <a:lnTo>
                    <a:pt x="344771" y="584958"/>
                  </a:lnTo>
                  <a:lnTo>
                    <a:pt x="344718" y="584771"/>
                  </a:lnTo>
                  <a:lnTo>
                    <a:pt x="344438" y="584479"/>
                  </a:lnTo>
                  <a:lnTo>
                    <a:pt x="343965" y="584252"/>
                  </a:lnTo>
                  <a:lnTo>
                    <a:pt x="343630" y="584113"/>
                  </a:lnTo>
                  <a:lnTo>
                    <a:pt x="343257" y="584230"/>
                  </a:lnTo>
                  <a:lnTo>
                    <a:pt x="343245" y="584567"/>
                  </a:lnTo>
                  <a:lnTo>
                    <a:pt x="343403" y="585014"/>
                  </a:lnTo>
                  <a:lnTo>
                    <a:pt x="342863" y="585333"/>
                  </a:lnTo>
                  <a:lnTo>
                    <a:pt x="342243" y="585155"/>
                  </a:lnTo>
                  <a:lnTo>
                    <a:pt x="341659" y="584761"/>
                  </a:lnTo>
                  <a:lnTo>
                    <a:pt x="341257" y="584386"/>
                  </a:lnTo>
                  <a:lnTo>
                    <a:pt x="341195" y="584245"/>
                  </a:lnTo>
                  <a:lnTo>
                    <a:pt x="341177" y="584112"/>
                  </a:lnTo>
                  <a:lnTo>
                    <a:pt x="341047" y="583892"/>
                  </a:lnTo>
                  <a:lnTo>
                    <a:pt x="340670" y="583668"/>
                  </a:lnTo>
                  <a:lnTo>
                    <a:pt x="340427" y="583862"/>
                  </a:lnTo>
                  <a:lnTo>
                    <a:pt x="339974" y="584168"/>
                  </a:lnTo>
                  <a:lnTo>
                    <a:pt x="338811" y="584907"/>
                  </a:lnTo>
                  <a:lnTo>
                    <a:pt x="338513" y="584976"/>
                  </a:lnTo>
                  <a:lnTo>
                    <a:pt x="337964" y="584633"/>
                  </a:lnTo>
                  <a:lnTo>
                    <a:pt x="337705" y="584334"/>
                  </a:lnTo>
                  <a:lnTo>
                    <a:pt x="337391" y="584095"/>
                  </a:lnTo>
                  <a:lnTo>
                    <a:pt x="336914" y="583823"/>
                  </a:lnTo>
                  <a:lnTo>
                    <a:pt x="336683" y="583725"/>
                  </a:lnTo>
                  <a:lnTo>
                    <a:pt x="336478" y="583310"/>
                  </a:lnTo>
                  <a:lnTo>
                    <a:pt x="336002" y="582947"/>
                  </a:lnTo>
                  <a:lnTo>
                    <a:pt x="335593" y="582810"/>
                  </a:lnTo>
                  <a:lnTo>
                    <a:pt x="335085" y="582458"/>
                  </a:lnTo>
                  <a:lnTo>
                    <a:pt x="334979" y="582296"/>
                  </a:lnTo>
                  <a:lnTo>
                    <a:pt x="334679" y="582121"/>
                  </a:lnTo>
                  <a:lnTo>
                    <a:pt x="334297" y="581977"/>
                  </a:lnTo>
                  <a:lnTo>
                    <a:pt x="334085" y="581940"/>
                  </a:lnTo>
                  <a:lnTo>
                    <a:pt x="333751" y="581681"/>
                  </a:lnTo>
                  <a:lnTo>
                    <a:pt x="333680" y="581553"/>
                  </a:lnTo>
                  <a:lnTo>
                    <a:pt x="333475" y="581351"/>
                  </a:lnTo>
                  <a:lnTo>
                    <a:pt x="332354" y="580542"/>
                  </a:lnTo>
                  <a:lnTo>
                    <a:pt x="332194" y="580347"/>
                  </a:lnTo>
                  <a:lnTo>
                    <a:pt x="332123" y="580162"/>
                  </a:lnTo>
                  <a:lnTo>
                    <a:pt x="332068" y="579783"/>
                  </a:lnTo>
                  <a:lnTo>
                    <a:pt x="332097" y="579325"/>
                  </a:lnTo>
                  <a:lnTo>
                    <a:pt x="332014" y="579003"/>
                  </a:lnTo>
                  <a:lnTo>
                    <a:pt x="331945" y="578850"/>
                  </a:lnTo>
                  <a:lnTo>
                    <a:pt x="331826" y="578687"/>
                  </a:lnTo>
                  <a:lnTo>
                    <a:pt x="331627" y="578647"/>
                  </a:lnTo>
                  <a:lnTo>
                    <a:pt x="331160" y="578459"/>
                  </a:lnTo>
                  <a:lnTo>
                    <a:pt x="330932" y="577800"/>
                  </a:lnTo>
                  <a:lnTo>
                    <a:pt x="330921" y="577335"/>
                  </a:lnTo>
                  <a:lnTo>
                    <a:pt x="330774" y="576690"/>
                  </a:lnTo>
                  <a:lnTo>
                    <a:pt x="330550" y="576279"/>
                  </a:lnTo>
                  <a:lnTo>
                    <a:pt x="330502" y="576131"/>
                  </a:lnTo>
                  <a:lnTo>
                    <a:pt x="330509" y="575979"/>
                  </a:lnTo>
                  <a:lnTo>
                    <a:pt x="330644" y="575756"/>
                  </a:lnTo>
                  <a:lnTo>
                    <a:pt x="330681" y="575576"/>
                  </a:lnTo>
                  <a:lnTo>
                    <a:pt x="330657" y="575417"/>
                  </a:lnTo>
                  <a:lnTo>
                    <a:pt x="330108" y="573935"/>
                  </a:lnTo>
                  <a:lnTo>
                    <a:pt x="329911" y="573625"/>
                  </a:lnTo>
                  <a:lnTo>
                    <a:pt x="329007" y="573544"/>
                  </a:lnTo>
                  <a:lnTo>
                    <a:pt x="328856" y="573748"/>
                  </a:lnTo>
                  <a:lnTo>
                    <a:pt x="328404" y="574010"/>
                  </a:lnTo>
                  <a:lnTo>
                    <a:pt x="325492" y="573847"/>
                  </a:lnTo>
                  <a:lnTo>
                    <a:pt x="324863" y="573808"/>
                  </a:lnTo>
                  <a:lnTo>
                    <a:pt x="324373" y="573734"/>
                  </a:lnTo>
                  <a:lnTo>
                    <a:pt x="323573" y="573263"/>
                  </a:lnTo>
                  <a:lnTo>
                    <a:pt x="323185" y="573352"/>
                  </a:lnTo>
                  <a:lnTo>
                    <a:pt x="322997" y="573489"/>
                  </a:lnTo>
                  <a:lnTo>
                    <a:pt x="322836" y="574018"/>
                  </a:lnTo>
                  <a:lnTo>
                    <a:pt x="321982" y="574582"/>
                  </a:lnTo>
                  <a:lnTo>
                    <a:pt x="321196" y="574490"/>
                  </a:lnTo>
                  <a:lnTo>
                    <a:pt x="320743" y="574557"/>
                  </a:lnTo>
                  <a:lnTo>
                    <a:pt x="320512" y="574688"/>
                  </a:lnTo>
                  <a:lnTo>
                    <a:pt x="321001" y="575713"/>
                  </a:lnTo>
                  <a:lnTo>
                    <a:pt x="321123" y="575846"/>
                  </a:lnTo>
                  <a:lnTo>
                    <a:pt x="321397" y="576076"/>
                  </a:lnTo>
                  <a:lnTo>
                    <a:pt x="321591" y="576079"/>
                  </a:lnTo>
                  <a:lnTo>
                    <a:pt x="321762" y="576304"/>
                  </a:lnTo>
                  <a:lnTo>
                    <a:pt x="321455" y="577255"/>
                  </a:lnTo>
                  <a:lnTo>
                    <a:pt x="321406" y="577592"/>
                  </a:lnTo>
                  <a:lnTo>
                    <a:pt x="321248" y="577984"/>
                  </a:lnTo>
                  <a:lnTo>
                    <a:pt x="321116" y="578179"/>
                  </a:lnTo>
                  <a:lnTo>
                    <a:pt x="320893" y="578129"/>
                  </a:lnTo>
                  <a:lnTo>
                    <a:pt x="320292" y="578338"/>
                  </a:lnTo>
                  <a:lnTo>
                    <a:pt x="319940" y="579185"/>
                  </a:lnTo>
                  <a:lnTo>
                    <a:pt x="320089" y="579582"/>
                  </a:lnTo>
                  <a:lnTo>
                    <a:pt x="320167" y="579908"/>
                  </a:lnTo>
                  <a:lnTo>
                    <a:pt x="320243" y="580640"/>
                  </a:lnTo>
                  <a:lnTo>
                    <a:pt x="320157" y="580888"/>
                  </a:lnTo>
                  <a:lnTo>
                    <a:pt x="320029" y="581178"/>
                  </a:lnTo>
                  <a:lnTo>
                    <a:pt x="319979" y="581400"/>
                  </a:lnTo>
                  <a:lnTo>
                    <a:pt x="319975" y="581575"/>
                  </a:lnTo>
                  <a:lnTo>
                    <a:pt x="320133" y="581705"/>
                  </a:lnTo>
                  <a:lnTo>
                    <a:pt x="320356" y="581702"/>
                  </a:lnTo>
                  <a:lnTo>
                    <a:pt x="320702" y="581807"/>
                  </a:lnTo>
                  <a:lnTo>
                    <a:pt x="321383" y="582129"/>
                  </a:lnTo>
                  <a:lnTo>
                    <a:pt x="321565" y="582236"/>
                  </a:lnTo>
                  <a:lnTo>
                    <a:pt x="322599" y="583024"/>
                  </a:lnTo>
                  <a:lnTo>
                    <a:pt x="322208" y="583366"/>
                  </a:lnTo>
                  <a:lnTo>
                    <a:pt x="322144" y="583877"/>
                  </a:lnTo>
                  <a:lnTo>
                    <a:pt x="322238" y="584044"/>
                  </a:lnTo>
                  <a:lnTo>
                    <a:pt x="322681" y="584403"/>
                  </a:lnTo>
                  <a:lnTo>
                    <a:pt x="322721" y="584765"/>
                  </a:lnTo>
                  <a:lnTo>
                    <a:pt x="323140" y="585209"/>
                  </a:lnTo>
                  <a:lnTo>
                    <a:pt x="323587" y="585874"/>
                  </a:lnTo>
                  <a:lnTo>
                    <a:pt x="323531" y="586422"/>
                  </a:lnTo>
                  <a:lnTo>
                    <a:pt x="323329" y="586638"/>
                  </a:lnTo>
                  <a:lnTo>
                    <a:pt x="323293" y="586803"/>
                  </a:lnTo>
                  <a:lnTo>
                    <a:pt x="323392" y="587247"/>
                  </a:lnTo>
                  <a:lnTo>
                    <a:pt x="323503" y="587530"/>
                  </a:lnTo>
                  <a:lnTo>
                    <a:pt x="323296" y="587866"/>
                  </a:lnTo>
                  <a:lnTo>
                    <a:pt x="322857" y="587922"/>
                  </a:lnTo>
                  <a:lnTo>
                    <a:pt x="322524" y="587931"/>
                  </a:lnTo>
                  <a:lnTo>
                    <a:pt x="322226" y="588135"/>
                  </a:lnTo>
                  <a:lnTo>
                    <a:pt x="322168" y="588347"/>
                  </a:lnTo>
                  <a:lnTo>
                    <a:pt x="322249" y="588702"/>
                  </a:lnTo>
                  <a:lnTo>
                    <a:pt x="322302" y="589081"/>
                  </a:lnTo>
                  <a:lnTo>
                    <a:pt x="322269" y="589727"/>
                  </a:lnTo>
                  <a:lnTo>
                    <a:pt x="322123" y="589781"/>
                  </a:lnTo>
                  <a:lnTo>
                    <a:pt x="321979" y="589891"/>
                  </a:lnTo>
                  <a:lnTo>
                    <a:pt x="321789" y="590139"/>
                  </a:lnTo>
                  <a:lnTo>
                    <a:pt x="321882" y="590519"/>
                  </a:lnTo>
                  <a:lnTo>
                    <a:pt x="321628" y="590907"/>
                  </a:lnTo>
                  <a:lnTo>
                    <a:pt x="321387" y="591093"/>
                  </a:lnTo>
                  <a:lnTo>
                    <a:pt x="320975" y="590919"/>
                  </a:lnTo>
                  <a:lnTo>
                    <a:pt x="320944" y="590710"/>
                  </a:lnTo>
                  <a:lnTo>
                    <a:pt x="320605" y="590694"/>
                  </a:lnTo>
                  <a:lnTo>
                    <a:pt x="320176" y="590796"/>
                  </a:lnTo>
                  <a:lnTo>
                    <a:pt x="319821" y="590947"/>
                  </a:lnTo>
                  <a:lnTo>
                    <a:pt x="319317" y="591018"/>
                  </a:lnTo>
                  <a:lnTo>
                    <a:pt x="319108" y="590970"/>
                  </a:lnTo>
                  <a:lnTo>
                    <a:pt x="318927" y="590820"/>
                  </a:lnTo>
                  <a:lnTo>
                    <a:pt x="318823" y="590539"/>
                  </a:lnTo>
                  <a:lnTo>
                    <a:pt x="318736" y="590135"/>
                  </a:lnTo>
                  <a:lnTo>
                    <a:pt x="318760" y="589178"/>
                  </a:lnTo>
                  <a:lnTo>
                    <a:pt x="318846" y="588152"/>
                  </a:lnTo>
                  <a:lnTo>
                    <a:pt x="318738" y="587851"/>
                  </a:lnTo>
                  <a:lnTo>
                    <a:pt x="318608" y="587167"/>
                  </a:lnTo>
                  <a:lnTo>
                    <a:pt x="318584" y="586980"/>
                  </a:lnTo>
                  <a:lnTo>
                    <a:pt x="318615" y="586696"/>
                  </a:lnTo>
                  <a:lnTo>
                    <a:pt x="318592" y="586312"/>
                  </a:lnTo>
                  <a:lnTo>
                    <a:pt x="318413" y="586055"/>
                  </a:lnTo>
                  <a:lnTo>
                    <a:pt x="318176" y="585860"/>
                  </a:lnTo>
                  <a:lnTo>
                    <a:pt x="318002" y="585784"/>
                  </a:lnTo>
                  <a:lnTo>
                    <a:pt x="317838" y="585816"/>
                  </a:lnTo>
                  <a:lnTo>
                    <a:pt x="317357" y="585815"/>
                  </a:lnTo>
                  <a:lnTo>
                    <a:pt x="317142" y="585766"/>
                  </a:lnTo>
                  <a:lnTo>
                    <a:pt x="316723" y="585585"/>
                  </a:lnTo>
                  <a:lnTo>
                    <a:pt x="316666" y="585296"/>
                  </a:lnTo>
                  <a:lnTo>
                    <a:pt x="316267" y="584964"/>
                  </a:lnTo>
                  <a:lnTo>
                    <a:pt x="314961" y="584511"/>
                  </a:lnTo>
                  <a:lnTo>
                    <a:pt x="314174" y="583974"/>
                  </a:lnTo>
                  <a:lnTo>
                    <a:pt x="313930" y="583977"/>
                  </a:lnTo>
                  <a:lnTo>
                    <a:pt x="313719" y="583923"/>
                  </a:lnTo>
                  <a:lnTo>
                    <a:pt x="313591" y="583846"/>
                  </a:lnTo>
                  <a:lnTo>
                    <a:pt x="313417" y="583695"/>
                  </a:lnTo>
                  <a:lnTo>
                    <a:pt x="313023" y="583196"/>
                  </a:lnTo>
                  <a:lnTo>
                    <a:pt x="311829" y="581954"/>
                  </a:lnTo>
                  <a:lnTo>
                    <a:pt x="311315" y="581707"/>
                  </a:lnTo>
                  <a:lnTo>
                    <a:pt x="311104" y="580888"/>
                  </a:lnTo>
                  <a:lnTo>
                    <a:pt x="311151" y="580656"/>
                  </a:lnTo>
                  <a:lnTo>
                    <a:pt x="311209" y="580435"/>
                  </a:lnTo>
                  <a:lnTo>
                    <a:pt x="311226" y="579690"/>
                  </a:lnTo>
                  <a:lnTo>
                    <a:pt x="310744" y="579353"/>
                  </a:lnTo>
                  <a:lnTo>
                    <a:pt x="310609" y="579322"/>
                  </a:lnTo>
                  <a:lnTo>
                    <a:pt x="310286" y="579285"/>
                  </a:lnTo>
                  <a:lnTo>
                    <a:pt x="309327" y="579227"/>
                  </a:lnTo>
                  <a:lnTo>
                    <a:pt x="307978" y="579144"/>
                  </a:lnTo>
                  <a:lnTo>
                    <a:pt x="307794" y="579139"/>
                  </a:lnTo>
                  <a:lnTo>
                    <a:pt x="307013" y="579274"/>
                  </a:lnTo>
                  <a:lnTo>
                    <a:pt x="306826" y="579353"/>
                  </a:lnTo>
                  <a:lnTo>
                    <a:pt x="305863" y="581108"/>
                  </a:lnTo>
                  <a:lnTo>
                    <a:pt x="305370" y="581728"/>
                  </a:lnTo>
                  <a:lnTo>
                    <a:pt x="305136" y="582273"/>
                  </a:lnTo>
                  <a:lnTo>
                    <a:pt x="304609" y="583551"/>
                  </a:lnTo>
                  <a:lnTo>
                    <a:pt x="304542" y="583945"/>
                  </a:lnTo>
                  <a:lnTo>
                    <a:pt x="304654" y="584554"/>
                  </a:lnTo>
                  <a:lnTo>
                    <a:pt x="304669" y="584927"/>
                  </a:lnTo>
                  <a:lnTo>
                    <a:pt x="304508" y="585388"/>
                  </a:lnTo>
                  <a:lnTo>
                    <a:pt x="303751" y="586370"/>
                  </a:lnTo>
                  <a:lnTo>
                    <a:pt x="303229" y="586622"/>
                  </a:lnTo>
                  <a:lnTo>
                    <a:pt x="302831" y="586353"/>
                  </a:lnTo>
                  <a:lnTo>
                    <a:pt x="302237" y="585582"/>
                  </a:lnTo>
                  <a:lnTo>
                    <a:pt x="302155" y="585379"/>
                  </a:lnTo>
                  <a:lnTo>
                    <a:pt x="301849" y="584515"/>
                  </a:lnTo>
                  <a:lnTo>
                    <a:pt x="301753" y="584098"/>
                  </a:lnTo>
                  <a:lnTo>
                    <a:pt x="301724" y="583933"/>
                  </a:lnTo>
                  <a:lnTo>
                    <a:pt x="301674" y="583703"/>
                  </a:lnTo>
                  <a:lnTo>
                    <a:pt x="301210" y="583098"/>
                  </a:lnTo>
                  <a:lnTo>
                    <a:pt x="301039" y="582927"/>
                  </a:lnTo>
                  <a:lnTo>
                    <a:pt x="300792" y="582811"/>
                  </a:lnTo>
                  <a:lnTo>
                    <a:pt x="300650" y="582761"/>
                  </a:lnTo>
                  <a:lnTo>
                    <a:pt x="299355" y="582316"/>
                  </a:lnTo>
                  <a:lnTo>
                    <a:pt x="298555" y="582242"/>
                  </a:lnTo>
                  <a:lnTo>
                    <a:pt x="293473" y="581122"/>
                  </a:lnTo>
                  <a:lnTo>
                    <a:pt x="293321" y="581217"/>
                  </a:lnTo>
                  <a:lnTo>
                    <a:pt x="293212" y="581647"/>
                  </a:lnTo>
                  <a:lnTo>
                    <a:pt x="293024" y="581932"/>
                  </a:lnTo>
                  <a:lnTo>
                    <a:pt x="292608" y="582019"/>
                  </a:lnTo>
                  <a:lnTo>
                    <a:pt x="292377" y="581998"/>
                  </a:lnTo>
                  <a:lnTo>
                    <a:pt x="291932" y="581924"/>
                  </a:lnTo>
                  <a:lnTo>
                    <a:pt x="291783" y="581969"/>
                  </a:lnTo>
                  <a:lnTo>
                    <a:pt x="291745" y="582160"/>
                  </a:lnTo>
                  <a:lnTo>
                    <a:pt x="291749" y="582706"/>
                  </a:lnTo>
                  <a:lnTo>
                    <a:pt x="291674" y="583073"/>
                  </a:lnTo>
                  <a:lnTo>
                    <a:pt x="291337" y="583354"/>
                  </a:lnTo>
                  <a:lnTo>
                    <a:pt x="291069" y="583493"/>
                  </a:lnTo>
                  <a:lnTo>
                    <a:pt x="290522" y="583561"/>
                  </a:lnTo>
                  <a:lnTo>
                    <a:pt x="289684" y="583465"/>
                  </a:lnTo>
                  <a:lnTo>
                    <a:pt x="288439" y="582619"/>
                  </a:lnTo>
                  <a:lnTo>
                    <a:pt x="288364" y="582325"/>
                  </a:lnTo>
                  <a:lnTo>
                    <a:pt x="288148" y="582106"/>
                  </a:lnTo>
                  <a:lnTo>
                    <a:pt x="287566" y="581517"/>
                  </a:lnTo>
                  <a:lnTo>
                    <a:pt x="287402" y="581359"/>
                  </a:lnTo>
                  <a:lnTo>
                    <a:pt x="287363" y="581220"/>
                  </a:lnTo>
                  <a:lnTo>
                    <a:pt x="287359" y="581049"/>
                  </a:lnTo>
                  <a:lnTo>
                    <a:pt x="287329" y="580894"/>
                  </a:lnTo>
                  <a:lnTo>
                    <a:pt x="287114" y="580751"/>
                  </a:lnTo>
                  <a:lnTo>
                    <a:pt x="286588" y="580577"/>
                  </a:lnTo>
                  <a:lnTo>
                    <a:pt x="286249" y="580453"/>
                  </a:lnTo>
                  <a:lnTo>
                    <a:pt x="285732" y="580130"/>
                  </a:lnTo>
                  <a:lnTo>
                    <a:pt x="285784" y="579863"/>
                  </a:lnTo>
                  <a:lnTo>
                    <a:pt x="286091" y="579387"/>
                  </a:lnTo>
                  <a:lnTo>
                    <a:pt x="285324" y="578674"/>
                  </a:lnTo>
                  <a:lnTo>
                    <a:pt x="285051" y="578506"/>
                  </a:lnTo>
                  <a:lnTo>
                    <a:pt x="284785" y="577996"/>
                  </a:lnTo>
                  <a:lnTo>
                    <a:pt x="284464" y="577331"/>
                  </a:lnTo>
                  <a:lnTo>
                    <a:pt x="284304" y="576987"/>
                  </a:lnTo>
                  <a:lnTo>
                    <a:pt x="284212" y="576213"/>
                  </a:lnTo>
                  <a:lnTo>
                    <a:pt x="284283" y="576035"/>
                  </a:lnTo>
                  <a:lnTo>
                    <a:pt x="284227" y="575880"/>
                  </a:lnTo>
                  <a:lnTo>
                    <a:pt x="284114" y="575666"/>
                  </a:lnTo>
                  <a:lnTo>
                    <a:pt x="283671" y="575218"/>
                  </a:lnTo>
                  <a:lnTo>
                    <a:pt x="283475" y="574978"/>
                  </a:lnTo>
                  <a:lnTo>
                    <a:pt x="283444" y="574832"/>
                  </a:lnTo>
                  <a:lnTo>
                    <a:pt x="283458" y="574588"/>
                  </a:lnTo>
                  <a:lnTo>
                    <a:pt x="283547" y="574354"/>
                  </a:lnTo>
                  <a:lnTo>
                    <a:pt x="283365" y="573855"/>
                  </a:lnTo>
                  <a:lnTo>
                    <a:pt x="283229" y="573909"/>
                  </a:lnTo>
                  <a:lnTo>
                    <a:pt x="283029" y="573880"/>
                  </a:lnTo>
                  <a:lnTo>
                    <a:pt x="282887" y="573837"/>
                  </a:lnTo>
                  <a:lnTo>
                    <a:pt x="282746" y="573728"/>
                  </a:lnTo>
                  <a:lnTo>
                    <a:pt x="282391" y="573494"/>
                  </a:lnTo>
                  <a:lnTo>
                    <a:pt x="282223" y="573482"/>
                  </a:lnTo>
                  <a:lnTo>
                    <a:pt x="281867" y="573483"/>
                  </a:lnTo>
                  <a:lnTo>
                    <a:pt x="281697" y="573350"/>
                  </a:lnTo>
                  <a:lnTo>
                    <a:pt x="281452" y="572613"/>
                  </a:lnTo>
                  <a:lnTo>
                    <a:pt x="281775" y="572441"/>
                  </a:lnTo>
                  <a:lnTo>
                    <a:pt x="281795" y="572303"/>
                  </a:lnTo>
                  <a:lnTo>
                    <a:pt x="281765" y="572108"/>
                  </a:lnTo>
                  <a:lnTo>
                    <a:pt x="281723" y="571749"/>
                  </a:lnTo>
                  <a:lnTo>
                    <a:pt x="281731" y="571351"/>
                  </a:lnTo>
                  <a:lnTo>
                    <a:pt x="281954" y="570739"/>
                  </a:lnTo>
                  <a:lnTo>
                    <a:pt x="282074" y="570565"/>
                  </a:lnTo>
                  <a:lnTo>
                    <a:pt x="282177" y="570407"/>
                  </a:lnTo>
                  <a:lnTo>
                    <a:pt x="282380" y="570170"/>
                  </a:lnTo>
                  <a:lnTo>
                    <a:pt x="282738" y="569805"/>
                  </a:lnTo>
                  <a:lnTo>
                    <a:pt x="283022" y="569401"/>
                  </a:lnTo>
                  <a:lnTo>
                    <a:pt x="283214" y="569337"/>
                  </a:lnTo>
                  <a:lnTo>
                    <a:pt x="283475" y="569374"/>
                  </a:lnTo>
                  <a:lnTo>
                    <a:pt x="283939" y="569452"/>
                  </a:lnTo>
                  <a:lnTo>
                    <a:pt x="284722" y="569540"/>
                  </a:lnTo>
                  <a:lnTo>
                    <a:pt x="285538" y="568838"/>
                  </a:lnTo>
                  <a:lnTo>
                    <a:pt x="285347" y="568696"/>
                  </a:lnTo>
                  <a:lnTo>
                    <a:pt x="285174" y="568610"/>
                  </a:lnTo>
                  <a:lnTo>
                    <a:pt x="284969" y="568494"/>
                  </a:lnTo>
                  <a:lnTo>
                    <a:pt x="284608" y="568146"/>
                  </a:lnTo>
                  <a:lnTo>
                    <a:pt x="284272" y="567874"/>
                  </a:lnTo>
                  <a:lnTo>
                    <a:pt x="284146" y="567638"/>
                  </a:lnTo>
                  <a:lnTo>
                    <a:pt x="284116" y="567073"/>
                  </a:lnTo>
                  <a:lnTo>
                    <a:pt x="284734" y="566624"/>
                  </a:lnTo>
                  <a:lnTo>
                    <a:pt x="284874" y="566310"/>
                  </a:lnTo>
                  <a:lnTo>
                    <a:pt x="285021" y="566271"/>
                  </a:lnTo>
                  <a:lnTo>
                    <a:pt x="285406" y="566228"/>
                  </a:lnTo>
                  <a:lnTo>
                    <a:pt x="285721" y="566008"/>
                  </a:lnTo>
                  <a:lnTo>
                    <a:pt x="285596" y="565430"/>
                  </a:lnTo>
                  <a:lnTo>
                    <a:pt x="285503" y="565265"/>
                  </a:lnTo>
                  <a:lnTo>
                    <a:pt x="285540" y="564981"/>
                  </a:lnTo>
                  <a:lnTo>
                    <a:pt x="285606" y="564016"/>
                  </a:lnTo>
                  <a:lnTo>
                    <a:pt x="285531" y="563668"/>
                  </a:lnTo>
                  <a:lnTo>
                    <a:pt x="285416" y="563452"/>
                  </a:lnTo>
                  <a:lnTo>
                    <a:pt x="285252" y="563202"/>
                  </a:lnTo>
                  <a:lnTo>
                    <a:pt x="284787" y="563039"/>
                  </a:lnTo>
                  <a:lnTo>
                    <a:pt x="284874" y="562629"/>
                  </a:lnTo>
                  <a:lnTo>
                    <a:pt x="284913" y="561789"/>
                  </a:lnTo>
                  <a:lnTo>
                    <a:pt x="285058" y="561004"/>
                  </a:lnTo>
                  <a:lnTo>
                    <a:pt x="284655" y="560927"/>
                  </a:lnTo>
                  <a:lnTo>
                    <a:pt x="284249" y="560946"/>
                  </a:lnTo>
                  <a:lnTo>
                    <a:pt x="284006" y="560223"/>
                  </a:lnTo>
                  <a:lnTo>
                    <a:pt x="283011" y="559786"/>
                  </a:lnTo>
                  <a:lnTo>
                    <a:pt x="282820" y="559671"/>
                  </a:lnTo>
                  <a:lnTo>
                    <a:pt x="282025" y="559753"/>
                  </a:lnTo>
                  <a:lnTo>
                    <a:pt x="281671" y="559832"/>
                  </a:lnTo>
                  <a:lnTo>
                    <a:pt x="281546" y="559995"/>
                  </a:lnTo>
                  <a:lnTo>
                    <a:pt x="281248" y="560694"/>
                  </a:lnTo>
                  <a:lnTo>
                    <a:pt x="281304" y="560948"/>
                  </a:lnTo>
                  <a:lnTo>
                    <a:pt x="281581" y="561394"/>
                  </a:lnTo>
                  <a:lnTo>
                    <a:pt x="281371" y="561593"/>
                  </a:lnTo>
                  <a:lnTo>
                    <a:pt x="280399" y="561165"/>
                  </a:lnTo>
                  <a:lnTo>
                    <a:pt x="280115" y="561344"/>
                  </a:lnTo>
                  <a:lnTo>
                    <a:pt x="279814" y="561418"/>
                  </a:lnTo>
                  <a:lnTo>
                    <a:pt x="279045" y="561497"/>
                  </a:lnTo>
                  <a:lnTo>
                    <a:pt x="278882" y="560902"/>
                  </a:lnTo>
                  <a:lnTo>
                    <a:pt x="278397" y="560611"/>
                  </a:lnTo>
                  <a:lnTo>
                    <a:pt x="278108" y="560425"/>
                  </a:lnTo>
                  <a:lnTo>
                    <a:pt x="277789" y="560242"/>
                  </a:lnTo>
                  <a:lnTo>
                    <a:pt x="277650" y="560026"/>
                  </a:lnTo>
                  <a:lnTo>
                    <a:pt x="277393" y="559496"/>
                  </a:lnTo>
                  <a:lnTo>
                    <a:pt x="277268" y="559352"/>
                  </a:lnTo>
                  <a:lnTo>
                    <a:pt x="277016" y="559026"/>
                  </a:lnTo>
                  <a:lnTo>
                    <a:pt x="277163" y="558773"/>
                  </a:lnTo>
                  <a:lnTo>
                    <a:pt x="276959" y="558245"/>
                  </a:lnTo>
                  <a:lnTo>
                    <a:pt x="276676" y="558100"/>
                  </a:lnTo>
                  <a:lnTo>
                    <a:pt x="276703" y="557809"/>
                  </a:lnTo>
                  <a:lnTo>
                    <a:pt x="276589" y="557363"/>
                  </a:lnTo>
                  <a:lnTo>
                    <a:pt x="276427" y="557102"/>
                  </a:lnTo>
                  <a:lnTo>
                    <a:pt x="276412" y="556634"/>
                  </a:lnTo>
                  <a:lnTo>
                    <a:pt x="276403" y="556490"/>
                  </a:lnTo>
                  <a:lnTo>
                    <a:pt x="276363" y="555791"/>
                  </a:lnTo>
                  <a:lnTo>
                    <a:pt x="276246" y="555531"/>
                  </a:lnTo>
                  <a:lnTo>
                    <a:pt x="276078" y="555001"/>
                  </a:lnTo>
                  <a:lnTo>
                    <a:pt x="275570" y="554069"/>
                  </a:lnTo>
                  <a:lnTo>
                    <a:pt x="275871" y="553599"/>
                  </a:lnTo>
                  <a:lnTo>
                    <a:pt x="275642" y="553167"/>
                  </a:lnTo>
                  <a:lnTo>
                    <a:pt x="275661" y="552546"/>
                  </a:lnTo>
                  <a:lnTo>
                    <a:pt x="275335" y="552359"/>
                  </a:lnTo>
                  <a:lnTo>
                    <a:pt x="274914" y="552363"/>
                  </a:lnTo>
                  <a:lnTo>
                    <a:pt x="274397" y="552564"/>
                  </a:lnTo>
                  <a:lnTo>
                    <a:pt x="274075" y="553116"/>
                  </a:lnTo>
                  <a:lnTo>
                    <a:pt x="273979" y="553573"/>
                  </a:lnTo>
                  <a:lnTo>
                    <a:pt x="273716" y="553680"/>
                  </a:lnTo>
                  <a:lnTo>
                    <a:pt x="273205" y="553830"/>
                  </a:lnTo>
                  <a:lnTo>
                    <a:pt x="272705" y="554286"/>
                  </a:lnTo>
                  <a:lnTo>
                    <a:pt x="272459" y="554377"/>
                  </a:lnTo>
                  <a:lnTo>
                    <a:pt x="271615" y="554602"/>
                  </a:lnTo>
                  <a:lnTo>
                    <a:pt x="270759" y="554799"/>
                  </a:lnTo>
                  <a:lnTo>
                    <a:pt x="270602" y="554955"/>
                  </a:lnTo>
                  <a:lnTo>
                    <a:pt x="270315" y="555227"/>
                  </a:lnTo>
                  <a:lnTo>
                    <a:pt x="269799" y="555351"/>
                  </a:lnTo>
                  <a:lnTo>
                    <a:pt x="269565" y="555495"/>
                  </a:lnTo>
                  <a:lnTo>
                    <a:pt x="269053" y="555370"/>
                  </a:lnTo>
                  <a:lnTo>
                    <a:pt x="268817" y="555140"/>
                  </a:lnTo>
                  <a:lnTo>
                    <a:pt x="268275" y="554768"/>
                  </a:lnTo>
                  <a:lnTo>
                    <a:pt x="268039" y="554278"/>
                  </a:lnTo>
                  <a:lnTo>
                    <a:pt x="267980" y="553876"/>
                  </a:lnTo>
                  <a:lnTo>
                    <a:pt x="268225" y="553449"/>
                  </a:lnTo>
                  <a:lnTo>
                    <a:pt x="268465" y="553069"/>
                  </a:lnTo>
                  <a:lnTo>
                    <a:pt x="268499" y="552864"/>
                  </a:lnTo>
                  <a:lnTo>
                    <a:pt x="268768" y="552614"/>
                  </a:lnTo>
                  <a:lnTo>
                    <a:pt x="268831" y="552167"/>
                  </a:lnTo>
                  <a:lnTo>
                    <a:pt x="269220" y="552132"/>
                  </a:lnTo>
                  <a:lnTo>
                    <a:pt x="269665" y="552126"/>
                  </a:lnTo>
                  <a:lnTo>
                    <a:pt x="269848" y="552131"/>
                  </a:lnTo>
                  <a:lnTo>
                    <a:pt x="270069" y="552108"/>
                  </a:lnTo>
                  <a:lnTo>
                    <a:pt x="270417" y="552032"/>
                  </a:lnTo>
                  <a:lnTo>
                    <a:pt x="270859" y="551906"/>
                  </a:lnTo>
                  <a:lnTo>
                    <a:pt x="271004" y="551827"/>
                  </a:lnTo>
                  <a:lnTo>
                    <a:pt x="271479" y="551628"/>
                  </a:lnTo>
                  <a:lnTo>
                    <a:pt x="271794" y="551659"/>
                  </a:lnTo>
                  <a:lnTo>
                    <a:pt x="272066" y="551654"/>
                  </a:lnTo>
                  <a:lnTo>
                    <a:pt x="272390" y="551574"/>
                  </a:lnTo>
                  <a:lnTo>
                    <a:pt x="272558" y="551568"/>
                  </a:lnTo>
                  <a:lnTo>
                    <a:pt x="273092" y="551588"/>
                  </a:lnTo>
                  <a:lnTo>
                    <a:pt x="273383" y="551661"/>
                  </a:lnTo>
                  <a:lnTo>
                    <a:pt x="273710" y="551557"/>
                  </a:lnTo>
                  <a:lnTo>
                    <a:pt x="274012" y="551319"/>
                  </a:lnTo>
                  <a:lnTo>
                    <a:pt x="274406" y="551227"/>
                  </a:lnTo>
                  <a:lnTo>
                    <a:pt x="274717" y="551123"/>
                  </a:lnTo>
                  <a:lnTo>
                    <a:pt x="274896" y="551063"/>
                  </a:lnTo>
                  <a:lnTo>
                    <a:pt x="275645" y="550954"/>
                  </a:lnTo>
                  <a:lnTo>
                    <a:pt x="276177" y="550928"/>
                  </a:lnTo>
                  <a:lnTo>
                    <a:pt x="276458" y="550654"/>
                  </a:lnTo>
                  <a:lnTo>
                    <a:pt x="275627" y="549910"/>
                  </a:lnTo>
                  <a:lnTo>
                    <a:pt x="275185" y="549879"/>
                  </a:lnTo>
                  <a:lnTo>
                    <a:pt x="274742" y="548993"/>
                  </a:lnTo>
                  <a:lnTo>
                    <a:pt x="274803" y="548577"/>
                  </a:lnTo>
                  <a:lnTo>
                    <a:pt x="274559" y="548401"/>
                  </a:lnTo>
                  <a:lnTo>
                    <a:pt x="274521" y="548253"/>
                  </a:lnTo>
                  <a:lnTo>
                    <a:pt x="273987" y="548654"/>
                  </a:lnTo>
                  <a:lnTo>
                    <a:pt x="273711" y="548654"/>
                  </a:lnTo>
                  <a:lnTo>
                    <a:pt x="273564" y="548661"/>
                  </a:lnTo>
                  <a:lnTo>
                    <a:pt x="273258" y="548724"/>
                  </a:lnTo>
                  <a:lnTo>
                    <a:pt x="272860" y="548312"/>
                  </a:lnTo>
                  <a:lnTo>
                    <a:pt x="271972" y="548832"/>
                  </a:lnTo>
                  <a:lnTo>
                    <a:pt x="271462" y="548725"/>
                  </a:lnTo>
                  <a:lnTo>
                    <a:pt x="271528" y="547919"/>
                  </a:lnTo>
                  <a:lnTo>
                    <a:pt x="271080" y="548153"/>
                  </a:lnTo>
                  <a:lnTo>
                    <a:pt x="270880" y="548174"/>
                  </a:lnTo>
                  <a:lnTo>
                    <a:pt x="270381" y="548179"/>
                  </a:lnTo>
                  <a:lnTo>
                    <a:pt x="270196" y="548796"/>
                  </a:lnTo>
                  <a:lnTo>
                    <a:pt x="269866" y="548808"/>
                  </a:lnTo>
                  <a:lnTo>
                    <a:pt x="269816" y="548680"/>
                  </a:lnTo>
                  <a:lnTo>
                    <a:pt x="268890" y="548645"/>
                  </a:lnTo>
                  <a:lnTo>
                    <a:pt x="268458" y="548651"/>
                  </a:lnTo>
                  <a:lnTo>
                    <a:pt x="267472" y="548983"/>
                  </a:lnTo>
                  <a:lnTo>
                    <a:pt x="267229" y="548764"/>
                  </a:lnTo>
                  <a:lnTo>
                    <a:pt x="266526" y="548146"/>
                  </a:lnTo>
                  <a:lnTo>
                    <a:pt x="266008" y="547941"/>
                  </a:lnTo>
                  <a:lnTo>
                    <a:pt x="265818" y="547852"/>
                  </a:lnTo>
                  <a:lnTo>
                    <a:pt x="265498" y="547464"/>
                  </a:lnTo>
                  <a:lnTo>
                    <a:pt x="265347" y="547515"/>
                  </a:lnTo>
                  <a:lnTo>
                    <a:pt x="264516" y="547186"/>
                  </a:lnTo>
                  <a:lnTo>
                    <a:pt x="264253" y="547069"/>
                  </a:lnTo>
                  <a:lnTo>
                    <a:pt x="263885" y="546860"/>
                  </a:lnTo>
                  <a:lnTo>
                    <a:pt x="263653" y="547073"/>
                  </a:lnTo>
                  <a:lnTo>
                    <a:pt x="263294" y="547496"/>
                  </a:lnTo>
                  <a:lnTo>
                    <a:pt x="262727" y="547605"/>
                  </a:lnTo>
                  <a:lnTo>
                    <a:pt x="261911" y="547370"/>
                  </a:lnTo>
                  <a:lnTo>
                    <a:pt x="261806" y="547542"/>
                  </a:lnTo>
                  <a:lnTo>
                    <a:pt x="261352" y="547535"/>
                  </a:lnTo>
                  <a:lnTo>
                    <a:pt x="261180" y="547516"/>
                  </a:lnTo>
                  <a:lnTo>
                    <a:pt x="260924" y="547503"/>
                  </a:lnTo>
                  <a:lnTo>
                    <a:pt x="260419" y="547407"/>
                  </a:lnTo>
                  <a:lnTo>
                    <a:pt x="260089" y="547048"/>
                  </a:lnTo>
                  <a:lnTo>
                    <a:pt x="259948" y="546537"/>
                  </a:lnTo>
                  <a:lnTo>
                    <a:pt x="259917" y="546127"/>
                  </a:lnTo>
                  <a:lnTo>
                    <a:pt x="259696" y="545761"/>
                  </a:lnTo>
                  <a:lnTo>
                    <a:pt x="259709" y="545408"/>
                  </a:lnTo>
                  <a:lnTo>
                    <a:pt x="259600" y="545091"/>
                  </a:lnTo>
                  <a:lnTo>
                    <a:pt x="259487" y="544714"/>
                  </a:lnTo>
                  <a:lnTo>
                    <a:pt x="258985" y="544127"/>
                  </a:lnTo>
                  <a:lnTo>
                    <a:pt x="258807" y="544272"/>
                  </a:lnTo>
                  <a:lnTo>
                    <a:pt x="258624" y="544317"/>
                  </a:lnTo>
                  <a:lnTo>
                    <a:pt x="258418" y="544280"/>
                  </a:lnTo>
                  <a:lnTo>
                    <a:pt x="258171" y="544240"/>
                  </a:lnTo>
                  <a:lnTo>
                    <a:pt x="258016" y="544284"/>
                  </a:lnTo>
                  <a:lnTo>
                    <a:pt x="257507" y="544499"/>
                  </a:lnTo>
                  <a:lnTo>
                    <a:pt x="257163" y="544538"/>
                  </a:lnTo>
                  <a:lnTo>
                    <a:pt x="256657" y="543786"/>
                  </a:lnTo>
                  <a:lnTo>
                    <a:pt x="256329" y="543713"/>
                  </a:lnTo>
                  <a:lnTo>
                    <a:pt x="255890" y="543547"/>
                  </a:lnTo>
                  <a:lnTo>
                    <a:pt x="255730" y="543409"/>
                  </a:lnTo>
                  <a:lnTo>
                    <a:pt x="255568" y="543323"/>
                  </a:lnTo>
                  <a:lnTo>
                    <a:pt x="255326" y="543283"/>
                  </a:lnTo>
                  <a:lnTo>
                    <a:pt x="255012" y="543153"/>
                  </a:lnTo>
                  <a:lnTo>
                    <a:pt x="254676" y="542881"/>
                  </a:lnTo>
                  <a:lnTo>
                    <a:pt x="254489" y="542640"/>
                  </a:lnTo>
                  <a:lnTo>
                    <a:pt x="254400" y="542217"/>
                  </a:lnTo>
                  <a:lnTo>
                    <a:pt x="254464" y="541923"/>
                  </a:lnTo>
                  <a:lnTo>
                    <a:pt x="254073" y="541376"/>
                  </a:lnTo>
                  <a:lnTo>
                    <a:pt x="253796" y="541319"/>
                  </a:lnTo>
                  <a:lnTo>
                    <a:pt x="253330" y="541317"/>
                  </a:lnTo>
                  <a:lnTo>
                    <a:pt x="252834" y="541015"/>
                  </a:lnTo>
                  <a:lnTo>
                    <a:pt x="253079" y="540810"/>
                  </a:lnTo>
                  <a:lnTo>
                    <a:pt x="253703" y="540787"/>
                  </a:lnTo>
                  <a:lnTo>
                    <a:pt x="254097" y="540764"/>
                  </a:lnTo>
                  <a:lnTo>
                    <a:pt x="254258" y="540468"/>
                  </a:lnTo>
                  <a:lnTo>
                    <a:pt x="254187" y="540241"/>
                  </a:lnTo>
                  <a:lnTo>
                    <a:pt x="253805" y="539929"/>
                  </a:lnTo>
                  <a:lnTo>
                    <a:pt x="252832" y="539655"/>
                  </a:lnTo>
                  <a:lnTo>
                    <a:pt x="252303" y="539468"/>
                  </a:lnTo>
                  <a:lnTo>
                    <a:pt x="252136" y="538835"/>
                  </a:lnTo>
                  <a:lnTo>
                    <a:pt x="252007" y="538740"/>
                  </a:lnTo>
                  <a:lnTo>
                    <a:pt x="251797" y="537989"/>
                  </a:lnTo>
                  <a:lnTo>
                    <a:pt x="251124" y="537401"/>
                  </a:lnTo>
                  <a:lnTo>
                    <a:pt x="251098" y="537249"/>
                  </a:lnTo>
                  <a:lnTo>
                    <a:pt x="250989" y="537027"/>
                  </a:lnTo>
                  <a:lnTo>
                    <a:pt x="250508" y="537317"/>
                  </a:lnTo>
                  <a:lnTo>
                    <a:pt x="249765" y="537090"/>
                  </a:lnTo>
                  <a:lnTo>
                    <a:pt x="249405" y="536820"/>
                  </a:lnTo>
                  <a:lnTo>
                    <a:pt x="249547" y="536434"/>
                  </a:lnTo>
                  <a:lnTo>
                    <a:pt x="249241" y="536353"/>
                  </a:lnTo>
                  <a:lnTo>
                    <a:pt x="248876" y="536201"/>
                  </a:lnTo>
                  <a:lnTo>
                    <a:pt x="248724" y="536065"/>
                  </a:lnTo>
                  <a:lnTo>
                    <a:pt x="248412" y="535835"/>
                  </a:lnTo>
                  <a:lnTo>
                    <a:pt x="248157" y="535676"/>
                  </a:lnTo>
                  <a:lnTo>
                    <a:pt x="247823" y="535413"/>
                  </a:lnTo>
                  <a:lnTo>
                    <a:pt x="247414" y="535055"/>
                  </a:lnTo>
                  <a:lnTo>
                    <a:pt x="247154" y="534805"/>
                  </a:lnTo>
                  <a:lnTo>
                    <a:pt x="246994" y="534386"/>
                  </a:lnTo>
                  <a:lnTo>
                    <a:pt x="246826" y="534162"/>
                  </a:lnTo>
                  <a:lnTo>
                    <a:pt x="246425" y="533783"/>
                  </a:lnTo>
                  <a:lnTo>
                    <a:pt x="245819" y="533253"/>
                  </a:lnTo>
                  <a:lnTo>
                    <a:pt x="245421" y="533636"/>
                  </a:lnTo>
                  <a:lnTo>
                    <a:pt x="245331" y="533783"/>
                  </a:lnTo>
                  <a:lnTo>
                    <a:pt x="245315" y="534103"/>
                  </a:lnTo>
                  <a:lnTo>
                    <a:pt x="245354" y="534284"/>
                  </a:lnTo>
                  <a:lnTo>
                    <a:pt x="245151" y="534709"/>
                  </a:lnTo>
                  <a:lnTo>
                    <a:pt x="245052" y="535312"/>
                  </a:lnTo>
                  <a:lnTo>
                    <a:pt x="244898" y="535685"/>
                  </a:lnTo>
                  <a:lnTo>
                    <a:pt x="244638" y="535677"/>
                  </a:lnTo>
                  <a:lnTo>
                    <a:pt x="244166" y="535699"/>
                  </a:lnTo>
                  <a:lnTo>
                    <a:pt x="243911" y="535661"/>
                  </a:lnTo>
                  <a:lnTo>
                    <a:pt x="243545" y="535925"/>
                  </a:lnTo>
                  <a:lnTo>
                    <a:pt x="243304" y="536323"/>
                  </a:lnTo>
                  <a:lnTo>
                    <a:pt x="243216" y="536517"/>
                  </a:lnTo>
                  <a:lnTo>
                    <a:pt x="243052" y="536762"/>
                  </a:lnTo>
                  <a:lnTo>
                    <a:pt x="242656" y="537038"/>
                  </a:lnTo>
                  <a:lnTo>
                    <a:pt x="242412" y="537220"/>
                  </a:lnTo>
                  <a:lnTo>
                    <a:pt x="241805" y="537346"/>
                  </a:lnTo>
                  <a:lnTo>
                    <a:pt x="241509" y="537355"/>
                  </a:lnTo>
                  <a:lnTo>
                    <a:pt x="241254" y="537346"/>
                  </a:lnTo>
                  <a:lnTo>
                    <a:pt x="240844" y="537048"/>
                  </a:lnTo>
                  <a:lnTo>
                    <a:pt x="240642" y="537055"/>
                  </a:lnTo>
                  <a:lnTo>
                    <a:pt x="240339" y="537361"/>
                  </a:lnTo>
                  <a:lnTo>
                    <a:pt x="239602" y="536831"/>
                  </a:lnTo>
                  <a:lnTo>
                    <a:pt x="239236" y="536738"/>
                  </a:lnTo>
                  <a:lnTo>
                    <a:pt x="238810" y="536944"/>
                  </a:lnTo>
                  <a:lnTo>
                    <a:pt x="238807" y="537744"/>
                  </a:lnTo>
                  <a:lnTo>
                    <a:pt x="238798" y="537962"/>
                  </a:lnTo>
                  <a:lnTo>
                    <a:pt x="238184" y="538833"/>
                  </a:lnTo>
                  <a:lnTo>
                    <a:pt x="237758" y="539244"/>
                  </a:lnTo>
                  <a:lnTo>
                    <a:pt x="237216" y="538857"/>
                  </a:lnTo>
                  <a:lnTo>
                    <a:pt x="236834" y="538550"/>
                  </a:lnTo>
                  <a:lnTo>
                    <a:pt x="236266" y="537841"/>
                  </a:lnTo>
                  <a:lnTo>
                    <a:pt x="236191" y="537555"/>
                  </a:lnTo>
                  <a:lnTo>
                    <a:pt x="236045" y="537325"/>
                  </a:lnTo>
                  <a:lnTo>
                    <a:pt x="235506" y="537123"/>
                  </a:lnTo>
                  <a:lnTo>
                    <a:pt x="235536" y="537683"/>
                  </a:lnTo>
                  <a:lnTo>
                    <a:pt x="235268" y="538033"/>
                  </a:lnTo>
                  <a:lnTo>
                    <a:pt x="235154" y="538374"/>
                  </a:lnTo>
                  <a:lnTo>
                    <a:pt x="235119" y="538561"/>
                  </a:lnTo>
                  <a:lnTo>
                    <a:pt x="234972" y="538820"/>
                  </a:lnTo>
                  <a:lnTo>
                    <a:pt x="234776" y="539532"/>
                  </a:lnTo>
                  <a:lnTo>
                    <a:pt x="235073" y="539865"/>
                  </a:lnTo>
                  <a:lnTo>
                    <a:pt x="235048" y="540292"/>
                  </a:lnTo>
                  <a:lnTo>
                    <a:pt x="234881" y="540554"/>
                  </a:lnTo>
                  <a:lnTo>
                    <a:pt x="234693" y="540706"/>
                  </a:lnTo>
                  <a:lnTo>
                    <a:pt x="234478" y="541079"/>
                  </a:lnTo>
                  <a:lnTo>
                    <a:pt x="234405" y="541280"/>
                  </a:lnTo>
                  <a:lnTo>
                    <a:pt x="234309" y="541510"/>
                  </a:lnTo>
                  <a:lnTo>
                    <a:pt x="233855" y="541603"/>
                  </a:lnTo>
                  <a:lnTo>
                    <a:pt x="233705" y="541505"/>
                  </a:lnTo>
                  <a:lnTo>
                    <a:pt x="233464" y="540820"/>
                  </a:lnTo>
                  <a:lnTo>
                    <a:pt x="233032" y="540910"/>
                  </a:lnTo>
                  <a:lnTo>
                    <a:pt x="232780" y="541070"/>
                  </a:lnTo>
                  <a:lnTo>
                    <a:pt x="232360" y="540992"/>
                  </a:lnTo>
                  <a:lnTo>
                    <a:pt x="231964" y="540978"/>
                  </a:lnTo>
                  <a:lnTo>
                    <a:pt x="231325" y="541309"/>
                  </a:lnTo>
                  <a:lnTo>
                    <a:pt x="231152" y="541414"/>
                  </a:lnTo>
                  <a:lnTo>
                    <a:pt x="230730" y="541976"/>
                  </a:lnTo>
                  <a:lnTo>
                    <a:pt x="230737" y="542296"/>
                  </a:lnTo>
                  <a:lnTo>
                    <a:pt x="230524" y="542428"/>
                  </a:lnTo>
                  <a:lnTo>
                    <a:pt x="230386" y="542376"/>
                  </a:lnTo>
                  <a:lnTo>
                    <a:pt x="229879" y="542211"/>
                  </a:lnTo>
                  <a:lnTo>
                    <a:pt x="229527" y="542126"/>
                  </a:lnTo>
                  <a:lnTo>
                    <a:pt x="229351" y="542072"/>
                  </a:lnTo>
                  <a:lnTo>
                    <a:pt x="228678" y="541731"/>
                  </a:lnTo>
                  <a:lnTo>
                    <a:pt x="228363" y="541754"/>
                  </a:lnTo>
                  <a:lnTo>
                    <a:pt x="227746" y="542131"/>
                  </a:lnTo>
                  <a:lnTo>
                    <a:pt x="227170" y="542072"/>
                  </a:lnTo>
                  <a:lnTo>
                    <a:pt x="226180" y="541864"/>
                  </a:lnTo>
                  <a:lnTo>
                    <a:pt x="225927" y="542321"/>
                  </a:lnTo>
                  <a:lnTo>
                    <a:pt x="225792" y="542391"/>
                  </a:lnTo>
                  <a:lnTo>
                    <a:pt x="225550" y="542628"/>
                  </a:lnTo>
                  <a:lnTo>
                    <a:pt x="225374" y="543063"/>
                  </a:lnTo>
                  <a:lnTo>
                    <a:pt x="225533" y="543893"/>
                  </a:lnTo>
                  <a:lnTo>
                    <a:pt x="225607" y="544182"/>
                  </a:lnTo>
                  <a:lnTo>
                    <a:pt x="225639" y="544418"/>
                  </a:lnTo>
                  <a:lnTo>
                    <a:pt x="225479" y="544883"/>
                  </a:lnTo>
                  <a:lnTo>
                    <a:pt x="225289" y="545117"/>
                  </a:lnTo>
                  <a:lnTo>
                    <a:pt x="224572" y="545051"/>
                  </a:lnTo>
                  <a:lnTo>
                    <a:pt x="224173" y="545098"/>
                  </a:lnTo>
                  <a:lnTo>
                    <a:pt x="224126" y="545276"/>
                  </a:lnTo>
                  <a:lnTo>
                    <a:pt x="224080" y="545453"/>
                  </a:lnTo>
                  <a:lnTo>
                    <a:pt x="224008" y="545765"/>
                  </a:lnTo>
                  <a:lnTo>
                    <a:pt x="223808" y="545971"/>
                  </a:lnTo>
                  <a:lnTo>
                    <a:pt x="223361" y="546258"/>
                  </a:lnTo>
                  <a:lnTo>
                    <a:pt x="223159" y="546141"/>
                  </a:lnTo>
                  <a:lnTo>
                    <a:pt x="222913" y="545976"/>
                  </a:lnTo>
                  <a:lnTo>
                    <a:pt x="222438" y="545680"/>
                  </a:lnTo>
                  <a:lnTo>
                    <a:pt x="222097" y="545672"/>
                  </a:lnTo>
                  <a:lnTo>
                    <a:pt x="221685" y="545471"/>
                  </a:lnTo>
                  <a:lnTo>
                    <a:pt x="221594" y="545160"/>
                  </a:lnTo>
                  <a:lnTo>
                    <a:pt x="221275" y="544674"/>
                  </a:lnTo>
                  <a:lnTo>
                    <a:pt x="220579" y="544556"/>
                  </a:lnTo>
                  <a:lnTo>
                    <a:pt x="220106" y="544336"/>
                  </a:lnTo>
                  <a:lnTo>
                    <a:pt x="219490" y="544243"/>
                  </a:lnTo>
                  <a:lnTo>
                    <a:pt x="219180" y="544291"/>
                  </a:lnTo>
                  <a:lnTo>
                    <a:pt x="219139" y="544427"/>
                  </a:lnTo>
                  <a:lnTo>
                    <a:pt x="218911" y="544818"/>
                  </a:lnTo>
                  <a:lnTo>
                    <a:pt x="218355" y="545085"/>
                  </a:lnTo>
                  <a:lnTo>
                    <a:pt x="218271" y="545539"/>
                  </a:lnTo>
                  <a:lnTo>
                    <a:pt x="217716" y="545524"/>
                  </a:lnTo>
                  <a:lnTo>
                    <a:pt x="217181" y="545231"/>
                  </a:lnTo>
                  <a:lnTo>
                    <a:pt x="216927" y="545020"/>
                  </a:lnTo>
                  <a:lnTo>
                    <a:pt x="216843" y="544816"/>
                  </a:lnTo>
                  <a:lnTo>
                    <a:pt x="216522" y="544578"/>
                  </a:lnTo>
                  <a:lnTo>
                    <a:pt x="216301" y="544656"/>
                  </a:lnTo>
                  <a:lnTo>
                    <a:pt x="215715" y="544720"/>
                  </a:lnTo>
                  <a:lnTo>
                    <a:pt x="215453" y="544132"/>
                  </a:lnTo>
                  <a:lnTo>
                    <a:pt x="215303" y="543715"/>
                  </a:lnTo>
                  <a:lnTo>
                    <a:pt x="214866" y="543483"/>
                  </a:lnTo>
                  <a:lnTo>
                    <a:pt x="214539" y="543574"/>
                  </a:lnTo>
                  <a:lnTo>
                    <a:pt x="213766" y="543793"/>
                  </a:lnTo>
                  <a:lnTo>
                    <a:pt x="213338" y="543974"/>
                  </a:lnTo>
                  <a:lnTo>
                    <a:pt x="213174" y="544053"/>
                  </a:lnTo>
                  <a:lnTo>
                    <a:pt x="212344" y="544390"/>
                  </a:lnTo>
                  <a:lnTo>
                    <a:pt x="211735" y="544052"/>
                  </a:lnTo>
                  <a:lnTo>
                    <a:pt x="210943" y="544014"/>
                  </a:lnTo>
                  <a:lnTo>
                    <a:pt x="210567" y="544102"/>
                  </a:lnTo>
                  <a:lnTo>
                    <a:pt x="210050" y="544345"/>
                  </a:lnTo>
                  <a:lnTo>
                    <a:pt x="210169" y="543589"/>
                  </a:lnTo>
                  <a:lnTo>
                    <a:pt x="210205" y="543238"/>
                  </a:lnTo>
                  <a:lnTo>
                    <a:pt x="209877" y="542743"/>
                  </a:lnTo>
                  <a:lnTo>
                    <a:pt x="209905" y="542413"/>
                  </a:lnTo>
                  <a:lnTo>
                    <a:pt x="209750" y="542006"/>
                  </a:lnTo>
                  <a:lnTo>
                    <a:pt x="209334" y="541907"/>
                  </a:lnTo>
                  <a:lnTo>
                    <a:pt x="208645" y="541498"/>
                  </a:lnTo>
                  <a:lnTo>
                    <a:pt x="208701" y="541238"/>
                  </a:lnTo>
                  <a:lnTo>
                    <a:pt x="208580" y="540551"/>
                  </a:lnTo>
                  <a:lnTo>
                    <a:pt x="208492" y="540088"/>
                  </a:lnTo>
                  <a:lnTo>
                    <a:pt x="208244" y="539981"/>
                  </a:lnTo>
                  <a:lnTo>
                    <a:pt x="207631" y="539654"/>
                  </a:lnTo>
                  <a:lnTo>
                    <a:pt x="207185" y="539591"/>
                  </a:lnTo>
                  <a:lnTo>
                    <a:pt x="206661" y="539607"/>
                  </a:lnTo>
                  <a:lnTo>
                    <a:pt x="206340" y="539493"/>
                  </a:lnTo>
                  <a:lnTo>
                    <a:pt x="205956" y="539253"/>
                  </a:lnTo>
                  <a:lnTo>
                    <a:pt x="205448" y="538996"/>
                  </a:lnTo>
                  <a:lnTo>
                    <a:pt x="205319" y="539086"/>
                  </a:lnTo>
                  <a:lnTo>
                    <a:pt x="204937" y="539150"/>
                  </a:lnTo>
                  <a:lnTo>
                    <a:pt x="204708" y="538788"/>
                  </a:lnTo>
                  <a:lnTo>
                    <a:pt x="204331" y="538587"/>
                  </a:lnTo>
                  <a:lnTo>
                    <a:pt x="204085" y="538598"/>
                  </a:lnTo>
                  <a:lnTo>
                    <a:pt x="203754" y="538509"/>
                  </a:lnTo>
                  <a:lnTo>
                    <a:pt x="203536" y="538430"/>
                  </a:lnTo>
                  <a:lnTo>
                    <a:pt x="202965" y="538472"/>
                  </a:lnTo>
                  <a:lnTo>
                    <a:pt x="202556" y="538577"/>
                  </a:lnTo>
                  <a:lnTo>
                    <a:pt x="202026" y="538819"/>
                  </a:lnTo>
                  <a:lnTo>
                    <a:pt x="201072" y="538588"/>
                  </a:lnTo>
                  <a:lnTo>
                    <a:pt x="200445" y="538666"/>
                  </a:lnTo>
                  <a:lnTo>
                    <a:pt x="200152" y="538928"/>
                  </a:lnTo>
                  <a:lnTo>
                    <a:pt x="199897" y="539765"/>
                  </a:lnTo>
                  <a:lnTo>
                    <a:pt x="199686" y="539814"/>
                  </a:lnTo>
                  <a:lnTo>
                    <a:pt x="199309" y="539811"/>
                  </a:lnTo>
                  <a:lnTo>
                    <a:pt x="199239" y="540498"/>
                  </a:lnTo>
                  <a:lnTo>
                    <a:pt x="199129" y="540687"/>
                  </a:lnTo>
                  <a:lnTo>
                    <a:pt x="198760" y="541329"/>
                  </a:lnTo>
                  <a:lnTo>
                    <a:pt x="198312" y="541573"/>
                  </a:lnTo>
                  <a:lnTo>
                    <a:pt x="197391" y="542109"/>
                  </a:lnTo>
                  <a:lnTo>
                    <a:pt x="196648" y="542354"/>
                  </a:lnTo>
                  <a:lnTo>
                    <a:pt x="196406" y="542567"/>
                  </a:lnTo>
                  <a:lnTo>
                    <a:pt x="196024" y="543133"/>
                  </a:lnTo>
                  <a:lnTo>
                    <a:pt x="195581" y="543332"/>
                  </a:lnTo>
                  <a:lnTo>
                    <a:pt x="195440" y="543266"/>
                  </a:lnTo>
                  <a:lnTo>
                    <a:pt x="195239" y="543189"/>
                  </a:lnTo>
                  <a:lnTo>
                    <a:pt x="194763" y="543488"/>
                  </a:lnTo>
                  <a:lnTo>
                    <a:pt x="194573" y="543983"/>
                  </a:lnTo>
                  <a:lnTo>
                    <a:pt x="194185" y="544017"/>
                  </a:lnTo>
                  <a:lnTo>
                    <a:pt x="193849" y="543754"/>
                  </a:lnTo>
                  <a:lnTo>
                    <a:pt x="193803" y="543610"/>
                  </a:lnTo>
                  <a:lnTo>
                    <a:pt x="193271" y="542444"/>
                  </a:lnTo>
                  <a:lnTo>
                    <a:pt x="193066" y="542476"/>
                  </a:lnTo>
                  <a:lnTo>
                    <a:pt x="192504" y="542733"/>
                  </a:lnTo>
                  <a:lnTo>
                    <a:pt x="192066" y="542455"/>
                  </a:lnTo>
                  <a:lnTo>
                    <a:pt x="192034" y="542268"/>
                  </a:lnTo>
                  <a:lnTo>
                    <a:pt x="192002" y="542085"/>
                  </a:lnTo>
                  <a:lnTo>
                    <a:pt x="191977" y="541797"/>
                  </a:lnTo>
                  <a:lnTo>
                    <a:pt x="192001" y="541586"/>
                  </a:lnTo>
                  <a:lnTo>
                    <a:pt x="191995" y="541088"/>
                  </a:lnTo>
                  <a:lnTo>
                    <a:pt x="191429" y="540246"/>
                  </a:lnTo>
                  <a:lnTo>
                    <a:pt x="191431" y="539864"/>
                  </a:lnTo>
                  <a:lnTo>
                    <a:pt x="191437" y="539645"/>
                  </a:lnTo>
                  <a:lnTo>
                    <a:pt x="191107" y="539456"/>
                  </a:lnTo>
                  <a:lnTo>
                    <a:pt x="190976" y="539442"/>
                  </a:lnTo>
                  <a:lnTo>
                    <a:pt x="190410" y="539396"/>
                  </a:lnTo>
                  <a:lnTo>
                    <a:pt x="190168" y="539555"/>
                  </a:lnTo>
                  <a:lnTo>
                    <a:pt x="189751" y="539608"/>
                  </a:lnTo>
                  <a:lnTo>
                    <a:pt x="189224" y="539602"/>
                  </a:lnTo>
                  <a:lnTo>
                    <a:pt x="188867" y="540262"/>
                  </a:lnTo>
                  <a:lnTo>
                    <a:pt x="188492" y="540277"/>
                  </a:lnTo>
                  <a:lnTo>
                    <a:pt x="188095" y="540482"/>
                  </a:lnTo>
                  <a:lnTo>
                    <a:pt x="188063" y="540634"/>
                  </a:lnTo>
                  <a:lnTo>
                    <a:pt x="187595" y="541306"/>
                  </a:lnTo>
                  <a:lnTo>
                    <a:pt x="187303" y="540998"/>
                  </a:lnTo>
                  <a:lnTo>
                    <a:pt x="187269" y="540802"/>
                  </a:lnTo>
                  <a:lnTo>
                    <a:pt x="186816" y="540000"/>
                  </a:lnTo>
                  <a:lnTo>
                    <a:pt x="186677" y="539868"/>
                  </a:lnTo>
                  <a:lnTo>
                    <a:pt x="186260" y="539491"/>
                  </a:lnTo>
                  <a:lnTo>
                    <a:pt x="186117" y="539372"/>
                  </a:lnTo>
                  <a:lnTo>
                    <a:pt x="185909" y="539207"/>
                  </a:lnTo>
                  <a:lnTo>
                    <a:pt x="185496" y="538807"/>
                  </a:lnTo>
                  <a:lnTo>
                    <a:pt x="185261" y="538737"/>
                  </a:lnTo>
                  <a:lnTo>
                    <a:pt x="184666" y="538540"/>
                  </a:lnTo>
                  <a:lnTo>
                    <a:pt x="184196" y="538237"/>
                  </a:lnTo>
                  <a:lnTo>
                    <a:pt x="184363" y="537848"/>
                  </a:lnTo>
                  <a:lnTo>
                    <a:pt x="184373" y="537523"/>
                  </a:lnTo>
                  <a:lnTo>
                    <a:pt x="184161" y="536980"/>
                  </a:lnTo>
                  <a:lnTo>
                    <a:pt x="183691" y="536830"/>
                  </a:lnTo>
                  <a:lnTo>
                    <a:pt x="183839" y="536352"/>
                  </a:lnTo>
                  <a:lnTo>
                    <a:pt x="183480" y="536220"/>
                  </a:lnTo>
                  <a:lnTo>
                    <a:pt x="182277" y="536022"/>
                  </a:lnTo>
                  <a:lnTo>
                    <a:pt x="182015" y="535916"/>
                  </a:lnTo>
                  <a:lnTo>
                    <a:pt x="181641" y="535389"/>
                  </a:lnTo>
                  <a:lnTo>
                    <a:pt x="181584" y="535250"/>
                  </a:lnTo>
                  <a:lnTo>
                    <a:pt x="181482" y="535023"/>
                  </a:lnTo>
                  <a:lnTo>
                    <a:pt x="181362" y="534781"/>
                  </a:lnTo>
                  <a:lnTo>
                    <a:pt x="181440" y="534486"/>
                  </a:lnTo>
                  <a:lnTo>
                    <a:pt x="181401" y="534126"/>
                  </a:lnTo>
                  <a:lnTo>
                    <a:pt x="180557" y="534147"/>
                  </a:lnTo>
                  <a:lnTo>
                    <a:pt x="180379" y="534223"/>
                  </a:lnTo>
                  <a:lnTo>
                    <a:pt x="179290" y="534181"/>
                  </a:lnTo>
                  <a:lnTo>
                    <a:pt x="179090" y="534052"/>
                  </a:lnTo>
                  <a:lnTo>
                    <a:pt x="178565" y="533721"/>
                  </a:lnTo>
                  <a:lnTo>
                    <a:pt x="178332" y="533702"/>
                  </a:lnTo>
                  <a:lnTo>
                    <a:pt x="178149" y="533631"/>
                  </a:lnTo>
                  <a:lnTo>
                    <a:pt x="177940" y="533480"/>
                  </a:lnTo>
                  <a:lnTo>
                    <a:pt x="177703" y="533536"/>
                  </a:lnTo>
                  <a:lnTo>
                    <a:pt x="177279" y="533877"/>
                  </a:lnTo>
                  <a:lnTo>
                    <a:pt x="177164" y="534310"/>
                  </a:lnTo>
                  <a:lnTo>
                    <a:pt x="176742" y="534865"/>
                  </a:lnTo>
                  <a:lnTo>
                    <a:pt x="176480" y="534934"/>
                  </a:lnTo>
                  <a:lnTo>
                    <a:pt x="176118" y="535013"/>
                  </a:lnTo>
                  <a:lnTo>
                    <a:pt x="175551" y="535027"/>
                  </a:lnTo>
                  <a:lnTo>
                    <a:pt x="174984" y="534864"/>
                  </a:lnTo>
                  <a:lnTo>
                    <a:pt x="174737" y="535217"/>
                  </a:lnTo>
                  <a:lnTo>
                    <a:pt x="174291" y="535275"/>
                  </a:lnTo>
                  <a:lnTo>
                    <a:pt x="174050" y="535290"/>
                  </a:lnTo>
                  <a:lnTo>
                    <a:pt x="173501" y="535459"/>
                  </a:lnTo>
                  <a:lnTo>
                    <a:pt x="173148" y="535787"/>
                  </a:lnTo>
                  <a:lnTo>
                    <a:pt x="172306" y="535476"/>
                  </a:lnTo>
                  <a:lnTo>
                    <a:pt x="172268" y="535209"/>
                  </a:lnTo>
                  <a:lnTo>
                    <a:pt x="172082" y="534468"/>
                  </a:lnTo>
                  <a:lnTo>
                    <a:pt x="171784" y="534269"/>
                  </a:lnTo>
                  <a:lnTo>
                    <a:pt x="171768" y="533928"/>
                  </a:lnTo>
                  <a:lnTo>
                    <a:pt x="171408" y="533071"/>
                  </a:lnTo>
                  <a:lnTo>
                    <a:pt x="171535" y="532771"/>
                  </a:lnTo>
                  <a:lnTo>
                    <a:pt x="171588" y="532049"/>
                  </a:lnTo>
                  <a:lnTo>
                    <a:pt x="171401" y="532058"/>
                  </a:lnTo>
                  <a:lnTo>
                    <a:pt x="171142" y="531994"/>
                  </a:lnTo>
                  <a:lnTo>
                    <a:pt x="170650" y="531712"/>
                  </a:lnTo>
                  <a:lnTo>
                    <a:pt x="170704" y="531313"/>
                  </a:lnTo>
                  <a:lnTo>
                    <a:pt x="170625" y="530970"/>
                  </a:lnTo>
                  <a:lnTo>
                    <a:pt x="170550" y="530415"/>
                  </a:lnTo>
                  <a:lnTo>
                    <a:pt x="170543" y="530242"/>
                  </a:lnTo>
                  <a:lnTo>
                    <a:pt x="170339" y="529816"/>
                  </a:lnTo>
                  <a:lnTo>
                    <a:pt x="170024" y="529744"/>
                  </a:lnTo>
                  <a:lnTo>
                    <a:pt x="169277" y="529842"/>
                  </a:lnTo>
                  <a:lnTo>
                    <a:pt x="169003" y="530135"/>
                  </a:lnTo>
                  <a:lnTo>
                    <a:pt x="168818" y="530634"/>
                  </a:lnTo>
                  <a:lnTo>
                    <a:pt x="168245" y="530794"/>
                  </a:lnTo>
                  <a:lnTo>
                    <a:pt x="167536" y="530911"/>
                  </a:lnTo>
                  <a:lnTo>
                    <a:pt x="167162" y="531146"/>
                  </a:lnTo>
                  <a:lnTo>
                    <a:pt x="166689" y="530830"/>
                  </a:lnTo>
                  <a:lnTo>
                    <a:pt x="166316" y="531082"/>
                  </a:lnTo>
                  <a:lnTo>
                    <a:pt x="166085" y="531377"/>
                  </a:lnTo>
                  <a:lnTo>
                    <a:pt x="165849" y="531326"/>
                  </a:lnTo>
                  <a:lnTo>
                    <a:pt x="165630" y="531406"/>
                  </a:lnTo>
                  <a:lnTo>
                    <a:pt x="165470" y="531636"/>
                  </a:lnTo>
                  <a:lnTo>
                    <a:pt x="164760" y="531209"/>
                  </a:lnTo>
                  <a:lnTo>
                    <a:pt x="164495" y="531205"/>
                  </a:lnTo>
                  <a:lnTo>
                    <a:pt x="163920" y="531444"/>
                  </a:lnTo>
                  <a:lnTo>
                    <a:pt x="163745" y="531465"/>
                  </a:lnTo>
                  <a:lnTo>
                    <a:pt x="163684" y="531689"/>
                  </a:lnTo>
                  <a:lnTo>
                    <a:pt x="163544" y="532054"/>
                  </a:lnTo>
                  <a:lnTo>
                    <a:pt x="163014" y="531726"/>
                  </a:lnTo>
                  <a:lnTo>
                    <a:pt x="162664" y="531463"/>
                  </a:lnTo>
                  <a:lnTo>
                    <a:pt x="162110" y="531158"/>
                  </a:lnTo>
                  <a:lnTo>
                    <a:pt x="161900" y="531009"/>
                  </a:lnTo>
                  <a:lnTo>
                    <a:pt x="161751" y="530903"/>
                  </a:lnTo>
                  <a:lnTo>
                    <a:pt x="161542" y="530722"/>
                  </a:lnTo>
                  <a:lnTo>
                    <a:pt x="161221" y="530372"/>
                  </a:lnTo>
                  <a:lnTo>
                    <a:pt x="161087" y="530343"/>
                  </a:lnTo>
                  <a:lnTo>
                    <a:pt x="160610" y="530289"/>
                  </a:lnTo>
                  <a:lnTo>
                    <a:pt x="160081" y="530380"/>
                  </a:lnTo>
                  <a:lnTo>
                    <a:pt x="159709" y="530592"/>
                  </a:lnTo>
                  <a:lnTo>
                    <a:pt x="158645" y="530313"/>
                  </a:lnTo>
                  <a:lnTo>
                    <a:pt x="158311" y="530066"/>
                  </a:lnTo>
                  <a:lnTo>
                    <a:pt x="157876" y="529520"/>
                  </a:lnTo>
                  <a:lnTo>
                    <a:pt x="157678" y="529531"/>
                  </a:lnTo>
                  <a:lnTo>
                    <a:pt x="157074" y="529228"/>
                  </a:lnTo>
                  <a:lnTo>
                    <a:pt x="155726" y="528933"/>
                  </a:lnTo>
                  <a:lnTo>
                    <a:pt x="155541" y="528757"/>
                  </a:lnTo>
                  <a:lnTo>
                    <a:pt x="155105" y="528464"/>
                  </a:lnTo>
                  <a:lnTo>
                    <a:pt x="154574" y="528439"/>
                  </a:lnTo>
                  <a:lnTo>
                    <a:pt x="154372" y="528701"/>
                  </a:lnTo>
                  <a:lnTo>
                    <a:pt x="154356" y="528958"/>
                  </a:lnTo>
                  <a:lnTo>
                    <a:pt x="154300" y="529252"/>
                  </a:lnTo>
                  <a:lnTo>
                    <a:pt x="154204" y="529571"/>
                  </a:lnTo>
                  <a:lnTo>
                    <a:pt x="153933" y="530035"/>
                  </a:lnTo>
                  <a:lnTo>
                    <a:pt x="153601" y="530271"/>
                  </a:lnTo>
                  <a:lnTo>
                    <a:pt x="153393" y="530455"/>
                  </a:lnTo>
                  <a:lnTo>
                    <a:pt x="153259" y="530579"/>
                  </a:lnTo>
                  <a:lnTo>
                    <a:pt x="152821" y="530709"/>
                  </a:lnTo>
                  <a:lnTo>
                    <a:pt x="152514" y="530757"/>
                  </a:lnTo>
                  <a:lnTo>
                    <a:pt x="152237" y="530765"/>
                  </a:lnTo>
                  <a:lnTo>
                    <a:pt x="152020" y="530578"/>
                  </a:lnTo>
                  <a:lnTo>
                    <a:pt x="152137" y="530299"/>
                  </a:lnTo>
                  <a:lnTo>
                    <a:pt x="151883" y="530153"/>
                  </a:lnTo>
                  <a:lnTo>
                    <a:pt x="151581" y="530195"/>
                  </a:lnTo>
                  <a:lnTo>
                    <a:pt x="151452" y="530297"/>
                  </a:lnTo>
                  <a:lnTo>
                    <a:pt x="151018" y="530338"/>
                  </a:lnTo>
                  <a:lnTo>
                    <a:pt x="150741" y="530058"/>
                  </a:lnTo>
                  <a:lnTo>
                    <a:pt x="150629" y="529709"/>
                  </a:lnTo>
                  <a:lnTo>
                    <a:pt x="150023" y="529969"/>
                  </a:lnTo>
                  <a:lnTo>
                    <a:pt x="148936" y="530171"/>
                  </a:lnTo>
                  <a:lnTo>
                    <a:pt x="148778" y="530180"/>
                  </a:lnTo>
                  <a:lnTo>
                    <a:pt x="148639" y="530204"/>
                  </a:lnTo>
                  <a:lnTo>
                    <a:pt x="148353" y="530104"/>
                  </a:lnTo>
                  <a:lnTo>
                    <a:pt x="147998" y="529880"/>
                  </a:lnTo>
                  <a:lnTo>
                    <a:pt x="147248" y="530098"/>
                  </a:lnTo>
                  <a:lnTo>
                    <a:pt x="146874" y="529795"/>
                  </a:lnTo>
                  <a:lnTo>
                    <a:pt x="146648" y="529618"/>
                  </a:lnTo>
                  <a:lnTo>
                    <a:pt x="145624" y="529504"/>
                  </a:lnTo>
                  <a:lnTo>
                    <a:pt x="145000" y="529297"/>
                  </a:lnTo>
                  <a:lnTo>
                    <a:pt x="144552" y="529168"/>
                  </a:lnTo>
                  <a:lnTo>
                    <a:pt x="143451" y="528502"/>
                  </a:lnTo>
                  <a:lnTo>
                    <a:pt x="142967" y="528552"/>
                  </a:lnTo>
                  <a:lnTo>
                    <a:pt x="142662" y="528600"/>
                  </a:lnTo>
                  <a:lnTo>
                    <a:pt x="142212" y="528863"/>
                  </a:lnTo>
                  <a:lnTo>
                    <a:pt x="141671" y="529393"/>
                  </a:lnTo>
                  <a:lnTo>
                    <a:pt x="141426" y="529314"/>
                  </a:lnTo>
                  <a:lnTo>
                    <a:pt x="140960" y="529163"/>
                  </a:lnTo>
                  <a:lnTo>
                    <a:pt x="140447" y="529061"/>
                  </a:lnTo>
                  <a:lnTo>
                    <a:pt x="140026" y="528778"/>
                  </a:lnTo>
                  <a:lnTo>
                    <a:pt x="139715" y="528681"/>
                  </a:lnTo>
                  <a:lnTo>
                    <a:pt x="138995" y="528639"/>
                  </a:lnTo>
                  <a:lnTo>
                    <a:pt x="139095" y="529101"/>
                  </a:lnTo>
                  <a:lnTo>
                    <a:pt x="139101" y="529291"/>
                  </a:lnTo>
                  <a:lnTo>
                    <a:pt x="138883" y="529656"/>
                  </a:lnTo>
                  <a:lnTo>
                    <a:pt x="138051" y="529733"/>
                  </a:lnTo>
                  <a:lnTo>
                    <a:pt x="137817" y="529314"/>
                  </a:lnTo>
                  <a:lnTo>
                    <a:pt x="137303" y="529118"/>
                  </a:lnTo>
                  <a:lnTo>
                    <a:pt x="136808" y="529083"/>
                  </a:lnTo>
                  <a:lnTo>
                    <a:pt x="135951" y="529887"/>
                  </a:lnTo>
                  <a:lnTo>
                    <a:pt x="135935" y="530071"/>
                  </a:lnTo>
                  <a:lnTo>
                    <a:pt x="135432" y="530245"/>
                  </a:lnTo>
                  <a:lnTo>
                    <a:pt x="134808" y="530726"/>
                  </a:lnTo>
                  <a:lnTo>
                    <a:pt x="134565" y="530653"/>
                  </a:lnTo>
                  <a:lnTo>
                    <a:pt x="134092" y="530535"/>
                  </a:lnTo>
                  <a:lnTo>
                    <a:pt x="133835" y="530363"/>
                  </a:lnTo>
                  <a:lnTo>
                    <a:pt x="133577" y="530238"/>
                  </a:lnTo>
                  <a:lnTo>
                    <a:pt x="133307" y="529957"/>
                  </a:lnTo>
                  <a:lnTo>
                    <a:pt x="132922" y="529982"/>
                  </a:lnTo>
                  <a:lnTo>
                    <a:pt x="132314" y="529688"/>
                  </a:lnTo>
                  <a:lnTo>
                    <a:pt x="132202" y="529456"/>
                  </a:lnTo>
                  <a:lnTo>
                    <a:pt x="132063" y="529242"/>
                  </a:lnTo>
                  <a:lnTo>
                    <a:pt x="131913" y="529223"/>
                  </a:lnTo>
                  <a:lnTo>
                    <a:pt x="131742" y="528778"/>
                  </a:lnTo>
                  <a:lnTo>
                    <a:pt x="131853" y="528548"/>
                  </a:lnTo>
                  <a:lnTo>
                    <a:pt x="131949" y="528161"/>
                  </a:lnTo>
                  <a:lnTo>
                    <a:pt x="132154" y="527541"/>
                  </a:lnTo>
                  <a:lnTo>
                    <a:pt x="132174" y="527167"/>
                  </a:lnTo>
                  <a:lnTo>
                    <a:pt x="131522" y="526530"/>
                  </a:lnTo>
                  <a:lnTo>
                    <a:pt x="131550" y="526253"/>
                  </a:lnTo>
                  <a:lnTo>
                    <a:pt x="131739" y="526147"/>
                  </a:lnTo>
                  <a:lnTo>
                    <a:pt x="132461" y="525426"/>
                  </a:lnTo>
                  <a:lnTo>
                    <a:pt x="132953" y="525042"/>
                  </a:lnTo>
                  <a:lnTo>
                    <a:pt x="132953" y="524845"/>
                  </a:lnTo>
                  <a:lnTo>
                    <a:pt x="133005" y="524680"/>
                  </a:lnTo>
                  <a:lnTo>
                    <a:pt x="133076" y="524492"/>
                  </a:lnTo>
                  <a:lnTo>
                    <a:pt x="132970" y="524256"/>
                  </a:lnTo>
                  <a:lnTo>
                    <a:pt x="132791" y="524182"/>
                  </a:lnTo>
                  <a:lnTo>
                    <a:pt x="132524" y="523934"/>
                  </a:lnTo>
                  <a:lnTo>
                    <a:pt x="131294" y="522861"/>
                  </a:lnTo>
                  <a:lnTo>
                    <a:pt x="131100" y="522875"/>
                  </a:lnTo>
                  <a:lnTo>
                    <a:pt x="130639" y="522818"/>
                  </a:lnTo>
                  <a:lnTo>
                    <a:pt x="130204" y="522656"/>
                  </a:lnTo>
                  <a:lnTo>
                    <a:pt x="130035" y="522626"/>
                  </a:lnTo>
                  <a:lnTo>
                    <a:pt x="129779" y="522628"/>
                  </a:lnTo>
                  <a:lnTo>
                    <a:pt x="129429" y="522645"/>
                  </a:lnTo>
                  <a:lnTo>
                    <a:pt x="128852" y="521935"/>
                  </a:lnTo>
                  <a:lnTo>
                    <a:pt x="128619" y="521984"/>
                  </a:lnTo>
                  <a:lnTo>
                    <a:pt x="128353" y="522149"/>
                  </a:lnTo>
                  <a:lnTo>
                    <a:pt x="128142" y="522288"/>
                  </a:lnTo>
                  <a:lnTo>
                    <a:pt x="127900" y="522336"/>
                  </a:lnTo>
                  <a:lnTo>
                    <a:pt x="127662" y="522596"/>
                  </a:lnTo>
                  <a:lnTo>
                    <a:pt x="127397" y="523013"/>
                  </a:lnTo>
                  <a:lnTo>
                    <a:pt x="126847" y="523362"/>
                  </a:lnTo>
                  <a:lnTo>
                    <a:pt x="126648" y="523372"/>
                  </a:lnTo>
                  <a:lnTo>
                    <a:pt x="126325" y="523380"/>
                  </a:lnTo>
                  <a:lnTo>
                    <a:pt x="125935" y="523345"/>
                  </a:lnTo>
                  <a:lnTo>
                    <a:pt x="125487" y="523270"/>
                  </a:lnTo>
                  <a:lnTo>
                    <a:pt x="125239" y="523224"/>
                  </a:lnTo>
                  <a:lnTo>
                    <a:pt x="124943" y="523311"/>
                  </a:lnTo>
                  <a:lnTo>
                    <a:pt x="124235" y="523268"/>
                  </a:lnTo>
                  <a:lnTo>
                    <a:pt x="123811" y="523446"/>
                  </a:lnTo>
                  <a:lnTo>
                    <a:pt x="123537" y="523604"/>
                  </a:lnTo>
                  <a:lnTo>
                    <a:pt x="123454" y="523743"/>
                  </a:lnTo>
                  <a:lnTo>
                    <a:pt x="123574" y="524416"/>
                  </a:lnTo>
                  <a:lnTo>
                    <a:pt x="123462" y="524876"/>
                  </a:lnTo>
                  <a:lnTo>
                    <a:pt x="123299" y="524887"/>
                  </a:lnTo>
                  <a:lnTo>
                    <a:pt x="122510" y="524737"/>
                  </a:lnTo>
                  <a:lnTo>
                    <a:pt x="122031" y="524615"/>
                  </a:lnTo>
                  <a:lnTo>
                    <a:pt x="121923" y="524814"/>
                  </a:lnTo>
                  <a:lnTo>
                    <a:pt x="121768" y="525192"/>
                  </a:lnTo>
                  <a:lnTo>
                    <a:pt x="121430" y="525165"/>
                  </a:lnTo>
                  <a:lnTo>
                    <a:pt x="121254" y="525113"/>
                  </a:lnTo>
                  <a:lnTo>
                    <a:pt x="120650" y="525339"/>
                  </a:lnTo>
                  <a:lnTo>
                    <a:pt x="120007" y="525296"/>
                  </a:lnTo>
                  <a:lnTo>
                    <a:pt x="119362" y="524571"/>
                  </a:lnTo>
                  <a:lnTo>
                    <a:pt x="119092" y="523951"/>
                  </a:lnTo>
                  <a:lnTo>
                    <a:pt x="118671" y="523080"/>
                  </a:lnTo>
                  <a:lnTo>
                    <a:pt x="118359" y="522654"/>
                  </a:lnTo>
                  <a:lnTo>
                    <a:pt x="117646" y="522536"/>
                  </a:lnTo>
                  <a:lnTo>
                    <a:pt x="117520" y="522321"/>
                  </a:lnTo>
                  <a:lnTo>
                    <a:pt x="117476" y="521369"/>
                  </a:lnTo>
                  <a:lnTo>
                    <a:pt x="117303" y="520993"/>
                  </a:lnTo>
                  <a:lnTo>
                    <a:pt x="116655" y="520834"/>
                  </a:lnTo>
                  <a:lnTo>
                    <a:pt x="116406" y="520783"/>
                  </a:lnTo>
                  <a:lnTo>
                    <a:pt x="116048" y="520868"/>
                  </a:lnTo>
                  <a:lnTo>
                    <a:pt x="115524" y="520621"/>
                  </a:lnTo>
                  <a:lnTo>
                    <a:pt x="115338" y="520032"/>
                  </a:lnTo>
                  <a:lnTo>
                    <a:pt x="114998" y="519880"/>
                  </a:lnTo>
                  <a:lnTo>
                    <a:pt x="114944" y="519669"/>
                  </a:lnTo>
                  <a:lnTo>
                    <a:pt x="114852" y="519293"/>
                  </a:lnTo>
                  <a:lnTo>
                    <a:pt x="114819" y="519079"/>
                  </a:lnTo>
                  <a:lnTo>
                    <a:pt x="114561" y="518848"/>
                  </a:lnTo>
                  <a:lnTo>
                    <a:pt x="113793" y="518464"/>
                  </a:lnTo>
                  <a:lnTo>
                    <a:pt x="113162" y="518276"/>
                  </a:lnTo>
                  <a:lnTo>
                    <a:pt x="112514" y="518928"/>
                  </a:lnTo>
                  <a:lnTo>
                    <a:pt x="111801" y="518660"/>
                  </a:lnTo>
                  <a:lnTo>
                    <a:pt x="111528" y="518399"/>
                  </a:lnTo>
                  <a:lnTo>
                    <a:pt x="111261" y="518145"/>
                  </a:lnTo>
                  <a:lnTo>
                    <a:pt x="110922" y="517919"/>
                  </a:lnTo>
                  <a:lnTo>
                    <a:pt x="109915" y="517505"/>
                  </a:lnTo>
                  <a:lnTo>
                    <a:pt x="109275" y="517066"/>
                  </a:lnTo>
                  <a:lnTo>
                    <a:pt x="109101" y="516823"/>
                  </a:lnTo>
                  <a:lnTo>
                    <a:pt x="108953" y="516748"/>
                  </a:lnTo>
                  <a:lnTo>
                    <a:pt x="108716" y="516742"/>
                  </a:lnTo>
                  <a:lnTo>
                    <a:pt x="108477" y="516639"/>
                  </a:lnTo>
                  <a:lnTo>
                    <a:pt x="108316" y="516499"/>
                  </a:lnTo>
                  <a:lnTo>
                    <a:pt x="108056" y="516458"/>
                  </a:lnTo>
                  <a:lnTo>
                    <a:pt x="107273" y="516325"/>
                  </a:lnTo>
                  <a:lnTo>
                    <a:pt x="106923" y="516140"/>
                  </a:lnTo>
                  <a:lnTo>
                    <a:pt x="106739" y="515977"/>
                  </a:lnTo>
                  <a:lnTo>
                    <a:pt x="106408" y="515789"/>
                  </a:lnTo>
                  <a:lnTo>
                    <a:pt x="106317" y="515612"/>
                  </a:lnTo>
                  <a:lnTo>
                    <a:pt x="106326" y="515388"/>
                  </a:lnTo>
                  <a:lnTo>
                    <a:pt x="106157" y="515110"/>
                  </a:lnTo>
                  <a:lnTo>
                    <a:pt x="105941" y="515108"/>
                  </a:lnTo>
                  <a:lnTo>
                    <a:pt x="105723" y="515061"/>
                  </a:lnTo>
                  <a:lnTo>
                    <a:pt x="104811" y="514549"/>
                  </a:lnTo>
                  <a:lnTo>
                    <a:pt x="104457" y="514371"/>
                  </a:lnTo>
                  <a:lnTo>
                    <a:pt x="103754" y="514053"/>
                  </a:lnTo>
                  <a:lnTo>
                    <a:pt x="102979" y="513826"/>
                  </a:lnTo>
                  <a:lnTo>
                    <a:pt x="102591" y="513728"/>
                  </a:lnTo>
                  <a:lnTo>
                    <a:pt x="102302" y="513443"/>
                  </a:lnTo>
                  <a:lnTo>
                    <a:pt x="102103" y="513208"/>
                  </a:lnTo>
                  <a:lnTo>
                    <a:pt x="101822" y="513127"/>
                  </a:lnTo>
                  <a:lnTo>
                    <a:pt x="101498" y="513007"/>
                  </a:lnTo>
                  <a:lnTo>
                    <a:pt x="101506" y="512848"/>
                  </a:lnTo>
                  <a:lnTo>
                    <a:pt x="100984" y="512464"/>
                  </a:lnTo>
                  <a:lnTo>
                    <a:pt x="101245" y="511456"/>
                  </a:lnTo>
                  <a:lnTo>
                    <a:pt x="100573" y="510773"/>
                  </a:lnTo>
                  <a:lnTo>
                    <a:pt x="99514" y="510317"/>
                  </a:lnTo>
                  <a:lnTo>
                    <a:pt x="98962" y="510447"/>
                  </a:lnTo>
                  <a:lnTo>
                    <a:pt x="94585" y="511344"/>
                  </a:lnTo>
                  <a:lnTo>
                    <a:pt x="94198" y="511306"/>
                  </a:lnTo>
                  <a:lnTo>
                    <a:pt x="94062" y="511307"/>
                  </a:lnTo>
                  <a:lnTo>
                    <a:pt x="93250" y="510949"/>
                  </a:lnTo>
                  <a:lnTo>
                    <a:pt x="91936" y="510282"/>
                  </a:lnTo>
                  <a:lnTo>
                    <a:pt x="91426" y="510258"/>
                  </a:lnTo>
                  <a:lnTo>
                    <a:pt x="91056" y="510124"/>
                  </a:lnTo>
                  <a:lnTo>
                    <a:pt x="90589" y="510032"/>
                  </a:lnTo>
                  <a:lnTo>
                    <a:pt x="90256" y="509935"/>
                  </a:lnTo>
                  <a:lnTo>
                    <a:pt x="90121" y="509954"/>
                  </a:lnTo>
                  <a:lnTo>
                    <a:pt x="89575" y="509887"/>
                  </a:lnTo>
                  <a:lnTo>
                    <a:pt x="86410" y="508118"/>
                  </a:lnTo>
                  <a:lnTo>
                    <a:pt x="84646" y="508844"/>
                  </a:lnTo>
                  <a:lnTo>
                    <a:pt x="84290" y="508898"/>
                  </a:lnTo>
                  <a:lnTo>
                    <a:pt x="83574" y="510029"/>
                  </a:lnTo>
                  <a:lnTo>
                    <a:pt x="82636" y="509791"/>
                  </a:lnTo>
                  <a:lnTo>
                    <a:pt x="82373" y="510153"/>
                  </a:lnTo>
                  <a:lnTo>
                    <a:pt x="81822" y="510982"/>
                  </a:lnTo>
                  <a:lnTo>
                    <a:pt x="81787" y="511265"/>
                  </a:lnTo>
                  <a:lnTo>
                    <a:pt x="81701" y="511544"/>
                  </a:lnTo>
                  <a:lnTo>
                    <a:pt x="80651" y="511412"/>
                  </a:lnTo>
                  <a:lnTo>
                    <a:pt x="80305" y="511133"/>
                  </a:lnTo>
                  <a:lnTo>
                    <a:pt x="79743" y="510861"/>
                  </a:lnTo>
                  <a:lnTo>
                    <a:pt x="75158" y="509218"/>
                  </a:lnTo>
                  <a:lnTo>
                    <a:pt x="69709" y="510531"/>
                  </a:lnTo>
                  <a:lnTo>
                    <a:pt x="69577" y="510370"/>
                  </a:lnTo>
                  <a:lnTo>
                    <a:pt x="69398" y="509892"/>
                  </a:lnTo>
                  <a:lnTo>
                    <a:pt x="69344" y="509679"/>
                  </a:lnTo>
                  <a:lnTo>
                    <a:pt x="68934" y="509330"/>
                  </a:lnTo>
                  <a:lnTo>
                    <a:pt x="68797" y="509332"/>
                  </a:lnTo>
                  <a:lnTo>
                    <a:pt x="67630" y="509586"/>
                  </a:lnTo>
                  <a:lnTo>
                    <a:pt x="66896" y="509521"/>
                  </a:lnTo>
                  <a:lnTo>
                    <a:pt x="66705" y="509528"/>
                  </a:lnTo>
                  <a:lnTo>
                    <a:pt x="66194" y="509435"/>
                  </a:lnTo>
                  <a:lnTo>
                    <a:pt x="65699" y="509563"/>
                  </a:lnTo>
                  <a:lnTo>
                    <a:pt x="65516" y="509607"/>
                  </a:lnTo>
                  <a:lnTo>
                    <a:pt x="65231" y="509546"/>
                  </a:lnTo>
                  <a:lnTo>
                    <a:pt x="65049" y="509433"/>
                  </a:lnTo>
                  <a:lnTo>
                    <a:pt x="64474" y="509141"/>
                  </a:lnTo>
                  <a:lnTo>
                    <a:pt x="63896" y="508761"/>
                  </a:lnTo>
                  <a:lnTo>
                    <a:pt x="63749" y="508548"/>
                  </a:lnTo>
                  <a:lnTo>
                    <a:pt x="63498" y="508373"/>
                  </a:lnTo>
                  <a:lnTo>
                    <a:pt x="62838" y="508095"/>
                  </a:lnTo>
                  <a:lnTo>
                    <a:pt x="62568" y="508075"/>
                  </a:lnTo>
                  <a:lnTo>
                    <a:pt x="62267" y="508221"/>
                  </a:lnTo>
                  <a:lnTo>
                    <a:pt x="61887" y="508339"/>
                  </a:lnTo>
                  <a:lnTo>
                    <a:pt x="61434" y="508304"/>
                  </a:lnTo>
                  <a:lnTo>
                    <a:pt x="60954" y="508367"/>
                  </a:lnTo>
                  <a:lnTo>
                    <a:pt x="60718" y="508435"/>
                  </a:lnTo>
                  <a:lnTo>
                    <a:pt x="60483" y="508207"/>
                  </a:lnTo>
                  <a:lnTo>
                    <a:pt x="60363" y="508011"/>
                  </a:lnTo>
                  <a:lnTo>
                    <a:pt x="60030" y="507814"/>
                  </a:lnTo>
                  <a:lnTo>
                    <a:pt x="59450" y="507589"/>
                  </a:lnTo>
                  <a:lnTo>
                    <a:pt x="58690" y="507160"/>
                  </a:lnTo>
                  <a:lnTo>
                    <a:pt x="58264" y="506692"/>
                  </a:lnTo>
                  <a:lnTo>
                    <a:pt x="57718" y="506361"/>
                  </a:lnTo>
                  <a:lnTo>
                    <a:pt x="57299" y="506234"/>
                  </a:lnTo>
                  <a:lnTo>
                    <a:pt x="57119" y="506062"/>
                  </a:lnTo>
                  <a:lnTo>
                    <a:pt x="56845" y="505808"/>
                  </a:lnTo>
                  <a:lnTo>
                    <a:pt x="56323" y="505182"/>
                  </a:lnTo>
                  <a:lnTo>
                    <a:pt x="56081" y="504903"/>
                  </a:lnTo>
                  <a:lnTo>
                    <a:pt x="55649" y="504629"/>
                  </a:lnTo>
                  <a:lnTo>
                    <a:pt x="55330" y="504498"/>
                  </a:lnTo>
                  <a:lnTo>
                    <a:pt x="55010" y="504387"/>
                  </a:lnTo>
                  <a:lnTo>
                    <a:pt x="54622" y="504139"/>
                  </a:lnTo>
                  <a:lnTo>
                    <a:pt x="54415" y="503961"/>
                  </a:lnTo>
                  <a:lnTo>
                    <a:pt x="49947" y="501491"/>
                  </a:lnTo>
                  <a:lnTo>
                    <a:pt x="49754" y="501506"/>
                  </a:lnTo>
                  <a:lnTo>
                    <a:pt x="49548" y="501525"/>
                  </a:lnTo>
                  <a:lnTo>
                    <a:pt x="49116" y="501559"/>
                  </a:lnTo>
                  <a:lnTo>
                    <a:pt x="48715" y="501592"/>
                  </a:lnTo>
                  <a:lnTo>
                    <a:pt x="48575" y="501604"/>
                  </a:lnTo>
                  <a:lnTo>
                    <a:pt x="48291" y="501628"/>
                  </a:lnTo>
                  <a:lnTo>
                    <a:pt x="47409" y="501704"/>
                  </a:lnTo>
                  <a:lnTo>
                    <a:pt x="47008" y="501735"/>
                  </a:lnTo>
                  <a:lnTo>
                    <a:pt x="44927" y="501037"/>
                  </a:lnTo>
                  <a:lnTo>
                    <a:pt x="42755" y="498549"/>
                  </a:lnTo>
                  <a:lnTo>
                    <a:pt x="42379" y="497904"/>
                  </a:lnTo>
                  <a:lnTo>
                    <a:pt x="42169" y="497592"/>
                  </a:lnTo>
                  <a:lnTo>
                    <a:pt x="42084" y="497455"/>
                  </a:lnTo>
                  <a:lnTo>
                    <a:pt x="41977" y="497295"/>
                  </a:lnTo>
                  <a:lnTo>
                    <a:pt x="41688" y="496863"/>
                  </a:lnTo>
                  <a:lnTo>
                    <a:pt x="41436" y="496475"/>
                  </a:lnTo>
                  <a:lnTo>
                    <a:pt x="41222" y="496160"/>
                  </a:lnTo>
                  <a:lnTo>
                    <a:pt x="41114" y="496003"/>
                  </a:lnTo>
                  <a:lnTo>
                    <a:pt x="41007" y="495847"/>
                  </a:lnTo>
                  <a:lnTo>
                    <a:pt x="40858" y="495624"/>
                  </a:lnTo>
                  <a:lnTo>
                    <a:pt x="40620" y="495278"/>
                  </a:lnTo>
                  <a:lnTo>
                    <a:pt x="40481" y="495067"/>
                  </a:lnTo>
                  <a:lnTo>
                    <a:pt x="40252" y="494725"/>
                  </a:lnTo>
                  <a:lnTo>
                    <a:pt x="40018" y="494376"/>
                  </a:lnTo>
                  <a:lnTo>
                    <a:pt x="39705" y="493913"/>
                  </a:lnTo>
                  <a:lnTo>
                    <a:pt x="39346" y="493391"/>
                  </a:lnTo>
                  <a:lnTo>
                    <a:pt x="36154" y="491971"/>
                  </a:lnTo>
                  <a:lnTo>
                    <a:pt x="34452" y="491526"/>
                  </a:lnTo>
                  <a:lnTo>
                    <a:pt x="31580" y="490002"/>
                  </a:lnTo>
                  <a:lnTo>
                    <a:pt x="31624" y="489757"/>
                  </a:lnTo>
                  <a:lnTo>
                    <a:pt x="31684" y="489381"/>
                  </a:lnTo>
                  <a:lnTo>
                    <a:pt x="31560" y="488903"/>
                  </a:lnTo>
                  <a:lnTo>
                    <a:pt x="28561" y="486279"/>
                  </a:lnTo>
                  <a:lnTo>
                    <a:pt x="27471" y="485057"/>
                  </a:lnTo>
                  <a:lnTo>
                    <a:pt x="27237" y="484643"/>
                  </a:lnTo>
                  <a:lnTo>
                    <a:pt x="26952" y="484472"/>
                  </a:lnTo>
                  <a:lnTo>
                    <a:pt x="26835" y="484276"/>
                  </a:lnTo>
                  <a:lnTo>
                    <a:pt x="26878" y="483996"/>
                  </a:lnTo>
                  <a:lnTo>
                    <a:pt x="26902" y="483794"/>
                  </a:lnTo>
                  <a:lnTo>
                    <a:pt x="26925" y="483537"/>
                  </a:lnTo>
                  <a:lnTo>
                    <a:pt x="26803" y="483250"/>
                  </a:lnTo>
                  <a:lnTo>
                    <a:pt x="26636" y="482760"/>
                  </a:lnTo>
                  <a:lnTo>
                    <a:pt x="26769" y="482488"/>
                  </a:lnTo>
                  <a:lnTo>
                    <a:pt x="26805" y="482193"/>
                  </a:lnTo>
                  <a:lnTo>
                    <a:pt x="26767" y="482009"/>
                  </a:lnTo>
                  <a:lnTo>
                    <a:pt x="27318" y="480986"/>
                  </a:lnTo>
                  <a:lnTo>
                    <a:pt x="27277" y="480201"/>
                  </a:lnTo>
                  <a:lnTo>
                    <a:pt x="27184" y="479606"/>
                  </a:lnTo>
                  <a:lnTo>
                    <a:pt x="27796" y="478689"/>
                  </a:lnTo>
                  <a:lnTo>
                    <a:pt x="27361" y="478423"/>
                  </a:lnTo>
                  <a:lnTo>
                    <a:pt x="27019" y="478194"/>
                  </a:lnTo>
                  <a:lnTo>
                    <a:pt x="26746" y="478007"/>
                  </a:lnTo>
                  <a:lnTo>
                    <a:pt x="26603" y="477465"/>
                  </a:lnTo>
                  <a:lnTo>
                    <a:pt x="26574" y="476732"/>
                  </a:lnTo>
                  <a:lnTo>
                    <a:pt x="25997" y="476548"/>
                  </a:lnTo>
                  <a:lnTo>
                    <a:pt x="25492" y="476368"/>
                  </a:lnTo>
                  <a:lnTo>
                    <a:pt x="25002" y="476166"/>
                  </a:lnTo>
                  <a:lnTo>
                    <a:pt x="24282" y="475878"/>
                  </a:lnTo>
                  <a:lnTo>
                    <a:pt x="23909" y="475880"/>
                  </a:lnTo>
                  <a:lnTo>
                    <a:pt x="23539" y="475923"/>
                  </a:lnTo>
                  <a:lnTo>
                    <a:pt x="23308" y="476003"/>
                  </a:lnTo>
                  <a:lnTo>
                    <a:pt x="23148" y="476015"/>
                  </a:lnTo>
                  <a:lnTo>
                    <a:pt x="22994" y="475965"/>
                  </a:lnTo>
                  <a:lnTo>
                    <a:pt x="23000" y="475729"/>
                  </a:lnTo>
                  <a:lnTo>
                    <a:pt x="22915" y="475329"/>
                  </a:lnTo>
                  <a:lnTo>
                    <a:pt x="22826" y="475138"/>
                  </a:lnTo>
                  <a:lnTo>
                    <a:pt x="22855" y="474861"/>
                  </a:lnTo>
                  <a:lnTo>
                    <a:pt x="23110" y="474742"/>
                  </a:lnTo>
                  <a:lnTo>
                    <a:pt x="23385" y="474543"/>
                  </a:lnTo>
                  <a:lnTo>
                    <a:pt x="23628" y="474162"/>
                  </a:lnTo>
                  <a:lnTo>
                    <a:pt x="23707" y="473991"/>
                  </a:lnTo>
                  <a:lnTo>
                    <a:pt x="23834" y="473663"/>
                  </a:lnTo>
                  <a:lnTo>
                    <a:pt x="24580" y="472573"/>
                  </a:lnTo>
                  <a:lnTo>
                    <a:pt x="23601" y="472212"/>
                  </a:lnTo>
                  <a:lnTo>
                    <a:pt x="23272" y="472266"/>
                  </a:lnTo>
                  <a:lnTo>
                    <a:pt x="22697" y="472262"/>
                  </a:lnTo>
                  <a:lnTo>
                    <a:pt x="22586" y="471923"/>
                  </a:lnTo>
                  <a:lnTo>
                    <a:pt x="21319" y="471051"/>
                  </a:lnTo>
                  <a:lnTo>
                    <a:pt x="20866" y="470444"/>
                  </a:lnTo>
                  <a:lnTo>
                    <a:pt x="20517" y="469600"/>
                  </a:lnTo>
                  <a:lnTo>
                    <a:pt x="20089" y="469222"/>
                  </a:lnTo>
                  <a:lnTo>
                    <a:pt x="19733" y="469064"/>
                  </a:lnTo>
                  <a:lnTo>
                    <a:pt x="19440" y="469064"/>
                  </a:lnTo>
                  <a:lnTo>
                    <a:pt x="19027" y="469184"/>
                  </a:lnTo>
                  <a:lnTo>
                    <a:pt x="18823" y="469284"/>
                  </a:lnTo>
                  <a:lnTo>
                    <a:pt x="18432" y="469321"/>
                  </a:lnTo>
                  <a:lnTo>
                    <a:pt x="18083" y="469409"/>
                  </a:lnTo>
                  <a:lnTo>
                    <a:pt x="17416" y="468894"/>
                  </a:lnTo>
                  <a:lnTo>
                    <a:pt x="17155" y="468286"/>
                  </a:lnTo>
                  <a:lnTo>
                    <a:pt x="16903" y="468125"/>
                  </a:lnTo>
                  <a:lnTo>
                    <a:pt x="16764" y="468071"/>
                  </a:lnTo>
                  <a:lnTo>
                    <a:pt x="16288" y="467055"/>
                  </a:lnTo>
                  <a:lnTo>
                    <a:pt x="16125" y="466740"/>
                  </a:lnTo>
                  <a:lnTo>
                    <a:pt x="15954" y="466753"/>
                  </a:lnTo>
                  <a:lnTo>
                    <a:pt x="15668" y="466719"/>
                  </a:lnTo>
                  <a:lnTo>
                    <a:pt x="15172" y="466536"/>
                  </a:lnTo>
                  <a:lnTo>
                    <a:pt x="14915" y="466253"/>
                  </a:lnTo>
                  <a:lnTo>
                    <a:pt x="14440" y="465843"/>
                  </a:lnTo>
                  <a:lnTo>
                    <a:pt x="14202" y="465208"/>
                  </a:lnTo>
                  <a:lnTo>
                    <a:pt x="14045" y="464857"/>
                  </a:lnTo>
                  <a:lnTo>
                    <a:pt x="13554" y="464411"/>
                  </a:lnTo>
                  <a:lnTo>
                    <a:pt x="12730" y="464269"/>
                  </a:lnTo>
                  <a:lnTo>
                    <a:pt x="12545" y="464225"/>
                  </a:lnTo>
                  <a:lnTo>
                    <a:pt x="12575" y="463954"/>
                  </a:lnTo>
                  <a:lnTo>
                    <a:pt x="12605" y="463568"/>
                  </a:lnTo>
                  <a:lnTo>
                    <a:pt x="12501" y="463264"/>
                  </a:lnTo>
                  <a:lnTo>
                    <a:pt x="12249" y="462196"/>
                  </a:lnTo>
                  <a:lnTo>
                    <a:pt x="12102" y="462092"/>
                  </a:lnTo>
                  <a:lnTo>
                    <a:pt x="11210" y="460916"/>
                  </a:lnTo>
                  <a:lnTo>
                    <a:pt x="10477" y="459841"/>
                  </a:lnTo>
                  <a:lnTo>
                    <a:pt x="10173" y="459738"/>
                  </a:lnTo>
                  <a:lnTo>
                    <a:pt x="10182" y="459259"/>
                  </a:lnTo>
                  <a:lnTo>
                    <a:pt x="10705" y="459203"/>
                  </a:lnTo>
                  <a:lnTo>
                    <a:pt x="10863" y="459166"/>
                  </a:lnTo>
                  <a:lnTo>
                    <a:pt x="10987" y="458254"/>
                  </a:lnTo>
                  <a:lnTo>
                    <a:pt x="10941" y="457804"/>
                  </a:lnTo>
                  <a:lnTo>
                    <a:pt x="10877" y="457632"/>
                  </a:lnTo>
                  <a:lnTo>
                    <a:pt x="10954" y="457389"/>
                  </a:lnTo>
                  <a:lnTo>
                    <a:pt x="11099" y="457183"/>
                  </a:lnTo>
                  <a:lnTo>
                    <a:pt x="11859" y="456589"/>
                  </a:lnTo>
                  <a:lnTo>
                    <a:pt x="12447" y="456160"/>
                  </a:lnTo>
                  <a:lnTo>
                    <a:pt x="12661" y="455757"/>
                  </a:lnTo>
                  <a:lnTo>
                    <a:pt x="12835" y="455300"/>
                  </a:lnTo>
                  <a:lnTo>
                    <a:pt x="14376" y="455136"/>
                  </a:lnTo>
                  <a:lnTo>
                    <a:pt x="14786" y="455151"/>
                  </a:lnTo>
                  <a:lnTo>
                    <a:pt x="14974" y="455154"/>
                  </a:lnTo>
                  <a:lnTo>
                    <a:pt x="15424" y="455367"/>
                  </a:lnTo>
                  <a:lnTo>
                    <a:pt x="15891" y="455316"/>
                  </a:lnTo>
                  <a:lnTo>
                    <a:pt x="15877" y="455149"/>
                  </a:lnTo>
                  <a:lnTo>
                    <a:pt x="15741" y="454776"/>
                  </a:lnTo>
                  <a:lnTo>
                    <a:pt x="16038" y="453804"/>
                  </a:lnTo>
                  <a:lnTo>
                    <a:pt x="16645" y="453825"/>
                  </a:lnTo>
                  <a:lnTo>
                    <a:pt x="17121" y="453945"/>
                  </a:lnTo>
                  <a:lnTo>
                    <a:pt x="17694" y="453701"/>
                  </a:lnTo>
                  <a:lnTo>
                    <a:pt x="18143" y="453352"/>
                  </a:lnTo>
                  <a:lnTo>
                    <a:pt x="18728" y="452849"/>
                  </a:lnTo>
                  <a:lnTo>
                    <a:pt x="18782" y="452458"/>
                  </a:lnTo>
                  <a:lnTo>
                    <a:pt x="18355" y="452122"/>
                  </a:lnTo>
                  <a:lnTo>
                    <a:pt x="18200" y="451803"/>
                  </a:lnTo>
                  <a:lnTo>
                    <a:pt x="18559" y="451548"/>
                  </a:lnTo>
                  <a:lnTo>
                    <a:pt x="18655" y="451323"/>
                  </a:lnTo>
                  <a:lnTo>
                    <a:pt x="18932" y="451163"/>
                  </a:lnTo>
                  <a:lnTo>
                    <a:pt x="19057" y="450984"/>
                  </a:lnTo>
                  <a:lnTo>
                    <a:pt x="19069" y="450509"/>
                  </a:lnTo>
                  <a:lnTo>
                    <a:pt x="19097" y="450363"/>
                  </a:lnTo>
                  <a:lnTo>
                    <a:pt x="18961" y="449926"/>
                  </a:lnTo>
                  <a:lnTo>
                    <a:pt x="19113" y="449636"/>
                  </a:lnTo>
                  <a:lnTo>
                    <a:pt x="19236" y="449482"/>
                  </a:lnTo>
                  <a:lnTo>
                    <a:pt x="19407" y="449096"/>
                  </a:lnTo>
                  <a:lnTo>
                    <a:pt x="19456" y="448827"/>
                  </a:lnTo>
                  <a:lnTo>
                    <a:pt x="19677" y="447667"/>
                  </a:lnTo>
                  <a:lnTo>
                    <a:pt x="19212" y="446869"/>
                  </a:lnTo>
                  <a:lnTo>
                    <a:pt x="19203" y="446571"/>
                  </a:lnTo>
                  <a:lnTo>
                    <a:pt x="19284" y="445996"/>
                  </a:lnTo>
                  <a:lnTo>
                    <a:pt x="19595" y="445831"/>
                  </a:lnTo>
                  <a:lnTo>
                    <a:pt x="20339" y="445282"/>
                  </a:lnTo>
                  <a:lnTo>
                    <a:pt x="21216" y="444401"/>
                  </a:lnTo>
                  <a:lnTo>
                    <a:pt x="21320" y="444101"/>
                  </a:lnTo>
                  <a:lnTo>
                    <a:pt x="21372" y="443737"/>
                  </a:lnTo>
                  <a:lnTo>
                    <a:pt x="21281" y="443542"/>
                  </a:lnTo>
                  <a:lnTo>
                    <a:pt x="21148" y="443535"/>
                  </a:lnTo>
                  <a:lnTo>
                    <a:pt x="20923" y="443022"/>
                  </a:lnTo>
                  <a:lnTo>
                    <a:pt x="20692" y="442691"/>
                  </a:lnTo>
                  <a:lnTo>
                    <a:pt x="20047" y="442795"/>
                  </a:lnTo>
                  <a:lnTo>
                    <a:pt x="19850" y="442823"/>
                  </a:lnTo>
                  <a:lnTo>
                    <a:pt x="19451" y="442691"/>
                  </a:lnTo>
                  <a:lnTo>
                    <a:pt x="19117" y="442451"/>
                  </a:lnTo>
                  <a:lnTo>
                    <a:pt x="19019" y="441988"/>
                  </a:lnTo>
                  <a:lnTo>
                    <a:pt x="19100" y="441312"/>
                  </a:lnTo>
                  <a:lnTo>
                    <a:pt x="18550" y="441230"/>
                  </a:lnTo>
                  <a:lnTo>
                    <a:pt x="17935" y="440726"/>
                  </a:lnTo>
                  <a:lnTo>
                    <a:pt x="18116" y="440499"/>
                  </a:lnTo>
                  <a:lnTo>
                    <a:pt x="18305" y="440278"/>
                  </a:lnTo>
                  <a:lnTo>
                    <a:pt x="18338" y="439938"/>
                  </a:lnTo>
                  <a:lnTo>
                    <a:pt x="18618" y="439641"/>
                  </a:lnTo>
                  <a:lnTo>
                    <a:pt x="18846" y="439420"/>
                  </a:lnTo>
                  <a:lnTo>
                    <a:pt x="18951" y="439217"/>
                  </a:lnTo>
                  <a:lnTo>
                    <a:pt x="18973" y="438978"/>
                  </a:lnTo>
                  <a:lnTo>
                    <a:pt x="18918" y="438822"/>
                  </a:lnTo>
                  <a:lnTo>
                    <a:pt x="18949" y="438109"/>
                  </a:lnTo>
                  <a:lnTo>
                    <a:pt x="19049" y="437593"/>
                  </a:lnTo>
                  <a:lnTo>
                    <a:pt x="18967" y="437424"/>
                  </a:lnTo>
                  <a:lnTo>
                    <a:pt x="18768" y="436946"/>
                  </a:lnTo>
                  <a:lnTo>
                    <a:pt x="18559" y="436705"/>
                  </a:lnTo>
                  <a:lnTo>
                    <a:pt x="18807" y="435902"/>
                  </a:lnTo>
                  <a:lnTo>
                    <a:pt x="18651" y="435521"/>
                  </a:lnTo>
                  <a:lnTo>
                    <a:pt x="18566" y="435320"/>
                  </a:lnTo>
                  <a:lnTo>
                    <a:pt x="18506" y="434887"/>
                  </a:lnTo>
                  <a:lnTo>
                    <a:pt x="18630" y="434573"/>
                  </a:lnTo>
                  <a:lnTo>
                    <a:pt x="18733" y="434431"/>
                  </a:lnTo>
                  <a:lnTo>
                    <a:pt x="18829" y="434303"/>
                  </a:lnTo>
                  <a:lnTo>
                    <a:pt x="18485" y="433055"/>
                  </a:lnTo>
                  <a:lnTo>
                    <a:pt x="18582" y="432653"/>
                  </a:lnTo>
                  <a:lnTo>
                    <a:pt x="18339" y="432247"/>
                  </a:lnTo>
                  <a:lnTo>
                    <a:pt x="18078" y="432039"/>
                  </a:lnTo>
                  <a:lnTo>
                    <a:pt x="17789" y="431785"/>
                  </a:lnTo>
                  <a:lnTo>
                    <a:pt x="17224" y="431384"/>
                  </a:lnTo>
                  <a:lnTo>
                    <a:pt x="16860" y="430459"/>
                  </a:lnTo>
                  <a:lnTo>
                    <a:pt x="16871" y="430024"/>
                  </a:lnTo>
                  <a:lnTo>
                    <a:pt x="17162" y="429796"/>
                  </a:lnTo>
                  <a:lnTo>
                    <a:pt x="17609" y="428996"/>
                  </a:lnTo>
                  <a:lnTo>
                    <a:pt x="17762" y="428580"/>
                  </a:lnTo>
                  <a:lnTo>
                    <a:pt x="17608" y="428176"/>
                  </a:lnTo>
                  <a:lnTo>
                    <a:pt x="17048" y="427448"/>
                  </a:lnTo>
                  <a:lnTo>
                    <a:pt x="16746" y="427762"/>
                  </a:lnTo>
                  <a:lnTo>
                    <a:pt x="16441" y="427638"/>
                  </a:lnTo>
                  <a:lnTo>
                    <a:pt x="16157" y="427608"/>
                  </a:lnTo>
                  <a:lnTo>
                    <a:pt x="15783" y="427598"/>
                  </a:lnTo>
                  <a:lnTo>
                    <a:pt x="15654" y="427514"/>
                  </a:lnTo>
                  <a:lnTo>
                    <a:pt x="15220" y="427414"/>
                  </a:lnTo>
                  <a:lnTo>
                    <a:pt x="15075" y="426940"/>
                  </a:lnTo>
                  <a:lnTo>
                    <a:pt x="14548" y="426222"/>
                  </a:lnTo>
                  <a:lnTo>
                    <a:pt x="14804" y="425909"/>
                  </a:lnTo>
                  <a:lnTo>
                    <a:pt x="14926" y="425389"/>
                  </a:lnTo>
                  <a:lnTo>
                    <a:pt x="14884" y="424957"/>
                  </a:lnTo>
                  <a:lnTo>
                    <a:pt x="14303" y="424154"/>
                  </a:lnTo>
                  <a:lnTo>
                    <a:pt x="14435" y="423879"/>
                  </a:lnTo>
                  <a:lnTo>
                    <a:pt x="14807" y="423538"/>
                  </a:lnTo>
                  <a:lnTo>
                    <a:pt x="14532" y="423296"/>
                  </a:lnTo>
                  <a:lnTo>
                    <a:pt x="14756" y="422647"/>
                  </a:lnTo>
                  <a:lnTo>
                    <a:pt x="15153" y="422563"/>
                  </a:lnTo>
                  <a:lnTo>
                    <a:pt x="15411" y="422570"/>
                  </a:lnTo>
                  <a:lnTo>
                    <a:pt x="15516" y="422309"/>
                  </a:lnTo>
                  <a:lnTo>
                    <a:pt x="15861" y="422282"/>
                  </a:lnTo>
                  <a:lnTo>
                    <a:pt x="16302" y="422061"/>
                  </a:lnTo>
                  <a:lnTo>
                    <a:pt x="16551" y="421759"/>
                  </a:lnTo>
                  <a:lnTo>
                    <a:pt x="17142" y="421894"/>
                  </a:lnTo>
                  <a:lnTo>
                    <a:pt x="17984" y="422047"/>
                  </a:lnTo>
                  <a:lnTo>
                    <a:pt x="18310" y="421657"/>
                  </a:lnTo>
                  <a:lnTo>
                    <a:pt x="18422" y="420591"/>
                  </a:lnTo>
                  <a:lnTo>
                    <a:pt x="18746" y="420358"/>
                  </a:lnTo>
                  <a:lnTo>
                    <a:pt x="19216" y="419996"/>
                  </a:lnTo>
                  <a:lnTo>
                    <a:pt x="19195" y="419507"/>
                  </a:lnTo>
                  <a:lnTo>
                    <a:pt x="19295" y="419049"/>
                  </a:lnTo>
                  <a:lnTo>
                    <a:pt x="20637" y="418562"/>
                  </a:lnTo>
                  <a:lnTo>
                    <a:pt x="21115" y="418407"/>
                  </a:lnTo>
                  <a:lnTo>
                    <a:pt x="21132" y="418105"/>
                  </a:lnTo>
                  <a:lnTo>
                    <a:pt x="20328" y="417791"/>
                  </a:lnTo>
                  <a:lnTo>
                    <a:pt x="20366" y="417276"/>
                  </a:lnTo>
                  <a:lnTo>
                    <a:pt x="20336" y="416987"/>
                  </a:lnTo>
                  <a:lnTo>
                    <a:pt x="20301" y="416789"/>
                  </a:lnTo>
                  <a:lnTo>
                    <a:pt x="20162" y="416515"/>
                  </a:lnTo>
                  <a:lnTo>
                    <a:pt x="20104" y="415895"/>
                  </a:lnTo>
                  <a:lnTo>
                    <a:pt x="19770" y="415525"/>
                  </a:lnTo>
                  <a:lnTo>
                    <a:pt x="19079" y="415288"/>
                  </a:lnTo>
                  <a:lnTo>
                    <a:pt x="18913" y="415273"/>
                  </a:lnTo>
                  <a:lnTo>
                    <a:pt x="18597" y="415245"/>
                  </a:lnTo>
                  <a:lnTo>
                    <a:pt x="18946" y="414436"/>
                  </a:lnTo>
                  <a:lnTo>
                    <a:pt x="18696" y="414097"/>
                  </a:lnTo>
                  <a:lnTo>
                    <a:pt x="18813" y="413617"/>
                  </a:lnTo>
                  <a:lnTo>
                    <a:pt x="18964" y="413465"/>
                  </a:lnTo>
                  <a:lnTo>
                    <a:pt x="18407" y="413013"/>
                  </a:lnTo>
                  <a:lnTo>
                    <a:pt x="18071" y="412774"/>
                  </a:lnTo>
                  <a:lnTo>
                    <a:pt x="17594" y="412560"/>
                  </a:lnTo>
                  <a:lnTo>
                    <a:pt x="17001" y="412596"/>
                  </a:lnTo>
                  <a:lnTo>
                    <a:pt x="16250" y="412806"/>
                  </a:lnTo>
                  <a:lnTo>
                    <a:pt x="15853" y="413193"/>
                  </a:lnTo>
                  <a:lnTo>
                    <a:pt x="15043" y="413215"/>
                  </a:lnTo>
                  <a:lnTo>
                    <a:pt x="14717" y="413281"/>
                  </a:lnTo>
                  <a:lnTo>
                    <a:pt x="14347" y="412994"/>
                  </a:lnTo>
                  <a:lnTo>
                    <a:pt x="13678" y="412564"/>
                  </a:lnTo>
                  <a:lnTo>
                    <a:pt x="13360" y="412978"/>
                  </a:lnTo>
                  <a:lnTo>
                    <a:pt x="13256" y="413182"/>
                  </a:lnTo>
                  <a:lnTo>
                    <a:pt x="13075" y="413383"/>
                  </a:lnTo>
                  <a:lnTo>
                    <a:pt x="12384" y="413623"/>
                  </a:lnTo>
                  <a:lnTo>
                    <a:pt x="11865" y="413950"/>
                  </a:lnTo>
                  <a:lnTo>
                    <a:pt x="11837" y="414150"/>
                  </a:lnTo>
                  <a:lnTo>
                    <a:pt x="11632" y="414276"/>
                  </a:lnTo>
                  <a:lnTo>
                    <a:pt x="11366" y="414278"/>
                  </a:lnTo>
                  <a:lnTo>
                    <a:pt x="10865" y="414398"/>
                  </a:lnTo>
                  <a:lnTo>
                    <a:pt x="10482" y="414498"/>
                  </a:lnTo>
                  <a:lnTo>
                    <a:pt x="10173" y="414599"/>
                  </a:lnTo>
                  <a:lnTo>
                    <a:pt x="9528" y="414632"/>
                  </a:lnTo>
                  <a:lnTo>
                    <a:pt x="9619" y="414278"/>
                  </a:lnTo>
                  <a:lnTo>
                    <a:pt x="9529" y="414021"/>
                  </a:lnTo>
                  <a:lnTo>
                    <a:pt x="8857" y="413947"/>
                  </a:lnTo>
                  <a:lnTo>
                    <a:pt x="7712" y="414005"/>
                  </a:lnTo>
                  <a:lnTo>
                    <a:pt x="7665" y="413645"/>
                  </a:lnTo>
                  <a:lnTo>
                    <a:pt x="7733" y="413110"/>
                  </a:lnTo>
                  <a:lnTo>
                    <a:pt x="7578" y="413033"/>
                  </a:lnTo>
                  <a:lnTo>
                    <a:pt x="7416" y="412984"/>
                  </a:lnTo>
                  <a:lnTo>
                    <a:pt x="7158" y="412850"/>
                  </a:lnTo>
                  <a:lnTo>
                    <a:pt x="6941" y="412655"/>
                  </a:lnTo>
                  <a:lnTo>
                    <a:pt x="6893" y="412497"/>
                  </a:lnTo>
                  <a:lnTo>
                    <a:pt x="6647" y="412012"/>
                  </a:lnTo>
                  <a:lnTo>
                    <a:pt x="6630" y="411479"/>
                  </a:lnTo>
                  <a:lnTo>
                    <a:pt x="7021" y="411046"/>
                  </a:lnTo>
                  <a:lnTo>
                    <a:pt x="7066" y="410685"/>
                  </a:lnTo>
                  <a:lnTo>
                    <a:pt x="6923" y="410133"/>
                  </a:lnTo>
                  <a:lnTo>
                    <a:pt x="7119" y="409648"/>
                  </a:lnTo>
                  <a:lnTo>
                    <a:pt x="7380" y="408861"/>
                  </a:lnTo>
                  <a:lnTo>
                    <a:pt x="7381" y="408560"/>
                  </a:lnTo>
                  <a:lnTo>
                    <a:pt x="7222" y="408177"/>
                  </a:lnTo>
                  <a:lnTo>
                    <a:pt x="7016" y="407927"/>
                  </a:lnTo>
                  <a:lnTo>
                    <a:pt x="6917" y="407589"/>
                  </a:lnTo>
                  <a:lnTo>
                    <a:pt x="7183" y="407400"/>
                  </a:lnTo>
                  <a:lnTo>
                    <a:pt x="7366" y="407366"/>
                  </a:lnTo>
                  <a:lnTo>
                    <a:pt x="7644" y="407173"/>
                  </a:lnTo>
                  <a:lnTo>
                    <a:pt x="7772" y="406821"/>
                  </a:lnTo>
                  <a:lnTo>
                    <a:pt x="7818" y="406631"/>
                  </a:lnTo>
                  <a:lnTo>
                    <a:pt x="7859" y="405842"/>
                  </a:lnTo>
                  <a:lnTo>
                    <a:pt x="7559" y="405249"/>
                  </a:lnTo>
                  <a:lnTo>
                    <a:pt x="8038" y="404786"/>
                  </a:lnTo>
                  <a:lnTo>
                    <a:pt x="8087" y="404571"/>
                  </a:lnTo>
                  <a:lnTo>
                    <a:pt x="8142" y="404149"/>
                  </a:lnTo>
                  <a:lnTo>
                    <a:pt x="8040" y="402776"/>
                  </a:lnTo>
                  <a:lnTo>
                    <a:pt x="7556" y="401927"/>
                  </a:lnTo>
                  <a:lnTo>
                    <a:pt x="6838" y="401741"/>
                  </a:lnTo>
                  <a:lnTo>
                    <a:pt x="6597" y="401822"/>
                  </a:lnTo>
                  <a:lnTo>
                    <a:pt x="6382" y="401881"/>
                  </a:lnTo>
                  <a:lnTo>
                    <a:pt x="4967" y="401233"/>
                  </a:lnTo>
                  <a:lnTo>
                    <a:pt x="4559" y="401017"/>
                  </a:lnTo>
                  <a:lnTo>
                    <a:pt x="4277" y="400322"/>
                  </a:lnTo>
                  <a:lnTo>
                    <a:pt x="4068" y="399895"/>
                  </a:lnTo>
                  <a:lnTo>
                    <a:pt x="3956" y="399517"/>
                  </a:lnTo>
                  <a:lnTo>
                    <a:pt x="3880" y="399370"/>
                  </a:lnTo>
                  <a:lnTo>
                    <a:pt x="3273" y="398719"/>
                  </a:lnTo>
                  <a:lnTo>
                    <a:pt x="2987" y="398263"/>
                  </a:lnTo>
                  <a:lnTo>
                    <a:pt x="2872" y="397981"/>
                  </a:lnTo>
                  <a:lnTo>
                    <a:pt x="2808" y="397763"/>
                  </a:lnTo>
                  <a:lnTo>
                    <a:pt x="2780" y="397617"/>
                  </a:lnTo>
                  <a:lnTo>
                    <a:pt x="2701" y="397435"/>
                  </a:lnTo>
                  <a:lnTo>
                    <a:pt x="2462" y="396994"/>
                  </a:lnTo>
                  <a:lnTo>
                    <a:pt x="2209" y="396737"/>
                  </a:lnTo>
                  <a:lnTo>
                    <a:pt x="1903" y="396521"/>
                  </a:lnTo>
                  <a:lnTo>
                    <a:pt x="1731" y="396442"/>
                  </a:lnTo>
                  <a:lnTo>
                    <a:pt x="1326" y="396160"/>
                  </a:lnTo>
                  <a:lnTo>
                    <a:pt x="1829" y="395443"/>
                  </a:lnTo>
                  <a:lnTo>
                    <a:pt x="2095" y="395287"/>
                  </a:lnTo>
                  <a:lnTo>
                    <a:pt x="2237" y="395214"/>
                  </a:lnTo>
                  <a:lnTo>
                    <a:pt x="2603" y="394988"/>
                  </a:lnTo>
                  <a:lnTo>
                    <a:pt x="2760" y="394820"/>
                  </a:lnTo>
                  <a:lnTo>
                    <a:pt x="3627" y="394333"/>
                  </a:lnTo>
                  <a:lnTo>
                    <a:pt x="3971" y="394202"/>
                  </a:lnTo>
                  <a:lnTo>
                    <a:pt x="4240" y="394065"/>
                  </a:lnTo>
                  <a:lnTo>
                    <a:pt x="5287" y="393198"/>
                  </a:lnTo>
                  <a:lnTo>
                    <a:pt x="4584" y="392956"/>
                  </a:lnTo>
                  <a:lnTo>
                    <a:pt x="3975" y="392987"/>
                  </a:lnTo>
                  <a:lnTo>
                    <a:pt x="3542" y="392583"/>
                  </a:lnTo>
                  <a:lnTo>
                    <a:pt x="3503" y="392358"/>
                  </a:lnTo>
                  <a:lnTo>
                    <a:pt x="3679" y="391874"/>
                  </a:lnTo>
                  <a:lnTo>
                    <a:pt x="3741" y="391707"/>
                  </a:lnTo>
                  <a:lnTo>
                    <a:pt x="3831" y="391383"/>
                  </a:lnTo>
                  <a:lnTo>
                    <a:pt x="4007" y="390967"/>
                  </a:lnTo>
                  <a:lnTo>
                    <a:pt x="4483" y="390452"/>
                  </a:lnTo>
                  <a:lnTo>
                    <a:pt x="4380" y="389860"/>
                  </a:lnTo>
                  <a:lnTo>
                    <a:pt x="4282" y="389634"/>
                  </a:lnTo>
                  <a:lnTo>
                    <a:pt x="3756" y="389365"/>
                  </a:lnTo>
                  <a:lnTo>
                    <a:pt x="3662" y="389203"/>
                  </a:lnTo>
                  <a:lnTo>
                    <a:pt x="3689" y="388755"/>
                  </a:lnTo>
                  <a:lnTo>
                    <a:pt x="4258" y="388278"/>
                  </a:lnTo>
                  <a:lnTo>
                    <a:pt x="4476" y="388307"/>
                  </a:lnTo>
                  <a:lnTo>
                    <a:pt x="5640" y="388360"/>
                  </a:lnTo>
                  <a:lnTo>
                    <a:pt x="5850" y="388219"/>
                  </a:lnTo>
                  <a:lnTo>
                    <a:pt x="6174" y="388068"/>
                  </a:lnTo>
                  <a:lnTo>
                    <a:pt x="6304" y="388037"/>
                  </a:lnTo>
                  <a:lnTo>
                    <a:pt x="6908" y="387769"/>
                  </a:lnTo>
                  <a:lnTo>
                    <a:pt x="7222" y="387733"/>
                  </a:lnTo>
                  <a:lnTo>
                    <a:pt x="7531" y="387750"/>
                  </a:lnTo>
                  <a:lnTo>
                    <a:pt x="8096" y="387590"/>
                  </a:lnTo>
                  <a:lnTo>
                    <a:pt x="8565" y="386885"/>
                  </a:lnTo>
                  <a:lnTo>
                    <a:pt x="8722" y="386736"/>
                  </a:lnTo>
                  <a:lnTo>
                    <a:pt x="9017" y="386497"/>
                  </a:lnTo>
                  <a:lnTo>
                    <a:pt x="9510" y="386040"/>
                  </a:lnTo>
                  <a:lnTo>
                    <a:pt x="9685" y="385978"/>
                  </a:lnTo>
                  <a:lnTo>
                    <a:pt x="10159" y="385745"/>
                  </a:lnTo>
                  <a:lnTo>
                    <a:pt x="10566" y="385617"/>
                  </a:lnTo>
                  <a:lnTo>
                    <a:pt x="11275" y="385414"/>
                  </a:lnTo>
                  <a:lnTo>
                    <a:pt x="11750" y="385582"/>
                  </a:lnTo>
                  <a:lnTo>
                    <a:pt x="12038" y="385712"/>
                  </a:lnTo>
                  <a:lnTo>
                    <a:pt x="12253" y="385822"/>
                  </a:lnTo>
                  <a:lnTo>
                    <a:pt x="12707" y="385726"/>
                  </a:lnTo>
                  <a:lnTo>
                    <a:pt x="13755" y="384687"/>
                  </a:lnTo>
                  <a:lnTo>
                    <a:pt x="13985" y="384156"/>
                  </a:lnTo>
                  <a:lnTo>
                    <a:pt x="14414" y="383891"/>
                  </a:lnTo>
                  <a:lnTo>
                    <a:pt x="14511" y="383120"/>
                  </a:lnTo>
                  <a:lnTo>
                    <a:pt x="15166" y="382944"/>
                  </a:lnTo>
                  <a:lnTo>
                    <a:pt x="15363" y="382488"/>
                  </a:lnTo>
                  <a:lnTo>
                    <a:pt x="15493" y="382480"/>
                  </a:lnTo>
                  <a:lnTo>
                    <a:pt x="15668" y="382464"/>
                  </a:lnTo>
                  <a:lnTo>
                    <a:pt x="15948" y="382433"/>
                  </a:lnTo>
                  <a:lnTo>
                    <a:pt x="15982" y="382068"/>
                  </a:lnTo>
                  <a:lnTo>
                    <a:pt x="15784" y="381917"/>
                  </a:lnTo>
                  <a:lnTo>
                    <a:pt x="15649" y="381725"/>
                  </a:lnTo>
                  <a:lnTo>
                    <a:pt x="15469" y="381312"/>
                  </a:lnTo>
                  <a:lnTo>
                    <a:pt x="15052" y="381078"/>
                  </a:lnTo>
                  <a:lnTo>
                    <a:pt x="14873" y="381147"/>
                  </a:lnTo>
                  <a:lnTo>
                    <a:pt x="14411" y="381116"/>
                  </a:lnTo>
                  <a:lnTo>
                    <a:pt x="14233" y="381256"/>
                  </a:lnTo>
                  <a:lnTo>
                    <a:pt x="13418" y="380327"/>
                  </a:lnTo>
                  <a:lnTo>
                    <a:pt x="13114" y="379368"/>
                  </a:lnTo>
                  <a:lnTo>
                    <a:pt x="13134" y="379113"/>
                  </a:lnTo>
                  <a:lnTo>
                    <a:pt x="13390" y="378583"/>
                  </a:lnTo>
                  <a:lnTo>
                    <a:pt x="13529" y="377989"/>
                  </a:lnTo>
                  <a:lnTo>
                    <a:pt x="13874" y="376955"/>
                  </a:lnTo>
                  <a:lnTo>
                    <a:pt x="14253" y="376956"/>
                  </a:lnTo>
                  <a:lnTo>
                    <a:pt x="14773" y="377107"/>
                  </a:lnTo>
                  <a:lnTo>
                    <a:pt x="15329" y="377180"/>
                  </a:lnTo>
                  <a:lnTo>
                    <a:pt x="15558" y="377115"/>
                  </a:lnTo>
                  <a:lnTo>
                    <a:pt x="16274" y="376545"/>
                  </a:lnTo>
                  <a:lnTo>
                    <a:pt x="15420" y="375108"/>
                  </a:lnTo>
                  <a:lnTo>
                    <a:pt x="15218" y="374830"/>
                  </a:lnTo>
                  <a:lnTo>
                    <a:pt x="15204" y="374653"/>
                  </a:lnTo>
                  <a:lnTo>
                    <a:pt x="15008" y="374154"/>
                  </a:lnTo>
                  <a:lnTo>
                    <a:pt x="14391" y="373307"/>
                  </a:lnTo>
                  <a:lnTo>
                    <a:pt x="15467" y="372749"/>
                  </a:lnTo>
                  <a:lnTo>
                    <a:pt x="15503" y="372390"/>
                  </a:lnTo>
                  <a:lnTo>
                    <a:pt x="15502" y="372168"/>
                  </a:lnTo>
                  <a:lnTo>
                    <a:pt x="15403" y="370932"/>
                  </a:lnTo>
                  <a:lnTo>
                    <a:pt x="15643" y="370309"/>
                  </a:lnTo>
                  <a:lnTo>
                    <a:pt x="15240" y="369676"/>
                  </a:lnTo>
                  <a:lnTo>
                    <a:pt x="15432" y="369430"/>
                  </a:lnTo>
                  <a:lnTo>
                    <a:pt x="15679" y="369064"/>
                  </a:lnTo>
                  <a:lnTo>
                    <a:pt x="15477" y="367598"/>
                  </a:lnTo>
                  <a:lnTo>
                    <a:pt x="15686" y="367525"/>
                  </a:lnTo>
                  <a:lnTo>
                    <a:pt x="16628" y="367465"/>
                  </a:lnTo>
                  <a:lnTo>
                    <a:pt x="16986" y="367319"/>
                  </a:lnTo>
                  <a:lnTo>
                    <a:pt x="16857" y="366333"/>
                  </a:lnTo>
                  <a:lnTo>
                    <a:pt x="16673" y="366052"/>
                  </a:lnTo>
                  <a:lnTo>
                    <a:pt x="16403" y="365448"/>
                  </a:lnTo>
                  <a:lnTo>
                    <a:pt x="16667" y="365145"/>
                  </a:lnTo>
                  <a:lnTo>
                    <a:pt x="17012" y="364913"/>
                  </a:lnTo>
                  <a:lnTo>
                    <a:pt x="17149" y="364360"/>
                  </a:lnTo>
                  <a:lnTo>
                    <a:pt x="17104" y="363920"/>
                  </a:lnTo>
                  <a:lnTo>
                    <a:pt x="17151" y="363616"/>
                  </a:lnTo>
                  <a:lnTo>
                    <a:pt x="17882" y="363017"/>
                  </a:lnTo>
                  <a:lnTo>
                    <a:pt x="18019" y="362690"/>
                  </a:lnTo>
                  <a:lnTo>
                    <a:pt x="17484" y="362175"/>
                  </a:lnTo>
                  <a:lnTo>
                    <a:pt x="16874" y="361988"/>
                  </a:lnTo>
                  <a:lnTo>
                    <a:pt x="16692" y="362022"/>
                  </a:lnTo>
                  <a:lnTo>
                    <a:pt x="16363" y="362139"/>
                  </a:lnTo>
                  <a:lnTo>
                    <a:pt x="16163" y="362210"/>
                  </a:lnTo>
                  <a:lnTo>
                    <a:pt x="15971" y="362249"/>
                  </a:lnTo>
                  <a:lnTo>
                    <a:pt x="15704" y="362318"/>
                  </a:lnTo>
                  <a:lnTo>
                    <a:pt x="15065" y="362119"/>
                  </a:lnTo>
                  <a:lnTo>
                    <a:pt x="14704" y="362148"/>
                  </a:lnTo>
                  <a:lnTo>
                    <a:pt x="14483" y="362392"/>
                  </a:lnTo>
                  <a:lnTo>
                    <a:pt x="14333" y="362483"/>
                  </a:lnTo>
                  <a:lnTo>
                    <a:pt x="13363" y="362668"/>
                  </a:lnTo>
                  <a:lnTo>
                    <a:pt x="12644" y="362709"/>
                  </a:lnTo>
                  <a:lnTo>
                    <a:pt x="12445" y="362624"/>
                  </a:lnTo>
                  <a:lnTo>
                    <a:pt x="12212" y="362522"/>
                  </a:lnTo>
                  <a:lnTo>
                    <a:pt x="11972" y="362477"/>
                  </a:lnTo>
                  <a:lnTo>
                    <a:pt x="11173" y="362733"/>
                  </a:lnTo>
                  <a:lnTo>
                    <a:pt x="10664" y="362472"/>
                  </a:lnTo>
                  <a:lnTo>
                    <a:pt x="10414" y="362366"/>
                  </a:lnTo>
                  <a:lnTo>
                    <a:pt x="9835" y="362246"/>
                  </a:lnTo>
                  <a:lnTo>
                    <a:pt x="9565" y="362124"/>
                  </a:lnTo>
                  <a:lnTo>
                    <a:pt x="9258" y="362136"/>
                  </a:lnTo>
                  <a:lnTo>
                    <a:pt x="8243" y="362343"/>
                  </a:lnTo>
                  <a:lnTo>
                    <a:pt x="7950" y="362271"/>
                  </a:lnTo>
                  <a:lnTo>
                    <a:pt x="7730" y="362176"/>
                  </a:lnTo>
                  <a:lnTo>
                    <a:pt x="7210" y="361991"/>
                  </a:lnTo>
                  <a:lnTo>
                    <a:pt x="7063" y="362038"/>
                  </a:lnTo>
                  <a:lnTo>
                    <a:pt x="6518" y="362015"/>
                  </a:lnTo>
                  <a:lnTo>
                    <a:pt x="6058" y="362250"/>
                  </a:lnTo>
                  <a:lnTo>
                    <a:pt x="5181" y="361344"/>
                  </a:lnTo>
                  <a:lnTo>
                    <a:pt x="5566" y="361297"/>
                  </a:lnTo>
                  <a:lnTo>
                    <a:pt x="5847" y="361352"/>
                  </a:lnTo>
                  <a:lnTo>
                    <a:pt x="6387" y="361226"/>
                  </a:lnTo>
                  <a:lnTo>
                    <a:pt x="5497" y="360820"/>
                  </a:lnTo>
                  <a:lnTo>
                    <a:pt x="5098" y="360602"/>
                  </a:lnTo>
                  <a:lnTo>
                    <a:pt x="4703" y="360462"/>
                  </a:lnTo>
                  <a:lnTo>
                    <a:pt x="4261" y="360292"/>
                  </a:lnTo>
                  <a:lnTo>
                    <a:pt x="3952" y="360106"/>
                  </a:lnTo>
                  <a:lnTo>
                    <a:pt x="3807" y="360017"/>
                  </a:lnTo>
                  <a:lnTo>
                    <a:pt x="3544" y="359881"/>
                  </a:lnTo>
                  <a:lnTo>
                    <a:pt x="1511" y="359528"/>
                  </a:lnTo>
                  <a:lnTo>
                    <a:pt x="496" y="359135"/>
                  </a:lnTo>
                  <a:lnTo>
                    <a:pt x="60" y="358830"/>
                  </a:lnTo>
                  <a:lnTo>
                    <a:pt x="0" y="358509"/>
                  </a:lnTo>
                  <a:lnTo>
                    <a:pt x="603" y="357340"/>
                  </a:lnTo>
                  <a:lnTo>
                    <a:pt x="580" y="357037"/>
                  </a:lnTo>
                  <a:lnTo>
                    <a:pt x="262" y="355353"/>
                  </a:lnTo>
                  <a:lnTo>
                    <a:pt x="253" y="354573"/>
                  </a:lnTo>
                  <a:lnTo>
                    <a:pt x="116" y="354426"/>
                  </a:lnTo>
                  <a:lnTo>
                    <a:pt x="1486" y="353065"/>
                  </a:lnTo>
                  <a:lnTo>
                    <a:pt x="6100" y="353012"/>
                  </a:lnTo>
                  <a:lnTo>
                    <a:pt x="6457" y="352824"/>
                  </a:lnTo>
                  <a:lnTo>
                    <a:pt x="6874" y="352582"/>
                  </a:lnTo>
                  <a:lnTo>
                    <a:pt x="7672" y="352606"/>
                  </a:lnTo>
                  <a:lnTo>
                    <a:pt x="8377" y="352554"/>
                  </a:lnTo>
                  <a:lnTo>
                    <a:pt x="8774" y="352455"/>
                  </a:lnTo>
                  <a:lnTo>
                    <a:pt x="9305" y="352219"/>
                  </a:lnTo>
                  <a:lnTo>
                    <a:pt x="9503" y="351975"/>
                  </a:lnTo>
                  <a:lnTo>
                    <a:pt x="9989" y="351988"/>
                  </a:lnTo>
                  <a:lnTo>
                    <a:pt x="10262" y="351746"/>
                  </a:lnTo>
                  <a:lnTo>
                    <a:pt x="10536" y="351484"/>
                  </a:lnTo>
                  <a:lnTo>
                    <a:pt x="10452" y="351015"/>
                  </a:lnTo>
                  <a:lnTo>
                    <a:pt x="11747" y="350413"/>
                  </a:lnTo>
                  <a:lnTo>
                    <a:pt x="11902" y="350308"/>
                  </a:lnTo>
                  <a:lnTo>
                    <a:pt x="14357" y="349795"/>
                  </a:lnTo>
                  <a:lnTo>
                    <a:pt x="19084" y="350399"/>
                  </a:lnTo>
                  <a:lnTo>
                    <a:pt x="19782" y="350439"/>
                  </a:lnTo>
                  <a:lnTo>
                    <a:pt x="21135" y="350277"/>
                  </a:lnTo>
                  <a:lnTo>
                    <a:pt x="21766" y="350387"/>
                  </a:lnTo>
                  <a:lnTo>
                    <a:pt x="24993" y="349095"/>
                  </a:lnTo>
                  <a:lnTo>
                    <a:pt x="24689" y="348355"/>
                  </a:lnTo>
                  <a:lnTo>
                    <a:pt x="24621" y="348022"/>
                  </a:lnTo>
                  <a:lnTo>
                    <a:pt x="25528" y="346690"/>
                  </a:lnTo>
                  <a:lnTo>
                    <a:pt x="26700" y="346093"/>
                  </a:lnTo>
                  <a:lnTo>
                    <a:pt x="28051" y="343724"/>
                  </a:lnTo>
                  <a:lnTo>
                    <a:pt x="28152" y="343523"/>
                  </a:lnTo>
                  <a:lnTo>
                    <a:pt x="28305" y="343071"/>
                  </a:lnTo>
                  <a:lnTo>
                    <a:pt x="28417" y="342554"/>
                  </a:lnTo>
                  <a:lnTo>
                    <a:pt x="28526" y="342052"/>
                  </a:lnTo>
                  <a:lnTo>
                    <a:pt x="28506" y="341677"/>
                  </a:lnTo>
                  <a:lnTo>
                    <a:pt x="28554" y="341401"/>
                  </a:lnTo>
                  <a:lnTo>
                    <a:pt x="28695" y="341180"/>
                  </a:lnTo>
                  <a:lnTo>
                    <a:pt x="28755" y="340976"/>
                  </a:lnTo>
                  <a:lnTo>
                    <a:pt x="28694" y="340651"/>
                  </a:lnTo>
                  <a:lnTo>
                    <a:pt x="28286" y="340329"/>
                  </a:lnTo>
                  <a:lnTo>
                    <a:pt x="27800" y="340234"/>
                  </a:lnTo>
                  <a:lnTo>
                    <a:pt x="27903" y="339702"/>
                  </a:lnTo>
                  <a:lnTo>
                    <a:pt x="28240" y="339785"/>
                  </a:lnTo>
                  <a:lnTo>
                    <a:pt x="28709" y="339782"/>
                  </a:lnTo>
                  <a:lnTo>
                    <a:pt x="29488" y="339727"/>
                  </a:lnTo>
                  <a:lnTo>
                    <a:pt x="29704" y="340331"/>
                  </a:lnTo>
                  <a:lnTo>
                    <a:pt x="29919" y="340610"/>
                  </a:lnTo>
                  <a:lnTo>
                    <a:pt x="30071" y="340712"/>
                  </a:lnTo>
                  <a:lnTo>
                    <a:pt x="30793" y="340779"/>
                  </a:lnTo>
                  <a:lnTo>
                    <a:pt x="31610" y="341140"/>
                  </a:lnTo>
                  <a:lnTo>
                    <a:pt x="31954" y="341122"/>
                  </a:lnTo>
                  <a:lnTo>
                    <a:pt x="32310" y="341138"/>
                  </a:lnTo>
                  <a:lnTo>
                    <a:pt x="32984" y="341235"/>
                  </a:lnTo>
                  <a:lnTo>
                    <a:pt x="33287" y="341313"/>
                  </a:lnTo>
                  <a:lnTo>
                    <a:pt x="33514" y="341377"/>
                  </a:lnTo>
                  <a:lnTo>
                    <a:pt x="33768" y="341547"/>
                  </a:lnTo>
                  <a:lnTo>
                    <a:pt x="34289" y="341697"/>
                  </a:lnTo>
                  <a:lnTo>
                    <a:pt x="33959" y="342022"/>
                  </a:lnTo>
                  <a:lnTo>
                    <a:pt x="33592" y="342582"/>
                  </a:lnTo>
                  <a:lnTo>
                    <a:pt x="33531" y="342807"/>
                  </a:lnTo>
                  <a:lnTo>
                    <a:pt x="33640" y="343435"/>
                  </a:lnTo>
                  <a:lnTo>
                    <a:pt x="33993" y="343573"/>
                  </a:lnTo>
                  <a:lnTo>
                    <a:pt x="34564" y="343982"/>
                  </a:lnTo>
                  <a:lnTo>
                    <a:pt x="35080" y="344139"/>
                  </a:lnTo>
                  <a:lnTo>
                    <a:pt x="35807" y="344390"/>
                  </a:lnTo>
                  <a:lnTo>
                    <a:pt x="36468" y="344373"/>
                  </a:lnTo>
                  <a:lnTo>
                    <a:pt x="36847" y="344452"/>
                  </a:lnTo>
                  <a:lnTo>
                    <a:pt x="37031" y="344652"/>
                  </a:lnTo>
                  <a:lnTo>
                    <a:pt x="37426" y="345014"/>
                  </a:lnTo>
                  <a:lnTo>
                    <a:pt x="37625" y="345137"/>
                  </a:lnTo>
                  <a:lnTo>
                    <a:pt x="37794" y="345243"/>
                  </a:lnTo>
                  <a:lnTo>
                    <a:pt x="38284" y="345554"/>
                  </a:lnTo>
                  <a:lnTo>
                    <a:pt x="38668" y="345915"/>
                  </a:lnTo>
                  <a:lnTo>
                    <a:pt x="38929" y="345964"/>
                  </a:lnTo>
                  <a:lnTo>
                    <a:pt x="39442" y="346093"/>
                  </a:lnTo>
                  <a:lnTo>
                    <a:pt x="39903" y="345910"/>
                  </a:lnTo>
                  <a:lnTo>
                    <a:pt x="40333" y="345870"/>
                  </a:lnTo>
                  <a:lnTo>
                    <a:pt x="40577" y="345946"/>
                  </a:lnTo>
                  <a:lnTo>
                    <a:pt x="41275" y="346055"/>
                  </a:lnTo>
                  <a:lnTo>
                    <a:pt x="41702" y="345980"/>
                  </a:lnTo>
                  <a:lnTo>
                    <a:pt x="42104" y="345957"/>
                  </a:lnTo>
                  <a:lnTo>
                    <a:pt x="42440" y="345979"/>
                  </a:lnTo>
                  <a:lnTo>
                    <a:pt x="42886" y="346043"/>
                  </a:lnTo>
                  <a:lnTo>
                    <a:pt x="43175" y="346239"/>
                  </a:lnTo>
                  <a:lnTo>
                    <a:pt x="43492" y="346690"/>
                  </a:lnTo>
                  <a:lnTo>
                    <a:pt x="43688" y="346770"/>
                  </a:lnTo>
                  <a:lnTo>
                    <a:pt x="44086" y="346853"/>
                  </a:lnTo>
                  <a:lnTo>
                    <a:pt x="44688" y="346708"/>
                  </a:lnTo>
                  <a:lnTo>
                    <a:pt x="45027" y="346607"/>
                  </a:lnTo>
                  <a:lnTo>
                    <a:pt x="45307" y="346715"/>
                  </a:lnTo>
                  <a:lnTo>
                    <a:pt x="45561" y="346847"/>
                  </a:lnTo>
                  <a:lnTo>
                    <a:pt x="46151" y="346990"/>
                  </a:lnTo>
                  <a:lnTo>
                    <a:pt x="46520" y="347002"/>
                  </a:lnTo>
                  <a:lnTo>
                    <a:pt x="46831" y="347057"/>
                  </a:lnTo>
                  <a:lnTo>
                    <a:pt x="47333" y="347242"/>
                  </a:lnTo>
                  <a:lnTo>
                    <a:pt x="47865" y="347342"/>
                  </a:lnTo>
                  <a:lnTo>
                    <a:pt x="48268" y="347380"/>
                  </a:lnTo>
                  <a:lnTo>
                    <a:pt x="48541" y="347405"/>
                  </a:lnTo>
                  <a:lnTo>
                    <a:pt x="49230" y="347392"/>
                  </a:lnTo>
                  <a:lnTo>
                    <a:pt x="49933" y="347532"/>
                  </a:lnTo>
                  <a:lnTo>
                    <a:pt x="50270" y="347468"/>
                  </a:lnTo>
                  <a:lnTo>
                    <a:pt x="50391" y="347314"/>
                  </a:lnTo>
                  <a:lnTo>
                    <a:pt x="50511" y="347095"/>
                  </a:lnTo>
                  <a:lnTo>
                    <a:pt x="51109" y="346832"/>
                  </a:lnTo>
                  <a:lnTo>
                    <a:pt x="51957" y="346623"/>
                  </a:lnTo>
                  <a:lnTo>
                    <a:pt x="52298" y="346584"/>
                  </a:lnTo>
                  <a:lnTo>
                    <a:pt x="52488" y="346581"/>
                  </a:lnTo>
                  <a:lnTo>
                    <a:pt x="52906" y="346639"/>
                  </a:lnTo>
                  <a:lnTo>
                    <a:pt x="53864" y="346890"/>
                  </a:lnTo>
                  <a:lnTo>
                    <a:pt x="55124" y="347380"/>
                  </a:lnTo>
                  <a:lnTo>
                    <a:pt x="55272" y="347355"/>
                  </a:lnTo>
                  <a:lnTo>
                    <a:pt x="55623" y="347490"/>
                  </a:lnTo>
                  <a:lnTo>
                    <a:pt x="56018" y="347621"/>
                  </a:lnTo>
                  <a:lnTo>
                    <a:pt x="56925" y="347561"/>
                  </a:lnTo>
                  <a:lnTo>
                    <a:pt x="58338" y="347264"/>
                  </a:lnTo>
                  <a:lnTo>
                    <a:pt x="58701" y="347318"/>
                  </a:lnTo>
                  <a:lnTo>
                    <a:pt x="59342" y="347523"/>
                  </a:lnTo>
                  <a:lnTo>
                    <a:pt x="60086" y="347808"/>
                  </a:lnTo>
                  <a:lnTo>
                    <a:pt x="60389" y="347951"/>
                  </a:lnTo>
                  <a:lnTo>
                    <a:pt x="60572" y="348009"/>
                  </a:lnTo>
                  <a:lnTo>
                    <a:pt x="60750" y="348083"/>
                  </a:lnTo>
                  <a:lnTo>
                    <a:pt x="61234" y="348362"/>
                  </a:lnTo>
                  <a:lnTo>
                    <a:pt x="61463" y="348547"/>
                  </a:lnTo>
                  <a:lnTo>
                    <a:pt x="61870" y="348980"/>
                  </a:lnTo>
                  <a:lnTo>
                    <a:pt x="62167" y="349069"/>
                  </a:lnTo>
                  <a:lnTo>
                    <a:pt x="62561" y="349357"/>
                  </a:lnTo>
                  <a:lnTo>
                    <a:pt x="62844" y="349469"/>
                  </a:lnTo>
                  <a:lnTo>
                    <a:pt x="63138" y="349472"/>
                  </a:lnTo>
                  <a:lnTo>
                    <a:pt x="63438" y="349574"/>
                  </a:lnTo>
                  <a:lnTo>
                    <a:pt x="63713" y="349722"/>
                  </a:lnTo>
                  <a:lnTo>
                    <a:pt x="63909" y="349787"/>
                  </a:lnTo>
                  <a:lnTo>
                    <a:pt x="64135" y="349865"/>
                  </a:lnTo>
                  <a:lnTo>
                    <a:pt x="64281" y="350097"/>
                  </a:lnTo>
                  <a:lnTo>
                    <a:pt x="64363" y="350326"/>
                  </a:lnTo>
                  <a:lnTo>
                    <a:pt x="64534" y="350694"/>
                  </a:lnTo>
                  <a:lnTo>
                    <a:pt x="64727" y="351081"/>
                  </a:lnTo>
                  <a:lnTo>
                    <a:pt x="64975" y="351537"/>
                  </a:lnTo>
                  <a:lnTo>
                    <a:pt x="65102" y="351713"/>
                  </a:lnTo>
                  <a:lnTo>
                    <a:pt x="65920" y="352151"/>
                  </a:lnTo>
                  <a:lnTo>
                    <a:pt x="66147" y="352483"/>
                  </a:lnTo>
                  <a:lnTo>
                    <a:pt x="66135" y="352748"/>
                  </a:lnTo>
                  <a:lnTo>
                    <a:pt x="66569" y="352941"/>
                  </a:lnTo>
                  <a:lnTo>
                    <a:pt x="66829" y="353161"/>
                  </a:lnTo>
                  <a:lnTo>
                    <a:pt x="67021" y="353395"/>
                  </a:lnTo>
                  <a:lnTo>
                    <a:pt x="67288" y="353604"/>
                  </a:lnTo>
                  <a:lnTo>
                    <a:pt x="67609" y="353626"/>
                  </a:lnTo>
                  <a:lnTo>
                    <a:pt x="67854" y="353602"/>
                  </a:lnTo>
                  <a:lnTo>
                    <a:pt x="68410" y="353352"/>
                  </a:lnTo>
                  <a:lnTo>
                    <a:pt x="68708" y="353162"/>
                  </a:lnTo>
                  <a:lnTo>
                    <a:pt x="68836" y="353143"/>
                  </a:lnTo>
                  <a:lnTo>
                    <a:pt x="69324" y="353219"/>
                  </a:lnTo>
                  <a:lnTo>
                    <a:pt x="69758" y="353042"/>
                  </a:lnTo>
                  <a:lnTo>
                    <a:pt x="70263" y="352914"/>
                  </a:lnTo>
                  <a:lnTo>
                    <a:pt x="71103" y="353004"/>
                  </a:lnTo>
                  <a:lnTo>
                    <a:pt x="71353" y="352880"/>
                  </a:lnTo>
                  <a:lnTo>
                    <a:pt x="71541" y="352546"/>
                  </a:lnTo>
                  <a:lnTo>
                    <a:pt x="71602" y="352397"/>
                  </a:lnTo>
                  <a:lnTo>
                    <a:pt x="72278" y="351608"/>
                  </a:lnTo>
                  <a:lnTo>
                    <a:pt x="72496" y="351229"/>
                  </a:lnTo>
                  <a:lnTo>
                    <a:pt x="72537" y="351052"/>
                  </a:lnTo>
                  <a:lnTo>
                    <a:pt x="72645" y="350655"/>
                  </a:lnTo>
                  <a:lnTo>
                    <a:pt x="72825" y="350029"/>
                  </a:lnTo>
                  <a:lnTo>
                    <a:pt x="72971" y="349634"/>
                  </a:lnTo>
                  <a:lnTo>
                    <a:pt x="74482" y="348775"/>
                  </a:lnTo>
                  <a:lnTo>
                    <a:pt x="75108" y="349106"/>
                  </a:lnTo>
                  <a:lnTo>
                    <a:pt x="75376" y="348998"/>
                  </a:lnTo>
                  <a:lnTo>
                    <a:pt x="75768" y="349048"/>
                  </a:lnTo>
                  <a:lnTo>
                    <a:pt x="76337" y="349171"/>
                  </a:lnTo>
                  <a:lnTo>
                    <a:pt x="76875" y="349537"/>
                  </a:lnTo>
                  <a:lnTo>
                    <a:pt x="77481" y="349465"/>
                  </a:lnTo>
                  <a:lnTo>
                    <a:pt x="78097" y="349679"/>
                  </a:lnTo>
                  <a:lnTo>
                    <a:pt x="78357" y="349770"/>
                  </a:lnTo>
                  <a:lnTo>
                    <a:pt x="78653" y="349844"/>
                  </a:lnTo>
                  <a:lnTo>
                    <a:pt x="79041" y="349760"/>
                  </a:lnTo>
                  <a:lnTo>
                    <a:pt x="80299" y="349198"/>
                  </a:lnTo>
                  <a:lnTo>
                    <a:pt x="80471" y="349010"/>
                  </a:lnTo>
                  <a:lnTo>
                    <a:pt x="80550" y="348361"/>
                  </a:lnTo>
                  <a:lnTo>
                    <a:pt x="80396" y="347935"/>
                  </a:lnTo>
                  <a:lnTo>
                    <a:pt x="80317" y="347428"/>
                  </a:lnTo>
                  <a:lnTo>
                    <a:pt x="80354" y="347084"/>
                  </a:lnTo>
                  <a:lnTo>
                    <a:pt x="79861" y="346278"/>
                  </a:lnTo>
                  <a:lnTo>
                    <a:pt x="79614" y="346057"/>
                  </a:lnTo>
                  <a:lnTo>
                    <a:pt x="79271" y="345889"/>
                  </a:lnTo>
                  <a:lnTo>
                    <a:pt x="79223" y="345714"/>
                  </a:lnTo>
                  <a:lnTo>
                    <a:pt x="79541" y="345362"/>
                  </a:lnTo>
                  <a:lnTo>
                    <a:pt x="79614" y="345096"/>
                  </a:lnTo>
                  <a:lnTo>
                    <a:pt x="79510" y="344915"/>
                  </a:lnTo>
                  <a:lnTo>
                    <a:pt x="79136" y="344419"/>
                  </a:lnTo>
                  <a:lnTo>
                    <a:pt x="79231" y="344166"/>
                  </a:lnTo>
                  <a:lnTo>
                    <a:pt x="79304" y="343903"/>
                  </a:lnTo>
                  <a:lnTo>
                    <a:pt x="79236" y="343538"/>
                  </a:lnTo>
                  <a:lnTo>
                    <a:pt x="79393" y="343134"/>
                  </a:lnTo>
                  <a:lnTo>
                    <a:pt x="79427" y="342874"/>
                  </a:lnTo>
                  <a:lnTo>
                    <a:pt x="79258" y="342753"/>
                  </a:lnTo>
                  <a:lnTo>
                    <a:pt x="79109" y="342693"/>
                  </a:lnTo>
                  <a:lnTo>
                    <a:pt x="78675" y="342541"/>
                  </a:lnTo>
                  <a:lnTo>
                    <a:pt x="78391" y="342372"/>
                  </a:lnTo>
                  <a:lnTo>
                    <a:pt x="77813" y="342097"/>
                  </a:lnTo>
                  <a:lnTo>
                    <a:pt x="77657" y="342020"/>
                  </a:lnTo>
                  <a:lnTo>
                    <a:pt x="77134" y="341682"/>
                  </a:lnTo>
                  <a:lnTo>
                    <a:pt x="76977" y="341353"/>
                  </a:lnTo>
                  <a:lnTo>
                    <a:pt x="76992" y="341146"/>
                  </a:lnTo>
                  <a:lnTo>
                    <a:pt x="77061" y="340812"/>
                  </a:lnTo>
                  <a:lnTo>
                    <a:pt x="77119" y="340645"/>
                  </a:lnTo>
                  <a:lnTo>
                    <a:pt x="77237" y="340351"/>
                  </a:lnTo>
                  <a:lnTo>
                    <a:pt x="77445" y="339942"/>
                  </a:lnTo>
                  <a:lnTo>
                    <a:pt x="78032" y="339417"/>
                  </a:lnTo>
                  <a:lnTo>
                    <a:pt x="78072" y="338406"/>
                  </a:lnTo>
                  <a:lnTo>
                    <a:pt x="77263" y="337946"/>
                  </a:lnTo>
                  <a:lnTo>
                    <a:pt x="77058" y="337857"/>
                  </a:lnTo>
                  <a:lnTo>
                    <a:pt x="76082" y="336662"/>
                  </a:lnTo>
                  <a:lnTo>
                    <a:pt x="76238" y="336512"/>
                  </a:lnTo>
                  <a:lnTo>
                    <a:pt x="76359" y="336021"/>
                  </a:lnTo>
                  <a:lnTo>
                    <a:pt x="76243" y="335668"/>
                  </a:lnTo>
                  <a:lnTo>
                    <a:pt x="76243" y="335039"/>
                  </a:lnTo>
                  <a:lnTo>
                    <a:pt x="76331" y="334851"/>
                  </a:lnTo>
                  <a:lnTo>
                    <a:pt x="76859" y="332185"/>
                  </a:lnTo>
                  <a:lnTo>
                    <a:pt x="77215" y="331672"/>
                  </a:lnTo>
                  <a:lnTo>
                    <a:pt x="76938" y="331210"/>
                  </a:lnTo>
                  <a:lnTo>
                    <a:pt x="76788" y="331210"/>
                  </a:lnTo>
                  <a:lnTo>
                    <a:pt x="76083" y="330758"/>
                  </a:lnTo>
                  <a:lnTo>
                    <a:pt x="76133" y="330447"/>
                  </a:lnTo>
                  <a:lnTo>
                    <a:pt x="76175" y="330005"/>
                  </a:lnTo>
                  <a:lnTo>
                    <a:pt x="76379" y="329148"/>
                  </a:lnTo>
                  <a:lnTo>
                    <a:pt x="76519" y="327895"/>
                  </a:lnTo>
                  <a:lnTo>
                    <a:pt x="76139" y="326967"/>
                  </a:lnTo>
                  <a:lnTo>
                    <a:pt x="76224" y="326733"/>
                  </a:lnTo>
                  <a:lnTo>
                    <a:pt x="76328" y="326485"/>
                  </a:lnTo>
                  <a:lnTo>
                    <a:pt x="76422" y="326260"/>
                  </a:lnTo>
                  <a:lnTo>
                    <a:pt x="76420" y="326008"/>
                  </a:lnTo>
                  <a:lnTo>
                    <a:pt x="76044" y="325952"/>
                  </a:lnTo>
                  <a:lnTo>
                    <a:pt x="75255" y="325561"/>
                  </a:lnTo>
                  <a:lnTo>
                    <a:pt x="74914" y="325442"/>
                  </a:lnTo>
                  <a:lnTo>
                    <a:pt x="74665" y="325375"/>
                  </a:lnTo>
                  <a:lnTo>
                    <a:pt x="74518" y="325382"/>
                  </a:lnTo>
                  <a:lnTo>
                    <a:pt x="74239" y="325386"/>
                  </a:lnTo>
                  <a:lnTo>
                    <a:pt x="73918" y="325287"/>
                  </a:lnTo>
                  <a:lnTo>
                    <a:pt x="73767" y="325222"/>
                  </a:lnTo>
                  <a:lnTo>
                    <a:pt x="73141" y="325082"/>
                  </a:lnTo>
                  <a:lnTo>
                    <a:pt x="72684" y="325009"/>
                  </a:lnTo>
                  <a:lnTo>
                    <a:pt x="72522" y="324920"/>
                  </a:lnTo>
                  <a:lnTo>
                    <a:pt x="72132" y="324830"/>
                  </a:lnTo>
                  <a:lnTo>
                    <a:pt x="71819" y="324792"/>
                  </a:lnTo>
                  <a:lnTo>
                    <a:pt x="71637" y="324780"/>
                  </a:lnTo>
                  <a:lnTo>
                    <a:pt x="71203" y="324926"/>
                  </a:lnTo>
                  <a:lnTo>
                    <a:pt x="70969" y="325019"/>
                  </a:lnTo>
                  <a:lnTo>
                    <a:pt x="70758" y="324933"/>
                  </a:lnTo>
                  <a:lnTo>
                    <a:pt x="70392" y="324482"/>
                  </a:lnTo>
                  <a:lnTo>
                    <a:pt x="70258" y="324461"/>
                  </a:lnTo>
                  <a:lnTo>
                    <a:pt x="69985" y="324439"/>
                  </a:lnTo>
                  <a:lnTo>
                    <a:pt x="69841" y="324492"/>
                  </a:lnTo>
                  <a:lnTo>
                    <a:pt x="69478" y="324600"/>
                  </a:lnTo>
                  <a:lnTo>
                    <a:pt x="69283" y="324607"/>
                  </a:lnTo>
                  <a:lnTo>
                    <a:pt x="69078" y="324520"/>
                  </a:lnTo>
                  <a:lnTo>
                    <a:pt x="68617" y="324653"/>
                  </a:lnTo>
                  <a:lnTo>
                    <a:pt x="68140" y="324609"/>
                  </a:lnTo>
                  <a:lnTo>
                    <a:pt x="67981" y="324508"/>
                  </a:lnTo>
                  <a:lnTo>
                    <a:pt x="67753" y="324432"/>
                  </a:lnTo>
                  <a:lnTo>
                    <a:pt x="67519" y="324401"/>
                  </a:lnTo>
                  <a:lnTo>
                    <a:pt x="66973" y="324527"/>
                  </a:lnTo>
                  <a:lnTo>
                    <a:pt x="66747" y="324495"/>
                  </a:lnTo>
                  <a:lnTo>
                    <a:pt x="66515" y="324421"/>
                  </a:lnTo>
                  <a:lnTo>
                    <a:pt x="66199" y="324463"/>
                  </a:lnTo>
                  <a:lnTo>
                    <a:pt x="66152" y="324214"/>
                  </a:lnTo>
                  <a:lnTo>
                    <a:pt x="66462" y="323716"/>
                  </a:lnTo>
                  <a:lnTo>
                    <a:pt x="66582" y="323481"/>
                  </a:lnTo>
                  <a:lnTo>
                    <a:pt x="66368" y="323384"/>
                  </a:lnTo>
                  <a:lnTo>
                    <a:pt x="66110" y="323261"/>
                  </a:lnTo>
                  <a:lnTo>
                    <a:pt x="65574" y="323292"/>
                  </a:lnTo>
                  <a:lnTo>
                    <a:pt x="64609" y="323240"/>
                  </a:lnTo>
                  <a:lnTo>
                    <a:pt x="64246" y="323273"/>
                  </a:lnTo>
                  <a:lnTo>
                    <a:pt x="64112" y="323182"/>
                  </a:lnTo>
                  <a:lnTo>
                    <a:pt x="63779" y="323048"/>
                  </a:lnTo>
                  <a:lnTo>
                    <a:pt x="63492" y="323049"/>
                  </a:lnTo>
                  <a:lnTo>
                    <a:pt x="62981" y="323221"/>
                  </a:lnTo>
                  <a:lnTo>
                    <a:pt x="62276" y="322725"/>
                  </a:lnTo>
                  <a:lnTo>
                    <a:pt x="62001" y="322325"/>
                  </a:lnTo>
                  <a:lnTo>
                    <a:pt x="61880" y="322106"/>
                  </a:lnTo>
                  <a:lnTo>
                    <a:pt x="61756" y="321750"/>
                  </a:lnTo>
                  <a:lnTo>
                    <a:pt x="61699" y="321266"/>
                  </a:lnTo>
                  <a:lnTo>
                    <a:pt x="61995" y="321222"/>
                  </a:lnTo>
                  <a:lnTo>
                    <a:pt x="62240" y="321051"/>
                  </a:lnTo>
                  <a:lnTo>
                    <a:pt x="62276" y="320532"/>
                  </a:lnTo>
                  <a:lnTo>
                    <a:pt x="62087" y="320071"/>
                  </a:lnTo>
                  <a:lnTo>
                    <a:pt x="62017" y="319768"/>
                  </a:lnTo>
                  <a:lnTo>
                    <a:pt x="62087" y="319341"/>
                  </a:lnTo>
                  <a:lnTo>
                    <a:pt x="61814" y="319138"/>
                  </a:lnTo>
                  <a:lnTo>
                    <a:pt x="61023" y="318869"/>
                  </a:lnTo>
                  <a:lnTo>
                    <a:pt x="61182" y="318147"/>
                  </a:lnTo>
                  <a:lnTo>
                    <a:pt x="61247" y="317696"/>
                  </a:lnTo>
                  <a:lnTo>
                    <a:pt x="61586" y="317388"/>
                  </a:lnTo>
                  <a:lnTo>
                    <a:pt x="61527" y="317254"/>
                  </a:lnTo>
                  <a:lnTo>
                    <a:pt x="61640" y="316570"/>
                  </a:lnTo>
                  <a:lnTo>
                    <a:pt x="62153" y="316396"/>
                  </a:lnTo>
                  <a:lnTo>
                    <a:pt x="62671" y="316271"/>
                  </a:lnTo>
                  <a:lnTo>
                    <a:pt x="62850" y="316087"/>
                  </a:lnTo>
                  <a:lnTo>
                    <a:pt x="63023" y="315976"/>
                  </a:lnTo>
                  <a:lnTo>
                    <a:pt x="63276" y="315691"/>
                  </a:lnTo>
                  <a:lnTo>
                    <a:pt x="63054" y="315185"/>
                  </a:lnTo>
                  <a:lnTo>
                    <a:pt x="62428" y="314972"/>
                  </a:lnTo>
                  <a:lnTo>
                    <a:pt x="62321" y="314569"/>
                  </a:lnTo>
                  <a:lnTo>
                    <a:pt x="61976" y="314221"/>
                  </a:lnTo>
                  <a:lnTo>
                    <a:pt x="62119" y="313619"/>
                  </a:lnTo>
                  <a:lnTo>
                    <a:pt x="61747" y="313005"/>
                  </a:lnTo>
                  <a:lnTo>
                    <a:pt x="61712" y="312527"/>
                  </a:lnTo>
                  <a:lnTo>
                    <a:pt x="61681" y="312110"/>
                  </a:lnTo>
                  <a:lnTo>
                    <a:pt x="61970" y="311408"/>
                  </a:lnTo>
                  <a:lnTo>
                    <a:pt x="61937" y="310924"/>
                  </a:lnTo>
                  <a:lnTo>
                    <a:pt x="62675" y="310174"/>
                  </a:lnTo>
                  <a:lnTo>
                    <a:pt x="63075" y="310282"/>
                  </a:lnTo>
                  <a:lnTo>
                    <a:pt x="63969" y="309728"/>
                  </a:lnTo>
                  <a:lnTo>
                    <a:pt x="64186" y="309700"/>
                  </a:lnTo>
                  <a:lnTo>
                    <a:pt x="65005" y="309016"/>
                  </a:lnTo>
                  <a:lnTo>
                    <a:pt x="64972" y="308724"/>
                  </a:lnTo>
                  <a:lnTo>
                    <a:pt x="65107" y="308271"/>
                  </a:lnTo>
                  <a:lnTo>
                    <a:pt x="65371" y="307978"/>
                  </a:lnTo>
                  <a:lnTo>
                    <a:pt x="65690" y="307739"/>
                  </a:lnTo>
                  <a:lnTo>
                    <a:pt x="65933" y="307427"/>
                  </a:lnTo>
                  <a:lnTo>
                    <a:pt x="65999" y="307214"/>
                  </a:lnTo>
                  <a:lnTo>
                    <a:pt x="66456" y="306754"/>
                  </a:lnTo>
                  <a:lnTo>
                    <a:pt x="67216" y="306118"/>
                  </a:lnTo>
                  <a:lnTo>
                    <a:pt x="67497" y="305766"/>
                  </a:lnTo>
                  <a:lnTo>
                    <a:pt x="67979" y="305334"/>
                  </a:lnTo>
                  <a:lnTo>
                    <a:pt x="68481" y="305126"/>
                  </a:lnTo>
                  <a:lnTo>
                    <a:pt x="68974" y="305129"/>
                  </a:lnTo>
                  <a:lnTo>
                    <a:pt x="69172" y="305197"/>
                  </a:lnTo>
                  <a:lnTo>
                    <a:pt x="69383" y="305223"/>
                  </a:lnTo>
                  <a:lnTo>
                    <a:pt x="70245" y="305106"/>
                  </a:lnTo>
                  <a:lnTo>
                    <a:pt x="70377" y="305106"/>
                  </a:lnTo>
                  <a:lnTo>
                    <a:pt x="70509" y="305125"/>
                  </a:lnTo>
                  <a:lnTo>
                    <a:pt x="71108" y="305117"/>
                  </a:lnTo>
                  <a:lnTo>
                    <a:pt x="72095" y="305222"/>
                  </a:lnTo>
                  <a:lnTo>
                    <a:pt x="72530" y="305228"/>
                  </a:lnTo>
                  <a:lnTo>
                    <a:pt x="72923" y="305213"/>
                  </a:lnTo>
                  <a:lnTo>
                    <a:pt x="73212" y="305215"/>
                  </a:lnTo>
                  <a:lnTo>
                    <a:pt x="73447" y="305337"/>
                  </a:lnTo>
                  <a:lnTo>
                    <a:pt x="74065" y="305483"/>
                  </a:lnTo>
                  <a:lnTo>
                    <a:pt x="74457" y="305404"/>
                  </a:lnTo>
                  <a:lnTo>
                    <a:pt x="74914" y="305248"/>
                  </a:lnTo>
                  <a:lnTo>
                    <a:pt x="75443" y="305013"/>
                  </a:lnTo>
                  <a:lnTo>
                    <a:pt x="75970" y="304796"/>
                  </a:lnTo>
                  <a:lnTo>
                    <a:pt x="76683" y="304317"/>
                  </a:lnTo>
                  <a:lnTo>
                    <a:pt x="76839" y="303813"/>
                  </a:lnTo>
                  <a:lnTo>
                    <a:pt x="76899" y="303524"/>
                  </a:lnTo>
                  <a:lnTo>
                    <a:pt x="76938" y="303069"/>
                  </a:lnTo>
                  <a:lnTo>
                    <a:pt x="77415" y="302591"/>
                  </a:lnTo>
                  <a:lnTo>
                    <a:pt x="77628" y="302568"/>
                  </a:lnTo>
                  <a:lnTo>
                    <a:pt x="77756" y="302555"/>
                  </a:lnTo>
                  <a:lnTo>
                    <a:pt x="78134" y="302528"/>
                  </a:lnTo>
                  <a:lnTo>
                    <a:pt x="78508" y="302504"/>
                  </a:lnTo>
                  <a:lnTo>
                    <a:pt x="78734" y="302505"/>
                  </a:lnTo>
                  <a:lnTo>
                    <a:pt x="79060" y="302500"/>
                  </a:lnTo>
                  <a:lnTo>
                    <a:pt x="79247" y="302497"/>
                  </a:lnTo>
                  <a:lnTo>
                    <a:pt x="79565" y="302490"/>
                  </a:lnTo>
                  <a:lnTo>
                    <a:pt x="80376" y="302369"/>
                  </a:lnTo>
                  <a:lnTo>
                    <a:pt x="80892" y="301841"/>
                  </a:lnTo>
                  <a:lnTo>
                    <a:pt x="80953" y="301667"/>
                  </a:lnTo>
                  <a:lnTo>
                    <a:pt x="80957" y="301143"/>
                  </a:lnTo>
                  <a:lnTo>
                    <a:pt x="80986" y="300685"/>
                  </a:lnTo>
                  <a:lnTo>
                    <a:pt x="81060" y="300487"/>
                  </a:lnTo>
                  <a:lnTo>
                    <a:pt x="81423" y="300339"/>
                  </a:lnTo>
                  <a:lnTo>
                    <a:pt x="81877" y="300197"/>
                  </a:lnTo>
                  <a:lnTo>
                    <a:pt x="82182" y="299963"/>
                  </a:lnTo>
                  <a:lnTo>
                    <a:pt x="83377" y="299471"/>
                  </a:lnTo>
                  <a:lnTo>
                    <a:pt x="83655" y="299466"/>
                  </a:lnTo>
                  <a:lnTo>
                    <a:pt x="84026" y="299707"/>
                  </a:lnTo>
                  <a:lnTo>
                    <a:pt x="84314" y="299915"/>
                  </a:lnTo>
                  <a:lnTo>
                    <a:pt x="84477" y="300021"/>
                  </a:lnTo>
                  <a:lnTo>
                    <a:pt x="85049" y="300314"/>
                  </a:lnTo>
                  <a:lnTo>
                    <a:pt x="85864" y="300300"/>
                  </a:lnTo>
                  <a:lnTo>
                    <a:pt x="86712" y="300062"/>
                  </a:lnTo>
                  <a:lnTo>
                    <a:pt x="87159" y="300129"/>
                  </a:lnTo>
                  <a:lnTo>
                    <a:pt x="87555" y="300182"/>
                  </a:lnTo>
                  <a:lnTo>
                    <a:pt x="88309" y="300168"/>
                  </a:lnTo>
                  <a:lnTo>
                    <a:pt x="88639" y="300130"/>
                  </a:lnTo>
                  <a:lnTo>
                    <a:pt x="89460" y="300028"/>
                  </a:lnTo>
                  <a:lnTo>
                    <a:pt x="89562" y="299535"/>
                  </a:lnTo>
                  <a:lnTo>
                    <a:pt x="89118" y="298920"/>
                  </a:lnTo>
                  <a:lnTo>
                    <a:pt x="88898" y="298813"/>
                  </a:lnTo>
                  <a:lnTo>
                    <a:pt x="88654" y="298668"/>
                  </a:lnTo>
                  <a:lnTo>
                    <a:pt x="88483" y="298484"/>
                  </a:lnTo>
                  <a:lnTo>
                    <a:pt x="88529" y="298265"/>
                  </a:lnTo>
                  <a:lnTo>
                    <a:pt x="88698" y="297974"/>
                  </a:lnTo>
                  <a:lnTo>
                    <a:pt x="89099" y="297611"/>
                  </a:lnTo>
                  <a:lnTo>
                    <a:pt x="89092" y="297178"/>
                  </a:lnTo>
                  <a:lnTo>
                    <a:pt x="89117" y="296791"/>
                  </a:lnTo>
                  <a:lnTo>
                    <a:pt x="89146" y="296328"/>
                  </a:lnTo>
                  <a:lnTo>
                    <a:pt x="89037" y="296021"/>
                  </a:lnTo>
                  <a:lnTo>
                    <a:pt x="88804" y="295696"/>
                  </a:lnTo>
                  <a:lnTo>
                    <a:pt x="88340" y="295176"/>
                  </a:lnTo>
                  <a:lnTo>
                    <a:pt x="88218" y="294664"/>
                  </a:lnTo>
                  <a:lnTo>
                    <a:pt x="88221" y="294174"/>
                  </a:lnTo>
                  <a:lnTo>
                    <a:pt x="88124" y="293875"/>
                  </a:lnTo>
                  <a:lnTo>
                    <a:pt x="88089" y="293592"/>
                  </a:lnTo>
                  <a:lnTo>
                    <a:pt x="88105" y="293376"/>
                  </a:lnTo>
                  <a:lnTo>
                    <a:pt x="88103" y="293160"/>
                  </a:lnTo>
                  <a:lnTo>
                    <a:pt x="87944" y="292954"/>
                  </a:lnTo>
                  <a:lnTo>
                    <a:pt x="87879" y="292699"/>
                  </a:lnTo>
                  <a:lnTo>
                    <a:pt x="88009" y="292221"/>
                  </a:lnTo>
                  <a:lnTo>
                    <a:pt x="87778" y="291986"/>
                  </a:lnTo>
                  <a:lnTo>
                    <a:pt x="87237" y="291496"/>
                  </a:lnTo>
                  <a:lnTo>
                    <a:pt x="86988" y="291322"/>
                  </a:lnTo>
                  <a:lnTo>
                    <a:pt x="86710" y="291192"/>
                  </a:lnTo>
                  <a:lnTo>
                    <a:pt x="86430" y="291193"/>
                  </a:lnTo>
                  <a:lnTo>
                    <a:pt x="86048" y="291237"/>
                  </a:lnTo>
                  <a:lnTo>
                    <a:pt x="85722" y="290832"/>
                  </a:lnTo>
                  <a:lnTo>
                    <a:pt x="85427" y="290598"/>
                  </a:lnTo>
                  <a:lnTo>
                    <a:pt x="84771" y="290118"/>
                  </a:lnTo>
                  <a:lnTo>
                    <a:pt x="84554" y="290108"/>
                  </a:lnTo>
                  <a:lnTo>
                    <a:pt x="83797" y="289734"/>
                  </a:lnTo>
                  <a:lnTo>
                    <a:pt x="84149" y="289469"/>
                  </a:lnTo>
                  <a:lnTo>
                    <a:pt x="84102" y="289327"/>
                  </a:lnTo>
                  <a:lnTo>
                    <a:pt x="83770" y="288769"/>
                  </a:lnTo>
                  <a:lnTo>
                    <a:pt x="83933" y="288396"/>
                  </a:lnTo>
                  <a:lnTo>
                    <a:pt x="83882" y="288077"/>
                  </a:lnTo>
                  <a:lnTo>
                    <a:pt x="83681" y="287559"/>
                  </a:lnTo>
                  <a:lnTo>
                    <a:pt x="83686" y="287417"/>
                  </a:lnTo>
                  <a:lnTo>
                    <a:pt x="83738" y="286670"/>
                  </a:lnTo>
                  <a:lnTo>
                    <a:pt x="83797" y="286358"/>
                  </a:lnTo>
                  <a:lnTo>
                    <a:pt x="83537" y="285907"/>
                  </a:lnTo>
                  <a:lnTo>
                    <a:pt x="82961" y="285649"/>
                  </a:lnTo>
                  <a:lnTo>
                    <a:pt x="82912" y="284743"/>
                  </a:lnTo>
                  <a:lnTo>
                    <a:pt x="82826" y="284541"/>
                  </a:lnTo>
                  <a:lnTo>
                    <a:pt x="82558" y="284337"/>
                  </a:lnTo>
                  <a:lnTo>
                    <a:pt x="82419" y="284132"/>
                  </a:lnTo>
                  <a:lnTo>
                    <a:pt x="81769" y="283889"/>
                  </a:lnTo>
                  <a:lnTo>
                    <a:pt x="81220" y="283102"/>
                  </a:lnTo>
                  <a:lnTo>
                    <a:pt x="81222" y="282683"/>
                  </a:lnTo>
                  <a:lnTo>
                    <a:pt x="81168" y="282397"/>
                  </a:lnTo>
                  <a:lnTo>
                    <a:pt x="81215" y="281692"/>
                  </a:lnTo>
                  <a:lnTo>
                    <a:pt x="80935" y="281435"/>
                  </a:lnTo>
                  <a:lnTo>
                    <a:pt x="80677" y="280652"/>
                  </a:lnTo>
                  <a:lnTo>
                    <a:pt x="80353" y="280532"/>
                  </a:lnTo>
                  <a:lnTo>
                    <a:pt x="80155" y="280271"/>
                  </a:lnTo>
                  <a:lnTo>
                    <a:pt x="80039" y="279679"/>
                  </a:lnTo>
                  <a:lnTo>
                    <a:pt x="80009" y="279418"/>
                  </a:lnTo>
                  <a:lnTo>
                    <a:pt x="79976" y="278938"/>
                  </a:lnTo>
                  <a:lnTo>
                    <a:pt x="79982" y="278774"/>
                  </a:lnTo>
                  <a:lnTo>
                    <a:pt x="79981" y="278487"/>
                  </a:lnTo>
                  <a:lnTo>
                    <a:pt x="79968" y="277955"/>
                  </a:lnTo>
                  <a:lnTo>
                    <a:pt x="79952" y="277780"/>
                  </a:lnTo>
                  <a:lnTo>
                    <a:pt x="79888" y="277601"/>
                  </a:lnTo>
                  <a:lnTo>
                    <a:pt x="79564" y="276884"/>
                  </a:lnTo>
                  <a:lnTo>
                    <a:pt x="78903" y="276220"/>
                  </a:lnTo>
                  <a:lnTo>
                    <a:pt x="78767" y="276098"/>
                  </a:lnTo>
                  <a:lnTo>
                    <a:pt x="78379" y="275580"/>
                  </a:lnTo>
                  <a:lnTo>
                    <a:pt x="78198" y="275185"/>
                  </a:lnTo>
                  <a:lnTo>
                    <a:pt x="78013" y="275151"/>
                  </a:lnTo>
                  <a:lnTo>
                    <a:pt x="77718" y="274976"/>
                  </a:lnTo>
                  <a:lnTo>
                    <a:pt x="77271" y="274807"/>
                  </a:lnTo>
                  <a:lnTo>
                    <a:pt x="76817" y="274682"/>
                  </a:lnTo>
                  <a:lnTo>
                    <a:pt x="76646" y="274630"/>
                  </a:lnTo>
                  <a:lnTo>
                    <a:pt x="76350" y="274507"/>
                  </a:lnTo>
                  <a:lnTo>
                    <a:pt x="75869" y="274351"/>
                  </a:lnTo>
                  <a:lnTo>
                    <a:pt x="75696" y="274320"/>
                  </a:lnTo>
                  <a:lnTo>
                    <a:pt x="75442" y="274287"/>
                  </a:lnTo>
                  <a:lnTo>
                    <a:pt x="75113" y="274333"/>
                  </a:lnTo>
                  <a:lnTo>
                    <a:pt x="74843" y="274212"/>
                  </a:lnTo>
                  <a:lnTo>
                    <a:pt x="74320" y="274717"/>
                  </a:lnTo>
                  <a:lnTo>
                    <a:pt x="74058" y="274736"/>
                  </a:lnTo>
                  <a:lnTo>
                    <a:pt x="73863" y="274699"/>
                  </a:lnTo>
                  <a:lnTo>
                    <a:pt x="73630" y="274723"/>
                  </a:lnTo>
                  <a:lnTo>
                    <a:pt x="73091" y="274972"/>
                  </a:lnTo>
                  <a:lnTo>
                    <a:pt x="72873" y="275093"/>
                  </a:lnTo>
                  <a:lnTo>
                    <a:pt x="72607" y="275145"/>
                  </a:lnTo>
                  <a:lnTo>
                    <a:pt x="72435" y="275075"/>
                  </a:lnTo>
                  <a:lnTo>
                    <a:pt x="72006" y="275014"/>
                  </a:lnTo>
                  <a:lnTo>
                    <a:pt x="71811" y="274928"/>
                  </a:lnTo>
                  <a:lnTo>
                    <a:pt x="72070" y="274466"/>
                  </a:lnTo>
                  <a:lnTo>
                    <a:pt x="72054" y="274101"/>
                  </a:lnTo>
                  <a:lnTo>
                    <a:pt x="71959" y="273953"/>
                  </a:lnTo>
                  <a:lnTo>
                    <a:pt x="71825" y="273871"/>
                  </a:lnTo>
                  <a:lnTo>
                    <a:pt x="71677" y="273795"/>
                  </a:lnTo>
                  <a:lnTo>
                    <a:pt x="71506" y="273774"/>
                  </a:lnTo>
                  <a:lnTo>
                    <a:pt x="71271" y="273770"/>
                  </a:lnTo>
                  <a:lnTo>
                    <a:pt x="71109" y="273607"/>
                  </a:lnTo>
                  <a:lnTo>
                    <a:pt x="70339" y="272991"/>
                  </a:lnTo>
                  <a:lnTo>
                    <a:pt x="70147" y="272957"/>
                  </a:lnTo>
                  <a:lnTo>
                    <a:pt x="69995" y="272872"/>
                  </a:lnTo>
                  <a:lnTo>
                    <a:pt x="69800" y="272737"/>
                  </a:lnTo>
                  <a:lnTo>
                    <a:pt x="69493" y="272513"/>
                  </a:lnTo>
                  <a:lnTo>
                    <a:pt x="69063" y="272334"/>
                  </a:lnTo>
                  <a:lnTo>
                    <a:pt x="68850" y="272342"/>
                  </a:lnTo>
                  <a:lnTo>
                    <a:pt x="68312" y="272156"/>
                  </a:lnTo>
                  <a:lnTo>
                    <a:pt x="68568" y="271152"/>
                  </a:lnTo>
                  <a:lnTo>
                    <a:pt x="68647" y="270830"/>
                  </a:lnTo>
                  <a:lnTo>
                    <a:pt x="69012" y="270380"/>
                  </a:lnTo>
                  <a:lnTo>
                    <a:pt x="69253" y="269961"/>
                  </a:lnTo>
                  <a:lnTo>
                    <a:pt x="68982" y="269494"/>
                  </a:lnTo>
                  <a:lnTo>
                    <a:pt x="68830" y="269380"/>
                  </a:lnTo>
                  <a:lnTo>
                    <a:pt x="68236" y="269010"/>
                  </a:lnTo>
                  <a:lnTo>
                    <a:pt x="68036" y="268913"/>
                  </a:lnTo>
                  <a:lnTo>
                    <a:pt x="67893" y="268648"/>
                  </a:lnTo>
                  <a:lnTo>
                    <a:pt x="67807" y="268437"/>
                  </a:lnTo>
                  <a:lnTo>
                    <a:pt x="66983" y="268198"/>
                  </a:lnTo>
                  <a:lnTo>
                    <a:pt x="66798" y="268154"/>
                  </a:lnTo>
                  <a:lnTo>
                    <a:pt x="66460" y="268028"/>
                  </a:lnTo>
                  <a:lnTo>
                    <a:pt x="66076" y="267577"/>
                  </a:lnTo>
                  <a:lnTo>
                    <a:pt x="66019" y="267447"/>
                  </a:lnTo>
                  <a:lnTo>
                    <a:pt x="65909" y="267151"/>
                  </a:lnTo>
                  <a:lnTo>
                    <a:pt x="65753" y="267040"/>
                  </a:lnTo>
                  <a:lnTo>
                    <a:pt x="65372" y="266911"/>
                  </a:lnTo>
                  <a:lnTo>
                    <a:pt x="64921" y="266735"/>
                  </a:lnTo>
                  <a:lnTo>
                    <a:pt x="64879" y="266503"/>
                  </a:lnTo>
                  <a:lnTo>
                    <a:pt x="64547" y="266181"/>
                  </a:lnTo>
                  <a:lnTo>
                    <a:pt x="64219" y="265892"/>
                  </a:lnTo>
                  <a:lnTo>
                    <a:pt x="63562" y="265705"/>
                  </a:lnTo>
                  <a:lnTo>
                    <a:pt x="63147" y="265754"/>
                  </a:lnTo>
                  <a:lnTo>
                    <a:pt x="62876" y="265693"/>
                  </a:lnTo>
                  <a:lnTo>
                    <a:pt x="62588" y="265535"/>
                  </a:lnTo>
                  <a:lnTo>
                    <a:pt x="62310" y="265084"/>
                  </a:lnTo>
                  <a:lnTo>
                    <a:pt x="62072" y="264977"/>
                  </a:lnTo>
                  <a:lnTo>
                    <a:pt x="61677" y="264667"/>
                  </a:lnTo>
                  <a:lnTo>
                    <a:pt x="60849" y="264546"/>
                  </a:lnTo>
                  <a:lnTo>
                    <a:pt x="60604" y="264386"/>
                  </a:lnTo>
                  <a:lnTo>
                    <a:pt x="59659" y="264206"/>
                  </a:lnTo>
                  <a:lnTo>
                    <a:pt x="59520" y="263640"/>
                  </a:lnTo>
                  <a:lnTo>
                    <a:pt x="58908" y="263446"/>
                  </a:lnTo>
                  <a:lnTo>
                    <a:pt x="57918" y="263324"/>
                  </a:lnTo>
                  <a:lnTo>
                    <a:pt x="57478" y="263123"/>
                  </a:lnTo>
                  <a:lnTo>
                    <a:pt x="57128" y="263196"/>
                  </a:lnTo>
                  <a:lnTo>
                    <a:pt x="56686" y="263366"/>
                  </a:lnTo>
                  <a:lnTo>
                    <a:pt x="56520" y="263301"/>
                  </a:lnTo>
                  <a:lnTo>
                    <a:pt x="56021" y="262985"/>
                  </a:lnTo>
                  <a:lnTo>
                    <a:pt x="55736" y="262972"/>
                  </a:lnTo>
                  <a:lnTo>
                    <a:pt x="55275" y="262992"/>
                  </a:lnTo>
                  <a:lnTo>
                    <a:pt x="55055" y="262904"/>
                  </a:lnTo>
                  <a:lnTo>
                    <a:pt x="54980" y="262734"/>
                  </a:lnTo>
                  <a:lnTo>
                    <a:pt x="54848" y="262287"/>
                  </a:lnTo>
                  <a:lnTo>
                    <a:pt x="54893" y="262026"/>
                  </a:lnTo>
                  <a:lnTo>
                    <a:pt x="54739" y="261978"/>
                  </a:lnTo>
                  <a:lnTo>
                    <a:pt x="54500" y="261953"/>
                  </a:lnTo>
                  <a:lnTo>
                    <a:pt x="54147" y="261940"/>
                  </a:lnTo>
                  <a:lnTo>
                    <a:pt x="53432" y="261647"/>
                  </a:lnTo>
                  <a:lnTo>
                    <a:pt x="52985" y="261756"/>
                  </a:lnTo>
                  <a:lnTo>
                    <a:pt x="52669" y="261614"/>
                  </a:lnTo>
                  <a:lnTo>
                    <a:pt x="52041" y="261535"/>
                  </a:lnTo>
                  <a:lnTo>
                    <a:pt x="52042" y="261309"/>
                  </a:lnTo>
                  <a:lnTo>
                    <a:pt x="52041" y="260769"/>
                  </a:lnTo>
                  <a:lnTo>
                    <a:pt x="52035" y="259136"/>
                  </a:lnTo>
                  <a:lnTo>
                    <a:pt x="52031" y="258594"/>
                  </a:lnTo>
                  <a:lnTo>
                    <a:pt x="52027" y="257513"/>
                  </a:lnTo>
                  <a:lnTo>
                    <a:pt x="52022" y="256438"/>
                  </a:lnTo>
                  <a:lnTo>
                    <a:pt x="52019" y="255903"/>
                  </a:lnTo>
                  <a:lnTo>
                    <a:pt x="52007" y="254295"/>
                  </a:lnTo>
                  <a:lnTo>
                    <a:pt x="51997" y="253780"/>
                  </a:lnTo>
                  <a:lnTo>
                    <a:pt x="52000" y="253213"/>
                  </a:lnTo>
                  <a:lnTo>
                    <a:pt x="51997" y="252684"/>
                  </a:lnTo>
                  <a:lnTo>
                    <a:pt x="51988" y="251594"/>
                  </a:lnTo>
                  <a:lnTo>
                    <a:pt x="51982" y="251053"/>
                  </a:lnTo>
                  <a:lnTo>
                    <a:pt x="51975" y="249974"/>
                  </a:lnTo>
                  <a:lnTo>
                    <a:pt x="51967" y="249432"/>
                  </a:lnTo>
                  <a:lnTo>
                    <a:pt x="51964" y="248898"/>
                  </a:lnTo>
                  <a:lnTo>
                    <a:pt x="51963" y="248368"/>
                  </a:lnTo>
                  <a:lnTo>
                    <a:pt x="51958" y="247640"/>
                  </a:lnTo>
                  <a:lnTo>
                    <a:pt x="51944" y="247057"/>
                  </a:lnTo>
                  <a:lnTo>
                    <a:pt x="51937" y="246171"/>
                  </a:lnTo>
                  <a:lnTo>
                    <a:pt x="51928" y="244931"/>
                  </a:lnTo>
                  <a:lnTo>
                    <a:pt x="51917" y="243245"/>
                  </a:lnTo>
                  <a:lnTo>
                    <a:pt x="51912" y="242166"/>
                  </a:lnTo>
                  <a:lnTo>
                    <a:pt x="51899" y="240039"/>
                  </a:lnTo>
                  <a:lnTo>
                    <a:pt x="51889" y="238372"/>
                  </a:lnTo>
                  <a:lnTo>
                    <a:pt x="51882" y="237147"/>
                  </a:lnTo>
                  <a:lnTo>
                    <a:pt x="51880" y="236728"/>
                  </a:lnTo>
                  <a:lnTo>
                    <a:pt x="51879" y="236400"/>
                  </a:lnTo>
                  <a:lnTo>
                    <a:pt x="51880" y="236244"/>
                  </a:lnTo>
                  <a:lnTo>
                    <a:pt x="51882" y="236090"/>
                  </a:lnTo>
                  <a:lnTo>
                    <a:pt x="51887" y="235937"/>
                  </a:lnTo>
                  <a:lnTo>
                    <a:pt x="51907" y="235775"/>
                  </a:lnTo>
                  <a:lnTo>
                    <a:pt x="51941" y="235475"/>
                  </a:lnTo>
                  <a:lnTo>
                    <a:pt x="51956" y="235340"/>
                  </a:lnTo>
                  <a:lnTo>
                    <a:pt x="52003" y="234920"/>
                  </a:lnTo>
                  <a:lnTo>
                    <a:pt x="52020" y="234773"/>
                  </a:lnTo>
                  <a:lnTo>
                    <a:pt x="52138" y="233697"/>
                  </a:lnTo>
                  <a:lnTo>
                    <a:pt x="52250" y="232742"/>
                  </a:lnTo>
                  <a:lnTo>
                    <a:pt x="52282" y="232437"/>
                  </a:lnTo>
                  <a:lnTo>
                    <a:pt x="52297" y="232276"/>
                  </a:lnTo>
                  <a:lnTo>
                    <a:pt x="52330" y="231978"/>
                  </a:lnTo>
                  <a:lnTo>
                    <a:pt x="52358" y="231735"/>
                  </a:lnTo>
                  <a:lnTo>
                    <a:pt x="52476" y="230713"/>
                  </a:lnTo>
                  <a:lnTo>
                    <a:pt x="52549" y="229881"/>
                  </a:lnTo>
                  <a:lnTo>
                    <a:pt x="51928" y="229928"/>
                  </a:lnTo>
                  <a:lnTo>
                    <a:pt x="51176" y="229974"/>
                  </a:lnTo>
                  <a:lnTo>
                    <a:pt x="50562" y="230011"/>
                  </a:lnTo>
                  <a:lnTo>
                    <a:pt x="49902" y="230049"/>
                  </a:lnTo>
                  <a:lnTo>
                    <a:pt x="48547" y="230173"/>
                  </a:lnTo>
                  <a:lnTo>
                    <a:pt x="47878" y="230237"/>
                  </a:lnTo>
                  <a:lnTo>
                    <a:pt x="47199" y="230302"/>
                  </a:lnTo>
                  <a:lnTo>
                    <a:pt x="46864" y="230330"/>
                  </a:lnTo>
                  <a:lnTo>
                    <a:pt x="46443" y="230361"/>
                  </a:lnTo>
                  <a:lnTo>
                    <a:pt x="46069" y="230492"/>
                  </a:lnTo>
                  <a:lnTo>
                    <a:pt x="45731" y="230600"/>
                  </a:lnTo>
                  <a:lnTo>
                    <a:pt x="45516" y="230666"/>
                  </a:lnTo>
                  <a:lnTo>
                    <a:pt x="45119" y="230788"/>
                  </a:lnTo>
                  <a:lnTo>
                    <a:pt x="44857" y="230868"/>
                  </a:lnTo>
                  <a:lnTo>
                    <a:pt x="44541" y="230953"/>
                  </a:lnTo>
                  <a:lnTo>
                    <a:pt x="44497" y="231216"/>
                  </a:lnTo>
                  <a:lnTo>
                    <a:pt x="44440" y="231689"/>
                  </a:lnTo>
                  <a:lnTo>
                    <a:pt x="44364" y="232399"/>
                  </a:lnTo>
                  <a:lnTo>
                    <a:pt x="44210" y="233815"/>
                  </a:lnTo>
                  <a:lnTo>
                    <a:pt x="44159" y="234286"/>
                  </a:lnTo>
                  <a:lnTo>
                    <a:pt x="44126" y="234537"/>
                  </a:lnTo>
                  <a:lnTo>
                    <a:pt x="43928" y="234523"/>
                  </a:lnTo>
                  <a:lnTo>
                    <a:pt x="43252" y="234473"/>
                  </a:lnTo>
                  <a:lnTo>
                    <a:pt x="42919" y="234449"/>
                  </a:lnTo>
                  <a:lnTo>
                    <a:pt x="42257" y="234402"/>
                  </a:lnTo>
                  <a:lnTo>
                    <a:pt x="40717" y="234283"/>
                  </a:lnTo>
                  <a:lnTo>
                    <a:pt x="40283" y="233946"/>
                  </a:lnTo>
                  <a:lnTo>
                    <a:pt x="39997" y="233723"/>
                  </a:lnTo>
                  <a:lnTo>
                    <a:pt x="39863" y="233620"/>
                  </a:lnTo>
                  <a:lnTo>
                    <a:pt x="38394" y="232491"/>
                  </a:lnTo>
                  <a:lnTo>
                    <a:pt x="38128" y="232291"/>
                  </a:lnTo>
                  <a:lnTo>
                    <a:pt x="37654" y="231929"/>
                  </a:lnTo>
                  <a:lnTo>
                    <a:pt x="37522" y="231828"/>
                  </a:lnTo>
                  <a:lnTo>
                    <a:pt x="37238" y="231603"/>
                  </a:lnTo>
                  <a:lnTo>
                    <a:pt x="36802" y="231256"/>
                  </a:lnTo>
                  <a:lnTo>
                    <a:pt x="36403" y="230937"/>
                  </a:lnTo>
                  <a:lnTo>
                    <a:pt x="34417" y="229286"/>
                  </a:lnTo>
                  <a:lnTo>
                    <a:pt x="34238" y="229136"/>
                  </a:lnTo>
                  <a:lnTo>
                    <a:pt x="33929" y="228780"/>
                  </a:lnTo>
                  <a:lnTo>
                    <a:pt x="34468" y="228322"/>
                  </a:lnTo>
                  <a:lnTo>
                    <a:pt x="34633" y="228289"/>
                  </a:lnTo>
                  <a:lnTo>
                    <a:pt x="34494" y="228151"/>
                  </a:lnTo>
                  <a:lnTo>
                    <a:pt x="34127" y="228116"/>
                  </a:lnTo>
                  <a:lnTo>
                    <a:pt x="34095" y="227970"/>
                  </a:lnTo>
                  <a:lnTo>
                    <a:pt x="34309" y="227609"/>
                  </a:lnTo>
                  <a:lnTo>
                    <a:pt x="34983" y="227724"/>
                  </a:lnTo>
                  <a:lnTo>
                    <a:pt x="35319" y="227258"/>
                  </a:lnTo>
                  <a:lnTo>
                    <a:pt x="35421" y="227070"/>
                  </a:lnTo>
                  <a:lnTo>
                    <a:pt x="35496" y="226892"/>
                  </a:lnTo>
                  <a:lnTo>
                    <a:pt x="35564" y="226684"/>
                  </a:lnTo>
                  <a:lnTo>
                    <a:pt x="35607" y="226552"/>
                  </a:lnTo>
                  <a:lnTo>
                    <a:pt x="35697" y="226279"/>
                  </a:lnTo>
                  <a:lnTo>
                    <a:pt x="35813" y="225937"/>
                  </a:lnTo>
                  <a:lnTo>
                    <a:pt x="35898" y="225742"/>
                  </a:lnTo>
                  <a:lnTo>
                    <a:pt x="35388" y="225552"/>
                  </a:lnTo>
                  <a:lnTo>
                    <a:pt x="34886" y="225503"/>
                  </a:lnTo>
                  <a:lnTo>
                    <a:pt x="33926" y="225386"/>
                  </a:lnTo>
                  <a:lnTo>
                    <a:pt x="33426" y="225526"/>
                  </a:lnTo>
                  <a:lnTo>
                    <a:pt x="32816" y="224816"/>
                  </a:lnTo>
                  <a:lnTo>
                    <a:pt x="32758" y="224648"/>
                  </a:lnTo>
                  <a:lnTo>
                    <a:pt x="32702" y="224449"/>
                  </a:lnTo>
                  <a:lnTo>
                    <a:pt x="32616" y="224048"/>
                  </a:lnTo>
                  <a:lnTo>
                    <a:pt x="32692" y="223566"/>
                  </a:lnTo>
                  <a:lnTo>
                    <a:pt x="32697" y="223293"/>
                  </a:lnTo>
                  <a:lnTo>
                    <a:pt x="32683" y="222945"/>
                  </a:lnTo>
                  <a:lnTo>
                    <a:pt x="32685" y="221763"/>
                  </a:lnTo>
                  <a:lnTo>
                    <a:pt x="32700" y="221464"/>
                  </a:lnTo>
                  <a:lnTo>
                    <a:pt x="32946" y="221063"/>
                  </a:lnTo>
                  <a:lnTo>
                    <a:pt x="33169" y="220960"/>
                  </a:lnTo>
                  <a:lnTo>
                    <a:pt x="33903" y="220552"/>
                  </a:lnTo>
                  <a:lnTo>
                    <a:pt x="34216" y="220681"/>
                  </a:lnTo>
                  <a:lnTo>
                    <a:pt x="34424" y="220733"/>
                  </a:lnTo>
                  <a:lnTo>
                    <a:pt x="35667" y="220552"/>
                  </a:lnTo>
                  <a:lnTo>
                    <a:pt x="36149" y="220523"/>
                  </a:lnTo>
                  <a:lnTo>
                    <a:pt x="36313" y="220536"/>
                  </a:lnTo>
                  <a:lnTo>
                    <a:pt x="36574" y="220618"/>
                  </a:lnTo>
                  <a:lnTo>
                    <a:pt x="36841" y="220670"/>
                  </a:lnTo>
                  <a:lnTo>
                    <a:pt x="37215" y="220664"/>
                  </a:lnTo>
                  <a:lnTo>
                    <a:pt x="37649" y="220580"/>
                  </a:lnTo>
                  <a:lnTo>
                    <a:pt x="37875" y="220478"/>
                  </a:lnTo>
                  <a:lnTo>
                    <a:pt x="38212" y="220435"/>
                  </a:lnTo>
                  <a:lnTo>
                    <a:pt x="38715" y="220438"/>
                  </a:lnTo>
                  <a:lnTo>
                    <a:pt x="39054" y="220588"/>
                  </a:lnTo>
                  <a:lnTo>
                    <a:pt x="39352" y="220597"/>
                  </a:lnTo>
                  <a:lnTo>
                    <a:pt x="39815" y="220591"/>
                  </a:lnTo>
                  <a:lnTo>
                    <a:pt x="39984" y="220453"/>
                  </a:lnTo>
                  <a:lnTo>
                    <a:pt x="40234" y="220262"/>
                  </a:lnTo>
                  <a:lnTo>
                    <a:pt x="40524" y="220206"/>
                  </a:lnTo>
                  <a:lnTo>
                    <a:pt x="40722" y="220192"/>
                  </a:lnTo>
                  <a:lnTo>
                    <a:pt x="41200" y="220171"/>
                  </a:lnTo>
                  <a:lnTo>
                    <a:pt x="41893" y="220074"/>
                  </a:lnTo>
                  <a:lnTo>
                    <a:pt x="42095" y="220479"/>
                  </a:lnTo>
                  <a:lnTo>
                    <a:pt x="42886" y="220556"/>
                  </a:lnTo>
                  <a:lnTo>
                    <a:pt x="43076" y="220600"/>
                  </a:lnTo>
                  <a:lnTo>
                    <a:pt x="43816" y="221027"/>
                  </a:lnTo>
                  <a:lnTo>
                    <a:pt x="44258" y="221182"/>
                  </a:lnTo>
                  <a:lnTo>
                    <a:pt x="44521" y="221102"/>
                  </a:lnTo>
                  <a:lnTo>
                    <a:pt x="46410" y="220719"/>
                  </a:lnTo>
                  <a:lnTo>
                    <a:pt x="46981" y="220626"/>
                  </a:lnTo>
                  <a:lnTo>
                    <a:pt x="47177" y="220643"/>
                  </a:lnTo>
                  <a:lnTo>
                    <a:pt x="47845" y="220085"/>
                  </a:lnTo>
                  <a:lnTo>
                    <a:pt x="48030" y="219780"/>
                  </a:lnTo>
                  <a:lnTo>
                    <a:pt x="48447" y="219615"/>
                  </a:lnTo>
                  <a:lnTo>
                    <a:pt x="48632" y="219549"/>
                  </a:lnTo>
                  <a:lnTo>
                    <a:pt x="49350" y="218083"/>
                  </a:lnTo>
                  <a:lnTo>
                    <a:pt x="49095" y="217762"/>
                  </a:lnTo>
                  <a:lnTo>
                    <a:pt x="49094" y="217511"/>
                  </a:lnTo>
                  <a:lnTo>
                    <a:pt x="49418" y="217268"/>
                  </a:lnTo>
                  <a:lnTo>
                    <a:pt x="49672" y="217201"/>
                  </a:lnTo>
                  <a:lnTo>
                    <a:pt x="50075" y="217142"/>
                  </a:lnTo>
                  <a:lnTo>
                    <a:pt x="50463" y="217183"/>
                  </a:lnTo>
                  <a:lnTo>
                    <a:pt x="51070" y="217214"/>
                  </a:lnTo>
                  <a:lnTo>
                    <a:pt x="51779" y="216950"/>
                  </a:lnTo>
                  <a:lnTo>
                    <a:pt x="52487" y="216898"/>
                  </a:lnTo>
                  <a:lnTo>
                    <a:pt x="52671" y="216202"/>
                  </a:lnTo>
                  <a:lnTo>
                    <a:pt x="52762" y="215792"/>
                  </a:lnTo>
                  <a:lnTo>
                    <a:pt x="53311" y="215689"/>
                  </a:lnTo>
                  <a:lnTo>
                    <a:pt x="53667" y="215368"/>
                  </a:lnTo>
                  <a:lnTo>
                    <a:pt x="54166" y="215119"/>
                  </a:lnTo>
                  <a:lnTo>
                    <a:pt x="54403" y="215187"/>
                  </a:lnTo>
                  <a:lnTo>
                    <a:pt x="54823" y="215307"/>
                  </a:lnTo>
                  <a:lnTo>
                    <a:pt x="54961" y="215303"/>
                  </a:lnTo>
                  <a:lnTo>
                    <a:pt x="55968" y="215050"/>
                  </a:lnTo>
                  <a:lnTo>
                    <a:pt x="56233" y="215031"/>
                  </a:lnTo>
                  <a:lnTo>
                    <a:pt x="56382" y="215021"/>
                  </a:lnTo>
                  <a:lnTo>
                    <a:pt x="56335" y="214833"/>
                  </a:lnTo>
                  <a:lnTo>
                    <a:pt x="56234" y="214591"/>
                  </a:lnTo>
                  <a:lnTo>
                    <a:pt x="56167" y="214406"/>
                  </a:lnTo>
                  <a:lnTo>
                    <a:pt x="56663" y="213812"/>
                  </a:lnTo>
                  <a:lnTo>
                    <a:pt x="56804" y="213652"/>
                  </a:lnTo>
                  <a:lnTo>
                    <a:pt x="56969" y="213455"/>
                  </a:lnTo>
                  <a:lnTo>
                    <a:pt x="57281" y="213265"/>
                  </a:lnTo>
                  <a:lnTo>
                    <a:pt x="57603" y="213171"/>
                  </a:lnTo>
                  <a:lnTo>
                    <a:pt x="57798" y="213114"/>
                  </a:lnTo>
                  <a:lnTo>
                    <a:pt x="58042" y="212967"/>
                  </a:lnTo>
                  <a:lnTo>
                    <a:pt x="57862" y="212618"/>
                  </a:lnTo>
                  <a:lnTo>
                    <a:pt x="57668" y="212392"/>
                  </a:lnTo>
                  <a:lnTo>
                    <a:pt x="57412" y="212103"/>
                  </a:lnTo>
                  <a:lnTo>
                    <a:pt x="57099" y="211700"/>
                  </a:lnTo>
                  <a:lnTo>
                    <a:pt x="56972" y="211572"/>
                  </a:lnTo>
                  <a:lnTo>
                    <a:pt x="56775" y="211337"/>
                  </a:lnTo>
                  <a:lnTo>
                    <a:pt x="56955" y="211249"/>
                  </a:lnTo>
                  <a:lnTo>
                    <a:pt x="57234" y="211207"/>
                  </a:lnTo>
                  <a:lnTo>
                    <a:pt x="57480" y="211172"/>
                  </a:lnTo>
                  <a:lnTo>
                    <a:pt x="57860" y="211033"/>
                  </a:lnTo>
                  <a:lnTo>
                    <a:pt x="58389" y="210918"/>
                  </a:lnTo>
                  <a:lnTo>
                    <a:pt x="58618" y="210950"/>
                  </a:lnTo>
                  <a:lnTo>
                    <a:pt x="59058" y="211060"/>
                  </a:lnTo>
                  <a:lnTo>
                    <a:pt x="59579" y="211216"/>
                  </a:lnTo>
                  <a:lnTo>
                    <a:pt x="60227" y="211165"/>
                  </a:lnTo>
                  <a:lnTo>
                    <a:pt x="60392" y="211210"/>
                  </a:lnTo>
                  <a:lnTo>
                    <a:pt x="60934" y="211369"/>
                  </a:lnTo>
                  <a:lnTo>
                    <a:pt x="61084" y="211423"/>
                  </a:lnTo>
                  <a:lnTo>
                    <a:pt x="61373" y="211545"/>
                  </a:lnTo>
                  <a:lnTo>
                    <a:pt x="61879" y="211779"/>
                  </a:lnTo>
                  <a:lnTo>
                    <a:pt x="62013" y="211770"/>
                  </a:lnTo>
                  <a:lnTo>
                    <a:pt x="62231" y="211710"/>
                  </a:lnTo>
                  <a:lnTo>
                    <a:pt x="62696" y="211597"/>
                  </a:lnTo>
                  <a:lnTo>
                    <a:pt x="63023" y="211553"/>
                  </a:lnTo>
                  <a:lnTo>
                    <a:pt x="63286" y="211584"/>
                  </a:lnTo>
                  <a:lnTo>
                    <a:pt x="63819" y="211614"/>
                  </a:lnTo>
                  <a:lnTo>
                    <a:pt x="64394" y="211446"/>
                  </a:lnTo>
                  <a:lnTo>
                    <a:pt x="64665" y="211361"/>
                  </a:lnTo>
                  <a:lnTo>
                    <a:pt x="64920" y="211292"/>
                  </a:lnTo>
                  <a:lnTo>
                    <a:pt x="66185" y="211590"/>
                  </a:lnTo>
                  <a:lnTo>
                    <a:pt x="66505" y="211390"/>
                  </a:lnTo>
                  <a:lnTo>
                    <a:pt x="66858" y="211149"/>
                  </a:lnTo>
                  <a:lnTo>
                    <a:pt x="67342" y="211037"/>
                  </a:lnTo>
                  <a:lnTo>
                    <a:pt x="67528" y="211028"/>
                  </a:lnTo>
                  <a:lnTo>
                    <a:pt x="67914" y="210937"/>
                  </a:lnTo>
                  <a:lnTo>
                    <a:pt x="68096" y="210886"/>
                  </a:lnTo>
                  <a:lnTo>
                    <a:pt x="68511" y="210811"/>
                  </a:lnTo>
                  <a:lnTo>
                    <a:pt x="68693" y="210790"/>
                  </a:lnTo>
                  <a:lnTo>
                    <a:pt x="68987" y="210741"/>
                  </a:lnTo>
                  <a:lnTo>
                    <a:pt x="69645" y="210597"/>
                  </a:lnTo>
                  <a:lnTo>
                    <a:pt x="69837" y="210588"/>
                  </a:lnTo>
                  <a:lnTo>
                    <a:pt x="70125" y="210475"/>
                  </a:lnTo>
                  <a:lnTo>
                    <a:pt x="70635" y="210278"/>
                  </a:lnTo>
                  <a:lnTo>
                    <a:pt x="70969" y="210206"/>
                  </a:lnTo>
                  <a:lnTo>
                    <a:pt x="71197" y="210106"/>
                  </a:lnTo>
                  <a:lnTo>
                    <a:pt x="71404" y="210095"/>
                  </a:lnTo>
                  <a:lnTo>
                    <a:pt x="71592" y="210085"/>
                  </a:lnTo>
                  <a:lnTo>
                    <a:pt x="71796" y="210073"/>
                  </a:lnTo>
                  <a:lnTo>
                    <a:pt x="71944" y="210040"/>
                  </a:lnTo>
                  <a:lnTo>
                    <a:pt x="72415" y="209871"/>
                  </a:lnTo>
                  <a:lnTo>
                    <a:pt x="72664" y="209774"/>
                  </a:lnTo>
                  <a:lnTo>
                    <a:pt x="72931" y="209691"/>
                  </a:lnTo>
                  <a:lnTo>
                    <a:pt x="73120" y="209632"/>
                  </a:lnTo>
                  <a:lnTo>
                    <a:pt x="73318" y="209597"/>
                  </a:lnTo>
                  <a:lnTo>
                    <a:pt x="73533" y="209597"/>
                  </a:lnTo>
                  <a:lnTo>
                    <a:pt x="73744" y="209618"/>
                  </a:lnTo>
                  <a:lnTo>
                    <a:pt x="74266" y="209731"/>
                  </a:lnTo>
                  <a:lnTo>
                    <a:pt x="74538" y="209790"/>
                  </a:lnTo>
                  <a:lnTo>
                    <a:pt x="74986" y="209688"/>
                  </a:lnTo>
                  <a:lnTo>
                    <a:pt x="75255" y="209649"/>
                  </a:lnTo>
                  <a:lnTo>
                    <a:pt x="75385" y="209665"/>
                  </a:lnTo>
                  <a:lnTo>
                    <a:pt x="75662" y="209641"/>
                  </a:lnTo>
                  <a:lnTo>
                    <a:pt x="76007" y="209585"/>
                  </a:lnTo>
                  <a:lnTo>
                    <a:pt x="76220" y="209453"/>
                  </a:lnTo>
                  <a:lnTo>
                    <a:pt x="76353" y="209365"/>
                  </a:lnTo>
                  <a:lnTo>
                    <a:pt x="76717" y="209245"/>
                  </a:lnTo>
                  <a:lnTo>
                    <a:pt x="77366" y="209144"/>
                  </a:lnTo>
                  <a:lnTo>
                    <a:pt x="77826" y="209132"/>
                  </a:lnTo>
                  <a:lnTo>
                    <a:pt x="78424" y="208992"/>
                  </a:lnTo>
                  <a:lnTo>
                    <a:pt x="78666" y="208958"/>
                  </a:lnTo>
                  <a:lnTo>
                    <a:pt x="78838" y="208937"/>
                  </a:lnTo>
                  <a:lnTo>
                    <a:pt x="79377" y="209007"/>
                  </a:lnTo>
                  <a:lnTo>
                    <a:pt x="79789" y="209074"/>
                  </a:lnTo>
                  <a:lnTo>
                    <a:pt x="80153" y="209066"/>
                  </a:lnTo>
                  <a:lnTo>
                    <a:pt x="80287" y="209042"/>
                  </a:lnTo>
                  <a:lnTo>
                    <a:pt x="80683" y="208621"/>
                  </a:lnTo>
                  <a:lnTo>
                    <a:pt x="80974" y="208482"/>
                  </a:lnTo>
                  <a:lnTo>
                    <a:pt x="81439" y="208349"/>
                  </a:lnTo>
                  <a:lnTo>
                    <a:pt x="81879" y="208232"/>
                  </a:lnTo>
                  <a:lnTo>
                    <a:pt x="82299" y="208128"/>
                  </a:lnTo>
                  <a:lnTo>
                    <a:pt x="82821" y="208009"/>
                  </a:lnTo>
                  <a:lnTo>
                    <a:pt x="83587" y="207802"/>
                  </a:lnTo>
                  <a:lnTo>
                    <a:pt x="83783" y="207738"/>
                  </a:lnTo>
                  <a:lnTo>
                    <a:pt x="83913" y="207693"/>
                  </a:lnTo>
                  <a:lnTo>
                    <a:pt x="84175" y="207572"/>
                  </a:lnTo>
                  <a:lnTo>
                    <a:pt x="84778" y="207135"/>
                  </a:lnTo>
                  <a:lnTo>
                    <a:pt x="85260" y="207099"/>
                  </a:lnTo>
                  <a:lnTo>
                    <a:pt x="85397" y="207135"/>
                  </a:lnTo>
                  <a:lnTo>
                    <a:pt x="85800" y="206829"/>
                  </a:lnTo>
                  <a:lnTo>
                    <a:pt x="86017" y="206753"/>
                  </a:lnTo>
                  <a:lnTo>
                    <a:pt x="86474" y="206676"/>
                  </a:lnTo>
                  <a:lnTo>
                    <a:pt x="86707" y="206710"/>
                  </a:lnTo>
                  <a:lnTo>
                    <a:pt x="86930" y="206770"/>
                  </a:lnTo>
                  <a:lnTo>
                    <a:pt x="87309" y="206883"/>
                  </a:lnTo>
                  <a:lnTo>
                    <a:pt x="87972" y="206840"/>
                  </a:lnTo>
                  <a:lnTo>
                    <a:pt x="88692" y="206994"/>
                  </a:lnTo>
                  <a:lnTo>
                    <a:pt x="88958" y="206938"/>
                  </a:lnTo>
                  <a:lnTo>
                    <a:pt x="89294" y="206808"/>
                  </a:lnTo>
                  <a:lnTo>
                    <a:pt x="90378" y="205877"/>
                  </a:lnTo>
                  <a:lnTo>
                    <a:pt x="90737" y="205729"/>
                  </a:lnTo>
                  <a:lnTo>
                    <a:pt x="91101" y="205686"/>
                  </a:lnTo>
                  <a:lnTo>
                    <a:pt x="91653" y="205650"/>
                  </a:lnTo>
                  <a:lnTo>
                    <a:pt x="91865" y="205400"/>
                  </a:lnTo>
                  <a:lnTo>
                    <a:pt x="92217" y="205077"/>
                  </a:lnTo>
                  <a:lnTo>
                    <a:pt x="92436" y="204983"/>
                  </a:lnTo>
                  <a:lnTo>
                    <a:pt x="92738" y="204760"/>
                  </a:lnTo>
                  <a:lnTo>
                    <a:pt x="93931" y="204447"/>
                  </a:lnTo>
                  <a:lnTo>
                    <a:pt x="94568" y="204055"/>
                  </a:lnTo>
                  <a:lnTo>
                    <a:pt x="95369" y="203743"/>
                  </a:lnTo>
                  <a:lnTo>
                    <a:pt x="95762" y="203490"/>
                  </a:lnTo>
                  <a:lnTo>
                    <a:pt x="96351" y="203365"/>
                  </a:lnTo>
                  <a:lnTo>
                    <a:pt x="96688" y="203264"/>
                  </a:lnTo>
                  <a:lnTo>
                    <a:pt x="97097" y="203229"/>
                  </a:lnTo>
                  <a:lnTo>
                    <a:pt x="97266" y="203286"/>
                  </a:lnTo>
                  <a:lnTo>
                    <a:pt x="97508" y="203319"/>
                  </a:lnTo>
                  <a:lnTo>
                    <a:pt x="97756" y="203321"/>
                  </a:lnTo>
                  <a:lnTo>
                    <a:pt x="98604" y="203242"/>
                  </a:lnTo>
                  <a:lnTo>
                    <a:pt x="98743" y="203175"/>
                  </a:lnTo>
                  <a:lnTo>
                    <a:pt x="99399" y="202986"/>
                  </a:lnTo>
                  <a:lnTo>
                    <a:pt x="99747" y="202789"/>
                  </a:lnTo>
                  <a:lnTo>
                    <a:pt x="100413" y="202667"/>
                  </a:lnTo>
                  <a:lnTo>
                    <a:pt x="100566" y="202705"/>
                  </a:lnTo>
                  <a:lnTo>
                    <a:pt x="100896" y="202682"/>
                  </a:lnTo>
                  <a:lnTo>
                    <a:pt x="101542" y="202397"/>
                  </a:lnTo>
                  <a:lnTo>
                    <a:pt x="102626" y="202106"/>
                  </a:lnTo>
                  <a:lnTo>
                    <a:pt x="103039" y="202089"/>
                  </a:lnTo>
                  <a:lnTo>
                    <a:pt x="103389" y="201991"/>
                  </a:lnTo>
                  <a:lnTo>
                    <a:pt x="103593" y="202046"/>
                  </a:lnTo>
                  <a:lnTo>
                    <a:pt x="103728" y="201996"/>
                  </a:lnTo>
                  <a:lnTo>
                    <a:pt x="103896" y="201918"/>
                  </a:lnTo>
                  <a:lnTo>
                    <a:pt x="104880" y="201406"/>
                  </a:lnTo>
                  <a:lnTo>
                    <a:pt x="105050" y="201022"/>
                  </a:lnTo>
                  <a:lnTo>
                    <a:pt x="105529" y="201131"/>
                  </a:lnTo>
                  <a:lnTo>
                    <a:pt x="106526" y="201155"/>
                  </a:lnTo>
                  <a:lnTo>
                    <a:pt x="106675" y="201183"/>
                  </a:lnTo>
                  <a:lnTo>
                    <a:pt x="106989" y="201028"/>
                  </a:lnTo>
                  <a:lnTo>
                    <a:pt x="107100" y="200866"/>
                  </a:lnTo>
                  <a:lnTo>
                    <a:pt x="107800" y="200497"/>
                  </a:lnTo>
                  <a:lnTo>
                    <a:pt x="108635" y="200358"/>
                  </a:lnTo>
                  <a:lnTo>
                    <a:pt x="108807" y="200403"/>
                  </a:lnTo>
                  <a:lnTo>
                    <a:pt x="108949" y="200472"/>
                  </a:lnTo>
                  <a:lnTo>
                    <a:pt x="109405" y="200536"/>
                  </a:lnTo>
                  <a:lnTo>
                    <a:pt x="109655" y="200469"/>
                  </a:lnTo>
                  <a:lnTo>
                    <a:pt x="110201" y="200356"/>
                  </a:lnTo>
                  <a:lnTo>
                    <a:pt x="110433" y="200371"/>
                  </a:lnTo>
                  <a:lnTo>
                    <a:pt x="110796" y="200399"/>
                  </a:lnTo>
                  <a:lnTo>
                    <a:pt x="111302" y="200560"/>
                  </a:lnTo>
                  <a:lnTo>
                    <a:pt x="111485" y="200658"/>
                  </a:lnTo>
                  <a:lnTo>
                    <a:pt x="111723" y="200684"/>
                  </a:lnTo>
                  <a:lnTo>
                    <a:pt x="111871" y="200648"/>
                  </a:lnTo>
                  <a:lnTo>
                    <a:pt x="112369" y="200402"/>
                  </a:lnTo>
                  <a:lnTo>
                    <a:pt x="112557" y="200323"/>
                  </a:lnTo>
                  <a:lnTo>
                    <a:pt x="112750" y="200285"/>
                  </a:lnTo>
                  <a:lnTo>
                    <a:pt x="113080" y="200063"/>
                  </a:lnTo>
                  <a:lnTo>
                    <a:pt x="113323" y="200045"/>
                  </a:lnTo>
                  <a:lnTo>
                    <a:pt x="113945" y="200016"/>
                  </a:lnTo>
                  <a:lnTo>
                    <a:pt x="114514" y="200055"/>
                  </a:lnTo>
                  <a:lnTo>
                    <a:pt x="114776" y="199948"/>
                  </a:lnTo>
                  <a:lnTo>
                    <a:pt x="114918" y="199967"/>
                  </a:lnTo>
                  <a:lnTo>
                    <a:pt x="115113" y="199985"/>
                  </a:lnTo>
                  <a:lnTo>
                    <a:pt x="115405" y="199940"/>
                  </a:lnTo>
                  <a:lnTo>
                    <a:pt x="115630" y="199855"/>
                  </a:lnTo>
                  <a:lnTo>
                    <a:pt x="116102" y="199709"/>
                  </a:lnTo>
                  <a:lnTo>
                    <a:pt x="116392" y="199516"/>
                  </a:lnTo>
                  <a:lnTo>
                    <a:pt x="116370" y="199087"/>
                  </a:lnTo>
                  <a:lnTo>
                    <a:pt x="116721" y="198650"/>
                  </a:lnTo>
                  <a:lnTo>
                    <a:pt x="117108" y="198636"/>
                  </a:lnTo>
                  <a:lnTo>
                    <a:pt x="117290" y="198620"/>
                  </a:lnTo>
                  <a:lnTo>
                    <a:pt x="117582" y="198478"/>
                  </a:lnTo>
                  <a:lnTo>
                    <a:pt x="117919" y="198318"/>
                  </a:lnTo>
                  <a:lnTo>
                    <a:pt x="118172" y="198275"/>
                  </a:lnTo>
                  <a:lnTo>
                    <a:pt x="118508" y="198005"/>
                  </a:lnTo>
                  <a:lnTo>
                    <a:pt x="119199" y="197757"/>
                  </a:lnTo>
                  <a:lnTo>
                    <a:pt x="119340" y="197648"/>
                  </a:lnTo>
                  <a:lnTo>
                    <a:pt x="119558" y="197538"/>
                  </a:lnTo>
                  <a:lnTo>
                    <a:pt x="119785" y="197442"/>
                  </a:lnTo>
                  <a:lnTo>
                    <a:pt x="120231" y="197431"/>
                  </a:lnTo>
                  <a:lnTo>
                    <a:pt x="120474" y="197048"/>
                  </a:lnTo>
                  <a:lnTo>
                    <a:pt x="120836" y="196900"/>
                  </a:lnTo>
                  <a:lnTo>
                    <a:pt x="121063" y="196851"/>
                  </a:lnTo>
                  <a:lnTo>
                    <a:pt x="121398" y="196825"/>
                  </a:lnTo>
                  <a:lnTo>
                    <a:pt x="121540" y="196702"/>
                  </a:lnTo>
                  <a:lnTo>
                    <a:pt x="121799" y="196562"/>
                  </a:lnTo>
                  <a:lnTo>
                    <a:pt x="122092" y="196737"/>
                  </a:lnTo>
                  <a:lnTo>
                    <a:pt x="122339" y="196592"/>
                  </a:lnTo>
                  <a:lnTo>
                    <a:pt x="122614" y="196394"/>
                  </a:lnTo>
                  <a:lnTo>
                    <a:pt x="123040" y="196424"/>
                  </a:lnTo>
                  <a:lnTo>
                    <a:pt x="123365" y="196311"/>
                  </a:lnTo>
                  <a:lnTo>
                    <a:pt x="123719" y="196068"/>
                  </a:lnTo>
                  <a:lnTo>
                    <a:pt x="124287" y="196090"/>
                  </a:lnTo>
                  <a:lnTo>
                    <a:pt x="124585" y="196053"/>
                  </a:lnTo>
                  <a:lnTo>
                    <a:pt x="124876" y="195878"/>
                  </a:lnTo>
                  <a:lnTo>
                    <a:pt x="125035" y="195805"/>
                  </a:lnTo>
                  <a:lnTo>
                    <a:pt x="125399" y="195736"/>
                  </a:lnTo>
                  <a:lnTo>
                    <a:pt x="125951" y="195798"/>
                  </a:lnTo>
                  <a:lnTo>
                    <a:pt x="126317" y="195772"/>
                  </a:lnTo>
                  <a:lnTo>
                    <a:pt x="126501" y="195737"/>
                  </a:lnTo>
                  <a:lnTo>
                    <a:pt x="126669" y="195641"/>
                  </a:lnTo>
                  <a:lnTo>
                    <a:pt x="126870" y="195454"/>
                  </a:lnTo>
                  <a:lnTo>
                    <a:pt x="127265" y="195295"/>
                  </a:lnTo>
                  <a:lnTo>
                    <a:pt x="127848" y="195373"/>
                  </a:lnTo>
                  <a:lnTo>
                    <a:pt x="128193" y="195328"/>
                  </a:lnTo>
                  <a:lnTo>
                    <a:pt x="128423" y="195432"/>
                  </a:lnTo>
                  <a:lnTo>
                    <a:pt x="128848" y="195309"/>
                  </a:lnTo>
                  <a:lnTo>
                    <a:pt x="129214" y="195445"/>
                  </a:lnTo>
                  <a:lnTo>
                    <a:pt x="129682" y="195252"/>
                  </a:lnTo>
                  <a:lnTo>
                    <a:pt x="129835" y="195264"/>
                  </a:lnTo>
                  <a:lnTo>
                    <a:pt x="130412" y="195385"/>
                  </a:lnTo>
                  <a:lnTo>
                    <a:pt x="130696" y="195041"/>
                  </a:lnTo>
                  <a:lnTo>
                    <a:pt x="130794" y="194801"/>
                  </a:lnTo>
                  <a:lnTo>
                    <a:pt x="130951" y="194535"/>
                  </a:lnTo>
                  <a:lnTo>
                    <a:pt x="131449" y="194255"/>
                  </a:lnTo>
                  <a:lnTo>
                    <a:pt x="131674" y="194223"/>
                  </a:lnTo>
                  <a:lnTo>
                    <a:pt x="132279" y="194046"/>
                  </a:lnTo>
                  <a:lnTo>
                    <a:pt x="132623" y="193891"/>
                  </a:lnTo>
                  <a:lnTo>
                    <a:pt x="132944" y="193824"/>
                  </a:lnTo>
                  <a:lnTo>
                    <a:pt x="133504" y="193620"/>
                  </a:lnTo>
                  <a:lnTo>
                    <a:pt x="134386" y="193264"/>
                  </a:lnTo>
                  <a:lnTo>
                    <a:pt x="135288" y="193239"/>
                  </a:lnTo>
                  <a:lnTo>
                    <a:pt x="135508" y="193234"/>
                  </a:lnTo>
                  <a:lnTo>
                    <a:pt x="135849" y="193226"/>
                  </a:lnTo>
                  <a:lnTo>
                    <a:pt x="136462" y="193205"/>
                  </a:lnTo>
                  <a:lnTo>
                    <a:pt x="136837" y="193185"/>
                  </a:lnTo>
                  <a:lnTo>
                    <a:pt x="137215" y="193167"/>
                  </a:lnTo>
                  <a:lnTo>
                    <a:pt x="137880" y="193312"/>
                  </a:lnTo>
                  <a:lnTo>
                    <a:pt x="138090" y="193349"/>
                  </a:lnTo>
                  <a:lnTo>
                    <a:pt x="138256" y="193378"/>
                  </a:lnTo>
                  <a:lnTo>
                    <a:pt x="138625" y="193460"/>
                  </a:lnTo>
                  <a:lnTo>
                    <a:pt x="138826" y="193454"/>
                  </a:lnTo>
                  <a:lnTo>
                    <a:pt x="139025" y="193421"/>
                  </a:lnTo>
                  <a:lnTo>
                    <a:pt x="139183" y="193404"/>
                  </a:lnTo>
                  <a:lnTo>
                    <a:pt x="139851" y="193431"/>
                  </a:lnTo>
                  <a:lnTo>
                    <a:pt x="140538" y="193116"/>
                  </a:lnTo>
                  <a:lnTo>
                    <a:pt x="141210" y="192691"/>
                  </a:lnTo>
                  <a:lnTo>
                    <a:pt x="141845" y="192386"/>
                  </a:lnTo>
                  <a:lnTo>
                    <a:pt x="141687" y="192130"/>
                  </a:lnTo>
                  <a:lnTo>
                    <a:pt x="141584" y="191830"/>
                  </a:lnTo>
                  <a:lnTo>
                    <a:pt x="141486" y="191309"/>
                  </a:lnTo>
                  <a:lnTo>
                    <a:pt x="141821" y="191238"/>
                  </a:lnTo>
                  <a:lnTo>
                    <a:pt x="142281" y="190796"/>
                  </a:lnTo>
                  <a:lnTo>
                    <a:pt x="142820" y="190919"/>
                  </a:lnTo>
                  <a:lnTo>
                    <a:pt x="142957" y="190981"/>
                  </a:lnTo>
                  <a:lnTo>
                    <a:pt x="143199" y="191014"/>
                  </a:lnTo>
                  <a:lnTo>
                    <a:pt x="143977" y="190690"/>
                  </a:lnTo>
                  <a:lnTo>
                    <a:pt x="144005" y="190507"/>
                  </a:lnTo>
                  <a:lnTo>
                    <a:pt x="143899" y="189887"/>
                  </a:lnTo>
                  <a:lnTo>
                    <a:pt x="144278" y="189405"/>
                  </a:lnTo>
                  <a:lnTo>
                    <a:pt x="144928" y="188567"/>
                  </a:lnTo>
                  <a:lnTo>
                    <a:pt x="145161" y="188192"/>
                  </a:lnTo>
                  <a:lnTo>
                    <a:pt x="145601" y="187841"/>
                  </a:lnTo>
                  <a:lnTo>
                    <a:pt x="146600" y="187784"/>
                  </a:lnTo>
                  <a:lnTo>
                    <a:pt x="147306" y="187793"/>
                  </a:lnTo>
                  <a:lnTo>
                    <a:pt x="147673" y="187943"/>
                  </a:lnTo>
                  <a:lnTo>
                    <a:pt x="148356" y="187453"/>
                  </a:lnTo>
                  <a:lnTo>
                    <a:pt x="148666" y="187439"/>
                  </a:lnTo>
                  <a:lnTo>
                    <a:pt x="149042" y="187552"/>
                  </a:lnTo>
                  <a:lnTo>
                    <a:pt x="149412" y="187455"/>
                  </a:lnTo>
                  <a:lnTo>
                    <a:pt x="149716" y="187545"/>
                  </a:lnTo>
                  <a:lnTo>
                    <a:pt x="150131" y="187354"/>
                  </a:lnTo>
                  <a:lnTo>
                    <a:pt x="150353" y="187275"/>
                  </a:lnTo>
                  <a:lnTo>
                    <a:pt x="150624" y="187458"/>
                  </a:lnTo>
                  <a:lnTo>
                    <a:pt x="150896" y="187476"/>
                  </a:lnTo>
                  <a:lnTo>
                    <a:pt x="151214" y="187439"/>
                  </a:lnTo>
                  <a:lnTo>
                    <a:pt x="151382" y="187373"/>
                  </a:lnTo>
                  <a:lnTo>
                    <a:pt x="151572" y="187335"/>
                  </a:lnTo>
                  <a:lnTo>
                    <a:pt x="151945" y="187280"/>
                  </a:lnTo>
                  <a:lnTo>
                    <a:pt x="152248" y="187193"/>
                  </a:lnTo>
                  <a:lnTo>
                    <a:pt x="152881" y="186993"/>
                  </a:lnTo>
                  <a:lnTo>
                    <a:pt x="153014" y="187145"/>
                  </a:lnTo>
                  <a:lnTo>
                    <a:pt x="153834" y="187141"/>
                  </a:lnTo>
                  <a:lnTo>
                    <a:pt x="154356" y="187040"/>
                  </a:lnTo>
                  <a:lnTo>
                    <a:pt x="154868" y="187186"/>
                  </a:lnTo>
                  <a:lnTo>
                    <a:pt x="155279" y="186954"/>
                  </a:lnTo>
                  <a:lnTo>
                    <a:pt x="155855" y="186476"/>
                  </a:lnTo>
                  <a:lnTo>
                    <a:pt x="156310" y="186699"/>
                  </a:lnTo>
                  <a:lnTo>
                    <a:pt x="156514" y="186766"/>
                  </a:lnTo>
                  <a:lnTo>
                    <a:pt x="157358" y="186486"/>
                  </a:lnTo>
                  <a:lnTo>
                    <a:pt x="157665" y="186365"/>
                  </a:lnTo>
                  <a:lnTo>
                    <a:pt x="159108" y="185838"/>
                  </a:lnTo>
                  <a:lnTo>
                    <a:pt x="159490" y="185829"/>
                  </a:lnTo>
                  <a:lnTo>
                    <a:pt x="159823" y="185902"/>
                  </a:lnTo>
                  <a:lnTo>
                    <a:pt x="160661" y="186209"/>
                  </a:lnTo>
                  <a:lnTo>
                    <a:pt x="161357" y="185900"/>
                  </a:lnTo>
                  <a:lnTo>
                    <a:pt x="161538" y="185620"/>
                  </a:lnTo>
                  <a:lnTo>
                    <a:pt x="162270" y="185817"/>
                  </a:lnTo>
                  <a:lnTo>
                    <a:pt x="162564" y="185781"/>
                  </a:lnTo>
                  <a:lnTo>
                    <a:pt x="162997" y="185832"/>
                  </a:lnTo>
                  <a:lnTo>
                    <a:pt x="163182" y="185884"/>
                  </a:lnTo>
                  <a:lnTo>
                    <a:pt x="163358" y="185664"/>
                  </a:lnTo>
                  <a:lnTo>
                    <a:pt x="163629" y="185361"/>
                  </a:lnTo>
                  <a:lnTo>
                    <a:pt x="163807" y="185227"/>
                  </a:lnTo>
                  <a:lnTo>
                    <a:pt x="164076" y="184997"/>
                  </a:lnTo>
                  <a:lnTo>
                    <a:pt x="165295" y="184564"/>
                  </a:lnTo>
                  <a:lnTo>
                    <a:pt x="165805" y="184394"/>
                  </a:lnTo>
                  <a:lnTo>
                    <a:pt x="166097" y="184345"/>
                  </a:lnTo>
                  <a:lnTo>
                    <a:pt x="166710" y="184250"/>
                  </a:lnTo>
                  <a:lnTo>
                    <a:pt x="167022" y="184285"/>
                  </a:lnTo>
                  <a:lnTo>
                    <a:pt x="167716" y="184497"/>
                  </a:lnTo>
                  <a:lnTo>
                    <a:pt x="167996" y="185265"/>
                  </a:lnTo>
                  <a:lnTo>
                    <a:pt x="168573" y="185575"/>
                  </a:lnTo>
                  <a:lnTo>
                    <a:pt x="169091" y="185182"/>
                  </a:lnTo>
                  <a:lnTo>
                    <a:pt x="169482" y="185167"/>
                  </a:lnTo>
                  <a:lnTo>
                    <a:pt x="170343" y="185261"/>
                  </a:lnTo>
                  <a:lnTo>
                    <a:pt x="170849" y="185272"/>
                  </a:lnTo>
                  <a:lnTo>
                    <a:pt x="171910" y="185282"/>
                  </a:lnTo>
                  <a:lnTo>
                    <a:pt x="172157" y="185168"/>
                  </a:lnTo>
                  <a:lnTo>
                    <a:pt x="172305" y="185194"/>
                  </a:lnTo>
                  <a:lnTo>
                    <a:pt x="172467" y="185221"/>
                  </a:lnTo>
                  <a:lnTo>
                    <a:pt x="172701" y="185210"/>
                  </a:lnTo>
                  <a:lnTo>
                    <a:pt x="172821" y="185052"/>
                  </a:lnTo>
                  <a:lnTo>
                    <a:pt x="173021" y="184807"/>
                  </a:lnTo>
                  <a:lnTo>
                    <a:pt x="173184" y="184622"/>
                  </a:lnTo>
                  <a:lnTo>
                    <a:pt x="173746" y="184289"/>
                  </a:lnTo>
                  <a:lnTo>
                    <a:pt x="174215" y="183850"/>
                  </a:lnTo>
                  <a:lnTo>
                    <a:pt x="174553" y="183737"/>
                  </a:lnTo>
                  <a:lnTo>
                    <a:pt x="175036" y="183694"/>
                  </a:lnTo>
                  <a:lnTo>
                    <a:pt x="175254" y="183760"/>
                  </a:lnTo>
                  <a:lnTo>
                    <a:pt x="175691" y="184046"/>
                  </a:lnTo>
                  <a:lnTo>
                    <a:pt x="176132" y="184859"/>
                  </a:lnTo>
                  <a:lnTo>
                    <a:pt x="176020" y="185047"/>
                  </a:lnTo>
                  <a:lnTo>
                    <a:pt x="175885" y="185424"/>
                  </a:lnTo>
                  <a:lnTo>
                    <a:pt x="175822" y="186230"/>
                  </a:lnTo>
                  <a:lnTo>
                    <a:pt x="175487" y="186909"/>
                  </a:lnTo>
                  <a:lnTo>
                    <a:pt x="175796" y="187593"/>
                  </a:lnTo>
                  <a:lnTo>
                    <a:pt x="176640" y="187931"/>
                  </a:lnTo>
                  <a:lnTo>
                    <a:pt x="177802" y="189453"/>
                  </a:lnTo>
                  <a:lnTo>
                    <a:pt x="178022" y="189731"/>
                  </a:lnTo>
                  <a:lnTo>
                    <a:pt x="178316" y="189887"/>
                  </a:lnTo>
                  <a:lnTo>
                    <a:pt x="178633" y="190589"/>
                  </a:lnTo>
                  <a:lnTo>
                    <a:pt x="178884" y="190869"/>
                  </a:lnTo>
                  <a:lnTo>
                    <a:pt x="178816" y="191634"/>
                  </a:lnTo>
                  <a:lnTo>
                    <a:pt x="178675" y="193297"/>
                  </a:lnTo>
                  <a:lnTo>
                    <a:pt x="178546" y="194630"/>
                  </a:lnTo>
                  <a:lnTo>
                    <a:pt x="178244" y="197122"/>
                  </a:lnTo>
                  <a:lnTo>
                    <a:pt x="178057" y="197466"/>
                  </a:lnTo>
                  <a:lnTo>
                    <a:pt x="178257" y="197567"/>
                  </a:lnTo>
                  <a:lnTo>
                    <a:pt x="178512" y="197680"/>
                  </a:lnTo>
                  <a:lnTo>
                    <a:pt x="179347" y="197861"/>
                  </a:lnTo>
                  <a:lnTo>
                    <a:pt x="180126" y="197922"/>
                  </a:lnTo>
                  <a:lnTo>
                    <a:pt x="180807" y="197866"/>
                  </a:lnTo>
                  <a:lnTo>
                    <a:pt x="181640" y="198274"/>
                  </a:lnTo>
                  <a:lnTo>
                    <a:pt x="181878" y="198391"/>
                  </a:lnTo>
                  <a:lnTo>
                    <a:pt x="182171" y="198651"/>
                  </a:lnTo>
                  <a:lnTo>
                    <a:pt x="182482" y="198912"/>
                  </a:lnTo>
                  <a:lnTo>
                    <a:pt x="182621" y="198958"/>
                  </a:lnTo>
                  <a:lnTo>
                    <a:pt x="182949" y="199034"/>
                  </a:lnTo>
                  <a:lnTo>
                    <a:pt x="183600" y="199021"/>
                  </a:lnTo>
                  <a:lnTo>
                    <a:pt x="183888" y="199006"/>
                  </a:lnTo>
                  <a:lnTo>
                    <a:pt x="184094" y="198929"/>
                  </a:lnTo>
                  <a:lnTo>
                    <a:pt x="184468" y="198785"/>
                  </a:lnTo>
                  <a:lnTo>
                    <a:pt x="184726" y="198683"/>
                  </a:lnTo>
                  <a:lnTo>
                    <a:pt x="184895" y="198619"/>
                  </a:lnTo>
                  <a:lnTo>
                    <a:pt x="185239" y="198493"/>
                  </a:lnTo>
                  <a:lnTo>
                    <a:pt x="185596" y="198453"/>
                  </a:lnTo>
                  <a:lnTo>
                    <a:pt x="186171" y="198391"/>
                  </a:lnTo>
                  <a:lnTo>
                    <a:pt x="186966" y="198307"/>
                  </a:lnTo>
                  <a:lnTo>
                    <a:pt x="187610" y="198239"/>
                  </a:lnTo>
                  <a:lnTo>
                    <a:pt x="188269" y="198167"/>
                  </a:lnTo>
                  <a:lnTo>
                    <a:pt x="189789" y="198008"/>
                  </a:lnTo>
                  <a:lnTo>
                    <a:pt x="189943" y="197994"/>
                  </a:lnTo>
                  <a:lnTo>
                    <a:pt x="191639" y="197822"/>
                  </a:lnTo>
                  <a:lnTo>
                    <a:pt x="191799" y="197814"/>
                  </a:lnTo>
                  <a:lnTo>
                    <a:pt x="192071" y="197783"/>
                  </a:lnTo>
                  <a:lnTo>
                    <a:pt x="192363" y="197749"/>
                  </a:lnTo>
                  <a:lnTo>
                    <a:pt x="192949" y="197703"/>
                  </a:lnTo>
                  <a:lnTo>
                    <a:pt x="193461" y="197761"/>
                  </a:lnTo>
                  <a:lnTo>
                    <a:pt x="193720" y="197753"/>
                  </a:lnTo>
                  <a:lnTo>
                    <a:pt x="194298" y="197735"/>
                  </a:lnTo>
                  <a:lnTo>
                    <a:pt x="196736" y="197660"/>
                  </a:lnTo>
                  <a:lnTo>
                    <a:pt x="201925" y="197505"/>
                  </a:lnTo>
                  <a:lnTo>
                    <a:pt x="203090" y="197471"/>
                  </a:lnTo>
                  <a:lnTo>
                    <a:pt x="203844" y="197445"/>
                  </a:lnTo>
                  <a:lnTo>
                    <a:pt x="204169" y="197425"/>
                  </a:lnTo>
                  <a:lnTo>
                    <a:pt x="204623" y="197793"/>
                  </a:lnTo>
                  <a:lnTo>
                    <a:pt x="204929" y="198049"/>
                  </a:lnTo>
                  <a:lnTo>
                    <a:pt x="205145" y="198167"/>
                  </a:lnTo>
                  <a:lnTo>
                    <a:pt x="205513" y="198377"/>
                  </a:lnTo>
                  <a:lnTo>
                    <a:pt x="206023" y="198673"/>
                  </a:lnTo>
                  <a:lnTo>
                    <a:pt x="206724" y="199081"/>
                  </a:lnTo>
                  <a:lnTo>
                    <a:pt x="207073" y="199281"/>
                  </a:lnTo>
                  <a:lnTo>
                    <a:pt x="207424" y="199481"/>
                  </a:lnTo>
                  <a:lnTo>
                    <a:pt x="208116" y="199877"/>
                  </a:lnTo>
                  <a:lnTo>
                    <a:pt x="208459" y="200077"/>
                  </a:lnTo>
                  <a:lnTo>
                    <a:pt x="208784" y="200285"/>
                  </a:lnTo>
                  <a:lnTo>
                    <a:pt x="209020" y="200444"/>
                  </a:lnTo>
                  <a:lnTo>
                    <a:pt x="209180" y="200442"/>
                  </a:lnTo>
                  <a:lnTo>
                    <a:pt x="210223" y="200441"/>
                  </a:lnTo>
                  <a:lnTo>
                    <a:pt x="211410" y="200440"/>
                  </a:lnTo>
                  <a:lnTo>
                    <a:pt x="211405" y="200686"/>
                  </a:lnTo>
                  <a:lnTo>
                    <a:pt x="211402" y="201168"/>
                  </a:lnTo>
                  <a:lnTo>
                    <a:pt x="211400" y="201410"/>
                  </a:lnTo>
                  <a:lnTo>
                    <a:pt x="211397" y="201893"/>
                  </a:lnTo>
                  <a:lnTo>
                    <a:pt x="211395" y="202257"/>
                  </a:lnTo>
                  <a:lnTo>
                    <a:pt x="211386" y="202667"/>
                  </a:lnTo>
                  <a:lnTo>
                    <a:pt x="211036" y="202680"/>
                  </a:lnTo>
                  <a:lnTo>
                    <a:pt x="210679" y="202699"/>
                  </a:lnTo>
                  <a:lnTo>
                    <a:pt x="210325" y="202719"/>
                  </a:lnTo>
                  <a:lnTo>
                    <a:pt x="209267" y="202778"/>
                  </a:lnTo>
                  <a:lnTo>
                    <a:pt x="208565" y="202818"/>
                  </a:lnTo>
                  <a:lnTo>
                    <a:pt x="208214" y="202838"/>
                  </a:lnTo>
                  <a:lnTo>
                    <a:pt x="207864" y="202858"/>
                  </a:lnTo>
                  <a:lnTo>
                    <a:pt x="207513" y="202879"/>
                  </a:lnTo>
                  <a:lnTo>
                    <a:pt x="207162" y="202899"/>
                  </a:lnTo>
                  <a:lnTo>
                    <a:pt x="206460" y="202938"/>
                  </a:lnTo>
                  <a:lnTo>
                    <a:pt x="205966" y="202961"/>
                  </a:lnTo>
                  <a:lnTo>
                    <a:pt x="205632" y="203126"/>
                  </a:lnTo>
                  <a:lnTo>
                    <a:pt x="205493" y="203340"/>
                  </a:lnTo>
                  <a:lnTo>
                    <a:pt x="205568" y="203957"/>
                  </a:lnTo>
                  <a:lnTo>
                    <a:pt x="205643" y="204102"/>
                  </a:lnTo>
                  <a:lnTo>
                    <a:pt x="205725" y="204277"/>
                  </a:lnTo>
                  <a:lnTo>
                    <a:pt x="205803" y="204506"/>
                  </a:lnTo>
                  <a:lnTo>
                    <a:pt x="206289" y="205718"/>
                  </a:lnTo>
                  <a:lnTo>
                    <a:pt x="206776" y="205975"/>
                  </a:lnTo>
                  <a:lnTo>
                    <a:pt x="207014" y="206264"/>
                  </a:lnTo>
                  <a:lnTo>
                    <a:pt x="207456" y="206752"/>
                  </a:lnTo>
                  <a:lnTo>
                    <a:pt x="207801" y="206917"/>
                  </a:lnTo>
                  <a:lnTo>
                    <a:pt x="208147" y="207084"/>
                  </a:lnTo>
                  <a:lnTo>
                    <a:pt x="208841" y="207420"/>
                  </a:lnTo>
                  <a:lnTo>
                    <a:pt x="209190" y="207590"/>
                  </a:lnTo>
                  <a:lnTo>
                    <a:pt x="209538" y="207759"/>
                  </a:lnTo>
                  <a:lnTo>
                    <a:pt x="209929" y="207945"/>
                  </a:lnTo>
                  <a:lnTo>
                    <a:pt x="210303" y="208125"/>
                  </a:lnTo>
                  <a:lnTo>
                    <a:pt x="210755" y="208289"/>
                  </a:lnTo>
                  <a:lnTo>
                    <a:pt x="210972" y="208344"/>
                  </a:lnTo>
                  <a:lnTo>
                    <a:pt x="211159" y="208355"/>
                  </a:lnTo>
                  <a:lnTo>
                    <a:pt x="211478" y="208311"/>
                  </a:lnTo>
                  <a:lnTo>
                    <a:pt x="211639" y="208264"/>
                  </a:lnTo>
                  <a:lnTo>
                    <a:pt x="212260" y="208272"/>
                  </a:lnTo>
                  <a:lnTo>
                    <a:pt x="212819" y="208425"/>
                  </a:lnTo>
                  <a:lnTo>
                    <a:pt x="213086" y="208547"/>
                  </a:lnTo>
                  <a:lnTo>
                    <a:pt x="214077" y="208702"/>
                  </a:lnTo>
                  <a:lnTo>
                    <a:pt x="214640" y="208657"/>
                  </a:lnTo>
                  <a:lnTo>
                    <a:pt x="214772" y="208617"/>
                  </a:lnTo>
                  <a:lnTo>
                    <a:pt x="215261" y="208401"/>
                  </a:lnTo>
                  <a:lnTo>
                    <a:pt x="215436" y="208261"/>
                  </a:lnTo>
                  <a:lnTo>
                    <a:pt x="215587" y="208116"/>
                  </a:lnTo>
                  <a:lnTo>
                    <a:pt x="215876" y="208073"/>
                  </a:lnTo>
                  <a:lnTo>
                    <a:pt x="216232" y="208021"/>
                  </a:lnTo>
                  <a:lnTo>
                    <a:pt x="216586" y="207971"/>
                  </a:lnTo>
                  <a:lnTo>
                    <a:pt x="217787" y="207807"/>
                  </a:lnTo>
                  <a:lnTo>
                    <a:pt x="220899" y="207410"/>
                  </a:lnTo>
                  <a:lnTo>
                    <a:pt x="222474" y="207208"/>
                  </a:lnTo>
                  <a:lnTo>
                    <a:pt x="228823" y="206405"/>
                  </a:lnTo>
                  <a:lnTo>
                    <a:pt x="229581" y="206306"/>
                  </a:lnTo>
                  <a:lnTo>
                    <a:pt x="229874" y="206244"/>
                  </a:lnTo>
                  <a:lnTo>
                    <a:pt x="230411" y="206418"/>
                  </a:lnTo>
                  <a:lnTo>
                    <a:pt x="230749" y="206425"/>
                  </a:lnTo>
                  <a:lnTo>
                    <a:pt x="230947" y="206434"/>
                  </a:lnTo>
                  <a:lnTo>
                    <a:pt x="232439" y="206612"/>
                  </a:lnTo>
                  <a:lnTo>
                    <a:pt x="232703" y="206565"/>
                  </a:lnTo>
                  <a:lnTo>
                    <a:pt x="233240" y="206447"/>
                  </a:lnTo>
                  <a:lnTo>
                    <a:pt x="233452" y="206387"/>
                  </a:lnTo>
                  <a:lnTo>
                    <a:pt x="233800" y="206262"/>
                  </a:lnTo>
                  <a:lnTo>
                    <a:pt x="234236" y="206132"/>
                  </a:lnTo>
                  <a:lnTo>
                    <a:pt x="235519" y="208876"/>
                  </a:lnTo>
                  <a:lnTo>
                    <a:pt x="235606" y="209100"/>
                  </a:lnTo>
                  <a:lnTo>
                    <a:pt x="235727" y="209405"/>
                  </a:lnTo>
                  <a:lnTo>
                    <a:pt x="236021" y="210149"/>
                  </a:lnTo>
                  <a:lnTo>
                    <a:pt x="236123" y="210410"/>
                  </a:lnTo>
                  <a:lnTo>
                    <a:pt x="240606" y="221862"/>
                  </a:lnTo>
                  <a:lnTo>
                    <a:pt x="243028" y="228237"/>
                  </a:lnTo>
                  <a:lnTo>
                    <a:pt x="243515" y="228029"/>
                  </a:lnTo>
                  <a:lnTo>
                    <a:pt x="243723" y="227857"/>
                  </a:lnTo>
                  <a:lnTo>
                    <a:pt x="243981" y="227660"/>
                  </a:lnTo>
                  <a:lnTo>
                    <a:pt x="244206" y="227592"/>
                  </a:lnTo>
                  <a:lnTo>
                    <a:pt x="244414" y="227299"/>
                  </a:lnTo>
                  <a:lnTo>
                    <a:pt x="245488" y="227097"/>
                  </a:lnTo>
                  <a:lnTo>
                    <a:pt x="246146" y="226922"/>
                  </a:lnTo>
                  <a:lnTo>
                    <a:pt x="246386" y="226905"/>
                  </a:lnTo>
                  <a:lnTo>
                    <a:pt x="246563" y="226890"/>
                  </a:lnTo>
                  <a:lnTo>
                    <a:pt x="247129" y="226590"/>
                  </a:lnTo>
                  <a:lnTo>
                    <a:pt x="247304" y="226579"/>
                  </a:lnTo>
                  <a:lnTo>
                    <a:pt x="247493" y="226524"/>
                  </a:lnTo>
                  <a:lnTo>
                    <a:pt x="247735" y="226437"/>
                  </a:lnTo>
                  <a:lnTo>
                    <a:pt x="248008" y="226412"/>
                  </a:lnTo>
                  <a:lnTo>
                    <a:pt x="248778" y="226281"/>
                  </a:lnTo>
                  <a:lnTo>
                    <a:pt x="249260" y="226364"/>
                  </a:lnTo>
                  <a:lnTo>
                    <a:pt x="249398" y="226393"/>
                  </a:lnTo>
                  <a:lnTo>
                    <a:pt x="249804" y="226420"/>
                  </a:lnTo>
                  <a:lnTo>
                    <a:pt x="250113" y="226316"/>
                  </a:lnTo>
                  <a:lnTo>
                    <a:pt x="250448" y="226265"/>
                  </a:lnTo>
                  <a:lnTo>
                    <a:pt x="250623" y="226265"/>
                  </a:lnTo>
                  <a:lnTo>
                    <a:pt x="251016" y="226184"/>
                  </a:lnTo>
                  <a:lnTo>
                    <a:pt x="251444" y="226196"/>
                  </a:lnTo>
                  <a:lnTo>
                    <a:pt x="251727" y="226316"/>
                  </a:lnTo>
                  <a:lnTo>
                    <a:pt x="252403" y="226419"/>
                  </a:lnTo>
                  <a:lnTo>
                    <a:pt x="252601" y="226418"/>
                  </a:lnTo>
                  <a:lnTo>
                    <a:pt x="252848" y="226368"/>
                  </a:lnTo>
                  <a:lnTo>
                    <a:pt x="253223" y="226326"/>
                  </a:lnTo>
                  <a:lnTo>
                    <a:pt x="253567" y="226427"/>
                  </a:lnTo>
                  <a:lnTo>
                    <a:pt x="253935" y="226308"/>
                  </a:lnTo>
                  <a:lnTo>
                    <a:pt x="254219" y="226255"/>
                  </a:lnTo>
                  <a:lnTo>
                    <a:pt x="255025" y="226303"/>
                  </a:lnTo>
                  <a:lnTo>
                    <a:pt x="255377" y="226306"/>
                  </a:lnTo>
                  <a:lnTo>
                    <a:pt x="255560" y="226171"/>
                  </a:lnTo>
                  <a:lnTo>
                    <a:pt x="255797" y="226165"/>
                  </a:lnTo>
                  <a:lnTo>
                    <a:pt x="256167" y="226050"/>
                  </a:lnTo>
                  <a:lnTo>
                    <a:pt x="256734" y="226060"/>
                  </a:lnTo>
                  <a:lnTo>
                    <a:pt x="257077" y="226018"/>
                  </a:lnTo>
                  <a:lnTo>
                    <a:pt x="257452" y="226029"/>
                  </a:lnTo>
                  <a:lnTo>
                    <a:pt x="257653" y="225956"/>
                  </a:lnTo>
                  <a:lnTo>
                    <a:pt x="258480" y="225487"/>
                  </a:lnTo>
                  <a:lnTo>
                    <a:pt x="259103" y="224866"/>
                  </a:lnTo>
                  <a:lnTo>
                    <a:pt x="259617" y="224479"/>
                  </a:lnTo>
                  <a:lnTo>
                    <a:pt x="260091" y="224524"/>
                  </a:lnTo>
                  <a:lnTo>
                    <a:pt x="260531" y="224405"/>
                  </a:lnTo>
                  <a:lnTo>
                    <a:pt x="260762" y="224442"/>
                  </a:lnTo>
                  <a:lnTo>
                    <a:pt x="261214" y="224151"/>
                  </a:lnTo>
                  <a:lnTo>
                    <a:pt x="261682" y="224118"/>
                  </a:lnTo>
                  <a:lnTo>
                    <a:pt x="262019" y="224078"/>
                  </a:lnTo>
                  <a:lnTo>
                    <a:pt x="262197" y="224006"/>
                  </a:lnTo>
                  <a:lnTo>
                    <a:pt x="262753" y="223941"/>
                  </a:lnTo>
                  <a:lnTo>
                    <a:pt x="262998" y="223976"/>
                  </a:lnTo>
                  <a:lnTo>
                    <a:pt x="263453" y="224296"/>
                  </a:lnTo>
                  <a:lnTo>
                    <a:pt x="263768" y="224292"/>
                  </a:lnTo>
                  <a:lnTo>
                    <a:pt x="264273" y="224311"/>
                  </a:lnTo>
                  <a:lnTo>
                    <a:pt x="264497" y="224358"/>
                  </a:lnTo>
                  <a:lnTo>
                    <a:pt x="265055" y="224179"/>
                  </a:lnTo>
                  <a:lnTo>
                    <a:pt x="265312" y="224557"/>
                  </a:lnTo>
                  <a:lnTo>
                    <a:pt x="265881" y="224950"/>
                  </a:lnTo>
                  <a:lnTo>
                    <a:pt x="266370" y="224612"/>
                  </a:lnTo>
                  <a:lnTo>
                    <a:pt x="266800" y="224863"/>
                  </a:lnTo>
                  <a:lnTo>
                    <a:pt x="267104" y="225161"/>
                  </a:lnTo>
                  <a:lnTo>
                    <a:pt x="268269" y="225278"/>
                  </a:lnTo>
                  <a:lnTo>
                    <a:pt x="268553" y="225125"/>
                  </a:lnTo>
                  <a:lnTo>
                    <a:pt x="268935" y="224920"/>
                  </a:lnTo>
                  <a:lnTo>
                    <a:pt x="269804" y="224762"/>
                  </a:lnTo>
                  <a:lnTo>
                    <a:pt x="270088" y="224847"/>
                  </a:lnTo>
                  <a:lnTo>
                    <a:pt x="270533" y="225401"/>
                  </a:lnTo>
                  <a:lnTo>
                    <a:pt x="270606" y="225585"/>
                  </a:lnTo>
                  <a:lnTo>
                    <a:pt x="270908" y="226026"/>
                  </a:lnTo>
                  <a:lnTo>
                    <a:pt x="271231" y="226057"/>
                  </a:lnTo>
                  <a:lnTo>
                    <a:pt x="271861" y="226184"/>
                  </a:lnTo>
                  <a:lnTo>
                    <a:pt x="272324" y="226573"/>
                  </a:lnTo>
                  <a:lnTo>
                    <a:pt x="272542" y="226776"/>
                  </a:lnTo>
                  <a:lnTo>
                    <a:pt x="272983" y="226708"/>
                  </a:lnTo>
                  <a:lnTo>
                    <a:pt x="273349" y="227176"/>
                  </a:lnTo>
                  <a:lnTo>
                    <a:pt x="273365" y="227797"/>
                  </a:lnTo>
                  <a:lnTo>
                    <a:pt x="273447" y="228173"/>
                  </a:lnTo>
                  <a:lnTo>
                    <a:pt x="273917" y="229263"/>
                  </a:lnTo>
                  <a:lnTo>
                    <a:pt x="274256" y="229567"/>
                  </a:lnTo>
                  <a:lnTo>
                    <a:pt x="274728" y="229359"/>
                  </a:lnTo>
                  <a:lnTo>
                    <a:pt x="275192" y="229388"/>
                  </a:lnTo>
                  <a:lnTo>
                    <a:pt x="275354" y="229743"/>
                  </a:lnTo>
                  <a:lnTo>
                    <a:pt x="276048" y="229999"/>
                  </a:lnTo>
                  <a:lnTo>
                    <a:pt x="276201" y="230088"/>
                  </a:lnTo>
                  <a:lnTo>
                    <a:pt x="276413" y="230362"/>
                  </a:lnTo>
                  <a:lnTo>
                    <a:pt x="276516" y="230786"/>
                  </a:lnTo>
                  <a:lnTo>
                    <a:pt x="276661" y="230933"/>
                  </a:lnTo>
                  <a:lnTo>
                    <a:pt x="276996" y="231102"/>
                  </a:lnTo>
                  <a:lnTo>
                    <a:pt x="277439" y="231027"/>
                  </a:lnTo>
                  <a:lnTo>
                    <a:pt x="277646" y="230615"/>
                  </a:lnTo>
                  <a:lnTo>
                    <a:pt x="277872" y="230514"/>
                  </a:lnTo>
                  <a:lnTo>
                    <a:pt x="278364" y="230332"/>
                  </a:lnTo>
                  <a:lnTo>
                    <a:pt x="279063" y="230079"/>
                  </a:lnTo>
                  <a:lnTo>
                    <a:pt x="279498" y="229851"/>
                  </a:lnTo>
                  <a:lnTo>
                    <a:pt x="280144" y="230524"/>
                  </a:lnTo>
                  <a:lnTo>
                    <a:pt x="280504" y="230456"/>
                  </a:lnTo>
                  <a:lnTo>
                    <a:pt x="280911" y="230290"/>
                  </a:lnTo>
                  <a:lnTo>
                    <a:pt x="281498" y="230324"/>
                  </a:lnTo>
                  <a:lnTo>
                    <a:pt x="281718" y="230486"/>
                  </a:lnTo>
                  <a:lnTo>
                    <a:pt x="282735" y="230826"/>
                  </a:lnTo>
                  <a:lnTo>
                    <a:pt x="282879" y="230755"/>
                  </a:lnTo>
                  <a:lnTo>
                    <a:pt x="283931" y="230573"/>
                  </a:lnTo>
                  <a:lnTo>
                    <a:pt x="284690" y="230603"/>
                  </a:lnTo>
                  <a:lnTo>
                    <a:pt x="285307" y="230805"/>
                  </a:lnTo>
                  <a:lnTo>
                    <a:pt x="285301" y="231011"/>
                  </a:lnTo>
                  <a:lnTo>
                    <a:pt x="285597" y="231282"/>
                  </a:lnTo>
                  <a:lnTo>
                    <a:pt x="285806" y="231399"/>
                  </a:lnTo>
                  <a:lnTo>
                    <a:pt x="286051" y="231242"/>
                  </a:lnTo>
                  <a:lnTo>
                    <a:pt x="286223" y="231121"/>
                  </a:lnTo>
                  <a:lnTo>
                    <a:pt x="286587" y="230986"/>
                  </a:lnTo>
                  <a:lnTo>
                    <a:pt x="286809" y="230828"/>
                  </a:lnTo>
                  <a:lnTo>
                    <a:pt x="287033" y="230520"/>
                  </a:lnTo>
                  <a:lnTo>
                    <a:pt x="287420" y="230148"/>
                  </a:lnTo>
                  <a:lnTo>
                    <a:pt x="287779" y="230149"/>
                  </a:lnTo>
                  <a:lnTo>
                    <a:pt x="287993" y="230262"/>
                  </a:lnTo>
                  <a:lnTo>
                    <a:pt x="288217" y="230632"/>
                  </a:lnTo>
                  <a:lnTo>
                    <a:pt x="288224" y="230881"/>
                  </a:lnTo>
                  <a:lnTo>
                    <a:pt x="288238" y="231159"/>
                  </a:lnTo>
                  <a:lnTo>
                    <a:pt x="288870" y="230976"/>
                  </a:lnTo>
                  <a:lnTo>
                    <a:pt x="289099" y="230825"/>
                  </a:lnTo>
                  <a:lnTo>
                    <a:pt x="289463" y="230482"/>
                  </a:lnTo>
                  <a:lnTo>
                    <a:pt x="289631" y="230190"/>
                  </a:lnTo>
                  <a:lnTo>
                    <a:pt x="290280" y="230111"/>
                  </a:lnTo>
                  <a:lnTo>
                    <a:pt x="290675" y="229664"/>
                  </a:lnTo>
                  <a:lnTo>
                    <a:pt x="290876" y="229654"/>
                  </a:lnTo>
                  <a:lnTo>
                    <a:pt x="291225" y="229290"/>
                  </a:lnTo>
                  <a:lnTo>
                    <a:pt x="291398" y="229034"/>
                  </a:lnTo>
                  <a:lnTo>
                    <a:pt x="291917" y="228655"/>
                  </a:lnTo>
                  <a:lnTo>
                    <a:pt x="292199" y="228586"/>
                  </a:lnTo>
                  <a:lnTo>
                    <a:pt x="292477" y="228662"/>
                  </a:lnTo>
                  <a:lnTo>
                    <a:pt x="292713" y="228754"/>
                  </a:lnTo>
                  <a:lnTo>
                    <a:pt x="293080" y="228834"/>
                  </a:lnTo>
                  <a:lnTo>
                    <a:pt x="293409" y="228718"/>
                  </a:lnTo>
                  <a:lnTo>
                    <a:pt x="293935" y="228374"/>
                  </a:lnTo>
                  <a:lnTo>
                    <a:pt x="294249" y="228051"/>
                  </a:lnTo>
                  <a:lnTo>
                    <a:pt x="294523" y="227413"/>
                  </a:lnTo>
                  <a:lnTo>
                    <a:pt x="295152" y="227460"/>
                  </a:lnTo>
                  <a:lnTo>
                    <a:pt x="296007" y="226366"/>
                  </a:lnTo>
                  <a:lnTo>
                    <a:pt x="297008" y="225763"/>
                  </a:lnTo>
                  <a:lnTo>
                    <a:pt x="297868" y="225888"/>
                  </a:lnTo>
                  <a:lnTo>
                    <a:pt x="298145" y="226233"/>
                  </a:lnTo>
                  <a:lnTo>
                    <a:pt x="298433" y="226580"/>
                  </a:lnTo>
                  <a:lnTo>
                    <a:pt x="298490" y="226742"/>
                  </a:lnTo>
                  <a:lnTo>
                    <a:pt x="299809" y="227338"/>
                  </a:lnTo>
                  <a:lnTo>
                    <a:pt x="300428" y="227117"/>
                  </a:lnTo>
                  <a:lnTo>
                    <a:pt x="300423" y="227640"/>
                  </a:lnTo>
                  <a:lnTo>
                    <a:pt x="301094" y="227993"/>
                  </a:lnTo>
                  <a:lnTo>
                    <a:pt x="301446" y="227986"/>
                  </a:lnTo>
                  <a:lnTo>
                    <a:pt x="301919" y="228132"/>
                  </a:lnTo>
                  <a:lnTo>
                    <a:pt x="302400" y="228237"/>
                  </a:lnTo>
                  <a:lnTo>
                    <a:pt x="302607" y="228233"/>
                  </a:lnTo>
                  <a:lnTo>
                    <a:pt x="302824" y="228161"/>
                  </a:lnTo>
                  <a:lnTo>
                    <a:pt x="303509" y="228156"/>
                  </a:lnTo>
                  <a:lnTo>
                    <a:pt x="303913" y="228807"/>
                  </a:lnTo>
                  <a:lnTo>
                    <a:pt x="304030" y="229310"/>
                  </a:lnTo>
                  <a:lnTo>
                    <a:pt x="304362" y="230344"/>
                  </a:lnTo>
                  <a:lnTo>
                    <a:pt x="304468" y="230854"/>
                  </a:lnTo>
                  <a:lnTo>
                    <a:pt x="304829" y="231815"/>
                  </a:lnTo>
                  <a:lnTo>
                    <a:pt x="305031" y="231828"/>
                  </a:lnTo>
                  <a:lnTo>
                    <a:pt x="305818" y="231641"/>
                  </a:lnTo>
                  <a:lnTo>
                    <a:pt x="306225" y="231509"/>
                  </a:lnTo>
                  <a:lnTo>
                    <a:pt x="306848" y="231589"/>
                  </a:lnTo>
                  <a:lnTo>
                    <a:pt x="307339" y="232100"/>
                  </a:lnTo>
                  <a:lnTo>
                    <a:pt x="307505" y="232329"/>
                  </a:lnTo>
                  <a:lnTo>
                    <a:pt x="308454" y="233303"/>
                  </a:lnTo>
                  <a:lnTo>
                    <a:pt x="308440" y="233765"/>
                  </a:lnTo>
                  <a:lnTo>
                    <a:pt x="309369" y="234584"/>
                  </a:lnTo>
                  <a:lnTo>
                    <a:pt x="309721" y="234871"/>
                  </a:lnTo>
                  <a:lnTo>
                    <a:pt x="310221" y="235006"/>
                  </a:lnTo>
                  <a:lnTo>
                    <a:pt x="310214" y="235188"/>
                  </a:lnTo>
                  <a:lnTo>
                    <a:pt x="310501" y="235385"/>
                  </a:lnTo>
                  <a:lnTo>
                    <a:pt x="310913" y="235804"/>
                  </a:lnTo>
                  <a:lnTo>
                    <a:pt x="311462" y="235937"/>
                  </a:lnTo>
                  <a:lnTo>
                    <a:pt x="311639" y="235977"/>
                  </a:lnTo>
                  <a:lnTo>
                    <a:pt x="311963" y="236023"/>
                  </a:lnTo>
                  <a:lnTo>
                    <a:pt x="312046" y="236369"/>
                  </a:lnTo>
                  <a:lnTo>
                    <a:pt x="312233" y="236383"/>
                  </a:lnTo>
                  <a:lnTo>
                    <a:pt x="312558" y="236321"/>
                  </a:lnTo>
                  <a:lnTo>
                    <a:pt x="312800" y="236413"/>
                  </a:lnTo>
                  <a:lnTo>
                    <a:pt x="312821" y="236558"/>
                  </a:lnTo>
                  <a:lnTo>
                    <a:pt x="312924" y="236776"/>
                  </a:lnTo>
                  <a:lnTo>
                    <a:pt x="313435" y="237219"/>
                  </a:lnTo>
                  <a:lnTo>
                    <a:pt x="313681" y="237393"/>
                  </a:lnTo>
                  <a:lnTo>
                    <a:pt x="313952" y="237542"/>
                  </a:lnTo>
                  <a:lnTo>
                    <a:pt x="314171" y="237640"/>
                  </a:lnTo>
                  <a:lnTo>
                    <a:pt x="314765" y="237776"/>
                  </a:lnTo>
                  <a:lnTo>
                    <a:pt x="314869" y="237599"/>
                  </a:lnTo>
                  <a:lnTo>
                    <a:pt x="314973" y="237302"/>
                  </a:lnTo>
                  <a:lnTo>
                    <a:pt x="315034" y="237112"/>
                  </a:lnTo>
                  <a:lnTo>
                    <a:pt x="315100" y="236984"/>
                  </a:lnTo>
                  <a:lnTo>
                    <a:pt x="315344" y="237018"/>
                  </a:lnTo>
                  <a:lnTo>
                    <a:pt x="315673" y="237190"/>
                  </a:lnTo>
                  <a:lnTo>
                    <a:pt x="315821" y="237214"/>
                  </a:lnTo>
                  <a:lnTo>
                    <a:pt x="316157" y="237116"/>
                  </a:lnTo>
                  <a:lnTo>
                    <a:pt x="316404" y="236981"/>
                  </a:lnTo>
                  <a:lnTo>
                    <a:pt x="316660" y="237009"/>
                  </a:lnTo>
                  <a:lnTo>
                    <a:pt x="316791" y="237055"/>
                  </a:lnTo>
                  <a:lnTo>
                    <a:pt x="317022" y="237228"/>
                  </a:lnTo>
                  <a:lnTo>
                    <a:pt x="317077" y="237407"/>
                  </a:lnTo>
                  <a:lnTo>
                    <a:pt x="317258" y="237487"/>
                  </a:lnTo>
                  <a:lnTo>
                    <a:pt x="317463" y="237526"/>
                  </a:lnTo>
                  <a:lnTo>
                    <a:pt x="317990" y="237570"/>
                  </a:lnTo>
                  <a:lnTo>
                    <a:pt x="318359" y="237604"/>
                  </a:lnTo>
                  <a:lnTo>
                    <a:pt x="318624" y="237800"/>
                  </a:lnTo>
                  <a:lnTo>
                    <a:pt x="318565" y="238109"/>
                  </a:lnTo>
                  <a:lnTo>
                    <a:pt x="319129" y="238092"/>
                  </a:lnTo>
                  <a:lnTo>
                    <a:pt x="319475" y="238288"/>
                  </a:lnTo>
                  <a:lnTo>
                    <a:pt x="319532" y="238453"/>
                  </a:lnTo>
                  <a:lnTo>
                    <a:pt x="319778" y="238545"/>
                  </a:lnTo>
                  <a:lnTo>
                    <a:pt x="319990" y="238616"/>
                  </a:lnTo>
                  <a:lnTo>
                    <a:pt x="320164" y="238628"/>
                  </a:lnTo>
                  <a:lnTo>
                    <a:pt x="320393" y="238652"/>
                  </a:lnTo>
                  <a:lnTo>
                    <a:pt x="320541" y="238735"/>
                  </a:lnTo>
                  <a:lnTo>
                    <a:pt x="320707" y="239064"/>
                  </a:lnTo>
                  <a:lnTo>
                    <a:pt x="321379" y="239091"/>
                  </a:lnTo>
                  <a:lnTo>
                    <a:pt x="321646" y="238970"/>
                  </a:lnTo>
                  <a:lnTo>
                    <a:pt x="321985" y="238629"/>
                  </a:lnTo>
                  <a:lnTo>
                    <a:pt x="321920" y="238479"/>
                  </a:lnTo>
                  <a:lnTo>
                    <a:pt x="321783" y="238354"/>
                  </a:lnTo>
                  <a:lnTo>
                    <a:pt x="321679" y="238089"/>
                  </a:lnTo>
                  <a:lnTo>
                    <a:pt x="322440" y="237955"/>
                  </a:lnTo>
                  <a:lnTo>
                    <a:pt x="322984" y="238126"/>
                  </a:lnTo>
                  <a:lnTo>
                    <a:pt x="323613" y="238107"/>
                  </a:lnTo>
                  <a:lnTo>
                    <a:pt x="323699" y="238285"/>
                  </a:lnTo>
                  <a:lnTo>
                    <a:pt x="323673" y="238623"/>
                  </a:lnTo>
                  <a:lnTo>
                    <a:pt x="323734" y="238754"/>
                  </a:lnTo>
                  <a:lnTo>
                    <a:pt x="323800" y="238888"/>
                  </a:lnTo>
                  <a:lnTo>
                    <a:pt x="324196" y="239294"/>
                  </a:lnTo>
                  <a:lnTo>
                    <a:pt x="324710" y="239059"/>
                  </a:lnTo>
                  <a:lnTo>
                    <a:pt x="324807" y="238920"/>
                  </a:lnTo>
                  <a:lnTo>
                    <a:pt x="325554" y="238667"/>
                  </a:lnTo>
                  <a:lnTo>
                    <a:pt x="325783" y="238683"/>
                  </a:lnTo>
                  <a:lnTo>
                    <a:pt x="326074" y="238703"/>
                  </a:lnTo>
                  <a:lnTo>
                    <a:pt x="326441" y="238370"/>
                  </a:lnTo>
                  <a:lnTo>
                    <a:pt x="326290" y="237697"/>
                  </a:lnTo>
                  <a:lnTo>
                    <a:pt x="326077" y="237605"/>
                  </a:lnTo>
                  <a:lnTo>
                    <a:pt x="326041" y="237176"/>
                  </a:lnTo>
                  <a:lnTo>
                    <a:pt x="326211" y="237058"/>
                  </a:lnTo>
                  <a:lnTo>
                    <a:pt x="326444" y="236719"/>
                  </a:lnTo>
                  <a:lnTo>
                    <a:pt x="326329" y="236505"/>
                  </a:lnTo>
                  <a:lnTo>
                    <a:pt x="326370" y="236297"/>
                  </a:lnTo>
                  <a:lnTo>
                    <a:pt x="327100" y="234733"/>
                  </a:lnTo>
                  <a:lnTo>
                    <a:pt x="327254" y="234557"/>
                  </a:lnTo>
                  <a:lnTo>
                    <a:pt x="327287" y="234268"/>
                  </a:lnTo>
                  <a:lnTo>
                    <a:pt x="327290" y="234102"/>
                  </a:lnTo>
                  <a:lnTo>
                    <a:pt x="327746" y="233326"/>
                  </a:lnTo>
                  <a:lnTo>
                    <a:pt x="328133" y="233260"/>
                  </a:lnTo>
                  <a:lnTo>
                    <a:pt x="328311" y="233191"/>
                  </a:lnTo>
                  <a:lnTo>
                    <a:pt x="329518" y="232190"/>
                  </a:lnTo>
                  <a:lnTo>
                    <a:pt x="330397" y="231983"/>
                  </a:lnTo>
                  <a:lnTo>
                    <a:pt x="330829" y="231973"/>
                  </a:lnTo>
                  <a:lnTo>
                    <a:pt x="331552" y="232024"/>
                  </a:lnTo>
                  <a:lnTo>
                    <a:pt x="332232" y="232023"/>
                  </a:lnTo>
                  <a:lnTo>
                    <a:pt x="332648" y="232103"/>
                  </a:lnTo>
                  <a:lnTo>
                    <a:pt x="334798" y="232729"/>
                  </a:lnTo>
                  <a:lnTo>
                    <a:pt x="335632" y="232936"/>
                  </a:lnTo>
                  <a:lnTo>
                    <a:pt x="336037" y="232964"/>
                  </a:lnTo>
                  <a:lnTo>
                    <a:pt x="336791" y="233151"/>
                  </a:lnTo>
                  <a:lnTo>
                    <a:pt x="337242" y="233434"/>
                  </a:lnTo>
                  <a:lnTo>
                    <a:pt x="337870" y="233577"/>
                  </a:lnTo>
                  <a:lnTo>
                    <a:pt x="338582" y="233796"/>
                  </a:lnTo>
                  <a:lnTo>
                    <a:pt x="343146" y="235131"/>
                  </a:lnTo>
                  <a:lnTo>
                    <a:pt x="343048" y="233130"/>
                  </a:lnTo>
                  <a:lnTo>
                    <a:pt x="342964" y="232770"/>
                  </a:lnTo>
                  <a:lnTo>
                    <a:pt x="342787" y="232111"/>
                  </a:lnTo>
                  <a:lnTo>
                    <a:pt x="342429" y="231636"/>
                  </a:lnTo>
                  <a:lnTo>
                    <a:pt x="342527" y="231265"/>
                  </a:lnTo>
                  <a:lnTo>
                    <a:pt x="342666" y="231160"/>
                  </a:lnTo>
                  <a:lnTo>
                    <a:pt x="342552" y="230997"/>
                  </a:lnTo>
                  <a:lnTo>
                    <a:pt x="342232" y="230752"/>
                  </a:lnTo>
                  <a:lnTo>
                    <a:pt x="341990" y="230555"/>
                  </a:lnTo>
                  <a:lnTo>
                    <a:pt x="341847" y="230352"/>
                  </a:lnTo>
                  <a:lnTo>
                    <a:pt x="341655" y="230053"/>
                  </a:lnTo>
                  <a:lnTo>
                    <a:pt x="341579" y="229784"/>
                  </a:lnTo>
                  <a:lnTo>
                    <a:pt x="341523" y="229377"/>
                  </a:lnTo>
                  <a:lnTo>
                    <a:pt x="341338" y="229084"/>
                  </a:lnTo>
                  <a:lnTo>
                    <a:pt x="341202" y="228818"/>
                  </a:lnTo>
                  <a:lnTo>
                    <a:pt x="341172" y="228443"/>
                  </a:lnTo>
                  <a:lnTo>
                    <a:pt x="341205" y="228225"/>
                  </a:lnTo>
                  <a:lnTo>
                    <a:pt x="341309" y="227925"/>
                  </a:lnTo>
                  <a:lnTo>
                    <a:pt x="341435" y="227786"/>
                  </a:lnTo>
                  <a:lnTo>
                    <a:pt x="341608" y="227646"/>
                  </a:lnTo>
                  <a:lnTo>
                    <a:pt x="341990" y="227212"/>
                  </a:lnTo>
                  <a:lnTo>
                    <a:pt x="342243" y="226823"/>
                  </a:lnTo>
                  <a:lnTo>
                    <a:pt x="342571" y="226563"/>
                  </a:lnTo>
                  <a:lnTo>
                    <a:pt x="342972" y="226214"/>
                  </a:lnTo>
                  <a:lnTo>
                    <a:pt x="343099" y="225881"/>
                  </a:lnTo>
                  <a:lnTo>
                    <a:pt x="343325" y="225523"/>
                  </a:lnTo>
                  <a:lnTo>
                    <a:pt x="343787" y="224950"/>
                  </a:lnTo>
                  <a:lnTo>
                    <a:pt x="344003" y="224799"/>
                  </a:lnTo>
                  <a:lnTo>
                    <a:pt x="344187" y="224425"/>
                  </a:lnTo>
                  <a:lnTo>
                    <a:pt x="344279" y="224088"/>
                  </a:lnTo>
                  <a:lnTo>
                    <a:pt x="344312" y="223911"/>
                  </a:lnTo>
                  <a:lnTo>
                    <a:pt x="344301" y="223362"/>
                  </a:lnTo>
                  <a:lnTo>
                    <a:pt x="344325" y="223158"/>
                  </a:lnTo>
                  <a:lnTo>
                    <a:pt x="344433" y="222811"/>
                  </a:lnTo>
                  <a:lnTo>
                    <a:pt x="344565" y="222702"/>
                  </a:lnTo>
                  <a:lnTo>
                    <a:pt x="344594" y="222360"/>
                  </a:lnTo>
                  <a:lnTo>
                    <a:pt x="344354" y="222197"/>
                  </a:lnTo>
                  <a:lnTo>
                    <a:pt x="343923" y="222009"/>
                  </a:lnTo>
                  <a:lnTo>
                    <a:pt x="342861" y="221211"/>
                  </a:lnTo>
                  <a:lnTo>
                    <a:pt x="342813" y="221043"/>
                  </a:lnTo>
                  <a:lnTo>
                    <a:pt x="342877" y="220686"/>
                  </a:lnTo>
                  <a:lnTo>
                    <a:pt x="343385" y="220304"/>
                  </a:lnTo>
                  <a:lnTo>
                    <a:pt x="344080" y="220485"/>
                  </a:lnTo>
                  <a:lnTo>
                    <a:pt x="344397" y="220413"/>
                  </a:lnTo>
                  <a:lnTo>
                    <a:pt x="344668" y="219913"/>
                  </a:lnTo>
                  <a:lnTo>
                    <a:pt x="344840" y="219858"/>
                  </a:lnTo>
                  <a:lnTo>
                    <a:pt x="345040" y="219872"/>
                  </a:lnTo>
                  <a:lnTo>
                    <a:pt x="345787" y="220004"/>
                  </a:lnTo>
                  <a:lnTo>
                    <a:pt x="346785" y="220167"/>
                  </a:lnTo>
                  <a:lnTo>
                    <a:pt x="347235" y="220223"/>
                  </a:lnTo>
                  <a:lnTo>
                    <a:pt x="347432" y="220186"/>
                  </a:lnTo>
                  <a:lnTo>
                    <a:pt x="347832" y="220005"/>
                  </a:lnTo>
                  <a:lnTo>
                    <a:pt x="348518" y="219933"/>
                  </a:lnTo>
                  <a:lnTo>
                    <a:pt x="349007" y="219431"/>
                  </a:lnTo>
                  <a:lnTo>
                    <a:pt x="349069" y="218707"/>
                  </a:lnTo>
                  <a:lnTo>
                    <a:pt x="348880" y="218535"/>
                  </a:lnTo>
                  <a:lnTo>
                    <a:pt x="348530" y="218367"/>
                  </a:lnTo>
                  <a:lnTo>
                    <a:pt x="348193" y="218151"/>
                  </a:lnTo>
                  <a:lnTo>
                    <a:pt x="348010" y="218027"/>
                  </a:lnTo>
                  <a:lnTo>
                    <a:pt x="347634" y="217675"/>
                  </a:lnTo>
                  <a:lnTo>
                    <a:pt x="347706" y="217220"/>
                  </a:lnTo>
                  <a:lnTo>
                    <a:pt x="348236" y="216625"/>
                  </a:lnTo>
                  <a:lnTo>
                    <a:pt x="348477" y="216678"/>
                  </a:lnTo>
                  <a:lnTo>
                    <a:pt x="348687" y="216765"/>
                  </a:lnTo>
                  <a:lnTo>
                    <a:pt x="349210" y="216552"/>
                  </a:lnTo>
                  <a:lnTo>
                    <a:pt x="349485" y="216357"/>
                  </a:lnTo>
                  <a:lnTo>
                    <a:pt x="349686" y="216492"/>
                  </a:lnTo>
                  <a:lnTo>
                    <a:pt x="349913" y="216867"/>
                  </a:lnTo>
                  <a:lnTo>
                    <a:pt x="350189" y="216892"/>
                  </a:lnTo>
                  <a:lnTo>
                    <a:pt x="350091" y="216531"/>
                  </a:lnTo>
                  <a:lnTo>
                    <a:pt x="350035" y="216330"/>
                  </a:lnTo>
                  <a:lnTo>
                    <a:pt x="350007" y="216199"/>
                  </a:lnTo>
                  <a:lnTo>
                    <a:pt x="350019" y="215960"/>
                  </a:lnTo>
                  <a:lnTo>
                    <a:pt x="349894" y="215749"/>
                  </a:lnTo>
                  <a:lnTo>
                    <a:pt x="349723" y="215600"/>
                  </a:lnTo>
                  <a:lnTo>
                    <a:pt x="349590" y="215501"/>
                  </a:lnTo>
                  <a:lnTo>
                    <a:pt x="349428" y="215315"/>
                  </a:lnTo>
                  <a:lnTo>
                    <a:pt x="349422" y="215043"/>
                  </a:lnTo>
                  <a:lnTo>
                    <a:pt x="349395" y="214880"/>
                  </a:lnTo>
                  <a:lnTo>
                    <a:pt x="349272" y="214569"/>
                  </a:lnTo>
                  <a:lnTo>
                    <a:pt x="349259" y="214401"/>
                  </a:lnTo>
                  <a:lnTo>
                    <a:pt x="349642" y="214365"/>
                  </a:lnTo>
                  <a:lnTo>
                    <a:pt x="350047" y="214534"/>
                  </a:lnTo>
                  <a:lnTo>
                    <a:pt x="350252" y="214822"/>
                  </a:lnTo>
                  <a:lnTo>
                    <a:pt x="350543" y="214995"/>
                  </a:lnTo>
                  <a:lnTo>
                    <a:pt x="350687" y="214966"/>
                  </a:lnTo>
                  <a:lnTo>
                    <a:pt x="351123" y="215066"/>
                  </a:lnTo>
                  <a:lnTo>
                    <a:pt x="351320" y="215241"/>
                  </a:lnTo>
                  <a:lnTo>
                    <a:pt x="351533" y="215387"/>
                  </a:lnTo>
                  <a:lnTo>
                    <a:pt x="351830" y="215231"/>
                  </a:lnTo>
                  <a:lnTo>
                    <a:pt x="352247" y="215759"/>
                  </a:lnTo>
                  <a:lnTo>
                    <a:pt x="352434" y="215901"/>
                  </a:lnTo>
                  <a:lnTo>
                    <a:pt x="352601" y="216008"/>
                  </a:lnTo>
                  <a:lnTo>
                    <a:pt x="352982" y="216209"/>
                  </a:lnTo>
                  <a:lnTo>
                    <a:pt x="353332" y="216113"/>
                  </a:lnTo>
                  <a:lnTo>
                    <a:pt x="353867" y="216175"/>
                  </a:lnTo>
                  <a:lnTo>
                    <a:pt x="354308" y="216291"/>
                  </a:lnTo>
                  <a:lnTo>
                    <a:pt x="354734" y="216826"/>
                  </a:lnTo>
                  <a:lnTo>
                    <a:pt x="355214" y="216952"/>
                  </a:lnTo>
                  <a:lnTo>
                    <a:pt x="355428" y="217180"/>
                  </a:lnTo>
                  <a:lnTo>
                    <a:pt x="355570" y="217248"/>
                  </a:lnTo>
                  <a:lnTo>
                    <a:pt x="356011" y="217227"/>
                  </a:lnTo>
                  <a:lnTo>
                    <a:pt x="356126" y="217023"/>
                  </a:lnTo>
                  <a:lnTo>
                    <a:pt x="356495" y="217142"/>
                  </a:lnTo>
                  <a:lnTo>
                    <a:pt x="357068" y="217288"/>
                  </a:lnTo>
                  <a:lnTo>
                    <a:pt x="357571" y="217059"/>
                  </a:lnTo>
                  <a:lnTo>
                    <a:pt x="357782" y="216993"/>
                  </a:lnTo>
                  <a:lnTo>
                    <a:pt x="358345" y="216853"/>
                  </a:lnTo>
                  <a:lnTo>
                    <a:pt x="359989" y="207703"/>
                  </a:lnTo>
                  <a:lnTo>
                    <a:pt x="359989" y="207477"/>
                  </a:lnTo>
                  <a:lnTo>
                    <a:pt x="359992" y="207272"/>
                  </a:lnTo>
                  <a:lnTo>
                    <a:pt x="358575" y="204955"/>
                  </a:lnTo>
                  <a:lnTo>
                    <a:pt x="358489" y="203827"/>
                  </a:lnTo>
                  <a:lnTo>
                    <a:pt x="358480" y="203586"/>
                  </a:lnTo>
                  <a:lnTo>
                    <a:pt x="358540" y="202622"/>
                  </a:lnTo>
                  <a:lnTo>
                    <a:pt x="358589" y="201756"/>
                  </a:lnTo>
                  <a:lnTo>
                    <a:pt x="357547" y="199353"/>
                  </a:lnTo>
                  <a:lnTo>
                    <a:pt x="357059" y="199321"/>
                  </a:lnTo>
                  <a:lnTo>
                    <a:pt x="356878" y="199336"/>
                  </a:lnTo>
                  <a:lnTo>
                    <a:pt x="356670" y="199081"/>
                  </a:lnTo>
                  <a:lnTo>
                    <a:pt x="356597" y="198738"/>
                  </a:lnTo>
                  <a:lnTo>
                    <a:pt x="356641" y="198478"/>
                  </a:lnTo>
                  <a:lnTo>
                    <a:pt x="356330" y="198364"/>
                  </a:lnTo>
                  <a:lnTo>
                    <a:pt x="356103" y="198231"/>
                  </a:lnTo>
                  <a:lnTo>
                    <a:pt x="356118" y="197971"/>
                  </a:lnTo>
                  <a:lnTo>
                    <a:pt x="356198" y="197723"/>
                  </a:lnTo>
                  <a:lnTo>
                    <a:pt x="356263" y="197422"/>
                  </a:lnTo>
                  <a:lnTo>
                    <a:pt x="356509" y="196828"/>
                  </a:lnTo>
                  <a:lnTo>
                    <a:pt x="356422" y="196314"/>
                  </a:lnTo>
                  <a:lnTo>
                    <a:pt x="356193" y="196117"/>
                  </a:lnTo>
                  <a:lnTo>
                    <a:pt x="355959" y="195723"/>
                  </a:lnTo>
                  <a:lnTo>
                    <a:pt x="355878" y="194880"/>
                  </a:lnTo>
                  <a:lnTo>
                    <a:pt x="356043" y="194627"/>
                  </a:lnTo>
                  <a:lnTo>
                    <a:pt x="356364" y="194288"/>
                  </a:lnTo>
                  <a:lnTo>
                    <a:pt x="356329" y="194119"/>
                  </a:lnTo>
                  <a:lnTo>
                    <a:pt x="356526" y="193557"/>
                  </a:lnTo>
                  <a:lnTo>
                    <a:pt x="356727" y="193383"/>
                  </a:lnTo>
                  <a:lnTo>
                    <a:pt x="356946" y="193170"/>
                  </a:lnTo>
                  <a:lnTo>
                    <a:pt x="357384" y="192631"/>
                  </a:lnTo>
                  <a:lnTo>
                    <a:pt x="357563" y="192267"/>
                  </a:lnTo>
                  <a:lnTo>
                    <a:pt x="357606" y="192011"/>
                  </a:lnTo>
                  <a:lnTo>
                    <a:pt x="357506" y="191451"/>
                  </a:lnTo>
                  <a:lnTo>
                    <a:pt x="357396" y="191321"/>
                  </a:lnTo>
                  <a:lnTo>
                    <a:pt x="357255" y="191161"/>
                  </a:lnTo>
                  <a:lnTo>
                    <a:pt x="357042" y="191155"/>
                  </a:lnTo>
                  <a:lnTo>
                    <a:pt x="356890" y="191055"/>
                  </a:lnTo>
                  <a:lnTo>
                    <a:pt x="356869" y="190920"/>
                  </a:lnTo>
                  <a:lnTo>
                    <a:pt x="356997" y="190260"/>
                  </a:lnTo>
                  <a:lnTo>
                    <a:pt x="357345" y="190040"/>
                  </a:lnTo>
                  <a:lnTo>
                    <a:pt x="357319" y="189714"/>
                  </a:lnTo>
                  <a:lnTo>
                    <a:pt x="357121" y="189465"/>
                  </a:lnTo>
                  <a:lnTo>
                    <a:pt x="357206" y="189223"/>
                  </a:lnTo>
                  <a:lnTo>
                    <a:pt x="357589" y="189016"/>
                  </a:lnTo>
                  <a:lnTo>
                    <a:pt x="357718" y="188733"/>
                  </a:lnTo>
                  <a:lnTo>
                    <a:pt x="359584" y="185706"/>
                  </a:lnTo>
                  <a:lnTo>
                    <a:pt x="359095" y="185215"/>
                  </a:lnTo>
                  <a:lnTo>
                    <a:pt x="358830" y="185071"/>
                  </a:lnTo>
                  <a:lnTo>
                    <a:pt x="358831" y="184660"/>
                  </a:lnTo>
                  <a:lnTo>
                    <a:pt x="358736" y="184489"/>
                  </a:lnTo>
                  <a:lnTo>
                    <a:pt x="358482" y="184087"/>
                  </a:lnTo>
                  <a:lnTo>
                    <a:pt x="357909" y="183782"/>
                  </a:lnTo>
                  <a:lnTo>
                    <a:pt x="357598" y="183277"/>
                  </a:lnTo>
                  <a:lnTo>
                    <a:pt x="357188" y="182871"/>
                  </a:lnTo>
                  <a:close/>
                </a:path>
              </a:pathLst>
            </a:custGeom>
            <a:solidFill>
              <a:srgbClr val="F7D4C1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3981613" y="4736873"/>
              <a:ext cx="272412" cy="605158"/>
            </a:xfrm>
            <a:custGeom>
              <a:avLst/>
              <a:pathLst>
                <a:path w="272412" h="605158">
                  <a:moveTo>
                    <a:pt x="268104" y="182879"/>
                  </a:moveTo>
                  <a:lnTo>
                    <a:pt x="267720" y="184563"/>
                  </a:lnTo>
                  <a:lnTo>
                    <a:pt x="267519" y="184956"/>
                  </a:lnTo>
                  <a:lnTo>
                    <a:pt x="267385" y="185043"/>
                  </a:lnTo>
                  <a:lnTo>
                    <a:pt x="266590" y="185452"/>
                  </a:lnTo>
                  <a:lnTo>
                    <a:pt x="265700" y="186369"/>
                  </a:lnTo>
                  <a:lnTo>
                    <a:pt x="265371" y="186982"/>
                  </a:lnTo>
                  <a:lnTo>
                    <a:pt x="265341" y="187127"/>
                  </a:lnTo>
                  <a:lnTo>
                    <a:pt x="265220" y="187680"/>
                  </a:lnTo>
                  <a:lnTo>
                    <a:pt x="264841" y="188276"/>
                  </a:lnTo>
                  <a:lnTo>
                    <a:pt x="264164" y="188709"/>
                  </a:lnTo>
                  <a:lnTo>
                    <a:pt x="263982" y="188785"/>
                  </a:lnTo>
                  <a:lnTo>
                    <a:pt x="263467" y="189192"/>
                  </a:lnTo>
                  <a:lnTo>
                    <a:pt x="263301" y="189904"/>
                  </a:lnTo>
                  <a:lnTo>
                    <a:pt x="263547" y="191402"/>
                  </a:lnTo>
                  <a:lnTo>
                    <a:pt x="263925" y="191648"/>
                  </a:lnTo>
                  <a:lnTo>
                    <a:pt x="264160" y="191600"/>
                  </a:lnTo>
                  <a:lnTo>
                    <a:pt x="264253" y="191432"/>
                  </a:lnTo>
                  <a:lnTo>
                    <a:pt x="264324" y="191287"/>
                  </a:lnTo>
                  <a:lnTo>
                    <a:pt x="264527" y="191083"/>
                  </a:lnTo>
                  <a:lnTo>
                    <a:pt x="264800" y="190982"/>
                  </a:lnTo>
                  <a:lnTo>
                    <a:pt x="265071" y="191065"/>
                  </a:lnTo>
                  <a:lnTo>
                    <a:pt x="265360" y="191567"/>
                  </a:lnTo>
                  <a:lnTo>
                    <a:pt x="264793" y="192487"/>
                  </a:lnTo>
                  <a:lnTo>
                    <a:pt x="264759" y="192648"/>
                  </a:lnTo>
                  <a:lnTo>
                    <a:pt x="264934" y="193042"/>
                  </a:lnTo>
                  <a:lnTo>
                    <a:pt x="265495" y="193882"/>
                  </a:lnTo>
                  <a:lnTo>
                    <a:pt x="266062" y="193917"/>
                  </a:lnTo>
                  <a:lnTo>
                    <a:pt x="266421" y="193773"/>
                  </a:lnTo>
                  <a:lnTo>
                    <a:pt x="266674" y="193462"/>
                  </a:lnTo>
                  <a:lnTo>
                    <a:pt x="266915" y="193472"/>
                  </a:lnTo>
                  <a:lnTo>
                    <a:pt x="267083" y="193451"/>
                  </a:lnTo>
                  <a:lnTo>
                    <a:pt x="267322" y="193382"/>
                  </a:lnTo>
                  <a:lnTo>
                    <a:pt x="267521" y="193349"/>
                  </a:lnTo>
                  <a:lnTo>
                    <a:pt x="268181" y="193616"/>
                  </a:lnTo>
                  <a:lnTo>
                    <a:pt x="268206" y="193933"/>
                  </a:lnTo>
                  <a:lnTo>
                    <a:pt x="268161" y="194112"/>
                  </a:lnTo>
                  <a:lnTo>
                    <a:pt x="267965" y="194654"/>
                  </a:lnTo>
                  <a:lnTo>
                    <a:pt x="267962" y="194859"/>
                  </a:lnTo>
                  <a:lnTo>
                    <a:pt x="268646" y="194876"/>
                  </a:lnTo>
                  <a:lnTo>
                    <a:pt x="268771" y="194567"/>
                  </a:lnTo>
                  <a:lnTo>
                    <a:pt x="268921" y="194474"/>
                  </a:lnTo>
                  <a:lnTo>
                    <a:pt x="269442" y="194274"/>
                  </a:lnTo>
                  <a:lnTo>
                    <a:pt x="269300" y="195267"/>
                  </a:lnTo>
                  <a:lnTo>
                    <a:pt x="269257" y="195656"/>
                  </a:lnTo>
                  <a:lnTo>
                    <a:pt x="269704" y="196222"/>
                  </a:lnTo>
                  <a:lnTo>
                    <a:pt x="270074" y="196595"/>
                  </a:lnTo>
                  <a:lnTo>
                    <a:pt x="270605" y="196851"/>
                  </a:lnTo>
                  <a:lnTo>
                    <a:pt x="270827" y="196931"/>
                  </a:lnTo>
                  <a:lnTo>
                    <a:pt x="271111" y="196959"/>
                  </a:lnTo>
                  <a:lnTo>
                    <a:pt x="271514" y="196889"/>
                  </a:lnTo>
                  <a:lnTo>
                    <a:pt x="271912" y="196850"/>
                  </a:lnTo>
                  <a:lnTo>
                    <a:pt x="272412" y="197022"/>
                  </a:lnTo>
                  <a:lnTo>
                    <a:pt x="271925" y="197562"/>
                  </a:lnTo>
                  <a:lnTo>
                    <a:pt x="271434" y="197882"/>
                  </a:lnTo>
                  <a:lnTo>
                    <a:pt x="270950" y="198775"/>
                  </a:lnTo>
                  <a:lnTo>
                    <a:pt x="270896" y="198988"/>
                  </a:lnTo>
                  <a:lnTo>
                    <a:pt x="270863" y="199167"/>
                  </a:lnTo>
                  <a:lnTo>
                    <a:pt x="270976" y="199791"/>
                  </a:lnTo>
                  <a:lnTo>
                    <a:pt x="271018" y="200354"/>
                  </a:lnTo>
                  <a:lnTo>
                    <a:pt x="270844" y="200644"/>
                  </a:lnTo>
                  <a:lnTo>
                    <a:pt x="270635" y="200875"/>
                  </a:lnTo>
                  <a:lnTo>
                    <a:pt x="270322" y="201138"/>
                  </a:lnTo>
                  <a:lnTo>
                    <a:pt x="270244" y="201306"/>
                  </a:lnTo>
                  <a:lnTo>
                    <a:pt x="270166" y="201484"/>
                  </a:lnTo>
                  <a:lnTo>
                    <a:pt x="270069" y="201757"/>
                  </a:lnTo>
                  <a:lnTo>
                    <a:pt x="269907" y="202291"/>
                  </a:lnTo>
                  <a:lnTo>
                    <a:pt x="269717" y="202813"/>
                  </a:lnTo>
                  <a:lnTo>
                    <a:pt x="269497" y="203261"/>
                  </a:lnTo>
                  <a:lnTo>
                    <a:pt x="269379" y="203463"/>
                  </a:lnTo>
                  <a:lnTo>
                    <a:pt x="269137" y="203751"/>
                  </a:lnTo>
                  <a:lnTo>
                    <a:pt x="268817" y="204076"/>
                  </a:lnTo>
                  <a:lnTo>
                    <a:pt x="268746" y="204219"/>
                  </a:lnTo>
                  <a:lnTo>
                    <a:pt x="268530" y="204647"/>
                  </a:lnTo>
                  <a:lnTo>
                    <a:pt x="268497" y="205174"/>
                  </a:lnTo>
                  <a:lnTo>
                    <a:pt x="268925" y="205708"/>
                  </a:lnTo>
                  <a:lnTo>
                    <a:pt x="268929" y="205900"/>
                  </a:lnTo>
                  <a:lnTo>
                    <a:pt x="268572" y="206907"/>
                  </a:lnTo>
                  <a:lnTo>
                    <a:pt x="268053" y="207594"/>
                  </a:lnTo>
                  <a:lnTo>
                    <a:pt x="267634" y="208398"/>
                  </a:lnTo>
                  <a:lnTo>
                    <a:pt x="267641" y="208578"/>
                  </a:lnTo>
                  <a:lnTo>
                    <a:pt x="267602" y="208892"/>
                  </a:lnTo>
                  <a:lnTo>
                    <a:pt x="267529" y="209130"/>
                  </a:lnTo>
                  <a:lnTo>
                    <a:pt x="267358" y="209496"/>
                  </a:lnTo>
                  <a:lnTo>
                    <a:pt x="267168" y="209778"/>
                  </a:lnTo>
                  <a:lnTo>
                    <a:pt x="266216" y="210718"/>
                  </a:lnTo>
                  <a:lnTo>
                    <a:pt x="265885" y="210888"/>
                  </a:lnTo>
                  <a:lnTo>
                    <a:pt x="265216" y="211403"/>
                  </a:lnTo>
                  <a:lnTo>
                    <a:pt x="264829" y="211725"/>
                  </a:lnTo>
                  <a:lnTo>
                    <a:pt x="264456" y="211870"/>
                  </a:lnTo>
                  <a:lnTo>
                    <a:pt x="264012" y="211924"/>
                  </a:lnTo>
                  <a:lnTo>
                    <a:pt x="263411" y="211974"/>
                  </a:lnTo>
                  <a:lnTo>
                    <a:pt x="263199" y="212021"/>
                  </a:lnTo>
                  <a:lnTo>
                    <a:pt x="262268" y="212168"/>
                  </a:lnTo>
                  <a:lnTo>
                    <a:pt x="262115" y="212254"/>
                  </a:lnTo>
                  <a:lnTo>
                    <a:pt x="260683" y="213187"/>
                  </a:lnTo>
                  <a:lnTo>
                    <a:pt x="260313" y="213539"/>
                  </a:lnTo>
                  <a:lnTo>
                    <a:pt x="260018" y="214014"/>
                  </a:lnTo>
                  <a:lnTo>
                    <a:pt x="259825" y="214868"/>
                  </a:lnTo>
                  <a:lnTo>
                    <a:pt x="260198" y="215157"/>
                  </a:lnTo>
                  <a:lnTo>
                    <a:pt x="260640" y="215531"/>
                  </a:lnTo>
                  <a:lnTo>
                    <a:pt x="261256" y="216859"/>
                  </a:lnTo>
                  <a:lnTo>
                    <a:pt x="261271" y="217204"/>
                  </a:lnTo>
                  <a:lnTo>
                    <a:pt x="261247" y="217463"/>
                  </a:lnTo>
                  <a:lnTo>
                    <a:pt x="261221" y="217651"/>
                  </a:lnTo>
                  <a:lnTo>
                    <a:pt x="261430" y="218733"/>
                  </a:lnTo>
                  <a:lnTo>
                    <a:pt x="261417" y="219376"/>
                  </a:lnTo>
                  <a:lnTo>
                    <a:pt x="261008" y="219837"/>
                  </a:lnTo>
                  <a:lnTo>
                    <a:pt x="260864" y="220000"/>
                  </a:lnTo>
                  <a:lnTo>
                    <a:pt x="260733" y="220767"/>
                  </a:lnTo>
                  <a:lnTo>
                    <a:pt x="261020" y="221286"/>
                  </a:lnTo>
                  <a:lnTo>
                    <a:pt x="261052" y="221786"/>
                  </a:lnTo>
                  <a:lnTo>
                    <a:pt x="260626" y="222411"/>
                  </a:lnTo>
                  <a:lnTo>
                    <a:pt x="260464" y="222718"/>
                  </a:lnTo>
                  <a:lnTo>
                    <a:pt x="260354" y="222932"/>
                  </a:lnTo>
                  <a:lnTo>
                    <a:pt x="260162" y="223716"/>
                  </a:lnTo>
                  <a:lnTo>
                    <a:pt x="260088" y="223891"/>
                  </a:lnTo>
                  <a:lnTo>
                    <a:pt x="259358" y="224712"/>
                  </a:lnTo>
                  <a:lnTo>
                    <a:pt x="259043" y="226313"/>
                  </a:lnTo>
                  <a:lnTo>
                    <a:pt x="258323" y="227428"/>
                  </a:lnTo>
                  <a:lnTo>
                    <a:pt x="256742" y="228993"/>
                  </a:lnTo>
                  <a:lnTo>
                    <a:pt x="256477" y="229645"/>
                  </a:lnTo>
                  <a:lnTo>
                    <a:pt x="256542" y="231010"/>
                  </a:lnTo>
                  <a:lnTo>
                    <a:pt x="255664" y="231589"/>
                  </a:lnTo>
                  <a:lnTo>
                    <a:pt x="255576" y="231977"/>
                  </a:lnTo>
                  <a:lnTo>
                    <a:pt x="255428" y="232549"/>
                  </a:lnTo>
                  <a:lnTo>
                    <a:pt x="254998" y="233637"/>
                  </a:lnTo>
                  <a:lnTo>
                    <a:pt x="255052" y="233832"/>
                  </a:lnTo>
                  <a:lnTo>
                    <a:pt x="255150" y="234001"/>
                  </a:lnTo>
                  <a:lnTo>
                    <a:pt x="256028" y="235372"/>
                  </a:lnTo>
                  <a:lnTo>
                    <a:pt x="256503" y="235551"/>
                  </a:lnTo>
                  <a:lnTo>
                    <a:pt x="256793" y="236193"/>
                  </a:lnTo>
                  <a:lnTo>
                    <a:pt x="256569" y="237569"/>
                  </a:lnTo>
                  <a:lnTo>
                    <a:pt x="256549" y="237907"/>
                  </a:lnTo>
                  <a:lnTo>
                    <a:pt x="256255" y="238963"/>
                  </a:lnTo>
                  <a:lnTo>
                    <a:pt x="255745" y="239224"/>
                  </a:lnTo>
                  <a:lnTo>
                    <a:pt x="255402" y="239194"/>
                  </a:lnTo>
                  <a:lnTo>
                    <a:pt x="254955" y="239179"/>
                  </a:lnTo>
                  <a:lnTo>
                    <a:pt x="254552" y="239549"/>
                  </a:lnTo>
                  <a:lnTo>
                    <a:pt x="254579" y="239807"/>
                  </a:lnTo>
                  <a:lnTo>
                    <a:pt x="254792" y="240296"/>
                  </a:lnTo>
                  <a:lnTo>
                    <a:pt x="254717" y="241047"/>
                  </a:lnTo>
                  <a:lnTo>
                    <a:pt x="254654" y="241302"/>
                  </a:lnTo>
                  <a:lnTo>
                    <a:pt x="254745" y="241640"/>
                  </a:lnTo>
                  <a:lnTo>
                    <a:pt x="254842" y="241819"/>
                  </a:lnTo>
                  <a:lnTo>
                    <a:pt x="254475" y="242677"/>
                  </a:lnTo>
                  <a:lnTo>
                    <a:pt x="252799" y="243004"/>
                  </a:lnTo>
                  <a:lnTo>
                    <a:pt x="252313" y="242660"/>
                  </a:lnTo>
                  <a:lnTo>
                    <a:pt x="251671" y="242535"/>
                  </a:lnTo>
                  <a:lnTo>
                    <a:pt x="250358" y="242944"/>
                  </a:lnTo>
                  <a:lnTo>
                    <a:pt x="249730" y="244287"/>
                  </a:lnTo>
                  <a:lnTo>
                    <a:pt x="249218" y="245615"/>
                  </a:lnTo>
                  <a:lnTo>
                    <a:pt x="249166" y="246001"/>
                  </a:lnTo>
                  <a:lnTo>
                    <a:pt x="249101" y="246449"/>
                  </a:lnTo>
                  <a:lnTo>
                    <a:pt x="248615" y="247248"/>
                  </a:lnTo>
                  <a:lnTo>
                    <a:pt x="248347" y="247426"/>
                  </a:lnTo>
                  <a:lnTo>
                    <a:pt x="248207" y="247496"/>
                  </a:lnTo>
                  <a:lnTo>
                    <a:pt x="247389" y="247699"/>
                  </a:lnTo>
                  <a:lnTo>
                    <a:pt x="246296" y="248398"/>
                  </a:lnTo>
                  <a:lnTo>
                    <a:pt x="246157" y="248555"/>
                  </a:lnTo>
                  <a:lnTo>
                    <a:pt x="245744" y="249066"/>
                  </a:lnTo>
                  <a:lnTo>
                    <a:pt x="245526" y="249423"/>
                  </a:lnTo>
                  <a:lnTo>
                    <a:pt x="244976" y="250078"/>
                  </a:lnTo>
                  <a:lnTo>
                    <a:pt x="244458" y="250360"/>
                  </a:lnTo>
                  <a:lnTo>
                    <a:pt x="244232" y="250437"/>
                  </a:lnTo>
                  <a:lnTo>
                    <a:pt x="244011" y="250475"/>
                  </a:lnTo>
                  <a:lnTo>
                    <a:pt x="243559" y="250502"/>
                  </a:lnTo>
                  <a:lnTo>
                    <a:pt x="243192" y="250463"/>
                  </a:lnTo>
                  <a:lnTo>
                    <a:pt x="242837" y="250407"/>
                  </a:lnTo>
                  <a:lnTo>
                    <a:pt x="242705" y="250387"/>
                  </a:lnTo>
                  <a:lnTo>
                    <a:pt x="242498" y="250356"/>
                  </a:lnTo>
                  <a:lnTo>
                    <a:pt x="242104" y="250314"/>
                  </a:lnTo>
                  <a:lnTo>
                    <a:pt x="241406" y="250311"/>
                  </a:lnTo>
                  <a:lnTo>
                    <a:pt x="240803" y="250812"/>
                  </a:lnTo>
                  <a:lnTo>
                    <a:pt x="240467" y="251587"/>
                  </a:lnTo>
                  <a:lnTo>
                    <a:pt x="240549" y="252413"/>
                  </a:lnTo>
                  <a:lnTo>
                    <a:pt x="240519" y="252681"/>
                  </a:lnTo>
                  <a:lnTo>
                    <a:pt x="240428" y="253023"/>
                  </a:lnTo>
                  <a:lnTo>
                    <a:pt x="240391" y="253214"/>
                  </a:lnTo>
                  <a:lnTo>
                    <a:pt x="240346" y="253451"/>
                  </a:lnTo>
                  <a:lnTo>
                    <a:pt x="240261" y="253901"/>
                  </a:lnTo>
                  <a:lnTo>
                    <a:pt x="240300" y="254287"/>
                  </a:lnTo>
                  <a:lnTo>
                    <a:pt x="240319" y="254477"/>
                  </a:lnTo>
                  <a:lnTo>
                    <a:pt x="240318" y="254916"/>
                  </a:lnTo>
                  <a:lnTo>
                    <a:pt x="240229" y="255118"/>
                  </a:lnTo>
                  <a:lnTo>
                    <a:pt x="239494" y="255588"/>
                  </a:lnTo>
                  <a:lnTo>
                    <a:pt x="237894" y="255891"/>
                  </a:lnTo>
                  <a:lnTo>
                    <a:pt x="237522" y="256440"/>
                  </a:lnTo>
                  <a:lnTo>
                    <a:pt x="237398" y="256753"/>
                  </a:lnTo>
                  <a:lnTo>
                    <a:pt x="237334" y="256944"/>
                  </a:lnTo>
                  <a:lnTo>
                    <a:pt x="237297" y="258358"/>
                  </a:lnTo>
                  <a:lnTo>
                    <a:pt x="237668" y="259220"/>
                  </a:lnTo>
                  <a:lnTo>
                    <a:pt x="237770" y="259436"/>
                  </a:lnTo>
                  <a:lnTo>
                    <a:pt x="237866" y="260729"/>
                  </a:lnTo>
                  <a:lnTo>
                    <a:pt x="237547" y="261135"/>
                  </a:lnTo>
                  <a:lnTo>
                    <a:pt x="237123" y="261624"/>
                  </a:lnTo>
                  <a:lnTo>
                    <a:pt x="237081" y="262268"/>
                  </a:lnTo>
                  <a:lnTo>
                    <a:pt x="237353" y="262841"/>
                  </a:lnTo>
                  <a:lnTo>
                    <a:pt x="237473" y="263241"/>
                  </a:lnTo>
                  <a:lnTo>
                    <a:pt x="237445" y="263754"/>
                  </a:lnTo>
                  <a:lnTo>
                    <a:pt x="237234" y="264427"/>
                  </a:lnTo>
                  <a:lnTo>
                    <a:pt x="237112" y="264801"/>
                  </a:lnTo>
                  <a:lnTo>
                    <a:pt x="237157" y="265257"/>
                  </a:lnTo>
                  <a:lnTo>
                    <a:pt x="237273" y="265822"/>
                  </a:lnTo>
                  <a:lnTo>
                    <a:pt x="238226" y="266808"/>
                  </a:lnTo>
                  <a:lnTo>
                    <a:pt x="238368" y="267372"/>
                  </a:lnTo>
                  <a:lnTo>
                    <a:pt x="238314" y="267521"/>
                  </a:lnTo>
                  <a:lnTo>
                    <a:pt x="238055" y="267899"/>
                  </a:lnTo>
                  <a:lnTo>
                    <a:pt x="237959" y="268055"/>
                  </a:lnTo>
                  <a:lnTo>
                    <a:pt x="237830" y="268494"/>
                  </a:lnTo>
                  <a:lnTo>
                    <a:pt x="237856" y="268770"/>
                  </a:lnTo>
                  <a:lnTo>
                    <a:pt x="237899" y="268949"/>
                  </a:lnTo>
                  <a:lnTo>
                    <a:pt x="238010" y="269174"/>
                  </a:lnTo>
                  <a:lnTo>
                    <a:pt x="238135" y="269348"/>
                  </a:lnTo>
                  <a:lnTo>
                    <a:pt x="238281" y="269468"/>
                  </a:lnTo>
                  <a:lnTo>
                    <a:pt x="238783" y="269692"/>
                  </a:lnTo>
                  <a:lnTo>
                    <a:pt x="239061" y="269755"/>
                  </a:lnTo>
                  <a:lnTo>
                    <a:pt x="239451" y="269809"/>
                  </a:lnTo>
                  <a:lnTo>
                    <a:pt x="239701" y="269925"/>
                  </a:lnTo>
                  <a:lnTo>
                    <a:pt x="239889" y="270048"/>
                  </a:lnTo>
                  <a:lnTo>
                    <a:pt x="240760" y="270592"/>
                  </a:lnTo>
                  <a:lnTo>
                    <a:pt x="241174" y="270799"/>
                  </a:lnTo>
                  <a:lnTo>
                    <a:pt x="241436" y="270999"/>
                  </a:lnTo>
                  <a:lnTo>
                    <a:pt x="241636" y="271274"/>
                  </a:lnTo>
                  <a:lnTo>
                    <a:pt x="241731" y="271425"/>
                  </a:lnTo>
                  <a:lnTo>
                    <a:pt x="242437" y="272644"/>
                  </a:lnTo>
                  <a:lnTo>
                    <a:pt x="242713" y="273121"/>
                  </a:lnTo>
                  <a:lnTo>
                    <a:pt x="242821" y="273411"/>
                  </a:lnTo>
                  <a:lnTo>
                    <a:pt x="242960" y="273646"/>
                  </a:lnTo>
                  <a:lnTo>
                    <a:pt x="243101" y="273884"/>
                  </a:lnTo>
                  <a:lnTo>
                    <a:pt x="243933" y="275253"/>
                  </a:lnTo>
                  <a:lnTo>
                    <a:pt x="244434" y="276039"/>
                  </a:lnTo>
                  <a:lnTo>
                    <a:pt x="244910" y="277141"/>
                  </a:lnTo>
                  <a:lnTo>
                    <a:pt x="245128" y="277891"/>
                  </a:lnTo>
                  <a:lnTo>
                    <a:pt x="245362" y="278119"/>
                  </a:lnTo>
                  <a:lnTo>
                    <a:pt x="245991" y="278372"/>
                  </a:lnTo>
                  <a:lnTo>
                    <a:pt x="246394" y="278455"/>
                  </a:lnTo>
                  <a:lnTo>
                    <a:pt x="246650" y="278490"/>
                  </a:lnTo>
                  <a:lnTo>
                    <a:pt x="247380" y="278798"/>
                  </a:lnTo>
                  <a:lnTo>
                    <a:pt x="248397" y="279395"/>
                  </a:lnTo>
                  <a:lnTo>
                    <a:pt x="249306" y="280373"/>
                  </a:lnTo>
                  <a:lnTo>
                    <a:pt x="249257" y="280713"/>
                  </a:lnTo>
                  <a:lnTo>
                    <a:pt x="248998" y="281025"/>
                  </a:lnTo>
                  <a:lnTo>
                    <a:pt x="248234" y="281332"/>
                  </a:lnTo>
                  <a:lnTo>
                    <a:pt x="248078" y="281365"/>
                  </a:lnTo>
                  <a:lnTo>
                    <a:pt x="247645" y="281400"/>
                  </a:lnTo>
                  <a:lnTo>
                    <a:pt x="247496" y="281437"/>
                  </a:lnTo>
                  <a:lnTo>
                    <a:pt x="247165" y="281592"/>
                  </a:lnTo>
                  <a:lnTo>
                    <a:pt x="246622" y="282230"/>
                  </a:lnTo>
                  <a:lnTo>
                    <a:pt x="246817" y="282657"/>
                  </a:lnTo>
                  <a:lnTo>
                    <a:pt x="246913" y="282831"/>
                  </a:lnTo>
                  <a:lnTo>
                    <a:pt x="247116" y="283035"/>
                  </a:lnTo>
                  <a:lnTo>
                    <a:pt x="247433" y="283191"/>
                  </a:lnTo>
                  <a:lnTo>
                    <a:pt x="247646" y="283268"/>
                  </a:lnTo>
                  <a:lnTo>
                    <a:pt x="248160" y="283493"/>
                  </a:lnTo>
                  <a:lnTo>
                    <a:pt x="248307" y="283567"/>
                  </a:lnTo>
                  <a:lnTo>
                    <a:pt x="248611" y="283642"/>
                  </a:lnTo>
                  <a:lnTo>
                    <a:pt x="248772" y="283652"/>
                  </a:lnTo>
                  <a:lnTo>
                    <a:pt x="249195" y="283679"/>
                  </a:lnTo>
                  <a:lnTo>
                    <a:pt x="249820" y="283913"/>
                  </a:lnTo>
                  <a:lnTo>
                    <a:pt x="250075" y="284093"/>
                  </a:lnTo>
                  <a:lnTo>
                    <a:pt x="250406" y="284360"/>
                  </a:lnTo>
                  <a:lnTo>
                    <a:pt x="250567" y="284517"/>
                  </a:lnTo>
                  <a:lnTo>
                    <a:pt x="250866" y="284814"/>
                  </a:lnTo>
                  <a:lnTo>
                    <a:pt x="251092" y="285359"/>
                  </a:lnTo>
                  <a:lnTo>
                    <a:pt x="250954" y="285600"/>
                  </a:lnTo>
                  <a:lnTo>
                    <a:pt x="250502" y="285928"/>
                  </a:lnTo>
                  <a:lnTo>
                    <a:pt x="249537" y="286649"/>
                  </a:lnTo>
                  <a:lnTo>
                    <a:pt x="249810" y="287168"/>
                  </a:lnTo>
                  <a:lnTo>
                    <a:pt x="249924" y="287616"/>
                  </a:lnTo>
                  <a:lnTo>
                    <a:pt x="249944" y="287803"/>
                  </a:lnTo>
                  <a:lnTo>
                    <a:pt x="249957" y="288125"/>
                  </a:lnTo>
                  <a:lnTo>
                    <a:pt x="249958" y="288372"/>
                  </a:lnTo>
                  <a:lnTo>
                    <a:pt x="250015" y="288714"/>
                  </a:lnTo>
                  <a:lnTo>
                    <a:pt x="250066" y="288891"/>
                  </a:lnTo>
                  <a:lnTo>
                    <a:pt x="250204" y="289168"/>
                  </a:lnTo>
                  <a:lnTo>
                    <a:pt x="250321" y="289332"/>
                  </a:lnTo>
                  <a:lnTo>
                    <a:pt x="250592" y="289661"/>
                  </a:lnTo>
                  <a:lnTo>
                    <a:pt x="251027" y="290255"/>
                  </a:lnTo>
                  <a:lnTo>
                    <a:pt x="250976" y="290706"/>
                  </a:lnTo>
                  <a:lnTo>
                    <a:pt x="250586" y="291162"/>
                  </a:lnTo>
                  <a:lnTo>
                    <a:pt x="249844" y="291973"/>
                  </a:lnTo>
                  <a:lnTo>
                    <a:pt x="249901" y="292249"/>
                  </a:lnTo>
                  <a:lnTo>
                    <a:pt x="249933" y="292378"/>
                  </a:lnTo>
                  <a:lnTo>
                    <a:pt x="249468" y="293250"/>
                  </a:lnTo>
                  <a:lnTo>
                    <a:pt x="249386" y="293464"/>
                  </a:lnTo>
                  <a:lnTo>
                    <a:pt x="249326" y="293639"/>
                  </a:lnTo>
                  <a:lnTo>
                    <a:pt x="249222" y="294090"/>
                  </a:lnTo>
                  <a:lnTo>
                    <a:pt x="249344" y="295013"/>
                  </a:lnTo>
                  <a:lnTo>
                    <a:pt x="249284" y="295290"/>
                  </a:lnTo>
                  <a:lnTo>
                    <a:pt x="248482" y="296436"/>
                  </a:lnTo>
                  <a:lnTo>
                    <a:pt x="248331" y="296466"/>
                  </a:lnTo>
                  <a:lnTo>
                    <a:pt x="248062" y="296507"/>
                  </a:lnTo>
                  <a:lnTo>
                    <a:pt x="247359" y="296597"/>
                  </a:lnTo>
                  <a:lnTo>
                    <a:pt x="246226" y="296756"/>
                  </a:lnTo>
                  <a:lnTo>
                    <a:pt x="245949" y="296820"/>
                  </a:lnTo>
                  <a:lnTo>
                    <a:pt x="245547" y="296891"/>
                  </a:lnTo>
                  <a:lnTo>
                    <a:pt x="244658" y="296945"/>
                  </a:lnTo>
                  <a:lnTo>
                    <a:pt x="243928" y="297154"/>
                  </a:lnTo>
                  <a:lnTo>
                    <a:pt x="243813" y="297410"/>
                  </a:lnTo>
                  <a:lnTo>
                    <a:pt x="243754" y="297591"/>
                  </a:lnTo>
                  <a:lnTo>
                    <a:pt x="243704" y="297771"/>
                  </a:lnTo>
                  <a:lnTo>
                    <a:pt x="243406" y="298908"/>
                  </a:lnTo>
                  <a:lnTo>
                    <a:pt x="243241" y="299483"/>
                  </a:lnTo>
                  <a:lnTo>
                    <a:pt x="243218" y="299908"/>
                  </a:lnTo>
                  <a:lnTo>
                    <a:pt x="243257" y="300459"/>
                  </a:lnTo>
                  <a:lnTo>
                    <a:pt x="243312" y="300622"/>
                  </a:lnTo>
                  <a:lnTo>
                    <a:pt x="243800" y="301308"/>
                  </a:lnTo>
                  <a:lnTo>
                    <a:pt x="244204" y="301488"/>
                  </a:lnTo>
                  <a:lnTo>
                    <a:pt x="244345" y="301507"/>
                  </a:lnTo>
                  <a:lnTo>
                    <a:pt x="244641" y="301542"/>
                  </a:lnTo>
                  <a:lnTo>
                    <a:pt x="245009" y="301550"/>
                  </a:lnTo>
                  <a:lnTo>
                    <a:pt x="245617" y="301515"/>
                  </a:lnTo>
                  <a:lnTo>
                    <a:pt x="246279" y="301684"/>
                  </a:lnTo>
                  <a:lnTo>
                    <a:pt x="246560" y="302098"/>
                  </a:lnTo>
                  <a:lnTo>
                    <a:pt x="246599" y="302334"/>
                  </a:lnTo>
                  <a:lnTo>
                    <a:pt x="246537" y="302680"/>
                  </a:lnTo>
                  <a:lnTo>
                    <a:pt x="246474" y="302828"/>
                  </a:lnTo>
                  <a:lnTo>
                    <a:pt x="246057" y="303308"/>
                  </a:lnTo>
                  <a:lnTo>
                    <a:pt x="245920" y="303382"/>
                  </a:lnTo>
                  <a:lnTo>
                    <a:pt x="245472" y="303788"/>
                  </a:lnTo>
                  <a:lnTo>
                    <a:pt x="245616" y="304260"/>
                  </a:lnTo>
                  <a:lnTo>
                    <a:pt x="245915" y="304590"/>
                  </a:lnTo>
                  <a:lnTo>
                    <a:pt x="245738" y="305498"/>
                  </a:lnTo>
                  <a:lnTo>
                    <a:pt x="245550" y="305522"/>
                  </a:lnTo>
                  <a:lnTo>
                    <a:pt x="245294" y="305508"/>
                  </a:lnTo>
                  <a:lnTo>
                    <a:pt x="245072" y="305465"/>
                  </a:lnTo>
                  <a:lnTo>
                    <a:pt x="244511" y="305651"/>
                  </a:lnTo>
                  <a:lnTo>
                    <a:pt x="244359" y="305967"/>
                  </a:lnTo>
                  <a:lnTo>
                    <a:pt x="244340" y="306510"/>
                  </a:lnTo>
                  <a:lnTo>
                    <a:pt x="244081" y="307050"/>
                  </a:lnTo>
                  <a:lnTo>
                    <a:pt x="243954" y="307156"/>
                  </a:lnTo>
                  <a:lnTo>
                    <a:pt x="243480" y="307719"/>
                  </a:lnTo>
                  <a:lnTo>
                    <a:pt x="243101" y="308375"/>
                  </a:lnTo>
                  <a:lnTo>
                    <a:pt x="242393" y="309119"/>
                  </a:lnTo>
                  <a:lnTo>
                    <a:pt x="242154" y="309440"/>
                  </a:lnTo>
                  <a:lnTo>
                    <a:pt x="242033" y="309581"/>
                  </a:lnTo>
                  <a:lnTo>
                    <a:pt x="241913" y="309738"/>
                  </a:lnTo>
                  <a:lnTo>
                    <a:pt x="241782" y="309910"/>
                  </a:lnTo>
                  <a:lnTo>
                    <a:pt x="241421" y="310413"/>
                  </a:lnTo>
                  <a:lnTo>
                    <a:pt x="241232" y="310676"/>
                  </a:lnTo>
                  <a:lnTo>
                    <a:pt x="241052" y="310910"/>
                  </a:lnTo>
                  <a:lnTo>
                    <a:pt x="240815" y="311192"/>
                  </a:lnTo>
                  <a:lnTo>
                    <a:pt x="240531" y="311463"/>
                  </a:lnTo>
                  <a:lnTo>
                    <a:pt x="240115" y="311851"/>
                  </a:lnTo>
                  <a:lnTo>
                    <a:pt x="239910" y="312040"/>
                  </a:lnTo>
                  <a:lnTo>
                    <a:pt x="239175" y="312634"/>
                  </a:lnTo>
                  <a:lnTo>
                    <a:pt x="238752" y="313109"/>
                  </a:lnTo>
                  <a:lnTo>
                    <a:pt x="238691" y="313323"/>
                  </a:lnTo>
                  <a:lnTo>
                    <a:pt x="238650" y="313775"/>
                  </a:lnTo>
                  <a:lnTo>
                    <a:pt x="238709" y="314063"/>
                  </a:lnTo>
                  <a:lnTo>
                    <a:pt x="238755" y="314393"/>
                  </a:lnTo>
                  <a:lnTo>
                    <a:pt x="238561" y="314801"/>
                  </a:lnTo>
                  <a:lnTo>
                    <a:pt x="238221" y="315082"/>
                  </a:lnTo>
                  <a:lnTo>
                    <a:pt x="237837" y="315257"/>
                  </a:lnTo>
                  <a:lnTo>
                    <a:pt x="237378" y="315488"/>
                  </a:lnTo>
                  <a:lnTo>
                    <a:pt x="236820" y="316020"/>
                  </a:lnTo>
                  <a:lnTo>
                    <a:pt x="236672" y="316261"/>
                  </a:lnTo>
                  <a:lnTo>
                    <a:pt x="236482" y="316623"/>
                  </a:lnTo>
                  <a:lnTo>
                    <a:pt x="236260" y="316824"/>
                  </a:lnTo>
                  <a:lnTo>
                    <a:pt x="235861" y="317246"/>
                  </a:lnTo>
                  <a:lnTo>
                    <a:pt x="235711" y="317509"/>
                  </a:lnTo>
                  <a:lnTo>
                    <a:pt x="235614" y="317680"/>
                  </a:lnTo>
                  <a:lnTo>
                    <a:pt x="235499" y="317853"/>
                  </a:lnTo>
                  <a:lnTo>
                    <a:pt x="234439" y="318369"/>
                  </a:lnTo>
                  <a:lnTo>
                    <a:pt x="234016" y="318315"/>
                  </a:lnTo>
                  <a:lnTo>
                    <a:pt x="233743" y="318403"/>
                  </a:lnTo>
                  <a:lnTo>
                    <a:pt x="233533" y="319368"/>
                  </a:lnTo>
                  <a:lnTo>
                    <a:pt x="233946" y="319413"/>
                  </a:lnTo>
                  <a:lnTo>
                    <a:pt x="233460" y="320108"/>
                  </a:lnTo>
                  <a:lnTo>
                    <a:pt x="233104" y="319796"/>
                  </a:lnTo>
                  <a:lnTo>
                    <a:pt x="232624" y="319475"/>
                  </a:lnTo>
                  <a:lnTo>
                    <a:pt x="232163" y="319414"/>
                  </a:lnTo>
                  <a:lnTo>
                    <a:pt x="231240" y="319730"/>
                  </a:lnTo>
                  <a:lnTo>
                    <a:pt x="231415" y="320461"/>
                  </a:lnTo>
                  <a:lnTo>
                    <a:pt x="231715" y="320709"/>
                  </a:lnTo>
                  <a:lnTo>
                    <a:pt x="232517" y="321072"/>
                  </a:lnTo>
                  <a:lnTo>
                    <a:pt x="232843" y="321393"/>
                  </a:lnTo>
                  <a:lnTo>
                    <a:pt x="233004" y="321640"/>
                  </a:lnTo>
                  <a:lnTo>
                    <a:pt x="233174" y="321943"/>
                  </a:lnTo>
                  <a:lnTo>
                    <a:pt x="233261" y="322124"/>
                  </a:lnTo>
                  <a:lnTo>
                    <a:pt x="233433" y="322478"/>
                  </a:lnTo>
                  <a:lnTo>
                    <a:pt x="233489" y="322671"/>
                  </a:lnTo>
                  <a:lnTo>
                    <a:pt x="233525" y="323030"/>
                  </a:lnTo>
                  <a:lnTo>
                    <a:pt x="233495" y="323225"/>
                  </a:lnTo>
                  <a:lnTo>
                    <a:pt x="233458" y="323382"/>
                  </a:lnTo>
                  <a:lnTo>
                    <a:pt x="233383" y="323558"/>
                  </a:lnTo>
                  <a:lnTo>
                    <a:pt x="233067" y="324101"/>
                  </a:lnTo>
                  <a:lnTo>
                    <a:pt x="233010" y="324260"/>
                  </a:lnTo>
                  <a:lnTo>
                    <a:pt x="232890" y="324904"/>
                  </a:lnTo>
                  <a:lnTo>
                    <a:pt x="232790" y="325838"/>
                  </a:lnTo>
                  <a:lnTo>
                    <a:pt x="232788" y="326136"/>
                  </a:lnTo>
                  <a:lnTo>
                    <a:pt x="232566" y="326606"/>
                  </a:lnTo>
                  <a:lnTo>
                    <a:pt x="232319" y="326754"/>
                  </a:lnTo>
                  <a:lnTo>
                    <a:pt x="232145" y="326820"/>
                  </a:lnTo>
                  <a:lnTo>
                    <a:pt x="231970" y="326852"/>
                  </a:lnTo>
                  <a:lnTo>
                    <a:pt x="231717" y="326852"/>
                  </a:lnTo>
                  <a:lnTo>
                    <a:pt x="231551" y="326837"/>
                  </a:lnTo>
                  <a:lnTo>
                    <a:pt x="231301" y="327487"/>
                  </a:lnTo>
                  <a:lnTo>
                    <a:pt x="231455" y="327574"/>
                  </a:lnTo>
                  <a:lnTo>
                    <a:pt x="231683" y="327631"/>
                  </a:lnTo>
                  <a:lnTo>
                    <a:pt x="231944" y="327647"/>
                  </a:lnTo>
                  <a:lnTo>
                    <a:pt x="232268" y="327656"/>
                  </a:lnTo>
                  <a:lnTo>
                    <a:pt x="232529" y="327685"/>
                  </a:lnTo>
                  <a:lnTo>
                    <a:pt x="232759" y="327761"/>
                  </a:lnTo>
                  <a:lnTo>
                    <a:pt x="233076" y="327907"/>
                  </a:lnTo>
                  <a:lnTo>
                    <a:pt x="233450" y="328634"/>
                  </a:lnTo>
                  <a:lnTo>
                    <a:pt x="233397" y="329083"/>
                  </a:lnTo>
                  <a:lnTo>
                    <a:pt x="233126" y="329582"/>
                  </a:lnTo>
                  <a:lnTo>
                    <a:pt x="232756" y="330119"/>
                  </a:lnTo>
                  <a:lnTo>
                    <a:pt x="232944" y="330169"/>
                  </a:lnTo>
                  <a:lnTo>
                    <a:pt x="233125" y="330194"/>
                  </a:lnTo>
                  <a:lnTo>
                    <a:pt x="233417" y="330458"/>
                  </a:lnTo>
                  <a:lnTo>
                    <a:pt x="233430" y="330656"/>
                  </a:lnTo>
                  <a:lnTo>
                    <a:pt x="233371" y="331052"/>
                  </a:lnTo>
                  <a:lnTo>
                    <a:pt x="233319" y="331222"/>
                  </a:lnTo>
                  <a:lnTo>
                    <a:pt x="233220" y="331537"/>
                  </a:lnTo>
                  <a:lnTo>
                    <a:pt x="233170" y="331671"/>
                  </a:lnTo>
                  <a:lnTo>
                    <a:pt x="232722" y="332617"/>
                  </a:lnTo>
                  <a:lnTo>
                    <a:pt x="232601" y="332751"/>
                  </a:lnTo>
                  <a:lnTo>
                    <a:pt x="232447" y="332821"/>
                  </a:lnTo>
                  <a:lnTo>
                    <a:pt x="232205" y="332836"/>
                  </a:lnTo>
                  <a:lnTo>
                    <a:pt x="232058" y="332790"/>
                  </a:lnTo>
                  <a:lnTo>
                    <a:pt x="231482" y="332999"/>
                  </a:lnTo>
                  <a:lnTo>
                    <a:pt x="231590" y="333140"/>
                  </a:lnTo>
                  <a:lnTo>
                    <a:pt x="231733" y="333238"/>
                  </a:lnTo>
                  <a:lnTo>
                    <a:pt x="231913" y="333274"/>
                  </a:lnTo>
                  <a:lnTo>
                    <a:pt x="232237" y="333284"/>
                  </a:lnTo>
                  <a:lnTo>
                    <a:pt x="232542" y="333300"/>
                  </a:lnTo>
                  <a:lnTo>
                    <a:pt x="233036" y="333397"/>
                  </a:lnTo>
                  <a:lnTo>
                    <a:pt x="233283" y="333504"/>
                  </a:lnTo>
                  <a:lnTo>
                    <a:pt x="233468" y="333649"/>
                  </a:lnTo>
                  <a:lnTo>
                    <a:pt x="233643" y="333835"/>
                  </a:lnTo>
                  <a:lnTo>
                    <a:pt x="233833" y="334323"/>
                  </a:lnTo>
                  <a:lnTo>
                    <a:pt x="233680" y="334580"/>
                  </a:lnTo>
                  <a:lnTo>
                    <a:pt x="233551" y="334692"/>
                  </a:lnTo>
                  <a:lnTo>
                    <a:pt x="233153" y="334936"/>
                  </a:lnTo>
                  <a:lnTo>
                    <a:pt x="233015" y="335142"/>
                  </a:lnTo>
                  <a:lnTo>
                    <a:pt x="233086" y="335510"/>
                  </a:lnTo>
                  <a:lnTo>
                    <a:pt x="233347" y="335595"/>
                  </a:lnTo>
                  <a:lnTo>
                    <a:pt x="233693" y="335399"/>
                  </a:lnTo>
                  <a:lnTo>
                    <a:pt x="233804" y="335227"/>
                  </a:lnTo>
                  <a:lnTo>
                    <a:pt x="233927" y="334995"/>
                  </a:lnTo>
                  <a:lnTo>
                    <a:pt x="234135" y="334794"/>
                  </a:lnTo>
                  <a:lnTo>
                    <a:pt x="234437" y="334733"/>
                  </a:lnTo>
                  <a:lnTo>
                    <a:pt x="234595" y="334773"/>
                  </a:lnTo>
                  <a:lnTo>
                    <a:pt x="234808" y="335104"/>
                  </a:lnTo>
                  <a:lnTo>
                    <a:pt x="234782" y="335272"/>
                  </a:lnTo>
                  <a:lnTo>
                    <a:pt x="234577" y="335618"/>
                  </a:lnTo>
                  <a:lnTo>
                    <a:pt x="234380" y="335820"/>
                  </a:lnTo>
                  <a:lnTo>
                    <a:pt x="234151" y="336050"/>
                  </a:lnTo>
                  <a:lnTo>
                    <a:pt x="233980" y="336315"/>
                  </a:lnTo>
                  <a:lnTo>
                    <a:pt x="233924" y="336710"/>
                  </a:lnTo>
                  <a:lnTo>
                    <a:pt x="234001" y="337003"/>
                  </a:lnTo>
                  <a:lnTo>
                    <a:pt x="234086" y="337255"/>
                  </a:lnTo>
                  <a:lnTo>
                    <a:pt x="233966" y="337808"/>
                  </a:lnTo>
                  <a:lnTo>
                    <a:pt x="233720" y="337866"/>
                  </a:lnTo>
                  <a:lnTo>
                    <a:pt x="233587" y="337867"/>
                  </a:lnTo>
                  <a:lnTo>
                    <a:pt x="233448" y="337814"/>
                  </a:lnTo>
                  <a:lnTo>
                    <a:pt x="233296" y="337674"/>
                  </a:lnTo>
                  <a:lnTo>
                    <a:pt x="233183" y="337504"/>
                  </a:lnTo>
                  <a:lnTo>
                    <a:pt x="233082" y="337261"/>
                  </a:lnTo>
                  <a:lnTo>
                    <a:pt x="232973" y="337105"/>
                  </a:lnTo>
                  <a:lnTo>
                    <a:pt x="232838" y="337005"/>
                  </a:lnTo>
                  <a:lnTo>
                    <a:pt x="232652" y="336929"/>
                  </a:lnTo>
                  <a:lnTo>
                    <a:pt x="232502" y="336912"/>
                  </a:lnTo>
                  <a:lnTo>
                    <a:pt x="232371" y="336929"/>
                  </a:lnTo>
                  <a:lnTo>
                    <a:pt x="232175" y="337021"/>
                  </a:lnTo>
                  <a:lnTo>
                    <a:pt x="232019" y="337177"/>
                  </a:lnTo>
                  <a:lnTo>
                    <a:pt x="231943" y="337329"/>
                  </a:lnTo>
                  <a:lnTo>
                    <a:pt x="231917" y="337468"/>
                  </a:lnTo>
                  <a:lnTo>
                    <a:pt x="231923" y="337650"/>
                  </a:lnTo>
                  <a:lnTo>
                    <a:pt x="231949" y="337808"/>
                  </a:lnTo>
                  <a:lnTo>
                    <a:pt x="232067" y="338012"/>
                  </a:lnTo>
                  <a:lnTo>
                    <a:pt x="232318" y="338213"/>
                  </a:lnTo>
                  <a:lnTo>
                    <a:pt x="234039" y="339899"/>
                  </a:lnTo>
                  <a:lnTo>
                    <a:pt x="234242" y="340326"/>
                  </a:lnTo>
                  <a:lnTo>
                    <a:pt x="234507" y="340879"/>
                  </a:lnTo>
                  <a:lnTo>
                    <a:pt x="234729" y="341196"/>
                  </a:lnTo>
                  <a:lnTo>
                    <a:pt x="235394" y="341996"/>
                  </a:lnTo>
                  <a:lnTo>
                    <a:pt x="236225" y="342688"/>
                  </a:lnTo>
                  <a:lnTo>
                    <a:pt x="236492" y="342793"/>
                  </a:lnTo>
                  <a:lnTo>
                    <a:pt x="236637" y="343980"/>
                  </a:lnTo>
                  <a:lnTo>
                    <a:pt x="236483" y="344510"/>
                  </a:lnTo>
                  <a:lnTo>
                    <a:pt x="236802" y="345127"/>
                  </a:lnTo>
                  <a:lnTo>
                    <a:pt x="236955" y="345375"/>
                  </a:lnTo>
                  <a:lnTo>
                    <a:pt x="237147" y="345685"/>
                  </a:lnTo>
                  <a:lnTo>
                    <a:pt x="237089" y="346175"/>
                  </a:lnTo>
                  <a:lnTo>
                    <a:pt x="237082" y="346567"/>
                  </a:lnTo>
                  <a:lnTo>
                    <a:pt x="237109" y="346953"/>
                  </a:lnTo>
                  <a:lnTo>
                    <a:pt x="237156" y="347340"/>
                  </a:lnTo>
                  <a:lnTo>
                    <a:pt x="237178" y="347510"/>
                  </a:lnTo>
                  <a:lnTo>
                    <a:pt x="237217" y="347879"/>
                  </a:lnTo>
                  <a:lnTo>
                    <a:pt x="237215" y="348180"/>
                  </a:lnTo>
                  <a:lnTo>
                    <a:pt x="237174" y="348429"/>
                  </a:lnTo>
                  <a:lnTo>
                    <a:pt x="237020" y="348814"/>
                  </a:lnTo>
                  <a:lnTo>
                    <a:pt x="236802" y="349046"/>
                  </a:lnTo>
                  <a:lnTo>
                    <a:pt x="236276" y="349408"/>
                  </a:lnTo>
                  <a:lnTo>
                    <a:pt x="236036" y="349636"/>
                  </a:lnTo>
                  <a:lnTo>
                    <a:pt x="236097" y="350777"/>
                  </a:lnTo>
                  <a:lnTo>
                    <a:pt x="236395" y="351149"/>
                  </a:lnTo>
                  <a:lnTo>
                    <a:pt x="236669" y="351875"/>
                  </a:lnTo>
                  <a:lnTo>
                    <a:pt x="236579" y="352257"/>
                  </a:lnTo>
                  <a:lnTo>
                    <a:pt x="236457" y="352658"/>
                  </a:lnTo>
                  <a:lnTo>
                    <a:pt x="236473" y="353109"/>
                  </a:lnTo>
                  <a:lnTo>
                    <a:pt x="236325" y="353398"/>
                  </a:lnTo>
                  <a:lnTo>
                    <a:pt x="236208" y="353626"/>
                  </a:lnTo>
                  <a:lnTo>
                    <a:pt x="235979" y="354023"/>
                  </a:lnTo>
                  <a:lnTo>
                    <a:pt x="235575" y="354791"/>
                  </a:lnTo>
                  <a:lnTo>
                    <a:pt x="235593" y="355216"/>
                  </a:lnTo>
                  <a:lnTo>
                    <a:pt x="235531" y="355637"/>
                  </a:lnTo>
                  <a:lnTo>
                    <a:pt x="235306" y="355955"/>
                  </a:lnTo>
                  <a:lnTo>
                    <a:pt x="235684" y="358119"/>
                  </a:lnTo>
                  <a:lnTo>
                    <a:pt x="235518" y="358628"/>
                  </a:lnTo>
                  <a:lnTo>
                    <a:pt x="235625" y="358789"/>
                  </a:lnTo>
                  <a:lnTo>
                    <a:pt x="235910" y="359219"/>
                  </a:lnTo>
                  <a:lnTo>
                    <a:pt x="235658" y="361300"/>
                  </a:lnTo>
                  <a:lnTo>
                    <a:pt x="235500" y="361498"/>
                  </a:lnTo>
                  <a:lnTo>
                    <a:pt x="235354" y="361683"/>
                  </a:lnTo>
                  <a:lnTo>
                    <a:pt x="235077" y="362058"/>
                  </a:lnTo>
                  <a:lnTo>
                    <a:pt x="234855" y="362439"/>
                  </a:lnTo>
                  <a:lnTo>
                    <a:pt x="234864" y="362939"/>
                  </a:lnTo>
                  <a:lnTo>
                    <a:pt x="234957" y="364313"/>
                  </a:lnTo>
                  <a:lnTo>
                    <a:pt x="234832" y="364572"/>
                  </a:lnTo>
                  <a:lnTo>
                    <a:pt x="234757" y="364742"/>
                  </a:lnTo>
                  <a:lnTo>
                    <a:pt x="234619" y="365069"/>
                  </a:lnTo>
                  <a:lnTo>
                    <a:pt x="234544" y="365583"/>
                  </a:lnTo>
                  <a:lnTo>
                    <a:pt x="234599" y="365888"/>
                  </a:lnTo>
                  <a:lnTo>
                    <a:pt x="234657" y="366280"/>
                  </a:lnTo>
                  <a:lnTo>
                    <a:pt x="234682" y="366671"/>
                  </a:lnTo>
                  <a:lnTo>
                    <a:pt x="234703" y="367254"/>
                  </a:lnTo>
                  <a:lnTo>
                    <a:pt x="234815" y="367735"/>
                  </a:lnTo>
                  <a:lnTo>
                    <a:pt x="234864" y="367895"/>
                  </a:lnTo>
                  <a:lnTo>
                    <a:pt x="234908" y="368032"/>
                  </a:lnTo>
                  <a:lnTo>
                    <a:pt x="235084" y="368551"/>
                  </a:lnTo>
                  <a:lnTo>
                    <a:pt x="235172" y="368697"/>
                  </a:lnTo>
                  <a:lnTo>
                    <a:pt x="235665" y="369342"/>
                  </a:lnTo>
                  <a:lnTo>
                    <a:pt x="235670" y="370550"/>
                  </a:lnTo>
                  <a:lnTo>
                    <a:pt x="235900" y="370891"/>
                  </a:lnTo>
                  <a:lnTo>
                    <a:pt x="236146" y="371255"/>
                  </a:lnTo>
                  <a:lnTo>
                    <a:pt x="236427" y="371880"/>
                  </a:lnTo>
                  <a:lnTo>
                    <a:pt x="236956" y="373699"/>
                  </a:lnTo>
                  <a:lnTo>
                    <a:pt x="237068" y="373951"/>
                  </a:lnTo>
                  <a:lnTo>
                    <a:pt x="237007" y="374132"/>
                  </a:lnTo>
                  <a:lnTo>
                    <a:pt x="236863" y="374365"/>
                  </a:lnTo>
                  <a:lnTo>
                    <a:pt x="236685" y="374777"/>
                  </a:lnTo>
                  <a:lnTo>
                    <a:pt x="236900" y="375135"/>
                  </a:lnTo>
                  <a:lnTo>
                    <a:pt x="237002" y="375262"/>
                  </a:lnTo>
                  <a:lnTo>
                    <a:pt x="237377" y="375454"/>
                  </a:lnTo>
                  <a:lnTo>
                    <a:pt x="237866" y="375994"/>
                  </a:lnTo>
                  <a:lnTo>
                    <a:pt x="237487" y="376799"/>
                  </a:lnTo>
                  <a:lnTo>
                    <a:pt x="237187" y="377084"/>
                  </a:lnTo>
                  <a:lnTo>
                    <a:pt x="237188" y="377231"/>
                  </a:lnTo>
                  <a:lnTo>
                    <a:pt x="237223" y="377438"/>
                  </a:lnTo>
                  <a:lnTo>
                    <a:pt x="237293" y="377629"/>
                  </a:lnTo>
                  <a:lnTo>
                    <a:pt x="237639" y="378154"/>
                  </a:lnTo>
                  <a:lnTo>
                    <a:pt x="237844" y="378482"/>
                  </a:lnTo>
                  <a:lnTo>
                    <a:pt x="237803" y="378906"/>
                  </a:lnTo>
                  <a:lnTo>
                    <a:pt x="237789" y="379934"/>
                  </a:lnTo>
                  <a:lnTo>
                    <a:pt x="237734" y="380149"/>
                  </a:lnTo>
                  <a:lnTo>
                    <a:pt x="237886" y="380962"/>
                  </a:lnTo>
                  <a:lnTo>
                    <a:pt x="238705" y="380951"/>
                  </a:lnTo>
                  <a:lnTo>
                    <a:pt x="239077" y="380841"/>
                  </a:lnTo>
                  <a:lnTo>
                    <a:pt x="239490" y="381214"/>
                  </a:lnTo>
                  <a:lnTo>
                    <a:pt x="239401" y="382155"/>
                  </a:lnTo>
                  <a:lnTo>
                    <a:pt x="239399" y="382655"/>
                  </a:lnTo>
                  <a:lnTo>
                    <a:pt x="239849" y="383505"/>
                  </a:lnTo>
                  <a:lnTo>
                    <a:pt x="240119" y="383927"/>
                  </a:lnTo>
                  <a:lnTo>
                    <a:pt x="240375" y="385239"/>
                  </a:lnTo>
                  <a:lnTo>
                    <a:pt x="240289" y="385384"/>
                  </a:lnTo>
                  <a:lnTo>
                    <a:pt x="240595" y="387834"/>
                  </a:lnTo>
                  <a:lnTo>
                    <a:pt x="240662" y="388052"/>
                  </a:lnTo>
                  <a:lnTo>
                    <a:pt x="240697" y="388185"/>
                  </a:lnTo>
                  <a:lnTo>
                    <a:pt x="240755" y="388461"/>
                  </a:lnTo>
                  <a:lnTo>
                    <a:pt x="240736" y="388754"/>
                  </a:lnTo>
                  <a:lnTo>
                    <a:pt x="240846" y="389305"/>
                  </a:lnTo>
                  <a:lnTo>
                    <a:pt x="240762" y="390434"/>
                  </a:lnTo>
                  <a:lnTo>
                    <a:pt x="240971" y="390830"/>
                  </a:lnTo>
                  <a:lnTo>
                    <a:pt x="241419" y="391399"/>
                  </a:lnTo>
                  <a:lnTo>
                    <a:pt x="241387" y="391919"/>
                  </a:lnTo>
                  <a:lnTo>
                    <a:pt x="241371" y="392099"/>
                  </a:lnTo>
                  <a:lnTo>
                    <a:pt x="241978" y="392658"/>
                  </a:lnTo>
                  <a:lnTo>
                    <a:pt x="242483" y="393474"/>
                  </a:lnTo>
                  <a:lnTo>
                    <a:pt x="242524" y="393937"/>
                  </a:lnTo>
                  <a:lnTo>
                    <a:pt x="242482" y="394431"/>
                  </a:lnTo>
                  <a:lnTo>
                    <a:pt x="242464" y="394597"/>
                  </a:lnTo>
                  <a:lnTo>
                    <a:pt x="242394" y="395107"/>
                  </a:lnTo>
                  <a:lnTo>
                    <a:pt x="242273" y="395263"/>
                  </a:lnTo>
                  <a:lnTo>
                    <a:pt x="242271" y="395537"/>
                  </a:lnTo>
                  <a:lnTo>
                    <a:pt x="242383" y="396089"/>
                  </a:lnTo>
                  <a:lnTo>
                    <a:pt x="242442" y="396465"/>
                  </a:lnTo>
                  <a:lnTo>
                    <a:pt x="242021" y="397375"/>
                  </a:lnTo>
                  <a:lnTo>
                    <a:pt x="241743" y="397465"/>
                  </a:lnTo>
                  <a:lnTo>
                    <a:pt x="241380" y="397742"/>
                  </a:lnTo>
                  <a:lnTo>
                    <a:pt x="241222" y="397829"/>
                  </a:lnTo>
                  <a:lnTo>
                    <a:pt x="241075" y="398093"/>
                  </a:lnTo>
                  <a:lnTo>
                    <a:pt x="240941" y="398116"/>
                  </a:lnTo>
                  <a:lnTo>
                    <a:pt x="240716" y="398306"/>
                  </a:lnTo>
                  <a:lnTo>
                    <a:pt x="240506" y="398666"/>
                  </a:lnTo>
                  <a:lnTo>
                    <a:pt x="240343" y="399074"/>
                  </a:lnTo>
                  <a:lnTo>
                    <a:pt x="240189" y="399462"/>
                  </a:lnTo>
                  <a:lnTo>
                    <a:pt x="240088" y="399721"/>
                  </a:lnTo>
                  <a:lnTo>
                    <a:pt x="239935" y="400112"/>
                  </a:lnTo>
                  <a:lnTo>
                    <a:pt x="239846" y="400339"/>
                  </a:lnTo>
                  <a:lnTo>
                    <a:pt x="239604" y="400980"/>
                  </a:lnTo>
                  <a:lnTo>
                    <a:pt x="239448" y="401364"/>
                  </a:lnTo>
                  <a:lnTo>
                    <a:pt x="239386" y="401540"/>
                  </a:lnTo>
                  <a:lnTo>
                    <a:pt x="239316" y="401750"/>
                  </a:lnTo>
                  <a:lnTo>
                    <a:pt x="239224" y="402029"/>
                  </a:lnTo>
                  <a:lnTo>
                    <a:pt x="239150" y="402231"/>
                  </a:lnTo>
                  <a:lnTo>
                    <a:pt x="239033" y="402547"/>
                  </a:lnTo>
                  <a:lnTo>
                    <a:pt x="238700" y="403127"/>
                  </a:lnTo>
                  <a:lnTo>
                    <a:pt x="238556" y="403320"/>
                  </a:lnTo>
                  <a:lnTo>
                    <a:pt x="238298" y="403627"/>
                  </a:lnTo>
                  <a:lnTo>
                    <a:pt x="237696" y="404305"/>
                  </a:lnTo>
                  <a:lnTo>
                    <a:pt x="237377" y="404656"/>
                  </a:lnTo>
                  <a:lnTo>
                    <a:pt x="237229" y="404714"/>
                  </a:lnTo>
                  <a:lnTo>
                    <a:pt x="237039" y="404761"/>
                  </a:lnTo>
                  <a:lnTo>
                    <a:pt x="236819" y="404799"/>
                  </a:lnTo>
                  <a:lnTo>
                    <a:pt x="236531" y="404860"/>
                  </a:lnTo>
                  <a:lnTo>
                    <a:pt x="236358" y="404959"/>
                  </a:lnTo>
                  <a:lnTo>
                    <a:pt x="235863" y="405630"/>
                  </a:lnTo>
                  <a:lnTo>
                    <a:pt x="235838" y="405760"/>
                  </a:lnTo>
                  <a:lnTo>
                    <a:pt x="235815" y="405902"/>
                  </a:lnTo>
                  <a:lnTo>
                    <a:pt x="235733" y="406234"/>
                  </a:lnTo>
                  <a:lnTo>
                    <a:pt x="235660" y="406387"/>
                  </a:lnTo>
                  <a:lnTo>
                    <a:pt x="235463" y="406559"/>
                  </a:lnTo>
                  <a:lnTo>
                    <a:pt x="235219" y="406699"/>
                  </a:lnTo>
                  <a:lnTo>
                    <a:pt x="234986" y="406740"/>
                  </a:lnTo>
                  <a:lnTo>
                    <a:pt x="234812" y="406826"/>
                  </a:lnTo>
                  <a:lnTo>
                    <a:pt x="234675" y="406953"/>
                  </a:lnTo>
                  <a:lnTo>
                    <a:pt x="234416" y="407366"/>
                  </a:lnTo>
                  <a:lnTo>
                    <a:pt x="234360" y="407760"/>
                  </a:lnTo>
                  <a:lnTo>
                    <a:pt x="234254" y="408048"/>
                  </a:lnTo>
                  <a:lnTo>
                    <a:pt x="234135" y="408428"/>
                  </a:lnTo>
                  <a:lnTo>
                    <a:pt x="233974" y="408629"/>
                  </a:lnTo>
                  <a:lnTo>
                    <a:pt x="233669" y="409009"/>
                  </a:lnTo>
                  <a:lnTo>
                    <a:pt x="233352" y="409376"/>
                  </a:lnTo>
                  <a:lnTo>
                    <a:pt x="233249" y="409689"/>
                  </a:lnTo>
                  <a:lnTo>
                    <a:pt x="233185" y="409974"/>
                  </a:lnTo>
                  <a:lnTo>
                    <a:pt x="233233" y="410197"/>
                  </a:lnTo>
                  <a:lnTo>
                    <a:pt x="232848" y="411107"/>
                  </a:lnTo>
                  <a:lnTo>
                    <a:pt x="232637" y="412471"/>
                  </a:lnTo>
                  <a:lnTo>
                    <a:pt x="232526" y="412619"/>
                  </a:lnTo>
                  <a:lnTo>
                    <a:pt x="232288" y="412892"/>
                  </a:lnTo>
                  <a:lnTo>
                    <a:pt x="232152" y="412909"/>
                  </a:lnTo>
                  <a:lnTo>
                    <a:pt x="232017" y="412924"/>
                  </a:lnTo>
                  <a:lnTo>
                    <a:pt x="231517" y="413271"/>
                  </a:lnTo>
                  <a:lnTo>
                    <a:pt x="231423" y="413443"/>
                  </a:lnTo>
                  <a:lnTo>
                    <a:pt x="231402" y="413592"/>
                  </a:lnTo>
                  <a:lnTo>
                    <a:pt x="231052" y="414212"/>
                  </a:lnTo>
                  <a:lnTo>
                    <a:pt x="230946" y="414391"/>
                  </a:lnTo>
                  <a:lnTo>
                    <a:pt x="230889" y="414527"/>
                  </a:lnTo>
                  <a:lnTo>
                    <a:pt x="230878" y="414669"/>
                  </a:lnTo>
                  <a:lnTo>
                    <a:pt x="230876" y="414847"/>
                  </a:lnTo>
                  <a:lnTo>
                    <a:pt x="230892" y="415174"/>
                  </a:lnTo>
                  <a:lnTo>
                    <a:pt x="230953" y="415395"/>
                  </a:lnTo>
                  <a:lnTo>
                    <a:pt x="230920" y="415688"/>
                  </a:lnTo>
                  <a:lnTo>
                    <a:pt x="230895" y="415952"/>
                  </a:lnTo>
                  <a:lnTo>
                    <a:pt x="230884" y="416179"/>
                  </a:lnTo>
                  <a:lnTo>
                    <a:pt x="230816" y="416512"/>
                  </a:lnTo>
                  <a:lnTo>
                    <a:pt x="230787" y="416705"/>
                  </a:lnTo>
                  <a:lnTo>
                    <a:pt x="230497" y="417357"/>
                  </a:lnTo>
                  <a:lnTo>
                    <a:pt x="230462" y="417513"/>
                  </a:lnTo>
                  <a:lnTo>
                    <a:pt x="230433" y="417720"/>
                  </a:lnTo>
                  <a:lnTo>
                    <a:pt x="230405" y="417947"/>
                  </a:lnTo>
                  <a:lnTo>
                    <a:pt x="230385" y="418115"/>
                  </a:lnTo>
                  <a:lnTo>
                    <a:pt x="230400" y="418365"/>
                  </a:lnTo>
                  <a:lnTo>
                    <a:pt x="230428" y="418671"/>
                  </a:lnTo>
                  <a:lnTo>
                    <a:pt x="230500" y="418912"/>
                  </a:lnTo>
                  <a:lnTo>
                    <a:pt x="230540" y="419157"/>
                  </a:lnTo>
                  <a:lnTo>
                    <a:pt x="230582" y="419417"/>
                  </a:lnTo>
                  <a:lnTo>
                    <a:pt x="230669" y="419805"/>
                  </a:lnTo>
                  <a:lnTo>
                    <a:pt x="230700" y="419944"/>
                  </a:lnTo>
                  <a:lnTo>
                    <a:pt x="231054" y="421004"/>
                  </a:lnTo>
                  <a:lnTo>
                    <a:pt x="230914" y="421388"/>
                  </a:lnTo>
                  <a:lnTo>
                    <a:pt x="230772" y="421704"/>
                  </a:lnTo>
                  <a:lnTo>
                    <a:pt x="230657" y="421902"/>
                  </a:lnTo>
                  <a:lnTo>
                    <a:pt x="230447" y="422269"/>
                  </a:lnTo>
                  <a:lnTo>
                    <a:pt x="230319" y="422792"/>
                  </a:lnTo>
                  <a:lnTo>
                    <a:pt x="230251" y="422951"/>
                  </a:lnTo>
                  <a:lnTo>
                    <a:pt x="229992" y="423209"/>
                  </a:lnTo>
                  <a:lnTo>
                    <a:pt x="229680" y="423260"/>
                  </a:lnTo>
                  <a:lnTo>
                    <a:pt x="229346" y="423279"/>
                  </a:lnTo>
                  <a:lnTo>
                    <a:pt x="229215" y="423349"/>
                  </a:lnTo>
                  <a:lnTo>
                    <a:pt x="229046" y="423453"/>
                  </a:lnTo>
                  <a:lnTo>
                    <a:pt x="228911" y="423600"/>
                  </a:lnTo>
                  <a:lnTo>
                    <a:pt x="229060" y="424058"/>
                  </a:lnTo>
                  <a:lnTo>
                    <a:pt x="229550" y="424949"/>
                  </a:lnTo>
                  <a:lnTo>
                    <a:pt x="229536" y="425105"/>
                  </a:lnTo>
                  <a:lnTo>
                    <a:pt x="229496" y="425309"/>
                  </a:lnTo>
                  <a:lnTo>
                    <a:pt x="229399" y="425539"/>
                  </a:lnTo>
                  <a:lnTo>
                    <a:pt x="229191" y="425780"/>
                  </a:lnTo>
                  <a:lnTo>
                    <a:pt x="229011" y="425989"/>
                  </a:lnTo>
                  <a:lnTo>
                    <a:pt x="228530" y="426631"/>
                  </a:lnTo>
                  <a:lnTo>
                    <a:pt x="228387" y="426670"/>
                  </a:lnTo>
                  <a:lnTo>
                    <a:pt x="228185" y="426699"/>
                  </a:lnTo>
                  <a:lnTo>
                    <a:pt x="227770" y="426968"/>
                  </a:lnTo>
                  <a:lnTo>
                    <a:pt x="227811" y="427190"/>
                  </a:lnTo>
                  <a:lnTo>
                    <a:pt x="227877" y="427568"/>
                  </a:lnTo>
                  <a:lnTo>
                    <a:pt x="227880" y="427725"/>
                  </a:lnTo>
                  <a:lnTo>
                    <a:pt x="227884" y="427899"/>
                  </a:lnTo>
                  <a:lnTo>
                    <a:pt x="227797" y="428221"/>
                  </a:lnTo>
                  <a:lnTo>
                    <a:pt x="227423" y="428685"/>
                  </a:lnTo>
                  <a:lnTo>
                    <a:pt x="227037" y="428835"/>
                  </a:lnTo>
                  <a:lnTo>
                    <a:pt x="226794" y="428956"/>
                  </a:lnTo>
                  <a:lnTo>
                    <a:pt x="226607" y="429087"/>
                  </a:lnTo>
                  <a:lnTo>
                    <a:pt x="226411" y="429285"/>
                  </a:lnTo>
                  <a:lnTo>
                    <a:pt x="226261" y="429587"/>
                  </a:lnTo>
                  <a:lnTo>
                    <a:pt x="226235" y="429789"/>
                  </a:lnTo>
                  <a:lnTo>
                    <a:pt x="226185" y="430285"/>
                  </a:lnTo>
                  <a:lnTo>
                    <a:pt x="226004" y="430457"/>
                  </a:lnTo>
                  <a:lnTo>
                    <a:pt x="225740" y="430603"/>
                  </a:lnTo>
                  <a:lnTo>
                    <a:pt x="224800" y="445603"/>
                  </a:lnTo>
                  <a:lnTo>
                    <a:pt x="224902" y="446991"/>
                  </a:lnTo>
                  <a:lnTo>
                    <a:pt x="228280" y="449150"/>
                  </a:lnTo>
                  <a:lnTo>
                    <a:pt x="228407" y="449154"/>
                  </a:lnTo>
                  <a:lnTo>
                    <a:pt x="228819" y="449172"/>
                  </a:lnTo>
                  <a:lnTo>
                    <a:pt x="229160" y="449187"/>
                  </a:lnTo>
                  <a:lnTo>
                    <a:pt x="230848" y="449410"/>
                  </a:lnTo>
                  <a:lnTo>
                    <a:pt x="231031" y="449908"/>
                  </a:lnTo>
                  <a:lnTo>
                    <a:pt x="230944" y="450308"/>
                  </a:lnTo>
                  <a:lnTo>
                    <a:pt x="230975" y="450758"/>
                  </a:lnTo>
                  <a:lnTo>
                    <a:pt x="230857" y="451441"/>
                  </a:lnTo>
                  <a:lnTo>
                    <a:pt x="231441" y="451605"/>
                  </a:lnTo>
                  <a:lnTo>
                    <a:pt x="232282" y="451537"/>
                  </a:lnTo>
                  <a:lnTo>
                    <a:pt x="232413" y="451619"/>
                  </a:lnTo>
                  <a:lnTo>
                    <a:pt x="232496" y="451877"/>
                  </a:lnTo>
                  <a:lnTo>
                    <a:pt x="232346" y="452036"/>
                  </a:lnTo>
                  <a:lnTo>
                    <a:pt x="231865" y="452017"/>
                  </a:lnTo>
                  <a:lnTo>
                    <a:pt x="231600" y="452012"/>
                  </a:lnTo>
                  <a:lnTo>
                    <a:pt x="231337" y="452212"/>
                  </a:lnTo>
                  <a:lnTo>
                    <a:pt x="231057" y="452587"/>
                  </a:lnTo>
                  <a:lnTo>
                    <a:pt x="230789" y="452839"/>
                  </a:lnTo>
                  <a:lnTo>
                    <a:pt x="230536" y="453130"/>
                  </a:lnTo>
                  <a:lnTo>
                    <a:pt x="230484" y="453347"/>
                  </a:lnTo>
                  <a:lnTo>
                    <a:pt x="230542" y="453969"/>
                  </a:lnTo>
                  <a:lnTo>
                    <a:pt x="230609" y="454408"/>
                  </a:lnTo>
                  <a:lnTo>
                    <a:pt x="230838" y="455131"/>
                  </a:lnTo>
                  <a:lnTo>
                    <a:pt x="231113" y="455248"/>
                  </a:lnTo>
                  <a:lnTo>
                    <a:pt x="231310" y="455911"/>
                  </a:lnTo>
                  <a:lnTo>
                    <a:pt x="231379" y="456087"/>
                  </a:lnTo>
                  <a:lnTo>
                    <a:pt x="232013" y="456990"/>
                  </a:lnTo>
                  <a:lnTo>
                    <a:pt x="232043" y="457153"/>
                  </a:lnTo>
                  <a:lnTo>
                    <a:pt x="232114" y="457426"/>
                  </a:lnTo>
                  <a:lnTo>
                    <a:pt x="232250" y="457534"/>
                  </a:lnTo>
                  <a:lnTo>
                    <a:pt x="232379" y="457734"/>
                  </a:lnTo>
                  <a:lnTo>
                    <a:pt x="232497" y="458449"/>
                  </a:lnTo>
                  <a:lnTo>
                    <a:pt x="232715" y="459028"/>
                  </a:lnTo>
                  <a:lnTo>
                    <a:pt x="232845" y="459237"/>
                  </a:lnTo>
                  <a:lnTo>
                    <a:pt x="233573" y="459677"/>
                  </a:lnTo>
                  <a:lnTo>
                    <a:pt x="233879" y="459867"/>
                  </a:lnTo>
                  <a:lnTo>
                    <a:pt x="234219" y="459997"/>
                  </a:lnTo>
                  <a:lnTo>
                    <a:pt x="234745" y="460228"/>
                  </a:lnTo>
                  <a:lnTo>
                    <a:pt x="235320" y="459881"/>
                  </a:lnTo>
                  <a:lnTo>
                    <a:pt x="235552" y="459767"/>
                  </a:lnTo>
                  <a:lnTo>
                    <a:pt x="235973" y="460061"/>
                  </a:lnTo>
                  <a:lnTo>
                    <a:pt x="235916" y="460262"/>
                  </a:lnTo>
                  <a:lnTo>
                    <a:pt x="235849" y="460630"/>
                  </a:lnTo>
                  <a:lnTo>
                    <a:pt x="235909" y="460853"/>
                  </a:lnTo>
                  <a:lnTo>
                    <a:pt x="236068" y="461323"/>
                  </a:lnTo>
                  <a:lnTo>
                    <a:pt x="236210" y="461607"/>
                  </a:lnTo>
                  <a:lnTo>
                    <a:pt x="236426" y="462045"/>
                  </a:lnTo>
                  <a:lnTo>
                    <a:pt x="236398" y="462439"/>
                  </a:lnTo>
                  <a:lnTo>
                    <a:pt x="236557" y="462765"/>
                  </a:lnTo>
                  <a:lnTo>
                    <a:pt x="236749" y="462828"/>
                  </a:lnTo>
                  <a:lnTo>
                    <a:pt x="237150" y="463088"/>
                  </a:lnTo>
                  <a:lnTo>
                    <a:pt x="237371" y="463617"/>
                  </a:lnTo>
                  <a:lnTo>
                    <a:pt x="237298" y="463955"/>
                  </a:lnTo>
                  <a:lnTo>
                    <a:pt x="236938" y="464630"/>
                  </a:lnTo>
                  <a:lnTo>
                    <a:pt x="236526" y="464711"/>
                  </a:lnTo>
                  <a:lnTo>
                    <a:pt x="236082" y="464599"/>
                  </a:lnTo>
                  <a:lnTo>
                    <a:pt x="235954" y="464498"/>
                  </a:lnTo>
                  <a:lnTo>
                    <a:pt x="235760" y="464693"/>
                  </a:lnTo>
                  <a:lnTo>
                    <a:pt x="235737" y="464869"/>
                  </a:lnTo>
                  <a:lnTo>
                    <a:pt x="235393" y="465445"/>
                  </a:lnTo>
                  <a:lnTo>
                    <a:pt x="235142" y="465619"/>
                  </a:lnTo>
                  <a:lnTo>
                    <a:pt x="234947" y="465963"/>
                  </a:lnTo>
                  <a:lnTo>
                    <a:pt x="234602" y="466186"/>
                  </a:lnTo>
                  <a:lnTo>
                    <a:pt x="234286" y="466215"/>
                  </a:lnTo>
                  <a:lnTo>
                    <a:pt x="234082" y="466211"/>
                  </a:lnTo>
                  <a:lnTo>
                    <a:pt x="233645" y="466542"/>
                  </a:lnTo>
                  <a:lnTo>
                    <a:pt x="233611" y="466835"/>
                  </a:lnTo>
                  <a:lnTo>
                    <a:pt x="233877" y="467208"/>
                  </a:lnTo>
                  <a:lnTo>
                    <a:pt x="234323" y="468179"/>
                  </a:lnTo>
                  <a:lnTo>
                    <a:pt x="234131" y="468688"/>
                  </a:lnTo>
                  <a:lnTo>
                    <a:pt x="234646" y="468854"/>
                  </a:lnTo>
                  <a:lnTo>
                    <a:pt x="234866" y="468884"/>
                  </a:lnTo>
                  <a:lnTo>
                    <a:pt x="235408" y="468982"/>
                  </a:lnTo>
                  <a:lnTo>
                    <a:pt x="235810" y="469217"/>
                  </a:lnTo>
                  <a:lnTo>
                    <a:pt x="236245" y="469283"/>
                  </a:lnTo>
                  <a:lnTo>
                    <a:pt x="236410" y="469297"/>
                  </a:lnTo>
                  <a:lnTo>
                    <a:pt x="236681" y="469474"/>
                  </a:lnTo>
                  <a:lnTo>
                    <a:pt x="237003" y="469683"/>
                  </a:lnTo>
                  <a:lnTo>
                    <a:pt x="237794" y="470118"/>
                  </a:lnTo>
                  <a:lnTo>
                    <a:pt x="238001" y="470004"/>
                  </a:lnTo>
                  <a:lnTo>
                    <a:pt x="238175" y="470026"/>
                  </a:lnTo>
                  <a:lnTo>
                    <a:pt x="238317" y="470045"/>
                  </a:lnTo>
                  <a:lnTo>
                    <a:pt x="238873" y="470117"/>
                  </a:lnTo>
                  <a:lnTo>
                    <a:pt x="239051" y="470164"/>
                  </a:lnTo>
                  <a:lnTo>
                    <a:pt x="239433" y="470306"/>
                  </a:lnTo>
                  <a:lnTo>
                    <a:pt x="239545" y="470518"/>
                  </a:lnTo>
                  <a:lnTo>
                    <a:pt x="239590" y="470854"/>
                  </a:lnTo>
                  <a:lnTo>
                    <a:pt x="239628" y="471204"/>
                  </a:lnTo>
                  <a:lnTo>
                    <a:pt x="239860" y="471443"/>
                  </a:lnTo>
                  <a:lnTo>
                    <a:pt x="240533" y="471531"/>
                  </a:lnTo>
                  <a:lnTo>
                    <a:pt x="240823" y="471486"/>
                  </a:lnTo>
                  <a:lnTo>
                    <a:pt x="241287" y="472179"/>
                  </a:lnTo>
                  <a:lnTo>
                    <a:pt x="241505" y="472172"/>
                  </a:lnTo>
                  <a:lnTo>
                    <a:pt x="241945" y="472289"/>
                  </a:lnTo>
                  <a:lnTo>
                    <a:pt x="242127" y="472337"/>
                  </a:lnTo>
                  <a:lnTo>
                    <a:pt x="242638" y="472313"/>
                  </a:lnTo>
                  <a:lnTo>
                    <a:pt x="242797" y="472275"/>
                  </a:lnTo>
                  <a:lnTo>
                    <a:pt x="242937" y="472306"/>
                  </a:lnTo>
                  <a:lnTo>
                    <a:pt x="243356" y="472642"/>
                  </a:lnTo>
                  <a:lnTo>
                    <a:pt x="243549" y="472829"/>
                  </a:lnTo>
                  <a:lnTo>
                    <a:pt x="243703" y="473041"/>
                  </a:lnTo>
                  <a:lnTo>
                    <a:pt x="243777" y="473289"/>
                  </a:lnTo>
                  <a:lnTo>
                    <a:pt x="243642" y="473693"/>
                  </a:lnTo>
                  <a:lnTo>
                    <a:pt x="243317" y="474075"/>
                  </a:lnTo>
                  <a:lnTo>
                    <a:pt x="243077" y="474268"/>
                  </a:lnTo>
                  <a:lnTo>
                    <a:pt x="242973" y="474586"/>
                  </a:lnTo>
                  <a:lnTo>
                    <a:pt x="243038" y="474810"/>
                  </a:lnTo>
                  <a:lnTo>
                    <a:pt x="242885" y="474961"/>
                  </a:lnTo>
                  <a:lnTo>
                    <a:pt x="242719" y="475114"/>
                  </a:lnTo>
                  <a:lnTo>
                    <a:pt x="242487" y="475647"/>
                  </a:lnTo>
                  <a:lnTo>
                    <a:pt x="242371" y="475810"/>
                  </a:lnTo>
                  <a:lnTo>
                    <a:pt x="241925" y="476055"/>
                  </a:lnTo>
                  <a:lnTo>
                    <a:pt x="241730" y="476058"/>
                  </a:lnTo>
                  <a:lnTo>
                    <a:pt x="241480" y="476142"/>
                  </a:lnTo>
                  <a:lnTo>
                    <a:pt x="241471" y="476911"/>
                  </a:lnTo>
                  <a:lnTo>
                    <a:pt x="241534" y="477267"/>
                  </a:lnTo>
                  <a:lnTo>
                    <a:pt x="241544" y="477498"/>
                  </a:lnTo>
                  <a:lnTo>
                    <a:pt x="241543" y="478085"/>
                  </a:lnTo>
                  <a:lnTo>
                    <a:pt x="241525" y="478247"/>
                  </a:lnTo>
                  <a:lnTo>
                    <a:pt x="241371" y="478467"/>
                  </a:lnTo>
                  <a:lnTo>
                    <a:pt x="241347" y="478652"/>
                  </a:lnTo>
                  <a:lnTo>
                    <a:pt x="241316" y="478897"/>
                  </a:lnTo>
                  <a:lnTo>
                    <a:pt x="241341" y="479067"/>
                  </a:lnTo>
                  <a:lnTo>
                    <a:pt x="241400" y="479357"/>
                  </a:lnTo>
                  <a:lnTo>
                    <a:pt x="241316" y="479702"/>
                  </a:lnTo>
                  <a:lnTo>
                    <a:pt x="241232" y="480048"/>
                  </a:lnTo>
                  <a:lnTo>
                    <a:pt x="241405" y="480509"/>
                  </a:lnTo>
                  <a:lnTo>
                    <a:pt x="241930" y="480547"/>
                  </a:lnTo>
                  <a:lnTo>
                    <a:pt x="242238" y="480580"/>
                  </a:lnTo>
                  <a:lnTo>
                    <a:pt x="242458" y="480519"/>
                  </a:lnTo>
                  <a:lnTo>
                    <a:pt x="242370" y="480188"/>
                  </a:lnTo>
                  <a:lnTo>
                    <a:pt x="242996" y="480028"/>
                  </a:lnTo>
                  <a:lnTo>
                    <a:pt x="243269" y="480383"/>
                  </a:lnTo>
                  <a:lnTo>
                    <a:pt x="243106" y="480772"/>
                  </a:lnTo>
                  <a:lnTo>
                    <a:pt x="243256" y="480844"/>
                  </a:lnTo>
                  <a:lnTo>
                    <a:pt x="243608" y="481431"/>
                  </a:lnTo>
                  <a:lnTo>
                    <a:pt x="243965" y="481849"/>
                  </a:lnTo>
                  <a:lnTo>
                    <a:pt x="244157" y="482232"/>
                  </a:lnTo>
                  <a:lnTo>
                    <a:pt x="244211" y="482588"/>
                  </a:lnTo>
                  <a:lnTo>
                    <a:pt x="244206" y="482936"/>
                  </a:lnTo>
                  <a:lnTo>
                    <a:pt x="244169" y="483126"/>
                  </a:lnTo>
                  <a:lnTo>
                    <a:pt x="244435" y="483395"/>
                  </a:lnTo>
                  <a:lnTo>
                    <a:pt x="244677" y="483481"/>
                  </a:lnTo>
                  <a:lnTo>
                    <a:pt x="245055" y="483650"/>
                  </a:lnTo>
                  <a:lnTo>
                    <a:pt x="245201" y="483976"/>
                  </a:lnTo>
                  <a:lnTo>
                    <a:pt x="245450" y="484574"/>
                  </a:lnTo>
                  <a:lnTo>
                    <a:pt x="244941" y="485087"/>
                  </a:lnTo>
                  <a:lnTo>
                    <a:pt x="244687" y="485135"/>
                  </a:lnTo>
                  <a:lnTo>
                    <a:pt x="244540" y="484837"/>
                  </a:lnTo>
                  <a:lnTo>
                    <a:pt x="244354" y="484804"/>
                  </a:lnTo>
                  <a:lnTo>
                    <a:pt x="244207" y="484778"/>
                  </a:lnTo>
                  <a:lnTo>
                    <a:pt x="244013" y="484973"/>
                  </a:lnTo>
                  <a:lnTo>
                    <a:pt x="243820" y="485419"/>
                  </a:lnTo>
                  <a:lnTo>
                    <a:pt x="243033" y="485803"/>
                  </a:lnTo>
                  <a:lnTo>
                    <a:pt x="243028" y="486355"/>
                  </a:lnTo>
                  <a:lnTo>
                    <a:pt x="243103" y="486482"/>
                  </a:lnTo>
                  <a:lnTo>
                    <a:pt x="242999" y="486781"/>
                  </a:lnTo>
                  <a:lnTo>
                    <a:pt x="242689" y="486762"/>
                  </a:lnTo>
                  <a:lnTo>
                    <a:pt x="242176" y="486867"/>
                  </a:lnTo>
                  <a:lnTo>
                    <a:pt x="241801" y="487050"/>
                  </a:lnTo>
                  <a:lnTo>
                    <a:pt x="241354" y="487221"/>
                  </a:lnTo>
                  <a:lnTo>
                    <a:pt x="241231" y="487775"/>
                  </a:lnTo>
                  <a:lnTo>
                    <a:pt x="241207" y="487909"/>
                  </a:lnTo>
                  <a:lnTo>
                    <a:pt x="241727" y="488463"/>
                  </a:lnTo>
                  <a:lnTo>
                    <a:pt x="241786" y="488760"/>
                  </a:lnTo>
                  <a:lnTo>
                    <a:pt x="242020" y="488751"/>
                  </a:lnTo>
                  <a:lnTo>
                    <a:pt x="242208" y="488771"/>
                  </a:lnTo>
                  <a:lnTo>
                    <a:pt x="242368" y="488856"/>
                  </a:lnTo>
                  <a:lnTo>
                    <a:pt x="242421" y="489019"/>
                  </a:lnTo>
                  <a:lnTo>
                    <a:pt x="242334" y="489594"/>
                  </a:lnTo>
                  <a:lnTo>
                    <a:pt x="242331" y="489762"/>
                  </a:lnTo>
                  <a:lnTo>
                    <a:pt x="242658" y="489898"/>
                  </a:lnTo>
                  <a:lnTo>
                    <a:pt x="243059" y="489982"/>
                  </a:lnTo>
                  <a:lnTo>
                    <a:pt x="243264" y="489995"/>
                  </a:lnTo>
                  <a:lnTo>
                    <a:pt x="243611" y="490018"/>
                  </a:lnTo>
                  <a:lnTo>
                    <a:pt x="243753" y="490027"/>
                  </a:lnTo>
                  <a:lnTo>
                    <a:pt x="244339" y="489867"/>
                  </a:lnTo>
                  <a:lnTo>
                    <a:pt x="244785" y="489681"/>
                  </a:lnTo>
                  <a:lnTo>
                    <a:pt x="245018" y="489742"/>
                  </a:lnTo>
                  <a:lnTo>
                    <a:pt x="245269" y="490056"/>
                  </a:lnTo>
                  <a:lnTo>
                    <a:pt x="245712" y="490304"/>
                  </a:lnTo>
                  <a:lnTo>
                    <a:pt x="245989" y="490501"/>
                  </a:lnTo>
                  <a:lnTo>
                    <a:pt x="246454" y="490632"/>
                  </a:lnTo>
                  <a:lnTo>
                    <a:pt x="246862" y="490610"/>
                  </a:lnTo>
                  <a:lnTo>
                    <a:pt x="247114" y="490737"/>
                  </a:lnTo>
                  <a:lnTo>
                    <a:pt x="247498" y="491249"/>
                  </a:lnTo>
                  <a:lnTo>
                    <a:pt x="247647" y="491539"/>
                  </a:lnTo>
                  <a:lnTo>
                    <a:pt x="247664" y="491714"/>
                  </a:lnTo>
                  <a:lnTo>
                    <a:pt x="247821" y="492181"/>
                  </a:lnTo>
                  <a:lnTo>
                    <a:pt x="247992" y="492279"/>
                  </a:lnTo>
                  <a:lnTo>
                    <a:pt x="248473" y="492667"/>
                  </a:lnTo>
                  <a:lnTo>
                    <a:pt x="248877" y="492759"/>
                  </a:lnTo>
                  <a:lnTo>
                    <a:pt x="249917" y="492746"/>
                  </a:lnTo>
                  <a:lnTo>
                    <a:pt x="250176" y="492752"/>
                  </a:lnTo>
                  <a:lnTo>
                    <a:pt x="250393" y="492955"/>
                  </a:lnTo>
                  <a:lnTo>
                    <a:pt x="250602" y="493645"/>
                  </a:lnTo>
                  <a:lnTo>
                    <a:pt x="250980" y="493838"/>
                  </a:lnTo>
                  <a:lnTo>
                    <a:pt x="251275" y="494077"/>
                  </a:lnTo>
                  <a:lnTo>
                    <a:pt x="251396" y="494448"/>
                  </a:lnTo>
                  <a:lnTo>
                    <a:pt x="251830" y="494996"/>
                  </a:lnTo>
                  <a:lnTo>
                    <a:pt x="252078" y="495147"/>
                  </a:lnTo>
                  <a:lnTo>
                    <a:pt x="252045" y="495523"/>
                  </a:lnTo>
                  <a:lnTo>
                    <a:pt x="252115" y="495989"/>
                  </a:lnTo>
                  <a:lnTo>
                    <a:pt x="252268" y="496377"/>
                  </a:lnTo>
                  <a:lnTo>
                    <a:pt x="252326" y="496560"/>
                  </a:lnTo>
                  <a:lnTo>
                    <a:pt x="252497" y="496839"/>
                  </a:lnTo>
                  <a:lnTo>
                    <a:pt x="252768" y="497250"/>
                  </a:lnTo>
                  <a:lnTo>
                    <a:pt x="252612" y="497700"/>
                  </a:lnTo>
                  <a:lnTo>
                    <a:pt x="252401" y="498203"/>
                  </a:lnTo>
                  <a:lnTo>
                    <a:pt x="252372" y="498487"/>
                  </a:lnTo>
                  <a:lnTo>
                    <a:pt x="252438" y="498789"/>
                  </a:lnTo>
                  <a:lnTo>
                    <a:pt x="252687" y="498997"/>
                  </a:lnTo>
                  <a:lnTo>
                    <a:pt x="252844" y="499242"/>
                  </a:lnTo>
                  <a:lnTo>
                    <a:pt x="252891" y="499477"/>
                  </a:lnTo>
                  <a:lnTo>
                    <a:pt x="253101" y="499813"/>
                  </a:lnTo>
                  <a:lnTo>
                    <a:pt x="253333" y="499962"/>
                  </a:lnTo>
                  <a:lnTo>
                    <a:pt x="253606" y="500067"/>
                  </a:lnTo>
                  <a:lnTo>
                    <a:pt x="253814" y="500136"/>
                  </a:lnTo>
                  <a:lnTo>
                    <a:pt x="254129" y="500347"/>
                  </a:lnTo>
                  <a:lnTo>
                    <a:pt x="254252" y="500519"/>
                  </a:lnTo>
                  <a:lnTo>
                    <a:pt x="254426" y="500762"/>
                  </a:lnTo>
                  <a:lnTo>
                    <a:pt x="254603" y="501028"/>
                  </a:lnTo>
                  <a:lnTo>
                    <a:pt x="255211" y="501561"/>
                  </a:lnTo>
                  <a:lnTo>
                    <a:pt x="255590" y="501477"/>
                  </a:lnTo>
                  <a:lnTo>
                    <a:pt x="255908" y="501595"/>
                  </a:lnTo>
                  <a:lnTo>
                    <a:pt x="256336" y="501834"/>
                  </a:lnTo>
                  <a:lnTo>
                    <a:pt x="256744" y="501898"/>
                  </a:lnTo>
                  <a:lnTo>
                    <a:pt x="257199" y="502031"/>
                  </a:lnTo>
                  <a:lnTo>
                    <a:pt x="257930" y="502242"/>
                  </a:lnTo>
                  <a:lnTo>
                    <a:pt x="258187" y="502683"/>
                  </a:lnTo>
                  <a:lnTo>
                    <a:pt x="258389" y="502896"/>
                  </a:lnTo>
                  <a:lnTo>
                    <a:pt x="258517" y="502857"/>
                  </a:lnTo>
                  <a:lnTo>
                    <a:pt x="258731" y="502806"/>
                  </a:lnTo>
                  <a:lnTo>
                    <a:pt x="258977" y="502776"/>
                  </a:lnTo>
                  <a:lnTo>
                    <a:pt x="259136" y="502861"/>
                  </a:lnTo>
                  <a:lnTo>
                    <a:pt x="259313" y="502954"/>
                  </a:lnTo>
                  <a:lnTo>
                    <a:pt x="259603" y="503350"/>
                  </a:lnTo>
                  <a:lnTo>
                    <a:pt x="259798" y="503554"/>
                  </a:lnTo>
                  <a:lnTo>
                    <a:pt x="260314" y="503887"/>
                  </a:lnTo>
                  <a:lnTo>
                    <a:pt x="260425" y="504064"/>
                  </a:lnTo>
                  <a:lnTo>
                    <a:pt x="260869" y="504476"/>
                  </a:lnTo>
                  <a:lnTo>
                    <a:pt x="261057" y="505053"/>
                  </a:lnTo>
                  <a:lnTo>
                    <a:pt x="261082" y="505188"/>
                  </a:lnTo>
                  <a:lnTo>
                    <a:pt x="261210" y="505549"/>
                  </a:lnTo>
                  <a:lnTo>
                    <a:pt x="261069" y="505843"/>
                  </a:lnTo>
                  <a:lnTo>
                    <a:pt x="260973" y="505974"/>
                  </a:lnTo>
                  <a:lnTo>
                    <a:pt x="260887" y="506343"/>
                  </a:lnTo>
                  <a:lnTo>
                    <a:pt x="260871" y="506938"/>
                  </a:lnTo>
                  <a:lnTo>
                    <a:pt x="261090" y="507095"/>
                  </a:lnTo>
                  <a:lnTo>
                    <a:pt x="261417" y="507300"/>
                  </a:lnTo>
                  <a:lnTo>
                    <a:pt x="261744" y="507868"/>
                  </a:lnTo>
                  <a:lnTo>
                    <a:pt x="261814" y="508147"/>
                  </a:lnTo>
                  <a:lnTo>
                    <a:pt x="261893" y="508295"/>
                  </a:lnTo>
                  <a:lnTo>
                    <a:pt x="262062" y="508760"/>
                  </a:lnTo>
                  <a:lnTo>
                    <a:pt x="262211" y="509347"/>
                  </a:lnTo>
                  <a:lnTo>
                    <a:pt x="262263" y="509551"/>
                  </a:lnTo>
                  <a:lnTo>
                    <a:pt x="262136" y="509725"/>
                  </a:lnTo>
                  <a:lnTo>
                    <a:pt x="261927" y="509913"/>
                  </a:lnTo>
                  <a:lnTo>
                    <a:pt x="261814" y="510229"/>
                  </a:lnTo>
                  <a:lnTo>
                    <a:pt x="261931" y="510623"/>
                  </a:lnTo>
                  <a:lnTo>
                    <a:pt x="261873" y="510862"/>
                  </a:lnTo>
                  <a:lnTo>
                    <a:pt x="261525" y="511715"/>
                  </a:lnTo>
                  <a:lnTo>
                    <a:pt x="261425" y="511936"/>
                  </a:lnTo>
                  <a:lnTo>
                    <a:pt x="261347" y="512117"/>
                  </a:lnTo>
                  <a:lnTo>
                    <a:pt x="260993" y="511966"/>
                  </a:lnTo>
                  <a:lnTo>
                    <a:pt x="260821" y="512388"/>
                  </a:lnTo>
                  <a:lnTo>
                    <a:pt x="261031" y="512668"/>
                  </a:lnTo>
                  <a:lnTo>
                    <a:pt x="261178" y="512897"/>
                  </a:lnTo>
                  <a:lnTo>
                    <a:pt x="261244" y="513192"/>
                  </a:lnTo>
                  <a:lnTo>
                    <a:pt x="261299" y="513445"/>
                  </a:lnTo>
                  <a:lnTo>
                    <a:pt x="261346" y="513934"/>
                  </a:lnTo>
                  <a:lnTo>
                    <a:pt x="261402" y="514170"/>
                  </a:lnTo>
                  <a:lnTo>
                    <a:pt x="261449" y="514367"/>
                  </a:lnTo>
                  <a:lnTo>
                    <a:pt x="261494" y="514506"/>
                  </a:lnTo>
                  <a:lnTo>
                    <a:pt x="261944" y="514821"/>
                  </a:lnTo>
                  <a:lnTo>
                    <a:pt x="262488" y="515752"/>
                  </a:lnTo>
                  <a:lnTo>
                    <a:pt x="262406" y="516039"/>
                  </a:lnTo>
                  <a:lnTo>
                    <a:pt x="262181" y="516314"/>
                  </a:lnTo>
                  <a:lnTo>
                    <a:pt x="262028" y="516676"/>
                  </a:lnTo>
                  <a:lnTo>
                    <a:pt x="262132" y="516980"/>
                  </a:lnTo>
                  <a:lnTo>
                    <a:pt x="261923" y="517932"/>
                  </a:lnTo>
                  <a:lnTo>
                    <a:pt x="261663" y="517948"/>
                  </a:lnTo>
                  <a:lnTo>
                    <a:pt x="261222" y="518098"/>
                  </a:lnTo>
                  <a:lnTo>
                    <a:pt x="260923" y="518721"/>
                  </a:lnTo>
                  <a:lnTo>
                    <a:pt x="260603" y="519400"/>
                  </a:lnTo>
                  <a:lnTo>
                    <a:pt x="260529" y="519627"/>
                  </a:lnTo>
                  <a:lnTo>
                    <a:pt x="260584" y="519989"/>
                  </a:lnTo>
                  <a:lnTo>
                    <a:pt x="260604" y="520150"/>
                  </a:lnTo>
                  <a:lnTo>
                    <a:pt x="260283" y="520677"/>
                  </a:lnTo>
                  <a:lnTo>
                    <a:pt x="259845" y="521087"/>
                  </a:lnTo>
                  <a:lnTo>
                    <a:pt x="259935" y="521224"/>
                  </a:lnTo>
                  <a:lnTo>
                    <a:pt x="260210" y="521549"/>
                  </a:lnTo>
                  <a:lnTo>
                    <a:pt x="260243" y="521911"/>
                  </a:lnTo>
                  <a:lnTo>
                    <a:pt x="259828" y="521812"/>
                  </a:lnTo>
                  <a:lnTo>
                    <a:pt x="259502" y="521731"/>
                  </a:lnTo>
                  <a:lnTo>
                    <a:pt x="259214" y="521643"/>
                  </a:lnTo>
                  <a:lnTo>
                    <a:pt x="258885" y="521960"/>
                  </a:lnTo>
                  <a:lnTo>
                    <a:pt x="258650" y="522555"/>
                  </a:lnTo>
                  <a:lnTo>
                    <a:pt x="258488" y="522659"/>
                  </a:lnTo>
                  <a:lnTo>
                    <a:pt x="258206" y="522838"/>
                  </a:lnTo>
                  <a:lnTo>
                    <a:pt x="258046" y="522930"/>
                  </a:lnTo>
                  <a:lnTo>
                    <a:pt x="258065" y="523173"/>
                  </a:lnTo>
                  <a:lnTo>
                    <a:pt x="258014" y="523349"/>
                  </a:lnTo>
                  <a:lnTo>
                    <a:pt x="257923" y="523535"/>
                  </a:lnTo>
                  <a:lnTo>
                    <a:pt x="257808" y="523714"/>
                  </a:lnTo>
                  <a:lnTo>
                    <a:pt x="257532" y="523973"/>
                  </a:lnTo>
                  <a:lnTo>
                    <a:pt x="256768" y="524349"/>
                  </a:lnTo>
                  <a:lnTo>
                    <a:pt x="256671" y="524113"/>
                  </a:lnTo>
                  <a:lnTo>
                    <a:pt x="256336" y="524244"/>
                  </a:lnTo>
                  <a:lnTo>
                    <a:pt x="255857" y="524263"/>
                  </a:lnTo>
                  <a:lnTo>
                    <a:pt x="255677" y="524248"/>
                  </a:lnTo>
                  <a:lnTo>
                    <a:pt x="255184" y="524301"/>
                  </a:lnTo>
                  <a:lnTo>
                    <a:pt x="254841" y="523999"/>
                  </a:lnTo>
                  <a:lnTo>
                    <a:pt x="254128" y="524289"/>
                  </a:lnTo>
                  <a:lnTo>
                    <a:pt x="253776" y="524456"/>
                  </a:lnTo>
                  <a:lnTo>
                    <a:pt x="253444" y="524486"/>
                  </a:lnTo>
                  <a:lnTo>
                    <a:pt x="253030" y="524513"/>
                  </a:lnTo>
                  <a:lnTo>
                    <a:pt x="252854" y="524582"/>
                  </a:lnTo>
                  <a:lnTo>
                    <a:pt x="252562" y="524744"/>
                  </a:lnTo>
                  <a:lnTo>
                    <a:pt x="252224" y="525263"/>
                  </a:lnTo>
                  <a:lnTo>
                    <a:pt x="252167" y="525604"/>
                  </a:lnTo>
                  <a:lnTo>
                    <a:pt x="251993" y="526099"/>
                  </a:lnTo>
                  <a:lnTo>
                    <a:pt x="252054" y="526488"/>
                  </a:lnTo>
                  <a:lnTo>
                    <a:pt x="252359" y="526695"/>
                  </a:lnTo>
                  <a:lnTo>
                    <a:pt x="252091" y="527383"/>
                  </a:lnTo>
                  <a:lnTo>
                    <a:pt x="251586" y="526949"/>
                  </a:lnTo>
                  <a:lnTo>
                    <a:pt x="251050" y="527491"/>
                  </a:lnTo>
                  <a:lnTo>
                    <a:pt x="250322" y="527646"/>
                  </a:lnTo>
                  <a:lnTo>
                    <a:pt x="250073" y="527435"/>
                  </a:lnTo>
                  <a:lnTo>
                    <a:pt x="249871" y="527353"/>
                  </a:lnTo>
                  <a:lnTo>
                    <a:pt x="249514" y="527332"/>
                  </a:lnTo>
                  <a:lnTo>
                    <a:pt x="249286" y="527541"/>
                  </a:lnTo>
                  <a:lnTo>
                    <a:pt x="249158" y="527824"/>
                  </a:lnTo>
                  <a:lnTo>
                    <a:pt x="248726" y="527898"/>
                  </a:lnTo>
                  <a:lnTo>
                    <a:pt x="248399" y="528003"/>
                  </a:lnTo>
                  <a:lnTo>
                    <a:pt x="248247" y="528327"/>
                  </a:lnTo>
                  <a:lnTo>
                    <a:pt x="248026" y="528365"/>
                  </a:lnTo>
                  <a:lnTo>
                    <a:pt x="247894" y="528424"/>
                  </a:lnTo>
                  <a:lnTo>
                    <a:pt x="247707" y="528526"/>
                  </a:lnTo>
                  <a:lnTo>
                    <a:pt x="247466" y="529041"/>
                  </a:lnTo>
                  <a:lnTo>
                    <a:pt x="247630" y="529296"/>
                  </a:lnTo>
                  <a:lnTo>
                    <a:pt x="247662" y="529556"/>
                  </a:lnTo>
                  <a:lnTo>
                    <a:pt x="247663" y="529758"/>
                  </a:lnTo>
                  <a:lnTo>
                    <a:pt x="247654" y="529943"/>
                  </a:lnTo>
                  <a:lnTo>
                    <a:pt x="247541" y="530215"/>
                  </a:lnTo>
                  <a:lnTo>
                    <a:pt x="247413" y="530287"/>
                  </a:lnTo>
                  <a:lnTo>
                    <a:pt x="246948" y="530424"/>
                  </a:lnTo>
                  <a:lnTo>
                    <a:pt x="246656" y="530125"/>
                  </a:lnTo>
                  <a:lnTo>
                    <a:pt x="246204" y="529727"/>
                  </a:lnTo>
                  <a:lnTo>
                    <a:pt x="245482" y="528993"/>
                  </a:lnTo>
                  <a:lnTo>
                    <a:pt x="245483" y="528620"/>
                  </a:lnTo>
                  <a:lnTo>
                    <a:pt x="244984" y="528253"/>
                  </a:lnTo>
                  <a:lnTo>
                    <a:pt x="244778" y="527985"/>
                  </a:lnTo>
                  <a:lnTo>
                    <a:pt x="244424" y="527123"/>
                  </a:lnTo>
                  <a:lnTo>
                    <a:pt x="244335" y="526834"/>
                  </a:lnTo>
                  <a:lnTo>
                    <a:pt x="244080" y="526810"/>
                  </a:lnTo>
                  <a:lnTo>
                    <a:pt x="243915" y="526828"/>
                  </a:lnTo>
                  <a:lnTo>
                    <a:pt x="243902" y="527101"/>
                  </a:lnTo>
                  <a:lnTo>
                    <a:pt x="243988" y="527334"/>
                  </a:lnTo>
                  <a:lnTo>
                    <a:pt x="243757" y="527796"/>
                  </a:lnTo>
                  <a:lnTo>
                    <a:pt x="243251" y="527902"/>
                  </a:lnTo>
                  <a:lnTo>
                    <a:pt x="242931" y="527850"/>
                  </a:lnTo>
                  <a:lnTo>
                    <a:pt x="242446" y="527571"/>
                  </a:lnTo>
                  <a:lnTo>
                    <a:pt x="242293" y="527550"/>
                  </a:lnTo>
                  <a:lnTo>
                    <a:pt x="241763" y="527420"/>
                  </a:lnTo>
                  <a:lnTo>
                    <a:pt x="241744" y="526941"/>
                  </a:lnTo>
                  <a:lnTo>
                    <a:pt x="241849" y="526441"/>
                  </a:lnTo>
                  <a:lnTo>
                    <a:pt x="241674" y="525792"/>
                  </a:lnTo>
                  <a:lnTo>
                    <a:pt x="241646" y="525019"/>
                  </a:lnTo>
                  <a:lnTo>
                    <a:pt x="241636" y="524702"/>
                  </a:lnTo>
                  <a:lnTo>
                    <a:pt x="241678" y="524496"/>
                  </a:lnTo>
                  <a:lnTo>
                    <a:pt x="241258" y="523893"/>
                  </a:lnTo>
                  <a:lnTo>
                    <a:pt x="241030" y="523456"/>
                  </a:lnTo>
                  <a:lnTo>
                    <a:pt x="241191" y="522913"/>
                  </a:lnTo>
                  <a:lnTo>
                    <a:pt x="240882" y="522542"/>
                  </a:lnTo>
                  <a:lnTo>
                    <a:pt x="240417" y="522447"/>
                  </a:lnTo>
                  <a:lnTo>
                    <a:pt x="240077" y="521979"/>
                  </a:lnTo>
                  <a:lnTo>
                    <a:pt x="239318" y="521929"/>
                  </a:lnTo>
                  <a:lnTo>
                    <a:pt x="238612" y="521838"/>
                  </a:lnTo>
                  <a:lnTo>
                    <a:pt x="238831" y="522771"/>
                  </a:lnTo>
                  <a:lnTo>
                    <a:pt x="238554" y="523223"/>
                  </a:lnTo>
                  <a:lnTo>
                    <a:pt x="238212" y="523484"/>
                  </a:lnTo>
                  <a:lnTo>
                    <a:pt x="237935" y="523433"/>
                  </a:lnTo>
                  <a:lnTo>
                    <a:pt x="237933" y="523078"/>
                  </a:lnTo>
                  <a:lnTo>
                    <a:pt x="237730" y="522918"/>
                  </a:lnTo>
                  <a:lnTo>
                    <a:pt x="237604" y="523289"/>
                  </a:lnTo>
                  <a:lnTo>
                    <a:pt x="237464" y="523545"/>
                  </a:lnTo>
                  <a:lnTo>
                    <a:pt x="237259" y="523922"/>
                  </a:lnTo>
                  <a:lnTo>
                    <a:pt x="236719" y="524705"/>
                  </a:lnTo>
                  <a:lnTo>
                    <a:pt x="236476" y="524934"/>
                  </a:lnTo>
                  <a:lnTo>
                    <a:pt x="236017" y="525294"/>
                  </a:lnTo>
                  <a:lnTo>
                    <a:pt x="235685" y="525622"/>
                  </a:lnTo>
                  <a:lnTo>
                    <a:pt x="235613" y="525814"/>
                  </a:lnTo>
                  <a:lnTo>
                    <a:pt x="235774" y="525900"/>
                  </a:lnTo>
                  <a:lnTo>
                    <a:pt x="235618" y="526275"/>
                  </a:lnTo>
                  <a:lnTo>
                    <a:pt x="235206" y="526185"/>
                  </a:lnTo>
                  <a:lnTo>
                    <a:pt x="234789" y="525902"/>
                  </a:lnTo>
                  <a:lnTo>
                    <a:pt x="234525" y="525843"/>
                  </a:lnTo>
                  <a:lnTo>
                    <a:pt x="233840" y="526275"/>
                  </a:lnTo>
                  <a:lnTo>
                    <a:pt x="233574" y="526398"/>
                  </a:lnTo>
                  <a:lnTo>
                    <a:pt x="233312" y="526413"/>
                  </a:lnTo>
                  <a:lnTo>
                    <a:pt x="232855" y="526217"/>
                  </a:lnTo>
                  <a:lnTo>
                    <a:pt x="232528" y="526054"/>
                  </a:lnTo>
                  <a:lnTo>
                    <a:pt x="232112" y="526115"/>
                  </a:lnTo>
                  <a:lnTo>
                    <a:pt x="231917" y="526092"/>
                  </a:lnTo>
                  <a:lnTo>
                    <a:pt x="231688" y="526075"/>
                  </a:lnTo>
                  <a:lnTo>
                    <a:pt x="231492" y="526113"/>
                  </a:lnTo>
                  <a:lnTo>
                    <a:pt x="231192" y="525895"/>
                  </a:lnTo>
                  <a:lnTo>
                    <a:pt x="231253" y="525610"/>
                  </a:lnTo>
                  <a:lnTo>
                    <a:pt x="231078" y="525602"/>
                  </a:lnTo>
                  <a:lnTo>
                    <a:pt x="230858" y="525702"/>
                  </a:lnTo>
                  <a:lnTo>
                    <a:pt x="230633" y="525879"/>
                  </a:lnTo>
                  <a:lnTo>
                    <a:pt x="230448" y="526023"/>
                  </a:lnTo>
                  <a:lnTo>
                    <a:pt x="230271" y="526161"/>
                  </a:lnTo>
                  <a:lnTo>
                    <a:pt x="229943" y="526195"/>
                  </a:lnTo>
                  <a:lnTo>
                    <a:pt x="229466" y="526468"/>
                  </a:lnTo>
                  <a:lnTo>
                    <a:pt x="229410" y="526645"/>
                  </a:lnTo>
                  <a:lnTo>
                    <a:pt x="229364" y="527025"/>
                  </a:lnTo>
                  <a:lnTo>
                    <a:pt x="229161" y="526941"/>
                  </a:lnTo>
                  <a:lnTo>
                    <a:pt x="228779" y="526722"/>
                  </a:lnTo>
                  <a:lnTo>
                    <a:pt x="228261" y="526583"/>
                  </a:lnTo>
                  <a:lnTo>
                    <a:pt x="227844" y="526478"/>
                  </a:lnTo>
                  <a:lnTo>
                    <a:pt x="227157" y="526395"/>
                  </a:lnTo>
                  <a:lnTo>
                    <a:pt x="226910" y="526378"/>
                  </a:lnTo>
                  <a:lnTo>
                    <a:pt x="225981" y="526551"/>
                  </a:lnTo>
                  <a:lnTo>
                    <a:pt x="225731" y="526817"/>
                  </a:lnTo>
                  <a:lnTo>
                    <a:pt x="225441" y="526880"/>
                  </a:lnTo>
                  <a:lnTo>
                    <a:pt x="225013" y="526702"/>
                  </a:lnTo>
                  <a:lnTo>
                    <a:pt x="224631" y="526748"/>
                  </a:lnTo>
                  <a:lnTo>
                    <a:pt x="224335" y="527034"/>
                  </a:lnTo>
                  <a:lnTo>
                    <a:pt x="224016" y="526987"/>
                  </a:lnTo>
                  <a:lnTo>
                    <a:pt x="223368" y="526676"/>
                  </a:lnTo>
                  <a:lnTo>
                    <a:pt x="223245" y="526367"/>
                  </a:lnTo>
                  <a:lnTo>
                    <a:pt x="223135" y="526183"/>
                  </a:lnTo>
                  <a:lnTo>
                    <a:pt x="223035" y="526035"/>
                  </a:lnTo>
                  <a:lnTo>
                    <a:pt x="222634" y="525693"/>
                  </a:lnTo>
                  <a:lnTo>
                    <a:pt x="222329" y="525546"/>
                  </a:lnTo>
                  <a:lnTo>
                    <a:pt x="222099" y="525434"/>
                  </a:lnTo>
                  <a:lnTo>
                    <a:pt x="221766" y="525283"/>
                  </a:lnTo>
                  <a:lnTo>
                    <a:pt x="221452" y="524447"/>
                  </a:lnTo>
                  <a:lnTo>
                    <a:pt x="221105" y="524204"/>
                  </a:lnTo>
                  <a:lnTo>
                    <a:pt x="220825" y="524251"/>
                  </a:lnTo>
                  <a:lnTo>
                    <a:pt x="220477" y="524421"/>
                  </a:lnTo>
                  <a:lnTo>
                    <a:pt x="220279" y="524466"/>
                  </a:lnTo>
                  <a:lnTo>
                    <a:pt x="220116" y="524503"/>
                  </a:lnTo>
                  <a:lnTo>
                    <a:pt x="219795" y="524564"/>
                  </a:lnTo>
                  <a:lnTo>
                    <a:pt x="219532" y="524598"/>
                  </a:lnTo>
                  <a:lnTo>
                    <a:pt x="218842" y="524683"/>
                  </a:lnTo>
                  <a:lnTo>
                    <a:pt x="218711" y="524648"/>
                  </a:lnTo>
                  <a:lnTo>
                    <a:pt x="218403" y="524552"/>
                  </a:lnTo>
                  <a:lnTo>
                    <a:pt x="218234" y="524458"/>
                  </a:lnTo>
                  <a:lnTo>
                    <a:pt x="217976" y="524449"/>
                  </a:lnTo>
                  <a:lnTo>
                    <a:pt x="217747" y="524643"/>
                  </a:lnTo>
                  <a:lnTo>
                    <a:pt x="216617" y="524672"/>
                  </a:lnTo>
                  <a:lnTo>
                    <a:pt x="216599" y="524990"/>
                  </a:lnTo>
                  <a:lnTo>
                    <a:pt x="216401" y="525066"/>
                  </a:lnTo>
                  <a:lnTo>
                    <a:pt x="215965" y="525232"/>
                  </a:lnTo>
                  <a:lnTo>
                    <a:pt x="215093" y="525121"/>
                  </a:lnTo>
                  <a:lnTo>
                    <a:pt x="214831" y="525020"/>
                  </a:lnTo>
                  <a:lnTo>
                    <a:pt x="214696" y="524820"/>
                  </a:lnTo>
                  <a:lnTo>
                    <a:pt x="214536" y="524598"/>
                  </a:lnTo>
                  <a:lnTo>
                    <a:pt x="213762" y="524371"/>
                  </a:lnTo>
                  <a:lnTo>
                    <a:pt x="212915" y="524844"/>
                  </a:lnTo>
                  <a:lnTo>
                    <a:pt x="212577" y="524841"/>
                  </a:lnTo>
                  <a:lnTo>
                    <a:pt x="212056" y="524555"/>
                  </a:lnTo>
                  <a:lnTo>
                    <a:pt x="211601" y="524311"/>
                  </a:lnTo>
                  <a:lnTo>
                    <a:pt x="211016" y="523976"/>
                  </a:lnTo>
                  <a:lnTo>
                    <a:pt x="210669" y="523737"/>
                  </a:lnTo>
                  <a:lnTo>
                    <a:pt x="210146" y="523383"/>
                  </a:lnTo>
                  <a:lnTo>
                    <a:pt x="209570" y="523337"/>
                  </a:lnTo>
                  <a:lnTo>
                    <a:pt x="209334" y="523243"/>
                  </a:lnTo>
                  <a:lnTo>
                    <a:pt x="208763" y="522861"/>
                  </a:lnTo>
                  <a:lnTo>
                    <a:pt x="208320" y="522797"/>
                  </a:lnTo>
                  <a:lnTo>
                    <a:pt x="207981" y="522694"/>
                  </a:lnTo>
                  <a:lnTo>
                    <a:pt x="207583" y="522491"/>
                  </a:lnTo>
                  <a:lnTo>
                    <a:pt x="207084" y="522194"/>
                  </a:lnTo>
                  <a:lnTo>
                    <a:pt x="206717" y="522209"/>
                  </a:lnTo>
                  <a:lnTo>
                    <a:pt x="206550" y="522217"/>
                  </a:lnTo>
                  <a:lnTo>
                    <a:pt x="205922" y="522494"/>
                  </a:lnTo>
                  <a:lnTo>
                    <a:pt x="205505" y="522553"/>
                  </a:lnTo>
                  <a:lnTo>
                    <a:pt x="205221" y="522575"/>
                  </a:lnTo>
                  <a:lnTo>
                    <a:pt x="204937" y="522646"/>
                  </a:lnTo>
                  <a:lnTo>
                    <a:pt x="204582" y="522884"/>
                  </a:lnTo>
                  <a:lnTo>
                    <a:pt x="204290" y="522942"/>
                  </a:lnTo>
                  <a:lnTo>
                    <a:pt x="204144" y="522970"/>
                  </a:lnTo>
                  <a:lnTo>
                    <a:pt x="203923" y="523009"/>
                  </a:lnTo>
                  <a:lnTo>
                    <a:pt x="203476" y="522997"/>
                  </a:lnTo>
                  <a:lnTo>
                    <a:pt x="202903" y="522718"/>
                  </a:lnTo>
                  <a:lnTo>
                    <a:pt x="202677" y="522767"/>
                  </a:lnTo>
                  <a:lnTo>
                    <a:pt x="202516" y="522802"/>
                  </a:lnTo>
                  <a:lnTo>
                    <a:pt x="202364" y="522847"/>
                  </a:lnTo>
                  <a:lnTo>
                    <a:pt x="202090" y="522928"/>
                  </a:lnTo>
                  <a:lnTo>
                    <a:pt x="201096" y="523064"/>
                  </a:lnTo>
                  <a:lnTo>
                    <a:pt x="200514" y="522821"/>
                  </a:lnTo>
                  <a:lnTo>
                    <a:pt x="200037" y="522941"/>
                  </a:lnTo>
                  <a:lnTo>
                    <a:pt x="199724" y="523001"/>
                  </a:lnTo>
                  <a:lnTo>
                    <a:pt x="199419" y="522210"/>
                  </a:lnTo>
                  <a:lnTo>
                    <a:pt x="199125" y="521756"/>
                  </a:lnTo>
                  <a:lnTo>
                    <a:pt x="198878" y="521732"/>
                  </a:lnTo>
                  <a:lnTo>
                    <a:pt x="198746" y="521745"/>
                  </a:lnTo>
                  <a:lnTo>
                    <a:pt x="198377" y="521805"/>
                  </a:lnTo>
                  <a:lnTo>
                    <a:pt x="198147" y="521822"/>
                  </a:lnTo>
                  <a:lnTo>
                    <a:pt x="197952" y="521805"/>
                  </a:lnTo>
                  <a:lnTo>
                    <a:pt x="197666" y="521779"/>
                  </a:lnTo>
                  <a:lnTo>
                    <a:pt x="197349" y="522251"/>
                  </a:lnTo>
                  <a:lnTo>
                    <a:pt x="196781" y="521846"/>
                  </a:lnTo>
                  <a:lnTo>
                    <a:pt x="196665" y="521521"/>
                  </a:lnTo>
                  <a:lnTo>
                    <a:pt x="196589" y="521256"/>
                  </a:lnTo>
                  <a:lnTo>
                    <a:pt x="196552" y="521105"/>
                  </a:lnTo>
                  <a:lnTo>
                    <a:pt x="196191" y="521033"/>
                  </a:lnTo>
                  <a:lnTo>
                    <a:pt x="195969" y="521021"/>
                  </a:lnTo>
                  <a:lnTo>
                    <a:pt x="195568" y="521067"/>
                  </a:lnTo>
                  <a:lnTo>
                    <a:pt x="195388" y="521302"/>
                  </a:lnTo>
                  <a:lnTo>
                    <a:pt x="195162" y="521682"/>
                  </a:lnTo>
                  <a:lnTo>
                    <a:pt x="194827" y="522063"/>
                  </a:lnTo>
                  <a:lnTo>
                    <a:pt x="194836" y="522281"/>
                  </a:lnTo>
                  <a:lnTo>
                    <a:pt x="194906" y="522421"/>
                  </a:lnTo>
                  <a:lnTo>
                    <a:pt x="194970" y="522698"/>
                  </a:lnTo>
                  <a:lnTo>
                    <a:pt x="194941" y="523107"/>
                  </a:lnTo>
                  <a:lnTo>
                    <a:pt x="194378" y="523043"/>
                  </a:lnTo>
                  <a:lnTo>
                    <a:pt x="194102" y="523115"/>
                  </a:lnTo>
                  <a:lnTo>
                    <a:pt x="193904" y="523125"/>
                  </a:lnTo>
                  <a:lnTo>
                    <a:pt x="193532" y="523093"/>
                  </a:lnTo>
                  <a:lnTo>
                    <a:pt x="193157" y="522963"/>
                  </a:lnTo>
                  <a:lnTo>
                    <a:pt x="192997" y="522891"/>
                  </a:lnTo>
                  <a:lnTo>
                    <a:pt x="192684" y="522940"/>
                  </a:lnTo>
                  <a:lnTo>
                    <a:pt x="192397" y="522818"/>
                  </a:lnTo>
                  <a:lnTo>
                    <a:pt x="192034" y="522615"/>
                  </a:lnTo>
                  <a:lnTo>
                    <a:pt x="191783" y="522549"/>
                  </a:lnTo>
                  <a:lnTo>
                    <a:pt x="191629" y="522599"/>
                  </a:lnTo>
                  <a:lnTo>
                    <a:pt x="191542" y="522794"/>
                  </a:lnTo>
                  <a:lnTo>
                    <a:pt x="191216" y="522800"/>
                  </a:lnTo>
                  <a:lnTo>
                    <a:pt x="190839" y="522546"/>
                  </a:lnTo>
                  <a:lnTo>
                    <a:pt x="190537" y="523097"/>
                  </a:lnTo>
                  <a:lnTo>
                    <a:pt x="189953" y="523442"/>
                  </a:lnTo>
                  <a:lnTo>
                    <a:pt x="190046" y="523709"/>
                  </a:lnTo>
                  <a:lnTo>
                    <a:pt x="190177" y="524016"/>
                  </a:lnTo>
                  <a:lnTo>
                    <a:pt x="189990" y="524338"/>
                  </a:lnTo>
                  <a:lnTo>
                    <a:pt x="189817" y="524389"/>
                  </a:lnTo>
                  <a:lnTo>
                    <a:pt x="189605" y="524439"/>
                  </a:lnTo>
                  <a:lnTo>
                    <a:pt x="189141" y="524635"/>
                  </a:lnTo>
                  <a:lnTo>
                    <a:pt x="188883" y="524842"/>
                  </a:lnTo>
                  <a:lnTo>
                    <a:pt x="188910" y="525501"/>
                  </a:lnTo>
                  <a:lnTo>
                    <a:pt x="188802" y="525743"/>
                  </a:lnTo>
                  <a:lnTo>
                    <a:pt x="188485" y="525968"/>
                  </a:lnTo>
                  <a:lnTo>
                    <a:pt x="188212" y="526030"/>
                  </a:lnTo>
                  <a:lnTo>
                    <a:pt x="187922" y="526207"/>
                  </a:lnTo>
                  <a:lnTo>
                    <a:pt x="187524" y="526474"/>
                  </a:lnTo>
                  <a:lnTo>
                    <a:pt x="187469" y="527123"/>
                  </a:lnTo>
                  <a:lnTo>
                    <a:pt x="187137" y="527365"/>
                  </a:lnTo>
                  <a:lnTo>
                    <a:pt x="187762" y="527792"/>
                  </a:lnTo>
                  <a:lnTo>
                    <a:pt x="187972" y="527894"/>
                  </a:lnTo>
                  <a:lnTo>
                    <a:pt x="188209" y="528163"/>
                  </a:lnTo>
                  <a:lnTo>
                    <a:pt x="188792" y="528156"/>
                  </a:lnTo>
                  <a:lnTo>
                    <a:pt x="188943" y="528154"/>
                  </a:lnTo>
                  <a:lnTo>
                    <a:pt x="189496" y="528065"/>
                  </a:lnTo>
                  <a:lnTo>
                    <a:pt x="190348" y="528248"/>
                  </a:lnTo>
                  <a:lnTo>
                    <a:pt x="190825" y="528375"/>
                  </a:lnTo>
                  <a:lnTo>
                    <a:pt x="191116" y="528413"/>
                  </a:lnTo>
                  <a:lnTo>
                    <a:pt x="192881" y="528855"/>
                  </a:lnTo>
                  <a:lnTo>
                    <a:pt x="193048" y="529076"/>
                  </a:lnTo>
                  <a:lnTo>
                    <a:pt x="193208" y="529346"/>
                  </a:lnTo>
                  <a:lnTo>
                    <a:pt x="193784" y="529179"/>
                  </a:lnTo>
                  <a:lnTo>
                    <a:pt x="194069" y="529076"/>
                  </a:lnTo>
                  <a:lnTo>
                    <a:pt x="194305" y="529323"/>
                  </a:lnTo>
                  <a:lnTo>
                    <a:pt x="194647" y="529772"/>
                  </a:lnTo>
                  <a:lnTo>
                    <a:pt x="195039" y="529895"/>
                  </a:lnTo>
                  <a:lnTo>
                    <a:pt x="195219" y="529797"/>
                  </a:lnTo>
                  <a:lnTo>
                    <a:pt x="195694" y="529523"/>
                  </a:lnTo>
                  <a:lnTo>
                    <a:pt x="196415" y="529512"/>
                  </a:lnTo>
                  <a:lnTo>
                    <a:pt x="196574" y="529502"/>
                  </a:lnTo>
                  <a:lnTo>
                    <a:pt x="196992" y="529469"/>
                  </a:lnTo>
                  <a:lnTo>
                    <a:pt x="197142" y="529457"/>
                  </a:lnTo>
                  <a:lnTo>
                    <a:pt x="197308" y="529427"/>
                  </a:lnTo>
                  <a:lnTo>
                    <a:pt x="197577" y="529420"/>
                  </a:lnTo>
                  <a:lnTo>
                    <a:pt x="197801" y="529498"/>
                  </a:lnTo>
                  <a:lnTo>
                    <a:pt x="198577" y="529314"/>
                  </a:lnTo>
                  <a:lnTo>
                    <a:pt x="199128" y="529561"/>
                  </a:lnTo>
                  <a:lnTo>
                    <a:pt x="199459" y="530171"/>
                  </a:lnTo>
                  <a:lnTo>
                    <a:pt x="199677" y="530310"/>
                  </a:lnTo>
                  <a:lnTo>
                    <a:pt x="199874" y="530374"/>
                  </a:lnTo>
                  <a:lnTo>
                    <a:pt x="200087" y="530358"/>
                  </a:lnTo>
                  <a:lnTo>
                    <a:pt x="200239" y="530369"/>
                  </a:lnTo>
                  <a:lnTo>
                    <a:pt x="200876" y="530784"/>
                  </a:lnTo>
                  <a:lnTo>
                    <a:pt x="201303" y="530851"/>
                  </a:lnTo>
                  <a:lnTo>
                    <a:pt x="201659" y="531018"/>
                  </a:lnTo>
                  <a:lnTo>
                    <a:pt x="202124" y="531484"/>
                  </a:lnTo>
                  <a:lnTo>
                    <a:pt x="202257" y="531535"/>
                  </a:lnTo>
                  <a:lnTo>
                    <a:pt x="202461" y="531615"/>
                  </a:lnTo>
                  <a:lnTo>
                    <a:pt x="202727" y="531773"/>
                  </a:lnTo>
                  <a:lnTo>
                    <a:pt x="202951" y="531910"/>
                  </a:lnTo>
                  <a:lnTo>
                    <a:pt x="203163" y="531919"/>
                  </a:lnTo>
                  <a:lnTo>
                    <a:pt x="203798" y="531883"/>
                  </a:lnTo>
                  <a:lnTo>
                    <a:pt x="204009" y="531959"/>
                  </a:lnTo>
                  <a:lnTo>
                    <a:pt x="203906" y="532204"/>
                  </a:lnTo>
                  <a:lnTo>
                    <a:pt x="203807" y="532477"/>
                  </a:lnTo>
                  <a:lnTo>
                    <a:pt x="203736" y="532830"/>
                  </a:lnTo>
                  <a:lnTo>
                    <a:pt x="203699" y="533015"/>
                  </a:lnTo>
                  <a:lnTo>
                    <a:pt x="203760" y="533254"/>
                  </a:lnTo>
                  <a:lnTo>
                    <a:pt x="203536" y="534202"/>
                  </a:lnTo>
                  <a:lnTo>
                    <a:pt x="203672" y="534377"/>
                  </a:lnTo>
                  <a:lnTo>
                    <a:pt x="203508" y="534776"/>
                  </a:lnTo>
                  <a:lnTo>
                    <a:pt x="203416" y="535206"/>
                  </a:lnTo>
                  <a:lnTo>
                    <a:pt x="203385" y="535359"/>
                  </a:lnTo>
                  <a:lnTo>
                    <a:pt x="203504" y="535779"/>
                  </a:lnTo>
                  <a:lnTo>
                    <a:pt x="203468" y="536308"/>
                  </a:lnTo>
                  <a:lnTo>
                    <a:pt x="203179" y="536637"/>
                  </a:lnTo>
                  <a:lnTo>
                    <a:pt x="202837" y="537667"/>
                  </a:lnTo>
                  <a:lnTo>
                    <a:pt x="202756" y="537919"/>
                  </a:lnTo>
                  <a:lnTo>
                    <a:pt x="202790" y="538252"/>
                  </a:lnTo>
                  <a:lnTo>
                    <a:pt x="202616" y="539206"/>
                  </a:lnTo>
                  <a:lnTo>
                    <a:pt x="202546" y="539464"/>
                  </a:lnTo>
                  <a:lnTo>
                    <a:pt x="202475" y="539749"/>
                  </a:lnTo>
                  <a:lnTo>
                    <a:pt x="202618" y="540658"/>
                  </a:lnTo>
                  <a:lnTo>
                    <a:pt x="202883" y="541050"/>
                  </a:lnTo>
                  <a:lnTo>
                    <a:pt x="202998" y="541248"/>
                  </a:lnTo>
                  <a:lnTo>
                    <a:pt x="203106" y="541407"/>
                  </a:lnTo>
                  <a:lnTo>
                    <a:pt x="203446" y="541854"/>
                  </a:lnTo>
                  <a:lnTo>
                    <a:pt x="203928" y="542121"/>
                  </a:lnTo>
                  <a:lnTo>
                    <a:pt x="204470" y="541893"/>
                  </a:lnTo>
                  <a:lnTo>
                    <a:pt x="204728" y="541619"/>
                  </a:lnTo>
                  <a:lnTo>
                    <a:pt x="205083" y="541449"/>
                  </a:lnTo>
                  <a:lnTo>
                    <a:pt x="205393" y="541374"/>
                  </a:lnTo>
                  <a:lnTo>
                    <a:pt x="206325" y="541146"/>
                  </a:lnTo>
                  <a:lnTo>
                    <a:pt x="206516" y="540676"/>
                  </a:lnTo>
                  <a:lnTo>
                    <a:pt x="206587" y="540496"/>
                  </a:lnTo>
                  <a:lnTo>
                    <a:pt x="206913" y="540179"/>
                  </a:lnTo>
                  <a:lnTo>
                    <a:pt x="207363" y="540327"/>
                  </a:lnTo>
                  <a:lnTo>
                    <a:pt x="207577" y="540526"/>
                  </a:lnTo>
                  <a:lnTo>
                    <a:pt x="208327" y="540723"/>
                  </a:lnTo>
                  <a:lnTo>
                    <a:pt x="208552" y="540677"/>
                  </a:lnTo>
                  <a:lnTo>
                    <a:pt x="209132" y="540709"/>
                  </a:lnTo>
                  <a:lnTo>
                    <a:pt x="210185" y="541693"/>
                  </a:lnTo>
                  <a:lnTo>
                    <a:pt x="210823" y="541668"/>
                  </a:lnTo>
                  <a:lnTo>
                    <a:pt x="211085" y="541612"/>
                  </a:lnTo>
                  <a:lnTo>
                    <a:pt x="211299" y="541602"/>
                  </a:lnTo>
                  <a:lnTo>
                    <a:pt x="211551" y="541610"/>
                  </a:lnTo>
                  <a:lnTo>
                    <a:pt x="211925" y="541700"/>
                  </a:lnTo>
                  <a:lnTo>
                    <a:pt x="212344" y="541721"/>
                  </a:lnTo>
                  <a:lnTo>
                    <a:pt x="213049" y="541716"/>
                  </a:lnTo>
                  <a:lnTo>
                    <a:pt x="213124" y="541851"/>
                  </a:lnTo>
                  <a:lnTo>
                    <a:pt x="213193" y="541988"/>
                  </a:lnTo>
                  <a:lnTo>
                    <a:pt x="213453" y="542270"/>
                  </a:lnTo>
                  <a:lnTo>
                    <a:pt x="213910" y="542452"/>
                  </a:lnTo>
                  <a:lnTo>
                    <a:pt x="214617" y="542359"/>
                  </a:lnTo>
                  <a:lnTo>
                    <a:pt x="214926" y="542594"/>
                  </a:lnTo>
                  <a:lnTo>
                    <a:pt x="215191" y="543096"/>
                  </a:lnTo>
                  <a:lnTo>
                    <a:pt x="216104" y="543623"/>
                  </a:lnTo>
                  <a:lnTo>
                    <a:pt x="216462" y="543635"/>
                  </a:lnTo>
                  <a:lnTo>
                    <a:pt x="217273" y="543924"/>
                  </a:lnTo>
                  <a:lnTo>
                    <a:pt x="217727" y="544181"/>
                  </a:lnTo>
                  <a:lnTo>
                    <a:pt x="218081" y="544380"/>
                  </a:lnTo>
                  <a:lnTo>
                    <a:pt x="218419" y="544591"/>
                  </a:lnTo>
                  <a:lnTo>
                    <a:pt x="218618" y="544751"/>
                  </a:lnTo>
                  <a:lnTo>
                    <a:pt x="218964" y="545237"/>
                  </a:lnTo>
                  <a:lnTo>
                    <a:pt x="219018" y="545401"/>
                  </a:lnTo>
                  <a:lnTo>
                    <a:pt x="219520" y="545878"/>
                  </a:lnTo>
                  <a:lnTo>
                    <a:pt x="220094" y="545880"/>
                  </a:lnTo>
                  <a:lnTo>
                    <a:pt x="220118" y="546099"/>
                  </a:lnTo>
                  <a:lnTo>
                    <a:pt x="220061" y="546681"/>
                  </a:lnTo>
                  <a:lnTo>
                    <a:pt x="219896" y="546942"/>
                  </a:lnTo>
                  <a:lnTo>
                    <a:pt x="219368" y="547366"/>
                  </a:lnTo>
                  <a:lnTo>
                    <a:pt x="219595" y="547772"/>
                  </a:lnTo>
                  <a:lnTo>
                    <a:pt x="220086" y="548255"/>
                  </a:lnTo>
                  <a:lnTo>
                    <a:pt x="220429" y="548181"/>
                  </a:lnTo>
                  <a:lnTo>
                    <a:pt x="220715" y="548064"/>
                  </a:lnTo>
                  <a:lnTo>
                    <a:pt x="220933" y="548171"/>
                  </a:lnTo>
                  <a:lnTo>
                    <a:pt x="221165" y="548528"/>
                  </a:lnTo>
                  <a:lnTo>
                    <a:pt x="221155" y="548775"/>
                  </a:lnTo>
                  <a:lnTo>
                    <a:pt x="221075" y="549174"/>
                  </a:lnTo>
                  <a:lnTo>
                    <a:pt x="221226" y="550013"/>
                  </a:lnTo>
                  <a:lnTo>
                    <a:pt x="221347" y="550297"/>
                  </a:lnTo>
                  <a:lnTo>
                    <a:pt x="221511" y="550730"/>
                  </a:lnTo>
                  <a:lnTo>
                    <a:pt x="220910" y="551489"/>
                  </a:lnTo>
                  <a:lnTo>
                    <a:pt x="220898" y="551755"/>
                  </a:lnTo>
                  <a:lnTo>
                    <a:pt x="220929" y="552045"/>
                  </a:lnTo>
                  <a:lnTo>
                    <a:pt x="220732" y="552414"/>
                  </a:lnTo>
                  <a:lnTo>
                    <a:pt x="220696" y="552820"/>
                  </a:lnTo>
                  <a:lnTo>
                    <a:pt x="221815" y="553770"/>
                  </a:lnTo>
                  <a:lnTo>
                    <a:pt x="222013" y="554053"/>
                  </a:lnTo>
                  <a:lnTo>
                    <a:pt x="222120" y="554205"/>
                  </a:lnTo>
                  <a:lnTo>
                    <a:pt x="222420" y="554595"/>
                  </a:lnTo>
                  <a:lnTo>
                    <a:pt x="222740" y="554946"/>
                  </a:lnTo>
                  <a:lnTo>
                    <a:pt x="223063" y="554965"/>
                  </a:lnTo>
                  <a:lnTo>
                    <a:pt x="223138" y="555292"/>
                  </a:lnTo>
                  <a:lnTo>
                    <a:pt x="222708" y="555689"/>
                  </a:lnTo>
                  <a:lnTo>
                    <a:pt x="222482" y="555861"/>
                  </a:lnTo>
                  <a:lnTo>
                    <a:pt x="222331" y="555977"/>
                  </a:lnTo>
                  <a:lnTo>
                    <a:pt x="222185" y="556206"/>
                  </a:lnTo>
                  <a:lnTo>
                    <a:pt x="221950" y="556353"/>
                  </a:lnTo>
                  <a:lnTo>
                    <a:pt x="221705" y="556623"/>
                  </a:lnTo>
                  <a:lnTo>
                    <a:pt x="221564" y="556859"/>
                  </a:lnTo>
                  <a:lnTo>
                    <a:pt x="221323" y="557169"/>
                  </a:lnTo>
                  <a:lnTo>
                    <a:pt x="220987" y="557430"/>
                  </a:lnTo>
                  <a:lnTo>
                    <a:pt x="220584" y="557596"/>
                  </a:lnTo>
                  <a:lnTo>
                    <a:pt x="220292" y="557366"/>
                  </a:lnTo>
                  <a:lnTo>
                    <a:pt x="220219" y="556853"/>
                  </a:lnTo>
                  <a:lnTo>
                    <a:pt x="219783" y="556825"/>
                  </a:lnTo>
                  <a:lnTo>
                    <a:pt x="219580" y="556287"/>
                  </a:lnTo>
                  <a:lnTo>
                    <a:pt x="219462" y="556109"/>
                  </a:lnTo>
                  <a:lnTo>
                    <a:pt x="218773" y="556114"/>
                  </a:lnTo>
                  <a:lnTo>
                    <a:pt x="218258" y="556012"/>
                  </a:lnTo>
                  <a:lnTo>
                    <a:pt x="218109" y="555996"/>
                  </a:lnTo>
                  <a:lnTo>
                    <a:pt x="217886" y="555989"/>
                  </a:lnTo>
                  <a:lnTo>
                    <a:pt x="217715" y="556005"/>
                  </a:lnTo>
                  <a:lnTo>
                    <a:pt x="217485" y="556272"/>
                  </a:lnTo>
                  <a:lnTo>
                    <a:pt x="217465" y="556446"/>
                  </a:lnTo>
                  <a:lnTo>
                    <a:pt x="217478" y="556728"/>
                  </a:lnTo>
                  <a:lnTo>
                    <a:pt x="217881" y="557614"/>
                  </a:lnTo>
                  <a:lnTo>
                    <a:pt x="217829" y="557882"/>
                  </a:lnTo>
                  <a:lnTo>
                    <a:pt x="217254" y="557896"/>
                  </a:lnTo>
                  <a:lnTo>
                    <a:pt x="216758" y="558186"/>
                  </a:lnTo>
                  <a:lnTo>
                    <a:pt x="216565" y="558402"/>
                  </a:lnTo>
                  <a:lnTo>
                    <a:pt x="216485" y="558624"/>
                  </a:lnTo>
                  <a:lnTo>
                    <a:pt x="216370" y="558968"/>
                  </a:lnTo>
                  <a:lnTo>
                    <a:pt x="216203" y="559229"/>
                  </a:lnTo>
                  <a:lnTo>
                    <a:pt x="215951" y="559218"/>
                  </a:lnTo>
                  <a:lnTo>
                    <a:pt x="215236" y="559509"/>
                  </a:lnTo>
                  <a:lnTo>
                    <a:pt x="215168" y="559845"/>
                  </a:lnTo>
                  <a:lnTo>
                    <a:pt x="215031" y="560101"/>
                  </a:lnTo>
                  <a:lnTo>
                    <a:pt x="214763" y="560138"/>
                  </a:lnTo>
                  <a:lnTo>
                    <a:pt x="214123" y="560080"/>
                  </a:lnTo>
                  <a:lnTo>
                    <a:pt x="213601" y="559765"/>
                  </a:lnTo>
                  <a:lnTo>
                    <a:pt x="213370" y="559681"/>
                  </a:lnTo>
                  <a:lnTo>
                    <a:pt x="212835" y="559690"/>
                  </a:lnTo>
                  <a:lnTo>
                    <a:pt x="212519" y="559533"/>
                  </a:lnTo>
                  <a:lnTo>
                    <a:pt x="212356" y="558928"/>
                  </a:lnTo>
                  <a:lnTo>
                    <a:pt x="212319" y="558745"/>
                  </a:lnTo>
                  <a:lnTo>
                    <a:pt x="211724" y="558404"/>
                  </a:lnTo>
                  <a:lnTo>
                    <a:pt x="211359" y="558601"/>
                  </a:lnTo>
                  <a:lnTo>
                    <a:pt x="211204" y="558710"/>
                  </a:lnTo>
                  <a:lnTo>
                    <a:pt x="210836" y="558584"/>
                  </a:lnTo>
                  <a:lnTo>
                    <a:pt x="210635" y="558285"/>
                  </a:lnTo>
                  <a:lnTo>
                    <a:pt x="210319" y="557897"/>
                  </a:lnTo>
                  <a:lnTo>
                    <a:pt x="209673" y="557654"/>
                  </a:lnTo>
                  <a:lnTo>
                    <a:pt x="209336" y="557709"/>
                  </a:lnTo>
                  <a:lnTo>
                    <a:pt x="208945" y="557556"/>
                  </a:lnTo>
                  <a:lnTo>
                    <a:pt x="208671" y="557461"/>
                  </a:lnTo>
                  <a:lnTo>
                    <a:pt x="208261" y="557549"/>
                  </a:lnTo>
                  <a:lnTo>
                    <a:pt x="207574" y="557615"/>
                  </a:lnTo>
                  <a:lnTo>
                    <a:pt x="207082" y="557934"/>
                  </a:lnTo>
                  <a:lnTo>
                    <a:pt x="207013" y="558065"/>
                  </a:lnTo>
                  <a:lnTo>
                    <a:pt x="206841" y="558180"/>
                  </a:lnTo>
                  <a:lnTo>
                    <a:pt x="206086" y="557969"/>
                  </a:lnTo>
                  <a:lnTo>
                    <a:pt x="205838" y="558046"/>
                  </a:lnTo>
                  <a:lnTo>
                    <a:pt x="205488" y="558336"/>
                  </a:lnTo>
                  <a:lnTo>
                    <a:pt x="205286" y="558520"/>
                  </a:lnTo>
                  <a:lnTo>
                    <a:pt x="204985" y="558342"/>
                  </a:lnTo>
                  <a:lnTo>
                    <a:pt x="204752" y="558284"/>
                  </a:lnTo>
                  <a:lnTo>
                    <a:pt x="204604" y="558290"/>
                  </a:lnTo>
                  <a:lnTo>
                    <a:pt x="204243" y="558253"/>
                  </a:lnTo>
                  <a:lnTo>
                    <a:pt x="203765" y="558137"/>
                  </a:lnTo>
                  <a:lnTo>
                    <a:pt x="203472" y="558155"/>
                  </a:lnTo>
                  <a:lnTo>
                    <a:pt x="203291" y="558181"/>
                  </a:lnTo>
                  <a:lnTo>
                    <a:pt x="202938" y="557928"/>
                  </a:lnTo>
                  <a:lnTo>
                    <a:pt x="202402" y="557825"/>
                  </a:lnTo>
                  <a:lnTo>
                    <a:pt x="202120" y="557910"/>
                  </a:lnTo>
                  <a:lnTo>
                    <a:pt x="201450" y="557532"/>
                  </a:lnTo>
                  <a:lnTo>
                    <a:pt x="200449" y="556824"/>
                  </a:lnTo>
                  <a:lnTo>
                    <a:pt x="200242" y="556960"/>
                  </a:lnTo>
                  <a:lnTo>
                    <a:pt x="199939" y="556892"/>
                  </a:lnTo>
                  <a:lnTo>
                    <a:pt x="199648" y="556833"/>
                  </a:lnTo>
                  <a:lnTo>
                    <a:pt x="199321" y="556885"/>
                  </a:lnTo>
                  <a:lnTo>
                    <a:pt x="199089" y="557291"/>
                  </a:lnTo>
                  <a:lnTo>
                    <a:pt x="198848" y="557319"/>
                  </a:lnTo>
                  <a:lnTo>
                    <a:pt x="198594" y="557235"/>
                  </a:lnTo>
                  <a:lnTo>
                    <a:pt x="198199" y="557032"/>
                  </a:lnTo>
                  <a:lnTo>
                    <a:pt x="197883" y="557074"/>
                  </a:lnTo>
                  <a:lnTo>
                    <a:pt x="197614" y="557160"/>
                  </a:lnTo>
                  <a:lnTo>
                    <a:pt x="196823" y="557137"/>
                  </a:lnTo>
                  <a:lnTo>
                    <a:pt x="196391" y="557194"/>
                  </a:lnTo>
                  <a:lnTo>
                    <a:pt x="196230" y="557214"/>
                  </a:lnTo>
                  <a:lnTo>
                    <a:pt x="195702" y="557184"/>
                  </a:lnTo>
                  <a:lnTo>
                    <a:pt x="195452" y="557500"/>
                  </a:lnTo>
                  <a:lnTo>
                    <a:pt x="195690" y="558445"/>
                  </a:lnTo>
                  <a:lnTo>
                    <a:pt x="195587" y="558654"/>
                  </a:lnTo>
                  <a:lnTo>
                    <a:pt x="195354" y="558822"/>
                  </a:lnTo>
                  <a:lnTo>
                    <a:pt x="195352" y="559256"/>
                  </a:lnTo>
                  <a:lnTo>
                    <a:pt x="195848" y="559330"/>
                  </a:lnTo>
                  <a:lnTo>
                    <a:pt x="196210" y="559560"/>
                  </a:lnTo>
                  <a:lnTo>
                    <a:pt x="196334" y="559839"/>
                  </a:lnTo>
                  <a:lnTo>
                    <a:pt x="196334" y="560394"/>
                  </a:lnTo>
                  <a:lnTo>
                    <a:pt x="196014" y="560722"/>
                  </a:lnTo>
                  <a:lnTo>
                    <a:pt x="195587" y="560740"/>
                  </a:lnTo>
                  <a:lnTo>
                    <a:pt x="195266" y="561378"/>
                  </a:lnTo>
                  <a:lnTo>
                    <a:pt x="195044" y="561333"/>
                  </a:lnTo>
                  <a:lnTo>
                    <a:pt x="194646" y="561257"/>
                  </a:lnTo>
                  <a:lnTo>
                    <a:pt x="193892" y="561603"/>
                  </a:lnTo>
                  <a:lnTo>
                    <a:pt x="193592" y="561797"/>
                  </a:lnTo>
                  <a:lnTo>
                    <a:pt x="193507" y="562127"/>
                  </a:lnTo>
                  <a:lnTo>
                    <a:pt x="193259" y="562622"/>
                  </a:lnTo>
                  <a:lnTo>
                    <a:pt x="193187" y="563066"/>
                  </a:lnTo>
                  <a:lnTo>
                    <a:pt x="193053" y="563353"/>
                  </a:lnTo>
                  <a:lnTo>
                    <a:pt x="192805" y="563462"/>
                  </a:lnTo>
                  <a:lnTo>
                    <a:pt x="192186" y="563462"/>
                  </a:lnTo>
                  <a:lnTo>
                    <a:pt x="192299" y="563900"/>
                  </a:lnTo>
                  <a:lnTo>
                    <a:pt x="192114" y="564254"/>
                  </a:lnTo>
                  <a:lnTo>
                    <a:pt x="192041" y="564419"/>
                  </a:lnTo>
                  <a:lnTo>
                    <a:pt x="192037" y="564649"/>
                  </a:lnTo>
                  <a:lnTo>
                    <a:pt x="192015" y="565025"/>
                  </a:lnTo>
                  <a:lnTo>
                    <a:pt x="191900" y="565229"/>
                  </a:lnTo>
                  <a:lnTo>
                    <a:pt x="191565" y="565589"/>
                  </a:lnTo>
                  <a:lnTo>
                    <a:pt x="191072" y="565946"/>
                  </a:lnTo>
                  <a:lnTo>
                    <a:pt x="190987" y="566108"/>
                  </a:lnTo>
                  <a:lnTo>
                    <a:pt x="190918" y="566384"/>
                  </a:lnTo>
                  <a:lnTo>
                    <a:pt x="191089" y="566954"/>
                  </a:lnTo>
                  <a:lnTo>
                    <a:pt x="191223" y="567287"/>
                  </a:lnTo>
                  <a:lnTo>
                    <a:pt x="191230" y="567667"/>
                  </a:lnTo>
                  <a:lnTo>
                    <a:pt x="190858" y="568007"/>
                  </a:lnTo>
                  <a:lnTo>
                    <a:pt x="190624" y="567950"/>
                  </a:lnTo>
                  <a:lnTo>
                    <a:pt x="190330" y="568054"/>
                  </a:lnTo>
                  <a:lnTo>
                    <a:pt x="189790" y="568282"/>
                  </a:lnTo>
                  <a:lnTo>
                    <a:pt x="189759" y="568554"/>
                  </a:lnTo>
                  <a:lnTo>
                    <a:pt x="189935" y="569301"/>
                  </a:lnTo>
                  <a:lnTo>
                    <a:pt x="190064" y="569623"/>
                  </a:lnTo>
                  <a:lnTo>
                    <a:pt x="190186" y="569946"/>
                  </a:lnTo>
                  <a:lnTo>
                    <a:pt x="190206" y="570425"/>
                  </a:lnTo>
                  <a:lnTo>
                    <a:pt x="190563" y="571367"/>
                  </a:lnTo>
                  <a:lnTo>
                    <a:pt x="190294" y="571754"/>
                  </a:lnTo>
                  <a:lnTo>
                    <a:pt x="190135" y="572057"/>
                  </a:lnTo>
                  <a:lnTo>
                    <a:pt x="189976" y="572360"/>
                  </a:lnTo>
                  <a:lnTo>
                    <a:pt x="189716" y="572878"/>
                  </a:lnTo>
                  <a:lnTo>
                    <a:pt x="189558" y="573134"/>
                  </a:lnTo>
                  <a:lnTo>
                    <a:pt x="189479" y="573289"/>
                  </a:lnTo>
                  <a:lnTo>
                    <a:pt x="189361" y="573565"/>
                  </a:lnTo>
                  <a:lnTo>
                    <a:pt x="189335" y="573821"/>
                  </a:lnTo>
                  <a:lnTo>
                    <a:pt x="189826" y="574086"/>
                  </a:lnTo>
                  <a:lnTo>
                    <a:pt x="190521" y="574057"/>
                  </a:lnTo>
                  <a:lnTo>
                    <a:pt x="190499" y="574637"/>
                  </a:lnTo>
                  <a:lnTo>
                    <a:pt x="190721" y="574934"/>
                  </a:lnTo>
                  <a:lnTo>
                    <a:pt x="190891" y="574998"/>
                  </a:lnTo>
                  <a:lnTo>
                    <a:pt x="191215" y="575145"/>
                  </a:lnTo>
                  <a:lnTo>
                    <a:pt x="191450" y="575613"/>
                  </a:lnTo>
                  <a:lnTo>
                    <a:pt x="191547" y="575887"/>
                  </a:lnTo>
                  <a:lnTo>
                    <a:pt x="191583" y="576243"/>
                  </a:lnTo>
                  <a:lnTo>
                    <a:pt x="191925" y="576682"/>
                  </a:lnTo>
                  <a:lnTo>
                    <a:pt x="192064" y="576791"/>
                  </a:lnTo>
                  <a:lnTo>
                    <a:pt x="192348" y="577071"/>
                  </a:lnTo>
                  <a:lnTo>
                    <a:pt x="192449" y="577311"/>
                  </a:lnTo>
                  <a:lnTo>
                    <a:pt x="192554" y="577511"/>
                  </a:lnTo>
                  <a:lnTo>
                    <a:pt x="193153" y="577563"/>
                  </a:lnTo>
                  <a:lnTo>
                    <a:pt x="193970" y="577824"/>
                  </a:lnTo>
                  <a:lnTo>
                    <a:pt x="194455" y="577955"/>
                  </a:lnTo>
                  <a:lnTo>
                    <a:pt x="194669" y="578183"/>
                  </a:lnTo>
                  <a:lnTo>
                    <a:pt x="194866" y="578394"/>
                  </a:lnTo>
                  <a:lnTo>
                    <a:pt x="194536" y="578739"/>
                  </a:lnTo>
                  <a:lnTo>
                    <a:pt x="194464" y="578950"/>
                  </a:lnTo>
                  <a:lnTo>
                    <a:pt x="194292" y="579664"/>
                  </a:lnTo>
                  <a:lnTo>
                    <a:pt x="194055" y="580027"/>
                  </a:lnTo>
                  <a:lnTo>
                    <a:pt x="194035" y="580215"/>
                  </a:lnTo>
                  <a:lnTo>
                    <a:pt x="193983" y="580879"/>
                  </a:lnTo>
                  <a:lnTo>
                    <a:pt x="194078" y="581294"/>
                  </a:lnTo>
                  <a:lnTo>
                    <a:pt x="194154" y="581579"/>
                  </a:lnTo>
                  <a:lnTo>
                    <a:pt x="194140" y="582172"/>
                  </a:lnTo>
                  <a:lnTo>
                    <a:pt x="194602" y="582589"/>
                  </a:lnTo>
                  <a:lnTo>
                    <a:pt x="194896" y="582843"/>
                  </a:lnTo>
                  <a:lnTo>
                    <a:pt x="195062" y="582972"/>
                  </a:lnTo>
                  <a:lnTo>
                    <a:pt x="195281" y="583241"/>
                  </a:lnTo>
                  <a:lnTo>
                    <a:pt x="195420" y="583576"/>
                  </a:lnTo>
                  <a:lnTo>
                    <a:pt x="195493" y="583751"/>
                  </a:lnTo>
                  <a:lnTo>
                    <a:pt x="195552" y="584011"/>
                  </a:lnTo>
                  <a:lnTo>
                    <a:pt x="195094" y="584304"/>
                  </a:lnTo>
                  <a:lnTo>
                    <a:pt x="195185" y="584884"/>
                  </a:lnTo>
                  <a:lnTo>
                    <a:pt x="195220" y="585205"/>
                  </a:lnTo>
                  <a:lnTo>
                    <a:pt x="194568" y="585624"/>
                  </a:lnTo>
                  <a:lnTo>
                    <a:pt x="194496" y="585766"/>
                  </a:lnTo>
                  <a:lnTo>
                    <a:pt x="194385" y="585994"/>
                  </a:lnTo>
                  <a:lnTo>
                    <a:pt x="194046" y="586686"/>
                  </a:lnTo>
                  <a:lnTo>
                    <a:pt x="194079" y="586974"/>
                  </a:lnTo>
                  <a:lnTo>
                    <a:pt x="194159" y="587152"/>
                  </a:lnTo>
                  <a:lnTo>
                    <a:pt x="193880" y="587878"/>
                  </a:lnTo>
                  <a:lnTo>
                    <a:pt x="193981" y="588162"/>
                  </a:lnTo>
                  <a:lnTo>
                    <a:pt x="194056" y="588817"/>
                  </a:lnTo>
                  <a:lnTo>
                    <a:pt x="194018" y="589179"/>
                  </a:lnTo>
                  <a:lnTo>
                    <a:pt x="194207" y="589426"/>
                  </a:lnTo>
                  <a:lnTo>
                    <a:pt x="194567" y="589862"/>
                  </a:lnTo>
                  <a:lnTo>
                    <a:pt x="194756" y="590008"/>
                  </a:lnTo>
                  <a:lnTo>
                    <a:pt x="194930" y="590049"/>
                  </a:lnTo>
                  <a:lnTo>
                    <a:pt x="195114" y="590145"/>
                  </a:lnTo>
                  <a:lnTo>
                    <a:pt x="195431" y="590414"/>
                  </a:lnTo>
                  <a:lnTo>
                    <a:pt x="195646" y="591213"/>
                  </a:lnTo>
                  <a:lnTo>
                    <a:pt x="195802" y="591402"/>
                  </a:lnTo>
                  <a:lnTo>
                    <a:pt x="195880" y="591565"/>
                  </a:lnTo>
                  <a:lnTo>
                    <a:pt x="195865" y="591712"/>
                  </a:lnTo>
                  <a:lnTo>
                    <a:pt x="195840" y="592077"/>
                  </a:lnTo>
                  <a:lnTo>
                    <a:pt x="195705" y="592886"/>
                  </a:lnTo>
                  <a:lnTo>
                    <a:pt x="195267" y="593521"/>
                  </a:lnTo>
                  <a:lnTo>
                    <a:pt x="194369" y="593676"/>
                  </a:lnTo>
                  <a:lnTo>
                    <a:pt x="194116" y="593951"/>
                  </a:lnTo>
                  <a:lnTo>
                    <a:pt x="194059" y="594449"/>
                  </a:lnTo>
                  <a:lnTo>
                    <a:pt x="193741" y="595049"/>
                  </a:lnTo>
                  <a:lnTo>
                    <a:pt x="194137" y="595388"/>
                  </a:lnTo>
                  <a:lnTo>
                    <a:pt x="194320" y="595523"/>
                  </a:lnTo>
                  <a:lnTo>
                    <a:pt x="194698" y="595627"/>
                  </a:lnTo>
                  <a:lnTo>
                    <a:pt x="194962" y="595600"/>
                  </a:lnTo>
                  <a:lnTo>
                    <a:pt x="195056" y="595887"/>
                  </a:lnTo>
                  <a:lnTo>
                    <a:pt x="195318" y="596497"/>
                  </a:lnTo>
                  <a:lnTo>
                    <a:pt x="195174" y="597107"/>
                  </a:lnTo>
                  <a:lnTo>
                    <a:pt x="195715" y="597875"/>
                  </a:lnTo>
                  <a:lnTo>
                    <a:pt x="195739" y="598351"/>
                  </a:lnTo>
                  <a:lnTo>
                    <a:pt x="195840" y="598524"/>
                  </a:lnTo>
                  <a:lnTo>
                    <a:pt x="196357" y="599166"/>
                  </a:lnTo>
                  <a:lnTo>
                    <a:pt x="196397" y="599513"/>
                  </a:lnTo>
                  <a:lnTo>
                    <a:pt x="196326" y="599736"/>
                  </a:lnTo>
                  <a:lnTo>
                    <a:pt x="195839" y="599984"/>
                  </a:lnTo>
                  <a:lnTo>
                    <a:pt x="195382" y="599791"/>
                  </a:lnTo>
                  <a:lnTo>
                    <a:pt x="195123" y="599765"/>
                  </a:lnTo>
                  <a:lnTo>
                    <a:pt x="194749" y="599986"/>
                  </a:lnTo>
                  <a:lnTo>
                    <a:pt x="194640" y="600509"/>
                  </a:lnTo>
                  <a:lnTo>
                    <a:pt x="194317" y="600916"/>
                  </a:lnTo>
                  <a:lnTo>
                    <a:pt x="194213" y="601607"/>
                  </a:lnTo>
                  <a:lnTo>
                    <a:pt x="194111" y="602508"/>
                  </a:lnTo>
                  <a:lnTo>
                    <a:pt x="194452" y="602783"/>
                  </a:lnTo>
                  <a:lnTo>
                    <a:pt x="194080" y="603619"/>
                  </a:lnTo>
                  <a:lnTo>
                    <a:pt x="193459" y="603895"/>
                  </a:lnTo>
                  <a:lnTo>
                    <a:pt x="193276" y="603942"/>
                  </a:lnTo>
                  <a:lnTo>
                    <a:pt x="192850" y="604024"/>
                  </a:lnTo>
                  <a:lnTo>
                    <a:pt x="192310" y="604051"/>
                  </a:lnTo>
                  <a:lnTo>
                    <a:pt x="192009" y="603821"/>
                  </a:lnTo>
                  <a:lnTo>
                    <a:pt x="191465" y="604082"/>
                  </a:lnTo>
                  <a:lnTo>
                    <a:pt x="190933" y="604113"/>
                  </a:lnTo>
                  <a:lnTo>
                    <a:pt x="190374" y="604377"/>
                  </a:lnTo>
                  <a:lnTo>
                    <a:pt x="189577" y="604365"/>
                  </a:lnTo>
                  <a:lnTo>
                    <a:pt x="189358" y="604285"/>
                  </a:lnTo>
                  <a:lnTo>
                    <a:pt x="189094" y="604301"/>
                  </a:lnTo>
                  <a:lnTo>
                    <a:pt x="188555" y="604461"/>
                  </a:lnTo>
                  <a:lnTo>
                    <a:pt x="188341" y="604574"/>
                  </a:lnTo>
                  <a:lnTo>
                    <a:pt x="188002" y="604663"/>
                  </a:lnTo>
                  <a:lnTo>
                    <a:pt x="187611" y="604217"/>
                  </a:lnTo>
                  <a:lnTo>
                    <a:pt x="187373" y="604143"/>
                  </a:lnTo>
                  <a:lnTo>
                    <a:pt x="186952" y="604242"/>
                  </a:lnTo>
                  <a:lnTo>
                    <a:pt x="186726" y="604272"/>
                  </a:lnTo>
                  <a:lnTo>
                    <a:pt x="185936" y="604303"/>
                  </a:lnTo>
                  <a:lnTo>
                    <a:pt x="185627" y="604941"/>
                  </a:lnTo>
                  <a:lnTo>
                    <a:pt x="185349" y="604985"/>
                  </a:lnTo>
                  <a:lnTo>
                    <a:pt x="184773" y="604994"/>
                  </a:lnTo>
                  <a:lnTo>
                    <a:pt x="184623" y="605071"/>
                  </a:lnTo>
                  <a:lnTo>
                    <a:pt x="184465" y="605157"/>
                  </a:lnTo>
                  <a:lnTo>
                    <a:pt x="184249" y="605158"/>
                  </a:lnTo>
                  <a:lnTo>
                    <a:pt x="183917" y="605106"/>
                  </a:lnTo>
                  <a:lnTo>
                    <a:pt x="183641" y="605053"/>
                  </a:lnTo>
                  <a:lnTo>
                    <a:pt x="183250" y="604959"/>
                  </a:lnTo>
                  <a:lnTo>
                    <a:pt x="182817" y="604973"/>
                  </a:lnTo>
                  <a:lnTo>
                    <a:pt x="181904" y="604964"/>
                  </a:lnTo>
                  <a:lnTo>
                    <a:pt x="181276" y="604923"/>
                  </a:lnTo>
                  <a:lnTo>
                    <a:pt x="181100" y="604889"/>
                  </a:lnTo>
                  <a:lnTo>
                    <a:pt x="180587" y="604868"/>
                  </a:lnTo>
                  <a:lnTo>
                    <a:pt x="180432" y="604871"/>
                  </a:lnTo>
                  <a:lnTo>
                    <a:pt x="179959" y="604736"/>
                  </a:lnTo>
                  <a:lnTo>
                    <a:pt x="179784" y="604643"/>
                  </a:lnTo>
                  <a:lnTo>
                    <a:pt x="179312" y="604424"/>
                  </a:lnTo>
                  <a:lnTo>
                    <a:pt x="179263" y="604075"/>
                  </a:lnTo>
                  <a:lnTo>
                    <a:pt x="179276" y="603862"/>
                  </a:lnTo>
                  <a:lnTo>
                    <a:pt x="179474" y="603320"/>
                  </a:lnTo>
                  <a:lnTo>
                    <a:pt x="179436" y="603183"/>
                  </a:lnTo>
                  <a:lnTo>
                    <a:pt x="179137" y="602886"/>
                  </a:lnTo>
                  <a:lnTo>
                    <a:pt x="178659" y="602293"/>
                  </a:lnTo>
                  <a:lnTo>
                    <a:pt x="178397" y="602270"/>
                  </a:lnTo>
                  <a:lnTo>
                    <a:pt x="178078" y="602017"/>
                  </a:lnTo>
                  <a:lnTo>
                    <a:pt x="178500" y="601554"/>
                  </a:lnTo>
                  <a:lnTo>
                    <a:pt x="178787" y="601428"/>
                  </a:lnTo>
                  <a:lnTo>
                    <a:pt x="179284" y="601130"/>
                  </a:lnTo>
                  <a:lnTo>
                    <a:pt x="179094" y="600855"/>
                  </a:lnTo>
                  <a:lnTo>
                    <a:pt x="179044" y="600519"/>
                  </a:lnTo>
                  <a:lnTo>
                    <a:pt x="179098" y="600263"/>
                  </a:lnTo>
                  <a:lnTo>
                    <a:pt x="179090" y="600037"/>
                  </a:lnTo>
                  <a:lnTo>
                    <a:pt x="178688" y="599938"/>
                  </a:lnTo>
                  <a:lnTo>
                    <a:pt x="178269" y="599826"/>
                  </a:lnTo>
                  <a:lnTo>
                    <a:pt x="177873" y="599606"/>
                  </a:lnTo>
                  <a:lnTo>
                    <a:pt x="177616" y="599452"/>
                  </a:lnTo>
                  <a:lnTo>
                    <a:pt x="177318" y="599482"/>
                  </a:lnTo>
                  <a:lnTo>
                    <a:pt x="176831" y="599337"/>
                  </a:lnTo>
                  <a:lnTo>
                    <a:pt x="176331" y="599129"/>
                  </a:lnTo>
                  <a:lnTo>
                    <a:pt x="175754" y="599079"/>
                  </a:lnTo>
                  <a:lnTo>
                    <a:pt x="175210" y="598986"/>
                  </a:lnTo>
                  <a:lnTo>
                    <a:pt x="175120" y="598643"/>
                  </a:lnTo>
                  <a:lnTo>
                    <a:pt x="175212" y="598427"/>
                  </a:lnTo>
                  <a:lnTo>
                    <a:pt x="175488" y="597621"/>
                  </a:lnTo>
                  <a:lnTo>
                    <a:pt x="175072" y="597129"/>
                  </a:lnTo>
                  <a:lnTo>
                    <a:pt x="174585" y="596671"/>
                  </a:lnTo>
                  <a:lnTo>
                    <a:pt x="174189" y="596268"/>
                  </a:lnTo>
                  <a:lnTo>
                    <a:pt x="173930" y="595948"/>
                  </a:lnTo>
                  <a:lnTo>
                    <a:pt x="173684" y="595804"/>
                  </a:lnTo>
                  <a:lnTo>
                    <a:pt x="173151" y="595568"/>
                  </a:lnTo>
                  <a:lnTo>
                    <a:pt x="172505" y="595241"/>
                  </a:lnTo>
                  <a:lnTo>
                    <a:pt x="171793" y="594992"/>
                  </a:lnTo>
                  <a:lnTo>
                    <a:pt x="171533" y="594458"/>
                  </a:lnTo>
                  <a:lnTo>
                    <a:pt x="171133" y="594080"/>
                  </a:lnTo>
                  <a:lnTo>
                    <a:pt x="170825" y="593882"/>
                  </a:lnTo>
                  <a:lnTo>
                    <a:pt x="170537" y="593693"/>
                  </a:lnTo>
                  <a:lnTo>
                    <a:pt x="170207" y="593250"/>
                  </a:lnTo>
                  <a:lnTo>
                    <a:pt x="169547" y="592662"/>
                  </a:lnTo>
                  <a:lnTo>
                    <a:pt x="168866" y="592411"/>
                  </a:lnTo>
                  <a:lnTo>
                    <a:pt x="168710" y="592289"/>
                  </a:lnTo>
                  <a:lnTo>
                    <a:pt x="168236" y="591673"/>
                  </a:lnTo>
                  <a:lnTo>
                    <a:pt x="167874" y="591388"/>
                  </a:lnTo>
                  <a:lnTo>
                    <a:pt x="167534" y="591456"/>
                  </a:lnTo>
                  <a:lnTo>
                    <a:pt x="167053" y="591246"/>
                  </a:lnTo>
                  <a:lnTo>
                    <a:pt x="166572" y="590837"/>
                  </a:lnTo>
                  <a:lnTo>
                    <a:pt x="166238" y="590823"/>
                  </a:lnTo>
                  <a:lnTo>
                    <a:pt x="166006" y="590693"/>
                  </a:lnTo>
                  <a:lnTo>
                    <a:pt x="165572" y="590360"/>
                  </a:lnTo>
                  <a:lnTo>
                    <a:pt x="165257" y="590266"/>
                  </a:lnTo>
                  <a:lnTo>
                    <a:pt x="164248" y="590272"/>
                  </a:lnTo>
                  <a:lnTo>
                    <a:pt x="163928" y="590404"/>
                  </a:lnTo>
                  <a:lnTo>
                    <a:pt x="163705" y="590252"/>
                  </a:lnTo>
                  <a:lnTo>
                    <a:pt x="163579" y="590104"/>
                  </a:lnTo>
                  <a:lnTo>
                    <a:pt x="162975" y="589861"/>
                  </a:lnTo>
                  <a:lnTo>
                    <a:pt x="162741" y="589923"/>
                  </a:lnTo>
                  <a:lnTo>
                    <a:pt x="162592" y="589938"/>
                  </a:lnTo>
                  <a:lnTo>
                    <a:pt x="162156" y="589902"/>
                  </a:lnTo>
                  <a:lnTo>
                    <a:pt x="161389" y="590050"/>
                  </a:lnTo>
                  <a:lnTo>
                    <a:pt x="161106" y="589898"/>
                  </a:lnTo>
                  <a:lnTo>
                    <a:pt x="160897" y="589753"/>
                  </a:lnTo>
                  <a:lnTo>
                    <a:pt x="159855" y="589125"/>
                  </a:lnTo>
                  <a:lnTo>
                    <a:pt x="159528" y="588705"/>
                  </a:lnTo>
                  <a:lnTo>
                    <a:pt x="159208" y="588282"/>
                  </a:lnTo>
                  <a:lnTo>
                    <a:pt x="158769" y="587557"/>
                  </a:lnTo>
                  <a:lnTo>
                    <a:pt x="158534" y="587378"/>
                  </a:lnTo>
                  <a:lnTo>
                    <a:pt x="157945" y="587119"/>
                  </a:lnTo>
                  <a:lnTo>
                    <a:pt x="157693" y="587020"/>
                  </a:lnTo>
                  <a:lnTo>
                    <a:pt x="157477" y="586914"/>
                  </a:lnTo>
                  <a:lnTo>
                    <a:pt x="157279" y="586826"/>
                  </a:lnTo>
                  <a:lnTo>
                    <a:pt x="156808" y="586877"/>
                  </a:lnTo>
                  <a:lnTo>
                    <a:pt x="156588" y="586825"/>
                  </a:lnTo>
                  <a:lnTo>
                    <a:pt x="156037" y="586681"/>
                  </a:lnTo>
                  <a:lnTo>
                    <a:pt x="155409" y="586285"/>
                  </a:lnTo>
                  <a:lnTo>
                    <a:pt x="155073" y="585778"/>
                  </a:lnTo>
                  <a:lnTo>
                    <a:pt x="154722" y="585597"/>
                  </a:lnTo>
                  <a:lnTo>
                    <a:pt x="154460" y="585504"/>
                  </a:lnTo>
                  <a:lnTo>
                    <a:pt x="154335" y="585299"/>
                  </a:lnTo>
                  <a:lnTo>
                    <a:pt x="154313" y="584858"/>
                  </a:lnTo>
                  <a:lnTo>
                    <a:pt x="154364" y="584619"/>
                  </a:lnTo>
                  <a:lnTo>
                    <a:pt x="153968" y="583801"/>
                  </a:lnTo>
                  <a:lnTo>
                    <a:pt x="153721" y="583641"/>
                  </a:lnTo>
                  <a:lnTo>
                    <a:pt x="153056" y="583583"/>
                  </a:lnTo>
                  <a:lnTo>
                    <a:pt x="152794" y="583642"/>
                  </a:lnTo>
                  <a:lnTo>
                    <a:pt x="152607" y="583684"/>
                  </a:lnTo>
                  <a:lnTo>
                    <a:pt x="152316" y="583629"/>
                  </a:lnTo>
                  <a:lnTo>
                    <a:pt x="151907" y="583625"/>
                  </a:lnTo>
                  <a:lnTo>
                    <a:pt x="151423" y="583765"/>
                  </a:lnTo>
                  <a:lnTo>
                    <a:pt x="150594" y="583735"/>
                  </a:lnTo>
                  <a:lnTo>
                    <a:pt x="150435" y="583469"/>
                  </a:lnTo>
                  <a:lnTo>
                    <a:pt x="150238" y="583190"/>
                  </a:lnTo>
                  <a:lnTo>
                    <a:pt x="150034" y="583125"/>
                  </a:lnTo>
                  <a:lnTo>
                    <a:pt x="149652" y="582793"/>
                  </a:lnTo>
                  <a:lnTo>
                    <a:pt x="149602" y="582598"/>
                  </a:lnTo>
                  <a:lnTo>
                    <a:pt x="149331" y="582299"/>
                  </a:lnTo>
                  <a:lnTo>
                    <a:pt x="149076" y="582256"/>
                  </a:lnTo>
                  <a:lnTo>
                    <a:pt x="148613" y="581981"/>
                  </a:lnTo>
                  <a:lnTo>
                    <a:pt x="148244" y="581582"/>
                  </a:lnTo>
                  <a:lnTo>
                    <a:pt x="147902" y="581256"/>
                  </a:lnTo>
                  <a:lnTo>
                    <a:pt x="147173" y="580925"/>
                  </a:lnTo>
                  <a:lnTo>
                    <a:pt x="146768" y="580603"/>
                  </a:lnTo>
                  <a:lnTo>
                    <a:pt x="146583" y="580226"/>
                  </a:lnTo>
                  <a:lnTo>
                    <a:pt x="146450" y="580032"/>
                  </a:lnTo>
                  <a:lnTo>
                    <a:pt x="146168" y="579965"/>
                  </a:lnTo>
                  <a:lnTo>
                    <a:pt x="145971" y="579956"/>
                  </a:lnTo>
                  <a:lnTo>
                    <a:pt x="145734" y="579951"/>
                  </a:lnTo>
                  <a:lnTo>
                    <a:pt x="145567" y="579897"/>
                  </a:lnTo>
                  <a:lnTo>
                    <a:pt x="145310" y="579773"/>
                  </a:lnTo>
                  <a:lnTo>
                    <a:pt x="145109" y="579707"/>
                  </a:lnTo>
                  <a:lnTo>
                    <a:pt x="144716" y="579800"/>
                  </a:lnTo>
                  <a:lnTo>
                    <a:pt x="144399" y="579671"/>
                  </a:lnTo>
                  <a:lnTo>
                    <a:pt x="144098" y="579274"/>
                  </a:lnTo>
                  <a:lnTo>
                    <a:pt x="143695" y="579032"/>
                  </a:lnTo>
                  <a:lnTo>
                    <a:pt x="143392" y="578856"/>
                  </a:lnTo>
                  <a:lnTo>
                    <a:pt x="142683" y="578040"/>
                  </a:lnTo>
                  <a:lnTo>
                    <a:pt x="143061" y="577551"/>
                  </a:lnTo>
                  <a:lnTo>
                    <a:pt x="142954" y="576921"/>
                  </a:lnTo>
                  <a:lnTo>
                    <a:pt x="142896" y="576776"/>
                  </a:lnTo>
                  <a:lnTo>
                    <a:pt x="142110" y="576106"/>
                  </a:lnTo>
                  <a:lnTo>
                    <a:pt x="141622" y="575709"/>
                  </a:lnTo>
                  <a:lnTo>
                    <a:pt x="141319" y="574853"/>
                  </a:lnTo>
                  <a:lnTo>
                    <a:pt x="140874" y="574957"/>
                  </a:lnTo>
                  <a:lnTo>
                    <a:pt x="140725" y="575112"/>
                  </a:lnTo>
                  <a:lnTo>
                    <a:pt x="140227" y="575228"/>
                  </a:lnTo>
                  <a:lnTo>
                    <a:pt x="139931" y="575280"/>
                  </a:lnTo>
                  <a:lnTo>
                    <a:pt x="139617" y="575234"/>
                  </a:lnTo>
                  <a:lnTo>
                    <a:pt x="139276" y="575134"/>
                  </a:lnTo>
                  <a:lnTo>
                    <a:pt x="138996" y="575189"/>
                  </a:lnTo>
                  <a:lnTo>
                    <a:pt x="138704" y="575290"/>
                  </a:lnTo>
                  <a:lnTo>
                    <a:pt x="138467" y="575567"/>
                  </a:lnTo>
                  <a:lnTo>
                    <a:pt x="138085" y="575508"/>
                  </a:lnTo>
                  <a:lnTo>
                    <a:pt x="137779" y="575281"/>
                  </a:lnTo>
                  <a:lnTo>
                    <a:pt x="137482" y="575157"/>
                  </a:lnTo>
                  <a:lnTo>
                    <a:pt x="136722" y="575516"/>
                  </a:lnTo>
                  <a:lnTo>
                    <a:pt x="136346" y="575625"/>
                  </a:lnTo>
                  <a:lnTo>
                    <a:pt x="136160" y="575679"/>
                  </a:lnTo>
                  <a:lnTo>
                    <a:pt x="135754" y="575662"/>
                  </a:lnTo>
                  <a:lnTo>
                    <a:pt x="135266" y="575647"/>
                  </a:lnTo>
                  <a:lnTo>
                    <a:pt x="134275" y="576789"/>
                  </a:lnTo>
                  <a:lnTo>
                    <a:pt x="133554" y="576792"/>
                  </a:lnTo>
                  <a:lnTo>
                    <a:pt x="133410" y="576793"/>
                  </a:lnTo>
                  <a:lnTo>
                    <a:pt x="132973" y="576509"/>
                  </a:lnTo>
                  <a:lnTo>
                    <a:pt x="132809" y="576317"/>
                  </a:lnTo>
                  <a:lnTo>
                    <a:pt x="132172" y="575814"/>
                  </a:lnTo>
                  <a:lnTo>
                    <a:pt x="131666" y="575646"/>
                  </a:lnTo>
                  <a:lnTo>
                    <a:pt x="130829" y="574867"/>
                  </a:lnTo>
                  <a:lnTo>
                    <a:pt x="130038" y="574630"/>
                  </a:lnTo>
                  <a:lnTo>
                    <a:pt x="129665" y="575017"/>
                  </a:lnTo>
                  <a:lnTo>
                    <a:pt x="129495" y="575233"/>
                  </a:lnTo>
                  <a:lnTo>
                    <a:pt x="129141" y="575475"/>
                  </a:lnTo>
                  <a:lnTo>
                    <a:pt x="128964" y="575327"/>
                  </a:lnTo>
                  <a:lnTo>
                    <a:pt x="128803" y="575629"/>
                  </a:lnTo>
                  <a:lnTo>
                    <a:pt x="128879" y="575797"/>
                  </a:lnTo>
                  <a:lnTo>
                    <a:pt x="128754" y="576166"/>
                  </a:lnTo>
                  <a:lnTo>
                    <a:pt x="128583" y="576331"/>
                  </a:lnTo>
                  <a:lnTo>
                    <a:pt x="128283" y="576492"/>
                  </a:lnTo>
                  <a:lnTo>
                    <a:pt x="127980" y="577169"/>
                  </a:lnTo>
                  <a:lnTo>
                    <a:pt x="127489" y="577451"/>
                  </a:lnTo>
                  <a:lnTo>
                    <a:pt x="127161" y="577351"/>
                  </a:lnTo>
                  <a:lnTo>
                    <a:pt x="127030" y="577054"/>
                  </a:lnTo>
                  <a:lnTo>
                    <a:pt x="126513" y="576731"/>
                  </a:lnTo>
                  <a:lnTo>
                    <a:pt x="126185" y="576501"/>
                  </a:lnTo>
                  <a:lnTo>
                    <a:pt x="125972" y="576460"/>
                  </a:lnTo>
                  <a:lnTo>
                    <a:pt x="125849" y="576820"/>
                  </a:lnTo>
                  <a:lnTo>
                    <a:pt x="125700" y="577310"/>
                  </a:lnTo>
                  <a:lnTo>
                    <a:pt x="125368" y="577569"/>
                  </a:lnTo>
                  <a:lnTo>
                    <a:pt x="124988" y="577597"/>
                  </a:lnTo>
                  <a:lnTo>
                    <a:pt x="124382" y="577372"/>
                  </a:lnTo>
                  <a:lnTo>
                    <a:pt x="124039" y="577309"/>
                  </a:lnTo>
                  <a:lnTo>
                    <a:pt x="123852" y="577281"/>
                  </a:lnTo>
                  <a:lnTo>
                    <a:pt x="123228" y="576868"/>
                  </a:lnTo>
                  <a:lnTo>
                    <a:pt x="122919" y="576787"/>
                  </a:lnTo>
                  <a:lnTo>
                    <a:pt x="122593" y="576911"/>
                  </a:lnTo>
                  <a:lnTo>
                    <a:pt x="121814" y="577257"/>
                  </a:lnTo>
                  <a:lnTo>
                    <a:pt x="121697" y="577436"/>
                  </a:lnTo>
                  <a:lnTo>
                    <a:pt x="121473" y="577552"/>
                  </a:lnTo>
                  <a:lnTo>
                    <a:pt x="120900" y="577727"/>
                  </a:lnTo>
                  <a:lnTo>
                    <a:pt x="120115" y="577476"/>
                  </a:lnTo>
                  <a:lnTo>
                    <a:pt x="119845" y="577867"/>
                  </a:lnTo>
                  <a:lnTo>
                    <a:pt x="119829" y="578256"/>
                  </a:lnTo>
                  <a:lnTo>
                    <a:pt x="119850" y="578605"/>
                  </a:lnTo>
                  <a:lnTo>
                    <a:pt x="119625" y="578816"/>
                  </a:lnTo>
                  <a:lnTo>
                    <a:pt x="119530" y="579026"/>
                  </a:lnTo>
                  <a:lnTo>
                    <a:pt x="119660" y="579516"/>
                  </a:lnTo>
                  <a:lnTo>
                    <a:pt x="119873" y="579653"/>
                  </a:lnTo>
                  <a:lnTo>
                    <a:pt x="119889" y="579929"/>
                  </a:lnTo>
                  <a:lnTo>
                    <a:pt x="119554" y="580076"/>
                  </a:lnTo>
                  <a:lnTo>
                    <a:pt x="119046" y="580412"/>
                  </a:lnTo>
                  <a:lnTo>
                    <a:pt x="118807" y="581026"/>
                  </a:lnTo>
                  <a:lnTo>
                    <a:pt x="118337" y="581385"/>
                  </a:lnTo>
                  <a:lnTo>
                    <a:pt x="117840" y="581438"/>
                  </a:lnTo>
                  <a:lnTo>
                    <a:pt x="117427" y="581218"/>
                  </a:lnTo>
                  <a:lnTo>
                    <a:pt x="117210" y="580932"/>
                  </a:lnTo>
                  <a:lnTo>
                    <a:pt x="116762" y="580572"/>
                  </a:lnTo>
                  <a:lnTo>
                    <a:pt x="116477" y="580298"/>
                  </a:lnTo>
                  <a:lnTo>
                    <a:pt x="115734" y="579500"/>
                  </a:lnTo>
                  <a:lnTo>
                    <a:pt x="115496" y="579218"/>
                  </a:lnTo>
                  <a:lnTo>
                    <a:pt x="115320" y="579011"/>
                  </a:lnTo>
                  <a:lnTo>
                    <a:pt x="115231" y="578855"/>
                  </a:lnTo>
                  <a:lnTo>
                    <a:pt x="114820" y="578670"/>
                  </a:lnTo>
                  <a:lnTo>
                    <a:pt x="114576" y="578545"/>
                  </a:lnTo>
                  <a:lnTo>
                    <a:pt x="114185" y="578069"/>
                  </a:lnTo>
                  <a:lnTo>
                    <a:pt x="113459" y="577876"/>
                  </a:lnTo>
                  <a:lnTo>
                    <a:pt x="113357" y="578010"/>
                  </a:lnTo>
                  <a:lnTo>
                    <a:pt x="112893" y="578452"/>
                  </a:lnTo>
                  <a:lnTo>
                    <a:pt x="111781" y="577838"/>
                  </a:lnTo>
                  <a:lnTo>
                    <a:pt x="111148" y="577291"/>
                  </a:lnTo>
                  <a:lnTo>
                    <a:pt x="110865" y="577334"/>
                  </a:lnTo>
                  <a:lnTo>
                    <a:pt x="110606" y="577046"/>
                  </a:lnTo>
                  <a:lnTo>
                    <a:pt x="110471" y="576825"/>
                  </a:lnTo>
                  <a:lnTo>
                    <a:pt x="110071" y="576437"/>
                  </a:lnTo>
                  <a:lnTo>
                    <a:pt x="109725" y="575872"/>
                  </a:lnTo>
                  <a:lnTo>
                    <a:pt x="109709" y="575674"/>
                  </a:lnTo>
                  <a:lnTo>
                    <a:pt x="109629" y="575434"/>
                  </a:lnTo>
                  <a:lnTo>
                    <a:pt x="109457" y="574967"/>
                  </a:lnTo>
                  <a:lnTo>
                    <a:pt x="109260" y="574826"/>
                  </a:lnTo>
                  <a:lnTo>
                    <a:pt x="109047" y="574635"/>
                  </a:lnTo>
                  <a:lnTo>
                    <a:pt x="108739" y="574331"/>
                  </a:lnTo>
                  <a:lnTo>
                    <a:pt x="108581" y="574062"/>
                  </a:lnTo>
                  <a:lnTo>
                    <a:pt x="108378" y="573557"/>
                  </a:lnTo>
                  <a:lnTo>
                    <a:pt x="108222" y="573123"/>
                  </a:lnTo>
                  <a:lnTo>
                    <a:pt x="107663" y="572401"/>
                  </a:lnTo>
                  <a:lnTo>
                    <a:pt x="107458" y="572111"/>
                  </a:lnTo>
                  <a:lnTo>
                    <a:pt x="107361" y="571923"/>
                  </a:lnTo>
                  <a:lnTo>
                    <a:pt x="107247" y="571701"/>
                  </a:lnTo>
                  <a:lnTo>
                    <a:pt x="106904" y="571166"/>
                  </a:lnTo>
                  <a:lnTo>
                    <a:pt x="106503" y="571280"/>
                  </a:lnTo>
                  <a:lnTo>
                    <a:pt x="106331" y="571389"/>
                  </a:lnTo>
                  <a:lnTo>
                    <a:pt x="106153" y="571438"/>
                  </a:lnTo>
                  <a:lnTo>
                    <a:pt x="105846" y="571523"/>
                  </a:lnTo>
                  <a:lnTo>
                    <a:pt x="105621" y="571577"/>
                  </a:lnTo>
                  <a:lnTo>
                    <a:pt x="105219" y="571660"/>
                  </a:lnTo>
                  <a:lnTo>
                    <a:pt x="104972" y="571536"/>
                  </a:lnTo>
                  <a:lnTo>
                    <a:pt x="104767" y="571368"/>
                  </a:lnTo>
                  <a:lnTo>
                    <a:pt x="104457" y="570763"/>
                  </a:lnTo>
                  <a:lnTo>
                    <a:pt x="104255" y="570143"/>
                  </a:lnTo>
                  <a:lnTo>
                    <a:pt x="104264" y="569517"/>
                  </a:lnTo>
                  <a:lnTo>
                    <a:pt x="104214" y="569259"/>
                  </a:lnTo>
                  <a:lnTo>
                    <a:pt x="104115" y="568907"/>
                  </a:lnTo>
                  <a:lnTo>
                    <a:pt x="103187" y="567963"/>
                  </a:lnTo>
                  <a:lnTo>
                    <a:pt x="102993" y="567855"/>
                  </a:lnTo>
                  <a:lnTo>
                    <a:pt x="102313" y="567237"/>
                  </a:lnTo>
                  <a:lnTo>
                    <a:pt x="101977" y="567073"/>
                  </a:lnTo>
                  <a:lnTo>
                    <a:pt x="101301" y="567535"/>
                  </a:lnTo>
                  <a:lnTo>
                    <a:pt x="100988" y="567325"/>
                  </a:lnTo>
                  <a:lnTo>
                    <a:pt x="100235" y="567284"/>
                  </a:lnTo>
                  <a:lnTo>
                    <a:pt x="99687" y="567141"/>
                  </a:lnTo>
                  <a:lnTo>
                    <a:pt x="99291" y="567338"/>
                  </a:lnTo>
                  <a:lnTo>
                    <a:pt x="98984" y="567491"/>
                  </a:lnTo>
                  <a:lnTo>
                    <a:pt x="98848" y="567562"/>
                  </a:lnTo>
                  <a:lnTo>
                    <a:pt x="98109" y="567972"/>
                  </a:lnTo>
                  <a:lnTo>
                    <a:pt x="97399" y="568147"/>
                  </a:lnTo>
                  <a:lnTo>
                    <a:pt x="97248" y="568077"/>
                  </a:lnTo>
                  <a:lnTo>
                    <a:pt x="97059" y="568347"/>
                  </a:lnTo>
                  <a:lnTo>
                    <a:pt x="96683" y="568667"/>
                  </a:lnTo>
                  <a:lnTo>
                    <a:pt x="96352" y="568562"/>
                  </a:lnTo>
                  <a:lnTo>
                    <a:pt x="95895" y="568358"/>
                  </a:lnTo>
                  <a:lnTo>
                    <a:pt x="95401" y="568114"/>
                  </a:lnTo>
                  <a:lnTo>
                    <a:pt x="95178" y="568004"/>
                  </a:lnTo>
                  <a:lnTo>
                    <a:pt x="94920" y="567812"/>
                  </a:lnTo>
                  <a:lnTo>
                    <a:pt x="94802" y="567450"/>
                  </a:lnTo>
                  <a:lnTo>
                    <a:pt x="94728" y="567207"/>
                  </a:lnTo>
                  <a:lnTo>
                    <a:pt x="94664" y="566997"/>
                  </a:lnTo>
                  <a:lnTo>
                    <a:pt x="94350" y="566424"/>
                  </a:lnTo>
                  <a:lnTo>
                    <a:pt x="93795" y="566752"/>
                  </a:lnTo>
                  <a:lnTo>
                    <a:pt x="93638" y="566787"/>
                  </a:lnTo>
                  <a:lnTo>
                    <a:pt x="93439" y="566826"/>
                  </a:lnTo>
                  <a:lnTo>
                    <a:pt x="93242" y="566793"/>
                  </a:lnTo>
                  <a:lnTo>
                    <a:pt x="92979" y="566833"/>
                  </a:lnTo>
                  <a:lnTo>
                    <a:pt x="92892" y="566583"/>
                  </a:lnTo>
                  <a:lnTo>
                    <a:pt x="92638" y="566368"/>
                  </a:lnTo>
                  <a:lnTo>
                    <a:pt x="93032" y="565800"/>
                  </a:lnTo>
                  <a:lnTo>
                    <a:pt x="93137" y="565566"/>
                  </a:lnTo>
                  <a:lnTo>
                    <a:pt x="93154" y="565382"/>
                  </a:lnTo>
                  <a:lnTo>
                    <a:pt x="93185" y="565072"/>
                  </a:lnTo>
                  <a:lnTo>
                    <a:pt x="93159" y="564885"/>
                  </a:lnTo>
                  <a:lnTo>
                    <a:pt x="92979" y="564598"/>
                  </a:lnTo>
                  <a:lnTo>
                    <a:pt x="92633" y="564368"/>
                  </a:lnTo>
                  <a:lnTo>
                    <a:pt x="92120" y="564220"/>
                  </a:lnTo>
                  <a:lnTo>
                    <a:pt x="91853" y="563555"/>
                  </a:lnTo>
                  <a:lnTo>
                    <a:pt x="91837" y="563320"/>
                  </a:lnTo>
                  <a:lnTo>
                    <a:pt x="91863" y="563086"/>
                  </a:lnTo>
                  <a:lnTo>
                    <a:pt x="91883" y="562898"/>
                  </a:lnTo>
                  <a:lnTo>
                    <a:pt x="91807" y="562580"/>
                  </a:lnTo>
                  <a:lnTo>
                    <a:pt x="91814" y="562029"/>
                  </a:lnTo>
                  <a:lnTo>
                    <a:pt x="91939" y="561817"/>
                  </a:lnTo>
                  <a:lnTo>
                    <a:pt x="92035" y="561488"/>
                  </a:lnTo>
                  <a:lnTo>
                    <a:pt x="92028" y="561325"/>
                  </a:lnTo>
                  <a:lnTo>
                    <a:pt x="92004" y="560743"/>
                  </a:lnTo>
                  <a:lnTo>
                    <a:pt x="91937" y="560587"/>
                  </a:lnTo>
                  <a:lnTo>
                    <a:pt x="91932" y="560458"/>
                  </a:lnTo>
                  <a:lnTo>
                    <a:pt x="91927" y="560323"/>
                  </a:lnTo>
                  <a:lnTo>
                    <a:pt x="91585" y="560482"/>
                  </a:lnTo>
                  <a:lnTo>
                    <a:pt x="91291" y="560398"/>
                  </a:lnTo>
                  <a:lnTo>
                    <a:pt x="90600" y="560282"/>
                  </a:lnTo>
                  <a:lnTo>
                    <a:pt x="90345" y="560283"/>
                  </a:lnTo>
                  <a:lnTo>
                    <a:pt x="89650" y="560029"/>
                  </a:lnTo>
                  <a:lnTo>
                    <a:pt x="89186" y="559906"/>
                  </a:lnTo>
                  <a:lnTo>
                    <a:pt x="88954" y="560489"/>
                  </a:lnTo>
                  <a:lnTo>
                    <a:pt x="88876" y="560705"/>
                  </a:lnTo>
                  <a:lnTo>
                    <a:pt x="88738" y="560936"/>
                  </a:lnTo>
                  <a:lnTo>
                    <a:pt x="88429" y="561250"/>
                  </a:lnTo>
                  <a:lnTo>
                    <a:pt x="88204" y="561402"/>
                  </a:lnTo>
                  <a:lnTo>
                    <a:pt x="87898" y="561691"/>
                  </a:lnTo>
                  <a:lnTo>
                    <a:pt x="87551" y="561957"/>
                  </a:lnTo>
                  <a:lnTo>
                    <a:pt x="87283" y="562051"/>
                  </a:lnTo>
                  <a:lnTo>
                    <a:pt x="87107" y="562113"/>
                  </a:lnTo>
                  <a:lnTo>
                    <a:pt x="86586" y="562303"/>
                  </a:lnTo>
                  <a:lnTo>
                    <a:pt x="86066" y="562569"/>
                  </a:lnTo>
                  <a:lnTo>
                    <a:pt x="85509" y="563038"/>
                  </a:lnTo>
                  <a:lnTo>
                    <a:pt x="85432" y="563437"/>
                  </a:lnTo>
                  <a:lnTo>
                    <a:pt x="85316" y="563853"/>
                  </a:lnTo>
                  <a:lnTo>
                    <a:pt x="85082" y="564086"/>
                  </a:lnTo>
                  <a:lnTo>
                    <a:pt x="84878" y="564174"/>
                  </a:lnTo>
                  <a:lnTo>
                    <a:pt x="84635" y="564388"/>
                  </a:lnTo>
                  <a:lnTo>
                    <a:pt x="84721" y="564701"/>
                  </a:lnTo>
                  <a:lnTo>
                    <a:pt x="84866" y="564834"/>
                  </a:lnTo>
                  <a:lnTo>
                    <a:pt x="84764" y="565335"/>
                  </a:lnTo>
                  <a:lnTo>
                    <a:pt x="84761" y="565578"/>
                  </a:lnTo>
                  <a:lnTo>
                    <a:pt x="84850" y="565882"/>
                  </a:lnTo>
                  <a:lnTo>
                    <a:pt x="84799" y="566029"/>
                  </a:lnTo>
                  <a:lnTo>
                    <a:pt x="84374" y="566610"/>
                  </a:lnTo>
                  <a:lnTo>
                    <a:pt x="84017" y="566891"/>
                  </a:lnTo>
                  <a:lnTo>
                    <a:pt x="84137" y="567049"/>
                  </a:lnTo>
                  <a:lnTo>
                    <a:pt x="84192" y="567543"/>
                  </a:lnTo>
                  <a:lnTo>
                    <a:pt x="83890" y="567594"/>
                  </a:lnTo>
                  <a:lnTo>
                    <a:pt x="83578" y="567403"/>
                  </a:lnTo>
                  <a:lnTo>
                    <a:pt x="83116" y="567067"/>
                  </a:lnTo>
                  <a:lnTo>
                    <a:pt x="82781" y="567106"/>
                  </a:lnTo>
                  <a:lnTo>
                    <a:pt x="82687" y="566758"/>
                  </a:lnTo>
                  <a:lnTo>
                    <a:pt x="82544" y="566464"/>
                  </a:lnTo>
                  <a:lnTo>
                    <a:pt x="82335" y="566340"/>
                  </a:lnTo>
                  <a:lnTo>
                    <a:pt x="82117" y="566244"/>
                  </a:lnTo>
                  <a:lnTo>
                    <a:pt x="81958" y="566184"/>
                  </a:lnTo>
                  <a:lnTo>
                    <a:pt x="81484" y="565983"/>
                  </a:lnTo>
                  <a:lnTo>
                    <a:pt x="81236" y="565878"/>
                  </a:lnTo>
                  <a:lnTo>
                    <a:pt x="80969" y="565644"/>
                  </a:lnTo>
                  <a:lnTo>
                    <a:pt x="80882" y="565504"/>
                  </a:lnTo>
                  <a:lnTo>
                    <a:pt x="80726" y="565026"/>
                  </a:lnTo>
                  <a:lnTo>
                    <a:pt x="80832" y="564797"/>
                  </a:lnTo>
                  <a:lnTo>
                    <a:pt x="80864" y="564500"/>
                  </a:lnTo>
                  <a:lnTo>
                    <a:pt x="80726" y="564326"/>
                  </a:lnTo>
                  <a:lnTo>
                    <a:pt x="80567" y="564171"/>
                  </a:lnTo>
                  <a:lnTo>
                    <a:pt x="80263" y="564069"/>
                  </a:lnTo>
                  <a:lnTo>
                    <a:pt x="80071" y="564009"/>
                  </a:lnTo>
                  <a:lnTo>
                    <a:pt x="79795" y="563709"/>
                  </a:lnTo>
                  <a:lnTo>
                    <a:pt x="79570" y="563448"/>
                  </a:lnTo>
                  <a:lnTo>
                    <a:pt x="79256" y="563549"/>
                  </a:lnTo>
                  <a:lnTo>
                    <a:pt x="78968" y="563715"/>
                  </a:lnTo>
                  <a:lnTo>
                    <a:pt x="78721" y="563634"/>
                  </a:lnTo>
                  <a:lnTo>
                    <a:pt x="78456" y="563545"/>
                  </a:lnTo>
                  <a:lnTo>
                    <a:pt x="77898" y="563491"/>
                  </a:lnTo>
                  <a:lnTo>
                    <a:pt x="77362" y="563546"/>
                  </a:lnTo>
                  <a:lnTo>
                    <a:pt x="77087" y="563058"/>
                  </a:lnTo>
                  <a:lnTo>
                    <a:pt x="77170" y="562717"/>
                  </a:lnTo>
                  <a:lnTo>
                    <a:pt x="76771" y="562646"/>
                  </a:lnTo>
                  <a:lnTo>
                    <a:pt x="76695" y="562404"/>
                  </a:lnTo>
                  <a:lnTo>
                    <a:pt x="76871" y="562006"/>
                  </a:lnTo>
                  <a:lnTo>
                    <a:pt x="77024" y="561822"/>
                  </a:lnTo>
                  <a:lnTo>
                    <a:pt x="76693" y="561632"/>
                  </a:lnTo>
                  <a:lnTo>
                    <a:pt x="76367" y="561570"/>
                  </a:lnTo>
                  <a:lnTo>
                    <a:pt x="76178" y="561529"/>
                  </a:lnTo>
                  <a:lnTo>
                    <a:pt x="76000" y="561474"/>
                  </a:lnTo>
                  <a:lnTo>
                    <a:pt x="75656" y="561187"/>
                  </a:lnTo>
                  <a:lnTo>
                    <a:pt x="75293" y="560901"/>
                  </a:lnTo>
                  <a:lnTo>
                    <a:pt x="74980" y="560830"/>
                  </a:lnTo>
                  <a:lnTo>
                    <a:pt x="74773" y="560415"/>
                  </a:lnTo>
                  <a:lnTo>
                    <a:pt x="75082" y="560253"/>
                  </a:lnTo>
                  <a:lnTo>
                    <a:pt x="75334" y="560058"/>
                  </a:lnTo>
                  <a:lnTo>
                    <a:pt x="75455" y="559826"/>
                  </a:lnTo>
                  <a:lnTo>
                    <a:pt x="75536" y="559138"/>
                  </a:lnTo>
                  <a:lnTo>
                    <a:pt x="75727" y="558701"/>
                  </a:lnTo>
                  <a:lnTo>
                    <a:pt x="75789" y="558555"/>
                  </a:lnTo>
                  <a:lnTo>
                    <a:pt x="75798" y="558426"/>
                  </a:lnTo>
                  <a:lnTo>
                    <a:pt x="75852" y="558235"/>
                  </a:lnTo>
                  <a:lnTo>
                    <a:pt x="75998" y="557923"/>
                  </a:lnTo>
                  <a:lnTo>
                    <a:pt x="76349" y="557555"/>
                  </a:lnTo>
                  <a:lnTo>
                    <a:pt x="76345" y="557428"/>
                  </a:lnTo>
                  <a:lnTo>
                    <a:pt x="76206" y="557195"/>
                  </a:lnTo>
                  <a:lnTo>
                    <a:pt x="76079" y="556928"/>
                  </a:lnTo>
                  <a:lnTo>
                    <a:pt x="76062" y="556325"/>
                  </a:lnTo>
                  <a:lnTo>
                    <a:pt x="75619" y="555773"/>
                  </a:lnTo>
                  <a:lnTo>
                    <a:pt x="75591" y="555466"/>
                  </a:lnTo>
                  <a:lnTo>
                    <a:pt x="75792" y="554751"/>
                  </a:lnTo>
                  <a:lnTo>
                    <a:pt x="75898" y="554523"/>
                  </a:lnTo>
                  <a:lnTo>
                    <a:pt x="75964" y="554004"/>
                  </a:lnTo>
                  <a:lnTo>
                    <a:pt x="75212" y="553397"/>
                  </a:lnTo>
                  <a:lnTo>
                    <a:pt x="74919" y="553362"/>
                  </a:lnTo>
                  <a:lnTo>
                    <a:pt x="74498" y="553188"/>
                  </a:lnTo>
                  <a:lnTo>
                    <a:pt x="74256" y="552800"/>
                  </a:lnTo>
                  <a:lnTo>
                    <a:pt x="74153" y="552563"/>
                  </a:lnTo>
                  <a:lnTo>
                    <a:pt x="74361" y="551979"/>
                  </a:lnTo>
                  <a:lnTo>
                    <a:pt x="74571" y="551663"/>
                  </a:lnTo>
                  <a:lnTo>
                    <a:pt x="74549" y="551471"/>
                  </a:lnTo>
                  <a:lnTo>
                    <a:pt x="74443" y="551166"/>
                  </a:lnTo>
                  <a:lnTo>
                    <a:pt x="73582" y="550890"/>
                  </a:lnTo>
                  <a:lnTo>
                    <a:pt x="73325" y="551037"/>
                  </a:lnTo>
                  <a:lnTo>
                    <a:pt x="73102" y="551136"/>
                  </a:lnTo>
                  <a:lnTo>
                    <a:pt x="72761" y="550806"/>
                  </a:lnTo>
                  <a:lnTo>
                    <a:pt x="72791" y="550669"/>
                  </a:lnTo>
                  <a:lnTo>
                    <a:pt x="72146" y="550671"/>
                  </a:lnTo>
                  <a:lnTo>
                    <a:pt x="72027" y="550377"/>
                  </a:lnTo>
                  <a:lnTo>
                    <a:pt x="71652" y="550169"/>
                  </a:lnTo>
                  <a:lnTo>
                    <a:pt x="71412" y="550590"/>
                  </a:lnTo>
                  <a:lnTo>
                    <a:pt x="70894" y="550926"/>
                  </a:lnTo>
                  <a:lnTo>
                    <a:pt x="70663" y="551101"/>
                  </a:lnTo>
                  <a:lnTo>
                    <a:pt x="70342" y="550991"/>
                  </a:lnTo>
                  <a:lnTo>
                    <a:pt x="70158" y="550931"/>
                  </a:lnTo>
                  <a:lnTo>
                    <a:pt x="69922" y="550853"/>
                  </a:lnTo>
                  <a:lnTo>
                    <a:pt x="69703" y="550798"/>
                  </a:lnTo>
                  <a:lnTo>
                    <a:pt x="69031" y="550760"/>
                  </a:lnTo>
                  <a:lnTo>
                    <a:pt x="68792" y="550990"/>
                  </a:lnTo>
                  <a:lnTo>
                    <a:pt x="68377" y="551207"/>
                  </a:lnTo>
                  <a:lnTo>
                    <a:pt x="67256" y="551460"/>
                  </a:lnTo>
                  <a:lnTo>
                    <a:pt x="66866" y="550963"/>
                  </a:lnTo>
                  <a:lnTo>
                    <a:pt x="66829" y="550830"/>
                  </a:lnTo>
                  <a:lnTo>
                    <a:pt x="66737" y="550462"/>
                  </a:lnTo>
                  <a:lnTo>
                    <a:pt x="66446" y="550376"/>
                  </a:lnTo>
                  <a:lnTo>
                    <a:pt x="66270" y="550467"/>
                  </a:lnTo>
                  <a:lnTo>
                    <a:pt x="65928" y="550662"/>
                  </a:lnTo>
                  <a:lnTo>
                    <a:pt x="65708" y="550451"/>
                  </a:lnTo>
                  <a:lnTo>
                    <a:pt x="65222" y="550289"/>
                  </a:lnTo>
                  <a:lnTo>
                    <a:pt x="64951" y="550313"/>
                  </a:lnTo>
                  <a:lnTo>
                    <a:pt x="64598" y="550386"/>
                  </a:lnTo>
                  <a:lnTo>
                    <a:pt x="63827" y="551003"/>
                  </a:lnTo>
                  <a:lnTo>
                    <a:pt x="63674" y="551090"/>
                  </a:lnTo>
                  <a:lnTo>
                    <a:pt x="62755" y="551301"/>
                  </a:lnTo>
                  <a:lnTo>
                    <a:pt x="62576" y="551064"/>
                  </a:lnTo>
                  <a:lnTo>
                    <a:pt x="62129" y="551029"/>
                  </a:lnTo>
                  <a:lnTo>
                    <a:pt x="61655" y="551059"/>
                  </a:lnTo>
                  <a:lnTo>
                    <a:pt x="61540" y="551253"/>
                  </a:lnTo>
                  <a:lnTo>
                    <a:pt x="61125" y="551761"/>
                  </a:lnTo>
                  <a:lnTo>
                    <a:pt x="61034" y="551611"/>
                  </a:lnTo>
                  <a:lnTo>
                    <a:pt x="61024" y="551025"/>
                  </a:lnTo>
                  <a:lnTo>
                    <a:pt x="61043" y="550824"/>
                  </a:lnTo>
                  <a:lnTo>
                    <a:pt x="60982" y="550346"/>
                  </a:lnTo>
                  <a:lnTo>
                    <a:pt x="60940" y="549642"/>
                  </a:lnTo>
                  <a:lnTo>
                    <a:pt x="60787" y="549642"/>
                  </a:lnTo>
                  <a:lnTo>
                    <a:pt x="60481" y="549692"/>
                  </a:lnTo>
                  <a:lnTo>
                    <a:pt x="60313" y="549720"/>
                  </a:lnTo>
                  <a:lnTo>
                    <a:pt x="59802" y="549759"/>
                  </a:lnTo>
                  <a:lnTo>
                    <a:pt x="59591" y="549766"/>
                  </a:lnTo>
                  <a:lnTo>
                    <a:pt x="59413" y="549763"/>
                  </a:lnTo>
                  <a:lnTo>
                    <a:pt x="59207" y="549718"/>
                  </a:lnTo>
                  <a:lnTo>
                    <a:pt x="58642" y="549590"/>
                  </a:lnTo>
                  <a:lnTo>
                    <a:pt x="58458" y="549840"/>
                  </a:lnTo>
                  <a:lnTo>
                    <a:pt x="58145" y="550054"/>
                  </a:lnTo>
                  <a:lnTo>
                    <a:pt x="57984" y="550114"/>
                  </a:lnTo>
                  <a:lnTo>
                    <a:pt x="57514" y="550562"/>
                  </a:lnTo>
                  <a:lnTo>
                    <a:pt x="56910" y="551020"/>
                  </a:lnTo>
                  <a:lnTo>
                    <a:pt x="56698" y="551136"/>
                  </a:lnTo>
                  <a:lnTo>
                    <a:pt x="56418" y="551215"/>
                  </a:lnTo>
                  <a:lnTo>
                    <a:pt x="56058" y="551507"/>
                  </a:lnTo>
                  <a:lnTo>
                    <a:pt x="55992" y="551681"/>
                  </a:lnTo>
                  <a:lnTo>
                    <a:pt x="55898" y="551881"/>
                  </a:lnTo>
                  <a:lnTo>
                    <a:pt x="55395" y="552242"/>
                  </a:lnTo>
                  <a:lnTo>
                    <a:pt x="54521" y="552314"/>
                  </a:lnTo>
                  <a:lnTo>
                    <a:pt x="54328" y="552333"/>
                  </a:lnTo>
                  <a:lnTo>
                    <a:pt x="54122" y="552476"/>
                  </a:lnTo>
                  <a:lnTo>
                    <a:pt x="53794" y="552654"/>
                  </a:lnTo>
                  <a:lnTo>
                    <a:pt x="53095" y="552579"/>
                  </a:lnTo>
                  <a:lnTo>
                    <a:pt x="52490" y="552440"/>
                  </a:lnTo>
                  <a:lnTo>
                    <a:pt x="51914" y="552259"/>
                  </a:lnTo>
                  <a:lnTo>
                    <a:pt x="51568" y="552449"/>
                  </a:lnTo>
                  <a:lnTo>
                    <a:pt x="51084" y="552919"/>
                  </a:lnTo>
                  <a:lnTo>
                    <a:pt x="50361" y="553347"/>
                  </a:lnTo>
                  <a:lnTo>
                    <a:pt x="50277" y="553153"/>
                  </a:lnTo>
                  <a:lnTo>
                    <a:pt x="50182" y="552930"/>
                  </a:lnTo>
                  <a:lnTo>
                    <a:pt x="49525" y="553196"/>
                  </a:lnTo>
                  <a:lnTo>
                    <a:pt x="49189" y="553253"/>
                  </a:lnTo>
                  <a:lnTo>
                    <a:pt x="48675" y="553403"/>
                  </a:lnTo>
                  <a:lnTo>
                    <a:pt x="48479" y="553460"/>
                  </a:lnTo>
                  <a:lnTo>
                    <a:pt x="47760" y="553866"/>
                  </a:lnTo>
                  <a:lnTo>
                    <a:pt x="47716" y="554064"/>
                  </a:lnTo>
                  <a:lnTo>
                    <a:pt x="47583" y="554373"/>
                  </a:lnTo>
                  <a:lnTo>
                    <a:pt x="47248" y="554362"/>
                  </a:lnTo>
                  <a:lnTo>
                    <a:pt x="46975" y="554351"/>
                  </a:lnTo>
                  <a:lnTo>
                    <a:pt x="46742" y="554342"/>
                  </a:lnTo>
                  <a:lnTo>
                    <a:pt x="46575" y="554335"/>
                  </a:lnTo>
                  <a:lnTo>
                    <a:pt x="45670" y="554019"/>
                  </a:lnTo>
                  <a:lnTo>
                    <a:pt x="45472" y="554497"/>
                  </a:lnTo>
                  <a:lnTo>
                    <a:pt x="45429" y="554654"/>
                  </a:lnTo>
                  <a:lnTo>
                    <a:pt x="45419" y="554798"/>
                  </a:lnTo>
                  <a:lnTo>
                    <a:pt x="45364" y="554968"/>
                  </a:lnTo>
                  <a:lnTo>
                    <a:pt x="45069" y="555236"/>
                  </a:lnTo>
                  <a:lnTo>
                    <a:pt x="44499" y="555749"/>
                  </a:lnTo>
                  <a:lnTo>
                    <a:pt x="44182" y="556003"/>
                  </a:lnTo>
                  <a:lnTo>
                    <a:pt x="44008" y="556117"/>
                  </a:lnTo>
                  <a:lnTo>
                    <a:pt x="43787" y="556106"/>
                  </a:lnTo>
                  <a:lnTo>
                    <a:pt x="43488" y="556028"/>
                  </a:lnTo>
                  <a:lnTo>
                    <a:pt x="43149" y="556130"/>
                  </a:lnTo>
                  <a:lnTo>
                    <a:pt x="42557" y="555721"/>
                  </a:lnTo>
                  <a:lnTo>
                    <a:pt x="42159" y="555061"/>
                  </a:lnTo>
                  <a:lnTo>
                    <a:pt x="42232" y="554710"/>
                  </a:lnTo>
                  <a:lnTo>
                    <a:pt x="42153" y="554459"/>
                  </a:lnTo>
                  <a:lnTo>
                    <a:pt x="41984" y="554453"/>
                  </a:lnTo>
                  <a:lnTo>
                    <a:pt x="41565" y="554005"/>
                  </a:lnTo>
                  <a:lnTo>
                    <a:pt x="41326" y="553704"/>
                  </a:lnTo>
                  <a:lnTo>
                    <a:pt x="40776" y="553351"/>
                  </a:lnTo>
                  <a:lnTo>
                    <a:pt x="40529" y="553193"/>
                  </a:lnTo>
                  <a:lnTo>
                    <a:pt x="40024" y="553030"/>
                  </a:lnTo>
                  <a:lnTo>
                    <a:pt x="39894" y="553038"/>
                  </a:lnTo>
                  <a:lnTo>
                    <a:pt x="39599" y="553085"/>
                  </a:lnTo>
                  <a:lnTo>
                    <a:pt x="39098" y="553179"/>
                  </a:lnTo>
                  <a:lnTo>
                    <a:pt x="38867" y="553205"/>
                  </a:lnTo>
                  <a:lnTo>
                    <a:pt x="38605" y="553042"/>
                  </a:lnTo>
                  <a:lnTo>
                    <a:pt x="38310" y="552846"/>
                  </a:lnTo>
                  <a:lnTo>
                    <a:pt x="37996" y="552897"/>
                  </a:lnTo>
                  <a:lnTo>
                    <a:pt x="37755" y="553192"/>
                  </a:lnTo>
                  <a:lnTo>
                    <a:pt x="36946" y="553225"/>
                  </a:lnTo>
                  <a:lnTo>
                    <a:pt x="36697" y="552909"/>
                  </a:lnTo>
                  <a:lnTo>
                    <a:pt x="36610" y="552560"/>
                  </a:lnTo>
                  <a:lnTo>
                    <a:pt x="36541" y="552426"/>
                  </a:lnTo>
                  <a:lnTo>
                    <a:pt x="36171" y="551917"/>
                  </a:lnTo>
                  <a:lnTo>
                    <a:pt x="35859" y="551871"/>
                  </a:lnTo>
                  <a:lnTo>
                    <a:pt x="35474" y="552084"/>
                  </a:lnTo>
                  <a:lnTo>
                    <a:pt x="34980" y="552063"/>
                  </a:lnTo>
                  <a:lnTo>
                    <a:pt x="34828" y="552057"/>
                  </a:lnTo>
                  <a:lnTo>
                    <a:pt x="34320" y="551934"/>
                  </a:lnTo>
                  <a:lnTo>
                    <a:pt x="34189" y="551777"/>
                  </a:lnTo>
                  <a:lnTo>
                    <a:pt x="33804" y="551944"/>
                  </a:lnTo>
                  <a:lnTo>
                    <a:pt x="33206" y="551957"/>
                  </a:lnTo>
                  <a:lnTo>
                    <a:pt x="32874" y="551969"/>
                  </a:lnTo>
                  <a:lnTo>
                    <a:pt x="32594" y="551988"/>
                  </a:lnTo>
                  <a:lnTo>
                    <a:pt x="32427" y="551563"/>
                  </a:lnTo>
                  <a:lnTo>
                    <a:pt x="31872" y="551199"/>
                  </a:lnTo>
                  <a:lnTo>
                    <a:pt x="31296" y="551380"/>
                  </a:lnTo>
                  <a:lnTo>
                    <a:pt x="31123" y="551074"/>
                  </a:lnTo>
                  <a:lnTo>
                    <a:pt x="31086" y="550906"/>
                  </a:lnTo>
                  <a:lnTo>
                    <a:pt x="30885" y="550658"/>
                  </a:lnTo>
                  <a:lnTo>
                    <a:pt x="30675" y="550588"/>
                  </a:lnTo>
                  <a:lnTo>
                    <a:pt x="30424" y="550578"/>
                  </a:lnTo>
                  <a:lnTo>
                    <a:pt x="30287" y="550531"/>
                  </a:lnTo>
                  <a:lnTo>
                    <a:pt x="29714" y="550549"/>
                  </a:lnTo>
                  <a:lnTo>
                    <a:pt x="29345" y="550499"/>
                  </a:lnTo>
                  <a:lnTo>
                    <a:pt x="28994" y="549742"/>
                  </a:lnTo>
                  <a:lnTo>
                    <a:pt x="28737" y="549671"/>
                  </a:lnTo>
                  <a:lnTo>
                    <a:pt x="28316" y="549319"/>
                  </a:lnTo>
                  <a:lnTo>
                    <a:pt x="28157" y="549167"/>
                  </a:lnTo>
                  <a:lnTo>
                    <a:pt x="27994" y="549046"/>
                  </a:lnTo>
                  <a:lnTo>
                    <a:pt x="27812" y="548918"/>
                  </a:lnTo>
                  <a:lnTo>
                    <a:pt x="27500" y="548798"/>
                  </a:lnTo>
                  <a:lnTo>
                    <a:pt x="27456" y="548542"/>
                  </a:lnTo>
                  <a:lnTo>
                    <a:pt x="27431" y="548308"/>
                  </a:lnTo>
                  <a:lnTo>
                    <a:pt x="27405" y="547940"/>
                  </a:lnTo>
                  <a:lnTo>
                    <a:pt x="27052" y="547885"/>
                  </a:lnTo>
                  <a:lnTo>
                    <a:pt x="26991" y="547540"/>
                  </a:lnTo>
                  <a:lnTo>
                    <a:pt x="27113" y="547245"/>
                  </a:lnTo>
                  <a:lnTo>
                    <a:pt x="27306" y="547159"/>
                  </a:lnTo>
                  <a:lnTo>
                    <a:pt x="28003" y="546923"/>
                  </a:lnTo>
                  <a:lnTo>
                    <a:pt x="28164" y="546915"/>
                  </a:lnTo>
                  <a:lnTo>
                    <a:pt x="28790" y="546665"/>
                  </a:lnTo>
                  <a:lnTo>
                    <a:pt x="28781" y="546524"/>
                  </a:lnTo>
                  <a:lnTo>
                    <a:pt x="28754" y="546368"/>
                  </a:lnTo>
                  <a:lnTo>
                    <a:pt x="28713" y="546131"/>
                  </a:lnTo>
                  <a:lnTo>
                    <a:pt x="28642" y="545973"/>
                  </a:lnTo>
                  <a:lnTo>
                    <a:pt x="28477" y="545850"/>
                  </a:lnTo>
                  <a:lnTo>
                    <a:pt x="28357" y="545455"/>
                  </a:lnTo>
                  <a:lnTo>
                    <a:pt x="28432" y="545008"/>
                  </a:lnTo>
                  <a:lnTo>
                    <a:pt x="27915" y="544990"/>
                  </a:lnTo>
                  <a:lnTo>
                    <a:pt x="27372" y="544724"/>
                  </a:lnTo>
                  <a:lnTo>
                    <a:pt x="27120" y="544518"/>
                  </a:lnTo>
                  <a:lnTo>
                    <a:pt x="26850" y="544273"/>
                  </a:lnTo>
                  <a:lnTo>
                    <a:pt x="26595" y="543922"/>
                  </a:lnTo>
                  <a:lnTo>
                    <a:pt x="26466" y="543744"/>
                  </a:lnTo>
                  <a:lnTo>
                    <a:pt x="26328" y="543214"/>
                  </a:lnTo>
                  <a:lnTo>
                    <a:pt x="26021" y="543096"/>
                  </a:lnTo>
                  <a:lnTo>
                    <a:pt x="25435" y="543248"/>
                  </a:lnTo>
                  <a:lnTo>
                    <a:pt x="25287" y="543226"/>
                  </a:lnTo>
                  <a:lnTo>
                    <a:pt x="25027" y="543314"/>
                  </a:lnTo>
                  <a:lnTo>
                    <a:pt x="25072" y="543727"/>
                  </a:lnTo>
                  <a:lnTo>
                    <a:pt x="24672" y="544208"/>
                  </a:lnTo>
                  <a:lnTo>
                    <a:pt x="24651" y="544463"/>
                  </a:lnTo>
                  <a:lnTo>
                    <a:pt x="24550" y="544686"/>
                  </a:lnTo>
                  <a:lnTo>
                    <a:pt x="23955" y="544761"/>
                  </a:lnTo>
                  <a:lnTo>
                    <a:pt x="23683" y="544642"/>
                  </a:lnTo>
                  <a:lnTo>
                    <a:pt x="23480" y="544372"/>
                  </a:lnTo>
                  <a:lnTo>
                    <a:pt x="22972" y="544027"/>
                  </a:lnTo>
                  <a:lnTo>
                    <a:pt x="22602" y="543636"/>
                  </a:lnTo>
                  <a:lnTo>
                    <a:pt x="22367" y="543623"/>
                  </a:lnTo>
                  <a:lnTo>
                    <a:pt x="22081" y="543975"/>
                  </a:lnTo>
                  <a:lnTo>
                    <a:pt x="21955" y="544251"/>
                  </a:lnTo>
                  <a:lnTo>
                    <a:pt x="21570" y="544458"/>
                  </a:lnTo>
                  <a:lnTo>
                    <a:pt x="21320" y="544593"/>
                  </a:lnTo>
                  <a:lnTo>
                    <a:pt x="20846" y="544813"/>
                  </a:lnTo>
                  <a:lnTo>
                    <a:pt x="20467" y="544755"/>
                  </a:lnTo>
                  <a:lnTo>
                    <a:pt x="20195" y="544627"/>
                  </a:lnTo>
                  <a:lnTo>
                    <a:pt x="19747" y="544501"/>
                  </a:lnTo>
                  <a:lnTo>
                    <a:pt x="19298" y="544414"/>
                  </a:lnTo>
                  <a:lnTo>
                    <a:pt x="18761" y="544390"/>
                  </a:lnTo>
                  <a:lnTo>
                    <a:pt x="18479" y="544486"/>
                  </a:lnTo>
                  <a:lnTo>
                    <a:pt x="18198" y="544587"/>
                  </a:lnTo>
                  <a:lnTo>
                    <a:pt x="17982" y="544707"/>
                  </a:lnTo>
                  <a:lnTo>
                    <a:pt x="17698" y="544684"/>
                  </a:lnTo>
                  <a:lnTo>
                    <a:pt x="16946" y="545314"/>
                  </a:lnTo>
                  <a:lnTo>
                    <a:pt x="16550" y="545219"/>
                  </a:lnTo>
                  <a:lnTo>
                    <a:pt x="16288" y="545010"/>
                  </a:lnTo>
                  <a:lnTo>
                    <a:pt x="16065" y="544902"/>
                  </a:lnTo>
                  <a:lnTo>
                    <a:pt x="15784" y="545025"/>
                  </a:lnTo>
                  <a:lnTo>
                    <a:pt x="15636" y="545667"/>
                  </a:lnTo>
                  <a:lnTo>
                    <a:pt x="15731" y="545839"/>
                  </a:lnTo>
                  <a:lnTo>
                    <a:pt x="15881" y="546206"/>
                  </a:lnTo>
                  <a:lnTo>
                    <a:pt x="15646" y="546378"/>
                  </a:lnTo>
                  <a:lnTo>
                    <a:pt x="15448" y="546909"/>
                  </a:lnTo>
                  <a:lnTo>
                    <a:pt x="15600" y="547196"/>
                  </a:lnTo>
                  <a:lnTo>
                    <a:pt x="15623" y="547341"/>
                  </a:lnTo>
                  <a:lnTo>
                    <a:pt x="15433" y="547741"/>
                  </a:lnTo>
                  <a:lnTo>
                    <a:pt x="15240" y="547756"/>
                  </a:lnTo>
                  <a:lnTo>
                    <a:pt x="15033" y="547891"/>
                  </a:lnTo>
                  <a:lnTo>
                    <a:pt x="15020" y="548079"/>
                  </a:lnTo>
                  <a:lnTo>
                    <a:pt x="14933" y="548253"/>
                  </a:lnTo>
                  <a:lnTo>
                    <a:pt x="14241" y="548727"/>
                  </a:lnTo>
                  <a:lnTo>
                    <a:pt x="13992" y="548816"/>
                  </a:lnTo>
                  <a:lnTo>
                    <a:pt x="13666" y="548982"/>
                  </a:lnTo>
                  <a:lnTo>
                    <a:pt x="13460" y="548644"/>
                  </a:lnTo>
                  <a:lnTo>
                    <a:pt x="13391" y="548344"/>
                  </a:lnTo>
                  <a:lnTo>
                    <a:pt x="13081" y="548006"/>
                  </a:lnTo>
                  <a:lnTo>
                    <a:pt x="12796" y="548169"/>
                  </a:lnTo>
                  <a:lnTo>
                    <a:pt x="12574" y="548274"/>
                  </a:lnTo>
                  <a:lnTo>
                    <a:pt x="12311" y="548033"/>
                  </a:lnTo>
                  <a:lnTo>
                    <a:pt x="12115" y="548036"/>
                  </a:lnTo>
                  <a:lnTo>
                    <a:pt x="11758" y="548452"/>
                  </a:lnTo>
                  <a:lnTo>
                    <a:pt x="11372" y="548708"/>
                  </a:lnTo>
                  <a:lnTo>
                    <a:pt x="11221" y="548637"/>
                  </a:lnTo>
                  <a:lnTo>
                    <a:pt x="10718" y="548486"/>
                  </a:lnTo>
                  <a:lnTo>
                    <a:pt x="10243" y="548783"/>
                  </a:lnTo>
                  <a:lnTo>
                    <a:pt x="10053" y="548993"/>
                  </a:lnTo>
                  <a:lnTo>
                    <a:pt x="10011" y="549123"/>
                  </a:lnTo>
                  <a:lnTo>
                    <a:pt x="9684" y="549405"/>
                  </a:lnTo>
                  <a:lnTo>
                    <a:pt x="9381" y="549407"/>
                  </a:lnTo>
                  <a:lnTo>
                    <a:pt x="8916" y="549900"/>
                  </a:lnTo>
                  <a:lnTo>
                    <a:pt x="8697" y="550195"/>
                  </a:lnTo>
                  <a:lnTo>
                    <a:pt x="8148" y="550401"/>
                  </a:lnTo>
                  <a:lnTo>
                    <a:pt x="7722" y="550557"/>
                  </a:lnTo>
                  <a:lnTo>
                    <a:pt x="7418" y="550723"/>
                  </a:lnTo>
                  <a:lnTo>
                    <a:pt x="7314" y="550942"/>
                  </a:lnTo>
                  <a:lnTo>
                    <a:pt x="7020" y="551170"/>
                  </a:lnTo>
                  <a:lnTo>
                    <a:pt x="6832" y="551134"/>
                  </a:lnTo>
                  <a:lnTo>
                    <a:pt x="6526" y="551292"/>
                  </a:lnTo>
                  <a:lnTo>
                    <a:pt x="6304" y="551467"/>
                  </a:lnTo>
                  <a:lnTo>
                    <a:pt x="6056" y="551506"/>
                  </a:lnTo>
                  <a:lnTo>
                    <a:pt x="5645" y="551634"/>
                  </a:lnTo>
                  <a:lnTo>
                    <a:pt x="4778" y="551544"/>
                  </a:lnTo>
                  <a:lnTo>
                    <a:pt x="4698" y="551382"/>
                  </a:lnTo>
                  <a:lnTo>
                    <a:pt x="4706" y="551180"/>
                  </a:lnTo>
                  <a:lnTo>
                    <a:pt x="4679" y="550802"/>
                  </a:lnTo>
                  <a:lnTo>
                    <a:pt x="4626" y="550518"/>
                  </a:lnTo>
                  <a:lnTo>
                    <a:pt x="4598" y="550373"/>
                  </a:lnTo>
                  <a:lnTo>
                    <a:pt x="4292" y="550060"/>
                  </a:lnTo>
                  <a:lnTo>
                    <a:pt x="3829" y="550287"/>
                  </a:lnTo>
                  <a:lnTo>
                    <a:pt x="3467" y="550288"/>
                  </a:lnTo>
                  <a:lnTo>
                    <a:pt x="3127" y="549903"/>
                  </a:lnTo>
                  <a:lnTo>
                    <a:pt x="3060" y="549671"/>
                  </a:lnTo>
                  <a:lnTo>
                    <a:pt x="3223" y="548789"/>
                  </a:lnTo>
                  <a:lnTo>
                    <a:pt x="3388" y="548620"/>
                  </a:lnTo>
                  <a:lnTo>
                    <a:pt x="3644" y="548267"/>
                  </a:lnTo>
                  <a:lnTo>
                    <a:pt x="3313" y="547992"/>
                  </a:lnTo>
                  <a:lnTo>
                    <a:pt x="3042" y="547090"/>
                  </a:lnTo>
                  <a:lnTo>
                    <a:pt x="3054" y="546684"/>
                  </a:lnTo>
                  <a:lnTo>
                    <a:pt x="2964" y="546532"/>
                  </a:lnTo>
                  <a:lnTo>
                    <a:pt x="2286" y="546794"/>
                  </a:lnTo>
                  <a:lnTo>
                    <a:pt x="2059" y="546725"/>
                  </a:lnTo>
                  <a:lnTo>
                    <a:pt x="1887" y="546399"/>
                  </a:lnTo>
                  <a:lnTo>
                    <a:pt x="1800" y="546095"/>
                  </a:lnTo>
                  <a:lnTo>
                    <a:pt x="1756" y="545919"/>
                  </a:lnTo>
                  <a:lnTo>
                    <a:pt x="1969" y="545524"/>
                  </a:lnTo>
                  <a:lnTo>
                    <a:pt x="1946" y="545179"/>
                  </a:lnTo>
                  <a:lnTo>
                    <a:pt x="1653" y="544659"/>
                  </a:lnTo>
                  <a:lnTo>
                    <a:pt x="1549" y="544273"/>
                  </a:lnTo>
                  <a:lnTo>
                    <a:pt x="1548" y="544134"/>
                  </a:lnTo>
                  <a:lnTo>
                    <a:pt x="1472" y="543654"/>
                  </a:lnTo>
                  <a:lnTo>
                    <a:pt x="1047" y="543075"/>
                  </a:lnTo>
                  <a:lnTo>
                    <a:pt x="562" y="542864"/>
                  </a:lnTo>
                  <a:lnTo>
                    <a:pt x="343" y="542533"/>
                  </a:lnTo>
                  <a:lnTo>
                    <a:pt x="58" y="542036"/>
                  </a:lnTo>
                  <a:lnTo>
                    <a:pt x="0" y="541595"/>
                  </a:lnTo>
                  <a:lnTo>
                    <a:pt x="74" y="541286"/>
                  </a:lnTo>
                  <a:lnTo>
                    <a:pt x="145" y="541128"/>
                  </a:lnTo>
                  <a:lnTo>
                    <a:pt x="149" y="540967"/>
                  </a:lnTo>
                  <a:lnTo>
                    <a:pt x="92" y="540827"/>
                  </a:lnTo>
                  <a:lnTo>
                    <a:pt x="190" y="540521"/>
                  </a:lnTo>
                  <a:lnTo>
                    <a:pt x="395" y="540285"/>
                  </a:lnTo>
                  <a:lnTo>
                    <a:pt x="832" y="539912"/>
                  </a:lnTo>
                  <a:lnTo>
                    <a:pt x="1562" y="539811"/>
                  </a:lnTo>
                  <a:lnTo>
                    <a:pt x="1826" y="540049"/>
                  </a:lnTo>
                  <a:lnTo>
                    <a:pt x="1890" y="540201"/>
                  </a:lnTo>
                  <a:lnTo>
                    <a:pt x="2165" y="540535"/>
                  </a:lnTo>
                  <a:lnTo>
                    <a:pt x="2647" y="540377"/>
                  </a:lnTo>
                  <a:lnTo>
                    <a:pt x="3465" y="540497"/>
                  </a:lnTo>
                  <a:lnTo>
                    <a:pt x="3834" y="540965"/>
                  </a:lnTo>
                  <a:lnTo>
                    <a:pt x="3972" y="541162"/>
                  </a:lnTo>
                  <a:lnTo>
                    <a:pt x="4060" y="541434"/>
                  </a:lnTo>
                  <a:lnTo>
                    <a:pt x="4033" y="541670"/>
                  </a:lnTo>
                  <a:lnTo>
                    <a:pt x="4350" y="541852"/>
                  </a:lnTo>
                  <a:lnTo>
                    <a:pt x="4794" y="542040"/>
                  </a:lnTo>
                  <a:lnTo>
                    <a:pt x="5235" y="541829"/>
                  </a:lnTo>
                  <a:lnTo>
                    <a:pt x="5456" y="541727"/>
                  </a:lnTo>
                  <a:lnTo>
                    <a:pt x="6066" y="541773"/>
                  </a:lnTo>
                  <a:lnTo>
                    <a:pt x="6237" y="541863"/>
                  </a:lnTo>
                  <a:lnTo>
                    <a:pt x="6513" y="541854"/>
                  </a:lnTo>
                  <a:lnTo>
                    <a:pt x="6930" y="541760"/>
                  </a:lnTo>
                  <a:lnTo>
                    <a:pt x="7663" y="541204"/>
                  </a:lnTo>
                  <a:lnTo>
                    <a:pt x="7689" y="541008"/>
                  </a:lnTo>
                  <a:lnTo>
                    <a:pt x="7953" y="540832"/>
                  </a:lnTo>
                  <a:lnTo>
                    <a:pt x="8253" y="540658"/>
                  </a:lnTo>
                  <a:lnTo>
                    <a:pt x="8672" y="540664"/>
                  </a:lnTo>
                  <a:lnTo>
                    <a:pt x="9007" y="540695"/>
                  </a:lnTo>
                  <a:lnTo>
                    <a:pt x="9699" y="540626"/>
                  </a:lnTo>
                  <a:lnTo>
                    <a:pt x="10155" y="540189"/>
                  </a:lnTo>
                  <a:lnTo>
                    <a:pt x="10364" y="540220"/>
                  </a:lnTo>
                  <a:lnTo>
                    <a:pt x="10903" y="540552"/>
                  </a:lnTo>
                  <a:lnTo>
                    <a:pt x="11067" y="540651"/>
                  </a:lnTo>
                  <a:lnTo>
                    <a:pt x="11234" y="540660"/>
                  </a:lnTo>
                  <a:lnTo>
                    <a:pt x="11642" y="540376"/>
                  </a:lnTo>
                  <a:lnTo>
                    <a:pt x="11953" y="539946"/>
                  </a:lnTo>
                  <a:lnTo>
                    <a:pt x="12623" y="539578"/>
                  </a:lnTo>
                  <a:lnTo>
                    <a:pt x="13144" y="539511"/>
                  </a:lnTo>
                  <a:lnTo>
                    <a:pt x="13250" y="539376"/>
                  </a:lnTo>
                  <a:lnTo>
                    <a:pt x="13525" y="539136"/>
                  </a:lnTo>
                  <a:lnTo>
                    <a:pt x="13835" y="539035"/>
                  </a:lnTo>
                  <a:lnTo>
                    <a:pt x="14189" y="539019"/>
                  </a:lnTo>
                  <a:lnTo>
                    <a:pt x="14959" y="538770"/>
                  </a:lnTo>
                  <a:lnTo>
                    <a:pt x="15216" y="538450"/>
                  </a:lnTo>
                  <a:lnTo>
                    <a:pt x="15408" y="538104"/>
                  </a:lnTo>
                  <a:lnTo>
                    <a:pt x="15814" y="537813"/>
                  </a:lnTo>
                  <a:lnTo>
                    <a:pt x="16110" y="537982"/>
                  </a:lnTo>
                  <a:lnTo>
                    <a:pt x="16310" y="538132"/>
                  </a:lnTo>
                  <a:lnTo>
                    <a:pt x="16686" y="538259"/>
                  </a:lnTo>
                  <a:lnTo>
                    <a:pt x="17189" y="538525"/>
                  </a:lnTo>
                  <a:lnTo>
                    <a:pt x="17342" y="538725"/>
                  </a:lnTo>
                  <a:lnTo>
                    <a:pt x="17551" y="538662"/>
                  </a:lnTo>
                  <a:lnTo>
                    <a:pt x="17798" y="538467"/>
                  </a:lnTo>
                  <a:lnTo>
                    <a:pt x="17830" y="538287"/>
                  </a:lnTo>
                  <a:lnTo>
                    <a:pt x="17800" y="538072"/>
                  </a:lnTo>
                  <a:lnTo>
                    <a:pt x="17822" y="537870"/>
                  </a:lnTo>
                  <a:lnTo>
                    <a:pt x="18100" y="537517"/>
                  </a:lnTo>
                  <a:lnTo>
                    <a:pt x="18268" y="537481"/>
                  </a:lnTo>
                  <a:lnTo>
                    <a:pt x="18873" y="536858"/>
                  </a:lnTo>
                  <a:lnTo>
                    <a:pt x="19060" y="536514"/>
                  </a:lnTo>
                  <a:lnTo>
                    <a:pt x="19491" y="536077"/>
                  </a:lnTo>
                  <a:lnTo>
                    <a:pt x="19952" y="535888"/>
                  </a:lnTo>
                  <a:lnTo>
                    <a:pt x="20250" y="535807"/>
                  </a:lnTo>
                  <a:lnTo>
                    <a:pt x="20302" y="535640"/>
                  </a:lnTo>
                  <a:lnTo>
                    <a:pt x="20244" y="534598"/>
                  </a:lnTo>
                  <a:lnTo>
                    <a:pt x="20567" y="534311"/>
                  </a:lnTo>
                  <a:lnTo>
                    <a:pt x="20705" y="534083"/>
                  </a:lnTo>
                  <a:lnTo>
                    <a:pt x="20562" y="533461"/>
                  </a:lnTo>
                  <a:lnTo>
                    <a:pt x="20302" y="533169"/>
                  </a:lnTo>
                  <a:lnTo>
                    <a:pt x="20030" y="532871"/>
                  </a:lnTo>
                  <a:lnTo>
                    <a:pt x="19871" y="532537"/>
                  </a:lnTo>
                  <a:lnTo>
                    <a:pt x="20066" y="531912"/>
                  </a:lnTo>
                  <a:lnTo>
                    <a:pt x="20400" y="531836"/>
                  </a:lnTo>
                  <a:lnTo>
                    <a:pt x="20724" y="531671"/>
                  </a:lnTo>
                  <a:lnTo>
                    <a:pt x="20643" y="531297"/>
                  </a:lnTo>
                  <a:lnTo>
                    <a:pt x="20488" y="531185"/>
                  </a:lnTo>
                  <a:lnTo>
                    <a:pt x="20161" y="530532"/>
                  </a:lnTo>
                  <a:lnTo>
                    <a:pt x="20151" y="530393"/>
                  </a:lnTo>
                  <a:lnTo>
                    <a:pt x="20193" y="529819"/>
                  </a:lnTo>
                  <a:lnTo>
                    <a:pt x="20425" y="529597"/>
                  </a:lnTo>
                  <a:lnTo>
                    <a:pt x="20612" y="529493"/>
                  </a:lnTo>
                  <a:lnTo>
                    <a:pt x="21069" y="529372"/>
                  </a:lnTo>
                  <a:lnTo>
                    <a:pt x="20893" y="528968"/>
                  </a:lnTo>
                  <a:lnTo>
                    <a:pt x="20758" y="528973"/>
                  </a:lnTo>
                  <a:lnTo>
                    <a:pt x="20381" y="528922"/>
                  </a:lnTo>
                  <a:lnTo>
                    <a:pt x="20338" y="528793"/>
                  </a:lnTo>
                  <a:lnTo>
                    <a:pt x="20171" y="528610"/>
                  </a:lnTo>
                  <a:lnTo>
                    <a:pt x="19951" y="528524"/>
                  </a:lnTo>
                  <a:lnTo>
                    <a:pt x="19876" y="528333"/>
                  </a:lnTo>
                  <a:lnTo>
                    <a:pt x="20492" y="528236"/>
                  </a:lnTo>
                  <a:lnTo>
                    <a:pt x="20571" y="527998"/>
                  </a:lnTo>
                  <a:lnTo>
                    <a:pt x="20631" y="527576"/>
                  </a:lnTo>
                  <a:lnTo>
                    <a:pt x="20164" y="527782"/>
                  </a:lnTo>
                  <a:lnTo>
                    <a:pt x="19589" y="528145"/>
                  </a:lnTo>
                  <a:lnTo>
                    <a:pt x="19075" y="527610"/>
                  </a:lnTo>
                  <a:lnTo>
                    <a:pt x="19519" y="527043"/>
                  </a:lnTo>
                  <a:lnTo>
                    <a:pt x="19753" y="526970"/>
                  </a:lnTo>
                  <a:lnTo>
                    <a:pt x="20009" y="526942"/>
                  </a:lnTo>
                  <a:lnTo>
                    <a:pt x="20459" y="526452"/>
                  </a:lnTo>
                  <a:lnTo>
                    <a:pt x="20351" y="525737"/>
                  </a:lnTo>
                  <a:lnTo>
                    <a:pt x="20810" y="524794"/>
                  </a:lnTo>
                  <a:lnTo>
                    <a:pt x="21073" y="524927"/>
                  </a:lnTo>
                  <a:lnTo>
                    <a:pt x="21189" y="525339"/>
                  </a:lnTo>
                  <a:lnTo>
                    <a:pt x="21128" y="525598"/>
                  </a:lnTo>
                  <a:lnTo>
                    <a:pt x="20745" y="526086"/>
                  </a:lnTo>
                  <a:lnTo>
                    <a:pt x="20929" y="526153"/>
                  </a:lnTo>
                  <a:lnTo>
                    <a:pt x="21061" y="526153"/>
                  </a:lnTo>
                  <a:lnTo>
                    <a:pt x="21218" y="526105"/>
                  </a:lnTo>
                  <a:lnTo>
                    <a:pt x="21503" y="526118"/>
                  </a:lnTo>
                  <a:lnTo>
                    <a:pt x="21516" y="526263"/>
                  </a:lnTo>
                  <a:lnTo>
                    <a:pt x="21268" y="526543"/>
                  </a:lnTo>
                  <a:lnTo>
                    <a:pt x="21351" y="527026"/>
                  </a:lnTo>
                  <a:lnTo>
                    <a:pt x="21566" y="527361"/>
                  </a:lnTo>
                  <a:lnTo>
                    <a:pt x="21765" y="527438"/>
                  </a:lnTo>
                  <a:lnTo>
                    <a:pt x="22110" y="527566"/>
                  </a:lnTo>
                  <a:lnTo>
                    <a:pt x="22697" y="527611"/>
                  </a:lnTo>
                  <a:lnTo>
                    <a:pt x="22750" y="527443"/>
                  </a:lnTo>
                  <a:lnTo>
                    <a:pt x="22835" y="526750"/>
                  </a:lnTo>
                  <a:lnTo>
                    <a:pt x="22700" y="526617"/>
                  </a:lnTo>
                  <a:lnTo>
                    <a:pt x="22575" y="526115"/>
                  </a:lnTo>
                  <a:lnTo>
                    <a:pt x="22324" y="525511"/>
                  </a:lnTo>
                  <a:lnTo>
                    <a:pt x="22297" y="524803"/>
                  </a:lnTo>
                  <a:lnTo>
                    <a:pt x="22236" y="524197"/>
                  </a:lnTo>
                  <a:lnTo>
                    <a:pt x="21897" y="524127"/>
                  </a:lnTo>
                  <a:lnTo>
                    <a:pt x="21653" y="524178"/>
                  </a:lnTo>
                  <a:lnTo>
                    <a:pt x="21217" y="524130"/>
                  </a:lnTo>
                  <a:lnTo>
                    <a:pt x="21120" y="523851"/>
                  </a:lnTo>
                  <a:lnTo>
                    <a:pt x="21574" y="523759"/>
                  </a:lnTo>
                  <a:lnTo>
                    <a:pt x="21389" y="523574"/>
                  </a:lnTo>
                  <a:lnTo>
                    <a:pt x="21255" y="523557"/>
                  </a:lnTo>
                  <a:lnTo>
                    <a:pt x="20955" y="523389"/>
                  </a:lnTo>
                  <a:lnTo>
                    <a:pt x="21044" y="523196"/>
                  </a:lnTo>
                  <a:lnTo>
                    <a:pt x="20335" y="522545"/>
                  </a:lnTo>
                  <a:lnTo>
                    <a:pt x="19606" y="522437"/>
                  </a:lnTo>
                  <a:lnTo>
                    <a:pt x="19334" y="522435"/>
                  </a:lnTo>
                  <a:lnTo>
                    <a:pt x="19153" y="522572"/>
                  </a:lnTo>
                  <a:lnTo>
                    <a:pt x="18954" y="522638"/>
                  </a:lnTo>
                  <a:lnTo>
                    <a:pt x="18676" y="522688"/>
                  </a:lnTo>
                  <a:lnTo>
                    <a:pt x="18537" y="522702"/>
                  </a:lnTo>
                  <a:lnTo>
                    <a:pt x="18332" y="522736"/>
                  </a:lnTo>
                  <a:lnTo>
                    <a:pt x="18085" y="522888"/>
                  </a:lnTo>
                  <a:lnTo>
                    <a:pt x="17427" y="522987"/>
                  </a:lnTo>
                  <a:lnTo>
                    <a:pt x="17135" y="522834"/>
                  </a:lnTo>
                  <a:lnTo>
                    <a:pt x="16748" y="522483"/>
                  </a:lnTo>
                  <a:lnTo>
                    <a:pt x="16661" y="522303"/>
                  </a:lnTo>
                  <a:lnTo>
                    <a:pt x="16388" y="522029"/>
                  </a:lnTo>
                  <a:lnTo>
                    <a:pt x="16166" y="521878"/>
                  </a:lnTo>
                  <a:lnTo>
                    <a:pt x="15382" y="521729"/>
                  </a:lnTo>
                  <a:lnTo>
                    <a:pt x="14726" y="521510"/>
                  </a:lnTo>
                  <a:lnTo>
                    <a:pt x="14472" y="521413"/>
                  </a:lnTo>
                  <a:lnTo>
                    <a:pt x="14230" y="521227"/>
                  </a:lnTo>
                  <a:lnTo>
                    <a:pt x="14065" y="520716"/>
                  </a:lnTo>
                  <a:lnTo>
                    <a:pt x="14132" y="520363"/>
                  </a:lnTo>
                  <a:lnTo>
                    <a:pt x="13837" y="520285"/>
                  </a:lnTo>
                  <a:lnTo>
                    <a:pt x="13550" y="520276"/>
                  </a:lnTo>
                  <a:lnTo>
                    <a:pt x="13405" y="520247"/>
                  </a:lnTo>
                  <a:lnTo>
                    <a:pt x="13218" y="520211"/>
                  </a:lnTo>
                  <a:lnTo>
                    <a:pt x="12823" y="520123"/>
                  </a:lnTo>
                  <a:lnTo>
                    <a:pt x="12156" y="520033"/>
                  </a:lnTo>
                  <a:lnTo>
                    <a:pt x="12096" y="519830"/>
                  </a:lnTo>
                  <a:lnTo>
                    <a:pt x="11688" y="518914"/>
                  </a:lnTo>
                  <a:lnTo>
                    <a:pt x="11959" y="518724"/>
                  </a:lnTo>
                  <a:lnTo>
                    <a:pt x="12088" y="518706"/>
                  </a:lnTo>
                  <a:lnTo>
                    <a:pt x="12394" y="518662"/>
                  </a:lnTo>
                  <a:lnTo>
                    <a:pt x="12583" y="518273"/>
                  </a:lnTo>
                  <a:lnTo>
                    <a:pt x="11597" y="516987"/>
                  </a:lnTo>
                  <a:lnTo>
                    <a:pt x="11143" y="516586"/>
                  </a:lnTo>
                  <a:lnTo>
                    <a:pt x="11152" y="516409"/>
                  </a:lnTo>
                  <a:lnTo>
                    <a:pt x="11162" y="516203"/>
                  </a:lnTo>
                  <a:lnTo>
                    <a:pt x="10826" y="515966"/>
                  </a:lnTo>
                  <a:lnTo>
                    <a:pt x="10119" y="515037"/>
                  </a:lnTo>
                  <a:lnTo>
                    <a:pt x="10171" y="514482"/>
                  </a:lnTo>
                  <a:lnTo>
                    <a:pt x="10447" y="514414"/>
                  </a:lnTo>
                  <a:lnTo>
                    <a:pt x="11155" y="514299"/>
                  </a:lnTo>
                  <a:lnTo>
                    <a:pt x="11432" y="514321"/>
                  </a:lnTo>
                  <a:lnTo>
                    <a:pt x="11459" y="514577"/>
                  </a:lnTo>
                  <a:lnTo>
                    <a:pt x="11540" y="514818"/>
                  </a:lnTo>
                  <a:lnTo>
                    <a:pt x="11894" y="515000"/>
                  </a:lnTo>
                  <a:lnTo>
                    <a:pt x="12143" y="515127"/>
                  </a:lnTo>
                  <a:lnTo>
                    <a:pt x="12454" y="515190"/>
                  </a:lnTo>
                  <a:lnTo>
                    <a:pt x="12759" y="515249"/>
                  </a:lnTo>
                  <a:lnTo>
                    <a:pt x="13145" y="515207"/>
                  </a:lnTo>
                  <a:lnTo>
                    <a:pt x="13120" y="515006"/>
                  </a:lnTo>
                  <a:lnTo>
                    <a:pt x="13338" y="514700"/>
                  </a:lnTo>
                  <a:lnTo>
                    <a:pt x="13636" y="514598"/>
                  </a:lnTo>
                  <a:lnTo>
                    <a:pt x="13918" y="514842"/>
                  </a:lnTo>
                  <a:lnTo>
                    <a:pt x="15447" y="515094"/>
                  </a:lnTo>
                  <a:lnTo>
                    <a:pt x="15675" y="515075"/>
                  </a:lnTo>
                  <a:lnTo>
                    <a:pt x="15988" y="514584"/>
                  </a:lnTo>
                  <a:lnTo>
                    <a:pt x="16061" y="514226"/>
                  </a:lnTo>
                  <a:lnTo>
                    <a:pt x="16019" y="513981"/>
                  </a:lnTo>
                  <a:lnTo>
                    <a:pt x="16104" y="513582"/>
                  </a:lnTo>
                  <a:lnTo>
                    <a:pt x="16218" y="513275"/>
                  </a:lnTo>
                  <a:lnTo>
                    <a:pt x="16296" y="512679"/>
                  </a:lnTo>
                  <a:lnTo>
                    <a:pt x="16332" y="512400"/>
                  </a:lnTo>
                  <a:lnTo>
                    <a:pt x="16329" y="511959"/>
                  </a:lnTo>
                  <a:lnTo>
                    <a:pt x="16262" y="511739"/>
                  </a:lnTo>
                  <a:lnTo>
                    <a:pt x="16190" y="511510"/>
                  </a:lnTo>
                  <a:lnTo>
                    <a:pt x="15858" y="510986"/>
                  </a:lnTo>
                  <a:lnTo>
                    <a:pt x="16266" y="510561"/>
                  </a:lnTo>
                  <a:lnTo>
                    <a:pt x="16663" y="510275"/>
                  </a:lnTo>
                  <a:lnTo>
                    <a:pt x="16521" y="510155"/>
                  </a:lnTo>
                  <a:lnTo>
                    <a:pt x="16324" y="509945"/>
                  </a:lnTo>
                  <a:lnTo>
                    <a:pt x="16594" y="509398"/>
                  </a:lnTo>
                  <a:lnTo>
                    <a:pt x="16517" y="508956"/>
                  </a:lnTo>
                  <a:lnTo>
                    <a:pt x="16665" y="508688"/>
                  </a:lnTo>
                  <a:lnTo>
                    <a:pt x="17140" y="508405"/>
                  </a:lnTo>
                  <a:lnTo>
                    <a:pt x="17545" y="508087"/>
                  </a:lnTo>
                  <a:lnTo>
                    <a:pt x="18057" y="507719"/>
                  </a:lnTo>
                  <a:lnTo>
                    <a:pt x="18208" y="507405"/>
                  </a:lnTo>
                  <a:lnTo>
                    <a:pt x="18502" y="506692"/>
                  </a:lnTo>
                  <a:lnTo>
                    <a:pt x="18876" y="506641"/>
                  </a:lnTo>
                  <a:lnTo>
                    <a:pt x="19079" y="506366"/>
                  </a:lnTo>
                  <a:lnTo>
                    <a:pt x="19213" y="506086"/>
                  </a:lnTo>
                  <a:lnTo>
                    <a:pt x="19253" y="505890"/>
                  </a:lnTo>
                  <a:lnTo>
                    <a:pt x="19240" y="505457"/>
                  </a:lnTo>
                  <a:lnTo>
                    <a:pt x="19477" y="505223"/>
                  </a:lnTo>
                  <a:lnTo>
                    <a:pt x="19639" y="505276"/>
                  </a:lnTo>
                  <a:lnTo>
                    <a:pt x="19881" y="505516"/>
                  </a:lnTo>
                  <a:lnTo>
                    <a:pt x="19933" y="505685"/>
                  </a:lnTo>
                  <a:lnTo>
                    <a:pt x="20126" y="505707"/>
                  </a:lnTo>
                  <a:lnTo>
                    <a:pt x="20347" y="505591"/>
                  </a:lnTo>
                  <a:lnTo>
                    <a:pt x="20824" y="505128"/>
                  </a:lnTo>
                  <a:lnTo>
                    <a:pt x="21047" y="504862"/>
                  </a:lnTo>
                  <a:lnTo>
                    <a:pt x="21092" y="504412"/>
                  </a:lnTo>
                  <a:lnTo>
                    <a:pt x="21315" y="504236"/>
                  </a:lnTo>
                  <a:lnTo>
                    <a:pt x="21741" y="503997"/>
                  </a:lnTo>
                  <a:lnTo>
                    <a:pt x="21922" y="503829"/>
                  </a:lnTo>
                  <a:lnTo>
                    <a:pt x="22129" y="503570"/>
                  </a:lnTo>
                  <a:lnTo>
                    <a:pt x="22189" y="503285"/>
                  </a:lnTo>
                  <a:lnTo>
                    <a:pt x="22247" y="502968"/>
                  </a:lnTo>
                  <a:lnTo>
                    <a:pt x="21963" y="502569"/>
                  </a:lnTo>
                  <a:lnTo>
                    <a:pt x="22111" y="502533"/>
                  </a:lnTo>
                  <a:lnTo>
                    <a:pt x="22720" y="502633"/>
                  </a:lnTo>
                  <a:lnTo>
                    <a:pt x="22946" y="502626"/>
                  </a:lnTo>
                  <a:lnTo>
                    <a:pt x="23270" y="502654"/>
                  </a:lnTo>
                  <a:lnTo>
                    <a:pt x="23550" y="502959"/>
                  </a:lnTo>
                  <a:lnTo>
                    <a:pt x="24349" y="502884"/>
                  </a:lnTo>
                  <a:lnTo>
                    <a:pt x="24703" y="502780"/>
                  </a:lnTo>
                  <a:lnTo>
                    <a:pt x="24930" y="502852"/>
                  </a:lnTo>
                  <a:lnTo>
                    <a:pt x="24926" y="503217"/>
                  </a:lnTo>
                  <a:lnTo>
                    <a:pt x="25131" y="503522"/>
                  </a:lnTo>
                  <a:lnTo>
                    <a:pt x="25392" y="503534"/>
                  </a:lnTo>
                  <a:lnTo>
                    <a:pt x="25742" y="503221"/>
                  </a:lnTo>
                  <a:lnTo>
                    <a:pt x="25854" y="503049"/>
                  </a:lnTo>
                  <a:lnTo>
                    <a:pt x="26033" y="502866"/>
                  </a:lnTo>
                  <a:lnTo>
                    <a:pt x="26423" y="502808"/>
                  </a:lnTo>
                  <a:lnTo>
                    <a:pt x="26916" y="503075"/>
                  </a:lnTo>
                  <a:lnTo>
                    <a:pt x="27075" y="503068"/>
                  </a:lnTo>
                  <a:lnTo>
                    <a:pt x="27399" y="502904"/>
                  </a:lnTo>
                  <a:lnTo>
                    <a:pt x="27904" y="502529"/>
                  </a:lnTo>
                  <a:lnTo>
                    <a:pt x="28126" y="502365"/>
                  </a:lnTo>
                  <a:lnTo>
                    <a:pt x="28390" y="502538"/>
                  </a:lnTo>
                  <a:lnTo>
                    <a:pt x="28772" y="502794"/>
                  </a:lnTo>
                  <a:lnTo>
                    <a:pt x="28906" y="502802"/>
                  </a:lnTo>
                  <a:lnTo>
                    <a:pt x="29386" y="503022"/>
                  </a:lnTo>
                  <a:lnTo>
                    <a:pt x="29690" y="503201"/>
                  </a:lnTo>
                  <a:lnTo>
                    <a:pt x="29856" y="503189"/>
                  </a:lnTo>
                  <a:lnTo>
                    <a:pt x="30189" y="503199"/>
                  </a:lnTo>
                  <a:lnTo>
                    <a:pt x="30182" y="503517"/>
                  </a:lnTo>
                  <a:lnTo>
                    <a:pt x="29944" y="503733"/>
                  </a:lnTo>
                  <a:lnTo>
                    <a:pt x="29729" y="503838"/>
                  </a:lnTo>
                  <a:lnTo>
                    <a:pt x="29524" y="503804"/>
                  </a:lnTo>
                  <a:lnTo>
                    <a:pt x="29254" y="504067"/>
                  </a:lnTo>
                  <a:lnTo>
                    <a:pt x="29195" y="504200"/>
                  </a:lnTo>
                  <a:lnTo>
                    <a:pt x="29132" y="504343"/>
                  </a:lnTo>
                  <a:lnTo>
                    <a:pt x="29057" y="504846"/>
                  </a:lnTo>
                  <a:lnTo>
                    <a:pt x="29230" y="504955"/>
                  </a:lnTo>
                  <a:lnTo>
                    <a:pt x="29465" y="504935"/>
                  </a:lnTo>
                  <a:lnTo>
                    <a:pt x="29865" y="504900"/>
                  </a:lnTo>
                  <a:lnTo>
                    <a:pt x="30021" y="504873"/>
                  </a:lnTo>
                  <a:lnTo>
                    <a:pt x="30310" y="504779"/>
                  </a:lnTo>
                  <a:lnTo>
                    <a:pt x="30667" y="504290"/>
                  </a:lnTo>
                  <a:lnTo>
                    <a:pt x="31012" y="504392"/>
                  </a:lnTo>
                  <a:lnTo>
                    <a:pt x="30872" y="504488"/>
                  </a:lnTo>
                  <a:lnTo>
                    <a:pt x="30704" y="504663"/>
                  </a:lnTo>
                  <a:lnTo>
                    <a:pt x="30797" y="505120"/>
                  </a:lnTo>
                  <a:lnTo>
                    <a:pt x="30934" y="505293"/>
                  </a:lnTo>
                  <a:lnTo>
                    <a:pt x="31120" y="505505"/>
                  </a:lnTo>
                  <a:lnTo>
                    <a:pt x="31337" y="505556"/>
                  </a:lnTo>
                  <a:lnTo>
                    <a:pt x="31528" y="505568"/>
                  </a:lnTo>
                  <a:lnTo>
                    <a:pt x="31668" y="505624"/>
                  </a:lnTo>
                  <a:lnTo>
                    <a:pt x="31879" y="505730"/>
                  </a:lnTo>
                  <a:lnTo>
                    <a:pt x="32003" y="505881"/>
                  </a:lnTo>
                  <a:lnTo>
                    <a:pt x="32295" y="506108"/>
                  </a:lnTo>
                  <a:lnTo>
                    <a:pt x="32438" y="506184"/>
                  </a:lnTo>
                  <a:lnTo>
                    <a:pt x="32621" y="506236"/>
                  </a:lnTo>
                  <a:lnTo>
                    <a:pt x="33124" y="506170"/>
                  </a:lnTo>
                  <a:lnTo>
                    <a:pt x="33579" y="505692"/>
                  </a:lnTo>
                  <a:lnTo>
                    <a:pt x="33620" y="505563"/>
                  </a:lnTo>
                  <a:lnTo>
                    <a:pt x="33798" y="505282"/>
                  </a:lnTo>
                  <a:lnTo>
                    <a:pt x="34055" y="505234"/>
                  </a:lnTo>
                  <a:lnTo>
                    <a:pt x="34422" y="505246"/>
                  </a:lnTo>
                  <a:lnTo>
                    <a:pt x="34729" y="505259"/>
                  </a:lnTo>
                  <a:lnTo>
                    <a:pt x="35237" y="505088"/>
                  </a:lnTo>
                  <a:lnTo>
                    <a:pt x="35319" y="504863"/>
                  </a:lnTo>
                  <a:lnTo>
                    <a:pt x="35517" y="504603"/>
                  </a:lnTo>
                  <a:lnTo>
                    <a:pt x="35687" y="504414"/>
                  </a:lnTo>
                  <a:lnTo>
                    <a:pt x="35998" y="504067"/>
                  </a:lnTo>
                  <a:lnTo>
                    <a:pt x="36253" y="503823"/>
                  </a:lnTo>
                  <a:lnTo>
                    <a:pt x="36943" y="503421"/>
                  </a:lnTo>
                  <a:lnTo>
                    <a:pt x="37188" y="503020"/>
                  </a:lnTo>
                  <a:lnTo>
                    <a:pt x="37866" y="502850"/>
                  </a:lnTo>
                  <a:lnTo>
                    <a:pt x="38123" y="502913"/>
                  </a:lnTo>
                  <a:lnTo>
                    <a:pt x="38480" y="502953"/>
                  </a:lnTo>
                  <a:lnTo>
                    <a:pt x="38982" y="503169"/>
                  </a:lnTo>
                  <a:lnTo>
                    <a:pt x="38960" y="503555"/>
                  </a:lnTo>
                  <a:lnTo>
                    <a:pt x="39162" y="503584"/>
                  </a:lnTo>
                  <a:lnTo>
                    <a:pt x="39809" y="503770"/>
                  </a:lnTo>
                  <a:lnTo>
                    <a:pt x="39930" y="503898"/>
                  </a:lnTo>
                  <a:lnTo>
                    <a:pt x="40226" y="504060"/>
                  </a:lnTo>
                  <a:lnTo>
                    <a:pt x="40534" y="503899"/>
                  </a:lnTo>
                  <a:lnTo>
                    <a:pt x="41326" y="503310"/>
                  </a:lnTo>
                  <a:lnTo>
                    <a:pt x="41657" y="503227"/>
                  </a:lnTo>
                  <a:lnTo>
                    <a:pt x="41872" y="503098"/>
                  </a:lnTo>
                  <a:lnTo>
                    <a:pt x="41845" y="502937"/>
                  </a:lnTo>
                  <a:lnTo>
                    <a:pt x="41794" y="502780"/>
                  </a:lnTo>
                  <a:lnTo>
                    <a:pt x="41732" y="502589"/>
                  </a:lnTo>
                  <a:lnTo>
                    <a:pt x="41710" y="502370"/>
                  </a:lnTo>
                  <a:lnTo>
                    <a:pt x="42192" y="502317"/>
                  </a:lnTo>
                  <a:lnTo>
                    <a:pt x="42533" y="502310"/>
                  </a:lnTo>
                  <a:lnTo>
                    <a:pt x="42931" y="502347"/>
                  </a:lnTo>
                  <a:lnTo>
                    <a:pt x="43365" y="502379"/>
                  </a:lnTo>
                  <a:lnTo>
                    <a:pt x="43694" y="502192"/>
                  </a:lnTo>
                  <a:lnTo>
                    <a:pt x="43994" y="502115"/>
                  </a:lnTo>
                  <a:lnTo>
                    <a:pt x="44765" y="502173"/>
                  </a:lnTo>
                  <a:lnTo>
                    <a:pt x="45222" y="502687"/>
                  </a:lnTo>
                  <a:lnTo>
                    <a:pt x="45233" y="502966"/>
                  </a:lnTo>
                  <a:lnTo>
                    <a:pt x="45243" y="503230"/>
                  </a:lnTo>
                  <a:lnTo>
                    <a:pt x="45300" y="503855"/>
                  </a:lnTo>
                  <a:lnTo>
                    <a:pt x="45515" y="504154"/>
                  </a:lnTo>
                  <a:lnTo>
                    <a:pt x="45587" y="504358"/>
                  </a:lnTo>
                  <a:lnTo>
                    <a:pt x="45572" y="504561"/>
                  </a:lnTo>
                  <a:lnTo>
                    <a:pt x="45500" y="504945"/>
                  </a:lnTo>
                  <a:lnTo>
                    <a:pt x="45462" y="505455"/>
                  </a:lnTo>
                  <a:lnTo>
                    <a:pt x="45523" y="505783"/>
                  </a:lnTo>
                  <a:lnTo>
                    <a:pt x="45620" y="506236"/>
                  </a:lnTo>
                  <a:lnTo>
                    <a:pt x="45992" y="506530"/>
                  </a:lnTo>
                  <a:lnTo>
                    <a:pt x="46214" y="506999"/>
                  </a:lnTo>
                  <a:lnTo>
                    <a:pt x="46258" y="507337"/>
                  </a:lnTo>
                  <a:lnTo>
                    <a:pt x="46549" y="507220"/>
                  </a:lnTo>
                  <a:lnTo>
                    <a:pt x="46953" y="506965"/>
                  </a:lnTo>
                  <a:lnTo>
                    <a:pt x="47125" y="506738"/>
                  </a:lnTo>
                  <a:lnTo>
                    <a:pt x="47329" y="506568"/>
                  </a:lnTo>
                  <a:lnTo>
                    <a:pt x="47534" y="506665"/>
                  </a:lnTo>
                  <a:lnTo>
                    <a:pt x="47894" y="506971"/>
                  </a:lnTo>
                  <a:lnTo>
                    <a:pt x="47990" y="507323"/>
                  </a:lnTo>
                  <a:lnTo>
                    <a:pt x="48151" y="507767"/>
                  </a:lnTo>
                  <a:lnTo>
                    <a:pt x="48604" y="507862"/>
                  </a:lnTo>
                  <a:lnTo>
                    <a:pt x="49053" y="507820"/>
                  </a:lnTo>
                  <a:lnTo>
                    <a:pt x="49404" y="507794"/>
                  </a:lnTo>
                  <a:lnTo>
                    <a:pt x="49967" y="507416"/>
                  </a:lnTo>
                  <a:lnTo>
                    <a:pt x="50371" y="507221"/>
                  </a:lnTo>
                  <a:lnTo>
                    <a:pt x="50520" y="506970"/>
                  </a:lnTo>
                  <a:lnTo>
                    <a:pt x="50587" y="506646"/>
                  </a:lnTo>
                  <a:lnTo>
                    <a:pt x="50649" y="506106"/>
                  </a:lnTo>
                  <a:lnTo>
                    <a:pt x="50607" y="505971"/>
                  </a:lnTo>
                  <a:lnTo>
                    <a:pt x="50450" y="505738"/>
                  </a:lnTo>
                  <a:lnTo>
                    <a:pt x="50271" y="505489"/>
                  </a:lnTo>
                  <a:lnTo>
                    <a:pt x="50187" y="505281"/>
                  </a:lnTo>
                  <a:lnTo>
                    <a:pt x="50178" y="504726"/>
                  </a:lnTo>
                  <a:lnTo>
                    <a:pt x="50231" y="504498"/>
                  </a:lnTo>
                  <a:lnTo>
                    <a:pt x="50429" y="504448"/>
                  </a:lnTo>
                  <a:lnTo>
                    <a:pt x="50666" y="504461"/>
                  </a:lnTo>
                  <a:lnTo>
                    <a:pt x="51332" y="504627"/>
                  </a:lnTo>
                  <a:lnTo>
                    <a:pt x="51503" y="504356"/>
                  </a:lnTo>
                  <a:lnTo>
                    <a:pt x="51260" y="504111"/>
                  </a:lnTo>
                  <a:lnTo>
                    <a:pt x="51456" y="503861"/>
                  </a:lnTo>
                  <a:lnTo>
                    <a:pt x="51502" y="503319"/>
                  </a:lnTo>
                  <a:lnTo>
                    <a:pt x="51550" y="503030"/>
                  </a:lnTo>
                  <a:lnTo>
                    <a:pt x="51663" y="502663"/>
                  </a:lnTo>
                  <a:lnTo>
                    <a:pt x="51550" y="502351"/>
                  </a:lnTo>
                  <a:lnTo>
                    <a:pt x="51515" y="502087"/>
                  </a:lnTo>
                  <a:lnTo>
                    <a:pt x="51525" y="501874"/>
                  </a:lnTo>
                  <a:lnTo>
                    <a:pt x="51468" y="501664"/>
                  </a:lnTo>
                  <a:lnTo>
                    <a:pt x="51330" y="501424"/>
                  </a:lnTo>
                  <a:lnTo>
                    <a:pt x="50752" y="501014"/>
                  </a:lnTo>
                  <a:lnTo>
                    <a:pt x="50831" y="500703"/>
                  </a:lnTo>
                  <a:lnTo>
                    <a:pt x="50372" y="500387"/>
                  </a:lnTo>
                  <a:lnTo>
                    <a:pt x="50072" y="500116"/>
                  </a:lnTo>
                  <a:lnTo>
                    <a:pt x="50198" y="499872"/>
                  </a:lnTo>
                  <a:lnTo>
                    <a:pt x="50251" y="499714"/>
                  </a:lnTo>
                  <a:lnTo>
                    <a:pt x="50195" y="499225"/>
                  </a:lnTo>
                  <a:lnTo>
                    <a:pt x="49882" y="499130"/>
                  </a:lnTo>
                  <a:lnTo>
                    <a:pt x="49543" y="499013"/>
                  </a:lnTo>
                  <a:lnTo>
                    <a:pt x="49537" y="498875"/>
                  </a:lnTo>
                  <a:lnTo>
                    <a:pt x="49107" y="498304"/>
                  </a:lnTo>
                  <a:lnTo>
                    <a:pt x="48706" y="497811"/>
                  </a:lnTo>
                  <a:lnTo>
                    <a:pt x="48060" y="497831"/>
                  </a:lnTo>
                  <a:lnTo>
                    <a:pt x="47872" y="497752"/>
                  </a:lnTo>
                  <a:lnTo>
                    <a:pt x="47641" y="497622"/>
                  </a:lnTo>
                  <a:lnTo>
                    <a:pt x="47364" y="497464"/>
                  </a:lnTo>
                  <a:lnTo>
                    <a:pt x="46947" y="497369"/>
                  </a:lnTo>
                  <a:lnTo>
                    <a:pt x="46798" y="497085"/>
                  </a:lnTo>
                  <a:lnTo>
                    <a:pt x="46817" y="496516"/>
                  </a:lnTo>
                  <a:lnTo>
                    <a:pt x="46856" y="496329"/>
                  </a:lnTo>
                  <a:lnTo>
                    <a:pt x="47082" y="496083"/>
                  </a:lnTo>
                  <a:lnTo>
                    <a:pt x="46881" y="495308"/>
                  </a:lnTo>
                  <a:lnTo>
                    <a:pt x="46961" y="494893"/>
                  </a:lnTo>
                  <a:lnTo>
                    <a:pt x="46972" y="494324"/>
                  </a:lnTo>
                  <a:lnTo>
                    <a:pt x="46970" y="494173"/>
                  </a:lnTo>
                  <a:lnTo>
                    <a:pt x="46940" y="493917"/>
                  </a:lnTo>
                  <a:lnTo>
                    <a:pt x="46719" y="493248"/>
                  </a:lnTo>
                  <a:lnTo>
                    <a:pt x="46377" y="493303"/>
                  </a:lnTo>
                  <a:lnTo>
                    <a:pt x="45853" y="493205"/>
                  </a:lnTo>
                  <a:lnTo>
                    <a:pt x="45738" y="492943"/>
                  </a:lnTo>
                  <a:lnTo>
                    <a:pt x="45787" y="492379"/>
                  </a:lnTo>
                  <a:lnTo>
                    <a:pt x="45909" y="491945"/>
                  </a:lnTo>
                  <a:lnTo>
                    <a:pt x="45843" y="491609"/>
                  </a:lnTo>
                  <a:lnTo>
                    <a:pt x="46054" y="490936"/>
                  </a:lnTo>
                  <a:lnTo>
                    <a:pt x="46538" y="490882"/>
                  </a:lnTo>
                  <a:lnTo>
                    <a:pt x="46958" y="490827"/>
                  </a:lnTo>
                  <a:lnTo>
                    <a:pt x="47100" y="490639"/>
                  </a:lnTo>
                  <a:lnTo>
                    <a:pt x="47578" y="489864"/>
                  </a:lnTo>
                  <a:lnTo>
                    <a:pt x="47437" y="489547"/>
                  </a:lnTo>
                  <a:lnTo>
                    <a:pt x="47164" y="489386"/>
                  </a:lnTo>
                  <a:lnTo>
                    <a:pt x="46984" y="489268"/>
                  </a:lnTo>
                  <a:lnTo>
                    <a:pt x="46852" y="489182"/>
                  </a:lnTo>
                  <a:lnTo>
                    <a:pt x="46609" y="488938"/>
                  </a:lnTo>
                  <a:lnTo>
                    <a:pt x="46541" y="488677"/>
                  </a:lnTo>
                  <a:lnTo>
                    <a:pt x="46491" y="488487"/>
                  </a:lnTo>
                  <a:lnTo>
                    <a:pt x="45863" y="488017"/>
                  </a:lnTo>
                  <a:lnTo>
                    <a:pt x="45819" y="488376"/>
                  </a:lnTo>
                  <a:lnTo>
                    <a:pt x="45246" y="488859"/>
                  </a:lnTo>
                  <a:lnTo>
                    <a:pt x="45072" y="488808"/>
                  </a:lnTo>
                  <a:lnTo>
                    <a:pt x="44840" y="488820"/>
                  </a:lnTo>
                  <a:lnTo>
                    <a:pt x="44241" y="488853"/>
                  </a:lnTo>
                  <a:lnTo>
                    <a:pt x="43870" y="488405"/>
                  </a:lnTo>
                  <a:lnTo>
                    <a:pt x="43997" y="487533"/>
                  </a:lnTo>
                  <a:lnTo>
                    <a:pt x="43740" y="487012"/>
                  </a:lnTo>
                  <a:lnTo>
                    <a:pt x="43599" y="486953"/>
                  </a:lnTo>
                  <a:lnTo>
                    <a:pt x="43469" y="486638"/>
                  </a:lnTo>
                  <a:lnTo>
                    <a:pt x="44067" y="486433"/>
                  </a:lnTo>
                  <a:lnTo>
                    <a:pt x="44506" y="485898"/>
                  </a:lnTo>
                  <a:lnTo>
                    <a:pt x="44631" y="485629"/>
                  </a:lnTo>
                  <a:lnTo>
                    <a:pt x="44867" y="485471"/>
                  </a:lnTo>
                  <a:lnTo>
                    <a:pt x="45127" y="485296"/>
                  </a:lnTo>
                  <a:lnTo>
                    <a:pt x="45272" y="485030"/>
                  </a:lnTo>
                  <a:lnTo>
                    <a:pt x="45194" y="484668"/>
                  </a:lnTo>
                  <a:lnTo>
                    <a:pt x="45325" y="484409"/>
                  </a:lnTo>
                  <a:lnTo>
                    <a:pt x="45588" y="484112"/>
                  </a:lnTo>
                  <a:lnTo>
                    <a:pt x="45818" y="484085"/>
                  </a:lnTo>
                  <a:lnTo>
                    <a:pt x="46146" y="483941"/>
                  </a:lnTo>
                  <a:lnTo>
                    <a:pt x="46247" y="483680"/>
                  </a:lnTo>
                  <a:lnTo>
                    <a:pt x="46330" y="483465"/>
                  </a:lnTo>
                  <a:lnTo>
                    <a:pt x="46314" y="483094"/>
                  </a:lnTo>
                  <a:lnTo>
                    <a:pt x="46576" y="482384"/>
                  </a:lnTo>
                  <a:lnTo>
                    <a:pt x="46729" y="482258"/>
                  </a:lnTo>
                  <a:lnTo>
                    <a:pt x="46744" y="482067"/>
                  </a:lnTo>
                  <a:lnTo>
                    <a:pt x="46740" y="481911"/>
                  </a:lnTo>
                  <a:lnTo>
                    <a:pt x="46664" y="481462"/>
                  </a:lnTo>
                  <a:lnTo>
                    <a:pt x="46445" y="481109"/>
                  </a:lnTo>
                  <a:lnTo>
                    <a:pt x="46314" y="480926"/>
                  </a:lnTo>
                  <a:lnTo>
                    <a:pt x="46283" y="480565"/>
                  </a:lnTo>
                  <a:lnTo>
                    <a:pt x="46280" y="480292"/>
                  </a:lnTo>
                  <a:lnTo>
                    <a:pt x="46344" y="480083"/>
                  </a:lnTo>
                  <a:lnTo>
                    <a:pt x="46981" y="479890"/>
                  </a:lnTo>
                  <a:lnTo>
                    <a:pt x="47087" y="479545"/>
                  </a:lnTo>
                  <a:lnTo>
                    <a:pt x="47110" y="479337"/>
                  </a:lnTo>
                  <a:lnTo>
                    <a:pt x="47501" y="478705"/>
                  </a:lnTo>
                  <a:lnTo>
                    <a:pt x="47874" y="478384"/>
                  </a:lnTo>
                  <a:lnTo>
                    <a:pt x="48079" y="478074"/>
                  </a:lnTo>
                  <a:lnTo>
                    <a:pt x="48124" y="477929"/>
                  </a:lnTo>
                  <a:lnTo>
                    <a:pt x="48117" y="477788"/>
                  </a:lnTo>
                  <a:lnTo>
                    <a:pt x="47924" y="477232"/>
                  </a:lnTo>
                  <a:lnTo>
                    <a:pt x="47707" y="476792"/>
                  </a:lnTo>
                  <a:lnTo>
                    <a:pt x="47651" y="476252"/>
                  </a:lnTo>
                  <a:lnTo>
                    <a:pt x="47788" y="475805"/>
                  </a:lnTo>
                  <a:lnTo>
                    <a:pt x="48011" y="475766"/>
                  </a:lnTo>
                  <a:lnTo>
                    <a:pt x="48527" y="475789"/>
                  </a:lnTo>
                  <a:lnTo>
                    <a:pt x="49031" y="475885"/>
                  </a:lnTo>
                  <a:lnTo>
                    <a:pt x="49425" y="475831"/>
                  </a:lnTo>
                  <a:lnTo>
                    <a:pt x="49726" y="475666"/>
                  </a:lnTo>
                  <a:lnTo>
                    <a:pt x="50050" y="475787"/>
                  </a:lnTo>
                  <a:lnTo>
                    <a:pt x="50319" y="475891"/>
                  </a:lnTo>
                  <a:lnTo>
                    <a:pt x="50603" y="475843"/>
                  </a:lnTo>
                  <a:lnTo>
                    <a:pt x="51024" y="474965"/>
                  </a:lnTo>
                  <a:lnTo>
                    <a:pt x="51122" y="474830"/>
                  </a:lnTo>
                  <a:lnTo>
                    <a:pt x="51260" y="474643"/>
                  </a:lnTo>
                  <a:lnTo>
                    <a:pt x="51607" y="474153"/>
                  </a:lnTo>
                  <a:lnTo>
                    <a:pt x="51729" y="473755"/>
                  </a:lnTo>
                  <a:lnTo>
                    <a:pt x="51606" y="473505"/>
                  </a:lnTo>
                  <a:lnTo>
                    <a:pt x="51074" y="472872"/>
                  </a:lnTo>
                  <a:lnTo>
                    <a:pt x="51053" y="472593"/>
                  </a:lnTo>
                  <a:lnTo>
                    <a:pt x="50728" y="472145"/>
                  </a:lnTo>
                  <a:lnTo>
                    <a:pt x="50619" y="471814"/>
                  </a:lnTo>
                  <a:lnTo>
                    <a:pt x="50649" y="471503"/>
                  </a:lnTo>
                  <a:lnTo>
                    <a:pt x="50703" y="471112"/>
                  </a:lnTo>
                  <a:lnTo>
                    <a:pt x="50418" y="470952"/>
                  </a:lnTo>
                  <a:lnTo>
                    <a:pt x="50386" y="470825"/>
                  </a:lnTo>
                  <a:lnTo>
                    <a:pt x="50374" y="470464"/>
                  </a:lnTo>
                  <a:lnTo>
                    <a:pt x="50391" y="470041"/>
                  </a:lnTo>
                  <a:lnTo>
                    <a:pt x="50399" y="469839"/>
                  </a:lnTo>
                  <a:lnTo>
                    <a:pt x="50387" y="469609"/>
                  </a:lnTo>
                  <a:lnTo>
                    <a:pt x="49962" y="469359"/>
                  </a:lnTo>
                  <a:lnTo>
                    <a:pt x="49661" y="468657"/>
                  </a:lnTo>
                  <a:lnTo>
                    <a:pt x="49595" y="468480"/>
                  </a:lnTo>
                  <a:lnTo>
                    <a:pt x="49130" y="468134"/>
                  </a:lnTo>
                  <a:lnTo>
                    <a:pt x="48917" y="468084"/>
                  </a:lnTo>
                  <a:lnTo>
                    <a:pt x="48788" y="468483"/>
                  </a:lnTo>
                  <a:lnTo>
                    <a:pt x="48663" y="468786"/>
                  </a:lnTo>
                  <a:lnTo>
                    <a:pt x="47922" y="468809"/>
                  </a:lnTo>
                  <a:lnTo>
                    <a:pt x="47566" y="468698"/>
                  </a:lnTo>
                  <a:lnTo>
                    <a:pt x="47245" y="468163"/>
                  </a:lnTo>
                  <a:lnTo>
                    <a:pt x="47666" y="467829"/>
                  </a:lnTo>
                  <a:lnTo>
                    <a:pt x="47830" y="467661"/>
                  </a:lnTo>
                  <a:lnTo>
                    <a:pt x="47915" y="467526"/>
                  </a:lnTo>
                  <a:lnTo>
                    <a:pt x="48132" y="466790"/>
                  </a:lnTo>
                  <a:lnTo>
                    <a:pt x="48207" y="466558"/>
                  </a:lnTo>
                  <a:lnTo>
                    <a:pt x="48620" y="466391"/>
                  </a:lnTo>
                  <a:lnTo>
                    <a:pt x="48946" y="466060"/>
                  </a:lnTo>
                  <a:lnTo>
                    <a:pt x="49031" y="465888"/>
                  </a:lnTo>
                  <a:lnTo>
                    <a:pt x="49267" y="466007"/>
                  </a:lnTo>
                  <a:lnTo>
                    <a:pt x="49413" y="466169"/>
                  </a:lnTo>
                  <a:lnTo>
                    <a:pt x="49616" y="466431"/>
                  </a:lnTo>
                  <a:lnTo>
                    <a:pt x="50420" y="466719"/>
                  </a:lnTo>
                  <a:lnTo>
                    <a:pt x="50626" y="466630"/>
                  </a:lnTo>
                  <a:lnTo>
                    <a:pt x="51240" y="466751"/>
                  </a:lnTo>
                  <a:lnTo>
                    <a:pt x="51378" y="466924"/>
                  </a:lnTo>
                  <a:lnTo>
                    <a:pt x="51488" y="467137"/>
                  </a:lnTo>
                  <a:lnTo>
                    <a:pt x="51624" y="467983"/>
                  </a:lnTo>
                  <a:lnTo>
                    <a:pt x="52062" y="468307"/>
                  </a:lnTo>
                  <a:lnTo>
                    <a:pt x="52307" y="467999"/>
                  </a:lnTo>
                  <a:lnTo>
                    <a:pt x="52683" y="467742"/>
                  </a:lnTo>
                  <a:lnTo>
                    <a:pt x="53326" y="467570"/>
                  </a:lnTo>
                  <a:lnTo>
                    <a:pt x="53543" y="467681"/>
                  </a:lnTo>
                  <a:lnTo>
                    <a:pt x="53680" y="467896"/>
                  </a:lnTo>
                  <a:lnTo>
                    <a:pt x="53912" y="468085"/>
                  </a:lnTo>
                  <a:lnTo>
                    <a:pt x="54221" y="468299"/>
                  </a:lnTo>
                  <a:lnTo>
                    <a:pt x="54360" y="468391"/>
                  </a:lnTo>
                  <a:lnTo>
                    <a:pt x="54733" y="468550"/>
                  </a:lnTo>
                  <a:lnTo>
                    <a:pt x="55399" y="468379"/>
                  </a:lnTo>
                  <a:lnTo>
                    <a:pt x="55786" y="468276"/>
                  </a:lnTo>
                  <a:lnTo>
                    <a:pt x="56227" y="468055"/>
                  </a:lnTo>
                  <a:lnTo>
                    <a:pt x="56273" y="467462"/>
                  </a:lnTo>
                  <a:lnTo>
                    <a:pt x="56809" y="467192"/>
                  </a:lnTo>
                  <a:lnTo>
                    <a:pt x="57169" y="466965"/>
                  </a:lnTo>
                  <a:lnTo>
                    <a:pt x="57423" y="466609"/>
                  </a:lnTo>
                  <a:lnTo>
                    <a:pt x="57236" y="465848"/>
                  </a:lnTo>
                  <a:lnTo>
                    <a:pt x="57271" y="465540"/>
                  </a:lnTo>
                  <a:lnTo>
                    <a:pt x="57289" y="465383"/>
                  </a:lnTo>
                  <a:lnTo>
                    <a:pt x="57324" y="465044"/>
                  </a:lnTo>
                  <a:lnTo>
                    <a:pt x="57331" y="464835"/>
                  </a:lnTo>
                  <a:lnTo>
                    <a:pt x="57308" y="464682"/>
                  </a:lnTo>
                  <a:lnTo>
                    <a:pt x="57190" y="464286"/>
                  </a:lnTo>
                  <a:lnTo>
                    <a:pt x="56893" y="464225"/>
                  </a:lnTo>
                  <a:lnTo>
                    <a:pt x="56496" y="464000"/>
                  </a:lnTo>
                  <a:lnTo>
                    <a:pt x="56521" y="463781"/>
                  </a:lnTo>
                  <a:lnTo>
                    <a:pt x="56676" y="463505"/>
                  </a:lnTo>
                  <a:lnTo>
                    <a:pt x="56909" y="463332"/>
                  </a:lnTo>
                  <a:lnTo>
                    <a:pt x="57565" y="463101"/>
                  </a:lnTo>
                  <a:lnTo>
                    <a:pt x="57853" y="463045"/>
                  </a:lnTo>
                  <a:lnTo>
                    <a:pt x="57935" y="462911"/>
                  </a:lnTo>
                  <a:lnTo>
                    <a:pt x="58027" y="462737"/>
                  </a:lnTo>
                  <a:lnTo>
                    <a:pt x="58080" y="462553"/>
                  </a:lnTo>
                  <a:lnTo>
                    <a:pt x="58038" y="461853"/>
                  </a:lnTo>
                  <a:lnTo>
                    <a:pt x="56556" y="461640"/>
                  </a:lnTo>
                  <a:lnTo>
                    <a:pt x="56090" y="461172"/>
                  </a:lnTo>
                  <a:lnTo>
                    <a:pt x="55753" y="461215"/>
                  </a:lnTo>
                  <a:lnTo>
                    <a:pt x="55250" y="461134"/>
                  </a:lnTo>
                  <a:lnTo>
                    <a:pt x="54840" y="460742"/>
                  </a:lnTo>
                  <a:lnTo>
                    <a:pt x="54604" y="460819"/>
                  </a:lnTo>
                  <a:lnTo>
                    <a:pt x="54243" y="460436"/>
                  </a:lnTo>
                  <a:lnTo>
                    <a:pt x="54022" y="460093"/>
                  </a:lnTo>
                  <a:lnTo>
                    <a:pt x="53824" y="459930"/>
                  </a:lnTo>
                  <a:lnTo>
                    <a:pt x="53623" y="459715"/>
                  </a:lnTo>
                  <a:lnTo>
                    <a:pt x="53608" y="459574"/>
                  </a:lnTo>
                  <a:lnTo>
                    <a:pt x="53591" y="459407"/>
                  </a:lnTo>
                  <a:lnTo>
                    <a:pt x="53320" y="458662"/>
                  </a:lnTo>
                  <a:lnTo>
                    <a:pt x="53264" y="458496"/>
                  </a:lnTo>
                  <a:lnTo>
                    <a:pt x="53393" y="457829"/>
                  </a:lnTo>
                  <a:lnTo>
                    <a:pt x="53335" y="457667"/>
                  </a:lnTo>
                  <a:lnTo>
                    <a:pt x="52956" y="457375"/>
                  </a:lnTo>
                  <a:lnTo>
                    <a:pt x="52548" y="457705"/>
                  </a:lnTo>
                  <a:lnTo>
                    <a:pt x="52015" y="457256"/>
                  </a:lnTo>
                  <a:lnTo>
                    <a:pt x="52242" y="456781"/>
                  </a:lnTo>
                  <a:lnTo>
                    <a:pt x="52069" y="456825"/>
                  </a:lnTo>
                  <a:lnTo>
                    <a:pt x="51684" y="456446"/>
                  </a:lnTo>
                  <a:lnTo>
                    <a:pt x="51323" y="456331"/>
                  </a:lnTo>
                  <a:lnTo>
                    <a:pt x="51110" y="456384"/>
                  </a:lnTo>
                  <a:lnTo>
                    <a:pt x="50979" y="456035"/>
                  </a:lnTo>
                  <a:lnTo>
                    <a:pt x="51001" y="455740"/>
                  </a:lnTo>
                  <a:lnTo>
                    <a:pt x="50095" y="455525"/>
                  </a:lnTo>
                  <a:lnTo>
                    <a:pt x="49868" y="455773"/>
                  </a:lnTo>
                  <a:lnTo>
                    <a:pt x="49687" y="455681"/>
                  </a:lnTo>
                  <a:lnTo>
                    <a:pt x="49683" y="455519"/>
                  </a:lnTo>
                  <a:lnTo>
                    <a:pt x="49405" y="455295"/>
                  </a:lnTo>
                  <a:lnTo>
                    <a:pt x="49095" y="455275"/>
                  </a:lnTo>
                  <a:lnTo>
                    <a:pt x="48791" y="455180"/>
                  </a:lnTo>
                  <a:lnTo>
                    <a:pt x="48270" y="454867"/>
                  </a:lnTo>
                  <a:lnTo>
                    <a:pt x="48258" y="454443"/>
                  </a:lnTo>
                  <a:lnTo>
                    <a:pt x="47839" y="454311"/>
                  </a:lnTo>
                  <a:lnTo>
                    <a:pt x="47609" y="454222"/>
                  </a:lnTo>
                  <a:lnTo>
                    <a:pt x="47439" y="454155"/>
                  </a:lnTo>
                  <a:lnTo>
                    <a:pt x="47178" y="454046"/>
                  </a:lnTo>
                  <a:lnTo>
                    <a:pt x="46864" y="453731"/>
                  </a:lnTo>
                  <a:lnTo>
                    <a:pt x="46652" y="453782"/>
                  </a:lnTo>
                  <a:lnTo>
                    <a:pt x="46431" y="453726"/>
                  </a:lnTo>
                  <a:lnTo>
                    <a:pt x="46270" y="453669"/>
                  </a:lnTo>
                  <a:lnTo>
                    <a:pt x="46104" y="453311"/>
                  </a:lnTo>
                  <a:lnTo>
                    <a:pt x="45460" y="453299"/>
                  </a:lnTo>
                  <a:lnTo>
                    <a:pt x="45349" y="453598"/>
                  </a:lnTo>
                  <a:lnTo>
                    <a:pt x="45040" y="453670"/>
                  </a:lnTo>
                  <a:lnTo>
                    <a:pt x="44619" y="453435"/>
                  </a:lnTo>
                  <a:lnTo>
                    <a:pt x="43619" y="453627"/>
                  </a:lnTo>
                  <a:lnTo>
                    <a:pt x="43235" y="453776"/>
                  </a:lnTo>
                  <a:lnTo>
                    <a:pt x="43056" y="454014"/>
                  </a:lnTo>
                  <a:lnTo>
                    <a:pt x="42814" y="454425"/>
                  </a:lnTo>
                  <a:lnTo>
                    <a:pt x="42605" y="454414"/>
                  </a:lnTo>
                  <a:lnTo>
                    <a:pt x="42300" y="454326"/>
                  </a:lnTo>
                  <a:lnTo>
                    <a:pt x="42270" y="454161"/>
                  </a:lnTo>
                  <a:lnTo>
                    <a:pt x="42230" y="453884"/>
                  </a:lnTo>
                  <a:lnTo>
                    <a:pt x="41877" y="453983"/>
                  </a:lnTo>
                  <a:lnTo>
                    <a:pt x="41747" y="454112"/>
                  </a:lnTo>
                  <a:lnTo>
                    <a:pt x="41582" y="454231"/>
                  </a:lnTo>
                  <a:lnTo>
                    <a:pt x="41217" y="454221"/>
                  </a:lnTo>
                  <a:lnTo>
                    <a:pt x="40922" y="454079"/>
                  </a:lnTo>
                  <a:lnTo>
                    <a:pt x="40630" y="453958"/>
                  </a:lnTo>
                  <a:lnTo>
                    <a:pt x="40391" y="453958"/>
                  </a:lnTo>
                  <a:lnTo>
                    <a:pt x="40260" y="454024"/>
                  </a:lnTo>
                  <a:lnTo>
                    <a:pt x="40090" y="454040"/>
                  </a:lnTo>
                  <a:lnTo>
                    <a:pt x="39880" y="453783"/>
                  </a:lnTo>
                  <a:lnTo>
                    <a:pt x="40282" y="453089"/>
                  </a:lnTo>
                  <a:lnTo>
                    <a:pt x="40076" y="452345"/>
                  </a:lnTo>
                  <a:lnTo>
                    <a:pt x="40287" y="451912"/>
                  </a:lnTo>
                  <a:lnTo>
                    <a:pt x="40315" y="451759"/>
                  </a:lnTo>
                  <a:lnTo>
                    <a:pt x="40236" y="451489"/>
                  </a:lnTo>
                  <a:lnTo>
                    <a:pt x="40072" y="451201"/>
                  </a:lnTo>
                  <a:lnTo>
                    <a:pt x="39554" y="450841"/>
                  </a:lnTo>
                  <a:lnTo>
                    <a:pt x="39190" y="450748"/>
                  </a:lnTo>
                  <a:lnTo>
                    <a:pt x="38753" y="450481"/>
                  </a:lnTo>
                  <a:lnTo>
                    <a:pt x="39194" y="450182"/>
                  </a:lnTo>
                  <a:lnTo>
                    <a:pt x="39521" y="450055"/>
                  </a:lnTo>
                  <a:lnTo>
                    <a:pt x="39817" y="449909"/>
                  </a:lnTo>
                  <a:lnTo>
                    <a:pt x="40086" y="449741"/>
                  </a:lnTo>
                  <a:lnTo>
                    <a:pt x="40305" y="449507"/>
                  </a:lnTo>
                  <a:lnTo>
                    <a:pt x="40459" y="449343"/>
                  </a:lnTo>
                  <a:lnTo>
                    <a:pt x="40850" y="448847"/>
                  </a:lnTo>
                  <a:lnTo>
                    <a:pt x="41080" y="448708"/>
                  </a:lnTo>
                  <a:lnTo>
                    <a:pt x="41371" y="448942"/>
                  </a:lnTo>
                  <a:lnTo>
                    <a:pt x="41597" y="448855"/>
                  </a:lnTo>
                  <a:lnTo>
                    <a:pt x="41986" y="448276"/>
                  </a:lnTo>
                  <a:lnTo>
                    <a:pt x="42172" y="448148"/>
                  </a:lnTo>
                  <a:lnTo>
                    <a:pt x="42424" y="448428"/>
                  </a:lnTo>
                  <a:lnTo>
                    <a:pt x="42569" y="448168"/>
                  </a:lnTo>
                  <a:lnTo>
                    <a:pt x="42987" y="447623"/>
                  </a:lnTo>
                  <a:lnTo>
                    <a:pt x="43263" y="447613"/>
                  </a:lnTo>
                  <a:lnTo>
                    <a:pt x="43460" y="447630"/>
                  </a:lnTo>
                  <a:lnTo>
                    <a:pt x="43697" y="447467"/>
                  </a:lnTo>
                  <a:lnTo>
                    <a:pt x="43843" y="447046"/>
                  </a:lnTo>
                  <a:lnTo>
                    <a:pt x="44172" y="446660"/>
                  </a:lnTo>
                  <a:lnTo>
                    <a:pt x="45030" y="447436"/>
                  </a:lnTo>
                  <a:lnTo>
                    <a:pt x="45171" y="447651"/>
                  </a:lnTo>
                  <a:lnTo>
                    <a:pt x="45358" y="447646"/>
                  </a:lnTo>
                  <a:lnTo>
                    <a:pt x="45920" y="447532"/>
                  </a:lnTo>
                  <a:lnTo>
                    <a:pt x="46152" y="447200"/>
                  </a:lnTo>
                  <a:lnTo>
                    <a:pt x="46385" y="446809"/>
                  </a:lnTo>
                  <a:lnTo>
                    <a:pt x="46277" y="446654"/>
                  </a:lnTo>
                  <a:lnTo>
                    <a:pt x="45869" y="446331"/>
                  </a:lnTo>
                  <a:lnTo>
                    <a:pt x="45356" y="446019"/>
                  </a:lnTo>
                  <a:lnTo>
                    <a:pt x="45377" y="445708"/>
                  </a:lnTo>
                  <a:lnTo>
                    <a:pt x="45483" y="445334"/>
                  </a:lnTo>
                  <a:lnTo>
                    <a:pt x="45329" y="444874"/>
                  </a:lnTo>
                  <a:lnTo>
                    <a:pt x="45302" y="444710"/>
                  </a:lnTo>
                  <a:lnTo>
                    <a:pt x="45277" y="444411"/>
                  </a:lnTo>
                  <a:lnTo>
                    <a:pt x="45539" y="443767"/>
                  </a:lnTo>
                  <a:lnTo>
                    <a:pt x="46040" y="443378"/>
                  </a:lnTo>
                  <a:lnTo>
                    <a:pt x="46181" y="443777"/>
                  </a:lnTo>
                  <a:lnTo>
                    <a:pt x="46466" y="443639"/>
                  </a:lnTo>
                  <a:lnTo>
                    <a:pt x="46683" y="443514"/>
                  </a:lnTo>
                  <a:lnTo>
                    <a:pt x="47108" y="443207"/>
                  </a:lnTo>
                  <a:lnTo>
                    <a:pt x="47167" y="443010"/>
                  </a:lnTo>
                  <a:lnTo>
                    <a:pt x="47648" y="442579"/>
                  </a:lnTo>
                  <a:lnTo>
                    <a:pt x="47632" y="442417"/>
                  </a:lnTo>
                  <a:lnTo>
                    <a:pt x="47500" y="442112"/>
                  </a:lnTo>
                  <a:lnTo>
                    <a:pt x="47907" y="441770"/>
                  </a:lnTo>
                  <a:lnTo>
                    <a:pt x="48497" y="441769"/>
                  </a:lnTo>
                  <a:lnTo>
                    <a:pt x="48838" y="441671"/>
                  </a:lnTo>
                  <a:lnTo>
                    <a:pt x="48984" y="441633"/>
                  </a:lnTo>
                  <a:lnTo>
                    <a:pt x="49322" y="441568"/>
                  </a:lnTo>
                  <a:lnTo>
                    <a:pt x="49879" y="441606"/>
                  </a:lnTo>
                  <a:lnTo>
                    <a:pt x="50052" y="441457"/>
                  </a:lnTo>
                  <a:lnTo>
                    <a:pt x="50488" y="440616"/>
                  </a:lnTo>
                  <a:lnTo>
                    <a:pt x="50689" y="440721"/>
                  </a:lnTo>
                  <a:lnTo>
                    <a:pt x="50898" y="440641"/>
                  </a:lnTo>
                  <a:lnTo>
                    <a:pt x="51267" y="440403"/>
                  </a:lnTo>
                  <a:lnTo>
                    <a:pt x="51386" y="440021"/>
                  </a:lnTo>
                  <a:lnTo>
                    <a:pt x="51434" y="439758"/>
                  </a:lnTo>
                  <a:lnTo>
                    <a:pt x="51343" y="439313"/>
                  </a:lnTo>
                  <a:lnTo>
                    <a:pt x="50794" y="438932"/>
                  </a:lnTo>
                  <a:lnTo>
                    <a:pt x="50832" y="438622"/>
                  </a:lnTo>
                  <a:lnTo>
                    <a:pt x="50590" y="438179"/>
                  </a:lnTo>
                  <a:lnTo>
                    <a:pt x="50314" y="437922"/>
                  </a:lnTo>
                  <a:lnTo>
                    <a:pt x="50177" y="437506"/>
                  </a:lnTo>
                  <a:lnTo>
                    <a:pt x="50165" y="437154"/>
                  </a:lnTo>
                  <a:lnTo>
                    <a:pt x="50383" y="437155"/>
                  </a:lnTo>
                  <a:lnTo>
                    <a:pt x="50500" y="436763"/>
                  </a:lnTo>
                  <a:lnTo>
                    <a:pt x="50396" y="436402"/>
                  </a:lnTo>
                  <a:lnTo>
                    <a:pt x="50562" y="436103"/>
                  </a:lnTo>
                  <a:lnTo>
                    <a:pt x="50463" y="435761"/>
                  </a:lnTo>
                  <a:lnTo>
                    <a:pt x="50075" y="435373"/>
                  </a:lnTo>
                  <a:lnTo>
                    <a:pt x="50023" y="435235"/>
                  </a:lnTo>
                  <a:lnTo>
                    <a:pt x="49804" y="434893"/>
                  </a:lnTo>
                  <a:lnTo>
                    <a:pt x="49269" y="434564"/>
                  </a:lnTo>
                  <a:lnTo>
                    <a:pt x="49008" y="434622"/>
                  </a:lnTo>
                  <a:lnTo>
                    <a:pt x="48829" y="434470"/>
                  </a:lnTo>
                  <a:lnTo>
                    <a:pt x="48436" y="434138"/>
                  </a:lnTo>
                  <a:lnTo>
                    <a:pt x="48285" y="433934"/>
                  </a:lnTo>
                  <a:lnTo>
                    <a:pt x="48190" y="433698"/>
                  </a:lnTo>
                  <a:lnTo>
                    <a:pt x="48326" y="433372"/>
                  </a:lnTo>
                  <a:lnTo>
                    <a:pt x="48505" y="432802"/>
                  </a:lnTo>
                  <a:lnTo>
                    <a:pt x="48047" y="432230"/>
                  </a:lnTo>
                  <a:lnTo>
                    <a:pt x="47971" y="432085"/>
                  </a:lnTo>
                  <a:lnTo>
                    <a:pt x="47887" y="431908"/>
                  </a:lnTo>
                  <a:lnTo>
                    <a:pt x="47190" y="431269"/>
                  </a:lnTo>
                  <a:lnTo>
                    <a:pt x="47248" y="430859"/>
                  </a:lnTo>
                  <a:lnTo>
                    <a:pt x="47279" y="430651"/>
                  </a:lnTo>
                  <a:lnTo>
                    <a:pt x="47385" y="430248"/>
                  </a:lnTo>
                  <a:lnTo>
                    <a:pt x="46959" y="429296"/>
                  </a:lnTo>
                  <a:lnTo>
                    <a:pt x="46891" y="429144"/>
                  </a:lnTo>
                  <a:lnTo>
                    <a:pt x="46961" y="428967"/>
                  </a:lnTo>
                  <a:lnTo>
                    <a:pt x="47170" y="428773"/>
                  </a:lnTo>
                  <a:lnTo>
                    <a:pt x="47312" y="428759"/>
                  </a:lnTo>
                  <a:lnTo>
                    <a:pt x="47545" y="428686"/>
                  </a:lnTo>
                  <a:lnTo>
                    <a:pt x="47683" y="428567"/>
                  </a:lnTo>
                  <a:lnTo>
                    <a:pt x="47772" y="428317"/>
                  </a:lnTo>
                  <a:lnTo>
                    <a:pt x="47459" y="428123"/>
                  </a:lnTo>
                  <a:lnTo>
                    <a:pt x="47430" y="427983"/>
                  </a:lnTo>
                  <a:lnTo>
                    <a:pt x="47483" y="427540"/>
                  </a:lnTo>
                  <a:lnTo>
                    <a:pt x="47338" y="427122"/>
                  </a:lnTo>
                  <a:lnTo>
                    <a:pt x="47166" y="426924"/>
                  </a:lnTo>
                  <a:lnTo>
                    <a:pt x="47836" y="426260"/>
                  </a:lnTo>
                  <a:lnTo>
                    <a:pt x="48056" y="426338"/>
                  </a:lnTo>
                  <a:lnTo>
                    <a:pt x="48370" y="426449"/>
                  </a:lnTo>
                  <a:lnTo>
                    <a:pt x="48695" y="426585"/>
                  </a:lnTo>
                  <a:lnTo>
                    <a:pt x="48989" y="426381"/>
                  </a:lnTo>
                  <a:lnTo>
                    <a:pt x="48960" y="426117"/>
                  </a:lnTo>
                  <a:lnTo>
                    <a:pt x="49006" y="425938"/>
                  </a:lnTo>
                  <a:lnTo>
                    <a:pt x="49190" y="425541"/>
                  </a:lnTo>
                  <a:lnTo>
                    <a:pt x="49328" y="425245"/>
                  </a:lnTo>
                  <a:lnTo>
                    <a:pt x="49564" y="424755"/>
                  </a:lnTo>
                  <a:lnTo>
                    <a:pt x="49852" y="424374"/>
                  </a:lnTo>
                  <a:lnTo>
                    <a:pt x="49820" y="423878"/>
                  </a:lnTo>
                  <a:lnTo>
                    <a:pt x="49658" y="423618"/>
                  </a:lnTo>
                  <a:lnTo>
                    <a:pt x="49783" y="423457"/>
                  </a:lnTo>
                  <a:lnTo>
                    <a:pt x="50356" y="423218"/>
                  </a:lnTo>
                  <a:lnTo>
                    <a:pt x="50949" y="423639"/>
                  </a:lnTo>
                  <a:lnTo>
                    <a:pt x="51157" y="423279"/>
                  </a:lnTo>
                  <a:lnTo>
                    <a:pt x="51353" y="423214"/>
                  </a:lnTo>
                  <a:lnTo>
                    <a:pt x="51693" y="423270"/>
                  </a:lnTo>
                  <a:lnTo>
                    <a:pt x="52005" y="423322"/>
                  </a:lnTo>
                  <a:lnTo>
                    <a:pt x="52690" y="423651"/>
                  </a:lnTo>
                  <a:lnTo>
                    <a:pt x="53392" y="424221"/>
                  </a:lnTo>
                  <a:lnTo>
                    <a:pt x="53580" y="424250"/>
                  </a:lnTo>
                  <a:lnTo>
                    <a:pt x="54499" y="424168"/>
                  </a:lnTo>
                  <a:lnTo>
                    <a:pt x="54724" y="423871"/>
                  </a:lnTo>
                  <a:lnTo>
                    <a:pt x="55093" y="423999"/>
                  </a:lnTo>
                  <a:lnTo>
                    <a:pt x="55690" y="423954"/>
                  </a:lnTo>
                  <a:lnTo>
                    <a:pt x="56033" y="423892"/>
                  </a:lnTo>
                  <a:lnTo>
                    <a:pt x="56162" y="423873"/>
                  </a:lnTo>
                  <a:lnTo>
                    <a:pt x="56360" y="423874"/>
                  </a:lnTo>
                  <a:lnTo>
                    <a:pt x="56855" y="423829"/>
                  </a:lnTo>
                  <a:lnTo>
                    <a:pt x="56997" y="423811"/>
                  </a:lnTo>
                  <a:lnTo>
                    <a:pt x="57127" y="423780"/>
                  </a:lnTo>
                  <a:lnTo>
                    <a:pt x="57865" y="422777"/>
                  </a:lnTo>
                  <a:lnTo>
                    <a:pt x="58115" y="422615"/>
                  </a:lnTo>
                  <a:lnTo>
                    <a:pt x="59005" y="422660"/>
                  </a:lnTo>
                  <a:lnTo>
                    <a:pt x="59156" y="422728"/>
                  </a:lnTo>
                  <a:lnTo>
                    <a:pt x="59504" y="422849"/>
                  </a:lnTo>
                  <a:lnTo>
                    <a:pt x="60560" y="423116"/>
                  </a:lnTo>
                  <a:lnTo>
                    <a:pt x="60763" y="423167"/>
                  </a:lnTo>
                  <a:lnTo>
                    <a:pt x="61322" y="423149"/>
                  </a:lnTo>
                  <a:lnTo>
                    <a:pt x="61778" y="423227"/>
                  </a:lnTo>
                  <a:lnTo>
                    <a:pt x="62701" y="423569"/>
                  </a:lnTo>
                  <a:lnTo>
                    <a:pt x="62885" y="423712"/>
                  </a:lnTo>
                  <a:lnTo>
                    <a:pt x="63112" y="423757"/>
                  </a:lnTo>
                  <a:lnTo>
                    <a:pt x="63532" y="423763"/>
                  </a:lnTo>
                  <a:lnTo>
                    <a:pt x="63659" y="423765"/>
                  </a:lnTo>
                  <a:lnTo>
                    <a:pt x="64092" y="423652"/>
                  </a:lnTo>
                  <a:lnTo>
                    <a:pt x="64258" y="423375"/>
                  </a:lnTo>
                  <a:lnTo>
                    <a:pt x="64431" y="423222"/>
                  </a:lnTo>
                  <a:lnTo>
                    <a:pt x="64731" y="423061"/>
                  </a:lnTo>
                  <a:lnTo>
                    <a:pt x="64933" y="423057"/>
                  </a:lnTo>
                  <a:lnTo>
                    <a:pt x="65834" y="423022"/>
                  </a:lnTo>
                  <a:lnTo>
                    <a:pt x="66011" y="422967"/>
                  </a:lnTo>
                  <a:lnTo>
                    <a:pt x="66714" y="422968"/>
                  </a:lnTo>
                  <a:lnTo>
                    <a:pt x="67022" y="423210"/>
                  </a:lnTo>
                  <a:lnTo>
                    <a:pt x="67348" y="423730"/>
                  </a:lnTo>
                  <a:lnTo>
                    <a:pt x="68074" y="423729"/>
                  </a:lnTo>
                  <a:lnTo>
                    <a:pt x="68291" y="423555"/>
                  </a:lnTo>
                  <a:lnTo>
                    <a:pt x="68551" y="423624"/>
                  </a:lnTo>
                  <a:lnTo>
                    <a:pt x="68785" y="423856"/>
                  </a:lnTo>
                  <a:lnTo>
                    <a:pt x="69085" y="424116"/>
                  </a:lnTo>
                  <a:lnTo>
                    <a:pt x="69245" y="424255"/>
                  </a:lnTo>
                  <a:lnTo>
                    <a:pt x="69462" y="424400"/>
                  </a:lnTo>
                  <a:lnTo>
                    <a:pt x="69730" y="424578"/>
                  </a:lnTo>
                  <a:lnTo>
                    <a:pt x="70206" y="424408"/>
                  </a:lnTo>
                  <a:lnTo>
                    <a:pt x="70469" y="424320"/>
                  </a:lnTo>
                  <a:lnTo>
                    <a:pt x="70840" y="424275"/>
                  </a:lnTo>
                  <a:lnTo>
                    <a:pt x="70660" y="424684"/>
                  </a:lnTo>
                  <a:lnTo>
                    <a:pt x="70829" y="424872"/>
                  </a:lnTo>
                  <a:lnTo>
                    <a:pt x="70981" y="424901"/>
                  </a:lnTo>
                  <a:lnTo>
                    <a:pt x="71187" y="424884"/>
                  </a:lnTo>
                  <a:lnTo>
                    <a:pt x="71590" y="425348"/>
                  </a:lnTo>
                  <a:lnTo>
                    <a:pt x="71868" y="426241"/>
                  </a:lnTo>
                  <a:lnTo>
                    <a:pt x="71809" y="426497"/>
                  </a:lnTo>
                  <a:lnTo>
                    <a:pt x="72235" y="426462"/>
                  </a:lnTo>
                  <a:lnTo>
                    <a:pt x="72989" y="426051"/>
                  </a:lnTo>
                  <a:lnTo>
                    <a:pt x="73274" y="425797"/>
                  </a:lnTo>
                  <a:lnTo>
                    <a:pt x="73756" y="425993"/>
                  </a:lnTo>
                  <a:lnTo>
                    <a:pt x="73620" y="426389"/>
                  </a:lnTo>
                  <a:lnTo>
                    <a:pt x="73696" y="426691"/>
                  </a:lnTo>
                  <a:lnTo>
                    <a:pt x="73876" y="426642"/>
                  </a:lnTo>
                  <a:lnTo>
                    <a:pt x="74062" y="426715"/>
                  </a:lnTo>
                  <a:lnTo>
                    <a:pt x="74163" y="426951"/>
                  </a:lnTo>
                  <a:lnTo>
                    <a:pt x="74575" y="427029"/>
                  </a:lnTo>
                  <a:lnTo>
                    <a:pt x="74888" y="427048"/>
                  </a:lnTo>
                  <a:lnTo>
                    <a:pt x="75126" y="427093"/>
                  </a:lnTo>
                  <a:lnTo>
                    <a:pt x="75690" y="427427"/>
                  </a:lnTo>
                  <a:lnTo>
                    <a:pt x="75821" y="427725"/>
                  </a:lnTo>
                  <a:lnTo>
                    <a:pt x="75917" y="428392"/>
                  </a:lnTo>
                  <a:lnTo>
                    <a:pt x="75735" y="428856"/>
                  </a:lnTo>
                  <a:lnTo>
                    <a:pt x="75435" y="429173"/>
                  </a:lnTo>
                  <a:lnTo>
                    <a:pt x="75517" y="429320"/>
                  </a:lnTo>
                  <a:lnTo>
                    <a:pt x="75672" y="429600"/>
                  </a:lnTo>
                  <a:lnTo>
                    <a:pt x="76011" y="429774"/>
                  </a:lnTo>
                  <a:lnTo>
                    <a:pt x="76048" y="429905"/>
                  </a:lnTo>
                  <a:lnTo>
                    <a:pt x="76167" y="430147"/>
                  </a:lnTo>
                  <a:lnTo>
                    <a:pt x="76382" y="430387"/>
                  </a:lnTo>
                  <a:lnTo>
                    <a:pt x="76703" y="430498"/>
                  </a:lnTo>
                  <a:lnTo>
                    <a:pt x="77251" y="430984"/>
                  </a:lnTo>
                  <a:lnTo>
                    <a:pt x="77814" y="431013"/>
                  </a:lnTo>
                  <a:lnTo>
                    <a:pt x="78154" y="430891"/>
                  </a:lnTo>
                  <a:lnTo>
                    <a:pt x="78515" y="431475"/>
                  </a:lnTo>
                  <a:lnTo>
                    <a:pt x="78746" y="431510"/>
                  </a:lnTo>
                  <a:lnTo>
                    <a:pt x="79107" y="431363"/>
                  </a:lnTo>
                  <a:lnTo>
                    <a:pt x="79696" y="431566"/>
                  </a:lnTo>
                  <a:lnTo>
                    <a:pt x="79857" y="431974"/>
                  </a:lnTo>
                  <a:lnTo>
                    <a:pt x="79963" y="432245"/>
                  </a:lnTo>
                  <a:lnTo>
                    <a:pt x="80155" y="432733"/>
                  </a:lnTo>
                  <a:lnTo>
                    <a:pt x="80224" y="432910"/>
                  </a:lnTo>
                  <a:lnTo>
                    <a:pt x="80051" y="433487"/>
                  </a:lnTo>
                  <a:lnTo>
                    <a:pt x="80041" y="433714"/>
                  </a:lnTo>
                  <a:lnTo>
                    <a:pt x="80348" y="434235"/>
                  </a:lnTo>
                  <a:lnTo>
                    <a:pt x="80570" y="434415"/>
                  </a:lnTo>
                  <a:lnTo>
                    <a:pt x="80994" y="434217"/>
                  </a:lnTo>
                  <a:lnTo>
                    <a:pt x="81294" y="434301"/>
                  </a:lnTo>
                  <a:lnTo>
                    <a:pt x="81606" y="434604"/>
                  </a:lnTo>
                  <a:lnTo>
                    <a:pt x="81914" y="434609"/>
                  </a:lnTo>
                  <a:lnTo>
                    <a:pt x="82109" y="434393"/>
                  </a:lnTo>
                  <a:lnTo>
                    <a:pt x="82196" y="434145"/>
                  </a:lnTo>
                  <a:lnTo>
                    <a:pt x="82359" y="433969"/>
                  </a:lnTo>
                  <a:lnTo>
                    <a:pt x="82859" y="434298"/>
                  </a:lnTo>
                  <a:lnTo>
                    <a:pt x="83379" y="434262"/>
                  </a:lnTo>
                  <a:lnTo>
                    <a:pt x="83688" y="433437"/>
                  </a:lnTo>
                  <a:lnTo>
                    <a:pt x="83814" y="433030"/>
                  </a:lnTo>
                  <a:lnTo>
                    <a:pt x="83946" y="432988"/>
                  </a:lnTo>
                  <a:lnTo>
                    <a:pt x="84505" y="433057"/>
                  </a:lnTo>
                  <a:lnTo>
                    <a:pt x="84598" y="432625"/>
                  </a:lnTo>
                  <a:lnTo>
                    <a:pt x="84894" y="432137"/>
                  </a:lnTo>
                  <a:lnTo>
                    <a:pt x="85030" y="431834"/>
                  </a:lnTo>
                  <a:lnTo>
                    <a:pt x="85055" y="431681"/>
                  </a:lnTo>
                  <a:lnTo>
                    <a:pt x="85058" y="431527"/>
                  </a:lnTo>
                  <a:lnTo>
                    <a:pt x="85749" y="431468"/>
                  </a:lnTo>
                  <a:lnTo>
                    <a:pt x="86086" y="431502"/>
                  </a:lnTo>
                  <a:lnTo>
                    <a:pt x="86270" y="431487"/>
                  </a:lnTo>
                  <a:lnTo>
                    <a:pt x="86536" y="431465"/>
                  </a:lnTo>
                  <a:lnTo>
                    <a:pt x="87044" y="431307"/>
                  </a:lnTo>
                  <a:lnTo>
                    <a:pt x="87560" y="431270"/>
                  </a:lnTo>
                  <a:lnTo>
                    <a:pt x="87840" y="431477"/>
                  </a:lnTo>
                  <a:lnTo>
                    <a:pt x="87900" y="431661"/>
                  </a:lnTo>
                  <a:lnTo>
                    <a:pt x="88324" y="431932"/>
                  </a:lnTo>
                  <a:lnTo>
                    <a:pt x="88460" y="432149"/>
                  </a:lnTo>
                  <a:lnTo>
                    <a:pt x="88525" y="432295"/>
                  </a:lnTo>
                  <a:lnTo>
                    <a:pt x="88604" y="432650"/>
                  </a:lnTo>
                  <a:lnTo>
                    <a:pt x="88859" y="432378"/>
                  </a:lnTo>
                  <a:lnTo>
                    <a:pt x="89403" y="431707"/>
                  </a:lnTo>
                  <a:lnTo>
                    <a:pt x="90313" y="431775"/>
                  </a:lnTo>
                  <a:lnTo>
                    <a:pt x="90660" y="431632"/>
                  </a:lnTo>
                  <a:lnTo>
                    <a:pt x="91116" y="431621"/>
                  </a:lnTo>
                  <a:lnTo>
                    <a:pt x="91328" y="431819"/>
                  </a:lnTo>
                  <a:lnTo>
                    <a:pt x="91494" y="432001"/>
                  </a:lnTo>
                  <a:lnTo>
                    <a:pt x="91660" y="432145"/>
                  </a:lnTo>
                  <a:lnTo>
                    <a:pt x="91900" y="432353"/>
                  </a:lnTo>
                  <a:lnTo>
                    <a:pt x="92424" y="432521"/>
                  </a:lnTo>
                  <a:lnTo>
                    <a:pt x="92811" y="432646"/>
                  </a:lnTo>
                  <a:lnTo>
                    <a:pt x="93158" y="432612"/>
                  </a:lnTo>
                  <a:lnTo>
                    <a:pt x="93680" y="432704"/>
                  </a:lnTo>
                  <a:lnTo>
                    <a:pt x="93986" y="432383"/>
                  </a:lnTo>
                  <a:lnTo>
                    <a:pt x="94016" y="432206"/>
                  </a:lnTo>
                  <a:lnTo>
                    <a:pt x="94266" y="432390"/>
                  </a:lnTo>
                  <a:lnTo>
                    <a:pt x="95294" y="432766"/>
                  </a:lnTo>
                  <a:lnTo>
                    <a:pt x="95524" y="432759"/>
                  </a:lnTo>
                  <a:lnTo>
                    <a:pt x="95779" y="432759"/>
                  </a:lnTo>
                  <a:lnTo>
                    <a:pt x="95920" y="432759"/>
                  </a:lnTo>
                  <a:lnTo>
                    <a:pt x="96269" y="432761"/>
                  </a:lnTo>
                  <a:lnTo>
                    <a:pt x="96223" y="432233"/>
                  </a:lnTo>
                  <a:lnTo>
                    <a:pt x="96325" y="431987"/>
                  </a:lnTo>
                  <a:lnTo>
                    <a:pt x="96444" y="431804"/>
                  </a:lnTo>
                  <a:lnTo>
                    <a:pt x="96944" y="431688"/>
                  </a:lnTo>
                  <a:lnTo>
                    <a:pt x="97208" y="431448"/>
                  </a:lnTo>
                  <a:lnTo>
                    <a:pt x="97525" y="430784"/>
                  </a:lnTo>
                  <a:lnTo>
                    <a:pt x="97706" y="430493"/>
                  </a:lnTo>
                  <a:lnTo>
                    <a:pt x="98123" y="430004"/>
                  </a:lnTo>
                  <a:lnTo>
                    <a:pt x="98711" y="429857"/>
                  </a:lnTo>
                  <a:lnTo>
                    <a:pt x="99205" y="430111"/>
                  </a:lnTo>
                  <a:lnTo>
                    <a:pt x="99362" y="430445"/>
                  </a:lnTo>
                  <a:lnTo>
                    <a:pt x="99475" y="430602"/>
                  </a:lnTo>
                  <a:lnTo>
                    <a:pt x="99744" y="430637"/>
                  </a:lnTo>
                  <a:lnTo>
                    <a:pt x="99824" y="430436"/>
                  </a:lnTo>
                  <a:lnTo>
                    <a:pt x="99908" y="430020"/>
                  </a:lnTo>
                  <a:lnTo>
                    <a:pt x="100125" y="429884"/>
                  </a:lnTo>
                  <a:lnTo>
                    <a:pt x="100471" y="429784"/>
                  </a:lnTo>
                  <a:lnTo>
                    <a:pt x="100999" y="430005"/>
                  </a:lnTo>
                  <a:lnTo>
                    <a:pt x="101407" y="430470"/>
                  </a:lnTo>
                  <a:lnTo>
                    <a:pt x="101358" y="430806"/>
                  </a:lnTo>
                  <a:lnTo>
                    <a:pt x="101276" y="431401"/>
                  </a:lnTo>
                  <a:lnTo>
                    <a:pt x="101222" y="431631"/>
                  </a:lnTo>
                  <a:lnTo>
                    <a:pt x="101129" y="432019"/>
                  </a:lnTo>
                  <a:lnTo>
                    <a:pt x="101020" y="432291"/>
                  </a:lnTo>
                  <a:lnTo>
                    <a:pt x="101223" y="432347"/>
                  </a:lnTo>
                  <a:lnTo>
                    <a:pt x="101650" y="432385"/>
                  </a:lnTo>
                  <a:lnTo>
                    <a:pt x="101560" y="431807"/>
                  </a:lnTo>
                  <a:lnTo>
                    <a:pt x="101836" y="431550"/>
                  </a:lnTo>
                  <a:lnTo>
                    <a:pt x="102218" y="431714"/>
                  </a:lnTo>
                  <a:lnTo>
                    <a:pt x="102352" y="431644"/>
                  </a:lnTo>
                  <a:lnTo>
                    <a:pt x="102510" y="431336"/>
                  </a:lnTo>
                  <a:lnTo>
                    <a:pt x="102456" y="431102"/>
                  </a:lnTo>
                  <a:lnTo>
                    <a:pt x="102730" y="430981"/>
                  </a:lnTo>
                  <a:lnTo>
                    <a:pt x="102999" y="430866"/>
                  </a:lnTo>
                  <a:lnTo>
                    <a:pt x="103324" y="430728"/>
                  </a:lnTo>
                  <a:lnTo>
                    <a:pt x="103731" y="430703"/>
                  </a:lnTo>
                  <a:lnTo>
                    <a:pt x="103916" y="430692"/>
                  </a:lnTo>
                  <a:lnTo>
                    <a:pt x="104091" y="430682"/>
                  </a:lnTo>
                  <a:lnTo>
                    <a:pt x="104535" y="430717"/>
                  </a:lnTo>
                  <a:lnTo>
                    <a:pt x="104750" y="430729"/>
                  </a:lnTo>
                  <a:lnTo>
                    <a:pt x="104870" y="430449"/>
                  </a:lnTo>
                  <a:lnTo>
                    <a:pt x="105150" y="429995"/>
                  </a:lnTo>
                  <a:lnTo>
                    <a:pt x="105285" y="430349"/>
                  </a:lnTo>
                  <a:lnTo>
                    <a:pt x="105299" y="430675"/>
                  </a:lnTo>
                  <a:lnTo>
                    <a:pt x="105539" y="430691"/>
                  </a:lnTo>
                  <a:lnTo>
                    <a:pt x="106107" y="430453"/>
                  </a:lnTo>
                  <a:lnTo>
                    <a:pt x="106925" y="430145"/>
                  </a:lnTo>
                  <a:lnTo>
                    <a:pt x="107328" y="430106"/>
                  </a:lnTo>
                  <a:lnTo>
                    <a:pt x="108113" y="430186"/>
                  </a:lnTo>
                  <a:lnTo>
                    <a:pt x="108508" y="430329"/>
                  </a:lnTo>
                  <a:lnTo>
                    <a:pt x="108826" y="430268"/>
                  </a:lnTo>
                  <a:lnTo>
                    <a:pt x="108967" y="430188"/>
                  </a:lnTo>
                  <a:lnTo>
                    <a:pt x="109447" y="430414"/>
                  </a:lnTo>
                  <a:lnTo>
                    <a:pt x="109314" y="430005"/>
                  </a:lnTo>
                  <a:lnTo>
                    <a:pt x="109243" y="429843"/>
                  </a:lnTo>
                  <a:lnTo>
                    <a:pt x="109612" y="429474"/>
                  </a:lnTo>
                  <a:lnTo>
                    <a:pt x="109820" y="429444"/>
                  </a:lnTo>
                  <a:lnTo>
                    <a:pt x="110188" y="429508"/>
                  </a:lnTo>
                  <a:lnTo>
                    <a:pt x="110633" y="429137"/>
                  </a:lnTo>
                  <a:lnTo>
                    <a:pt x="110853" y="429174"/>
                  </a:lnTo>
                  <a:lnTo>
                    <a:pt x="111045" y="429214"/>
                  </a:lnTo>
                  <a:lnTo>
                    <a:pt x="111224" y="429170"/>
                  </a:lnTo>
                  <a:lnTo>
                    <a:pt x="111622" y="429060"/>
                  </a:lnTo>
                  <a:lnTo>
                    <a:pt x="112043" y="428746"/>
                  </a:lnTo>
                  <a:lnTo>
                    <a:pt x="112078" y="428054"/>
                  </a:lnTo>
                  <a:lnTo>
                    <a:pt x="111300" y="427826"/>
                  </a:lnTo>
                  <a:lnTo>
                    <a:pt x="111177" y="427338"/>
                  </a:lnTo>
                  <a:lnTo>
                    <a:pt x="111238" y="427196"/>
                  </a:lnTo>
                  <a:lnTo>
                    <a:pt x="111454" y="426762"/>
                  </a:lnTo>
                  <a:lnTo>
                    <a:pt x="111130" y="426723"/>
                  </a:lnTo>
                  <a:lnTo>
                    <a:pt x="110797" y="426784"/>
                  </a:lnTo>
                  <a:lnTo>
                    <a:pt x="110314" y="426760"/>
                  </a:lnTo>
                  <a:lnTo>
                    <a:pt x="109709" y="426663"/>
                  </a:lnTo>
                  <a:lnTo>
                    <a:pt x="109121" y="426149"/>
                  </a:lnTo>
                  <a:lnTo>
                    <a:pt x="108761" y="425628"/>
                  </a:lnTo>
                  <a:lnTo>
                    <a:pt x="108624" y="425430"/>
                  </a:lnTo>
                  <a:lnTo>
                    <a:pt x="108517" y="425232"/>
                  </a:lnTo>
                  <a:lnTo>
                    <a:pt x="108300" y="425102"/>
                  </a:lnTo>
                  <a:lnTo>
                    <a:pt x="108034" y="424857"/>
                  </a:lnTo>
                  <a:lnTo>
                    <a:pt x="107923" y="424681"/>
                  </a:lnTo>
                  <a:lnTo>
                    <a:pt x="107332" y="424276"/>
                  </a:lnTo>
                  <a:lnTo>
                    <a:pt x="107271" y="424101"/>
                  </a:lnTo>
                  <a:lnTo>
                    <a:pt x="107214" y="423940"/>
                  </a:lnTo>
                  <a:lnTo>
                    <a:pt x="107450" y="423744"/>
                  </a:lnTo>
                  <a:lnTo>
                    <a:pt x="107579" y="423367"/>
                  </a:lnTo>
                  <a:lnTo>
                    <a:pt x="106815" y="422846"/>
                  </a:lnTo>
                  <a:lnTo>
                    <a:pt x="106433" y="422624"/>
                  </a:lnTo>
                  <a:lnTo>
                    <a:pt x="106145" y="422389"/>
                  </a:lnTo>
                  <a:lnTo>
                    <a:pt x="105989" y="422262"/>
                  </a:lnTo>
                  <a:lnTo>
                    <a:pt x="105794" y="422145"/>
                  </a:lnTo>
                  <a:lnTo>
                    <a:pt x="105499" y="421881"/>
                  </a:lnTo>
                  <a:lnTo>
                    <a:pt x="105559" y="421697"/>
                  </a:lnTo>
                  <a:lnTo>
                    <a:pt x="105827" y="421605"/>
                  </a:lnTo>
                  <a:lnTo>
                    <a:pt x="105874" y="421279"/>
                  </a:lnTo>
                  <a:lnTo>
                    <a:pt x="105856" y="421133"/>
                  </a:lnTo>
                  <a:lnTo>
                    <a:pt x="105723" y="420358"/>
                  </a:lnTo>
                  <a:lnTo>
                    <a:pt x="105493" y="419977"/>
                  </a:lnTo>
                  <a:lnTo>
                    <a:pt x="105228" y="419859"/>
                  </a:lnTo>
                  <a:lnTo>
                    <a:pt x="105129" y="419539"/>
                  </a:lnTo>
                  <a:lnTo>
                    <a:pt x="105358" y="418549"/>
                  </a:lnTo>
                  <a:lnTo>
                    <a:pt x="104991" y="418113"/>
                  </a:lnTo>
                  <a:lnTo>
                    <a:pt x="104582" y="417766"/>
                  </a:lnTo>
                  <a:lnTo>
                    <a:pt x="104289" y="417642"/>
                  </a:lnTo>
                  <a:lnTo>
                    <a:pt x="104168" y="417132"/>
                  </a:lnTo>
                  <a:lnTo>
                    <a:pt x="103999" y="416661"/>
                  </a:lnTo>
                  <a:lnTo>
                    <a:pt x="103743" y="416327"/>
                  </a:lnTo>
                  <a:lnTo>
                    <a:pt x="103472" y="416355"/>
                  </a:lnTo>
                  <a:lnTo>
                    <a:pt x="103265" y="416459"/>
                  </a:lnTo>
                  <a:lnTo>
                    <a:pt x="103030" y="416494"/>
                  </a:lnTo>
                  <a:lnTo>
                    <a:pt x="102981" y="416363"/>
                  </a:lnTo>
                  <a:lnTo>
                    <a:pt x="102839" y="416032"/>
                  </a:lnTo>
                  <a:lnTo>
                    <a:pt x="102572" y="415618"/>
                  </a:lnTo>
                  <a:lnTo>
                    <a:pt x="102610" y="415118"/>
                  </a:lnTo>
                  <a:lnTo>
                    <a:pt x="102279" y="415058"/>
                  </a:lnTo>
                  <a:lnTo>
                    <a:pt x="102338" y="414884"/>
                  </a:lnTo>
                  <a:lnTo>
                    <a:pt x="102687" y="414382"/>
                  </a:lnTo>
                  <a:lnTo>
                    <a:pt x="102882" y="414265"/>
                  </a:lnTo>
                  <a:lnTo>
                    <a:pt x="103227" y="414418"/>
                  </a:lnTo>
                  <a:lnTo>
                    <a:pt x="103428" y="414451"/>
                  </a:lnTo>
                  <a:lnTo>
                    <a:pt x="103861" y="414523"/>
                  </a:lnTo>
                  <a:lnTo>
                    <a:pt x="104265" y="414586"/>
                  </a:lnTo>
                  <a:lnTo>
                    <a:pt x="104535" y="414320"/>
                  </a:lnTo>
                  <a:lnTo>
                    <a:pt x="104746" y="414520"/>
                  </a:lnTo>
                  <a:lnTo>
                    <a:pt x="104762" y="414679"/>
                  </a:lnTo>
                  <a:lnTo>
                    <a:pt x="105051" y="415043"/>
                  </a:lnTo>
                  <a:lnTo>
                    <a:pt x="105193" y="415067"/>
                  </a:lnTo>
                  <a:lnTo>
                    <a:pt x="105487" y="414953"/>
                  </a:lnTo>
                  <a:lnTo>
                    <a:pt x="105501" y="414670"/>
                  </a:lnTo>
                  <a:lnTo>
                    <a:pt x="105357" y="414688"/>
                  </a:lnTo>
                  <a:lnTo>
                    <a:pt x="105208" y="414527"/>
                  </a:lnTo>
                  <a:lnTo>
                    <a:pt x="104981" y="414282"/>
                  </a:lnTo>
                  <a:lnTo>
                    <a:pt x="105142" y="414068"/>
                  </a:lnTo>
                  <a:lnTo>
                    <a:pt x="105459" y="414192"/>
                  </a:lnTo>
                  <a:lnTo>
                    <a:pt x="105605" y="414191"/>
                  </a:lnTo>
                  <a:lnTo>
                    <a:pt x="105567" y="413921"/>
                  </a:lnTo>
                  <a:lnTo>
                    <a:pt x="105365" y="413754"/>
                  </a:lnTo>
                  <a:lnTo>
                    <a:pt x="105627" y="413495"/>
                  </a:lnTo>
                  <a:lnTo>
                    <a:pt x="105956" y="413546"/>
                  </a:lnTo>
                  <a:lnTo>
                    <a:pt x="105989" y="413754"/>
                  </a:lnTo>
                  <a:lnTo>
                    <a:pt x="106194" y="413693"/>
                  </a:lnTo>
                  <a:lnTo>
                    <a:pt x="106201" y="413177"/>
                  </a:lnTo>
                  <a:lnTo>
                    <a:pt x="106299" y="412753"/>
                  </a:lnTo>
                  <a:lnTo>
                    <a:pt x="106373" y="412179"/>
                  </a:lnTo>
                  <a:lnTo>
                    <a:pt x="105802" y="411914"/>
                  </a:lnTo>
                  <a:lnTo>
                    <a:pt x="105445" y="412062"/>
                  </a:lnTo>
                  <a:lnTo>
                    <a:pt x="105313" y="412282"/>
                  </a:lnTo>
                  <a:lnTo>
                    <a:pt x="104931" y="412100"/>
                  </a:lnTo>
                  <a:lnTo>
                    <a:pt x="105253" y="411716"/>
                  </a:lnTo>
                  <a:lnTo>
                    <a:pt x="105678" y="411705"/>
                  </a:lnTo>
                  <a:lnTo>
                    <a:pt x="105869" y="411617"/>
                  </a:lnTo>
                  <a:lnTo>
                    <a:pt x="106533" y="411343"/>
                  </a:lnTo>
                  <a:lnTo>
                    <a:pt x="106689" y="411390"/>
                  </a:lnTo>
                  <a:lnTo>
                    <a:pt x="107252" y="411794"/>
                  </a:lnTo>
                  <a:lnTo>
                    <a:pt x="107432" y="411811"/>
                  </a:lnTo>
                  <a:lnTo>
                    <a:pt x="107567" y="411824"/>
                  </a:lnTo>
                  <a:lnTo>
                    <a:pt x="108213" y="411918"/>
                  </a:lnTo>
                  <a:lnTo>
                    <a:pt x="108327" y="412246"/>
                  </a:lnTo>
                  <a:lnTo>
                    <a:pt x="108702" y="412156"/>
                  </a:lnTo>
                  <a:lnTo>
                    <a:pt x="108929" y="412530"/>
                  </a:lnTo>
                  <a:lnTo>
                    <a:pt x="108974" y="412734"/>
                  </a:lnTo>
                  <a:lnTo>
                    <a:pt x="109399" y="412769"/>
                  </a:lnTo>
                  <a:lnTo>
                    <a:pt x="109655" y="412715"/>
                  </a:lnTo>
                  <a:lnTo>
                    <a:pt x="110210" y="413240"/>
                  </a:lnTo>
                  <a:lnTo>
                    <a:pt x="111077" y="413277"/>
                  </a:lnTo>
                  <a:lnTo>
                    <a:pt x="111378" y="413240"/>
                  </a:lnTo>
                  <a:lnTo>
                    <a:pt x="111640" y="413632"/>
                  </a:lnTo>
                  <a:lnTo>
                    <a:pt x="111917" y="413800"/>
                  </a:lnTo>
                  <a:lnTo>
                    <a:pt x="112497" y="414261"/>
                  </a:lnTo>
                  <a:lnTo>
                    <a:pt x="112747" y="414169"/>
                  </a:lnTo>
                  <a:lnTo>
                    <a:pt x="113005" y="414006"/>
                  </a:lnTo>
                  <a:lnTo>
                    <a:pt x="113949" y="414057"/>
                  </a:lnTo>
                  <a:lnTo>
                    <a:pt x="114494" y="414155"/>
                  </a:lnTo>
                  <a:lnTo>
                    <a:pt x="114598" y="414403"/>
                  </a:lnTo>
                  <a:lnTo>
                    <a:pt x="115226" y="414324"/>
                  </a:lnTo>
                  <a:lnTo>
                    <a:pt x="115665" y="414451"/>
                  </a:lnTo>
                  <a:lnTo>
                    <a:pt x="115601" y="414027"/>
                  </a:lnTo>
                  <a:lnTo>
                    <a:pt x="115671" y="413664"/>
                  </a:lnTo>
                  <a:lnTo>
                    <a:pt x="116251" y="413684"/>
                  </a:lnTo>
                  <a:lnTo>
                    <a:pt x="116497" y="413679"/>
                  </a:lnTo>
                  <a:lnTo>
                    <a:pt x="116687" y="413704"/>
                  </a:lnTo>
                  <a:lnTo>
                    <a:pt x="116855" y="414031"/>
                  </a:lnTo>
                  <a:lnTo>
                    <a:pt x="116716" y="414308"/>
                  </a:lnTo>
                  <a:lnTo>
                    <a:pt x="116599" y="414508"/>
                  </a:lnTo>
                  <a:lnTo>
                    <a:pt x="116455" y="414747"/>
                  </a:lnTo>
                  <a:lnTo>
                    <a:pt x="116776" y="414906"/>
                  </a:lnTo>
                  <a:lnTo>
                    <a:pt x="116999" y="415006"/>
                  </a:lnTo>
                  <a:lnTo>
                    <a:pt x="117205" y="415049"/>
                  </a:lnTo>
                  <a:lnTo>
                    <a:pt x="117520" y="414958"/>
                  </a:lnTo>
                  <a:lnTo>
                    <a:pt x="117660" y="414946"/>
                  </a:lnTo>
                  <a:lnTo>
                    <a:pt x="117838" y="414951"/>
                  </a:lnTo>
                  <a:lnTo>
                    <a:pt x="118027" y="414990"/>
                  </a:lnTo>
                  <a:lnTo>
                    <a:pt x="118389" y="414926"/>
                  </a:lnTo>
                  <a:lnTo>
                    <a:pt x="118633" y="414812"/>
                  </a:lnTo>
                  <a:lnTo>
                    <a:pt x="119080" y="414717"/>
                  </a:lnTo>
                  <a:lnTo>
                    <a:pt x="119395" y="414686"/>
                  </a:lnTo>
                  <a:lnTo>
                    <a:pt x="119625" y="414662"/>
                  </a:lnTo>
                  <a:lnTo>
                    <a:pt x="119851" y="414636"/>
                  </a:lnTo>
                  <a:lnTo>
                    <a:pt x="120165" y="414576"/>
                  </a:lnTo>
                  <a:lnTo>
                    <a:pt x="120356" y="414536"/>
                  </a:lnTo>
                  <a:lnTo>
                    <a:pt x="120515" y="414502"/>
                  </a:lnTo>
                  <a:lnTo>
                    <a:pt x="120819" y="414438"/>
                  </a:lnTo>
                  <a:lnTo>
                    <a:pt x="121152" y="414298"/>
                  </a:lnTo>
                  <a:lnTo>
                    <a:pt x="121282" y="414243"/>
                  </a:lnTo>
                  <a:lnTo>
                    <a:pt x="121564" y="414123"/>
                  </a:lnTo>
                  <a:lnTo>
                    <a:pt x="121977" y="413969"/>
                  </a:lnTo>
                  <a:lnTo>
                    <a:pt x="122471" y="413511"/>
                  </a:lnTo>
                  <a:lnTo>
                    <a:pt x="122845" y="413443"/>
                  </a:lnTo>
                  <a:lnTo>
                    <a:pt x="123096" y="413313"/>
                  </a:lnTo>
                  <a:lnTo>
                    <a:pt x="123212" y="413135"/>
                  </a:lnTo>
                  <a:lnTo>
                    <a:pt x="123402" y="413156"/>
                  </a:lnTo>
                  <a:lnTo>
                    <a:pt x="123572" y="413172"/>
                  </a:lnTo>
                  <a:lnTo>
                    <a:pt x="123806" y="413101"/>
                  </a:lnTo>
                  <a:lnTo>
                    <a:pt x="123963" y="413044"/>
                  </a:lnTo>
                  <a:lnTo>
                    <a:pt x="124696" y="412865"/>
                  </a:lnTo>
                  <a:lnTo>
                    <a:pt x="124934" y="412470"/>
                  </a:lnTo>
                  <a:lnTo>
                    <a:pt x="125374" y="412558"/>
                  </a:lnTo>
                  <a:lnTo>
                    <a:pt x="125871" y="412582"/>
                  </a:lnTo>
                  <a:lnTo>
                    <a:pt x="126326" y="412063"/>
                  </a:lnTo>
                  <a:lnTo>
                    <a:pt x="126808" y="411649"/>
                  </a:lnTo>
                  <a:lnTo>
                    <a:pt x="127151" y="411963"/>
                  </a:lnTo>
                  <a:lnTo>
                    <a:pt x="127454" y="411950"/>
                  </a:lnTo>
                  <a:lnTo>
                    <a:pt x="127629" y="411942"/>
                  </a:lnTo>
                  <a:lnTo>
                    <a:pt x="127838" y="411885"/>
                  </a:lnTo>
                  <a:lnTo>
                    <a:pt x="128208" y="411927"/>
                  </a:lnTo>
                  <a:lnTo>
                    <a:pt x="128367" y="411945"/>
                  </a:lnTo>
                  <a:lnTo>
                    <a:pt x="128669" y="412117"/>
                  </a:lnTo>
                  <a:lnTo>
                    <a:pt x="129002" y="412040"/>
                  </a:lnTo>
                  <a:lnTo>
                    <a:pt x="129235" y="411982"/>
                  </a:lnTo>
                  <a:lnTo>
                    <a:pt x="129264" y="412313"/>
                  </a:lnTo>
                  <a:lnTo>
                    <a:pt x="129354" y="412530"/>
                  </a:lnTo>
                  <a:lnTo>
                    <a:pt x="129730" y="412713"/>
                  </a:lnTo>
                  <a:lnTo>
                    <a:pt x="129466" y="413078"/>
                  </a:lnTo>
                  <a:lnTo>
                    <a:pt x="129806" y="413591"/>
                  </a:lnTo>
                  <a:lnTo>
                    <a:pt x="130115" y="414072"/>
                  </a:lnTo>
                  <a:lnTo>
                    <a:pt x="130288" y="414144"/>
                  </a:lnTo>
                  <a:lnTo>
                    <a:pt x="130459" y="414221"/>
                  </a:lnTo>
                  <a:lnTo>
                    <a:pt x="130600" y="414483"/>
                  </a:lnTo>
                  <a:lnTo>
                    <a:pt x="130779" y="414496"/>
                  </a:lnTo>
                  <a:lnTo>
                    <a:pt x="130825" y="414306"/>
                  </a:lnTo>
                  <a:lnTo>
                    <a:pt x="130806" y="414065"/>
                  </a:lnTo>
                  <a:lnTo>
                    <a:pt x="130870" y="413703"/>
                  </a:lnTo>
                  <a:lnTo>
                    <a:pt x="131113" y="413604"/>
                  </a:lnTo>
                  <a:lnTo>
                    <a:pt x="131427" y="413954"/>
                  </a:lnTo>
                  <a:lnTo>
                    <a:pt x="131910" y="413931"/>
                  </a:lnTo>
                  <a:lnTo>
                    <a:pt x="132060" y="413894"/>
                  </a:lnTo>
                  <a:lnTo>
                    <a:pt x="132805" y="413662"/>
                  </a:lnTo>
                  <a:lnTo>
                    <a:pt x="133198" y="413247"/>
                  </a:lnTo>
                  <a:lnTo>
                    <a:pt x="133327" y="413007"/>
                  </a:lnTo>
                  <a:lnTo>
                    <a:pt x="133254" y="412802"/>
                  </a:lnTo>
                  <a:lnTo>
                    <a:pt x="133219" y="412664"/>
                  </a:lnTo>
                  <a:lnTo>
                    <a:pt x="133180" y="412504"/>
                  </a:lnTo>
                  <a:lnTo>
                    <a:pt x="133411" y="412333"/>
                  </a:lnTo>
                  <a:lnTo>
                    <a:pt x="133583" y="412680"/>
                  </a:lnTo>
                  <a:lnTo>
                    <a:pt x="134115" y="412694"/>
                  </a:lnTo>
                  <a:lnTo>
                    <a:pt x="134378" y="412584"/>
                  </a:lnTo>
                  <a:lnTo>
                    <a:pt x="134495" y="412235"/>
                  </a:lnTo>
                  <a:lnTo>
                    <a:pt x="134660" y="412003"/>
                  </a:lnTo>
                  <a:lnTo>
                    <a:pt x="135184" y="411949"/>
                  </a:lnTo>
                  <a:lnTo>
                    <a:pt x="135374" y="412058"/>
                  </a:lnTo>
                  <a:lnTo>
                    <a:pt x="135535" y="412935"/>
                  </a:lnTo>
                  <a:lnTo>
                    <a:pt x="135753" y="413095"/>
                  </a:lnTo>
                  <a:lnTo>
                    <a:pt x="136057" y="413113"/>
                  </a:lnTo>
                  <a:lnTo>
                    <a:pt x="136108" y="412941"/>
                  </a:lnTo>
                  <a:lnTo>
                    <a:pt x="136131" y="412778"/>
                  </a:lnTo>
                  <a:lnTo>
                    <a:pt x="136286" y="412703"/>
                  </a:lnTo>
                  <a:lnTo>
                    <a:pt x="136602" y="412590"/>
                  </a:lnTo>
                  <a:lnTo>
                    <a:pt x="136745" y="412561"/>
                  </a:lnTo>
                  <a:lnTo>
                    <a:pt x="137176" y="412709"/>
                  </a:lnTo>
                  <a:lnTo>
                    <a:pt x="137535" y="413133"/>
                  </a:lnTo>
                  <a:lnTo>
                    <a:pt x="138067" y="413259"/>
                  </a:lnTo>
                  <a:lnTo>
                    <a:pt x="138764" y="413174"/>
                  </a:lnTo>
                  <a:lnTo>
                    <a:pt x="138985" y="413215"/>
                  </a:lnTo>
                  <a:lnTo>
                    <a:pt x="139116" y="413239"/>
                  </a:lnTo>
                  <a:lnTo>
                    <a:pt x="139301" y="413274"/>
                  </a:lnTo>
                  <a:lnTo>
                    <a:pt x="139577" y="413351"/>
                  </a:lnTo>
                  <a:lnTo>
                    <a:pt x="139992" y="413415"/>
                  </a:lnTo>
                  <a:lnTo>
                    <a:pt x="140335" y="413345"/>
                  </a:lnTo>
                  <a:lnTo>
                    <a:pt x="140780" y="413211"/>
                  </a:lnTo>
                  <a:lnTo>
                    <a:pt x="141021" y="413211"/>
                  </a:lnTo>
                  <a:lnTo>
                    <a:pt x="141222" y="413210"/>
                  </a:lnTo>
                  <a:lnTo>
                    <a:pt x="141895" y="413023"/>
                  </a:lnTo>
                  <a:lnTo>
                    <a:pt x="142273" y="412968"/>
                  </a:lnTo>
                  <a:lnTo>
                    <a:pt x="143447" y="412642"/>
                  </a:lnTo>
                  <a:lnTo>
                    <a:pt x="143627" y="412478"/>
                  </a:lnTo>
                  <a:lnTo>
                    <a:pt x="143735" y="412322"/>
                  </a:lnTo>
                  <a:lnTo>
                    <a:pt x="143888" y="412143"/>
                  </a:lnTo>
                  <a:lnTo>
                    <a:pt x="144592" y="411685"/>
                  </a:lnTo>
                  <a:lnTo>
                    <a:pt x="144695" y="411933"/>
                  </a:lnTo>
                  <a:lnTo>
                    <a:pt x="145167" y="412237"/>
                  </a:lnTo>
                  <a:lnTo>
                    <a:pt x="145632" y="412433"/>
                  </a:lnTo>
                  <a:lnTo>
                    <a:pt x="146292" y="412262"/>
                  </a:lnTo>
                  <a:lnTo>
                    <a:pt x="146335" y="412117"/>
                  </a:lnTo>
                  <a:lnTo>
                    <a:pt x="146421" y="411823"/>
                  </a:lnTo>
                  <a:lnTo>
                    <a:pt x="146492" y="411628"/>
                  </a:lnTo>
                  <a:lnTo>
                    <a:pt x="146915" y="411533"/>
                  </a:lnTo>
                  <a:lnTo>
                    <a:pt x="147155" y="411459"/>
                  </a:lnTo>
                  <a:lnTo>
                    <a:pt x="147543" y="410806"/>
                  </a:lnTo>
                  <a:lnTo>
                    <a:pt x="147879" y="410583"/>
                  </a:lnTo>
                  <a:lnTo>
                    <a:pt x="147812" y="410156"/>
                  </a:lnTo>
                  <a:lnTo>
                    <a:pt x="147610" y="410082"/>
                  </a:lnTo>
                  <a:lnTo>
                    <a:pt x="147659" y="409734"/>
                  </a:lnTo>
                  <a:lnTo>
                    <a:pt x="147545" y="408821"/>
                  </a:lnTo>
                  <a:lnTo>
                    <a:pt x="147918" y="408229"/>
                  </a:lnTo>
                  <a:lnTo>
                    <a:pt x="147869" y="407655"/>
                  </a:lnTo>
                  <a:lnTo>
                    <a:pt x="148066" y="407380"/>
                  </a:lnTo>
                  <a:lnTo>
                    <a:pt x="148577" y="406921"/>
                  </a:lnTo>
                  <a:lnTo>
                    <a:pt x="148953" y="406506"/>
                  </a:lnTo>
                  <a:lnTo>
                    <a:pt x="148943" y="406238"/>
                  </a:lnTo>
                  <a:lnTo>
                    <a:pt x="148786" y="405849"/>
                  </a:lnTo>
                  <a:lnTo>
                    <a:pt x="148533" y="405506"/>
                  </a:lnTo>
                  <a:lnTo>
                    <a:pt x="148402" y="405251"/>
                  </a:lnTo>
                  <a:lnTo>
                    <a:pt x="148483" y="404810"/>
                  </a:lnTo>
                  <a:lnTo>
                    <a:pt x="148477" y="404241"/>
                  </a:lnTo>
                  <a:lnTo>
                    <a:pt x="148194" y="403770"/>
                  </a:lnTo>
                  <a:lnTo>
                    <a:pt x="148053" y="402846"/>
                  </a:lnTo>
                  <a:lnTo>
                    <a:pt x="148063" y="402626"/>
                  </a:lnTo>
                  <a:lnTo>
                    <a:pt x="148009" y="402109"/>
                  </a:lnTo>
                  <a:lnTo>
                    <a:pt x="147488" y="401630"/>
                  </a:lnTo>
                  <a:lnTo>
                    <a:pt x="147400" y="401371"/>
                  </a:lnTo>
                  <a:lnTo>
                    <a:pt x="147346" y="401133"/>
                  </a:lnTo>
                  <a:lnTo>
                    <a:pt x="147384" y="400886"/>
                  </a:lnTo>
                  <a:lnTo>
                    <a:pt x="147902" y="400105"/>
                  </a:lnTo>
                  <a:lnTo>
                    <a:pt x="147986" y="399970"/>
                  </a:lnTo>
                  <a:lnTo>
                    <a:pt x="148007" y="398823"/>
                  </a:lnTo>
                  <a:lnTo>
                    <a:pt x="148093" y="398284"/>
                  </a:lnTo>
                  <a:lnTo>
                    <a:pt x="148030" y="398127"/>
                  </a:lnTo>
                  <a:lnTo>
                    <a:pt x="147870" y="398106"/>
                  </a:lnTo>
                  <a:lnTo>
                    <a:pt x="147619" y="397890"/>
                  </a:lnTo>
                  <a:lnTo>
                    <a:pt x="147394" y="397755"/>
                  </a:lnTo>
                  <a:lnTo>
                    <a:pt x="147237" y="397662"/>
                  </a:lnTo>
                  <a:lnTo>
                    <a:pt x="147004" y="397545"/>
                  </a:lnTo>
                  <a:lnTo>
                    <a:pt x="146655" y="397169"/>
                  </a:lnTo>
                  <a:lnTo>
                    <a:pt x="146386" y="396879"/>
                  </a:lnTo>
                  <a:lnTo>
                    <a:pt x="146037" y="396744"/>
                  </a:lnTo>
                  <a:lnTo>
                    <a:pt x="145762" y="396713"/>
                  </a:lnTo>
                  <a:lnTo>
                    <a:pt x="145562" y="396422"/>
                  </a:lnTo>
                  <a:lnTo>
                    <a:pt x="145504" y="396112"/>
                  </a:lnTo>
                  <a:lnTo>
                    <a:pt x="145314" y="395856"/>
                  </a:lnTo>
                  <a:lnTo>
                    <a:pt x="145007" y="395929"/>
                  </a:lnTo>
                  <a:lnTo>
                    <a:pt x="144503" y="395759"/>
                  </a:lnTo>
                  <a:lnTo>
                    <a:pt x="144375" y="395638"/>
                  </a:lnTo>
                  <a:lnTo>
                    <a:pt x="144297" y="395422"/>
                  </a:lnTo>
                  <a:lnTo>
                    <a:pt x="144181" y="395028"/>
                  </a:lnTo>
                  <a:lnTo>
                    <a:pt x="144025" y="394551"/>
                  </a:lnTo>
                  <a:lnTo>
                    <a:pt x="143913" y="394208"/>
                  </a:lnTo>
                  <a:lnTo>
                    <a:pt x="143815" y="393910"/>
                  </a:lnTo>
                  <a:lnTo>
                    <a:pt x="143741" y="393684"/>
                  </a:lnTo>
                  <a:lnTo>
                    <a:pt x="143284" y="393020"/>
                  </a:lnTo>
                  <a:lnTo>
                    <a:pt x="143426" y="392586"/>
                  </a:lnTo>
                  <a:lnTo>
                    <a:pt x="143621" y="392117"/>
                  </a:lnTo>
                  <a:lnTo>
                    <a:pt x="143707" y="391936"/>
                  </a:lnTo>
                  <a:lnTo>
                    <a:pt x="143867" y="391376"/>
                  </a:lnTo>
                  <a:lnTo>
                    <a:pt x="143755" y="391207"/>
                  </a:lnTo>
                  <a:lnTo>
                    <a:pt x="143613" y="391182"/>
                  </a:lnTo>
                  <a:lnTo>
                    <a:pt x="143440" y="391015"/>
                  </a:lnTo>
                  <a:lnTo>
                    <a:pt x="143226" y="390775"/>
                  </a:lnTo>
                  <a:lnTo>
                    <a:pt x="143372" y="390391"/>
                  </a:lnTo>
                  <a:lnTo>
                    <a:pt x="143569" y="389992"/>
                  </a:lnTo>
                  <a:lnTo>
                    <a:pt x="143281" y="389697"/>
                  </a:lnTo>
                  <a:lnTo>
                    <a:pt x="143110" y="389458"/>
                  </a:lnTo>
                  <a:lnTo>
                    <a:pt x="143409" y="389210"/>
                  </a:lnTo>
                  <a:lnTo>
                    <a:pt x="143594" y="389100"/>
                  </a:lnTo>
                  <a:lnTo>
                    <a:pt x="143688" y="388950"/>
                  </a:lnTo>
                  <a:lnTo>
                    <a:pt x="143893" y="388457"/>
                  </a:lnTo>
                  <a:lnTo>
                    <a:pt x="143874" y="387957"/>
                  </a:lnTo>
                  <a:lnTo>
                    <a:pt x="143813" y="387642"/>
                  </a:lnTo>
                  <a:lnTo>
                    <a:pt x="143462" y="387252"/>
                  </a:lnTo>
                  <a:lnTo>
                    <a:pt x="143435" y="386946"/>
                  </a:lnTo>
                  <a:lnTo>
                    <a:pt x="143711" y="386478"/>
                  </a:lnTo>
                  <a:lnTo>
                    <a:pt x="143799" y="385950"/>
                  </a:lnTo>
                  <a:lnTo>
                    <a:pt x="143779" y="385792"/>
                  </a:lnTo>
                  <a:lnTo>
                    <a:pt x="143687" y="385490"/>
                  </a:lnTo>
                  <a:lnTo>
                    <a:pt x="143606" y="385267"/>
                  </a:lnTo>
                  <a:lnTo>
                    <a:pt x="143671" y="384941"/>
                  </a:lnTo>
                  <a:lnTo>
                    <a:pt x="143482" y="383706"/>
                  </a:lnTo>
                  <a:lnTo>
                    <a:pt x="143513" y="383495"/>
                  </a:lnTo>
                  <a:lnTo>
                    <a:pt x="143497" y="383197"/>
                  </a:lnTo>
                  <a:lnTo>
                    <a:pt x="143237" y="382664"/>
                  </a:lnTo>
                  <a:lnTo>
                    <a:pt x="143020" y="382506"/>
                  </a:lnTo>
                  <a:lnTo>
                    <a:pt x="142882" y="382474"/>
                  </a:lnTo>
                  <a:lnTo>
                    <a:pt x="142683" y="382265"/>
                  </a:lnTo>
                  <a:lnTo>
                    <a:pt x="142763" y="381684"/>
                  </a:lnTo>
                  <a:lnTo>
                    <a:pt x="142252" y="381151"/>
                  </a:lnTo>
                  <a:lnTo>
                    <a:pt x="142271" y="380968"/>
                  </a:lnTo>
                  <a:lnTo>
                    <a:pt x="142713" y="380474"/>
                  </a:lnTo>
                  <a:lnTo>
                    <a:pt x="142848" y="380143"/>
                  </a:lnTo>
                  <a:lnTo>
                    <a:pt x="142916" y="379982"/>
                  </a:lnTo>
                  <a:lnTo>
                    <a:pt x="143126" y="379746"/>
                  </a:lnTo>
                  <a:lnTo>
                    <a:pt x="143456" y="379390"/>
                  </a:lnTo>
                  <a:lnTo>
                    <a:pt x="143982" y="379278"/>
                  </a:lnTo>
                  <a:lnTo>
                    <a:pt x="144468" y="379155"/>
                  </a:lnTo>
                  <a:lnTo>
                    <a:pt x="145167" y="378791"/>
                  </a:lnTo>
                  <a:lnTo>
                    <a:pt x="145389" y="378690"/>
                  </a:lnTo>
                  <a:lnTo>
                    <a:pt x="145307" y="378190"/>
                  </a:lnTo>
                  <a:lnTo>
                    <a:pt x="145329" y="377955"/>
                  </a:lnTo>
                  <a:lnTo>
                    <a:pt x="145676" y="377631"/>
                  </a:lnTo>
                  <a:lnTo>
                    <a:pt x="145844" y="377591"/>
                  </a:lnTo>
                  <a:lnTo>
                    <a:pt x="146091" y="377534"/>
                  </a:lnTo>
                  <a:lnTo>
                    <a:pt x="146487" y="377044"/>
                  </a:lnTo>
                  <a:lnTo>
                    <a:pt x="147058" y="377410"/>
                  </a:lnTo>
                  <a:lnTo>
                    <a:pt x="147377" y="377546"/>
                  </a:lnTo>
                  <a:lnTo>
                    <a:pt x="147688" y="377337"/>
                  </a:lnTo>
                  <a:lnTo>
                    <a:pt x="147950" y="377377"/>
                  </a:lnTo>
                  <a:lnTo>
                    <a:pt x="148294" y="377511"/>
                  </a:lnTo>
                  <a:lnTo>
                    <a:pt x="148489" y="377784"/>
                  </a:lnTo>
                  <a:lnTo>
                    <a:pt x="148739" y="377428"/>
                  </a:lnTo>
                  <a:lnTo>
                    <a:pt x="149323" y="377421"/>
                  </a:lnTo>
                  <a:lnTo>
                    <a:pt x="149554" y="377368"/>
                  </a:lnTo>
                  <a:lnTo>
                    <a:pt x="149729" y="377075"/>
                  </a:lnTo>
                  <a:lnTo>
                    <a:pt x="149907" y="376592"/>
                  </a:lnTo>
                  <a:lnTo>
                    <a:pt x="149926" y="376369"/>
                  </a:lnTo>
                  <a:lnTo>
                    <a:pt x="149954" y="375994"/>
                  </a:lnTo>
                  <a:lnTo>
                    <a:pt x="149938" y="375764"/>
                  </a:lnTo>
                  <a:lnTo>
                    <a:pt x="149874" y="375239"/>
                  </a:lnTo>
                  <a:lnTo>
                    <a:pt x="150044" y="374771"/>
                  </a:lnTo>
                  <a:lnTo>
                    <a:pt x="150579" y="374273"/>
                  </a:lnTo>
                  <a:lnTo>
                    <a:pt x="150816" y="373853"/>
                  </a:lnTo>
                  <a:lnTo>
                    <a:pt x="151062" y="373535"/>
                  </a:lnTo>
                  <a:lnTo>
                    <a:pt x="151231" y="373190"/>
                  </a:lnTo>
                  <a:lnTo>
                    <a:pt x="151198" y="372933"/>
                  </a:lnTo>
                  <a:lnTo>
                    <a:pt x="151020" y="372542"/>
                  </a:lnTo>
                  <a:lnTo>
                    <a:pt x="150919" y="371845"/>
                  </a:lnTo>
                  <a:lnTo>
                    <a:pt x="150889" y="371555"/>
                  </a:lnTo>
                  <a:lnTo>
                    <a:pt x="151446" y="369695"/>
                  </a:lnTo>
                  <a:lnTo>
                    <a:pt x="151602" y="369498"/>
                  </a:lnTo>
                  <a:lnTo>
                    <a:pt x="151888" y="369074"/>
                  </a:lnTo>
                  <a:lnTo>
                    <a:pt x="152249" y="368468"/>
                  </a:lnTo>
                  <a:lnTo>
                    <a:pt x="151996" y="368196"/>
                  </a:lnTo>
                  <a:lnTo>
                    <a:pt x="151699" y="368024"/>
                  </a:lnTo>
                  <a:lnTo>
                    <a:pt x="152130" y="367226"/>
                  </a:lnTo>
                  <a:lnTo>
                    <a:pt x="152408" y="366929"/>
                  </a:lnTo>
                  <a:lnTo>
                    <a:pt x="152503" y="366667"/>
                  </a:lnTo>
                  <a:lnTo>
                    <a:pt x="152372" y="366203"/>
                  </a:lnTo>
                  <a:lnTo>
                    <a:pt x="151890" y="365569"/>
                  </a:lnTo>
                  <a:lnTo>
                    <a:pt x="151050" y="364305"/>
                  </a:lnTo>
                  <a:lnTo>
                    <a:pt x="150253" y="363294"/>
                  </a:lnTo>
                  <a:lnTo>
                    <a:pt x="149917" y="362853"/>
                  </a:lnTo>
                  <a:lnTo>
                    <a:pt x="149805" y="362526"/>
                  </a:lnTo>
                  <a:lnTo>
                    <a:pt x="149491" y="361320"/>
                  </a:lnTo>
                  <a:lnTo>
                    <a:pt x="149451" y="360289"/>
                  </a:lnTo>
                  <a:lnTo>
                    <a:pt x="149724" y="359575"/>
                  </a:lnTo>
                  <a:lnTo>
                    <a:pt x="149316" y="358631"/>
                  </a:lnTo>
                  <a:lnTo>
                    <a:pt x="149080" y="357599"/>
                  </a:lnTo>
                  <a:lnTo>
                    <a:pt x="149137" y="357369"/>
                  </a:lnTo>
                  <a:lnTo>
                    <a:pt x="149065" y="355092"/>
                  </a:lnTo>
                  <a:lnTo>
                    <a:pt x="149468" y="353546"/>
                  </a:lnTo>
                  <a:lnTo>
                    <a:pt x="148912" y="352819"/>
                  </a:lnTo>
                  <a:lnTo>
                    <a:pt x="148678" y="351947"/>
                  </a:lnTo>
                  <a:lnTo>
                    <a:pt x="148422" y="351577"/>
                  </a:lnTo>
                  <a:lnTo>
                    <a:pt x="147954" y="350923"/>
                  </a:lnTo>
                  <a:lnTo>
                    <a:pt x="147770" y="350787"/>
                  </a:lnTo>
                  <a:lnTo>
                    <a:pt x="147438" y="351034"/>
                  </a:lnTo>
                  <a:lnTo>
                    <a:pt x="147123" y="351392"/>
                  </a:lnTo>
                  <a:lnTo>
                    <a:pt x="146841" y="351337"/>
                  </a:lnTo>
                  <a:lnTo>
                    <a:pt x="146465" y="351145"/>
                  </a:lnTo>
                  <a:lnTo>
                    <a:pt x="145901" y="350912"/>
                  </a:lnTo>
                  <a:lnTo>
                    <a:pt x="145692" y="350981"/>
                  </a:lnTo>
                  <a:lnTo>
                    <a:pt x="145277" y="350887"/>
                  </a:lnTo>
                  <a:lnTo>
                    <a:pt x="144532" y="350139"/>
                  </a:lnTo>
                  <a:lnTo>
                    <a:pt x="143434" y="349486"/>
                  </a:lnTo>
                  <a:lnTo>
                    <a:pt x="143194" y="349178"/>
                  </a:lnTo>
                  <a:lnTo>
                    <a:pt x="142791" y="348980"/>
                  </a:lnTo>
                  <a:lnTo>
                    <a:pt x="142738" y="349315"/>
                  </a:lnTo>
                  <a:lnTo>
                    <a:pt x="142760" y="349600"/>
                  </a:lnTo>
                  <a:lnTo>
                    <a:pt x="142814" y="349752"/>
                  </a:lnTo>
                  <a:lnTo>
                    <a:pt x="143076" y="350418"/>
                  </a:lnTo>
                  <a:lnTo>
                    <a:pt x="142749" y="350916"/>
                  </a:lnTo>
                  <a:lnTo>
                    <a:pt x="142355" y="351507"/>
                  </a:lnTo>
                  <a:lnTo>
                    <a:pt x="142189" y="351719"/>
                  </a:lnTo>
                  <a:lnTo>
                    <a:pt x="141130" y="351538"/>
                  </a:lnTo>
                  <a:lnTo>
                    <a:pt x="139405" y="351009"/>
                  </a:lnTo>
                  <a:lnTo>
                    <a:pt x="138913" y="350790"/>
                  </a:lnTo>
                  <a:lnTo>
                    <a:pt x="137942" y="350424"/>
                  </a:lnTo>
                  <a:lnTo>
                    <a:pt x="137696" y="350373"/>
                  </a:lnTo>
                  <a:lnTo>
                    <a:pt x="137672" y="350166"/>
                  </a:lnTo>
                  <a:lnTo>
                    <a:pt x="137936" y="349467"/>
                  </a:lnTo>
                  <a:lnTo>
                    <a:pt x="137896" y="348855"/>
                  </a:lnTo>
                  <a:lnTo>
                    <a:pt x="137319" y="347508"/>
                  </a:lnTo>
                  <a:lnTo>
                    <a:pt x="136493" y="346688"/>
                  </a:lnTo>
                  <a:lnTo>
                    <a:pt x="135914" y="346068"/>
                  </a:lnTo>
                  <a:lnTo>
                    <a:pt x="135595" y="344910"/>
                  </a:lnTo>
                  <a:lnTo>
                    <a:pt x="135250" y="344484"/>
                  </a:lnTo>
                  <a:lnTo>
                    <a:pt x="133956" y="344436"/>
                  </a:lnTo>
                  <a:lnTo>
                    <a:pt x="132676" y="343985"/>
                  </a:lnTo>
                  <a:lnTo>
                    <a:pt x="132551" y="344662"/>
                  </a:lnTo>
                  <a:lnTo>
                    <a:pt x="132277" y="344572"/>
                  </a:lnTo>
                  <a:lnTo>
                    <a:pt x="131805" y="344073"/>
                  </a:lnTo>
                  <a:lnTo>
                    <a:pt x="131274" y="343909"/>
                  </a:lnTo>
                  <a:lnTo>
                    <a:pt x="131133" y="344100"/>
                  </a:lnTo>
                  <a:lnTo>
                    <a:pt x="131141" y="344488"/>
                  </a:lnTo>
                  <a:lnTo>
                    <a:pt x="131135" y="344618"/>
                  </a:lnTo>
                  <a:lnTo>
                    <a:pt x="130919" y="344894"/>
                  </a:lnTo>
                  <a:lnTo>
                    <a:pt x="130626" y="344369"/>
                  </a:lnTo>
                  <a:lnTo>
                    <a:pt x="130014" y="343715"/>
                  </a:lnTo>
                  <a:lnTo>
                    <a:pt x="129185" y="343687"/>
                  </a:lnTo>
                  <a:lnTo>
                    <a:pt x="129047" y="343663"/>
                  </a:lnTo>
                  <a:lnTo>
                    <a:pt x="128532" y="343317"/>
                  </a:lnTo>
                  <a:lnTo>
                    <a:pt x="128453" y="342253"/>
                  </a:lnTo>
                  <a:lnTo>
                    <a:pt x="128495" y="341741"/>
                  </a:lnTo>
                  <a:lnTo>
                    <a:pt x="129005" y="340915"/>
                  </a:lnTo>
                  <a:lnTo>
                    <a:pt x="129084" y="340379"/>
                  </a:lnTo>
                  <a:lnTo>
                    <a:pt x="128430" y="340358"/>
                  </a:lnTo>
                  <a:lnTo>
                    <a:pt x="128118" y="340725"/>
                  </a:lnTo>
                  <a:lnTo>
                    <a:pt x="127588" y="341424"/>
                  </a:lnTo>
                  <a:lnTo>
                    <a:pt x="127296" y="341914"/>
                  </a:lnTo>
                  <a:lnTo>
                    <a:pt x="127207" y="342105"/>
                  </a:lnTo>
                  <a:lnTo>
                    <a:pt x="127336" y="342606"/>
                  </a:lnTo>
                  <a:lnTo>
                    <a:pt x="126970" y="343337"/>
                  </a:lnTo>
                  <a:lnTo>
                    <a:pt x="126749" y="343642"/>
                  </a:lnTo>
                  <a:lnTo>
                    <a:pt x="126192" y="344276"/>
                  </a:lnTo>
                  <a:lnTo>
                    <a:pt x="125835" y="344262"/>
                  </a:lnTo>
                  <a:lnTo>
                    <a:pt x="125622" y="344208"/>
                  </a:lnTo>
                  <a:lnTo>
                    <a:pt x="125159" y="343938"/>
                  </a:lnTo>
                  <a:lnTo>
                    <a:pt x="125228" y="343094"/>
                  </a:lnTo>
                  <a:lnTo>
                    <a:pt x="125069" y="342928"/>
                  </a:lnTo>
                  <a:lnTo>
                    <a:pt x="124092" y="342466"/>
                  </a:lnTo>
                  <a:lnTo>
                    <a:pt x="123483" y="342696"/>
                  </a:lnTo>
                  <a:lnTo>
                    <a:pt x="123079" y="342929"/>
                  </a:lnTo>
                  <a:lnTo>
                    <a:pt x="123002" y="342531"/>
                  </a:lnTo>
                  <a:lnTo>
                    <a:pt x="123034" y="342302"/>
                  </a:lnTo>
                  <a:lnTo>
                    <a:pt x="123085" y="341734"/>
                  </a:lnTo>
                  <a:lnTo>
                    <a:pt x="122663" y="341352"/>
                  </a:lnTo>
                  <a:lnTo>
                    <a:pt x="122479" y="341458"/>
                  </a:lnTo>
                  <a:lnTo>
                    <a:pt x="122159" y="341916"/>
                  </a:lnTo>
                  <a:lnTo>
                    <a:pt x="121455" y="342416"/>
                  </a:lnTo>
                  <a:lnTo>
                    <a:pt x="120727" y="341887"/>
                  </a:lnTo>
                  <a:lnTo>
                    <a:pt x="120186" y="341189"/>
                  </a:lnTo>
                  <a:lnTo>
                    <a:pt x="119338" y="340448"/>
                  </a:lnTo>
                  <a:lnTo>
                    <a:pt x="119202" y="340248"/>
                  </a:lnTo>
                  <a:lnTo>
                    <a:pt x="118867" y="340283"/>
                  </a:lnTo>
                  <a:lnTo>
                    <a:pt x="118764" y="340026"/>
                  </a:lnTo>
                  <a:lnTo>
                    <a:pt x="118745" y="339831"/>
                  </a:lnTo>
                  <a:lnTo>
                    <a:pt x="118928" y="339570"/>
                  </a:lnTo>
                  <a:lnTo>
                    <a:pt x="119455" y="339704"/>
                  </a:lnTo>
                  <a:lnTo>
                    <a:pt x="119788" y="339517"/>
                  </a:lnTo>
                  <a:lnTo>
                    <a:pt x="119914" y="338775"/>
                  </a:lnTo>
                  <a:lnTo>
                    <a:pt x="119882" y="338512"/>
                  </a:lnTo>
                  <a:lnTo>
                    <a:pt x="119765" y="338304"/>
                  </a:lnTo>
                  <a:lnTo>
                    <a:pt x="119258" y="337731"/>
                  </a:lnTo>
                  <a:lnTo>
                    <a:pt x="118928" y="337664"/>
                  </a:lnTo>
                  <a:lnTo>
                    <a:pt x="118729" y="337768"/>
                  </a:lnTo>
                  <a:lnTo>
                    <a:pt x="118189" y="337956"/>
                  </a:lnTo>
                  <a:lnTo>
                    <a:pt x="118039" y="338074"/>
                  </a:lnTo>
                  <a:lnTo>
                    <a:pt x="117983" y="338465"/>
                  </a:lnTo>
                  <a:lnTo>
                    <a:pt x="118125" y="338831"/>
                  </a:lnTo>
                  <a:lnTo>
                    <a:pt x="118006" y="339319"/>
                  </a:lnTo>
                  <a:lnTo>
                    <a:pt x="117792" y="339241"/>
                  </a:lnTo>
                  <a:lnTo>
                    <a:pt x="117609" y="338955"/>
                  </a:lnTo>
                  <a:lnTo>
                    <a:pt x="117480" y="338527"/>
                  </a:lnTo>
                  <a:lnTo>
                    <a:pt x="117052" y="338837"/>
                  </a:lnTo>
                  <a:lnTo>
                    <a:pt x="116481" y="338841"/>
                  </a:lnTo>
                  <a:lnTo>
                    <a:pt x="116146" y="339200"/>
                  </a:lnTo>
                  <a:lnTo>
                    <a:pt x="115812" y="339122"/>
                  </a:lnTo>
                  <a:lnTo>
                    <a:pt x="115739" y="338950"/>
                  </a:lnTo>
                  <a:lnTo>
                    <a:pt x="115802" y="338148"/>
                  </a:lnTo>
                  <a:lnTo>
                    <a:pt x="115931" y="337785"/>
                  </a:lnTo>
                  <a:lnTo>
                    <a:pt x="115939" y="337653"/>
                  </a:lnTo>
                  <a:lnTo>
                    <a:pt x="115838" y="336486"/>
                  </a:lnTo>
                  <a:lnTo>
                    <a:pt x="115724" y="336343"/>
                  </a:lnTo>
                  <a:lnTo>
                    <a:pt x="115250" y="336149"/>
                  </a:lnTo>
                  <a:lnTo>
                    <a:pt x="115061" y="335607"/>
                  </a:lnTo>
                  <a:lnTo>
                    <a:pt x="114636" y="335107"/>
                  </a:lnTo>
                  <a:lnTo>
                    <a:pt x="114515" y="334857"/>
                  </a:lnTo>
                  <a:lnTo>
                    <a:pt x="114235" y="334305"/>
                  </a:lnTo>
                  <a:lnTo>
                    <a:pt x="113957" y="334150"/>
                  </a:lnTo>
                  <a:lnTo>
                    <a:pt x="113109" y="334193"/>
                  </a:lnTo>
                  <a:lnTo>
                    <a:pt x="112305" y="333138"/>
                  </a:lnTo>
                  <a:lnTo>
                    <a:pt x="112171" y="333024"/>
                  </a:lnTo>
                  <a:lnTo>
                    <a:pt x="111923" y="332929"/>
                  </a:lnTo>
                  <a:lnTo>
                    <a:pt x="111693" y="332948"/>
                  </a:lnTo>
                  <a:lnTo>
                    <a:pt x="111374" y="332837"/>
                  </a:lnTo>
                  <a:lnTo>
                    <a:pt x="111320" y="332602"/>
                  </a:lnTo>
                  <a:lnTo>
                    <a:pt x="111198" y="332415"/>
                  </a:lnTo>
                  <a:lnTo>
                    <a:pt x="110807" y="332182"/>
                  </a:lnTo>
                  <a:lnTo>
                    <a:pt x="110656" y="332103"/>
                  </a:lnTo>
                  <a:lnTo>
                    <a:pt x="110487" y="332153"/>
                  </a:lnTo>
                  <a:lnTo>
                    <a:pt x="110328" y="332396"/>
                  </a:lnTo>
                  <a:lnTo>
                    <a:pt x="110188" y="332611"/>
                  </a:lnTo>
                  <a:lnTo>
                    <a:pt x="109454" y="332493"/>
                  </a:lnTo>
                  <a:lnTo>
                    <a:pt x="108154" y="331881"/>
                  </a:lnTo>
                  <a:lnTo>
                    <a:pt x="108055" y="331463"/>
                  </a:lnTo>
                  <a:lnTo>
                    <a:pt x="107827" y="331468"/>
                  </a:lnTo>
                  <a:lnTo>
                    <a:pt x="107691" y="331751"/>
                  </a:lnTo>
                  <a:lnTo>
                    <a:pt x="107074" y="331194"/>
                  </a:lnTo>
                  <a:lnTo>
                    <a:pt x="106523" y="330740"/>
                  </a:lnTo>
                  <a:lnTo>
                    <a:pt x="106261" y="330685"/>
                  </a:lnTo>
                  <a:lnTo>
                    <a:pt x="105881" y="330712"/>
                  </a:lnTo>
                  <a:lnTo>
                    <a:pt x="105851" y="331051"/>
                  </a:lnTo>
                  <a:lnTo>
                    <a:pt x="105496" y="331241"/>
                  </a:lnTo>
                  <a:lnTo>
                    <a:pt x="104747" y="331153"/>
                  </a:lnTo>
                  <a:lnTo>
                    <a:pt x="104472" y="330987"/>
                  </a:lnTo>
                  <a:lnTo>
                    <a:pt x="104192" y="330803"/>
                  </a:lnTo>
                  <a:lnTo>
                    <a:pt x="104134" y="330478"/>
                  </a:lnTo>
                  <a:lnTo>
                    <a:pt x="103974" y="330065"/>
                  </a:lnTo>
                  <a:lnTo>
                    <a:pt x="103368" y="329832"/>
                  </a:lnTo>
                  <a:lnTo>
                    <a:pt x="102912" y="329705"/>
                  </a:lnTo>
                  <a:lnTo>
                    <a:pt x="102583" y="329900"/>
                  </a:lnTo>
                  <a:lnTo>
                    <a:pt x="102148" y="330124"/>
                  </a:lnTo>
                  <a:lnTo>
                    <a:pt x="101602" y="330370"/>
                  </a:lnTo>
                  <a:lnTo>
                    <a:pt x="101259" y="330389"/>
                  </a:lnTo>
                  <a:lnTo>
                    <a:pt x="101125" y="330356"/>
                  </a:lnTo>
                  <a:lnTo>
                    <a:pt x="99800" y="329708"/>
                  </a:lnTo>
                  <a:lnTo>
                    <a:pt x="99488" y="329478"/>
                  </a:lnTo>
                  <a:lnTo>
                    <a:pt x="98796" y="329338"/>
                  </a:lnTo>
                  <a:lnTo>
                    <a:pt x="98345" y="329548"/>
                  </a:lnTo>
                  <a:lnTo>
                    <a:pt x="98135" y="329632"/>
                  </a:lnTo>
                  <a:lnTo>
                    <a:pt x="97918" y="329719"/>
                  </a:lnTo>
                  <a:lnTo>
                    <a:pt x="97749" y="329681"/>
                  </a:lnTo>
                  <a:lnTo>
                    <a:pt x="97227" y="329510"/>
                  </a:lnTo>
                  <a:lnTo>
                    <a:pt x="97220" y="329738"/>
                  </a:lnTo>
                  <a:lnTo>
                    <a:pt x="97193" y="330080"/>
                  </a:lnTo>
                  <a:lnTo>
                    <a:pt x="96846" y="329962"/>
                  </a:lnTo>
                  <a:lnTo>
                    <a:pt x="96708" y="329841"/>
                  </a:lnTo>
                  <a:lnTo>
                    <a:pt x="96544" y="329005"/>
                  </a:lnTo>
                  <a:lnTo>
                    <a:pt x="96748" y="328904"/>
                  </a:lnTo>
                  <a:lnTo>
                    <a:pt x="96212" y="328565"/>
                  </a:lnTo>
                  <a:lnTo>
                    <a:pt x="96562" y="328080"/>
                  </a:lnTo>
                  <a:lnTo>
                    <a:pt x="96571" y="327882"/>
                  </a:lnTo>
                  <a:lnTo>
                    <a:pt x="96543" y="327749"/>
                  </a:lnTo>
                  <a:lnTo>
                    <a:pt x="96328" y="327572"/>
                  </a:lnTo>
                  <a:lnTo>
                    <a:pt x="95490" y="327004"/>
                  </a:lnTo>
                  <a:lnTo>
                    <a:pt x="95160" y="326771"/>
                  </a:lnTo>
                  <a:lnTo>
                    <a:pt x="94601" y="326278"/>
                  </a:lnTo>
                  <a:lnTo>
                    <a:pt x="94451" y="326013"/>
                  </a:lnTo>
                  <a:lnTo>
                    <a:pt x="94448" y="325787"/>
                  </a:lnTo>
                  <a:lnTo>
                    <a:pt x="94656" y="325406"/>
                  </a:lnTo>
                  <a:lnTo>
                    <a:pt x="94220" y="325256"/>
                  </a:lnTo>
                  <a:lnTo>
                    <a:pt x="93429" y="325568"/>
                  </a:lnTo>
                  <a:lnTo>
                    <a:pt x="93104" y="325727"/>
                  </a:lnTo>
                  <a:lnTo>
                    <a:pt x="92941" y="325861"/>
                  </a:lnTo>
                  <a:lnTo>
                    <a:pt x="92763" y="326282"/>
                  </a:lnTo>
                  <a:lnTo>
                    <a:pt x="92215" y="326532"/>
                  </a:lnTo>
                  <a:lnTo>
                    <a:pt x="92210" y="326171"/>
                  </a:lnTo>
                  <a:lnTo>
                    <a:pt x="92206" y="325826"/>
                  </a:lnTo>
                  <a:lnTo>
                    <a:pt x="92173" y="325693"/>
                  </a:lnTo>
                  <a:lnTo>
                    <a:pt x="91913" y="325523"/>
                  </a:lnTo>
                  <a:lnTo>
                    <a:pt x="91577" y="325539"/>
                  </a:lnTo>
                  <a:lnTo>
                    <a:pt x="91322" y="325891"/>
                  </a:lnTo>
                  <a:lnTo>
                    <a:pt x="91152" y="326033"/>
                  </a:lnTo>
                  <a:lnTo>
                    <a:pt x="90946" y="325896"/>
                  </a:lnTo>
                  <a:lnTo>
                    <a:pt x="90153" y="325796"/>
                  </a:lnTo>
                  <a:lnTo>
                    <a:pt x="89829" y="325578"/>
                  </a:lnTo>
                  <a:lnTo>
                    <a:pt x="89298" y="325483"/>
                  </a:lnTo>
                  <a:lnTo>
                    <a:pt x="89063" y="325535"/>
                  </a:lnTo>
                  <a:lnTo>
                    <a:pt x="88834" y="325642"/>
                  </a:lnTo>
                  <a:lnTo>
                    <a:pt x="88545" y="325789"/>
                  </a:lnTo>
                  <a:lnTo>
                    <a:pt x="88373" y="325734"/>
                  </a:lnTo>
                  <a:lnTo>
                    <a:pt x="88107" y="325313"/>
                  </a:lnTo>
                  <a:lnTo>
                    <a:pt x="87713" y="325175"/>
                  </a:lnTo>
                  <a:lnTo>
                    <a:pt x="87373" y="324944"/>
                  </a:lnTo>
                  <a:lnTo>
                    <a:pt x="87402" y="324535"/>
                  </a:lnTo>
                  <a:lnTo>
                    <a:pt x="87173" y="324495"/>
                  </a:lnTo>
                  <a:lnTo>
                    <a:pt x="86949" y="324812"/>
                  </a:lnTo>
                  <a:lnTo>
                    <a:pt x="86322" y="325271"/>
                  </a:lnTo>
                  <a:lnTo>
                    <a:pt x="85883" y="325240"/>
                  </a:lnTo>
                  <a:lnTo>
                    <a:pt x="85949" y="324906"/>
                  </a:lnTo>
                  <a:lnTo>
                    <a:pt x="85530" y="324011"/>
                  </a:lnTo>
                  <a:lnTo>
                    <a:pt x="85703" y="323753"/>
                  </a:lnTo>
                  <a:lnTo>
                    <a:pt x="85761" y="323210"/>
                  </a:lnTo>
                  <a:lnTo>
                    <a:pt x="85500" y="322288"/>
                  </a:lnTo>
                  <a:lnTo>
                    <a:pt x="85274" y="321909"/>
                  </a:lnTo>
                  <a:lnTo>
                    <a:pt x="85132" y="321798"/>
                  </a:lnTo>
                  <a:lnTo>
                    <a:pt x="84950" y="321052"/>
                  </a:lnTo>
                  <a:lnTo>
                    <a:pt x="84982" y="319856"/>
                  </a:lnTo>
                  <a:lnTo>
                    <a:pt x="84755" y="319497"/>
                  </a:lnTo>
                  <a:lnTo>
                    <a:pt x="84644" y="319275"/>
                  </a:lnTo>
                  <a:lnTo>
                    <a:pt x="84609" y="319035"/>
                  </a:lnTo>
                  <a:lnTo>
                    <a:pt x="84760" y="318835"/>
                  </a:lnTo>
                  <a:lnTo>
                    <a:pt x="84614" y="318536"/>
                  </a:lnTo>
                  <a:lnTo>
                    <a:pt x="84390" y="318331"/>
                  </a:lnTo>
                  <a:lnTo>
                    <a:pt x="84589" y="318393"/>
                  </a:lnTo>
                  <a:lnTo>
                    <a:pt x="84697" y="318108"/>
                  </a:lnTo>
                  <a:lnTo>
                    <a:pt x="84796" y="317545"/>
                  </a:lnTo>
                  <a:lnTo>
                    <a:pt x="84705" y="317308"/>
                  </a:lnTo>
                  <a:lnTo>
                    <a:pt x="84787" y="317031"/>
                  </a:lnTo>
                  <a:lnTo>
                    <a:pt x="84663" y="316887"/>
                  </a:lnTo>
                  <a:lnTo>
                    <a:pt x="84571" y="316430"/>
                  </a:lnTo>
                  <a:lnTo>
                    <a:pt x="84313" y="315555"/>
                  </a:lnTo>
                  <a:lnTo>
                    <a:pt x="84062" y="315282"/>
                  </a:lnTo>
                  <a:lnTo>
                    <a:pt x="84398" y="315380"/>
                  </a:lnTo>
                  <a:lnTo>
                    <a:pt x="84652" y="315309"/>
                  </a:lnTo>
                  <a:lnTo>
                    <a:pt x="84469" y="315082"/>
                  </a:lnTo>
                  <a:lnTo>
                    <a:pt x="84316" y="314723"/>
                  </a:lnTo>
                  <a:lnTo>
                    <a:pt x="84458" y="314481"/>
                  </a:lnTo>
                  <a:lnTo>
                    <a:pt x="84331" y="313814"/>
                  </a:lnTo>
                  <a:lnTo>
                    <a:pt x="84560" y="313725"/>
                  </a:lnTo>
                  <a:lnTo>
                    <a:pt x="85688" y="314878"/>
                  </a:lnTo>
                  <a:lnTo>
                    <a:pt x="85872" y="315217"/>
                  </a:lnTo>
                  <a:lnTo>
                    <a:pt x="86693" y="313982"/>
                  </a:lnTo>
                  <a:lnTo>
                    <a:pt x="87012" y="313633"/>
                  </a:lnTo>
                  <a:lnTo>
                    <a:pt x="87080" y="313246"/>
                  </a:lnTo>
                  <a:lnTo>
                    <a:pt x="87128" y="312970"/>
                  </a:lnTo>
                  <a:lnTo>
                    <a:pt x="87158" y="312803"/>
                  </a:lnTo>
                  <a:lnTo>
                    <a:pt x="87267" y="312331"/>
                  </a:lnTo>
                  <a:lnTo>
                    <a:pt x="87374" y="312073"/>
                  </a:lnTo>
                  <a:lnTo>
                    <a:pt x="87268" y="311664"/>
                  </a:lnTo>
                  <a:lnTo>
                    <a:pt x="87160" y="311296"/>
                  </a:lnTo>
                  <a:lnTo>
                    <a:pt x="86833" y="310891"/>
                  </a:lnTo>
                  <a:lnTo>
                    <a:pt x="86509" y="310182"/>
                  </a:lnTo>
                  <a:lnTo>
                    <a:pt x="86327" y="309924"/>
                  </a:lnTo>
                  <a:lnTo>
                    <a:pt x="85696" y="309512"/>
                  </a:lnTo>
                  <a:lnTo>
                    <a:pt x="84923" y="308872"/>
                  </a:lnTo>
                  <a:lnTo>
                    <a:pt x="84499" y="308679"/>
                  </a:lnTo>
                  <a:lnTo>
                    <a:pt x="84292" y="308612"/>
                  </a:lnTo>
                  <a:lnTo>
                    <a:pt x="83961" y="308547"/>
                  </a:lnTo>
                  <a:lnTo>
                    <a:pt x="83626" y="308303"/>
                  </a:lnTo>
                  <a:lnTo>
                    <a:pt x="83917" y="308019"/>
                  </a:lnTo>
                  <a:lnTo>
                    <a:pt x="84657" y="307747"/>
                  </a:lnTo>
                  <a:lnTo>
                    <a:pt x="85265" y="307891"/>
                  </a:lnTo>
                  <a:lnTo>
                    <a:pt x="86000" y="307939"/>
                  </a:lnTo>
                  <a:lnTo>
                    <a:pt x="86002" y="307574"/>
                  </a:lnTo>
                  <a:lnTo>
                    <a:pt x="85996" y="307379"/>
                  </a:lnTo>
                  <a:lnTo>
                    <a:pt x="85946" y="307108"/>
                  </a:lnTo>
                  <a:lnTo>
                    <a:pt x="85839" y="306780"/>
                  </a:lnTo>
                  <a:lnTo>
                    <a:pt x="85668" y="306367"/>
                  </a:lnTo>
                  <a:lnTo>
                    <a:pt x="85518" y="306123"/>
                  </a:lnTo>
                  <a:lnTo>
                    <a:pt x="85231" y="305698"/>
                  </a:lnTo>
                  <a:lnTo>
                    <a:pt x="84373" y="304858"/>
                  </a:lnTo>
                  <a:lnTo>
                    <a:pt x="84058" y="304655"/>
                  </a:lnTo>
                  <a:lnTo>
                    <a:pt x="83745" y="303850"/>
                  </a:lnTo>
                  <a:lnTo>
                    <a:pt x="83642" y="303497"/>
                  </a:lnTo>
                  <a:lnTo>
                    <a:pt x="83472" y="302673"/>
                  </a:lnTo>
                  <a:lnTo>
                    <a:pt x="83622" y="302291"/>
                  </a:lnTo>
                  <a:lnTo>
                    <a:pt x="83721" y="302139"/>
                  </a:lnTo>
                  <a:lnTo>
                    <a:pt x="83781" y="301877"/>
                  </a:lnTo>
                  <a:lnTo>
                    <a:pt x="83862" y="300544"/>
                  </a:lnTo>
                  <a:lnTo>
                    <a:pt x="83873" y="300323"/>
                  </a:lnTo>
                  <a:lnTo>
                    <a:pt x="83854" y="300017"/>
                  </a:lnTo>
                  <a:lnTo>
                    <a:pt x="83856" y="299449"/>
                  </a:lnTo>
                  <a:lnTo>
                    <a:pt x="84155" y="299382"/>
                  </a:lnTo>
                  <a:lnTo>
                    <a:pt x="84316" y="299339"/>
                  </a:lnTo>
                  <a:lnTo>
                    <a:pt x="84525" y="299195"/>
                  </a:lnTo>
                  <a:lnTo>
                    <a:pt x="84610" y="298954"/>
                  </a:lnTo>
                  <a:lnTo>
                    <a:pt x="84785" y="298240"/>
                  </a:lnTo>
                  <a:lnTo>
                    <a:pt x="84433" y="298100"/>
                  </a:lnTo>
                  <a:lnTo>
                    <a:pt x="84482" y="297579"/>
                  </a:lnTo>
                  <a:lnTo>
                    <a:pt x="84552" y="297274"/>
                  </a:lnTo>
                  <a:lnTo>
                    <a:pt x="84850" y="296586"/>
                  </a:lnTo>
                  <a:lnTo>
                    <a:pt x="84952" y="296313"/>
                  </a:lnTo>
                  <a:lnTo>
                    <a:pt x="84876" y="295713"/>
                  </a:lnTo>
                  <a:lnTo>
                    <a:pt x="84868" y="295542"/>
                  </a:lnTo>
                  <a:lnTo>
                    <a:pt x="84853" y="295039"/>
                  </a:lnTo>
                  <a:lnTo>
                    <a:pt x="84861" y="294702"/>
                  </a:lnTo>
                  <a:lnTo>
                    <a:pt x="85109" y="294364"/>
                  </a:lnTo>
                  <a:lnTo>
                    <a:pt x="85281" y="294196"/>
                  </a:lnTo>
                  <a:lnTo>
                    <a:pt x="86139" y="293712"/>
                  </a:lnTo>
                  <a:lnTo>
                    <a:pt x="86452" y="293474"/>
                  </a:lnTo>
                  <a:lnTo>
                    <a:pt x="86536" y="293774"/>
                  </a:lnTo>
                  <a:lnTo>
                    <a:pt x="86584" y="294114"/>
                  </a:lnTo>
                  <a:lnTo>
                    <a:pt x="86974" y="293993"/>
                  </a:lnTo>
                  <a:lnTo>
                    <a:pt x="86981" y="293712"/>
                  </a:lnTo>
                  <a:lnTo>
                    <a:pt x="86938" y="293286"/>
                  </a:lnTo>
                  <a:lnTo>
                    <a:pt x="86959" y="293149"/>
                  </a:lnTo>
                  <a:lnTo>
                    <a:pt x="87581" y="292662"/>
                  </a:lnTo>
                  <a:lnTo>
                    <a:pt x="87820" y="292600"/>
                  </a:lnTo>
                  <a:lnTo>
                    <a:pt x="87972" y="291887"/>
                  </a:lnTo>
                  <a:lnTo>
                    <a:pt x="88080" y="291681"/>
                  </a:lnTo>
                  <a:lnTo>
                    <a:pt x="88609" y="290381"/>
                  </a:lnTo>
                  <a:lnTo>
                    <a:pt x="88715" y="290193"/>
                  </a:lnTo>
                  <a:lnTo>
                    <a:pt x="88938" y="289522"/>
                  </a:lnTo>
                  <a:lnTo>
                    <a:pt x="88933" y="289367"/>
                  </a:lnTo>
                  <a:lnTo>
                    <a:pt x="88763" y="289030"/>
                  </a:lnTo>
                  <a:lnTo>
                    <a:pt x="87914" y="289249"/>
                  </a:lnTo>
                  <a:lnTo>
                    <a:pt x="87536" y="289362"/>
                  </a:lnTo>
                  <a:lnTo>
                    <a:pt x="86997" y="289254"/>
                  </a:lnTo>
                  <a:lnTo>
                    <a:pt x="86233" y="288072"/>
                  </a:lnTo>
                  <a:lnTo>
                    <a:pt x="86137" y="287892"/>
                  </a:lnTo>
                  <a:lnTo>
                    <a:pt x="86401" y="287966"/>
                  </a:lnTo>
                  <a:lnTo>
                    <a:pt x="86560" y="288011"/>
                  </a:lnTo>
                  <a:lnTo>
                    <a:pt x="86700" y="288030"/>
                  </a:lnTo>
                  <a:lnTo>
                    <a:pt x="86833" y="288035"/>
                  </a:lnTo>
                  <a:lnTo>
                    <a:pt x="86976" y="287897"/>
                  </a:lnTo>
                  <a:lnTo>
                    <a:pt x="87813" y="287989"/>
                  </a:lnTo>
                  <a:lnTo>
                    <a:pt x="88403" y="287718"/>
                  </a:lnTo>
                  <a:lnTo>
                    <a:pt x="88607" y="287417"/>
                  </a:lnTo>
                  <a:lnTo>
                    <a:pt x="88675" y="287058"/>
                  </a:lnTo>
                  <a:lnTo>
                    <a:pt x="89345" y="286412"/>
                  </a:lnTo>
                  <a:lnTo>
                    <a:pt x="90218" y="285494"/>
                  </a:lnTo>
                  <a:lnTo>
                    <a:pt x="91271" y="285633"/>
                  </a:lnTo>
                  <a:lnTo>
                    <a:pt x="91317" y="284868"/>
                  </a:lnTo>
                  <a:lnTo>
                    <a:pt x="89635" y="284502"/>
                  </a:lnTo>
                  <a:lnTo>
                    <a:pt x="89753" y="284285"/>
                  </a:lnTo>
                  <a:lnTo>
                    <a:pt x="89613" y="283730"/>
                  </a:lnTo>
                  <a:lnTo>
                    <a:pt x="89602" y="283414"/>
                  </a:lnTo>
                  <a:lnTo>
                    <a:pt x="90485" y="283453"/>
                  </a:lnTo>
                  <a:lnTo>
                    <a:pt x="91057" y="283839"/>
                  </a:lnTo>
                  <a:lnTo>
                    <a:pt x="91042" y="284067"/>
                  </a:lnTo>
                  <a:lnTo>
                    <a:pt x="91239" y="284179"/>
                  </a:lnTo>
                  <a:lnTo>
                    <a:pt x="91653" y="283896"/>
                  </a:lnTo>
                  <a:lnTo>
                    <a:pt x="92266" y="283608"/>
                  </a:lnTo>
                  <a:lnTo>
                    <a:pt x="93518" y="283593"/>
                  </a:lnTo>
                  <a:lnTo>
                    <a:pt x="93469" y="283345"/>
                  </a:lnTo>
                  <a:lnTo>
                    <a:pt x="93490" y="283166"/>
                  </a:lnTo>
                  <a:lnTo>
                    <a:pt x="93560" y="282994"/>
                  </a:lnTo>
                  <a:lnTo>
                    <a:pt x="93655" y="282826"/>
                  </a:lnTo>
                  <a:lnTo>
                    <a:pt x="93750" y="282686"/>
                  </a:lnTo>
                  <a:lnTo>
                    <a:pt x="94254" y="282125"/>
                  </a:lnTo>
                  <a:lnTo>
                    <a:pt x="94831" y="281659"/>
                  </a:lnTo>
                  <a:lnTo>
                    <a:pt x="95028" y="281390"/>
                  </a:lnTo>
                  <a:lnTo>
                    <a:pt x="95173" y="281117"/>
                  </a:lnTo>
                  <a:lnTo>
                    <a:pt x="94968" y="280854"/>
                  </a:lnTo>
                  <a:lnTo>
                    <a:pt x="94862" y="280635"/>
                  </a:lnTo>
                  <a:lnTo>
                    <a:pt x="94810" y="280449"/>
                  </a:lnTo>
                  <a:lnTo>
                    <a:pt x="94808" y="279945"/>
                  </a:lnTo>
                  <a:lnTo>
                    <a:pt x="94837" y="279676"/>
                  </a:lnTo>
                  <a:lnTo>
                    <a:pt x="94883" y="279520"/>
                  </a:lnTo>
                  <a:lnTo>
                    <a:pt x="96883" y="278598"/>
                  </a:lnTo>
                  <a:lnTo>
                    <a:pt x="97321" y="279194"/>
                  </a:lnTo>
                  <a:lnTo>
                    <a:pt x="98113" y="279018"/>
                  </a:lnTo>
                  <a:lnTo>
                    <a:pt x="98897" y="278737"/>
                  </a:lnTo>
                  <a:lnTo>
                    <a:pt x="99237" y="278776"/>
                  </a:lnTo>
                  <a:lnTo>
                    <a:pt x="99340" y="278543"/>
                  </a:lnTo>
                  <a:lnTo>
                    <a:pt x="99411" y="278334"/>
                  </a:lnTo>
                  <a:lnTo>
                    <a:pt x="99001" y="278378"/>
                  </a:lnTo>
                  <a:lnTo>
                    <a:pt x="98610" y="278088"/>
                  </a:lnTo>
                  <a:lnTo>
                    <a:pt x="98808" y="277883"/>
                  </a:lnTo>
                  <a:lnTo>
                    <a:pt x="99012" y="277701"/>
                  </a:lnTo>
                  <a:lnTo>
                    <a:pt x="99245" y="277789"/>
                  </a:lnTo>
                  <a:lnTo>
                    <a:pt x="99146" y="278106"/>
                  </a:lnTo>
                  <a:lnTo>
                    <a:pt x="99481" y="278213"/>
                  </a:lnTo>
                  <a:lnTo>
                    <a:pt x="99799" y="278279"/>
                  </a:lnTo>
                  <a:lnTo>
                    <a:pt x="100243" y="278912"/>
                  </a:lnTo>
                  <a:lnTo>
                    <a:pt x="100532" y="279288"/>
                  </a:lnTo>
                  <a:lnTo>
                    <a:pt x="100922" y="279189"/>
                  </a:lnTo>
                  <a:lnTo>
                    <a:pt x="101108" y="279091"/>
                  </a:lnTo>
                  <a:lnTo>
                    <a:pt x="101236" y="278272"/>
                  </a:lnTo>
                  <a:lnTo>
                    <a:pt x="101806" y="277349"/>
                  </a:lnTo>
                  <a:lnTo>
                    <a:pt x="102360" y="277565"/>
                  </a:lnTo>
                  <a:lnTo>
                    <a:pt x="102430" y="277314"/>
                  </a:lnTo>
                  <a:lnTo>
                    <a:pt x="102213" y="277233"/>
                  </a:lnTo>
                  <a:lnTo>
                    <a:pt x="102069" y="277201"/>
                  </a:lnTo>
                  <a:lnTo>
                    <a:pt x="102317" y="276246"/>
                  </a:lnTo>
                  <a:lnTo>
                    <a:pt x="102273" y="275874"/>
                  </a:lnTo>
                  <a:lnTo>
                    <a:pt x="102778" y="275738"/>
                  </a:lnTo>
                  <a:lnTo>
                    <a:pt x="102908" y="275620"/>
                  </a:lnTo>
                  <a:lnTo>
                    <a:pt x="102892" y="274806"/>
                  </a:lnTo>
                  <a:lnTo>
                    <a:pt x="102264" y="274257"/>
                  </a:lnTo>
                  <a:lnTo>
                    <a:pt x="102120" y="274148"/>
                  </a:lnTo>
                  <a:lnTo>
                    <a:pt x="103349" y="273550"/>
                  </a:lnTo>
                  <a:lnTo>
                    <a:pt x="103717" y="272886"/>
                  </a:lnTo>
                  <a:lnTo>
                    <a:pt x="104130" y="272881"/>
                  </a:lnTo>
                  <a:lnTo>
                    <a:pt x="104279" y="273032"/>
                  </a:lnTo>
                  <a:lnTo>
                    <a:pt x="103980" y="273391"/>
                  </a:lnTo>
                  <a:lnTo>
                    <a:pt x="104097" y="273596"/>
                  </a:lnTo>
                  <a:lnTo>
                    <a:pt x="104958" y="273894"/>
                  </a:lnTo>
                  <a:lnTo>
                    <a:pt x="105962" y="274931"/>
                  </a:lnTo>
                  <a:lnTo>
                    <a:pt x="106502" y="275219"/>
                  </a:lnTo>
                  <a:lnTo>
                    <a:pt x="107109" y="275352"/>
                  </a:lnTo>
                  <a:lnTo>
                    <a:pt x="107993" y="275502"/>
                  </a:lnTo>
                  <a:lnTo>
                    <a:pt x="108663" y="275779"/>
                  </a:lnTo>
                  <a:lnTo>
                    <a:pt x="109202" y="275812"/>
                  </a:lnTo>
                  <a:lnTo>
                    <a:pt x="110004" y="276085"/>
                  </a:lnTo>
                  <a:lnTo>
                    <a:pt x="110305" y="275885"/>
                  </a:lnTo>
                  <a:lnTo>
                    <a:pt x="110488" y="275887"/>
                  </a:lnTo>
                  <a:lnTo>
                    <a:pt x="110884" y="275952"/>
                  </a:lnTo>
                  <a:lnTo>
                    <a:pt x="111126" y="276023"/>
                  </a:lnTo>
                  <a:lnTo>
                    <a:pt x="111261" y="276067"/>
                  </a:lnTo>
                  <a:lnTo>
                    <a:pt x="111615" y="276452"/>
                  </a:lnTo>
                  <a:lnTo>
                    <a:pt x="113273" y="277180"/>
                  </a:lnTo>
                  <a:lnTo>
                    <a:pt x="113593" y="276880"/>
                  </a:lnTo>
                  <a:lnTo>
                    <a:pt x="113730" y="276891"/>
                  </a:lnTo>
                  <a:lnTo>
                    <a:pt x="114000" y="276968"/>
                  </a:lnTo>
                  <a:lnTo>
                    <a:pt x="114783" y="277264"/>
                  </a:lnTo>
                  <a:lnTo>
                    <a:pt x="115071" y="277410"/>
                  </a:lnTo>
                  <a:lnTo>
                    <a:pt x="115704" y="277895"/>
                  </a:lnTo>
                  <a:lnTo>
                    <a:pt x="117864" y="278321"/>
                  </a:lnTo>
                  <a:lnTo>
                    <a:pt x="117728" y="279489"/>
                  </a:lnTo>
                  <a:lnTo>
                    <a:pt x="118407" y="280518"/>
                  </a:lnTo>
                  <a:lnTo>
                    <a:pt x="118351" y="281105"/>
                  </a:lnTo>
                  <a:lnTo>
                    <a:pt x="118929" y="281177"/>
                  </a:lnTo>
                  <a:lnTo>
                    <a:pt x="119067" y="281202"/>
                  </a:lnTo>
                  <a:lnTo>
                    <a:pt x="119241" y="281451"/>
                  </a:lnTo>
                  <a:lnTo>
                    <a:pt x="119429" y="281730"/>
                  </a:lnTo>
                  <a:lnTo>
                    <a:pt x="119888" y="283449"/>
                  </a:lnTo>
                  <a:lnTo>
                    <a:pt x="119779" y="283906"/>
                  </a:lnTo>
                  <a:lnTo>
                    <a:pt x="119587" y="284231"/>
                  </a:lnTo>
                  <a:lnTo>
                    <a:pt x="119437" y="284474"/>
                  </a:lnTo>
                  <a:lnTo>
                    <a:pt x="119429" y="285031"/>
                  </a:lnTo>
                  <a:lnTo>
                    <a:pt x="119784" y="285633"/>
                  </a:lnTo>
                  <a:lnTo>
                    <a:pt x="120007" y="285697"/>
                  </a:lnTo>
                  <a:lnTo>
                    <a:pt x="121521" y="285573"/>
                  </a:lnTo>
                  <a:lnTo>
                    <a:pt x="122343" y="286123"/>
                  </a:lnTo>
                  <a:lnTo>
                    <a:pt x="122871" y="286124"/>
                  </a:lnTo>
                  <a:lnTo>
                    <a:pt x="123907" y="286252"/>
                  </a:lnTo>
                  <a:lnTo>
                    <a:pt x="124534" y="286702"/>
                  </a:lnTo>
                  <a:lnTo>
                    <a:pt x="124532" y="286885"/>
                  </a:lnTo>
                  <a:lnTo>
                    <a:pt x="125032" y="287222"/>
                  </a:lnTo>
                  <a:lnTo>
                    <a:pt x="125720" y="287226"/>
                  </a:lnTo>
                  <a:lnTo>
                    <a:pt x="126129" y="287105"/>
                  </a:lnTo>
                  <a:lnTo>
                    <a:pt x="127459" y="286585"/>
                  </a:lnTo>
                  <a:lnTo>
                    <a:pt x="128233" y="285954"/>
                  </a:lnTo>
                  <a:lnTo>
                    <a:pt x="128250" y="285473"/>
                  </a:lnTo>
                  <a:lnTo>
                    <a:pt x="128694" y="285230"/>
                  </a:lnTo>
                  <a:lnTo>
                    <a:pt x="130129" y="284842"/>
                  </a:lnTo>
                  <a:lnTo>
                    <a:pt x="131443" y="284902"/>
                  </a:lnTo>
                  <a:lnTo>
                    <a:pt x="132128" y="285061"/>
                  </a:lnTo>
                  <a:lnTo>
                    <a:pt x="132571" y="285292"/>
                  </a:lnTo>
                  <a:lnTo>
                    <a:pt x="132706" y="285705"/>
                  </a:lnTo>
                  <a:lnTo>
                    <a:pt x="132787" y="285950"/>
                  </a:lnTo>
                  <a:lnTo>
                    <a:pt x="133008" y="286319"/>
                  </a:lnTo>
                  <a:lnTo>
                    <a:pt x="133636" y="286476"/>
                  </a:lnTo>
                  <a:lnTo>
                    <a:pt x="134809" y="286577"/>
                  </a:lnTo>
                  <a:lnTo>
                    <a:pt x="136160" y="286102"/>
                  </a:lnTo>
                  <a:lnTo>
                    <a:pt x="137801" y="285921"/>
                  </a:lnTo>
                  <a:lnTo>
                    <a:pt x="138109" y="285859"/>
                  </a:lnTo>
                  <a:lnTo>
                    <a:pt x="138448" y="285789"/>
                  </a:lnTo>
                  <a:lnTo>
                    <a:pt x="139326" y="285531"/>
                  </a:lnTo>
                  <a:lnTo>
                    <a:pt x="139599" y="285391"/>
                  </a:lnTo>
                  <a:lnTo>
                    <a:pt x="139791" y="285291"/>
                  </a:lnTo>
                  <a:lnTo>
                    <a:pt x="140533" y="284840"/>
                  </a:lnTo>
                  <a:lnTo>
                    <a:pt x="141171" y="284447"/>
                  </a:lnTo>
                  <a:lnTo>
                    <a:pt x="141776" y="284176"/>
                  </a:lnTo>
                  <a:lnTo>
                    <a:pt x="143982" y="283470"/>
                  </a:lnTo>
                  <a:lnTo>
                    <a:pt x="144297" y="283571"/>
                  </a:lnTo>
                  <a:lnTo>
                    <a:pt x="144491" y="283634"/>
                  </a:lnTo>
                  <a:lnTo>
                    <a:pt x="144940" y="283783"/>
                  </a:lnTo>
                  <a:lnTo>
                    <a:pt x="145104" y="283893"/>
                  </a:lnTo>
                  <a:lnTo>
                    <a:pt x="145282" y="284014"/>
                  </a:lnTo>
                  <a:lnTo>
                    <a:pt x="145622" y="284241"/>
                  </a:lnTo>
                  <a:lnTo>
                    <a:pt x="145758" y="284328"/>
                  </a:lnTo>
                  <a:lnTo>
                    <a:pt x="146475" y="284752"/>
                  </a:lnTo>
                  <a:lnTo>
                    <a:pt x="146936" y="285022"/>
                  </a:lnTo>
                  <a:lnTo>
                    <a:pt x="147194" y="285171"/>
                  </a:lnTo>
                  <a:lnTo>
                    <a:pt x="147405" y="285293"/>
                  </a:lnTo>
                  <a:lnTo>
                    <a:pt x="148819" y="285495"/>
                  </a:lnTo>
                  <a:lnTo>
                    <a:pt x="150070" y="285025"/>
                  </a:lnTo>
                  <a:lnTo>
                    <a:pt x="151038" y="284889"/>
                  </a:lnTo>
                  <a:lnTo>
                    <a:pt x="152013" y="284562"/>
                  </a:lnTo>
                  <a:lnTo>
                    <a:pt x="152274" y="284273"/>
                  </a:lnTo>
                  <a:lnTo>
                    <a:pt x="152669" y="283843"/>
                  </a:lnTo>
                  <a:lnTo>
                    <a:pt x="152915" y="283811"/>
                  </a:lnTo>
                  <a:lnTo>
                    <a:pt x="153178" y="283777"/>
                  </a:lnTo>
                  <a:lnTo>
                    <a:pt x="153359" y="283756"/>
                  </a:lnTo>
                  <a:lnTo>
                    <a:pt x="154156" y="283710"/>
                  </a:lnTo>
                  <a:lnTo>
                    <a:pt x="154466" y="283907"/>
                  </a:lnTo>
                  <a:lnTo>
                    <a:pt x="155084" y="284116"/>
                  </a:lnTo>
                  <a:lnTo>
                    <a:pt x="155228" y="284031"/>
                  </a:lnTo>
                  <a:lnTo>
                    <a:pt x="155862" y="283636"/>
                  </a:lnTo>
                  <a:lnTo>
                    <a:pt x="156265" y="282878"/>
                  </a:lnTo>
                  <a:lnTo>
                    <a:pt x="156264" y="282460"/>
                  </a:lnTo>
                  <a:lnTo>
                    <a:pt x="156131" y="281943"/>
                  </a:lnTo>
                  <a:lnTo>
                    <a:pt x="156010" y="281608"/>
                  </a:lnTo>
                  <a:lnTo>
                    <a:pt x="155791" y="281032"/>
                  </a:lnTo>
                  <a:lnTo>
                    <a:pt x="155762" y="279947"/>
                  </a:lnTo>
                  <a:lnTo>
                    <a:pt x="155828" y="279719"/>
                  </a:lnTo>
                  <a:lnTo>
                    <a:pt x="155916" y="279442"/>
                  </a:lnTo>
                  <a:lnTo>
                    <a:pt x="156562" y="278692"/>
                  </a:lnTo>
                  <a:lnTo>
                    <a:pt x="156676" y="278491"/>
                  </a:lnTo>
                  <a:lnTo>
                    <a:pt x="156677" y="277725"/>
                  </a:lnTo>
                  <a:lnTo>
                    <a:pt x="156488" y="277250"/>
                  </a:lnTo>
                  <a:lnTo>
                    <a:pt x="156292" y="275792"/>
                  </a:lnTo>
                  <a:lnTo>
                    <a:pt x="156214" y="274162"/>
                  </a:lnTo>
                  <a:lnTo>
                    <a:pt x="156268" y="273049"/>
                  </a:lnTo>
                  <a:lnTo>
                    <a:pt x="156400" y="271180"/>
                  </a:lnTo>
                  <a:lnTo>
                    <a:pt x="156437" y="270862"/>
                  </a:lnTo>
                  <a:lnTo>
                    <a:pt x="156563" y="269833"/>
                  </a:lnTo>
                  <a:lnTo>
                    <a:pt x="157617" y="267945"/>
                  </a:lnTo>
                  <a:lnTo>
                    <a:pt x="157765" y="267872"/>
                  </a:lnTo>
                  <a:lnTo>
                    <a:pt x="157955" y="267778"/>
                  </a:lnTo>
                  <a:lnTo>
                    <a:pt x="157838" y="266123"/>
                  </a:lnTo>
                  <a:lnTo>
                    <a:pt x="157498" y="265727"/>
                  </a:lnTo>
                  <a:lnTo>
                    <a:pt x="157094" y="265271"/>
                  </a:lnTo>
                  <a:lnTo>
                    <a:pt x="156321" y="264392"/>
                  </a:lnTo>
                  <a:lnTo>
                    <a:pt x="156444" y="264080"/>
                  </a:lnTo>
                  <a:lnTo>
                    <a:pt x="158253" y="264104"/>
                  </a:lnTo>
                  <a:lnTo>
                    <a:pt x="158646" y="264249"/>
                  </a:lnTo>
                  <a:lnTo>
                    <a:pt x="160164" y="265295"/>
                  </a:lnTo>
                  <a:lnTo>
                    <a:pt x="160826" y="266931"/>
                  </a:lnTo>
                  <a:lnTo>
                    <a:pt x="160822" y="267228"/>
                  </a:lnTo>
                  <a:lnTo>
                    <a:pt x="160798" y="267425"/>
                  </a:lnTo>
                  <a:lnTo>
                    <a:pt x="161015" y="268009"/>
                  </a:lnTo>
                  <a:lnTo>
                    <a:pt x="161299" y="268487"/>
                  </a:lnTo>
                  <a:lnTo>
                    <a:pt x="162242" y="269962"/>
                  </a:lnTo>
                  <a:lnTo>
                    <a:pt x="162650" y="270616"/>
                  </a:lnTo>
                  <a:lnTo>
                    <a:pt x="162914" y="271010"/>
                  </a:lnTo>
                  <a:lnTo>
                    <a:pt x="163077" y="271126"/>
                  </a:lnTo>
                  <a:lnTo>
                    <a:pt x="163403" y="271124"/>
                  </a:lnTo>
                  <a:lnTo>
                    <a:pt x="163552" y="271071"/>
                  </a:lnTo>
                  <a:lnTo>
                    <a:pt x="164834" y="270551"/>
                  </a:lnTo>
                  <a:lnTo>
                    <a:pt x="165122" y="269877"/>
                  </a:lnTo>
                  <a:lnTo>
                    <a:pt x="165190" y="269714"/>
                  </a:lnTo>
                  <a:lnTo>
                    <a:pt x="165137" y="269383"/>
                  </a:lnTo>
                  <a:lnTo>
                    <a:pt x="165091" y="269174"/>
                  </a:lnTo>
                  <a:lnTo>
                    <a:pt x="165236" y="268916"/>
                  </a:lnTo>
                  <a:lnTo>
                    <a:pt x="166039" y="268635"/>
                  </a:lnTo>
                  <a:lnTo>
                    <a:pt x="166884" y="267983"/>
                  </a:lnTo>
                  <a:lnTo>
                    <a:pt x="167320" y="267352"/>
                  </a:lnTo>
                  <a:lnTo>
                    <a:pt x="168090" y="266527"/>
                  </a:lnTo>
                  <a:lnTo>
                    <a:pt x="169263" y="265675"/>
                  </a:lnTo>
                  <a:lnTo>
                    <a:pt x="169311" y="265413"/>
                  </a:lnTo>
                  <a:lnTo>
                    <a:pt x="169034" y="264999"/>
                  </a:lnTo>
                  <a:lnTo>
                    <a:pt x="168763" y="264605"/>
                  </a:lnTo>
                  <a:lnTo>
                    <a:pt x="168580" y="264346"/>
                  </a:lnTo>
                  <a:lnTo>
                    <a:pt x="168271" y="263896"/>
                  </a:lnTo>
                  <a:lnTo>
                    <a:pt x="168514" y="263362"/>
                  </a:lnTo>
                  <a:lnTo>
                    <a:pt x="168614" y="263150"/>
                  </a:lnTo>
                  <a:lnTo>
                    <a:pt x="168760" y="262835"/>
                  </a:lnTo>
                  <a:lnTo>
                    <a:pt x="169116" y="262049"/>
                  </a:lnTo>
                  <a:lnTo>
                    <a:pt x="169223" y="261807"/>
                  </a:lnTo>
                  <a:lnTo>
                    <a:pt x="169060" y="261680"/>
                  </a:lnTo>
                  <a:lnTo>
                    <a:pt x="168325" y="261116"/>
                  </a:lnTo>
                  <a:lnTo>
                    <a:pt x="167077" y="260159"/>
                  </a:lnTo>
                  <a:lnTo>
                    <a:pt x="166305" y="259572"/>
                  </a:lnTo>
                  <a:lnTo>
                    <a:pt x="165090" y="258763"/>
                  </a:lnTo>
                  <a:lnTo>
                    <a:pt x="164197" y="258171"/>
                  </a:lnTo>
                  <a:lnTo>
                    <a:pt x="163668" y="257725"/>
                  </a:lnTo>
                  <a:lnTo>
                    <a:pt x="163380" y="257223"/>
                  </a:lnTo>
                  <a:lnTo>
                    <a:pt x="163509" y="255301"/>
                  </a:lnTo>
                  <a:lnTo>
                    <a:pt x="163835" y="254947"/>
                  </a:lnTo>
                  <a:lnTo>
                    <a:pt x="164086" y="254674"/>
                  </a:lnTo>
                  <a:lnTo>
                    <a:pt x="164222" y="254529"/>
                  </a:lnTo>
                  <a:lnTo>
                    <a:pt x="164353" y="254285"/>
                  </a:lnTo>
                  <a:lnTo>
                    <a:pt x="164827" y="253398"/>
                  </a:lnTo>
                  <a:lnTo>
                    <a:pt x="164640" y="252761"/>
                  </a:lnTo>
                  <a:lnTo>
                    <a:pt x="164647" y="252135"/>
                  </a:lnTo>
                  <a:lnTo>
                    <a:pt x="164666" y="251958"/>
                  </a:lnTo>
                  <a:lnTo>
                    <a:pt x="164818" y="251411"/>
                  </a:lnTo>
                  <a:lnTo>
                    <a:pt x="165149" y="250722"/>
                  </a:lnTo>
                  <a:lnTo>
                    <a:pt x="165448" y="250427"/>
                  </a:lnTo>
                  <a:lnTo>
                    <a:pt x="166830" y="247445"/>
                  </a:lnTo>
                  <a:lnTo>
                    <a:pt x="167569" y="247072"/>
                  </a:lnTo>
                  <a:lnTo>
                    <a:pt x="167766" y="246869"/>
                  </a:lnTo>
                  <a:lnTo>
                    <a:pt x="169055" y="245425"/>
                  </a:lnTo>
                  <a:lnTo>
                    <a:pt x="168916" y="244510"/>
                  </a:lnTo>
                  <a:lnTo>
                    <a:pt x="168776" y="244261"/>
                  </a:lnTo>
                  <a:lnTo>
                    <a:pt x="168518" y="243598"/>
                  </a:lnTo>
                  <a:lnTo>
                    <a:pt x="170571" y="242299"/>
                  </a:lnTo>
                  <a:lnTo>
                    <a:pt x="171668" y="241721"/>
                  </a:lnTo>
                  <a:lnTo>
                    <a:pt x="171895" y="241566"/>
                  </a:lnTo>
                  <a:lnTo>
                    <a:pt x="172207" y="241102"/>
                  </a:lnTo>
                  <a:lnTo>
                    <a:pt x="173168" y="239598"/>
                  </a:lnTo>
                  <a:lnTo>
                    <a:pt x="174762" y="238606"/>
                  </a:lnTo>
                  <a:lnTo>
                    <a:pt x="176146" y="236623"/>
                  </a:lnTo>
                  <a:lnTo>
                    <a:pt x="177510" y="234977"/>
                  </a:lnTo>
                  <a:lnTo>
                    <a:pt x="177933" y="234493"/>
                  </a:lnTo>
                  <a:lnTo>
                    <a:pt x="178144" y="234293"/>
                  </a:lnTo>
                  <a:lnTo>
                    <a:pt x="178805" y="233701"/>
                  </a:lnTo>
                  <a:lnTo>
                    <a:pt x="179454" y="233477"/>
                  </a:lnTo>
                  <a:lnTo>
                    <a:pt x="179653" y="233514"/>
                  </a:lnTo>
                  <a:lnTo>
                    <a:pt x="180052" y="233567"/>
                  </a:lnTo>
                  <a:lnTo>
                    <a:pt x="180717" y="233827"/>
                  </a:lnTo>
                  <a:lnTo>
                    <a:pt x="181154" y="233995"/>
                  </a:lnTo>
                  <a:lnTo>
                    <a:pt x="181588" y="233906"/>
                  </a:lnTo>
                  <a:lnTo>
                    <a:pt x="181954" y="233702"/>
                  </a:lnTo>
                  <a:lnTo>
                    <a:pt x="182301" y="233502"/>
                  </a:lnTo>
                  <a:lnTo>
                    <a:pt x="182570" y="232900"/>
                  </a:lnTo>
                  <a:lnTo>
                    <a:pt x="181897" y="231632"/>
                  </a:lnTo>
                  <a:lnTo>
                    <a:pt x="181469" y="230903"/>
                  </a:lnTo>
                  <a:lnTo>
                    <a:pt x="181882" y="229842"/>
                  </a:lnTo>
                  <a:lnTo>
                    <a:pt x="182658" y="229149"/>
                  </a:lnTo>
                  <a:lnTo>
                    <a:pt x="183110" y="228934"/>
                  </a:lnTo>
                  <a:lnTo>
                    <a:pt x="183565" y="228759"/>
                  </a:lnTo>
                  <a:lnTo>
                    <a:pt x="184040" y="228585"/>
                  </a:lnTo>
                  <a:lnTo>
                    <a:pt x="185219" y="227604"/>
                  </a:lnTo>
                  <a:lnTo>
                    <a:pt x="185793" y="226822"/>
                  </a:lnTo>
                  <a:lnTo>
                    <a:pt x="187492" y="224675"/>
                  </a:lnTo>
                  <a:lnTo>
                    <a:pt x="188692" y="223504"/>
                  </a:lnTo>
                  <a:lnTo>
                    <a:pt x="190138" y="222230"/>
                  </a:lnTo>
                  <a:lnTo>
                    <a:pt x="190543" y="222219"/>
                  </a:lnTo>
                  <a:lnTo>
                    <a:pt x="191250" y="222914"/>
                  </a:lnTo>
                  <a:lnTo>
                    <a:pt x="192448" y="223517"/>
                  </a:lnTo>
                  <a:lnTo>
                    <a:pt x="194063" y="221971"/>
                  </a:lnTo>
                  <a:lnTo>
                    <a:pt x="195037" y="220991"/>
                  </a:lnTo>
                  <a:lnTo>
                    <a:pt x="195725" y="220770"/>
                  </a:lnTo>
                  <a:lnTo>
                    <a:pt x="196735" y="219398"/>
                  </a:lnTo>
                  <a:lnTo>
                    <a:pt x="197408" y="218090"/>
                  </a:lnTo>
                  <a:lnTo>
                    <a:pt x="197946" y="217323"/>
                  </a:lnTo>
                  <a:lnTo>
                    <a:pt x="198521" y="216503"/>
                  </a:lnTo>
                  <a:lnTo>
                    <a:pt x="198525" y="216198"/>
                  </a:lnTo>
                  <a:lnTo>
                    <a:pt x="198539" y="214940"/>
                  </a:lnTo>
                  <a:lnTo>
                    <a:pt x="198912" y="213074"/>
                  </a:lnTo>
                  <a:lnTo>
                    <a:pt x="199340" y="212097"/>
                  </a:lnTo>
                  <a:lnTo>
                    <a:pt x="200440" y="212083"/>
                  </a:lnTo>
                  <a:lnTo>
                    <a:pt x="201450" y="210794"/>
                  </a:lnTo>
                  <a:lnTo>
                    <a:pt x="201823" y="210338"/>
                  </a:lnTo>
                  <a:lnTo>
                    <a:pt x="202546" y="209801"/>
                  </a:lnTo>
                  <a:lnTo>
                    <a:pt x="202829" y="209663"/>
                  </a:lnTo>
                  <a:lnTo>
                    <a:pt x="205012" y="209094"/>
                  </a:lnTo>
                  <a:lnTo>
                    <a:pt x="205223" y="208999"/>
                  </a:lnTo>
                  <a:lnTo>
                    <a:pt x="205407" y="208831"/>
                  </a:lnTo>
                  <a:lnTo>
                    <a:pt x="205727" y="208591"/>
                  </a:lnTo>
                  <a:lnTo>
                    <a:pt x="205996" y="208434"/>
                  </a:lnTo>
                  <a:lnTo>
                    <a:pt x="206326" y="208246"/>
                  </a:lnTo>
                  <a:lnTo>
                    <a:pt x="206621" y="208114"/>
                  </a:lnTo>
                  <a:lnTo>
                    <a:pt x="206872" y="208069"/>
                  </a:lnTo>
                  <a:lnTo>
                    <a:pt x="207236" y="208174"/>
                  </a:lnTo>
                  <a:lnTo>
                    <a:pt x="207451" y="208256"/>
                  </a:lnTo>
                  <a:lnTo>
                    <a:pt x="207585" y="208266"/>
                  </a:lnTo>
                  <a:lnTo>
                    <a:pt x="207832" y="208202"/>
                  </a:lnTo>
                  <a:lnTo>
                    <a:pt x="208169" y="208021"/>
                  </a:lnTo>
                  <a:lnTo>
                    <a:pt x="208323" y="207931"/>
                  </a:lnTo>
                  <a:lnTo>
                    <a:pt x="208608" y="207757"/>
                  </a:lnTo>
                  <a:lnTo>
                    <a:pt x="208766" y="207627"/>
                  </a:lnTo>
                  <a:lnTo>
                    <a:pt x="208896" y="207521"/>
                  </a:lnTo>
                  <a:lnTo>
                    <a:pt x="209077" y="207204"/>
                  </a:lnTo>
                  <a:lnTo>
                    <a:pt x="209096" y="206869"/>
                  </a:lnTo>
                  <a:lnTo>
                    <a:pt x="209038" y="206576"/>
                  </a:lnTo>
                  <a:lnTo>
                    <a:pt x="208957" y="206283"/>
                  </a:lnTo>
                  <a:lnTo>
                    <a:pt x="208848" y="205755"/>
                  </a:lnTo>
                  <a:lnTo>
                    <a:pt x="208620" y="205498"/>
                  </a:lnTo>
                  <a:lnTo>
                    <a:pt x="210253" y="204073"/>
                  </a:lnTo>
                  <a:lnTo>
                    <a:pt x="210408" y="203968"/>
                  </a:lnTo>
                  <a:lnTo>
                    <a:pt x="210690" y="203775"/>
                  </a:lnTo>
                  <a:lnTo>
                    <a:pt x="210888" y="203636"/>
                  </a:lnTo>
                  <a:lnTo>
                    <a:pt x="211243" y="203345"/>
                  </a:lnTo>
                  <a:lnTo>
                    <a:pt x="211469" y="203126"/>
                  </a:lnTo>
                  <a:lnTo>
                    <a:pt x="211505" y="202820"/>
                  </a:lnTo>
                  <a:lnTo>
                    <a:pt x="211370" y="202723"/>
                  </a:lnTo>
                  <a:lnTo>
                    <a:pt x="209485" y="201438"/>
                  </a:lnTo>
                  <a:lnTo>
                    <a:pt x="208630" y="200889"/>
                  </a:lnTo>
                  <a:lnTo>
                    <a:pt x="207921" y="200651"/>
                  </a:lnTo>
                  <a:lnTo>
                    <a:pt x="207662" y="200433"/>
                  </a:lnTo>
                  <a:lnTo>
                    <a:pt x="207405" y="200214"/>
                  </a:lnTo>
                  <a:lnTo>
                    <a:pt x="207265" y="200093"/>
                  </a:lnTo>
                  <a:lnTo>
                    <a:pt x="207292" y="199564"/>
                  </a:lnTo>
                  <a:lnTo>
                    <a:pt x="207845" y="198913"/>
                  </a:lnTo>
                  <a:lnTo>
                    <a:pt x="208630" y="198610"/>
                  </a:lnTo>
                  <a:lnTo>
                    <a:pt x="208943" y="198551"/>
                  </a:lnTo>
                  <a:lnTo>
                    <a:pt x="209961" y="199499"/>
                  </a:lnTo>
                  <a:lnTo>
                    <a:pt x="210392" y="200044"/>
                  </a:lnTo>
                  <a:lnTo>
                    <a:pt x="210655" y="200385"/>
                  </a:lnTo>
                  <a:lnTo>
                    <a:pt x="210712" y="200529"/>
                  </a:lnTo>
                  <a:lnTo>
                    <a:pt x="210851" y="200821"/>
                  </a:lnTo>
                  <a:lnTo>
                    <a:pt x="211080" y="201124"/>
                  </a:lnTo>
                  <a:lnTo>
                    <a:pt x="211699" y="201775"/>
                  </a:lnTo>
                  <a:lnTo>
                    <a:pt x="212524" y="201764"/>
                  </a:lnTo>
                  <a:lnTo>
                    <a:pt x="213265" y="201916"/>
                  </a:lnTo>
                  <a:lnTo>
                    <a:pt x="214022" y="201822"/>
                  </a:lnTo>
                  <a:lnTo>
                    <a:pt x="215126" y="201614"/>
                  </a:lnTo>
                  <a:lnTo>
                    <a:pt x="215464" y="201394"/>
                  </a:lnTo>
                  <a:lnTo>
                    <a:pt x="215805" y="201222"/>
                  </a:lnTo>
                  <a:lnTo>
                    <a:pt x="216563" y="200977"/>
                  </a:lnTo>
                  <a:lnTo>
                    <a:pt x="217452" y="200667"/>
                  </a:lnTo>
                  <a:lnTo>
                    <a:pt x="217547" y="200493"/>
                  </a:lnTo>
                  <a:lnTo>
                    <a:pt x="217784" y="200240"/>
                  </a:lnTo>
                  <a:lnTo>
                    <a:pt x="218122" y="200018"/>
                  </a:lnTo>
                  <a:lnTo>
                    <a:pt x="218251" y="199957"/>
                  </a:lnTo>
                  <a:lnTo>
                    <a:pt x="218468" y="199852"/>
                  </a:lnTo>
                  <a:lnTo>
                    <a:pt x="218671" y="199766"/>
                  </a:lnTo>
                  <a:lnTo>
                    <a:pt x="220035" y="199134"/>
                  </a:lnTo>
                  <a:lnTo>
                    <a:pt x="222452" y="198064"/>
                  </a:lnTo>
                  <a:lnTo>
                    <a:pt x="222628" y="198045"/>
                  </a:lnTo>
                  <a:lnTo>
                    <a:pt x="223404" y="197962"/>
                  </a:lnTo>
                  <a:lnTo>
                    <a:pt x="223404" y="197821"/>
                  </a:lnTo>
                  <a:lnTo>
                    <a:pt x="223195" y="197511"/>
                  </a:lnTo>
                  <a:lnTo>
                    <a:pt x="223139" y="197185"/>
                  </a:lnTo>
                  <a:lnTo>
                    <a:pt x="223133" y="196955"/>
                  </a:lnTo>
                  <a:lnTo>
                    <a:pt x="223128" y="196783"/>
                  </a:lnTo>
                  <a:lnTo>
                    <a:pt x="222871" y="195886"/>
                  </a:lnTo>
                  <a:lnTo>
                    <a:pt x="222782" y="195655"/>
                  </a:lnTo>
                  <a:lnTo>
                    <a:pt x="222623" y="195362"/>
                  </a:lnTo>
                  <a:lnTo>
                    <a:pt x="222472" y="195083"/>
                  </a:lnTo>
                  <a:lnTo>
                    <a:pt x="222081" y="193942"/>
                  </a:lnTo>
                  <a:lnTo>
                    <a:pt x="221996" y="193776"/>
                  </a:lnTo>
                  <a:lnTo>
                    <a:pt x="221923" y="193635"/>
                  </a:lnTo>
                  <a:lnTo>
                    <a:pt x="221731" y="193314"/>
                  </a:lnTo>
                  <a:lnTo>
                    <a:pt x="221446" y="193177"/>
                  </a:lnTo>
                  <a:lnTo>
                    <a:pt x="221332" y="193011"/>
                  </a:lnTo>
                  <a:lnTo>
                    <a:pt x="221309" y="192807"/>
                  </a:lnTo>
                  <a:lnTo>
                    <a:pt x="221218" y="192530"/>
                  </a:lnTo>
                  <a:lnTo>
                    <a:pt x="221093" y="192350"/>
                  </a:lnTo>
                  <a:lnTo>
                    <a:pt x="220945" y="192226"/>
                  </a:lnTo>
                  <a:lnTo>
                    <a:pt x="220563" y="192268"/>
                  </a:lnTo>
                  <a:lnTo>
                    <a:pt x="220234" y="192283"/>
                  </a:lnTo>
                  <a:lnTo>
                    <a:pt x="219818" y="192038"/>
                  </a:lnTo>
                  <a:lnTo>
                    <a:pt x="219385" y="190972"/>
                  </a:lnTo>
                  <a:lnTo>
                    <a:pt x="219330" y="190784"/>
                  </a:lnTo>
                  <a:lnTo>
                    <a:pt x="219309" y="190558"/>
                  </a:lnTo>
                  <a:lnTo>
                    <a:pt x="219303" y="190278"/>
                  </a:lnTo>
                  <a:lnTo>
                    <a:pt x="219513" y="189091"/>
                  </a:lnTo>
                  <a:lnTo>
                    <a:pt x="219834" y="188799"/>
                  </a:lnTo>
                  <a:lnTo>
                    <a:pt x="220399" y="188677"/>
                  </a:lnTo>
                  <a:lnTo>
                    <a:pt x="222852" y="189588"/>
                  </a:lnTo>
                  <a:lnTo>
                    <a:pt x="223634" y="189300"/>
                  </a:lnTo>
                  <a:lnTo>
                    <a:pt x="224482" y="189969"/>
                  </a:lnTo>
                  <a:lnTo>
                    <a:pt x="224586" y="190188"/>
                  </a:lnTo>
                  <a:lnTo>
                    <a:pt x="224667" y="190343"/>
                  </a:lnTo>
                  <a:lnTo>
                    <a:pt x="225541" y="190291"/>
                  </a:lnTo>
                  <a:lnTo>
                    <a:pt x="226398" y="190233"/>
                  </a:lnTo>
                  <a:lnTo>
                    <a:pt x="226480" y="190578"/>
                  </a:lnTo>
                  <a:lnTo>
                    <a:pt x="226260" y="191366"/>
                  </a:lnTo>
                  <a:lnTo>
                    <a:pt x="226193" y="191607"/>
                  </a:lnTo>
                  <a:lnTo>
                    <a:pt x="226682" y="191956"/>
                  </a:lnTo>
                  <a:lnTo>
                    <a:pt x="227253" y="192546"/>
                  </a:lnTo>
                  <a:lnTo>
                    <a:pt x="227368" y="192764"/>
                  </a:lnTo>
                  <a:lnTo>
                    <a:pt x="227361" y="192917"/>
                  </a:lnTo>
                  <a:lnTo>
                    <a:pt x="228123" y="193480"/>
                  </a:lnTo>
                  <a:lnTo>
                    <a:pt x="228490" y="193845"/>
                  </a:lnTo>
                  <a:lnTo>
                    <a:pt x="228746" y="194146"/>
                  </a:lnTo>
                  <a:lnTo>
                    <a:pt x="229165" y="194511"/>
                  </a:lnTo>
                  <a:lnTo>
                    <a:pt x="229489" y="194753"/>
                  </a:lnTo>
                  <a:lnTo>
                    <a:pt x="230276" y="195235"/>
                  </a:lnTo>
                  <a:lnTo>
                    <a:pt x="230418" y="195312"/>
                  </a:lnTo>
                  <a:lnTo>
                    <a:pt x="230869" y="195448"/>
                  </a:lnTo>
                  <a:lnTo>
                    <a:pt x="231056" y="195562"/>
                  </a:lnTo>
                  <a:lnTo>
                    <a:pt x="231421" y="196057"/>
                  </a:lnTo>
                  <a:lnTo>
                    <a:pt x="231585" y="196337"/>
                  </a:lnTo>
                  <a:lnTo>
                    <a:pt x="231636" y="196470"/>
                  </a:lnTo>
                  <a:lnTo>
                    <a:pt x="232102" y="196300"/>
                  </a:lnTo>
                  <a:lnTo>
                    <a:pt x="232623" y="195941"/>
                  </a:lnTo>
                  <a:lnTo>
                    <a:pt x="233424" y="194574"/>
                  </a:lnTo>
                  <a:lnTo>
                    <a:pt x="233069" y="194354"/>
                  </a:lnTo>
                  <a:lnTo>
                    <a:pt x="233290" y="193644"/>
                  </a:lnTo>
                  <a:lnTo>
                    <a:pt x="233710" y="192772"/>
                  </a:lnTo>
                  <a:lnTo>
                    <a:pt x="234020" y="192719"/>
                  </a:lnTo>
                  <a:lnTo>
                    <a:pt x="234572" y="192647"/>
                  </a:lnTo>
                  <a:lnTo>
                    <a:pt x="234731" y="192673"/>
                  </a:lnTo>
                  <a:lnTo>
                    <a:pt x="235446" y="192885"/>
                  </a:lnTo>
                  <a:lnTo>
                    <a:pt x="235634" y="192997"/>
                  </a:lnTo>
                  <a:lnTo>
                    <a:pt x="235752" y="193170"/>
                  </a:lnTo>
                  <a:lnTo>
                    <a:pt x="236012" y="193525"/>
                  </a:lnTo>
                  <a:lnTo>
                    <a:pt x="236269" y="193726"/>
                  </a:lnTo>
                  <a:lnTo>
                    <a:pt x="236533" y="193792"/>
                  </a:lnTo>
                  <a:lnTo>
                    <a:pt x="236997" y="193817"/>
                  </a:lnTo>
                  <a:lnTo>
                    <a:pt x="237310" y="193566"/>
                  </a:lnTo>
                  <a:lnTo>
                    <a:pt x="237457" y="193442"/>
                  </a:lnTo>
                  <a:lnTo>
                    <a:pt x="237599" y="193109"/>
                  </a:lnTo>
                  <a:lnTo>
                    <a:pt x="237543" y="192963"/>
                  </a:lnTo>
                  <a:lnTo>
                    <a:pt x="237580" y="192634"/>
                  </a:lnTo>
                  <a:lnTo>
                    <a:pt x="237727" y="192567"/>
                  </a:lnTo>
                  <a:lnTo>
                    <a:pt x="238152" y="192557"/>
                  </a:lnTo>
                  <a:lnTo>
                    <a:pt x="238835" y="193087"/>
                  </a:lnTo>
                  <a:lnTo>
                    <a:pt x="239061" y="193316"/>
                  </a:lnTo>
                  <a:lnTo>
                    <a:pt x="239838" y="194205"/>
                  </a:lnTo>
                  <a:lnTo>
                    <a:pt x="240394" y="195366"/>
                  </a:lnTo>
                  <a:lnTo>
                    <a:pt x="240213" y="196012"/>
                  </a:lnTo>
                  <a:lnTo>
                    <a:pt x="240411" y="196444"/>
                  </a:lnTo>
                  <a:lnTo>
                    <a:pt x="240910" y="197132"/>
                  </a:lnTo>
                  <a:lnTo>
                    <a:pt x="241795" y="198130"/>
                  </a:lnTo>
                  <a:lnTo>
                    <a:pt x="242847" y="198685"/>
                  </a:lnTo>
                  <a:lnTo>
                    <a:pt x="243288" y="198767"/>
                  </a:lnTo>
                  <a:lnTo>
                    <a:pt x="245946" y="198703"/>
                  </a:lnTo>
                  <a:lnTo>
                    <a:pt x="246475" y="198531"/>
                  </a:lnTo>
                  <a:lnTo>
                    <a:pt x="246910" y="198244"/>
                  </a:lnTo>
                  <a:lnTo>
                    <a:pt x="247761" y="197048"/>
                  </a:lnTo>
                  <a:lnTo>
                    <a:pt x="248428" y="194301"/>
                  </a:lnTo>
                  <a:lnTo>
                    <a:pt x="248511" y="194064"/>
                  </a:lnTo>
                  <a:lnTo>
                    <a:pt x="248659" y="193847"/>
                  </a:lnTo>
                  <a:lnTo>
                    <a:pt x="249713" y="192738"/>
                  </a:lnTo>
                  <a:lnTo>
                    <a:pt x="250370" y="192324"/>
                  </a:lnTo>
                  <a:lnTo>
                    <a:pt x="250554" y="192119"/>
                  </a:lnTo>
                  <a:lnTo>
                    <a:pt x="250632" y="191927"/>
                  </a:lnTo>
                  <a:lnTo>
                    <a:pt x="250788" y="191521"/>
                  </a:lnTo>
                  <a:lnTo>
                    <a:pt x="251042" y="191083"/>
                  </a:lnTo>
                  <a:lnTo>
                    <a:pt x="251737" y="190562"/>
                  </a:lnTo>
                  <a:lnTo>
                    <a:pt x="252404" y="189787"/>
                  </a:lnTo>
                  <a:lnTo>
                    <a:pt x="252680" y="189433"/>
                  </a:lnTo>
                  <a:lnTo>
                    <a:pt x="253389" y="188465"/>
                  </a:lnTo>
                  <a:lnTo>
                    <a:pt x="254276" y="187154"/>
                  </a:lnTo>
                  <a:lnTo>
                    <a:pt x="254300" y="186945"/>
                  </a:lnTo>
                  <a:lnTo>
                    <a:pt x="254415" y="186677"/>
                  </a:lnTo>
                  <a:lnTo>
                    <a:pt x="255218" y="185842"/>
                  </a:lnTo>
                  <a:lnTo>
                    <a:pt x="256273" y="185690"/>
                  </a:lnTo>
                  <a:lnTo>
                    <a:pt x="256520" y="185771"/>
                  </a:lnTo>
                  <a:lnTo>
                    <a:pt x="256903" y="185704"/>
                  </a:lnTo>
                  <a:lnTo>
                    <a:pt x="258812" y="185259"/>
                  </a:lnTo>
                  <a:lnTo>
                    <a:pt x="260001" y="184526"/>
                  </a:lnTo>
                  <a:lnTo>
                    <a:pt x="260392" y="184112"/>
                  </a:lnTo>
                  <a:lnTo>
                    <a:pt x="260592" y="183803"/>
                  </a:lnTo>
                  <a:lnTo>
                    <a:pt x="261349" y="183424"/>
                  </a:lnTo>
                  <a:lnTo>
                    <a:pt x="262256" y="183000"/>
                  </a:lnTo>
                  <a:lnTo>
                    <a:pt x="263113" y="183290"/>
                  </a:lnTo>
                  <a:lnTo>
                    <a:pt x="264843" y="183195"/>
                  </a:lnTo>
                  <a:lnTo>
                    <a:pt x="265566" y="183085"/>
                  </a:lnTo>
                  <a:lnTo>
                    <a:pt x="265864" y="182941"/>
                  </a:lnTo>
                  <a:lnTo>
                    <a:pt x="266335" y="182041"/>
                  </a:lnTo>
                  <a:lnTo>
                    <a:pt x="266762" y="181856"/>
                  </a:lnTo>
                  <a:lnTo>
                    <a:pt x="267279" y="181773"/>
                  </a:lnTo>
                  <a:lnTo>
                    <a:pt x="268000" y="182602"/>
                  </a:lnTo>
                  <a:lnTo>
                    <a:pt x="268072" y="182734"/>
                  </a:lnTo>
                  <a:close/>
                </a:path>
              </a:pathLst>
            </a:custGeom>
            <a:solidFill>
              <a:srgbClr val="F7D9C9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4482135" y="4948398"/>
              <a:ext cx="183381" cy="182879"/>
            </a:xfrm>
            <a:custGeom>
              <a:avLst/>
              <a:pathLst>
                <a:path w="183381" h="182879">
                  <a:moveTo>
                    <a:pt x="182879" y="182879"/>
                  </a:moveTo>
                  <a:lnTo>
                    <a:pt x="183065" y="182568"/>
                  </a:lnTo>
                  <a:lnTo>
                    <a:pt x="183381" y="182481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4493167" y="4941809"/>
              <a:ext cx="184474" cy="183259"/>
            </a:xfrm>
            <a:custGeom>
              <a:avLst/>
              <a:pathLst>
                <a:path w="184474" h="183259">
                  <a:moveTo>
                    <a:pt x="182879" y="182879"/>
                  </a:moveTo>
                  <a:lnTo>
                    <a:pt x="182860" y="182727"/>
                  </a:lnTo>
                  <a:lnTo>
                    <a:pt x="182993" y="182190"/>
                  </a:lnTo>
                  <a:lnTo>
                    <a:pt x="183595" y="181186"/>
                  </a:lnTo>
                  <a:lnTo>
                    <a:pt x="183671" y="180972"/>
                  </a:lnTo>
                  <a:lnTo>
                    <a:pt x="183980" y="180921"/>
                  </a:lnTo>
                  <a:lnTo>
                    <a:pt x="183893" y="181128"/>
                  </a:lnTo>
                  <a:lnTo>
                    <a:pt x="183848" y="181390"/>
                  </a:lnTo>
                  <a:lnTo>
                    <a:pt x="184022" y="182021"/>
                  </a:lnTo>
                  <a:lnTo>
                    <a:pt x="184303" y="182269"/>
                  </a:lnTo>
                  <a:lnTo>
                    <a:pt x="184474" y="182517"/>
                  </a:lnTo>
                  <a:lnTo>
                    <a:pt x="184301" y="182836"/>
                  </a:lnTo>
                  <a:lnTo>
                    <a:pt x="183281" y="183259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4513824" y="4923498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697" y="182713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4384069" y="4806734"/>
              <a:ext cx="412626" cy="391735"/>
            </a:xfrm>
            <a:custGeom>
              <a:avLst/>
              <a:pathLst>
                <a:path w="412626" h="391735">
                  <a:moveTo>
                    <a:pt x="182879" y="182879"/>
                  </a:moveTo>
                  <a:lnTo>
                    <a:pt x="183097" y="182719"/>
                  </a:lnTo>
                  <a:lnTo>
                    <a:pt x="183756" y="182793"/>
                  </a:lnTo>
                  <a:lnTo>
                    <a:pt x="183922" y="182984"/>
                  </a:lnTo>
                  <a:lnTo>
                    <a:pt x="184283" y="183693"/>
                  </a:lnTo>
                  <a:lnTo>
                    <a:pt x="184633" y="183725"/>
                  </a:lnTo>
                  <a:lnTo>
                    <a:pt x="184747" y="183431"/>
                  </a:lnTo>
                  <a:lnTo>
                    <a:pt x="184902" y="183437"/>
                  </a:lnTo>
                  <a:lnTo>
                    <a:pt x="185542" y="183680"/>
                  </a:lnTo>
                  <a:lnTo>
                    <a:pt x="186127" y="183916"/>
                  </a:lnTo>
                  <a:lnTo>
                    <a:pt x="186506" y="184091"/>
                  </a:lnTo>
                  <a:lnTo>
                    <a:pt x="186813" y="184276"/>
                  </a:lnTo>
                  <a:lnTo>
                    <a:pt x="187293" y="184580"/>
                  </a:lnTo>
                  <a:lnTo>
                    <a:pt x="187479" y="184714"/>
                  </a:lnTo>
                  <a:lnTo>
                    <a:pt x="187854" y="185093"/>
                  </a:lnTo>
                  <a:lnTo>
                    <a:pt x="188081" y="185735"/>
                  </a:lnTo>
                  <a:lnTo>
                    <a:pt x="188283" y="185881"/>
                  </a:lnTo>
                  <a:lnTo>
                    <a:pt x="188548" y="186031"/>
                  </a:lnTo>
                  <a:lnTo>
                    <a:pt x="188500" y="186217"/>
                  </a:lnTo>
                  <a:lnTo>
                    <a:pt x="188387" y="186566"/>
                  </a:lnTo>
                  <a:lnTo>
                    <a:pt x="189109" y="186746"/>
                  </a:lnTo>
                  <a:lnTo>
                    <a:pt x="189293" y="186690"/>
                  </a:lnTo>
                  <a:lnTo>
                    <a:pt x="189430" y="186610"/>
                  </a:lnTo>
                  <a:lnTo>
                    <a:pt x="189569" y="186442"/>
                  </a:lnTo>
                  <a:lnTo>
                    <a:pt x="189655" y="186228"/>
                  </a:lnTo>
                  <a:lnTo>
                    <a:pt x="189934" y="186225"/>
                  </a:lnTo>
                  <a:lnTo>
                    <a:pt x="190239" y="186265"/>
                  </a:lnTo>
                  <a:lnTo>
                    <a:pt x="190749" y="186539"/>
                  </a:lnTo>
                  <a:lnTo>
                    <a:pt x="191866" y="187052"/>
                  </a:lnTo>
                  <a:lnTo>
                    <a:pt x="191800" y="187283"/>
                  </a:lnTo>
                  <a:lnTo>
                    <a:pt x="192110" y="187390"/>
                  </a:lnTo>
                  <a:lnTo>
                    <a:pt x="192365" y="187407"/>
                  </a:lnTo>
                  <a:lnTo>
                    <a:pt x="192568" y="187658"/>
                  </a:lnTo>
                  <a:lnTo>
                    <a:pt x="192677" y="187858"/>
                  </a:lnTo>
                  <a:lnTo>
                    <a:pt x="193014" y="187988"/>
                  </a:lnTo>
                  <a:lnTo>
                    <a:pt x="193591" y="188296"/>
                  </a:lnTo>
                  <a:lnTo>
                    <a:pt x="193469" y="188484"/>
                  </a:lnTo>
                  <a:lnTo>
                    <a:pt x="193304" y="188738"/>
                  </a:lnTo>
                  <a:lnTo>
                    <a:pt x="193259" y="188924"/>
                  </a:lnTo>
                  <a:lnTo>
                    <a:pt x="192878" y="189526"/>
                  </a:lnTo>
                  <a:lnTo>
                    <a:pt x="193300" y="189596"/>
                  </a:lnTo>
                  <a:lnTo>
                    <a:pt x="194873" y="189309"/>
                  </a:lnTo>
                  <a:lnTo>
                    <a:pt x="195685" y="189076"/>
                  </a:lnTo>
                  <a:lnTo>
                    <a:pt x="195956" y="189142"/>
                  </a:lnTo>
                  <a:lnTo>
                    <a:pt x="196284" y="189222"/>
                  </a:lnTo>
                  <a:lnTo>
                    <a:pt x="196871" y="189365"/>
                  </a:lnTo>
                  <a:lnTo>
                    <a:pt x="197266" y="189461"/>
                  </a:lnTo>
                  <a:lnTo>
                    <a:pt x="197501" y="189518"/>
                  </a:lnTo>
                  <a:lnTo>
                    <a:pt x="197546" y="189684"/>
                  </a:lnTo>
                  <a:lnTo>
                    <a:pt x="198023" y="189443"/>
                  </a:lnTo>
                  <a:lnTo>
                    <a:pt x="198831" y="189582"/>
                  </a:lnTo>
                  <a:lnTo>
                    <a:pt x="199142" y="189676"/>
                  </a:lnTo>
                  <a:lnTo>
                    <a:pt x="199461" y="189773"/>
                  </a:lnTo>
                  <a:lnTo>
                    <a:pt x="200105" y="189807"/>
                  </a:lnTo>
                  <a:lnTo>
                    <a:pt x="200539" y="189737"/>
                  </a:lnTo>
                  <a:lnTo>
                    <a:pt x="200862" y="189896"/>
                  </a:lnTo>
                  <a:lnTo>
                    <a:pt x="201352" y="190156"/>
                  </a:lnTo>
                  <a:lnTo>
                    <a:pt x="201539" y="190145"/>
                  </a:lnTo>
                  <a:lnTo>
                    <a:pt x="201889" y="190173"/>
                  </a:lnTo>
                  <a:lnTo>
                    <a:pt x="202016" y="190208"/>
                  </a:lnTo>
                  <a:lnTo>
                    <a:pt x="201996" y="190416"/>
                  </a:lnTo>
                  <a:lnTo>
                    <a:pt x="201983" y="190549"/>
                  </a:lnTo>
                  <a:lnTo>
                    <a:pt x="202191" y="190544"/>
                  </a:lnTo>
                  <a:lnTo>
                    <a:pt x="202613" y="190519"/>
                  </a:lnTo>
                  <a:lnTo>
                    <a:pt x="202753" y="190478"/>
                  </a:lnTo>
                  <a:lnTo>
                    <a:pt x="202802" y="190282"/>
                  </a:lnTo>
                  <a:lnTo>
                    <a:pt x="203252" y="190376"/>
                  </a:lnTo>
                  <a:lnTo>
                    <a:pt x="203569" y="190443"/>
                  </a:lnTo>
                  <a:lnTo>
                    <a:pt x="203996" y="190605"/>
                  </a:lnTo>
                  <a:lnTo>
                    <a:pt x="204100" y="191012"/>
                  </a:lnTo>
                  <a:lnTo>
                    <a:pt x="204443" y="190894"/>
                  </a:lnTo>
                  <a:lnTo>
                    <a:pt x="204381" y="190708"/>
                  </a:lnTo>
                  <a:lnTo>
                    <a:pt x="204309" y="190494"/>
                  </a:lnTo>
                  <a:lnTo>
                    <a:pt x="204662" y="190480"/>
                  </a:lnTo>
                  <a:lnTo>
                    <a:pt x="204874" y="190511"/>
                  </a:lnTo>
                  <a:lnTo>
                    <a:pt x="205367" y="190806"/>
                  </a:lnTo>
                  <a:lnTo>
                    <a:pt x="205256" y="190934"/>
                  </a:lnTo>
                  <a:lnTo>
                    <a:pt x="204954" y="190919"/>
                  </a:lnTo>
                  <a:lnTo>
                    <a:pt x="204943" y="191302"/>
                  </a:lnTo>
                  <a:lnTo>
                    <a:pt x="205670" y="191250"/>
                  </a:lnTo>
                  <a:lnTo>
                    <a:pt x="205898" y="191060"/>
                  </a:lnTo>
                  <a:lnTo>
                    <a:pt x="206022" y="191236"/>
                  </a:lnTo>
                  <a:lnTo>
                    <a:pt x="206105" y="191638"/>
                  </a:lnTo>
                  <a:lnTo>
                    <a:pt x="206246" y="192317"/>
                  </a:lnTo>
                  <a:lnTo>
                    <a:pt x="206393" y="192625"/>
                  </a:lnTo>
                  <a:lnTo>
                    <a:pt x="206487" y="192239"/>
                  </a:lnTo>
                  <a:lnTo>
                    <a:pt x="206310" y="191933"/>
                  </a:lnTo>
                  <a:lnTo>
                    <a:pt x="206294" y="191297"/>
                  </a:lnTo>
                  <a:lnTo>
                    <a:pt x="206811" y="191296"/>
                  </a:lnTo>
                  <a:lnTo>
                    <a:pt x="208256" y="191293"/>
                  </a:lnTo>
                  <a:lnTo>
                    <a:pt x="209741" y="191301"/>
                  </a:lnTo>
                  <a:lnTo>
                    <a:pt x="209731" y="191437"/>
                  </a:lnTo>
                  <a:lnTo>
                    <a:pt x="209651" y="191623"/>
                  </a:lnTo>
                  <a:lnTo>
                    <a:pt x="209383" y="192127"/>
                  </a:lnTo>
                  <a:lnTo>
                    <a:pt x="209060" y="192362"/>
                  </a:lnTo>
                  <a:lnTo>
                    <a:pt x="208974" y="192608"/>
                  </a:lnTo>
                  <a:lnTo>
                    <a:pt x="208982" y="192750"/>
                  </a:lnTo>
                  <a:lnTo>
                    <a:pt x="209292" y="193039"/>
                  </a:lnTo>
                  <a:lnTo>
                    <a:pt x="209327" y="192711"/>
                  </a:lnTo>
                  <a:lnTo>
                    <a:pt x="209401" y="192508"/>
                  </a:lnTo>
                  <a:lnTo>
                    <a:pt x="209591" y="192549"/>
                  </a:lnTo>
                  <a:lnTo>
                    <a:pt x="209776" y="192001"/>
                  </a:lnTo>
                  <a:lnTo>
                    <a:pt x="210001" y="191515"/>
                  </a:lnTo>
                  <a:lnTo>
                    <a:pt x="210708" y="191517"/>
                  </a:lnTo>
                  <a:lnTo>
                    <a:pt x="211190" y="191652"/>
                  </a:lnTo>
                  <a:lnTo>
                    <a:pt x="211662" y="191671"/>
                  </a:lnTo>
                  <a:lnTo>
                    <a:pt x="211812" y="191677"/>
                  </a:lnTo>
                  <a:lnTo>
                    <a:pt x="212137" y="191690"/>
                  </a:lnTo>
                  <a:lnTo>
                    <a:pt x="212377" y="191721"/>
                  </a:lnTo>
                  <a:lnTo>
                    <a:pt x="213214" y="191871"/>
                  </a:lnTo>
                  <a:lnTo>
                    <a:pt x="213538" y="192071"/>
                  </a:lnTo>
                  <a:lnTo>
                    <a:pt x="213791" y="192254"/>
                  </a:lnTo>
                  <a:lnTo>
                    <a:pt x="213944" y="192364"/>
                  </a:lnTo>
                  <a:lnTo>
                    <a:pt x="213945" y="192990"/>
                  </a:lnTo>
                  <a:lnTo>
                    <a:pt x="214007" y="193286"/>
                  </a:lnTo>
                  <a:lnTo>
                    <a:pt x="214011" y="193430"/>
                  </a:lnTo>
                  <a:lnTo>
                    <a:pt x="214022" y="193877"/>
                  </a:lnTo>
                  <a:lnTo>
                    <a:pt x="214028" y="194299"/>
                  </a:lnTo>
                  <a:lnTo>
                    <a:pt x="214480" y="194463"/>
                  </a:lnTo>
                  <a:lnTo>
                    <a:pt x="214829" y="194404"/>
                  </a:lnTo>
                  <a:lnTo>
                    <a:pt x="215060" y="194944"/>
                  </a:lnTo>
                  <a:lnTo>
                    <a:pt x="215292" y="194965"/>
                  </a:lnTo>
                  <a:lnTo>
                    <a:pt x="215396" y="194647"/>
                  </a:lnTo>
                  <a:lnTo>
                    <a:pt x="215592" y="194495"/>
                  </a:lnTo>
                  <a:lnTo>
                    <a:pt x="216173" y="194325"/>
                  </a:lnTo>
                  <a:lnTo>
                    <a:pt x="216427" y="194401"/>
                  </a:lnTo>
                  <a:lnTo>
                    <a:pt x="216700" y="194689"/>
                  </a:lnTo>
                  <a:lnTo>
                    <a:pt x="217020" y="194660"/>
                  </a:lnTo>
                  <a:lnTo>
                    <a:pt x="217513" y="194623"/>
                  </a:lnTo>
                  <a:lnTo>
                    <a:pt x="217695" y="194647"/>
                  </a:lnTo>
                  <a:lnTo>
                    <a:pt x="217918" y="194677"/>
                  </a:lnTo>
                  <a:lnTo>
                    <a:pt x="218232" y="194718"/>
                  </a:lnTo>
                  <a:lnTo>
                    <a:pt x="218753" y="194887"/>
                  </a:lnTo>
                  <a:lnTo>
                    <a:pt x="219116" y="194522"/>
                  </a:lnTo>
                  <a:lnTo>
                    <a:pt x="218865" y="194411"/>
                  </a:lnTo>
                  <a:lnTo>
                    <a:pt x="218598" y="194450"/>
                  </a:lnTo>
                  <a:lnTo>
                    <a:pt x="218445" y="194402"/>
                  </a:lnTo>
                  <a:lnTo>
                    <a:pt x="218182" y="193727"/>
                  </a:lnTo>
                  <a:lnTo>
                    <a:pt x="218313" y="193334"/>
                  </a:lnTo>
                  <a:lnTo>
                    <a:pt x="218468" y="192887"/>
                  </a:lnTo>
                  <a:lnTo>
                    <a:pt x="218381" y="192724"/>
                  </a:lnTo>
                  <a:lnTo>
                    <a:pt x="218743" y="192533"/>
                  </a:lnTo>
                  <a:lnTo>
                    <a:pt x="219149" y="192318"/>
                  </a:lnTo>
                  <a:lnTo>
                    <a:pt x="219374" y="192661"/>
                  </a:lnTo>
                  <a:lnTo>
                    <a:pt x="220011" y="192841"/>
                  </a:lnTo>
                  <a:lnTo>
                    <a:pt x="220045" y="192697"/>
                  </a:lnTo>
                  <a:lnTo>
                    <a:pt x="219879" y="192340"/>
                  </a:lnTo>
                  <a:lnTo>
                    <a:pt x="219870" y="192160"/>
                  </a:lnTo>
                  <a:lnTo>
                    <a:pt x="220190" y="192134"/>
                  </a:lnTo>
                  <a:lnTo>
                    <a:pt x="220442" y="192294"/>
                  </a:lnTo>
                  <a:lnTo>
                    <a:pt x="220668" y="192264"/>
                  </a:lnTo>
                  <a:lnTo>
                    <a:pt x="220621" y="191871"/>
                  </a:lnTo>
                  <a:lnTo>
                    <a:pt x="220523" y="191449"/>
                  </a:lnTo>
                  <a:lnTo>
                    <a:pt x="220049" y="191381"/>
                  </a:lnTo>
                  <a:lnTo>
                    <a:pt x="220237" y="190925"/>
                  </a:lnTo>
                  <a:lnTo>
                    <a:pt x="221657" y="190819"/>
                  </a:lnTo>
                  <a:lnTo>
                    <a:pt x="221786" y="191499"/>
                  </a:lnTo>
                  <a:lnTo>
                    <a:pt x="221925" y="191472"/>
                  </a:lnTo>
                  <a:lnTo>
                    <a:pt x="222275" y="191404"/>
                  </a:lnTo>
                  <a:lnTo>
                    <a:pt x="222656" y="191330"/>
                  </a:lnTo>
                  <a:lnTo>
                    <a:pt x="222949" y="191285"/>
                  </a:lnTo>
                  <a:lnTo>
                    <a:pt x="223150" y="191392"/>
                  </a:lnTo>
                  <a:lnTo>
                    <a:pt x="222816" y="191599"/>
                  </a:lnTo>
                  <a:lnTo>
                    <a:pt x="223029" y="191866"/>
                  </a:lnTo>
                  <a:lnTo>
                    <a:pt x="223271" y="191717"/>
                  </a:lnTo>
                  <a:lnTo>
                    <a:pt x="223280" y="191563"/>
                  </a:lnTo>
                  <a:lnTo>
                    <a:pt x="223527" y="191475"/>
                  </a:lnTo>
                  <a:lnTo>
                    <a:pt x="223873" y="192160"/>
                  </a:lnTo>
                  <a:lnTo>
                    <a:pt x="224303" y="192293"/>
                  </a:lnTo>
                  <a:lnTo>
                    <a:pt x="224347" y="192498"/>
                  </a:lnTo>
                  <a:lnTo>
                    <a:pt x="224351" y="192696"/>
                  </a:lnTo>
                  <a:lnTo>
                    <a:pt x="224379" y="192929"/>
                  </a:lnTo>
                  <a:lnTo>
                    <a:pt x="224720" y="192861"/>
                  </a:lnTo>
                  <a:lnTo>
                    <a:pt x="225054" y="192848"/>
                  </a:lnTo>
                  <a:lnTo>
                    <a:pt x="225267" y="192946"/>
                  </a:lnTo>
                  <a:lnTo>
                    <a:pt x="225588" y="192851"/>
                  </a:lnTo>
                  <a:lnTo>
                    <a:pt x="225829" y="192630"/>
                  </a:lnTo>
                  <a:lnTo>
                    <a:pt x="226143" y="192647"/>
                  </a:lnTo>
                  <a:lnTo>
                    <a:pt x="226323" y="192698"/>
                  </a:lnTo>
                  <a:lnTo>
                    <a:pt x="226633" y="192772"/>
                  </a:lnTo>
                  <a:lnTo>
                    <a:pt x="227396" y="192914"/>
                  </a:lnTo>
                  <a:lnTo>
                    <a:pt x="227935" y="192681"/>
                  </a:lnTo>
                  <a:lnTo>
                    <a:pt x="228271" y="192128"/>
                  </a:lnTo>
                  <a:lnTo>
                    <a:pt x="228198" y="191254"/>
                  </a:lnTo>
                  <a:lnTo>
                    <a:pt x="228073" y="191010"/>
                  </a:lnTo>
                  <a:lnTo>
                    <a:pt x="227742" y="190777"/>
                  </a:lnTo>
                  <a:lnTo>
                    <a:pt x="227952" y="190559"/>
                  </a:lnTo>
                  <a:lnTo>
                    <a:pt x="228122" y="190379"/>
                  </a:lnTo>
                  <a:lnTo>
                    <a:pt x="228110" y="190235"/>
                  </a:lnTo>
                  <a:lnTo>
                    <a:pt x="228036" y="189347"/>
                  </a:lnTo>
                  <a:lnTo>
                    <a:pt x="228017" y="189113"/>
                  </a:lnTo>
                  <a:lnTo>
                    <a:pt x="228832" y="189060"/>
                  </a:lnTo>
                  <a:lnTo>
                    <a:pt x="230146" y="189266"/>
                  </a:lnTo>
                  <a:lnTo>
                    <a:pt x="230134" y="189555"/>
                  </a:lnTo>
                  <a:lnTo>
                    <a:pt x="230196" y="190489"/>
                  </a:lnTo>
                  <a:lnTo>
                    <a:pt x="230466" y="190502"/>
                  </a:lnTo>
                  <a:lnTo>
                    <a:pt x="231569" y="190488"/>
                  </a:lnTo>
                  <a:lnTo>
                    <a:pt x="231702" y="190294"/>
                  </a:lnTo>
                  <a:lnTo>
                    <a:pt x="232022" y="189824"/>
                  </a:lnTo>
                  <a:lnTo>
                    <a:pt x="232168" y="189939"/>
                  </a:lnTo>
                  <a:lnTo>
                    <a:pt x="234942" y="191684"/>
                  </a:lnTo>
                  <a:lnTo>
                    <a:pt x="235222" y="192176"/>
                  </a:lnTo>
                  <a:lnTo>
                    <a:pt x="234927" y="192316"/>
                  </a:lnTo>
                  <a:lnTo>
                    <a:pt x="234219" y="192632"/>
                  </a:lnTo>
                  <a:lnTo>
                    <a:pt x="234030" y="192710"/>
                  </a:lnTo>
                  <a:lnTo>
                    <a:pt x="234126" y="192888"/>
                  </a:lnTo>
                  <a:lnTo>
                    <a:pt x="234678" y="192712"/>
                  </a:lnTo>
                  <a:lnTo>
                    <a:pt x="234997" y="192656"/>
                  </a:lnTo>
                  <a:lnTo>
                    <a:pt x="236098" y="194673"/>
                  </a:lnTo>
                  <a:lnTo>
                    <a:pt x="236189" y="194848"/>
                  </a:lnTo>
                  <a:lnTo>
                    <a:pt x="236275" y="195009"/>
                  </a:lnTo>
                  <a:lnTo>
                    <a:pt x="235921" y="195708"/>
                  </a:lnTo>
                  <a:lnTo>
                    <a:pt x="235918" y="195985"/>
                  </a:lnTo>
                  <a:lnTo>
                    <a:pt x="235913" y="196141"/>
                  </a:lnTo>
                  <a:lnTo>
                    <a:pt x="235902" y="196441"/>
                  </a:lnTo>
                  <a:lnTo>
                    <a:pt x="235911" y="196629"/>
                  </a:lnTo>
                  <a:lnTo>
                    <a:pt x="236197" y="197044"/>
                  </a:lnTo>
                  <a:lnTo>
                    <a:pt x="236450" y="197411"/>
                  </a:lnTo>
                  <a:lnTo>
                    <a:pt x="236853" y="197996"/>
                  </a:lnTo>
                  <a:lnTo>
                    <a:pt x="236988" y="198208"/>
                  </a:lnTo>
                  <a:lnTo>
                    <a:pt x="237695" y="199653"/>
                  </a:lnTo>
                  <a:lnTo>
                    <a:pt x="238879" y="199783"/>
                  </a:lnTo>
                  <a:lnTo>
                    <a:pt x="239441" y="200085"/>
                  </a:lnTo>
                  <a:lnTo>
                    <a:pt x="240228" y="200565"/>
                  </a:lnTo>
                  <a:lnTo>
                    <a:pt x="240243" y="200811"/>
                  </a:lnTo>
                  <a:lnTo>
                    <a:pt x="240584" y="200987"/>
                  </a:lnTo>
                  <a:lnTo>
                    <a:pt x="240971" y="201145"/>
                  </a:lnTo>
                  <a:lnTo>
                    <a:pt x="241238" y="201324"/>
                  </a:lnTo>
                  <a:lnTo>
                    <a:pt x="241600" y="201849"/>
                  </a:lnTo>
                  <a:lnTo>
                    <a:pt x="241756" y="203209"/>
                  </a:lnTo>
                  <a:lnTo>
                    <a:pt x="241813" y="205260"/>
                  </a:lnTo>
                  <a:lnTo>
                    <a:pt x="241306" y="205711"/>
                  </a:lnTo>
                  <a:lnTo>
                    <a:pt x="240780" y="205772"/>
                  </a:lnTo>
                  <a:lnTo>
                    <a:pt x="240739" y="205945"/>
                  </a:lnTo>
                  <a:lnTo>
                    <a:pt x="240668" y="206355"/>
                  </a:lnTo>
                  <a:lnTo>
                    <a:pt x="240675" y="206853"/>
                  </a:lnTo>
                  <a:lnTo>
                    <a:pt x="240956" y="206918"/>
                  </a:lnTo>
                  <a:lnTo>
                    <a:pt x="241093" y="206950"/>
                  </a:lnTo>
                  <a:lnTo>
                    <a:pt x="241580" y="206907"/>
                  </a:lnTo>
                  <a:lnTo>
                    <a:pt x="241754" y="207007"/>
                  </a:lnTo>
                  <a:lnTo>
                    <a:pt x="241967" y="207571"/>
                  </a:lnTo>
                  <a:lnTo>
                    <a:pt x="241471" y="208266"/>
                  </a:lnTo>
                  <a:lnTo>
                    <a:pt x="241201" y="208293"/>
                  </a:lnTo>
                  <a:lnTo>
                    <a:pt x="241023" y="208940"/>
                  </a:lnTo>
                  <a:lnTo>
                    <a:pt x="241498" y="208957"/>
                  </a:lnTo>
                  <a:lnTo>
                    <a:pt x="241604" y="208698"/>
                  </a:lnTo>
                  <a:lnTo>
                    <a:pt x="241685" y="208500"/>
                  </a:lnTo>
                  <a:lnTo>
                    <a:pt x="243116" y="208937"/>
                  </a:lnTo>
                  <a:lnTo>
                    <a:pt x="243194" y="208629"/>
                  </a:lnTo>
                  <a:lnTo>
                    <a:pt x="243584" y="208514"/>
                  </a:lnTo>
                  <a:lnTo>
                    <a:pt x="244741" y="208437"/>
                  </a:lnTo>
                  <a:lnTo>
                    <a:pt x="244858" y="208705"/>
                  </a:lnTo>
                  <a:lnTo>
                    <a:pt x="244772" y="209030"/>
                  </a:lnTo>
                  <a:lnTo>
                    <a:pt x="245180" y="209496"/>
                  </a:lnTo>
                  <a:lnTo>
                    <a:pt x="245629" y="209014"/>
                  </a:lnTo>
                  <a:lnTo>
                    <a:pt x="245822" y="208703"/>
                  </a:lnTo>
                  <a:lnTo>
                    <a:pt x="246212" y="208331"/>
                  </a:lnTo>
                  <a:lnTo>
                    <a:pt x="246462" y="208059"/>
                  </a:lnTo>
                  <a:lnTo>
                    <a:pt x="246645" y="207790"/>
                  </a:lnTo>
                  <a:lnTo>
                    <a:pt x="247026" y="207766"/>
                  </a:lnTo>
                  <a:lnTo>
                    <a:pt x="247179" y="207822"/>
                  </a:lnTo>
                  <a:lnTo>
                    <a:pt x="247309" y="208037"/>
                  </a:lnTo>
                  <a:lnTo>
                    <a:pt x="247353" y="208173"/>
                  </a:lnTo>
                  <a:lnTo>
                    <a:pt x="247424" y="208389"/>
                  </a:lnTo>
                  <a:lnTo>
                    <a:pt x="247662" y="208769"/>
                  </a:lnTo>
                  <a:lnTo>
                    <a:pt x="248152" y="208878"/>
                  </a:lnTo>
                  <a:lnTo>
                    <a:pt x="248615" y="208658"/>
                  </a:lnTo>
                  <a:lnTo>
                    <a:pt x="248845" y="208445"/>
                  </a:lnTo>
                  <a:lnTo>
                    <a:pt x="248933" y="208065"/>
                  </a:lnTo>
                  <a:lnTo>
                    <a:pt x="249135" y="208020"/>
                  </a:lnTo>
                  <a:lnTo>
                    <a:pt x="249284" y="207988"/>
                  </a:lnTo>
                  <a:lnTo>
                    <a:pt x="250091" y="208078"/>
                  </a:lnTo>
                  <a:lnTo>
                    <a:pt x="250427" y="207858"/>
                  </a:lnTo>
                  <a:lnTo>
                    <a:pt x="250495" y="207472"/>
                  </a:lnTo>
                  <a:lnTo>
                    <a:pt x="250647" y="207520"/>
                  </a:lnTo>
                  <a:lnTo>
                    <a:pt x="250837" y="207625"/>
                  </a:lnTo>
                  <a:lnTo>
                    <a:pt x="251061" y="207747"/>
                  </a:lnTo>
                  <a:lnTo>
                    <a:pt x="251208" y="208451"/>
                  </a:lnTo>
                  <a:lnTo>
                    <a:pt x="251687" y="208769"/>
                  </a:lnTo>
                  <a:lnTo>
                    <a:pt x="251675" y="208900"/>
                  </a:lnTo>
                  <a:lnTo>
                    <a:pt x="251401" y="209138"/>
                  </a:lnTo>
                  <a:lnTo>
                    <a:pt x="250638" y="209393"/>
                  </a:lnTo>
                  <a:lnTo>
                    <a:pt x="250240" y="209237"/>
                  </a:lnTo>
                  <a:lnTo>
                    <a:pt x="249800" y="209481"/>
                  </a:lnTo>
                  <a:lnTo>
                    <a:pt x="249683" y="209671"/>
                  </a:lnTo>
                  <a:lnTo>
                    <a:pt x="249414" y="209982"/>
                  </a:lnTo>
                  <a:lnTo>
                    <a:pt x="248697" y="210277"/>
                  </a:lnTo>
                  <a:lnTo>
                    <a:pt x="248266" y="210227"/>
                  </a:lnTo>
                  <a:lnTo>
                    <a:pt x="247914" y="210127"/>
                  </a:lnTo>
                  <a:lnTo>
                    <a:pt x="247679" y="210060"/>
                  </a:lnTo>
                  <a:lnTo>
                    <a:pt x="246956" y="209794"/>
                  </a:lnTo>
                  <a:lnTo>
                    <a:pt x="246719" y="209763"/>
                  </a:lnTo>
                  <a:lnTo>
                    <a:pt x="246503" y="209758"/>
                  </a:lnTo>
                  <a:lnTo>
                    <a:pt x="246242" y="209945"/>
                  </a:lnTo>
                  <a:lnTo>
                    <a:pt x="245904" y="210540"/>
                  </a:lnTo>
                  <a:lnTo>
                    <a:pt x="246552" y="210956"/>
                  </a:lnTo>
                  <a:lnTo>
                    <a:pt x="246948" y="211310"/>
                  </a:lnTo>
                  <a:lnTo>
                    <a:pt x="247083" y="211431"/>
                  </a:lnTo>
                  <a:lnTo>
                    <a:pt x="247517" y="211819"/>
                  </a:lnTo>
                  <a:lnTo>
                    <a:pt x="247663" y="211949"/>
                  </a:lnTo>
                  <a:lnTo>
                    <a:pt x="247976" y="212207"/>
                  </a:lnTo>
                  <a:lnTo>
                    <a:pt x="248108" y="212316"/>
                  </a:lnTo>
                  <a:lnTo>
                    <a:pt x="248993" y="212820"/>
                  </a:lnTo>
                  <a:lnTo>
                    <a:pt x="249588" y="213548"/>
                  </a:lnTo>
                  <a:lnTo>
                    <a:pt x="250089" y="213949"/>
                  </a:lnTo>
                  <a:lnTo>
                    <a:pt x="250287" y="214189"/>
                  </a:lnTo>
                  <a:lnTo>
                    <a:pt x="250343" y="214545"/>
                  </a:lnTo>
                  <a:lnTo>
                    <a:pt x="250097" y="214519"/>
                  </a:lnTo>
                  <a:lnTo>
                    <a:pt x="248072" y="212599"/>
                  </a:lnTo>
                  <a:lnTo>
                    <a:pt x="246643" y="211586"/>
                  </a:lnTo>
                  <a:lnTo>
                    <a:pt x="246517" y="211717"/>
                  </a:lnTo>
                  <a:lnTo>
                    <a:pt x="247597" y="212601"/>
                  </a:lnTo>
                  <a:lnTo>
                    <a:pt x="248853" y="213990"/>
                  </a:lnTo>
                  <a:lnTo>
                    <a:pt x="249707" y="215511"/>
                  </a:lnTo>
                  <a:lnTo>
                    <a:pt x="249544" y="215517"/>
                  </a:lnTo>
                  <a:lnTo>
                    <a:pt x="249200" y="215314"/>
                  </a:lnTo>
                  <a:lnTo>
                    <a:pt x="248966" y="215114"/>
                  </a:lnTo>
                  <a:lnTo>
                    <a:pt x="248544" y="213958"/>
                  </a:lnTo>
                  <a:lnTo>
                    <a:pt x="248324" y="213800"/>
                  </a:lnTo>
                  <a:lnTo>
                    <a:pt x="247818" y="213438"/>
                  </a:lnTo>
                  <a:lnTo>
                    <a:pt x="246741" y="212667"/>
                  </a:lnTo>
                  <a:lnTo>
                    <a:pt x="246016" y="212229"/>
                  </a:lnTo>
                  <a:lnTo>
                    <a:pt x="245771" y="212112"/>
                  </a:lnTo>
                  <a:lnTo>
                    <a:pt x="245601" y="212089"/>
                  </a:lnTo>
                  <a:lnTo>
                    <a:pt x="245109" y="212246"/>
                  </a:lnTo>
                  <a:lnTo>
                    <a:pt x="244847" y="212296"/>
                  </a:lnTo>
                  <a:lnTo>
                    <a:pt x="244360" y="212281"/>
                  </a:lnTo>
                  <a:lnTo>
                    <a:pt x="243978" y="212287"/>
                  </a:lnTo>
                  <a:lnTo>
                    <a:pt x="243339" y="212268"/>
                  </a:lnTo>
                  <a:lnTo>
                    <a:pt x="243282" y="212133"/>
                  </a:lnTo>
                  <a:lnTo>
                    <a:pt x="243173" y="212005"/>
                  </a:lnTo>
                  <a:lnTo>
                    <a:pt x="242820" y="211999"/>
                  </a:lnTo>
                  <a:lnTo>
                    <a:pt x="242566" y="212324"/>
                  </a:lnTo>
                  <a:lnTo>
                    <a:pt x="242185" y="212663"/>
                  </a:lnTo>
                  <a:lnTo>
                    <a:pt x="241634" y="212604"/>
                  </a:lnTo>
                  <a:lnTo>
                    <a:pt x="241019" y="212274"/>
                  </a:lnTo>
                  <a:lnTo>
                    <a:pt x="240383" y="211719"/>
                  </a:lnTo>
                  <a:lnTo>
                    <a:pt x="240086" y="211621"/>
                  </a:lnTo>
                  <a:lnTo>
                    <a:pt x="239818" y="211626"/>
                  </a:lnTo>
                  <a:lnTo>
                    <a:pt x="239308" y="211732"/>
                  </a:lnTo>
                  <a:lnTo>
                    <a:pt x="238695" y="211784"/>
                  </a:lnTo>
                  <a:lnTo>
                    <a:pt x="238429" y="211894"/>
                  </a:lnTo>
                  <a:lnTo>
                    <a:pt x="238661" y="212043"/>
                  </a:lnTo>
                  <a:lnTo>
                    <a:pt x="238737" y="212467"/>
                  </a:lnTo>
                  <a:lnTo>
                    <a:pt x="238881" y="212819"/>
                  </a:lnTo>
                  <a:lnTo>
                    <a:pt x="239001" y="213112"/>
                  </a:lnTo>
                  <a:lnTo>
                    <a:pt x="239094" y="213262"/>
                  </a:lnTo>
                  <a:lnTo>
                    <a:pt x="238808" y="213630"/>
                  </a:lnTo>
                  <a:lnTo>
                    <a:pt x="238954" y="213800"/>
                  </a:lnTo>
                  <a:lnTo>
                    <a:pt x="239046" y="213965"/>
                  </a:lnTo>
                  <a:lnTo>
                    <a:pt x="238699" y="214700"/>
                  </a:lnTo>
                  <a:lnTo>
                    <a:pt x="238406" y="214630"/>
                  </a:lnTo>
                  <a:lnTo>
                    <a:pt x="238302" y="214799"/>
                  </a:lnTo>
                  <a:lnTo>
                    <a:pt x="238194" y="215104"/>
                  </a:lnTo>
                  <a:lnTo>
                    <a:pt x="237813" y="215466"/>
                  </a:lnTo>
                  <a:lnTo>
                    <a:pt x="237462" y="215729"/>
                  </a:lnTo>
                  <a:lnTo>
                    <a:pt x="237378" y="215861"/>
                  </a:lnTo>
                  <a:lnTo>
                    <a:pt x="237085" y="216100"/>
                  </a:lnTo>
                  <a:lnTo>
                    <a:pt x="236405" y="216655"/>
                  </a:lnTo>
                  <a:lnTo>
                    <a:pt x="236065" y="216991"/>
                  </a:lnTo>
                  <a:lnTo>
                    <a:pt x="235782" y="217347"/>
                  </a:lnTo>
                  <a:lnTo>
                    <a:pt x="235580" y="217664"/>
                  </a:lnTo>
                  <a:lnTo>
                    <a:pt x="235032" y="218875"/>
                  </a:lnTo>
                  <a:lnTo>
                    <a:pt x="234747" y="219531"/>
                  </a:lnTo>
                  <a:lnTo>
                    <a:pt x="234216" y="220754"/>
                  </a:lnTo>
                  <a:lnTo>
                    <a:pt x="234135" y="220941"/>
                  </a:lnTo>
                  <a:lnTo>
                    <a:pt x="234075" y="221080"/>
                  </a:lnTo>
                  <a:lnTo>
                    <a:pt x="233810" y="221681"/>
                  </a:lnTo>
                  <a:lnTo>
                    <a:pt x="233641" y="221935"/>
                  </a:lnTo>
                  <a:lnTo>
                    <a:pt x="233343" y="222194"/>
                  </a:lnTo>
                  <a:lnTo>
                    <a:pt x="233052" y="222344"/>
                  </a:lnTo>
                  <a:lnTo>
                    <a:pt x="232848" y="222401"/>
                  </a:lnTo>
                  <a:lnTo>
                    <a:pt x="232631" y="222430"/>
                  </a:lnTo>
                  <a:lnTo>
                    <a:pt x="232104" y="222530"/>
                  </a:lnTo>
                  <a:lnTo>
                    <a:pt x="232270" y="222577"/>
                  </a:lnTo>
                  <a:lnTo>
                    <a:pt x="232549" y="222586"/>
                  </a:lnTo>
                  <a:lnTo>
                    <a:pt x="232701" y="222619"/>
                  </a:lnTo>
                  <a:lnTo>
                    <a:pt x="233043" y="223005"/>
                  </a:lnTo>
                  <a:lnTo>
                    <a:pt x="233102" y="223201"/>
                  </a:lnTo>
                  <a:lnTo>
                    <a:pt x="233397" y="224178"/>
                  </a:lnTo>
                  <a:lnTo>
                    <a:pt x="233652" y="224453"/>
                  </a:lnTo>
                  <a:lnTo>
                    <a:pt x="233919" y="224833"/>
                  </a:lnTo>
                  <a:lnTo>
                    <a:pt x="233943" y="225082"/>
                  </a:lnTo>
                  <a:lnTo>
                    <a:pt x="233850" y="225666"/>
                  </a:lnTo>
                  <a:lnTo>
                    <a:pt x="233749" y="226275"/>
                  </a:lnTo>
                  <a:lnTo>
                    <a:pt x="233633" y="226581"/>
                  </a:lnTo>
                  <a:lnTo>
                    <a:pt x="233488" y="226963"/>
                  </a:lnTo>
                  <a:lnTo>
                    <a:pt x="233413" y="227220"/>
                  </a:lnTo>
                  <a:lnTo>
                    <a:pt x="233313" y="227569"/>
                  </a:lnTo>
                  <a:lnTo>
                    <a:pt x="233195" y="227976"/>
                  </a:lnTo>
                  <a:lnTo>
                    <a:pt x="233390" y="228546"/>
                  </a:lnTo>
                  <a:lnTo>
                    <a:pt x="233766" y="229639"/>
                  </a:lnTo>
                  <a:lnTo>
                    <a:pt x="233505" y="230278"/>
                  </a:lnTo>
                  <a:lnTo>
                    <a:pt x="233933" y="230420"/>
                  </a:lnTo>
                  <a:lnTo>
                    <a:pt x="234108" y="230478"/>
                  </a:lnTo>
                  <a:lnTo>
                    <a:pt x="234320" y="230548"/>
                  </a:lnTo>
                  <a:lnTo>
                    <a:pt x="234303" y="231426"/>
                  </a:lnTo>
                  <a:lnTo>
                    <a:pt x="234077" y="231512"/>
                  </a:lnTo>
                  <a:lnTo>
                    <a:pt x="233731" y="231591"/>
                  </a:lnTo>
                  <a:lnTo>
                    <a:pt x="233305" y="231595"/>
                  </a:lnTo>
                  <a:lnTo>
                    <a:pt x="233002" y="231501"/>
                  </a:lnTo>
                  <a:lnTo>
                    <a:pt x="232425" y="231156"/>
                  </a:lnTo>
                  <a:lnTo>
                    <a:pt x="231712" y="230760"/>
                  </a:lnTo>
                  <a:lnTo>
                    <a:pt x="231718" y="231064"/>
                  </a:lnTo>
                  <a:lnTo>
                    <a:pt x="231844" y="231563"/>
                  </a:lnTo>
                  <a:lnTo>
                    <a:pt x="231936" y="231146"/>
                  </a:lnTo>
                  <a:lnTo>
                    <a:pt x="232085" y="231202"/>
                  </a:lnTo>
                  <a:lnTo>
                    <a:pt x="232390" y="231437"/>
                  </a:lnTo>
                  <a:lnTo>
                    <a:pt x="232359" y="231796"/>
                  </a:lnTo>
                  <a:lnTo>
                    <a:pt x="232212" y="232174"/>
                  </a:lnTo>
                  <a:lnTo>
                    <a:pt x="231575" y="232239"/>
                  </a:lnTo>
                  <a:lnTo>
                    <a:pt x="231445" y="232357"/>
                  </a:lnTo>
                  <a:lnTo>
                    <a:pt x="231439" y="232699"/>
                  </a:lnTo>
                  <a:lnTo>
                    <a:pt x="231201" y="233047"/>
                  </a:lnTo>
                  <a:lnTo>
                    <a:pt x="231442" y="233168"/>
                  </a:lnTo>
                  <a:lnTo>
                    <a:pt x="231658" y="233018"/>
                  </a:lnTo>
                  <a:lnTo>
                    <a:pt x="231752" y="232864"/>
                  </a:lnTo>
                  <a:lnTo>
                    <a:pt x="232159" y="232530"/>
                  </a:lnTo>
                  <a:lnTo>
                    <a:pt x="232555" y="232371"/>
                  </a:lnTo>
                  <a:lnTo>
                    <a:pt x="233027" y="232310"/>
                  </a:lnTo>
                  <a:lnTo>
                    <a:pt x="233486" y="232359"/>
                  </a:lnTo>
                  <a:lnTo>
                    <a:pt x="233697" y="232409"/>
                  </a:lnTo>
                  <a:lnTo>
                    <a:pt x="234084" y="232409"/>
                  </a:lnTo>
                  <a:lnTo>
                    <a:pt x="234655" y="232275"/>
                  </a:lnTo>
                  <a:lnTo>
                    <a:pt x="234766" y="232598"/>
                  </a:lnTo>
                  <a:lnTo>
                    <a:pt x="234969" y="233187"/>
                  </a:lnTo>
                  <a:lnTo>
                    <a:pt x="234997" y="233472"/>
                  </a:lnTo>
                  <a:lnTo>
                    <a:pt x="235286" y="234127"/>
                  </a:lnTo>
                  <a:lnTo>
                    <a:pt x="235577" y="234281"/>
                  </a:lnTo>
                  <a:lnTo>
                    <a:pt x="235853" y="234621"/>
                  </a:lnTo>
                  <a:lnTo>
                    <a:pt x="235951" y="234898"/>
                  </a:lnTo>
                  <a:lnTo>
                    <a:pt x="235760" y="235539"/>
                  </a:lnTo>
                  <a:lnTo>
                    <a:pt x="235651" y="235819"/>
                  </a:lnTo>
                  <a:lnTo>
                    <a:pt x="235928" y="235912"/>
                  </a:lnTo>
                  <a:lnTo>
                    <a:pt x="236135" y="235952"/>
                  </a:lnTo>
                  <a:lnTo>
                    <a:pt x="236412" y="235926"/>
                  </a:lnTo>
                  <a:lnTo>
                    <a:pt x="236685" y="235881"/>
                  </a:lnTo>
                  <a:lnTo>
                    <a:pt x="237071" y="236051"/>
                  </a:lnTo>
                  <a:lnTo>
                    <a:pt x="237154" y="236346"/>
                  </a:lnTo>
                  <a:lnTo>
                    <a:pt x="237331" y="236346"/>
                  </a:lnTo>
                  <a:lnTo>
                    <a:pt x="238772" y="236348"/>
                  </a:lnTo>
                  <a:lnTo>
                    <a:pt x="239284" y="236803"/>
                  </a:lnTo>
                  <a:lnTo>
                    <a:pt x="239298" y="237290"/>
                  </a:lnTo>
                  <a:lnTo>
                    <a:pt x="239757" y="237605"/>
                  </a:lnTo>
                  <a:lnTo>
                    <a:pt x="239893" y="237769"/>
                  </a:lnTo>
                  <a:lnTo>
                    <a:pt x="240182" y="238010"/>
                  </a:lnTo>
                  <a:lnTo>
                    <a:pt x="240396" y="238133"/>
                  </a:lnTo>
                  <a:lnTo>
                    <a:pt x="240615" y="238259"/>
                  </a:lnTo>
                  <a:lnTo>
                    <a:pt x="240797" y="238364"/>
                  </a:lnTo>
                  <a:lnTo>
                    <a:pt x="240979" y="238469"/>
                  </a:lnTo>
                  <a:lnTo>
                    <a:pt x="241187" y="238666"/>
                  </a:lnTo>
                  <a:lnTo>
                    <a:pt x="241845" y="239291"/>
                  </a:lnTo>
                  <a:lnTo>
                    <a:pt x="242124" y="239556"/>
                  </a:lnTo>
                  <a:lnTo>
                    <a:pt x="242429" y="239320"/>
                  </a:lnTo>
                  <a:lnTo>
                    <a:pt x="242983" y="239011"/>
                  </a:lnTo>
                  <a:lnTo>
                    <a:pt x="243145" y="239231"/>
                  </a:lnTo>
                  <a:lnTo>
                    <a:pt x="243261" y="239389"/>
                  </a:lnTo>
                  <a:lnTo>
                    <a:pt x="243429" y="239619"/>
                  </a:lnTo>
                  <a:lnTo>
                    <a:pt x="243659" y="238670"/>
                  </a:lnTo>
                  <a:lnTo>
                    <a:pt x="243720" y="238415"/>
                  </a:lnTo>
                  <a:lnTo>
                    <a:pt x="243777" y="238180"/>
                  </a:lnTo>
                  <a:lnTo>
                    <a:pt x="244228" y="238426"/>
                  </a:lnTo>
                  <a:lnTo>
                    <a:pt x="244602" y="238629"/>
                  </a:lnTo>
                  <a:lnTo>
                    <a:pt x="245027" y="238699"/>
                  </a:lnTo>
                  <a:lnTo>
                    <a:pt x="246033" y="238865"/>
                  </a:lnTo>
                  <a:lnTo>
                    <a:pt x="245960" y="240510"/>
                  </a:lnTo>
                  <a:lnTo>
                    <a:pt x="247052" y="240428"/>
                  </a:lnTo>
                  <a:lnTo>
                    <a:pt x="246997" y="240074"/>
                  </a:lnTo>
                  <a:lnTo>
                    <a:pt x="246939" y="239708"/>
                  </a:lnTo>
                  <a:lnTo>
                    <a:pt x="246902" y="239176"/>
                  </a:lnTo>
                  <a:lnTo>
                    <a:pt x="247157" y="238813"/>
                  </a:lnTo>
                  <a:lnTo>
                    <a:pt x="247987" y="239099"/>
                  </a:lnTo>
                  <a:lnTo>
                    <a:pt x="248849" y="239844"/>
                  </a:lnTo>
                  <a:lnTo>
                    <a:pt x="249479" y="239911"/>
                  </a:lnTo>
                  <a:lnTo>
                    <a:pt x="250270" y="239660"/>
                  </a:lnTo>
                  <a:lnTo>
                    <a:pt x="250728" y="239782"/>
                  </a:lnTo>
                  <a:lnTo>
                    <a:pt x="250962" y="240363"/>
                  </a:lnTo>
                  <a:lnTo>
                    <a:pt x="250765" y="240812"/>
                  </a:lnTo>
                  <a:lnTo>
                    <a:pt x="250554" y="241993"/>
                  </a:lnTo>
                  <a:lnTo>
                    <a:pt x="251067" y="242225"/>
                  </a:lnTo>
                  <a:lnTo>
                    <a:pt x="251080" y="242721"/>
                  </a:lnTo>
                  <a:lnTo>
                    <a:pt x="250037" y="245779"/>
                  </a:lnTo>
                  <a:lnTo>
                    <a:pt x="250286" y="245593"/>
                  </a:lnTo>
                  <a:lnTo>
                    <a:pt x="250840" y="245787"/>
                  </a:lnTo>
                  <a:lnTo>
                    <a:pt x="250968" y="245778"/>
                  </a:lnTo>
                  <a:lnTo>
                    <a:pt x="251356" y="245366"/>
                  </a:lnTo>
                  <a:lnTo>
                    <a:pt x="251556" y="245280"/>
                  </a:lnTo>
                  <a:lnTo>
                    <a:pt x="251748" y="245233"/>
                  </a:lnTo>
                  <a:lnTo>
                    <a:pt x="252111" y="245357"/>
                  </a:lnTo>
                  <a:lnTo>
                    <a:pt x="252373" y="245762"/>
                  </a:lnTo>
                  <a:lnTo>
                    <a:pt x="252427" y="245896"/>
                  </a:lnTo>
                  <a:lnTo>
                    <a:pt x="252629" y="246427"/>
                  </a:lnTo>
                  <a:lnTo>
                    <a:pt x="252722" y="246724"/>
                  </a:lnTo>
                  <a:lnTo>
                    <a:pt x="252819" y="246952"/>
                  </a:lnTo>
                  <a:lnTo>
                    <a:pt x="253313" y="246702"/>
                  </a:lnTo>
                  <a:lnTo>
                    <a:pt x="253351" y="246511"/>
                  </a:lnTo>
                  <a:lnTo>
                    <a:pt x="253341" y="246310"/>
                  </a:lnTo>
                  <a:lnTo>
                    <a:pt x="253333" y="246173"/>
                  </a:lnTo>
                  <a:lnTo>
                    <a:pt x="253365" y="245709"/>
                  </a:lnTo>
                  <a:lnTo>
                    <a:pt x="253524" y="245587"/>
                  </a:lnTo>
                  <a:lnTo>
                    <a:pt x="253849" y="245431"/>
                  </a:lnTo>
                  <a:lnTo>
                    <a:pt x="254297" y="245277"/>
                  </a:lnTo>
                  <a:lnTo>
                    <a:pt x="254473" y="245254"/>
                  </a:lnTo>
                  <a:lnTo>
                    <a:pt x="254637" y="245111"/>
                  </a:lnTo>
                  <a:lnTo>
                    <a:pt x="254697" y="244900"/>
                  </a:lnTo>
                  <a:lnTo>
                    <a:pt x="255021" y="244588"/>
                  </a:lnTo>
                  <a:lnTo>
                    <a:pt x="255210" y="244525"/>
                  </a:lnTo>
                  <a:lnTo>
                    <a:pt x="255220" y="244384"/>
                  </a:lnTo>
                  <a:lnTo>
                    <a:pt x="255575" y="244306"/>
                  </a:lnTo>
                  <a:lnTo>
                    <a:pt x="256145" y="244306"/>
                  </a:lnTo>
                  <a:lnTo>
                    <a:pt x="257775" y="244547"/>
                  </a:lnTo>
                  <a:lnTo>
                    <a:pt x="259196" y="244568"/>
                  </a:lnTo>
                  <a:lnTo>
                    <a:pt x="259461" y="244603"/>
                  </a:lnTo>
                  <a:lnTo>
                    <a:pt x="259293" y="245249"/>
                  </a:lnTo>
                  <a:lnTo>
                    <a:pt x="259424" y="245548"/>
                  </a:lnTo>
                  <a:lnTo>
                    <a:pt x="259498" y="245718"/>
                  </a:lnTo>
                  <a:lnTo>
                    <a:pt x="259830" y="246046"/>
                  </a:lnTo>
                  <a:lnTo>
                    <a:pt x="259976" y="246022"/>
                  </a:lnTo>
                  <a:lnTo>
                    <a:pt x="260014" y="245703"/>
                  </a:lnTo>
                  <a:lnTo>
                    <a:pt x="260170" y="245535"/>
                  </a:lnTo>
                  <a:lnTo>
                    <a:pt x="260552" y="245567"/>
                  </a:lnTo>
                  <a:lnTo>
                    <a:pt x="260580" y="245334"/>
                  </a:lnTo>
                  <a:lnTo>
                    <a:pt x="260668" y="244594"/>
                  </a:lnTo>
                  <a:lnTo>
                    <a:pt x="260974" y="244528"/>
                  </a:lnTo>
                  <a:lnTo>
                    <a:pt x="261051" y="244108"/>
                  </a:lnTo>
                  <a:lnTo>
                    <a:pt x="263489" y="244087"/>
                  </a:lnTo>
                  <a:lnTo>
                    <a:pt x="263464" y="244925"/>
                  </a:lnTo>
                  <a:lnTo>
                    <a:pt x="263456" y="245192"/>
                  </a:lnTo>
                  <a:lnTo>
                    <a:pt x="263441" y="245692"/>
                  </a:lnTo>
                  <a:lnTo>
                    <a:pt x="263429" y="246099"/>
                  </a:lnTo>
                  <a:lnTo>
                    <a:pt x="263382" y="246529"/>
                  </a:lnTo>
                  <a:lnTo>
                    <a:pt x="263352" y="246810"/>
                  </a:lnTo>
                  <a:lnTo>
                    <a:pt x="263330" y="247011"/>
                  </a:lnTo>
                  <a:lnTo>
                    <a:pt x="263156" y="247402"/>
                  </a:lnTo>
                  <a:lnTo>
                    <a:pt x="263375" y="247947"/>
                  </a:lnTo>
                  <a:lnTo>
                    <a:pt x="263526" y="248000"/>
                  </a:lnTo>
                  <a:lnTo>
                    <a:pt x="263971" y="247904"/>
                  </a:lnTo>
                  <a:lnTo>
                    <a:pt x="263750" y="247368"/>
                  </a:lnTo>
                  <a:lnTo>
                    <a:pt x="263857" y="247016"/>
                  </a:lnTo>
                  <a:lnTo>
                    <a:pt x="263923" y="246804"/>
                  </a:lnTo>
                  <a:lnTo>
                    <a:pt x="263991" y="246475"/>
                  </a:lnTo>
                  <a:lnTo>
                    <a:pt x="264115" y="246207"/>
                  </a:lnTo>
                  <a:lnTo>
                    <a:pt x="264594" y="245852"/>
                  </a:lnTo>
                  <a:lnTo>
                    <a:pt x="264782" y="245622"/>
                  </a:lnTo>
                  <a:lnTo>
                    <a:pt x="264749" y="245144"/>
                  </a:lnTo>
                  <a:lnTo>
                    <a:pt x="264964" y="245013"/>
                  </a:lnTo>
                  <a:lnTo>
                    <a:pt x="265403" y="244747"/>
                  </a:lnTo>
                  <a:lnTo>
                    <a:pt x="265538" y="244580"/>
                  </a:lnTo>
                  <a:lnTo>
                    <a:pt x="265265" y="244145"/>
                  </a:lnTo>
                  <a:lnTo>
                    <a:pt x="266183" y="243703"/>
                  </a:lnTo>
                  <a:lnTo>
                    <a:pt x="266705" y="243452"/>
                  </a:lnTo>
                  <a:lnTo>
                    <a:pt x="266935" y="243341"/>
                  </a:lnTo>
                  <a:lnTo>
                    <a:pt x="266936" y="243689"/>
                  </a:lnTo>
                  <a:lnTo>
                    <a:pt x="269288" y="243456"/>
                  </a:lnTo>
                  <a:lnTo>
                    <a:pt x="269234" y="243959"/>
                  </a:lnTo>
                  <a:lnTo>
                    <a:pt x="269262" y="244303"/>
                  </a:lnTo>
                  <a:lnTo>
                    <a:pt x="269307" y="244524"/>
                  </a:lnTo>
                  <a:lnTo>
                    <a:pt x="270735" y="244392"/>
                  </a:lnTo>
                  <a:lnTo>
                    <a:pt x="270698" y="243661"/>
                  </a:lnTo>
                  <a:lnTo>
                    <a:pt x="270683" y="243359"/>
                  </a:lnTo>
                  <a:lnTo>
                    <a:pt x="271511" y="243289"/>
                  </a:lnTo>
                  <a:lnTo>
                    <a:pt x="271589" y="243872"/>
                  </a:lnTo>
                  <a:lnTo>
                    <a:pt x="271830" y="244308"/>
                  </a:lnTo>
                  <a:lnTo>
                    <a:pt x="272229" y="244258"/>
                  </a:lnTo>
                  <a:lnTo>
                    <a:pt x="272888" y="244175"/>
                  </a:lnTo>
                  <a:lnTo>
                    <a:pt x="272846" y="243352"/>
                  </a:lnTo>
                  <a:lnTo>
                    <a:pt x="272927" y="243158"/>
                  </a:lnTo>
                  <a:lnTo>
                    <a:pt x="273268" y="242902"/>
                  </a:lnTo>
                  <a:lnTo>
                    <a:pt x="274124" y="242239"/>
                  </a:lnTo>
                  <a:lnTo>
                    <a:pt x="274171" y="241695"/>
                  </a:lnTo>
                  <a:lnTo>
                    <a:pt x="274593" y="241341"/>
                  </a:lnTo>
                  <a:lnTo>
                    <a:pt x="274744" y="241215"/>
                  </a:lnTo>
                  <a:lnTo>
                    <a:pt x="275114" y="240951"/>
                  </a:lnTo>
                  <a:lnTo>
                    <a:pt x="275594" y="240634"/>
                  </a:lnTo>
                  <a:lnTo>
                    <a:pt x="275600" y="240819"/>
                  </a:lnTo>
                  <a:lnTo>
                    <a:pt x="276194" y="240492"/>
                  </a:lnTo>
                  <a:lnTo>
                    <a:pt x="277150" y="239813"/>
                  </a:lnTo>
                  <a:lnTo>
                    <a:pt x="277239" y="239591"/>
                  </a:lnTo>
                  <a:lnTo>
                    <a:pt x="276715" y="239285"/>
                  </a:lnTo>
                  <a:lnTo>
                    <a:pt x="276572" y="239222"/>
                  </a:lnTo>
                  <a:lnTo>
                    <a:pt x="276750" y="239227"/>
                  </a:lnTo>
                  <a:lnTo>
                    <a:pt x="277386" y="239422"/>
                  </a:lnTo>
                  <a:lnTo>
                    <a:pt x="277954" y="238828"/>
                  </a:lnTo>
                  <a:lnTo>
                    <a:pt x="278159" y="238661"/>
                  </a:lnTo>
                  <a:lnTo>
                    <a:pt x="278757" y="238498"/>
                  </a:lnTo>
                  <a:lnTo>
                    <a:pt x="278684" y="238145"/>
                  </a:lnTo>
                  <a:lnTo>
                    <a:pt x="278879" y="238091"/>
                  </a:lnTo>
                  <a:lnTo>
                    <a:pt x="279128" y="237953"/>
                  </a:lnTo>
                  <a:lnTo>
                    <a:pt x="279365" y="237565"/>
                  </a:lnTo>
                  <a:lnTo>
                    <a:pt x="279452" y="236957"/>
                  </a:lnTo>
                  <a:lnTo>
                    <a:pt x="278873" y="236844"/>
                  </a:lnTo>
                  <a:lnTo>
                    <a:pt x="278906" y="236648"/>
                  </a:lnTo>
                  <a:lnTo>
                    <a:pt x="279798" y="236725"/>
                  </a:lnTo>
                  <a:lnTo>
                    <a:pt x="279927" y="236519"/>
                  </a:lnTo>
                  <a:lnTo>
                    <a:pt x="279930" y="236357"/>
                  </a:lnTo>
                  <a:lnTo>
                    <a:pt x="279966" y="235851"/>
                  </a:lnTo>
                  <a:lnTo>
                    <a:pt x="279393" y="235736"/>
                  </a:lnTo>
                  <a:lnTo>
                    <a:pt x="279327" y="235564"/>
                  </a:lnTo>
                  <a:lnTo>
                    <a:pt x="279265" y="235404"/>
                  </a:lnTo>
                  <a:lnTo>
                    <a:pt x="279269" y="235202"/>
                  </a:lnTo>
                  <a:lnTo>
                    <a:pt x="279552" y="234833"/>
                  </a:lnTo>
                  <a:lnTo>
                    <a:pt x="279532" y="234974"/>
                  </a:lnTo>
                  <a:lnTo>
                    <a:pt x="279873" y="235134"/>
                  </a:lnTo>
                  <a:lnTo>
                    <a:pt x="280074" y="235164"/>
                  </a:lnTo>
                  <a:lnTo>
                    <a:pt x="280147" y="234917"/>
                  </a:lnTo>
                  <a:lnTo>
                    <a:pt x="280007" y="234794"/>
                  </a:lnTo>
                  <a:lnTo>
                    <a:pt x="280300" y="234800"/>
                  </a:lnTo>
                  <a:lnTo>
                    <a:pt x="280195" y="234555"/>
                  </a:lnTo>
                  <a:lnTo>
                    <a:pt x="279949" y="234272"/>
                  </a:lnTo>
                  <a:lnTo>
                    <a:pt x="279655" y="234234"/>
                  </a:lnTo>
                  <a:lnTo>
                    <a:pt x="279322" y="234200"/>
                  </a:lnTo>
                  <a:lnTo>
                    <a:pt x="279227" y="233847"/>
                  </a:lnTo>
                  <a:lnTo>
                    <a:pt x="278911" y="233342"/>
                  </a:lnTo>
                  <a:lnTo>
                    <a:pt x="278845" y="232809"/>
                  </a:lnTo>
                  <a:lnTo>
                    <a:pt x="278431" y="233041"/>
                  </a:lnTo>
                  <a:lnTo>
                    <a:pt x="278344" y="233462"/>
                  </a:lnTo>
                  <a:lnTo>
                    <a:pt x="278055" y="233399"/>
                  </a:lnTo>
                  <a:lnTo>
                    <a:pt x="277867" y="233306"/>
                  </a:lnTo>
                  <a:lnTo>
                    <a:pt x="277458" y="232890"/>
                  </a:lnTo>
                  <a:lnTo>
                    <a:pt x="277543" y="232620"/>
                  </a:lnTo>
                  <a:lnTo>
                    <a:pt x="277017" y="232332"/>
                  </a:lnTo>
                  <a:lnTo>
                    <a:pt x="276877" y="232228"/>
                  </a:lnTo>
                  <a:lnTo>
                    <a:pt x="277154" y="231819"/>
                  </a:lnTo>
                  <a:lnTo>
                    <a:pt x="277239" y="231408"/>
                  </a:lnTo>
                  <a:lnTo>
                    <a:pt x="277275" y="231159"/>
                  </a:lnTo>
                  <a:lnTo>
                    <a:pt x="277158" y="230738"/>
                  </a:lnTo>
                  <a:lnTo>
                    <a:pt x="277330" y="230666"/>
                  </a:lnTo>
                  <a:lnTo>
                    <a:pt x="277508" y="230666"/>
                  </a:lnTo>
                  <a:lnTo>
                    <a:pt x="277774" y="230618"/>
                  </a:lnTo>
                  <a:lnTo>
                    <a:pt x="278282" y="230460"/>
                  </a:lnTo>
                  <a:lnTo>
                    <a:pt x="278463" y="230428"/>
                  </a:lnTo>
                  <a:lnTo>
                    <a:pt x="278728" y="230399"/>
                  </a:lnTo>
                  <a:lnTo>
                    <a:pt x="279257" y="230374"/>
                  </a:lnTo>
                  <a:lnTo>
                    <a:pt x="280348" y="230308"/>
                  </a:lnTo>
                  <a:lnTo>
                    <a:pt x="281083" y="230151"/>
                  </a:lnTo>
                  <a:lnTo>
                    <a:pt x="281448" y="230031"/>
                  </a:lnTo>
                  <a:lnTo>
                    <a:pt x="281624" y="229948"/>
                  </a:lnTo>
                  <a:lnTo>
                    <a:pt x="281953" y="229616"/>
                  </a:lnTo>
                  <a:lnTo>
                    <a:pt x="282023" y="229312"/>
                  </a:lnTo>
                  <a:lnTo>
                    <a:pt x="281763" y="229178"/>
                  </a:lnTo>
                  <a:lnTo>
                    <a:pt x="281802" y="228849"/>
                  </a:lnTo>
                  <a:lnTo>
                    <a:pt x="281853" y="228509"/>
                  </a:lnTo>
                  <a:lnTo>
                    <a:pt x="282443" y="228309"/>
                  </a:lnTo>
                  <a:lnTo>
                    <a:pt x="282232" y="228253"/>
                  </a:lnTo>
                  <a:lnTo>
                    <a:pt x="282445" y="228162"/>
                  </a:lnTo>
                  <a:lnTo>
                    <a:pt x="282737" y="228164"/>
                  </a:lnTo>
                  <a:lnTo>
                    <a:pt x="283384" y="228167"/>
                  </a:lnTo>
                  <a:lnTo>
                    <a:pt x="283397" y="228496"/>
                  </a:lnTo>
                  <a:lnTo>
                    <a:pt x="284465" y="228279"/>
                  </a:lnTo>
                  <a:lnTo>
                    <a:pt x="284737" y="228181"/>
                  </a:lnTo>
                  <a:lnTo>
                    <a:pt x="284963" y="228064"/>
                  </a:lnTo>
                  <a:lnTo>
                    <a:pt x="285358" y="227743"/>
                  </a:lnTo>
                  <a:lnTo>
                    <a:pt x="285274" y="227387"/>
                  </a:lnTo>
                  <a:lnTo>
                    <a:pt x="285836" y="227365"/>
                  </a:lnTo>
                  <a:lnTo>
                    <a:pt x="286580" y="227337"/>
                  </a:lnTo>
                  <a:lnTo>
                    <a:pt x="287455" y="227227"/>
                  </a:lnTo>
                  <a:lnTo>
                    <a:pt x="287994" y="227125"/>
                  </a:lnTo>
                  <a:lnTo>
                    <a:pt x="288623" y="226918"/>
                  </a:lnTo>
                  <a:lnTo>
                    <a:pt x="288762" y="226842"/>
                  </a:lnTo>
                  <a:lnTo>
                    <a:pt x="288918" y="226718"/>
                  </a:lnTo>
                  <a:lnTo>
                    <a:pt x="288972" y="226443"/>
                  </a:lnTo>
                  <a:lnTo>
                    <a:pt x="288990" y="226130"/>
                  </a:lnTo>
                  <a:lnTo>
                    <a:pt x="289230" y="226108"/>
                  </a:lnTo>
                  <a:lnTo>
                    <a:pt x="289541" y="226033"/>
                  </a:lnTo>
                  <a:lnTo>
                    <a:pt x="289845" y="225916"/>
                  </a:lnTo>
                  <a:lnTo>
                    <a:pt x="290394" y="225706"/>
                  </a:lnTo>
                  <a:lnTo>
                    <a:pt x="290526" y="225663"/>
                  </a:lnTo>
                  <a:lnTo>
                    <a:pt x="290711" y="225602"/>
                  </a:lnTo>
                  <a:lnTo>
                    <a:pt x="290952" y="225523"/>
                  </a:lnTo>
                  <a:lnTo>
                    <a:pt x="291243" y="225400"/>
                  </a:lnTo>
                  <a:lnTo>
                    <a:pt x="291613" y="225240"/>
                  </a:lnTo>
                  <a:lnTo>
                    <a:pt x="291896" y="225099"/>
                  </a:lnTo>
                  <a:lnTo>
                    <a:pt x="292034" y="225021"/>
                  </a:lnTo>
                  <a:lnTo>
                    <a:pt x="292348" y="224845"/>
                  </a:lnTo>
                  <a:lnTo>
                    <a:pt x="292718" y="224559"/>
                  </a:lnTo>
                  <a:lnTo>
                    <a:pt x="293797" y="223552"/>
                  </a:lnTo>
                  <a:lnTo>
                    <a:pt x="294940" y="222621"/>
                  </a:lnTo>
                  <a:lnTo>
                    <a:pt x="295237" y="222340"/>
                  </a:lnTo>
                  <a:lnTo>
                    <a:pt x="295374" y="222165"/>
                  </a:lnTo>
                  <a:lnTo>
                    <a:pt x="295437" y="222033"/>
                  </a:lnTo>
                  <a:lnTo>
                    <a:pt x="295605" y="221785"/>
                  </a:lnTo>
                  <a:lnTo>
                    <a:pt x="295841" y="221524"/>
                  </a:lnTo>
                  <a:lnTo>
                    <a:pt x="296314" y="220905"/>
                  </a:lnTo>
                  <a:lnTo>
                    <a:pt x="296118" y="220634"/>
                  </a:lnTo>
                  <a:lnTo>
                    <a:pt x="295916" y="220428"/>
                  </a:lnTo>
                  <a:lnTo>
                    <a:pt x="294605" y="218908"/>
                  </a:lnTo>
                  <a:lnTo>
                    <a:pt x="295141" y="218460"/>
                  </a:lnTo>
                  <a:lnTo>
                    <a:pt x="295761" y="217943"/>
                  </a:lnTo>
                  <a:lnTo>
                    <a:pt x="296160" y="217610"/>
                  </a:lnTo>
                  <a:lnTo>
                    <a:pt x="296477" y="217346"/>
                  </a:lnTo>
                  <a:lnTo>
                    <a:pt x="299414" y="217358"/>
                  </a:lnTo>
                  <a:lnTo>
                    <a:pt x="299518" y="216922"/>
                  </a:lnTo>
                  <a:lnTo>
                    <a:pt x="299562" y="216736"/>
                  </a:lnTo>
                  <a:lnTo>
                    <a:pt x="299558" y="216523"/>
                  </a:lnTo>
                  <a:lnTo>
                    <a:pt x="299853" y="216256"/>
                  </a:lnTo>
                  <a:lnTo>
                    <a:pt x="300091" y="216042"/>
                  </a:lnTo>
                  <a:lnTo>
                    <a:pt x="300089" y="215884"/>
                  </a:lnTo>
                  <a:lnTo>
                    <a:pt x="299963" y="215547"/>
                  </a:lnTo>
                  <a:lnTo>
                    <a:pt x="299366" y="215028"/>
                  </a:lnTo>
                  <a:lnTo>
                    <a:pt x="299023" y="215332"/>
                  </a:lnTo>
                  <a:lnTo>
                    <a:pt x="299035" y="215462"/>
                  </a:lnTo>
                  <a:lnTo>
                    <a:pt x="299091" y="216030"/>
                  </a:lnTo>
                  <a:lnTo>
                    <a:pt x="298398" y="216074"/>
                  </a:lnTo>
                  <a:lnTo>
                    <a:pt x="298064" y="215725"/>
                  </a:lnTo>
                  <a:lnTo>
                    <a:pt x="298337" y="215533"/>
                  </a:lnTo>
                  <a:lnTo>
                    <a:pt x="298301" y="215144"/>
                  </a:lnTo>
                  <a:lnTo>
                    <a:pt x="298792" y="215109"/>
                  </a:lnTo>
                  <a:lnTo>
                    <a:pt x="299071" y="214608"/>
                  </a:lnTo>
                  <a:lnTo>
                    <a:pt x="298531" y="214623"/>
                  </a:lnTo>
                  <a:lnTo>
                    <a:pt x="298175" y="214650"/>
                  </a:lnTo>
                  <a:lnTo>
                    <a:pt x="298056" y="215048"/>
                  </a:lnTo>
                  <a:lnTo>
                    <a:pt x="297640" y="214858"/>
                  </a:lnTo>
                  <a:lnTo>
                    <a:pt x="297627" y="214639"/>
                  </a:lnTo>
                  <a:lnTo>
                    <a:pt x="297189" y="214588"/>
                  </a:lnTo>
                  <a:lnTo>
                    <a:pt x="296757" y="214677"/>
                  </a:lnTo>
                  <a:lnTo>
                    <a:pt x="296602" y="214721"/>
                  </a:lnTo>
                  <a:lnTo>
                    <a:pt x="296404" y="214891"/>
                  </a:lnTo>
                  <a:lnTo>
                    <a:pt x="296248" y="214888"/>
                  </a:lnTo>
                  <a:lnTo>
                    <a:pt x="295455" y="214527"/>
                  </a:lnTo>
                  <a:lnTo>
                    <a:pt x="295162" y="214474"/>
                  </a:lnTo>
                  <a:lnTo>
                    <a:pt x="295043" y="214327"/>
                  </a:lnTo>
                  <a:lnTo>
                    <a:pt x="295046" y="214059"/>
                  </a:lnTo>
                  <a:lnTo>
                    <a:pt x="295233" y="213826"/>
                  </a:lnTo>
                  <a:lnTo>
                    <a:pt x="295503" y="213810"/>
                  </a:lnTo>
                  <a:lnTo>
                    <a:pt x="296070" y="213802"/>
                  </a:lnTo>
                  <a:lnTo>
                    <a:pt x="296373" y="213824"/>
                  </a:lnTo>
                  <a:lnTo>
                    <a:pt x="296669" y="213846"/>
                  </a:lnTo>
                  <a:lnTo>
                    <a:pt x="297041" y="213845"/>
                  </a:lnTo>
                  <a:lnTo>
                    <a:pt x="298305" y="213840"/>
                  </a:lnTo>
                  <a:lnTo>
                    <a:pt x="298615" y="213839"/>
                  </a:lnTo>
                  <a:lnTo>
                    <a:pt x="298825" y="213838"/>
                  </a:lnTo>
                  <a:lnTo>
                    <a:pt x="299307" y="213809"/>
                  </a:lnTo>
                  <a:lnTo>
                    <a:pt x="299866" y="213775"/>
                  </a:lnTo>
                  <a:lnTo>
                    <a:pt x="300168" y="213740"/>
                  </a:lnTo>
                  <a:lnTo>
                    <a:pt x="300762" y="213673"/>
                  </a:lnTo>
                  <a:lnTo>
                    <a:pt x="301208" y="213598"/>
                  </a:lnTo>
                  <a:lnTo>
                    <a:pt x="301463" y="213555"/>
                  </a:lnTo>
                  <a:lnTo>
                    <a:pt x="301643" y="213524"/>
                  </a:lnTo>
                  <a:lnTo>
                    <a:pt x="301892" y="213344"/>
                  </a:lnTo>
                  <a:lnTo>
                    <a:pt x="302170" y="213258"/>
                  </a:lnTo>
                  <a:lnTo>
                    <a:pt x="302405" y="213160"/>
                  </a:lnTo>
                  <a:lnTo>
                    <a:pt x="302668" y="213050"/>
                  </a:lnTo>
                  <a:lnTo>
                    <a:pt x="303239" y="212710"/>
                  </a:lnTo>
                  <a:lnTo>
                    <a:pt x="303500" y="212554"/>
                  </a:lnTo>
                  <a:lnTo>
                    <a:pt x="303810" y="212405"/>
                  </a:lnTo>
                  <a:lnTo>
                    <a:pt x="304050" y="212256"/>
                  </a:lnTo>
                  <a:lnTo>
                    <a:pt x="304273" y="212086"/>
                  </a:lnTo>
                  <a:lnTo>
                    <a:pt x="304591" y="211845"/>
                  </a:lnTo>
                  <a:lnTo>
                    <a:pt x="304762" y="211689"/>
                  </a:lnTo>
                  <a:lnTo>
                    <a:pt x="305053" y="211244"/>
                  </a:lnTo>
                  <a:lnTo>
                    <a:pt x="305215" y="211161"/>
                  </a:lnTo>
                  <a:lnTo>
                    <a:pt x="305931" y="210562"/>
                  </a:lnTo>
                  <a:lnTo>
                    <a:pt x="306428" y="210497"/>
                  </a:lnTo>
                  <a:lnTo>
                    <a:pt x="306592" y="210475"/>
                  </a:lnTo>
                  <a:lnTo>
                    <a:pt x="306942" y="210429"/>
                  </a:lnTo>
                  <a:lnTo>
                    <a:pt x="307576" y="210635"/>
                  </a:lnTo>
                  <a:lnTo>
                    <a:pt x="307760" y="210605"/>
                  </a:lnTo>
                  <a:lnTo>
                    <a:pt x="307918" y="210601"/>
                  </a:lnTo>
                  <a:lnTo>
                    <a:pt x="308102" y="210595"/>
                  </a:lnTo>
                  <a:lnTo>
                    <a:pt x="308241" y="210591"/>
                  </a:lnTo>
                  <a:lnTo>
                    <a:pt x="309217" y="210496"/>
                  </a:lnTo>
                  <a:lnTo>
                    <a:pt x="309483" y="210466"/>
                  </a:lnTo>
                  <a:lnTo>
                    <a:pt x="309763" y="210435"/>
                  </a:lnTo>
                  <a:lnTo>
                    <a:pt x="309953" y="210414"/>
                  </a:lnTo>
                  <a:lnTo>
                    <a:pt x="310512" y="210353"/>
                  </a:lnTo>
                  <a:lnTo>
                    <a:pt x="310747" y="210319"/>
                  </a:lnTo>
                  <a:lnTo>
                    <a:pt x="311080" y="210270"/>
                  </a:lnTo>
                  <a:lnTo>
                    <a:pt x="311562" y="210168"/>
                  </a:lnTo>
                  <a:lnTo>
                    <a:pt x="312009" y="210074"/>
                  </a:lnTo>
                  <a:lnTo>
                    <a:pt x="312247" y="209994"/>
                  </a:lnTo>
                  <a:lnTo>
                    <a:pt x="312427" y="209934"/>
                  </a:lnTo>
                  <a:lnTo>
                    <a:pt x="312614" y="209871"/>
                  </a:lnTo>
                  <a:lnTo>
                    <a:pt x="312932" y="209687"/>
                  </a:lnTo>
                  <a:lnTo>
                    <a:pt x="313067" y="209609"/>
                  </a:lnTo>
                  <a:lnTo>
                    <a:pt x="313284" y="209453"/>
                  </a:lnTo>
                  <a:lnTo>
                    <a:pt x="313422" y="209307"/>
                  </a:lnTo>
                  <a:lnTo>
                    <a:pt x="313775" y="208934"/>
                  </a:lnTo>
                  <a:lnTo>
                    <a:pt x="313983" y="208762"/>
                  </a:lnTo>
                  <a:lnTo>
                    <a:pt x="314111" y="208745"/>
                  </a:lnTo>
                  <a:lnTo>
                    <a:pt x="314295" y="208749"/>
                  </a:lnTo>
                  <a:lnTo>
                    <a:pt x="314545" y="208982"/>
                  </a:lnTo>
                  <a:lnTo>
                    <a:pt x="315079" y="208980"/>
                  </a:lnTo>
                  <a:lnTo>
                    <a:pt x="315558" y="208692"/>
                  </a:lnTo>
                  <a:lnTo>
                    <a:pt x="315438" y="208519"/>
                  </a:lnTo>
                  <a:lnTo>
                    <a:pt x="315920" y="208275"/>
                  </a:lnTo>
                  <a:lnTo>
                    <a:pt x="316177" y="208438"/>
                  </a:lnTo>
                  <a:lnTo>
                    <a:pt x="316599" y="208213"/>
                  </a:lnTo>
                  <a:lnTo>
                    <a:pt x="316999" y="207936"/>
                  </a:lnTo>
                  <a:lnTo>
                    <a:pt x="317220" y="207759"/>
                  </a:lnTo>
                  <a:lnTo>
                    <a:pt x="317497" y="207537"/>
                  </a:lnTo>
                  <a:lnTo>
                    <a:pt x="318279" y="206911"/>
                  </a:lnTo>
                  <a:lnTo>
                    <a:pt x="318544" y="206720"/>
                  </a:lnTo>
                  <a:lnTo>
                    <a:pt x="318741" y="206580"/>
                  </a:lnTo>
                  <a:lnTo>
                    <a:pt x="319006" y="206455"/>
                  </a:lnTo>
                  <a:lnTo>
                    <a:pt x="319295" y="206352"/>
                  </a:lnTo>
                  <a:lnTo>
                    <a:pt x="319448" y="206329"/>
                  </a:lnTo>
                  <a:lnTo>
                    <a:pt x="319735" y="206284"/>
                  </a:lnTo>
                  <a:lnTo>
                    <a:pt x="320127" y="206271"/>
                  </a:lnTo>
                  <a:lnTo>
                    <a:pt x="320298" y="206409"/>
                  </a:lnTo>
                  <a:lnTo>
                    <a:pt x="320455" y="206485"/>
                  </a:lnTo>
                  <a:lnTo>
                    <a:pt x="320693" y="206567"/>
                  </a:lnTo>
                  <a:lnTo>
                    <a:pt x="320842" y="206592"/>
                  </a:lnTo>
                  <a:lnTo>
                    <a:pt x="320985" y="206586"/>
                  </a:lnTo>
                  <a:lnTo>
                    <a:pt x="321123" y="206535"/>
                  </a:lnTo>
                  <a:lnTo>
                    <a:pt x="321398" y="206496"/>
                  </a:lnTo>
                  <a:lnTo>
                    <a:pt x="322032" y="206660"/>
                  </a:lnTo>
                  <a:lnTo>
                    <a:pt x="322161" y="206733"/>
                  </a:lnTo>
                  <a:lnTo>
                    <a:pt x="322705" y="206940"/>
                  </a:lnTo>
                  <a:lnTo>
                    <a:pt x="323126" y="207030"/>
                  </a:lnTo>
                  <a:lnTo>
                    <a:pt x="323545" y="207087"/>
                  </a:lnTo>
                  <a:lnTo>
                    <a:pt x="323998" y="207102"/>
                  </a:lnTo>
                  <a:lnTo>
                    <a:pt x="324180" y="207079"/>
                  </a:lnTo>
                  <a:lnTo>
                    <a:pt x="324699" y="206810"/>
                  </a:lnTo>
                  <a:lnTo>
                    <a:pt x="325153" y="206416"/>
                  </a:lnTo>
                  <a:lnTo>
                    <a:pt x="325506" y="206250"/>
                  </a:lnTo>
                  <a:lnTo>
                    <a:pt x="326159" y="206163"/>
                  </a:lnTo>
                  <a:lnTo>
                    <a:pt x="326632" y="206258"/>
                  </a:lnTo>
                  <a:lnTo>
                    <a:pt x="326880" y="206439"/>
                  </a:lnTo>
                  <a:lnTo>
                    <a:pt x="327304" y="206537"/>
                  </a:lnTo>
                  <a:lnTo>
                    <a:pt x="327574" y="206539"/>
                  </a:lnTo>
                  <a:lnTo>
                    <a:pt x="328013" y="206692"/>
                  </a:lnTo>
                  <a:lnTo>
                    <a:pt x="328165" y="206869"/>
                  </a:lnTo>
                  <a:lnTo>
                    <a:pt x="328540" y="206893"/>
                  </a:lnTo>
                  <a:lnTo>
                    <a:pt x="328795" y="206850"/>
                  </a:lnTo>
                  <a:lnTo>
                    <a:pt x="329181" y="207012"/>
                  </a:lnTo>
                  <a:lnTo>
                    <a:pt x="329337" y="207098"/>
                  </a:lnTo>
                  <a:lnTo>
                    <a:pt x="329383" y="207478"/>
                  </a:lnTo>
                  <a:lnTo>
                    <a:pt x="328891" y="207827"/>
                  </a:lnTo>
                  <a:lnTo>
                    <a:pt x="328676" y="208266"/>
                  </a:lnTo>
                  <a:lnTo>
                    <a:pt x="328685" y="208530"/>
                  </a:lnTo>
                  <a:lnTo>
                    <a:pt x="328849" y="208888"/>
                  </a:lnTo>
                  <a:lnTo>
                    <a:pt x="328957" y="209018"/>
                  </a:lnTo>
                  <a:lnTo>
                    <a:pt x="329095" y="209146"/>
                  </a:lnTo>
                  <a:lnTo>
                    <a:pt x="329242" y="209215"/>
                  </a:lnTo>
                  <a:lnTo>
                    <a:pt x="329443" y="209310"/>
                  </a:lnTo>
                  <a:lnTo>
                    <a:pt x="330137" y="209741"/>
                  </a:lnTo>
                  <a:lnTo>
                    <a:pt x="330272" y="209855"/>
                  </a:lnTo>
                  <a:lnTo>
                    <a:pt x="330624" y="210072"/>
                  </a:lnTo>
                  <a:lnTo>
                    <a:pt x="331022" y="210232"/>
                  </a:lnTo>
                  <a:lnTo>
                    <a:pt x="331373" y="210372"/>
                  </a:lnTo>
                  <a:lnTo>
                    <a:pt x="331614" y="210332"/>
                  </a:lnTo>
                  <a:lnTo>
                    <a:pt x="331903" y="210354"/>
                  </a:lnTo>
                  <a:lnTo>
                    <a:pt x="331987" y="210627"/>
                  </a:lnTo>
                  <a:lnTo>
                    <a:pt x="332002" y="210852"/>
                  </a:lnTo>
                  <a:lnTo>
                    <a:pt x="332143" y="211001"/>
                  </a:lnTo>
                  <a:lnTo>
                    <a:pt x="332319" y="211146"/>
                  </a:lnTo>
                  <a:lnTo>
                    <a:pt x="332368" y="211521"/>
                  </a:lnTo>
                  <a:lnTo>
                    <a:pt x="332414" y="211859"/>
                  </a:lnTo>
                  <a:lnTo>
                    <a:pt x="332580" y="212029"/>
                  </a:lnTo>
                  <a:lnTo>
                    <a:pt x="332830" y="212225"/>
                  </a:lnTo>
                  <a:lnTo>
                    <a:pt x="333355" y="212491"/>
                  </a:lnTo>
                  <a:lnTo>
                    <a:pt x="333544" y="212580"/>
                  </a:lnTo>
                  <a:lnTo>
                    <a:pt x="334186" y="212733"/>
                  </a:lnTo>
                  <a:lnTo>
                    <a:pt x="334956" y="212799"/>
                  </a:lnTo>
                  <a:lnTo>
                    <a:pt x="335094" y="212394"/>
                  </a:lnTo>
                  <a:lnTo>
                    <a:pt x="335514" y="212392"/>
                  </a:lnTo>
                  <a:lnTo>
                    <a:pt x="335981" y="212537"/>
                  </a:lnTo>
                  <a:lnTo>
                    <a:pt x="336110" y="212548"/>
                  </a:lnTo>
                  <a:lnTo>
                    <a:pt x="336812" y="212514"/>
                  </a:lnTo>
                  <a:lnTo>
                    <a:pt x="337044" y="212530"/>
                  </a:lnTo>
                  <a:lnTo>
                    <a:pt x="337250" y="212533"/>
                  </a:lnTo>
                  <a:lnTo>
                    <a:pt x="337577" y="212449"/>
                  </a:lnTo>
                  <a:lnTo>
                    <a:pt x="337942" y="212448"/>
                  </a:lnTo>
                  <a:lnTo>
                    <a:pt x="338468" y="212447"/>
                  </a:lnTo>
                  <a:lnTo>
                    <a:pt x="338652" y="212663"/>
                  </a:lnTo>
                  <a:lnTo>
                    <a:pt x="338942" y="212978"/>
                  </a:lnTo>
                  <a:lnTo>
                    <a:pt x="338982" y="213374"/>
                  </a:lnTo>
                  <a:lnTo>
                    <a:pt x="338672" y="213431"/>
                  </a:lnTo>
                  <a:lnTo>
                    <a:pt x="338641" y="213614"/>
                  </a:lnTo>
                  <a:lnTo>
                    <a:pt x="338572" y="214038"/>
                  </a:lnTo>
                  <a:lnTo>
                    <a:pt x="338043" y="214649"/>
                  </a:lnTo>
                  <a:lnTo>
                    <a:pt x="337909" y="214872"/>
                  </a:lnTo>
                  <a:lnTo>
                    <a:pt x="338072" y="215214"/>
                  </a:lnTo>
                  <a:lnTo>
                    <a:pt x="338249" y="215436"/>
                  </a:lnTo>
                  <a:lnTo>
                    <a:pt x="338395" y="215505"/>
                  </a:lnTo>
                  <a:lnTo>
                    <a:pt x="338541" y="215538"/>
                  </a:lnTo>
                  <a:lnTo>
                    <a:pt x="338952" y="215488"/>
                  </a:lnTo>
                  <a:lnTo>
                    <a:pt x="339088" y="215570"/>
                  </a:lnTo>
                  <a:lnTo>
                    <a:pt x="339245" y="215706"/>
                  </a:lnTo>
                  <a:lnTo>
                    <a:pt x="339357" y="216037"/>
                  </a:lnTo>
                  <a:lnTo>
                    <a:pt x="338989" y="216401"/>
                  </a:lnTo>
                  <a:lnTo>
                    <a:pt x="338856" y="216409"/>
                  </a:lnTo>
                  <a:lnTo>
                    <a:pt x="338707" y="216676"/>
                  </a:lnTo>
                  <a:lnTo>
                    <a:pt x="338624" y="216823"/>
                  </a:lnTo>
                  <a:lnTo>
                    <a:pt x="338703" y="217194"/>
                  </a:lnTo>
                  <a:lnTo>
                    <a:pt x="338602" y="217546"/>
                  </a:lnTo>
                  <a:lnTo>
                    <a:pt x="338400" y="217925"/>
                  </a:lnTo>
                  <a:lnTo>
                    <a:pt x="338542" y="218123"/>
                  </a:lnTo>
                  <a:lnTo>
                    <a:pt x="338994" y="218646"/>
                  </a:lnTo>
                  <a:lnTo>
                    <a:pt x="339150" y="218756"/>
                  </a:lnTo>
                  <a:lnTo>
                    <a:pt x="339314" y="218843"/>
                  </a:lnTo>
                  <a:lnTo>
                    <a:pt x="339684" y="219041"/>
                  </a:lnTo>
                  <a:lnTo>
                    <a:pt x="339830" y="219118"/>
                  </a:lnTo>
                  <a:lnTo>
                    <a:pt x="340118" y="219253"/>
                  </a:lnTo>
                  <a:lnTo>
                    <a:pt x="340364" y="219368"/>
                  </a:lnTo>
                  <a:lnTo>
                    <a:pt x="340524" y="219412"/>
                  </a:lnTo>
                  <a:lnTo>
                    <a:pt x="340830" y="219496"/>
                  </a:lnTo>
                  <a:lnTo>
                    <a:pt x="341052" y="219556"/>
                  </a:lnTo>
                  <a:lnTo>
                    <a:pt x="341509" y="219681"/>
                  </a:lnTo>
                  <a:lnTo>
                    <a:pt x="342241" y="219826"/>
                  </a:lnTo>
                  <a:lnTo>
                    <a:pt x="343181" y="219941"/>
                  </a:lnTo>
                  <a:lnTo>
                    <a:pt x="343610" y="219965"/>
                  </a:lnTo>
                  <a:lnTo>
                    <a:pt x="343970" y="219986"/>
                  </a:lnTo>
                  <a:lnTo>
                    <a:pt x="344480" y="219946"/>
                  </a:lnTo>
                  <a:lnTo>
                    <a:pt x="345219" y="219795"/>
                  </a:lnTo>
                  <a:lnTo>
                    <a:pt x="345461" y="219785"/>
                  </a:lnTo>
                  <a:lnTo>
                    <a:pt x="346130" y="219772"/>
                  </a:lnTo>
                  <a:lnTo>
                    <a:pt x="346291" y="219779"/>
                  </a:lnTo>
                  <a:lnTo>
                    <a:pt x="346442" y="219775"/>
                  </a:lnTo>
                  <a:lnTo>
                    <a:pt x="346789" y="219651"/>
                  </a:lnTo>
                  <a:lnTo>
                    <a:pt x="347229" y="219560"/>
                  </a:lnTo>
                  <a:lnTo>
                    <a:pt x="347508" y="219502"/>
                  </a:lnTo>
                  <a:lnTo>
                    <a:pt x="347850" y="219416"/>
                  </a:lnTo>
                  <a:lnTo>
                    <a:pt x="348346" y="219239"/>
                  </a:lnTo>
                  <a:lnTo>
                    <a:pt x="348649" y="219090"/>
                  </a:lnTo>
                  <a:lnTo>
                    <a:pt x="348984" y="218648"/>
                  </a:lnTo>
                  <a:lnTo>
                    <a:pt x="349357" y="218270"/>
                  </a:lnTo>
                  <a:lnTo>
                    <a:pt x="349397" y="217962"/>
                  </a:lnTo>
                  <a:lnTo>
                    <a:pt x="349179" y="217595"/>
                  </a:lnTo>
                  <a:lnTo>
                    <a:pt x="349075" y="217420"/>
                  </a:lnTo>
                  <a:lnTo>
                    <a:pt x="348691" y="217265"/>
                  </a:lnTo>
                  <a:lnTo>
                    <a:pt x="348509" y="217142"/>
                  </a:lnTo>
                  <a:lnTo>
                    <a:pt x="348298" y="216960"/>
                  </a:lnTo>
                  <a:lnTo>
                    <a:pt x="348362" y="216824"/>
                  </a:lnTo>
                  <a:lnTo>
                    <a:pt x="348763" y="217034"/>
                  </a:lnTo>
                  <a:lnTo>
                    <a:pt x="350105" y="217353"/>
                  </a:lnTo>
                  <a:lnTo>
                    <a:pt x="350467" y="217715"/>
                  </a:lnTo>
                  <a:lnTo>
                    <a:pt x="350695" y="217942"/>
                  </a:lnTo>
                  <a:lnTo>
                    <a:pt x="351211" y="218157"/>
                  </a:lnTo>
                  <a:lnTo>
                    <a:pt x="351417" y="218188"/>
                  </a:lnTo>
                  <a:lnTo>
                    <a:pt x="351652" y="218302"/>
                  </a:lnTo>
                  <a:lnTo>
                    <a:pt x="351883" y="218472"/>
                  </a:lnTo>
                  <a:lnTo>
                    <a:pt x="352074" y="218548"/>
                  </a:lnTo>
                  <a:lnTo>
                    <a:pt x="352502" y="218816"/>
                  </a:lnTo>
                  <a:lnTo>
                    <a:pt x="352312" y="218852"/>
                  </a:lnTo>
                  <a:lnTo>
                    <a:pt x="352122" y="218862"/>
                  </a:lnTo>
                  <a:lnTo>
                    <a:pt x="351669" y="218846"/>
                  </a:lnTo>
                  <a:lnTo>
                    <a:pt x="351466" y="218751"/>
                  </a:lnTo>
                  <a:lnTo>
                    <a:pt x="351335" y="218713"/>
                  </a:lnTo>
                  <a:lnTo>
                    <a:pt x="350991" y="218663"/>
                  </a:lnTo>
                  <a:lnTo>
                    <a:pt x="350423" y="218580"/>
                  </a:lnTo>
                  <a:lnTo>
                    <a:pt x="349957" y="218687"/>
                  </a:lnTo>
                  <a:lnTo>
                    <a:pt x="349702" y="218893"/>
                  </a:lnTo>
                  <a:lnTo>
                    <a:pt x="349830" y="219128"/>
                  </a:lnTo>
                  <a:lnTo>
                    <a:pt x="349968" y="219246"/>
                  </a:lnTo>
                  <a:lnTo>
                    <a:pt x="350013" y="219374"/>
                  </a:lnTo>
                  <a:lnTo>
                    <a:pt x="350014" y="219715"/>
                  </a:lnTo>
                  <a:lnTo>
                    <a:pt x="350657" y="219713"/>
                  </a:lnTo>
                  <a:lnTo>
                    <a:pt x="350661" y="220036"/>
                  </a:lnTo>
                  <a:lnTo>
                    <a:pt x="349849" y="220212"/>
                  </a:lnTo>
                  <a:lnTo>
                    <a:pt x="349795" y="220918"/>
                  </a:lnTo>
                  <a:lnTo>
                    <a:pt x="350246" y="221085"/>
                  </a:lnTo>
                  <a:lnTo>
                    <a:pt x="350198" y="221405"/>
                  </a:lnTo>
                  <a:lnTo>
                    <a:pt x="350325" y="221474"/>
                  </a:lnTo>
                  <a:lnTo>
                    <a:pt x="350637" y="221513"/>
                  </a:lnTo>
                  <a:lnTo>
                    <a:pt x="351003" y="221467"/>
                  </a:lnTo>
                  <a:lnTo>
                    <a:pt x="351310" y="221701"/>
                  </a:lnTo>
                  <a:lnTo>
                    <a:pt x="351440" y="221800"/>
                  </a:lnTo>
                  <a:lnTo>
                    <a:pt x="351622" y="221902"/>
                  </a:lnTo>
                  <a:lnTo>
                    <a:pt x="351905" y="221937"/>
                  </a:lnTo>
                  <a:lnTo>
                    <a:pt x="352203" y="221962"/>
                  </a:lnTo>
                  <a:lnTo>
                    <a:pt x="352382" y="222025"/>
                  </a:lnTo>
                  <a:lnTo>
                    <a:pt x="352546" y="222084"/>
                  </a:lnTo>
                  <a:lnTo>
                    <a:pt x="352640" y="222305"/>
                  </a:lnTo>
                  <a:lnTo>
                    <a:pt x="352823" y="222657"/>
                  </a:lnTo>
                  <a:lnTo>
                    <a:pt x="353015" y="222768"/>
                  </a:lnTo>
                  <a:lnTo>
                    <a:pt x="353146" y="222790"/>
                  </a:lnTo>
                  <a:lnTo>
                    <a:pt x="353127" y="223051"/>
                  </a:lnTo>
                  <a:lnTo>
                    <a:pt x="353078" y="223424"/>
                  </a:lnTo>
                  <a:lnTo>
                    <a:pt x="353071" y="223962"/>
                  </a:lnTo>
                  <a:lnTo>
                    <a:pt x="353079" y="224090"/>
                  </a:lnTo>
                  <a:lnTo>
                    <a:pt x="353175" y="224279"/>
                  </a:lnTo>
                  <a:lnTo>
                    <a:pt x="353310" y="224486"/>
                  </a:lnTo>
                  <a:lnTo>
                    <a:pt x="353466" y="224682"/>
                  </a:lnTo>
                  <a:lnTo>
                    <a:pt x="353655" y="224888"/>
                  </a:lnTo>
                  <a:lnTo>
                    <a:pt x="353853" y="225102"/>
                  </a:lnTo>
                  <a:lnTo>
                    <a:pt x="354261" y="225528"/>
                  </a:lnTo>
                  <a:lnTo>
                    <a:pt x="354643" y="225700"/>
                  </a:lnTo>
                  <a:lnTo>
                    <a:pt x="354866" y="225828"/>
                  </a:lnTo>
                  <a:lnTo>
                    <a:pt x="355205" y="226021"/>
                  </a:lnTo>
                  <a:lnTo>
                    <a:pt x="355409" y="226139"/>
                  </a:lnTo>
                  <a:lnTo>
                    <a:pt x="355607" y="226223"/>
                  </a:lnTo>
                  <a:lnTo>
                    <a:pt x="355918" y="226355"/>
                  </a:lnTo>
                  <a:lnTo>
                    <a:pt x="356168" y="226439"/>
                  </a:lnTo>
                  <a:lnTo>
                    <a:pt x="356335" y="226312"/>
                  </a:lnTo>
                  <a:lnTo>
                    <a:pt x="356607" y="226243"/>
                  </a:lnTo>
                  <a:lnTo>
                    <a:pt x="356804" y="226246"/>
                  </a:lnTo>
                  <a:lnTo>
                    <a:pt x="356971" y="226324"/>
                  </a:lnTo>
                  <a:lnTo>
                    <a:pt x="357176" y="226611"/>
                  </a:lnTo>
                  <a:lnTo>
                    <a:pt x="357666" y="226793"/>
                  </a:lnTo>
                  <a:lnTo>
                    <a:pt x="358074" y="226944"/>
                  </a:lnTo>
                  <a:lnTo>
                    <a:pt x="358410" y="227034"/>
                  </a:lnTo>
                  <a:lnTo>
                    <a:pt x="358824" y="227123"/>
                  </a:lnTo>
                  <a:lnTo>
                    <a:pt x="359032" y="227168"/>
                  </a:lnTo>
                  <a:lnTo>
                    <a:pt x="359334" y="227018"/>
                  </a:lnTo>
                  <a:lnTo>
                    <a:pt x="360299" y="226809"/>
                  </a:lnTo>
                  <a:lnTo>
                    <a:pt x="360448" y="227089"/>
                  </a:lnTo>
                  <a:lnTo>
                    <a:pt x="360580" y="227439"/>
                  </a:lnTo>
                  <a:lnTo>
                    <a:pt x="360828" y="227365"/>
                  </a:lnTo>
                  <a:lnTo>
                    <a:pt x="361006" y="227312"/>
                  </a:lnTo>
                  <a:lnTo>
                    <a:pt x="361093" y="227144"/>
                  </a:lnTo>
                  <a:lnTo>
                    <a:pt x="361029" y="226915"/>
                  </a:lnTo>
                  <a:lnTo>
                    <a:pt x="360983" y="226750"/>
                  </a:lnTo>
                  <a:lnTo>
                    <a:pt x="362280" y="226198"/>
                  </a:lnTo>
                  <a:lnTo>
                    <a:pt x="362321" y="226776"/>
                  </a:lnTo>
                  <a:lnTo>
                    <a:pt x="362613" y="226795"/>
                  </a:lnTo>
                  <a:lnTo>
                    <a:pt x="362911" y="226745"/>
                  </a:lnTo>
                  <a:lnTo>
                    <a:pt x="362704" y="226266"/>
                  </a:lnTo>
                  <a:lnTo>
                    <a:pt x="362617" y="225665"/>
                  </a:lnTo>
                  <a:lnTo>
                    <a:pt x="362778" y="225679"/>
                  </a:lnTo>
                  <a:lnTo>
                    <a:pt x="363005" y="225788"/>
                  </a:lnTo>
                  <a:lnTo>
                    <a:pt x="363137" y="225851"/>
                  </a:lnTo>
                  <a:lnTo>
                    <a:pt x="363364" y="225950"/>
                  </a:lnTo>
                  <a:lnTo>
                    <a:pt x="363596" y="226016"/>
                  </a:lnTo>
                  <a:lnTo>
                    <a:pt x="364479" y="226158"/>
                  </a:lnTo>
                  <a:lnTo>
                    <a:pt x="365065" y="226224"/>
                  </a:lnTo>
                  <a:lnTo>
                    <a:pt x="365407" y="226247"/>
                  </a:lnTo>
                  <a:lnTo>
                    <a:pt x="366146" y="226296"/>
                  </a:lnTo>
                  <a:lnTo>
                    <a:pt x="366322" y="226308"/>
                  </a:lnTo>
                  <a:lnTo>
                    <a:pt x="366657" y="226315"/>
                  </a:lnTo>
                  <a:lnTo>
                    <a:pt x="366807" y="226326"/>
                  </a:lnTo>
                  <a:lnTo>
                    <a:pt x="367086" y="226348"/>
                  </a:lnTo>
                  <a:lnTo>
                    <a:pt x="367457" y="226412"/>
                  </a:lnTo>
                  <a:lnTo>
                    <a:pt x="367521" y="226696"/>
                  </a:lnTo>
                  <a:lnTo>
                    <a:pt x="367648" y="226993"/>
                  </a:lnTo>
                  <a:lnTo>
                    <a:pt x="367926" y="227273"/>
                  </a:lnTo>
                  <a:lnTo>
                    <a:pt x="368394" y="227957"/>
                  </a:lnTo>
                  <a:lnTo>
                    <a:pt x="368354" y="227564"/>
                  </a:lnTo>
                  <a:lnTo>
                    <a:pt x="368082" y="227146"/>
                  </a:lnTo>
                  <a:lnTo>
                    <a:pt x="367910" y="226992"/>
                  </a:lnTo>
                  <a:lnTo>
                    <a:pt x="367780" y="226766"/>
                  </a:lnTo>
                  <a:lnTo>
                    <a:pt x="367789" y="226460"/>
                  </a:lnTo>
                  <a:lnTo>
                    <a:pt x="367921" y="226346"/>
                  </a:lnTo>
                  <a:lnTo>
                    <a:pt x="368117" y="226292"/>
                  </a:lnTo>
                  <a:lnTo>
                    <a:pt x="368328" y="226263"/>
                  </a:lnTo>
                  <a:lnTo>
                    <a:pt x="368594" y="226246"/>
                  </a:lnTo>
                  <a:lnTo>
                    <a:pt x="369930" y="226160"/>
                  </a:lnTo>
                  <a:lnTo>
                    <a:pt x="371111" y="226048"/>
                  </a:lnTo>
                  <a:lnTo>
                    <a:pt x="371650" y="226007"/>
                  </a:lnTo>
                  <a:lnTo>
                    <a:pt x="372319" y="225956"/>
                  </a:lnTo>
                  <a:lnTo>
                    <a:pt x="372500" y="225943"/>
                  </a:lnTo>
                  <a:lnTo>
                    <a:pt x="373640" y="225819"/>
                  </a:lnTo>
                  <a:lnTo>
                    <a:pt x="373993" y="225780"/>
                  </a:lnTo>
                  <a:lnTo>
                    <a:pt x="374665" y="225691"/>
                  </a:lnTo>
                  <a:lnTo>
                    <a:pt x="375002" y="225640"/>
                  </a:lnTo>
                  <a:lnTo>
                    <a:pt x="375194" y="225610"/>
                  </a:lnTo>
                  <a:lnTo>
                    <a:pt x="375567" y="225553"/>
                  </a:lnTo>
                  <a:lnTo>
                    <a:pt x="375778" y="225521"/>
                  </a:lnTo>
                  <a:lnTo>
                    <a:pt x="375978" y="225490"/>
                  </a:lnTo>
                  <a:lnTo>
                    <a:pt x="376419" y="225416"/>
                  </a:lnTo>
                  <a:lnTo>
                    <a:pt x="376629" y="225332"/>
                  </a:lnTo>
                  <a:lnTo>
                    <a:pt x="377334" y="225073"/>
                  </a:lnTo>
                  <a:lnTo>
                    <a:pt x="377478" y="225417"/>
                  </a:lnTo>
                  <a:lnTo>
                    <a:pt x="377358" y="225685"/>
                  </a:lnTo>
                  <a:lnTo>
                    <a:pt x="377395" y="225932"/>
                  </a:lnTo>
                  <a:lnTo>
                    <a:pt x="377522" y="226220"/>
                  </a:lnTo>
                  <a:lnTo>
                    <a:pt x="377579" y="226348"/>
                  </a:lnTo>
                  <a:lnTo>
                    <a:pt x="377685" y="226588"/>
                  </a:lnTo>
                  <a:lnTo>
                    <a:pt x="377453" y="226788"/>
                  </a:lnTo>
                  <a:lnTo>
                    <a:pt x="377617" y="226933"/>
                  </a:lnTo>
                  <a:lnTo>
                    <a:pt x="378238" y="226872"/>
                  </a:lnTo>
                  <a:lnTo>
                    <a:pt x="378198" y="226688"/>
                  </a:lnTo>
                  <a:lnTo>
                    <a:pt x="377964" y="226577"/>
                  </a:lnTo>
                  <a:lnTo>
                    <a:pt x="377707" y="226225"/>
                  </a:lnTo>
                  <a:lnTo>
                    <a:pt x="377631" y="225990"/>
                  </a:lnTo>
                  <a:lnTo>
                    <a:pt x="377667" y="225772"/>
                  </a:lnTo>
                  <a:lnTo>
                    <a:pt x="377886" y="225690"/>
                  </a:lnTo>
                  <a:lnTo>
                    <a:pt x="377846" y="225158"/>
                  </a:lnTo>
                  <a:lnTo>
                    <a:pt x="377852" y="224751"/>
                  </a:lnTo>
                  <a:lnTo>
                    <a:pt x="378010" y="224713"/>
                  </a:lnTo>
                  <a:lnTo>
                    <a:pt x="378610" y="224568"/>
                  </a:lnTo>
                  <a:lnTo>
                    <a:pt x="378993" y="224435"/>
                  </a:lnTo>
                  <a:lnTo>
                    <a:pt x="379200" y="224363"/>
                  </a:lnTo>
                  <a:lnTo>
                    <a:pt x="379248" y="224094"/>
                  </a:lnTo>
                  <a:lnTo>
                    <a:pt x="379404" y="223852"/>
                  </a:lnTo>
                  <a:lnTo>
                    <a:pt x="379535" y="223802"/>
                  </a:lnTo>
                  <a:lnTo>
                    <a:pt x="379803" y="223627"/>
                  </a:lnTo>
                  <a:lnTo>
                    <a:pt x="379964" y="223497"/>
                  </a:lnTo>
                  <a:lnTo>
                    <a:pt x="380129" y="223308"/>
                  </a:lnTo>
                  <a:lnTo>
                    <a:pt x="380244" y="223122"/>
                  </a:lnTo>
                  <a:lnTo>
                    <a:pt x="380393" y="222778"/>
                  </a:lnTo>
                  <a:lnTo>
                    <a:pt x="380348" y="222649"/>
                  </a:lnTo>
                  <a:lnTo>
                    <a:pt x="379935" y="222541"/>
                  </a:lnTo>
                  <a:lnTo>
                    <a:pt x="380036" y="222361"/>
                  </a:lnTo>
                  <a:lnTo>
                    <a:pt x="380388" y="222480"/>
                  </a:lnTo>
                  <a:lnTo>
                    <a:pt x="380708" y="222512"/>
                  </a:lnTo>
                  <a:lnTo>
                    <a:pt x="381194" y="222395"/>
                  </a:lnTo>
                  <a:lnTo>
                    <a:pt x="381322" y="222355"/>
                  </a:lnTo>
                  <a:lnTo>
                    <a:pt x="381638" y="221809"/>
                  </a:lnTo>
                  <a:lnTo>
                    <a:pt x="381825" y="221684"/>
                  </a:lnTo>
                  <a:lnTo>
                    <a:pt x="382214" y="221810"/>
                  </a:lnTo>
                  <a:lnTo>
                    <a:pt x="382280" y="221952"/>
                  </a:lnTo>
                  <a:lnTo>
                    <a:pt x="382621" y="222050"/>
                  </a:lnTo>
                  <a:lnTo>
                    <a:pt x="382962" y="221710"/>
                  </a:lnTo>
                  <a:lnTo>
                    <a:pt x="382844" y="221114"/>
                  </a:lnTo>
                  <a:lnTo>
                    <a:pt x="382768" y="220921"/>
                  </a:lnTo>
                  <a:lnTo>
                    <a:pt x="382655" y="220496"/>
                  </a:lnTo>
                  <a:lnTo>
                    <a:pt x="382806" y="220586"/>
                  </a:lnTo>
                  <a:lnTo>
                    <a:pt x="383381" y="221288"/>
                  </a:lnTo>
                  <a:lnTo>
                    <a:pt x="383703" y="221597"/>
                  </a:lnTo>
                  <a:lnTo>
                    <a:pt x="384239" y="221627"/>
                  </a:lnTo>
                  <a:lnTo>
                    <a:pt x="384462" y="221566"/>
                  </a:lnTo>
                  <a:lnTo>
                    <a:pt x="385242" y="221024"/>
                  </a:lnTo>
                  <a:lnTo>
                    <a:pt x="385043" y="220408"/>
                  </a:lnTo>
                  <a:lnTo>
                    <a:pt x="385325" y="220553"/>
                  </a:lnTo>
                  <a:lnTo>
                    <a:pt x="385418" y="220876"/>
                  </a:lnTo>
                  <a:lnTo>
                    <a:pt x="385693" y="220920"/>
                  </a:lnTo>
                  <a:lnTo>
                    <a:pt x="385875" y="220912"/>
                  </a:lnTo>
                  <a:lnTo>
                    <a:pt x="386274" y="220960"/>
                  </a:lnTo>
                  <a:lnTo>
                    <a:pt x="386038" y="221521"/>
                  </a:lnTo>
                  <a:lnTo>
                    <a:pt x="386250" y="221543"/>
                  </a:lnTo>
                  <a:lnTo>
                    <a:pt x="386673" y="221697"/>
                  </a:lnTo>
                  <a:lnTo>
                    <a:pt x="386802" y="222055"/>
                  </a:lnTo>
                  <a:lnTo>
                    <a:pt x="386868" y="222781"/>
                  </a:lnTo>
                  <a:lnTo>
                    <a:pt x="386661" y="222816"/>
                  </a:lnTo>
                  <a:lnTo>
                    <a:pt x="386259" y="223013"/>
                  </a:lnTo>
                  <a:lnTo>
                    <a:pt x="385935" y="223178"/>
                  </a:lnTo>
                  <a:lnTo>
                    <a:pt x="385766" y="223125"/>
                  </a:lnTo>
                  <a:lnTo>
                    <a:pt x="385610" y="223162"/>
                  </a:lnTo>
                  <a:lnTo>
                    <a:pt x="385154" y="223466"/>
                  </a:lnTo>
                  <a:lnTo>
                    <a:pt x="385268" y="223802"/>
                  </a:lnTo>
                  <a:lnTo>
                    <a:pt x="385383" y="224034"/>
                  </a:lnTo>
                  <a:lnTo>
                    <a:pt x="385728" y="224284"/>
                  </a:lnTo>
                  <a:lnTo>
                    <a:pt x="386007" y="224826"/>
                  </a:lnTo>
                  <a:lnTo>
                    <a:pt x="385833" y="225196"/>
                  </a:lnTo>
                  <a:lnTo>
                    <a:pt x="385992" y="225650"/>
                  </a:lnTo>
                  <a:lnTo>
                    <a:pt x="386170" y="226009"/>
                  </a:lnTo>
                  <a:lnTo>
                    <a:pt x="386504" y="226464"/>
                  </a:lnTo>
                  <a:lnTo>
                    <a:pt x="386796" y="226551"/>
                  </a:lnTo>
                  <a:lnTo>
                    <a:pt x="386852" y="227213"/>
                  </a:lnTo>
                  <a:lnTo>
                    <a:pt x="386959" y="227412"/>
                  </a:lnTo>
                  <a:lnTo>
                    <a:pt x="387501" y="227709"/>
                  </a:lnTo>
                  <a:lnTo>
                    <a:pt x="387777" y="227756"/>
                  </a:lnTo>
                  <a:lnTo>
                    <a:pt x="388085" y="227737"/>
                  </a:lnTo>
                  <a:lnTo>
                    <a:pt x="388408" y="227424"/>
                  </a:lnTo>
                  <a:lnTo>
                    <a:pt x="388574" y="227113"/>
                  </a:lnTo>
                  <a:lnTo>
                    <a:pt x="388499" y="226841"/>
                  </a:lnTo>
                  <a:lnTo>
                    <a:pt x="388498" y="226342"/>
                  </a:lnTo>
                  <a:lnTo>
                    <a:pt x="388821" y="226621"/>
                  </a:lnTo>
                  <a:lnTo>
                    <a:pt x="389780" y="226381"/>
                  </a:lnTo>
                  <a:lnTo>
                    <a:pt x="389938" y="226277"/>
                  </a:lnTo>
                  <a:lnTo>
                    <a:pt x="390132" y="226149"/>
                  </a:lnTo>
                  <a:lnTo>
                    <a:pt x="390489" y="225942"/>
                  </a:lnTo>
                  <a:lnTo>
                    <a:pt x="390623" y="225948"/>
                  </a:lnTo>
                  <a:lnTo>
                    <a:pt x="391097" y="226032"/>
                  </a:lnTo>
                  <a:lnTo>
                    <a:pt x="391431" y="226159"/>
                  </a:lnTo>
                  <a:lnTo>
                    <a:pt x="392318" y="226322"/>
                  </a:lnTo>
                  <a:lnTo>
                    <a:pt x="392605" y="226670"/>
                  </a:lnTo>
                  <a:lnTo>
                    <a:pt x="392609" y="226944"/>
                  </a:lnTo>
                  <a:lnTo>
                    <a:pt x="392357" y="226924"/>
                  </a:lnTo>
                  <a:lnTo>
                    <a:pt x="392043" y="226926"/>
                  </a:lnTo>
                  <a:lnTo>
                    <a:pt x="392217" y="227689"/>
                  </a:lnTo>
                  <a:lnTo>
                    <a:pt x="392402" y="227816"/>
                  </a:lnTo>
                  <a:lnTo>
                    <a:pt x="392689" y="228010"/>
                  </a:lnTo>
                  <a:lnTo>
                    <a:pt x="392922" y="228120"/>
                  </a:lnTo>
                  <a:lnTo>
                    <a:pt x="393791" y="228530"/>
                  </a:lnTo>
                  <a:lnTo>
                    <a:pt x="394054" y="228493"/>
                  </a:lnTo>
                  <a:lnTo>
                    <a:pt x="394263" y="228498"/>
                  </a:lnTo>
                  <a:lnTo>
                    <a:pt x="394467" y="228550"/>
                  </a:lnTo>
                  <a:lnTo>
                    <a:pt x="394748" y="228658"/>
                  </a:lnTo>
                  <a:lnTo>
                    <a:pt x="394955" y="228739"/>
                  </a:lnTo>
                  <a:lnTo>
                    <a:pt x="395156" y="228746"/>
                  </a:lnTo>
                  <a:lnTo>
                    <a:pt x="395440" y="228756"/>
                  </a:lnTo>
                  <a:lnTo>
                    <a:pt x="396081" y="228629"/>
                  </a:lnTo>
                  <a:lnTo>
                    <a:pt x="396527" y="228562"/>
                  </a:lnTo>
                  <a:lnTo>
                    <a:pt x="396819" y="228543"/>
                  </a:lnTo>
                  <a:lnTo>
                    <a:pt x="397208" y="228517"/>
                  </a:lnTo>
                  <a:lnTo>
                    <a:pt x="397629" y="228579"/>
                  </a:lnTo>
                  <a:lnTo>
                    <a:pt x="397832" y="228750"/>
                  </a:lnTo>
                  <a:lnTo>
                    <a:pt x="398066" y="228794"/>
                  </a:lnTo>
                  <a:lnTo>
                    <a:pt x="398370" y="228795"/>
                  </a:lnTo>
                  <a:lnTo>
                    <a:pt x="398827" y="228798"/>
                  </a:lnTo>
                  <a:lnTo>
                    <a:pt x="399189" y="228766"/>
                  </a:lnTo>
                  <a:lnTo>
                    <a:pt x="399352" y="228746"/>
                  </a:lnTo>
                  <a:lnTo>
                    <a:pt x="399764" y="228694"/>
                  </a:lnTo>
                  <a:lnTo>
                    <a:pt x="400534" y="228525"/>
                  </a:lnTo>
                  <a:lnTo>
                    <a:pt x="400861" y="228416"/>
                  </a:lnTo>
                  <a:lnTo>
                    <a:pt x="401495" y="228084"/>
                  </a:lnTo>
                  <a:lnTo>
                    <a:pt x="401914" y="227793"/>
                  </a:lnTo>
                  <a:lnTo>
                    <a:pt x="402158" y="227853"/>
                  </a:lnTo>
                  <a:lnTo>
                    <a:pt x="402098" y="228045"/>
                  </a:lnTo>
                  <a:lnTo>
                    <a:pt x="402134" y="228273"/>
                  </a:lnTo>
                  <a:lnTo>
                    <a:pt x="402322" y="228843"/>
                  </a:lnTo>
                  <a:lnTo>
                    <a:pt x="402092" y="228888"/>
                  </a:lnTo>
                  <a:lnTo>
                    <a:pt x="401836" y="229079"/>
                  </a:lnTo>
                  <a:lnTo>
                    <a:pt x="401879" y="229415"/>
                  </a:lnTo>
                  <a:lnTo>
                    <a:pt x="402118" y="229324"/>
                  </a:lnTo>
                  <a:lnTo>
                    <a:pt x="402325" y="229366"/>
                  </a:lnTo>
                  <a:lnTo>
                    <a:pt x="402367" y="229956"/>
                  </a:lnTo>
                  <a:lnTo>
                    <a:pt x="402115" y="229941"/>
                  </a:lnTo>
                  <a:lnTo>
                    <a:pt x="402067" y="230081"/>
                  </a:lnTo>
                  <a:lnTo>
                    <a:pt x="402408" y="230194"/>
                  </a:lnTo>
                  <a:lnTo>
                    <a:pt x="402946" y="230348"/>
                  </a:lnTo>
                  <a:lnTo>
                    <a:pt x="402951" y="229505"/>
                  </a:lnTo>
                  <a:lnTo>
                    <a:pt x="402737" y="229315"/>
                  </a:lnTo>
                  <a:lnTo>
                    <a:pt x="402636" y="229128"/>
                  </a:lnTo>
                  <a:lnTo>
                    <a:pt x="402657" y="228965"/>
                  </a:lnTo>
                  <a:lnTo>
                    <a:pt x="402918" y="229093"/>
                  </a:lnTo>
                  <a:lnTo>
                    <a:pt x="403067" y="229019"/>
                  </a:lnTo>
                  <a:lnTo>
                    <a:pt x="403591" y="229058"/>
                  </a:lnTo>
                  <a:lnTo>
                    <a:pt x="403902" y="229081"/>
                  </a:lnTo>
                  <a:lnTo>
                    <a:pt x="404127" y="229097"/>
                  </a:lnTo>
                  <a:lnTo>
                    <a:pt x="404461" y="229141"/>
                  </a:lnTo>
                  <a:lnTo>
                    <a:pt x="404770" y="229212"/>
                  </a:lnTo>
                  <a:lnTo>
                    <a:pt x="405322" y="229294"/>
                  </a:lnTo>
                  <a:lnTo>
                    <a:pt x="405543" y="229297"/>
                  </a:lnTo>
                  <a:lnTo>
                    <a:pt x="405820" y="229301"/>
                  </a:lnTo>
                  <a:lnTo>
                    <a:pt x="406230" y="229292"/>
                  </a:lnTo>
                  <a:lnTo>
                    <a:pt x="406978" y="229119"/>
                  </a:lnTo>
                  <a:lnTo>
                    <a:pt x="407240" y="228738"/>
                  </a:lnTo>
                  <a:lnTo>
                    <a:pt x="407415" y="228515"/>
                  </a:lnTo>
                  <a:lnTo>
                    <a:pt x="408111" y="228218"/>
                  </a:lnTo>
                  <a:lnTo>
                    <a:pt x="408612" y="228159"/>
                  </a:lnTo>
                  <a:lnTo>
                    <a:pt x="409029" y="228133"/>
                  </a:lnTo>
                  <a:lnTo>
                    <a:pt x="409244" y="227914"/>
                  </a:lnTo>
                  <a:lnTo>
                    <a:pt x="409539" y="228181"/>
                  </a:lnTo>
                  <a:lnTo>
                    <a:pt x="409855" y="228517"/>
                  </a:lnTo>
                  <a:lnTo>
                    <a:pt x="410155" y="228302"/>
                  </a:lnTo>
                  <a:lnTo>
                    <a:pt x="410130" y="227954"/>
                  </a:lnTo>
                  <a:lnTo>
                    <a:pt x="410424" y="228131"/>
                  </a:lnTo>
                  <a:lnTo>
                    <a:pt x="410422" y="228296"/>
                  </a:lnTo>
                  <a:lnTo>
                    <a:pt x="410524" y="228611"/>
                  </a:lnTo>
                  <a:lnTo>
                    <a:pt x="411068" y="228704"/>
                  </a:lnTo>
                  <a:lnTo>
                    <a:pt x="411255" y="228580"/>
                  </a:lnTo>
                  <a:lnTo>
                    <a:pt x="411366" y="228438"/>
                  </a:lnTo>
                  <a:lnTo>
                    <a:pt x="411429" y="228298"/>
                  </a:lnTo>
                  <a:lnTo>
                    <a:pt x="411139" y="228154"/>
                  </a:lnTo>
                  <a:lnTo>
                    <a:pt x="411123" y="227963"/>
                  </a:lnTo>
                  <a:lnTo>
                    <a:pt x="411434" y="228054"/>
                  </a:lnTo>
                  <a:lnTo>
                    <a:pt x="412002" y="228424"/>
                  </a:lnTo>
                  <a:lnTo>
                    <a:pt x="412308" y="228937"/>
                  </a:lnTo>
                  <a:lnTo>
                    <a:pt x="412560" y="229370"/>
                  </a:lnTo>
                  <a:lnTo>
                    <a:pt x="412626" y="229725"/>
                  </a:lnTo>
                  <a:lnTo>
                    <a:pt x="412485" y="229785"/>
                  </a:lnTo>
                  <a:lnTo>
                    <a:pt x="412284" y="229805"/>
                  </a:lnTo>
                  <a:lnTo>
                    <a:pt x="412102" y="229855"/>
                  </a:lnTo>
                  <a:lnTo>
                    <a:pt x="411933" y="230397"/>
                  </a:lnTo>
                  <a:lnTo>
                    <a:pt x="411626" y="230475"/>
                  </a:lnTo>
                  <a:lnTo>
                    <a:pt x="411549" y="230218"/>
                  </a:lnTo>
                  <a:lnTo>
                    <a:pt x="411519" y="230022"/>
                  </a:lnTo>
                  <a:lnTo>
                    <a:pt x="411234" y="229774"/>
                  </a:lnTo>
                  <a:lnTo>
                    <a:pt x="411033" y="229790"/>
                  </a:lnTo>
                  <a:lnTo>
                    <a:pt x="410893" y="229801"/>
                  </a:lnTo>
                  <a:lnTo>
                    <a:pt x="410416" y="229541"/>
                  </a:lnTo>
                  <a:lnTo>
                    <a:pt x="410155" y="229593"/>
                  </a:lnTo>
                  <a:lnTo>
                    <a:pt x="409864" y="229710"/>
                  </a:lnTo>
                  <a:lnTo>
                    <a:pt x="409398" y="229988"/>
                  </a:lnTo>
                  <a:lnTo>
                    <a:pt x="409048" y="230241"/>
                  </a:lnTo>
                  <a:lnTo>
                    <a:pt x="408827" y="230354"/>
                  </a:lnTo>
                  <a:lnTo>
                    <a:pt x="408285" y="230474"/>
                  </a:lnTo>
                  <a:lnTo>
                    <a:pt x="408066" y="230583"/>
                  </a:lnTo>
                  <a:lnTo>
                    <a:pt x="407898" y="230693"/>
                  </a:lnTo>
                  <a:lnTo>
                    <a:pt x="407398" y="231255"/>
                  </a:lnTo>
                  <a:lnTo>
                    <a:pt x="407253" y="231441"/>
                  </a:lnTo>
                  <a:lnTo>
                    <a:pt x="407051" y="231806"/>
                  </a:lnTo>
                  <a:lnTo>
                    <a:pt x="406985" y="231994"/>
                  </a:lnTo>
                  <a:lnTo>
                    <a:pt x="406941" y="232207"/>
                  </a:lnTo>
                  <a:lnTo>
                    <a:pt x="407358" y="233096"/>
                  </a:lnTo>
                  <a:lnTo>
                    <a:pt x="406904" y="233963"/>
                  </a:lnTo>
                  <a:lnTo>
                    <a:pt x="406484" y="234031"/>
                  </a:lnTo>
                  <a:lnTo>
                    <a:pt x="406430" y="233760"/>
                  </a:lnTo>
                  <a:lnTo>
                    <a:pt x="405845" y="233672"/>
                  </a:lnTo>
                  <a:lnTo>
                    <a:pt x="405704" y="233784"/>
                  </a:lnTo>
                  <a:lnTo>
                    <a:pt x="405978" y="234173"/>
                  </a:lnTo>
                  <a:lnTo>
                    <a:pt x="406318" y="234663"/>
                  </a:lnTo>
                  <a:lnTo>
                    <a:pt x="406250" y="234874"/>
                  </a:lnTo>
                  <a:lnTo>
                    <a:pt x="405899" y="235223"/>
                  </a:lnTo>
                  <a:lnTo>
                    <a:pt x="406073" y="235341"/>
                  </a:lnTo>
                  <a:lnTo>
                    <a:pt x="406378" y="235536"/>
                  </a:lnTo>
                  <a:lnTo>
                    <a:pt x="406209" y="235615"/>
                  </a:lnTo>
                  <a:lnTo>
                    <a:pt x="405773" y="235275"/>
                  </a:lnTo>
                  <a:lnTo>
                    <a:pt x="405500" y="235360"/>
                  </a:lnTo>
                  <a:lnTo>
                    <a:pt x="405448" y="235734"/>
                  </a:lnTo>
                  <a:lnTo>
                    <a:pt x="405650" y="235950"/>
                  </a:lnTo>
                  <a:lnTo>
                    <a:pt x="406151" y="235990"/>
                  </a:lnTo>
                  <a:lnTo>
                    <a:pt x="406054" y="236477"/>
                  </a:lnTo>
                  <a:lnTo>
                    <a:pt x="405896" y="237017"/>
                  </a:lnTo>
                  <a:lnTo>
                    <a:pt x="406340" y="236917"/>
                  </a:lnTo>
                  <a:lnTo>
                    <a:pt x="406879" y="237001"/>
                  </a:lnTo>
                  <a:lnTo>
                    <a:pt x="406993" y="237172"/>
                  </a:lnTo>
                  <a:lnTo>
                    <a:pt x="407102" y="237358"/>
                  </a:lnTo>
                  <a:lnTo>
                    <a:pt x="407365" y="237810"/>
                  </a:lnTo>
                  <a:lnTo>
                    <a:pt x="407387" y="238385"/>
                  </a:lnTo>
                  <a:lnTo>
                    <a:pt x="407440" y="238837"/>
                  </a:lnTo>
                  <a:lnTo>
                    <a:pt x="407816" y="239141"/>
                  </a:lnTo>
                  <a:lnTo>
                    <a:pt x="408022" y="239267"/>
                  </a:lnTo>
                  <a:lnTo>
                    <a:pt x="408300" y="239370"/>
                  </a:lnTo>
                  <a:lnTo>
                    <a:pt x="408577" y="239550"/>
                  </a:lnTo>
                  <a:lnTo>
                    <a:pt x="408904" y="239985"/>
                  </a:lnTo>
                  <a:lnTo>
                    <a:pt x="408812" y="240149"/>
                  </a:lnTo>
                  <a:lnTo>
                    <a:pt x="408384" y="239976"/>
                  </a:lnTo>
                  <a:lnTo>
                    <a:pt x="407996" y="240126"/>
                  </a:lnTo>
                  <a:lnTo>
                    <a:pt x="407720" y="240306"/>
                  </a:lnTo>
                  <a:lnTo>
                    <a:pt x="407591" y="240419"/>
                  </a:lnTo>
                  <a:lnTo>
                    <a:pt x="407047" y="240486"/>
                  </a:lnTo>
                  <a:lnTo>
                    <a:pt x="406811" y="240515"/>
                  </a:lnTo>
                  <a:lnTo>
                    <a:pt x="405918" y="240979"/>
                  </a:lnTo>
                  <a:lnTo>
                    <a:pt x="405830" y="241501"/>
                  </a:lnTo>
                  <a:lnTo>
                    <a:pt x="406181" y="241712"/>
                  </a:lnTo>
                  <a:lnTo>
                    <a:pt x="406552" y="241834"/>
                  </a:lnTo>
                  <a:lnTo>
                    <a:pt x="406823" y="242061"/>
                  </a:lnTo>
                  <a:lnTo>
                    <a:pt x="406839" y="242207"/>
                  </a:lnTo>
                  <a:lnTo>
                    <a:pt x="406830" y="242399"/>
                  </a:lnTo>
                  <a:lnTo>
                    <a:pt x="406822" y="242593"/>
                  </a:lnTo>
                  <a:lnTo>
                    <a:pt x="406558" y="242815"/>
                  </a:lnTo>
                  <a:lnTo>
                    <a:pt x="406049" y="242743"/>
                  </a:lnTo>
                  <a:lnTo>
                    <a:pt x="405655" y="242629"/>
                  </a:lnTo>
                  <a:lnTo>
                    <a:pt x="405388" y="242531"/>
                  </a:lnTo>
                  <a:lnTo>
                    <a:pt x="405187" y="242454"/>
                  </a:lnTo>
                  <a:lnTo>
                    <a:pt x="404479" y="242165"/>
                  </a:lnTo>
                  <a:lnTo>
                    <a:pt x="404278" y="242194"/>
                  </a:lnTo>
                  <a:lnTo>
                    <a:pt x="404026" y="242232"/>
                  </a:lnTo>
                  <a:lnTo>
                    <a:pt x="403618" y="242352"/>
                  </a:lnTo>
                  <a:lnTo>
                    <a:pt x="403380" y="242384"/>
                  </a:lnTo>
                  <a:lnTo>
                    <a:pt x="402941" y="242388"/>
                  </a:lnTo>
                  <a:lnTo>
                    <a:pt x="402735" y="242357"/>
                  </a:lnTo>
                  <a:lnTo>
                    <a:pt x="402538" y="242468"/>
                  </a:lnTo>
                  <a:lnTo>
                    <a:pt x="402410" y="242587"/>
                  </a:lnTo>
                  <a:lnTo>
                    <a:pt x="402278" y="242758"/>
                  </a:lnTo>
                  <a:lnTo>
                    <a:pt x="402132" y="242991"/>
                  </a:lnTo>
                  <a:lnTo>
                    <a:pt x="401923" y="243385"/>
                  </a:lnTo>
                  <a:lnTo>
                    <a:pt x="401633" y="244157"/>
                  </a:lnTo>
                  <a:lnTo>
                    <a:pt x="401527" y="244606"/>
                  </a:lnTo>
                  <a:lnTo>
                    <a:pt x="401264" y="244533"/>
                  </a:lnTo>
                  <a:lnTo>
                    <a:pt x="401022" y="244426"/>
                  </a:lnTo>
                  <a:lnTo>
                    <a:pt x="400623" y="244667"/>
                  </a:lnTo>
                  <a:lnTo>
                    <a:pt x="400708" y="244862"/>
                  </a:lnTo>
                  <a:lnTo>
                    <a:pt x="400815" y="245105"/>
                  </a:lnTo>
                  <a:lnTo>
                    <a:pt x="401211" y="245289"/>
                  </a:lnTo>
                  <a:lnTo>
                    <a:pt x="401241" y="245472"/>
                  </a:lnTo>
                  <a:lnTo>
                    <a:pt x="401206" y="245986"/>
                  </a:lnTo>
                  <a:lnTo>
                    <a:pt x="401309" y="246398"/>
                  </a:lnTo>
                  <a:lnTo>
                    <a:pt x="401417" y="246712"/>
                  </a:lnTo>
                  <a:lnTo>
                    <a:pt x="401305" y="247530"/>
                  </a:lnTo>
                  <a:lnTo>
                    <a:pt x="401015" y="247525"/>
                  </a:lnTo>
                  <a:lnTo>
                    <a:pt x="400315" y="247535"/>
                  </a:lnTo>
                  <a:lnTo>
                    <a:pt x="400028" y="247873"/>
                  </a:lnTo>
                  <a:lnTo>
                    <a:pt x="399563" y="248553"/>
                  </a:lnTo>
                  <a:lnTo>
                    <a:pt x="399706" y="248809"/>
                  </a:lnTo>
                  <a:lnTo>
                    <a:pt x="399909" y="249171"/>
                  </a:lnTo>
                  <a:lnTo>
                    <a:pt x="400259" y="249560"/>
                  </a:lnTo>
                  <a:lnTo>
                    <a:pt x="400763" y="249077"/>
                  </a:lnTo>
                  <a:lnTo>
                    <a:pt x="401053" y="248957"/>
                  </a:lnTo>
                  <a:lnTo>
                    <a:pt x="402053" y="249202"/>
                  </a:lnTo>
                  <a:lnTo>
                    <a:pt x="402451" y="249469"/>
                  </a:lnTo>
                  <a:lnTo>
                    <a:pt x="402666" y="249537"/>
                  </a:lnTo>
                  <a:lnTo>
                    <a:pt x="403028" y="249393"/>
                  </a:lnTo>
                  <a:lnTo>
                    <a:pt x="403531" y="249288"/>
                  </a:lnTo>
                  <a:lnTo>
                    <a:pt x="403896" y="249249"/>
                  </a:lnTo>
                  <a:lnTo>
                    <a:pt x="404381" y="249070"/>
                  </a:lnTo>
                  <a:lnTo>
                    <a:pt x="405776" y="248553"/>
                  </a:lnTo>
                  <a:lnTo>
                    <a:pt x="406084" y="248473"/>
                  </a:lnTo>
                  <a:lnTo>
                    <a:pt x="406537" y="248627"/>
                  </a:lnTo>
                  <a:lnTo>
                    <a:pt x="406271" y="248740"/>
                  </a:lnTo>
                  <a:lnTo>
                    <a:pt x="406101" y="248750"/>
                  </a:lnTo>
                  <a:lnTo>
                    <a:pt x="405473" y="248869"/>
                  </a:lnTo>
                  <a:lnTo>
                    <a:pt x="405219" y="249041"/>
                  </a:lnTo>
                  <a:lnTo>
                    <a:pt x="404928" y="249337"/>
                  </a:lnTo>
                  <a:lnTo>
                    <a:pt x="404767" y="249593"/>
                  </a:lnTo>
                  <a:lnTo>
                    <a:pt x="404645" y="250305"/>
                  </a:lnTo>
                  <a:lnTo>
                    <a:pt x="404618" y="250540"/>
                  </a:lnTo>
                  <a:lnTo>
                    <a:pt x="404636" y="250890"/>
                  </a:lnTo>
                  <a:lnTo>
                    <a:pt x="404695" y="251106"/>
                  </a:lnTo>
                  <a:lnTo>
                    <a:pt x="404839" y="251641"/>
                  </a:lnTo>
                  <a:lnTo>
                    <a:pt x="405004" y="251905"/>
                  </a:lnTo>
                  <a:lnTo>
                    <a:pt x="404891" y="252138"/>
                  </a:lnTo>
                  <a:lnTo>
                    <a:pt x="404755" y="252273"/>
                  </a:lnTo>
                  <a:lnTo>
                    <a:pt x="404478" y="252590"/>
                  </a:lnTo>
                  <a:lnTo>
                    <a:pt x="404346" y="252762"/>
                  </a:lnTo>
                  <a:lnTo>
                    <a:pt x="404167" y="253090"/>
                  </a:lnTo>
                  <a:lnTo>
                    <a:pt x="404110" y="253257"/>
                  </a:lnTo>
                  <a:lnTo>
                    <a:pt x="404081" y="253407"/>
                  </a:lnTo>
                  <a:lnTo>
                    <a:pt x="404057" y="253758"/>
                  </a:lnTo>
                  <a:lnTo>
                    <a:pt x="404103" y="254010"/>
                  </a:lnTo>
                  <a:lnTo>
                    <a:pt x="404205" y="254304"/>
                  </a:lnTo>
                  <a:lnTo>
                    <a:pt x="404301" y="254467"/>
                  </a:lnTo>
                  <a:lnTo>
                    <a:pt x="404416" y="254611"/>
                  </a:lnTo>
                  <a:lnTo>
                    <a:pt x="404589" y="255016"/>
                  </a:lnTo>
                  <a:lnTo>
                    <a:pt x="404313" y="255510"/>
                  </a:lnTo>
                  <a:lnTo>
                    <a:pt x="404060" y="255732"/>
                  </a:lnTo>
                  <a:lnTo>
                    <a:pt x="403554" y="256050"/>
                  </a:lnTo>
                  <a:lnTo>
                    <a:pt x="403311" y="256070"/>
                  </a:lnTo>
                  <a:lnTo>
                    <a:pt x="402991" y="256230"/>
                  </a:lnTo>
                  <a:lnTo>
                    <a:pt x="402838" y="256363"/>
                  </a:lnTo>
                  <a:lnTo>
                    <a:pt x="402595" y="256395"/>
                  </a:lnTo>
                  <a:lnTo>
                    <a:pt x="402631" y="256105"/>
                  </a:lnTo>
                  <a:lnTo>
                    <a:pt x="402808" y="255906"/>
                  </a:lnTo>
                  <a:lnTo>
                    <a:pt x="403207" y="255547"/>
                  </a:lnTo>
                  <a:lnTo>
                    <a:pt x="403336" y="255231"/>
                  </a:lnTo>
                  <a:lnTo>
                    <a:pt x="403439" y="254976"/>
                  </a:lnTo>
                  <a:lnTo>
                    <a:pt x="403305" y="254458"/>
                  </a:lnTo>
                  <a:lnTo>
                    <a:pt x="403076" y="254299"/>
                  </a:lnTo>
                  <a:lnTo>
                    <a:pt x="402753" y="254465"/>
                  </a:lnTo>
                  <a:lnTo>
                    <a:pt x="402189" y="254359"/>
                  </a:lnTo>
                  <a:lnTo>
                    <a:pt x="401863" y="254614"/>
                  </a:lnTo>
                  <a:lnTo>
                    <a:pt x="401680" y="254943"/>
                  </a:lnTo>
                  <a:lnTo>
                    <a:pt x="401560" y="254714"/>
                  </a:lnTo>
                  <a:lnTo>
                    <a:pt x="401305" y="254520"/>
                  </a:lnTo>
                  <a:lnTo>
                    <a:pt x="400795" y="254714"/>
                  </a:lnTo>
                  <a:lnTo>
                    <a:pt x="400612" y="254752"/>
                  </a:lnTo>
                  <a:lnTo>
                    <a:pt x="400419" y="254747"/>
                  </a:lnTo>
                  <a:lnTo>
                    <a:pt x="400083" y="254722"/>
                  </a:lnTo>
                  <a:lnTo>
                    <a:pt x="399894" y="254746"/>
                  </a:lnTo>
                  <a:lnTo>
                    <a:pt x="399726" y="254768"/>
                  </a:lnTo>
                  <a:lnTo>
                    <a:pt x="399449" y="254945"/>
                  </a:lnTo>
                  <a:lnTo>
                    <a:pt x="399000" y="255292"/>
                  </a:lnTo>
                  <a:lnTo>
                    <a:pt x="398888" y="255772"/>
                  </a:lnTo>
                  <a:lnTo>
                    <a:pt x="399075" y="256055"/>
                  </a:lnTo>
                  <a:lnTo>
                    <a:pt x="399230" y="256095"/>
                  </a:lnTo>
                  <a:lnTo>
                    <a:pt x="399483" y="256378"/>
                  </a:lnTo>
                  <a:lnTo>
                    <a:pt x="399527" y="256745"/>
                  </a:lnTo>
                  <a:lnTo>
                    <a:pt x="399613" y="256890"/>
                  </a:lnTo>
                  <a:lnTo>
                    <a:pt x="399957" y="256887"/>
                  </a:lnTo>
                  <a:lnTo>
                    <a:pt x="400225" y="256371"/>
                  </a:lnTo>
                  <a:lnTo>
                    <a:pt x="400222" y="257039"/>
                  </a:lnTo>
                  <a:lnTo>
                    <a:pt x="400343" y="257371"/>
                  </a:lnTo>
                  <a:lnTo>
                    <a:pt x="400136" y="257423"/>
                  </a:lnTo>
                  <a:lnTo>
                    <a:pt x="399907" y="257418"/>
                  </a:lnTo>
                  <a:lnTo>
                    <a:pt x="399545" y="257700"/>
                  </a:lnTo>
                  <a:lnTo>
                    <a:pt x="399137" y="257968"/>
                  </a:lnTo>
                  <a:lnTo>
                    <a:pt x="398902" y="258036"/>
                  </a:lnTo>
                  <a:lnTo>
                    <a:pt x="398481" y="258111"/>
                  </a:lnTo>
                  <a:lnTo>
                    <a:pt x="398218" y="257919"/>
                  </a:lnTo>
                  <a:lnTo>
                    <a:pt x="398029" y="257832"/>
                  </a:lnTo>
                  <a:lnTo>
                    <a:pt x="397098" y="258056"/>
                  </a:lnTo>
                  <a:lnTo>
                    <a:pt x="396957" y="258990"/>
                  </a:lnTo>
                  <a:lnTo>
                    <a:pt x="396790" y="259106"/>
                  </a:lnTo>
                  <a:lnTo>
                    <a:pt x="396163" y="259252"/>
                  </a:lnTo>
                  <a:lnTo>
                    <a:pt x="395944" y="259339"/>
                  </a:lnTo>
                  <a:lnTo>
                    <a:pt x="395614" y="259801"/>
                  </a:lnTo>
                  <a:lnTo>
                    <a:pt x="395322" y="259712"/>
                  </a:lnTo>
                  <a:lnTo>
                    <a:pt x="395292" y="259416"/>
                  </a:lnTo>
                  <a:lnTo>
                    <a:pt x="395121" y="259345"/>
                  </a:lnTo>
                  <a:lnTo>
                    <a:pt x="394789" y="259387"/>
                  </a:lnTo>
                  <a:lnTo>
                    <a:pt x="394282" y="259676"/>
                  </a:lnTo>
                  <a:lnTo>
                    <a:pt x="393996" y="259636"/>
                  </a:lnTo>
                  <a:lnTo>
                    <a:pt x="393753" y="259538"/>
                  </a:lnTo>
                  <a:lnTo>
                    <a:pt x="393448" y="259413"/>
                  </a:lnTo>
                  <a:lnTo>
                    <a:pt x="393229" y="259373"/>
                  </a:lnTo>
                  <a:lnTo>
                    <a:pt x="392753" y="259286"/>
                  </a:lnTo>
                  <a:lnTo>
                    <a:pt x="392393" y="259205"/>
                  </a:lnTo>
                  <a:lnTo>
                    <a:pt x="392085" y="259088"/>
                  </a:lnTo>
                  <a:lnTo>
                    <a:pt x="391868" y="259174"/>
                  </a:lnTo>
                  <a:lnTo>
                    <a:pt x="391731" y="259212"/>
                  </a:lnTo>
                  <a:lnTo>
                    <a:pt x="391309" y="259215"/>
                  </a:lnTo>
                  <a:lnTo>
                    <a:pt x="390855" y="259146"/>
                  </a:lnTo>
                  <a:lnTo>
                    <a:pt x="390693" y="259121"/>
                  </a:lnTo>
                  <a:lnTo>
                    <a:pt x="390366" y="259024"/>
                  </a:lnTo>
                  <a:lnTo>
                    <a:pt x="390171" y="258810"/>
                  </a:lnTo>
                  <a:lnTo>
                    <a:pt x="390035" y="258740"/>
                  </a:lnTo>
                  <a:lnTo>
                    <a:pt x="389894" y="258668"/>
                  </a:lnTo>
                  <a:lnTo>
                    <a:pt x="389660" y="258655"/>
                  </a:lnTo>
                  <a:lnTo>
                    <a:pt x="389200" y="258840"/>
                  </a:lnTo>
                  <a:lnTo>
                    <a:pt x="388910" y="258936"/>
                  </a:lnTo>
                  <a:lnTo>
                    <a:pt x="388715" y="259000"/>
                  </a:lnTo>
                  <a:lnTo>
                    <a:pt x="388522" y="259064"/>
                  </a:lnTo>
                  <a:lnTo>
                    <a:pt x="387987" y="258916"/>
                  </a:lnTo>
                  <a:lnTo>
                    <a:pt x="388047" y="258776"/>
                  </a:lnTo>
                  <a:lnTo>
                    <a:pt x="388632" y="258103"/>
                  </a:lnTo>
                  <a:lnTo>
                    <a:pt x="388506" y="257688"/>
                  </a:lnTo>
                  <a:lnTo>
                    <a:pt x="388386" y="257539"/>
                  </a:lnTo>
                  <a:lnTo>
                    <a:pt x="388243" y="257403"/>
                  </a:lnTo>
                  <a:lnTo>
                    <a:pt x="388080" y="257277"/>
                  </a:lnTo>
                  <a:lnTo>
                    <a:pt x="388068" y="257027"/>
                  </a:lnTo>
                  <a:lnTo>
                    <a:pt x="388055" y="256744"/>
                  </a:lnTo>
                  <a:lnTo>
                    <a:pt x="388414" y="256395"/>
                  </a:lnTo>
                  <a:lnTo>
                    <a:pt x="388654" y="255981"/>
                  </a:lnTo>
                  <a:lnTo>
                    <a:pt x="388675" y="255694"/>
                  </a:lnTo>
                  <a:lnTo>
                    <a:pt x="388927" y="255690"/>
                  </a:lnTo>
                  <a:lnTo>
                    <a:pt x="389190" y="255716"/>
                  </a:lnTo>
                  <a:lnTo>
                    <a:pt x="389677" y="255801"/>
                  </a:lnTo>
                  <a:lnTo>
                    <a:pt x="389929" y="255789"/>
                  </a:lnTo>
                  <a:lnTo>
                    <a:pt x="390254" y="255684"/>
                  </a:lnTo>
                  <a:lnTo>
                    <a:pt x="390609" y="255789"/>
                  </a:lnTo>
                  <a:lnTo>
                    <a:pt x="391054" y="255824"/>
                  </a:lnTo>
                  <a:lnTo>
                    <a:pt x="391395" y="255623"/>
                  </a:lnTo>
                  <a:lnTo>
                    <a:pt x="391074" y="255768"/>
                  </a:lnTo>
                  <a:lnTo>
                    <a:pt x="390750" y="255749"/>
                  </a:lnTo>
                  <a:lnTo>
                    <a:pt x="389983" y="255599"/>
                  </a:lnTo>
                  <a:lnTo>
                    <a:pt x="389558" y="255607"/>
                  </a:lnTo>
                  <a:lnTo>
                    <a:pt x="388892" y="255502"/>
                  </a:lnTo>
                  <a:lnTo>
                    <a:pt x="388389" y="255153"/>
                  </a:lnTo>
                  <a:lnTo>
                    <a:pt x="388244" y="255153"/>
                  </a:lnTo>
                  <a:lnTo>
                    <a:pt x="388016" y="255604"/>
                  </a:lnTo>
                  <a:lnTo>
                    <a:pt x="387558" y="255402"/>
                  </a:lnTo>
                  <a:lnTo>
                    <a:pt x="387317" y="255297"/>
                  </a:lnTo>
                  <a:lnTo>
                    <a:pt x="386905" y="255078"/>
                  </a:lnTo>
                  <a:lnTo>
                    <a:pt x="386872" y="254866"/>
                  </a:lnTo>
                  <a:lnTo>
                    <a:pt x="386932" y="254721"/>
                  </a:lnTo>
                  <a:lnTo>
                    <a:pt x="386801" y="254088"/>
                  </a:lnTo>
                  <a:lnTo>
                    <a:pt x="386506" y="254233"/>
                  </a:lnTo>
                  <a:lnTo>
                    <a:pt x="386191" y="254068"/>
                  </a:lnTo>
                  <a:lnTo>
                    <a:pt x="386797" y="253285"/>
                  </a:lnTo>
                  <a:lnTo>
                    <a:pt x="387161" y="252617"/>
                  </a:lnTo>
                  <a:lnTo>
                    <a:pt x="387231" y="252466"/>
                  </a:lnTo>
                  <a:lnTo>
                    <a:pt x="387304" y="252307"/>
                  </a:lnTo>
                  <a:lnTo>
                    <a:pt x="387386" y="252121"/>
                  </a:lnTo>
                  <a:lnTo>
                    <a:pt x="387575" y="251694"/>
                  </a:lnTo>
                  <a:lnTo>
                    <a:pt x="387736" y="251331"/>
                  </a:lnTo>
                  <a:lnTo>
                    <a:pt x="387610" y="250880"/>
                  </a:lnTo>
                  <a:lnTo>
                    <a:pt x="387812" y="250543"/>
                  </a:lnTo>
                  <a:lnTo>
                    <a:pt x="388256" y="250407"/>
                  </a:lnTo>
                  <a:lnTo>
                    <a:pt x="388686" y="250459"/>
                  </a:lnTo>
                  <a:lnTo>
                    <a:pt x="388862" y="250223"/>
                  </a:lnTo>
                  <a:lnTo>
                    <a:pt x="388919" y="249895"/>
                  </a:lnTo>
                  <a:lnTo>
                    <a:pt x="389140" y="249607"/>
                  </a:lnTo>
                  <a:lnTo>
                    <a:pt x="389375" y="249334"/>
                  </a:lnTo>
                  <a:lnTo>
                    <a:pt x="389654" y="249067"/>
                  </a:lnTo>
                  <a:lnTo>
                    <a:pt x="390027" y="248784"/>
                  </a:lnTo>
                  <a:lnTo>
                    <a:pt x="389605" y="248988"/>
                  </a:lnTo>
                  <a:lnTo>
                    <a:pt x="389422" y="249149"/>
                  </a:lnTo>
                  <a:lnTo>
                    <a:pt x="389129" y="249336"/>
                  </a:lnTo>
                  <a:lnTo>
                    <a:pt x="389141" y="249179"/>
                  </a:lnTo>
                  <a:lnTo>
                    <a:pt x="389157" y="248971"/>
                  </a:lnTo>
                  <a:lnTo>
                    <a:pt x="389095" y="248805"/>
                  </a:lnTo>
                  <a:lnTo>
                    <a:pt x="389038" y="248655"/>
                  </a:lnTo>
                  <a:lnTo>
                    <a:pt x="388811" y="248299"/>
                  </a:lnTo>
                  <a:lnTo>
                    <a:pt x="388432" y="248076"/>
                  </a:lnTo>
                  <a:lnTo>
                    <a:pt x="388271" y="248163"/>
                  </a:lnTo>
                  <a:lnTo>
                    <a:pt x="388599" y="248230"/>
                  </a:lnTo>
                  <a:lnTo>
                    <a:pt x="388801" y="248525"/>
                  </a:lnTo>
                  <a:lnTo>
                    <a:pt x="388889" y="249188"/>
                  </a:lnTo>
                  <a:lnTo>
                    <a:pt x="388796" y="249335"/>
                  </a:lnTo>
                  <a:lnTo>
                    <a:pt x="388434" y="249656"/>
                  </a:lnTo>
                  <a:lnTo>
                    <a:pt x="388447" y="249918"/>
                  </a:lnTo>
                  <a:lnTo>
                    <a:pt x="387990" y="250033"/>
                  </a:lnTo>
                  <a:lnTo>
                    <a:pt x="387698" y="250082"/>
                  </a:lnTo>
                  <a:lnTo>
                    <a:pt x="387058" y="250324"/>
                  </a:lnTo>
                  <a:lnTo>
                    <a:pt x="386919" y="250446"/>
                  </a:lnTo>
                  <a:lnTo>
                    <a:pt x="386809" y="250939"/>
                  </a:lnTo>
                  <a:lnTo>
                    <a:pt x="386787" y="251232"/>
                  </a:lnTo>
                  <a:lnTo>
                    <a:pt x="386701" y="251697"/>
                  </a:lnTo>
                  <a:lnTo>
                    <a:pt x="386462" y="251777"/>
                  </a:lnTo>
                  <a:lnTo>
                    <a:pt x="386497" y="252442"/>
                  </a:lnTo>
                  <a:lnTo>
                    <a:pt x="386348" y="253244"/>
                  </a:lnTo>
                  <a:lnTo>
                    <a:pt x="385978" y="253484"/>
                  </a:lnTo>
                  <a:lnTo>
                    <a:pt x="385632" y="253355"/>
                  </a:lnTo>
                  <a:lnTo>
                    <a:pt x="384918" y="253117"/>
                  </a:lnTo>
                  <a:lnTo>
                    <a:pt x="384562" y="253157"/>
                  </a:lnTo>
                  <a:lnTo>
                    <a:pt x="384179" y="253254"/>
                  </a:lnTo>
                  <a:lnTo>
                    <a:pt x="383909" y="253452"/>
                  </a:lnTo>
                  <a:lnTo>
                    <a:pt x="383506" y="254178"/>
                  </a:lnTo>
                  <a:lnTo>
                    <a:pt x="383502" y="254386"/>
                  </a:lnTo>
                  <a:lnTo>
                    <a:pt x="383578" y="254582"/>
                  </a:lnTo>
                  <a:lnTo>
                    <a:pt x="383707" y="254840"/>
                  </a:lnTo>
                  <a:lnTo>
                    <a:pt x="383501" y="255000"/>
                  </a:lnTo>
                  <a:lnTo>
                    <a:pt x="383211" y="255027"/>
                  </a:lnTo>
                  <a:lnTo>
                    <a:pt x="382919" y="255085"/>
                  </a:lnTo>
                  <a:lnTo>
                    <a:pt x="382678" y="255169"/>
                  </a:lnTo>
                  <a:lnTo>
                    <a:pt x="382530" y="255221"/>
                  </a:lnTo>
                  <a:lnTo>
                    <a:pt x="381854" y="255475"/>
                  </a:lnTo>
                  <a:lnTo>
                    <a:pt x="381615" y="255595"/>
                  </a:lnTo>
                  <a:lnTo>
                    <a:pt x="381345" y="255845"/>
                  </a:lnTo>
                  <a:lnTo>
                    <a:pt x="381255" y="255996"/>
                  </a:lnTo>
                  <a:lnTo>
                    <a:pt x="380698" y="255596"/>
                  </a:lnTo>
                  <a:lnTo>
                    <a:pt x="380958" y="254962"/>
                  </a:lnTo>
                  <a:lnTo>
                    <a:pt x="380826" y="253968"/>
                  </a:lnTo>
                  <a:lnTo>
                    <a:pt x="380560" y="253571"/>
                  </a:lnTo>
                  <a:lnTo>
                    <a:pt x="380229" y="253389"/>
                  </a:lnTo>
                  <a:lnTo>
                    <a:pt x="380218" y="253152"/>
                  </a:lnTo>
                  <a:lnTo>
                    <a:pt x="380347" y="253099"/>
                  </a:lnTo>
                  <a:lnTo>
                    <a:pt x="380228" y="252536"/>
                  </a:lnTo>
                  <a:lnTo>
                    <a:pt x="379914" y="252432"/>
                  </a:lnTo>
                  <a:lnTo>
                    <a:pt x="379606" y="252392"/>
                  </a:lnTo>
                  <a:lnTo>
                    <a:pt x="379379" y="251960"/>
                  </a:lnTo>
                  <a:lnTo>
                    <a:pt x="379422" y="251682"/>
                  </a:lnTo>
                  <a:lnTo>
                    <a:pt x="379457" y="251453"/>
                  </a:lnTo>
                  <a:lnTo>
                    <a:pt x="379388" y="251209"/>
                  </a:lnTo>
                  <a:lnTo>
                    <a:pt x="379324" y="251418"/>
                  </a:lnTo>
                  <a:lnTo>
                    <a:pt x="379220" y="251753"/>
                  </a:lnTo>
                  <a:lnTo>
                    <a:pt x="379191" y="252035"/>
                  </a:lnTo>
                  <a:lnTo>
                    <a:pt x="379320" y="252301"/>
                  </a:lnTo>
                  <a:lnTo>
                    <a:pt x="379433" y="252621"/>
                  </a:lnTo>
                  <a:lnTo>
                    <a:pt x="378283" y="252710"/>
                  </a:lnTo>
                  <a:lnTo>
                    <a:pt x="378137" y="252441"/>
                  </a:lnTo>
                  <a:lnTo>
                    <a:pt x="377861" y="252139"/>
                  </a:lnTo>
                  <a:lnTo>
                    <a:pt x="377623" y="251995"/>
                  </a:lnTo>
                  <a:lnTo>
                    <a:pt x="377091" y="251836"/>
                  </a:lnTo>
                  <a:lnTo>
                    <a:pt x="376949" y="251791"/>
                  </a:lnTo>
                  <a:lnTo>
                    <a:pt x="376931" y="251650"/>
                  </a:lnTo>
                  <a:lnTo>
                    <a:pt x="376753" y="251532"/>
                  </a:lnTo>
                  <a:lnTo>
                    <a:pt x="376880" y="251963"/>
                  </a:lnTo>
                  <a:lnTo>
                    <a:pt x="377282" y="252047"/>
                  </a:lnTo>
                  <a:lnTo>
                    <a:pt x="377687" y="252315"/>
                  </a:lnTo>
                  <a:lnTo>
                    <a:pt x="377931" y="252499"/>
                  </a:lnTo>
                  <a:lnTo>
                    <a:pt x="377848" y="252845"/>
                  </a:lnTo>
                  <a:lnTo>
                    <a:pt x="377479" y="252865"/>
                  </a:lnTo>
                  <a:lnTo>
                    <a:pt x="377616" y="252893"/>
                  </a:lnTo>
                  <a:lnTo>
                    <a:pt x="378068" y="253183"/>
                  </a:lnTo>
                  <a:lnTo>
                    <a:pt x="377706" y="253654"/>
                  </a:lnTo>
                  <a:lnTo>
                    <a:pt x="377557" y="253723"/>
                  </a:lnTo>
                  <a:lnTo>
                    <a:pt x="377244" y="253869"/>
                  </a:lnTo>
                  <a:lnTo>
                    <a:pt x="376594" y="254024"/>
                  </a:lnTo>
                  <a:lnTo>
                    <a:pt x="375879" y="254195"/>
                  </a:lnTo>
                  <a:lnTo>
                    <a:pt x="375340" y="254370"/>
                  </a:lnTo>
                  <a:lnTo>
                    <a:pt x="374901" y="254553"/>
                  </a:lnTo>
                  <a:lnTo>
                    <a:pt x="374615" y="254673"/>
                  </a:lnTo>
                  <a:lnTo>
                    <a:pt x="374307" y="254749"/>
                  </a:lnTo>
                  <a:lnTo>
                    <a:pt x="374130" y="254793"/>
                  </a:lnTo>
                  <a:lnTo>
                    <a:pt x="373838" y="254888"/>
                  </a:lnTo>
                  <a:lnTo>
                    <a:pt x="373333" y="255052"/>
                  </a:lnTo>
                  <a:lnTo>
                    <a:pt x="373076" y="255135"/>
                  </a:lnTo>
                  <a:lnTo>
                    <a:pt x="372618" y="255267"/>
                  </a:lnTo>
                  <a:lnTo>
                    <a:pt x="372174" y="255634"/>
                  </a:lnTo>
                  <a:lnTo>
                    <a:pt x="371934" y="255685"/>
                  </a:lnTo>
                  <a:lnTo>
                    <a:pt x="371661" y="255743"/>
                  </a:lnTo>
                  <a:lnTo>
                    <a:pt x="371389" y="255801"/>
                  </a:lnTo>
                  <a:lnTo>
                    <a:pt x="371028" y="255927"/>
                  </a:lnTo>
                  <a:lnTo>
                    <a:pt x="370888" y="255976"/>
                  </a:lnTo>
                  <a:lnTo>
                    <a:pt x="370581" y="256111"/>
                  </a:lnTo>
                  <a:lnTo>
                    <a:pt x="370152" y="256373"/>
                  </a:lnTo>
                  <a:lnTo>
                    <a:pt x="369799" y="256439"/>
                  </a:lnTo>
                  <a:lnTo>
                    <a:pt x="369430" y="256536"/>
                  </a:lnTo>
                  <a:lnTo>
                    <a:pt x="368828" y="256761"/>
                  </a:lnTo>
                  <a:lnTo>
                    <a:pt x="368001" y="257242"/>
                  </a:lnTo>
                  <a:lnTo>
                    <a:pt x="367702" y="257766"/>
                  </a:lnTo>
                  <a:lnTo>
                    <a:pt x="367572" y="258012"/>
                  </a:lnTo>
                  <a:lnTo>
                    <a:pt x="367723" y="258642"/>
                  </a:lnTo>
                  <a:lnTo>
                    <a:pt x="367719" y="258845"/>
                  </a:lnTo>
                  <a:lnTo>
                    <a:pt x="367505" y="259128"/>
                  </a:lnTo>
                  <a:lnTo>
                    <a:pt x="366653" y="259498"/>
                  </a:lnTo>
                  <a:lnTo>
                    <a:pt x="366502" y="259916"/>
                  </a:lnTo>
                  <a:lnTo>
                    <a:pt x="366233" y="260027"/>
                  </a:lnTo>
                  <a:lnTo>
                    <a:pt x="366170" y="259731"/>
                  </a:lnTo>
                  <a:lnTo>
                    <a:pt x="365965" y="259723"/>
                  </a:lnTo>
                  <a:lnTo>
                    <a:pt x="365797" y="259764"/>
                  </a:lnTo>
                  <a:lnTo>
                    <a:pt x="365630" y="259805"/>
                  </a:lnTo>
                  <a:lnTo>
                    <a:pt x="365445" y="259934"/>
                  </a:lnTo>
                  <a:lnTo>
                    <a:pt x="365189" y="260155"/>
                  </a:lnTo>
                  <a:lnTo>
                    <a:pt x="365045" y="260159"/>
                  </a:lnTo>
                  <a:lnTo>
                    <a:pt x="364413" y="260098"/>
                  </a:lnTo>
                  <a:lnTo>
                    <a:pt x="364106" y="260150"/>
                  </a:lnTo>
                  <a:lnTo>
                    <a:pt x="363846" y="260194"/>
                  </a:lnTo>
                  <a:lnTo>
                    <a:pt x="363348" y="260326"/>
                  </a:lnTo>
                  <a:lnTo>
                    <a:pt x="363165" y="260414"/>
                  </a:lnTo>
                  <a:lnTo>
                    <a:pt x="362318" y="260820"/>
                  </a:lnTo>
                  <a:lnTo>
                    <a:pt x="362077" y="260984"/>
                  </a:lnTo>
                  <a:lnTo>
                    <a:pt x="361893" y="261191"/>
                  </a:lnTo>
                  <a:lnTo>
                    <a:pt x="361796" y="261021"/>
                  </a:lnTo>
                  <a:lnTo>
                    <a:pt x="361756" y="260846"/>
                  </a:lnTo>
                  <a:lnTo>
                    <a:pt x="361741" y="260497"/>
                  </a:lnTo>
                  <a:lnTo>
                    <a:pt x="362031" y="260331"/>
                  </a:lnTo>
                  <a:lnTo>
                    <a:pt x="362212" y="260266"/>
                  </a:lnTo>
                  <a:lnTo>
                    <a:pt x="362444" y="260207"/>
                  </a:lnTo>
                  <a:lnTo>
                    <a:pt x="362586" y="260171"/>
                  </a:lnTo>
                  <a:lnTo>
                    <a:pt x="362954" y="259833"/>
                  </a:lnTo>
                  <a:lnTo>
                    <a:pt x="362614" y="259920"/>
                  </a:lnTo>
                  <a:lnTo>
                    <a:pt x="362381" y="259893"/>
                  </a:lnTo>
                  <a:lnTo>
                    <a:pt x="362103" y="259903"/>
                  </a:lnTo>
                  <a:lnTo>
                    <a:pt x="361871" y="260047"/>
                  </a:lnTo>
                  <a:lnTo>
                    <a:pt x="361600" y="260215"/>
                  </a:lnTo>
                  <a:lnTo>
                    <a:pt x="361491" y="260565"/>
                  </a:lnTo>
                  <a:lnTo>
                    <a:pt x="361503" y="260719"/>
                  </a:lnTo>
                  <a:lnTo>
                    <a:pt x="361516" y="260890"/>
                  </a:lnTo>
                  <a:lnTo>
                    <a:pt x="361561" y="261471"/>
                  </a:lnTo>
                  <a:lnTo>
                    <a:pt x="361515" y="261754"/>
                  </a:lnTo>
                  <a:lnTo>
                    <a:pt x="361533" y="261955"/>
                  </a:lnTo>
                  <a:lnTo>
                    <a:pt x="361566" y="262337"/>
                  </a:lnTo>
                  <a:lnTo>
                    <a:pt x="361747" y="262834"/>
                  </a:lnTo>
                  <a:lnTo>
                    <a:pt x="361594" y="263246"/>
                  </a:lnTo>
                  <a:lnTo>
                    <a:pt x="361932" y="263550"/>
                  </a:lnTo>
                  <a:lnTo>
                    <a:pt x="362143" y="263769"/>
                  </a:lnTo>
                  <a:lnTo>
                    <a:pt x="362164" y="264001"/>
                  </a:lnTo>
                  <a:lnTo>
                    <a:pt x="362155" y="264259"/>
                  </a:lnTo>
                  <a:lnTo>
                    <a:pt x="362380" y="264614"/>
                  </a:lnTo>
                  <a:lnTo>
                    <a:pt x="362542" y="264870"/>
                  </a:lnTo>
                  <a:lnTo>
                    <a:pt x="362392" y="264894"/>
                  </a:lnTo>
                  <a:lnTo>
                    <a:pt x="361803" y="264987"/>
                  </a:lnTo>
                  <a:lnTo>
                    <a:pt x="361577" y="264843"/>
                  </a:lnTo>
                  <a:lnTo>
                    <a:pt x="361018" y="264693"/>
                  </a:lnTo>
                  <a:lnTo>
                    <a:pt x="360629" y="264568"/>
                  </a:lnTo>
                  <a:lnTo>
                    <a:pt x="360496" y="264496"/>
                  </a:lnTo>
                  <a:lnTo>
                    <a:pt x="360483" y="264368"/>
                  </a:lnTo>
                  <a:lnTo>
                    <a:pt x="360413" y="263719"/>
                  </a:lnTo>
                  <a:lnTo>
                    <a:pt x="360447" y="263288"/>
                  </a:lnTo>
                  <a:lnTo>
                    <a:pt x="360116" y="263276"/>
                  </a:lnTo>
                  <a:lnTo>
                    <a:pt x="359921" y="263302"/>
                  </a:lnTo>
                  <a:lnTo>
                    <a:pt x="359738" y="263428"/>
                  </a:lnTo>
                  <a:lnTo>
                    <a:pt x="359550" y="263654"/>
                  </a:lnTo>
                  <a:lnTo>
                    <a:pt x="359381" y="263518"/>
                  </a:lnTo>
                  <a:lnTo>
                    <a:pt x="359367" y="263339"/>
                  </a:lnTo>
                  <a:lnTo>
                    <a:pt x="359236" y="263281"/>
                  </a:lnTo>
                  <a:lnTo>
                    <a:pt x="358736" y="263253"/>
                  </a:lnTo>
                  <a:lnTo>
                    <a:pt x="358393" y="263316"/>
                  </a:lnTo>
                  <a:lnTo>
                    <a:pt x="358123" y="263438"/>
                  </a:lnTo>
                  <a:lnTo>
                    <a:pt x="358468" y="263721"/>
                  </a:lnTo>
                  <a:lnTo>
                    <a:pt x="358733" y="263988"/>
                  </a:lnTo>
                  <a:lnTo>
                    <a:pt x="359041" y="264551"/>
                  </a:lnTo>
                  <a:lnTo>
                    <a:pt x="359021" y="264871"/>
                  </a:lnTo>
                  <a:lnTo>
                    <a:pt x="358825" y="265065"/>
                  </a:lnTo>
                  <a:lnTo>
                    <a:pt x="358589" y="265098"/>
                  </a:lnTo>
                  <a:lnTo>
                    <a:pt x="358459" y="265091"/>
                  </a:lnTo>
                  <a:lnTo>
                    <a:pt x="358002" y="265010"/>
                  </a:lnTo>
                  <a:lnTo>
                    <a:pt x="357772" y="264863"/>
                  </a:lnTo>
                  <a:lnTo>
                    <a:pt x="357893" y="264703"/>
                  </a:lnTo>
                  <a:lnTo>
                    <a:pt x="358022" y="264092"/>
                  </a:lnTo>
                  <a:lnTo>
                    <a:pt x="357399" y="263979"/>
                  </a:lnTo>
                  <a:lnTo>
                    <a:pt x="357026" y="263945"/>
                  </a:lnTo>
                  <a:lnTo>
                    <a:pt x="356431" y="263475"/>
                  </a:lnTo>
                  <a:lnTo>
                    <a:pt x="356140" y="263600"/>
                  </a:lnTo>
                  <a:lnTo>
                    <a:pt x="355816" y="263460"/>
                  </a:lnTo>
                  <a:lnTo>
                    <a:pt x="355844" y="263027"/>
                  </a:lnTo>
                  <a:lnTo>
                    <a:pt x="355604" y="262910"/>
                  </a:lnTo>
                  <a:lnTo>
                    <a:pt x="355071" y="262977"/>
                  </a:lnTo>
                  <a:lnTo>
                    <a:pt x="354885" y="262879"/>
                  </a:lnTo>
                  <a:lnTo>
                    <a:pt x="354830" y="262450"/>
                  </a:lnTo>
                  <a:lnTo>
                    <a:pt x="355334" y="262061"/>
                  </a:lnTo>
                  <a:lnTo>
                    <a:pt x="355535" y="262000"/>
                  </a:lnTo>
                  <a:lnTo>
                    <a:pt x="355802" y="261919"/>
                  </a:lnTo>
                  <a:lnTo>
                    <a:pt x="356171" y="261797"/>
                  </a:lnTo>
                  <a:lnTo>
                    <a:pt x="356319" y="261711"/>
                  </a:lnTo>
                  <a:lnTo>
                    <a:pt x="356958" y="261324"/>
                  </a:lnTo>
                  <a:lnTo>
                    <a:pt x="357323" y="261301"/>
                  </a:lnTo>
                  <a:lnTo>
                    <a:pt x="357577" y="261408"/>
                  </a:lnTo>
                  <a:lnTo>
                    <a:pt x="358021" y="261407"/>
                  </a:lnTo>
                  <a:lnTo>
                    <a:pt x="358225" y="261220"/>
                  </a:lnTo>
                  <a:lnTo>
                    <a:pt x="358077" y="261059"/>
                  </a:lnTo>
                  <a:lnTo>
                    <a:pt x="358034" y="260914"/>
                  </a:lnTo>
                  <a:lnTo>
                    <a:pt x="358463" y="260528"/>
                  </a:lnTo>
                  <a:lnTo>
                    <a:pt x="358623" y="260461"/>
                  </a:lnTo>
                  <a:lnTo>
                    <a:pt x="358772" y="260398"/>
                  </a:lnTo>
                  <a:lnTo>
                    <a:pt x="358909" y="260341"/>
                  </a:lnTo>
                  <a:lnTo>
                    <a:pt x="359312" y="259996"/>
                  </a:lnTo>
                  <a:lnTo>
                    <a:pt x="359310" y="259409"/>
                  </a:lnTo>
                  <a:lnTo>
                    <a:pt x="359309" y="259229"/>
                  </a:lnTo>
                  <a:lnTo>
                    <a:pt x="359960" y="258865"/>
                  </a:lnTo>
                  <a:lnTo>
                    <a:pt x="360442" y="258838"/>
                  </a:lnTo>
                  <a:lnTo>
                    <a:pt x="360620" y="259115"/>
                  </a:lnTo>
                  <a:lnTo>
                    <a:pt x="360970" y="258975"/>
                  </a:lnTo>
                  <a:lnTo>
                    <a:pt x="361178" y="258818"/>
                  </a:lnTo>
                  <a:lnTo>
                    <a:pt x="360931" y="258945"/>
                  </a:lnTo>
                  <a:lnTo>
                    <a:pt x="360750" y="259001"/>
                  </a:lnTo>
                  <a:lnTo>
                    <a:pt x="360609" y="258997"/>
                  </a:lnTo>
                  <a:lnTo>
                    <a:pt x="360324" y="258683"/>
                  </a:lnTo>
                  <a:lnTo>
                    <a:pt x="359926" y="258785"/>
                  </a:lnTo>
                  <a:lnTo>
                    <a:pt x="359127" y="259093"/>
                  </a:lnTo>
                  <a:lnTo>
                    <a:pt x="358458" y="259423"/>
                  </a:lnTo>
                  <a:lnTo>
                    <a:pt x="358486" y="259616"/>
                  </a:lnTo>
                  <a:lnTo>
                    <a:pt x="357912" y="259845"/>
                  </a:lnTo>
                  <a:lnTo>
                    <a:pt x="357391" y="260053"/>
                  </a:lnTo>
                  <a:lnTo>
                    <a:pt x="357238" y="260115"/>
                  </a:lnTo>
                  <a:lnTo>
                    <a:pt x="357047" y="260191"/>
                  </a:lnTo>
                  <a:lnTo>
                    <a:pt x="356688" y="260415"/>
                  </a:lnTo>
                  <a:lnTo>
                    <a:pt x="356360" y="261045"/>
                  </a:lnTo>
                  <a:lnTo>
                    <a:pt x="356059" y="261132"/>
                  </a:lnTo>
                  <a:lnTo>
                    <a:pt x="355885" y="261182"/>
                  </a:lnTo>
                  <a:lnTo>
                    <a:pt x="355560" y="261376"/>
                  </a:lnTo>
                  <a:lnTo>
                    <a:pt x="355363" y="261529"/>
                  </a:lnTo>
                  <a:lnTo>
                    <a:pt x="355457" y="261681"/>
                  </a:lnTo>
                  <a:lnTo>
                    <a:pt x="355026" y="261799"/>
                  </a:lnTo>
                  <a:lnTo>
                    <a:pt x="355094" y="261441"/>
                  </a:lnTo>
                  <a:lnTo>
                    <a:pt x="355153" y="261251"/>
                  </a:lnTo>
                  <a:lnTo>
                    <a:pt x="355165" y="261106"/>
                  </a:lnTo>
                  <a:lnTo>
                    <a:pt x="355154" y="260896"/>
                  </a:lnTo>
                  <a:lnTo>
                    <a:pt x="355130" y="260444"/>
                  </a:lnTo>
                  <a:lnTo>
                    <a:pt x="354968" y="260274"/>
                  </a:lnTo>
                  <a:lnTo>
                    <a:pt x="354718" y="260197"/>
                  </a:lnTo>
                  <a:lnTo>
                    <a:pt x="354500" y="260184"/>
                  </a:lnTo>
                  <a:lnTo>
                    <a:pt x="354142" y="260438"/>
                  </a:lnTo>
                  <a:lnTo>
                    <a:pt x="354397" y="260758"/>
                  </a:lnTo>
                  <a:lnTo>
                    <a:pt x="354617" y="261168"/>
                  </a:lnTo>
                  <a:lnTo>
                    <a:pt x="354446" y="261518"/>
                  </a:lnTo>
                  <a:lnTo>
                    <a:pt x="354381" y="261652"/>
                  </a:lnTo>
                  <a:lnTo>
                    <a:pt x="354217" y="262280"/>
                  </a:lnTo>
                  <a:lnTo>
                    <a:pt x="354289" y="262505"/>
                  </a:lnTo>
                  <a:lnTo>
                    <a:pt x="354332" y="262637"/>
                  </a:lnTo>
                  <a:lnTo>
                    <a:pt x="354448" y="262996"/>
                  </a:lnTo>
                  <a:lnTo>
                    <a:pt x="354282" y="263031"/>
                  </a:lnTo>
                  <a:lnTo>
                    <a:pt x="354079" y="263074"/>
                  </a:lnTo>
                  <a:lnTo>
                    <a:pt x="353864" y="263157"/>
                  </a:lnTo>
                  <a:lnTo>
                    <a:pt x="353645" y="263494"/>
                  </a:lnTo>
                  <a:lnTo>
                    <a:pt x="353514" y="263804"/>
                  </a:lnTo>
                  <a:lnTo>
                    <a:pt x="353192" y="263847"/>
                  </a:lnTo>
                  <a:lnTo>
                    <a:pt x="352892" y="263829"/>
                  </a:lnTo>
                  <a:lnTo>
                    <a:pt x="352464" y="263906"/>
                  </a:lnTo>
                  <a:lnTo>
                    <a:pt x="352219" y="263950"/>
                  </a:lnTo>
                  <a:lnTo>
                    <a:pt x="352067" y="263692"/>
                  </a:lnTo>
                  <a:lnTo>
                    <a:pt x="351659" y="263566"/>
                  </a:lnTo>
                  <a:lnTo>
                    <a:pt x="351431" y="263554"/>
                  </a:lnTo>
                  <a:lnTo>
                    <a:pt x="351283" y="263589"/>
                  </a:lnTo>
                  <a:lnTo>
                    <a:pt x="351065" y="263703"/>
                  </a:lnTo>
                  <a:lnTo>
                    <a:pt x="350908" y="263812"/>
                  </a:lnTo>
                  <a:lnTo>
                    <a:pt x="350358" y="264297"/>
                  </a:lnTo>
                  <a:lnTo>
                    <a:pt x="349960" y="264749"/>
                  </a:lnTo>
                  <a:lnTo>
                    <a:pt x="349885" y="264963"/>
                  </a:lnTo>
                  <a:lnTo>
                    <a:pt x="349815" y="265285"/>
                  </a:lnTo>
                  <a:lnTo>
                    <a:pt x="349819" y="265463"/>
                  </a:lnTo>
                  <a:lnTo>
                    <a:pt x="349903" y="265784"/>
                  </a:lnTo>
                  <a:lnTo>
                    <a:pt x="350123" y="265912"/>
                  </a:lnTo>
                  <a:lnTo>
                    <a:pt x="350351" y="265731"/>
                  </a:lnTo>
                  <a:lnTo>
                    <a:pt x="350789" y="266017"/>
                  </a:lnTo>
                  <a:lnTo>
                    <a:pt x="350973" y="266247"/>
                  </a:lnTo>
                  <a:lnTo>
                    <a:pt x="350617" y="266596"/>
                  </a:lnTo>
                  <a:lnTo>
                    <a:pt x="349777" y="266708"/>
                  </a:lnTo>
                  <a:lnTo>
                    <a:pt x="349609" y="266423"/>
                  </a:lnTo>
                  <a:lnTo>
                    <a:pt x="349535" y="266296"/>
                  </a:lnTo>
                  <a:lnTo>
                    <a:pt x="349669" y="266197"/>
                  </a:lnTo>
                  <a:lnTo>
                    <a:pt x="349432" y="266032"/>
                  </a:lnTo>
                  <a:lnTo>
                    <a:pt x="349136" y="265869"/>
                  </a:lnTo>
                  <a:lnTo>
                    <a:pt x="348902" y="265830"/>
                  </a:lnTo>
                  <a:lnTo>
                    <a:pt x="348587" y="265776"/>
                  </a:lnTo>
                  <a:lnTo>
                    <a:pt x="348086" y="265786"/>
                  </a:lnTo>
                  <a:lnTo>
                    <a:pt x="347710" y="265857"/>
                  </a:lnTo>
                  <a:lnTo>
                    <a:pt x="347298" y="265999"/>
                  </a:lnTo>
                  <a:lnTo>
                    <a:pt x="347084" y="266111"/>
                  </a:lnTo>
                  <a:lnTo>
                    <a:pt x="346867" y="266260"/>
                  </a:lnTo>
                  <a:lnTo>
                    <a:pt x="346714" y="266217"/>
                  </a:lnTo>
                  <a:lnTo>
                    <a:pt x="346413" y="266135"/>
                  </a:lnTo>
                  <a:lnTo>
                    <a:pt x="346065" y="266169"/>
                  </a:lnTo>
                  <a:lnTo>
                    <a:pt x="345402" y="266386"/>
                  </a:lnTo>
                  <a:lnTo>
                    <a:pt x="345017" y="266544"/>
                  </a:lnTo>
                  <a:lnTo>
                    <a:pt x="344471" y="266810"/>
                  </a:lnTo>
                  <a:lnTo>
                    <a:pt x="343882" y="267122"/>
                  </a:lnTo>
                  <a:lnTo>
                    <a:pt x="343675" y="267253"/>
                  </a:lnTo>
                  <a:lnTo>
                    <a:pt x="343648" y="268427"/>
                  </a:lnTo>
                  <a:lnTo>
                    <a:pt x="343238" y="268498"/>
                  </a:lnTo>
                  <a:lnTo>
                    <a:pt x="343282" y="268063"/>
                  </a:lnTo>
                  <a:lnTo>
                    <a:pt x="343327" y="267745"/>
                  </a:lnTo>
                  <a:lnTo>
                    <a:pt x="343242" y="267237"/>
                  </a:lnTo>
                  <a:lnTo>
                    <a:pt x="343001" y="267162"/>
                  </a:lnTo>
                  <a:lnTo>
                    <a:pt x="342615" y="267143"/>
                  </a:lnTo>
                  <a:lnTo>
                    <a:pt x="342369" y="267179"/>
                  </a:lnTo>
                  <a:lnTo>
                    <a:pt x="341943" y="267282"/>
                  </a:lnTo>
                  <a:lnTo>
                    <a:pt x="341527" y="267443"/>
                  </a:lnTo>
                  <a:lnTo>
                    <a:pt x="341274" y="267563"/>
                  </a:lnTo>
                  <a:lnTo>
                    <a:pt x="340836" y="267771"/>
                  </a:lnTo>
                  <a:lnTo>
                    <a:pt x="340396" y="268068"/>
                  </a:lnTo>
                  <a:lnTo>
                    <a:pt x="340181" y="268141"/>
                  </a:lnTo>
                  <a:lnTo>
                    <a:pt x="339673" y="268349"/>
                  </a:lnTo>
                  <a:lnTo>
                    <a:pt x="339156" y="268612"/>
                  </a:lnTo>
                  <a:lnTo>
                    <a:pt x="338767" y="268846"/>
                  </a:lnTo>
                  <a:lnTo>
                    <a:pt x="338188" y="269236"/>
                  </a:lnTo>
                  <a:lnTo>
                    <a:pt x="337458" y="269810"/>
                  </a:lnTo>
                  <a:lnTo>
                    <a:pt x="337283" y="269993"/>
                  </a:lnTo>
                  <a:lnTo>
                    <a:pt x="337163" y="270144"/>
                  </a:lnTo>
                  <a:lnTo>
                    <a:pt x="336947" y="270419"/>
                  </a:lnTo>
                  <a:lnTo>
                    <a:pt x="336749" y="270634"/>
                  </a:lnTo>
                  <a:lnTo>
                    <a:pt x="336487" y="270692"/>
                  </a:lnTo>
                  <a:lnTo>
                    <a:pt x="336313" y="270838"/>
                  </a:lnTo>
                  <a:lnTo>
                    <a:pt x="336165" y="270961"/>
                  </a:lnTo>
                  <a:lnTo>
                    <a:pt x="335884" y="271107"/>
                  </a:lnTo>
                  <a:lnTo>
                    <a:pt x="335661" y="271115"/>
                  </a:lnTo>
                  <a:lnTo>
                    <a:pt x="335448" y="271181"/>
                  </a:lnTo>
                  <a:lnTo>
                    <a:pt x="335297" y="271273"/>
                  </a:lnTo>
                  <a:lnTo>
                    <a:pt x="335054" y="271359"/>
                  </a:lnTo>
                  <a:lnTo>
                    <a:pt x="334850" y="271381"/>
                  </a:lnTo>
                  <a:lnTo>
                    <a:pt x="334483" y="271264"/>
                  </a:lnTo>
                  <a:lnTo>
                    <a:pt x="334555" y="270929"/>
                  </a:lnTo>
                  <a:lnTo>
                    <a:pt x="334628" y="270592"/>
                  </a:lnTo>
                  <a:lnTo>
                    <a:pt x="334608" y="270381"/>
                  </a:lnTo>
                  <a:lnTo>
                    <a:pt x="334393" y="270314"/>
                  </a:lnTo>
                  <a:lnTo>
                    <a:pt x="334238" y="270803"/>
                  </a:lnTo>
                  <a:lnTo>
                    <a:pt x="334064" y="271467"/>
                  </a:lnTo>
                  <a:lnTo>
                    <a:pt x="334027" y="271686"/>
                  </a:lnTo>
                  <a:lnTo>
                    <a:pt x="334000" y="272097"/>
                  </a:lnTo>
                  <a:lnTo>
                    <a:pt x="333996" y="272333"/>
                  </a:lnTo>
                  <a:lnTo>
                    <a:pt x="333652" y="272795"/>
                  </a:lnTo>
                  <a:lnTo>
                    <a:pt x="333347" y="272888"/>
                  </a:lnTo>
                  <a:lnTo>
                    <a:pt x="333059" y="273140"/>
                  </a:lnTo>
                  <a:lnTo>
                    <a:pt x="332649" y="273278"/>
                  </a:lnTo>
                  <a:lnTo>
                    <a:pt x="332371" y="273107"/>
                  </a:lnTo>
                  <a:lnTo>
                    <a:pt x="331646" y="273427"/>
                  </a:lnTo>
                  <a:lnTo>
                    <a:pt x="331135" y="273487"/>
                  </a:lnTo>
                  <a:lnTo>
                    <a:pt x="330831" y="273495"/>
                  </a:lnTo>
                  <a:lnTo>
                    <a:pt x="330688" y="273500"/>
                  </a:lnTo>
                  <a:lnTo>
                    <a:pt x="330538" y="273403"/>
                  </a:lnTo>
                  <a:lnTo>
                    <a:pt x="330367" y="273293"/>
                  </a:lnTo>
                  <a:lnTo>
                    <a:pt x="329988" y="273014"/>
                  </a:lnTo>
                  <a:lnTo>
                    <a:pt x="329813" y="273465"/>
                  </a:lnTo>
                  <a:lnTo>
                    <a:pt x="329584" y="273352"/>
                  </a:lnTo>
                  <a:lnTo>
                    <a:pt x="329568" y="272975"/>
                  </a:lnTo>
                  <a:lnTo>
                    <a:pt x="329253" y="272898"/>
                  </a:lnTo>
                  <a:lnTo>
                    <a:pt x="329082" y="272854"/>
                  </a:lnTo>
                  <a:lnTo>
                    <a:pt x="328742" y="272718"/>
                  </a:lnTo>
                  <a:lnTo>
                    <a:pt x="328728" y="272470"/>
                  </a:lnTo>
                  <a:lnTo>
                    <a:pt x="328721" y="272335"/>
                  </a:lnTo>
                  <a:lnTo>
                    <a:pt x="328706" y="272045"/>
                  </a:lnTo>
                  <a:lnTo>
                    <a:pt x="328734" y="271815"/>
                  </a:lnTo>
                  <a:lnTo>
                    <a:pt x="328796" y="271570"/>
                  </a:lnTo>
                  <a:lnTo>
                    <a:pt x="328909" y="271238"/>
                  </a:lnTo>
                  <a:lnTo>
                    <a:pt x="329257" y="270810"/>
                  </a:lnTo>
                  <a:lnTo>
                    <a:pt x="329518" y="270643"/>
                  </a:lnTo>
                  <a:lnTo>
                    <a:pt x="329208" y="270618"/>
                  </a:lnTo>
                  <a:lnTo>
                    <a:pt x="328756" y="271084"/>
                  </a:lnTo>
                  <a:lnTo>
                    <a:pt x="328611" y="271276"/>
                  </a:lnTo>
                  <a:lnTo>
                    <a:pt x="328422" y="271394"/>
                  </a:lnTo>
                  <a:lnTo>
                    <a:pt x="327987" y="270779"/>
                  </a:lnTo>
                  <a:lnTo>
                    <a:pt x="327846" y="270809"/>
                  </a:lnTo>
                  <a:lnTo>
                    <a:pt x="327652" y="270811"/>
                  </a:lnTo>
                  <a:lnTo>
                    <a:pt x="327287" y="270609"/>
                  </a:lnTo>
                  <a:lnTo>
                    <a:pt x="327324" y="270287"/>
                  </a:lnTo>
                  <a:lnTo>
                    <a:pt x="327288" y="269910"/>
                  </a:lnTo>
                  <a:lnTo>
                    <a:pt x="327208" y="269539"/>
                  </a:lnTo>
                  <a:lnTo>
                    <a:pt x="327030" y="269134"/>
                  </a:lnTo>
                  <a:lnTo>
                    <a:pt x="327066" y="269544"/>
                  </a:lnTo>
                  <a:lnTo>
                    <a:pt x="327078" y="269680"/>
                  </a:lnTo>
                  <a:lnTo>
                    <a:pt x="327101" y="269942"/>
                  </a:lnTo>
                  <a:lnTo>
                    <a:pt x="327116" y="270214"/>
                  </a:lnTo>
                  <a:lnTo>
                    <a:pt x="327102" y="270371"/>
                  </a:lnTo>
                  <a:lnTo>
                    <a:pt x="327000" y="270701"/>
                  </a:lnTo>
                  <a:lnTo>
                    <a:pt x="326825" y="270978"/>
                  </a:lnTo>
                  <a:lnTo>
                    <a:pt x="326559" y="270836"/>
                  </a:lnTo>
                  <a:lnTo>
                    <a:pt x="326534" y="270702"/>
                  </a:lnTo>
                  <a:lnTo>
                    <a:pt x="326401" y="270381"/>
                  </a:lnTo>
                  <a:lnTo>
                    <a:pt x="326202" y="270120"/>
                  </a:lnTo>
                  <a:lnTo>
                    <a:pt x="326131" y="269956"/>
                  </a:lnTo>
                  <a:lnTo>
                    <a:pt x="325758" y="269326"/>
                  </a:lnTo>
                  <a:lnTo>
                    <a:pt x="325250" y="269494"/>
                  </a:lnTo>
                  <a:lnTo>
                    <a:pt x="325668" y="270304"/>
                  </a:lnTo>
                  <a:lnTo>
                    <a:pt x="325905" y="270712"/>
                  </a:lnTo>
                  <a:lnTo>
                    <a:pt x="325744" y="270732"/>
                  </a:lnTo>
                  <a:lnTo>
                    <a:pt x="325460" y="270767"/>
                  </a:lnTo>
                  <a:lnTo>
                    <a:pt x="325184" y="270941"/>
                  </a:lnTo>
                  <a:lnTo>
                    <a:pt x="324941" y="271021"/>
                  </a:lnTo>
                  <a:lnTo>
                    <a:pt x="324687" y="271105"/>
                  </a:lnTo>
                  <a:lnTo>
                    <a:pt x="324533" y="271156"/>
                  </a:lnTo>
                  <a:lnTo>
                    <a:pt x="324503" y="271467"/>
                  </a:lnTo>
                  <a:lnTo>
                    <a:pt x="324002" y="271611"/>
                  </a:lnTo>
                  <a:lnTo>
                    <a:pt x="323742" y="271717"/>
                  </a:lnTo>
                  <a:lnTo>
                    <a:pt x="323464" y="271862"/>
                  </a:lnTo>
                  <a:lnTo>
                    <a:pt x="323207" y="271890"/>
                  </a:lnTo>
                  <a:lnTo>
                    <a:pt x="322900" y="271787"/>
                  </a:lnTo>
                  <a:lnTo>
                    <a:pt x="322562" y="271627"/>
                  </a:lnTo>
                  <a:lnTo>
                    <a:pt x="322380" y="271060"/>
                  </a:lnTo>
                  <a:lnTo>
                    <a:pt x="322188" y="270919"/>
                  </a:lnTo>
                  <a:lnTo>
                    <a:pt x="321725" y="270921"/>
                  </a:lnTo>
                  <a:lnTo>
                    <a:pt x="321959" y="270998"/>
                  </a:lnTo>
                  <a:lnTo>
                    <a:pt x="322250" y="271120"/>
                  </a:lnTo>
                  <a:lnTo>
                    <a:pt x="322273" y="271461"/>
                  </a:lnTo>
                  <a:lnTo>
                    <a:pt x="322391" y="271770"/>
                  </a:lnTo>
                  <a:lnTo>
                    <a:pt x="322949" y="272258"/>
                  </a:lnTo>
                  <a:lnTo>
                    <a:pt x="322786" y="272681"/>
                  </a:lnTo>
                  <a:lnTo>
                    <a:pt x="322603" y="272746"/>
                  </a:lnTo>
                  <a:lnTo>
                    <a:pt x="321976" y="272906"/>
                  </a:lnTo>
                  <a:lnTo>
                    <a:pt x="321680" y="272890"/>
                  </a:lnTo>
                  <a:lnTo>
                    <a:pt x="321223" y="272988"/>
                  </a:lnTo>
                  <a:lnTo>
                    <a:pt x="321444" y="272977"/>
                  </a:lnTo>
                  <a:lnTo>
                    <a:pt x="321881" y="272956"/>
                  </a:lnTo>
                  <a:lnTo>
                    <a:pt x="322694" y="273035"/>
                  </a:lnTo>
                  <a:lnTo>
                    <a:pt x="323226" y="272722"/>
                  </a:lnTo>
                  <a:lnTo>
                    <a:pt x="323397" y="272437"/>
                  </a:lnTo>
                  <a:lnTo>
                    <a:pt x="323583" y="272339"/>
                  </a:lnTo>
                  <a:lnTo>
                    <a:pt x="323775" y="272237"/>
                  </a:lnTo>
                  <a:lnTo>
                    <a:pt x="324473" y="271909"/>
                  </a:lnTo>
                  <a:lnTo>
                    <a:pt x="324768" y="271681"/>
                  </a:lnTo>
                  <a:lnTo>
                    <a:pt x="325118" y="271701"/>
                  </a:lnTo>
                  <a:lnTo>
                    <a:pt x="325359" y="271968"/>
                  </a:lnTo>
                  <a:lnTo>
                    <a:pt x="325505" y="272055"/>
                  </a:lnTo>
                  <a:lnTo>
                    <a:pt x="325893" y="272155"/>
                  </a:lnTo>
                  <a:lnTo>
                    <a:pt x="326180" y="272179"/>
                  </a:lnTo>
                  <a:lnTo>
                    <a:pt x="326314" y="272234"/>
                  </a:lnTo>
                  <a:lnTo>
                    <a:pt x="326414" y="272492"/>
                  </a:lnTo>
                  <a:lnTo>
                    <a:pt x="326416" y="272691"/>
                  </a:lnTo>
                  <a:lnTo>
                    <a:pt x="326465" y="272880"/>
                  </a:lnTo>
                  <a:lnTo>
                    <a:pt x="326599" y="273265"/>
                  </a:lnTo>
                  <a:lnTo>
                    <a:pt x="326841" y="273959"/>
                  </a:lnTo>
                  <a:lnTo>
                    <a:pt x="327056" y="273868"/>
                  </a:lnTo>
                  <a:lnTo>
                    <a:pt x="327262" y="273726"/>
                  </a:lnTo>
                  <a:lnTo>
                    <a:pt x="327335" y="273903"/>
                  </a:lnTo>
                  <a:lnTo>
                    <a:pt x="327368" y="274301"/>
                  </a:lnTo>
                  <a:lnTo>
                    <a:pt x="327563" y="274209"/>
                  </a:lnTo>
                  <a:lnTo>
                    <a:pt x="328434" y="274091"/>
                  </a:lnTo>
                  <a:lnTo>
                    <a:pt x="328606" y="274234"/>
                  </a:lnTo>
                  <a:lnTo>
                    <a:pt x="328777" y="274257"/>
                  </a:lnTo>
                  <a:lnTo>
                    <a:pt x="329823" y="274398"/>
                  </a:lnTo>
                  <a:lnTo>
                    <a:pt x="330060" y="274382"/>
                  </a:lnTo>
                  <a:lnTo>
                    <a:pt x="330833" y="275085"/>
                  </a:lnTo>
                  <a:lnTo>
                    <a:pt x="330853" y="275408"/>
                  </a:lnTo>
                  <a:lnTo>
                    <a:pt x="330794" y="275610"/>
                  </a:lnTo>
                  <a:lnTo>
                    <a:pt x="330614" y="275784"/>
                  </a:lnTo>
                  <a:lnTo>
                    <a:pt x="330435" y="275958"/>
                  </a:lnTo>
                  <a:lnTo>
                    <a:pt x="330243" y="276215"/>
                  </a:lnTo>
                  <a:lnTo>
                    <a:pt x="329979" y="276593"/>
                  </a:lnTo>
                  <a:lnTo>
                    <a:pt x="329789" y="276991"/>
                  </a:lnTo>
                  <a:lnTo>
                    <a:pt x="329728" y="277119"/>
                  </a:lnTo>
                  <a:lnTo>
                    <a:pt x="329729" y="277351"/>
                  </a:lnTo>
                  <a:lnTo>
                    <a:pt x="329747" y="277654"/>
                  </a:lnTo>
                  <a:lnTo>
                    <a:pt x="329359" y="278034"/>
                  </a:lnTo>
                  <a:lnTo>
                    <a:pt x="329397" y="278218"/>
                  </a:lnTo>
                  <a:lnTo>
                    <a:pt x="329990" y="278674"/>
                  </a:lnTo>
                  <a:lnTo>
                    <a:pt x="330128" y="278917"/>
                  </a:lnTo>
                  <a:lnTo>
                    <a:pt x="330157" y="279118"/>
                  </a:lnTo>
                  <a:lnTo>
                    <a:pt x="330004" y="279256"/>
                  </a:lnTo>
                  <a:lnTo>
                    <a:pt x="329813" y="279391"/>
                  </a:lnTo>
                  <a:lnTo>
                    <a:pt x="329590" y="279549"/>
                  </a:lnTo>
                  <a:lnTo>
                    <a:pt x="329376" y="279760"/>
                  </a:lnTo>
                  <a:lnTo>
                    <a:pt x="329400" y="280130"/>
                  </a:lnTo>
                  <a:lnTo>
                    <a:pt x="329012" y="280201"/>
                  </a:lnTo>
                  <a:lnTo>
                    <a:pt x="328785" y="279964"/>
                  </a:lnTo>
                  <a:lnTo>
                    <a:pt x="328443" y="279977"/>
                  </a:lnTo>
                  <a:lnTo>
                    <a:pt x="327867" y="279999"/>
                  </a:lnTo>
                  <a:lnTo>
                    <a:pt x="327543" y="280007"/>
                  </a:lnTo>
                  <a:lnTo>
                    <a:pt x="327454" y="280837"/>
                  </a:lnTo>
                  <a:lnTo>
                    <a:pt x="327715" y="281083"/>
                  </a:lnTo>
                  <a:lnTo>
                    <a:pt x="327837" y="281383"/>
                  </a:lnTo>
                  <a:lnTo>
                    <a:pt x="327913" y="281837"/>
                  </a:lnTo>
                  <a:lnTo>
                    <a:pt x="327911" y="282112"/>
                  </a:lnTo>
                  <a:lnTo>
                    <a:pt x="327566" y="282284"/>
                  </a:lnTo>
                  <a:lnTo>
                    <a:pt x="327253" y="282469"/>
                  </a:lnTo>
                  <a:lnTo>
                    <a:pt x="327137" y="282600"/>
                  </a:lnTo>
                  <a:lnTo>
                    <a:pt x="326900" y="282867"/>
                  </a:lnTo>
                  <a:lnTo>
                    <a:pt x="326748" y="283038"/>
                  </a:lnTo>
                  <a:lnTo>
                    <a:pt x="326689" y="283167"/>
                  </a:lnTo>
                  <a:lnTo>
                    <a:pt x="326515" y="283659"/>
                  </a:lnTo>
                  <a:lnTo>
                    <a:pt x="326859" y="284040"/>
                  </a:lnTo>
                  <a:lnTo>
                    <a:pt x="326669" y="284292"/>
                  </a:lnTo>
                  <a:lnTo>
                    <a:pt x="326480" y="284284"/>
                  </a:lnTo>
                  <a:lnTo>
                    <a:pt x="326271" y="284276"/>
                  </a:lnTo>
                  <a:lnTo>
                    <a:pt x="326270" y="284554"/>
                  </a:lnTo>
                  <a:lnTo>
                    <a:pt x="326071" y="284498"/>
                  </a:lnTo>
                  <a:lnTo>
                    <a:pt x="326071" y="284346"/>
                  </a:lnTo>
                  <a:lnTo>
                    <a:pt x="325705" y="284075"/>
                  </a:lnTo>
                  <a:lnTo>
                    <a:pt x="325477" y="284202"/>
                  </a:lnTo>
                  <a:lnTo>
                    <a:pt x="325130" y="283982"/>
                  </a:lnTo>
                  <a:lnTo>
                    <a:pt x="325124" y="283559"/>
                  </a:lnTo>
                  <a:lnTo>
                    <a:pt x="325088" y="283155"/>
                  </a:lnTo>
                  <a:lnTo>
                    <a:pt x="325113" y="282755"/>
                  </a:lnTo>
                  <a:lnTo>
                    <a:pt x="325208" y="282625"/>
                  </a:lnTo>
                  <a:lnTo>
                    <a:pt x="325488" y="282128"/>
                  </a:lnTo>
                  <a:lnTo>
                    <a:pt x="325363" y="281749"/>
                  </a:lnTo>
                  <a:lnTo>
                    <a:pt x="325031" y="281428"/>
                  </a:lnTo>
                  <a:lnTo>
                    <a:pt x="324656" y="281223"/>
                  </a:lnTo>
                  <a:lnTo>
                    <a:pt x="324356" y="280992"/>
                  </a:lnTo>
                  <a:lnTo>
                    <a:pt x="324450" y="280560"/>
                  </a:lnTo>
                  <a:lnTo>
                    <a:pt x="324630" y="280100"/>
                  </a:lnTo>
                  <a:lnTo>
                    <a:pt x="324438" y="279580"/>
                  </a:lnTo>
                  <a:lnTo>
                    <a:pt x="324230" y="279452"/>
                  </a:lnTo>
                  <a:lnTo>
                    <a:pt x="323772" y="279275"/>
                  </a:lnTo>
                  <a:lnTo>
                    <a:pt x="323578" y="279200"/>
                  </a:lnTo>
                  <a:lnTo>
                    <a:pt x="323253" y="279173"/>
                  </a:lnTo>
                  <a:lnTo>
                    <a:pt x="323218" y="279408"/>
                  </a:lnTo>
                  <a:lnTo>
                    <a:pt x="322345" y="279473"/>
                  </a:lnTo>
                  <a:lnTo>
                    <a:pt x="320501" y="279594"/>
                  </a:lnTo>
                  <a:lnTo>
                    <a:pt x="319950" y="279771"/>
                  </a:lnTo>
                  <a:lnTo>
                    <a:pt x="320032" y="280063"/>
                  </a:lnTo>
                  <a:lnTo>
                    <a:pt x="320332" y="280223"/>
                  </a:lnTo>
                  <a:lnTo>
                    <a:pt x="320229" y="280531"/>
                  </a:lnTo>
                  <a:lnTo>
                    <a:pt x="320031" y="281131"/>
                  </a:lnTo>
                  <a:lnTo>
                    <a:pt x="319725" y="281094"/>
                  </a:lnTo>
                  <a:lnTo>
                    <a:pt x="319180" y="280961"/>
                  </a:lnTo>
                  <a:lnTo>
                    <a:pt x="319053" y="281109"/>
                  </a:lnTo>
                  <a:lnTo>
                    <a:pt x="318874" y="281317"/>
                  </a:lnTo>
                  <a:lnTo>
                    <a:pt x="318814" y="281771"/>
                  </a:lnTo>
                  <a:lnTo>
                    <a:pt x="318102" y="282146"/>
                  </a:lnTo>
                  <a:lnTo>
                    <a:pt x="318012" y="282514"/>
                  </a:lnTo>
                  <a:lnTo>
                    <a:pt x="317745" y="283002"/>
                  </a:lnTo>
                  <a:lnTo>
                    <a:pt x="317459" y="283397"/>
                  </a:lnTo>
                  <a:lnTo>
                    <a:pt x="317303" y="284019"/>
                  </a:lnTo>
                  <a:lnTo>
                    <a:pt x="317290" y="284370"/>
                  </a:lnTo>
                  <a:lnTo>
                    <a:pt x="317335" y="284550"/>
                  </a:lnTo>
                  <a:lnTo>
                    <a:pt x="317431" y="284699"/>
                  </a:lnTo>
                  <a:lnTo>
                    <a:pt x="317793" y="284970"/>
                  </a:lnTo>
                  <a:lnTo>
                    <a:pt x="318296" y="285038"/>
                  </a:lnTo>
                  <a:lnTo>
                    <a:pt x="318605" y="285208"/>
                  </a:lnTo>
                  <a:lnTo>
                    <a:pt x="318829" y="285403"/>
                  </a:lnTo>
                  <a:lnTo>
                    <a:pt x="319283" y="286030"/>
                  </a:lnTo>
                  <a:lnTo>
                    <a:pt x="319383" y="286595"/>
                  </a:lnTo>
                  <a:lnTo>
                    <a:pt x="319067" y="286804"/>
                  </a:lnTo>
                  <a:lnTo>
                    <a:pt x="318903" y="286692"/>
                  </a:lnTo>
                  <a:lnTo>
                    <a:pt x="318745" y="286646"/>
                  </a:lnTo>
                  <a:lnTo>
                    <a:pt x="318362" y="286537"/>
                  </a:lnTo>
                  <a:lnTo>
                    <a:pt x="318063" y="286523"/>
                  </a:lnTo>
                  <a:lnTo>
                    <a:pt x="317935" y="286534"/>
                  </a:lnTo>
                  <a:lnTo>
                    <a:pt x="317669" y="286609"/>
                  </a:lnTo>
                  <a:lnTo>
                    <a:pt x="317500" y="286657"/>
                  </a:lnTo>
                  <a:lnTo>
                    <a:pt x="316818" y="286483"/>
                  </a:lnTo>
                  <a:lnTo>
                    <a:pt x="316437" y="286313"/>
                  </a:lnTo>
                  <a:lnTo>
                    <a:pt x="316159" y="286215"/>
                  </a:lnTo>
                  <a:lnTo>
                    <a:pt x="316023" y="286272"/>
                  </a:lnTo>
                  <a:lnTo>
                    <a:pt x="315584" y="286511"/>
                  </a:lnTo>
                  <a:lnTo>
                    <a:pt x="315800" y="286648"/>
                  </a:lnTo>
                  <a:lnTo>
                    <a:pt x="315609" y="286967"/>
                  </a:lnTo>
                  <a:lnTo>
                    <a:pt x="315329" y="286887"/>
                  </a:lnTo>
                  <a:lnTo>
                    <a:pt x="315250" y="287154"/>
                  </a:lnTo>
                  <a:lnTo>
                    <a:pt x="315769" y="287249"/>
                  </a:lnTo>
                  <a:lnTo>
                    <a:pt x="315889" y="287782"/>
                  </a:lnTo>
                  <a:lnTo>
                    <a:pt x="316042" y="287879"/>
                  </a:lnTo>
                  <a:lnTo>
                    <a:pt x="316019" y="288354"/>
                  </a:lnTo>
                  <a:lnTo>
                    <a:pt x="315403" y="288683"/>
                  </a:lnTo>
                  <a:lnTo>
                    <a:pt x="315205" y="288910"/>
                  </a:lnTo>
                  <a:lnTo>
                    <a:pt x="315329" y="289446"/>
                  </a:lnTo>
                  <a:lnTo>
                    <a:pt x="315642" y="289845"/>
                  </a:lnTo>
                  <a:lnTo>
                    <a:pt x="315802" y="289801"/>
                  </a:lnTo>
                  <a:lnTo>
                    <a:pt x="316337" y="289654"/>
                  </a:lnTo>
                  <a:lnTo>
                    <a:pt x="316591" y="289402"/>
                  </a:lnTo>
                  <a:lnTo>
                    <a:pt x="316907" y="289691"/>
                  </a:lnTo>
                  <a:lnTo>
                    <a:pt x="316764" y="290279"/>
                  </a:lnTo>
                  <a:lnTo>
                    <a:pt x="316622" y="290653"/>
                  </a:lnTo>
                  <a:lnTo>
                    <a:pt x="316788" y="290869"/>
                  </a:lnTo>
                  <a:lnTo>
                    <a:pt x="316970" y="291054"/>
                  </a:lnTo>
                  <a:lnTo>
                    <a:pt x="316634" y="291252"/>
                  </a:lnTo>
                  <a:lnTo>
                    <a:pt x="316441" y="291387"/>
                  </a:lnTo>
                  <a:lnTo>
                    <a:pt x="316357" y="291550"/>
                  </a:lnTo>
                  <a:lnTo>
                    <a:pt x="316354" y="291708"/>
                  </a:lnTo>
                  <a:lnTo>
                    <a:pt x="316504" y="291851"/>
                  </a:lnTo>
                  <a:lnTo>
                    <a:pt x="316644" y="291973"/>
                  </a:lnTo>
                  <a:lnTo>
                    <a:pt x="316887" y="292276"/>
                  </a:lnTo>
                  <a:lnTo>
                    <a:pt x="316909" y="292502"/>
                  </a:lnTo>
                  <a:lnTo>
                    <a:pt x="317065" y="292950"/>
                  </a:lnTo>
                  <a:lnTo>
                    <a:pt x="317280" y="293614"/>
                  </a:lnTo>
                  <a:lnTo>
                    <a:pt x="317061" y="293890"/>
                  </a:lnTo>
                  <a:lnTo>
                    <a:pt x="316966" y="294177"/>
                  </a:lnTo>
                  <a:lnTo>
                    <a:pt x="317053" y="294454"/>
                  </a:lnTo>
                  <a:lnTo>
                    <a:pt x="317270" y="294583"/>
                  </a:lnTo>
                  <a:lnTo>
                    <a:pt x="317273" y="294746"/>
                  </a:lnTo>
                  <a:lnTo>
                    <a:pt x="317107" y="295083"/>
                  </a:lnTo>
                  <a:lnTo>
                    <a:pt x="317399" y="295867"/>
                  </a:lnTo>
                  <a:lnTo>
                    <a:pt x="317311" y="296254"/>
                  </a:lnTo>
                  <a:lnTo>
                    <a:pt x="317449" y="296307"/>
                  </a:lnTo>
                  <a:lnTo>
                    <a:pt x="317607" y="296343"/>
                  </a:lnTo>
                  <a:lnTo>
                    <a:pt x="317840" y="296511"/>
                  </a:lnTo>
                  <a:lnTo>
                    <a:pt x="317871" y="297092"/>
                  </a:lnTo>
                  <a:lnTo>
                    <a:pt x="318051" y="297059"/>
                  </a:lnTo>
                  <a:lnTo>
                    <a:pt x="318253" y="296999"/>
                  </a:lnTo>
                  <a:lnTo>
                    <a:pt x="318447" y="297297"/>
                  </a:lnTo>
                  <a:lnTo>
                    <a:pt x="318226" y="297382"/>
                  </a:lnTo>
                  <a:lnTo>
                    <a:pt x="318015" y="297462"/>
                  </a:lnTo>
                  <a:lnTo>
                    <a:pt x="317645" y="297506"/>
                  </a:lnTo>
                  <a:lnTo>
                    <a:pt x="317399" y="297536"/>
                  </a:lnTo>
                  <a:lnTo>
                    <a:pt x="316878" y="297361"/>
                  </a:lnTo>
                  <a:lnTo>
                    <a:pt x="316514" y="297156"/>
                  </a:lnTo>
                  <a:lnTo>
                    <a:pt x="316165" y="297201"/>
                  </a:lnTo>
                  <a:lnTo>
                    <a:pt x="316036" y="297291"/>
                  </a:lnTo>
                  <a:lnTo>
                    <a:pt x="315898" y="297387"/>
                  </a:lnTo>
                  <a:lnTo>
                    <a:pt x="315660" y="297616"/>
                  </a:lnTo>
                  <a:lnTo>
                    <a:pt x="315430" y="297779"/>
                  </a:lnTo>
                  <a:lnTo>
                    <a:pt x="315059" y="297944"/>
                  </a:lnTo>
                  <a:lnTo>
                    <a:pt x="314668" y="298021"/>
                  </a:lnTo>
                  <a:lnTo>
                    <a:pt x="314516" y="298003"/>
                  </a:lnTo>
                  <a:lnTo>
                    <a:pt x="313925" y="297695"/>
                  </a:lnTo>
                  <a:lnTo>
                    <a:pt x="313658" y="297717"/>
                  </a:lnTo>
                  <a:lnTo>
                    <a:pt x="313366" y="297972"/>
                  </a:lnTo>
                  <a:lnTo>
                    <a:pt x="313180" y="298263"/>
                  </a:lnTo>
                  <a:lnTo>
                    <a:pt x="313065" y="298824"/>
                  </a:lnTo>
                  <a:lnTo>
                    <a:pt x="312884" y="298936"/>
                  </a:lnTo>
                  <a:lnTo>
                    <a:pt x="312650" y="298996"/>
                  </a:lnTo>
                  <a:lnTo>
                    <a:pt x="312413" y="299056"/>
                  </a:lnTo>
                  <a:lnTo>
                    <a:pt x="312202" y="298950"/>
                  </a:lnTo>
                  <a:lnTo>
                    <a:pt x="312416" y="298664"/>
                  </a:lnTo>
                  <a:lnTo>
                    <a:pt x="312392" y="298342"/>
                  </a:lnTo>
                  <a:lnTo>
                    <a:pt x="312176" y="298199"/>
                  </a:lnTo>
                  <a:lnTo>
                    <a:pt x="311496" y="298327"/>
                  </a:lnTo>
                  <a:lnTo>
                    <a:pt x="311495" y="298467"/>
                  </a:lnTo>
                  <a:lnTo>
                    <a:pt x="311288" y="298608"/>
                  </a:lnTo>
                  <a:lnTo>
                    <a:pt x="310980" y="298418"/>
                  </a:lnTo>
                  <a:lnTo>
                    <a:pt x="310514" y="298246"/>
                  </a:lnTo>
                  <a:lnTo>
                    <a:pt x="310332" y="298375"/>
                  </a:lnTo>
                  <a:lnTo>
                    <a:pt x="310081" y="298646"/>
                  </a:lnTo>
                  <a:lnTo>
                    <a:pt x="310304" y="298804"/>
                  </a:lnTo>
                  <a:lnTo>
                    <a:pt x="310414" y="299420"/>
                  </a:lnTo>
                  <a:lnTo>
                    <a:pt x="309956" y="299408"/>
                  </a:lnTo>
                  <a:lnTo>
                    <a:pt x="309726" y="299375"/>
                  </a:lnTo>
                  <a:lnTo>
                    <a:pt x="309559" y="299299"/>
                  </a:lnTo>
                  <a:lnTo>
                    <a:pt x="309314" y="299205"/>
                  </a:lnTo>
                  <a:lnTo>
                    <a:pt x="308913" y="299504"/>
                  </a:lnTo>
                  <a:lnTo>
                    <a:pt x="308211" y="299597"/>
                  </a:lnTo>
                  <a:lnTo>
                    <a:pt x="307929" y="299544"/>
                  </a:lnTo>
                  <a:lnTo>
                    <a:pt x="307794" y="299492"/>
                  </a:lnTo>
                  <a:lnTo>
                    <a:pt x="307518" y="299407"/>
                  </a:lnTo>
                  <a:lnTo>
                    <a:pt x="307263" y="299361"/>
                  </a:lnTo>
                  <a:lnTo>
                    <a:pt x="307099" y="299403"/>
                  </a:lnTo>
                  <a:lnTo>
                    <a:pt x="306837" y="299513"/>
                  </a:lnTo>
                  <a:lnTo>
                    <a:pt x="306702" y="299571"/>
                  </a:lnTo>
                  <a:lnTo>
                    <a:pt x="306438" y="299745"/>
                  </a:lnTo>
                  <a:lnTo>
                    <a:pt x="306192" y="300040"/>
                  </a:lnTo>
                  <a:lnTo>
                    <a:pt x="306068" y="300195"/>
                  </a:lnTo>
                  <a:lnTo>
                    <a:pt x="305944" y="300403"/>
                  </a:lnTo>
                  <a:lnTo>
                    <a:pt x="305323" y="300938"/>
                  </a:lnTo>
                  <a:lnTo>
                    <a:pt x="304668" y="301424"/>
                  </a:lnTo>
                  <a:lnTo>
                    <a:pt x="304285" y="301438"/>
                  </a:lnTo>
                  <a:lnTo>
                    <a:pt x="303808" y="301530"/>
                  </a:lnTo>
                  <a:lnTo>
                    <a:pt x="303644" y="301631"/>
                  </a:lnTo>
                  <a:lnTo>
                    <a:pt x="303476" y="301693"/>
                  </a:lnTo>
                  <a:lnTo>
                    <a:pt x="303121" y="301714"/>
                  </a:lnTo>
                  <a:lnTo>
                    <a:pt x="303125" y="301364"/>
                  </a:lnTo>
                  <a:lnTo>
                    <a:pt x="302671" y="301257"/>
                  </a:lnTo>
                  <a:lnTo>
                    <a:pt x="301841" y="301691"/>
                  </a:lnTo>
                  <a:lnTo>
                    <a:pt x="301474" y="301749"/>
                  </a:lnTo>
                  <a:lnTo>
                    <a:pt x="301314" y="301774"/>
                  </a:lnTo>
                  <a:lnTo>
                    <a:pt x="300995" y="301824"/>
                  </a:lnTo>
                  <a:lnTo>
                    <a:pt x="300845" y="301631"/>
                  </a:lnTo>
                  <a:lnTo>
                    <a:pt x="300221" y="301618"/>
                  </a:lnTo>
                  <a:lnTo>
                    <a:pt x="300015" y="301609"/>
                  </a:lnTo>
                  <a:lnTo>
                    <a:pt x="299977" y="301402"/>
                  </a:lnTo>
                  <a:lnTo>
                    <a:pt x="299947" y="301234"/>
                  </a:lnTo>
                  <a:lnTo>
                    <a:pt x="299697" y="301175"/>
                  </a:lnTo>
                  <a:lnTo>
                    <a:pt x="299505" y="301180"/>
                  </a:lnTo>
                  <a:lnTo>
                    <a:pt x="299338" y="301216"/>
                  </a:lnTo>
                  <a:lnTo>
                    <a:pt x="299111" y="301758"/>
                  </a:lnTo>
                  <a:lnTo>
                    <a:pt x="298409" y="301686"/>
                  </a:lnTo>
                  <a:lnTo>
                    <a:pt x="298321" y="301514"/>
                  </a:lnTo>
                  <a:lnTo>
                    <a:pt x="298261" y="301261"/>
                  </a:lnTo>
                  <a:lnTo>
                    <a:pt x="298419" y="301113"/>
                  </a:lnTo>
                  <a:lnTo>
                    <a:pt x="298965" y="300601"/>
                  </a:lnTo>
                  <a:lnTo>
                    <a:pt x="299302" y="300314"/>
                  </a:lnTo>
                  <a:lnTo>
                    <a:pt x="299521" y="299994"/>
                  </a:lnTo>
                  <a:lnTo>
                    <a:pt x="299321" y="299924"/>
                  </a:lnTo>
                  <a:lnTo>
                    <a:pt x="299502" y="299752"/>
                  </a:lnTo>
                  <a:lnTo>
                    <a:pt x="299731" y="299627"/>
                  </a:lnTo>
                  <a:lnTo>
                    <a:pt x="300211" y="299526"/>
                  </a:lnTo>
                  <a:lnTo>
                    <a:pt x="300234" y="299228"/>
                  </a:lnTo>
                  <a:lnTo>
                    <a:pt x="299939" y="299115"/>
                  </a:lnTo>
                  <a:lnTo>
                    <a:pt x="299596" y="299305"/>
                  </a:lnTo>
                  <a:lnTo>
                    <a:pt x="299524" y="299578"/>
                  </a:lnTo>
                  <a:lnTo>
                    <a:pt x="299324" y="299653"/>
                  </a:lnTo>
                  <a:lnTo>
                    <a:pt x="299517" y="299084"/>
                  </a:lnTo>
                  <a:lnTo>
                    <a:pt x="299763" y="298901"/>
                  </a:lnTo>
                  <a:lnTo>
                    <a:pt x="299541" y="298756"/>
                  </a:lnTo>
                  <a:lnTo>
                    <a:pt x="300049" y="298449"/>
                  </a:lnTo>
                  <a:lnTo>
                    <a:pt x="300122" y="298300"/>
                  </a:lnTo>
                  <a:lnTo>
                    <a:pt x="300421" y="297531"/>
                  </a:lnTo>
                  <a:lnTo>
                    <a:pt x="300602" y="297209"/>
                  </a:lnTo>
                  <a:lnTo>
                    <a:pt x="300503" y="297003"/>
                  </a:lnTo>
                  <a:lnTo>
                    <a:pt x="300814" y="296521"/>
                  </a:lnTo>
                  <a:lnTo>
                    <a:pt x="301259" y="296051"/>
                  </a:lnTo>
                  <a:lnTo>
                    <a:pt x="301517" y="296165"/>
                  </a:lnTo>
                  <a:lnTo>
                    <a:pt x="302245" y="296354"/>
                  </a:lnTo>
                  <a:lnTo>
                    <a:pt x="301990" y="296219"/>
                  </a:lnTo>
                  <a:lnTo>
                    <a:pt x="301786" y="296078"/>
                  </a:lnTo>
                  <a:lnTo>
                    <a:pt x="301634" y="295973"/>
                  </a:lnTo>
                  <a:lnTo>
                    <a:pt x="301734" y="295683"/>
                  </a:lnTo>
                  <a:lnTo>
                    <a:pt x="301404" y="295494"/>
                  </a:lnTo>
                  <a:lnTo>
                    <a:pt x="301575" y="295113"/>
                  </a:lnTo>
                  <a:lnTo>
                    <a:pt x="302073" y="295115"/>
                  </a:lnTo>
                  <a:lnTo>
                    <a:pt x="302107" y="294824"/>
                  </a:lnTo>
                  <a:lnTo>
                    <a:pt x="301939" y="294080"/>
                  </a:lnTo>
                  <a:lnTo>
                    <a:pt x="301609" y="293646"/>
                  </a:lnTo>
                  <a:lnTo>
                    <a:pt x="301229" y="293444"/>
                  </a:lnTo>
                  <a:lnTo>
                    <a:pt x="300801" y="293072"/>
                  </a:lnTo>
                  <a:lnTo>
                    <a:pt x="300663" y="292527"/>
                  </a:lnTo>
                  <a:lnTo>
                    <a:pt x="300131" y="292212"/>
                  </a:lnTo>
                  <a:lnTo>
                    <a:pt x="299989" y="292085"/>
                  </a:lnTo>
                  <a:lnTo>
                    <a:pt x="299805" y="291736"/>
                  </a:lnTo>
                  <a:lnTo>
                    <a:pt x="299677" y="291495"/>
                  </a:lnTo>
                  <a:lnTo>
                    <a:pt x="299640" y="291353"/>
                  </a:lnTo>
                  <a:lnTo>
                    <a:pt x="299688" y="291042"/>
                  </a:lnTo>
                  <a:lnTo>
                    <a:pt x="299785" y="290837"/>
                  </a:lnTo>
                  <a:lnTo>
                    <a:pt x="299518" y="290548"/>
                  </a:lnTo>
                  <a:lnTo>
                    <a:pt x="299183" y="290841"/>
                  </a:lnTo>
                  <a:lnTo>
                    <a:pt x="299036" y="290808"/>
                  </a:lnTo>
                  <a:lnTo>
                    <a:pt x="298678" y="291103"/>
                  </a:lnTo>
                  <a:lnTo>
                    <a:pt x="298683" y="291258"/>
                  </a:lnTo>
                  <a:lnTo>
                    <a:pt x="298759" y="291389"/>
                  </a:lnTo>
                  <a:lnTo>
                    <a:pt x="298876" y="291590"/>
                  </a:lnTo>
                  <a:lnTo>
                    <a:pt x="298915" y="291766"/>
                  </a:lnTo>
                  <a:lnTo>
                    <a:pt x="298636" y="291972"/>
                  </a:lnTo>
                  <a:lnTo>
                    <a:pt x="298346" y="292440"/>
                  </a:lnTo>
                  <a:lnTo>
                    <a:pt x="298022" y="292513"/>
                  </a:lnTo>
                  <a:lnTo>
                    <a:pt x="297964" y="292791"/>
                  </a:lnTo>
                  <a:lnTo>
                    <a:pt x="298197" y="293277"/>
                  </a:lnTo>
                  <a:lnTo>
                    <a:pt x="298651" y="293676"/>
                  </a:lnTo>
                  <a:lnTo>
                    <a:pt x="298892" y="293734"/>
                  </a:lnTo>
                  <a:lnTo>
                    <a:pt x="299051" y="293792"/>
                  </a:lnTo>
                  <a:lnTo>
                    <a:pt x="299282" y="293947"/>
                  </a:lnTo>
                  <a:lnTo>
                    <a:pt x="299248" y="294312"/>
                  </a:lnTo>
                  <a:lnTo>
                    <a:pt x="299115" y="294358"/>
                  </a:lnTo>
                  <a:lnTo>
                    <a:pt x="298808" y="294463"/>
                  </a:lnTo>
                  <a:lnTo>
                    <a:pt x="298153" y="294477"/>
                  </a:lnTo>
                  <a:lnTo>
                    <a:pt x="297761" y="294486"/>
                  </a:lnTo>
                  <a:lnTo>
                    <a:pt x="297560" y="294504"/>
                  </a:lnTo>
                  <a:lnTo>
                    <a:pt x="297342" y="294700"/>
                  </a:lnTo>
                  <a:lnTo>
                    <a:pt x="297179" y="294753"/>
                  </a:lnTo>
                  <a:lnTo>
                    <a:pt x="296893" y="294589"/>
                  </a:lnTo>
                  <a:lnTo>
                    <a:pt x="296898" y="294260"/>
                  </a:lnTo>
                  <a:lnTo>
                    <a:pt x="297184" y="294193"/>
                  </a:lnTo>
                  <a:lnTo>
                    <a:pt x="297210" y="293883"/>
                  </a:lnTo>
                  <a:lnTo>
                    <a:pt x="297020" y="293736"/>
                  </a:lnTo>
                  <a:lnTo>
                    <a:pt x="296805" y="293659"/>
                  </a:lnTo>
                  <a:lnTo>
                    <a:pt x="296299" y="293611"/>
                  </a:lnTo>
                  <a:lnTo>
                    <a:pt x="295789" y="293821"/>
                  </a:lnTo>
                  <a:lnTo>
                    <a:pt x="295731" y="294016"/>
                  </a:lnTo>
                  <a:lnTo>
                    <a:pt x="295466" y="294256"/>
                  </a:lnTo>
                  <a:lnTo>
                    <a:pt x="295159" y="294030"/>
                  </a:lnTo>
                  <a:lnTo>
                    <a:pt x="295168" y="293754"/>
                  </a:lnTo>
                  <a:lnTo>
                    <a:pt x="295121" y="293116"/>
                  </a:lnTo>
                  <a:lnTo>
                    <a:pt x="294996" y="292677"/>
                  </a:lnTo>
                  <a:lnTo>
                    <a:pt x="294676" y="292750"/>
                  </a:lnTo>
                  <a:lnTo>
                    <a:pt x="294142" y="292981"/>
                  </a:lnTo>
                  <a:lnTo>
                    <a:pt x="293597" y="293218"/>
                  </a:lnTo>
                  <a:lnTo>
                    <a:pt x="293427" y="293291"/>
                  </a:lnTo>
                  <a:lnTo>
                    <a:pt x="292797" y="293564"/>
                  </a:lnTo>
                  <a:lnTo>
                    <a:pt x="292618" y="293741"/>
                  </a:lnTo>
                  <a:lnTo>
                    <a:pt x="292421" y="293935"/>
                  </a:lnTo>
                  <a:lnTo>
                    <a:pt x="292274" y="294225"/>
                  </a:lnTo>
                  <a:lnTo>
                    <a:pt x="291950" y="294473"/>
                  </a:lnTo>
                  <a:lnTo>
                    <a:pt x="291374" y="294750"/>
                  </a:lnTo>
                  <a:lnTo>
                    <a:pt x="291162" y="294775"/>
                  </a:lnTo>
                  <a:lnTo>
                    <a:pt x="290902" y="294581"/>
                  </a:lnTo>
                  <a:lnTo>
                    <a:pt x="290187" y="294151"/>
                  </a:lnTo>
                  <a:lnTo>
                    <a:pt x="290482" y="294040"/>
                  </a:lnTo>
                  <a:lnTo>
                    <a:pt x="290790" y="294010"/>
                  </a:lnTo>
                  <a:lnTo>
                    <a:pt x="290172" y="294046"/>
                  </a:lnTo>
                  <a:lnTo>
                    <a:pt x="290126" y="294458"/>
                  </a:lnTo>
                  <a:lnTo>
                    <a:pt x="290570" y="294724"/>
                  </a:lnTo>
                  <a:lnTo>
                    <a:pt x="290871" y="295178"/>
                  </a:lnTo>
                  <a:lnTo>
                    <a:pt x="290661" y="295385"/>
                  </a:lnTo>
                  <a:lnTo>
                    <a:pt x="290645" y="295703"/>
                  </a:lnTo>
                  <a:lnTo>
                    <a:pt x="290795" y="296055"/>
                  </a:lnTo>
                  <a:lnTo>
                    <a:pt x="290922" y="296500"/>
                  </a:lnTo>
                  <a:lnTo>
                    <a:pt x="290785" y="296840"/>
                  </a:lnTo>
                  <a:lnTo>
                    <a:pt x="290205" y="297252"/>
                  </a:lnTo>
                  <a:lnTo>
                    <a:pt x="289887" y="297415"/>
                  </a:lnTo>
                  <a:lnTo>
                    <a:pt x="289529" y="297515"/>
                  </a:lnTo>
                  <a:lnTo>
                    <a:pt x="288873" y="297468"/>
                  </a:lnTo>
                  <a:lnTo>
                    <a:pt x="288569" y="297565"/>
                  </a:lnTo>
                  <a:lnTo>
                    <a:pt x="288942" y="297799"/>
                  </a:lnTo>
                  <a:lnTo>
                    <a:pt x="289401" y="297824"/>
                  </a:lnTo>
                  <a:lnTo>
                    <a:pt x="289726" y="298056"/>
                  </a:lnTo>
                  <a:lnTo>
                    <a:pt x="289984" y="298506"/>
                  </a:lnTo>
                  <a:lnTo>
                    <a:pt x="289846" y="298816"/>
                  </a:lnTo>
                  <a:lnTo>
                    <a:pt x="289753" y="299110"/>
                  </a:lnTo>
                  <a:lnTo>
                    <a:pt x="289915" y="299182"/>
                  </a:lnTo>
                  <a:lnTo>
                    <a:pt x="290058" y="299246"/>
                  </a:lnTo>
                  <a:lnTo>
                    <a:pt x="290493" y="299335"/>
                  </a:lnTo>
                  <a:lnTo>
                    <a:pt x="290732" y="299431"/>
                  </a:lnTo>
                  <a:lnTo>
                    <a:pt x="290907" y="299501"/>
                  </a:lnTo>
                  <a:lnTo>
                    <a:pt x="291220" y="299509"/>
                  </a:lnTo>
                  <a:lnTo>
                    <a:pt x="291638" y="299710"/>
                  </a:lnTo>
                  <a:lnTo>
                    <a:pt x="291833" y="299959"/>
                  </a:lnTo>
                  <a:lnTo>
                    <a:pt x="292079" y="300267"/>
                  </a:lnTo>
                  <a:lnTo>
                    <a:pt x="292252" y="300113"/>
                  </a:lnTo>
                  <a:lnTo>
                    <a:pt x="292717" y="300459"/>
                  </a:lnTo>
                  <a:lnTo>
                    <a:pt x="292461" y="300738"/>
                  </a:lnTo>
                  <a:lnTo>
                    <a:pt x="292771" y="300925"/>
                  </a:lnTo>
                  <a:lnTo>
                    <a:pt x="292935" y="301002"/>
                  </a:lnTo>
                  <a:lnTo>
                    <a:pt x="293079" y="301070"/>
                  </a:lnTo>
                  <a:lnTo>
                    <a:pt x="293374" y="301150"/>
                  </a:lnTo>
                  <a:lnTo>
                    <a:pt x="293566" y="301185"/>
                  </a:lnTo>
                  <a:lnTo>
                    <a:pt x="293698" y="301194"/>
                  </a:lnTo>
                  <a:lnTo>
                    <a:pt x="293983" y="301181"/>
                  </a:lnTo>
                  <a:lnTo>
                    <a:pt x="294494" y="301157"/>
                  </a:lnTo>
                  <a:lnTo>
                    <a:pt x="294977" y="301160"/>
                  </a:lnTo>
                  <a:lnTo>
                    <a:pt x="295563" y="301163"/>
                  </a:lnTo>
                  <a:lnTo>
                    <a:pt x="295955" y="301338"/>
                  </a:lnTo>
                  <a:lnTo>
                    <a:pt x="295960" y="301567"/>
                  </a:lnTo>
                  <a:lnTo>
                    <a:pt x="295806" y="301838"/>
                  </a:lnTo>
                  <a:lnTo>
                    <a:pt x="295615" y="301972"/>
                  </a:lnTo>
                  <a:lnTo>
                    <a:pt x="295180" y="302139"/>
                  </a:lnTo>
                  <a:lnTo>
                    <a:pt x="295382" y="302422"/>
                  </a:lnTo>
                  <a:lnTo>
                    <a:pt x="295594" y="302543"/>
                  </a:lnTo>
                  <a:lnTo>
                    <a:pt x="295446" y="302946"/>
                  </a:lnTo>
                  <a:lnTo>
                    <a:pt x="294777" y="303449"/>
                  </a:lnTo>
                  <a:lnTo>
                    <a:pt x="294843" y="303693"/>
                  </a:lnTo>
                  <a:lnTo>
                    <a:pt x="293925" y="304491"/>
                  </a:lnTo>
                  <a:lnTo>
                    <a:pt x="293643" y="304565"/>
                  </a:lnTo>
                  <a:lnTo>
                    <a:pt x="293914" y="304787"/>
                  </a:lnTo>
                  <a:lnTo>
                    <a:pt x="294233" y="304757"/>
                  </a:lnTo>
                  <a:lnTo>
                    <a:pt x="294460" y="304735"/>
                  </a:lnTo>
                  <a:lnTo>
                    <a:pt x="294787" y="304504"/>
                  </a:lnTo>
                  <a:lnTo>
                    <a:pt x="295900" y="303706"/>
                  </a:lnTo>
                  <a:lnTo>
                    <a:pt x="296637" y="304106"/>
                  </a:lnTo>
                  <a:lnTo>
                    <a:pt x="296485" y="304389"/>
                  </a:lnTo>
                  <a:lnTo>
                    <a:pt x="296182" y="304504"/>
                  </a:lnTo>
                  <a:lnTo>
                    <a:pt x="296378" y="304593"/>
                  </a:lnTo>
                  <a:lnTo>
                    <a:pt x="296272" y="305180"/>
                  </a:lnTo>
                  <a:lnTo>
                    <a:pt x="296114" y="305652"/>
                  </a:lnTo>
                  <a:lnTo>
                    <a:pt x="296295" y="305973"/>
                  </a:lnTo>
                  <a:lnTo>
                    <a:pt x="296477" y="305956"/>
                  </a:lnTo>
                  <a:lnTo>
                    <a:pt x="296632" y="305565"/>
                  </a:lnTo>
                  <a:lnTo>
                    <a:pt x="296992" y="305022"/>
                  </a:lnTo>
                  <a:lnTo>
                    <a:pt x="296945" y="304862"/>
                  </a:lnTo>
                  <a:lnTo>
                    <a:pt x="296850" y="304617"/>
                  </a:lnTo>
                  <a:lnTo>
                    <a:pt x="297072" y="304549"/>
                  </a:lnTo>
                  <a:lnTo>
                    <a:pt x="297180" y="304855"/>
                  </a:lnTo>
                  <a:lnTo>
                    <a:pt x="297621" y="304895"/>
                  </a:lnTo>
                  <a:lnTo>
                    <a:pt x="297704" y="305113"/>
                  </a:lnTo>
                  <a:lnTo>
                    <a:pt x="297878" y="305064"/>
                  </a:lnTo>
                  <a:lnTo>
                    <a:pt x="297685" y="304451"/>
                  </a:lnTo>
                  <a:lnTo>
                    <a:pt x="297740" y="304102"/>
                  </a:lnTo>
                  <a:lnTo>
                    <a:pt x="298067" y="303819"/>
                  </a:lnTo>
                  <a:lnTo>
                    <a:pt x="298226" y="303683"/>
                  </a:lnTo>
                  <a:lnTo>
                    <a:pt x="298449" y="303646"/>
                  </a:lnTo>
                  <a:lnTo>
                    <a:pt x="299207" y="303920"/>
                  </a:lnTo>
                  <a:lnTo>
                    <a:pt x="299328" y="304376"/>
                  </a:lnTo>
                  <a:lnTo>
                    <a:pt x="299116" y="304504"/>
                  </a:lnTo>
                  <a:lnTo>
                    <a:pt x="299039" y="304691"/>
                  </a:lnTo>
                  <a:lnTo>
                    <a:pt x="298936" y="305304"/>
                  </a:lnTo>
                  <a:lnTo>
                    <a:pt x="298894" y="305504"/>
                  </a:lnTo>
                  <a:lnTo>
                    <a:pt x="298777" y="305705"/>
                  </a:lnTo>
                  <a:lnTo>
                    <a:pt x="298597" y="305958"/>
                  </a:lnTo>
                  <a:lnTo>
                    <a:pt x="298346" y="306109"/>
                  </a:lnTo>
                  <a:lnTo>
                    <a:pt x="297808" y="306211"/>
                  </a:lnTo>
                  <a:lnTo>
                    <a:pt x="297353" y="306132"/>
                  </a:lnTo>
                  <a:lnTo>
                    <a:pt x="296386" y="306592"/>
                  </a:lnTo>
                  <a:lnTo>
                    <a:pt x="295735" y="307277"/>
                  </a:lnTo>
                  <a:lnTo>
                    <a:pt x="295447" y="307534"/>
                  </a:lnTo>
                  <a:lnTo>
                    <a:pt x="295070" y="307954"/>
                  </a:lnTo>
                  <a:lnTo>
                    <a:pt x="294964" y="308089"/>
                  </a:lnTo>
                  <a:lnTo>
                    <a:pt x="294213" y="308789"/>
                  </a:lnTo>
                  <a:lnTo>
                    <a:pt x="294002" y="309060"/>
                  </a:lnTo>
                  <a:lnTo>
                    <a:pt x="293820" y="309503"/>
                  </a:lnTo>
                  <a:lnTo>
                    <a:pt x="293720" y="309889"/>
                  </a:lnTo>
                  <a:lnTo>
                    <a:pt x="293384" y="310118"/>
                  </a:lnTo>
                  <a:lnTo>
                    <a:pt x="293244" y="310208"/>
                  </a:lnTo>
                  <a:lnTo>
                    <a:pt x="293030" y="310307"/>
                  </a:lnTo>
                  <a:lnTo>
                    <a:pt x="292595" y="310247"/>
                  </a:lnTo>
                  <a:lnTo>
                    <a:pt x="292723" y="309718"/>
                  </a:lnTo>
                  <a:lnTo>
                    <a:pt x="293098" y="309253"/>
                  </a:lnTo>
                  <a:lnTo>
                    <a:pt x="293284" y="309166"/>
                  </a:lnTo>
                  <a:lnTo>
                    <a:pt x="293487" y="308973"/>
                  </a:lnTo>
                  <a:lnTo>
                    <a:pt x="293540" y="308826"/>
                  </a:lnTo>
                  <a:lnTo>
                    <a:pt x="293773" y="308317"/>
                  </a:lnTo>
                  <a:lnTo>
                    <a:pt x="294059" y="308162"/>
                  </a:lnTo>
                  <a:lnTo>
                    <a:pt x="294677" y="307784"/>
                  </a:lnTo>
                  <a:lnTo>
                    <a:pt x="294611" y="307358"/>
                  </a:lnTo>
                  <a:lnTo>
                    <a:pt x="294421" y="307311"/>
                  </a:lnTo>
                  <a:lnTo>
                    <a:pt x="293809" y="307429"/>
                  </a:lnTo>
                  <a:lnTo>
                    <a:pt x="293471" y="307583"/>
                  </a:lnTo>
                  <a:lnTo>
                    <a:pt x="292887" y="307929"/>
                  </a:lnTo>
                  <a:lnTo>
                    <a:pt x="292706" y="308173"/>
                  </a:lnTo>
                  <a:lnTo>
                    <a:pt x="292286" y="308627"/>
                  </a:lnTo>
                  <a:lnTo>
                    <a:pt x="292250" y="308815"/>
                  </a:lnTo>
                  <a:lnTo>
                    <a:pt x="292033" y="309056"/>
                  </a:lnTo>
                  <a:lnTo>
                    <a:pt x="291985" y="309265"/>
                  </a:lnTo>
                  <a:lnTo>
                    <a:pt x="291813" y="309383"/>
                  </a:lnTo>
                  <a:lnTo>
                    <a:pt x="291466" y="309296"/>
                  </a:lnTo>
                  <a:lnTo>
                    <a:pt x="291327" y="309143"/>
                  </a:lnTo>
                  <a:lnTo>
                    <a:pt x="291261" y="308716"/>
                  </a:lnTo>
                  <a:lnTo>
                    <a:pt x="290894" y="308821"/>
                  </a:lnTo>
                  <a:lnTo>
                    <a:pt x="291089" y="309174"/>
                  </a:lnTo>
                  <a:lnTo>
                    <a:pt x="290664" y="309140"/>
                  </a:lnTo>
                  <a:lnTo>
                    <a:pt x="290212" y="309226"/>
                  </a:lnTo>
                  <a:lnTo>
                    <a:pt x="289928" y="309391"/>
                  </a:lnTo>
                  <a:lnTo>
                    <a:pt x="289659" y="309583"/>
                  </a:lnTo>
                  <a:lnTo>
                    <a:pt x="289151" y="309978"/>
                  </a:lnTo>
                  <a:lnTo>
                    <a:pt x="289061" y="310122"/>
                  </a:lnTo>
                  <a:lnTo>
                    <a:pt x="288628" y="310542"/>
                  </a:lnTo>
                  <a:lnTo>
                    <a:pt x="287865" y="310628"/>
                  </a:lnTo>
                  <a:lnTo>
                    <a:pt x="287731" y="310796"/>
                  </a:lnTo>
                  <a:lnTo>
                    <a:pt x="287537" y="311063"/>
                  </a:lnTo>
                  <a:lnTo>
                    <a:pt x="287378" y="311337"/>
                  </a:lnTo>
                  <a:lnTo>
                    <a:pt x="287282" y="311560"/>
                  </a:lnTo>
                  <a:lnTo>
                    <a:pt x="287180" y="311776"/>
                  </a:lnTo>
                  <a:lnTo>
                    <a:pt x="286997" y="312111"/>
                  </a:lnTo>
                  <a:lnTo>
                    <a:pt x="286836" y="312260"/>
                  </a:lnTo>
                  <a:lnTo>
                    <a:pt x="286746" y="312584"/>
                  </a:lnTo>
                  <a:lnTo>
                    <a:pt x="286622" y="312810"/>
                  </a:lnTo>
                  <a:lnTo>
                    <a:pt x="286513" y="313003"/>
                  </a:lnTo>
                  <a:lnTo>
                    <a:pt x="286339" y="313334"/>
                  </a:lnTo>
                  <a:lnTo>
                    <a:pt x="286124" y="313843"/>
                  </a:lnTo>
                  <a:lnTo>
                    <a:pt x="286065" y="314017"/>
                  </a:lnTo>
                  <a:lnTo>
                    <a:pt x="285983" y="314281"/>
                  </a:lnTo>
                  <a:lnTo>
                    <a:pt x="285930" y="314605"/>
                  </a:lnTo>
                  <a:lnTo>
                    <a:pt x="285915" y="314898"/>
                  </a:lnTo>
                  <a:lnTo>
                    <a:pt x="286354" y="315374"/>
                  </a:lnTo>
                  <a:lnTo>
                    <a:pt x="286469" y="315770"/>
                  </a:lnTo>
                  <a:lnTo>
                    <a:pt x="286376" y="316872"/>
                  </a:lnTo>
                  <a:lnTo>
                    <a:pt x="286215" y="317094"/>
                  </a:lnTo>
                  <a:lnTo>
                    <a:pt x="285706" y="317719"/>
                  </a:lnTo>
                  <a:lnTo>
                    <a:pt x="285557" y="317973"/>
                  </a:lnTo>
                  <a:lnTo>
                    <a:pt x="285471" y="318511"/>
                  </a:lnTo>
                  <a:lnTo>
                    <a:pt x="285552" y="318725"/>
                  </a:lnTo>
                  <a:lnTo>
                    <a:pt x="285302" y="319051"/>
                  </a:lnTo>
                  <a:lnTo>
                    <a:pt x="285332" y="319423"/>
                  </a:lnTo>
                  <a:lnTo>
                    <a:pt x="284613" y="319297"/>
                  </a:lnTo>
                  <a:lnTo>
                    <a:pt x="284374" y="319305"/>
                  </a:lnTo>
                  <a:lnTo>
                    <a:pt x="284210" y="319228"/>
                  </a:lnTo>
                  <a:lnTo>
                    <a:pt x="284054" y="319124"/>
                  </a:lnTo>
                  <a:lnTo>
                    <a:pt x="283920" y="318831"/>
                  </a:lnTo>
                  <a:lnTo>
                    <a:pt x="283644" y="318452"/>
                  </a:lnTo>
                  <a:lnTo>
                    <a:pt x="283162" y="318560"/>
                  </a:lnTo>
                  <a:lnTo>
                    <a:pt x="283092" y="318334"/>
                  </a:lnTo>
                  <a:lnTo>
                    <a:pt x="283189" y="318080"/>
                  </a:lnTo>
                  <a:lnTo>
                    <a:pt x="283093" y="317754"/>
                  </a:lnTo>
                  <a:lnTo>
                    <a:pt x="282767" y="317421"/>
                  </a:lnTo>
                  <a:lnTo>
                    <a:pt x="282570" y="317231"/>
                  </a:lnTo>
                  <a:lnTo>
                    <a:pt x="282241" y="317117"/>
                  </a:lnTo>
                  <a:lnTo>
                    <a:pt x="281760" y="316982"/>
                  </a:lnTo>
                  <a:lnTo>
                    <a:pt x="281628" y="316956"/>
                  </a:lnTo>
                  <a:lnTo>
                    <a:pt x="281486" y="316979"/>
                  </a:lnTo>
                  <a:lnTo>
                    <a:pt x="281270" y="317051"/>
                  </a:lnTo>
                  <a:lnTo>
                    <a:pt x="281056" y="317162"/>
                  </a:lnTo>
                  <a:lnTo>
                    <a:pt x="280775" y="317365"/>
                  </a:lnTo>
                  <a:lnTo>
                    <a:pt x="280557" y="317614"/>
                  </a:lnTo>
                  <a:lnTo>
                    <a:pt x="280463" y="317783"/>
                  </a:lnTo>
                  <a:lnTo>
                    <a:pt x="280407" y="317923"/>
                  </a:lnTo>
                  <a:lnTo>
                    <a:pt x="280399" y="318321"/>
                  </a:lnTo>
                  <a:lnTo>
                    <a:pt x="280502" y="318631"/>
                  </a:lnTo>
                  <a:lnTo>
                    <a:pt x="280895" y="319011"/>
                  </a:lnTo>
                  <a:lnTo>
                    <a:pt x="281284" y="319315"/>
                  </a:lnTo>
                  <a:lnTo>
                    <a:pt x="281518" y="319346"/>
                  </a:lnTo>
                  <a:lnTo>
                    <a:pt x="282207" y="319265"/>
                  </a:lnTo>
                  <a:lnTo>
                    <a:pt x="282197" y="319760"/>
                  </a:lnTo>
                  <a:lnTo>
                    <a:pt x="282032" y="319942"/>
                  </a:lnTo>
                  <a:lnTo>
                    <a:pt x="281641" y="320260"/>
                  </a:lnTo>
                  <a:lnTo>
                    <a:pt x="281261" y="320370"/>
                  </a:lnTo>
                  <a:lnTo>
                    <a:pt x="280813" y="320608"/>
                  </a:lnTo>
                  <a:lnTo>
                    <a:pt x="280713" y="320740"/>
                  </a:lnTo>
                  <a:lnTo>
                    <a:pt x="280615" y="320900"/>
                  </a:lnTo>
                  <a:lnTo>
                    <a:pt x="280448" y="321227"/>
                  </a:lnTo>
                  <a:lnTo>
                    <a:pt x="280324" y="321497"/>
                  </a:lnTo>
                  <a:lnTo>
                    <a:pt x="280196" y="321964"/>
                  </a:lnTo>
                  <a:lnTo>
                    <a:pt x="280154" y="322181"/>
                  </a:lnTo>
                  <a:lnTo>
                    <a:pt x="280148" y="322462"/>
                  </a:lnTo>
                  <a:lnTo>
                    <a:pt x="280265" y="322887"/>
                  </a:lnTo>
                  <a:lnTo>
                    <a:pt x="280497" y="323050"/>
                  </a:lnTo>
                  <a:lnTo>
                    <a:pt x="280624" y="323094"/>
                  </a:lnTo>
                  <a:lnTo>
                    <a:pt x="281007" y="323431"/>
                  </a:lnTo>
                  <a:lnTo>
                    <a:pt x="280647" y="323984"/>
                  </a:lnTo>
                  <a:lnTo>
                    <a:pt x="280412" y="323977"/>
                  </a:lnTo>
                  <a:lnTo>
                    <a:pt x="280132" y="323943"/>
                  </a:lnTo>
                  <a:lnTo>
                    <a:pt x="279828" y="324017"/>
                  </a:lnTo>
                  <a:lnTo>
                    <a:pt x="279427" y="324382"/>
                  </a:lnTo>
                  <a:lnTo>
                    <a:pt x="278861" y="324855"/>
                  </a:lnTo>
                  <a:lnTo>
                    <a:pt x="278806" y="325055"/>
                  </a:lnTo>
                  <a:lnTo>
                    <a:pt x="278669" y="325307"/>
                  </a:lnTo>
                  <a:lnTo>
                    <a:pt x="278360" y="325401"/>
                  </a:lnTo>
                  <a:lnTo>
                    <a:pt x="278179" y="325209"/>
                  </a:lnTo>
                  <a:lnTo>
                    <a:pt x="278153" y="324888"/>
                  </a:lnTo>
                  <a:lnTo>
                    <a:pt x="277778" y="324591"/>
                  </a:lnTo>
                  <a:lnTo>
                    <a:pt x="277988" y="324431"/>
                  </a:lnTo>
                  <a:lnTo>
                    <a:pt x="277826" y="324292"/>
                  </a:lnTo>
                  <a:lnTo>
                    <a:pt x="277682" y="324269"/>
                  </a:lnTo>
                  <a:lnTo>
                    <a:pt x="277510" y="324246"/>
                  </a:lnTo>
                  <a:lnTo>
                    <a:pt x="277316" y="324269"/>
                  </a:lnTo>
                  <a:lnTo>
                    <a:pt x="276954" y="324509"/>
                  </a:lnTo>
                  <a:lnTo>
                    <a:pt x="276609" y="324670"/>
                  </a:lnTo>
                  <a:lnTo>
                    <a:pt x="276555" y="324088"/>
                  </a:lnTo>
                  <a:lnTo>
                    <a:pt x="276543" y="323923"/>
                  </a:lnTo>
                  <a:lnTo>
                    <a:pt x="276723" y="323663"/>
                  </a:lnTo>
                  <a:lnTo>
                    <a:pt x="276591" y="323594"/>
                  </a:lnTo>
                  <a:lnTo>
                    <a:pt x="275867" y="323622"/>
                  </a:lnTo>
                  <a:lnTo>
                    <a:pt x="275952" y="323722"/>
                  </a:lnTo>
                  <a:lnTo>
                    <a:pt x="275794" y="323766"/>
                  </a:lnTo>
                  <a:lnTo>
                    <a:pt x="275551" y="323808"/>
                  </a:lnTo>
                  <a:lnTo>
                    <a:pt x="275235" y="324059"/>
                  </a:lnTo>
                  <a:lnTo>
                    <a:pt x="274678" y="324616"/>
                  </a:lnTo>
                  <a:lnTo>
                    <a:pt x="274921" y="324612"/>
                  </a:lnTo>
                  <a:lnTo>
                    <a:pt x="275027" y="324859"/>
                  </a:lnTo>
                  <a:lnTo>
                    <a:pt x="274764" y="324869"/>
                  </a:lnTo>
                  <a:lnTo>
                    <a:pt x="274474" y="325340"/>
                  </a:lnTo>
                  <a:lnTo>
                    <a:pt x="275167" y="325318"/>
                  </a:lnTo>
                  <a:lnTo>
                    <a:pt x="275243" y="325586"/>
                  </a:lnTo>
                  <a:lnTo>
                    <a:pt x="274547" y="326018"/>
                  </a:lnTo>
                  <a:lnTo>
                    <a:pt x="274705" y="326240"/>
                  </a:lnTo>
                  <a:lnTo>
                    <a:pt x="274535" y="326344"/>
                  </a:lnTo>
                  <a:lnTo>
                    <a:pt x="274935" y="326890"/>
                  </a:lnTo>
                  <a:lnTo>
                    <a:pt x="274530" y="327146"/>
                  </a:lnTo>
                  <a:lnTo>
                    <a:pt x="274217" y="326708"/>
                  </a:lnTo>
                  <a:lnTo>
                    <a:pt x="273550" y="326949"/>
                  </a:lnTo>
                  <a:lnTo>
                    <a:pt x="273042" y="326606"/>
                  </a:lnTo>
                  <a:lnTo>
                    <a:pt x="272871" y="326618"/>
                  </a:lnTo>
                  <a:lnTo>
                    <a:pt x="272871" y="324943"/>
                  </a:lnTo>
                  <a:lnTo>
                    <a:pt x="272657" y="324510"/>
                  </a:lnTo>
                  <a:lnTo>
                    <a:pt x="272479" y="324176"/>
                  </a:lnTo>
                  <a:lnTo>
                    <a:pt x="272393" y="324014"/>
                  </a:lnTo>
                  <a:lnTo>
                    <a:pt x="272173" y="323826"/>
                  </a:lnTo>
                  <a:lnTo>
                    <a:pt x="272239" y="324494"/>
                  </a:lnTo>
                  <a:lnTo>
                    <a:pt x="272176" y="324682"/>
                  </a:lnTo>
                  <a:lnTo>
                    <a:pt x="271931" y="324665"/>
                  </a:lnTo>
                  <a:lnTo>
                    <a:pt x="271660" y="324715"/>
                  </a:lnTo>
                  <a:lnTo>
                    <a:pt x="271482" y="324800"/>
                  </a:lnTo>
                  <a:lnTo>
                    <a:pt x="271020" y="325184"/>
                  </a:lnTo>
                  <a:lnTo>
                    <a:pt x="270727" y="325317"/>
                  </a:lnTo>
                  <a:lnTo>
                    <a:pt x="270130" y="325635"/>
                  </a:lnTo>
                  <a:lnTo>
                    <a:pt x="269683" y="326005"/>
                  </a:lnTo>
                  <a:lnTo>
                    <a:pt x="269414" y="326373"/>
                  </a:lnTo>
                  <a:lnTo>
                    <a:pt x="269094" y="326568"/>
                  </a:lnTo>
                  <a:lnTo>
                    <a:pt x="268807" y="326551"/>
                  </a:lnTo>
                  <a:lnTo>
                    <a:pt x="268712" y="326244"/>
                  </a:lnTo>
                  <a:lnTo>
                    <a:pt x="268439" y="326083"/>
                  </a:lnTo>
                  <a:lnTo>
                    <a:pt x="268155" y="325723"/>
                  </a:lnTo>
                  <a:lnTo>
                    <a:pt x="267700" y="325380"/>
                  </a:lnTo>
                  <a:lnTo>
                    <a:pt x="268103" y="325927"/>
                  </a:lnTo>
                  <a:lnTo>
                    <a:pt x="268270" y="326251"/>
                  </a:lnTo>
                  <a:lnTo>
                    <a:pt x="268340" y="326517"/>
                  </a:lnTo>
                  <a:lnTo>
                    <a:pt x="268129" y="326438"/>
                  </a:lnTo>
                  <a:lnTo>
                    <a:pt x="267911" y="326355"/>
                  </a:lnTo>
                  <a:lnTo>
                    <a:pt x="267777" y="326548"/>
                  </a:lnTo>
                  <a:lnTo>
                    <a:pt x="268102" y="326727"/>
                  </a:lnTo>
                  <a:lnTo>
                    <a:pt x="268366" y="326830"/>
                  </a:lnTo>
                  <a:lnTo>
                    <a:pt x="268549" y="326992"/>
                  </a:lnTo>
                  <a:lnTo>
                    <a:pt x="268601" y="327248"/>
                  </a:lnTo>
                  <a:lnTo>
                    <a:pt x="268537" y="327488"/>
                  </a:lnTo>
                  <a:lnTo>
                    <a:pt x="268354" y="327774"/>
                  </a:lnTo>
                  <a:lnTo>
                    <a:pt x="268005" y="327610"/>
                  </a:lnTo>
                  <a:lnTo>
                    <a:pt x="267737" y="327614"/>
                  </a:lnTo>
                  <a:lnTo>
                    <a:pt x="267622" y="327760"/>
                  </a:lnTo>
                  <a:lnTo>
                    <a:pt x="267328" y="327784"/>
                  </a:lnTo>
                  <a:lnTo>
                    <a:pt x="267533" y="327881"/>
                  </a:lnTo>
                  <a:lnTo>
                    <a:pt x="267221" y="327922"/>
                  </a:lnTo>
                  <a:lnTo>
                    <a:pt x="267011" y="328119"/>
                  </a:lnTo>
                  <a:lnTo>
                    <a:pt x="267175" y="328188"/>
                  </a:lnTo>
                  <a:lnTo>
                    <a:pt x="267892" y="328153"/>
                  </a:lnTo>
                  <a:lnTo>
                    <a:pt x="267766" y="328401"/>
                  </a:lnTo>
                  <a:lnTo>
                    <a:pt x="267534" y="328699"/>
                  </a:lnTo>
                  <a:lnTo>
                    <a:pt x="267150" y="329297"/>
                  </a:lnTo>
                  <a:lnTo>
                    <a:pt x="267010" y="329610"/>
                  </a:lnTo>
                  <a:lnTo>
                    <a:pt x="266773" y="330191"/>
                  </a:lnTo>
                  <a:lnTo>
                    <a:pt x="266732" y="330391"/>
                  </a:lnTo>
                  <a:lnTo>
                    <a:pt x="266919" y="331043"/>
                  </a:lnTo>
                  <a:lnTo>
                    <a:pt x="266468" y="331181"/>
                  </a:lnTo>
                  <a:lnTo>
                    <a:pt x="266157" y="331924"/>
                  </a:lnTo>
                  <a:lnTo>
                    <a:pt x="266130" y="332153"/>
                  </a:lnTo>
                  <a:lnTo>
                    <a:pt x="266011" y="332699"/>
                  </a:lnTo>
                  <a:lnTo>
                    <a:pt x="266007" y="332828"/>
                  </a:lnTo>
                  <a:lnTo>
                    <a:pt x="265649" y="333407"/>
                  </a:lnTo>
                  <a:lnTo>
                    <a:pt x="265434" y="333445"/>
                  </a:lnTo>
                  <a:lnTo>
                    <a:pt x="264789" y="333853"/>
                  </a:lnTo>
                  <a:lnTo>
                    <a:pt x="264713" y="334041"/>
                  </a:lnTo>
                  <a:lnTo>
                    <a:pt x="264636" y="334681"/>
                  </a:lnTo>
                  <a:lnTo>
                    <a:pt x="264502" y="334854"/>
                  </a:lnTo>
                  <a:lnTo>
                    <a:pt x="264358" y="335143"/>
                  </a:lnTo>
                  <a:lnTo>
                    <a:pt x="264197" y="335526"/>
                  </a:lnTo>
                  <a:lnTo>
                    <a:pt x="264087" y="335826"/>
                  </a:lnTo>
                  <a:lnTo>
                    <a:pt x="264034" y="336010"/>
                  </a:lnTo>
                  <a:lnTo>
                    <a:pt x="263951" y="336360"/>
                  </a:lnTo>
                  <a:lnTo>
                    <a:pt x="263920" y="336613"/>
                  </a:lnTo>
                  <a:lnTo>
                    <a:pt x="263586" y="336537"/>
                  </a:lnTo>
                  <a:lnTo>
                    <a:pt x="263949" y="336844"/>
                  </a:lnTo>
                  <a:lnTo>
                    <a:pt x="263929" y="337181"/>
                  </a:lnTo>
                  <a:lnTo>
                    <a:pt x="263926" y="337341"/>
                  </a:lnTo>
                  <a:lnTo>
                    <a:pt x="264096" y="338038"/>
                  </a:lnTo>
                  <a:lnTo>
                    <a:pt x="263665" y="338537"/>
                  </a:lnTo>
                  <a:lnTo>
                    <a:pt x="263536" y="338753"/>
                  </a:lnTo>
                  <a:lnTo>
                    <a:pt x="263426" y="339224"/>
                  </a:lnTo>
                  <a:lnTo>
                    <a:pt x="263217" y="339184"/>
                  </a:lnTo>
                  <a:lnTo>
                    <a:pt x="263288" y="338803"/>
                  </a:lnTo>
                  <a:lnTo>
                    <a:pt x="263398" y="338384"/>
                  </a:lnTo>
                  <a:lnTo>
                    <a:pt x="263521" y="338025"/>
                  </a:lnTo>
                  <a:lnTo>
                    <a:pt x="263386" y="338010"/>
                  </a:lnTo>
                  <a:lnTo>
                    <a:pt x="262776" y="337953"/>
                  </a:lnTo>
                  <a:lnTo>
                    <a:pt x="262663" y="338360"/>
                  </a:lnTo>
                  <a:lnTo>
                    <a:pt x="262669" y="339379"/>
                  </a:lnTo>
                  <a:lnTo>
                    <a:pt x="262670" y="339690"/>
                  </a:lnTo>
                  <a:lnTo>
                    <a:pt x="262671" y="340389"/>
                  </a:lnTo>
                  <a:lnTo>
                    <a:pt x="262456" y="340390"/>
                  </a:lnTo>
                  <a:lnTo>
                    <a:pt x="262485" y="341802"/>
                  </a:lnTo>
                  <a:lnTo>
                    <a:pt x="261815" y="341795"/>
                  </a:lnTo>
                  <a:lnTo>
                    <a:pt x="261804" y="340110"/>
                  </a:lnTo>
                  <a:lnTo>
                    <a:pt x="261312" y="340120"/>
                  </a:lnTo>
                  <a:lnTo>
                    <a:pt x="261057" y="340114"/>
                  </a:lnTo>
                  <a:lnTo>
                    <a:pt x="260784" y="340167"/>
                  </a:lnTo>
                  <a:lnTo>
                    <a:pt x="260525" y="340273"/>
                  </a:lnTo>
                  <a:lnTo>
                    <a:pt x="259740" y="340665"/>
                  </a:lnTo>
                  <a:lnTo>
                    <a:pt x="259684" y="340478"/>
                  </a:lnTo>
                  <a:lnTo>
                    <a:pt x="259573" y="340673"/>
                  </a:lnTo>
                  <a:lnTo>
                    <a:pt x="259930" y="340899"/>
                  </a:lnTo>
                  <a:lnTo>
                    <a:pt x="260065" y="341019"/>
                  </a:lnTo>
                  <a:lnTo>
                    <a:pt x="259767" y="341363"/>
                  </a:lnTo>
                  <a:lnTo>
                    <a:pt x="259201" y="341041"/>
                  </a:lnTo>
                  <a:lnTo>
                    <a:pt x="259098" y="341186"/>
                  </a:lnTo>
                  <a:lnTo>
                    <a:pt x="258930" y="341454"/>
                  </a:lnTo>
                  <a:lnTo>
                    <a:pt x="258792" y="341740"/>
                  </a:lnTo>
                  <a:lnTo>
                    <a:pt x="258694" y="341975"/>
                  </a:lnTo>
                  <a:lnTo>
                    <a:pt x="258487" y="342026"/>
                  </a:lnTo>
                  <a:lnTo>
                    <a:pt x="258356" y="341668"/>
                  </a:lnTo>
                  <a:lnTo>
                    <a:pt x="258095" y="341753"/>
                  </a:lnTo>
                  <a:lnTo>
                    <a:pt x="258020" y="341886"/>
                  </a:lnTo>
                  <a:lnTo>
                    <a:pt x="258161" y="342056"/>
                  </a:lnTo>
                  <a:lnTo>
                    <a:pt x="258323" y="342237"/>
                  </a:lnTo>
                  <a:lnTo>
                    <a:pt x="258286" y="342663"/>
                  </a:lnTo>
                  <a:lnTo>
                    <a:pt x="257940" y="343053"/>
                  </a:lnTo>
                  <a:lnTo>
                    <a:pt x="257716" y="342873"/>
                  </a:lnTo>
                  <a:lnTo>
                    <a:pt x="257468" y="343083"/>
                  </a:lnTo>
                  <a:lnTo>
                    <a:pt x="256984" y="343455"/>
                  </a:lnTo>
                  <a:lnTo>
                    <a:pt x="256714" y="343764"/>
                  </a:lnTo>
                  <a:lnTo>
                    <a:pt x="256642" y="343971"/>
                  </a:lnTo>
                  <a:lnTo>
                    <a:pt x="256616" y="344131"/>
                  </a:lnTo>
                  <a:lnTo>
                    <a:pt x="256692" y="344342"/>
                  </a:lnTo>
                  <a:lnTo>
                    <a:pt x="256603" y="344632"/>
                  </a:lnTo>
                  <a:lnTo>
                    <a:pt x="256520" y="344956"/>
                  </a:lnTo>
                  <a:lnTo>
                    <a:pt x="256428" y="345368"/>
                  </a:lnTo>
                  <a:lnTo>
                    <a:pt x="256397" y="345516"/>
                  </a:lnTo>
                  <a:lnTo>
                    <a:pt x="256249" y="346155"/>
                  </a:lnTo>
                  <a:lnTo>
                    <a:pt x="256175" y="346382"/>
                  </a:lnTo>
                  <a:lnTo>
                    <a:pt x="256032" y="346662"/>
                  </a:lnTo>
                  <a:lnTo>
                    <a:pt x="255818" y="347239"/>
                  </a:lnTo>
                  <a:lnTo>
                    <a:pt x="255723" y="347540"/>
                  </a:lnTo>
                  <a:lnTo>
                    <a:pt x="255572" y="348335"/>
                  </a:lnTo>
                  <a:lnTo>
                    <a:pt x="255552" y="348535"/>
                  </a:lnTo>
                  <a:lnTo>
                    <a:pt x="255501" y="348971"/>
                  </a:lnTo>
                  <a:lnTo>
                    <a:pt x="255422" y="349485"/>
                  </a:lnTo>
                  <a:lnTo>
                    <a:pt x="255248" y="349825"/>
                  </a:lnTo>
                  <a:lnTo>
                    <a:pt x="255256" y="350096"/>
                  </a:lnTo>
                  <a:lnTo>
                    <a:pt x="255277" y="350303"/>
                  </a:lnTo>
                  <a:lnTo>
                    <a:pt x="255188" y="350804"/>
                  </a:lnTo>
                  <a:lnTo>
                    <a:pt x="255207" y="351265"/>
                  </a:lnTo>
                  <a:lnTo>
                    <a:pt x="255577" y="351257"/>
                  </a:lnTo>
                  <a:lnTo>
                    <a:pt x="255893" y="351337"/>
                  </a:lnTo>
                  <a:lnTo>
                    <a:pt x="255853" y="351680"/>
                  </a:lnTo>
                  <a:lnTo>
                    <a:pt x="255705" y="352271"/>
                  </a:lnTo>
                  <a:lnTo>
                    <a:pt x="255481" y="352488"/>
                  </a:lnTo>
                  <a:lnTo>
                    <a:pt x="255082" y="352334"/>
                  </a:lnTo>
                  <a:lnTo>
                    <a:pt x="255042" y="352474"/>
                  </a:lnTo>
                  <a:lnTo>
                    <a:pt x="255137" y="352613"/>
                  </a:lnTo>
                  <a:lnTo>
                    <a:pt x="255493" y="352615"/>
                  </a:lnTo>
                  <a:lnTo>
                    <a:pt x="255537" y="352918"/>
                  </a:lnTo>
                  <a:lnTo>
                    <a:pt x="255840" y="352886"/>
                  </a:lnTo>
                  <a:lnTo>
                    <a:pt x="255894" y="353209"/>
                  </a:lnTo>
                  <a:lnTo>
                    <a:pt x="255265" y="353283"/>
                  </a:lnTo>
                  <a:lnTo>
                    <a:pt x="255291" y="353476"/>
                  </a:lnTo>
                  <a:lnTo>
                    <a:pt x="255084" y="353500"/>
                  </a:lnTo>
                  <a:lnTo>
                    <a:pt x="254956" y="353043"/>
                  </a:lnTo>
                  <a:lnTo>
                    <a:pt x="254582" y="353314"/>
                  </a:lnTo>
                  <a:lnTo>
                    <a:pt x="254574" y="353597"/>
                  </a:lnTo>
                  <a:lnTo>
                    <a:pt x="254621" y="353931"/>
                  </a:lnTo>
                  <a:lnTo>
                    <a:pt x="254032" y="354003"/>
                  </a:lnTo>
                  <a:lnTo>
                    <a:pt x="253960" y="353598"/>
                  </a:lnTo>
                  <a:lnTo>
                    <a:pt x="254277" y="353388"/>
                  </a:lnTo>
                  <a:lnTo>
                    <a:pt x="254387" y="353083"/>
                  </a:lnTo>
                  <a:lnTo>
                    <a:pt x="254230" y="353139"/>
                  </a:lnTo>
                  <a:lnTo>
                    <a:pt x="254040" y="353239"/>
                  </a:lnTo>
                  <a:lnTo>
                    <a:pt x="253659" y="353475"/>
                  </a:lnTo>
                  <a:lnTo>
                    <a:pt x="253408" y="353383"/>
                  </a:lnTo>
                  <a:lnTo>
                    <a:pt x="253244" y="353380"/>
                  </a:lnTo>
                  <a:lnTo>
                    <a:pt x="253061" y="353429"/>
                  </a:lnTo>
                  <a:lnTo>
                    <a:pt x="252908" y="353577"/>
                  </a:lnTo>
                  <a:lnTo>
                    <a:pt x="252730" y="353655"/>
                  </a:lnTo>
                  <a:lnTo>
                    <a:pt x="252370" y="353587"/>
                  </a:lnTo>
                  <a:lnTo>
                    <a:pt x="251605" y="353912"/>
                  </a:lnTo>
                  <a:lnTo>
                    <a:pt x="251548" y="353640"/>
                  </a:lnTo>
                  <a:lnTo>
                    <a:pt x="251334" y="353222"/>
                  </a:lnTo>
                  <a:lnTo>
                    <a:pt x="251149" y="352901"/>
                  </a:lnTo>
                  <a:lnTo>
                    <a:pt x="251000" y="352535"/>
                  </a:lnTo>
                  <a:lnTo>
                    <a:pt x="250954" y="352351"/>
                  </a:lnTo>
                  <a:lnTo>
                    <a:pt x="250334" y="352046"/>
                  </a:lnTo>
                  <a:lnTo>
                    <a:pt x="250090" y="352023"/>
                  </a:lnTo>
                  <a:lnTo>
                    <a:pt x="249652" y="351880"/>
                  </a:lnTo>
                  <a:lnTo>
                    <a:pt x="249271" y="351697"/>
                  </a:lnTo>
                  <a:lnTo>
                    <a:pt x="249079" y="351588"/>
                  </a:lnTo>
                  <a:lnTo>
                    <a:pt x="248664" y="351425"/>
                  </a:lnTo>
                  <a:lnTo>
                    <a:pt x="248499" y="351494"/>
                  </a:lnTo>
                  <a:lnTo>
                    <a:pt x="248033" y="351954"/>
                  </a:lnTo>
                  <a:lnTo>
                    <a:pt x="247723" y="352437"/>
                  </a:lnTo>
                  <a:lnTo>
                    <a:pt x="247535" y="352440"/>
                  </a:lnTo>
                  <a:lnTo>
                    <a:pt x="247008" y="352391"/>
                  </a:lnTo>
                  <a:lnTo>
                    <a:pt x="246535" y="352264"/>
                  </a:lnTo>
                  <a:lnTo>
                    <a:pt x="245976" y="352364"/>
                  </a:lnTo>
                  <a:lnTo>
                    <a:pt x="245406" y="352415"/>
                  </a:lnTo>
                  <a:lnTo>
                    <a:pt x="245111" y="352468"/>
                  </a:lnTo>
                  <a:lnTo>
                    <a:pt x="244971" y="352696"/>
                  </a:lnTo>
                  <a:lnTo>
                    <a:pt x="244874" y="352863"/>
                  </a:lnTo>
                  <a:lnTo>
                    <a:pt x="244713" y="352858"/>
                  </a:lnTo>
                  <a:lnTo>
                    <a:pt x="244315" y="352808"/>
                  </a:lnTo>
                  <a:lnTo>
                    <a:pt x="244000" y="352882"/>
                  </a:lnTo>
                  <a:lnTo>
                    <a:pt x="243396" y="353105"/>
                  </a:lnTo>
                  <a:lnTo>
                    <a:pt x="243644" y="353384"/>
                  </a:lnTo>
                  <a:lnTo>
                    <a:pt x="243576" y="353711"/>
                  </a:lnTo>
                  <a:lnTo>
                    <a:pt x="243327" y="354094"/>
                  </a:lnTo>
                  <a:lnTo>
                    <a:pt x="243035" y="354308"/>
                  </a:lnTo>
                  <a:lnTo>
                    <a:pt x="242820" y="354420"/>
                  </a:lnTo>
                  <a:lnTo>
                    <a:pt x="242857" y="354741"/>
                  </a:lnTo>
                  <a:lnTo>
                    <a:pt x="243066" y="355042"/>
                  </a:lnTo>
                  <a:lnTo>
                    <a:pt x="243108" y="355304"/>
                  </a:lnTo>
                  <a:lnTo>
                    <a:pt x="242613" y="355507"/>
                  </a:lnTo>
                  <a:lnTo>
                    <a:pt x="242404" y="355518"/>
                  </a:lnTo>
                  <a:lnTo>
                    <a:pt x="242045" y="355479"/>
                  </a:lnTo>
                  <a:lnTo>
                    <a:pt x="241856" y="355237"/>
                  </a:lnTo>
                  <a:lnTo>
                    <a:pt x="241550" y="355178"/>
                  </a:lnTo>
                  <a:lnTo>
                    <a:pt x="240685" y="355142"/>
                  </a:lnTo>
                  <a:lnTo>
                    <a:pt x="240506" y="355171"/>
                  </a:lnTo>
                  <a:lnTo>
                    <a:pt x="240149" y="355466"/>
                  </a:lnTo>
                  <a:lnTo>
                    <a:pt x="239431" y="355605"/>
                  </a:lnTo>
                  <a:lnTo>
                    <a:pt x="239300" y="355577"/>
                  </a:lnTo>
                  <a:lnTo>
                    <a:pt x="239025" y="355518"/>
                  </a:lnTo>
                  <a:lnTo>
                    <a:pt x="238552" y="355225"/>
                  </a:lnTo>
                  <a:lnTo>
                    <a:pt x="237758" y="355292"/>
                  </a:lnTo>
                  <a:lnTo>
                    <a:pt x="237473" y="355435"/>
                  </a:lnTo>
                  <a:lnTo>
                    <a:pt x="236543" y="355693"/>
                  </a:lnTo>
                  <a:lnTo>
                    <a:pt x="236198" y="355642"/>
                  </a:lnTo>
                  <a:lnTo>
                    <a:pt x="235292" y="355831"/>
                  </a:lnTo>
                  <a:lnTo>
                    <a:pt x="235033" y="355860"/>
                  </a:lnTo>
                  <a:lnTo>
                    <a:pt x="234232" y="355801"/>
                  </a:lnTo>
                  <a:lnTo>
                    <a:pt x="233627" y="355443"/>
                  </a:lnTo>
                  <a:lnTo>
                    <a:pt x="232882" y="355550"/>
                  </a:lnTo>
                  <a:lnTo>
                    <a:pt x="232648" y="355834"/>
                  </a:lnTo>
                  <a:lnTo>
                    <a:pt x="231801" y="356380"/>
                  </a:lnTo>
                  <a:lnTo>
                    <a:pt x="231618" y="356433"/>
                  </a:lnTo>
                  <a:lnTo>
                    <a:pt x="231387" y="356363"/>
                  </a:lnTo>
                  <a:lnTo>
                    <a:pt x="230905" y="356485"/>
                  </a:lnTo>
                  <a:lnTo>
                    <a:pt x="230503" y="356937"/>
                  </a:lnTo>
                  <a:lnTo>
                    <a:pt x="230589" y="357171"/>
                  </a:lnTo>
                  <a:lnTo>
                    <a:pt x="230894" y="357965"/>
                  </a:lnTo>
                  <a:lnTo>
                    <a:pt x="230964" y="358303"/>
                  </a:lnTo>
                  <a:lnTo>
                    <a:pt x="230883" y="358566"/>
                  </a:lnTo>
                  <a:lnTo>
                    <a:pt x="230796" y="358737"/>
                  </a:lnTo>
                  <a:lnTo>
                    <a:pt x="230641" y="359058"/>
                  </a:lnTo>
                  <a:lnTo>
                    <a:pt x="230412" y="359745"/>
                  </a:lnTo>
                  <a:lnTo>
                    <a:pt x="230344" y="360106"/>
                  </a:lnTo>
                  <a:lnTo>
                    <a:pt x="230434" y="360366"/>
                  </a:lnTo>
                  <a:lnTo>
                    <a:pt x="230709" y="360788"/>
                  </a:lnTo>
                  <a:lnTo>
                    <a:pt x="230582" y="361260"/>
                  </a:lnTo>
                  <a:lnTo>
                    <a:pt x="230418" y="361551"/>
                  </a:lnTo>
                  <a:lnTo>
                    <a:pt x="230527" y="362216"/>
                  </a:lnTo>
                  <a:lnTo>
                    <a:pt x="230102" y="361881"/>
                  </a:lnTo>
                  <a:lnTo>
                    <a:pt x="229935" y="361968"/>
                  </a:lnTo>
                  <a:lnTo>
                    <a:pt x="229549" y="362323"/>
                  </a:lnTo>
                  <a:lnTo>
                    <a:pt x="229155" y="362711"/>
                  </a:lnTo>
                  <a:lnTo>
                    <a:pt x="228782" y="363103"/>
                  </a:lnTo>
                  <a:lnTo>
                    <a:pt x="228535" y="363524"/>
                  </a:lnTo>
                  <a:lnTo>
                    <a:pt x="228481" y="363653"/>
                  </a:lnTo>
                  <a:lnTo>
                    <a:pt x="228484" y="363931"/>
                  </a:lnTo>
                  <a:lnTo>
                    <a:pt x="228395" y="364239"/>
                  </a:lnTo>
                  <a:lnTo>
                    <a:pt x="228174" y="364371"/>
                  </a:lnTo>
                  <a:lnTo>
                    <a:pt x="228037" y="364430"/>
                  </a:lnTo>
                  <a:lnTo>
                    <a:pt x="227874" y="364627"/>
                  </a:lnTo>
                  <a:lnTo>
                    <a:pt x="227650" y="365045"/>
                  </a:lnTo>
                  <a:lnTo>
                    <a:pt x="227921" y="365399"/>
                  </a:lnTo>
                  <a:lnTo>
                    <a:pt x="228002" y="366076"/>
                  </a:lnTo>
                  <a:lnTo>
                    <a:pt x="227977" y="366281"/>
                  </a:lnTo>
                  <a:lnTo>
                    <a:pt x="227866" y="366421"/>
                  </a:lnTo>
                  <a:lnTo>
                    <a:pt x="227555" y="366634"/>
                  </a:lnTo>
                  <a:lnTo>
                    <a:pt x="227313" y="366477"/>
                  </a:lnTo>
                  <a:lnTo>
                    <a:pt x="226843" y="366102"/>
                  </a:lnTo>
                  <a:lnTo>
                    <a:pt x="226818" y="366242"/>
                  </a:lnTo>
                  <a:lnTo>
                    <a:pt x="227063" y="366358"/>
                  </a:lnTo>
                  <a:lnTo>
                    <a:pt x="227012" y="366625"/>
                  </a:lnTo>
                  <a:lnTo>
                    <a:pt x="226629" y="366575"/>
                  </a:lnTo>
                  <a:lnTo>
                    <a:pt x="226381" y="366491"/>
                  </a:lnTo>
                  <a:lnTo>
                    <a:pt x="225976" y="366331"/>
                  </a:lnTo>
                  <a:lnTo>
                    <a:pt x="225863" y="366599"/>
                  </a:lnTo>
                  <a:lnTo>
                    <a:pt x="225836" y="366771"/>
                  </a:lnTo>
                  <a:lnTo>
                    <a:pt x="226157" y="367100"/>
                  </a:lnTo>
                  <a:lnTo>
                    <a:pt x="226849" y="367149"/>
                  </a:lnTo>
                  <a:lnTo>
                    <a:pt x="227100" y="367436"/>
                  </a:lnTo>
                  <a:lnTo>
                    <a:pt x="226878" y="367651"/>
                  </a:lnTo>
                  <a:lnTo>
                    <a:pt x="226600" y="367868"/>
                  </a:lnTo>
                  <a:lnTo>
                    <a:pt x="226418" y="368769"/>
                  </a:lnTo>
                  <a:lnTo>
                    <a:pt x="226445" y="369132"/>
                  </a:lnTo>
                  <a:lnTo>
                    <a:pt x="226191" y="369263"/>
                  </a:lnTo>
                  <a:lnTo>
                    <a:pt x="225484" y="369539"/>
                  </a:lnTo>
                  <a:lnTo>
                    <a:pt x="224799" y="369381"/>
                  </a:lnTo>
                  <a:lnTo>
                    <a:pt x="224621" y="369393"/>
                  </a:lnTo>
                  <a:lnTo>
                    <a:pt x="224381" y="369473"/>
                  </a:lnTo>
                  <a:lnTo>
                    <a:pt x="224256" y="369650"/>
                  </a:lnTo>
                  <a:lnTo>
                    <a:pt x="224397" y="369799"/>
                  </a:lnTo>
                  <a:lnTo>
                    <a:pt x="224909" y="369945"/>
                  </a:lnTo>
                  <a:lnTo>
                    <a:pt x="224874" y="370240"/>
                  </a:lnTo>
                  <a:lnTo>
                    <a:pt x="224803" y="370732"/>
                  </a:lnTo>
                  <a:lnTo>
                    <a:pt x="224330" y="370609"/>
                  </a:lnTo>
                  <a:lnTo>
                    <a:pt x="224019" y="370709"/>
                  </a:lnTo>
                  <a:lnTo>
                    <a:pt x="223667" y="370837"/>
                  </a:lnTo>
                  <a:lnTo>
                    <a:pt x="223523" y="371778"/>
                  </a:lnTo>
                  <a:lnTo>
                    <a:pt x="223799" y="371911"/>
                  </a:lnTo>
                  <a:lnTo>
                    <a:pt x="224044" y="371870"/>
                  </a:lnTo>
                  <a:lnTo>
                    <a:pt x="224201" y="371826"/>
                  </a:lnTo>
                  <a:lnTo>
                    <a:pt x="224521" y="372384"/>
                  </a:lnTo>
                  <a:lnTo>
                    <a:pt x="224640" y="372516"/>
                  </a:lnTo>
                  <a:lnTo>
                    <a:pt x="224946" y="372508"/>
                  </a:lnTo>
                  <a:lnTo>
                    <a:pt x="225646" y="372007"/>
                  </a:lnTo>
                  <a:lnTo>
                    <a:pt x="226035" y="372110"/>
                  </a:lnTo>
                  <a:lnTo>
                    <a:pt x="226289" y="372372"/>
                  </a:lnTo>
                  <a:lnTo>
                    <a:pt x="226432" y="372584"/>
                  </a:lnTo>
                  <a:lnTo>
                    <a:pt x="226508" y="372738"/>
                  </a:lnTo>
                  <a:lnTo>
                    <a:pt x="226552" y="373269"/>
                  </a:lnTo>
                  <a:lnTo>
                    <a:pt x="226332" y="373546"/>
                  </a:lnTo>
                  <a:lnTo>
                    <a:pt x="225874" y="373965"/>
                  </a:lnTo>
                  <a:lnTo>
                    <a:pt x="225258" y="374336"/>
                  </a:lnTo>
                  <a:lnTo>
                    <a:pt x="225041" y="374462"/>
                  </a:lnTo>
                  <a:lnTo>
                    <a:pt x="224692" y="374566"/>
                  </a:lnTo>
                  <a:lnTo>
                    <a:pt x="224434" y="374629"/>
                  </a:lnTo>
                  <a:lnTo>
                    <a:pt x="224059" y="374639"/>
                  </a:lnTo>
                  <a:lnTo>
                    <a:pt x="223519" y="374714"/>
                  </a:lnTo>
                  <a:lnTo>
                    <a:pt x="223364" y="374809"/>
                  </a:lnTo>
                  <a:lnTo>
                    <a:pt x="223224" y="374947"/>
                  </a:lnTo>
                  <a:lnTo>
                    <a:pt x="223092" y="375094"/>
                  </a:lnTo>
                  <a:lnTo>
                    <a:pt x="222897" y="375195"/>
                  </a:lnTo>
                  <a:lnTo>
                    <a:pt x="222319" y="375479"/>
                  </a:lnTo>
                  <a:lnTo>
                    <a:pt x="221963" y="375492"/>
                  </a:lnTo>
                  <a:lnTo>
                    <a:pt x="221862" y="375054"/>
                  </a:lnTo>
                  <a:lnTo>
                    <a:pt x="221640" y="374524"/>
                  </a:lnTo>
                  <a:lnTo>
                    <a:pt x="220424" y="374492"/>
                  </a:lnTo>
                  <a:lnTo>
                    <a:pt x="220088" y="374822"/>
                  </a:lnTo>
                  <a:lnTo>
                    <a:pt x="219977" y="375041"/>
                  </a:lnTo>
                  <a:lnTo>
                    <a:pt x="219752" y="375114"/>
                  </a:lnTo>
                  <a:lnTo>
                    <a:pt x="219378" y="374799"/>
                  </a:lnTo>
                  <a:lnTo>
                    <a:pt x="218987" y="374694"/>
                  </a:lnTo>
                  <a:lnTo>
                    <a:pt x="218565" y="374897"/>
                  </a:lnTo>
                  <a:lnTo>
                    <a:pt x="218407" y="374819"/>
                  </a:lnTo>
                  <a:lnTo>
                    <a:pt x="218579" y="373794"/>
                  </a:lnTo>
                  <a:lnTo>
                    <a:pt x="218427" y="373579"/>
                  </a:lnTo>
                  <a:lnTo>
                    <a:pt x="217872" y="373577"/>
                  </a:lnTo>
                  <a:lnTo>
                    <a:pt x="216942" y="373672"/>
                  </a:lnTo>
                  <a:lnTo>
                    <a:pt x="215997" y="373606"/>
                  </a:lnTo>
                  <a:lnTo>
                    <a:pt x="215653" y="373360"/>
                  </a:lnTo>
                  <a:lnTo>
                    <a:pt x="214918" y="373590"/>
                  </a:lnTo>
                  <a:lnTo>
                    <a:pt x="214807" y="373780"/>
                  </a:lnTo>
                  <a:lnTo>
                    <a:pt x="214591" y="374301"/>
                  </a:lnTo>
                  <a:lnTo>
                    <a:pt x="215056" y="374668"/>
                  </a:lnTo>
                  <a:lnTo>
                    <a:pt x="214905" y="375134"/>
                  </a:lnTo>
                  <a:lnTo>
                    <a:pt x="214771" y="375096"/>
                  </a:lnTo>
                  <a:lnTo>
                    <a:pt x="214395" y="374990"/>
                  </a:lnTo>
                  <a:lnTo>
                    <a:pt x="213779" y="375027"/>
                  </a:lnTo>
                  <a:lnTo>
                    <a:pt x="213629" y="375530"/>
                  </a:lnTo>
                  <a:lnTo>
                    <a:pt x="213503" y="375981"/>
                  </a:lnTo>
                  <a:lnTo>
                    <a:pt x="213322" y="376256"/>
                  </a:lnTo>
                  <a:lnTo>
                    <a:pt x="213180" y="376339"/>
                  </a:lnTo>
                  <a:lnTo>
                    <a:pt x="212790" y="376274"/>
                  </a:lnTo>
                  <a:lnTo>
                    <a:pt x="212602" y="376104"/>
                  </a:lnTo>
                  <a:lnTo>
                    <a:pt x="211866" y="375833"/>
                  </a:lnTo>
                  <a:lnTo>
                    <a:pt x="211755" y="376031"/>
                  </a:lnTo>
                  <a:lnTo>
                    <a:pt x="211657" y="376289"/>
                  </a:lnTo>
                  <a:lnTo>
                    <a:pt x="211682" y="376853"/>
                  </a:lnTo>
                  <a:lnTo>
                    <a:pt x="211806" y="377187"/>
                  </a:lnTo>
                  <a:lnTo>
                    <a:pt x="211934" y="377444"/>
                  </a:lnTo>
                  <a:lnTo>
                    <a:pt x="212232" y="377555"/>
                  </a:lnTo>
                  <a:lnTo>
                    <a:pt x="212349" y="377689"/>
                  </a:lnTo>
                  <a:lnTo>
                    <a:pt x="212376" y="377955"/>
                  </a:lnTo>
                  <a:lnTo>
                    <a:pt x="212306" y="378569"/>
                  </a:lnTo>
                  <a:lnTo>
                    <a:pt x="212067" y="378539"/>
                  </a:lnTo>
                  <a:lnTo>
                    <a:pt x="211112" y="378738"/>
                  </a:lnTo>
                  <a:lnTo>
                    <a:pt x="210789" y="378506"/>
                  </a:lnTo>
                  <a:lnTo>
                    <a:pt x="210607" y="378360"/>
                  </a:lnTo>
                  <a:lnTo>
                    <a:pt x="210453" y="378270"/>
                  </a:lnTo>
                  <a:lnTo>
                    <a:pt x="210258" y="378719"/>
                  </a:lnTo>
                  <a:lnTo>
                    <a:pt x="210153" y="378979"/>
                  </a:lnTo>
                  <a:lnTo>
                    <a:pt x="209945" y="379103"/>
                  </a:lnTo>
                  <a:lnTo>
                    <a:pt x="209802" y="379273"/>
                  </a:lnTo>
                  <a:lnTo>
                    <a:pt x="209760" y="379536"/>
                  </a:lnTo>
                  <a:lnTo>
                    <a:pt x="209913" y="379934"/>
                  </a:lnTo>
                  <a:lnTo>
                    <a:pt x="209966" y="380251"/>
                  </a:lnTo>
                  <a:lnTo>
                    <a:pt x="209948" y="380435"/>
                  </a:lnTo>
                  <a:lnTo>
                    <a:pt x="209912" y="380598"/>
                  </a:lnTo>
                  <a:lnTo>
                    <a:pt x="209862" y="380746"/>
                  </a:lnTo>
                  <a:lnTo>
                    <a:pt x="209829" y="381145"/>
                  </a:lnTo>
                  <a:lnTo>
                    <a:pt x="209915" y="381546"/>
                  </a:lnTo>
                  <a:lnTo>
                    <a:pt x="210206" y="382118"/>
                  </a:lnTo>
                  <a:lnTo>
                    <a:pt x="210547" y="383705"/>
                  </a:lnTo>
                  <a:lnTo>
                    <a:pt x="210553" y="384206"/>
                  </a:lnTo>
                  <a:lnTo>
                    <a:pt x="210441" y="384746"/>
                  </a:lnTo>
                  <a:lnTo>
                    <a:pt x="210021" y="385523"/>
                  </a:lnTo>
                  <a:lnTo>
                    <a:pt x="209723" y="386054"/>
                  </a:lnTo>
                  <a:lnTo>
                    <a:pt x="209472" y="386492"/>
                  </a:lnTo>
                  <a:lnTo>
                    <a:pt x="209418" y="386627"/>
                  </a:lnTo>
                  <a:lnTo>
                    <a:pt x="209375" y="386925"/>
                  </a:lnTo>
                  <a:lnTo>
                    <a:pt x="209311" y="387628"/>
                  </a:lnTo>
                  <a:lnTo>
                    <a:pt x="209313" y="388287"/>
                  </a:lnTo>
                  <a:lnTo>
                    <a:pt x="209000" y="388787"/>
                  </a:lnTo>
                  <a:lnTo>
                    <a:pt x="208643" y="388974"/>
                  </a:lnTo>
                  <a:lnTo>
                    <a:pt x="208227" y="389055"/>
                  </a:lnTo>
                  <a:lnTo>
                    <a:pt x="207872" y="389137"/>
                  </a:lnTo>
                  <a:lnTo>
                    <a:pt x="207667" y="389544"/>
                  </a:lnTo>
                  <a:lnTo>
                    <a:pt x="207554" y="389689"/>
                  </a:lnTo>
                  <a:lnTo>
                    <a:pt x="207346" y="389657"/>
                  </a:lnTo>
                  <a:lnTo>
                    <a:pt x="207070" y="389607"/>
                  </a:lnTo>
                  <a:lnTo>
                    <a:pt x="206642" y="389520"/>
                  </a:lnTo>
                  <a:lnTo>
                    <a:pt x="206493" y="389486"/>
                  </a:lnTo>
                  <a:lnTo>
                    <a:pt x="206160" y="389311"/>
                  </a:lnTo>
                  <a:lnTo>
                    <a:pt x="205159" y="389295"/>
                  </a:lnTo>
                  <a:lnTo>
                    <a:pt x="204851" y="389214"/>
                  </a:lnTo>
                  <a:lnTo>
                    <a:pt x="203978" y="389117"/>
                  </a:lnTo>
                  <a:lnTo>
                    <a:pt x="203480" y="389400"/>
                  </a:lnTo>
                  <a:lnTo>
                    <a:pt x="203454" y="389633"/>
                  </a:lnTo>
                  <a:lnTo>
                    <a:pt x="203424" y="389799"/>
                  </a:lnTo>
                  <a:lnTo>
                    <a:pt x="203292" y="389874"/>
                  </a:lnTo>
                  <a:lnTo>
                    <a:pt x="202480" y="390184"/>
                  </a:lnTo>
                  <a:lnTo>
                    <a:pt x="202304" y="390161"/>
                  </a:lnTo>
                  <a:lnTo>
                    <a:pt x="201818" y="390112"/>
                  </a:lnTo>
                  <a:lnTo>
                    <a:pt x="201589" y="390093"/>
                  </a:lnTo>
                  <a:lnTo>
                    <a:pt x="201421" y="390124"/>
                  </a:lnTo>
                  <a:lnTo>
                    <a:pt x="200825" y="390466"/>
                  </a:lnTo>
                  <a:lnTo>
                    <a:pt x="200587" y="390430"/>
                  </a:lnTo>
                  <a:lnTo>
                    <a:pt x="200362" y="390259"/>
                  </a:lnTo>
                  <a:lnTo>
                    <a:pt x="200192" y="390127"/>
                  </a:lnTo>
                  <a:lnTo>
                    <a:pt x="200102" y="390645"/>
                  </a:lnTo>
                  <a:lnTo>
                    <a:pt x="200036" y="391033"/>
                  </a:lnTo>
                  <a:lnTo>
                    <a:pt x="200008" y="391273"/>
                  </a:lnTo>
                  <a:lnTo>
                    <a:pt x="200042" y="391681"/>
                  </a:lnTo>
                  <a:lnTo>
                    <a:pt x="199720" y="391714"/>
                  </a:lnTo>
                  <a:lnTo>
                    <a:pt x="199479" y="391735"/>
                  </a:lnTo>
                  <a:lnTo>
                    <a:pt x="198782" y="391506"/>
                  </a:lnTo>
                  <a:lnTo>
                    <a:pt x="198537" y="391102"/>
                  </a:lnTo>
                  <a:lnTo>
                    <a:pt x="198329" y="391351"/>
                  </a:lnTo>
                  <a:lnTo>
                    <a:pt x="197836" y="391459"/>
                  </a:lnTo>
                  <a:lnTo>
                    <a:pt x="197773" y="390974"/>
                  </a:lnTo>
                  <a:lnTo>
                    <a:pt x="198033" y="390702"/>
                  </a:lnTo>
                  <a:lnTo>
                    <a:pt x="198106" y="390450"/>
                  </a:lnTo>
                  <a:lnTo>
                    <a:pt x="198138" y="390303"/>
                  </a:lnTo>
                  <a:lnTo>
                    <a:pt x="198014" y="389633"/>
                  </a:lnTo>
                  <a:lnTo>
                    <a:pt x="198134" y="389471"/>
                  </a:lnTo>
                  <a:lnTo>
                    <a:pt x="198524" y="388680"/>
                  </a:lnTo>
                  <a:lnTo>
                    <a:pt x="198411" y="387958"/>
                  </a:lnTo>
                  <a:lnTo>
                    <a:pt x="198352" y="387758"/>
                  </a:lnTo>
                  <a:lnTo>
                    <a:pt x="198075" y="387484"/>
                  </a:lnTo>
                  <a:lnTo>
                    <a:pt x="197905" y="387373"/>
                  </a:lnTo>
                  <a:lnTo>
                    <a:pt x="197659" y="387220"/>
                  </a:lnTo>
                  <a:lnTo>
                    <a:pt x="197230" y="386955"/>
                  </a:lnTo>
                  <a:lnTo>
                    <a:pt x="196749" y="386456"/>
                  </a:lnTo>
                  <a:lnTo>
                    <a:pt x="196372" y="386362"/>
                  </a:lnTo>
                  <a:lnTo>
                    <a:pt x="196041" y="385991"/>
                  </a:lnTo>
                  <a:lnTo>
                    <a:pt x="195788" y="385873"/>
                  </a:lnTo>
                  <a:lnTo>
                    <a:pt x="195843" y="385705"/>
                  </a:lnTo>
                  <a:lnTo>
                    <a:pt x="195965" y="385521"/>
                  </a:lnTo>
                  <a:lnTo>
                    <a:pt x="196347" y="385000"/>
                  </a:lnTo>
                  <a:lnTo>
                    <a:pt x="196983" y="385002"/>
                  </a:lnTo>
                  <a:lnTo>
                    <a:pt x="197519" y="385011"/>
                  </a:lnTo>
                  <a:lnTo>
                    <a:pt x="197678" y="384705"/>
                  </a:lnTo>
                  <a:lnTo>
                    <a:pt x="197749" y="384201"/>
                  </a:lnTo>
                  <a:lnTo>
                    <a:pt x="197661" y="383880"/>
                  </a:lnTo>
                  <a:lnTo>
                    <a:pt x="197724" y="383605"/>
                  </a:lnTo>
                  <a:lnTo>
                    <a:pt x="197997" y="383129"/>
                  </a:lnTo>
                  <a:lnTo>
                    <a:pt x="198183" y="383018"/>
                  </a:lnTo>
                  <a:lnTo>
                    <a:pt x="198322" y="383074"/>
                  </a:lnTo>
                  <a:lnTo>
                    <a:pt x="198735" y="382736"/>
                  </a:lnTo>
                  <a:lnTo>
                    <a:pt x="197738" y="382367"/>
                  </a:lnTo>
                  <a:lnTo>
                    <a:pt x="197227" y="382362"/>
                  </a:lnTo>
                  <a:lnTo>
                    <a:pt x="197187" y="382494"/>
                  </a:lnTo>
                  <a:lnTo>
                    <a:pt x="196958" y="382518"/>
                  </a:lnTo>
                  <a:lnTo>
                    <a:pt x="196569" y="382303"/>
                  </a:lnTo>
                  <a:lnTo>
                    <a:pt x="196320" y="382013"/>
                  </a:lnTo>
                  <a:lnTo>
                    <a:pt x="195836" y="382010"/>
                  </a:lnTo>
                  <a:lnTo>
                    <a:pt x="195616" y="382076"/>
                  </a:lnTo>
                  <a:lnTo>
                    <a:pt x="195076" y="381919"/>
                  </a:lnTo>
                  <a:lnTo>
                    <a:pt x="194833" y="381709"/>
                  </a:lnTo>
                  <a:lnTo>
                    <a:pt x="194468" y="381669"/>
                  </a:lnTo>
                  <a:lnTo>
                    <a:pt x="193452" y="381317"/>
                  </a:lnTo>
                  <a:lnTo>
                    <a:pt x="193624" y="380891"/>
                  </a:lnTo>
                  <a:lnTo>
                    <a:pt x="193712" y="380701"/>
                  </a:lnTo>
                  <a:lnTo>
                    <a:pt x="194318" y="380317"/>
                  </a:lnTo>
                  <a:lnTo>
                    <a:pt x="194590" y="380018"/>
                  </a:lnTo>
                  <a:lnTo>
                    <a:pt x="194794" y="379700"/>
                  </a:lnTo>
                  <a:lnTo>
                    <a:pt x="195201" y="378966"/>
                  </a:lnTo>
                  <a:lnTo>
                    <a:pt x="195192" y="378713"/>
                  </a:lnTo>
                  <a:lnTo>
                    <a:pt x="194907" y="378474"/>
                  </a:lnTo>
                  <a:lnTo>
                    <a:pt x="194567" y="378237"/>
                  </a:lnTo>
                  <a:lnTo>
                    <a:pt x="194374" y="377672"/>
                  </a:lnTo>
                  <a:lnTo>
                    <a:pt x="194579" y="377203"/>
                  </a:lnTo>
                  <a:lnTo>
                    <a:pt x="194252" y="376718"/>
                  </a:lnTo>
                  <a:lnTo>
                    <a:pt x="193853" y="376946"/>
                  </a:lnTo>
                  <a:lnTo>
                    <a:pt x="193464" y="376884"/>
                  </a:lnTo>
                  <a:lnTo>
                    <a:pt x="193280" y="376610"/>
                  </a:lnTo>
                  <a:lnTo>
                    <a:pt x="192915" y="376661"/>
                  </a:lnTo>
                  <a:lnTo>
                    <a:pt x="192459" y="376757"/>
                  </a:lnTo>
                  <a:lnTo>
                    <a:pt x="192317" y="376811"/>
                  </a:lnTo>
                  <a:lnTo>
                    <a:pt x="192107" y="376880"/>
                  </a:lnTo>
                  <a:lnTo>
                    <a:pt x="191762" y="376806"/>
                  </a:lnTo>
                  <a:lnTo>
                    <a:pt x="191115" y="376558"/>
                  </a:lnTo>
                  <a:lnTo>
                    <a:pt x="190668" y="376729"/>
                  </a:lnTo>
                  <a:lnTo>
                    <a:pt x="190578" y="376954"/>
                  </a:lnTo>
                  <a:lnTo>
                    <a:pt x="190488" y="377106"/>
                  </a:lnTo>
                  <a:lnTo>
                    <a:pt x="190332" y="377100"/>
                  </a:lnTo>
                  <a:lnTo>
                    <a:pt x="190046" y="377036"/>
                  </a:lnTo>
                  <a:lnTo>
                    <a:pt x="189316" y="376420"/>
                  </a:lnTo>
                  <a:lnTo>
                    <a:pt x="189350" y="376058"/>
                  </a:lnTo>
                  <a:lnTo>
                    <a:pt x="188741" y="375876"/>
                  </a:lnTo>
                  <a:lnTo>
                    <a:pt x="187859" y="375451"/>
                  </a:lnTo>
                  <a:lnTo>
                    <a:pt x="187236" y="375884"/>
                  </a:lnTo>
                  <a:lnTo>
                    <a:pt x="186904" y="376265"/>
                  </a:lnTo>
                  <a:lnTo>
                    <a:pt x="186539" y="376659"/>
                  </a:lnTo>
                  <a:lnTo>
                    <a:pt x="186327" y="376674"/>
                  </a:lnTo>
                  <a:lnTo>
                    <a:pt x="186135" y="376519"/>
                  </a:lnTo>
                  <a:lnTo>
                    <a:pt x="186168" y="376299"/>
                  </a:lnTo>
                  <a:lnTo>
                    <a:pt x="185682" y="375898"/>
                  </a:lnTo>
                  <a:lnTo>
                    <a:pt x="185502" y="375875"/>
                  </a:lnTo>
                  <a:lnTo>
                    <a:pt x="185420" y="376179"/>
                  </a:lnTo>
                  <a:lnTo>
                    <a:pt x="185362" y="376466"/>
                  </a:lnTo>
                  <a:lnTo>
                    <a:pt x="185257" y="376977"/>
                  </a:lnTo>
                  <a:lnTo>
                    <a:pt x="185184" y="377317"/>
                  </a:lnTo>
                  <a:lnTo>
                    <a:pt x="184260" y="377184"/>
                  </a:lnTo>
                  <a:lnTo>
                    <a:pt x="184142" y="377031"/>
                  </a:lnTo>
                  <a:lnTo>
                    <a:pt x="183826" y="376913"/>
                  </a:lnTo>
                  <a:lnTo>
                    <a:pt x="183248" y="377206"/>
                  </a:lnTo>
                  <a:lnTo>
                    <a:pt x="182846" y="377228"/>
                  </a:lnTo>
                  <a:lnTo>
                    <a:pt x="182699" y="377231"/>
                  </a:lnTo>
                  <a:lnTo>
                    <a:pt x="182506" y="377058"/>
                  </a:lnTo>
                  <a:lnTo>
                    <a:pt x="182312" y="376994"/>
                  </a:lnTo>
                  <a:lnTo>
                    <a:pt x="181842" y="376939"/>
                  </a:lnTo>
                  <a:lnTo>
                    <a:pt x="181344" y="377041"/>
                  </a:lnTo>
                  <a:lnTo>
                    <a:pt x="180782" y="377365"/>
                  </a:lnTo>
                  <a:lnTo>
                    <a:pt x="180535" y="377339"/>
                  </a:lnTo>
                  <a:lnTo>
                    <a:pt x="180592" y="377161"/>
                  </a:lnTo>
                  <a:lnTo>
                    <a:pt x="180180" y="376832"/>
                  </a:lnTo>
                  <a:lnTo>
                    <a:pt x="179976" y="376901"/>
                  </a:lnTo>
                  <a:lnTo>
                    <a:pt x="179912" y="377093"/>
                  </a:lnTo>
                  <a:lnTo>
                    <a:pt x="179884" y="377276"/>
                  </a:lnTo>
                  <a:lnTo>
                    <a:pt x="180049" y="377920"/>
                  </a:lnTo>
                  <a:lnTo>
                    <a:pt x="180216" y="378533"/>
                  </a:lnTo>
                  <a:lnTo>
                    <a:pt x="180144" y="378926"/>
                  </a:lnTo>
                  <a:lnTo>
                    <a:pt x="180049" y="379449"/>
                  </a:lnTo>
                  <a:lnTo>
                    <a:pt x="179981" y="379911"/>
                  </a:lnTo>
                  <a:lnTo>
                    <a:pt x="179978" y="380166"/>
                  </a:lnTo>
                  <a:lnTo>
                    <a:pt x="179868" y="380584"/>
                  </a:lnTo>
                  <a:lnTo>
                    <a:pt x="179972" y="380997"/>
                  </a:lnTo>
                  <a:lnTo>
                    <a:pt x="180018" y="381869"/>
                  </a:lnTo>
                  <a:lnTo>
                    <a:pt x="180144" y="382065"/>
                  </a:lnTo>
                  <a:lnTo>
                    <a:pt x="180002" y="382580"/>
                  </a:lnTo>
                  <a:lnTo>
                    <a:pt x="180096" y="382975"/>
                  </a:lnTo>
                  <a:lnTo>
                    <a:pt x="180237" y="383663"/>
                  </a:lnTo>
                  <a:lnTo>
                    <a:pt x="180149" y="383923"/>
                  </a:lnTo>
                  <a:lnTo>
                    <a:pt x="179705" y="383882"/>
                  </a:lnTo>
                  <a:lnTo>
                    <a:pt x="179074" y="383613"/>
                  </a:lnTo>
                  <a:lnTo>
                    <a:pt x="178079" y="383292"/>
                  </a:lnTo>
                  <a:lnTo>
                    <a:pt x="176511" y="382842"/>
                  </a:lnTo>
                  <a:lnTo>
                    <a:pt x="176293" y="382786"/>
                  </a:lnTo>
                  <a:lnTo>
                    <a:pt x="176047" y="382725"/>
                  </a:lnTo>
                  <a:lnTo>
                    <a:pt x="175567" y="382625"/>
                  </a:lnTo>
                  <a:lnTo>
                    <a:pt x="174810" y="382563"/>
                  </a:lnTo>
                  <a:lnTo>
                    <a:pt x="174756" y="382708"/>
                  </a:lnTo>
                  <a:lnTo>
                    <a:pt x="174725" y="382961"/>
                  </a:lnTo>
                  <a:lnTo>
                    <a:pt x="174712" y="383241"/>
                  </a:lnTo>
                  <a:lnTo>
                    <a:pt x="174718" y="383450"/>
                  </a:lnTo>
                  <a:lnTo>
                    <a:pt x="174682" y="383644"/>
                  </a:lnTo>
                  <a:lnTo>
                    <a:pt x="174168" y="384318"/>
                  </a:lnTo>
                  <a:lnTo>
                    <a:pt x="174029" y="384363"/>
                  </a:lnTo>
                  <a:lnTo>
                    <a:pt x="173695" y="384961"/>
                  </a:lnTo>
                  <a:lnTo>
                    <a:pt x="173335" y="385218"/>
                  </a:lnTo>
                  <a:lnTo>
                    <a:pt x="173173" y="385261"/>
                  </a:lnTo>
                  <a:lnTo>
                    <a:pt x="172929" y="385251"/>
                  </a:lnTo>
                  <a:lnTo>
                    <a:pt x="172674" y="385191"/>
                  </a:lnTo>
                  <a:lnTo>
                    <a:pt x="172497" y="385424"/>
                  </a:lnTo>
                  <a:lnTo>
                    <a:pt x="172412" y="385577"/>
                  </a:lnTo>
                  <a:lnTo>
                    <a:pt x="171980" y="385700"/>
                  </a:lnTo>
                  <a:lnTo>
                    <a:pt x="171777" y="385630"/>
                  </a:lnTo>
                  <a:lnTo>
                    <a:pt x="171428" y="385514"/>
                  </a:lnTo>
                  <a:lnTo>
                    <a:pt x="170972" y="386179"/>
                  </a:lnTo>
                  <a:lnTo>
                    <a:pt x="170948" y="386413"/>
                  </a:lnTo>
                  <a:lnTo>
                    <a:pt x="170542" y="386827"/>
                  </a:lnTo>
                  <a:lnTo>
                    <a:pt x="170292" y="387116"/>
                  </a:lnTo>
                  <a:lnTo>
                    <a:pt x="169382" y="387057"/>
                  </a:lnTo>
                  <a:lnTo>
                    <a:pt x="168849" y="386621"/>
                  </a:lnTo>
                  <a:lnTo>
                    <a:pt x="168493" y="386358"/>
                  </a:lnTo>
                  <a:lnTo>
                    <a:pt x="168204" y="386584"/>
                  </a:lnTo>
                  <a:lnTo>
                    <a:pt x="167928" y="386832"/>
                  </a:lnTo>
                  <a:lnTo>
                    <a:pt x="167748" y="386817"/>
                  </a:lnTo>
                  <a:lnTo>
                    <a:pt x="167571" y="386795"/>
                  </a:lnTo>
                  <a:lnTo>
                    <a:pt x="167363" y="386726"/>
                  </a:lnTo>
                  <a:lnTo>
                    <a:pt x="167176" y="386647"/>
                  </a:lnTo>
                  <a:lnTo>
                    <a:pt x="166824" y="386575"/>
                  </a:lnTo>
                  <a:lnTo>
                    <a:pt x="166288" y="386544"/>
                  </a:lnTo>
                  <a:lnTo>
                    <a:pt x="166115" y="386703"/>
                  </a:lnTo>
                  <a:lnTo>
                    <a:pt x="165848" y="386776"/>
                  </a:lnTo>
                  <a:lnTo>
                    <a:pt x="165674" y="386771"/>
                  </a:lnTo>
                  <a:lnTo>
                    <a:pt x="165506" y="386714"/>
                  </a:lnTo>
                  <a:lnTo>
                    <a:pt x="165492" y="386243"/>
                  </a:lnTo>
                  <a:lnTo>
                    <a:pt x="165406" y="385932"/>
                  </a:lnTo>
                  <a:lnTo>
                    <a:pt x="164972" y="385765"/>
                  </a:lnTo>
                  <a:lnTo>
                    <a:pt x="164222" y="385452"/>
                  </a:lnTo>
                  <a:lnTo>
                    <a:pt x="164097" y="385081"/>
                  </a:lnTo>
                  <a:lnTo>
                    <a:pt x="164058" y="384861"/>
                  </a:lnTo>
                  <a:lnTo>
                    <a:pt x="163489" y="384114"/>
                  </a:lnTo>
                  <a:lnTo>
                    <a:pt x="163439" y="383896"/>
                  </a:lnTo>
                  <a:lnTo>
                    <a:pt x="163327" y="383576"/>
                  </a:lnTo>
                  <a:lnTo>
                    <a:pt x="163125" y="383615"/>
                  </a:lnTo>
                  <a:lnTo>
                    <a:pt x="162919" y="383888"/>
                  </a:lnTo>
                  <a:lnTo>
                    <a:pt x="162749" y="384141"/>
                  </a:lnTo>
                  <a:lnTo>
                    <a:pt x="162540" y="384112"/>
                  </a:lnTo>
                  <a:lnTo>
                    <a:pt x="162540" y="383721"/>
                  </a:lnTo>
                  <a:lnTo>
                    <a:pt x="162545" y="383593"/>
                  </a:lnTo>
                  <a:lnTo>
                    <a:pt x="162654" y="383142"/>
                  </a:lnTo>
                  <a:lnTo>
                    <a:pt x="162470" y="382902"/>
                  </a:lnTo>
                  <a:lnTo>
                    <a:pt x="162291" y="382859"/>
                  </a:lnTo>
                  <a:lnTo>
                    <a:pt x="161827" y="382824"/>
                  </a:lnTo>
                  <a:lnTo>
                    <a:pt x="161727" y="382894"/>
                  </a:lnTo>
                  <a:lnTo>
                    <a:pt x="161619" y="382562"/>
                  </a:lnTo>
                  <a:lnTo>
                    <a:pt x="161583" y="382424"/>
                  </a:lnTo>
                  <a:lnTo>
                    <a:pt x="161508" y="382035"/>
                  </a:lnTo>
                  <a:lnTo>
                    <a:pt x="161499" y="381843"/>
                  </a:lnTo>
                  <a:lnTo>
                    <a:pt x="161490" y="381691"/>
                  </a:lnTo>
                  <a:lnTo>
                    <a:pt x="161467" y="381370"/>
                  </a:lnTo>
                  <a:lnTo>
                    <a:pt x="161042" y="381107"/>
                  </a:lnTo>
                  <a:lnTo>
                    <a:pt x="160732" y="380918"/>
                  </a:lnTo>
                  <a:lnTo>
                    <a:pt x="160009" y="380613"/>
                  </a:lnTo>
                  <a:lnTo>
                    <a:pt x="159787" y="380767"/>
                  </a:lnTo>
                  <a:lnTo>
                    <a:pt x="158884" y="380560"/>
                  </a:lnTo>
                  <a:lnTo>
                    <a:pt x="158596" y="380839"/>
                  </a:lnTo>
                  <a:lnTo>
                    <a:pt x="158412" y="381015"/>
                  </a:lnTo>
                  <a:lnTo>
                    <a:pt x="158112" y="381123"/>
                  </a:lnTo>
                  <a:lnTo>
                    <a:pt x="157793" y="381173"/>
                  </a:lnTo>
                  <a:lnTo>
                    <a:pt x="157436" y="381159"/>
                  </a:lnTo>
                  <a:lnTo>
                    <a:pt x="157555" y="381547"/>
                  </a:lnTo>
                  <a:lnTo>
                    <a:pt x="157878" y="381310"/>
                  </a:lnTo>
                  <a:lnTo>
                    <a:pt x="158043" y="381409"/>
                  </a:lnTo>
                  <a:lnTo>
                    <a:pt x="158108" y="381628"/>
                  </a:lnTo>
                  <a:lnTo>
                    <a:pt x="158062" y="381880"/>
                  </a:lnTo>
                  <a:lnTo>
                    <a:pt x="157803" y="381738"/>
                  </a:lnTo>
                  <a:lnTo>
                    <a:pt x="157488" y="381778"/>
                  </a:lnTo>
                  <a:lnTo>
                    <a:pt x="157193" y="381964"/>
                  </a:lnTo>
                  <a:lnTo>
                    <a:pt x="157044" y="382133"/>
                  </a:lnTo>
                  <a:lnTo>
                    <a:pt x="156749" y="381674"/>
                  </a:lnTo>
                  <a:lnTo>
                    <a:pt x="156849" y="381143"/>
                  </a:lnTo>
                  <a:lnTo>
                    <a:pt x="156581" y="381265"/>
                  </a:lnTo>
                  <a:lnTo>
                    <a:pt x="156394" y="381544"/>
                  </a:lnTo>
                  <a:lnTo>
                    <a:pt x="156223" y="381620"/>
                  </a:lnTo>
                  <a:lnTo>
                    <a:pt x="155884" y="381574"/>
                  </a:lnTo>
                  <a:lnTo>
                    <a:pt x="155725" y="381665"/>
                  </a:lnTo>
                  <a:lnTo>
                    <a:pt x="155494" y="382228"/>
                  </a:lnTo>
                  <a:lnTo>
                    <a:pt x="155640" y="382229"/>
                  </a:lnTo>
                  <a:lnTo>
                    <a:pt x="156167" y="382240"/>
                  </a:lnTo>
                  <a:lnTo>
                    <a:pt x="156401" y="382356"/>
                  </a:lnTo>
                  <a:lnTo>
                    <a:pt x="156744" y="382497"/>
                  </a:lnTo>
                  <a:lnTo>
                    <a:pt x="156724" y="382710"/>
                  </a:lnTo>
                  <a:lnTo>
                    <a:pt x="156669" y="382864"/>
                  </a:lnTo>
                  <a:lnTo>
                    <a:pt x="156483" y="383058"/>
                  </a:lnTo>
                  <a:lnTo>
                    <a:pt x="155862" y="383304"/>
                  </a:lnTo>
                  <a:lnTo>
                    <a:pt x="155100" y="383299"/>
                  </a:lnTo>
                  <a:lnTo>
                    <a:pt x="155132" y="383580"/>
                  </a:lnTo>
                  <a:lnTo>
                    <a:pt x="155276" y="384424"/>
                  </a:lnTo>
                  <a:lnTo>
                    <a:pt x="155343" y="384597"/>
                  </a:lnTo>
                  <a:lnTo>
                    <a:pt x="155341" y="384980"/>
                  </a:lnTo>
                  <a:lnTo>
                    <a:pt x="154690" y="385232"/>
                  </a:lnTo>
                  <a:lnTo>
                    <a:pt x="154741" y="385444"/>
                  </a:lnTo>
                  <a:lnTo>
                    <a:pt x="154808" y="385652"/>
                  </a:lnTo>
                  <a:lnTo>
                    <a:pt x="155000" y="385972"/>
                  </a:lnTo>
                  <a:lnTo>
                    <a:pt x="155082" y="386145"/>
                  </a:lnTo>
                  <a:lnTo>
                    <a:pt x="154714" y="386933"/>
                  </a:lnTo>
                  <a:lnTo>
                    <a:pt x="154369" y="387729"/>
                  </a:lnTo>
                  <a:lnTo>
                    <a:pt x="153783" y="388074"/>
                  </a:lnTo>
                  <a:lnTo>
                    <a:pt x="153471" y="387522"/>
                  </a:lnTo>
                  <a:lnTo>
                    <a:pt x="153259" y="387544"/>
                  </a:lnTo>
                  <a:lnTo>
                    <a:pt x="153089" y="387585"/>
                  </a:lnTo>
                  <a:lnTo>
                    <a:pt x="152931" y="387748"/>
                  </a:lnTo>
                  <a:lnTo>
                    <a:pt x="152372" y="388460"/>
                  </a:lnTo>
                  <a:lnTo>
                    <a:pt x="152180" y="388697"/>
                  </a:lnTo>
                  <a:lnTo>
                    <a:pt x="151791" y="388698"/>
                  </a:lnTo>
                  <a:lnTo>
                    <a:pt x="151327" y="388635"/>
                  </a:lnTo>
                  <a:lnTo>
                    <a:pt x="151079" y="388607"/>
                  </a:lnTo>
                  <a:lnTo>
                    <a:pt x="150368" y="388821"/>
                  </a:lnTo>
                  <a:lnTo>
                    <a:pt x="150226" y="388613"/>
                  </a:lnTo>
                  <a:lnTo>
                    <a:pt x="150091" y="388173"/>
                  </a:lnTo>
                  <a:lnTo>
                    <a:pt x="149926" y="387613"/>
                  </a:lnTo>
                  <a:lnTo>
                    <a:pt x="149888" y="387234"/>
                  </a:lnTo>
                  <a:lnTo>
                    <a:pt x="149858" y="386919"/>
                  </a:lnTo>
                  <a:lnTo>
                    <a:pt x="149817" y="386456"/>
                  </a:lnTo>
                  <a:lnTo>
                    <a:pt x="149800" y="386135"/>
                  </a:lnTo>
                  <a:lnTo>
                    <a:pt x="149640" y="385739"/>
                  </a:lnTo>
                  <a:lnTo>
                    <a:pt x="149498" y="385452"/>
                  </a:lnTo>
                  <a:lnTo>
                    <a:pt x="149371" y="385142"/>
                  </a:lnTo>
                  <a:lnTo>
                    <a:pt x="149277" y="384885"/>
                  </a:lnTo>
                  <a:lnTo>
                    <a:pt x="149203" y="384642"/>
                  </a:lnTo>
                  <a:lnTo>
                    <a:pt x="149004" y="383968"/>
                  </a:lnTo>
                  <a:lnTo>
                    <a:pt x="148962" y="383631"/>
                  </a:lnTo>
                  <a:lnTo>
                    <a:pt x="148975" y="383321"/>
                  </a:lnTo>
                  <a:lnTo>
                    <a:pt x="149111" y="382859"/>
                  </a:lnTo>
                  <a:lnTo>
                    <a:pt x="149269" y="382639"/>
                  </a:lnTo>
                  <a:lnTo>
                    <a:pt x="149421" y="382299"/>
                  </a:lnTo>
                  <a:lnTo>
                    <a:pt x="149496" y="382054"/>
                  </a:lnTo>
                  <a:lnTo>
                    <a:pt x="149507" y="381712"/>
                  </a:lnTo>
                  <a:lnTo>
                    <a:pt x="149470" y="381553"/>
                  </a:lnTo>
                  <a:lnTo>
                    <a:pt x="149404" y="381416"/>
                  </a:lnTo>
                  <a:lnTo>
                    <a:pt x="149248" y="381194"/>
                  </a:lnTo>
                  <a:lnTo>
                    <a:pt x="148943" y="380830"/>
                  </a:lnTo>
                  <a:lnTo>
                    <a:pt x="148659" y="380429"/>
                  </a:lnTo>
                  <a:lnTo>
                    <a:pt x="148421" y="379962"/>
                  </a:lnTo>
                  <a:lnTo>
                    <a:pt x="148342" y="379778"/>
                  </a:lnTo>
                  <a:lnTo>
                    <a:pt x="148263" y="379587"/>
                  </a:lnTo>
                  <a:lnTo>
                    <a:pt x="148218" y="379460"/>
                  </a:lnTo>
                  <a:lnTo>
                    <a:pt x="148082" y="379041"/>
                  </a:lnTo>
                  <a:lnTo>
                    <a:pt x="148036" y="378893"/>
                  </a:lnTo>
                  <a:lnTo>
                    <a:pt x="147935" y="378564"/>
                  </a:lnTo>
                  <a:lnTo>
                    <a:pt x="147730" y="378018"/>
                  </a:lnTo>
                  <a:lnTo>
                    <a:pt x="147434" y="377397"/>
                  </a:lnTo>
                  <a:lnTo>
                    <a:pt x="147304" y="377139"/>
                  </a:lnTo>
                  <a:lnTo>
                    <a:pt x="146358" y="377337"/>
                  </a:lnTo>
                  <a:lnTo>
                    <a:pt x="146318" y="377604"/>
                  </a:lnTo>
                  <a:lnTo>
                    <a:pt x="146105" y="377620"/>
                  </a:lnTo>
                  <a:lnTo>
                    <a:pt x="145904" y="377631"/>
                  </a:lnTo>
                  <a:lnTo>
                    <a:pt x="145697" y="377535"/>
                  </a:lnTo>
                  <a:lnTo>
                    <a:pt x="145958" y="377021"/>
                  </a:lnTo>
                  <a:lnTo>
                    <a:pt x="146251" y="376863"/>
                  </a:lnTo>
                  <a:lnTo>
                    <a:pt x="146517" y="376656"/>
                  </a:lnTo>
                  <a:lnTo>
                    <a:pt x="146019" y="376630"/>
                  </a:lnTo>
                  <a:lnTo>
                    <a:pt x="145714" y="376647"/>
                  </a:lnTo>
                  <a:lnTo>
                    <a:pt x="145512" y="376660"/>
                  </a:lnTo>
                  <a:lnTo>
                    <a:pt x="145306" y="376673"/>
                  </a:lnTo>
                  <a:lnTo>
                    <a:pt x="144997" y="376497"/>
                  </a:lnTo>
                  <a:lnTo>
                    <a:pt x="145334" y="376238"/>
                  </a:lnTo>
                  <a:lnTo>
                    <a:pt x="145776" y="376177"/>
                  </a:lnTo>
                  <a:lnTo>
                    <a:pt x="146173" y="376129"/>
                  </a:lnTo>
                  <a:lnTo>
                    <a:pt x="146505" y="376092"/>
                  </a:lnTo>
                  <a:lnTo>
                    <a:pt x="146380" y="375546"/>
                  </a:lnTo>
                  <a:lnTo>
                    <a:pt x="146304" y="375376"/>
                  </a:lnTo>
                  <a:lnTo>
                    <a:pt x="146052" y="375369"/>
                  </a:lnTo>
                  <a:lnTo>
                    <a:pt x="145789" y="375388"/>
                  </a:lnTo>
                  <a:lnTo>
                    <a:pt x="146029" y="374457"/>
                  </a:lnTo>
                  <a:lnTo>
                    <a:pt x="145759" y="374036"/>
                  </a:lnTo>
                  <a:lnTo>
                    <a:pt x="145563" y="373742"/>
                  </a:lnTo>
                  <a:lnTo>
                    <a:pt x="145125" y="373188"/>
                  </a:lnTo>
                  <a:lnTo>
                    <a:pt x="144330" y="372452"/>
                  </a:lnTo>
                  <a:lnTo>
                    <a:pt x="144171" y="372271"/>
                  </a:lnTo>
                  <a:lnTo>
                    <a:pt x="143783" y="371816"/>
                  </a:lnTo>
                  <a:lnTo>
                    <a:pt x="143194" y="370793"/>
                  </a:lnTo>
                  <a:lnTo>
                    <a:pt x="143051" y="370684"/>
                  </a:lnTo>
                  <a:lnTo>
                    <a:pt x="142541" y="370811"/>
                  </a:lnTo>
                  <a:lnTo>
                    <a:pt x="142005" y="370957"/>
                  </a:lnTo>
                  <a:lnTo>
                    <a:pt x="141346" y="370708"/>
                  </a:lnTo>
                  <a:lnTo>
                    <a:pt x="141415" y="370237"/>
                  </a:lnTo>
                  <a:lnTo>
                    <a:pt x="141196" y="370158"/>
                  </a:lnTo>
                  <a:lnTo>
                    <a:pt x="140755" y="369958"/>
                  </a:lnTo>
                  <a:lnTo>
                    <a:pt x="140067" y="369268"/>
                  </a:lnTo>
                  <a:lnTo>
                    <a:pt x="140061" y="368753"/>
                  </a:lnTo>
                  <a:lnTo>
                    <a:pt x="140090" y="368557"/>
                  </a:lnTo>
                  <a:lnTo>
                    <a:pt x="140350" y="368534"/>
                  </a:lnTo>
                  <a:lnTo>
                    <a:pt x="140984" y="368497"/>
                  </a:lnTo>
                  <a:lnTo>
                    <a:pt x="141170" y="368541"/>
                  </a:lnTo>
                  <a:lnTo>
                    <a:pt x="141282" y="368797"/>
                  </a:lnTo>
                  <a:lnTo>
                    <a:pt x="141591" y="368746"/>
                  </a:lnTo>
                  <a:lnTo>
                    <a:pt x="141417" y="368364"/>
                  </a:lnTo>
                  <a:lnTo>
                    <a:pt x="141122" y="367594"/>
                  </a:lnTo>
                  <a:lnTo>
                    <a:pt x="140998" y="367260"/>
                  </a:lnTo>
                  <a:lnTo>
                    <a:pt x="140872" y="366913"/>
                  </a:lnTo>
                  <a:lnTo>
                    <a:pt x="140824" y="366659"/>
                  </a:lnTo>
                  <a:lnTo>
                    <a:pt x="140366" y="366613"/>
                  </a:lnTo>
                  <a:lnTo>
                    <a:pt x="139948" y="366631"/>
                  </a:lnTo>
                  <a:lnTo>
                    <a:pt x="139225" y="366663"/>
                  </a:lnTo>
                  <a:lnTo>
                    <a:pt x="138994" y="366687"/>
                  </a:lnTo>
                  <a:lnTo>
                    <a:pt x="138918" y="366424"/>
                  </a:lnTo>
                  <a:lnTo>
                    <a:pt x="138901" y="366288"/>
                  </a:lnTo>
                  <a:lnTo>
                    <a:pt x="138898" y="366141"/>
                  </a:lnTo>
                  <a:lnTo>
                    <a:pt x="139284" y="365713"/>
                  </a:lnTo>
                  <a:lnTo>
                    <a:pt x="139462" y="365616"/>
                  </a:lnTo>
                  <a:lnTo>
                    <a:pt x="139850" y="365599"/>
                  </a:lnTo>
                  <a:lnTo>
                    <a:pt x="140397" y="365515"/>
                  </a:lnTo>
                  <a:lnTo>
                    <a:pt x="140840" y="365253"/>
                  </a:lnTo>
                  <a:lnTo>
                    <a:pt x="140701" y="365279"/>
                  </a:lnTo>
                  <a:lnTo>
                    <a:pt x="140277" y="365371"/>
                  </a:lnTo>
                  <a:lnTo>
                    <a:pt x="140064" y="365394"/>
                  </a:lnTo>
                  <a:lnTo>
                    <a:pt x="139704" y="365245"/>
                  </a:lnTo>
                  <a:lnTo>
                    <a:pt x="139622" y="365000"/>
                  </a:lnTo>
                  <a:lnTo>
                    <a:pt x="139272" y="364859"/>
                  </a:lnTo>
                  <a:lnTo>
                    <a:pt x="139017" y="364998"/>
                  </a:lnTo>
                  <a:lnTo>
                    <a:pt x="138876" y="365116"/>
                  </a:lnTo>
                  <a:lnTo>
                    <a:pt x="138739" y="365006"/>
                  </a:lnTo>
                  <a:lnTo>
                    <a:pt x="138729" y="364807"/>
                  </a:lnTo>
                  <a:lnTo>
                    <a:pt x="138722" y="364488"/>
                  </a:lnTo>
                  <a:lnTo>
                    <a:pt x="138720" y="364310"/>
                  </a:lnTo>
                  <a:lnTo>
                    <a:pt x="138772" y="363761"/>
                  </a:lnTo>
                  <a:lnTo>
                    <a:pt x="138922" y="363785"/>
                  </a:lnTo>
                  <a:lnTo>
                    <a:pt x="138788" y="363459"/>
                  </a:lnTo>
                  <a:lnTo>
                    <a:pt x="137951" y="363080"/>
                  </a:lnTo>
                  <a:lnTo>
                    <a:pt x="137974" y="363531"/>
                  </a:lnTo>
                  <a:lnTo>
                    <a:pt x="137618" y="363603"/>
                  </a:lnTo>
                  <a:lnTo>
                    <a:pt x="137384" y="363491"/>
                  </a:lnTo>
                  <a:lnTo>
                    <a:pt x="137635" y="363153"/>
                  </a:lnTo>
                  <a:lnTo>
                    <a:pt x="137602" y="362752"/>
                  </a:lnTo>
                  <a:lnTo>
                    <a:pt x="137219" y="362516"/>
                  </a:lnTo>
                  <a:lnTo>
                    <a:pt x="135407" y="361374"/>
                  </a:lnTo>
                  <a:lnTo>
                    <a:pt x="134970" y="361078"/>
                  </a:lnTo>
                  <a:lnTo>
                    <a:pt x="134603" y="360987"/>
                  </a:lnTo>
                  <a:lnTo>
                    <a:pt x="134726" y="361711"/>
                  </a:lnTo>
                  <a:lnTo>
                    <a:pt x="135200" y="361502"/>
                  </a:lnTo>
                  <a:lnTo>
                    <a:pt x="135500" y="361614"/>
                  </a:lnTo>
                  <a:lnTo>
                    <a:pt x="135716" y="362058"/>
                  </a:lnTo>
                  <a:lnTo>
                    <a:pt x="135570" y="362304"/>
                  </a:lnTo>
                  <a:lnTo>
                    <a:pt x="135050" y="362303"/>
                  </a:lnTo>
                  <a:lnTo>
                    <a:pt x="134601" y="362011"/>
                  </a:lnTo>
                  <a:lnTo>
                    <a:pt x="134621" y="361740"/>
                  </a:lnTo>
                  <a:lnTo>
                    <a:pt x="134559" y="360933"/>
                  </a:lnTo>
                  <a:lnTo>
                    <a:pt x="134400" y="360735"/>
                  </a:lnTo>
                  <a:lnTo>
                    <a:pt x="133200" y="359970"/>
                  </a:lnTo>
                  <a:lnTo>
                    <a:pt x="133205" y="360142"/>
                  </a:lnTo>
                  <a:lnTo>
                    <a:pt x="133255" y="361618"/>
                  </a:lnTo>
                  <a:lnTo>
                    <a:pt x="133390" y="362085"/>
                  </a:lnTo>
                  <a:lnTo>
                    <a:pt x="132891" y="362064"/>
                  </a:lnTo>
                  <a:lnTo>
                    <a:pt x="132923" y="361801"/>
                  </a:lnTo>
                  <a:lnTo>
                    <a:pt x="133079" y="361594"/>
                  </a:lnTo>
                  <a:lnTo>
                    <a:pt x="133053" y="360480"/>
                  </a:lnTo>
                  <a:lnTo>
                    <a:pt x="132999" y="359823"/>
                  </a:lnTo>
                  <a:lnTo>
                    <a:pt x="132841" y="359763"/>
                  </a:lnTo>
                  <a:lnTo>
                    <a:pt x="132297" y="359565"/>
                  </a:lnTo>
                  <a:lnTo>
                    <a:pt x="132219" y="359920"/>
                  </a:lnTo>
                  <a:lnTo>
                    <a:pt x="131925" y="360258"/>
                  </a:lnTo>
                  <a:lnTo>
                    <a:pt x="131975" y="360424"/>
                  </a:lnTo>
                  <a:lnTo>
                    <a:pt x="132094" y="360810"/>
                  </a:lnTo>
                  <a:lnTo>
                    <a:pt x="132139" y="360953"/>
                  </a:lnTo>
                  <a:lnTo>
                    <a:pt x="132300" y="361471"/>
                  </a:lnTo>
                  <a:lnTo>
                    <a:pt x="132248" y="361784"/>
                  </a:lnTo>
                  <a:lnTo>
                    <a:pt x="132193" y="362105"/>
                  </a:lnTo>
                  <a:lnTo>
                    <a:pt x="132151" y="362270"/>
                  </a:lnTo>
                  <a:lnTo>
                    <a:pt x="132047" y="362696"/>
                  </a:lnTo>
                  <a:lnTo>
                    <a:pt x="131633" y="362707"/>
                  </a:lnTo>
                  <a:lnTo>
                    <a:pt x="131419" y="362716"/>
                  </a:lnTo>
                  <a:lnTo>
                    <a:pt x="131222" y="362878"/>
                  </a:lnTo>
                  <a:lnTo>
                    <a:pt x="130662" y="363106"/>
                  </a:lnTo>
                  <a:lnTo>
                    <a:pt x="130701" y="362912"/>
                  </a:lnTo>
                  <a:lnTo>
                    <a:pt x="130318" y="362455"/>
                  </a:lnTo>
                  <a:lnTo>
                    <a:pt x="130111" y="362368"/>
                  </a:lnTo>
                  <a:lnTo>
                    <a:pt x="129789" y="362255"/>
                  </a:lnTo>
                  <a:lnTo>
                    <a:pt x="129171" y="362185"/>
                  </a:lnTo>
                  <a:lnTo>
                    <a:pt x="128417" y="361646"/>
                  </a:lnTo>
                  <a:lnTo>
                    <a:pt x="127686" y="361645"/>
                  </a:lnTo>
                  <a:lnTo>
                    <a:pt x="127341" y="361474"/>
                  </a:lnTo>
                  <a:lnTo>
                    <a:pt x="127070" y="361728"/>
                  </a:lnTo>
                  <a:lnTo>
                    <a:pt x="126435" y="361793"/>
                  </a:lnTo>
                  <a:lnTo>
                    <a:pt x="125902" y="362004"/>
                  </a:lnTo>
                  <a:lnTo>
                    <a:pt x="125685" y="361949"/>
                  </a:lnTo>
                  <a:lnTo>
                    <a:pt x="125558" y="361903"/>
                  </a:lnTo>
                  <a:lnTo>
                    <a:pt x="125268" y="361599"/>
                  </a:lnTo>
                  <a:lnTo>
                    <a:pt x="124989" y="361396"/>
                  </a:lnTo>
                  <a:lnTo>
                    <a:pt x="124548" y="361432"/>
                  </a:lnTo>
                  <a:lnTo>
                    <a:pt x="124385" y="361584"/>
                  </a:lnTo>
                  <a:lnTo>
                    <a:pt x="124412" y="361908"/>
                  </a:lnTo>
                  <a:lnTo>
                    <a:pt x="124194" y="362171"/>
                  </a:lnTo>
                  <a:lnTo>
                    <a:pt x="123937" y="362319"/>
                  </a:lnTo>
                  <a:lnTo>
                    <a:pt x="123774" y="362499"/>
                  </a:lnTo>
                  <a:lnTo>
                    <a:pt x="123409" y="362584"/>
                  </a:lnTo>
                  <a:lnTo>
                    <a:pt x="123086" y="362658"/>
                  </a:lnTo>
                  <a:lnTo>
                    <a:pt x="122521" y="362822"/>
                  </a:lnTo>
                  <a:lnTo>
                    <a:pt x="122163" y="362947"/>
                  </a:lnTo>
                  <a:lnTo>
                    <a:pt x="121464" y="363123"/>
                  </a:lnTo>
                  <a:lnTo>
                    <a:pt x="121102" y="363100"/>
                  </a:lnTo>
                  <a:lnTo>
                    <a:pt x="120893" y="363153"/>
                  </a:lnTo>
                  <a:lnTo>
                    <a:pt x="120705" y="363205"/>
                  </a:lnTo>
                  <a:lnTo>
                    <a:pt x="120489" y="363275"/>
                  </a:lnTo>
                  <a:lnTo>
                    <a:pt x="120028" y="363349"/>
                  </a:lnTo>
                  <a:lnTo>
                    <a:pt x="119832" y="363240"/>
                  </a:lnTo>
                  <a:lnTo>
                    <a:pt x="119423" y="363163"/>
                  </a:lnTo>
                  <a:lnTo>
                    <a:pt x="118915" y="363280"/>
                  </a:lnTo>
                  <a:lnTo>
                    <a:pt x="118765" y="363529"/>
                  </a:lnTo>
                  <a:lnTo>
                    <a:pt x="117823" y="363727"/>
                  </a:lnTo>
                  <a:lnTo>
                    <a:pt x="117599" y="363772"/>
                  </a:lnTo>
                  <a:lnTo>
                    <a:pt x="117299" y="363674"/>
                  </a:lnTo>
                  <a:lnTo>
                    <a:pt x="116928" y="363599"/>
                  </a:lnTo>
                  <a:lnTo>
                    <a:pt x="116792" y="363583"/>
                  </a:lnTo>
                  <a:lnTo>
                    <a:pt x="116616" y="363792"/>
                  </a:lnTo>
                  <a:lnTo>
                    <a:pt x="116310" y="363865"/>
                  </a:lnTo>
                  <a:lnTo>
                    <a:pt x="116088" y="363806"/>
                  </a:lnTo>
                  <a:lnTo>
                    <a:pt x="116085" y="363984"/>
                  </a:lnTo>
                  <a:lnTo>
                    <a:pt x="115929" y="364314"/>
                  </a:lnTo>
                  <a:lnTo>
                    <a:pt x="115663" y="364538"/>
                  </a:lnTo>
                  <a:lnTo>
                    <a:pt x="115347" y="364959"/>
                  </a:lnTo>
                  <a:lnTo>
                    <a:pt x="114638" y="365633"/>
                  </a:lnTo>
                  <a:lnTo>
                    <a:pt x="114513" y="365926"/>
                  </a:lnTo>
                  <a:lnTo>
                    <a:pt x="114627" y="366412"/>
                  </a:lnTo>
                  <a:lnTo>
                    <a:pt x="114599" y="366614"/>
                  </a:lnTo>
                  <a:lnTo>
                    <a:pt x="114446" y="367133"/>
                  </a:lnTo>
                  <a:lnTo>
                    <a:pt x="114323" y="367543"/>
                  </a:lnTo>
                  <a:lnTo>
                    <a:pt x="114587" y="367888"/>
                  </a:lnTo>
                  <a:lnTo>
                    <a:pt x="114285" y="368250"/>
                  </a:lnTo>
                  <a:lnTo>
                    <a:pt x="114037" y="368573"/>
                  </a:lnTo>
                  <a:lnTo>
                    <a:pt x="114102" y="369093"/>
                  </a:lnTo>
                  <a:lnTo>
                    <a:pt x="114191" y="369703"/>
                  </a:lnTo>
                  <a:lnTo>
                    <a:pt x="114204" y="370619"/>
                  </a:lnTo>
                  <a:lnTo>
                    <a:pt x="113994" y="370829"/>
                  </a:lnTo>
                  <a:lnTo>
                    <a:pt x="113801" y="371608"/>
                  </a:lnTo>
                  <a:lnTo>
                    <a:pt x="112856" y="371728"/>
                  </a:lnTo>
                  <a:lnTo>
                    <a:pt x="112633" y="371716"/>
                  </a:lnTo>
                  <a:lnTo>
                    <a:pt x="112242" y="371845"/>
                  </a:lnTo>
                  <a:lnTo>
                    <a:pt x="112200" y="372137"/>
                  </a:lnTo>
                  <a:lnTo>
                    <a:pt x="112254" y="372410"/>
                  </a:lnTo>
                  <a:lnTo>
                    <a:pt x="112533" y="372762"/>
                  </a:lnTo>
                  <a:lnTo>
                    <a:pt x="112276" y="373035"/>
                  </a:lnTo>
                  <a:lnTo>
                    <a:pt x="112136" y="373310"/>
                  </a:lnTo>
                  <a:lnTo>
                    <a:pt x="112459" y="373631"/>
                  </a:lnTo>
                  <a:lnTo>
                    <a:pt x="112742" y="373612"/>
                  </a:lnTo>
                  <a:lnTo>
                    <a:pt x="113227" y="373405"/>
                  </a:lnTo>
                  <a:lnTo>
                    <a:pt x="113737" y="374432"/>
                  </a:lnTo>
                  <a:lnTo>
                    <a:pt x="113326" y="374723"/>
                  </a:lnTo>
                  <a:lnTo>
                    <a:pt x="113046" y="375522"/>
                  </a:lnTo>
                  <a:lnTo>
                    <a:pt x="113120" y="375745"/>
                  </a:lnTo>
                  <a:lnTo>
                    <a:pt x="113144" y="376074"/>
                  </a:lnTo>
                  <a:lnTo>
                    <a:pt x="113131" y="376262"/>
                  </a:lnTo>
                  <a:lnTo>
                    <a:pt x="113114" y="376471"/>
                  </a:lnTo>
                  <a:lnTo>
                    <a:pt x="113021" y="376616"/>
                  </a:lnTo>
                  <a:lnTo>
                    <a:pt x="112726" y="376878"/>
                  </a:lnTo>
                  <a:lnTo>
                    <a:pt x="112471" y="376954"/>
                  </a:lnTo>
                  <a:lnTo>
                    <a:pt x="112464" y="377228"/>
                  </a:lnTo>
                  <a:lnTo>
                    <a:pt x="112733" y="377559"/>
                  </a:lnTo>
                  <a:lnTo>
                    <a:pt x="112586" y="378009"/>
                  </a:lnTo>
                  <a:lnTo>
                    <a:pt x="112512" y="378173"/>
                  </a:lnTo>
                  <a:lnTo>
                    <a:pt x="111642" y="378506"/>
                  </a:lnTo>
                  <a:lnTo>
                    <a:pt x="111370" y="378577"/>
                  </a:lnTo>
                  <a:lnTo>
                    <a:pt x="111198" y="378584"/>
                  </a:lnTo>
                  <a:lnTo>
                    <a:pt x="110966" y="378544"/>
                  </a:lnTo>
                  <a:lnTo>
                    <a:pt x="110712" y="379302"/>
                  </a:lnTo>
                  <a:lnTo>
                    <a:pt x="110638" y="379444"/>
                  </a:lnTo>
                  <a:lnTo>
                    <a:pt x="110462" y="379686"/>
                  </a:lnTo>
                  <a:lnTo>
                    <a:pt x="109963" y="379862"/>
                  </a:lnTo>
                  <a:lnTo>
                    <a:pt x="109609" y="379760"/>
                  </a:lnTo>
                  <a:lnTo>
                    <a:pt x="109474" y="379682"/>
                  </a:lnTo>
                  <a:lnTo>
                    <a:pt x="109233" y="379534"/>
                  </a:lnTo>
                  <a:lnTo>
                    <a:pt x="109039" y="379390"/>
                  </a:lnTo>
                  <a:lnTo>
                    <a:pt x="108260" y="379510"/>
                  </a:lnTo>
                  <a:lnTo>
                    <a:pt x="108346" y="379880"/>
                  </a:lnTo>
                  <a:lnTo>
                    <a:pt x="108492" y="380132"/>
                  </a:lnTo>
                  <a:lnTo>
                    <a:pt x="108441" y="380714"/>
                  </a:lnTo>
                  <a:lnTo>
                    <a:pt x="108128" y="380798"/>
                  </a:lnTo>
                  <a:lnTo>
                    <a:pt x="107914" y="380816"/>
                  </a:lnTo>
                  <a:lnTo>
                    <a:pt x="107715" y="380786"/>
                  </a:lnTo>
                  <a:lnTo>
                    <a:pt x="107381" y="381181"/>
                  </a:lnTo>
                  <a:lnTo>
                    <a:pt x="107188" y="381467"/>
                  </a:lnTo>
                  <a:lnTo>
                    <a:pt x="107036" y="381727"/>
                  </a:lnTo>
                  <a:lnTo>
                    <a:pt x="106910" y="382096"/>
                  </a:lnTo>
                  <a:lnTo>
                    <a:pt x="106847" y="382273"/>
                  </a:lnTo>
                  <a:lnTo>
                    <a:pt x="106655" y="382291"/>
                  </a:lnTo>
                  <a:lnTo>
                    <a:pt x="106259" y="382206"/>
                  </a:lnTo>
                  <a:lnTo>
                    <a:pt x="106108" y="382160"/>
                  </a:lnTo>
                  <a:lnTo>
                    <a:pt x="105749" y="381590"/>
                  </a:lnTo>
                  <a:lnTo>
                    <a:pt x="105625" y="381330"/>
                  </a:lnTo>
                  <a:lnTo>
                    <a:pt x="105113" y="380962"/>
                  </a:lnTo>
                  <a:lnTo>
                    <a:pt x="104809" y="380885"/>
                  </a:lnTo>
                  <a:lnTo>
                    <a:pt x="104372" y="381008"/>
                  </a:lnTo>
                  <a:lnTo>
                    <a:pt x="104483" y="381294"/>
                  </a:lnTo>
                  <a:lnTo>
                    <a:pt x="104054" y="381392"/>
                  </a:lnTo>
                  <a:lnTo>
                    <a:pt x="103843" y="381318"/>
                  </a:lnTo>
                  <a:lnTo>
                    <a:pt x="103135" y="381615"/>
                  </a:lnTo>
                  <a:lnTo>
                    <a:pt x="102065" y="382067"/>
                  </a:lnTo>
                  <a:lnTo>
                    <a:pt x="101498" y="381596"/>
                  </a:lnTo>
                  <a:lnTo>
                    <a:pt x="101414" y="381382"/>
                  </a:lnTo>
                  <a:lnTo>
                    <a:pt x="101038" y="380748"/>
                  </a:lnTo>
                  <a:lnTo>
                    <a:pt x="100649" y="380484"/>
                  </a:lnTo>
                  <a:lnTo>
                    <a:pt x="100223" y="380179"/>
                  </a:lnTo>
                  <a:lnTo>
                    <a:pt x="100069" y="379873"/>
                  </a:lnTo>
                  <a:lnTo>
                    <a:pt x="99906" y="379866"/>
                  </a:lnTo>
                  <a:lnTo>
                    <a:pt x="99593" y="379853"/>
                  </a:lnTo>
                  <a:lnTo>
                    <a:pt x="99281" y="379842"/>
                  </a:lnTo>
                  <a:lnTo>
                    <a:pt x="98967" y="379831"/>
                  </a:lnTo>
                  <a:lnTo>
                    <a:pt x="98330" y="379812"/>
                  </a:lnTo>
                  <a:lnTo>
                    <a:pt x="97401" y="379973"/>
                  </a:lnTo>
                  <a:lnTo>
                    <a:pt x="97174" y="379964"/>
                  </a:lnTo>
                  <a:lnTo>
                    <a:pt x="95562" y="379073"/>
                  </a:lnTo>
                  <a:lnTo>
                    <a:pt x="94935" y="378922"/>
                  </a:lnTo>
                  <a:lnTo>
                    <a:pt x="94400" y="379586"/>
                  </a:lnTo>
                  <a:lnTo>
                    <a:pt x="94398" y="379866"/>
                  </a:lnTo>
                  <a:lnTo>
                    <a:pt x="94245" y="380409"/>
                  </a:lnTo>
                  <a:lnTo>
                    <a:pt x="93777" y="380736"/>
                  </a:lnTo>
                  <a:lnTo>
                    <a:pt x="93249" y="380790"/>
                  </a:lnTo>
                  <a:lnTo>
                    <a:pt x="92394" y="380898"/>
                  </a:lnTo>
                  <a:lnTo>
                    <a:pt x="92109" y="380936"/>
                  </a:lnTo>
                  <a:lnTo>
                    <a:pt x="91825" y="380974"/>
                  </a:lnTo>
                  <a:lnTo>
                    <a:pt x="91547" y="381020"/>
                  </a:lnTo>
                  <a:lnTo>
                    <a:pt x="90127" y="381269"/>
                  </a:lnTo>
                  <a:lnTo>
                    <a:pt x="89272" y="381419"/>
                  </a:lnTo>
                  <a:lnTo>
                    <a:pt x="87848" y="381682"/>
                  </a:lnTo>
                  <a:lnTo>
                    <a:pt x="87389" y="381839"/>
                  </a:lnTo>
                  <a:lnTo>
                    <a:pt x="86350" y="381578"/>
                  </a:lnTo>
                  <a:lnTo>
                    <a:pt x="85856" y="381357"/>
                  </a:lnTo>
                  <a:lnTo>
                    <a:pt x="85652" y="381276"/>
                  </a:lnTo>
                  <a:lnTo>
                    <a:pt x="85601" y="381129"/>
                  </a:lnTo>
                  <a:lnTo>
                    <a:pt x="85361" y="380877"/>
                  </a:lnTo>
                  <a:lnTo>
                    <a:pt x="85102" y="380832"/>
                  </a:lnTo>
                  <a:lnTo>
                    <a:pt x="84861" y="380795"/>
                  </a:lnTo>
                  <a:lnTo>
                    <a:pt x="84110" y="380472"/>
                  </a:lnTo>
                  <a:lnTo>
                    <a:pt x="83755" y="380371"/>
                  </a:lnTo>
                  <a:lnTo>
                    <a:pt x="83199" y="380310"/>
                  </a:lnTo>
                  <a:lnTo>
                    <a:pt x="82890" y="380257"/>
                  </a:lnTo>
                  <a:lnTo>
                    <a:pt x="82564" y="380208"/>
                  </a:lnTo>
                  <a:lnTo>
                    <a:pt x="81952" y="380210"/>
                  </a:lnTo>
                  <a:lnTo>
                    <a:pt x="81262" y="379727"/>
                  </a:lnTo>
                  <a:lnTo>
                    <a:pt x="81075" y="379717"/>
                  </a:lnTo>
                  <a:lnTo>
                    <a:pt x="80671" y="380050"/>
                  </a:lnTo>
                  <a:lnTo>
                    <a:pt x="80534" y="381581"/>
                  </a:lnTo>
                  <a:lnTo>
                    <a:pt x="80084" y="382094"/>
                  </a:lnTo>
                  <a:lnTo>
                    <a:pt x="79326" y="381999"/>
                  </a:lnTo>
                  <a:lnTo>
                    <a:pt x="78661" y="381617"/>
                  </a:lnTo>
                  <a:lnTo>
                    <a:pt x="78389" y="381511"/>
                  </a:lnTo>
                  <a:lnTo>
                    <a:pt x="78254" y="381447"/>
                  </a:lnTo>
                  <a:lnTo>
                    <a:pt x="77928" y="381221"/>
                  </a:lnTo>
                  <a:lnTo>
                    <a:pt x="77390" y="381119"/>
                  </a:lnTo>
                  <a:lnTo>
                    <a:pt x="77159" y="381054"/>
                  </a:lnTo>
                  <a:lnTo>
                    <a:pt x="76509" y="381194"/>
                  </a:lnTo>
                  <a:lnTo>
                    <a:pt x="76212" y="381206"/>
                  </a:lnTo>
                  <a:lnTo>
                    <a:pt x="75686" y="381186"/>
                  </a:lnTo>
                  <a:lnTo>
                    <a:pt x="75537" y="381220"/>
                  </a:lnTo>
                  <a:lnTo>
                    <a:pt x="75405" y="381243"/>
                  </a:lnTo>
                  <a:lnTo>
                    <a:pt x="74906" y="381227"/>
                  </a:lnTo>
                  <a:lnTo>
                    <a:pt x="74556" y="381188"/>
                  </a:lnTo>
                  <a:lnTo>
                    <a:pt x="74206" y="381214"/>
                  </a:lnTo>
                  <a:lnTo>
                    <a:pt x="73561" y="381130"/>
                  </a:lnTo>
                  <a:lnTo>
                    <a:pt x="73239" y="381091"/>
                  </a:lnTo>
                  <a:lnTo>
                    <a:pt x="73012" y="381026"/>
                  </a:lnTo>
                  <a:lnTo>
                    <a:pt x="72704" y="380875"/>
                  </a:lnTo>
                  <a:lnTo>
                    <a:pt x="72539" y="380787"/>
                  </a:lnTo>
                  <a:lnTo>
                    <a:pt x="72200" y="380589"/>
                  </a:lnTo>
                  <a:lnTo>
                    <a:pt x="71846" y="380321"/>
                  </a:lnTo>
                  <a:lnTo>
                    <a:pt x="71597" y="380032"/>
                  </a:lnTo>
                  <a:lnTo>
                    <a:pt x="71293" y="379647"/>
                  </a:lnTo>
                  <a:lnTo>
                    <a:pt x="70943" y="379174"/>
                  </a:lnTo>
                  <a:lnTo>
                    <a:pt x="70780" y="378924"/>
                  </a:lnTo>
                  <a:lnTo>
                    <a:pt x="69735" y="377769"/>
                  </a:lnTo>
                  <a:lnTo>
                    <a:pt x="69605" y="377991"/>
                  </a:lnTo>
                  <a:lnTo>
                    <a:pt x="69455" y="377904"/>
                  </a:lnTo>
                  <a:lnTo>
                    <a:pt x="69496" y="377705"/>
                  </a:lnTo>
                  <a:lnTo>
                    <a:pt x="69540" y="377491"/>
                  </a:lnTo>
                  <a:lnTo>
                    <a:pt x="69580" y="377200"/>
                  </a:lnTo>
                  <a:lnTo>
                    <a:pt x="69425" y="376420"/>
                  </a:lnTo>
                  <a:lnTo>
                    <a:pt x="69203" y="376484"/>
                  </a:lnTo>
                  <a:lnTo>
                    <a:pt x="69190" y="376709"/>
                  </a:lnTo>
                  <a:lnTo>
                    <a:pt x="68770" y="376385"/>
                  </a:lnTo>
                  <a:lnTo>
                    <a:pt x="69021" y="375995"/>
                  </a:lnTo>
                  <a:lnTo>
                    <a:pt x="69040" y="375722"/>
                  </a:lnTo>
                  <a:lnTo>
                    <a:pt x="69103" y="374741"/>
                  </a:lnTo>
                  <a:lnTo>
                    <a:pt x="68755" y="373714"/>
                  </a:lnTo>
                  <a:lnTo>
                    <a:pt x="68387" y="373209"/>
                  </a:lnTo>
                  <a:lnTo>
                    <a:pt x="68072" y="373133"/>
                  </a:lnTo>
                  <a:lnTo>
                    <a:pt x="67996" y="372936"/>
                  </a:lnTo>
                  <a:lnTo>
                    <a:pt x="67958" y="372584"/>
                  </a:lnTo>
                  <a:lnTo>
                    <a:pt x="68362" y="372478"/>
                  </a:lnTo>
                  <a:lnTo>
                    <a:pt x="68584" y="372427"/>
                  </a:lnTo>
                  <a:lnTo>
                    <a:pt x="68756" y="372418"/>
                  </a:lnTo>
                  <a:lnTo>
                    <a:pt x="69057" y="371826"/>
                  </a:lnTo>
                  <a:lnTo>
                    <a:pt x="68822" y="371460"/>
                  </a:lnTo>
                  <a:lnTo>
                    <a:pt x="68547" y="370611"/>
                  </a:lnTo>
                  <a:lnTo>
                    <a:pt x="68189" y="369949"/>
                  </a:lnTo>
                  <a:lnTo>
                    <a:pt x="67981" y="369640"/>
                  </a:lnTo>
                  <a:lnTo>
                    <a:pt x="68056" y="369067"/>
                  </a:lnTo>
                  <a:lnTo>
                    <a:pt x="67949" y="368675"/>
                  </a:lnTo>
                  <a:lnTo>
                    <a:pt x="67778" y="368619"/>
                  </a:lnTo>
                  <a:lnTo>
                    <a:pt x="67287" y="368264"/>
                  </a:lnTo>
                  <a:lnTo>
                    <a:pt x="67058" y="368021"/>
                  </a:lnTo>
                  <a:lnTo>
                    <a:pt x="66867" y="367770"/>
                  </a:lnTo>
                  <a:lnTo>
                    <a:pt x="66512" y="367298"/>
                  </a:lnTo>
                  <a:lnTo>
                    <a:pt x="65698" y="367481"/>
                  </a:lnTo>
                  <a:lnTo>
                    <a:pt x="65448" y="367455"/>
                  </a:lnTo>
                  <a:lnTo>
                    <a:pt x="65315" y="367219"/>
                  </a:lnTo>
                  <a:lnTo>
                    <a:pt x="64524" y="367022"/>
                  </a:lnTo>
                  <a:lnTo>
                    <a:pt x="64385" y="366887"/>
                  </a:lnTo>
                  <a:lnTo>
                    <a:pt x="63783" y="366349"/>
                  </a:lnTo>
                  <a:lnTo>
                    <a:pt x="63237" y="366202"/>
                  </a:lnTo>
                  <a:lnTo>
                    <a:pt x="62998" y="365917"/>
                  </a:lnTo>
                  <a:lnTo>
                    <a:pt x="62701" y="365634"/>
                  </a:lnTo>
                  <a:lnTo>
                    <a:pt x="62073" y="365597"/>
                  </a:lnTo>
                  <a:lnTo>
                    <a:pt x="61763" y="365671"/>
                  </a:lnTo>
                  <a:lnTo>
                    <a:pt x="61599" y="366225"/>
                  </a:lnTo>
                  <a:lnTo>
                    <a:pt x="61481" y="366649"/>
                  </a:lnTo>
                  <a:lnTo>
                    <a:pt x="61154" y="366858"/>
                  </a:lnTo>
                  <a:lnTo>
                    <a:pt x="61176" y="366596"/>
                  </a:lnTo>
                  <a:lnTo>
                    <a:pt x="61218" y="366453"/>
                  </a:lnTo>
                  <a:lnTo>
                    <a:pt x="61249" y="366196"/>
                  </a:lnTo>
                  <a:lnTo>
                    <a:pt x="61045" y="366057"/>
                  </a:lnTo>
                  <a:lnTo>
                    <a:pt x="60664" y="365897"/>
                  </a:lnTo>
                  <a:lnTo>
                    <a:pt x="60319" y="366035"/>
                  </a:lnTo>
                  <a:lnTo>
                    <a:pt x="59880" y="366924"/>
                  </a:lnTo>
                  <a:lnTo>
                    <a:pt x="59348" y="366662"/>
                  </a:lnTo>
                  <a:lnTo>
                    <a:pt x="59276" y="366535"/>
                  </a:lnTo>
                  <a:lnTo>
                    <a:pt x="59179" y="366288"/>
                  </a:lnTo>
                  <a:lnTo>
                    <a:pt x="59183" y="366042"/>
                  </a:lnTo>
                  <a:lnTo>
                    <a:pt x="59185" y="365794"/>
                  </a:lnTo>
                  <a:lnTo>
                    <a:pt x="59065" y="365396"/>
                  </a:lnTo>
                  <a:lnTo>
                    <a:pt x="58875" y="365321"/>
                  </a:lnTo>
                  <a:lnTo>
                    <a:pt x="58841" y="364969"/>
                  </a:lnTo>
                  <a:lnTo>
                    <a:pt x="58793" y="364330"/>
                  </a:lnTo>
                  <a:lnTo>
                    <a:pt x="58856" y="364000"/>
                  </a:lnTo>
                  <a:lnTo>
                    <a:pt x="59048" y="364070"/>
                  </a:lnTo>
                  <a:lnTo>
                    <a:pt x="59205" y="364099"/>
                  </a:lnTo>
                  <a:lnTo>
                    <a:pt x="59361" y="364011"/>
                  </a:lnTo>
                  <a:lnTo>
                    <a:pt x="59833" y="363478"/>
                  </a:lnTo>
                  <a:lnTo>
                    <a:pt x="59837" y="363286"/>
                  </a:lnTo>
                  <a:lnTo>
                    <a:pt x="59774" y="363092"/>
                  </a:lnTo>
                  <a:lnTo>
                    <a:pt x="59022" y="362730"/>
                  </a:lnTo>
                  <a:lnTo>
                    <a:pt x="58536" y="362757"/>
                  </a:lnTo>
                  <a:lnTo>
                    <a:pt x="57994" y="363055"/>
                  </a:lnTo>
                  <a:lnTo>
                    <a:pt x="57908" y="363374"/>
                  </a:lnTo>
                  <a:lnTo>
                    <a:pt x="57771" y="363360"/>
                  </a:lnTo>
                  <a:lnTo>
                    <a:pt x="57400" y="363276"/>
                  </a:lnTo>
                  <a:lnTo>
                    <a:pt x="56644" y="362787"/>
                  </a:lnTo>
                  <a:lnTo>
                    <a:pt x="56676" y="362660"/>
                  </a:lnTo>
                  <a:lnTo>
                    <a:pt x="56899" y="362138"/>
                  </a:lnTo>
                  <a:lnTo>
                    <a:pt x="57150" y="362167"/>
                  </a:lnTo>
                  <a:lnTo>
                    <a:pt x="57285" y="362216"/>
                  </a:lnTo>
                  <a:lnTo>
                    <a:pt x="57346" y="362082"/>
                  </a:lnTo>
                  <a:lnTo>
                    <a:pt x="57722" y="361266"/>
                  </a:lnTo>
                  <a:lnTo>
                    <a:pt x="57903" y="361381"/>
                  </a:lnTo>
                  <a:lnTo>
                    <a:pt x="58229" y="361115"/>
                  </a:lnTo>
                  <a:lnTo>
                    <a:pt x="58344" y="360723"/>
                  </a:lnTo>
                  <a:lnTo>
                    <a:pt x="57655" y="360429"/>
                  </a:lnTo>
                  <a:lnTo>
                    <a:pt x="57311" y="360516"/>
                  </a:lnTo>
                  <a:lnTo>
                    <a:pt x="57272" y="360731"/>
                  </a:lnTo>
                  <a:lnTo>
                    <a:pt x="57095" y="360829"/>
                  </a:lnTo>
                  <a:lnTo>
                    <a:pt x="56768" y="360786"/>
                  </a:lnTo>
                  <a:lnTo>
                    <a:pt x="56807" y="360646"/>
                  </a:lnTo>
                  <a:lnTo>
                    <a:pt x="56639" y="360402"/>
                  </a:lnTo>
                  <a:lnTo>
                    <a:pt x="55930" y="360271"/>
                  </a:lnTo>
                  <a:lnTo>
                    <a:pt x="55270" y="360464"/>
                  </a:lnTo>
                  <a:lnTo>
                    <a:pt x="55099" y="360332"/>
                  </a:lnTo>
                  <a:lnTo>
                    <a:pt x="55084" y="360138"/>
                  </a:lnTo>
                  <a:lnTo>
                    <a:pt x="55006" y="359964"/>
                  </a:lnTo>
                  <a:lnTo>
                    <a:pt x="54849" y="359801"/>
                  </a:lnTo>
                  <a:lnTo>
                    <a:pt x="54328" y="359388"/>
                  </a:lnTo>
                  <a:lnTo>
                    <a:pt x="53907" y="359216"/>
                  </a:lnTo>
                  <a:lnTo>
                    <a:pt x="53806" y="359063"/>
                  </a:lnTo>
                  <a:lnTo>
                    <a:pt x="53927" y="358473"/>
                  </a:lnTo>
                  <a:lnTo>
                    <a:pt x="53937" y="358201"/>
                  </a:lnTo>
                  <a:lnTo>
                    <a:pt x="53817" y="358064"/>
                  </a:lnTo>
                  <a:lnTo>
                    <a:pt x="53640" y="357865"/>
                  </a:lnTo>
                  <a:lnTo>
                    <a:pt x="53271" y="357891"/>
                  </a:lnTo>
                  <a:lnTo>
                    <a:pt x="53133" y="358018"/>
                  </a:lnTo>
                  <a:lnTo>
                    <a:pt x="53057" y="358341"/>
                  </a:lnTo>
                  <a:lnTo>
                    <a:pt x="52880" y="358410"/>
                  </a:lnTo>
                  <a:lnTo>
                    <a:pt x="52492" y="358534"/>
                  </a:lnTo>
                  <a:lnTo>
                    <a:pt x="52458" y="358304"/>
                  </a:lnTo>
                  <a:lnTo>
                    <a:pt x="52209" y="358238"/>
                  </a:lnTo>
                  <a:lnTo>
                    <a:pt x="52055" y="358260"/>
                  </a:lnTo>
                  <a:lnTo>
                    <a:pt x="52060" y="358508"/>
                  </a:lnTo>
                  <a:lnTo>
                    <a:pt x="51902" y="358519"/>
                  </a:lnTo>
                  <a:lnTo>
                    <a:pt x="51360" y="358483"/>
                  </a:lnTo>
                  <a:lnTo>
                    <a:pt x="50940" y="358487"/>
                  </a:lnTo>
                  <a:lnTo>
                    <a:pt x="50624" y="358513"/>
                  </a:lnTo>
                  <a:lnTo>
                    <a:pt x="50470" y="358662"/>
                  </a:lnTo>
                  <a:lnTo>
                    <a:pt x="50190" y="359044"/>
                  </a:lnTo>
                  <a:lnTo>
                    <a:pt x="49895" y="359199"/>
                  </a:lnTo>
                  <a:lnTo>
                    <a:pt x="49762" y="359206"/>
                  </a:lnTo>
                  <a:lnTo>
                    <a:pt x="49634" y="359188"/>
                  </a:lnTo>
                  <a:lnTo>
                    <a:pt x="49323" y="359444"/>
                  </a:lnTo>
                  <a:lnTo>
                    <a:pt x="49336" y="359655"/>
                  </a:lnTo>
                  <a:lnTo>
                    <a:pt x="49151" y="359937"/>
                  </a:lnTo>
                  <a:lnTo>
                    <a:pt x="48727" y="359700"/>
                  </a:lnTo>
                  <a:lnTo>
                    <a:pt x="48446" y="359513"/>
                  </a:lnTo>
                  <a:lnTo>
                    <a:pt x="48217" y="359258"/>
                  </a:lnTo>
                  <a:lnTo>
                    <a:pt x="47990" y="358818"/>
                  </a:lnTo>
                  <a:lnTo>
                    <a:pt x="47530" y="358665"/>
                  </a:lnTo>
                  <a:lnTo>
                    <a:pt x="47146" y="358734"/>
                  </a:lnTo>
                  <a:lnTo>
                    <a:pt x="46641" y="358702"/>
                  </a:lnTo>
                  <a:lnTo>
                    <a:pt x="46391" y="358531"/>
                  </a:lnTo>
                  <a:lnTo>
                    <a:pt x="45625" y="358511"/>
                  </a:lnTo>
                  <a:lnTo>
                    <a:pt x="45005" y="358886"/>
                  </a:lnTo>
                  <a:lnTo>
                    <a:pt x="44646" y="359298"/>
                  </a:lnTo>
                  <a:lnTo>
                    <a:pt x="44290" y="359864"/>
                  </a:lnTo>
                  <a:lnTo>
                    <a:pt x="43820" y="359876"/>
                  </a:lnTo>
                  <a:lnTo>
                    <a:pt x="43279" y="359469"/>
                  </a:lnTo>
                  <a:lnTo>
                    <a:pt x="43260" y="359200"/>
                  </a:lnTo>
                  <a:lnTo>
                    <a:pt x="43322" y="358813"/>
                  </a:lnTo>
                  <a:lnTo>
                    <a:pt x="42357" y="358596"/>
                  </a:lnTo>
                  <a:lnTo>
                    <a:pt x="42106" y="358359"/>
                  </a:lnTo>
                  <a:lnTo>
                    <a:pt x="42034" y="358028"/>
                  </a:lnTo>
                  <a:lnTo>
                    <a:pt x="42209" y="357655"/>
                  </a:lnTo>
                  <a:lnTo>
                    <a:pt x="42251" y="357472"/>
                  </a:lnTo>
                  <a:lnTo>
                    <a:pt x="42263" y="357272"/>
                  </a:lnTo>
                  <a:lnTo>
                    <a:pt x="42228" y="357037"/>
                  </a:lnTo>
                  <a:lnTo>
                    <a:pt x="41886" y="356861"/>
                  </a:lnTo>
                  <a:lnTo>
                    <a:pt x="41545" y="356913"/>
                  </a:lnTo>
                  <a:lnTo>
                    <a:pt x="41425" y="357045"/>
                  </a:lnTo>
                  <a:lnTo>
                    <a:pt x="41265" y="357583"/>
                  </a:lnTo>
                  <a:lnTo>
                    <a:pt x="41129" y="358071"/>
                  </a:lnTo>
                  <a:lnTo>
                    <a:pt x="40949" y="358173"/>
                  </a:lnTo>
                  <a:lnTo>
                    <a:pt x="40641" y="358029"/>
                  </a:lnTo>
                  <a:lnTo>
                    <a:pt x="39525" y="357676"/>
                  </a:lnTo>
                  <a:lnTo>
                    <a:pt x="39382" y="357736"/>
                  </a:lnTo>
                  <a:lnTo>
                    <a:pt x="38969" y="357657"/>
                  </a:lnTo>
                  <a:lnTo>
                    <a:pt x="39549" y="357509"/>
                  </a:lnTo>
                  <a:lnTo>
                    <a:pt x="40229" y="357124"/>
                  </a:lnTo>
                  <a:lnTo>
                    <a:pt x="40451" y="356960"/>
                  </a:lnTo>
                  <a:lnTo>
                    <a:pt x="40639" y="355968"/>
                  </a:lnTo>
                  <a:lnTo>
                    <a:pt x="39701" y="355904"/>
                  </a:lnTo>
                  <a:lnTo>
                    <a:pt x="39133" y="355427"/>
                  </a:lnTo>
                  <a:lnTo>
                    <a:pt x="39099" y="355172"/>
                  </a:lnTo>
                  <a:lnTo>
                    <a:pt x="39615" y="353985"/>
                  </a:lnTo>
                  <a:lnTo>
                    <a:pt x="40010" y="353917"/>
                  </a:lnTo>
                  <a:lnTo>
                    <a:pt x="40585" y="353817"/>
                  </a:lnTo>
                  <a:lnTo>
                    <a:pt x="41191" y="353712"/>
                  </a:lnTo>
                  <a:lnTo>
                    <a:pt x="41429" y="353671"/>
                  </a:lnTo>
                  <a:lnTo>
                    <a:pt x="41946" y="353408"/>
                  </a:lnTo>
                  <a:lnTo>
                    <a:pt x="42213" y="352830"/>
                  </a:lnTo>
                  <a:lnTo>
                    <a:pt x="42261" y="352487"/>
                  </a:lnTo>
                  <a:lnTo>
                    <a:pt x="42223" y="352311"/>
                  </a:lnTo>
                  <a:lnTo>
                    <a:pt x="42142" y="351958"/>
                  </a:lnTo>
                  <a:lnTo>
                    <a:pt x="41732" y="351431"/>
                  </a:lnTo>
                  <a:lnTo>
                    <a:pt x="41513" y="351208"/>
                  </a:lnTo>
                  <a:lnTo>
                    <a:pt x="41273" y="350963"/>
                  </a:lnTo>
                  <a:lnTo>
                    <a:pt x="40849" y="350578"/>
                  </a:lnTo>
                  <a:lnTo>
                    <a:pt x="40430" y="349620"/>
                  </a:lnTo>
                  <a:lnTo>
                    <a:pt x="40440" y="349436"/>
                  </a:lnTo>
                  <a:lnTo>
                    <a:pt x="41390" y="348289"/>
                  </a:lnTo>
                  <a:lnTo>
                    <a:pt x="41817" y="348072"/>
                  </a:lnTo>
                  <a:lnTo>
                    <a:pt x="42242" y="347924"/>
                  </a:lnTo>
                  <a:lnTo>
                    <a:pt x="42608" y="347826"/>
                  </a:lnTo>
                  <a:lnTo>
                    <a:pt x="42905" y="347773"/>
                  </a:lnTo>
                  <a:lnTo>
                    <a:pt x="43219" y="347747"/>
                  </a:lnTo>
                  <a:lnTo>
                    <a:pt x="43399" y="347746"/>
                  </a:lnTo>
                  <a:lnTo>
                    <a:pt x="43645" y="347751"/>
                  </a:lnTo>
                  <a:lnTo>
                    <a:pt x="43863" y="347763"/>
                  </a:lnTo>
                  <a:lnTo>
                    <a:pt x="44077" y="347769"/>
                  </a:lnTo>
                  <a:lnTo>
                    <a:pt x="44262" y="347765"/>
                  </a:lnTo>
                  <a:lnTo>
                    <a:pt x="44498" y="347556"/>
                  </a:lnTo>
                  <a:lnTo>
                    <a:pt x="44490" y="346990"/>
                  </a:lnTo>
                  <a:lnTo>
                    <a:pt x="44486" y="346855"/>
                  </a:lnTo>
                  <a:lnTo>
                    <a:pt x="44465" y="346384"/>
                  </a:lnTo>
                  <a:lnTo>
                    <a:pt x="44449" y="346128"/>
                  </a:lnTo>
                  <a:lnTo>
                    <a:pt x="44441" y="345853"/>
                  </a:lnTo>
                  <a:lnTo>
                    <a:pt x="44395" y="345346"/>
                  </a:lnTo>
                  <a:lnTo>
                    <a:pt x="44381" y="345104"/>
                  </a:lnTo>
                  <a:lnTo>
                    <a:pt x="44462" y="344813"/>
                  </a:lnTo>
                  <a:lnTo>
                    <a:pt x="44599" y="344722"/>
                  </a:lnTo>
                  <a:lnTo>
                    <a:pt x="44842" y="344636"/>
                  </a:lnTo>
                  <a:lnTo>
                    <a:pt x="45351" y="344496"/>
                  </a:lnTo>
                  <a:lnTo>
                    <a:pt x="45978" y="343789"/>
                  </a:lnTo>
                  <a:lnTo>
                    <a:pt x="46211" y="343521"/>
                  </a:lnTo>
                  <a:lnTo>
                    <a:pt x="46212" y="343366"/>
                  </a:lnTo>
                  <a:lnTo>
                    <a:pt x="46341" y="342868"/>
                  </a:lnTo>
                  <a:lnTo>
                    <a:pt x="46581" y="342881"/>
                  </a:lnTo>
                  <a:lnTo>
                    <a:pt x="46813" y="342550"/>
                  </a:lnTo>
                  <a:lnTo>
                    <a:pt x="47051" y="342062"/>
                  </a:lnTo>
                  <a:lnTo>
                    <a:pt x="47050" y="341888"/>
                  </a:lnTo>
                  <a:lnTo>
                    <a:pt x="47303" y="341706"/>
                  </a:lnTo>
                  <a:lnTo>
                    <a:pt x="47512" y="341557"/>
                  </a:lnTo>
                  <a:lnTo>
                    <a:pt x="48001" y="341142"/>
                  </a:lnTo>
                  <a:lnTo>
                    <a:pt x="48071" y="340951"/>
                  </a:lnTo>
                  <a:lnTo>
                    <a:pt x="48213" y="340727"/>
                  </a:lnTo>
                  <a:lnTo>
                    <a:pt x="48400" y="340677"/>
                  </a:lnTo>
                  <a:lnTo>
                    <a:pt x="48484" y="340825"/>
                  </a:lnTo>
                  <a:lnTo>
                    <a:pt x="48573" y="340975"/>
                  </a:lnTo>
                  <a:lnTo>
                    <a:pt x="48856" y="340938"/>
                  </a:lnTo>
                  <a:lnTo>
                    <a:pt x="48697" y="340394"/>
                  </a:lnTo>
                  <a:lnTo>
                    <a:pt x="48646" y="340175"/>
                  </a:lnTo>
                  <a:lnTo>
                    <a:pt x="48579" y="339844"/>
                  </a:lnTo>
                  <a:lnTo>
                    <a:pt x="48525" y="339520"/>
                  </a:lnTo>
                  <a:lnTo>
                    <a:pt x="48501" y="339274"/>
                  </a:lnTo>
                  <a:lnTo>
                    <a:pt x="48951" y="338196"/>
                  </a:lnTo>
                  <a:lnTo>
                    <a:pt x="49250" y="338089"/>
                  </a:lnTo>
                  <a:lnTo>
                    <a:pt x="49523" y="338071"/>
                  </a:lnTo>
                  <a:lnTo>
                    <a:pt x="49987" y="338066"/>
                  </a:lnTo>
                  <a:lnTo>
                    <a:pt x="50389" y="338081"/>
                  </a:lnTo>
                  <a:lnTo>
                    <a:pt x="50658" y="338094"/>
                  </a:lnTo>
                  <a:lnTo>
                    <a:pt x="51209" y="338053"/>
                  </a:lnTo>
                  <a:lnTo>
                    <a:pt x="51395" y="337848"/>
                  </a:lnTo>
                  <a:lnTo>
                    <a:pt x="51807" y="337138"/>
                  </a:lnTo>
                  <a:lnTo>
                    <a:pt x="51823" y="336831"/>
                  </a:lnTo>
                  <a:lnTo>
                    <a:pt x="51833" y="336654"/>
                  </a:lnTo>
                  <a:lnTo>
                    <a:pt x="51690" y="336461"/>
                  </a:lnTo>
                  <a:lnTo>
                    <a:pt x="51637" y="336327"/>
                  </a:lnTo>
                  <a:lnTo>
                    <a:pt x="51639" y="336163"/>
                  </a:lnTo>
                  <a:lnTo>
                    <a:pt x="52011" y="335898"/>
                  </a:lnTo>
                  <a:lnTo>
                    <a:pt x="52192" y="335980"/>
                  </a:lnTo>
                  <a:lnTo>
                    <a:pt x="52339" y="336323"/>
                  </a:lnTo>
                  <a:lnTo>
                    <a:pt x="52629" y="336567"/>
                  </a:lnTo>
                  <a:lnTo>
                    <a:pt x="53100" y="336576"/>
                  </a:lnTo>
                  <a:lnTo>
                    <a:pt x="53274" y="336630"/>
                  </a:lnTo>
                  <a:lnTo>
                    <a:pt x="53484" y="336616"/>
                  </a:lnTo>
                  <a:lnTo>
                    <a:pt x="53602" y="336323"/>
                  </a:lnTo>
                  <a:lnTo>
                    <a:pt x="53597" y="335985"/>
                  </a:lnTo>
                  <a:lnTo>
                    <a:pt x="53590" y="335701"/>
                  </a:lnTo>
                  <a:lnTo>
                    <a:pt x="53942" y="335512"/>
                  </a:lnTo>
                  <a:lnTo>
                    <a:pt x="54107" y="335426"/>
                  </a:lnTo>
                  <a:lnTo>
                    <a:pt x="54252" y="335381"/>
                  </a:lnTo>
                  <a:lnTo>
                    <a:pt x="54549" y="335326"/>
                  </a:lnTo>
                  <a:lnTo>
                    <a:pt x="55156" y="335308"/>
                  </a:lnTo>
                  <a:lnTo>
                    <a:pt x="55412" y="335347"/>
                  </a:lnTo>
                  <a:lnTo>
                    <a:pt x="55632" y="335395"/>
                  </a:lnTo>
                  <a:lnTo>
                    <a:pt x="55885" y="335456"/>
                  </a:lnTo>
                  <a:lnTo>
                    <a:pt x="56070" y="335518"/>
                  </a:lnTo>
                  <a:lnTo>
                    <a:pt x="56255" y="335588"/>
                  </a:lnTo>
                  <a:lnTo>
                    <a:pt x="56429" y="335657"/>
                  </a:lnTo>
                  <a:lnTo>
                    <a:pt x="56776" y="335819"/>
                  </a:lnTo>
                  <a:lnTo>
                    <a:pt x="56952" y="335904"/>
                  </a:lnTo>
                  <a:lnTo>
                    <a:pt x="56953" y="335620"/>
                  </a:lnTo>
                  <a:lnTo>
                    <a:pt x="57456" y="335533"/>
                  </a:lnTo>
                  <a:lnTo>
                    <a:pt x="57842" y="335527"/>
                  </a:lnTo>
                  <a:lnTo>
                    <a:pt x="58185" y="335618"/>
                  </a:lnTo>
                  <a:lnTo>
                    <a:pt x="58611" y="335606"/>
                  </a:lnTo>
                  <a:lnTo>
                    <a:pt x="59244" y="335319"/>
                  </a:lnTo>
                  <a:lnTo>
                    <a:pt x="59535" y="335021"/>
                  </a:lnTo>
                  <a:lnTo>
                    <a:pt x="59885" y="334690"/>
                  </a:lnTo>
                  <a:lnTo>
                    <a:pt x="60126" y="334506"/>
                  </a:lnTo>
                  <a:lnTo>
                    <a:pt x="60375" y="334315"/>
                  </a:lnTo>
                  <a:lnTo>
                    <a:pt x="60480" y="333969"/>
                  </a:lnTo>
                  <a:lnTo>
                    <a:pt x="60519" y="333728"/>
                  </a:lnTo>
                  <a:lnTo>
                    <a:pt x="61029" y="333382"/>
                  </a:lnTo>
                  <a:lnTo>
                    <a:pt x="61310" y="333331"/>
                  </a:lnTo>
                  <a:lnTo>
                    <a:pt x="61990" y="333093"/>
                  </a:lnTo>
                  <a:lnTo>
                    <a:pt x="62213" y="332919"/>
                  </a:lnTo>
                  <a:lnTo>
                    <a:pt x="62370" y="332798"/>
                  </a:lnTo>
                  <a:lnTo>
                    <a:pt x="62656" y="332627"/>
                  </a:lnTo>
                  <a:lnTo>
                    <a:pt x="62912" y="332653"/>
                  </a:lnTo>
                  <a:lnTo>
                    <a:pt x="63306" y="332268"/>
                  </a:lnTo>
                  <a:lnTo>
                    <a:pt x="63514" y="332134"/>
                  </a:lnTo>
                  <a:lnTo>
                    <a:pt x="63719" y="332027"/>
                  </a:lnTo>
                  <a:lnTo>
                    <a:pt x="63929" y="331930"/>
                  </a:lnTo>
                  <a:lnTo>
                    <a:pt x="64220" y="331831"/>
                  </a:lnTo>
                  <a:lnTo>
                    <a:pt x="64634" y="331542"/>
                  </a:lnTo>
                  <a:lnTo>
                    <a:pt x="64603" y="331172"/>
                  </a:lnTo>
                  <a:lnTo>
                    <a:pt x="64452" y="330576"/>
                  </a:lnTo>
                  <a:lnTo>
                    <a:pt x="64281" y="329763"/>
                  </a:lnTo>
                  <a:lnTo>
                    <a:pt x="64309" y="329563"/>
                  </a:lnTo>
                  <a:lnTo>
                    <a:pt x="64430" y="329180"/>
                  </a:lnTo>
                  <a:lnTo>
                    <a:pt x="64411" y="328978"/>
                  </a:lnTo>
                  <a:lnTo>
                    <a:pt x="64067" y="328841"/>
                  </a:lnTo>
                  <a:lnTo>
                    <a:pt x="64458" y="328553"/>
                  </a:lnTo>
                  <a:lnTo>
                    <a:pt x="64637" y="328417"/>
                  </a:lnTo>
                  <a:lnTo>
                    <a:pt x="65196" y="327885"/>
                  </a:lnTo>
                  <a:lnTo>
                    <a:pt x="65757" y="327672"/>
                  </a:lnTo>
                  <a:lnTo>
                    <a:pt x="66127" y="327229"/>
                  </a:lnTo>
                  <a:lnTo>
                    <a:pt x="66224" y="326749"/>
                  </a:lnTo>
                  <a:lnTo>
                    <a:pt x="66524" y="326345"/>
                  </a:lnTo>
                  <a:lnTo>
                    <a:pt x="66783" y="326297"/>
                  </a:lnTo>
                  <a:lnTo>
                    <a:pt x="67032" y="326072"/>
                  </a:lnTo>
                  <a:lnTo>
                    <a:pt x="67053" y="325930"/>
                  </a:lnTo>
                  <a:lnTo>
                    <a:pt x="67088" y="325680"/>
                  </a:lnTo>
                  <a:lnTo>
                    <a:pt x="67153" y="325229"/>
                  </a:lnTo>
                  <a:lnTo>
                    <a:pt x="67280" y="324654"/>
                  </a:lnTo>
                  <a:lnTo>
                    <a:pt x="67753" y="324601"/>
                  </a:lnTo>
                  <a:lnTo>
                    <a:pt x="67854" y="324121"/>
                  </a:lnTo>
                  <a:lnTo>
                    <a:pt x="68212" y="323305"/>
                  </a:lnTo>
                  <a:lnTo>
                    <a:pt x="68612" y="323354"/>
                  </a:lnTo>
                  <a:lnTo>
                    <a:pt x="68863" y="323272"/>
                  </a:lnTo>
                  <a:lnTo>
                    <a:pt x="68583" y="323197"/>
                  </a:lnTo>
                  <a:lnTo>
                    <a:pt x="68262" y="323133"/>
                  </a:lnTo>
                  <a:lnTo>
                    <a:pt x="67861" y="323038"/>
                  </a:lnTo>
                  <a:lnTo>
                    <a:pt x="68148" y="323005"/>
                  </a:lnTo>
                  <a:lnTo>
                    <a:pt x="69007" y="322910"/>
                  </a:lnTo>
                  <a:lnTo>
                    <a:pt x="69363" y="322828"/>
                  </a:lnTo>
                  <a:lnTo>
                    <a:pt x="69608" y="322702"/>
                  </a:lnTo>
                  <a:lnTo>
                    <a:pt x="69753" y="322613"/>
                  </a:lnTo>
                  <a:lnTo>
                    <a:pt x="69672" y="322174"/>
                  </a:lnTo>
                  <a:lnTo>
                    <a:pt x="69942" y="321976"/>
                  </a:lnTo>
                  <a:lnTo>
                    <a:pt x="70485" y="320917"/>
                  </a:lnTo>
                  <a:lnTo>
                    <a:pt x="70600" y="320571"/>
                  </a:lnTo>
                  <a:lnTo>
                    <a:pt x="71253" y="320143"/>
                  </a:lnTo>
                  <a:lnTo>
                    <a:pt x="71576" y="319818"/>
                  </a:lnTo>
                  <a:lnTo>
                    <a:pt x="71740" y="319623"/>
                  </a:lnTo>
                  <a:lnTo>
                    <a:pt x="71954" y="319256"/>
                  </a:lnTo>
                  <a:lnTo>
                    <a:pt x="72767" y="318993"/>
                  </a:lnTo>
                  <a:lnTo>
                    <a:pt x="73554" y="319015"/>
                  </a:lnTo>
                  <a:lnTo>
                    <a:pt x="73761" y="319034"/>
                  </a:lnTo>
                  <a:lnTo>
                    <a:pt x="73944" y="319051"/>
                  </a:lnTo>
                  <a:lnTo>
                    <a:pt x="74394" y="318736"/>
                  </a:lnTo>
                  <a:lnTo>
                    <a:pt x="75267" y="319007"/>
                  </a:lnTo>
                  <a:lnTo>
                    <a:pt x="75433" y="319061"/>
                  </a:lnTo>
                  <a:lnTo>
                    <a:pt x="75569" y="319104"/>
                  </a:lnTo>
                  <a:lnTo>
                    <a:pt x="75716" y="319099"/>
                  </a:lnTo>
                  <a:lnTo>
                    <a:pt x="75717" y="318740"/>
                  </a:lnTo>
                  <a:lnTo>
                    <a:pt x="75727" y="318576"/>
                  </a:lnTo>
                  <a:lnTo>
                    <a:pt x="75968" y="318595"/>
                  </a:lnTo>
                  <a:lnTo>
                    <a:pt x="76329" y="318626"/>
                  </a:lnTo>
                  <a:lnTo>
                    <a:pt x="77170" y="318496"/>
                  </a:lnTo>
                  <a:lnTo>
                    <a:pt x="78201" y="318251"/>
                  </a:lnTo>
                  <a:lnTo>
                    <a:pt x="78839" y="317974"/>
                  </a:lnTo>
                  <a:lnTo>
                    <a:pt x="79180" y="317876"/>
                  </a:lnTo>
                  <a:lnTo>
                    <a:pt x="79509" y="317827"/>
                  </a:lnTo>
                  <a:lnTo>
                    <a:pt x="79762" y="317819"/>
                  </a:lnTo>
                  <a:lnTo>
                    <a:pt x="79952" y="317798"/>
                  </a:lnTo>
                  <a:lnTo>
                    <a:pt x="80531" y="317718"/>
                  </a:lnTo>
                  <a:lnTo>
                    <a:pt x="80751" y="316946"/>
                  </a:lnTo>
                  <a:lnTo>
                    <a:pt x="80759" y="316454"/>
                  </a:lnTo>
                  <a:lnTo>
                    <a:pt x="80643" y="316181"/>
                  </a:lnTo>
                  <a:lnTo>
                    <a:pt x="80669" y="315857"/>
                  </a:lnTo>
                  <a:lnTo>
                    <a:pt x="81043" y="315647"/>
                  </a:lnTo>
                  <a:lnTo>
                    <a:pt x="81100" y="315211"/>
                  </a:lnTo>
                  <a:lnTo>
                    <a:pt x="81137" y="314929"/>
                  </a:lnTo>
                  <a:lnTo>
                    <a:pt x="81346" y="314992"/>
                  </a:lnTo>
                  <a:lnTo>
                    <a:pt x="81668" y="315088"/>
                  </a:lnTo>
                  <a:lnTo>
                    <a:pt x="82156" y="314418"/>
                  </a:lnTo>
                  <a:lnTo>
                    <a:pt x="82440" y="313752"/>
                  </a:lnTo>
                  <a:lnTo>
                    <a:pt x="82577" y="313497"/>
                  </a:lnTo>
                  <a:lnTo>
                    <a:pt x="83350" y="313451"/>
                  </a:lnTo>
                  <a:lnTo>
                    <a:pt x="83682" y="313194"/>
                  </a:lnTo>
                  <a:lnTo>
                    <a:pt x="84016" y="312791"/>
                  </a:lnTo>
                  <a:lnTo>
                    <a:pt x="84156" y="312571"/>
                  </a:lnTo>
                  <a:lnTo>
                    <a:pt x="84304" y="312343"/>
                  </a:lnTo>
                  <a:lnTo>
                    <a:pt x="85984" y="312664"/>
                  </a:lnTo>
                  <a:lnTo>
                    <a:pt x="86106" y="312858"/>
                  </a:lnTo>
                  <a:lnTo>
                    <a:pt x="86368" y="312851"/>
                  </a:lnTo>
                  <a:lnTo>
                    <a:pt x="86515" y="312741"/>
                  </a:lnTo>
                  <a:lnTo>
                    <a:pt x="86543" y="312608"/>
                  </a:lnTo>
                  <a:lnTo>
                    <a:pt x="86588" y="312412"/>
                  </a:lnTo>
                  <a:lnTo>
                    <a:pt x="86865" y="312479"/>
                  </a:lnTo>
                  <a:lnTo>
                    <a:pt x="87140" y="312543"/>
                  </a:lnTo>
                  <a:lnTo>
                    <a:pt x="87537" y="312557"/>
                  </a:lnTo>
                  <a:lnTo>
                    <a:pt x="87525" y="312333"/>
                  </a:lnTo>
                  <a:lnTo>
                    <a:pt x="87515" y="312168"/>
                  </a:lnTo>
                  <a:lnTo>
                    <a:pt x="87834" y="312154"/>
                  </a:lnTo>
                  <a:lnTo>
                    <a:pt x="88419" y="312130"/>
                  </a:lnTo>
                  <a:lnTo>
                    <a:pt x="88583" y="312070"/>
                  </a:lnTo>
                  <a:lnTo>
                    <a:pt x="88606" y="311812"/>
                  </a:lnTo>
                  <a:lnTo>
                    <a:pt x="88675" y="311542"/>
                  </a:lnTo>
                  <a:lnTo>
                    <a:pt x="89029" y="311317"/>
                  </a:lnTo>
                  <a:lnTo>
                    <a:pt x="89005" y="311623"/>
                  </a:lnTo>
                  <a:lnTo>
                    <a:pt x="88986" y="311844"/>
                  </a:lnTo>
                  <a:lnTo>
                    <a:pt x="88964" y="312105"/>
                  </a:lnTo>
                  <a:lnTo>
                    <a:pt x="89142" y="312057"/>
                  </a:lnTo>
                  <a:lnTo>
                    <a:pt x="89165" y="311822"/>
                  </a:lnTo>
                  <a:lnTo>
                    <a:pt x="89188" y="311580"/>
                  </a:lnTo>
                  <a:lnTo>
                    <a:pt x="89399" y="310946"/>
                  </a:lnTo>
                  <a:lnTo>
                    <a:pt x="89670" y="310055"/>
                  </a:lnTo>
                  <a:lnTo>
                    <a:pt x="89803" y="309997"/>
                  </a:lnTo>
                  <a:lnTo>
                    <a:pt x="89599" y="309376"/>
                  </a:lnTo>
                  <a:lnTo>
                    <a:pt x="89291" y="309371"/>
                  </a:lnTo>
                  <a:lnTo>
                    <a:pt x="89013" y="309362"/>
                  </a:lnTo>
                  <a:lnTo>
                    <a:pt x="89178" y="308864"/>
                  </a:lnTo>
                  <a:lnTo>
                    <a:pt x="89776" y="308633"/>
                  </a:lnTo>
                  <a:lnTo>
                    <a:pt x="90782" y="308075"/>
                  </a:lnTo>
                  <a:lnTo>
                    <a:pt x="90705" y="307772"/>
                  </a:lnTo>
                  <a:lnTo>
                    <a:pt x="90626" y="307428"/>
                  </a:lnTo>
                  <a:lnTo>
                    <a:pt x="90732" y="306966"/>
                  </a:lnTo>
                  <a:lnTo>
                    <a:pt x="90885" y="306625"/>
                  </a:lnTo>
                  <a:lnTo>
                    <a:pt x="91160" y="306551"/>
                  </a:lnTo>
                  <a:lnTo>
                    <a:pt x="92277" y="306298"/>
                  </a:lnTo>
                  <a:lnTo>
                    <a:pt x="92574" y="306246"/>
                  </a:lnTo>
                  <a:lnTo>
                    <a:pt x="93398" y="306101"/>
                  </a:lnTo>
                  <a:lnTo>
                    <a:pt x="93874" y="306021"/>
                  </a:lnTo>
                  <a:lnTo>
                    <a:pt x="94935" y="305991"/>
                  </a:lnTo>
                  <a:lnTo>
                    <a:pt x="95439" y="305999"/>
                  </a:lnTo>
                  <a:lnTo>
                    <a:pt x="95889" y="306228"/>
                  </a:lnTo>
                  <a:lnTo>
                    <a:pt x="96277" y="306344"/>
                  </a:lnTo>
                  <a:lnTo>
                    <a:pt x="96629" y="306389"/>
                  </a:lnTo>
                  <a:lnTo>
                    <a:pt x="97334" y="306090"/>
                  </a:lnTo>
                  <a:lnTo>
                    <a:pt x="97373" y="305949"/>
                  </a:lnTo>
                  <a:lnTo>
                    <a:pt x="97456" y="305614"/>
                  </a:lnTo>
                  <a:lnTo>
                    <a:pt x="97467" y="305458"/>
                  </a:lnTo>
                  <a:lnTo>
                    <a:pt x="97557" y="304504"/>
                  </a:lnTo>
                  <a:lnTo>
                    <a:pt x="97634" y="304261"/>
                  </a:lnTo>
                  <a:lnTo>
                    <a:pt x="97751" y="303755"/>
                  </a:lnTo>
                  <a:lnTo>
                    <a:pt x="97804" y="303528"/>
                  </a:lnTo>
                  <a:lnTo>
                    <a:pt x="97993" y="302958"/>
                  </a:lnTo>
                  <a:lnTo>
                    <a:pt x="98153" y="303003"/>
                  </a:lnTo>
                  <a:lnTo>
                    <a:pt x="98362" y="303063"/>
                  </a:lnTo>
                  <a:lnTo>
                    <a:pt x="98526" y="303108"/>
                  </a:lnTo>
                  <a:lnTo>
                    <a:pt x="98649" y="302836"/>
                  </a:lnTo>
                  <a:lnTo>
                    <a:pt x="98804" y="302223"/>
                  </a:lnTo>
                  <a:lnTo>
                    <a:pt x="98738" y="301810"/>
                  </a:lnTo>
                  <a:lnTo>
                    <a:pt x="98758" y="301538"/>
                  </a:lnTo>
                  <a:lnTo>
                    <a:pt x="99073" y="301606"/>
                  </a:lnTo>
                  <a:lnTo>
                    <a:pt x="99332" y="301401"/>
                  </a:lnTo>
                  <a:lnTo>
                    <a:pt x="98839" y="301323"/>
                  </a:lnTo>
                  <a:lnTo>
                    <a:pt x="99072" y="300975"/>
                  </a:lnTo>
                  <a:lnTo>
                    <a:pt x="99299" y="300854"/>
                  </a:lnTo>
                  <a:lnTo>
                    <a:pt x="99160" y="300601"/>
                  </a:lnTo>
                  <a:lnTo>
                    <a:pt x="99152" y="300420"/>
                  </a:lnTo>
                  <a:lnTo>
                    <a:pt x="99194" y="300163"/>
                  </a:lnTo>
                  <a:lnTo>
                    <a:pt x="99391" y="300039"/>
                  </a:lnTo>
                  <a:lnTo>
                    <a:pt x="99624" y="299555"/>
                  </a:lnTo>
                  <a:lnTo>
                    <a:pt x="99707" y="298900"/>
                  </a:lnTo>
                  <a:lnTo>
                    <a:pt x="99645" y="298435"/>
                  </a:lnTo>
                  <a:lnTo>
                    <a:pt x="99352" y="298502"/>
                  </a:lnTo>
                  <a:lnTo>
                    <a:pt x="99043" y="298565"/>
                  </a:lnTo>
                  <a:lnTo>
                    <a:pt x="98718" y="298629"/>
                  </a:lnTo>
                  <a:lnTo>
                    <a:pt x="98226" y="298725"/>
                  </a:lnTo>
                  <a:lnTo>
                    <a:pt x="98005" y="298769"/>
                  </a:lnTo>
                  <a:lnTo>
                    <a:pt x="97669" y="298881"/>
                  </a:lnTo>
                  <a:lnTo>
                    <a:pt x="97551" y="299034"/>
                  </a:lnTo>
                  <a:lnTo>
                    <a:pt x="97207" y="299518"/>
                  </a:lnTo>
                  <a:lnTo>
                    <a:pt x="97034" y="299768"/>
                  </a:lnTo>
                  <a:lnTo>
                    <a:pt x="96173" y="300763"/>
                  </a:lnTo>
                  <a:lnTo>
                    <a:pt x="96072" y="300924"/>
                  </a:lnTo>
                  <a:lnTo>
                    <a:pt x="95532" y="301356"/>
                  </a:lnTo>
                  <a:lnTo>
                    <a:pt x="95355" y="301464"/>
                  </a:lnTo>
                  <a:lnTo>
                    <a:pt x="94436" y="302021"/>
                  </a:lnTo>
                  <a:lnTo>
                    <a:pt x="94011" y="302036"/>
                  </a:lnTo>
                  <a:lnTo>
                    <a:pt x="93601" y="302112"/>
                  </a:lnTo>
                  <a:lnTo>
                    <a:pt x="93255" y="302218"/>
                  </a:lnTo>
                  <a:lnTo>
                    <a:pt x="92825" y="302376"/>
                  </a:lnTo>
                  <a:lnTo>
                    <a:pt x="92177" y="302647"/>
                  </a:lnTo>
                  <a:lnTo>
                    <a:pt x="91892" y="302823"/>
                  </a:lnTo>
                  <a:lnTo>
                    <a:pt x="91423" y="303188"/>
                  </a:lnTo>
                  <a:lnTo>
                    <a:pt x="91243" y="303397"/>
                  </a:lnTo>
                  <a:lnTo>
                    <a:pt x="90690" y="303175"/>
                  </a:lnTo>
                  <a:lnTo>
                    <a:pt x="90390" y="303055"/>
                  </a:lnTo>
                  <a:lnTo>
                    <a:pt x="90124" y="303007"/>
                  </a:lnTo>
                  <a:lnTo>
                    <a:pt x="89917" y="303068"/>
                  </a:lnTo>
                  <a:lnTo>
                    <a:pt x="89790" y="303139"/>
                  </a:lnTo>
                  <a:lnTo>
                    <a:pt x="89610" y="303238"/>
                  </a:lnTo>
                  <a:lnTo>
                    <a:pt x="89458" y="303315"/>
                  </a:lnTo>
                  <a:lnTo>
                    <a:pt x="88988" y="303521"/>
                  </a:lnTo>
                  <a:lnTo>
                    <a:pt x="88740" y="303754"/>
                  </a:lnTo>
                  <a:lnTo>
                    <a:pt x="87775" y="304135"/>
                  </a:lnTo>
                  <a:lnTo>
                    <a:pt x="87327" y="303733"/>
                  </a:lnTo>
                  <a:lnTo>
                    <a:pt x="86945" y="303919"/>
                  </a:lnTo>
                  <a:lnTo>
                    <a:pt x="86682" y="303820"/>
                  </a:lnTo>
                  <a:lnTo>
                    <a:pt x="86206" y="303861"/>
                  </a:lnTo>
                  <a:lnTo>
                    <a:pt x="85459" y="304120"/>
                  </a:lnTo>
                  <a:lnTo>
                    <a:pt x="85326" y="304224"/>
                  </a:lnTo>
                  <a:lnTo>
                    <a:pt x="85013" y="304504"/>
                  </a:lnTo>
                  <a:lnTo>
                    <a:pt x="84715" y="304952"/>
                  </a:lnTo>
                  <a:lnTo>
                    <a:pt x="84600" y="305276"/>
                  </a:lnTo>
                  <a:lnTo>
                    <a:pt x="84200" y="305968"/>
                  </a:lnTo>
                  <a:lnTo>
                    <a:pt x="83799" y="306084"/>
                  </a:lnTo>
                  <a:lnTo>
                    <a:pt x="82576" y="306255"/>
                  </a:lnTo>
                  <a:lnTo>
                    <a:pt x="82223" y="306183"/>
                  </a:lnTo>
                  <a:lnTo>
                    <a:pt x="81670" y="306032"/>
                  </a:lnTo>
                  <a:lnTo>
                    <a:pt x="81310" y="306131"/>
                  </a:lnTo>
                  <a:lnTo>
                    <a:pt x="80798" y="306300"/>
                  </a:lnTo>
                  <a:lnTo>
                    <a:pt x="80428" y="306558"/>
                  </a:lnTo>
                  <a:lnTo>
                    <a:pt x="80201" y="306969"/>
                  </a:lnTo>
                  <a:lnTo>
                    <a:pt x="80152" y="307205"/>
                  </a:lnTo>
                  <a:lnTo>
                    <a:pt x="80079" y="307487"/>
                  </a:lnTo>
                  <a:lnTo>
                    <a:pt x="79880" y="307703"/>
                  </a:lnTo>
                  <a:lnTo>
                    <a:pt x="79185" y="307894"/>
                  </a:lnTo>
                  <a:lnTo>
                    <a:pt x="79018" y="307972"/>
                  </a:lnTo>
                  <a:lnTo>
                    <a:pt x="78551" y="308271"/>
                  </a:lnTo>
                  <a:lnTo>
                    <a:pt x="78434" y="308423"/>
                  </a:lnTo>
                  <a:lnTo>
                    <a:pt x="78160" y="308733"/>
                  </a:lnTo>
                  <a:lnTo>
                    <a:pt x="76808" y="308431"/>
                  </a:lnTo>
                  <a:lnTo>
                    <a:pt x="76429" y="308459"/>
                  </a:lnTo>
                  <a:lnTo>
                    <a:pt x="76271" y="308475"/>
                  </a:lnTo>
                  <a:lnTo>
                    <a:pt x="76012" y="308526"/>
                  </a:lnTo>
                  <a:lnTo>
                    <a:pt x="75851" y="308567"/>
                  </a:lnTo>
                  <a:lnTo>
                    <a:pt x="75533" y="308676"/>
                  </a:lnTo>
                  <a:lnTo>
                    <a:pt x="75354" y="308746"/>
                  </a:lnTo>
                  <a:lnTo>
                    <a:pt x="75224" y="308805"/>
                  </a:lnTo>
                  <a:lnTo>
                    <a:pt x="74892" y="309025"/>
                  </a:lnTo>
                  <a:lnTo>
                    <a:pt x="74224" y="309620"/>
                  </a:lnTo>
                  <a:lnTo>
                    <a:pt x="73457" y="310103"/>
                  </a:lnTo>
                  <a:lnTo>
                    <a:pt x="73217" y="310213"/>
                  </a:lnTo>
                  <a:lnTo>
                    <a:pt x="72515" y="310358"/>
                  </a:lnTo>
                  <a:lnTo>
                    <a:pt x="72116" y="310398"/>
                  </a:lnTo>
                  <a:lnTo>
                    <a:pt x="71859" y="310418"/>
                  </a:lnTo>
                  <a:lnTo>
                    <a:pt x="71699" y="310436"/>
                  </a:lnTo>
                  <a:lnTo>
                    <a:pt x="71477" y="310485"/>
                  </a:lnTo>
                  <a:lnTo>
                    <a:pt x="71097" y="310681"/>
                  </a:lnTo>
                  <a:lnTo>
                    <a:pt x="70784" y="310877"/>
                  </a:lnTo>
                  <a:lnTo>
                    <a:pt x="70583" y="311018"/>
                  </a:lnTo>
                  <a:lnTo>
                    <a:pt x="70431" y="311122"/>
                  </a:lnTo>
                  <a:lnTo>
                    <a:pt x="69825" y="311484"/>
                  </a:lnTo>
                  <a:lnTo>
                    <a:pt x="69515" y="311614"/>
                  </a:lnTo>
                  <a:lnTo>
                    <a:pt x="68889" y="311979"/>
                  </a:lnTo>
                  <a:lnTo>
                    <a:pt x="67946" y="313205"/>
                  </a:lnTo>
                  <a:lnTo>
                    <a:pt x="67017" y="314385"/>
                  </a:lnTo>
                  <a:lnTo>
                    <a:pt x="66846" y="314622"/>
                  </a:lnTo>
                  <a:lnTo>
                    <a:pt x="66593" y="314953"/>
                  </a:lnTo>
                  <a:lnTo>
                    <a:pt x="66258" y="315161"/>
                  </a:lnTo>
                  <a:lnTo>
                    <a:pt x="66025" y="315275"/>
                  </a:lnTo>
                  <a:lnTo>
                    <a:pt x="65849" y="315353"/>
                  </a:lnTo>
                  <a:lnTo>
                    <a:pt x="65276" y="315687"/>
                  </a:lnTo>
                  <a:lnTo>
                    <a:pt x="65034" y="316017"/>
                  </a:lnTo>
                  <a:lnTo>
                    <a:pt x="64705" y="316333"/>
                  </a:lnTo>
                  <a:lnTo>
                    <a:pt x="64287" y="316070"/>
                  </a:lnTo>
                  <a:lnTo>
                    <a:pt x="64183" y="315901"/>
                  </a:lnTo>
                  <a:lnTo>
                    <a:pt x="63964" y="315747"/>
                  </a:lnTo>
                  <a:lnTo>
                    <a:pt x="63459" y="315402"/>
                  </a:lnTo>
                  <a:lnTo>
                    <a:pt x="63413" y="314768"/>
                  </a:lnTo>
                  <a:lnTo>
                    <a:pt x="63650" y="314318"/>
                  </a:lnTo>
                  <a:lnTo>
                    <a:pt x="63814" y="314062"/>
                  </a:lnTo>
                  <a:lnTo>
                    <a:pt x="63890" y="313796"/>
                  </a:lnTo>
                  <a:lnTo>
                    <a:pt x="63783" y="313219"/>
                  </a:lnTo>
                  <a:lnTo>
                    <a:pt x="63998" y="312934"/>
                  </a:lnTo>
                  <a:lnTo>
                    <a:pt x="64098" y="312671"/>
                  </a:lnTo>
                  <a:lnTo>
                    <a:pt x="64178" y="312378"/>
                  </a:lnTo>
                  <a:lnTo>
                    <a:pt x="64221" y="312118"/>
                  </a:lnTo>
                  <a:lnTo>
                    <a:pt x="64233" y="311977"/>
                  </a:lnTo>
                  <a:lnTo>
                    <a:pt x="63914" y="311871"/>
                  </a:lnTo>
                  <a:lnTo>
                    <a:pt x="63699" y="311774"/>
                  </a:lnTo>
                  <a:lnTo>
                    <a:pt x="63748" y="311454"/>
                  </a:lnTo>
                  <a:lnTo>
                    <a:pt x="64013" y="311437"/>
                  </a:lnTo>
                  <a:lnTo>
                    <a:pt x="64249" y="311510"/>
                  </a:lnTo>
                  <a:lnTo>
                    <a:pt x="64576" y="311492"/>
                  </a:lnTo>
                  <a:lnTo>
                    <a:pt x="64743" y="310930"/>
                  </a:lnTo>
                  <a:lnTo>
                    <a:pt x="65011" y="309885"/>
                  </a:lnTo>
                  <a:lnTo>
                    <a:pt x="64911" y="308430"/>
                  </a:lnTo>
                  <a:lnTo>
                    <a:pt x="64886" y="308240"/>
                  </a:lnTo>
                  <a:lnTo>
                    <a:pt x="64808" y="308094"/>
                  </a:lnTo>
                  <a:lnTo>
                    <a:pt x="64490" y="307688"/>
                  </a:lnTo>
                  <a:lnTo>
                    <a:pt x="64376" y="307423"/>
                  </a:lnTo>
                  <a:lnTo>
                    <a:pt x="64492" y="307274"/>
                  </a:lnTo>
                  <a:lnTo>
                    <a:pt x="64587" y="306694"/>
                  </a:lnTo>
                  <a:lnTo>
                    <a:pt x="64504" y="306235"/>
                  </a:lnTo>
                  <a:lnTo>
                    <a:pt x="64632" y="305835"/>
                  </a:lnTo>
                  <a:lnTo>
                    <a:pt x="64850" y="305721"/>
                  </a:lnTo>
                  <a:lnTo>
                    <a:pt x="65484" y="305809"/>
                  </a:lnTo>
                  <a:lnTo>
                    <a:pt x="65637" y="305836"/>
                  </a:lnTo>
                  <a:lnTo>
                    <a:pt x="66019" y="305926"/>
                  </a:lnTo>
                  <a:lnTo>
                    <a:pt x="66170" y="305713"/>
                  </a:lnTo>
                  <a:lnTo>
                    <a:pt x="66368" y="305214"/>
                  </a:lnTo>
                  <a:lnTo>
                    <a:pt x="66450" y="304978"/>
                  </a:lnTo>
                  <a:lnTo>
                    <a:pt x="66503" y="304884"/>
                  </a:lnTo>
                  <a:lnTo>
                    <a:pt x="66654" y="304913"/>
                  </a:lnTo>
                  <a:lnTo>
                    <a:pt x="66889" y="304921"/>
                  </a:lnTo>
                  <a:lnTo>
                    <a:pt x="67180" y="304502"/>
                  </a:lnTo>
                  <a:lnTo>
                    <a:pt x="67346" y="304233"/>
                  </a:lnTo>
                  <a:lnTo>
                    <a:pt x="67832" y="304065"/>
                  </a:lnTo>
                  <a:lnTo>
                    <a:pt x="68191" y="304260"/>
                  </a:lnTo>
                  <a:lnTo>
                    <a:pt x="68399" y="304319"/>
                  </a:lnTo>
                  <a:lnTo>
                    <a:pt x="68862" y="304021"/>
                  </a:lnTo>
                  <a:lnTo>
                    <a:pt x="68880" y="303832"/>
                  </a:lnTo>
                  <a:lnTo>
                    <a:pt x="68858" y="303329"/>
                  </a:lnTo>
                  <a:lnTo>
                    <a:pt x="68897" y="303127"/>
                  </a:lnTo>
                  <a:lnTo>
                    <a:pt x="68953" y="302832"/>
                  </a:lnTo>
                  <a:lnTo>
                    <a:pt x="68922" y="302472"/>
                  </a:lnTo>
                  <a:lnTo>
                    <a:pt x="68925" y="302277"/>
                  </a:lnTo>
                  <a:lnTo>
                    <a:pt x="68931" y="301964"/>
                  </a:lnTo>
                  <a:lnTo>
                    <a:pt x="68875" y="301269"/>
                  </a:lnTo>
                  <a:lnTo>
                    <a:pt x="68961" y="300948"/>
                  </a:lnTo>
                  <a:lnTo>
                    <a:pt x="69203" y="300721"/>
                  </a:lnTo>
                  <a:lnTo>
                    <a:pt x="69365" y="300377"/>
                  </a:lnTo>
                  <a:lnTo>
                    <a:pt x="69450" y="300191"/>
                  </a:lnTo>
                  <a:lnTo>
                    <a:pt x="69569" y="300005"/>
                  </a:lnTo>
                  <a:lnTo>
                    <a:pt x="69956" y="299436"/>
                  </a:lnTo>
                  <a:lnTo>
                    <a:pt x="70154" y="299133"/>
                  </a:lnTo>
                  <a:lnTo>
                    <a:pt x="70285" y="298743"/>
                  </a:lnTo>
                  <a:lnTo>
                    <a:pt x="70348" y="298558"/>
                  </a:lnTo>
                  <a:lnTo>
                    <a:pt x="70437" y="298291"/>
                  </a:lnTo>
                  <a:lnTo>
                    <a:pt x="70447" y="298079"/>
                  </a:lnTo>
                  <a:lnTo>
                    <a:pt x="70526" y="297855"/>
                  </a:lnTo>
                  <a:lnTo>
                    <a:pt x="70606" y="297310"/>
                  </a:lnTo>
                  <a:lnTo>
                    <a:pt x="70543" y="296811"/>
                  </a:lnTo>
                  <a:lnTo>
                    <a:pt x="70561" y="296505"/>
                  </a:lnTo>
                  <a:lnTo>
                    <a:pt x="70752" y="296460"/>
                  </a:lnTo>
                  <a:lnTo>
                    <a:pt x="70739" y="296326"/>
                  </a:lnTo>
                  <a:lnTo>
                    <a:pt x="70600" y="295994"/>
                  </a:lnTo>
                  <a:lnTo>
                    <a:pt x="70507" y="295858"/>
                  </a:lnTo>
                  <a:lnTo>
                    <a:pt x="70380" y="295638"/>
                  </a:lnTo>
                  <a:lnTo>
                    <a:pt x="70543" y="295304"/>
                  </a:lnTo>
                  <a:lnTo>
                    <a:pt x="70476" y="295107"/>
                  </a:lnTo>
                  <a:lnTo>
                    <a:pt x="70240" y="295015"/>
                  </a:lnTo>
                  <a:lnTo>
                    <a:pt x="70307" y="294772"/>
                  </a:lnTo>
                  <a:lnTo>
                    <a:pt x="70344" y="294593"/>
                  </a:lnTo>
                  <a:lnTo>
                    <a:pt x="70129" y="294350"/>
                  </a:lnTo>
                  <a:lnTo>
                    <a:pt x="70164" y="294133"/>
                  </a:lnTo>
                  <a:lnTo>
                    <a:pt x="70242" y="293856"/>
                  </a:lnTo>
                  <a:lnTo>
                    <a:pt x="70387" y="293877"/>
                  </a:lnTo>
                  <a:lnTo>
                    <a:pt x="70512" y="293581"/>
                  </a:lnTo>
                  <a:lnTo>
                    <a:pt x="70341" y="293298"/>
                  </a:lnTo>
                  <a:lnTo>
                    <a:pt x="70206" y="293177"/>
                  </a:lnTo>
                  <a:lnTo>
                    <a:pt x="70249" y="292362"/>
                  </a:lnTo>
                  <a:lnTo>
                    <a:pt x="70300" y="291787"/>
                  </a:lnTo>
                  <a:lnTo>
                    <a:pt x="70271" y="291642"/>
                  </a:lnTo>
                  <a:lnTo>
                    <a:pt x="70101" y="291169"/>
                  </a:lnTo>
                  <a:lnTo>
                    <a:pt x="69677" y="290890"/>
                  </a:lnTo>
                  <a:lnTo>
                    <a:pt x="69850" y="290529"/>
                  </a:lnTo>
                  <a:lnTo>
                    <a:pt x="69849" y="290306"/>
                  </a:lnTo>
                  <a:lnTo>
                    <a:pt x="69830" y="290113"/>
                  </a:lnTo>
                  <a:lnTo>
                    <a:pt x="69584" y="289777"/>
                  </a:lnTo>
                  <a:lnTo>
                    <a:pt x="69426" y="289705"/>
                  </a:lnTo>
                  <a:lnTo>
                    <a:pt x="69218" y="289696"/>
                  </a:lnTo>
                  <a:lnTo>
                    <a:pt x="68982" y="289766"/>
                  </a:lnTo>
                  <a:lnTo>
                    <a:pt x="68807" y="289767"/>
                  </a:lnTo>
                  <a:lnTo>
                    <a:pt x="68335" y="289661"/>
                  </a:lnTo>
                  <a:lnTo>
                    <a:pt x="67955" y="289133"/>
                  </a:lnTo>
                  <a:lnTo>
                    <a:pt x="67825" y="289075"/>
                  </a:lnTo>
                  <a:lnTo>
                    <a:pt x="67547" y="289007"/>
                  </a:lnTo>
                  <a:lnTo>
                    <a:pt x="67634" y="288476"/>
                  </a:lnTo>
                  <a:lnTo>
                    <a:pt x="67689" y="288287"/>
                  </a:lnTo>
                  <a:lnTo>
                    <a:pt x="67629" y="287897"/>
                  </a:lnTo>
                  <a:lnTo>
                    <a:pt x="67569" y="287734"/>
                  </a:lnTo>
                  <a:lnTo>
                    <a:pt x="67700" y="287178"/>
                  </a:lnTo>
                  <a:lnTo>
                    <a:pt x="67470" y="286958"/>
                  </a:lnTo>
                  <a:lnTo>
                    <a:pt x="67271" y="286898"/>
                  </a:lnTo>
                  <a:lnTo>
                    <a:pt x="67092" y="286891"/>
                  </a:lnTo>
                  <a:lnTo>
                    <a:pt x="66908" y="287051"/>
                  </a:lnTo>
                  <a:lnTo>
                    <a:pt x="66754" y="287230"/>
                  </a:lnTo>
                  <a:lnTo>
                    <a:pt x="66522" y="287259"/>
                  </a:lnTo>
                  <a:lnTo>
                    <a:pt x="66477" y="287400"/>
                  </a:lnTo>
                  <a:lnTo>
                    <a:pt x="66076" y="287448"/>
                  </a:lnTo>
                  <a:lnTo>
                    <a:pt x="65914" y="287303"/>
                  </a:lnTo>
                  <a:lnTo>
                    <a:pt x="65672" y="287204"/>
                  </a:lnTo>
                  <a:lnTo>
                    <a:pt x="65538" y="287530"/>
                  </a:lnTo>
                  <a:lnTo>
                    <a:pt x="65301" y="287916"/>
                  </a:lnTo>
                  <a:lnTo>
                    <a:pt x="64892" y="287984"/>
                  </a:lnTo>
                  <a:lnTo>
                    <a:pt x="64590" y="287918"/>
                  </a:lnTo>
                  <a:lnTo>
                    <a:pt x="64431" y="287700"/>
                  </a:lnTo>
                  <a:lnTo>
                    <a:pt x="64731" y="287312"/>
                  </a:lnTo>
                  <a:lnTo>
                    <a:pt x="64997" y="287084"/>
                  </a:lnTo>
                  <a:lnTo>
                    <a:pt x="65114" y="286672"/>
                  </a:lnTo>
                  <a:lnTo>
                    <a:pt x="65157" y="285990"/>
                  </a:lnTo>
                  <a:lnTo>
                    <a:pt x="65102" y="285826"/>
                  </a:lnTo>
                  <a:lnTo>
                    <a:pt x="64898" y="285641"/>
                  </a:lnTo>
                  <a:lnTo>
                    <a:pt x="64619" y="285674"/>
                  </a:lnTo>
                  <a:lnTo>
                    <a:pt x="64225" y="285644"/>
                  </a:lnTo>
                  <a:lnTo>
                    <a:pt x="64023" y="285398"/>
                  </a:lnTo>
                  <a:lnTo>
                    <a:pt x="64100" y="284901"/>
                  </a:lnTo>
                  <a:lnTo>
                    <a:pt x="63884" y="284921"/>
                  </a:lnTo>
                  <a:lnTo>
                    <a:pt x="63848" y="284635"/>
                  </a:lnTo>
                  <a:lnTo>
                    <a:pt x="63813" y="284287"/>
                  </a:lnTo>
                  <a:lnTo>
                    <a:pt x="63748" y="284182"/>
                  </a:lnTo>
                  <a:lnTo>
                    <a:pt x="63763" y="284054"/>
                  </a:lnTo>
                  <a:lnTo>
                    <a:pt x="63784" y="283910"/>
                  </a:lnTo>
                  <a:lnTo>
                    <a:pt x="63868" y="283743"/>
                  </a:lnTo>
                  <a:lnTo>
                    <a:pt x="63925" y="283577"/>
                  </a:lnTo>
                  <a:lnTo>
                    <a:pt x="63617" y="283178"/>
                  </a:lnTo>
                  <a:lnTo>
                    <a:pt x="63162" y="282930"/>
                  </a:lnTo>
                  <a:lnTo>
                    <a:pt x="62820" y="282776"/>
                  </a:lnTo>
                  <a:lnTo>
                    <a:pt x="62417" y="282520"/>
                  </a:lnTo>
                  <a:lnTo>
                    <a:pt x="62098" y="282455"/>
                  </a:lnTo>
                  <a:lnTo>
                    <a:pt x="61870" y="281948"/>
                  </a:lnTo>
                  <a:lnTo>
                    <a:pt x="62226" y="281662"/>
                  </a:lnTo>
                  <a:lnTo>
                    <a:pt x="62553" y="281241"/>
                  </a:lnTo>
                  <a:lnTo>
                    <a:pt x="62685" y="281260"/>
                  </a:lnTo>
                  <a:lnTo>
                    <a:pt x="62696" y="281117"/>
                  </a:lnTo>
                  <a:lnTo>
                    <a:pt x="62721" y="280722"/>
                  </a:lnTo>
                  <a:lnTo>
                    <a:pt x="62727" y="280322"/>
                  </a:lnTo>
                  <a:lnTo>
                    <a:pt x="62581" y="280052"/>
                  </a:lnTo>
                  <a:lnTo>
                    <a:pt x="62445" y="279910"/>
                  </a:lnTo>
                  <a:lnTo>
                    <a:pt x="62135" y="279541"/>
                  </a:lnTo>
                  <a:lnTo>
                    <a:pt x="61778" y="279564"/>
                  </a:lnTo>
                  <a:lnTo>
                    <a:pt x="61412" y="279492"/>
                  </a:lnTo>
                  <a:lnTo>
                    <a:pt x="61123" y="278539"/>
                  </a:lnTo>
                  <a:lnTo>
                    <a:pt x="61108" y="278364"/>
                  </a:lnTo>
                  <a:lnTo>
                    <a:pt x="61117" y="278102"/>
                  </a:lnTo>
                  <a:lnTo>
                    <a:pt x="61294" y="277859"/>
                  </a:lnTo>
                  <a:lnTo>
                    <a:pt x="61681" y="277333"/>
                  </a:lnTo>
                  <a:lnTo>
                    <a:pt x="61747" y="277046"/>
                  </a:lnTo>
                  <a:lnTo>
                    <a:pt x="62097" y="276359"/>
                  </a:lnTo>
                  <a:lnTo>
                    <a:pt x="62248" y="276134"/>
                  </a:lnTo>
                  <a:lnTo>
                    <a:pt x="62443" y="275844"/>
                  </a:lnTo>
                  <a:lnTo>
                    <a:pt x="62611" y="275715"/>
                  </a:lnTo>
                  <a:lnTo>
                    <a:pt x="63037" y="275359"/>
                  </a:lnTo>
                  <a:lnTo>
                    <a:pt x="63365" y="274969"/>
                  </a:lnTo>
                  <a:lnTo>
                    <a:pt x="63375" y="274487"/>
                  </a:lnTo>
                  <a:lnTo>
                    <a:pt x="63399" y="274216"/>
                  </a:lnTo>
                  <a:lnTo>
                    <a:pt x="63543" y="273649"/>
                  </a:lnTo>
                  <a:lnTo>
                    <a:pt x="63543" y="273477"/>
                  </a:lnTo>
                  <a:lnTo>
                    <a:pt x="63503" y="273217"/>
                  </a:lnTo>
                  <a:lnTo>
                    <a:pt x="63583" y="273004"/>
                  </a:lnTo>
                  <a:lnTo>
                    <a:pt x="63674" y="272854"/>
                  </a:lnTo>
                  <a:lnTo>
                    <a:pt x="63767" y="272702"/>
                  </a:lnTo>
                  <a:lnTo>
                    <a:pt x="63796" y="272485"/>
                  </a:lnTo>
                  <a:lnTo>
                    <a:pt x="63792" y="272275"/>
                  </a:lnTo>
                  <a:lnTo>
                    <a:pt x="63845" y="272074"/>
                  </a:lnTo>
                  <a:lnTo>
                    <a:pt x="64090" y="271956"/>
                  </a:lnTo>
                  <a:lnTo>
                    <a:pt x="64242" y="271307"/>
                  </a:lnTo>
                  <a:lnTo>
                    <a:pt x="64299" y="271041"/>
                  </a:lnTo>
                  <a:lnTo>
                    <a:pt x="64999" y="271076"/>
                  </a:lnTo>
                  <a:lnTo>
                    <a:pt x="65386" y="270683"/>
                  </a:lnTo>
                  <a:lnTo>
                    <a:pt x="65625" y="270467"/>
                  </a:lnTo>
                  <a:lnTo>
                    <a:pt x="66056" y="269738"/>
                  </a:lnTo>
                  <a:lnTo>
                    <a:pt x="66066" y="269559"/>
                  </a:lnTo>
                  <a:lnTo>
                    <a:pt x="65974" y="269231"/>
                  </a:lnTo>
                  <a:lnTo>
                    <a:pt x="66131" y="269099"/>
                  </a:lnTo>
                  <a:lnTo>
                    <a:pt x="66286" y="269026"/>
                  </a:lnTo>
                  <a:lnTo>
                    <a:pt x="66878" y="268885"/>
                  </a:lnTo>
                  <a:lnTo>
                    <a:pt x="67010" y="268815"/>
                  </a:lnTo>
                  <a:lnTo>
                    <a:pt x="67099" y="268291"/>
                  </a:lnTo>
                  <a:lnTo>
                    <a:pt x="67329" y="268053"/>
                  </a:lnTo>
                  <a:lnTo>
                    <a:pt x="67569" y="267887"/>
                  </a:lnTo>
                  <a:lnTo>
                    <a:pt x="67581" y="267607"/>
                  </a:lnTo>
                  <a:lnTo>
                    <a:pt x="68137" y="267499"/>
                  </a:lnTo>
                  <a:lnTo>
                    <a:pt x="68556" y="267331"/>
                  </a:lnTo>
                  <a:lnTo>
                    <a:pt x="68840" y="267147"/>
                  </a:lnTo>
                  <a:lnTo>
                    <a:pt x="68952" y="266740"/>
                  </a:lnTo>
                  <a:lnTo>
                    <a:pt x="68994" y="266583"/>
                  </a:lnTo>
                  <a:lnTo>
                    <a:pt x="68991" y="266417"/>
                  </a:lnTo>
                  <a:lnTo>
                    <a:pt x="69012" y="266154"/>
                  </a:lnTo>
                  <a:lnTo>
                    <a:pt x="69259" y="265815"/>
                  </a:lnTo>
                  <a:lnTo>
                    <a:pt x="69464" y="265422"/>
                  </a:lnTo>
                  <a:lnTo>
                    <a:pt x="69727" y="265229"/>
                  </a:lnTo>
                  <a:lnTo>
                    <a:pt x="69869" y="264928"/>
                  </a:lnTo>
                  <a:lnTo>
                    <a:pt x="70171" y="264550"/>
                  </a:lnTo>
                  <a:lnTo>
                    <a:pt x="70330" y="264041"/>
                  </a:lnTo>
                  <a:lnTo>
                    <a:pt x="70644" y="263597"/>
                  </a:lnTo>
                  <a:lnTo>
                    <a:pt x="71030" y="263510"/>
                  </a:lnTo>
                  <a:lnTo>
                    <a:pt x="71942" y="263304"/>
                  </a:lnTo>
                  <a:lnTo>
                    <a:pt x="72182" y="263314"/>
                  </a:lnTo>
                  <a:lnTo>
                    <a:pt x="72631" y="263261"/>
                  </a:lnTo>
                  <a:lnTo>
                    <a:pt x="72725" y="262907"/>
                  </a:lnTo>
                  <a:lnTo>
                    <a:pt x="73241" y="262927"/>
                  </a:lnTo>
                  <a:lnTo>
                    <a:pt x="73892" y="262797"/>
                  </a:lnTo>
                  <a:lnTo>
                    <a:pt x="74274" y="262813"/>
                  </a:lnTo>
                  <a:lnTo>
                    <a:pt x="74863" y="262839"/>
                  </a:lnTo>
                  <a:lnTo>
                    <a:pt x="75181" y="262802"/>
                  </a:lnTo>
                  <a:lnTo>
                    <a:pt x="75281" y="262612"/>
                  </a:lnTo>
                  <a:lnTo>
                    <a:pt x="75422" y="262497"/>
                  </a:lnTo>
                  <a:lnTo>
                    <a:pt x="75716" y="262385"/>
                  </a:lnTo>
                  <a:lnTo>
                    <a:pt x="75937" y="262349"/>
                  </a:lnTo>
                  <a:lnTo>
                    <a:pt x="76074" y="262297"/>
                  </a:lnTo>
                  <a:lnTo>
                    <a:pt x="76913" y="261976"/>
                  </a:lnTo>
                  <a:lnTo>
                    <a:pt x="77271" y="261809"/>
                  </a:lnTo>
                  <a:lnTo>
                    <a:pt x="77697" y="261509"/>
                  </a:lnTo>
                  <a:lnTo>
                    <a:pt x="78071" y="261357"/>
                  </a:lnTo>
                  <a:lnTo>
                    <a:pt x="78257" y="261281"/>
                  </a:lnTo>
                  <a:lnTo>
                    <a:pt x="78870" y="261003"/>
                  </a:lnTo>
                  <a:lnTo>
                    <a:pt x="79312" y="260869"/>
                  </a:lnTo>
                  <a:lnTo>
                    <a:pt x="79576" y="261014"/>
                  </a:lnTo>
                  <a:lnTo>
                    <a:pt x="79919" y="260894"/>
                  </a:lnTo>
                  <a:lnTo>
                    <a:pt x="80046" y="260850"/>
                  </a:lnTo>
                  <a:lnTo>
                    <a:pt x="80259" y="260581"/>
                  </a:lnTo>
                  <a:lnTo>
                    <a:pt x="80353" y="260197"/>
                  </a:lnTo>
                  <a:lnTo>
                    <a:pt x="80466" y="259913"/>
                  </a:lnTo>
                  <a:lnTo>
                    <a:pt x="80628" y="258821"/>
                  </a:lnTo>
                  <a:lnTo>
                    <a:pt x="80938" y="257756"/>
                  </a:lnTo>
                  <a:lnTo>
                    <a:pt x="81680" y="256780"/>
                  </a:lnTo>
                  <a:lnTo>
                    <a:pt x="82534" y="256278"/>
                  </a:lnTo>
                  <a:lnTo>
                    <a:pt x="82642" y="256058"/>
                  </a:lnTo>
                  <a:lnTo>
                    <a:pt x="82831" y="255898"/>
                  </a:lnTo>
                  <a:lnTo>
                    <a:pt x="83064" y="256014"/>
                  </a:lnTo>
                  <a:lnTo>
                    <a:pt x="83630" y="255862"/>
                  </a:lnTo>
                  <a:lnTo>
                    <a:pt x="83917" y="255654"/>
                  </a:lnTo>
                  <a:lnTo>
                    <a:pt x="84086" y="255182"/>
                  </a:lnTo>
                  <a:lnTo>
                    <a:pt x="83868" y="254992"/>
                  </a:lnTo>
                  <a:lnTo>
                    <a:pt x="83919" y="254492"/>
                  </a:lnTo>
                  <a:lnTo>
                    <a:pt x="84288" y="254150"/>
                  </a:lnTo>
                  <a:lnTo>
                    <a:pt x="84480" y="253811"/>
                  </a:lnTo>
                  <a:lnTo>
                    <a:pt x="84868" y="253529"/>
                  </a:lnTo>
                  <a:lnTo>
                    <a:pt x="85018" y="253297"/>
                  </a:lnTo>
                  <a:lnTo>
                    <a:pt x="84819" y="252319"/>
                  </a:lnTo>
                  <a:lnTo>
                    <a:pt x="84916" y="251666"/>
                  </a:lnTo>
                  <a:lnTo>
                    <a:pt x="84757" y="251603"/>
                  </a:lnTo>
                  <a:lnTo>
                    <a:pt x="84523" y="251104"/>
                  </a:lnTo>
                  <a:lnTo>
                    <a:pt x="85153" y="250436"/>
                  </a:lnTo>
                  <a:lnTo>
                    <a:pt x="85477" y="250461"/>
                  </a:lnTo>
                  <a:lnTo>
                    <a:pt x="86178" y="249783"/>
                  </a:lnTo>
                  <a:lnTo>
                    <a:pt x="86228" y="249553"/>
                  </a:lnTo>
                  <a:lnTo>
                    <a:pt x="86249" y="249159"/>
                  </a:lnTo>
                  <a:lnTo>
                    <a:pt x="86740" y="249090"/>
                  </a:lnTo>
                  <a:lnTo>
                    <a:pt x="86858" y="248877"/>
                  </a:lnTo>
                  <a:lnTo>
                    <a:pt x="87040" y="248370"/>
                  </a:lnTo>
                  <a:lnTo>
                    <a:pt x="87455" y="248091"/>
                  </a:lnTo>
                  <a:lnTo>
                    <a:pt x="88300" y="247420"/>
                  </a:lnTo>
                  <a:lnTo>
                    <a:pt x="88711" y="246848"/>
                  </a:lnTo>
                  <a:lnTo>
                    <a:pt x="88816" y="246616"/>
                  </a:lnTo>
                  <a:lnTo>
                    <a:pt x="88824" y="246395"/>
                  </a:lnTo>
                  <a:lnTo>
                    <a:pt x="88832" y="246162"/>
                  </a:lnTo>
                  <a:lnTo>
                    <a:pt x="89019" y="245755"/>
                  </a:lnTo>
                  <a:lnTo>
                    <a:pt x="89190" y="245437"/>
                  </a:lnTo>
                  <a:lnTo>
                    <a:pt x="89300" y="245233"/>
                  </a:lnTo>
                  <a:lnTo>
                    <a:pt x="89342" y="245092"/>
                  </a:lnTo>
                  <a:lnTo>
                    <a:pt x="89438" y="244768"/>
                  </a:lnTo>
                  <a:lnTo>
                    <a:pt x="89508" y="244530"/>
                  </a:lnTo>
                  <a:lnTo>
                    <a:pt x="89632" y="244113"/>
                  </a:lnTo>
                  <a:lnTo>
                    <a:pt x="89618" y="243833"/>
                  </a:lnTo>
                  <a:lnTo>
                    <a:pt x="89451" y="243549"/>
                  </a:lnTo>
                  <a:lnTo>
                    <a:pt x="89330" y="243152"/>
                  </a:lnTo>
                  <a:lnTo>
                    <a:pt x="89431" y="242554"/>
                  </a:lnTo>
                  <a:lnTo>
                    <a:pt x="89785" y="242206"/>
                  </a:lnTo>
                  <a:lnTo>
                    <a:pt x="90012" y="242083"/>
                  </a:lnTo>
                  <a:lnTo>
                    <a:pt x="90397" y="241836"/>
                  </a:lnTo>
                  <a:lnTo>
                    <a:pt x="90649" y="241565"/>
                  </a:lnTo>
                  <a:lnTo>
                    <a:pt x="90814" y="240945"/>
                  </a:lnTo>
                  <a:lnTo>
                    <a:pt x="90624" y="240809"/>
                  </a:lnTo>
                  <a:lnTo>
                    <a:pt x="90588" y="240405"/>
                  </a:lnTo>
                  <a:lnTo>
                    <a:pt x="90697" y="239990"/>
                  </a:lnTo>
                  <a:lnTo>
                    <a:pt x="90734" y="239848"/>
                  </a:lnTo>
                  <a:lnTo>
                    <a:pt x="90916" y="239585"/>
                  </a:lnTo>
                  <a:lnTo>
                    <a:pt x="91017" y="239438"/>
                  </a:lnTo>
                  <a:lnTo>
                    <a:pt x="91291" y="239216"/>
                  </a:lnTo>
                  <a:lnTo>
                    <a:pt x="91731" y="238859"/>
                  </a:lnTo>
                  <a:lnTo>
                    <a:pt x="92311" y="238531"/>
                  </a:lnTo>
                  <a:lnTo>
                    <a:pt x="92507" y="238616"/>
                  </a:lnTo>
                  <a:lnTo>
                    <a:pt x="92989" y="238429"/>
                  </a:lnTo>
                  <a:lnTo>
                    <a:pt x="93209" y="238206"/>
                  </a:lnTo>
                  <a:lnTo>
                    <a:pt x="93367" y="238047"/>
                  </a:lnTo>
                  <a:lnTo>
                    <a:pt x="93604" y="237883"/>
                  </a:lnTo>
                  <a:lnTo>
                    <a:pt x="93671" y="237555"/>
                  </a:lnTo>
                  <a:lnTo>
                    <a:pt x="93492" y="237326"/>
                  </a:lnTo>
                  <a:lnTo>
                    <a:pt x="93655" y="237070"/>
                  </a:lnTo>
                  <a:lnTo>
                    <a:pt x="93775" y="236923"/>
                  </a:lnTo>
                  <a:lnTo>
                    <a:pt x="93802" y="236749"/>
                  </a:lnTo>
                  <a:lnTo>
                    <a:pt x="93869" y="236320"/>
                  </a:lnTo>
                  <a:lnTo>
                    <a:pt x="93926" y="235955"/>
                  </a:lnTo>
                  <a:lnTo>
                    <a:pt x="93858" y="235779"/>
                  </a:lnTo>
                  <a:lnTo>
                    <a:pt x="93764" y="235650"/>
                  </a:lnTo>
                  <a:lnTo>
                    <a:pt x="93577" y="235202"/>
                  </a:lnTo>
                  <a:lnTo>
                    <a:pt x="93794" y="234973"/>
                  </a:lnTo>
                  <a:lnTo>
                    <a:pt x="93932" y="234515"/>
                  </a:lnTo>
                  <a:lnTo>
                    <a:pt x="94180" y="234234"/>
                  </a:lnTo>
                  <a:lnTo>
                    <a:pt x="94221" y="234096"/>
                  </a:lnTo>
                  <a:lnTo>
                    <a:pt x="94323" y="233758"/>
                  </a:lnTo>
                  <a:lnTo>
                    <a:pt x="94328" y="233595"/>
                  </a:lnTo>
                  <a:lnTo>
                    <a:pt x="94335" y="233373"/>
                  </a:lnTo>
                  <a:lnTo>
                    <a:pt x="94326" y="233194"/>
                  </a:lnTo>
                  <a:lnTo>
                    <a:pt x="94183" y="233023"/>
                  </a:lnTo>
                  <a:lnTo>
                    <a:pt x="94070" y="232556"/>
                  </a:lnTo>
                  <a:lnTo>
                    <a:pt x="94572" y="232392"/>
                  </a:lnTo>
                  <a:lnTo>
                    <a:pt x="94821" y="232430"/>
                  </a:lnTo>
                  <a:lnTo>
                    <a:pt x="95585" y="232218"/>
                  </a:lnTo>
                  <a:lnTo>
                    <a:pt x="95746" y="231946"/>
                  </a:lnTo>
                  <a:lnTo>
                    <a:pt x="96038" y="231816"/>
                  </a:lnTo>
                  <a:lnTo>
                    <a:pt x="96502" y="231610"/>
                  </a:lnTo>
                  <a:lnTo>
                    <a:pt x="96675" y="231534"/>
                  </a:lnTo>
                  <a:lnTo>
                    <a:pt x="96931" y="231536"/>
                  </a:lnTo>
                  <a:lnTo>
                    <a:pt x="97147" y="231557"/>
                  </a:lnTo>
                  <a:lnTo>
                    <a:pt x="97675" y="231216"/>
                  </a:lnTo>
                  <a:lnTo>
                    <a:pt x="97894" y="231079"/>
                  </a:lnTo>
                  <a:lnTo>
                    <a:pt x="98096" y="231005"/>
                  </a:lnTo>
                  <a:lnTo>
                    <a:pt x="98415" y="231005"/>
                  </a:lnTo>
                  <a:lnTo>
                    <a:pt x="98888" y="230733"/>
                  </a:lnTo>
                  <a:lnTo>
                    <a:pt x="99093" y="230712"/>
                  </a:lnTo>
                  <a:lnTo>
                    <a:pt x="99809" y="230919"/>
                  </a:lnTo>
                  <a:lnTo>
                    <a:pt x="100202" y="230923"/>
                  </a:lnTo>
                  <a:lnTo>
                    <a:pt x="100573" y="230672"/>
                  </a:lnTo>
                  <a:lnTo>
                    <a:pt x="100948" y="230706"/>
                  </a:lnTo>
                  <a:lnTo>
                    <a:pt x="101143" y="230700"/>
                  </a:lnTo>
                  <a:lnTo>
                    <a:pt x="101784" y="230529"/>
                  </a:lnTo>
                  <a:lnTo>
                    <a:pt x="102079" y="230448"/>
                  </a:lnTo>
                  <a:lnTo>
                    <a:pt x="103015" y="230135"/>
                  </a:lnTo>
                  <a:lnTo>
                    <a:pt x="103299" y="230438"/>
                  </a:lnTo>
                  <a:lnTo>
                    <a:pt x="103734" y="230845"/>
                  </a:lnTo>
                  <a:lnTo>
                    <a:pt x="104138" y="231095"/>
                  </a:lnTo>
                  <a:lnTo>
                    <a:pt x="104316" y="231124"/>
                  </a:lnTo>
                  <a:lnTo>
                    <a:pt x="105047" y="231242"/>
                  </a:lnTo>
                  <a:lnTo>
                    <a:pt x="105206" y="231256"/>
                  </a:lnTo>
                  <a:lnTo>
                    <a:pt x="105585" y="231233"/>
                  </a:lnTo>
                  <a:lnTo>
                    <a:pt x="106051" y="231318"/>
                  </a:lnTo>
                  <a:lnTo>
                    <a:pt x="106697" y="230862"/>
                  </a:lnTo>
                  <a:lnTo>
                    <a:pt x="107081" y="230262"/>
                  </a:lnTo>
                  <a:lnTo>
                    <a:pt x="107242" y="230216"/>
                  </a:lnTo>
                  <a:lnTo>
                    <a:pt x="107421" y="230197"/>
                  </a:lnTo>
                  <a:lnTo>
                    <a:pt x="108281" y="228954"/>
                  </a:lnTo>
                  <a:lnTo>
                    <a:pt x="107944" y="228586"/>
                  </a:lnTo>
                  <a:lnTo>
                    <a:pt x="108026" y="228230"/>
                  </a:lnTo>
                  <a:lnTo>
                    <a:pt x="107663" y="228000"/>
                  </a:lnTo>
                  <a:lnTo>
                    <a:pt x="107350" y="227771"/>
                  </a:lnTo>
                  <a:lnTo>
                    <a:pt x="106981" y="227893"/>
                  </a:lnTo>
                  <a:lnTo>
                    <a:pt x="106756" y="228080"/>
                  </a:lnTo>
                  <a:lnTo>
                    <a:pt x="106017" y="227958"/>
                  </a:lnTo>
                  <a:lnTo>
                    <a:pt x="105780" y="227764"/>
                  </a:lnTo>
                  <a:lnTo>
                    <a:pt x="105809" y="227449"/>
                  </a:lnTo>
                  <a:lnTo>
                    <a:pt x="105907" y="227244"/>
                  </a:lnTo>
                  <a:lnTo>
                    <a:pt x="106136" y="227051"/>
                  </a:lnTo>
                  <a:lnTo>
                    <a:pt x="106311" y="226825"/>
                  </a:lnTo>
                  <a:lnTo>
                    <a:pt x="106556" y="226691"/>
                  </a:lnTo>
                  <a:lnTo>
                    <a:pt x="106580" y="226276"/>
                  </a:lnTo>
                  <a:lnTo>
                    <a:pt x="106092" y="226083"/>
                  </a:lnTo>
                  <a:lnTo>
                    <a:pt x="105929" y="226045"/>
                  </a:lnTo>
                  <a:lnTo>
                    <a:pt x="105919" y="225870"/>
                  </a:lnTo>
                  <a:lnTo>
                    <a:pt x="105866" y="225494"/>
                  </a:lnTo>
                  <a:lnTo>
                    <a:pt x="105660" y="225227"/>
                  </a:lnTo>
                  <a:lnTo>
                    <a:pt x="105689" y="224985"/>
                  </a:lnTo>
                  <a:lnTo>
                    <a:pt x="106006" y="225005"/>
                  </a:lnTo>
                  <a:lnTo>
                    <a:pt x="106226" y="224771"/>
                  </a:lnTo>
                  <a:lnTo>
                    <a:pt x="106509" y="224366"/>
                  </a:lnTo>
                  <a:lnTo>
                    <a:pt x="106791" y="224539"/>
                  </a:lnTo>
                  <a:lnTo>
                    <a:pt x="107149" y="224758"/>
                  </a:lnTo>
                  <a:lnTo>
                    <a:pt x="107343" y="224878"/>
                  </a:lnTo>
                  <a:lnTo>
                    <a:pt x="107550" y="225132"/>
                  </a:lnTo>
                  <a:lnTo>
                    <a:pt x="107533" y="225308"/>
                  </a:lnTo>
                  <a:lnTo>
                    <a:pt x="107975" y="225710"/>
                  </a:lnTo>
                  <a:lnTo>
                    <a:pt x="108300" y="225690"/>
                  </a:lnTo>
                  <a:lnTo>
                    <a:pt x="108278" y="225431"/>
                  </a:lnTo>
                  <a:lnTo>
                    <a:pt x="107952" y="224978"/>
                  </a:lnTo>
                  <a:lnTo>
                    <a:pt x="108310" y="224847"/>
                  </a:lnTo>
                  <a:lnTo>
                    <a:pt x="108753" y="223595"/>
                  </a:lnTo>
                  <a:lnTo>
                    <a:pt x="108712" y="223395"/>
                  </a:lnTo>
                  <a:lnTo>
                    <a:pt x="108316" y="223289"/>
                  </a:lnTo>
                  <a:lnTo>
                    <a:pt x="108373" y="223127"/>
                  </a:lnTo>
                  <a:lnTo>
                    <a:pt x="108746" y="222051"/>
                  </a:lnTo>
                  <a:lnTo>
                    <a:pt x="108760" y="221335"/>
                  </a:lnTo>
                  <a:lnTo>
                    <a:pt x="108999" y="220706"/>
                  </a:lnTo>
                  <a:lnTo>
                    <a:pt x="109262" y="220567"/>
                  </a:lnTo>
                  <a:lnTo>
                    <a:pt x="109525" y="220446"/>
                  </a:lnTo>
                  <a:lnTo>
                    <a:pt x="110351" y="220107"/>
                  </a:lnTo>
                  <a:lnTo>
                    <a:pt x="110747" y="219780"/>
                  </a:lnTo>
                  <a:lnTo>
                    <a:pt x="110190" y="219595"/>
                  </a:lnTo>
                  <a:lnTo>
                    <a:pt x="110616" y="219496"/>
                  </a:lnTo>
                  <a:lnTo>
                    <a:pt x="110923" y="219610"/>
                  </a:lnTo>
                  <a:lnTo>
                    <a:pt x="110938" y="219803"/>
                  </a:lnTo>
                  <a:lnTo>
                    <a:pt x="111211" y="219885"/>
                  </a:lnTo>
                  <a:lnTo>
                    <a:pt x="111373" y="220124"/>
                  </a:lnTo>
                  <a:lnTo>
                    <a:pt x="111301" y="220368"/>
                  </a:lnTo>
                  <a:lnTo>
                    <a:pt x="111739" y="220460"/>
                  </a:lnTo>
                  <a:lnTo>
                    <a:pt x="112092" y="220431"/>
                  </a:lnTo>
                  <a:lnTo>
                    <a:pt x="112166" y="220297"/>
                  </a:lnTo>
                  <a:lnTo>
                    <a:pt x="112252" y="220137"/>
                  </a:lnTo>
                  <a:lnTo>
                    <a:pt x="112516" y="220220"/>
                  </a:lnTo>
                  <a:lnTo>
                    <a:pt x="112447" y="220352"/>
                  </a:lnTo>
                  <a:lnTo>
                    <a:pt x="112666" y="220418"/>
                  </a:lnTo>
                  <a:lnTo>
                    <a:pt x="112978" y="220506"/>
                  </a:lnTo>
                  <a:lnTo>
                    <a:pt x="112876" y="220682"/>
                  </a:lnTo>
                  <a:lnTo>
                    <a:pt x="112862" y="220870"/>
                  </a:lnTo>
                  <a:lnTo>
                    <a:pt x="112792" y="221660"/>
                  </a:lnTo>
                  <a:lnTo>
                    <a:pt x="112551" y="221906"/>
                  </a:lnTo>
                  <a:lnTo>
                    <a:pt x="112453" y="222095"/>
                  </a:lnTo>
                  <a:lnTo>
                    <a:pt x="112573" y="222507"/>
                  </a:lnTo>
                  <a:lnTo>
                    <a:pt x="113251" y="223119"/>
                  </a:lnTo>
                  <a:lnTo>
                    <a:pt x="113655" y="223223"/>
                  </a:lnTo>
                  <a:lnTo>
                    <a:pt x="113898" y="223211"/>
                  </a:lnTo>
                  <a:lnTo>
                    <a:pt x="114188" y="223339"/>
                  </a:lnTo>
                  <a:lnTo>
                    <a:pt x="114292" y="223501"/>
                  </a:lnTo>
                  <a:lnTo>
                    <a:pt x="114426" y="223670"/>
                  </a:lnTo>
                  <a:lnTo>
                    <a:pt x="114552" y="223862"/>
                  </a:lnTo>
                  <a:lnTo>
                    <a:pt x="114513" y="224059"/>
                  </a:lnTo>
                  <a:lnTo>
                    <a:pt x="114489" y="224196"/>
                  </a:lnTo>
                  <a:lnTo>
                    <a:pt x="115166" y="225023"/>
                  </a:lnTo>
                  <a:lnTo>
                    <a:pt x="115397" y="225096"/>
                  </a:lnTo>
                  <a:lnTo>
                    <a:pt x="115801" y="225150"/>
                  </a:lnTo>
                  <a:lnTo>
                    <a:pt x="115874" y="225002"/>
                  </a:lnTo>
                  <a:lnTo>
                    <a:pt x="116176" y="223920"/>
                  </a:lnTo>
                  <a:lnTo>
                    <a:pt x="116437" y="223449"/>
                  </a:lnTo>
                  <a:lnTo>
                    <a:pt x="116623" y="223191"/>
                  </a:lnTo>
                  <a:lnTo>
                    <a:pt x="116841" y="223025"/>
                  </a:lnTo>
                  <a:lnTo>
                    <a:pt x="117046" y="222922"/>
                  </a:lnTo>
                  <a:lnTo>
                    <a:pt x="117789" y="222775"/>
                  </a:lnTo>
                  <a:lnTo>
                    <a:pt x="118185" y="222465"/>
                  </a:lnTo>
                  <a:lnTo>
                    <a:pt x="118408" y="222161"/>
                  </a:lnTo>
                  <a:lnTo>
                    <a:pt x="118660" y="221911"/>
                  </a:lnTo>
                  <a:lnTo>
                    <a:pt x="119158" y="221527"/>
                  </a:lnTo>
                  <a:lnTo>
                    <a:pt x="119350" y="221168"/>
                  </a:lnTo>
                  <a:lnTo>
                    <a:pt x="119523" y="220847"/>
                  </a:lnTo>
                  <a:lnTo>
                    <a:pt x="119686" y="220653"/>
                  </a:lnTo>
                  <a:lnTo>
                    <a:pt x="119928" y="220488"/>
                  </a:lnTo>
                  <a:lnTo>
                    <a:pt x="120252" y="220354"/>
                  </a:lnTo>
                  <a:lnTo>
                    <a:pt x="120522" y="220242"/>
                  </a:lnTo>
                  <a:lnTo>
                    <a:pt x="120743" y="220015"/>
                  </a:lnTo>
                  <a:lnTo>
                    <a:pt x="120788" y="219852"/>
                  </a:lnTo>
                  <a:lnTo>
                    <a:pt x="120847" y="219521"/>
                  </a:lnTo>
                  <a:lnTo>
                    <a:pt x="121287" y="219214"/>
                  </a:lnTo>
                  <a:lnTo>
                    <a:pt x="121476" y="219052"/>
                  </a:lnTo>
                  <a:lnTo>
                    <a:pt x="121739" y="218703"/>
                  </a:lnTo>
                  <a:lnTo>
                    <a:pt x="122063" y="218274"/>
                  </a:lnTo>
                  <a:lnTo>
                    <a:pt x="122350" y="217932"/>
                  </a:lnTo>
                  <a:lnTo>
                    <a:pt x="123164" y="217510"/>
                  </a:lnTo>
                  <a:lnTo>
                    <a:pt x="123359" y="217409"/>
                  </a:lnTo>
                  <a:lnTo>
                    <a:pt x="123664" y="217159"/>
                  </a:lnTo>
                  <a:lnTo>
                    <a:pt x="123799" y="217002"/>
                  </a:lnTo>
                  <a:lnTo>
                    <a:pt x="124255" y="216476"/>
                  </a:lnTo>
                  <a:lnTo>
                    <a:pt x="124812" y="215831"/>
                  </a:lnTo>
                  <a:lnTo>
                    <a:pt x="125117" y="215376"/>
                  </a:lnTo>
                  <a:lnTo>
                    <a:pt x="125343" y="214790"/>
                  </a:lnTo>
                  <a:lnTo>
                    <a:pt x="125200" y="214441"/>
                  </a:lnTo>
                  <a:lnTo>
                    <a:pt x="125561" y="214216"/>
                  </a:lnTo>
                  <a:lnTo>
                    <a:pt x="125820" y="214308"/>
                  </a:lnTo>
                  <a:lnTo>
                    <a:pt x="126012" y="214354"/>
                  </a:lnTo>
                  <a:lnTo>
                    <a:pt x="126211" y="214190"/>
                  </a:lnTo>
                  <a:lnTo>
                    <a:pt x="126457" y="213861"/>
                  </a:lnTo>
                  <a:lnTo>
                    <a:pt x="126533" y="213719"/>
                  </a:lnTo>
                  <a:lnTo>
                    <a:pt x="126755" y="213036"/>
                  </a:lnTo>
                  <a:lnTo>
                    <a:pt x="127024" y="212049"/>
                  </a:lnTo>
                  <a:lnTo>
                    <a:pt x="127051" y="211906"/>
                  </a:lnTo>
                  <a:lnTo>
                    <a:pt x="127242" y="211658"/>
                  </a:lnTo>
                  <a:lnTo>
                    <a:pt x="127377" y="211601"/>
                  </a:lnTo>
                  <a:lnTo>
                    <a:pt x="127733" y="211656"/>
                  </a:lnTo>
                  <a:lnTo>
                    <a:pt x="128009" y="211568"/>
                  </a:lnTo>
                  <a:lnTo>
                    <a:pt x="128161" y="211481"/>
                  </a:lnTo>
                  <a:lnTo>
                    <a:pt x="128142" y="211301"/>
                  </a:lnTo>
                  <a:lnTo>
                    <a:pt x="128354" y="210974"/>
                  </a:lnTo>
                  <a:lnTo>
                    <a:pt x="128506" y="211246"/>
                  </a:lnTo>
                  <a:lnTo>
                    <a:pt x="128643" y="211264"/>
                  </a:lnTo>
                  <a:lnTo>
                    <a:pt x="128916" y="211074"/>
                  </a:lnTo>
                  <a:lnTo>
                    <a:pt x="129088" y="210954"/>
                  </a:lnTo>
                  <a:lnTo>
                    <a:pt x="129205" y="210523"/>
                  </a:lnTo>
                  <a:lnTo>
                    <a:pt x="129106" y="210241"/>
                  </a:lnTo>
                  <a:lnTo>
                    <a:pt x="129086" y="209799"/>
                  </a:lnTo>
                  <a:lnTo>
                    <a:pt x="129465" y="209599"/>
                  </a:lnTo>
                  <a:lnTo>
                    <a:pt x="129593" y="209662"/>
                  </a:lnTo>
                  <a:lnTo>
                    <a:pt x="129765" y="209834"/>
                  </a:lnTo>
                  <a:lnTo>
                    <a:pt x="129692" y="209988"/>
                  </a:lnTo>
                  <a:lnTo>
                    <a:pt x="130055" y="210089"/>
                  </a:lnTo>
                  <a:lnTo>
                    <a:pt x="130184" y="210098"/>
                  </a:lnTo>
                  <a:lnTo>
                    <a:pt x="130473" y="209889"/>
                  </a:lnTo>
                  <a:lnTo>
                    <a:pt x="130586" y="209717"/>
                  </a:lnTo>
                  <a:lnTo>
                    <a:pt x="130739" y="209403"/>
                  </a:lnTo>
                  <a:lnTo>
                    <a:pt x="130813" y="208401"/>
                  </a:lnTo>
                  <a:lnTo>
                    <a:pt x="130826" y="208216"/>
                  </a:lnTo>
                  <a:lnTo>
                    <a:pt x="130868" y="207998"/>
                  </a:lnTo>
                  <a:lnTo>
                    <a:pt x="130975" y="207686"/>
                  </a:lnTo>
                  <a:lnTo>
                    <a:pt x="131301" y="207212"/>
                  </a:lnTo>
                  <a:lnTo>
                    <a:pt x="131788" y="206764"/>
                  </a:lnTo>
                  <a:lnTo>
                    <a:pt x="132019" y="206552"/>
                  </a:lnTo>
                  <a:lnTo>
                    <a:pt x="132238" y="206314"/>
                  </a:lnTo>
                  <a:lnTo>
                    <a:pt x="132444" y="205795"/>
                  </a:lnTo>
                  <a:lnTo>
                    <a:pt x="132304" y="205602"/>
                  </a:lnTo>
                  <a:lnTo>
                    <a:pt x="132674" y="205253"/>
                  </a:lnTo>
                  <a:lnTo>
                    <a:pt x="132805" y="205246"/>
                  </a:lnTo>
                  <a:lnTo>
                    <a:pt x="133003" y="205255"/>
                  </a:lnTo>
                  <a:lnTo>
                    <a:pt x="133160" y="205151"/>
                  </a:lnTo>
                  <a:lnTo>
                    <a:pt x="133493" y="205193"/>
                  </a:lnTo>
                  <a:lnTo>
                    <a:pt x="133864" y="205383"/>
                  </a:lnTo>
                  <a:lnTo>
                    <a:pt x="134217" y="205565"/>
                  </a:lnTo>
                  <a:lnTo>
                    <a:pt x="134707" y="205871"/>
                  </a:lnTo>
                  <a:lnTo>
                    <a:pt x="135058" y="205913"/>
                  </a:lnTo>
                  <a:lnTo>
                    <a:pt x="135238" y="205884"/>
                  </a:lnTo>
                  <a:lnTo>
                    <a:pt x="136656" y="205432"/>
                  </a:lnTo>
                  <a:lnTo>
                    <a:pt x="137116" y="205374"/>
                  </a:lnTo>
                  <a:lnTo>
                    <a:pt x="137273" y="205365"/>
                  </a:lnTo>
                  <a:lnTo>
                    <a:pt x="137461" y="205354"/>
                  </a:lnTo>
                  <a:lnTo>
                    <a:pt x="138065" y="205322"/>
                  </a:lnTo>
                  <a:lnTo>
                    <a:pt x="138589" y="205294"/>
                  </a:lnTo>
                  <a:lnTo>
                    <a:pt x="139624" y="205581"/>
                  </a:lnTo>
                  <a:lnTo>
                    <a:pt x="139586" y="205736"/>
                  </a:lnTo>
                  <a:lnTo>
                    <a:pt x="139886" y="205685"/>
                  </a:lnTo>
                  <a:lnTo>
                    <a:pt x="140232" y="205709"/>
                  </a:lnTo>
                  <a:lnTo>
                    <a:pt x="140563" y="205597"/>
                  </a:lnTo>
                  <a:lnTo>
                    <a:pt x="141312" y="205582"/>
                  </a:lnTo>
                  <a:lnTo>
                    <a:pt x="141675" y="205672"/>
                  </a:lnTo>
                  <a:lnTo>
                    <a:pt x="142531" y="205886"/>
                  </a:lnTo>
                  <a:lnTo>
                    <a:pt x="142734" y="205937"/>
                  </a:lnTo>
                  <a:lnTo>
                    <a:pt x="143580" y="206033"/>
                  </a:lnTo>
                  <a:lnTo>
                    <a:pt x="143777" y="206028"/>
                  </a:lnTo>
                  <a:lnTo>
                    <a:pt x="143969" y="205992"/>
                  </a:lnTo>
                  <a:lnTo>
                    <a:pt x="144110" y="205921"/>
                  </a:lnTo>
                  <a:lnTo>
                    <a:pt x="144159" y="205732"/>
                  </a:lnTo>
                  <a:lnTo>
                    <a:pt x="144572" y="205552"/>
                  </a:lnTo>
                  <a:lnTo>
                    <a:pt x="144793" y="205564"/>
                  </a:lnTo>
                  <a:lnTo>
                    <a:pt x="145221" y="205336"/>
                  </a:lnTo>
                  <a:lnTo>
                    <a:pt x="145423" y="205256"/>
                  </a:lnTo>
                  <a:lnTo>
                    <a:pt x="145694" y="205187"/>
                  </a:lnTo>
                  <a:lnTo>
                    <a:pt x="146307" y="205141"/>
                  </a:lnTo>
                  <a:lnTo>
                    <a:pt x="146577" y="205132"/>
                  </a:lnTo>
                  <a:lnTo>
                    <a:pt x="146790" y="205125"/>
                  </a:lnTo>
                  <a:lnTo>
                    <a:pt x="147448" y="205252"/>
                  </a:lnTo>
                  <a:lnTo>
                    <a:pt x="148866" y="205534"/>
                  </a:lnTo>
                  <a:lnTo>
                    <a:pt x="149545" y="205665"/>
                  </a:lnTo>
                  <a:lnTo>
                    <a:pt x="149861" y="205650"/>
                  </a:lnTo>
                  <a:lnTo>
                    <a:pt x="150415" y="205532"/>
                  </a:lnTo>
                  <a:lnTo>
                    <a:pt x="150596" y="205327"/>
                  </a:lnTo>
                  <a:lnTo>
                    <a:pt x="150754" y="205209"/>
                  </a:lnTo>
                  <a:lnTo>
                    <a:pt x="150944" y="205139"/>
                  </a:lnTo>
                  <a:lnTo>
                    <a:pt x="151146" y="205111"/>
                  </a:lnTo>
                  <a:lnTo>
                    <a:pt x="151348" y="205144"/>
                  </a:lnTo>
                  <a:lnTo>
                    <a:pt x="151648" y="205257"/>
                  </a:lnTo>
                  <a:lnTo>
                    <a:pt x="151871" y="205342"/>
                  </a:lnTo>
                  <a:lnTo>
                    <a:pt x="152119" y="205406"/>
                  </a:lnTo>
                  <a:lnTo>
                    <a:pt x="153309" y="205552"/>
                  </a:lnTo>
                  <a:lnTo>
                    <a:pt x="153912" y="205598"/>
                  </a:lnTo>
                  <a:lnTo>
                    <a:pt x="154453" y="205674"/>
                  </a:lnTo>
                  <a:lnTo>
                    <a:pt x="154773" y="205719"/>
                  </a:lnTo>
                  <a:lnTo>
                    <a:pt x="155054" y="205687"/>
                  </a:lnTo>
                  <a:lnTo>
                    <a:pt x="155224" y="205632"/>
                  </a:lnTo>
                  <a:lnTo>
                    <a:pt x="155559" y="205436"/>
                  </a:lnTo>
                  <a:lnTo>
                    <a:pt x="155953" y="205205"/>
                  </a:lnTo>
                  <a:lnTo>
                    <a:pt x="156572" y="205040"/>
                  </a:lnTo>
                  <a:lnTo>
                    <a:pt x="156882" y="204847"/>
                  </a:lnTo>
                  <a:lnTo>
                    <a:pt x="157134" y="204690"/>
                  </a:lnTo>
                  <a:lnTo>
                    <a:pt x="157442" y="204498"/>
                  </a:lnTo>
                  <a:lnTo>
                    <a:pt x="157579" y="204470"/>
                  </a:lnTo>
                  <a:lnTo>
                    <a:pt x="158764" y="204440"/>
                  </a:lnTo>
                  <a:lnTo>
                    <a:pt x="158962" y="204537"/>
                  </a:lnTo>
                  <a:lnTo>
                    <a:pt x="159177" y="204658"/>
                  </a:lnTo>
                  <a:lnTo>
                    <a:pt x="159411" y="204805"/>
                  </a:lnTo>
                  <a:lnTo>
                    <a:pt x="159658" y="204875"/>
                  </a:lnTo>
                  <a:lnTo>
                    <a:pt x="159874" y="204882"/>
                  </a:lnTo>
                  <a:lnTo>
                    <a:pt x="160301" y="204831"/>
                  </a:lnTo>
                  <a:lnTo>
                    <a:pt x="160462" y="204854"/>
                  </a:lnTo>
                  <a:lnTo>
                    <a:pt x="160837" y="205045"/>
                  </a:lnTo>
                  <a:lnTo>
                    <a:pt x="161180" y="205271"/>
                  </a:lnTo>
                  <a:lnTo>
                    <a:pt x="161357" y="205387"/>
                  </a:lnTo>
                  <a:lnTo>
                    <a:pt x="161828" y="205425"/>
                  </a:lnTo>
                  <a:lnTo>
                    <a:pt x="161990" y="205377"/>
                  </a:lnTo>
                  <a:lnTo>
                    <a:pt x="162198" y="205316"/>
                  </a:lnTo>
                  <a:lnTo>
                    <a:pt x="162391" y="205259"/>
                  </a:lnTo>
                  <a:lnTo>
                    <a:pt x="162959" y="205001"/>
                  </a:lnTo>
                  <a:lnTo>
                    <a:pt x="163175" y="204845"/>
                  </a:lnTo>
                  <a:lnTo>
                    <a:pt x="164506" y="202838"/>
                  </a:lnTo>
                  <a:lnTo>
                    <a:pt x="164624" y="202614"/>
                  </a:lnTo>
                  <a:lnTo>
                    <a:pt x="164801" y="202279"/>
                  </a:lnTo>
                  <a:lnTo>
                    <a:pt x="165173" y="201573"/>
                  </a:lnTo>
                  <a:lnTo>
                    <a:pt x="165644" y="200984"/>
                  </a:lnTo>
                  <a:lnTo>
                    <a:pt x="166033" y="200669"/>
                  </a:lnTo>
                  <a:lnTo>
                    <a:pt x="166220" y="200518"/>
                  </a:lnTo>
                  <a:lnTo>
                    <a:pt x="166556" y="200246"/>
                  </a:lnTo>
                  <a:lnTo>
                    <a:pt x="166644" y="200087"/>
                  </a:lnTo>
                  <a:lnTo>
                    <a:pt x="166825" y="199533"/>
                  </a:lnTo>
                  <a:lnTo>
                    <a:pt x="166897" y="199311"/>
                  </a:lnTo>
                  <a:lnTo>
                    <a:pt x="167019" y="198936"/>
                  </a:lnTo>
                  <a:lnTo>
                    <a:pt x="167158" y="198038"/>
                  </a:lnTo>
                  <a:lnTo>
                    <a:pt x="167269" y="197429"/>
                  </a:lnTo>
                  <a:lnTo>
                    <a:pt x="167330" y="197301"/>
                  </a:lnTo>
                  <a:lnTo>
                    <a:pt x="167564" y="196986"/>
                  </a:lnTo>
                  <a:lnTo>
                    <a:pt x="168015" y="196386"/>
                  </a:lnTo>
                  <a:lnTo>
                    <a:pt x="168139" y="196146"/>
                  </a:lnTo>
                  <a:lnTo>
                    <a:pt x="168143" y="195952"/>
                  </a:lnTo>
                  <a:lnTo>
                    <a:pt x="168148" y="195783"/>
                  </a:lnTo>
                  <a:lnTo>
                    <a:pt x="168293" y="195495"/>
                  </a:lnTo>
                  <a:lnTo>
                    <a:pt x="168643" y="195194"/>
                  </a:lnTo>
                  <a:lnTo>
                    <a:pt x="168793" y="195034"/>
                  </a:lnTo>
                  <a:lnTo>
                    <a:pt x="168780" y="194678"/>
                  </a:lnTo>
                  <a:lnTo>
                    <a:pt x="168700" y="194376"/>
                  </a:lnTo>
                  <a:lnTo>
                    <a:pt x="169533" y="193552"/>
                  </a:lnTo>
                  <a:lnTo>
                    <a:pt x="169691" y="193519"/>
                  </a:lnTo>
                  <a:lnTo>
                    <a:pt x="170113" y="193171"/>
                  </a:lnTo>
                  <a:lnTo>
                    <a:pt x="170646" y="193104"/>
                  </a:lnTo>
                  <a:lnTo>
                    <a:pt x="170996" y="193060"/>
                  </a:lnTo>
                  <a:lnTo>
                    <a:pt x="171280" y="193151"/>
                  </a:lnTo>
                  <a:lnTo>
                    <a:pt x="171491" y="193290"/>
                  </a:lnTo>
                  <a:lnTo>
                    <a:pt x="171746" y="193324"/>
                  </a:lnTo>
                  <a:lnTo>
                    <a:pt x="172375" y="193201"/>
                  </a:lnTo>
                  <a:lnTo>
                    <a:pt x="172754" y="193113"/>
                  </a:lnTo>
                  <a:lnTo>
                    <a:pt x="172966" y="193089"/>
                  </a:lnTo>
                  <a:lnTo>
                    <a:pt x="173485" y="193116"/>
                  </a:lnTo>
                  <a:lnTo>
                    <a:pt x="173622" y="193148"/>
                  </a:lnTo>
                  <a:lnTo>
                    <a:pt x="174011" y="193005"/>
                  </a:lnTo>
                  <a:lnTo>
                    <a:pt x="174192" y="192846"/>
                  </a:lnTo>
                  <a:lnTo>
                    <a:pt x="174585" y="192724"/>
                  </a:lnTo>
                  <a:lnTo>
                    <a:pt x="175301" y="192890"/>
                  </a:lnTo>
                  <a:lnTo>
                    <a:pt x="175513" y="192999"/>
                  </a:lnTo>
                  <a:lnTo>
                    <a:pt x="175665" y="192990"/>
                  </a:lnTo>
                  <a:lnTo>
                    <a:pt x="175947" y="192840"/>
                  </a:lnTo>
                  <a:lnTo>
                    <a:pt x="176356" y="192408"/>
                  </a:lnTo>
                  <a:lnTo>
                    <a:pt x="176724" y="192076"/>
                  </a:lnTo>
                  <a:lnTo>
                    <a:pt x="176912" y="192030"/>
                  </a:lnTo>
                  <a:lnTo>
                    <a:pt x="176920" y="191776"/>
                  </a:lnTo>
                  <a:lnTo>
                    <a:pt x="176880" y="191589"/>
                  </a:lnTo>
                  <a:lnTo>
                    <a:pt x="177033" y="191144"/>
                  </a:lnTo>
                  <a:lnTo>
                    <a:pt x="177289" y="190979"/>
                  </a:lnTo>
                  <a:lnTo>
                    <a:pt x="177669" y="190327"/>
                  </a:lnTo>
                  <a:lnTo>
                    <a:pt x="178086" y="190227"/>
                  </a:lnTo>
                  <a:lnTo>
                    <a:pt x="178386" y="190008"/>
                  </a:lnTo>
                  <a:lnTo>
                    <a:pt x="178545" y="189940"/>
                  </a:lnTo>
                  <a:lnTo>
                    <a:pt x="178926" y="189563"/>
                  </a:lnTo>
                  <a:lnTo>
                    <a:pt x="178820" y="189273"/>
                  </a:lnTo>
                  <a:lnTo>
                    <a:pt x="178783" y="189100"/>
                  </a:lnTo>
                  <a:lnTo>
                    <a:pt x="178662" y="188535"/>
                  </a:lnTo>
                  <a:lnTo>
                    <a:pt x="178744" y="188122"/>
                  </a:lnTo>
                  <a:lnTo>
                    <a:pt x="179122" y="187963"/>
                  </a:lnTo>
                  <a:lnTo>
                    <a:pt x="179394" y="187923"/>
                  </a:lnTo>
                  <a:lnTo>
                    <a:pt x="179992" y="188000"/>
                  </a:lnTo>
                  <a:lnTo>
                    <a:pt x="180279" y="187568"/>
                  </a:lnTo>
                  <a:lnTo>
                    <a:pt x="180079" y="187538"/>
                  </a:lnTo>
                  <a:lnTo>
                    <a:pt x="179741" y="187303"/>
                  </a:lnTo>
                  <a:lnTo>
                    <a:pt x="180082" y="186649"/>
                  </a:lnTo>
                  <a:lnTo>
                    <a:pt x="180108" y="186433"/>
                  </a:lnTo>
                  <a:lnTo>
                    <a:pt x="179829" y="186075"/>
                  </a:lnTo>
                  <a:lnTo>
                    <a:pt x="179997" y="185869"/>
                  </a:lnTo>
                  <a:lnTo>
                    <a:pt x="180273" y="185720"/>
                  </a:lnTo>
                  <a:lnTo>
                    <a:pt x="180591" y="185176"/>
                  </a:lnTo>
                  <a:lnTo>
                    <a:pt x="180558" y="184792"/>
                  </a:lnTo>
                  <a:lnTo>
                    <a:pt x="180922" y="184562"/>
                  </a:lnTo>
                  <a:lnTo>
                    <a:pt x="180996" y="184103"/>
                  </a:lnTo>
                  <a:lnTo>
                    <a:pt x="180850" y="183712"/>
                  </a:lnTo>
                  <a:lnTo>
                    <a:pt x="180110" y="182747"/>
                  </a:lnTo>
                  <a:lnTo>
                    <a:pt x="180764" y="182135"/>
                  </a:lnTo>
                  <a:lnTo>
                    <a:pt x="181504" y="182733"/>
                  </a:lnTo>
                  <a:lnTo>
                    <a:pt x="181682" y="182806"/>
                  </a:lnTo>
                  <a:lnTo>
                    <a:pt x="182028" y="182861"/>
                  </a:lnTo>
                  <a:lnTo>
                    <a:pt x="182263" y="182867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4477111" y="4857661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4507115" y="4833153"/>
              <a:ext cx="183246" cy="182879"/>
            </a:xfrm>
            <a:custGeom>
              <a:avLst/>
              <a:pathLst>
                <a:path w="183246" h="182879">
                  <a:moveTo>
                    <a:pt x="182879" y="182879"/>
                  </a:moveTo>
                  <a:lnTo>
                    <a:pt x="182517" y="182848"/>
                  </a:lnTo>
                  <a:lnTo>
                    <a:pt x="182362" y="182606"/>
                  </a:lnTo>
                  <a:lnTo>
                    <a:pt x="182637" y="182162"/>
                  </a:lnTo>
                  <a:lnTo>
                    <a:pt x="183013" y="182043"/>
                  </a:lnTo>
                  <a:lnTo>
                    <a:pt x="183246" y="182255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4448796" y="4832471"/>
              <a:ext cx="183247" cy="182957"/>
            </a:xfrm>
            <a:custGeom>
              <a:avLst/>
              <a:pathLst>
                <a:path w="183247" h="182957">
                  <a:moveTo>
                    <a:pt x="182879" y="182879"/>
                  </a:moveTo>
                  <a:lnTo>
                    <a:pt x="183068" y="182789"/>
                  </a:lnTo>
                  <a:lnTo>
                    <a:pt x="183247" y="182957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4450120" y="4830752"/>
              <a:ext cx="183305" cy="183013"/>
            </a:xfrm>
            <a:custGeom>
              <a:avLst/>
              <a:pathLst>
                <a:path w="183305" h="183013">
                  <a:moveTo>
                    <a:pt x="182879" y="182879"/>
                  </a:moveTo>
                  <a:lnTo>
                    <a:pt x="183305" y="183013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4518212" y="4824563"/>
              <a:ext cx="183120" cy="183008"/>
            </a:xfrm>
            <a:custGeom>
              <a:avLst/>
              <a:pathLst>
                <a:path w="183120" h="183008">
                  <a:moveTo>
                    <a:pt x="182879" y="182879"/>
                  </a:moveTo>
                  <a:lnTo>
                    <a:pt x="182664" y="183008"/>
                  </a:lnTo>
                  <a:lnTo>
                    <a:pt x="182174" y="182194"/>
                  </a:lnTo>
                  <a:lnTo>
                    <a:pt x="182901" y="182033"/>
                  </a:lnTo>
                  <a:lnTo>
                    <a:pt x="183076" y="181850"/>
                  </a:lnTo>
                  <a:lnTo>
                    <a:pt x="183120" y="182059"/>
                  </a:lnTo>
                  <a:lnTo>
                    <a:pt x="183108" y="182241"/>
                  </a:lnTo>
                  <a:lnTo>
                    <a:pt x="183064" y="182457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4520504" y="4823457"/>
              <a:ext cx="184286" cy="185965"/>
            </a:xfrm>
            <a:custGeom>
              <a:avLst/>
              <a:pathLst>
                <a:path w="184286" h="185965">
                  <a:moveTo>
                    <a:pt x="182879" y="182879"/>
                  </a:moveTo>
                  <a:lnTo>
                    <a:pt x="183385" y="182929"/>
                  </a:lnTo>
                  <a:lnTo>
                    <a:pt x="183786" y="183627"/>
                  </a:lnTo>
                  <a:lnTo>
                    <a:pt x="184286" y="184474"/>
                  </a:lnTo>
                  <a:lnTo>
                    <a:pt x="184036" y="184809"/>
                  </a:lnTo>
                  <a:lnTo>
                    <a:pt x="184115" y="185458"/>
                  </a:lnTo>
                  <a:lnTo>
                    <a:pt x="184233" y="185742"/>
                  </a:lnTo>
                  <a:lnTo>
                    <a:pt x="184255" y="185920"/>
                  </a:lnTo>
                  <a:lnTo>
                    <a:pt x="184006" y="185965"/>
                  </a:lnTo>
                  <a:lnTo>
                    <a:pt x="183545" y="185729"/>
                  </a:lnTo>
                  <a:lnTo>
                    <a:pt x="183229" y="185265"/>
                  </a:lnTo>
                  <a:lnTo>
                    <a:pt x="183123" y="185119"/>
                  </a:lnTo>
                  <a:lnTo>
                    <a:pt x="182646" y="185147"/>
                  </a:lnTo>
                  <a:lnTo>
                    <a:pt x="182484" y="185067"/>
                  </a:lnTo>
                  <a:lnTo>
                    <a:pt x="182453" y="184759"/>
                  </a:lnTo>
                  <a:lnTo>
                    <a:pt x="182593" y="184723"/>
                  </a:lnTo>
                  <a:lnTo>
                    <a:pt x="182756" y="184353"/>
                  </a:lnTo>
                  <a:lnTo>
                    <a:pt x="182681" y="184152"/>
                  </a:lnTo>
                  <a:lnTo>
                    <a:pt x="182554" y="183814"/>
                  </a:lnTo>
                  <a:lnTo>
                    <a:pt x="182443" y="183433"/>
                  </a:lnTo>
                  <a:lnTo>
                    <a:pt x="182507" y="183295"/>
                  </a:lnTo>
                  <a:lnTo>
                    <a:pt x="182547" y="182317"/>
                  </a:lnTo>
                  <a:lnTo>
                    <a:pt x="182047" y="182159"/>
                  </a:lnTo>
                  <a:lnTo>
                    <a:pt x="181778" y="182141"/>
                  </a:lnTo>
                  <a:lnTo>
                    <a:pt x="181056" y="181667"/>
                  </a:lnTo>
                  <a:lnTo>
                    <a:pt x="180936" y="181287"/>
                  </a:lnTo>
                  <a:lnTo>
                    <a:pt x="180732" y="181065"/>
                  </a:lnTo>
                  <a:lnTo>
                    <a:pt x="180613" y="180789"/>
                  </a:lnTo>
                  <a:lnTo>
                    <a:pt x="181101" y="180578"/>
                  </a:lnTo>
                  <a:lnTo>
                    <a:pt x="181310" y="180609"/>
                  </a:lnTo>
                  <a:lnTo>
                    <a:pt x="181445" y="180701"/>
                  </a:lnTo>
                  <a:lnTo>
                    <a:pt x="181631" y="180829"/>
                  </a:lnTo>
                  <a:lnTo>
                    <a:pt x="182169" y="180887"/>
                  </a:lnTo>
                  <a:lnTo>
                    <a:pt x="182374" y="180988"/>
                  </a:lnTo>
                  <a:lnTo>
                    <a:pt x="182920" y="181913"/>
                  </a:lnTo>
                  <a:lnTo>
                    <a:pt x="182810" y="182182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4515388" y="4821830"/>
              <a:ext cx="183074" cy="184730"/>
            </a:xfrm>
            <a:custGeom>
              <a:avLst/>
              <a:pathLst>
                <a:path w="183074" h="184730">
                  <a:moveTo>
                    <a:pt x="182879" y="182879"/>
                  </a:moveTo>
                  <a:lnTo>
                    <a:pt x="183074" y="183205"/>
                  </a:lnTo>
                  <a:lnTo>
                    <a:pt x="183019" y="183402"/>
                  </a:lnTo>
                  <a:lnTo>
                    <a:pt x="183071" y="184209"/>
                  </a:lnTo>
                  <a:lnTo>
                    <a:pt x="183054" y="184510"/>
                  </a:lnTo>
                  <a:lnTo>
                    <a:pt x="182600" y="184730"/>
                  </a:lnTo>
                  <a:lnTo>
                    <a:pt x="181611" y="183457"/>
                  </a:lnTo>
                  <a:lnTo>
                    <a:pt x="181772" y="183122"/>
                  </a:lnTo>
                  <a:lnTo>
                    <a:pt x="182181" y="182880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4516391" y="4822392"/>
              <a:ext cx="183343" cy="183301"/>
            </a:xfrm>
            <a:custGeom>
              <a:avLst/>
              <a:pathLst>
                <a:path w="183343" h="183301">
                  <a:moveTo>
                    <a:pt x="182879" y="182879"/>
                  </a:moveTo>
                  <a:lnTo>
                    <a:pt x="182952" y="182532"/>
                  </a:lnTo>
                  <a:lnTo>
                    <a:pt x="183178" y="182467"/>
                  </a:lnTo>
                  <a:lnTo>
                    <a:pt x="183343" y="182850"/>
                  </a:lnTo>
                  <a:lnTo>
                    <a:pt x="183127" y="183301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4515930" y="4813495"/>
              <a:ext cx="183219" cy="182956"/>
            </a:xfrm>
            <a:custGeom>
              <a:avLst/>
              <a:pathLst>
                <a:path w="183219" h="182956">
                  <a:moveTo>
                    <a:pt x="182879" y="182879"/>
                  </a:moveTo>
                  <a:lnTo>
                    <a:pt x="183219" y="182546"/>
                  </a:lnTo>
                  <a:lnTo>
                    <a:pt x="183195" y="182956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4522129" y="4915997"/>
              <a:ext cx="183236" cy="183233"/>
            </a:xfrm>
            <a:custGeom>
              <a:avLst/>
              <a:pathLst>
                <a:path w="183236" h="183233">
                  <a:moveTo>
                    <a:pt x="182879" y="182879"/>
                  </a:moveTo>
                  <a:lnTo>
                    <a:pt x="183122" y="182792"/>
                  </a:lnTo>
                  <a:lnTo>
                    <a:pt x="183236" y="183233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4529567" y="4905950"/>
              <a:ext cx="183016" cy="182879"/>
            </a:xfrm>
            <a:custGeom>
              <a:avLst/>
              <a:pathLst>
                <a:path w="183016" h="182879">
                  <a:moveTo>
                    <a:pt x="182879" y="182879"/>
                  </a:moveTo>
                  <a:lnTo>
                    <a:pt x="183016" y="182814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4531748" y="4905969"/>
              <a:ext cx="183140" cy="182912"/>
            </a:xfrm>
            <a:custGeom>
              <a:avLst/>
              <a:pathLst>
                <a:path w="183140" h="182912">
                  <a:moveTo>
                    <a:pt x="182879" y="182879"/>
                  </a:moveTo>
                  <a:lnTo>
                    <a:pt x="182187" y="182864"/>
                  </a:lnTo>
                  <a:lnTo>
                    <a:pt x="181966" y="182912"/>
                  </a:lnTo>
                  <a:lnTo>
                    <a:pt x="182377" y="182600"/>
                  </a:lnTo>
                  <a:lnTo>
                    <a:pt x="182646" y="182658"/>
                  </a:lnTo>
                  <a:lnTo>
                    <a:pt x="183140" y="182422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4562412" y="4889800"/>
              <a:ext cx="183336" cy="182879"/>
            </a:xfrm>
            <a:custGeom>
              <a:avLst/>
              <a:pathLst>
                <a:path w="183336" h="182879">
                  <a:moveTo>
                    <a:pt x="182879" y="182879"/>
                  </a:moveTo>
                  <a:lnTo>
                    <a:pt x="183263" y="182194"/>
                  </a:lnTo>
                  <a:lnTo>
                    <a:pt x="183336" y="182568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4592713" y="4887768"/>
              <a:ext cx="183270" cy="183306"/>
            </a:xfrm>
            <a:custGeom>
              <a:avLst/>
              <a:pathLst>
                <a:path w="183270" h="183306">
                  <a:moveTo>
                    <a:pt x="182879" y="182879"/>
                  </a:moveTo>
                  <a:lnTo>
                    <a:pt x="183270" y="183008"/>
                  </a:lnTo>
                  <a:lnTo>
                    <a:pt x="183253" y="183306"/>
                  </a:lnTo>
                  <a:lnTo>
                    <a:pt x="183113" y="183276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4561920" y="4850285"/>
              <a:ext cx="184775" cy="183305"/>
            </a:xfrm>
            <a:custGeom>
              <a:avLst/>
              <a:pathLst>
                <a:path w="184775" h="183305">
                  <a:moveTo>
                    <a:pt x="182879" y="182879"/>
                  </a:moveTo>
                  <a:lnTo>
                    <a:pt x="182429" y="183000"/>
                  </a:lnTo>
                  <a:lnTo>
                    <a:pt x="181893" y="183243"/>
                  </a:lnTo>
                  <a:lnTo>
                    <a:pt x="181702" y="183305"/>
                  </a:lnTo>
                  <a:lnTo>
                    <a:pt x="181502" y="183023"/>
                  </a:lnTo>
                  <a:lnTo>
                    <a:pt x="181839" y="182671"/>
                  </a:lnTo>
                  <a:lnTo>
                    <a:pt x="182614" y="182265"/>
                  </a:lnTo>
                  <a:lnTo>
                    <a:pt x="182920" y="181991"/>
                  </a:lnTo>
                  <a:lnTo>
                    <a:pt x="183396" y="181724"/>
                  </a:lnTo>
                  <a:lnTo>
                    <a:pt x="183592" y="181664"/>
                  </a:lnTo>
                  <a:lnTo>
                    <a:pt x="183949" y="181300"/>
                  </a:lnTo>
                  <a:lnTo>
                    <a:pt x="184738" y="181087"/>
                  </a:lnTo>
                  <a:lnTo>
                    <a:pt x="184775" y="181438"/>
                  </a:lnTo>
                  <a:lnTo>
                    <a:pt x="184649" y="181671"/>
                  </a:lnTo>
                  <a:lnTo>
                    <a:pt x="184566" y="181874"/>
                  </a:lnTo>
                  <a:lnTo>
                    <a:pt x="183736" y="182290"/>
                  </a:lnTo>
                  <a:lnTo>
                    <a:pt x="183376" y="182578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4589497" y="4847198"/>
              <a:ext cx="183998" cy="183608"/>
            </a:xfrm>
            <a:custGeom>
              <a:avLst/>
              <a:pathLst>
                <a:path w="183998" h="183608">
                  <a:moveTo>
                    <a:pt x="182879" y="182879"/>
                  </a:moveTo>
                  <a:lnTo>
                    <a:pt x="183515" y="183336"/>
                  </a:lnTo>
                  <a:lnTo>
                    <a:pt x="183678" y="183372"/>
                  </a:lnTo>
                  <a:lnTo>
                    <a:pt x="183881" y="183474"/>
                  </a:lnTo>
                  <a:lnTo>
                    <a:pt x="183998" y="183604"/>
                  </a:lnTo>
                  <a:lnTo>
                    <a:pt x="183799" y="183608"/>
                  </a:lnTo>
                  <a:lnTo>
                    <a:pt x="183489" y="183564"/>
                  </a:lnTo>
                  <a:lnTo>
                    <a:pt x="183334" y="183541"/>
                  </a:lnTo>
                  <a:lnTo>
                    <a:pt x="182844" y="183521"/>
                  </a:lnTo>
                  <a:lnTo>
                    <a:pt x="182662" y="183522"/>
                  </a:lnTo>
                  <a:lnTo>
                    <a:pt x="182063" y="183361"/>
                  </a:lnTo>
                  <a:lnTo>
                    <a:pt x="182190" y="183105"/>
                  </a:lnTo>
                  <a:lnTo>
                    <a:pt x="182322" y="182864"/>
                  </a:lnTo>
                  <a:lnTo>
                    <a:pt x="182622" y="182765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4557774" y="4844573"/>
              <a:ext cx="183095" cy="183187"/>
            </a:xfrm>
            <a:custGeom>
              <a:avLst/>
              <a:pathLst>
                <a:path w="183095" h="183187">
                  <a:moveTo>
                    <a:pt x="182879" y="182879"/>
                  </a:moveTo>
                  <a:lnTo>
                    <a:pt x="182664" y="182968"/>
                  </a:lnTo>
                  <a:lnTo>
                    <a:pt x="182362" y="183187"/>
                  </a:lnTo>
                  <a:lnTo>
                    <a:pt x="182247" y="183009"/>
                  </a:lnTo>
                  <a:lnTo>
                    <a:pt x="182444" y="182584"/>
                  </a:lnTo>
                  <a:lnTo>
                    <a:pt x="182911" y="182592"/>
                  </a:lnTo>
                  <a:lnTo>
                    <a:pt x="183095" y="182712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4529899" y="4819403"/>
              <a:ext cx="183505" cy="183215"/>
            </a:xfrm>
            <a:custGeom>
              <a:avLst/>
              <a:pathLst>
                <a:path w="183505" h="183215">
                  <a:moveTo>
                    <a:pt x="182879" y="182879"/>
                  </a:moveTo>
                  <a:lnTo>
                    <a:pt x="182883" y="182396"/>
                  </a:lnTo>
                  <a:lnTo>
                    <a:pt x="183334" y="182588"/>
                  </a:lnTo>
                  <a:lnTo>
                    <a:pt x="183505" y="183215"/>
                  </a:lnTo>
                  <a:lnTo>
                    <a:pt x="183085" y="183091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4522080" y="4811649"/>
              <a:ext cx="183650" cy="183613"/>
            </a:xfrm>
            <a:custGeom>
              <a:avLst/>
              <a:pathLst>
                <a:path w="183650" h="183613">
                  <a:moveTo>
                    <a:pt x="182879" y="182879"/>
                  </a:moveTo>
                  <a:lnTo>
                    <a:pt x="183199" y="182939"/>
                  </a:lnTo>
                  <a:lnTo>
                    <a:pt x="183339" y="183098"/>
                  </a:lnTo>
                  <a:lnTo>
                    <a:pt x="183535" y="183281"/>
                  </a:lnTo>
                  <a:lnTo>
                    <a:pt x="183650" y="183408"/>
                  </a:lnTo>
                  <a:lnTo>
                    <a:pt x="183617" y="183553"/>
                  </a:lnTo>
                  <a:lnTo>
                    <a:pt x="183232" y="183581"/>
                  </a:lnTo>
                  <a:lnTo>
                    <a:pt x="182944" y="183588"/>
                  </a:lnTo>
                  <a:lnTo>
                    <a:pt x="182790" y="183564"/>
                  </a:lnTo>
                  <a:lnTo>
                    <a:pt x="182648" y="183525"/>
                  </a:lnTo>
                  <a:lnTo>
                    <a:pt x="182440" y="183469"/>
                  </a:lnTo>
                  <a:lnTo>
                    <a:pt x="182299" y="183494"/>
                  </a:lnTo>
                  <a:lnTo>
                    <a:pt x="181896" y="183613"/>
                  </a:lnTo>
                  <a:lnTo>
                    <a:pt x="181558" y="183300"/>
                  </a:lnTo>
                  <a:lnTo>
                    <a:pt x="181566" y="182777"/>
                  </a:lnTo>
                  <a:lnTo>
                    <a:pt x="181660" y="182274"/>
                  </a:lnTo>
                  <a:lnTo>
                    <a:pt x="181706" y="181952"/>
                  </a:lnTo>
                  <a:lnTo>
                    <a:pt x="181745" y="181681"/>
                  </a:lnTo>
                  <a:lnTo>
                    <a:pt x="181986" y="181482"/>
                  </a:lnTo>
                  <a:lnTo>
                    <a:pt x="182157" y="181874"/>
                  </a:lnTo>
                  <a:lnTo>
                    <a:pt x="182266" y="182177"/>
                  </a:lnTo>
                  <a:lnTo>
                    <a:pt x="182299" y="182502"/>
                  </a:lnTo>
                  <a:lnTo>
                    <a:pt x="182448" y="182937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4524462" y="4804842"/>
              <a:ext cx="184039" cy="183523"/>
            </a:xfrm>
            <a:custGeom>
              <a:avLst/>
              <a:pathLst>
                <a:path w="184039" h="183523">
                  <a:moveTo>
                    <a:pt x="182879" y="182879"/>
                  </a:moveTo>
                  <a:lnTo>
                    <a:pt x="182601" y="183382"/>
                  </a:lnTo>
                  <a:lnTo>
                    <a:pt x="182320" y="183515"/>
                  </a:lnTo>
                  <a:lnTo>
                    <a:pt x="182066" y="183523"/>
                  </a:lnTo>
                  <a:lnTo>
                    <a:pt x="182094" y="183163"/>
                  </a:lnTo>
                  <a:lnTo>
                    <a:pt x="182244" y="183056"/>
                  </a:lnTo>
                  <a:lnTo>
                    <a:pt x="182442" y="182425"/>
                  </a:lnTo>
                  <a:lnTo>
                    <a:pt x="182559" y="182197"/>
                  </a:lnTo>
                  <a:lnTo>
                    <a:pt x="182652" y="182053"/>
                  </a:lnTo>
                  <a:lnTo>
                    <a:pt x="182801" y="182016"/>
                  </a:lnTo>
                  <a:lnTo>
                    <a:pt x="183048" y="181990"/>
                  </a:lnTo>
                  <a:lnTo>
                    <a:pt x="183271" y="181921"/>
                  </a:lnTo>
                  <a:lnTo>
                    <a:pt x="183629" y="181825"/>
                  </a:lnTo>
                  <a:lnTo>
                    <a:pt x="184039" y="181995"/>
                  </a:lnTo>
                  <a:lnTo>
                    <a:pt x="183974" y="182670"/>
                  </a:lnTo>
                  <a:lnTo>
                    <a:pt x="183701" y="182809"/>
                  </a:lnTo>
                  <a:lnTo>
                    <a:pt x="183478" y="182822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4525804" y="4801852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4528942" y="4801490"/>
              <a:ext cx="183188" cy="183251"/>
            </a:xfrm>
            <a:custGeom>
              <a:avLst/>
              <a:pathLst>
                <a:path w="183188" h="183251">
                  <a:moveTo>
                    <a:pt x="182879" y="182879"/>
                  </a:moveTo>
                  <a:lnTo>
                    <a:pt x="183188" y="182712"/>
                  </a:lnTo>
                  <a:lnTo>
                    <a:pt x="182835" y="183251"/>
                  </a:lnTo>
                  <a:lnTo>
                    <a:pt x="182109" y="182574"/>
                  </a:lnTo>
                  <a:lnTo>
                    <a:pt x="182232" y="182382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4529724" y="4800218"/>
              <a:ext cx="182915" cy="182879"/>
            </a:xfrm>
            <a:custGeom>
              <a:avLst/>
              <a:pathLst>
                <a:path w="182915" h="182879">
                  <a:moveTo>
                    <a:pt x="182879" y="182879"/>
                  </a:moveTo>
                  <a:lnTo>
                    <a:pt x="182727" y="182812"/>
                  </a:lnTo>
                  <a:lnTo>
                    <a:pt x="182602" y="182679"/>
                  </a:lnTo>
                  <a:lnTo>
                    <a:pt x="182377" y="182711"/>
                  </a:lnTo>
                  <a:lnTo>
                    <a:pt x="182006" y="182794"/>
                  </a:lnTo>
                  <a:lnTo>
                    <a:pt x="181464" y="182829"/>
                  </a:lnTo>
                  <a:lnTo>
                    <a:pt x="181869" y="182493"/>
                  </a:lnTo>
                  <a:lnTo>
                    <a:pt x="182048" y="182389"/>
                  </a:lnTo>
                  <a:lnTo>
                    <a:pt x="182079" y="182243"/>
                  </a:lnTo>
                  <a:lnTo>
                    <a:pt x="182208" y="182030"/>
                  </a:lnTo>
                  <a:lnTo>
                    <a:pt x="182455" y="182044"/>
                  </a:lnTo>
                  <a:lnTo>
                    <a:pt x="182915" y="182504"/>
                  </a:lnTo>
                  <a:close/>
                </a:path>
              </a:pathLst>
            </a:custGeom>
            <a:solidFill>
              <a:srgbClr val="F6C3A7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4555243" y="5156318"/>
              <a:ext cx="210913" cy="240287"/>
            </a:xfrm>
            <a:custGeom>
              <a:avLst/>
              <a:pathLst>
                <a:path w="210913" h="240287">
                  <a:moveTo>
                    <a:pt x="182879" y="182879"/>
                  </a:moveTo>
                  <a:lnTo>
                    <a:pt x="183656" y="183043"/>
                  </a:lnTo>
                  <a:lnTo>
                    <a:pt x="183834" y="183079"/>
                  </a:lnTo>
                  <a:lnTo>
                    <a:pt x="184045" y="183119"/>
                  </a:lnTo>
                  <a:lnTo>
                    <a:pt x="184391" y="183163"/>
                  </a:lnTo>
                  <a:lnTo>
                    <a:pt x="184866" y="183481"/>
                  </a:lnTo>
                  <a:lnTo>
                    <a:pt x="185122" y="183676"/>
                  </a:lnTo>
                  <a:lnTo>
                    <a:pt x="185762" y="183888"/>
                  </a:lnTo>
                  <a:lnTo>
                    <a:pt x="186286" y="184171"/>
                  </a:lnTo>
                  <a:lnTo>
                    <a:pt x="186582" y="184401"/>
                  </a:lnTo>
                  <a:lnTo>
                    <a:pt x="186826" y="184437"/>
                  </a:lnTo>
                  <a:lnTo>
                    <a:pt x="187225" y="184796"/>
                  </a:lnTo>
                  <a:lnTo>
                    <a:pt x="187515" y="185039"/>
                  </a:lnTo>
                  <a:lnTo>
                    <a:pt x="188154" y="185351"/>
                  </a:lnTo>
                  <a:lnTo>
                    <a:pt x="188417" y="185440"/>
                  </a:lnTo>
                  <a:lnTo>
                    <a:pt x="188794" y="185702"/>
                  </a:lnTo>
                  <a:lnTo>
                    <a:pt x="189378" y="185511"/>
                  </a:lnTo>
                  <a:lnTo>
                    <a:pt x="189625" y="185639"/>
                  </a:lnTo>
                  <a:lnTo>
                    <a:pt x="189948" y="185806"/>
                  </a:lnTo>
                  <a:lnTo>
                    <a:pt x="190302" y="185983"/>
                  </a:lnTo>
                  <a:lnTo>
                    <a:pt x="190832" y="186180"/>
                  </a:lnTo>
                  <a:lnTo>
                    <a:pt x="191174" y="186078"/>
                  </a:lnTo>
                  <a:lnTo>
                    <a:pt x="191738" y="186288"/>
                  </a:lnTo>
                  <a:lnTo>
                    <a:pt x="192349" y="186514"/>
                  </a:lnTo>
                  <a:lnTo>
                    <a:pt x="192948" y="186735"/>
                  </a:lnTo>
                  <a:lnTo>
                    <a:pt x="193557" y="186959"/>
                  </a:lnTo>
                  <a:lnTo>
                    <a:pt x="194169" y="187182"/>
                  </a:lnTo>
                  <a:lnTo>
                    <a:pt x="194767" y="187403"/>
                  </a:lnTo>
                  <a:lnTo>
                    <a:pt x="195363" y="187625"/>
                  </a:lnTo>
                  <a:lnTo>
                    <a:pt x="196085" y="187877"/>
                  </a:lnTo>
                  <a:lnTo>
                    <a:pt x="196589" y="188034"/>
                  </a:lnTo>
                  <a:lnTo>
                    <a:pt x="197879" y="188449"/>
                  </a:lnTo>
                  <a:lnTo>
                    <a:pt x="198382" y="188610"/>
                  </a:lnTo>
                  <a:lnTo>
                    <a:pt x="199083" y="188832"/>
                  </a:lnTo>
                  <a:lnTo>
                    <a:pt x="199258" y="188886"/>
                  </a:lnTo>
                  <a:lnTo>
                    <a:pt x="199783" y="188996"/>
                  </a:lnTo>
                  <a:lnTo>
                    <a:pt x="200474" y="189149"/>
                  </a:lnTo>
                  <a:lnTo>
                    <a:pt x="201173" y="189306"/>
                  </a:lnTo>
                  <a:lnTo>
                    <a:pt x="201867" y="189458"/>
                  </a:lnTo>
                  <a:lnTo>
                    <a:pt x="202344" y="189568"/>
                  </a:lnTo>
                  <a:lnTo>
                    <a:pt x="202376" y="190729"/>
                  </a:lnTo>
                  <a:lnTo>
                    <a:pt x="202410" y="191982"/>
                  </a:lnTo>
                  <a:lnTo>
                    <a:pt x="202730" y="192045"/>
                  </a:lnTo>
                  <a:lnTo>
                    <a:pt x="203007" y="192051"/>
                  </a:lnTo>
                  <a:lnTo>
                    <a:pt x="204110" y="192625"/>
                  </a:lnTo>
                  <a:lnTo>
                    <a:pt x="204295" y="192427"/>
                  </a:lnTo>
                  <a:lnTo>
                    <a:pt x="206368" y="194158"/>
                  </a:lnTo>
                  <a:lnTo>
                    <a:pt x="206935" y="194775"/>
                  </a:lnTo>
                  <a:lnTo>
                    <a:pt x="207264" y="195266"/>
                  </a:lnTo>
                  <a:lnTo>
                    <a:pt x="207593" y="196074"/>
                  </a:lnTo>
                  <a:lnTo>
                    <a:pt x="207745" y="196837"/>
                  </a:lnTo>
                  <a:lnTo>
                    <a:pt x="207668" y="197646"/>
                  </a:lnTo>
                  <a:lnTo>
                    <a:pt x="207532" y="198079"/>
                  </a:lnTo>
                  <a:lnTo>
                    <a:pt x="207222" y="198401"/>
                  </a:lnTo>
                  <a:lnTo>
                    <a:pt x="207018" y="198457"/>
                  </a:lnTo>
                  <a:lnTo>
                    <a:pt x="206878" y="198370"/>
                  </a:lnTo>
                  <a:lnTo>
                    <a:pt x="206272" y="198551"/>
                  </a:lnTo>
                  <a:lnTo>
                    <a:pt x="204602" y="199264"/>
                  </a:lnTo>
                  <a:lnTo>
                    <a:pt x="202721" y="199957"/>
                  </a:lnTo>
                  <a:lnTo>
                    <a:pt x="202686" y="200290"/>
                  </a:lnTo>
                  <a:lnTo>
                    <a:pt x="202298" y="204214"/>
                  </a:lnTo>
                  <a:lnTo>
                    <a:pt x="204010" y="204968"/>
                  </a:lnTo>
                  <a:lnTo>
                    <a:pt x="203695" y="206320"/>
                  </a:lnTo>
                  <a:lnTo>
                    <a:pt x="204509" y="206453"/>
                  </a:lnTo>
                  <a:lnTo>
                    <a:pt x="207266" y="206904"/>
                  </a:lnTo>
                  <a:lnTo>
                    <a:pt x="210913" y="207549"/>
                  </a:lnTo>
                  <a:lnTo>
                    <a:pt x="210474" y="208661"/>
                  </a:lnTo>
                  <a:lnTo>
                    <a:pt x="208960" y="208212"/>
                  </a:lnTo>
                  <a:lnTo>
                    <a:pt x="207370" y="207918"/>
                  </a:lnTo>
                  <a:lnTo>
                    <a:pt x="206700" y="207843"/>
                  </a:lnTo>
                  <a:lnTo>
                    <a:pt x="205860" y="207813"/>
                  </a:lnTo>
                  <a:lnTo>
                    <a:pt x="203299" y="207720"/>
                  </a:lnTo>
                  <a:lnTo>
                    <a:pt x="202993" y="207709"/>
                  </a:lnTo>
                  <a:lnTo>
                    <a:pt x="201385" y="207650"/>
                  </a:lnTo>
                  <a:lnTo>
                    <a:pt x="201175" y="207796"/>
                  </a:lnTo>
                  <a:lnTo>
                    <a:pt x="201237" y="208650"/>
                  </a:lnTo>
                  <a:lnTo>
                    <a:pt x="201237" y="208834"/>
                  </a:lnTo>
                  <a:lnTo>
                    <a:pt x="201228" y="209739"/>
                  </a:lnTo>
                  <a:lnTo>
                    <a:pt x="200956" y="210558"/>
                  </a:lnTo>
                  <a:lnTo>
                    <a:pt x="200586" y="210937"/>
                  </a:lnTo>
                  <a:lnTo>
                    <a:pt x="200444" y="211251"/>
                  </a:lnTo>
                  <a:lnTo>
                    <a:pt x="200337" y="211647"/>
                  </a:lnTo>
                  <a:lnTo>
                    <a:pt x="200184" y="211580"/>
                  </a:lnTo>
                  <a:lnTo>
                    <a:pt x="199736" y="211315"/>
                  </a:lnTo>
                  <a:lnTo>
                    <a:pt x="199300" y="211197"/>
                  </a:lnTo>
                  <a:lnTo>
                    <a:pt x="198605" y="211269"/>
                  </a:lnTo>
                  <a:lnTo>
                    <a:pt x="198235" y="211495"/>
                  </a:lnTo>
                  <a:lnTo>
                    <a:pt x="197639" y="212240"/>
                  </a:lnTo>
                  <a:lnTo>
                    <a:pt x="198322" y="213145"/>
                  </a:lnTo>
                  <a:lnTo>
                    <a:pt x="198539" y="213076"/>
                  </a:lnTo>
                  <a:lnTo>
                    <a:pt x="199604" y="214389"/>
                  </a:lnTo>
                  <a:lnTo>
                    <a:pt x="199919" y="214625"/>
                  </a:lnTo>
                  <a:lnTo>
                    <a:pt x="200518" y="214982"/>
                  </a:lnTo>
                  <a:lnTo>
                    <a:pt x="202442" y="216687"/>
                  </a:lnTo>
                  <a:lnTo>
                    <a:pt x="201729" y="217629"/>
                  </a:lnTo>
                  <a:lnTo>
                    <a:pt x="203163" y="219714"/>
                  </a:lnTo>
                  <a:lnTo>
                    <a:pt x="205120" y="223265"/>
                  </a:lnTo>
                  <a:lnTo>
                    <a:pt x="205275" y="223505"/>
                  </a:lnTo>
                  <a:lnTo>
                    <a:pt x="205437" y="223757"/>
                  </a:lnTo>
                  <a:lnTo>
                    <a:pt x="207048" y="227989"/>
                  </a:lnTo>
                  <a:lnTo>
                    <a:pt x="206973" y="229896"/>
                  </a:lnTo>
                  <a:lnTo>
                    <a:pt x="206485" y="230295"/>
                  </a:lnTo>
                  <a:lnTo>
                    <a:pt x="205805" y="230574"/>
                  </a:lnTo>
                  <a:lnTo>
                    <a:pt x="204329" y="231220"/>
                  </a:lnTo>
                  <a:lnTo>
                    <a:pt x="204133" y="231312"/>
                  </a:lnTo>
                  <a:lnTo>
                    <a:pt x="202899" y="231879"/>
                  </a:lnTo>
                  <a:lnTo>
                    <a:pt x="202574" y="231803"/>
                  </a:lnTo>
                  <a:lnTo>
                    <a:pt x="202302" y="231849"/>
                  </a:lnTo>
                  <a:lnTo>
                    <a:pt x="201004" y="231857"/>
                  </a:lnTo>
                  <a:lnTo>
                    <a:pt x="200478" y="232030"/>
                  </a:lnTo>
                  <a:lnTo>
                    <a:pt x="199997" y="232035"/>
                  </a:lnTo>
                  <a:lnTo>
                    <a:pt x="199598" y="232003"/>
                  </a:lnTo>
                  <a:lnTo>
                    <a:pt x="198850" y="231897"/>
                  </a:lnTo>
                  <a:lnTo>
                    <a:pt x="198031" y="231848"/>
                  </a:lnTo>
                  <a:lnTo>
                    <a:pt x="197135" y="231876"/>
                  </a:lnTo>
                  <a:lnTo>
                    <a:pt x="197117" y="231716"/>
                  </a:lnTo>
                  <a:lnTo>
                    <a:pt x="195918" y="231756"/>
                  </a:lnTo>
                  <a:lnTo>
                    <a:pt x="194901" y="231774"/>
                  </a:lnTo>
                  <a:lnTo>
                    <a:pt x="194243" y="231825"/>
                  </a:lnTo>
                  <a:lnTo>
                    <a:pt x="194000" y="231902"/>
                  </a:lnTo>
                  <a:lnTo>
                    <a:pt x="193428" y="231911"/>
                  </a:lnTo>
                  <a:lnTo>
                    <a:pt x="192504" y="231982"/>
                  </a:lnTo>
                  <a:lnTo>
                    <a:pt x="192299" y="231999"/>
                  </a:lnTo>
                  <a:lnTo>
                    <a:pt x="192145" y="232020"/>
                  </a:lnTo>
                  <a:lnTo>
                    <a:pt x="191923" y="232181"/>
                  </a:lnTo>
                  <a:lnTo>
                    <a:pt x="191172" y="232248"/>
                  </a:lnTo>
                  <a:lnTo>
                    <a:pt x="190465" y="232349"/>
                  </a:lnTo>
                  <a:lnTo>
                    <a:pt x="190034" y="232460"/>
                  </a:lnTo>
                  <a:lnTo>
                    <a:pt x="190045" y="232672"/>
                  </a:lnTo>
                  <a:lnTo>
                    <a:pt x="189030" y="233002"/>
                  </a:lnTo>
                  <a:lnTo>
                    <a:pt x="187906" y="233297"/>
                  </a:lnTo>
                  <a:lnTo>
                    <a:pt x="186037" y="233762"/>
                  </a:lnTo>
                  <a:lnTo>
                    <a:pt x="185937" y="233633"/>
                  </a:lnTo>
                  <a:lnTo>
                    <a:pt x="185785" y="233439"/>
                  </a:lnTo>
                  <a:lnTo>
                    <a:pt x="184938" y="233742"/>
                  </a:lnTo>
                  <a:lnTo>
                    <a:pt x="185073" y="234199"/>
                  </a:lnTo>
                  <a:lnTo>
                    <a:pt x="184122" y="234654"/>
                  </a:lnTo>
                  <a:lnTo>
                    <a:pt x="183981" y="234768"/>
                  </a:lnTo>
                  <a:lnTo>
                    <a:pt x="183407" y="235115"/>
                  </a:lnTo>
                  <a:lnTo>
                    <a:pt x="182632" y="235452"/>
                  </a:lnTo>
                  <a:lnTo>
                    <a:pt x="181160" y="236114"/>
                  </a:lnTo>
                  <a:lnTo>
                    <a:pt x="180473" y="236527"/>
                  </a:lnTo>
                  <a:lnTo>
                    <a:pt x="179952" y="236910"/>
                  </a:lnTo>
                  <a:lnTo>
                    <a:pt x="179131" y="237646"/>
                  </a:lnTo>
                  <a:lnTo>
                    <a:pt x="177891" y="238720"/>
                  </a:lnTo>
                  <a:lnTo>
                    <a:pt x="178022" y="238878"/>
                  </a:lnTo>
                  <a:lnTo>
                    <a:pt x="177745" y="239167"/>
                  </a:lnTo>
                  <a:lnTo>
                    <a:pt x="176802" y="239657"/>
                  </a:lnTo>
                  <a:lnTo>
                    <a:pt x="176423" y="239958"/>
                  </a:lnTo>
                  <a:lnTo>
                    <a:pt x="176061" y="240007"/>
                  </a:lnTo>
                  <a:lnTo>
                    <a:pt x="175793" y="240009"/>
                  </a:lnTo>
                  <a:lnTo>
                    <a:pt x="175417" y="239894"/>
                  </a:lnTo>
                  <a:lnTo>
                    <a:pt x="174848" y="239965"/>
                  </a:lnTo>
                  <a:lnTo>
                    <a:pt x="173780" y="240183"/>
                  </a:lnTo>
                  <a:lnTo>
                    <a:pt x="173606" y="240287"/>
                  </a:lnTo>
                  <a:lnTo>
                    <a:pt x="173562" y="239867"/>
                  </a:lnTo>
                  <a:lnTo>
                    <a:pt x="173501" y="239612"/>
                  </a:lnTo>
                  <a:lnTo>
                    <a:pt x="173383" y="239474"/>
                  </a:lnTo>
                  <a:lnTo>
                    <a:pt x="173316" y="239330"/>
                  </a:lnTo>
                  <a:lnTo>
                    <a:pt x="173388" y="239013"/>
                  </a:lnTo>
                  <a:lnTo>
                    <a:pt x="173462" y="238798"/>
                  </a:lnTo>
                  <a:lnTo>
                    <a:pt x="173580" y="238446"/>
                  </a:lnTo>
                  <a:lnTo>
                    <a:pt x="173562" y="238283"/>
                  </a:lnTo>
                  <a:lnTo>
                    <a:pt x="173482" y="237986"/>
                  </a:lnTo>
                  <a:lnTo>
                    <a:pt x="173254" y="237832"/>
                  </a:lnTo>
                  <a:lnTo>
                    <a:pt x="172817" y="237336"/>
                  </a:lnTo>
                  <a:lnTo>
                    <a:pt x="172681" y="237255"/>
                  </a:lnTo>
                  <a:lnTo>
                    <a:pt x="172159" y="236961"/>
                  </a:lnTo>
                  <a:lnTo>
                    <a:pt x="172018" y="236891"/>
                  </a:lnTo>
                  <a:lnTo>
                    <a:pt x="171870" y="236809"/>
                  </a:lnTo>
                  <a:lnTo>
                    <a:pt x="171633" y="236294"/>
                  </a:lnTo>
                  <a:lnTo>
                    <a:pt x="171557" y="236030"/>
                  </a:lnTo>
                  <a:lnTo>
                    <a:pt x="171497" y="235804"/>
                  </a:lnTo>
                  <a:lnTo>
                    <a:pt x="171238" y="235605"/>
                  </a:lnTo>
                  <a:lnTo>
                    <a:pt x="171138" y="235396"/>
                  </a:lnTo>
                  <a:lnTo>
                    <a:pt x="171145" y="235243"/>
                  </a:lnTo>
                  <a:lnTo>
                    <a:pt x="170965" y="235093"/>
                  </a:lnTo>
                  <a:lnTo>
                    <a:pt x="170468" y="235096"/>
                  </a:lnTo>
                  <a:lnTo>
                    <a:pt x="170176" y="235238"/>
                  </a:lnTo>
                  <a:lnTo>
                    <a:pt x="170190" y="235606"/>
                  </a:lnTo>
                  <a:lnTo>
                    <a:pt x="170218" y="235755"/>
                  </a:lnTo>
                  <a:lnTo>
                    <a:pt x="170032" y="235771"/>
                  </a:lnTo>
                  <a:lnTo>
                    <a:pt x="169874" y="235612"/>
                  </a:lnTo>
                  <a:lnTo>
                    <a:pt x="169716" y="235402"/>
                  </a:lnTo>
                  <a:lnTo>
                    <a:pt x="169126" y="235757"/>
                  </a:lnTo>
                  <a:lnTo>
                    <a:pt x="168964" y="235792"/>
                  </a:lnTo>
                  <a:lnTo>
                    <a:pt x="168693" y="235644"/>
                  </a:lnTo>
                  <a:lnTo>
                    <a:pt x="168563" y="235674"/>
                  </a:lnTo>
                  <a:lnTo>
                    <a:pt x="168296" y="235599"/>
                  </a:lnTo>
                  <a:lnTo>
                    <a:pt x="167916" y="235478"/>
                  </a:lnTo>
                  <a:lnTo>
                    <a:pt x="167642" y="235454"/>
                  </a:lnTo>
                  <a:lnTo>
                    <a:pt x="167366" y="235577"/>
                  </a:lnTo>
                  <a:lnTo>
                    <a:pt x="166721" y="235477"/>
                  </a:lnTo>
                  <a:lnTo>
                    <a:pt x="166691" y="235127"/>
                  </a:lnTo>
                  <a:lnTo>
                    <a:pt x="166680" y="234965"/>
                  </a:lnTo>
                  <a:lnTo>
                    <a:pt x="166679" y="234683"/>
                  </a:lnTo>
                  <a:lnTo>
                    <a:pt x="166720" y="234220"/>
                  </a:lnTo>
                  <a:lnTo>
                    <a:pt x="166740" y="234080"/>
                  </a:lnTo>
                  <a:lnTo>
                    <a:pt x="166803" y="233767"/>
                  </a:lnTo>
                  <a:lnTo>
                    <a:pt x="166868" y="233510"/>
                  </a:lnTo>
                  <a:lnTo>
                    <a:pt x="166980" y="233301"/>
                  </a:lnTo>
                  <a:lnTo>
                    <a:pt x="167237" y="232921"/>
                  </a:lnTo>
                  <a:lnTo>
                    <a:pt x="167205" y="232701"/>
                  </a:lnTo>
                  <a:lnTo>
                    <a:pt x="166951" y="232422"/>
                  </a:lnTo>
                  <a:lnTo>
                    <a:pt x="166644" y="232407"/>
                  </a:lnTo>
                  <a:lnTo>
                    <a:pt x="166379" y="232400"/>
                  </a:lnTo>
                  <a:lnTo>
                    <a:pt x="166393" y="232038"/>
                  </a:lnTo>
                  <a:lnTo>
                    <a:pt x="166498" y="231883"/>
                  </a:lnTo>
                  <a:lnTo>
                    <a:pt x="166406" y="231688"/>
                  </a:lnTo>
                  <a:lnTo>
                    <a:pt x="166117" y="231546"/>
                  </a:lnTo>
                  <a:lnTo>
                    <a:pt x="165943" y="231586"/>
                  </a:lnTo>
                  <a:lnTo>
                    <a:pt x="165670" y="231685"/>
                  </a:lnTo>
                  <a:lnTo>
                    <a:pt x="165519" y="231659"/>
                  </a:lnTo>
                  <a:lnTo>
                    <a:pt x="165233" y="231332"/>
                  </a:lnTo>
                  <a:lnTo>
                    <a:pt x="164820" y="231565"/>
                  </a:lnTo>
                  <a:lnTo>
                    <a:pt x="164517" y="231734"/>
                  </a:lnTo>
                  <a:lnTo>
                    <a:pt x="164314" y="231725"/>
                  </a:lnTo>
                  <a:lnTo>
                    <a:pt x="163776" y="231788"/>
                  </a:lnTo>
                  <a:lnTo>
                    <a:pt x="163565" y="232038"/>
                  </a:lnTo>
                  <a:lnTo>
                    <a:pt x="163533" y="232336"/>
                  </a:lnTo>
                  <a:lnTo>
                    <a:pt x="163358" y="232433"/>
                  </a:lnTo>
                  <a:lnTo>
                    <a:pt x="163014" y="232882"/>
                  </a:lnTo>
                  <a:lnTo>
                    <a:pt x="162823" y="232922"/>
                  </a:lnTo>
                  <a:lnTo>
                    <a:pt x="162624" y="232901"/>
                  </a:lnTo>
                  <a:lnTo>
                    <a:pt x="162556" y="233328"/>
                  </a:lnTo>
                  <a:lnTo>
                    <a:pt x="162768" y="233262"/>
                  </a:lnTo>
                  <a:lnTo>
                    <a:pt x="162838" y="233492"/>
                  </a:lnTo>
                  <a:lnTo>
                    <a:pt x="162482" y="233541"/>
                  </a:lnTo>
                  <a:lnTo>
                    <a:pt x="162412" y="233261"/>
                  </a:lnTo>
                  <a:lnTo>
                    <a:pt x="162240" y="232979"/>
                  </a:lnTo>
                  <a:lnTo>
                    <a:pt x="162112" y="232784"/>
                  </a:lnTo>
                  <a:lnTo>
                    <a:pt x="161766" y="232647"/>
                  </a:lnTo>
                  <a:lnTo>
                    <a:pt x="161257" y="232447"/>
                  </a:lnTo>
                  <a:lnTo>
                    <a:pt x="161113" y="232621"/>
                  </a:lnTo>
                  <a:lnTo>
                    <a:pt x="160956" y="232825"/>
                  </a:lnTo>
                  <a:lnTo>
                    <a:pt x="160642" y="232916"/>
                  </a:lnTo>
                  <a:lnTo>
                    <a:pt x="160444" y="233197"/>
                  </a:lnTo>
                  <a:lnTo>
                    <a:pt x="160245" y="233081"/>
                  </a:lnTo>
                  <a:lnTo>
                    <a:pt x="160200" y="232540"/>
                  </a:lnTo>
                  <a:lnTo>
                    <a:pt x="160488" y="232303"/>
                  </a:lnTo>
                  <a:lnTo>
                    <a:pt x="160617" y="231943"/>
                  </a:lnTo>
                  <a:lnTo>
                    <a:pt x="160760" y="231919"/>
                  </a:lnTo>
                  <a:lnTo>
                    <a:pt x="160978" y="231774"/>
                  </a:lnTo>
                  <a:lnTo>
                    <a:pt x="161267" y="231524"/>
                  </a:lnTo>
                  <a:lnTo>
                    <a:pt x="161474" y="230973"/>
                  </a:lnTo>
                  <a:lnTo>
                    <a:pt x="161497" y="230720"/>
                  </a:lnTo>
                  <a:lnTo>
                    <a:pt x="161484" y="230545"/>
                  </a:lnTo>
                  <a:lnTo>
                    <a:pt x="161748" y="230313"/>
                  </a:lnTo>
                  <a:lnTo>
                    <a:pt x="161688" y="230138"/>
                  </a:lnTo>
                  <a:lnTo>
                    <a:pt x="161236" y="229928"/>
                  </a:lnTo>
                  <a:lnTo>
                    <a:pt x="160973" y="229575"/>
                  </a:lnTo>
                  <a:lnTo>
                    <a:pt x="160749" y="229542"/>
                  </a:lnTo>
                  <a:lnTo>
                    <a:pt x="160389" y="229506"/>
                  </a:lnTo>
                  <a:lnTo>
                    <a:pt x="160267" y="229187"/>
                  </a:lnTo>
                  <a:lnTo>
                    <a:pt x="160431" y="228796"/>
                  </a:lnTo>
                  <a:lnTo>
                    <a:pt x="160669" y="228650"/>
                  </a:lnTo>
                  <a:lnTo>
                    <a:pt x="160926" y="228466"/>
                  </a:lnTo>
                  <a:lnTo>
                    <a:pt x="160688" y="228450"/>
                  </a:lnTo>
                  <a:lnTo>
                    <a:pt x="160692" y="228126"/>
                  </a:lnTo>
                  <a:lnTo>
                    <a:pt x="160698" y="227775"/>
                  </a:lnTo>
                  <a:lnTo>
                    <a:pt x="160712" y="227212"/>
                  </a:lnTo>
                  <a:lnTo>
                    <a:pt x="160589" y="226564"/>
                  </a:lnTo>
                  <a:lnTo>
                    <a:pt x="160588" y="226250"/>
                  </a:lnTo>
                  <a:lnTo>
                    <a:pt x="160509" y="226087"/>
                  </a:lnTo>
                  <a:lnTo>
                    <a:pt x="160381" y="226012"/>
                  </a:lnTo>
                  <a:lnTo>
                    <a:pt x="160463" y="225808"/>
                  </a:lnTo>
                  <a:lnTo>
                    <a:pt x="160408" y="225590"/>
                  </a:lnTo>
                  <a:lnTo>
                    <a:pt x="160770" y="224994"/>
                  </a:lnTo>
                  <a:lnTo>
                    <a:pt x="160818" y="224689"/>
                  </a:lnTo>
                  <a:lnTo>
                    <a:pt x="160624" y="224306"/>
                  </a:lnTo>
                  <a:lnTo>
                    <a:pt x="160482" y="223862"/>
                  </a:lnTo>
                  <a:lnTo>
                    <a:pt x="160359" y="223643"/>
                  </a:lnTo>
                  <a:lnTo>
                    <a:pt x="160357" y="223171"/>
                  </a:lnTo>
                  <a:lnTo>
                    <a:pt x="160213" y="222914"/>
                  </a:lnTo>
                  <a:lnTo>
                    <a:pt x="160079" y="222837"/>
                  </a:lnTo>
                  <a:lnTo>
                    <a:pt x="159822" y="222721"/>
                  </a:lnTo>
                  <a:lnTo>
                    <a:pt x="159182" y="222732"/>
                  </a:lnTo>
                  <a:lnTo>
                    <a:pt x="158969" y="222688"/>
                  </a:lnTo>
                  <a:lnTo>
                    <a:pt x="158834" y="222452"/>
                  </a:lnTo>
                  <a:lnTo>
                    <a:pt x="158804" y="222300"/>
                  </a:lnTo>
                  <a:lnTo>
                    <a:pt x="158737" y="222044"/>
                  </a:lnTo>
                  <a:lnTo>
                    <a:pt x="158445" y="221973"/>
                  </a:lnTo>
                  <a:lnTo>
                    <a:pt x="158265" y="222071"/>
                  </a:lnTo>
                  <a:lnTo>
                    <a:pt x="158405" y="222292"/>
                  </a:lnTo>
                  <a:lnTo>
                    <a:pt x="158352" y="222640"/>
                  </a:lnTo>
                  <a:lnTo>
                    <a:pt x="157692" y="222754"/>
                  </a:lnTo>
                  <a:lnTo>
                    <a:pt x="157694" y="223078"/>
                  </a:lnTo>
                  <a:lnTo>
                    <a:pt x="157479" y="222966"/>
                  </a:lnTo>
                  <a:lnTo>
                    <a:pt x="157300" y="222949"/>
                  </a:lnTo>
                  <a:lnTo>
                    <a:pt x="156736" y="222933"/>
                  </a:lnTo>
                  <a:lnTo>
                    <a:pt x="156596" y="223020"/>
                  </a:lnTo>
                  <a:lnTo>
                    <a:pt x="156463" y="222672"/>
                  </a:lnTo>
                  <a:lnTo>
                    <a:pt x="156055" y="222590"/>
                  </a:lnTo>
                  <a:lnTo>
                    <a:pt x="156054" y="222285"/>
                  </a:lnTo>
                  <a:lnTo>
                    <a:pt x="156064" y="222091"/>
                  </a:lnTo>
                  <a:lnTo>
                    <a:pt x="156078" y="221645"/>
                  </a:lnTo>
                  <a:lnTo>
                    <a:pt x="155864" y="221184"/>
                  </a:lnTo>
                  <a:lnTo>
                    <a:pt x="155797" y="220201"/>
                  </a:lnTo>
                  <a:lnTo>
                    <a:pt x="155948" y="219658"/>
                  </a:lnTo>
                  <a:lnTo>
                    <a:pt x="156207" y="219316"/>
                  </a:lnTo>
                  <a:lnTo>
                    <a:pt x="155795" y="218822"/>
                  </a:lnTo>
                  <a:lnTo>
                    <a:pt x="155444" y="218530"/>
                  </a:lnTo>
                  <a:lnTo>
                    <a:pt x="154200" y="218259"/>
                  </a:lnTo>
                  <a:lnTo>
                    <a:pt x="154513" y="217283"/>
                  </a:lnTo>
                  <a:lnTo>
                    <a:pt x="154710" y="216731"/>
                  </a:lnTo>
                  <a:lnTo>
                    <a:pt x="155029" y="216388"/>
                  </a:lnTo>
                  <a:lnTo>
                    <a:pt x="155249" y="216360"/>
                  </a:lnTo>
                  <a:lnTo>
                    <a:pt x="155596" y="216315"/>
                  </a:lnTo>
                  <a:lnTo>
                    <a:pt x="155941" y="216285"/>
                  </a:lnTo>
                  <a:lnTo>
                    <a:pt x="156346" y="216341"/>
                  </a:lnTo>
                  <a:lnTo>
                    <a:pt x="156541" y="216305"/>
                  </a:lnTo>
                  <a:lnTo>
                    <a:pt x="156801" y="216248"/>
                  </a:lnTo>
                  <a:lnTo>
                    <a:pt x="157433" y="215986"/>
                  </a:lnTo>
                  <a:lnTo>
                    <a:pt x="157906" y="216068"/>
                  </a:lnTo>
                  <a:lnTo>
                    <a:pt x="158237" y="216127"/>
                  </a:lnTo>
                  <a:lnTo>
                    <a:pt x="158481" y="216170"/>
                  </a:lnTo>
                  <a:lnTo>
                    <a:pt x="158977" y="216276"/>
                  </a:lnTo>
                  <a:lnTo>
                    <a:pt x="159123" y="216311"/>
                  </a:lnTo>
                  <a:lnTo>
                    <a:pt x="159415" y="216382"/>
                  </a:lnTo>
                  <a:lnTo>
                    <a:pt x="159542" y="216413"/>
                  </a:lnTo>
                  <a:lnTo>
                    <a:pt x="159930" y="216505"/>
                  </a:lnTo>
                  <a:lnTo>
                    <a:pt x="160207" y="216447"/>
                  </a:lnTo>
                  <a:lnTo>
                    <a:pt x="160514" y="216429"/>
                  </a:lnTo>
                  <a:lnTo>
                    <a:pt x="160960" y="216421"/>
                  </a:lnTo>
                  <a:lnTo>
                    <a:pt x="161564" y="216376"/>
                  </a:lnTo>
                  <a:lnTo>
                    <a:pt x="161768" y="216149"/>
                  </a:lnTo>
                  <a:lnTo>
                    <a:pt x="161918" y="216009"/>
                  </a:lnTo>
                  <a:lnTo>
                    <a:pt x="162694" y="216122"/>
                  </a:lnTo>
                  <a:lnTo>
                    <a:pt x="162657" y="215577"/>
                  </a:lnTo>
                  <a:lnTo>
                    <a:pt x="162817" y="215499"/>
                  </a:lnTo>
                  <a:lnTo>
                    <a:pt x="162818" y="215311"/>
                  </a:lnTo>
                  <a:lnTo>
                    <a:pt x="163175" y="215517"/>
                  </a:lnTo>
                  <a:lnTo>
                    <a:pt x="163653" y="215378"/>
                  </a:lnTo>
                  <a:lnTo>
                    <a:pt x="163783" y="215586"/>
                  </a:lnTo>
                  <a:lnTo>
                    <a:pt x="163951" y="215559"/>
                  </a:lnTo>
                  <a:lnTo>
                    <a:pt x="164023" y="215369"/>
                  </a:lnTo>
                  <a:lnTo>
                    <a:pt x="164355" y="214856"/>
                  </a:lnTo>
                  <a:lnTo>
                    <a:pt x="164322" y="214591"/>
                  </a:lnTo>
                  <a:lnTo>
                    <a:pt x="164241" y="214259"/>
                  </a:lnTo>
                  <a:lnTo>
                    <a:pt x="164141" y="214056"/>
                  </a:lnTo>
                  <a:lnTo>
                    <a:pt x="164042" y="213831"/>
                  </a:lnTo>
                  <a:lnTo>
                    <a:pt x="163960" y="213641"/>
                  </a:lnTo>
                  <a:lnTo>
                    <a:pt x="164054" y="213464"/>
                  </a:lnTo>
                  <a:lnTo>
                    <a:pt x="164123" y="213333"/>
                  </a:lnTo>
                  <a:lnTo>
                    <a:pt x="163970" y="213054"/>
                  </a:lnTo>
                  <a:lnTo>
                    <a:pt x="163910" y="212788"/>
                  </a:lnTo>
                  <a:lnTo>
                    <a:pt x="163752" y="211945"/>
                  </a:lnTo>
                  <a:lnTo>
                    <a:pt x="163694" y="211574"/>
                  </a:lnTo>
                  <a:lnTo>
                    <a:pt x="163744" y="211204"/>
                  </a:lnTo>
                  <a:lnTo>
                    <a:pt x="163708" y="210741"/>
                  </a:lnTo>
                  <a:lnTo>
                    <a:pt x="163725" y="210526"/>
                  </a:lnTo>
                  <a:lnTo>
                    <a:pt x="163605" y="210376"/>
                  </a:lnTo>
                  <a:lnTo>
                    <a:pt x="163606" y="210103"/>
                  </a:lnTo>
                  <a:lnTo>
                    <a:pt x="163765" y="209211"/>
                  </a:lnTo>
                  <a:lnTo>
                    <a:pt x="164339" y="209111"/>
                  </a:lnTo>
                  <a:lnTo>
                    <a:pt x="164639" y="208944"/>
                  </a:lnTo>
                  <a:lnTo>
                    <a:pt x="164567" y="208606"/>
                  </a:lnTo>
                  <a:lnTo>
                    <a:pt x="164751" y="208062"/>
                  </a:lnTo>
                  <a:lnTo>
                    <a:pt x="164956" y="207924"/>
                  </a:lnTo>
                  <a:lnTo>
                    <a:pt x="165161" y="208119"/>
                  </a:lnTo>
                  <a:lnTo>
                    <a:pt x="165684" y="208824"/>
                  </a:lnTo>
                  <a:lnTo>
                    <a:pt x="165882" y="208574"/>
                  </a:lnTo>
                  <a:lnTo>
                    <a:pt x="166200" y="208248"/>
                  </a:lnTo>
                  <a:lnTo>
                    <a:pt x="166434" y="208250"/>
                  </a:lnTo>
                  <a:lnTo>
                    <a:pt x="166937" y="208495"/>
                  </a:lnTo>
                  <a:lnTo>
                    <a:pt x="167249" y="208729"/>
                  </a:lnTo>
                  <a:lnTo>
                    <a:pt x="167509" y="208835"/>
                  </a:lnTo>
                  <a:lnTo>
                    <a:pt x="167844" y="208798"/>
                  </a:lnTo>
                  <a:lnTo>
                    <a:pt x="168057" y="208645"/>
                  </a:lnTo>
                  <a:lnTo>
                    <a:pt x="168094" y="208165"/>
                  </a:lnTo>
                  <a:lnTo>
                    <a:pt x="167874" y="207809"/>
                  </a:lnTo>
                  <a:lnTo>
                    <a:pt x="167852" y="207487"/>
                  </a:lnTo>
                  <a:lnTo>
                    <a:pt x="167731" y="207304"/>
                  </a:lnTo>
                  <a:lnTo>
                    <a:pt x="167445" y="206998"/>
                  </a:lnTo>
                  <a:lnTo>
                    <a:pt x="167281" y="207325"/>
                  </a:lnTo>
                  <a:lnTo>
                    <a:pt x="167015" y="207364"/>
                  </a:lnTo>
                  <a:lnTo>
                    <a:pt x="166828" y="207294"/>
                  </a:lnTo>
                  <a:lnTo>
                    <a:pt x="166837" y="207021"/>
                  </a:lnTo>
                  <a:lnTo>
                    <a:pt x="166746" y="206570"/>
                  </a:lnTo>
                  <a:lnTo>
                    <a:pt x="166841" y="206285"/>
                  </a:lnTo>
                  <a:lnTo>
                    <a:pt x="167018" y="206067"/>
                  </a:lnTo>
                  <a:lnTo>
                    <a:pt x="166949" y="205786"/>
                  </a:lnTo>
                  <a:lnTo>
                    <a:pt x="166875" y="205399"/>
                  </a:lnTo>
                  <a:lnTo>
                    <a:pt x="166882" y="205234"/>
                  </a:lnTo>
                  <a:lnTo>
                    <a:pt x="166619" y="205164"/>
                  </a:lnTo>
                  <a:lnTo>
                    <a:pt x="166485" y="205165"/>
                  </a:lnTo>
                  <a:lnTo>
                    <a:pt x="166265" y="205127"/>
                  </a:lnTo>
                  <a:lnTo>
                    <a:pt x="166367" y="204897"/>
                  </a:lnTo>
                  <a:lnTo>
                    <a:pt x="166009" y="204765"/>
                  </a:lnTo>
                  <a:lnTo>
                    <a:pt x="165801" y="204290"/>
                  </a:lnTo>
                  <a:lnTo>
                    <a:pt x="166052" y="203968"/>
                  </a:lnTo>
                  <a:lnTo>
                    <a:pt x="166092" y="203482"/>
                  </a:lnTo>
                  <a:lnTo>
                    <a:pt x="166612" y="203360"/>
                  </a:lnTo>
                  <a:lnTo>
                    <a:pt x="167229" y="203115"/>
                  </a:lnTo>
                  <a:lnTo>
                    <a:pt x="167749" y="202799"/>
                  </a:lnTo>
                  <a:lnTo>
                    <a:pt x="167585" y="202436"/>
                  </a:lnTo>
                  <a:lnTo>
                    <a:pt x="167801" y="201987"/>
                  </a:lnTo>
                  <a:lnTo>
                    <a:pt x="167972" y="201764"/>
                  </a:lnTo>
                  <a:lnTo>
                    <a:pt x="168161" y="201504"/>
                  </a:lnTo>
                  <a:lnTo>
                    <a:pt x="167893" y="201329"/>
                  </a:lnTo>
                  <a:lnTo>
                    <a:pt x="167732" y="201234"/>
                  </a:lnTo>
                  <a:lnTo>
                    <a:pt x="167707" y="200951"/>
                  </a:lnTo>
                  <a:lnTo>
                    <a:pt x="168326" y="200710"/>
                  </a:lnTo>
                  <a:lnTo>
                    <a:pt x="168488" y="200639"/>
                  </a:lnTo>
                  <a:lnTo>
                    <a:pt x="167625" y="200006"/>
                  </a:lnTo>
                  <a:lnTo>
                    <a:pt x="167688" y="199774"/>
                  </a:lnTo>
                  <a:lnTo>
                    <a:pt x="168338" y="199448"/>
                  </a:lnTo>
                  <a:lnTo>
                    <a:pt x="168667" y="199479"/>
                  </a:lnTo>
                  <a:lnTo>
                    <a:pt x="168998" y="199434"/>
                  </a:lnTo>
                  <a:lnTo>
                    <a:pt x="169175" y="199354"/>
                  </a:lnTo>
                  <a:lnTo>
                    <a:pt x="169320" y="199287"/>
                  </a:lnTo>
                  <a:lnTo>
                    <a:pt x="169461" y="199043"/>
                  </a:lnTo>
                  <a:lnTo>
                    <a:pt x="169503" y="198879"/>
                  </a:lnTo>
                  <a:lnTo>
                    <a:pt x="169701" y="198645"/>
                  </a:lnTo>
                  <a:lnTo>
                    <a:pt x="170082" y="198440"/>
                  </a:lnTo>
                  <a:lnTo>
                    <a:pt x="170319" y="198211"/>
                  </a:lnTo>
                  <a:lnTo>
                    <a:pt x="170628" y="197962"/>
                  </a:lnTo>
                  <a:lnTo>
                    <a:pt x="170835" y="198028"/>
                  </a:lnTo>
                  <a:lnTo>
                    <a:pt x="171052" y="198051"/>
                  </a:lnTo>
                  <a:lnTo>
                    <a:pt x="171376" y="197996"/>
                  </a:lnTo>
                  <a:lnTo>
                    <a:pt x="171531" y="197663"/>
                  </a:lnTo>
                  <a:lnTo>
                    <a:pt x="171726" y="197384"/>
                  </a:lnTo>
                  <a:lnTo>
                    <a:pt x="171920" y="197164"/>
                  </a:lnTo>
                  <a:lnTo>
                    <a:pt x="172159" y="197086"/>
                  </a:lnTo>
                  <a:lnTo>
                    <a:pt x="172228" y="197494"/>
                  </a:lnTo>
                  <a:lnTo>
                    <a:pt x="172281" y="197718"/>
                  </a:lnTo>
                  <a:lnTo>
                    <a:pt x="172418" y="197963"/>
                  </a:lnTo>
                  <a:lnTo>
                    <a:pt x="173116" y="197745"/>
                  </a:lnTo>
                  <a:lnTo>
                    <a:pt x="173368" y="197530"/>
                  </a:lnTo>
                  <a:lnTo>
                    <a:pt x="173971" y="197283"/>
                  </a:lnTo>
                  <a:lnTo>
                    <a:pt x="174149" y="197285"/>
                  </a:lnTo>
                  <a:lnTo>
                    <a:pt x="174427" y="197339"/>
                  </a:lnTo>
                  <a:lnTo>
                    <a:pt x="174676" y="197267"/>
                  </a:lnTo>
                  <a:lnTo>
                    <a:pt x="174833" y="197200"/>
                  </a:lnTo>
                  <a:lnTo>
                    <a:pt x="175018" y="196591"/>
                  </a:lnTo>
                  <a:lnTo>
                    <a:pt x="175186" y="196453"/>
                  </a:lnTo>
                  <a:lnTo>
                    <a:pt x="175594" y="196685"/>
                  </a:lnTo>
                  <a:lnTo>
                    <a:pt x="175926" y="196747"/>
                  </a:lnTo>
                  <a:lnTo>
                    <a:pt x="176072" y="196732"/>
                  </a:lnTo>
                  <a:lnTo>
                    <a:pt x="176355" y="196477"/>
                  </a:lnTo>
                  <a:lnTo>
                    <a:pt x="177105" y="195895"/>
                  </a:lnTo>
                  <a:lnTo>
                    <a:pt x="177319" y="195712"/>
                  </a:lnTo>
                  <a:lnTo>
                    <a:pt x="177889" y="195225"/>
                  </a:lnTo>
                  <a:lnTo>
                    <a:pt x="178165" y="194997"/>
                  </a:lnTo>
                  <a:lnTo>
                    <a:pt x="178576" y="194660"/>
                  </a:lnTo>
                  <a:lnTo>
                    <a:pt x="178808" y="194475"/>
                  </a:lnTo>
                  <a:lnTo>
                    <a:pt x="178558" y="193950"/>
                  </a:lnTo>
                  <a:lnTo>
                    <a:pt x="177085" y="192978"/>
                  </a:lnTo>
                  <a:lnTo>
                    <a:pt x="176831" y="192812"/>
                  </a:lnTo>
                  <a:lnTo>
                    <a:pt x="176589" y="192652"/>
                  </a:lnTo>
                  <a:lnTo>
                    <a:pt x="176406" y="192536"/>
                  </a:lnTo>
                  <a:lnTo>
                    <a:pt x="176150" y="192387"/>
                  </a:lnTo>
                  <a:lnTo>
                    <a:pt x="175680" y="191849"/>
                  </a:lnTo>
                  <a:lnTo>
                    <a:pt x="175537" y="191670"/>
                  </a:lnTo>
                  <a:lnTo>
                    <a:pt x="174991" y="191001"/>
                  </a:lnTo>
                  <a:lnTo>
                    <a:pt x="174600" y="190525"/>
                  </a:lnTo>
                  <a:lnTo>
                    <a:pt x="174461" y="190350"/>
                  </a:lnTo>
                  <a:lnTo>
                    <a:pt x="174309" y="190160"/>
                  </a:lnTo>
                  <a:lnTo>
                    <a:pt x="174128" y="189934"/>
                  </a:lnTo>
                  <a:lnTo>
                    <a:pt x="173450" y="189106"/>
                  </a:lnTo>
                  <a:lnTo>
                    <a:pt x="172934" y="188547"/>
                  </a:lnTo>
                  <a:lnTo>
                    <a:pt x="172798" y="188425"/>
                  </a:lnTo>
                  <a:lnTo>
                    <a:pt x="172204" y="187868"/>
                  </a:lnTo>
                  <a:lnTo>
                    <a:pt x="171890" y="187630"/>
                  </a:lnTo>
                  <a:lnTo>
                    <a:pt x="171587" y="187401"/>
                  </a:lnTo>
                  <a:lnTo>
                    <a:pt x="171237" y="187138"/>
                  </a:lnTo>
                  <a:lnTo>
                    <a:pt x="170761" y="186783"/>
                  </a:lnTo>
                  <a:lnTo>
                    <a:pt x="170371" y="186495"/>
                  </a:lnTo>
                  <a:lnTo>
                    <a:pt x="170164" y="186342"/>
                  </a:lnTo>
                  <a:lnTo>
                    <a:pt x="169576" y="185954"/>
                  </a:lnTo>
                  <a:lnTo>
                    <a:pt x="169124" y="185605"/>
                  </a:lnTo>
                  <a:lnTo>
                    <a:pt x="168966" y="185451"/>
                  </a:lnTo>
                  <a:lnTo>
                    <a:pt x="168747" y="185286"/>
                  </a:lnTo>
                  <a:lnTo>
                    <a:pt x="168139" y="184835"/>
                  </a:lnTo>
                  <a:lnTo>
                    <a:pt x="167547" y="184397"/>
                  </a:lnTo>
                  <a:lnTo>
                    <a:pt x="167121" y="184083"/>
                  </a:lnTo>
                  <a:lnTo>
                    <a:pt x="166698" y="183741"/>
                  </a:lnTo>
                  <a:lnTo>
                    <a:pt x="166124" y="183159"/>
                  </a:lnTo>
                  <a:lnTo>
                    <a:pt x="165942" y="182979"/>
                  </a:lnTo>
                  <a:lnTo>
                    <a:pt x="165758" y="182805"/>
                  </a:lnTo>
                  <a:lnTo>
                    <a:pt x="166022" y="182296"/>
                  </a:lnTo>
                  <a:lnTo>
                    <a:pt x="166983" y="181607"/>
                  </a:lnTo>
                  <a:lnTo>
                    <a:pt x="167198" y="181452"/>
                  </a:lnTo>
                  <a:lnTo>
                    <a:pt x="167704" y="181044"/>
                  </a:lnTo>
                  <a:lnTo>
                    <a:pt x="168020" y="180731"/>
                  </a:lnTo>
                  <a:lnTo>
                    <a:pt x="168504" y="180216"/>
                  </a:lnTo>
                  <a:lnTo>
                    <a:pt x="168859" y="179837"/>
                  </a:lnTo>
                  <a:lnTo>
                    <a:pt x="169021" y="179664"/>
                  </a:lnTo>
                  <a:lnTo>
                    <a:pt x="169157" y="179571"/>
                  </a:lnTo>
                  <a:lnTo>
                    <a:pt x="169328" y="179459"/>
                  </a:lnTo>
                  <a:lnTo>
                    <a:pt x="169823" y="179127"/>
                  </a:lnTo>
                  <a:lnTo>
                    <a:pt x="170137" y="178917"/>
                  </a:lnTo>
                  <a:lnTo>
                    <a:pt x="170304" y="178803"/>
                  </a:lnTo>
                  <a:lnTo>
                    <a:pt x="170575" y="178624"/>
                  </a:lnTo>
                  <a:lnTo>
                    <a:pt x="171275" y="178167"/>
                  </a:lnTo>
                  <a:lnTo>
                    <a:pt x="171465" y="178081"/>
                  </a:lnTo>
                  <a:lnTo>
                    <a:pt x="172309" y="177730"/>
                  </a:lnTo>
                  <a:lnTo>
                    <a:pt x="172638" y="177593"/>
                  </a:lnTo>
                  <a:lnTo>
                    <a:pt x="173968" y="177039"/>
                  </a:lnTo>
                  <a:lnTo>
                    <a:pt x="174210" y="176943"/>
                  </a:lnTo>
                  <a:lnTo>
                    <a:pt x="174693" y="176806"/>
                  </a:lnTo>
                  <a:lnTo>
                    <a:pt x="175276" y="176842"/>
                  </a:lnTo>
                  <a:lnTo>
                    <a:pt x="175710" y="177008"/>
                  </a:lnTo>
                  <a:lnTo>
                    <a:pt x="176340" y="177250"/>
                  </a:lnTo>
                  <a:lnTo>
                    <a:pt x="176588" y="177345"/>
                  </a:lnTo>
                  <a:lnTo>
                    <a:pt x="177456" y="177678"/>
                  </a:lnTo>
                  <a:lnTo>
                    <a:pt x="178487" y="178098"/>
                  </a:lnTo>
                  <a:lnTo>
                    <a:pt x="179108" y="179000"/>
                  </a:lnTo>
                  <a:lnTo>
                    <a:pt x="179216" y="179165"/>
                  </a:lnTo>
                  <a:lnTo>
                    <a:pt x="179300" y="179293"/>
                  </a:lnTo>
                  <a:lnTo>
                    <a:pt x="179521" y="179586"/>
                  </a:lnTo>
                  <a:lnTo>
                    <a:pt x="179826" y="179985"/>
                  </a:lnTo>
                  <a:lnTo>
                    <a:pt x="180166" y="180249"/>
                  </a:lnTo>
                  <a:lnTo>
                    <a:pt x="180301" y="180479"/>
                  </a:lnTo>
                  <a:lnTo>
                    <a:pt x="180149" y="180861"/>
                  </a:lnTo>
                  <a:lnTo>
                    <a:pt x="180413" y="181364"/>
                  </a:lnTo>
                  <a:lnTo>
                    <a:pt x="181337" y="182312"/>
                  </a:lnTo>
                  <a:lnTo>
                    <a:pt x="182190" y="182730"/>
                  </a:lnTo>
                  <a:close/>
                </a:path>
              </a:pathLst>
            </a:custGeom>
            <a:solidFill>
              <a:srgbClr val="EE9D6E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4206410" y="4674054"/>
              <a:ext cx="204906" cy="512412"/>
            </a:xfrm>
            <a:custGeom>
              <a:avLst/>
              <a:pathLst>
                <a:path w="204906" h="512412">
                  <a:moveTo>
                    <a:pt x="184920" y="182879"/>
                  </a:moveTo>
                  <a:lnTo>
                    <a:pt x="185122" y="183375"/>
                  </a:lnTo>
                  <a:lnTo>
                    <a:pt x="185608" y="183820"/>
                  </a:lnTo>
                  <a:lnTo>
                    <a:pt x="185709" y="184108"/>
                  </a:lnTo>
                  <a:lnTo>
                    <a:pt x="186151" y="185106"/>
                  </a:lnTo>
                  <a:lnTo>
                    <a:pt x="186310" y="185425"/>
                  </a:lnTo>
                  <a:lnTo>
                    <a:pt x="186449" y="185751"/>
                  </a:lnTo>
                  <a:lnTo>
                    <a:pt x="187080" y="186696"/>
                  </a:lnTo>
                  <a:lnTo>
                    <a:pt x="187588" y="187412"/>
                  </a:lnTo>
                  <a:lnTo>
                    <a:pt x="187854" y="188442"/>
                  </a:lnTo>
                  <a:lnTo>
                    <a:pt x="188152" y="188723"/>
                  </a:lnTo>
                  <a:lnTo>
                    <a:pt x="188351" y="188932"/>
                  </a:lnTo>
                  <a:lnTo>
                    <a:pt x="188468" y="189083"/>
                  </a:lnTo>
                  <a:lnTo>
                    <a:pt x="188618" y="189353"/>
                  </a:lnTo>
                  <a:lnTo>
                    <a:pt x="189043" y="189566"/>
                  </a:lnTo>
                  <a:lnTo>
                    <a:pt x="189688" y="189654"/>
                  </a:lnTo>
                  <a:lnTo>
                    <a:pt x="189970" y="189594"/>
                  </a:lnTo>
                  <a:lnTo>
                    <a:pt x="190344" y="189306"/>
                  </a:lnTo>
                  <a:lnTo>
                    <a:pt x="190678" y="189552"/>
                  </a:lnTo>
                  <a:lnTo>
                    <a:pt x="190756" y="189726"/>
                  </a:lnTo>
                  <a:lnTo>
                    <a:pt x="190995" y="190027"/>
                  </a:lnTo>
                  <a:lnTo>
                    <a:pt x="191217" y="190093"/>
                  </a:lnTo>
                  <a:lnTo>
                    <a:pt x="191375" y="190204"/>
                  </a:lnTo>
                  <a:lnTo>
                    <a:pt x="191468" y="190896"/>
                  </a:lnTo>
                  <a:lnTo>
                    <a:pt x="191280" y="190995"/>
                  </a:lnTo>
                  <a:lnTo>
                    <a:pt x="191016" y="191320"/>
                  </a:lnTo>
                  <a:lnTo>
                    <a:pt x="190965" y="192177"/>
                  </a:lnTo>
                  <a:lnTo>
                    <a:pt x="191023" y="192531"/>
                  </a:lnTo>
                  <a:lnTo>
                    <a:pt x="191217" y="192597"/>
                  </a:lnTo>
                  <a:lnTo>
                    <a:pt x="191746" y="192620"/>
                  </a:lnTo>
                  <a:lnTo>
                    <a:pt x="191899" y="192795"/>
                  </a:lnTo>
                  <a:lnTo>
                    <a:pt x="191994" y="193407"/>
                  </a:lnTo>
                  <a:lnTo>
                    <a:pt x="191678" y="193745"/>
                  </a:lnTo>
                  <a:lnTo>
                    <a:pt x="191538" y="194191"/>
                  </a:lnTo>
                  <a:lnTo>
                    <a:pt x="191526" y="194433"/>
                  </a:lnTo>
                  <a:lnTo>
                    <a:pt x="191510" y="194729"/>
                  </a:lnTo>
                  <a:lnTo>
                    <a:pt x="191327" y="195625"/>
                  </a:lnTo>
                  <a:lnTo>
                    <a:pt x="191113" y="195798"/>
                  </a:lnTo>
                  <a:lnTo>
                    <a:pt x="190935" y="196023"/>
                  </a:lnTo>
                  <a:lnTo>
                    <a:pt x="190615" y="196739"/>
                  </a:lnTo>
                  <a:lnTo>
                    <a:pt x="190996" y="197594"/>
                  </a:lnTo>
                  <a:lnTo>
                    <a:pt x="191429" y="197671"/>
                  </a:lnTo>
                  <a:lnTo>
                    <a:pt x="191575" y="198032"/>
                  </a:lnTo>
                  <a:lnTo>
                    <a:pt x="192087" y="198189"/>
                  </a:lnTo>
                  <a:lnTo>
                    <a:pt x="191914" y="199949"/>
                  </a:lnTo>
                  <a:lnTo>
                    <a:pt x="191921" y="200281"/>
                  </a:lnTo>
                  <a:lnTo>
                    <a:pt x="191967" y="200548"/>
                  </a:lnTo>
                  <a:lnTo>
                    <a:pt x="192146" y="200957"/>
                  </a:lnTo>
                  <a:lnTo>
                    <a:pt x="192220" y="201084"/>
                  </a:lnTo>
                  <a:lnTo>
                    <a:pt x="192352" y="201444"/>
                  </a:lnTo>
                  <a:lnTo>
                    <a:pt x="192437" y="202468"/>
                  </a:lnTo>
                  <a:lnTo>
                    <a:pt x="192995" y="202647"/>
                  </a:lnTo>
                  <a:lnTo>
                    <a:pt x="194108" y="202485"/>
                  </a:lnTo>
                  <a:lnTo>
                    <a:pt x="194489" y="202485"/>
                  </a:lnTo>
                  <a:lnTo>
                    <a:pt x="194780" y="202503"/>
                  </a:lnTo>
                  <a:lnTo>
                    <a:pt x="195033" y="202625"/>
                  </a:lnTo>
                  <a:lnTo>
                    <a:pt x="195323" y="202752"/>
                  </a:lnTo>
                  <a:lnTo>
                    <a:pt x="195730" y="202678"/>
                  </a:lnTo>
                  <a:lnTo>
                    <a:pt x="196063" y="202781"/>
                  </a:lnTo>
                  <a:lnTo>
                    <a:pt x="196115" y="203193"/>
                  </a:lnTo>
                  <a:lnTo>
                    <a:pt x="196398" y="203331"/>
                  </a:lnTo>
                  <a:lnTo>
                    <a:pt x="196969" y="203367"/>
                  </a:lnTo>
                  <a:lnTo>
                    <a:pt x="197278" y="202852"/>
                  </a:lnTo>
                  <a:lnTo>
                    <a:pt x="197895" y="202486"/>
                  </a:lnTo>
                  <a:lnTo>
                    <a:pt x="198864" y="202327"/>
                  </a:lnTo>
                  <a:lnTo>
                    <a:pt x="199364" y="202294"/>
                  </a:lnTo>
                  <a:lnTo>
                    <a:pt x="199795" y="202754"/>
                  </a:lnTo>
                  <a:lnTo>
                    <a:pt x="200168" y="203239"/>
                  </a:lnTo>
                  <a:lnTo>
                    <a:pt x="200334" y="203561"/>
                  </a:lnTo>
                  <a:lnTo>
                    <a:pt x="200670" y="203707"/>
                  </a:lnTo>
                  <a:lnTo>
                    <a:pt x="201465" y="203517"/>
                  </a:lnTo>
                  <a:lnTo>
                    <a:pt x="201617" y="203423"/>
                  </a:lnTo>
                  <a:lnTo>
                    <a:pt x="202660" y="203430"/>
                  </a:lnTo>
                  <a:lnTo>
                    <a:pt x="202917" y="203620"/>
                  </a:lnTo>
                  <a:lnTo>
                    <a:pt x="203157" y="203761"/>
                  </a:lnTo>
                  <a:lnTo>
                    <a:pt x="203140" y="204119"/>
                  </a:lnTo>
                  <a:lnTo>
                    <a:pt x="202743" y="204591"/>
                  </a:lnTo>
                  <a:lnTo>
                    <a:pt x="202778" y="204825"/>
                  </a:lnTo>
                  <a:lnTo>
                    <a:pt x="202826" y="205029"/>
                  </a:lnTo>
                  <a:lnTo>
                    <a:pt x="202792" y="205213"/>
                  </a:lnTo>
                  <a:lnTo>
                    <a:pt x="202577" y="205731"/>
                  </a:lnTo>
                  <a:lnTo>
                    <a:pt x="202372" y="205948"/>
                  </a:lnTo>
                  <a:lnTo>
                    <a:pt x="201784" y="206309"/>
                  </a:lnTo>
                  <a:lnTo>
                    <a:pt x="201439" y="206541"/>
                  </a:lnTo>
                  <a:lnTo>
                    <a:pt x="201577" y="206852"/>
                  </a:lnTo>
                  <a:lnTo>
                    <a:pt x="201230" y="207494"/>
                  </a:lnTo>
                  <a:lnTo>
                    <a:pt x="200697" y="207806"/>
                  </a:lnTo>
                  <a:lnTo>
                    <a:pt x="200037" y="208162"/>
                  </a:lnTo>
                  <a:lnTo>
                    <a:pt x="199536" y="208472"/>
                  </a:lnTo>
                  <a:lnTo>
                    <a:pt x="198903" y="208600"/>
                  </a:lnTo>
                  <a:lnTo>
                    <a:pt x="198439" y="208715"/>
                  </a:lnTo>
                  <a:lnTo>
                    <a:pt x="197860" y="209008"/>
                  </a:lnTo>
                  <a:lnTo>
                    <a:pt x="197577" y="209121"/>
                  </a:lnTo>
                  <a:lnTo>
                    <a:pt x="197441" y="209149"/>
                  </a:lnTo>
                  <a:lnTo>
                    <a:pt x="196272" y="209354"/>
                  </a:lnTo>
                  <a:lnTo>
                    <a:pt x="195894" y="209130"/>
                  </a:lnTo>
                  <a:lnTo>
                    <a:pt x="195677" y="209025"/>
                  </a:lnTo>
                  <a:lnTo>
                    <a:pt x="195216" y="208851"/>
                  </a:lnTo>
                  <a:lnTo>
                    <a:pt x="194774" y="208855"/>
                  </a:lnTo>
                  <a:lnTo>
                    <a:pt x="194297" y="208987"/>
                  </a:lnTo>
                  <a:lnTo>
                    <a:pt x="193939" y="209223"/>
                  </a:lnTo>
                  <a:lnTo>
                    <a:pt x="192722" y="209518"/>
                  </a:lnTo>
                  <a:lnTo>
                    <a:pt x="192633" y="209664"/>
                  </a:lnTo>
                  <a:lnTo>
                    <a:pt x="192298" y="209927"/>
                  </a:lnTo>
                  <a:lnTo>
                    <a:pt x="192062" y="209838"/>
                  </a:lnTo>
                  <a:lnTo>
                    <a:pt x="191840" y="209799"/>
                  </a:lnTo>
                  <a:lnTo>
                    <a:pt x="191303" y="210134"/>
                  </a:lnTo>
                  <a:lnTo>
                    <a:pt x="191019" y="210138"/>
                  </a:lnTo>
                  <a:lnTo>
                    <a:pt x="190644" y="210061"/>
                  </a:lnTo>
                  <a:lnTo>
                    <a:pt x="190561" y="209630"/>
                  </a:lnTo>
                  <a:lnTo>
                    <a:pt x="190091" y="209760"/>
                  </a:lnTo>
                  <a:lnTo>
                    <a:pt x="189947" y="209972"/>
                  </a:lnTo>
                  <a:lnTo>
                    <a:pt x="189339" y="210537"/>
                  </a:lnTo>
                  <a:lnTo>
                    <a:pt x="189164" y="210622"/>
                  </a:lnTo>
                  <a:lnTo>
                    <a:pt x="188970" y="210702"/>
                  </a:lnTo>
                  <a:lnTo>
                    <a:pt x="188801" y="210770"/>
                  </a:lnTo>
                  <a:lnTo>
                    <a:pt x="189055" y="211152"/>
                  </a:lnTo>
                  <a:lnTo>
                    <a:pt x="189157" y="211500"/>
                  </a:lnTo>
                  <a:lnTo>
                    <a:pt x="188817" y="211751"/>
                  </a:lnTo>
                  <a:lnTo>
                    <a:pt x="187909" y="212045"/>
                  </a:lnTo>
                  <a:lnTo>
                    <a:pt x="187529" y="211899"/>
                  </a:lnTo>
                  <a:lnTo>
                    <a:pt x="187075" y="211868"/>
                  </a:lnTo>
                  <a:lnTo>
                    <a:pt x="186576" y="211940"/>
                  </a:lnTo>
                  <a:lnTo>
                    <a:pt x="186339" y="212000"/>
                  </a:lnTo>
                  <a:lnTo>
                    <a:pt x="185399" y="212503"/>
                  </a:lnTo>
                  <a:lnTo>
                    <a:pt x="185075" y="212714"/>
                  </a:lnTo>
                  <a:lnTo>
                    <a:pt x="184852" y="212757"/>
                  </a:lnTo>
                  <a:lnTo>
                    <a:pt x="184305" y="212785"/>
                  </a:lnTo>
                  <a:lnTo>
                    <a:pt x="183812" y="212395"/>
                  </a:lnTo>
                  <a:lnTo>
                    <a:pt x="183783" y="212074"/>
                  </a:lnTo>
                  <a:lnTo>
                    <a:pt x="183174" y="211811"/>
                  </a:lnTo>
                  <a:lnTo>
                    <a:pt x="182849" y="211800"/>
                  </a:lnTo>
                  <a:lnTo>
                    <a:pt x="182269" y="212073"/>
                  </a:lnTo>
                  <a:lnTo>
                    <a:pt x="181897" y="212201"/>
                  </a:lnTo>
                  <a:lnTo>
                    <a:pt x="181714" y="212229"/>
                  </a:lnTo>
                  <a:lnTo>
                    <a:pt x="181127" y="212460"/>
                  </a:lnTo>
                  <a:lnTo>
                    <a:pt x="181271" y="212872"/>
                  </a:lnTo>
                  <a:lnTo>
                    <a:pt x="181396" y="213225"/>
                  </a:lnTo>
                  <a:lnTo>
                    <a:pt x="181667" y="213883"/>
                  </a:lnTo>
                  <a:lnTo>
                    <a:pt x="181799" y="214404"/>
                  </a:lnTo>
                  <a:lnTo>
                    <a:pt x="181804" y="214582"/>
                  </a:lnTo>
                  <a:lnTo>
                    <a:pt x="181812" y="214778"/>
                  </a:lnTo>
                  <a:lnTo>
                    <a:pt x="181892" y="215048"/>
                  </a:lnTo>
                  <a:lnTo>
                    <a:pt x="181943" y="215218"/>
                  </a:lnTo>
                  <a:lnTo>
                    <a:pt x="182453" y="215990"/>
                  </a:lnTo>
                  <a:lnTo>
                    <a:pt x="182748" y="216540"/>
                  </a:lnTo>
                  <a:lnTo>
                    <a:pt x="182617" y="217059"/>
                  </a:lnTo>
                  <a:lnTo>
                    <a:pt x="182382" y="217370"/>
                  </a:lnTo>
                  <a:lnTo>
                    <a:pt x="182279" y="217612"/>
                  </a:lnTo>
                  <a:lnTo>
                    <a:pt x="182251" y="218185"/>
                  </a:lnTo>
                  <a:lnTo>
                    <a:pt x="181604" y="218484"/>
                  </a:lnTo>
                  <a:lnTo>
                    <a:pt x="181416" y="218510"/>
                  </a:lnTo>
                  <a:lnTo>
                    <a:pt x="181255" y="218532"/>
                  </a:lnTo>
                  <a:lnTo>
                    <a:pt x="180544" y="218893"/>
                  </a:lnTo>
                  <a:lnTo>
                    <a:pt x="180289" y="219075"/>
                  </a:lnTo>
                  <a:lnTo>
                    <a:pt x="180097" y="219162"/>
                  </a:lnTo>
                  <a:lnTo>
                    <a:pt x="179907" y="219107"/>
                  </a:lnTo>
                  <a:lnTo>
                    <a:pt x="179536" y="218624"/>
                  </a:lnTo>
                  <a:lnTo>
                    <a:pt x="179578" y="218396"/>
                  </a:lnTo>
                  <a:lnTo>
                    <a:pt x="179598" y="217894"/>
                  </a:lnTo>
                  <a:lnTo>
                    <a:pt x="179142" y="217334"/>
                  </a:lnTo>
                  <a:lnTo>
                    <a:pt x="178993" y="217042"/>
                  </a:lnTo>
                  <a:lnTo>
                    <a:pt x="178924" y="216886"/>
                  </a:lnTo>
                  <a:lnTo>
                    <a:pt x="178811" y="216654"/>
                  </a:lnTo>
                  <a:lnTo>
                    <a:pt x="178407" y="216454"/>
                  </a:lnTo>
                  <a:lnTo>
                    <a:pt x="178264" y="216415"/>
                  </a:lnTo>
                  <a:lnTo>
                    <a:pt x="177430" y="216168"/>
                  </a:lnTo>
                  <a:lnTo>
                    <a:pt x="176899" y="216356"/>
                  </a:lnTo>
                  <a:lnTo>
                    <a:pt x="176784" y="216679"/>
                  </a:lnTo>
                  <a:lnTo>
                    <a:pt x="176801" y="217100"/>
                  </a:lnTo>
                  <a:lnTo>
                    <a:pt x="176941" y="217321"/>
                  </a:lnTo>
                  <a:lnTo>
                    <a:pt x="177031" y="218490"/>
                  </a:lnTo>
                  <a:lnTo>
                    <a:pt x="176161" y="220157"/>
                  </a:lnTo>
                  <a:lnTo>
                    <a:pt x="175729" y="220652"/>
                  </a:lnTo>
                  <a:lnTo>
                    <a:pt x="174939" y="220825"/>
                  </a:lnTo>
                  <a:lnTo>
                    <a:pt x="174623" y="220885"/>
                  </a:lnTo>
                  <a:lnTo>
                    <a:pt x="174290" y="220947"/>
                  </a:lnTo>
                  <a:lnTo>
                    <a:pt x="173863" y="221050"/>
                  </a:lnTo>
                  <a:lnTo>
                    <a:pt x="174698" y="221842"/>
                  </a:lnTo>
                  <a:lnTo>
                    <a:pt x="175077" y="221795"/>
                  </a:lnTo>
                  <a:lnTo>
                    <a:pt x="175295" y="221869"/>
                  </a:lnTo>
                  <a:lnTo>
                    <a:pt x="175913" y="222105"/>
                  </a:lnTo>
                  <a:lnTo>
                    <a:pt x="176076" y="222150"/>
                  </a:lnTo>
                  <a:lnTo>
                    <a:pt x="177462" y="222456"/>
                  </a:lnTo>
                  <a:lnTo>
                    <a:pt x="177917" y="222614"/>
                  </a:lnTo>
                  <a:lnTo>
                    <a:pt x="178130" y="222603"/>
                  </a:lnTo>
                  <a:lnTo>
                    <a:pt x="178416" y="222649"/>
                  </a:lnTo>
                  <a:lnTo>
                    <a:pt x="178591" y="222699"/>
                  </a:lnTo>
                  <a:lnTo>
                    <a:pt x="178805" y="222677"/>
                  </a:lnTo>
                  <a:lnTo>
                    <a:pt x="179346" y="223033"/>
                  </a:lnTo>
                  <a:lnTo>
                    <a:pt x="179312" y="223471"/>
                  </a:lnTo>
                  <a:lnTo>
                    <a:pt x="179278" y="223701"/>
                  </a:lnTo>
                  <a:lnTo>
                    <a:pt x="179294" y="224204"/>
                  </a:lnTo>
                  <a:lnTo>
                    <a:pt x="179399" y="224584"/>
                  </a:lnTo>
                  <a:lnTo>
                    <a:pt x="179705" y="225335"/>
                  </a:lnTo>
                  <a:lnTo>
                    <a:pt x="179732" y="225494"/>
                  </a:lnTo>
                  <a:lnTo>
                    <a:pt x="179909" y="225936"/>
                  </a:lnTo>
                  <a:lnTo>
                    <a:pt x="180068" y="226390"/>
                  </a:lnTo>
                  <a:lnTo>
                    <a:pt x="180278" y="226774"/>
                  </a:lnTo>
                  <a:lnTo>
                    <a:pt x="180564" y="226428"/>
                  </a:lnTo>
                  <a:lnTo>
                    <a:pt x="180790" y="226422"/>
                  </a:lnTo>
                  <a:lnTo>
                    <a:pt x="181502" y="226546"/>
                  </a:lnTo>
                  <a:lnTo>
                    <a:pt x="181937" y="226903"/>
                  </a:lnTo>
                  <a:lnTo>
                    <a:pt x="182159" y="227016"/>
                  </a:lnTo>
                  <a:lnTo>
                    <a:pt x="182597" y="226988"/>
                  </a:lnTo>
                  <a:lnTo>
                    <a:pt x="182859" y="226992"/>
                  </a:lnTo>
                  <a:lnTo>
                    <a:pt x="183741" y="227241"/>
                  </a:lnTo>
                  <a:lnTo>
                    <a:pt x="183919" y="227311"/>
                  </a:lnTo>
                  <a:lnTo>
                    <a:pt x="184143" y="227367"/>
                  </a:lnTo>
                  <a:lnTo>
                    <a:pt x="185194" y="227803"/>
                  </a:lnTo>
                  <a:lnTo>
                    <a:pt x="185542" y="227566"/>
                  </a:lnTo>
                  <a:lnTo>
                    <a:pt x="186125" y="227598"/>
                  </a:lnTo>
                  <a:lnTo>
                    <a:pt x="186324" y="227640"/>
                  </a:lnTo>
                  <a:lnTo>
                    <a:pt x="186558" y="227568"/>
                  </a:lnTo>
                  <a:lnTo>
                    <a:pt x="187500" y="227116"/>
                  </a:lnTo>
                  <a:lnTo>
                    <a:pt x="187792" y="226896"/>
                  </a:lnTo>
                  <a:lnTo>
                    <a:pt x="187988" y="226570"/>
                  </a:lnTo>
                  <a:lnTo>
                    <a:pt x="188440" y="226861"/>
                  </a:lnTo>
                  <a:lnTo>
                    <a:pt x="188707" y="227202"/>
                  </a:lnTo>
                  <a:lnTo>
                    <a:pt x="188731" y="227813"/>
                  </a:lnTo>
                  <a:lnTo>
                    <a:pt x="188481" y="227921"/>
                  </a:lnTo>
                  <a:lnTo>
                    <a:pt x="188318" y="227993"/>
                  </a:lnTo>
                  <a:lnTo>
                    <a:pt x="188025" y="228147"/>
                  </a:lnTo>
                  <a:lnTo>
                    <a:pt x="187401" y="228732"/>
                  </a:lnTo>
                  <a:lnTo>
                    <a:pt x="187571" y="229123"/>
                  </a:lnTo>
                  <a:lnTo>
                    <a:pt x="187920" y="229433"/>
                  </a:lnTo>
                  <a:lnTo>
                    <a:pt x="188170" y="229619"/>
                  </a:lnTo>
                  <a:lnTo>
                    <a:pt x="188467" y="229697"/>
                  </a:lnTo>
                  <a:lnTo>
                    <a:pt x="188467" y="229926"/>
                  </a:lnTo>
                  <a:lnTo>
                    <a:pt x="188798" y="229711"/>
                  </a:lnTo>
                  <a:lnTo>
                    <a:pt x="189743" y="229525"/>
                  </a:lnTo>
                  <a:lnTo>
                    <a:pt x="190644" y="229261"/>
                  </a:lnTo>
                  <a:lnTo>
                    <a:pt x="191151" y="228958"/>
                  </a:lnTo>
                  <a:lnTo>
                    <a:pt x="191478" y="229421"/>
                  </a:lnTo>
                  <a:lnTo>
                    <a:pt x="191762" y="229781"/>
                  </a:lnTo>
                  <a:lnTo>
                    <a:pt x="192649" y="229760"/>
                  </a:lnTo>
                  <a:lnTo>
                    <a:pt x="193617" y="229477"/>
                  </a:lnTo>
                  <a:lnTo>
                    <a:pt x="193977" y="229593"/>
                  </a:lnTo>
                  <a:lnTo>
                    <a:pt x="194492" y="229617"/>
                  </a:lnTo>
                  <a:lnTo>
                    <a:pt x="194709" y="229542"/>
                  </a:lnTo>
                  <a:lnTo>
                    <a:pt x="195140" y="229450"/>
                  </a:lnTo>
                  <a:lnTo>
                    <a:pt x="195701" y="229326"/>
                  </a:lnTo>
                  <a:lnTo>
                    <a:pt x="196670" y="229363"/>
                  </a:lnTo>
                  <a:lnTo>
                    <a:pt x="196736" y="229509"/>
                  </a:lnTo>
                  <a:lnTo>
                    <a:pt x="196847" y="229772"/>
                  </a:lnTo>
                  <a:lnTo>
                    <a:pt x="196882" y="229927"/>
                  </a:lnTo>
                  <a:lnTo>
                    <a:pt x="196838" y="230268"/>
                  </a:lnTo>
                  <a:lnTo>
                    <a:pt x="196803" y="230633"/>
                  </a:lnTo>
                  <a:lnTo>
                    <a:pt x="197037" y="230943"/>
                  </a:lnTo>
                  <a:lnTo>
                    <a:pt x="197215" y="231272"/>
                  </a:lnTo>
                  <a:lnTo>
                    <a:pt x="196776" y="232404"/>
                  </a:lnTo>
                  <a:lnTo>
                    <a:pt x="196781" y="232568"/>
                  </a:lnTo>
                  <a:lnTo>
                    <a:pt x="196830" y="232969"/>
                  </a:lnTo>
                  <a:lnTo>
                    <a:pt x="197116" y="233353"/>
                  </a:lnTo>
                  <a:lnTo>
                    <a:pt x="197324" y="233462"/>
                  </a:lnTo>
                  <a:lnTo>
                    <a:pt x="197279" y="233744"/>
                  </a:lnTo>
                  <a:lnTo>
                    <a:pt x="197650" y="233958"/>
                  </a:lnTo>
                  <a:lnTo>
                    <a:pt x="197707" y="234214"/>
                  </a:lnTo>
                  <a:lnTo>
                    <a:pt x="197302" y="234618"/>
                  </a:lnTo>
                  <a:lnTo>
                    <a:pt x="197324" y="234923"/>
                  </a:lnTo>
                  <a:lnTo>
                    <a:pt x="197443" y="235204"/>
                  </a:lnTo>
                  <a:lnTo>
                    <a:pt x="197564" y="235477"/>
                  </a:lnTo>
                  <a:lnTo>
                    <a:pt x="197583" y="235679"/>
                  </a:lnTo>
                  <a:lnTo>
                    <a:pt x="197424" y="235719"/>
                  </a:lnTo>
                  <a:lnTo>
                    <a:pt x="197275" y="235839"/>
                  </a:lnTo>
                  <a:lnTo>
                    <a:pt x="197229" y="236258"/>
                  </a:lnTo>
                  <a:lnTo>
                    <a:pt x="197306" y="236598"/>
                  </a:lnTo>
                  <a:lnTo>
                    <a:pt x="197346" y="237131"/>
                  </a:lnTo>
                  <a:lnTo>
                    <a:pt x="197264" y="237565"/>
                  </a:lnTo>
                  <a:lnTo>
                    <a:pt x="197207" y="237725"/>
                  </a:lnTo>
                  <a:lnTo>
                    <a:pt x="197098" y="237910"/>
                  </a:lnTo>
                  <a:lnTo>
                    <a:pt x="197125" y="238190"/>
                  </a:lnTo>
                  <a:lnTo>
                    <a:pt x="197141" y="238443"/>
                  </a:lnTo>
                  <a:lnTo>
                    <a:pt x="197075" y="238591"/>
                  </a:lnTo>
                  <a:lnTo>
                    <a:pt x="197108" y="238969"/>
                  </a:lnTo>
                  <a:lnTo>
                    <a:pt x="197183" y="239186"/>
                  </a:lnTo>
                  <a:lnTo>
                    <a:pt x="197080" y="239867"/>
                  </a:lnTo>
                  <a:lnTo>
                    <a:pt x="196908" y="240688"/>
                  </a:lnTo>
                  <a:lnTo>
                    <a:pt x="197041" y="241140"/>
                  </a:lnTo>
                  <a:lnTo>
                    <a:pt x="197401" y="241421"/>
                  </a:lnTo>
                  <a:lnTo>
                    <a:pt x="197653" y="241813"/>
                  </a:lnTo>
                  <a:lnTo>
                    <a:pt x="198018" y="242175"/>
                  </a:lnTo>
                  <a:lnTo>
                    <a:pt x="198159" y="242592"/>
                  </a:lnTo>
                  <a:lnTo>
                    <a:pt x="198116" y="242753"/>
                  </a:lnTo>
                  <a:lnTo>
                    <a:pt x="198228" y="242980"/>
                  </a:lnTo>
                  <a:lnTo>
                    <a:pt x="198717" y="243355"/>
                  </a:lnTo>
                  <a:lnTo>
                    <a:pt x="198879" y="243345"/>
                  </a:lnTo>
                  <a:lnTo>
                    <a:pt x="199204" y="243318"/>
                  </a:lnTo>
                  <a:lnTo>
                    <a:pt x="199457" y="243164"/>
                  </a:lnTo>
                  <a:lnTo>
                    <a:pt x="199891" y="243067"/>
                  </a:lnTo>
                  <a:lnTo>
                    <a:pt x="200539" y="243236"/>
                  </a:lnTo>
                  <a:lnTo>
                    <a:pt x="200984" y="243500"/>
                  </a:lnTo>
                  <a:lnTo>
                    <a:pt x="201732" y="243513"/>
                  </a:lnTo>
                  <a:lnTo>
                    <a:pt x="201902" y="243933"/>
                  </a:lnTo>
                  <a:lnTo>
                    <a:pt x="201908" y="244401"/>
                  </a:lnTo>
                  <a:lnTo>
                    <a:pt x="202007" y="244627"/>
                  </a:lnTo>
                  <a:lnTo>
                    <a:pt x="202193" y="245112"/>
                  </a:lnTo>
                  <a:lnTo>
                    <a:pt x="202455" y="245589"/>
                  </a:lnTo>
                  <a:lnTo>
                    <a:pt x="203115" y="245625"/>
                  </a:lnTo>
                  <a:lnTo>
                    <a:pt x="203314" y="245238"/>
                  </a:lnTo>
                  <a:lnTo>
                    <a:pt x="203718" y="245006"/>
                  </a:lnTo>
                  <a:lnTo>
                    <a:pt x="204435" y="244663"/>
                  </a:lnTo>
                  <a:lnTo>
                    <a:pt x="204803" y="244843"/>
                  </a:lnTo>
                  <a:lnTo>
                    <a:pt x="204906" y="245149"/>
                  </a:lnTo>
                  <a:lnTo>
                    <a:pt x="204835" y="245307"/>
                  </a:lnTo>
                  <a:lnTo>
                    <a:pt x="204687" y="245688"/>
                  </a:lnTo>
                  <a:lnTo>
                    <a:pt x="204457" y="246722"/>
                  </a:lnTo>
                  <a:lnTo>
                    <a:pt x="203711" y="248021"/>
                  </a:lnTo>
                  <a:lnTo>
                    <a:pt x="203369" y="248434"/>
                  </a:lnTo>
                  <a:lnTo>
                    <a:pt x="203428" y="248785"/>
                  </a:lnTo>
                  <a:lnTo>
                    <a:pt x="203479" y="248965"/>
                  </a:lnTo>
                  <a:lnTo>
                    <a:pt x="203368" y="249445"/>
                  </a:lnTo>
                  <a:lnTo>
                    <a:pt x="202703" y="249917"/>
                  </a:lnTo>
                  <a:lnTo>
                    <a:pt x="202533" y="250071"/>
                  </a:lnTo>
                  <a:lnTo>
                    <a:pt x="202357" y="250230"/>
                  </a:lnTo>
                  <a:lnTo>
                    <a:pt x="201991" y="250290"/>
                  </a:lnTo>
                  <a:lnTo>
                    <a:pt x="201880" y="250876"/>
                  </a:lnTo>
                  <a:lnTo>
                    <a:pt x="201866" y="251156"/>
                  </a:lnTo>
                  <a:lnTo>
                    <a:pt x="201759" y="251718"/>
                  </a:lnTo>
                  <a:lnTo>
                    <a:pt x="201711" y="251863"/>
                  </a:lnTo>
                  <a:lnTo>
                    <a:pt x="201645" y="252051"/>
                  </a:lnTo>
                  <a:lnTo>
                    <a:pt x="201587" y="252407"/>
                  </a:lnTo>
                  <a:lnTo>
                    <a:pt x="201542" y="252751"/>
                  </a:lnTo>
                  <a:lnTo>
                    <a:pt x="201287" y="252871"/>
                  </a:lnTo>
                  <a:lnTo>
                    <a:pt x="201139" y="252958"/>
                  </a:lnTo>
                  <a:lnTo>
                    <a:pt x="200791" y="253541"/>
                  </a:lnTo>
                  <a:lnTo>
                    <a:pt x="200558" y="253846"/>
                  </a:lnTo>
                  <a:lnTo>
                    <a:pt x="200471" y="254047"/>
                  </a:lnTo>
                  <a:lnTo>
                    <a:pt x="200460" y="254220"/>
                  </a:lnTo>
                  <a:lnTo>
                    <a:pt x="200438" y="254714"/>
                  </a:lnTo>
                  <a:lnTo>
                    <a:pt x="200371" y="255055"/>
                  </a:lnTo>
                  <a:lnTo>
                    <a:pt x="200387" y="255249"/>
                  </a:lnTo>
                  <a:lnTo>
                    <a:pt x="200283" y="255757"/>
                  </a:lnTo>
                  <a:lnTo>
                    <a:pt x="200338" y="255991"/>
                  </a:lnTo>
                  <a:lnTo>
                    <a:pt x="200389" y="256168"/>
                  </a:lnTo>
                  <a:lnTo>
                    <a:pt x="200311" y="256388"/>
                  </a:lnTo>
                  <a:lnTo>
                    <a:pt x="200439" y="256981"/>
                  </a:lnTo>
                  <a:lnTo>
                    <a:pt x="200745" y="257156"/>
                  </a:lnTo>
                  <a:lnTo>
                    <a:pt x="200583" y="257430"/>
                  </a:lnTo>
                  <a:lnTo>
                    <a:pt x="200446" y="257533"/>
                  </a:lnTo>
                  <a:lnTo>
                    <a:pt x="200095" y="257840"/>
                  </a:lnTo>
                  <a:lnTo>
                    <a:pt x="199967" y="258330"/>
                  </a:lnTo>
                  <a:lnTo>
                    <a:pt x="199381" y="258291"/>
                  </a:lnTo>
                  <a:lnTo>
                    <a:pt x="198986" y="258752"/>
                  </a:lnTo>
                  <a:lnTo>
                    <a:pt x="198810" y="258810"/>
                  </a:lnTo>
                  <a:lnTo>
                    <a:pt x="198520" y="259037"/>
                  </a:lnTo>
                  <a:lnTo>
                    <a:pt x="198452" y="259388"/>
                  </a:lnTo>
                  <a:lnTo>
                    <a:pt x="198495" y="259939"/>
                  </a:lnTo>
                  <a:lnTo>
                    <a:pt x="198354" y="260276"/>
                  </a:lnTo>
                  <a:lnTo>
                    <a:pt x="198216" y="260468"/>
                  </a:lnTo>
                  <a:lnTo>
                    <a:pt x="198143" y="260608"/>
                  </a:lnTo>
                  <a:lnTo>
                    <a:pt x="198135" y="260801"/>
                  </a:lnTo>
                  <a:lnTo>
                    <a:pt x="198125" y="261058"/>
                  </a:lnTo>
                  <a:lnTo>
                    <a:pt x="198186" y="261350"/>
                  </a:lnTo>
                  <a:lnTo>
                    <a:pt x="198475" y="261729"/>
                  </a:lnTo>
                  <a:lnTo>
                    <a:pt x="198652" y="261931"/>
                  </a:lnTo>
                  <a:lnTo>
                    <a:pt x="198569" y="262154"/>
                  </a:lnTo>
                  <a:lnTo>
                    <a:pt x="197668" y="262924"/>
                  </a:lnTo>
                  <a:lnTo>
                    <a:pt x="198263" y="263454"/>
                  </a:lnTo>
                  <a:lnTo>
                    <a:pt x="198602" y="263628"/>
                  </a:lnTo>
                  <a:lnTo>
                    <a:pt x="199039" y="263621"/>
                  </a:lnTo>
                  <a:lnTo>
                    <a:pt x="199411" y="263667"/>
                  </a:lnTo>
                  <a:lnTo>
                    <a:pt x="199749" y="263786"/>
                  </a:lnTo>
                  <a:lnTo>
                    <a:pt x="200104" y="263870"/>
                  </a:lnTo>
                  <a:lnTo>
                    <a:pt x="200490" y="264409"/>
                  </a:lnTo>
                  <a:lnTo>
                    <a:pt x="200302" y="264816"/>
                  </a:lnTo>
                  <a:lnTo>
                    <a:pt x="200383" y="265120"/>
                  </a:lnTo>
                  <a:lnTo>
                    <a:pt x="200333" y="265274"/>
                  </a:lnTo>
                  <a:lnTo>
                    <a:pt x="200235" y="265554"/>
                  </a:lnTo>
                  <a:lnTo>
                    <a:pt x="199590" y="265691"/>
                  </a:lnTo>
                  <a:lnTo>
                    <a:pt x="199404" y="265610"/>
                  </a:lnTo>
                  <a:lnTo>
                    <a:pt x="199066" y="265777"/>
                  </a:lnTo>
                  <a:lnTo>
                    <a:pt x="199052" y="266249"/>
                  </a:lnTo>
                  <a:lnTo>
                    <a:pt x="198868" y="266592"/>
                  </a:lnTo>
                  <a:lnTo>
                    <a:pt x="198722" y="266557"/>
                  </a:lnTo>
                  <a:lnTo>
                    <a:pt x="198278" y="266695"/>
                  </a:lnTo>
                  <a:lnTo>
                    <a:pt x="197749" y="266530"/>
                  </a:lnTo>
                  <a:lnTo>
                    <a:pt x="197541" y="266404"/>
                  </a:lnTo>
                  <a:lnTo>
                    <a:pt x="197016" y="266457"/>
                  </a:lnTo>
                  <a:lnTo>
                    <a:pt x="196483" y="266506"/>
                  </a:lnTo>
                  <a:lnTo>
                    <a:pt x="196106" y="266632"/>
                  </a:lnTo>
                  <a:lnTo>
                    <a:pt x="195932" y="267089"/>
                  </a:lnTo>
                  <a:lnTo>
                    <a:pt x="195756" y="267527"/>
                  </a:lnTo>
                  <a:lnTo>
                    <a:pt x="195878" y="268005"/>
                  </a:lnTo>
                  <a:lnTo>
                    <a:pt x="195621" y="268035"/>
                  </a:lnTo>
                  <a:lnTo>
                    <a:pt x="194998" y="268390"/>
                  </a:lnTo>
                  <a:lnTo>
                    <a:pt x="195393" y="269174"/>
                  </a:lnTo>
                  <a:lnTo>
                    <a:pt x="195416" y="269617"/>
                  </a:lnTo>
                  <a:lnTo>
                    <a:pt x="195453" y="269803"/>
                  </a:lnTo>
                  <a:lnTo>
                    <a:pt x="195492" y="270031"/>
                  </a:lnTo>
                  <a:lnTo>
                    <a:pt x="195244" y="270390"/>
                  </a:lnTo>
                  <a:lnTo>
                    <a:pt x="195096" y="270924"/>
                  </a:lnTo>
                  <a:lnTo>
                    <a:pt x="194987" y="271124"/>
                  </a:lnTo>
                  <a:lnTo>
                    <a:pt x="194361" y="271901"/>
                  </a:lnTo>
                  <a:lnTo>
                    <a:pt x="193708" y="271839"/>
                  </a:lnTo>
                  <a:lnTo>
                    <a:pt x="193490" y="271916"/>
                  </a:lnTo>
                  <a:lnTo>
                    <a:pt x="193248" y="272048"/>
                  </a:lnTo>
                  <a:lnTo>
                    <a:pt x="193081" y="272100"/>
                  </a:lnTo>
                  <a:lnTo>
                    <a:pt x="192791" y="271957"/>
                  </a:lnTo>
                  <a:lnTo>
                    <a:pt x="192530" y="271798"/>
                  </a:lnTo>
                  <a:lnTo>
                    <a:pt x="192081" y="271703"/>
                  </a:lnTo>
                  <a:lnTo>
                    <a:pt x="191410" y="271915"/>
                  </a:lnTo>
                  <a:lnTo>
                    <a:pt x="191041" y="271988"/>
                  </a:lnTo>
                  <a:lnTo>
                    <a:pt x="190821" y="272041"/>
                  </a:lnTo>
                  <a:lnTo>
                    <a:pt x="190448" y="272010"/>
                  </a:lnTo>
                  <a:lnTo>
                    <a:pt x="190238" y="271968"/>
                  </a:lnTo>
                  <a:lnTo>
                    <a:pt x="190050" y="271986"/>
                  </a:lnTo>
                  <a:lnTo>
                    <a:pt x="189829" y="272118"/>
                  </a:lnTo>
                  <a:lnTo>
                    <a:pt x="189624" y="272272"/>
                  </a:lnTo>
                  <a:lnTo>
                    <a:pt x="189452" y="272379"/>
                  </a:lnTo>
                  <a:lnTo>
                    <a:pt x="188945" y="272425"/>
                  </a:lnTo>
                  <a:lnTo>
                    <a:pt x="188625" y="272389"/>
                  </a:lnTo>
                  <a:lnTo>
                    <a:pt x="188337" y="272445"/>
                  </a:lnTo>
                  <a:lnTo>
                    <a:pt x="188197" y="272503"/>
                  </a:lnTo>
                  <a:lnTo>
                    <a:pt x="187846" y="273258"/>
                  </a:lnTo>
                  <a:lnTo>
                    <a:pt x="187485" y="273266"/>
                  </a:lnTo>
                  <a:lnTo>
                    <a:pt x="187187" y="273213"/>
                  </a:lnTo>
                  <a:lnTo>
                    <a:pt x="186765" y="273067"/>
                  </a:lnTo>
                  <a:lnTo>
                    <a:pt x="186498" y="272841"/>
                  </a:lnTo>
                  <a:lnTo>
                    <a:pt x="186262" y="272549"/>
                  </a:lnTo>
                  <a:lnTo>
                    <a:pt x="186084" y="272500"/>
                  </a:lnTo>
                  <a:lnTo>
                    <a:pt x="185856" y="272631"/>
                  </a:lnTo>
                  <a:lnTo>
                    <a:pt x="185720" y="272819"/>
                  </a:lnTo>
                  <a:lnTo>
                    <a:pt x="185343" y="273258"/>
                  </a:lnTo>
                  <a:lnTo>
                    <a:pt x="185035" y="273389"/>
                  </a:lnTo>
                  <a:lnTo>
                    <a:pt x="184726" y="273339"/>
                  </a:lnTo>
                  <a:lnTo>
                    <a:pt x="184308" y="273298"/>
                  </a:lnTo>
                  <a:lnTo>
                    <a:pt x="184147" y="273283"/>
                  </a:lnTo>
                  <a:lnTo>
                    <a:pt x="183938" y="273286"/>
                  </a:lnTo>
                  <a:lnTo>
                    <a:pt x="183735" y="273293"/>
                  </a:lnTo>
                  <a:lnTo>
                    <a:pt x="183267" y="272847"/>
                  </a:lnTo>
                  <a:lnTo>
                    <a:pt x="183234" y="272516"/>
                  </a:lnTo>
                  <a:lnTo>
                    <a:pt x="183235" y="272252"/>
                  </a:lnTo>
                  <a:lnTo>
                    <a:pt x="183206" y="272061"/>
                  </a:lnTo>
                  <a:lnTo>
                    <a:pt x="182773" y="271626"/>
                  </a:lnTo>
                  <a:lnTo>
                    <a:pt x="182606" y="271370"/>
                  </a:lnTo>
                  <a:lnTo>
                    <a:pt x="182470" y="271254"/>
                  </a:lnTo>
                  <a:lnTo>
                    <a:pt x="182279" y="271131"/>
                  </a:lnTo>
                  <a:lnTo>
                    <a:pt x="181992" y="270950"/>
                  </a:lnTo>
                  <a:lnTo>
                    <a:pt x="181729" y="270908"/>
                  </a:lnTo>
                  <a:lnTo>
                    <a:pt x="181229" y="270975"/>
                  </a:lnTo>
                  <a:lnTo>
                    <a:pt x="181155" y="270583"/>
                  </a:lnTo>
                  <a:lnTo>
                    <a:pt x="181102" y="270310"/>
                  </a:lnTo>
                  <a:lnTo>
                    <a:pt x="180878" y="270047"/>
                  </a:lnTo>
                  <a:lnTo>
                    <a:pt x="180460" y="269504"/>
                  </a:lnTo>
                  <a:lnTo>
                    <a:pt x="180309" y="268969"/>
                  </a:lnTo>
                  <a:lnTo>
                    <a:pt x="179807" y="269119"/>
                  </a:lnTo>
                  <a:lnTo>
                    <a:pt x="179523" y="269124"/>
                  </a:lnTo>
                  <a:lnTo>
                    <a:pt x="179309" y="269135"/>
                  </a:lnTo>
                  <a:lnTo>
                    <a:pt x="178786" y="269257"/>
                  </a:lnTo>
                  <a:lnTo>
                    <a:pt x="178550" y="269341"/>
                  </a:lnTo>
                  <a:lnTo>
                    <a:pt x="178106" y="269667"/>
                  </a:lnTo>
                  <a:lnTo>
                    <a:pt x="177770" y="270606"/>
                  </a:lnTo>
                  <a:lnTo>
                    <a:pt x="177243" y="271071"/>
                  </a:lnTo>
                  <a:lnTo>
                    <a:pt x="176978" y="271039"/>
                  </a:lnTo>
                  <a:lnTo>
                    <a:pt x="176695" y="270736"/>
                  </a:lnTo>
                  <a:lnTo>
                    <a:pt x="176454" y="270571"/>
                  </a:lnTo>
                  <a:lnTo>
                    <a:pt x="176245" y="270538"/>
                  </a:lnTo>
                  <a:lnTo>
                    <a:pt x="175400" y="271005"/>
                  </a:lnTo>
                  <a:lnTo>
                    <a:pt x="175008" y="271474"/>
                  </a:lnTo>
                  <a:lnTo>
                    <a:pt x="174782" y="271777"/>
                  </a:lnTo>
                  <a:lnTo>
                    <a:pt x="174717" y="271997"/>
                  </a:lnTo>
                  <a:lnTo>
                    <a:pt x="174619" y="272330"/>
                  </a:lnTo>
                  <a:lnTo>
                    <a:pt x="174303" y="272566"/>
                  </a:lnTo>
                  <a:lnTo>
                    <a:pt x="174078" y="272546"/>
                  </a:lnTo>
                  <a:lnTo>
                    <a:pt x="173767" y="272447"/>
                  </a:lnTo>
                  <a:lnTo>
                    <a:pt x="173185" y="272193"/>
                  </a:lnTo>
                  <a:lnTo>
                    <a:pt x="172600" y="272354"/>
                  </a:lnTo>
                  <a:lnTo>
                    <a:pt x="172220" y="272985"/>
                  </a:lnTo>
                  <a:lnTo>
                    <a:pt x="171776" y="273639"/>
                  </a:lnTo>
                  <a:lnTo>
                    <a:pt x="171059" y="274472"/>
                  </a:lnTo>
                  <a:lnTo>
                    <a:pt x="170456" y="274763"/>
                  </a:lnTo>
                  <a:lnTo>
                    <a:pt x="169594" y="275138"/>
                  </a:lnTo>
                  <a:lnTo>
                    <a:pt x="169410" y="275271"/>
                  </a:lnTo>
                  <a:lnTo>
                    <a:pt x="169320" y="275667"/>
                  </a:lnTo>
                  <a:lnTo>
                    <a:pt x="169246" y="276133"/>
                  </a:lnTo>
                  <a:lnTo>
                    <a:pt x="168848" y="276365"/>
                  </a:lnTo>
                  <a:lnTo>
                    <a:pt x="168237" y="276416"/>
                  </a:lnTo>
                  <a:lnTo>
                    <a:pt x="167891" y="276366"/>
                  </a:lnTo>
                  <a:lnTo>
                    <a:pt x="167807" y="276236"/>
                  </a:lnTo>
                  <a:lnTo>
                    <a:pt x="167644" y="276264"/>
                  </a:lnTo>
                  <a:lnTo>
                    <a:pt x="167331" y="276454"/>
                  </a:lnTo>
                  <a:lnTo>
                    <a:pt x="166979" y="277154"/>
                  </a:lnTo>
                  <a:lnTo>
                    <a:pt x="166897" y="277943"/>
                  </a:lnTo>
                  <a:lnTo>
                    <a:pt x="166905" y="278075"/>
                  </a:lnTo>
                  <a:lnTo>
                    <a:pt x="167012" y="279124"/>
                  </a:lnTo>
                  <a:lnTo>
                    <a:pt x="167254" y="279732"/>
                  </a:lnTo>
                  <a:lnTo>
                    <a:pt x="167387" y="280935"/>
                  </a:lnTo>
                  <a:lnTo>
                    <a:pt x="167209" y="281870"/>
                  </a:lnTo>
                  <a:lnTo>
                    <a:pt x="167520" y="282263"/>
                  </a:lnTo>
                  <a:lnTo>
                    <a:pt x="167921" y="282687"/>
                  </a:lnTo>
                  <a:lnTo>
                    <a:pt x="168117" y="282874"/>
                  </a:lnTo>
                  <a:lnTo>
                    <a:pt x="168443" y="283301"/>
                  </a:lnTo>
                  <a:lnTo>
                    <a:pt x="168524" y="283565"/>
                  </a:lnTo>
                  <a:lnTo>
                    <a:pt x="168733" y="283888"/>
                  </a:lnTo>
                  <a:lnTo>
                    <a:pt x="169143" y="284140"/>
                  </a:lnTo>
                  <a:lnTo>
                    <a:pt x="169374" y="284276"/>
                  </a:lnTo>
                  <a:lnTo>
                    <a:pt x="169599" y="284358"/>
                  </a:lnTo>
                  <a:lnTo>
                    <a:pt x="170344" y="284511"/>
                  </a:lnTo>
                  <a:lnTo>
                    <a:pt x="170701" y="284662"/>
                  </a:lnTo>
                  <a:lnTo>
                    <a:pt x="170806" y="284851"/>
                  </a:lnTo>
                  <a:lnTo>
                    <a:pt x="171146" y="285691"/>
                  </a:lnTo>
                  <a:lnTo>
                    <a:pt x="170834" y="286161"/>
                  </a:lnTo>
                  <a:lnTo>
                    <a:pt x="170525" y="286276"/>
                  </a:lnTo>
                  <a:lnTo>
                    <a:pt x="170166" y="286509"/>
                  </a:lnTo>
                  <a:lnTo>
                    <a:pt x="169824" y="287170"/>
                  </a:lnTo>
                  <a:lnTo>
                    <a:pt x="169954" y="287544"/>
                  </a:lnTo>
                  <a:lnTo>
                    <a:pt x="170011" y="288349"/>
                  </a:lnTo>
                  <a:lnTo>
                    <a:pt x="169893" y="288725"/>
                  </a:lnTo>
                  <a:lnTo>
                    <a:pt x="169940" y="288915"/>
                  </a:lnTo>
                  <a:lnTo>
                    <a:pt x="169587" y="288910"/>
                  </a:lnTo>
                  <a:lnTo>
                    <a:pt x="169270" y="288897"/>
                  </a:lnTo>
                  <a:lnTo>
                    <a:pt x="168808" y="288755"/>
                  </a:lnTo>
                  <a:lnTo>
                    <a:pt x="168377" y="288730"/>
                  </a:lnTo>
                  <a:lnTo>
                    <a:pt x="168122" y="289139"/>
                  </a:lnTo>
                  <a:lnTo>
                    <a:pt x="167258" y="290545"/>
                  </a:lnTo>
                  <a:lnTo>
                    <a:pt x="167290" y="291046"/>
                  </a:lnTo>
                  <a:lnTo>
                    <a:pt x="167265" y="291417"/>
                  </a:lnTo>
                  <a:lnTo>
                    <a:pt x="166915" y="291808"/>
                  </a:lnTo>
                  <a:lnTo>
                    <a:pt x="166152" y="292067"/>
                  </a:lnTo>
                  <a:lnTo>
                    <a:pt x="165809" y="291900"/>
                  </a:lnTo>
                  <a:lnTo>
                    <a:pt x="165303" y="291551"/>
                  </a:lnTo>
                  <a:lnTo>
                    <a:pt x="164983" y="291241"/>
                  </a:lnTo>
                  <a:lnTo>
                    <a:pt x="164778" y="291170"/>
                  </a:lnTo>
                  <a:lnTo>
                    <a:pt x="164365" y="291315"/>
                  </a:lnTo>
                  <a:lnTo>
                    <a:pt x="164268" y="291449"/>
                  </a:lnTo>
                  <a:lnTo>
                    <a:pt x="164308" y="292272"/>
                  </a:lnTo>
                  <a:lnTo>
                    <a:pt x="164369" y="293000"/>
                  </a:lnTo>
                  <a:lnTo>
                    <a:pt x="164499" y="293252"/>
                  </a:lnTo>
                  <a:lnTo>
                    <a:pt x="164688" y="293618"/>
                  </a:lnTo>
                  <a:lnTo>
                    <a:pt x="164579" y="293888"/>
                  </a:lnTo>
                  <a:lnTo>
                    <a:pt x="164143" y="294368"/>
                  </a:lnTo>
                  <a:lnTo>
                    <a:pt x="163790" y="294627"/>
                  </a:lnTo>
                  <a:lnTo>
                    <a:pt x="163189" y="294812"/>
                  </a:lnTo>
                  <a:lnTo>
                    <a:pt x="162518" y="294928"/>
                  </a:lnTo>
                  <a:lnTo>
                    <a:pt x="161907" y="294697"/>
                  </a:lnTo>
                  <a:lnTo>
                    <a:pt x="160622" y="294491"/>
                  </a:lnTo>
                  <a:lnTo>
                    <a:pt x="159936" y="294823"/>
                  </a:lnTo>
                  <a:lnTo>
                    <a:pt x="159443" y="295529"/>
                  </a:lnTo>
                  <a:lnTo>
                    <a:pt x="159194" y="295909"/>
                  </a:lnTo>
                  <a:lnTo>
                    <a:pt x="159066" y="296500"/>
                  </a:lnTo>
                  <a:lnTo>
                    <a:pt x="159049" y="296719"/>
                  </a:lnTo>
                  <a:lnTo>
                    <a:pt x="159419" y="297128"/>
                  </a:lnTo>
                  <a:lnTo>
                    <a:pt x="159607" y="297346"/>
                  </a:lnTo>
                  <a:lnTo>
                    <a:pt x="159477" y="297758"/>
                  </a:lnTo>
                  <a:lnTo>
                    <a:pt x="158789" y="298418"/>
                  </a:lnTo>
                  <a:lnTo>
                    <a:pt x="158170" y="298746"/>
                  </a:lnTo>
                  <a:lnTo>
                    <a:pt x="157473" y="299154"/>
                  </a:lnTo>
                  <a:lnTo>
                    <a:pt x="157026" y="299642"/>
                  </a:lnTo>
                  <a:lnTo>
                    <a:pt x="156884" y="299866"/>
                  </a:lnTo>
                  <a:lnTo>
                    <a:pt x="156991" y="300100"/>
                  </a:lnTo>
                  <a:lnTo>
                    <a:pt x="157124" y="300576"/>
                  </a:lnTo>
                  <a:lnTo>
                    <a:pt x="157150" y="301180"/>
                  </a:lnTo>
                  <a:lnTo>
                    <a:pt x="157084" y="301590"/>
                  </a:lnTo>
                  <a:lnTo>
                    <a:pt x="156510" y="301923"/>
                  </a:lnTo>
                  <a:lnTo>
                    <a:pt x="156807" y="302298"/>
                  </a:lnTo>
                  <a:lnTo>
                    <a:pt x="156899" y="302711"/>
                  </a:lnTo>
                  <a:lnTo>
                    <a:pt x="156815" y="302959"/>
                  </a:lnTo>
                  <a:lnTo>
                    <a:pt x="156928" y="303436"/>
                  </a:lnTo>
                  <a:lnTo>
                    <a:pt x="157070" y="303714"/>
                  </a:lnTo>
                  <a:lnTo>
                    <a:pt x="157416" y="303983"/>
                  </a:lnTo>
                  <a:lnTo>
                    <a:pt x="157732" y="304146"/>
                  </a:lnTo>
                  <a:lnTo>
                    <a:pt x="158159" y="304482"/>
                  </a:lnTo>
                  <a:lnTo>
                    <a:pt x="158262" y="305129"/>
                  </a:lnTo>
                  <a:lnTo>
                    <a:pt x="157868" y="305243"/>
                  </a:lnTo>
                  <a:lnTo>
                    <a:pt x="157543" y="305639"/>
                  </a:lnTo>
                  <a:lnTo>
                    <a:pt x="157532" y="305896"/>
                  </a:lnTo>
                  <a:lnTo>
                    <a:pt x="157496" y="306131"/>
                  </a:lnTo>
                  <a:lnTo>
                    <a:pt x="157236" y="306874"/>
                  </a:lnTo>
                  <a:lnTo>
                    <a:pt x="157055" y="306891"/>
                  </a:lnTo>
                  <a:lnTo>
                    <a:pt x="156901" y="306893"/>
                  </a:lnTo>
                  <a:lnTo>
                    <a:pt x="156526" y="306776"/>
                  </a:lnTo>
                  <a:lnTo>
                    <a:pt x="156128" y="306918"/>
                  </a:lnTo>
                  <a:lnTo>
                    <a:pt x="155869" y="307147"/>
                  </a:lnTo>
                  <a:lnTo>
                    <a:pt x="155476" y="309590"/>
                  </a:lnTo>
                  <a:lnTo>
                    <a:pt x="155683" y="309791"/>
                  </a:lnTo>
                  <a:lnTo>
                    <a:pt x="155807" y="310130"/>
                  </a:lnTo>
                  <a:lnTo>
                    <a:pt x="155903" y="310419"/>
                  </a:lnTo>
                  <a:lnTo>
                    <a:pt x="156269" y="310602"/>
                  </a:lnTo>
                  <a:lnTo>
                    <a:pt x="156614" y="310751"/>
                  </a:lnTo>
                  <a:lnTo>
                    <a:pt x="156896" y="311061"/>
                  </a:lnTo>
                  <a:lnTo>
                    <a:pt x="157253" y="311444"/>
                  </a:lnTo>
                  <a:lnTo>
                    <a:pt x="157262" y="311994"/>
                  </a:lnTo>
                  <a:lnTo>
                    <a:pt x="156874" y="312202"/>
                  </a:lnTo>
                  <a:lnTo>
                    <a:pt x="156617" y="312796"/>
                  </a:lnTo>
                  <a:lnTo>
                    <a:pt x="156189" y="314184"/>
                  </a:lnTo>
                  <a:lnTo>
                    <a:pt x="156181" y="314371"/>
                  </a:lnTo>
                  <a:lnTo>
                    <a:pt x="156211" y="315425"/>
                  </a:lnTo>
                  <a:lnTo>
                    <a:pt x="156416" y="315852"/>
                  </a:lnTo>
                  <a:lnTo>
                    <a:pt x="157391" y="316720"/>
                  </a:lnTo>
                  <a:lnTo>
                    <a:pt x="157910" y="316817"/>
                  </a:lnTo>
                  <a:lnTo>
                    <a:pt x="158125" y="316878"/>
                  </a:lnTo>
                  <a:lnTo>
                    <a:pt x="158327" y="316994"/>
                  </a:lnTo>
                  <a:lnTo>
                    <a:pt x="158534" y="316952"/>
                  </a:lnTo>
                  <a:lnTo>
                    <a:pt x="158902" y="317017"/>
                  </a:lnTo>
                  <a:lnTo>
                    <a:pt x="160143" y="317194"/>
                  </a:lnTo>
                  <a:lnTo>
                    <a:pt x="161294" y="317134"/>
                  </a:lnTo>
                  <a:lnTo>
                    <a:pt x="161577" y="317223"/>
                  </a:lnTo>
                  <a:lnTo>
                    <a:pt x="161814" y="317584"/>
                  </a:lnTo>
                  <a:lnTo>
                    <a:pt x="161945" y="317743"/>
                  </a:lnTo>
                  <a:lnTo>
                    <a:pt x="162088" y="317868"/>
                  </a:lnTo>
                  <a:lnTo>
                    <a:pt x="162383" y="318116"/>
                  </a:lnTo>
                  <a:lnTo>
                    <a:pt x="163341" y="318636"/>
                  </a:lnTo>
                  <a:lnTo>
                    <a:pt x="163894" y="318516"/>
                  </a:lnTo>
                  <a:lnTo>
                    <a:pt x="164636" y="318709"/>
                  </a:lnTo>
                  <a:lnTo>
                    <a:pt x="164951" y="319358"/>
                  </a:lnTo>
                  <a:lnTo>
                    <a:pt x="166235" y="320459"/>
                  </a:lnTo>
                  <a:lnTo>
                    <a:pt x="167658" y="320888"/>
                  </a:lnTo>
                  <a:lnTo>
                    <a:pt x="168183" y="320997"/>
                  </a:lnTo>
                  <a:lnTo>
                    <a:pt x="168508" y="320999"/>
                  </a:lnTo>
                  <a:lnTo>
                    <a:pt x="168835" y="320901"/>
                  </a:lnTo>
                  <a:lnTo>
                    <a:pt x="169335" y="320704"/>
                  </a:lnTo>
                  <a:lnTo>
                    <a:pt x="170150" y="320925"/>
                  </a:lnTo>
                  <a:lnTo>
                    <a:pt x="169642" y="322075"/>
                  </a:lnTo>
                  <a:lnTo>
                    <a:pt x="169257" y="322806"/>
                  </a:lnTo>
                  <a:lnTo>
                    <a:pt x="169092" y="323444"/>
                  </a:lnTo>
                  <a:lnTo>
                    <a:pt x="169176" y="323816"/>
                  </a:lnTo>
                  <a:lnTo>
                    <a:pt x="169610" y="323923"/>
                  </a:lnTo>
                  <a:lnTo>
                    <a:pt x="170090" y="324416"/>
                  </a:lnTo>
                  <a:lnTo>
                    <a:pt x="170971" y="325350"/>
                  </a:lnTo>
                  <a:lnTo>
                    <a:pt x="171169" y="325565"/>
                  </a:lnTo>
                  <a:lnTo>
                    <a:pt x="172160" y="326685"/>
                  </a:lnTo>
                  <a:lnTo>
                    <a:pt x="172137" y="329058"/>
                  </a:lnTo>
                  <a:lnTo>
                    <a:pt x="171572" y="329604"/>
                  </a:lnTo>
                  <a:lnTo>
                    <a:pt x="171553" y="329765"/>
                  </a:lnTo>
                  <a:lnTo>
                    <a:pt x="171757" y="330046"/>
                  </a:lnTo>
                  <a:lnTo>
                    <a:pt x="171950" y="330192"/>
                  </a:lnTo>
                  <a:lnTo>
                    <a:pt x="172158" y="330263"/>
                  </a:lnTo>
                  <a:lnTo>
                    <a:pt x="172614" y="330148"/>
                  </a:lnTo>
                  <a:lnTo>
                    <a:pt x="172874" y="330288"/>
                  </a:lnTo>
                  <a:lnTo>
                    <a:pt x="173124" y="330494"/>
                  </a:lnTo>
                  <a:lnTo>
                    <a:pt x="174365" y="332738"/>
                  </a:lnTo>
                  <a:lnTo>
                    <a:pt x="174928" y="333933"/>
                  </a:lnTo>
                  <a:lnTo>
                    <a:pt x="175111" y="333965"/>
                  </a:lnTo>
                  <a:lnTo>
                    <a:pt x="175537" y="334092"/>
                  </a:lnTo>
                  <a:lnTo>
                    <a:pt x="175701" y="334212"/>
                  </a:lnTo>
                  <a:lnTo>
                    <a:pt x="176769" y="336223"/>
                  </a:lnTo>
                  <a:lnTo>
                    <a:pt x="176844" y="337073"/>
                  </a:lnTo>
                  <a:lnTo>
                    <a:pt x="176401" y="337386"/>
                  </a:lnTo>
                  <a:lnTo>
                    <a:pt x="176226" y="337776"/>
                  </a:lnTo>
                  <a:lnTo>
                    <a:pt x="176317" y="338996"/>
                  </a:lnTo>
                  <a:lnTo>
                    <a:pt x="176908" y="339549"/>
                  </a:lnTo>
                  <a:lnTo>
                    <a:pt x="177218" y="339510"/>
                  </a:lnTo>
                  <a:lnTo>
                    <a:pt x="177490" y="339447"/>
                  </a:lnTo>
                  <a:lnTo>
                    <a:pt x="177660" y="339409"/>
                  </a:lnTo>
                  <a:lnTo>
                    <a:pt x="177851" y="339450"/>
                  </a:lnTo>
                  <a:lnTo>
                    <a:pt x="178086" y="339539"/>
                  </a:lnTo>
                  <a:lnTo>
                    <a:pt x="178391" y="339712"/>
                  </a:lnTo>
                  <a:lnTo>
                    <a:pt x="178493" y="340133"/>
                  </a:lnTo>
                  <a:lnTo>
                    <a:pt x="178528" y="340268"/>
                  </a:lnTo>
                  <a:lnTo>
                    <a:pt x="178786" y="340485"/>
                  </a:lnTo>
                  <a:lnTo>
                    <a:pt x="179545" y="340991"/>
                  </a:lnTo>
                  <a:lnTo>
                    <a:pt x="180045" y="341190"/>
                  </a:lnTo>
                  <a:lnTo>
                    <a:pt x="180003" y="341483"/>
                  </a:lnTo>
                  <a:lnTo>
                    <a:pt x="179925" y="341639"/>
                  </a:lnTo>
                  <a:lnTo>
                    <a:pt x="179865" y="341781"/>
                  </a:lnTo>
                  <a:lnTo>
                    <a:pt x="180063" y="342280"/>
                  </a:lnTo>
                  <a:lnTo>
                    <a:pt x="179932" y="342778"/>
                  </a:lnTo>
                  <a:lnTo>
                    <a:pt x="179880" y="343070"/>
                  </a:lnTo>
                  <a:lnTo>
                    <a:pt x="179338" y="343313"/>
                  </a:lnTo>
                  <a:lnTo>
                    <a:pt x="178802" y="343301"/>
                  </a:lnTo>
                  <a:lnTo>
                    <a:pt x="178228" y="343421"/>
                  </a:lnTo>
                  <a:lnTo>
                    <a:pt x="177904" y="343573"/>
                  </a:lnTo>
                  <a:lnTo>
                    <a:pt x="177544" y="344890"/>
                  </a:lnTo>
                  <a:lnTo>
                    <a:pt x="177610" y="345089"/>
                  </a:lnTo>
                  <a:lnTo>
                    <a:pt x="177892" y="345291"/>
                  </a:lnTo>
                  <a:lnTo>
                    <a:pt x="178423" y="344968"/>
                  </a:lnTo>
                  <a:lnTo>
                    <a:pt x="178857" y="344801"/>
                  </a:lnTo>
                  <a:lnTo>
                    <a:pt x="179456" y="345096"/>
                  </a:lnTo>
                  <a:lnTo>
                    <a:pt x="179676" y="344836"/>
                  </a:lnTo>
                  <a:lnTo>
                    <a:pt x="179570" y="344552"/>
                  </a:lnTo>
                  <a:lnTo>
                    <a:pt x="179654" y="344391"/>
                  </a:lnTo>
                  <a:lnTo>
                    <a:pt x="179920" y="344354"/>
                  </a:lnTo>
                  <a:lnTo>
                    <a:pt x="180111" y="344350"/>
                  </a:lnTo>
                  <a:lnTo>
                    <a:pt x="180482" y="344425"/>
                  </a:lnTo>
                  <a:lnTo>
                    <a:pt x="181056" y="344818"/>
                  </a:lnTo>
                  <a:lnTo>
                    <a:pt x="181241" y="344946"/>
                  </a:lnTo>
                  <a:lnTo>
                    <a:pt x="181694" y="344971"/>
                  </a:lnTo>
                  <a:lnTo>
                    <a:pt x="182002" y="345037"/>
                  </a:lnTo>
                  <a:lnTo>
                    <a:pt x="182351" y="345244"/>
                  </a:lnTo>
                  <a:lnTo>
                    <a:pt x="182843" y="345045"/>
                  </a:lnTo>
                  <a:lnTo>
                    <a:pt x="183311" y="345239"/>
                  </a:lnTo>
                  <a:lnTo>
                    <a:pt x="183579" y="345771"/>
                  </a:lnTo>
                  <a:lnTo>
                    <a:pt x="183961" y="345991"/>
                  </a:lnTo>
                  <a:lnTo>
                    <a:pt x="184225" y="346144"/>
                  </a:lnTo>
                  <a:lnTo>
                    <a:pt x="184352" y="346870"/>
                  </a:lnTo>
                  <a:lnTo>
                    <a:pt x="184550" y="347124"/>
                  </a:lnTo>
                  <a:lnTo>
                    <a:pt x="184349" y="347804"/>
                  </a:lnTo>
                  <a:lnTo>
                    <a:pt x="184343" y="348313"/>
                  </a:lnTo>
                  <a:lnTo>
                    <a:pt x="184415" y="348822"/>
                  </a:lnTo>
                  <a:lnTo>
                    <a:pt x="184225" y="348909"/>
                  </a:lnTo>
                  <a:lnTo>
                    <a:pt x="184059" y="348981"/>
                  </a:lnTo>
                  <a:lnTo>
                    <a:pt x="183501" y="349314"/>
                  </a:lnTo>
                  <a:lnTo>
                    <a:pt x="183420" y="349785"/>
                  </a:lnTo>
                  <a:lnTo>
                    <a:pt x="183228" y="350361"/>
                  </a:lnTo>
                  <a:lnTo>
                    <a:pt x="183518" y="350448"/>
                  </a:lnTo>
                  <a:lnTo>
                    <a:pt x="183661" y="350488"/>
                  </a:lnTo>
                  <a:lnTo>
                    <a:pt x="183895" y="350590"/>
                  </a:lnTo>
                  <a:lnTo>
                    <a:pt x="184095" y="350908"/>
                  </a:lnTo>
                  <a:lnTo>
                    <a:pt x="183990" y="351223"/>
                  </a:lnTo>
                  <a:lnTo>
                    <a:pt x="183720" y="351692"/>
                  </a:lnTo>
                  <a:lnTo>
                    <a:pt x="183222" y="352201"/>
                  </a:lnTo>
                  <a:lnTo>
                    <a:pt x="183224" y="352338"/>
                  </a:lnTo>
                  <a:lnTo>
                    <a:pt x="183132" y="352677"/>
                  </a:lnTo>
                  <a:lnTo>
                    <a:pt x="182931" y="352818"/>
                  </a:lnTo>
                  <a:lnTo>
                    <a:pt x="182551" y="352904"/>
                  </a:lnTo>
                  <a:lnTo>
                    <a:pt x="182387" y="352905"/>
                  </a:lnTo>
                  <a:lnTo>
                    <a:pt x="182484" y="353389"/>
                  </a:lnTo>
                  <a:lnTo>
                    <a:pt x="182397" y="353606"/>
                  </a:lnTo>
                  <a:lnTo>
                    <a:pt x="182447" y="354114"/>
                  </a:lnTo>
                  <a:lnTo>
                    <a:pt x="182316" y="354188"/>
                  </a:lnTo>
                  <a:lnTo>
                    <a:pt x="182160" y="354138"/>
                  </a:lnTo>
                  <a:lnTo>
                    <a:pt x="181928" y="354285"/>
                  </a:lnTo>
                  <a:lnTo>
                    <a:pt x="181761" y="354431"/>
                  </a:lnTo>
                  <a:lnTo>
                    <a:pt x="181598" y="354954"/>
                  </a:lnTo>
                  <a:lnTo>
                    <a:pt x="181539" y="355252"/>
                  </a:lnTo>
                  <a:lnTo>
                    <a:pt x="181408" y="355664"/>
                  </a:lnTo>
                  <a:lnTo>
                    <a:pt x="180986" y="355844"/>
                  </a:lnTo>
                  <a:lnTo>
                    <a:pt x="180688" y="356017"/>
                  </a:lnTo>
                  <a:lnTo>
                    <a:pt x="180562" y="356201"/>
                  </a:lnTo>
                  <a:lnTo>
                    <a:pt x="180505" y="356428"/>
                  </a:lnTo>
                  <a:lnTo>
                    <a:pt x="180245" y="356658"/>
                  </a:lnTo>
                  <a:lnTo>
                    <a:pt x="180114" y="357080"/>
                  </a:lnTo>
                  <a:lnTo>
                    <a:pt x="179796" y="357296"/>
                  </a:lnTo>
                  <a:lnTo>
                    <a:pt x="179535" y="357638"/>
                  </a:lnTo>
                  <a:lnTo>
                    <a:pt x="179387" y="357965"/>
                  </a:lnTo>
                  <a:lnTo>
                    <a:pt x="179612" y="358586"/>
                  </a:lnTo>
                  <a:lnTo>
                    <a:pt x="179620" y="359047"/>
                  </a:lnTo>
                  <a:lnTo>
                    <a:pt x="179441" y="359526"/>
                  </a:lnTo>
                  <a:lnTo>
                    <a:pt x="179326" y="359806"/>
                  </a:lnTo>
                  <a:lnTo>
                    <a:pt x="179135" y="359943"/>
                  </a:lnTo>
                  <a:lnTo>
                    <a:pt x="178264" y="360892"/>
                  </a:lnTo>
                  <a:lnTo>
                    <a:pt x="177909" y="360810"/>
                  </a:lnTo>
                  <a:lnTo>
                    <a:pt x="177451" y="360957"/>
                  </a:lnTo>
                  <a:lnTo>
                    <a:pt x="176747" y="361564"/>
                  </a:lnTo>
                  <a:lnTo>
                    <a:pt x="176658" y="361953"/>
                  </a:lnTo>
                  <a:lnTo>
                    <a:pt x="176596" y="362175"/>
                  </a:lnTo>
                  <a:lnTo>
                    <a:pt x="176448" y="362375"/>
                  </a:lnTo>
                  <a:lnTo>
                    <a:pt x="175772" y="363049"/>
                  </a:lnTo>
                  <a:lnTo>
                    <a:pt x="175735" y="363339"/>
                  </a:lnTo>
                  <a:lnTo>
                    <a:pt x="175862" y="363747"/>
                  </a:lnTo>
                  <a:lnTo>
                    <a:pt x="175798" y="363940"/>
                  </a:lnTo>
                  <a:lnTo>
                    <a:pt x="175885" y="364622"/>
                  </a:lnTo>
                  <a:lnTo>
                    <a:pt x="175691" y="364960"/>
                  </a:lnTo>
                  <a:lnTo>
                    <a:pt x="175328" y="365223"/>
                  </a:lnTo>
                  <a:lnTo>
                    <a:pt x="175183" y="365103"/>
                  </a:lnTo>
                  <a:lnTo>
                    <a:pt x="175133" y="364970"/>
                  </a:lnTo>
                  <a:lnTo>
                    <a:pt x="174648" y="364714"/>
                  </a:lnTo>
                  <a:lnTo>
                    <a:pt x="174110" y="365293"/>
                  </a:lnTo>
                  <a:lnTo>
                    <a:pt x="174194" y="365422"/>
                  </a:lnTo>
                  <a:lnTo>
                    <a:pt x="174111" y="365753"/>
                  </a:lnTo>
                  <a:lnTo>
                    <a:pt x="173848" y="366000"/>
                  </a:lnTo>
                  <a:lnTo>
                    <a:pt x="173628" y="366176"/>
                  </a:lnTo>
                  <a:lnTo>
                    <a:pt x="173215" y="366476"/>
                  </a:lnTo>
                  <a:lnTo>
                    <a:pt x="173096" y="366829"/>
                  </a:lnTo>
                  <a:lnTo>
                    <a:pt x="173011" y="368566"/>
                  </a:lnTo>
                  <a:lnTo>
                    <a:pt x="172631" y="368825"/>
                  </a:lnTo>
                  <a:lnTo>
                    <a:pt x="172475" y="369599"/>
                  </a:lnTo>
                  <a:lnTo>
                    <a:pt x="172350" y="370126"/>
                  </a:lnTo>
                  <a:lnTo>
                    <a:pt x="171618" y="371521"/>
                  </a:lnTo>
                  <a:lnTo>
                    <a:pt x="171021" y="372253"/>
                  </a:lnTo>
                  <a:lnTo>
                    <a:pt x="170136" y="373323"/>
                  </a:lnTo>
                  <a:lnTo>
                    <a:pt x="170120" y="373799"/>
                  </a:lnTo>
                  <a:lnTo>
                    <a:pt x="170075" y="373966"/>
                  </a:lnTo>
                  <a:lnTo>
                    <a:pt x="169926" y="374139"/>
                  </a:lnTo>
                  <a:lnTo>
                    <a:pt x="169635" y="374302"/>
                  </a:lnTo>
                  <a:lnTo>
                    <a:pt x="168969" y="374508"/>
                  </a:lnTo>
                  <a:lnTo>
                    <a:pt x="168644" y="374680"/>
                  </a:lnTo>
                  <a:lnTo>
                    <a:pt x="168569" y="374960"/>
                  </a:lnTo>
                  <a:lnTo>
                    <a:pt x="168284" y="375168"/>
                  </a:lnTo>
                  <a:lnTo>
                    <a:pt x="168056" y="375099"/>
                  </a:lnTo>
                  <a:lnTo>
                    <a:pt x="167191" y="375246"/>
                  </a:lnTo>
                  <a:lnTo>
                    <a:pt x="167122" y="375916"/>
                  </a:lnTo>
                  <a:lnTo>
                    <a:pt x="167126" y="376295"/>
                  </a:lnTo>
                  <a:lnTo>
                    <a:pt x="167181" y="376478"/>
                  </a:lnTo>
                  <a:lnTo>
                    <a:pt x="167330" y="376944"/>
                  </a:lnTo>
                  <a:lnTo>
                    <a:pt x="166983" y="378205"/>
                  </a:lnTo>
                  <a:lnTo>
                    <a:pt x="166586" y="378427"/>
                  </a:lnTo>
                  <a:lnTo>
                    <a:pt x="166720" y="379165"/>
                  </a:lnTo>
                  <a:lnTo>
                    <a:pt x="166537" y="379391"/>
                  </a:lnTo>
                  <a:lnTo>
                    <a:pt x="166662" y="379703"/>
                  </a:lnTo>
                  <a:lnTo>
                    <a:pt x="167330" y="380277"/>
                  </a:lnTo>
                  <a:lnTo>
                    <a:pt x="167545" y="380319"/>
                  </a:lnTo>
                  <a:lnTo>
                    <a:pt x="167622" y="380184"/>
                  </a:lnTo>
                  <a:lnTo>
                    <a:pt x="167831" y="380325"/>
                  </a:lnTo>
                  <a:lnTo>
                    <a:pt x="168126" y="380680"/>
                  </a:lnTo>
                  <a:lnTo>
                    <a:pt x="167918" y="381294"/>
                  </a:lnTo>
                  <a:lnTo>
                    <a:pt x="167483" y="381654"/>
                  </a:lnTo>
                  <a:lnTo>
                    <a:pt x="167248" y="381919"/>
                  </a:lnTo>
                  <a:lnTo>
                    <a:pt x="166968" y="382703"/>
                  </a:lnTo>
                  <a:lnTo>
                    <a:pt x="167494" y="383264"/>
                  </a:lnTo>
                  <a:lnTo>
                    <a:pt x="167693" y="383397"/>
                  </a:lnTo>
                  <a:lnTo>
                    <a:pt x="167821" y="383452"/>
                  </a:lnTo>
                  <a:lnTo>
                    <a:pt x="168337" y="383662"/>
                  </a:lnTo>
                  <a:lnTo>
                    <a:pt x="168017" y="383807"/>
                  </a:lnTo>
                  <a:lnTo>
                    <a:pt x="167581" y="384445"/>
                  </a:lnTo>
                  <a:lnTo>
                    <a:pt x="166892" y="385415"/>
                  </a:lnTo>
                  <a:lnTo>
                    <a:pt x="166611" y="385663"/>
                  </a:lnTo>
                  <a:lnTo>
                    <a:pt x="166555" y="385972"/>
                  </a:lnTo>
                  <a:lnTo>
                    <a:pt x="167008" y="386944"/>
                  </a:lnTo>
                  <a:lnTo>
                    <a:pt x="167593" y="388019"/>
                  </a:lnTo>
                  <a:lnTo>
                    <a:pt x="167791" y="388269"/>
                  </a:lnTo>
                  <a:lnTo>
                    <a:pt x="168336" y="389592"/>
                  </a:lnTo>
                  <a:lnTo>
                    <a:pt x="168346" y="389905"/>
                  </a:lnTo>
                  <a:lnTo>
                    <a:pt x="167903" y="390466"/>
                  </a:lnTo>
                  <a:lnTo>
                    <a:pt x="167524" y="390486"/>
                  </a:lnTo>
                  <a:lnTo>
                    <a:pt x="166405" y="390881"/>
                  </a:lnTo>
                  <a:lnTo>
                    <a:pt x="166332" y="391266"/>
                  </a:lnTo>
                  <a:lnTo>
                    <a:pt x="166374" y="391403"/>
                  </a:lnTo>
                  <a:lnTo>
                    <a:pt x="166216" y="391461"/>
                  </a:lnTo>
                  <a:lnTo>
                    <a:pt x="166013" y="391525"/>
                  </a:lnTo>
                  <a:lnTo>
                    <a:pt x="165684" y="391486"/>
                  </a:lnTo>
                  <a:lnTo>
                    <a:pt x="165260" y="390780"/>
                  </a:lnTo>
                  <a:lnTo>
                    <a:pt x="165312" y="390473"/>
                  </a:lnTo>
                  <a:lnTo>
                    <a:pt x="165322" y="390085"/>
                  </a:lnTo>
                  <a:lnTo>
                    <a:pt x="165132" y="389723"/>
                  </a:lnTo>
                  <a:lnTo>
                    <a:pt x="164146" y="389451"/>
                  </a:lnTo>
                  <a:lnTo>
                    <a:pt x="163679" y="389530"/>
                  </a:lnTo>
                  <a:lnTo>
                    <a:pt x="163320" y="389848"/>
                  </a:lnTo>
                  <a:lnTo>
                    <a:pt x="163026" y="390440"/>
                  </a:lnTo>
                  <a:lnTo>
                    <a:pt x="162715" y="391199"/>
                  </a:lnTo>
                  <a:lnTo>
                    <a:pt x="162637" y="391394"/>
                  </a:lnTo>
                  <a:lnTo>
                    <a:pt x="162601" y="391703"/>
                  </a:lnTo>
                  <a:lnTo>
                    <a:pt x="162589" y="392600"/>
                  </a:lnTo>
                  <a:lnTo>
                    <a:pt x="162794" y="392774"/>
                  </a:lnTo>
                  <a:lnTo>
                    <a:pt x="162474" y="393947"/>
                  </a:lnTo>
                  <a:lnTo>
                    <a:pt x="162588" y="394350"/>
                  </a:lnTo>
                  <a:lnTo>
                    <a:pt x="162421" y="394581"/>
                  </a:lnTo>
                  <a:lnTo>
                    <a:pt x="162052" y="394792"/>
                  </a:lnTo>
                  <a:lnTo>
                    <a:pt x="161799" y="394815"/>
                  </a:lnTo>
                  <a:lnTo>
                    <a:pt x="160884" y="395232"/>
                  </a:lnTo>
                  <a:lnTo>
                    <a:pt x="159593" y="396380"/>
                  </a:lnTo>
                  <a:lnTo>
                    <a:pt x="158911" y="396752"/>
                  </a:lnTo>
                  <a:lnTo>
                    <a:pt x="158196" y="396572"/>
                  </a:lnTo>
                  <a:lnTo>
                    <a:pt x="157851" y="396170"/>
                  </a:lnTo>
                  <a:lnTo>
                    <a:pt x="156164" y="396617"/>
                  </a:lnTo>
                  <a:lnTo>
                    <a:pt x="156034" y="396789"/>
                  </a:lnTo>
                  <a:lnTo>
                    <a:pt x="156415" y="397013"/>
                  </a:lnTo>
                  <a:lnTo>
                    <a:pt x="156399" y="397333"/>
                  </a:lnTo>
                  <a:lnTo>
                    <a:pt x="156029" y="397603"/>
                  </a:lnTo>
                  <a:lnTo>
                    <a:pt x="155642" y="397782"/>
                  </a:lnTo>
                  <a:lnTo>
                    <a:pt x="155316" y="397913"/>
                  </a:lnTo>
                  <a:lnTo>
                    <a:pt x="155032" y="397737"/>
                  </a:lnTo>
                  <a:lnTo>
                    <a:pt x="154700" y="397520"/>
                  </a:lnTo>
                  <a:lnTo>
                    <a:pt x="154195" y="397375"/>
                  </a:lnTo>
                  <a:lnTo>
                    <a:pt x="153931" y="397376"/>
                  </a:lnTo>
                  <a:lnTo>
                    <a:pt x="153436" y="397448"/>
                  </a:lnTo>
                  <a:lnTo>
                    <a:pt x="152615" y="398437"/>
                  </a:lnTo>
                  <a:lnTo>
                    <a:pt x="152487" y="398645"/>
                  </a:lnTo>
                  <a:lnTo>
                    <a:pt x="152456" y="398820"/>
                  </a:lnTo>
                  <a:lnTo>
                    <a:pt x="153016" y="399370"/>
                  </a:lnTo>
                  <a:lnTo>
                    <a:pt x="153284" y="399332"/>
                  </a:lnTo>
                  <a:lnTo>
                    <a:pt x="153721" y="399190"/>
                  </a:lnTo>
                  <a:lnTo>
                    <a:pt x="153946" y="399113"/>
                  </a:lnTo>
                  <a:lnTo>
                    <a:pt x="154197" y="399016"/>
                  </a:lnTo>
                  <a:lnTo>
                    <a:pt x="154444" y="399080"/>
                  </a:lnTo>
                  <a:lnTo>
                    <a:pt x="155052" y="399663"/>
                  </a:lnTo>
                  <a:lnTo>
                    <a:pt x="154819" y="400154"/>
                  </a:lnTo>
                  <a:lnTo>
                    <a:pt x="153942" y="400931"/>
                  </a:lnTo>
                  <a:lnTo>
                    <a:pt x="153280" y="401525"/>
                  </a:lnTo>
                  <a:lnTo>
                    <a:pt x="153223" y="401724"/>
                  </a:lnTo>
                  <a:lnTo>
                    <a:pt x="153186" y="402177"/>
                  </a:lnTo>
                  <a:lnTo>
                    <a:pt x="153335" y="402843"/>
                  </a:lnTo>
                  <a:lnTo>
                    <a:pt x="153529" y="403015"/>
                  </a:lnTo>
                  <a:lnTo>
                    <a:pt x="155544" y="403707"/>
                  </a:lnTo>
                  <a:lnTo>
                    <a:pt x="156169" y="403697"/>
                  </a:lnTo>
                  <a:lnTo>
                    <a:pt x="156697" y="403744"/>
                  </a:lnTo>
                  <a:lnTo>
                    <a:pt x="156662" y="403974"/>
                  </a:lnTo>
                  <a:lnTo>
                    <a:pt x="156592" y="404198"/>
                  </a:lnTo>
                  <a:lnTo>
                    <a:pt x="156528" y="404394"/>
                  </a:lnTo>
                  <a:lnTo>
                    <a:pt x="156386" y="404580"/>
                  </a:lnTo>
                  <a:lnTo>
                    <a:pt x="156255" y="404683"/>
                  </a:lnTo>
                  <a:lnTo>
                    <a:pt x="156009" y="405016"/>
                  </a:lnTo>
                  <a:lnTo>
                    <a:pt x="156021" y="405319"/>
                  </a:lnTo>
                  <a:lnTo>
                    <a:pt x="156230" y="405522"/>
                  </a:lnTo>
                  <a:lnTo>
                    <a:pt x="156526" y="405647"/>
                  </a:lnTo>
                  <a:lnTo>
                    <a:pt x="156799" y="405750"/>
                  </a:lnTo>
                  <a:lnTo>
                    <a:pt x="157553" y="406241"/>
                  </a:lnTo>
                  <a:lnTo>
                    <a:pt x="158544" y="407047"/>
                  </a:lnTo>
                  <a:lnTo>
                    <a:pt x="158580" y="407331"/>
                  </a:lnTo>
                  <a:lnTo>
                    <a:pt x="158593" y="407511"/>
                  </a:lnTo>
                  <a:lnTo>
                    <a:pt x="158567" y="407735"/>
                  </a:lnTo>
                  <a:lnTo>
                    <a:pt x="158342" y="408108"/>
                  </a:lnTo>
                  <a:lnTo>
                    <a:pt x="158073" y="408127"/>
                  </a:lnTo>
                  <a:lnTo>
                    <a:pt x="157796" y="408017"/>
                  </a:lnTo>
                  <a:lnTo>
                    <a:pt x="157636" y="407984"/>
                  </a:lnTo>
                  <a:lnTo>
                    <a:pt x="157440" y="407980"/>
                  </a:lnTo>
                  <a:lnTo>
                    <a:pt x="156443" y="408105"/>
                  </a:lnTo>
                  <a:lnTo>
                    <a:pt x="156439" y="408402"/>
                  </a:lnTo>
                  <a:lnTo>
                    <a:pt x="156611" y="408491"/>
                  </a:lnTo>
                  <a:lnTo>
                    <a:pt x="157007" y="408574"/>
                  </a:lnTo>
                  <a:lnTo>
                    <a:pt x="157252" y="408852"/>
                  </a:lnTo>
                  <a:lnTo>
                    <a:pt x="156942" y="409838"/>
                  </a:lnTo>
                  <a:lnTo>
                    <a:pt x="156835" y="410402"/>
                  </a:lnTo>
                  <a:lnTo>
                    <a:pt x="157055" y="410704"/>
                  </a:lnTo>
                  <a:lnTo>
                    <a:pt x="157424" y="410783"/>
                  </a:lnTo>
                  <a:lnTo>
                    <a:pt x="158081" y="411118"/>
                  </a:lnTo>
                  <a:lnTo>
                    <a:pt x="158073" y="411628"/>
                  </a:lnTo>
                  <a:lnTo>
                    <a:pt x="158100" y="411856"/>
                  </a:lnTo>
                  <a:lnTo>
                    <a:pt x="158398" y="412613"/>
                  </a:lnTo>
                  <a:lnTo>
                    <a:pt x="158730" y="412756"/>
                  </a:lnTo>
                  <a:lnTo>
                    <a:pt x="159296" y="412558"/>
                  </a:lnTo>
                  <a:lnTo>
                    <a:pt x="159698" y="412453"/>
                  </a:lnTo>
                  <a:lnTo>
                    <a:pt x="160361" y="412542"/>
                  </a:lnTo>
                  <a:lnTo>
                    <a:pt x="160541" y="412711"/>
                  </a:lnTo>
                  <a:lnTo>
                    <a:pt x="161136" y="413337"/>
                  </a:lnTo>
                  <a:lnTo>
                    <a:pt x="161508" y="413830"/>
                  </a:lnTo>
                  <a:lnTo>
                    <a:pt x="161847" y="414072"/>
                  </a:lnTo>
                  <a:lnTo>
                    <a:pt x="162816" y="414476"/>
                  </a:lnTo>
                  <a:lnTo>
                    <a:pt x="163254" y="414387"/>
                  </a:lnTo>
                  <a:lnTo>
                    <a:pt x="163626" y="414287"/>
                  </a:lnTo>
                  <a:lnTo>
                    <a:pt x="164004" y="414335"/>
                  </a:lnTo>
                  <a:lnTo>
                    <a:pt x="164304" y="414483"/>
                  </a:lnTo>
                  <a:lnTo>
                    <a:pt x="164436" y="415117"/>
                  </a:lnTo>
                  <a:lnTo>
                    <a:pt x="164864" y="416062"/>
                  </a:lnTo>
                  <a:lnTo>
                    <a:pt x="165205" y="416730"/>
                  </a:lnTo>
                  <a:lnTo>
                    <a:pt x="165916" y="417298"/>
                  </a:lnTo>
                  <a:lnTo>
                    <a:pt x="165662" y="418082"/>
                  </a:lnTo>
                  <a:lnTo>
                    <a:pt x="164991" y="419022"/>
                  </a:lnTo>
                  <a:lnTo>
                    <a:pt x="165498" y="419576"/>
                  </a:lnTo>
                  <a:lnTo>
                    <a:pt x="165668" y="419986"/>
                  </a:lnTo>
                  <a:lnTo>
                    <a:pt x="165022" y="420775"/>
                  </a:lnTo>
                  <a:lnTo>
                    <a:pt x="164334" y="420890"/>
                  </a:lnTo>
                  <a:lnTo>
                    <a:pt x="164130" y="421031"/>
                  </a:lnTo>
                  <a:lnTo>
                    <a:pt x="164095" y="421205"/>
                  </a:lnTo>
                  <a:lnTo>
                    <a:pt x="164334" y="422285"/>
                  </a:lnTo>
                  <a:lnTo>
                    <a:pt x="164399" y="422494"/>
                  </a:lnTo>
                  <a:lnTo>
                    <a:pt x="164320" y="423118"/>
                  </a:lnTo>
                  <a:lnTo>
                    <a:pt x="163779" y="423331"/>
                  </a:lnTo>
                  <a:lnTo>
                    <a:pt x="163673" y="423670"/>
                  </a:lnTo>
                  <a:lnTo>
                    <a:pt x="163753" y="423899"/>
                  </a:lnTo>
                  <a:lnTo>
                    <a:pt x="163482" y="424967"/>
                  </a:lnTo>
                  <a:lnTo>
                    <a:pt x="163369" y="425588"/>
                  </a:lnTo>
                  <a:lnTo>
                    <a:pt x="163791" y="425806"/>
                  </a:lnTo>
                  <a:lnTo>
                    <a:pt x="163932" y="426292"/>
                  </a:lnTo>
                  <a:lnTo>
                    <a:pt x="163916" y="426423"/>
                  </a:lnTo>
                  <a:lnTo>
                    <a:pt x="163644" y="426370"/>
                  </a:lnTo>
                  <a:lnTo>
                    <a:pt x="163296" y="426504"/>
                  </a:lnTo>
                  <a:lnTo>
                    <a:pt x="163110" y="426703"/>
                  </a:lnTo>
                  <a:lnTo>
                    <a:pt x="163342" y="426869"/>
                  </a:lnTo>
                  <a:lnTo>
                    <a:pt x="163611" y="427049"/>
                  </a:lnTo>
                  <a:lnTo>
                    <a:pt x="163740" y="427310"/>
                  </a:lnTo>
                  <a:lnTo>
                    <a:pt x="163366" y="427566"/>
                  </a:lnTo>
                  <a:lnTo>
                    <a:pt x="162535" y="427736"/>
                  </a:lnTo>
                  <a:lnTo>
                    <a:pt x="162341" y="427705"/>
                  </a:lnTo>
                  <a:lnTo>
                    <a:pt x="162077" y="427712"/>
                  </a:lnTo>
                  <a:lnTo>
                    <a:pt x="161650" y="427768"/>
                  </a:lnTo>
                  <a:lnTo>
                    <a:pt x="161507" y="427968"/>
                  </a:lnTo>
                  <a:lnTo>
                    <a:pt x="161778" y="428312"/>
                  </a:lnTo>
                  <a:lnTo>
                    <a:pt x="161997" y="428397"/>
                  </a:lnTo>
                  <a:lnTo>
                    <a:pt x="162231" y="428440"/>
                  </a:lnTo>
                  <a:lnTo>
                    <a:pt x="162500" y="428492"/>
                  </a:lnTo>
                  <a:lnTo>
                    <a:pt x="162759" y="428575"/>
                  </a:lnTo>
                  <a:lnTo>
                    <a:pt x="163565" y="428945"/>
                  </a:lnTo>
                  <a:lnTo>
                    <a:pt x="164075" y="429267"/>
                  </a:lnTo>
                  <a:lnTo>
                    <a:pt x="164305" y="430224"/>
                  </a:lnTo>
                  <a:lnTo>
                    <a:pt x="164010" y="430374"/>
                  </a:lnTo>
                  <a:lnTo>
                    <a:pt x="163402" y="430505"/>
                  </a:lnTo>
                  <a:lnTo>
                    <a:pt x="162766" y="430470"/>
                  </a:lnTo>
                  <a:lnTo>
                    <a:pt x="162628" y="430452"/>
                  </a:lnTo>
                  <a:lnTo>
                    <a:pt x="162409" y="430668"/>
                  </a:lnTo>
                  <a:lnTo>
                    <a:pt x="162487" y="431100"/>
                  </a:lnTo>
                  <a:lnTo>
                    <a:pt x="162780" y="432025"/>
                  </a:lnTo>
                  <a:lnTo>
                    <a:pt x="163048" y="433104"/>
                  </a:lnTo>
                  <a:lnTo>
                    <a:pt x="163015" y="434220"/>
                  </a:lnTo>
                  <a:lnTo>
                    <a:pt x="162665" y="434337"/>
                  </a:lnTo>
                  <a:lnTo>
                    <a:pt x="162208" y="434506"/>
                  </a:lnTo>
                  <a:lnTo>
                    <a:pt x="161916" y="434770"/>
                  </a:lnTo>
                  <a:lnTo>
                    <a:pt x="161827" y="435033"/>
                  </a:lnTo>
                  <a:lnTo>
                    <a:pt x="161905" y="435435"/>
                  </a:lnTo>
                  <a:lnTo>
                    <a:pt x="161956" y="435622"/>
                  </a:lnTo>
                  <a:lnTo>
                    <a:pt x="162257" y="435743"/>
                  </a:lnTo>
                  <a:lnTo>
                    <a:pt x="162827" y="435847"/>
                  </a:lnTo>
                  <a:lnTo>
                    <a:pt x="163660" y="435845"/>
                  </a:lnTo>
                  <a:lnTo>
                    <a:pt x="164008" y="436101"/>
                  </a:lnTo>
                  <a:lnTo>
                    <a:pt x="163561" y="436762"/>
                  </a:lnTo>
                  <a:lnTo>
                    <a:pt x="163787" y="437252"/>
                  </a:lnTo>
                  <a:lnTo>
                    <a:pt x="163823" y="437686"/>
                  </a:lnTo>
                  <a:lnTo>
                    <a:pt x="163226" y="437864"/>
                  </a:lnTo>
                  <a:lnTo>
                    <a:pt x="163086" y="437899"/>
                  </a:lnTo>
                  <a:lnTo>
                    <a:pt x="162864" y="437954"/>
                  </a:lnTo>
                  <a:lnTo>
                    <a:pt x="161939" y="437699"/>
                  </a:lnTo>
                  <a:lnTo>
                    <a:pt x="161120" y="437777"/>
                  </a:lnTo>
                  <a:lnTo>
                    <a:pt x="160550" y="437927"/>
                  </a:lnTo>
                  <a:lnTo>
                    <a:pt x="160550" y="438131"/>
                  </a:lnTo>
                  <a:lnTo>
                    <a:pt x="160957" y="438612"/>
                  </a:lnTo>
                  <a:lnTo>
                    <a:pt x="161504" y="439357"/>
                  </a:lnTo>
                  <a:lnTo>
                    <a:pt x="161507" y="439502"/>
                  </a:lnTo>
                  <a:lnTo>
                    <a:pt x="161690" y="440085"/>
                  </a:lnTo>
                  <a:lnTo>
                    <a:pt x="161702" y="440368"/>
                  </a:lnTo>
                  <a:lnTo>
                    <a:pt x="161203" y="441485"/>
                  </a:lnTo>
                  <a:lnTo>
                    <a:pt x="161346" y="441681"/>
                  </a:lnTo>
                  <a:lnTo>
                    <a:pt x="161335" y="442212"/>
                  </a:lnTo>
                  <a:lnTo>
                    <a:pt x="161168" y="442513"/>
                  </a:lnTo>
                  <a:lnTo>
                    <a:pt x="161153" y="443441"/>
                  </a:lnTo>
                  <a:lnTo>
                    <a:pt x="161023" y="443644"/>
                  </a:lnTo>
                  <a:lnTo>
                    <a:pt x="160853" y="443912"/>
                  </a:lnTo>
                  <a:lnTo>
                    <a:pt x="160716" y="444478"/>
                  </a:lnTo>
                  <a:lnTo>
                    <a:pt x="160847" y="444759"/>
                  </a:lnTo>
                  <a:lnTo>
                    <a:pt x="161056" y="444966"/>
                  </a:lnTo>
                  <a:lnTo>
                    <a:pt x="161619" y="444920"/>
                  </a:lnTo>
                  <a:lnTo>
                    <a:pt x="161772" y="445344"/>
                  </a:lnTo>
                  <a:lnTo>
                    <a:pt x="161700" y="445729"/>
                  </a:lnTo>
                  <a:lnTo>
                    <a:pt x="161943" y="446087"/>
                  </a:lnTo>
                  <a:lnTo>
                    <a:pt x="161517" y="446541"/>
                  </a:lnTo>
                  <a:lnTo>
                    <a:pt x="161334" y="446623"/>
                  </a:lnTo>
                  <a:lnTo>
                    <a:pt x="160750" y="446422"/>
                  </a:lnTo>
                  <a:lnTo>
                    <a:pt x="160696" y="446284"/>
                  </a:lnTo>
                  <a:lnTo>
                    <a:pt x="160586" y="446107"/>
                  </a:lnTo>
                  <a:lnTo>
                    <a:pt x="159981" y="446162"/>
                  </a:lnTo>
                  <a:lnTo>
                    <a:pt x="159848" y="446353"/>
                  </a:lnTo>
                  <a:lnTo>
                    <a:pt x="159105" y="446730"/>
                  </a:lnTo>
                  <a:lnTo>
                    <a:pt x="158559" y="446566"/>
                  </a:lnTo>
                  <a:lnTo>
                    <a:pt x="158386" y="446520"/>
                  </a:lnTo>
                  <a:lnTo>
                    <a:pt x="158397" y="447020"/>
                  </a:lnTo>
                  <a:lnTo>
                    <a:pt x="158566" y="447198"/>
                  </a:lnTo>
                  <a:lnTo>
                    <a:pt x="158561" y="447646"/>
                  </a:lnTo>
                  <a:lnTo>
                    <a:pt x="158923" y="447691"/>
                  </a:lnTo>
                  <a:lnTo>
                    <a:pt x="159345" y="447958"/>
                  </a:lnTo>
                  <a:lnTo>
                    <a:pt x="159042" y="448205"/>
                  </a:lnTo>
                  <a:lnTo>
                    <a:pt x="158771" y="448200"/>
                  </a:lnTo>
                  <a:lnTo>
                    <a:pt x="158525" y="448218"/>
                  </a:lnTo>
                  <a:lnTo>
                    <a:pt x="158346" y="448294"/>
                  </a:lnTo>
                  <a:lnTo>
                    <a:pt x="158108" y="448480"/>
                  </a:lnTo>
                  <a:lnTo>
                    <a:pt x="158270" y="448687"/>
                  </a:lnTo>
                  <a:lnTo>
                    <a:pt x="158770" y="448877"/>
                  </a:lnTo>
                  <a:lnTo>
                    <a:pt x="159241" y="449330"/>
                  </a:lnTo>
                  <a:lnTo>
                    <a:pt x="159327" y="449848"/>
                  </a:lnTo>
                  <a:lnTo>
                    <a:pt x="159270" y="450107"/>
                  </a:lnTo>
                  <a:lnTo>
                    <a:pt x="158896" y="450360"/>
                  </a:lnTo>
                  <a:lnTo>
                    <a:pt x="158503" y="450618"/>
                  </a:lnTo>
                  <a:lnTo>
                    <a:pt x="158514" y="450849"/>
                  </a:lnTo>
                  <a:lnTo>
                    <a:pt x="158542" y="451035"/>
                  </a:lnTo>
                  <a:lnTo>
                    <a:pt x="158733" y="451570"/>
                  </a:lnTo>
                  <a:lnTo>
                    <a:pt x="159165" y="452115"/>
                  </a:lnTo>
                  <a:lnTo>
                    <a:pt x="159192" y="452857"/>
                  </a:lnTo>
                  <a:lnTo>
                    <a:pt x="158842" y="453780"/>
                  </a:lnTo>
                  <a:lnTo>
                    <a:pt x="159381" y="454076"/>
                  </a:lnTo>
                  <a:lnTo>
                    <a:pt x="159732" y="454068"/>
                  </a:lnTo>
                  <a:lnTo>
                    <a:pt x="159904" y="455120"/>
                  </a:lnTo>
                  <a:lnTo>
                    <a:pt x="160059" y="455478"/>
                  </a:lnTo>
                  <a:lnTo>
                    <a:pt x="160247" y="455766"/>
                  </a:lnTo>
                  <a:lnTo>
                    <a:pt x="160225" y="455944"/>
                  </a:lnTo>
                  <a:lnTo>
                    <a:pt x="160239" y="456428"/>
                  </a:lnTo>
                  <a:lnTo>
                    <a:pt x="160249" y="456599"/>
                  </a:lnTo>
                  <a:lnTo>
                    <a:pt x="159812" y="456926"/>
                  </a:lnTo>
                  <a:lnTo>
                    <a:pt x="159077" y="456958"/>
                  </a:lnTo>
                  <a:lnTo>
                    <a:pt x="158614" y="456997"/>
                  </a:lnTo>
                  <a:lnTo>
                    <a:pt x="158065" y="456943"/>
                  </a:lnTo>
                  <a:lnTo>
                    <a:pt x="157831" y="456760"/>
                  </a:lnTo>
                  <a:lnTo>
                    <a:pt x="157762" y="456621"/>
                  </a:lnTo>
                  <a:lnTo>
                    <a:pt x="157236" y="456286"/>
                  </a:lnTo>
                  <a:lnTo>
                    <a:pt x="157063" y="456009"/>
                  </a:lnTo>
                  <a:lnTo>
                    <a:pt x="157007" y="455756"/>
                  </a:lnTo>
                  <a:lnTo>
                    <a:pt x="156720" y="455751"/>
                  </a:lnTo>
                  <a:lnTo>
                    <a:pt x="156636" y="456121"/>
                  </a:lnTo>
                  <a:lnTo>
                    <a:pt x="156765" y="456512"/>
                  </a:lnTo>
                  <a:lnTo>
                    <a:pt x="156633" y="456913"/>
                  </a:lnTo>
                  <a:lnTo>
                    <a:pt x="156885" y="457213"/>
                  </a:lnTo>
                  <a:lnTo>
                    <a:pt x="156983" y="457549"/>
                  </a:lnTo>
                  <a:lnTo>
                    <a:pt x="156767" y="457643"/>
                  </a:lnTo>
                  <a:lnTo>
                    <a:pt x="156437" y="457903"/>
                  </a:lnTo>
                  <a:lnTo>
                    <a:pt x="156324" y="458511"/>
                  </a:lnTo>
                  <a:lnTo>
                    <a:pt x="156261" y="458913"/>
                  </a:lnTo>
                  <a:lnTo>
                    <a:pt x="155900" y="459039"/>
                  </a:lnTo>
                  <a:lnTo>
                    <a:pt x="155621" y="459120"/>
                  </a:lnTo>
                  <a:lnTo>
                    <a:pt x="155314" y="459429"/>
                  </a:lnTo>
                  <a:lnTo>
                    <a:pt x="155242" y="459564"/>
                  </a:lnTo>
                  <a:lnTo>
                    <a:pt x="155046" y="459856"/>
                  </a:lnTo>
                  <a:lnTo>
                    <a:pt x="154534" y="460427"/>
                  </a:lnTo>
                  <a:lnTo>
                    <a:pt x="154711" y="460893"/>
                  </a:lnTo>
                  <a:lnTo>
                    <a:pt x="154538" y="461151"/>
                  </a:lnTo>
                  <a:lnTo>
                    <a:pt x="154189" y="461441"/>
                  </a:lnTo>
                  <a:lnTo>
                    <a:pt x="154127" y="461820"/>
                  </a:lnTo>
                  <a:lnTo>
                    <a:pt x="154206" y="462119"/>
                  </a:lnTo>
                  <a:lnTo>
                    <a:pt x="154419" y="462572"/>
                  </a:lnTo>
                  <a:lnTo>
                    <a:pt x="154744" y="462744"/>
                  </a:lnTo>
                  <a:lnTo>
                    <a:pt x="154340" y="463127"/>
                  </a:lnTo>
                  <a:lnTo>
                    <a:pt x="153927" y="463242"/>
                  </a:lnTo>
                  <a:lnTo>
                    <a:pt x="153664" y="462886"/>
                  </a:lnTo>
                  <a:lnTo>
                    <a:pt x="152331" y="463349"/>
                  </a:lnTo>
                  <a:lnTo>
                    <a:pt x="151552" y="463483"/>
                  </a:lnTo>
                  <a:lnTo>
                    <a:pt x="151425" y="463496"/>
                  </a:lnTo>
                  <a:lnTo>
                    <a:pt x="150518" y="463831"/>
                  </a:lnTo>
                  <a:lnTo>
                    <a:pt x="150205" y="463864"/>
                  </a:lnTo>
                  <a:lnTo>
                    <a:pt x="149946" y="463552"/>
                  </a:lnTo>
                  <a:lnTo>
                    <a:pt x="149708" y="463432"/>
                  </a:lnTo>
                  <a:lnTo>
                    <a:pt x="149592" y="463617"/>
                  </a:lnTo>
                  <a:lnTo>
                    <a:pt x="149355" y="463776"/>
                  </a:lnTo>
                  <a:lnTo>
                    <a:pt x="149157" y="463825"/>
                  </a:lnTo>
                  <a:lnTo>
                    <a:pt x="148744" y="464033"/>
                  </a:lnTo>
                  <a:lnTo>
                    <a:pt x="148669" y="464344"/>
                  </a:lnTo>
                  <a:lnTo>
                    <a:pt x="148645" y="464581"/>
                  </a:lnTo>
                  <a:lnTo>
                    <a:pt x="148282" y="464899"/>
                  </a:lnTo>
                  <a:lnTo>
                    <a:pt x="147752" y="465185"/>
                  </a:lnTo>
                  <a:lnTo>
                    <a:pt x="147590" y="465255"/>
                  </a:lnTo>
                  <a:lnTo>
                    <a:pt x="147112" y="465797"/>
                  </a:lnTo>
                  <a:lnTo>
                    <a:pt x="146698" y="465774"/>
                  </a:lnTo>
                  <a:lnTo>
                    <a:pt x="146424" y="465759"/>
                  </a:lnTo>
                  <a:lnTo>
                    <a:pt x="146215" y="465747"/>
                  </a:lnTo>
                  <a:lnTo>
                    <a:pt x="145931" y="465460"/>
                  </a:lnTo>
                  <a:lnTo>
                    <a:pt x="145753" y="465262"/>
                  </a:lnTo>
                  <a:lnTo>
                    <a:pt x="145547" y="465116"/>
                  </a:lnTo>
                  <a:lnTo>
                    <a:pt x="145207" y="465058"/>
                  </a:lnTo>
                  <a:lnTo>
                    <a:pt x="144541" y="465630"/>
                  </a:lnTo>
                  <a:lnTo>
                    <a:pt x="144454" y="465846"/>
                  </a:lnTo>
                  <a:lnTo>
                    <a:pt x="144736" y="465876"/>
                  </a:lnTo>
                  <a:lnTo>
                    <a:pt x="145163" y="465871"/>
                  </a:lnTo>
                  <a:lnTo>
                    <a:pt x="145546" y="466021"/>
                  </a:lnTo>
                  <a:lnTo>
                    <a:pt x="145879" y="466151"/>
                  </a:lnTo>
                  <a:lnTo>
                    <a:pt x="145938" y="466280"/>
                  </a:lnTo>
                  <a:lnTo>
                    <a:pt x="146007" y="466465"/>
                  </a:lnTo>
                  <a:lnTo>
                    <a:pt x="145485" y="466736"/>
                  </a:lnTo>
                  <a:lnTo>
                    <a:pt x="145116" y="466333"/>
                  </a:lnTo>
                  <a:lnTo>
                    <a:pt x="144931" y="466625"/>
                  </a:lnTo>
                  <a:lnTo>
                    <a:pt x="144725" y="466885"/>
                  </a:lnTo>
                  <a:lnTo>
                    <a:pt x="144697" y="467303"/>
                  </a:lnTo>
                  <a:lnTo>
                    <a:pt x="144776" y="468038"/>
                  </a:lnTo>
                  <a:lnTo>
                    <a:pt x="144630" y="467952"/>
                  </a:lnTo>
                  <a:lnTo>
                    <a:pt x="144221" y="467719"/>
                  </a:lnTo>
                  <a:lnTo>
                    <a:pt x="143835" y="467551"/>
                  </a:lnTo>
                  <a:lnTo>
                    <a:pt x="143291" y="467425"/>
                  </a:lnTo>
                  <a:lnTo>
                    <a:pt x="142505" y="467169"/>
                  </a:lnTo>
                  <a:lnTo>
                    <a:pt x="142039" y="466514"/>
                  </a:lnTo>
                  <a:lnTo>
                    <a:pt x="141834" y="466546"/>
                  </a:lnTo>
                  <a:lnTo>
                    <a:pt x="141616" y="466574"/>
                  </a:lnTo>
                  <a:lnTo>
                    <a:pt x="141039" y="466691"/>
                  </a:lnTo>
                  <a:lnTo>
                    <a:pt x="140686" y="466871"/>
                  </a:lnTo>
                  <a:lnTo>
                    <a:pt x="140376" y="466842"/>
                  </a:lnTo>
                  <a:lnTo>
                    <a:pt x="140157" y="466797"/>
                  </a:lnTo>
                  <a:lnTo>
                    <a:pt x="139629" y="466891"/>
                  </a:lnTo>
                  <a:lnTo>
                    <a:pt x="139608" y="467490"/>
                  </a:lnTo>
                  <a:lnTo>
                    <a:pt x="139608" y="467801"/>
                  </a:lnTo>
                  <a:lnTo>
                    <a:pt x="139542" y="468559"/>
                  </a:lnTo>
                  <a:lnTo>
                    <a:pt x="139241" y="468788"/>
                  </a:lnTo>
                  <a:lnTo>
                    <a:pt x="138944" y="468643"/>
                  </a:lnTo>
                  <a:lnTo>
                    <a:pt x="138445" y="468741"/>
                  </a:lnTo>
                  <a:lnTo>
                    <a:pt x="138489" y="468879"/>
                  </a:lnTo>
                  <a:lnTo>
                    <a:pt x="138534" y="469018"/>
                  </a:lnTo>
                  <a:lnTo>
                    <a:pt x="138634" y="469323"/>
                  </a:lnTo>
                  <a:lnTo>
                    <a:pt x="138935" y="469399"/>
                  </a:lnTo>
                  <a:lnTo>
                    <a:pt x="138968" y="469675"/>
                  </a:lnTo>
                  <a:lnTo>
                    <a:pt x="138600" y="470023"/>
                  </a:lnTo>
                  <a:lnTo>
                    <a:pt x="138472" y="470111"/>
                  </a:lnTo>
                  <a:lnTo>
                    <a:pt x="138144" y="470377"/>
                  </a:lnTo>
                  <a:lnTo>
                    <a:pt x="138046" y="470515"/>
                  </a:lnTo>
                  <a:lnTo>
                    <a:pt x="137938" y="470667"/>
                  </a:lnTo>
                  <a:lnTo>
                    <a:pt x="137551" y="471052"/>
                  </a:lnTo>
                  <a:lnTo>
                    <a:pt x="137520" y="471299"/>
                  </a:lnTo>
                  <a:lnTo>
                    <a:pt x="137620" y="472102"/>
                  </a:lnTo>
                  <a:lnTo>
                    <a:pt x="137468" y="472120"/>
                  </a:lnTo>
                  <a:lnTo>
                    <a:pt x="137304" y="472167"/>
                  </a:lnTo>
                  <a:lnTo>
                    <a:pt x="137207" y="472503"/>
                  </a:lnTo>
                  <a:lnTo>
                    <a:pt x="137003" y="472980"/>
                  </a:lnTo>
                  <a:lnTo>
                    <a:pt x="136427" y="473140"/>
                  </a:lnTo>
                  <a:lnTo>
                    <a:pt x="136080" y="472928"/>
                  </a:lnTo>
                  <a:lnTo>
                    <a:pt x="135877" y="472824"/>
                  </a:lnTo>
                  <a:lnTo>
                    <a:pt x="135556" y="472733"/>
                  </a:lnTo>
                  <a:lnTo>
                    <a:pt x="135084" y="472853"/>
                  </a:lnTo>
                  <a:lnTo>
                    <a:pt x="134934" y="472788"/>
                  </a:lnTo>
                  <a:lnTo>
                    <a:pt x="134704" y="472682"/>
                  </a:lnTo>
                  <a:lnTo>
                    <a:pt x="134456" y="472490"/>
                  </a:lnTo>
                  <a:lnTo>
                    <a:pt x="134110" y="472164"/>
                  </a:lnTo>
                  <a:lnTo>
                    <a:pt x="133903" y="471961"/>
                  </a:lnTo>
                  <a:lnTo>
                    <a:pt x="133362" y="471979"/>
                  </a:lnTo>
                  <a:lnTo>
                    <a:pt x="133176" y="471948"/>
                  </a:lnTo>
                  <a:lnTo>
                    <a:pt x="132948" y="471842"/>
                  </a:lnTo>
                  <a:lnTo>
                    <a:pt x="132692" y="471713"/>
                  </a:lnTo>
                  <a:lnTo>
                    <a:pt x="132297" y="471569"/>
                  </a:lnTo>
                  <a:lnTo>
                    <a:pt x="131969" y="471693"/>
                  </a:lnTo>
                  <a:lnTo>
                    <a:pt x="131482" y="471595"/>
                  </a:lnTo>
                  <a:lnTo>
                    <a:pt x="130936" y="471624"/>
                  </a:lnTo>
                  <a:lnTo>
                    <a:pt x="130423" y="471433"/>
                  </a:lnTo>
                  <a:lnTo>
                    <a:pt x="130114" y="471796"/>
                  </a:lnTo>
                  <a:lnTo>
                    <a:pt x="130204" y="472069"/>
                  </a:lnTo>
                  <a:lnTo>
                    <a:pt x="130087" y="472462"/>
                  </a:lnTo>
                  <a:lnTo>
                    <a:pt x="129896" y="473062"/>
                  </a:lnTo>
                  <a:lnTo>
                    <a:pt x="129917" y="473791"/>
                  </a:lnTo>
                  <a:lnTo>
                    <a:pt x="130061" y="474333"/>
                  </a:lnTo>
                  <a:lnTo>
                    <a:pt x="130280" y="474931"/>
                  </a:lnTo>
                  <a:lnTo>
                    <a:pt x="130236" y="475062"/>
                  </a:lnTo>
                  <a:lnTo>
                    <a:pt x="130132" y="475283"/>
                  </a:lnTo>
                  <a:lnTo>
                    <a:pt x="129874" y="475582"/>
                  </a:lnTo>
                  <a:lnTo>
                    <a:pt x="128784" y="475344"/>
                  </a:lnTo>
                  <a:lnTo>
                    <a:pt x="128061" y="475578"/>
                  </a:lnTo>
                  <a:lnTo>
                    <a:pt x="127878" y="475602"/>
                  </a:lnTo>
                  <a:lnTo>
                    <a:pt x="127601" y="475646"/>
                  </a:lnTo>
                  <a:lnTo>
                    <a:pt x="127569" y="475970"/>
                  </a:lnTo>
                  <a:lnTo>
                    <a:pt x="127600" y="476333"/>
                  </a:lnTo>
                  <a:lnTo>
                    <a:pt x="127520" y="476625"/>
                  </a:lnTo>
                  <a:lnTo>
                    <a:pt x="127443" y="476849"/>
                  </a:lnTo>
                  <a:lnTo>
                    <a:pt x="126827" y="477645"/>
                  </a:lnTo>
                  <a:lnTo>
                    <a:pt x="126220" y="477750"/>
                  </a:lnTo>
                  <a:lnTo>
                    <a:pt x="125041" y="478045"/>
                  </a:lnTo>
                  <a:lnTo>
                    <a:pt x="124332" y="477798"/>
                  </a:lnTo>
                  <a:lnTo>
                    <a:pt x="124102" y="477639"/>
                  </a:lnTo>
                  <a:lnTo>
                    <a:pt x="123813" y="477434"/>
                  </a:lnTo>
                  <a:lnTo>
                    <a:pt x="123653" y="477320"/>
                  </a:lnTo>
                  <a:lnTo>
                    <a:pt x="123471" y="477301"/>
                  </a:lnTo>
                  <a:lnTo>
                    <a:pt x="122626" y="477196"/>
                  </a:lnTo>
                  <a:lnTo>
                    <a:pt x="121936" y="477227"/>
                  </a:lnTo>
                  <a:lnTo>
                    <a:pt x="121914" y="477409"/>
                  </a:lnTo>
                  <a:lnTo>
                    <a:pt x="121917" y="477714"/>
                  </a:lnTo>
                  <a:lnTo>
                    <a:pt x="121812" y="477895"/>
                  </a:lnTo>
                  <a:lnTo>
                    <a:pt x="121520" y="478132"/>
                  </a:lnTo>
                  <a:lnTo>
                    <a:pt x="121291" y="478217"/>
                  </a:lnTo>
                  <a:lnTo>
                    <a:pt x="120954" y="478165"/>
                  </a:lnTo>
                  <a:lnTo>
                    <a:pt x="120846" y="477805"/>
                  </a:lnTo>
                  <a:lnTo>
                    <a:pt x="120374" y="477802"/>
                  </a:lnTo>
                  <a:lnTo>
                    <a:pt x="120001" y="478172"/>
                  </a:lnTo>
                  <a:lnTo>
                    <a:pt x="120263" y="478705"/>
                  </a:lnTo>
                  <a:lnTo>
                    <a:pt x="119901" y="479197"/>
                  </a:lnTo>
                  <a:lnTo>
                    <a:pt x="119637" y="479392"/>
                  </a:lnTo>
                  <a:lnTo>
                    <a:pt x="119550" y="479533"/>
                  </a:lnTo>
                  <a:lnTo>
                    <a:pt x="119481" y="479686"/>
                  </a:lnTo>
                  <a:lnTo>
                    <a:pt x="119076" y="479960"/>
                  </a:lnTo>
                  <a:lnTo>
                    <a:pt x="118661" y="479992"/>
                  </a:lnTo>
                  <a:lnTo>
                    <a:pt x="118405" y="479843"/>
                  </a:lnTo>
                  <a:lnTo>
                    <a:pt x="117567" y="479667"/>
                  </a:lnTo>
                  <a:lnTo>
                    <a:pt x="117253" y="479904"/>
                  </a:lnTo>
                  <a:lnTo>
                    <a:pt x="117091" y="480323"/>
                  </a:lnTo>
                  <a:lnTo>
                    <a:pt x="116780" y="480704"/>
                  </a:lnTo>
                  <a:lnTo>
                    <a:pt x="116577" y="480207"/>
                  </a:lnTo>
                  <a:lnTo>
                    <a:pt x="116731" y="479493"/>
                  </a:lnTo>
                  <a:lnTo>
                    <a:pt x="116791" y="479260"/>
                  </a:lnTo>
                  <a:lnTo>
                    <a:pt x="116521" y="479233"/>
                  </a:lnTo>
                  <a:lnTo>
                    <a:pt x="116207" y="479157"/>
                  </a:lnTo>
                  <a:lnTo>
                    <a:pt x="115378" y="478327"/>
                  </a:lnTo>
                  <a:lnTo>
                    <a:pt x="115008" y="478218"/>
                  </a:lnTo>
                  <a:lnTo>
                    <a:pt x="114552" y="478052"/>
                  </a:lnTo>
                  <a:lnTo>
                    <a:pt x="114311" y="477715"/>
                  </a:lnTo>
                  <a:lnTo>
                    <a:pt x="114224" y="477356"/>
                  </a:lnTo>
                  <a:lnTo>
                    <a:pt x="113902" y="476973"/>
                  </a:lnTo>
                  <a:lnTo>
                    <a:pt x="113696" y="477005"/>
                  </a:lnTo>
                  <a:lnTo>
                    <a:pt x="112968" y="476764"/>
                  </a:lnTo>
                  <a:lnTo>
                    <a:pt x="112645" y="477718"/>
                  </a:lnTo>
                  <a:lnTo>
                    <a:pt x="112930" y="477825"/>
                  </a:lnTo>
                  <a:lnTo>
                    <a:pt x="113156" y="477910"/>
                  </a:lnTo>
                  <a:lnTo>
                    <a:pt x="113511" y="477955"/>
                  </a:lnTo>
                  <a:lnTo>
                    <a:pt x="113490" y="478212"/>
                  </a:lnTo>
                  <a:lnTo>
                    <a:pt x="113384" y="478518"/>
                  </a:lnTo>
                  <a:lnTo>
                    <a:pt x="113124" y="478587"/>
                  </a:lnTo>
                  <a:lnTo>
                    <a:pt x="112921" y="478666"/>
                  </a:lnTo>
                  <a:lnTo>
                    <a:pt x="112800" y="478966"/>
                  </a:lnTo>
                  <a:lnTo>
                    <a:pt x="112484" y="479065"/>
                  </a:lnTo>
                  <a:lnTo>
                    <a:pt x="112159" y="478971"/>
                  </a:lnTo>
                  <a:lnTo>
                    <a:pt x="111771" y="478914"/>
                  </a:lnTo>
                  <a:lnTo>
                    <a:pt x="111258" y="479076"/>
                  </a:lnTo>
                  <a:lnTo>
                    <a:pt x="110380" y="478992"/>
                  </a:lnTo>
                  <a:lnTo>
                    <a:pt x="110173" y="479160"/>
                  </a:lnTo>
                  <a:lnTo>
                    <a:pt x="109783" y="479551"/>
                  </a:lnTo>
                  <a:lnTo>
                    <a:pt x="109373" y="479357"/>
                  </a:lnTo>
                  <a:lnTo>
                    <a:pt x="109068" y="479181"/>
                  </a:lnTo>
                  <a:lnTo>
                    <a:pt x="108985" y="479033"/>
                  </a:lnTo>
                  <a:lnTo>
                    <a:pt x="108328" y="478971"/>
                  </a:lnTo>
                  <a:lnTo>
                    <a:pt x="107788" y="479130"/>
                  </a:lnTo>
                  <a:lnTo>
                    <a:pt x="107127" y="478870"/>
                  </a:lnTo>
                  <a:lnTo>
                    <a:pt x="106803" y="478743"/>
                  </a:lnTo>
                  <a:lnTo>
                    <a:pt x="105927" y="478757"/>
                  </a:lnTo>
                  <a:lnTo>
                    <a:pt x="105795" y="478666"/>
                  </a:lnTo>
                  <a:lnTo>
                    <a:pt x="105590" y="478532"/>
                  </a:lnTo>
                  <a:lnTo>
                    <a:pt x="105242" y="478498"/>
                  </a:lnTo>
                  <a:lnTo>
                    <a:pt x="104654" y="478646"/>
                  </a:lnTo>
                  <a:lnTo>
                    <a:pt x="104511" y="478294"/>
                  </a:lnTo>
                  <a:lnTo>
                    <a:pt x="103819" y="478168"/>
                  </a:lnTo>
                  <a:lnTo>
                    <a:pt x="103628" y="478146"/>
                  </a:lnTo>
                  <a:lnTo>
                    <a:pt x="102911" y="478065"/>
                  </a:lnTo>
                  <a:lnTo>
                    <a:pt x="102417" y="477895"/>
                  </a:lnTo>
                  <a:lnTo>
                    <a:pt x="102162" y="477920"/>
                  </a:lnTo>
                  <a:lnTo>
                    <a:pt x="101979" y="477955"/>
                  </a:lnTo>
                  <a:lnTo>
                    <a:pt x="101557" y="478364"/>
                  </a:lnTo>
                  <a:lnTo>
                    <a:pt x="101344" y="478546"/>
                  </a:lnTo>
                  <a:lnTo>
                    <a:pt x="100288" y="478983"/>
                  </a:lnTo>
                  <a:lnTo>
                    <a:pt x="99632" y="479033"/>
                  </a:lnTo>
                  <a:lnTo>
                    <a:pt x="99151" y="479095"/>
                  </a:lnTo>
                  <a:lnTo>
                    <a:pt x="98651" y="479075"/>
                  </a:lnTo>
                  <a:lnTo>
                    <a:pt x="98088" y="479034"/>
                  </a:lnTo>
                  <a:lnTo>
                    <a:pt x="97649" y="479030"/>
                  </a:lnTo>
                  <a:lnTo>
                    <a:pt x="97436" y="479107"/>
                  </a:lnTo>
                  <a:lnTo>
                    <a:pt x="97288" y="479141"/>
                  </a:lnTo>
                  <a:lnTo>
                    <a:pt x="96855" y="479001"/>
                  </a:lnTo>
                  <a:lnTo>
                    <a:pt x="97033" y="478690"/>
                  </a:lnTo>
                  <a:lnTo>
                    <a:pt x="97262" y="478316"/>
                  </a:lnTo>
                  <a:lnTo>
                    <a:pt x="97463" y="477940"/>
                  </a:lnTo>
                  <a:lnTo>
                    <a:pt x="97373" y="477362"/>
                  </a:lnTo>
                  <a:lnTo>
                    <a:pt x="97088" y="477411"/>
                  </a:lnTo>
                  <a:lnTo>
                    <a:pt x="96840" y="477472"/>
                  </a:lnTo>
                  <a:lnTo>
                    <a:pt x="96634" y="477507"/>
                  </a:lnTo>
                  <a:lnTo>
                    <a:pt x="96360" y="477532"/>
                  </a:lnTo>
                  <a:lnTo>
                    <a:pt x="95980" y="477521"/>
                  </a:lnTo>
                  <a:lnTo>
                    <a:pt x="95494" y="477751"/>
                  </a:lnTo>
                  <a:lnTo>
                    <a:pt x="95285" y="477929"/>
                  </a:lnTo>
                  <a:lnTo>
                    <a:pt x="94954" y="478168"/>
                  </a:lnTo>
                  <a:lnTo>
                    <a:pt x="94717" y="478255"/>
                  </a:lnTo>
                  <a:lnTo>
                    <a:pt x="93923" y="478158"/>
                  </a:lnTo>
                  <a:lnTo>
                    <a:pt x="93107" y="477483"/>
                  </a:lnTo>
                  <a:lnTo>
                    <a:pt x="92771" y="477276"/>
                  </a:lnTo>
                  <a:lnTo>
                    <a:pt x="92495" y="477115"/>
                  </a:lnTo>
                  <a:lnTo>
                    <a:pt x="91715" y="476884"/>
                  </a:lnTo>
                  <a:lnTo>
                    <a:pt x="90865" y="476663"/>
                  </a:lnTo>
                  <a:lnTo>
                    <a:pt x="90595" y="476541"/>
                  </a:lnTo>
                  <a:lnTo>
                    <a:pt x="90378" y="476463"/>
                  </a:lnTo>
                  <a:lnTo>
                    <a:pt x="89644" y="476318"/>
                  </a:lnTo>
                  <a:lnTo>
                    <a:pt x="89259" y="476520"/>
                  </a:lnTo>
                  <a:lnTo>
                    <a:pt x="89092" y="476645"/>
                  </a:lnTo>
                  <a:lnTo>
                    <a:pt x="88639" y="476587"/>
                  </a:lnTo>
                  <a:lnTo>
                    <a:pt x="88508" y="476516"/>
                  </a:lnTo>
                  <a:lnTo>
                    <a:pt x="88573" y="476378"/>
                  </a:lnTo>
                  <a:lnTo>
                    <a:pt x="88430" y="476181"/>
                  </a:lnTo>
                  <a:lnTo>
                    <a:pt x="88053" y="476071"/>
                  </a:lnTo>
                  <a:lnTo>
                    <a:pt x="87555" y="475926"/>
                  </a:lnTo>
                  <a:lnTo>
                    <a:pt x="86850" y="476045"/>
                  </a:lnTo>
                  <a:lnTo>
                    <a:pt x="86377" y="475966"/>
                  </a:lnTo>
                  <a:lnTo>
                    <a:pt x="85768" y="476379"/>
                  </a:lnTo>
                  <a:lnTo>
                    <a:pt x="86183" y="476830"/>
                  </a:lnTo>
                  <a:lnTo>
                    <a:pt x="86318" y="476977"/>
                  </a:lnTo>
                  <a:lnTo>
                    <a:pt x="86690" y="477360"/>
                  </a:lnTo>
                  <a:lnTo>
                    <a:pt x="86792" y="477507"/>
                  </a:lnTo>
                  <a:lnTo>
                    <a:pt x="86998" y="477959"/>
                  </a:lnTo>
                  <a:lnTo>
                    <a:pt x="87040" y="478259"/>
                  </a:lnTo>
                  <a:lnTo>
                    <a:pt x="87123" y="478916"/>
                  </a:lnTo>
                  <a:lnTo>
                    <a:pt x="87092" y="479141"/>
                  </a:lnTo>
                  <a:lnTo>
                    <a:pt x="86717" y="479234"/>
                  </a:lnTo>
                  <a:lnTo>
                    <a:pt x="86568" y="479301"/>
                  </a:lnTo>
                  <a:lnTo>
                    <a:pt x="86362" y="479454"/>
                  </a:lnTo>
                  <a:lnTo>
                    <a:pt x="86098" y="479685"/>
                  </a:lnTo>
                  <a:lnTo>
                    <a:pt x="85360" y="480120"/>
                  </a:lnTo>
                  <a:lnTo>
                    <a:pt x="85188" y="480420"/>
                  </a:lnTo>
                  <a:lnTo>
                    <a:pt x="85358" y="480913"/>
                  </a:lnTo>
                  <a:lnTo>
                    <a:pt x="85777" y="481562"/>
                  </a:lnTo>
                  <a:lnTo>
                    <a:pt x="86061" y="481974"/>
                  </a:lnTo>
                  <a:lnTo>
                    <a:pt x="86332" y="482581"/>
                  </a:lnTo>
                  <a:lnTo>
                    <a:pt x="86409" y="482855"/>
                  </a:lnTo>
                  <a:lnTo>
                    <a:pt x="86302" y="483152"/>
                  </a:lnTo>
                  <a:lnTo>
                    <a:pt x="86101" y="483440"/>
                  </a:lnTo>
                  <a:lnTo>
                    <a:pt x="86306" y="483827"/>
                  </a:lnTo>
                  <a:lnTo>
                    <a:pt x="86255" y="484145"/>
                  </a:lnTo>
                  <a:lnTo>
                    <a:pt x="86184" y="484594"/>
                  </a:lnTo>
                  <a:lnTo>
                    <a:pt x="86143" y="484756"/>
                  </a:lnTo>
                  <a:lnTo>
                    <a:pt x="86057" y="485099"/>
                  </a:lnTo>
                  <a:lnTo>
                    <a:pt x="85967" y="485405"/>
                  </a:lnTo>
                  <a:lnTo>
                    <a:pt x="86076" y="486375"/>
                  </a:lnTo>
                  <a:lnTo>
                    <a:pt x="86210" y="486778"/>
                  </a:lnTo>
                  <a:lnTo>
                    <a:pt x="86226" y="487151"/>
                  </a:lnTo>
                  <a:lnTo>
                    <a:pt x="86218" y="487848"/>
                  </a:lnTo>
                  <a:lnTo>
                    <a:pt x="86140" y="488097"/>
                  </a:lnTo>
                  <a:lnTo>
                    <a:pt x="85727" y="488491"/>
                  </a:lnTo>
                  <a:lnTo>
                    <a:pt x="85113" y="488465"/>
                  </a:lnTo>
                  <a:lnTo>
                    <a:pt x="83892" y="487219"/>
                  </a:lnTo>
                  <a:lnTo>
                    <a:pt x="83177" y="487254"/>
                  </a:lnTo>
                  <a:lnTo>
                    <a:pt x="81728" y="486793"/>
                  </a:lnTo>
                  <a:lnTo>
                    <a:pt x="81192" y="486508"/>
                  </a:lnTo>
                  <a:lnTo>
                    <a:pt x="80944" y="486473"/>
                  </a:lnTo>
                  <a:lnTo>
                    <a:pt x="80544" y="486437"/>
                  </a:lnTo>
                  <a:lnTo>
                    <a:pt x="80238" y="486412"/>
                  </a:lnTo>
                  <a:lnTo>
                    <a:pt x="78940" y="486804"/>
                  </a:lnTo>
                  <a:lnTo>
                    <a:pt x="78550" y="486578"/>
                  </a:lnTo>
                  <a:lnTo>
                    <a:pt x="78133" y="486922"/>
                  </a:lnTo>
                  <a:lnTo>
                    <a:pt x="77797" y="487167"/>
                  </a:lnTo>
                  <a:lnTo>
                    <a:pt x="77513" y="487028"/>
                  </a:lnTo>
                  <a:lnTo>
                    <a:pt x="77381" y="486948"/>
                  </a:lnTo>
                  <a:lnTo>
                    <a:pt x="76839" y="486774"/>
                  </a:lnTo>
                  <a:lnTo>
                    <a:pt x="76545" y="486891"/>
                  </a:lnTo>
                  <a:lnTo>
                    <a:pt x="76152" y="486957"/>
                  </a:lnTo>
                  <a:lnTo>
                    <a:pt x="75679" y="487025"/>
                  </a:lnTo>
                  <a:lnTo>
                    <a:pt x="75329" y="487080"/>
                  </a:lnTo>
                  <a:lnTo>
                    <a:pt x="74307" y="487735"/>
                  </a:lnTo>
                  <a:lnTo>
                    <a:pt x="74328" y="487900"/>
                  </a:lnTo>
                  <a:lnTo>
                    <a:pt x="74338" y="488440"/>
                  </a:lnTo>
                  <a:lnTo>
                    <a:pt x="74304" y="488650"/>
                  </a:lnTo>
                  <a:lnTo>
                    <a:pt x="73729" y="489403"/>
                  </a:lnTo>
                  <a:lnTo>
                    <a:pt x="73428" y="489449"/>
                  </a:lnTo>
                  <a:lnTo>
                    <a:pt x="72522" y="489921"/>
                  </a:lnTo>
                  <a:lnTo>
                    <a:pt x="72004" y="490017"/>
                  </a:lnTo>
                  <a:lnTo>
                    <a:pt x="71665" y="489987"/>
                  </a:lnTo>
                  <a:lnTo>
                    <a:pt x="71387" y="490028"/>
                  </a:lnTo>
                  <a:lnTo>
                    <a:pt x="70801" y="490663"/>
                  </a:lnTo>
                  <a:lnTo>
                    <a:pt x="70535" y="490677"/>
                  </a:lnTo>
                  <a:lnTo>
                    <a:pt x="70327" y="490688"/>
                  </a:lnTo>
                  <a:lnTo>
                    <a:pt x="70093" y="490700"/>
                  </a:lnTo>
                  <a:lnTo>
                    <a:pt x="69921" y="490709"/>
                  </a:lnTo>
                  <a:lnTo>
                    <a:pt x="69496" y="490821"/>
                  </a:lnTo>
                  <a:lnTo>
                    <a:pt x="68815" y="490986"/>
                  </a:lnTo>
                  <a:lnTo>
                    <a:pt x="68620" y="491284"/>
                  </a:lnTo>
                  <a:lnTo>
                    <a:pt x="68303" y="491511"/>
                  </a:lnTo>
                  <a:lnTo>
                    <a:pt x="68141" y="491508"/>
                  </a:lnTo>
                  <a:lnTo>
                    <a:pt x="67963" y="492533"/>
                  </a:lnTo>
                  <a:lnTo>
                    <a:pt x="68085" y="493677"/>
                  </a:lnTo>
                  <a:lnTo>
                    <a:pt x="67878" y="493825"/>
                  </a:lnTo>
                  <a:lnTo>
                    <a:pt x="67233" y="494175"/>
                  </a:lnTo>
                  <a:lnTo>
                    <a:pt x="66855" y="494134"/>
                  </a:lnTo>
                  <a:lnTo>
                    <a:pt x="65851" y="494894"/>
                  </a:lnTo>
                  <a:lnTo>
                    <a:pt x="65455" y="495324"/>
                  </a:lnTo>
                  <a:lnTo>
                    <a:pt x="65354" y="495652"/>
                  </a:lnTo>
                  <a:lnTo>
                    <a:pt x="65352" y="495907"/>
                  </a:lnTo>
                  <a:lnTo>
                    <a:pt x="64544" y="496686"/>
                  </a:lnTo>
                  <a:lnTo>
                    <a:pt x="63916" y="497268"/>
                  </a:lnTo>
                  <a:lnTo>
                    <a:pt x="63922" y="497606"/>
                  </a:lnTo>
                  <a:lnTo>
                    <a:pt x="63900" y="497830"/>
                  </a:lnTo>
                  <a:lnTo>
                    <a:pt x="63887" y="497958"/>
                  </a:lnTo>
                  <a:lnTo>
                    <a:pt x="63856" y="498210"/>
                  </a:lnTo>
                  <a:lnTo>
                    <a:pt x="63748" y="498496"/>
                  </a:lnTo>
                  <a:lnTo>
                    <a:pt x="63508" y="498849"/>
                  </a:lnTo>
                  <a:lnTo>
                    <a:pt x="62948" y="499289"/>
                  </a:lnTo>
                  <a:lnTo>
                    <a:pt x="62736" y="499314"/>
                  </a:lnTo>
                  <a:lnTo>
                    <a:pt x="61996" y="498791"/>
                  </a:lnTo>
                  <a:lnTo>
                    <a:pt x="61524" y="498783"/>
                  </a:lnTo>
                  <a:lnTo>
                    <a:pt x="60667" y="499090"/>
                  </a:lnTo>
                  <a:lnTo>
                    <a:pt x="60146" y="499477"/>
                  </a:lnTo>
                  <a:lnTo>
                    <a:pt x="59900" y="499775"/>
                  </a:lnTo>
                  <a:lnTo>
                    <a:pt x="59622" y="500075"/>
                  </a:lnTo>
                  <a:lnTo>
                    <a:pt x="59473" y="500106"/>
                  </a:lnTo>
                  <a:lnTo>
                    <a:pt x="59339" y="500130"/>
                  </a:lnTo>
                  <a:lnTo>
                    <a:pt x="58547" y="500255"/>
                  </a:lnTo>
                  <a:lnTo>
                    <a:pt x="58382" y="500248"/>
                  </a:lnTo>
                  <a:lnTo>
                    <a:pt x="57298" y="499660"/>
                  </a:lnTo>
                  <a:lnTo>
                    <a:pt x="56317" y="500071"/>
                  </a:lnTo>
                  <a:lnTo>
                    <a:pt x="56113" y="500135"/>
                  </a:lnTo>
                  <a:lnTo>
                    <a:pt x="55602" y="500156"/>
                  </a:lnTo>
                  <a:lnTo>
                    <a:pt x="55354" y="500314"/>
                  </a:lnTo>
                  <a:lnTo>
                    <a:pt x="54866" y="500742"/>
                  </a:lnTo>
                  <a:lnTo>
                    <a:pt x="54596" y="500834"/>
                  </a:lnTo>
                  <a:lnTo>
                    <a:pt x="54171" y="500734"/>
                  </a:lnTo>
                  <a:lnTo>
                    <a:pt x="53552" y="500603"/>
                  </a:lnTo>
                  <a:lnTo>
                    <a:pt x="53237" y="500572"/>
                  </a:lnTo>
                  <a:lnTo>
                    <a:pt x="52860" y="500473"/>
                  </a:lnTo>
                  <a:lnTo>
                    <a:pt x="51912" y="500004"/>
                  </a:lnTo>
                  <a:lnTo>
                    <a:pt x="51017" y="500578"/>
                  </a:lnTo>
                  <a:lnTo>
                    <a:pt x="50472" y="500776"/>
                  </a:lnTo>
                  <a:lnTo>
                    <a:pt x="50298" y="500908"/>
                  </a:lnTo>
                  <a:lnTo>
                    <a:pt x="49572" y="501295"/>
                  </a:lnTo>
                  <a:lnTo>
                    <a:pt x="49203" y="501139"/>
                  </a:lnTo>
                  <a:lnTo>
                    <a:pt x="48919" y="500953"/>
                  </a:lnTo>
                  <a:lnTo>
                    <a:pt x="48543" y="500670"/>
                  </a:lnTo>
                  <a:lnTo>
                    <a:pt x="47705" y="500896"/>
                  </a:lnTo>
                  <a:lnTo>
                    <a:pt x="47604" y="501209"/>
                  </a:lnTo>
                  <a:lnTo>
                    <a:pt x="47540" y="501424"/>
                  </a:lnTo>
                  <a:lnTo>
                    <a:pt x="47093" y="502111"/>
                  </a:lnTo>
                  <a:lnTo>
                    <a:pt x="46775" y="502217"/>
                  </a:lnTo>
                  <a:lnTo>
                    <a:pt x="45436" y="501521"/>
                  </a:lnTo>
                  <a:lnTo>
                    <a:pt x="45299" y="501529"/>
                  </a:lnTo>
                  <a:lnTo>
                    <a:pt x="44988" y="501545"/>
                  </a:lnTo>
                  <a:lnTo>
                    <a:pt x="42999" y="501121"/>
                  </a:lnTo>
                  <a:lnTo>
                    <a:pt x="42353" y="502074"/>
                  </a:lnTo>
                  <a:lnTo>
                    <a:pt x="42275" y="502377"/>
                  </a:lnTo>
                  <a:lnTo>
                    <a:pt x="42183" y="502682"/>
                  </a:lnTo>
                  <a:lnTo>
                    <a:pt x="42008" y="503227"/>
                  </a:lnTo>
                  <a:lnTo>
                    <a:pt x="41568" y="503866"/>
                  </a:lnTo>
                  <a:lnTo>
                    <a:pt x="41128" y="503983"/>
                  </a:lnTo>
                  <a:lnTo>
                    <a:pt x="40933" y="504019"/>
                  </a:lnTo>
                  <a:lnTo>
                    <a:pt x="40774" y="504042"/>
                  </a:lnTo>
                  <a:lnTo>
                    <a:pt x="40639" y="504060"/>
                  </a:lnTo>
                  <a:lnTo>
                    <a:pt x="40350" y="504097"/>
                  </a:lnTo>
                  <a:lnTo>
                    <a:pt x="39821" y="504154"/>
                  </a:lnTo>
                  <a:lnTo>
                    <a:pt x="39458" y="504182"/>
                  </a:lnTo>
                  <a:lnTo>
                    <a:pt x="39228" y="504193"/>
                  </a:lnTo>
                  <a:lnTo>
                    <a:pt x="38530" y="504329"/>
                  </a:lnTo>
                  <a:lnTo>
                    <a:pt x="38165" y="504518"/>
                  </a:lnTo>
                  <a:lnTo>
                    <a:pt x="37437" y="504896"/>
                  </a:lnTo>
                  <a:lnTo>
                    <a:pt x="37142" y="505045"/>
                  </a:lnTo>
                  <a:lnTo>
                    <a:pt x="36649" y="505359"/>
                  </a:lnTo>
                  <a:lnTo>
                    <a:pt x="36198" y="505690"/>
                  </a:lnTo>
                  <a:lnTo>
                    <a:pt x="35859" y="505970"/>
                  </a:lnTo>
                  <a:lnTo>
                    <a:pt x="35341" y="506338"/>
                  </a:lnTo>
                  <a:lnTo>
                    <a:pt x="35064" y="506537"/>
                  </a:lnTo>
                  <a:lnTo>
                    <a:pt x="34921" y="506675"/>
                  </a:lnTo>
                  <a:lnTo>
                    <a:pt x="34620" y="506938"/>
                  </a:lnTo>
                  <a:lnTo>
                    <a:pt x="34339" y="506976"/>
                  </a:lnTo>
                  <a:lnTo>
                    <a:pt x="34208" y="506685"/>
                  </a:lnTo>
                  <a:lnTo>
                    <a:pt x="34187" y="506384"/>
                  </a:lnTo>
                  <a:lnTo>
                    <a:pt x="34015" y="506078"/>
                  </a:lnTo>
                  <a:lnTo>
                    <a:pt x="33847" y="505907"/>
                  </a:lnTo>
                  <a:lnTo>
                    <a:pt x="33562" y="505699"/>
                  </a:lnTo>
                  <a:lnTo>
                    <a:pt x="33234" y="505499"/>
                  </a:lnTo>
                  <a:lnTo>
                    <a:pt x="32971" y="505360"/>
                  </a:lnTo>
                  <a:lnTo>
                    <a:pt x="32682" y="505290"/>
                  </a:lnTo>
                  <a:lnTo>
                    <a:pt x="32378" y="505338"/>
                  </a:lnTo>
                  <a:lnTo>
                    <a:pt x="32181" y="506006"/>
                  </a:lnTo>
                  <a:lnTo>
                    <a:pt x="32172" y="506140"/>
                  </a:lnTo>
                  <a:lnTo>
                    <a:pt x="32060" y="506376"/>
                  </a:lnTo>
                  <a:lnTo>
                    <a:pt x="31924" y="506586"/>
                  </a:lnTo>
                  <a:lnTo>
                    <a:pt x="31778" y="506911"/>
                  </a:lnTo>
                  <a:lnTo>
                    <a:pt x="31682" y="507261"/>
                  </a:lnTo>
                  <a:lnTo>
                    <a:pt x="31598" y="507586"/>
                  </a:lnTo>
                  <a:lnTo>
                    <a:pt x="31553" y="507813"/>
                  </a:lnTo>
                  <a:lnTo>
                    <a:pt x="31527" y="508052"/>
                  </a:lnTo>
                  <a:lnTo>
                    <a:pt x="31510" y="508202"/>
                  </a:lnTo>
                  <a:lnTo>
                    <a:pt x="31458" y="508371"/>
                  </a:lnTo>
                  <a:lnTo>
                    <a:pt x="31324" y="508774"/>
                  </a:lnTo>
                  <a:lnTo>
                    <a:pt x="31172" y="509116"/>
                  </a:lnTo>
                  <a:lnTo>
                    <a:pt x="30773" y="509667"/>
                  </a:lnTo>
                  <a:lnTo>
                    <a:pt x="30308" y="510093"/>
                  </a:lnTo>
                  <a:lnTo>
                    <a:pt x="29808" y="510306"/>
                  </a:lnTo>
                  <a:lnTo>
                    <a:pt x="29261" y="510270"/>
                  </a:lnTo>
                  <a:lnTo>
                    <a:pt x="28894" y="510390"/>
                  </a:lnTo>
                  <a:lnTo>
                    <a:pt x="28643" y="510647"/>
                  </a:lnTo>
                  <a:lnTo>
                    <a:pt x="28390" y="511170"/>
                  </a:lnTo>
                  <a:lnTo>
                    <a:pt x="28170" y="511388"/>
                  </a:lnTo>
                  <a:lnTo>
                    <a:pt x="27913" y="511507"/>
                  </a:lnTo>
                  <a:lnTo>
                    <a:pt x="27741" y="511512"/>
                  </a:lnTo>
                  <a:lnTo>
                    <a:pt x="27600" y="511503"/>
                  </a:lnTo>
                  <a:lnTo>
                    <a:pt x="27456" y="511449"/>
                  </a:lnTo>
                  <a:lnTo>
                    <a:pt x="27311" y="511371"/>
                  </a:lnTo>
                  <a:lnTo>
                    <a:pt x="27171" y="511254"/>
                  </a:lnTo>
                  <a:lnTo>
                    <a:pt x="26916" y="510812"/>
                  </a:lnTo>
                  <a:lnTo>
                    <a:pt x="26740" y="510383"/>
                  </a:lnTo>
                  <a:lnTo>
                    <a:pt x="26507" y="510033"/>
                  </a:lnTo>
                  <a:lnTo>
                    <a:pt x="26343" y="509833"/>
                  </a:lnTo>
                  <a:lnTo>
                    <a:pt x="26125" y="509729"/>
                  </a:lnTo>
                  <a:lnTo>
                    <a:pt x="25642" y="509596"/>
                  </a:lnTo>
                  <a:lnTo>
                    <a:pt x="25360" y="509566"/>
                  </a:lnTo>
                  <a:lnTo>
                    <a:pt x="23905" y="509850"/>
                  </a:lnTo>
                  <a:lnTo>
                    <a:pt x="23662" y="510279"/>
                  </a:lnTo>
                  <a:lnTo>
                    <a:pt x="22585" y="511064"/>
                  </a:lnTo>
                  <a:lnTo>
                    <a:pt x="22430" y="511518"/>
                  </a:lnTo>
                  <a:lnTo>
                    <a:pt x="11231" y="511483"/>
                  </a:lnTo>
                  <a:lnTo>
                    <a:pt x="11087" y="511428"/>
                  </a:lnTo>
                  <a:lnTo>
                    <a:pt x="10388" y="511714"/>
                  </a:lnTo>
                  <a:lnTo>
                    <a:pt x="6577" y="512385"/>
                  </a:lnTo>
                  <a:lnTo>
                    <a:pt x="6444" y="512412"/>
                  </a:lnTo>
                  <a:lnTo>
                    <a:pt x="4600" y="512005"/>
                  </a:lnTo>
                  <a:lnTo>
                    <a:pt x="4171" y="512002"/>
                  </a:lnTo>
                  <a:lnTo>
                    <a:pt x="3763" y="511968"/>
                  </a:lnTo>
                  <a:lnTo>
                    <a:pt x="3610" y="511974"/>
                  </a:lnTo>
                  <a:lnTo>
                    <a:pt x="171" y="509950"/>
                  </a:lnTo>
                  <a:lnTo>
                    <a:pt x="0" y="508555"/>
                  </a:lnTo>
                  <a:lnTo>
                    <a:pt x="741" y="493468"/>
                  </a:lnTo>
                  <a:lnTo>
                    <a:pt x="944" y="493423"/>
                  </a:lnTo>
                  <a:lnTo>
                    <a:pt x="1207" y="493276"/>
                  </a:lnTo>
                  <a:lnTo>
                    <a:pt x="1457" y="493037"/>
                  </a:lnTo>
                  <a:lnTo>
                    <a:pt x="1439" y="492608"/>
                  </a:lnTo>
                  <a:lnTo>
                    <a:pt x="1503" y="492269"/>
                  </a:lnTo>
                  <a:lnTo>
                    <a:pt x="1681" y="492007"/>
                  </a:lnTo>
                  <a:lnTo>
                    <a:pt x="1811" y="491906"/>
                  </a:lnTo>
                  <a:lnTo>
                    <a:pt x="1998" y="491775"/>
                  </a:lnTo>
                  <a:lnTo>
                    <a:pt x="2315" y="491626"/>
                  </a:lnTo>
                  <a:lnTo>
                    <a:pt x="2918" y="491243"/>
                  </a:lnTo>
                  <a:lnTo>
                    <a:pt x="3028" y="490940"/>
                  </a:lnTo>
                  <a:lnTo>
                    <a:pt x="3088" y="490718"/>
                  </a:lnTo>
                  <a:lnTo>
                    <a:pt x="3084" y="490544"/>
                  </a:lnTo>
                  <a:lnTo>
                    <a:pt x="3081" y="490388"/>
                  </a:lnTo>
                  <a:lnTo>
                    <a:pt x="3015" y="490010"/>
                  </a:lnTo>
                  <a:lnTo>
                    <a:pt x="3193" y="489526"/>
                  </a:lnTo>
                  <a:lnTo>
                    <a:pt x="3409" y="489517"/>
                  </a:lnTo>
                  <a:lnTo>
                    <a:pt x="3591" y="489489"/>
                  </a:lnTo>
                  <a:lnTo>
                    <a:pt x="4008" y="489184"/>
                  </a:lnTo>
                  <a:lnTo>
                    <a:pt x="4215" y="488808"/>
                  </a:lnTo>
                  <a:lnTo>
                    <a:pt x="4395" y="488599"/>
                  </a:lnTo>
                  <a:lnTo>
                    <a:pt x="4603" y="488358"/>
                  </a:lnTo>
                  <a:lnTo>
                    <a:pt x="4700" y="488128"/>
                  </a:lnTo>
                  <a:lnTo>
                    <a:pt x="4740" y="487924"/>
                  </a:lnTo>
                  <a:lnTo>
                    <a:pt x="4538" y="487167"/>
                  </a:lnTo>
                  <a:lnTo>
                    <a:pt x="4093" y="486574"/>
                  </a:lnTo>
                  <a:lnTo>
                    <a:pt x="4118" y="486398"/>
                  </a:lnTo>
                  <a:lnTo>
                    <a:pt x="4249" y="486272"/>
                  </a:lnTo>
                  <a:lnTo>
                    <a:pt x="4419" y="486168"/>
                  </a:lnTo>
                  <a:lnTo>
                    <a:pt x="4550" y="486098"/>
                  </a:lnTo>
                  <a:lnTo>
                    <a:pt x="4883" y="486079"/>
                  </a:lnTo>
                  <a:lnTo>
                    <a:pt x="5380" y="485904"/>
                  </a:lnTo>
                  <a:lnTo>
                    <a:pt x="5455" y="485770"/>
                  </a:lnTo>
                  <a:lnTo>
                    <a:pt x="5523" y="485611"/>
                  </a:lnTo>
                  <a:lnTo>
                    <a:pt x="5676" y="484985"/>
                  </a:lnTo>
                  <a:lnTo>
                    <a:pt x="5860" y="484721"/>
                  </a:lnTo>
                  <a:lnTo>
                    <a:pt x="5976" y="484523"/>
                  </a:lnTo>
                  <a:lnTo>
                    <a:pt x="6118" y="484207"/>
                  </a:lnTo>
                  <a:lnTo>
                    <a:pt x="5938" y="482907"/>
                  </a:lnTo>
                  <a:lnTo>
                    <a:pt x="5904" y="482763"/>
                  </a:lnTo>
                  <a:lnTo>
                    <a:pt x="5872" y="482624"/>
                  </a:lnTo>
                  <a:lnTo>
                    <a:pt x="5785" y="482236"/>
                  </a:lnTo>
                  <a:lnTo>
                    <a:pt x="5743" y="481976"/>
                  </a:lnTo>
                  <a:lnTo>
                    <a:pt x="5704" y="481731"/>
                  </a:lnTo>
                  <a:lnTo>
                    <a:pt x="5631" y="481491"/>
                  </a:lnTo>
                  <a:lnTo>
                    <a:pt x="5603" y="481185"/>
                  </a:lnTo>
                  <a:lnTo>
                    <a:pt x="5589" y="480934"/>
                  </a:lnTo>
                  <a:lnTo>
                    <a:pt x="5611" y="480728"/>
                  </a:lnTo>
                  <a:lnTo>
                    <a:pt x="5637" y="480540"/>
                  </a:lnTo>
                  <a:lnTo>
                    <a:pt x="5666" y="480332"/>
                  </a:lnTo>
                  <a:lnTo>
                    <a:pt x="5761" y="480032"/>
                  </a:lnTo>
                  <a:lnTo>
                    <a:pt x="5990" y="479525"/>
                  </a:lnTo>
                  <a:lnTo>
                    <a:pt x="6019" y="479331"/>
                  </a:lnTo>
                  <a:lnTo>
                    <a:pt x="6088" y="478998"/>
                  </a:lnTo>
                  <a:lnTo>
                    <a:pt x="6098" y="478771"/>
                  </a:lnTo>
                  <a:lnTo>
                    <a:pt x="6134" y="478398"/>
                  </a:lnTo>
                  <a:lnTo>
                    <a:pt x="6157" y="478214"/>
                  </a:lnTo>
                  <a:lnTo>
                    <a:pt x="6096" y="477993"/>
                  </a:lnTo>
                  <a:lnTo>
                    <a:pt x="6080" y="477666"/>
                  </a:lnTo>
                  <a:lnTo>
                    <a:pt x="6082" y="477488"/>
                  </a:lnTo>
                  <a:lnTo>
                    <a:pt x="6093" y="477347"/>
                  </a:lnTo>
                  <a:lnTo>
                    <a:pt x="6150" y="477210"/>
                  </a:lnTo>
                  <a:lnTo>
                    <a:pt x="6546" y="476679"/>
                  </a:lnTo>
                  <a:lnTo>
                    <a:pt x="6606" y="476411"/>
                  </a:lnTo>
                  <a:lnTo>
                    <a:pt x="6627" y="476262"/>
                  </a:lnTo>
                  <a:lnTo>
                    <a:pt x="7043" y="475764"/>
                  </a:lnTo>
                  <a:lnTo>
                    <a:pt x="7220" y="475743"/>
                  </a:lnTo>
                  <a:lnTo>
                    <a:pt x="7355" y="475729"/>
                  </a:lnTo>
                  <a:lnTo>
                    <a:pt x="7505" y="475687"/>
                  </a:lnTo>
                  <a:lnTo>
                    <a:pt x="7730" y="475439"/>
                  </a:lnTo>
                  <a:lnTo>
                    <a:pt x="8086" y="474056"/>
                  </a:lnTo>
                  <a:lnTo>
                    <a:pt x="8431" y="473295"/>
                  </a:lnTo>
                  <a:lnTo>
                    <a:pt x="8437" y="472970"/>
                  </a:lnTo>
                  <a:lnTo>
                    <a:pt x="8395" y="472677"/>
                  </a:lnTo>
                  <a:lnTo>
                    <a:pt x="8471" y="472455"/>
                  </a:lnTo>
                  <a:lnTo>
                    <a:pt x="8654" y="472050"/>
                  </a:lnTo>
                  <a:lnTo>
                    <a:pt x="8977" y="471725"/>
                  </a:lnTo>
                  <a:lnTo>
                    <a:pt x="9178" y="471448"/>
                  </a:lnTo>
                  <a:lnTo>
                    <a:pt x="9367" y="471159"/>
                  </a:lnTo>
                  <a:lnTo>
                    <a:pt x="9458" y="470867"/>
                  </a:lnTo>
                  <a:lnTo>
                    <a:pt x="9598" y="470486"/>
                  </a:lnTo>
                  <a:lnTo>
                    <a:pt x="9657" y="470096"/>
                  </a:lnTo>
                  <a:lnTo>
                    <a:pt x="9879" y="469772"/>
                  </a:lnTo>
                  <a:lnTo>
                    <a:pt x="10016" y="469645"/>
                  </a:lnTo>
                  <a:lnTo>
                    <a:pt x="10189" y="469559"/>
                  </a:lnTo>
                  <a:lnTo>
                    <a:pt x="10422" y="469518"/>
                  </a:lnTo>
                  <a:lnTo>
                    <a:pt x="10667" y="469378"/>
                  </a:lnTo>
                  <a:lnTo>
                    <a:pt x="10864" y="469206"/>
                  </a:lnTo>
                  <a:lnTo>
                    <a:pt x="10937" y="469053"/>
                  </a:lnTo>
                  <a:lnTo>
                    <a:pt x="11019" y="468721"/>
                  </a:lnTo>
                  <a:lnTo>
                    <a:pt x="11042" y="468579"/>
                  </a:lnTo>
                  <a:lnTo>
                    <a:pt x="11122" y="468361"/>
                  </a:lnTo>
                  <a:lnTo>
                    <a:pt x="11562" y="467779"/>
                  </a:lnTo>
                  <a:lnTo>
                    <a:pt x="11861" y="467649"/>
                  </a:lnTo>
                  <a:lnTo>
                    <a:pt x="12022" y="467618"/>
                  </a:lnTo>
                  <a:lnTo>
                    <a:pt x="12243" y="467580"/>
                  </a:lnTo>
                  <a:lnTo>
                    <a:pt x="12432" y="467533"/>
                  </a:lnTo>
                  <a:lnTo>
                    <a:pt x="12581" y="467475"/>
                  </a:lnTo>
                  <a:lnTo>
                    <a:pt x="12900" y="467124"/>
                  </a:lnTo>
                  <a:lnTo>
                    <a:pt x="13554" y="466385"/>
                  </a:lnTo>
                  <a:lnTo>
                    <a:pt x="13804" y="466080"/>
                  </a:lnTo>
                  <a:lnTo>
                    <a:pt x="14070" y="465687"/>
                  </a:lnTo>
                  <a:lnTo>
                    <a:pt x="14236" y="465366"/>
                  </a:lnTo>
                  <a:lnTo>
                    <a:pt x="14354" y="465050"/>
                  </a:lnTo>
                  <a:lnTo>
                    <a:pt x="14467" y="464735"/>
                  </a:lnTo>
                  <a:lnTo>
                    <a:pt x="14520" y="464569"/>
                  </a:lnTo>
                  <a:lnTo>
                    <a:pt x="14589" y="464359"/>
                  </a:lnTo>
                  <a:lnTo>
                    <a:pt x="14651" y="464183"/>
                  </a:lnTo>
                  <a:lnTo>
                    <a:pt x="14877" y="463602"/>
                  </a:lnTo>
                  <a:lnTo>
                    <a:pt x="15050" y="463158"/>
                  </a:lnTo>
                  <a:lnTo>
                    <a:pt x="15139" y="462931"/>
                  </a:lnTo>
                  <a:lnTo>
                    <a:pt x="15291" y="462540"/>
                  </a:lnTo>
                  <a:lnTo>
                    <a:pt x="15393" y="462281"/>
                  </a:lnTo>
                  <a:lnTo>
                    <a:pt x="15547" y="461893"/>
                  </a:lnTo>
                  <a:lnTo>
                    <a:pt x="15709" y="461485"/>
                  </a:lnTo>
                  <a:lnTo>
                    <a:pt x="16003" y="461009"/>
                  </a:lnTo>
                  <a:lnTo>
                    <a:pt x="16145" y="460935"/>
                  </a:lnTo>
                  <a:lnTo>
                    <a:pt x="16279" y="460912"/>
                  </a:lnTo>
                  <a:lnTo>
                    <a:pt x="16426" y="460648"/>
                  </a:lnTo>
                  <a:lnTo>
                    <a:pt x="16584" y="460561"/>
                  </a:lnTo>
                  <a:lnTo>
                    <a:pt x="16946" y="460284"/>
                  </a:lnTo>
                  <a:lnTo>
                    <a:pt x="17225" y="460194"/>
                  </a:lnTo>
                  <a:lnTo>
                    <a:pt x="17645" y="459284"/>
                  </a:lnTo>
                  <a:lnTo>
                    <a:pt x="17517" y="458517"/>
                  </a:lnTo>
                  <a:lnTo>
                    <a:pt x="17439" y="458271"/>
                  </a:lnTo>
                  <a:lnTo>
                    <a:pt x="17476" y="458082"/>
                  </a:lnTo>
                  <a:lnTo>
                    <a:pt x="17598" y="457926"/>
                  </a:lnTo>
                  <a:lnTo>
                    <a:pt x="17668" y="457416"/>
                  </a:lnTo>
                  <a:lnTo>
                    <a:pt x="17690" y="457206"/>
                  </a:lnTo>
                  <a:lnTo>
                    <a:pt x="17711" y="456496"/>
                  </a:lnTo>
                  <a:lnTo>
                    <a:pt x="17472" y="455838"/>
                  </a:lnTo>
                  <a:lnTo>
                    <a:pt x="16565" y="455091"/>
                  </a:lnTo>
                  <a:lnTo>
                    <a:pt x="16575" y="454902"/>
                  </a:lnTo>
                  <a:lnTo>
                    <a:pt x="16627" y="454391"/>
                  </a:lnTo>
                  <a:lnTo>
                    <a:pt x="16292" y="453851"/>
                  </a:lnTo>
                  <a:lnTo>
                    <a:pt x="16175" y="453650"/>
                  </a:lnTo>
                  <a:lnTo>
                    <a:pt x="16057" y="452443"/>
                  </a:lnTo>
                  <a:lnTo>
                    <a:pt x="15958" y="451769"/>
                  </a:lnTo>
                  <a:lnTo>
                    <a:pt x="15937" y="451441"/>
                  </a:lnTo>
                  <a:lnTo>
                    <a:pt x="15951" y="451220"/>
                  </a:lnTo>
                  <a:lnTo>
                    <a:pt x="15901" y="451004"/>
                  </a:lnTo>
                  <a:lnTo>
                    <a:pt x="15837" y="450782"/>
                  </a:lnTo>
                  <a:lnTo>
                    <a:pt x="15405" y="448331"/>
                  </a:lnTo>
                  <a:lnTo>
                    <a:pt x="15493" y="448204"/>
                  </a:lnTo>
                  <a:lnTo>
                    <a:pt x="15652" y="447729"/>
                  </a:lnTo>
                  <a:lnTo>
                    <a:pt x="15323" y="446746"/>
                  </a:lnTo>
                  <a:lnTo>
                    <a:pt x="14632" y="445673"/>
                  </a:lnTo>
                  <a:lnTo>
                    <a:pt x="14594" y="445362"/>
                  </a:lnTo>
                  <a:lnTo>
                    <a:pt x="14631" y="444645"/>
                  </a:lnTo>
                  <a:lnTo>
                    <a:pt x="14456" y="443692"/>
                  </a:lnTo>
                  <a:lnTo>
                    <a:pt x="14048" y="443709"/>
                  </a:lnTo>
                  <a:lnTo>
                    <a:pt x="13298" y="443842"/>
                  </a:lnTo>
                  <a:lnTo>
                    <a:pt x="12915" y="443146"/>
                  </a:lnTo>
                  <a:lnTo>
                    <a:pt x="12941" y="442941"/>
                  </a:lnTo>
                  <a:lnTo>
                    <a:pt x="12971" y="441881"/>
                  </a:lnTo>
                  <a:lnTo>
                    <a:pt x="13055" y="441444"/>
                  </a:lnTo>
                  <a:lnTo>
                    <a:pt x="12945" y="441111"/>
                  </a:lnTo>
                  <a:lnTo>
                    <a:pt x="12581" y="440665"/>
                  </a:lnTo>
                  <a:lnTo>
                    <a:pt x="12496" y="440448"/>
                  </a:lnTo>
                  <a:lnTo>
                    <a:pt x="12426" y="440257"/>
                  </a:lnTo>
                  <a:lnTo>
                    <a:pt x="12392" y="440050"/>
                  </a:lnTo>
                  <a:lnTo>
                    <a:pt x="12529" y="439705"/>
                  </a:lnTo>
                  <a:lnTo>
                    <a:pt x="13014" y="439284"/>
                  </a:lnTo>
                  <a:lnTo>
                    <a:pt x="12720" y="438335"/>
                  </a:lnTo>
                  <a:lnTo>
                    <a:pt x="12362" y="438192"/>
                  </a:lnTo>
                  <a:lnTo>
                    <a:pt x="12206" y="438081"/>
                  </a:lnTo>
                  <a:lnTo>
                    <a:pt x="12043" y="437869"/>
                  </a:lnTo>
                  <a:lnTo>
                    <a:pt x="11949" y="437352"/>
                  </a:lnTo>
                  <a:lnTo>
                    <a:pt x="12079" y="437129"/>
                  </a:lnTo>
                  <a:lnTo>
                    <a:pt x="12211" y="436951"/>
                  </a:lnTo>
                  <a:lnTo>
                    <a:pt x="12237" y="436649"/>
                  </a:lnTo>
                  <a:lnTo>
                    <a:pt x="11756" y="434959"/>
                  </a:lnTo>
                  <a:lnTo>
                    <a:pt x="11391" y="434302"/>
                  </a:lnTo>
                  <a:lnTo>
                    <a:pt x="11274" y="433962"/>
                  </a:lnTo>
                  <a:lnTo>
                    <a:pt x="11053" y="433635"/>
                  </a:lnTo>
                  <a:lnTo>
                    <a:pt x="10882" y="432612"/>
                  </a:lnTo>
                  <a:lnTo>
                    <a:pt x="10469" y="431662"/>
                  </a:lnTo>
                  <a:lnTo>
                    <a:pt x="10376" y="431517"/>
                  </a:lnTo>
                  <a:lnTo>
                    <a:pt x="10265" y="431323"/>
                  </a:lnTo>
                  <a:lnTo>
                    <a:pt x="10112" y="430851"/>
                  </a:lnTo>
                  <a:lnTo>
                    <a:pt x="10068" y="430714"/>
                  </a:lnTo>
                  <a:lnTo>
                    <a:pt x="10019" y="430554"/>
                  </a:lnTo>
                  <a:lnTo>
                    <a:pt x="9871" y="429864"/>
                  </a:lnTo>
                  <a:lnTo>
                    <a:pt x="9875" y="429249"/>
                  </a:lnTo>
                  <a:lnTo>
                    <a:pt x="9832" y="428891"/>
                  </a:lnTo>
                  <a:lnTo>
                    <a:pt x="9803" y="428707"/>
                  </a:lnTo>
                  <a:lnTo>
                    <a:pt x="9782" y="428018"/>
                  </a:lnTo>
                  <a:lnTo>
                    <a:pt x="9875" y="427753"/>
                  </a:lnTo>
                  <a:lnTo>
                    <a:pt x="9960" y="427561"/>
                  </a:lnTo>
                  <a:lnTo>
                    <a:pt x="10094" y="427268"/>
                  </a:lnTo>
                  <a:lnTo>
                    <a:pt x="10153" y="425915"/>
                  </a:lnTo>
                  <a:lnTo>
                    <a:pt x="10020" y="425386"/>
                  </a:lnTo>
                  <a:lnTo>
                    <a:pt x="10167" y="425034"/>
                  </a:lnTo>
                  <a:lnTo>
                    <a:pt x="10281" y="424877"/>
                  </a:lnTo>
                  <a:lnTo>
                    <a:pt x="10590" y="424460"/>
                  </a:lnTo>
                  <a:lnTo>
                    <a:pt x="10704" y="424317"/>
                  </a:lnTo>
                  <a:lnTo>
                    <a:pt x="11061" y="422728"/>
                  </a:lnTo>
                  <a:lnTo>
                    <a:pt x="11114" y="422039"/>
                  </a:lnTo>
                  <a:lnTo>
                    <a:pt x="10828" y="421608"/>
                  </a:lnTo>
                  <a:lnTo>
                    <a:pt x="10792" y="421108"/>
                  </a:lnTo>
                  <a:lnTo>
                    <a:pt x="10429" y="418924"/>
                  </a:lnTo>
                  <a:lnTo>
                    <a:pt x="10530" y="418743"/>
                  </a:lnTo>
                  <a:lnTo>
                    <a:pt x="10782" y="418392"/>
                  </a:lnTo>
                  <a:lnTo>
                    <a:pt x="10801" y="417933"/>
                  </a:lnTo>
                  <a:lnTo>
                    <a:pt x="11057" y="417032"/>
                  </a:lnTo>
                  <a:lnTo>
                    <a:pt x="11326" y="416604"/>
                  </a:lnTo>
                  <a:lnTo>
                    <a:pt x="11412" y="416445"/>
                  </a:lnTo>
                  <a:lnTo>
                    <a:pt x="11529" y="416217"/>
                  </a:lnTo>
                  <a:lnTo>
                    <a:pt x="11615" y="415634"/>
                  </a:lnTo>
                  <a:lnTo>
                    <a:pt x="11708" y="415312"/>
                  </a:lnTo>
                  <a:lnTo>
                    <a:pt x="11782" y="415077"/>
                  </a:lnTo>
                  <a:lnTo>
                    <a:pt x="11784" y="414237"/>
                  </a:lnTo>
                  <a:lnTo>
                    <a:pt x="11599" y="413968"/>
                  </a:lnTo>
                  <a:lnTo>
                    <a:pt x="11063" y="412661"/>
                  </a:lnTo>
                  <a:lnTo>
                    <a:pt x="11305" y="412388"/>
                  </a:lnTo>
                  <a:lnTo>
                    <a:pt x="11859" y="411966"/>
                  </a:lnTo>
                  <a:lnTo>
                    <a:pt x="12108" y="411762"/>
                  </a:lnTo>
                  <a:lnTo>
                    <a:pt x="12267" y="411526"/>
                  </a:lnTo>
                  <a:lnTo>
                    <a:pt x="12402" y="411177"/>
                  </a:lnTo>
                  <a:lnTo>
                    <a:pt x="12429" y="410858"/>
                  </a:lnTo>
                  <a:lnTo>
                    <a:pt x="12420" y="410698"/>
                  </a:lnTo>
                  <a:lnTo>
                    <a:pt x="12382" y="410330"/>
                  </a:lnTo>
                  <a:lnTo>
                    <a:pt x="12338" y="410012"/>
                  </a:lnTo>
                  <a:lnTo>
                    <a:pt x="12305" y="409674"/>
                  </a:lnTo>
                  <a:lnTo>
                    <a:pt x="12285" y="409194"/>
                  </a:lnTo>
                  <a:lnTo>
                    <a:pt x="12325" y="408700"/>
                  </a:lnTo>
                  <a:lnTo>
                    <a:pt x="12298" y="408419"/>
                  </a:lnTo>
                  <a:lnTo>
                    <a:pt x="12123" y="408136"/>
                  </a:lnTo>
                  <a:lnTo>
                    <a:pt x="11760" y="407616"/>
                  </a:lnTo>
                  <a:lnTo>
                    <a:pt x="11765" y="406948"/>
                  </a:lnTo>
                  <a:lnTo>
                    <a:pt x="11866" y="405674"/>
                  </a:lnTo>
                  <a:lnTo>
                    <a:pt x="11618" y="405584"/>
                  </a:lnTo>
                  <a:lnTo>
                    <a:pt x="10884" y="405136"/>
                  </a:lnTo>
                  <a:lnTo>
                    <a:pt x="10597" y="404815"/>
                  </a:lnTo>
                  <a:lnTo>
                    <a:pt x="9933" y="404015"/>
                  </a:lnTo>
                  <a:lnTo>
                    <a:pt x="9711" y="403698"/>
                  </a:lnTo>
                  <a:lnTo>
                    <a:pt x="9446" y="403145"/>
                  </a:lnTo>
                  <a:lnTo>
                    <a:pt x="7863" y="401275"/>
                  </a:lnTo>
                  <a:lnTo>
                    <a:pt x="7495" y="401011"/>
                  </a:lnTo>
                  <a:lnTo>
                    <a:pt x="7271" y="400831"/>
                  </a:lnTo>
                  <a:lnTo>
                    <a:pt x="7153" y="400627"/>
                  </a:lnTo>
                  <a:lnTo>
                    <a:pt x="7127" y="400469"/>
                  </a:lnTo>
                  <a:lnTo>
                    <a:pt x="7121" y="400287"/>
                  </a:lnTo>
                  <a:lnTo>
                    <a:pt x="7147" y="400148"/>
                  </a:lnTo>
                  <a:lnTo>
                    <a:pt x="7250" y="399969"/>
                  </a:lnTo>
                  <a:lnTo>
                    <a:pt x="7379" y="399840"/>
                  </a:lnTo>
                  <a:lnTo>
                    <a:pt x="7575" y="399748"/>
                  </a:lnTo>
                  <a:lnTo>
                    <a:pt x="7706" y="399731"/>
                  </a:lnTo>
                  <a:lnTo>
                    <a:pt x="7903" y="399768"/>
                  </a:lnTo>
                  <a:lnTo>
                    <a:pt x="8042" y="399824"/>
                  </a:lnTo>
                  <a:lnTo>
                    <a:pt x="8177" y="399924"/>
                  </a:lnTo>
                  <a:lnTo>
                    <a:pt x="8285" y="400080"/>
                  </a:lnTo>
                  <a:lnTo>
                    <a:pt x="8387" y="400323"/>
                  </a:lnTo>
                  <a:lnTo>
                    <a:pt x="8500" y="400493"/>
                  </a:lnTo>
                  <a:lnTo>
                    <a:pt x="8652" y="400633"/>
                  </a:lnTo>
                  <a:lnTo>
                    <a:pt x="8791" y="400686"/>
                  </a:lnTo>
                  <a:lnTo>
                    <a:pt x="8924" y="400685"/>
                  </a:lnTo>
                  <a:lnTo>
                    <a:pt x="9330" y="400256"/>
                  </a:lnTo>
                  <a:lnTo>
                    <a:pt x="9268" y="400009"/>
                  </a:lnTo>
                  <a:lnTo>
                    <a:pt x="9185" y="399764"/>
                  </a:lnTo>
                  <a:lnTo>
                    <a:pt x="9153" y="399289"/>
                  </a:lnTo>
                  <a:lnTo>
                    <a:pt x="9245" y="399018"/>
                  </a:lnTo>
                  <a:lnTo>
                    <a:pt x="9354" y="398869"/>
                  </a:lnTo>
                  <a:lnTo>
                    <a:pt x="9584" y="398639"/>
                  </a:lnTo>
                  <a:lnTo>
                    <a:pt x="9902" y="398255"/>
                  </a:lnTo>
                  <a:lnTo>
                    <a:pt x="9986" y="398091"/>
                  </a:lnTo>
                  <a:lnTo>
                    <a:pt x="9938" y="397687"/>
                  </a:lnTo>
                  <a:lnTo>
                    <a:pt x="9798" y="397592"/>
                  </a:lnTo>
                  <a:lnTo>
                    <a:pt x="9515" y="397566"/>
                  </a:lnTo>
                  <a:lnTo>
                    <a:pt x="9242" y="397670"/>
                  </a:lnTo>
                  <a:lnTo>
                    <a:pt x="9130" y="397814"/>
                  </a:lnTo>
                  <a:lnTo>
                    <a:pt x="9008" y="398047"/>
                  </a:lnTo>
                  <a:lnTo>
                    <a:pt x="8708" y="398384"/>
                  </a:lnTo>
                  <a:lnTo>
                    <a:pt x="8419" y="398394"/>
                  </a:lnTo>
                  <a:lnTo>
                    <a:pt x="8204" y="398134"/>
                  </a:lnTo>
                  <a:lnTo>
                    <a:pt x="8250" y="397885"/>
                  </a:lnTo>
                  <a:lnTo>
                    <a:pt x="8613" y="397633"/>
                  </a:lnTo>
                  <a:lnTo>
                    <a:pt x="8754" y="397511"/>
                  </a:lnTo>
                  <a:lnTo>
                    <a:pt x="8971" y="397310"/>
                  </a:lnTo>
                  <a:lnTo>
                    <a:pt x="8983" y="396858"/>
                  </a:lnTo>
                  <a:lnTo>
                    <a:pt x="8847" y="396654"/>
                  </a:lnTo>
                  <a:lnTo>
                    <a:pt x="8649" y="396451"/>
                  </a:lnTo>
                  <a:lnTo>
                    <a:pt x="8487" y="396324"/>
                  </a:lnTo>
                  <a:lnTo>
                    <a:pt x="8240" y="396216"/>
                  </a:lnTo>
                  <a:lnTo>
                    <a:pt x="7746" y="396119"/>
                  </a:lnTo>
                  <a:lnTo>
                    <a:pt x="7440" y="396103"/>
                  </a:lnTo>
                  <a:lnTo>
                    <a:pt x="7117" y="396093"/>
                  </a:lnTo>
                  <a:lnTo>
                    <a:pt x="6937" y="396058"/>
                  </a:lnTo>
                  <a:lnTo>
                    <a:pt x="6794" y="395959"/>
                  </a:lnTo>
                  <a:lnTo>
                    <a:pt x="7092" y="395541"/>
                  </a:lnTo>
                  <a:lnTo>
                    <a:pt x="7277" y="395615"/>
                  </a:lnTo>
                  <a:lnTo>
                    <a:pt x="7516" y="395655"/>
                  </a:lnTo>
                  <a:lnTo>
                    <a:pt x="7651" y="395640"/>
                  </a:lnTo>
                  <a:lnTo>
                    <a:pt x="7804" y="395571"/>
                  </a:lnTo>
                  <a:lnTo>
                    <a:pt x="7926" y="395436"/>
                  </a:lnTo>
                  <a:lnTo>
                    <a:pt x="8373" y="394491"/>
                  </a:lnTo>
                  <a:lnTo>
                    <a:pt x="8442" y="394309"/>
                  </a:lnTo>
                  <a:lnTo>
                    <a:pt x="8523" y="394041"/>
                  </a:lnTo>
                  <a:lnTo>
                    <a:pt x="8620" y="393612"/>
                  </a:lnTo>
                  <a:lnTo>
                    <a:pt x="8634" y="393475"/>
                  </a:lnTo>
                  <a:lnTo>
                    <a:pt x="8463" y="393051"/>
                  </a:lnTo>
                  <a:lnTo>
                    <a:pt x="8287" y="393007"/>
                  </a:lnTo>
                  <a:lnTo>
                    <a:pt x="8148" y="392988"/>
                  </a:lnTo>
                  <a:lnTo>
                    <a:pt x="7913" y="392585"/>
                  </a:lnTo>
                  <a:lnTo>
                    <a:pt x="8553" y="392091"/>
                  </a:lnTo>
                  <a:lnTo>
                    <a:pt x="8629" y="391662"/>
                  </a:lnTo>
                  <a:lnTo>
                    <a:pt x="8472" y="390867"/>
                  </a:lnTo>
                  <a:lnTo>
                    <a:pt x="8279" y="390726"/>
                  </a:lnTo>
                  <a:lnTo>
                    <a:pt x="7962" y="390580"/>
                  </a:lnTo>
                  <a:lnTo>
                    <a:pt x="7733" y="390504"/>
                  </a:lnTo>
                  <a:lnTo>
                    <a:pt x="7471" y="390475"/>
                  </a:lnTo>
                  <a:lnTo>
                    <a:pt x="7147" y="390466"/>
                  </a:lnTo>
                  <a:lnTo>
                    <a:pt x="6886" y="390450"/>
                  </a:lnTo>
                  <a:lnTo>
                    <a:pt x="6658" y="390393"/>
                  </a:lnTo>
                  <a:lnTo>
                    <a:pt x="6588" y="389656"/>
                  </a:lnTo>
                  <a:lnTo>
                    <a:pt x="6755" y="389656"/>
                  </a:lnTo>
                  <a:lnTo>
                    <a:pt x="6921" y="389671"/>
                  </a:lnTo>
                  <a:lnTo>
                    <a:pt x="7173" y="389671"/>
                  </a:lnTo>
                  <a:lnTo>
                    <a:pt x="7349" y="389640"/>
                  </a:lnTo>
                  <a:lnTo>
                    <a:pt x="7590" y="389548"/>
                  </a:lnTo>
                  <a:lnTo>
                    <a:pt x="7977" y="389113"/>
                  </a:lnTo>
                  <a:lnTo>
                    <a:pt x="7992" y="388945"/>
                  </a:lnTo>
                  <a:lnTo>
                    <a:pt x="7996" y="388638"/>
                  </a:lnTo>
                  <a:lnTo>
                    <a:pt x="8109" y="387636"/>
                  </a:lnTo>
                  <a:lnTo>
                    <a:pt x="8213" y="387079"/>
                  </a:lnTo>
                  <a:lnTo>
                    <a:pt x="8271" y="386920"/>
                  </a:lnTo>
                  <a:lnTo>
                    <a:pt x="8587" y="386377"/>
                  </a:lnTo>
                  <a:lnTo>
                    <a:pt x="8661" y="386201"/>
                  </a:lnTo>
                  <a:lnTo>
                    <a:pt x="8699" y="386044"/>
                  </a:lnTo>
                  <a:lnTo>
                    <a:pt x="8729" y="385716"/>
                  </a:lnTo>
                  <a:lnTo>
                    <a:pt x="8693" y="385490"/>
                  </a:lnTo>
                  <a:lnTo>
                    <a:pt x="8637" y="385297"/>
                  </a:lnTo>
                  <a:lnTo>
                    <a:pt x="8440" y="384897"/>
                  </a:lnTo>
                  <a:lnTo>
                    <a:pt x="8343" y="384698"/>
                  </a:lnTo>
                  <a:lnTo>
                    <a:pt x="8208" y="384460"/>
                  </a:lnTo>
                  <a:lnTo>
                    <a:pt x="7855" y="383991"/>
                  </a:lnTo>
                  <a:lnTo>
                    <a:pt x="7355" y="383815"/>
                  </a:lnTo>
                  <a:lnTo>
                    <a:pt x="6846" y="383478"/>
                  </a:lnTo>
                  <a:lnTo>
                    <a:pt x="6405" y="382689"/>
                  </a:lnTo>
                  <a:lnTo>
                    <a:pt x="7188" y="382225"/>
                  </a:lnTo>
                  <a:lnTo>
                    <a:pt x="7473" y="382244"/>
                  </a:lnTo>
                  <a:lnTo>
                    <a:pt x="8126" y="382460"/>
                  </a:lnTo>
                  <a:lnTo>
                    <a:pt x="8425" y="382722"/>
                  </a:lnTo>
                  <a:lnTo>
                    <a:pt x="9445" y="382262"/>
                  </a:lnTo>
                  <a:lnTo>
                    <a:pt x="9092" y="382226"/>
                  </a:lnTo>
                  <a:lnTo>
                    <a:pt x="8815" y="381265"/>
                  </a:lnTo>
                  <a:lnTo>
                    <a:pt x="9016" y="381200"/>
                  </a:lnTo>
                  <a:lnTo>
                    <a:pt x="9442" y="381163"/>
                  </a:lnTo>
                  <a:lnTo>
                    <a:pt x="10572" y="380849"/>
                  </a:lnTo>
                  <a:lnTo>
                    <a:pt x="10724" y="380640"/>
                  </a:lnTo>
                  <a:lnTo>
                    <a:pt x="10825" y="380486"/>
                  </a:lnTo>
                  <a:lnTo>
                    <a:pt x="10914" y="380328"/>
                  </a:lnTo>
                  <a:lnTo>
                    <a:pt x="11228" y="379857"/>
                  </a:lnTo>
                  <a:lnTo>
                    <a:pt x="11463" y="379644"/>
                  </a:lnTo>
                  <a:lnTo>
                    <a:pt x="11735" y="379347"/>
                  </a:lnTo>
                  <a:lnTo>
                    <a:pt x="11937" y="378976"/>
                  </a:lnTo>
                  <a:lnTo>
                    <a:pt x="12407" y="378441"/>
                  </a:lnTo>
                  <a:lnTo>
                    <a:pt x="12605" y="378295"/>
                  </a:lnTo>
                  <a:lnTo>
                    <a:pt x="13040" y="378077"/>
                  </a:lnTo>
                  <a:lnTo>
                    <a:pt x="13634" y="377762"/>
                  </a:lnTo>
                  <a:lnTo>
                    <a:pt x="13887" y="377449"/>
                  </a:lnTo>
                  <a:lnTo>
                    <a:pt x="13956" y="377071"/>
                  </a:lnTo>
                  <a:lnTo>
                    <a:pt x="13872" y="376760"/>
                  </a:lnTo>
                  <a:lnTo>
                    <a:pt x="13869" y="376285"/>
                  </a:lnTo>
                  <a:lnTo>
                    <a:pt x="13894" y="376142"/>
                  </a:lnTo>
                  <a:lnTo>
                    <a:pt x="14152" y="375627"/>
                  </a:lnTo>
                  <a:lnTo>
                    <a:pt x="14504" y="375357"/>
                  </a:lnTo>
                  <a:lnTo>
                    <a:pt x="15114" y="374860"/>
                  </a:lnTo>
                  <a:lnTo>
                    <a:pt x="15346" y="374646"/>
                  </a:lnTo>
                  <a:lnTo>
                    <a:pt x="15886" y="374150"/>
                  </a:lnTo>
                  <a:lnTo>
                    <a:pt x="16102" y="373918"/>
                  </a:lnTo>
                  <a:lnTo>
                    <a:pt x="16337" y="373626"/>
                  </a:lnTo>
                  <a:lnTo>
                    <a:pt x="16471" y="373448"/>
                  </a:lnTo>
                  <a:lnTo>
                    <a:pt x="16624" y="373232"/>
                  </a:lnTo>
                  <a:lnTo>
                    <a:pt x="17007" y="372699"/>
                  </a:lnTo>
                  <a:lnTo>
                    <a:pt x="17117" y="372557"/>
                  </a:lnTo>
                  <a:lnTo>
                    <a:pt x="17247" y="372388"/>
                  </a:lnTo>
                  <a:lnTo>
                    <a:pt x="17446" y="372141"/>
                  </a:lnTo>
                  <a:lnTo>
                    <a:pt x="17886" y="371614"/>
                  </a:lnTo>
                  <a:lnTo>
                    <a:pt x="18626" y="370706"/>
                  </a:lnTo>
                  <a:lnTo>
                    <a:pt x="18999" y="370100"/>
                  </a:lnTo>
                  <a:lnTo>
                    <a:pt x="19158" y="369975"/>
                  </a:lnTo>
                  <a:lnTo>
                    <a:pt x="19525" y="369462"/>
                  </a:lnTo>
                  <a:lnTo>
                    <a:pt x="19538" y="368927"/>
                  </a:lnTo>
                  <a:lnTo>
                    <a:pt x="19630" y="368598"/>
                  </a:lnTo>
                  <a:lnTo>
                    <a:pt x="20118" y="368253"/>
                  </a:lnTo>
                  <a:lnTo>
                    <a:pt x="20275" y="368284"/>
                  </a:lnTo>
                  <a:lnTo>
                    <a:pt x="20497" y="368327"/>
                  </a:lnTo>
                  <a:lnTo>
                    <a:pt x="20753" y="368341"/>
                  </a:lnTo>
                  <a:lnTo>
                    <a:pt x="21239" y="367556"/>
                  </a:lnTo>
                  <a:lnTo>
                    <a:pt x="21034" y="367318"/>
                  </a:lnTo>
                  <a:lnTo>
                    <a:pt x="20705" y="366778"/>
                  </a:lnTo>
                  <a:lnTo>
                    <a:pt x="20947" y="366263"/>
                  </a:lnTo>
                  <a:lnTo>
                    <a:pt x="21124" y="366201"/>
                  </a:lnTo>
                  <a:lnTo>
                    <a:pt x="21593" y="365786"/>
                  </a:lnTo>
                  <a:lnTo>
                    <a:pt x="21678" y="365647"/>
                  </a:lnTo>
                  <a:lnTo>
                    <a:pt x="21741" y="365499"/>
                  </a:lnTo>
                  <a:lnTo>
                    <a:pt x="21805" y="365136"/>
                  </a:lnTo>
                  <a:lnTo>
                    <a:pt x="21612" y="364600"/>
                  </a:lnTo>
                  <a:lnTo>
                    <a:pt x="20959" y="364335"/>
                  </a:lnTo>
                  <a:lnTo>
                    <a:pt x="20821" y="364334"/>
                  </a:lnTo>
                  <a:lnTo>
                    <a:pt x="20008" y="364375"/>
                  </a:lnTo>
                  <a:lnTo>
                    <a:pt x="19845" y="364361"/>
                  </a:lnTo>
                  <a:lnTo>
                    <a:pt x="19548" y="364326"/>
                  </a:lnTo>
                  <a:lnTo>
                    <a:pt x="19211" y="364238"/>
                  </a:lnTo>
                  <a:lnTo>
                    <a:pt x="18695" y="363877"/>
                  </a:lnTo>
                  <a:lnTo>
                    <a:pt x="18515" y="363441"/>
                  </a:lnTo>
                  <a:lnTo>
                    <a:pt x="18429" y="362961"/>
                  </a:lnTo>
                  <a:lnTo>
                    <a:pt x="18424" y="362621"/>
                  </a:lnTo>
                  <a:lnTo>
                    <a:pt x="18453" y="362167"/>
                  </a:lnTo>
                  <a:lnTo>
                    <a:pt x="18610" y="361727"/>
                  </a:lnTo>
                  <a:lnTo>
                    <a:pt x="18907" y="360590"/>
                  </a:lnTo>
                  <a:lnTo>
                    <a:pt x="18960" y="360401"/>
                  </a:lnTo>
                  <a:lnTo>
                    <a:pt x="19066" y="360119"/>
                  </a:lnTo>
                  <a:lnTo>
                    <a:pt x="19555" y="359771"/>
                  </a:lnTo>
                  <a:lnTo>
                    <a:pt x="19909" y="359762"/>
                  </a:lnTo>
                  <a:lnTo>
                    <a:pt x="20911" y="359687"/>
                  </a:lnTo>
                  <a:lnTo>
                    <a:pt x="21162" y="359637"/>
                  </a:lnTo>
                  <a:lnTo>
                    <a:pt x="21430" y="359575"/>
                  </a:lnTo>
                  <a:lnTo>
                    <a:pt x="22562" y="359416"/>
                  </a:lnTo>
                  <a:lnTo>
                    <a:pt x="23265" y="359326"/>
                  </a:lnTo>
                  <a:lnTo>
                    <a:pt x="23535" y="359285"/>
                  </a:lnTo>
                  <a:lnTo>
                    <a:pt x="24167" y="358891"/>
                  </a:lnTo>
                  <a:lnTo>
                    <a:pt x="24530" y="357986"/>
                  </a:lnTo>
                  <a:lnTo>
                    <a:pt x="24424" y="357132"/>
                  </a:lnTo>
                  <a:lnTo>
                    <a:pt x="24469" y="356676"/>
                  </a:lnTo>
                  <a:lnTo>
                    <a:pt x="24530" y="356458"/>
                  </a:lnTo>
                  <a:lnTo>
                    <a:pt x="24589" y="356283"/>
                  </a:lnTo>
                  <a:lnTo>
                    <a:pt x="25155" y="355362"/>
                  </a:lnTo>
                  <a:lnTo>
                    <a:pt x="25137" y="355197"/>
                  </a:lnTo>
                  <a:lnTo>
                    <a:pt x="25072" y="354940"/>
                  </a:lnTo>
                  <a:lnTo>
                    <a:pt x="25619" y="354172"/>
                  </a:lnTo>
                  <a:lnTo>
                    <a:pt x="25895" y="353859"/>
                  </a:lnTo>
                  <a:lnTo>
                    <a:pt x="26275" y="353227"/>
                  </a:lnTo>
                  <a:lnTo>
                    <a:pt x="26013" y="352732"/>
                  </a:lnTo>
                  <a:lnTo>
                    <a:pt x="25640" y="352298"/>
                  </a:lnTo>
                  <a:lnTo>
                    <a:pt x="25525" y="352151"/>
                  </a:lnTo>
                  <a:lnTo>
                    <a:pt x="25363" y="351902"/>
                  </a:lnTo>
                  <a:lnTo>
                    <a:pt x="25256" y="351670"/>
                  </a:lnTo>
                  <a:lnTo>
                    <a:pt x="25206" y="351463"/>
                  </a:lnTo>
                  <a:lnTo>
                    <a:pt x="25158" y="351132"/>
                  </a:lnTo>
                  <a:lnTo>
                    <a:pt x="25165" y="350813"/>
                  </a:lnTo>
                  <a:lnTo>
                    <a:pt x="25147" y="350622"/>
                  </a:lnTo>
                  <a:lnTo>
                    <a:pt x="25110" y="350305"/>
                  </a:lnTo>
                  <a:lnTo>
                    <a:pt x="24784" y="349612"/>
                  </a:lnTo>
                  <a:lnTo>
                    <a:pt x="25350" y="348730"/>
                  </a:lnTo>
                  <a:lnTo>
                    <a:pt x="26038" y="348587"/>
                  </a:lnTo>
                  <a:lnTo>
                    <a:pt x="26165" y="348409"/>
                  </a:lnTo>
                  <a:lnTo>
                    <a:pt x="26193" y="347770"/>
                  </a:lnTo>
                  <a:lnTo>
                    <a:pt x="25922" y="347483"/>
                  </a:lnTo>
                  <a:lnTo>
                    <a:pt x="25771" y="347336"/>
                  </a:lnTo>
                  <a:lnTo>
                    <a:pt x="25422" y="347018"/>
                  </a:lnTo>
                  <a:lnTo>
                    <a:pt x="25182" y="346843"/>
                  </a:lnTo>
                  <a:lnTo>
                    <a:pt x="24712" y="346581"/>
                  </a:lnTo>
                  <a:lnTo>
                    <a:pt x="24182" y="346484"/>
                  </a:lnTo>
                  <a:lnTo>
                    <a:pt x="23976" y="346471"/>
                  </a:lnTo>
                  <a:lnTo>
                    <a:pt x="23658" y="346433"/>
                  </a:lnTo>
                  <a:lnTo>
                    <a:pt x="23511" y="346387"/>
                  </a:lnTo>
                  <a:lnTo>
                    <a:pt x="23302" y="346268"/>
                  </a:lnTo>
                  <a:lnTo>
                    <a:pt x="22849" y="346087"/>
                  </a:lnTo>
                  <a:lnTo>
                    <a:pt x="22471" y="345940"/>
                  </a:lnTo>
                  <a:lnTo>
                    <a:pt x="22237" y="345777"/>
                  </a:lnTo>
                  <a:lnTo>
                    <a:pt x="22117" y="345650"/>
                  </a:lnTo>
                  <a:lnTo>
                    <a:pt x="21857" y="345193"/>
                  </a:lnTo>
                  <a:lnTo>
                    <a:pt x="22054" y="344595"/>
                  </a:lnTo>
                  <a:lnTo>
                    <a:pt x="22465" y="344355"/>
                  </a:lnTo>
                  <a:lnTo>
                    <a:pt x="22700" y="344256"/>
                  </a:lnTo>
                  <a:lnTo>
                    <a:pt x="22849" y="344219"/>
                  </a:lnTo>
                  <a:lnTo>
                    <a:pt x="23282" y="344184"/>
                  </a:lnTo>
                  <a:lnTo>
                    <a:pt x="23438" y="344151"/>
                  </a:lnTo>
                  <a:lnTo>
                    <a:pt x="24392" y="343707"/>
                  </a:lnTo>
                  <a:lnTo>
                    <a:pt x="24468" y="343499"/>
                  </a:lnTo>
                  <a:lnTo>
                    <a:pt x="24188" y="342680"/>
                  </a:lnTo>
                  <a:lnTo>
                    <a:pt x="23476" y="342135"/>
                  </a:lnTo>
                  <a:lnTo>
                    <a:pt x="22584" y="341617"/>
                  </a:lnTo>
                  <a:lnTo>
                    <a:pt x="21755" y="341307"/>
                  </a:lnTo>
                  <a:lnTo>
                    <a:pt x="21597" y="341274"/>
                  </a:lnTo>
                  <a:lnTo>
                    <a:pt x="20741" y="341041"/>
                  </a:lnTo>
                  <a:lnTo>
                    <a:pt x="20511" y="340903"/>
                  </a:lnTo>
                  <a:lnTo>
                    <a:pt x="20247" y="340290"/>
                  </a:lnTo>
                  <a:lnTo>
                    <a:pt x="20113" y="339960"/>
                  </a:lnTo>
                  <a:lnTo>
                    <a:pt x="19638" y="338859"/>
                  </a:lnTo>
                  <a:lnTo>
                    <a:pt x="19033" y="337905"/>
                  </a:lnTo>
                  <a:lnTo>
                    <a:pt x="18305" y="336703"/>
                  </a:lnTo>
                  <a:lnTo>
                    <a:pt x="18164" y="336465"/>
                  </a:lnTo>
                  <a:lnTo>
                    <a:pt x="18024" y="336230"/>
                  </a:lnTo>
                  <a:lnTo>
                    <a:pt x="17816" y="335766"/>
                  </a:lnTo>
                  <a:lnTo>
                    <a:pt x="17641" y="335463"/>
                  </a:lnTo>
                  <a:lnTo>
                    <a:pt x="16935" y="334244"/>
                  </a:lnTo>
                  <a:lnTo>
                    <a:pt x="16781" y="334000"/>
                  </a:lnTo>
                  <a:lnTo>
                    <a:pt x="16640" y="333818"/>
                  </a:lnTo>
                  <a:lnTo>
                    <a:pt x="16377" y="333618"/>
                  </a:lnTo>
                  <a:lnTo>
                    <a:pt x="15964" y="333411"/>
                  </a:lnTo>
                  <a:lnTo>
                    <a:pt x="15093" y="332867"/>
                  </a:lnTo>
                  <a:lnTo>
                    <a:pt x="14905" y="332744"/>
                  </a:lnTo>
                  <a:lnTo>
                    <a:pt x="14654" y="332628"/>
                  </a:lnTo>
                  <a:lnTo>
                    <a:pt x="14265" y="332574"/>
                  </a:lnTo>
                  <a:lnTo>
                    <a:pt x="13630" y="332365"/>
                  </a:lnTo>
                  <a:lnTo>
                    <a:pt x="13485" y="332287"/>
                  </a:lnTo>
                  <a:lnTo>
                    <a:pt x="13338" y="332167"/>
                  </a:lnTo>
                  <a:lnTo>
                    <a:pt x="13214" y="331993"/>
                  </a:lnTo>
                  <a:lnTo>
                    <a:pt x="13103" y="331768"/>
                  </a:lnTo>
                  <a:lnTo>
                    <a:pt x="13060" y="331589"/>
                  </a:lnTo>
                  <a:lnTo>
                    <a:pt x="13064" y="331144"/>
                  </a:lnTo>
                  <a:lnTo>
                    <a:pt x="13163" y="330874"/>
                  </a:lnTo>
                  <a:lnTo>
                    <a:pt x="13317" y="330632"/>
                  </a:lnTo>
                  <a:lnTo>
                    <a:pt x="13518" y="330340"/>
                  </a:lnTo>
                  <a:lnTo>
                    <a:pt x="13560" y="329937"/>
                  </a:lnTo>
                  <a:lnTo>
                    <a:pt x="12573" y="328914"/>
                  </a:lnTo>
                  <a:lnTo>
                    <a:pt x="12431" y="328484"/>
                  </a:lnTo>
                  <a:lnTo>
                    <a:pt x="12342" y="327935"/>
                  </a:lnTo>
                  <a:lnTo>
                    <a:pt x="12375" y="327390"/>
                  </a:lnTo>
                  <a:lnTo>
                    <a:pt x="12526" y="327023"/>
                  </a:lnTo>
                  <a:lnTo>
                    <a:pt x="12681" y="326193"/>
                  </a:lnTo>
                  <a:lnTo>
                    <a:pt x="12629" y="325845"/>
                  </a:lnTo>
                  <a:lnTo>
                    <a:pt x="12338" y="325232"/>
                  </a:lnTo>
                  <a:lnTo>
                    <a:pt x="12255" y="324805"/>
                  </a:lnTo>
                  <a:lnTo>
                    <a:pt x="12470" y="324245"/>
                  </a:lnTo>
                  <a:lnTo>
                    <a:pt x="12751" y="323954"/>
                  </a:lnTo>
                  <a:lnTo>
                    <a:pt x="13062" y="322439"/>
                  </a:lnTo>
                  <a:lnTo>
                    <a:pt x="12974" y="322255"/>
                  </a:lnTo>
                  <a:lnTo>
                    <a:pt x="12826" y="321938"/>
                  </a:lnTo>
                  <a:lnTo>
                    <a:pt x="12494" y="321120"/>
                  </a:lnTo>
                  <a:lnTo>
                    <a:pt x="12545" y="319724"/>
                  </a:lnTo>
                  <a:lnTo>
                    <a:pt x="12643" y="319464"/>
                  </a:lnTo>
                  <a:lnTo>
                    <a:pt x="12926" y="318910"/>
                  </a:lnTo>
                  <a:lnTo>
                    <a:pt x="14353" y="318368"/>
                  </a:lnTo>
                  <a:lnTo>
                    <a:pt x="15329" y="318093"/>
                  </a:lnTo>
                  <a:lnTo>
                    <a:pt x="15470" y="317868"/>
                  </a:lnTo>
                  <a:lnTo>
                    <a:pt x="15544" y="317552"/>
                  </a:lnTo>
                  <a:lnTo>
                    <a:pt x="15517" y="317238"/>
                  </a:lnTo>
                  <a:lnTo>
                    <a:pt x="15504" y="317106"/>
                  </a:lnTo>
                  <a:lnTo>
                    <a:pt x="15465" y="316720"/>
                  </a:lnTo>
                  <a:lnTo>
                    <a:pt x="15550" y="316271"/>
                  </a:lnTo>
                  <a:lnTo>
                    <a:pt x="15595" y="316033"/>
                  </a:lnTo>
                  <a:lnTo>
                    <a:pt x="15631" y="315842"/>
                  </a:lnTo>
                  <a:lnTo>
                    <a:pt x="15733" y="315440"/>
                  </a:lnTo>
                  <a:lnTo>
                    <a:pt x="15744" y="314950"/>
                  </a:lnTo>
                  <a:lnTo>
                    <a:pt x="15820" y="313975"/>
                  </a:lnTo>
                  <a:lnTo>
                    <a:pt x="16468" y="313187"/>
                  </a:lnTo>
                  <a:lnTo>
                    <a:pt x="16857" y="313096"/>
                  </a:lnTo>
                  <a:lnTo>
                    <a:pt x="17343" y="313136"/>
                  </a:lnTo>
                  <a:lnTo>
                    <a:pt x="17745" y="313180"/>
                  </a:lnTo>
                  <a:lnTo>
                    <a:pt x="17909" y="313206"/>
                  </a:lnTo>
                  <a:lnTo>
                    <a:pt x="18040" y="313227"/>
                  </a:lnTo>
                  <a:lnTo>
                    <a:pt x="18454" y="313290"/>
                  </a:lnTo>
                  <a:lnTo>
                    <a:pt x="19073" y="313313"/>
                  </a:lnTo>
                  <a:lnTo>
                    <a:pt x="19305" y="313279"/>
                  </a:lnTo>
                  <a:lnTo>
                    <a:pt x="19513" y="313235"/>
                  </a:lnTo>
                  <a:lnTo>
                    <a:pt x="19723" y="313150"/>
                  </a:lnTo>
                  <a:lnTo>
                    <a:pt x="20584" y="312459"/>
                  </a:lnTo>
                  <a:lnTo>
                    <a:pt x="20768" y="312183"/>
                  </a:lnTo>
                  <a:lnTo>
                    <a:pt x="20947" y="311885"/>
                  </a:lnTo>
                  <a:lnTo>
                    <a:pt x="21380" y="311352"/>
                  </a:lnTo>
                  <a:lnTo>
                    <a:pt x="21697" y="311072"/>
                  </a:lnTo>
                  <a:lnTo>
                    <a:pt x="23115" y="310422"/>
                  </a:lnTo>
                  <a:lnTo>
                    <a:pt x="23410" y="310315"/>
                  </a:lnTo>
                  <a:lnTo>
                    <a:pt x="23551" y="310245"/>
                  </a:lnTo>
                  <a:lnTo>
                    <a:pt x="24233" y="309572"/>
                  </a:lnTo>
                  <a:lnTo>
                    <a:pt x="24305" y="309268"/>
                  </a:lnTo>
                  <a:lnTo>
                    <a:pt x="24370" y="308820"/>
                  </a:lnTo>
                  <a:lnTo>
                    <a:pt x="24421" y="308434"/>
                  </a:lnTo>
                  <a:lnTo>
                    <a:pt x="24934" y="307106"/>
                  </a:lnTo>
                  <a:lnTo>
                    <a:pt x="26420" y="305328"/>
                  </a:lnTo>
                  <a:lnTo>
                    <a:pt x="27383" y="305431"/>
                  </a:lnTo>
                  <a:lnTo>
                    <a:pt x="27783" y="305634"/>
                  </a:lnTo>
                  <a:lnTo>
                    <a:pt x="28841" y="305983"/>
                  </a:lnTo>
                  <a:lnTo>
                    <a:pt x="30115" y="304766"/>
                  </a:lnTo>
                  <a:lnTo>
                    <a:pt x="30045" y="304638"/>
                  </a:lnTo>
                  <a:lnTo>
                    <a:pt x="29949" y="304460"/>
                  </a:lnTo>
                  <a:lnTo>
                    <a:pt x="29852" y="304013"/>
                  </a:lnTo>
                  <a:lnTo>
                    <a:pt x="29921" y="303866"/>
                  </a:lnTo>
                  <a:lnTo>
                    <a:pt x="29995" y="303115"/>
                  </a:lnTo>
                  <a:lnTo>
                    <a:pt x="29769" y="302596"/>
                  </a:lnTo>
                  <a:lnTo>
                    <a:pt x="29864" y="302209"/>
                  </a:lnTo>
                  <a:lnTo>
                    <a:pt x="30435" y="301987"/>
                  </a:lnTo>
                  <a:lnTo>
                    <a:pt x="30606" y="302013"/>
                  </a:lnTo>
                  <a:lnTo>
                    <a:pt x="31258" y="301959"/>
                  </a:lnTo>
                  <a:lnTo>
                    <a:pt x="31684" y="301270"/>
                  </a:lnTo>
                  <a:lnTo>
                    <a:pt x="31756" y="300708"/>
                  </a:lnTo>
                  <a:lnTo>
                    <a:pt x="31835" y="299195"/>
                  </a:lnTo>
                  <a:lnTo>
                    <a:pt x="31862" y="298395"/>
                  </a:lnTo>
                  <a:lnTo>
                    <a:pt x="31431" y="298277"/>
                  </a:lnTo>
                  <a:lnTo>
                    <a:pt x="30934" y="297577"/>
                  </a:lnTo>
                  <a:lnTo>
                    <a:pt x="30353" y="296821"/>
                  </a:lnTo>
                  <a:lnTo>
                    <a:pt x="30230" y="296584"/>
                  </a:lnTo>
                  <a:lnTo>
                    <a:pt x="30466" y="295775"/>
                  </a:lnTo>
                  <a:lnTo>
                    <a:pt x="30705" y="295126"/>
                  </a:lnTo>
                  <a:lnTo>
                    <a:pt x="30780" y="294796"/>
                  </a:lnTo>
                  <a:lnTo>
                    <a:pt x="31461" y="294033"/>
                  </a:lnTo>
                  <a:lnTo>
                    <a:pt x="31683" y="292621"/>
                  </a:lnTo>
                  <a:lnTo>
                    <a:pt x="31727" y="292219"/>
                  </a:lnTo>
                  <a:lnTo>
                    <a:pt x="33381" y="290430"/>
                  </a:lnTo>
                  <a:lnTo>
                    <a:pt x="33922" y="289809"/>
                  </a:lnTo>
                  <a:lnTo>
                    <a:pt x="34361" y="287603"/>
                  </a:lnTo>
                  <a:lnTo>
                    <a:pt x="35223" y="286870"/>
                  </a:lnTo>
                  <a:lnTo>
                    <a:pt x="35292" y="286710"/>
                  </a:lnTo>
                  <a:lnTo>
                    <a:pt x="35397" y="286119"/>
                  </a:lnTo>
                  <a:lnTo>
                    <a:pt x="35558" y="285752"/>
                  </a:lnTo>
                  <a:lnTo>
                    <a:pt x="35668" y="285537"/>
                  </a:lnTo>
                  <a:lnTo>
                    <a:pt x="36198" y="284780"/>
                  </a:lnTo>
                  <a:lnTo>
                    <a:pt x="36276" y="284339"/>
                  </a:lnTo>
                  <a:lnTo>
                    <a:pt x="36078" y="283763"/>
                  </a:lnTo>
                  <a:lnTo>
                    <a:pt x="35926" y="282875"/>
                  </a:lnTo>
                  <a:lnTo>
                    <a:pt x="36075" y="282810"/>
                  </a:lnTo>
                  <a:lnTo>
                    <a:pt x="36262" y="282600"/>
                  </a:lnTo>
                  <a:lnTo>
                    <a:pt x="36687" y="281723"/>
                  </a:lnTo>
                  <a:lnTo>
                    <a:pt x="36634" y="281553"/>
                  </a:lnTo>
                  <a:lnTo>
                    <a:pt x="36425" y="280470"/>
                  </a:lnTo>
                  <a:lnTo>
                    <a:pt x="36450" y="280282"/>
                  </a:lnTo>
                  <a:lnTo>
                    <a:pt x="36486" y="279823"/>
                  </a:lnTo>
                  <a:lnTo>
                    <a:pt x="36460" y="279678"/>
                  </a:lnTo>
                  <a:lnTo>
                    <a:pt x="35553" y="278042"/>
                  </a:lnTo>
                  <a:lnTo>
                    <a:pt x="35301" y="277932"/>
                  </a:lnTo>
                  <a:lnTo>
                    <a:pt x="35040" y="277228"/>
                  </a:lnTo>
                  <a:lnTo>
                    <a:pt x="35239" y="276796"/>
                  </a:lnTo>
                  <a:lnTo>
                    <a:pt x="35709" y="276148"/>
                  </a:lnTo>
                  <a:lnTo>
                    <a:pt x="35911" y="275987"/>
                  </a:lnTo>
                  <a:lnTo>
                    <a:pt x="37319" y="275073"/>
                  </a:lnTo>
                  <a:lnTo>
                    <a:pt x="37840" y="274878"/>
                  </a:lnTo>
                  <a:lnTo>
                    <a:pt x="38403" y="274840"/>
                  </a:lnTo>
                  <a:lnTo>
                    <a:pt x="38614" y="274793"/>
                  </a:lnTo>
                  <a:lnTo>
                    <a:pt x="39452" y="274735"/>
                  </a:lnTo>
                  <a:lnTo>
                    <a:pt x="39736" y="274668"/>
                  </a:lnTo>
                  <a:lnTo>
                    <a:pt x="40146" y="274470"/>
                  </a:lnTo>
                  <a:lnTo>
                    <a:pt x="40824" y="273858"/>
                  </a:lnTo>
                  <a:lnTo>
                    <a:pt x="41088" y="273707"/>
                  </a:lnTo>
                  <a:lnTo>
                    <a:pt x="41459" y="273508"/>
                  </a:lnTo>
                  <a:lnTo>
                    <a:pt x="42390" y="272576"/>
                  </a:lnTo>
                  <a:lnTo>
                    <a:pt x="42682" y="272097"/>
                  </a:lnTo>
                  <a:lnTo>
                    <a:pt x="42748" y="271902"/>
                  </a:lnTo>
                  <a:lnTo>
                    <a:pt x="42827" y="271583"/>
                  </a:lnTo>
                  <a:lnTo>
                    <a:pt x="42845" y="271397"/>
                  </a:lnTo>
                  <a:lnTo>
                    <a:pt x="43078" y="270471"/>
                  </a:lnTo>
                  <a:lnTo>
                    <a:pt x="43641" y="270089"/>
                  </a:lnTo>
                  <a:lnTo>
                    <a:pt x="43915" y="269362"/>
                  </a:lnTo>
                  <a:lnTo>
                    <a:pt x="44145" y="268655"/>
                  </a:lnTo>
                  <a:lnTo>
                    <a:pt x="43889" y="268120"/>
                  </a:lnTo>
                  <a:lnTo>
                    <a:pt x="43655" y="267609"/>
                  </a:lnTo>
                  <a:lnTo>
                    <a:pt x="43734" y="267466"/>
                  </a:lnTo>
                  <a:lnTo>
                    <a:pt x="43949" y="267038"/>
                  </a:lnTo>
                  <a:lnTo>
                    <a:pt x="44028" y="266883"/>
                  </a:lnTo>
                  <a:lnTo>
                    <a:pt x="44495" y="266410"/>
                  </a:lnTo>
                  <a:lnTo>
                    <a:pt x="44583" y="266282"/>
                  </a:lnTo>
                  <a:lnTo>
                    <a:pt x="44700" y="266080"/>
                  </a:lnTo>
                  <a:lnTo>
                    <a:pt x="44921" y="265632"/>
                  </a:lnTo>
                  <a:lnTo>
                    <a:pt x="45111" y="265110"/>
                  </a:lnTo>
                  <a:lnTo>
                    <a:pt x="45272" y="264577"/>
                  </a:lnTo>
                  <a:lnTo>
                    <a:pt x="45370" y="264303"/>
                  </a:lnTo>
                  <a:lnTo>
                    <a:pt x="45447" y="264126"/>
                  </a:lnTo>
                  <a:lnTo>
                    <a:pt x="45562" y="263909"/>
                  </a:lnTo>
                  <a:lnTo>
                    <a:pt x="45904" y="263636"/>
                  </a:lnTo>
                  <a:lnTo>
                    <a:pt x="46118" y="263360"/>
                  </a:lnTo>
                  <a:lnTo>
                    <a:pt x="46283" y="262773"/>
                  </a:lnTo>
                  <a:lnTo>
                    <a:pt x="46058" y="262170"/>
                  </a:lnTo>
                  <a:lnTo>
                    <a:pt x="46073" y="261956"/>
                  </a:lnTo>
                  <a:lnTo>
                    <a:pt x="46100" y="261807"/>
                  </a:lnTo>
                  <a:lnTo>
                    <a:pt x="46187" y="261509"/>
                  </a:lnTo>
                  <a:lnTo>
                    <a:pt x="46916" y="260471"/>
                  </a:lnTo>
                  <a:lnTo>
                    <a:pt x="47150" y="260374"/>
                  </a:lnTo>
                  <a:lnTo>
                    <a:pt x="47267" y="259657"/>
                  </a:lnTo>
                  <a:lnTo>
                    <a:pt x="47115" y="259669"/>
                  </a:lnTo>
                  <a:lnTo>
                    <a:pt x="46718" y="259708"/>
                  </a:lnTo>
                  <a:lnTo>
                    <a:pt x="46237" y="259780"/>
                  </a:lnTo>
                  <a:lnTo>
                    <a:pt x="45952" y="259728"/>
                  </a:lnTo>
                  <a:lnTo>
                    <a:pt x="45683" y="259609"/>
                  </a:lnTo>
                  <a:lnTo>
                    <a:pt x="45105" y="259283"/>
                  </a:lnTo>
                  <a:lnTo>
                    <a:pt x="44907" y="259041"/>
                  </a:lnTo>
                  <a:lnTo>
                    <a:pt x="44397" y="258223"/>
                  </a:lnTo>
                  <a:lnTo>
                    <a:pt x="44776" y="257107"/>
                  </a:lnTo>
                  <a:lnTo>
                    <a:pt x="44418" y="257124"/>
                  </a:lnTo>
                  <a:lnTo>
                    <a:pt x="44124" y="257294"/>
                  </a:lnTo>
                  <a:lnTo>
                    <a:pt x="43881" y="257536"/>
                  </a:lnTo>
                  <a:lnTo>
                    <a:pt x="43343" y="257848"/>
                  </a:lnTo>
                  <a:lnTo>
                    <a:pt x="43148" y="257627"/>
                  </a:lnTo>
                  <a:lnTo>
                    <a:pt x="43296" y="257122"/>
                  </a:lnTo>
                  <a:lnTo>
                    <a:pt x="43365" y="256931"/>
                  </a:lnTo>
                  <a:lnTo>
                    <a:pt x="43406" y="256627"/>
                  </a:lnTo>
                  <a:lnTo>
                    <a:pt x="42966" y="256133"/>
                  </a:lnTo>
                  <a:lnTo>
                    <a:pt x="42725" y="256168"/>
                  </a:lnTo>
                  <a:lnTo>
                    <a:pt x="42437" y="256225"/>
                  </a:lnTo>
                  <a:lnTo>
                    <a:pt x="42286" y="256270"/>
                  </a:lnTo>
                  <a:lnTo>
                    <a:pt x="42016" y="256295"/>
                  </a:lnTo>
                  <a:lnTo>
                    <a:pt x="41795" y="256266"/>
                  </a:lnTo>
                  <a:lnTo>
                    <a:pt x="41603" y="255520"/>
                  </a:lnTo>
                  <a:lnTo>
                    <a:pt x="42242" y="255126"/>
                  </a:lnTo>
                  <a:lnTo>
                    <a:pt x="42493" y="254412"/>
                  </a:lnTo>
                  <a:lnTo>
                    <a:pt x="43086" y="253663"/>
                  </a:lnTo>
                  <a:lnTo>
                    <a:pt x="43732" y="253416"/>
                  </a:lnTo>
                  <a:lnTo>
                    <a:pt x="43878" y="253320"/>
                  </a:lnTo>
                  <a:lnTo>
                    <a:pt x="44754" y="253362"/>
                  </a:lnTo>
                  <a:lnTo>
                    <a:pt x="44968" y="253373"/>
                  </a:lnTo>
                  <a:lnTo>
                    <a:pt x="45292" y="253416"/>
                  </a:lnTo>
                  <a:lnTo>
                    <a:pt x="45427" y="253395"/>
                  </a:lnTo>
                  <a:lnTo>
                    <a:pt x="47079" y="252940"/>
                  </a:lnTo>
                  <a:lnTo>
                    <a:pt x="47330" y="252916"/>
                  </a:lnTo>
                  <a:lnTo>
                    <a:pt x="47583" y="252952"/>
                  </a:lnTo>
                  <a:lnTo>
                    <a:pt x="48100" y="253117"/>
                  </a:lnTo>
                  <a:lnTo>
                    <a:pt x="49582" y="253541"/>
                  </a:lnTo>
                  <a:lnTo>
                    <a:pt x="50541" y="253297"/>
                  </a:lnTo>
                  <a:lnTo>
                    <a:pt x="50716" y="253302"/>
                  </a:lnTo>
                  <a:lnTo>
                    <a:pt x="51157" y="253353"/>
                  </a:lnTo>
                  <a:lnTo>
                    <a:pt x="51676" y="253383"/>
                  </a:lnTo>
                  <a:lnTo>
                    <a:pt x="51815" y="253352"/>
                  </a:lnTo>
                  <a:lnTo>
                    <a:pt x="52188" y="253215"/>
                  </a:lnTo>
                  <a:lnTo>
                    <a:pt x="52996" y="252459"/>
                  </a:lnTo>
                  <a:lnTo>
                    <a:pt x="53125" y="251897"/>
                  </a:lnTo>
                  <a:lnTo>
                    <a:pt x="53140" y="251587"/>
                  </a:lnTo>
                  <a:lnTo>
                    <a:pt x="53136" y="251400"/>
                  </a:lnTo>
                  <a:lnTo>
                    <a:pt x="53125" y="250791"/>
                  </a:lnTo>
                  <a:lnTo>
                    <a:pt x="53440" y="250304"/>
                  </a:lnTo>
                  <a:lnTo>
                    <a:pt x="53594" y="250124"/>
                  </a:lnTo>
                  <a:lnTo>
                    <a:pt x="53777" y="249951"/>
                  </a:lnTo>
                  <a:lnTo>
                    <a:pt x="54057" y="249716"/>
                  </a:lnTo>
                  <a:lnTo>
                    <a:pt x="54356" y="249488"/>
                  </a:lnTo>
                  <a:lnTo>
                    <a:pt x="54891" y="249252"/>
                  </a:lnTo>
                  <a:lnTo>
                    <a:pt x="55328" y="249109"/>
                  </a:lnTo>
                  <a:lnTo>
                    <a:pt x="55768" y="249079"/>
                  </a:lnTo>
                  <a:lnTo>
                    <a:pt x="56030" y="248926"/>
                  </a:lnTo>
                  <a:lnTo>
                    <a:pt x="56308" y="248614"/>
                  </a:lnTo>
                  <a:lnTo>
                    <a:pt x="56400" y="247783"/>
                  </a:lnTo>
                  <a:lnTo>
                    <a:pt x="56253" y="247471"/>
                  </a:lnTo>
                  <a:lnTo>
                    <a:pt x="56093" y="247302"/>
                  </a:lnTo>
                  <a:lnTo>
                    <a:pt x="55895" y="246910"/>
                  </a:lnTo>
                  <a:lnTo>
                    <a:pt x="55920" y="246690"/>
                  </a:lnTo>
                  <a:lnTo>
                    <a:pt x="56017" y="246431"/>
                  </a:lnTo>
                  <a:lnTo>
                    <a:pt x="56110" y="246264"/>
                  </a:lnTo>
                  <a:lnTo>
                    <a:pt x="56256" y="246055"/>
                  </a:lnTo>
                  <a:lnTo>
                    <a:pt x="56496" y="245142"/>
                  </a:lnTo>
                  <a:lnTo>
                    <a:pt x="56722" y="244261"/>
                  </a:lnTo>
                  <a:lnTo>
                    <a:pt x="56780" y="243858"/>
                  </a:lnTo>
                  <a:lnTo>
                    <a:pt x="56721" y="243697"/>
                  </a:lnTo>
                  <a:lnTo>
                    <a:pt x="56350" y="243281"/>
                  </a:lnTo>
                  <a:lnTo>
                    <a:pt x="56226" y="243086"/>
                  </a:lnTo>
                  <a:lnTo>
                    <a:pt x="56315" y="242604"/>
                  </a:lnTo>
                  <a:lnTo>
                    <a:pt x="56608" y="242539"/>
                  </a:lnTo>
                  <a:lnTo>
                    <a:pt x="56746" y="242567"/>
                  </a:lnTo>
                  <a:lnTo>
                    <a:pt x="57123" y="242883"/>
                  </a:lnTo>
                  <a:lnTo>
                    <a:pt x="57286" y="243146"/>
                  </a:lnTo>
                  <a:lnTo>
                    <a:pt x="57497" y="243365"/>
                  </a:lnTo>
                  <a:lnTo>
                    <a:pt x="57803" y="243180"/>
                  </a:lnTo>
                  <a:lnTo>
                    <a:pt x="57823" y="242961"/>
                  </a:lnTo>
                  <a:lnTo>
                    <a:pt x="57810" y="242560"/>
                  </a:lnTo>
                  <a:lnTo>
                    <a:pt x="57492" y="242142"/>
                  </a:lnTo>
                  <a:lnTo>
                    <a:pt x="57355" y="242134"/>
                  </a:lnTo>
                  <a:lnTo>
                    <a:pt x="57179" y="242130"/>
                  </a:lnTo>
                  <a:lnTo>
                    <a:pt x="56735" y="241900"/>
                  </a:lnTo>
                  <a:lnTo>
                    <a:pt x="56689" y="241655"/>
                  </a:lnTo>
                  <a:lnTo>
                    <a:pt x="56657" y="241486"/>
                  </a:lnTo>
                  <a:lnTo>
                    <a:pt x="56880" y="241462"/>
                  </a:lnTo>
                  <a:lnTo>
                    <a:pt x="57363" y="241170"/>
                  </a:lnTo>
                  <a:lnTo>
                    <a:pt x="57792" y="241085"/>
                  </a:lnTo>
                  <a:lnTo>
                    <a:pt x="58064" y="241070"/>
                  </a:lnTo>
                  <a:lnTo>
                    <a:pt x="58513" y="240852"/>
                  </a:lnTo>
                  <a:lnTo>
                    <a:pt x="58700" y="240722"/>
                  </a:lnTo>
                  <a:lnTo>
                    <a:pt x="59318" y="240464"/>
                  </a:lnTo>
                  <a:lnTo>
                    <a:pt x="59595" y="240416"/>
                  </a:lnTo>
                  <a:lnTo>
                    <a:pt x="59864" y="240387"/>
                  </a:lnTo>
                  <a:lnTo>
                    <a:pt x="60109" y="240374"/>
                  </a:lnTo>
                  <a:lnTo>
                    <a:pt x="60381" y="240383"/>
                  </a:lnTo>
                  <a:lnTo>
                    <a:pt x="60946" y="240525"/>
                  </a:lnTo>
                  <a:lnTo>
                    <a:pt x="61111" y="240679"/>
                  </a:lnTo>
                  <a:lnTo>
                    <a:pt x="61576" y="240898"/>
                  </a:lnTo>
                  <a:lnTo>
                    <a:pt x="63313" y="241370"/>
                  </a:lnTo>
                  <a:lnTo>
                    <a:pt x="63897" y="241475"/>
                  </a:lnTo>
                  <a:lnTo>
                    <a:pt x="64071" y="241604"/>
                  </a:lnTo>
                  <a:lnTo>
                    <a:pt x="65051" y="241987"/>
                  </a:lnTo>
                  <a:lnTo>
                    <a:pt x="65269" y="241995"/>
                  </a:lnTo>
                  <a:lnTo>
                    <a:pt x="65517" y="241927"/>
                  </a:lnTo>
                  <a:lnTo>
                    <a:pt x="65781" y="241590"/>
                  </a:lnTo>
                  <a:lnTo>
                    <a:pt x="66377" y="241372"/>
                  </a:lnTo>
                  <a:lnTo>
                    <a:pt x="66868" y="241627"/>
                  </a:lnTo>
                  <a:lnTo>
                    <a:pt x="67463" y="241788"/>
                  </a:lnTo>
                  <a:lnTo>
                    <a:pt x="68460" y="242043"/>
                  </a:lnTo>
                  <a:lnTo>
                    <a:pt x="68926" y="242350"/>
                  </a:lnTo>
                  <a:lnTo>
                    <a:pt x="69488" y="242743"/>
                  </a:lnTo>
                  <a:lnTo>
                    <a:pt x="69693" y="243105"/>
                  </a:lnTo>
                  <a:lnTo>
                    <a:pt x="69985" y="243463"/>
                  </a:lnTo>
                  <a:lnTo>
                    <a:pt x="71577" y="243981"/>
                  </a:lnTo>
                  <a:lnTo>
                    <a:pt x="72946" y="244387"/>
                  </a:lnTo>
                  <a:lnTo>
                    <a:pt x="73244" y="244283"/>
                  </a:lnTo>
                  <a:lnTo>
                    <a:pt x="74119" y="243736"/>
                  </a:lnTo>
                  <a:lnTo>
                    <a:pt x="74652" y="243397"/>
                  </a:lnTo>
                  <a:lnTo>
                    <a:pt x="74916" y="243036"/>
                  </a:lnTo>
                  <a:lnTo>
                    <a:pt x="75533" y="242544"/>
                  </a:lnTo>
                  <a:lnTo>
                    <a:pt x="76084" y="242823"/>
                  </a:lnTo>
                  <a:lnTo>
                    <a:pt x="76489" y="243049"/>
                  </a:lnTo>
                  <a:lnTo>
                    <a:pt x="77590" y="243279"/>
                  </a:lnTo>
                  <a:lnTo>
                    <a:pt x="77864" y="242977"/>
                  </a:lnTo>
                  <a:lnTo>
                    <a:pt x="78618" y="242766"/>
                  </a:lnTo>
                  <a:lnTo>
                    <a:pt x="79126" y="242846"/>
                  </a:lnTo>
                  <a:lnTo>
                    <a:pt x="79466" y="242977"/>
                  </a:lnTo>
                  <a:lnTo>
                    <a:pt x="80098" y="243090"/>
                  </a:lnTo>
                  <a:lnTo>
                    <a:pt x="80152" y="242827"/>
                  </a:lnTo>
                  <a:lnTo>
                    <a:pt x="80145" y="241729"/>
                  </a:lnTo>
                  <a:lnTo>
                    <a:pt x="80222" y="241074"/>
                  </a:lnTo>
                  <a:lnTo>
                    <a:pt x="79829" y="240653"/>
                  </a:lnTo>
                  <a:lnTo>
                    <a:pt x="79690" y="240417"/>
                  </a:lnTo>
                  <a:lnTo>
                    <a:pt x="79730" y="240089"/>
                  </a:lnTo>
                  <a:lnTo>
                    <a:pt x="81096" y="239079"/>
                  </a:lnTo>
                  <a:lnTo>
                    <a:pt x="81349" y="238638"/>
                  </a:lnTo>
                  <a:lnTo>
                    <a:pt x="81745" y="237476"/>
                  </a:lnTo>
                  <a:lnTo>
                    <a:pt x="81613" y="237201"/>
                  </a:lnTo>
                  <a:lnTo>
                    <a:pt x="81709" y="235330"/>
                  </a:lnTo>
                  <a:lnTo>
                    <a:pt x="81829" y="233583"/>
                  </a:lnTo>
                  <a:lnTo>
                    <a:pt x="81883" y="233324"/>
                  </a:lnTo>
                  <a:lnTo>
                    <a:pt x="81957" y="233164"/>
                  </a:lnTo>
                  <a:lnTo>
                    <a:pt x="82833" y="232510"/>
                  </a:lnTo>
                  <a:lnTo>
                    <a:pt x="83578" y="231684"/>
                  </a:lnTo>
                  <a:lnTo>
                    <a:pt x="84237" y="230844"/>
                  </a:lnTo>
                  <a:lnTo>
                    <a:pt x="84779" y="230292"/>
                  </a:lnTo>
                  <a:lnTo>
                    <a:pt x="84917" y="229999"/>
                  </a:lnTo>
                  <a:lnTo>
                    <a:pt x="84976" y="229845"/>
                  </a:lnTo>
                  <a:lnTo>
                    <a:pt x="85300" y="228331"/>
                  </a:lnTo>
                  <a:lnTo>
                    <a:pt x="85551" y="227878"/>
                  </a:lnTo>
                  <a:lnTo>
                    <a:pt x="85843" y="227432"/>
                  </a:lnTo>
                  <a:lnTo>
                    <a:pt x="86321" y="227217"/>
                  </a:lnTo>
                  <a:lnTo>
                    <a:pt x="86633" y="226852"/>
                  </a:lnTo>
                  <a:lnTo>
                    <a:pt x="86759" y="226698"/>
                  </a:lnTo>
                  <a:lnTo>
                    <a:pt x="87056" y="226125"/>
                  </a:lnTo>
                  <a:lnTo>
                    <a:pt x="87141" y="225846"/>
                  </a:lnTo>
                  <a:lnTo>
                    <a:pt x="87266" y="225531"/>
                  </a:lnTo>
                  <a:lnTo>
                    <a:pt x="87339" y="225372"/>
                  </a:lnTo>
                  <a:lnTo>
                    <a:pt x="87600" y="224902"/>
                  </a:lnTo>
                  <a:lnTo>
                    <a:pt x="87938" y="224483"/>
                  </a:lnTo>
                  <a:lnTo>
                    <a:pt x="88464" y="223776"/>
                  </a:lnTo>
                  <a:lnTo>
                    <a:pt x="88756" y="223367"/>
                  </a:lnTo>
                  <a:lnTo>
                    <a:pt x="88862" y="223204"/>
                  </a:lnTo>
                  <a:lnTo>
                    <a:pt x="88889" y="223000"/>
                  </a:lnTo>
                  <a:lnTo>
                    <a:pt x="89358" y="222571"/>
                  </a:lnTo>
                  <a:lnTo>
                    <a:pt x="89480" y="222413"/>
                  </a:lnTo>
                  <a:lnTo>
                    <a:pt x="89819" y="221295"/>
                  </a:lnTo>
                  <a:lnTo>
                    <a:pt x="90068" y="220639"/>
                  </a:lnTo>
                  <a:lnTo>
                    <a:pt x="90322" y="220432"/>
                  </a:lnTo>
                  <a:lnTo>
                    <a:pt x="90715" y="220120"/>
                  </a:lnTo>
                  <a:lnTo>
                    <a:pt x="90952" y="219860"/>
                  </a:lnTo>
                  <a:lnTo>
                    <a:pt x="91039" y="219684"/>
                  </a:lnTo>
                  <a:lnTo>
                    <a:pt x="91559" y="219434"/>
                  </a:lnTo>
                  <a:lnTo>
                    <a:pt x="91861" y="218596"/>
                  </a:lnTo>
                  <a:lnTo>
                    <a:pt x="91838" y="218460"/>
                  </a:lnTo>
                  <a:lnTo>
                    <a:pt x="91878" y="218040"/>
                  </a:lnTo>
                  <a:lnTo>
                    <a:pt x="92140" y="217500"/>
                  </a:lnTo>
                  <a:lnTo>
                    <a:pt x="92643" y="217036"/>
                  </a:lnTo>
                  <a:lnTo>
                    <a:pt x="92874" y="216657"/>
                  </a:lnTo>
                  <a:lnTo>
                    <a:pt x="93156" y="216334"/>
                  </a:lnTo>
                  <a:lnTo>
                    <a:pt x="93366" y="216094"/>
                  </a:lnTo>
                  <a:lnTo>
                    <a:pt x="93575" y="215754"/>
                  </a:lnTo>
                  <a:lnTo>
                    <a:pt x="93684" y="215527"/>
                  </a:lnTo>
                  <a:lnTo>
                    <a:pt x="93793" y="215309"/>
                  </a:lnTo>
                  <a:lnTo>
                    <a:pt x="94164" y="215081"/>
                  </a:lnTo>
                  <a:lnTo>
                    <a:pt x="94155" y="214880"/>
                  </a:lnTo>
                  <a:lnTo>
                    <a:pt x="94071" y="214613"/>
                  </a:lnTo>
                  <a:lnTo>
                    <a:pt x="93997" y="214471"/>
                  </a:lnTo>
                  <a:lnTo>
                    <a:pt x="93941" y="213953"/>
                  </a:lnTo>
                  <a:lnTo>
                    <a:pt x="94073" y="213732"/>
                  </a:lnTo>
                  <a:lnTo>
                    <a:pt x="94170" y="213570"/>
                  </a:lnTo>
                  <a:lnTo>
                    <a:pt x="94303" y="213043"/>
                  </a:lnTo>
                  <a:lnTo>
                    <a:pt x="94481" y="212899"/>
                  </a:lnTo>
                  <a:lnTo>
                    <a:pt x="94937" y="212657"/>
                  </a:lnTo>
                  <a:lnTo>
                    <a:pt x="95402" y="212337"/>
                  </a:lnTo>
                  <a:lnTo>
                    <a:pt x="95615" y="212192"/>
                  </a:lnTo>
                  <a:lnTo>
                    <a:pt x="96245" y="211763"/>
                  </a:lnTo>
                  <a:lnTo>
                    <a:pt x="96473" y="211643"/>
                  </a:lnTo>
                  <a:lnTo>
                    <a:pt x="96932" y="211359"/>
                  </a:lnTo>
                  <a:lnTo>
                    <a:pt x="97422" y="210770"/>
                  </a:lnTo>
                  <a:lnTo>
                    <a:pt x="97326" y="210528"/>
                  </a:lnTo>
                  <a:lnTo>
                    <a:pt x="96979" y="210197"/>
                  </a:lnTo>
                  <a:lnTo>
                    <a:pt x="97153" y="210031"/>
                  </a:lnTo>
                  <a:lnTo>
                    <a:pt x="97665" y="209261"/>
                  </a:lnTo>
                  <a:lnTo>
                    <a:pt x="98004" y="208568"/>
                  </a:lnTo>
                  <a:lnTo>
                    <a:pt x="97990" y="208431"/>
                  </a:lnTo>
                  <a:lnTo>
                    <a:pt x="98947" y="208420"/>
                  </a:lnTo>
                  <a:lnTo>
                    <a:pt x="99108" y="208542"/>
                  </a:lnTo>
                  <a:lnTo>
                    <a:pt x="99487" y="208544"/>
                  </a:lnTo>
                  <a:lnTo>
                    <a:pt x="99781" y="208533"/>
                  </a:lnTo>
                  <a:lnTo>
                    <a:pt x="100098" y="208471"/>
                  </a:lnTo>
                  <a:lnTo>
                    <a:pt x="100363" y="208377"/>
                  </a:lnTo>
                  <a:lnTo>
                    <a:pt x="101628" y="207547"/>
                  </a:lnTo>
                  <a:lnTo>
                    <a:pt x="101850" y="207368"/>
                  </a:lnTo>
                  <a:lnTo>
                    <a:pt x="102299" y="206892"/>
                  </a:lnTo>
                  <a:lnTo>
                    <a:pt x="102817" y="206350"/>
                  </a:lnTo>
                  <a:lnTo>
                    <a:pt x="104661" y="206145"/>
                  </a:lnTo>
                  <a:lnTo>
                    <a:pt x="105283" y="206129"/>
                  </a:lnTo>
                  <a:lnTo>
                    <a:pt x="106860" y="207193"/>
                  </a:lnTo>
                  <a:lnTo>
                    <a:pt x="108347" y="208110"/>
                  </a:lnTo>
                  <a:lnTo>
                    <a:pt x="108587" y="208160"/>
                  </a:lnTo>
                  <a:lnTo>
                    <a:pt x="108901" y="208228"/>
                  </a:lnTo>
                  <a:lnTo>
                    <a:pt x="109789" y="208425"/>
                  </a:lnTo>
                  <a:lnTo>
                    <a:pt x="110169" y="208514"/>
                  </a:lnTo>
                  <a:lnTo>
                    <a:pt x="110390" y="208573"/>
                  </a:lnTo>
                  <a:lnTo>
                    <a:pt x="111892" y="209083"/>
                  </a:lnTo>
                  <a:lnTo>
                    <a:pt x="112902" y="209390"/>
                  </a:lnTo>
                  <a:lnTo>
                    <a:pt x="113164" y="209584"/>
                  </a:lnTo>
                  <a:lnTo>
                    <a:pt x="113422" y="209780"/>
                  </a:lnTo>
                  <a:lnTo>
                    <a:pt x="113809" y="210074"/>
                  </a:lnTo>
                  <a:lnTo>
                    <a:pt x="113970" y="210199"/>
                  </a:lnTo>
                  <a:lnTo>
                    <a:pt x="114276" y="210438"/>
                  </a:lnTo>
                  <a:lnTo>
                    <a:pt x="114704" y="210771"/>
                  </a:lnTo>
                  <a:lnTo>
                    <a:pt x="115277" y="211337"/>
                  </a:lnTo>
                  <a:lnTo>
                    <a:pt x="115966" y="211925"/>
                  </a:lnTo>
                  <a:lnTo>
                    <a:pt x="116919" y="212583"/>
                  </a:lnTo>
                  <a:lnTo>
                    <a:pt x="117882" y="213301"/>
                  </a:lnTo>
                  <a:lnTo>
                    <a:pt x="118585" y="213430"/>
                  </a:lnTo>
                  <a:lnTo>
                    <a:pt x="119163" y="213252"/>
                  </a:lnTo>
                  <a:lnTo>
                    <a:pt x="119293" y="213197"/>
                  </a:lnTo>
                  <a:lnTo>
                    <a:pt x="120337" y="212654"/>
                  </a:lnTo>
                  <a:lnTo>
                    <a:pt x="120980" y="212310"/>
                  </a:lnTo>
                  <a:lnTo>
                    <a:pt x="121228" y="212168"/>
                  </a:lnTo>
                  <a:lnTo>
                    <a:pt x="122107" y="211816"/>
                  </a:lnTo>
                  <a:lnTo>
                    <a:pt x="122342" y="211736"/>
                  </a:lnTo>
                  <a:lnTo>
                    <a:pt x="122983" y="211522"/>
                  </a:lnTo>
                  <a:lnTo>
                    <a:pt x="123463" y="211364"/>
                  </a:lnTo>
                  <a:lnTo>
                    <a:pt x="123693" y="211234"/>
                  </a:lnTo>
                  <a:lnTo>
                    <a:pt x="123787" y="211011"/>
                  </a:lnTo>
                  <a:lnTo>
                    <a:pt x="123899" y="210682"/>
                  </a:lnTo>
                  <a:lnTo>
                    <a:pt x="124010" y="210349"/>
                  </a:lnTo>
                  <a:lnTo>
                    <a:pt x="124144" y="210009"/>
                  </a:lnTo>
                  <a:lnTo>
                    <a:pt x="124346" y="209412"/>
                  </a:lnTo>
                  <a:lnTo>
                    <a:pt x="124479" y="209080"/>
                  </a:lnTo>
                  <a:lnTo>
                    <a:pt x="124560" y="208841"/>
                  </a:lnTo>
                  <a:lnTo>
                    <a:pt x="124598" y="208710"/>
                  </a:lnTo>
                  <a:lnTo>
                    <a:pt x="124754" y="208318"/>
                  </a:lnTo>
                  <a:lnTo>
                    <a:pt x="124829" y="208121"/>
                  </a:lnTo>
                  <a:lnTo>
                    <a:pt x="125027" y="207572"/>
                  </a:lnTo>
                  <a:lnTo>
                    <a:pt x="125085" y="207410"/>
                  </a:lnTo>
                  <a:lnTo>
                    <a:pt x="125195" y="207145"/>
                  </a:lnTo>
                  <a:lnTo>
                    <a:pt x="125255" y="207003"/>
                  </a:lnTo>
                  <a:lnTo>
                    <a:pt x="125335" y="206777"/>
                  </a:lnTo>
                  <a:lnTo>
                    <a:pt x="125581" y="206144"/>
                  </a:lnTo>
                  <a:lnTo>
                    <a:pt x="125711" y="205611"/>
                  </a:lnTo>
                  <a:lnTo>
                    <a:pt x="125755" y="205277"/>
                  </a:lnTo>
                  <a:lnTo>
                    <a:pt x="125750" y="204849"/>
                  </a:lnTo>
                  <a:lnTo>
                    <a:pt x="125831" y="204549"/>
                  </a:lnTo>
                  <a:lnTo>
                    <a:pt x="126128" y="204423"/>
                  </a:lnTo>
                  <a:lnTo>
                    <a:pt x="126375" y="204324"/>
                  </a:lnTo>
                  <a:lnTo>
                    <a:pt x="126503" y="204283"/>
                  </a:lnTo>
                  <a:lnTo>
                    <a:pt x="126689" y="204223"/>
                  </a:lnTo>
                  <a:lnTo>
                    <a:pt x="127049" y="204115"/>
                  </a:lnTo>
                  <a:lnTo>
                    <a:pt x="127702" y="203913"/>
                  </a:lnTo>
                  <a:lnTo>
                    <a:pt x="127994" y="203813"/>
                  </a:lnTo>
                  <a:lnTo>
                    <a:pt x="128305" y="203705"/>
                  </a:lnTo>
                  <a:lnTo>
                    <a:pt x="128904" y="203466"/>
                  </a:lnTo>
                  <a:lnTo>
                    <a:pt x="129401" y="203304"/>
                  </a:lnTo>
                  <a:lnTo>
                    <a:pt x="129599" y="203270"/>
                  </a:lnTo>
                  <a:lnTo>
                    <a:pt x="129749" y="203244"/>
                  </a:lnTo>
                  <a:lnTo>
                    <a:pt x="129984" y="203199"/>
                  </a:lnTo>
                  <a:lnTo>
                    <a:pt x="130543" y="203084"/>
                  </a:lnTo>
                  <a:lnTo>
                    <a:pt x="130977" y="202937"/>
                  </a:lnTo>
                  <a:lnTo>
                    <a:pt x="131661" y="202682"/>
                  </a:lnTo>
                  <a:lnTo>
                    <a:pt x="132038" y="202575"/>
                  </a:lnTo>
                  <a:lnTo>
                    <a:pt x="133006" y="202455"/>
                  </a:lnTo>
                  <a:lnTo>
                    <a:pt x="133543" y="202391"/>
                  </a:lnTo>
                  <a:lnTo>
                    <a:pt x="133884" y="202341"/>
                  </a:lnTo>
                  <a:lnTo>
                    <a:pt x="134351" y="202236"/>
                  </a:lnTo>
                  <a:lnTo>
                    <a:pt x="134736" y="202170"/>
                  </a:lnTo>
                  <a:lnTo>
                    <a:pt x="134910" y="202146"/>
                  </a:lnTo>
                  <a:lnTo>
                    <a:pt x="135974" y="201955"/>
                  </a:lnTo>
                  <a:lnTo>
                    <a:pt x="136755" y="201866"/>
                  </a:lnTo>
                  <a:lnTo>
                    <a:pt x="137453" y="201463"/>
                  </a:lnTo>
                  <a:lnTo>
                    <a:pt x="137656" y="201393"/>
                  </a:lnTo>
                  <a:lnTo>
                    <a:pt x="137893" y="201314"/>
                  </a:lnTo>
                  <a:lnTo>
                    <a:pt x="138020" y="201279"/>
                  </a:lnTo>
                  <a:lnTo>
                    <a:pt x="138447" y="201166"/>
                  </a:lnTo>
                  <a:lnTo>
                    <a:pt x="138581" y="201131"/>
                  </a:lnTo>
                  <a:lnTo>
                    <a:pt x="139102" y="201017"/>
                  </a:lnTo>
                  <a:lnTo>
                    <a:pt x="139258" y="200991"/>
                  </a:lnTo>
                  <a:lnTo>
                    <a:pt x="139479" y="200965"/>
                  </a:lnTo>
                  <a:lnTo>
                    <a:pt x="140106" y="200856"/>
                  </a:lnTo>
                  <a:lnTo>
                    <a:pt x="140454" y="200780"/>
                  </a:lnTo>
                  <a:lnTo>
                    <a:pt x="140779" y="200713"/>
                  </a:lnTo>
                  <a:lnTo>
                    <a:pt x="141337" y="200625"/>
                  </a:lnTo>
                  <a:lnTo>
                    <a:pt x="141793" y="200437"/>
                  </a:lnTo>
                  <a:lnTo>
                    <a:pt x="142131" y="200225"/>
                  </a:lnTo>
                  <a:lnTo>
                    <a:pt x="142342" y="200102"/>
                  </a:lnTo>
                  <a:lnTo>
                    <a:pt x="142552" y="199980"/>
                  </a:lnTo>
                  <a:lnTo>
                    <a:pt x="142778" y="200089"/>
                  </a:lnTo>
                  <a:lnTo>
                    <a:pt x="142779" y="200304"/>
                  </a:lnTo>
                  <a:lnTo>
                    <a:pt x="142789" y="200481"/>
                  </a:lnTo>
                  <a:lnTo>
                    <a:pt x="142834" y="200664"/>
                  </a:lnTo>
                  <a:lnTo>
                    <a:pt x="142985" y="200855"/>
                  </a:lnTo>
                  <a:lnTo>
                    <a:pt x="143783" y="201489"/>
                  </a:lnTo>
                  <a:lnTo>
                    <a:pt x="144064" y="201969"/>
                  </a:lnTo>
                  <a:lnTo>
                    <a:pt x="144282" y="202433"/>
                  </a:lnTo>
                  <a:lnTo>
                    <a:pt x="144382" y="202651"/>
                  </a:lnTo>
                  <a:lnTo>
                    <a:pt x="144444" y="202855"/>
                  </a:lnTo>
                  <a:lnTo>
                    <a:pt x="144598" y="203447"/>
                  </a:lnTo>
                  <a:lnTo>
                    <a:pt x="144677" y="203690"/>
                  </a:lnTo>
                  <a:lnTo>
                    <a:pt x="144939" y="204263"/>
                  </a:lnTo>
                  <a:lnTo>
                    <a:pt x="145235" y="204680"/>
                  </a:lnTo>
                  <a:lnTo>
                    <a:pt x="145401" y="204868"/>
                  </a:lnTo>
                  <a:lnTo>
                    <a:pt x="145557" y="205022"/>
                  </a:lnTo>
                  <a:lnTo>
                    <a:pt x="146059" y="205031"/>
                  </a:lnTo>
                  <a:lnTo>
                    <a:pt x="146489" y="205222"/>
                  </a:lnTo>
                  <a:lnTo>
                    <a:pt x="146656" y="205021"/>
                  </a:lnTo>
                  <a:lnTo>
                    <a:pt x="146933" y="205026"/>
                  </a:lnTo>
                  <a:lnTo>
                    <a:pt x="147754" y="205286"/>
                  </a:lnTo>
                  <a:lnTo>
                    <a:pt x="147891" y="205366"/>
                  </a:lnTo>
                  <a:lnTo>
                    <a:pt x="148066" y="205379"/>
                  </a:lnTo>
                  <a:lnTo>
                    <a:pt x="149050" y="205188"/>
                  </a:lnTo>
                  <a:lnTo>
                    <a:pt x="149549" y="205098"/>
                  </a:lnTo>
                  <a:lnTo>
                    <a:pt x="149803" y="205059"/>
                  </a:lnTo>
                  <a:lnTo>
                    <a:pt x="150210" y="205006"/>
                  </a:lnTo>
                  <a:lnTo>
                    <a:pt x="150546" y="204972"/>
                  </a:lnTo>
                  <a:lnTo>
                    <a:pt x="151088" y="204901"/>
                  </a:lnTo>
                  <a:lnTo>
                    <a:pt x="151392" y="204861"/>
                  </a:lnTo>
                  <a:lnTo>
                    <a:pt x="151565" y="204827"/>
                  </a:lnTo>
                  <a:lnTo>
                    <a:pt x="151696" y="204801"/>
                  </a:lnTo>
                  <a:lnTo>
                    <a:pt x="151937" y="204738"/>
                  </a:lnTo>
                  <a:lnTo>
                    <a:pt x="152121" y="204677"/>
                  </a:lnTo>
                  <a:lnTo>
                    <a:pt x="152479" y="204596"/>
                  </a:lnTo>
                  <a:lnTo>
                    <a:pt x="153005" y="204513"/>
                  </a:lnTo>
                  <a:lnTo>
                    <a:pt x="153358" y="204452"/>
                  </a:lnTo>
                  <a:lnTo>
                    <a:pt x="153620" y="204403"/>
                  </a:lnTo>
                  <a:lnTo>
                    <a:pt x="154235" y="204255"/>
                  </a:lnTo>
                  <a:lnTo>
                    <a:pt x="154433" y="204201"/>
                  </a:lnTo>
                  <a:lnTo>
                    <a:pt x="155018" y="204102"/>
                  </a:lnTo>
                  <a:lnTo>
                    <a:pt x="155201" y="204124"/>
                  </a:lnTo>
                  <a:lnTo>
                    <a:pt x="155330" y="204146"/>
                  </a:lnTo>
                  <a:lnTo>
                    <a:pt x="156048" y="204226"/>
                  </a:lnTo>
                  <a:lnTo>
                    <a:pt x="156181" y="204145"/>
                  </a:lnTo>
                  <a:lnTo>
                    <a:pt x="156372" y="204035"/>
                  </a:lnTo>
                  <a:lnTo>
                    <a:pt x="156547" y="203940"/>
                  </a:lnTo>
                  <a:lnTo>
                    <a:pt x="156717" y="203848"/>
                  </a:lnTo>
                  <a:lnTo>
                    <a:pt x="157118" y="203640"/>
                  </a:lnTo>
                  <a:lnTo>
                    <a:pt x="157351" y="203539"/>
                  </a:lnTo>
                  <a:lnTo>
                    <a:pt x="157484" y="203495"/>
                  </a:lnTo>
                  <a:lnTo>
                    <a:pt x="157805" y="203369"/>
                  </a:lnTo>
                  <a:lnTo>
                    <a:pt x="157984" y="203217"/>
                  </a:lnTo>
                  <a:lnTo>
                    <a:pt x="158100" y="202706"/>
                  </a:lnTo>
                  <a:lnTo>
                    <a:pt x="158346" y="202454"/>
                  </a:lnTo>
                  <a:lnTo>
                    <a:pt x="158725" y="202122"/>
                  </a:lnTo>
                  <a:lnTo>
                    <a:pt x="159313" y="201659"/>
                  </a:lnTo>
                  <a:lnTo>
                    <a:pt x="160111" y="201146"/>
                  </a:lnTo>
                  <a:lnTo>
                    <a:pt x="160398" y="200859"/>
                  </a:lnTo>
                  <a:lnTo>
                    <a:pt x="161291" y="200198"/>
                  </a:lnTo>
                  <a:lnTo>
                    <a:pt x="161481" y="200093"/>
                  </a:lnTo>
                  <a:lnTo>
                    <a:pt x="161968" y="199826"/>
                  </a:lnTo>
                  <a:lnTo>
                    <a:pt x="162286" y="199559"/>
                  </a:lnTo>
                  <a:lnTo>
                    <a:pt x="162439" y="199340"/>
                  </a:lnTo>
                  <a:lnTo>
                    <a:pt x="162612" y="199054"/>
                  </a:lnTo>
                  <a:lnTo>
                    <a:pt x="162682" y="198919"/>
                  </a:lnTo>
                  <a:lnTo>
                    <a:pt x="162794" y="198703"/>
                  </a:lnTo>
                  <a:lnTo>
                    <a:pt x="162921" y="198274"/>
                  </a:lnTo>
                  <a:lnTo>
                    <a:pt x="163096" y="198252"/>
                  </a:lnTo>
                  <a:lnTo>
                    <a:pt x="163710" y="198017"/>
                  </a:lnTo>
                  <a:lnTo>
                    <a:pt x="164430" y="197649"/>
                  </a:lnTo>
                  <a:lnTo>
                    <a:pt x="164560" y="197582"/>
                  </a:lnTo>
                  <a:lnTo>
                    <a:pt x="165287" y="197113"/>
                  </a:lnTo>
                  <a:lnTo>
                    <a:pt x="165745" y="197130"/>
                  </a:lnTo>
                  <a:lnTo>
                    <a:pt x="166463" y="196969"/>
                  </a:lnTo>
                  <a:lnTo>
                    <a:pt x="166708" y="196705"/>
                  </a:lnTo>
                  <a:lnTo>
                    <a:pt x="166853" y="196518"/>
                  </a:lnTo>
                  <a:lnTo>
                    <a:pt x="167065" y="196193"/>
                  </a:lnTo>
                  <a:lnTo>
                    <a:pt x="167310" y="195966"/>
                  </a:lnTo>
                  <a:lnTo>
                    <a:pt x="167474" y="195872"/>
                  </a:lnTo>
                  <a:lnTo>
                    <a:pt x="167727" y="195645"/>
                  </a:lnTo>
                  <a:lnTo>
                    <a:pt x="167948" y="195130"/>
                  </a:lnTo>
                  <a:lnTo>
                    <a:pt x="168094" y="194604"/>
                  </a:lnTo>
                  <a:lnTo>
                    <a:pt x="168456" y="194350"/>
                  </a:lnTo>
                  <a:lnTo>
                    <a:pt x="168764" y="194576"/>
                  </a:lnTo>
                  <a:lnTo>
                    <a:pt x="168861" y="194724"/>
                  </a:lnTo>
                  <a:lnTo>
                    <a:pt x="169122" y="195077"/>
                  </a:lnTo>
                  <a:lnTo>
                    <a:pt x="169663" y="195381"/>
                  </a:lnTo>
                  <a:lnTo>
                    <a:pt x="169806" y="195593"/>
                  </a:lnTo>
                  <a:lnTo>
                    <a:pt x="170071" y="196059"/>
                  </a:lnTo>
                  <a:lnTo>
                    <a:pt x="170585" y="196532"/>
                  </a:lnTo>
                  <a:lnTo>
                    <a:pt x="171142" y="197080"/>
                  </a:lnTo>
                  <a:lnTo>
                    <a:pt x="171346" y="197303"/>
                  </a:lnTo>
                  <a:lnTo>
                    <a:pt x="171524" y="197644"/>
                  </a:lnTo>
                  <a:lnTo>
                    <a:pt x="171857" y="198030"/>
                  </a:lnTo>
                  <a:lnTo>
                    <a:pt x="172280" y="197873"/>
                  </a:lnTo>
                  <a:lnTo>
                    <a:pt x="173125" y="197222"/>
                  </a:lnTo>
                  <a:lnTo>
                    <a:pt x="173277" y="196509"/>
                  </a:lnTo>
                  <a:lnTo>
                    <a:pt x="173708" y="196164"/>
                  </a:lnTo>
                  <a:lnTo>
                    <a:pt x="174482" y="195822"/>
                  </a:lnTo>
                  <a:lnTo>
                    <a:pt x="175304" y="194794"/>
                  </a:lnTo>
                  <a:lnTo>
                    <a:pt x="175851" y="194194"/>
                  </a:lnTo>
                  <a:lnTo>
                    <a:pt x="176005" y="194186"/>
                  </a:lnTo>
                  <a:lnTo>
                    <a:pt x="176132" y="194179"/>
                  </a:lnTo>
                  <a:lnTo>
                    <a:pt x="176291" y="194164"/>
                  </a:lnTo>
                  <a:lnTo>
                    <a:pt x="176706" y="193932"/>
                  </a:lnTo>
                  <a:lnTo>
                    <a:pt x="177112" y="194081"/>
                  </a:lnTo>
                  <a:lnTo>
                    <a:pt x="177399" y="194102"/>
                  </a:lnTo>
                  <a:lnTo>
                    <a:pt x="177719" y="194127"/>
                  </a:lnTo>
                  <a:lnTo>
                    <a:pt x="178264" y="194190"/>
                  </a:lnTo>
                  <a:lnTo>
                    <a:pt x="178806" y="194290"/>
                  </a:lnTo>
                  <a:lnTo>
                    <a:pt x="178982" y="194217"/>
                  </a:lnTo>
                  <a:lnTo>
                    <a:pt x="179111" y="194085"/>
                  </a:lnTo>
                  <a:lnTo>
                    <a:pt x="179350" y="193874"/>
                  </a:lnTo>
                  <a:lnTo>
                    <a:pt x="179626" y="193836"/>
                  </a:lnTo>
                  <a:lnTo>
                    <a:pt x="180326" y="193773"/>
                  </a:lnTo>
                  <a:lnTo>
                    <a:pt x="181520" y="193036"/>
                  </a:lnTo>
                  <a:lnTo>
                    <a:pt x="181485" y="191956"/>
                  </a:lnTo>
                  <a:lnTo>
                    <a:pt x="181553" y="191677"/>
                  </a:lnTo>
                  <a:lnTo>
                    <a:pt x="181624" y="190983"/>
                  </a:lnTo>
                  <a:lnTo>
                    <a:pt x="181381" y="190791"/>
                  </a:lnTo>
                  <a:lnTo>
                    <a:pt x="181249" y="190758"/>
                  </a:lnTo>
                  <a:lnTo>
                    <a:pt x="180902" y="190656"/>
                  </a:lnTo>
                  <a:lnTo>
                    <a:pt x="180602" y="190300"/>
                  </a:lnTo>
                  <a:lnTo>
                    <a:pt x="180299" y="189740"/>
                  </a:lnTo>
                  <a:lnTo>
                    <a:pt x="180147" y="189660"/>
                  </a:lnTo>
                  <a:lnTo>
                    <a:pt x="179914" y="189306"/>
                  </a:lnTo>
                  <a:lnTo>
                    <a:pt x="180325" y="188581"/>
                  </a:lnTo>
                  <a:lnTo>
                    <a:pt x="180572" y="188340"/>
                  </a:lnTo>
                  <a:lnTo>
                    <a:pt x="180863" y="188112"/>
                  </a:lnTo>
                  <a:lnTo>
                    <a:pt x="181113" y="187431"/>
                  </a:lnTo>
                  <a:lnTo>
                    <a:pt x="181149" y="186643"/>
                  </a:lnTo>
                  <a:lnTo>
                    <a:pt x="181278" y="186117"/>
                  </a:lnTo>
                  <a:lnTo>
                    <a:pt x="181351" y="185607"/>
                  </a:lnTo>
                  <a:lnTo>
                    <a:pt x="181276" y="185016"/>
                  </a:lnTo>
                  <a:lnTo>
                    <a:pt x="180800" y="184324"/>
                  </a:lnTo>
                  <a:lnTo>
                    <a:pt x="180918" y="183371"/>
                  </a:lnTo>
                  <a:lnTo>
                    <a:pt x="181129" y="183166"/>
                  </a:lnTo>
                  <a:lnTo>
                    <a:pt x="181400" y="183027"/>
                  </a:lnTo>
                  <a:lnTo>
                    <a:pt x="181638" y="182916"/>
                  </a:lnTo>
                  <a:lnTo>
                    <a:pt x="182132" y="182542"/>
                  </a:lnTo>
                  <a:lnTo>
                    <a:pt x="182521" y="182363"/>
                  </a:lnTo>
                  <a:lnTo>
                    <a:pt x="182816" y="182431"/>
                  </a:lnTo>
                  <a:lnTo>
                    <a:pt x="183091" y="182650"/>
                  </a:lnTo>
                  <a:lnTo>
                    <a:pt x="183490" y="182709"/>
                  </a:lnTo>
                  <a:lnTo>
                    <a:pt x="184263" y="182102"/>
                  </a:lnTo>
                  <a:lnTo>
                    <a:pt x="184374" y="182282"/>
                  </a:lnTo>
                  <a:close/>
                </a:path>
              </a:pathLst>
            </a:custGeom>
            <a:solidFill>
              <a:srgbClr val="F6EAE4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596088" y="5020826"/>
              <a:ext cx="530105" cy="625407"/>
            </a:xfrm>
            <a:custGeom>
              <a:avLst/>
              <a:pathLst>
                <a:path w="530105" h="625407">
                  <a:moveTo>
                    <a:pt x="265707" y="182879"/>
                  </a:moveTo>
                  <a:lnTo>
                    <a:pt x="265755" y="183488"/>
                  </a:lnTo>
                  <a:lnTo>
                    <a:pt x="265816" y="183996"/>
                  </a:lnTo>
                  <a:lnTo>
                    <a:pt x="266177" y="184358"/>
                  </a:lnTo>
                  <a:lnTo>
                    <a:pt x="266337" y="184812"/>
                  </a:lnTo>
                  <a:lnTo>
                    <a:pt x="266375" y="185028"/>
                  </a:lnTo>
                  <a:lnTo>
                    <a:pt x="266422" y="185298"/>
                  </a:lnTo>
                  <a:lnTo>
                    <a:pt x="266426" y="185877"/>
                  </a:lnTo>
                  <a:lnTo>
                    <a:pt x="266394" y="186371"/>
                  </a:lnTo>
                  <a:lnTo>
                    <a:pt x="266354" y="186812"/>
                  </a:lnTo>
                  <a:lnTo>
                    <a:pt x="266286" y="187265"/>
                  </a:lnTo>
                  <a:lnTo>
                    <a:pt x="266624" y="187271"/>
                  </a:lnTo>
                  <a:lnTo>
                    <a:pt x="267124" y="187617"/>
                  </a:lnTo>
                  <a:lnTo>
                    <a:pt x="267459" y="187774"/>
                  </a:lnTo>
                  <a:lnTo>
                    <a:pt x="267749" y="187875"/>
                  </a:lnTo>
                  <a:lnTo>
                    <a:pt x="268437" y="187743"/>
                  </a:lnTo>
                  <a:lnTo>
                    <a:pt x="268699" y="187722"/>
                  </a:lnTo>
                  <a:lnTo>
                    <a:pt x="268922" y="187774"/>
                  </a:lnTo>
                  <a:lnTo>
                    <a:pt x="269167" y="187869"/>
                  </a:lnTo>
                  <a:lnTo>
                    <a:pt x="269304" y="187922"/>
                  </a:lnTo>
                  <a:lnTo>
                    <a:pt x="269464" y="187917"/>
                  </a:lnTo>
                  <a:lnTo>
                    <a:pt x="269616" y="187829"/>
                  </a:lnTo>
                  <a:lnTo>
                    <a:pt x="270163" y="187396"/>
                  </a:lnTo>
                  <a:lnTo>
                    <a:pt x="270374" y="187503"/>
                  </a:lnTo>
                  <a:lnTo>
                    <a:pt x="270567" y="187612"/>
                  </a:lnTo>
                  <a:lnTo>
                    <a:pt x="270843" y="187788"/>
                  </a:lnTo>
                  <a:lnTo>
                    <a:pt x="271454" y="187915"/>
                  </a:lnTo>
                  <a:lnTo>
                    <a:pt x="271911" y="188128"/>
                  </a:lnTo>
                  <a:lnTo>
                    <a:pt x="272165" y="188274"/>
                  </a:lnTo>
                  <a:lnTo>
                    <a:pt x="272374" y="188388"/>
                  </a:lnTo>
                  <a:lnTo>
                    <a:pt x="272747" y="188416"/>
                  </a:lnTo>
                  <a:lnTo>
                    <a:pt x="273112" y="188500"/>
                  </a:lnTo>
                  <a:lnTo>
                    <a:pt x="273265" y="188738"/>
                  </a:lnTo>
                  <a:lnTo>
                    <a:pt x="273458" y="189074"/>
                  </a:lnTo>
                  <a:lnTo>
                    <a:pt x="273467" y="189212"/>
                  </a:lnTo>
                  <a:lnTo>
                    <a:pt x="273443" y="189402"/>
                  </a:lnTo>
                  <a:lnTo>
                    <a:pt x="273403" y="189722"/>
                  </a:lnTo>
                  <a:lnTo>
                    <a:pt x="273419" y="189909"/>
                  </a:lnTo>
                  <a:lnTo>
                    <a:pt x="273500" y="190350"/>
                  </a:lnTo>
                  <a:lnTo>
                    <a:pt x="273743" y="190775"/>
                  </a:lnTo>
                  <a:lnTo>
                    <a:pt x="273653" y="191058"/>
                  </a:lnTo>
                  <a:lnTo>
                    <a:pt x="273521" y="191178"/>
                  </a:lnTo>
                  <a:lnTo>
                    <a:pt x="273345" y="191365"/>
                  </a:lnTo>
                  <a:lnTo>
                    <a:pt x="273348" y="191553"/>
                  </a:lnTo>
                  <a:lnTo>
                    <a:pt x="273351" y="191725"/>
                  </a:lnTo>
                  <a:lnTo>
                    <a:pt x="273417" y="191910"/>
                  </a:lnTo>
                  <a:lnTo>
                    <a:pt x="273701" y="192217"/>
                  </a:lnTo>
                  <a:lnTo>
                    <a:pt x="274056" y="192458"/>
                  </a:lnTo>
                  <a:lnTo>
                    <a:pt x="274241" y="192296"/>
                  </a:lnTo>
                  <a:lnTo>
                    <a:pt x="274769" y="192479"/>
                  </a:lnTo>
                  <a:lnTo>
                    <a:pt x="274952" y="192657"/>
                  </a:lnTo>
                  <a:lnTo>
                    <a:pt x="275501" y="193130"/>
                  </a:lnTo>
                  <a:lnTo>
                    <a:pt x="275725" y="193276"/>
                  </a:lnTo>
                  <a:lnTo>
                    <a:pt x="276039" y="193646"/>
                  </a:lnTo>
                  <a:lnTo>
                    <a:pt x="275657" y="193563"/>
                  </a:lnTo>
                  <a:lnTo>
                    <a:pt x="275727" y="194029"/>
                  </a:lnTo>
                  <a:lnTo>
                    <a:pt x="275095" y="194238"/>
                  </a:lnTo>
                  <a:lnTo>
                    <a:pt x="274844" y="194369"/>
                  </a:lnTo>
                  <a:lnTo>
                    <a:pt x="274592" y="194527"/>
                  </a:lnTo>
                  <a:lnTo>
                    <a:pt x="274436" y="194573"/>
                  </a:lnTo>
                  <a:lnTo>
                    <a:pt x="274259" y="194494"/>
                  </a:lnTo>
                  <a:lnTo>
                    <a:pt x="273988" y="194373"/>
                  </a:lnTo>
                  <a:lnTo>
                    <a:pt x="273689" y="194309"/>
                  </a:lnTo>
                  <a:lnTo>
                    <a:pt x="273672" y="194509"/>
                  </a:lnTo>
                  <a:lnTo>
                    <a:pt x="273592" y="194909"/>
                  </a:lnTo>
                  <a:lnTo>
                    <a:pt x="273554" y="195077"/>
                  </a:lnTo>
                  <a:lnTo>
                    <a:pt x="273347" y="195681"/>
                  </a:lnTo>
                  <a:lnTo>
                    <a:pt x="273280" y="195983"/>
                  </a:lnTo>
                  <a:lnTo>
                    <a:pt x="273593" y="195945"/>
                  </a:lnTo>
                  <a:lnTo>
                    <a:pt x="273819" y="195829"/>
                  </a:lnTo>
                  <a:lnTo>
                    <a:pt x="273970" y="195807"/>
                  </a:lnTo>
                  <a:lnTo>
                    <a:pt x="274152" y="195823"/>
                  </a:lnTo>
                  <a:lnTo>
                    <a:pt x="274580" y="196003"/>
                  </a:lnTo>
                  <a:lnTo>
                    <a:pt x="274685" y="196665"/>
                  </a:lnTo>
                  <a:lnTo>
                    <a:pt x="274939" y="197173"/>
                  </a:lnTo>
                  <a:lnTo>
                    <a:pt x="275099" y="197482"/>
                  </a:lnTo>
                  <a:lnTo>
                    <a:pt x="275096" y="197681"/>
                  </a:lnTo>
                  <a:lnTo>
                    <a:pt x="274509" y="198324"/>
                  </a:lnTo>
                  <a:lnTo>
                    <a:pt x="274260" y="198622"/>
                  </a:lnTo>
                  <a:lnTo>
                    <a:pt x="274244" y="198972"/>
                  </a:lnTo>
                  <a:lnTo>
                    <a:pt x="274173" y="199119"/>
                  </a:lnTo>
                  <a:lnTo>
                    <a:pt x="273902" y="199341"/>
                  </a:lnTo>
                  <a:lnTo>
                    <a:pt x="273745" y="199352"/>
                  </a:lnTo>
                  <a:lnTo>
                    <a:pt x="273409" y="199572"/>
                  </a:lnTo>
                  <a:lnTo>
                    <a:pt x="273270" y="199882"/>
                  </a:lnTo>
                  <a:lnTo>
                    <a:pt x="273191" y="200257"/>
                  </a:lnTo>
                  <a:lnTo>
                    <a:pt x="273213" y="200506"/>
                  </a:lnTo>
                  <a:lnTo>
                    <a:pt x="273362" y="200829"/>
                  </a:lnTo>
                  <a:lnTo>
                    <a:pt x="273456" y="201279"/>
                  </a:lnTo>
                  <a:lnTo>
                    <a:pt x="273455" y="201410"/>
                  </a:lnTo>
                  <a:lnTo>
                    <a:pt x="273638" y="201677"/>
                  </a:lnTo>
                  <a:lnTo>
                    <a:pt x="274016" y="201583"/>
                  </a:lnTo>
                  <a:lnTo>
                    <a:pt x="274465" y="201831"/>
                  </a:lnTo>
                  <a:lnTo>
                    <a:pt x="274929" y="201537"/>
                  </a:lnTo>
                  <a:lnTo>
                    <a:pt x="275095" y="201533"/>
                  </a:lnTo>
                  <a:lnTo>
                    <a:pt x="275583" y="201647"/>
                  </a:lnTo>
                  <a:lnTo>
                    <a:pt x="275697" y="201993"/>
                  </a:lnTo>
                  <a:lnTo>
                    <a:pt x="275848" y="202170"/>
                  </a:lnTo>
                  <a:lnTo>
                    <a:pt x="276009" y="202364"/>
                  </a:lnTo>
                  <a:lnTo>
                    <a:pt x="276225" y="202744"/>
                  </a:lnTo>
                  <a:lnTo>
                    <a:pt x="276377" y="203087"/>
                  </a:lnTo>
                  <a:lnTo>
                    <a:pt x="276233" y="203537"/>
                  </a:lnTo>
                  <a:lnTo>
                    <a:pt x="276007" y="203799"/>
                  </a:lnTo>
                  <a:lnTo>
                    <a:pt x="275831" y="204150"/>
                  </a:lnTo>
                  <a:lnTo>
                    <a:pt x="275593" y="204667"/>
                  </a:lnTo>
                  <a:lnTo>
                    <a:pt x="275349" y="205228"/>
                  </a:lnTo>
                  <a:lnTo>
                    <a:pt x="275394" y="205433"/>
                  </a:lnTo>
                  <a:lnTo>
                    <a:pt x="275420" y="205847"/>
                  </a:lnTo>
                  <a:lnTo>
                    <a:pt x="275257" y="206262"/>
                  </a:lnTo>
                  <a:lnTo>
                    <a:pt x="274946" y="207052"/>
                  </a:lnTo>
                  <a:lnTo>
                    <a:pt x="274793" y="207501"/>
                  </a:lnTo>
                  <a:lnTo>
                    <a:pt x="274776" y="207785"/>
                  </a:lnTo>
                  <a:lnTo>
                    <a:pt x="275245" y="208276"/>
                  </a:lnTo>
                  <a:lnTo>
                    <a:pt x="275404" y="208226"/>
                  </a:lnTo>
                  <a:lnTo>
                    <a:pt x="275801" y="208424"/>
                  </a:lnTo>
                  <a:lnTo>
                    <a:pt x="276125" y="208486"/>
                  </a:lnTo>
                  <a:lnTo>
                    <a:pt x="276362" y="208472"/>
                  </a:lnTo>
                  <a:lnTo>
                    <a:pt x="276969" y="208799"/>
                  </a:lnTo>
                  <a:lnTo>
                    <a:pt x="277283" y="208972"/>
                  </a:lnTo>
                  <a:lnTo>
                    <a:pt x="278032" y="208990"/>
                  </a:lnTo>
                  <a:lnTo>
                    <a:pt x="278395" y="208615"/>
                  </a:lnTo>
                  <a:lnTo>
                    <a:pt x="278977" y="208104"/>
                  </a:lnTo>
                  <a:lnTo>
                    <a:pt x="279248" y="207898"/>
                  </a:lnTo>
                  <a:lnTo>
                    <a:pt x="279442" y="207830"/>
                  </a:lnTo>
                  <a:lnTo>
                    <a:pt x="279933" y="207925"/>
                  </a:lnTo>
                  <a:lnTo>
                    <a:pt x="280204" y="207997"/>
                  </a:lnTo>
                  <a:lnTo>
                    <a:pt x="280421" y="208062"/>
                  </a:lnTo>
                  <a:lnTo>
                    <a:pt x="281047" y="208505"/>
                  </a:lnTo>
                  <a:lnTo>
                    <a:pt x="281126" y="208685"/>
                  </a:lnTo>
                  <a:lnTo>
                    <a:pt x="281153" y="208852"/>
                  </a:lnTo>
                  <a:lnTo>
                    <a:pt x="281113" y="209277"/>
                  </a:lnTo>
                  <a:lnTo>
                    <a:pt x="280852" y="209429"/>
                  </a:lnTo>
                  <a:lnTo>
                    <a:pt x="280962" y="210076"/>
                  </a:lnTo>
                  <a:lnTo>
                    <a:pt x="281195" y="210205"/>
                  </a:lnTo>
                  <a:lnTo>
                    <a:pt x="281725" y="210550"/>
                  </a:lnTo>
                  <a:lnTo>
                    <a:pt x="282021" y="210906"/>
                  </a:lnTo>
                  <a:lnTo>
                    <a:pt x="282418" y="211254"/>
                  </a:lnTo>
                  <a:lnTo>
                    <a:pt x="283032" y="211554"/>
                  </a:lnTo>
                  <a:lnTo>
                    <a:pt x="283336" y="211703"/>
                  </a:lnTo>
                  <a:lnTo>
                    <a:pt x="283469" y="211735"/>
                  </a:lnTo>
                  <a:lnTo>
                    <a:pt x="283761" y="211731"/>
                  </a:lnTo>
                  <a:lnTo>
                    <a:pt x="284156" y="211655"/>
                  </a:lnTo>
                  <a:lnTo>
                    <a:pt x="284425" y="211602"/>
                  </a:lnTo>
                  <a:lnTo>
                    <a:pt x="284813" y="211527"/>
                  </a:lnTo>
                  <a:lnTo>
                    <a:pt x="285602" y="211209"/>
                  </a:lnTo>
                  <a:lnTo>
                    <a:pt x="286145" y="211237"/>
                  </a:lnTo>
                  <a:lnTo>
                    <a:pt x="286276" y="211317"/>
                  </a:lnTo>
                  <a:lnTo>
                    <a:pt x="286993" y="211425"/>
                  </a:lnTo>
                  <a:lnTo>
                    <a:pt x="287125" y="211408"/>
                  </a:lnTo>
                  <a:lnTo>
                    <a:pt x="287426" y="211387"/>
                  </a:lnTo>
                  <a:lnTo>
                    <a:pt x="287623" y="211438"/>
                  </a:lnTo>
                  <a:lnTo>
                    <a:pt x="288153" y="211544"/>
                  </a:lnTo>
                  <a:lnTo>
                    <a:pt x="288477" y="211211"/>
                  </a:lnTo>
                  <a:lnTo>
                    <a:pt x="288559" y="210923"/>
                  </a:lnTo>
                  <a:lnTo>
                    <a:pt x="288556" y="210673"/>
                  </a:lnTo>
                  <a:lnTo>
                    <a:pt x="288467" y="210543"/>
                  </a:lnTo>
                  <a:lnTo>
                    <a:pt x="288494" y="210135"/>
                  </a:lnTo>
                  <a:lnTo>
                    <a:pt x="288574" y="209823"/>
                  </a:lnTo>
                  <a:lnTo>
                    <a:pt x="288828" y="209492"/>
                  </a:lnTo>
                  <a:lnTo>
                    <a:pt x="288983" y="209464"/>
                  </a:lnTo>
                  <a:lnTo>
                    <a:pt x="289489" y="209278"/>
                  </a:lnTo>
                  <a:lnTo>
                    <a:pt x="289641" y="209068"/>
                  </a:lnTo>
                  <a:lnTo>
                    <a:pt x="289805" y="208570"/>
                  </a:lnTo>
                  <a:lnTo>
                    <a:pt x="290405" y="208056"/>
                  </a:lnTo>
                  <a:lnTo>
                    <a:pt x="290731" y="208195"/>
                  </a:lnTo>
                  <a:lnTo>
                    <a:pt x="290903" y="208285"/>
                  </a:lnTo>
                  <a:lnTo>
                    <a:pt x="291075" y="208205"/>
                  </a:lnTo>
                  <a:lnTo>
                    <a:pt x="291498" y="207945"/>
                  </a:lnTo>
                  <a:lnTo>
                    <a:pt x="291739" y="207962"/>
                  </a:lnTo>
                  <a:lnTo>
                    <a:pt x="292277" y="208088"/>
                  </a:lnTo>
                  <a:lnTo>
                    <a:pt x="292463" y="208212"/>
                  </a:lnTo>
                  <a:lnTo>
                    <a:pt x="292782" y="208677"/>
                  </a:lnTo>
                  <a:lnTo>
                    <a:pt x="292777" y="208993"/>
                  </a:lnTo>
                  <a:lnTo>
                    <a:pt x="292727" y="209204"/>
                  </a:lnTo>
                  <a:lnTo>
                    <a:pt x="292715" y="209483"/>
                  </a:lnTo>
                  <a:lnTo>
                    <a:pt x="292987" y="209953"/>
                  </a:lnTo>
                  <a:lnTo>
                    <a:pt x="292931" y="210433"/>
                  </a:lnTo>
                  <a:lnTo>
                    <a:pt x="292946" y="210860"/>
                  </a:lnTo>
                  <a:lnTo>
                    <a:pt x="292714" y="211158"/>
                  </a:lnTo>
                  <a:lnTo>
                    <a:pt x="293047" y="211557"/>
                  </a:lnTo>
                  <a:lnTo>
                    <a:pt x="293243" y="211607"/>
                  </a:lnTo>
                  <a:lnTo>
                    <a:pt x="293547" y="211952"/>
                  </a:lnTo>
                  <a:lnTo>
                    <a:pt x="293506" y="212300"/>
                  </a:lnTo>
                  <a:lnTo>
                    <a:pt x="293428" y="212751"/>
                  </a:lnTo>
                  <a:lnTo>
                    <a:pt x="293399" y="212895"/>
                  </a:lnTo>
                  <a:lnTo>
                    <a:pt x="293294" y="213074"/>
                  </a:lnTo>
                  <a:lnTo>
                    <a:pt x="293135" y="213347"/>
                  </a:lnTo>
                  <a:lnTo>
                    <a:pt x="292599" y="214090"/>
                  </a:lnTo>
                  <a:lnTo>
                    <a:pt x="292538" y="214595"/>
                  </a:lnTo>
                  <a:lnTo>
                    <a:pt x="292410" y="214762"/>
                  </a:lnTo>
                  <a:lnTo>
                    <a:pt x="292213" y="215001"/>
                  </a:lnTo>
                  <a:lnTo>
                    <a:pt x="292348" y="215035"/>
                  </a:lnTo>
                  <a:lnTo>
                    <a:pt x="292721" y="214974"/>
                  </a:lnTo>
                  <a:lnTo>
                    <a:pt x="293233" y="215416"/>
                  </a:lnTo>
                  <a:lnTo>
                    <a:pt x="293793" y="215226"/>
                  </a:lnTo>
                  <a:lnTo>
                    <a:pt x="293825" y="215050"/>
                  </a:lnTo>
                  <a:lnTo>
                    <a:pt x="293900" y="214801"/>
                  </a:lnTo>
                  <a:lnTo>
                    <a:pt x="294048" y="214357"/>
                  </a:lnTo>
                  <a:lnTo>
                    <a:pt x="294274" y="213931"/>
                  </a:lnTo>
                  <a:lnTo>
                    <a:pt x="294691" y="213820"/>
                  </a:lnTo>
                  <a:lnTo>
                    <a:pt x="295334" y="213199"/>
                  </a:lnTo>
                  <a:lnTo>
                    <a:pt x="295631" y="213049"/>
                  </a:lnTo>
                  <a:lnTo>
                    <a:pt x="295676" y="212391"/>
                  </a:lnTo>
                  <a:lnTo>
                    <a:pt x="295998" y="212608"/>
                  </a:lnTo>
                  <a:lnTo>
                    <a:pt x="295995" y="213039"/>
                  </a:lnTo>
                  <a:lnTo>
                    <a:pt x="296563" y="213249"/>
                  </a:lnTo>
                  <a:lnTo>
                    <a:pt x="296951" y="213126"/>
                  </a:lnTo>
                  <a:lnTo>
                    <a:pt x="296924" y="212965"/>
                  </a:lnTo>
                  <a:lnTo>
                    <a:pt x="296989" y="212578"/>
                  </a:lnTo>
                  <a:lnTo>
                    <a:pt x="297244" y="212514"/>
                  </a:lnTo>
                  <a:lnTo>
                    <a:pt x="297567" y="212792"/>
                  </a:lnTo>
                  <a:lnTo>
                    <a:pt x="297480" y="212937"/>
                  </a:lnTo>
                  <a:lnTo>
                    <a:pt x="297386" y="213377"/>
                  </a:lnTo>
                  <a:lnTo>
                    <a:pt x="297654" y="213508"/>
                  </a:lnTo>
                  <a:lnTo>
                    <a:pt x="298245" y="213404"/>
                  </a:lnTo>
                  <a:lnTo>
                    <a:pt x="298284" y="213272"/>
                  </a:lnTo>
                  <a:lnTo>
                    <a:pt x="298508" y="212913"/>
                  </a:lnTo>
                  <a:lnTo>
                    <a:pt x="298812" y="213135"/>
                  </a:lnTo>
                  <a:lnTo>
                    <a:pt x="299176" y="213034"/>
                  </a:lnTo>
                  <a:lnTo>
                    <a:pt x="299070" y="213473"/>
                  </a:lnTo>
                  <a:lnTo>
                    <a:pt x="298745" y="213604"/>
                  </a:lnTo>
                  <a:lnTo>
                    <a:pt x="298649" y="213993"/>
                  </a:lnTo>
                  <a:lnTo>
                    <a:pt x="299160" y="214035"/>
                  </a:lnTo>
                  <a:lnTo>
                    <a:pt x="299066" y="214520"/>
                  </a:lnTo>
                  <a:lnTo>
                    <a:pt x="299779" y="214492"/>
                  </a:lnTo>
                  <a:lnTo>
                    <a:pt x="300195" y="214580"/>
                  </a:lnTo>
                  <a:lnTo>
                    <a:pt x="300273" y="214311"/>
                  </a:lnTo>
                  <a:lnTo>
                    <a:pt x="300622" y="214457"/>
                  </a:lnTo>
                  <a:lnTo>
                    <a:pt x="301110" y="214682"/>
                  </a:lnTo>
                  <a:lnTo>
                    <a:pt x="301309" y="214884"/>
                  </a:lnTo>
                  <a:lnTo>
                    <a:pt x="301602" y="215093"/>
                  </a:lnTo>
                  <a:lnTo>
                    <a:pt x="301973" y="215061"/>
                  </a:lnTo>
                  <a:lnTo>
                    <a:pt x="302365" y="215362"/>
                  </a:lnTo>
                  <a:lnTo>
                    <a:pt x="302878" y="215490"/>
                  </a:lnTo>
                  <a:lnTo>
                    <a:pt x="303279" y="215654"/>
                  </a:lnTo>
                  <a:lnTo>
                    <a:pt x="303565" y="216162"/>
                  </a:lnTo>
                  <a:lnTo>
                    <a:pt x="304056" y="216172"/>
                  </a:lnTo>
                  <a:lnTo>
                    <a:pt x="304210" y="216085"/>
                  </a:lnTo>
                  <a:lnTo>
                    <a:pt x="304435" y="215965"/>
                  </a:lnTo>
                  <a:lnTo>
                    <a:pt x="304739" y="215857"/>
                  </a:lnTo>
                  <a:lnTo>
                    <a:pt x="305059" y="215909"/>
                  </a:lnTo>
                  <a:lnTo>
                    <a:pt x="305421" y="215936"/>
                  </a:lnTo>
                  <a:lnTo>
                    <a:pt x="305634" y="215828"/>
                  </a:lnTo>
                  <a:lnTo>
                    <a:pt x="305696" y="215612"/>
                  </a:lnTo>
                  <a:lnTo>
                    <a:pt x="305962" y="215283"/>
                  </a:lnTo>
                  <a:lnTo>
                    <a:pt x="306141" y="215191"/>
                  </a:lnTo>
                  <a:lnTo>
                    <a:pt x="306434" y="215066"/>
                  </a:lnTo>
                  <a:lnTo>
                    <a:pt x="306571" y="215063"/>
                  </a:lnTo>
                  <a:lnTo>
                    <a:pt x="307179" y="215087"/>
                  </a:lnTo>
                  <a:lnTo>
                    <a:pt x="307548" y="215152"/>
                  </a:lnTo>
                  <a:lnTo>
                    <a:pt x="307822" y="215140"/>
                  </a:lnTo>
                  <a:lnTo>
                    <a:pt x="308125" y="214736"/>
                  </a:lnTo>
                  <a:lnTo>
                    <a:pt x="308533" y="214673"/>
                  </a:lnTo>
                  <a:lnTo>
                    <a:pt x="308762" y="214675"/>
                  </a:lnTo>
                  <a:lnTo>
                    <a:pt x="309179" y="214865"/>
                  </a:lnTo>
                  <a:lnTo>
                    <a:pt x="309538" y="214962"/>
                  </a:lnTo>
                  <a:lnTo>
                    <a:pt x="310195" y="215014"/>
                  </a:lnTo>
                  <a:lnTo>
                    <a:pt x="310970" y="214972"/>
                  </a:lnTo>
                  <a:lnTo>
                    <a:pt x="311271" y="214931"/>
                  </a:lnTo>
                  <a:lnTo>
                    <a:pt x="311594" y="214888"/>
                  </a:lnTo>
                  <a:lnTo>
                    <a:pt x="311794" y="214919"/>
                  </a:lnTo>
                  <a:lnTo>
                    <a:pt x="312044" y="215055"/>
                  </a:lnTo>
                  <a:lnTo>
                    <a:pt x="312454" y="215242"/>
                  </a:lnTo>
                  <a:lnTo>
                    <a:pt x="312819" y="215318"/>
                  </a:lnTo>
                  <a:lnTo>
                    <a:pt x="313367" y="215375"/>
                  </a:lnTo>
                  <a:lnTo>
                    <a:pt x="313608" y="215350"/>
                  </a:lnTo>
                  <a:lnTo>
                    <a:pt x="314033" y="215248"/>
                  </a:lnTo>
                  <a:lnTo>
                    <a:pt x="314254" y="215195"/>
                  </a:lnTo>
                  <a:lnTo>
                    <a:pt x="314422" y="215141"/>
                  </a:lnTo>
                  <a:lnTo>
                    <a:pt x="314926" y="214979"/>
                  </a:lnTo>
                  <a:lnTo>
                    <a:pt x="315596" y="214979"/>
                  </a:lnTo>
                  <a:lnTo>
                    <a:pt x="316048" y="214859"/>
                  </a:lnTo>
                  <a:lnTo>
                    <a:pt x="316388" y="214730"/>
                  </a:lnTo>
                  <a:lnTo>
                    <a:pt x="316743" y="214657"/>
                  </a:lnTo>
                  <a:lnTo>
                    <a:pt x="317274" y="214775"/>
                  </a:lnTo>
                  <a:lnTo>
                    <a:pt x="317890" y="215055"/>
                  </a:lnTo>
                  <a:lnTo>
                    <a:pt x="318258" y="215325"/>
                  </a:lnTo>
                  <a:lnTo>
                    <a:pt x="318507" y="215318"/>
                  </a:lnTo>
                  <a:lnTo>
                    <a:pt x="318955" y="215483"/>
                  </a:lnTo>
                  <a:lnTo>
                    <a:pt x="319421" y="215675"/>
                  </a:lnTo>
                  <a:lnTo>
                    <a:pt x="319685" y="215840"/>
                  </a:lnTo>
                  <a:lnTo>
                    <a:pt x="319831" y="215875"/>
                  </a:lnTo>
                  <a:lnTo>
                    <a:pt x="319989" y="215878"/>
                  </a:lnTo>
                  <a:lnTo>
                    <a:pt x="320181" y="215980"/>
                  </a:lnTo>
                  <a:lnTo>
                    <a:pt x="320423" y="216290"/>
                  </a:lnTo>
                  <a:lnTo>
                    <a:pt x="320633" y="216609"/>
                  </a:lnTo>
                  <a:lnTo>
                    <a:pt x="321265" y="217176"/>
                  </a:lnTo>
                  <a:lnTo>
                    <a:pt x="321471" y="217601"/>
                  </a:lnTo>
                  <a:lnTo>
                    <a:pt x="321738" y="217752"/>
                  </a:lnTo>
                  <a:lnTo>
                    <a:pt x="322103" y="218196"/>
                  </a:lnTo>
                  <a:lnTo>
                    <a:pt x="322531" y="218446"/>
                  </a:lnTo>
                  <a:lnTo>
                    <a:pt x="322887" y="218642"/>
                  </a:lnTo>
                  <a:lnTo>
                    <a:pt x="322961" y="218781"/>
                  </a:lnTo>
                  <a:lnTo>
                    <a:pt x="323223" y="219276"/>
                  </a:lnTo>
                  <a:lnTo>
                    <a:pt x="323273" y="219421"/>
                  </a:lnTo>
                  <a:lnTo>
                    <a:pt x="323182" y="220040"/>
                  </a:lnTo>
                  <a:lnTo>
                    <a:pt x="323256" y="220193"/>
                  </a:lnTo>
                  <a:lnTo>
                    <a:pt x="323456" y="220575"/>
                  </a:lnTo>
                  <a:lnTo>
                    <a:pt x="323126" y="220721"/>
                  </a:lnTo>
                  <a:lnTo>
                    <a:pt x="322939" y="220747"/>
                  </a:lnTo>
                  <a:lnTo>
                    <a:pt x="322824" y="221000"/>
                  </a:lnTo>
                  <a:lnTo>
                    <a:pt x="322857" y="221201"/>
                  </a:lnTo>
                  <a:lnTo>
                    <a:pt x="322862" y="221415"/>
                  </a:lnTo>
                  <a:lnTo>
                    <a:pt x="322687" y="221701"/>
                  </a:lnTo>
                  <a:lnTo>
                    <a:pt x="322547" y="221755"/>
                  </a:lnTo>
                  <a:lnTo>
                    <a:pt x="322370" y="222021"/>
                  </a:lnTo>
                  <a:lnTo>
                    <a:pt x="322292" y="222197"/>
                  </a:lnTo>
                  <a:lnTo>
                    <a:pt x="322441" y="222681"/>
                  </a:lnTo>
                  <a:lnTo>
                    <a:pt x="322531" y="222828"/>
                  </a:lnTo>
                  <a:lnTo>
                    <a:pt x="322519" y="223051"/>
                  </a:lnTo>
                  <a:lnTo>
                    <a:pt x="322511" y="223379"/>
                  </a:lnTo>
                  <a:lnTo>
                    <a:pt x="322873" y="223921"/>
                  </a:lnTo>
                  <a:lnTo>
                    <a:pt x="323261" y="224037"/>
                  </a:lnTo>
                  <a:lnTo>
                    <a:pt x="323271" y="224186"/>
                  </a:lnTo>
                  <a:lnTo>
                    <a:pt x="323154" y="224895"/>
                  </a:lnTo>
                  <a:lnTo>
                    <a:pt x="323384" y="225127"/>
                  </a:lnTo>
                  <a:lnTo>
                    <a:pt x="323464" y="225290"/>
                  </a:lnTo>
                  <a:lnTo>
                    <a:pt x="323532" y="225592"/>
                  </a:lnTo>
                  <a:lnTo>
                    <a:pt x="323467" y="225795"/>
                  </a:lnTo>
                  <a:lnTo>
                    <a:pt x="323453" y="226047"/>
                  </a:lnTo>
                  <a:lnTo>
                    <a:pt x="323510" y="226451"/>
                  </a:lnTo>
                  <a:lnTo>
                    <a:pt x="323801" y="226740"/>
                  </a:lnTo>
                  <a:lnTo>
                    <a:pt x="324183" y="227119"/>
                  </a:lnTo>
                  <a:lnTo>
                    <a:pt x="325055" y="227469"/>
                  </a:lnTo>
                  <a:lnTo>
                    <a:pt x="325222" y="227836"/>
                  </a:lnTo>
                  <a:lnTo>
                    <a:pt x="325311" y="228389"/>
                  </a:lnTo>
                  <a:lnTo>
                    <a:pt x="325261" y="228787"/>
                  </a:lnTo>
                  <a:lnTo>
                    <a:pt x="325249" y="229044"/>
                  </a:lnTo>
                  <a:lnTo>
                    <a:pt x="325404" y="229748"/>
                  </a:lnTo>
                  <a:lnTo>
                    <a:pt x="325495" y="229920"/>
                  </a:lnTo>
                  <a:lnTo>
                    <a:pt x="326126" y="229829"/>
                  </a:lnTo>
                  <a:lnTo>
                    <a:pt x="326541" y="229651"/>
                  </a:lnTo>
                  <a:lnTo>
                    <a:pt x="327007" y="229818"/>
                  </a:lnTo>
                  <a:lnTo>
                    <a:pt x="327191" y="230026"/>
                  </a:lnTo>
                  <a:lnTo>
                    <a:pt x="327232" y="230220"/>
                  </a:lnTo>
                  <a:lnTo>
                    <a:pt x="327361" y="230355"/>
                  </a:lnTo>
                  <a:lnTo>
                    <a:pt x="327537" y="230376"/>
                  </a:lnTo>
                  <a:lnTo>
                    <a:pt x="327777" y="230738"/>
                  </a:lnTo>
                  <a:lnTo>
                    <a:pt x="328047" y="231354"/>
                  </a:lnTo>
                  <a:lnTo>
                    <a:pt x="328438" y="231891"/>
                  </a:lnTo>
                  <a:lnTo>
                    <a:pt x="328458" y="232087"/>
                  </a:lnTo>
                  <a:lnTo>
                    <a:pt x="328429" y="232358"/>
                  </a:lnTo>
                  <a:lnTo>
                    <a:pt x="328463" y="232511"/>
                  </a:lnTo>
                  <a:lnTo>
                    <a:pt x="328616" y="232813"/>
                  </a:lnTo>
                  <a:lnTo>
                    <a:pt x="328700" y="232950"/>
                  </a:lnTo>
                  <a:lnTo>
                    <a:pt x="328823" y="233235"/>
                  </a:lnTo>
                  <a:lnTo>
                    <a:pt x="328818" y="233475"/>
                  </a:lnTo>
                  <a:lnTo>
                    <a:pt x="329059" y="233841"/>
                  </a:lnTo>
                  <a:lnTo>
                    <a:pt x="329265" y="233742"/>
                  </a:lnTo>
                  <a:lnTo>
                    <a:pt x="329449" y="233614"/>
                  </a:lnTo>
                  <a:lnTo>
                    <a:pt x="329984" y="233496"/>
                  </a:lnTo>
                  <a:lnTo>
                    <a:pt x="330185" y="233760"/>
                  </a:lnTo>
                  <a:lnTo>
                    <a:pt x="330672" y="233898"/>
                  </a:lnTo>
                  <a:lnTo>
                    <a:pt x="331205" y="233606"/>
                  </a:lnTo>
                  <a:lnTo>
                    <a:pt x="331269" y="233449"/>
                  </a:lnTo>
                  <a:lnTo>
                    <a:pt x="331864" y="233018"/>
                  </a:lnTo>
                  <a:lnTo>
                    <a:pt x="332468" y="232882"/>
                  </a:lnTo>
                  <a:lnTo>
                    <a:pt x="332668" y="232881"/>
                  </a:lnTo>
                  <a:lnTo>
                    <a:pt x="333571" y="233337"/>
                  </a:lnTo>
                  <a:lnTo>
                    <a:pt x="333709" y="233498"/>
                  </a:lnTo>
                  <a:lnTo>
                    <a:pt x="333860" y="233515"/>
                  </a:lnTo>
                  <a:lnTo>
                    <a:pt x="334148" y="233480"/>
                  </a:lnTo>
                  <a:lnTo>
                    <a:pt x="334638" y="234012"/>
                  </a:lnTo>
                  <a:lnTo>
                    <a:pt x="334897" y="234003"/>
                  </a:lnTo>
                  <a:lnTo>
                    <a:pt x="335094" y="233976"/>
                  </a:lnTo>
                  <a:lnTo>
                    <a:pt x="335466" y="234117"/>
                  </a:lnTo>
                  <a:lnTo>
                    <a:pt x="335568" y="234304"/>
                  </a:lnTo>
                  <a:lnTo>
                    <a:pt x="335216" y="234236"/>
                  </a:lnTo>
                  <a:lnTo>
                    <a:pt x="334896" y="234291"/>
                  </a:lnTo>
                  <a:lnTo>
                    <a:pt x="333983" y="234696"/>
                  </a:lnTo>
                  <a:lnTo>
                    <a:pt x="333575" y="234925"/>
                  </a:lnTo>
                  <a:lnTo>
                    <a:pt x="333645" y="235082"/>
                  </a:lnTo>
                  <a:lnTo>
                    <a:pt x="333750" y="235327"/>
                  </a:lnTo>
                  <a:lnTo>
                    <a:pt x="333725" y="235493"/>
                  </a:lnTo>
                  <a:lnTo>
                    <a:pt x="333684" y="235749"/>
                  </a:lnTo>
                  <a:lnTo>
                    <a:pt x="333479" y="235648"/>
                  </a:lnTo>
                  <a:lnTo>
                    <a:pt x="333135" y="235498"/>
                  </a:lnTo>
                  <a:lnTo>
                    <a:pt x="332392" y="235414"/>
                  </a:lnTo>
                  <a:lnTo>
                    <a:pt x="331851" y="235412"/>
                  </a:lnTo>
                  <a:lnTo>
                    <a:pt x="331690" y="235415"/>
                  </a:lnTo>
                  <a:lnTo>
                    <a:pt x="331137" y="235102"/>
                  </a:lnTo>
                  <a:lnTo>
                    <a:pt x="330945" y="234863"/>
                  </a:lnTo>
                  <a:lnTo>
                    <a:pt x="330743" y="234723"/>
                  </a:lnTo>
                  <a:lnTo>
                    <a:pt x="330541" y="234634"/>
                  </a:lnTo>
                  <a:lnTo>
                    <a:pt x="330174" y="234802"/>
                  </a:lnTo>
                  <a:lnTo>
                    <a:pt x="330036" y="234898"/>
                  </a:lnTo>
                  <a:lnTo>
                    <a:pt x="329832" y="235040"/>
                  </a:lnTo>
                  <a:lnTo>
                    <a:pt x="329265" y="235349"/>
                  </a:lnTo>
                  <a:lnTo>
                    <a:pt x="329586" y="235887"/>
                  </a:lnTo>
                  <a:lnTo>
                    <a:pt x="329877" y="236342"/>
                  </a:lnTo>
                  <a:lnTo>
                    <a:pt x="330011" y="236538"/>
                  </a:lnTo>
                  <a:lnTo>
                    <a:pt x="330097" y="236798"/>
                  </a:lnTo>
                  <a:lnTo>
                    <a:pt x="330263" y="237671"/>
                  </a:lnTo>
                  <a:lnTo>
                    <a:pt x="330387" y="237919"/>
                  </a:lnTo>
                  <a:lnTo>
                    <a:pt x="330478" y="238435"/>
                  </a:lnTo>
                  <a:lnTo>
                    <a:pt x="330486" y="238907"/>
                  </a:lnTo>
                  <a:lnTo>
                    <a:pt x="330362" y="239253"/>
                  </a:lnTo>
                  <a:lnTo>
                    <a:pt x="330263" y="239450"/>
                  </a:lnTo>
                  <a:lnTo>
                    <a:pt x="330316" y="239662"/>
                  </a:lnTo>
                  <a:lnTo>
                    <a:pt x="330451" y="240150"/>
                  </a:lnTo>
                  <a:lnTo>
                    <a:pt x="330778" y="240221"/>
                  </a:lnTo>
                  <a:lnTo>
                    <a:pt x="330785" y="240375"/>
                  </a:lnTo>
                  <a:lnTo>
                    <a:pt x="330833" y="240533"/>
                  </a:lnTo>
                  <a:lnTo>
                    <a:pt x="330917" y="240796"/>
                  </a:lnTo>
                  <a:lnTo>
                    <a:pt x="331256" y="241256"/>
                  </a:lnTo>
                  <a:lnTo>
                    <a:pt x="331393" y="241532"/>
                  </a:lnTo>
                  <a:lnTo>
                    <a:pt x="331573" y="242292"/>
                  </a:lnTo>
                  <a:lnTo>
                    <a:pt x="331586" y="242663"/>
                  </a:lnTo>
                  <a:lnTo>
                    <a:pt x="331709" y="243071"/>
                  </a:lnTo>
                  <a:lnTo>
                    <a:pt x="331872" y="243362"/>
                  </a:lnTo>
                  <a:lnTo>
                    <a:pt x="331932" y="243642"/>
                  </a:lnTo>
                  <a:lnTo>
                    <a:pt x="331897" y="243864"/>
                  </a:lnTo>
                  <a:lnTo>
                    <a:pt x="332132" y="244163"/>
                  </a:lnTo>
                  <a:lnTo>
                    <a:pt x="332349" y="244526"/>
                  </a:lnTo>
                  <a:lnTo>
                    <a:pt x="332471" y="244825"/>
                  </a:lnTo>
                  <a:lnTo>
                    <a:pt x="332498" y="245046"/>
                  </a:lnTo>
                  <a:lnTo>
                    <a:pt x="333025" y="245853"/>
                  </a:lnTo>
                  <a:lnTo>
                    <a:pt x="332842" y="245925"/>
                  </a:lnTo>
                  <a:lnTo>
                    <a:pt x="332377" y="246078"/>
                  </a:lnTo>
                  <a:lnTo>
                    <a:pt x="331950" y="246244"/>
                  </a:lnTo>
                  <a:lnTo>
                    <a:pt x="331744" y="247078"/>
                  </a:lnTo>
                  <a:lnTo>
                    <a:pt x="332084" y="246876"/>
                  </a:lnTo>
                  <a:lnTo>
                    <a:pt x="332251" y="246913"/>
                  </a:lnTo>
                  <a:lnTo>
                    <a:pt x="331987" y="247313"/>
                  </a:lnTo>
                  <a:lnTo>
                    <a:pt x="331949" y="247683"/>
                  </a:lnTo>
                  <a:lnTo>
                    <a:pt x="331861" y="247895"/>
                  </a:lnTo>
                  <a:lnTo>
                    <a:pt x="331629" y="248339"/>
                  </a:lnTo>
                  <a:lnTo>
                    <a:pt x="331536" y="248518"/>
                  </a:lnTo>
                  <a:lnTo>
                    <a:pt x="331305" y="248627"/>
                  </a:lnTo>
                  <a:lnTo>
                    <a:pt x="331034" y="248811"/>
                  </a:lnTo>
                  <a:lnTo>
                    <a:pt x="330745" y="249314"/>
                  </a:lnTo>
                  <a:lnTo>
                    <a:pt x="330922" y="249397"/>
                  </a:lnTo>
                  <a:lnTo>
                    <a:pt x="331105" y="249434"/>
                  </a:lnTo>
                  <a:lnTo>
                    <a:pt x="331473" y="249570"/>
                  </a:lnTo>
                  <a:lnTo>
                    <a:pt x="331778" y="249820"/>
                  </a:lnTo>
                  <a:lnTo>
                    <a:pt x="332400" y="250030"/>
                  </a:lnTo>
                  <a:lnTo>
                    <a:pt x="332710" y="249982"/>
                  </a:lnTo>
                  <a:lnTo>
                    <a:pt x="332884" y="249812"/>
                  </a:lnTo>
                  <a:lnTo>
                    <a:pt x="332979" y="249660"/>
                  </a:lnTo>
                  <a:lnTo>
                    <a:pt x="333174" y="249576"/>
                  </a:lnTo>
                  <a:lnTo>
                    <a:pt x="333533" y="249521"/>
                  </a:lnTo>
                  <a:lnTo>
                    <a:pt x="333830" y="249719"/>
                  </a:lnTo>
                  <a:lnTo>
                    <a:pt x="334044" y="249753"/>
                  </a:lnTo>
                  <a:lnTo>
                    <a:pt x="334417" y="249790"/>
                  </a:lnTo>
                  <a:lnTo>
                    <a:pt x="334694" y="249843"/>
                  </a:lnTo>
                  <a:lnTo>
                    <a:pt x="335051" y="250155"/>
                  </a:lnTo>
                  <a:lnTo>
                    <a:pt x="335039" y="250881"/>
                  </a:lnTo>
                  <a:lnTo>
                    <a:pt x="334695" y="251128"/>
                  </a:lnTo>
                  <a:lnTo>
                    <a:pt x="334025" y="251359"/>
                  </a:lnTo>
                  <a:lnTo>
                    <a:pt x="333772" y="251374"/>
                  </a:lnTo>
                  <a:lnTo>
                    <a:pt x="333641" y="251453"/>
                  </a:lnTo>
                  <a:lnTo>
                    <a:pt x="333305" y="251716"/>
                  </a:lnTo>
                  <a:lnTo>
                    <a:pt x="333103" y="251895"/>
                  </a:lnTo>
                  <a:lnTo>
                    <a:pt x="333030" y="252065"/>
                  </a:lnTo>
                  <a:lnTo>
                    <a:pt x="332882" y="252634"/>
                  </a:lnTo>
                  <a:lnTo>
                    <a:pt x="332812" y="253081"/>
                  </a:lnTo>
                  <a:lnTo>
                    <a:pt x="332889" y="253501"/>
                  </a:lnTo>
                  <a:lnTo>
                    <a:pt x="332752" y="253931"/>
                  </a:lnTo>
                  <a:lnTo>
                    <a:pt x="332555" y="254321"/>
                  </a:lnTo>
                  <a:lnTo>
                    <a:pt x="332433" y="254524"/>
                  </a:lnTo>
                  <a:lnTo>
                    <a:pt x="331970" y="254697"/>
                  </a:lnTo>
                  <a:lnTo>
                    <a:pt x="331615" y="254751"/>
                  </a:lnTo>
                  <a:lnTo>
                    <a:pt x="331390" y="254769"/>
                  </a:lnTo>
                  <a:lnTo>
                    <a:pt x="331117" y="254667"/>
                  </a:lnTo>
                  <a:lnTo>
                    <a:pt x="330986" y="254536"/>
                  </a:lnTo>
                  <a:lnTo>
                    <a:pt x="330694" y="254400"/>
                  </a:lnTo>
                  <a:lnTo>
                    <a:pt x="330499" y="254353"/>
                  </a:lnTo>
                  <a:lnTo>
                    <a:pt x="330219" y="254456"/>
                  </a:lnTo>
                  <a:lnTo>
                    <a:pt x="329733" y="254437"/>
                  </a:lnTo>
                  <a:lnTo>
                    <a:pt x="329310" y="254153"/>
                  </a:lnTo>
                  <a:lnTo>
                    <a:pt x="328968" y="254377"/>
                  </a:lnTo>
                  <a:lnTo>
                    <a:pt x="328439" y="254907"/>
                  </a:lnTo>
                  <a:lnTo>
                    <a:pt x="328489" y="255135"/>
                  </a:lnTo>
                  <a:lnTo>
                    <a:pt x="328439" y="255593"/>
                  </a:lnTo>
                  <a:lnTo>
                    <a:pt x="328263" y="255995"/>
                  </a:lnTo>
                  <a:lnTo>
                    <a:pt x="328250" y="256126"/>
                  </a:lnTo>
                  <a:lnTo>
                    <a:pt x="328278" y="256450"/>
                  </a:lnTo>
                  <a:lnTo>
                    <a:pt x="328020" y="257002"/>
                  </a:lnTo>
                  <a:lnTo>
                    <a:pt x="328014" y="257134"/>
                  </a:lnTo>
                  <a:lnTo>
                    <a:pt x="328034" y="257520"/>
                  </a:lnTo>
                  <a:lnTo>
                    <a:pt x="328314" y="257842"/>
                  </a:lnTo>
                  <a:lnTo>
                    <a:pt x="328439" y="258041"/>
                  </a:lnTo>
                  <a:lnTo>
                    <a:pt x="328736" y="258728"/>
                  </a:lnTo>
                  <a:lnTo>
                    <a:pt x="328679" y="259015"/>
                  </a:lnTo>
                  <a:lnTo>
                    <a:pt x="328818" y="259489"/>
                  </a:lnTo>
                  <a:lnTo>
                    <a:pt x="328821" y="260024"/>
                  </a:lnTo>
                  <a:lnTo>
                    <a:pt x="328824" y="260367"/>
                  </a:lnTo>
                  <a:lnTo>
                    <a:pt x="329188" y="260679"/>
                  </a:lnTo>
                  <a:lnTo>
                    <a:pt x="329882" y="260800"/>
                  </a:lnTo>
                  <a:lnTo>
                    <a:pt x="330703" y="261039"/>
                  </a:lnTo>
                  <a:lnTo>
                    <a:pt x="331301" y="261037"/>
                  </a:lnTo>
                  <a:lnTo>
                    <a:pt x="331833" y="261033"/>
                  </a:lnTo>
                  <a:lnTo>
                    <a:pt x="332074" y="261086"/>
                  </a:lnTo>
                  <a:lnTo>
                    <a:pt x="332314" y="261237"/>
                  </a:lnTo>
                  <a:lnTo>
                    <a:pt x="332558" y="261701"/>
                  </a:lnTo>
                  <a:lnTo>
                    <a:pt x="332607" y="261984"/>
                  </a:lnTo>
                  <a:lnTo>
                    <a:pt x="332915" y="262155"/>
                  </a:lnTo>
                  <a:lnTo>
                    <a:pt x="333172" y="262342"/>
                  </a:lnTo>
                  <a:lnTo>
                    <a:pt x="333314" y="262514"/>
                  </a:lnTo>
                  <a:lnTo>
                    <a:pt x="333545" y="262588"/>
                  </a:lnTo>
                  <a:lnTo>
                    <a:pt x="333817" y="262916"/>
                  </a:lnTo>
                  <a:lnTo>
                    <a:pt x="333965" y="263076"/>
                  </a:lnTo>
                  <a:lnTo>
                    <a:pt x="334445" y="263233"/>
                  </a:lnTo>
                  <a:lnTo>
                    <a:pt x="334798" y="263311"/>
                  </a:lnTo>
                  <a:lnTo>
                    <a:pt x="335096" y="263574"/>
                  </a:lnTo>
                  <a:lnTo>
                    <a:pt x="335014" y="263851"/>
                  </a:lnTo>
                  <a:lnTo>
                    <a:pt x="335126" y="264004"/>
                  </a:lnTo>
                  <a:lnTo>
                    <a:pt x="335441" y="264179"/>
                  </a:lnTo>
                  <a:lnTo>
                    <a:pt x="335661" y="264272"/>
                  </a:lnTo>
                  <a:lnTo>
                    <a:pt x="335983" y="264335"/>
                  </a:lnTo>
                  <a:lnTo>
                    <a:pt x="336122" y="264397"/>
                  </a:lnTo>
                  <a:lnTo>
                    <a:pt x="336398" y="264662"/>
                  </a:lnTo>
                  <a:lnTo>
                    <a:pt x="336429" y="264830"/>
                  </a:lnTo>
                  <a:lnTo>
                    <a:pt x="336548" y="265077"/>
                  </a:lnTo>
                  <a:lnTo>
                    <a:pt x="336760" y="265116"/>
                  </a:lnTo>
                  <a:lnTo>
                    <a:pt x="336915" y="265122"/>
                  </a:lnTo>
                  <a:lnTo>
                    <a:pt x="337353" y="265068"/>
                  </a:lnTo>
                  <a:lnTo>
                    <a:pt x="337633" y="265001"/>
                  </a:lnTo>
                  <a:lnTo>
                    <a:pt x="337958" y="264830"/>
                  </a:lnTo>
                  <a:lnTo>
                    <a:pt x="338189" y="264636"/>
                  </a:lnTo>
                  <a:lnTo>
                    <a:pt x="338399" y="264654"/>
                  </a:lnTo>
                  <a:lnTo>
                    <a:pt x="338767" y="264696"/>
                  </a:lnTo>
                  <a:lnTo>
                    <a:pt x="339152" y="264825"/>
                  </a:lnTo>
                  <a:lnTo>
                    <a:pt x="339269" y="265184"/>
                  </a:lnTo>
                  <a:lnTo>
                    <a:pt x="339428" y="265409"/>
                  </a:lnTo>
                  <a:lnTo>
                    <a:pt x="339645" y="265725"/>
                  </a:lnTo>
                  <a:lnTo>
                    <a:pt x="339936" y="266215"/>
                  </a:lnTo>
                  <a:lnTo>
                    <a:pt x="340189" y="266363"/>
                  </a:lnTo>
                  <a:lnTo>
                    <a:pt x="340412" y="266300"/>
                  </a:lnTo>
                  <a:lnTo>
                    <a:pt x="340548" y="266246"/>
                  </a:lnTo>
                  <a:lnTo>
                    <a:pt x="340861" y="266008"/>
                  </a:lnTo>
                  <a:lnTo>
                    <a:pt x="341146" y="265863"/>
                  </a:lnTo>
                  <a:lnTo>
                    <a:pt x="341742" y="266023"/>
                  </a:lnTo>
                  <a:lnTo>
                    <a:pt x="341972" y="266127"/>
                  </a:lnTo>
                  <a:lnTo>
                    <a:pt x="342551" y="266511"/>
                  </a:lnTo>
                  <a:lnTo>
                    <a:pt x="342527" y="266801"/>
                  </a:lnTo>
                  <a:lnTo>
                    <a:pt x="342557" y="267062"/>
                  </a:lnTo>
                  <a:lnTo>
                    <a:pt x="342588" y="267265"/>
                  </a:lnTo>
                  <a:lnTo>
                    <a:pt x="342646" y="267405"/>
                  </a:lnTo>
                  <a:lnTo>
                    <a:pt x="342848" y="267769"/>
                  </a:lnTo>
                  <a:lnTo>
                    <a:pt x="343042" y="268030"/>
                  </a:lnTo>
                  <a:lnTo>
                    <a:pt x="343864" y="268291"/>
                  </a:lnTo>
                  <a:lnTo>
                    <a:pt x="344113" y="268530"/>
                  </a:lnTo>
                  <a:lnTo>
                    <a:pt x="344338" y="268856"/>
                  </a:lnTo>
                  <a:lnTo>
                    <a:pt x="344495" y="268915"/>
                  </a:lnTo>
                  <a:lnTo>
                    <a:pt x="344642" y="269009"/>
                  </a:lnTo>
                  <a:lnTo>
                    <a:pt x="344956" y="269289"/>
                  </a:lnTo>
                  <a:lnTo>
                    <a:pt x="345143" y="269534"/>
                  </a:lnTo>
                  <a:lnTo>
                    <a:pt x="345259" y="269679"/>
                  </a:lnTo>
                  <a:lnTo>
                    <a:pt x="345514" y="269852"/>
                  </a:lnTo>
                  <a:lnTo>
                    <a:pt x="345649" y="269684"/>
                  </a:lnTo>
                  <a:lnTo>
                    <a:pt x="346094" y="269570"/>
                  </a:lnTo>
                  <a:lnTo>
                    <a:pt x="346416" y="269749"/>
                  </a:lnTo>
                  <a:lnTo>
                    <a:pt x="346764" y="269655"/>
                  </a:lnTo>
                  <a:lnTo>
                    <a:pt x="347102" y="269316"/>
                  </a:lnTo>
                  <a:lnTo>
                    <a:pt x="348008" y="269029"/>
                  </a:lnTo>
                  <a:lnTo>
                    <a:pt x="348347" y="269185"/>
                  </a:lnTo>
                  <a:lnTo>
                    <a:pt x="348361" y="269341"/>
                  </a:lnTo>
                  <a:lnTo>
                    <a:pt x="348519" y="269816"/>
                  </a:lnTo>
                  <a:lnTo>
                    <a:pt x="348824" y="270103"/>
                  </a:lnTo>
                  <a:lnTo>
                    <a:pt x="349111" y="270594"/>
                  </a:lnTo>
                  <a:lnTo>
                    <a:pt x="349538" y="270791"/>
                  </a:lnTo>
                  <a:lnTo>
                    <a:pt x="349893" y="271140"/>
                  </a:lnTo>
                  <a:lnTo>
                    <a:pt x="350257" y="271098"/>
                  </a:lnTo>
                  <a:lnTo>
                    <a:pt x="350385" y="270889"/>
                  </a:lnTo>
                  <a:lnTo>
                    <a:pt x="350903" y="270619"/>
                  </a:lnTo>
                  <a:lnTo>
                    <a:pt x="351527" y="270825"/>
                  </a:lnTo>
                  <a:lnTo>
                    <a:pt x="351834" y="270761"/>
                  </a:lnTo>
                  <a:lnTo>
                    <a:pt x="352728" y="270548"/>
                  </a:lnTo>
                  <a:lnTo>
                    <a:pt x="353171" y="270376"/>
                  </a:lnTo>
                  <a:lnTo>
                    <a:pt x="353492" y="270227"/>
                  </a:lnTo>
                  <a:lnTo>
                    <a:pt x="353718" y="269716"/>
                  </a:lnTo>
                  <a:lnTo>
                    <a:pt x="353888" y="269681"/>
                  </a:lnTo>
                  <a:lnTo>
                    <a:pt x="354170" y="269690"/>
                  </a:lnTo>
                  <a:lnTo>
                    <a:pt x="354944" y="270172"/>
                  </a:lnTo>
                  <a:lnTo>
                    <a:pt x="355187" y="270609"/>
                  </a:lnTo>
                  <a:lnTo>
                    <a:pt x="355415" y="271043"/>
                  </a:lnTo>
                  <a:lnTo>
                    <a:pt x="355693" y="271287"/>
                  </a:lnTo>
                  <a:lnTo>
                    <a:pt x="355998" y="271434"/>
                  </a:lnTo>
                  <a:lnTo>
                    <a:pt x="356250" y="271797"/>
                  </a:lnTo>
                  <a:lnTo>
                    <a:pt x="356313" y="271985"/>
                  </a:lnTo>
                  <a:lnTo>
                    <a:pt x="356392" y="272743"/>
                  </a:lnTo>
                  <a:lnTo>
                    <a:pt x="356846" y="272922"/>
                  </a:lnTo>
                  <a:lnTo>
                    <a:pt x="357053" y="272927"/>
                  </a:lnTo>
                  <a:lnTo>
                    <a:pt x="357212" y="272931"/>
                  </a:lnTo>
                  <a:lnTo>
                    <a:pt x="357861" y="272907"/>
                  </a:lnTo>
                  <a:lnTo>
                    <a:pt x="358327" y="272702"/>
                  </a:lnTo>
                  <a:lnTo>
                    <a:pt x="358950" y="272433"/>
                  </a:lnTo>
                  <a:lnTo>
                    <a:pt x="359171" y="272156"/>
                  </a:lnTo>
                  <a:lnTo>
                    <a:pt x="359752" y="271984"/>
                  </a:lnTo>
                  <a:lnTo>
                    <a:pt x="359896" y="271951"/>
                  </a:lnTo>
                  <a:lnTo>
                    <a:pt x="360067" y="271912"/>
                  </a:lnTo>
                  <a:lnTo>
                    <a:pt x="360577" y="271609"/>
                  </a:lnTo>
                  <a:lnTo>
                    <a:pt x="360760" y="271393"/>
                  </a:lnTo>
                  <a:lnTo>
                    <a:pt x="360932" y="271251"/>
                  </a:lnTo>
                  <a:lnTo>
                    <a:pt x="361235" y="271259"/>
                  </a:lnTo>
                  <a:lnTo>
                    <a:pt x="362109" y="270955"/>
                  </a:lnTo>
                  <a:lnTo>
                    <a:pt x="362662" y="271033"/>
                  </a:lnTo>
                  <a:lnTo>
                    <a:pt x="363374" y="270535"/>
                  </a:lnTo>
                  <a:lnTo>
                    <a:pt x="363697" y="270365"/>
                  </a:lnTo>
                  <a:lnTo>
                    <a:pt x="363999" y="270451"/>
                  </a:lnTo>
                  <a:lnTo>
                    <a:pt x="364158" y="270502"/>
                  </a:lnTo>
                  <a:lnTo>
                    <a:pt x="364515" y="270608"/>
                  </a:lnTo>
                  <a:lnTo>
                    <a:pt x="364742" y="270591"/>
                  </a:lnTo>
                  <a:lnTo>
                    <a:pt x="365466" y="270943"/>
                  </a:lnTo>
                  <a:lnTo>
                    <a:pt x="365786" y="270996"/>
                  </a:lnTo>
                  <a:lnTo>
                    <a:pt x="366131" y="271211"/>
                  </a:lnTo>
                  <a:lnTo>
                    <a:pt x="366142" y="271415"/>
                  </a:lnTo>
                  <a:lnTo>
                    <a:pt x="366741" y="272260"/>
                  </a:lnTo>
                  <a:lnTo>
                    <a:pt x="366824" y="272480"/>
                  </a:lnTo>
                  <a:lnTo>
                    <a:pt x="366882" y="272771"/>
                  </a:lnTo>
                  <a:lnTo>
                    <a:pt x="367327" y="273245"/>
                  </a:lnTo>
                  <a:lnTo>
                    <a:pt x="367548" y="273389"/>
                  </a:lnTo>
                  <a:lnTo>
                    <a:pt x="367914" y="273295"/>
                  </a:lnTo>
                  <a:lnTo>
                    <a:pt x="368815" y="273054"/>
                  </a:lnTo>
                  <a:lnTo>
                    <a:pt x="369236" y="272785"/>
                  </a:lnTo>
                  <a:lnTo>
                    <a:pt x="369838" y="272555"/>
                  </a:lnTo>
                  <a:lnTo>
                    <a:pt x="370273" y="272412"/>
                  </a:lnTo>
                  <a:lnTo>
                    <a:pt x="370505" y="272335"/>
                  </a:lnTo>
                  <a:lnTo>
                    <a:pt x="370939" y="272231"/>
                  </a:lnTo>
                  <a:lnTo>
                    <a:pt x="370987" y="272088"/>
                  </a:lnTo>
                  <a:lnTo>
                    <a:pt x="371105" y="271661"/>
                  </a:lnTo>
                  <a:lnTo>
                    <a:pt x="371353" y="271620"/>
                  </a:lnTo>
                  <a:lnTo>
                    <a:pt x="371509" y="271620"/>
                  </a:lnTo>
                  <a:lnTo>
                    <a:pt x="371688" y="271621"/>
                  </a:lnTo>
                  <a:lnTo>
                    <a:pt x="371853" y="271574"/>
                  </a:lnTo>
                  <a:lnTo>
                    <a:pt x="372215" y="271210"/>
                  </a:lnTo>
                  <a:lnTo>
                    <a:pt x="372457" y="270917"/>
                  </a:lnTo>
                  <a:lnTo>
                    <a:pt x="372417" y="270526"/>
                  </a:lnTo>
                  <a:lnTo>
                    <a:pt x="372411" y="270301"/>
                  </a:lnTo>
                  <a:lnTo>
                    <a:pt x="372479" y="269970"/>
                  </a:lnTo>
                  <a:lnTo>
                    <a:pt x="372683" y="269529"/>
                  </a:lnTo>
                  <a:lnTo>
                    <a:pt x="373121" y="269635"/>
                  </a:lnTo>
                  <a:lnTo>
                    <a:pt x="373699" y="269375"/>
                  </a:lnTo>
                  <a:lnTo>
                    <a:pt x="373829" y="269432"/>
                  </a:lnTo>
                  <a:lnTo>
                    <a:pt x="374207" y="269894"/>
                  </a:lnTo>
                  <a:lnTo>
                    <a:pt x="374697" y="270286"/>
                  </a:lnTo>
                  <a:lnTo>
                    <a:pt x="374955" y="270250"/>
                  </a:lnTo>
                  <a:lnTo>
                    <a:pt x="375087" y="270145"/>
                  </a:lnTo>
                  <a:lnTo>
                    <a:pt x="375629" y="270078"/>
                  </a:lnTo>
                  <a:lnTo>
                    <a:pt x="375846" y="270128"/>
                  </a:lnTo>
                  <a:lnTo>
                    <a:pt x="376004" y="270137"/>
                  </a:lnTo>
                  <a:lnTo>
                    <a:pt x="376399" y="269941"/>
                  </a:lnTo>
                  <a:lnTo>
                    <a:pt x="376557" y="269615"/>
                  </a:lnTo>
                  <a:lnTo>
                    <a:pt x="376854" y="269228"/>
                  </a:lnTo>
                  <a:lnTo>
                    <a:pt x="377606" y="269110"/>
                  </a:lnTo>
                  <a:lnTo>
                    <a:pt x="377762" y="268875"/>
                  </a:lnTo>
                  <a:lnTo>
                    <a:pt x="378050" y="268798"/>
                  </a:lnTo>
                  <a:lnTo>
                    <a:pt x="378386" y="268775"/>
                  </a:lnTo>
                  <a:lnTo>
                    <a:pt x="378745" y="268463"/>
                  </a:lnTo>
                  <a:lnTo>
                    <a:pt x="378877" y="268125"/>
                  </a:lnTo>
                  <a:lnTo>
                    <a:pt x="379085" y="267711"/>
                  </a:lnTo>
                  <a:lnTo>
                    <a:pt x="379652" y="267037"/>
                  </a:lnTo>
                  <a:lnTo>
                    <a:pt x="379783" y="267009"/>
                  </a:lnTo>
                  <a:lnTo>
                    <a:pt x="380143" y="267253"/>
                  </a:lnTo>
                  <a:lnTo>
                    <a:pt x="380763" y="266941"/>
                  </a:lnTo>
                  <a:lnTo>
                    <a:pt x="381228" y="266730"/>
                  </a:lnTo>
                  <a:lnTo>
                    <a:pt x="381513" y="266622"/>
                  </a:lnTo>
                  <a:lnTo>
                    <a:pt x="381769" y="266498"/>
                  </a:lnTo>
                  <a:lnTo>
                    <a:pt x="382101" y="266206"/>
                  </a:lnTo>
                  <a:lnTo>
                    <a:pt x="382226" y="266045"/>
                  </a:lnTo>
                  <a:lnTo>
                    <a:pt x="382605" y="265904"/>
                  </a:lnTo>
                  <a:lnTo>
                    <a:pt x="382801" y="265916"/>
                  </a:lnTo>
                  <a:lnTo>
                    <a:pt x="383716" y="265504"/>
                  </a:lnTo>
                  <a:lnTo>
                    <a:pt x="383724" y="265203"/>
                  </a:lnTo>
                  <a:lnTo>
                    <a:pt x="383938" y="264848"/>
                  </a:lnTo>
                  <a:lnTo>
                    <a:pt x="383907" y="264596"/>
                  </a:lnTo>
                  <a:lnTo>
                    <a:pt x="383885" y="264422"/>
                  </a:lnTo>
                  <a:lnTo>
                    <a:pt x="383828" y="264255"/>
                  </a:lnTo>
                  <a:lnTo>
                    <a:pt x="383517" y="264083"/>
                  </a:lnTo>
                  <a:lnTo>
                    <a:pt x="383266" y="264149"/>
                  </a:lnTo>
                  <a:lnTo>
                    <a:pt x="383251" y="263868"/>
                  </a:lnTo>
                  <a:lnTo>
                    <a:pt x="382992" y="263772"/>
                  </a:lnTo>
                  <a:lnTo>
                    <a:pt x="382839" y="263830"/>
                  </a:lnTo>
                  <a:lnTo>
                    <a:pt x="382685" y="263841"/>
                  </a:lnTo>
                  <a:lnTo>
                    <a:pt x="382531" y="263781"/>
                  </a:lnTo>
                  <a:lnTo>
                    <a:pt x="382469" y="263335"/>
                  </a:lnTo>
                  <a:lnTo>
                    <a:pt x="382306" y="263070"/>
                  </a:lnTo>
                  <a:lnTo>
                    <a:pt x="382223" y="262731"/>
                  </a:lnTo>
                  <a:lnTo>
                    <a:pt x="382025" y="262205"/>
                  </a:lnTo>
                  <a:lnTo>
                    <a:pt x="381593" y="261397"/>
                  </a:lnTo>
                  <a:lnTo>
                    <a:pt x="381263" y="260943"/>
                  </a:lnTo>
                  <a:lnTo>
                    <a:pt x="380888" y="260572"/>
                  </a:lnTo>
                  <a:lnTo>
                    <a:pt x="380892" y="260343"/>
                  </a:lnTo>
                  <a:lnTo>
                    <a:pt x="380981" y="260206"/>
                  </a:lnTo>
                  <a:lnTo>
                    <a:pt x="380929" y="259898"/>
                  </a:lnTo>
                  <a:lnTo>
                    <a:pt x="380817" y="259576"/>
                  </a:lnTo>
                  <a:lnTo>
                    <a:pt x="381106" y="259521"/>
                  </a:lnTo>
                  <a:lnTo>
                    <a:pt x="381070" y="259322"/>
                  </a:lnTo>
                  <a:lnTo>
                    <a:pt x="380906" y="258750"/>
                  </a:lnTo>
                  <a:lnTo>
                    <a:pt x="380627" y="258414"/>
                  </a:lnTo>
                  <a:lnTo>
                    <a:pt x="380614" y="258096"/>
                  </a:lnTo>
                  <a:lnTo>
                    <a:pt x="381299" y="257877"/>
                  </a:lnTo>
                  <a:lnTo>
                    <a:pt x="381575" y="257690"/>
                  </a:lnTo>
                  <a:lnTo>
                    <a:pt x="381716" y="257175"/>
                  </a:lnTo>
                  <a:lnTo>
                    <a:pt x="381695" y="256454"/>
                  </a:lnTo>
                  <a:lnTo>
                    <a:pt x="381711" y="255896"/>
                  </a:lnTo>
                  <a:lnTo>
                    <a:pt x="382259" y="255358"/>
                  </a:lnTo>
                  <a:lnTo>
                    <a:pt x="382387" y="255272"/>
                  </a:lnTo>
                  <a:lnTo>
                    <a:pt x="382918" y="255181"/>
                  </a:lnTo>
                  <a:lnTo>
                    <a:pt x="383132" y="255243"/>
                  </a:lnTo>
                  <a:lnTo>
                    <a:pt x="383468" y="255220"/>
                  </a:lnTo>
                  <a:lnTo>
                    <a:pt x="383726" y="255178"/>
                  </a:lnTo>
                  <a:lnTo>
                    <a:pt x="384235" y="255304"/>
                  </a:lnTo>
                  <a:lnTo>
                    <a:pt x="385282" y="255819"/>
                  </a:lnTo>
                  <a:lnTo>
                    <a:pt x="385755" y="256201"/>
                  </a:lnTo>
                  <a:lnTo>
                    <a:pt x="385914" y="256376"/>
                  </a:lnTo>
                  <a:lnTo>
                    <a:pt x="385623" y="256737"/>
                  </a:lnTo>
                  <a:lnTo>
                    <a:pt x="385617" y="256885"/>
                  </a:lnTo>
                  <a:lnTo>
                    <a:pt x="385674" y="257040"/>
                  </a:lnTo>
                  <a:lnTo>
                    <a:pt x="385671" y="257176"/>
                  </a:lnTo>
                  <a:lnTo>
                    <a:pt x="385564" y="257414"/>
                  </a:lnTo>
                  <a:lnTo>
                    <a:pt x="385526" y="257916"/>
                  </a:lnTo>
                  <a:lnTo>
                    <a:pt x="385584" y="258084"/>
                  </a:lnTo>
                  <a:lnTo>
                    <a:pt x="385930" y="258682"/>
                  </a:lnTo>
                  <a:lnTo>
                    <a:pt x="386240" y="258972"/>
                  </a:lnTo>
                  <a:lnTo>
                    <a:pt x="386573" y="259122"/>
                  </a:lnTo>
                  <a:lnTo>
                    <a:pt x="387055" y="259891"/>
                  </a:lnTo>
                  <a:lnTo>
                    <a:pt x="387074" y="260182"/>
                  </a:lnTo>
                  <a:lnTo>
                    <a:pt x="387075" y="260321"/>
                  </a:lnTo>
                  <a:lnTo>
                    <a:pt x="387315" y="260896"/>
                  </a:lnTo>
                  <a:lnTo>
                    <a:pt x="387507" y="261353"/>
                  </a:lnTo>
                  <a:lnTo>
                    <a:pt x="387292" y="261823"/>
                  </a:lnTo>
                  <a:lnTo>
                    <a:pt x="387281" y="261966"/>
                  </a:lnTo>
                  <a:lnTo>
                    <a:pt x="387325" y="262143"/>
                  </a:lnTo>
                  <a:lnTo>
                    <a:pt x="387427" y="262497"/>
                  </a:lnTo>
                  <a:lnTo>
                    <a:pt x="387629" y="262818"/>
                  </a:lnTo>
                  <a:lnTo>
                    <a:pt x="388081" y="262659"/>
                  </a:lnTo>
                  <a:lnTo>
                    <a:pt x="388550" y="262594"/>
                  </a:lnTo>
                  <a:lnTo>
                    <a:pt x="388608" y="262881"/>
                  </a:lnTo>
                  <a:lnTo>
                    <a:pt x="388698" y="263931"/>
                  </a:lnTo>
                  <a:lnTo>
                    <a:pt x="389048" y="264095"/>
                  </a:lnTo>
                  <a:lnTo>
                    <a:pt x="389082" y="264596"/>
                  </a:lnTo>
                  <a:lnTo>
                    <a:pt x="388883" y="264681"/>
                  </a:lnTo>
                  <a:lnTo>
                    <a:pt x="388559" y="265106"/>
                  </a:lnTo>
                  <a:lnTo>
                    <a:pt x="388601" y="265787"/>
                  </a:lnTo>
                  <a:lnTo>
                    <a:pt x="388702" y="266018"/>
                  </a:lnTo>
                  <a:lnTo>
                    <a:pt x="389177" y="266356"/>
                  </a:lnTo>
                  <a:lnTo>
                    <a:pt x="389643" y="266174"/>
                  </a:lnTo>
                  <a:lnTo>
                    <a:pt x="390092" y="266250"/>
                  </a:lnTo>
                  <a:lnTo>
                    <a:pt x="390124" y="266421"/>
                  </a:lnTo>
                  <a:lnTo>
                    <a:pt x="390170" y="266666"/>
                  </a:lnTo>
                  <a:lnTo>
                    <a:pt x="390214" y="266896"/>
                  </a:lnTo>
                  <a:lnTo>
                    <a:pt x="390232" y="267227"/>
                  </a:lnTo>
                  <a:lnTo>
                    <a:pt x="390224" y="267430"/>
                  </a:lnTo>
                  <a:lnTo>
                    <a:pt x="390645" y="267707"/>
                  </a:lnTo>
                  <a:lnTo>
                    <a:pt x="391443" y="267615"/>
                  </a:lnTo>
                  <a:lnTo>
                    <a:pt x="391582" y="267553"/>
                  </a:lnTo>
                  <a:lnTo>
                    <a:pt x="391996" y="267493"/>
                  </a:lnTo>
                  <a:lnTo>
                    <a:pt x="392151" y="267236"/>
                  </a:lnTo>
                  <a:lnTo>
                    <a:pt x="392358" y="267181"/>
                  </a:lnTo>
                  <a:lnTo>
                    <a:pt x="392691" y="267141"/>
                  </a:lnTo>
                  <a:lnTo>
                    <a:pt x="392847" y="266982"/>
                  </a:lnTo>
                  <a:lnTo>
                    <a:pt x="393026" y="266670"/>
                  </a:lnTo>
                  <a:lnTo>
                    <a:pt x="393463" y="266627"/>
                  </a:lnTo>
                  <a:lnTo>
                    <a:pt x="394072" y="266230"/>
                  </a:lnTo>
                  <a:lnTo>
                    <a:pt x="394240" y="266244"/>
                  </a:lnTo>
                  <a:lnTo>
                    <a:pt x="394509" y="265849"/>
                  </a:lnTo>
                  <a:lnTo>
                    <a:pt x="395074" y="265429"/>
                  </a:lnTo>
                  <a:lnTo>
                    <a:pt x="395428" y="265389"/>
                  </a:lnTo>
                  <a:lnTo>
                    <a:pt x="395537" y="265171"/>
                  </a:lnTo>
                  <a:lnTo>
                    <a:pt x="395579" y="265041"/>
                  </a:lnTo>
                  <a:lnTo>
                    <a:pt x="395819" y="264799"/>
                  </a:lnTo>
                  <a:lnTo>
                    <a:pt x="396540" y="264589"/>
                  </a:lnTo>
                  <a:lnTo>
                    <a:pt x="396746" y="264685"/>
                  </a:lnTo>
                  <a:lnTo>
                    <a:pt x="397152" y="264699"/>
                  </a:lnTo>
                  <a:lnTo>
                    <a:pt x="397373" y="264378"/>
                  </a:lnTo>
                  <a:lnTo>
                    <a:pt x="397668" y="264070"/>
                  </a:lnTo>
                  <a:lnTo>
                    <a:pt x="397961" y="264141"/>
                  </a:lnTo>
                  <a:lnTo>
                    <a:pt x="398180" y="264318"/>
                  </a:lnTo>
                  <a:lnTo>
                    <a:pt x="398458" y="264090"/>
                  </a:lnTo>
                  <a:lnTo>
                    <a:pt x="398809" y="264229"/>
                  </a:lnTo>
                  <a:lnTo>
                    <a:pt x="398968" y="264537"/>
                  </a:lnTo>
                  <a:lnTo>
                    <a:pt x="399032" y="264767"/>
                  </a:lnTo>
                  <a:lnTo>
                    <a:pt x="399295" y="265024"/>
                  </a:lnTo>
                  <a:lnTo>
                    <a:pt x="399518" y="264864"/>
                  </a:lnTo>
                  <a:lnTo>
                    <a:pt x="400052" y="264713"/>
                  </a:lnTo>
                  <a:lnTo>
                    <a:pt x="400474" y="264269"/>
                  </a:lnTo>
                  <a:lnTo>
                    <a:pt x="400555" y="264110"/>
                  </a:lnTo>
                  <a:lnTo>
                    <a:pt x="400610" y="263841"/>
                  </a:lnTo>
                  <a:lnTo>
                    <a:pt x="400822" y="263791"/>
                  </a:lnTo>
                  <a:lnTo>
                    <a:pt x="401201" y="263907"/>
                  </a:lnTo>
                  <a:lnTo>
                    <a:pt x="401149" y="263389"/>
                  </a:lnTo>
                  <a:lnTo>
                    <a:pt x="401081" y="263132"/>
                  </a:lnTo>
                  <a:lnTo>
                    <a:pt x="400985" y="262851"/>
                  </a:lnTo>
                  <a:lnTo>
                    <a:pt x="401247" y="262371"/>
                  </a:lnTo>
                  <a:lnTo>
                    <a:pt x="401392" y="262206"/>
                  </a:lnTo>
                  <a:lnTo>
                    <a:pt x="401257" y="261887"/>
                  </a:lnTo>
                  <a:lnTo>
                    <a:pt x="401140" y="261547"/>
                  </a:lnTo>
                  <a:lnTo>
                    <a:pt x="401378" y="261001"/>
                  </a:lnTo>
                  <a:lnTo>
                    <a:pt x="401656" y="260967"/>
                  </a:lnTo>
                  <a:lnTo>
                    <a:pt x="401933" y="261193"/>
                  </a:lnTo>
                  <a:lnTo>
                    <a:pt x="402124" y="261279"/>
                  </a:lnTo>
                  <a:lnTo>
                    <a:pt x="402909" y="260883"/>
                  </a:lnTo>
                  <a:lnTo>
                    <a:pt x="403353" y="260716"/>
                  </a:lnTo>
                  <a:lnTo>
                    <a:pt x="403555" y="260744"/>
                  </a:lnTo>
                  <a:lnTo>
                    <a:pt x="403724" y="260635"/>
                  </a:lnTo>
                  <a:lnTo>
                    <a:pt x="404144" y="260486"/>
                  </a:lnTo>
                  <a:lnTo>
                    <a:pt x="404411" y="260395"/>
                  </a:lnTo>
                  <a:lnTo>
                    <a:pt x="404824" y="260462"/>
                  </a:lnTo>
                  <a:lnTo>
                    <a:pt x="405334" y="260566"/>
                  </a:lnTo>
                  <a:lnTo>
                    <a:pt x="405844" y="260709"/>
                  </a:lnTo>
                  <a:lnTo>
                    <a:pt x="405993" y="260803"/>
                  </a:lnTo>
                  <a:lnTo>
                    <a:pt x="406481" y="260810"/>
                  </a:lnTo>
                  <a:lnTo>
                    <a:pt x="406846" y="260640"/>
                  </a:lnTo>
                  <a:lnTo>
                    <a:pt x="407095" y="260506"/>
                  </a:lnTo>
                  <a:lnTo>
                    <a:pt x="407533" y="260224"/>
                  </a:lnTo>
                  <a:lnTo>
                    <a:pt x="407676" y="259911"/>
                  </a:lnTo>
                  <a:lnTo>
                    <a:pt x="407929" y="259656"/>
                  </a:lnTo>
                  <a:lnTo>
                    <a:pt x="408222" y="259863"/>
                  </a:lnTo>
                  <a:lnTo>
                    <a:pt x="408833" y="260190"/>
                  </a:lnTo>
                  <a:lnTo>
                    <a:pt x="409006" y="260420"/>
                  </a:lnTo>
                  <a:lnTo>
                    <a:pt x="409328" y="260813"/>
                  </a:lnTo>
                  <a:lnTo>
                    <a:pt x="409638" y="260806"/>
                  </a:lnTo>
                  <a:lnTo>
                    <a:pt x="410135" y="260688"/>
                  </a:lnTo>
                  <a:lnTo>
                    <a:pt x="410186" y="260475"/>
                  </a:lnTo>
                  <a:lnTo>
                    <a:pt x="410331" y="260108"/>
                  </a:lnTo>
                  <a:lnTo>
                    <a:pt x="410571" y="259694"/>
                  </a:lnTo>
                  <a:lnTo>
                    <a:pt x="410624" y="259288"/>
                  </a:lnTo>
                  <a:lnTo>
                    <a:pt x="410813" y="259274"/>
                  </a:lnTo>
                  <a:lnTo>
                    <a:pt x="411377" y="259465"/>
                  </a:lnTo>
                  <a:lnTo>
                    <a:pt x="411663" y="258887"/>
                  </a:lnTo>
                  <a:lnTo>
                    <a:pt x="411839" y="259361"/>
                  </a:lnTo>
                  <a:lnTo>
                    <a:pt x="412006" y="259812"/>
                  </a:lnTo>
                  <a:lnTo>
                    <a:pt x="412121" y="259970"/>
                  </a:lnTo>
                  <a:lnTo>
                    <a:pt x="412435" y="260395"/>
                  </a:lnTo>
                  <a:lnTo>
                    <a:pt x="412757" y="260656"/>
                  </a:lnTo>
                  <a:lnTo>
                    <a:pt x="412932" y="261050"/>
                  </a:lnTo>
                  <a:lnTo>
                    <a:pt x="413673" y="260942"/>
                  </a:lnTo>
                  <a:lnTo>
                    <a:pt x="413895" y="261338"/>
                  </a:lnTo>
                  <a:lnTo>
                    <a:pt x="413924" y="261669"/>
                  </a:lnTo>
                  <a:lnTo>
                    <a:pt x="414036" y="261923"/>
                  </a:lnTo>
                  <a:lnTo>
                    <a:pt x="414174" y="262036"/>
                  </a:lnTo>
                  <a:lnTo>
                    <a:pt x="414253" y="262263"/>
                  </a:lnTo>
                  <a:lnTo>
                    <a:pt x="414282" y="262434"/>
                  </a:lnTo>
                  <a:lnTo>
                    <a:pt x="414306" y="262572"/>
                  </a:lnTo>
                  <a:lnTo>
                    <a:pt x="414072" y="262885"/>
                  </a:lnTo>
                  <a:lnTo>
                    <a:pt x="413690" y="262962"/>
                  </a:lnTo>
                  <a:lnTo>
                    <a:pt x="413465" y="262974"/>
                  </a:lnTo>
                  <a:lnTo>
                    <a:pt x="412832" y="263207"/>
                  </a:lnTo>
                  <a:lnTo>
                    <a:pt x="412616" y="263329"/>
                  </a:lnTo>
                  <a:lnTo>
                    <a:pt x="412507" y="263758"/>
                  </a:lnTo>
                  <a:lnTo>
                    <a:pt x="412662" y="263978"/>
                  </a:lnTo>
                  <a:lnTo>
                    <a:pt x="412971" y="264188"/>
                  </a:lnTo>
                  <a:lnTo>
                    <a:pt x="412957" y="264356"/>
                  </a:lnTo>
                  <a:lnTo>
                    <a:pt x="412982" y="264590"/>
                  </a:lnTo>
                  <a:lnTo>
                    <a:pt x="413172" y="264921"/>
                  </a:lnTo>
                  <a:lnTo>
                    <a:pt x="413367" y="264987"/>
                  </a:lnTo>
                  <a:lnTo>
                    <a:pt x="413519" y="265094"/>
                  </a:lnTo>
                  <a:lnTo>
                    <a:pt x="413683" y="265215"/>
                  </a:lnTo>
                  <a:lnTo>
                    <a:pt x="414097" y="265689"/>
                  </a:lnTo>
                  <a:lnTo>
                    <a:pt x="414263" y="265718"/>
                  </a:lnTo>
                  <a:lnTo>
                    <a:pt x="414745" y="266326"/>
                  </a:lnTo>
                  <a:lnTo>
                    <a:pt x="414964" y="266599"/>
                  </a:lnTo>
                  <a:lnTo>
                    <a:pt x="415681" y="266455"/>
                  </a:lnTo>
                  <a:lnTo>
                    <a:pt x="415813" y="266578"/>
                  </a:lnTo>
                  <a:lnTo>
                    <a:pt x="415950" y="266625"/>
                  </a:lnTo>
                  <a:lnTo>
                    <a:pt x="416201" y="266636"/>
                  </a:lnTo>
                  <a:lnTo>
                    <a:pt x="416438" y="266725"/>
                  </a:lnTo>
                  <a:lnTo>
                    <a:pt x="416612" y="266954"/>
                  </a:lnTo>
                  <a:lnTo>
                    <a:pt x="416721" y="267297"/>
                  </a:lnTo>
                  <a:lnTo>
                    <a:pt x="416889" y="267445"/>
                  </a:lnTo>
                  <a:lnTo>
                    <a:pt x="417836" y="267480"/>
                  </a:lnTo>
                  <a:lnTo>
                    <a:pt x="417919" y="267949"/>
                  </a:lnTo>
                  <a:lnTo>
                    <a:pt x="418235" y="268060"/>
                  </a:lnTo>
                  <a:lnTo>
                    <a:pt x="418399" y="268017"/>
                  </a:lnTo>
                  <a:lnTo>
                    <a:pt x="418853" y="268000"/>
                  </a:lnTo>
                  <a:lnTo>
                    <a:pt x="419546" y="267808"/>
                  </a:lnTo>
                  <a:lnTo>
                    <a:pt x="419737" y="267827"/>
                  </a:lnTo>
                  <a:lnTo>
                    <a:pt x="420016" y="268090"/>
                  </a:lnTo>
                  <a:lnTo>
                    <a:pt x="420354" y="268105"/>
                  </a:lnTo>
                  <a:lnTo>
                    <a:pt x="420506" y="268111"/>
                  </a:lnTo>
                  <a:lnTo>
                    <a:pt x="421000" y="268132"/>
                  </a:lnTo>
                  <a:lnTo>
                    <a:pt x="421485" y="267921"/>
                  </a:lnTo>
                  <a:lnTo>
                    <a:pt x="421868" y="268084"/>
                  </a:lnTo>
                  <a:lnTo>
                    <a:pt x="422067" y="268474"/>
                  </a:lnTo>
                  <a:lnTo>
                    <a:pt x="422175" y="268727"/>
                  </a:lnTo>
                  <a:lnTo>
                    <a:pt x="422307" y="269190"/>
                  </a:lnTo>
                  <a:lnTo>
                    <a:pt x="422545" y="269280"/>
                  </a:lnTo>
                  <a:lnTo>
                    <a:pt x="423415" y="269117"/>
                  </a:lnTo>
                  <a:lnTo>
                    <a:pt x="423654" y="268847"/>
                  </a:lnTo>
                  <a:lnTo>
                    <a:pt x="423930" y="268956"/>
                  </a:lnTo>
                  <a:lnTo>
                    <a:pt x="424131" y="269090"/>
                  </a:lnTo>
                  <a:lnTo>
                    <a:pt x="424495" y="269262"/>
                  </a:lnTo>
                  <a:lnTo>
                    <a:pt x="424741" y="269195"/>
                  </a:lnTo>
                  <a:lnTo>
                    <a:pt x="425125" y="269133"/>
                  </a:lnTo>
                  <a:lnTo>
                    <a:pt x="425420" y="269085"/>
                  </a:lnTo>
                  <a:lnTo>
                    <a:pt x="425623" y="269098"/>
                  </a:lnTo>
                  <a:lnTo>
                    <a:pt x="426055" y="269240"/>
                  </a:lnTo>
                  <a:lnTo>
                    <a:pt x="426302" y="269399"/>
                  </a:lnTo>
                  <a:lnTo>
                    <a:pt x="426932" y="269824"/>
                  </a:lnTo>
                  <a:lnTo>
                    <a:pt x="427091" y="270053"/>
                  </a:lnTo>
                  <a:lnTo>
                    <a:pt x="427509" y="270501"/>
                  </a:lnTo>
                  <a:lnTo>
                    <a:pt x="427774" y="270599"/>
                  </a:lnTo>
                  <a:lnTo>
                    <a:pt x="427745" y="270809"/>
                  </a:lnTo>
                  <a:lnTo>
                    <a:pt x="427684" y="271109"/>
                  </a:lnTo>
                  <a:lnTo>
                    <a:pt x="428365" y="272007"/>
                  </a:lnTo>
                  <a:lnTo>
                    <a:pt x="428798" y="272045"/>
                  </a:lnTo>
                  <a:lnTo>
                    <a:pt x="429014" y="272076"/>
                  </a:lnTo>
                  <a:lnTo>
                    <a:pt x="429313" y="272153"/>
                  </a:lnTo>
                  <a:lnTo>
                    <a:pt x="429552" y="272152"/>
                  </a:lnTo>
                  <a:lnTo>
                    <a:pt x="429708" y="272050"/>
                  </a:lnTo>
                  <a:lnTo>
                    <a:pt x="430063" y="271767"/>
                  </a:lnTo>
                  <a:lnTo>
                    <a:pt x="430699" y="271189"/>
                  </a:lnTo>
                  <a:lnTo>
                    <a:pt x="430905" y="270981"/>
                  </a:lnTo>
                  <a:lnTo>
                    <a:pt x="430945" y="270846"/>
                  </a:lnTo>
                  <a:lnTo>
                    <a:pt x="430955" y="270702"/>
                  </a:lnTo>
                  <a:lnTo>
                    <a:pt x="431020" y="270493"/>
                  </a:lnTo>
                  <a:lnTo>
                    <a:pt x="431748" y="270322"/>
                  </a:lnTo>
                  <a:lnTo>
                    <a:pt x="432100" y="270383"/>
                  </a:lnTo>
                  <a:lnTo>
                    <a:pt x="432368" y="270394"/>
                  </a:lnTo>
                  <a:lnTo>
                    <a:pt x="432501" y="270399"/>
                  </a:lnTo>
                  <a:lnTo>
                    <a:pt x="432838" y="270412"/>
                  </a:lnTo>
                  <a:lnTo>
                    <a:pt x="433238" y="270259"/>
                  </a:lnTo>
                  <a:lnTo>
                    <a:pt x="433242" y="270091"/>
                  </a:lnTo>
                  <a:lnTo>
                    <a:pt x="433438" y="269743"/>
                  </a:lnTo>
                  <a:lnTo>
                    <a:pt x="434005" y="269507"/>
                  </a:lnTo>
                  <a:lnTo>
                    <a:pt x="434387" y="269397"/>
                  </a:lnTo>
                  <a:lnTo>
                    <a:pt x="434864" y="269282"/>
                  </a:lnTo>
                  <a:lnTo>
                    <a:pt x="435572" y="268927"/>
                  </a:lnTo>
                  <a:lnTo>
                    <a:pt x="435745" y="269019"/>
                  </a:lnTo>
                  <a:lnTo>
                    <a:pt x="435815" y="269236"/>
                  </a:lnTo>
                  <a:lnTo>
                    <a:pt x="436244" y="269190"/>
                  </a:lnTo>
                  <a:lnTo>
                    <a:pt x="436948" y="268684"/>
                  </a:lnTo>
                  <a:lnTo>
                    <a:pt x="437292" y="268339"/>
                  </a:lnTo>
                  <a:lnTo>
                    <a:pt x="437539" y="268319"/>
                  </a:lnTo>
                  <a:lnTo>
                    <a:pt x="438015" y="268488"/>
                  </a:lnTo>
                  <a:lnTo>
                    <a:pt x="438658" y="268631"/>
                  </a:lnTo>
                  <a:lnTo>
                    <a:pt x="439368" y="268690"/>
                  </a:lnTo>
                  <a:lnTo>
                    <a:pt x="439648" y="268524"/>
                  </a:lnTo>
                  <a:lnTo>
                    <a:pt x="439866" y="268373"/>
                  </a:lnTo>
                  <a:lnTo>
                    <a:pt x="440420" y="268394"/>
                  </a:lnTo>
                  <a:lnTo>
                    <a:pt x="440943" y="268285"/>
                  </a:lnTo>
                  <a:lnTo>
                    <a:pt x="441431" y="267914"/>
                  </a:lnTo>
                  <a:lnTo>
                    <a:pt x="441533" y="267689"/>
                  </a:lnTo>
                  <a:lnTo>
                    <a:pt x="441619" y="267526"/>
                  </a:lnTo>
                  <a:lnTo>
                    <a:pt x="441958" y="267258"/>
                  </a:lnTo>
                  <a:lnTo>
                    <a:pt x="442224" y="267184"/>
                  </a:lnTo>
                  <a:lnTo>
                    <a:pt x="442436" y="267067"/>
                  </a:lnTo>
                  <a:lnTo>
                    <a:pt x="443166" y="266395"/>
                  </a:lnTo>
                  <a:lnTo>
                    <a:pt x="443522" y="266154"/>
                  </a:lnTo>
                  <a:lnTo>
                    <a:pt x="443721" y="266084"/>
                  </a:lnTo>
                  <a:lnTo>
                    <a:pt x="444000" y="265866"/>
                  </a:lnTo>
                  <a:lnTo>
                    <a:pt x="444431" y="265700"/>
                  </a:lnTo>
                  <a:lnTo>
                    <a:pt x="444747" y="265769"/>
                  </a:lnTo>
                  <a:lnTo>
                    <a:pt x="444939" y="265810"/>
                  </a:lnTo>
                  <a:lnTo>
                    <a:pt x="445117" y="265814"/>
                  </a:lnTo>
                  <a:lnTo>
                    <a:pt x="445328" y="265807"/>
                  </a:lnTo>
                  <a:lnTo>
                    <a:pt x="445838" y="265768"/>
                  </a:lnTo>
                  <a:lnTo>
                    <a:pt x="446007" y="265740"/>
                  </a:lnTo>
                  <a:lnTo>
                    <a:pt x="446313" y="265690"/>
                  </a:lnTo>
                  <a:lnTo>
                    <a:pt x="446662" y="265908"/>
                  </a:lnTo>
                  <a:lnTo>
                    <a:pt x="446536" y="266506"/>
                  </a:lnTo>
                  <a:lnTo>
                    <a:pt x="446569" y="266871"/>
                  </a:lnTo>
                  <a:lnTo>
                    <a:pt x="446486" y="267202"/>
                  </a:lnTo>
                  <a:lnTo>
                    <a:pt x="446563" y="267677"/>
                  </a:lnTo>
                  <a:lnTo>
                    <a:pt x="446962" y="267669"/>
                  </a:lnTo>
                  <a:lnTo>
                    <a:pt x="447066" y="267301"/>
                  </a:lnTo>
                  <a:lnTo>
                    <a:pt x="447181" y="267106"/>
                  </a:lnTo>
                  <a:lnTo>
                    <a:pt x="447655" y="267077"/>
                  </a:lnTo>
                  <a:lnTo>
                    <a:pt x="448140" y="267236"/>
                  </a:lnTo>
                  <a:lnTo>
                    <a:pt x="448625" y="267424"/>
                  </a:lnTo>
                  <a:lnTo>
                    <a:pt x="449200" y="267138"/>
                  </a:lnTo>
                  <a:lnTo>
                    <a:pt x="449775" y="266505"/>
                  </a:lnTo>
                  <a:lnTo>
                    <a:pt x="450198" y="266418"/>
                  </a:lnTo>
                  <a:lnTo>
                    <a:pt x="450530" y="266350"/>
                  </a:lnTo>
                  <a:lnTo>
                    <a:pt x="450810" y="266347"/>
                  </a:lnTo>
                  <a:lnTo>
                    <a:pt x="451347" y="266562"/>
                  </a:lnTo>
                  <a:lnTo>
                    <a:pt x="451633" y="266647"/>
                  </a:lnTo>
                  <a:lnTo>
                    <a:pt x="451796" y="266515"/>
                  </a:lnTo>
                  <a:lnTo>
                    <a:pt x="452096" y="266425"/>
                  </a:lnTo>
                  <a:lnTo>
                    <a:pt x="452367" y="266738"/>
                  </a:lnTo>
                  <a:lnTo>
                    <a:pt x="452355" y="266878"/>
                  </a:lnTo>
                  <a:lnTo>
                    <a:pt x="452403" y="267050"/>
                  </a:lnTo>
                  <a:lnTo>
                    <a:pt x="452977" y="267516"/>
                  </a:lnTo>
                  <a:lnTo>
                    <a:pt x="453903" y="267255"/>
                  </a:lnTo>
                  <a:lnTo>
                    <a:pt x="454352" y="266932"/>
                  </a:lnTo>
                  <a:lnTo>
                    <a:pt x="454557" y="266808"/>
                  </a:lnTo>
                  <a:lnTo>
                    <a:pt x="455229" y="266845"/>
                  </a:lnTo>
                  <a:lnTo>
                    <a:pt x="455447" y="266901"/>
                  </a:lnTo>
                  <a:lnTo>
                    <a:pt x="455684" y="266979"/>
                  </a:lnTo>
                  <a:lnTo>
                    <a:pt x="455868" y="267039"/>
                  </a:lnTo>
                  <a:lnTo>
                    <a:pt x="456414" y="267104"/>
                  </a:lnTo>
                  <a:lnTo>
                    <a:pt x="456420" y="266974"/>
                  </a:lnTo>
                  <a:lnTo>
                    <a:pt x="456955" y="266626"/>
                  </a:lnTo>
                  <a:lnTo>
                    <a:pt x="457288" y="266164"/>
                  </a:lnTo>
                  <a:lnTo>
                    <a:pt x="457570" y="266591"/>
                  </a:lnTo>
                  <a:lnTo>
                    <a:pt x="458042" y="266710"/>
                  </a:lnTo>
                  <a:lnTo>
                    <a:pt x="458317" y="266717"/>
                  </a:lnTo>
                  <a:lnTo>
                    <a:pt x="458404" y="267181"/>
                  </a:lnTo>
                  <a:lnTo>
                    <a:pt x="458659" y="267184"/>
                  </a:lnTo>
                  <a:lnTo>
                    <a:pt x="458851" y="267085"/>
                  </a:lnTo>
                  <a:lnTo>
                    <a:pt x="459322" y="266891"/>
                  </a:lnTo>
                  <a:lnTo>
                    <a:pt x="460053" y="267322"/>
                  </a:lnTo>
                  <a:lnTo>
                    <a:pt x="460077" y="267542"/>
                  </a:lnTo>
                  <a:lnTo>
                    <a:pt x="460029" y="267954"/>
                  </a:lnTo>
                  <a:lnTo>
                    <a:pt x="459763" y="268084"/>
                  </a:lnTo>
                  <a:lnTo>
                    <a:pt x="459688" y="268649"/>
                  </a:lnTo>
                  <a:lnTo>
                    <a:pt x="459842" y="268976"/>
                  </a:lnTo>
                  <a:lnTo>
                    <a:pt x="460024" y="269236"/>
                  </a:lnTo>
                  <a:lnTo>
                    <a:pt x="460481" y="269425"/>
                  </a:lnTo>
                  <a:lnTo>
                    <a:pt x="461327" y="269600"/>
                  </a:lnTo>
                  <a:lnTo>
                    <a:pt x="461511" y="270283"/>
                  </a:lnTo>
                  <a:lnTo>
                    <a:pt x="461403" y="270621"/>
                  </a:lnTo>
                  <a:lnTo>
                    <a:pt x="461116" y="271118"/>
                  </a:lnTo>
                  <a:lnTo>
                    <a:pt x="461116" y="271514"/>
                  </a:lnTo>
                  <a:lnTo>
                    <a:pt x="461510" y="272187"/>
                  </a:lnTo>
                  <a:lnTo>
                    <a:pt x="461615" y="272848"/>
                  </a:lnTo>
                  <a:lnTo>
                    <a:pt x="461620" y="273007"/>
                  </a:lnTo>
                  <a:lnTo>
                    <a:pt x="461845" y="273348"/>
                  </a:lnTo>
                  <a:lnTo>
                    <a:pt x="461870" y="273475"/>
                  </a:lnTo>
                  <a:lnTo>
                    <a:pt x="461614" y="273808"/>
                  </a:lnTo>
                  <a:lnTo>
                    <a:pt x="461524" y="273970"/>
                  </a:lnTo>
                  <a:lnTo>
                    <a:pt x="461364" y="274313"/>
                  </a:lnTo>
                  <a:lnTo>
                    <a:pt x="461324" y="274474"/>
                  </a:lnTo>
                  <a:lnTo>
                    <a:pt x="461315" y="274602"/>
                  </a:lnTo>
                  <a:lnTo>
                    <a:pt x="461062" y="275004"/>
                  </a:lnTo>
                  <a:lnTo>
                    <a:pt x="461085" y="275676"/>
                  </a:lnTo>
                  <a:lnTo>
                    <a:pt x="460981" y="275874"/>
                  </a:lnTo>
                  <a:lnTo>
                    <a:pt x="460848" y="276128"/>
                  </a:lnTo>
                  <a:lnTo>
                    <a:pt x="460460" y="276378"/>
                  </a:lnTo>
                  <a:lnTo>
                    <a:pt x="460193" y="276759"/>
                  </a:lnTo>
                  <a:lnTo>
                    <a:pt x="460674" y="276845"/>
                  </a:lnTo>
                  <a:lnTo>
                    <a:pt x="460942" y="277036"/>
                  </a:lnTo>
                  <a:lnTo>
                    <a:pt x="461198" y="277248"/>
                  </a:lnTo>
                  <a:lnTo>
                    <a:pt x="461560" y="277533"/>
                  </a:lnTo>
                  <a:lnTo>
                    <a:pt x="461704" y="277577"/>
                  </a:lnTo>
                  <a:lnTo>
                    <a:pt x="461952" y="277621"/>
                  </a:lnTo>
                  <a:lnTo>
                    <a:pt x="462218" y="277680"/>
                  </a:lnTo>
                  <a:lnTo>
                    <a:pt x="462536" y="277919"/>
                  </a:lnTo>
                  <a:lnTo>
                    <a:pt x="462183" y="278104"/>
                  </a:lnTo>
                  <a:lnTo>
                    <a:pt x="462221" y="278452"/>
                  </a:lnTo>
                  <a:lnTo>
                    <a:pt x="462560" y="278718"/>
                  </a:lnTo>
                  <a:lnTo>
                    <a:pt x="462724" y="278908"/>
                  </a:lnTo>
                  <a:lnTo>
                    <a:pt x="462740" y="279406"/>
                  </a:lnTo>
                  <a:lnTo>
                    <a:pt x="463120" y="279566"/>
                  </a:lnTo>
                  <a:lnTo>
                    <a:pt x="463507" y="279547"/>
                  </a:lnTo>
                  <a:lnTo>
                    <a:pt x="464031" y="279610"/>
                  </a:lnTo>
                  <a:lnTo>
                    <a:pt x="464300" y="279699"/>
                  </a:lnTo>
                  <a:lnTo>
                    <a:pt x="464570" y="279796"/>
                  </a:lnTo>
                  <a:lnTo>
                    <a:pt x="464782" y="279597"/>
                  </a:lnTo>
                  <a:lnTo>
                    <a:pt x="465212" y="279616"/>
                  </a:lnTo>
                  <a:lnTo>
                    <a:pt x="465321" y="279757"/>
                  </a:lnTo>
                  <a:lnTo>
                    <a:pt x="465611" y="280072"/>
                  </a:lnTo>
                  <a:lnTo>
                    <a:pt x="465837" y="280107"/>
                  </a:lnTo>
                  <a:lnTo>
                    <a:pt x="466093" y="280218"/>
                  </a:lnTo>
                  <a:lnTo>
                    <a:pt x="466267" y="280393"/>
                  </a:lnTo>
                  <a:lnTo>
                    <a:pt x="466434" y="280605"/>
                  </a:lnTo>
                  <a:lnTo>
                    <a:pt x="466278" y="280943"/>
                  </a:lnTo>
                  <a:lnTo>
                    <a:pt x="466278" y="281155"/>
                  </a:lnTo>
                  <a:lnTo>
                    <a:pt x="466408" y="281552"/>
                  </a:lnTo>
                  <a:lnTo>
                    <a:pt x="466561" y="281770"/>
                  </a:lnTo>
                  <a:lnTo>
                    <a:pt x="466762" y="281925"/>
                  </a:lnTo>
                  <a:lnTo>
                    <a:pt x="467085" y="282063"/>
                  </a:lnTo>
                  <a:lnTo>
                    <a:pt x="467484" y="282232"/>
                  </a:lnTo>
                  <a:lnTo>
                    <a:pt x="467697" y="282312"/>
                  </a:lnTo>
                  <a:lnTo>
                    <a:pt x="467876" y="282395"/>
                  </a:lnTo>
                  <a:lnTo>
                    <a:pt x="468078" y="282529"/>
                  </a:lnTo>
                  <a:lnTo>
                    <a:pt x="468262" y="282951"/>
                  </a:lnTo>
                  <a:lnTo>
                    <a:pt x="468493" y="283209"/>
                  </a:lnTo>
                  <a:lnTo>
                    <a:pt x="468728" y="283115"/>
                  </a:lnTo>
                  <a:lnTo>
                    <a:pt x="469103" y="283451"/>
                  </a:lnTo>
                  <a:lnTo>
                    <a:pt x="469476" y="283642"/>
                  </a:lnTo>
                  <a:lnTo>
                    <a:pt x="469854" y="283395"/>
                  </a:lnTo>
                  <a:lnTo>
                    <a:pt x="469663" y="283097"/>
                  </a:lnTo>
                  <a:lnTo>
                    <a:pt x="469690" y="282601"/>
                  </a:lnTo>
                  <a:lnTo>
                    <a:pt x="470109" y="282615"/>
                  </a:lnTo>
                  <a:lnTo>
                    <a:pt x="470325" y="282077"/>
                  </a:lnTo>
                  <a:lnTo>
                    <a:pt x="470306" y="281797"/>
                  </a:lnTo>
                  <a:lnTo>
                    <a:pt x="470287" y="281626"/>
                  </a:lnTo>
                  <a:lnTo>
                    <a:pt x="470435" y="281102"/>
                  </a:lnTo>
                  <a:lnTo>
                    <a:pt x="470383" y="280835"/>
                  </a:lnTo>
                  <a:lnTo>
                    <a:pt x="470191" y="280713"/>
                  </a:lnTo>
                  <a:lnTo>
                    <a:pt x="470181" y="280403"/>
                  </a:lnTo>
                  <a:lnTo>
                    <a:pt x="470480" y="280160"/>
                  </a:lnTo>
                  <a:lnTo>
                    <a:pt x="470714" y="280113"/>
                  </a:lnTo>
                  <a:lnTo>
                    <a:pt x="470842" y="279901"/>
                  </a:lnTo>
                  <a:lnTo>
                    <a:pt x="470977" y="279414"/>
                  </a:lnTo>
                  <a:lnTo>
                    <a:pt x="471249" y="278905"/>
                  </a:lnTo>
                  <a:lnTo>
                    <a:pt x="471687" y="278537"/>
                  </a:lnTo>
                  <a:lnTo>
                    <a:pt x="472112" y="278351"/>
                  </a:lnTo>
                  <a:lnTo>
                    <a:pt x="472681" y="278144"/>
                  </a:lnTo>
                  <a:lnTo>
                    <a:pt x="472809" y="278099"/>
                  </a:lnTo>
                  <a:lnTo>
                    <a:pt x="473304" y="277885"/>
                  </a:lnTo>
                  <a:lnTo>
                    <a:pt x="473424" y="277739"/>
                  </a:lnTo>
                  <a:lnTo>
                    <a:pt x="473730" y="277449"/>
                  </a:lnTo>
                  <a:lnTo>
                    <a:pt x="473955" y="277298"/>
                  </a:lnTo>
                  <a:lnTo>
                    <a:pt x="474264" y="276984"/>
                  </a:lnTo>
                  <a:lnTo>
                    <a:pt x="474413" y="276722"/>
                  </a:lnTo>
                  <a:lnTo>
                    <a:pt x="474451" y="276328"/>
                  </a:lnTo>
                  <a:lnTo>
                    <a:pt x="474734" y="275948"/>
                  </a:lnTo>
                  <a:lnTo>
                    <a:pt x="475548" y="276280"/>
                  </a:lnTo>
                  <a:lnTo>
                    <a:pt x="475871" y="276331"/>
                  </a:lnTo>
                  <a:lnTo>
                    <a:pt x="476126" y="276329"/>
                  </a:lnTo>
                  <a:lnTo>
                    <a:pt x="476817" y="276445"/>
                  </a:lnTo>
                  <a:lnTo>
                    <a:pt x="477264" y="276497"/>
                  </a:lnTo>
                  <a:lnTo>
                    <a:pt x="477453" y="276370"/>
                  </a:lnTo>
                  <a:lnTo>
                    <a:pt x="477458" y="276506"/>
                  </a:lnTo>
                  <a:lnTo>
                    <a:pt x="477463" y="276635"/>
                  </a:lnTo>
                  <a:lnTo>
                    <a:pt x="477540" y="277044"/>
                  </a:lnTo>
                  <a:lnTo>
                    <a:pt x="477554" y="277373"/>
                  </a:lnTo>
                  <a:lnTo>
                    <a:pt x="477563" y="277591"/>
                  </a:lnTo>
                  <a:lnTo>
                    <a:pt x="477465" y="277864"/>
                  </a:lnTo>
                  <a:lnTo>
                    <a:pt x="477224" y="278439"/>
                  </a:lnTo>
                  <a:lnTo>
                    <a:pt x="477333" y="278628"/>
                  </a:lnTo>
                  <a:lnTo>
                    <a:pt x="477409" y="278946"/>
                  </a:lnTo>
                  <a:lnTo>
                    <a:pt x="477388" y="279133"/>
                  </a:lnTo>
                  <a:lnTo>
                    <a:pt x="477363" y="279367"/>
                  </a:lnTo>
                  <a:lnTo>
                    <a:pt x="477381" y="279631"/>
                  </a:lnTo>
                  <a:lnTo>
                    <a:pt x="477863" y="280351"/>
                  </a:lnTo>
                  <a:lnTo>
                    <a:pt x="478159" y="280416"/>
                  </a:lnTo>
                  <a:lnTo>
                    <a:pt x="478571" y="280689"/>
                  </a:lnTo>
                  <a:lnTo>
                    <a:pt x="478685" y="280933"/>
                  </a:lnTo>
                  <a:lnTo>
                    <a:pt x="478710" y="281120"/>
                  </a:lnTo>
                  <a:lnTo>
                    <a:pt x="478680" y="281429"/>
                  </a:lnTo>
                  <a:lnTo>
                    <a:pt x="478662" y="281614"/>
                  </a:lnTo>
                  <a:lnTo>
                    <a:pt x="478193" y="282156"/>
                  </a:lnTo>
                  <a:lnTo>
                    <a:pt x="478164" y="282416"/>
                  </a:lnTo>
                  <a:lnTo>
                    <a:pt x="478455" y="282737"/>
                  </a:lnTo>
                  <a:lnTo>
                    <a:pt x="478569" y="282856"/>
                  </a:lnTo>
                  <a:lnTo>
                    <a:pt x="478768" y="282841"/>
                  </a:lnTo>
                  <a:lnTo>
                    <a:pt x="478964" y="282874"/>
                  </a:lnTo>
                  <a:lnTo>
                    <a:pt x="479164" y="282835"/>
                  </a:lnTo>
                  <a:lnTo>
                    <a:pt x="479655" y="282441"/>
                  </a:lnTo>
                  <a:lnTo>
                    <a:pt x="480031" y="282721"/>
                  </a:lnTo>
                  <a:lnTo>
                    <a:pt x="480190" y="283044"/>
                  </a:lnTo>
                  <a:lnTo>
                    <a:pt x="480254" y="283255"/>
                  </a:lnTo>
                  <a:lnTo>
                    <a:pt x="480328" y="283498"/>
                  </a:lnTo>
                  <a:lnTo>
                    <a:pt x="480546" y="283974"/>
                  </a:lnTo>
                  <a:lnTo>
                    <a:pt x="480704" y="284052"/>
                  </a:lnTo>
                  <a:lnTo>
                    <a:pt x="480927" y="284162"/>
                  </a:lnTo>
                  <a:lnTo>
                    <a:pt x="481429" y="284409"/>
                  </a:lnTo>
                  <a:lnTo>
                    <a:pt x="482060" y="284691"/>
                  </a:lnTo>
                  <a:lnTo>
                    <a:pt x="482430" y="284702"/>
                  </a:lnTo>
                  <a:lnTo>
                    <a:pt x="482612" y="284169"/>
                  </a:lnTo>
                  <a:lnTo>
                    <a:pt x="482774" y="284124"/>
                  </a:lnTo>
                  <a:lnTo>
                    <a:pt x="483276" y="284182"/>
                  </a:lnTo>
                  <a:lnTo>
                    <a:pt x="483849" y="283887"/>
                  </a:lnTo>
                  <a:lnTo>
                    <a:pt x="484373" y="283610"/>
                  </a:lnTo>
                  <a:lnTo>
                    <a:pt x="484509" y="283538"/>
                  </a:lnTo>
                  <a:lnTo>
                    <a:pt x="484817" y="283385"/>
                  </a:lnTo>
                  <a:lnTo>
                    <a:pt x="485693" y="283185"/>
                  </a:lnTo>
                  <a:lnTo>
                    <a:pt x="486246" y="283386"/>
                  </a:lnTo>
                  <a:lnTo>
                    <a:pt x="486659" y="283437"/>
                  </a:lnTo>
                  <a:lnTo>
                    <a:pt x="487214" y="283326"/>
                  </a:lnTo>
                  <a:lnTo>
                    <a:pt x="487643" y="283175"/>
                  </a:lnTo>
                  <a:lnTo>
                    <a:pt x="488145" y="283653"/>
                  </a:lnTo>
                  <a:lnTo>
                    <a:pt x="488519" y="283902"/>
                  </a:lnTo>
                  <a:lnTo>
                    <a:pt x="489317" y="284231"/>
                  </a:lnTo>
                  <a:lnTo>
                    <a:pt x="489648" y="284981"/>
                  </a:lnTo>
                  <a:lnTo>
                    <a:pt x="489739" y="285306"/>
                  </a:lnTo>
                  <a:lnTo>
                    <a:pt x="489704" y="285886"/>
                  </a:lnTo>
                  <a:lnTo>
                    <a:pt x="489781" y="286191"/>
                  </a:lnTo>
                  <a:lnTo>
                    <a:pt x="490001" y="286851"/>
                  </a:lnTo>
                  <a:lnTo>
                    <a:pt x="490324" y="287476"/>
                  </a:lnTo>
                  <a:lnTo>
                    <a:pt x="490498" y="287584"/>
                  </a:lnTo>
                  <a:lnTo>
                    <a:pt x="490776" y="287714"/>
                  </a:lnTo>
                  <a:lnTo>
                    <a:pt x="491147" y="287625"/>
                  </a:lnTo>
                  <a:lnTo>
                    <a:pt x="491372" y="287571"/>
                  </a:lnTo>
                  <a:lnTo>
                    <a:pt x="491678" y="287486"/>
                  </a:lnTo>
                  <a:lnTo>
                    <a:pt x="491873" y="287426"/>
                  </a:lnTo>
                  <a:lnTo>
                    <a:pt x="492028" y="287328"/>
                  </a:lnTo>
                  <a:lnTo>
                    <a:pt x="492669" y="287300"/>
                  </a:lnTo>
                  <a:lnTo>
                    <a:pt x="492773" y="287749"/>
                  </a:lnTo>
                  <a:lnTo>
                    <a:pt x="492887" y="287971"/>
                  </a:lnTo>
                  <a:lnTo>
                    <a:pt x="492984" y="288159"/>
                  </a:lnTo>
                  <a:lnTo>
                    <a:pt x="493596" y="288846"/>
                  </a:lnTo>
                  <a:lnTo>
                    <a:pt x="493762" y="289201"/>
                  </a:lnTo>
                  <a:lnTo>
                    <a:pt x="493953" y="289775"/>
                  </a:lnTo>
                  <a:lnTo>
                    <a:pt x="494106" y="290109"/>
                  </a:lnTo>
                  <a:lnTo>
                    <a:pt x="494338" y="290451"/>
                  </a:lnTo>
                  <a:lnTo>
                    <a:pt x="494573" y="290683"/>
                  </a:lnTo>
                  <a:lnTo>
                    <a:pt x="494829" y="290905"/>
                  </a:lnTo>
                  <a:lnTo>
                    <a:pt x="495056" y="291189"/>
                  </a:lnTo>
                  <a:lnTo>
                    <a:pt x="495155" y="291481"/>
                  </a:lnTo>
                  <a:lnTo>
                    <a:pt x="495235" y="291722"/>
                  </a:lnTo>
                  <a:lnTo>
                    <a:pt x="495269" y="291971"/>
                  </a:lnTo>
                  <a:lnTo>
                    <a:pt x="495934" y="292719"/>
                  </a:lnTo>
                  <a:lnTo>
                    <a:pt x="496045" y="292951"/>
                  </a:lnTo>
                  <a:lnTo>
                    <a:pt x="496244" y="293219"/>
                  </a:lnTo>
                  <a:lnTo>
                    <a:pt x="496490" y="293331"/>
                  </a:lnTo>
                  <a:lnTo>
                    <a:pt x="496925" y="293569"/>
                  </a:lnTo>
                  <a:lnTo>
                    <a:pt x="497889" y="294477"/>
                  </a:lnTo>
                  <a:lnTo>
                    <a:pt x="498685" y="294290"/>
                  </a:lnTo>
                  <a:lnTo>
                    <a:pt x="498883" y="294058"/>
                  </a:lnTo>
                  <a:lnTo>
                    <a:pt x="499074" y="293801"/>
                  </a:lnTo>
                  <a:lnTo>
                    <a:pt x="499884" y="294334"/>
                  </a:lnTo>
                  <a:lnTo>
                    <a:pt x="500176" y="294631"/>
                  </a:lnTo>
                  <a:lnTo>
                    <a:pt x="500640" y="294747"/>
                  </a:lnTo>
                  <a:lnTo>
                    <a:pt x="500757" y="294903"/>
                  </a:lnTo>
                  <a:lnTo>
                    <a:pt x="500846" y="295059"/>
                  </a:lnTo>
                  <a:lnTo>
                    <a:pt x="501022" y="295266"/>
                  </a:lnTo>
                  <a:lnTo>
                    <a:pt x="501287" y="295579"/>
                  </a:lnTo>
                  <a:lnTo>
                    <a:pt x="502003" y="296346"/>
                  </a:lnTo>
                  <a:lnTo>
                    <a:pt x="502446" y="296667"/>
                  </a:lnTo>
                  <a:lnTo>
                    <a:pt x="502792" y="297053"/>
                  </a:lnTo>
                  <a:lnTo>
                    <a:pt x="503208" y="297501"/>
                  </a:lnTo>
                  <a:lnTo>
                    <a:pt x="503365" y="297486"/>
                  </a:lnTo>
                  <a:lnTo>
                    <a:pt x="504019" y="297368"/>
                  </a:lnTo>
                  <a:lnTo>
                    <a:pt x="504498" y="296597"/>
                  </a:lnTo>
                  <a:lnTo>
                    <a:pt x="504586" y="296444"/>
                  </a:lnTo>
                  <a:lnTo>
                    <a:pt x="505277" y="296067"/>
                  </a:lnTo>
                  <a:lnTo>
                    <a:pt x="505424" y="295946"/>
                  </a:lnTo>
                  <a:lnTo>
                    <a:pt x="505399" y="295701"/>
                  </a:lnTo>
                  <a:lnTo>
                    <a:pt x="505090" y="295446"/>
                  </a:lnTo>
                  <a:lnTo>
                    <a:pt x="505067" y="294999"/>
                  </a:lnTo>
                  <a:lnTo>
                    <a:pt x="505237" y="294767"/>
                  </a:lnTo>
                  <a:lnTo>
                    <a:pt x="505376" y="294653"/>
                  </a:lnTo>
                  <a:lnTo>
                    <a:pt x="505355" y="294304"/>
                  </a:lnTo>
                  <a:lnTo>
                    <a:pt x="505432" y="293825"/>
                  </a:lnTo>
                  <a:lnTo>
                    <a:pt x="506196" y="293801"/>
                  </a:lnTo>
                  <a:lnTo>
                    <a:pt x="506471" y="293769"/>
                  </a:lnTo>
                  <a:lnTo>
                    <a:pt x="507093" y="293559"/>
                  </a:lnTo>
                  <a:lnTo>
                    <a:pt x="507247" y="293463"/>
                  </a:lnTo>
                  <a:lnTo>
                    <a:pt x="507816" y="292962"/>
                  </a:lnTo>
                  <a:lnTo>
                    <a:pt x="508238" y="292902"/>
                  </a:lnTo>
                  <a:lnTo>
                    <a:pt x="508616" y="292845"/>
                  </a:lnTo>
                  <a:lnTo>
                    <a:pt x="509204" y="293286"/>
                  </a:lnTo>
                  <a:lnTo>
                    <a:pt x="509378" y="293329"/>
                  </a:lnTo>
                  <a:lnTo>
                    <a:pt x="509777" y="293374"/>
                  </a:lnTo>
                  <a:lnTo>
                    <a:pt x="510146" y="293647"/>
                  </a:lnTo>
                  <a:lnTo>
                    <a:pt x="510514" y="293644"/>
                  </a:lnTo>
                  <a:lnTo>
                    <a:pt x="511096" y="293556"/>
                  </a:lnTo>
                  <a:lnTo>
                    <a:pt x="511280" y="293152"/>
                  </a:lnTo>
                  <a:lnTo>
                    <a:pt x="511375" y="292868"/>
                  </a:lnTo>
                  <a:lnTo>
                    <a:pt x="511545" y="292483"/>
                  </a:lnTo>
                  <a:lnTo>
                    <a:pt x="511805" y="292629"/>
                  </a:lnTo>
                  <a:lnTo>
                    <a:pt x="512160" y="292830"/>
                  </a:lnTo>
                  <a:lnTo>
                    <a:pt x="512556" y="293102"/>
                  </a:lnTo>
                  <a:lnTo>
                    <a:pt x="512789" y="293487"/>
                  </a:lnTo>
                  <a:lnTo>
                    <a:pt x="513211" y="293468"/>
                  </a:lnTo>
                  <a:lnTo>
                    <a:pt x="513649" y="292613"/>
                  </a:lnTo>
                  <a:lnTo>
                    <a:pt x="513809" y="292539"/>
                  </a:lnTo>
                  <a:lnTo>
                    <a:pt x="514130" y="292359"/>
                  </a:lnTo>
                  <a:lnTo>
                    <a:pt x="514396" y="292038"/>
                  </a:lnTo>
                  <a:lnTo>
                    <a:pt x="514391" y="291806"/>
                  </a:lnTo>
                  <a:lnTo>
                    <a:pt x="514318" y="291530"/>
                  </a:lnTo>
                  <a:lnTo>
                    <a:pt x="514509" y="291380"/>
                  </a:lnTo>
                  <a:lnTo>
                    <a:pt x="514777" y="291518"/>
                  </a:lnTo>
                  <a:lnTo>
                    <a:pt x="515021" y="291280"/>
                  </a:lnTo>
                  <a:lnTo>
                    <a:pt x="515253" y="290941"/>
                  </a:lnTo>
                  <a:lnTo>
                    <a:pt x="516203" y="290773"/>
                  </a:lnTo>
                  <a:lnTo>
                    <a:pt x="516826" y="291572"/>
                  </a:lnTo>
                  <a:lnTo>
                    <a:pt x="517192" y="291694"/>
                  </a:lnTo>
                  <a:lnTo>
                    <a:pt x="518037" y="292072"/>
                  </a:lnTo>
                  <a:lnTo>
                    <a:pt x="518368" y="292399"/>
                  </a:lnTo>
                  <a:lnTo>
                    <a:pt x="518587" y="292640"/>
                  </a:lnTo>
                  <a:lnTo>
                    <a:pt x="518936" y="292840"/>
                  </a:lnTo>
                  <a:lnTo>
                    <a:pt x="519079" y="292840"/>
                  </a:lnTo>
                  <a:lnTo>
                    <a:pt x="520323" y="292259"/>
                  </a:lnTo>
                  <a:lnTo>
                    <a:pt x="521148" y="291667"/>
                  </a:lnTo>
                  <a:lnTo>
                    <a:pt x="521426" y="291745"/>
                  </a:lnTo>
                  <a:lnTo>
                    <a:pt x="521686" y="291727"/>
                  </a:lnTo>
                  <a:lnTo>
                    <a:pt x="521872" y="291672"/>
                  </a:lnTo>
                  <a:lnTo>
                    <a:pt x="522796" y="291171"/>
                  </a:lnTo>
                  <a:lnTo>
                    <a:pt x="523123" y="291234"/>
                  </a:lnTo>
                  <a:lnTo>
                    <a:pt x="523423" y="291417"/>
                  </a:lnTo>
                  <a:lnTo>
                    <a:pt x="523611" y="291556"/>
                  </a:lnTo>
                  <a:lnTo>
                    <a:pt x="524021" y="291564"/>
                  </a:lnTo>
                  <a:lnTo>
                    <a:pt x="524261" y="291313"/>
                  </a:lnTo>
                  <a:lnTo>
                    <a:pt x="524522" y="291237"/>
                  </a:lnTo>
                  <a:lnTo>
                    <a:pt x="524818" y="291186"/>
                  </a:lnTo>
                  <a:lnTo>
                    <a:pt x="525143" y="291281"/>
                  </a:lnTo>
                  <a:lnTo>
                    <a:pt x="525457" y="291328"/>
                  </a:lnTo>
                  <a:lnTo>
                    <a:pt x="525753" y="291275"/>
                  </a:lnTo>
                  <a:lnTo>
                    <a:pt x="526291" y="291142"/>
                  </a:lnTo>
                  <a:lnTo>
                    <a:pt x="526614" y="290745"/>
                  </a:lnTo>
                  <a:lnTo>
                    <a:pt x="527124" y="291547"/>
                  </a:lnTo>
                  <a:lnTo>
                    <a:pt x="527233" y="291899"/>
                  </a:lnTo>
                  <a:lnTo>
                    <a:pt x="528316" y="292631"/>
                  </a:lnTo>
                  <a:lnTo>
                    <a:pt x="528421" y="292824"/>
                  </a:lnTo>
                  <a:lnTo>
                    <a:pt x="528479" y="292969"/>
                  </a:lnTo>
                  <a:lnTo>
                    <a:pt x="528265" y="293890"/>
                  </a:lnTo>
                  <a:lnTo>
                    <a:pt x="528347" y="294471"/>
                  </a:lnTo>
                  <a:lnTo>
                    <a:pt x="528207" y="294606"/>
                  </a:lnTo>
                  <a:lnTo>
                    <a:pt x="527873" y="294785"/>
                  </a:lnTo>
                  <a:lnTo>
                    <a:pt x="527460" y="294976"/>
                  </a:lnTo>
                  <a:lnTo>
                    <a:pt x="527132" y="295468"/>
                  </a:lnTo>
                  <a:lnTo>
                    <a:pt x="526922" y="295597"/>
                  </a:lnTo>
                  <a:lnTo>
                    <a:pt x="526508" y="295537"/>
                  </a:lnTo>
                  <a:lnTo>
                    <a:pt x="525881" y="295626"/>
                  </a:lnTo>
                  <a:lnTo>
                    <a:pt x="525609" y="295431"/>
                  </a:lnTo>
                  <a:lnTo>
                    <a:pt x="525227" y="295173"/>
                  </a:lnTo>
                  <a:lnTo>
                    <a:pt x="524571" y="295141"/>
                  </a:lnTo>
                  <a:lnTo>
                    <a:pt x="524275" y="295220"/>
                  </a:lnTo>
                  <a:lnTo>
                    <a:pt x="523486" y="294800"/>
                  </a:lnTo>
                  <a:lnTo>
                    <a:pt x="523250" y="294936"/>
                  </a:lnTo>
                  <a:lnTo>
                    <a:pt x="523097" y="295032"/>
                  </a:lnTo>
                  <a:lnTo>
                    <a:pt x="522361" y="295626"/>
                  </a:lnTo>
                  <a:lnTo>
                    <a:pt x="521917" y="296255"/>
                  </a:lnTo>
                  <a:lnTo>
                    <a:pt x="522172" y="296422"/>
                  </a:lnTo>
                  <a:lnTo>
                    <a:pt x="522648" y="296929"/>
                  </a:lnTo>
                  <a:lnTo>
                    <a:pt x="522306" y="297057"/>
                  </a:lnTo>
                  <a:lnTo>
                    <a:pt x="522567" y="297170"/>
                  </a:lnTo>
                  <a:lnTo>
                    <a:pt x="522808" y="297299"/>
                  </a:lnTo>
                  <a:lnTo>
                    <a:pt x="523525" y="297712"/>
                  </a:lnTo>
                  <a:lnTo>
                    <a:pt x="523647" y="297879"/>
                  </a:lnTo>
                  <a:lnTo>
                    <a:pt x="523871" y="298198"/>
                  </a:lnTo>
                  <a:lnTo>
                    <a:pt x="523880" y="298358"/>
                  </a:lnTo>
                  <a:lnTo>
                    <a:pt x="524104" y="298694"/>
                  </a:lnTo>
                  <a:lnTo>
                    <a:pt x="524310" y="299106"/>
                  </a:lnTo>
                  <a:lnTo>
                    <a:pt x="524408" y="299300"/>
                  </a:lnTo>
                  <a:lnTo>
                    <a:pt x="524581" y="299653"/>
                  </a:lnTo>
                  <a:lnTo>
                    <a:pt x="524729" y="299888"/>
                  </a:lnTo>
                  <a:lnTo>
                    <a:pt x="525309" y="300377"/>
                  </a:lnTo>
                  <a:lnTo>
                    <a:pt x="525709" y="300467"/>
                  </a:lnTo>
                  <a:lnTo>
                    <a:pt x="525706" y="300685"/>
                  </a:lnTo>
                  <a:lnTo>
                    <a:pt x="525688" y="301057"/>
                  </a:lnTo>
                  <a:lnTo>
                    <a:pt x="525436" y="301563"/>
                  </a:lnTo>
                  <a:lnTo>
                    <a:pt x="524949" y="301795"/>
                  </a:lnTo>
                  <a:lnTo>
                    <a:pt x="524528" y="302047"/>
                  </a:lnTo>
                  <a:lnTo>
                    <a:pt x="524283" y="301963"/>
                  </a:lnTo>
                  <a:lnTo>
                    <a:pt x="524064" y="301848"/>
                  </a:lnTo>
                  <a:lnTo>
                    <a:pt x="523521" y="301728"/>
                  </a:lnTo>
                  <a:lnTo>
                    <a:pt x="523270" y="301711"/>
                  </a:lnTo>
                  <a:lnTo>
                    <a:pt x="522962" y="301656"/>
                  </a:lnTo>
                  <a:lnTo>
                    <a:pt x="522425" y="301442"/>
                  </a:lnTo>
                  <a:lnTo>
                    <a:pt x="522125" y="301264"/>
                  </a:lnTo>
                  <a:lnTo>
                    <a:pt x="521840" y="301235"/>
                  </a:lnTo>
                  <a:lnTo>
                    <a:pt x="521616" y="301429"/>
                  </a:lnTo>
                  <a:lnTo>
                    <a:pt x="521263" y="301497"/>
                  </a:lnTo>
                  <a:lnTo>
                    <a:pt x="520779" y="301505"/>
                  </a:lnTo>
                  <a:lnTo>
                    <a:pt x="520548" y="301905"/>
                  </a:lnTo>
                  <a:lnTo>
                    <a:pt x="521563" y="303381"/>
                  </a:lnTo>
                  <a:lnTo>
                    <a:pt x="521250" y="303583"/>
                  </a:lnTo>
                  <a:lnTo>
                    <a:pt x="521020" y="303730"/>
                  </a:lnTo>
                  <a:lnTo>
                    <a:pt x="520332" y="303733"/>
                  </a:lnTo>
                  <a:lnTo>
                    <a:pt x="520223" y="304778"/>
                  </a:lnTo>
                  <a:lnTo>
                    <a:pt x="520340" y="304939"/>
                  </a:lnTo>
                  <a:lnTo>
                    <a:pt x="520805" y="305252"/>
                  </a:lnTo>
                  <a:lnTo>
                    <a:pt x="521159" y="305470"/>
                  </a:lnTo>
                  <a:lnTo>
                    <a:pt x="521781" y="305959"/>
                  </a:lnTo>
                  <a:lnTo>
                    <a:pt x="521265" y="306407"/>
                  </a:lnTo>
                  <a:lnTo>
                    <a:pt x="520939" y="306793"/>
                  </a:lnTo>
                  <a:lnTo>
                    <a:pt x="520015" y="306232"/>
                  </a:lnTo>
                  <a:lnTo>
                    <a:pt x="519604" y="306099"/>
                  </a:lnTo>
                  <a:lnTo>
                    <a:pt x="519084" y="305600"/>
                  </a:lnTo>
                  <a:lnTo>
                    <a:pt x="518701" y="305560"/>
                  </a:lnTo>
                  <a:lnTo>
                    <a:pt x="518518" y="305736"/>
                  </a:lnTo>
                  <a:lnTo>
                    <a:pt x="518067" y="305854"/>
                  </a:lnTo>
                  <a:lnTo>
                    <a:pt x="517408" y="306406"/>
                  </a:lnTo>
                  <a:lnTo>
                    <a:pt x="517214" y="306329"/>
                  </a:lnTo>
                  <a:lnTo>
                    <a:pt x="516924" y="306384"/>
                  </a:lnTo>
                  <a:lnTo>
                    <a:pt x="516667" y="306973"/>
                  </a:lnTo>
                  <a:lnTo>
                    <a:pt x="516816" y="307200"/>
                  </a:lnTo>
                  <a:lnTo>
                    <a:pt x="517562" y="307858"/>
                  </a:lnTo>
                  <a:lnTo>
                    <a:pt x="517739" y="308409"/>
                  </a:lnTo>
                  <a:lnTo>
                    <a:pt x="517842" y="308806"/>
                  </a:lnTo>
                  <a:lnTo>
                    <a:pt x="517733" y="309161"/>
                  </a:lnTo>
                  <a:lnTo>
                    <a:pt x="517640" y="309821"/>
                  </a:lnTo>
                  <a:lnTo>
                    <a:pt x="518029" y="310129"/>
                  </a:lnTo>
                  <a:lnTo>
                    <a:pt x="518478" y="310115"/>
                  </a:lnTo>
                  <a:lnTo>
                    <a:pt x="519097" y="310826"/>
                  </a:lnTo>
                  <a:lnTo>
                    <a:pt x="519529" y="311341"/>
                  </a:lnTo>
                  <a:lnTo>
                    <a:pt x="519678" y="311625"/>
                  </a:lnTo>
                  <a:lnTo>
                    <a:pt x="519859" y="311825"/>
                  </a:lnTo>
                  <a:lnTo>
                    <a:pt x="520100" y="312063"/>
                  </a:lnTo>
                  <a:lnTo>
                    <a:pt x="520284" y="312479"/>
                  </a:lnTo>
                  <a:lnTo>
                    <a:pt x="520848" y="312946"/>
                  </a:lnTo>
                  <a:lnTo>
                    <a:pt x="521278" y="313197"/>
                  </a:lnTo>
                  <a:lnTo>
                    <a:pt x="521454" y="313245"/>
                  </a:lnTo>
                  <a:lnTo>
                    <a:pt x="522300" y="313099"/>
                  </a:lnTo>
                  <a:lnTo>
                    <a:pt x="522517" y="313353"/>
                  </a:lnTo>
                  <a:lnTo>
                    <a:pt x="522587" y="313707"/>
                  </a:lnTo>
                  <a:lnTo>
                    <a:pt x="522680" y="314461"/>
                  </a:lnTo>
                  <a:lnTo>
                    <a:pt x="522884" y="314635"/>
                  </a:lnTo>
                  <a:lnTo>
                    <a:pt x="523483" y="314989"/>
                  </a:lnTo>
                  <a:lnTo>
                    <a:pt x="523879" y="315177"/>
                  </a:lnTo>
                  <a:lnTo>
                    <a:pt x="524152" y="315358"/>
                  </a:lnTo>
                  <a:lnTo>
                    <a:pt x="524533" y="315544"/>
                  </a:lnTo>
                  <a:lnTo>
                    <a:pt x="524712" y="315582"/>
                  </a:lnTo>
                  <a:lnTo>
                    <a:pt x="525245" y="315599"/>
                  </a:lnTo>
                  <a:lnTo>
                    <a:pt x="525579" y="315512"/>
                  </a:lnTo>
                  <a:lnTo>
                    <a:pt x="525751" y="315434"/>
                  </a:lnTo>
                  <a:lnTo>
                    <a:pt x="526197" y="315463"/>
                  </a:lnTo>
                  <a:lnTo>
                    <a:pt x="526297" y="315777"/>
                  </a:lnTo>
                  <a:lnTo>
                    <a:pt x="526188" y="316033"/>
                  </a:lnTo>
                  <a:lnTo>
                    <a:pt x="525859" y="316520"/>
                  </a:lnTo>
                  <a:lnTo>
                    <a:pt x="525623" y="316729"/>
                  </a:lnTo>
                  <a:lnTo>
                    <a:pt x="526067" y="317096"/>
                  </a:lnTo>
                  <a:lnTo>
                    <a:pt x="527010" y="317192"/>
                  </a:lnTo>
                  <a:lnTo>
                    <a:pt x="527188" y="317154"/>
                  </a:lnTo>
                  <a:lnTo>
                    <a:pt x="527349" y="317108"/>
                  </a:lnTo>
                  <a:lnTo>
                    <a:pt x="527351" y="317320"/>
                  </a:lnTo>
                  <a:lnTo>
                    <a:pt x="527530" y="317475"/>
                  </a:lnTo>
                  <a:lnTo>
                    <a:pt x="527781" y="317591"/>
                  </a:lnTo>
                  <a:lnTo>
                    <a:pt x="528082" y="317746"/>
                  </a:lnTo>
                  <a:lnTo>
                    <a:pt x="528523" y="318009"/>
                  </a:lnTo>
                  <a:lnTo>
                    <a:pt x="528733" y="318152"/>
                  </a:lnTo>
                  <a:lnTo>
                    <a:pt x="529412" y="318340"/>
                  </a:lnTo>
                  <a:lnTo>
                    <a:pt x="529606" y="318415"/>
                  </a:lnTo>
                  <a:lnTo>
                    <a:pt x="529279" y="318668"/>
                  </a:lnTo>
                  <a:lnTo>
                    <a:pt x="528839" y="318971"/>
                  </a:lnTo>
                  <a:lnTo>
                    <a:pt x="528294" y="319766"/>
                  </a:lnTo>
                  <a:lnTo>
                    <a:pt x="528906" y="320078"/>
                  </a:lnTo>
                  <a:lnTo>
                    <a:pt x="529117" y="320902"/>
                  </a:lnTo>
                  <a:lnTo>
                    <a:pt x="529153" y="321138"/>
                  </a:lnTo>
                  <a:lnTo>
                    <a:pt x="529025" y="321404"/>
                  </a:lnTo>
                  <a:lnTo>
                    <a:pt x="528762" y="321852"/>
                  </a:lnTo>
                  <a:lnTo>
                    <a:pt x="528925" y="321983"/>
                  </a:lnTo>
                  <a:lnTo>
                    <a:pt x="529257" y="322352"/>
                  </a:lnTo>
                  <a:lnTo>
                    <a:pt x="529533" y="322645"/>
                  </a:lnTo>
                  <a:lnTo>
                    <a:pt x="529981" y="322847"/>
                  </a:lnTo>
                  <a:lnTo>
                    <a:pt x="530105" y="323011"/>
                  </a:lnTo>
                  <a:lnTo>
                    <a:pt x="529436" y="323187"/>
                  </a:lnTo>
                  <a:lnTo>
                    <a:pt x="529282" y="323264"/>
                  </a:lnTo>
                  <a:lnTo>
                    <a:pt x="528536" y="323791"/>
                  </a:lnTo>
                  <a:lnTo>
                    <a:pt x="528157" y="323943"/>
                  </a:lnTo>
                  <a:lnTo>
                    <a:pt x="527673" y="324204"/>
                  </a:lnTo>
                  <a:lnTo>
                    <a:pt x="527559" y="324558"/>
                  </a:lnTo>
                  <a:lnTo>
                    <a:pt x="527389" y="324676"/>
                  </a:lnTo>
                  <a:lnTo>
                    <a:pt x="526799" y="324658"/>
                  </a:lnTo>
                  <a:lnTo>
                    <a:pt x="526553" y="324796"/>
                  </a:lnTo>
                  <a:lnTo>
                    <a:pt x="526411" y="325059"/>
                  </a:lnTo>
                  <a:lnTo>
                    <a:pt x="526451" y="325223"/>
                  </a:lnTo>
                  <a:lnTo>
                    <a:pt x="526488" y="325393"/>
                  </a:lnTo>
                  <a:lnTo>
                    <a:pt x="526254" y="325837"/>
                  </a:lnTo>
                  <a:lnTo>
                    <a:pt x="526103" y="325676"/>
                  </a:lnTo>
                  <a:lnTo>
                    <a:pt x="525948" y="325288"/>
                  </a:lnTo>
                  <a:lnTo>
                    <a:pt x="525687" y="325098"/>
                  </a:lnTo>
                  <a:lnTo>
                    <a:pt x="525387" y="324995"/>
                  </a:lnTo>
                  <a:lnTo>
                    <a:pt x="524779" y="325296"/>
                  </a:lnTo>
                  <a:lnTo>
                    <a:pt x="524169" y="326138"/>
                  </a:lnTo>
                  <a:lnTo>
                    <a:pt x="523383" y="326567"/>
                  </a:lnTo>
                  <a:lnTo>
                    <a:pt x="522810" y="327198"/>
                  </a:lnTo>
                  <a:lnTo>
                    <a:pt x="522651" y="327575"/>
                  </a:lnTo>
                  <a:lnTo>
                    <a:pt x="522906" y="328037"/>
                  </a:lnTo>
                  <a:lnTo>
                    <a:pt x="522511" y="328328"/>
                  </a:lnTo>
                  <a:lnTo>
                    <a:pt x="522190" y="328488"/>
                  </a:lnTo>
                  <a:lnTo>
                    <a:pt x="522787" y="328863"/>
                  </a:lnTo>
                  <a:lnTo>
                    <a:pt x="522808" y="329128"/>
                  </a:lnTo>
                  <a:lnTo>
                    <a:pt x="522653" y="329720"/>
                  </a:lnTo>
                  <a:lnTo>
                    <a:pt x="522417" y="329829"/>
                  </a:lnTo>
                  <a:lnTo>
                    <a:pt x="521952" y="329898"/>
                  </a:lnTo>
                  <a:lnTo>
                    <a:pt x="521732" y="329873"/>
                  </a:lnTo>
                  <a:lnTo>
                    <a:pt x="521581" y="329830"/>
                  </a:lnTo>
                  <a:lnTo>
                    <a:pt x="521391" y="329753"/>
                  </a:lnTo>
                  <a:lnTo>
                    <a:pt x="520744" y="329719"/>
                  </a:lnTo>
                  <a:lnTo>
                    <a:pt x="520379" y="330086"/>
                  </a:lnTo>
                  <a:lnTo>
                    <a:pt x="520380" y="330541"/>
                  </a:lnTo>
                  <a:lnTo>
                    <a:pt x="520699" y="330862"/>
                  </a:lnTo>
                  <a:lnTo>
                    <a:pt x="520538" y="331556"/>
                  </a:lnTo>
                  <a:lnTo>
                    <a:pt x="520279" y="331714"/>
                  </a:lnTo>
                  <a:lnTo>
                    <a:pt x="520057" y="331790"/>
                  </a:lnTo>
                  <a:lnTo>
                    <a:pt x="519419" y="332103"/>
                  </a:lnTo>
                  <a:lnTo>
                    <a:pt x="518966" y="331856"/>
                  </a:lnTo>
                  <a:lnTo>
                    <a:pt x="518398" y="332017"/>
                  </a:lnTo>
                  <a:lnTo>
                    <a:pt x="517958" y="331857"/>
                  </a:lnTo>
                  <a:lnTo>
                    <a:pt x="517559" y="331942"/>
                  </a:lnTo>
                  <a:lnTo>
                    <a:pt x="517119" y="332072"/>
                  </a:lnTo>
                  <a:lnTo>
                    <a:pt x="516351" y="332270"/>
                  </a:lnTo>
                  <a:lnTo>
                    <a:pt x="515973" y="332137"/>
                  </a:lnTo>
                  <a:lnTo>
                    <a:pt x="515460" y="331805"/>
                  </a:lnTo>
                  <a:lnTo>
                    <a:pt x="515109" y="331858"/>
                  </a:lnTo>
                  <a:lnTo>
                    <a:pt x="514935" y="332007"/>
                  </a:lnTo>
                  <a:lnTo>
                    <a:pt x="514914" y="332191"/>
                  </a:lnTo>
                  <a:lnTo>
                    <a:pt x="514563" y="332403"/>
                  </a:lnTo>
                  <a:lnTo>
                    <a:pt x="514397" y="332474"/>
                  </a:lnTo>
                  <a:lnTo>
                    <a:pt x="513965" y="332532"/>
                  </a:lnTo>
                  <a:lnTo>
                    <a:pt x="513497" y="332635"/>
                  </a:lnTo>
                  <a:lnTo>
                    <a:pt x="513288" y="332720"/>
                  </a:lnTo>
                  <a:lnTo>
                    <a:pt x="513341" y="333287"/>
                  </a:lnTo>
                  <a:lnTo>
                    <a:pt x="513444" y="333444"/>
                  </a:lnTo>
                  <a:lnTo>
                    <a:pt x="513441" y="333751"/>
                  </a:lnTo>
                  <a:lnTo>
                    <a:pt x="513548" y="333939"/>
                  </a:lnTo>
                  <a:lnTo>
                    <a:pt x="513807" y="334137"/>
                  </a:lnTo>
                  <a:lnTo>
                    <a:pt x="514040" y="334149"/>
                  </a:lnTo>
                  <a:lnTo>
                    <a:pt x="514323" y="333887"/>
                  </a:lnTo>
                  <a:lnTo>
                    <a:pt x="514899" y="334120"/>
                  </a:lnTo>
                  <a:lnTo>
                    <a:pt x="514954" y="334461"/>
                  </a:lnTo>
                  <a:lnTo>
                    <a:pt x="514921" y="334751"/>
                  </a:lnTo>
                  <a:lnTo>
                    <a:pt x="514816" y="335052"/>
                  </a:lnTo>
                  <a:lnTo>
                    <a:pt x="514528" y="335205"/>
                  </a:lnTo>
                  <a:lnTo>
                    <a:pt x="514204" y="335480"/>
                  </a:lnTo>
                  <a:lnTo>
                    <a:pt x="514320" y="335839"/>
                  </a:lnTo>
                  <a:lnTo>
                    <a:pt x="514533" y="336164"/>
                  </a:lnTo>
                  <a:lnTo>
                    <a:pt x="514486" y="336949"/>
                  </a:lnTo>
                  <a:lnTo>
                    <a:pt x="514260" y="337420"/>
                  </a:lnTo>
                  <a:lnTo>
                    <a:pt x="514068" y="337688"/>
                  </a:lnTo>
                  <a:lnTo>
                    <a:pt x="513340" y="337848"/>
                  </a:lnTo>
                  <a:lnTo>
                    <a:pt x="512623" y="338341"/>
                  </a:lnTo>
                  <a:lnTo>
                    <a:pt x="512464" y="338618"/>
                  </a:lnTo>
                  <a:lnTo>
                    <a:pt x="511843" y="338737"/>
                  </a:lnTo>
                  <a:lnTo>
                    <a:pt x="511776" y="339707"/>
                  </a:lnTo>
                  <a:lnTo>
                    <a:pt x="511990" y="339793"/>
                  </a:lnTo>
                  <a:lnTo>
                    <a:pt x="512413" y="339906"/>
                  </a:lnTo>
                  <a:lnTo>
                    <a:pt x="512808" y="340288"/>
                  </a:lnTo>
                  <a:lnTo>
                    <a:pt x="512809" y="340701"/>
                  </a:lnTo>
                  <a:lnTo>
                    <a:pt x="512951" y="340752"/>
                  </a:lnTo>
                  <a:lnTo>
                    <a:pt x="513085" y="340851"/>
                  </a:lnTo>
                  <a:lnTo>
                    <a:pt x="513041" y="341048"/>
                  </a:lnTo>
                  <a:lnTo>
                    <a:pt x="512793" y="341647"/>
                  </a:lnTo>
                  <a:lnTo>
                    <a:pt x="512490" y="341743"/>
                  </a:lnTo>
                  <a:lnTo>
                    <a:pt x="512263" y="341799"/>
                  </a:lnTo>
                  <a:lnTo>
                    <a:pt x="512052" y="341863"/>
                  </a:lnTo>
                  <a:lnTo>
                    <a:pt x="511877" y="342248"/>
                  </a:lnTo>
                  <a:lnTo>
                    <a:pt x="511611" y="342440"/>
                  </a:lnTo>
                  <a:lnTo>
                    <a:pt x="511206" y="342789"/>
                  </a:lnTo>
                  <a:lnTo>
                    <a:pt x="510635" y="343063"/>
                  </a:lnTo>
                  <a:lnTo>
                    <a:pt x="510331" y="343242"/>
                  </a:lnTo>
                  <a:lnTo>
                    <a:pt x="509861" y="343531"/>
                  </a:lnTo>
                  <a:lnTo>
                    <a:pt x="509438" y="343749"/>
                  </a:lnTo>
                  <a:lnTo>
                    <a:pt x="509152" y="343944"/>
                  </a:lnTo>
                  <a:lnTo>
                    <a:pt x="509050" y="344114"/>
                  </a:lnTo>
                  <a:lnTo>
                    <a:pt x="508653" y="344748"/>
                  </a:lnTo>
                  <a:lnTo>
                    <a:pt x="508428" y="344880"/>
                  </a:lnTo>
                  <a:lnTo>
                    <a:pt x="508097" y="345036"/>
                  </a:lnTo>
                  <a:lnTo>
                    <a:pt x="507756" y="345010"/>
                  </a:lnTo>
                  <a:lnTo>
                    <a:pt x="507108" y="345354"/>
                  </a:lnTo>
                  <a:lnTo>
                    <a:pt x="506500" y="345387"/>
                  </a:lnTo>
                  <a:lnTo>
                    <a:pt x="505762" y="345642"/>
                  </a:lnTo>
                  <a:lnTo>
                    <a:pt x="505167" y="346003"/>
                  </a:lnTo>
                  <a:lnTo>
                    <a:pt x="505644" y="346257"/>
                  </a:lnTo>
                  <a:lnTo>
                    <a:pt x="505567" y="347033"/>
                  </a:lnTo>
                  <a:lnTo>
                    <a:pt x="505964" y="347349"/>
                  </a:lnTo>
                  <a:lnTo>
                    <a:pt x="506375" y="347172"/>
                  </a:lnTo>
                  <a:lnTo>
                    <a:pt x="506588" y="347076"/>
                  </a:lnTo>
                  <a:lnTo>
                    <a:pt x="506850" y="346981"/>
                  </a:lnTo>
                  <a:lnTo>
                    <a:pt x="507050" y="346946"/>
                  </a:lnTo>
                  <a:lnTo>
                    <a:pt x="507179" y="346910"/>
                  </a:lnTo>
                  <a:lnTo>
                    <a:pt x="507497" y="346747"/>
                  </a:lnTo>
                  <a:lnTo>
                    <a:pt x="507654" y="346683"/>
                  </a:lnTo>
                  <a:lnTo>
                    <a:pt x="507868" y="346626"/>
                  </a:lnTo>
                  <a:lnTo>
                    <a:pt x="507953" y="346852"/>
                  </a:lnTo>
                  <a:lnTo>
                    <a:pt x="507513" y="347147"/>
                  </a:lnTo>
                  <a:lnTo>
                    <a:pt x="507791" y="347355"/>
                  </a:lnTo>
                  <a:lnTo>
                    <a:pt x="508211" y="347569"/>
                  </a:lnTo>
                  <a:lnTo>
                    <a:pt x="508480" y="348020"/>
                  </a:lnTo>
                  <a:lnTo>
                    <a:pt x="508615" y="348837"/>
                  </a:lnTo>
                  <a:lnTo>
                    <a:pt x="507909" y="349073"/>
                  </a:lnTo>
                  <a:lnTo>
                    <a:pt x="507640" y="349859"/>
                  </a:lnTo>
                  <a:lnTo>
                    <a:pt x="507182" y="350300"/>
                  </a:lnTo>
                  <a:lnTo>
                    <a:pt x="506837" y="350717"/>
                  </a:lnTo>
                  <a:lnTo>
                    <a:pt x="506909" y="350847"/>
                  </a:lnTo>
                  <a:lnTo>
                    <a:pt x="506782" y="351270"/>
                  </a:lnTo>
                  <a:lnTo>
                    <a:pt x="506121" y="351423"/>
                  </a:lnTo>
                  <a:lnTo>
                    <a:pt x="505883" y="351689"/>
                  </a:lnTo>
                  <a:lnTo>
                    <a:pt x="505475" y="352836"/>
                  </a:lnTo>
                  <a:lnTo>
                    <a:pt x="504692" y="353242"/>
                  </a:lnTo>
                  <a:lnTo>
                    <a:pt x="504843" y="353694"/>
                  </a:lnTo>
                  <a:lnTo>
                    <a:pt x="505311" y="354088"/>
                  </a:lnTo>
                  <a:lnTo>
                    <a:pt x="505398" y="354313"/>
                  </a:lnTo>
                  <a:lnTo>
                    <a:pt x="505427" y="354605"/>
                  </a:lnTo>
                  <a:lnTo>
                    <a:pt x="505404" y="354914"/>
                  </a:lnTo>
                  <a:lnTo>
                    <a:pt x="505544" y="355312"/>
                  </a:lnTo>
                  <a:lnTo>
                    <a:pt x="505534" y="355723"/>
                  </a:lnTo>
                  <a:lnTo>
                    <a:pt x="505864" y="355745"/>
                  </a:lnTo>
                  <a:lnTo>
                    <a:pt x="506603" y="355978"/>
                  </a:lnTo>
                  <a:lnTo>
                    <a:pt x="507048" y="356397"/>
                  </a:lnTo>
                  <a:lnTo>
                    <a:pt x="506547" y="356925"/>
                  </a:lnTo>
                  <a:lnTo>
                    <a:pt x="506392" y="356923"/>
                  </a:lnTo>
                  <a:lnTo>
                    <a:pt x="506146" y="357003"/>
                  </a:lnTo>
                  <a:lnTo>
                    <a:pt x="505964" y="357074"/>
                  </a:lnTo>
                  <a:lnTo>
                    <a:pt x="505302" y="357538"/>
                  </a:lnTo>
                  <a:lnTo>
                    <a:pt x="504638" y="357788"/>
                  </a:lnTo>
                  <a:lnTo>
                    <a:pt x="504418" y="357798"/>
                  </a:lnTo>
                  <a:lnTo>
                    <a:pt x="504287" y="358253"/>
                  </a:lnTo>
                  <a:lnTo>
                    <a:pt x="504119" y="358696"/>
                  </a:lnTo>
                  <a:lnTo>
                    <a:pt x="503578" y="359795"/>
                  </a:lnTo>
                  <a:lnTo>
                    <a:pt x="503356" y="360052"/>
                  </a:lnTo>
                  <a:lnTo>
                    <a:pt x="502867" y="360058"/>
                  </a:lnTo>
                  <a:lnTo>
                    <a:pt x="501919" y="359823"/>
                  </a:lnTo>
                  <a:lnTo>
                    <a:pt x="501468" y="359791"/>
                  </a:lnTo>
                  <a:lnTo>
                    <a:pt x="501287" y="360808"/>
                  </a:lnTo>
                  <a:lnTo>
                    <a:pt x="501271" y="361204"/>
                  </a:lnTo>
                  <a:lnTo>
                    <a:pt x="501376" y="361515"/>
                  </a:lnTo>
                  <a:lnTo>
                    <a:pt x="501393" y="361845"/>
                  </a:lnTo>
                  <a:lnTo>
                    <a:pt x="501336" y="362100"/>
                  </a:lnTo>
                  <a:lnTo>
                    <a:pt x="501295" y="362286"/>
                  </a:lnTo>
                  <a:lnTo>
                    <a:pt x="501310" y="362986"/>
                  </a:lnTo>
                  <a:lnTo>
                    <a:pt x="501849" y="363541"/>
                  </a:lnTo>
                  <a:lnTo>
                    <a:pt x="502035" y="363530"/>
                  </a:lnTo>
                  <a:lnTo>
                    <a:pt x="502501" y="363586"/>
                  </a:lnTo>
                  <a:lnTo>
                    <a:pt x="502760" y="363646"/>
                  </a:lnTo>
                  <a:lnTo>
                    <a:pt x="503053" y="363714"/>
                  </a:lnTo>
                  <a:lnTo>
                    <a:pt x="503364" y="363785"/>
                  </a:lnTo>
                  <a:lnTo>
                    <a:pt x="504020" y="363991"/>
                  </a:lnTo>
                  <a:lnTo>
                    <a:pt x="503965" y="364186"/>
                  </a:lnTo>
                  <a:lnTo>
                    <a:pt x="503710" y="364408"/>
                  </a:lnTo>
                  <a:lnTo>
                    <a:pt x="503450" y="364515"/>
                  </a:lnTo>
                  <a:lnTo>
                    <a:pt x="502821" y="364921"/>
                  </a:lnTo>
                  <a:lnTo>
                    <a:pt x="502170" y="365765"/>
                  </a:lnTo>
                  <a:lnTo>
                    <a:pt x="502010" y="366032"/>
                  </a:lnTo>
                  <a:lnTo>
                    <a:pt x="501737" y="366228"/>
                  </a:lnTo>
                  <a:lnTo>
                    <a:pt x="501539" y="366364"/>
                  </a:lnTo>
                  <a:lnTo>
                    <a:pt x="501030" y="366574"/>
                  </a:lnTo>
                  <a:lnTo>
                    <a:pt x="500755" y="366774"/>
                  </a:lnTo>
                  <a:lnTo>
                    <a:pt x="500155" y="367297"/>
                  </a:lnTo>
                  <a:lnTo>
                    <a:pt x="499741" y="367617"/>
                  </a:lnTo>
                  <a:lnTo>
                    <a:pt x="499499" y="367801"/>
                  </a:lnTo>
                  <a:lnTo>
                    <a:pt x="499059" y="368388"/>
                  </a:lnTo>
                  <a:lnTo>
                    <a:pt x="498930" y="368615"/>
                  </a:lnTo>
                  <a:lnTo>
                    <a:pt x="498780" y="368814"/>
                  </a:lnTo>
                  <a:lnTo>
                    <a:pt x="498644" y="368988"/>
                  </a:lnTo>
                  <a:lnTo>
                    <a:pt x="497672" y="369764"/>
                  </a:lnTo>
                  <a:lnTo>
                    <a:pt x="497553" y="369961"/>
                  </a:lnTo>
                  <a:lnTo>
                    <a:pt x="497029" y="370246"/>
                  </a:lnTo>
                  <a:lnTo>
                    <a:pt x="496603" y="370094"/>
                  </a:lnTo>
                  <a:lnTo>
                    <a:pt x="496357" y="369945"/>
                  </a:lnTo>
                  <a:lnTo>
                    <a:pt x="495872" y="369750"/>
                  </a:lnTo>
                  <a:lnTo>
                    <a:pt x="495739" y="369723"/>
                  </a:lnTo>
                  <a:lnTo>
                    <a:pt x="495550" y="369710"/>
                  </a:lnTo>
                  <a:lnTo>
                    <a:pt x="495285" y="369539"/>
                  </a:lnTo>
                  <a:lnTo>
                    <a:pt x="494821" y="369206"/>
                  </a:lnTo>
                  <a:lnTo>
                    <a:pt x="494591" y="369013"/>
                  </a:lnTo>
                  <a:lnTo>
                    <a:pt x="494157" y="368808"/>
                  </a:lnTo>
                  <a:lnTo>
                    <a:pt x="493991" y="368792"/>
                  </a:lnTo>
                  <a:lnTo>
                    <a:pt x="493767" y="368929"/>
                  </a:lnTo>
                  <a:lnTo>
                    <a:pt x="493625" y="369028"/>
                  </a:lnTo>
                  <a:lnTo>
                    <a:pt x="493240" y="369000"/>
                  </a:lnTo>
                  <a:lnTo>
                    <a:pt x="493037" y="368900"/>
                  </a:lnTo>
                  <a:lnTo>
                    <a:pt x="492989" y="368701"/>
                  </a:lnTo>
                  <a:lnTo>
                    <a:pt x="492805" y="368345"/>
                  </a:lnTo>
                  <a:lnTo>
                    <a:pt x="492664" y="368210"/>
                  </a:lnTo>
                  <a:lnTo>
                    <a:pt x="492721" y="367833"/>
                  </a:lnTo>
                  <a:lnTo>
                    <a:pt x="492647" y="367481"/>
                  </a:lnTo>
                  <a:lnTo>
                    <a:pt x="492503" y="367306"/>
                  </a:lnTo>
                  <a:lnTo>
                    <a:pt x="492608" y="366927"/>
                  </a:lnTo>
                  <a:lnTo>
                    <a:pt x="492634" y="366452"/>
                  </a:lnTo>
                  <a:lnTo>
                    <a:pt x="492341" y="365883"/>
                  </a:lnTo>
                  <a:lnTo>
                    <a:pt x="492040" y="365382"/>
                  </a:lnTo>
                  <a:lnTo>
                    <a:pt x="491804" y="365276"/>
                  </a:lnTo>
                  <a:lnTo>
                    <a:pt x="490802" y="365002"/>
                  </a:lnTo>
                  <a:lnTo>
                    <a:pt x="490661" y="365396"/>
                  </a:lnTo>
                  <a:lnTo>
                    <a:pt x="490236" y="366015"/>
                  </a:lnTo>
                  <a:lnTo>
                    <a:pt x="489935" y="365867"/>
                  </a:lnTo>
                  <a:lnTo>
                    <a:pt x="489640" y="365919"/>
                  </a:lnTo>
                  <a:lnTo>
                    <a:pt x="489331" y="366209"/>
                  </a:lnTo>
                  <a:lnTo>
                    <a:pt x="489065" y="366619"/>
                  </a:lnTo>
                  <a:lnTo>
                    <a:pt x="488727" y="367144"/>
                  </a:lnTo>
                  <a:lnTo>
                    <a:pt x="488539" y="367402"/>
                  </a:lnTo>
                  <a:lnTo>
                    <a:pt x="488077" y="367985"/>
                  </a:lnTo>
                  <a:lnTo>
                    <a:pt x="487493" y="368539"/>
                  </a:lnTo>
                  <a:lnTo>
                    <a:pt x="487213" y="368949"/>
                  </a:lnTo>
                  <a:lnTo>
                    <a:pt x="487301" y="369184"/>
                  </a:lnTo>
                  <a:lnTo>
                    <a:pt x="486995" y="369134"/>
                  </a:lnTo>
                  <a:lnTo>
                    <a:pt x="486657" y="368864"/>
                  </a:lnTo>
                  <a:lnTo>
                    <a:pt x="486187" y="368438"/>
                  </a:lnTo>
                  <a:lnTo>
                    <a:pt x="486132" y="368288"/>
                  </a:lnTo>
                  <a:lnTo>
                    <a:pt x="486083" y="368146"/>
                  </a:lnTo>
                  <a:lnTo>
                    <a:pt x="486043" y="367916"/>
                  </a:lnTo>
                  <a:lnTo>
                    <a:pt x="485936" y="367708"/>
                  </a:lnTo>
                  <a:lnTo>
                    <a:pt x="485783" y="367542"/>
                  </a:lnTo>
                  <a:lnTo>
                    <a:pt x="485561" y="367650"/>
                  </a:lnTo>
                  <a:lnTo>
                    <a:pt x="485345" y="367832"/>
                  </a:lnTo>
                  <a:lnTo>
                    <a:pt x="485183" y="367943"/>
                  </a:lnTo>
                  <a:lnTo>
                    <a:pt x="484918" y="367749"/>
                  </a:lnTo>
                  <a:lnTo>
                    <a:pt x="484694" y="367680"/>
                  </a:lnTo>
                  <a:lnTo>
                    <a:pt x="484544" y="367594"/>
                  </a:lnTo>
                  <a:lnTo>
                    <a:pt x="484297" y="367453"/>
                  </a:lnTo>
                  <a:lnTo>
                    <a:pt x="484037" y="367286"/>
                  </a:lnTo>
                  <a:lnTo>
                    <a:pt x="483846" y="367236"/>
                  </a:lnTo>
                  <a:lnTo>
                    <a:pt x="483123" y="367331"/>
                  </a:lnTo>
                  <a:lnTo>
                    <a:pt x="482797" y="367223"/>
                  </a:lnTo>
                  <a:lnTo>
                    <a:pt x="482250" y="367244"/>
                  </a:lnTo>
                  <a:lnTo>
                    <a:pt x="481650" y="367406"/>
                  </a:lnTo>
                  <a:lnTo>
                    <a:pt x="481556" y="367217"/>
                  </a:lnTo>
                  <a:lnTo>
                    <a:pt x="481364" y="366827"/>
                  </a:lnTo>
                  <a:lnTo>
                    <a:pt x="481143" y="367093"/>
                  </a:lnTo>
                  <a:lnTo>
                    <a:pt x="480730" y="367296"/>
                  </a:lnTo>
                  <a:lnTo>
                    <a:pt x="479823" y="367794"/>
                  </a:lnTo>
                  <a:lnTo>
                    <a:pt x="480138" y="368845"/>
                  </a:lnTo>
                  <a:lnTo>
                    <a:pt x="480234" y="369045"/>
                  </a:lnTo>
                  <a:lnTo>
                    <a:pt x="480479" y="369323"/>
                  </a:lnTo>
                  <a:lnTo>
                    <a:pt x="480222" y="369432"/>
                  </a:lnTo>
                  <a:lnTo>
                    <a:pt x="479879" y="369669"/>
                  </a:lnTo>
                  <a:lnTo>
                    <a:pt x="479463" y="370279"/>
                  </a:lnTo>
                  <a:lnTo>
                    <a:pt x="479220" y="370616"/>
                  </a:lnTo>
                  <a:lnTo>
                    <a:pt x="478661" y="370665"/>
                  </a:lnTo>
                  <a:lnTo>
                    <a:pt x="478607" y="371285"/>
                  </a:lnTo>
                  <a:lnTo>
                    <a:pt x="477931" y="371297"/>
                  </a:lnTo>
                  <a:lnTo>
                    <a:pt x="477828" y="371785"/>
                  </a:lnTo>
                  <a:lnTo>
                    <a:pt x="477720" y="372191"/>
                  </a:lnTo>
                  <a:lnTo>
                    <a:pt x="478025" y="372415"/>
                  </a:lnTo>
                  <a:lnTo>
                    <a:pt x="477532" y="372774"/>
                  </a:lnTo>
                  <a:lnTo>
                    <a:pt x="477167" y="372752"/>
                  </a:lnTo>
                  <a:lnTo>
                    <a:pt x="477070" y="373221"/>
                  </a:lnTo>
                  <a:lnTo>
                    <a:pt x="477313" y="373759"/>
                  </a:lnTo>
                  <a:lnTo>
                    <a:pt x="477688" y="374236"/>
                  </a:lnTo>
                  <a:lnTo>
                    <a:pt x="477818" y="374334"/>
                  </a:lnTo>
                  <a:lnTo>
                    <a:pt x="478053" y="374528"/>
                  </a:lnTo>
                  <a:lnTo>
                    <a:pt x="478449" y="375069"/>
                  </a:lnTo>
                  <a:lnTo>
                    <a:pt x="478617" y="375299"/>
                  </a:lnTo>
                  <a:lnTo>
                    <a:pt x="478720" y="375616"/>
                  </a:lnTo>
                  <a:lnTo>
                    <a:pt x="478687" y="375926"/>
                  </a:lnTo>
                  <a:lnTo>
                    <a:pt x="478883" y="376346"/>
                  </a:lnTo>
                  <a:lnTo>
                    <a:pt x="479434" y="377042"/>
                  </a:lnTo>
                  <a:lnTo>
                    <a:pt x="479608" y="377114"/>
                  </a:lnTo>
                  <a:lnTo>
                    <a:pt x="480106" y="377026"/>
                  </a:lnTo>
                  <a:lnTo>
                    <a:pt x="480365" y="377042"/>
                  </a:lnTo>
                  <a:lnTo>
                    <a:pt x="481138" y="378511"/>
                  </a:lnTo>
                  <a:lnTo>
                    <a:pt x="480608" y="379300"/>
                  </a:lnTo>
                  <a:lnTo>
                    <a:pt x="480299" y="379560"/>
                  </a:lnTo>
                  <a:lnTo>
                    <a:pt x="480182" y="379841"/>
                  </a:lnTo>
                  <a:lnTo>
                    <a:pt x="480128" y="379969"/>
                  </a:lnTo>
                  <a:lnTo>
                    <a:pt x="479959" y="380477"/>
                  </a:lnTo>
                  <a:lnTo>
                    <a:pt x="479410" y="380966"/>
                  </a:lnTo>
                  <a:lnTo>
                    <a:pt x="478969" y="381655"/>
                  </a:lnTo>
                  <a:lnTo>
                    <a:pt x="478595" y="382091"/>
                  </a:lnTo>
                  <a:lnTo>
                    <a:pt x="477824" y="382777"/>
                  </a:lnTo>
                  <a:lnTo>
                    <a:pt x="477184" y="383447"/>
                  </a:lnTo>
                  <a:lnTo>
                    <a:pt x="477386" y="383777"/>
                  </a:lnTo>
                  <a:lnTo>
                    <a:pt x="477823" y="384162"/>
                  </a:lnTo>
                  <a:lnTo>
                    <a:pt x="477214" y="384916"/>
                  </a:lnTo>
                  <a:lnTo>
                    <a:pt x="476701" y="385050"/>
                  </a:lnTo>
                  <a:lnTo>
                    <a:pt x="476202" y="384807"/>
                  </a:lnTo>
                  <a:lnTo>
                    <a:pt x="476024" y="384974"/>
                  </a:lnTo>
                  <a:lnTo>
                    <a:pt x="476056" y="385307"/>
                  </a:lnTo>
                  <a:lnTo>
                    <a:pt x="475710" y="385679"/>
                  </a:lnTo>
                  <a:lnTo>
                    <a:pt x="475441" y="386008"/>
                  </a:lnTo>
                  <a:lnTo>
                    <a:pt x="475317" y="386161"/>
                  </a:lnTo>
                  <a:lnTo>
                    <a:pt x="474870" y="386798"/>
                  </a:lnTo>
                  <a:lnTo>
                    <a:pt x="474476" y="387221"/>
                  </a:lnTo>
                  <a:lnTo>
                    <a:pt x="473988" y="387966"/>
                  </a:lnTo>
                  <a:lnTo>
                    <a:pt x="473915" y="388098"/>
                  </a:lnTo>
                  <a:lnTo>
                    <a:pt x="473184" y="390052"/>
                  </a:lnTo>
                  <a:lnTo>
                    <a:pt x="473222" y="390326"/>
                  </a:lnTo>
                  <a:lnTo>
                    <a:pt x="473314" y="390534"/>
                  </a:lnTo>
                  <a:lnTo>
                    <a:pt x="473165" y="391183"/>
                  </a:lnTo>
                  <a:lnTo>
                    <a:pt x="473107" y="391425"/>
                  </a:lnTo>
                  <a:lnTo>
                    <a:pt x="473029" y="391644"/>
                  </a:lnTo>
                  <a:lnTo>
                    <a:pt x="472955" y="391847"/>
                  </a:lnTo>
                  <a:lnTo>
                    <a:pt x="472831" y="392499"/>
                  </a:lnTo>
                  <a:lnTo>
                    <a:pt x="472678" y="392697"/>
                  </a:lnTo>
                  <a:lnTo>
                    <a:pt x="472289" y="392960"/>
                  </a:lnTo>
                  <a:lnTo>
                    <a:pt x="471626" y="393617"/>
                  </a:lnTo>
                  <a:lnTo>
                    <a:pt x="471354" y="393785"/>
                  </a:lnTo>
                  <a:lnTo>
                    <a:pt x="470812" y="394441"/>
                  </a:lnTo>
                  <a:lnTo>
                    <a:pt x="470637" y="394625"/>
                  </a:lnTo>
                  <a:lnTo>
                    <a:pt x="470465" y="394921"/>
                  </a:lnTo>
                  <a:lnTo>
                    <a:pt x="470277" y="395241"/>
                  </a:lnTo>
                  <a:lnTo>
                    <a:pt x="470265" y="395404"/>
                  </a:lnTo>
                  <a:lnTo>
                    <a:pt x="470161" y="395690"/>
                  </a:lnTo>
                  <a:lnTo>
                    <a:pt x="470009" y="396097"/>
                  </a:lnTo>
                  <a:lnTo>
                    <a:pt x="469669" y="396650"/>
                  </a:lnTo>
                  <a:lnTo>
                    <a:pt x="469552" y="396931"/>
                  </a:lnTo>
                  <a:lnTo>
                    <a:pt x="469522" y="397108"/>
                  </a:lnTo>
                  <a:lnTo>
                    <a:pt x="469363" y="397384"/>
                  </a:lnTo>
                  <a:lnTo>
                    <a:pt x="469155" y="397635"/>
                  </a:lnTo>
                  <a:lnTo>
                    <a:pt x="469132" y="398286"/>
                  </a:lnTo>
                  <a:lnTo>
                    <a:pt x="469058" y="398486"/>
                  </a:lnTo>
                  <a:lnTo>
                    <a:pt x="468867" y="398857"/>
                  </a:lnTo>
                  <a:lnTo>
                    <a:pt x="468285" y="399942"/>
                  </a:lnTo>
                  <a:lnTo>
                    <a:pt x="467698" y="400787"/>
                  </a:lnTo>
                  <a:lnTo>
                    <a:pt x="467594" y="400949"/>
                  </a:lnTo>
                  <a:lnTo>
                    <a:pt x="467322" y="401336"/>
                  </a:lnTo>
                  <a:lnTo>
                    <a:pt x="466632" y="402194"/>
                  </a:lnTo>
                  <a:lnTo>
                    <a:pt x="465898" y="402958"/>
                  </a:lnTo>
                  <a:lnTo>
                    <a:pt x="465752" y="403082"/>
                  </a:lnTo>
                  <a:lnTo>
                    <a:pt x="465344" y="403514"/>
                  </a:lnTo>
                  <a:lnTo>
                    <a:pt x="464740" y="404127"/>
                  </a:lnTo>
                  <a:lnTo>
                    <a:pt x="463980" y="404872"/>
                  </a:lnTo>
                  <a:lnTo>
                    <a:pt x="463801" y="405017"/>
                  </a:lnTo>
                  <a:lnTo>
                    <a:pt x="463782" y="405253"/>
                  </a:lnTo>
                  <a:lnTo>
                    <a:pt x="463592" y="405646"/>
                  </a:lnTo>
                  <a:lnTo>
                    <a:pt x="463098" y="406325"/>
                  </a:lnTo>
                  <a:lnTo>
                    <a:pt x="462606" y="406572"/>
                  </a:lnTo>
                  <a:lnTo>
                    <a:pt x="462222" y="406494"/>
                  </a:lnTo>
                  <a:lnTo>
                    <a:pt x="461927" y="406630"/>
                  </a:lnTo>
                  <a:lnTo>
                    <a:pt x="461906" y="406902"/>
                  </a:lnTo>
                  <a:lnTo>
                    <a:pt x="461929" y="407495"/>
                  </a:lnTo>
                  <a:lnTo>
                    <a:pt x="461679" y="407774"/>
                  </a:lnTo>
                  <a:lnTo>
                    <a:pt x="461435" y="407904"/>
                  </a:lnTo>
                  <a:lnTo>
                    <a:pt x="461191" y="407757"/>
                  </a:lnTo>
                  <a:lnTo>
                    <a:pt x="460678" y="407588"/>
                  </a:lnTo>
                  <a:lnTo>
                    <a:pt x="460328" y="408457"/>
                  </a:lnTo>
                  <a:lnTo>
                    <a:pt x="460399" y="408811"/>
                  </a:lnTo>
                  <a:lnTo>
                    <a:pt x="460910" y="409384"/>
                  </a:lnTo>
                  <a:lnTo>
                    <a:pt x="460062" y="410373"/>
                  </a:lnTo>
                  <a:lnTo>
                    <a:pt x="459745" y="410521"/>
                  </a:lnTo>
                  <a:lnTo>
                    <a:pt x="459356" y="410452"/>
                  </a:lnTo>
                  <a:lnTo>
                    <a:pt x="459354" y="409999"/>
                  </a:lnTo>
                  <a:lnTo>
                    <a:pt x="459101" y="409852"/>
                  </a:lnTo>
                  <a:lnTo>
                    <a:pt x="458847" y="409897"/>
                  </a:lnTo>
                  <a:lnTo>
                    <a:pt x="458709" y="410208"/>
                  </a:lnTo>
                  <a:lnTo>
                    <a:pt x="458699" y="410531"/>
                  </a:lnTo>
                  <a:lnTo>
                    <a:pt x="458890" y="410709"/>
                  </a:lnTo>
                  <a:lnTo>
                    <a:pt x="458937" y="410967"/>
                  </a:lnTo>
                  <a:lnTo>
                    <a:pt x="458312" y="411038"/>
                  </a:lnTo>
                  <a:lnTo>
                    <a:pt x="458048" y="410978"/>
                  </a:lnTo>
                  <a:lnTo>
                    <a:pt x="457784" y="410715"/>
                  </a:lnTo>
                  <a:lnTo>
                    <a:pt x="457775" y="410483"/>
                  </a:lnTo>
                  <a:lnTo>
                    <a:pt x="457685" y="410212"/>
                  </a:lnTo>
                  <a:lnTo>
                    <a:pt x="457462" y="410059"/>
                  </a:lnTo>
                  <a:lnTo>
                    <a:pt x="457259" y="410011"/>
                  </a:lnTo>
                  <a:lnTo>
                    <a:pt x="456852" y="409679"/>
                  </a:lnTo>
                  <a:lnTo>
                    <a:pt x="456857" y="409498"/>
                  </a:lnTo>
                  <a:lnTo>
                    <a:pt x="456606" y="408989"/>
                  </a:lnTo>
                  <a:lnTo>
                    <a:pt x="456539" y="408853"/>
                  </a:lnTo>
                  <a:lnTo>
                    <a:pt x="456355" y="408505"/>
                  </a:lnTo>
                  <a:lnTo>
                    <a:pt x="455916" y="408240"/>
                  </a:lnTo>
                  <a:lnTo>
                    <a:pt x="455310" y="408563"/>
                  </a:lnTo>
                  <a:lnTo>
                    <a:pt x="454834" y="409229"/>
                  </a:lnTo>
                  <a:lnTo>
                    <a:pt x="454807" y="409590"/>
                  </a:lnTo>
                  <a:lnTo>
                    <a:pt x="454881" y="409742"/>
                  </a:lnTo>
                  <a:lnTo>
                    <a:pt x="454843" y="409955"/>
                  </a:lnTo>
                  <a:lnTo>
                    <a:pt x="454521" y="410596"/>
                  </a:lnTo>
                  <a:lnTo>
                    <a:pt x="454272" y="410819"/>
                  </a:lnTo>
                  <a:lnTo>
                    <a:pt x="453915" y="410684"/>
                  </a:lnTo>
                  <a:lnTo>
                    <a:pt x="453596" y="410813"/>
                  </a:lnTo>
                  <a:lnTo>
                    <a:pt x="453296" y="410935"/>
                  </a:lnTo>
                  <a:lnTo>
                    <a:pt x="452612" y="411480"/>
                  </a:lnTo>
                  <a:lnTo>
                    <a:pt x="452436" y="411358"/>
                  </a:lnTo>
                  <a:lnTo>
                    <a:pt x="452271" y="411050"/>
                  </a:lnTo>
                  <a:lnTo>
                    <a:pt x="452024" y="411094"/>
                  </a:lnTo>
                  <a:lnTo>
                    <a:pt x="451776" y="411168"/>
                  </a:lnTo>
                  <a:lnTo>
                    <a:pt x="451556" y="410948"/>
                  </a:lnTo>
                  <a:lnTo>
                    <a:pt x="451082" y="411155"/>
                  </a:lnTo>
                  <a:lnTo>
                    <a:pt x="450282" y="411150"/>
                  </a:lnTo>
                  <a:lnTo>
                    <a:pt x="449951" y="410768"/>
                  </a:lnTo>
                  <a:lnTo>
                    <a:pt x="449700" y="410483"/>
                  </a:lnTo>
                  <a:lnTo>
                    <a:pt x="449226" y="410140"/>
                  </a:lnTo>
                  <a:lnTo>
                    <a:pt x="449126" y="410532"/>
                  </a:lnTo>
                  <a:lnTo>
                    <a:pt x="448801" y="410991"/>
                  </a:lnTo>
                  <a:lnTo>
                    <a:pt x="448655" y="411134"/>
                  </a:lnTo>
                  <a:lnTo>
                    <a:pt x="448275" y="411189"/>
                  </a:lnTo>
                  <a:lnTo>
                    <a:pt x="447807" y="411248"/>
                  </a:lnTo>
                  <a:lnTo>
                    <a:pt x="447226" y="411635"/>
                  </a:lnTo>
                  <a:lnTo>
                    <a:pt x="447070" y="411738"/>
                  </a:lnTo>
                  <a:lnTo>
                    <a:pt x="446807" y="411888"/>
                  </a:lnTo>
                  <a:lnTo>
                    <a:pt x="445927" y="411944"/>
                  </a:lnTo>
                  <a:lnTo>
                    <a:pt x="445131" y="411730"/>
                  </a:lnTo>
                  <a:lnTo>
                    <a:pt x="444947" y="411595"/>
                  </a:lnTo>
                  <a:lnTo>
                    <a:pt x="444555" y="411420"/>
                  </a:lnTo>
                  <a:lnTo>
                    <a:pt x="444309" y="411382"/>
                  </a:lnTo>
                  <a:lnTo>
                    <a:pt x="444132" y="411329"/>
                  </a:lnTo>
                  <a:lnTo>
                    <a:pt x="444038" y="411092"/>
                  </a:lnTo>
                  <a:lnTo>
                    <a:pt x="443978" y="410943"/>
                  </a:lnTo>
                  <a:lnTo>
                    <a:pt x="443837" y="410586"/>
                  </a:lnTo>
                  <a:lnTo>
                    <a:pt x="443810" y="410387"/>
                  </a:lnTo>
                  <a:lnTo>
                    <a:pt x="443916" y="410226"/>
                  </a:lnTo>
                  <a:lnTo>
                    <a:pt x="443978" y="409754"/>
                  </a:lnTo>
                  <a:lnTo>
                    <a:pt x="443312" y="409110"/>
                  </a:lnTo>
                  <a:lnTo>
                    <a:pt x="442776" y="409030"/>
                  </a:lnTo>
                  <a:lnTo>
                    <a:pt x="442667" y="408842"/>
                  </a:lnTo>
                  <a:lnTo>
                    <a:pt x="442609" y="408615"/>
                  </a:lnTo>
                  <a:lnTo>
                    <a:pt x="442802" y="407964"/>
                  </a:lnTo>
                  <a:lnTo>
                    <a:pt x="442779" y="407732"/>
                  </a:lnTo>
                  <a:lnTo>
                    <a:pt x="442695" y="407594"/>
                  </a:lnTo>
                  <a:lnTo>
                    <a:pt x="442700" y="407162"/>
                  </a:lnTo>
                  <a:lnTo>
                    <a:pt x="442703" y="406864"/>
                  </a:lnTo>
                  <a:lnTo>
                    <a:pt x="442692" y="406599"/>
                  </a:lnTo>
                  <a:lnTo>
                    <a:pt x="442276" y="406459"/>
                  </a:lnTo>
                  <a:lnTo>
                    <a:pt x="442362" y="406281"/>
                  </a:lnTo>
                  <a:lnTo>
                    <a:pt x="442047" y="406148"/>
                  </a:lnTo>
                  <a:lnTo>
                    <a:pt x="441646" y="406227"/>
                  </a:lnTo>
                  <a:lnTo>
                    <a:pt x="441351" y="406106"/>
                  </a:lnTo>
                  <a:lnTo>
                    <a:pt x="441414" y="405869"/>
                  </a:lnTo>
                  <a:lnTo>
                    <a:pt x="441511" y="405023"/>
                  </a:lnTo>
                  <a:lnTo>
                    <a:pt x="441531" y="404850"/>
                  </a:lnTo>
                  <a:lnTo>
                    <a:pt x="441640" y="404364"/>
                  </a:lnTo>
                  <a:lnTo>
                    <a:pt x="441553" y="404168"/>
                  </a:lnTo>
                  <a:lnTo>
                    <a:pt x="441345" y="404151"/>
                  </a:lnTo>
                  <a:lnTo>
                    <a:pt x="440980" y="403845"/>
                  </a:lnTo>
                  <a:lnTo>
                    <a:pt x="440835" y="403642"/>
                  </a:lnTo>
                  <a:lnTo>
                    <a:pt x="440346" y="403304"/>
                  </a:lnTo>
                  <a:lnTo>
                    <a:pt x="439998" y="403318"/>
                  </a:lnTo>
                  <a:lnTo>
                    <a:pt x="439798" y="403168"/>
                  </a:lnTo>
                  <a:lnTo>
                    <a:pt x="440011" y="402845"/>
                  </a:lnTo>
                  <a:lnTo>
                    <a:pt x="440203" y="402498"/>
                  </a:lnTo>
                  <a:lnTo>
                    <a:pt x="439623" y="402344"/>
                  </a:lnTo>
                  <a:lnTo>
                    <a:pt x="439395" y="402199"/>
                  </a:lnTo>
                  <a:lnTo>
                    <a:pt x="439205" y="402077"/>
                  </a:lnTo>
                  <a:lnTo>
                    <a:pt x="439093" y="401625"/>
                  </a:lnTo>
                  <a:lnTo>
                    <a:pt x="439269" y="401412"/>
                  </a:lnTo>
                  <a:lnTo>
                    <a:pt x="439487" y="401064"/>
                  </a:lnTo>
                  <a:lnTo>
                    <a:pt x="439290" y="400811"/>
                  </a:lnTo>
                  <a:lnTo>
                    <a:pt x="439099" y="400568"/>
                  </a:lnTo>
                  <a:lnTo>
                    <a:pt x="438522" y="400548"/>
                  </a:lnTo>
                  <a:lnTo>
                    <a:pt x="438546" y="400158"/>
                  </a:lnTo>
                  <a:lnTo>
                    <a:pt x="439071" y="399811"/>
                  </a:lnTo>
                  <a:lnTo>
                    <a:pt x="439574" y="399583"/>
                  </a:lnTo>
                  <a:lnTo>
                    <a:pt x="439750" y="399566"/>
                  </a:lnTo>
                  <a:lnTo>
                    <a:pt x="440039" y="399421"/>
                  </a:lnTo>
                  <a:lnTo>
                    <a:pt x="439732" y="398822"/>
                  </a:lnTo>
                  <a:lnTo>
                    <a:pt x="439584" y="398458"/>
                  </a:lnTo>
                  <a:lnTo>
                    <a:pt x="439375" y="398553"/>
                  </a:lnTo>
                  <a:lnTo>
                    <a:pt x="439143" y="398463"/>
                  </a:lnTo>
                  <a:lnTo>
                    <a:pt x="439077" y="398025"/>
                  </a:lnTo>
                  <a:lnTo>
                    <a:pt x="439011" y="397580"/>
                  </a:lnTo>
                  <a:lnTo>
                    <a:pt x="438883" y="397429"/>
                  </a:lnTo>
                  <a:lnTo>
                    <a:pt x="438547" y="397055"/>
                  </a:lnTo>
                  <a:lnTo>
                    <a:pt x="437880" y="397108"/>
                  </a:lnTo>
                  <a:lnTo>
                    <a:pt x="437525" y="396989"/>
                  </a:lnTo>
                  <a:lnTo>
                    <a:pt x="437450" y="396735"/>
                  </a:lnTo>
                  <a:lnTo>
                    <a:pt x="437085" y="396489"/>
                  </a:lnTo>
                  <a:lnTo>
                    <a:pt x="436578" y="396322"/>
                  </a:lnTo>
                  <a:lnTo>
                    <a:pt x="436430" y="396174"/>
                  </a:lnTo>
                  <a:lnTo>
                    <a:pt x="435376" y="396365"/>
                  </a:lnTo>
                  <a:lnTo>
                    <a:pt x="435238" y="396834"/>
                  </a:lnTo>
                  <a:lnTo>
                    <a:pt x="434886" y="396717"/>
                  </a:lnTo>
                  <a:lnTo>
                    <a:pt x="434719" y="396663"/>
                  </a:lnTo>
                  <a:lnTo>
                    <a:pt x="434429" y="396589"/>
                  </a:lnTo>
                  <a:lnTo>
                    <a:pt x="434229" y="396664"/>
                  </a:lnTo>
                  <a:lnTo>
                    <a:pt x="433749" y="397000"/>
                  </a:lnTo>
                  <a:lnTo>
                    <a:pt x="433672" y="397276"/>
                  </a:lnTo>
                  <a:lnTo>
                    <a:pt x="433226" y="397216"/>
                  </a:lnTo>
                  <a:lnTo>
                    <a:pt x="433093" y="396872"/>
                  </a:lnTo>
                  <a:lnTo>
                    <a:pt x="432843" y="396772"/>
                  </a:lnTo>
                  <a:lnTo>
                    <a:pt x="432256" y="396576"/>
                  </a:lnTo>
                  <a:lnTo>
                    <a:pt x="431772" y="396774"/>
                  </a:lnTo>
                  <a:lnTo>
                    <a:pt x="431504" y="396663"/>
                  </a:lnTo>
                  <a:lnTo>
                    <a:pt x="431146" y="396607"/>
                  </a:lnTo>
                  <a:lnTo>
                    <a:pt x="430786" y="396671"/>
                  </a:lnTo>
                  <a:lnTo>
                    <a:pt x="431152" y="396371"/>
                  </a:lnTo>
                  <a:lnTo>
                    <a:pt x="430918" y="396263"/>
                  </a:lnTo>
                  <a:lnTo>
                    <a:pt x="430386" y="396312"/>
                  </a:lnTo>
                  <a:lnTo>
                    <a:pt x="430492" y="396739"/>
                  </a:lnTo>
                  <a:lnTo>
                    <a:pt x="430645" y="396986"/>
                  </a:lnTo>
                  <a:lnTo>
                    <a:pt x="430380" y="397289"/>
                  </a:lnTo>
                  <a:lnTo>
                    <a:pt x="430304" y="397122"/>
                  </a:lnTo>
                  <a:lnTo>
                    <a:pt x="429849" y="397237"/>
                  </a:lnTo>
                  <a:lnTo>
                    <a:pt x="430065" y="397417"/>
                  </a:lnTo>
                  <a:lnTo>
                    <a:pt x="430181" y="397772"/>
                  </a:lnTo>
                  <a:lnTo>
                    <a:pt x="430073" y="397942"/>
                  </a:lnTo>
                  <a:lnTo>
                    <a:pt x="429686" y="397963"/>
                  </a:lnTo>
                  <a:lnTo>
                    <a:pt x="429305" y="397847"/>
                  </a:lnTo>
                  <a:lnTo>
                    <a:pt x="428956" y="398154"/>
                  </a:lnTo>
                  <a:lnTo>
                    <a:pt x="429127" y="398323"/>
                  </a:lnTo>
                  <a:lnTo>
                    <a:pt x="429435" y="398583"/>
                  </a:lnTo>
                  <a:lnTo>
                    <a:pt x="429911" y="398969"/>
                  </a:lnTo>
                  <a:lnTo>
                    <a:pt x="429850" y="399195"/>
                  </a:lnTo>
                  <a:lnTo>
                    <a:pt x="429604" y="399254"/>
                  </a:lnTo>
                  <a:lnTo>
                    <a:pt x="429126" y="399745"/>
                  </a:lnTo>
                  <a:lnTo>
                    <a:pt x="428500" y="399720"/>
                  </a:lnTo>
                  <a:lnTo>
                    <a:pt x="428411" y="399570"/>
                  </a:lnTo>
                  <a:lnTo>
                    <a:pt x="428272" y="399393"/>
                  </a:lnTo>
                  <a:lnTo>
                    <a:pt x="427915" y="399091"/>
                  </a:lnTo>
                  <a:lnTo>
                    <a:pt x="427651" y="399126"/>
                  </a:lnTo>
                  <a:lnTo>
                    <a:pt x="427847" y="399389"/>
                  </a:lnTo>
                  <a:lnTo>
                    <a:pt x="427940" y="399533"/>
                  </a:lnTo>
                  <a:lnTo>
                    <a:pt x="428038" y="399754"/>
                  </a:lnTo>
                  <a:lnTo>
                    <a:pt x="427812" y="399737"/>
                  </a:lnTo>
                  <a:lnTo>
                    <a:pt x="427616" y="399622"/>
                  </a:lnTo>
                  <a:lnTo>
                    <a:pt x="426979" y="399635"/>
                  </a:lnTo>
                  <a:lnTo>
                    <a:pt x="426861" y="399781"/>
                  </a:lnTo>
                  <a:lnTo>
                    <a:pt x="426313" y="399790"/>
                  </a:lnTo>
                  <a:lnTo>
                    <a:pt x="425895" y="399937"/>
                  </a:lnTo>
                  <a:lnTo>
                    <a:pt x="425658" y="400021"/>
                  </a:lnTo>
                  <a:lnTo>
                    <a:pt x="425526" y="400339"/>
                  </a:lnTo>
                  <a:lnTo>
                    <a:pt x="425221" y="400660"/>
                  </a:lnTo>
                  <a:lnTo>
                    <a:pt x="425079" y="400601"/>
                  </a:lnTo>
                  <a:lnTo>
                    <a:pt x="424746" y="400459"/>
                  </a:lnTo>
                  <a:lnTo>
                    <a:pt x="424422" y="400175"/>
                  </a:lnTo>
                  <a:lnTo>
                    <a:pt x="423945" y="400016"/>
                  </a:lnTo>
                  <a:lnTo>
                    <a:pt x="423730" y="400041"/>
                  </a:lnTo>
                  <a:lnTo>
                    <a:pt x="423946" y="400432"/>
                  </a:lnTo>
                  <a:lnTo>
                    <a:pt x="423938" y="400763"/>
                  </a:lnTo>
                  <a:lnTo>
                    <a:pt x="423664" y="400897"/>
                  </a:lnTo>
                  <a:lnTo>
                    <a:pt x="423361" y="401073"/>
                  </a:lnTo>
                  <a:lnTo>
                    <a:pt x="423398" y="401338"/>
                  </a:lnTo>
                  <a:lnTo>
                    <a:pt x="423481" y="401641"/>
                  </a:lnTo>
                  <a:lnTo>
                    <a:pt x="423305" y="401870"/>
                  </a:lnTo>
                  <a:lnTo>
                    <a:pt x="422703" y="402300"/>
                  </a:lnTo>
                  <a:lnTo>
                    <a:pt x="422618" y="401464"/>
                  </a:lnTo>
                  <a:lnTo>
                    <a:pt x="422155" y="401265"/>
                  </a:lnTo>
                  <a:lnTo>
                    <a:pt x="421913" y="401369"/>
                  </a:lnTo>
                  <a:lnTo>
                    <a:pt x="422111" y="401595"/>
                  </a:lnTo>
                  <a:lnTo>
                    <a:pt x="422427" y="401811"/>
                  </a:lnTo>
                  <a:lnTo>
                    <a:pt x="422453" y="401992"/>
                  </a:lnTo>
                  <a:lnTo>
                    <a:pt x="422306" y="402905"/>
                  </a:lnTo>
                  <a:lnTo>
                    <a:pt x="422090" y="402556"/>
                  </a:lnTo>
                  <a:lnTo>
                    <a:pt x="421511" y="402125"/>
                  </a:lnTo>
                  <a:lnTo>
                    <a:pt x="421185" y="402391"/>
                  </a:lnTo>
                  <a:lnTo>
                    <a:pt x="421376" y="402704"/>
                  </a:lnTo>
                  <a:lnTo>
                    <a:pt x="421293" y="403119"/>
                  </a:lnTo>
                  <a:lnTo>
                    <a:pt x="421022" y="403206"/>
                  </a:lnTo>
                  <a:lnTo>
                    <a:pt x="420737" y="402859"/>
                  </a:lnTo>
                  <a:lnTo>
                    <a:pt x="420760" y="402374"/>
                  </a:lnTo>
                  <a:lnTo>
                    <a:pt x="420880" y="402193"/>
                  </a:lnTo>
                  <a:lnTo>
                    <a:pt x="420904" y="401935"/>
                  </a:lnTo>
                  <a:lnTo>
                    <a:pt x="419666" y="401939"/>
                  </a:lnTo>
                  <a:lnTo>
                    <a:pt x="419204" y="401824"/>
                  </a:lnTo>
                  <a:lnTo>
                    <a:pt x="418646" y="401199"/>
                  </a:lnTo>
                  <a:lnTo>
                    <a:pt x="418852" y="400957"/>
                  </a:lnTo>
                  <a:lnTo>
                    <a:pt x="419067" y="400228"/>
                  </a:lnTo>
                  <a:lnTo>
                    <a:pt x="418692" y="400314"/>
                  </a:lnTo>
                  <a:lnTo>
                    <a:pt x="418492" y="400333"/>
                  </a:lnTo>
                  <a:lnTo>
                    <a:pt x="418077" y="400367"/>
                  </a:lnTo>
                  <a:lnTo>
                    <a:pt x="418004" y="399869"/>
                  </a:lnTo>
                  <a:lnTo>
                    <a:pt x="417745" y="399190"/>
                  </a:lnTo>
                  <a:lnTo>
                    <a:pt x="417885" y="399049"/>
                  </a:lnTo>
                  <a:lnTo>
                    <a:pt x="418098" y="398769"/>
                  </a:lnTo>
                  <a:lnTo>
                    <a:pt x="418107" y="398589"/>
                  </a:lnTo>
                  <a:lnTo>
                    <a:pt x="418071" y="398170"/>
                  </a:lnTo>
                  <a:lnTo>
                    <a:pt x="417895" y="398045"/>
                  </a:lnTo>
                  <a:lnTo>
                    <a:pt x="417932" y="397783"/>
                  </a:lnTo>
                  <a:lnTo>
                    <a:pt x="417921" y="397530"/>
                  </a:lnTo>
                  <a:lnTo>
                    <a:pt x="417851" y="397245"/>
                  </a:lnTo>
                  <a:lnTo>
                    <a:pt x="417753" y="396846"/>
                  </a:lnTo>
                  <a:lnTo>
                    <a:pt x="417230" y="396086"/>
                  </a:lnTo>
                  <a:lnTo>
                    <a:pt x="416972" y="395949"/>
                  </a:lnTo>
                  <a:lnTo>
                    <a:pt x="416577" y="395932"/>
                  </a:lnTo>
                  <a:lnTo>
                    <a:pt x="416419" y="395928"/>
                  </a:lnTo>
                  <a:lnTo>
                    <a:pt x="416146" y="395920"/>
                  </a:lnTo>
                  <a:lnTo>
                    <a:pt x="416000" y="396006"/>
                  </a:lnTo>
                  <a:lnTo>
                    <a:pt x="415831" y="395968"/>
                  </a:lnTo>
                  <a:lnTo>
                    <a:pt x="415879" y="395757"/>
                  </a:lnTo>
                  <a:lnTo>
                    <a:pt x="415864" y="395604"/>
                  </a:lnTo>
                  <a:lnTo>
                    <a:pt x="415801" y="395373"/>
                  </a:lnTo>
                  <a:lnTo>
                    <a:pt x="415507" y="395595"/>
                  </a:lnTo>
                  <a:lnTo>
                    <a:pt x="415697" y="395921"/>
                  </a:lnTo>
                  <a:lnTo>
                    <a:pt x="415880" y="396203"/>
                  </a:lnTo>
                  <a:lnTo>
                    <a:pt x="415873" y="396355"/>
                  </a:lnTo>
                  <a:lnTo>
                    <a:pt x="415736" y="396612"/>
                  </a:lnTo>
                  <a:lnTo>
                    <a:pt x="415511" y="396577"/>
                  </a:lnTo>
                  <a:lnTo>
                    <a:pt x="415256" y="395952"/>
                  </a:lnTo>
                  <a:lnTo>
                    <a:pt x="414844" y="395786"/>
                  </a:lnTo>
                  <a:lnTo>
                    <a:pt x="414564" y="396103"/>
                  </a:lnTo>
                  <a:lnTo>
                    <a:pt x="414360" y="395852"/>
                  </a:lnTo>
                  <a:lnTo>
                    <a:pt x="414417" y="395546"/>
                  </a:lnTo>
                  <a:lnTo>
                    <a:pt x="414170" y="395442"/>
                  </a:lnTo>
                  <a:lnTo>
                    <a:pt x="413830" y="395237"/>
                  </a:lnTo>
                  <a:lnTo>
                    <a:pt x="413891" y="394791"/>
                  </a:lnTo>
                  <a:lnTo>
                    <a:pt x="413686" y="394212"/>
                  </a:lnTo>
                  <a:lnTo>
                    <a:pt x="413259" y="394582"/>
                  </a:lnTo>
                  <a:lnTo>
                    <a:pt x="413070" y="394814"/>
                  </a:lnTo>
                  <a:lnTo>
                    <a:pt x="412634" y="394461"/>
                  </a:lnTo>
                  <a:lnTo>
                    <a:pt x="412399" y="394384"/>
                  </a:lnTo>
                  <a:lnTo>
                    <a:pt x="412090" y="394282"/>
                  </a:lnTo>
                  <a:lnTo>
                    <a:pt x="412100" y="394121"/>
                  </a:lnTo>
                  <a:lnTo>
                    <a:pt x="411799" y="393868"/>
                  </a:lnTo>
                  <a:lnTo>
                    <a:pt x="411452" y="393461"/>
                  </a:lnTo>
                  <a:lnTo>
                    <a:pt x="411092" y="393032"/>
                  </a:lnTo>
                  <a:lnTo>
                    <a:pt x="410689" y="392837"/>
                  </a:lnTo>
                  <a:lnTo>
                    <a:pt x="409966" y="392621"/>
                  </a:lnTo>
                  <a:lnTo>
                    <a:pt x="409595" y="392605"/>
                  </a:lnTo>
                  <a:lnTo>
                    <a:pt x="408733" y="392785"/>
                  </a:lnTo>
                  <a:lnTo>
                    <a:pt x="408503" y="392852"/>
                  </a:lnTo>
                  <a:lnTo>
                    <a:pt x="408102" y="392543"/>
                  </a:lnTo>
                  <a:lnTo>
                    <a:pt x="407202" y="392750"/>
                  </a:lnTo>
                  <a:lnTo>
                    <a:pt x="407072" y="392784"/>
                  </a:lnTo>
                  <a:lnTo>
                    <a:pt x="406758" y="392625"/>
                  </a:lnTo>
                  <a:lnTo>
                    <a:pt x="406642" y="392427"/>
                  </a:lnTo>
                  <a:lnTo>
                    <a:pt x="406285" y="392087"/>
                  </a:lnTo>
                  <a:lnTo>
                    <a:pt x="405866" y="391691"/>
                  </a:lnTo>
                  <a:lnTo>
                    <a:pt x="405532" y="391566"/>
                  </a:lnTo>
                  <a:lnTo>
                    <a:pt x="405306" y="391750"/>
                  </a:lnTo>
                  <a:lnTo>
                    <a:pt x="404718" y="391673"/>
                  </a:lnTo>
                  <a:lnTo>
                    <a:pt x="405028" y="391463"/>
                  </a:lnTo>
                  <a:lnTo>
                    <a:pt x="405187" y="391178"/>
                  </a:lnTo>
                  <a:lnTo>
                    <a:pt x="404958" y="391008"/>
                  </a:lnTo>
                  <a:lnTo>
                    <a:pt x="404859" y="391149"/>
                  </a:lnTo>
                  <a:lnTo>
                    <a:pt x="404672" y="391039"/>
                  </a:lnTo>
                  <a:lnTo>
                    <a:pt x="404355" y="390750"/>
                  </a:lnTo>
                  <a:lnTo>
                    <a:pt x="404306" y="391298"/>
                  </a:lnTo>
                  <a:lnTo>
                    <a:pt x="404173" y="391808"/>
                  </a:lnTo>
                  <a:lnTo>
                    <a:pt x="403502" y="391874"/>
                  </a:lnTo>
                  <a:lnTo>
                    <a:pt x="403411" y="391703"/>
                  </a:lnTo>
                  <a:lnTo>
                    <a:pt x="403550" y="391239"/>
                  </a:lnTo>
                  <a:lnTo>
                    <a:pt x="403442" y="390945"/>
                  </a:lnTo>
                  <a:lnTo>
                    <a:pt x="403005" y="390777"/>
                  </a:lnTo>
                  <a:lnTo>
                    <a:pt x="402800" y="391129"/>
                  </a:lnTo>
                  <a:lnTo>
                    <a:pt x="402645" y="391400"/>
                  </a:lnTo>
                  <a:lnTo>
                    <a:pt x="402233" y="391768"/>
                  </a:lnTo>
                  <a:lnTo>
                    <a:pt x="402034" y="391604"/>
                  </a:lnTo>
                  <a:lnTo>
                    <a:pt x="401946" y="391421"/>
                  </a:lnTo>
                  <a:lnTo>
                    <a:pt x="401945" y="390990"/>
                  </a:lnTo>
                  <a:lnTo>
                    <a:pt x="402027" y="390567"/>
                  </a:lnTo>
                  <a:lnTo>
                    <a:pt x="401735" y="390299"/>
                  </a:lnTo>
                  <a:lnTo>
                    <a:pt x="401630" y="389907"/>
                  </a:lnTo>
                  <a:lnTo>
                    <a:pt x="401533" y="389571"/>
                  </a:lnTo>
                  <a:lnTo>
                    <a:pt x="401186" y="389314"/>
                  </a:lnTo>
                  <a:lnTo>
                    <a:pt x="400871" y="389325"/>
                  </a:lnTo>
                  <a:lnTo>
                    <a:pt x="400327" y="389691"/>
                  </a:lnTo>
                  <a:lnTo>
                    <a:pt x="399898" y="389670"/>
                  </a:lnTo>
                  <a:lnTo>
                    <a:pt x="399657" y="389932"/>
                  </a:lnTo>
                  <a:lnTo>
                    <a:pt x="399753" y="390081"/>
                  </a:lnTo>
                  <a:lnTo>
                    <a:pt x="399819" y="390406"/>
                  </a:lnTo>
                  <a:lnTo>
                    <a:pt x="399495" y="390855"/>
                  </a:lnTo>
                  <a:lnTo>
                    <a:pt x="399269" y="390870"/>
                  </a:lnTo>
                  <a:lnTo>
                    <a:pt x="398849" y="390836"/>
                  </a:lnTo>
                  <a:lnTo>
                    <a:pt x="398489" y="391506"/>
                  </a:lnTo>
                  <a:lnTo>
                    <a:pt x="398430" y="391747"/>
                  </a:lnTo>
                  <a:lnTo>
                    <a:pt x="398461" y="391875"/>
                  </a:lnTo>
                  <a:lnTo>
                    <a:pt x="398159" y="392083"/>
                  </a:lnTo>
                  <a:lnTo>
                    <a:pt x="398623" y="392639"/>
                  </a:lnTo>
                  <a:lnTo>
                    <a:pt x="397821" y="393700"/>
                  </a:lnTo>
                  <a:lnTo>
                    <a:pt x="397917" y="393911"/>
                  </a:lnTo>
                  <a:lnTo>
                    <a:pt x="397727" y="394556"/>
                  </a:lnTo>
                  <a:lnTo>
                    <a:pt x="397285" y="394654"/>
                  </a:lnTo>
                  <a:lnTo>
                    <a:pt x="396978" y="394953"/>
                  </a:lnTo>
                  <a:lnTo>
                    <a:pt x="396872" y="395607"/>
                  </a:lnTo>
                  <a:lnTo>
                    <a:pt x="396474" y="395500"/>
                  </a:lnTo>
                  <a:lnTo>
                    <a:pt x="396067" y="395463"/>
                  </a:lnTo>
                  <a:lnTo>
                    <a:pt x="395941" y="395679"/>
                  </a:lnTo>
                  <a:lnTo>
                    <a:pt x="395898" y="395834"/>
                  </a:lnTo>
                  <a:lnTo>
                    <a:pt x="395833" y="396463"/>
                  </a:lnTo>
                  <a:lnTo>
                    <a:pt x="395853" y="396727"/>
                  </a:lnTo>
                  <a:lnTo>
                    <a:pt x="395899" y="397337"/>
                  </a:lnTo>
                  <a:lnTo>
                    <a:pt x="395960" y="397520"/>
                  </a:lnTo>
                  <a:lnTo>
                    <a:pt x="396103" y="397737"/>
                  </a:lnTo>
                  <a:lnTo>
                    <a:pt x="396255" y="397831"/>
                  </a:lnTo>
                  <a:lnTo>
                    <a:pt x="396721" y="397858"/>
                  </a:lnTo>
                  <a:lnTo>
                    <a:pt x="397065" y="398018"/>
                  </a:lnTo>
                  <a:lnTo>
                    <a:pt x="396973" y="398302"/>
                  </a:lnTo>
                  <a:lnTo>
                    <a:pt x="396778" y="398514"/>
                  </a:lnTo>
                  <a:lnTo>
                    <a:pt x="396447" y="398896"/>
                  </a:lnTo>
                  <a:lnTo>
                    <a:pt x="396531" y="399101"/>
                  </a:lnTo>
                  <a:lnTo>
                    <a:pt x="396237" y="399266"/>
                  </a:lnTo>
                  <a:lnTo>
                    <a:pt x="396082" y="399161"/>
                  </a:lnTo>
                  <a:lnTo>
                    <a:pt x="395781" y="399025"/>
                  </a:lnTo>
                  <a:lnTo>
                    <a:pt x="394862" y="399102"/>
                  </a:lnTo>
                  <a:lnTo>
                    <a:pt x="394574" y="399220"/>
                  </a:lnTo>
                  <a:lnTo>
                    <a:pt x="393897" y="399161"/>
                  </a:lnTo>
                  <a:lnTo>
                    <a:pt x="393897" y="398910"/>
                  </a:lnTo>
                  <a:lnTo>
                    <a:pt x="393655" y="398628"/>
                  </a:lnTo>
                  <a:lnTo>
                    <a:pt x="393476" y="398615"/>
                  </a:lnTo>
                  <a:lnTo>
                    <a:pt x="393051" y="398317"/>
                  </a:lnTo>
                  <a:lnTo>
                    <a:pt x="392751" y="398095"/>
                  </a:lnTo>
                  <a:lnTo>
                    <a:pt x="391757" y="398031"/>
                  </a:lnTo>
                  <a:lnTo>
                    <a:pt x="391460" y="398938"/>
                  </a:lnTo>
                  <a:lnTo>
                    <a:pt x="391473" y="399165"/>
                  </a:lnTo>
                  <a:lnTo>
                    <a:pt x="391646" y="399820"/>
                  </a:lnTo>
                  <a:lnTo>
                    <a:pt x="391572" y="400214"/>
                  </a:lnTo>
                  <a:lnTo>
                    <a:pt x="392313" y="401025"/>
                  </a:lnTo>
                  <a:lnTo>
                    <a:pt x="392845" y="401043"/>
                  </a:lnTo>
                  <a:lnTo>
                    <a:pt x="393307" y="400858"/>
                  </a:lnTo>
                  <a:lnTo>
                    <a:pt x="393479" y="401157"/>
                  </a:lnTo>
                  <a:lnTo>
                    <a:pt x="393534" y="401448"/>
                  </a:lnTo>
                  <a:lnTo>
                    <a:pt x="393393" y="401644"/>
                  </a:lnTo>
                  <a:lnTo>
                    <a:pt x="393209" y="401639"/>
                  </a:lnTo>
                  <a:lnTo>
                    <a:pt x="393068" y="401610"/>
                  </a:lnTo>
                  <a:lnTo>
                    <a:pt x="392786" y="401662"/>
                  </a:lnTo>
                  <a:lnTo>
                    <a:pt x="392715" y="401860"/>
                  </a:lnTo>
                  <a:lnTo>
                    <a:pt x="392732" y="402286"/>
                  </a:lnTo>
                  <a:lnTo>
                    <a:pt x="392748" y="402420"/>
                  </a:lnTo>
                  <a:lnTo>
                    <a:pt x="392767" y="402656"/>
                  </a:lnTo>
                  <a:lnTo>
                    <a:pt x="392628" y="402835"/>
                  </a:lnTo>
                  <a:lnTo>
                    <a:pt x="392121" y="402953"/>
                  </a:lnTo>
                  <a:lnTo>
                    <a:pt x="391748" y="402769"/>
                  </a:lnTo>
                  <a:lnTo>
                    <a:pt x="391475" y="402802"/>
                  </a:lnTo>
                  <a:lnTo>
                    <a:pt x="391396" y="402958"/>
                  </a:lnTo>
                  <a:lnTo>
                    <a:pt x="391201" y="403146"/>
                  </a:lnTo>
                  <a:lnTo>
                    <a:pt x="390774" y="403223"/>
                  </a:lnTo>
                  <a:lnTo>
                    <a:pt x="390435" y="402902"/>
                  </a:lnTo>
                  <a:lnTo>
                    <a:pt x="390067" y="403075"/>
                  </a:lnTo>
                  <a:lnTo>
                    <a:pt x="389974" y="403447"/>
                  </a:lnTo>
                  <a:lnTo>
                    <a:pt x="389509" y="403527"/>
                  </a:lnTo>
                  <a:lnTo>
                    <a:pt x="389189" y="402970"/>
                  </a:lnTo>
                  <a:lnTo>
                    <a:pt x="389017" y="402906"/>
                  </a:lnTo>
                  <a:lnTo>
                    <a:pt x="388594" y="403072"/>
                  </a:lnTo>
                  <a:lnTo>
                    <a:pt x="388320" y="403231"/>
                  </a:lnTo>
                  <a:lnTo>
                    <a:pt x="387906" y="403584"/>
                  </a:lnTo>
                  <a:lnTo>
                    <a:pt x="387663" y="403831"/>
                  </a:lnTo>
                  <a:lnTo>
                    <a:pt x="387547" y="404221"/>
                  </a:lnTo>
                  <a:lnTo>
                    <a:pt x="387627" y="404621"/>
                  </a:lnTo>
                  <a:lnTo>
                    <a:pt x="388071" y="404926"/>
                  </a:lnTo>
                  <a:lnTo>
                    <a:pt x="388574" y="404980"/>
                  </a:lnTo>
                  <a:lnTo>
                    <a:pt x="388612" y="404729"/>
                  </a:lnTo>
                  <a:lnTo>
                    <a:pt x="388998" y="404358"/>
                  </a:lnTo>
                  <a:lnTo>
                    <a:pt x="389322" y="404119"/>
                  </a:lnTo>
                  <a:lnTo>
                    <a:pt x="389914" y="404045"/>
                  </a:lnTo>
                  <a:lnTo>
                    <a:pt x="390223" y="404156"/>
                  </a:lnTo>
                  <a:lnTo>
                    <a:pt x="390464" y="404607"/>
                  </a:lnTo>
                  <a:lnTo>
                    <a:pt x="390073" y="405050"/>
                  </a:lnTo>
                  <a:lnTo>
                    <a:pt x="389858" y="405091"/>
                  </a:lnTo>
                  <a:lnTo>
                    <a:pt x="389560" y="405247"/>
                  </a:lnTo>
                  <a:lnTo>
                    <a:pt x="389416" y="405458"/>
                  </a:lnTo>
                  <a:lnTo>
                    <a:pt x="389384" y="405685"/>
                  </a:lnTo>
                  <a:lnTo>
                    <a:pt x="389860" y="406199"/>
                  </a:lnTo>
                  <a:lnTo>
                    <a:pt x="390124" y="406457"/>
                  </a:lnTo>
                  <a:lnTo>
                    <a:pt x="390239" y="406679"/>
                  </a:lnTo>
                  <a:lnTo>
                    <a:pt x="390485" y="406962"/>
                  </a:lnTo>
                  <a:lnTo>
                    <a:pt x="390941" y="406934"/>
                  </a:lnTo>
                  <a:lnTo>
                    <a:pt x="391198" y="406968"/>
                  </a:lnTo>
                  <a:lnTo>
                    <a:pt x="391893" y="407136"/>
                  </a:lnTo>
                  <a:lnTo>
                    <a:pt x="392063" y="407183"/>
                  </a:lnTo>
                  <a:lnTo>
                    <a:pt x="392327" y="407256"/>
                  </a:lnTo>
                  <a:lnTo>
                    <a:pt x="392485" y="407364"/>
                  </a:lnTo>
                  <a:lnTo>
                    <a:pt x="392618" y="407476"/>
                  </a:lnTo>
                  <a:lnTo>
                    <a:pt x="392444" y="407651"/>
                  </a:lnTo>
                  <a:lnTo>
                    <a:pt x="392365" y="407809"/>
                  </a:lnTo>
                  <a:lnTo>
                    <a:pt x="392440" y="408707"/>
                  </a:lnTo>
                  <a:lnTo>
                    <a:pt x="392521" y="408884"/>
                  </a:lnTo>
                  <a:lnTo>
                    <a:pt x="393439" y="409193"/>
                  </a:lnTo>
                  <a:lnTo>
                    <a:pt x="393727" y="409159"/>
                  </a:lnTo>
                  <a:lnTo>
                    <a:pt x="394037" y="408867"/>
                  </a:lnTo>
                  <a:lnTo>
                    <a:pt x="394246" y="409740"/>
                  </a:lnTo>
                  <a:lnTo>
                    <a:pt x="394627" y="410243"/>
                  </a:lnTo>
                  <a:lnTo>
                    <a:pt x="394838" y="410759"/>
                  </a:lnTo>
                  <a:lnTo>
                    <a:pt x="395796" y="410890"/>
                  </a:lnTo>
                  <a:lnTo>
                    <a:pt x="396075" y="410718"/>
                  </a:lnTo>
                  <a:lnTo>
                    <a:pt x="396454" y="410712"/>
                  </a:lnTo>
                  <a:lnTo>
                    <a:pt x="396594" y="410941"/>
                  </a:lnTo>
                  <a:lnTo>
                    <a:pt x="396607" y="411135"/>
                  </a:lnTo>
                  <a:lnTo>
                    <a:pt x="396790" y="411463"/>
                  </a:lnTo>
                  <a:lnTo>
                    <a:pt x="397043" y="411263"/>
                  </a:lnTo>
                  <a:lnTo>
                    <a:pt x="397372" y="411033"/>
                  </a:lnTo>
                  <a:lnTo>
                    <a:pt x="397671" y="411004"/>
                  </a:lnTo>
                  <a:lnTo>
                    <a:pt x="397900" y="411509"/>
                  </a:lnTo>
                  <a:lnTo>
                    <a:pt x="398036" y="412075"/>
                  </a:lnTo>
                  <a:lnTo>
                    <a:pt x="397545" y="412707"/>
                  </a:lnTo>
                  <a:lnTo>
                    <a:pt x="397109" y="412824"/>
                  </a:lnTo>
                  <a:lnTo>
                    <a:pt x="396852" y="412963"/>
                  </a:lnTo>
                  <a:lnTo>
                    <a:pt x="396747" y="413161"/>
                  </a:lnTo>
                  <a:lnTo>
                    <a:pt x="396494" y="413713"/>
                  </a:lnTo>
                  <a:lnTo>
                    <a:pt x="396495" y="414187"/>
                  </a:lnTo>
                  <a:lnTo>
                    <a:pt x="396705" y="414475"/>
                  </a:lnTo>
                  <a:lnTo>
                    <a:pt x="396821" y="414795"/>
                  </a:lnTo>
                  <a:lnTo>
                    <a:pt x="396815" y="415138"/>
                  </a:lnTo>
                  <a:lnTo>
                    <a:pt x="396554" y="415444"/>
                  </a:lnTo>
                  <a:lnTo>
                    <a:pt x="396349" y="415606"/>
                  </a:lnTo>
                  <a:lnTo>
                    <a:pt x="396266" y="416238"/>
                  </a:lnTo>
                  <a:lnTo>
                    <a:pt x="396046" y="416589"/>
                  </a:lnTo>
                  <a:lnTo>
                    <a:pt x="395749" y="416658"/>
                  </a:lnTo>
                  <a:lnTo>
                    <a:pt x="395420" y="416678"/>
                  </a:lnTo>
                  <a:lnTo>
                    <a:pt x="395625" y="416991"/>
                  </a:lnTo>
                  <a:lnTo>
                    <a:pt x="395832" y="417229"/>
                  </a:lnTo>
                  <a:lnTo>
                    <a:pt x="396019" y="417328"/>
                  </a:lnTo>
                  <a:lnTo>
                    <a:pt x="396066" y="417570"/>
                  </a:lnTo>
                  <a:lnTo>
                    <a:pt x="396045" y="417992"/>
                  </a:lnTo>
                  <a:lnTo>
                    <a:pt x="395897" y="418211"/>
                  </a:lnTo>
                  <a:lnTo>
                    <a:pt x="396123" y="418432"/>
                  </a:lnTo>
                  <a:lnTo>
                    <a:pt x="396428" y="418576"/>
                  </a:lnTo>
                  <a:lnTo>
                    <a:pt x="396747" y="418594"/>
                  </a:lnTo>
                  <a:lnTo>
                    <a:pt x="396933" y="418919"/>
                  </a:lnTo>
                  <a:lnTo>
                    <a:pt x="397013" y="419131"/>
                  </a:lnTo>
                  <a:lnTo>
                    <a:pt x="396988" y="419380"/>
                  </a:lnTo>
                  <a:lnTo>
                    <a:pt x="396971" y="419559"/>
                  </a:lnTo>
                  <a:lnTo>
                    <a:pt x="396947" y="419796"/>
                  </a:lnTo>
                  <a:lnTo>
                    <a:pt x="396779" y="420310"/>
                  </a:lnTo>
                  <a:lnTo>
                    <a:pt x="396632" y="420353"/>
                  </a:lnTo>
                  <a:lnTo>
                    <a:pt x="396430" y="420412"/>
                  </a:lnTo>
                  <a:lnTo>
                    <a:pt x="396279" y="420557"/>
                  </a:lnTo>
                  <a:lnTo>
                    <a:pt x="396284" y="420722"/>
                  </a:lnTo>
                  <a:lnTo>
                    <a:pt x="395753" y="421376"/>
                  </a:lnTo>
                  <a:lnTo>
                    <a:pt x="395272" y="421265"/>
                  </a:lnTo>
                  <a:lnTo>
                    <a:pt x="395129" y="421191"/>
                  </a:lnTo>
                  <a:lnTo>
                    <a:pt x="394896" y="420760"/>
                  </a:lnTo>
                  <a:lnTo>
                    <a:pt x="394231" y="420677"/>
                  </a:lnTo>
                  <a:lnTo>
                    <a:pt x="393891" y="421197"/>
                  </a:lnTo>
                  <a:lnTo>
                    <a:pt x="393420" y="421299"/>
                  </a:lnTo>
                  <a:lnTo>
                    <a:pt x="393119" y="421315"/>
                  </a:lnTo>
                  <a:lnTo>
                    <a:pt x="392948" y="421357"/>
                  </a:lnTo>
                  <a:lnTo>
                    <a:pt x="392583" y="421541"/>
                  </a:lnTo>
                  <a:lnTo>
                    <a:pt x="391882" y="421563"/>
                  </a:lnTo>
                  <a:lnTo>
                    <a:pt x="391437" y="421094"/>
                  </a:lnTo>
                  <a:lnTo>
                    <a:pt x="391269" y="421345"/>
                  </a:lnTo>
                  <a:lnTo>
                    <a:pt x="391104" y="421745"/>
                  </a:lnTo>
                  <a:lnTo>
                    <a:pt x="391022" y="421942"/>
                  </a:lnTo>
                  <a:lnTo>
                    <a:pt x="391007" y="422432"/>
                  </a:lnTo>
                  <a:lnTo>
                    <a:pt x="390723" y="422615"/>
                  </a:lnTo>
                  <a:lnTo>
                    <a:pt x="390392" y="422473"/>
                  </a:lnTo>
                  <a:lnTo>
                    <a:pt x="390010" y="422917"/>
                  </a:lnTo>
                  <a:lnTo>
                    <a:pt x="389794" y="423487"/>
                  </a:lnTo>
                  <a:lnTo>
                    <a:pt x="389754" y="423668"/>
                  </a:lnTo>
                  <a:lnTo>
                    <a:pt x="389883" y="424307"/>
                  </a:lnTo>
                  <a:lnTo>
                    <a:pt x="389956" y="424434"/>
                  </a:lnTo>
                  <a:lnTo>
                    <a:pt x="389794" y="424701"/>
                  </a:lnTo>
                  <a:lnTo>
                    <a:pt x="389207" y="425469"/>
                  </a:lnTo>
                  <a:lnTo>
                    <a:pt x="389242" y="425706"/>
                  </a:lnTo>
                  <a:lnTo>
                    <a:pt x="389483" y="425789"/>
                  </a:lnTo>
                  <a:lnTo>
                    <a:pt x="389442" y="426558"/>
                  </a:lnTo>
                  <a:lnTo>
                    <a:pt x="389217" y="426609"/>
                  </a:lnTo>
                  <a:lnTo>
                    <a:pt x="388972" y="427129"/>
                  </a:lnTo>
                  <a:lnTo>
                    <a:pt x="388970" y="427601"/>
                  </a:lnTo>
                  <a:lnTo>
                    <a:pt x="388661" y="427485"/>
                  </a:lnTo>
                  <a:lnTo>
                    <a:pt x="388179" y="427012"/>
                  </a:lnTo>
                  <a:lnTo>
                    <a:pt x="387890" y="427240"/>
                  </a:lnTo>
                  <a:lnTo>
                    <a:pt x="387950" y="427535"/>
                  </a:lnTo>
                  <a:lnTo>
                    <a:pt x="387922" y="428006"/>
                  </a:lnTo>
                  <a:lnTo>
                    <a:pt x="387329" y="428613"/>
                  </a:lnTo>
                  <a:lnTo>
                    <a:pt x="387414" y="428836"/>
                  </a:lnTo>
                  <a:lnTo>
                    <a:pt x="387767" y="429118"/>
                  </a:lnTo>
                  <a:lnTo>
                    <a:pt x="387720" y="429267"/>
                  </a:lnTo>
                  <a:lnTo>
                    <a:pt x="387303" y="429247"/>
                  </a:lnTo>
                  <a:lnTo>
                    <a:pt x="387155" y="429197"/>
                  </a:lnTo>
                  <a:lnTo>
                    <a:pt x="387082" y="429049"/>
                  </a:lnTo>
                  <a:lnTo>
                    <a:pt x="386846" y="428720"/>
                  </a:lnTo>
                  <a:lnTo>
                    <a:pt x="386310" y="428636"/>
                  </a:lnTo>
                  <a:lnTo>
                    <a:pt x="385735" y="428168"/>
                  </a:lnTo>
                  <a:lnTo>
                    <a:pt x="385660" y="428004"/>
                  </a:lnTo>
                  <a:lnTo>
                    <a:pt x="385488" y="427830"/>
                  </a:lnTo>
                  <a:lnTo>
                    <a:pt x="385101" y="427967"/>
                  </a:lnTo>
                  <a:lnTo>
                    <a:pt x="384883" y="428087"/>
                  </a:lnTo>
                  <a:lnTo>
                    <a:pt x="384618" y="428564"/>
                  </a:lnTo>
                  <a:lnTo>
                    <a:pt x="384579" y="428808"/>
                  </a:lnTo>
                  <a:lnTo>
                    <a:pt x="384631" y="429093"/>
                  </a:lnTo>
                  <a:lnTo>
                    <a:pt x="384987" y="429826"/>
                  </a:lnTo>
                  <a:lnTo>
                    <a:pt x="385028" y="430117"/>
                  </a:lnTo>
                  <a:lnTo>
                    <a:pt x="384788" y="430277"/>
                  </a:lnTo>
                  <a:lnTo>
                    <a:pt x="384180" y="430377"/>
                  </a:lnTo>
                  <a:lnTo>
                    <a:pt x="384048" y="430313"/>
                  </a:lnTo>
                  <a:lnTo>
                    <a:pt x="383661" y="430287"/>
                  </a:lnTo>
                  <a:lnTo>
                    <a:pt x="383397" y="430268"/>
                  </a:lnTo>
                  <a:lnTo>
                    <a:pt x="383018" y="430242"/>
                  </a:lnTo>
                  <a:lnTo>
                    <a:pt x="382795" y="430223"/>
                  </a:lnTo>
                  <a:lnTo>
                    <a:pt x="382252" y="429590"/>
                  </a:lnTo>
                  <a:lnTo>
                    <a:pt x="382050" y="429624"/>
                  </a:lnTo>
                  <a:lnTo>
                    <a:pt x="381759" y="429846"/>
                  </a:lnTo>
                  <a:lnTo>
                    <a:pt x="381477" y="430251"/>
                  </a:lnTo>
                  <a:lnTo>
                    <a:pt x="381137" y="430449"/>
                  </a:lnTo>
                  <a:lnTo>
                    <a:pt x="380903" y="430295"/>
                  </a:lnTo>
                  <a:lnTo>
                    <a:pt x="380642" y="430291"/>
                  </a:lnTo>
                  <a:lnTo>
                    <a:pt x="380591" y="430563"/>
                  </a:lnTo>
                  <a:lnTo>
                    <a:pt x="380503" y="430833"/>
                  </a:lnTo>
                  <a:lnTo>
                    <a:pt x="380724" y="431155"/>
                  </a:lnTo>
                  <a:lnTo>
                    <a:pt x="380829" y="431354"/>
                  </a:lnTo>
                  <a:lnTo>
                    <a:pt x="380681" y="431722"/>
                  </a:lnTo>
                  <a:lnTo>
                    <a:pt x="380535" y="431806"/>
                  </a:lnTo>
                  <a:lnTo>
                    <a:pt x="380259" y="431915"/>
                  </a:lnTo>
                  <a:lnTo>
                    <a:pt x="380087" y="431962"/>
                  </a:lnTo>
                  <a:lnTo>
                    <a:pt x="379964" y="432166"/>
                  </a:lnTo>
                  <a:lnTo>
                    <a:pt x="380023" y="432354"/>
                  </a:lnTo>
                  <a:lnTo>
                    <a:pt x="380253" y="432801"/>
                  </a:lnTo>
                  <a:lnTo>
                    <a:pt x="378976" y="432915"/>
                  </a:lnTo>
                  <a:lnTo>
                    <a:pt x="378650" y="433227"/>
                  </a:lnTo>
                  <a:lnTo>
                    <a:pt x="378505" y="433671"/>
                  </a:lnTo>
                  <a:lnTo>
                    <a:pt x="378453" y="433970"/>
                  </a:lnTo>
                  <a:lnTo>
                    <a:pt x="378378" y="434211"/>
                  </a:lnTo>
                  <a:lnTo>
                    <a:pt x="378130" y="434506"/>
                  </a:lnTo>
                  <a:lnTo>
                    <a:pt x="377986" y="434516"/>
                  </a:lnTo>
                  <a:lnTo>
                    <a:pt x="377696" y="434362"/>
                  </a:lnTo>
                  <a:lnTo>
                    <a:pt x="377822" y="434056"/>
                  </a:lnTo>
                  <a:lnTo>
                    <a:pt x="377402" y="433831"/>
                  </a:lnTo>
                  <a:lnTo>
                    <a:pt x="377024" y="434496"/>
                  </a:lnTo>
                  <a:lnTo>
                    <a:pt x="377001" y="434905"/>
                  </a:lnTo>
                  <a:lnTo>
                    <a:pt x="377208" y="435113"/>
                  </a:lnTo>
                  <a:lnTo>
                    <a:pt x="377263" y="435383"/>
                  </a:lnTo>
                  <a:lnTo>
                    <a:pt x="377052" y="435768"/>
                  </a:lnTo>
                  <a:lnTo>
                    <a:pt x="376770" y="435601"/>
                  </a:lnTo>
                  <a:lnTo>
                    <a:pt x="376451" y="435688"/>
                  </a:lnTo>
                  <a:lnTo>
                    <a:pt x="376373" y="435927"/>
                  </a:lnTo>
                  <a:lnTo>
                    <a:pt x="376263" y="436268"/>
                  </a:lnTo>
                  <a:lnTo>
                    <a:pt x="376201" y="436682"/>
                  </a:lnTo>
                  <a:lnTo>
                    <a:pt x="376169" y="436897"/>
                  </a:lnTo>
                  <a:lnTo>
                    <a:pt x="376150" y="437029"/>
                  </a:lnTo>
                  <a:lnTo>
                    <a:pt x="376118" y="437244"/>
                  </a:lnTo>
                  <a:lnTo>
                    <a:pt x="376122" y="437622"/>
                  </a:lnTo>
                  <a:lnTo>
                    <a:pt x="376320" y="437865"/>
                  </a:lnTo>
                  <a:lnTo>
                    <a:pt x="376521" y="437943"/>
                  </a:lnTo>
                  <a:lnTo>
                    <a:pt x="376583" y="438110"/>
                  </a:lnTo>
                  <a:lnTo>
                    <a:pt x="376874" y="438297"/>
                  </a:lnTo>
                  <a:lnTo>
                    <a:pt x="377170" y="438750"/>
                  </a:lnTo>
                  <a:lnTo>
                    <a:pt x="377338" y="438952"/>
                  </a:lnTo>
                  <a:lnTo>
                    <a:pt x="377346" y="439315"/>
                  </a:lnTo>
                  <a:lnTo>
                    <a:pt x="377539" y="439990"/>
                  </a:lnTo>
                  <a:lnTo>
                    <a:pt x="377385" y="440561"/>
                  </a:lnTo>
                  <a:lnTo>
                    <a:pt x="377391" y="440839"/>
                  </a:lnTo>
                  <a:lnTo>
                    <a:pt x="377903" y="441219"/>
                  </a:lnTo>
                  <a:lnTo>
                    <a:pt x="378236" y="441639"/>
                  </a:lnTo>
                  <a:lnTo>
                    <a:pt x="378260" y="441884"/>
                  </a:lnTo>
                  <a:lnTo>
                    <a:pt x="378093" y="442201"/>
                  </a:lnTo>
                  <a:lnTo>
                    <a:pt x="377599" y="442338"/>
                  </a:lnTo>
                  <a:lnTo>
                    <a:pt x="377658" y="442567"/>
                  </a:lnTo>
                  <a:lnTo>
                    <a:pt x="378018" y="442810"/>
                  </a:lnTo>
                  <a:lnTo>
                    <a:pt x="378248" y="442947"/>
                  </a:lnTo>
                  <a:lnTo>
                    <a:pt x="378381" y="442731"/>
                  </a:lnTo>
                  <a:lnTo>
                    <a:pt x="378645" y="442426"/>
                  </a:lnTo>
                  <a:lnTo>
                    <a:pt x="378844" y="442418"/>
                  </a:lnTo>
                  <a:lnTo>
                    <a:pt x="378998" y="442558"/>
                  </a:lnTo>
                  <a:lnTo>
                    <a:pt x="379560" y="441899"/>
                  </a:lnTo>
                  <a:lnTo>
                    <a:pt x="380430" y="442134"/>
                  </a:lnTo>
                  <a:lnTo>
                    <a:pt x="380678" y="442318"/>
                  </a:lnTo>
                  <a:lnTo>
                    <a:pt x="381021" y="442828"/>
                  </a:lnTo>
                  <a:lnTo>
                    <a:pt x="381030" y="443067"/>
                  </a:lnTo>
                  <a:lnTo>
                    <a:pt x="380647" y="443304"/>
                  </a:lnTo>
                  <a:lnTo>
                    <a:pt x="379967" y="443661"/>
                  </a:lnTo>
                  <a:lnTo>
                    <a:pt x="379906" y="443883"/>
                  </a:lnTo>
                  <a:lnTo>
                    <a:pt x="379915" y="444135"/>
                  </a:lnTo>
                  <a:lnTo>
                    <a:pt x="380604" y="443849"/>
                  </a:lnTo>
                  <a:lnTo>
                    <a:pt x="381146" y="443828"/>
                  </a:lnTo>
                  <a:lnTo>
                    <a:pt x="381793" y="443946"/>
                  </a:lnTo>
                  <a:lnTo>
                    <a:pt x="382112" y="444005"/>
                  </a:lnTo>
                  <a:lnTo>
                    <a:pt x="382259" y="444031"/>
                  </a:lnTo>
                  <a:lnTo>
                    <a:pt x="382529" y="444170"/>
                  </a:lnTo>
                  <a:lnTo>
                    <a:pt x="382650" y="444566"/>
                  </a:lnTo>
                  <a:lnTo>
                    <a:pt x="383128" y="445270"/>
                  </a:lnTo>
                  <a:lnTo>
                    <a:pt x="383109" y="445502"/>
                  </a:lnTo>
                  <a:lnTo>
                    <a:pt x="383190" y="445717"/>
                  </a:lnTo>
                  <a:lnTo>
                    <a:pt x="382959" y="445902"/>
                  </a:lnTo>
                  <a:lnTo>
                    <a:pt x="382702" y="446378"/>
                  </a:lnTo>
                  <a:lnTo>
                    <a:pt x="382961" y="446612"/>
                  </a:lnTo>
                  <a:lnTo>
                    <a:pt x="382935" y="447000"/>
                  </a:lnTo>
                  <a:lnTo>
                    <a:pt x="382558" y="447174"/>
                  </a:lnTo>
                  <a:lnTo>
                    <a:pt x="382182" y="447399"/>
                  </a:lnTo>
                  <a:lnTo>
                    <a:pt x="381918" y="447808"/>
                  </a:lnTo>
                  <a:lnTo>
                    <a:pt x="382009" y="447963"/>
                  </a:lnTo>
                  <a:lnTo>
                    <a:pt x="382097" y="448101"/>
                  </a:lnTo>
                  <a:lnTo>
                    <a:pt x="382294" y="448868"/>
                  </a:lnTo>
                  <a:lnTo>
                    <a:pt x="382093" y="449655"/>
                  </a:lnTo>
                  <a:lnTo>
                    <a:pt x="382241" y="449929"/>
                  </a:lnTo>
                  <a:lnTo>
                    <a:pt x="382357" y="449653"/>
                  </a:lnTo>
                  <a:lnTo>
                    <a:pt x="382823" y="449407"/>
                  </a:lnTo>
                  <a:lnTo>
                    <a:pt x="383213" y="449334"/>
                  </a:lnTo>
                  <a:lnTo>
                    <a:pt x="383350" y="449385"/>
                  </a:lnTo>
                  <a:lnTo>
                    <a:pt x="383964" y="448940"/>
                  </a:lnTo>
                  <a:lnTo>
                    <a:pt x="384106" y="449052"/>
                  </a:lnTo>
                  <a:lnTo>
                    <a:pt x="384288" y="449238"/>
                  </a:lnTo>
                  <a:lnTo>
                    <a:pt x="384367" y="449401"/>
                  </a:lnTo>
                  <a:lnTo>
                    <a:pt x="384330" y="449558"/>
                  </a:lnTo>
                  <a:lnTo>
                    <a:pt x="384101" y="451103"/>
                  </a:lnTo>
                  <a:lnTo>
                    <a:pt x="384303" y="451113"/>
                  </a:lnTo>
                  <a:lnTo>
                    <a:pt x="384454" y="451186"/>
                  </a:lnTo>
                  <a:lnTo>
                    <a:pt x="384709" y="451599"/>
                  </a:lnTo>
                  <a:lnTo>
                    <a:pt x="385356" y="451625"/>
                  </a:lnTo>
                  <a:lnTo>
                    <a:pt x="385632" y="451451"/>
                  </a:lnTo>
                  <a:lnTo>
                    <a:pt x="386041" y="451257"/>
                  </a:lnTo>
                  <a:lnTo>
                    <a:pt x="386375" y="451188"/>
                  </a:lnTo>
                  <a:lnTo>
                    <a:pt x="386362" y="451659"/>
                  </a:lnTo>
                  <a:lnTo>
                    <a:pt x="386308" y="451927"/>
                  </a:lnTo>
                  <a:lnTo>
                    <a:pt x="386382" y="452078"/>
                  </a:lnTo>
                  <a:lnTo>
                    <a:pt x="386969" y="452341"/>
                  </a:lnTo>
                  <a:lnTo>
                    <a:pt x="387248" y="452084"/>
                  </a:lnTo>
                  <a:lnTo>
                    <a:pt x="387439" y="451995"/>
                  </a:lnTo>
                  <a:lnTo>
                    <a:pt x="387721" y="451864"/>
                  </a:lnTo>
                  <a:lnTo>
                    <a:pt x="388669" y="451600"/>
                  </a:lnTo>
                  <a:lnTo>
                    <a:pt x="389191" y="451813"/>
                  </a:lnTo>
                  <a:lnTo>
                    <a:pt x="389567" y="452009"/>
                  </a:lnTo>
                  <a:lnTo>
                    <a:pt x="389755" y="452017"/>
                  </a:lnTo>
                  <a:lnTo>
                    <a:pt x="390612" y="451931"/>
                  </a:lnTo>
                  <a:lnTo>
                    <a:pt x="391178" y="451846"/>
                  </a:lnTo>
                  <a:lnTo>
                    <a:pt x="391163" y="451996"/>
                  </a:lnTo>
                  <a:lnTo>
                    <a:pt x="391069" y="452606"/>
                  </a:lnTo>
                  <a:lnTo>
                    <a:pt x="391039" y="452871"/>
                  </a:lnTo>
                  <a:lnTo>
                    <a:pt x="391353" y="452024"/>
                  </a:lnTo>
                  <a:lnTo>
                    <a:pt x="391668" y="451940"/>
                  </a:lnTo>
                  <a:lnTo>
                    <a:pt x="392156" y="451461"/>
                  </a:lnTo>
                  <a:lnTo>
                    <a:pt x="392317" y="451492"/>
                  </a:lnTo>
                  <a:lnTo>
                    <a:pt x="392615" y="452162"/>
                  </a:lnTo>
                  <a:lnTo>
                    <a:pt x="392464" y="452439"/>
                  </a:lnTo>
                  <a:lnTo>
                    <a:pt x="392829" y="452834"/>
                  </a:lnTo>
                  <a:lnTo>
                    <a:pt x="393152" y="452971"/>
                  </a:lnTo>
                  <a:lnTo>
                    <a:pt x="393578" y="452987"/>
                  </a:lnTo>
                  <a:lnTo>
                    <a:pt x="393896" y="452889"/>
                  </a:lnTo>
                  <a:lnTo>
                    <a:pt x="393888" y="452303"/>
                  </a:lnTo>
                  <a:lnTo>
                    <a:pt x="393761" y="451724"/>
                  </a:lnTo>
                  <a:lnTo>
                    <a:pt x="394126" y="451773"/>
                  </a:lnTo>
                  <a:lnTo>
                    <a:pt x="394423" y="451561"/>
                  </a:lnTo>
                  <a:lnTo>
                    <a:pt x="394680" y="451065"/>
                  </a:lnTo>
                  <a:lnTo>
                    <a:pt x="395030" y="450726"/>
                  </a:lnTo>
                  <a:lnTo>
                    <a:pt x="395507" y="450507"/>
                  </a:lnTo>
                  <a:lnTo>
                    <a:pt x="396089" y="450655"/>
                  </a:lnTo>
                  <a:lnTo>
                    <a:pt x="396094" y="450974"/>
                  </a:lnTo>
                  <a:lnTo>
                    <a:pt x="395816" y="450986"/>
                  </a:lnTo>
                  <a:lnTo>
                    <a:pt x="395584" y="450997"/>
                  </a:lnTo>
                  <a:lnTo>
                    <a:pt x="395052" y="451143"/>
                  </a:lnTo>
                  <a:lnTo>
                    <a:pt x="395010" y="451342"/>
                  </a:lnTo>
                  <a:lnTo>
                    <a:pt x="394988" y="451487"/>
                  </a:lnTo>
                  <a:lnTo>
                    <a:pt x="394946" y="451932"/>
                  </a:lnTo>
                  <a:lnTo>
                    <a:pt x="395236" y="452239"/>
                  </a:lnTo>
                  <a:lnTo>
                    <a:pt x="395339" y="452643"/>
                  </a:lnTo>
                  <a:lnTo>
                    <a:pt x="395348" y="453024"/>
                  </a:lnTo>
                  <a:lnTo>
                    <a:pt x="395708" y="453548"/>
                  </a:lnTo>
                  <a:lnTo>
                    <a:pt x="395781" y="453754"/>
                  </a:lnTo>
                  <a:lnTo>
                    <a:pt x="395691" y="454257"/>
                  </a:lnTo>
                  <a:lnTo>
                    <a:pt x="395634" y="454546"/>
                  </a:lnTo>
                  <a:lnTo>
                    <a:pt x="395920" y="454838"/>
                  </a:lnTo>
                  <a:lnTo>
                    <a:pt x="395821" y="455159"/>
                  </a:lnTo>
                  <a:lnTo>
                    <a:pt x="396206" y="455658"/>
                  </a:lnTo>
                  <a:lnTo>
                    <a:pt x="396462" y="456060"/>
                  </a:lnTo>
                  <a:lnTo>
                    <a:pt x="396217" y="456503"/>
                  </a:lnTo>
                  <a:lnTo>
                    <a:pt x="396008" y="456634"/>
                  </a:lnTo>
                  <a:lnTo>
                    <a:pt x="396230" y="457240"/>
                  </a:lnTo>
                  <a:lnTo>
                    <a:pt x="396371" y="457401"/>
                  </a:lnTo>
                  <a:lnTo>
                    <a:pt x="396702" y="458011"/>
                  </a:lnTo>
                  <a:lnTo>
                    <a:pt x="396767" y="458333"/>
                  </a:lnTo>
                  <a:lnTo>
                    <a:pt x="396825" y="458683"/>
                  </a:lnTo>
                  <a:lnTo>
                    <a:pt x="396797" y="458866"/>
                  </a:lnTo>
                  <a:lnTo>
                    <a:pt x="397137" y="459590"/>
                  </a:lnTo>
                  <a:lnTo>
                    <a:pt x="397264" y="459321"/>
                  </a:lnTo>
                  <a:lnTo>
                    <a:pt x="397565" y="459044"/>
                  </a:lnTo>
                  <a:lnTo>
                    <a:pt x="397708" y="459634"/>
                  </a:lnTo>
                  <a:lnTo>
                    <a:pt x="397258" y="459639"/>
                  </a:lnTo>
                  <a:lnTo>
                    <a:pt x="396899" y="460485"/>
                  </a:lnTo>
                  <a:lnTo>
                    <a:pt x="396866" y="460622"/>
                  </a:lnTo>
                  <a:lnTo>
                    <a:pt x="396753" y="460825"/>
                  </a:lnTo>
                  <a:lnTo>
                    <a:pt x="396936" y="461360"/>
                  </a:lnTo>
                  <a:lnTo>
                    <a:pt x="397104" y="461436"/>
                  </a:lnTo>
                  <a:lnTo>
                    <a:pt x="397411" y="461879"/>
                  </a:lnTo>
                  <a:lnTo>
                    <a:pt x="397331" y="462167"/>
                  </a:lnTo>
                  <a:lnTo>
                    <a:pt x="397340" y="462345"/>
                  </a:lnTo>
                  <a:lnTo>
                    <a:pt x="397795" y="462610"/>
                  </a:lnTo>
                  <a:lnTo>
                    <a:pt x="398096" y="462803"/>
                  </a:lnTo>
                  <a:lnTo>
                    <a:pt x="397902" y="463389"/>
                  </a:lnTo>
                  <a:lnTo>
                    <a:pt x="397840" y="463529"/>
                  </a:lnTo>
                  <a:lnTo>
                    <a:pt x="397718" y="463798"/>
                  </a:lnTo>
                  <a:lnTo>
                    <a:pt x="397484" y="464025"/>
                  </a:lnTo>
                  <a:lnTo>
                    <a:pt x="397347" y="464437"/>
                  </a:lnTo>
                  <a:lnTo>
                    <a:pt x="397537" y="464666"/>
                  </a:lnTo>
                  <a:lnTo>
                    <a:pt x="397769" y="464803"/>
                  </a:lnTo>
                  <a:lnTo>
                    <a:pt x="398153" y="465391"/>
                  </a:lnTo>
                  <a:lnTo>
                    <a:pt x="398388" y="465641"/>
                  </a:lnTo>
                  <a:lnTo>
                    <a:pt x="398481" y="466164"/>
                  </a:lnTo>
                  <a:lnTo>
                    <a:pt x="398265" y="466344"/>
                  </a:lnTo>
                  <a:lnTo>
                    <a:pt x="398275" y="467119"/>
                  </a:lnTo>
                  <a:lnTo>
                    <a:pt x="398563" y="467346"/>
                  </a:lnTo>
                  <a:lnTo>
                    <a:pt x="398892" y="467455"/>
                  </a:lnTo>
                  <a:lnTo>
                    <a:pt x="399504" y="467752"/>
                  </a:lnTo>
                  <a:lnTo>
                    <a:pt x="399908" y="468645"/>
                  </a:lnTo>
                  <a:lnTo>
                    <a:pt x="400182" y="468896"/>
                  </a:lnTo>
                  <a:lnTo>
                    <a:pt x="400572" y="468868"/>
                  </a:lnTo>
                  <a:lnTo>
                    <a:pt x="400506" y="469045"/>
                  </a:lnTo>
                  <a:lnTo>
                    <a:pt x="400374" y="469338"/>
                  </a:lnTo>
                  <a:lnTo>
                    <a:pt x="399767" y="469378"/>
                  </a:lnTo>
                  <a:lnTo>
                    <a:pt x="399707" y="469616"/>
                  </a:lnTo>
                  <a:lnTo>
                    <a:pt x="399865" y="469913"/>
                  </a:lnTo>
                  <a:lnTo>
                    <a:pt x="400068" y="470059"/>
                  </a:lnTo>
                  <a:lnTo>
                    <a:pt x="400386" y="469812"/>
                  </a:lnTo>
                  <a:lnTo>
                    <a:pt x="400641" y="469682"/>
                  </a:lnTo>
                  <a:lnTo>
                    <a:pt x="400868" y="469683"/>
                  </a:lnTo>
                  <a:lnTo>
                    <a:pt x="401509" y="469486"/>
                  </a:lnTo>
                  <a:lnTo>
                    <a:pt x="401993" y="469945"/>
                  </a:lnTo>
                  <a:lnTo>
                    <a:pt x="402234" y="470306"/>
                  </a:lnTo>
                  <a:lnTo>
                    <a:pt x="402694" y="470449"/>
                  </a:lnTo>
                  <a:lnTo>
                    <a:pt x="403266" y="470247"/>
                  </a:lnTo>
                  <a:lnTo>
                    <a:pt x="403697" y="470016"/>
                  </a:lnTo>
                  <a:lnTo>
                    <a:pt x="404063" y="470114"/>
                  </a:lnTo>
                  <a:lnTo>
                    <a:pt x="404230" y="470317"/>
                  </a:lnTo>
                  <a:lnTo>
                    <a:pt x="404290" y="470617"/>
                  </a:lnTo>
                  <a:lnTo>
                    <a:pt x="404272" y="471029"/>
                  </a:lnTo>
                  <a:lnTo>
                    <a:pt x="404186" y="471246"/>
                  </a:lnTo>
                  <a:lnTo>
                    <a:pt x="404462" y="471492"/>
                  </a:lnTo>
                  <a:lnTo>
                    <a:pt x="404774" y="471462"/>
                  </a:lnTo>
                  <a:lnTo>
                    <a:pt x="405121" y="471893"/>
                  </a:lnTo>
                  <a:lnTo>
                    <a:pt x="405417" y="471958"/>
                  </a:lnTo>
                  <a:lnTo>
                    <a:pt x="405638" y="471662"/>
                  </a:lnTo>
                  <a:lnTo>
                    <a:pt x="405520" y="471342"/>
                  </a:lnTo>
                  <a:lnTo>
                    <a:pt x="405279" y="471024"/>
                  </a:lnTo>
                  <a:lnTo>
                    <a:pt x="405171" y="470881"/>
                  </a:lnTo>
                  <a:lnTo>
                    <a:pt x="405888" y="470193"/>
                  </a:lnTo>
                  <a:lnTo>
                    <a:pt x="406474" y="469999"/>
                  </a:lnTo>
                  <a:lnTo>
                    <a:pt x="406804" y="469843"/>
                  </a:lnTo>
                  <a:lnTo>
                    <a:pt x="407075" y="469692"/>
                  </a:lnTo>
                  <a:lnTo>
                    <a:pt x="407421" y="469297"/>
                  </a:lnTo>
                  <a:lnTo>
                    <a:pt x="407688" y="468961"/>
                  </a:lnTo>
                  <a:lnTo>
                    <a:pt x="407859" y="468511"/>
                  </a:lnTo>
                  <a:lnTo>
                    <a:pt x="408227" y="468312"/>
                  </a:lnTo>
                  <a:lnTo>
                    <a:pt x="408486" y="468640"/>
                  </a:lnTo>
                  <a:lnTo>
                    <a:pt x="408792" y="468610"/>
                  </a:lnTo>
                  <a:lnTo>
                    <a:pt x="409041" y="468577"/>
                  </a:lnTo>
                  <a:lnTo>
                    <a:pt x="409026" y="468218"/>
                  </a:lnTo>
                  <a:lnTo>
                    <a:pt x="408624" y="468101"/>
                  </a:lnTo>
                  <a:lnTo>
                    <a:pt x="408296" y="467955"/>
                  </a:lnTo>
                  <a:lnTo>
                    <a:pt x="408471" y="467803"/>
                  </a:lnTo>
                  <a:lnTo>
                    <a:pt x="408844" y="467577"/>
                  </a:lnTo>
                  <a:lnTo>
                    <a:pt x="409378" y="467813"/>
                  </a:lnTo>
                  <a:lnTo>
                    <a:pt x="409817" y="468224"/>
                  </a:lnTo>
                  <a:lnTo>
                    <a:pt x="409859" y="468358"/>
                  </a:lnTo>
                  <a:lnTo>
                    <a:pt x="409952" y="468544"/>
                  </a:lnTo>
                  <a:lnTo>
                    <a:pt x="410490" y="469161"/>
                  </a:lnTo>
                  <a:lnTo>
                    <a:pt x="410886" y="469157"/>
                  </a:lnTo>
                  <a:lnTo>
                    <a:pt x="411212" y="468960"/>
                  </a:lnTo>
                  <a:lnTo>
                    <a:pt x="411462" y="468945"/>
                  </a:lnTo>
                  <a:lnTo>
                    <a:pt x="411820" y="469222"/>
                  </a:lnTo>
                  <a:lnTo>
                    <a:pt x="411454" y="469750"/>
                  </a:lnTo>
                  <a:lnTo>
                    <a:pt x="411387" y="470056"/>
                  </a:lnTo>
                  <a:lnTo>
                    <a:pt x="411657" y="470200"/>
                  </a:lnTo>
                  <a:lnTo>
                    <a:pt x="411669" y="470529"/>
                  </a:lnTo>
                  <a:lnTo>
                    <a:pt x="411496" y="470741"/>
                  </a:lnTo>
                  <a:lnTo>
                    <a:pt x="411421" y="470956"/>
                  </a:lnTo>
                  <a:lnTo>
                    <a:pt x="411326" y="471354"/>
                  </a:lnTo>
                  <a:lnTo>
                    <a:pt x="411842" y="471600"/>
                  </a:lnTo>
                  <a:lnTo>
                    <a:pt x="412022" y="471559"/>
                  </a:lnTo>
                  <a:lnTo>
                    <a:pt x="412366" y="471303"/>
                  </a:lnTo>
                  <a:lnTo>
                    <a:pt x="412410" y="471028"/>
                  </a:lnTo>
                  <a:lnTo>
                    <a:pt x="412831" y="470863"/>
                  </a:lnTo>
                  <a:lnTo>
                    <a:pt x="413173" y="471066"/>
                  </a:lnTo>
                  <a:lnTo>
                    <a:pt x="413235" y="471253"/>
                  </a:lnTo>
                  <a:lnTo>
                    <a:pt x="413709" y="471759"/>
                  </a:lnTo>
                  <a:lnTo>
                    <a:pt x="414047" y="471976"/>
                  </a:lnTo>
                  <a:lnTo>
                    <a:pt x="414451" y="472053"/>
                  </a:lnTo>
                  <a:lnTo>
                    <a:pt x="414790" y="471987"/>
                  </a:lnTo>
                  <a:lnTo>
                    <a:pt x="415059" y="471815"/>
                  </a:lnTo>
                  <a:lnTo>
                    <a:pt x="415409" y="471741"/>
                  </a:lnTo>
                  <a:lnTo>
                    <a:pt x="415898" y="471658"/>
                  </a:lnTo>
                  <a:lnTo>
                    <a:pt x="416210" y="471730"/>
                  </a:lnTo>
                  <a:lnTo>
                    <a:pt x="416424" y="471744"/>
                  </a:lnTo>
                  <a:lnTo>
                    <a:pt x="416668" y="471715"/>
                  </a:lnTo>
                  <a:lnTo>
                    <a:pt x="417344" y="471436"/>
                  </a:lnTo>
                  <a:lnTo>
                    <a:pt x="417661" y="471216"/>
                  </a:lnTo>
                  <a:lnTo>
                    <a:pt x="417764" y="471036"/>
                  </a:lnTo>
                  <a:lnTo>
                    <a:pt x="417793" y="470812"/>
                  </a:lnTo>
                  <a:lnTo>
                    <a:pt x="418082" y="471015"/>
                  </a:lnTo>
                  <a:lnTo>
                    <a:pt x="418375" y="471253"/>
                  </a:lnTo>
                  <a:lnTo>
                    <a:pt x="419028" y="471546"/>
                  </a:lnTo>
                  <a:lnTo>
                    <a:pt x="419474" y="472005"/>
                  </a:lnTo>
                  <a:lnTo>
                    <a:pt x="420006" y="472372"/>
                  </a:lnTo>
                  <a:lnTo>
                    <a:pt x="420382" y="472490"/>
                  </a:lnTo>
                  <a:lnTo>
                    <a:pt x="420457" y="472924"/>
                  </a:lnTo>
                  <a:lnTo>
                    <a:pt x="420646" y="473272"/>
                  </a:lnTo>
                  <a:lnTo>
                    <a:pt x="421112" y="473647"/>
                  </a:lnTo>
                  <a:lnTo>
                    <a:pt x="421420" y="473671"/>
                  </a:lnTo>
                  <a:lnTo>
                    <a:pt x="421609" y="473821"/>
                  </a:lnTo>
                  <a:lnTo>
                    <a:pt x="421662" y="473960"/>
                  </a:lnTo>
                  <a:lnTo>
                    <a:pt x="421778" y="474390"/>
                  </a:lnTo>
                  <a:lnTo>
                    <a:pt x="422110" y="474735"/>
                  </a:lnTo>
                  <a:lnTo>
                    <a:pt x="422064" y="474882"/>
                  </a:lnTo>
                  <a:lnTo>
                    <a:pt x="421880" y="475029"/>
                  </a:lnTo>
                  <a:lnTo>
                    <a:pt x="421603" y="475227"/>
                  </a:lnTo>
                  <a:lnTo>
                    <a:pt x="421559" y="475781"/>
                  </a:lnTo>
                  <a:lnTo>
                    <a:pt x="421706" y="476392"/>
                  </a:lnTo>
                  <a:lnTo>
                    <a:pt x="421423" y="476623"/>
                  </a:lnTo>
                  <a:lnTo>
                    <a:pt x="421290" y="477083"/>
                  </a:lnTo>
                  <a:lnTo>
                    <a:pt x="421304" y="477343"/>
                  </a:lnTo>
                  <a:lnTo>
                    <a:pt x="421323" y="477638"/>
                  </a:lnTo>
                  <a:lnTo>
                    <a:pt x="421815" y="478057"/>
                  </a:lnTo>
                  <a:lnTo>
                    <a:pt x="422124" y="478156"/>
                  </a:lnTo>
                  <a:lnTo>
                    <a:pt x="422820" y="478921"/>
                  </a:lnTo>
                  <a:lnTo>
                    <a:pt x="422688" y="479161"/>
                  </a:lnTo>
                  <a:lnTo>
                    <a:pt x="422442" y="479425"/>
                  </a:lnTo>
                  <a:lnTo>
                    <a:pt x="422396" y="479848"/>
                  </a:lnTo>
                  <a:lnTo>
                    <a:pt x="422534" y="480592"/>
                  </a:lnTo>
                  <a:lnTo>
                    <a:pt x="422830" y="480729"/>
                  </a:lnTo>
                  <a:lnTo>
                    <a:pt x="423040" y="480841"/>
                  </a:lnTo>
                  <a:lnTo>
                    <a:pt x="423136" y="481034"/>
                  </a:lnTo>
                  <a:lnTo>
                    <a:pt x="423212" y="481186"/>
                  </a:lnTo>
                  <a:lnTo>
                    <a:pt x="423248" y="481494"/>
                  </a:lnTo>
                  <a:lnTo>
                    <a:pt x="423091" y="481693"/>
                  </a:lnTo>
                  <a:lnTo>
                    <a:pt x="423357" y="481913"/>
                  </a:lnTo>
                  <a:lnTo>
                    <a:pt x="423632" y="481951"/>
                  </a:lnTo>
                  <a:lnTo>
                    <a:pt x="424002" y="482212"/>
                  </a:lnTo>
                  <a:lnTo>
                    <a:pt x="423995" y="482522"/>
                  </a:lnTo>
                  <a:lnTo>
                    <a:pt x="423983" y="482969"/>
                  </a:lnTo>
                  <a:lnTo>
                    <a:pt x="424100" y="484094"/>
                  </a:lnTo>
                  <a:lnTo>
                    <a:pt x="424687" y="484457"/>
                  </a:lnTo>
                  <a:lnTo>
                    <a:pt x="424519" y="484745"/>
                  </a:lnTo>
                  <a:lnTo>
                    <a:pt x="424143" y="484926"/>
                  </a:lnTo>
                  <a:lnTo>
                    <a:pt x="424079" y="485198"/>
                  </a:lnTo>
                  <a:lnTo>
                    <a:pt x="424031" y="485401"/>
                  </a:lnTo>
                  <a:lnTo>
                    <a:pt x="424420" y="485981"/>
                  </a:lnTo>
                  <a:lnTo>
                    <a:pt x="424985" y="485998"/>
                  </a:lnTo>
                  <a:lnTo>
                    <a:pt x="425133" y="486087"/>
                  </a:lnTo>
                  <a:lnTo>
                    <a:pt x="425178" y="486382"/>
                  </a:lnTo>
                  <a:lnTo>
                    <a:pt x="424762" y="486941"/>
                  </a:lnTo>
                  <a:lnTo>
                    <a:pt x="424926" y="487285"/>
                  </a:lnTo>
                  <a:lnTo>
                    <a:pt x="425216" y="487836"/>
                  </a:lnTo>
                  <a:lnTo>
                    <a:pt x="425399" y="487959"/>
                  </a:lnTo>
                  <a:lnTo>
                    <a:pt x="425737" y="488190"/>
                  </a:lnTo>
                  <a:lnTo>
                    <a:pt x="426058" y="488986"/>
                  </a:lnTo>
                  <a:lnTo>
                    <a:pt x="425896" y="489894"/>
                  </a:lnTo>
                  <a:lnTo>
                    <a:pt x="425554" y="490322"/>
                  </a:lnTo>
                  <a:lnTo>
                    <a:pt x="425416" y="490697"/>
                  </a:lnTo>
                  <a:lnTo>
                    <a:pt x="425530" y="491220"/>
                  </a:lnTo>
                  <a:lnTo>
                    <a:pt x="425573" y="491415"/>
                  </a:lnTo>
                  <a:lnTo>
                    <a:pt x="425735" y="491698"/>
                  </a:lnTo>
                  <a:lnTo>
                    <a:pt x="425881" y="491630"/>
                  </a:lnTo>
                  <a:lnTo>
                    <a:pt x="426218" y="491304"/>
                  </a:lnTo>
                  <a:lnTo>
                    <a:pt x="426508" y="491499"/>
                  </a:lnTo>
                  <a:lnTo>
                    <a:pt x="426675" y="491818"/>
                  </a:lnTo>
                  <a:lnTo>
                    <a:pt x="426714" y="491957"/>
                  </a:lnTo>
                  <a:lnTo>
                    <a:pt x="426986" y="492122"/>
                  </a:lnTo>
                  <a:lnTo>
                    <a:pt x="427236" y="492112"/>
                  </a:lnTo>
                  <a:lnTo>
                    <a:pt x="427370" y="492452"/>
                  </a:lnTo>
                  <a:lnTo>
                    <a:pt x="427384" y="492991"/>
                  </a:lnTo>
                  <a:lnTo>
                    <a:pt x="427387" y="493122"/>
                  </a:lnTo>
                  <a:lnTo>
                    <a:pt x="427392" y="493317"/>
                  </a:lnTo>
                  <a:lnTo>
                    <a:pt x="427311" y="493479"/>
                  </a:lnTo>
                  <a:lnTo>
                    <a:pt x="427358" y="493803"/>
                  </a:lnTo>
                  <a:lnTo>
                    <a:pt x="427397" y="494078"/>
                  </a:lnTo>
                  <a:lnTo>
                    <a:pt x="427442" y="494620"/>
                  </a:lnTo>
                  <a:lnTo>
                    <a:pt x="427061" y="494722"/>
                  </a:lnTo>
                  <a:lnTo>
                    <a:pt x="426844" y="494521"/>
                  </a:lnTo>
                  <a:lnTo>
                    <a:pt x="426203" y="494550"/>
                  </a:lnTo>
                  <a:lnTo>
                    <a:pt x="425851" y="494592"/>
                  </a:lnTo>
                  <a:lnTo>
                    <a:pt x="425184" y="494420"/>
                  </a:lnTo>
                  <a:lnTo>
                    <a:pt x="424984" y="494236"/>
                  </a:lnTo>
                  <a:lnTo>
                    <a:pt x="424520" y="493655"/>
                  </a:lnTo>
                  <a:lnTo>
                    <a:pt x="424043" y="493290"/>
                  </a:lnTo>
                  <a:lnTo>
                    <a:pt x="423889" y="492871"/>
                  </a:lnTo>
                  <a:lnTo>
                    <a:pt x="423841" y="492741"/>
                  </a:lnTo>
                  <a:lnTo>
                    <a:pt x="423583" y="492040"/>
                  </a:lnTo>
                  <a:lnTo>
                    <a:pt x="423261" y="491366"/>
                  </a:lnTo>
                  <a:lnTo>
                    <a:pt x="423051" y="491343"/>
                  </a:lnTo>
                  <a:lnTo>
                    <a:pt x="422922" y="491328"/>
                  </a:lnTo>
                  <a:lnTo>
                    <a:pt x="422661" y="491415"/>
                  </a:lnTo>
                  <a:lnTo>
                    <a:pt x="422597" y="491644"/>
                  </a:lnTo>
                  <a:lnTo>
                    <a:pt x="422327" y="491341"/>
                  </a:lnTo>
                  <a:lnTo>
                    <a:pt x="421767" y="491161"/>
                  </a:lnTo>
                  <a:lnTo>
                    <a:pt x="421335" y="490991"/>
                  </a:lnTo>
                  <a:lnTo>
                    <a:pt x="421052" y="490566"/>
                  </a:lnTo>
                  <a:lnTo>
                    <a:pt x="420713" y="490315"/>
                  </a:lnTo>
                  <a:lnTo>
                    <a:pt x="420415" y="490098"/>
                  </a:lnTo>
                  <a:lnTo>
                    <a:pt x="419966" y="489489"/>
                  </a:lnTo>
                  <a:lnTo>
                    <a:pt x="419734" y="489476"/>
                  </a:lnTo>
                  <a:lnTo>
                    <a:pt x="419385" y="489631"/>
                  </a:lnTo>
                  <a:lnTo>
                    <a:pt x="419069" y="489537"/>
                  </a:lnTo>
                  <a:lnTo>
                    <a:pt x="418929" y="489476"/>
                  </a:lnTo>
                  <a:lnTo>
                    <a:pt x="418763" y="489389"/>
                  </a:lnTo>
                  <a:lnTo>
                    <a:pt x="418547" y="489194"/>
                  </a:lnTo>
                  <a:lnTo>
                    <a:pt x="418285" y="488356"/>
                  </a:lnTo>
                  <a:lnTo>
                    <a:pt x="418197" y="487964"/>
                  </a:lnTo>
                  <a:lnTo>
                    <a:pt x="417647" y="487344"/>
                  </a:lnTo>
                  <a:lnTo>
                    <a:pt x="417559" y="486868"/>
                  </a:lnTo>
                  <a:lnTo>
                    <a:pt x="417567" y="486504"/>
                  </a:lnTo>
                  <a:lnTo>
                    <a:pt x="417470" y="486261"/>
                  </a:lnTo>
                  <a:lnTo>
                    <a:pt x="417372" y="486109"/>
                  </a:lnTo>
                  <a:lnTo>
                    <a:pt x="416945" y="485958"/>
                  </a:lnTo>
                  <a:lnTo>
                    <a:pt x="416530" y="485812"/>
                  </a:lnTo>
                  <a:lnTo>
                    <a:pt x="416255" y="485715"/>
                  </a:lnTo>
                  <a:lnTo>
                    <a:pt x="415644" y="485718"/>
                  </a:lnTo>
                  <a:lnTo>
                    <a:pt x="415443" y="486021"/>
                  </a:lnTo>
                  <a:lnTo>
                    <a:pt x="415460" y="486198"/>
                  </a:lnTo>
                  <a:lnTo>
                    <a:pt x="415304" y="486313"/>
                  </a:lnTo>
                  <a:lnTo>
                    <a:pt x="414654" y="486396"/>
                  </a:lnTo>
                  <a:lnTo>
                    <a:pt x="414170" y="485889"/>
                  </a:lnTo>
                  <a:lnTo>
                    <a:pt x="414134" y="485632"/>
                  </a:lnTo>
                  <a:lnTo>
                    <a:pt x="414088" y="485313"/>
                  </a:lnTo>
                  <a:lnTo>
                    <a:pt x="413689" y="485042"/>
                  </a:lnTo>
                  <a:lnTo>
                    <a:pt x="413772" y="484493"/>
                  </a:lnTo>
                  <a:lnTo>
                    <a:pt x="413586" y="483924"/>
                  </a:lnTo>
                  <a:lnTo>
                    <a:pt x="413607" y="483697"/>
                  </a:lnTo>
                  <a:lnTo>
                    <a:pt x="413276" y="483398"/>
                  </a:lnTo>
                  <a:lnTo>
                    <a:pt x="412549" y="483497"/>
                  </a:lnTo>
                  <a:lnTo>
                    <a:pt x="412261" y="483408"/>
                  </a:lnTo>
                  <a:lnTo>
                    <a:pt x="412037" y="483181"/>
                  </a:lnTo>
                  <a:lnTo>
                    <a:pt x="411562" y="483042"/>
                  </a:lnTo>
                  <a:lnTo>
                    <a:pt x="411354" y="483236"/>
                  </a:lnTo>
                  <a:lnTo>
                    <a:pt x="411225" y="482321"/>
                  </a:lnTo>
                  <a:lnTo>
                    <a:pt x="410930" y="481867"/>
                  </a:lnTo>
                  <a:lnTo>
                    <a:pt x="410731" y="481552"/>
                  </a:lnTo>
                  <a:lnTo>
                    <a:pt x="410504" y="481201"/>
                  </a:lnTo>
                  <a:lnTo>
                    <a:pt x="410353" y="481016"/>
                  </a:lnTo>
                  <a:lnTo>
                    <a:pt x="410118" y="480738"/>
                  </a:lnTo>
                  <a:lnTo>
                    <a:pt x="409348" y="480379"/>
                  </a:lnTo>
                  <a:lnTo>
                    <a:pt x="409123" y="480469"/>
                  </a:lnTo>
                  <a:lnTo>
                    <a:pt x="408389" y="479842"/>
                  </a:lnTo>
                  <a:lnTo>
                    <a:pt x="408361" y="479693"/>
                  </a:lnTo>
                  <a:lnTo>
                    <a:pt x="407927" y="479416"/>
                  </a:lnTo>
                  <a:lnTo>
                    <a:pt x="407947" y="479944"/>
                  </a:lnTo>
                  <a:lnTo>
                    <a:pt x="407917" y="480351"/>
                  </a:lnTo>
                  <a:lnTo>
                    <a:pt x="407847" y="480778"/>
                  </a:lnTo>
                  <a:lnTo>
                    <a:pt x="407408" y="481402"/>
                  </a:lnTo>
                  <a:lnTo>
                    <a:pt x="407516" y="481895"/>
                  </a:lnTo>
                  <a:lnTo>
                    <a:pt x="407021" y="481975"/>
                  </a:lnTo>
                  <a:lnTo>
                    <a:pt x="406634" y="482376"/>
                  </a:lnTo>
                  <a:lnTo>
                    <a:pt x="406361" y="482568"/>
                  </a:lnTo>
                  <a:lnTo>
                    <a:pt x="406410" y="482816"/>
                  </a:lnTo>
                  <a:lnTo>
                    <a:pt x="406641" y="483271"/>
                  </a:lnTo>
                  <a:lnTo>
                    <a:pt x="406627" y="483420"/>
                  </a:lnTo>
                  <a:lnTo>
                    <a:pt x="406493" y="483701"/>
                  </a:lnTo>
                  <a:lnTo>
                    <a:pt x="406001" y="483853"/>
                  </a:lnTo>
                  <a:lnTo>
                    <a:pt x="405403" y="484113"/>
                  </a:lnTo>
                  <a:lnTo>
                    <a:pt x="405247" y="484209"/>
                  </a:lnTo>
                  <a:lnTo>
                    <a:pt x="404787" y="484311"/>
                  </a:lnTo>
                  <a:lnTo>
                    <a:pt x="404433" y="484378"/>
                  </a:lnTo>
                  <a:lnTo>
                    <a:pt x="404301" y="484962"/>
                  </a:lnTo>
                  <a:lnTo>
                    <a:pt x="404357" y="485346"/>
                  </a:lnTo>
                  <a:lnTo>
                    <a:pt x="404538" y="485744"/>
                  </a:lnTo>
                  <a:lnTo>
                    <a:pt x="404522" y="485966"/>
                  </a:lnTo>
                  <a:lnTo>
                    <a:pt x="404485" y="486838"/>
                  </a:lnTo>
                  <a:lnTo>
                    <a:pt x="404733" y="487103"/>
                  </a:lnTo>
                  <a:lnTo>
                    <a:pt x="405135" y="487482"/>
                  </a:lnTo>
                  <a:lnTo>
                    <a:pt x="405069" y="487896"/>
                  </a:lnTo>
                  <a:lnTo>
                    <a:pt x="404859" y="487951"/>
                  </a:lnTo>
                  <a:lnTo>
                    <a:pt x="404651" y="487872"/>
                  </a:lnTo>
                  <a:lnTo>
                    <a:pt x="403350" y="487895"/>
                  </a:lnTo>
                  <a:lnTo>
                    <a:pt x="403162" y="487975"/>
                  </a:lnTo>
                  <a:lnTo>
                    <a:pt x="402944" y="488067"/>
                  </a:lnTo>
                  <a:lnTo>
                    <a:pt x="402485" y="487697"/>
                  </a:lnTo>
                  <a:lnTo>
                    <a:pt x="402324" y="487730"/>
                  </a:lnTo>
                  <a:lnTo>
                    <a:pt x="401744" y="488015"/>
                  </a:lnTo>
                  <a:lnTo>
                    <a:pt x="401393" y="487956"/>
                  </a:lnTo>
                  <a:lnTo>
                    <a:pt x="400939" y="487909"/>
                  </a:lnTo>
                  <a:lnTo>
                    <a:pt x="400464" y="488029"/>
                  </a:lnTo>
                  <a:lnTo>
                    <a:pt x="399902" y="487838"/>
                  </a:lnTo>
                  <a:lnTo>
                    <a:pt x="399189" y="487744"/>
                  </a:lnTo>
                  <a:lnTo>
                    <a:pt x="399137" y="487919"/>
                  </a:lnTo>
                  <a:lnTo>
                    <a:pt x="399063" y="488198"/>
                  </a:lnTo>
                  <a:lnTo>
                    <a:pt x="398501" y="488463"/>
                  </a:lnTo>
                  <a:lnTo>
                    <a:pt x="398064" y="488557"/>
                  </a:lnTo>
                  <a:lnTo>
                    <a:pt x="398053" y="487998"/>
                  </a:lnTo>
                  <a:lnTo>
                    <a:pt x="398025" y="487813"/>
                  </a:lnTo>
                  <a:lnTo>
                    <a:pt x="397532" y="487168"/>
                  </a:lnTo>
                  <a:lnTo>
                    <a:pt x="397048" y="487623"/>
                  </a:lnTo>
                  <a:lnTo>
                    <a:pt x="396591" y="487990"/>
                  </a:lnTo>
                  <a:lnTo>
                    <a:pt x="396543" y="488122"/>
                  </a:lnTo>
                  <a:lnTo>
                    <a:pt x="395731" y="488684"/>
                  </a:lnTo>
                  <a:lnTo>
                    <a:pt x="394983" y="488887"/>
                  </a:lnTo>
                  <a:lnTo>
                    <a:pt x="394939" y="489947"/>
                  </a:lnTo>
                  <a:lnTo>
                    <a:pt x="394786" y="490058"/>
                  </a:lnTo>
                  <a:lnTo>
                    <a:pt x="394513" y="491022"/>
                  </a:lnTo>
                  <a:lnTo>
                    <a:pt x="394481" y="491542"/>
                  </a:lnTo>
                  <a:lnTo>
                    <a:pt x="394275" y="491496"/>
                  </a:lnTo>
                  <a:lnTo>
                    <a:pt x="394034" y="491503"/>
                  </a:lnTo>
                  <a:lnTo>
                    <a:pt x="393820" y="491697"/>
                  </a:lnTo>
                  <a:lnTo>
                    <a:pt x="393916" y="491960"/>
                  </a:lnTo>
                  <a:lnTo>
                    <a:pt x="393629" y="492151"/>
                  </a:lnTo>
                  <a:lnTo>
                    <a:pt x="393459" y="492123"/>
                  </a:lnTo>
                  <a:lnTo>
                    <a:pt x="392741" y="492361"/>
                  </a:lnTo>
                  <a:lnTo>
                    <a:pt x="392523" y="492423"/>
                  </a:lnTo>
                  <a:lnTo>
                    <a:pt x="392197" y="492279"/>
                  </a:lnTo>
                  <a:lnTo>
                    <a:pt x="391807" y="492396"/>
                  </a:lnTo>
                  <a:lnTo>
                    <a:pt x="391951" y="492666"/>
                  </a:lnTo>
                  <a:lnTo>
                    <a:pt x="391975" y="492875"/>
                  </a:lnTo>
                  <a:lnTo>
                    <a:pt x="391950" y="493078"/>
                  </a:lnTo>
                  <a:lnTo>
                    <a:pt x="391889" y="493600"/>
                  </a:lnTo>
                  <a:lnTo>
                    <a:pt x="391777" y="493864"/>
                  </a:lnTo>
                  <a:lnTo>
                    <a:pt x="391360" y="494325"/>
                  </a:lnTo>
                  <a:lnTo>
                    <a:pt x="391206" y="494596"/>
                  </a:lnTo>
                  <a:lnTo>
                    <a:pt x="391100" y="494845"/>
                  </a:lnTo>
                  <a:lnTo>
                    <a:pt x="391352" y="495021"/>
                  </a:lnTo>
                  <a:lnTo>
                    <a:pt x="391181" y="496150"/>
                  </a:lnTo>
                  <a:lnTo>
                    <a:pt x="391103" y="496536"/>
                  </a:lnTo>
                  <a:lnTo>
                    <a:pt x="391318" y="496692"/>
                  </a:lnTo>
                  <a:lnTo>
                    <a:pt x="391707" y="496914"/>
                  </a:lnTo>
                  <a:lnTo>
                    <a:pt x="392601" y="496993"/>
                  </a:lnTo>
                  <a:lnTo>
                    <a:pt x="392766" y="497185"/>
                  </a:lnTo>
                  <a:lnTo>
                    <a:pt x="392853" y="497477"/>
                  </a:lnTo>
                  <a:lnTo>
                    <a:pt x="392903" y="497658"/>
                  </a:lnTo>
                  <a:lnTo>
                    <a:pt x="392880" y="498319"/>
                  </a:lnTo>
                  <a:lnTo>
                    <a:pt x="392592" y="498888"/>
                  </a:lnTo>
                  <a:lnTo>
                    <a:pt x="392894" y="499164"/>
                  </a:lnTo>
                  <a:lnTo>
                    <a:pt x="393061" y="499334"/>
                  </a:lnTo>
                  <a:lnTo>
                    <a:pt x="393074" y="499470"/>
                  </a:lnTo>
                  <a:lnTo>
                    <a:pt x="393095" y="499853"/>
                  </a:lnTo>
                  <a:lnTo>
                    <a:pt x="393120" y="500105"/>
                  </a:lnTo>
                  <a:lnTo>
                    <a:pt x="393235" y="500352"/>
                  </a:lnTo>
                  <a:lnTo>
                    <a:pt x="393197" y="500824"/>
                  </a:lnTo>
                  <a:lnTo>
                    <a:pt x="393129" y="501047"/>
                  </a:lnTo>
                  <a:lnTo>
                    <a:pt x="393082" y="501371"/>
                  </a:lnTo>
                  <a:lnTo>
                    <a:pt x="393068" y="501645"/>
                  </a:lnTo>
                  <a:lnTo>
                    <a:pt x="393037" y="501929"/>
                  </a:lnTo>
                  <a:lnTo>
                    <a:pt x="392940" y="502191"/>
                  </a:lnTo>
                  <a:lnTo>
                    <a:pt x="392747" y="502560"/>
                  </a:lnTo>
                  <a:lnTo>
                    <a:pt x="392429" y="502950"/>
                  </a:lnTo>
                  <a:lnTo>
                    <a:pt x="392832" y="503457"/>
                  </a:lnTo>
                  <a:lnTo>
                    <a:pt x="393532" y="503563"/>
                  </a:lnTo>
                  <a:lnTo>
                    <a:pt x="393698" y="503519"/>
                  </a:lnTo>
                  <a:lnTo>
                    <a:pt x="393973" y="503588"/>
                  </a:lnTo>
                  <a:lnTo>
                    <a:pt x="394221" y="503954"/>
                  </a:lnTo>
                  <a:lnTo>
                    <a:pt x="394327" y="504130"/>
                  </a:lnTo>
                  <a:lnTo>
                    <a:pt x="394503" y="504422"/>
                  </a:lnTo>
                  <a:lnTo>
                    <a:pt x="394609" y="504596"/>
                  </a:lnTo>
                  <a:lnTo>
                    <a:pt x="394718" y="504777"/>
                  </a:lnTo>
                  <a:lnTo>
                    <a:pt x="394845" y="505025"/>
                  </a:lnTo>
                  <a:lnTo>
                    <a:pt x="395001" y="505107"/>
                  </a:lnTo>
                  <a:lnTo>
                    <a:pt x="395599" y="505276"/>
                  </a:lnTo>
                  <a:lnTo>
                    <a:pt x="396407" y="505546"/>
                  </a:lnTo>
                  <a:lnTo>
                    <a:pt x="396844" y="505712"/>
                  </a:lnTo>
                  <a:lnTo>
                    <a:pt x="397076" y="505752"/>
                  </a:lnTo>
                  <a:lnTo>
                    <a:pt x="397222" y="505434"/>
                  </a:lnTo>
                  <a:lnTo>
                    <a:pt x="397124" y="505196"/>
                  </a:lnTo>
                  <a:lnTo>
                    <a:pt x="397148" y="504842"/>
                  </a:lnTo>
                  <a:lnTo>
                    <a:pt x="397030" y="504632"/>
                  </a:lnTo>
                  <a:lnTo>
                    <a:pt x="397057" y="504200"/>
                  </a:lnTo>
                  <a:lnTo>
                    <a:pt x="397256" y="503877"/>
                  </a:lnTo>
                  <a:lnTo>
                    <a:pt x="397924" y="503733"/>
                  </a:lnTo>
                  <a:lnTo>
                    <a:pt x="398242" y="503682"/>
                  </a:lnTo>
                  <a:lnTo>
                    <a:pt x="399120" y="503663"/>
                  </a:lnTo>
                  <a:lnTo>
                    <a:pt x="399080" y="503414"/>
                  </a:lnTo>
                  <a:lnTo>
                    <a:pt x="398751" y="503161"/>
                  </a:lnTo>
                  <a:lnTo>
                    <a:pt x="398717" y="502761"/>
                  </a:lnTo>
                  <a:lnTo>
                    <a:pt x="398787" y="502478"/>
                  </a:lnTo>
                  <a:lnTo>
                    <a:pt x="399338" y="502179"/>
                  </a:lnTo>
                  <a:lnTo>
                    <a:pt x="399599" y="502322"/>
                  </a:lnTo>
                  <a:lnTo>
                    <a:pt x="399770" y="502735"/>
                  </a:lnTo>
                  <a:lnTo>
                    <a:pt x="399892" y="503156"/>
                  </a:lnTo>
                  <a:lnTo>
                    <a:pt x="399939" y="503320"/>
                  </a:lnTo>
                  <a:lnTo>
                    <a:pt x="399960" y="503501"/>
                  </a:lnTo>
                  <a:lnTo>
                    <a:pt x="400226" y="503715"/>
                  </a:lnTo>
                  <a:lnTo>
                    <a:pt x="400430" y="503790"/>
                  </a:lnTo>
                  <a:lnTo>
                    <a:pt x="400790" y="503777"/>
                  </a:lnTo>
                  <a:lnTo>
                    <a:pt x="401278" y="503932"/>
                  </a:lnTo>
                  <a:lnTo>
                    <a:pt x="401362" y="504094"/>
                  </a:lnTo>
                  <a:lnTo>
                    <a:pt x="401421" y="504309"/>
                  </a:lnTo>
                  <a:lnTo>
                    <a:pt x="401606" y="504851"/>
                  </a:lnTo>
                  <a:lnTo>
                    <a:pt x="401739" y="505224"/>
                  </a:lnTo>
                  <a:lnTo>
                    <a:pt x="402092" y="506020"/>
                  </a:lnTo>
                  <a:lnTo>
                    <a:pt x="402293" y="506428"/>
                  </a:lnTo>
                  <a:lnTo>
                    <a:pt x="402640" y="506758"/>
                  </a:lnTo>
                  <a:lnTo>
                    <a:pt x="403160" y="506748"/>
                  </a:lnTo>
                  <a:lnTo>
                    <a:pt x="403776" y="507164"/>
                  </a:lnTo>
                  <a:lnTo>
                    <a:pt x="403908" y="507242"/>
                  </a:lnTo>
                  <a:lnTo>
                    <a:pt x="404048" y="507324"/>
                  </a:lnTo>
                  <a:lnTo>
                    <a:pt x="404429" y="507576"/>
                  </a:lnTo>
                  <a:lnTo>
                    <a:pt x="404223" y="507942"/>
                  </a:lnTo>
                  <a:lnTo>
                    <a:pt x="404046" y="508790"/>
                  </a:lnTo>
                  <a:lnTo>
                    <a:pt x="403808" y="509171"/>
                  </a:lnTo>
                  <a:lnTo>
                    <a:pt x="403534" y="509342"/>
                  </a:lnTo>
                  <a:lnTo>
                    <a:pt x="403427" y="509671"/>
                  </a:lnTo>
                  <a:lnTo>
                    <a:pt x="403378" y="510056"/>
                  </a:lnTo>
                  <a:lnTo>
                    <a:pt x="403172" y="510642"/>
                  </a:lnTo>
                  <a:lnTo>
                    <a:pt x="403124" y="510777"/>
                  </a:lnTo>
                  <a:lnTo>
                    <a:pt x="402981" y="511083"/>
                  </a:lnTo>
                  <a:lnTo>
                    <a:pt x="402955" y="511353"/>
                  </a:lnTo>
                  <a:lnTo>
                    <a:pt x="402997" y="511762"/>
                  </a:lnTo>
                  <a:lnTo>
                    <a:pt x="403111" y="512090"/>
                  </a:lnTo>
                  <a:lnTo>
                    <a:pt x="403361" y="512434"/>
                  </a:lnTo>
                  <a:lnTo>
                    <a:pt x="403773" y="513051"/>
                  </a:lnTo>
                  <a:lnTo>
                    <a:pt x="403709" y="513366"/>
                  </a:lnTo>
                  <a:lnTo>
                    <a:pt x="403871" y="513728"/>
                  </a:lnTo>
                  <a:lnTo>
                    <a:pt x="404756" y="513788"/>
                  </a:lnTo>
                  <a:lnTo>
                    <a:pt x="405018" y="513421"/>
                  </a:lnTo>
                  <a:lnTo>
                    <a:pt x="405125" y="513283"/>
                  </a:lnTo>
                  <a:lnTo>
                    <a:pt x="405620" y="512984"/>
                  </a:lnTo>
                  <a:lnTo>
                    <a:pt x="405909" y="512892"/>
                  </a:lnTo>
                  <a:lnTo>
                    <a:pt x="406236" y="513144"/>
                  </a:lnTo>
                  <a:lnTo>
                    <a:pt x="406681" y="513086"/>
                  </a:lnTo>
                  <a:lnTo>
                    <a:pt x="406638" y="512640"/>
                  </a:lnTo>
                  <a:lnTo>
                    <a:pt x="406853" y="512542"/>
                  </a:lnTo>
                  <a:lnTo>
                    <a:pt x="407475" y="512704"/>
                  </a:lnTo>
                  <a:lnTo>
                    <a:pt x="407756" y="512852"/>
                  </a:lnTo>
                  <a:lnTo>
                    <a:pt x="408193" y="513231"/>
                  </a:lnTo>
                  <a:lnTo>
                    <a:pt x="408230" y="513380"/>
                  </a:lnTo>
                  <a:lnTo>
                    <a:pt x="408266" y="513702"/>
                  </a:lnTo>
                  <a:lnTo>
                    <a:pt x="408420" y="514166"/>
                  </a:lnTo>
                  <a:lnTo>
                    <a:pt x="408899" y="514450"/>
                  </a:lnTo>
                  <a:lnTo>
                    <a:pt x="409370" y="514070"/>
                  </a:lnTo>
                  <a:lnTo>
                    <a:pt x="409625" y="514025"/>
                  </a:lnTo>
                  <a:lnTo>
                    <a:pt x="409833" y="513946"/>
                  </a:lnTo>
                  <a:lnTo>
                    <a:pt x="410210" y="513858"/>
                  </a:lnTo>
                  <a:lnTo>
                    <a:pt x="410763" y="514513"/>
                  </a:lnTo>
                  <a:lnTo>
                    <a:pt x="411276" y="514251"/>
                  </a:lnTo>
                  <a:lnTo>
                    <a:pt x="411142" y="513950"/>
                  </a:lnTo>
                  <a:lnTo>
                    <a:pt x="410859" y="513487"/>
                  </a:lnTo>
                  <a:lnTo>
                    <a:pt x="411486" y="512876"/>
                  </a:lnTo>
                  <a:lnTo>
                    <a:pt x="411715" y="512860"/>
                  </a:lnTo>
                  <a:lnTo>
                    <a:pt x="412557" y="512566"/>
                  </a:lnTo>
                  <a:lnTo>
                    <a:pt x="412786" y="512355"/>
                  </a:lnTo>
                  <a:lnTo>
                    <a:pt x="413127" y="512078"/>
                  </a:lnTo>
                  <a:lnTo>
                    <a:pt x="413787" y="511614"/>
                  </a:lnTo>
                  <a:lnTo>
                    <a:pt x="414121" y="511539"/>
                  </a:lnTo>
                  <a:lnTo>
                    <a:pt x="414545" y="511528"/>
                  </a:lnTo>
                  <a:lnTo>
                    <a:pt x="414926" y="511478"/>
                  </a:lnTo>
                  <a:lnTo>
                    <a:pt x="415776" y="511464"/>
                  </a:lnTo>
                  <a:lnTo>
                    <a:pt x="416078" y="511576"/>
                  </a:lnTo>
                  <a:lnTo>
                    <a:pt x="416230" y="511576"/>
                  </a:lnTo>
                  <a:lnTo>
                    <a:pt x="416685" y="511686"/>
                  </a:lnTo>
                  <a:lnTo>
                    <a:pt x="417258" y="512019"/>
                  </a:lnTo>
                  <a:lnTo>
                    <a:pt x="417787" y="512293"/>
                  </a:lnTo>
                  <a:lnTo>
                    <a:pt x="418200" y="512578"/>
                  </a:lnTo>
                  <a:lnTo>
                    <a:pt x="418653" y="512941"/>
                  </a:lnTo>
                  <a:lnTo>
                    <a:pt x="419109" y="513049"/>
                  </a:lnTo>
                  <a:lnTo>
                    <a:pt x="419459" y="513668"/>
                  </a:lnTo>
                  <a:lnTo>
                    <a:pt x="420078" y="514016"/>
                  </a:lnTo>
                  <a:lnTo>
                    <a:pt x="420318" y="514515"/>
                  </a:lnTo>
                  <a:lnTo>
                    <a:pt x="420578" y="515046"/>
                  </a:lnTo>
                  <a:lnTo>
                    <a:pt x="420889" y="515121"/>
                  </a:lnTo>
                  <a:lnTo>
                    <a:pt x="421231" y="515205"/>
                  </a:lnTo>
                  <a:lnTo>
                    <a:pt x="421449" y="515388"/>
                  </a:lnTo>
                  <a:lnTo>
                    <a:pt x="421529" y="515571"/>
                  </a:lnTo>
                  <a:lnTo>
                    <a:pt x="421616" y="515840"/>
                  </a:lnTo>
                  <a:lnTo>
                    <a:pt x="421966" y="516337"/>
                  </a:lnTo>
                  <a:lnTo>
                    <a:pt x="422062" y="516475"/>
                  </a:lnTo>
                  <a:lnTo>
                    <a:pt x="422194" y="516849"/>
                  </a:lnTo>
                  <a:lnTo>
                    <a:pt x="422102" y="517266"/>
                  </a:lnTo>
                  <a:lnTo>
                    <a:pt x="421971" y="517789"/>
                  </a:lnTo>
                  <a:lnTo>
                    <a:pt x="421592" y="518084"/>
                  </a:lnTo>
                  <a:lnTo>
                    <a:pt x="421517" y="518224"/>
                  </a:lnTo>
                  <a:lnTo>
                    <a:pt x="421188" y="518496"/>
                  </a:lnTo>
                  <a:lnTo>
                    <a:pt x="421009" y="518792"/>
                  </a:lnTo>
                  <a:lnTo>
                    <a:pt x="420940" y="519084"/>
                  </a:lnTo>
                  <a:lnTo>
                    <a:pt x="421257" y="519729"/>
                  </a:lnTo>
                  <a:lnTo>
                    <a:pt x="421418" y="519779"/>
                  </a:lnTo>
                  <a:lnTo>
                    <a:pt x="421768" y="519943"/>
                  </a:lnTo>
                  <a:lnTo>
                    <a:pt x="422296" y="520097"/>
                  </a:lnTo>
                  <a:lnTo>
                    <a:pt x="422563" y="520088"/>
                  </a:lnTo>
                  <a:lnTo>
                    <a:pt x="422849" y="519917"/>
                  </a:lnTo>
                  <a:lnTo>
                    <a:pt x="423022" y="519962"/>
                  </a:lnTo>
                  <a:lnTo>
                    <a:pt x="423520" y="520142"/>
                  </a:lnTo>
                  <a:lnTo>
                    <a:pt x="423633" y="520338"/>
                  </a:lnTo>
                  <a:lnTo>
                    <a:pt x="423790" y="520773"/>
                  </a:lnTo>
                  <a:lnTo>
                    <a:pt x="424090" y="520995"/>
                  </a:lnTo>
                  <a:lnTo>
                    <a:pt x="424176" y="521138"/>
                  </a:lnTo>
                  <a:lnTo>
                    <a:pt x="424324" y="521337"/>
                  </a:lnTo>
                  <a:lnTo>
                    <a:pt x="424447" y="521555"/>
                  </a:lnTo>
                  <a:lnTo>
                    <a:pt x="424453" y="521698"/>
                  </a:lnTo>
                  <a:lnTo>
                    <a:pt x="424608" y="521871"/>
                  </a:lnTo>
                  <a:lnTo>
                    <a:pt x="424625" y="522140"/>
                  </a:lnTo>
                  <a:lnTo>
                    <a:pt x="425118" y="522532"/>
                  </a:lnTo>
                  <a:lnTo>
                    <a:pt x="425084" y="522864"/>
                  </a:lnTo>
                  <a:lnTo>
                    <a:pt x="424504" y="523457"/>
                  </a:lnTo>
                  <a:lnTo>
                    <a:pt x="424468" y="523648"/>
                  </a:lnTo>
                  <a:lnTo>
                    <a:pt x="424176" y="524063"/>
                  </a:lnTo>
                  <a:lnTo>
                    <a:pt x="424252" y="524261"/>
                  </a:lnTo>
                  <a:lnTo>
                    <a:pt x="424230" y="524581"/>
                  </a:lnTo>
                  <a:lnTo>
                    <a:pt x="424212" y="524776"/>
                  </a:lnTo>
                  <a:lnTo>
                    <a:pt x="424171" y="525051"/>
                  </a:lnTo>
                  <a:lnTo>
                    <a:pt x="423835" y="525229"/>
                  </a:lnTo>
                  <a:lnTo>
                    <a:pt x="423862" y="525417"/>
                  </a:lnTo>
                  <a:lnTo>
                    <a:pt x="424022" y="525734"/>
                  </a:lnTo>
                  <a:lnTo>
                    <a:pt x="424149" y="525733"/>
                  </a:lnTo>
                  <a:lnTo>
                    <a:pt x="424758" y="525881"/>
                  </a:lnTo>
                  <a:lnTo>
                    <a:pt x="425079" y="525951"/>
                  </a:lnTo>
                  <a:lnTo>
                    <a:pt x="425095" y="526120"/>
                  </a:lnTo>
                  <a:lnTo>
                    <a:pt x="425140" y="526277"/>
                  </a:lnTo>
                  <a:lnTo>
                    <a:pt x="425348" y="526491"/>
                  </a:lnTo>
                  <a:lnTo>
                    <a:pt x="425602" y="527010"/>
                  </a:lnTo>
                  <a:lnTo>
                    <a:pt x="425685" y="527345"/>
                  </a:lnTo>
                  <a:lnTo>
                    <a:pt x="425661" y="527636"/>
                  </a:lnTo>
                  <a:lnTo>
                    <a:pt x="425622" y="527820"/>
                  </a:lnTo>
                  <a:lnTo>
                    <a:pt x="425443" y="528083"/>
                  </a:lnTo>
                  <a:lnTo>
                    <a:pt x="425256" y="528326"/>
                  </a:lnTo>
                  <a:lnTo>
                    <a:pt x="425001" y="528485"/>
                  </a:lnTo>
                  <a:lnTo>
                    <a:pt x="424939" y="528620"/>
                  </a:lnTo>
                  <a:lnTo>
                    <a:pt x="424760" y="528797"/>
                  </a:lnTo>
                  <a:lnTo>
                    <a:pt x="424590" y="529301"/>
                  </a:lnTo>
                  <a:lnTo>
                    <a:pt x="424914" y="529514"/>
                  </a:lnTo>
                  <a:lnTo>
                    <a:pt x="425718" y="530009"/>
                  </a:lnTo>
                  <a:lnTo>
                    <a:pt x="425343" y="530255"/>
                  </a:lnTo>
                  <a:lnTo>
                    <a:pt x="425135" y="530381"/>
                  </a:lnTo>
                  <a:lnTo>
                    <a:pt x="424866" y="530532"/>
                  </a:lnTo>
                  <a:lnTo>
                    <a:pt x="424516" y="530478"/>
                  </a:lnTo>
                  <a:lnTo>
                    <a:pt x="424272" y="530507"/>
                  </a:lnTo>
                  <a:lnTo>
                    <a:pt x="423990" y="530657"/>
                  </a:lnTo>
                  <a:lnTo>
                    <a:pt x="423564" y="530900"/>
                  </a:lnTo>
                  <a:lnTo>
                    <a:pt x="423065" y="531413"/>
                  </a:lnTo>
                  <a:lnTo>
                    <a:pt x="422559" y="531802"/>
                  </a:lnTo>
                  <a:lnTo>
                    <a:pt x="422159" y="532111"/>
                  </a:lnTo>
                  <a:lnTo>
                    <a:pt x="421619" y="532391"/>
                  </a:lnTo>
                  <a:lnTo>
                    <a:pt x="421346" y="532661"/>
                  </a:lnTo>
                  <a:lnTo>
                    <a:pt x="421041" y="532815"/>
                  </a:lnTo>
                  <a:lnTo>
                    <a:pt x="420802" y="532757"/>
                  </a:lnTo>
                  <a:lnTo>
                    <a:pt x="420511" y="532789"/>
                  </a:lnTo>
                  <a:lnTo>
                    <a:pt x="420334" y="532949"/>
                  </a:lnTo>
                  <a:lnTo>
                    <a:pt x="420215" y="533144"/>
                  </a:lnTo>
                  <a:lnTo>
                    <a:pt x="419649" y="532983"/>
                  </a:lnTo>
                  <a:lnTo>
                    <a:pt x="419522" y="532980"/>
                  </a:lnTo>
                  <a:lnTo>
                    <a:pt x="419328" y="533069"/>
                  </a:lnTo>
                  <a:lnTo>
                    <a:pt x="419045" y="533352"/>
                  </a:lnTo>
                  <a:lnTo>
                    <a:pt x="418605" y="533454"/>
                  </a:lnTo>
                  <a:lnTo>
                    <a:pt x="418351" y="533324"/>
                  </a:lnTo>
                  <a:lnTo>
                    <a:pt x="418027" y="533080"/>
                  </a:lnTo>
                  <a:lnTo>
                    <a:pt x="417897" y="533041"/>
                  </a:lnTo>
                  <a:lnTo>
                    <a:pt x="417757" y="533081"/>
                  </a:lnTo>
                  <a:lnTo>
                    <a:pt x="417448" y="533055"/>
                  </a:lnTo>
                  <a:lnTo>
                    <a:pt x="416965" y="532776"/>
                  </a:lnTo>
                  <a:lnTo>
                    <a:pt x="416541" y="532539"/>
                  </a:lnTo>
                  <a:lnTo>
                    <a:pt x="415840" y="532282"/>
                  </a:lnTo>
                  <a:lnTo>
                    <a:pt x="415470" y="532176"/>
                  </a:lnTo>
                  <a:lnTo>
                    <a:pt x="415233" y="532164"/>
                  </a:lnTo>
                  <a:lnTo>
                    <a:pt x="414923" y="532249"/>
                  </a:lnTo>
                  <a:lnTo>
                    <a:pt x="414515" y="532133"/>
                  </a:lnTo>
                  <a:lnTo>
                    <a:pt x="414336" y="532155"/>
                  </a:lnTo>
                  <a:lnTo>
                    <a:pt x="414169" y="532175"/>
                  </a:lnTo>
                  <a:lnTo>
                    <a:pt x="413964" y="532200"/>
                  </a:lnTo>
                  <a:lnTo>
                    <a:pt x="413690" y="532280"/>
                  </a:lnTo>
                  <a:lnTo>
                    <a:pt x="412794" y="532284"/>
                  </a:lnTo>
                  <a:lnTo>
                    <a:pt x="412604" y="532262"/>
                  </a:lnTo>
                  <a:lnTo>
                    <a:pt x="412363" y="532648"/>
                  </a:lnTo>
                  <a:lnTo>
                    <a:pt x="412527" y="533032"/>
                  </a:lnTo>
                  <a:lnTo>
                    <a:pt x="412170" y="533261"/>
                  </a:lnTo>
                  <a:lnTo>
                    <a:pt x="411506" y="533476"/>
                  </a:lnTo>
                  <a:lnTo>
                    <a:pt x="411223" y="533573"/>
                  </a:lnTo>
                  <a:lnTo>
                    <a:pt x="410693" y="533887"/>
                  </a:lnTo>
                  <a:lnTo>
                    <a:pt x="410310" y="533959"/>
                  </a:lnTo>
                  <a:lnTo>
                    <a:pt x="410116" y="533917"/>
                  </a:lnTo>
                  <a:lnTo>
                    <a:pt x="409754" y="533915"/>
                  </a:lnTo>
                  <a:lnTo>
                    <a:pt x="409600" y="533839"/>
                  </a:lnTo>
                  <a:lnTo>
                    <a:pt x="409450" y="533765"/>
                  </a:lnTo>
                  <a:lnTo>
                    <a:pt x="408946" y="533726"/>
                  </a:lnTo>
                  <a:lnTo>
                    <a:pt x="408532" y="533967"/>
                  </a:lnTo>
                  <a:lnTo>
                    <a:pt x="408109" y="534234"/>
                  </a:lnTo>
                  <a:lnTo>
                    <a:pt x="406954" y="534710"/>
                  </a:lnTo>
                  <a:lnTo>
                    <a:pt x="406682" y="534799"/>
                  </a:lnTo>
                  <a:lnTo>
                    <a:pt x="406282" y="534894"/>
                  </a:lnTo>
                  <a:lnTo>
                    <a:pt x="406184" y="534722"/>
                  </a:lnTo>
                  <a:lnTo>
                    <a:pt x="405792" y="533905"/>
                  </a:lnTo>
                  <a:lnTo>
                    <a:pt x="405598" y="533972"/>
                  </a:lnTo>
                  <a:lnTo>
                    <a:pt x="405283" y="533940"/>
                  </a:lnTo>
                  <a:lnTo>
                    <a:pt x="405082" y="533993"/>
                  </a:lnTo>
                  <a:lnTo>
                    <a:pt x="404450" y="534480"/>
                  </a:lnTo>
                  <a:lnTo>
                    <a:pt x="403934" y="534334"/>
                  </a:lnTo>
                  <a:lnTo>
                    <a:pt x="403674" y="534440"/>
                  </a:lnTo>
                  <a:lnTo>
                    <a:pt x="403341" y="534672"/>
                  </a:lnTo>
                  <a:lnTo>
                    <a:pt x="403338" y="535000"/>
                  </a:lnTo>
                  <a:lnTo>
                    <a:pt x="402970" y="535523"/>
                  </a:lnTo>
                  <a:lnTo>
                    <a:pt x="402746" y="535732"/>
                  </a:lnTo>
                  <a:lnTo>
                    <a:pt x="402134" y="536126"/>
                  </a:lnTo>
                  <a:lnTo>
                    <a:pt x="401758" y="536039"/>
                  </a:lnTo>
                  <a:lnTo>
                    <a:pt x="401546" y="535870"/>
                  </a:lnTo>
                  <a:lnTo>
                    <a:pt x="401115" y="535844"/>
                  </a:lnTo>
                  <a:lnTo>
                    <a:pt x="400977" y="535855"/>
                  </a:lnTo>
                  <a:lnTo>
                    <a:pt x="400669" y="535740"/>
                  </a:lnTo>
                  <a:lnTo>
                    <a:pt x="400393" y="535692"/>
                  </a:lnTo>
                  <a:lnTo>
                    <a:pt x="400018" y="535669"/>
                  </a:lnTo>
                  <a:lnTo>
                    <a:pt x="399877" y="535536"/>
                  </a:lnTo>
                  <a:lnTo>
                    <a:pt x="399589" y="535494"/>
                  </a:lnTo>
                  <a:lnTo>
                    <a:pt x="399324" y="535405"/>
                  </a:lnTo>
                  <a:lnTo>
                    <a:pt x="399155" y="535396"/>
                  </a:lnTo>
                  <a:lnTo>
                    <a:pt x="398957" y="535434"/>
                  </a:lnTo>
                  <a:lnTo>
                    <a:pt x="398438" y="535452"/>
                  </a:lnTo>
                  <a:lnTo>
                    <a:pt x="398151" y="535544"/>
                  </a:lnTo>
                  <a:lnTo>
                    <a:pt x="397790" y="535724"/>
                  </a:lnTo>
                  <a:lnTo>
                    <a:pt x="397557" y="535775"/>
                  </a:lnTo>
                  <a:lnTo>
                    <a:pt x="397269" y="535778"/>
                  </a:lnTo>
                  <a:lnTo>
                    <a:pt x="396884" y="535909"/>
                  </a:lnTo>
                  <a:lnTo>
                    <a:pt x="396412" y="536168"/>
                  </a:lnTo>
                  <a:lnTo>
                    <a:pt x="396373" y="536344"/>
                  </a:lnTo>
                  <a:lnTo>
                    <a:pt x="396283" y="536815"/>
                  </a:lnTo>
                  <a:lnTo>
                    <a:pt x="396273" y="536989"/>
                  </a:lnTo>
                  <a:lnTo>
                    <a:pt x="396245" y="537368"/>
                  </a:lnTo>
                  <a:lnTo>
                    <a:pt x="396080" y="537456"/>
                  </a:lnTo>
                  <a:lnTo>
                    <a:pt x="395409" y="537668"/>
                  </a:lnTo>
                  <a:lnTo>
                    <a:pt x="394466" y="537417"/>
                  </a:lnTo>
                  <a:lnTo>
                    <a:pt x="394326" y="537321"/>
                  </a:lnTo>
                  <a:lnTo>
                    <a:pt x="394035" y="537236"/>
                  </a:lnTo>
                  <a:lnTo>
                    <a:pt x="393762" y="537259"/>
                  </a:lnTo>
                  <a:lnTo>
                    <a:pt x="393443" y="537440"/>
                  </a:lnTo>
                  <a:lnTo>
                    <a:pt x="393278" y="537602"/>
                  </a:lnTo>
                  <a:lnTo>
                    <a:pt x="392941" y="538193"/>
                  </a:lnTo>
                  <a:lnTo>
                    <a:pt x="392823" y="538412"/>
                  </a:lnTo>
                  <a:lnTo>
                    <a:pt x="392577" y="538614"/>
                  </a:lnTo>
                  <a:lnTo>
                    <a:pt x="392416" y="538622"/>
                  </a:lnTo>
                  <a:lnTo>
                    <a:pt x="392194" y="538557"/>
                  </a:lnTo>
                  <a:lnTo>
                    <a:pt x="392025" y="538520"/>
                  </a:lnTo>
                  <a:lnTo>
                    <a:pt x="391752" y="538143"/>
                  </a:lnTo>
                  <a:lnTo>
                    <a:pt x="391675" y="537637"/>
                  </a:lnTo>
                  <a:lnTo>
                    <a:pt x="391714" y="537437"/>
                  </a:lnTo>
                  <a:lnTo>
                    <a:pt x="391599" y="537112"/>
                  </a:lnTo>
                  <a:lnTo>
                    <a:pt x="391462" y="537015"/>
                  </a:lnTo>
                  <a:lnTo>
                    <a:pt x="391048" y="536744"/>
                  </a:lnTo>
                  <a:lnTo>
                    <a:pt x="390827" y="536340"/>
                  </a:lnTo>
                  <a:lnTo>
                    <a:pt x="390770" y="536104"/>
                  </a:lnTo>
                  <a:lnTo>
                    <a:pt x="390887" y="535558"/>
                  </a:lnTo>
                  <a:lnTo>
                    <a:pt x="390705" y="535465"/>
                  </a:lnTo>
                  <a:lnTo>
                    <a:pt x="390300" y="535375"/>
                  </a:lnTo>
                  <a:lnTo>
                    <a:pt x="389964" y="535302"/>
                  </a:lnTo>
                  <a:lnTo>
                    <a:pt x="389608" y="535228"/>
                  </a:lnTo>
                  <a:lnTo>
                    <a:pt x="389200" y="535337"/>
                  </a:lnTo>
                  <a:lnTo>
                    <a:pt x="388846" y="535350"/>
                  </a:lnTo>
                  <a:lnTo>
                    <a:pt x="388570" y="535213"/>
                  </a:lnTo>
                  <a:lnTo>
                    <a:pt x="388227" y="534905"/>
                  </a:lnTo>
                  <a:lnTo>
                    <a:pt x="388082" y="534681"/>
                  </a:lnTo>
                  <a:lnTo>
                    <a:pt x="387970" y="534380"/>
                  </a:lnTo>
                  <a:lnTo>
                    <a:pt x="387864" y="534022"/>
                  </a:lnTo>
                  <a:lnTo>
                    <a:pt x="387690" y="533814"/>
                  </a:lnTo>
                  <a:lnTo>
                    <a:pt x="387651" y="533508"/>
                  </a:lnTo>
                  <a:lnTo>
                    <a:pt x="387225" y="533393"/>
                  </a:lnTo>
                  <a:lnTo>
                    <a:pt x="386908" y="533193"/>
                  </a:lnTo>
                  <a:lnTo>
                    <a:pt x="386773" y="532945"/>
                  </a:lnTo>
                  <a:lnTo>
                    <a:pt x="386295" y="532716"/>
                  </a:lnTo>
                  <a:lnTo>
                    <a:pt x="386160" y="532739"/>
                  </a:lnTo>
                  <a:lnTo>
                    <a:pt x="385913" y="532736"/>
                  </a:lnTo>
                  <a:lnTo>
                    <a:pt x="385585" y="532505"/>
                  </a:lnTo>
                  <a:lnTo>
                    <a:pt x="385286" y="532464"/>
                  </a:lnTo>
                  <a:lnTo>
                    <a:pt x="384818" y="532399"/>
                  </a:lnTo>
                  <a:lnTo>
                    <a:pt x="384378" y="532515"/>
                  </a:lnTo>
                  <a:lnTo>
                    <a:pt x="384241" y="532732"/>
                  </a:lnTo>
                  <a:lnTo>
                    <a:pt x="383481" y="532383"/>
                  </a:lnTo>
                  <a:lnTo>
                    <a:pt x="383044" y="532417"/>
                  </a:lnTo>
                  <a:lnTo>
                    <a:pt x="382952" y="532709"/>
                  </a:lnTo>
                  <a:lnTo>
                    <a:pt x="382495" y="532908"/>
                  </a:lnTo>
                  <a:lnTo>
                    <a:pt x="382023" y="532866"/>
                  </a:lnTo>
                  <a:lnTo>
                    <a:pt x="381417" y="532914"/>
                  </a:lnTo>
                  <a:lnTo>
                    <a:pt x="381037" y="533040"/>
                  </a:lnTo>
                  <a:lnTo>
                    <a:pt x="380991" y="533345"/>
                  </a:lnTo>
                  <a:lnTo>
                    <a:pt x="380765" y="533745"/>
                  </a:lnTo>
                  <a:lnTo>
                    <a:pt x="380561" y="533655"/>
                  </a:lnTo>
                  <a:lnTo>
                    <a:pt x="380365" y="533341"/>
                  </a:lnTo>
                  <a:lnTo>
                    <a:pt x="379771" y="533614"/>
                  </a:lnTo>
                  <a:lnTo>
                    <a:pt x="379601" y="533730"/>
                  </a:lnTo>
                  <a:lnTo>
                    <a:pt x="378953" y="533828"/>
                  </a:lnTo>
                  <a:lnTo>
                    <a:pt x="378781" y="534035"/>
                  </a:lnTo>
                  <a:lnTo>
                    <a:pt x="378647" y="534354"/>
                  </a:lnTo>
                  <a:lnTo>
                    <a:pt x="378555" y="534569"/>
                  </a:lnTo>
                  <a:lnTo>
                    <a:pt x="378387" y="534830"/>
                  </a:lnTo>
                  <a:lnTo>
                    <a:pt x="378036" y="535027"/>
                  </a:lnTo>
                  <a:lnTo>
                    <a:pt x="377906" y="535004"/>
                  </a:lnTo>
                  <a:lnTo>
                    <a:pt x="377686" y="534986"/>
                  </a:lnTo>
                  <a:lnTo>
                    <a:pt x="377517" y="535215"/>
                  </a:lnTo>
                  <a:lnTo>
                    <a:pt x="377468" y="535429"/>
                  </a:lnTo>
                  <a:lnTo>
                    <a:pt x="377320" y="535667"/>
                  </a:lnTo>
                  <a:lnTo>
                    <a:pt x="376808" y="536104"/>
                  </a:lnTo>
                  <a:lnTo>
                    <a:pt x="376581" y="535916"/>
                  </a:lnTo>
                  <a:lnTo>
                    <a:pt x="376254" y="535875"/>
                  </a:lnTo>
                  <a:lnTo>
                    <a:pt x="375996" y="535691"/>
                  </a:lnTo>
                  <a:lnTo>
                    <a:pt x="376047" y="535317"/>
                  </a:lnTo>
                  <a:lnTo>
                    <a:pt x="376050" y="535043"/>
                  </a:lnTo>
                  <a:lnTo>
                    <a:pt x="376052" y="534896"/>
                  </a:lnTo>
                  <a:lnTo>
                    <a:pt x="375965" y="534606"/>
                  </a:lnTo>
                  <a:lnTo>
                    <a:pt x="375872" y="534350"/>
                  </a:lnTo>
                  <a:lnTo>
                    <a:pt x="375837" y="534207"/>
                  </a:lnTo>
                  <a:lnTo>
                    <a:pt x="375881" y="533950"/>
                  </a:lnTo>
                  <a:lnTo>
                    <a:pt x="376150" y="533855"/>
                  </a:lnTo>
                  <a:lnTo>
                    <a:pt x="376116" y="533598"/>
                  </a:lnTo>
                  <a:lnTo>
                    <a:pt x="375983" y="533397"/>
                  </a:lnTo>
                  <a:lnTo>
                    <a:pt x="375968" y="532947"/>
                  </a:lnTo>
                  <a:lnTo>
                    <a:pt x="376032" y="532577"/>
                  </a:lnTo>
                  <a:lnTo>
                    <a:pt x="375762" y="532451"/>
                  </a:lnTo>
                  <a:lnTo>
                    <a:pt x="375619" y="532362"/>
                  </a:lnTo>
                  <a:lnTo>
                    <a:pt x="375275" y="531903"/>
                  </a:lnTo>
                  <a:lnTo>
                    <a:pt x="375282" y="531749"/>
                  </a:lnTo>
                  <a:lnTo>
                    <a:pt x="375292" y="531547"/>
                  </a:lnTo>
                  <a:lnTo>
                    <a:pt x="375159" y="531293"/>
                  </a:lnTo>
                  <a:lnTo>
                    <a:pt x="375577" y="531285"/>
                  </a:lnTo>
                  <a:lnTo>
                    <a:pt x="375799" y="531224"/>
                  </a:lnTo>
                  <a:lnTo>
                    <a:pt x="375907" y="531066"/>
                  </a:lnTo>
                  <a:lnTo>
                    <a:pt x="375866" y="530828"/>
                  </a:lnTo>
                  <a:lnTo>
                    <a:pt x="375865" y="530669"/>
                  </a:lnTo>
                  <a:lnTo>
                    <a:pt x="376009" y="530596"/>
                  </a:lnTo>
                  <a:lnTo>
                    <a:pt x="376320" y="530530"/>
                  </a:lnTo>
                  <a:lnTo>
                    <a:pt x="376508" y="530490"/>
                  </a:lnTo>
                  <a:lnTo>
                    <a:pt x="376864" y="530495"/>
                  </a:lnTo>
                  <a:lnTo>
                    <a:pt x="377161" y="530245"/>
                  </a:lnTo>
                  <a:lnTo>
                    <a:pt x="377098" y="530019"/>
                  </a:lnTo>
                  <a:lnTo>
                    <a:pt x="376854" y="530020"/>
                  </a:lnTo>
                  <a:lnTo>
                    <a:pt x="376458" y="529986"/>
                  </a:lnTo>
                  <a:lnTo>
                    <a:pt x="375765" y="530170"/>
                  </a:lnTo>
                  <a:lnTo>
                    <a:pt x="375479" y="530131"/>
                  </a:lnTo>
                  <a:lnTo>
                    <a:pt x="375156" y="530087"/>
                  </a:lnTo>
                  <a:lnTo>
                    <a:pt x="375003" y="530036"/>
                  </a:lnTo>
                  <a:lnTo>
                    <a:pt x="374736" y="529947"/>
                  </a:lnTo>
                  <a:lnTo>
                    <a:pt x="374299" y="529593"/>
                  </a:lnTo>
                  <a:lnTo>
                    <a:pt x="374147" y="529648"/>
                  </a:lnTo>
                  <a:lnTo>
                    <a:pt x="373670" y="529718"/>
                  </a:lnTo>
                  <a:lnTo>
                    <a:pt x="373606" y="529440"/>
                  </a:lnTo>
                  <a:lnTo>
                    <a:pt x="373816" y="529281"/>
                  </a:lnTo>
                  <a:lnTo>
                    <a:pt x="373920" y="529130"/>
                  </a:lnTo>
                  <a:lnTo>
                    <a:pt x="374104" y="528863"/>
                  </a:lnTo>
                  <a:lnTo>
                    <a:pt x="374099" y="528684"/>
                  </a:lnTo>
                  <a:lnTo>
                    <a:pt x="373952" y="528091"/>
                  </a:lnTo>
                  <a:lnTo>
                    <a:pt x="374005" y="527898"/>
                  </a:lnTo>
                  <a:lnTo>
                    <a:pt x="373895" y="527758"/>
                  </a:lnTo>
                  <a:lnTo>
                    <a:pt x="373763" y="527213"/>
                  </a:lnTo>
                  <a:lnTo>
                    <a:pt x="373620" y="526665"/>
                  </a:lnTo>
                  <a:lnTo>
                    <a:pt x="373589" y="526434"/>
                  </a:lnTo>
                  <a:lnTo>
                    <a:pt x="373376" y="526199"/>
                  </a:lnTo>
                  <a:lnTo>
                    <a:pt x="373232" y="526011"/>
                  </a:lnTo>
                  <a:lnTo>
                    <a:pt x="373391" y="525523"/>
                  </a:lnTo>
                  <a:lnTo>
                    <a:pt x="374078" y="524997"/>
                  </a:lnTo>
                  <a:lnTo>
                    <a:pt x="374249" y="524928"/>
                  </a:lnTo>
                  <a:lnTo>
                    <a:pt x="374402" y="524947"/>
                  </a:lnTo>
                  <a:lnTo>
                    <a:pt x="374941" y="524938"/>
                  </a:lnTo>
                  <a:lnTo>
                    <a:pt x="375231" y="524377"/>
                  </a:lnTo>
                  <a:lnTo>
                    <a:pt x="375361" y="524263"/>
                  </a:lnTo>
                  <a:lnTo>
                    <a:pt x="375573" y="523973"/>
                  </a:lnTo>
                  <a:lnTo>
                    <a:pt x="375694" y="523737"/>
                  </a:lnTo>
                  <a:lnTo>
                    <a:pt x="375723" y="523303"/>
                  </a:lnTo>
                  <a:lnTo>
                    <a:pt x="375598" y="522984"/>
                  </a:lnTo>
                  <a:lnTo>
                    <a:pt x="375564" y="522821"/>
                  </a:lnTo>
                  <a:lnTo>
                    <a:pt x="375663" y="522450"/>
                  </a:lnTo>
                  <a:lnTo>
                    <a:pt x="375515" y="522162"/>
                  </a:lnTo>
                  <a:lnTo>
                    <a:pt x="375381" y="521843"/>
                  </a:lnTo>
                  <a:lnTo>
                    <a:pt x="375010" y="521309"/>
                  </a:lnTo>
                  <a:lnTo>
                    <a:pt x="375034" y="520988"/>
                  </a:lnTo>
                  <a:lnTo>
                    <a:pt x="375086" y="520673"/>
                  </a:lnTo>
                  <a:lnTo>
                    <a:pt x="374934" y="520387"/>
                  </a:lnTo>
                  <a:lnTo>
                    <a:pt x="373916" y="520168"/>
                  </a:lnTo>
                  <a:lnTo>
                    <a:pt x="373871" y="519841"/>
                  </a:lnTo>
                  <a:lnTo>
                    <a:pt x="372884" y="520600"/>
                  </a:lnTo>
                  <a:lnTo>
                    <a:pt x="372728" y="520807"/>
                  </a:lnTo>
                  <a:lnTo>
                    <a:pt x="372497" y="520838"/>
                  </a:lnTo>
                  <a:lnTo>
                    <a:pt x="372288" y="520760"/>
                  </a:lnTo>
                  <a:lnTo>
                    <a:pt x="371903" y="520683"/>
                  </a:lnTo>
                  <a:lnTo>
                    <a:pt x="371710" y="520698"/>
                  </a:lnTo>
                  <a:lnTo>
                    <a:pt x="371482" y="520638"/>
                  </a:lnTo>
                  <a:lnTo>
                    <a:pt x="371118" y="520564"/>
                  </a:lnTo>
                  <a:lnTo>
                    <a:pt x="370723" y="518400"/>
                  </a:lnTo>
                  <a:lnTo>
                    <a:pt x="370836" y="518189"/>
                  </a:lnTo>
                  <a:lnTo>
                    <a:pt x="371055" y="517582"/>
                  </a:lnTo>
                  <a:lnTo>
                    <a:pt x="371067" y="517352"/>
                  </a:lnTo>
                  <a:lnTo>
                    <a:pt x="370868" y="517071"/>
                  </a:lnTo>
                  <a:lnTo>
                    <a:pt x="370773" y="516695"/>
                  </a:lnTo>
                  <a:lnTo>
                    <a:pt x="370628" y="516719"/>
                  </a:lnTo>
                  <a:lnTo>
                    <a:pt x="369954" y="516585"/>
                  </a:lnTo>
                  <a:lnTo>
                    <a:pt x="369354" y="516674"/>
                  </a:lnTo>
                  <a:lnTo>
                    <a:pt x="368433" y="516529"/>
                  </a:lnTo>
                  <a:lnTo>
                    <a:pt x="367488" y="516059"/>
                  </a:lnTo>
                  <a:lnTo>
                    <a:pt x="367037" y="515903"/>
                  </a:lnTo>
                  <a:lnTo>
                    <a:pt x="366638" y="515731"/>
                  </a:lnTo>
                  <a:lnTo>
                    <a:pt x="366231" y="515741"/>
                  </a:lnTo>
                  <a:lnTo>
                    <a:pt x="365830" y="515736"/>
                  </a:lnTo>
                  <a:lnTo>
                    <a:pt x="365118" y="515192"/>
                  </a:lnTo>
                  <a:lnTo>
                    <a:pt x="365095" y="515008"/>
                  </a:lnTo>
                  <a:lnTo>
                    <a:pt x="364651" y="515030"/>
                  </a:lnTo>
                  <a:lnTo>
                    <a:pt x="364134" y="515605"/>
                  </a:lnTo>
                  <a:lnTo>
                    <a:pt x="363577" y="516195"/>
                  </a:lnTo>
                  <a:lnTo>
                    <a:pt x="362807" y="516698"/>
                  </a:lnTo>
                  <a:lnTo>
                    <a:pt x="362073" y="516717"/>
                  </a:lnTo>
                  <a:lnTo>
                    <a:pt x="361938" y="516747"/>
                  </a:lnTo>
                  <a:lnTo>
                    <a:pt x="361477" y="516885"/>
                  </a:lnTo>
                  <a:lnTo>
                    <a:pt x="361241" y="516892"/>
                  </a:lnTo>
                  <a:lnTo>
                    <a:pt x="361130" y="517491"/>
                  </a:lnTo>
                  <a:lnTo>
                    <a:pt x="361066" y="517704"/>
                  </a:lnTo>
                  <a:lnTo>
                    <a:pt x="360870" y="518552"/>
                  </a:lnTo>
                  <a:lnTo>
                    <a:pt x="360958" y="518771"/>
                  </a:lnTo>
                  <a:lnTo>
                    <a:pt x="361043" y="519048"/>
                  </a:lnTo>
                  <a:lnTo>
                    <a:pt x="361040" y="519245"/>
                  </a:lnTo>
                  <a:lnTo>
                    <a:pt x="360370" y="519707"/>
                  </a:lnTo>
                  <a:lnTo>
                    <a:pt x="360356" y="519926"/>
                  </a:lnTo>
                  <a:lnTo>
                    <a:pt x="360319" y="520102"/>
                  </a:lnTo>
                  <a:lnTo>
                    <a:pt x="360095" y="520272"/>
                  </a:lnTo>
                  <a:lnTo>
                    <a:pt x="359771" y="520680"/>
                  </a:lnTo>
                  <a:lnTo>
                    <a:pt x="359731" y="521348"/>
                  </a:lnTo>
                  <a:lnTo>
                    <a:pt x="359499" y="521289"/>
                  </a:lnTo>
                  <a:lnTo>
                    <a:pt x="359346" y="521305"/>
                  </a:lnTo>
                  <a:lnTo>
                    <a:pt x="358875" y="521189"/>
                  </a:lnTo>
                  <a:lnTo>
                    <a:pt x="358691" y="521348"/>
                  </a:lnTo>
                  <a:lnTo>
                    <a:pt x="358126" y="522020"/>
                  </a:lnTo>
                  <a:lnTo>
                    <a:pt x="357662" y="522351"/>
                  </a:lnTo>
                  <a:lnTo>
                    <a:pt x="357667" y="522540"/>
                  </a:lnTo>
                  <a:lnTo>
                    <a:pt x="357673" y="522771"/>
                  </a:lnTo>
                  <a:lnTo>
                    <a:pt x="357844" y="522987"/>
                  </a:lnTo>
                  <a:lnTo>
                    <a:pt x="358072" y="522967"/>
                  </a:lnTo>
                  <a:lnTo>
                    <a:pt x="358295" y="523117"/>
                  </a:lnTo>
                  <a:lnTo>
                    <a:pt x="358481" y="523516"/>
                  </a:lnTo>
                  <a:lnTo>
                    <a:pt x="358300" y="523560"/>
                  </a:lnTo>
                  <a:lnTo>
                    <a:pt x="357950" y="523600"/>
                  </a:lnTo>
                  <a:lnTo>
                    <a:pt x="357695" y="523707"/>
                  </a:lnTo>
                  <a:lnTo>
                    <a:pt x="357285" y="523775"/>
                  </a:lnTo>
                  <a:lnTo>
                    <a:pt x="356899" y="524173"/>
                  </a:lnTo>
                  <a:lnTo>
                    <a:pt x="356946" y="524408"/>
                  </a:lnTo>
                  <a:lnTo>
                    <a:pt x="356927" y="524629"/>
                  </a:lnTo>
                  <a:lnTo>
                    <a:pt x="356786" y="525031"/>
                  </a:lnTo>
                  <a:lnTo>
                    <a:pt x="356628" y="525068"/>
                  </a:lnTo>
                  <a:lnTo>
                    <a:pt x="356362" y="525323"/>
                  </a:lnTo>
                  <a:lnTo>
                    <a:pt x="356150" y="525329"/>
                  </a:lnTo>
                  <a:lnTo>
                    <a:pt x="356002" y="525383"/>
                  </a:lnTo>
                  <a:lnTo>
                    <a:pt x="355682" y="525475"/>
                  </a:lnTo>
                  <a:lnTo>
                    <a:pt x="355443" y="525569"/>
                  </a:lnTo>
                  <a:lnTo>
                    <a:pt x="354993" y="525619"/>
                  </a:lnTo>
                  <a:lnTo>
                    <a:pt x="354145" y="525698"/>
                  </a:lnTo>
                  <a:lnTo>
                    <a:pt x="353998" y="525699"/>
                  </a:lnTo>
                  <a:lnTo>
                    <a:pt x="353820" y="525740"/>
                  </a:lnTo>
                  <a:lnTo>
                    <a:pt x="353396" y="525593"/>
                  </a:lnTo>
                  <a:lnTo>
                    <a:pt x="353244" y="525624"/>
                  </a:lnTo>
                  <a:lnTo>
                    <a:pt x="352777" y="525719"/>
                  </a:lnTo>
                  <a:lnTo>
                    <a:pt x="352670" y="525538"/>
                  </a:lnTo>
                  <a:lnTo>
                    <a:pt x="352487" y="525780"/>
                  </a:lnTo>
                  <a:lnTo>
                    <a:pt x="352311" y="525969"/>
                  </a:lnTo>
                  <a:lnTo>
                    <a:pt x="352142" y="526039"/>
                  </a:lnTo>
                  <a:lnTo>
                    <a:pt x="351901" y="526077"/>
                  </a:lnTo>
                  <a:lnTo>
                    <a:pt x="351770" y="526198"/>
                  </a:lnTo>
                  <a:lnTo>
                    <a:pt x="351616" y="526208"/>
                  </a:lnTo>
                  <a:lnTo>
                    <a:pt x="351226" y="526563"/>
                  </a:lnTo>
                  <a:lnTo>
                    <a:pt x="350935" y="526530"/>
                  </a:lnTo>
                  <a:lnTo>
                    <a:pt x="350563" y="526486"/>
                  </a:lnTo>
                  <a:lnTo>
                    <a:pt x="350349" y="526236"/>
                  </a:lnTo>
                  <a:lnTo>
                    <a:pt x="350413" y="525909"/>
                  </a:lnTo>
                  <a:lnTo>
                    <a:pt x="350438" y="525539"/>
                  </a:lnTo>
                  <a:lnTo>
                    <a:pt x="350244" y="525554"/>
                  </a:lnTo>
                  <a:lnTo>
                    <a:pt x="350047" y="525599"/>
                  </a:lnTo>
                  <a:lnTo>
                    <a:pt x="349718" y="525784"/>
                  </a:lnTo>
                  <a:lnTo>
                    <a:pt x="349575" y="525763"/>
                  </a:lnTo>
                  <a:lnTo>
                    <a:pt x="349275" y="525905"/>
                  </a:lnTo>
                  <a:lnTo>
                    <a:pt x="349093" y="525936"/>
                  </a:lnTo>
                  <a:lnTo>
                    <a:pt x="348470" y="526171"/>
                  </a:lnTo>
                  <a:lnTo>
                    <a:pt x="348281" y="526345"/>
                  </a:lnTo>
                  <a:lnTo>
                    <a:pt x="347851" y="526513"/>
                  </a:lnTo>
                  <a:lnTo>
                    <a:pt x="347722" y="526519"/>
                  </a:lnTo>
                  <a:lnTo>
                    <a:pt x="347577" y="526566"/>
                  </a:lnTo>
                  <a:lnTo>
                    <a:pt x="347403" y="526493"/>
                  </a:lnTo>
                  <a:lnTo>
                    <a:pt x="347238" y="526577"/>
                  </a:lnTo>
                  <a:lnTo>
                    <a:pt x="347059" y="526624"/>
                  </a:lnTo>
                  <a:lnTo>
                    <a:pt x="346912" y="526803"/>
                  </a:lnTo>
                  <a:lnTo>
                    <a:pt x="346628" y="527012"/>
                  </a:lnTo>
                  <a:lnTo>
                    <a:pt x="346375" y="527161"/>
                  </a:lnTo>
                  <a:lnTo>
                    <a:pt x="346104" y="527425"/>
                  </a:lnTo>
                  <a:lnTo>
                    <a:pt x="345752" y="527741"/>
                  </a:lnTo>
                  <a:lnTo>
                    <a:pt x="345607" y="527863"/>
                  </a:lnTo>
                  <a:lnTo>
                    <a:pt x="344354" y="527946"/>
                  </a:lnTo>
                  <a:lnTo>
                    <a:pt x="344214" y="527930"/>
                  </a:lnTo>
                  <a:lnTo>
                    <a:pt x="344070" y="527850"/>
                  </a:lnTo>
                  <a:lnTo>
                    <a:pt x="343680" y="527928"/>
                  </a:lnTo>
                  <a:lnTo>
                    <a:pt x="343101" y="528348"/>
                  </a:lnTo>
                  <a:lnTo>
                    <a:pt x="342732" y="528448"/>
                  </a:lnTo>
                  <a:lnTo>
                    <a:pt x="342540" y="528623"/>
                  </a:lnTo>
                  <a:lnTo>
                    <a:pt x="342321" y="528862"/>
                  </a:lnTo>
                  <a:lnTo>
                    <a:pt x="342090" y="528816"/>
                  </a:lnTo>
                  <a:lnTo>
                    <a:pt x="341796" y="528598"/>
                  </a:lnTo>
                  <a:lnTo>
                    <a:pt x="341330" y="528029"/>
                  </a:lnTo>
                  <a:lnTo>
                    <a:pt x="341302" y="527677"/>
                  </a:lnTo>
                  <a:lnTo>
                    <a:pt x="341214" y="527268"/>
                  </a:lnTo>
                  <a:lnTo>
                    <a:pt x="340556" y="526519"/>
                  </a:lnTo>
                  <a:lnTo>
                    <a:pt x="340248" y="526394"/>
                  </a:lnTo>
                  <a:lnTo>
                    <a:pt x="339996" y="526327"/>
                  </a:lnTo>
                  <a:lnTo>
                    <a:pt x="339749" y="526333"/>
                  </a:lnTo>
                  <a:lnTo>
                    <a:pt x="339600" y="526616"/>
                  </a:lnTo>
                  <a:lnTo>
                    <a:pt x="339405" y="526783"/>
                  </a:lnTo>
                  <a:lnTo>
                    <a:pt x="339009" y="526825"/>
                  </a:lnTo>
                  <a:lnTo>
                    <a:pt x="338813" y="526649"/>
                  </a:lnTo>
                  <a:lnTo>
                    <a:pt x="338685" y="526426"/>
                  </a:lnTo>
                  <a:lnTo>
                    <a:pt x="338658" y="526268"/>
                  </a:lnTo>
                  <a:lnTo>
                    <a:pt x="338572" y="526120"/>
                  </a:lnTo>
                  <a:lnTo>
                    <a:pt x="338474" y="525878"/>
                  </a:lnTo>
                  <a:lnTo>
                    <a:pt x="338041" y="525588"/>
                  </a:lnTo>
                  <a:lnTo>
                    <a:pt x="337591" y="525608"/>
                  </a:lnTo>
                  <a:lnTo>
                    <a:pt x="337440" y="525488"/>
                  </a:lnTo>
                  <a:lnTo>
                    <a:pt x="337201" y="525078"/>
                  </a:lnTo>
                  <a:lnTo>
                    <a:pt x="336889" y="525013"/>
                  </a:lnTo>
                  <a:lnTo>
                    <a:pt x="336625" y="524654"/>
                  </a:lnTo>
                  <a:lnTo>
                    <a:pt x="336572" y="524479"/>
                  </a:lnTo>
                  <a:lnTo>
                    <a:pt x="336259" y="524116"/>
                  </a:lnTo>
                  <a:lnTo>
                    <a:pt x="335574" y="523961"/>
                  </a:lnTo>
                  <a:lnTo>
                    <a:pt x="335211" y="523653"/>
                  </a:lnTo>
                  <a:lnTo>
                    <a:pt x="335075" y="523640"/>
                  </a:lnTo>
                  <a:lnTo>
                    <a:pt x="334786" y="523284"/>
                  </a:lnTo>
                  <a:lnTo>
                    <a:pt x="334693" y="523085"/>
                  </a:lnTo>
                  <a:lnTo>
                    <a:pt x="334411" y="522842"/>
                  </a:lnTo>
                  <a:lnTo>
                    <a:pt x="334208" y="522864"/>
                  </a:lnTo>
                  <a:lnTo>
                    <a:pt x="333706" y="522830"/>
                  </a:lnTo>
                  <a:lnTo>
                    <a:pt x="333533" y="522472"/>
                  </a:lnTo>
                  <a:lnTo>
                    <a:pt x="333539" y="522296"/>
                  </a:lnTo>
                  <a:lnTo>
                    <a:pt x="333256" y="522178"/>
                  </a:lnTo>
                  <a:lnTo>
                    <a:pt x="333107" y="522047"/>
                  </a:lnTo>
                  <a:lnTo>
                    <a:pt x="333157" y="521834"/>
                  </a:lnTo>
                  <a:lnTo>
                    <a:pt x="333145" y="521533"/>
                  </a:lnTo>
                  <a:lnTo>
                    <a:pt x="332887" y="521225"/>
                  </a:lnTo>
                  <a:lnTo>
                    <a:pt x="332882" y="520642"/>
                  </a:lnTo>
                  <a:lnTo>
                    <a:pt x="332645" y="520359"/>
                  </a:lnTo>
                  <a:lnTo>
                    <a:pt x="332478" y="520173"/>
                  </a:lnTo>
                  <a:lnTo>
                    <a:pt x="332270" y="519931"/>
                  </a:lnTo>
                  <a:lnTo>
                    <a:pt x="332223" y="519666"/>
                  </a:lnTo>
                  <a:lnTo>
                    <a:pt x="331734" y="519213"/>
                  </a:lnTo>
                  <a:lnTo>
                    <a:pt x="331363" y="519139"/>
                  </a:lnTo>
                  <a:lnTo>
                    <a:pt x="331042" y="519037"/>
                  </a:lnTo>
                  <a:lnTo>
                    <a:pt x="330684" y="518950"/>
                  </a:lnTo>
                  <a:lnTo>
                    <a:pt x="330331" y="518751"/>
                  </a:lnTo>
                  <a:lnTo>
                    <a:pt x="330147" y="518640"/>
                  </a:lnTo>
                  <a:lnTo>
                    <a:pt x="329768" y="518413"/>
                  </a:lnTo>
                  <a:lnTo>
                    <a:pt x="329573" y="518295"/>
                  </a:lnTo>
                  <a:lnTo>
                    <a:pt x="329313" y="518110"/>
                  </a:lnTo>
                  <a:lnTo>
                    <a:pt x="329076" y="517769"/>
                  </a:lnTo>
                  <a:lnTo>
                    <a:pt x="329365" y="517476"/>
                  </a:lnTo>
                  <a:lnTo>
                    <a:pt x="329675" y="517364"/>
                  </a:lnTo>
                  <a:lnTo>
                    <a:pt x="330132" y="517318"/>
                  </a:lnTo>
                  <a:lnTo>
                    <a:pt x="330495" y="517348"/>
                  </a:lnTo>
                  <a:lnTo>
                    <a:pt x="330796" y="517311"/>
                  </a:lnTo>
                  <a:lnTo>
                    <a:pt x="331051" y="517199"/>
                  </a:lnTo>
                  <a:lnTo>
                    <a:pt x="331202" y="517198"/>
                  </a:lnTo>
                  <a:lnTo>
                    <a:pt x="331907" y="517335"/>
                  </a:lnTo>
                  <a:lnTo>
                    <a:pt x="332106" y="517442"/>
                  </a:lnTo>
                  <a:lnTo>
                    <a:pt x="332381" y="517498"/>
                  </a:lnTo>
                  <a:lnTo>
                    <a:pt x="332797" y="517432"/>
                  </a:lnTo>
                  <a:lnTo>
                    <a:pt x="332958" y="517230"/>
                  </a:lnTo>
                  <a:lnTo>
                    <a:pt x="333153" y="517025"/>
                  </a:lnTo>
                  <a:lnTo>
                    <a:pt x="333438" y="517012"/>
                  </a:lnTo>
                  <a:lnTo>
                    <a:pt x="333619" y="516913"/>
                  </a:lnTo>
                  <a:lnTo>
                    <a:pt x="333835" y="516436"/>
                  </a:lnTo>
                  <a:lnTo>
                    <a:pt x="333848" y="515930"/>
                  </a:lnTo>
                  <a:lnTo>
                    <a:pt x="333856" y="515310"/>
                  </a:lnTo>
                  <a:lnTo>
                    <a:pt x="334682" y="515090"/>
                  </a:lnTo>
                  <a:lnTo>
                    <a:pt x="335280" y="514887"/>
                  </a:lnTo>
                  <a:lnTo>
                    <a:pt x="335484" y="514510"/>
                  </a:lnTo>
                  <a:lnTo>
                    <a:pt x="335486" y="514069"/>
                  </a:lnTo>
                  <a:lnTo>
                    <a:pt x="335713" y="514097"/>
                  </a:lnTo>
                  <a:lnTo>
                    <a:pt x="336049" y="514180"/>
                  </a:lnTo>
                  <a:lnTo>
                    <a:pt x="336314" y="513918"/>
                  </a:lnTo>
                  <a:lnTo>
                    <a:pt x="336263" y="513105"/>
                  </a:lnTo>
                  <a:lnTo>
                    <a:pt x="336114" y="513027"/>
                  </a:lnTo>
                  <a:lnTo>
                    <a:pt x="335954" y="512802"/>
                  </a:lnTo>
                  <a:lnTo>
                    <a:pt x="335963" y="512537"/>
                  </a:lnTo>
                  <a:lnTo>
                    <a:pt x="336018" y="512203"/>
                  </a:lnTo>
                  <a:lnTo>
                    <a:pt x="336227" y="511774"/>
                  </a:lnTo>
                  <a:lnTo>
                    <a:pt x="336423" y="511372"/>
                  </a:lnTo>
                  <a:lnTo>
                    <a:pt x="336632" y="511138"/>
                  </a:lnTo>
                  <a:lnTo>
                    <a:pt x="336260" y="510885"/>
                  </a:lnTo>
                  <a:lnTo>
                    <a:pt x="335895" y="511130"/>
                  </a:lnTo>
                  <a:lnTo>
                    <a:pt x="335356" y="511254"/>
                  </a:lnTo>
                  <a:lnTo>
                    <a:pt x="334885" y="511168"/>
                  </a:lnTo>
                  <a:lnTo>
                    <a:pt x="334585" y="510997"/>
                  </a:lnTo>
                  <a:lnTo>
                    <a:pt x="334342" y="510856"/>
                  </a:lnTo>
                  <a:lnTo>
                    <a:pt x="334229" y="510617"/>
                  </a:lnTo>
                  <a:lnTo>
                    <a:pt x="334160" y="510219"/>
                  </a:lnTo>
                  <a:lnTo>
                    <a:pt x="333904" y="509821"/>
                  </a:lnTo>
                  <a:lnTo>
                    <a:pt x="333862" y="509630"/>
                  </a:lnTo>
                  <a:lnTo>
                    <a:pt x="334257" y="509359"/>
                  </a:lnTo>
                  <a:lnTo>
                    <a:pt x="334691" y="509124"/>
                  </a:lnTo>
                  <a:lnTo>
                    <a:pt x="335319" y="509054"/>
                  </a:lnTo>
                  <a:lnTo>
                    <a:pt x="335477" y="509096"/>
                  </a:lnTo>
                  <a:lnTo>
                    <a:pt x="335648" y="509053"/>
                  </a:lnTo>
                  <a:lnTo>
                    <a:pt x="335904" y="508928"/>
                  </a:lnTo>
                  <a:lnTo>
                    <a:pt x="336270" y="508451"/>
                  </a:lnTo>
                  <a:lnTo>
                    <a:pt x="336334" y="507953"/>
                  </a:lnTo>
                  <a:lnTo>
                    <a:pt x="336653" y="507545"/>
                  </a:lnTo>
                  <a:lnTo>
                    <a:pt x="336877" y="507333"/>
                  </a:lnTo>
                  <a:lnTo>
                    <a:pt x="336952" y="507067"/>
                  </a:lnTo>
                  <a:lnTo>
                    <a:pt x="336288" y="506714"/>
                  </a:lnTo>
                  <a:lnTo>
                    <a:pt x="335881" y="506400"/>
                  </a:lnTo>
                  <a:lnTo>
                    <a:pt x="335929" y="506197"/>
                  </a:lnTo>
                  <a:lnTo>
                    <a:pt x="336023" y="506056"/>
                  </a:lnTo>
                  <a:lnTo>
                    <a:pt x="336139" y="505772"/>
                  </a:lnTo>
                  <a:lnTo>
                    <a:pt x="335452" y="505557"/>
                  </a:lnTo>
                  <a:lnTo>
                    <a:pt x="335116" y="505635"/>
                  </a:lnTo>
                  <a:lnTo>
                    <a:pt x="334685" y="505778"/>
                  </a:lnTo>
                  <a:lnTo>
                    <a:pt x="334282" y="505799"/>
                  </a:lnTo>
                  <a:lnTo>
                    <a:pt x="334151" y="505739"/>
                  </a:lnTo>
                  <a:lnTo>
                    <a:pt x="334125" y="505567"/>
                  </a:lnTo>
                  <a:lnTo>
                    <a:pt x="334083" y="505292"/>
                  </a:lnTo>
                  <a:lnTo>
                    <a:pt x="333769" y="504759"/>
                  </a:lnTo>
                  <a:lnTo>
                    <a:pt x="333470" y="504355"/>
                  </a:lnTo>
                  <a:lnTo>
                    <a:pt x="333412" y="503944"/>
                  </a:lnTo>
                  <a:lnTo>
                    <a:pt x="333376" y="503684"/>
                  </a:lnTo>
                  <a:lnTo>
                    <a:pt x="333405" y="503294"/>
                  </a:lnTo>
                  <a:lnTo>
                    <a:pt x="333353" y="503145"/>
                  </a:lnTo>
                  <a:lnTo>
                    <a:pt x="333164" y="502762"/>
                  </a:lnTo>
                  <a:lnTo>
                    <a:pt x="332962" y="502491"/>
                  </a:lnTo>
                  <a:lnTo>
                    <a:pt x="332500" y="502232"/>
                  </a:lnTo>
                  <a:lnTo>
                    <a:pt x="332175" y="502222"/>
                  </a:lnTo>
                  <a:lnTo>
                    <a:pt x="331927" y="502198"/>
                  </a:lnTo>
                  <a:lnTo>
                    <a:pt x="331635" y="502241"/>
                  </a:lnTo>
                  <a:lnTo>
                    <a:pt x="331349" y="502225"/>
                  </a:lnTo>
                  <a:lnTo>
                    <a:pt x="331199" y="502330"/>
                  </a:lnTo>
                  <a:lnTo>
                    <a:pt x="330798" y="502648"/>
                  </a:lnTo>
                  <a:lnTo>
                    <a:pt x="330660" y="502821"/>
                  </a:lnTo>
                  <a:lnTo>
                    <a:pt x="330244" y="503441"/>
                  </a:lnTo>
                  <a:lnTo>
                    <a:pt x="329915" y="503769"/>
                  </a:lnTo>
                  <a:lnTo>
                    <a:pt x="329569" y="503819"/>
                  </a:lnTo>
                  <a:lnTo>
                    <a:pt x="329378" y="503823"/>
                  </a:lnTo>
                  <a:lnTo>
                    <a:pt x="328756" y="503601"/>
                  </a:lnTo>
                  <a:lnTo>
                    <a:pt x="328721" y="503344"/>
                  </a:lnTo>
                  <a:lnTo>
                    <a:pt x="329113" y="502559"/>
                  </a:lnTo>
                  <a:lnTo>
                    <a:pt x="328789" y="502451"/>
                  </a:lnTo>
                  <a:lnTo>
                    <a:pt x="328493" y="502086"/>
                  </a:lnTo>
                  <a:lnTo>
                    <a:pt x="328454" y="501844"/>
                  </a:lnTo>
                  <a:lnTo>
                    <a:pt x="328021" y="501065"/>
                  </a:lnTo>
                  <a:lnTo>
                    <a:pt x="327907" y="500719"/>
                  </a:lnTo>
                  <a:lnTo>
                    <a:pt x="327655" y="500149"/>
                  </a:lnTo>
                  <a:lnTo>
                    <a:pt x="327803" y="499246"/>
                  </a:lnTo>
                  <a:lnTo>
                    <a:pt x="327079" y="498933"/>
                  </a:lnTo>
                  <a:lnTo>
                    <a:pt x="326984" y="498574"/>
                  </a:lnTo>
                  <a:lnTo>
                    <a:pt x="327079" y="498148"/>
                  </a:lnTo>
                  <a:lnTo>
                    <a:pt x="327310" y="497934"/>
                  </a:lnTo>
                  <a:lnTo>
                    <a:pt x="327609" y="497601"/>
                  </a:lnTo>
                  <a:lnTo>
                    <a:pt x="327607" y="497364"/>
                  </a:lnTo>
                  <a:lnTo>
                    <a:pt x="327558" y="497131"/>
                  </a:lnTo>
                  <a:lnTo>
                    <a:pt x="327497" y="496986"/>
                  </a:lnTo>
                  <a:lnTo>
                    <a:pt x="327326" y="496663"/>
                  </a:lnTo>
                  <a:lnTo>
                    <a:pt x="327272" y="496526"/>
                  </a:lnTo>
                  <a:lnTo>
                    <a:pt x="327221" y="496387"/>
                  </a:lnTo>
                  <a:lnTo>
                    <a:pt x="327628" y="495399"/>
                  </a:lnTo>
                  <a:lnTo>
                    <a:pt x="327549" y="494869"/>
                  </a:lnTo>
                  <a:lnTo>
                    <a:pt x="327378" y="494513"/>
                  </a:lnTo>
                  <a:lnTo>
                    <a:pt x="327257" y="494185"/>
                  </a:lnTo>
                  <a:lnTo>
                    <a:pt x="327135" y="493175"/>
                  </a:lnTo>
                  <a:lnTo>
                    <a:pt x="326643" y="492760"/>
                  </a:lnTo>
                  <a:lnTo>
                    <a:pt x="326608" y="492552"/>
                  </a:lnTo>
                  <a:lnTo>
                    <a:pt x="326839" y="491727"/>
                  </a:lnTo>
                  <a:lnTo>
                    <a:pt x="327336" y="491435"/>
                  </a:lnTo>
                  <a:lnTo>
                    <a:pt x="327713" y="491448"/>
                  </a:lnTo>
                  <a:lnTo>
                    <a:pt x="327861" y="491494"/>
                  </a:lnTo>
                  <a:lnTo>
                    <a:pt x="328755" y="491469"/>
                  </a:lnTo>
                  <a:lnTo>
                    <a:pt x="329131" y="491239"/>
                  </a:lnTo>
                  <a:lnTo>
                    <a:pt x="330016" y="491348"/>
                  </a:lnTo>
                  <a:lnTo>
                    <a:pt x="330368" y="490633"/>
                  </a:lnTo>
                  <a:lnTo>
                    <a:pt x="330853" y="490198"/>
                  </a:lnTo>
                  <a:lnTo>
                    <a:pt x="331338" y="490421"/>
                  </a:lnTo>
                  <a:lnTo>
                    <a:pt x="332063" y="489635"/>
                  </a:lnTo>
                  <a:lnTo>
                    <a:pt x="332232" y="489257"/>
                  </a:lnTo>
                  <a:lnTo>
                    <a:pt x="332487" y="488590"/>
                  </a:lnTo>
                  <a:lnTo>
                    <a:pt x="332733" y="488310"/>
                  </a:lnTo>
                  <a:lnTo>
                    <a:pt x="333428" y="488081"/>
                  </a:lnTo>
                  <a:lnTo>
                    <a:pt x="333572" y="488096"/>
                  </a:lnTo>
                  <a:lnTo>
                    <a:pt x="333845" y="488149"/>
                  </a:lnTo>
                  <a:lnTo>
                    <a:pt x="334214" y="488202"/>
                  </a:lnTo>
                  <a:lnTo>
                    <a:pt x="334687" y="487784"/>
                  </a:lnTo>
                  <a:lnTo>
                    <a:pt x="334735" y="487651"/>
                  </a:lnTo>
                  <a:lnTo>
                    <a:pt x="334946" y="486769"/>
                  </a:lnTo>
                  <a:lnTo>
                    <a:pt x="335122" y="486677"/>
                  </a:lnTo>
                  <a:lnTo>
                    <a:pt x="334925" y="486537"/>
                  </a:lnTo>
                  <a:lnTo>
                    <a:pt x="334084" y="485897"/>
                  </a:lnTo>
                  <a:lnTo>
                    <a:pt x="333872" y="485869"/>
                  </a:lnTo>
                  <a:lnTo>
                    <a:pt x="333609" y="485893"/>
                  </a:lnTo>
                  <a:lnTo>
                    <a:pt x="332891" y="485518"/>
                  </a:lnTo>
                  <a:lnTo>
                    <a:pt x="332248" y="485515"/>
                  </a:lnTo>
                  <a:lnTo>
                    <a:pt x="332080" y="485565"/>
                  </a:lnTo>
                  <a:lnTo>
                    <a:pt x="331681" y="485650"/>
                  </a:lnTo>
                  <a:lnTo>
                    <a:pt x="331495" y="485723"/>
                  </a:lnTo>
                  <a:lnTo>
                    <a:pt x="331153" y="485884"/>
                  </a:lnTo>
                  <a:lnTo>
                    <a:pt x="330729" y="486202"/>
                  </a:lnTo>
                  <a:lnTo>
                    <a:pt x="330554" y="486494"/>
                  </a:lnTo>
                  <a:lnTo>
                    <a:pt x="330172" y="487026"/>
                  </a:lnTo>
                  <a:lnTo>
                    <a:pt x="329215" y="486854"/>
                  </a:lnTo>
                  <a:lnTo>
                    <a:pt x="329291" y="486505"/>
                  </a:lnTo>
                  <a:lnTo>
                    <a:pt x="328451" y="486249"/>
                  </a:lnTo>
                  <a:lnTo>
                    <a:pt x="328291" y="486324"/>
                  </a:lnTo>
                  <a:lnTo>
                    <a:pt x="327994" y="486366"/>
                  </a:lnTo>
                  <a:lnTo>
                    <a:pt x="327865" y="486307"/>
                  </a:lnTo>
                  <a:lnTo>
                    <a:pt x="327726" y="486193"/>
                  </a:lnTo>
                  <a:lnTo>
                    <a:pt x="327491" y="485848"/>
                  </a:lnTo>
                  <a:lnTo>
                    <a:pt x="327293" y="485543"/>
                  </a:lnTo>
                  <a:lnTo>
                    <a:pt x="327188" y="485381"/>
                  </a:lnTo>
                  <a:lnTo>
                    <a:pt x="327051" y="484935"/>
                  </a:lnTo>
                  <a:lnTo>
                    <a:pt x="326442" y="485288"/>
                  </a:lnTo>
                  <a:lnTo>
                    <a:pt x="326375" y="485663"/>
                  </a:lnTo>
                  <a:lnTo>
                    <a:pt x="326166" y="485984"/>
                  </a:lnTo>
                  <a:lnTo>
                    <a:pt x="325903" y="486114"/>
                  </a:lnTo>
                  <a:lnTo>
                    <a:pt x="325622" y="486104"/>
                  </a:lnTo>
                  <a:lnTo>
                    <a:pt x="325368" y="486038"/>
                  </a:lnTo>
                  <a:lnTo>
                    <a:pt x="325216" y="485999"/>
                  </a:lnTo>
                  <a:lnTo>
                    <a:pt x="325016" y="485997"/>
                  </a:lnTo>
                  <a:lnTo>
                    <a:pt x="324735" y="486036"/>
                  </a:lnTo>
                  <a:lnTo>
                    <a:pt x="324104" y="486205"/>
                  </a:lnTo>
                  <a:lnTo>
                    <a:pt x="323783" y="486137"/>
                  </a:lnTo>
                  <a:lnTo>
                    <a:pt x="323449" y="486030"/>
                  </a:lnTo>
                  <a:lnTo>
                    <a:pt x="322743" y="485869"/>
                  </a:lnTo>
                  <a:lnTo>
                    <a:pt x="322549" y="485926"/>
                  </a:lnTo>
                  <a:lnTo>
                    <a:pt x="322241" y="485902"/>
                  </a:lnTo>
                  <a:lnTo>
                    <a:pt x="322105" y="485892"/>
                  </a:lnTo>
                  <a:lnTo>
                    <a:pt x="321966" y="485965"/>
                  </a:lnTo>
                  <a:lnTo>
                    <a:pt x="321769" y="486027"/>
                  </a:lnTo>
                  <a:lnTo>
                    <a:pt x="321598" y="486042"/>
                  </a:lnTo>
                  <a:lnTo>
                    <a:pt x="321158" y="485990"/>
                  </a:lnTo>
                  <a:lnTo>
                    <a:pt x="320731" y="486102"/>
                  </a:lnTo>
                  <a:lnTo>
                    <a:pt x="320435" y="486321"/>
                  </a:lnTo>
                  <a:lnTo>
                    <a:pt x="320307" y="486534"/>
                  </a:lnTo>
                  <a:lnTo>
                    <a:pt x="320229" y="486835"/>
                  </a:lnTo>
                  <a:lnTo>
                    <a:pt x="320162" y="487090"/>
                  </a:lnTo>
                  <a:lnTo>
                    <a:pt x="320170" y="487367"/>
                  </a:lnTo>
                  <a:lnTo>
                    <a:pt x="319966" y="487589"/>
                  </a:lnTo>
                  <a:lnTo>
                    <a:pt x="319217" y="487853"/>
                  </a:lnTo>
                  <a:lnTo>
                    <a:pt x="319026" y="487746"/>
                  </a:lnTo>
                  <a:lnTo>
                    <a:pt x="318794" y="487449"/>
                  </a:lnTo>
                  <a:lnTo>
                    <a:pt x="318607" y="487069"/>
                  </a:lnTo>
                  <a:lnTo>
                    <a:pt x="318250" y="486823"/>
                  </a:lnTo>
                  <a:lnTo>
                    <a:pt x="318021" y="486623"/>
                  </a:lnTo>
                  <a:lnTo>
                    <a:pt x="317739" y="486553"/>
                  </a:lnTo>
                  <a:lnTo>
                    <a:pt x="317599" y="486568"/>
                  </a:lnTo>
                  <a:lnTo>
                    <a:pt x="317152" y="486611"/>
                  </a:lnTo>
                  <a:lnTo>
                    <a:pt x="316630" y="486762"/>
                  </a:lnTo>
                  <a:lnTo>
                    <a:pt x="316188" y="486858"/>
                  </a:lnTo>
                  <a:lnTo>
                    <a:pt x="315849" y="486965"/>
                  </a:lnTo>
                  <a:lnTo>
                    <a:pt x="315528" y="487003"/>
                  </a:lnTo>
                  <a:lnTo>
                    <a:pt x="315342" y="487066"/>
                  </a:lnTo>
                  <a:lnTo>
                    <a:pt x="314502" y="487423"/>
                  </a:lnTo>
                  <a:lnTo>
                    <a:pt x="314106" y="487423"/>
                  </a:lnTo>
                  <a:lnTo>
                    <a:pt x="312795" y="487957"/>
                  </a:lnTo>
                  <a:lnTo>
                    <a:pt x="312103" y="487693"/>
                  </a:lnTo>
                  <a:lnTo>
                    <a:pt x="312079" y="487487"/>
                  </a:lnTo>
                  <a:lnTo>
                    <a:pt x="311777" y="486692"/>
                  </a:lnTo>
                  <a:lnTo>
                    <a:pt x="310484" y="486524"/>
                  </a:lnTo>
                  <a:lnTo>
                    <a:pt x="309869" y="486946"/>
                  </a:lnTo>
                  <a:lnTo>
                    <a:pt x="309387" y="486838"/>
                  </a:lnTo>
                  <a:lnTo>
                    <a:pt x="308897" y="485036"/>
                  </a:lnTo>
                  <a:lnTo>
                    <a:pt x="308403" y="484406"/>
                  </a:lnTo>
                  <a:lnTo>
                    <a:pt x="307649" y="484761"/>
                  </a:lnTo>
                  <a:lnTo>
                    <a:pt x="307486" y="485025"/>
                  </a:lnTo>
                  <a:lnTo>
                    <a:pt x="307370" y="485421"/>
                  </a:lnTo>
                  <a:lnTo>
                    <a:pt x="307499" y="485940"/>
                  </a:lnTo>
                  <a:lnTo>
                    <a:pt x="307090" y="486961"/>
                  </a:lnTo>
                  <a:lnTo>
                    <a:pt x="307051" y="487385"/>
                  </a:lnTo>
                  <a:lnTo>
                    <a:pt x="307184" y="488941"/>
                  </a:lnTo>
                  <a:lnTo>
                    <a:pt x="306869" y="489201"/>
                  </a:lnTo>
                  <a:lnTo>
                    <a:pt x="306385" y="489635"/>
                  </a:lnTo>
                  <a:lnTo>
                    <a:pt x="306164" y="489788"/>
                  </a:lnTo>
                  <a:lnTo>
                    <a:pt x="305790" y="489909"/>
                  </a:lnTo>
                  <a:lnTo>
                    <a:pt x="305490" y="490148"/>
                  </a:lnTo>
                  <a:lnTo>
                    <a:pt x="305500" y="490478"/>
                  </a:lnTo>
                  <a:lnTo>
                    <a:pt x="305640" y="490878"/>
                  </a:lnTo>
                  <a:lnTo>
                    <a:pt x="305413" y="491759"/>
                  </a:lnTo>
                  <a:lnTo>
                    <a:pt x="304985" y="491922"/>
                  </a:lnTo>
                  <a:lnTo>
                    <a:pt x="304842" y="491973"/>
                  </a:lnTo>
                  <a:lnTo>
                    <a:pt x="304638" y="492209"/>
                  </a:lnTo>
                  <a:lnTo>
                    <a:pt x="305226" y="493068"/>
                  </a:lnTo>
                  <a:lnTo>
                    <a:pt x="305699" y="493446"/>
                  </a:lnTo>
                  <a:lnTo>
                    <a:pt x="306052" y="493807"/>
                  </a:lnTo>
                  <a:lnTo>
                    <a:pt x="306293" y="494382"/>
                  </a:lnTo>
                  <a:lnTo>
                    <a:pt x="306432" y="494661"/>
                  </a:lnTo>
                  <a:lnTo>
                    <a:pt x="306796" y="495317"/>
                  </a:lnTo>
                  <a:lnTo>
                    <a:pt x="306913" y="495697"/>
                  </a:lnTo>
                  <a:lnTo>
                    <a:pt x="306894" y="495986"/>
                  </a:lnTo>
                  <a:lnTo>
                    <a:pt x="306865" y="496227"/>
                  </a:lnTo>
                  <a:lnTo>
                    <a:pt x="306916" y="496894"/>
                  </a:lnTo>
                  <a:lnTo>
                    <a:pt x="307018" y="497103"/>
                  </a:lnTo>
                  <a:lnTo>
                    <a:pt x="307279" y="497635"/>
                  </a:lnTo>
                  <a:lnTo>
                    <a:pt x="307382" y="497813"/>
                  </a:lnTo>
                  <a:lnTo>
                    <a:pt x="307624" y="498130"/>
                  </a:lnTo>
                  <a:lnTo>
                    <a:pt x="307973" y="498553"/>
                  </a:lnTo>
                  <a:lnTo>
                    <a:pt x="308137" y="498936"/>
                  </a:lnTo>
                  <a:lnTo>
                    <a:pt x="308220" y="499228"/>
                  </a:lnTo>
                  <a:lnTo>
                    <a:pt x="308317" y="499647"/>
                  </a:lnTo>
                  <a:lnTo>
                    <a:pt x="308315" y="499848"/>
                  </a:lnTo>
                  <a:lnTo>
                    <a:pt x="308250" y="500344"/>
                  </a:lnTo>
                  <a:lnTo>
                    <a:pt x="308190" y="500490"/>
                  </a:lnTo>
                  <a:lnTo>
                    <a:pt x="308061" y="500938"/>
                  </a:lnTo>
                  <a:lnTo>
                    <a:pt x="308026" y="501323"/>
                  </a:lnTo>
                  <a:lnTo>
                    <a:pt x="308244" y="501743"/>
                  </a:lnTo>
                  <a:lnTo>
                    <a:pt x="308611" y="502213"/>
                  </a:lnTo>
                  <a:lnTo>
                    <a:pt x="308784" y="502463"/>
                  </a:lnTo>
                  <a:lnTo>
                    <a:pt x="308902" y="502643"/>
                  </a:lnTo>
                  <a:lnTo>
                    <a:pt x="309095" y="503627"/>
                  </a:lnTo>
                  <a:lnTo>
                    <a:pt x="308561" y="504241"/>
                  </a:lnTo>
                  <a:lnTo>
                    <a:pt x="308416" y="504310"/>
                  </a:lnTo>
                  <a:lnTo>
                    <a:pt x="308284" y="504372"/>
                  </a:lnTo>
                  <a:lnTo>
                    <a:pt x="308062" y="504502"/>
                  </a:lnTo>
                  <a:lnTo>
                    <a:pt x="307488" y="504944"/>
                  </a:lnTo>
                  <a:lnTo>
                    <a:pt x="306806" y="505034"/>
                  </a:lnTo>
                  <a:lnTo>
                    <a:pt x="306437" y="505683"/>
                  </a:lnTo>
                  <a:lnTo>
                    <a:pt x="306037" y="506070"/>
                  </a:lnTo>
                  <a:lnTo>
                    <a:pt x="305851" y="506120"/>
                  </a:lnTo>
                  <a:lnTo>
                    <a:pt x="305467" y="506256"/>
                  </a:lnTo>
                  <a:lnTo>
                    <a:pt x="305019" y="506486"/>
                  </a:lnTo>
                  <a:lnTo>
                    <a:pt x="304634" y="507078"/>
                  </a:lnTo>
                  <a:lnTo>
                    <a:pt x="304421" y="507413"/>
                  </a:lnTo>
                  <a:lnTo>
                    <a:pt x="304058" y="507771"/>
                  </a:lnTo>
                  <a:lnTo>
                    <a:pt x="303490" y="507718"/>
                  </a:lnTo>
                  <a:lnTo>
                    <a:pt x="302908" y="507575"/>
                  </a:lnTo>
                  <a:lnTo>
                    <a:pt x="302121" y="508171"/>
                  </a:lnTo>
                  <a:lnTo>
                    <a:pt x="302095" y="508317"/>
                  </a:lnTo>
                  <a:lnTo>
                    <a:pt x="302031" y="508741"/>
                  </a:lnTo>
                  <a:lnTo>
                    <a:pt x="301968" y="508886"/>
                  </a:lnTo>
                  <a:lnTo>
                    <a:pt x="301878" y="509091"/>
                  </a:lnTo>
                  <a:lnTo>
                    <a:pt x="301459" y="509624"/>
                  </a:lnTo>
                  <a:lnTo>
                    <a:pt x="300925" y="509629"/>
                  </a:lnTo>
                  <a:lnTo>
                    <a:pt x="300756" y="509515"/>
                  </a:lnTo>
                  <a:lnTo>
                    <a:pt x="300597" y="509298"/>
                  </a:lnTo>
                  <a:lnTo>
                    <a:pt x="300434" y="508763"/>
                  </a:lnTo>
                  <a:lnTo>
                    <a:pt x="300485" y="508200"/>
                  </a:lnTo>
                  <a:lnTo>
                    <a:pt x="299210" y="507146"/>
                  </a:lnTo>
                  <a:lnTo>
                    <a:pt x="298736" y="506821"/>
                  </a:lnTo>
                  <a:lnTo>
                    <a:pt x="298443" y="506560"/>
                  </a:lnTo>
                  <a:lnTo>
                    <a:pt x="298275" y="506410"/>
                  </a:lnTo>
                  <a:lnTo>
                    <a:pt x="298121" y="506314"/>
                  </a:lnTo>
                  <a:lnTo>
                    <a:pt x="297261" y="506538"/>
                  </a:lnTo>
                  <a:lnTo>
                    <a:pt x="296746" y="507249"/>
                  </a:lnTo>
                  <a:lnTo>
                    <a:pt x="296174" y="507506"/>
                  </a:lnTo>
                  <a:lnTo>
                    <a:pt x="296025" y="507525"/>
                  </a:lnTo>
                  <a:lnTo>
                    <a:pt x="295169" y="507762"/>
                  </a:lnTo>
                  <a:lnTo>
                    <a:pt x="294315" y="508429"/>
                  </a:lnTo>
                  <a:lnTo>
                    <a:pt x="294305" y="508913"/>
                  </a:lnTo>
                  <a:lnTo>
                    <a:pt x="294182" y="509131"/>
                  </a:lnTo>
                  <a:lnTo>
                    <a:pt x="293912" y="509662"/>
                  </a:lnTo>
                  <a:lnTo>
                    <a:pt x="293798" y="509886"/>
                  </a:lnTo>
                  <a:lnTo>
                    <a:pt x="293183" y="510650"/>
                  </a:lnTo>
                  <a:lnTo>
                    <a:pt x="293116" y="510867"/>
                  </a:lnTo>
                  <a:lnTo>
                    <a:pt x="293020" y="511013"/>
                  </a:lnTo>
                  <a:lnTo>
                    <a:pt x="292538" y="511461"/>
                  </a:lnTo>
                  <a:lnTo>
                    <a:pt x="292342" y="511591"/>
                  </a:lnTo>
                  <a:lnTo>
                    <a:pt x="291453" y="512438"/>
                  </a:lnTo>
                  <a:lnTo>
                    <a:pt x="291020" y="512735"/>
                  </a:lnTo>
                  <a:lnTo>
                    <a:pt x="290603" y="512900"/>
                  </a:lnTo>
                  <a:lnTo>
                    <a:pt x="290332" y="513107"/>
                  </a:lnTo>
                  <a:lnTo>
                    <a:pt x="290149" y="513298"/>
                  </a:lnTo>
                  <a:lnTo>
                    <a:pt x="289601" y="513748"/>
                  </a:lnTo>
                  <a:lnTo>
                    <a:pt x="288902" y="513811"/>
                  </a:lnTo>
                  <a:lnTo>
                    <a:pt x="288828" y="514036"/>
                  </a:lnTo>
                  <a:lnTo>
                    <a:pt x="288810" y="514424"/>
                  </a:lnTo>
                  <a:lnTo>
                    <a:pt x="289317" y="514821"/>
                  </a:lnTo>
                  <a:lnTo>
                    <a:pt x="289299" y="515014"/>
                  </a:lnTo>
                  <a:lnTo>
                    <a:pt x="288981" y="515711"/>
                  </a:lnTo>
                  <a:lnTo>
                    <a:pt x="288604" y="516042"/>
                  </a:lnTo>
                  <a:lnTo>
                    <a:pt x="288047" y="516481"/>
                  </a:lnTo>
                  <a:lnTo>
                    <a:pt x="287958" y="516992"/>
                  </a:lnTo>
                  <a:lnTo>
                    <a:pt x="287970" y="517347"/>
                  </a:lnTo>
                  <a:lnTo>
                    <a:pt x="287970" y="517882"/>
                  </a:lnTo>
                  <a:lnTo>
                    <a:pt x="288081" y="518135"/>
                  </a:lnTo>
                  <a:lnTo>
                    <a:pt x="288375" y="518480"/>
                  </a:lnTo>
                  <a:lnTo>
                    <a:pt x="289395" y="519143"/>
                  </a:lnTo>
                  <a:lnTo>
                    <a:pt x="289659" y="518930"/>
                  </a:lnTo>
                  <a:lnTo>
                    <a:pt x="289889" y="518608"/>
                  </a:lnTo>
                  <a:lnTo>
                    <a:pt x="290419" y="518468"/>
                  </a:lnTo>
                  <a:lnTo>
                    <a:pt x="290687" y="518553"/>
                  </a:lnTo>
                  <a:lnTo>
                    <a:pt x="290910" y="518823"/>
                  </a:lnTo>
                  <a:lnTo>
                    <a:pt x="291114" y="519326"/>
                  </a:lnTo>
                  <a:lnTo>
                    <a:pt x="291062" y="519529"/>
                  </a:lnTo>
                  <a:lnTo>
                    <a:pt x="291000" y="519817"/>
                  </a:lnTo>
                  <a:lnTo>
                    <a:pt x="290962" y="520036"/>
                  </a:lnTo>
                  <a:lnTo>
                    <a:pt x="290975" y="520234"/>
                  </a:lnTo>
                  <a:lnTo>
                    <a:pt x="291057" y="520481"/>
                  </a:lnTo>
                  <a:lnTo>
                    <a:pt x="291173" y="520974"/>
                  </a:lnTo>
                  <a:lnTo>
                    <a:pt x="291204" y="521172"/>
                  </a:lnTo>
                  <a:lnTo>
                    <a:pt x="291422" y="521494"/>
                  </a:lnTo>
                  <a:lnTo>
                    <a:pt x="291506" y="521704"/>
                  </a:lnTo>
                  <a:lnTo>
                    <a:pt x="292037" y="522152"/>
                  </a:lnTo>
                  <a:lnTo>
                    <a:pt x="292763" y="522191"/>
                  </a:lnTo>
                  <a:lnTo>
                    <a:pt x="293285" y="522025"/>
                  </a:lnTo>
                  <a:lnTo>
                    <a:pt x="293362" y="521878"/>
                  </a:lnTo>
                  <a:lnTo>
                    <a:pt x="293555" y="521685"/>
                  </a:lnTo>
                  <a:lnTo>
                    <a:pt x="294004" y="521397"/>
                  </a:lnTo>
                  <a:lnTo>
                    <a:pt x="294284" y="521521"/>
                  </a:lnTo>
                  <a:lnTo>
                    <a:pt x="294299" y="521696"/>
                  </a:lnTo>
                  <a:lnTo>
                    <a:pt x="294276" y="521939"/>
                  </a:lnTo>
                  <a:lnTo>
                    <a:pt x="294316" y="522229"/>
                  </a:lnTo>
                  <a:lnTo>
                    <a:pt x="294249" y="522386"/>
                  </a:lnTo>
                  <a:lnTo>
                    <a:pt x="293960" y="522674"/>
                  </a:lnTo>
                  <a:lnTo>
                    <a:pt x="293832" y="522729"/>
                  </a:lnTo>
                  <a:lnTo>
                    <a:pt x="293056" y="522932"/>
                  </a:lnTo>
                  <a:lnTo>
                    <a:pt x="292725" y="523309"/>
                  </a:lnTo>
                  <a:lnTo>
                    <a:pt x="292411" y="523674"/>
                  </a:lnTo>
                  <a:lnTo>
                    <a:pt x="292238" y="524065"/>
                  </a:lnTo>
                  <a:lnTo>
                    <a:pt x="291720" y="524507"/>
                  </a:lnTo>
                  <a:lnTo>
                    <a:pt x="291508" y="524834"/>
                  </a:lnTo>
                  <a:lnTo>
                    <a:pt x="291366" y="525105"/>
                  </a:lnTo>
                  <a:lnTo>
                    <a:pt x="291354" y="525695"/>
                  </a:lnTo>
                  <a:lnTo>
                    <a:pt x="291374" y="526409"/>
                  </a:lnTo>
                  <a:lnTo>
                    <a:pt x="291268" y="526873"/>
                  </a:lnTo>
                  <a:lnTo>
                    <a:pt x="291274" y="527231"/>
                  </a:lnTo>
                  <a:lnTo>
                    <a:pt x="291469" y="528234"/>
                  </a:lnTo>
                  <a:lnTo>
                    <a:pt x="291491" y="528371"/>
                  </a:lnTo>
                  <a:lnTo>
                    <a:pt x="291713" y="528677"/>
                  </a:lnTo>
                  <a:lnTo>
                    <a:pt x="291698" y="528866"/>
                  </a:lnTo>
                  <a:lnTo>
                    <a:pt x="291516" y="529436"/>
                  </a:lnTo>
                  <a:lnTo>
                    <a:pt x="291261" y="530186"/>
                  </a:lnTo>
                  <a:lnTo>
                    <a:pt x="291180" y="530417"/>
                  </a:lnTo>
                  <a:lnTo>
                    <a:pt x="290677" y="531300"/>
                  </a:lnTo>
                  <a:lnTo>
                    <a:pt x="290345" y="531609"/>
                  </a:lnTo>
                  <a:lnTo>
                    <a:pt x="289991" y="531734"/>
                  </a:lnTo>
                  <a:lnTo>
                    <a:pt x="289753" y="531872"/>
                  </a:lnTo>
                  <a:lnTo>
                    <a:pt x="289379" y="532189"/>
                  </a:lnTo>
                  <a:lnTo>
                    <a:pt x="289193" y="532704"/>
                  </a:lnTo>
                  <a:lnTo>
                    <a:pt x="289237" y="532873"/>
                  </a:lnTo>
                  <a:lnTo>
                    <a:pt x="288978" y="533271"/>
                  </a:lnTo>
                  <a:lnTo>
                    <a:pt x="288808" y="533457"/>
                  </a:lnTo>
                  <a:lnTo>
                    <a:pt x="288430" y="533603"/>
                  </a:lnTo>
                  <a:lnTo>
                    <a:pt x="288263" y="533851"/>
                  </a:lnTo>
                  <a:lnTo>
                    <a:pt x="287844" y="533909"/>
                  </a:lnTo>
                  <a:lnTo>
                    <a:pt x="287624" y="534015"/>
                  </a:lnTo>
                  <a:lnTo>
                    <a:pt x="287345" y="534297"/>
                  </a:lnTo>
                  <a:lnTo>
                    <a:pt x="286633" y="535161"/>
                  </a:lnTo>
                  <a:lnTo>
                    <a:pt x="286590" y="535348"/>
                  </a:lnTo>
                  <a:lnTo>
                    <a:pt x="286435" y="535721"/>
                  </a:lnTo>
                  <a:lnTo>
                    <a:pt x="285990" y="535841"/>
                  </a:lnTo>
                  <a:lnTo>
                    <a:pt x="285644" y="535792"/>
                  </a:lnTo>
                  <a:lnTo>
                    <a:pt x="285433" y="535830"/>
                  </a:lnTo>
                  <a:lnTo>
                    <a:pt x="285061" y="535978"/>
                  </a:lnTo>
                  <a:lnTo>
                    <a:pt x="284956" y="536162"/>
                  </a:lnTo>
                  <a:lnTo>
                    <a:pt x="284831" y="536473"/>
                  </a:lnTo>
                  <a:lnTo>
                    <a:pt x="284500" y="536804"/>
                  </a:lnTo>
                  <a:lnTo>
                    <a:pt x="284450" y="536948"/>
                  </a:lnTo>
                  <a:lnTo>
                    <a:pt x="284449" y="537082"/>
                  </a:lnTo>
                  <a:lnTo>
                    <a:pt x="284358" y="537333"/>
                  </a:lnTo>
                  <a:lnTo>
                    <a:pt x="284179" y="537515"/>
                  </a:lnTo>
                  <a:lnTo>
                    <a:pt x="284035" y="537612"/>
                  </a:lnTo>
                  <a:lnTo>
                    <a:pt x="283832" y="537748"/>
                  </a:lnTo>
                  <a:lnTo>
                    <a:pt x="283649" y="537795"/>
                  </a:lnTo>
                  <a:lnTo>
                    <a:pt x="283518" y="537865"/>
                  </a:lnTo>
                  <a:lnTo>
                    <a:pt x="283324" y="538105"/>
                  </a:lnTo>
                  <a:lnTo>
                    <a:pt x="283018" y="538416"/>
                  </a:lnTo>
                  <a:lnTo>
                    <a:pt x="282454" y="538868"/>
                  </a:lnTo>
                  <a:lnTo>
                    <a:pt x="281742" y="539624"/>
                  </a:lnTo>
                  <a:lnTo>
                    <a:pt x="281257" y="540006"/>
                  </a:lnTo>
                  <a:lnTo>
                    <a:pt x="281059" y="539905"/>
                  </a:lnTo>
                  <a:lnTo>
                    <a:pt x="280782" y="540115"/>
                  </a:lnTo>
                  <a:lnTo>
                    <a:pt x="280748" y="540408"/>
                  </a:lnTo>
                  <a:lnTo>
                    <a:pt x="281018" y="540986"/>
                  </a:lnTo>
                  <a:lnTo>
                    <a:pt x="281386" y="541262"/>
                  </a:lnTo>
                  <a:lnTo>
                    <a:pt x="281472" y="541410"/>
                  </a:lnTo>
                  <a:lnTo>
                    <a:pt x="281644" y="541620"/>
                  </a:lnTo>
                  <a:lnTo>
                    <a:pt x="281727" y="541755"/>
                  </a:lnTo>
                  <a:lnTo>
                    <a:pt x="281752" y="541941"/>
                  </a:lnTo>
                  <a:lnTo>
                    <a:pt x="281644" y="542205"/>
                  </a:lnTo>
                  <a:lnTo>
                    <a:pt x="281510" y="542605"/>
                  </a:lnTo>
                  <a:lnTo>
                    <a:pt x="281498" y="542733"/>
                  </a:lnTo>
                  <a:lnTo>
                    <a:pt x="281513" y="542991"/>
                  </a:lnTo>
                  <a:lnTo>
                    <a:pt x="281569" y="543442"/>
                  </a:lnTo>
                  <a:lnTo>
                    <a:pt x="281505" y="543682"/>
                  </a:lnTo>
                  <a:lnTo>
                    <a:pt x="281261" y="543822"/>
                  </a:lnTo>
                  <a:lnTo>
                    <a:pt x="280876" y="543854"/>
                  </a:lnTo>
                  <a:lnTo>
                    <a:pt x="280558" y="543794"/>
                  </a:lnTo>
                  <a:lnTo>
                    <a:pt x="280249" y="543692"/>
                  </a:lnTo>
                  <a:lnTo>
                    <a:pt x="280027" y="543506"/>
                  </a:lnTo>
                  <a:lnTo>
                    <a:pt x="279722" y="543464"/>
                  </a:lnTo>
                  <a:lnTo>
                    <a:pt x="279346" y="543474"/>
                  </a:lnTo>
                  <a:lnTo>
                    <a:pt x="279068" y="543441"/>
                  </a:lnTo>
                  <a:lnTo>
                    <a:pt x="278896" y="543391"/>
                  </a:lnTo>
                  <a:lnTo>
                    <a:pt x="278569" y="543425"/>
                  </a:lnTo>
                  <a:lnTo>
                    <a:pt x="278156" y="543577"/>
                  </a:lnTo>
                  <a:lnTo>
                    <a:pt x="277974" y="543745"/>
                  </a:lnTo>
                  <a:lnTo>
                    <a:pt x="277903" y="543945"/>
                  </a:lnTo>
                  <a:lnTo>
                    <a:pt x="277907" y="544263"/>
                  </a:lnTo>
                  <a:lnTo>
                    <a:pt x="277809" y="544518"/>
                  </a:lnTo>
                  <a:lnTo>
                    <a:pt x="277764" y="544779"/>
                  </a:lnTo>
                  <a:lnTo>
                    <a:pt x="277635" y="545016"/>
                  </a:lnTo>
                  <a:lnTo>
                    <a:pt x="277546" y="545235"/>
                  </a:lnTo>
                  <a:lnTo>
                    <a:pt x="277479" y="545398"/>
                  </a:lnTo>
                  <a:lnTo>
                    <a:pt x="277338" y="545561"/>
                  </a:lnTo>
                  <a:lnTo>
                    <a:pt x="277084" y="545695"/>
                  </a:lnTo>
                  <a:lnTo>
                    <a:pt x="276745" y="545815"/>
                  </a:lnTo>
                  <a:lnTo>
                    <a:pt x="276566" y="545937"/>
                  </a:lnTo>
                  <a:lnTo>
                    <a:pt x="276342" y="546276"/>
                  </a:lnTo>
                  <a:lnTo>
                    <a:pt x="276147" y="546761"/>
                  </a:lnTo>
                  <a:lnTo>
                    <a:pt x="276068" y="547005"/>
                  </a:lnTo>
                  <a:lnTo>
                    <a:pt x="275972" y="547454"/>
                  </a:lnTo>
                  <a:lnTo>
                    <a:pt x="275496" y="547795"/>
                  </a:lnTo>
                  <a:lnTo>
                    <a:pt x="275349" y="548068"/>
                  </a:lnTo>
                  <a:lnTo>
                    <a:pt x="275200" y="548347"/>
                  </a:lnTo>
                  <a:lnTo>
                    <a:pt x="274711" y="549145"/>
                  </a:lnTo>
                  <a:lnTo>
                    <a:pt x="274409" y="549888"/>
                  </a:lnTo>
                  <a:lnTo>
                    <a:pt x="274409" y="550202"/>
                  </a:lnTo>
                  <a:lnTo>
                    <a:pt x="274459" y="550856"/>
                  </a:lnTo>
                  <a:lnTo>
                    <a:pt x="274430" y="551165"/>
                  </a:lnTo>
                  <a:lnTo>
                    <a:pt x="274334" y="551381"/>
                  </a:lnTo>
                  <a:lnTo>
                    <a:pt x="274205" y="551500"/>
                  </a:lnTo>
                  <a:lnTo>
                    <a:pt x="273879" y="551686"/>
                  </a:lnTo>
                  <a:lnTo>
                    <a:pt x="273541" y="551879"/>
                  </a:lnTo>
                  <a:lnTo>
                    <a:pt x="273120" y="552268"/>
                  </a:lnTo>
                  <a:lnTo>
                    <a:pt x="272819" y="552548"/>
                  </a:lnTo>
                  <a:lnTo>
                    <a:pt x="272553" y="552632"/>
                  </a:lnTo>
                  <a:lnTo>
                    <a:pt x="272080" y="552662"/>
                  </a:lnTo>
                  <a:lnTo>
                    <a:pt x="271828" y="552625"/>
                  </a:lnTo>
                  <a:lnTo>
                    <a:pt x="271619" y="552642"/>
                  </a:lnTo>
                  <a:lnTo>
                    <a:pt x="271480" y="552708"/>
                  </a:lnTo>
                  <a:lnTo>
                    <a:pt x="271311" y="552689"/>
                  </a:lnTo>
                  <a:lnTo>
                    <a:pt x="270513" y="551978"/>
                  </a:lnTo>
                  <a:lnTo>
                    <a:pt x="270080" y="552159"/>
                  </a:lnTo>
                  <a:lnTo>
                    <a:pt x="269960" y="552321"/>
                  </a:lnTo>
                  <a:lnTo>
                    <a:pt x="269849" y="552472"/>
                  </a:lnTo>
                  <a:lnTo>
                    <a:pt x="269483" y="552872"/>
                  </a:lnTo>
                  <a:lnTo>
                    <a:pt x="269162" y="553196"/>
                  </a:lnTo>
                  <a:lnTo>
                    <a:pt x="268782" y="553520"/>
                  </a:lnTo>
                  <a:lnTo>
                    <a:pt x="268579" y="553635"/>
                  </a:lnTo>
                  <a:lnTo>
                    <a:pt x="268160" y="553757"/>
                  </a:lnTo>
                  <a:lnTo>
                    <a:pt x="266969" y="554297"/>
                  </a:lnTo>
                  <a:lnTo>
                    <a:pt x="266814" y="554269"/>
                  </a:lnTo>
                  <a:lnTo>
                    <a:pt x="266666" y="554181"/>
                  </a:lnTo>
                  <a:lnTo>
                    <a:pt x="266242" y="553767"/>
                  </a:lnTo>
                  <a:lnTo>
                    <a:pt x="265797" y="552980"/>
                  </a:lnTo>
                  <a:lnTo>
                    <a:pt x="265711" y="552757"/>
                  </a:lnTo>
                  <a:lnTo>
                    <a:pt x="265620" y="552229"/>
                  </a:lnTo>
                  <a:lnTo>
                    <a:pt x="264802" y="552325"/>
                  </a:lnTo>
                  <a:lnTo>
                    <a:pt x="264653" y="552708"/>
                  </a:lnTo>
                  <a:lnTo>
                    <a:pt x="264631" y="552843"/>
                  </a:lnTo>
                  <a:lnTo>
                    <a:pt x="264549" y="553079"/>
                  </a:lnTo>
                  <a:lnTo>
                    <a:pt x="264319" y="553549"/>
                  </a:lnTo>
                  <a:lnTo>
                    <a:pt x="263969" y="554080"/>
                  </a:lnTo>
                  <a:lnTo>
                    <a:pt x="263908" y="554389"/>
                  </a:lnTo>
                  <a:lnTo>
                    <a:pt x="263698" y="554742"/>
                  </a:lnTo>
                  <a:lnTo>
                    <a:pt x="263467" y="555176"/>
                  </a:lnTo>
                  <a:lnTo>
                    <a:pt x="263406" y="555353"/>
                  </a:lnTo>
                  <a:lnTo>
                    <a:pt x="263224" y="555887"/>
                  </a:lnTo>
                  <a:lnTo>
                    <a:pt x="263162" y="556067"/>
                  </a:lnTo>
                  <a:lnTo>
                    <a:pt x="263093" y="556239"/>
                  </a:lnTo>
                  <a:lnTo>
                    <a:pt x="263031" y="556403"/>
                  </a:lnTo>
                  <a:lnTo>
                    <a:pt x="262984" y="556556"/>
                  </a:lnTo>
                  <a:lnTo>
                    <a:pt x="262836" y="557042"/>
                  </a:lnTo>
                  <a:lnTo>
                    <a:pt x="262666" y="557387"/>
                  </a:lnTo>
                  <a:lnTo>
                    <a:pt x="262444" y="557700"/>
                  </a:lnTo>
                  <a:lnTo>
                    <a:pt x="262151" y="557940"/>
                  </a:lnTo>
                  <a:lnTo>
                    <a:pt x="262052" y="558082"/>
                  </a:lnTo>
                  <a:lnTo>
                    <a:pt x="262026" y="558312"/>
                  </a:lnTo>
                  <a:lnTo>
                    <a:pt x="262062" y="558510"/>
                  </a:lnTo>
                  <a:lnTo>
                    <a:pt x="262142" y="558955"/>
                  </a:lnTo>
                  <a:lnTo>
                    <a:pt x="262108" y="559160"/>
                  </a:lnTo>
                  <a:lnTo>
                    <a:pt x="262087" y="559293"/>
                  </a:lnTo>
                  <a:lnTo>
                    <a:pt x="262027" y="559475"/>
                  </a:lnTo>
                  <a:lnTo>
                    <a:pt x="262026" y="559639"/>
                  </a:lnTo>
                  <a:lnTo>
                    <a:pt x="262060" y="559831"/>
                  </a:lnTo>
                  <a:lnTo>
                    <a:pt x="262068" y="559988"/>
                  </a:lnTo>
                  <a:lnTo>
                    <a:pt x="262078" y="560197"/>
                  </a:lnTo>
                  <a:lnTo>
                    <a:pt x="262350" y="560876"/>
                  </a:lnTo>
                  <a:lnTo>
                    <a:pt x="262735" y="561153"/>
                  </a:lnTo>
                  <a:lnTo>
                    <a:pt x="262879" y="561300"/>
                  </a:lnTo>
                  <a:lnTo>
                    <a:pt x="263010" y="561579"/>
                  </a:lnTo>
                  <a:lnTo>
                    <a:pt x="263067" y="561830"/>
                  </a:lnTo>
                  <a:lnTo>
                    <a:pt x="263099" y="562185"/>
                  </a:lnTo>
                  <a:lnTo>
                    <a:pt x="263079" y="562679"/>
                  </a:lnTo>
                  <a:lnTo>
                    <a:pt x="263094" y="563221"/>
                  </a:lnTo>
                  <a:lnTo>
                    <a:pt x="263001" y="563420"/>
                  </a:lnTo>
                  <a:lnTo>
                    <a:pt x="262986" y="563634"/>
                  </a:lnTo>
                  <a:lnTo>
                    <a:pt x="263041" y="563858"/>
                  </a:lnTo>
                  <a:lnTo>
                    <a:pt x="263085" y="564034"/>
                  </a:lnTo>
                  <a:lnTo>
                    <a:pt x="263240" y="564611"/>
                  </a:lnTo>
                  <a:lnTo>
                    <a:pt x="263125" y="564881"/>
                  </a:lnTo>
                  <a:lnTo>
                    <a:pt x="263124" y="565044"/>
                  </a:lnTo>
                  <a:lnTo>
                    <a:pt x="263323" y="565772"/>
                  </a:lnTo>
                  <a:lnTo>
                    <a:pt x="263508" y="566510"/>
                  </a:lnTo>
                  <a:lnTo>
                    <a:pt x="263496" y="566875"/>
                  </a:lnTo>
                  <a:lnTo>
                    <a:pt x="263385" y="567431"/>
                  </a:lnTo>
                  <a:lnTo>
                    <a:pt x="263327" y="567615"/>
                  </a:lnTo>
                  <a:lnTo>
                    <a:pt x="263357" y="567763"/>
                  </a:lnTo>
                  <a:lnTo>
                    <a:pt x="263315" y="567954"/>
                  </a:lnTo>
                  <a:lnTo>
                    <a:pt x="263238" y="568183"/>
                  </a:lnTo>
                  <a:lnTo>
                    <a:pt x="263184" y="568346"/>
                  </a:lnTo>
                  <a:lnTo>
                    <a:pt x="263031" y="568670"/>
                  </a:lnTo>
                  <a:lnTo>
                    <a:pt x="262830" y="569141"/>
                  </a:lnTo>
                  <a:lnTo>
                    <a:pt x="262821" y="569443"/>
                  </a:lnTo>
                  <a:lnTo>
                    <a:pt x="262761" y="570100"/>
                  </a:lnTo>
                  <a:lnTo>
                    <a:pt x="262464" y="570432"/>
                  </a:lnTo>
                  <a:lnTo>
                    <a:pt x="262333" y="570555"/>
                  </a:lnTo>
                  <a:lnTo>
                    <a:pt x="262145" y="570949"/>
                  </a:lnTo>
                  <a:lnTo>
                    <a:pt x="262081" y="571269"/>
                  </a:lnTo>
                  <a:lnTo>
                    <a:pt x="261909" y="571914"/>
                  </a:lnTo>
                  <a:lnTo>
                    <a:pt x="261789" y="572116"/>
                  </a:lnTo>
                  <a:lnTo>
                    <a:pt x="261599" y="572364"/>
                  </a:lnTo>
                  <a:lnTo>
                    <a:pt x="261535" y="572729"/>
                  </a:lnTo>
                  <a:lnTo>
                    <a:pt x="261605" y="572857"/>
                  </a:lnTo>
                  <a:lnTo>
                    <a:pt x="261815" y="573045"/>
                  </a:lnTo>
                  <a:lnTo>
                    <a:pt x="262008" y="573218"/>
                  </a:lnTo>
                  <a:lnTo>
                    <a:pt x="262238" y="573388"/>
                  </a:lnTo>
                  <a:lnTo>
                    <a:pt x="262509" y="573695"/>
                  </a:lnTo>
                  <a:lnTo>
                    <a:pt x="262636" y="573986"/>
                  </a:lnTo>
                  <a:lnTo>
                    <a:pt x="262644" y="574232"/>
                  </a:lnTo>
                  <a:lnTo>
                    <a:pt x="262597" y="574523"/>
                  </a:lnTo>
                  <a:lnTo>
                    <a:pt x="262594" y="574735"/>
                  </a:lnTo>
                  <a:lnTo>
                    <a:pt x="262602" y="574927"/>
                  </a:lnTo>
                  <a:lnTo>
                    <a:pt x="262663" y="575278"/>
                  </a:lnTo>
                  <a:lnTo>
                    <a:pt x="262628" y="575569"/>
                  </a:lnTo>
                  <a:lnTo>
                    <a:pt x="262524" y="575903"/>
                  </a:lnTo>
                  <a:lnTo>
                    <a:pt x="262467" y="576125"/>
                  </a:lnTo>
                  <a:lnTo>
                    <a:pt x="262353" y="576466"/>
                  </a:lnTo>
                  <a:lnTo>
                    <a:pt x="262350" y="576667"/>
                  </a:lnTo>
                  <a:lnTo>
                    <a:pt x="262458" y="577241"/>
                  </a:lnTo>
                  <a:lnTo>
                    <a:pt x="262657" y="577662"/>
                  </a:lnTo>
                  <a:lnTo>
                    <a:pt x="262675" y="577793"/>
                  </a:lnTo>
                  <a:lnTo>
                    <a:pt x="262755" y="578388"/>
                  </a:lnTo>
                  <a:lnTo>
                    <a:pt x="262726" y="578597"/>
                  </a:lnTo>
                  <a:lnTo>
                    <a:pt x="262873" y="579008"/>
                  </a:lnTo>
                  <a:lnTo>
                    <a:pt x="263171" y="579226"/>
                  </a:lnTo>
                  <a:lnTo>
                    <a:pt x="263548" y="579828"/>
                  </a:lnTo>
                  <a:lnTo>
                    <a:pt x="263811" y="580330"/>
                  </a:lnTo>
                  <a:lnTo>
                    <a:pt x="263858" y="580463"/>
                  </a:lnTo>
                  <a:lnTo>
                    <a:pt x="263997" y="580723"/>
                  </a:lnTo>
                  <a:lnTo>
                    <a:pt x="264299" y="581184"/>
                  </a:lnTo>
                  <a:lnTo>
                    <a:pt x="264583" y="581441"/>
                  </a:lnTo>
                  <a:lnTo>
                    <a:pt x="264703" y="581597"/>
                  </a:lnTo>
                  <a:lnTo>
                    <a:pt x="264844" y="581902"/>
                  </a:lnTo>
                  <a:lnTo>
                    <a:pt x="264936" y="582102"/>
                  </a:lnTo>
                  <a:lnTo>
                    <a:pt x="265132" y="582447"/>
                  </a:lnTo>
                  <a:lnTo>
                    <a:pt x="265488" y="582573"/>
                  </a:lnTo>
                  <a:lnTo>
                    <a:pt x="265675" y="582576"/>
                  </a:lnTo>
                  <a:lnTo>
                    <a:pt x="265952" y="582725"/>
                  </a:lnTo>
                  <a:lnTo>
                    <a:pt x="266219" y="583117"/>
                  </a:lnTo>
                  <a:lnTo>
                    <a:pt x="266070" y="583576"/>
                  </a:lnTo>
                  <a:lnTo>
                    <a:pt x="266241" y="583966"/>
                  </a:lnTo>
                  <a:lnTo>
                    <a:pt x="266564" y="584294"/>
                  </a:lnTo>
                  <a:lnTo>
                    <a:pt x="266755" y="584810"/>
                  </a:lnTo>
                  <a:lnTo>
                    <a:pt x="266651" y="585274"/>
                  </a:lnTo>
                  <a:lnTo>
                    <a:pt x="266649" y="585427"/>
                  </a:lnTo>
                  <a:lnTo>
                    <a:pt x="266696" y="585586"/>
                  </a:lnTo>
                  <a:lnTo>
                    <a:pt x="266819" y="585779"/>
                  </a:lnTo>
                  <a:lnTo>
                    <a:pt x="267088" y="586436"/>
                  </a:lnTo>
                  <a:lnTo>
                    <a:pt x="266850" y="586633"/>
                  </a:lnTo>
                  <a:lnTo>
                    <a:pt x="267044" y="587021"/>
                  </a:lnTo>
                  <a:lnTo>
                    <a:pt x="267184" y="587427"/>
                  </a:lnTo>
                  <a:lnTo>
                    <a:pt x="267242" y="587668"/>
                  </a:lnTo>
                  <a:lnTo>
                    <a:pt x="267299" y="587907"/>
                  </a:lnTo>
                  <a:lnTo>
                    <a:pt x="267458" y="588174"/>
                  </a:lnTo>
                  <a:lnTo>
                    <a:pt x="267724" y="588468"/>
                  </a:lnTo>
                  <a:lnTo>
                    <a:pt x="267651" y="588723"/>
                  </a:lnTo>
                  <a:lnTo>
                    <a:pt x="267445" y="588880"/>
                  </a:lnTo>
                  <a:lnTo>
                    <a:pt x="267475" y="589016"/>
                  </a:lnTo>
                  <a:lnTo>
                    <a:pt x="267638" y="589287"/>
                  </a:lnTo>
                  <a:lnTo>
                    <a:pt x="267796" y="589378"/>
                  </a:lnTo>
                  <a:lnTo>
                    <a:pt x="268031" y="589679"/>
                  </a:lnTo>
                  <a:lnTo>
                    <a:pt x="268070" y="589820"/>
                  </a:lnTo>
                  <a:lnTo>
                    <a:pt x="268096" y="590163"/>
                  </a:lnTo>
                  <a:lnTo>
                    <a:pt x="267908" y="590357"/>
                  </a:lnTo>
                  <a:lnTo>
                    <a:pt x="267879" y="591406"/>
                  </a:lnTo>
                  <a:lnTo>
                    <a:pt x="268194" y="591660"/>
                  </a:lnTo>
                  <a:lnTo>
                    <a:pt x="268330" y="591711"/>
                  </a:lnTo>
                  <a:lnTo>
                    <a:pt x="268481" y="591812"/>
                  </a:lnTo>
                  <a:lnTo>
                    <a:pt x="268931" y="592296"/>
                  </a:lnTo>
                  <a:lnTo>
                    <a:pt x="268918" y="592562"/>
                  </a:lnTo>
                  <a:lnTo>
                    <a:pt x="268899" y="592958"/>
                  </a:lnTo>
                  <a:lnTo>
                    <a:pt x="268742" y="593294"/>
                  </a:lnTo>
                  <a:lnTo>
                    <a:pt x="268731" y="593423"/>
                  </a:lnTo>
                  <a:lnTo>
                    <a:pt x="268824" y="593794"/>
                  </a:lnTo>
                  <a:lnTo>
                    <a:pt x="268929" y="594055"/>
                  </a:lnTo>
                  <a:lnTo>
                    <a:pt x="268961" y="594197"/>
                  </a:lnTo>
                  <a:lnTo>
                    <a:pt x="268875" y="594683"/>
                  </a:lnTo>
                  <a:lnTo>
                    <a:pt x="268936" y="595060"/>
                  </a:lnTo>
                  <a:lnTo>
                    <a:pt x="269006" y="595459"/>
                  </a:lnTo>
                  <a:lnTo>
                    <a:pt x="268703" y="595753"/>
                  </a:lnTo>
                  <a:lnTo>
                    <a:pt x="268469" y="595861"/>
                  </a:lnTo>
                  <a:lnTo>
                    <a:pt x="268444" y="595989"/>
                  </a:lnTo>
                  <a:lnTo>
                    <a:pt x="268535" y="596187"/>
                  </a:lnTo>
                  <a:lnTo>
                    <a:pt x="268745" y="596443"/>
                  </a:lnTo>
                  <a:lnTo>
                    <a:pt x="268957" y="596814"/>
                  </a:lnTo>
                  <a:lnTo>
                    <a:pt x="269042" y="597034"/>
                  </a:lnTo>
                  <a:lnTo>
                    <a:pt x="269067" y="597407"/>
                  </a:lnTo>
                  <a:lnTo>
                    <a:pt x="269170" y="597702"/>
                  </a:lnTo>
                  <a:lnTo>
                    <a:pt x="269374" y="597993"/>
                  </a:lnTo>
                  <a:lnTo>
                    <a:pt x="269564" y="597987"/>
                  </a:lnTo>
                  <a:lnTo>
                    <a:pt x="270129" y="598065"/>
                  </a:lnTo>
                  <a:lnTo>
                    <a:pt x="270160" y="598765"/>
                  </a:lnTo>
                  <a:lnTo>
                    <a:pt x="270228" y="599016"/>
                  </a:lnTo>
                  <a:lnTo>
                    <a:pt x="270270" y="599275"/>
                  </a:lnTo>
                  <a:lnTo>
                    <a:pt x="270195" y="599796"/>
                  </a:lnTo>
                  <a:lnTo>
                    <a:pt x="270137" y="599926"/>
                  </a:lnTo>
                  <a:lnTo>
                    <a:pt x="269961" y="600167"/>
                  </a:lnTo>
                  <a:lnTo>
                    <a:pt x="269669" y="600306"/>
                  </a:lnTo>
                  <a:lnTo>
                    <a:pt x="269597" y="600538"/>
                  </a:lnTo>
                  <a:lnTo>
                    <a:pt x="269524" y="600975"/>
                  </a:lnTo>
                  <a:lnTo>
                    <a:pt x="269108" y="601666"/>
                  </a:lnTo>
                  <a:lnTo>
                    <a:pt x="268628" y="601831"/>
                  </a:lnTo>
                  <a:lnTo>
                    <a:pt x="268496" y="601873"/>
                  </a:lnTo>
                  <a:lnTo>
                    <a:pt x="268286" y="601868"/>
                  </a:lnTo>
                  <a:lnTo>
                    <a:pt x="267689" y="601711"/>
                  </a:lnTo>
                  <a:lnTo>
                    <a:pt x="267109" y="601990"/>
                  </a:lnTo>
                  <a:lnTo>
                    <a:pt x="267143" y="602298"/>
                  </a:lnTo>
                  <a:lnTo>
                    <a:pt x="267238" y="602488"/>
                  </a:lnTo>
                  <a:lnTo>
                    <a:pt x="267324" y="602662"/>
                  </a:lnTo>
                  <a:lnTo>
                    <a:pt x="267491" y="603096"/>
                  </a:lnTo>
                  <a:lnTo>
                    <a:pt x="267507" y="603744"/>
                  </a:lnTo>
                  <a:lnTo>
                    <a:pt x="267460" y="603882"/>
                  </a:lnTo>
                  <a:lnTo>
                    <a:pt x="267289" y="604212"/>
                  </a:lnTo>
                  <a:lnTo>
                    <a:pt x="267182" y="604562"/>
                  </a:lnTo>
                  <a:lnTo>
                    <a:pt x="267160" y="604705"/>
                  </a:lnTo>
                  <a:lnTo>
                    <a:pt x="267070" y="605471"/>
                  </a:lnTo>
                  <a:lnTo>
                    <a:pt x="267038" y="605850"/>
                  </a:lnTo>
                  <a:lnTo>
                    <a:pt x="267072" y="606077"/>
                  </a:lnTo>
                  <a:lnTo>
                    <a:pt x="267254" y="606720"/>
                  </a:lnTo>
                  <a:lnTo>
                    <a:pt x="267318" y="607095"/>
                  </a:lnTo>
                  <a:lnTo>
                    <a:pt x="267359" y="607330"/>
                  </a:lnTo>
                  <a:lnTo>
                    <a:pt x="267492" y="607834"/>
                  </a:lnTo>
                  <a:lnTo>
                    <a:pt x="267343" y="608020"/>
                  </a:lnTo>
                  <a:lnTo>
                    <a:pt x="267174" y="608361"/>
                  </a:lnTo>
                  <a:lnTo>
                    <a:pt x="267164" y="608646"/>
                  </a:lnTo>
                  <a:lnTo>
                    <a:pt x="267109" y="608928"/>
                  </a:lnTo>
                  <a:lnTo>
                    <a:pt x="266869" y="609238"/>
                  </a:lnTo>
                  <a:lnTo>
                    <a:pt x="266383" y="609479"/>
                  </a:lnTo>
                  <a:lnTo>
                    <a:pt x="266212" y="609502"/>
                  </a:lnTo>
                  <a:lnTo>
                    <a:pt x="265849" y="609510"/>
                  </a:lnTo>
                  <a:lnTo>
                    <a:pt x="265685" y="609514"/>
                  </a:lnTo>
                  <a:lnTo>
                    <a:pt x="265063" y="609469"/>
                  </a:lnTo>
                  <a:lnTo>
                    <a:pt x="264928" y="609498"/>
                  </a:lnTo>
                  <a:lnTo>
                    <a:pt x="264653" y="609597"/>
                  </a:lnTo>
                  <a:lnTo>
                    <a:pt x="264109" y="609811"/>
                  </a:lnTo>
                  <a:lnTo>
                    <a:pt x="263658" y="609421"/>
                  </a:lnTo>
                  <a:lnTo>
                    <a:pt x="263232" y="609465"/>
                  </a:lnTo>
                  <a:lnTo>
                    <a:pt x="262877" y="609561"/>
                  </a:lnTo>
                  <a:lnTo>
                    <a:pt x="262517" y="609574"/>
                  </a:lnTo>
                  <a:lnTo>
                    <a:pt x="262419" y="609443"/>
                  </a:lnTo>
                  <a:lnTo>
                    <a:pt x="262306" y="609290"/>
                  </a:lnTo>
                  <a:lnTo>
                    <a:pt x="262242" y="609118"/>
                  </a:lnTo>
                  <a:lnTo>
                    <a:pt x="262264" y="608968"/>
                  </a:lnTo>
                  <a:lnTo>
                    <a:pt x="262346" y="608786"/>
                  </a:lnTo>
                  <a:lnTo>
                    <a:pt x="262339" y="608473"/>
                  </a:lnTo>
                  <a:lnTo>
                    <a:pt x="261868" y="608251"/>
                  </a:lnTo>
                  <a:lnTo>
                    <a:pt x="261732" y="608591"/>
                  </a:lnTo>
                  <a:lnTo>
                    <a:pt x="261466" y="609004"/>
                  </a:lnTo>
                  <a:lnTo>
                    <a:pt x="261413" y="609244"/>
                  </a:lnTo>
                  <a:lnTo>
                    <a:pt x="261276" y="609615"/>
                  </a:lnTo>
                  <a:lnTo>
                    <a:pt x="261056" y="609850"/>
                  </a:lnTo>
                  <a:lnTo>
                    <a:pt x="260703" y="610149"/>
                  </a:lnTo>
                  <a:lnTo>
                    <a:pt x="260670" y="610340"/>
                  </a:lnTo>
                  <a:lnTo>
                    <a:pt x="260564" y="610545"/>
                  </a:lnTo>
                  <a:lnTo>
                    <a:pt x="260303" y="610755"/>
                  </a:lnTo>
                  <a:lnTo>
                    <a:pt x="259937" y="610947"/>
                  </a:lnTo>
                  <a:lnTo>
                    <a:pt x="259815" y="611127"/>
                  </a:lnTo>
                  <a:lnTo>
                    <a:pt x="259787" y="611294"/>
                  </a:lnTo>
                  <a:lnTo>
                    <a:pt x="259401" y="611426"/>
                  </a:lnTo>
                  <a:lnTo>
                    <a:pt x="258745" y="611365"/>
                  </a:lnTo>
                  <a:lnTo>
                    <a:pt x="258581" y="611434"/>
                  </a:lnTo>
                  <a:lnTo>
                    <a:pt x="258320" y="611542"/>
                  </a:lnTo>
                  <a:lnTo>
                    <a:pt x="258151" y="611543"/>
                  </a:lnTo>
                  <a:lnTo>
                    <a:pt x="257761" y="611653"/>
                  </a:lnTo>
                  <a:lnTo>
                    <a:pt x="257427" y="611762"/>
                  </a:lnTo>
                  <a:lnTo>
                    <a:pt x="256838" y="612216"/>
                  </a:lnTo>
                  <a:lnTo>
                    <a:pt x="256731" y="612371"/>
                  </a:lnTo>
                  <a:lnTo>
                    <a:pt x="256624" y="612605"/>
                  </a:lnTo>
                  <a:lnTo>
                    <a:pt x="256464" y="612875"/>
                  </a:lnTo>
                  <a:lnTo>
                    <a:pt x="256213" y="613056"/>
                  </a:lnTo>
                  <a:lnTo>
                    <a:pt x="255890" y="613078"/>
                  </a:lnTo>
                  <a:lnTo>
                    <a:pt x="255667" y="613098"/>
                  </a:lnTo>
                  <a:lnTo>
                    <a:pt x="255297" y="613325"/>
                  </a:lnTo>
                  <a:lnTo>
                    <a:pt x="255313" y="613494"/>
                  </a:lnTo>
                  <a:lnTo>
                    <a:pt x="255153" y="613784"/>
                  </a:lnTo>
                  <a:lnTo>
                    <a:pt x="254822" y="614087"/>
                  </a:lnTo>
                  <a:lnTo>
                    <a:pt x="254566" y="614517"/>
                  </a:lnTo>
                  <a:lnTo>
                    <a:pt x="254452" y="614798"/>
                  </a:lnTo>
                  <a:lnTo>
                    <a:pt x="254489" y="615543"/>
                  </a:lnTo>
                  <a:lnTo>
                    <a:pt x="254327" y="615907"/>
                  </a:lnTo>
                  <a:lnTo>
                    <a:pt x="253744" y="616515"/>
                  </a:lnTo>
                  <a:lnTo>
                    <a:pt x="253515" y="616502"/>
                  </a:lnTo>
                  <a:lnTo>
                    <a:pt x="253293" y="616260"/>
                  </a:lnTo>
                  <a:lnTo>
                    <a:pt x="252985" y="616450"/>
                  </a:lnTo>
                  <a:lnTo>
                    <a:pt x="252804" y="616620"/>
                  </a:lnTo>
                  <a:lnTo>
                    <a:pt x="252249" y="616767"/>
                  </a:lnTo>
                  <a:lnTo>
                    <a:pt x="252006" y="616723"/>
                  </a:lnTo>
                  <a:lnTo>
                    <a:pt x="251656" y="616521"/>
                  </a:lnTo>
                  <a:lnTo>
                    <a:pt x="251574" y="616137"/>
                  </a:lnTo>
                  <a:lnTo>
                    <a:pt x="251295" y="615740"/>
                  </a:lnTo>
                  <a:lnTo>
                    <a:pt x="250967" y="615571"/>
                  </a:lnTo>
                  <a:lnTo>
                    <a:pt x="250765" y="615507"/>
                  </a:lnTo>
                  <a:lnTo>
                    <a:pt x="250416" y="615339"/>
                  </a:lnTo>
                  <a:lnTo>
                    <a:pt x="250273" y="615239"/>
                  </a:lnTo>
                  <a:lnTo>
                    <a:pt x="249801" y="614885"/>
                  </a:lnTo>
                  <a:lnTo>
                    <a:pt x="249677" y="614613"/>
                  </a:lnTo>
                  <a:lnTo>
                    <a:pt x="249394" y="614598"/>
                  </a:lnTo>
                  <a:lnTo>
                    <a:pt x="248801" y="614412"/>
                  </a:lnTo>
                  <a:lnTo>
                    <a:pt x="248767" y="614201"/>
                  </a:lnTo>
                  <a:lnTo>
                    <a:pt x="248980" y="613747"/>
                  </a:lnTo>
                  <a:lnTo>
                    <a:pt x="249050" y="613445"/>
                  </a:lnTo>
                  <a:lnTo>
                    <a:pt x="249095" y="612952"/>
                  </a:lnTo>
                  <a:lnTo>
                    <a:pt x="249159" y="612735"/>
                  </a:lnTo>
                  <a:lnTo>
                    <a:pt x="249320" y="612472"/>
                  </a:lnTo>
                  <a:lnTo>
                    <a:pt x="250027" y="611732"/>
                  </a:lnTo>
                  <a:lnTo>
                    <a:pt x="250502" y="611211"/>
                  </a:lnTo>
                  <a:lnTo>
                    <a:pt x="250392" y="610659"/>
                  </a:lnTo>
                  <a:lnTo>
                    <a:pt x="250167" y="609970"/>
                  </a:lnTo>
                  <a:lnTo>
                    <a:pt x="249949" y="609541"/>
                  </a:lnTo>
                  <a:lnTo>
                    <a:pt x="249665" y="609337"/>
                  </a:lnTo>
                  <a:lnTo>
                    <a:pt x="249488" y="609294"/>
                  </a:lnTo>
                  <a:lnTo>
                    <a:pt x="249174" y="609312"/>
                  </a:lnTo>
                  <a:lnTo>
                    <a:pt x="249005" y="609251"/>
                  </a:lnTo>
                  <a:lnTo>
                    <a:pt x="248001" y="608800"/>
                  </a:lnTo>
                  <a:lnTo>
                    <a:pt x="247756" y="608661"/>
                  </a:lnTo>
                  <a:lnTo>
                    <a:pt x="247230" y="608270"/>
                  </a:lnTo>
                  <a:lnTo>
                    <a:pt x="246970" y="608253"/>
                  </a:lnTo>
                  <a:lnTo>
                    <a:pt x="246538" y="608272"/>
                  </a:lnTo>
                  <a:lnTo>
                    <a:pt x="246367" y="608321"/>
                  </a:lnTo>
                  <a:lnTo>
                    <a:pt x="246231" y="608434"/>
                  </a:lnTo>
                  <a:lnTo>
                    <a:pt x="246063" y="608645"/>
                  </a:lnTo>
                  <a:lnTo>
                    <a:pt x="246055" y="608807"/>
                  </a:lnTo>
                  <a:lnTo>
                    <a:pt x="246039" y="609112"/>
                  </a:lnTo>
                  <a:lnTo>
                    <a:pt x="245995" y="609318"/>
                  </a:lnTo>
                  <a:lnTo>
                    <a:pt x="245944" y="609554"/>
                  </a:lnTo>
                  <a:lnTo>
                    <a:pt x="245685" y="609738"/>
                  </a:lnTo>
                  <a:lnTo>
                    <a:pt x="245280" y="609970"/>
                  </a:lnTo>
                  <a:lnTo>
                    <a:pt x="244185" y="610360"/>
                  </a:lnTo>
                  <a:lnTo>
                    <a:pt x="244010" y="610388"/>
                  </a:lnTo>
                  <a:lnTo>
                    <a:pt x="243621" y="610377"/>
                  </a:lnTo>
                  <a:lnTo>
                    <a:pt x="242891" y="610783"/>
                  </a:lnTo>
                  <a:lnTo>
                    <a:pt x="241899" y="611273"/>
                  </a:lnTo>
                  <a:lnTo>
                    <a:pt x="241469" y="611474"/>
                  </a:lnTo>
                  <a:lnTo>
                    <a:pt x="241129" y="611626"/>
                  </a:lnTo>
                  <a:lnTo>
                    <a:pt x="240683" y="611726"/>
                  </a:lnTo>
                  <a:lnTo>
                    <a:pt x="240539" y="611715"/>
                  </a:lnTo>
                  <a:lnTo>
                    <a:pt x="240104" y="611681"/>
                  </a:lnTo>
                  <a:lnTo>
                    <a:pt x="239920" y="611688"/>
                  </a:lnTo>
                  <a:lnTo>
                    <a:pt x="238928" y="611828"/>
                  </a:lnTo>
                  <a:lnTo>
                    <a:pt x="238747" y="611938"/>
                  </a:lnTo>
                  <a:lnTo>
                    <a:pt x="238536" y="612161"/>
                  </a:lnTo>
                  <a:lnTo>
                    <a:pt x="238415" y="612300"/>
                  </a:lnTo>
                  <a:lnTo>
                    <a:pt x="238317" y="612626"/>
                  </a:lnTo>
                  <a:lnTo>
                    <a:pt x="238125" y="613007"/>
                  </a:lnTo>
                  <a:lnTo>
                    <a:pt x="237937" y="613196"/>
                  </a:lnTo>
                  <a:lnTo>
                    <a:pt x="237804" y="613338"/>
                  </a:lnTo>
                  <a:lnTo>
                    <a:pt x="237675" y="613476"/>
                  </a:lnTo>
                  <a:lnTo>
                    <a:pt x="237341" y="613983"/>
                  </a:lnTo>
                  <a:lnTo>
                    <a:pt x="237080" y="614369"/>
                  </a:lnTo>
                  <a:lnTo>
                    <a:pt x="236595" y="614685"/>
                  </a:lnTo>
                  <a:lnTo>
                    <a:pt x="236463" y="614743"/>
                  </a:lnTo>
                  <a:lnTo>
                    <a:pt x="236324" y="614863"/>
                  </a:lnTo>
                  <a:lnTo>
                    <a:pt x="235881" y="615044"/>
                  </a:lnTo>
                  <a:lnTo>
                    <a:pt x="235654" y="615185"/>
                  </a:lnTo>
                  <a:lnTo>
                    <a:pt x="235215" y="615379"/>
                  </a:lnTo>
                  <a:lnTo>
                    <a:pt x="234995" y="615630"/>
                  </a:lnTo>
                  <a:lnTo>
                    <a:pt x="234806" y="615576"/>
                  </a:lnTo>
                  <a:lnTo>
                    <a:pt x="234445" y="615749"/>
                  </a:lnTo>
                  <a:lnTo>
                    <a:pt x="234175" y="615854"/>
                  </a:lnTo>
                  <a:lnTo>
                    <a:pt x="233878" y="615939"/>
                  </a:lnTo>
                  <a:lnTo>
                    <a:pt x="233564" y="615965"/>
                  </a:lnTo>
                  <a:lnTo>
                    <a:pt x="233352" y="615982"/>
                  </a:lnTo>
                  <a:lnTo>
                    <a:pt x="233208" y="615975"/>
                  </a:lnTo>
                  <a:lnTo>
                    <a:pt x="232917" y="615960"/>
                  </a:lnTo>
                  <a:lnTo>
                    <a:pt x="232666" y="615915"/>
                  </a:lnTo>
                  <a:lnTo>
                    <a:pt x="232301" y="616045"/>
                  </a:lnTo>
                  <a:lnTo>
                    <a:pt x="232028" y="616235"/>
                  </a:lnTo>
                  <a:lnTo>
                    <a:pt x="231874" y="616390"/>
                  </a:lnTo>
                  <a:lnTo>
                    <a:pt x="231845" y="616578"/>
                  </a:lnTo>
                  <a:lnTo>
                    <a:pt x="231836" y="616851"/>
                  </a:lnTo>
                  <a:lnTo>
                    <a:pt x="231821" y="617287"/>
                  </a:lnTo>
                  <a:lnTo>
                    <a:pt x="231761" y="617506"/>
                  </a:lnTo>
                  <a:lnTo>
                    <a:pt x="231628" y="617776"/>
                  </a:lnTo>
                  <a:lnTo>
                    <a:pt x="231349" y="617942"/>
                  </a:lnTo>
                  <a:lnTo>
                    <a:pt x="231272" y="618100"/>
                  </a:lnTo>
                  <a:lnTo>
                    <a:pt x="230970" y="618368"/>
                  </a:lnTo>
                  <a:lnTo>
                    <a:pt x="230671" y="618513"/>
                  </a:lnTo>
                  <a:lnTo>
                    <a:pt x="230498" y="618626"/>
                  </a:lnTo>
                  <a:lnTo>
                    <a:pt x="229840" y="619206"/>
                  </a:lnTo>
                  <a:lnTo>
                    <a:pt x="229672" y="619299"/>
                  </a:lnTo>
                  <a:lnTo>
                    <a:pt x="229526" y="619329"/>
                  </a:lnTo>
                  <a:lnTo>
                    <a:pt x="229077" y="619415"/>
                  </a:lnTo>
                  <a:lnTo>
                    <a:pt x="228491" y="619951"/>
                  </a:lnTo>
                  <a:lnTo>
                    <a:pt x="228260" y="620320"/>
                  </a:lnTo>
                  <a:lnTo>
                    <a:pt x="228157" y="620594"/>
                  </a:lnTo>
                  <a:lnTo>
                    <a:pt x="228031" y="620830"/>
                  </a:lnTo>
                  <a:lnTo>
                    <a:pt x="227580" y="621579"/>
                  </a:lnTo>
                  <a:lnTo>
                    <a:pt x="227308" y="621959"/>
                  </a:lnTo>
                  <a:lnTo>
                    <a:pt x="226709" y="622052"/>
                  </a:lnTo>
                  <a:lnTo>
                    <a:pt x="226637" y="622214"/>
                  </a:lnTo>
                  <a:lnTo>
                    <a:pt x="226443" y="622695"/>
                  </a:lnTo>
                  <a:lnTo>
                    <a:pt x="226465" y="622979"/>
                  </a:lnTo>
                  <a:lnTo>
                    <a:pt x="226455" y="623159"/>
                  </a:lnTo>
                  <a:lnTo>
                    <a:pt x="226320" y="623211"/>
                  </a:lnTo>
                  <a:lnTo>
                    <a:pt x="226153" y="623191"/>
                  </a:lnTo>
                  <a:lnTo>
                    <a:pt x="225922" y="623163"/>
                  </a:lnTo>
                  <a:lnTo>
                    <a:pt x="225667" y="623289"/>
                  </a:lnTo>
                  <a:lnTo>
                    <a:pt x="225591" y="623433"/>
                  </a:lnTo>
                  <a:lnTo>
                    <a:pt x="225494" y="623807"/>
                  </a:lnTo>
                  <a:lnTo>
                    <a:pt x="225343" y="624034"/>
                  </a:lnTo>
                  <a:lnTo>
                    <a:pt x="225257" y="624192"/>
                  </a:lnTo>
                  <a:lnTo>
                    <a:pt x="224893" y="624320"/>
                  </a:lnTo>
                  <a:lnTo>
                    <a:pt x="224760" y="624461"/>
                  </a:lnTo>
                  <a:lnTo>
                    <a:pt x="224468" y="624260"/>
                  </a:lnTo>
                  <a:lnTo>
                    <a:pt x="224211" y="624281"/>
                  </a:lnTo>
                  <a:lnTo>
                    <a:pt x="223922" y="624397"/>
                  </a:lnTo>
                  <a:lnTo>
                    <a:pt x="223565" y="624333"/>
                  </a:lnTo>
                  <a:lnTo>
                    <a:pt x="223109" y="624102"/>
                  </a:lnTo>
                  <a:lnTo>
                    <a:pt x="222203" y="623572"/>
                  </a:lnTo>
                  <a:lnTo>
                    <a:pt x="221763" y="623224"/>
                  </a:lnTo>
                  <a:lnTo>
                    <a:pt x="221579" y="622894"/>
                  </a:lnTo>
                  <a:lnTo>
                    <a:pt x="220961" y="622745"/>
                  </a:lnTo>
                  <a:lnTo>
                    <a:pt x="220520" y="622911"/>
                  </a:lnTo>
                  <a:lnTo>
                    <a:pt x="220321" y="622947"/>
                  </a:lnTo>
                  <a:lnTo>
                    <a:pt x="219933" y="623041"/>
                  </a:lnTo>
                  <a:lnTo>
                    <a:pt x="219748" y="623079"/>
                  </a:lnTo>
                  <a:lnTo>
                    <a:pt x="219443" y="623063"/>
                  </a:lnTo>
                  <a:lnTo>
                    <a:pt x="218368" y="623232"/>
                  </a:lnTo>
                  <a:lnTo>
                    <a:pt x="218186" y="623198"/>
                  </a:lnTo>
                  <a:lnTo>
                    <a:pt x="217495" y="622579"/>
                  </a:lnTo>
                  <a:lnTo>
                    <a:pt x="217350" y="622377"/>
                  </a:lnTo>
                  <a:lnTo>
                    <a:pt x="217178" y="622270"/>
                  </a:lnTo>
                  <a:lnTo>
                    <a:pt x="216232" y="621942"/>
                  </a:lnTo>
                  <a:lnTo>
                    <a:pt x="215541" y="622233"/>
                  </a:lnTo>
                  <a:lnTo>
                    <a:pt x="215367" y="622373"/>
                  </a:lnTo>
                  <a:lnTo>
                    <a:pt x="215072" y="622841"/>
                  </a:lnTo>
                  <a:lnTo>
                    <a:pt x="214888" y="623181"/>
                  </a:lnTo>
                  <a:lnTo>
                    <a:pt x="214536" y="623773"/>
                  </a:lnTo>
                  <a:lnTo>
                    <a:pt x="214213" y="624197"/>
                  </a:lnTo>
                  <a:lnTo>
                    <a:pt x="213804" y="624986"/>
                  </a:lnTo>
                  <a:lnTo>
                    <a:pt x="213664" y="625033"/>
                  </a:lnTo>
                  <a:lnTo>
                    <a:pt x="213343" y="625057"/>
                  </a:lnTo>
                  <a:lnTo>
                    <a:pt x="212955" y="624984"/>
                  </a:lnTo>
                  <a:lnTo>
                    <a:pt x="212608" y="625245"/>
                  </a:lnTo>
                  <a:lnTo>
                    <a:pt x="212483" y="625407"/>
                  </a:lnTo>
                  <a:lnTo>
                    <a:pt x="212727" y="624257"/>
                  </a:lnTo>
                  <a:lnTo>
                    <a:pt x="212669" y="623348"/>
                  </a:lnTo>
                  <a:lnTo>
                    <a:pt x="212334" y="623353"/>
                  </a:lnTo>
                  <a:lnTo>
                    <a:pt x="211889" y="623219"/>
                  </a:lnTo>
                  <a:lnTo>
                    <a:pt x="211594" y="622956"/>
                  </a:lnTo>
                  <a:lnTo>
                    <a:pt x="211102" y="622340"/>
                  </a:lnTo>
                  <a:lnTo>
                    <a:pt x="210677" y="621706"/>
                  </a:lnTo>
                  <a:lnTo>
                    <a:pt x="210690" y="620241"/>
                  </a:lnTo>
                  <a:lnTo>
                    <a:pt x="211341" y="619476"/>
                  </a:lnTo>
                  <a:lnTo>
                    <a:pt x="211201" y="619108"/>
                  </a:lnTo>
                  <a:lnTo>
                    <a:pt x="210714" y="618880"/>
                  </a:lnTo>
                  <a:lnTo>
                    <a:pt x="209752" y="618418"/>
                  </a:lnTo>
                  <a:lnTo>
                    <a:pt x="209396" y="618187"/>
                  </a:lnTo>
                  <a:lnTo>
                    <a:pt x="209176" y="617745"/>
                  </a:lnTo>
                  <a:lnTo>
                    <a:pt x="208684" y="616931"/>
                  </a:lnTo>
                  <a:lnTo>
                    <a:pt x="208530" y="616743"/>
                  </a:lnTo>
                  <a:lnTo>
                    <a:pt x="208096" y="616238"/>
                  </a:lnTo>
                  <a:lnTo>
                    <a:pt x="207908" y="616090"/>
                  </a:lnTo>
                  <a:lnTo>
                    <a:pt x="207740" y="615984"/>
                  </a:lnTo>
                  <a:lnTo>
                    <a:pt x="207201" y="615798"/>
                  </a:lnTo>
                  <a:lnTo>
                    <a:pt x="206686" y="615786"/>
                  </a:lnTo>
                  <a:lnTo>
                    <a:pt x="205991" y="615568"/>
                  </a:lnTo>
                  <a:lnTo>
                    <a:pt x="205987" y="615416"/>
                  </a:lnTo>
                  <a:lnTo>
                    <a:pt x="205901" y="615121"/>
                  </a:lnTo>
                  <a:lnTo>
                    <a:pt x="205606" y="614831"/>
                  </a:lnTo>
                  <a:lnTo>
                    <a:pt x="204879" y="615316"/>
                  </a:lnTo>
                  <a:lnTo>
                    <a:pt x="203857" y="615227"/>
                  </a:lnTo>
                  <a:lnTo>
                    <a:pt x="203417" y="615361"/>
                  </a:lnTo>
                  <a:lnTo>
                    <a:pt x="203180" y="615644"/>
                  </a:lnTo>
                  <a:lnTo>
                    <a:pt x="202726" y="615745"/>
                  </a:lnTo>
                  <a:lnTo>
                    <a:pt x="202541" y="615576"/>
                  </a:lnTo>
                  <a:lnTo>
                    <a:pt x="202100" y="614878"/>
                  </a:lnTo>
                  <a:lnTo>
                    <a:pt x="202070" y="614510"/>
                  </a:lnTo>
                  <a:lnTo>
                    <a:pt x="202095" y="614324"/>
                  </a:lnTo>
                  <a:lnTo>
                    <a:pt x="201573" y="613885"/>
                  </a:lnTo>
                  <a:lnTo>
                    <a:pt x="201205" y="613605"/>
                  </a:lnTo>
                  <a:lnTo>
                    <a:pt x="201103" y="612843"/>
                  </a:lnTo>
                  <a:lnTo>
                    <a:pt x="200693" y="612564"/>
                  </a:lnTo>
                  <a:lnTo>
                    <a:pt x="200992" y="612299"/>
                  </a:lnTo>
                  <a:lnTo>
                    <a:pt x="201120" y="612271"/>
                  </a:lnTo>
                  <a:lnTo>
                    <a:pt x="201166" y="611433"/>
                  </a:lnTo>
                  <a:lnTo>
                    <a:pt x="201678" y="611124"/>
                  </a:lnTo>
                  <a:lnTo>
                    <a:pt x="202384" y="610857"/>
                  </a:lnTo>
                  <a:lnTo>
                    <a:pt x="202597" y="610800"/>
                  </a:lnTo>
                  <a:lnTo>
                    <a:pt x="202758" y="610933"/>
                  </a:lnTo>
                  <a:lnTo>
                    <a:pt x="202992" y="611122"/>
                  </a:lnTo>
                  <a:lnTo>
                    <a:pt x="203752" y="611442"/>
                  </a:lnTo>
                  <a:lnTo>
                    <a:pt x="204177" y="611104"/>
                  </a:lnTo>
                  <a:lnTo>
                    <a:pt x="203982" y="611004"/>
                  </a:lnTo>
                  <a:lnTo>
                    <a:pt x="203651" y="610893"/>
                  </a:lnTo>
                  <a:lnTo>
                    <a:pt x="203470" y="610830"/>
                  </a:lnTo>
                  <a:lnTo>
                    <a:pt x="203483" y="610174"/>
                  </a:lnTo>
                  <a:lnTo>
                    <a:pt x="203847" y="610051"/>
                  </a:lnTo>
                  <a:lnTo>
                    <a:pt x="204143" y="609512"/>
                  </a:lnTo>
                  <a:lnTo>
                    <a:pt x="204245" y="609233"/>
                  </a:lnTo>
                  <a:lnTo>
                    <a:pt x="204188" y="608991"/>
                  </a:lnTo>
                  <a:lnTo>
                    <a:pt x="203817" y="608773"/>
                  </a:lnTo>
                  <a:lnTo>
                    <a:pt x="203337" y="608644"/>
                  </a:lnTo>
                  <a:lnTo>
                    <a:pt x="202968" y="608639"/>
                  </a:lnTo>
                  <a:lnTo>
                    <a:pt x="202686" y="608560"/>
                  </a:lnTo>
                  <a:lnTo>
                    <a:pt x="202697" y="608021"/>
                  </a:lnTo>
                  <a:lnTo>
                    <a:pt x="202857" y="607473"/>
                  </a:lnTo>
                  <a:lnTo>
                    <a:pt x="203034" y="607104"/>
                  </a:lnTo>
                  <a:lnTo>
                    <a:pt x="202842" y="606472"/>
                  </a:lnTo>
                  <a:lnTo>
                    <a:pt x="201979" y="605590"/>
                  </a:lnTo>
                  <a:lnTo>
                    <a:pt x="201327" y="605169"/>
                  </a:lnTo>
                  <a:lnTo>
                    <a:pt x="200596" y="604718"/>
                  </a:lnTo>
                  <a:lnTo>
                    <a:pt x="200341" y="604237"/>
                  </a:lnTo>
                  <a:lnTo>
                    <a:pt x="200198" y="604041"/>
                  </a:lnTo>
                  <a:lnTo>
                    <a:pt x="199802" y="603615"/>
                  </a:lnTo>
                  <a:lnTo>
                    <a:pt x="199245" y="603378"/>
                  </a:lnTo>
                  <a:lnTo>
                    <a:pt x="198966" y="603236"/>
                  </a:lnTo>
                  <a:lnTo>
                    <a:pt x="198789" y="602922"/>
                  </a:lnTo>
                  <a:lnTo>
                    <a:pt x="198716" y="602788"/>
                  </a:lnTo>
                  <a:lnTo>
                    <a:pt x="197831" y="602505"/>
                  </a:lnTo>
                  <a:lnTo>
                    <a:pt x="197423" y="601750"/>
                  </a:lnTo>
                  <a:lnTo>
                    <a:pt x="197010" y="601075"/>
                  </a:lnTo>
                  <a:lnTo>
                    <a:pt x="196554" y="601012"/>
                  </a:lnTo>
                  <a:lnTo>
                    <a:pt x="196281" y="600994"/>
                  </a:lnTo>
                  <a:lnTo>
                    <a:pt x="196045" y="601004"/>
                  </a:lnTo>
                  <a:lnTo>
                    <a:pt x="195280" y="601083"/>
                  </a:lnTo>
                  <a:lnTo>
                    <a:pt x="194470" y="601034"/>
                  </a:lnTo>
                  <a:lnTo>
                    <a:pt x="193705" y="599836"/>
                  </a:lnTo>
                  <a:lnTo>
                    <a:pt x="193785" y="599662"/>
                  </a:lnTo>
                  <a:lnTo>
                    <a:pt x="193962" y="599360"/>
                  </a:lnTo>
                  <a:lnTo>
                    <a:pt x="193414" y="599089"/>
                  </a:lnTo>
                  <a:lnTo>
                    <a:pt x="193182" y="599228"/>
                  </a:lnTo>
                  <a:lnTo>
                    <a:pt x="192812" y="599144"/>
                  </a:lnTo>
                  <a:lnTo>
                    <a:pt x="192632" y="598590"/>
                  </a:lnTo>
                  <a:lnTo>
                    <a:pt x="192214" y="598507"/>
                  </a:lnTo>
                  <a:lnTo>
                    <a:pt x="191816" y="598717"/>
                  </a:lnTo>
                  <a:lnTo>
                    <a:pt x="191918" y="598432"/>
                  </a:lnTo>
                  <a:lnTo>
                    <a:pt x="191977" y="597915"/>
                  </a:lnTo>
                  <a:lnTo>
                    <a:pt x="191639" y="597508"/>
                  </a:lnTo>
                  <a:lnTo>
                    <a:pt x="191783" y="596687"/>
                  </a:lnTo>
                  <a:lnTo>
                    <a:pt x="191643" y="595950"/>
                  </a:lnTo>
                  <a:lnTo>
                    <a:pt x="191995" y="595272"/>
                  </a:lnTo>
                  <a:lnTo>
                    <a:pt x="192329" y="595383"/>
                  </a:lnTo>
                  <a:lnTo>
                    <a:pt x="192581" y="595446"/>
                  </a:lnTo>
                  <a:lnTo>
                    <a:pt x="192929" y="595517"/>
                  </a:lnTo>
                  <a:lnTo>
                    <a:pt x="193467" y="595306"/>
                  </a:lnTo>
                  <a:lnTo>
                    <a:pt x="193686" y="595350"/>
                  </a:lnTo>
                  <a:lnTo>
                    <a:pt x="194011" y="595477"/>
                  </a:lnTo>
                  <a:lnTo>
                    <a:pt x="194219" y="595540"/>
                  </a:lnTo>
                  <a:lnTo>
                    <a:pt x="194854" y="594997"/>
                  </a:lnTo>
                  <a:lnTo>
                    <a:pt x="194928" y="594654"/>
                  </a:lnTo>
                  <a:lnTo>
                    <a:pt x="194952" y="594204"/>
                  </a:lnTo>
                  <a:lnTo>
                    <a:pt x="194830" y="593802"/>
                  </a:lnTo>
                  <a:lnTo>
                    <a:pt x="194739" y="593293"/>
                  </a:lnTo>
                  <a:lnTo>
                    <a:pt x="195252" y="592651"/>
                  </a:lnTo>
                  <a:lnTo>
                    <a:pt x="195644" y="591643"/>
                  </a:lnTo>
                  <a:lnTo>
                    <a:pt x="195519" y="591458"/>
                  </a:lnTo>
                  <a:lnTo>
                    <a:pt x="195179" y="591166"/>
                  </a:lnTo>
                  <a:lnTo>
                    <a:pt x="194827" y="590992"/>
                  </a:lnTo>
                  <a:lnTo>
                    <a:pt x="194424" y="590667"/>
                  </a:lnTo>
                  <a:lnTo>
                    <a:pt x="194345" y="590400"/>
                  </a:lnTo>
                  <a:lnTo>
                    <a:pt x="194431" y="589963"/>
                  </a:lnTo>
                  <a:lnTo>
                    <a:pt x="194606" y="589802"/>
                  </a:lnTo>
                  <a:lnTo>
                    <a:pt x="195172" y="589361"/>
                  </a:lnTo>
                  <a:lnTo>
                    <a:pt x="195217" y="589185"/>
                  </a:lnTo>
                  <a:lnTo>
                    <a:pt x="195359" y="588956"/>
                  </a:lnTo>
                  <a:lnTo>
                    <a:pt x="196258" y="588637"/>
                  </a:lnTo>
                  <a:lnTo>
                    <a:pt x="196181" y="587797"/>
                  </a:lnTo>
                  <a:lnTo>
                    <a:pt x="196195" y="587613"/>
                  </a:lnTo>
                  <a:lnTo>
                    <a:pt x="196575" y="587102"/>
                  </a:lnTo>
                  <a:lnTo>
                    <a:pt x="197152" y="587072"/>
                  </a:lnTo>
                  <a:lnTo>
                    <a:pt x="197187" y="586371"/>
                  </a:lnTo>
                  <a:lnTo>
                    <a:pt x="196928" y="586353"/>
                  </a:lnTo>
                  <a:lnTo>
                    <a:pt x="196489" y="586432"/>
                  </a:lnTo>
                  <a:lnTo>
                    <a:pt x="196151" y="586234"/>
                  </a:lnTo>
                  <a:lnTo>
                    <a:pt x="195827" y="585934"/>
                  </a:lnTo>
                  <a:lnTo>
                    <a:pt x="195334" y="585707"/>
                  </a:lnTo>
                  <a:lnTo>
                    <a:pt x="194970" y="585568"/>
                  </a:lnTo>
                  <a:lnTo>
                    <a:pt x="194624" y="585620"/>
                  </a:lnTo>
                  <a:lnTo>
                    <a:pt x="194233" y="585753"/>
                  </a:lnTo>
                  <a:lnTo>
                    <a:pt x="194028" y="586085"/>
                  </a:lnTo>
                  <a:lnTo>
                    <a:pt x="194359" y="586803"/>
                  </a:lnTo>
                  <a:lnTo>
                    <a:pt x="194576" y="587353"/>
                  </a:lnTo>
                  <a:lnTo>
                    <a:pt x="194657" y="587730"/>
                  </a:lnTo>
                  <a:lnTo>
                    <a:pt x="194626" y="587945"/>
                  </a:lnTo>
                  <a:lnTo>
                    <a:pt x="194085" y="588409"/>
                  </a:lnTo>
                  <a:lnTo>
                    <a:pt x="193750" y="588206"/>
                  </a:lnTo>
                  <a:lnTo>
                    <a:pt x="193524" y="588014"/>
                  </a:lnTo>
                  <a:lnTo>
                    <a:pt x="193285" y="588029"/>
                  </a:lnTo>
                  <a:lnTo>
                    <a:pt x="192988" y="588225"/>
                  </a:lnTo>
                  <a:lnTo>
                    <a:pt x="192820" y="588530"/>
                  </a:lnTo>
                  <a:lnTo>
                    <a:pt x="192860" y="588856"/>
                  </a:lnTo>
                  <a:lnTo>
                    <a:pt x="192528" y="589041"/>
                  </a:lnTo>
                  <a:lnTo>
                    <a:pt x="191633" y="589038"/>
                  </a:lnTo>
                  <a:lnTo>
                    <a:pt x="191418" y="588799"/>
                  </a:lnTo>
                  <a:lnTo>
                    <a:pt x="191453" y="588539"/>
                  </a:lnTo>
                  <a:lnTo>
                    <a:pt x="191430" y="588158"/>
                  </a:lnTo>
                  <a:lnTo>
                    <a:pt x="191375" y="587591"/>
                  </a:lnTo>
                  <a:lnTo>
                    <a:pt x="190692" y="585760"/>
                  </a:lnTo>
                  <a:lnTo>
                    <a:pt x="191046" y="584187"/>
                  </a:lnTo>
                  <a:lnTo>
                    <a:pt x="191430" y="583427"/>
                  </a:lnTo>
                  <a:lnTo>
                    <a:pt x="191802" y="582887"/>
                  </a:lnTo>
                  <a:lnTo>
                    <a:pt x="191778" y="582468"/>
                  </a:lnTo>
                  <a:lnTo>
                    <a:pt x="191481" y="582228"/>
                  </a:lnTo>
                  <a:lnTo>
                    <a:pt x="191354" y="582050"/>
                  </a:lnTo>
                  <a:lnTo>
                    <a:pt x="191214" y="581763"/>
                  </a:lnTo>
                  <a:lnTo>
                    <a:pt x="190527" y="581226"/>
                  </a:lnTo>
                  <a:lnTo>
                    <a:pt x="190160" y="580264"/>
                  </a:lnTo>
                  <a:lnTo>
                    <a:pt x="189587" y="580181"/>
                  </a:lnTo>
                  <a:lnTo>
                    <a:pt x="189133" y="580226"/>
                  </a:lnTo>
                  <a:lnTo>
                    <a:pt x="188949" y="580212"/>
                  </a:lnTo>
                  <a:lnTo>
                    <a:pt x="188028" y="579756"/>
                  </a:lnTo>
                  <a:lnTo>
                    <a:pt x="187270" y="579430"/>
                  </a:lnTo>
                  <a:lnTo>
                    <a:pt x="186894" y="579605"/>
                  </a:lnTo>
                  <a:lnTo>
                    <a:pt x="185683" y="579320"/>
                  </a:lnTo>
                  <a:lnTo>
                    <a:pt x="185385" y="579071"/>
                  </a:lnTo>
                  <a:lnTo>
                    <a:pt x="185398" y="578889"/>
                  </a:lnTo>
                  <a:lnTo>
                    <a:pt x="185362" y="578673"/>
                  </a:lnTo>
                  <a:lnTo>
                    <a:pt x="185198" y="578532"/>
                  </a:lnTo>
                  <a:lnTo>
                    <a:pt x="185044" y="578299"/>
                  </a:lnTo>
                  <a:lnTo>
                    <a:pt x="184973" y="578011"/>
                  </a:lnTo>
                  <a:lnTo>
                    <a:pt x="185081" y="577594"/>
                  </a:lnTo>
                  <a:lnTo>
                    <a:pt x="185194" y="577303"/>
                  </a:lnTo>
                  <a:lnTo>
                    <a:pt x="185248" y="576428"/>
                  </a:lnTo>
                  <a:lnTo>
                    <a:pt x="184934" y="576515"/>
                  </a:lnTo>
                  <a:lnTo>
                    <a:pt x="184373" y="576539"/>
                  </a:lnTo>
                  <a:lnTo>
                    <a:pt x="184227" y="576542"/>
                  </a:lnTo>
                  <a:lnTo>
                    <a:pt x="183823" y="576489"/>
                  </a:lnTo>
                  <a:lnTo>
                    <a:pt x="183582" y="576133"/>
                  </a:lnTo>
                  <a:lnTo>
                    <a:pt x="183581" y="575858"/>
                  </a:lnTo>
                  <a:lnTo>
                    <a:pt x="183597" y="575497"/>
                  </a:lnTo>
                  <a:lnTo>
                    <a:pt x="183684" y="575244"/>
                  </a:lnTo>
                  <a:lnTo>
                    <a:pt x="183619" y="574866"/>
                  </a:lnTo>
                  <a:lnTo>
                    <a:pt x="183335" y="574627"/>
                  </a:lnTo>
                  <a:lnTo>
                    <a:pt x="183057" y="574464"/>
                  </a:lnTo>
                  <a:lnTo>
                    <a:pt x="182708" y="574489"/>
                  </a:lnTo>
                  <a:lnTo>
                    <a:pt x="182446" y="574438"/>
                  </a:lnTo>
                  <a:lnTo>
                    <a:pt x="181480" y="573776"/>
                  </a:lnTo>
                  <a:lnTo>
                    <a:pt x="181207" y="573704"/>
                  </a:lnTo>
                  <a:lnTo>
                    <a:pt x="180622" y="573568"/>
                  </a:lnTo>
                  <a:lnTo>
                    <a:pt x="180098" y="573357"/>
                  </a:lnTo>
                  <a:lnTo>
                    <a:pt x="179296" y="572795"/>
                  </a:lnTo>
                  <a:lnTo>
                    <a:pt x="179404" y="572074"/>
                  </a:lnTo>
                  <a:lnTo>
                    <a:pt x="179691" y="571680"/>
                  </a:lnTo>
                  <a:lnTo>
                    <a:pt x="179757" y="571434"/>
                  </a:lnTo>
                  <a:lnTo>
                    <a:pt x="179782" y="570753"/>
                  </a:lnTo>
                  <a:lnTo>
                    <a:pt x="179881" y="570040"/>
                  </a:lnTo>
                  <a:lnTo>
                    <a:pt x="180239" y="569714"/>
                  </a:lnTo>
                  <a:lnTo>
                    <a:pt x="180341" y="569124"/>
                  </a:lnTo>
                  <a:lnTo>
                    <a:pt x="179872" y="568567"/>
                  </a:lnTo>
                  <a:lnTo>
                    <a:pt x="179877" y="568175"/>
                  </a:lnTo>
                  <a:lnTo>
                    <a:pt x="180309" y="567206"/>
                  </a:lnTo>
                  <a:lnTo>
                    <a:pt x="180270" y="567076"/>
                  </a:lnTo>
                  <a:lnTo>
                    <a:pt x="180453" y="566524"/>
                  </a:lnTo>
                  <a:lnTo>
                    <a:pt x="180644" y="565730"/>
                  </a:lnTo>
                  <a:lnTo>
                    <a:pt x="180803" y="565337"/>
                  </a:lnTo>
                  <a:lnTo>
                    <a:pt x="180849" y="565175"/>
                  </a:lnTo>
                  <a:lnTo>
                    <a:pt x="180961" y="564773"/>
                  </a:lnTo>
                  <a:lnTo>
                    <a:pt x="180961" y="564642"/>
                  </a:lnTo>
                  <a:lnTo>
                    <a:pt x="180949" y="563797"/>
                  </a:lnTo>
                  <a:lnTo>
                    <a:pt x="180623" y="563404"/>
                  </a:lnTo>
                  <a:lnTo>
                    <a:pt x="179893" y="563390"/>
                  </a:lnTo>
                  <a:lnTo>
                    <a:pt x="179482" y="563116"/>
                  </a:lnTo>
                  <a:lnTo>
                    <a:pt x="178734" y="562967"/>
                  </a:lnTo>
                  <a:lnTo>
                    <a:pt x="178356" y="562942"/>
                  </a:lnTo>
                  <a:lnTo>
                    <a:pt x="177925" y="562987"/>
                  </a:lnTo>
                  <a:lnTo>
                    <a:pt x="177660" y="563073"/>
                  </a:lnTo>
                  <a:lnTo>
                    <a:pt x="176775" y="563582"/>
                  </a:lnTo>
                  <a:lnTo>
                    <a:pt x="176477" y="563676"/>
                  </a:lnTo>
                  <a:lnTo>
                    <a:pt x="175678" y="563364"/>
                  </a:lnTo>
                  <a:lnTo>
                    <a:pt x="175573" y="563207"/>
                  </a:lnTo>
                  <a:lnTo>
                    <a:pt x="175628" y="562940"/>
                  </a:lnTo>
                  <a:lnTo>
                    <a:pt x="175501" y="562553"/>
                  </a:lnTo>
                  <a:lnTo>
                    <a:pt x="175337" y="562536"/>
                  </a:lnTo>
                  <a:lnTo>
                    <a:pt x="175069" y="562455"/>
                  </a:lnTo>
                  <a:lnTo>
                    <a:pt x="174797" y="562005"/>
                  </a:lnTo>
                  <a:lnTo>
                    <a:pt x="175030" y="561238"/>
                  </a:lnTo>
                  <a:lnTo>
                    <a:pt x="174963" y="560887"/>
                  </a:lnTo>
                  <a:lnTo>
                    <a:pt x="174867" y="560649"/>
                  </a:lnTo>
                  <a:lnTo>
                    <a:pt x="174532" y="560156"/>
                  </a:lnTo>
                  <a:lnTo>
                    <a:pt x="174218" y="559308"/>
                  </a:lnTo>
                  <a:lnTo>
                    <a:pt x="174407" y="558954"/>
                  </a:lnTo>
                  <a:lnTo>
                    <a:pt x="174358" y="558164"/>
                  </a:lnTo>
                  <a:lnTo>
                    <a:pt x="173770" y="557516"/>
                  </a:lnTo>
                  <a:lnTo>
                    <a:pt x="173611" y="557429"/>
                  </a:lnTo>
                  <a:lnTo>
                    <a:pt x="173293" y="557316"/>
                  </a:lnTo>
                  <a:lnTo>
                    <a:pt x="173342" y="557174"/>
                  </a:lnTo>
                  <a:lnTo>
                    <a:pt x="173515" y="556799"/>
                  </a:lnTo>
                  <a:lnTo>
                    <a:pt x="173684" y="556515"/>
                  </a:lnTo>
                  <a:lnTo>
                    <a:pt x="173784" y="556387"/>
                  </a:lnTo>
                  <a:lnTo>
                    <a:pt x="173901" y="556227"/>
                  </a:lnTo>
                  <a:lnTo>
                    <a:pt x="173755" y="555548"/>
                  </a:lnTo>
                  <a:lnTo>
                    <a:pt x="173405" y="555449"/>
                  </a:lnTo>
                  <a:lnTo>
                    <a:pt x="173170" y="555362"/>
                  </a:lnTo>
                  <a:lnTo>
                    <a:pt x="172987" y="555224"/>
                  </a:lnTo>
                  <a:lnTo>
                    <a:pt x="172820" y="555066"/>
                  </a:lnTo>
                  <a:lnTo>
                    <a:pt x="172737" y="554460"/>
                  </a:lnTo>
                  <a:lnTo>
                    <a:pt x="172517" y="553987"/>
                  </a:lnTo>
                  <a:lnTo>
                    <a:pt x="172145" y="553637"/>
                  </a:lnTo>
                  <a:lnTo>
                    <a:pt x="172025" y="553483"/>
                  </a:lnTo>
                  <a:lnTo>
                    <a:pt x="171403" y="552611"/>
                  </a:lnTo>
                  <a:lnTo>
                    <a:pt x="171167" y="552423"/>
                  </a:lnTo>
                  <a:lnTo>
                    <a:pt x="170775" y="550657"/>
                  </a:lnTo>
                  <a:lnTo>
                    <a:pt x="170859" y="550279"/>
                  </a:lnTo>
                  <a:lnTo>
                    <a:pt x="170790" y="550109"/>
                  </a:lnTo>
                  <a:lnTo>
                    <a:pt x="170397" y="549385"/>
                  </a:lnTo>
                  <a:lnTo>
                    <a:pt x="169914" y="548822"/>
                  </a:lnTo>
                  <a:lnTo>
                    <a:pt x="169186" y="548706"/>
                  </a:lnTo>
                  <a:lnTo>
                    <a:pt x="168925" y="548915"/>
                  </a:lnTo>
                  <a:lnTo>
                    <a:pt x="168832" y="549123"/>
                  </a:lnTo>
                  <a:lnTo>
                    <a:pt x="168716" y="549369"/>
                  </a:lnTo>
                  <a:lnTo>
                    <a:pt x="168503" y="549540"/>
                  </a:lnTo>
                  <a:lnTo>
                    <a:pt x="168222" y="549632"/>
                  </a:lnTo>
                  <a:lnTo>
                    <a:pt x="168245" y="549396"/>
                  </a:lnTo>
                  <a:lnTo>
                    <a:pt x="168361" y="548270"/>
                  </a:lnTo>
                  <a:lnTo>
                    <a:pt x="168587" y="547563"/>
                  </a:lnTo>
                  <a:lnTo>
                    <a:pt x="168662" y="547302"/>
                  </a:lnTo>
                  <a:lnTo>
                    <a:pt x="168816" y="546273"/>
                  </a:lnTo>
                  <a:lnTo>
                    <a:pt x="168643" y="545847"/>
                  </a:lnTo>
                  <a:lnTo>
                    <a:pt x="168176" y="545255"/>
                  </a:lnTo>
                  <a:lnTo>
                    <a:pt x="167640" y="544078"/>
                  </a:lnTo>
                  <a:lnTo>
                    <a:pt x="167610" y="543918"/>
                  </a:lnTo>
                  <a:lnTo>
                    <a:pt x="167351" y="543310"/>
                  </a:lnTo>
                  <a:lnTo>
                    <a:pt x="167179" y="543036"/>
                  </a:lnTo>
                  <a:lnTo>
                    <a:pt x="166174" y="542018"/>
                  </a:lnTo>
                  <a:lnTo>
                    <a:pt x="166011" y="541986"/>
                  </a:lnTo>
                  <a:lnTo>
                    <a:pt x="165982" y="541749"/>
                  </a:lnTo>
                  <a:lnTo>
                    <a:pt x="166042" y="541453"/>
                  </a:lnTo>
                  <a:lnTo>
                    <a:pt x="166075" y="540885"/>
                  </a:lnTo>
                  <a:lnTo>
                    <a:pt x="165947" y="540508"/>
                  </a:lnTo>
                  <a:lnTo>
                    <a:pt x="165620" y="540706"/>
                  </a:lnTo>
                  <a:lnTo>
                    <a:pt x="165531" y="540932"/>
                  </a:lnTo>
                  <a:lnTo>
                    <a:pt x="164980" y="541121"/>
                  </a:lnTo>
                  <a:lnTo>
                    <a:pt x="164717" y="541031"/>
                  </a:lnTo>
                  <a:lnTo>
                    <a:pt x="165034" y="540410"/>
                  </a:lnTo>
                  <a:lnTo>
                    <a:pt x="165428" y="539810"/>
                  </a:lnTo>
                  <a:lnTo>
                    <a:pt x="165624" y="539714"/>
                  </a:lnTo>
                  <a:lnTo>
                    <a:pt x="165187" y="539259"/>
                  </a:lnTo>
                  <a:lnTo>
                    <a:pt x="164947" y="539070"/>
                  </a:lnTo>
                  <a:lnTo>
                    <a:pt x="165073" y="538537"/>
                  </a:lnTo>
                  <a:lnTo>
                    <a:pt x="165126" y="537428"/>
                  </a:lnTo>
                  <a:lnTo>
                    <a:pt x="164729" y="537311"/>
                  </a:lnTo>
                  <a:lnTo>
                    <a:pt x="163880" y="537326"/>
                  </a:lnTo>
                  <a:lnTo>
                    <a:pt x="163698" y="537337"/>
                  </a:lnTo>
                  <a:lnTo>
                    <a:pt x="163459" y="537350"/>
                  </a:lnTo>
                  <a:lnTo>
                    <a:pt x="162987" y="537332"/>
                  </a:lnTo>
                  <a:lnTo>
                    <a:pt x="162739" y="537041"/>
                  </a:lnTo>
                  <a:lnTo>
                    <a:pt x="162485" y="536544"/>
                  </a:lnTo>
                  <a:lnTo>
                    <a:pt x="162392" y="535613"/>
                  </a:lnTo>
                  <a:lnTo>
                    <a:pt x="162308" y="534730"/>
                  </a:lnTo>
                  <a:lnTo>
                    <a:pt x="162261" y="534275"/>
                  </a:lnTo>
                  <a:lnTo>
                    <a:pt x="162193" y="534096"/>
                  </a:lnTo>
                  <a:lnTo>
                    <a:pt x="162077" y="533865"/>
                  </a:lnTo>
                  <a:lnTo>
                    <a:pt x="161479" y="532961"/>
                  </a:lnTo>
                  <a:lnTo>
                    <a:pt x="161332" y="532681"/>
                  </a:lnTo>
                  <a:lnTo>
                    <a:pt x="161040" y="532496"/>
                  </a:lnTo>
                  <a:lnTo>
                    <a:pt x="160817" y="532439"/>
                  </a:lnTo>
                  <a:lnTo>
                    <a:pt x="160352" y="532192"/>
                  </a:lnTo>
                  <a:lnTo>
                    <a:pt x="159973" y="531719"/>
                  </a:lnTo>
                  <a:lnTo>
                    <a:pt x="159643" y="531475"/>
                  </a:lnTo>
                  <a:lnTo>
                    <a:pt x="159119" y="531147"/>
                  </a:lnTo>
                  <a:lnTo>
                    <a:pt x="158987" y="530935"/>
                  </a:lnTo>
                  <a:lnTo>
                    <a:pt x="158861" y="530358"/>
                  </a:lnTo>
                  <a:lnTo>
                    <a:pt x="158823" y="530177"/>
                  </a:lnTo>
                  <a:lnTo>
                    <a:pt x="158913" y="529839"/>
                  </a:lnTo>
                  <a:lnTo>
                    <a:pt x="158987" y="529492"/>
                  </a:lnTo>
                  <a:lnTo>
                    <a:pt x="159036" y="529161"/>
                  </a:lnTo>
                  <a:lnTo>
                    <a:pt x="159307" y="528711"/>
                  </a:lnTo>
                  <a:lnTo>
                    <a:pt x="159477" y="528446"/>
                  </a:lnTo>
                  <a:lnTo>
                    <a:pt x="159674" y="527922"/>
                  </a:lnTo>
                  <a:lnTo>
                    <a:pt x="159217" y="527668"/>
                  </a:lnTo>
                  <a:lnTo>
                    <a:pt x="159066" y="527596"/>
                  </a:lnTo>
                  <a:lnTo>
                    <a:pt x="158724" y="527328"/>
                  </a:lnTo>
                  <a:lnTo>
                    <a:pt x="158699" y="527060"/>
                  </a:lnTo>
                  <a:lnTo>
                    <a:pt x="158912" y="526643"/>
                  </a:lnTo>
                  <a:lnTo>
                    <a:pt x="158743" y="526204"/>
                  </a:lnTo>
                  <a:lnTo>
                    <a:pt x="158396" y="525688"/>
                  </a:lnTo>
                  <a:lnTo>
                    <a:pt x="158321" y="525385"/>
                  </a:lnTo>
                  <a:lnTo>
                    <a:pt x="158263" y="525178"/>
                  </a:lnTo>
                  <a:lnTo>
                    <a:pt x="157721" y="524427"/>
                  </a:lnTo>
                  <a:lnTo>
                    <a:pt x="157075" y="524603"/>
                  </a:lnTo>
                  <a:lnTo>
                    <a:pt x="156680" y="524954"/>
                  </a:lnTo>
                  <a:lnTo>
                    <a:pt x="156273" y="524927"/>
                  </a:lnTo>
                  <a:lnTo>
                    <a:pt x="156091" y="524889"/>
                  </a:lnTo>
                  <a:lnTo>
                    <a:pt x="155097" y="525612"/>
                  </a:lnTo>
                  <a:lnTo>
                    <a:pt x="154943" y="525892"/>
                  </a:lnTo>
                  <a:lnTo>
                    <a:pt x="154500" y="527556"/>
                  </a:lnTo>
                  <a:lnTo>
                    <a:pt x="154458" y="527812"/>
                  </a:lnTo>
                  <a:lnTo>
                    <a:pt x="154101" y="528178"/>
                  </a:lnTo>
                  <a:lnTo>
                    <a:pt x="153646" y="528456"/>
                  </a:lnTo>
                  <a:lnTo>
                    <a:pt x="153159" y="528882"/>
                  </a:lnTo>
                  <a:lnTo>
                    <a:pt x="152716" y="529273"/>
                  </a:lnTo>
                  <a:lnTo>
                    <a:pt x="151812" y="530007"/>
                  </a:lnTo>
                  <a:lnTo>
                    <a:pt x="151782" y="530289"/>
                  </a:lnTo>
                  <a:lnTo>
                    <a:pt x="151192" y="530185"/>
                  </a:lnTo>
                  <a:lnTo>
                    <a:pt x="151133" y="530000"/>
                  </a:lnTo>
                  <a:lnTo>
                    <a:pt x="150990" y="529815"/>
                  </a:lnTo>
                  <a:lnTo>
                    <a:pt x="150740" y="529717"/>
                  </a:lnTo>
                  <a:lnTo>
                    <a:pt x="150554" y="529748"/>
                  </a:lnTo>
                  <a:lnTo>
                    <a:pt x="150094" y="529923"/>
                  </a:lnTo>
                  <a:lnTo>
                    <a:pt x="149713" y="529506"/>
                  </a:lnTo>
                  <a:lnTo>
                    <a:pt x="149671" y="529083"/>
                  </a:lnTo>
                  <a:lnTo>
                    <a:pt x="149429" y="528288"/>
                  </a:lnTo>
                  <a:lnTo>
                    <a:pt x="148978" y="528618"/>
                  </a:lnTo>
                  <a:lnTo>
                    <a:pt x="148190" y="527940"/>
                  </a:lnTo>
                  <a:lnTo>
                    <a:pt x="147826" y="527804"/>
                  </a:lnTo>
                  <a:lnTo>
                    <a:pt x="146829" y="527566"/>
                  </a:lnTo>
                  <a:lnTo>
                    <a:pt x="146548" y="527537"/>
                  </a:lnTo>
                  <a:lnTo>
                    <a:pt x="146050" y="527961"/>
                  </a:lnTo>
                  <a:lnTo>
                    <a:pt x="145910" y="528405"/>
                  </a:lnTo>
                  <a:lnTo>
                    <a:pt x="145505" y="528685"/>
                  </a:lnTo>
                  <a:lnTo>
                    <a:pt x="145180" y="528884"/>
                  </a:lnTo>
                  <a:lnTo>
                    <a:pt x="145033" y="529289"/>
                  </a:lnTo>
                  <a:lnTo>
                    <a:pt x="145017" y="529659"/>
                  </a:lnTo>
                  <a:lnTo>
                    <a:pt x="145109" y="529971"/>
                  </a:lnTo>
                  <a:lnTo>
                    <a:pt x="145023" y="530235"/>
                  </a:lnTo>
                  <a:lnTo>
                    <a:pt x="144773" y="530825"/>
                  </a:lnTo>
                  <a:lnTo>
                    <a:pt x="144110" y="531771"/>
                  </a:lnTo>
                  <a:lnTo>
                    <a:pt x="143936" y="531939"/>
                  </a:lnTo>
                  <a:lnTo>
                    <a:pt x="143659" y="532155"/>
                  </a:lnTo>
                  <a:lnTo>
                    <a:pt x="143505" y="532708"/>
                  </a:lnTo>
                  <a:lnTo>
                    <a:pt x="143480" y="532874"/>
                  </a:lnTo>
                  <a:lnTo>
                    <a:pt x="143140" y="533457"/>
                  </a:lnTo>
                  <a:lnTo>
                    <a:pt x="142466" y="533274"/>
                  </a:lnTo>
                  <a:lnTo>
                    <a:pt x="142119" y="533474"/>
                  </a:lnTo>
                  <a:lnTo>
                    <a:pt x="141900" y="534013"/>
                  </a:lnTo>
                  <a:lnTo>
                    <a:pt x="141691" y="534861"/>
                  </a:lnTo>
                  <a:lnTo>
                    <a:pt x="141480" y="535110"/>
                  </a:lnTo>
                  <a:lnTo>
                    <a:pt x="140970" y="535323"/>
                  </a:lnTo>
                  <a:lnTo>
                    <a:pt x="140657" y="535301"/>
                  </a:lnTo>
                  <a:lnTo>
                    <a:pt x="140311" y="535102"/>
                  </a:lnTo>
                  <a:lnTo>
                    <a:pt x="139932" y="534458"/>
                  </a:lnTo>
                  <a:lnTo>
                    <a:pt x="139982" y="534150"/>
                  </a:lnTo>
                  <a:lnTo>
                    <a:pt x="140049" y="533933"/>
                  </a:lnTo>
                  <a:lnTo>
                    <a:pt x="140115" y="533558"/>
                  </a:lnTo>
                  <a:lnTo>
                    <a:pt x="140044" y="532986"/>
                  </a:lnTo>
                  <a:lnTo>
                    <a:pt x="139957" y="532728"/>
                  </a:lnTo>
                  <a:lnTo>
                    <a:pt x="140038" y="531961"/>
                  </a:lnTo>
                  <a:lnTo>
                    <a:pt x="139840" y="531385"/>
                  </a:lnTo>
                  <a:lnTo>
                    <a:pt x="139605" y="531386"/>
                  </a:lnTo>
                  <a:lnTo>
                    <a:pt x="139435" y="531304"/>
                  </a:lnTo>
                  <a:lnTo>
                    <a:pt x="139137" y="530811"/>
                  </a:lnTo>
                  <a:lnTo>
                    <a:pt x="139138" y="530493"/>
                  </a:lnTo>
                  <a:lnTo>
                    <a:pt x="139516" y="529944"/>
                  </a:lnTo>
                  <a:lnTo>
                    <a:pt x="140155" y="529243"/>
                  </a:lnTo>
                  <a:lnTo>
                    <a:pt x="140069" y="528695"/>
                  </a:lnTo>
                  <a:lnTo>
                    <a:pt x="139891" y="528458"/>
                  </a:lnTo>
                  <a:lnTo>
                    <a:pt x="139980" y="528204"/>
                  </a:lnTo>
                  <a:lnTo>
                    <a:pt x="140191" y="527883"/>
                  </a:lnTo>
                  <a:lnTo>
                    <a:pt x="140112" y="527692"/>
                  </a:lnTo>
                  <a:lnTo>
                    <a:pt x="139522" y="527337"/>
                  </a:lnTo>
                  <a:lnTo>
                    <a:pt x="139214" y="527441"/>
                  </a:lnTo>
                  <a:lnTo>
                    <a:pt x="138691" y="527392"/>
                  </a:lnTo>
                  <a:lnTo>
                    <a:pt x="138457" y="527270"/>
                  </a:lnTo>
                  <a:lnTo>
                    <a:pt x="137984" y="527454"/>
                  </a:lnTo>
                  <a:lnTo>
                    <a:pt x="136947" y="527322"/>
                  </a:lnTo>
                  <a:lnTo>
                    <a:pt x="136514" y="527160"/>
                  </a:lnTo>
                  <a:lnTo>
                    <a:pt x="136332" y="526961"/>
                  </a:lnTo>
                  <a:lnTo>
                    <a:pt x="136098" y="526812"/>
                  </a:lnTo>
                  <a:lnTo>
                    <a:pt x="135563" y="526893"/>
                  </a:lnTo>
                  <a:lnTo>
                    <a:pt x="135246" y="526678"/>
                  </a:lnTo>
                  <a:lnTo>
                    <a:pt x="135076" y="526512"/>
                  </a:lnTo>
                  <a:lnTo>
                    <a:pt x="133545" y="525544"/>
                  </a:lnTo>
                  <a:lnTo>
                    <a:pt x="133767" y="525065"/>
                  </a:lnTo>
                  <a:lnTo>
                    <a:pt x="134197" y="524448"/>
                  </a:lnTo>
                  <a:lnTo>
                    <a:pt x="134752" y="523842"/>
                  </a:lnTo>
                  <a:lnTo>
                    <a:pt x="134805" y="523613"/>
                  </a:lnTo>
                  <a:lnTo>
                    <a:pt x="134643" y="523184"/>
                  </a:lnTo>
                  <a:lnTo>
                    <a:pt x="134524" y="522975"/>
                  </a:lnTo>
                  <a:lnTo>
                    <a:pt x="134013" y="522611"/>
                  </a:lnTo>
                  <a:lnTo>
                    <a:pt x="133316" y="521876"/>
                  </a:lnTo>
                  <a:lnTo>
                    <a:pt x="132751" y="521178"/>
                  </a:lnTo>
                  <a:lnTo>
                    <a:pt x="132283" y="520721"/>
                  </a:lnTo>
                  <a:lnTo>
                    <a:pt x="132057" y="520481"/>
                  </a:lnTo>
                  <a:lnTo>
                    <a:pt x="131597" y="519695"/>
                  </a:lnTo>
                  <a:lnTo>
                    <a:pt x="131272" y="519296"/>
                  </a:lnTo>
                  <a:lnTo>
                    <a:pt x="131005" y="519159"/>
                  </a:lnTo>
                  <a:lnTo>
                    <a:pt x="130007" y="518813"/>
                  </a:lnTo>
                  <a:lnTo>
                    <a:pt x="129785" y="518736"/>
                  </a:lnTo>
                  <a:lnTo>
                    <a:pt x="129641" y="518656"/>
                  </a:lnTo>
                  <a:lnTo>
                    <a:pt x="129221" y="518010"/>
                  </a:lnTo>
                  <a:lnTo>
                    <a:pt x="129157" y="517672"/>
                  </a:lnTo>
                  <a:lnTo>
                    <a:pt x="129059" y="517477"/>
                  </a:lnTo>
                  <a:lnTo>
                    <a:pt x="128866" y="517038"/>
                  </a:lnTo>
                  <a:lnTo>
                    <a:pt x="128607" y="516436"/>
                  </a:lnTo>
                  <a:lnTo>
                    <a:pt x="128581" y="516277"/>
                  </a:lnTo>
                  <a:lnTo>
                    <a:pt x="128595" y="516088"/>
                  </a:lnTo>
                  <a:lnTo>
                    <a:pt x="128370" y="515701"/>
                  </a:lnTo>
                  <a:lnTo>
                    <a:pt x="128188" y="514985"/>
                  </a:lnTo>
                  <a:lnTo>
                    <a:pt x="128102" y="514744"/>
                  </a:lnTo>
                  <a:lnTo>
                    <a:pt x="127872" y="514475"/>
                  </a:lnTo>
                  <a:lnTo>
                    <a:pt x="127671" y="513991"/>
                  </a:lnTo>
                  <a:lnTo>
                    <a:pt x="127599" y="513768"/>
                  </a:lnTo>
                  <a:lnTo>
                    <a:pt x="127622" y="513585"/>
                  </a:lnTo>
                  <a:lnTo>
                    <a:pt x="127411" y="513266"/>
                  </a:lnTo>
                  <a:lnTo>
                    <a:pt x="127069" y="513140"/>
                  </a:lnTo>
                  <a:lnTo>
                    <a:pt x="126601" y="512587"/>
                  </a:lnTo>
                  <a:lnTo>
                    <a:pt x="126554" y="512359"/>
                  </a:lnTo>
                  <a:lnTo>
                    <a:pt x="126664" y="511741"/>
                  </a:lnTo>
                  <a:lnTo>
                    <a:pt x="126720" y="511564"/>
                  </a:lnTo>
                  <a:lnTo>
                    <a:pt x="126873" y="511317"/>
                  </a:lnTo>
                  <a:lnTo>
                    <a:pt x="127128" y="510353"/>
                  </a:lnTo>
                  <a:lnTo>
                    <a:pt x="127478" y="510398"/>
                  </a:lnTo>
                  <a:lnTo>
                    <a:pt x="128005" y="510361"/>
                  </a:lnTo>
                  <a:lnTo>
                    <a:pt x="128444" y="509915"/>
                  </a:lnTo>
                  <a:lnTo>
                    <a:pt x="128873" y="510036"/>
                  </a:lnTo>
                  <a:lnTo>
                    <a:pt x="129165" y="510257"/>
                  </a:lnTo>
                  <a:lnTo>
                    <a:pt x="129314" y="510528"/>
                  </a:lnTo>
                  <a:lnTo>
                    <a:pt x="129875" y="510461"/>
                  </a:lnTo>
                  <a:lnTo>
                    <a:pt x="130152" y="509983"/>
                  </a:lnTo>
                  <a:lnTo>
                    <a:pt x="130288" y="509544"/>
                  </a:lnTo>
                  <a:lnTo>
                    <a:pt x="130562" y="509373"/>
                  </a:lnTo>
                  <a:lnTo>
                    <a:pt x="130872" y="509467"/>
                  </a:lnTo>
                  <a:lnTo>
                    <a:pt x="131167" y="509482"/>
                  </a:lnTo>
                  <a:lnTo>
                    <a:pt x="131355" y="509435"/>
                  </a:lnTo>
                  <a:lnTo>
                    <a:pt x="131533" y="509321"/>
                  </a:lnTo>
                  <a:lnTo>
                    <a:pt x="131759" y="509248"/>
                  </a:lnTo>
                  <a:lnTo>
                    <a:pt x="132083" y="509212"/>
                  </a:lnTo>
                  <a:lnTo>
                    <a:pt x="132487" y="509234"/>
                  </a:lnTo>
                  <a:lnTo>
                    <a:pt x="132756" y="509199"/>
                  </a:lnTo>
                  <a:lnTo>
                    <a:pt x="133285" y="508666"/>
                  </a:lnTo>
                  <a:lnTo>
                    <a:pt x="133517" y="508161"/>
                  </a:lnTo>
                  <a:lnTo>
                    <a:pt x="133336" y="507980"/>
                  </a:lnTo>
                  <a:lnTo>
                    <a:pt x="133307" y="507766"/>
                  </a:lnTo>
                  <a:lnTo>
                    <a:pt x="133559" y="507475"/>
                  </a:lnTo>
                  <a:lnTo>
                    <a:pt x="133747" y="507354"/>
                  </a:lnTo>
                  <a:lnTo>
                    <a:pt x="134442" y="506713"/>
                  </a:lnTo>
                  <a:lnTo>
                    <a:pt x="134261" y="506500"/>
                  </a:lnTo>
                  <a:lnTo>
                    <a:pt x="133196" y="505534"/>
                  </a:lnTo>
                  <a:lnTo>
                    <a:pt x="133051" y="505615"/>
                  </a:lnTo>
                  <a:lnTo>
                    <a:pt x="132835" y="505427"/>
                  </a:lnTo>
                  <a:lnTo>
                    <a:pt x="132620" y="505090"/>
                  </a:lnTo>
                  <a:lnTo>
                    <a:pt x="132574" y="504689"/>
                  </a:lnTo>
                  <a:lnTo>
                    <a:pt x="132995" y="504441"/>
                  </a:lnTo>
                  <a:lnTo>
                    <a:pt x="133530" y="504364"/>
                  </a:lnTo>
                  <a:lnTo>
                    <a:pt x="133621" y="503422"/>
                  </a:lnTo>
                  <a:lnTo>
                    <a:pt x="133750" y="502943"/>
                  </a:lnTo>
                  <a:lnTo>
                    <a:pt x="133512" y="502614"/>
                  </a:lnTo>
                  <a:lnTo>
                    <a:pt x="132996" y="502464"/>
                  </a:lnTo>
                  <a:lnTo>
                    <a:pt x="132659" y="502096"/>
                  </a:lnTo>
                  <a:lnTo>
                    <a:pt x="131947" y="501383"/>
                  </a:lnTo>
                  <a:lnTo>
                    <a:pt x="131285" y="501219"/>
                  </a:lnTo>
                  <a:lnTo>
                    <a:pt x="130257" y="500976"/>
                  </a:lnTo>
                  <a:lnTo>
                    <a:pt x="130029" y="500719"/>
                  </a:lnTo>
                  <a:lnTo>
                    <a:pt x="128805" y="500485"/>
                  </a:lnTo>
                  <a:lnTo>
                    <a:pt x="128276" y="500449"/>
                  </a:lnTo>
                  <a:lnTo>
                    <a:pt x="128309" y="499732"/>
                  </a:lnTo>
                  <a:lnTo>
                    <a:pt x="128455" y="499414"/>
                  </a:lnTo>
                  <a:lnTo>
                    <a:pt x="128663" y="498676"/>
                  </a:lnTo>
                  <a:lnTo>
                    <a:pt x="128478" y="498441"/>
                  </a:lnTo>
                  <a:lnTo>
                    <a:pt x="128884" y="497825"/>
                  </a:lnTo>
                  <a:lnTo>
                    <a:pt x="129093" y="497421"/>
                  </a:lnTo>
                  <a:lnTo>
                    <a:pt x="128666" y="496961"/>
                  </a:lnTo>
                  <a:lnTo>
                    <a:pt x="128648" y="496707"/>
                  </a:lnTo>
                  <a:lnTo>
                    <a:pt x="128406" y="496164"/>
                  </a:lnTo>
                  <a:lnTo>
                    <a:pt x="127587" y="496281"/>
                  </a:lnTo>
                  <a:lnTo>
                    <a:pt x="127250" y="496031"/>
                  </a:lnTo>
                  <a:lnTo>
                    <a:pt x="126364" y="495536"/>
                  </a:lnTo>
                  <a:lnTo>
                    <a:pt x="125965" y="495352"/>
                  </a:lnTo>
                  <a:lnTo>
                    <a:pt x="125656" y="495345"/>
                  </a:lnTo>
                  <a:lnTo>
                    <a:pt x="125376" y="495128"/>
                  </a:lnTo>
                  <a:lnTo>
                    <a:pt x="125012" y="494624"/>
                  </a:lnTo>
                  <a:lnTo>
                    <a:pt x="124814" y="493181"/>
                  </a:lnTo>
                  <a:lnTo>
                    <a:pt x="124958" y="492709"/>
                  </a:lnTo>
                  <a:lnTo>
                    <a:pt x="124926" y="491934"/>
                  </a:lnTo>
                  <a:lnTo>
                    <a:pt x="124558" y="491485"/>
                  </a:lnTo>
                  <a:lnTo>
                    <a:pt x="124162" y="491678"/>
                  </a:lnTo>
                  <a:lnTo>
                    <a:pt x="123900" y="491403"/>
                  </a:lnTo>
                  <a:lnTo>
                    <a:pt x="123831" y="491174"/>
                  </a:lnTo>
                  <a:lnTo>
                    <a:pt x="123825" y="490807"/>
                  </a:lnTo>
                  <a:lnTo>
                    <a:pt x="123700" y="490184"/>
                  </a:lnTo>
                  <a:lnTo>
                    <a:pt x="123312" y="489450"/>
                  </a:lnTo>
                  <a:lnTo>
                    <a:pt x="123107" y="489189"/>
                  </a:lnTo>
                  <a:lnTo>
                    <a:pt x="122598" y="488902"/>
                  </a:lnTo>
                  <a:lnTo>
                    <a:pt x="122086" y="488487"/>
                  </a:lnTo>
                  <a:lnTo>
                    <a:pt x="121800" y="488210"/>
                  </a:lnTo>
                  <a:lnTo>
                    <a:pt x="121580" y="488093"/>
                  </a:lnTo>
                  <a:lnTo>
                    <a:pt x="121159" y="487939"/>
                  </a:lnTo>
                  <a:lnTo>
                    <a:pt x="120015" y="487657"/>
                  </a:lnTo>
                  <a:lnTo>
                    <a:pt x="119678" y="487411"/>
                  </a:lnTo>
                  <a:lnTo>
                    <a:pt x="119549" y="486905"/>
                  </a:lnTo>
                  <a:lnTo>
                    <a:pt x="119458" y="486229"/>
                  </a:lnTo>
                  <a:lnTo>
                    <a:pt x="118935" y="486123"/>
                  </a:lnTo>
                  <a:lnTo>
                    <a:pt x="118726" y="486178"/>
                  </a:lnTo>
                  <a:lnTo>
                    <a:pt x="118439" y="486423"/>
                  </a:lnTo>
                  <a:lnTo>
                    <a:pt x="118175" y="486564"/>
                  </a:lnTo>
                  <a:lnTo>
                    <a:pt x="117674" y="486596"/>
                  </a:lnTo>
                  <a:lnTo>
                    <a:pt x="117720" y="485536"/>
                  </a:lnTo>
                  <a:lnTo>
                    <a:pt x="117863" y="485259"/>
                  </a:lnTo>
                  <a:lnTo>
                    <a:pt x="118033" y="485219"/>
                  </a:lnTo>
                  <a:lnTo>
                    <a:pt x="118031" y="484982"/>
                  </a:lnTo>
                  <a:lnTo>
                    <a:pt x="117702" y="484512"/>
                  </a:lnTo>
                  <a:lnTo>
                    <a:pt x="117547" y="484359"/>
                  </a:lnTo>
                  <a:lnTo>
                    <a:pt x="117224" y="484284"/>
                  </a:lnTo>
                  <a:lnTo>
                    <a:pt x="116498" y="483344"/>
                  </a:lnTo>
                  <a:lnTo>
                    <a:pt x="115838" y="482761"/>
                  </a:lnTo>
                  <a:lnTo>
                    <a:pt x="115000" y="482697"/>
                  </a:lnTo>
                  <a:lnTo>
                    <a:pt x="114289" y="482713"/>
                  </a:lnTo>
                  <a:lnTo>
                    <a:pt x="113938" y="482528"/>
                  </a:lnTo>
                  <a:lnTo>
                    <a:pt x="113893" y="482262"/>
                  </a:lnTo>
                  <a:lnTo>
                    <a:pt x="112878" y="481530"/>
                  </a:lnTo>
                  <a:lnTo>
                    <a:pt x="112937" y="481181"/>
                  </a:lnTo>
                  <a:lnTo>
                    <a:pt x="113019" y="480995"/>
                  </a:lnTo>
                  <a:lnTo>
                    <a:pt x="113073" y="480776"/>
                  </a:lnTo>
                  <a:lnTo>
                    <a:pt x="112858" y="480384"/>
                  </a:lnTo>
                  <a:lnTo>
                    <a:pt x="112659" y="480169"/>
                  </a:lnTo>
                  <a:lnTo>
                    <a:pt x="112418" y="479690"/>
                  </a:lnTo>
                  <a:lnTo>
                    <a:pt x="112399" y="478755"/>
                  </a:lnTo>
                  <a:lnTo>
                    <a:pt x="112507" y="478097"/>
                  </a:lnTo>
                  <a:lnTo>
                    <a:pt x="112529" y="476824"/>
                  </a:lnTo>
                  <a:lnTo>
                    <a:pt x="112483" y="476479"/>
                  </a:lnTo>
                  <a:lnTo>
                    <a:pt x="112335" y="475753"/>
                  </a:lnTo>
                  <a:lnTo>
                    <a:pt x="112296" y="475036"/>
                  </a:lnTo>
                  <a:lnTo>
                    <a:pt x="112141" y="474917"/>
                  </a:lnTo>
                  <a:lnTo>
                    <a:pt x="111984" y="475304"/>
                  </a:lnTo>
                  <a:lnTo>
                    <a:pt x="111612" y="475463"/>
                  </a:lnTo>
                  <a:lnTo>
                    <a:pt x="111350" y="475520"/>
                  </a:lnTo>
                  <a:lnTo>
                    <a:pt x="111188" y="475792"/>
                  </a:lnTo>
                  <a:lnTo>
                    <a:pt x="111129" y="476006"/>
                  </a:lnTo>
                  <a:lnTo>
                    <a:pt x="111117" y="476231"/>
                  </a:lnTo>
                  <a:lnTo>
                    <a:pt x="110967" y="476484"/>
                  </a:lnTo>
                  <a:lnTo>
                    <a:pt x="110854" y="476628"/>
                  </a:lnTo>
                  <a:lnTo>
                    <a:pt x="110579" y="476731"/>
                  </a:lnTo>
                  <a:lnTo>
                    <a:pt x="109552" y="476621"/>
                  </a:lnTo>
                  <a:lnTo>
                    <a:pt x="109107" y="476545"/>
                  </a:lnTo>
                  <a:lnTo>
                    <a:pt x="107687" y="476744"/>
                  </a:lnTo>
                  <a:lnTo>
                    <a:pt x="107666" y="476891"/>
                  </a:lnTo>
                  <a:lnTo>
                    <a:pt x="107744" y="477313"/>
                  </a:lnTo>
                  <a:lnTo>
                    <a:pt x="107715" y="477496"/>
                  </a:lnTo>
                  <a:lnTo>
                    <a:pt x="107406" y="477881"/>
                  </a:lnTo>
                  <a:lnTo>
                    <a:pt x="107102" y="477992"/>
                  </a:lnTo>
                  <a:lnTo>
                    <a:pt x="106924" y="478498"/>
                  </a:lnTo>
                  <a:lnTo>
                    <a:pt x="106915" y="478820"/>
                  </a:lnTo>
                  <a:lnTo>
                    <a:pt x="107027" y="479798"/>
                  </a:lnTo>
                  <a:lnTo>
                    <a:pt x="107108" y="479951"/>
                  </a:lnTo>
                  <a:lnTo>
                    <a:pt x="107461" y="480458"/>
                  </a:lnTo>
                  <a:lnTo>
                    <a:pt x="107308" y="480583"/>
                  </a:lnTo>
                  <a:lnTo>
                    <a:pt x="107049" y="480637"/>
                  </a:lnTo>
                  <a:lnTo>
                    <a:pt x="106707" y="480884"/>
                  </a:lnTo>
                  <a:lnTo>
                    <a:pt x="106833" y="481141"/>
                  </a:lnTo>
                  <a:lnTo>
                    <a:pt x="106604" y="481316"/>
                  </a:lnTo>
                  <a:lnTo>
                    <a:pt x="105763" y="481707"/>
                  </a:lnTo>
                  <a:lnTo>
                    <a:pt x="105149" y="481899"/>
                  </a:lnTo>
                  <a:lnTo>
                    <a:pt x="104944" y="481706"/>
                  </a:lnTo>
                  <a:lnTo>
                    <a:pt x="104779" y="481727"/>
                  </a:lnTo>
                  <a:lnTo>
                    <a:pt x="104540" y="481991"/>
                  </a:lnTo>
                  <a:lnTo>
                    <a:pt x="104354" y="482295"/>
                  </a:lnTo>
                  <a:lnTo>
                    <a:pt x="104342" y="482530"/>
                  </a:lnTo>
                  <a:lnTo>
                    <a:pt x="104286" y="482873"/>
                  </a:lnTo>
                  <a:lnTo>
                    <a:pt x="104050" y="483128"/>
                  </a:lnTo>
                  <a:lnTo>
                    <a:pt x="103817" y="483250"/>
                  </a:lnTo>
                  <a:lnTo>
                    <a:pt x="103520" y="483908"/>
                  </a:lnTo>
                  <a:lnTo>
                    <a:pt x="103851" y="484114"/>
                  </a:lnTo>
                  <a:lnTo>
                    <a:pt x="103983" y="484542"/>
                  </a:lnTo>
                  <a:lnTo>
                    <a:pt x="103848" y="485353"/>
                  </a:lnTo>
                  <a:lnTo>
                    <a:pt x="103875" y="486643"/>
                  </a:lnTo>
                  <a:lnTo>
                    <a:pt x="103381" y="487141"/>
                  </a:lnTo>
                  <a:lnTo>
                    <a:pt x="102995" y="487285"/>
                  </a:lnTo>
                  <a:lnTo>
                    <a:pt x="102655" y="487270"/>
                  </a:lnTo>
                  <a:lnTo>
                    <a:pt x="102488" y="487068"/>
                  </a:lnTo>
                  <a:lnTo>
                    <a:pt x="102263" y="486982"/>
                  </a:lnTo>
                  <a:lnTo>
                    <a:pt x="101674" y="487299"/>
                  </a:lnTo>
                  <a:lnTo>
                    <a:pt x="101751" y="487646"/>
                  </a:lnTo>
                  <a:lnTo>
                    <a:pt x="101750" y="488003"/>
                  </a:lnTo>
                  <a:lnTo>
                    <a:pt x="101482" y="488252"/>
                  </a:lnTo>
                  <a:lnTo>
                    <a:pt x="100941" y="488514"/>
                  </a:lnTo>
                  <a:lnTo>
                    <a:pt x="100612" y="488913"/>
                  </a:lnTo>
                  <a:lnTo>
                    <a:pt x="100406" y="489107"/>
                  </a:lnTo>
                  <a:lnTo>
                    <a:pt x="100239" y="489151"/>
                  </a:lnTo>
                  <a:lnTo>
                    <a:pt x="100190" y="489306"/>
                  </a:lnTo>
                  <a:lnTo>
                    <a:pt x="100251" y="489553"/>
                  </a:lnTo>
                  <a:lnTo>
                    <a:pt x="100272" y="489984"/>
                  </a:lnTo>
                  <a:lnTo>
                    <a:pt x="100116" y="490790"/>
                  </a:lnTo>
                  <a:lnTo>
                    <a:pt x="99568" y="490693"/>
                  </a:lnTo>
                  <a:lnTo>
                    <a:pt x="99120" y="490473"/>
                  </a:lnTo>
                  <a:lnTo>
                    <a:pt x="98406" y="490410"/>
                  </a:lnTo>
                  <a:lnTo>
                    <a:pt x="97587" y="490744"/>
                  </a:lnTo>
                  <a:lnTo>
                    <a:pt x="97336" y="490878"/>
                  </a:lnTo>
                  <a:lnTo>
                    <a:pt x="97292" y="491031"/>
                  </a:lnTo>
                  <a:lnTo>
                    <a:pt x="97465" y="491448"/>
                  </a:lnTo>
                  <a:lnTo>
                    <a:pt x="97441" y="491650"/>
                  </a:lnTo>
                  <a:lnTo>
                    <a:pt x="97277" y="491852"/>
                  </a:lnTo>
                  <a:lnTo>
                    <a:pt x="97149" y="491940"/>
                  </a:lnTo>
                  <a:lnTo>
                    <a:pt x="96967" y="493241"/>
                  </a:lnTo>
                  <a:lnTo>
                    <a:pt x="96943" y="493838"/>
                  </a:lnTo>
                  <a:lnTo>
                    <a:pt x="97171" y="494052"/>
                  </a:lnTo>
                  <a:lnTo>
                    <a:pt x="97477" y="494220"/>
                  </a:lnTo>
                  <a:lnTo>
                    <a:pt x="97798" y="494621"/>
                  </a:lnTo>
                  <a:lnTo>
                    <a:pt x="97782" y="494839"/>
                  </a:lnTo>
                  <a:lnTo>
                    <a:pt x="98180" y="495751"/>
                  </a:lnTo>
                  <a:lnTo>
                    <a:pt x="97823" y="496163"/>
                  </a:lnTo>
                  <a:lnTo>
                    <a:pt x="97311" y="496462"/>
                  </a:lnTo>
                  <a:lnTo>
                    <a:pt x="97315" y="496962"/>
                  </a:lnTo>
                  <a:lnTo>
                    <a:pt x="97382" y="497120"/>
                  </a:lnTo>
                  <a:lnTo>
                    <a:pt x="97765" y="497793"/>
                  </a:lnTo>
                  <a:lnTo>
                    <a:pt x="98135" y="497900"/>
                  </a:lnTo>
                  <a:lnTo>
                    <a:pt x="98346" y="497794"/>
                  </a:lnTo>
                  <a:lnTo>
                    <a:pt x="98624" y="497890"/>
                  </a:lnTo>
                  <a:lnTo>
                    <a:pt x="98930" y="498370"/>
                  </a:lnTo>
                  <a:lnTo>
                    <a:pt x="98948" y="498802"/>
                  </a:lnTo>
                  <a:lnTo>
                    <a:pt x="98876" y="499052"/>
                  </a:lnTo>
                  <a:lnTo>
                    <a:pt x="98637" y="499380"/>
                  </a:lnTo>
                  <a:lnTo>
                    <a:pt x="98398" y="499486"/>
                  </a:lnTo>
                  <a:lnTo>
                    <a:pt x="98220" y="500195"/>
                  </a:lnTo>
                  <a:lnTo>
                    <a:pt x="98237" y="500468"/>
                  </a:lnTo>
                  <a:lnTo>
                    <a:pt x="97988" y="500757"/>
                  </a:lnTo>
                  <a:lnTo>
                    <a:pt x="97629" y="501068"/>
                  </a:lnTo>
                  <a:lnTo>
                    <a:pt x="97550" y="501476"/>
                  </a:lnTo>
                  <a:lnTo>
                    <a:pt x="97533" y="502050"/>
                  </a:lnTo>
                  <a:lnTo>
                    <a:pt x="97595" y="502225"/>
                  </a:lnTo>
                  <a:lnTo>
                    <a:pt x="97513" y="502664"/>
                  </a:lnTo>
                  <a:lnTo>
                    <a:pt x="97209" y="503008"/>
                  </a:lnTo>
                  <a:lnTo>
                    <a:pt x="96813" y="503146"/>
                  </a:lnTo>
                  <a:lnTo>
                    <a:pt x="97326" y="504118"/>
                  </a:lnTo>
                  <a:lnTo>
                    <a:pt x="97526" y="504224"/>
                  </a:lnTo>
                  <a:lnTo>
                    <a:pt x="97709" y="504474"/>
                  </a:lnTo>
                  <a:lnTo>
                    <a:pt x="97906" y="504823"/>
                  </a:lnTo>
                  <a:lnTo>
                    <a:pt x="98018" y="505431"/>
                  </a:lnTo>
                  <a:lnTo>
                    <a:pt x="97988" y="505821"/>
                  </a:lnTo>
                  <a:lnTo>
                    <a:pt x="97823" y="506027"/>
                  </a:lnTo>
                  <a:lnTo>
                    <a:pt x="97415" y="506306"/>
                  </a:lnTo>
                  <a:lnTo>
                    <a:pt x="97127" y="506978"/>
                  </a:lnTo>
                  <a:lnTo>
                    <a:pt x="96886" y="507633"/>
                  </a:lnTo>
                  <a:lnTo>
                    <a:pt x="96569" y="508766"/>
                  </a:lnTo>
                  <a:lnTo>
                    <a:pt x="96512" y="509040"/>
                  </a:lnTo>
                  <a:lnTo>
                    <a:pt x="96501" y="509391"/>
                  </a:lnTo>
                  <a:lnTo>
                    <a:pt x="96654" y="510557"/>
                  </a:lnTo>
                  <a:lnTo>
                    <a:pt x="97064" y="511294"/>
                  </a:lnTo>
                  <a:lnTo>
                    <a:pt x="97290" y="511749"/>
                  </a:lnTo>
                  <a:lnTo>
                    <a:pt x="97248" y="512220"/>
                  </a:lnTo>
                  <a:lnTo>
                    <a:pt x="96806" y="511787"/>
                  </a:lnTo>
                  <a:lnTo>
                    <a:pt x="96779" y="511397"/>
                  </a:lnTo>
                  <a:lnTo>
                    <a:pt x="96032" y="510584"/>
                  </a:lnTo>
                  <a:lnTo>
                    <a:pt x="95573" y="510377"/>
                  </a:lnTo>
                  <a:lnTo>
                    <a:pt x="95196" y="510217"/>
                  </a:lnTo>
                  <a:lnTo>
                    <a:pt x="94912" y="509762"/>
                  </a:lnTo>
                  <a:lnTo>
                    <a:pt x="94711" y="509437"/>
                  </a:lnTo>
                  <a:lnTo>
                    <a:pt x="94607" y="509308"/>
                  </a:lnTo>
                  <a:lnTo>
                    <a:pt x="94255" y="509118"/>
                  </a:lnTo>
                  <a:lnTo>
                    <a:pt x="93616" y="508836"/>
                  </a:lnTo>
                  <a:lnTo>
                    <a:pt x="93379" y="508644"/>
                  </a:lnTo>
                  <a:lnTo>
                    <a:pt x="92817" y="508115"/>
                  </a:lnTo>
                  <a:lnTo>
                    <a:pt x="92721" y="507856"/>
                  </a:lnTo>
                  <a:lnTo>
                    <a:pt x="92759" y="507465"/>
                  </a:lnTo>
                  <a:lnTo>
                    <a:pt x="92695" y="507084"/>
                  </a:lnTo>
                  <a:lnTo>
                    <a:pt x="92412" y="506474"/>
                  </a:lnTo>
                  <a:lnTo>
                    <a:pt x="91789" y="506428"/>
                  </a:lnTo>
                  <a:lnTo>
                    <a:pt x="91563" y="506284"/>
                  </a:lnTo>
                  <a:lnTo>
                    <a:pt x="91876" y="505613"/>
                  </a:lnTo>
                  <a:lnTo>
                    <a:pt x="91933" y="504898"/>
                  </a:lnTo>
                  <a:lnTo>
                    <a:pt x="91607" y="504305"/>
                  </a:lnTo>
                  <a:lnTo>
                    <a:pt x="91438" y="504210"/>
                  </a:lnTo>
                  <a:lnTo>
                    <a:pt x="91227" y="504165"/>
                  </a:lnTo>
                  <a:lnTo>
                    <a:pt x="90968" y="504057"/>
                  </a:lnTo>
                  <a:lnTo>
                    <a:pt x="90779" y="504040"/>
                  </a:lnTo>
                  <a:lnTo>
                    <a:pt x="90530" y="503969"/>
                  </a:lnTo>
                  <a:lnTo>
                    <a:pt x="90292" y="503759"/>
                  </a:lnTo>
                  <a:lnTo>
                    <a:pt x="89763" y="503355"/>
                  </a:lnTo>
                  <a:lnTo>
                    <a:pt x="89459" y="503081"/>
                  </a:lnTo>
                  <a:lnTo>
                    <a:pt x="89113" y="502141"/>
                  </a:lnTo>
                  <a:lnTo>
                    <a:pt x="89126" y="501642"/>
                  </a:lnTo>
                  <a:lnTo>
                    <a:pt x="89141" y="501473"/>
                  </a:lnTo>
                  <a:lnTo>
                    <a:pt x="88957" y="501403"/>
                  </a:lnTo>
                  <a:lnTo>
                    <a:pt x="88607" y="501373"/>
                  </a:lnTo>
                  <a:lnTo>
                    <a:pt x="88080" y="500780"/>
                  </a:lnTo>
                  <a:lnTo>
                    <a:pt x="87746" y="499781"/>
                  </a:lnTo>
                  <a:lnTo>
                    <a:pt x="87012" y="499156"/>
                  </a:lnTo>
                  <a:lnTo>
                    <a:pt x="86866" y="498932"/>
                  </a:lnTo>
                  <a:lnTo>
                    <a:pt x="86663" y="498794"/>
                  </a:lnTo>
                  <a:lnTo>
                    <a:pt x="86474" y="498627"/>
                  </a:lnTo>
                  <a:lnTo>
                    <a:pt x="86480" y="498435"/>
                  </a:lnTo>
                  <a:lnTo>
                    <a:pt x="86518" y="498157"/>
                  </a:lnTo>
                  <a:lnTo>
                    <a:pt x="86452" y="497872"/>
                  </a:lnTo>
                  <a:lnTo>
                    <a:pt x="86325" y="497711"/>
                  </a:lnTo>
                  <a:lnTo>
                    <a:pt x="86147" y="497618"/>
                  </a:lnTo>
                  <a:lnTo>
                    <a:pt x="86051" y="497365"/>
                  </a:lnTo>
                  <a:lnTo>
                    <a:pt x="86274" y="497157"/>
                  </a:lnTo>
                  <a:lnTo>
                    <a:pt x="86906" y="496872"/>
                  </a:lnTo>
                  <a:lnTo>
                    <a:pt x="87078" y="496640"/>
                  </a:lnTo>
                  <a:lnTo>
                    <a:pt x="87029" y="496401"/>
                  </a:lnTo>
                  <a:lnTo>
                    <a:pt x="86912" y="496067"/>
                  </a:lnTo>
                  <a:lnTo>
                    <a:pt x="86934" y="495142"/>
                  </a:lnTo>
                  <a:lnTo>
                    <a:pt x="86995" y="494723"/>
                  </a:lnTo>
                  <a:lnTo>
                    <a:pt x="87131" y="494352"/>
                  </a:lnTo>
                  <a:lnTo>
                    <a:pt x="87296" y="493659"/>
                  </a:lnTo>
                  <a:lnTo>
                    <a:pt x="87219" y="493237"/>
                  </a:lnTo>
                  <a:lnTo>
                    <a:pt x="87154" y="493018"/>
                  </a:lnTo>
                  <a:lnTo>
                    <a:pt x="86841" y="492311"/>
                  </a:lnTo>
                  <a:lnTo>
                    <a:pt x="86783" y="492181"/>
                  </a:lnTo>
                  <a:lnTo>
                    <a:pt x="86471" y="491156"/>
                  </a:lnTo>
                  <a:lnTo>
                    <a:pt x="86549" y="490653"/>
                  </a:lnTo>
                  <a:lnTo>
                    <a:pt x="86294" y="490296"/>
                  </a:lnTo>
                  <a:lnTo>
                    <a:pt x="86273" y="489879"/>
                  </a:lnTo>
                  <a:lnTo>
                    <a:pt x="86375" y="489689"/>
                  </a:lnTo>
                  <a:lnTo>
                    <a:pt x="86615" y="489241"/>
                  </a:lnTo>
                  <a:lnTo>
                    <a:pt x="86840" y="488863"/>
                  </a:lnTo>
                  <a:lnTo>
                    <a:pt x="86861" y="488540"/>
                  </a:lnTo>
                  <a:lnTo>
                    <a:pt x="86673" y="488390"/>
                  </a:lnTo>
                  <a:lnTo>
                    <a:pt x="86018" y="488154"/>
                  </a:lnTo>
                  <a:lnTo>
                    <a:pt x="86012" y="488011"/>
                  </a:lnTo>
                  <a:lnTo>
                    <a:pt x="86234" y="487116"/>
                  </a:lnTo>
                  <a:lnTo>
                    <a:pt x="85916" y="486970"/>
                  </a:lnTo>
                  <a:lnTo>
                    <a:pt x="85727" y="486836"/>
                  </a:lnTo>
                  <a:lnTo>
                    <a:pt x="85762" y="486662"/>
                  </a:lnTo>
                  <a:lnTo>
                    <a:pt x="85982" y="486395"/>
                  </a:lnTo>
                  <a:lnTo>
                    <a:pt x="85982" y="486212"/>
                  </a:lnTo>
                  <a:lnTo>
                    <a:pt x="85853" y="486106"/>
                  </a:lnTo>
                  <a:lnTo>
                    <a:pt x="85535" y="486014"/>
                  </a:lnTo>
                  <a:lnTo>
                    <a:pt x="85144" y="485784"/>
                  </a:lnTo>
                  <a:lnTo>
                    <a:pt x="85097" y="485650"/>
                  </a:lnTo>
                  <a:lnTo>
                    <a:pt x="85100" y="485467"/>
                  </a:lnTo>
                  <a:lnTo>
                    <a:pt x="85210" y="484957"/>
                  </a:lnTo>
                  <a:lnTo>
                    <a:pt x="85133" y="484799"/>
                  </a:lnTo>
                  <a:lnTo>
                    <a:pt x="84984" y="484646"/>
                  </a:lnTo>
                  <a:lnTo>
                    <a:pt x="84853" y="484567"/>
                  </a:lnTo>
                  <a:lnTo>
                    <a:pt x="84811" y="484411"/>
                  </a:lnTo>
                  <a:lnTo>
                    <a:pt x="84885" y="484117"/>
                  </a:lnTo>
                  <a:lnTo>
                    <a:pt x="84943" y="483986"/>
                  </a:lnTo>
                  <a:lnTo>
                    <a:pt x="84936" y="483763"/>
                  </a:lnTo>
                  <a:lnTo>
                    <a:pt x="84859" y="483605"/>
                  </a:lnTo>
                  <a:lnTo>
                    <a:pt x="84711" y="483413"/>
                  </a:lnTo>
                  <a:lnTo>
                    <a:pt x="84303" y="483018"/>
                  </a:lnTo>
                  <a:lnTo>
                    <a:pt x="84224" y="482679"/>
                  </a:lnTo>
                  <a:lnTo>
                    <a:pt x="84424" y="482480"/>
                  </a:lnTo>
                  <a:lnTo>
                    <a:pt x="84537" y="482202"/>
                  </a:lnTo>
                  <a:lnTo>
                    <a:pt x="84551" y="482048"/>
                  </a:lnTo>
                  <a:lnTo>
                    <a:pt x="84450" y="481759"/>
                  </a:lnTo>
                  <a:lnTo>
                    <a:pt x="84431" y="481615"/>
                  </a:lnTo>
                  <a:lnTo>
                    <a:pt x="84501" y="481395"/>
                  </a:lnTo>
                  <a:lnTo>
                    <a:pt x="84619" y="481248"/>
                  </a:lnTo>
                  <a:lnTo>
                    <a:pt x="84608" y="481021"/>
                  </a:lnTo>
                  <a:lnTo>
                    <a:pt x="84549" y="480844"/>
                  </a:lnTo>
                  <a:lnTo>
                    <a:pt x="84221" y="480294"/>
                  </a:lnTo>
                  <a:lnTo>
                    <a:pt x="83876" y="479824"/>
                  </a:lnTo>
                  <a:lnTo>
                    <a:pt x="83636" y="479339"/>
                  </a:lnTo>
                  <a:lnTo>
                    <a:pt x="83614" y="479138"/>
                  </a:lnTo>
                  <a:lnTo>
                    <a:pt x="83659" y="478871"/>
                  </a:lnTo>
                  <a:lnTo>
                    <a:pt x="83787" y="478414"/>
                  </a:lnTo>
                  <a:lnTo>
                    <a:pt x="83526" y="477781"/>
                  </a:lnTo>
                  <a:lnTo>
                    <a:pt x="83403" y="477539"/>
                  </a:lnTo>
                  <a:lnTo>
                    <a:pt x="83147" y="476573"/>
                  </a:lnTo>
                  <a:lnTo>
                    <a:pt x="83252" y="475936"/>
                  </a:lnTo>
                  <a:lnTo>
                    <a:pt x="83159" y="474999"/>
                  </a:lnTo>
                  <a:lnTo>
                    <a:pt x="83418" y="474022"/>
                  </a:lnTo>
                  <a:lnTo>
                    <a:pt x="83651" y="473542"/>
                  </a:lnTo>
                  <a:lnTo>
                    <a:pt x="83707" y="473337"/>
                  </a:lnTo>
                  <a:lnTo>
                    <a:pt x="83702" y="473073"/>
                  </a:lnTo>
                  <a:lnTo>
                    <a:pt x="83619" y="472743"/>
                  </a:lnTo>
                  <a:lnTo>
                    <a:pt x="83778" y="472685"/>
                  </a:lnTo>
                  <a:lnTo>
                    <a:pt x="84126" y="472356"/>
                  </a:lnTo>
                  <a:lnTo>
                    <a:pt x="84232" y="472039"/>
                  </a:lnTo>
                  <a:lnTo>
                    <a:pt x="84321" y="471543"/>
                  </a:lnTo>
                  <a:lnTo>
                    <a:pt x="84386" y="470994"/>
                  </a:lnTo>
                  <a:lnTo>
                    <a:pt x="84168" y="470255"/>
                  </a:lnTo>
                  <a:lnTo>
                    <a:pt x="84235" y="469839"/>
                  </a:lnTo>
                  <a:lnTo>
                    <a:pt x="84329" y="469570"/>
                  </a:lnTo>
                  <a:lnTo>
                    <a:pt x="84460" y="469319"/>
                  </a:lnTo>
                  <a:lnTo>
                    <a:pt x="84300" y="469067"/>
                  </a:lnTo>
                  <a:lnTo>
                    <a:pt x="84119" y="468816"/>
                  </a:lnTo>
                  <a:lnTo>
                    <a:pt x="84157" y="468557"/>
                  </a:lnTo>
                  <a:lnTo>
                    <a:pt x="84284" y="468144"/>
                  </a:lnTo>
                  <a:lnTo>
                    <a:pt x="84304" y="467994"/>
                  </a:lnTo>
                  <a:lnTo>
                    <a:pt x="84260" y="467848"/>
                  </a:lnTo>
                  <a:lnTo>
                    <a:pt x="84131" y="467613"/>
                  </a:lnTo>
                  <a:lnTo>
                    <a:pt x="84023" y="466732"/>
                  </a:lnTo>
                  <a:lnTo>
                    <a:pt x="84223" y="465988"/>
                  </a:lnTo>
                  <a:lnTo>
                    <a:pt x="84244" y="465556"/>
                  </a:lnTo>
                  <a:lnTo>
                    <a:pt x="84064" y="465094"/>
                  </a:lnTo>
                  <a:lnTo>
                    <a:pt x="83819" y="464793"/>
                  </a:lnTo>
                  <a:lnTo>
                    <a:pt x="83825" y="463628"/>
                  </a:lnTo>
                  <a:lnTo>
                    <a:pt x="83720" y="463081"/>
                  </a:lnTo>
                  <a:lnTo>
                    <a:pt x="83657" y="462855"/>
                  </a:lnTo>
                  <a:lnTo>
                    <a:pt x="83595" y="462630"/>
                  </a:lnTo>
                  <a:lnTo>
                    <a:pt x="83615" y="462490"/>
                  </a:lnTo>
                  <a:lnTo>
                    <a:pt x="83712" y="461800"/>
                  </a:lnTo>
                  <a:lnTo>
                    <a:pt x="83786" y="461049"/>
                  </a:lnTo>
                  <a:lnTo>
                    <a:pt x="83557" y="460636"/>
                  </a:lnTo>
                  <a:lnTo>
                    <a:pt x="83650" y="459829"/>
                  </a:lnTo>
                  <a:lnTo>
                    <a:pt x="83669" y="459697"/>
                  </a:lnTo>
                  <a:lnTo>
                    <a:pt x="83448" y="459326"/>
                  </a:lnTo>
                  <a:lnTo>
                    <a:pt x="83336" y="459050"/>
                  </a:lnTo>
                  <a:lnTo>
                    <a:pt x="83431" y="458852"/>
                  </a:lnTo>
                  <a:lnTo>
                    <a:pt x="83655" y="458645"/>
                  </a:lnTo>
                  <a:lnTo>
                    <a:pt x="83557" y="457003"/>
                  </a:lnTo>
                  <a:lnTo>
                    <a:pt x="83543" y="456765"/>
                  </a:lnTo>
                  <a:lnTo>
                    <a:pt x="83585" y="456325"/>
                  </a:lnTo>
                  <a:lnTo>
                    <a:pt x="83804" y="456005"/>
                  </a:lnTo>
                  <a:lnTo>
                    <a:pt x="83856" y="455828"/>
                  </a:lnTo>
                  <a:lnTo>
                    <a:pt x="83813" y="455582"/>
                  </a:lnTo>
                  <a:lnTo>
                    <a:pt x="83594" y="455353"/>
                  </a:lnTo>
                  <a:lnTo>
                    <a:pt x="83515" y="455225"/>
                  </a:lnTo>
                  <a:lnTo>
                    <a:pt x="83517" y="454806"/>
                  </a:lnTo>
                  <a:lnTo>
                    <a:pt x="83716" y="454351"/>
                  </a:lnTo>
                  <a:lnTo>
                    <a:pt x="83705" y="453745"/>
                  </a:lnTo>
                  <a:lnTo>
                    <a:pt x="83652" y="453528"/>
                  </a:lnTo>
                  <a:lnTo>
                    <a:pt x="83206" y="452999"/>
                  </a:lnTo>
                  <a:lnTo>
                    <a:pt x="82690" y="452258"/>
                  </a:lnTo>
                  <a:lnTo>
                    <a:pt x="82650" y="452053"/>
                  </a:lnTo>
                  <a:lnTo>
                    <a:pt x="82744" y="451826"/>
                  </a:lnTo>
                  <a:lnTo>
                    <a:pt x="82754" y="451692"/>
                  </a:lnTo>
                  <a:lnTo>
                    <a:pt x="82261" y="450957"/>
                  </a:lnTo>
                  <a:lnTo>
                    <a:pt x="81995" y="450815"/>
                  </a:lnTo>
                  <a:lnTo>
                    <a:pt x="81844" y="450792"/>
                  </a:lnTo>
                  <a:lnTo>
                    <a:pt x="81604" y="450664"/>
                  </a:lnTo>
                  <a:lnTo>
                    <a:pt x="81405" y="450337"/>
                  </a:lnTo>
                  <a:lnTo>
                    <a:pt x="81804" y="449583"/>
                  </a:lnTo>
                  <a:lnTo>
                    <a:pt x="81652" y="449210"/>
                  </a:lnTo>
                  <a:lnTo>
                    <a:pt x="81545" y="449033"/>
                  </a:lnTo>
                  <a:lnTo>
                    <a:pt x="81456" y="448716"/>
                  </a:lnTo>
                  <a:lnTo>
                    <a:pt x="81220" y="446366"/>
                  </a:lnTo>
                  <a:lnTo>
                    <a:pt x="81244" y="446192"/>
                  </a:lnTo>
                  <a:lnTo>
                    <a:pt x="81361" y="445905"/>
                  </a:lnTo>
                  <a:lnTo>
                    <a:pt x="81274" y="445463"/>
                  </a:lnTo>
                  <a:lnTo>
                    <a:pt x="81119" y="444400"/>
                  </a:lnTo>
                  <a:lnTo>
                    <a:pt x="81086" y="444198"/>
                  </a:lnTo>
                  <a:lnTo>
                    <a:pt x="81436" y="443790"/>
                  </a:lnTo>
                  <a:lnTo>
                    <a:pt x="81272" y="443565"/>
                  </a:lnTo>
                  <a:lnTo>
                    <a:pt x="81205" y="442805"/>
                  </a:lnTo>
                  <a:lnTo>
                    <a:pt x="81163" y="442414"/>
                  </a:lnTo>
                  <a:lnTo>
                    <a:pt x="80896" y="442064"/>
                  </a:lnTo>
                  <a:lnTo>
                    <a:pt x="80960" y="441587"/>
                  </a:lnTo>
                  <a:lnTo>
                    <a:pt x="81161" y="441185"/>
                  </a:lnTo>
                  <a:lnTo>
                    <a:pt x="81167" y="440976"/>
                  </a:lnTo>
                  <a:lnTo>
                    <a:pt x="81032" y="440727"/>
                  </a:lnTo>
                  <a:lnTo>
                    <a:pt x="80726" y="440457"/>
                  </a:lnTo>
                  <a:lnTo>
                    <a:pt x="80703" y="439971"/>
                  </a:lnTo>
                  <a:lnTo>
                    <a:pt x="80680" y="439408"/>
                  </a:lnTo>
                  <a:lnTo>
                    <a:pt x="80405" y="438365"/>
                  </a:lnTo>
                  <a:lnTo>
                    <a:pt x="80417" y="438103"/>
                  </a:lnTo>
                  <a:lnTo>
                    <a:pt x="80662" y="437252"/>
                  </a:lnTo>
                  <a:lnTo>
                    <a:pt x="80666" y="437019"/>
                  </a:lnTo>
                  <a:lnTo>
                    <a:pt x="80629" y="436171"/>
                  </a:lnTo>
                  <a:lnTo>
                    <a:pt x="80469" y="436049"/>
                  </a:lnTo>
                  <a:lnTo>
                    <a:pt x="80217" y="435726"/>
                  </a:lnTo>
                  <a:lnTo>
                    <a:pt x="79960" y="435062"/>
                  </a:lnTo>
                  <a:lnTo>
                    <a:pt x="79717" y="434701"/>
                  </a:lnTo>
                  <a:lnTo>
                    <a:pt x="79518" y="434483"/>
                  </a:lnTo>
                  <a:lnTo>
                    <a:pt x="79368" y="434320"/>
                  </a:lnTo>
                  <a:lnTo>
                    <a:pt x="78936" y="433935"/>
                  </a:lnTo>
                  <a:lnTo>
                    <a:pt x="78798" y="433512"/>
                  </a:lnTo>
                  <a:lnTo>
                    <a:pt x="78812" y="433320"/>
                  </a:lnTo>
                  <a:lnTo>
                    <a:pt x="78864" y="433141"/>
                  </a:lnTo>
                  <a:lnTo>
                    <a:pt x="78742" y="432760"/>
                  </a:lnTo>
                  <a:lnTo>
                    <a:pt x="78514" y="432316"/>
                  </a:lnTo>
                  <a:lnTo>
                    <a:pt x="78361" y="432131"/>
                  </a:lnTo>
                  <a:lnTo>
                    <a:pt x="78150" y="431960"/>
                  </a:lnTo>
                  <a:lnTo>
                    <a:pt x="78081" y="431690"/>
                  </a:lnTo>
                  <a:lnTo>
                    <a:pt x="78142" y="431326"/>
                  </a:lnTo>
                  <a:lnTo>
                    <a:pt x="77821" y="431137"/>
                  </a:lnTo>
                  <a:lnTo>
                    <a:pt x="77809" y="431001"/>
                  </a:lnTo>
                  <a:lnTo>
                    <a:pt x="77891" y="430291"/>
                  </a:lnTo>
                  <a:lnTo>
                    <a:pt x="77940" y="430128"/>
                  </a:lnTo>
                  <a:lnTo>
                    <a:pt x="77993" y="429949"/>
                  </a:lnTo>
                  <a:lnTo>
                    <a:pt x="78119" y="429526"/>
                  </a:lnTo>
                  <a:lnTo>
                    <a:pt x="78092" y="429066"/>
                  </a:lnTo>
                  <a:lnTo>
                    <a:pt x="78130" y="428937"/>
                  </a:lnTo>
                  <a:lnTo>
                    <a:pt x="78259" y="427617"/>
                  </a:lnTo>
                  <a:lnTo>
                    <a:pt x="78291" y="426922"/>
                  </a:lnTo>
                  <a:lnTo>
                    <a:pt x="78544" y="426541"/>
                  </a:lnTo>
                  <a:lnTo>
                    <a:pt x="78623" y="426316"/>
                  </a:lnTo>
                  <a:lnTo>
                    <a:pt x="78607" y="426019"/>
                  </a:lnTo>
                  <a:lnTo>
                    <a:pt x="78972" y="424560"/>
                  </a:lnTo>
                  <a:lnTo>
                    <a:pt x="79066" y="424287"/>
                  </a:lnTo>
                  <a:lnTo>
                    <a:pt x="79117" y="424050"/>
                  </a:lnTo>
                  <a:lnTo>
                    <a:pt x="79063" y="423608"/>
                  </a:lnTo>
                  <a:lnTo>
                    <a:pt x="78848" y="422903"/>
                  </a:lnTo>
                  <a:lnTo>
                    <a:pt x="78970" y="422452"/>
                  </a:lnTo>
                  <a:lnTo>
                    <a:pt x="79100" y="422292"/>
                  </a:lnTo>
                  <a:lnTo>
                    <a:pt x="79269" y="421944"/>
                  </a:lnTo>
                  <a:lnTo>
                    <a:pt x="79335" y="421656"/>
                  </a:lnTo>
                  <a:lnTo>
                    <a:pt x="79345" y="420966"/>
                  </a:lnTo>
                  <a:lnTo>
                    <a:pt x="79652" y="420745"/>
                  </a:lnTo>
                  <a:lnTo>
                    <a:pt x="79845" y="420550"/>
                  </a:lnTo>
                  <a:lnTo>
                    <a:pt x="79873" y="420394"/>
                  </a:lnTo>
                  <a:lnTo>
                    <a:pt x="79901" y="420226"/>
                  </a:lnTo>
                  <a:lnTo>
                    <a:pt x="80015" y="419641"/>
                  </a:lnTo>
                  <a:lnTo>
                    <a:pt x="80206" y="419079"/>
                  </a:lnTo>
                  <a:lnTo>
                    <a:pt x="80541" y="418795"/>
                  </a:lnTo>
                  <a:lnTo>
                    <a:pt x="80730" y="418479"/>
                  </a:lnTo>
                  <a:lnTo>
                    <a:pt x="80720" y="418236"/>
                  </a:lnTo>
                  <a:lnTo>
                    <a:pt x="80689" y="418020"/>
                  </a:lnTo>
                  <a:lnTo>
                    <a:pt x="80931" y="417588"/>
                  </a:lnTo>
                  <a:lnTo>
                    <a:pt x="81123" y="416980"/>
                  </a:lnTo>
                  <a:lnTo>
                    <a:pt x="81357" y="416915"/>
                  </a:lnTo>
                  <a:lnTo>
                    <a:pt x="81424" y="416777"/>
                  </a:lnTo>
                  <a:lnTo>
                    <a:pt x="81454" y="416640"/>
                  </a:lnTo>
                  <a:lnTo>
                    <a:pt x="81382" y="416461"/>
                  </a:lnTo>
                  <a:lnTo>
                    <a:pt x="81154" y="416426"/>
                  </a:lnTo>
                  <a:lnTo>
                    <a:pt x="80764" y="416192"/>
                  </a:lnTo>
                  <a:lnTo>
                    <a:pt x="80635" y="415950"/>
                  </a:lnTo>
                  <a:lnTo>
                    <a:pt x="80646" y="415756"/>
                  </a:lnTo>
                  <a:lnTo>
                    <a:pt x="80754" y="415313"/>
                  </a:lnTo>
                  <a:lnTo>
                    <a:pt x="80812" y="415071"/>
                  </a:lnTo>
                  <a:lnTo>
                    <a:pt x="80264" y="412941"/>
                  </a:lnTo>
                  <a:lnTo>
                    <a:pt x="80209" y="412725"/>
                  </a:lnTo>
                  <a:lnTo>
                    <a:pt x="80172" y="410696"/>
                  </a:lnTo>
                  <a:lnTo>
                    <a:pt x="80031" y="410326"/>
                  </a:lnTo>
                  <a:lnTo>
                    <a:pt x="79950" y="410060"/>
                  </a:lnTo>
                  <a:lnTo>
                    <a:pt x="79984" y="409847"/>
                  </a:lnTo>
                  <a:lnTo>
                    <a:pt x="80021" y="409713"/>
                  </a:lnTo>
                  <a:lnTo>
                    <a:pt x="80207" y="409295"/>
                  </a:lnTo>
                  <a:lnTo>
                    <a:pt x="80343" y="408565"/>
                  </a:lnTo>
                  <a:lnTo>
                    <a:pt x="80201" y="408278"/>
                  </a:lnTo>
                  <a:lnTo>
                    <a:pt x="79992" y="408134"/>
                  </a:lnTo>
                  <a:lnTo>
                    <a:pt x="79740" y="407856"/>
                  </a:lnTo>
                  <a:lnTo>
                    <a:pt x="79682" y="407661"/>
                  </a:lnTo>
                  <a:lnTo>
                    <a:pt x="79480" y="407204"/>
                  </a:lnTo>
                  <a:lnTo>
                    <a:pt x="79210" y="406987"/>
                  </a:lnTo>
                  <a:lnTo>
                    <a:pt x="78855" y="406481"/>
                  </a:lnTo>
                  <a:lnTo>
                    <a:pt x="78711" y="406349"/>
                  </a:lnTo>
                  <a:lnTo>
                    <a:pt x="78675" y="406061"/>
                  </a:lnTo>
                  <a:lnTo>
                    <a:pt x="78913" y="405518"/>
                  </a:lnTo>
                  <a:lnTo>
                    <a:pt x="78743" y="405136"/>
                  </a:lnTo>
                  <a:lnTo>
                    <a:pt x="78436" y="404816"/>
                  </a:lnTo>
                  <a:lnTo>
                    <a:pt x="78307" y="404785"/>
                  </a:lnTo>
                  <a:lnTo>
                    <a:pt x="78013" y="404763"/>
                  </a:lnTo>
                  <a:lnTo>
                    <a:pt x="77657" y="404558"/>
                  </a:lnTo>
                  <a:lnTo>
                    <a:pt x="77586" y="404189"/>
                  </a:lnTo>
                  <a:lnTo>
                    <a:pt x="77787" y="403839"/>
                  </a:lnTo>
                  <a:lnTo>
                    <a:pt x="77509" y="403455"/>
                  </a:lnTo>
                  <a:lnTo>
                    <a:pt x="77388" y="403263"/>
                  </a:lnTo>
                  <a:lnTo>
                    <a:pt x="77354" y="403107"/>
                  </a:lnTo>
                  <a:lnTo>
                    <a:pt x="77351" y="402912"/>
                  </a:lnTo>
                  <a:lnTo>
                    <a:pt x="77484" y="402534"/>
                  </a:lnTo>
                  <a:lnTo>
                    <a:pt x="77530" y="402330"/>
                  </a:lnTo>
                  <a:lnTo>
                    <a:pt x="77711" y="401990"/>
                  </a:lnTo>
                  <a:lnTo>
                    <a:pt x="77916" y="401692"/>
                  </a:lnTo>
                  <a:lnTo>
                    <a:pt x="77927" y="401359"/>
                  </a:lnTo>
                  <a:lnTo>
                    <a:pt x="77793" y="401142"/>
                  </a:lnTo>
                  <a:lnTo>
                    <a:pt x="77024" y="400419"/>
                  </a:lnTo>
                  <a:lnTo>
                    <a:pt x="76966" y="400272"/>
                  </a:lnTo>
                  <a:lnTo>
                    <a:pt x="76781" y="399018"/>
                  </a:lnTo>
                  <a:lnTo>
                    <a:pt x="76842" y="398796"/>
                  </a:lnTo>
                  <a:lnTo>
                    <a:pt x="77053" y="398672"/>
                  </a:lnTo>
                  <a:lnTo>
                    <a:pt x="77270" y="398416"/>
                  </a:lnTo>
                  <a:lnTo>
                    <a:pt x="77532" y="397938"/>
                  </a:lnTo>
                  <a:lnTo>
                    <a:pt x="77578" y="397705"/>
                  </a:lnTo>
                  <a:lnTo>
                    <a:pt x="77461" y="397511"/>
                  </a:lnTo>
                  <a:lnTo>
                    <a:pt x="77325" y="397344"/>
                  </a:lnTo>
                  <a:lnTo>
                    <a:pt x="77259" y="397120"/>
                  </a:lnTo>
                  <a:lnTo>
                    <a:pt x="77225" y="396461"/>
                  </a:lnTo>
                  <a:lnTo>
                    <a:pt x="77281" y="396251"/>
                  </a:lnTo>
                  <a:lnTo>
                    <a:pt x="77339" y="395514"/>
                  </a:lnTo>
                  <a:lnTo>
                    <a:pt x="77240" y="395363"/>
                  </a:lnTo>
                  <a:lnTo>
                    <a:pt x="76682" y="394761"/>
                  </a:lnTo>
                  <a:lnTo>
                    <a:pt x="76687" y="394603"/>
                  </a:lnTo>
                  <a:lnTo>
                    <a:pt x="76767" y="394315"/>
                  </a:lnTo>
                  <a:lnTo>
                    <a:pt x="76935" y="394038"/>
                  </a:lnTo>
                  <a:lnTo>
                    <a:pt x="76942" y="393760"/>
                  </a:lnTo>
                  <a:lnTo>
                    <a:pt x="76692" y="393428"/>
                  </a:lnTo>
                  <a:lnTo>
                    <a:pt x="76668" y="393204"/>
                  </a:lnTo>
                  <a:lnTo>
                    <a:pt x="76706" y="392830"/>
                  </a:lnTo>
                  <a:lnTo>
                    <a:pt x="76765" y="392508"/>
                  </a:lnTo>
                  <a:lnTo>
                    <a:pt x="76983" y="392289"/>
                  </a:lnTo>
                  <a:lnTo>
                    <a:pt x="77056" y="391781"/>
                  </a:lnTo>
                  <a:lnTo>
                    <a:pt x="76983" y="391362"/>
                  </a:lnTo>
                  <a:lnTo>
                    <a:pt x="76630" y="390898"/>
                  </a:lnTo>
                  <a:lnTo>
                    <a:pt x="76470" y="390038"/>
                  </a:lnTo>
                  <a:lnTo>
                    <a:pt x="76467" y="389802"/>
                  </a:lnTo>
                  <a:lnTo>
                    <a:pt x="76586" y="389540"/>
                  </a:lnTo>
                  <a:lnTo>
                    <a:pt x="76605" y="389221"/>
                  </a:lnTo>
                  <a:lnTo>
                    <a:pt x="76577" y="388561"/>
                  </a:lnTo>
                  <a:lnTo>
                    <a:pt x="76491" y="388373"/>
                  </a:lnTo>
                  <a:lnTo>
                    <a:pt x="75727" y="387153"/>
                  </a:lnTo>
                  <a:lnTo>
                    <a:pt x="75592" y="386844"/>
                  </a:lnTo>
                  <a:lnTo>
                    <a:pt x="75541" y="386501"/>
                  </a:lnTo>
                  <a:lnTo>
                    <a:pt x="75659" y="386127"/>
                  </a:lnTo>
                  <a:lnTo>
                    <a:pt x="75652" y="385927"/>
                  </a:lnTo>
                  <a:lnTo>
                    <a:pt x="75475" y="385608"/>
                  </a:lnTo>
                  <a:lnTo>
                    <a:pt x="75258" y="385371"/>
                  </a:lnTo>
                  <a:lnTo>
                    <a:pt x="75018" y="384815"/>
                  </a:lnTo>
                  <a:lnTo>
                    <a:pt x="74991" y="384382"/>
                  </a:lnTo>
                  <a:lnTo>
                    <a:pt x="75233" y="383715"/>
                  </a:lnTo>
                  <a:lnTo>
                    <a:pt x="75231" y="383181"/>
                  </a:lnTo>
                  <a:lnTo>
                    <a:pt x="74892" y="382941"/>
                  </a:lnTo>
                  <a:lnTo>
                    <a:pt x="74835" y="382621"/>
                  </a:lnTo>
                  <a:lnTo>
                    <a:pt x="74762" y="382106"/>
                  </a:lnTo>
                  <a:lnTo>
                    <a:pt x="75265" y="381580"/>
                  </a:lnTo>
                  <a:lnTo>
                    <a:pt x="75437" y="381293"/>
                  </a:lnTo>
                  <a:lnTo>
                    <a:pt x="75509" y="381019"/>
                  </a:lnTo>
                  <a:lnTo>
                    <a:pt x="75333" y="380588"/>
                  </a:lnTo>
                  <a:lnTo>
                    <a:pt x="75202" y="380519"/>
                  </a:lnTo>
                  <a:lnTo>
                    <a:pt x="74970" y="380486"/>
                  </a:lnTo>
                  <a:lnTo>
                    <a:pt x="74703" y="380229"/>
                  </a:lnTo>
                  <a:lnTo>
                    <a:pt x="74532" y="380063"/>
                  </a:lnTo>
                  <a:lnTo>
                    <a:pt x="74461" y="379677"/>
                  </a:lnTo>
                  <a:lnTo>
                    <a:pt x="74690" y="379254"/>
                  </a:lnTo>
                  <a:lnTo>
                    <a:pt x="74585" y="378355"/>
                  </a:lnTo>
                  <a:lnTo>
                    <a:pt x="74183" y="377767"/>
                  </a:lnTo>
                  <a:lnTo>
                    <a:pt x="74140" y="377565"/>
                  </a:lnTo>
                  <a:lnTo>
                    <a:pt x="74126" y="377389"/>
                  </a:lnTo>
                  <a:lnTo>
                    <a:pt x="74100" y="377056"/>
                  </a:lnTo>
                  <a:lnTo>
                    <a:pt x="73783" y="376095"/>
                  </a:lnTo>
                  <a:lnTo>
                    <a:pt x="73738" y="375844"/>
                  </a:lnTo>
                  <a:lnTo>
                    <a:pt x="73712" y="375550"/>
                  </a:lnTo>
                  <a:lnTo>
                    <a:pt x="73849" y="375281"/>
                  </a:lnTo>
                  <a:lnTo>
                    <a:pt x="74487" y="375058"/>
                  </a:lnTo>
                  <a:lnTo>
                    <a:pt x="74620" y="375028"/>
                  </a:lnTo>
                  <a:lnTo>
                    <a:pt x="74864" y="375026"/>
                  </a:lnTo>
                  <a:lnTo>
                    <a:pt x="75030" y="374967"/>
                  </a:lnTo>
                  <a:lnTo>
                    <a:pt x="75179" y="374834"/>
                  </a:lnTo>
                  <a:lnTo>
                    <a:pt x="75250" y="374682"/>
                  </a:lnTo>
                  <a:lnTo>
                    <a:pt x="75275" y="374521"/>
                  </a:lnTo>
                  <a:lnTo>
                    <a:pt x="75226" y="374339"/>
                  </a:lnTo>
                  <a:lnTo>
                    <a:pt x="75316" y="374193"/>
                  </a:lnTo>
                  <a:lnTo>
                    <a:pt x="75522" y="374102"/>
                  </a:lnTo>
                  <a:lnTo>
                    <a:pt x="75892" y="374086"/>
                  </a:lnTo>
                  <a:lnTo>
                    <a:pt x="76161" y="374009"/>
                  </a:lnTo>
                  <a:lnTo>
                    <a:pt x="76420" y="373823"/>
                  </a:lnTo>
                  <a:lnTo>
                    <a:pt x="76488" y="373663"/>
                  </a:lnTo>
                  <a:lnTo>
                    <a:pt x="76492" y="373286"/>
                  </a:lnTo>
                  <a:lnTo>
                    <a:pt x="76452" y="373094"/>
                  </a:lnTo>
                  <a:lnTo>
                    <a:pt x="76324" y="372803"/>
                  </a:lnTo>
                  <a:lnTo>
                    <a:pt x="76261" y="372143"/>
                  </a:lnTo>
                  <a:lnTo>
                    <a:pt x="76239" y="371714"/>
                  </a:lnTo>
                  <a:lnTo>
                    <a:pt x="76029" y="371470"/>
                  </a:lnTo>
                  <a:lnTo>
                    <a:pt x="74723" y="370998"/>
                  </a:lnTo>
                  <a:lnTo>
                    <a:pt x="74193" y="370842"/>
                  </a:lnTo>
                  <a:lnTo>
                    <a:pt x="73860" y="370802"/>
                  </a:lnTo>
                  <a:lnTo>
                    <a:pt x="73651" y="370681"/>
                  </a:lnTo>
                  <a:lnTo>
                    <a:pt x="73534" y="370533"/>
                  </a:lnTo>
                  <a:lnTo>
                    <a:pt x="73365" y="370245"/>
                  </a:lnTo>
                  <a:lnTo>
                    <a:pt x="73029" y="369904"/>
                  </a:lnTo>
                  <a:lnTo>
                    <a:pt x="72863" y="369802"/>
                  </a:lnTo>
                  <a:lnTo>
                    <a:pt x="72618" y="369764"/>
                  </a:lnTo>
                  <a:lnTo>
                    <a:pt x="72566" y="369636"/>
                  </a:lnTo>
                  <a:lnTo>
                    <a:pt x="72462" y="369219"/>
                  </a:lnTo>
                  <a:lnTo>
                    <a:pt x="72522" y="368678"/>
                  </a:lnTo>
                  <a:lnTo>
                    <a:pt x="72442" y="368547"/>
                  </a:lnTo>
                  <a:lnTo>
                    <a:pt x="72103" y="368298"/>
                  </a:lnTo>
                  <a:lnTo>
                    <a:pt x="71756" y="368308"/>
                  </a:lnTo>
                  <a:lnTo>
                    <a:pt x="71479" y="368214"/>
                  </a:lnTo>
                  <a:lnTo>
                    <a:pt x="71407" y="368025"/>
                  </a:lnTo>
                  <a:lnTo>
                    <a:pt x="71378" y="367762"/>
                  </a:lnTo>
                  <a:lnTo>
                    <a:pt x="71259" y="367465"/>
                  </a:lnTo>
                  <a:lnTo>
                    <a:pt x="71148" y="367188"/>
                  </a:lnTo>
                  <a:lnTo>
                    <a:pt x="71007" y="367062"/>
                  </a:lnTo>
                  <a:lnTo>
                    <a:pt x="70336" y="366683"/>
                  </a:lnTo>
                  <a:lnTo>
                    <a:pt x="69315" y="365865"/>
                  </a:lnTo>
                  <a:lnTo>
                    <a:pt x="69175" y="365829"/>
                  </a:lnTo>
                  <a:lnTo>
                    <a:pt x="69021" y="365761"/>
                  </a:lnTo>
                  <a:lnTo>
                    <a:pt x="68747" y="365639"/>
                  </a:lnTo>
                  <a:lnTo>
                    <a:pt x="68592" y="365539"/>
                  </a:lnTo>
                  <a:lnTo>
                    <a:pt x="68337" y="365290"/>
                  </a:lnTo>
                  <a:lnTo>
                    <a:pt x="67823" y="364790"/>
                  </a:lnTo>
                  <a:lnTo>
                    <a:pt x="67740" y="364601"/>
                  </a:lnTo>
                  <a:lnTo>
                    <a:pt x="67741" y="364272"/>
                  </a:lnTo>
                  <a:lnTo>
                    <a:pt x="67557" y="363956"/>
                  </a:lnTo>
                  <a:lnTo>
                    <a:pt x="67811" y="363248"/>
                  </a:lnTo>
                  <a:lnTo>
                    <a:pt x="67826" y="363108"/>
                  </a:lnTo>
                  <a:lnTo>
                    <a:pt x="67917" y="362953"/>
                  </a:lnTo>
                  <a:lnTo>
                    <a:pt x="68056" y="362743"/>
                  </a:lnTo>
                  <a:lnTo>
                    <a:pt x="68195" y="362606"/>
                  </a:lnTo>
                  <a:lnTo>
                    <a:pt x="68324" y="362430"/>
                  </a:lnTo>
                  <a:lnTo>
                    <a:pt x="68584" y="361964"/>
                  </a:lnTo>
                  <a:lnTo>
                    <a:pt x="68648" y="361646"/>
                  </a:lnTo>
                  <a:lnTo>
                    <a:pt x="68656" y="361413"/>
                  </a:lnTo>
                  <a:lnTo>
                    <a:pt x="68739" y="360842"/>
                  </a:lnTo>
                  <a:lnTo>
                    <a:pt x="68817" y="360635"/>
                  </a:lnTo>
                  <a:lnTo>
                    <a:pt x="68953" y="360423"/>
                  </a:lnTo>
                  <a:lnTo>
                    <a:pt x="69059" y="360157"/>
                  </a:lnTo>
                  <a:lnTo>
                    <a:pt x="69115" y="359674"/>
                  </a:lnTo>
                  <a:lnTo>
                    <a:pt x="69108" y="359445"/>
                  </a:lnTo>
                  <a:lnTo>
                    <a:pt x="69064" y="359317"/>
                  </a:lnTo>
                  <a:lnTo>
                    <a:pt x="68422" y="358314"/>
                  </a:lnTo>
                  <a:lnTo>
                    <a:pt x="67976" y="358060"/>
                  </a:lnTo>
                  <a:lnTo>
                    <a:pt x="67539" y="357378"/>
                  </a:lnTo>
                  <a:lnTo>
                    <a:pt x="67386" y="357321"/>
                  </a:lnTo>
                  <a:lnTo>
                    <a:pt x="66997" y="357240"/>
                  </a:lnTo>
                  <a:lnTo>
                    <a:pt x="66794" y="357282"/>
                  </a:lnTo>
                  <a:lnTo>
                    <a:pt x="65699" y="356349"/>
                  </a:lnTo>
                  <a:lnTo>
                    <a:pt x="65718" y="355639"/>
                  </a:lnTo>
                  <a:lnTo>
                    <a:pt x="65555" y="355424"/>
                  </a:lnTo>
                  <a:lnTo>
                    <a:pt x="65233" y="355314"/>
                  </a:lnTo>
                  <a:lnTo>
                    <a:pt x="64741" y="354832"/>
                  </a:lnTo>
                  <a:lnTo>
                    <a:pt x="64609" y="354621"/>
                  </a:lnTo>
                  <a:lnTo>
                    <a:pt x="64517" y="352732"/>
                  </a:lnTo>
                  <a:lnTo>
                    <a:pt x="64111" y="352315"/>
                  </a:lnTo>
                  <a:lnTo>
                    <a:pt x="63745" y="351997"/>
                  </a:lnTo>
                  <a:lnTo>
                    <a:pt x="63527" y="351939"/>
                  </a:lnTo>
                  <a:lnTo>
                    <a:pt x="63137" y="351393"/>
                  </a:lnTo>
                  <a:lnTo>
                    <a:pt x="62960" y="351063"/>
                  </a:lnTo>
                  <a:lnTo>
                    <a:pt x="62621" y="350680"/>
                  </a:lnTo>
                  <a:lnTo>
                    <a:pt x="62189" y="350348"/>
                  </a:lnTo>
                  <a:lnTo>
                    <a:pt x="61826" y="350125"/>
                  </a:lnTo>
                  <a:lnTo>
                    <a:pt x="61587" y="350027"/>
                  </a:lnTo>
                  <a:lnTo>
                    <a:pt x="61325" y="349845"/>
                  </a:lnTo>
                  <a:lnTo>
                    <a:pt x="61343" y="349684"/>
                  </a:lnTo>
                  <a:lnTo>
                    <a:pt x="61200" y="349478"/>
                  </a:lnTo>
                  <a:lnTo>
                    <a:pt x="61045" y="349421"/>
                  </a:lnTo>
                  <a:lnTo>
                    <a:pt x="60582" y="349414"/>
                  </a:lnTo>
                  <a:lnTo>
                    <a:pt x="60193" y="349448"/>
                  </a:lnTo>
                  <a:lnTo>
                    <a:pt x="59910" y="349370"/>
                  </a:lnTo>
                  <a:lnTo>
                    <a:pt x="59522" y="349166"/>
                  </a:lnTo>
                  <a:lnTo>
                    <a:pt x="59423" y="349004"/>
                  </a:lnTo>
                  <a:lnTo>
                    <a:pt x="59354" y="348783"/>
                  </a:lnTo>
                  <a:lnTo>
                    <a:pt x="59737" y="348668"/>
                  </a:lnTo>
                  <a:lnTo>
                    <a:pt x="60020" y="348532"/>
                  </a:lnTo>
                  <a:lnTo>
                    <a:pt x="60181" y="348337"/>
                  </a:lnTo>
                  <a:lnTo>
                    <a:pt x="60300" y="348100"/>
                  </a:lnTo>
                  <a:lnTo>
                    <a:pt x="60362" y="347643"/>
                  </a:lnTo>
                  <a:lnTo>
                    <a:pt x="60391" y="347146"/>
                  </a:lnTo>
                  <a:lnTo>
                    <a:pt x="60074" y="346813"/>
                  </a:lnTo>
                  <a:lnTo>
                    <a:pt x="59598" y="346727"/>
                  </a:lnTo>
                  <a:lnTo>
                    <a:pt x="59484" y="346345"/>
                  </a:lnTo>
                  <a:lnTo>
                    <a:pt x="59458" y="345288"/>
                  </a:lnTo>
                  <a:lnTo>
                    <a:pt x="59590" y="344738"/>
                  </a:lnTo>
                  <a:lnTo>
                    <a:pt x="59744" y="344384"/>
                  </a:lnTo>
                  <a:lnTo>
                    <a:pt x="60005" y="343458"/>
                  </a:lnTo>
                  <a:lnTo>
                    <a:pt x="60173" y="342567"/>
                  </a:lnTo>
                  <a:lnTo>
                    <a:pt x="60276" y="342440"/>
                  </a:lnTo>
                  <a:lnTo>
                    <a:pt x="60541" y="341971"/>
                  </a:lnTo>
                  <a:lnTo>
                    <a:pt x="60530" y="341730"/>
                  </a:lnTo>
                  <a:lnTo>
                    <a:pt x="60586" y="341586"/>
                  </a:lnTo>
                  <a:lnTo>
                    <a:pt x="60789" y="341275"/>
                  </a:lnTo>
                  <a:lnTo>
                    <a:pt x="61122" y="340982"/>
                  </a:lnTo>
                  <a:lnTo>
                    <a:pt x="61511" y="340843"/>
                  </a:lnTo>
                  <a:lnTo>
                    <a:pt x="61707" y="340860"/>
                  </a:lnTo>
                  <a:lnTo>
                    <a:pt x="62348" y="340917"/>
                  </a:lnTo>
                  <a:lnTo>
                    <a:pt x="63057" y="341117"/>
                  </a:lnTo>
                  <a:lnTo>
                    <a:pt x="63721" y="341228"/>
                  </a:lnTo>
                  <a:lnTo>
                    <a:pt x="64194" y="341764"/>
                  </a:lnTo>
                  <a:lnTo>
                    <a:pt x="64424" y="342189"/>
                  </a:lnTo>
                  <a:lnTo>
                    <a:pt x="64686" y="342670"/>
                  </a:lnTo>
                  <a:lnTo>
                    <a:pt x="65355" y="343240"/>
                  </a:lnTo>
                  <a:lnTo>
                    <a:pt x="65616" y="343498"/>
                  </a:lnTo>
                  <a:lnTo>
                    <a:pt x="65663" y="343737"/>
                  </a:lnTo>
                  <a:lnTo>
                    <a:pt x="65722" y="344049"/>
                  </a:lnTo>
                  <a:lnTo>
                    <a:pt x="65814" y="344286"/>
                  </a:lnTo>
                  <a:lnTo>
                    <a:pt x="65997" y="344670"/>
                  </a:lnTo>
                  <a:lnTo>
                    <a:pt x="66136" y="344816"/>
                  </a:lnTo>
                  <a:lnTo>
                    <a:pt x="66318" y="344947"/>
                  </a:lnTo>
                  <a:lnTo>
                    <a:pt x="66946" y="345231"/>
                  </a:lnTo>
                  <a:lnTo>
                    <a:pt x="67457" y="345668"/>
                  </a:lnTo>
                  <a:lnTo>
                    <a:pt x="67861" y="345494"/>
                  </a:lnTo>
                  <a:lnTo>
                    <a:pt x="67977" y="345159"/>
                  </a:lnTo>
                  <a:lnTo>
                    <a:pt x="68366" y="344798"/>
                  </a:lnTo>
                  <a:lnTo>
                    <a:pt x="68809" y="344345"/>
                  </a:lnTo>
                  <a:lnTo>
                    <a:pt x="69029" y="344085"/>
                  </a:lnTo>
                  <a:lnTo>
                    <a:pt x="69120" y="343872"/>
                  </a:lnTo>
                  <a:lnTo>
                    <a:pt x="69184" y="343639"/>
                  </a:lnTo>
                  <a:lnTo>
                    <a:pt x="69217" y="342725"/>
                  </a:lnTo>
                  <a:lnTo>
                    <a:pt x="69266" y="342566"/>
                  </a:lnTo>
                  <a:lnTo>
                    <a:pt x="69438" y="342297"/>
                  </a:lnTo>
                  <a:lnTo>
                    <a:pt x="69882" y="341889"/>
                  </a:lnTo>
                  <a:lnTo>
                    <a:pt x="70316" y="341641"/>
                  </a:lnTo>
                  <a:lnTo>
                    <a:pt x="70525" y="341220"/>
                  </a:lnTo>
                  <a:lnTo>
                    <a:pt x="70829" y="340926"/>
                  </a:lnTo>
                  <a:lnTo>
                    <a:pt x="71176" y="340829"/>
                  </a:lnTo>
                  <a:lnTo>
                    <a:pt x="71668" y="340530"/>
                  </a:lnTo>
                  <a:lnTo>
                    <a:pt x="71751" y="340200"/>
                  </a:lnTo>
                  <a:lnTo>
                    <a:pt x="71855" y="340063"/>
                  </a:lnTo>
                  <a:lnTo>
                    <a:pt x="71963" y="339924"/>
                  </a:lnTo>
                  <a:lnTo>
                    <a:pt x="72109" y="339813"/>
                  </a:lnTo>
                  <a:lnTo>
                    <a:pt x="72735" y="339219"/>
                  </a:lnTo>
                  <a:lnTo>
                    <a:pt x="72656" y="338691"/>
                  </a:lnTo>
                  <a:lnTo>
                    <a:pt x="72490" y="338547"/>
                  </a:lnTo>
                  <a:lnTo>
                    <a:pt x="72282" y="338172"/>
                  </a:lnTo>
                  <a:lnTo>
                    <a:pt x="72005" y="337787"/>
                  </a:lnTo>
                  <a:lnTo>
                    <a:pt x="71773" y="337490"/>
                  </a:lnTo>
                  <a:lnTo>
                    <a:pt x="71516" y="337226"/>
                  </a:lnTo>
                  <a:lnTo>
                    <a:pt x="71335" y="337148"/>
                  </a:lnTo>
                  <a:lnTo>
                    <a:pt x="71177" y="337143"/>
                  </a:lnTo>
                  <a:lnTo>
                    <a:pt x="70815" y="336788"/>
                  </a:lnTo>
                  <a:lnTo>
                    <a:pt x="70972" y="336348"/>
                  </a:lnTo>
                  <a:lnTo>
                    <a:pt x="70857" y="335936"/>
                  </a:lnTo>
                  <a:lnTo>
                    <a:pt x="70545" y="335608"/>
                  </a:lnTo>
                  <a:lnTo>
                    <a:pt x="70334" y="335506"/>
                  </a:lnTo>
                  <a:lnTo>
                    <a:pt x="70018" y="335438"/>
                  </a:lnTo>
                  <a:lnTo>
                    <a:pt x="69349" y="335108"/>
                  </a:lnTo>
                  <a:lnTo>
                    <a:pt x="68664" y="334489"/>
                  </a:lnTo>
                  <a:lnTo>
                    <a:pt x="68499" y="334155"/>
                  </a:lnTo>
                  <a:lnTo>
                    <a:pt x="68414" y="333823"/>
                  </a:lnTo>
                  <a:lnTo>
                    <a:pt x="68194" y="333620"/>
                  </a:lnTo>
                  <a:lnTo>
                    <a:pt x="66948" y="332996"/>
                  </a:lnTo>
                  <a:lnTo>
                    <a:pt x="66110" y="332647"/>
                  </a:lnTo>
                  <a:lnTo>
                    <a:pt x="64575" y="331377"/>
                  </a:lnTo>
                  <a:lnTo>
                    <a:pt x="64131" y="330791"/>
                  </a:lnTo>
                  <a:lnTo>
                    <a:pt x="63820" y="330496"/>
                  </a:lnTo>
                  <a:lnTo>
                    <a:pt x="63829" y="330345"/>
                  </a:lnTo>
                  <a:lnTo>
                    <a:pt x="63839" y="330018"/>
                  </a:lnTo>
                  <a:lnTo>
                    <a:pt x="63275" y="329456"/>
                  </a:lnTo>
                  <a:lnTo>
                    <a:pt x="62225" y="328601"/>
                  </a:lnTo>
                  <a:lnTo>
                    <a:pt x="61962" y="328542"/>
                  </a:lnTo>
                  <a:lnTo>
                    <a:pt x="61671" y="328133"/>
                  </a:lnTo>
                  <a:lnTo>
                    <a:pt x="61362" y="327800"/>
                  </a:lnTo>
                  <a:lnTo>
                    <a:pt x="61165" y="327498"/>
                  </a:lnTo>
                  <a:lnTo>
                    <a:pt x="60901" y="327314"/>
                  </a:lnTo>
                  <a:lnTo>
                    <a:pt x="60684" y="327269"/>
                  </a:lnTo>
                  <a:lnTo>
                    <a:pt x="60519" y="327339"/>
                  </a:lnTo>
                  <a:lnTo>
                    <a:pt x="60196" y="327271"/>
                  </a:lnTo>
                  <a:lnTo>
                    <a:pt x="59992" y="326991"/>
                  </a:lnTo>
                  <a:lnTo>
                    <a:pt x="59578" y="326423"/>
                  </a:lnTo>
                  <a:lnTo>
                    <a:pt x="59307" y="326190"/>
                  </a:lnTo>
                  <a:lnTo>
                    <a:pt x="59159" y="325938"/>
                  </a:lnTo>
                  <a:lnTo>
                    <a:pt x="58994" y="325675"/>
                  </a:lnTo>
                  <a:lnTo>
                    <a:pt x="58686" y="325380"/>
                  </a:lnTo>
                  <a:lnTo>
                    <a:pt x="58711" y="325095"/>
                  </a:lnTo>
                  <a:lnTo>
                    <a:pt x="58560" y="324919"/>
                  </a:lnTo>
                  <a:lnTo>
                    <a:pt x="58413" y="324863"/>
                  </a:lnTo>
                  <a:lnTo>
                    <a:pt x="58180" y="324726"/>
                  </a:lnTo>
                  <a:lnTo>
                    <a:pt x="57683" y="324387"/>
                  </a:lnTo>
                  <a:lnTo>
                    <a:pt x="57113" y="323762"/>
                  </a:lnTo>
                  <a:lnTo>
                    <a:pt x="57110" y="323614"/>
                  </a:lnTo>
                  <a:lnTo>
                    <a:pt x="57354" y="322839"/>
                  </a:lnTo>
                  <a:lnTo>
                    <a:pt x="57303" y="322696"/>
                  </a:lnTo>
                  <a:lnTo>
                    <a:pt x="56902" y="322245"/>
                  </a:lnTo>
                  <a:lnTo>
                    <a:pt x="57262" y="321977"/>
                  </a:lnTo>
                  <a:lnTo>
                    <a:pt x="56959" y="321743"/>
                  </a:lnTo>
                  <a:lnTo>
                    <a:pt x="56809" y="321657"/>
                  </a:lnTo>
                  <a:lnTo>
                    <a:pt x="56703" y="321515"/>
                  </a:lnTo>
                  <a:lnTo>
                    <a:pt x="56668" y="321190"/>
                  </a:lnTo>
                  <a:lnTo>
                    <a:pt x="56822" y="320940"/>
                  </a:lnTo>
                  <a:lnTo>
                    <a:pt x="56842" y="320684"/>
                  </a:lnTo>
                  <a:lnTo>
                    <a:pt x="56453" y="320508"/>
                  </a:lnTo>
                  <a:lnTo>
                    <a:pt x="56320" y="320696"/>
                  </a:lnTo>
                  <a:lnTo>
                    <a:pt x="55640" y="320599"/>
                  </a:lnTo>
                  <a:lnTo>
                    <a:pt x="55498" y="320338"/>
                  </a:lnTo>
                  <a:lnTo>
                    <a:pt x="55190" y="319317"/>
                  </a:lnTo>
                  <a:lnTo>
                    <a:pt x="54700" y="318305"/>
                  </a:lnTo>
                  <a:lnTo>
                    <a:pt x="54265" y="317603"/>
                  </a:lnTo>
                  <a:lnTo>
                    <a:pt x="53471" y="317025"/>
                  </a:lnTo>
                  <a:lnTo>
                    <a:pt x="53066" y="317096"/>
                  </a:lnTo>
                  <a:lnTo>
                    <a:pt x="52670" y="317064"/>
                  </a:lnTo>
                  <a:lnTo>
                    <a:pt x="52483" y="316655"/>
                  </a:lnTo>
                  <a:lnTo>
                    <a:pt x="52650" y="316376"/>
                  </a:lnTo>
                  <a:lnTo>
                    <a:pt x="52812" y="316321"/>
                  </a:lnTo>
                  <a:lnTo>
                    <a:pt x="52710" y="316072"/>
                  </a:lnTo>
                  <a:lnTo>
                    <a:pt x="52445" y="315908"/>
                  </a:lnTo>
                  <a:lnTo>
                    <a:pt x="51927" y="315652"/>
                  </a:lnTo>
                  <a:lnTo>
                    <a:pt x="51710" y="315320"/>
                  </a:lnTo>
                  <a:lnTo>
                    <a:pt x="51639" y="315142"/>
                  </a:lnTo>
                  <a:lnTo>
                    <a:pt x="51684" y="314990"/>
                  </a:lnTo>
                  <a:lnTo>
                    <a:pt x="51739" y="314852"/>
                  </a:lnTo>
                  <a:lnTo>
                    <a:pt x="51748" y="314525"/>
                  </a:lnTo>
                  <a:lnTo>
                    <a:pt x="51114" y="314455"/>
                  </a:lnTo>
                  <a:lnTo>
                    <a:pt x="50832" y="314450"/>
                  </a:lnTo>
                  <a:lnTo>
                    <a:pt x="50556" y="314463"/>
                  </a:lnTo>
                  <a:lnTo>
                    <a:pt x="50500" y="314311"/>
                  </a:lnTo>
                  <a:lnTo>
                    <a:pt x="50528" y="313737"/>
                  </a:lnTo>
                  <a:lnTo>
                    <a:pt x="50703" y="313402"/>
                  </a:lnTo>
                  <a:lnTo>
                    <a:pt x="50999" y="313189"/>
                  </a:lnTo>
                  <a:lnTo>
                    <a:pt x="50937" y="312936"/>
                  </a:lnTo>
                  <a:lnTo>
                    <a:pt x="50623" y="312817"/>
                  </a:lnTo>
                  <a:lnTo>
                    <a:pt x="50474" y="312531"/>
                  </a:lnTo>
                  <a:lnTo>
                    <a:pt x="50392" y="312286"/>
                  </a:lnTo>
                  <a:lnTo>
                    <a:pt x="50398" y="312016"/>
                  </a:lnTo>
                  <a:lnTo>
                    <a:pt x="50332" y="311530"/>
                  </a:lnTo>
                  <a:lnTo>
                    <a:pt x="50126" y="311236"/>
                  </a:lnTo>
                  <a:lnTo>
                    <a:pt x="49756" y="310709"/>
                  </a:lnTo>
                  <a:lnTo>
                    <a:pt x="50005" y="310099"/>
                  </a:lnTo>
                  <a:lnTo>
                    <a:pt x="50231" y="310017"/>
                  </a:lnTo>
                  <a:lnTo>
                    <a:pt x="50819" y="309804"/>
                  </a:lnTo>
                  <a:lnTo>
                    <a:pt x="51400" y="309433"/>
                  </a:lnTo>
                  <a:lnTo>
                    <a:pt x="51495" y="308879"/>
                  </a:lnTo>
                  <a:lnTo>
                    <a:pt x="51309" y="308660"/>
                  </a:lnTo>
                  <a:lnTo>
                    <a:pt x="50934" y="308569"/>
                  </a:lnTo>
                  <a:lnTo>
                    <a:pt x="50826" y="308384"/>
                  </a:lnTo>
                  <a:lnTo>
                    <a:pt x="50966" y="307895"/>
                  </a:lnTo>
                  <a:lnTo>
                    <a:pt x="51424" y="307506"/>
                  </a:lnTo>
                  <a:lnTo>
                    <a:pt x="51158" y="306512"/>
                  </a:lnTo>
                  <a:lnTo>
                    <a:pt x="51158" y="306300"/>
                  </a:lnTo>
                  <a:lnTo>
                    <a:pt x="51344" y="305983"/>
                  </a:lnTo>
                  <a:lnTo>
                    <a:pt x="51224" y="305446"/>
                  </a:lnTo>
                  <a:lnTo>
                    <a:pt x="51383" y="305392"/>
                  </a:lnTo>
                  <a:lnTo>
                    <a:pt x="51512" y="305296"/>
                  </a:lnTo>
                  <a:lnTo>
                    <a:pt x="51492" y="305020"/>
                  </a:lnTo>
                  <a:lnTo>
                    <a:pt x="51420" y="304874"/>
                  </a:lnTo>
                  <a:lnTo>
                    <a:pt x="51227" y="304666"/>
                  </a:lnTo>
                  <a:lnTo>
                    <a:pt x="50678" y="304389"/>
                  </a:lnTo>
                  <a:lnTo>
                    <a:pt x="50544" y="304174"/>
                  </a:lnTo>
                  <a:lnTo>
                    <a:pt x="49999" y="304022"/>
                  </a:lnTo>
                  <a:lnTo>
                    <a:pt x="49931" y="303882"/>
                  </a:lnTo>
                  <a:lnTo>
                    <a:pt x="49887" y="303461"/>
                  </a:lnTo>
                  <a:lnTo>
                    <a:pt x="49963" y="303253"/>
                  </a:lnTo>
                  <a:lnTo>
                    <a:pt x="50099" y="302999"/>
                  </a:lnTo>
                  <a:lnTo>
                    <a:pt x="49967" y="302811"/>
                  </a:lnTo>
                  <a:lnTo>
                    <a:pt x="49749" y="302636"/>
                  </a:lnTo>
                  <a:lnTo>
                    <a:pt x="49293" y="302231"/>
                  </a:lnTo>
                  <a:lnTo>
                    <a:pt x="48869" y="301813"/>
                  </a:lnTo>
                  <a:lnTo>
                    <a:pt x="48302" y="301340"/>
                  </a:lnTo>
                  <a:lnTo>
                    <a:pt x="48092" y="301132"/>
                  </a:lnTo>
                  <a:lnTo>
                    <a:pt x="47969" y="300957"/>
                  </a:lnTo>
                  <a:lnTo>
                    <a:pt x="47850" y="300664"/>
                  </a:lnTo>
                  <a:lnTo>
                    <a:pt x="47698" y="300596"/>
                  </a:lnTo>
                  <a:lnTo>
                    <a:pt x="47115" y="300481"/>
                  </a:lnTo>
                  <a:lnTo>
                    <a:pt x="47155" y="300121"/>
                  </a:lnTo>
                  <a:lnTo>
                    <a:pt x="46427" y="299476"/>
                  </a:lnTo>
                  <a:lnTo>
                    <a:pt x="46170" y="299407"/>
                  </a:lnTo>
                  <a:lnTo>
                    <a:pt x="45928" y="299392"/>
                  </a:lnTo>
                  <a:lnTo>
                    <a:pt x="45640" y="299324"/>
                  </a:lnTo>
                  <a:lnTo>
                    <a:pt x="45619" y="299111"/>
                  </a:lnTo>
                  <a:lnTo>
                    <a:pt x="45651" y="298894"/>
                  </a:lnTo>
                  <a:lnTo>
                    <a:pt x="45593" y="298594"/>
                  </a:lnTo>
                  <a:lnTo>
                    <a:pt x="45388" y="298737"/>
                  </a:lnTo>
                  <a:lnTo>
                    <a:pt x="45163" y="298688"/>
                  </a:lnTo>
                  <a:lnTo>
                    <a:pt x="45075" y="297994"/>
                  </a:lnTo>
                  <a:lnTo>
                    <a:pt x="44912" y="297732"/>
                  </a:lnTo>
                  <a:lnTo>
                    <a:pt x="44850" y="297583"/>
                  </a:lnTo>
                  <a:lnTo>
                    <a:pt x="44877" y="297428"/>
                  </a:lnTo>
                  <a:lnTo>
                    <a:pt x="44875" y="297250"/>
                  </a:lnTo>
                  <a:lnTo>
                    <a:pt x="44768" y="297055"/>
                  </a:lnTo>
                  <a:lnTo>
                    <a:pt x="44383" y="296527"/>
                  </a:lnTo>
                  <a:lnTo>
                    <a:pt x="44276" y="296332"/>
                  </a:lnTo>
                  <a:lnTo>
                    <a:pt x="44108" y="296030"/>
                  </a:lnTo>
                  <a:lnTo>
                    <a:pt x="43745" y="295422"/>
                  </a:lnTo>
                  <a:lnTo>
                    <a:pt x="43699" y="295261"/>
                  </a:lnTo>
                  <a:lnTo>
                    <a:pt x="43663" y="294983"/>
                  </a:lnTo>
                  <a:lnTo>
                    <a:pt x="43603" y="294830"/>
                  </a:lnTo>
                  <a:lnTo>
                    <a:pt x="43206" y="294115"/>
                  </a:lnTo>
                  <a:lnTo>
                    <a:pt x="43071" y="293975"/>
                  </a:lnTo>
                  <a:lnTo>
                    <a:pt x="42694" y="293687"/>
                  </a:lnTo>
                  <a:lnTo>
                    <a:pt x="42530" y="293389"/>
                  </a:lnTo>
                  <a:lnTo>
                    <a:pt x="42302" y="293139"/>
                  </a:lnTo>
                  <a:lnTo>
                    <a:pt x="42097" y="293079"/>
                  </a:lnTo>
                  <a:lnTo>
                    <a:pt x="41890" y="293075"/>
                  </a:lnTo>
                  <a:lnTo>
                    <a:pt x="41675" y="293013"/>
                  </a:lnTo>
                  <a:lnTo>
                    <a:pt x="41422" y="292819"/>
                  </a:lnTo>
                  <a:lnTo>
                    <a:pt x="41253" y="292625"/>
                  </a:lnTo>
                  <a:lnTo>
                    <a:pt x="41398" y="292304"/>
                  </a:lnTo>
                  <a:lnTo>
                    <a:pt x="41455" y="291983"/>
                  </a:lnTo>
                  <a:lnTo>
                    <a:pt x="41297" y="291705"/>
                  </a:lnTo>
                  <a:lnTo>
                    <a:pt x="41375" y="291416"/>
                  </a:lnTo>
                  <a:lnTo>
                    <a:pt x="41599" y="291344"/>
                  </a:lnTo>
                  <a:lnTo>
                    <a:pt x="41780" y="291227"/>
                  </a:lnTo>
                  <a:lnTo>
                    <a:pt x="41765" y="290953"/>
                  </a:lnTo>
                  <a:lnTo>
                    <a:pt x="41522" y="290611"/>
                  </a:lnTo>
                  <a:lnTo>
                    <a:pt x="41252" y="290014"/>
                  </a:lnTo>
                  <a:lnTo>
                    <a:pt x="40759" y="288153"/>
                  </a:lnTo>
                  <a:lnTo>
                    <a:pt x="40772" y="287943"/>
                  </a:lnTo>
                  <a:lnTo>
                    <a:pt x="40809" y="287802"/>
                  </a:lnTo>
                  <a:lnTo>
                    <a:pt x="40995" y="287592"/>
                  </a:lnTo>
                  <a:lnTo>
                    <a:pt x="41114" y="286801"/>
                  </a:lnTo>
                  <a:lnTo>
                    <a:pt x="40810" y="286775"/>
                  </a:lnTo>
                  <a:lnTo>
                    <a:pt x="40478" y="286613"/>
                  </a:lnTo>
                  <a:lnTo>
                    <a:pt x="40367" y="286439"/>
                  </a:lnTo>
                  <a:lnTo>
                    <a:pt x="40316" y="286170"/>
                  </a:lnTo>
                  <a:lnTo>
                    <a:pt x="40008" y="285981"/>
                  </a:lnTo>
                  <a:lnTo>
                    <a:pt x="39863" y="286069"/>
                  </a:lnTo>
                  <a:lnTo>
                    <a:pt x="39669" y="286018"/>
                  </a:lnTo>
                  <a:lnTo>
                    <a:pt x="39489" y="285629"/>
                  </a:lnTo>
                  <a:lnTo>
                    <a:pt x="39321" y="285509"/>
                  </a:lnTo>
                  <a:lnTo>
                    <a:pt x="39093" y="285348"/>
                  </a:lnTo>
                  <a:lnTo>
                    <a:pt x="38603" y="285146"/>
                  </a:lnTo>
                  <a:lnTo>
                    <a:pt x="38465" y="285150"/>
                  </a:lnTo>
                  <a:lnTo>
                    <a:pt x="38170" y="285225"/>
                  </a:lnTo>
                  <a:lnTo>
                    <a:pt x="38020" y="285219"/>
                  </a:lnTo>
                  <a:lnTo>
                    <a:pt x="37734" y="285114"/>
                  </a:lnTo>
                  <a:lnTo>
                    <a:pt x="37461" y="284943"/>
                  </a:lnTo>
                  <a:lnTo>
                    <a:pt x="37397" y="284555"/>
                  </a:lnTo>
                  <a:lnTo>
                    <a:pt x="37174" y="284415"/>
                  </a:lnTo>
                  <a:lnTo>
                    <a:pt x="36828" y="284216"/>
                  </a:lnTo>
                  <a:lnTo>
                    <a:pt x="36933" y="284006"/>
                  </a:lnTo>
                  <a:lnTo>
                    <a:pt x="36734" y="283788"/>
                  </a:lnTo>
                  <a:lnTo>
                    <a:pt x="36570" y="283937"/>
                  </a:lnTo>
                  <a:lnTo>
                    <a:pt x="36502" y="284071"/>
                  </a:lnTo>
                  <a:lnTo>
                    <a:pt x="36181" y="284263"/>
                  </a:lnTo>
                  <a:lnTo>
                    <a:pt x="35930" y="284275"/>
                  </a:lnTo>
                  <a:lnTo>
                    <a:pt x="35730" y="284082"/>
                  </a:lnTo>
                  <a:lnTo>
                    <a:pt x="35431" y="283681"/>
                  </a:lnTo>
                  <a:lnTo>
                    <a:pt x="35318" y="283860"/>
                  </a:lnTo>
                  <a:lnTo>
                    <a:pt x="34987" y="283908"/>
                  </a:lnTo>
                  <a:lnTo>
                    <a:pt x="34473" y="283623"/>
                  </a:lnTo>
                  <a:lnTo>
                    <a:pt x="34396" y="283488"/>
                  </a:lnTo>
                  <a:lnTo>
                    <a:pt x="34399" y="283171"/>
                  </a:lnTo>
                  <a:lnTo>
                    <a:pt x="34578" y="282911"/>
                  </a:lnTo>
                  <a:lnTo>
                    <a:pt x="34420" y="282885"/>
                  </a:lnTo>
                  <a:lnTo>
                    <a:pt x="34246" y="282934"/>
                  </a:lnTo>
                  <a:lnTo>
                    <a:pt x="34115" y="282941"/>
                  </a:lnTo>
                  <a:lnTo>
                    <a:pt x="33673" y="282843"/>
                  </a:lnTo>
                  <a:lnTo>
                    <a:pt x="33612" y="282667"/>
                  </a:lnTo>
                  <a:lnTo>
                    <a:pt x="33327" y="282306"/>
                  </a:lnTo>
                  <a:lnTo>
                    <a:pt x="33105" y="282284"/>
                  </a:lnTo>
                  <a:lnTo>
                    <a:pt x="32946" y="282312"/>
                  </a:lnTo>
                  <a:lnTo>
                    <a:pt x="32748" y="282347"/>
                  </a:lnTo>
                  <a:lnTo>
                    <a:pt x="32595" y="282271"/>
                  </a:lnTo>
                  <a:lnTo>
                    <a:pt x="32330" y="281745"/>
                  </a:lnTo>
                  <a:lnTo>
                    <a:pt x="32048" y="281419"/>
                  </a:lnTo>
                  <a:lnTo>
                    <a:pt x="32099" y="281197"/>
                  </a:lnTo>
                  <a:lnTo>
                    <a:pt x="31899" y="280982"/>
                  </a:lnTo>
                  <a:lnTo>
                    <a:pt x="31503" y="281104"/>
                  </a:lnTo>
                  <a:lnTo>
                    <a:pt x="31355" y="281088"/>
                  </a:lnTo>
                  <a:lnTo>
                    <a:pt x="30850" y="280749"/>
                  </a:lnTo>
                  <a:lnTo>
                    <a:pt x="30645" y="280606"/>
                  </a:lnTo>
                  <a:lnTo>
                    <a:pt x="30462" y="280355"/>
                  </a:lnTo>
                  <a:lnTo>
                    <a:pt x="30326" y="280337"/>
                  </a:lnTo>
                  <a:lnTo>
                    <a:pt x="30018" y="280347"/>
                  </a:lnTo>
                  <a:lnTo>
                    <a:pt x="29575" y="280014"/>
                  </a:lnTo>
                  <a:lnTo>
                    <a:pt x="29273" y="280021"/>
                  </a:lnTo>
                  <a:lnTo>
                    <a:pt x="28943" y="280185"/>
                  </a:lnTo>
                  <a:lnTo>
                    <a:pt x="28724" y="280110"/>
                  </a:lnTo>
                  <a:lnTo>
                    <a:pt x="28600" y="279924"/>
                  </a:lnTo>
                  <a:lnTo>
                    <a:pt x="28168" y="279754"/>
                  </a:lnTo>
                  <a:lnTo>
                    <a:pt x="28118" y="279558"/>
                  </a:lnTo>
                  <a:lnTo>
                    <a:pt x="27894" y="279417"/>
                  </a:lnTo>
                  <a:lnTo>
                    <a:pt x="27659" y="279367"/>
                  </a:lnTo>
                  <a:lnTo>
                    <a:pt x="27300" y="279156"/>
                  </a:lnTo>
                  <a:lnTo>
                    <a:pt x="27079" y="279282"/>
                  </a:lnTo>
                  <a:lnTo>
                    <a:pt x="26800" y="279163"/>
                  </a:lnTo>
                  <a:lnTo>
                    <a:pt x="26650" y="279062"/>
                  </a:lnTo>
                  <a:lnTo>
                    <a:pt x="26309" y="279005"/>
                  </a:lnTo>
                  <a:lnTo>
                    <a:pt x="25937" y="279101"/>
                  </a:lnTo>
                  <a:lnTo>
                    <a:pt x="25462" y="279096"/>
                  </a:lnTo>
                  <a:lnTo>
                    <a:pt x="25273" y="279214"/>
                  </a:lnTo>
                  <a:lnTo>
                    <a:pt x="24929" y="279064"/>
                  </a:lnTo>
                  <a:lnTo>
                    <a:pt x="24744" y="278908"/>
                  </a:lnTo>
                  <a:lnTo>
                    <a:pt x="24169" y="278794"/>
                  </a:lnTo>
                  <a:lnTo>
                    <a:pt x="23832" y="278602"/>
                  </a:lnTo>
                  <a:lnTo>
                    <a:pt x="23669" y="278540"/>
                  </a:lnTo>
                  <a:lnTo>
                    <a:pt x="22682" y="278454"/>
                  </a:lnTo>
                  <a:lnTo>
                    <a:pt x="22528" y="278432"/>
                  </a:lnTo>
                  <a:lnTo>
                    <a:pt x="22108" y="278339"/>
                  </a:lnTo>
                  <a:lnTo>
                    <a:pt x="21712" y="278402"/>
                  </a:lnTo>
                  <a:lnTo>
                    <a:pt x="21472" y="277584"/>
                  </a:lnTo>
                  <a:lnTo>
                    <a:pt x="21206" y="277292"/>
                  </a:lnTo>
                  <a:lnTo>
                    <a:pt x="21064" y="277291"/>
                  </a:lnTo>
                  <a:lnTo>
                    <a:pt x="20915" y="277385"/>
                  </a:lnTo>
                  <a:lnTo>
                    <a:pt x="20648" y="277329"/>
                  </a:lnTo>
                  <a:lnTo>
                    <a:pt x="20495" y="277381"/>
                  </a:lnTo>
                  <a:lnTo>
                    <a:pt x="20202" y="277531"/>
                  </a:lnTo>
                  <a:lnTo>
                    <a:pt x="19853" y="277344"/>
                  </a:lnTo>
                  <a:lnTo>
                    <a:pt x="19588" y="276834"/>
                  </a:lnTo>
                  <a:lnTo>
                    <a:pt x="19445" y="276784"/>
                  </a:lnTo>
                  <a:lnTo>
                    <a:pt x="19049" y="276811"/>
                  </a:lnTo>
                  <a:lnTo>
                    <a:pt x="18909" y="276821"/>
                  </a:lnTo>
                  <a:lnTo>
                    <a:pt x="18480" y="277022"/>
                  </a:lnTo>
                  <a:lnTo>
                    <a:pt x="17930" y="276872"/>
                  </a:lnTo>
                  <a:lnTo>
                    <a:pt x="17526" y="276857"/>
                  </a:lnTo>
                  <a:lnTo>
                    <a:pt x="16790" y="276595"/>
                  </a:lnTo>
                  <a:lnTo>
                    <a:pt x="16593" y="276435"/>
                  </a:lnTo>
                  <a:lnTo>
                    <a:pt x="16477" y="276078"/>
                  </a:lnTo>
                  <a:lnTo>
                    <a:pt x="16282" y="276006"/>
                  </a:lnTo>
                  <a:lnTo>
                    <a:pt x="15840" y="275949"/>
                  </a:lnTo>
                  <a:lnTo>
                    <a:pt x="15500" y="275864"/>
                  </a:lnTo>
                  <a:lnTo>
                    <a:pt x="14858" y="275173"/>
                  </a:lnTo>
                  <a:lnTo>
                    <a:pt x="14511" y="275040"/>
                  </a:lnTo>
                  <a:lnTo>
                    <a:pt x="14150" y="274807"/>
                  </a:lnTo>
                  <a:lnTo>
                    <a:pt x="13949" y="274589"/>
                  </a:lnTo>
                  <a:lnTo>
                    <a:pt x="13677" y="274280"/>
                  </a:lnTo>
                  <a:lnTo>
                    <a:pt x="13380" y="274371"/>
                  </a:lnTo>
                  <a:lnTo>
                    <a:pt x="13240" y="274251"/>
                  </a:lnTo>
                  <a:lnTo>
                    <a:pt x="13098" y="274057"/>
                  </a:lnTo>
                  <a:lnTo>
                    <a:pt x="12876" y="273898"/>
                  </a:lnTo>
                  <a:lnTo>
                    <a:pt x="12725" y="273732"/>
                  </a:lnTo>
                  <a:lnTo>
                    <a:pt x="12540" y="273418"/>
                  </a:lnTo>
                  <a:lnTo>
                    <a:pt x="12415" y="273169"/>
                  </a:lnTo>
                  <a:lnTo>
                    <a:pt x="12343" y="272378"/>
                  </a:lnTo>
                  <a:lnTo>
                    <a:pt x="12266" y="272248"/>
                  </a:lnTo>
                  <a:lnTo>
                    <a:pt x="12089" y="272176"/>
                  </a:lnTo>
                  <a:lnTo>
                    <a:pt x="11881" y="272181"/>
                  </a:lnTo>
                  <a:lnTo>
                    <a:pt x="11594" y="272326"/>
                  </a:lnTo>
                  <a:lnTo>
                    <a:pt x="11257" y="272459"/>
                  </a:lnTo>
                  <a:lnTo>
                    <a:pt x="11199" y="272249"/>
                  </a:lnTo>
                  <a:lnTo>
                    <a:pt x="11059" y="272157"/>
                  </a:lnTo>
                  <a:lnTo>
                    <a:pt x="10753" y="272095"/>
                  </a:lnTo>
                  <a:lnTo>
                    <a:pt x="10419" y="272072"/>
                  </a:lnTo>
                  <a:lnTo>
                    <a:pt x="10063" y="271897"/>
                  </a:lnTo>
                  <a:lnTo>
                    <a:pt x="9641" y="272005"/>
                  </a:lnTo>
                  <a:lnTo>
                    <a:pt x="9486" y="272002"/>
                  </a:lnTo>
                  <a:lnTo>
                    <a:pt x="9294" y="271895"/>
                  </a:lnTo>
                  <a:lnTo>
                    <a:pt x="9143" y="271659"/>
                  </a:lnTo>
                  <a:lnTo>
                    <a:pt x="9097" y="271343"/>
                  </a:lnTo>
                  <a:lnTo>
                    <a:pt x="8727" y="270951"/>
                  </a:lnTo>
                  <a:lnTo>
                    <a:pt x="8594" y="270952"/>
                  </a:lnTo>
                  <a:lnTo>
                    <a:pt x="8458" y="271058"/>
                  </a:lnTo>
                  <a:lnTo>
                    <a:pt x="8257" y="271211"/>
                  </a:lnTo>
                  <a:lnTo>
                    <a:pt x="8057" y="270977"/>
                  </a:lnTo>
                  <a:lnTo>
                    <a:pt x="8011" y="270642"/>
                  </a:lnTo>
                  <a:lnTo>
                    <a:pt x="7875" y="270462"/>
                  </a:lnTo>
                  <a:lnTo>
                    <a:pt x="7741" y="270447"/>
                  </a:lnTo>
                  <a:lnTo>
                    <a:pt x="7574" y="270517"/>
                  </a:lnTo>
                  <a:lnTo>
                    <a:pt x="7235" y="270553"/>
                  </a:lnTo>
                  <a:lnTo>
                    <a:pt x="7065" y="270505"/>
                  </a:lnTo>
                  <a:lnTo>
                    <a:pt x="6699" y="270272"/>
                  </a:lnTo>
                  <a:lnTo>
                    <a:pt x="6548" y="270251"/>
                  </a:lnTo>
                  <a:lnTo>
                    <a:pt x="6384" y="270165"/>
                  </a:lnTo>
                  <a:lnTo>
                    <a:pt x="6250" y="269802"/>
                  </a:lnTo>
                  <a:lnTo>
                    <a:pt x="6272" y="269616"/>
                  </a:lnTo>
                  <a:lnTo>
                    <a:pt x="5749" y="269587"/>
                  </a:lnTo>
                  <a:lnTo>
                    <a:pt x="5673" y="269373"/>
                  </a:lnTo>
                  <a:lnTo>
                    <a:pt x="5547" y="269148"/>
                  </a:lnTo>
                  <a:lnTo>
                    <a:pt x="5233" y="268938"/>
                  </a:lnTo>
                  <a:lnTo>
                    <a:pt x="4730" y="268342"/>
                  </a:lnTo>
                  <a:lnTo>
                    <a:pt x="4184" y="267883"/>
                  </a:lnTo>
                  <a:lnTo>
                    <a:pt x="3771" y="267686"/>
                  </a:lnTo>
                  <a:lnTo>
                    <a:pt x="3601" y="267327"/>
                  </a:lnTo>
                  <a:lnTo>
                    <a:pt x="3764" y="266843"/>
                  </a:lnTo>
                  <a:lnTo>
                    <a:pt x="3700" y="266601"/>
                  </a:lnTo>
                  <a:lnTo>
                    <a:pt x="3677" y="266436"/>
                  </a:lnTo>
                  <a:lnTo>
                    <a:pt x="3622" y="266214"/>
                  </a:lnTo>
                  <a:lnTo>
                    <a:pt x="3369" y="265969"/>
                  </a:lnTo>
                  <a:lnTo>
                    <a:pt x="3127" y="265797"/>
                  </a:lnTo>
                  <a:lnTo>
                    <a:pt x="2985" y="265538"/>
                  </a:lnTo>
                  <a:lnTo>
                    <a:pt x="2433" y="264536"/>
                  </a:lnTo>
                  <a:lnTo>
                    <a:pt x="2326" y="264228"/>
                  </a:lnTo>
                  <a:lnTo>
                    <a:pt x="2173" y="263930"/>
                  </a:lnTo>
                  <a:lnTo>
                    <a:pt x="1986" y="263637"/>
                  </a:lnTo>
                  <a:lnTo>
                    <a:pt x="1776" y="263383"/>
                  </a:lnTo>
                  <a:lnTo>
                    <a:pt x="1766" y="263031"/>
                  </a:lnTo>
                  <a:lnTo>
                    <a:pt x="1733" y="262892"/>
                  </a:lnTo>
                  <a:lnTo>
                    <a:pt x="1593" y="262704"/>
                  </a:lnTo>
                  <a:lnTo>
                    <a:pt x="1561" y="262545"/>
                  </a:lnTo>
                  <a:lnTo>
                    <a:pt x="1547" y="262029"/>
                  </a:lnTo>
                  <a:lnTo>
                    <a:pt x="1501" y="261574"/>
                  </a:lnTo>
                  <a:lnTo>
                    <a:pt x="1470" y="261267"/>
                  </a:lnTo>
                  <a:lnTo>
                    <a:pt x="1596" y="260878"/>
                  </a:lnTo>
                  <a:lnTo>
                    <a:pt x="1805" y="260848"/>
                  </a:lnTo>
                  <a:lnTo>
                    <a:pt x="2121" y="260790"/>
                  </a:lnTo>
                  <a:lnTo>
                    <a:pt x="2057" y="260394"/>
                  </a:lnTo>
                  <a:lnTo>
                    <a:pt x="2078" y="260007"/>
                  </a:lnTo>
                  <a:lnTo>
                    <a:pt x="1947" y="259727"/>
                  </a:lnTo>
                  <a:lnTo>
                    <a:pt x="1624" y="259343"/>
                  </a:lnTo>
                  <a:lnTo>
                    <a:pt x="1649" y="259125"/>
                  </a:lnTo>
                  <a:lnTo>
                    <a:pt x="1931" y="258869"/>
                  </a:lnTo>
                  <a:lnTo>
                    <a:pt x="1797" y="258730"/>
                  </a:lnTo>
                  <a:lnTo>
                    <a:pt x="1309" y="258581"/>
                  </a:lnTo>
                  <a:lnTo>
                    <a:pt x="1170" y="258309"/>
                  </a:lnTo>
                  <a:lnTo>
                    <a:pt x="1366" y="258095"/>
                  </a:lnTo>
                  <a:lnTo>
                    <a:pt x="1257" y="257681"/>
                  </a:lnTo>
                  <a:lnTo>
                    <a:pt x="857" y="257694"/>
                  </a:lnTo>
                  <a:lnTo>
                    <a:pt x="692" y="257699"/>
                  </a:lnTo>
                  <a:lnTo>
                    <a:pt x="249" y="257584"/>
                  </a:lnTo>
                  <a:lnTo>
                    <a:pt x="116" y="257431"/>
                  </a:lnTo>
                  <a:lnTo>
                    <a:pt x="0" y="257204"/>
                  </a:lnTo>
                  <a:lnTo>
                    <a:pt x="99" y="256727"/>
                  </a:lnTo>
                  <a:lnTo>
                    <a:pt x="390" y="256654"/>
                  </a:lnTo>
                  <a:lnTo>
                    <a:pt x="542" y="256394"/>
                  </a:lnTo>
                  <a:lnTo>
                    <a:pt x="488" y="256178"/>
                  </a:lnTo>
                  <a:lnTo>
                    <a:pt x="833" y="255656"/>
                  </a:lnTo>
                  <a:lnTo>
                    <a:pt x="981" y="255461"/>
                  </a:lnTo>
                  <a:lnTo>
                    <a:pt x="647" y="254486"/>
                  </a:lnTo>
                  <a:lnTo>
                    <a:pt x="765" y="254292"/>
                  </a:lnTo>
                  <a:lnTo>
                    <a:pt x="1056" y="254040"/>
                  </a:lnTo>
                  <a:lnTo>
                    <a:pt x="1300" y="253925"/>
                  </a:lnTo>
                  <a:lnTo>
                    <a:pt x="1560" y="253947"/>
                  </a:lnTo>
                  <a:lnTo>
                    <a:pt x="1749" y="254009"/>
                  </a:lnTo>
                  <a:lnTo>
                    <a:pt x="2132" y="253777"/>
                  </a:lnTo>
                  <a:lnTo>
                    <a:pt x="2596" y="253800"/>
                  </a:lnTo>
                  <a:lnTo>
                    <a:pt x="2940" y="253681"/>
                  </a:lnTo>
                  <a:lnTo>
                    <a:pt x="3301" y="253160"/>
                  </a:lnTo>
                  <a:lnTo>
                    <a:pt x="3947" y="253060"/>
                  </a:lnTo>
                  <a:lnTo>
                    <a:pt x="4172" y="252879"/>
                  </a:lnTo>
                  <a:lnTo>
                    <a:pt x="4490" y="252803"/>
                  </a:lnTo>
                  <a:lnTo>
                    <a:pt x="4903" y="252900"/>
                  </a:lnTo>
                  <a:lnTo>
                    <a:pt x="5705" y="252866"/>
                  </a:lnTo>
                  <a:lnTo>
                    <a:pt x="6292" y="252617"/>
                  </a:lnTo>
                  <a:lnTo>
                    <a:pt x="6585" y="252730"/>
                  </a:lnTo>
                  <a:lnTo>
                    <a:pt x="7687" y="252450"/>
                  </a:lnTo>
                  <a:lnTo>
                    <a:pt x="7920" y="252314"/>
                  </a:lnTo>
                  <a:lnTo>
                    <a:pt x="8063" y="252276"/>
                  </a:lnTo>
                  <a:lnTo>
                    <a:pt x="8250" y="252110"/>
                  </a:lnTo>
                  <a:lnTo>
                    <a:pt x="8202" y="251951"/>
                  </a:lnTo>
                  <a:lnTo>
                    <a:pt x="7989" y="251819"/>
                  </a:lnTo>
                  <a:lnTo>
                    <a:pt x="7256" y="251098"/>
                  </a:lnTo>
                  <a:lnTo>
                    <a:pt x="7188" y="250886"/>
                  </a:lnTo>
                  <a:lnTo>
                    <a:pt x="7219" y="250466"/>
                  </a:lnTo>
                  <a:lnTo>
                    <a:pt x="7428" y="250444"/>
                  </a:lnTo>
                  <a:lnTo>
                    <a:pt x="8119" y="250359"/>
                  </a:lnTo>
                  <a:lnTo>
                    <a:pt x="8316" y="250171"/>
                  </a:lnTo>
                  <a:lnTo>
                    <a:pt x="8890" y="249943"/>
                  </a:lnTo>
                  <a:lnTo>
                    <a:pt x="9131" y="249426"/>
                  </a:lnTo>
                  <a:lnTo>
                    <a:pt x="9013" y="248776"/>
                  </a:lnTo>
                  <a:lnTo>
                    <a:pt x="8967" y="248410"/>
                  </a:lnTo>
                  <a:lnTo>
                    <a:pt x="8581" y="247965"/>
                  </a:lnTo>
                  <a:lnTo>
                    <a:pt x="8515" y="247584"/>
                  </a:lnTo>
                  <a:lnTo>
                    <a:pt x="7959" y="246528"/>
                  </a:lnTo>
                  <a:lnTo>
                    <a:pt x="7751" y="246445"/>
                  </a:lnTo>
                  <a:lnTo>
                    <a:pt x="7481" y="246415"/>
                  </a:lnTo>
                  <a:lnTo>
                    <a:pt x="7131" y="246280"/>
                  </a:lnTo>
                  <a:lnTo>
                    <a:pt x="6779" y="246066"/>
                  </a:lnTo>
                  <a:lnTo>
                    <a:pt x="6498" y="245661"/>
                  </a:lnTo>
                  <a:lnTo>
                    <a:pt x="6591" y="245524"/>
                  </a:lnTo>
                  <a:lnTo>
                    <a:pt x="6731" y="245397"/>
                  </a:lnTo>
                  <a:lnTo>
                    <a:pt x="6794" y="244844"/>
                  </a:lnTo>
                  <a:lnTo>
                    <a:pt x="7085" y="244491"/>
                  </a:lnTo>
                  <a:lnTo>
                    <a:pt x="6935" y="243983"/>
                  </a:lnTo>
                  <a:lnTo>
                    <a:pt x="6788" y="243905"/>
                  </a:lnTo>
                  <a:lnTo>
                    <a:pt x="6524" y="243632"/>
                  </a:lnTo>
                  <a:lnTo>
                    <a:pt x="6627" y="243275"/>
                  </a:lnTo>
                  <a:lnTo>
                    <a:pt x="6660" y="243118"/>
                  </a:lnTo>
                  <a:lnTo>
                    <a:pt x="6590" y="242537"/>
                  </a:lnTo>
                  <a:lnTo>
                    <a:pt x="7145" y="242337"/>
                  </a:lnTo>
                  <a:lnTo>
                    <a:pt x="7365" y="242288"/>
                  </a:lnTo>
                  <a:lnTo>
                    <a:pt x="7620" y="242220"/>
                  </a:lnTo>
                  <a:lnTo>
                    <a:pt x="8148" y="241396"/>
                  </a:lnTo>
                  <a:lnTo>
                    <a:pt x="8379" y="241246"/>
                  </a:lnTo>
                  <a:lnTo>
                    <a:pt x="8441" y="241013"/>
                  </a:lnTo>
                  <a:lnTo>
                    <a:pt x="8592" y="240677"/>
                  </a:lnTo>
                  <a:lnTo>
                    <a:pt x="9215" y="240576"/>
                  </a:lnTo>
                  <a:lnTo>
                    <a:pt x="9685" y="240373"/>
                  </a:lnTo>
                  <a:lnTo>
                    <a:pt x="9928" y="240090"/>
                  </a:lnTo>
                  <a:lnTo>
                    <a:pt x="10357" y="239870"/>
                  </a:lnTo>
                  <a:lnTo>
                    <a:pt x="10757" y="239386"/>
                  </a:lnTo>
                  <a:lnTo>
                    <a:pt x="10794" y="239090"/>
                  </a:lnTo>
                  <a:lnTo>
                    <a:pt x="11300" y="238613"/>
                  </a:lnTo>
                  <a:lnTo>
                    <a:pt x="11628" y="238116"/>
                  </a:lnTo>
                  <a:lnTo>
                    <a:pt x="11960" y="237752"/>
                  </a:lnTo>
                  <a:lnTo>
                    <a:pt x="12279" y="237489"/>
                  </a:lnTo>
                  <a:lnTo>
                    <a:pt x="12360" y="237232"/>
                  </a:lnTo>
                  <a:lnTo>
                    <a:pt x="12377" y="237039"/>
                  </a:lnTo>
                  <a:lnTo>
                    <a:pt x="12307" y="236737"/>
                  </a:lnTo>
                  <a:lnTo>
                    <a:pt x="12245" y="236136"/>
                  </a:lnTo>
                  <a:lnTo>
                    <a:pt x="12401" y="235822"/>
                  </a:lnTo>
                  <a:lnTo>
                    <a:pt x="12490" y="235662"/>
                  </a:lnTo>
                  <a:lnTo>
                    <a:pt x="12597" y="235456"/>
                  </a:lnTo>
                  <a:lnTo>
                    <a:pt x="12729" y="235078"/>
                  </a:lnTo>
                  <a:lnTo>
                    <a:pt x="12836" y="234528"/>
                  </a:lnTo>
                  <a:lnTo>
                    <a:pt x="12898" y="234149"/>
                  </a:lnTo>
                  <a:lnTo>
                    <a:pt x="12866" y="233660"/>
                  </a:lnTo>
                  <a:lnTo>
                    <a:pt x="12943" y="233488"/>
                  </a:lnTo>
                  <a:lnTo>
                    <a:pt x="13038" y="233322"/>
                  </a:lnTo>
                  <a:lnTo>
                    <a:pt x="13970" y="233136"/>
                  </a:lnTo>
                  <a:lnTo>
                    <a:pt x="14370" y="233254"/>
                  </a:lnTo>
                  <a:lnTo>
                    <a:pt x="15653" y="233159"/>
                  </a:lnTo>
                  <a:lnTo>
                    <a:pt x="15665" y="232902"/>
                  </a:lnTo>
                  <a:lnTo>
                    <a:pt x="15722" y="232266"/>
                  </a:lnTo>
                  <a:lnTo>
                    <a:pt x="16092" y="232123"/>
                  </a:lnTo>
                  <a:lnTo>
                    <a:pt x="16260" y="232219"/>
                  </a:lnTo>
                  <a:lnTo>
                    <a:pt x="16797" y="232219"/>
                  </a:lnTo>
                  <a:lnTo>
                    <a:pt x="16937" y="231949"/>
                  </a:lnTo>
                  <a:lnTo>
                    <a:pt x="17056" y="231547"/>
                  </a:lnTo>
                  <a:lnTo>
                    <a:pt x="17653" y="230792"/>
                  </a:lnTo>
                  <a:lnTo>
                    <a:pt x="17793" y="230763"/>
                  </a:lnTo>
                  <a:lnTo>
                    <a:pt x="18078" y="230803"/>
                  </a:lnTo>
                  <a:lnTo>
                    <a:pt x="18274" y="230772"/>
                  </a:lnTo>
                  <a:lnTo>
                    <a:pt x="18494" y="230621"/>
                  </a:lnTo>
                  <a:lnTo>
                    <a:pt x="18578" y="230397"/>
                  </a:lnTo>
                  <a:lnTo>
                    <a:pt x="18795" y="230304"/>
                  </a:lnTo>
                  <a:lnTo>
                    <a:pt x="19050" y="230133"/>
                  </a:lnTo>
                  <a:lnTo>
                    <a:pt x="19149" y="229799"/>
                  </a:lnTo>
                  <a:lnTo>
                    <a:pt x="19088" y="229517"/>
                  </a:lnTo>
                  <a:lnTo>
                    <a:pt x="18861" y="229499"/>
                  </a:lnTo>
                  <a:lnTo>
                    <a:pt x="18374" y="229332"/>
                  </a:lnTo>
                  <a:lnTo>
                    <a:pt x="18090" y="229141"/>
                  </a:lnTo>
                  <a:lnTo>
                    <a:pt x="17171" y="228604"/>
                  </a:lnTo>
                  <a:lnTo>
                    <a:pt x="16928" y="228515"/>
                  </a:lnTo>
                  <a:lnTo>
                    <a:pt x="16689" y="228525"/>
                  </a:lnTo>
                  <a:lnTo>
                    <a:pt x="15848" y="228272"/>
                  </a:lnTo>
                  <a:lnTo>
                    <a:pt x="15307" y="228091"/>
                  </a:lnTo>
                  <a:lnTo>
                    <a:pt x="15309" y="227669"/>
                  </a:lnTo>
                  <a:lnTo>
                    <a:pt x="15147" y="227574"/>
                  </a:lnTo>
                  <a:lnTo>
                    <a:pt x="14943" y="227521"/>
                  </a:lnTo>
                  <a:lnTo>
                    <a:pt x="14653" y="227516"/>
                  </a:lnTo>
                  <a:lnTo>
                    <a:pt x="14095" y="227451"/>
                  </a:lnTo>
                  <a:lnTo>
                    <a:pt x="13385" y="226939"/>
                  </a:lnTo>
                  <a:lnTo>
                    <a:pt x="13150" y="226771"/>
                  </a:lnTo>
                  <a:lnTo>
                    <a:pt x="12637" y="226866"/>
                  </a:lnTo>
                  <a:lnTo>
                    <a:pt x="11523" y="226913"/>
                  </a:lnTo>
                  <a:lnTo>
                    <a:pt x="11295" y="226661"/>
                  </a:lnTo>
                  <a:lnTo>
                    <a:pt x="11180" y="226430"/>
                  </a:lnTo>
                  <a:lnTo>
                    <a:pt x="11043" y="226286"/>
                  </a:lnTo>
                  <a:lnTo>
                    <a:pt x="10367" y="226562"/>
                  </a:lnTo>
                  <a:lnTo>
                    <a:pt x="9632" y="226456"/>
                  </a:lnTo>
                  <a:lnTo>
                    <a:pt x="9601" y="226020"/>
                  </a:lnTo>
                  <a:lnTo>
                    <a:pt x="9417" y="225711"/>
                  </a:lnTo>
                  <a:lnTo>
                    <a:pt x="9361" y="225542"/>
                  </a:lnTo>
                  <a:lnTo>
                    <a:pt x="9326" y="225400"/>
                  </a:lnTo>
                  <a:lnTo>
                    <a:pt x="9218" y="225006"/>
                  </a:lnTo>
                  <a:lnTo>
                    <a:pt x="8991" y="224904"/>
                  </a:lnTo>
                  <a:lnTo>
                    <a:pt x="8603" y="224690"/>
                  </a:lnTo>
                  <a:lnTo>
                    <a:pt x="8092" y="223897"/>
                  </a:lnTo>
                  <a:lnTo>
                    <a:pt x="7732" y="223516"/>
                  </a:lnTo>
                  <a:lnTo>
                    <a:pt x="7974" y="223128"/>
                  </a:lnTo>
                  <a:lnTo>
                    <a:pt x="8002" y="222654"/>
                  </a:lnTo>
                  <a:lnTo>
                    <a:pt x="8114" y="222032"/>
                  </a:lnTo>
                  <a:lnTo>
                    <a:pt x="8200" y="221744"/>
                  </a:lnTo>
                  <a:lnTo>
                    <a:pt x="8241" y="221439"/>
                  </a:lnTo>
                  <a:lnTo>
                    <a:pt x="8330" y="220948"/>
                  </a:lnTo>
                  <a:lnTo>
                    <a:pt x="8286" y="220517"/>
                  </a:lnTo>
                  <a:lnTo>
                    <a:pt x="7649" y="220272"/>
                  </a:lnTo>
                  <a:lnTo>
                    <a:pt x="7224" y="220216"/>
                  </a:lnTo>
                  <a:lnTo>
                    <a:pt x="6993" y="220188"/>
                  </a:lnTo>
                  <a:lnTo>
                    <a:pt x="6778" y="220119"/>
                  </a:lnTo>
                  <a:lnTo>
                    <a:pt x="6517" y="220032"/>
                  </a:lnTo>
                  <a:lnTo>
                    <a:pt x="6129" y="220058"/>
                  </a:lnTo>
                  <a:lnTo>
                    <a:pt x="5515" y="220211"/>
                  </a:lnTo>
                  <a:lnTo>
                    <a:pt x="5373" y="220287"/>
                  </a:lnTo>
                  <a:lnTo>
                    <a:pt x="4942" y="220434"/>
                  </a:lnTo>
                  <a:lnTo>
                    <a:pt x="4786" y="220182"/>
                  </a:lnTo>
                  <a:lnTo>
                    <a:pt x="4567" y="219730"/>
                  </a:lnTo>
                  <a:lnTo>
                    <a:pt x="4242" y="219451"/>
                  </a:lnTo>
                  <a:lnTo>
                    <a:pt x="3927" y="219312"/>
                  </a:lnTo>
                  <a:lnTo>
                    <a:pt x="3580" y="219241"/>
                  </a:lnTo>
                  <a:lnTo>
                    <a:pt x="3119" y="218910"/>
                  </a:lnTo>
                  <a:lnTo>
                    <a:pt x="2871" y="218432"/>
                  </a:lnTo>
                  <a:lnTo>
                    <a:pt x="2977" y="217595"/>
                  </a:lnTo>
                  <a:lnTo>
                    <a:pt x="3177" y="217381"/>
                  </a:lnTo>
                  <a:lnTo>
                    <a:pt x="3451" y="216705"/>
                  </a:lnTo>
                  <a:lnTo>
                    <a:pt x="3538" y="216406"/>
                  </a:lnTo>
                  <a:lnTo>
                    <a:pt x="3894" y="215632"/>
                  </a:lnTo>
                  <a:lnTo>
                    <a:pt x="4139" y="214989"/>
                  </a:lnTo>
                  <a:lnTo>
                    <a:pt x="3635" y="213994"/>
                  </a:lnTo>
                  <a:lnTo>
                    <a:pt x="3772" y="213156"/>
                  </a:lnTo>
                  <a:lnTo>
                    <a:pt x="3324" y="212311"/>
                  </a:lnTo>
                  <a:lnTo>
                    <a:pt x="3338" y="212075"/>
                  </a:lnTo>
                  <a:lnTo>
                    <a:pt x="3341" y="211901"/>
                  </a:lnTo>
                  <a:lnTo>
                    <a:pt x="3420" y="211206"/>
                  </a:lnTo>
                  <a:lnTo>
                    <a:pt x="3498" y="210930"/>
                  </a:lnTo>
                  <a:lnTo>
                    <a:pt x="2810" y="209658"/>
                  </a:lnTo>
                  <a:lnTo>
                    <a:pt x="2800" y="209323"/>
                  </a:lnTo>
                  <a:lnTo>
                    <a:pt x="2763" y="208907"/>
                  </a:lnTo>
                  <a:lnTo>
                    <a:pt x="2350" y="208207"/>
                  </a:lnTo>
                  <a:lnTo>
                    <a:pt x="2076" y="208208"/>
                  </a:lnTo>
                  <a:lnTo>
                    <a:pt x="1783" y="207951"/>
                  </a:lnTo>
                  <a:lnTo>
                    <a:pt x="1106" y="207465"/>
                  </a:lnTo>
                  <a:lnTo>
                    <a:pt x="1136" y="207057"/>
                  </a:lnTo>
                  <a:lnTo>
                    <a:pt x="1176" y="206918"/>
                  </a:lnTo>
                  <a:lnTo>
                    <a:pt x="1161" y="206267"/>
                  </a:lnTo>
                  <a:lnTo>
                    <a:pt x="1665" y="206060"/>
                  </a:lnTo>
                  <a:lnTo>
                    <a:pt x="1898" y="206062"/>
                  </a:lnTo>
                  <a:lnTo>
                    <a:pt x="2090" y="206051"/>
                  </a:lnTo>
                  <a:lnTo>
                    <a:pt x="2461" y="205843"/>
                  </a:lnTo>
                  <a:lnTo>
                    <a:pt x="2248" y="204714"/>
                  </a:lnTo>
                  <a:lnTo>
                    <a:pt x="2096" y="204498"/>
                  </a:lnTo>
                  <a:lnTo>
                    <a:pt x="1937" y="204190"/>
                  </a:lnTo>
                  <a:lnTo>
                    <a:pt x="2132" y="203788"/>
                  </a:lnTo>
                  <a:lnTo>
                    <a:pt x="2412" y="203846"/>
                  </a:lnTo>
                  <a:lnTo>
                    <a:pt x="2705" y="203978"/>
                  </a:lnTo>
                  <a:lnTo>
                    <a:pt x="3075" y="204038"/>
                  </a:lnTo>
                  <a:lnTo>
                    <a:pt x="3882" y="203938"/>
                  </a:lnTo>
                  <a:lnTo>
                    <a:pt x="4252" y="203871"/>
                  </a:lnTo>
                  <a:lnTo>
                    <a:pt x="4573" y="203839"/>
                  </a:lnTo>
                  <a:lnTo>
                    <a:pt x="4801" y="203833"/>
                  </a:lnTo>
                  <a:lnTo>
                    <a:pt x="5104" y="203865"/>
                  </a:lnTo>
                  <a:lnTo>
                    <a:pt x="5330" y="203872"/>
                  </a:lnTo>
                  <a:lnTo>
                    <a:pt x="5492" y="203181"/>
                  </a:lnTo>
                  <a:lnTo>
                    <a:pt x="7185" y="202926"/>
                  </a:lnTo>
                  <a:lnTo>
                    <a:pt x="7663" y="202667"/>
                  </a:lnTo>
                  <a:lnTo>
                    <a:pt x="8204" y="203164"/>
                  </a:lnTo>
                  <a:lnTo>
                    <a:pt x="8376" y="203142"/>
                  </a:lnTo>
                  <a:lnTo>
                    <a:pt x="8751" y="203047"/>
                  </a:lnTo>
                  <a:lnTo>
                    <a:pt x="9067" y="202758"/>
                  </a:lnTo>
                  <a:lnTo>
                    <a:pt x="10038" y="202396"/>
                  </a:lnTo>
                  <a:lnTo>
                    <a:pt x="10610" y="202231"/>
                  </a:lnTo>
                  <a:lnTo>
                    <a:pt x="10738" y="202190"/>
                  </a:lnTo>
                  <a:lnTo>
                    <a:pt x="11282" y="201919"/>
                  </a:lnTo>
                  <a:lnTo>
                    <a:pt x="11496" y="201793"/>
                  </a:lnTo>
                  <a:lnTo>
                    <a:pt x="12056" y="201565"/>
                  </a:lnTo>
                  <a:lnTo>
                    <a:pt x="12870" y="201963"/>
                  </a:lnTo>
                  <a:lnTo>
                    <a:pt x="13009" y="202022"/>
                  </a:lnTo>
                  <a:lnTo>
                    <a:pt x="13680" y="202155"/>
                  </a:lnTo>
                  <a:lnTo>
                    <a:pt x="13953" y="201884"/>
                  </a:lnTo>
                  <a:lnTo>
                    <a:pt x="14015" y="201349"/>
                  </a:lnTo>
                  <a:lnTo>
                    <a:pt x="14565" y="200600"/>
                  </a:lnTo>
                  <a:lnTo>
                    <a:pt x="14745" y="199787"/>
                  </a:lnTo>
                  <a:lnTo>
                    <a:pt x="14817" y="199137"/>
                  </a:lnTo>
                  <a:lnTo>
                    <a:pt x="14689" y="198847"/>
                  </a:lnTo>
                  <a:lnTo>
                    <a:pt x="14553" y="198473"/>
                  </a:lnTo>
                  <a:lnTo>
                    <a:pt x="14445" y="197951"/>
                  </a:lnTo>
                  <a:lnTo>
                    <a:pt x="15106" y="197122"/>
                  </a:lnTo>
                  <a:lnTo>
                    <a:pt x="15418" y="197245"/>
                  </a:lnTo>
                  <a:lnTo>
                    <a:pt x="16121" y="196949"/>
                  </a:lnTo>
                  <a:lnTo>
                    <a:pt x="16705" y="195975"/>
                  </a:lnTo>
                  <a:lnTo>
                    <a:pt x="16781" y="195708"/>
                  </a:lnTo>
                  <a:lnTo>
                    <a:pt x="16802" y="195543"/>
                  </a:lnTo>
                  <a:lnTo>
                    <a:pt x="16822" y="195317"/>
                  </a:lnTo>
                  <a:lnTo>
                    <a:pt x="16838" y="195015"/>
                  </a:lnTo>
                  <a:lnTo>
                    <a:pt x="16481" y="194224"/>
                  </a:lnTo>
                  <a:lnTo>
                    <a:pt x="16445" y="193687"/>
                  </a:lnTo>
                  <a:lnTo>
                    <a:pt x="15689" y="193043"/>
                  </a:lnTo>
                  <a:lnTo>
                    <a:pt x="15563" y="192780"/>
                  </a:lnTo>
                  <a:lnTo>
                    <a:pt x="15061" y="191908"/>
                  </a:lnTo>
                  <a:lnTo>
                    <a:pt x="14890" y="191608"/>
                  </a:lnTo>
                  <a:lnTo>
                    <a:pt x="15111" y="190973"/>
                  </a:lnTo>
                  <a:lnTo>
                    <a:pt x="15689" y="190738"/>
                  </a:lnTo>
                  <a:lnTo>
                    <a:pt x="16106" y="190754"/>
                  </a:lnTo>
                  <a:lnTo>
                    <a:pt x="16235" y="190730"/>
                  </a:lnTo>
                  <a:lnTo>
                    <a:pt x="16691" y="190526"/>
                  </a:lnTo>
                  <a:lnTo>
                    <a:pt x="16822" y="190388"/>
                  </a:lnTo>
                  <a:lnTo>
                    <a:pt x="16993" y="190267"/>
                  </a:lnTo>
                  <a:lnTo>
                    <a:pt x="17157" y="190272"/>
                  </a:lnTo>
                  <a:lnTo>
                    <a:pt x="18412" y="189764"/>
                  </a:lnTo>
                  <a:lnTo>
                    <a:pt x="18748" y="189482"/>
                  </a:lnTo>
                  <a:lnTo>
                    <a:pt x="19756" y="189323"/>
                  </a:lnTo>
                  <a:lnTo>
                    <a:pt x="20164" y="189129"/>
                  </a:lnTo>
                  <a:lnTo>
                    <a:pt x="20376" y="188988"/>
                  </a:lnTo>
                  <a:lnTo>
                    <a:pt x="20539" y="188879"/>
                  </a:lnTo>
                  <a:lnTo>
                    <a:pt x="20818" y="188651"/>
                  </a:lnTo>
                  <a:lnTo>
                    <a:pt x="20702" y="188427"/>
                  </a:lnTo>
                  <a:lnTo>
                    <a:pt x="21198" y="187361"/>
                  </a:lnTo>
                  <a:lnTo>
                    <a:pt x="21429" y="187041"/>
                  </a:lnTo>
                  <a:lnTo>
                    <a:pt x="21921" y="186680"/>
                  </a:lnTo>
                  <a:lnTo>
                    <a:pt x="22078" y="186747"/>
                  </a:lnTo>
                  <a:lnTo>
                    <a:pt x="22358" y="186669"/>
                  </a:lnTo>
                  <a:lnTo>
                    <a:pt x="23079" y="186638"/>
                  </a:lnTo>
                  <a:lnTo>
                    <a:pt x="23512" y="186671"/>
                  </a:lnTo>
                  <a:lnTo>
                    <a:pt x="24542" y="186827"/>
                  </a:lnTo>
                  <a:lnTo>
                    <a:pt x="24920" y="186731"/>
                  </a:lnTo>
                  <a:lnTo>
                    <a:pt x="25172" y="186766"/>
                  </a:lnTo>
                  <a:lnTo>
                    <a:pt x="25634" y="186836"/>
                  </a:lnTo>
                  <a:lnTo>
                    <a:pt x="25878" y="186610"/>
                  </a:lnTo>
                  <a:lnTo>
                    <a:pt x="26093" y="186552"/>
                  </a:lnTo>
                  <a:lnTo>
                    <a:pt x="26282" y="186585"/>
                  </a:lnTo>
                  <a:lnTo>
                    <a:pt x="27330" y="187077"/>
                  </a:lnTo>
                  <a:lnTo>
                    <a:pt x="27644" y="187224"/>
                  </a:lnTo>
                  <a:lnTo>
                    <a:pt x="27887" y="187245"/>
                  </a:lnTo>
                  <a:lnTo>
                    <a:pt x="28047" y="187203"/>
                  </a:lnTo>
                  <a:lnTo>
                    <a:pt x="28301" y="187274"/>
                  </a:lnTo>
                  <a:lnTo>
                    <a:pt x="28452" y="187383"/>
                  </a:lnTo>
                  <a:lnTo>
                    <a:pt x="28717" y="187768"/>
                  </a:lnTo>
                  <a:lnTo>
                    <a:pt x="29045" y="188012"/>
                  </a:lnTo>
                  <a:lnTo>
                    <a:pt x="29597" y="188498"/>
                  </a:lnTo>
                  <a:lnTo>
                    <a:pt x="29837" y="188769"/>
                  </a:lnTo>
                  <a:lnTo>
                    <a:pt x="30128" y="189003"/>
                  </a:lnTo>
                  <a:lnTo>
                    <a:pt x="30545" y="189232"/>
                  </a:lnTo>
                  <a:lnTo>
                    <a:pt x="30750" y="189540"/>
                  </a:lnTo>
                  <a:lnTo>
                    <a:pt x="30963" y="189679"/>
                  </a:lnTo>
                  <a:lnTo>
                    <a:pt x="31144" y="189699"/>
                  </a:lnTo>
                  <a:lnTo>
                    <a:pt x="31546" y="190069"/>
                  </a:lnTo>
                  <a:lnTo>
                    <a:pt x="32076" y="190950"/>
                  </a:lnTo>
                  <a:lnTo>
                    <a:pt x="32156" y="191187"/>
                  </a:lnTo>
                  <a:lnTo>
                    <a:pt x="32697" y="191445"/>
                  </a:lnTo>
                  <a:lnTo>
                    <a:pt x="32976" y="191617"/>
                  </a:lnTo>
                  <a:lnTo>
                    <a:pt x="33415" y="191437"/>
                  </a:lnTo>
                  <a:lnTo>
                    <a:pt x="33802" y="191354"/>
                  </a:lnTo>
                  <a:lnTo>
                    <a:pt x="34070" y="191396"/>
                  </a:lnTo>
                  <a:lnTo>
                    <a:pt x="34272" y="191479"/>
                  </a:lnTo>
                  <a:lnTo>
                    <a:pt x="34510" y="191493"/>
                  </a:lnTo>
                  <a:lnTo>
                    <a:pt x="34771" y="191190"/>
                  </a:lnTo>
                  <a:lnTo>
                    <a:pt x="34909" y="191179"/>
                  </a:lnTo>
                  <a:lnTo>
                    <a:pt x="35561" y="191224"/>
                  </a:lnTo>
                  <a:lnTo>
                    <a:pt x="36328" y="191558"/>
                  </a:lnTo>
                  <a:lnTo>
                    <a:pt x="36615" y="191786"/>
                  </a:lnTo>
                  <a:lnTo>
                    <a:pt x="36921" y="191991"/>
                  </a:lnTo>
                  <a:lnTo>
                    <a:pt x="37123" y="192094"/>
                  </a:lnTo>
                  <a:lnTo>
                    <a:pt x="37788" y="192088"/>
                  </a:lnTo>
                  <a:lnTo>
                    <a:pt x="38092" y="192015"/>
                  </a:lnTo>
                  <a:lnTo>
                    <a:pt x="38322" y="192072"/>
                  </a:lnTo>
                  <a:lnTo>
                    <a:pt x="38586" y="192261"/>
                  </a:lnTo>
                  <a:lnTo>
                    <a:pt x="38787" y="192444"/>
                  </a:lnTo>
                  <a:lnTo>
                    <a:pt x="39056" y="192592"/>
                  </a:lnTo>
                  <a:lnTo>
                    <a:pt x="39896" y="192896"/>
                  </a:lnTo>
                  <a:lnTo>
                    <a:pt x="40028" y="192915"/>
                  </a:lnTo>
                  <a:lnTo>
                    <a:pt x="40254" y="192894"/>
                  </a:lnTo>
                  <a:lnTo>
                    <a:pt x="40661" y="193386"/>
                  </a:lnTo>
                  <a:lnTo>
                    <a:pt x="40890" y="193593"/>
                  </a:lnTo>
                  <a:lnTo>
                    <a:pt x="41236" y="193460"/>
                  </a:lnTo>
                  <a:lnTo>
                    <a:pt x="41714" y="193203"/>
                  </a:lnTo>
                  <a:lnTo>
                    <a:pt x="42011" y="193342"/>
                  </a:lnTo>
                  <a:lnTo>
                    <a:pt x="42184" y="193407"/>
                  </a:lnTo>
                  <a:lnTo>
                    <a:pt x="43007" y="193367"/>
                  </a:lnTo>
                  <a:lnTo>
                    <a:pt x="43185" y="193334"/>
                  </a:lnTo>
                  <a:lnTo>
                    <a:pt x="43562" y="193215"/>
                  </a:lnTo>
                  <a:lnTo>
                    <a:pt x="43710" y="193076"/>
                  </a:lnTo>
                  <a:lnTo>
                    <a:pt x="43963" y="193101"/>
                  </a:lnTo>
                  <a:lnTo>
                    <a:pt x="44226" y="193230"/>
                  </a:lnTo>
                  <a:lnTo>
                    <a:pt x="45646" y="193094"/>
                  </a:lnTo>
                  <a:lnTo>
                    <a:pt x="45945" y="192958"/>
                  </a:lnTo>
                  <a:lnTo>
                    <a:pt x="46086" y="192882"/>
                  </a:lnTo>
                  <a:lnTo>
                    <a:pt x="46482" y="192632"/>
                  </a:lnTo>
                  <a:lnTo>
                    <a:pt x="47291" y="192775"/>
                  </a:lnTo>
                  <a:lnTo>
                    <a:pt x="47858" y="192881"/>
                  </a:lnTo>
                  <a:lnTo>
                    <a:pt x="48347" y="192932"/>
                  </a:lnTo>
                  <a:lnTo>
                    <a:pt x="49813" y="193314"/>
                  </a:lnTo>
                  <a:lnTo>
                    <a:pt x="49785" y="193509"/>
                  </a:lnTo>
                  <a:lnTo>
                    <a:pt x="49712" y="194008"/>
                  </a:lnTo>
                  <a:lnTo>
                    <a:pt x="49419" y="194800"/>
                  </a:lnTo>
                  <a:lnTo>
                    <a:pt x="49720" y="194988"/>
                  </a:lnTo>
                  <a:lnTo>
                    <a:pt x="50113" y="195314"/>
                  </a:lnTo>
                  <a:lnTo>
                    <a:pt x="50205" y="195481"/>
                  </a:lnTo>
                  <a:lnTo>
                    <a:pt x="50598" y="195820"/>
                  </a:lnTo>
                  <a:lnTo>
                    <a:pt x="50866" y="195981"/>
                  </a:lnTo>
                  <a:lnTo>
                    <a:pt x="51115" y="196360"/>
                  </a:lnTo>
                  <a:lnTo>
                    <a:pt x="51344" y="196772"/>
                  </a:lnTo>
                  <a:lnTo>
                    <a:pt x="51633" y="197515"/>
                  </a:lnTo>
                  <a:lnTo>
                    <a:pt x="51371" y="198004"/>
                  </a:lnTo>
                  <a:lnTo>
                    <a:pt x="51750" y="198616"/>
                  </a:lnTo>
                  <a:lnTo>
                    <a:pt x="51674" y="199141"/>
                  </a:lnTo>
                  <a:lnTo>
                    <a:pt x="51324" y="199367"/>
                  </a:lnTo>
                  <a:lnTo>
                    <a:pt x="50785" y="200079"/>
                  </a:lnTo>
                  <a:lnTo>
                    <a:pt x="50161" y="201125"/>
                  </a:lnTo>
                  <a:lnTo>
                    <a:pt x="50129" y="201367"/>
                  </a:lnTo>
                  <a:lnTo>
                    <a:pt x="50246" y="201955"/>
                  </a:lnTo>
                  <a:lnTo>
                    <a:pt x="50385" y="202033"/>
                  </a:lnTo>
                  <a:lnTo>
                    <a:pt x="50719" y="202204"/>
                  </a:lnTo>
                  <a:lnTo>
                    <a:pt x="51168" y="203372"/>
                  </a:lnTo>
                  <a:lnTo>
                    <a:pt x="51045" y="203520"/>
                  </a:lnTo>
                  <a:lnTo>
                    <a:pt x="50914" y="203675"/>
                  </a:lnTo>
                  <a:lnTo>
                    <a:pt x="50722" y="203881"/>
                  </a:lnTo>
                  <a:lnTo>
                    <a:pt x="50344" y="204316"/>
                  </a:lnTo>
                  <a:lnTo>
                    <a:pt x="50200" y="205032"/>
                  </a:lnTo>
                  <a:lnTo>
                    <a:pt x="50649" y="205271"/>
                  </a:lnTo>
                  <a:lnTo>
                    <a:pt x="50817" y="205351"/>
                  </a:lnTo>
                  <a:lnTo>
                    <a:pt x="51083" y="205718"/>
                  </a:lnTo>
                  <a:lnTo>
                    <a:pt x="51272" y="205986"/>
                  </a:lnTo>
                  <a:lnTo>
                    <a:pt x="51717" y="206386"/>
                  </a:lnTo>
                  <a:lnTo>
                    <a:pt x="52094" y="206343"/>
                  </a:lnTo>
                  <a:lnTo>
                    <a:pt x="52737" y="205959"/>
                  </a:lnTo>
                  <a:lnTo>
                    <a:pt x="52926" y="206177"/>
                  </a:lnTo>
                  <a:lnTo>
                    <a:pt x="53316" y="206711"/>
                  </a:lnTo>
                  <a:lnTo>
                    <a:pt x="53446" y="206943"/>
                  </a:lnTo>
                  <a:lnTo>
                    <a:pt x="53530" y="207101"/>
                  </a:lnTo>
                  <a:lnTo>
                    <a:pt x="53654" y="207367"/>
                  </a:lnTo>
                  <a:lnTo>
                    <a:pt x="53803" y="207810"/>
                  </a:lnTo>
                  <a:lnTo>
                    <a:pt x="53831" y="208004"/>
                  </a:lnTo>
                  <a:lnTo>
                    <a:pt x="54009" y="208509"/>
                  </a:lnTo>
                  <a:lnTo>
                    <a:pt x="54084" y="209208"/>
                  </a:lnTo>
                  <a:lnTo>
                    <a:pt x="54009" y="209933"/>
                  </a:lnTo>
                  <a:lnTo>
                    <a:pt x="54602" y="210174"/>
                  </a:lnTo>
                  <a:lnTo>
                    <a:pt x="54994" y="210039"/>
                  </a:lnTo>
                  <a:lnTo>
                    <a:pt x="55656" y="210171"/>
                  </a:lnTo>
                  <a:lnTo>
                    <a:pt x="55942" y="210500"/>
                  </a:lnTo>
                  <a:lnTo>
                    <a:pt x="55979" y="210732"/>
                  </a:lnTo>
                  <a:lnTo>
                    <a:pt x="56764" y="211546"/>
                  </a:lnTo>
                  <a:lnTo>
                    <a:pt x="57000" y="211627"/>
                  </a:lnTo>
                  <a:lnTo>
                    <a:pt x="57672" y="211922"/>
                  </a:lnTo>
                  <a:lnTo>
                    <a:pt x="57907" y="211988"/>
                  </a:lnTo>
                  <a:lnTo>
                    <a:pt x="58493" y="212241"/>
                  </a:lnTo>
                  <a:lnTo>
                    <a:pt x="58844" y="212629"/>
                  </a:lnTo>
                  <a:lnTo>
                    <a:pt x="59121" y="212979"/>
                  </a:lnTo>
                  <a:lnTo>
                    <a:pt x="59199" y="214167"/>
                  </a:lnTo>
                  <a:lnTo>
                    <a:pt x="59575" y="214573"/>
                  </a:lnTo>
                  <a:lnTo>
                    <a:pt x="59838" y="214795"/>
                  </a:lnTo>
                  <a:lnTo>
                    <a:pt x="60197" y="215018"/>
                  </a:lnTo>
                  <a:lnTo>
                    <a:pt x="60479" y="215481"/>
                  </a:lnTo>
                  <a:lnTo>
                    <a:pt x="60973" y="215571"/>
                  </a:lnTo>
                  <a:lnTo>
                    <a:pt x="61640" y="216321"/>
                  </a:lnTo>
                  <a:lnTo>
                    <a:pt x="61483" y="216553"/>
                  </a:lnTo>
                  <a:lnTo>
                    <a:pt x="61353" y="216777"/>
                  </a:lnTo>
                  <a:lnTo>
                    <a:pt x="61215" y="217055"/>
                  </a:lnTo>
                  <a:lnTo>
                    <a:pt x="60946" y="217150"/>
                  </a:lnTo>
                  <a:lnTo>
                    <a:pt x="60180" y="217265"/>
                  </a:lnTo>
                  <a:lnTo>
                    <a:pt x="59870" y="217524"/>
                  </a:lnTo>
                  <a:lnTo>
                    <a:pt x="59995" y="217715"/>
                  </a:lnTo>
                  <a:lnTo>
                    <a:pt x="60138" y="217936"/>
                  </a:lnTo>
                  <a:lnTo>
                    <a:pt x="60665" y="218835"/>
                  </a:lnTo>
                  <a:lnTo>
                    <a:pt x="61091" y="219050"/>
                  </a:lnTo>
                  <a:lnTo>
                    <a:pt x="61280" y="219194"/>
                  </a:lnTo>
                  <a:lnTo>
                    <a:pt x="61512" y="219328"/>
                  </a:lnTo>
                  <a:lnTo>
                    <a:pt x="61678" y="219435"/>
                  </a:lnTo>
                  <a:lnTo>
                    <a:pt x="61861" y="219602"/>
                  </a:lnTo>
                  <a:lnTo>
                    <a:pt x="62387" y="220035"/>
                  </a:lnTo>
                  <a:lnTo>
                    <a:pt x="62344" y="220175"/>
                  </a:lnTo>
                  <a:lnTo>
                    <a:pt x="62203" y="220478"/>
                  </a:lnTo>
                  <a:lnTo>
                    <a:pt x="62100" y="220653"/>
                  </a:lnTo>
                  <a:lnTo>
                    <a:pt x="61993" y="220803"/>
                  </a:lnTo>
                  <a:lnTo>
                    <a:pt x="61779" y="221052"/>
                  </a:lnTo>
                  <a:lnTo>
                    <a:pt x="61580" y="221282"/>
                  </a:lnTo>
                  <a:lnTo>
                    <a:pt x="61477" y="221458"/>
                  </a:lnTo>
                  <a:lnTo>
                    <a:pt x="61568" y="222061"/>
                  </a:lnTo>
                  <a:lnTo>
                    <a:pt x="61872" y="222485"/>
                  </a:lnTo>
                  <a:lnTo>
                    <a:pt x="62288" y="222208"/>
                  </a:lnTo>
                  <a:lnTo>
                    <a:pt x="62528" y="222266"/>
                  </a:lnTo>
                  <a:lnTo>
                    <a:pt x="62682" y="222379"/>
                  </a:lnTo>
                  <a:lnTo>
                    <a:pt x="62770" y="222685"/>
                  </a:lnTo>
                  <a:lnTo>
                    <a:pt x="63042" y="223230"/>
                  </a:lnTo>
                  <a:lnTo>
                    <a:pt x="62980" y="223379"/>
                  </a:lnTo>
                  <a:lnTo>
                    <a:pt x="63226" y="223525"/>
                  </a:lnTo>
                  <a:lnTo>
                    <a:pt x="63563" y="223609"/>
                  </a:lnTo>
                  <a:lnTo>
                    <a:pt x="64263" y="224066"/>
                  </a:lnTo>
                  <a:lnTo>
                    <a:pt x="65101" y="224934"/>
                  </a:lnTo>
                  <a:lnTo>
                    <a:pt x="65091" y="225122"/>
                  </a:lnTo>
                  <a:lnTo>
                    <a:pt x="66081" y="225938"/>
                  </a:lnTo>
                  <a:lnTo>
                    <a:pt x="66108" y="227102"/>
                  </a:lnTo>
                  <a:lnTo>
                    <a:pt x="65928" y="227881"/>
                  </a:lnTo>
                  <a:lnTo>
                    <a:pt x="65797" y="228317"/>
                  </a:lnTo>
                  <a:lnTo>
                    <a:pt x="65743" y="228625"/>
                  </a:lnTo>
                  <a:lnTo>
                    <a:pt x="66417" y="230013"/>
                  </a:lnTo>
                  <a:lnTo>
                    <a:pt x="66536" y="230483"/>
                  </a:lnTo>
                  <a:lnTo>
                    <a:pt x="66568" y="230664"/>
                  </a:lnTo>
                  <a:lnTo>
                    <a:pt x="66603" y="230820"/>
                  </a:lnTo>
                  <a:lnTo>
                    <a:pt x="67276" y="231242"/>
                  </a:lnTo>
                  <a:lnTo>
                    <a:pt x="67469" y="231345"/>
                  </a:lnTo>
                  <a:lnTo>
                    <a:pt x="67775" y="231792"/>
                  </a:lnTo>
                  <a:lnTo>
                    <a:pt x="67758" y="231950"/>
                  </a:lnTo>
                  <a:lnTo>
                    <a:pt x="67744" y="232140"/>
                  </a:lnTo>
                  <a:lnTo>
                    <a:pt x="67741" y="232311"/>
                  </a:lnTo>
                  <a:lnTo>
                    <a:pt x="67795" y="232768"/>
                  </a:lnTo>
                  <a:lnTo>
                    <a:pt x="67791" y="233105"/>
                  </a:lnTo>
                  <a:lnTo>
                    <a:pt x="67468" y="233330"/>
                  </a:lnTo>
                  <a:lnTo>
                    <a:pt x="67225" y="234086"/>
                  </a:lnTo>
                  <a:lnTo>
                    <a:pt x="67050" y="234365"/>
                  </a:lnTo>
                  <a:lnTo>
                    <a:pt x="67132" y="234570"/>
                  </a:lnTo>
                  <a:lnTo>
                    <a:pt x="67322" y="234844"/>
                  </a:lnTo>
                  <a:lnTo>
                    <a:pt x="67490" y="235304"/>
                  </a:lnTo>
                  <a:lnTo>
                    <a:pt x="67329" y="235747"/>
                  </a:lnTo>
                  <a:lnTo>
                    <a:pt x="66846" y="236046"/>
                  </a:lnTo>
                  <a:lnTo>
                    <a:pt x="66779" y="236363"/>
                  </a:lnTo>
                  <a:lnTo>
                    <a:pt x="66766" y="236500"/>
                  </a:lnTo>
                  <a:lnTo>
                    <a:pt x="66996" y="236652"/>
                  </a:lnTo>
                  <a:lnTo>
                    <a:pt x="67204" y="236719"/>
                  </a:lnTo>
                  <a:lnTo>
                    <a:pt x="67848" y="236628"/>
                  </a:lnTo>
                  <a:lnTo>
                    <a:pt x="68297" y="236957"/>
                  </a:lnTo>
                  <a:lnTo>
                    <a:pt x="68454" y="236961"/>
                  </a:lnTo>
                  <a:lnTo>
                    <a:pt x="68724" y="236974"/>
                  </a:lnTo>
                  <a:lnTo>
                    <a:pt x="68930" y="237048"/>
                  </a:lnTo>
                  <a:lnTo>
                    <a:pt x="69047" y="237248"/>
                  </a:lnTo>
                  <a:lnTo>
                    <a:pt x="69179" y="237572"/>
                  </a:lnTo>
                  <a:lnTo>
                    <a:pt x="69191" y="237702"/>
                  </a:lnTo>
                  <a:lnTo>
                    <a:pt x="69338" y="238180"/>
                  </a:lnTo>
                  <a:lnTo>
                    <a:pt x="69181" y="238530"/>
                  </a:lnTo>
                  <a:lnTo>
                    <a:pt x="69215" y="238753"/>
                  </a:lnTo>
                  <a:lnTo>
                    <a:pt x="69149" y="239150"/>
                  </a:lnTo>
                  <a:lnTo>
                    <a:pt x="68997" y="239596"/>
                  </a:lnTo>
                  <a:lnTo>
                    <a:pt x="69038" y="239836"/>
                  </a:lnTo>
                  <a:lnTo>
                    <a:pt x="69223" y="240260"/>
                  </a:lnTo>
                  <a:lnTo>
                    <a:pt x="69368" y="240461"/>
                  </a:lnTo>
                  <a:lnTo>
                    <a:pt x="69592" y="240612"/>
                  </a:lnTo>
                  <a:lnTo>
                    <a:pt x="69907" y="240649"/>
                  </a:lnTo>
                  <a:lnTo>
                    <a:pt x="70223" y="241130"/>
                  </a:lnTo>
                  <a:lnTo>
                    <a:pt x="70116" y="241888"/>
                  </a:lnTo>
                  <a:lnTo>
                    <a:pt x="70633" y="242391"/>
                  </a:lnTo>
                  <a:lnTo>
                    <a:pt x="70903" y="242669"/>
                  </a:lnTo>
                  <a:lnTo>
                    <a:pt x="71137" y="242950"/>
                  </a:lnTo>
                  <a:lnTo>
                    <a:pt x="71244" y="243135"/>
                  </a:lnTo>
                  <a:lnTo>
                    <a:pt x="71370" y="243347"/>
                  </a:lnTo>
                  <a:lnTo>
                    <a:pt x="72032" y="243503"/>
                  </a:lnTo>
                  <a:lnTo>
                    <a:pt x="72529" y="244034"/>
                  </a:lnTo>
                  <a:lnTo>
                    <a:pt x="72978" y="244081"/>
                  </a:lnTo>
                  <a:lnTo>
                    <a:pt x="73679" y="244836"/>
                  </a:lnTo>
                  <a:lnTo>
                    <a:pt x="73937" y="244967"/>
                  </a:lnTo>
                  <a:lnTo>
                    <a:pt x="74482" y="245153"/>
                  </a:lnTo>
                  <a:lnTo>
                    <a:pt x="75401" y="245393"/>
                  </a:lnTo>
                  <a:lnTo>
                    <a:pt x="75874" y="245239"/>
                  </a:lnTo>
                  <a:lnTo>
                    <a:pt x="76222" y="245210"/>
                  </a:lnTo>
                  <a:lnTo>
                    <a:pt x="76668" y="245776"/>
                  </a:lnTo>
                  <a:lnTo>
                    <a:pt x="76648" y="245953"/>
                  </a:lnTo>
                  <a:lnTo>
                    <a:pt x="77238" y="246449"/>
                  </a:lnTo>
                  <a:lnTo>
                    <a:pt x="77626" y="246642"/>
                  </a:lnTo>
                  <a:lnTo>
                    <a:pt x="77778" y="246665"/>
                  </a:lnTo>
                  <a:lnTo>
                    <a:pt x="78316" y="247210"/>
                  </a:lnTo>
                  <a:lnTo>
                    <a:pt x="79128" y="246804"/>
                  </a:lnTo>
                  <a:lnTo>
                    <a:pt x="79612" y="246543"/>
                  </a:lnTo>
                  <a:lnTo>
                    <a:pt x="80102" y="247072"/>
                  </a:lnTo>
                  <a:lnTo>
                    <a:pt x="80696" y="247002"/>
                  </a:lnTo>
                  <a:lnTo>
                    <a:pt x="81238" y="247353"/>
                  </a:lnTo>
                  <a:lnTo>
                    <a:pt x="81715" y="247527"/>
                  </a:lnTo>
                  <a:lnTo>
                    <a:pt x="81938" y="247482"/>
                  </a:lnTo>
                  <a:lnTo>
                    <a:pt x="82670" y="247702"/>
                  </a:lnTo>
                  <a:lnTo>
                    <a:pt x="82707" y="247938"/>
                  </a:lnTo>
                  <a:lnTo>
                    <a:pt x="82794" y="248103"/>
                  </a:lnTo>
                  <a:lnTo>
                    <a:pt x="83079" y="248294"/>
                  </a:lnTo>
                  <a:lnTo>
                    <a:pt x="83895" y="248860"/>
                  </a:lnTo>
                  <a:lnTo>
                    <a:pt x="84625" y="248865"/>
                  </a:lnTo>
                  <a:lnTo>
                    <a:pt x="85550" y="248969"/>
                  </a:lnTo>
                  <a:lnTo>
                    <a:pt x="86332" y="249159"/>
                  </a:lnTo>
                  <a:lnTo>
                    <a:pt x="86880" y="249457"/>
                  </a:lnTo>
                  <a:lnTo>
                    <a:pt x="87304" y="249679"/>
                  </a:lnTo>
                  <a:lnTo>
                    <a:pt x="87512" y="249775"/>
                  </a:lnTo>
                  <a:lnTo>
                    <a:pt x="87837" y="250189"/>
                  </a:lnTo>
                  <a:lnTo>
                    <a:pt x="88260" y="251238"/>
                  </a:lnTo>
                  <a:lnTo>
                    <a:pt x="88845" y="252000"/>
                  </a:lnTo>
                  <a:lnTo>
                    <a:pt x="89168" y="252682"/>
                  </a:lnTo>
                  <a:lnTo>
                    <a:pt x="89210" y="253344"/>
                  </a:lnTo>
                  <a:lnTo>
                    <a:pt x="89232" y="253977"/>
                  </a:lnTo>
                  <a:lnTo>
                    <a:pt x="89766" y="254001"/>
                  </a:lnTo>
                  <a:lnTo>
                    <a:pt x="89870" y="255321"/>
                  </a:lnTo>
                  <a:lnTo>
                    <a:pt x="89965" y="255771"/>
                  </a:lnTo>
                  <a:lnTo>
                    <a:pt x="90126" y="255979"/>
                  </a:lnTo>
                  <a:lnTo>
                    <a:pt x="90494" y="256679"/>
                  </a:lnTo>
                  <a:lnTo>
                    <a:pt x="90579" y="256957"/>
                  </a:lnTo>
                  <a:lnTo>
                    <a:pt x="90653" y="257177"/>
                  </a:lnTo>
                  <a:lnTo>
                    <a:pt x="90823" y="257551"/>
                  </a:lnTo>
                  <a:lnTo>
                    <a:pt x="91248" y="257842"/>
                  </a:lnTo>
                  <a:lnTo>
                    <a:pt x="92426" y="257728"/>
                  </a:lnTo>
                  <a:lnTo>
                    <a:pt x="92793" y="258095"/>
                  </a:lnTo>
                  <a:lnTo>
                    <a:pt x="93777" y="257845"/>
                  </a:lnTo>
                  <a:lnTo>
                    <a:pt x="93876" y="257599"/>
                  </a:lnTo>
                  <a:lnTo>
                    <a:pt x="93935" y="257276"/>
                  </a:lnTo>
                  <a:lnTo>
                    <a:pt x="94684" y="257567"/>
                  </a:lnTo>
                  <a:lnTo>
                    <a:pt x="95504" y="257365"/>
                  </a:lnTo>
                  <a:lnTo>
                    <a:pt x="95685" y="257209"/>
                  </a:lnTo>
                  <a:lnTo>
                    <a:pt x="96264" y="256939"/>
                  </a:lnTo>
                  <a:lnTo>
                    <a:pt x="96499" y="256971"/>
                  </a:lnTo>
                  <a:lnTo>
                    <a:pt x="97236" y="257590"/>
                  </a:lnTo>
                  <a:lnTo>
                    <a:pt x="97399" y="257564"/>
                  </a:lnTo>
                  <a:lnTo>
                    <a:pt x="97604" y="257643"/>
                  </a:lnTo>
                  <a:lnTo>
                    <a:pt x="98274" y="258074"/>
                  </a:lnTo>
                  <a:lnTo>
                    <a:pt x="98586" y="258108"/>
                  </a:lnTo>
                  <a:lnTo>
                    <a:pt x="98775" y="258272"/>
                  </a:lnTo>
                  <a:lnTo>
                    <a:pt x="98957" y="258501"/>
                  </a:lnTo>
                  <a:lnTo>
                    <a:pt x="99498" y="258930"/>
                  </a:lnTo>
                  <a:lnTo>
                    <a:pt x="99680" y="258987"/>
                  </a:lnTo>
                  <a:lnTo>
                    <a:pt x="99914" y="259011"/>
                  </a:lnTo>
                  <a:lnTo>
                    <a:pt x="100159" y="259070"/>
                  </a:lnTo>
                  <a:lnTo>
                    <a:pt x="100300" y="259104"/>
                  </a:lnTo>
                  <a:lnTo>
                    <a:pt x="100834" y="259231"/>
                  </a:lnTo>
                  <a:lnTo>
                    <a:pt x="101450" y="259575"/>
                  </a:lnTo>
                  <a:lnTo>
                    <a:pt x="101761" y="259506"/>
                  </a:lnTo>
                  <a:lnTo>
                    <a:pt x="102137" y="259572"/>
                  </a:lnTo>
                  <a:lnTo>
                    <a:pt x="102894" y="259816"/>
                  </a:lnTo>
                  <a:lnTo>
                    <a:pt x="103308" y="259723"/>
                  </a:lnTo>
                  <a:lnTo>
                    <a:pt x="103579" y="259787"/>
                  </a:lnTo>
                  <a:lnTo>
                    <a:pt x="103883" y="259929"/>
                  </a:lnTo>
                  <a:lnTo>
                    <a:pt x="104280" y="259906"/>
                  </a:lnTo>
                  <a:lnTo>
                    <a:pt x="104430" y="259991"/>
                  </a:lnTo>
                  <a:lnTo>
                    <a:pt x="104860" y="260356"/>
                  </a:lnTo>
                  <a:lnTo>
                    <a:pt x="104979" y="260752"/>
                  </a:lnTo>
                  <a:lnTo>
                    <a:pt x="105324" y="261184"/>
                  </a:lnTo>
                  <a:lnTo>
                    <a:pt x="105529" y="261517"/>
                  </a:lnTo>
                  <a:lnTo>
                    <a:pt x="105761" y="261730"/>
                  </a:lnTo>
                  <a:lnTo>
                    <a:pt x="106042" y="262110"/>
                  </a:lnTo>
                  <a:lnTo>
                    <a:pt x="106072" y="262275"/>
                  </a:lnTo>
                  <a:lnTo>
                    <a:pt x="106107" y="262840"/>
                  </a:lnTo>
                  <a:lnTo>
                    <a:pt x="106261" y="262884"/>
                  </a:lnTo>
                  <a:lnTo>
                    <a:pt x="106786" y="263332"/>
                  </a:lnTo>
                  <a:lnTo>
                    <a:pt x="107442" y="263148"/>
                  </a:lnTo>
                  <a:lnTo>
                    <a:pt x="107836" y="263233"/>
                  </a:lnTo>
                  <a:lnTo>
                    <a:pt x="108073" y="263011"/>
                  </a:lnTo>
                  <a:lnTo>
                    <a:pt x="108301" y="262766"/>
                  </a:lnTo>
                  <a:lnTo>
                    <a:pt x="108632" y="262757"/>
                  </a:lnTo>
                  <a:lnTo>
                    <a:pt x="108779" y="263061"/>
                  </a:lnTo>
                  <a:lnTo>
                    <a:pt x="108717" y="263234"/>
                  </a:lnTo>
                  <a:lnTo>
                    <a:pt x="108875" y="263729"/>
                  </a:lnTo>
                  <a:lnTo>
                    <a:pt x="109266" y="263751"/>
                  </a:lnTo>
                  <a:lnTo>
                    <a:pt x="109339" y="263567"/>
                  </a:lnTo>
                  <a:lnTo>
                    <a:pt x="109763" y="263411"/>
                  </a:lnTo>
                  <a:lnTo>
                    <a:pt x="110015" y="263923"/>
                  </a:lnTo>
                  <a:lnTo>
                    <a:pt x="110415" y="264120"/>
                  </a:lnTo>
                  <a:lnTo>
                    <a:pt x="110552" y="264046"/>
                  </a:lnTo>
                  <a:lnTo>
                    <a:pt x="111264" y="264014"/>
                  </a:lnTo>
                  <a:lnTo>
                    <a:pt x="111433" y="264102"/>
                  </a:lnTo>
                  <a:lnTo>
                    <a:pt x="111722" y="264407"/>
                  </a:lnTo>
                  <a:lnTo>
                    <a:pt x="111851" y="264588"/>
                  </a:lnTo>
                  <a:lnTo>
                    <a:pt x="112003" y="265208"/>
                  </a:lnTo>
                  <a:lnTo>
                    <a:pt x="111976" y="265361"/>
                  </a:lnTo>
                  <a:lnTo>
                    <a:pt x="112255" y="265982"/>
                  </a:lnTo>
                  <a:lnTo>
                    <a:pt x="112642" y="266313"/>
                  </a:lnTo>
                  <a:lnTo>
                    <a:pt x="112784" y="266306"/>
                  </a:lnTo>
                  <a:lnTo>
                    <a:pt x="113280" y="265956"/>
                  </a:lnTo>
                  <a:lnTo>
                    <a:pt x="113271" y="265566"/>
                  </a:lnTo>
                  <a:lnTo>
                    <a:pt x="113143" y="265397"/>
                  </a:lnTo>
                  <a:lnTo>
                    <a:pt x="113162" y="265162"/>
                  </a:lnTo>
                  <a:lnTo>
                    <a:pt x="113679" y="264699"/>
                  </a:lnTo>
                  <a:lnTo>
                    <a:pt x="113840" y="264497"/>
                  </a:lnTo>
                  <a:lnTo>
                    <a:pt x="114250" y="263857"/>
                  </a:lnTo>
                  <a:lnTo>
                    <a:pt x="114482" y="263342"/>
                  </a:lnTo>
                  <a:lnTo>
                    <a:pt x="114332" y="263084"/>
                  </a:lnTo>
                  <a:lnTo>
                    <a:pt x="114311" y="262660"/>
                  </a:lnTo>
                  <a:lnTo>
                    <a:pt x="114425" y="262509"/>
                  </a:lnTo>
                  <a:lnTo>
                    <a:pt x="114617" y="261980"/>
                  </a:lnTo>
                  <a:lnTo>
                    <a:pt x="114515" y="261802"/>
                  </a:lnTo>
                  <a:lnTo>
                    <a:pt x="114565" y="261238"/>
                  </a:lnTo>
                  <a:lnTo>
                    <a:pt x="114522" y="260858"/>
                  </a:lnTo>
                  <a:lnTo>
                    <a:pt x="114728" y="260639"/>
                  </a:lnTo>
                  <a:lnTo>
                    <a:pt x="114876" y="260357"/>
                  </a:lnTo>
                  <a:lnTo>
                    <a:pt x="114839" y="259871"/>
                  </a:lnTo>
                  <a:lnTo>
                    <a:pt x="114896" y="259663"/>
                  </a:lnTo>
                  <a:lnTo>
                    <a:pt x="115080" y="259342"/>
                  </a:lnTo>
                  <a:lnTo>
                    <a:pt x="115326" y="259100"/>
                  </a:lnTo>
                  <a:lnTo>
                    <a:pt x="115442" y="258951"/>
                  </a:lnTo>
                  <a:lnTo>
                    <a:pt x="115482" y="258476"/>
                  </a:lnTo>
                  <a:lnTo>
                    <a:pt x="115632" y="258065"/>
                  </a:lnTo>
                  <a:lnTo>
                    <a:pt x="115421" y="257389"/>
                  </a:lnTo>
                  <a:lnTo>
                    <a:pt x="115373" y="257043"/>
                  </a:lnTo>
                  <a:lnTo>
                    <a:pt x="115423" y="256600"/>
                  </a:lnTo>
                  <a:lnTo>
                    <a:pt x="115132" y="256358"/>
                  </a:lnTo>
                  <a:lnTo>
                    <a:pt x="115118" y="256132"/>
                  </a:lnTo>
                  <a:lnTo>
                    <a:pt x="115110" y="255829"/>
                  </a:lnTo>
                  <a:lnTo>
                    <a:pt x="114933" y="255632"/>
                  </a:lnTo>
                  <a:lnTo>
                    <a:pt x="114326" y="255470"/>
                  </a:lnTo>
                  <a:lnTo>
                    <a:pt x="114538" y="255227"/>
                  </a:lnTo>
                  <a:lnTo>
                    <a:pt x="114565" y="255008"/>
                  </a:lnTo>
                  <a:lnTo>
                    <a:pt x="114506" y="254757"/>
                  </a:lnTo>
                  <a:lnTo>
                    <a:pt x="114629" y="254546"/>
                  </a:lnTo>
                  <a:lnTo>
                    <a:pt x="115298" y="253904"/>
                  </a:lnTo>
                  <a:lnTo>
                    <a:pt x="115614" y="253959"/>
                  </a:lnTo>
                  <a:lnTo>
                    <a:pt x="115915" y="254320"/>
                  </a:lnTo>
                  <a:lnTo>
                    <a:pt x="116866" y="254657"/>
                  </a:lnTo>
                  <a:lnTo>
                    <a:pt x="117029" y="254533"/>
                  </a:lnTo>
                  <a:lnTo>
                    <a:pt x="117204" y="254368"/>
                  </a:lnTo>
                  <a:lnTo>
                    <a:pt x="118177" y="254658"/>
                  </a:lnTo>
                  <a:lnTo>
                    <a:pt x="118589" y="254604"/>
                  </a:lnTo>
                  <a:lnTo>
                    <a:pt x="118786" y="254313"/>
                  </a:lnTo>
                  <a:lnTo>
                    <a:pt x="118826" y="254167"/>
                  </a:lnTo>
                  <a:lnTo>
                    <a:pt x="118988" y="253258"/>
                  </a:lnTo>
                  <a:lnTo>
                    <a:pt x="119171" y="253036"/>
                  </a:lnTo>
                  <a:lnTo>
                    <a:pt x="119244" y="252769"/>
                  </a:lnTo>
                  <a:lnTo>
                    <a:pt x="119200" y="252557"/>
                  </a:lnTo>
                  <a:lnTo>
                    <a:pt x="119730" y="251571"/>
                  </a:lnTo>
                  <a:lnTo>
                    <a:pt x="119805" y="251323"/>
                  </a:lnTo>
                  <a:lnTo>
                    <a:pt x="119900" y="251182"/>
                  </a:lnTo>
                  <a:lnTo>
                    <a:pt x="119931" y="250955"/>
                  </a:lnTo>
                  <a:lnTo>
                    <a:pt x="119841" y="249828"/>
                  </a:lnTo>
                  <a:lnTo>
                    <a:pt x="119832" y="249623"/>
                  </a:lnTo>
                  <a:lnTo>
                    <a:pt x="119843" y="249490"/>
                  </a:lnTo>
                  <a:lnTo>
                    <a:pt x="119757" y="249109"/>
                  </a:lnTo>
                  <a:lnTo>
                    <a:pt x="120213" y="249020"/>
                  </a:lnTo>
                  <a:lnTo>
                    <a:pt x="120537" y="249092"/>
                  </a:lnTo>
                  <a:lnTo>
                    <a:pt x="120967" y="249040"/>
                  </a:lnTo>
                  <a:lnTo>
                    <a:pt x="121143" y="249590"/>
                  </a:lnTo>
                  <a:lnTo>
                    <a:pt x="121222" y="250370"/>
                  </a:lnTo>
                  <a:lnTo>
                    <a:pt x="121674" y="250671"/>
                  </a:lnTo>
                  <a:lnTo>
                    <a:pt x="121789" y="251116"/>
                  </a:lnTo>
                  <a:lnTo>
                    <a:pt x="122001" y="251379"/>
                  </a:lnTo>
                  <a:lnTo>
                    <a:pt x="122247" y="251465"/>
                  </a:lnTo>
                  <a:lnTo>
                    <a:pt x="122587" y="251870"/>
                  </a:lnTo>
                  <a:lnTo>
                    <a:pt x="123119" y="252206"/>
                  </a:lnTo>
                  <a:lnTo>
                    <a:pt x="123173" y="252511"/>
                  </a:lnTo>
                  <a:lnTo>
                    <a:pt x="123132" y="252954"/>
                  </a:lnTo>
                  <a:lnTo>
                    <a:pt x="123165" y="253257"/>
                  </a:lnTo>
                  <a:lnTo>
                    <a:pt x="123373" y="253722"/>
                  </a:lnTo>
                  <a:lnTo>
                    <a:pt x="123424" y="254234"/>
                  </a:lnTo>
                  <a:lnTo>
                    <a:pt x="123694" y="254533"/>
                  </a:lnTo>
                  <a:lnTo>
                    <a:pt x="124068" y="254752"/>
                  </a:lnTo>
                  <a:lnTo>
                    <a:pt x="124606" y="254829"/>
                  </a:lnTo>
                  <a:lnTo>
                    <a:pt x="124969" y="254745"/>
                  </a:lnTo>
                  <a:lnTo>
                    <a:pt x="125448" y="254800"/>
                  </a:lnTo>
                  <a:lnTo>
                    <a:pt x="125714" y="254738"/>
                  </a:lnTo>
                  <a:lnTo>
                    <a:pt x="126246" y="255184"/>
                  </a:lnTo>
                  <a:lnTo>
                    <a:pt x="126737" y="255267"/>
                  </a:lnTo>
                  <a:lnTo>
                    <a:pt x="127009" y="255185"/>
                  </a:lnTo>
                  <a:lnTo>
                    <a:pt x="127418" y="255454"/>
                  </a:lnTo>
                  <a:lnTo>
                    <a:pt x="127346" y="255877"/>
                  </a:lnTo>
                  <a:lnTo>
                    <a:pt x="127302" y="256043"/>
                  </a:lnTo>
                  <a:lnTo>
                    <a:pt x="127164" y="256372"/>
                  </a:lnTo>
                  <a:lnTo>
                    <a:pt x="127575" y="257020"/>
                  </a:lnTo>
                  <a:lnTo>
                    <a:pt x="127858" y="257139"/>
                  </a:lnTo>
                  <a:lnTo>
                    <a:pt x="128069" y="257227"/>
                  </a:lnTo>
                  <a:lnTo>
                    <a:pt x="128583" y="257203"/>
                  </a:lnTo>
                  <a:lnTo>
                    <a:pt x="128960" y="257300"/>
                  </a:lnTo>
                  <a:lnTo>
                    <a:pt x="129342" y="257730"/>
                  </a:lnTo>
                  <a:lnTo>
                    <a:pt x="129342" y="258133"/>
                  </a:lnTo>
                  <a:lnTo>
                    <a:pt x="129438" y="258427"/>
                  </a:lnTo>
                  <a:lnTo>
                    <a:pt x="129756" y="258819"/>
                  </a:lnTo>
                  <a:lnTo>
                    <a:pt x="130219" y="258711"/>
                  </a:lnTo>
                  <a:lnTo>
                    <a:pt x="130537" y="258882"/>
                  </a:lnTo>
                  <a:lnTo>
                    <a:pt x="130771" y="259227"/>
                  </a:lnTo>
                  <a:lnTo>
                    <a:pt x="130695" y="259469"/>
                  </a:lnTo>
                  <a:lnTo>
                    <a:pt x="130701" y="259791"/>
                  </a:lnTo>
                  <a:lnTo>
                    <a:pt x="131150" y="260227"/>
                  </a:lnTo>
                  <a:lnTo>
                    <a:pt x="131224" y="260650"/>
                  </a:lnTo>
                  <a:lnTo>
                    <a:pt x="131087" y="261275"/>
                  </a:lnTo>
                  <a:lnTo>
                    <a:pt x="131155" y="261512"/>
                  </a:lnTo>
                  <a:lnTo>
                    <a:pt x="131104" y="261671"/>
                  </a:lnTo>
                  <a:lnTo>
                    <a:pt x="131072" y="261834"/>
                  </a:lnTo>
                  <a:lnTo>
                    <a:pt x="131141" y="262433"/>
                  </a:lnTo>
                  <a:lnTo>
                    <a:pt x="131142" y="262907"/>
                  </a:lnTo>
                  <a:lnTo>
                    <a:pt x="131193" y="263305"/>
                  </a:lnTo>
                  <a:lnTo>
                    <a:pt x="131580" y="264380"/>
                  </a:lnTo>
                  <a:lnTo>
                    <a:pt x="131700" y="264692"/>
                  </a:lnTo>
                  <a:lnTo>
                    <a:pt x="131792" y="264863"/>
                  </a:lnTo>
                  <a:lnTo>
                    <a:pt x="131870" y="265003"/>
                  </a:lnTo>
                  <a:lnTo>
                    <a:pt x="131952" y="265450"/>
                  </a:lnTo>
                  <a:lnTo>
                    <a:pt x="132042" y="266047"/>
                  </a:lnTo>
                  <a:lnTo>
                    <a:pt x="132061" y="266551"/>
                  </a:lnTo>
                  <a:lnTo>
                    <a:pt x="131953" y="266868"/>
                  </a:lnTo>
                  <a:lnTo>
                    <a:pt x="131653" y="266922"/>
                  </a:lnTo>
                  <a:lnTo>
                    <a:pt x="131404" y="266907"/>
                  </a:lnTo>
                  <a:lnTo>
                    <a:pt x="131133" y="267243"/>
                  </a:lnTo>
                  <a:lnTo>
                    <a:pt x="131009" y="267746"/>
                  </a:lnTo>
                  <a:lnTo>
                    <a:pt x="130529" y="268220"/>
                  </a:lnTo>
                  <a:lnTo>
                    <a:pt x="130105" y="268654"/>
                  </a:lnTo>
                  <a:lnTo>
                    <a:pt x="129914" y="268652"/>
                  </a:lnTo>
                  <a:lnTo>
                    <a:pt x="129766" y="269407"/>
                  </a:lnTo>
                  <a:lnTo>
                    <a:pt x="130100" y="269600"/>
                  </a:lnTo>
                  <a:lnTo>
                    <a:pt x="130484" y="269902"/>
                  </a:lnTo>
                  <a:lnTo>
                    <a:pt x="130654" y="270149"/>
                  </a:lnTo>
                  <a:lnTo>
                    <a:pt x="130875" y="270800"/>
                  </a:lnTo>
                  <a:lnTo>
                    <a:pt x="131155" y="270901"/>
                  </a:lnTo>
                  <a:lnTo>
                    <a:pt x="131826" y="271377"/>
                  </a:lnTo>
                  <a:lnTo>
                    <a:pt x="132095" y="271341"/>
                  </a:lnTo>
                  <a:lnTo>
                    <a:pt x="132266" y="271213"/>
                  </a:lnTo>
                  <a:lnTo>
                    <a:pt x="132668" y="271218"/>
                  </a:lnTo>
                  <a:lnTo>
                    <a:pt x="133349" y="271473"/>
                  </a:lnTo>
                  <a:lnTo>
                    <a:pt x="133749" y="271646"/>
                  </a:lnTo>
                  <a:lnTo>
                    <a:pt x="134545" y="271427"/>
                  </a:lnTo>
                  <a:lnTo>
                    <a:pt x="134666" y="271770"/>
                  </a:lnTo>
                  <a:lnTo>
                    <a:pt x="134925" y="272458"/>
                  </a:lnTo>
                  <a:lnTo>
                    <a:pt x="135379" y="272689"/>
                  </a:lnTo>
                  <a:lnTo>
                    <a:pt x="135681" y="272210"/>
                  </a:lnTo>
                  <a:lnTo>
                    <a:pt x="136098" y="271591"/>
                  </a:lnTo>
                  <a:lnTo>
                    <a:pt x="136073" y="271438"/>
                  </a:lnTo>
                  <a:lnTo>
                    <a:pt x="136208" y="271063"/>
                  </a:lnTo>
                  <a:lnTo>
                    <a:pt x="136304" y="270849"/>
                  </a:lnTo>
                  <a:lnTo>
                    <a:pt x="136536" y="270177"/>
                  </a:lnTo>
                  <a:lnTo>
                    <a:pt x="136486" y="269373"/>
                  </a:lnTo>
                  <a:lnTo>
                    <a:pt x="136391" y="269208"/>
                  </a:lnTo>
                  <a:lnTo>
                    <a:pt x="136479" y="268409"/>
                  </a:lnTo>
                  <a:lnTo>
                    <a:pt x="136491" y="267943"/>
                  </a:lnTo>
                  <a:lnTo>
                    <a:pt x="136591" y="267815"/>
                  </a:lnTo>
                  <a:lnTo>
                    <a:pt x="136687" y="267599"/>
                  </a:lnTo>
                  <a:lnTo>
                    <a:pt x="136742" y="267443"/>
                  </a:lnTo>
                  <a:lnTo>
                    <a:pt x="136793" y="267265"/>
                  </a:lnTo>
                  <a:lnTo>
                    <a:pt x="136890" y="266759"/>
                  </a:lnTo>
                  <a:lnTo>
                    <a:pt x="137202" y="266495"/>
                  </a:lnTo>
                  <a:lnTo>
                    <a:pt x="137505" y="266490"/>
                  </a:lnTo>
                  <a:lnTo>
                    <a:pt x="137907" y="266060"/>
                  </a:lnTo>
                  <a:lnTo>
                    <a:pt x="137825" y="265810"/>
                  </a:lnTo>
                  <a:lnTo>
                    <a:pt x="138261" y="265497"/>
                  </a:lnTo>
                  <a:lnTo>
                    <a:pt x="138439" y="265595"/>
                  </a:lnTo>
                  <a:lnTo>
                    <a:pt x="138862" y="265822"/>
                  </a:lnTo>
                  <a:lnTo>
                    <a:pt x="139354" y="265922"/>
                  </a:lnTo>
                  <a:lnTo>
                    <a:pt x="139573" y="265959"/>
                  </a:lnTo>
                  <a:lnTo>
                    <a:pt x="139754" y="266075"/>
                  </a:lnTo>
                  <a:lnTo>
                    <a:pt x="140064" y="266208"/>
                  </a:lnTo>
                  <a:lnTo>
                    <a:pt x="140861" y="266281"/>
                  </a:lnTo>
                  <a:lnTo>
                    <a:pt x="141505" y="266708"/>
                  </a:lnTo>
                  <a:lnTo>
                    <a:pt x="142098" y="266238"/>
                  </a:lnTo>
                  <a:lnTo>
                    <a:pt x="142340" y="266117"/>
                  </a:lnTo>
                  <a:lnTo>
                    <a:pt x="142609" y="265961"/>
                  </a:lnTo>
                  <a:lnTo>
                    <a:pt x="143224" y="265369"/>
                  </a:lnTo>
                  <a:lnTo>
                    <a:pt x="143525" y="265280"/>
                  </a:lnTo>
                  <a:lnTo>
                    <a:pt x="143766" y="265215"/>
                  </a:lnTo>
                  <a:lnTo>
                    <a:pt x="144320" y="264803"/>
                  </a:lnTo>
                  <a:lnTo>
                    <a:pt x="144492" y="265059"/>
                  </a:lnTo>
                  <a:lnTo>
                    <a:pt x="144574" y="265257"/>
                  </a:lnTo>
                  <a:lnTo>
                    <a:pt x="144762" y="265421"/>
                  </a:lnTo>
                  <a:lnTo>
                    <a:pt x="144422" y="265670"/>
                  </a:lnTo>
                  <a:lnTo>
                    <a:pt x="144216" y="266060"/>
                  </a:lnTo>
                  <a:lnTo>
                    <a:pt x="144148" y="266386"/>
                  </a:lnTo>
                  <a:lnTo>
                    <a:pt x="143888" y="266933"/>
                  </a:lnTo>
                  <a:lnTo>
                    <a:pt x="143791" y="267065"/>
                  </a:lnTo>
                  <a:lnTo>
                    <a:pt x="143441" y="267628"/>
                  </a:lnTo>
                  <a:lnTo>
                    <a:pt x="143748" y="267944"/>
                  </a:lnTo>
                  <a:lnTo>
                    <a:pt x="144266" y="267472"/>
                  </a:lnTo>
                  <a:lnTo>
                    <a:pt x="144471" y="267098"/>
                  </a:lnTo>
                  <a:lnTo>
                    <a:pt x="144655" y="266910"/>
                  </a:lnTo>
                  <a:lnTo>
                    <a:pt x="144825" y="266692"/>
                  </a:lnTo>
                  <a:lnTo>
                    <a:pt x="145469" y="266034"/>
                  </a:lnTo>
                  <a:lnTo>
                    <a:pt x="145858" y="266351"/>
                  </a:lnTo>
                  <a:lnTo>
                    <a:pt x="145842" y="266492"/>
                  </a:lnTo>
                  <a:lnTo>
                    <a:pt x="146271" y="266917"/>
                  </a:lnTo>
                  <a:lnTo>
                    <a:pt x="146338" y="267133"/>
                  </a:lnTo>
                  <a:lnTo>
                    <a:pt x="146589" y="267944"/>
                  </a:lnTo>
                  <a:lnTo>
                    <a:pt x="146950" y="267935"/>
                  </a:lnTo>
                  <a:lnTo>
                    <a:pt x="147254" y="267636"/>
                  </a:lnTo>
                  <a:lnTo>
                    <a:pt x="147891" y="268120"/>
                  </a:lnTo>
                  <a:lnTo>
                    <a:pt x="147971" y="268652"/>
                  </a:lnTo>
                  <a:lnTo>
                    <a:pt x="148142" y="269229"/>
                  </a:lnTo>
                  <a:lnTo>
                    <a:pt x="148510" y="269461"/>
                  </a:lnTo>
                  <a:lnTo>
                    <a:pt x="148791" y="269745"/>
                  </a:lnTo>
                  <a:lnTo>
                    <a:pt x="148950" y="269985"/>
                  </a:lnTo>
                  <a:lnTo>
                    <a:pt x="149121" y="270029"/>
                  </a:lnTo>
                  <a:lnTo>
                    <a:pt x="149411" y="270584"/>
                  </a:lnTo>
                  <a:lnTo>
                    <a:pt x="149701" y="270973"/>
                  </a:lnTo>
                  <a:lnTo>
                    <a:pt x="150004" y="271467"/>
                  </a:lnTo>
                  <a:lnTo>
                    <a:pt x="149661" y="271621"/>
                  </a:lnTo>
                  <a:lnTo>
                    <a:pt x="149447" y="271594"/>
                  </a:lnTo>
                  <a:lnTo>
                    <a:pt x="149583" y="271809"/>
                  </a:lnTo>
                  <a:lnTo>
                    <a:pt x="149785" y="271879"/>
                  </a:lnTo>
                  <a:lnTo>
                    <a:pt x="149922" y="272214"/>
                  </a:lnTo>
                  <a:lnTo>
                    <a:pt x="149602" y="272395"/>
                  </a:lnTo>
                  <a:lnTo>
                    <a:pt x="149767" y="272565"/>
                  </a:lnTo>
                  <a:lnTo>
                    <a:pt x="150014" y="272471"/>
                  </a:lnTo>
                  <a:lnTo>
                    <a:pt x="150463" y="272496"/>
                  </a:lnTo>
                  <a:lnTo>
                    <a:pt x="150595" y="272695"/>
                  </a:lnTo>
                  <a:lnTo>
                    <a:pt x="150729" y="272898"/>
                  </a:lnTo>
                  <a:lnTo>
                    <a:pt x="150609" y="273618"/>
                  </a:lnTo>
                  <a:lnTo>
                    <a:pt x="150742" y="273467"/>
                  </a:lnTo>
                  <a:lnTo>
                    <a:pt x="151089" y="273523"/>
                  </a:lnTo>
                  <a:lnTo>
                    <a:pt x="150942" y="273626"/>
                  </a:lnTo>
                  <a:lnTo>
                    <a:pt x="151065" y="274046"/>
                  </a:lnTo>
                  <a:lnTo>
                    <a:pt x="151214" y="274068"/>
                  </a:lnTo>
                  <a:lnTo>
                    <a:pt x="151395" y="274181"/>
                  </a:lnTo>
                  <a:lnTo>
                    <a:pt x="151298" y="274381"/>
                  </a:lnTo>
                  <a:lnTo>
                    <a:pt x="151287" y="274535"/>
                  </a:lnTo>
                  <a:lnTo>
                    <a:pt x="151463" y="274687"/>
                  </a:lnTo>
                  <a:lnTo>
                    <a:pt x="151706" y="274631"/>
                  </a:lnTo>
                  <a:lnTo>
                    <a:pt x="151826" y="274772"/>
                  </a:lnTo>
                  <a:lnTo>
                    <a:pt x="152095" y="274842"/>
                  </a:lnTo>
                  <a:lnTo>
                    <a:pt x="152673" y="275047"/>
                  </a:lnTo>
                  <a:lnTo>
                    <a:pt x="152847" y="275239"/>
                  </a:lnTo>
                  <a:lnTo>
                    <a:pt x="152666" y="275525"/>
                  </a:lnTo>
                  <a:lnTo>
                    <a:pt x="153009" y="275509"/>
                  </a:lnTo>
                  <a:lnTo>
                    <a:pt x="153465" y="275343"/>
                  </a:lnTo>
                  <a:lnTo>
                    <a:pt x="153512" y="275706"/>
                  </a:lnTo>
                  <a:lnTo>
                    <a:pt x="153681" y="275690"/>
                  </a:lnTo>
                  <a:lnTo>
                    <a:pt x="154125" y="275621"/>
                  </a:lnTo>
                  <a:lnTo>
                    <a:pt x="154114" y="275975"/>
                  </a:lnTo>
                  <a:lnTo>
                    <a:pt x="154756" y="276085"/>
                  </a:lnTo>
                  <a:lnTo>
                    <a:pt x="155114" y="276275"/>
                  </a:lnTo>
                  <a:lnTo>
                    <a:pt x="155547" y="276617"/>
                  </a:lnTo>
                  <a:lnTo>
                    <a:pt x="155710" y="276584"/>
                  </a:lnTo>
                  <a:lnTo>
                    <a:pt x="155880" y="276633"/>
                  </a:lnTo>
                  <a:lnTo>
                    <a:pt x="156110" y="276859"/>
                  </a:lnTo>
                  <a:lnTo>
                    <a:pt x="156174" y="277061"/>
                  </a:lnTo>
                  <a:lnTo>
                    <a:pt x="157147" y="277182"/>
                  </a:lnTo>
                  <a:lnTo>
                    <a:pt x="157271" y="277112"/>
                  </a:lnTo>
                  <a:lnTo>
                    <a:pt x="157213" y="276960"/>
                  </a:lnTo>
                  <a:lnTo>
                    <a:pt x="157027" y="276514"/>
                  </a:lnTo>
                  <a:lnTo>
                    <a:pt x="156678" y="275806"/>
                  </a:lnTo>
                  <a:lnTo>
                    <a:pt x="156762" y="275504"/>
                  </a:lnTo>
                  <a:lnTo>
                    <a:pt x="156792" y="275274"/>
                  </a:lnTo>
                  <a:lnTo>
                    <a:pt x="156812" y="274921"/>
                  </a:lnTo>
                  <a:lnTo>
                    <a:pt x="156820" y="274465"/>
                  </a:lnTo>
                  <a:lnTo>
                    <a:pt x="156861" y="273974"/>
                  </a:lnTo>
                  <a:lnTo>
                    <a:pt x="156846" y="273666"/>
                  </a:lnTo>
                  <a:lnTo>
                    <a:pt x="156711" y="273231"/>
                  </a:lnTo>
                  <a:lnTo>
                    <a:pt x="156766" y="272617"/>
                  </a:lnTo>
                  <a:lnTo>
                    <a:pt x="156895" y="272173"/>
                  </a:lnTo>
                  <a:lnTo>
                    <a:pt x="156956" y="272039"/>
                  </a:lnTo>
                  <a:lnTo>
                    <a:pt x="157046" y="271840"/>
                  </a:lnTo>
                  <a:lnTo>
                    <a:pt x="157335" y="271528"/>
                  </a:lnTo>
                  <a:lnTo>
                    <a:pt x="157614" y="271593"/>
                  </a:lnTo>
                  <a:lnTo>
                    <a:pt x="158139" y="271922"/>
                  </a:lnTo>
                  <a:lnTo>
                    <a:pt x="158686" y="272340"/>
                  </a:lnTo>
                  <a:lnTo>
                    <a:pt x="158858" y="272440"/>
                  </a:lnTo>
                  <a:lnTo>
                    <a:pt x="159262" y="272448"/>
                  </a:lnTo>
                  <a:lnTo>
                    <a:pt x="159517" y="272230"/>
                  </a:lnTo>
                  <a:lnTo>
                    <a:pt x="159643" y="271835"/>
                  </a:lnTo>
                  <a:lnTo>
                    <a:pt x="159429" y="271540"/>
                  </a:lnTo>
                  <a:lnTo>
                    <a:pt x="159332" y="271305"/>
                  </a:lnTo>
                  <a:lnTo>
                    <a:pt x="159347" y="271172"/>
                  </a:lnTo>
                  <a:lnTo>
                    <a:pt x="159289" y="270749"/>
                  </a:lnTo>
                  <a:lnTo>
                    <a:pt x="159069" y="270348"/>
                  </a:lnTo>
                  <a:lnTo>
                    <a:pt x="158813" y="270005"/>
                  </a:lnTo>
                  <a:lnTo>
                    <a:pt x="158493" y="269669"/>
                  </a:lnTo>
                  <a:lnTo>
                    <a:pt x="157986" y="268938"/>
                  </a:lnTo>
                  <a:lnTo>
                    <a:pt x="158757" y="268939"/>
                  </a:lnTo>
                  <a:lnTo>
                    <a:pt x="159159" y="269121"/>
                  </a:lnTo>
                  <a:lnTo>
                    <a:pt x="159388" y="269463"/>
                  </a:lnTo>
                  <a:lnTo>
                    <a:pt x="159710" y="269634"/>
                  </a:lnTo>
                  <a:lnTo>
                    <a:pt x="160110" y="269904"/>
                  </a:lnTo>
                  <a:lnTo>
                    <a:pt x="160488" y="270028"/>
                  </a:lnTo>
                  <a:lnTo>
                    <a:pt x="161526" y="270077"/>
                  </a:lnTo>
                  <a:lnTo>
                    <a:pt x="161940" y="269722"/>
                  </a:lnTo>
                  <a:lnTo>
                    <a:pt x="161977" y="270559"/>
                  </a:lnTo>
                  <a:lnTo>
                    <a:pt x="162256" y="270903"/>
                  </a:lnTo>
                  <a:lnTo>
                    <a:pt x="162673" y="270938"/>
                  </a:lnTo>
                  <a:lnTo>
                    <a:pt x="162800" y="270785"/>
                  </a:lnTo>
                  <a:lnTo>
                    <a:pt x="163054" y="270438"/>
                  </a:lnTo>
                  <a:lnTo>
                    <a:pt x="163549" y="270282"/>
                  </a:lnTo>
                  <a:lnTo>
                    <a:pt x="163797" y="270558"/>
                  </a:lnTo>
                  <a:lnTo>
                    <a:pt x="164396" y="270647"/>
                  </a:lnTo>
                  <a:lnTo>
                    <a:pt x="164773" y="270545"/>
                  </a:lnTo>
                  <a:lnTo>
                    <a:pt x="165093" y="270423"/>
                  </a:lnTo>
                  <a:lnTo>
                    <a:pt x="165996" y="270890"/>
                  </a:lnTo>
                  <a:lnTo>
                    <a:pt x="166629" y="271019"/>
                  </a:lnTo>
                  <a:lnTo>
                    <a:pt x="166912" y="271362"/>
                  </a:lnTo>
                  <a:lnTo>
                    <a:pt x="167172" y="271241"/>
                  </a:lnTo>
                  <a:lnTo>
                    <a:pt x="167663" y="271295"/>
                  </a:lnTo>
                  <a:lnTo>
                    <a:pt x="167756" y="271545"/>
                  </a:lnTo>
                  <a:lnTo>
                    <a:pt x="167834" y="271779"/>
                  </a:lnTo>
                  <a:lnTo>
                    <a:pt x="167961" y="272057"/>
                  </a:lnTo>
                  <a:lnTo>
                    <a:pt x="168585" y="272003"/>
                  </a:lnTo>
                  <a:lnTo>
                    <a:pt x="169049" y="272270"/>
                  </a:lnTo>
                  <a:lnTo>
                    <a:pt x="169191" y="272379"/>
                  </a:lnTo>
                  <a:lnTo>
                    <a:pt x="169520" y="273073"/>
                  </a:lnTo>
                  <a:lnTo>
                    <a:pt x="169757" y="272965"/>
                  </a:lnTo>
                  <a:lnTo>
                    <a:pt x="169895" y="272808"/>
                  </a:lnTo>
                  <a:lnTo>
                    <a:pt x="170240" y="272517"/>
                  </a:lnTo>
                  <a:lnTo>
                    <a:pt x="170634" y="272189"/>
                  </a:lnTo>
                  <a:lnTo>
                    <a:pt x="170959" y="271949"/>
                  </a:lnTo>
                  <a:lnTo>
                    <a:pt x="171643" y="271790"/>
                  </a:lnTo>
                  <a:lnTo>
                    <a:pt x="171845" y="271715"/>
                  </a:lnTo>
                  <a:lnTo>
                    <a:pt x="172439" y="271653"/>
                  </a:lnTo>
                  <a:lnTo>
                    <a:pt x="173058" y="271238"/>
                  </a:lnTo>
                  <a:lnTo>
                    <a:pt x="173657" y="270899"/>
                  </a:lnTo>
                  <a:lnTo>
                    <a:pt x="173847" y="270690"/>
                  </a:lnTo>
                  <a:lnTo>
                    <a:pt x="174118" y="270241"/>
                  </a:lnTo>
                  <a:lnTo>
                    <a:pt x="174620" y="269756"/>
                  </a:lnTo>
                  <a:lnTo>
                    <a:pt x="175415" y="269117"/>
                  </a:lnTo>
                  <a:lnTo>
                    <a:pt x="175864" y="268868"/>
                  </a:lnTo>
                  <a:lnTo>
                    <a:pt x="176111" y="268852"/>
                  </a:lnTo>
                  <a:lnTo>
                    <a:pt x="176309" y="268698"/>
                  </a:lnTo>
                  <a:lnTo>
                    <a:pt x="176607" y="268925"/>
                  </a:lnTo>
                  <a:lnTo>
                    <a:pt x="176834" y="269191"/>
                  </a:lnTo>
                  <a:lnTo>
                    <a:pt x="177254" y="269370"/>
                  </a:lnTo>
                  <a:lnTo>
                    <a:pt x="177702" y="269490"/>
                  </a:lnTo>
                  <a:lnTo>
                    <a:pt x="178238" y="269286"/>
                  </a:lnTo>
                  <a:lnTo>
                    <a:pt x="178295" y="269544"/>
                  </a:lnTo>
                  <a:lnTo>
                    <a:pt x="178213" y="269798"/>
                  </a:lnTo>
                  <a:lnTo>
                    <a:pt x="178062" y="270162"/>
                  </a:lnTo>
                  <a:lnTo>
                    <a:pt x="178312" y="271215"/>
                  </a:lnTo>
                  <a:lnTo>
                    <a:pt x="178790" y="271198"/>
                  </a:lnTo>
                  <a:lnTo>
                    <a:pt x="178468" y="270928"/>
                  </a:lnTo>
                  <a:lnTo>
                    <a:pt x="178519" y="270453"/>
                  </a:lnTo>
                  <a:lnTo>
                    <a:pt x="178616" y="270192"/>
                  </a:lnTo>
                  <a:lnTo>
                    <a:pt x="179215" y="269825"/>
                  </a:lnTo>
                  <a:lnTo>
                    <a:pt x="179632" y="269810"/>
                  </a:lnTo>
                  <a:lnTo>
                    <a:pt x="179781" y="269862"/>
                  </a:lnTo>
                  <a:lnTo>
                    <a:pt x="179929" y="269919"/>
                  </a:lnTo>
                  <a:lnTo>
                    <a:pt x="180415" y="269874"/>
                  </a:lnTo>
                  <a:lnTo>
                    <a:pt x="180949" y="269147"/>
                  </a:lnTo>
                  <a:lnTo>
                    <a:pt x="181331" y="268720"/>
                  </a:lnTo>
                  <a:lnTo>
                    <a:pt x="181607" y="268674"/>
                  </a:lnTo>
                  <a:lnTo>
                    <a:pt x="181783" y="268582"/>
                  </a:lnTo>
                  <a:lnTo>
                    <a:pt x="182123" y="268381"/>
                  </a:lnTo>
                  <a:lnTo>
                    <a:pt x="182455" y="267856"/>
                  </a:lnTo>
                  <a:lnTo>
                    <a:pt x="182566" y="267506"/>
                  </a:lnTo>
                  <a:lnTo>
                    <a:pt x="182612" y="267346"/>
                  </a:lnTo>
                  <a:lnTo>
                    <a:pt x="182977" y="267137"/>
                  </a:lnTo>
                  <a:lnTo>
                    <a:pt x="183412" y="266535"/>
                  </a:lnTo>
                  <a:lnTo>
                    <a:pt x="183537" y="266069"/>
                  </a:lnTo>
                  <a:lnTo>
                    <a:pt x="183592" y="265824"/>
                  </a:lnTo>
                  <a:lnTo>
                    <a:pt x="183593" y="265291"/>
                  </a:lnTo>
                  <a:lnTo>
                    <a:pt x="183577" y="265133"/>
                  </a:lnTo>
                  <a:lnTo>
                    <a:pt x="183713" y="264681"/>
                  </a:lnTo>
                  <a:lnTo>
                    <a:pt x="183660" y="264223"/>
                  </a:lnTo>
                  <a:lnTo>
                    <a:pt x="183480" y="263920"/>
                  </a:lnTo>
                  <a:lnTo>
                    <a:pt x="183543" y="263792"/>
                  </a:lnTo>
                  <a:lnTo>
                    <a:pt x="183724" y="263505"/>
                  </a:lnTo>
                  <a:lnTo>
                    <a:pt x="183971" y="263339"/>
                  </a:lnTo>
                  <a:lnTo>
                    <a:pt x="183757" y="262832"/>
                  </a:lnTo>
                  <a:lnTo>
                    <a:pt x="183767" y="262321"/>
                  </a:lnTo>
                  <a:lnTo>
                    <a:pt x="183819" y="262181"/>
                  </a:lnTo>
                  <a:lnTo>
                    <a:pt x="183884" y="261998"/>
                  </a:lnTo>
                  <a:lnTo>
                    <a:pt x="183938" y="261843"/>
                  </a:lnTo>
                  <a:lnTo>
                    <a:pt x="183971" y="261652"/>
                  </a:lnTo>
                  <a:lnTo>
                    <a:pt x="184005" y="261319"/>
                  </a:lnTo>
                  <a:lnTo>
                    <a:pt x="184082" y="261098"/>
                  </a:lnTo>
                  <a:lnTo>
                    <a:pt x="184097" y="260769"/>
                  </a:lnTo>
                  <a:lnTo>
                    <a:pt x="183481" y="260317"/>
                  </a:lnTo>
                  <a:lnTo>
                    <a:pt x="183340" y="260056"/>
                  </a:lnTo>
                  <a:lnTo>
                    <a:pt x="183412" y="259854"/>
                  </a:lnTo>
                  <a:lnTo>
                    <a:pt x="183492" y="259566"/>
                  </a:lnTo>
                  <a:lnTo>
                    <a:pt x="183195" y="258886"/>
                  </a:lnTo>
                  <a:lnTo>
                    <a:pt x="182992" y="258817"/>
                  </a:lnTo>
                  <a:lnTo>
                    <a:pt x="182472" y="258458"/>
                  </a:lnTo>
                  <a:lnTo>
                    <a:pt x="182258" y="258184"/>
                  </a:lnTo>
                  <a:lnTo>
                    <a:pt x="181692" y="257845"/>
                  </a:lnTo>
                  <a:lnTo>
                    <a:pt x="181631" y="257709"/>
                  </a:lnTo>
                  <a:lnTo>
                    <a:pt x="180560" y="256878"/>
                  </a:lnTo>
                  <a:lnTo>
                    <a:pt x="180251" y="256846"/>
                  </a:lnTo>
                  <a:lnTo>
                    <a:pt x="179556" y="256790"/>
                  </a:lnTo>
                  <a:lnTo>
                    <a:pt x="179179" y="256831"/>
                  </a:lnTo>
                  <a:lnTo>
                    <a:pt x="178739" y="256152"/>
                  </a:lnTo>
                  <a:lnTo>
                    <a:pt x="179035" y="255251"/>
                  </a:lnTo>
                  <a:lnTo>
                    <a:pt x="178923" y="254945"/>
                  </a:lnTo>
                  <a:lnTo>
                    <a:pt x="179103" y="254646"/>
                  </a:lnTo>
                  <a:lnTo>
                    <a:pt x="179230" y="254188"/>
                  </a:lnTo>
                  <a:lnTo>
                    <a:pt x="179126" y="253841"/>
                  </a:lnTo>
                  <a:lnTo>
                    <a:pt x="179153" y="253510"/>
                  </a:lnTo>
                  <a:lnTo>
                    <a:pt x="179173" y="253367"/>
                  </a:lnTo>
                  <a:lnTo>
                    <a:pt x="179125" y="253113"/>
                  </a:lnTo>
                  <a:lnTo>
                    <a:pt x="178933" y="252469"/>
                  </a:lnTo>
                  <a:lnTo>
                    <a:pt x="179053" y="252128"/>
                  </a:lnTo>
                  <a:lnTo>
                    <a:pt x="179255" y="252149"/>
                  </a:lnTo>
                  <a:lnTo>
                    <a:pt x="179483" y="252239"/>
                  </a:lnTo>
                  <a:lnTo>
                    <a:pt x="180645" y="252478"/>
                  </a:lnTo>
                  <a:lnTo>
                    <a:pt x="181029" y="252480"/>
                  </a:lnTo>
                  <a:lnTo>
                    <a:pt x="181424" y="252392"/>
                  </a:lnTo>
                  <a:lnTo>
                    <a:pt x="181649" y="252261"/>
                  </a:lnTo>
                  <a:lnTo>
                    <a:pt x="181293" y="251551"/>
                  </a:lnTo>
                  <a:lnTo>
                    <a:pt x="181192" y="251362"/>
                  </a:lnTo>
                  <a:lnTo>
                    <a:pt x="181092" y="250483"/>
                  </a:lnTo>
                  <a:lnTo>
                    <a:pt x="181534" y="250116"/>
                  </a:lnTo>
                  <a:lnTo>
                    <a:pt x="181513" y="249891"/>
                  </a:lnTo>
                  <a:lnTo>
                    <a:pt x="181490" y="249755"/>
                  </a:lnTo>
                  <a:lnTo>
                    <a:pt x="181620" y="249317"/>
                  </a:lnTo>
                  <a:lnTo>
                    <a:pt x="181347" y="249066"/>
                  </a:lnTo>
                  <a:lnTo>
                    <a:pt x="181028" y="249105"/>
                  </a:lnTo>
                  <a:lnTo>
                    <a:pt x="180941" y="248780"/>
                  </a:lnTo>
                  <a:lnTo>
                    <a:pt x="180314" y="248548"/>
                  </a:lnTo>
                  <a:lnTo>
                    <a:pt x="180124" y="248552"/>
                  </a:lnTo>
                  <a:lnTo>
                    <a:pt x="179769" y="248272"/>
                  </a:lnTo>
                  <a:lnTo>
                    <a:pt x="179830" y="247729"/>
                  </a:lnTo>
                  <a:lnTo>
                    <a:pt x="179631" y="247199"/>
                  </a:lnTo>
                  <a:lnTo>
                    <a:pt x="179647" y="246977"/>
                  </a:lnTo>
                  <a:lnTo>
                    <a:pt x="180303" y="246529"/>
                  </a:lnTo>
                  <a:lnTo>
                    <a:pt x="180474" y="246501"/>
                  </a:lnTo>
                  <a:lnTo>
                    <a:pt x="180890" y="246063"/>
                  </a:lnTo>
                  <a:lnTo>
                    <a:pt x="180837" y="245723"/>
                  </a:lnTo>
                  <a:lnTo>
                    <a:pt x="180775" y="245494"/>
                  </a:lnTo>
                  <a:lnTo>
                    <a:pt x="180260" y="245013"/>
                  </a:lnTo>
                  <a:lnTo>
                    <a:pt x="180110" y="244521"/>
                  </a:lnTo>
                  <a:lnTo>
                    <a:pt x="180251" y="244314"/>
                  </a:lnTo>
                  <a:lnTo>
                    <a:pt x="180266" y="244039"/>
                  </a:lnTo>
                  <a:lnTo>
                    <a:pt x="180357" y="243899"/>
                  </a:lnTo>
                  <a:lnTo>
                    <a:pt x="180354" y="243603"/>
                  </a:lnTo>
                  <a:lnTo>
                    <a:pt x="180213" y="243500"/>
                  </a:lnTo>
                  <a:lnTo>
                    <a:pt x="180072" y="243455"/>
                  </a:lnTo>
                  <a:lnTo>
                    <a:pt x="179938" y="243471"/>
                  </a:lnTo>
                  <a:lnTo>
                    <a:pt x="179703" y="243467"/>
                  </a:lnTo>
                  <a:lnTo>
                    <a:pt x="179693" y="243162"/>
                  </a:lnTo>
                  <a:lnTo>
                    <a:pt x="179189" y="242718"/>
                  </a:lnTo>
                  <a:lnTo>
                    <a:pt x="179038" y="242473"/>
                  </a:lnTo>
                  <a:lnTo>
                    <a:pt x="179385" y="241661"/>
                  </a:lnTo>
                  <a:lnTo>
                    <a:pt x="179383" y="241473"/>
                  </a:lnTo>
                  <a:lnTo>
                    <a:pt x="179083" y="241449"/>
                  </a:lnTo>
                  <a:lnTo>
                    <a:pt x="178905" y="241480"/>
                  </a:lnTo>
                  <a:lnTo>
                    <a:pt x="178620" y="241450"/>
                  </a:lnTo>
                  <a:lnTo>
                    <a:pt x="178422" y="240997"/>
                  </a:lnTo>
                  <a:lnTo>
                    <a:pt x="178683" y="240697"/>
                  </a:lnTo>
                  <a:lnTo>
                    <a:pt x="178816" y="240080"/>
                  </a:lnTo>
                  <a:lnTo>
                    <a:pt x="179311" y="239441"/>
                  </a:lnTo>
                  <a:lnTo>
                    <a:pt x="179692" y="239163"/>
                  </a:lnTo>
                  <a:lnTo>
                    <a:pt x="179799" y="238977"/>
                  </a:lnTo>
                  <a:lnTo>
                    <a:pt x="180220" y="238992"/>
                  </a:lnTo>
                  <a:lnTo>
                    <a:pt x="180310" y="238232"/>
                  </a:lnTo>
                  <a:lnTo>
                    <a:pt x="180843" y="238290"/>
                  </a:lnTo>
                  <a:lnTo>
                    <a:pt x="180989" y="238247"/>
                  </a:lnTo>
                  <a:lnTo>
                    <a:pt x="181009" y="238054"/>
                  </a:lnTo>
                  <a:lnTo>
                    <a:pt x="180991" y="237919"/>
                  </a:lnTo>
                  <a:lnTo>
                    <a:pt x="180980" y="237636"/>
                  </a:lnTo>
                  <a:lnTo>
                    <a:pt x="181192" y="237410"/>
                  </a:lnTo>
                  <a:lnTo>
                    <a:pt x="181387" y="237295"/>
                  </a:lnTo>
                  <a:lnTo>
                    <a:pt x="181608" y="237052"/>
                  </a:lnTo>
                  <a:lnTo>
                    <a:pt x="181948" y="237043"/>
                  </a:lnTo>
                  <a:lnTo>
                    <a:pt x="182575" y="237600"/>
                  </a:lnTo>
                  <a:lnTo>
                    <a:pt x="182653" y="237840"/>
                  </a:lnTo>
                  <a:lnTo>
                    <a:pt x="183181" y="237654"/>
                  </a:lnTo>
                  <a:lnTo>
                    <a:pt x="183750" y="237136"/>
                  </a:lnTo>
                  <a:lnTo>
                    <a:pt x="183996" y="237207"/>
                  </a:lnTo>
                  <a:lnTo>
                    <a:pt x="184524" y="237446"/>
                  </a:lnTo>
                  <a:lnTo>
                    <a:pt x="184783" y="237448"/>
                  </a:lnTo>
                  <a:lnTo>
                    <a:pt x="185113" y="237411"/>
                  </a:lnTo>
                  <a:lnTo>
                    <a:pt x="185477" y="237330"/>
                  </a:lnTo>
                  <a:lnTo>
                    <a:pt x="186020" y="237333"/>
                  </a:lnTo>
                  <a:lnTo>
                    <a:pt x="186240" y="237344"/>
                  </a:lnTo>
                  <a:lnTo>
                    <a:pt x="186470" y="237350"/>
                  </a:lnTo>
                  <a:lnTo>
                    <a:pt x="186968" y="237508"/>
                  </a:lnTo>
                  <a:lnTo>
                    <a:pt x="187239" y="237735"/>
                  </a:lnTo>
                  <a:lnTo>
                    <a:pt x="187442" y="238098"/>
                  </a:lnTo>
                  <a:lnTo>
                    <a:pt x="187625" y="238431"/>
                  </a:lnTo>
                  <a:lnTo>
                    <a:pt x="188479" y="238923"/>
                  </a:lnTo>
                  <a:lnTo>
                    <a:pt x="188401" y="239210"/>
                  </a:lnTo>
                  <a:lnTo>
                    <a:pt x="188934" y="239904"/>
                  </a:lnTo>
                  <a:lnTo>
                    <a:pt x="189205" y="240440"/>
                  </a:lnTo>
                  <a:lnTo>
                    <a:pt x="189283" y="240717"/>
                  </a:lnTo>
                  <a:lnTo>
                    <a:pt x="189513" y="240871"/>
                  </a:lnTo>
                  <a:lnTo>
                    <a:pt x="189828" y="241191"/>
                  </a:lnTo>
                  <a:lnTo>
                    <a:pt x="189771" y="241602"/>
                  </a:lnTo>
                  <a:lnTo>
                    <a:pt x="190052" y="242005"/>
                  </a:lnTo>
                  <a:lnTo>
                    <a:pt x="190096" y="242224"/>
                  </a:lnTo>
                  <a:lnTo>
                    <a:pt x="190693" y="242831"/>
                  </a:lnTo>
                  <a:lnTo>
                    <a:pt x="190744" y="243041"/>
                  </a:lnTo>
                  <a:lnTo>
                    <a:pt x="191222" y="243294"/>
                  </a:lnTo>
                  <a:lnTo>
                    <a:pt x="191372" y="243138"/>
                  </a:lnTo>
                  <a:lnTo>
                    <a:pt x="191509" y="242994"/>
                  </a:lnTo>
                  <a:lnTo>
                    <a:pt x="191423" y="242252"/>
                  </a:lnTo>
                  <a:lnTo>
                    <a:pt x="191449" y="241871"/>
                  </a:lnTo>
                  <a:lnTo>
                    <a:pt x="191624" y="241439"/>
                  </a:lnTo>
                  <a:lnTo>
                    <a:pt x="191549" y="241263"/>
                  </a:lnTo>
                  <a:lnTo>
                    <a:pt x="191487" y="240188"/>
                  </a:lnTo>
                  <a:lnTo>
                    <a:pt x="191630" y="239859"/>
                  </a:lnTo>
                  <a:lnTo>
                    <a:pt x="191844" y="239520"/>
                  </a:lnTo>
                  <a:lnTo>
                    <a:pt x="192094" y="239413"/>
                  </a:lnTo>
                  <a:lnTo>
                    <a:pt x="192249" y="239446"/>
                  </a:lnTo>
                  <a:lnTo>
                    <a:pt x="192487" y="239446"/>
                  </a:lnTo>
                  <a:lnTo>
                    <a:pt x="193277" y="239196"/>
                  </a:lnTo>
                  <a:lnTo>
                    <a:pt x="193629" y="239285"/>
                  </a:lnTo>
                  <a:lnTo>
                    <a:pt x="193782" y="239346"/>
                  </a:lnTo>
                  <a:lnTo>
                    <a:pt x="194059" y="239451"/>
                  </a:lnTo>
                  <a:lnTo>
                    <a:pt x="195399" y="239500"/>
                  </a:lnTo>
                  <a:lnTo>
                    <a:pt x="195609" y="239450"/>
                  </a:lnTo>
                  <a:lnTo>
                    <a:pt x="196076" y="239430"/>
                  </a:lnTo>
                  <a:lnTo>
                    <a:pt x="196327" y="239666"/>
                  </a:lnTo>
                  <a:lnTo>
                    <a:pt x="196480" y="239985"/>
                  </a:lnTo>
                  <a:lnTo>
                    <a:pt x="196600" y="240301"/>
                  </a:lnTo>
                  <a:lnTo>
                    <a:pt x="197020" y="240564"/>
                  </a:lnTo>
                  <a:lnTo>
                    <a:pt x="197196" y="240614"/>
                  </a:lnTo>
                  <a:lnTo>
                    <a:pt x="197242" y="240875"/>
                  </a:lnTo>
                  <a:lnTo>
                    <a:pt x="197634" y="241379"/>
                  </a:lnTo>
                  <a:lnTo>
                    <a:pt x="198075" y="241933"/>
                  </a:lnTo>
                  <a:lnTo>
                    <a:pt x="198350" y="241985"/>
                  </a:lnTo>
                  <a:lnTo>
                    <a:pt x="198609" y="242145"/>
                  </a:lnTo>
                  <a:lnTo>
                    <a:pt x="198764" y="242279"/>
                  </a:lnTo>
                  <a:lnTo>
                    <a:pt x="199133" y="242490"/>
                  </a:lnTo>
                  <a:lnTo>
                    <a:pt x="199475" y="242834"/>
                  </a:lnTo>
                  <a:lnTo>
                    <a:pt x="199508" y="243011"/>
                  </a:lnTo>
                  <a:lnTo>
                    <a:pt x="200416" y="243650"/>
                  </a:lnTo>
                  <a:lnTo>
                    <a:pt x="200482" y="243853"/>
                  </a:lnTo>
                  <a:lnTo>
                    <a:pt x="200653" y="244076"/>
                  </a:lnTo>
                  <a:lnTo>
                    <a:pt x="201065" y="244506"/>
                  </a:lnTo>
                  <a:lnTo>
                    <a:pt x="201401" y="244784"/>
                  </a:lnTo>
                  <a:lnTo>
                    <a:pt x="201397" y="244941"/>
                  </a:lnTo>
                  <a:lnTo>
                    <a:pt x="201551" y="245106"/>
                  </a:lnTo>
                  <a:lnTo>
                    <a:pt x="201733" y="245145"/>
                  </a:lnTo>
                  <a:lnTo>
                    <a:pt x="201865" y="245444"/>
                  </a:lnTo>
                  <a:lnTo>
                    <a:pt x="202139" y="245589"/>
                  </a:lnTo>
                  <a:lnTo>
                    <a:pt x="202885" y="246108"/>
                  </a:lnTo>
                  <a:lnTo>
                    <a:pt x="203060" y="245783"/>
                  </a:lnTo>
                  <a:lnTo>
                    <a:pt x="203322" y="245343"/>
                  </a:lnTo>
                  <a:lnTo>
                    <a:pt x="203562" y="245023"/>
                  </a:lnTo>
                  <a:lnTo>
                    <a:pt x="203589" y="244885"/>
                  </a:lnTo>
                  <a:lnTo>
                    <a:pt x="203664" y="244664"/>
                  </a:lnTo>
                  <a:lnTo>
                    <a:pt x="203792" y="244471"/>
                  </a:lnTo>
                  <a:lnTo>
                    <a:pt x="203981" y="244352"/>
                  </a:lnTo>
                  <a:lnTo>
                    <a:pt x="204135" y="244280"/>
                  </a:lnTo>
                  <a:lnTo>
                    <a:pt x="204161" y="244097"/>
                  </a:lnTo>
                  <a:lnTo>
                    <a:pt x="204123" y="243355"/>
                  </a:lnTo>
                  <a:lnTo>
                    <a:pt x="203942" y="243009"/>
                  </a:lnTo>
                  <a:lnTo>
                    <a:pt x="203922" y="242795"/>
                  </a:lnTo>
                  <a:lnTo>
                    <a:pt x="204371" y="242680"/>
                  </a:lnTo>
                  <a:lnTo>
                    <a:pt x="204960" y="242307"/>
                  </a:lnTo>
                  <a:lnTo>
                    <a:pt x="205196" y="242078"/>
                  </a:lnTo>
                  <a:lnTo>
                    <a:pt x="205423" y="241760"/>
                  </a:lnTo>
                  <a:lnTo>
                    <a:pt x="205481" y="241570"/>
                  </a:lnTo>
                  <a:lnTo>
                    <a:pt x="205359" y="241330"/>
                  </a:lnTo>
                  <a:lnTo>
                    <a:pt x="205135" y="240980"/>
                  </a:lnTo>
                  <a:lnTo>
                    <a:pt x="205002" y="240764"/>
                  </a:lnTo>
                  <a:lnTo>
                    <a:pt x="205230" y="240654"/>
                  </a:lnTo>
                  <a:lnTo>
                    <a:pt x="205432" y="240629"/>
                  </a:lnTo>
                  <a:lnTo>
                    <a:pt x="206078" y="240321"/>
                  </a:lnTo>
                  <a:lnTo>
                    <a:pt x="206443" y="240131"/>
                  </a:lnTo>
                  <a:lnTo>
                    <a:pt x="206857" y="239706"/>
                  </a:lnTo>
                  <a:lnTo>
                    <a:pt x="206950" y="239511"/>
                  </a:lnTo>
                  <a:lnTo>
                    <a:pt x="207026" y="239254"/>
                  </a:lnTo>
                  <a:lnTo>
                    <a:pt x="207347" y="238635"/>
                  </a:lnTo>
                  <a:lnTo>
                    <a:pt x="207419" y="237760"/>
                  </a:lnTo>
                  <a:lnTo>
                    <a:pt x="207665" y="237537"/>
                  </a:lnTo>
                  <a:lnTo>
                    <a:pt x="207911" y="237018"/>
                  </a:lnTo>
                  <a:lnTo>
                    <a:pt x="207706" y="236569"/>
                  </a:lnTo>
                  <a:lnTo>
                    <a:pt x="207457" y="236292"/>
                  </a:lnTo>
                  <a:lnTo>
                    <a:pt x="206681" y="235753"/>
                  </a:lnTo>
                  <a:lnTo>
                    <a:pt x="206498" y="235554"/>
                  </a:lnTo>
                  <a:lnTo>
                    <a:pt x="206071" y="235514"/>
                  </a:lnTo>
                  <a:lnTo>
                    <a:pt x="205748" y="235509"/>
                  </a:lnTo>
                  <a:lnTo>
                    <a:pt x="205507" y="235514"/>
                  </a:lnTo>
                  <a:lnTo>
                    <a:pt x="205298" y="235526"/>
                  </a:lnTo>
                  <a:lnTo>
                    <a:pt x="204746" y="235268"/>
                  </a:lnTo>
                  <a:lnTo>
                    <a:pt x="204293" y="235005"/>
                  </a:lnTo>
                  <a:lnTo>
                    <a:pt x="204104" y="234881"/>
                  </a:lnTo>
                  <a:lnTo>
                    <a:pt x="203858" y="234587"/>
                  </a:lnTo>
                  <a:lnTo>
                    <a:pt x="203629" y="234172"/>
                  </a:lnTo>
                  <a:lnTo>
                    <a:pt x="203610" y="234014"/>
                  </a:lnTo>
                  <a:lnTo>
                    <a:pt x="203678" y="233510"/>
                  </a:lnTo>
                  <a:lnTo>
                    <a:pt x="203844" y="233054"/>
                  </a:lnTo>
                  <a:lnTo>
                    <a:pt x="203823" y="232811"/>
                  </a:lnTo>
                  <a:lnTo>
                    <a:pt x="203989" y="232242"/>
                  </a:lnTo>
                  <a:lnTo>
                    <a:pt x="204146" y="231780"/>
                  </a:lnTo>
                  <a:lnTo>
                    <a:pt x="204230" y="231274"/>
                  </a:lnTo>
                  <a:lnTo>
                    <a:pt x="204217" y="230965"/>
                  </a:lnTo>
                  <a:lnTo>
                    <a:pt x="204390" y="230805"/>
                  </a:lnTo>
                  <a:lnTo>
                    <a:pt x="204571" y="230681"/>
                  </a:lnTo>
                  <a:lnTo>
                    <a:pt x="204800" y="230377"/>
                  </a:lnTo>
                  <a:lnTo>
                    <a:pt x="204819" y="230163"/>
                  </a:lnTo>
                  <a:lnTo>
                    <a:pt x="204970" y="229951"/>
                  </a:lnTo>
                  <a:lnTo>
                    <a:pt x="205167" y="229686"/>
                  </a:lnTo>
                  <a:lnTo>
                    <a:pt x="205368" y="229321"/>
                  </a:lnTo>
                  <a:lnTo>
                    <a:pt x="205723" y="228793"/>
                  </a:lnTo>
                  <a:lnTo>
                    <a:pt x="205871" y="228204"/>
                  </a:lnTo>
                  <a:lnTo>
                    <a:pt x="206080" y="228071"/>
                  </a:lnTo>
                  <a:lnTo>
                    <a:pt x="206552" y="227890"/>
                  </a:lnTo>
                  <a:lnTo>
                    <a:pt x="206858" y="227794"/>
                  </a:lnTo>
                  <a:lnTo>
                    <a:pt x="207006" y="227749"/>
                  </a:lnTo>
                  <a:lnTo>
                    <a:pt x="207425" y="227678"/>
                  </a:lnTo>
                  <a:lnTo>
                    <a:pt x="208232" y="227698"/>
                  </a:lnTo>
                  <a:lnTo>
                    <a:pt x="209202" y="227570"/>
                  </a:lnTo>
                  <a:lnTo>
                    <a:pt x="209392" y="227499"/>
                  </a:lnTo>
                  <a:lnTo>
                    <a:pt x="209277" y="226898"/>
                  </a:lnTo>
                  <a:lnTo>
                    <a:pt x="209264" y="226611"/>
                  </a:lnTo>
                  <a:lnTo>
                    <a:pt x="209357" y="225966"/>
                  </a:lnTo>
                  <a:lnTo>
                    <a:pt x="209476" y="225528"/>
                  </a:lnTo>
                  <a:lnTo>
                    <a:pt x="209584" y="225089"/>
                  </a:lnTo>
                  <a:lnTo>
                    <a:pt x="209596" y="224801"/>
                  </a:lnTo>
                  <a:lnTo>
                    <a:pt x="209559" y="224492"/>
                  </a:lnTo>
                  <a:lnTo>
                    <a:pt x="209510" y="224213"/>
                  </a:lnTo>
                  <a:lnTo>
                    <a:pt x="209524" y="223877"/>
                  </a:lnTo>
                  <a:lnTo>
                    <a:pt x="209737" y="223605"/>
                  </a:lnTo>
                  <a:lnTo>
                    <a:pt x="209736" y="223318"/>
                  </a:lnTo>
                  <a:lnTo>
                    <a:pt x="209263" y="222601"/>
                  </a:lnTo>
                  <a:lnTo>
                    <a:pt x="209302" y="222362"/>
                  </a:lnTo>
                  <a:lnTo>
                    <a:pt x="209384" y="222200"/>
                  </a:lnTo>
                  <a:lnTo>
                    <a:pt x="209541" y="222107"/>
                  </a:lnTo>
                  <a:lnTo>
                    <a:pt x="209813" y="221782"/>
                  </a:lnTo>
                  <a:lnTo>
                    <a:pt x="210415" y="221682"/>
                  </a:lnTo>
                  <a:lnTo>
                    <a:pt x="210784" y="221671"/>
                  </a:lnTo>
                  <a:lnTo>
                    <a:pt x="210918" y="221852"/>
                  </a:lnTo>
                  <a:lnTo>
                    <a:pt x="211002" y="221999"/>
                  </a:lnTo>
                  <a:lnTo>
                    <a:pt x="211081" y="222131"/>
                  </a:lnTo>
                  <a:lnTo>
                    <a:pt x="211372" y="222062"/>
                  </a:lnTo>
                  <a:lnTo>
                    <a:pt x="211752" y="221840"/>
                  </a:lnTo>
                  <a:lnTo>
                    <a:pt x="212282" y="221735"/>
                  </a:lnTo>
                  <a:lnTo>
                    <a:pt x="212389" y="221106"/>
                  </a:lnTo>
                  <a:lnTo>
                    <a:pt x="212312" y="220737"/>
                  </a:lnTo>
                  <a:lnTo>
                    <a:pt x="212266" y="220320"/>
                  </a:lnTo>
                  <a:lnTo>
                    <a:pt x="213034" y="219271"/>
                  </a:lnTo>
                  <a:lnTo>
                    <a:pt x="213292" y="219667"/>
                  </a:lnTo>
                  <a:lnTo>
                    <a:pt x="213392" y="219913"/>
                  </a:lnTo>
                  <a:lnTo>
                    <a:pt x="213595" y="220077"/>
                  </a:lnTo>
                  <a:lnTo>
                    <a:pt x="213781" y="220086"/>
                  </a:lnTo>
                  <a:lnTo>
                    <a:pt x="214307" y="220395"/>
                  </a:lnTo>
                  <a:lnTo>
                    <a:pt x="214779" y="220567"/>
                  </a:lnTo>
                  <a:lnTo>
                    <a:pt x="214726" y="220974"/>
                  </a:lnTo>
                  <a:lnTo>
                    <a:pt x="214802" y="221298"/>
                  </a:lnTo>
                  <a:lnTo>
                    <a:pt x="215070" y="221383"/>
                  </a:lnTo>
                  <a:lnTo>
                    <a:pt x="215399" y="221538"/>
                  </a:lnTo>
                  <a:lnTo>
                    <a:pt x="215667" y="221813"/>
                  </a:lnTo>
                  <a:lnTo>
                    <a:pt x="215776" y="222219"/>
                  </a:lnTo>
                  <a:lnTo>
                    <a:pt x="215814" y="222673"/>
                  </a:lnTo>
                  <a:lnTo>
                    <a:pt x="215720" y="223016"/>
                  </a:lnTo>
                  <a:lnTo>
                    <a:pt x="215446" y="223555"/>
                  </a:lnTo>
                  <a:lnTo>
                    <a:pt x="215462" y="223921"/>
                  </a:lnTo>
                  <a:lnTo>
                    <a:pt x="215740" y="224231"/>
                  </a:lnTo>
                  <a:lnTo>
                    <a:pt x="215659" y="224486"/>
                  </a:lnTo>
                  <a:lnTo>
                    <a:pt x="215538" y="224735"/>
                  </a:lnTo>
                  <a:lnTo>
                    <a:pt x="215530" y="224970"/>
                  </a:lnTo>
                  <a:lnTo>
                    <a:pt x="215706" y="225492"/>
                  </a:lnTo>
                  <a:lnTo>
                    <a:pt x="216020" y="225886"/>
                  </a:lnTo>
                  <a:lnTo>
                    <a:pt x="216192" y="225959"/>
                  </a:lnTo>
                  <a:lnTo>
                    <a:pt x="216722" y="226083"/>
                  </a:lnTo>
                  <a:lnTo>
                    <a:pt x="216878" y="226269"/>
                  </a:lnTo>
                  <a:lnTo>
                    <a:pt x="216893" y="226408"/>
                  </a:lnTo>
                  <a:lnTo>
                    <a:pt x="216844" y="226735"/>
                  </a:lnTo>
                  <a:lnTo>
                    <a:pt x="216746" y="227019"/>
                  </a:lnTo>
                  <a:lnTo>
                    <a:pt x="216685" y="227252"/>
                  </a:lnTo>
                  <a:lnTo>
                    <a:pt x="216669" y="227404"/>
                  </a:lnTo>
                  <a:lnTo>
                    <a:pt x="216842" y="227599"/>
                  </a:lnTo>
                  <a:lnTo>
                    <a:pt x="217219" y="227724"/>
                  </a:lnTo>
                  <a:lnTo>
                    <a:pt x="217646" y="227912"/>
                  </a:lnTo>
                  <a:lnTo>
                    <a:pt x="217234" y="228102"/>
                  </a:lnTo>
                  <a:lnTo>
                    <a:pt x="216735" y="228204"/>
                  </a:lnTo>
                  <a:lnTo>
                    <a:pt x="216409" y="228960"/>
                  </a:lnTo>
                  <a:lnTo>
                    <a:pt x="215764" y="229970"/>
                  </a:lnTo>
                  <a:lnTo>
                    <a:pt x="215740" y="230146"/>
                  </a:lnTo>
                  <a:lnTo>
                    <a:pt x="215648" y="230301"/>
                  </a:lnTo>
                  <a:lnTo>
                    <a:pt x="215357" y="230405"/>
                  </a:lnTo>
                  <a:lnTo>
                    <a:pt x="214951" y="230851"/>
                  </a:lnTo>
                  <a:lnTo>
                    <a:pt x="214821" y="231076"/>
                  </a:lnTo>
                  <a:lnTo>
                    <a:pt x="214647" y="231542"/>
                  </a:lnTo>
                  <a:lnTo>
                    <a:pt x="214631" y="231878"/>
                  </a:lnTo>
                  <a:lnTo>
                    <a:pt x="214677" y="232251"/>
                  </a:lnTo>
                  <a:lnTo>
                    <a:pt x="214490" y="232507"/>
                  </a:lnTo>
                  <a:lnTo>
                    <a:pt x="214369" y="232980"/>
                  </a:lnTo>
                  <a:lnTo>
                    <a:pt x="214381" y="233163"/>
                  </a:lnTo>
                  <a:lnTo>
                    <a:pt x="214388" y="233415"/>
                  </a:lnTo>
                  <a:lnTo>
                    <a:pt x="214273" y="233811"/>
                  </a:lnTo>
                  <a:lnTo>
                    <a:pt x="214410" y="234284"/>
                  </a:lnTo>
                  <a:lnTo>
                    <a:pt x="214508" y="234453"/>
                  </a:lnTo>
                  <a:lnTo>
                    <a:pt x="214436" y="234660"/>
                  </a:lnTo>
                  <a:lnTo>
                    <a:pt x="214116" y="234716"/>
                  </a:lnTo>
                  <a:lnTo>
                    <a:pt x="213428" y="234951"/>
                  </a:lnTo>
                  <a:lnTo>
                    <a:pt x="213337" y="235130"/>
                  </a:lnTo>
                  <a:lnTo>
                    <a:pt x="213225" y="235400"/>
                  </a:lnTo>
                  <a:lnTo>
                    <a:pt x="213105" y="235559"/>
                  </a:lnTo>
                  <a:lnTo>
                    <a:pt x="212199" y="236350"/>
                  </a:lnTo>
                  <a:lnTo>
                    <a:pt x="212046" y="236741"/>
                  </a:lnTo>
                  <a:lnTo>
                    <a:pt x="211891" y="237007"/>
                  </a:lnTo>
                  <a:lnTo>
                    <a:pt x="211616" y="236651"/>
                  </a:lnTo>
                  <a:lnTo>
                    <a:pt x="211422" y="236308"/>
                  </a:lnTo>
                  <a:lnTo>
                    <a:pt x="210896" y="236509"/>
                  </a:lnTo>
                  <a:lnTo>
                    <a:pt x="210016" y="236957"/>
                  </a:lnTo>
                  <a:lnTo>
                    <a:pt x="209677" y="237064"/>
                  </a:lnTo>
                  <a:lnTo>
                    <a:pt x="209332" y="237226"/>
                  </a:lnTo>
                  <a:lnTo>
                    <a:pt x="209431" y="237555"/>
                  </a:lnTo>
                  <a:lnTo>
                    <a:pt x="209396" y="238070"/>
                  </a:lnTo>
                  <a:lnTo>
                    <a:pt x="209443" y="238392"/>
                  </a:lnTo>
                  <a:lnTo>
                    <a:pt x="209610" y="238565"/>
                  </a:lnTo>
                  <a:lnTo>
                    <a:pt x="210113" y="239021"/>
                  </a:lnTo>
                  <a:lnTo>
                    <a:pt x="210382" y="239200"/>
                  </a:lnTo>
                  <a:lnTo>
                    <a:pt x="210671" y="239060"/>
                  </a:lnTo>
                  <a:lnTo>
                    <a:pt x="211059" y="239431"/>
                  </a:lnTo>
                  <a:lnTo>
                    <a:pt x="211197" y="239578"/>
                  </a:lnTo>
                  <a:lnTo>
                    <a:pt x="211414" y="239795"/>
                  </a:lnTo>
                  <a:lnTo>
                    <a:pt x="211632" y="239841"/>
                  </a:lnTo>
                  <a:lnTo>
                    <a:pt x="212228" y="240368"/>
                  </a:lnTo>
                  <a:lnTo>
                    <a:pt x="212421" y="240935"/>
                  </a:lnTo>
                  <a:lnTo>
                    <a:pt x="212743" y="241476"/>
                  </a:lnTo>
                  <a:lnTo>
                    <a:pt x="212768" y="241846"/>
                  </a:lnTo>
                  <a:lnTo>
                    <a:pt x="212725" y="241996"/>
                  </a:lnTo>
                  <a:lnTo>
                    <a:pt x="212603" y="243027"/>
                  </a:lnTo>
                  <a:lnTo>
                    <a:pt x="212660" y="243621"/>
                  </a:lnTo>
                  <a:lnTo>
                    <a:pt x="212419" y="244178"/>
                  </a:lnTo>
                  <a:lnTo>
                    <a:pt x="212176" y="244269"/>
                  </a:lnTo>
                  <a:lnTo>
                    <a:pt x="211821" y="244542"/>
                  </a:lnTo>
                  <a:lnTo>
                    <a:pt x="212540" y="245315"/>
                  </a:lnTo>
                  <a:lnTo>
                    <a:pt x="212844" y="245589"/>
                  </a:lnTo>
                  <a:lnTo>
                    <a:pt x="214007" y="245958"/>
                  </a:lnTo>
                  <a:lnTo>
                    <a:pt x="214395" y="245481"/>
                  </a:lnTo>
                  <a:lnTo>
                    <a:pt x="214568" y="244854"/>
                  </a:lnTo>
                  <a:lnTo>
                    <a:pt x="215016" y="244258"/>
                  </a:lnTo>
                  <a:lnTo>
                    <a:pt x="215479" y="243898"/>
                  </a:lnTo>
                  <a:lnTo>
                    <a:pt x="215854" y="243719"/>
                  </a:lnTo>
                  <a:lnTo>
                    <a:pt x="216085" y="243706"/>
                  </a:lnTo>
                  <a:lnTo>
                    <a:pt x="216428" y="243444"/>
                  </a:lnTo>
                  <a:lnTo>
                    <a:pt x="216754" y="243013"/>
                  </a:lnTo>
                  <a:lnTo>
                    <a:pt x="216799" y="242832"/>
                  </a:lnTo>
                  <a:lnTo>
                    <a:pt x="217380" y="241500"/>
                  </a:lnTo>
                  <a:lnTo>
                    <a:pt x="217573" y="241524"/>
                  </a:lnTo>
                  <a:lnTo>
                    <a:pt x="218303" y="241531"/>
                  </a:lnTo>
                  <a:lnTo>
                    <a:pt x="218708" y="241386"/>
                  </a:lnTo>
                  <a:lnTo>
                    <a:pt x="218905" y="241298"/>
                  </a:lnTo>
                  <a:lnTo>
                    <a:pt x="219047" y="241075"/>
                  </a:lnTo>
                  <a:lnTo>
                    <a:pt x="219376" y="240739"/>
                  </a:lnTo>
                  <a:lnTo>
                    <a:pt x="219600" y="240726"/>
                  </a:lnTo>
                  <a:lnTo>
                    <a:pt x="220321" y="240768"/>
                  </a:lnTo>
                  <a:lnTo>
                    <a:pt x="220729" y="240995"/>
                  </a:lnTo>
                  <a:lnTo>
                    <a:pt x="221276" y="241021"/>
                  </a:lnTo>
                  <a:lnTo>
                    <a:pt x="221782" y="241084"/>
                  </a:lnTo>
                  <a:lnTo>
                    <a:pt x="221991" y="240970"/>
                  </a:lnTo>
                  <a:lnTo>
                    <a:pt x="222252" y="240945"/>
                  </a:lnTo>
                  <a:lnTo>
                    <a:pt x="222405" y="240981"/>
                  </a:lnTo>
                  <a:lnTo>
                    <a:pt x="223174" y="241081"/>
                  </a:lnTo>
                  <a:lnTo>
                    <a:pt x="223483" y="240839"/>
                  </a:lnTo>
                  <a:lnTo>
                    <a:pt x="223650" y="240856"/>
                  </a:lnTo>
                  <a:lnTo>
                    <a:pt x="223987" y="241093"/>
                  </a:lnTo>
                  <a:lnTo>
                    <a:pt x="224137" y="241164"/>
                  </a:lnTo>
                  <a:lnTo>
                    <a:pt x="224251" y="240821"/>
                  </a:lnTo>
                  <a:lnTo>
                    <a:pt x="224247" y="240543"/>
                  </a:lnTo>
                  <a:lnTo>
                    <a:pt x="224498" y="240532"/>
                  </a:lnTo>
                  <a:lnTo>
                    <a:pt x="224563" y="240358"/>
                  </a:lnTo>
                  <a:lnTo>
                    <a:pt x="224826" y="239947"/>
                  </a:lnTo>
                  <a:lnTo>
                    <a:pt x="224780" y="239784"/>
                  </a:lnTo>
                  <a:lnTo>
                    <a:pt x="224493" y="239716"/>
                  </a:lnTo>
                  <a:lnTo>
                    <a:pt x="224419" y="239402"/>
                  </a:lnTo>
                  <a:lnTo>
                    <a:pt x="224619" y="239311"/>
                  </a:lnTo>
                  <a:lnTo>
                    <a:pt x="224845" y="239151"/>
                  </a:lnTo>
                  <a:lnTo>
                    <a:pt x="225030" y="239004"/>
                  </a:lnTo>
                  <a:lnTo>
                    <a:pt x="225091" y="238720"/>
                  </a:lnTo>
                  <a:lnTo>
                    <a:pt x="224970" y="238485"/>
                  </a:lnTo>
                  <a:lnTo>
                    <a:pt x="224849" y="238218"/>
                  </a:lnTo>
                  <a:lnTo>
                    <a:pt x="225131" y="237972"/>
                  </a:lnTo>
                  <a:lnTo>
                    <a:pt x="225439" y="237679"/>
                  </a:lnTo>
                  <a:lnTo>
                    <a:pt x="225403" y="237359"/>
                  </a:lnTo>
                  <a:lnTo>
                    <a:pt x="225274" y="237218"/>
                  </a:lnTo>
                  <a:lnTo>
                    <a:pt x="225162" y="236821"/>
                  </a:lnTo>
                  <a:lnTo>
                    <a:pt x="225225" y="236646"/>
                  </a:lnTo>
                  <a:lnTo>
                    <a:pt x="225342" y="236383"/>
                  </a:lnTo>
                  <a:lnTo>
                    <a:pt x="225497" y="236039"/>
                  </a:lnTo>
                  <a:lnTo>
                    <a:pt x="225404" y="235906"/>
                  </a:lnTo>
                  <a:lnTo>
                    <a:pt x="225388" y="235684"/>
                  </a:lnTo>
                  <a:lnTo>
                    <a:pt x="225695" y="235853"/>
                  </a:lnTo>
                  <a:lnTo>
                    <a:pt x="225661" y="236032"/>
                  </a:lnTo>
                  <a:lnTo>
                    <a:pt x="225929" y="236400"/>
                  </a:lnTo>
                  <a:lnTo>
                    <a:pt x="226240" y="236550"/>
                  </a:lnTo>
                  <a:lnTo>
                    <a:pt x="226349" y="236729"/>
                  </a:lnTo>
                  <a:lnTo>
                    <a:pt x="226638" y="236753"/>
                  </a:lnTo>
                  <a:lnTo>
                    <a:pt x="227036" y="236848"/>
                  </a:lnTo>
                  <a:lnTo>
                    <a:pt x="227364" y="237409"/>
                  </a:lnTo>
                  <a:lnTo>
                    <a:pt x="227441" y="237579"/>
                  </a:lnTo>
                  <a:lnTo>
                    <a:pt x="227448" y="237953"/>
                  </a:lnTo>
                  <a:lnTo>
                    <a:pt x="227698" y="238342"/>
                  </a:lnTo>
                  <a:lnTo>
                    <a:pt x="227792" y="238489"/>
                  </a:lnTo>
                  <a:lnTo>
                    <a:pt x="227916" y="238632"/>
                  </a:lnTo>
                  <a:lnTo>
                    <a:pt x="228316" y="238909"/>
                  </a:lnTo>
                  <a:lnTo>
                    <a:pt x="228531" y="239031"/>
                  </a:lnTo>
                  <a:lnTo>
                    <a:pt x="229492" y="239257"/>
                  </a:lnTo>
                  <a:lnTo>
                    <a:pt x="229720" y="239556"/>
                  </a:lnTo>
                  <a:lnTo>
                    <a:pt x="229861" y="239580"/>
                  </a:lnTo>
                  <a:lnTo>
                    <a:pt x="230344" y="239240"/>
                  </a:lnTo>
                  <a:lnTo>
                    <a:pt x="230472" y="238942"/>
                  </a:lnTo>
                  <a:lnTo>
                    <a:pt x="230445" y="238775"/>
                  </a:lnTo>
                  <a:lnTo>
                    <a:pt x="230416" y="238481"/>
                  </a:lnTo>
                  <a:lnTo>
                    <a:pt x="230528" y="238211"/>
                  </a:lnTo>
                  <a:lnTo>
                    <a:pt x="230405" y="237764"/>
                  </a:lnTo>
                  <a:lnTo>
                    <a:pt x="230347" y="237552"/>
                  </a:lnTo>
                  <a:lnTo>
                    <a:pt x="230265" y="237354"/>
                  </a:lnTo>
                  <a:lnTo>
                    <a:pt x="230334" y="237054"/>
                  </a:lnTo>
                  <a:lnTo>
                    <a:pt x="230242" y="236689"/>
                  </a:lnTo>
                  <a:lnTo>
                    <a:pt x="230140" y="236479"/>
                  </a:lnTo>
                  <a:lnTo>
                    <a:pt x="230167" y="236309"/>
                  </a:lnTo>
                  <a:lnTo>
                    <a:pt x="230162" y="235922"/>
                  </a:lnTo>
                  <a:lnTo>
                    <a:pt x="229814" y="235394"/>
                  </a:lnTo>
                  <a:lnTo>
                    <a:pt x="229824" y="235215"/>
                  </a:lnTo>
                  <a:lnTo>
                    <a:pt x="229836" y="235000"/>
                  </a:lnTo>
                  <a:lnTo>
                    <a:pt x="229848" y="234768"/>
                  </a:lnTo>
                  <a:lnTo>
                    <a:pt x="229886" y="234635"/>
                  </a:lnTo>
                  <a:lnTo>
                    <a:pt x="229954" y="234392"/>
                  </a:lnTo>
                  <a:lnTo>
                    <a:pt x="229513" y="234202"/>
                  </a:lnTo>
                  <a:lnTo>
                    <a:pt x="229123" y="233822"/>
                  </a:lnTo>
                  <a:lnTo>
                    <a:pt x="229485" y="233370"/>
                  </a:lnTo>
                  <a:lnTo>
                    <a:pt x="230936" y="232106"/>
                  </a:lnTo>
                  <a:lnTo>
                    <a:pt x="231258" y="230967"/>
                  </a:lnTo>
                  <a:lnTo>
                    <a:pt x="232277" y="230371"/>
                  </a:lnTo>
                  <a:lnTo>
                    <a:pt x="232652" y="230174"/>
                  </a:lnTo>
                  <a:lnTo>
                    <a:pt x="232491" y="229926"/>
                  </a:lnTo>
                  <a:lnTo>
                    <a:pt x="232420" y="229755"/>
                  </a:lnTo>
                  <a:lnTo>
                    <a:pt x="232711" y="229244"/>
                  </a:lnTo>
                  <a:lnTo>
                    <a:pt x="233018" y="228912"/>
                  </a:lnTo>
                  <a:lnTo>
                    <a:pt x="233072" y="229045"/>
                  </a:lnTo>
                  <a:lnTo>
                    <a:pt x="233260" y="229646"/>
                  </a:lnTo>
                  <a:lnTo>
                    <a:pt x="233589" y="229734"/>
                  </a:lnTo>
                  <a:lnTo>
                    <a:pt x="233883" y="229546"/>
                  </a:lnTo>
                  <a:lnTo>
                    <a:pt x="234502" y="229472"/>
                  </a:lnTo>
                  <a:lnTo>
                    <a:pt x="234643" y="229718"/>
                  </a:lnTo>
                  <a:lnTo>
                    <a:pt x="234772" y="229943"/>
                  </a:lnTo>
                  <a:lnTo>
                    <a:pt x="235088" y="230239"/>
                  </a:lnTo>
                  <a:lnTo>
                    <a:pt x="235344" y="230222"/>
                  </a:lnTo>
                  <a:lnTo>
                    <a:pt x="235566" y="230146"/>
                  </a:lnTo>
                  <a:lnTo>
                    <a:pt x="235773" y="230098"/>
                  </a:lnTo>
                  <a:lnTo>
                    <a:pt x="236000" y="230013"/>
                  </a:lnTo>
                  <a:lnTo>
                    <a:pt x="236315" y="229691"/>
                  </a:lnTo>
                  <a:lnTo>
                    <a:pt x="236603" y="229444"/>
                  </a:lnTo>
                  <a:lnTo>
                    <a:pt x="236733" y="229490"/>
                  </a:lnTo>
                  <a:lnTo>
                    <a:pt x="237049" y="229934"/>
                  </a:lnTo>
                  <a:lnTo>
                    <a:pt x="237017" y="230158"/>
                  </a:lnTo>
                  <a:lnTo>
                    <a:pt x="237150" y="230432"/>
                  </a:lnTo>
                  <a:lnTo>
                    <a:pt x="237751" y="230440"/>
                  </a:lnTo>
                  <a:lnTo>
                    <a:pt x="237829" y="230143"/>
                  </a:lnTo>
                  <a:lnTo>
                    <a:pt x="237630" y="229811"/>
                  </a:lnTo>
                  <a:lnTo>
                    <a:pt x="237573" y="229652"/>
                  </a:lnTo>
                  <a:lnTo>
                    <a:pt x="238205" y="229449"/>
                  </a:lnTo>
                  <a:lnTo>
                    <a:pt x="238373" y="229625"/>
                  </a:lnTo>
                  <a:lnTo>
                    <a:pt x="238683" y="229833"/>
                  </a:lnTo>
                  <a:lnTo>
                    <a:pt x="239006" y="229724"/>
                  </a:lnTo>
                  <a:lnTo>
                    <a:pt x="239063" y="229231"/>
                  </a:lnTo>
                  <a:lnTo>
                    <a:pt x="239399" y="228703"/>
                  </a:lnTo>
                  <a:lnTo>
                    <a:pt x="239536" y="228583"/>
                  </a:lnTo>
                  <a:lnTo>
                    <a:pt x="239916" y="228462"/>
                  </a:lnTo>
                  <a:lnTo>
                    <a:pt x="240196" y="228167"/>
                  </a:lnTo>
                  <a:lnTo>
                    <a:pt x="240938" y="227752"/>
                  </a:lnTo>
                  <a:lnTo>
                    <a:pt x="241038" y="227406"/>
                  </a:lnTo>
                  <a:lnTo>
                    <a:pt x="241280" y="227175"/>
                  </a:lnTo>
                  <a:lnTo>
                    <a:pt x="241478" y="227128"/>
                  </a:lnTo>
                  <a:lnTo>
                    <a:pt x="241624" y="227136"/>
                  </a:lnTo>
                  <a:lnTo>
                    <a:pt x="241884" y="227264"/>
                  </a:lnTo>
                  <a:lnTo>
                    <a:pt x="242059" y="227389"/>
                  </a:lnTo>
                  <a:lnTo>
                    <a:pt x="242281" y="226936"/>
                  </a:lnTo>
                  <a:lnTo>
                    <a:pt x="241824" y="226831"/>
                  </a:lnTo>
                  <a:lnTo>
                    <a:pt x="241554" y="226572"/>
                  </a:lnTo>
                  <a:lnTo>
                    <a:pt x="241648" y="226346"/>
                  </a:lnTo>
                  <a:lnTo>
                    <a:pt x="241775" y="226244"/>
                  </a:lnTo>
                  <a:lnTo>
                    <a:pt x="242044" y="226228"/>
                  </a:lnTo>
                  <a:lnTo>
                    <a:pt x="242353" y="226550"/>
                  </a:lnTo>
                  <a:lnTo>
                    <a:pt x="242570" y="226962"/>
                  </a:lnTo>
                  <a:lnTo>
                    <a:pt x="243036" y="227234"/>
                  </a:lnTo>
                  <a:lnTo>
                    <a:pt x="243150" y="226889"/>
                  </a:lnTo>
                  <a:lnTo>
                    <a:pt x="242949" y="226563"/>
                  </a:lnTo>
                  <a:lnTo>
                    <a:pt x="242765" y="226515"/>
                  </a:lnTo>
                  <a:lnTo>
                    <a:pt x="242619" y="226418"/>
                  </a:lnTo>
                  <a:lnTo>
                    <a:pt x="242277" y="226054"/>
                  </a:lnTo>
                  <a:lnTo>
                    <a:pt x="242086" y="225884"/>
                  </a:lnTo>
                  <a:lnTo>
                    <a:pt x="241866" y="225721"/>
                  </a:lnTo>
                  <a:lnTo>
                    <a:pt x="241661" y="225581"/>
                  </a:lnTo>
                  <a:lnTo>
                    <a:pt x="241635" y="225436"/>
                  </a:lnTo>
                  <a:lnTo>
                    <a:pt x="241672" y="225177"/>
                  </a:lnTo>
                  <a:lnTo>
                    <a:pt x="242078" y="224632"/>
                  </a:lnTo>
                  <a:lnTo>
                    <a:pt x="242100" y="224379"/>
                  </a:lnTo>
                  <a:lnTo>
                    <a:pt x="242037" y="224198"/>
                  </a:lnTo>
                  <a:lnTo>
                    <a:pt x="241932" y="224060"/>
                  </a:lnTo>
                  <a:lnTo>
                    <a:pt x="241666" y="223817"/>
                  </a:lnTo>
                  <a:lnTo>
                    <a:pt x="241544" y="223643"/>
                  </a:lnTo>
                  <a:lnTo>
                    <a:pt x="241477" y="223503"/>
                  </a:lnTo>
                  <a:lnTo>
                    <a:pt x="241643" y="222867"/>
                  </a:lnTo>
                  <a:lnTo>
                    <a:pt x="241873" y="222888"/>
                  </a:lnTo>
                  <a:lnTo>
                    <a:pt x="242016" y="222975"/>
                  </a:lnTo>
                  <a:lnTo>
                    <a:pt x="242143" y="223053"/>
                  </a:lnTo>
                  <a:lnTo>
                    <a:pt x="242318" y="223137"/>
                  </a:lnTo>
                  <a:lnTo>
                    <a:pt x="242608" y="223162"/>
                  </a:lnTo>
                  <a:lnTo>
                    <a:pt x="242810" y="222970"/>
                  </a:lnTo>
                  <a:lnTo>
                    <a:pt x="242875" y="222716"/>
                  </a:lnTo>
                  <a:lnTo>
                    <a:pt x="242794" y="222273"/>
                  </a:lnTo>
                  <a:lnTo>
                    <a:pt x="242662" y="222161"/>
                  </a:lnTo>
                  <a:lnTo>
                    <a:pt x="242368" y="222065"/>
                  </a:lnTo>
                  <a:lnTo>
                    <a:pt x="242105" y="221978"/>
                  </a:lnTo>
                  <a:lnTo>
                    <a:pt x="241963" y="221919"/>
                  </a:lnTo>
                  <a:lnTo>
                    <a:pt x="241760" y="221754"/>
                  </a:lnTo>
                  <a:lnTo>
                    <a:pt x="241614" y="221398"/>
                  </a:lnTo>
                  <a:lnTo>
                    <a:pt x="241317" y="220812"/>
                  </a:lnTo>
                  <a:lnTo>
                    <a:pt x="241183" y="220743"/>
                  </a:lnTo>
                  <a:lnTo>
                    <a:pt x="241040" y="220693"/>
                  </a:lnTo>
                  <a:lnTo>
                    <a:pt x="240845" y="220660"/>
                  </a:lnTo>
                  <a:lnTo>
                    <a:pt x="240352" y="220642"/>
                  </a:lnTo>
                  <a:lnTo>
                    <a:pt x="240161" y="220618"/>
                  </a:lnTo>
                  <a:lnTo>
                    <a:pt x="239812" y="220517"/>
                  </a:lnTo>
                  <a:lnTo>
                    <a:pt x="239627" y="220429"/>
                  </a:lnTo>
                  <a:lnTo>
                    <a:pt x="239468" y="220330"/>
                  </a:lnTo>
                  <a:lnTo>
                    <a:pt x="239337" y="220211"/>
                  </a:lnTo>
                  <a:lnTo>
                    <a:pt x="239035" y="219842"/>
                  </a:lnTo>
                  <a:lnTo>
                    <a:pt x="238901" y="219737"/>
                  </a:lnTo>
                  <a:lnTo>
                    <a:pt x="238656" y="219678"/>
                  </a:lnTo>
                  <a:lnTo>
                    <a:pt x="238364" y="219608"/>
                  </a:lnTo>
                  <a:lnTo>
                    <a:pt x="237969" y="219420"/>
                  </a:lnTo>
                  <a:lnTo>
                    <a:pt x="237576" y="219299"/>
                  </a:lnTo>
                  <a:lnTo>
                    <a:pt x="237201" y="219212"/>
                  </a:lnTo>
                  <a:lnTo>
                    <a:pt x="236863" y="219112"/>
                  </a:lnTo>
                  <a:lnTo>
                    <a:pt x="236731" y="219074"/>
                  </a:lnTo>
                  <a:lnTo>
                    <a:pt x="236512" y="218938"/>
                  </a:lnTo>
                  <a:lnTo>
                    <a:pt x="236248" y="218430"/>
                  </a:lnTo>
                  <a:lnTo>
                    <a:pt x="236248" y="217941"/>
                  </a:lnTo>
                  <a:lnTo>
                    <a:pt x="236198" y="217641"/>
                  </a:lnTo>
                  <a:lnTo>
                    <a:pt x="236167" y="217460"/>
                  </a:lnTo>
                  <a:lnTo>
                    <a:pt x="235968" y="216967"/>
                  </a:lnTo>
                  <a:lnTo>
                    <a:pt x="235838" y="216810"/>
                  </a:lnTo>
                  <a:lnTo>
                    <a:pt x="235687" y="216637"/>
                  </a:lnTo>
                  <a:lnTo>
                    <a:pt x="235524" y="216417"/>
                  </a:lnTo>
                  <a:lnTo>
                    <a:pt x="235351" y="216099"/>
                  </a:lnTo>
                  <a:lnTo>
                    <a:pt x="235264" y="215909"/>
                  </a:lnTo>
                  <a:lnTo>
                    <a:pt x="235177" y="215636"/>
                  </a:lnTo>
                  <a:lnTo>
                    <a:pt x="235215" y="215319"/>
                  </a:lnTo>
                  <a:lnTo>
                    <a:pt x="235300" y="215139"/>
                  </a:lnTo>
                  <a:lnTo>
                    <a:pt x="235506" y="214609"/>
                  </a:lnTo>
                  <a:lnTo>
                    <a:pt x="235798" y="213859"/>
                  </a:lnTo>
                  <a:lnTo>
                    <a:pt x="236115" y="213241"/>
                  </a:lnTo>
                  <a:lnTo>
                    <a:pt x="236357" y="212953"/>
                  </a:lnTo>
                  <a:lnTo>
                    <a:pt x="236420" y="212816"/>
                  </a:lnTo>
                  <a:lnTo>
                    <a:pt x="236442" y="212576"/>
                  </a:lnTo>
                  <a:lnTo>
                    <a:pt x="236427" y="212403"/>
                  </a:lnTo>
                  <a:lnTo>
                    <a:pt x="236304" y="212213"/>
                  </a:lnTo>
                  <a:lnTo>
                    <a:pt x="235926" y="212082"/>
                  </a:lnTo>
                  <a:lnTo>
                    <a:pt x="235659" y="212144"/>
                  </a:lnTo>
                  <a:lnTo>
                    <a:pt x="235346" y="212426"/>
                  </a:lnTo>
                  <a:lnTo>
                    <a:pt x="235235" y="212726"/>
                  </a:lnTo>
                  <a:lnTo>
                    <a:pt x="235135" y="212986"/>
                  </a:lnTo>
                  <a:lnTo>
                    <a:pt x="234734" y="213406"/>
                  </a:lnTo>
                  <a:lnTo>
                    <a:pt x="234599" y="213413"/>
                  </a:lnTo>
                  <a:lnTo>
                    <a:pt x="234451" y="213381"/>
                  </a:lnTo>
                  <a:lnTo>
                    <a:pt x="234221" y="213264"/>
                  </a:lnTo>
                  <a:lnTo>
                    <a:pt x="233932" y="213183"/>
                  </a:lnTo>
                  <a:lnTo>
                    <a:pt x="233796" y="213086"/>
                  </a:lnTo>
                  <a:lnTo>
                    <a:pt x="233770" y="212944"/>
                  </a:lnTo>
                  <a:lnTo>
                    <a:pt x="233772" y="212628"/>
                  </a:lnTo>
                  <a:lnTo>
                    <a:pt x="233842" y="212368"/>
                  </a:lnTo>
                  <a:lnTo>
                    <a:pt x="233915" y="212193"/>
                  </a:lnTo>
                  <a:lnTo>
                    <a:pt x="234299" y="211979"/>
                  </a:lnTo>
                  <a:lnTo>
                    <a:pt x="234573" y="211823"/>
                  </a:lnTo>
                  <a:lnTo>
                    <a:pt x="234744" y="211749"/>
                  </a:lnTo>
                  <a:lnTo>
                    <a:pt x="235105" y="211524"/>
                  </a:lnTo>
                  <a:lnTo>
                    <a:pt x="235441" y="210861"/>
                  </a:lnTo>
                  <a:lnTo>
                    <a:pt x="235297" y="210646"/>
                  </a:lnTo>
                  <a:lnTo>
                    <a:pt x="235009" y="210286"/>
                  </a:lnTo>
                  <a:lnTo>
                    <a:pt x="234622" y="209845"/>
                  </a:lnTo>
                  <a:lnTo>
                    <a:pt x="234470" y="209764"/>
                  </a:lnTo>
                  <a:lnTo>
                    <a:pt x="234206" y="209674"/>
                  </a:lnTo>
                  <a:lnTo>
                    <a:pt x="233907" y="209581"/>
                  </a:lnTo>
                  <a:lnTo>
                    <a:pt x="233745" y="209348"/>
                  </a:lnTo>
                  <a:lnTo>
                    <a:pt x="233573" y="209312"/>
                  </a:lnTo>
                  <a:lnTo>
                    <a:pt x="233068" y="209231"/>
                  </a:lnTo>
                  <a:lnTo>
                    <a:pt x="232667" y="209271"/>
                  </a:lnTo>
                  <a:lnTo>
                    <a:pt x="232526" y="209267"/>
                  </a:lnTo>
                  <a:lnTo>
                    <a:pt x="232298" y="209282"/>
                  </a:lnTo>
                  <a:lnTo>
                    <a:pt x="232067" y="209286"/>
                  </a:lnTo>
                  <a:lnTo>
                    <a:pt x="231904" y="209282"/>
                  </a:lnTo>
                  <a:lnTo>
                    <a:pt x="231529" y="209106"/>
                  </a:lnTo>
                  <a:lnTo>
                    <a:pt x="231453" y="208919"/>
                  </a:lnTo>
                  <a:lnTo>
                    <a:pt x="231491" y="208723"/>
                  </a:lnTo>
                  <a:lnTo>
                    <a:pt x="231658" y="208367"/>
                  </a:lnTo>
                  <a:lnTo>
                    <a:pt x="232216" y="208071"/>
                  </a:lnTo>
                  <a:lnTo>
                    <a:pt x="232370" y="207922"/>
                  </a:lnTo>
                  <a:lnTo>
                    <a:pt x="232495" y="207734"/>
                  </a:lnTo>
                  <a:lnTo>
                    <a:pt x="232617" y="207466"/>
                  </a:lnTo>
                  <a:lnTo>
                    <a:pt x="232729" y="207335"/>
                  </a:lnTo>
                  <a:lnTo>
                    <a:pt x="232836" y="207101"/>
                  </a:lnTo>
                  <a:lnTo>
                    <a:pt x="232913" y="206781"/>
                  </a:lnTo>
                  <a:lnTo>
                    <a:pt x="232885" y="206507"/>
                  </a:lnTo>
                  <a:lnTo>
                    <a:pt x="232754" y="206187"/>
                  </a:lnTo>
                  <a:lnTo>
                    <a:pt x="232586" y="206006"/>
                  </a:lnTo>
                  <a:lnTo>
                    <a:pt x="232361" y="205804"/>
                  </a:lnTo>
                  <a:lnTo>
                    <a:pt x="232249" y="205584"/>
                  </a:lnTo>
                  <a:lnTo>
                    <a:pt x="232081" y="205317"/>
                  </a:lnTo>
                  <a:lnTo>
                    <a:pt x="231935" y="205252"/>
                  </a:lnTo>
                  <a:lnTo>
                    <a:pt x="231677" y="205192"/>
                  </a:lnTo>
                  <a:lnTo>
                    <a:pt x="231523" y="205130"/>
                  </a:lnTo>
                  <a:lnTo>
                    <a:pt x="231218" y="204845"/>
                  </a:lnTo>
                  <a:lnTo>
                    <a:pt x="231174" y="204704"/>
                  </a:lnTo>
                  <a:lnTo>
                    <a:pt x="231148" y="204535"/>
                  </a:lnTo>
                  <a:lnTo>
                    <a:pt x="230862" y="204287"/>
                  </a:lnTo>
                  <a:lnTo>
                    <a:pt x="230515" y="203811"/>
                  </a:lnTo>
                  <a:lnTo>
                    <a:pt x="230363" y="203607"/>
                  </a:lnTo>
                  <a:lnTo>
                    <a:pt x="230004" y="203098"/>
                  </a:lnTo>
                  <a:lnTo>
                    <a:pt x="229810" y="202759"/>
                  </a:lnTo>
                  <a:lnTo>
                    <a:pt x="229388" y="202023"/>
                  </a:lnTo>
                  <a:lnTo>
                    <a:pt x="229150" y="201614"/>
                  </a:lnTo>
                  <a:lnTo>
                    <a:pt x="228853" y="201452"/>
                  </a:lnTo>
                  <a:lnTo>
                    <a:pt x="228588" y="201313"/>
                  </a:lnTo>
                  <a:lnTo>
                    <a:pt x="228297" y="201081"/>
                  </a:lnTo>
                  <a:lnTo>
                    <a:pt x="228080" y="200902"/>
                  </a:lnTo>
                  <a:lnTo>
                    <a:pt x="227919" y="200699"/>
                  </a:lnTo>
                  <a:lnTo>
                    <a:pt x="227738" y="200342"/>
                  </a:lnTo>
                  <a:lnTo>
                    <a:pt x="227502" y="200086"/>
                  </a:lnTo>
                  <a:lnTo>
                    <a:pt x="227092" y="199937"/>
                  </a:lnTo>
                  <a:lnTo>
                    <a:pt x="226852" y="199849"/>
                  </a:lnTo>
                  <a:lnTo>
                    <a:pt x="226562" y="199791"/>
                  </a:lnTo>
                  <a:lnTo>
                    <a:pt x="226462" y="199650"/>
                  </a:lnTo>
                  <a:lnTo>
                    <a:pt x="226756" y="199598"/>
                  </a:lnTo>
                  <a:lnTo>
                    <a:pt x="226936" y="199367"/>
                  </a:lnTo>
                  <a:lnTo>
                    <a:pt x="227253" y="199063"/>
                  </a:lnTo>
                  <a:lnTo>
                    <a:pt x="228171" y="198746"/>
                  </a:lnTo>
                  <a:lnTo>
                    <a:pt x="228776" y="199068"/>
                  </a:lnTo>
                  <a:lnTo>
                    <a:pt x="228839" y="199361"/>
                  </a:lnTo>
                  <a:lnTo>
                    <a:pt x="228971" y="198994"/>
                  </a:lnTo>
                  <a:lnTo>
                    <a:pt x="229556" y="198981"/>
                  </a:lnTo>
                  <a:lnTo>
                    <a:pt x="229639" y="199122"/>
                  </a:lnTo>
                  <a:lnTo>
                    <a:pt x="229572" y="199314"/>
                  </a:lnTo>
                  <a:lnTo>
                    <a:pt x="230044" y="199621"/>
                  </a:lnTo>
                  <a:lnTo>
                    <a:pt x="230289" y="199762"/>
                  </a:lnTo>
                  <a:lnTo>
                    <a:pt x="230329" y="200047"/>
                  </a:lnTo>
                  <a:lnTo>
                    <a:pt x="230592" y="199911"/>
                  </a:lnTo>
                  <a:lnTo>
                    <a:pt x="230851" y="199806"/>
                  </a:lnTo>
                  <a:lnTo>
                    <a:pt x="231016" y="199808"/>
                  </a:lnTo>
                  <a:lnTo>
                    <a:pt x="231273" y="199809"/>
                  </a:lnTo>
                  <a:lnTo>
                    <a:pt x="231455" y="199662"/>
                  </a:lnTo>
                  <a:lnTo>
                    <a:pt x="231201" y="199434"/>
                  </a:lnTo>
                  <a:lnTo>
                    <a:pt x="231609" y="199479"/>
                  </a:lnTo>
                  <a:lnTo>
                    <a:pt x="231828" y="199242"/>
                  </a:lnTo>
                  <a:lnTo>
                    <a:pt x="231772" y="198667"/>
                  </a:lnTo>
                  <a:lnTo>
                    <a:pt x="232077" y="198583"/>
                  </a:lnTo>
                  <a:lnTo>
                    <a:pt x="232294" y="198850"/>
                  </a:lnTo>
                  <a:lnTo>
                    <a:pt x="232188" y="199186"/>
                  </a:lnTo>
                  <a:lnTo>
                    <a:pt x="232094" y="199387"/>
                  </a:lnTo>
                  <a:lnTo>
                    <a:pt x="232330" y="199645"/>
                  </a:lnTo>
                  <a:lnTo>
                    <a:pt x="232625" y="199497"/>
                  </a:lnTo>
                  <a:lnTo>
                    <a:pt x="232462" y="199332"/>
                  </a:lnTo>
                  <a:lnTo>
                    <a:pt x="232512" y="199071"/>
                  </a:lnTo>
                  <a:lnTo>
                    <a:pt x="232901" y="198395"/>
                  </a:lnTo>
                  <a:lnTo>
                    <a:pt x="233459" y="198459"/>
                  </a:lnTo>
                  <a:lnTo>
                    <a:pt x="233544" y="198610"/>
                  </a:lnTo>
                  <a:lnTo>
                    <a:pt x="234096" y="199028"/>
                  </a:lnTo>
                  <a:lnTo>
                    <a:pt x="234396" y="198753"/>
                  </a:lnTo>
                  <a:lnTo>
                    <a:pt x="234569" y="198593"/>
                  </a:lnTo>
                  <a:lnTo>
                    <a:pt x="234769" y="198133"/>
                  </a:lnTo>
                  <a:lnTo>
                    <a:pt x="235226" y="198207"/>
                  </a:lnTo>
                  <a:lnTo>
                    <a:pt x="235363" y="198538"/>
                  </a:lnTo>
                  <a:lnTo>
                    <a:pt x="235042" y="198759"/>
                  </a:lnTo>
                  <a:lnTo>
                    <a:pt x="234906" y="199412"/>
                  </a:lnTo>
                  <a:lnTo>
                    <a:pt x="235094" y="199629"/>
                  </a:lnTo>
                  <a:lnTo>
                    <a:pt x="235519" y="199234"/>
                  </a:lnTo>
                  <a:lnTo>
                    <a:pt x="235584" y="199011"/>
                  </a:lnTo>
                  <a:lnTo>
                    <a:pt x="236034" y="198968"/>
                  </a:lnTo>
                  <a:lnTo>
                    <a:pt x="236166" y="199156"/>
                  </a:lnTo>
                  <a:lnTo>
                    <a:pt x="236733" y="199316"/>
                  </a:lnTo>
                  <a:lnTo>
                    <a:pt x="236820" y="199092"/>
                  </a:lnTo>
                  <a:lnTo>
                    <a:pt x="237192" y="199019"/>
                  </a:lnTo>
                  <a:lnTo>
                    <a:pt x="237264" y="199208"/>
                  </a:lnTo>
                  <a:lnTo>
                    <a:pt x="237288" y="199397"/>
                  </a:lnTo>
                  <a:lnTo>
                    <a:pt x="237584" y="199540"/>
                  </a:lnTo>
                  <a:lnTo>
                    <a:pt x="237810" y="199510"/>
                  </a:lnTo>
                  <a:lnTo>
                    <a:pt x="238116" y="199234"/>
                  </a:lnTo>
                  <a:lnTo>
                    <a:pt x="238782" y="199446"/>
                  </a:lnTo>
                  <a:lnTo>
                    <a:pt x="238830" y="199149"/>
                  </a:lnTo>
                  <a:lnTo>
                    <a:pt x="239044" y="197838"/>
                  </a:lnTo>
                  <a:lnTo>
                    <a:pt x="239082" y="197561"/>
                  </a:lnTo>
                  <a:lnTo>
                    <a:pt x="239120" y="197043"/>
                  </a:lnTo>
                  <a:lnTo>
                    <a:pt x="239193" y="196832"/>
                  </a:lnTo>
                  <a:lnTo>
                    <a:pt x="239445" y="196103"/>
                  </a:lnTo>
                  <a:lnTo>
                    <a:pt x="239753" y="195851"/>
                  </a:lnTo>
                  <a:lnTo>
                    <a:pt x="240039" y="195527"/>
                  </a:lnTo>
                  <a:lnTo>
                    <a:pt x="240291" y="194925"/>
                  </a:lnTo>
                  <a:lnTo>
                    <a:pt x="240315" y="194735"/>
                  </a:lnTo>
                  <a:lnTo>
                    <a:pt x="240338" y="194552"/>
                  </a:lnTo>
                  <a:lnTo>
                    <a:pt x="240391" y="194297"/>
                  </a:lnTo>
                  <a:lnTo>
                    <a:pt x="240474" y="193898"/>
                  </a:lnTo>
                  <a:lnTo>
                    <a:pt x="240650" y="193857"/>
                  </a:lnTo>
                  <a:lnTo>
                    <a:pt x="240800" y="193695"/>
                  </a:lnTo>
                  <a:lnTo>
                    <a:pt x="240925" y="193414"/>
                  </a:lnTo>
                  <a:lnTo>
                    <a:pt x="241060" y="193187"/>
                  </a:lnTo>
                  <a:lnTo>
                    <a:pt x="241626" y="193368"/>
                  </a:lnTo>
                  <a:lnTo>
                    <a:pt x="242162" y="193669"/>
                  </a:lnTo>
                  <a:lnTo>
                    <a:pt x="242432" y="193917"/>
                  </a:lnTo>
                  <a:lnTo>
                    <a:pt x="242668" y="193863"/>
                  </a:lnTo>
                  <a:lnTo>
                    <a:pt x="243226" y="193768"/>
                  </a:lnTo>
                  <a:lnTo>
                    <a:pt x="243514" y="193818"/>
                  </a:lnTo>
                  <a:lnTo>
                    <a:pt x="243674" y="193828"/>
                  </a:lnTo>
                  <a:lnTo>
                    <a:pt x="244214" y="193516"/>
                  </a:lnTo>
                  <a:lnTo>
                    <a:pt x="244619" y="193308"/>
                  </a:lnTo>
                  <a:lnTo>
                    <a:pt x="244751" y="193305"/>
                  </a:lnTo>
                  <a:lnTo>
                    <a:pt x="245011" y="193296"/>
                  </a:lnTo>
                  <a:lnTo>
                    <a:pt x="245293" y="193234"/>
                  </a:lnTo>
                  <a:lnTo>
                    <a:pt x="245581" y="193167"/>
                  </a:lnTo>
                  <a:lnTo>
                    <a:pt x="246160" y="193262"/>
                  </a:lnTo>
                  <a:lnTo>
                    <a:pt x="246288" y="193197"/>
                  </a:lnTo>
                  <a:lnTo>
                    <a:pt x="246432" y="193150"/>
                  </a:lnTo>
                  <a:lnTo>
                    <a:pt x="246830" y="193084"/>
                  </a:lnTo>
                  <a:lnTo>
                    <a:pt x="247074" y="193002"/>
                  </a:lnTo>
                  <a:lnTo>
                    <a:pt x="247106" y="192779"/>
                  </a:lnTo>
                  <a:lnTo>
                    <a:pt x="247244" y="192527"/>
                  </a:lnTo>
                  <a:lnTo>
                    <a:pt x="247912" y="192387"/>
                  </a:lnTo>
                  <a:lnTo>
                    <a:pt x="248273" y="192502"/>
                  </a:lnTo>
                  <a:lnTo>
                    <a:pt x="248424" y="192455"/>
                  </a:lnTo>
                  <a:lnTo>
                    <a:pt x="248702" y="192411"/>
                  </a:lnTo>
                  <a:lnTo>
                    <a:pt x="248925" y="192425"/>
                  </a:lnTo>
                  <a:lnTo>
                    <a:pt x="249194" y="192475"/>
                  </a:lnTo>
                  <a:lnTo>
                    <a:pt x="249533" y="192716"/>
                  </a:lnTo>
                  <a:lnTo>
                    <a:pt x="249863" y="193007"/>
                  </a:lnTo>
                  <a:lnTo>
                    <a:pt x="250281" y="193097"/>
                  </a:lnTo>
                  <a:lnTo>
                    <a:pt x="250449" y="193133"/>
                  </a:lnTo>
                  <a:lnTo>
                    <a:pt x="250848" y="193322"/>
                  </a:lnTo>
                  <a:lnTo>
                    <a:pt x="250989" y="193540"/>
                  </a:lnTo>
                  <a:lnTo>
                    <a:pt x="251220" y="193802"/>
                  </a:lnTo>
                  <a:lnTo>
                    <a:pt x="251361" y="193482"/>
                  </a:lnTo>
                  <a:lnTo>
                    <a:pt x="251338" y="192974"/>
                  </a:lnTo>
                  <a:lnTo>
                    <a:pt x="251692" y="192875"/>
                  </a:lnTo>
                  <a:lnTo>
                    <a:pt x="251704" y="192430"/>
                  </a:lnTo>
                  <a:lnTo>
                    <a:pt x="251501" y="192169"/>
                  </a:lnTo>
                  <a:lnTo>
                    <a:pt x="251585" y="191720"/>
                  </a:lnTo>
                  <a:lnTo>
                    <a:pt x="251125" y="191479"/>
                  </a:lnTo>
                  <a:lnTo>
                    <a:pt x="250547" y="191740"/>
                  </a:lnTo>
                  <a:lnTo>
                    <a:pt x="250367" y="191661"/>
                  </a:lnTo>
                  <a:lnTo>
                    <a:pt x="250400" y="191325"/>
                  </a:lnTo>
                  <a:lnTo>
                    <a:pt x="250305" y="191024"/>
                  </a:lnTo>
                  <a:lnTo>
                    <a:pt x="249886" y="190698"/>
                  </a:lnTo>
                  <a:lnTo>
                    <a:pt x="249720" y="190624"/>
                  </a:lnTo>
                  <a:lnTo>
                    <a:pt x="249365" y="190478"/>
                  </a:lnTo>
                  <a:lnTo>
                    <a:pt x="249195" y="190416"/>
                  </a:lnTo>
                  <a:lnTo>
                    <a:pt x="248888" y="190173"/>
                  </a:lnTo>
                  <a:lnTo>
                    <a:pt x="248643" y="189899"/>
                  </a:lnTo>
                  <a:lnTo>
                    <a:pt x="248559" y="189703"/>
                  </a:lnTo>
                  <a:lnTo>
                    <a:pt x="249092" y="189666"/>
                  </a:lnTo>
                  <a:lnTo>
                    <a:pt x="249252" y="189581"/>
                  </a:lnTo>
                  <a:lnTo>
                    <a:pt x="249289" y="189410"/>
                  </a:lnTo>
                  <a:lnTo>
                    <a:pt x="249891" y="189202"/>
                  </a:lnTo>
                  <a:lnTo>
                    <a:pt x="250115" y="189059"/>
                  </a:lnTo>
                  <a:lnTo>
                    <a:pt x="250717" y="188817"/>
                  </a:lnTo>
                  <a:lnTo>
                    <a:pt x="250887" y="188538"/>
                  </a:lnTo>
                  <a:lnTo>
                    <a:pt x="251019" y="188021"/>
                  </a:lnTo>
                  <a:lnTo>
                    <a:pt x="251190" y="188091"/>
                  </a:lnTo>
                  <a:lnTo>
                    <a:pt x="251410" y="187910"/>
                  </a:lnTo>
                  <a:lnTo>
                    <a:pt x="251417" y="187731"/>
                  </a:lnTo>
                  <a:lnTo>
                    <a:pt x="251491" y="187546"/>
                  </a:lnTo>
                  <a:lnTo>
                    <a:pt x="252096" y="187591"/>
                  </a:lnTo>
                  <a:lnTo>
                    <a:pt x="252559" y="187374"/>
                  </a:lnTo>
                  <a:lnTo>
                    <a:pt x="252673" y="187242"/>
                  </a:lnTo>
                  <a:lnTo>
                    <a:pt x="253092" y="187163"/>
                  </a:lnTo>
                  <a:lnTo>
                    <a:pt x="253226" y="187188"/>
                  </a:lnTo>
                  <a:lnTo>
                    <a:pt x="253227" y="186862"/>
                  </a:lnTo>
                  <a:lnTo>
                    <a:pt x="253279" y="186487"/>
                  </a:lnTo>
                  <a:lnTo>
                    <a:pt x="253576" y="186413"/>
                  </a:lnTo>
                  <a:lnTo>
                    <a:pt x="253789" y="186360"/>
                  </a:lnTo>
                  <a:lnTo>
                    <a:pt x="253987" y="186335"/>
                  </a:lnTo>
                  <a:lnTo>
                    <a:pt x="254084" y="186077"/>
                  </a:lnTo>
                  <a:lnTo>
                    <a:pt x="254204" y="185912"/>
                  </a:lnTo>
                  <a:lnTo>
                    <a:pt x="254415" y="185751"/>
                  </a:lnTo>
                  <a:lnTo>
                    <a:pt x="254572" y="185623"/>
                  </a:lnTo>
                  <a:lnTo>
                    <a:pt x="254843" y="185101"/>
                  </a:lnTo>
                  <a:lnTo>
                    <a:pt x="255216" y="185243"/>
                  </a:lnTo>
                  <a:lnTo>
                    <a:pt x="255362" y="185218"/>
                  </a:lnTo>
                  <a:lnTo>
                    <a:pt x="255616" y="185090"/>
                  </a:lnTo>
                  <a:lnTo>
                    <a:pt x="256147" y="185084"/>
                  </a:lnTo>
                  <a:lnTo>
                    <a:pt x="256783" y="185100"/>
                  </a:lnTo>
                  <a:lnTo>
                    <a:pt x="257102" y="185058"/>
                  </a:lnTo>
                  <a:lnTo>
                    <a:pt x="257286" y="184177"/>
                  </a:lnTo>
                  <a:lnTo>
                    <a:pt x="257339" y="183965"/>
                  </a:lnTo>
                  <a:lnTo>
                    <a:pt x="257479" y="183972"/>
                  </a:lnTo>
                  <a:lnTo>
                    <a:pt x="257700" y="183789"/>
                  </a:lnTo>
                  <a:lnTo>
                    <a:pt x="257838" y="183474"/>
                  </a:lnTo>
                  <a:lnTo>
                    <a:pt x="257864" y="183333"/>
                  </a:lnTo>
                  <a:lnTo>
                    <a:pt x="258011" y="183159"/>
                  </a:lnTo>
                  <a:lnTo>
                    <a:pt x="258222" y="183134"/>
                  </a:lnTo>
                  <a:lnTo>
                    <a:pt x="258751" y="183120"/>
                  </a:lnTo>
                  <a:lnTo>
                    <a:pt x="259210" y="183174"/>
                  </a:lnTo>
                  <a:lnTo>
                    <a:pt x="259674" y="183092"/>
                  </a:lnTo>
                  <a:lnTo>
                    <a:pt x="260168" y="183319"/>
                  </a:lnTo>
                  <a:lnTo>
                    <a:pt x="260788" y="183246"/>
                  </a:lnTo>
                  <a:lnTo>
                    <a:pt x="260769" y="182992"/>
                  </a:lnTo>
                  <a:lnTo>
                    <a:pt x="260911" y="182791"/>
                  </a:lnTo>
                  <a:lnTo>
                    <a:pt x="261167" y="182584"/>
                  </a:lnTo>
                  <a:lnTo>
                    <a:pt x="260989" y="181491"/>
                  </a:lnTo>
                  <a:lnTo>
                    <a:pt x="261588" y="181140"/>
                  </a:lnTo>
                  <a:lnTo>
                    <a:pt x="261941" y="181016"/>
                  </a:lnTo>
                  <a:lnTo>
                    <a:pt x="263513" y="181031"/>
                  </a:lnTo>
                  <a:lnTo>
                    <a:pt x="263708" y="181145"/>
                  </a:lnTo>
                  <a:lnTo>
                    <a:pt x="263873" y="181268"/>
                  </a:lnTo>
                  <a:lnTo>
                    <a:pt x="264007" y="181330"/>
                  </a:lnTo>
                  <a:lnTo>
                    <a:pt x="264761" y="181621"/>
                  </a:lnTo>
                  <a:lnTo>
                    <a:pt x="265153" y="181788"/>
                  </a:lnTo>
                  <a:lnTo>
                    <a:pt x="265312" y="182305"/>
                  </a:lnTo>
                  <a:lnTo>
                    <a:pt x="265291" y="182620"/>
                  </a:lnTo>
                  <a:lnTo>
                    <a:pt x="265559" y="182751"/>
                  </a:lnTo>
                  <a:close/>
                </a:path>
              </a:pathLst>
            </a:custGeom>
            <a:solidFill>
              <a:srgbClr val="F6C7A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4488356" y="5620381"/>
              <a:ext cx="183168" cy="182879"/>
            </a:xfrm>
            <a:custGeom>
              <a:avLst/>
              <a:pathLst>
                <a:path w="183168" h="182879">
                  <a:moveTo>
                    <a:pt x="182879" y="182879"/>
                  </a:moveTo>
                  <a:lnTo>
                    <a:pt x="183168" y="18264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4458930" y="5616878"/>
              <a:ext cx="183521" cy="183098"/>
            </a:xfrm>
            <a:custGeom>
              <a:avLst/>
              <a:pathLst>
                <a:path w="183521" h="183098">
                  <a:moveTo>
                    <a:pt x="182879" y="182879"/>
                  </a:moveTo>
                  <a:lnTo>
                    <a:pt x="182874" y="183098"/>
                  </a:lnTo>
                  <a:lnTo>
                    <a:pt x="182561" y="182896"/>
                  </a:lnTo>
                  <a:lnTo>
                    <a:pt x="182492" y="182679"/>
                  </a:lnTo>
                  <a:lnTo>
                    <a:pt x="182459" y="182504"/>
                  </a:lnTo>
                  <a:lnTo>
                    <a:pt x="182377" y="182182"/>
                  </a:lnTo>
                  <a:lnTo>
                    <a:pt x="181990" y="181657"/>
                  </a:lnTo>
                  <a:lnTo>
                    <a:pt x="182188" y="181583"/>
                  </a:lnTo>
                  <a:lnTo>
                    <a:pt x="182477" y="181532"/>
                  </a:lnTo>
                  <a:lnTo>
                    <a:pt x="182949" y="181387"/>
                  </a:lnTo>
                  <a:lnTo>
                    <a:pt x="183406" y="181320"/>
                  </a:lnTo>
                  <a:lnTo>
                    <a:pt x="183521" y="18222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4467998" y="5613700"/>
              <a:ext cx="182879" cy="182886"/>
            </a:xfrm>
            <a:custGeom>
              <a:avLst/>
              <a:pathLst>
                <a:path w="182879" h="182886">
                  <a:moveTo>
                    <a:pt x="182879" y="182879"/>
                  </a:moveTo>
                  <a:lnTo>
                    <a:pt x="182288" y="18288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4470722" y="5613199"/>
              <a:ext cx="182879" cy="183698"/>
            </a:xfrm>
            <a:custGeom>
              <a:avLst/>
              <a:pathLst>
                <a:path w="182879" h="183698">
                  <a:moveTo>
                    <a:pt x="182879" y="182879"/>
                  </a:moveTo>
                  <a:lnTo>
                    <a:pt x="182613" y="183599"/>
                  </a:lnTo>
                  <a:lnTo>
                    <a:pt x="182484" y="183698"/>
                  </a:lnTo>
                  <a:lnTo>
                    <a:pt x="182287" y="18343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4463151" y="5613218"/>
              <a:ext cx="182879" cy="183129"/>
            </a:xfrm>
            <a:custGeom>
              <a:avLst/>
              <a:pathLst>
                <a:path w="182879" h="183129">
                  <a:moveTo>
                    <a:pt x="182879" y="182879"/>
                  </a:moveTo>
                  <a:lnTo>
                    <a:pt x="182564" y="18312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4462625" y="561284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4463563" y="5607395"/>
              <a:ext cx="183495" cy="182879"/>
            </a:xfrm>
            <a:custGeom>
              <a:avLst/>
              <a:pathLst>
                <a:path w="183495" h="182879">
                  <a:moveTo>
                    <a:pt x="182879" y="182879"/>
                  </a:moveTo>
                  <a:lnTo>
                    <a:pt x="183495" y="18269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4462458" y="5606156"/>
              <a:ext cx="183126" cy="184798"/>
            </a:xfrm>
            <a:custGeom>
              <a:avLst/>
              <a:pathLst>
                <a:path w="183126" h="184798">
                  <a:moveTo>
                    <a:pt x="182879" y="182879"/>
                  </a:moveTo>
                  <a:lnTo>
                    <a:pt x="183011" y="183081"/>
                  </a:lnTo>
                  <a:lnTo>
                    <a:pt x="183081" y="183516"/>
                  </a:lnTo>
                  <a:lnTo>
                    <a:pt x="183077" y="183727"/>
                  </a:lnTo>
                  <a:lnTo>
                    <a:pt x="183056" y="184655"/>
                  </a:lnTo>
                  <a:lnTo>
                    <a:pt x="183126" y="184798"/>
                  </a:lnTo>
                  <a:lnTo>
                    <a:pt x="182431" y="184272"/>
                  </a:lnTo>
                  <a:lnTo>
                    <a:pt x="182408" y="183857"/>
                  </a:lnTo>
                  <a:lnTo>
                    <a:pt x="182386" y="183634"/>
                  </a:lnTo>
                  <a:lnTo>
                    <a:pt x="182466" y="183080"/>
                  </a:lnTo>
                  <a:lnTo>
                    <a:pt x="182421" y="18263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4453687" y="5605250"/>
              <a:ext cx="183449" cy="183380"/>
            </a:xfrm>
            <a:custGeom>
              <a:avLst/>
              <a:pathLst>
                <a:path w="183449" h="183380">
                  <a:moveTo>
                    <a:pt x="182879" y="182879"/>
                  </a:moveTo>
                  <a:lnTo>
                    <a:pt x="182979" y="182744"/>
                  </a:lnTo>
                  <a:lnTo>
                    <a:pt x="183449" y="183074"/>
                  </a:lnTo>
                  <a:lnTo>
                    <a:pt x="183163" y="183380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4463338" y="5601075"/>
              <a:ext cx="183342" cy="182879"/>
            </a:xfrm>
            <a:custGeom>
              <a:avLst/>
              <a:pathLst>
                <a:path w="183342" h="182879">
                  <a:moveTo>
                    <a:pt x="182879" y="182879"/>
                  </a:moveTo>
                  <a:lnTo>
                    <a:pt x="182778" y="182635"/>
                  </a:lnTo>
                  <a:lnTo>
                    <a:pt x="182917" y="182533"/>
                  </a:lnTo>
                  <a:lnTo>
                    <a:pt x="183342" y="18234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4489916" y="5599710"/>
              <a:ext cx="183416" cy="185692"/>
            </a:xfrm>
            <a:custGeom>
              <a:avLst/>
              <a:pathLst>
                <a:path w="183416" h="185692">
                  <a:moveTo>
                    <a:pt x="182879" y="182879"/>
                  </a:moveTo>
                  <a:lnTo>
                    <a:pt x="182568" y="183125"/>
                  </a:lnTo>
                  <a:lnTo>
                    <a:pt x="182099" y="183484"/>
                  </a:lnTo>
                  <a:lnTo>
                    <a:pt x="182243" y="183803"/>
                  </a:lnTo>
                  <a:lnTo>
                    <a:pt x="182004" y="183963"/>
                  </a:lnTo>
                  <a:lnTo>
                    <a:pt x="181861" y="183956"/>
                  </a:lnTo>
                  <a:lnTo>
                    <a:pt x="181666" y="184047"/>
                  </a:lnTo>
                  <a:lnTo>
                    <a:pt x="181949" y="184188"/>
                  </a:lnTo>
                  <a:lnTo>
                    <a:pt x="181689" y="184647"/>
                  </a:lnTo>
                  <a:lnTo>
                    <a:pt x="181647" y="184421"/>
                  </a:lnTo>
                  <a:lnTo>
                    <a:pt x="181253" y="184607"/>
                  </a:lnTo>
                  <a:lnTo>
                    <a:pt x="180559" y="184438"/>
                  </a:lnTo>
                  <a:lnTo>
                    <a:pt x="180196" y="184712"/>
                  </a:lnTo>
                  <a:lnTo>
                    <a:pt x="180087" y="184864"/>
                  </a:lnTo>
                  <a:lnTo>
                    <a:pt x="180051" y="185276"/>
                  </a:lnTo>
                  <a:lnTo>
                    <a:pt x="180077" y="185455"/>
                  </a:lnTo>
                  <a:lnTo>
                    <a:pt x="180032" y="185692"/>
                  </a:lnTo>
                  <a:lnTo>
                    <a:pt x="179578" y="185657"/>
                  </a:lnTo>
                  <a:lnTo>
                    <a:pt x="179648" y="185390"/>
                  </a:lnTo>
                  <a:lnTo>
                    <a:pt x="179499" y="185242"/>
                  </a:lnTo>
                  <a:lnTo>
                    <a:pt x="179375" y="185397"/>
                  </a:lnTo>
                  <a:lnTo>
                    <a:pt x="179106" y="185484"/>
                  </a:lnTo>
                  <a:lnTo>
                    <a:pt x="178970" y="185239"/>
                  </a:lnTo>
                  <a:lnTo>
                    <a:pt x="179005" y="185094"/>
                  </a:lnTo>
                  <a:lnTo>
                    <a:pt x="179119" y="184958"/>
                  </a:lnTo>
                  <a:lnTo>
                    <a:pt x="179348" y="184713"/>
                  </a:lnTo>
                  <a:lnTo>
                    <a:pt x="179680" y="184360"/>
                  </a:lnTo>
                  <a:lnTo>
                    <a:pt x="180215" y="183974"/>
                  </a:lnTo>
                  <a:lnTo>
                    <a:pt x="180441" y="183860"/>
                  </a:lnTo>
                  <a:lnTo>
                    <a:pt x="180982" y="183490"/>
                  </a:lnTo>
                  <a:lnTo>
                    <a:pt x="181393" y="183166"/>
                  </a:lnTo>
                  <a:lnTo>
                    <a:pt x="181713" y="182941"/>
                  </a:lnTo>
                  <a:lnTo>
                    <a:pt x="181900" y="182821"/>
                  </a:lnTo>
                  <a:lnTo>
                    <a:pt x="182087" y="182695"/>
                  </a:lnTo>
                  <a:lnTo>
                    <a:pt x="182275" y="182544"/>
                  </a:lnTo>
                  <a:lnTo>
                    <a:pt x="182395" y="182408"/>
                  </a:lnTo>
                  <a:lnTo>
                    <a:pt x="182531" y="182325"/>
                  </a:lnTo>
                  <a:lnTo>
                    <a:pt x="182801" y="182244"/>
                  </a:lnTo>
                  <a:lnTo>
                    <a:pt x="183068" y="182343"/>
                  </a:lnTo>
                  <a:lnTo>
                    <a:pt x="183338" y="182556"/>
                  </a:lnTo>
                  <a:lnTo>
                    <a:pt x="183416" y="182686"/>
                  </a:lnTo>
                  <a:lnTo>
                    <a:pt x="183262" y="182865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469623" y="5594981"/>
              <a:ext cx="184663" cy="187801"/>
            </a:xfrm>
            <a:custGeom>
              <a:avLst/>
              <a:pathLst>
                <a:path w="184663" h="187801">
                  <a:moveTo>
                    <a:pt x="182879" y="182879"/>
                  </a:moveTo>
                  <a:lnTo>
                    <a:pt x="183274" y="183444"/>
                  </a:lnTo>
                  <a:lnTo>
                    <a:pt x="183531" y="183215"/>
                  </a:lnTo>
                  <a:lnTo>
                    <a:pt x="183645" y="182900"/>
                  </a:lnTo>
                  <a:lnTo>
                    <a:pt x="183724" y="183036"/>
                  </a:lnTo>
                  <a:lnTo>
                    <a:pt x="183896" y="183339"/>
                  </a:lnTo>
                  <a:lnTo>
                    <a:pt x="184091" y="183822"/>
                  </a:lnTo>
                  <a:lnTo>
                    <a:pt x="184052" y="184062"/>
                  </a:lnTo>
                  <a:lnTo>
                    <a:pt x="184034" y="184264"/>
                  </a:lnTo>
                  <a:lnTo>
                    <a:pt x="184663" y="185016"/>
                  </a:lnTo>
                  <a:lnTo>
                    <a:pt x="184613" y="185288"/>
                  </a:lnTo>
                  <a:lnTo>
                    <a:pt x="184258" y="185387"/>
                  </a:lnTo>
                  <a:lnTo>
                    <a:pt x="183847" y="185026"/>
                  </a:lnTo>
                  <a:lnTo>
                    <a:pt x="182409" y="184993"/>
                  </a:lnTo>
                  <a:lnTo>
                    <a:pt x="182121" y="185227"/>
                  </a:lnTo>
                  <a:lnTo>
                    <a:pt x="181512" y="185778"/>
                  </a:lnTo>
                  <a:lnTo>
                    <a:pt x="181224" y="185978"/>
                  </a:lnTo>
                  <a:lnTo>
                    <a:pt x="180479" y="186748"/>
                  </a:lnTo>
                  <a:lnTo>
                    <a:pt x="180789" y="187083"/>
                  </a:lnTo>
                  <a:lnTo>
                    <a:pt x="180606" y="187308"/>
                  </a:lnTo>
                  <a:lnTo>
                    <a:pt x="180509" y="187801"/>
                  </a:lnTo>
                  <a:lnTo>
                    <a:pt x="180062" y="187529"/>
                  </a:lnTo>
                  <a:lnTo>
                    <a:pt x="178130" y="186890"/>
                  </a:lnTo>
                  <a:lnTo>
                    <a:pt x="178046" y="186539"/>
                  </a:lnTo>
                  <a:lnTo>
                    <a:pt x="177551" y="185745"/>
                  </a:lnTo>
                  <a:lnTo>
                    <a:pt x="177827" y="185371"/>
                  </a:lnTo>
                  <a:lnTo>
                    <a:pt x="178203" y="186272"/>
                  </a:lnTo>
                  <a:lnTo>
                    <a:pt x="178945" y="186641"/>
                  </a:lnTo>
                  <a:lnTo>
                    <a:pt x="178913" y="186846"/>
                  </a:lnTo>
                  <a:lnTo>
                    <a:pt x="179283" y="186991"/>
                  </a:lnTo>
                  <a:lnTo>
                    <a:pt x="179423" y="186482"/>
                  </a:lnTo>
                  <a:lnTo>
                    <a:pt x="179726" y="186555"/>
                  </a:lnTo>
                  <a:lnTo>
                    <a:pt x="180055" y="186800"/>
                  </a:lnTo>
                  <a:lnTo>
                    <a:pt x="180207" y="186162"/>
                  </a:lnTo>
                  <a:lnTo>
                    <a:pt x="180385" y="186065"/>
                  </a:lnTo>
                  <a:lnTo>
                    <a:pt x="180350" y="185664"/>
                  </a:lnTo>
                  <a:lnTo>
                    <a:pt x="180097" y="185461"/>
                  </a:lnTo>
                  <a:lnTo>
                    <a:pt x="179468" y="185637"/>
                  </a:lnTo>
                  <a:lnTo>
                    <a:pt x="179130" y="185689"/>
                  </a:lnTo>
                  <a:lnTo>
                    <a:pt x="178758" y="185696"/>
                  </a:lnTo>
                  <a:lnTo>
                    <a:pt x="178465" y="185545"/>
                  </a:lnTo>
                  <a:lnTo>
                    <a:pt x="178711" y="185265"/>
                  </a:lnTo>
                  <a:lnTo>
                    <a:pt x="178951" y="185343"/>
                  </a:lnTo>
                  <a:lnTo>
                    <a:pt x="179096" y="185290"/>
                  </a:lnTo>
                  <a:lnTo>
                    <a:pt x="179286" y="184829"/>
                  </a:lnTo>
                  <a:lnTo>
                    <a:pt x="179031" y="184578"/>
                  </a:lnTo>
                  <a:lnTo>
                    <a:pt x="178622" y="184872"/>
                  </a:lnTo>
                  <a:lnTo>
                    <a:pt x="178368" y="184727"/>
                  </a:lnTo>
                  <a:lnTo>
                    <a:pt x="178474" y="184515"/>
                  </a:lnTo>
                  <a:lnTo>
                    <a:pt x="178596" y="183962"/>
                  </a:lnTo>
                  <a:lnTo>
                    <a:pt x="178444" y="183650"/>
                  </a:lnTo>
                  <a:lnTo>
                    <a:pt x="178823" y="183647"/>
                  </a:lnTo>
                  <a:lnTo>
                    <a:pt x="179150" y="183604"/>
                  </a:lnTo>
                  <a:lnTo>
                    <a:pt x="179417" y="183762"/>
                  </a:lnTo>
                  <a:lnTo>
                    <a:pt x="179427" y="183941"/>
                  </a:lnTo>
                  <a:lnTo>
                    <a:pt x="179761" y="184346"/>
                  </a:lnTo>
                  <a:lnTo>
                    <a:pt x="179979" y="184297"/>
                  </a:lnTo>
                  <a:lnTo>
                    <a:pt x="180248" y="184117"/>
                  </a:lnTo>
                  <a:lnTo>
                    <a:pt x="180185" y="183984"/>
                  </a:lnTo>
                  <a:lnTo>
                    <a:pt x="180371" y="183688"/>
                  </a:lnTo>
                  <a:lnTo>
                    <a:pt x="180576" y="183586"/>
                  </a:lnTo>
                  <a:lnTo>
                    <a:pt x="180612" y="183200"/>
                  </a:lnTo>
                  <a:lnTo>
                    <a:pt x="180514" y="182559"/>
                  </a:lnTo>
                  <a:lnTo>
                    <a:pt x="180843" y="182571"/>
                  </a:lnTo>
                  <a:lnTo>
                    <a:pt x="181451" y="182844"/>
                  </a:lnTo>
                  <a:lnTo>
                    <a:pt x="181409" y="183355"/>
                  </a:lnTo>
                  <a:lnTo>
                    <a:pt x="181399" y="183581"/>
                  </a:lnTo>
                  <a:lnTo>
                    <a:pt x="181439" y="184004"/>
                  </a:lnTo>
                  <a:lnTo>
                    <a:pt x="181738" y="183692"/>
                  </a:lnTo>
                  <a:lnTo>
                    <a:pt x="181815" y="183083"/>
                  </a:lnTo>
                  <a:lnTo>
                    <a:pt x="182051" y="183358"/>
                  </a:lnTo>
                  <a:lnTo>
                    <a:pt x="182532" y="182715"/>
                  </a:lnTo>
                  <a:lnTo>
                    <a:pt x="182672" y="18233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463980" y="5592879"/>
              <a:ext cx="183146" cy="186899"/>
            </a:xfrm>
            <a:custGeom>
              <a:avLst/>
              <a:pathLst>
                <a:path w="183146" h="186899">
                  <a:moveTo>
                    <a:pt x="182879" y="182879"/>
                  </a:moveTo>
                  <a:lnTo>
                    <a:pt x="183146" y="182936"/>
                  </a:lnTo>
                  <a:lnTo>
                    <a:pt x="182823" y="183168"/>
                  </a:lnTo>
                  <a:lnTo>
                    <a:pt x="182488" y="183330"/>
                  </a:lnTo>
                  <a:lnTo>
                    <a:pt x="181966" y="183539"/>
                  </a:lnTo>
                  <a:lnTo>
                    <a:pt x="182145" y="183850"/>
                  </a:lnTo>
                  <a:lnTo>
                    <a:pt x="182235" y="184712"/>
                  </a:lnTo>
                  <a:lnTo>
                    <a:pt x="182227" y="184907"/>
                  </a:lnTo>
                  <a:lnTo>
                    <a:pt x="181707" y="185934"/>
                  </a:lnTo>
                  <a:lnTo>
                    <a:pt x="181707" y="186073"/>
                  </a:lnTo>
                  <a:lnTo>
                    <a:pt x="181728" y="186256"/>
                  </a:lnTo>
                  <a:lnTo>
                    <a:pt x="181853" y="186899"/>
                  </a:lnTo>
                  <a:lnTo>
                    <a:pt x="181696" y="186887"/>
                  </a:lnTo>
                  <a:lnTo>
                    <a:pt x="181357" y="186766"/>
                  </a:lnTo>
                  <a:lnTo>
                    <a:pt x="179921" y="186740"/>
                  </a:lnTo>
                  <a:lnTo>
                    <a:pt x="180382" y="186323"/>
                  </a:lnTo>
                  <a:lnTo>
                    <a:pt x="180958" y="186508"/>
                  </a:lnTo>
                  <a:lnTo>
                    <a:pt x="181180" y="186309"/>
                  </a:lnTo>
                  <a:lnTo>
                    <a:pt x="181329" y="186006"/>
                  </a:lnTo>
                  <a:lnTo>
                    <a:pt x="181319" y="185545"/>
                  </a:lnTo>
                  <a:lnTo>
                    <a:pt x="180790" y="185237"/>
                  </a:lnTo>
                  <a:lnTo>
                    <a:pt x="181492" y="184173"/>
                  </a:lnTo>
                  <a:lnTo>
                    <a:pt x="181505" y="183023"/>
                  </a:lnTo>
                  <a:lnTo>
                    <a:pt x="181655" y="18253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467588" y="5594291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466739" y="5591098"/>
              <a:ext cx="183598" cy="185525"/>
            </a:xfrm>
            <a:custGeom>
              <a:avLst/>
              <a:pathLst>
                <a:path w="183598" h="185525">
                  <a:moveTo>
                    <a:pt x="182879" y="182879"/>
                  </a:moveTo>
                  <a:lnTo>
                    <a:pt x="183106" y="182891"/>
                  </a:lnTo>
                  <a:lnTo>
                    <a:pt x="183297" y="183038"/>
                  </a:lnTo>
                  <a:lnTo>
                    <a:pt x="183411" y="183348"/>
                  </a:lnTo>
                  <a:lnTo>
                    <a:pt x="183598" y="184158"/>
                  </a:lnTo>
                  <a:lnTo>
                    <a:pt x="183132" y="184498"/>
                  </a:lnTo>
                  <a:lnTo>
                    <a:pt x="182998" y="184628"/>
                  </a:lnTo>
                  <a:lnTo>
                    <a:pt x="183084" y="184803"/>
                  </a:lnTo>
                  <a:lnTo>
                    <a:pt x="183235" y="185208"/>
                  </a:lnTo>
                  <a:lnTo>
                    <a:pt x="183230" y="185447"/>
                  </a:lnTo>
                  <a:lnTo>
                    <a:pt x="182580" y="185525"/>
                  </a:lnTo>
                  <a:lnTo>
                    <a:pt x="182611" y="185394"/>
                  </a:lnTo>
                  <a:lnTo>
                    <a:pt x="182924" y="184840"/>
                  </a:lnTo>
                  <a:lnTo>
                    <a:pt x="182835" y="184525"/>
                  </a:lnTo>
                  <a:lnTo>
                    <a:pt x="182494" y="184124"/>
                  </a:lnTo>
                  <a:lnTo>
                    <a:pt x="182327" y="183766"/>
                  </a:lnTo>
                  <a:lnTo>
                    <a:pt x="182306" y="183620"/>
                  </a:lnTo>
                  <a:lnTo>
                    <a:pt x="182065" y="183384"/>
                  </a:lnTo>
                  <a:lnTo>
                    <a:pt x="181352" y="183932"/>
                  </a:lnTo>
                  <a:lnTo>
                    <a:pt x="181166" y="183754"/>
                  </a:lnTo>
                  <a:lnTo>
                    <a:pt x="180802" y="183377"/>
                  </a:lnTo>
                  <a:lnTo>
                    <a:pt x="180898" y="183197"/>
                  </a:lnTo>
                  <a:lnTo>
                    <a:pt x="181015" y="183053"/>
                  </a:lnTo>
                  <a:lnTo>
                    <a:pt x="181623" y="182890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463175" y="5592299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736" y="18260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4467486" y="5587384"/>
              <a:ext cx="183437" cy="182879"/>
            </a:xfrm>
            <a:custGeom>
              <a:avLst/>
              <a:pathLst>
                <a:path w="183437" h="182879">
                  <a:moveTo>
                    <a:pt x="182879" y="182879"/>
                  </a:moveTo>
                  <a:lnTo>
                    <a:pt x="182511" y="182703"/>
                  </a:lnTo>
                  <a:lnTo>
                    <a:pt x="182821" y="182221"/>
                  </a:lnTo>
                  <a:lnTo>
                    <a:pt x="182934" y="182126"/>
                  </a:lnTo>
                  <a:lnTo>
                    <a:pt x="183437" y="182749"/>
                  </a:lnTo>
                  <a:lnTo>
                    <a:pt x="183297" y="18285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4562330" y="5683891"/>
              <a:ext cx="182922" cy="182879"/>
            </a:xfrm>
            <a:custGeom>
              <a:avLst/>
              <a:pathLst>
                <a:path w="182922" h="182879">
                  <a:moveTo>
                    <a:pt x="182879" y="182879"/>
                  </a:moveTo>
                  <a:lnTo>
                    <a:pt x="182555" y="182876"/>
                  </a:lnTo>
                  <a:lnTo>
                    <a:pt x="182528" y="182501"/>
                  </a:lnTo>
                  <a:lnTo>
                    <a:pt x="182922" y="18261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4557904" y="5676608"/>
              <a:ext cx="186694" cy="187055"/>
            </a:xfrm>
            <a:custGeom>
              <a:avLst/>
              <a:pathLst>
                <a:path w="186694" h="187055">
                  <a:moveTo>
                    <a:pt x="182879" y="182879"/>
                  </a:moveTo>
                  <a:lnTo>
                    <a:pt x="183169" y="182801"/>
                  </a:lnTo>
                  <a:lnTo>
                    <a:pt x="183618" y="182852"/>
                  </a:lnTo>
                  <a:lnTo>
                    <a:pt x="184249" y="182766"/>
                  </a:lnTo>
                  <a:lnTo>
                    <a:pt x="185285" y="182991"/>
                  </a:lnTo>
                  <a:lnTo>
                    <a:pt x="185158" y="183238"/>
                  </a:lnTo>
                  <a:lnTo>
                    <a:pt x="185439" y="183981"/>
                  </a:lnTo>
                  <a:lnTo>
                    <a:pt x="185263" y="184007"/>
                  </a:lnTo>
                  <a:lnTo>
                    <a:pt x="185047" y="184152"/>
                  </a:lnTo>
                  <a:lnTo>
                    <a:pt x="184953" y="184395"/>
                  </a:lnTo>
                  <a:lnTo>
                    <a:pt x="184988" y="184591"/>
                  </a:lnTo>
                  <a:lnTo>
                    <a:pt x="185070" y="184764"/>
                  </a:lnTo>
                  <a:lnTo>
                    <a:pt x="185190" y="185092"/>
                  </a:lnTo>
                  <a:lnTo>
                    <a:pt x="185605" y="185440"/>
                  </a:lnTo>
                  <a:lnTo>
                    <a:pt x="186341" y="185809"/>
                  </a:lnTo>
                  <a:lnTo>
                    <a:pt x="186694" y="186139"/>
                  </a:lnTo>
                  <a:lnTo>
                    <a:pt x="186514" y="186562"/>
                  </a:lnTo>
                  <a:lnTo>
                    <a:pt x="186481" y="186713"/>
                  </a:lnTo>
                  <a:lnTo>
                    <a:pt x="185614" y="187027"/>
                  </a:lnTo>
                  <a:lnTo>
                    <a:pt x="185327" y="187055"/>
                  </a:lnTo>
                  <a:lnTo>
                    <a:pt x="185163" y="186692"/>
                  </a:lnTo>
                  <a:lnTo>
                    <a:pt x="185005" y="186461"/>
                  </a:lnTo>
                  <a:lnTo>
                    <a:pt x="184891" y="186297"/>
                  </a:lnTo>
                  <a:lnTo>
                    <a:pt x="184610" y="186028"/>
                  </a:lnTo>
                  <a:lnTo>
                    <a:pt x="184244" y="185842"/>
                  </a:lnTo>
                  <a:lnTo>
                    <a:pt x="183554" y="185837"/>
                  </a:lnTo>
                  <a:lnTo>
                    <a:pt x="182858" y="185036"/>
                  </a:lnTo>
                  <a:lnTo>
                    <a:pt x="182430" y="184457"/>
                  </a:lnTo>
                  <a:lnTo>
                    <a:pt x="182381" y="183980"/>
                  </a:lnTo>
                  <a:lnTo>
                    <a:pt x="182452" y="183692"/>
                  </a:lnTo>
                  <a:lnTo>
                    <a:pt x="182126" y="183165"/>
                  </a:lnTo>
                  <a:lnTo>
                    <a:pt x="182343" y="182780"/>
                  </a:lnTo>
                  <a:lnTo>
                    <a:pt x="182647" y="18289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4502998" y="5662966"/>
              <a:ext cx="183973" cy="183361"/>
            </a:xfrm>
            <a:custGeom>
              <a:avLst/>
              <a:pathLst>
                <a:path w="183973" h="183361">
                  <a:moveTo>
                    <a:pt x="182879" y="182879"/>
                  </a:moveTo>
                  <a:lnTo>
                    <a:pt x="182942" y="182686"/>
                  </a:lnTo>
                  <a:lnTo>
                    <a:pt x="182967" y="182532"/>
                  </a:lnTo>
                  <a:lnTo>
                    <a:pt x="182903" y="182267"/>
                  </a:lnTo>
                  <a:lnTo>
                    <a:pt x="183306" y="181937"/>
                  </a:lnTo>
                  <a:lnTo>
                    <a:pt x="183882" y="181815"/>
                  </a:lnTo>
                  <a:lnTo>
                    <a:pt x="183973" y="182613"/>
                  </a:lnTo>
                  <a:lnTo>
                    <a:pt x="183778" y="182726"/>
                  </a:lnTo>
                  <a:lnTo>
                    <a:pt x="183636" y="182807"/>
                  </a:lnTo>
                  <a:lnTo>
                    <a:pt x="183477" y="182949"/>
                  </a:lnTo>
                  <a:lnTo>
                    <a:pt x="183201" y="183361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4499214" y="5648517"/>
              <a:ext cx="184384" cy="185532"/>
            </a:xfrm>
            <a:custGeom>
              <a:avLst/>
              <a:pathLst>
                <a:path w="184384" h="185532">
                  <a:moveTo>
                    <a:pt x="182879" y="182879"/>
                  </a:moveTo>
                  <a:lnTo>
                    <a:pt x="182969" y="183052"/>
                  </a:lnTo>
                  <a:lnTo>
                    <a:pt x="183105" y="183251"/>
                  </a:lnTo>
                  <a:lnTo>
                    <a:pt x="183233" y="183474"/>
                  </a:lnTo>
                  <a:lnTo>
                    <a:pt x="183347" y="183679"/>
                  </a:lnTo>
                  <a:lnTo>
                    <a:pt x="183458" y="183966"/>
                  </a:lnTo>
                  <a:lnTo>
                    <a:pt x="183741" y="184318"/>
                  </a:lnTo>
                  <a:lnTo>
                    <a:pt x="183911" y="184526"/>
                  </a:lnTo>
                  <a:lnTo>
                    <a:pt x="184384" y="185532"/>
                  </a:lnTo>
                  <a:lnTo>
                    <a:pt x="184142" y="185368"/>
                  </a:lnTo>
                  <a:lnTo>
                    <a:pt x="183994" y="185178"/>
                  </a:lnTo>
                  <a:lnTo>
                    <a:pt x="183961" y="184979"/>
                  </a:lnTo>
                  <a:lnTo>
                    <a:pt x="183876" y="184844"/>
                  </a:lnTo>
                  <a:lnTo>
                    <a:pt x="183128" y="183823"/>
                  </a:lnTo>
                  <a:lnTo>
                    <a:pt x="182989" y="183653"/>
                  </a:lnTo>
                  <a:lnTo>
                    <a:pt x="182752" y="183299"/>
                  </a:lnTo>
                  <a:lnTo>
                    <a:pt x="182531" y="182948"/>
                  </a:lnTo>
                  <a:lnTo>
                    <a:pt x="182433" y="182808"/>
                  </a:lnTo>
                  <a:lnTo>
                    <a:pt x="182196" y="182239"/>
                  </a:lnTo>
                  <a:lnTo>
                    <a:pt x="182459" y="182363"/>
                  </a:lnTo>
                  <a:lnTo>
                    <a:pt x="182836" y="18274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4557031" y="5644634"/>
              <a:ext cx="183260" cy="185082"/>
            </a:xfrm>
            <a:custGeom>
              <a:avLst/>
              <a:pathLst>
                <a:path w="183260" h="185082">
                  <a:moveTo>
                    <a:pt x="182879" y="182879"/>
                  </a:moveTo>
                  <a:lnTo>
                    <a:pt x="183108" y="182795"/>
                  </a:lnTo>
                  <a:lnTo>
                    <a:pt x="183247" y="182897"/>
                  </a:lnTo>
                  <a:lnTo>
                    <a:pt x="183260" y="183082"/>
                  </a:lnTo>
                  <a:lnTo>
                    <a:pt x="183177" y="183740"/>
                  </a:lnTo>
                  <a:lnTo>
                    <a:pt x="182784" y="184334"/>
                  </a:lnTo>
                  <a:lnTo>
                    <a:pt x="182890" y="184603"/>
                  </a:lnTo>
                  <a:lnTo>
                    <a:pt x="182886" y="185082"/>
                  </a:lnTo>
                  <a:lnTo>
                    <a:pt x="182470" y="184836"/>
                  </a:lnTo>
                  <a:lnTo>
                    <a:pt x="181772" y="184479"/>
                  </a:lnTo>
                  <a:lnTo>
                    <a:pt x="181605" y="184186"/>
                  </a:lnTo>
                  <a:lnTo>
                    <a:pt x="181637" y="183836"/>
                  </a:lnTo>
                  <a:lnTo>
                    <a:pt x="181481" y="183567"/>
                  </a:lnTo>
                  <a:lnTo>
                    <a:pt x="181607" y="182911"/>
                  </a:lnTo>
                  <a:lnTo>
                    <a:pt x="181882" y="182930"/>
                  </a:lnTo>
                  <a:lnTo>
                    <a:pt x="182495" y="18292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4489979" y="5614267"/>
              <a:ext cx="183291" cy="182879"/>
            </a:xfrm>
            <a:custGeom>
              <a:avLst/>
              <a:pathLst>
                <a:path w="183291" h="182879">
                  <a:moveTo>
                    <a:pt x="182879" y="182879"/>
                  </a:moveTo>
                  <a:lnTo>
                    <a:pt x="182960" y="182722"/>
                  </a:lnTo>
                  <a:lnTo>
                    <a:pt x="183083" y="182482"/>
                  </a:lnTo>
                  <a:lnTo>
                    <a:pt x="183291" y="182071"/>
                  </a:lnTo>
                  <a:lnTo>
                    <a:pt x="183220" y="182321"/>
                  </a:lnTo>
                  <a:lnTo>
                    <a:pt x="183046" y="18287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4492819" y="5599098"/>
              <a:ext cx="183264" cy="183114"/>
            </a:xfrm>
            <a:custGeom>
              <a:avLst/>
              <a:pathLst>
                <a:path w="183264" h="183114">
                  <a:moveTo>
                    <a:pt x="182879" y="182879"/>
                  </a:moveTo>
                  <a:lnTo>
                    <a:pt x="183115" y="182796"/>
                  </a:lnTo>
                  <a:lnTo>
                    <a:pt x="183264" y="183114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4560216" y="5503752"/>
              <a:ext cx="203285" cy="365647"/>
            </a:xfrm>
            <a:custGeom>
              <a:avLst/>
              <a:pathLst>
                <a:path w="203285" h="365647">
                  <a:moveTo>
                    <a:pt x="182879" y="182879"/>
                  </a:moveTo>
                  <a:lnTo>
                    <a:pt x="183131" y="182809"/>
                  </a:lnTo>
                  <a:lnTo>
                    <a:pt x="183392" y="182868"/>
                  </a:lnTo>
                  <a:lnTo>
                    <a:pt x="183740" y="183142"/>
                  </a:lnTo>
                  <a:lnTo>
                    <a:pt x="184394" y="183373"/>
                  </a:lnTo>
                  <a:lnTo>
                    <a:pt x="184583" y="183501"/>
                  </a:lnTo>
                  <a:lnTo>
                    <a:pt x="185237" y="183956"/>
                  </a:lnTo>
                  <a:lnTo>
                    <a:pt x="185409" y="184135"/>
                  </a:lnTo>
                  <a:lnTo>
                    <a:pt x="185650" y="184394"/>
                  </a:lnTo>
                  <a:lnTo>
                    <a:pt x="185820" y="184646"/>
                  </a:lnTo>
                  <a:lnTo>
                    <a:pt x="185946" y="184930"/>
                  </a:lnTo>
                  <a:lnTo>
                    <a:pt x="186017" y="185401"/>
                  </a:lnTo>
                  <a:lnTo>
                    <a:pt x="186109" y="186148"/>
                  </a:lnTo>
                  <a:lnTo>
                    <a:pt x="186369" y="186398"/>
                  </a:lnTo>
                  <a:lnTo>
                    <a:pt x="186800" y="186309"/>
                  </a:lnTo>
                  <a:lnTo>
                    <a:pt x="186834" y="186509"/>
                  </a:lnTo>
                  <a:lnTo>
                    <a:pt x="187050" y="187428"/>
                  </a:lnTo>
                  <a:lnTo>
                    <a:pt x="187382" y="187729"/>
                  </a:lnTo>
                  <a:lnTo>
                    <a:pt x="187816" y="187978"/>
                  </a:lnTo>
                  <a:lnTo>
                    <a:pt x="188062" y="187994"/>
                  </a:lnTo>
                  <a:lnTo>
                    <a:pt x="188552" y="187737"/>
                  </a:lnTo>
                  <a:lnTo>
                    <a:pt x="188722" y="187637"/>
                  </a:lnTo>
                  <a:lnTo>
                    <a:pt x="189093" y="187387"/>
                  </a:lnTo>
                  <a:lnTo>
                    <a:pt x="188940" y="187629"/>
                  </a:lnTo>
                  <a:lnTo>
                    <a:pt x="188808" y="187949"/>
                  </a:lnTo>
                  <a:lnTo>
                    <a:pt x="188836" y="189111"/>
                  </a:lnTo>
                  <a:lnTo>
                    <a:pt x="188998" y="189098"/>
                  </a:lnTo>
                  <a:lnTo>
                    <a:pt x="189343" y="189318"/>
                  </a:lnTo>
                  <a:lnTo>
                    <a:pt x="189453" y="189766"/>
                  </a:lnTo>
                  <a:lnTo>
                    <a:pt x="189613" y="190009"/>
                  </a:lnTo>
                  <a:lnTo>
                    <a:pt x="190005" y="189985"/>
                  </a:lnTo>
                  <a:lnTo>
                    <a:pt x="190695" y="190330"/>
                  </a:lnTo>
                  <a:lnTo>
                    <a:pt x="191131" y="190402"/>
                  </a:lnTo>
                  <a:lnTo>
                    <a:pt x="191345" y="191256"/>
                  </a:lnTo>
                  <a:lnTo>
                    <a:pt x="191107" y="191262"/>
                  </a:lnTo>
                  <a:lnTo>
                    <a:pt x="191029" y="191630"/>
                  </a:lnTo>
                  <a:lnTo>
                    <a:pt x="191124" y="191763"/>
                  </a:lnTo>
                  <a:lnTo>
                    <a:pt x="191288" y="191481"/>
                  </a:lnTo>
                  <a:lnTo>
                    <a:pt x="191463" y="191360"/>
                  </a:lnTo>
                  <a:lnTo>
                    <a:pt x="191839" y="191119"/>
                  </a:lnTo>
                  <a:lnTo>
                    <a:pt x="192148" y="190708"/>
                  </a:lnTo>
                  <a:lnTo>
                    <a:pt x="192577" y="190500"/>
                  </a:lnTo>
                  <a:lnTo>
                    <a:pt x="192819" y="190713"/>
                  </a:lnTo>
                  <a:lnTo>
                    <a:pt x="192973" y="190833"/>
                  </a:lnTo>
                  <a:lnTo>
                    <a:pt x="193425" y="191137"/>
                  </a:lnTo>
                  <a:lnTo>
                    <a:pt x="193701" y="190892"/>
                  </a:lnTo>
                  <a:lnTo>
                    <a:pt x="194176" y="190939"/>
                  </a:lnTo>
                  <a:lnTo>
                    <a:pt x="194023" y="191570"/>
                  </a:lnTo>
                  <a:lnTo>
                    <a:pt x="194386" y="191686"/>
                  </a:lnTo>
                  <a:lnTo>
                    <a:pt x="194621" y="191639"/>
                  </a:lnTo>
                  <a:lnTo>
                    <a:pt x="195280" y="192051"/>
                  </a:lnTo>
                  <a:lnTo>
                    <a:pt x="195631" y="191960"/>
                  </a:lnTo>
                  <a:lnTo>
                    <a:pt x="196247" y="192032"/>
                  </a:lnTo>
                  <a:lnTo>
                    <a:pt x="196980" y="192263"/>
                  </a:lnTo>
                  <a:lnTo>
                    <a:pt x="197451" y="192207"/>
                  </a:lnTo>
                  <a:lnTo>
                    <a:pt x="197861" y="192205"/>
                  </a:lnTo>
                  <a:lnTo>
                    <a:pt x="198196" y="192380"/>
                  </a:lnTo>
                  <a:lnTo>
                    <a:pt x="198523" y="192401"/>
                  </a:lnTo>
                  <a:lnTo>
                    <a:pt x="199029" y="192252"/>
                  </a:lnTo>
                  <a:lnTo>
                    <a:pt x="199376" y="191998"/>
                  </a:lnTo>
                  <a:lnTo>
                    <a:pt x="199744" y="191931"/>
                  </a:lnTo>
                  <a:lnTo>
                    <a:pt x="199645" y="192200"/>
                  </a:lnTo>
                  <a:lnTo>
                    <a:pt x="199509" y="192379"/>
                  </a:lnTo>
                  <a:lnTo>
                    <a:pt x="199655" y="192898"/>
                  </a:lnTo>
                  <a:lnTo>
                    <a:pt x="199396" y="193500"/>
                  </a:lnTo>
                  <a:lnTo>
                    <a:pt x="199343" y="193660"/>
                  </a:lnTo>
                  <a:lnTo>
                    <a:pt x="199212" y="194058"/>
                  </a:lnTo>
                  <a:lnTo>
                    <a:pt x="199197" y="194266"/>
                  </a:lnTo>
                  <a:lnTo>
                    <a:pt x="199369" y="194797"/>
                  </a:lnTo>
                  <a:lnTo>
                    <a:pt x="199708" y="195022"/>
                  </a:lnTo>
                  <a:lnTo>
                    <a:pt x="200058" y="195531"/>
                  </a:lnTo>
                  <a:lnTo>
                    <a:pt x="199994" y="195877"/>
                  </a:lnTo>
                  <a:lnTo>
                    <a:pt x="199888" y="196167"/>
                  </a:lnTo>
                  <a:lnTo>
                    <a:pt x="199945" y="196737"/>
                  </a:lnTo>
                  <a:lnTo>
                    <a:pt x="200350" y="197411"/>
                  </a:lnTo>
                  <a:lnTo>
                    <a:pt x="200311" y="197644"/>
                  </a:lnTo>
                  <a:lnTo>
                    <a:pt x="200785" y="197791"/>
                  </a:lnTo>
                  <a:lnTo>
                    <a:pt x="200935" y="197782"/>
                  </a:lnTo>
                  <a:lnTo>
                    <a:pt x="201421" y="197675"/>
                  </a:lnTo>
                  <a:lnTo>
                    <a:pt x="201799" y="197547"/>
                  </a:lnTo>
                  <a:lnTo>
                    <a:pt x="201998" y="197471"/>
                  </a:lnTo>
                  <a:lnTo>
                    <a:pt x="202182" y="197467"/>
                  </a:lnTo>
                  <a:lnTo>
                    <a:pt x="202783" y="197888"/>
                  </a:lnTo>
                  <a:lnTo>
                    <a:pt x="203268" y="198061"/>
                  </a:lnTo>
                  <a:lnTo>
                    <a:pt x="203285" y="198361"/>
                  </a:lnTo>
                  <a:lnTo>
                    <a:pt x="203074" y="198731"/>
                  </a:lnTo>
                  <a:lnTo>
                    <a:pt x="202647" y="199025"/>
                  </a:lnTo>
                  <a:lnTo>
                    <a:pt x="202213" y="199267"/>
                  </a:lnTo>
                  <a:lnTo>
                    <a:pt x="201912" y="199563"/>
                  </a:lnTo>
                  <a:lnTo>
                    <a:pt x="201669" y="199696"/>
                  </a:lnTo>
                  <a:lnTo>
                    <a:pt x="201187" y="199781"/>
                  </a:lnTo>
                  <a:lnTo>
                    <a:pt x="200991" y="199883"/>
                  </a:lnTo>
                  <a:lnTo>
                    <a:pt x="200731" y="200017"/>
                  </a:lnTo>
                  <a:lnTo>
                    <a:pt x="200016" y="200351"/>
                  </a:lnTo>
                  <a:lnTo>
                    <a:pt x="199643" y="200714"/>
                  </a:lnTo>
                  <a:lnTo>
                    <a:pt x="199425" y="201119"/>
                  </a:lnTo>
                  <a:lnTo>
                    <a:pt x="199012" y="201528"/>
                  </a:lnTo>
                  <a:lnTo>
                    <a:pt x="198736" y="201840"/>
                  </a:lnTo>
                  <a:lnTo>
                    <a:pt x="198473" y="201952"/>
                  </a:lnTo>
                  <a:lnTo>
                    <a:pt x="198287" y="202030"/>
                  </a:lnTo>
                  <a:lnTo>
                    <a:pt x="197921" y="202403"/>
                  </a:lnTo>
                  <a:lnTo>
                    <a:pt x="197973" y="202767"/>
                  </a:lnTo>
                  <a:lnTo>
                    <a:pt x="197748" y="203364"/>
                  </a:lnTo>
                  <a:lnTo>
                    <a:pt x="197470" y="203648"/>
                  </a:lnTo>
                  <a:lnTo>
                    <a:pt x="197293" y="203828"/>
                  </a:lnTo>
                  <a:lnTo>
                    <a:pt x="196220" y="204747"/>
                  </a:lnTo>
                  <a:lnTo>
                    <a:pt x="195916" y="205261"/>
                  </a:lnTo>
                  <a:lnTo>
                    <a:pt x="195470" y="205942"/>
                  </a:lnTo>
                  <a:lnTo>
                    <a:pt x="195422" y="206446"/>
                  </a:lnTo>
                  <a:lnTo>
                    <a:pt x="195171" y="207122"/>
                  </a:lnTo>
                  <a:lnTo>
                    <a:pt x="195091" y="207454"/>
                  </a:lnTo>
                  <a:lnTo>
                    <a:pt x="195021" y="207796"/>
                  </a:lnTo>
                  <a:lnTo>
                    <a:pt x="194958" y="208084"/>
                  </a:lnTo>
                  <a:lnTo>
                    <a:pt x="194914" y="208346"/>
                  </a:lnTo>
                  <a:lnTo>
                    <a:pt x="194891" y="208507"/>
                  </a:lnTo>
                  <a:lnTo>
                    <a:pt x="194843" y="208834"/>
                  </a:lnTo>
                  <a:lnTo>
                    <a:pt x="194740" y="209618"/>
                  </a:lnTo>
                  <a:lnTo>
                    <a:pt x="194703" y="209951"/>
                  </a:lnTo>
                  <a:lnTo>
                    <a:pt x="194696" y="210087"/>
                  </a:lnTo>
                  <a:lnTo>
                    <a:pt x="194684" y="210370"/>
                  </a:lnTo>
                  <a:lnTo>
                    <a:pt x="194678" y="210503"/>
                  </a:lnTo>
                  <a:lnTo>
                    <a:pt x="194673" y="210775"/>
                  </a:lnTo>
                  <a:lnTo>
                    <a:pt x="194678" y="211041"/>
                  </a:lnTo>
                  <a:lnTo>
                    <a:pt x="194681" y="211219"/>
                  </a:lnTo>
                  <a:lnTo>
                    <a:pt x="194691" y="211424"/>
                  </a:lnTo>
                  <a:lnTo>
                    <a:pt x="194703" y="211582"/>
                  </a:lnTo>
                  <a:lnTo>
                    <a:pt x="194731" y="211869"/>
                  </a:lnTo>
                  <a:lnTo>
                    <a:pt x="194773" y="212178"/>
                  </a:lnTo>
                  <a:lnTo>
                    <a:pt x="194876" y="212697"/>
                  </a:lnTo>
                  <a:lnTo>
                    <a:pt x="194947" y="212938"/>
                  </a:lnTo>
                  <a:lnTo>
                    <a:pt x="195138" y="213407"/>
                  </a:lnTo>
                  <a:lnTo>
                    <a:pt x="195227" y="213600"/>
                  </a:lnTo>
                  <a:lnTo>
                    <a:pt x="195361" y="213885"/>
                  </a:lnTo>
                  <a:lnTo>
                    <a:pt x="195419" y="214116"/>
                  </a:lnTo>
                  <a:lnTo>
                    <a:pt x="195047" y="214288"/>
                  </a:lnTo>
                  <a:lnTo>
                    <a:pt x="194758" y="214448"/>
                  </a:lnTo>
                  <a:lnTo>
                    <a:pt x="195490" y="214628"/>
                  </a:lnTo>
                  <a:lnTo>
                    <a:pt x="195530" y="214895"/>
                  </a:lnTo>
                  <a:lnTo>
                    <a:pt x="195533" y="215024"/>
                  </a:lnTo>
                  <a:lnTo>
                    <a:pt x="195537" y="215215"/>
                  </a:lnTo>
                  <a:lnTo>
                    <a:pt x="195540" y="215348"/>
                  </a:lnTo>
                  <a:lnTo>
                    <a:pt x="195544" y="215524"/>
                  </a:lnTo>
                  <a:lnTo>
                    <a:pt x="195566" y="215916"/>
                  </a:lnTo>
                  <a:lnTo>
                    <a:pt x="195576" y="216083"/>
                  </a:lnTo>
                  <a:lnTo>
                    <a:pt x="195608" y="216438"/>
                  </a:lnTo>
                  <a:lnTo>
                    <a:pt x="195630" y="216596"/>
                  </a:lnTo>
                  <a:lnTo>
                    <a:pt x="195655" y="216758"/>
                  </a:lnTo>
                  <a:lnTo>
                    <a:pt x="195724" y="217137"/>
                  </a:lnTo>
                  <a:lnTo>
                    <a:pt x="195788" y="217434"/>
                  </a:lnTo>
                  <a:lnTo>
                    <a:pt x="195832" y="217597"/>
                  </a:lnTo>
                  <a:lnTo>
                    <a:pt x="195910" y="217875"/>
                  </a:lnTo>
                  <a:lnTo>
                    <a:pt x="196083" y="218366"/>
                  </a:lnTo>
                  <a:lnTo>
                    <a:pt x="196250" y="218800"/>
                  </a:lnTo>
                  <a:lnTo>
                    <a:pt x="196374" y="219053"/>
                  </a:lnTo>
                  <a:lnTo>
                    <a:pt x="196503" y="219306"/>
                  </a:lnTo>
                  <a:lnTo>
                    <a:pt x="196697" y="219600"/>
                  </a:lnTo>
                  <a:lnTo>
                    <a:pt x="196913" y="219856"/>
                  </a:lnTo>
                  <a:lnTo>
                    <a:pt x="197666" y="220074"/>
                  </a:lnTo>
                  <a:lnTo>
                    <a:pt x="197877" y="220366"/>
                  </a:lnTo>
                  <a:lnTo>
                    <a:pt x="197582" y="220386"/>
                  </a:lnTo>
                  <a:lnTo>
                    <a:pt x="196929" y="220074"/>
                  </a:lnTo>
                  <a:lnTo>
                    <a:pt x="196613" y="220170"/>
                  </a:lnTo>
                  <a:lnTo>
                    <a:pt x="196534" y="220367"/>
                  </a:lnTo>
                  <a:lnTo>
                    <a:pt x="196788" y="220696"/>
                  </a:lnTo>
                  <a:lnTo>
                    <a:pt x="196826" y="220834"/>
                  </a:lnTo>
                  <a:lnTo>
                    <a:pt x="196947" y="221069"/>
                  </a:lnTo>
                  <a:lnTo>
                    <a:pt x="197271" y="221108"/>
                  </a:lnTo>
                  <a:lnTo>
                    <a:pt x="197474" y="221457"/>
                  </a:lnTo>
                  <a:lnTo>
                    <a:pt x="197115" y="221726"/>
                  </a:lnTo>
                  <a:lnTo>
                    <a:pt x="197116" y="221899"/>
                  </a:lnTo>
                  <a:lnTo>
                    <a:pt x="197134" y="222202"/>
                  </a:lnTo>
                  <a:lnTo>
                    <a:pt x="197162" y="222661"/>
                  </a:lnTo>
                  <a:lnTo>
                    <a:pt x="197225" y="223085"/>
                  </a:lnTo>
                  <a:lnTo>
                    <a:pt x="197313" y="223853"/>
                  </a:lnTo>
                  <a:lnTo>
                    <a:pt x="197251" y="224022"/>
                  </a:lnTo>
                  <a:lnTo>
                    <a:pt x="197080" y="224207"/>
                  </a:lnTo>
                  <a:lnTo>
                    <a:pt x="196894" y="224234"/>
                  </a:lnTo>
                  <a:lnTo>
                    <a:pt x="195708" y="224839"/>
                  </a:lnTo>
                  <a:lnTo>
                    <a:pt x="195632" y="225367"/>
                  </a:lnTo>
                  <a:lnTo>
                    <a:pt x="195768" y="225845"/>
                  </a:lnTo>
                  <a:lnTo>
                    <a:pt x="196202" y="226004"/>
                  </a:lnTo>
                  <a:lnTo>
                    <a:pt x="196276" y="226581"/>
                  </a:lnTo>
                  <a:lnTo>
                    <a:pt x="196153" y="226796"/>
                  </a:lnTo>
                  <a:lnTo>
                    <a:pt x="195628" y="227250"/>
                  </a:lnTo>
                  <a:lnTo>
                    <a:pt x="195153" y="227512"/>
                  </a:lnTo>
                  <a:lnTo>
                    <a:pt x="194997" y="227583"/>
                  </a:lnTo>
                  <a:lnTo>
                    <a:pt x="194778" y="227945"/>
                  </a:lnTo>
                  <a:lnTo>
                    <a:pt x="194726" y="228212"/>
                  </a:lnTo>
                  <a:lnTo>
                    <a:pt x="194333" y="228785"/>
                  </a:lnTo>
                  <a:lnTo>
                    <a:pt x="193789" y="229366"/>
                  </a:lnTo>
                  <a:lnTo>
                    <a:pt x="193638" y="229731"/>
                  </a:lnTo>
                  <a:lnTo>
                    <a:pt x="193437" y="230339"/>
                  </a:lnTo>
                  <a:lnTo>
                    <a:pt x="193402" y="230511"/>
                  </a:lnTo>
                  <a:lnTo>
                    <a:pt x="193366" y="230687"/>
                  </a:lnTo>
                  <a:lnTo>
                    <a:pt x="193337" y="230840"/>
                  </a:lnTo>
                  <a:lnTo>
                    <a:pt x="193281" y="231259"/>
                  </a:lnTo>
                  <a:lnTo>
                    <a:pt x="193228" y="231967"/>
                  </a:lnTo>
                  <a:lnTo>
                    <a:pt x="193211" y="232299"/>
                  </a:lnTo>
                  <a:lnTo>
                    <a:pt x="193021" y="232888"/>
                  </a:lnTo>
                  <a:lnTo>
                    <a:pt x="192795" y="233443"/>
                  </a:lnTo>
                  <a:lnTo>
                    <a:pt x="192540" y="234140"/>
                  </a:lnTo>
                  <a:lnTo>
                    <a:pt x="192451" y="234782"/>
                  </a:lnTo>
                  <a:lnTo>
                    <a:pt x="192543" y="235792"/>
                  </a:lnTo>
                  <a:lnTo>
                    <a:pt x="191869" y="236157"/>
                  </a:lnTo>
                  <a:lnTo>
                    <a:pt x="191477" y="237265"/>
                  </a:lnTo>
                  <a:lnTo>
                    <a:pt x="191376" y="237508"/>
                  </a:lnTo>
                  <a:lnTo>
                    <a:pt x="191276" y="237844"/>
                  </a:lnTo>
                  <a:lnTo>
                    <a:pt x="191174" y="238390"/>
                  </a:lnTo>
                  <a:lnTo>
                    <a:pt x="191036" y="238683"/>
                  </a:lnTo>
                  <a:lnTo>
                    <a:pt x="190660" y="239107"/>
                  </a:lnTo>
                  <a:lnTo>
                    <a:pt x="189612" y="239884"/>
                  </a:lnTo>
                  <a:lnTo>
                    <a:pt x="189456" y="240249"/>
                  </a:lnTo>
                  <a:lnTo>
                    <a:pt x="189277" y="240531"/>
                  </a:lnTo>
                  <a:lnTo>
                    <a:pt x="189076" y="240633"/>
                  </a:lnTo>
                  <a:lnTo>
                    <a:pt x="188839" y="240819"/>
                  </a:lnTo>
                  <a:lnTo>
                    <a:pt x="188145" y="241269"/>
                  </a:lnTo>
                  <a:lnTo>
                    <a:pt x="187752" y="241538"/>
                  </a:lnTo>
                  <a:lnTo>
                    <a:pt x="187388" y="242142"/>
                  </a:lnTo>
                  <a:lnTo>
                    <a:pt x="187168" y="242758"/>
                  </a:lnTo>
                  <a:lnTo>
                    <a:pt x="187221" y="243892"/>
                  </a:lnTo>
                  <a:lnTo>
                    <a:pt x="187345" y="244148"/>
                  </a:lnTo>
                  <a:lnTo>
                    <a:pt x="187382" y="244290"/>
                  </a:lnTo>
                  <a:lnTo>
                    <a:pt x="187302" y="245380"/>
                  </a:lnTo>
                  <a:lnTo>
                    <a:pt x="186193" y="246623"/>
                  </a:lnTo>
                  <a:lnTo>
                    <a:pt x="185434" y="247504"/>
                  </a:lnTo>
                  <a:lnTo>
                    <a:pt x="185212" y="247983"/>
                  </a:lnTo>
                  <a:lnTo>
                    <a:pt x="185087" y="248699"/>
                  </a:lnTo>
                  <a:lnTo>
                    <a:pt x="185089" y="248889"/>
                  </a:lnTo>
                  <a:lnTo>
                    <a:pt x="185101" y="249064"/>
                  </a:lnTo>
                  <a:lnTo>
                    <a:pt x="185136" y="249344"/>
                  </a:lnTo>
                  <a:lnTo>
                    <a:pt x="185275" y="249856"/>
                  </a:lnTo>
                  <a:lnTo>
                    <a:pt x="185367" y="250105"/>
                  </a:lnTo>
                  <a:lnTo>
                    <a:pt x="186509" y="251825"/>
                  </a:lnTo>
                  <a:lnTo>
                    <a:pt x="186557" y="252244"/>
                  </a:lnTo>
                  <a:lnTo>
                    <a:pt x="186475" y="252406"/>
                  </a:lnTo>
                  <a:lnTo>
                    <a:pt x="186381" y="252590"/>
                  </a:lnTo>
                  <a:lnTo>
                    <a:pt x="186268" y="252798"/>
                  </a:lnTo>
                  <a:lnTo>
                    <a:pt x="186089" y="252960"/>
                  </a:lnTo>
                  <a:lnTo>
                    <a:pt x="185991" y="253192"/>
                  </a:lnTo>
                  <a:lnTo>
                    <a:pt x="185876" y="253350"/>
                  </a:lnTo>
                  <a:lnTo>
                    <a:pt x="185682" y="253490"/>
                  </a:lnTo>
                  <a:lnTo>
                    <a:pt x="185489" y="253661"/>
                  </a:lnTo>
                  <a:lnTo>
                    <a:pt x="185149" y="253960"/>
                  </a:lnTo>
                  <a:lnTo>
                    <a:pt x="185001" y="254192"/>
                  </a:lnTo>
                  <a:lnTo>
                    <a:pt x="184723" y="254664"/>
                  </a:lnTo>
                  <a:lnTo>
                    <a:pt x="184639" y="254993"/>
                  </a:lnTo>
                  <a:lnTo>
                    <a:pt x="184651" y="255174"/>
                  </a:lnTo>
                  <a:lnTo>
                    <a:pt x="184840" y="255669"/>
                  </a:lnTo>
                  <a:lnTo>
                    <a:pt x="184806" y="256348"/>
                  </a:lnTo>
                  <a:lnTo>
                    <a:pt x="184664" y="256953"/>
                  </a:lnTo>
                  <a:lnTo>
                    <a:pt x="184604" y="257170"/>
                  </a:lnTo>
                  <a:lnTo>
                    <a:pt x="184552" y="257765"/>
                  </a:lnTo>
                  <a:lnTo>
                    <a:pt x="184585" y="258070"/>
                  </a:lnTo>
                  <a:lnTo>
                    <a:pt x="184570" y="258225"/>
                  </a:lnTo>
                  <a:lnTo>
                    <a:pt x="184548" y="258460"/>
                  </a:lnTo>
                  <a:lnTo>
                    <a:pt x="184522" y="258736"/>
                  </a:lnTo>
                  <a:lnTo>
                    <a:pt x="184452" y="259156"/>
                  </a:lnTo>
                  <a:lnTo>
                    <a:pt x="184266" y="260087"/>
                  </a:lnTo>
                  <a:lnTo>
                    <a:pt x="184207" y="260314"/>
                  </a:lnTo>
                  <a:lnTo>
                    <a:pt x="184129" y="260582"/>
                  </a:lnTo>
                  <a:lnTo>
                    <a:pt x="183855" y="261322"/>
                  </a:lnTo>
                  <a:lnTo>
                    <a:pt x="183821" y="261472"/>
                  </a:lnTo>
                  <a:lnTo>
                    <a:pt x="183605" y="262011"/>
                  </a:lnTo>
                  <a:lnTo>
                    <a:pt x="183172" y="262866"/>
                  </a:lnTo>
                  <a:lnTo>
                    <a:pt x="183042" y="263321"/>
                  </a:lnTo>
                  <a:lnTo>
                    <a:pt x="183008" y="263567"/>
                  </a:lnTo>
                  <a:lnTo>
                    <a:pt x="182945" y="264702"/>
                  </a:lnTo>
                  <a:lnTo>
                    <a:pt x="182950" y="264936"/>
                  </a:lnTo>
                  <a:lnTo>
                    <a:pt x="183069" y="265497"/>
                  </a:lnTo>
                  <a:lnTo>
                    <a:pt x="183022" y="265688"/>
                  </a:lnTo>
                  <a:lnTo>
                    <a:pt x="182922" y="265972"/>
                  </a:lnTo>
                  <a:lnTo>
                    <a:pt x="182624" y="266660"/>
                  </a:lnTo>
                  <a:lnTo>
                    <a:pt x="182447" y="267138"/>
                  </a:lnTo>
                  <a:lnTo>
                    <a:pt x="182087" y="267480"/>
                  </a:lnTo>
                  <a:lnTo>
                    <a:pt x="181966" y="267750"/>
                  </a:lnTo>
                  <a:lnTo>
                    <a:pt x="181936" y="267997"/>
                  </a:lnTo>
                  <a:lnTo>
                    <a:pt x="181930" y="268203"/>
                  </a:lnTo>
                  <a:lnTo>
                    <a:pt x="182070" y="268755"/>
                  </a:lnTo>
                  <a:lnTo>
                    <a:pt x="182042" y="269051"/>
                  </a:lnTo>
                  <a:lnTo>
                    <a:pt x="181970" y="269298"/>
                  </a:lnTo>
                  <a:lnTo>
                    <a:pt x="181822" y="270161"/>
                  </a:lnTo>
                  <a:lnTo>
                    <a:pt x="181256" y="271668"/>
                  </a:lnTo>
                  <a:lnTo>
                    <a:pt x="181092" y="272396"/>
                  </a:lnTo>
                  <a:lnTo>
                    <a:pt x="181044" y="272683"/>
                  </a:lnTo>
                  <a:lnTo>
                    <a:pt x="181032" y="272881"/>
                  </a:lnTo>
                  <a:lnTo>
                    <a:pt x="181023" y="273038"/>
                  </a:lnTo>
                  <a:lnTo>
                    <a:pt x="181015" y="273323"/>
                  </a:lnTo>
                  <a:lnTo>
                    <a:pt x="181011" y="273732"/>
                  </a:lnTo>
                  <a:lnTo>
                    <a:pt x="181000" y="274380"/>
                  </a:lnTo>
                  <a:lnTo>
                    <a:pt x="180925" y="274676"/>
                  </a:lnTo>
                  <a:lnTo>
                    <a:pt x="180886" y="274836"/>
                  </a:lnTo>
                  <a:lnTo>
                    <a:pt x="180806" y="275406"/>
                  </a:lnTo>
                  <a:lnTo>
                    <a:pt x="180482" y="275997"/>
                  </a:lnTo>
                  <a:lnTo>
                    <a:pt x="180159" y="276601"/>
                  </a:lnTo>
                  <a:lnTo>
                    <a:pt x="180074" y="276999"/>
                  </a:lnTo>
                  <a:lnTo>
                    <a:pt x="179982" y="277414"/>
                  </a:lnTo>
                  <a:lnTo>
                    <a:pt x="179928" y="277621"/>
                  </a:lnTo>
                  <a:lnTo>
                    <a:pt x="179843" y="277888"/>
                  </a:lnTo>
                  <a:lnTo>
                    <a:pt x="179808" y="278064"/>
                  </a:lnTo>
                  <a:lnTo>
                    <a:pt x="179759" y="278556"/>
                  </a:lnTo>
                  <a:lnTo>
                    <a:pt x="179802" y="278766"/>
                  </a:lnTo>
                  <a:lnTo>
                    <a:pt x="179822" y="278959"/>
                  </a:lnTo>
                  <a:lnTo>
                    <a:pt x="179858" y="279520"/>
                  </a:lnTo>
                  <a:lnTo>
                    <a:pt x="180165" y="279866"/>
                  </a:lnTo>
                  <a:lnTo>
                    <a:pt x="180307" y="280073"/>
                  </a:lnTo>
                  <a:lnTo>
                    <a:pt x="180198" y="280327"/>
                  </a:lnTo>
                  <a:lnTo>
                    <a:pt x="180027" y="280601"/>
                  </a:lnTo>
                  <a:lnTo>
                    <a:pt x="179744" y="281294"/>
                  </a:lnTo>
                  <a:lnTo>
                    <a:pt x="179653" y="281573"/>
                  </a:lnTo>
                  <a:lnTo>
                    <a:pt x="179584" y="281840"/>
                  </a:lnTo>
                  <a:lnTo>
                    <a:pt x="179510" y="282186"/>
                  </a:lnTo>
                  <a:lnTo>
                    <a:pt x="179460" y="282635"/>
                  </a:lnTo>
                  <a:lnTo>
                    <a:pt x="179346" y="282946"/>
                  </a:lnTo>
                  <a:lnTo>
                    <a:pt x="179148" y="283490"/>
                  </a:lnTo>
                  <a:lnTo>
                    <a:pt x="179079" y="283681"/>
                  </a:lnTo>
                  <a:lnTo>
                    <a:pt x="178899" y="284174"/>
                  </a:lnTo>
                  <a:lnTo>
                    <a:pt x="178835" y="284349"/>
                  </a:lnTo>
                  <a:lnTo>
                    <a:pt x="178660" y="284828"/>
                  </a:lnTo>
                  <a:lnTo>
                    <a:pt x="178579" y="285051"/>
                  </a:lnTo>
                  <a:lnTo>
                    <a:pt x="178469" y="285353"/>
                  </a:lnTo>
                  <a:lnTo>
                    <a:pt x="178403" y="285581"/>
                  </a:lnTo>
                  <a:lnTo>
                    <a:pt x="178369" y="285922"/>
                  </a:lnTo>
                  <a:lnTo>
                    <a:pt x="178299" y="286245"/>
                  </a:lnTo>
                  <a:lnTo>
                    <a:pt x="178275" y="286474"/>
                  </a:lnTo>
                  <a:lnTo>
                    <a:pt x="178158" y="287570"/>
                  </a:lnTo>
                  <a:lnTo>
                    <a:pt x="178096" y="288150"/>
                  </a:lnTo>
                  <a:lnTo>
                    <a:pt x="178053" y="288548"/>
                  </a:lnTo>
                  <a:lnTo>
                    <a:pt x="177997" y="289054"/>
                  </a:lnTo>
                  <a:lnTo>
                    <a:pt x="177840" y="289343"/>
                  </a:lnTo>
                  <a:lnTo>
                    <a:pt x="177129" y="289678"/>
                  </a:lnTo>
                  <a:lnTo>
                    <a:pt x="176892" y="289975"/>
                  </a:lnTo>
                  <a:lnTo>
                    <a:pt x="176710" y="290252"/>
                  </a:lnTo>
                  <a:lnTo>
                    <a:pt x="176484" y="290675"/>
                  </a:lnTo>
                  <a:lnTo>
                    <a:pt x="176183" y="291321"/>
                  </a:lnTo>
                  <a:lnTo>
                    <a:pt x="175907" y="292334"/>
                  </a:lnTo>
                  <a:lnTo>
                    <a:pt x="175870" y="292468"/>
                  </a:lnTo>
                  <a:lnTo>
                    <a:pt x="175803" y="292800"/>
                  </a:lnTo>
                  <a:lnTo>
                    <a:pt x="175795" y="292929"/>
                  </a:lnTo>
                  <a:lnTo>
                    <a:pt x="175745" y="293231"/>
                  </a:lnTo>
                  <a:lnTo>
                    <a:pt x="175557" y="293901"/>
                  </a:lnTo>
                  <a:lnTo>
                    <a:pt x="175840" y="294203"/>
                  </a:lnTo>
                  <a:lnTo>
                    <a:pt x="175705" y="294415"/>
                  </a:lnTo>
                  <a:lnTo>
                    <a:pt x="174993" y="294958"/>
                  </a:lnTo>
                  <a:lnTo>
                    <a:pt x="174737" y="295224"/>
                  </a:lnTo>
                  <a:lnTo>
                    <a:pt x="174684" y="295489"/>
                  </a:lnTo>
                  <a:lnTo>
                    <a:pt x="174685" y="295893"/>
                  </a:lnTo>
                  <a:lnTo>
                    <a:pt x="174760" y="296297"/>
                  </a:lnTo>
                  <a:lnTo>
                    <a:pt x="174823" y="296522"/>
                  </a:lnTo>
                  <a:lnTo>
                    <a:pt x="174971" y="296859"/>
                  </a:lnTo>
                  <a:lnTo>
                    <a:pt x="175196" y="297549"/>
                  </a:lnTo>
                  <a:lnTo>
                    <a:pt x="174840" y="298424"/>
                  </a:lnTo>
                  <a:lnTo>
                    <a:pt x="174827" y="298832"/>
                  </a:lnTo>
                  <a:lnTo>
                    <a:pt x="174899" y="299253"/>
                  </a:lnTo>
                  <a:lnTo>
                    <a:pt x="175000" y="299434"/>
                  </a:lnTo>
                  <a:lnTo>
                    <a:pt x="175389" y="299790"/>
                  </a:lnTo>
                  <a:lnTo>
                    <a:pt x="174713" y="300047"/>
                  </a:lnTo>
                  <a:lnTo>
                    <a:pt x="174594" y="300248"/>
                  </a:lnTo>
                  <a:lnTo>
                    <a:pt x="174459" y="300510"/>
                  </a:lnTo>
                  <a:lnTo>
                    <a:pt x="174054" y="301140"/>
                  </a:lnTo>
                  <a:lnTo>
                    <a:pt x="173580" y="301177"/>
                  </a:lnTo>
                  <a:lnTo>
                    <a:pt x="173257" y="301177"/>
                  </a:lnTo>
                  <a:lnTo>
                    <a:pt x="173117" y="301306"/>
                  </a:lnTo>
                  <a:lnTo>
                    <a:pt x="172861" y="301780"/>
                  </a:lnTo>
                  <a:lnTo>
                    <a:pt x="172728" y="302100"/>
                  </a:lnTo>
                  <a:lnTo>
                    <a:pt x="172418" y="302745"/>
                  </a:lnTo>
                  <a:lnTo>
                    <a:pt x="172332" y="303122"/>
                  </a:lnTo>
                  <a:lnTo>
                    <a:pt x="172318" y="303596"/>
                  </a:lnTo>
                  <a:lnTo>
                    <a:pt x="172169" y="304013"/>
                  </a:lnTo>
                  <a:lnTo>
                    <a:pt x="171970" y="304570"/>
                  </a:lnTo>
                  <a:lnTo>
                    <a:pt x="171819" y="304992"/>
                  </a:lnTo>
                  <a:lnTo>
                    <a:pt x="171727" y="305250"/>
                  </a:lnTo>
                  <a:lnTo>
                    <a:pt x="171679" y="305384"/>
                  </a:lnTo>
                  <a:lnTo>
                    <a:pt x="171205" y="306707"/>
                  </a:lnTo>
                  <a:lnTo>
                    <a:pt x="170896" y="307375"/>
                  </a:lnTo>
                  <a:lnTo>
                    <a:pt x="170654" y="307818"/>
                  </a:lnTo>
                  <a:lnTo>
                    <a:pt x="170334" y="308184"/>
                  </a:lnTo>
                  <a:lnTo>
                    <a:pt x="170119" y="308510"/>
                  </a:lnTo>
                  <a:lnTo>
                    <a:pt x="169538" y="308883"/>
                  </a:lnTo>
                  <a:lnTo>
                    <a:pt x="169312" y="309211"/>
                  </a:lnTo>
                  <a:lnTo>
                    <a:pt x="169244" y="309421"/>
                  </a:lnTo>
                  <a:lnTo>
                    <a:pt x="169162" y="309791"/>
                  </a:lnTo>
                  <a:lnTo>
                    <a:pt x="168279" y="311440"/>
                  </a:lnTo>
                  <a:lnTo>
                    <a:pt x="168098" y="311859"/>
                  </a:lnTo>
                  <a:lnTo>
                    <a:pt x="167947" y="312200"/>
                  </a:lnTo>
                  <a:lnTo>
                    <a:pt x="167865" y="312359"/>
                  </a:lnTo>
                  <a:lnTo>
                    <a:pt x="166922" y="313617"/>
                  </a:lnTo>
                  <a:lnTo>
                    <a:pt x="166434" y="313488"/>
                  </a:lnTo>
                  <a:lnTo>
                    <a:pt x="166188" y="313575"/>
                  </a:lnTo>
                  <a:lnTo>
                    <a:pt x="165885" y="313626"/>
                  </a:lnTo>
                  <a:lnTo>
                    <a:pt x="165569" y="313841"/>
                  </a:lnTo>
                  <a:lnTo>
                    <a:pt x="165372" y="313978"/>
                  </a:lnTo>
                  <a:lnTo>
                    <a:pt x="165079" y="314277"/>
                  </a:lnTo>
                  <a:lnTo>
                    <a:pt x="164902" y="314545"/>
                  </a:lnTo>
                  <a:lnTo>
                    <a:pt x="164730" y="315308"/>
                  </a:lnTo>
                  <a:lnTo>
                    <a:pt x="164864" y="315616"/>
                  </a:lnTo>
                  <a:lnTo>
                    <a:pt x="164988" y="315839"/>
                  </a:lnTo>
                  <a:lnTo>
                    <a:pt x="165145" y="316184"/>
                  </a:lnTo>
                  <a:lnTo>
                    <a:pt x="165218" y="316394"/>
                  </a:lnTo>
                  <a:lnTo>
                    <a:pt x="165317" y="316721"/>
                  </a:lnTo>
                  <a:lnTo>
                    <a:pt x="165403" y="317291"/>
                  </a:lnTo>
                  <a:lnTo>
                    <a:pt x="164841" y="317552"/>
                  </a:lnTo>
                  <a:lnTo>
                    <a:pt x="164536" y="317897"/>
                  </a:lnTo>
                  <a:lnTo>
                    <a:pt x="164425" y="318278"/>
                  </a:lnTo>
                  <a:lnTo>
                    <a:pt x="164402" y="318775"/>
                  </a:lnTo>
                  <a:lnTo>
                    <a:pt x="164336" y="319078"/>
                  </a:lnTo>
                  <a:lnTo>
                    <a:pt x="164013" y="319537"/>
                  </a:lnTo>
                  <a:lnTo>
                    <a:pt x="163807" y="319659"/>
                  </a:lnTo>
                  <a:lnTo>
                    <a:pt x="163598" y="319774"/>
                  </a:lnTo>
                  <a:lnTo>
                    <a:pt x="163242" y="320039"/>
                  </a:lnTo>
                  <a:lnTo>
                    <a:pt x="162974" y="320350"/>
                  </a:lnTo>
                  <a:lnTo>
                    <a:pt x="162718" y="320577"/>
                  </a:lnTo>
                  <a:lnTo>
                    <a:pt x="162159" y="321246"/>
                  </a:lnTo>
                  <a:lnTo>
                    <a:pt x="161483" y="321712"/>
                  </a:lnTo>
                  <a:lnTo>
                    <a:pt x="161319" y="321803"/>
                  </a:lnTo>
                  <a:lnTo>
                    <a:pt x="161078" y="321966"/>
                  </a:lnTo>
                  <a:lnTo>
                    <a:pt x="160162" y="322356"/>
                  </a:lnTo>
                  <a:lnTo>
                    <a:pt x="159664" y="322641"/>
                  </a:lnTo>
                  <a:lnTo>
                    <a:pt x="159450" y="322832"/>
                  </a:lnTo>
                  <a:lnTo>
                    <a:pt x="159245" y="323054"/>
                  </a:lnTo>
                  <a:lnTo>
                    <a:pt x="158549" y="323708"/>
                  </a:lnTo>
                  <a:lnTo>
                    <a:pt x="158330" y="323822"/>
                  </a:lnTo>
                  <a:lnTo>
                    <a:pt x="158080" y="323935"/>
                  </a:lnTo>
                  <a:lnTo>
                    <a:pt x="157397" y="324456"/>
                  </a:lnTo>
                  <a:lnTo>
                    <a:pt x="157180" y="324777"/>
                  </a:lnTo>
                  <a:lnTo>
                    <a:pt x="157059" y="325029"/>
                  </a:lnTo>
                  <a:lnTo>
                    <a:pt x="156974" y="325230"/>
                  </a:lnTo>
                  <a:lnTo>
                    <a:pt x="156859" y="325548"/>
                  </a:lnTo>
                  <a:lnTo>
                    <a:pt x="156778" y="325773"/>
                  </a:lnTo>
                  <a:lnTo>
                    <a:pt x="156581" y="326521"/>
                  </a:lnTo>
                  <a:lnTo>
                    <a:pt x="156528" y="326749"/>
                  </a:lnTo>
                  <a:lnTo>
                    <a:pt x="156489" y="326943"/>
                  </a:lnTo>
                  <a:lnTo>
                    <a:pt x="156457" y="327230"/>
                  </a:lnTo>
                  <a:lnTo>
                    <a:pt x="156411" y="327662"/>
                  </a:lnTo>
                  <a:lnTo>
                    <a:pt x="156295" y="328400"/>
                  </a:lnTo>
                  <a:lnTo>
                    <a:pt x="156208" y="328551"/>
                  </a:lnTo>
                  <a:lnTo>
                    <a:pt x="155705" y="329096"/>
                  </a:lnTo>
                  <a:lnTo>
                    <a:pt x="155080" y="329753"/>
                  </a:lnTo>
                  <a:lnTo>
                    <a:pt x="154838" y="330335"/>
                  </a:lnTo>
                  <a:lnTo>
                    <a:pt x="154729" y="330663"/>
                  </a:lnTo>
                  <a:lnTo>
                    <a:pt x="154676" y="330841"/>
                  </a:lnTo>
                  <a:lnTo>
                    <a:pt x="154555" y="331292"/>
                  </a:lnTo>
                  <a:lnTo>
                    <a:pt x="154472" y="331580"/>
                  </a:lnTo>
                  <a:lnTo>
                    <a:pt x="154416" y="331761"/>
                  </a:lnTo>
                  <a:lnTo>
                    <a:pt x="154336" y="332019"/>
                  </a:lnTo>
                  <a:lnTo>
                    <a:pt x="153971" y="333019"/>
                  </a:lnTo>
                  <a:lnTo>
                    <a:pt x="153868" y="333450"/>
                  </a:lnTo>
                  <a:lnTo>
                    <a:pt x="153757" y="333886"/>
                  </a:lnTo>
                  <a:lnTo>
                    <a:pt x="153680" y="334186"/>
                  </a:lnTo>
                  <a:lnTo>
                    <a:pt x="153552" y="334682"/>
                  </a:lnTo>
                  <a:lnTo>
                    <a:pt x="153483" y="334985"/>
                  </a:lnTo>
                  <a:lnTo>
                    <a:pt x="153371" y="335481"/>
                  </a:lnTo>
                  <a:lnTo>
                    <a:pt x="153279" y="335793"/>
                  </a:lnTo>
                  <a:lnTo>
                    <a:pt x="153072" y="336333"/>
                  </a:lnTo>
                  <a:lnTo>
                    <a:pt x="152998" y="336562"/>
                  </a:lnTo>
                  <a:lnTo>
                    <a:pt x="152845" y="337021"/>
                  </a:lnTo>
                  <a:lnTo>
                    <a:pt x="152469" y="337830"/>
                  </a:lnTo>
                  <a:lnTo>
                    <a:pt x="152368" y="338134"/>
                  </a:lnTo>
                  <a:lnTo>
                    <a:pt x="152306" y="338326"/>
                  </a:lnTo>
                  <a:lnTo>
                    <a:pt x="152042" y="339027"/>
                  </a:lnTo>
                  <a:lnTo>
                    <a:pt x="151912" y="339298"/>
                  </a:lnTo>
                  <a:lnTo>
                    <a:pt x="151779" y="339787"/>
                  </a:lnTo>
                  <a:lnTo>
                    <a:pt x="151728" y="340041"/>
                  </a:lnTo>
                  <a:lnTo>
                    <a:pt x="151646" y="340469"/>
                  </a:lnTo>
                  <a:lnTo>
                    <a:pt x="151287" y="341198"/>
                  </a:lnTo>
                  <a:lnTo>
                    <a:pt x="151136" y="341591"/>
                  </a:lnTo>
                  <a:lnTo>
                    <a:pt x="151068" y="341834"/>
                  </a:lnTo>
                  <a:lnTo>
                    <a:pt x="150896" y="342276"/>
                  </a:lnTo>
                  <a:lnTo>
                    <a:pt x="150862" y="342506"/>
                  </a:lnTo>
                  <a:lnTo>
                    <a:pt x="150850" y="342639"/>
                  </a:lnTo>
                  <a:lnTo>
                    <a:pt x="150825" y="342948"/>
                  </a:lnTo>
                  <a:lnTo>
                    <a:pt x="150786" y="343689"/>
                  </a:lnTo>
                  <a:lnTo>
                    <a:pt x="150781" y="343940"/>
                  </a:lnTo>
                  <a:lnTo>
                    <a:pt x="150771" y="344546"/>
                  </a:lnTo>
                  <a:lnTo>
                    <a:pt x="150782" y="345123"/>
                  </a:lnTo>
                  <a:lnTo>
                    <a:pt x="150798" y="345349"/>
                  </a:lnTo>
                  <a:lnTo>
                    <a:pt x="150842" y="345971"/>
                  </a:lnTo>
                  <a:lnTo>
                    <a:pt x="150854" y="346912"/>
                  </a:lnTo>
                  <a:lnTo>
                    <a:pt x="150889" y="349452"/>
                  </a:lnTo>
                  <a:lnTo>
                    <a:pt x="150927" y="352328"/>
                  </a:lnTo>
                  <a:lnTo>
                    <a:pt x="150931" y="352645"/>
                  </a:lnTo>
                  <a:lnTo>
                    <a:pt x="150535" y="353280"/>
                  </a:lnTo>
                  <a:lnTo>
                    <a:pt x="150556" y="353475"/>
                  </a:lnTo>
                  <a:lnTo>
                    <a:pt x="150588" y="353622"/>
                  </a:lnTo>
                  <a:lnTo>
                    <a:pt x="150665" y="353951"/>
                  </a:lnTo>
                  <a:lnTo>
                    <a:pt x="150740" y="354117"/>
                  </a:lnTo>
                  <a:lnTo>
                    <a:pt x="151140" y="354641"/>
                  </a:lnTo>
                  <a:lnTo>
                    <a:pt x="150754" y="355457"/>
                  </a:lnTo>
                  <a:lnTo>
                    <a:pt x="150743" y="355884"/>
                  </a:lnTo>
                  <a:lnTo>
                    <a:pt x="150837" y="356207"/>
                  </a:lnTo>
                  <a:lnTo>
                    <a:pt x="150855" y="356368"/>
                  </a:lnTo>
                  <a:lnTo>
                    <a:pt x="150865" y="357040"/>
                  </a:lnTo>
                  <a:lnTo>
                    <a:pt x="150860" y="357380"/>
                  </a:lnTo>
                  <a:lnTo>
                    <a:pt x="150914" y="357599"/>
                  </a:lnTo>
                  <a:lnTo>
                    <a:pt x="151041" y="357925"/>
                  </a:lnTo>
                  <a:lnTo>
                    <a:pt x="151180" y="358294"/>
                  </a:lnTo>
                  <a:lnTo>
                    <a:pt x="150595" y="358905"/>
                  </a:lnTo>
                  <a:lnTo>
                    <a:pt x="150526" y="359192"/>
                  </a:lnTo>
                  <a:lnTo>
                    <a:pt x="150142" y="359755"/>
                  </a:lnTo>
                  <a:lnTo>
                    <a:pt x="149924" y="360167"/>
                  </a:lnTo>
                  <a:lnTo>
                    <a:pt x="149494" y="360432"/>
                  </a:lnTo>
                  <a:lnTo>
                    <a:pt x="149344" y="360515"/>
                  </a:lnTo>
                  <a:lnTo>
                    <a:pt x="148616" y="360822"/>
                  </a:lnTo>
                  <a:lnTo>
                    <a:pt x="148573" y="360972"/>
                  </a:lnTo>
                  <a:lnTo>
                    <a:pt x="148551" y="361252"/>
                  </a:lnTo>
                  <a:lnTo>
                    <a:pt x="148593" y="361383"/>
                  </a:lnTo>
                  <a:lnTo>
                    <a:pt x="148581" y="361603"/>
                  </a:lnTo>
                  <a:lnTo>
                    <a:pt x="148555" y="361784"/>
                  </a:lnTo>
                  <a:lnTo>
                    <a:pt x="148426" y="362142"/>
                  </a:lnTo>
                  <a:lnTo>
                    <a:pt x="148371" y="362415"/>
                  </a:lnTo>
                  <a:lnTo>
                    <a:pt x="148405" y="362806"/>
                  </a:lnTo>
                  <a:lnTo>
                    <a:pt x="148598" y="363331"/>
                  </a:lnTo>
                  <a:lnTo>
                    <a:pt x="148927" y="363854"/>
                  </a:lnTo>
                  <a:lnTo>
                    <a:pt x="149059" y="364082"/>
                  </a:lnTo>
                  <a:lnTo>
                    <a:pt x="149129" y="364216"/>
                  </a:lnTo>
                  <a:lnTo>
                    <a:pt x="149367" y="364579"/>
                  </a:lnTo>
                  <a:lnTo>
                    <a:pt x="149339" y="364997"/>
                  </a:lnTo>
                  <a:lnTo>
                    <a:pt x="149394" y="365162"/>
                  </a:lnTo>
                  <a:lnTo>
                    <a:pt x="149308" y="365647"/>
                  </a:lnTo>
                  <a:lnTo>
                    <a:pt x="148776" y="365440"/>
                  </a:lnTo>
                  <a:lnTo>
                    <a:pt x="148714" y="365116"/>
                  </a:lnTo>
                  <a:lnTo>
                    <a:pt x="148520" y="364682"/>
                  </a:lnTo>
                  <a:lnTo>
                    <a:pt x="148115" y="364462"/>
                  </a:lnTo>
                  <a:lnTo>
                    <a:pt x="147885" y="364075"/>
                  </a:lnTo>
                  <a:lnTo>
                    <a:pt x="147296" y="363640"/>
                  </a:lnTo>
                  <a:lnTo>
                    <a:pt x="147127" y="363666"/>
                  </a:lnTo>
                  <a:lnTo>
                    <a:pt x="146991" y="363633"/>
                  </a:lnTo>
                  <a:lnTo>
                    <a:pt x="146435" y="363452"/>
                  </a:lnTo>
                  <a:lnTo>
                    <a:pt x="145644" y="363049"/>
                  </a:lnTo>
                  <a:lnTo>
                    <a:pt x="145121" y="362673"/>
                  </a:lnTo>
                  <a:lnTo>
                    <a:pt x="144864" y="362296"/>
                  </a:lnTo>
                  <a:lnTo>
                    <a:pt x="144615" y="362320"/>
                  </a:lnTo>
                  <a:lnTo>
                    <a:pt x="144279" y="362493"/>
                  </a:lnTo>
                  <a:lnTo>
                    <a:pt x="143879" y="362947"/>
                  </a:lnTo>
                  <a:lnTo>
                    <a:pt x="143890" y="363364"/>
                  </a:lnTo>
                  <a:lnTo>
                    <a:pt x="143951" y="363635"/>
                  </a:lnTo>
                  <a:lnTo>
                    <a:pt x="143966" y="363779"/>
                  </a:lnTo>
                  <a:lnTo>
                    <a:pt x="143884" y="364084"/>
                  </a:lnTo>
                  <a:lnTo>
                    <a:pt x="143456" y="364447"/>
                  </a:lnTo>
                  <a:lnTo>
                    <a:pt x="142846" y="364318"/>
                  </a:lnTo>
                  <a:lnTo>
                    <a:pt x="142659" y="363989"/>
                  </a:lnTo>
                  <a:lnTo>
                    <a:pt x="142274" y="363616"/>
                  </a:lnTo>
                  <a:lnTo>
                    <a:pt x="142237" y="363327"/>
                  </a:lnTo>
                  <a:lnTo>
                    <a:pt x="142298" y="362955"/>
                  </a:lnTo>
                  <a:lnTo>
                    <a:pt x="142321" y="362687"/>
                  </a:lnTo>
                  <a:lnTo>
                    <a:pt x="142336" y="362411"/>
                  </a:lnTo>
                  <a:lnTo>
                    <a:pt x="142343" y="362176"/>
                  </a:lnTo>
                  <a:lnTo>
                    <a:pt x="142349" y="361937"/>
                  </a:lnTo>
                  <a:lnTo>
                    <a:pt x="142506" y="361608"/>
                  </a:lnTo>
                  <a:lnTo>
                    <a:pt x="142467" y="361376"/>
                  </a:lnTo>
                  <a:lnTo>
                    <a:pt x="142443" y="361237"/>
                  </a:lnTo>
                  <a:lnTo>
                    <a:pt x="142287" y="360911"/>
                  </a:lnTo>
                  <a:lnTo>
                    <a:pt x="142124" y="360703"/>
                  </a:lnTo>
                  <a:lnTo>
                    <a:pt x="141469" y="359826"/>
                  </a:lnTo>
                  <a:lnTo>
                    <a:pt x="141396" y="359607"/>
                  </a:lnTo>
                  <a:lnTo>
                    <a:pt x="141227" y="359179"/>
                  </a:lnTo>
                  <a:lnTo>
                    <a:pt x="141112" y="358925"/>
                  </a:lnTo>
                  <a:lnTo>
                    <a:pt x="141069" y="358656"/>
                  </a:lnTo>
                  <a:lnTo>
                    <a:pt x="141136" y="358367"/>
                  </a:lnTo>
                  <a:lnTo>
                    <a:pt x="141301" y="358115"/>
                  </a:lnTo>
                  <a:lnTo>
                    <a:pt x="141549" y="357312"/>
                  </a:lnTo>
                  <a:lnTo>
                    <a:pt x="142068" y="357026"/>
                  </a:lnTo>
                  <a:lnTo>
                    <a:pt x="142081" y="356700"/>
                  </a:lnTo>
                  <a:lnTo>
                    <a:pt x="142085" y="356559"/>
                  </a:lnTo>
                  <a:lnTo>
                    <a:pt x="142050" y="356360"/>
                  </a:lnTo>
                  <a:lnTo>
                    <a:pt x="142006" y="356215"/>
                  </a:lnTo>
                  <a:lnTo>
                    <a:pt x="141937" y="355983"/>
                  </a:lnTo>
                  <a:lnTo>
                    <a:pt x="141910" y="355488"/>
                  </a:lnTo>
                  <a:lnTo>
                    <a:pt x="142163" y="355408"/>
                  </a:lnTo>
                  <a:lnTo>
                    <a:pt x="142519" y="355216"/>
                  </a:lnTo>
                  <a:lnTo>
                    <a:pt x="142567" y="355013"/>
                  </a:lnTo>
                  <a:lnTo>
                    <a:pt x="142501" y="354745"/>
                  </a:lnTo>
                  <a:lnTo>
                    <a:pt x="142358" y="354162"/>
                  </a:lnTo>
                  <a:lnTo>
                    <a:pt x="142287" y="353873"/>
                  </a:lnTo>
                  <a:lnTo>
                    <a:pt x="142214" y="353576"/>
                  </a:lnTo>
                  <a:lnTo>
                    <a:pt x="142156" y="353337"/>
                  </a:lnTo>
                  <a:lnTo>
                    <a:pt x="141241" y="349611"/>
                  </a:lnTo>
                  <a:lnTo>
                    <a:pt x="141101" y="349038"/>
                  </a:lnTo>
                  <a:lnTo>
                    <a:pt x="140971" y="348683"/>
                  </a:lnTo>
                  <a:lnTo>
                    <a:pt x="140660" y="348155"/>
                  </a:lnTo>
                  <a:lnTo>
                    <a:pt x="140341" y="347425"/>
                  </a:lnTo>
                  <a:lnTo>
                    <a:pt x="140146" y="347167"/>
                  </a:lnTo>
                  <a:lnTo>
                    <a:pt x="139741" y="346747"/>
                  </a:lnTo>
                  <a:lnTo>
                    <a:pt x="139350" y="346284"/>
                  </a:lnTo>
                  <a:lnTo>
                    <a:pt x="139397" y="346086"/>
                  </a:lnTo>
                  <a:lnTo>
                    <a:pt x="139464" y="345678"/>
                  </a:lnTo>
                  <a:lnTo>
                    <a:pt x="139427" y="345537"/>
                  </a:lnTo>
                  <a:lnTo>
                    <a:pt x="139306" y="345089"/>
                  </a:lnTo>
                  <a:lnTo>
                    <a:pt x="139106" y="344627"/>
                  </a:lnTo>
                  <a:lnTo>
                    <a:pt x="139055" y="344437"/>
                  </a:lnTo>
                  <a:lnTo>
                    <a:pt x="139034" y="344120"/>
                  </a:lnTo>
                  <a:lnTo>
                    <a:pt x="138972" y="343714"/>
                  </a:lnTo>
                  <a:lnTo>
                    <a:pt x="138790" y="343459"/>
                  </a:lnTo>
                  <a:lnTo>
                    <a:pt x="138662" y="343202"/>
                  </a:lnTo>
                  <a:lnTo>
                    <a:pt x="138448" y="342937"/>
                  </a:lnTo>
                  <a:lnTo>
                    <a:pt x="138015" y="342474"/>
                  </a:lnTo>
                  <a:lnTo>
                    <a:pt x="137655" y="342167"/>
                  </a:lnTo>
                  <a:lnTo>
                    <a:pt x="137304" y="341802"/>
                  </a:lnTo>
                  <a:lnTo>
                    <a:pt x="137204" y="341590"/>
                  </a:lnTo>
                  <a:lnTo>
                    <a:pt x="137006" y="341048"/>
                  </a:lnTo>
                  <a:lnTo>
                    <a:pt x="136651" y="340492"/>
                  </a:lnTo>
                  <a:lnTo>
                    <a:pt x="136507" y="340318"/>
                  </a:lnTo>
                  <a:lnTo>
                    <a:pt x="136281" y="340087"/>
                  </a:lnTo>
                  <a:lnTo>
                    <a:pt x="135946" y="339812"/>
                  </a:lnTo>
                  <a:lnTo>
                    <a:pt x="135344" y="339356"/>
                  </a:lnTo>
                  <a:lnTo>
                    <a:pt x="135000" y="339101"/>
                  </a:lnTo>
                  <a:lnTo>
                    <a:pt x="134425" y="338715"/>
                  </a:lnTo>
                  <a:lnTo>
                    <a:pt x="133956" y="338444"/>
                  </a:lnTo>
                  <a:lnTo>
                    <a:pt x="133789" y="338348"/>
                  </a:lnTo>
                  <a:lnTo>
                    <a:pt x="133459" y="338159"/>
                  </a:lnTo>
                  <a:lnTo>
                    <a:pt x="133081" y="337934"/>
                  </a:lnTo>
                  <a:lnTo>
                    <a:pt x="132954" y="337874"/>
                  </a:lnTo>
                  <a:lnTo>
                    <a:pt x="132743" y="337773"/>
                  </a:lnTo>
                  <a:lnTo>
                    <a:pt x="132207" y="337401"/>
                  </a:lnTo>
                  <a:lnTo>
                    <a:pt x="131823" y="337186"/>
                  </a:lnTo>
                  <a:lnTo>
                    <a:pt x="131467" y="336999"/>
                  </a:lnTo>
                  <a:lnTo>
                    <a:pt x="131185" y="336828"/>
                  </a:lnTo>
                  <a:lnTo>
                    <a:pt x="130887" y="336644"/>
                  </a:lnTo>
                  <a:lnTo>
                    <a:pt x="130693" y="336506"/>
                  </a:lnTo>
                  <a:lnTo>
                    <a:pt x="130504" y="336372"/>
                  </a:lnTo>
                  <a:lnTo>
                    <a:pt x="129137" y="334726"/>
                  </a:lnTo>
                  <a:lnTo>
                    <a:pt x="128699" y="334415"/>
                  </a:lnTo>
                  <a:lnTo>
                    <a:pt x="128477" y="334356"/>
                  </a:lnTo>
                  <a:lnTo>
                    <a:pt x="128120" y="334519"/>
                  </a:lnTo>
                  <a:lnTo>
                    <a:pt x="127877" y="334437"/>
                  </a:lnTo>
                  <a:lnTo>
                    <a:pt x="127388" y="334200"/>
                  </a:lnTo>
                  <a:lnTo>
                    <a:pt x="126931" y="333835"/>
                  </a:lnTo>
                  <a:lnTo>
                    <a:pt x="126574" y="333550"/>
                  </a:lnTo>
                  <a:lnTo>
                    <a:pt x="125794" y="332914"/>
                  </a:lnTo>
                  <a:lnTo>
                    <a:pt x="125661" y="332816"/>
                  </a:lnTo>
                  <a:lnTo>
                    <a:pt x="125356" y="332727"/>
                  </a:lnTo>
                  <a:lnTo>
                    <a:pt x="125229" y="332778"/>
                  </a:lnTo>
                  <a:lnTo>
                    <a:pt x="124784" y="332358"/>
                  </a:lnTo>
                  <a:lnTo>
                    <a:pt x="124445" y="332038"/>
                  </a:lnTo>
                  <a:lnTo>
                    <a:pt x="124197" y="331811"/>
                  </a:lnTo>
                  <a:lnTo>
                    <a:pt x="124041" y="331623"/>
                  </a:lnTo>
                  <a:lnTo>
                    <a:pt x="124221" y="331383"/>
                  </a:lnTo>
                  <a:lnTo>
                    <a:pt x="123984" y="331184"/>
                  </a:lnTo>
                  <a:lnTo>
                    <a:pt x="123709" y="330969"/>
                  </a:lnTo>
                  <a:lnTo>
                    <a:pt x="123688" y="330481"/>
                  </a:lnTo>
                  <a:lnTo>
                    <a:pt x="123948" y="330637"/>
                  </a:lnTo>
                  <a:lnTo>
                    <a:pt x="124102" y="330867"/>
                  </a:lnTo>
                  <a:lnTo>
                    <a:pt x="124273" y="331172"/>
                  </a:lnTo>
                  <a:lnTo>
                    <a:pt x="124462" y="331125"/>
                  </a:lnTo>
                  <a:lnTo>
                    <a:pt x="124693" y="330832"/>
                  </a:lnTo>
                  <a:lnTo>
                    <a:pt x="124245" y="330488"/>
                  </a:lnTo>
                  <a:lnTo>
                    <a:pt x="123818" y="330160"/>
                  </a:lnTo>
                  <a:lnTo>
                    <a:pt x="123656" y="329945"/>
                  </a:lnTo>
                  <a:lnTo>
                    <a:pt x="123502" y="329740"/>
                  </a:lnTo>
                  <a:lnTo>
                    <a:pt x="123177" y="329297"/>
                  </a:lnTo>
                  <a:lnTo>
                    <a:pt x="123063" y="329145"/>
                  </a:lnTo>
                  <a:lnTo>
                    <a:pt x="122685" y="328695"/>
                  </a:lnTo>
                  <a:lnTo>
                    <a:pt x="122225" y="327830"/>
                  </a:lnTo>
                  <a:lnTo>
                    <a:pt x="122022" y="327468"/>
                  </a:lnTo>
                  <a:lnTo>
                    <a:pt x="122020" y="327266"/>
                  </a:lnTo>
                  <a:lnTo>
                    <a:pt x="122412" y="327473"/>
                  </a:lnTo>
                  <a:lnTo>
                    <a:pt x="122596" y="327346"/>
                  </a:lnTo>
                  <a:lnTo>
                    <a:pt x="122319" y="327201"/>
                  </a:lnTo>
                  <a:lnTo>
                    <a:pt x="122255" y="326979"/>
                  </a:lnTo>
                  <a:lnTo>
                    <a:pt x="121817" y="326780"/>
                  </a:lnTo>
                  <a:lnTo>
                    <a:pt x="121674" y="326830"/>
                  </a:lnTo>
                  <a:lnTo>
                    <a:pt x="121170" y="326686"/>
                  </a:lnTo>
                  <a:lnTo>
                    <a:pt x="121057" y="326350"/>
                  </a:lnTo>
                  <a:lnTo>
                    <a:pt x="120719" y="325892"/>
                  </a:lnTo>
                  <a:lnTo>
                    <a:pt x="120494" y="325329"/>
                  </a:lnTo>
                  <a:lnTo>
                    <a:pt x="120463" y="325024"/>
                  </a:lnTo>
                  <a:lnTo>
                    <a:pt x="120455" y="324777"/>
                  </a:lnTo>
                  <a:lnTo>
                    <a:pt x="120615" y="324322"/>
                  </a:lnTo>
                  <a:lnTo>
                    <a:pt x="121126" y="323853"/>
                  </a:lnTo>
                  <a:lnTo>
                    <a:pt x="121380" y="323593"/>
                  </a:lnTo>
                  <a:lnTo>
                    <a:pt x="121604" y="323341"/>
                  </a:lnTo>
                  <a:lnTo>
                    <a:pt x="121565" y="322977"/>
                  </a:lnTo>
                  <a:lnTo>
                    <a:pt x="121601" y="322703"/>
                  </a:lnTo>
                  <a:lnTo>
                    <a:pt x="121496" y="322061"/>
                  </a:lnTo>
                  <a:lnTo>
                    <a:pt x="121102" y="322044"/>
                  </a:lnTo>
                  <a:lnTo>
                    <a:pt x="121076" y="322221"/>
                  </a:lnTo>
                  <a:lnTo>
                    <a:pt x="120980" y="322389"/>
                  </a:lnTo>
                  <a:lnTo>
                    <a:pt x="120762" y="321697"/>
                  </a:lnTo>
                  <a:lnTo>
                    <a:pt x="120630" y="321342"/>
                  </a:lnTo>
                  <a:lnTo>
                    <a:pt x="120373" y="320849"/>
                  </a:lnTo>
                  <a:lnTo>
                    <a:pt x="120196" y="320305"/>
                  </a:lnTo>
                  <a:lnTo>
                    <a:pt x="120132" y="320156"/>
                  </a:lnTo>
                  <a:lnTo>
                    <a:pt x="120011" y="319915"/>
                  </a:lnTo>
                  <a:lnTo>
                    <a:pt x="119854" y="319611"/>
                  </a:lnTo>
                  <a:lnTo>
                    <a:pt x="119647" y="319056"/>
                  </a:lnTo>
                  <a:lnTo>
                    <a:pt x="119339" y="318289"/>
                  </a:lnTo>
                  <a:lnTo>
                    <a:pt x="119034" y="317553"/>
                  </a:lnTo>
                  <a:lnTo>
                    <a:pt x="118911" y="317284"/>
                  </a:lnTo>
                  <a:lnTo>
                    <a:pt x="118771" y="316851"/>
                  </a:lnTo>
                  <a:lnTo>
                    <a:pt x="118638" y="316690"/>
                  </a:lnTo>
                  <a:lnTo>
                    <a:pt x="118228" y="316727"/>
                  </a:lnTo>
                  <a:lnTo>
                    <a:pt x="118203" y="316392"/>
                  </a:lnTo>
                  <a:lnTo>
                    <a:pt x="118461" y="316020"/>
                  </a:lnTo>
                  <a:lnTo>
                    <a:pt x="118348" y="315716"/>
                  </a:lnTo>
                  <a:lnTo>
                    <a:pt x="118228" y="315317"/>
                  </a:lnTo>
                  <a:lnTo>
                    <a:pt x="118020" y="314706"/>
                  </a:lnTo>
                  <a:lnTo>
                    <a:pt x="117736" y="314499"/>
                  </a:lnTo>
                  <a:lnTo>
                    <a:pt x="117633" y="313953"/>
                  </a:lnTo>
                  <a:lnTo>
                    <a:pt x="117672" y="313413"/>
                  </a:lnTo>
                  <a:lnTo>
                    <a:pt x="117588" y="313127"/>
                  </a:lnTo>
                  <a:lnTo>
                    <a:pt x="117490" y="312819"/>
                  </a:lnTo>
                  <a:lnTo>
                    <a:pt x="117215" y="312102"/>
                  </a:lnTo>
                  <a:lnTo>
                    <a:pt x="117158" y="311959"/>
                  </a:lnTo>
                  <a:lnTo>
                    <a:pt x="117096" y="311796"/>
                  </a:lnTo>
                  <a:lnTo>
                    <a:pt x="117051" y="311636"/>
                  </a:lnTo>
                  <a:lnTo>
                    <a:pt x="116900" y="311080"/>
                  </a:lnTo>
                  <a:lnTo>
                    <a:pt x="116845" y="310821"/>
                  </a:lnTo>
                  <a:lnTo>
                    <a:pt x="116874" y="310526"/>
                  </a:lnTo>
                  <a:lnTo>
                    <a:pt x="116910" y="310284"/>
                  </a:lnTo>
                  <a:lnTo>
                    <a:pt x="116907" y="309890"/>
                  </a:lnTo>
                  <a:lnTo>
                    <a:pt x="116874" y="309673"/>
                  </a:lnTo>
                  <a:lnTo>
                    <a:pt x="116684" y="308904"/>
                  </a:lnTo>
                  <a:lnTo>
                    <a:pt x="116502" y="308511"/>
                  </a:lnTo>
                  <a:lnTo>
                    <a:pt x="116425" y="308359"/>
                  </a:lnTo>
                  <a:lnTo>
                    <a:pt x="116331" y="308182"/>
                  </a:lnTo>
                  <a:lnTo>
                    <a:pt x="116181" y="307879"/>
                  </a:lnTo>
                  <a:lnTo>
                    <a:pt x="115989" y="307489"/>
                  </a:lnTo>
                  <a:lnTo>
                    <a:pt x="115878" y="307342"/>
                  </a:lnTo>
                  <a:lnTo>
                    <a:pt x="115602" y="306989"/>
                  </a:lnTo>
                  <a:lnTo>
                    <a:pt x="114896" y="306292"/>
                  </a:lnTo>
                  <a:lnTo>
                    <a:pt x="114527" y="305973"/>
                  </a:lnTo>
                  <a:lnTo>
                    <a:pt x="114152" y="305647"/>
                  </a:lnTo>
                  <a:lnTo>
                    <a:pt x="113571" y="305172"/>
                  </a:lnTo>
                  <a:lnTo>
                    <a:pt x="113039" y="304822"/>
                  </a:lnTo>
                  <a:lnTo>
                    <a:pt x="112667" y="304577"/>
                  </a:lnTo>
                  <a:lnTo>
                    <a:pt x="112450" y="304434"/>
                  </a:lnTo>
                  <a:lnTo>
                    <a:pt x="112163" y="304261"/>
                  </a:lnTo>
                  <a:lnTo>
                    <a:pt x="111791" y="304027"/>
                  </a:lnTo>
                  <a:lnTo>
                    <a:pt x="111895" y="303758"/>
                  </a:lnTo>
                  <a:lnTo>
                    <a:pt x="111434" y="303742"/>
                  </a:lnTo>
                  <a:lnTo>
                    <a:pt x="111000" y="303313"/>
                  </a:lnTo>
                  <a:lnTo>
                    <a:pt x="110737" y="303167"/>
                  </a:lnTo>
                  <a:lnTo>
                    <a:pt x="110447" y="303331"/>
                  </a:lnTo>
                  <a:lnTo>
                    <a:pt x="110331" y="302797"/>
                  </a:lnTo>
                  <a:lnTo>
                    <a:pt x="110325" y="302593"/>
                  </a:lnTo>
                  <a:lnTo>
                    <a:pt x="110355" y="301966"/>
                  </a:lnTo>
                  <a:lnTo>
                    <a:pt x="110284" y="301521"/>
                  </a:lnTo>
                  <a:lnTo>
                    <a:pt x="110278" y="301385"/>
                  </a:lnTo>
                  <a:lnTo>
                    <a:pt x="110275" y="301140"/>
                  </a:lnTo>
                  <a:lnTo>
                    <a:pt x="110300" y="300825"/>
                  </a:lnTo>
                  <a:lnTo>
                    <a:pt x="110484" y="300467"/>
                  </a:lnTo>
                  <a:lnTo>
                    <a:pt x="110698" y="300077"/>
                  </a:lnTo>
                  <a:lnTo>
                    <a:pt x="110930" y="300018"/>
                  </a:lnTo>
                  <a:lnTo>
                    <a:pt x="110692" y="300217"/>
                  </a:lnTo>
                  <a:lnTo>
                    <a:pt x="110611" y="300349"/>
                  </a:lnTo>
                  <a:lnTo>
                    <a:pt x="110532" y="300670"/>
                  </a:lnTo>
                  <a:lnTo>
                    <a:pt x="111146" y="300204"/>
                  </a:lnTo>
                  <a:lnTo>
                    <a:pt x="111925" y="299801"/>
                  </a:lnTo>
                  <a:lnTo>
                    <a:pt x="112065" y="299728"/>
                  </a:lnTo>
                  <a:lnTo>
                    <a:pt x="112655" y="299547"/>
                  </a:lnTo>
                  <a:lnTo>
                    <a:pt x="112669" y="298991"/>
                  </a:lnTo>
                  <a:lnTo>
                    <a:pt x="112611" y="298583"/>
                  </a:lnTo>
                  <a:lnTo>
                    <a:pt x="112217" y="298590"/>
                  </a:lnTo>
                  <a:lnTo>
                    <a:pt x="112060" y="297010"/>
                  </a:lnTo>
                  <a:lnTo>
                    <a:pt x="111924" y="296769"/>
                  </a:lnTo>
                  <a:lnTo>
                    <a:pt x="111890" y="296591"/>
                  </a:lnTo>
                  <a:lnTo>
                    <a:pt x="112004" y="296244"/>
                  </a:lnTo>
                  <a:lnTo>
                    <a:pt x="112166" y="295892"/>
                  </a:lnTo>
                  <a:lnTo>
                    <a:pt x="112304" y="295594"/>
                  </a:lnTo>
                  <a:lnTo>
                    <a:pt x="112762" y="295154"/>
                  </a:lnTo>
                  <a:lnTo>
                    <a:pt x="112788" y="294955"/>
                  </a:lnTo>
                  <a:lnTo>
                    <a:pt x="112382" y="294777"/>
                  </a:lnTo>
                  <a:lnTo>
                    <a:pt x="112534" y="294432"/>
                  </a:lnTo>
                  <a:lnTo>
                    <a:pt x="112484" y="294025"/>
                  </a:lnTo>
                  <a:lnTo>
                    <a:pt x="112663" y="293906"/>
                  </a:lnTo>
                  <a:lnTo>
                    <a:pt x="112924" y="294487"/>
                  </a:lnTo>
                  <a:lnTo>
                    <a:pt x="113100" y="294587"/>
                  </a:lnTo>
                  <a:lnTo>
                    <a:pt x="113137" y="294042"/>
                  </a:lnTo>
                  <a:lnTo>
                    <a:pt x="113125" y="293638"/>
                  </a:lnTo>
                  <a:lnTo>
                    <a:pt x="113579" y="292932"/>
                  </a:lnTo>
                  <a:lnTo>
                    <a:pt x="113588" y="292381"/>
                  </a:lnTo>
                  <a:lnTo>
                    <a:pt x="113616" y="292220"/>
                  </a:lnTo>
                  <a:lnTo>
                    <a:pt x="114032" y="291617"/>
                  </a:lnTo>
                  <a:lnTo>
                    <a:pt x="113350" y="291867"/>
                  </a:lnTo>
                  <a:lnTo>
                    <a:pt x="113134" y="291600"/>
                  </a:lnTo>
                  <a:lnTo>
                    <a:pt x="113119" y="291269"/>
                  </a:lnTo>
                  <a:lnTo>
                    <a:pt x="113562" y="290554"/>
                  </a:lnTo>
                  <a:lnTo>
                    <a:pt x="113576" y="290216"/>
                  </a:lnTo>
                  <a:lnTo>
                    <a:pt x="113638" y="290088"/>
                  </a:lnTo>
                  <a:lnTo>
                    <a:pt x="113729" y="289927"/>
                  </a:lnTo>
                  <a:lnTo>
                    <a:pt x="113858" y="289687"/>
                  </a:lnTo>
                  <a:lnTo>
                    <a:pt x="114004" y="289325"/>
                  </a:lnTo>
                  <a:lnTo>
                    <a:pt x="114106" y="288896"/>
                  </a:lnTo>
                  <a:lnTo>
                    <a:pt x="114468" y="288649"/>
                  </a:lnTo>
                  <a:lnTo>
                    <a:pt x="114404" y="287918"/>
                  </a:lnTo>
                  <a:lnTo>
                    <a:pt x="114232" y="287822"/>
                  </a:lnTo>
                  <a:lnTo>
                    <a:pt x="114347" y="287526"/>
                  </a:lnTo>
                  <a:lnTo>
                    <a:pt x="114577" y="287162"/>
                  </a:lnTo>
                  <a:lnTo>
                    <a:pt x="114712" y="286824"/>
                  </a:lnTo>
                  <a:lnTo>
                    <a:pt x="115009" y="286483"/>
                  </a:lnTo>
                  <a:lnTo>
                    <a:pt x="115185" y="286333"/>
                  </a:lnTo>
                  <a:lnTo>
                    <a:pt x="115090" y="286651"/>
                  </a:lnTo>
                  <a:lnTo>
                    <a:pt x="114804" y="287031"/>
                  </a:lnTo>
                  <a:lnTo>
                    <a:pt x="115225" y="286672"/>
                  </a:lnTo>
                  <a:lnTo>
                    <a:pt x="115433" y="286747"/>
                  </a:lnTo>
                  <a:lnTo>
                    <a:pt x="115755" y="287102"/>
                  </a:lnTo>
                  <a:lnTo>
                    <a:pt x="115928" y="286844"/>
                  </a:lnTo>
                  <a:lnTo>
                    <a:pt x="115928" y="286111"/>
                  </a:lnTo>
                  <a:lnTo>
                    <a:pt x="115550" y="285993"/>
                  </a:lnTo>
                  <a:lnTo>
                    <a:pt x="115222" y="285993"/>
                  </a:lnTo>
                  <a:lnTo>
                    <a:pt x="115138" y="285804"/>
                  </a:lnTo>
                  <a:lnTo>
                    <a:pt x="114821" y="285680"/>
                  </a:lnTo>
                  <a:lnTo>
                    <a:pt x="115755" y="285675"/>
                  </a:lnTo>
                  <a:lnTo>
                    <a:pt x="116082" y="285658"/>
                  </a:lnTo>
                  <a:lnTo>
                    <a:pt x="116178" y="285490"/>
                  </a:lnTo>
                  <a:lnTo>
                    <a:pt x="116256" y="285114"/>
                  </a:lnTo>
                  <a:lnTo>
                    <a:pt x="116139" y="284522"/>
                  </a:lnTo>
                  <a:lnTo>
                    <a:pt x="115885" y="284612"/>
                  </a:lnTo>
                  <a:lnTo>
                    <a:pt x="115708" y="284688"/>
                  </a:lnTo>
                  <a:lnTo>
                    <a:pt x="115667" y="284514"/>
                  </a:lnTo>
                  <a:lnTo>
                    <a:pt x="115611" y="284034"/>
                  </a:lnTo>
                  <a:lnTo>
                    <a:pt x="115835" y="283502"/>
                  </a:lnTo>
                  <a:lnTo>
                    <a:pt x="115807" y="283345"/>
                  </a:lnTo>
                  <a:lnTo>
                    <a:pt x="115483" y="283305"/>
                  </a:lnTo>
                  <a:lnTo>
                    <a:pt x="115636" y="282700"/>
                  </a:lnTo>
                  <a:lnTo>
                    <a:pt x="115710" y="282567"/>
                  </a:lnTo>
                  <a:lnTo>
                    <a:pt x="115832" y="282235"/>
                  </a:lnTo>
                  <a:lnTo>
                    <a:pt x="115526" y="281980"/>
                  </a:lnTo>
                  <a:lnTo>
                    <a:pt x="115314" y="282091"/>
                  </a:lnTo>
                  <a:lnTo>
                    <a:pt x="115002" y="282277"/>
                  </a:lnTo>
                  <a:lnTo>
                    <a:pt x="114903" y="282075"/>
                  </a:lnTo>
                  <a:lnTo>
                    <a:pt x="114956" y="281943"/>
                  </a:lnTo>
                  <a:lnTo>
                    <a:pt x="115180" y="281724"/>
                  </a:lnTo>
                  <a:lnTo>
                    <a:pt x="115457" y="281614"/>
                  </a:lnTo>
                  <a:lnTo>
                    <a:pt x="115967" y="280322"/>
                  </a:lnTo>
                  <a:lnTo>
                    <a:pt x="116006" y="280135"/>
                  </a:lnTo>
                  <a:lnTo>
                    <a:pt x="115871" y="279794"/>
                  </a:lnTo>
                  <a:lnTo>
                    <a:pt x="115242" y="279985"/>
                  </a:lnTo>
                  <a:lnTo>
                    <a:pt x="114794" y="280108"/>
                  </a:lnTo>
                  <a:lnTo>
                    <a:pt x="114449" y="280027"/>
                  </a:lnTo>
                  <a:lnTo>
                    <a:pt x="114251" y="279694"/>
                  </a:lnTo>
                  <a:lnTo>
                    <a:pt x="114245" y="279276"/>
                  </a:lnTo>
                  <a:lnTo>
                    <a:pt x="114541" y="278386"/>
                  </a:lnTo>
                  <a:lnTo>
                    <a:pt x="115359" y="278477"/>
                  </a:lnTo>
                  <a:lnTo>
                    <a:pt x="115503" y="278478"/>
                  </a:lnTo>
                  <a:lnTo>
                    <a:pt x="115957" y="278471"/>
                  </a:lnTo>
                  <a:lnTo>
                    <a:pt x="115727" y="277936"/>
                  </a:lnTo>
                  <a:lnTo>
                    <a:pt x="115707" y="277714"/>
                  </a:lnTo>
                  <a:lnTo>
                    <a:pt x="115668" y="277509"/>
                  </a:lnTo>
                  <a:lnTo>
                    <a:pt x="115430" y="277288"/>
                  </a:lnTo>
                  <a:lnTo>
                    <a:pt x="115261" y="276978"/>
                  </a:lnTo>
                  <a:lnTo>
                    <a:pt x="115201" y="276786"/>
                  </a:lnTo>
                  <a:lnTo>
                    <a:pt x="115240" y="276382"/>
                  </a:lnTo>
                  <a:lnTo>
                    <a:pt x="115317" y="276032"/>
                  </a:lnTo>
                  <a:lnTo>
                    <a:pt x="115274" y="275519"/>
                  </a:lnTo>
                  <a:lnTo>
                    <a:pt x="115278" y="274949"/>
                  </a:lnTo>
                  <a:lnTo>
                    <a:pt x="115293" y="274180"/>
                  </a:lnTo>
                  <a:lnTo>
                    <a:pt x="115293" y="273949"/>
                  </a:lnTo>
                  <a:lnTo>
                    <a:pt x="115298" y="273670"/>
                  </a:lnTo>
                  <a:lnTo>
                    <a:pt x="115286" y="273414"/>
                  </a:lnTo>
                  <a:lnTo>
                    <a:pt x="115221" y="272956"/>
                  </a:lnTo>
                  <a:lnTo>
                    <a:pt x="115302" y="272552"/>
                  </a:lnTo>
                  <a:lnTo>
                    <a:pt x="115321" y="271808"/>
                  </a:lnTo>
                  <a:lnTo>
                    <a:pt x="115501" y="271280"/>
                  </a:lnTo>
                  <a:lnTo>
                    <a:pt x="115710" y="270913"/>
                  </a:lnTo>
                  <a:lnTo>
                    <a:pt x="115879" y="270667"/>
                  </a:lnTo>
                  <a:lnTo>
                    <a:pt x="115946" y="270439"/>
                  </a:lnTo>
                  <a:lnTo>
                    <a:pt x="116101" y="270133"/>
                  </a:lnTo>
                  <a:lnTo>
                    <a:pt x="116322" y="269617"/>
                  </a:lnTo>
                  <a:lnTo>
                    <a:pt x="116665" y="269191"/>
                  </a:lnTo>
                  <a:lnTo>
                    <a:pt x="116747" y="269055"/>
                  </a:lnTo>
                  <a:lnTo>
                    <a:pt x="116941" y="268785"/>
                  </a:lnTo>
                  <a:lnTo>
                    <a:pt x="117469" y="268702"/>
                  </a:lnTo>
                  <a:lnTo>
                    <a:pt x="117459" y="268567"/>
                  </a:lnTo>
                  <a:lnTo>
                    <a:pt x="116628" y="268338"/>
                  </a:lnTo>
                  <a:lnTo>
                    <a:pt x="116724" y="267522"/>
                  </a:lnTo>
                  <a:lnTo>
                    <a:pt x="116824" y="266724"/>
                  </a:lnTo>
                  <a:lnTo>
                    <a:pt x="116868" y="266519"/>
                  </a:lnTo>
                  <a:lnTo>
                    <a:pt x="117191" y="265705"/>
                  </a:lnTo>
                  <a:lnTo>
                    <a:pt x="118153" y="265550"/>
                  </a:lnTo>
                  <a:lnTo>
                    <a:pt x="118068" y="265003"/>
                  </a:lnTo>
                  <a:lnTo>
                    <a:pt x="118489" y="264312"/>
                  </a:lnTo>
                  <a:lnTo>
                    <a:pt x="118652" y="264110"/>
                  </a:lnTo>
                  <a:lnTo>
                    <a:pt x="119174" y="263733"/>
                  </a:lnTo>
                  <a:lnTo>
                    <a:pt x="118615" y="263870"/>
                  </a:lnTo>
                  <a:lnTo>
                    <a:pt x="118378" y="264159"/>
                  </a:lnTo>
                  <a:lnTo>
                    <a:pt x="117983" y="264697"/>
                  </a:lnTo>
                  <a:lnTo>
                    <a:pt x="117852" y="264911"/>
                  </a:lnTo>
                  <a:lnTo>
                    <a:pt x="117350" y="265512"/>
                  </a:lnTo>
                  <a:lnTo>
                    <a:pt x="117211" y="265547"/>
                  </a:lnTo>
                  <a:lnTo>
                    <a:pt x="116986" y="265562"/>
                  </a:lnTo>
                  <a:lnTo>
                    <a:pt x="116612" y="265528"/>
                  </a:lnTo>
                  <a:lnTo>
                    <a:pt x="116498" y="264988"/>
                  </a:lnTo>
                  <a:lnTo>
                    <a:pt x="116721" y="264652"/>
                  </a:lnTo>
                  <a:lnTo>
                    <a:pt x="117039" y="264024"/>
                  </a:lnTo>
                  <a:lnTo>
                    <a:pt x="117203" y="263414"/>
                  </a:lnTo>
                  <a:lnTo>
                    <a:pt x="116820" y="263324"/>
                  </a:lnTo>
                  <a:lnTo>
                    <a:pt x="116887" y="263106"/>
                  </a:lnTo>
                  <a:lnTo>
                    <a:pt x="117245" y="262906"/>
                  </a:lnTo>
                  <a:lnTo>
                    <a:pt x="117633" y="262608"/>
                  </a:lnTo>
                  <a:lnTo>
                    <a:pt x="117935" y="262419"/>
                  </a:lnTo>
                  <a:lnTo>
                    <a:pt x="118116" y="262305"/>
                  </a:lnTo>
                  <a:lnTo>
                    <a:pt x="118329" y="262171"/>
                  </a:lnTo>
                  <a:lnTo>
                    <a:pt x="118902" y="262294"/>
                  </a:lnTo>
                  <a:lnTo>
                    <a:pt x="119209" y="262220"/>
                  </a:lnTo>
                  <a:lnTo>
                    <a:pt x="119337" y="261647"/>
                  </a:lnTo>
                  <a:lnTo>
                    <a:pt x="120199" y="262088"/>
                  </a:lnTo>
                  <a:lnTo>
                    <a:pt x="120465" y="261503"/>
                  </a:lnTo>
                  <a:lnTo>
                    <a:pt x="120927" y="261449"/>
                  </a:lnTo>
                  <a:lnTo>
                    <a:pt x="121019" y="261313"/>
                  </a:lnTo>
                  <a:lnTo>
                    <a:pt x="121122" y="261118"/>
                  </a:lnTo>
                  <a:lnTo>
                    <a:pt x="120634" y="260649"/>
                  </a:lnTo>
                  <a:lnTo>
                    <a:pt x="120463" y="260284"/>
                  </a:lnTo>
                  <a:lnTo>
                    <a:pt x="120550" y="260055"/>
                  </a:lnTo>
                  <a:lnTo>
                    <a:pt x="120817" y="260188"/>
                  </a:lnTo>
                  <a:lnTo>
                    <a:pt x="121029" y="260046"/>
                  </a:lnTo>
                  <a:lnTo>
                    <a:pt x="121210" y="259774"/>
                  </a:lnTo>
                  <a:lnTo>
                    <a:pt x="121373" y="259837"/>
                  </a:lnTo>
                  <a:lnTo>
                    <a:pt x="121712" y="259731"/>
                  </a:lnTo>
                  <a:lnTo>
                    <a:pt x="121938" y="259522"/>
                  </a:lnTo>
                  <a:lnTo>
                    <a:pt x="122219" y="259160"/>
                  </a:lnTo>
                  <a:lnTo>
                    <a:pt x="122291" y="258931"/>
                  </a:lnTo>
                  <a:lnTo>
                    <a:pt x="122563" y="258547"/>
                  </a:lnTo>
                  <a:lnTo>
                    <a:pt x="122615" y="258364"/>
                  </a:lnTo>
                  <a:lnTo>
                    <a:pt x="122665" y="258181"/>
                  </a:lnTo>
                  <a:lnTo>
                    <a:pt x="122860" y="257867"/>
                  </a:lnTo>
                  <a:lnTo>
                    <a:pt x="123031" y="257562"/>
                  </a:lnTo>
                  <a:lnTo>
                    <a:pt x="123177" y="257208"/>
                  </a:lnTo>
                  <a:lnTo>
                    <a:pt x="123231" y="257077"/>
                  </a:lnTo>
                  <a:lnTo>
                    <a:pt x="123384" y="256692"/>
                  </a:lnTo>
                  <a:lnTo>
                    <a:pt x="123460" y="256516"/>
                  </a:lnTo>
                  <a:lnTo>
                    <a:pt x="123530" y="256354"/>
                  </a:lnTo>
                  <a:lnTo>
                    <a:pt x="123685" y="256028"/>
                  </a:lnTo>
                  <a:lnTo>
                    <a:pt x="123014" y="255788"/>
                  </a:lnTo>
                  <a:lnTo>
                    <a:pt x="123823" y="254429"/>
                  </a:lnTo>
                  <a:lnTo>
                    <a:pt x="123900" y="254181"/>
                  </a:lnTo>
                  <a:lnTo>
                    <a:pt x="124051" y="253731"/>
                  </a:lnTo>
                  <a:lnTo>
                    <a:pt x="124176" y="253361"/>
                  </a:lnTo>
                  <a:lnTo>
                    <a:pt x="124300" y="253144"/>
                  </a:lnTo>
                  <a:lnTo>
                    <a:pt x="125041" y="252982"/>
                  </a:lnTo>
                  <a:lnTo>
                    <a:pt x="125246" y="252282"/>
                  </a:lnTo>
                  <a:lnTo>
                    <a:pt x="125387" y="251962"/>
                  </a:lnTo>
                  <a:lnTo>
                    <a:pt x="125483" y="251741"/>
                  </a:lnTo>
                  <a:lnTo>
                    <a:pt x="125602" y="251478"/>
                  </a:lnTo>
                  <a:lnTo>
                    <a:pt x="126106" y="250618"/>
                  </a:lnTo>
                  <a:lnTo>
                    <a:pt x="126371" y="250356"/>
                  </a:lnTo>
                  <a:lnTo>
                    <a:pt x="126653" y="250205"/>
                  </a:lnTo>
                  <a:lnTo>
                    <a:pt x="127011" y="250012"/>
                  </a:lnTo>
                  <a:lnTo>
                    <a:pt x="127283" y="249857"/>
                  </a:lnTo>
                  <a:lnTo>
                    <a:pt x="127589" y="249700"/>
                  </a:lnTo>
                  <a:lnTo>
                    <a:pt x="127857" y="249389"/>
                  </a:lnTo>
                  <a:lnTo>
                    <a:pt x="127914" y="249130"/>
                  </a:lnTo>
                  <a:lnTo>
                    <a:pt x="128384" y="248278"/>
                  </a:lnTo>
                  <a:lnTo>
                    <a:pt x="128644" y="248029"/>
                  </a:lnTo>
                  <a:lnTo>
                    <a:pt x="128862" y="248002"/>
                  </a:lnTo>
                  <a:lnTo>
                    <a:pt x="129163" y="247750"/>
                  </a:lnTo>
                  <a:lnTo>
                    <a:pt x="129033" y="247343"/>
                  </a:lnTo>
                  <a:lnTo>
                    <a:pt x="129063" y="247203"/>
                  </a:lnTo>
                  <a:lnTo>
                    <a:pt x="129202" y="246567"/>
                  </a:lnTo>
                  <a:lnTo>
                    <a:pt x="129353" y="245943"/>
                  </a:lnTo>
                  <a:lnTo>
                    <a:pt x="129497" y="245858"/>
                  </a:lnTo>
                  <a:lnTo>
                    <a:pt x="129255" y="245852"/>
                  </a:lnTo>
                  <a:lnTo>
                    <a:pt x="128973" y="245861"/>
                  </a:lnTo>
                  <a:lnTo>
                    <a:pt x="128746" y="245868"/>
                  </a:lnTo>
                  <a:lnTo>
                    <a:pt x="128395" y="245922"/>
                  </a:lnTo>
                  <a:lnTo>
                    <a:pt x="128349" y="246127"/>
                  </a:lnTo>
                  <a:lnTo>
                    <a:pt x="128091" y="247042"/>
                  </a:lnTo>
                  <a:lnTo>
                    <a:pt x="127342" y="247624"/>
                  </a:lnTo>
                  <a:lnTo>
                    <a:pt x="126699" y="247326"/>
                  </a:lnTo>
                  <a:lnTo>
                    <a:pt x="127849" y="245855"/>
                  </a:lnTo>
                  <a:lnTo>
                    <a:pt x="128310" y="245468"/>
                  </a:lnTo>
                  <a:lnTo>
                    <a:pt x="128422" y="245311"/>
                  </a:lnTo>
                  <a:lnTo>
                    <a:pt x="128659" y="244927"/>
                  </a:lnTo>
                  <a:lnTo>
                    <a:pt x="128590" y="244574"/>
                  </a:lnTo>
                  <a:lnTo>
                    <a:pt x="128693" y="244423"/>
                  </a:lnTo>
                  <a:lnTo>
                    <a:pt x="129039" y="244065"/>
                  </a:lnTo>
                  <a:lnTo>
                    <a:pt x="129228" y="244063"/>
                  </a:lnTo>
                  <a:lnTo>
                    <a:pt x="129489" y="244059"/>
                  </a:lnTo>
                  <a:lnTo>
                    <a:pt x="130652" y="243638"/>
                  </a:lnTo>
                  <a:lnTo>
                    <a:pt x="130703" y="243223"/>
                  </a:lnTo>
                  <a:lnTo>
                    <a:pt x="130969" y="242941"/>
                  </a:lnTo>
                  <a:lnTo>
                    <a:pt x="131257" y="242556"/>
                  </a:lnTo>
                  <a:lnTo>
                    <a:pt x="131407" y="242211"/>
                  </a:lnTo>
                  <a:lnTo>
                    <a:pt x="131576" y="241940"/>
                  </a:lnTo>
                  <a:lnTo>
                    <a:pt x="131735" y="241554"/>
                  </a:lnTo>
                  <a:lnTo>
                    <a:pt x="131410" y="241425"/>
                  </a:lnTo>
                  <a:lnTo>
                    <a:pt x="131279" y="241371"/>
                  </a:lnTo>
                  <a:lnTo>
                    <a:pt x="131123" y="241308"/>
                  </a:lnTo>
                  <a:lnTo>
                    <a:pt x="130762" y="241160"/>
                  </a:lnTo>
                  <a:lnTo>
                    <a:pt x="130867" y="240876"/>
                  </a:lnTo>
                  <a:lnTo>
                    <a:pt x="130935" y="240697"/>
                  </a:lnTo>
                  <a:lnTo>
                    <a:pt x="131069" y="240344"/>
                  </a:lnTo>
                  <a:lnTo>
                    <a:pt x="131177" y="240055"/>
                  </a:lnTo>
                  <a:lnTo>
                    <a:pt x="131284" y="239785"/>
                  </a:lnTo>
                  <a:lnTo>
                    <a:pt x="131780" y="238731"/>
                  </a:lnTo>
                  <a:lnTo>
                    <a:pt x="131850" y="238545"/>
                  </a:lnTo>
                  <a:lnTo>
                    <a:pt x="132027" y="238087"/>
                  </a:lnTo>
                  <a:lnTo>
                    <a:pt x="132367" y="238017"/>
                  </a:lnTo>
                  <a:lnTo>
                    <a:pt x="132513" y="237690"/>
                  </a:lnTo>
                  <a:lnTo>
                    <a:pt x="132612" y="237464"/>
                  </a:lnTo>
                  <a:lnTo>
                    <a:pt x="132819" y="237406"/>
                  </a:lnTo>
                  <a:lnTo>
                    <a:pt x="132604" y="238126"/>
                  </a:lnTo>
                  <a:lnTo>
                    <a:pt x="132528" y="238337"/>
                  </a:lnTo>
                  <a:lnTo>
                    <a:pt x="132463" y="238513"/>
                  </a:lnTo>
                  <a:lnTo>
                    <a:pt x="132396" y="238697"/>
                  </a:lnTo>
                  <a:lnTo>
                    <a:pt x="132297" y="238963"/>
                  </a:lnTo>
                  <a:lnTo>
                    <a:pt x="132185" y="239176"/>
                  </a:lnTo>
                  <a:lnTo>
                    <a:pt x="131783" y="239134"/>
                  </a:lnTo>
                  <a:lnTo>
                    <a:pt x="131486" y="239937"/>
                  </a:lnTo>
                  <a:lnTo>
                    <a:pt x="131276" y="240624"/>
                  </a:lnTo>
                  <a:lnTo>
                    <a:pt x="131534" y="240697"/>
                  </a:lnTo>
                  <a:lnTo>
                    <a:pt x="131744" y="240121"/>
                  </a:lnTo>
                  <a:lnTo>
                    <a:pt x="131919" y="239734"/>
                  </a:lnTo>
                  <a:lnTo>
                    <a:pt x="132119" y="239816"/>
                  </a:lnTo>
                  <a:lnTo>
                    <a:pt x="132480" y="240053"/>
                  </a:lnTo>
                  <a:lnTo>
                    <a:pt x="132379" y="239514"/>
                  </a:lnTo>
                  <a:lnTo>
                    <a:pt x="132630" y="238849"/>
                  </a:lnTo>
                  <a:lnTo>
                    <a:pt x="133074" y="237678"/>
                  </a:lnTo>
                  <a:lnTo>
                    <a:pt x="133245" y="237748"/>
                  </a:lnTo>
                  <a:lnTo>
                    <a:pt x="133316" y="237968"/>
                  </a:lnTo>
                  <a:lnTo>
                    <a:pt x="133344" y="238503"/>
                  </a:lnTo>
                  <a:lnTo>
                    <a:pt x="133434" y="238248"/>
                  </a:lnTo>
                  <a:lnTo>
                    <a:pt x="133402" y="237590"/>
                  </a:lnTo>
                  <a:lnTo>
                    <a:pt x="133377" y="237347"/>
                  </a:lnTo>
                  <a:lnTo>
                    <a:pt x="133870" y="237280"/>
                  </a:lnTo>
                  <a:lnTo>
                    <a:pt x="133835" y="237116"/>
                  </a:lnTo>
                  <a:lnTo>
                    <a:pt x="133162" y="236976"/>
                  </a:lnTo>
                  <a:lnTo>
                    <a:pt x="133160" y="236769"/>
                  </a:lnTo>
                  <a:lnTo>
                    <a:pt x="132957" y="236654"/>
                  </a:lnTo>
                  <a:lnTo>
                    <a:pt x="133107" y="236512"/>
                  </a:lnTo>
                  <a:lnTo>
                    <a:pt x="133317" y="236315"/>
                  </a:lnTo>
                  <a:lnTo>
                    <a:pt x="133420" y="236080"/>
                  </a:lnTo>
                  <a:lnTo>
                    <a:pt x="133512" y="235867"/>
                  </a:lnTo>
                  <a:lnTo>
                    <a:pt x="133661" y="235783"/>
                  </a:lnTo>
                  <a:lnTo>
                    <a:pt x="133848" y="235894"/>
                  </a:lnTo>
                  <a:lnTo>
                    <a:pt x="133980" y="235972"/>
                  </a:lnTo>
                  <a:lnTo>
                    <a:pt x="134117" y="236055"/>
                  </a:lnTo>
                  <a:lnTo>
                    <a:pt x="134611" y="236081"/>
                  </a:lnTo>
                  <a:lnTo>
                    <a:pt x="134657" y="235878"/>
                  </a:lnTo>
                  <a:lnTo>
                    <a:pt x="134701" y="234941"/>
                  </a:lnTo>
                  <a:lnTo>
                    <a:pt x="134775" y="234775"/>
                  </a:lnTo>
                  <a:lnTo>
                    <a:pt x="134828" y="234633"/>
                  </a:lnTo>
                  <a:lnTo>
                    <a:pt x="134987" y="234317"/>
                  </a:lnTo>
                  <a:lnTo>
                    <a:pt x="135717" y="233322"/>
                  </a:lnTo>
                  <a:lnTo>
                    <a:pt x="135907" y="233122"/>
                  </a:lnTo>
                  <a:lnTo>
                    <a:pt x="136132" y="232342"/>
                  </a:lnTo>
                  <a:lnTo>
                    <a:pt x="136405" y="231755"/>
                  </a:lnTo>
                  <a:lnTo>
                    <a:pt x="136527" y="231362"/>
                  </a:lnTo>
                  <a:lnTo>
                    <a:pt x="136664" y="231182"/>
                  </a:lnTo>
                  <a:lnTo>
                    <a:pt x="137005" y="230691"/>
                  </a:lnTo>
                  <a:lnTo>
                    <a:pt x="137076" y="230553"/>
                  </a:lnTo>
                  <a:lnTo>
                    <a:pt x="137280" y="230169"/>
                  </a:lnTo>
                  <a:lnTo>
                    <a:pt x="137680" y="229765"/>
                  </a:lnTo>
                  <a:lnTo>
                    <a:pt x="137832" y="229456"/>
                  </a:lnTo>
                  <a:lnTo>
                    <a:pt x="138000" y="229116"/>
                  </a:lnTo>
                  <a:lnTo>
                    <a:pt x="138335" y="228738"/>
                  </a:lnTo>
                  <a:lnTo>
                    <a:pt x="138629" y="228642"/>
                  </a:lnTo>
                  <a:lnTo>
                    <a:pt x="139259" y="227807"/>
                  </a:lnTo>
                  <a:lnTo>
                    <a:pt x="139464" y="227491"/>
                  </a:lnTo>
                  <a:lnTo>
                    <a:pt x="140157" y="226299"/>
                  </a:lnTo>
                  <a:lnTo>
                    <a:pt x="140326" y="225962"/>
                  </a:lnTo>
                  <a:lnTo>
                    <a:pt x="140394" y="225825"/>
                  </a:lnTo>
                  <a:lnTo>
                    <a:pt x="140482" y="225661"/>
                  </a:lnTo>
                  <a:lnTo>
                    <a:pt x="141043" y="224612"/>
                  </a:lnTo>
                  <a:lnTo>
                    <a:pt x="141151" y="224409"/>
                  </a:lnTo>
                  <a:lnTo>
                    <a:pt x="141212" y="224242"/>
                  </a:lnTo>
                  <a:lnTo>
                    <a:pt x="141342" y="223885"/>
                  </a:lnTo>
                  <a:lnTo>
                    <a:pt x="141494" y="223294"/>
                  </a:lnTo>
                  <a:lnTo>
                    <a:pt x="141735" y="222702"/>
                  </a:lnTo>
                  <a:lnTo>
                    <a:pt x="141909" y="222322"/>
                  </a:lnTo>
                  <a:lnTo>
                    <a:pt x="142057" y="221935"/>
                  </a:lnTo>
                  <a:lnTo>
                    <a:pt x="142144" y="221705"/>
                  </a:lnTo>
                  <a:lnTo>
                    <a:pt x="142284" y="221083"/>
                  </a:lnTo>
                  <a:lnTo>
                    <a:pt x="142559" y="220529"/>
                  </a:lnTo>
                  <a:lnTo>
                    <a:pt x="142661" y="220337"/>
                  </a:lnTo>
                  <a:lnTo>
                    <a:pt x="143002" y="219900"/>
                  </a:lnTo>
                  <a:lnTo>
                    <a:pt x="143392" y="219741"/>
                  </a:lnTo>
                  <a:lnTo>
                    <a:pt x="143519" y="219725"/>
                  </a:lnTo>
                  <a:lnTo>
                    <a:pt x="143897" y="219677"/>
                  </a:lnTo>
                  <a:lnTo>
                    <a:pt x="144510" y="219620"/>
                  </a:lnTo>
                  <a:lnTo>
                    <a:pt x="144993" y="219922"/>
                  </a:lnTo>
                  <a:lnTo>
                    <a:pt x="144942" y="219488"/>
                  </a:lnTo>
                  <a:lnTo>
                    <a:pt x="144408" y="218952"/>
                  </a:lnTo>
                  <a:lnTo>
                    <a:pt x="144530" y="218745"/>
                  </a:lnTo>
                  <a:lnTo>
                    <a:pt x="144612" y="218565"/>
                  </a:lnTo>
                  <a:lnTo>
                    <a:pt x="144756" y="218088"/>
                  </a:lnTo>
                  <a:lnTo>
                    <a:pt x="144881" y="217916"/>
                  </a:lnTo>
                  <a:lnTo>
                    <a:pt x="146425" y="216868"/>
                  </a:lnTo>
                  <a:lnTo>
                    <a:pt x="146810" y="216765"/>
                  </a:lnTo>
                  <a:lnTo>
                    <a:pt x="147051" y="216679"/>
                  </a:lnTo>
                  <a:lnTo>
                    <a:pt x="147316" y="216623"/>
                  </a:lnTo>
                  <a:lnTo>
                    <a:pt x="147711" y="216468"/>
                  </a:lnTo>
                  <a:lnTo>
                    <a:pt x="147849" y="216404"/>
                  </a:lnTo>
                  <a:lnTo>
                    <a:pt x="148326" y="215828"/>
                  </a:lnTo>
                  <a:lnTo>
                    <a:pt x="148609" y="215568"/>
                  </a:lnTo>
                  <a:lnTo>
                    <a:pt x="148750" y="215434"/>
                  </a:lnTo>
                  <a:lnTo>
                    <a:pt x="149288" y="214891"/>
                  </a:lnTo>
                  <a:lnTo>
                    <a:pt x="149409" y="214443"/>
                  </a:lnTo>
                  <a:lnTo>
                    <a:pt x="149441" y="214175"/>
                  </a:lnTo>
                  <a:lnTo>
                    <a:pt x="149470" y="213975"/>
                  </a:lnTo>
                  <a:lnTo>
                    <a:pt x="149787" y="213477"/>
                  </a:lnTo>
                  <a:lnTo>
                    <a:pt x="150576" y="212761"/>
                  </a:lnTo>
                  <a:lnTo>
                    <a:pt x="151012" y="212455"/>
                  </a:lnTo>
                  <a:lnTo>
                    <a:pt x="151413" y="212274"/>
                  </a:lnTo>
                  <a:lnTo>
                    <a:pt x="151511" y="211776"/>
                  </a:lnTo>
                  <a:lnTo>
                    <a:pt x="151860" y="211100"/>
                  </a:lnTo>
                  <a:lnTo>
                    <a:pt x="151890" y="210792"/>
                  </a:lnTo>
                  <a:lnTo>
                    <a:pt x="151909" y="210604"/>
                  </a:lnTo>
                  <a:lnTo>
                    <a:pt x="151978" y="209484"/>
                  </a:lnTo>
                  <a:lnTo>
                    <a:pt x="151723" y="209479"/>
                  </a:lnTo>
                  <a:lnTo>
                    <a:pt x="151647" y="209055"/>
                  </a:lnTo>
                  <a:lnTo>
                    <a:pt x="151434" y="208813"/>
                  </a:lnTo>
                  <a:lnTo>
                    <a:pt x="151507" y="208609"/>
                  </a:lnTo>
                  <a:lnTo>
                    <a:pt x="151753" y="208044"/>
                  </a:lnTo>
                  <a:lnTo>
                    <a:pt x="151911" y="207774"/>
                  </a:lnTo>
                  <a:lnTo>
                    <a:pt x="152609" y="207002"/>
                  </a:lnTo>
                  <a:lnTo>
                    <a:pt x="152842" y="207262"/>
                  </a:lnTo>
                  <a:lnTo>
                    <a:pt x="153057" y="207030"/>
                  </a:lnTo>
                  <a:lnTo>
                    <a:pt x="153144" y="206103"/>
                  </a:lnTo>
                  <a:lnTo>
                    <a:pt x="153367" y="205773"/>
                  </a:lnTo>
                  <a:lnTo>
                    <a:pt x="153658" y="205110"/>
                  </a:lnTo>
                  <a:lnTo>
                    <a:pt x="153838" y="204725"/>
                  </a:lnTo>
                  <a:lnTo>
                    <a:pt x="153937" y="204576"/>
                  </a:lnTo>
                  <a:lnTo>
                    <a:pt x="154372" y="203872"/>
                  </a:lnTo>
                  <a:lnTo>
                    <a:pt x="154353" y="203608"/>
                  </a:lnTo>
                  <a:lnTo>
                    <a:pt x="154530" y="203095"/>
                  </a:lnTo>
                  <a:lnTo>
                    <a:pt x="154721" y="202727"/>
                  </a:lnTo>
                  <a:lnTo>
                    <a:pt x="155335" y="202109"/>
                  </a:lnTo>
                  <a:lnTo>
                    <a:pt x="156174" y="200840"/>
                  </a:lnTo>
                  <a:lnTo>
                    <a:pt x="156619" y="200308"/>
                  </a:lnTo>
                  <a:lnTo>
                    <a:pt x="156676" y="200094"/>
                  </a:lnTo>
                  <a:lnTo>
                    <a:pt x="156707" y="199740"/>
                  </a:lnTo>
                  <a:lnTo>
                    <a:pt x="156620" y="199452"/>
                  </a:lnTo>
                  <a:lnTo>
                    <a:pt x="157091" y="198553"/>
                  </a:lnTo>
                  <a:lnTo>
                    <a:pt x="157400" y="198180"/>
                  </a:lnTo>
                  <a:lnTo>
                    <a:pt x="157758" y="197489"/>
                  </a:lnTo>
                  <a:lnTo>
                    <a:pt x="158442" y="196727"/>
                  </a:lnTo>
                  <a:lnTo>
                    <a:pt x="158910" y="196522"/>
                  </a:lnTo>
                  <a:lnTo>
                    <a:pt x="159220" y="196443"/>
                  </a:lnTo>
                  <a:lnTo>
                    <a:pt x="159461" y="196362"/>
                  </a:lnTo>
                  <a:lnTo>
                    <a:pt x="160037" y="195921"/>
                  </a:lnTo>
                  <a:lnTo>
                    <a:pt x="160187" y="195783"/>
                  </a:lnTo>
                  <a:lnTo>
                    <a:pt x="160410" y="195608"/>
                  </a:lnTo>
                  <a:lnTo>
                    <a:pt x="160553" y="195515"/>
                  </a:lnTo>
                  <a:lnTo>
                    <a:pt x="160824" y="195279"/>
                  </a:lnTo>
                  <a:lnTo>
                    <a:pt x="161496" y="195010"/>
                  </a:lnTo>
                  <a:lnTo>
                    <a:pt x="161997" y="194830"/>
                  </a:lnTo>
                  <a:lnTo>
                    <a:pt x="162450" y="194723"/>
                  </a:lnTo>
                  <a:lnTo>
                    <a:pt x="162701" y="194666"/>
                  </a:lnTo>
                  <a:lnTo>
                    <a:pt x="162849" y="194633"/>
                  </a:lnTo>
                  <a:lnTo>
                    <a:pt x="163251" y="194554"/>
                  </a:lnTo>
                  <a:lnTo>
                    <a:pt x="163505" y="194464"/>
                  </a:lnTo>
                  <a:lnTo>
                    <a:pt x="164040" y="194243"/>
                  </a:lnTo>
                  <a:lnTo>
                    <a:pt x="164217" y="194191"/>
                  </a:lnTo>
                  <a:lnTo>
                    <a:pt x="164757" y="193791"/>
                  </a:lnTo>
                  <a:lnTo>
                    <a:pt x="164975" y="193678"/>
                  </a:lnTo>
                  <a:lnTo>
                    <a:pt x="165399" y="193336"/>
                  </a:lnTo>
                  <a:lnTo>
                    <a:pt x="165568" y="193248"/>
                  </a:lnTo>
                  <a:lnTo>
                    <a:pt x="165830" y="193104"/>
                  </a:lnTo>
                  <a:lnTo>
                    <a:pt x="166062" y="192969"/>
                  </a:lnTo>
                  <a:lnTo>
                    <a:pt x="166445" y="192886"/>
                  </a:lnTo>
                  <a:lnTo>
                    <a:pt x="166716" y="192832"/>
                  </a:lnTo>
                  <a:lnTo>
                    <a:pt x="166875" y="192792"/>
                  </a:lnTo>
                  <a:lnTo>
                    <a:pt x="167101" y="192716"/>
                  </a:lnTo>
                  <a:lnTo>
                    <a:pt x="167628" y="192506"/>
                  </a:lnTo>
                  <a:lnTo>
                    <a:pt x="167777" y="192441"/>
                  </a:lnTo>
                  <a:lnTo>
                    <a:pt x="168284" y="192283"/>
                  </a:lnTo>
                  <a:lnTo>
                    <a:pt x="168811" y="192461"/>
                  </a:lnTo>
                  <a:lnTo>
                    <a:pt x="170220" y="192188"/>
                  </a:lnTo>
                  <a:lnTo>
                    <a:pt x="170408" y="192057"/>
                  </a:lnTo>
                  <a:lnTo>
                    <a:pt x="170640" y="192214"/>
                  </a:lnTo>
                  <a:lnTo>
                    <a:pt x="171283" y="192190"/>
                  </a:lnTo>
                  <a:lnTo>
                    <a:pt x="171877" y="192078"/>
                  </a:lnTo>
                  <a:lnTo>
                    <a:pt x="172306" y="191925"/>
                  </a:lnTo>
                  <a:lnTo>
                    <a:pt x="172735" y="191749"/>
                  </a:lnTo>
                  <a:lnTo>
                    <a:pt x="173016" y="191614"/>
                  </a:lnTo>
                  <a:lnTo>
                    <a:pt x="173382" y="191431"/>
                  </a:lnTo>
                  <a:lnTo>
                    <a:pt x="173552" y="191310"/>
                  </a:lnTo>
                  <a:lnTo>
                    <a:pt x="173721" y="191189"/>
                  </a:lnTo>
                  <a:lnTo>
                    <a:pt x="174396" y="190915"/>
                  </a:lnTo>
                  <a:lnTo>
                    <a:pt x="174326" y="190678"/>
                  </a:lnTo>
                  <a:lnTo>
                    <a:pt x="174612" y="190307"/>
                  </a:lnTo>
                  <a:lnTo>
                    <a:pt x="175296" y="190013"/>
                  </a:lnTo>
                  <a:lnTo>
                    <a:pt x="175420" y="189878"/>
                  </a:lnTo>
                  <a:lnTo>
                    <a:pt x="175679" y="189738"/>
                  </a:lnTo>
                  <a:lnTo>
                    <a:pt x="176121" y="190073"/>
                  </a:lnTo>
                  <a:lnTo>
                    <a:pt x="176597" y="190326"/>
                  </a:lnTo>
                  <a:lnTo>
                    <a:pt x="176977" y="190772"/>
                  </a:lnTo>
                  <a:lnTo>
                    <a:pt x="177082" y="190944"/>
                  </a:lnTo>
                  <a:lnTo>
                    <a:pt x="177206" y="191246"/>
                  </a:lnTo>
                  <a:lnTo>
                    <a:pt x="177308" y="191626"/>
                  </a:lnTo>
                  <a:lnTo>
                    <a:pt x="177430" y="192027"/>
                  </a:lnTo>
                  <a:lnTo>
                    <a:pt x="177487" y="192162"/>
                  </a:lnTo>
                  <a:lnTo>
                    <a:pt x="177802" y="192262"/>
                  </a:lnTo>
                  <a:lnTo>
                    <a:pt x="177742" y="192011"/>
                  </a:lnTo>
                  <a:lnTo>
                    <a:pt x="177704" y="191832"/>
                  </a:lnTo>
                  <a:lnTo>
                    <a:pt x="177632" y="191493"/>
                  </a:lnTo>
                  <a:lnTo>
                    <a:pt x="177593" y="191076"/>
                  </a:lnTo>
                  <a:lnTo>
                    <a:pt x="177461" y="190566"/>
                  </a:lnTo>
                  <a:lnTo>
                    <a:pt x="177284" y="190214"/>
                  </a:lnTo>
                  <a:lnTo>
                    <a:pt x="176865" y="189739"/>
                  </a:lnTo>
                  <a:lnTo>
                    <a:pt x="176584" y="189563"/>
                  </a:lnTo>
                  <a:lnTo>
                    <a:pt x="176357" y="189420"/>
                  </a:lnTo>
                  <a:lnTo>
                    <a:pt x="176038" y="189285"/>
                  </a:lnTo>
                  <a:lnTo>
                    <a:pt x="175683" y="189128"/>
                  </a:lnTo>
                  <a:lnTo>
                    <a:pt x="175366" y="188698"/>
                  </a:lnTo>
                  <a:lnTo>
                    <a:pt x="175696" y="188605"/>
                  </a:lnTo>
                  <a:lnTo>
                    <a:pt x="175633" y="188348"/>
                  </a:lnTo>
                  <a:lnTo>
                    <a:pt x="175997" y="187961"/>
                  </a:lnTo>
                  <a:lnTo>
                    <a:pt x="176242" y="187638"/>
                  </a:lnTo>
                  <a:lnTo>
                    <a:pt x="176316" y="187502"/>
                  </a:lnTo>
                  <a:lnTo>
                    <a:pt x="176834" y="186896"/>
                  </a:lnTo>
                  <a:lnTo>
                    <a:pt x="176832" y="186730"/>
                  </a:lnTo>
                  <a:lnTo>
                    <a:pt x="176881" y="186585"/>
                  </a:lnTo>
                  <a:lnTo>
                    <a:pt x="177079" y="186049"/>
                  </a:lnTo>
                  <a:lnTo>
                    <a:pt x="177251" y="185609"/>
                  </a:lnTo>
                  <a:lnTo>
                    <a:pt x="177866" y="185419"/>
                  </a:lnTo>
                  <a:lnTo>
                    <a:pt x="178420" y="184938"/>
                  </a:lnTo>
                  <a:lnTo>
                    <a:pt x="178765" y="184372"/>
                  </a:lnTo>
                  <a:lnTo>
                    <a:pt x="178947" y="184255"/>
                  </a:lnTo>
                  <a:lnTo>
                    <a:pt x="179081" y="184173"/>
                  </a:lnTo>
                  <a:lnTo>
                    <a:pt x="179681" y="183871"/>
                  </a:lnTo>
                  <a:lnTo>
                    <a:pt x="180610" y="183539"/>
                  </a:lnTo>
                  <a:lnTo>
                    <a:pt x="181029" y="183447"/>
                  </a:lnTo>
                  <a:lnTo>
                    <a:pt x="181202" y="183317"/>
                  </a:lnTo>
                  <a:lnTo>
                    <a:pt x="181802" y="183160"/>
                  </a:lnTo>
                  <a:lnTo>
                    <a:pt x="182019" y="183195"/>
                  </a:lnTo>
                  <a:lnTo>
                    <a:pt x="182508" y="18316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4492392" y="5592225"/>
              <a:ext cx="183353" cy="182953"/>
            </a:xfrm>
            <a:custGeom>
              <a:avLst/>
              <a:pathLst>
                <a:path w="183353" h="182953">
                  <a:moveTo>
                    <a:pt x="182879" y="182879"/>
                  </a:moveTo>
                  <a:lnTo>
                    <a:pt x="182913" y="182352"/>
                  </a:lnTo>
                  <a:lnTo>
                    <a:pt x="182988" y="182033"/>
                  </a:lnTo>
                  <a:lnTo>
                    <a:pt x="183353" y="181447"/>
                  </a:lnTo>
                  <a:lnTo>
                    <a:pt x="183208" y="181728"/>
                  </a:lnTo>
                  <a:lnTo>
                    <a:pt x="183055" y="182172"/>
                  </a:lnTo>
                  <a:lnTo>
                    <a:pt x="183048" y="182341"/>
                  </a:lnTo>
                  <a:lnTo>
                    <a:pt x="183039" y="182566"/>
                  </a:lnTo>
                  <a:lnTo>
                    <a:pt x="182977" y="18295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4493821" y="5588376"/>
              <a:ext cx="182972" cy="183152"/>
            </a:xfrm>
            <a:custGeom>
              <a:avLst/>
              <a:pathLst>
                <a:path w="182972" h="183152">
                  <a:moveTo>
                    <a:pt x="182879" y="182879"/>
                  </a:moveTo>
                  <a:lnTo>
                    <a:pt x="182775" y="183152"/>
                  </a:lnTo>
                  <a:lnTo>
                    <a:pt x="182256" y="183148"/>
                  </a:lnTo>
                  <a:lnTo>
                    <a:pt x="182391" y="182024"/>
                  </a:lnTo>
                  <a:lnTo>
                    <a:pt x="182972" y="18210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4497610" y="5582559"/>
              <a:ext cx="182879" cy="182917"/>
            </a:xfrm>
            <a:custGeom>
              <a:avLst/>
              <a:pathLst>
                <a:path w="182879" h="182917">
                  <a:moveTo>
                    <a:pt x="182879" y="182879"/>
                  </a:moveTo>
                  <a:lnTo>
                    <a:pt x="182561" y="182917"/>
                  </a:lnTo>
                  <a:lnTo>
                    <a:pt x="182340" y="182816"/>
                  </a:lnTo>
                  <a:lnTo>
                    <a:pt x="182076" y="182688"/>
                  </a:lnTo>
                  <a:lnTo>
                    <a:pt x="182029" y="182535"/>
                  </a:lnTo>
                  <a:lnTo>
                    <a:pt x="182228" y="182439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4503239" y="5570214"/>
              <a:ext cx="185406" cy="182993"/>
            </a:xfrm>
            <a:custGeom>
              <a:avLst/>
              <a:pathLst>
                <a:path w="185406" h="182993">
                  <a:moveTo>
                    <a:pt x="182879" y="182879"/>
                  </a:moveTo>
                  <a:lnTo>
                    <a:pt x="183967" y="181532"/>
                  </a:lnTo>
                  <a:lnTo>
                    <a:pt x="184204" y="181527"/>
                  </a:lnTo>
                  <a:lnTo>
                    <a:pt x="184431" y="181523"/>
                  </a:lnTo>
                  <a:lnTo>
                    <a:pt x="184685" y="181518"/>
                  </a:lnTo>
                  <a:lnTo>
                    <a:pt x="185164" y="181508"/>
                  </a:lnTo>
                  <a:lnTo>
                    <a:pt x="185406" y="181562"/>
                  </a:lnTo>
                  <a:lnTo>
                    <a:pt x="184922" y="182311"/>
                  </a:lnTo>
                  <a:lnTo>
                    <a:pt x="184772" y="182712"/>
                  </a:lnTo>
                  <a:lnTo>
                    <a:pt x="183855" y="182993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4577869" y="5528026"/>
              <a:ext cx="183966" cy="183402"/>
            </a:xfrm>
            <a:custGeom>
              <a:avLst/>
              <a:pathLst>
                <a:path w="183966" h="183402">
                  <a:moveTo>
                    <a:pt x="182879" y="182879"/>
                  </a:moveTo>
                  <a:lnTo>
                    <a:pt x="183676" y="182754"/>
                  </a:lnTo>
                  <a:lnTo>
                    <a:pt x="183966" y="183165"/>
                  </a:lnTo>
                  <a:lnTo>
                    <a:pt x="183799" y="183402"/>
                  </a:lnTo>
                  <a:lnTo>
                    <a:pt x="183382" y="183368"/>
                  </a:lnTo>
                  <a:lnTo>
                    <a:pt x="183075" y="183338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4569152" y="5511053"/>
              <a:ext cx="183758" cy="183227"/>
            </a:xfrm>
            <a:custGeom>
              <a:avLst/>
              <a:pathLst>
                <a:path w="183758" h="183227">
                  <a:moveTo>
                    <a:pt x="182879" y="182879"/>
                  </a:moveTo>
                  <a:lnTo>
                    <a:pt x="183346" y="182797"/>
                  </a:lnTo>
                  <a:lnTo>
                    <a:pt x="183758" y="183042"/>
                  </a:lnTo>
                  <a:lnTo>
                    <a:pt x="182968" y="18322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4661021" y="5469274"/>
              <a:ext cx="182879" cy="183352"/>
            </a:xfrm>
            <a:custGeom>
              <a:avLst/>
              <a:pathLst>
                <a:path w="182879" h="183352">
                  <a:moveTo>
                    <a:pt x="182879" y="182879"/>
                  </a:moveTo>
                  <a:lnTo>
                    <a:pt x="182861" y="183352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4364879" y="4699831"/>
              <a:ext cx="212015" cy="274022"/>
            </a:xfrm>
            <a:custGeom>
              <a:avLst/>
              <a:pathLst>
                <a:path w="212015" h="274022">
                  <a:moveTo>
                    <a:pt x="182879" y="182879"/>
                  </a:moveTo>
                  <a:lnTo>
                    <a:pt x="183461" y="183141"/>
                  </a:lnTo>
                  <a:lnTo>
                    <a:pt x="183929" y="183372"/>
                  </a:lnTo>
                  <a:lnTo>
                    <a:pt x="184453" y="183706"/>
                  </a:lnTo>
                  <a:lnTo>
                    <a:pt x="184941" y="183960"/>
                  </a:lnTo>
                  <a:lnTo>
                    <a:pt x="185372" y="184145"/>
                  </a:lnTo>
                  <a:lnTo>
                    <a:pt x="185870" y="184206"/>
                  </a:lnTo>
                  <a:lnTo>
                    <a:pt x="186522" y="184129"/>
                  </a:lnTo>
                  <a:lnTo>
                    <a:pt x="186898" y="184069"/>
                  </a:lnTo>
                  <a:lnTo>
                    <a:pt x="187287" y="183967"/>
                  </a:lnTo>
                  <a:lnTo>
                    <a:pt x="187712" y="184183"/>
                  </a:lnTo>
                  <a:lnTo>
                    <a:pt x="188312" y="184137"/>
                  </a:lnTo>
                  <a:lnTo>
                    <a:pt x="188526" y="184340"/>
                  </a:lnTo>
                  <a:lnTo>
                    <a:pt x="188625" y="184702"/>
                  </a:lnTo>
                  <a:lnTo>
                    <a:pt x="188426" y="184968"/>
                  </a:lnTo>
                  <a:lnTo>
                    <a:pt x="188330" y="185401"/>
                  </a:lnTo>
                  <a:lnTo>
                    <a:pt x="188677" y="185970"/>
                  </a:lnTo>
                  <a:lnTo>
                    <a:pt x="188709" y="186224"/>
                  </a:lnTo>
                  <a:lnTo>
                    <a:pt x="188800" y="186609"/>
                  </a:lnTo>
                  <a:lnTo>
                    <a:pt x="188862" y="186833"/>
                  </a:lnTo>
                  <a:lnTo>
                    <a:pt x="189239" y="187213"/>
                  </a:lnTo>
                  <a:lnTo>
                    <a:pt x="189711" y="187259"/>
                  </a:lnTo>
                  <a:lnTo>
                    <a:pt x="190057" y="187247"/>
                  </a:lnTo>
                  <a:lnTo>
                    <a:pt x="190236" y="187496"/>
                  </a:lnTo>
                  <a:lnTo>
                    <a:pt x="190290" y="187662"/>
                  </a:lnTo>
                  <a:lnTo>
                    <a:pt x="190451" y="187775"/>
                  </a:lnTo>
                  <a:lnTo>
                    <a:pt x="190607" y="187825"/>
                  </a:lnTo>
                  <a:lnTo>
                    <a:pt x="190861" y="187961"/>
                  </a:lnTo>
                  <a:lnTo>
                    <a:pt x="190914" y="188211"/>
                  </a:lnTo>
                  <a:lnTo>
                    <a:pt x="191427" y="188487"/>
                  </a:lnTo>
                  <a:lnTo>
                    <a:pt x="191802" y="189369"/>
                  </a:lnTo>
                  <a:lnTo>
                    <a:pt x="192044" y="189444"/>
                  </a:lnTo>
                  <a:lnTo>
                    <a:pt x="192355" y="189544"/>
                  </a:lnTo>
                  <a:lnTo>
                    <a:pt x="192401" y="189715"/>
                  </a:lnTo>
                  <a:lnTo>
                    <a:pt x="192452" y="190332"/>
                  </a:lnTo>
                  <a:lnTo>
                    <a:pt x="192564" y="190713"/>
                  </a:lnTo>
                  <a:lnTo>
                    <a:pt x="192129" y="191218"/>
                  </a:lnTo>
                  <a:lnTo>
                    <a:pt x="192242" y="191402"/>
                  </a:lnTo>
                  <a:lnTo>
                    <a:pt x="192331" y="191527"/>
                  </a:lnTo>
                  <a:lnTo>
                    <a:pt x="192545" y="191554"/>
                  </a:lnTo>
                  <a:lnTo>
                    <a:pt x="192792" y="191210"/>
                  </a:lnTo>
                  <a:lnTo>
                    <a:pt x="193209" y="191066"/>
                  </a:lnTo>
                  <a:lnTo>
                    <a:pt x="193503" y="191537"/>
                  </a:lnTo>
                  <a:lnTo>
                    <a:pt x="193522" y="192019"/>
                  </a:lnTo>
                  <a:lnTo>
                    <a:pt x="193662" y="192022"/>
                  </a:lnTo>
                  <a:lnTo>
                    <a:pt x="194191" y="191657"/>
                  </a:lnTo>
                  <a:lnTo>
                    <a:pt x="194312" y="191363"/>
                  </a:lnTo>
                  <a:lnTo>
                    <a:pt x="194557" y="191335"/>
                  </a:lnTo>
                  <a:lnTo>
                    <a:pt x="195089" y="191392"/>
                  </a:lnTo>
                  <a:lnTo>
                    <a:pt x="195246" y="191995"/>
                  </a:lnTo>
                  <a:lnTo>
                    <a:pt x="195762" y="192150"/>
                  </a:lnTo>
                  <a:lnTo>
                    <a:pt x="196284" y="192252"/>
                  </a:lnTo>
                  <a:lnTo>
                    <a:pt x="196505" y="192245"/>
                  </a:lnTo>
                  <a:lnTo>
                    <a:pt x="196755" y="192222"/>
                  </a:lnTo>
                  <a:lnTo>
                    <a:pt x="196974" y="192047"/>
                  </a:lnTo>
                  <a:lnTo>
                    <a:pt x="197410" y="192497"/>
                  </a:lnTo>
                  <a:lnTo>
                    <a:pt x="197233" y="192500"/>
                  </a:lnTo>
                  <a:lnTo>
                    <a:pt x="197280" y="192754"/>
                  </a:lnTo>
                  <a:lnTo>
                    <a:pt x="197651" y="192908"/>
                  </a:lnTo>
                  <a:lnTo>
                    <a:pt x="197904" y="192895"/>
                  </a:lnTo>
                  <a:lnTo>
                    <a:pt x="198309" y="193259"/>
                  </a:lnTo>
                  <a:lnTo>
                    <a:pt x="197864" y="193874"/>
                  </a:lnTo>
                  <a:lnTo>
                    <a:pt x="197493" y="194065"/>
                  </a:lnTo>
                  <a:lnTo>
                    <a:pt x="196983" y="193936"/>
                  </a:lnTo>
                  <a:lnTo>
                    <a:pt x="196993" y="194158"/>
                  </a:lnTo>
                  <a:lnTo>
                    <a:pt x="196991" y="194298"/>
                  </a:lnTo>
                  <a:lnTo>
                    <a:pt x="196872" y="194743"/>
                  </a:lnTo>
                  <a:lnTo>
                    <a:pt x="196935" y="195514"/>
                  </a:lnTo>
                  <a:lnTo>
                    <a:pt x="197272" y="195820"/>
                  </a:lnTo>
                  <a:lnTo>
                    <a:pt x="197467" y="195706"/>
                  </a:lnTo>
                  <a:lnTo>
                    <a:pt x="197636" y="195329"/>
                  </a:lnTo>
                  <a:lnTo>
                    <a:pt x="198096" y="195174"/>
                  </a:lnTo>
                  <a:lnTo>
                    <a:pt x="198612" y="195177"/>
                  </a:lnTo>
                  <a:lnTo>
                    <a:pt x="198822" y="195472"/>
                  </a:lnTo>
                  <a:lnTo>
                    <a:pt x="199066" y="195602"/>
                  </a:lnTo>
                  <a:lnTo>
                    <a:pt x="199176" y="195844"/>
                  </a:lnTo>
                  <a:lnTo>
                    <a:pt x="199195" y="196007"/>
                  </a:lnTo>
                  <a:lnTo>
                    <a:pt x="199138" y="196186"/>
                  </a:lnTo>
                  <a:lnTo>
                    <a:pt x="199048" y="196771"/>
                  </a:lnTo>
                  <a:lnTo>
                    <a:pt x="198946" y="196952"/>
                  </a:lnTo>
                  <a:lnTo>
                    <a:pt x="198859" y="197249"/>
                  </a:lnTo>
                  <a:lnTo>
                    <a:pt x="198814" y="197448"/>
                  </a:lnTo>
                  <a:lnTo>
                    <a:pt x="198834" y="197626"/>
                  </a:lnTo>
                  <a:lnTo>
                    <a:pt x="198836" y="197869"/>
                  </a:lnTo>
                  <a:lnTo>
                    <a:pt x="198396" y="198131"/>
                  </a:lnTo>
                  <a:lnTo>
                    <a:pt x="197370" y="198317"/>
                  </a:lnTo>
                  <a:lnTo>
                    <a:pt x="196939" y="198027"/>
                  </a:lnTo>
                  <a:lnTo>
                    <a:pt x="196259" y="197982"/>
                  </a:lnTo>
                  <a:lnTo>
                    <a:pt x="196031" y="197938"/>
                  </a:lnTo>
                  <a:lnTo>
                    <a:pt x="195660" y="197530"/>
                  </a:lnTo>
                  <a:lnTo>
                    <a:pt x="195232" y="197249"/>
                  </a:lnTo>
                  <a:lnTo>
                    <a:pt x="194922" y="197185"/>
                  </a:lnTo>
                  <a:lnTo>
                    <a:pt x="194466" y="197207"/>
                  </a:lnTo>
                  <a:lnTo>
                    <a:pt x="194189" y="197296"/>
                  </a:lnTo>
                  <a:lnTo>
                    <a:pt x="193872" y="197512"/>
                  </a:lnTo>
                  <a:lnTo>
                    <a:pt x="193931" y="197738"/>
                  </a:lnTo>
                  <a:lnTo>
                    <a:pt x="193576" y="198131"/>
                  </a:lnTo>
                  <a:lnTo>
                    <a:pt x="193170" y="198220"/>
                  </a:lnTo>
                  <a:lnTo>
                    <a:pt x="192754" y="198131"/>
                  </a:lnTo>
                  <a:lnTo>
                    <a:pt x="192272" y="197926"/>
                  </a:lnTo>
                  <a:lnTo>
                    <a:pt x="191925" y="197929"/>
                  </a:lnTo>
                  <a:lnTo>
                    <a:pt x="191488" y="198111"/>
                  </a:lnTo>
                  <a:lnTo>
                    <a:pt x="190994" y="198024"/>
                  </a:lnTo>
                  <a:lnTo>
                    <a:pt x="190536" y="197636"/>
                  </a:lnTo>
                  <a:lnTo>
                    <a:pt x="190325" y="197219"/>
                  </a:lnTo>
                  <a:lnTo>
                    <a:pt x="189946" y="196756"/>
                  </a:lnTo>
                  <a:lnTo>
                    <a:pt x="189315" y="196715"/>
                  </a:lnTo>
                  <a:lnTo>
                    <a:pt x="188833" y="196624"/>
                  </a:lnTo>
                  <a:lnTo>
                    <a:pt x="188186" y="196754"/>
                  </a:lnTo>
                  <a:lnTo>
                    <a:pt x="188038" y="196613"/>
                  </a:lnTo>
                  <a:lnTo>
                    <a:pt x="187401" y="196581"/>
                  </a:lnTo>
                  <a:lnTo>
                    <a:pt x="187318" y="196751"/>
                  </a:lnTo>
                  <a:lnTo>
                    <a:pt x="186909" y="196664"/>
                  </a:lnTo>
                  <a:lnTo>
                    <a:pt x="187155" y="197081"/>
                  </a:lnTo>
                  <a:lnTo>
                    <a:pt x="187451" y="197468"/>
                  </a:lnTo>
                  <a:lnTo>
                    <a:pt x="187312" y="197822"/>
                  </a:lnTo>
                  <a:lnTo>
                    <a:pt x="187079" y="198043"/>
                  </a:lnTo>
                  <a:lnTo>
                    <a:pt x="186960" y="198307"/>
                  </a:lnTo>
                  <a:lnTo>
                    <a:pt x="186867" y="198564"/>
                  </a:lnTo>
                  <a:lnTo>
                    <a:pt x="186529" y="199001"/>
                  </a:lnTo>
                  <a:lnTo>
                    <a:pt x="186450" y="199174"/>
                  </a:lnTo>
                  <a:lnTo>
                    <a:pt x="186301" y="199273"/>
                  </a:lnTo>
                  <a:lnTo>
                    <a:pt x="186109" y="199285"/>
                  </a:lnTo>
                  <a:lnTo>
                    <a:pt x="185968" y="199316"/>
                  </a:lnTo>
                  <a:lnTo>
                    <a:pt x="185874" y="199444"/>
                  </a:lnTo>
                  <a:lnTo>
                    <a:pt x="185748" y="199649"/>
                  </a:lnTo>
                  <a:lnTo>
                    <a:pt x="185788" y="199989"/>
                  </a:lnTo>
                  <a:lnTo>
                    <a:pt x="186258" y="200153"/>
                  </a:lnTo>
                  <a:lnTo>
                    <a:pt x="186447" y="200222"/>
                  </a:lnTo>
                  <a:lnTo>
                    <a:pt x="186278" y="200705"/>
                  </a:lnTo>
                  <a:lnTo>
                    <a:pt x="185918" y="200663"/>
                  </a:lnTo>
                  <a:lnTo>
                    <a:pt x="185769" y="200671"/>
                  </a:lnTo>
                  <a:lnTo>
                    <a:pt x="185493" y="200839"/>
                  </a:lnTo>
                  <a:lnTo>
                    <a:pt x="185563" y="201005"/>
                  </a:lnTo>
                  <a:lnTo>
                    <a:pt x="185887" y="201006"/>
                  </a:lnTo>
                  <a:lnTo>
                    <a:pt x="185889" y="201272"/>
                  </a:lnTo>
                  <a:lnTo>
                    <a:pt x="185803" y="201404"/>
                  </a:lnTo>
                  <a:lnTo>
                    <a:pt x="185576" y="201592"/>
                  </a:lnTo>
                  <a:lnTo>
                    <a:pt x="185623" y="201726"/>
                  </a:lnTo>
                  <a:lnTo>
                    <a:pt x="185714" y="202147"/>
                  </a:lnTo>
                  <a:lnTo>
                    <a:pt x="186047" y="202092"/>
                  </a:lnTo>
                  <a:lnTo>
                    <a:pt x="186122" y="202256"/>
                  </a:lnTo>
                  <a:lnTo>
                    <a:pt x="186297" y="203423"/>
                  </a:lnTo>
                  <a:lnTo>
                    <a:pt x="186394" y="203567"/>
                  </a:lnTo>
                  <a:lnTo>
                    <a:pt x="187009" y="204344"/>
                  </a:lnTo>
                  <a:lnTo>
                    <a:pt x="187363" y="204791"/>
                  </a:lnTo>
                  <a:lnTo>
                    <a:pt x="187284" y="205267"/>
                  </a:lnTo>
                  <a:lnTo>
                    <a:pt x="187452" y="205708"/>
                  </a:lnTo>
                  <a:lnTo>
                    <a:pt x="187587" y="205911"/>
                  </a:lnTo>
                  <a:lnTo>
                    <a:pt x="188009" y="206542"/>
                  </a:lnTo>
                  <a:lnTo>
                    <a:pt x="188159" y="207043"/>
                  </a:lnTo>
                  <a:lnTo>
                    <a:pt x="187993" y="207429"/>
                  </a:lnTo>
                  <a:lnTo>
                    <a:pt x="187833" y="207869"/>
                  </a:lnTo>
                  <a:lnTo>
                    <a:pt x="187475" y="208461"/>
                  </a:lnTo>
                  <a:lnTo>
                    <a:pt x="187716" y="208564"/>
                  </a:lnTo>
                  <a:lnTo>
                    <a:pt x="187786" y="208839"/>
                  </a:lnTo>
                  <a:lnTo>
                    <a:pt x="187714" y="208994"/>
                  </a:lnTo>
                  <a:lnTo>
                    <a:pt x="187629" y="209176"/>
                  </a:lnTo>
                  <a:lnTo>
                    <a:pt x="187425" y="209140"/>
                  </a:lnTo>
                  <a:lnTo>
                    <a:pt x="187937" y="209279"/>
                  </a:lnTo>
                  <a:lnTo>
                    <a:pt x="189433" y="209982"/>
                  </a:lnTo>
                  <a:lnTo>
                    <a:pt x="189577" y="210014"/>
                  </a:lnTo>
                  <a:lnTo>
                    <a:pt x="189043" y="211346"/>
                  </a:lnTo>
                  <a:lnTo>
                    <a:pt x="189280" y="211359"/>
                  </a:lnTo>
                  <a:lnTo>
                    <a:pt x="189687" y="212002"/>
                  </a:lnTo>
                  <a:lnTo>
                    <a:pt x="190265" y="212267"/>
                  </a:lnTo>
                  <a:lnTo>
                    <a:pt x="190398" y="212254"/>
                  </a:lnTo>
                  <a:lnTo>
                    <a:pt x="190715" y="212238"/>
                  </a:lnTo>
                  <a:lnTo>
                    <a:pt x="191338" y="212390"/>
                  </a:lnTo>
                  <a:lnTo>
                    <a:pt x="192294" y="212838"/>
                  </a:lnTo>
                  <a:lnTo>
                    <a:pt x="192185" y="213003"/>
                  </a:lnTo>
                  <a:lnTo>
                    <a:pt x="192333" y="213329"/>
                  </a:lnTo>
                  <a:lnTo>
                    <a:pt x="192448" y="213520"/>
                  </a:lnTo>
                  <a:lnTo>
                    <a:pt x="192547" y="213688"/>
                  </a:lnTo>
                  <a:lnTo>
                    <a:pt x="192981" y="214896"/>
                  </a:lnTo>
                  <a:lnTo>
                    <a:pt x="193136" y="215259"/>
                  </a:lnTo>
                  <a:lnTo>
                    <a:pt x="192922" y="215980"/>
                  </a:lnTo>
                  <a:lnTo>
                    <a:pt x="192191" y="216412"/>
                  </a:lnTo>
                  <a:lnTo>
                    <a:pt x="192019" y="216497"/>
                  </a:lnTo>
                  <a:lnTo>
                    <a:pt x="190885" y="217791"/>
                  </a:lnTo>
                  <a:lnTo>
                    <a:pt x="191073" y="218352"/>
                  </a:lnTo>
                  <a:lnTo>
                    <a:pt x="192009" y="218331"/>
                  </a:lnTo>
                  <a:lnTo>
                    <a:pt x="192388" y="218218"/>
                  </a:lnTo>
                  <a:lnTo>
                    <a:pt x="193072" y="219145"/>
                  </a:lnTo>
                  <a:lnTo>
                    <a:pt x="194097" y="218628"/>
                  </a:lnTo>
                  <a:lnTo>
                    <a:pt x="194793" y="219117"/>
                  </a:lnTo>
                  <a:lnTo>
                    <a:pt x="194045" y="219871"/>
                  </a:lnTo>
                  <a:lnTo>
                    <a:pt x="194810" y="220437"/>
                  </a:lnTo>
                  <a:lnTo>
                    <a:pt x="194988" y="220799"/>
                  </a:lnTo>
                  <a:lnTo>
                    <a:pt x="195345" y="221572"/>
                  </a:lnTo>
                  <a:lnTo>
                    <a:pt x="195504" y="221676"/>
                  </a:lnTo>
                  <a:lnTo>
                    <a:pt x="195791" y="221422"/>
                  </a:lnTo>
                  <a:lnTo>
                    <a:pt x="196013" y="221434"/>
                  </a:lnTo>
                  <a:lnTo>
                    <a:pt x="196269" y="221364"/>
                  </a:lnTo>
                  <a:lnTo>
                    <a:pt x="196500" y="221139"/>
                  </a:lnTo>
                  <a:lnTo>
                    <a:pt x="196854" y="220702"/>
                  </a:lnTo>
                  <a:lnTo>
                    <a:pt x="196754" y="220521"/>
                  </a:lnTo>
                  <a:lnTo>
                    <a:pt x="196586" y="220318"/>
                  </a:lnTo>
                  <a:lnTo>
                    <a:pt x="196398" y="219838"/>
                  </a:lnTo>
                  <a:lnTo>
                    <a:pt x="196413" y="219683"/>
                  </a:lnTo>
                  <a:lnTo>
                    <a:pt x="196510" y="219338"/>
                  </a:lnTo>
                  <a:lnTo>
                    <a:pt x="196653" y="219330"/>
                  </a:lnTo>
                  <a:lnTo>
                    <a:pt x="196879" y="219323"/>
                  </a:lnTo>
                  <a:lnTo>
                    <a:pt x="197013" y="219316"/>
                  </a:lnTo>
                  <a:lnTo>
                    <a:pt x="197327" y="218950"/>
                  </a:lnTo>
                  <a:lnTo>
                    <a:pt x="197172" y="218827"/>
                  </a:lnTo>
                  <a:lnTo>
                    <a:pt x="197053" y="218466"/>
                  </a:lnTo>
                  <a:lnTo>
                    <a:pt x="197559" y="218193"/>
                  </a:lnTo>
                  <a:lnTo>
                    <a:pt x="197916" y="217995"/>
                  </a:lnTo>
                  <a:lnTo>
                    <a:pt x="198239" y="218103"/>
                  </a:lnTo>
                  <a:lnTo>
                    <a:pt x="199236" y="217875"/>
                  </a:lnTo>
                  <a:lnTo>
                    <a:pt x="199558" y="217851"/>
                  </a:lnTo>
                  <a:lnTo>
                    <a:pt x="200297" y="218197"/>
                  </a:lnTo>
                  <a:lnTo>
                    <a:pt x="200690" y="218428"/>
                  </a:lnTo>
                  <a:lnTo>
                    <a:pt x="200843" y="218467"/>
                  </a:lnTo>
                  <a:lnTo>
                    <a:pt x="201007" y="218476"/>
                  </a:lnTo>
                  <a:lnTo>
                    <a:pt x="201365" y="218480"/>
                  </a:lnTo>
                  <a:lnTo>
                    <a:pt x="201686" y="218413"/>
                  </a:lnTo>
                  <a:lnTo>
                    <a:pt x="201945" y="218382"/>
                  </a:lnTo>
                  <a:lnTo>
                    <a:pt x="202169" y="218340"/>
                  </a:lnTo>
                  <a:lnTo>
                    <a:pt x="202600" y="217932"/>
                  </a:lnTo>
                  <a:lnTo>
                    <a:pt x="203010" y="218098"/>
                  </a:lnTo>
                  <a:lnTo>
                    <a:pt x="203205" y="218365"/>
                  </a:lnTo>
                  <a:lnTo>
                    <a:pt x="203591" y="218476"/>
                  </a:lnTo>
                  <a:lnTo>
                    <a:pt x="203869" y="218430"/>
                  </a:lnTo>
                  <a:lnTo>
                    <a:pt x="204315" y="218426"/>
                  </a:lnTo>
                  <a:lnTo>
                    <a:pt x="204603" y="218526"/>
                  </a:lnTo>
                  <a:lnTo>
                    <a:pt x="205291" y="218977"/>
                  </a:lnTo>
                  <a:lnTo>
                    <a:pt x="205616" y="219106"/>
                  </a:lnTo>
                  <a:lnTo>
                    <a:pt x="205798" y="219339"/>
                  </a:lnTo>
                  <a:lnTo>
                    <a:pt x="205688" y="219593"/>
                  </a:lnTo>
                  <a:lnTo>
                    <a:pt x="205357" y="219900"/>
                  </a:lnTo>
                  <a:lnTo>
                    <a:pt x="205026" y="220458"/>
                  </a:lnTo>
                  <a:lnTo>
                    <a:pt x="204922" y="220759"/>
                  </a:lnTo>
                  <a:lnTo>
                    <a:pt x="204769" y="221026"/>
                  </a:lnTo>
                  <a:lnTo>
                    <a:pt x="204613" y="221179"/>
                  </a:lnTo>
                  <a:lnTo>
                    <a:pt x="204428" y="221498"/>
                  </a:lnTo>
                  <a:lnTo>
                    <a:pt x="204463" y="221660"/>
                  </a:lnTo>
                  <a:lnTo>
                    <a:pt x="204779" y="222208"/>
                  </a:lnTo>
                  <a:lnTo>
                    <a:pt x="204777" y="222439"/>
                  </a:lnTo>
                  <a:lnTo>
                    <a:pt x="204447" y="222725"/>
                  </a:lnTo>
                  <a:lnTo>
                    <a:pt x="204303" y="222752"/>
                  </a:lnTo>
                  <a:lnTo>
                    <a:pt x="204130" y="222822"/>
                  </a:lnTo>
                  <a:lnTo>
                    <a:pt x="204126" y="222998"/>
                  </a:lnTo>
                  <a:lnTo>
                    <a:pt x="204114" y="223177"/>
                  </a:lnTo>
                  <a:lnTo>
                    <a:pt x="204026" y="223883"/>
                  </a:lnTo>
                  <a:lnTo>
                    <a:pt x="204118" y="224404"/>
                  </a:lnTo>
                  <a:lnTo>
                    <a:pt x="204015" y="224848"/>
                  </a:lnTo>
                  <a:lnTo>
                    <a:pt x="203594" y="225030"/>
                  </a:lnTo>
                  <a:lnTo>
                    <a:pt x="203182" y="225074"/>
                  </a:lnTo>
                  <a:lnTo>
                    <a:pt x="203002" y="225732"/>
                  </a:lnTo>
                  <a:lnTo>
                    <a:pt x="202804" y="225793"/>
                  </a:lnTo>
                  <a:lnTo>
                    <a:pt x="202821" y="226543"/>
                  </a:lnTo>
                  <a:lnTo>
                    <a:pt x="202832" y="226911"/>
                  </a:lnTo>
                  <a:lnTo>
                    <a:pt x="202843" y="227357"/>
                  </a:lnTo>
                  <a:lnTo>
                    <a:pt x="202848" y="227564"/>
                  </a:lnTo>
                  <a:lnTo>
                    <a:pt x="202640" y="228091"/>
                  </a:lnTo>
                  <a:lnTo>
                    <a:pt x="202351" y="228137"/>
                  </a:lnTo>
                  <a:lnTo>
                    <a:pt x="201689" y="228243"/>
                  </a:lnTo>
                  <a:lnTo>
                    <a:pt x="201717" y="228440"/>
                  </a:lnTo>
                  <a:lnTo>
                    <a:pt x="201746" y="228618"/>
                  </a:lnTo>
                  <a:lnTo>
                    <a:pt x="201908" y="228596"/>
                  </a:lnTo>
                  <a:lnTo>
                    <a:pt x="202413" y="228861"/>
                  </a:lnTo>
                  <a:lnTo>
                    <a:pt x="202376" y="229117"/>
                  </a:lnTo>
                  <a:lnTo>
                    <a:pt x="202320" y="229505"/>
                  </a:lnTo>
                  <a:lnTo>
                    <a:pt x="202424" y="229648"/>
                  </a:lnTo>
                  <a:lnTo>
                    <a:pt x="202425" y="229956"/>
                  </a:lnTo>
                  <a:lnTo>
                    <a:pt x="202149" y="230018"/>
                  </a:lnTo>
                  <a:lnTo>
                    <a:pt x="201758" y="229804"/>
                  </a:lnTo>
                  <a:lnTo>
                    <a:pt x="201242" y="229892"/>
                  </a:lnTo>
                  <a:lnTo>
                    <a:pt x="200992" y="229902"/>
                  </a:lnTo>
                  <a:lnTo>
                    <a:pt x="200436" y="229929"/>
                  </a:lnTo>
                  <a:lnTo>
                    <a:pt x="200191" y="229973"/>
                  </a:lnTo>
                  <a:lnTo>
                    <a:pt x="200037" y="230019"/>
                  </a:lnTo>
                  <a:lnTo>
                    <a:pt x="200197" y="231160"/>
                  </a:lnTo>
                  <a:lnTo>
                    <a:pt x="201172" y="231182"/>
                  </a:lnTo>
                  <a:lnTo>
                    <a:pt x="201389" y="231206"/>
                  </a:lnTo>
                  <a:lnTo>
                    <a:pt x="201745" y="230956"/>
                  </a:lnTo>
                  <a:lnTo>
                    <a:pt x="201972" y="230793"/>
                  </a:lnTo>
                  <a:lnTo>
                    <a:pt x="201866" y="230616"/>
                  </a:lnTo>
                  <a:lnTo>
                    <a:pt x="201728" y="230447"/>
                  </a:lnTo>
                  <a:lnTo>
                    <a:pt x="201917" y="230315"/>
                  </a:lnTo>
                  <a:lnTo>
                    <a:pt x="202434" y="230705"/>
                  </a:lnTo>
                  <a:lnTo>
                    <a:pt x="202203" y="230998"/>
                  </a:lnTo>
                  <a:lnTo>
                    <a:pt x="201862" y="231574"/>
                  </a:lnTo>
                  <a:lnTo>
                    <a:pt x="201817" y="231807"/>
                  </a:lnTo>
                  <a:lnTo>
                    <a:pt x="201746" y="232537"/>
                  </a:lnTo>
                  <a:lnTo>
                    <a:pt x="201879" y="232574"/>
                  </a:lnTo>
                  <a:lnTo>
                    <a:pt x="202087" y="232342"/>
                  </a:lnTo>
                  <a:lnTo>
                    <a:pt x="202623" y="232445"/>
                  </a:lnTo>
                  <a:lnTo>
                    <a:pt x="202754" y="232418"/>
                  </a:lnTo>
                  <a:lnTo>
                    <a:pt x="202950" y="232376"/>
                  </a:lnTo>
                  <a:lnTo>
                    <a:pt x="203185" y="232331"/>
                  </a:lnTo>
                  <a:lnTo>
                    <a:pt x="203999" y="232847"/>
                  </a:lnTo>
                  <a:lnTo>
                    <a:pt x="204682" y="233087"/>
                  </a:lnTo>
                  <a:lnTo>
                    <a:pt x="205102" y="233026"/>
                  </a:lnTo>
                  <a:lnTo>
                    <a:pt x="205474" y="233007"/>
                  </a:lnTo>
                  <a:lnTo>
                    <a:pt x="205825" y="233037"/>
                  </a:lnTo>
                  <a:lnTo>
                    <a:pt x="206439" y="233094"/>
                  </a:lnTo>
                  <a:lnTo>
                    <a:pt x="206856" y="233163"/>
                  </a:lnTo>
                  <a:lnTo>
                    <a:pt x="207727" y="233348"/>
                  </a:lnTo>
                  <a:lnTo>
                    <a:pt x="207670" y="233655"/>
                  </a:lnTo>
                  <a:lnTo>
                    <a:pt x="207898" y="234094"/>
                  </a:lnTo>
                  <a:lnTo>
                    <a:pt x="208559" y="234243"/>
                  </a:lnTo>
                  <a:lnTo>
                    <a:pt x="208706" y="234665"/>
                  </a:lnTo>
                  <a:lnTo>
                    <a:pt x="208917" y="234645"/>
                  </a:lnTo>
                  <a:lnTo>
                    <a:pt x="209174" y="234666"/>
                  </a:lnTo>
                  <a:lnTo>
                    <a:pt x="209381" y="234710"/>
                  </a:lnTo>
                  <a:lnTo>
                    <a:pt x="209724" y="234915"/>
                  </a:lnTo>
                  <a:lnTo>
                    <a:pt x="209937" y="234714"/>
                  </a:lnTo>
                  <a:lnTo>
                    <a:pt x="210330" y="234971"/>
                  </a:lnTo>
                  <a:lnTo>
                    <a:pt x="210297" y="235263"/>
                  </a:lnTo>
                  <a:lnTo>
                    <a:pt x="210485" y="235379"/>
                  </a:lnTo>
                  <a:lnTo>
                    <a:pt x="210651" y="235887"/>
                  </a:lnTo>
                  <a:lnTo>
                    <a:pt x="210823" y="236003"/>
                  </a:lnTo>
                  <a:lnTo>
                    <a:pt x="211437" y="236219"/>
                  </a:lnTo>
                  <a:lnTo>
                    <a:pt x="211983" y="236440"/>
                  </a:lnTo>
                  <a:lnTo>
                    <a:pt x="212015" y="237560"/>
                  </a:lnTo>
                  <a:lnTo>
                    <a:pt x="211824" y="237775"/>
                  </a:lnTo>
                  <a:lnTo>
                    <a:pt x="211266" y="237790"/>
                  </a:lnTo>
                  <a:lnTo>
                    <a:pt x="211129" y="237793"/>
                  </a:lnTo>
                  <a:lnTo>
                    <a:pt x="210945" y="237796"/>
                  </a:lnTo>
                  <a:lnTo>
                    <a:pt x="210674" y="237842"/>
                  </a:lnTo>
                  <a:lnTo>
                    <a:pt x="210585" y="238228"/>
                  </a:lnTo>
                  <a:lnTo>
                    <a:pt x="210051" y="238232"/>
                  </a:lnTo>
                  <a:lnTo>
                    <a:pt x="209665" y="238236"/>
                  </a:lnTo>
                  <a:lnTo>
                    <a:pt x="209388" y="238239"/>
                  </a:lnTo>
                  <a:lnTo>
                    <a:pt x="208709" y="238291"/>
                  </a:lnTo>
                  <a:lnTo>
                    <a:pt x="208182" y="238339"/>
                  </a:lnTo>
                  <a:lnTo>
                    <a:pt x="207841" y="238400"/>
                  </a:lnTo>
                  <a:lnTo>
                    <a:pt x="207662" y="238435"/>
                  </a:lnTo>
                  <a:lnTo>
                    <a:pt x="207133" y="238554"/>
                  </a:lnTo>
                  <a:lnTo>
                    <a:pt x="206538" y="238725"/>
                  </a:lnTo>
                  <a:lnTo>
                    <a:pt x="206583" y="238863"/>
                  </a:lnTo>
                  <a:lnTo>
                    <a:pt x="206761" y="239408"/>
                  </a:lnTo>
                  <a:lnTo>
                    <a:pt x="207085" y="240396"/>
                  </a:lnTo>
                  <a:lnTo>
                    <a:pt x="206714" y="240489"/>
                  </a:lnTo>
                  <a:lnTo>
                    <a:pt x="206129" y="240625"/>
                  </a:lnTo>
                  <a:lnTo>
                    <a:pt x="205532" y="238872"/>
                  </a:lnTo>
                  <a:lnTo>
                    <a:pt x="205117" y="239028"/>
                  </a:lnTo>
                  <a:lnTo>
                    <a:pt x="202972" y="239836"/>
                  </a:lnTo>
                  <a:lnTo>
                    <a:pt x="203469" y="240727"/>
                  </a:lnTo>
                  <a:lnTo>
                    <a:pt x="203518" y="240874"/>
                  </a:lnTo>
                  <a:lnTo>
                    <a:pt x="203515" y="241038"/>
                  </a:lnTo>
                  <a:lnTo>
                    <a:pt x="203368" y="241328"/>
                  </a:lnTo>
                  <a:lnTo>
                    <a:pt x="203362" y="240768"/>
                  </a:lnTo>
                  <a:lnTo>
                    <a:pt x="203262" y="240587"/>
                  </a:lnTo>
                  <a:lnTo>
                    <a:pt x="203112" y="240322"/>
                  </a:lnTo>
                  <a:lnTo>
                    <a:pt x="202801" y="240632"/>
                  </a:lnTo>
                  <a:lnTo>
                    <a:pt x="202980" y="240749"/>
                  </a:lnTo>
                  <a:lnTo>
                    <a:pt x="203275" y="241077"/>
                  </a:lnTo>
                  <a:lnTo>
                    <a:pt x="203267" y="241291"/>
                  </a:lnTo>
                  <a:lnTo>
                    <a:pt x="202871" y="240952"/>
                  </a:lnTo>
                  <a:lnTo>
                    <a:pt x="202464" y="240335"/>
                  </a:lnTo>
                  <a:lnTo>
                    <a:pt x="202250" y="240428"/>
                  </a:lnTo>
                  <a:lnTo>
                    <a:pt x="202528" y="240949"/>
                  </a:lnTo>
                  <a:lnTo>
                    <a:pt x="202809" y="241476"/>
                  </a:lnTo>
                  <a:lnTo>
                    <a:pt x="202594" y="241448"/>
                  </a:lnTo>
                  <a:lnTo>
                    <a:pt x="202471" y="241242"/>
                  </a:lnTo>
                  <a:lnTo>
                    <a:pt x="202326" y="240999"/>
                  </a:lnTo>
                  <a:lnTo>
                    <a:pt x="201771" y="240500"/>
                  </a:lnTo>
                  <a:lnTo>
                    <a:pt x="201374" y="240709"/>
                  </a:lnTo>
                  <a:lnTo>
                    <a:pt x="201224" y="240769"/>
                  </a:lnTo>
                  <a:lnTo>
                    <a:pt x="200954" y="241062"/>
                  </a:lnTo>
                  <a:lnTo>
                    <a:pt x="201224" y="241109"/>
                  </a:lnTo>
                  <a:lnTo>
                    <a:pt x="201092" y="241345"/>
                  </a:lnTo>
                  <a:lnTo>
                    <a:pt x="200935" y="241333"/>
                  </a:lnTo>
                  <a:lnTo>
                    <a:pt x="200581" y="241413"/>
                  </a:lnTo>
                  <a:lnTo>
                    <a:pt x="200660" y="241719"/>
                  </a:lnTo>
                  <a:lnTo>
                    <a:pt x="200632" y="241848"/>
                  </a:lnTo>
                  <a:lnTo>
                    <a:pt x="200551" y="241994"/>
                  </a:lnTo>
                  <a:lnTo>
                    <a:pt x="200386" y="242136"/>
                  </a:lnTo>
                  <a:lnTo>
                    <a:pt x="200116" y="242229"/>
                  </a:lnTo>
                  <a:lnTo>
                    <a:pt x="199833" y="242203"/>
                  </a:lnTo>
                  <a:lnTo>
                    <a:pt x="199629" y="242107"/>
                  </a:lnTo>
                  <a:lnTo>
                    <a:pt x="199455" y="242235"/>
                  </a:lnTo>
                  <a:lnTo>
                    <a:pt x="199322" y="242430"/>
                  </a:lnTo>
                  <a:lnTo>
                    <a:pt x="199078" y="242883"/>
                  </a:lnTo>
                  <a:lnTo>
                    <a:pt x="199745" y="243320"/>
                  </a:lnTo>
                  <a:lnTo>
                    <a:pt x="201720" y="244614"/>
                  </a:lnTo>
                  <a:lnTo>
                    <a:pt x="201495" y="244938"/>
                  </a:lnTo>
                  <a:lnTo>
                    <a:pt x="200418" y="246201"/>
                  </a:lnTo>
                  <a:lnTo>
                    <a:pt x="199650" y="245910"/>
                  </a:lnTo>
                  <a:lnTo>
                    <a:pt x="199183" y="245733"/>
                  </a:lnTo>
                  <a:lnTo>
                    <a:pt x="197623" y="245142"/>
                  </a:lnTo>
                  <a:lnTo>
                    <a:pt x="197472" y="245085"/>
                  </a:lnTo>
                  <a:lnTo>
                    <a:pt x="197122" y="244953"/>
                  </a:lnTo>
                  <a:lnTo>
                    <a:pt x="196395" y="245093"/>
                  </a:lnTo>
                  <a:lnTo>
                    <a:pt x="196205" y="245354"/>
                  </a:lnTo>
                  <a:lnTo>
                    <a:pt x="196344" y="245470"/>
                  </a:lnTo>
                  <a:lnTo>
                    <a:pt x="196818" y="245783"/>
                  </a:lnTo>
                  <a:lnTo>
                    <a:pt x="197459" y="246064"/>
                  </a:lnTo>
                  <a:lnTo>
                    <a:pt x="198462" y="246407"/>
                  </a:lnTo>
                  <a:lnTo>
                    <a:pt x="198803" y="246524"/>
                  </a:lnTo>
                  <a:lnTo>
                    <a:pt x="198947" y="246574"/>
                  </a:lnTo>
                  <a:lnTo>
                    <a:pt x="199975" y="246988"/>
                  </a:lnTo>
                  <a:lnTo>
                    <a:pt x="200536" y="249219"/>
                  </a:lnTo>
                  <a:lnTo>
                    <a:pt x="200585" y="249415"/>
                  </a:lnTo>
                  <a:lnTo>
                    <a:pt x="200847" y="249428"/>
                  </a:lnTo>
                  <a:lnTo>
                    <a:pt x="201073" y="249518"/>
                  </a:lnTo>
                  <a:lnTo>
                    <a:pt x="201267" y="249689"/>
                  </a:lnTo>
                  <a:lnTo>
                    <a:pt x="201380" y="249931"/>
                  </a:lnTo>
                  <a:lnTo>
                    <a:pt x="201306" y="250315"/>
                  </a:lnTo>
                  <a:lnTo>
                    <a:pt x="201116" y="250492"/>
                  </a:lnTo>
                  <a:lnTo>
                    <a:pt x="200881" y="250584"/>
                  </a:lnTo>
                  <a:lnTo>
                    <a:pt x="201032" y="251186"/>
                  </a:lnTo>
                  <a:lnTo>
                    <a:pt x="201122" y="251544"/>
                  </a:lnTo>
                  <a:lnTo>
                    <a:pt x="200625" y="251452"/>
                  </a:lnTo>
                  <a:lnTo>
                    <a:pt x="200283" y="251414"/>
                  </a:lnTo>
                  <a:lnTo>
                    <a:pt x="200137" y="251470"/>
                  </a:lnTo>
                  <a:lnTo>
                    <a:pt x="199446" y="250963"/>
                  </a:lnTo>
                  <a:lnTo>
                    <a:pt x="199313" y="250769"/>
                  </a:lnTo>
                  <a:lnTo>
                    <a:pt x="199113" y="249998"/>
                  </a:lnTo>
                  <a:lnTo>
                    <a:pt x="199074" y="249846"/>
                  </a:lnTo>
                  <a:lnTo>
                    <a:pt x="199040" y="249524"/>
                  </a:lnTo>
                  <a:lnTo>
                    <a:pt x="198527" y="247622"/>
                  </a:lnTo>
                  <a:lnTo>
                    <a:pt x="197858" y="247582"/>
                  </a:lnTo>
                  <a:lnTo>
                    <a:pt x="197981" y="247720"/>
                  </a:lnTo>
                  <a:lnTo>
                    <a:pt x="198074" y="248092"/>
                  </a:lnTo>
                  <a:lnTo>
                    <a:pt x="198299" y="248969"/>
                  </a:lnTo>
                  <a:lnTo>
                    <a:pt x="198331" y="249143"/>
                  </a:lnTo>
                  <a:lnTo>
                    <a:pt x="198440" y="249559"/>
                  </a:lnTo>
                  <a:lnTo>
                    <a:pt x="198607" y="250227"/>
                  </a:lnTo>
                  <a:lnTo>
                    <a:pt x="198664" y="250453"/>
                  </a:lnTo>
                  <a:lnTo>
                    <a:pt x="198775" y="250895"/>
                  </a:lnTo>
                  <a:lnTo>
                    <a:pt x="199113" y="251550"/>
                  </a:lnTo>
                  <a:lnTo>
                    <a:pt x="198525" y="251356"/>
                  </a:lnTo>
                  <a:lnTo>
                    <a:pt x="198107" y="251210"/>
                  </a:lnTo>
                  <a:lnTo>
                    <a:pt x="197949" y="251121"/>
                  </a:lnTo>
                  <a:lnTo>
                    <a:pt x="197753" y="251043"/>
                  </a:lnTo>
                  <a:lnTo>
                    <a:pt x="197595" y="250981"/>
                  </a:lnTo>
                  <a:lnTo>
                    <a:pt x="197358" y="250889"/>
                  </a:lnTo>
                  <a:lnTo>
                    <a:pt x="197091" y="250785"/>
                  </a:lnTo>
                  <a:lnTo>
                    <a:pt x="196999" y="250981"/>
                  </a:lnTo>
                  <a:lnTo>
                    <a:pt x="196289" y="250696"/>
                  </a:lnTo>
                  <a:lnTo>
                    <a:pt x="195916" y="250504"/>
                  </a:lnTo>
                  <a:lnTo>
                    <a:pt x="195800" y="250831"/>
                  </a:lnTo>
                  <a:lnTo>
                    <a:pt x="196208" y="251087"/>
                  </a:lnTo>
                  <a:lnTo>
                    <a:pt x="196928" y="251340"/>
                  </a:lnTo>
                  <a:lnTo>
                    <a:pt x="197394" y="251504"/>
                  </a:lnTo>
                  <a:lnTo>
                    <a:pt x="197778" y="251664"/>
                  </a:lnTo>
                  <a:lnTo>
                    <a:pt x="198016" y="251698"/>
                  </a:lnTo>
                  <a:lnTo>
                    <a:pt x="198308" y="251740"/>
                  </a:lnTo>
                  <a:lnTo>
                    <a:pt x="198602" y="251795"/>
                  </a:lnTo>
                  <a:lnTo>
                    <a:pt x="198743" y="251821"/>
                  </a:lnTo>
                  <a:lnTo>
                    <a:pt x="199456" y="251953"/>
                  </a:lnTo>
                  <a:lnTo>
                    <a:pt x="199730" y="252003"/>
                  </a:lnTo>
                  <a:lnTo>
                    <a:pt x="200097" y="252298"/>
                  </a:lnTo>
                  <a:lnTo>
                    <a:pt x="200287" y="252334"/>
                  </a:lnTo>
                  <a:lnTo>
                    <a:pt x="201616" y="252584"/>
                  </a:lnTo>
                  <a:lnTo>
                    <a:pt x="201850" y="252628"/>
                  </a:lnTo>
                  <a:lnTo>
                    <a:pt x="201821" y="252757"/>
                  </a:lnTo>
                  <a:lnTo>
                    <a:pt x="203464" y="253054"/>
                  </a:lnTo>
                  <a:lnTo>
                    <a:pt x="203400" y="253310"/>
                  </a:lnTo>
                  <a:lnTo>
                    <a:pt x="203344" y="253532"/>
                  </a:lnTo>
                  <a:lnTo>
                    <a:pt x="203242" y="253943"/>
                  </a:lnTo>
                  <a:lnTo>
                    <a:pt x="200650" y="253187"/>
                  </a:lnTo>
                  <a:lnTo>
                    <a:pt x="200472" y="253158"/>
                  </a:lnTo>
                  <a:lnTo>
                    <a:pt x="197416" y="252234"/>
                  </a:lnTo>
                  <a:lnTo>
                    <a:pt x="197176" y="252176"/>
                  </a:lnTo>
                  <a:lnTo>
                    <a:pt x="196731" y="252066"/>
                  </a:lnTo>
                  <a:lnTo>
                    <a:pt x="196044" y="251688"/>
                  </a:lnTo>
                  <a:lnTo>
                    <a:pt x="195896" y="251548"/>
                  </a:lnTo>
                  <a:lnTo>
                    <a:pt x="195719" y="251299"/>
                  </a:lnTo>
                  <a:lnTo>
                    <a:pt x="195743" y="251082"/>
                  </a:lnTo>
                  <a:lnTo>
                    <a:pt x="195325" y="251034"/>
                  </a:lnTo>
                  <a:lnTo>
                    <a:pt x="195509" y="251427"/>
                  </a:lnTo>
                  <a:lnTo>
                    <a:pt x="196145" y="252182"/>
                  </a:lnTo>
                  <a:lnTo>
                    <a:pt x="196763" y="252622"/>
                  </a:lnTo>
                  <a:lnTo>
                    <a:pt x="197702" y="252923"/>
                  </a:lnTo>
                  <a:lnTo>
                    <a:pt x="197868" y="252975"/>
                  </a:lnTo>
                  <a:lnTo>
                    <a:pt x="198138" y="253061"/>
                  </a:lnTo>
                  <a:lnTo>
                    <a:pt x="198328" y="253121"/>
                  </a:lnTo>
                  <a:lnTo>
                    <a:pt x="198042" y="253953"/>
                  </a:lnTo>
                  <a:lnTo>
                    <a:pt x="198730" y="254169"/>
                  </a:lnTo>
                  <a:lnTo>
                    <a:pt x="199022" y="253388"/>
                  </a:lnTo>
                  <a:lnTo>
                    <a:pt x="200726" y="253941"/>
                  </a:lnTo>
                  <a:lnTo>
                    <a:pt x="200430" y="254715"/>
                  </a:lnTo>
                  <a:lnTo>
                    <a:pt x="200935" y="254874"/>
                  </a:lnTo>
                  <a:lnTo>
                    <a:pt x="201227" y="254100"/>
                  </a:lnTo>
                  <a:lnTo>
                    <a:pt x="202438" y="254498"/>
                  </a:lnTo>
                  <a:lnTo>
                    <a:pt x="201592" y="255897"/>
                  </a:lnTo>
                  <a:lnTo>
                    <a:pt x="201165" y="256604"/>
                  </a:lnTo>
                  <a:lnTo>
                    <a:pt x="201314" y="256675"/>
                  </a:lnTo>
                  <a:lnTo>
                    <a:pt x="201581" y="256801"/>
                  </a:lnTo>
                  <a:lnTo>
                    <a:pt x="201891" y="256949"/>
                  </a:lnTo>
                  <a:lnTo>
                    <a:pt x="201528" y="257554"/>
                  </a:lnTo>
                  <a:lnTo>
                    <a:pt x="200206" y="256929"/>
                  </a:lnTo>
                  <a:lnTo>
                    <a:pt x="199974" y="256819"/>
                  </a:lnTo>
                  <a:lnTo>
                    <a:pt x="199598" y="256660"/>
                  </a:lnTo>
                  <a:lnTo>
                    <a:pt x="198605" y="256339"/>
                  </a:lnTo>
                  <a:lnTo>
                    <a:pt x="196676" y="255718"/>
                  </a:lnTo>
                  <a:lnTo>
                    <a:pt x="196531" y="256123"/>
                  </a:lnTo>
                  <a:lnTo>
                    <a:pt x="196066" y="255991"/>
                  </a:lnTo>
                  <a:lnTo>
                    <a:pt x="195549" y="255844"/>
                  </a:lnTo>
                  <a:lnTo>
                    <a:pt x="195500" y="255979"/>
                  </a:lnTo>
                  <a:lnTo>
                    <a:pt x="195217" y="255900"/>
                  </a:lnTo>
                  <a:lnTo>
                    <a:pt x="194238" y="255628"/>
                  </a:lnTo>
                  <a:lnTo>
                    <a:pt x="194076" y="255986"/>
                  </a:lnTo>
                  <a:lnTo>
                    <a:pt x="194211" y="256026"/>
                  </a:lnTo>
                  <a:lnTo>
                    <a:pt x="194601" y="256126"/>
                  </a:lnTo>
                  <a:lnTo>
                    <a:pt x="195000" y="256236"/>
                  </a:lnTo>
                  <a:lnTo>
                    <a:pt x="195525" y="256386"/>
                  </a:lnTo>
                  <a:lnTo>
                    <a:pt x="195716" y="256440"/>
                  </a:lnTo>
                  <a:lnTo>
                    <a:pt x="196312" y="256610"/>
                  </a:lnTo>
                  <a:lnTo>
                    <a:pt x="196558" y="256681"/>
                  </a:lnTo>
                  <a:lnTo>
                    <a:pt x="197422" y="256927"/>
                  </a:lnTo>
                  <a:lnTo>
                    <a:pt x="197556" y="257201"/>
                  </a:lnTo>
                  <a:lnTo>
                    <a:pt x="197217" y="257846"/>
                  </a:lnTo>
                  <a:lnTo>
                    <a:pt x="196443" y="257623"/>
                  </a:lnTo>
                  <a:lnTo>
                    <a:pt x="194560" y="257082"/>
                  </a:lnTo>
                  <a:lnTo>
                    <a:pt x="194285" y="257814"/>
                  </a:lnTo>
                  <a:lnTo>
                    <a:pt x="196850" y="258545"/>
                  </a:lnTo>
                  <a:lnTo>
                    <a:pt x="196407" y="259398"/>
                  </a:lnTo>
                  <a:lnTo>
                    <a:pt x="196272" y="259360"/>
                  </a:lnTo>
                  <a:lnTo>
                    <a:pt x="195208" y="259061"/>
                  </a:lnTo>
                  <a:lnTo>
                    <a:pt x="193560" y="258600"/>
                  </a:lnTo>
                  <a:lnTo>
                    <a:pt x="192981" y="258437"/>
                  </a:lnTo>
                  <a:lnTo>
                    <a:pt x="192314" y="258083"/>
                  </a:lnTo>
                  <a:lnTo>
                    <a:pt x="192097" y="257867"/>
                  </a:lnTo>
                  <a:lnTo>
                    <a:pt x="191881" y="258176"/>
                  </a:lnTo>
                  <a:lnTo>
                    <a:pt x="191683" y="258399"/>
                  </a:lnTo>
                  <a:lnTo>
                    <a:pt x="191540" y="258452"/>
                  </a:lnTo>
                  <a:lnTo>
                    <a:pt x="191157" y="258661"/>
                  </a:lnTo>
                  <a:lnTo>
                    <a:pt x="190540" y="259846"/>
                  </a:lnTo>
                  <a:lnTo>
                    <a:pt x="190081" y="260238"/>
                  </a:lnTo>
                  <a:lnTo>
                    <a:pt x="190019" y="260416"/>
                  </a:lnTo>
                  <a:lnTo>
                    <a:pt x="189940" y="260680"/>
                  </a:lnTo>
                  <a:lnTo>
                    <a:pt x="189894" y="260833"/>
                  </a:lnTo>
                  <a:lnTo>
                    <a:pt x="189823" y="261026"/>
                  </a:lnTo>
                  <a:lnTo>
                    <a:pt x="189613" y="261566"/>
                  </a:lnTo>
                  <a:lnTo>
                    <a:pt x="189846" y="262237"/>
                  </a:lnTo>
                  <a:lnTo>
                    <a:pt x="190003" y="262359"/>
                  </a:lnTo>
                  <a:lnTo>
                    <a:pt x="189557" y="262806"/>
                  </a:lnTo>
                  <a:lnTo>
                    <a:pt x="189509" y="262984"/>
                  </a:lnTo>
                  <a:lnTo>
                    <a:pt x="190128" y="263138"/>
                  </a:lnTo>
                  <a:lnTo>
                    <a:pt x="190301" y="263144"/>
                  </a:lnTo>
                  <a:lnTo>
                    <a:pt x="190559" y="263148"/>
                  </a:lnTo>
                  <a:lnTo>
                    <a:pt x="190703" y="263150"/>
                  </a:lnTo>
                  <a:lnTo>
                    <a:pt x="190700" y="263881"/>
                  </a:lnTo>
                  <a:lnTo>
                    <a:pt x="190698" y="264343"/>
                  </a:lnTo>
                  <a:lnTo>
                    <a:pt x="190694" y="265478"/>
                  </a:lnTo>
                  <a:lnTo>
                    <a:pt x="191450" y="265485"/>
                  </a:lnTo>
                  <a:lnTo>
                    <a:pt x="191459" y="264426"/>
                  </a:lnTo>
                  <a:lnTo>
                    <a:pt x="191464" y="263847"/>
                  </a:lnTo>
                  <a:lnTo>
                    <a:pt x="192273" y="263134"/>
                  </a:lnTo>
                  <a:lnTo>
                    <a:pt x="194428" y="263143"/>
                  </a:lnTo>
                  <a:lnTo>
                    <a:pt x="194427" y="263541"/>
                  </a:lnTo>
                  <a:lnTo>
                    <a:pt x="194599" y="264988"/>
                  </a:lnTo>
                  <a:lnTo>
                    <a:pt x="195143" y="264995"/>
                  </a:lnTo>
                  <a:lnTo>
                    <a:pt x="195326" y="264998"/>
                  </a:lnTo>
                  <a:lnTo>
                    <a:pt x="195354" y="263433"/>
                  </a:lnTo>
                  <a:lnTo>
                    <a:pt x="195501" y="263437"/>
                  </a:lnTo>
                  <a:lnTo>
                    <a:pt x="195954" y="263447"/>
                  </a:lnTo>
                  <a:lnTo>
                    <a:pt x="195927" y="267855"/>
                  </a:lnTo>
                  <a:lnTo>
                    <a:pt x="195925" y="268160"/>
                  </a:lnTo>
                  <a:lnTo>
                    <a:pt x="190657" y="268150"/>
                  </a:lnTo>
                  <a:lnTo>
                    <a:pt x="190622" y="267667"/>
                  </a:lnTo>
                  <a:lnTo>
                    <a:pt x="189266" y="267661"/>
                  </a:lnTo>
                  <a:lnTo>
                    <a:pt x="189324" y="268118"/>
                  </a:lnTo>
                  <a:lnTo>
                    <a:pt x="189395" y="268475"/>
                  </a:lnTo>
                  <a:lnTo>
                    <a:pt x="189541" y="268697"/>
                  </a:lnTo>
                  <a:lnTo>
                    <a:pt x="189719" y="269627"/>
                  </a:lnTo>
                  <a:lnTo>
                    <a:pt x="190236" y="269564"/>
                  </a:lnTo>
                  <a:lnTo>
                    <a:pt x="190379" y="269862"/>
                  </a:lnTo>
                  <a:lnTo>
                    <a:pt x="190424" y="270009"/>
                  </a:lnTo>
                  <a:lnTo>
                    <a:pt x="190406" y="270479"/>
                  </a:lnTo>
                  <a:lnTo>
                    <a:pt x="190377" y="270721"/>
                  </a:lnTo>
                  <a:lnTo>
                    <a:pt x="190025" y="270747"/>
                  </a:lnTo>
                  <a:lnTo>
                    <a:pt x="189888" y="270758"/>
                  </a:lnTo>
                  <a:lnTo>
                    <a:pt x="189379" y="270796"/>
                  </a:lnTo>
                  <a:lnTo>
                    <a:pt x="187827" y="270785"/>
                  </a:lnTo>
                  <a:lnTo>
                    <a:pt x="187626" y="270739"/>
                  </a:lnTo>
                  <a:lnTo>
                    <a:pt x="187376" y="270778"/>
                  </a:lnTo>
                  <a:lnTo>
                    <a:pt x="187141" y="271308"/>
                  </a:lnTo>
                  <a:lnTo>
                    <a:pt x="187210" y="271474"/>
                  </a:lnTo>
                  <a:lnTo>
                    <a:pt x="186393" y="271606"/>
                  </a:lnTo>
                  <a:lnTo>
                    <a:pt x="186214" y="270987"/>
                  </a:lnTo>
                  <a:lnTo>
                    <a:pt x="185973" y="271069"/>
                  </a:lnTo>
                  <a:lnTo>
                    <a:pt x="185528" y="270774"/>
                  </a:lnTo>
                  <a:lnTo>
                    <a:pt x="185279" y="270781"/>
                  </a:lnTo>
                  <a:lnTo>
                    <a:pt x="184833" y="270804"/>
                  </a:lnTo>
                  <a:lnTo>
                    <a:pt x="184586" y="270779"/>
                  </a:lnTo>
                  <a:lnTo>
                    <a:pt x="184405" y="270763"/>
                  </a:lnTo>
                  <a:lnTo>
                    <a:pt x="184256" y="270794"/>
                  </a:lnTo>
                  <a:lnTo>
                    <a:pt x="184169" y="271105"/>
                  </a:lnTo>
                  <a:lnTo>
                    <a:pt x="183871" y="271081"/>
                  </a:lnTo>
                  <a:lnTo>
                    <a:pt x="183438" y="271204"/>
                  </a:lnTo>
                  <a:lnTo>
                    <a:pt x="182872" y="271365"/>
                  </a:lnTo>
                  <a:lnTo>
                    <a:pt x="182251" y="271552"/>
                  </a:lnTo>
                  <a:lnTo>
                    <a:pt x="182017" y="271623"/>
                  </a:lnTo>
                  <a:lnTo>
                    <a:pt x="181598" y="271896"/>
                  </a:lnTo>
                  <a:lnTo>
                    <a:pt x="181406" y="272046"/>
                  </a:lnTo>
                  <a:lnTo>
                    <a:pt x="181231" y="272186"/>
                  </a:lnTo>
                  <a:lnTo>
                    <a:pt x="180975" y="272011"/>
                  </a:lnTo>
                  <a:lnTo>
                    <a:pt x="180928" y="272478"/>
                  </a:lnTo>
                  <a:lnTo>
                    <a:pt x="180266" y="273112"/>
                  </a:lnTo>
                  <a:lnTo>
                    <a:pt x="180065" y="273160"/>
                  </a:lnTo>
                  <a:lnTo>
                    <a:pt x="179653" y="273327"/>
                  </a:lnTo>
                  <a:lnTo>
                    <a:pt x="179487" y="273394"/>
                  </a:lnTo>
                  <a:lnTo>
                    <a:pt x="179293" y="273473"/>
                  </a:lnTo>
                  <a:lnTo>
                    <a:pt x="179036" y="273576"/>
                  </a:lnTo>
                  <a:lnTo>
                    <a:pt x="179031" y="273191"/>
                  </a:lnTo>
                  <a:lnTo>
                    <a:pt x="179029" y="272937"/>
                  </a:lnTo>
                  <a:lnTo>
                    <a:pt x="179005" y="272629"/>
                  </a:lnTo>
                  <a:lnTo>
                    <a:pt x="178711" y="272669"/>
                  </a:lnTo>
                  <a:lnTo>
                    <a:pt x="178391" y="272889"/>
                  </a:lnTo>
                  <a:lnTo>
                    <a:pt x="178499" y="273269"/>
                  </a:lnTo>
                  <a:lnTo>
                    <a:pt x="178299" y="273420"/>
                  </a:lnTo>
                  <a:lnTo>
                    <a:pt x="178159" y="273737"/>
                  </a:lnTo>
                  <a:lnTo>
                    <a:pt x="178003" y="273740"/>
                  </a:lnTo>
                  <a:lnTo>
                    <a:pt x="177729" y="273580"/>
                  </a:lnTo>
                  <a:lnTo>
                    <a:pt x="177121" y="273554"/>
                  </a:lnTo>
                  <a:lnTo>
                    <a:pt x="176899" y="273646"/>
                  </a:lnTo>
                  <a:lnTo>
                    <a:pt x="176734" y="273788"/>
                  </a:lnTo>
                  <a:lnTo>
                    <a:pt x="176431" y="273976"/>
                  </a:lnTo>
                  <a:lnTo>
                    <a:pt x="176031" y="273969"/>
                  </a:lnTo>
                  <a:lnTo>
                    <a:pt x="175896" y="273445"/>
                  </a:lnTo>
                  <a:lnTo>
                    <a:pt x="175769" y="273209"/>
                  </a:lnTo>
                  <a:lnTo>
                    <a:pt x="175545" y="273176"/>
                  </a:lnTo>
                  <a:lnTo>
                    <a:pt x="175381" y="273293"/>
                  </a:lnTo>
                  <a:lnTo>
                    <a:pt x="175415" y="273694"/>
                  </a:lnTo>
                  <a:lnTo>
                    <a:pt x="174767" y="273822"/>
                  </a:lnTo>
                  <a:lnTo>
                    <a:pt x="174476" y="273900"/>
                  </a:lnTo>
                  <a:lnTo>
                    <a:pt x="174043" y="273702"/>
                  </a:lnTo>
                  <a:lnTo>
                    <a:pt x="173554" y="274022"/>
                  </a:lnTo>
                  <a:lnTo>
                    <a:pt x="173128" y="273343"/>
                  </a:lnTo>
                  <a:lnTo>
                    <a:pt x="172907" y="272818"/>
                  </a:lnTo>
                  <a:lnTo>
                    <a:pt x="173086" y="272803"/>
                  </a:lnTo>
                  <a:lnTo>
                    <a:pt x="173994" y="272547"/>
                  </a:lnTo>
                  <a:lnTo>
                    <a:pt x="173733" y="272438"/>
                  </a:lnTo>
                  <a:lnTo>
                    <a:pt x="173294" y="272562"/>
                  </a:lnTo>
                  <a:lnTo>
                    <a:pt x="172967" y="272661"/>
                  </a:lnTo>
                  <a:lnTo>
                    <a:pt x="172831" y="272466"/>
                  </a:lnTo>
                  <a:lnTo>
                    <a:pt x="173723" y="271762"/>
                  </a:lnTo>
                  <a:lnTo>
                    <a:pt x="173833" y="271478"/>
                  </a:lnTo>
                  <a:lnTo>
                    <a:pt x="173804" y="271337"/>
                  </a:lnTo>
                  <a:lnTo>
                    <a:pt x="173574" y="270846"/>
                  </a:lnTo>
                  <a:lnTo>
                    <a:pt x="173244" y="270671"/>
                  </a:lnTo>
                  <a:lnTo>
                    <a:pt x="173089" y="270666"/>
                  </a:lnTo>
                  <a:lnTo>
                    <a:pt x="172804" y="270643"/>
                  </a:lnTo>
                  <a:lnTo>
                    <a:pt x="172572" y="270508"/>
                  </a:lnTo>
                  <a:lnTo>
                    <a:pt x="172753" y="269991"/>
                  </a:lnTo>
                  <a:lnTo>
                    <a:pt x="172463" y="269674"/>
                  </a:lnTo>
                  <a:lnTo>
                    <a:pt x="172427" y="269366"/>
                  </a:lnTo>
                  <a:lnTo>
                    <a:pt x="171990" y="269325"/>
                  </a:lnTo>
                  <a:lnTo>
                    <a:pt x="171804" y="269389"/>
                  </a:lnTo>
                  <a:lnTo>
                    <a:pt x="171653" y="269542"/>
                  </a:lnTo>
                  <a:lnTo>
                    <a:pt x="170934" y="270528"/>
                  </a:lnTo>
                  <a:lnTo>
                    <a:pt x="170515" y="270600"/>
                  </a:lnTo>
                  <a:lnTo>
                    <a:pt x="169595" y="270829"/>
                  </a:lnTo>
                  <a:lnTo>
                    <a:pt x="169355" y="270681"/>
                  </a:lnTo>
                  <a:lnTo>
                    <a:pt x="169001" y="270737"/>
                  </a:lnTo>
                  <a:lnTo>
                    <a:pt x="168667" y="270842"/>
                  </a:lnTo>
                  <a:lnTo>
                    <a:pt x="168705" y="271181"/>
                  </a:lnTo>
                  <a:lnTo>
                    <a:pt x="168527" y="271334"/>
                  </a:lnTo>
                  <a:lnTo>
                    <a:pt x="168363" y="271389"/>
                  </a:lnTo>
                  <a:lnTo>
                    <a:pt x="167890" y="271732"/>
                  </a:lnTo>
                  <a:lnTo>
                    <a:pt x="167726" y="271713"/>
                  </a:lnTo>
                  <a:lnTo>
                    <a:pt x="167462" y="271686"/>
                  </a:lnTo>
                  <a:lnTo>
                    <a:pt x="167194" y="272161"/>
                  </a:lnTo>
                  <a:lnTo>
                    <a:pt x="166917" y="272258"/>
                  </a:lnTo>
                  <a:lnTo>
                    <a:pt x="166755" y="272369"/>
                  </a:lnTo>
                  <a:lnTo>
                    <a:pt x="166763" y="272497"/>
                  </a:lnTo>
                  <a:lnTo>
                    <a:pt x="166607" y="272467"/>
                  </a:lnTo>
                  <a:lnTo>
                    <a:pt x="166212" y="272387"/>
                  </a:lnTo>
                  <a:lnTo>
                    <a:pt x="166174" y="272157"/>
                  </a:lnTo>
                  <a:lnTo>
                    <a:pt x="166158" y="271924"/>
                  </a:lnTo>
                  <a:lnTo>
                    <a:pt x="165693" y="271710"/>
                  </a:lnTo>
                  <a:lnTo>
                    <a:pt x="165641" y="271498"/>
                  </a:lnTo>
                  <a:lnTo>
                    <a:pt x="165651" y="271341"/>
                  </a:lnTo>
                  <a:lnTo>
                    <a:pt x="165271" y="271233"/>
                  </a:lnTo>
                  <a:lnTo>
                    <a:pt x="164844" y="270732"/>
                  </a:lnTo>
                  <a:lnTo>
                    <a:pt x="164621" y="270109"/>
                  </a:lnTo>
                  <a:lnTo>
                    <a:pt x="164607" y="269762"/>
                  </a:lnTo>
                  <a:lnTo>
                    <a:pt x="164344" y="269536"/>
                  </a:lnTo>
                  <a:lnTo>
                    <a:pt x="164251" y="269233"/>
                  </a:lnTo>
                  <a:lnTo>
                    <a:pt x="164246" y="269049"/>
                  </a:lnTo>
                  <a:lnTo>
                    <a:pt x="164240" y="268907"/>
                  </a:lnTo>
                  <a:lnTo>
                    <a:pt x="164250" y="268615"/>
                  </a:lnTo>
                  <a:lnTo>
                    <a:pt x="164371" y="268049"/>
                  </a:lnTo>
                  <a:lnTo>
                    <a:pt x="164470" y="267714"/>
                  </a:lnTo>
                  <a:lnTo>
                    <a:pt x="164602" y="267556"/>
                  </a:lnTo>
                  <a:lnTo>
                    <a:pt x="164807" y="267367"/>
                  </a:lnTo>
                  <a:lnTo>
                    <a:pt x="164070" y="267020"/>
                  </a:lnTo>
                  <a:lnTo>
                    <a:pt x="163693" y="266936"/>
                  </a:lnTo>
                  <a:lnTo>
                    <a:pt x="163552" y="266814"/>
                  </a:lnTo>
                  <a:lnTo>
                    <a:pt x="163418" y="266796"/>
                  </a:lnTo>
                  <a:lnTo>
                    <a:pt x="163501" y="266494"/>
                  </a:lnTo>
                  <a:lnTo>
                    <a:pt x="163585" y="266337"/>
                  </a:lnTo>
                  <a:lnTo>
                    <a:pt x="163546" y="265939"/>
                  </a:lnTo>
                  <a:lnTo>
                    <a:pt x="162312" y="266252"/>
                  </a:lnTo>
                  <a:lnTo>
                    <a:pt x="162274" y="266643"/>
                  </a:lnTo>
                  <a:lnTo>
                    <a:pt x="162259" y="266841"/>
                  </a:lnTo>
                  <a:lnTo>
                    <a:pt x="161862" y="266823"/>
                  </a:lnTo>
                  <a:lnTo>
                    <a:pt x="161717" y="266815"/>
                  </a:lnTo>
                  <a:lnTo>
                    <a:pt x="161246" y="266711"/>
                  </a:lnTo>
                  <a:lnTo>
                    <a:pt x="161276" y="266500"/>
                  </a:lnTo>
                  <a:lnTo>
                    <a:pt x="159748" y="266758"/>
                  </a:lnTo>
                  <a:lnTo>
                    <a:pt x="159254" y="266830"/>
                  </a:lnTo>
                  <a:lnTo>
                    <a:pt x="158966" y="267047"/>
                  </a:lnTo>
                  <a:lnTo>
                    <a:pt x="158538" y="267049"/>
                  </a:lnTo>
                  <a:lnTo>
                    <a:pt x="158296" y="267004"/>
                  </a:lnTo>
                  <a:lnTo>
                    <a:pt x="158151" y="267180"/>
                  </a:lnTo>
                  <a:lnTo>
                    <a:pt x="158162" y="267361"/>
                  </a:lnTo>
                  <a:lnTo>
                    <a:pt x="157693" y="266959"/>
                  </a:lnTo>
                  <a:lnTo>
                    <a:pt x="157237" y="267102"/>
                  </a:lnTo>
                  <a:lnTo>
                    <a:pt x="156864" y="267286"/>
                  </a:lnTo>
                  <a:lnTo>
                    <a:pt x="156665" y="267342"/>
                  </a:lnTo>
                  <a:lnTo>
                    <a:pt x="156074" y="267347"/>
                  </a:lnTo>
                  <a:lnTo>
                    <a:pt x="155695" y="267108"/>
                  </a:lnTo>
                  <a:lnTo>
                    <a:pt x="155695" y="266896"/>
                  </a:lnTo>
                  <a:lnTo>
                    <a:pt x="155523" y="266193"/>
                  </a:lnTo>
                  <a:lnTo>
                    <a:pt x="155549" y="266010"/>
                  </a:lnTo>
                  <a:lnTo>
                    <a:pt x="155678" y="265606"/>
                  </a:lnTo>
                  <a:lnTo>
                    <a:pt x="155560" y="265452"/>
                  </a:lnTo>
                  <a:lnTo>
                    <a:pt x="155266" y="265378"/>
                  </a:lnTo>
                  <a:lnTo>
                    <a:pt x="155335" y="265091"/>
                  </a:lnTo>
                  <a:lnTo>
                    <a:pt x="155377" y="264524"/>
                  </a:lnTo>
                  <a:lnTo>
                    <a:pt x="154616" y="264049"/>
                  </a:lnTo>
                  <a:lnTo>
                    <a:pt x="154281" y="264022"/>
                  </a:lnTo>
                  <a:lnTo>
                    <a:pt x="153798" y="263989"/>
                  </a:lnTo>
                  <a:lnTo>
                    <a:pt x="153637" y="264015"/>
                  </a:lnTo>
                  <a:lnTo>
                    <a:pt x="152839" y="263924"/>
                  </a:lnTo>
                  <a:lnTo>
                    <a:pt x="152315" y="263851"/>
                  </a:lnTo>
                  <a:lnTo>
                    <a:pt x="151947" y="263789"/>
                  </a:lnTo>
                  <a:lnTo>
                    <a:pt x="151698" y="263877"/>
                  </a:lnTo>
                  <a:lnTo>
                    <a:pt x="151694" y="264152"/>
                  </a:lnTo>
                  <a:lnTo>
                    <a:pt x="151537" y="264253"/>
                  </a:lnTo>
                  <a:lnTo>
                    <a:pt x="151377" y="264121"/>
                  </a:lnTo>
                  <a:lnTo>
                    <a:pt x="150880" y="264004"/>
                  </a:lnTo>
                  <a:lnTo>
                    <a:pt x="150669" y="264029"/>
                  </a:lnTo>
                  <a:lnTo>
                    <a:pt x="150517" y="264046"/>
                  </a:lnTo>
                  <a:lnTo>
                    <a:pt x="150490" y="263807"/>
                  </a:lnTo>
                  <a:lnTo>
                    <a:pt x="149976" y="263381"/>
                  </a:lnTo>
                  <a:lnTo>
                    <a:pt x="149815" y="263407"/>
                  </a:lnTo>
                  <a:lnTo>
                    <a:pt x="149519" y="263331"/>
                  </a:lnTo>
                  <a:lnTo>
                    <a:pt x="149638" y="262787"/>
                  </a:lnTo>
                  <a:lnTo>
                    <a:pt x="149701" y="262532"/>
                  </a:lnTo>
                  <a:lnTo>
                    <a:pt x="149775" y="262226"/>
                  </a:lnTo>
                  <a:lnTo>
                    <a:pt x="149847" y="262002"/>
                  </a:lnTo>
                  <a:lnTo>
                    <a:pt x="149406" y="261809"/>
                  </a:lnTo>
                  <a:lnTo>
                    <a:pt x="149149" y="261760"/>
                  </a:lnTo>
                  <a:lnTo>
                    <a:pt x="149201" y="261526"/>
                  </a:lnTo>
                  <a:lnTo>
                    <a:pt x="149542" y="261155"/>
                  </a:lnTo>
                  <a:lnTo>
                    <a:pt x="149323" y="260928"/>
                  </a:lnTo>
                  <a:lnTo>
                    <a:pt x="149197" y="260547"/>
                  </a:lnTo>
                  <a:lnTo>
                    <a:pt x="149359" y="260308"/>
                  </a:lnTo>
                  <a:lnTo>
                    <a:pt x="149517" y="260023"/>
                  </a:lnTo>
                  <a:lnTo>
                    <a:pt x="149549" y="259783"/>
                  </a:lnTo>
                  <a:lnTo>
                    <a:pt x="149707" y="259585"/>
                  </a:lnTo>
                  <a:lnTo>
                    <a:pt x="149624" y="259305"/>
                  </a:lnTo>
                  <a:lnTo>
                    <a:pt x="149447" y="259231"/>
                  </a:lnTo>
                  <a:lnTo>
                    <a:pt x="149407" y="259050"/>
                  </a:lnTo>
                  <a:lnTo>
                    <a:pt x="149437" y="258797"/>
                  </a:lnTo>
                  <a:lnTo>
                    <a:pt x="149490" y="258467"/>
                  </a:lnTo>
                  <a:lnTo>
                    <a:pt x="149496" y="258163"/>
                  </a:lnTo>
                  <a:lnTo>
                    <a:pt x="148472" y="258068"/>
                  </a:lnTo>
                  <a:lnTo>
                    <a:pt x="148472" y="257866"/>
                  </a:lnTo>
                  <a:lnTo>
                    <a:pt x="148471" y="257685"/>
                  </a:lnTo>
                  <a:lnTo>
                    <a:pt x="148463" y="257082"/>
                  </a:lnTo>
                  <a:lnTo>
                    <a:pt x="148458" y="256915"/>
                  </a:lnTo>
                  <a:lnTo>
                    <a:pt x="148451" y="256282"/>
                  </a:lnTo>
                  <a:lnTo>
                    <a:pt x="148452" y="256110"/>
                  </a:lnTo>
                  <a:lnTo>
                    <a:pt x="148450" y="255959"/>
                  </a:lnTo>
                  <a:lnTo>
                    <a:pt x="148253" y="255704"/>
                  </a:lnTo>
                  <a:lnTo>
                    <a:pt x="147976" y="255710"/>
                  </a:lnTo>
                  <a:lnTo>
                    <a:pt x="147753" y="255713"/>
                  </a:lnTo>
                  <a:lnTo>
                    <a:pt x="147755" y="255546"/>
                  </a:lnTo>
                  <a:lnTo>
                    <a:pt x="147757" y="255309"/>
                  </a:lnTo>
                  <a:lnTo>
                    <a:pt x="147770" y="253905"/>
                  </a:lnTo>
                  <a:lnTo>
                    <a:pt x="148150" y="253457"/>
                  </a:lnTo>
                  <a:lnTo>
                    <a:pt x="148289" y="253021"/>
                  </a:lnTo>
                  <a:lnTo>
                    <a:pt x="148443" y="252492"/>
                  </a:lnTo>
                  <a:lnTo>
                    <a:pt x="148458" y="252247"/>
                  </a:lnTo>
                  <a:lnTo>
                    <a:pt x="148572" y="251991"/>
                  </a:lnTo>
                  <a:lnTo>
                    <a:pt x="148815" y="251511"/>
                  </a:lnTo>
                  <a:lnTo>
                    <a:pt x="149046" y="251273"/>
                  </a:lnTo>
                  <a:lnTo>
                    <a:pt x="149300" y="251211"/>
                  </a:lnTo>
                  <a:lnTo>
                    <a:pt x="149423" y="250999"/>
                  </a:lnTo>
                  <a:lnTo>
                    <a:pt x="149473" y="250818"/>
                  </a:lnTo>
                  <a:lnTo>
                    <a:pt x="149758" y="250508"/>
                  </a:lnTo>
                  <a:lnTo>
                    <a:pt x="149954" y="249998"/>
                  </a:lnTo>
                  <a:lnTo>
                    <a:pt x="149972" y="249439"/>
                  </a:lnTo>
                  <a:lnTo>
                    <a:pt x="150171" y="249043"/>
                  </a:lnTo>
                  <a:lnTo>
                    <a:pt x="150185" y="248479"/>
                  </a:lnTo>
                  <a:lnTo>
                    <a:pt x="149955" y="248297"/>
                  </a:lnTo>
                  <a:lnTo>
                    <a:pt x="149821" y="248320"/>
                  </a:lnTo>
                  <a:lnTo>
                    <a:pt x="149820" y="248081"/>
                  </a:lnTo>
                  <a:lnTo>
                    <a:pt x="150043" y="247478"/>
                  </a:lnTo>
                  <a:lnTo>
                    <a:pt x="150242" y="247461"/>
                  </a:lnTo>
                  <a:lnTo>
                    <a:pt x="150383" y="247511"/>
                  </a:lnTo>
                  <a:lnTo>
                    <a:pt x="150828" y="247663"/>
                  </a:lnTo>
                  <a:lnTo>
                    <a:pt x="151195" y="247229"/>
                  </a:lnTo>
                  <a:lnTo>
                    <a:pt x="151237" y="247037"/>
                  </a:lnTo>
                  <a:lnTo>
                    <a:pt x="151507" y="246856"/>
                  </a:lnTo>
                  <a:lnTo>
                    <a:pt x="151658" y="246852"/>
                  </a:lnTo>
                  <a:lnTo>
                    <a:pt x="151918" y="247141"/>
                  </a:lnTo>
                  <a:lnTo>
                    <a:pt x="151728" y="247150"/>
                  </a:lnTo>
                  <a:lnTo>
                    <a:pt x="151397" y="247194"/>
                  </a:lnTo>
                  <a:lnTo>
                    <a:pt x="151337" y="247346"/>
                  </a:lnTo>
                  <a:lnTo>
                    <a:pt x="151527" y="247398"/>
                  </a:lnTo>
                  <a:lnTo>
                    <a:pt x="151826" y="247319"/>
                  </a:lnTo>
                  <a:lnTo>
                    <a:pt x="151984" y="247278"/>
                  </a:lnTo>
                  <a:lnTo>
                    <a:pt x="152236" y="247445"/>
                  </a:lnTo>
                  <a:lnTo>
                    <a:pt x="152519" y="247426"/>
                  </a:lnTo>
                  <a:lnTo>
                    <a:pt x="152758" y="247403"/>
                  </a:lnTo>
                  <a:lnTo>
                    <a:pt x="153033" y="247608"/>
                  </a:lnTo>
                  <a:lnTo>
                    <a:pt x="153208" y="247636"/>
                  </a:lnTo>
                  <a:lnTo>
                    <a:pt x="153391" y="247619"/>
                  </a:lnTo>
                  <a:lnTo>
                    <a:pt x="153656" y="247500"/>
                  </a:lnTo>
                  <a:lnTo>
                    <a:pt x="154014" y="247502"/>
                  </a:lnTo>
                  <a:lnTo>
                    <a:pt x="154109" y="247309"/>
                  </a:lnTo>
                  <a:lnTo>
                    <a:pt x="154222" y="247516"/>
                  </a:lnTo>
                  <a:lnTo>
                    <a:pt x="154973" y="247358"/>
                  </a:lnTo>
                  <a:lnTo>
                    <a:pt x="155284" y="247262"/>
                  </a:lnTo>
                  <a:lnTo>
                    <a:pt x="155508" y="247238"/>
                  </a:lnTo>
                  <a:lnTo>
                    <a:pt x="155437" y="246975"/>
                  </a:lnTo>
                  <a:lnTo>
                    <a:pt x="155483" y="246546"/>
                  </a:lnTo>
                  <a:lnTo>
                    <a:pt x="155438" y="246413"/>
                  </a:lnTo>
                  <a:lnTo>
                    <a:pt x="155573" y="246351"/>
                  </a:lnTo>
                  <a:lnTo>
                    <a:pt x="155816" y="246278"/>
                  </a:lnTo>
                  <a:lnTo>
                    <a:pt x="156011" y="246249"/>
                  </a:lnTo>
                  <a:lnTo>
                    <a:pt x="156067" y="245990"/>
                  </a:lnTo>
                  <a:lnTo>
                    <a:pt x="156259" y="245928"/>
                  </a:lnTo>
                  <a:lnTo>
                    <a:pt x="156538" y="245638"/>
                  </a:lnTo>
                  <a:lnTo>
                    <a:pt x="156934" y="245289"/>
                  </a:lnTo>
                  <a:lnTo>
                    <a:pt x="157145" y="244591"/>
                  </a:lnTo>
                  <a:lnTo>
                    <a:pt x="157336" y="244441"/>
                  </a:lnTo>
                  <a:lnTo>
                    <a:pt x="157469" y="244224"/>
                  </a:lnTo>
                  <a:lnTo>
                    <a:pt x="157767" y="244304"/>
                  </a:lnTo>
                  <a:lnTo>
                    <a:pt x="157921" y="243921"/>
                  </a:lnTo>
                  <a:lnTo>
                    <a:pt x="157989" y="243749"/>
                  </a:lnTo>
                  <a:lnTo>
                    <a:pt x="157965" y="243508"/>
                  </a:lnTo>
                  <a:lnTo>
                    <a:pt x="157885" y="243235"/>
                  </a:lnTo>
                  <a:lnTo>
                    <a:pt x="157821" y="243023"/>
                  </a:lnTo>
                  <a:lnTo>
                    <a:pt x="157508" y="242489"/>
                  </a:lnTo>
                  <a:lnTo>
                    <a:pt x="157466" y="242288"/>
                  </a:lnTo>
                  <a:lnTo>
                    <a:pt x="157286" y="242063"/>
                  </a:lnTo>
                  <a:lnTo>
                    <a:pt x="157077" y="241998"/>
                  </a:lnTo>
                  <a:lnTo>
                    <a:pt x="156270" y="241856"/>
                  </a:lnTo>
                  <a:lnTo>
                    <a:pt x="155986" y="241865"/>
                  </a:lnTo>
                  <a:lnTo>
                    <a:pt x="155225" y="241783"/>
                  </a:lnTo>
                  <a:lnTo>
                    <a:pt x="155251" y="241455"/>
                  </a:lnTo>
                  <a:lnTo>
                    <a:pt x="155250" y="241234"/>
                  </a:lnTo>
                  <a:lnTo>
                    <a:pt x="155200" y="240938"/>
                  </a:lnTo>
                  <a:lnTo>
                    <a:pt x="155129" y="240657"/>
                  </a:lnTo>
                  <a:lnTo>
                    <a:pt x="155160" y="240391"/>
                  </a:lnTo>
                  <a:lnTo>
                    <a:pt x="155133" y="240193"/>
                  </a:lnTo>
                  <a:lnTo>
                    <a:pt x="155102" y="239872"/>
                  </a:lnTo>
                  <a:lnTo>
                    <a:pt x="155044" y="239281"/>
                  </a:lnTo>
                  <a:lnTo>
                    <a:pt x="154818" y="239126"/>
                  </a:lnTo>
                  <a:lnTo>
                    <a:pt x="154757" y="238587"/>
                  </a:lnTo>
                  <a:lnTo>
                    <a:pt x="154948" y="238552"/>
                  </a:lnTo>
                  <a:lnTo>
                    <a:pt x="155695" y="238528"/>
                  </a:lnTo>
                  <a:lnTo>
                    <a:pt x="155678" y="238106"/>
                  </a:lnTo>
                  <a:lnTo>
                    <a:pt x="155873" y="237810"/>
                  </a:lnTo>
                  <a:lnTo>
                    <a:pt x="156094" y="238081"/>
                  </a:lnTo>
                  <a:lnTo>
                    <a:pt x="156279" y="238117"/>
                  </a:lnTo>
                  <a:lnTo>
                    <a:pt x="156500" y="238140"/>
                  </a:lnTo>
                  <a:lnTo>
                    <a:pt x="156508" y="237971"/>
                  </a:lnTo>
                  <a:lnTo>
                    <a:pt x="156428" y="237745"/>
                  </a:lnTo>
                  <a:lnTo>
                    <a:pt x="156183" y="237640"/>
                  </a:lnTo>
                  <a:lnTo>
                    <a:pt x="156186" y="237484"/>
                  </a:lnTo>
                  <a:lnTo>
                    <a:pt x="156134" y="237236"/>
                  </a:lnTo>
                  <a:lnTo>
                    <a:pt x="155915" y="237288"/>
                  </a:lnTo>
                  <a:lnTo>
                    <a:pt x="155731" y="237201"/>
                  </a:lnTo>
                  <a:lnTo>
                    <a:pt x="155709" y="237010"/>
                  </a:lnTo>
                  <a:lnTo>
                    <a:pt x="155848" y="236452"/>
                  </a:lnTo>
                  <a:lnTo>
                    <a:pt x="155768" y="236275"/>
                  </a:lnTo>
                  <a:lnTo>
                    <a:pt x="155687" y="236106"/>
                  </a:lnTo>
                  <a:lnTo>
                    <a:pt x="155502" y="235705"/>
                  </a:lnTo>
                  <a:lnTo>
                    <a:pt x="155696" y="235492"/>
                  </a:lnTo>
                  <a:lnTo>
                    <a:pt x="155691" y="235088"/>
                  </a:lnTo>
                  <a:lnTo>
                    <a:pt x="155670" y="234953"/>
                  </a:lnTo>
                  <a:lnTo>
                    <a:pt x="155621" y="234809"/>
                  </a:lnTo>
                  <a:lnTo>
                    <a:pt x="155542" y="234523"/>
                  </a:lnTo>
                  <a:lnTo>
                    <a:pt x="156225" y="233698"/>
                  </a:lnTo>
                  <a:lnTo>
                    <a:pt x="156224" y="233481"/>
                  </a:lnTo>
                  <a:lnTo>
                    <a:pt x="156294" y="233136"/>
                  </a:lnTo>
                  <a:lnTo>
                    <a:pt x="156338" y="233003"/>
                  </a:lnTo>
                  <a:lnTo>
                    <a:pt x="156353" y="232807"/>
                  </a:lnTo>
                  <a:lnTo>
                    <a:pt x="156257" y="232376"/>
                  </a:lnTo>
                  <a:lnTo>
                    <a:pt x="156202" y="232208"/>
                  </a:lnTo>
                  <a:lnTo>
                    <a:pt x="156161" y="231951"/>
                  </a:lnTo>
                  <a:lnTo>
                    <a:pt x="156026" y="231917"/>
                  </a:lnTo>
                  <a:lnTo>
                    <a:pt x="155845" y="231907"/>
                  </a:lnTo>
                  <a:lnTo>
                    <a:pt x="155707" y="231947"/>
                  </a:lnTo>
                  <a:lnTo>
                    <a:pt x="155521" y="231791"/>
                  </a:lnTo>
                  <a:lnTo>
                    <a:pt x="155473" y="231534"/>
                  </a:lnTo>
                  <a:lnTo>
                    <a:pt x="155715" y="231218"/>
                  </a:lnTo>
                  <a:lnTo>
                    <a:pt x="155656" y="231048"/>
                  </a:lnTo>
                  <a:lnTo>
                    <a:pt x="155464" y="230966"/>
                  </a:lnTo>
                  <a:lnTo>
                    <a:pt x="154934" y="231026"/>
                  </a:lnTo>
                  <a:lnTo>
                    <a:pt x="154942" y="231409"/>
                  </a:lnTo>
                  <a:lnTo>
                    <a:pt x="154438" y="231926"/>
                  </a:lnTo>
                  <a:lnTo>
                    <a:pt x="154058" y="231882"/>
                  </a:lnTo>
                  <a:lnTo>
                    <a:pt x="153854" y="231930"/>
                  </a:lnTo>
                  <a:lnTo>
                    <a:pt x="153480" y="231912"/>
                  </a:lnTo>
                  <a:lnTo>
                    <a:pt x="153448" y="231781"/>
                  </a:lnTo>
                  <a:lnTo>
                    <a:pt x="153375" y="231490"/>
                  </a:lnTo>
                  <a:lnTo>
                    <a:pt x="153205" y="230949"/>
                  </a:lnTo>
                  <a:lnTo>
                    <a:pt x="153465" y="230866"/>
                  </a:lnTo>
                  <a:lnTo>
                    <a:pt x="153622" y="230826"/>
                  </a:lnTo>
                  <a:lnTo>
                    <a:pt x="153587" y="230582"/>
                  </a:lnTo>
                  <a:lnTo>
                    <a:pt x="153383" y="230641"/>
                  </a:lnTo>
                  <a:lnTo>
                    <a:pt x="153073" y="230452"/>
                  </a:lnTo>
                  <a:lnTo>
                    <a:pt x="152968" y="230109"/>
                  </a:lnTo>
                  <a:lnTo>
                    <a:pt x="153293" y="230121"/>
                  </a:lnTo>
                  <a:lnTo>
                    <a:pt x="153688" y="230092"/>
                  </a:lnTo>
                  <a:lnTo>
                    <a:pt x="153891" y="230076"/>
                  </a:lnTo>
                  <a:lnTo>
                    <a:pt x="154065" y="229806"/>
                  </a:lnTo>
                  <a:lnTo>
                    <a:pt x="154060" y="229677"/>
                  </a:lnTo>
                  <a:lnTo>
                    <a:pt x="153906" y="229162"/>
                  </a:lnTo>
                  <a:lnTo>
                    <a:pt x="153716" y="228710"/>
                  </a:lnTo>
                  <a:lnTo>
                    <a:pt x="153917" y="228124"/>
                  </a:lnTo>
                  <a:lnTo>
                    <a:pt x="154210" y="228012"/>
                  </a:lnTo>
                  <a:lnTo>
                    <a:pt x="154571" y="227928"/>
                  </a:lnTo>
                  <a:lnTo>
                    <a:pt x="154654" y="227702"/>
                  </a:lnTo>
                  <a:lnTo>
                    <a:pt x="154836" y="227532"/>
                  </a:lnTo>
                  <a:lnTo>
                    <a:pt x="155142" y="227251"/>
                  </a:lnTo>
                  <a:lnTo>
                    <a:pt x="155330" y="227141"/>
                  </a:lnTo>
                  <a:lnTo>
                    <a:pt x="155473" y="227215"/>
                  </a:lnTo>
                  <a:lnTo>
                    <a:pt x="155703" y="226827"/>
                  </a:lnTo>
                  <a:lnTo>
                    <a:pt x="155353" y="226583"/>
                  </a:lnTo>
                  <a:lnTo>
                    <a:pt x="154738" y="226352"/>
                  </a:lnTo>
                  <a:lnTo>
                    <a:pt x="154501" y="226415"/>
                  </a:lnTo>
                  <a:lnTo>
                    <a:pt x="154348" y="226604"/>
                  </a:lnTo>
                  <a:lnTo>
                    <a:pt x="154119" y="226623"/>
                  </a:lnTo>
                  <a:lnTo>
                    <a:pt x="153381" y="226557"/>
                  </a:lnTo>
                  <a:lnTo>
                    <a:pt x="153397" y="226377"/>
                  </a:lnTo>
                  <a:lnTo>
                    <a:pt x="153256" y="226146"/>
                  </a:lnTo>
                  <a:lnTo>
                    <a:pt x="152616" y="226109"/>
                  </a:lnTo>
                  <a:lnTo>
                    <a:pt x="152470" y="226226"/>
                  </a:lnTo>
                  <a:lnTo>
                    <a:pt x="152311" y="226136"/>
                  </a:lnTo>
                  <a:lnTo>
                    <a:pt x="152159" y="226049"/>
                  </a:lnTo>
                  <a:lnTo>
                    <a:pt x="151917" y="226171"/>
                  </a:lnTo>
                  <a:lnTo>
                    <a:pt x="151737" y="225775"/>
                  </a:lnTo>
                  <a:lnTo>
                    <a:pt x="152030" y="225853"/>
                  </a:lnTo>
                  <a:lnTo>
                    <a:pt x="151935" y="225510"/>
                  </a:lnTo>
                  <a:lnTo>
                    <a:pt x="151587" y="224874"/>
                  </a:lnTo>
                  <a:lnTo>
                    <a:pt x="151782" y="224735"/>
                  </a:lnTo>
                  <a:lnTo>
                    <a:pt x="152071" y="224612"/>
                  </a:lnTo>
                  <a:lnTo>
                    <a:pt x="152416" y="224543"/>
                  </a:lnTo>
                  <a:lnTo>
                    <a:pt x="152635" y="224492"/>
                  </a:lnTo>
                  <a:lnTo>
                    <a:pt x="153082" y="224355"/>
                  </a:lnTo>
                  <a:lnTo>
                    <a:pt x="153121" y="224042"/>
                  </a:lnTo>
                  <a:lnTo>
                    <a:pt x="152787" y="223238"/>
                  </a:lnTo>
                  <a:lnTo>
                    <a:pt x="152770" y="222760"/>
                  </a:lnTo>
                  <a:lnTo>
                    <a:pt x="153041" y="222684"/>
                  </a:lnTo>
                  <a:lnTo>
                    <a:pt x="153236" y="222663"/>
                  </a:lnTo>
                  <a:lnTo>
                    <a:pt x="153293" y="222379"/>
                  </a:lnTo>
                  <a:lnTo>
                    <a:pt x="153252" y="222155"/>
                  </a:lnTo>
                  <a:lnTo>
                    <a:pt x="153249" y="221685"/>
                  </a:lnTo>
                  <a:lnTo>
                    <a:pt x="153151" y="221460"/>
                  </a:lnTo>
                  <a:lnTo>
                    <a:pt x="152992" y="221602"/>
                  </a:lnTo>
                  <a:lnTo>
                    <a:pt x="152868" y="221751"/>
                  </a:lnTo>
                  <a:lnTo>
                    <a:pt x="152330" y="221646"/>
                  </a:lnTo>
                  <a:lnTo>
                    <a:pt x="152202" y="221347"/>
                  </a:lnTo>
                  <a:lnTo>
                    <a:pt x="151774" y="220861"/>
                  </a:lnTo>
                  <a:lnTo>
                    <a:pt x="151515" y="220697"/>
                  </a:lnTo>
                  <a:lnTo>
                    <a:pt x="151491" y="220535"/>
                  </a:lnTo>
                  <a:lnTo>
                    <a:pt x="151523" y="220382"/>
                  </a:lnTo>
                  <a:lnTo>
                    <a:pt x="151711" y="220102"/>
                  </a:lnTo>
                  <a:lnTo>
                    <a:pt x="152137" y="219602"/>
                  </a:lnTo>
                  <a:lnTo>
                    <a:pt x="152505" y="219423"/>
                  </a:lnTo>
                  <a:lnTo>
                    <a:pt x="152554" y="219063"/>
                  </a:lnTo>
                  <a:lnTo>
                    <a:pt x="152352" y="218855"/>
                  </a:lnTo>
                  <a:lnTo>
                    <a:pt x="152200" y="218699"/>
                  </a:lnTo>
                  <a:lnTo>
                    <a:pt x="152050" y="218420"/>
                  </a:lnTo>
                  <a:lnTo>
                    <a:pt x="152037" y="218082"/>
                  </a:lnTo>
                  <a:lnTo>
                    <a:pt x="152492" y="218059"/>
                  </a:lnTo>
                  <a:lnTo>
                    <a:pt x="152100" y="217726"/>
                  </a:lnTo>
                  <a:lnTo>
                    <a:pt x="152383" y="217549"/>
                  </a:lnTo>
                  <a:lnTo>
                    <a:pt x="152438" y="217733"/>
                  </a:lnTo>
                  <a:lnTo>
                    <a:pt x="152495" y="217916"/>
                  </a:lnTo>
                  <a:lnTo>
                    <a:pt x="152743" y="217921"/>
                  </a:lnTo>
                  <a:lnTo>
                    <a:pt x="152868" y="217641"/>
                  </a:lnTo>
                  <a:lnTo>
                    <a:pt x="152854" y="216969"/>
                  </a:lnTo>
                  <a:lnTo>
                    <a:pt x="153292" y="217192"/>
                  </a:lnTo>
                  <a:lnTo>
                    <a:pt x="153508" y="217115"/>
                  </a:lnTo>
                  <a:lnTo>
                    <a:pt x="153661" y="217017"/>
                  </a:lnTo>
                  <a:lnTo>
                    <a:pt x="153901" y="216712"/>
                  </a:lnTo>
                  <a:lnTo>
                    <a:pt x="154255" y="215224"/>
                  </a:lnTo>
                  <a:lnTo>
                    <a:pt x="154542" y="215005"/>
                  </a:lnTo>
                  <a:lnTo>
                    <a:pt x="154605" y="214299"/>
                  </a:lnTo>
                  <a:lnTo>
                    <a:pt x="155141" y="214147"/>
                  </a:lnTo>
                  <a:lnTo>
                    <a:pt x="156043" y="213877"/>
                  </a:lnTo>
                  <a:lnTo>
                    <a:pt x="156433" y="213950"/>
                  </a:lnTo>
                  <a:lnTo>
                    <a:pt x="156735" y="213888"/>
                  </a:lnTo>
                  <a:lnTo>
                    <a:pt x="157157" y="213758"/>
                  </a:lnTo>
                  <a:lnTo>
                    <a:pt x="157295" y="213474"/>
                  </a:lnTo>
                  <a:lnTo>
                    <a:pt x="157444" y="213136"/>
                  </a:lnTo>
                  <a:lnTo>
                    <a:pt x="157386" y="212940"/>
                  </a:lnTo>
                  <a:lnTo>
                    <a:pt x="157383" y="212804"/>
                  </a:lnTo>
                  <a:lnTo>
                    <a:pt x="157631" y="212562"/>
                  </a:lnTo>
                  <a:lnTo>
                    <a:pt x="157619" y="212352"/>
                  </a:lnTo>
                  <a:lnTo>
                    <a:pt x="157649" y="212214"/>
                  </a:lnTo>
                  <a:lnTo>
                    <a:pt x="157794" y="212192"/>
                  </a:lnTo>
                  <a:lnTo>
                    <a:pt x="158626" y="212212"/>
                  </a:lnTo>
                  <a:lnTo>
                    <a:pt x="159104" y="212189"/>
                  </a:lnTo>
                  <a:lnTo>
                    <a:pt x="159255" y="212192"/>
                  </a:lnTo>
                  <a:lnTo>
                    <a:pt x="159105" y="212996"/>
                  </a:lnTo>
                  <a:lnTo>
                    <a:pt x="159047" y="213502"/>
                  </a:lnTo>
                  <a:lnTo>
                    <a:pt x="159475" y="214806"/>
                  </a:lnTo>
                  <a:lnTo>
                    <a:pt x="159594" y="215220"/>
                  </a:lnTo>
                  <a:lnTo>
                    <a:pt x="159890" y="215583"/>
                  </a:lnTo>
                  <a:lnTo>
                    <a:pt x="160624" y="215898"/>
                  </a:lnTo>
                  <a:lnTo>
                    <a:pt x="161096" y="215710"/>
                  </a:lnTo>
                  <a:lnTo>
                    <a:pt x="161431" y="215629"/>
                  </a:lnTo>
                  <a:lnTo>
                    <a:pt x="161624" y="215583"/>
                  </a:lnTo>
                  <a:lnTo>
                    <a:pt x="161778" y="215550"/>
                  </a:lnTo>
                  <a:lnTo>
                    <a:pt x="161924" y="215451"/>
                  </a:lnTo>
                  <a:lnTo>
                    <a:pt x="162052" y="215331"/>
                  </a:lnTo>
                  <a:lnTo>
                    <a:pt x="162203" y="215170"/>
                  </a:lnTo>
                  <a:lnTo>
                    <a:pt x="162339" y="215041"/>
                  </a:lnTo>
                  <a:lnTo>
                    <a:pt x="162673" y="215095"/>
                  </a:lnTo>
                  <a:lnTo>
                    <a:pt x="163141" y="215228"/>
                  </a:lnTo>
                  <a:lnTo>
                    <a:pt x="163650" y="215413"/>
                  </a:lnTo>
                  <a:lnTo>
                    <a:pt x="164355" y="215575"/>
                  </a:lnTo>
                  <a:lnTo>
                    <a:pt x="165176" y="215870"/>
                  </a:lnTo>
                  <a:lnTo>
                    <a:pt x="165904" y="216217"/>
                  </a:lnTo>
                  <a:lnTo>
                    <a:pt x="166877" y="216639"/>
                  </a:lnTo>
                  <a:lnTo>
                    <a:pt x="167111" y="216839"/>
                  </a:lnTo>
                  <a:lnTo>
                    <a:pt x="167329" y="217026"/>
                  </a:lnTo>
                  <a:lnTo>
                    <a:pt x="167663" y="216987"/>
                  </a:lnTo>
                  <a:lnTo>
                    <a:pt x="167884" y="216991"/>
                  </a:lnTo>
                  <a:lnTo>
                    <a:pt x="168343" y="217032"/>
                  </a:lnTo>
                  <a:lnTo>
                    <a:pt x="168646" y="216717"/>
                  </a:lnTo>
                  <a:lnTo>
                    <a:pt x="168785" y="216686"/>
                  </a:lnTo>
                  <a:lnTo>
                    <a:pt x="168646" y="216396"/>
                  </a:lnTo>
                  <a:lnTo>
                    <a:pt x="169009" y="216034"/>
                  </a:lnTo>
                  <a:lnTo>
                    <a:pt x="169280" y="216010"/>
                  </a:lnTo>
                  <a:lnTo>
                    <a:pt x="169526" y="215999"/>
                  </a:lnTo>
                  <a:lnTo>
                    <a:pt x="169739" y="215971"/>
                  </a:lnTo>
                  <a:lnTo>
                    <a:pt x="169821" y="215653"/>
                  </a:lnTo>
                  <a:lnTo>
                    <a:pt x="169896" y="215474"/>
                  </a:lnTo>
                  <a:lnTo>
                    <a:pt x="169557" y="215380"/>
                  </a:lnTo>
                  <a:lnTo>
                    <a:pt x="169272" y="214965"/>
                  </a:lnTo>
                  <a:lnTo>
                    <a:pt x="169082" y="214655"/>
                  </a:lnTo>
                  <a:lnTo>
                    <a:pt x="169074" y="214510"/>
                  </a:lnTo>
                  <a:lnTo>
                    <a:pt x="169218" y="214346"/>
                  </a:lnTo>
                  <a:lnTo>
                    <a:pt x="169353" y="214289"/>
                  </a:lnTo>
                  <a:lnTo>
                    <a:pt x="169575" y="213713"/>
                  </a:lnTo>
                  <a:lnTo>
                    <a:pt x="169553" y="213558"/>
                  </a:lnTo>
                  <a:lnTo>
                    <a:pt x="169619" y="213090"/>
                  </a:lnTo>
                  <a:lnTo>
                    <a:pt x="169542" y="212384"/>
                  </a:lnTo>
                  <a:lnTo>
                    <a:pt x="169639" y="212126"/>
                  </a:lnTo>
                  <a:lnTo>
                    <a:pt x="169366" y="211584"/>
                  </a:lnTo>
                  <a:lnTo>
                    <a:pt x="169169" y="211453"/>
                  </a:lnTo>
                  <a:lnTo>
                    <a:pt x="169081" y="211319"/>
                  </a:lnTo>
                  <a:lnTo>
                    <a:pt x="168852" y="211151"/>
                  </a:lnTo>
                  <a:lnTo>
                    <a:pt x="168839" y="210922"/>
                  </a:lnTo>
                  <a:lnTo>
                    <a:pt x="168810" y="210770"/>
                  </a:lnTo>
                  <a:lnTo>
                    <a:pt x="168963" y="210619"/>
                  </a:lnTo>
                  <a:lnTo>
                    <a:pt x="169155" y="210613"/>
                  </a:lnTo>
                  <a:lnTo>
                    <a:pt x="169424" y="210523"/>
                  </a:lnTo>
                  <a:lnTo>
                    <a:pt x="169237" y="210093"/>
                  </a:lnTo>
                  <a:lnTo>
                    <a:pt x="169360" y="209857"/>
                  </a:lnTo>
                  <a:lnTo>
                    <a:pt x="169767" y="209782"/>
                  </a:lnTo>
                  <a:lnTo>
                    <a:pt x="169919" y="209769"/>
                  </a:lnTo>
                  <a:lnTo>
                    <a:pt x="170071" y="209775"/>
                  </a:lnTo>
                  <a:lnTo>
                    <a:pt x="170307" y="209781"/>
                  </a:lnTo>
                  <a:lnTo>
                    <a:pt x="170561" y="209600"/>
                  </a:lnTo>
                  <a:lnTo>
                    <a:pt x="170924" y="209393"/>
                  </a:lnTo>
                  <a:lnTo>
                    <a:pt x="171118" y="209344"/>
                  </a:lnTo>
                  <a:lnTo>
                    <a:pt x="171313" y="209134"/>
                  </a:lnTo>
                  <a:lnTo>
                    <a:pt x="170901" y="208715"/>
                  </a:lnTo>
                  <a:lnTo>
                    <a:pt x="170269" y="208276"/>
                  </a:lnTo>
                  <a:lnTo>
                    <a:pt x="169996" y="207444"/>
                  </a:lnTo>
                  <a:lnTo>
                    <a:pt x="169638" y="207208"/>
                  </a:lnTo>
                  <a:lnTo>
                    <a:pt x="169502" y="207215"/>
                  </a:lnTo>
                  <a:lnTo>
                    <a:pt x="169206" y="207362"/>
                  </a:lnTo>
                  <a:lnTo>
                    <a:pt x="169004" y="207235"/>
                  </a:lnTo>
                  <a:lnTo>
                    <a:pt x="168993" y="207074"/>
                  </a:lnTo>
                  <a:lnTo>
                    <a:pt x="168998" y="206835"/>
                  </a:lnTo>
                  <a:lnTo>
                    <a:pt x="168963" y="206262"/>
                  </a:lnTo>
                  <a:lnTo>
                    <a:pt x="169104" y="206031"/>
                  </a:lnTo>
                  <a:lnTo>
                    <a:pt x="169258" y="206235"/>
                  </a:lnTo>
                  <a:lnTo>
                    <a:pt x="169472" y="205922"/>
                  </a:lnTo>
                  <a:lnTo>
                    <a:pt x="169656" y="205889"/>
                  </a:lnTo>
                  <a:lnTo>
                    <a:pt x="170289" y="205811"/>
                  </a:lnTo>
                  <a:lnTo>
                    <a:pt x="170628" y="205842"/>
                  </a:lnTo>
                  <a:lnTo>
                    <a:pt x="170676" y="205410"/>
                  </a:lnTo>
                  <a:lnTo>
                    <a:pt x="171380" y="205312"/>
                  </a:lnTo>
                  <a:lnTo>
                    <a:pt x="171628" y="205457"/>
                  </a:lnTo>
                  <a:lnTo>
                    <a:pt x="171984" y="205546"/>
                  </a:lnTo>
                  <a:lnTo>
                    <a:pt x="172019" y="205723"/>
                  </a:lnTo>
                  <a:lnTo>
                    <a:pt x="172156" y="205660"/>
                  </a:lnTo>
                  <a:lnTo>
                    <a:pt x="172551" y="205395"/>
                  </a:lnTo>
                  <a:lnTo>
                    <a:pt x="172959" y="205395"/>
                  </a:lnTo>
                  <a:lnTo>
                    <a:pt x="173444" y="205506"/>
                  </a:lnTo>
                  <a:lnTo>
                    <a:pt x="173745" y="205575"/>
                  </a:lnTo>
                  <a:lnTo>
                    <a:pt x="173687" y="205426"/>
                  </a:lnTo>
                  <a:lnTo>
                    <a:pt x="173482" y="205360"/>
                  </a:lnTo>
                  <a:lnTo>
                    <a:pt x="173588" y="205060"/>
                  </a:lnTo>
                  <a:lnTo>
                    <a:pt x="173710" y="204871"/>
                  </a:lnTo>
                  <a:lnTo>
                    <a:pt x="173662" y="204493"/>
                  </a:lnTo>
                  <a:lnTo>
                    <a:pt x="173481" y="204077"/>
                  </a:lnTo>
                  <a:lnTo>
                    <a:pt x="173209" y="203895"/>
                  </a:lnTo>
                  <a:lnTo>
                    <a:pt x="173078" y="203917"/>
                  </a:lnTo>
                  <a:lnTo>
                    <a:pt x="172921" y="203943"/>
                  </a:lnTo>
                  <a:lnTo>
                    <a:pt x="172474" y="204163"/>
                  </a:lnTo>
                  <a:lnTo>
                    <a:pt x="172367" y="204346"/>
                  </a:lnTo>
                  <a:lnTo>
                    <a:pt x="172066" y="204187"/>
                  </a:lnTo>
                  <a:lnTo>
                    <a:pt x="171555" y="203969"/>
                  </a:lnTo>
                  <a:lnTo>
                    <a:pt x="171044" y="203846"/>
                  </a:lnTo>
                  <a:lnTo>
                    <a:pt x="169841" y="203619"/>
                  </a:lnTo>
                  <a:lnTo>
                    <a:pt x="169439" y="203504"/>
                  </a:lnTo>
                  <a:lnTo>
                    <a:pt x="169602" y="203011"/>
                  </a:lnTo>
                  <a:lnTo>
                    <a:pt x="169369" y="203291"/>
                  </a:lnTo>
                  <a:lnTo>
                    <a:pt x="169239" y="203060"/>
                  </a:lnTo>
                  <a:lnTo>
                    <a:pt x="168892" y="202772"/>
                  </a:lnTo>
                  <a:lnTo>
                    <a:pt x="169055" y="202388"/>
                  </a:lnTo>
                  <a:lnTo>
                    <a:pt x="168581" y="201936"/>
                  </a:lnTo>
                  <a:lnTo>
                    <a:pt x="168632" y="201742"/>
                  </a:lnTo>
                  <a:lnTo>
                    <a:pt x="168964" y="201251"/>
                  </a:lnTo>
                  <a:lnTo>
                    <a:pt x="168647" y="201270"/>
                  </a:lnTo>
                  <a:lnTo>
                    <a:pt x="168377" y="201114"/>
                  </a:lnTo>
                  <a:lnTo>
                    <a:pt x="168296" y="200796"/>
                  </a:lnTo>
                  <a:lnTo>
                    <a:pt x="168300" y="200635"/>
                  </a:lnTo>
                  <a:lnTo>
                    <a:pt x="168482" y="200039"/>
                  </a:lnTo>
                  <a:lnTo>
                    <a:pt x="168737" y="199892"/>
                  </a:lnTo>
                  <a:lnTo>
                    <a:pt x="169002" y="199872"/>
                  </a:lnTo>
                  <a:lnTo>
                    <a:pt x="168941" y="199703"/>
                  </a:lnTo>
                  <a:lnTo>
                    <a:pt x="168892" y="199221"/>
                  </a:lnTo>
                  <a:lnTo>
                    <a:pt x="169171" y="199048"/>
                  </a:lnTo>
                  <a:lnTo>
                    <a:pt x="169378" y="198671"/>
                  </a:lnTo>
                  <a:lnTo>
                    <a:pt x="169720" y="198431"/>
                  </a:lnTo>
                  <a:lnTo>
                    <a:pt x="169886" y="198643"/>
                  </a:lnTo>
                  <a:lnTo>
                    <a:pt x="170062" y="198299"/>
                  </a:lnTo>
                  <a:lnTo>
                    <a:pt x="170056" y="198011"/>
                  </a:lnTo>
                  <a:lnTo>
                    <a:pt x="170283" y="197623"/>
                  </a:lnTo>
                  <a:lnTo>
                    <a:pt x="170466" y="197583"/>
                  </a:lnTo>
                  <a:lnTo>
                    <a:pt x="170604" y="197330"/>
                  </a:lnTo>
                  <a:lnTo>
                    <a:pt x="170597" y="197173"/>
                  </a:lnTo>
                  <a:lnTo>
                    <a:pt x="170941" y="196822"/>
                  </a:lnTo>
                  <a:lnTo>
                    <a:pt x="170947" y="196678"/>
                  </a:lnTo>
                  <a:lnTo>
                    <a:pt x="170868" y="196373"/>
                  </a:lnTo>
                  <a:lnTo>
                    <a:pt x="170845" y="196216"/>
                  </a:lnTo>
                  <a:lnTo>
                    <a:pt x="170709" y="195556"/>
                  </a:lnTo>
                  <a:lnTo>
                    <a:pt x="170449" y="195045"/>
                  </a:lnTo>
                  <a:lnTo>
                    <a:pt x="170399" y="194429"/>
                  </a:lnTo>
                  <a:lnTo>
                    <a:pt x="170437" y="193941"/>
                  </a:lnTo>
                  <a:lnTo>
                    <a:pt x="170274" y="193508"/>
                  </a:lnTo>
                  <a:lnTo>
                    <a:pt x="170272" y="193081"/>
                  </a:lnTo>
                  <a:lnTo>
                    <a:pt x="170742" y="192861"/>
                  </a:lnTo>
                  <a:lnTo>
                    <a:pt x="171462" y="192909"/>
                  </a:lnTo>
                  <a:lnTo>
                    <a:pt x="172115" y="192860"/>
                  </a:lnTo>
                  <a:lnTo>
                    <a:pt x="171964" y="192619"/>
                  </a:lnTo>
                  <a:lnTo>
                    <a:pt x="171649" y="192184"/>
                  </a:lnTo>
                  <a:lnTo>
                    <a:pt x="171492" y="192021"/>
                  </a:lnTo>
                  <a:lnTo>
                    <a:pt x="171586" y="191884"/>
                  </a:lnTo>
                  <a:lnTo>
                    <a:pt x="171551" y="191562"/>
                  </a:lnTo>
                  <a:lnTo>
                    <a:pt x="171661" y="191236"/>
                  </a:lnTo>
                  <a:lnTo>
                    <a:pt x="171863" y="191265"/>
                  </a:lnTo>
                  <a:lnTo>
                    <a:pt x="172221" y="191272"/>
                  </a:lnTo>
                  <a:lnTo>
                    <a:pt x="172295" y="191110"/>
                  </a:lnTo>
                  <a:lnTo>
                    <a:pt x="172403" y="190943"/>
                  </a:lnTo>
                  <a:lnTo>
                    <a:pt x="172913" y="190376"/>
                  </a:lnTo>
                  <a:lnTo>
                    <a:pt x="173369" y="190179"/>
                  </a:lnTo>
                  <a:lnTo>
                    <a:pt x="173532" y="190217"/>
                  </a:lnTo>
                  <a:lnTo>
                    <a:pt x="173890" y="190304"/>
                  </a:lnTo>
                  <a:lnTo>
                    <a:pt x="174167" y="190410"/>
                  </a:lnTo>
                  <a:lnTo>
                    <a:pt x="174609" y="190361"/>
                  </a:lnTo>
                  <a:lnTo>
                    <a:pt x="175074" y="189919"/>
                  </a:lnTo>
                  <a:lnTo>
                    <a:pt x="175430" y="190013"/>
                  </a:lnTo>
                  <a:lnTo>
                    <a:pt x="175658" y="190039"/>
                  </a:lnTo>
                  <a:lnTo>
                    <a:pt x="175989" y="189539"/>
                  </a:lnTo>
                  <a:lnTo>
                    <a:pt x="176128" y="189073"/>
                  </a:lnTo>
                  <a:lnTo>
                    <a:pt x="176414" y="188920"/>
                  </a:lnTo>
                  <a:lnTo>
                    <a:pt x="177031" y="189060"/>
                  </a:lnTo>
                  <a:lnTo>
                    <a:pt x="177277" y="189237"/>
                  </a:lnTo>
                  <a:lnTo>
                    <a:pt x="177437" y="189242"/>
                  </a:lnTo>
                  <a:lnTo>
                    <a:pt x="177878" y="189205"/>
                  </a:lnTo>
                  <a:lnTo>
                    <a:pt x="178075" y="189112"/>
                  </a:lnTo>
                  <a:lnTo>
                    <a:pt x="178461" y="188658"/>
                  </a:lnTo>
                  <a:lnTo>
                    <a:pt x="178357" y="188490"/>
                  </a:lnTo>
                  <a:lnTo>
                    <a:pt x="178614" y="187981"/>
                  </a:lnTo>
                  <a:lnTo>
                    <a:pt x="178473" y="187700"/>
                  </a:lnTo>
                  <a:lnTo>
                    <a:pt x="178304" y="187431"/>
                  </a:lnTo>
                  <a:lnTo>
                    <a:pt x="178295" y="187112"/>
                  </a:lnTo>
                  <a:lnTo>
                    <a:pt x="179019" y="187044"/>
                  </a:lnTo>
                  <a:lnTo>
                    <a:pt x="179672" y="186989"/>
                  </a:lnTo>
                  <a:lnTo>
                    <a:pt x="180081" y="186874"/>
                  </a:lnTo>
                  <a:lnTo>
                    <a:pt x="180851" y="186370"/>
                  </a:lnTo>
                  <a:lnTo>
                    <a:pt x="180577" y="186182"/>
                  </a:lnTo>
                  <a:lnTo>
                    <a:pt x="180370" y="186083"/>
                  </a:lnTo>
                  <a:lnTo>
                    <a:pt x="180113" y="186207"/>
                  </a:lnTo>
                  <a:lnTo>
                    <a:pt x="179926" y="186333"/>
                  </a:lnTo>
                  <a:lnTo>
                    <a:pt x="179725" y="186347"/>
                  </a:lnTo>
                  <a:lnTo>
                    <a:pt x="179704" y="185573"/>
                  </a:lnTo>
                  <a:lnTo>
                    <a:pt x="180019" y="185539"/>
                  </a:lnTo>
                  <a:lnTo>
                    <a:pt x="180150" y="185451"/>
                  </a:lnTo>
                  <a:lnTo>
                    <a:pt x="179467" y="185145"/>
                  </a:lnTo>
                  <a:lnTo>
                    <a:pt x="179425" y="184700"/>
                  </a:lnTo>
                  <a:lnTo>
                    <a:pt x="179922" y="184629"/>
                  </a:lnTo>
                  <a:lnTo>
                    <a:pt x="180186" y="184538"/>
                  </a:lnTo>
                  <a:lnTo>
                    <a:pt x="180121" y="184329"/>
                  </a:lnTo>
                  <a:lnTo>
                    <a:pt x="180016" y="184198"/>
                  </a:lnTo>
                  <a:lnTo>
                    <a:pt x="180224" y="183992"/>
                  </a:lnTo>
                  <a:lnTo>
                    <a:pt x="180737" y="184084"/>
                  </a:lnTo>
                  <a:lnTo>
                    <a:pt x="180924" y="183956"/>
                  </a:lnTo>
                  <a:lnTo>
                    <a:pt x="181222" y="183663"/>
                  </a:lnTo>
                  <a:lnTo>
                    <a:pt x="181089" y="183359"/>
                  </a:lnTo>
                  <a:lnTo>
                    <a:pt x="181250" y="183071"/>
                  </a:lnTo>
                  <a:lnTo>
                    <a:pt x="181389" y="183067"/>
                  </a:lnTo>
                  <a:lnTo>
                    <a:pt x="181741" y="183109"/>
                  </a:lnTo>
                  <a:lnTo>
                    <a:pt x="182369" y="182839"/>
                  </a:lnTo>
                  <a:lnTo>
                    <a:pt x="182731" y="182841"/>
                  </a:lnTo>
                  <a:close/>
                </a:path>
              </a:pathLst>
            </a:custGeom>
            <a:solidFill>
              <a:srgbClr val="F7D7C6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701513" y="4902931"/>
              <a:ext cx="978280" cy="700013"/>
            </a:xfrm>
            <a:custGeom>
              <a:avLst/>
              <a:pathLst>
                <a:path w="978280" h="700013">
                  <a:moveTo>
                    <a:pt x="470961" y="182879"/>
                  </a:moveTo>
                  <a:lnTo>
                    <a:pt x="471266" y="182930"/>
                  </a:lnTo>
                  <a:lnTo>
                    <a:pt x="472376" y="182599"/>
                  </a:lnTo>
                  <a:lnTo>
                    <a:pt x="472570" y="182581"/>
                  </a:lnTo>
                  <a:lnTo>
                    <a:pt x="473111" y="182641"/>
                  </a:lnTo>
                  <a:lnTo>
                    <a:pt x="473523" y="182578"/>
                  </a:lnTo>
                  <a:lnTo>
                    <a:pt x="473883" y="182509"/>
                  </a:lnTo>
                  <a:lnTo>
                    <a:pt x="474486" y="183631"/>
                  </a:lnTo>
                  <a:lnTo>
                    <a:pt x="474553" y="183792"/>
                  </a:lnTo>
                  <a:lnTo>
                    <a:pt x="475294" y="183957"/>
                  </a:lnTo>
                  <a:lnTo>
                    <a:pt x="475430" y="183983"/>
                  </a:lnTo>
                  <a:lnTo>
                    <a:pt x="476793" y="183936"/>
                  </a:lnTo>
                  <a:lnTo>
                    <a:pt x="477146" y="184046"/>
                  </a:lnTo>
                  <a:lnTo>
                    <a:pt x="478385" y="183509"/>
                  </a:lnTo>
                  <a:lnTo>
                    <a:pt x="478958" y="183450"/>
                  </a:lnTo>
                  <a:lnTo>
                    <a:pt x="479162" y="183482"/>
                  </a:lnTo>
                  <a:lnTo>
                    <a:pt x="480724" y="185092"/>
                  </a:lnTo>
                  <a:lnTo>
                    <a:pt x="480769" y="185248"/>
                  </a:lnTo>
                  <a:lnTo>
                    <a:pt x="480888" y="186265"/>
                  </a:lnTo>
                  <a:lnTo>
                    <a:pt x="480991" y="186586"/>
                  </a:lnTo>
                  <a:lnTo>
                    <a:pt x="480997" y="186736"/>
                  </a:lnTo>
                  <a:lnTo>
                    <a:pt x="480979" y="186989"/>
                  </a:lnTo>
                  <a:lnTo>
                    <a:pt x="481143" y="187336"/>
                  </a:lnTo>
                  <a:lnTo>
                    <a:pt x="481520" y="187470"/>
                  </a:lnTo>
                  <a:lnTo>
                    <a:pt x="481715" y="187520"/>
                  </a:lnTo>
                  <a:lnTo>
                    <a:pt x="481845" y="187538"/>
                  </a:lnTo>
                  <a:lnTo>
                    <a:pt x="482011" y="187602"/>
                  </a:lnTo>
                  <a:lnTo>
                    <a:pt x="483974" y="188665"/>
                  </a:lnTo>
                  <a:lnTo>
                    <a:pt x="484973" y="188965"/>
                  </a:lnTo>
                  <a:lnTo>
                    <a:pt x="485716" y="189850"/>
                  </a:lnTo>
                  <a:lnTo>
                    <a:pt x="486241" y="191226"/>
                  </a:lnTo>
                  <a:lnTo>
                    <a:pt x="486351" y="191358"/>
                  </a:lnTo>
                  <a:lnTo>
                    <a:pt x="486504" y="191438"/>
                  </a:lnTo>
                  <a:lnTo>
                    <a:pt x="486654" y="191475"/>
                  </a:lnTo>
                  <a:lnTo>
                    <a:pt x="487225" y="191631"/>
                  </a:lnTo>
                  <a:lnTo>
                    <a:pt x="487297" y="191774"/>
                  </a:lnTo>
                  <a:lnTo>
                    <a:pt x="487365" y="191929"/>
                  </a:lnTo>
                  <a:lnTo>
                    <a:pt x="487437" y="192069"/>
                  </a:lnTo>
                  <a:lnTo>
                    <a:pt x="487526" y="192224"/>
                  </a:lnTo>
                  <a:lnTo>
                    <a:pt x="489209" y="192185"/>
                  </a:lnTo>
                  <a:lnTo>
                    <a:pt x="489280" y="191990"/>
                  </a:lnTo>
                  <a:lnTo>
                    <a:pt x="489338" y="191841"/>
                  </a:lnTo>
                  <a:lnTo>
                    <a:pt x="489822" y="190081"/>
                  </a:lnTo>
                  <a:lnTo>
                    <a:pt x="489954" y="190039"/>
                  </a:lnTo>
                  <a:lnTo>
                    <a:pt x="490172" y="189972"/>
                  </a:lnTo>
                  <a:lnTo>
                    <a:pt x="490454" y="189880"/>
                  </a:lnTo>
                  <a:lnTo>
                    <a:pt x="490581" y="189835"/>
                  </a:lnTo>
                  <a:lnTo>
                    <a:pt x="490735" y="189784"/>
                  </a:lnTo>
                  <a:lnTo>
                    <a:pt x="491477" y="189260"/>
                  </a:lnTo>
                  <a:lnTo>
                    <a:pt x="491885" y="188957"/>
                  </a:lnTo>
                  <a:lnTo>
                    <a:pt x="492105" y="189092"/>
                  </a:lnTo>
                  <a:lnTo>
                    <a:pt x="492447" y="189351"/>
                  </a:lnTo>
                  <a:lnTo>
                    <a:pt x="492596" y="189442"/>
                  </a:lnTo>
                  <a:lnTo>
                    <a:pt x="492762" y="189514"/>
                  </a:lnTo>
                  <a:lnTo>
                    <a:pt x="492975" y="189541"/>
                  </a:lnTo>
                  <a:lnTo>
                    <a:pt x="493212" y="189494"/>
                  </a:lnTo>
                  <a:lnTo>
                    <a:pt x="493377" y="189449"/>
                  </a:lnTo>
                  <a:lnTo>
                    <a:pt x="493636" y="189332"/>
                  </a:lnTo>
                  <a:lnTo>
                    <a:pt x="493805" y="189246"/>
                  </a:lnTo>
                  <a:lnTo>
                    <a:pt x="494607" y="188837"/>
                  </a:lnTo>
                  <a:lnTo>
                    <a:pt x="495350" y="188801"/>
                  </a:lnTo>
                  <a:lnTo>
                    <a:pt x="496106" y="189427"/>
                  </a:lnTo>
                  <a:lnTo>
                    <a:pt x="496165" y="189582"/>
                  </a:lnTo>
                  <a:lnTo>
                    <a:pt x="503182" y="193041"/>
                  </a:lnTo>
                  <a:lnTo>
                    <a:pt x="504226" y="193938"/>
                  </a:lnTo>
                  <a:lnTo>
                    <a:pt x="504477" y="194332"/>
                  </a:lnTo>
                  <a:lnTo>
                    <a:pt x="505380" y="194767"/>
                  </a:lnTo>
                  <a:lnTo>
                    <a:pt x="507919" y="194315"/>
                  </a:lnTo>
                  <a:lnTo>
                    <a:pt x="508054" y="194354"/>
                  </a:lnTo>
                  <a:lnTo>
                    <a:pt x="508209" y="194361"/>
                  </a:lnTo>
                  <a:lnTo>
                    <a:pt x="509170" y="193694"/>
                  </a:lnTo>
                  <a:lnTo>
                    <a:pt x="512697" y="195451"/>
                  </a:lnTo>
                  <a:lnTo>
                    <a:pt x="513201" y="195966"/>
                  </a:lnTo>
                  <a:lnTo>
                    <a:pt x="513369" y="195983"/>
                  </a:lnTo>
                  <a:lnTo>
                    <a:pt x="513573" y="195974"/>
                  </a:lnTo>
                  <a:lnTo>
                    <a:pt x="519051" y="197197"/>
                  </a:lnTo>
                  <a:lnTo>
                    <a:pt x="520116" y="198572"/>
                  </a:lnTo>
                  <a:lnTo>
                    <a:pt x="524244" y="200886"/>
                  </a:lnTo>
                  <a:lnTo>
                    <a:pt x="524423" y="200901"/>
                  </a:lnTo>
                  <a:lnTo>
                    <a:pt x="524687" y="200992"/>
                  </a:lnTo>
                  <a:lnTo>
                    <a:pt x="524971" y="201007"/>
                  </a:lnTo>
                  <a:lnTo>
                    <a:pt x="525232" y="200937"/>
                  </a:lnTo>
                  <a:lnTo>
                    <a:pt x="525421" y="200888"/>
                  </a:lnTo>
                  <a:lnTo>
                    <a:pt x="525902" y="200811"/>
                  </a:lnTo>
                  <a:lnTo>
                    <a:pt x="526063" y="200939"/>
                  </a:lnTo>
                  <a:lnTo>
                    <a:pt x="531813" y="203115"/>
                  </a:lnTo>
                  <a:lnTo>
                    <a:pt x="531945" y="203049"/>
                  </a:lnTo>
                  <a:lnTo>
                    <a:pt x="531181" y="203927"/>
                  </a:lnTo>
                  <a:lnTo>
                    <a:pt x="531010" y="204035"/>
                  </a:lnTo>
                  <a:lnTo>
                    <a:pt x="529684" y="204560"/>
                  </a:lnTo>
                  <a:lnTo>
                    <a:pt x="529661" y="204922"/>
                  </a:lnTo>
                  <a:lnTo>
                    <a:pt x="529518" y="205364"/>
                  </a:lnTo>
                  <a:lnTo>
                    <a:pt x="529408" y="205628"/>
                  </a:lnTo>
                  <a:lnTo>
                    <a:pt x="529113" y="205705"/>
                  </a:lnTo>
                  <a:lnTo>
                    <a:pt x="528514" y="205680"/>
                  </a:lnTo>
                  <a:lnTo>
                    <a:pt x="528334" y="206019"/>
                  </a:lnTo>
                  <a:lnTo>
                    <a:pt x="527774" y="206210"/>
                  </a:lnTo>
                  <a:lnTo>
                    <a:pt x="527469" y="206274"/>
                  </a:lnTo>
                  <a:lnTo>
                    <a:pt x="526558" y="206235"/>
                  </a:lnTo>
                  <a:lnTo>
                    <a:pt x="525889" y="206347"/>
                  </a:lnTo>
                  <a:lnTo>
                    <a:pt x="525425" y="206659"/>
                  </a:lnTo>
                  <a:lnTo>
                    <a:pt x="520751" y="206768"/>
                  </a:lnTo>
                  <a:lnTo>
                    <a:pt x="519154" y="207979"/>
                  </a:lnTo>
                  <a:lnTo>
                    <a:pt x="519249" y="208154"/>
                  </a:lnTo>
                  <a:lnTo>
                    <a:pt x="519423" y="208928"/>
                  </a:lnTo>
                  <a:lnTo>
                    <a:pt x="519682" y="210576"/>
                  </a:lnTo>
                  <a:lnTo>
                    <a:pt x="519745" y="210861"/>
                  </a:lnTo>
                  <a:lnTo>
                    <a:pt x="519120" y="211989"/>
                  </a:lnTo>
                  <a:lnTo>
                    <a:pt x="519129" y="212287"/>
                  </a:lnTo>
                  <a:lnTo>
                    <a:pt x="519336" y="212736"/>
                  </a:lnTo>
                  <a:lnTo>
                    <a:pt x="520117" y="212973"/>
                  </a:lnTo>
                  <a:lnTo>
                    <a:pt x="522450" y="213530"/>
                  </a:lnTo>
                  <a:lnTo>
                    <a:pt x="522798" y="213656"/>
                  </a:lnTo>
                  <a:lnTo>
                    <a:pt x="522931" y="213733"/>
                  </a:lnTo>
                  <a:lnTo>
                    <a:pt x="523199" y="213906"/>
                  </a:lnTo>
                  <a:lnTo>
                    <a:pt x="523489" y="214061"/>
                  </a:lnTo>
                  <a:lnTo>
                    <a:pt x="523827" y="214179"/>
                  </a:lnTo>
                  <a:lnTo>
                    <a:pt x="524222" y="214319"/>
                  </a:lnTo>
                  <a:lnTo>
                    <a:pt x="525470" y="214808"/>
                  </a:lnTo>
                  <a:lnTo>
                    <a:pt x="525113" y="215097"/>
                  </a:lnTo>
                  <a:lnTo>
                    <a:pt x="524971" y="215069"/>
                  </a:lnTo>
                  <a:lnTo>
                    <a:pt x="524551" y="215006"/>
                  </a:lnTo>
                  <a:lnTo>
                    <a:pt x="525044" y="215712"/>
                  </a:lnTo>
                  <a:lnTo>
                    <a:pt x="525464" y="215789"/>
                  </a:lnTo>
                  <a:lnTo>
                    <a:pt x="525707" y="215722"/>
                  </a:lnTo>
                  <a:lnTo>
                    <a:pt x="526187" y="215754"/>
                  </a:lnTo>
                  <a:lnTo>
                    <a:pt x="526684" y="215799"/>
                  </a:lnTo>
                  <a:lnTo>
                    <a:pt x="526942" y="215934"/>
                  </a:lnTo>
                  <a:lnTo>
                    <a:pt x="527171" y="216018"/>
                  </a:lnTo>
                  <a:lnTo>
                    <a:pt x="528106" y="215819"/>
                  </a:lnTo>
                  <a:lnTo>
                    <a:pt x="528382" y="215853"/>
                  </a:lnTo>
                  <a:lnTo>
                    <a:pt x="528774" y="215841"/>
                  </a:lnTo>
                  <a:lnTo>
                    <a:pt x="529398" y="216077"/>
                  </a:lnTo>
                  <a:lnTo>
                    <a:pt x="529574" y="216089"/>
                  </a:lnTo>
                  <a:lnTo>
                    <a:pt x="530165" y="216430"/>
                  </a:lnTo>
                  <a:lnTo>
                    <a:pt x="530554" y="216310"/>
                  </a:lnTo>
                  <a:lnTo>
                    <a:pt x="531120" y="216193"/>
                  </a:lnTo>
                  <a:lnTo>
                    <a:pt x="531412" y="216268"/>
                  </a:lnTo>
                  <a:lnTo>
                    <a:pt x="531569" y="216341"/>
                  </a:lnTo>
                  <a:lnTo>
                    <a:pt x="532130" y="216365"/>
                  </a:lnTo>
                  <a:lnTo>
                    <a:pt x="532764" y="216394"/>
                  </a:lnTo>
                  <a:lnTo>
                    <a:pt x="533457" y="216200"/>
                  </a:lnTo>
                  <a:lnTo>
                    <a:pt x="533673" y="215993"/>
                  </a:lnTo>
                  <a:lnTo>
                    <a:pt x="533958" y="215838"/>
                  </a:lnTo>
                  <a:lnTo>
                    <a:pt x="534682" y="216086"/>
                  </a:lnTo>
                  <a:lnTo>
                    <a:pt x="534828" y="216035"/>
                  </a:lnTo>
                  <a:lnTo>
                    <a:pt x="535095" y="215966"/>
                  </a:lnTo>
                  <a:lnTo>
                    <a:pt x="535287" y="215927"/>
                  </a:lnTo>
                  <a:lnTo>
                    <a:pt x="535487" y="215856"/>
                  </a:lnTo>
                  <a:lnTo>
                    <a:pt x="535840" y="215733"/>
                  </a:lnTo>
                  <a:lnTo>
                    <a:pt x="536026" y="215706"/>
                  </a:lnTo>
                  <a:lnTo>
                    <a:pt x="536693" y="215940"/>
                  </a:lnTo>
                  <a:lnTo>
                    <a:pt x="537142" y="216510"/>
                  </a:lnTo>
                  <a:lnTo>
                    <a:pt x="536839" y="216898"/>
                  </a:lnTo>
                  <a:lnTo>
                    <a:pt x="536200" y="217500"/>
                  </a:lnTo>
                  <a:lnTo>
                    <a:pt x="536301" y="217933"/>
                  </a:lnTo>
                  <a:lnTo>
                    <a:pt x="536271" y="218085"/>
                  </a:lnTo>
                  <a:lnTo>
                    <a:pt x="536081" y="218714"/>
                  </a:lnTo>
                  <a:lnTo>
                    <a:pt x="535521" y="219019"/>
                  </a:lnTo>
                  <a:lnTo>
                    <a:pt x="535571" y="219309"/>
                  </a:lnTo>
                  <a:lnTo>
                    <a:pt x="535796" y="219769"/>
                  </a:lnTo>
                  <a:lnTo>
                    <a:pt x="536197" y="220546"/>
                  </a:lnTo>
                  <a:lnTo>
                    <a:pt x="536042" y="221100"/>
                  </a:lnTo>
                  <a:lnTo>
                    <a:pt x="535051" y="221162"/>
                  </a:lnTo>
                  <a:lnTo>
                    <a:pt x="534810" y="221242"/>
                  </a:lnTo>
                  <a:lnTo>
                    <a:pt x="534822" y="222369"/>
                  </a:lnTo>
                  <a:lnTo>
                    <a:pt x="534689" y="223010"/>
                  </a:lnTo>
                  <a:lnTo>
                    <a:pt x="534473" y="223234"/>
                  </a:lnTo>
                  <a:lnTo>
                    <a:pt x="534755" y="223814"/>
                  </a:lnTo>
                  <a:lnTo>
                    <a:pt x="534419" y="224392"/>
                  </a:lnTo>
                  <a:lnTo>
                    <a:pt x="534613" y="225626"/>
                  </a:lnTo>
                  <a:lnTo>
                    <a:pt x="534627" y="225922"/>
                  </a:lnTo>
                  <a:lnTo>
                    <a:pt x="534618" y="226303"/>
                  </a:lnTo>
                  <a:lnTo>
                    <a:pt x="533622" y="226893"/>
                  </a:lnTo>
                  <a:lnTo>
                    <a:pt x="533980" y="227612"/>
                  </a:lnTo>
                  <a:lnTo>
                    <a:pt x="534132" y="227870"/>
                  </a:lnTo>
                  <a:lnTo>
                    <a:pt x="534338" y="228401"/>
                  </a:lnTo>
                  <a:lnTo>
                    <a:pt x="534412" y="228734"/>
                  </a:lnTo>
                  <a:lnTo>
                    <a:pt x="535398" y="229797"/>
                  </a:lnTo>
                  <a:lnTo>
                    <a:pt x="534901" y="230754"/>
                  </a:lnTo>
                  <a:lnTo>
                    <a:pt x="534607" y="230854"/>
                  </a:lnTo>
                  <a:lnTo>
                    <a:pt x="534139" y="230887"/>
                  </a:lnTo>
                  <a:lnTo>
                    <a:pt x="533602" y="230726"/>
                  </a:lnTo>
                  <a:lnTo>
                    <a:pt x="533377" y="230672"/>
                  </a:lnTo>
                  <a:lnTo>
                    <a:pt x="532679" y="231493"/>
                  </a:lnTo>
                  <a:lnTo>
                    <a:pt x="532626" y="231799"/>
                  </a:lnTo>
                  <a:lnTo>
                    <a:pt x="532289" y="232617"/>
                  </a:lnTo>
                  <a:lnTo>
                    <a:pt x="532258" y="232830"/>
                  </a:lnTo>
                  <a:lnTo>
                    <a:pt x="532473" y="233670"/>
                  </a:lnTo>
                  <a:lnTo>
                    <a:pt x="533201" y="234900"/>
                  </a:lnTo>
                  <a:lnTo>
                    <a:pt x="533395" y="234943"/>
                  </a:lnTo>
                  <a:lnTo>
                    <a:pt x="533795" y="234906"/>
                  </a:lnTo>
                  <a:lnTo>
                    <a:pt x="534016" y="234857"/>
                  </a:lnTo>
                  <a:lnTo>
                    <a:pt x="534335" y="234806"/>
                  </a:lnTo>
                  <a:lnTo>
                    <a:pt x="534630" y="235172"/>
                  </a:lnTo>
                  <a:lnTo>
                    <a:pt x="534804" y="235490"/>
                  </a:lnTo>
                  <a:lnTo>
                    <a:pt x="534959" y="235680"/>
                  </a:lnTo>
                  <a:lnTo>
                    <a:pt x="535397" y="236109"/>
                  </a:lnTo>
                  <a:lnTo>
                    <a:pt x="535072" y="236149"/>
                  </a:lnTo>
                  <a:lnTo>
                    <a:pt x="534792" y="236181"/>
                  </a:lnTo>
                  <a:lnTo>
                    <a:pt x="534616" y="236197"/>
                  </a:lnTo>
                  <a:lnTo>
                    <a:pt x="534294" y="236531"/>
                  </a:lnTo>
                  <a:lnTo>
                    <a:pt x="533816" y="236810"/>
                  </a:lnTo>
                  <a:lnTo>
                    <a:pt x="533776" y="237196"/>
                  </a:lnTo>
                  <a:lnTo>
                    <a:pt x="533289" y="237805"/>
                  </a:lnTo>
                  <a:lnTo>
                    <a:pt x="532905" y="238223"/>
                  </a:lnTo>
                  <a:lnTo>
                    <a:pt x="532040" y="239161"/>
                  </a:lnTo>
                  <a:lnTo>
                    <a:pt x="531572" y="239626"/>
                  </a:lnTo>
                  <a:lnTo>
                    <a:pt x="531377" y="239539"/>
                  </a:lnTo>
                  <a:lnTo>
                    <a:pt x="531161" y="239428"/>
                  </a:lnTo>
                  <a:lnTo>
                    <a:pt x="530874" y="239298"/>
                  </a:lnTo>
                  <a:lnTo>
                    <a:pt x="530308" y="239118"/>
                  </a:lnTo>
                  <a:lnTo>
                    <a:pt x="529449" y="239446"/>
                  </a:lnTo>
                  <a:lnTo>
                    <a:pt x="529005" y="239640"/>
                  </a:lnTo>
                  <a:lnTo>
                    <a:pt x="528809" y="239695"/>
                  </a:lnTo>
                  <a:lnTo>
                    <a:pt x="528574" y="239809"/>
                  </a:lnTo>
                  <a:lnTo>
                    <a:pt x="528141" y="240214"/>
                  </a:lnTo>
                  <a:lnTo>
                    <a:pt x="527846" y="240453"/>
                  </a:lnTo>
                  <a:lnTo>
                    <a:pt x="527616" y="240912"/>
                  </a:lnTo>
                  <a:lnTo>
                    <a:pt x="526859" y="241433"/>
                  </a:lnTo>
                  <a:lnTo>
                    <a:pt x="526610" y="241468"/>
                  </a:lnTo>
                  <a:lnTo>
                    <a:pt x="526306" y="241445"/>
                  </a:lnTo>
                  <a:lnTo>
                    <a:pt x="525689" y="241690"/>
                  </a:lnTo>
                  <a:lnTo>
                    <a:pt x="525428" y="241754"/>
                  </a:lnTo>
                  <a:lnTo>
                    <a:pt x="525298" y="241785"/>
                  </a:lnTo>
                  <a:lnTo>
                    <a:pt x="524903" y="241985"/>
                  </a:lnTo>
                  <a:lnTo>
                    <a:pt x="523936" y="242079"/>
                  </a:lnTo>
                  <a:lnTo>
                    <a:pt x="523513" y="242010"/>
                  </a:lnTo>
                  <a:lnTo>
                    <a:pt x="523122" y="242070"/>
                  </a:lnTo>
                  <a:lnTo>
                    <a:pt x="522740" y="242675"/>
                  </a:lnTo>
                  <a:lnTo>
                    <a:pt x="522791" y="242934"/>
                  </a:lnTo>
                  <a:lnTo>
                    <a:pt x="523335" y="243220"/>
                  </a:lnTo>
                  <a:lnTo>
                    <a:pt x="523406" y="243351"/>
                  </a:lnTo>
                  <a:lnTo>
                    <a:pt x="523522" y="243623"/>
                  </a:lnTo>
                  <a:lnTo>
                    <a:pt x="523240" y="244553"/>
                  </a:lnTo>
                  <a:lnTo>
                    <a:pt x="523062" y="244812"/>
                  </a:lnTo>
                  <a:lnTo>
                    <a:pt x="522955" y="245100"/>
                  </a:lnTo>
                  <a:lnTo>
                    <a:pt x="522865" y="245424"/>
                  </a:lnTo>
                  <a:lnTo>
                    <a:pt x="522640" y="245888"/>
                  </a:lnTo>
                  <a:lnTo>
                    <a:pt x="522627" y="246157"/>
                  </a:lnTo>
                  <a:lnTo>
                    <a:pt x="522866" y="246629"/>
                  </a:lnTo>
                  <a:lnTo>
                    <a:pt x="523490" y="246721"/>
                  </a:lnTo>
                  <a:lnTo>
                    <a:pt x="524369" y="246763"/>
                  </a:lnTo>
                  <a:lnTo>
                    <a:pt x="523648" y="247629"/>
                  </a:lnTo>
                  <a:lnTo>
                    <a:pt x="523364" y="247782"/>
                  </a:lnTo>
                  <a:lnTo>
                    <a:pt x="523040" y="247942"/>
                  </a:lnTo>
                  <a:lnTo>
                    <a:pt x="522037" y="248370"/>
                  </a:lnTo>
                  <a:lnTo>
                    <a:pt x="521884" y="248536"/>
                  </a:lnTo>
                  <a:lnTo>
                    <a:pt x="521491" y="248874"/>
                  </a:lnTo>
                  <a:lnTo>
                    <a:pt x="521361" y="248931"/>
                  </a:lnTo>
                  <a:lnTo>
                    <a:pt x="521219" y="249004"/>
                  </a:lnTo>
                  <a:lnTo>
                    <a:pt x="520786" y="249300"/>
                  </a:lnTo>
                  <a:lnTo>
                    <a:pt x="520696" y="250087"/>
                  </a:lnTo>
                  <a:lnTo>
                    <a:pt x="520855" y="250158"/>
                  </a:lnTo>
                  <a:lnTo>
                    <a:pt x="521065" y="250262"/>
                  </a:lnTo>
                  <a:lnTo>
                    <a:pt x="521484" y="250583"/>
                  </a:lnTo>
                  <a:lnTo>
                    <a:pt x="521708" y="250892"/>
                  </a:lnTo>
                  <a:lnTo>
                    <a:pt x="521825" y="251152"/>
                  </a:lnTo>
                  <a:lnTo>
                    <a:pt x="521904" y="251333"/>
                  </a:lnTo>
                  <a:lnTo>
                    <a:pt x="521947" y="251534"/>
                  </a:lnTo>
                  <a:lnTo>
                    <a:pt x="521996" y="251698"/>
                  </a:lnTo>
                  <a:lnTo>
                    <a:pt x="522152" y="252065"/>
                  </a:lnTo>
                  <a:lnTo>
                    <a:pt x="522842" y="252874"/>
                  </a:lnTo>
                  <a:lnTo>
                    <a:pt x="523016" y="253104"/>
                  </a:lnTo>
                  <a:lnTo>
                    <a:pt x="523158" y="253476"/>
                  </a:lnTo>
                  <a:lnTo>
                    <a:pt x="523192" y="253612"/>
                  </a:lnTo>
                  <a:lnTo>
                    <a:pt x="523556" y="254666"/>
                  </a:lnTo>
                  <a:lnTo>
                    <a:pt x="523683" y="254734"/>
                  </a:lnTo>
                  <a:lnTo>
                    <a:pt x="524667" y="255429"/>
                  </a:lnTo>
                  <a:lnTo>
                    <a:pt x="525523" y="255598"/>
                  </a:lnTo>
                  <a:lnTo>
                    <a:pt x="525785" y="255517"/>
                  </a:lnTo>
                  <a:lnTo>
                    <a:pt x="526121" y="255452"/>
                  </a:lnTo>
                  <a:lnTo>
                    <a:pt x="527202" y="256278"/>
                  </a:lnTo>
                  <a:lnTo>
                    <a:pt x="527291" y="257443"/>
                  </a:lnTo>
                  <a:lnTo>
                    <a:pt x="527266" y="257865"/>
                  </a:lnTo>
                  <a:lnTo>
                    <a:pt x="527199" y="258331"/>
                  </a:lnTo>
                  <a:lnTo>
                    <a:pt x="526860" y="258895"/>
                  </a:lnTo>
                  <a:lnTo>
                    <a:pt x="526811" y="259359"/>
                  </a:lnTo>
                  <a:lnTo>
                    <a:pt x="527031" y="259814"/>
                  </a:lnTo>
                  <a:lnTo>
                    <a:pt x="526942" y="260347"/>
                  </a:lnTo>
                  <a:lnTo>
                    <a:pt x="526896" y="260538"/>
                  </a:lnTo>
                  <a:lnTo>
                    <a:pt x="526620" y="261038"/>
                  </a:lnTo>
                  <a:lnTo>
                    <a:pt x="526490" y="261083"/>
                  </a:lnTo>
                  <a:lnTo>
                    <a:pt x="526257" y="261145"/>
                  </a:lnTo>
                  <a:lnTo>
                    <a:pt x="526047" y="261503"/>
                  </a:lnTo>
                  <a:lnTo>
                    <a:pt x="526139" y="261644"/>
                  </a:lnTo>
                  <a:lnTo>
                    <a:pt x="526491" y="262008"/>
                  </a:lnTo>
                  <a:lnTo>
                    <a:pt x="526505" y="262277"/>
                  </a:lnTo>
                  <a:lnTo>
                    <a:pt x="526501" y="262652"/>
                  </a:lnTo>
                  <a:lnTo>
                    <a:pt x="526243" y="263365"/>
                  </a:lnTo>
                  <a:lnTo>
                    <a:pt x="526164" y="264163"/>
                  </a:lnTo>
                  <a:lnTo>
                    <a:pt x="526190" y="264402"/>
                  </a:lnTo>
                  <a:lnTo>
                    <a:pt x="525859" y="264915"/>
                  </a:lnTo>
                  <a:lnTo>
                    <a:pt x="525744" y="265368"/>
                  </a:lnTo>
                  <a:lnTo>
                    <a:pt x="525782" y="265778"/>
                  </a:lnTo>
                  <a:lnTo>
                    <a:pt x="526016" y="266214"/>
                  </a:lnTo>
                  <a:lnTo>
                    <a:pt x="526133" y="266470"/>
                  </a:lnTo>
                  <a:lnTo>
                    <a:pt x="526374" y="266621"/>
                  </a:lnTo>
                  <a:lnTo>
                    <a:pt x="526540" y="266701"/>
                  </a:lnTo>
                  <a:lnTo>
                    <a:pt x="526702" y="266750"/>
                  </a:lnTo>
                  <a:lnTo>
                    <a:pt x="526873" y="266935"/>
                  </a:lnTo>
                  <a:lnTo>
                    <a:pt x="526662" y="267683"/>
                  </a:lnTo>
                  <a:lnTo>
                    <a:pt x="527296" y="267624"/>
                  </a:lnTo>
                  <a:lnTo>
                    <a:pt x="527981" y="267663"/>
                  </a:lnTo>
                  <a:lnTo>
                    <a:pt x="528781" y="267842"/>
                  </a:lnTo>
                  <a:lnTo>
                    <a:pt x="528648" y="268167"/>
                  </a:lnTo>
                  <a:lnTo>
                    <a:pt x="528652" y="268349"/>
                  </a:lnTo>
                  <a:lnTo>
                    <a:pt x="529297" y="268316"/>
                  </a:lnTo>
                  <a:lnTo>
                    <a:pt x="529810" y="268109"/>
                  </a:lnTo>
                  <a:lnTo>
                    <a:pt x="530261" y="268051"/>
                  </a:lnTo>
                  <a:lnTo>
                    <a:pt x="530551" y="267986"/>
                  </a:lnTo>
                  <a:lnTo>
                    <a:pt x="530787" y="267996"/>
                  </a:lnTo>
                  <a:lnTo>
                    <a:pt x="530961" y="267867"/>
                  </a:lnTo>
                  <a:lnTo>
                    <a:pt x="531044" y="267585"/>
                  </a:lnTo>
                  <a:lnTo>
                    <a:pt x="531898" y="267281"/>
                  </a:lnTo>
                  <a:lnTo>
                    <a:pt x="532260" y="267060"/>
                  </a:lnTo>
                  <a:lnTo>
                    <a:pt x="532401" y="266862"/>
                  </a:lnTo>
                  <a:lnTo>
                    <a:pt x="532630" y="266326"/>
                  </a:lnTo>
                  <a:lnTo>
                    <a:pt x="533190" y="266554"/>
                  </a:lnTo>
                  <a:lnTo>
                    <a:pt x="533471" y="266710"/>
                  </a:lnTo>
                  <a:lnTo>
                    <a:pt x="533969" y="267002"/>
                  </a:lnTo>
                  <a:lnTo>
                    <a:pt x="534533" y="267212"/>
                  </a:lnTo>
                  <a:lnTo>
                    <a:pt x="535208" y="266610"/>
                  </a:lnTo>
                  <a:lnTo>
                    <a:pt x="535948" y="266453"/>
                  </a:lnTo>
                  <a:lnTo>
                    <a:pt x="536444" y="266173"/>
                  </a:lnTo>
                  <a:lnTo>
                    <a:pt x="536718" y="266277"/>
                  </a:lnTo>
                  <a:lnTo>
                    <a:pt x="537315" y="266554"/>
                  </a:lnTo>
                  <a:lnTo>
                    <a:pt x="537936" y="267172"/>
                  </a:lnTo>
                  <a:lnTo>
                    <a:pt x="538088" y="267182"/>
                  </a:lnTo>
                  <a:lnTo>
                    <a:pt x="537814" y="267612"/>
                  </a:lnTo>
                  <a:lnTo>
                    <a:pt x="537930" y="267961"/>
                  </a:lnTo>
                  <a:lnTo>
                    <a:pt x="537588" y="268849"/>
                  </a:lnTo>
                  <a:lnTo>
                    <a:pt x="537887" y="268998"/>
                  </a:lnTo>
                  <a:lnTo>
                    <a:pt x="538037" y="268990"/>
                  </a:lnTo>
                  <a:lnTo>
                    <a:pt x="538259" y="269014"/>
                  </a:lnTo>
                  <a:lnTo>
                    <a:pt x="538991" y="269316"/>
                  </a:lnTo>
                  <a:lnTo>
                    <a:pt x="539186" y="269976"/>
                  </a:lnTo>
                  <a:lnTo>
                    <a:pt x="539286" y="270232"/>
                  </a:lnTo>
                  <a:lnTo>
                    <a:pt x="539425" y="270506"/>
                  </a:lnTo>
                  <a:lnTo>
                    <a:pt x="539460" y="270704"/>
                  </a:lnTo>
                  <a:lnTo>
                    <a:pt x="539450" y="271375"/>
                  </a:lnTo>
                  <a:lnTo>
                    <a:pt x="539888" y="271677"/>
                  </a:lnTo>
                  <a:lnTo>
                    <a:pt x="540322" y="271876"/>
                  </a:lnTo>
                  <a:lnTo>
                    <a:pt x="539894" y="272244"/>
                  </a:lnTo>
                  <a:lnTo>
                    <a:pt x="538880" y="272525"/>
                  </a:lnTo>
                  <a:lnTo>
                    <a:pt x="538280" y="272924"/>
                  </a:lnTo>
                  <a:lnTo>
                    <a:pt x="538455" y="273402"/>
                  </a:lnTo>
                  <a:lnTo>
                    <a:pt x="538059" y="273955"/>
                  </a:lnTo>
                  <a:lnTo>
                    <a:pt x="537850" y="274088"/>
                  </a:lnTo>
                  <a:lnTo>
                    <a:pt x="537412" y="274632"/>
                  </a:lnTo>
                  <a:lnTo>
                    <a:pt x="537434" y="275373"/>
                  </a:lnTo>
                  <a:lnTo>
                    <a:pt x="536693" y="275738"/>
                  </a:lnTo>
                  <a:lnTo>
                    <a:pt x="536266" y="275611"/>
                  </a:lnTo>
                  <a:lnTo>
                    <a:pt x="535479" y="275617"/>
                  </a:lnTo>
                  <a:lnTo>
                    <a:pt x="535378" y="275971"/>
                  </a:lnTo>
                  <a:lnTo>
                    <a:pt x="534984" y="275999"/>
                  </a:lnTo>
                  <a:lnTo>
                    <a:pt x="534602" y="276059"/>
                  </a:lnTo>
                  <a:lnTo>
                    <a:pt x="534523" y="276285"/>
                  </a:lnTo>
                  <a:lnTo>
                    <a:pt x="534258" y="276283"/>
                  </a:lnTo>
                  <a:lnTo>
                    <a:pt x="533640" y="276823"/>
                  </a:lnTo>
                  <a:lnTo>
                    <a:pt x="533675" y="277040"/>
                  </a:lnTo>
                  <a:lnTo>
                    <a:pt x="533725" y="277493"/>
                  </a:lnTo>
                  <a:lnTo>
                    <a:pt x="533527" y="277645"/>
                  </a:lnTo>
                  <a:lnTo>
                    <a:pt x="533849" y="278346"/>
                  </a:lnTo>
                  <a:lnTo>
                    <a:pt x="534017" y="278720"/>
                  </a:lnTo>
                  <a:lnTo>
                    <a:pt x="534050" y="279146"/>
                  </a:lnTo>
                  <a:lnTo>
                    <a:pt x="533847" y="279773"/>
                  </a:lnTo>
                  <a:lnTo>
                    <a:pt x="534176" y="280511"/>
                  </a:lnTo>
                  <a:lnTo>
                    <a:pt x="534196" y="280846"/>
                  </a:lnTo>
                  <a:lnTo>
                    <a:pt x="534464" y="281157"/>
                  </a:lnTo>
                  <a:lnTo>
                    <a:pt x="534778" y="281230"/>
                  </a:lnTo>
                  <a:lnTo>
                    <a:pt x="534932" y="281322"/>
                  </a:lnTo>
                  <a:lnTo>
                    <a:pt x="535281" y="281324"/>
                  </a:lnTo>
                  <a:lnTo>
                    <a:pt x="535613" y="281389"/>
                  </a:lnTo>
                  <a:lnTo>
                    <a:pt x="535958" y="281311"/>
                  </a:lnTo>
                  <a:lnTo>
                    <a:pt x="536498" y="281766"/>
                  </a:lnTo>
                  <a:lnTo>
                    <a:pt x="536985" y="282028"/>
                  </a:lnTo>
                  <a:lnTo>
                    <a:pt x="536886" y="282296"/>
                  </a:lnTo>
                  <a:lnTo>
                    <a:pt x="536445" y="283441"/>
                  </a:lnTo>
                  <a:lnTo>
                    <a:pt x="536279" y="283517"/>
                  </a:lnTo>
                  <a:lnTo>
                    <a:pt x="535984" y="283754"/>
                  </a:lnTo>
                  <a:lnTo>
                    <a:pt x="536002" y="284803"/>
                  </a:lnTo>
                  <a:lnTo>
                    <a:pt x="536763" y="285333"/>
                  </a:lnTo>
                  <a:lnTo>
                    <a:pt x="536913" y="285502"/>
                  </a:lnTo>
                  <a:lnTo>
                    <a:pt x="537239" y="285786"/>
                  </a:lnTo>
                  <a:lnTo>
                    <a:pt x="537785" y="286234"/>
                  </a:lnTo>
                  <a:lnTo>
                    <a:pt x="537567" y="286626"/>
                  </a:lnTo>
                  <a:lnTo>
                    <a:pt x="537989" y="287719"/>
                  </a:lnTo>
                  <a:lnTo>
                    <a:pt x="537953" y="288020"/>
                  </a:lnTo>
                  <a:lnTo>
                    <a:pt x="537857" y="288147"/>
                  </a:lnTo>
                  <a:lnTo>
                    <a:pt x="537754" y="288290"/>
                  </a:lnTo>
                  <a:lnTo>
                    <a:pt x="537624" y="288701"/>
                  </a:lnTo>
                  <a:lnTo>
                    <a:pt x="537690" y="289036"/>
                  </a:lnTo>
                  <a:lnTo>
                    <a:pt x="537897" y="289490"/>
                  </a:lnTo>
                  <a:lnTo>
                    <a:pt x="537544" y="290288"/>
                  </a:lnTo>
                  <a:lnTo>
                    <a:pt x="537812" y="290495"/>
                  </a:lnTo>
                  <a:lnTo>
                    <a:pt x="537961" y="291026"/>
                  </a:lnTo>
                  <a:lnTo>
                    <a:pt x="538112" y="291168"/>
                  </a:lnTo>
                  <a:lnTo>
                    <a:pt x="537996" y="291695"/>
                  </a:lnTo>
                  <a:lnTo>
                    <a:pt x="538016" y="292275"/>
                  </a:lnTo>
                  <a:lnTo>
                    <a:pt x="538042" y="292539"/>
                  </a:lnTo>
                  <a:lnTo>
                    <a:pt x="538127" y="292779"/>
                  </a:lnTo>
                  <a:lnTo>
                    <a:pt x="538039" y="293004"/>
                  </a:lnTo>
                  <a:lnTo>
                    <a:pt x="537900" y="293212"/>
                  </a:lnTo>
                  <a:lnTo>
                    <a:pt x="537538" y="293483"/>
                  </a:lnTo>
                  <a:lnTo>
                    <a:pt x="537461" y="293700"/>
                  </a:lnTo>
                  <a:lnTo>
                    <a:pt x="537429" y="293994"/>
                  </a:lnTo>
                  <a:lnTo>
                    <a:pt x="537240" y="294216"/>
                  </a:lnTo>
                  <a:lnTo>
                    <a:pt x="537262" y="294735"/>
                  </a:lnTo>
                  <a:lnTo>
                    <a:pt x="538048" y="294970"/>
                  </a:lnTo>
                  <a:lnTo>
                    <a:pt x="538237" y="295044"/>
                  </a:lnTo>
                  <a:lnTo>
                    <a:pt x="538075" y="295968"/>
                  </a:lnTo>
                  <a:lnTo>
                    <a:pt x="538254" y="296177"/>
                  </a:lnTo>
                  <a:lnTo>
                    <a:pt x="538602" y="296422"/>
                  </a:lnTo>
                  <a:lnTo>
                    <a:pt x="539032" y="296542"/>
                  </a:lnTo>
                  <a:lnTo>
                    <a:pt x="539262" y="296485"/>
                  </a:lnTo>
                  <a:lnTo>
                    <a:pt x="539999" y="296551"/>
                  </a:lnTo>
                  <a:lnTo>
                    <a:pt x="540140" y="297247"/>
                  </a:lnTo>
                  <a:lnTo>
                    <a:pt x="540272" y="297252"/>
                  </a:lnTo>
                  <a:lnTo>
                    <a:pt x="540464" y="297298"/>
                  </a:lnTo>
                  <a:lnTo>
                    <a:pt x="540477" y="297688"/>
                  </a:lnTo>
                  <a:lnTo>
                    <a:pt x="540409" y="297932"/>
                  </a:lnTo>
                  <a:lnTo>
                    <a:pt x="539805" y="298593"/>
                  </a:lnTo>
                  <a:lnTo>
                    <a:pt x="538929" y="299379"/>
                  </a:lnTo>
                  <a:lnTo>
                    <a:pt x="538718" y="299547"/>
                  </a:lnTo>
                  <a:lnTo>
                    <a:pt x="538242" y="299956"/>
                  </a:lnTo>
                  <a:lnTo>
                    <a:pt x="538327" y="300287"/>
                  </a:lnTo>
                  <a:lnTo>
                    <a:pt x="538668" y="301085"/>
                  </a:lnTo>
                  <a:lnTo>
                    <a:pt x="538661" y="302132"/>
                  </a:lnTo>
                  <a:lnTo>
                    <a:pt x="538580" y="302544"/>
                  </a:lnTo>
                  <a:lnTo>
                    <a:pt x="538479" y="303013"/>
                  </a:lnTo>
                  <a:lnTo>
                    <a:pt x="538359" y="303199"/>
                  </a:lnTo>
                  <a:lnTo>
                    <a:pt x="538196" y="303403"/>
                  </a:lnTo>
                  <a:lnTo>
                    <a:pt x="538075" y="303725"/>
                  </a:lnTo>
                  <a:lnTo>
                    <a:pt x="538220" y="304080"/>
                  </a:lnTo>
                  <a:lnTo>
                    <a:pt x="538183" y="304314"/>
                  </a:lnTo>
                  <a:lnTo>
                    <a:pt x="538185" y="304742"/>
                  </a:lnTo>
                  <a:lnTo>
                    <a:pt x="538056" y="304880"/>
                  </a:lnTo>
                  <a:lnTo>
                    <a:pt x="537779" y="305040"/>
                  </a:lnTo>
                  <a:lnTo>
                    <a:pt x="537461" y="305462"/>
                  </a:lnTo>
                  <a:lnTo>
                    <a:pt x="537300" y="305704"/>
                  </a:lnTo>
                  <a:lnTo>
                    <a:pt x="537676" y="305979"/>
                  </a:lnTo>
                  <a:lnTo>
                    <a:pt x="537924" y="306335"/>
                  </a:lnTo>
                  <a:lnTo>
                    <a:pt x="537693" y="306756"/>
                  </a:lnTo>
                  <a:lnTo>
                    <a:pt x="537134" y="307161"/>
                  </a:lnTo>
                  <a:lnTo>
                    <a:pt x="536474" y="307639"/>
                  </a:lnTo>
                  <a:lnTo>
                    <a:pt x="536091" y="307621"/>
                  </a:lnTo>
                  <a:lnTo>
                    <a:pt x="535769" y="307541"/>
                  </a:lnTo>
                  <a:lnTo>
                    <a:pt x="534854" y="308226"/>
                  </a:lnTo>
                  <a:lnTo>
                    <a:pt x="534979" y="308691"/>
                  </a:lnTo>
                  <a:lnTo>
                    <a:pt x="535001" y="308866"/>
                  </a:lnTo>
                  <a:lnTo>
                    <a:pt x="534870" y="309131"/>
                  </a:lnTo>
                  <a:lnTo>
                    <a:pt x="534247" y="308872"/>
                  </a:lnTo>
                  <a:lnTo>
                    <a:pt x="534098" y="308871"/>
                  </a:lnTo>
                  <a:lnTo>
                    <a:pt x="533909" y="308867"/>
                  </a:lnTo>
                  <a:lnTo>
                    <a:pt x="532066" y="308771"/>
                  </a:lnTo>
                  <a:lnTo>
                    <a:pt x="531945" y="309061"/>
                  </a:lnTo>
                  <a:lnTo>
                    <a:pt x="531785" y="309473"/>
                  </a:lnTo>
                  <a:lnTo>
                    <a:pt x="531168" y="310213"/>
                  </a:lnTo>
                  <a:lnTo>
                    <a:pt x="530195" y="310698"/>
                  </a:lnTo>
                  <a:lnTo>
                    <a:pt x="530223" y="310900"/>
                  </a:lnTo>
                  <a:lnTo>
                    <a:pt x="530078" y="311106"/>
                  </a:lnTo>
                  <a:lnTo>
                    <a:pt x="530008" y="311366"/>
                  </a:lnTo>
                  <a:lnTo>
                    <a:pt x="530081" y="311580"/>
                  </a:lnTo>
                  <a:lnTo>
                    <a:pt x="530121" y="312763"/>
                  </a:lnTo>
                  <a:lnTo>
                    <a:pt x="529971" y="312896"/>
                  </a:lnTo>
                  <a:lnTo>
                    <a:pt x="529502" y="312920"/>
                  </a:lnTo>
                  <a:lnTo>
                    <a:pt x="529240" y="313147"/>
                  </a:lnTo>
                  <a:lnTo>
                    <a:pt x="529460" y="313543"/>
                  </a:lnTo>
                  <a:lnTo>
                    <a:pt x="530113" y="314424"/>
                  </a:lnTo>
                  <a:lnTo>
                    <a:pt x="531144" y="315599"/>
                  </a:lnTo>
                  <a:lnTo>
                    <a:pt x="531245" y="315822"/>
                  </a:lnTo>
                  <a:lnTo>
                    <a:pt x="531505" y="316811"/>
                  </a:lnTo>
                  <a:lnTo>
                    <a:pt x="531625" y="316980"/>
                  </a:lnTo>
                  <a:lnTo>
                    <a:pt x="531744" y="317467"/>
                  </a:lnTo>
                  <a:lnTo>
                    <a:pt x="531699" y="317671"/>
                  </a:lnTo>
                  <a:lnTo>
                    <a:pt x="531680" y="317974"/>
                  </a:lnTo>
                  <a:lnTo>
                    <a:pt x="532238" y="317904"/>
                  </a:lnTo>
                  <a:lnTo>
                    <a:pt x="532725" y="318159"/>
                  </a:lnTo>
                  <a:lnTo>
                    <a:pt x="533168" y="318574"/>
                  </a:lnTo>
                  <a:lnTo>
                    <a:pt x="533466" y="319350"/>
                  </a:lnTo>
                  <a:lnTo>
                    <a:pt x="533824" y="319693"/>
                  </a:lnTo>
                  <a:lnTo>
                    <a:pt x="534167" y="320148"/>
                  </a:lnTo>
                  <a:lnTo>
                    <a:pt x="534295" y="320253"/>
                  </a:lnTo>
                  <a:lnTo>
                    <a:pt x="534854" y="320450"/>
                  </a:lnTo>
                  <a:lnTo>
                    <a:pt x="535077" y="320469"/>
                  </a:lnTo>
                  <a:lnTo>
                    <a:pt x="535408" y="320643"/>
                  </a:lnTo>
                  <a:lnTo>
                    <a:pt x="535481" y="321513"/>
                  </a:lnTo>
                  <a:lnTo>
                    <a:pt x="535888" y="321787"/>
                  </a:lnTo>
                  <a:lnTo>
                    <a:pt x="536122" y="321890"/>
                  </a:lnTo>
                  <a:lnTo>
                    <a:pt x="536366" y="322461"/>
                  </a:lnTo>
                  <a:lnTo>
                    <a:pt x="536879" y="323040"/>
                  </a:lnTo>
                  <a:lnTo>
                    <a:pt x="537422" y="322972"/>
                  </a:lnTo>
                  <a:lnTo>
                    <a:pt x="537720" y="323107"/>
                  </a:lnTo>
                  <a:lnTo>
                    <a:pt x="537947" y="323001"/>
                  </a:lnTo>
                  <a:lnTo>
                    <a:pt x="538218" y="322871"/>
                  </a:lnTo>
                  <a:lnTo>
                    <a:pt x="538691" y="322769"/>
                  </a:lnTo>
                  <a:lnTo>
                    <a:pt x="538857" y="322780"/>
                  </a:lnTo>
                  <a:lnTo>
                    <a:pt x="539465" y="323171"/>
                  </a:lnTo>
                  <a:lnTo>
                    <a:pt x="539958" y="323869"/>
                  </a:lnTo>
                  <a:lnTo>
                    <a:pt x="540456" y="324591"/>
                  </a:lnTo>
                  <a:lnTo>
                    <a:pt x="541582" y="325260"/>
                  </a:lnTo>
                  <a:lnTo>
                    <a:pt x="541710" y="325640"/>
                  </a:lnTo>
                  <a:lnTo>
                    <a:pt x="541884" y="326065"/>
                  </a:lnTo>
                  <a:lnTo>
                    <a:pt x="542395" y="325983"/>
                  </a:lnTo>
                  <a:lnTo>
                    <a:pt x="543300" y="326062"/>
                  </a:lnTo>
                  <a:lnTo>
                    <a:pt x="543415" y="326658"/>
                  </a:lnTo>
                  <a:lnTo>
                    <a:pt x="542909" y="327512"/>
                  </a:lnTo>
                  <a:lnTo>
                    <a:pt x="542831" y="327708"/>
                  </a:lnTo>
                  <a:lnTo>
                    <a:pt x="542752" y="327878"/>
                  </a:lnTo>
                  <a:lnTo>
                    <a:pt x="542509" y="328259"/>
                  </a:lnTo>
                  <a:lnTo>
                    <a:pt x="542234" y="328459"/>
                  </a:lnTo>
                  <a:lnTo>
                    <a:pt x="541892" y="328717"/>
                  </a:lnTo>
                  <a:lnTo>
                    <a:pt x="541950" y="328855"/>
                  </a:lnTo>
                  <a:lnTo>
                    <a:pt x="542046" y="329066"/>
                  </a:lnTo>
                  <a:lnTo>
                    <a:pt x="542123" y="329446"/>
                  </a:lnTo>
                  <a:lnTo>
                    <a:pt x="542116" y="329734"/>
                  </a:lnTo>
                  <a:lnTo>
                    <a:pt x="542272" y="329732"/>
                  </a:lnTo>
                  <a:lnTo>
                    <a:pt x="542495" y="329705"/>
                  </a:lnTo>
                  <a:lnTo>
                    <a:pt x="542663" y="329640"/>
                  </a:lnTo>
                  <a:lnTo>
                    <a:pt x="543206" y="329587"/>
                  </a:lnTo>
                  <a:lnTo>
                    <a:pt x="543835" y="329725"/>
                  </a:lnTo>
                  <a:lnTo>
                    <a:pt x="544126" y="329882"/>
                  </a:lnTo>
                  <a:lnTo>
                    <a:pt x="544616" y="330085"/>
                  </a:lnTo>
                  <a:lnTo>
                    <a:pt x="545563" y="330384"/>
                  </a:lnTo>
                  <a:lnTo>
                    <a:pt x="545656" y="331050"/>
                  </a:lnTo>
                  <a:lnTo>
                    <a:pt x="545853" y="331551"/>
                  </a:lnTo>
                  <a:lnTo>
                    <a:pt x="545870" y="331724"/>
                  </a:lnTo>
                  <a:lnTo>
                    <a:pt x="546143" y="331911"/>
                  </a:lnTo>
                  <a:lnTo>
                    <a:pt x="546696" y="332167"/>
                  </a:lnTo>
                  <a:lnTo>
                    <a:pt x="546437" y="333082"/>
                  </a:lnTo>
                  <a:lnTo>
                    <a:pt x="546251" y="333639"/>
                  </a:lnTo>
                  <a:lnTo>
                    <a:pt x="546600" y="334309"/>
                  </a:lnTo>
                  <a:lnTo>
                    <a:pt x="546039" y="335099"/>
                  </a:lnTo>
                  <a:lnTo>
                    <a:pt x="545891" y="335726"/>
                  </a:lnTo>
                  <a:lnTo>
                    <a:pt x="545948" y="335993"/>
                  </a:lnTo>
                  <a:lnTo>
                    <a:pt x="545808" y="336347"/>
                  </a:lnTo>
                  <a:lnTo>
                    <a:pt x="545822" y="336720"/>
                  </a:lnTo>
                  <a:lnTo>
                    <a:pt x="545927" y="336967"/>
                  </a:lnTo>
                  <a:lnTo>
                    <a:pt x="546049" y="337254"/>
                  </a:lnTo>
                  <a:lnTo>
                    <a:pt x="546026" y="337511"/>
                  </a:lnTo>
                  <a:lnTo>
                    <a:pt x="546002" y="337713"/>
                  </a:lnTo>
                  <a:lnTo>
                    <a:pt x="545959" y="337993"/>
                  </a:lnTo>
                  <a:lnTo>
                    <a:pt x="546152" y="338222"/>
                  </a:lnTo>
                  <a:lnTo>
                    <a:pt x="546423" y="338438"/>
                  </a:lnTo>
                  <a:lnTo>
                    <a:pt x="547513" y="339936"/>
                  </a:lnTo>
                  <a:lnTo>
                    <a:pt x="550673" y="342340"/>
                  </a:lnTo>
                  <a:lnTo>
                    <a:pt x="550687" y="342708"/>
                  </a:lnTo>
                  <a:lnTo>
                    <a:pt x="550857" y="343200"/>
                  </a:lnTo>
                  <a:lnTo>
                    <a:pt x="550725" y="343557"/>
                  </a:lnTo>
                  <a:lnTo>
                    <a:pt x="553424" y="345175"/>
                  </a:lnTo>
                  <a:lnTo>
                    <a:pt x="555129" y="345687"/>
                  </a:lnTo>
                  <a:lnTo>
                    <a:pt x="558226" y="346749"/>
                  </a:lnTo>
                  <a:lnTo>
                    <a:pt x="558554" y="347232"/>
                  </a:lnTo>
                  <a:lnTo>
                    <a:pt x="558959" y="347818"/>
                  </a:lnTo>
                  <a:lnTo>
                    <a:pt x="559142" y="348093"/>
                  </a:lnTo>
                  <a:lnTo>
                    <a:pt x="559376" y="348442"/>
                  </a:lnTo>
                  <a:lnTo>
                    <a:pt x="559605" y="348784"/>
                  </a:lnTo>
                  <a:lnTo>
                    <a:pt x="559744" y="348995"/>
                  </a:lnTo>
                  <a:lnTo>
                    <a:pt x="560021" y="349398"/>
                  </a:lnTo>
                  <a:lnTo>
                    <a:pt x="560131" y="349564"/>
                  </a:lnTo>
                  <a:lnTo>
                    <a:pt x="560256" y="349745"/>
                  </a:lnTo>
                  <a:lnTo>
                    <a:pt x="560346" y="349877"/>
                  </a:lnTo>
                  <a:lnTo>
                    <a:pt x="560695" y="350396"/>
                  </a:lnTo>
                  <a:lnTo>
                    <a:pt x="560982" y="350833"/>
                  </a:lnTo>
                  <a:lnTo>
                    <a:pt x="561101" y="351011"/>
                  </a:lnTo>
                  <a:lnTo>
                    <a:pt x="561208" y="351172"/>
                  </a:lnTo>
                  <a:lnTo>
                    <a:pt x="561415" y="351487"/>
                  </a:lnTo>
                  <a:lnTo>
                    <a:pt x="561807" y="352105"/>
                  </a:lnTo>
                  <a:lnTo>
                    <a:pt x="563870" y="354714"/>
                  </a:lnTo>
                  <a:lnTo>
                    <a:pt x="565937" y="355468"/>
                  </a:lnTo>
                  <a:lnTo>
                    <a:pt x="566234" y="355445"/>
                  </a:lnTo>
                  <a:lnTo>
                    <a:pt x="566533" y="355420"/>
                  </a:lnTo>
                  <a:lnTo>
                    <a:pt x="567415" y="355344"/>
                  </a:lnTo>
                  <a:lnTo>
                    <a:pt x="567699" y="355320"/>
                  </a:lnTo>
                  <a:lnTo>
                    <a:pt x="567921" y="355302"/>
                  </a:lnTo>
                  <a:lnTo>
                    <a:pt x="568260" y="355274"/>
                  </a:lnTo>
                  <a:lnTo>
                    <a:pt x="568672" y="355241"/>
                  </a:lnTo>
                  <a:lnTo>
                    <a:pt x="568878" y="355223"/>
                  </a:lnTo>
                  <a:lnTo>
                    <a:pt x="573260" y="357441"/>
                  </a:lnTo>
                  <a:lnTo>
                    <a:pt x="573539" y="357678"/>
                  </a:lnTo>
                  <a:lnTo>
                    <a:pt x="573846" y="357930"/>
                  </a:lnTo>
                  <a:lnTo>
                    <a:pt x="574134" y="358104"/>
                  </a:lnTo>
                  <a:lnTo>
                    <a:pt x="574454" y="358215"/>
                  </a:lnTo>
                  <a:lnTo>
                    <a:pt x="574773" y="358346"/>
                  </a:lnTo>
                  <a:lnTo>
                    <a:pt x="575205" y="358620"/>
                  </a:lnTo>
                  <a:lnTo>
                    <a:pt x="575594" y="359125"/>
                  </a:lnTo>
                  <a:lnTo>
                    <a:pt x="576145" y="359610"/>
                  </a:lnTo>
                  <a:lnTo>
                    <a:pt x="576264" y="359842"/>
                  </a:lnTo>
                  <a:lnTo>
                    <a:pt x="576423" y="359951"/>
                  </a:lnTo>
                  <a:lnTo>
                    <a:pt x="576842" y="360078"/>
                  </a:lnTo>
                  <a:lnTo>
                    <a:pt x="577541" y="360713"/>
                  </a:lnTo>
                  <a:lnTo>
                    <a:pt x="577814" y="360876"/>
                  </a:lnTo>
                  <a:lnTo>
                    <a:pt x="578574" y="361306"/>
                  </a:lnTo>
                  <a:lnTo>
                    <a:pt x="579154" y="361530"/>
                  </a:lnTo>
                  <a:lnTo>
                    <a:pt x="579487" y="361728"/>
                  </a:lnTo>
                  <a:lnTo>
                    <a:pt x="579607" y="361924"/>
                  </a:lnTo>
                  <a:lnTo>
                    <a:pt x="579842" y="362152"/>
                  </a:lnTo>
                  <a:lnTo>
                    <a:pt x="580078" y="362084"/>
                  </a:lnTo>
                  <a:lnTo>
                    <a:pt x="580558" y="362020"/>
                  </a:lnTo>
                  <a:lnTo>
                    <a:pt x="581011" y="362056"/>
                  </a:lnTo>
                  <a:lnTo>
                    <a:pt x="581391" y="361938"/>
                  </a:lnTo>
                  <a:lnTo>
                    <a:pt x="581691" y="361792"/>
                  </a:lnTo>
                  <a:lnTo>
                    <a:pt x="581962" y="361812"/>
                  </a:lnTo>
                  <a:lnTo>
                    <a:pt x="582712" y="362138"/>
                  </a:lnTo>
                  <a:lnTo>
                    <a:pt x="582873" y="362265"/>
                  </a:lnTo>
                  <a:lnTo>
                    <a:pt x="583132" y="362585"/>
                  </a:lnTo>
                  <a:lnTo>
                    <a:pt x="584078" y="362999"/>
                  </a:lnTo>
                  <a:lnTo>
                    <a:pt x="584192" y="363173"/>
                  </a:lnTo>
                  <a:lnTo>
                    <a:pt x="584388" y="363279"/>
                  </a:lnTo>
                  <a:lnTo>
                    <a:pt x="584657" y="363323"/>
                  </a:lnTo>
                  <a:lnTo>
                    <a:pt x="584940" y="363197"/>
                  </a:lnTo>
                  <a:lnTo>
                    <a:pt x="585392" y="363157"/>
                  </a:lnTo>
                  <a:lnTo>
                    <a:pt x="585829" y="363245"/>
                  </a:lnTo>
                  <a:lnTo>
                    <a:pt x="586640" y="363464"/>
                  </a:lnTo>
                  <a:lnTo>
                    <a:pt x="587765" y="363049"/>
                  </a:lnTo>
                  <a:lnTo>
                    <a:pt x="587921" y="363049"/>
                  </a:lnTo>
                  <a:lnTo>
                    <a:pt x="588426" y="363233"/>
                  </a:lnTo>
                  <a:lnTo>
                    <a:pt x="588468" y="363396"/>
                  </a:lnTo>
                  <a:lnTo>
                    <a:pt x="588522" y="363609"/>
                  </a:lnTo>
                  <a:lnTo>
                    <a:pt x="588711" y="364114"/>
                  </a:lnTo>
                  <a:lnTo>
                    <a:pt x="594132" y="362977"/>
                  </a:lnTo>
                  <a:lnTo>
                    <a:pt x="598735" y="364527"/>
                  </a:lnTo>
                  <a:lnTo>
                    <a:pt x="599144" y="364692"/>
                  </a:lnTo>
                  <a:lnTo>
                    <a:pt x="599640" y="365014"/>
                  </a:lnTo>
                  <a:lnTo>
                    <a:pt x="600872" y="365592"/>
                  </a:lnTo>
                  <a:lnTo>
                    <a:pt x="600861" y="365142"/>
                  </a:lnTo>
                  <a:lnTo>
                    <a:pt x="600911" y="364981"/>
                  </a:lnTo>
                  <a:lnTo>
                    <a:pt x="601521" y="363998"/>
                  </a:lnTo>
                  <a:lnTo>
                    <a:pt x="601585" y="363577"/>
                  </a:lnTo>
                  <a:lnTo>
                    <a:pt x="602503" y="363689"/>
                  </a:lnTo>
                  <a:lnTo>
                    <a:pt x="603283" y="362692"/>
                  </a:lnTo>
                  <a:lnTo>
                    <a:pt x="603642" y="362544"/>
                  </a:lnTo>
                  <a:lnTo>
                    <a:pt x="605407" y="361807"/>
                  </a:lnTo>
                  <a:lnTo>
                    <a:pt x="608564" y="363520"/>
                  </a:lnTo>
                  <a:lnTo>
                    <a:pt x="609068" y="363683"/>
                  </a:lnTo>
                  <a:lnTo>
                    <a:pt x="609245" y="363670"/>
                  </a:lnTo>
                  <a:lnTo>
                    <a:pt x="609548" y="363703"/>
                  </a:lnTo>
                  <a:lnTo>
                    <a:pt x="610043" y="363779"/>
                  </a:lnTo>
                  <a:lnTo>
                    <a:pt x="610399" y="363936"/>
                  </a:lnTo>
                  <a:lnTo>
                    <a:pt x="610930" y="363984"/>
                  </a:lnTo>
                  <a:lnTo>
                    <a:pt x="612163" y="364375"/>
                  </a:lnTo>
                  <a:lnTo>
                    <a:pt x="613011" y="365026"/>
                  </a:lnTo>
                  <a:lnTo>
                    <a:pt x="613186" y="365024"/>
                  </a:lnTo>
                  <a:lnTo>
                    <a:pt x="613523" y="365030"/>
                  </a:lnTo>
                  <a:lnTo>
                    <a:pt x="617872" y="364022"/>
                  </a:lnTo>
                  <a:lnTo>
                    <a:pt x="618508" y="363928"/>
                  </a:lnTo>
                  <a:lnTo>
                    <a:pt x="619315" y="364119"/>
                  </a:lnTo>
                  <a:lnTo>
                    <a:pt x="620250" y="364973"/>
                  </a:lnTo>
                  <a:lnTo>
                    <a:pt x="620149" y="365713"/>
                  </a:lnTo>
                  <a:lnTo>
                    <a:pt x="620634" y="366434"/>
                  </a:lnTo>
                  <a:lnTo>
                    <a:pt x="620630" y="366565"/>
                  </a:lnTo>
                  <a:lnTo>
                    <a:pt x="620757" y="366800"/>
                  </a:lnTo>
                  <a:lnTo>
                    <a:pt x="620946" y="366843"/>
                  </a:lnTo>
                  <a:lnTo>
                    <a:pt x="621273" y="366949"/>
                  </a:lnTo>
                  <a:lnTo>
                    <a:pt x="621572" y="367414"/>
                  </a:lnTo>
                  <a:lnTo>
                    <a:pt x="621715" y="367445"/>
                  </a:lnTo>
                  <a:lnTo>
                    <a:pt x="622103" y="367542"/>
                  </a:lnTo>
                  <a:lnTo>
                    <a:pt x="623212" y="367947"/>
                  </a:lnTo>
                  <a:lnTo>
                    <a:pt x="623663" y="368141"/>
                  </a:lnTo>
                  <a:lnTo>
                    <a:pt x="624477" y="368675"/>
                  </a:lnTo>
                  <a:lnTo>
                    <a:pt x="624847" y="368777"/>
                  </a:lnTo>
                  <a:lnTo>
                    <a:pt x="625126" y="368829"/>
                  </a:lnTo>
                  <a:lnTo>
                    <a:pt x="625407" y="368887"/>
                  </a:lnTo>
                  <a:lnTo>
                    <a:pt x="625454" y="369200"/>
                  </a:lnTo>
                  <a:lnTo>
                    <a:pt x="625440" y="369336"/>
                  </a:lnTo>
                  <a:lnTo>
                    <a:pt x="625532" y="369505"/>
                  </a:lnTo>
                  <a:lnTo>
                    <a:pt x="625863" y="369694"/>
                  </a:lnTo>
                  <a:lnTo>
                    <a:pt x="626146" y="369920"/>
                  </a:lnTo>
                  <a:lnTo>
                    <a:pt x="626499" y="370068"/>
                  </a:lnTo>
                  <a:lnTo>
                    <a:pt x="627180" y="370175"/>
                  </a:lnTo>
                  <a:lnTo>
                    <a:pt x="627440" y="370216"/>
                  </a:lnTo>
                  <a:lnTo>
                    <a:pt x="627695" y="370441"/>
                  </a:lnTo>
                  <a:lnTo>
                    <a:pt x="627840" y="370459"/>
                  </a:lnTo>
                  <a:lnTo>
                    <a:pt x="628077" y="370464"/>
                  </a:lnTo>
                  <a:lnTo>
                    <a:pt x="628224" y="370539"/>
                  </a:lnTo>
                  <a:lnTo>
                    <a:pt x="628577" y="371058"/>
                  </a:lnTo>
                  <a:lnTo>
                    <a:pt x="629907" y="371599"/>
                  </a:lnTo>
                  <a:lnTo>
                    <a:pt x="630194" y="371723"/>
                  </a:lnTo>
                  <a:lnTo>
                    <a:pt x="630466" y="371928"/>
                  </a:lnTo>
                  <a:lnTo>
                    <a:pt x="630652" y="372116"/>
                  </a:lnTo>
                  <a:lnTo>
                    <a:pt x="630978" y="372411"/>
                  </a:lnTo>
                  <a:lnTo>
                    <a:pt x="631834" y="372227"/>
                  </a:lnTo>
                  <a:lnTo>
                    <a:pt x="632574" y="372003"/>
                  </a:lnTo>
                  <a:lnTo>
                    <a:pt x="633655" y="372404"/>
                  </a:lnTo>
                  <a:lnTo>
                    <a:pt x="633722" y="372607"/>
                  </a:lnTo>
                  <a:lnTo>
                    <a:pt x="633946" y="372869"/>
                  </a:lnTo>
                  <a:lnTo>
                    <a:pt x="633976" y="373009"/>
                  </a:lnTo>
                  <a:lnTo>
                    <a:pt x="634068" y="373386"/>
                  </a:lnTo>
                  <a:lnTo>
                    <a:pt x="634315" y="373751"/>
                  </a:lnTo>
                  <a:lnTo>
                    <a:pt x="634603" y="373934"/>
                  </a:lnTo>
                  <a:lnTo>
                    <a:pt x="634684" y="374703"/>
                  </a:lnTo>
                  <a:lnTo>
                    <a:pt x="635172" y="374585"/>
                  </a:lnTo>
                  <a:lnTo>
                    <a:pt x="635652" y="374534"/>
                  </a:lnTo>
                  <a:lnTo>
                    <a:pt x="636299" y="374492"/>
                  </a:lnTo>
                  <a:lnTo>
                    <a:pt x="636427" y="374709"/>
                  </a:lnTo>
                  <a:lnTo>
                    <a:pt x="636550" y="375853"/>
                  </a:lnTo>
                  <a:lnTo>
                    <a:pt x="636644" y="376038"/>
                  </a:lnTo>
                  <a:lnTo>
                    <a:pt x="637294" y="376242"/>
                  </a:lnTo>
                  <a:lnTo>
                    <a:pt x="637712" y="376599"/>
                  </a:lnTo>
                  <a:lnTo>
                    <a:pt x="638217" y="377531"/>
                  </a:lnTo>
                  <a:lnTo>
                    <a:pt x="638275" y="377834"/>
                  </a:lnTo>
                  <a:lnTo>
                    <a:pt x="638911" y="378705"/>
                  </a:lnTo>
                  <a:lnTo>
                    <a:pt x="639509" y="379110"/>
                  </a:lnTo>
                  <a:lnTo>
                    <a:pt x="640250" y="378998"/>
                  </a:lnTo>
                  <a:lnTo>
                    <a:pt x="640377" y="378830"/>
                  </a:lnTo>
                  <a:lnTo>
                    <a:pt x="640599" y="378890"/>
                  </a:lnTo>
                  <a:lnTo>
                    <a:pt x="640997" y="378683"/>
                  </a:lnTo>
                  <a:lnTo>
                    <a:pt x="641077" y="378468"/>
                  </a:lnTo>
                  <a:lnTo>
                    <a:pt x="641256" y="378298"/>
                  </a:lnTo>
                  <a:lnTo>
                    <a:pt x="642033" y="378622"/>
                  </a:lnTo>
                  <a:lnTo>
                    <a:pt x="642423" y="378604"/>
                  </a:lnTo>
                  <a:lnTo>
                    <a:pt x="642684" y="378542"/>
                  </a:lnTo>
                  <a:lnTo>
                    <a:pt x="642459" y="377733"/>
                  </a:lnTo>
                  <a:lnTo>
                    <a:pt x="642578" y="377460"/>
                  </a:lnTo>
                  <a:lnTo>
                    <a:pt x="642756" y="377273"/>
                  </a:lnTo>
                  <a:lnTo>
                    <a:pt x="643187" y="376932"/>
                  </a:lnTo>
                  <a:lnTo>
                    <a:pt x="643873" y="377099"/>
                  </a:lnTo>
                  <a:lnTo>
                    <a:pt x="644067" y="377028"/>
                  </a:lnTo>
                  <a:lnTo>
                    <a:pt x="644384" y="376938"/>
                  </a:lnTo>
                  <a:lnTo>
                    <a:pt x="644783" y="377026"/>
                  </a:lnTo>
                  <a:lnTo>
                    <a:pt x="645059" y="377062"/>
                  </a:lnTo>
                  <a:lnTo>
                    <a:pt x="645449" y="377097"/>
                  </a:lnTo>
                  <a:lnTo>
                    <a:pt x="645772" y="377089"/>
                  </a:lnTo>
                  <a:lnTo>
                    <a:pt x="646156" y="377011"/>
                  </a:lnTo>
                  <a:lnTo>
                    <a:pt x="646752" y="376443"/>
                  </a:lnTo>
                  <a:lnTo>
                    <a:pt x="646875" y="376085"/>
                  </a:lnTo>
                  <a:lnTo>
                    <a:pt x="647024" y="376053"/>
                  </a:lnTo>
                  <a:lnTo>
                    <a:pt x="647266" y="376005"/>
                  </a:lnTo>
                  <a:lnTo>
                    <a:pt x="647477" y="375866"/>
                  </a:lnTo>
                  <a:lnTo>
                    <a:pt x="647828" y="375674"/>
                  </a:lnTo>
                  <a:lnTo>
                    <a:pt x="648419" y="376162"/>
                  </a:lnTo>
                  <a:lnTo>
                    <a:pt x="648727" y="376361"/>
                  </a:lnTo>
                  <a:lnTo>
                    <a:pt x="648903" y="376345"/>
                  </a:lnTo>
                  <a:lnTo>
                    <a:pt x="649187" y="376346"/>
                  </a:lnTo>
                  <a:lnTo>
                    <a:pt x="649568" y="376507"/>
                  </a:lnTo>
                  <a:lnTo>
                    <a:pt x="649763" y="376535"/>
                  </a:lnTo>
                  <a:lnTo>
                    <a:pt x="650224" y="376592"/>
                  </a:lnTo>
                  <a:lnTo>
                    <a:pt x="651318" y="377364"/>
                  </a:lnTo>
                  <a:lnTo>
                    <a:pt x="651647" y="377651"/>
                  </a:lnTo>
                  <a:lnTo>
                    <a:pt x="651948" y="377919"/>
                  </a:lnTo>
                  <a:lnTo>
                    <a:pt x="652179" y="377983"/>
                  </a:lnTo>
                  <a:lnTo>
                    <a:pt x="652200" y="378209"/>
                  </a:lnTo>
                  <a:lnTo>
                    <a:pt x="652129" y="378397"/>
                  </a:lnTo>
                  <a:lnTo>
                    <a:pt x="652077" y="378562"/>
                  </a:lnTo>
                  <a:lnTo>
                    <a:pt x="651753" y="379106"/>
                  </a:lnTo>
                  <a:lnTo>
                    <a:pt x="651407" y="379328"/>
                  </a:lnTo>
                  <a:lnTo>
                    <a:pt x="650804" y="379903"/>
                  </a:lnTo>
                  <a:lnTo>
                    <a:pt x="650501" y="380086"/>
                  </a:lnTo>
                  <a:lnTo>
                    <a:pt x="651065" y="380566"/>
                  </a:lnTo>
                  <a:lnTo>
                    <a:pt x="651344" y="381029"/>
                  </a:lnTo>
                  <a:lnTo>
                    <a:pt x="651081" y="381683"/>
                  </a:lnTo>
                  <a:lnTo>
                    <a:pt x="651073" y="381877"/>
                  </a:lnTo>
                  <a:lnTo>
                    <a:pt x="650963" y="382295"/>
                  </a:lnTo>
                  <a:lnTo>
                    <a:pt x="650828" y="382818"/>
                  </a:lnTo>
                  <a:lnTo>
                    <a:pt x="651037" y="382940"/>
                  </a:lnTo>
                  <a:lnTo>
                    <a:pt x="651227" y="382986"/>
                  </a:lnTo>
                  <a:lnTo>
                    <a:pt x="651357" y="383233"/>
                  </a:lnTo>
                  <a:lnTo>
                    <a:pt x="651743" y="383766"/>
                  </a:lnTo>
                  <a:lnTo>
                    <a:pt x="652046" y="383699"/>
                  </a:lnTo>
                  <a:lnTo>
                    <a:pt x="652431" y="383674"/>
                  </a:lnTo>
                  <a:lnTo>
                    <a:pt x="652701" y="383955"/>
                  </a:lnTo>
                  <a:lnTo>
                    <a:pt x="652959" y="384080"/>
                  </a:lnTo>
                  <a:lnTo>
                    <a:pt x="653386" y="384393"/>
                  </a:lnTo>
                  <a:lnTo>
                    <a:pt x="653689" y="384369"/>
                  </a:lnTo>
                  <a:lnTo>
                    <a:pt x="654330" y="384037"/>
                  </a:lnTo>
                  <a:lnTo>
                    <a:pt x="654842" y="383942"/>
                  </a:lnTo>
                  <a:lnTo>
                    <a:pt x="655076" y="383744"/>
                  </a:lnTo>
                  <a:lnTo>
                    <a:pt x="655596" y="382841"/>
                  </a:lnTo>
                  <a:lnTo>
                    <a:pt x="655979" y="382797"/>
                  </a:lnTo>
                  <a:lnTo>
                    <a:pt x="656685" y="382904"/>
                  </a:lnTo>
                  <a:lnTo>
                    <a:pt x="657040" y="383345"/>
                  </a:lnTo>
                  <a:lnTo>
                    <a:pt x="657428" y="383492"/>
                  </a:lnTo>
                  <a:lnTo>
                    <a:pt x="658105" y="383324"/>
                  </a:lnTo>
                  <a:lnTo>
                    <a:pt x="658228" y="382956"/>
                  </a:lnTo>
                  <a:lnTo>
                    <a:pt x="658119" y="382608"/>
                  </a:lnTo>
                  <a:lnTo>
                    <a:pt x="658152" y="382220"/>
                  </a:lnTo>
                  <a:lnTo>
                    <a:pt x="658839" y="382398"/>
                  </a:lnTo>
                  <a:lnTo>
                    <a:pt x="659385" y="382682"/>
                  </a:lnTo>
                  <a:lnTo>
                    <a:pt x="659696" y="382783"/>
                  </a:lnTo>
                  <a:lnTo>
                    <a:pt x="660084" y="382880"/>
                  </a:lnTo>
                  <a:lnTo>
                    <a:pt x="660550" y="383031"/>
                  </a:lnTo>
                  <a:lnTo>
                    <a:pt x="661026" y="382776"/>
                  </a:lnTo>
                  <a:lnTo>
                    <a:pt x="661336" y="382580"/>
                  </a:lnTo>
                  <a:lnTo>
                    <a:pt x="661856" y="382295"/>
                  </a:lnTo>
                  <a:lnTo>
                    <a:pt x="662216" y="382272"/>
                  </a:lnTo>
                  <a:lnTo>
                    <a:pt x="663441" y="382754"/>
                  </a:lnTo>
                  <a:lnTo>
                    <a:pt x="663776" y="382901"/>
                  </a:lnTo>
                  <a:lnTo>
                    <a:pt x="664573" y="383240"/>
                  </a:lnTo>
                  <a:lnTo>
                    <a:pt x="665306" y="383124"/>
                  </a:lnTo>
                  <a:lnTo>
                    <a:pt x="665847" y="383383"/>
                  </a:lnTo>
                  <a:lnTo>
                    <a:pt x="666176" y="383785"/>
                  </a:lnTo>
                  <a:lnTo>
                    <a:pt x="666615" y="383663"/>
                  </a:lnTo>
                  <a:lnTo>
                    <a:pt x="667329" y="383688"/>
                  </a:lnTo>
                  <a:lnTo>
                    <a:pt x="667530" y="383967"/>
                  </a:lnTo>
                  <a:lnTo>
                    <a:pt x="667763" y="383921"/>
                  </a:lnTo>
                  <a:lnTo>
                    <a:pt x="667902" y="383896"/>
                  </a:lnTo>
                  <a:lnTo>
                    <a:pt x="669003" y="383570"/>
                  </a:lnTo>
                  <a:lnTo>
                    <a:pt x="669673" y="383279"/>
                  </a:lnTo>
                  <a:lnTo>
                    <a:pt x="669784" y="383591"/>
                  </a:lnTo>
                  <a:lnTo>
                    <a:pt x="669993" y="383944"/>
                  </a:lnTo>
                  <a:lnTo>
                    <a:pt x="670427" y="384128"/>
                  </a:lnTo>
                  <a:lnTo>
                    <a:pt x="670575" y="384013"/>
                  </a:lnTo>
                  <a:lnTo>
                    <a:pt x="670782" y="383878"/>
                  </a:lnTo>
                  <a:lnTo>
                    <a:pt x="671049" y="383879"/>
                  </a:lnTo>
                  <a:lnTo>
                    <a:pt x="671242" y="384163"/>
                  </a:lnTo>
                  <a:lnTo>
                    <a:pt x="671137" y="384319"/>
                  </a:lnTo>
                  <a:lnTo>
                    <a:pt x="671506" y="384512"/>
                  </a:lnTo>
                  <a:lnTo>
                    <a:pt x="671753" y="384455"/>
                  </a:lnTo>
                  <a:lnTo>
                    <a:pt x="672131" y="384453"/>
                  </a:lnTo>
                  <a:lnTo>
                    <a:pt x="672383" y="384296"/>
                  </a:lnTo>
                  <a:lnTo>
                    <a:pt x="672517" y="384171"/>
                  </a:lnTo>
                  <a:lnTo>
                    <a:pt x="672881" y="383965"/>
                  </a:lnTo>
                  <a:lnTo>
                    <a:pt x="673072" y="383727"/>
                  </a:lnTo>
                  <a:lnTo>
                    <a:pt x="673366" y="383173"/>
                  </a:lnTo>
                  <a:lnTo>
                    <a:pt x="673423" y="382968"/>
                  </a:lnTo>
                  <a:lnTo>
                    <a:pt x="673480" y="382674"/>
                  </a:lnTo>
                  <a:lnTo>
                    <a:pt x="673519" y="382353"/>
                  </a:lnTo>
                  <a:lnTo>
                    <a:pt x="673834" y="382076"/>
                  </a:lnTo>
                  <a:lnTo>
                    <a:pt x="674464" y="382320"/>
                  </a:lnTo>
                  <a:lnTo>
                    <a:pt x="674665" y="382474"/>
                  </a:lnTo>
                  <a:lnTo>
                    <a:pt x="675776" y="382933"/>
                  </a:lnTo>
                  <a:lnTo>
                    <a:pt x="676658" y="383342"/>
                  </a:lnTo>
                  <a:lnTo>
                    <a:pt x="676802" y="383248"/>
                  </a:lnTo>
                  <a:lnTo>
                    <a:pt x="677118" y="383381"/>
                  </a:lnTo>
                  <a:lnTo>
                    <a:pt x="677621" y="383912"/>
                  </a:lnTo>
                  <a:lnTo>
                    <a:pt x="678774" y="384473"/>
                  </a:lnTo>
                  <a:lnTo>
                    <a:pt x="678914" y="384174"/>
                  </a:lnTo>
                  <a:lnTo>
                    <a:pt x="679205" y="384097"/>
                  </a:lnTo>
                  <a:lnTo>
                    <a:pt x="679810" y="384006"/>
                  </a:lnTo>
                  <a:lnTo>
                    <a:pt x="680211" y="384060"/>
                  </a:lnTo>
                  <a:lnTo>
                    <a:pt x="680527" y="384290"/>
                  </a:lnTo>
                  <a:lnTo>
                    <a:pt x="680717" y="384488"/>
                  </a:lnTo>
                  <a:lnTo>
                    <a:pt x="680874" y="384620"/>
                  </a:lnTo>
                  <a:lnTo>
                    <a:pt x="681024" y="384726"/>
                  </a:lnTo>
                  <a:lnTo>
                    <a:pt x="681652" y="385029"/>
                  </a:lnTo>
                  <a:lnTo>
                    <a:pt x="681887" y="385271"/>
                  </a:lnTo>
                  <a:lnTo>
                    <a:pt x="682259" y="385763"/>
                  </a:lnTo>
                  <a:lnTo>
                    <a:pt x="682707" y="385696"/>
                  </a:lnTo>
                  <a:lnTo>
                    <a:pt x="682808" y="385406"/>
                  </a:lnTo>
                  <a:lnTo>
                    <a:pt x="682949" y="385028"/>
                  </a:lnTo>
                  <a:lnTo>
                    <a:pt x="683527" y="385056"/>
                  </a:lnTo>
                  <a:lnTo>
                    <a:pt x="683732" y="384906"/>
                  </a:lnTo>
                  <a:lnTo>
                    <a:pt x="684289" y="385193"/>
                  </a:lnTo>
                  <a:lnTo>
                    <a:pt x="684594" y="385353"/>
                  </a:lnTo>
                  <a:lnTo>
                    <a:pt x="684767" y="385100"/>
                  </a:lnTo>
                  <a:lnTo>
                    <a:pt x="684973" y="385043"/>
                  </a:lnTo>
                  <a:lnTo>
                    <a:pt x="685334" y="384966"/>
                  </a:lnTo>
                  <a:lnTo>
                    <a:pt x="685521" y="384541"/>
                  </a:lnTo>
                  <a:lnTo>
                    <a:pt x="686070" y="384822"/>
                  </a:lnTo>
                  <a:lnTo>
                    <a:pt x="686467" y="384741"/>
                  </a:lnTo>
                  <a:lnTo>
                    <a:pt x="687160" y="384627"/>
                  </a:lnTo>
                  <a:lnTo>
                    <a:pt x="687796" y="384478"/>
                  </a:lnTo>
                  <a:lnTo>
                    <a:pt x="687957" y="384164"/>
                  </a:lnTo>
                  <a:lnTo>
                    <a:pt x="688329" y="383686"/>
                  </a:lnTo>
                  <a:lnTo>
                    <a:pt x="688871" y="383441"/>
                  </a:lnTo>
                  <a:lnTo>
                    <a:pt x="689148" y="383460"/>
                  </a:lnTo>
                  <a:lnTo>
                    <a:pt x="689610" y="383746"/>
                  </a:lnTo>
                  <a:lnTo>
                    <a:pt x="689667" y="383959"/>
                  </a:lnTo>
                  <a:lnTo>
                    <a:pt x="689664" y="384254"/>
                  </a:lnTo>
                  <a:lnTo>
                    <a:pt x="689749" y="384687"/>
                  </a:lnTo>
                  <a:lnTo>
                    <a:pt x="689816" y="385269"/>
                  </a:lnTo>
                  <a:lnTo>
                    <a:pt x="689786" y="385555"/>
                  </a:lnTo>
                  <a:lnTo>
                    <a:pt x="690302" y="385721"/>
                  </a:lnTo>
                  <a:lnTo>
                    <a:pt x="690566" y="385778"/>
                  </a:lnTo>
                  <a:lnTo>
                    <a:pt x="690843" y="386039"/>
                  </a:lnTo>
                  <a:lnTo>
                    <a:pt x="690659" y="386488"/>
                  </a:lnTo>
                  <a:lnTo>
                    <a:pt x="690883" y="387270"/>
                  </a:lnTo>
                  <a:lnTo>
                    <a:pt x="690892" y="387645"/>
                  </a:lnTo>
                  <a:lnTo>
                    <a:pt x="691067" y="388145"/>
                  </a:lnTo>
                  <a:lnTo>
                    <a:pt x="691217" y="388691"/>
                  </a:lnTo>
                  <a:lnTo>
                    <a:pt x="691390" y="388977"/>
                  </a:lnTo>
                  <a:lnTo>
                    <a:pt x="692115" y="389550"/>
                  </a:lnTo>
                  <a:lnTo>
                    <a:pt x="692574" y="389305"/>
                  </a:lnTo>
                  <a:lnTo>
                    <a:pt x="693026" y="388999"/>
                  </a:lnTo>
                  <a:lnTo>
                    <a:pt x="693286" y="389001"/>
                  </a:lnTo>
                  <a:lnTo>
                    <a:pt x="693414" y="388991"/>
                  </a:lnTo>
                  <a:lnTo>
                    <a:pt x="694077" y="388736"/>
                  </a:lnTo>
                  <a:lnTo>
                    <a:pt x="694283" y="388494"/>
                  </a:lnTo>
                  <a:lnTo>
                    <a:pt x="694901" y="388737"/>
                  </a:lnTo>
                  <a:lnTo>
                    <a:pt x="695432" y="388726"/>
                  </a:lnTo>
                  <a:lnTo>
                    <a:pt x="695604" y="388650"/>
                  </a:lnTo>
                  <a:lnTo>
                    <a:pt x="696146" y="388547"/>
                  </a:lnTo>
                  <a:lnTo>
                    <a:pt x="696288" y="388027"/>
                  </a:lnTo>
                  <a:lnTo>
                    <a:pt x="696552" y="387412"/>
                  </a:lnTo>
                  <a:lnTo>
                    <a:pt x="696875" y="387235"/>
                  </a:lnTo>
                  <a:lnTo>
                    <a:pt x="697135" y="387255"/>
                  </a:lnTo>
                  <a:lnTo>
                    <a:pt x="697273" y="387348"/>
                  </a:lnTo>
                  <a:lnTo>
                    <a:pt x="697456" y="387419"/>
                  </a:lnTo>
                  <a:lnTo>
                    <a:pt x="698009" y="387606"/>
                  </a:lnTo>
                  <a:lnTo>
                    <a:pt x="698214" y="387769"/>
                  </a:lnTo>
                  <a:lnTo>
                    <a:pt x="699316" y="388007"/>
                  </a:lnTo>
                  <a:lnTo>
                    <a:pt x="699503" y="387939"/>
                  </a:lnTo>
                  <a:lnTo>
                    <a:pt x="700108" y="387581"/>
                  </a:lnTo>
                  <a:lnTo>
                    <a:pt x="700613" y="387998"/>
                  </a:lnTo>
                  <a:lnTo>
                    <a:pt x="700483" y="388361"/>
                  </a:lnTo>
                  <a:lnTo>
                    <a:pt x="700486" y="388498"/>
                  </a:lnTo>
                  <a:lnTo>
                    <a:pt x="700606" y="388740"/>
                  </a:lnTo>
                  <a:lnTo>
                    <a:pt x="700708" y="388967"/>
                  </a:lnTo>
                  <a:lnTo>
                    <a:pt x="700906" y="389403"/>
                  </a:lnTo>
                  <a:lnTo>
                    <a:pt x="701215" y="389681"/>
                  </a:lnTo>
                  <a:lnTo>
                    <a:pt x="702442" y="389970"/>
                  </a:lnTo>
                  <a:lnTo>
                    <a:pt x="702809" y="389948"/>
                  </a:lnTo>
                  <a:lnTo>
                    <a:pt x="702866" y="390333"/>
                  </a:lnTo>
                  <a:lnTo>
                    <a:pt x="703144" y="390653"/>
                  </a:lnTo>
                  <a:lnTo>
                    <a:pt x="703577" y="391026"/>
                  </a:lnTo>
                  <a:lnTo>
                    <a:pt x="703503" y="391271"/>
                  </a:lnTo>
                  <a:lnTo>
                    <a:pt x="703403" y="391731"/>
                  </a:lnTo>
                  <a:lnTo>
                    <a:pt x="703579" y="392282"/>
                  </a:lnTo>
                  <a:lnTo>
                    <a:pt x="703940" y="392307"/>
                  </a:lnTo>
                  <a:lnTo>
                    <a:pt x="704385" y="392454"/>
                  </a:lnTo>
                  <a:lnTo>
                    <a:pt x="704665" y="392551"/>
                  </a:lnTo>
                  <a:lnTo>
                    <a:pt x="705033" y="392924"/>
                  </a:lnTo>
                  <a:lnTo>
                    <a:pt x="705241" y="393089"/>
                  </a:lnTo>
                  <a:lnTo>
                    <a:pt x="705384" y="393208"/>
                  </a:lnTo>
                  <a:lnTo>
                    <a:pt x="705801" y="393585"/>
                  </a:lnTo>
                  <a:lnTo>
                    <a:pt x="706373" y="394370"/>
                  </a:lnTo>
                  <a:lnTo>
                    <a:pt x="706393" y="394518"/>
                  </a:lnTo>
                  <a:lnTo>
                    <a:pt x="706458" y="394790"/>
                  </a:lnTo>
                  <a:lnTo>
                    <a:pt x="706953" y="394638"/>
                  </a:lnTo>
                  <a:lnTo>
                    <a:pt x="707186" y="394350"/>
                  </a:lnTo>
                  <a:lnTo>
                    <a:pt x="707252" y="394153"/>
                  </a:lnTo>
                  <a:lnTo>
                    <a:pt x="707784" y="393983"/>
                  </a:lnTo>
                  <a:lnTo>
                    <a:pt x="708218" y="393293"/>
                  </a:lnTo>
                  <a:lnTo>
                    <a:pt x="708405" y="393339"/>
                  </a:lnTo>
                  <a:lnTo>
                    <a:pt x="708992" y="393316"/>
                  </a:lnTo>
                  <a:lnTo>
                    <a:pt x="709350" y="393246"/>
                  </a:lnTo>
                  <a:lnTo>
                    <a:pt x="709939" y="393146"/>
                  </a:lnTo>
                  <a:lnTo>
                    <a:pt x="710100" y="393159"/>
                  </a:lnTo>
                  <a:lnTo>
                    <a:pt x="710278" y="393189"/>
                  </a:lnTo>
                  <a:lnTo>
                    <a:pt x="710575" y="393434"/>
                  </a:lnTo>
                  <a:lnTo>
                    <a:pt x="710547" y="393700"/>
                  </a:lnTo>
                  <a:lnTo>
                    <a:pt x="710872" y="394468"/>
                  </a:lnTo>
                  <a:lnTo>
                    <a:pt x="711130" y="394839"/>
                  </a:lnTo>
                  <a:lnTo>
                    <a:pt x="711125" y="395302"/>
                  </a:lnTo>
                  <a:lnTo>
                    <a:pt x="711101" y="395522"/>
                  </a:lnTo>
                  <a:lnTo>
                    <a:pt x="711126" y="395802"/>
                  </a:lnTo>
                  <a:lnTo>
                    <a:pt x="711158" y="395984"/>
                  </a:lnTo>
                  <a:lnTo>
                    <a:pt x="711311" y="396309"/>
                  </a:lnTo>
                  <a:lnTo>
                    <a:pt x="711731" y="396334"/>
                  </a:lnTo>
                  <a:lnTo>
                    <a:pt x="712209" y="396188"/>
                  </a:lnTo>
                  <a:lnTo>
                    <a:pt x="712823" y="397026"/>
                  </a:lnTo>
                  <a:lnTo>
                    <a:pt x="712927" y="397327"/>
                  </a:lnTo>
                  <a:lnTo>
                    <a:pt x="713174" y="397690"/>
                  </a:lnTo>
                  <a:lnTo>
                    <a:pt x="713477" y="397744"/>
                  </a:lnTo>
                  <a:lnTo>
                    <a:pt x="713796" y="397463"/>
                  </a:lnTo>
                  <a:lnTo>
                    <a:pt x="714128" y="396943"/>
                  </a:lnTo>
                  <a:lnTo>
                    <a:pt x="714436" y="396915"/>
                  </a:lnTo>
                  <a:lnTo>
                    <a:pt x="714564" y="396983"/>
                  </a:lnTo>
                  <a:lnTo>
                    <a:pt x="715034" y="396999"/>
                  </a:lnTo>
                  <a:lnTo>
                    <a:pt x="715397" y="396336"/>
                  </a:lnTo>
                  <a:lnTo>
                    <a:pt x="715563" y="396280"/>
                  </a:lnTo>
                  <a:lnTo>
                    <a:pt x="716262" y="395989"/>
                  </a:lnTo>
                  <a:lnTo>
                    <a:pt x="717105" y="395534"/>
                  </a:lnTo>
                  <a:lnTo>
                    <a:pt x="717526" y="395146"/>
                  </a:lnTo>
                  <a:lnTo>
                    <a:pt x="718141" y="394545"/>
                  </a:lnTo>
                  <a:lnTo>
                    <a:pt x="718253" y="394403"/>
                  </a:lnTo>
                  <a:lnTo>
                    <a:pt x="718279" y="393532"/>
                  </a:lnTo>
                  <a:lnTo>
                    <a:pt x="718550" y="393558"/>
                  </a:lnTo>
                  <a:lnTo>
                    <a:pt x="718882" y="393515"/>
                  </a:lnTo>
                  <a:lnTo>
                    <a:pt x="719023" y="393357"/>
                  </a:lnTo>
                  <a:lnTo>
                    <a:pt x="719318" y="392589"/>
                  </a:lnTo>
                  <a:lnTo>
                    <a:pt x="719731" y="392345"/>
                  </a:lnTo>
                  <a:lnTo>
                    <a:pt x="721000" y="392527"/>
                  </a:lnTo>
                  <a:lnTo>
                    <a:pt x="721500" y="392398"/>
                  </a:lnTo>
                  <a:lnTo>
                    <a:pt x="721712" y="392279"/>
                  </a:lnTo>
                  <a:lnTo>
                    <a:pt x="722089" y="392188"/>
                  </a:lnTo>
                  <a:lnTo>
                    <a:pt x="722693" y="392153"/>
                  </a:lnTo>
                  <a:lnTo>
                    <a:pt x="723073" y="392323"/>
                  </a:lnTo>
                  <a:lnTo>
                    <a:pt x="723209" y="392315"/>
                  </a:lnTo>
                  <a:lnTo>
                    <a:pt x="723700" y="392369"/>
                  </a:lnTo>
                  <a:lnTo>
                    <a:pt x="723958" y="392676"/>
                  </a:lnTo>
                  <a:lnTo>
                    <a:pt x="724234" y="392938"/>
                  </a:lnTo>
                  <a:lnTo>
                    <a:pt x="724443" y="392803"/>
                  </a:lnTo>
                  <a:lnTo>
                    <a:pt x="724776" y="392697"/>
                  </a:lnTo>
                  <a:lnTo>
                    <a:pt x="725201" y="393076"/>
                  </a:lnTo>
                  <a:lnTo>
                    <a:pt x="725464" y="393210"/>
                  </a:lnTo>
                  <a:lnTo>
                    <a:pt x="725856" y="393318"/>
                  </a:lnTo>
                  <a:lnTo>
                    <a:pt x="726308" y="393308"/>
                  </a:lnTo>
                  <a:lnTo>
                    <a:pt x="726794" y="393386"/>
                  </a:lnTo>
                  <a:lnTo>
                    <a:pt x="727368" y="393698"/>
                  </a:lnTo>
                  <a:lnTo>
                    <a:pt x="727686" y="394010"/>
                  </a:lnTo>
                  <a:lnTo>
                    <a:pt x="727888" y="394697"/>
                  </a:lnTo>
                  <a:lnTo>
                    <a:pt x="727825" y="394954"/>
                  </a:lnTo>
                  <a:lnTo>
                    <a:pt x="727812" y="395296"/>
                  </a:lnTo>
                  <a:lnTo>
                    <a:pt x="728741" y="395659"/>
                  </a:lnTo>
                  <a:lnTo>
                    <a:pt x="728967" y="395814"/>
                  </a:lnTo>
                  <a:lnTo>
                    <a:pt x="729031" y="396159"/>
                  </a:lnTo>
                  <a:lnTo>
                    <a:pt x="729276" y="396823"/>
                  </a:lnTo>
                  <a:lnTo>
                    <a:pt x="729337" y="397115"/>
                  </a:lnTo>
                  <a:lnTo>
                    <a:pt x="729140" y="397725"/>
                  </a:lnTo>
                  <a:lnTo>
                    <a:pt x="729570" y="397947"/>
                  </a:lnTo>
                  <a:lnTo>
                    <a:pt x="729764" y="397788"/>
                  </a:lnTo>
                  <a:lnTo>
                    <a:pt x="730725" y="397792"/>
                  </a:lnTo>
                  <a:lnTo>
                    <a:pt x="731358" y="397962"/>
                  </a:lnTo>
                  <a:lnTo>
                    <a:pt x="732032" y="397953"/>
                  </a:lnTo>
                  <a:lnTo>
                    <a:pt x="732298" y="397769"/>
                  </a:lnTo>
                  <a:lnTo>
                    <a:pt x="732462" y="397691"/>
                  </a:lnTo>
                  <a:lnTo>
                    <a:pt x="733529" y="397341"/>
                  </a:lnTo>
                  <a:lnTo>
                    <a:pt x="733769" y="397258"/>
                  </a:lnTo>
                  <a:lnTo>
                    <a:pt x="734169" y="397192"/>
                  </a:lnTo>
                  <a:lnTo>
                    <a:pt x="734462" y="397560"/>
                  </a:lnTo>
                  <a:lnTo>
                    <a:pt x="734577" y="397849"/>
                  </a:lnTo>
                  <a:lnTo>
                    <a:pt x="735290" y="398423"/>
                  </a:lnTo>
                  <a:lnTo>
                    <a:pt x="735425" y="398372"/>
                  </a:lnTo>
                  <a:lnTo>
                    <a:pt x="735900" y="398401"/>
                  </a:lnTo>
                  <a:lnTo>
                    <a:pt x="735986" y="398590"/>
                  </a:lnTo>
                  <a:lnTo>
                    <a:pt x="736106" y="398792"/>
                  </a:lnTo>
                  <a:lnTo>
                    <a:pt x="736673" y="399261"/>
                  </a:lnTo>
                  <a:lnTo>
                    <a:pt x="736840" y="399241"/>
                  </a:lnTo>
                  <a:lnTo>
                    <a:pt x="737538" y="399040"/>
                  </a:lnTo>
                  <a:lnTo>
                    <a:pt x="737822" y="398581"/>
                  </a:lnTo>
                  <a:lnTo>
                    <a:pt x="738132" y="398449"/>
                  </a:lnTo>
                  <a:lnTo>
                    <a:pt x="738263" y="398143"/>
                  </a:lnTo>
                  <a:lnTo>
                    <a:pt x="738453" y="397953"/>
                  </a:lnTo>
                  <a:lnTo>
                    <a:pt x="738675" y="397965"/>
                  </a:lnTo>
                  <a:lnTo>
                    <a:pt x="739368" y="398170"/>
                  </a:lnTo>
                  <a:lnTo>
                    <a:pt x="740164" y="398276"/>
                  </a:lnTo>
                  <a:lnTo>
                    <a:pt x="740399" y="398391"/>
                  </a:lnTo>
                  <a:lnTo>
                    <a:pt x="740746" y="398994"/>
                  </a:lnTo>
                  <a:lnTo>
                    <a:pt x="740871" y="399218"/>
                  </a:lnTo>
                  <a:lnTo>
                    <a:pt x="741221" y="399389"/>
                  </a:lnTo>
                  <a:lnTo>
                    <a:pt x="741633" y="399416"/>
                  </a:lnTo>
                  <a:lnTo>
                    <a:pt x="742037" y="399693"/>
                  </a:lnTo>
                  <a:lnTo>
                    <a:pt x="742358" y="399903"/>
                  </a:lnTo>
                  <a:lnTo>
                    <a:pt x="742796" y="399822"/>
                  </a:lnTo>
                  <a:lnTo>
                    <a:pt x="742932" y="399688"/>
                  </a:lnTo>
                  <a:lnTo>
                    <a:pt x="743143" y="399435"/>
                  </a:lnTo>
                  <a:lnTo>
                    <a:pt x="743204" y="399170"/>
                  </a:lnTo>
                  <a:lnTo>
                    <a:pt x="743250" y="398993"/>
                  </a:lnTo>
                  <a:lnTo>
                    <a:pt x="743297" y="398814"/>
                  </a:lnTo>
                  <a:lnTo>
                    <a:pt x="744181" y="398884"/>
                  </a:lnTo>
                  <a:lnTo>
                    <a:pt x="744567" y="398746"/>
                  </a:lnTo>
                  <a:lnTo>
                    <a:pt x="744575" y="398317"/>
                  </a:lnTo>
                  <a:lnTo>
                    <a:pt x="744763" y="398135"/>
                  </a:lnTo>
                  <a:lnTo>
                    <a:pt x="744731" y="397898"/>
                  </a:lnTo>
                  <a:lnTo>
                    <a:pt x="744428" y="397207"/>
                  </a:lnTo>
                  <a:lnTo>
                    <a:pt x="744498" y="396780"/>
                  </a:lnTo>
                  <a:lnTo>
                    <a:pt x="744696" y="396319"/>
                  </a:lnTo>
                  <a:lnTo>
                    <a:pt x="744916" y="396108"/>
                  </a:lnTo>
                  <a:lnTo>
                    <a:pt x="745274" y="395751"/>
                  </a:lnTo>
                  <a:lnTo>
                    <a:pt x="745573" y="395633"/>
                  </a:lnTo>
                  <a:lnTo>
                    <a:pt x="746405" y="395808"/>
                  </a:lnTo>
                  <a:lnTo>
                    <a:pt x="747304" y="395627"/>
                  </a:lnTo>
                  <a:lnTo>
                    <a:pt x="747502" y="395465"/>
                  </a:lnTo>
                  <a:lnTo>
                    <a:pt x="748207" y="395697"/>
                  </a:lnTo>
                  <a:lnTo>
                    <a:pt x="748475" y="395788"/>
                  </a:lnTo>
                  <a:lnTo>
                    <a:pt x="748651" y="395842"/>
                  </a:lnTo>
                  <a:lnTo>
                    <a:pt x="749045" y="395939"/>
                  </a:lnTo>
                  <a:lnTo>
                    <a:pt x="749510" y="396093"/>
                  </a:lnTo>
                  <a:lnTo>
                    <a:pt x="749754" y="396194"/>
                  </a:lnTo>
                  <a:lnTo>
                    <a:pt x="749859" y="395990"/>
                  </a:lnTo>
                  <a:lnTo>
                    <a:pt x="750007" y="395298"/>
                  </a:lnTo>
                  <a:lnTo>
                    <a:pt x="750276" y="395131"/>
                  </a:lnTo>
                  <a:lnTo>
                    <a:pt x="750829" y="394772"/>
                  </a:lnTo>
                  <a:lnTo>
                    <a:pt x="751098" y="394694"/>
                  </a:lnTo>
                  <a:lnTo>
                    <a:pt x="751484" y="394709"/>
                  </a:lnTo>
                  <a:lnTo>
                    <a:pt x="751913" y="394779"/>
                  </a:lnTo>
                  <a:lnTo>
                    <a:pt x="752185" y="394614"/>
                  </a:lnTo>
                  <a:lnTo>
                    <a:pt x="752734" y="394912"/>
                  </a:lnTo>
                  <a:lnTo>
                    <a:pt x="752851" y="395251"/>
                  </a:lnTo>
                  <a:lnTo>
                    <a:pt x="753022" y="395322"/>
                  </a:lnTo>
                  <a:lnTo>
                    <a:pt x="753448" y="395219"/>
                  </a:lnTo>
                  <a:lnTo>
                    <a:pt x="753529" y="394997"/>
                  </a:lnTo>
                  <a:lnTo>
                    <a:pt x="753674" y="394526"/>
                  </a:lnTo>
                  <a:lnTo>
                    <a:pt x="753816" y="394423"/>
                  </a:lnTo>
                  <a:lnTo>
                    <a:pt x="754048" y="394222"/>
                  </a:lnTo>
                  <a:lnTo>
                    <a:pt x="754177" y="393989"/>
                  </a:lnTo>
                  <a:lnTo>
                    <a:pt x="754020" y="393408"/>
                  </a:lnTo>
                  <a:lnTo>
                    <a:pt x="753912" y="392801"/>
                  </a:lnTo>
                  <a:lnTo>
                    <a:pt x="754096" y="392537"/>
                  </a:lnTo>
                  <a:lnTo>
                    <a:pt x="754243" y="392278"/>
                  </a:lnTo>
                  <a:lnTo>
                    <a:pt x="754291" y="391927"/>
                  </a:lnTo>
                  <a:lnTo>
                    <a:pt x="754471" y="391686"/>
                  </a:lnTo>
                  <a:lnTo>
                    <a:pt x="754674" y="391116"/>
                  </a:lnTo>
                  <a:lnTo>
                    <a:pt x="754657" y="390813"/>
                  </a:lnTo>
                  <a:lnTo>
                    <a:pt x="755239" y="391101"/>
                  </a:lnTo>
                  <a:lnTo>
                    <a:pt x="755315" y="391272"/>
                  </a:lnTo>
                  <a:lnTo>
                    <a:pt x="755706" y="392069"/>
                  </a:lnTo>
                  <a:lnTo>
                    <a:pt x="755958" y="392267"/>
                  </a:lnTo>
                  <a:lnTo>
                    <a:pt x="756577" y="393038"/>
                  </a:lnTo>
                  <a:lnTo>
                    <a:pt x="756950" y="392852"/>
                  </a:lnTo>
                  <a:lnTo>
                    <a:pt x="757924" y="392207"/>
                  </a:lnTo>
                  <a:lnTo>
                    <a:pt x="757922" y="391679"/>
                  </a:lnTo>
                  <a:lnTo>
                    <a:pt x="757729" y="390970"/>
                  </a:lnTo>
                  <a:lnTo>
                    <a:pt x="758008" y="390613"/>
                  </a:lnTo>
                  <a:lnTo>
                    <a:pt x="758502" y="390471"/>
                  </a:lnTo>
                  <a:lnTo>
                    <a:pt x="758970" y="391004"/>
                  </a:lnTo>
                  <a:lnTo>
                    <a:pt x="759589" y="390825"/>
                  </a:lnTo>
                  <a:lnTo>
                    <a:pt x="759781" y="390767"/>
                  </a:lnTo>
                  <a:lnTo>
                    <a:pt x="760201" y="390979"/>
                  </a:lnTo>
                  <a:lnTo>
                    <a:pt x="760378" y="391063"/>
                  </a:lnTo>
                  <a:lnTo>
                    <a:pt x="760633" y="391072"/>
                  </a:lnTo>
                  <a:lnTo>
                    <a:pt x="761194" y="391099"/>
                  </a:lnTo>
                  <a:lnTo>
                    <a:pt x="761536" y="390936"/>
                  </a:lnTo>
                  <a:lnTo>
                    <a:pt x="761987" y="390542"/>
                  </a:lnTo>
                  <a:lnTo>
                    <a:pt x="762243" y="390413"/>
                  </a:lnTo>
                  <a:lnTo>
                    <a:pt x="762340" y="390234"/>
                  </a:lnTo>
                  <a:lnTo>
                    <a:pt x="762473" y="389928"/>
                  </a:lnTo>
                  <a:lnTo>
                    <a:pt x="762892" y="389387"/>
                  </a:lnTo>
                  <a:lnTo>
                    <a:pt x="763035" y="389378"/>
                  </a:lnTo>
                  <a:lnTo>
                    <a:pt x="763441" y="389424"/>
                  </a:lnTo>
                  <a:lnTo>
                    <a:pt x="763762" y="389394"/>
                  </a:lnTo>
                  <a:lnTo>
                    <a:pt x="764288" y="389291"/>
                  </a:lnTo>
                  <a:lnTo>
                    <a:pt x="764048" y="388633"/>
                  </a:lnTo>
                  <a:lnTo>
                    <a:pt x="764514" y="388155"/>
                  </a:lnTo>
                  <a:lnTo>
                    <a:pt x="764478" y="388000"/>
                  </a:lnTo>
                  <a:lnTo>
                    <a:pt x="764435" y="387654"/>
                  </a:lnTo>
                  <a:lnTo>
                    <a:pt x="764455" y="387500"/>
                  </a:lnTo>
                  <a:lnTo>
                    <a:pt x="764668" y="387192"/>
                  </a:lnTo>
                  <a:lnTo>
                    <a:pt x="765143" y="387108"/>
                  </a:lnTo>
                  <a:lnTo>
                    <a:pt x="765549" y="387500"/>
                  </a:lnTo>
                  <a:lnTo>
                    <a:pt x="766038" y="387971"/>
                  </a:lnTo>
                  <a:lnTo>
                    <a:pt x="766208" y="388299"/>
                  </a:lnTo>
                  <a:lnTo>
                    <a:pt x="766376" y="388659"/>
                  </a:lnTo>
                  <a:lnTo>
                    <a:pt x="766729" y="388893"/>
                  </a:lnTo>
                  <a:lnTo>
                    <a:pt x="766947" y="389130"/>
                  </a:lnTo>
                  <a:lnTo>
                    <a:pt x="767281" y="389393"/>
                  </a:lnTo>
                  <a:lnTo>
                    <a:pt x="767536" y="389552"/>
                  </a:lnTo>
                  <a:lnTo>
                    <a:pt x="767848" y="389781"/>
                  </a:lnTo>
                  <a:lnTo>
                    <a:pt x="768200" y="390008"/>
                  </a:lnTo>
                  <a:lnTo>
                    <a:pt x="768480" y="390093"/>
                  </a:lnTo>
                  <a:lnTo>
                    <a:pt x="768620" y="390364"/>
                  </a:lnTo>
                  <a:lnTo>
                    <a:pt x="768677" y="390758"/>
                  </a:lnTo>
                  <a:lnTo>
                    <a:pt x="769273" y="391078"/>
                  </a:lnTo>
                  <a:lnTo>
                    <a:pt x="769800" y="390796"/>
                  </a:lnTo>
                  <a:lnTo>
                    <a:pt x="770203" y="390820"/>
                  </a:lnTo>
                  <a:lnTo>
                    <a:pt x="770222" y="390966"/>
                  </a:lnTo>
                  <a:lnTo>
                    <a:pt x="770860" y="391557"/>
                  </a:lnTo>
                  <a:lnTo>
                    <a:pt x="770779" y="391990"/>
                  </a:lnTo>
                  <a:lnTo>
                    <a:pt x="771131" y="392456"/>
                  </a:lnTo>
                  <a:lnTo>
                    <a:pt x="771247" y="393008"/>
                  </a:lnTo>
                  <a:lnTo>
                    <a:pt x="771502" y="393223"/>
                  </a:lnTo>
                  <a:lnTo>
                    <a:pt x="772676" y="393459"/>
                  </a:lnTo>
                  <a:lnTo>
                    <a:pt x="772963" y="393673"/>
                  </a:lnTo>
                  <a:lnTo>
                    <a:pt x="773311" y="393958"/>
                  </a:lnTo>
                  <a:lnTo>
                    <a:pt x="773359" y="394323"/>
                  </a:lnTo>
                  <a:lnTo>
                    <a:pt x="773221" y="394481"/>
                  </a:lnTo>
                  <a:lnTo>
                    <a:pt x="772827" y="394504"/>
                  </a:lnTo>
                  <a:lnTo>
                    <a:pt x="772082" y="394563"/>
                  </a:lnTo>
                  <a:lnTo>
                    <a:pt x="772127" y="394899"/>
                  </a:lnTo>
                  <a:lnTo>
                    <a:pt x="772771" y="395006"/>
                  </a:lnTo>
                  <a:lnTo>
                    <a:pt x="772920" y="395036"/>
                  </a:lnTo>
                  <a:lnTo>
                    <a:pt x="773420" y="395525"/>
                  </a:lnTo>
                  <a:lnTo>
                    <a:pt x="773587" y="395640"/>
                  </a:lnTo>
                  <a:lnTo>
                    <a:pt x="773530" y="395996"/>
                  </a:lnTo>
                  <a:lnTo>
                    <a:pt x="773671" y="396450"/>
                  </a:lnTo>
                  <a:lnTo>
                    <a:pt x="773815" y="396611"/>
                  </a:lnTo>
                  <a:lnTo>
                    <a:pt x="774136" y="396870"/>
                  </a:lnTo>
                  <a:lnTo>
                    <a:pt x="774524" y="397003"/>
                  </a:lnTo>
                  <a:lnTo>
                    <a:pt x="774691" y="397040"/>
                  </a:lnTo>
                  <a:lnTo>
                    <a:pt x="774870" y="397137"/>
                  </a:lnTo>
                  <a:lnTo>
                    <a:pt x="775088" y="397343"/>
                  </a:lnTo>
                  <a:lnTo>
                    <a:pt x="775643" y="397463"/>
                  </a:lnTo>
                  <a:lnTo>
                    <a:pt x="775937" y="397784"/>
                  </a:lnTo>
                  <a:lnTo>
                    <a:pt x="776434" y="398337"/>
                  </a:lnTo>
                  <a:lnTo>
                    <a:pt x="776631" y="398216"/>
                  </a:lnTo>
                  <a:lnTo>
                    <a:pt x="777155" y="397996"/>
                  </a:lnTo>
                  <a:lnTo>
                    <a:pt x="777316" y="397958"/>
                  </a:lnTo>
                  <a:lnTo>
                    <a:pt x="777542" y="397997"/>
                  </a:lnTo>
                  <a:lnTo>
                    <a:pt x="777748" y="398034"/>
                  </a:lnTo>
                  <a:lnTo>
                    <a:pt x="777979" y="397965"/>
                  </a:lnTo>
                  <a:lnTo>
                    <a:pt x="778317" y="397954"/>
                  </a:lnTo>
                  <a:lnTo>
                    <a:pt x="778605" y="398549"/>
                  </a:lnTo>
                  <a:lnTo>
                    <a:pt x="778858" y="398954"/>
                  </a:lnTo>
                  <a:lnTo>
                    <a:pt x="778750" y="399256"/>
                  </a:lnTo>
                  <a:lnTo>
                    <a:pt x="778820" y="399478"/>
                  </a:lnTo>
                  <a:lnTo>
                    <a:pt x="779043" y="400017"/>
                  </a:lnTo>
                  <a:lnTo>
                    <a:pt x="779086" y="400328"/>
                  </a:lnTo>
                  <a:lnTo>
                    <a:pt x="779376" y="400987"/>
                  </a:lnTo>
                  <a:lnTo>
                    <a:pt x="779842" y="401214"/>
                  </a:lnTo>
                  <a:lnTo>
                    <a:pt x="780048" y="401220"/>
                  </a:lnTo>
                  <a:lnTo>
                    <a:pt x="780304" y="401233"/>
                  </a:lnTo>
                  <a:lnTo>
                    <a:pt x="780840" y="401433"/>
                  </a:lnTo>
                  <a:lnTo>
                    <a:pt x="780930" y="401259"/>
                  </a:lnTo>
                  <a:lnTo>
                    <a:pt x="781575" y="401281"/>
                  </a:lnTo>
                  <a:lnTo>
                    <a:pt x="781879" y="401319"/>
                  </a:lnTo>
                  <a:lnTo>
                    <a:pt x="782435" y="401205"/>
                  </a:lnTo>
                  <a:lnTo>
                    <a:pt x="782803" y="400491"/>
                  </a:lnTo>
                  <a:lnTo>
                    <a:pt x="783128" y="400667"/>
                  </a:lnTo>
                  <a:lnTo>
                    <a:pt x="783376" y="400786"/>
                  </a:lnTo>
                  <a:lnTo>
                    <a:pt x="784279" y="401264"/>
                  </a:lnTo>
                  <a:lnTo>
                    <a:pt x="784471" y="401231"/>
                  </a:lnTo>
                  <a:lnTo>
                    <a:pt x="784725" y="401326"/>
                  </a:lnTo>
                  <a:lnTo>
                    <a:pt x="784942" y="401568"/>
                  </a:lnTo>
                  <a:lnTo>
                    <a:pt x="785132" y="401658"/>
                  </a:lnTo>
                  <a:lnTo>
                    <a:pt x="786150" y="402363"/>
                  </a:lnTo>
                  <a:lnTo>
                    <a:pt x="786353" y="402481"/>
                  </a:lnTo>
                  <a:lnTo>
                    <a:pt x="787281" y="402501"/>
                  </a:lnTo>
                  <a:lnTo>
                    <a:pt x="787590" y="402367"/>
                  </a:lnTo>
                  <a:lnTo>
                    <a:pt x="788617" y="402445"/>
                  </a:lnTo>
                  <a:lnTo>
                    <a:pt x="788940" y="402396"/>
                  </a:lnTo>
                  <a:lnTo>
                    <a:pt x="789070" y="402558"/>
                  </a:lnTo>
                  <a:lnTo>
                    <a:pt x="789470" y="402045"/>
                  </a:lnTo>
                  <a:lnTo>
                    <a:pt x="789834" y="401856"/>
                  </a:lnTo>
                  <a:lnTo>
                    <a:pt x="790057" y="401891"/>
                  </a:lnTo>
                  <a:lnTo>
                    <a:pt x="790439" y="401702"/>
                  </a:lnTo>
                  <a:lnTo>
                    <a:pt x="790482" y="402130"/>
                  </a:lnTo>
                  <a:lnTo>
                    <a:pt x="790743" y="402509"/>
                  </a:lnTo>
                  <a:lnTo>
                    <a:pt x="791668" y="402069"/>
                  </a:lnTo>
                  <a:lnTo>
                    <a:pt x="792203" y="402286"/>
                  </a:lnTo>
                  <a:lnTo>
                    <a:pt x="792518" y="402423"/>
                  </a:lnTo>
                  <a:lnTo>
                    <a:pt x="792688" y="402378"/>
                  </a:lnTo>
                  <a:lnTo>
                    <a:pt x="792835" y="402371"/>
                  </a:lnTo>
                  <a:lnTo>
                    <a:pt x="793515" y="401930"/>
                  </a:lnTo>
                  <a:lnTo>
                    <a:pt x="793645" y="401970"/>
                  </a:lnTo>
                  <a:lnTo>
                    <a:pt x="793682" y="402118"/>
                  </a:lnTo>
                  <a:lnTo>
                    <a:pt x="793897" y="402523"/>
                  </a:lnTo>
                  <a:lnTo>
                    <a:pt x="794228" y="403327"/>
                  </a:lnTo>
                  <a:lnTo>
                    <a:pt x="794456" y="403579"/>
                  </a:lnTo>
                  <a:lnTo>
                    <a:pt x="795173" y="403894"/>
                  </a:lnTo>
                  <a:lnTo>
                    <a:pt x="795632" y="404449"/>
                  </a:lnTo>
                  <a:lnTo>
                    <a:pt x="795301" y="404645"/>
                  </a:lnTo>
                  <a:lnTo>
                    <a:pt x="794768" y="404671"/>
                  </a:lnTo>
                  <a:lnTo>
                    <a:pt x="794020" y="404780"/>
                  </a:lnTo>
                  <a:lnTo>
                    <a:pt x="793841" y="404840"/>
                  </a:lnTo>
                  <a:lnTo>
                    <a:pt x="793530" y="404944"/>
                  </a:lnTo>
                  <a:lnTo>
                    <a:pt x="792981" y="405181"/>
                  </a:lnTo>
                  <a:lnTo>
                    <a:pt x="792834" y="405274"/>
                  </a:lnTo>
                  <a:lnTo>
                    <a:pt x="792507" y="405377"/>
                  </a:lnTo>
                  <a:lnTo>
                    <a:pt x="792216" y="405305"/>
                  </a:lnTo>
                  <a:lnTo>
                    <a:pt x="791681" y="405285"/>
                  </a:lnTo>
                  <a:lnTo>
                    <a:pt x="791514" y="405290"/>
                  </a:lnTo>
                  <a:lnTo>
                    <a:pt x="791190" y="405370"/>
                  </a:lnTo>
                  <a:lnTo>
                    <a:pt x="790918" y="405376"/>
                  </a:lnTo>
                  <a:lnTo>
                    <a:pt x="790602" y="405345"/>
                  </a:lnTo>
                  <a:lnTo>
                    <a:pt x="790128" y="405544"/>
                  </a:lnTo>
                  <a:lnTo>
                    <a:pt x="789983" y="405623"/>
                  </a:lnTo>
                  <a:lnTo>
                    <a:pt x="789541" y="405749"/>
                  </a:lnTo>
                  <a:lnTo>
                    <a:pt x="789193" y="405825"/>
                  </a:lnTo>
                  <a:lnTo>
                    <a:pt x="788971" y="405847"/>
                  </a:lnTo>
                  <a:lnTo>
                    <a:pt x="788789" y="405843"/>
                  </a:lnTo>
                  <a:lnTo>
                    <a:pt x="788344" y="405849"/>
                  </a:lnTo>
                  <a:lnTo>
                    <a:pt x="787968" y="406086"/>
                  </a:lnTo>
                  <a:lnTo>
                    <a:pt x="787877" y="406353"/>
                  </a:lnTo>
                  <a:lnTo>
                    <a:pt x="787599" y="406600"/>
                  </a:lnTo>
                  <a:lnTo>
                    <a:pt x="787575" y="406830"/>
                  </a:lnTo>
                  <a:lnTo>
                    <a:pt x="787132" y="407305"/>
                  </a:lnTo>
                  <a:lnTo>
                    <a:pt x="787208" y="407788"/>
                  </a:lnTo>
                  <a:lnTo>
                    <a:pt x="787150" y="408224"/>
                  </a:lnTo>
                  <a:lnTo>
                    <a:pt x="787573" y="408562"/>
                  </a:lnTo>
                  <a:lnTo>
                    <a:pt x="787992" y="408902"/>
                  </a:lnTo>
                  <a:lnTo>
                    <a:pt x="788397" y="409290"/>
                  </a:lnTo>
                  <a:lnTo>
                    <a:pt x="788784" y="409161"/>
                  </a:lnTo>
                  <a:lnTo>
                    <a:pt x="789126" y="408946"/>
                  </a:lnTo>
                  <a:lnTo>
                    <a:pt x="789486" y="408944"/>
                  </a:lnTo>
                  <a:lnTo>
                    <a:pt x="789726" y="408671"/>
                  </a:lnTo>
                  <a:lnTo>
                    <a:pt x="790146" y="408466"/>
                  </a:lnTo>
                  <a:lnTo>
                    <a:pt x="791369" y="408144"/>
                  </a:lnTo>
                  <a:lnTo>
                    <a:pt x="791696" y="408052"/>
                  </a:lnTo>
                  <a:lnTo>
                    <a:pt x="791907" y="407955"/>
                  </a:lnTo>
                  <a:lnTo>
                    <a:pt x="792646" y="407447"/>
                  </a:lnTo>
                  <a:lnTo>
                    <a:pt x="792855" y="407392"/>
                  </a:lnTo>
                  <a:lnTo>
                    <a:pt x="793194" y="407030"/>
                  </a:lnTo>
                  <a:lnTo>
                    <a:pt x="793496" y="406428"/>
                  </a:lnTo>
                  <a:lnTo>
                    <a:pt x="793817" y="405936"/>
                  </a:lnTo>
                  <a:lnTo>
                    <a:pt x="794199" y="406104"/>
                  </a:lnTo>
                  <a:lnTo>
                    <a:pt x="794783" y="405999"/>
                  </a:lnTo>
                  <a:lnTo>
                    <a:pt x="794784" y="406263"/>
                  </a:lnTo>
                  <a:lnTo>
                    <a:pt x="794925" y="407130"/>
                  </a:lnTo>
                  <a:lnTo>
                    <a:pt x="794791" y="407612"/>
                  </a:lnTo>
                  <a:lnTo>
                    <a:pt x="795086" y="408303"/>
                  </a:lnTo>
                  <a:lnTo>
                    <a:pt x="795202" y="408718"/>
                  </a:lnTo>
                  <a:lnTo>
                    <a:pt x="795388" y="409278"/>
                  </a:lnTo>
                  <a:lnTo>
                    <a:pt x="795443" y="409919"/>
                  </a:lnTo>
                  <a:lnTo>
                    <a:pt x="795527" y="410206"/>
                  </a:lnTo>
                  <a:lnTo>
                    <a:pt x="795484" y="410618"/>
                  </a:lnTo>
                  <a:lnTo>
                    <a:pt x="795554" y="410826"/>
                  </a:lnTo>
                  <a:lnTo>
                    <a:pt x="795713" y="411080"/>
                  </a:lnTo>
                  <a:lnTo>
                    <a:pt x="795818" y="411682"/>
                  </a:lnTo>
                  <a:lnTo>
                    <a:pt x="795805" y="411832"/>
                  </a:lnTo>
                  <a:lnTo>
                    <a:pt x="796511" y="412433"/>
                  </a:lnTo>
                  <a:lnTo>
                    <a:pt x="796203" y="412542"/>
                  </a:lnTo>
                  <a:lnTo>
                    <a:pt x="796169" y="412792"/>
                  </a:lnTo>
                  <a:lnTo>
                    <a:pt x="796392" y="413068"/>
                  </a:lnTo>
                  <a:lnTo>
                    <a:pt x="796700" y="413566"/>
                  </a:lnTo>
                  <a:lnTo>
                    <a:pt x="796774" y="413742"/>
                  </a:lnTo>
                  <a:lnTo>
                    <a:pt x="796977" y="414007"/>
                  </a:lnTo>
                  <a:lnTo>
                    <a:pt x="797232" y="414142"/>
                  </a:lnTo>
                  <a:lnTo>
                    <a:pt x="797926" y="414410"/>
                  </a:lnTo>
                  <a:lnTo>
                    <a:pt x="798049" y="414867"/>
                  </a:lnTo>
                  <a:lnTo>
                    <a:pt x="798690" y="415033"/>
                  </a:lnTo>
                  <a:lnTo>
                    <a:pt x="799083" y="415188"/>
                  </a:lnTo>
                  <a:lnTo>
                    <a:pt x="799355" y="414960"/>
                  </a:lnTo>
                  <a:lnTo>
                    <a:pt x="800241" y="415382"/>
                  </a:lnTo>
                  <a:lnTo>
                    <a:pt x="800581" y="415269"/>
                  </a:lnTo>
                  <a:lnTo>
                    <a:pt x="800548" y="414841"/>
                  </a:lnTo>
                  <a:lnTo>
                    <a:pt x="800422" y="414651"/>
                  </a:lnTo>
                  <a:lnTo>
                    <a:pt x="800365" y="414339"/>
                  </a:lnTo>
                  <a:lnTo>
                    <a:pt x="800670" y="413711"/>
                  </a:lnTo>
                  <a:lnTo>
                    <a:pt x="800834" y="413530"/>
                  </a:lnTo>
                  <a:lnTo>
                    <a:pt x="801653" y="413382"/>
                  </a:lnTo>
                  <a:lnTo>
                    <a:pt x="801944" y="413388"/>
                  </a:lnTo>
                  <a:lnTo>
                    <a:pt x="802576" y="413398"/>
                  </a:lnTo>
                  <a:lnTo>
                    <a:pt x="803305" y="414249"/>
                  </a:lnTo>
                  <a:lnTo>
                    <a:pt x="803428" y="414683"/>
                  </a:lnTo>
                  <a:lnTo>
                    <a:pt x="803951" y="414597"/>
                  </a:lnTo>
                  <a:lnTo>
                    <a:pt x="804006" y="415226"/>
                  </a:lnTo>
                  <a:lnTo>
                    <a:pt x="804228" y="415865"/>
                  </a:lnTo>
                  <a:lnTo>
                    <a:pt x="803795" y="416559"/>
                  </a:lnTo>
                  <a:lnTo>
                    <a:pt x="804253" y="416779"/>
                  </a:lnTo>
                  <a:lnTo>
                    <a:pt x="804376" y="416919"/>
                  </a:lnTo>
                  <a:lnTo>
                    <a:pt x="804586" y="417243"/>
                  </a:lnTo>
                  <a:lnTo>
                    <a:pt x="804708" y="417569"/>
                  </a:lnTo>
                  <a:lnTo>
                    <a:pt x="804732" y="417784"/>
                  </a:lnTo>
                  <a:lnTo>
                    <a:pt x="804664" y="418698"/>
                  </a:lnTo>
                  <a:lnTo>
                    <a:pt x="804627" y="418982"/>
                  </a:lnTo>
                  <a:lnTo>
                    <a:pt x="804720" y="419147"/>
                  </a:lnTo>
                  <a:lnTo>
                    <a:pt x="804682" y="419893"/>
                  </a:lnTo>
                  <a:lnTo>
                    <a:pt x="804302" y="420054"/>
                  </a:lnTo>
                  <a:lnTo>
                    <a:pt x="804145" y="419988"/>
                  </a:lnTo>
                  <a:lnTo>
                    <a:pt x="803993" y="420051"/>
                  </a:lnTo>
                  <a:lnTo>
                    <a:pt x="803491" y="420479"/>
                  </a:lnTo>
                  <a:lnTo>
                    <a:pt x="803209" y="420852"/>
                  </a:lnTo>
                  <a:lnTo>
                    <a:pt x="803270" y="421354"/>
                  </a:lnTo>
                  <a:lnTo>
                    <a:pt x="803426" y="421604"/>
                  </a:lnTo>
                  <a:lnTo>
                    <a:pt x="803803" y="421996"/>
                  </a:lnTo>
                  <a:lnTo>
                    <a:pt x="804112" y="422224"/>
                  </a:lnTo>
                  <a:lnTo>
                    <a:pt x="804298" y="422326"/>
                  </a:lnTo>
                  <a:lnTo>
                    <a:pt x="804483" y="422419"/>
                  </a:lnTo>
                  <a:lnTo>
                    <a:pt x="804143" y="423190"/>
                  </a:lnTo>
                  <a:lnTo>
                    <a:pt x="803251" y="423048"/>
                  </a:lnTo>
                  <a:lnTo>
                    <a:pt x="802876" y="423157"/>
                  </a:lnTo>
                  <a:lnTo>
                    <a:pt x="802599" y="423091"/>
                  </a:lnTo>
                  <a:lnTo>
                    <a:pt x="802292" y="423064"/>
                  </a:lnTo>
                  <a:lnTo>
                    <a:pt x="802025" y="423340"/>
                  </a:lnTo>
                  <a:lnTo>
                    <a:pt x="801808" y="423621"/>
                  </a:lnTo>
                  <a:lnTo>
                    <a:pt x="801504" y="423887"/>
                  </a:lnTo>
                  <a:lnTo>
                    <a:pt x="801300" y="424123"/>
                  </a:lnTo>
                  <a:lnTo>
                    <a:pt x="801198" y="424282"/>
                  </a:lnTo>
                  <a:lnTo>
                    <a:pt x="801078" y="424456"/>
                  </a:lnTo>
                  <a:lnTo>
                    <a:pt x="800855" y="425068"/>
                  </a:lnTo>
                  <a:lnTo>
                    <a:pt x="800847" y="425466"/>
                  </a:lnTo>
                  <a:lnTo>
                    <a:pt x="800889" y="425824"/>
                  </a:lnTo>
                  <a:lnTo>
                    <a:pt x="800919" y="426020"/>
                  </a:lnTo>
                  <a:lnTo>
                    <a:pt x="800779" y="426277"/>
                  </a:lnTo>
                  <a:lnTo>
                    <a:pt x="800453" y="426596"/>
                  </a:lnTo>
                  <a:lnTo>
                    <a:pt x="800859" y="427125"/>
                  </a:lnTo>
                  <a:lnTo>
                    <a:pt x="801062" y="427209"/>
                  </a:lnTo>
                  <a:lnTo>
                    <a:pt x="801347" y="427199"/>
                  </a:lnTo>
                  <a:lnTo>
                    <a:pt x="801514" y="427210"/>
                  </a:lnTo>
                  <a:lnTo>
                    <a:pt x="801870" y="427445"/>
                  </a:lnTo>
                  <a:lnTo>
                    <a:pt x="802011" y="427554"/>
                  </a:lnTo>
                  <a:lnTo>
                    <a:pt x="802152" y="427597"/>
                  </a:lnTo>
                  <a:lnTo>
                    <a:pt x="802353" y="427626"/>
                  </a:lnTo>
                  <a:lnTo>
                    <a:pt x="802761" y="427772"/>
                  </a:lnTo>
                  <a:lnTo>
                    <a:pt x="802671" y="428071"/>
                  </a:lnTo>
                  <a:lnTo>
                    <a:pt x="802582" y="428305"/>
                  </a:lnTo>
                  <a:lnTo>
                    <a:pt x="802568" y="428548"/>
                  </a:lnTo>
                  <a:lnTo>
                    <a:pt x="802599" y="428695"/>
                  </a:lnTo>
                  <a:lnTo>
                    <a:pt x="802795" y="428935"/>
                  </a:lnTo>
                  <a:lnTo>
                    <a:pt x="803238" y="429383"/>
                  </a:lnTo>
                  <a:lnTo>
                    <a:pt x="803351" y="429596"/>
                  </a:lnTo>
                  <a:lnTo>
                    <a:pt x="803406" y="429752"/>
                  </a:lnTo>
                  <a:lnTo>
                    <a:pt x="803222" y="430146"/>
                  </a:lnTo>
                  <a:lnTo>
                    <a:pt x="803428" y="430703"/>
                  </a:lnTo>
                  <a:lnTo>
                    <a:pt x="803588" y="431048"/>
                  </a:lnTo>
                  <a:lnTo>
                    <a:pt x="803909" y="431713"/>
                  </a:lnTo>
                  <a:lnTo>
                    <a:pt x="804247" y="432346"/>
                  </a:lnTo>
                  <a:lnTo>
                    <a:pt x="804639" y="432513"/>
                  </a:lnTo>
                  <a:lnTo>
                    <a:pt x="805059" y="433475"/>
                  </a:lnTo>
                  <a:lnTo>
                    <a:pt x="804870" y="433643"/>
                  </a:lnTo>
                  <a:lnTo>
                    <a:pt x="804956" y="433938"/>
                  </a:lnTo>
                  <a:lnTo>
                    <a:pt x="805373" y="434170"/>
                  </a:lnTo>
                  <a:lnTo>
                    <a:pt x="805839" y="434313"/>
                  </a:lnTo>
                  <a:lnTo>
                    <a:pt x="806238" y="434468"/>
                  </a:lnTo>
                  <a:lnTo>
                    <a:pt x="806452" y="434611"/>
                  </a:lnTo>
                  <a:lnTo>
                    <a:pt x="806482" y="434766"/>
                  </a:lnTo>
                  <a:lnTo>
                    <a:pt x="806487" y="434936"/>
                  </a:lnTo>
                  <a:lnTo>
                    <a:pt x="806526" y="435075"/>
                  </a:lnTo>
                  <a:lnTo>
                    <a:pt x="806690" y="435233"/>
                  </a:lnTo>
                  <a:lnTo>
                    <a:pt x="807272" y="435823"/>
                  </a:lnTo>
                  <a:lnTo>
                    <a:pt x="807488" y="436041"/>
                  </a:lnTo>
                  <a:lnTo>
                    <a:pt x="807729" y="436759"/>
                  </a:lnTo>
                  <a:lnTo>
                    <a:pt x="808808" y="437181"/>
                  </a:lnTo>
                  <a:lnTo>
                    <a:pt x="809646" y="437278"/>
                  </a:lnTo>
                  <a:lnTo>
                    <a:pt x="810193" y="437209"/>
                  </a:lnTo>
                  <a:lnTo>
                    <a:pt x="810461" y="437071"/>
                  </a:lnTo>
                  <a:lnTo>
                    <a:pt x="810798" y="436790"/>
                  </a:lnTo>
                  <a:lnTo>
                    <a:pt x="810873" y="436422"/>
                  </a:lnTo>
                  <a:lnTo>
                    <a:pt x="810869" y="435877"/>
                  </a:lnTo>
                  <a:lnTo>
                    <a:pt x="810906" y="435685"/>
                  </a:lnTo>
                  <a:lnTo>
                    <a:pt x="811056" y="435641"/>
                  </a:lnTo>
                  <a:lnTo>
                    <a:pt x="811501" y="435715"/>
                  </a:lnTo>
                  <a:lnTo>
                    <a:pt x="811732" y="435736"/>
                  </a:lnTo>
                  <a:lnTo>
                    <a:pt x="812147" y="435649"/>
                  </a:lnTo>
                  <a:lnTo>
                    <a:pt x="812336" y="435364"/>
                  </a:lnTo>
                  <a:lnTo>
                    <a:pt x="812445" y="434934"/>
                  </a:lnTo>
                  <a:lnTo>
                    <a:pt x="812623" y="434834"/>
                  </a:lnTo>
                  <a:lnTo>
                    <a:pt x="817679" y="435959"/>
                  </a:lnTo>
                  <a:lnTo>
                    <a:pt x="818479" y="436033"/>
                  </a:lnTo>
                  <a:lnTo>
                    <a:pt x="819774" y="436478"/>
                  </a:lnTo>
                  <a:lnTo>
                    <a:pt x="819916" y="436528"/>
                  </a:lnTo>
                  <a:lnTo>
                    <a:pt x="820163" y="436643"/>
                  </a:lnTo>
                  <a:lnTo>
                    <a:pt x="820334" y="436815"/>
                  </a:lnTo>
                  <a:lnTo>
                    <a:pt x="820801" y="437426"/>
                  </a:lnTo>
                  <a:lnTo>
                    <a:pt x="820848" y="437650"/>
                  </a:lnTo>
                  <a:lnTo>
                    <a:pt x="820896" y="437903"/>
                  </a:lnTo>
                  <a:lnTo>
                    <a:pt x="820984" y="438273"/>
                  </a:lnTo>
                  <a:lnTo>
                    <a:pt x="821287" y="439116"/>
                  </a:lnTo>
                  <a:lnTo>
                    <a:pt x="821471" y="439496"/>
                  </a:lnTo>
                  <a:lnTo>
                    <a:pt x="821955" y="440070"/>
                  </a:lnTo>
                  <a:lnTo>
                    <a:pt x="822419" y="440372"/>
                  </a:lnTo>
                  <a:lnTo>
                    <a:pt x="822911" y="440054"/>
                  </a:lnTo>
                  <a:lnTo>
                    <a:pt x="823710" y="438936"/>
                  </a:lnTo>
                  <a:lnTo>
                    <a:pt x="823795" y="438425"/>
                  </a:lnTo>
                  <a:lnTo>
                    <a:pt x="823776" y="438262"/>
                  </a:lnTo>
                  <a:lnTo>
                    <a:pt x="823663" y="437651"/>
                  </a:lnTo>
                  <a:lnTo>
                    <a:pt x="823733" y="437268"/>
                  </a:lnTo>
                  <a:lnTo>
                    <a:pt x="824260" y="435989"/>
                  </a:lnTo>
                  <a:lnTo>
                    <a:pt x="824494" y="435445"/>
                  </a:lnTo>
                  <a:lnTo>
                    <a:pt x="824987" y="434824"/>
                  </a:lnTo>
                  <a:lnTo>
                    <a:pt x="825950" y="433070"/>
                  </a:lnTo>
                  <a:lnTo>
                    <a:pt x="826137" y="432990"/>
                  </a:lnTo>
                  <a:lnTo>
                    <a:pt x="826918" y="432856"/>
                  </a:lnTo>
                  <a:lnTo>
                    <a:pt x="827102" y="432861"/>
                  </a:lnTo>
                  <a:lnTo>
                    <a:pt x="828451" y="432943"/>
                  </a:lnTo>
                  <a:lnTo>
                    <a:pt x="829410" y="433002"/>
                  </a:lnTo>
                  <a:lnTo>
                    <a:pt x="829733" y="433039"/>
                  </a:lnTo>
                  <a:lnTo>
                    <a:pt x="829952" y="433094"/>
                  </a:lnTo>
                  <a:lnTo>
                    <a:pt x="830385" y="433675"/>
                  </a:lnTo>
                  <a:lnTo>
                    <a:pt x="830333" y="434152"/>
                  </a:lnTo>
                  <a:lnTo>
                    <a:pt x="830275" y="434373"/>
                  </a:lnTo>
                  <a:lnTo>
                    <a:pt x="830269" y="434826"/>
                  </a:lnTo>
                  <a:lnTo>
                    <a:pt x="830763" y="435436"/>
                  </a:lnTo>
                  <a:lnTo>
                    <a:pt x="830953" y="435671"/>
                  </a:lnTo>
                  <a:lnTo>
                    <a:pt x="832147" y="436913"/>
                  </a:lnTo>
                  <a:lnTo>
                    <a:pt x="832541" y="437412"/>
                  </a:lnTo>
                  <a:lnTo>
                    <a:pt x="832715" y="437563"/>
                  </a:lnTo>
                  <a:lnTo>
                    <a:pt x="832843" y="437640"/>
                  </a:lnTo>
                  <a:lnTo>
                    <a:pt x="833054" y="437694"/>
                  </a:lnTo>
                  <a:lnTo>
                    <a:pt x="833297" y="437690"/>
                  </a:lnTo>
                  <a:lnTo>
                    <a:pt x="834085" y="438228"/>
                  </a:lnTo>
                  <a:lnTo>
                    <a:pt x="835391" y="438681"/>
                  </a:lnTo>
                  <a:lnTo>
                    <a:pt x="835790" y="439013"/>
                  </a:lnTo>
                  <a:lnTo>
                    <a:pt x="835847" y="439302"/>
                  </a:lnTo>
                  <a:lnTo>
                    <a:pt x="836266" y="439483"/>
                  </a:lnTo>
                  <a:lnTo>
                    <a:pt x="836480" y="439532"/>
                  </a:lnTo>
                  <a:lnTo>
                    <a:pt x="836961" y="439533"/>
                  </a:lnTo>
                  <a:lnTo>
                    <a:pt x="837126" y="439501"/>
                  </a:lnTo>
                  <a:lnTo>
                    <a:pt x="837300" y="439577"/>
                  </a:lnTo>
                  <a:lnTo>
                    <a:pt x="837537" y="439772"/>
                  </a:lnTo>
                  <a:lnTo>
                    <a:pt x="837716" y="440029"/>
                  </a:lnTo>
                  <a:lnTo>
                    <a:pt x="837739" y="440413"/>
                  </a:lnTo>
                  <a:lnTo>
                    <a:pt x="837708" y="440697"/>
                  </a:lnTo>
                  <a:lnTo>
                    <a:pt x="837732" y="440884"/>
                  </a:lnTo>
                  <a:lnTo>
                    <a:pt x="837862" y="441567"/>
                  </a:lnTo>
                  <a:lnTo>
                    <a:pt x="837970" y="441869"/>
                  </a:lnTo>
                  <a:lnTo>
                    <a:pt x="837884" y="442894"/>
                  </a:lnTo>
                  <a:lnTo>
                    <a:pt x="837860" y="443852"/>
                  </a:lnTo>
                  <a:lnTo>
                    <a:pt x="837947" y="444256"/>
                  </a:lnTo>
                  <a:lnTo>
                    <a:pt x="838051" y="444537"/>
                  </a:lnTo>
                  <a:lnTo>
                    <a:pt x="838232" y="444687"/>
                  </a:lnTo>
                  <a:lnTo>
                    <a:pt x="838441" y="444735"/>
                  </a:lnTo>
                  <a:lnTo>
                    <a:pt x="838945" y="444664"/>
                  </a:lnTo>
                  <a:lnTo>
                    <a:pt x="839300" y="444513"/>
                  </a:lnTo>
                  <a:lnTo>
                    <a:pt x="839729" y="444411"/>
                  </a:lnTo>
                  <a:lnTo>
                    <a:pt x="840068" y="444427"/>
                  </a:lnTo>
                  <a:lnTo>
                    <a:pt x="840099" y="444636"/>
                  </a:lnTo>
                  <a:lnTo>
                    <a:pt x="840511" y="444809"/>
                  </a:lnTo>
                  <a:lnTo>
                    <a:pt x="840752" y="444624"/>
                  </a:lnTo>
                  <a:lnTo>
                    <a:pt x="840952" y="444148"/>
                  </a:lnTo>
                  <a:lnTo>
                    <a:pt x="840912" y="443856"/>
                  </a:lnTo>
                  <a:lnTo>
                    <a:pt x="841103" y="443608"/>
                  </a:lnTo>
                  <a:lnTo>
                    <a:pt x="841247" y="443498"/>
                  </a:lnTo>
                  <a:lnTo>
                    <a:pt x="841453" y="443364"/>
                  </a:lnTo>
                  <a:lnTo>
                    <a:pt x="841426" y="442798"/>
                  </a:lnTo>
                  <a:lnTo>
                    <a:pt x="841373" y="442419"/>
                  </a:lnTo>
                  <a:lnTo>
                    <a:pt x="841292" y="442063"/>
                  </a:lnTo>
                  <a:lnTo>
                    <a:pt x="841350" y="441852"/>
                  </a:lnTo>
                  <a:lnTo>
                    <a:pt x="841648" y="441648"/>
                  </a:lnTo>
                  <a:lnTo>
                    <a:pt x="841981" y="441639"/>
                  </a:lnTo>
                  <a:lnTo>
                    <a:pt x="842479" y="441531"/>
                  </a:lnTo>
                  <a:lnTo>
                    <a:pt x="842621" y="441130"/>
                  </a:lnTo>
                  <a:lnTo>
                    <a:pt x="842516" y="440963"/>
                  </a:lnTo>
                  <a:lnTo>
                    <a:pt x="842416" y="440520"/>
                  </a:lnTo>
                  <a:lnTo>
                    <a:pt x="842581" y="440274"/>
                  </a:lnTo>
                  <a:lnTo>
                    <a:pt x="842655" y="440138"/>
                  </a:lnTo>
                  <a:lnTo>
                    <a:pt x="842684" y="439506"/>
                  </a:lnTo>
                  <a:lnTo>
                    <a:pt x="842264" y="438926"/>
                  </a:lnTo>
                  <a:lnTo>
                    <a:pt x="841844" y="438482"/>
                  </a:lnTo>
                  <a:lnTo>
                    <a:pt x="841804" y="438120"/>
                  </a:lnTo>
                  <a:lnTo>
                    <a:pt x="841362" y="437761"/>
                  </a:lnTo>
                  <a:lnTo>
                    <a:pt x="841247" y="437480"/>
                  </a:lnTo>
                  <a:lnTo>
                    <a:pt x="841332" y="437083"/>
                  </a:lnTo>
                  <a:lnTo>
                    <a:pt x="841722" y="436740"/>
                  </a:lnTo>
                  <a:lnTo>
                    <a:pt x="840689" y="435953"/>
                  </a:lnTo>
                  <a:lnTo>
                    <a:pt x="840507" y="435846"/>
                  </a:lnTo>
                  <a:lnTo>
                    <a:pt x="839825" y="435524"/>
                  </a:lnTo>
                  <a:lnTo>
                    <a:pt x="839480" y="435419"/>
                  </a:lnTo>
                  <a:lnTo>
                    <a:pt x="839257" y="435422"/>
                  </a:lnTo>
                  <a:lnTo>
                    <a:pt x="839099" y="435292"/>
                  </a:lnTo>
                  <a:lnTo>
                    <a:pt x="839103" y="435117"/>
                  </a:lnTo>
                  <a:lnTo>
                    <a:pt x="839153" y="434895"/>
                  </a:lnTo>
                  <a:lnTo>
                    <a:pt x="839281" y="434605"/>
                  </a:lnTo>
                  <a:lnTo>
                    <a:pt x="839377" y="434255"/>
                  </a:lnTo>
                  <a:lnTo>
                    <a:pt x="839291" y="433624"/>
                  </a:lnTo>
                  <a:lnTo>
                    <a:pt x="839213" y="433298"/>
                  </a:lnTo>
                  <a:lnTo>
                    <a:pt x="839064" y="432901"/>
                  </a:lnTo>
                  <a:lnTo>
                    <a:pt x="839415" y="432055"/>
                  </a:lnTo>
                  <a:lnTo>
                    <a:pt x="840091" y="431847"/>
                  </a:lnTo>
                  <a:lnTo>
                    <a:pt x="840240" y="431896"/>
                  </a:lnTo>
                  <a:lnTo>
                    <a:pt x="840372" y="431700"/>
                  </a:lnTo>
                  <a:lnTo>
                    <a:pt x="840530" y="431309"/>
                  </a:lnTo>
                  <a:lnTo>
                    <a:pt x="840579" y="430972"/>
                  </a:lnTo>
                  <a:lnTo>
                    <a:pt x="840879" y="429847"/>
                  </a:lnTo>
                  <a:lnTo>
                    <a:pt x="840714" y="429796"/>
                  </a:lnTo>
                  <a:lnTo>
                    <a:pt x="840419" y="429750"/>
                  </a:lnTo>
                  <a:lnTo>
                    <a:pt x="840247" y="429563"/>
                  </a:lnTo>
                  <a:lnTo>
                    <a:pt x="840125" y="429430"/>
                  </a:lnTo>
                  <a:lnTo>
                    <a:pt x="839641" y="428402"/>
                  </a:lnTo>
                  <a:lnTo>
                    <a:pt x="839867" y="428274"/>
                  </a:lnTo>
                  <a:lnTo>
                    <a:pt x="840577" y="428388"/>
                  </a:lnTo>
                  <a:lnTo>
                    <a:pt x="841106" y="428299"/>
                  </a:lnTo>
                  <a:lnTo>
                    <a:pt x="842003" y="427654"/>
                  </a:lnTo>
                  <a:lnTo>
                    <a:pt x="842121" y="427205"/>
                  </a:lnTo>
                  <a:lnTo>
                    <a:pt x="842309" y="427069"/>
                  </a:lnTo>
                  <a:lnTo>
                    <a:pt x="842883" y="427110"/>
                  </a:lnTo>
                  <a:lnTo>
                    <a:pt x="843497" y="427451"/>
                  </a:lnTo>
                  <a:lnTo>
                    <a:pt x="843986" y="427524"/>
                  </a:lnTo>
                  <a:lnTo>
                    <a:pt x="844616" y="427563"/>
                  </a:lnTo>
                  <a:lnTo>
                    <a:pt x="847528" y="427726"/>
                  </a:lnTo>
                  <a:lnTo>
                    <a:pt x="847980" y="427465"/>
                  </a:lnTo>
                  <a:lnTo>
                    <a:pt x="848131" y="427261"/>
                  </a:lnTo>
                  <a:lnTo>
                    <a:pt x="849105" y="427401"/>
                  </a:lnTo>
                  <a:lnTo>
                    <a:pt x="849232" y="427651"/>
                  </a:lnTo>
                  <a:lnTo>
                    <a:pt x="849781" y="429134"/>
                  </a:lnTo>
                  <a:lnTo>
                    <a:pt x="849805" y="429293"/>
                  </a:lnTo>
                  <a:lnTo>
                    <a:pt x="849768" y="429472"/>
                  </a:lnTo>
                  <a:lnTo>
                    <a:pt x="849633" y="429696"/>
                  </a:lnTo>
                  <a:lnTo>
                    <a:pt x="849626" y="429848"/>
                  </a:lnTo>
                  <a:lnTo>
                    <a:pt x="849674" y="429996"/>
                  </a:lnTo>
                  <a:lnTo>
                    <a:pt x="849898" y="430407"/>
                  </a:lnTo>
                  <a:lnTo>
                    <a:pt x="850045" y="431052"/>
                  </a:lnTo>
                  <a:lnTo>
                    <a:pt x="850056" y="431516"/>
                  </a:lnTo>
                  <a:lnTo>
                    <a:pt x="850343" y="432222"/>
                  </a:lnTo>
                  <a:lnTo>
                    <a:pt x="850751" y="432364"/>
                  </a:lnTo>
                  <a:lnTo>
                    <a:pt x="850950" y="432404"/>
                  </a:lnTo>
                  <a:lnTo>
                    <a:pt x="851069" y="432567"/>
                  </a:lnTo>
                  <a:lnTo>
                    <a:pt x="851138" y="432720"/>
                  </a:lnTo>
                  <a:lnTo>
                    <a:pt x="851221" y="433042"/>
                  </a:lnTo>
                  <a:lnTo>
                    <a:pt x="851192" y="433499"/>
                  </a:lnTo>
                  <a:lnTo>
                    <a:pt x="851247" y="433879"/>
                  </a:lnTo>
                  <a:lnTo>
                    <a:pt x="851318" y="434064"/>
                  </a:lnTo>
                  <a:lnTo>
                    <a:pt x="851478" y="434259"/>
                  </a:lnTo>
                  <a:lnTo>
                    <a:pt x="852599" y="435068"/>
                  </a:lnTo>
                  <a:lnTo>
                    <a:pt x="852804" y="435269"/>
                  </a:lnTo>
                  <a:lnTo>
                    <a:pt x="852874" y="435397"/>
                  </a:lnTo>
                  <a:lnTo>
                    <a:pt x="853209" y="435657"/>
                  </a:lnTo>
                  <a:lnTo>
                    <a:pt x="853421" y="435693"/>
                  </a:lnTo>
                  <a:lnTo>
                    <a:pt x="853803" y="435838"/>
                  </a:lnTo>
                  <a:lnTo>
                    <a:pt x="854102" y="436013"/>
                  </a:lnTo>
                  <a:lnTo>
                    <a:pt x="854209" y="436175"/>
                  </a:lnTo>
                  <a:lnTo>
                    <a:pt x="854830" y="436584"/>
                  </a:lnTo>
                  <a:lnTo>
                    <a:pt x="855126" y="436664"/>
                  </a:lnTo>
                  <a:lnTo>
                    <a:pt x="855602" y="437027"/>
                  </a:lnTo>
                  <a:lnTo>
                    <a:pt x="855807" y="437441"/>
                  </a:lnTo>
                  <a:lnTo>
                    <a:pt x="856038" y="437539"/>
                  </a:lnTo>
                  <a:lnTo>
                    <a:pt x="856515" y="437811"/>
                  </a:lnTo>
                  <a:lnTo>
                    <a:pt x="856828" y="438051"/>
                  </a:lnTo>
                  <a:lnTo>
                    <a:pt x="857088" y="438350"/>
                  </a:lnTo>
                  <a:lnTo>
                    <a:pt x="857706" y="438699"/>
                  </a:lnTo>
                  <a:lnTo>
                    <a:pt x="857935" y="438623"/>
                  </a:lnTo>
                  <a:lnTo>
                    <a:pt x="859098" y="437885"/>
                  </a:lnTo>
                  <a:lnTo>
                    <a:pt x="859551" y="437579"/>
                  </a:lnTo>
                  <a:lnTo>
                    <a:pt x="859889" y="437351"/>
                  </a:lnTo>
                  <a:lnTo>
                    <a:pt x="860171" y="437608"/>
                  </a:lnTo>
                  <a:lnTo>
                    <a:pt x="860301" y="437829"/>
                  </a:lnTo>
                  <a:lnTo>
                    <a:pt x="860319" y="437961"/>
                  </a:lnTo>
                  <a:lnTo>
                    <a:pt x="860381" y="438103"/>
                  </a:lnTo>
                  <a:lnTo>
                    <a:pt x="860783" y="438477"/>
                  </a:lnTo>
                  <a:lnTo>
                    <a:pt x="861367" y="438871"/>
                  </a:lnTo>
                  <a:lnTo>
                    <a:pt x="861986" y="439050"/>
                  </a:lnTo>
                  <a:lnTo>
                    <a:pt x="862512" y="438594"/>
                  </a:lnTo>
                  <a:lnTo>
                    <a:pt x="862369" y="438284"/>
                  </a:lnTo>
                  <a:lnTo>
                    <a:pt x="862421" y="437903"/>
                  </a:lnTo>
                  <a:lnTo>
                    <a:pt x="862754" y="437829"/>
                  </a:lnTo>
                  <a:lnTo>
                    <a:pt x="863089" y="437969"/>
                  </a:lnTo>
                  <a:lnTo>
                    <a:pt x="863655" y="438260"/>
                  </a:lnTo>
                  <a:lnTo>
                    <a:pt x="863842" y="438487"/>
                  </a:lnTo>
                  <a:lnTo>
                    <a:pt x="863928" y="438715"/>
                  </a:lnTo>
                  <a:lnTo>
                    <a:pt x="864223" y="439082"/>
                  </a:lnTo>
                  <a:lnTo>
                    <a:pt x="864463" y="439267"/>
                  </a:lnTo>
                  <a:lnTo>
                    <a:pt x="864854" y="439977"/>
                  </a:lnTo>
                  <a:lnTo>
                    <a:pt x="865338" y="440411"/>
                  </a:lnTo>
                  <a:lnTo>
                    <a:pt x="865577" y="440560"/>
                  </a:lnTo>
                  <a:lnTo>
                    <a:pt x="866104" y="440769"/>
                  </a:lnTo>
                  <a:lnTo>
                    <a:pt x="866593" y="440709"/>
                  </a:lnTo>
                  <a:lnTo>
                    <a:pt x="867385" y="440774"/>
                  </a:lnTo>
                  <a:lnTo>
                    <a:pt x="867795" y="440155"/>
                  </a:lnTo>
                  <a:lnTo>
                    <a:pt x="867782" y="439944"/>
                  </a:lnTo>
                  <a:lnTo>
                    <a:pt x="868077" y="439450"/>
                  </a:lnTo>
                  <a:lnTo>
                    <a:pt x="868507" y="439215"/>
                  </a:lnTo>
                  <a:lnTo>
                    <a:pt x="868876" y="439186"/>
                  </a:lnTo>
                  <a:lnTo>
                    <a:pt x="869256" y="439283"/>
                  </a:lnTo>
                  <a:lnTo>
                    <a:pt x="869577" y="439304"/>
                  </a:lnTo>
                  <a:lnTo>
                    <a:pt x="870189" y="438754"/>
                  </a:lnTo>
                  <a:lnTo>
                    <a:pt x="870602" y="438081"/>
                  </a:lnTo>
                  <a:lnTo>
                    <a:pt x="870570" y="437865"/>
                  </a:lnTo>
                  <a:lnTo>
                    <a:pt x="870069" y="437111"/>
                  </a:lnTo>
                  <a:lnTo>
                    <a:pt x="869575" y="437027"/>
                  </a:lnTo>
                  <a:lnTo>
                    <a:pt x="869115" y="435911"/>
                  </a:lnTo>
                  <a:lnTo>
                    <a:pt x="868613" y="435526"/>
                  </a:lnTo>
                  <a:lnTo>
                    <a:pt x="868556" y="434858"/>
                  </a:lnTo>
                  <a:lnTo>
                    <a:pt x="868618" y="434503"/>
                  </a:lnTo>
                  <a:lnTo>
                    <a:pt x="868590" y="434358"/>
                  </a:lnTo>
                  <a:lnTo>
                    <a:pt x="868515" y="434168"/>
                  </a:lnTo>
                  <a:lnTo>
                    <a:pt x="868359" y="434079"/>
                  </a:lnTo>
                  <a:lnTo>
                    <a:pt x="867145" y="433162"/>
                  </a:lnTo>
                  <a:lnTo>
                    <a:pt x="866965" y="432857"/>
                  </a:lnTo>
                  <a:lnTo>
                    <a:pt x="866816" y="432022"/>
                  </a:lnTo>
                  <a:lnTo>
                    <a:pt x="866717" y="431045"/>
                  </a:lnTo>
                  <a:lnTo>
                    <a:pt x="866759" y="430675"/>
                  </a:lnTo>
                  <a:lnTo>
                    <a:pt x="866892" y="430335"/>
                  </a:lnTo>
                  <a:lnTo>
                    <a:pt x="867122" y="430279"/>
                  </a:lnTo>
                  <a:lnTo>
                    <a:pt x="867731" y="430257"/>
                  </a:lnTo>
                  <a:lnTo>
                    <a:pt x="868238" y="430268"/>
                  </a:lnTo>
                  <a:lnTo>
                    <a:pt x="868430" y="430241"/>
                  </a:lnTo>
                  <a:lnTo>
                    <a:pt x="868481" y="429960"/>
                  </a:lnTo>
                  <a:lnTo>
                    <a:pt x="868668" y="429519"/>
                  </a:lnTo>
                  <a:lnTo>
                    <a:pt x="869113" y="429058"/>
                  </a:lnTo>
                  <a:lnTo>
                    <a:pt x="869039" y="428537"/>
                  </a:lnTo>
                  <a:lnTo>
                    <a:pt x="868597" y="428223"/>
                  </a:lnTo>
                  <a:lnTo>
                    <a:pt x="868127" y="428101"/>
                  </a:lnTo>
                  <a:lnTo>
                    <a:pt x="867920" y="427930"/>
                  </a:lnTo>
                  <a:lnTo>
                    <a:pt x="867574" y="427247"/>
                  </a:lnTo>
                  <a:lnTo>
                    <a:pt x="867615" y="426899"/>
                  </a:lnTo>
                  <a:lnTo>
                    <a:pt x="867553" y="426718"/>
                  </a:lnTo>
                  <a:lnTo>
                    <a:pt x="867470" y="426580"/>
                  </a:lnTo>
                  <a:lnTo>
                    <a:pt x="867261" y="426403"/>
                  </a:lnTo>
                  <a:lnTo>
                    <a:pt x="866591" y="426234"/>
                  </a:lnTo>
                  <a:lnTo>
                    <a:pt x="866343" y="425397"/>
                  </a:lnTo>
                  <a:lnTo>
                    <a:pt x="866133" y="424903"/>
                  </a:lnTo>
                  <a:lnTo>
                    <a:pt x="865754" y="424349"/>
                  </a:lnTo>
                  <a:lnTo>
                    <a:pt x="865812" y="423726"/>
                  </a:lnTo>
                  <a:lnTo>
                    <a:pt x="865861" y="423518"/>
                  </a:lnTo>
                  <a:lnTo>
                    <a:pt x="865967" y="423272"/>
                  </a:lnTo>
                  <a:lnTo>
                    <a:pt x="865838" y="423059"/>
                  </a:lnTo>
                  <a:lnTo>
                    <a:pt x="865557" y="422889"/>
                  </a:lnTo>
                  <a:lnTo>
                    <a:pt x="864839" y="422238"/>
                  </a:lnTo>
                  <a:lnTo>
                    <a:pt x="865048" y="421916"/>
                  </a:lnTo>
                  <a:lnTo>
                    <a:pt x="865567" y="421908"/>
                  </a:lnTo>
                  <a:lnTo>
                    <a:pt x="865673" y="422054"/>
                  </a:lnTo>
                  <a:lnTo>
                    <a:pt x="865811" y="422231"/>
                  </a:lnTo>
                  <a:lnTo>
                    <a:pt x="866179" y="422488"/>
                  </a:lnTo>
                  <a:lnTo>
                    <a:pt x="866446" y="422427"/>
                  </a:lnTo>
                  <a:lnTo>
                    <a:pt x="867150" y="422621"/>
                  </a:lnTo>
                  <a:lnTo>
                    <a:pt x="867416" y="422608"/>
                  </a:lnTo>
                  <a:lnTo>
                    <a:pt x="867866" y="422482"/>
                  </a:lnTo>
                  <a:lnTo>
                    <a:pt x="868317" y="422122"/>
                  </a:lnTo>
                  <a:lnTo>
                    <a:pt x="869230" y="422567"/>
                  </a:lnTo>
                  <a:lnTo>
                    <a:pt x="869746" y="422763"/>
                  </a:lnTo>
                  <a:lnTo>
                    <a:pt x="869836" y="422963"/>
                  </a:lnTo>
                  <a:lnTo>
                    <a:pt x="870685" y="423561"/>
                  </a:lnTo>
                  <a:lnTo>
                    <a:pt x="870865" y="423799"/>
                  </a:lnTo>
                  <a:lnTo>
                    <a:pt x="870846" y="424171"/>
                  </a:lnTo>
                  <a:lnTo>
                    <a:pt x="870912" y="424432"/>
                  </a:lnTo>
                  <a:lnTo>
                    <a:pt x="871127" y="424704"/>
                  </a:lnTo>
                  <a:lnTo>
                    <a:pt x="871285" y="424685"/>
                  </a:lnTo>
                  <a:lnTo>
                    <a:pt x="871603" y="424875"/>
                  </a:lnTo>
                  <a:lnTo>
                    <a:pt x="871782" y="425081"/>
                  </a:lnTo>
                  <a:lnTo>
                    <a:pt x="871954" y="424737"/>
                  </a:lnTo>
                  <a:lnTo>
                    <a:pt x="871805" y="424363"/>
                  </a:lnTo>
                  <a:lnTo>
                    <a:pt x="871638" y="423802"/>
                  </a:lnTo>
                  <a:lnTo>
                    <a:pt x="871738" y="423369"/>
                  </a:lnTo>
                  <a:lnTo>
                    <a:pt x="871906" y="423421"/>
                  </a:lnTo>
                  <a:lnTo>
                    <a:pt x="872193" y="423413"/>
                  </a:lnTo>
                  <a:lnTo>
                    <a:pt x="872907" y="422991"/>
                  </a:lnTo>
                  <a:lnTo>
                    <a:pt x="872937" y="422511"/>
                  </a:lnTo>
                  <a:lnTo>
                    <a:pt x="873122" y="422394"/>
                  </a:lnTo>
                  <a:lnTo>
                    <a:pt x="873429" y="422666"/>
                  </a:lnTo>
                  <a:lnTo>
                    <a:pt x="873912" y="423082"/>
                  </a:lnTo>
                  <a:lnTo>
                    <a:pt x="874535" y="423440"/>
                  </a:lnTo>
                  <a:lnTo>
                    <a:pt x="875438" y="423808"/>
                  </a:lnTo>
                  <a:lnTo>
                    <a:pt x="876027" y="423523"/>
                  </a:lnTo>
                  <a:lnTo>
                    <a:pt x="876093" y="423289"/>
                  </a:lnTo>
                  <a:lnTo>
                    <a:pt x="876189" y="423071"/>
                  </a:lnTo>
                  <a:lnTo>
                    <a:pt x="876542" y="422715"/>
                  </a:lnTo>
                  <a:lnTo>
                    <a:pt x="876475" y="422386"/>
                  </a:lnTo>
                  <a:lnTo>
                    <a:pt x="876018" y="422072"/>
                  </a:lnTo>
                  <a:lnTo>
                    <a:pt x="875816" y="422014"/>
                  </a:lnTo>
                  <a:lnTo>
                    <a:pt x="875409" y="421740"/>
                  </a:lnTo>
                  <a:lnTo>
                    <a:pt x="875352" y="421539"/>
                  </a:lnTo>
                  <a:lnTo>
                    <a:pt x="875055" y="421066"/>
                  </a:lnTo>
                  <a:lnTo>
                    <a:pt x="875037" y="420921"/>
                  </a:lnTo>
                  <a:lnTo>
                    <a:pt x="875172" y="420491"/>
                  </a:lnTo>
                  <a:lnTo>
                    <a:pt x="875464" y="420230"/>
                  </a:lnTo>
                  <a:lnTo>
                    <a:pt x="875806" y="419943"/>
                  </a:lnTo>
                  <a:lnTo>
                    <a:pt x="876117" y="419821"/>
                  </a:lnTo>
                  <a:lnTo>
                    <a:pt x="876526" y="419691"/>
                  </a:lnTo>
                  <a:lnTo>
                    <a:pt x="877118" y="419687"/>
                  </a:lnTo>
                  <a:lnTo>
                    <a:pt x="877589" y="419755"/>
                  </a:lnTo>
                  <a:lnTo>
                    <a:pt x="877944" y="419659"/>
                  </a:lnTo>
                  <a:lnTo>
                    <a:pt x="878365" y="419521"/>
                  </a:lnTo>
                  <a:lnTo>
                    <a:pt x="878773" y="419964"/>
                  </a:lnTo>
                  <a:lnTo>
                    <a:pt x="878965" y="420282"/>
                  </a:lnTo>
                  <a:lnTo>
                    <a:pt x="879534" y="420586"/>
                  </a:lnTo>
                  <a:lnTo>
                    <a:pt x="879995" y="420615"/>
                  </a:lnTo>
                  <a:lnTo>
                    <a:pt x="880246" y="420580"/>
                  </a:lnTo>
                  <a:lnTo>
                    <a:pt x="880588" y="420668"/>
                  </a:lnTo>
                  <a:lnTo>
                    <a:pt x="880870" y="420804"/>
                  </a:lnTo>
                  <a:lnTo>
                    <a:pt x="881027" y="420798"/>
                  </a:lnTo>
                  <a:lnTo>
                    <a:pt x="881351" y="420780"/>
                  </a:lnTo>
                  <a:lnTo>
                    <a:pt x="881826" y="420632"/>
                  </a:lnTo>
                  <a:lnTo>
                    <a:pt x="882018" y="420787"/>
                  </a:lnTo>
                  <a:lnTo>
                    <a:pt x="882777" y="421191"/>
                  </a:lnTo>
                  <a:lnTo>
                    <a:pt x="883204" y="421125"/>
                  </a:lnTo>
                  <a:lnTo>
                    <a:pt x="883365" y="420939"/>
                  </a:lnTo>
                  <a:lnTo>
                    <a:pt x="883861" y="420868"/>
                  </a:lnTo>
                  <a:lnTo>
                    <a:pt x="884509" y="421011"/>
                  </a:lnTo>
                  <a:lnTo>
                    <a:pt x="884901" y="421064"/>
                  </a:lnTo>
                  <a:lnTo>
                    <a:pt x="885495" y="421521"/>
                  </a:lnTo>
                  <a:lnTo>
                    <a:pt x="885660" y="421653"/>
                  </a:lnTo>
                  <a:lnTo>
                    <a:pt x="886126" y="421638"/>
                  </a:lnTo>
                  <a:lnTo>
                    <a:pt x="886331" y="421217"/>
                  </a:lnTo>
                  <a:lnTo>
                    <a:pt x="886634" y="420872"/>
                  </a:lnTo>
                  <a:lnTo>
                    <a:pt x="886955" y="420241"/>
                  </a:lnTo>
                  <a:lnTo>
                    <a:pt x="887440" y="420278"/>
                  </a:lnTo>
                  <a:lnTo>
                    <a:pt x="887908" y="420699"/>
                  </a:lnTo>
                  <a:lnTo>
                    <a:pt x="888225" y="420938"/>
                  </a:lnTo>
                  <a:lnTo>
                    <a:pt x="888421" y="420922"/>
                  </a:lnTo>
                  <a:lnTo>
                    <a:pt x="889234" y="420729"/>
                  </a:lnTo>
                  <a:lnTo>
                    <a:pt x="889296" y="420465"/>
                  </a:lnTo>
                  <a:lnTo>
                    <a:pt x="889257" y="420027"/>
                  </a:lnTo>
                  <a:lnTo>
                    <a:pt x="889128" y="419675"/>
                  </a:lnTo>
                  <a:lnTo>
                    <a:pt x="888701" y="419262"/>
                  </a:lnTo>
                  <a:lnTo>
                    <a:pt x="888496" y="419123"/>
                  </a:lnTo>
                  <a:lnTo>
                    <a:pt x="888104" y="418877"/>
                  </a:lnTo>
                  <a:lnTo>
                    <a:pt x="887771" y="418507"/>
                  </a:lnTo>
                  <a:lnTo>
                    <a:pt x="887622" y="418341"/>
                  </a:lnTo>
                  <a:lnTo>
                    <a:pt x="887906" y="417981"/>
                  </a:lnTo>
                  <a:lnTo>
                    <a:pt x="888189" y="417960"/>
                  </a:lnTo>
                  <a:lnTo>
                    <a:pt x="888334" y="417676"/>
                  </a:lnTo>
                  <a:lnTo>
                    <a:pt x="888564" y="417390"/>
                  </a:lnTo>
                  <a:lnTo>
                    <a:pt x="889033" y="417692"/>
                  </a:lnTo>
                  <a:lnTo>
                    <a:pt x="889057" y="417865"/>
                  </a:lnTo>
                  <a:lnTo>
                    <a:pt x="889519" y="418695"/>
                  </a:lnTo>
                  <a:lnTo>
                    <a:pt x="889710" y="418688"/>
                  </a:lnTo>
                  <a:lnTo>
                    <a:pt x="890033" y="419110"/>
                  </a:lnTo>
                  <a:lnTo>
                    <a:pt x="890417" y="419307"/>
                  </a:lnTo>
                  <a:lnTo>
                    <a:pt x="891189" y="419375"/>
                  </a:lnTo>
                  <a:lnTo>
                    <a:pt x="891391" y="419308"/>
                  </a:lnTo>
                  <a:lnTo>
                    <a:pt x="892422" y="419322"/>
                  </a:lnTo>
                  <a:lnTo>
                    <a:pt x="892659" y="418976"/>
                  </a:lnTo>
                  <a:lnTo>
                    <a:pt x="892319" y="418472"/>
                  </a:lnTo>
                  <a:lnTo>
                    <a:pt x="891999" y="417854"/>
                  </a:lnTo>
                  <a:lnTo>
                    <a:pt x="892171" y="417391"/>
                  </a:lnTo>
                  <a:lnTo>
                    <a:pt x="892362" y="417053"/>
                  </a:lnTo>
                  <a:lnTo>
                    <a:pt x="892937" y="416171"/>
                  </a:lnTo>
                  <a:lnTo>
                    <a:pt x="892631" y="416092"/>
                  </a:lnTo>
                  <a:lnTo>
                    <a:pt x="890954" y="415674"/>
                  </a:lnTo>
                  <a:lnTo>
                    <a:pt x="890878" y="414610"/>
                  </a:lnTo>
                  <a:lnTo>
                    <a:pt x="890760" y="414213"/>
                  </a:lnTo>
                  <a:lnTo>
                    <a:pt x="890638" y="413544"/>
                  </a:lnTo>
                  <a:lnTo>
                    <a:pt x="890609" y="413321"/>
                  </a:lnTo>
                  <a:lnTo>
                    <a:pt x="890805" y="412815"/>
                  </a:lnTo>
                  <a:lnTo>
                    <a:pt x="890937" y="412489"/>
                  </a:lnTo>
                  <a:lnTo>
                    <a:pt x="891038" y="412272"/>
                  </a:lnTo>
                  <a:lnTo>
                    <a:pt x="891133" y="412084"/>
                  </a:lnTo>
                  <a:lnTo>
                    <a:pt x="891168" y="411612"/>
                  </a:lnTo>
                  <a:lnTo>
                    <a:pt x="891201" y="411396"/>
                  </a:lnTo>
                  <a:lnTo>
                    <a:pt x="891276" y="410975"/>
                  </a:lnTo>
                  <a:lnTo>
                    <a:pt x="891393" y="410727"/>
                  </a:lnTo>
                  <a:lnTo>
                    <a:pt x="891434" y="410199"/>
                  </a:lnTo>
                  <a:lnTo>
                    <a:pt x="891431" y="410047"/>
                  </a:lnTo>
                  <a:lnTo>
                    <a:pt x="891571" y="409622"/>
                  </a:lnTo>
                  <a:lnTo>
                    <a:pt x="891683" y="409299"/>
                  </a:lnTo>
                  <a:lnTo>
                    <a:pt x="891789" y="408815"/>
                  </a:lnTo>
                  <a:lnTo>
                    <a:pt x="891828" y="408626"/>
                  </a:lnTo>
                  <a:lnTo>
                    <a:pt x="891866" y="408408"/>
                  </a:lnTo>
                  <a:lnTo>
                    <a:pt x="891852" y="408072"/>
                  </a:lnTo>
                  <a:lnTo>
                    <a:pt x="892173" y="407443"/>
                  </a:lnTo>
                  <a:lnTo>
                    <a:pt x="892412" y="407338"/>
                  </a:lnTo>
                  <a:lnTo>
                    <a:pt x="892631" y="407322"/>
                  </a:lnTo>
                  <a:lnTo>
                    <a:pt x="893718" y="407006"/>
                  </a:lnTo>
                  <a:lnTo>
                    <a:pt x="893995" y="407105"/>
                  </a:lnTo>
                  <a:lnTo>
                    <a:pt x="894365" y="407548"/>
                  </a:lnTo>
                  <a:lnTo>
                    <a:pt x="894306" y="407741"/>
                  </a:lnTo>
                  <a:lnTo>
                    <a:pt x="895080" y="408335"/>
                  </a:lnTo>
                  <a:lnTo>
                    <a:pt x="895784" y="408483"/>
                  </a:lnTo>
                  <a:lnTo>
                    <a:pt x="896045" y="408230"/>
                  </a:lnTo>
                  <a:lnTo>
                    <a:pt x="896318" y="408083"/>
                  </a:lnTo>
                  <a:lnTo>
                    <a:pt x="896562" y="407976"/>
                  </a:lnTo>
                  <a:lnTo>
                    <a:pt x="896955" y="407497"/>
                  </a:lnTo>
                  <a:lnTo>
                    <a:pt x="897584" y="407474"/>
                  </a:lnTo>
                  <a:lnTo>
                    <a:pt x="897828" y="407189"/>
                  </a:lnTo>
                  <a:lnTo>
                    <a:pt x="897828" y="406505"/>
                  </a:lnTo>
                  <a:lnTo>
                    <a:pt x="897715" y="406190"/>
                  </a:lnTo>
                  <a:lnTo>
                    <a:pt x="897896" y="406125"/>
                  </a:lnTo>
                  <a:lnTo>
                    <a:pt x="897908" y="405720"/>
                  </a:lnTo>
                  <a:lnTo>
                    <a:pt x="897413" y="405288"/>
                  </a:lnTo>
                  <a:lnTo>
                    <a:pt x="897695" y="404849"/>
                  </a:lnTo>
                  <a:lnTo>
                    <a:pt x="897815" y="404072"/>
                  </a:lnTo>
                  <a:lnTo>
                    <a:pt x="897778" y="403765"/>
                  </a:lnTo>
                  <a:lnTo>
                    <a:pt x="897710" y="403586"/>
                  </a:lnTo>
                  <a:lnTo>
                    <a:pt x="897645" y="402906"/>
                  </a:lnTo>
                  <a:lnTo>
                    <a:pt x="897490" y="402854"/>
                  </a:lnTo>
                  <a:lnTo>
                    <a:pt x="897363" y="402648"/>
                  </a:lnTo>
                  <a:lnTo>
                    <a:pt x="897115" y="402113"/>
                  </a:lnTo>
                  <a:lnTo>
                    <a:pt x="897062" y="401837"/>
                  </a:lnTo>
                  <a:lnTo>
                    <a:pt x="897053" y="401595"/>
                  </a:lnTo>
                  <a:lnTo>
                    <a:pt x="896927" y="401387"/>
                  </a:lnTo>
                  <a:lnTo>
                    <a:pt x="896781" y="401300"/>
                  </a:lnTo>
                  <a:lnTo>
                    <a:pt x="896652" y="400596"/>
                  </a:lnTo>
                  <a:lnTo>
                    <a:pt x="896409" y="400246"/>
                  </a:lnTo>
                  <a:lnTo>
                    <a:pt x="896194" y="400186"/>
                  </a:lnTo>
                  <a:lnTo>
                    <a:pt x="895961" y="400191"/>
                  </a:lnTo>
                  <a:lnTo>
                    <a:pt x="895288" y="399855"/>
                  </a:lnTo>
                  <a:lnTo>
                    <a:pt x="894909" y="399973"/>
                  </a:lnTo>
                  <a:lnTo>
                    <a:pt x="894542" y="399973"/>
                  </a:lnTo>
                  <a:lnTo>
                    <a:pt x="894266" y="399619"/>
                  </a:lnTo>
                  <a:lnTo>
                    <a:pt x="894217" y="399374"/>
                  </a:lnTo>
                  <a:lnTo>
                    <a:pt x="894375" y="399184"/>
                  </a:lnTo>
                  <a:lnTo>
                    <a:pt x="894511" y="398865"/>
                  </a:lnTo>
                  <a:lnTo>
                    <a:pt x="894557" y="398302"/>
                  </a:lnTo>
                  <a:lnTo>
                    <a:pt x="894818" y="398108"/>
                  </a:lnTo>
                  <a:lnTo>
                    <a:pt x="895153" y="397878"/>
                  </a:lnTo>
                  <a:lnTo>
                    <a:pt x="895459" y="397650"/>
                  </a:lnTo>
                  <a:lnTo>
                    <a:pt x="895898" y="397214"/>
                  </a:lnTo>
                  <a:lnTo>
                    <a:pt x="896015" y="396994"/>
                  </a:lnTo>
                  <a:lnTo>
                    <a:pt x="896061" y="396748"/>
                  </a:lnTo>
                  <a:lnTo>
                    <a:pt x="896462" y="396222"/>
                  </a:lnTo>
                  <a:lnTo>
                    <a:pt x="896151" y="396201"/>
                  </a:lnTo>
                  <a:lnTo>
                    <a:pt x="895952" y="396137"/>
                  </a:lnTo>
                  <a:lnTo>
                    <a:pt x="895788" y="396075"/>
                  </a:lnTo>
                  <a:lnTo>
                    <a:pt x="895586" y="395786"/>
                  </a:lnTo>
                  <a:lnTo>
                    <a:pt x="895230" y="395706"/>
                  </a:lnTo>
                  <a:lnTo>
                    <a:pt x="894897" y="395547"/>
                  </a:lnTo>
                  <a:lnTo>
                    <a:pt x="894488" y="395553"/>
                  </a:lnTo>
                  <a:lnTo>
                    <a:pt x="893812" y="395492"/>
                  </a:lnTo>
                  <a:lnTo>
                    <a:pt x="893865" y="395033"/>
                  </a:lnTo>
                  <a:lnTo>
                    <a:pt x="893782" y="394475"/>
                  </a:lnTo>
                  <a:lnTo>
                    <a:pt x="893771" y="394295"/>
                  </a:lnTo>
                  <a:lnTo>
                    <a:pt x="893873" y="394018"/>
                  </a:lnTo>
                  <a:lnTo>
                    <a:pt x="893952" y="393845"/>
                  </a:lnTo>
                  <a:lnTo>
                    <a:pt x="894276" y="393249"/>
                  </a:lnTo>
                  <a:lnTo>
                    <a:pt x="894584" y="392980"/>
                  </a:lnTo>
                  <a:lnTo>
                    <a:pt x="894981" y="392908"/>
                  </a:lnTo>
                  <a:lnTo>
                    <a:pt x="895130" y="393153"/>
                  </a:lnTo>
                  <a:lnTo>
                    <a:pt x="895269" y="393451"/>
                  </a:lnTo>
                  <a:lnTo>
                    <a:pt x="895405" y="393627"/>
                  </a:lnTo>
                  <a:lnTo>
                    <a:pt x="895670" y="393769"/>
                  </a:lnTo>
                  <a:lnTo>
                    <a:pt x="895891" y="393830"/>
                  </a:lnTo>
                  <a:lnTo>
                    <a:pt x="896674" y="393393"/>
                  </a:lnTo>
                  <a:lnTo>
                    <a:pt x="896864" y="393207"/>
                  </a:lnTo>
                  <a:lnTo>
                    <a:pt x="897163" y="392983"/>
                  </a:lnTo>
                  <a:lnTo>
                    <a:pt x="897440" y="392924"/>
                  </a:lnTo>
                  <a:lnTo>
                    <a:pt x="897542" y="392542"/>
                  </a:lnTo>
                  <a:lnTo>
                    <a:pt x="897625" y="392286"/>
                  </a:lnTo>
                  <a:lnTo>
                    <a:pt x="897982" y="392119"/>
                  </a:lnTo>
                  <a:lnTo>
                    <a:pt x="898302" y="391979"/>
                  </a:lnTo>
                  <a:lnTo>
                    <a:pt x="898591" y="391902"/>
                  </a:lnTo>
                  <a:lnTo>
                    <a:pt x="898845" y="391790"/>
                  </a:lnTo>
                  <a:lnTo>
                    <a:pt x="899137" y="391658"/>
                  </a:lnTo>
                  <a:lnTo>
                    <a:pt x="899296" y="391669"/>
                  </a:lnTo>
                  <a:lnTo>
                    <a:pt x="899749" y="392218"/>
                  </a:lnTo>
                  <a:lnTo>
                    <a:pt x="899963" y="392534"/>
                  </a:lnTo>
                  <a:lnTo>
                    <a:pt x="899992" y="392678"/>
                  </a:lnTo>
                  <a:lnTo>
                    <a:pt x="900220" y="393548"/>
                  </a:lnTo>
                  <a:lnTo>
                    <a:pt x="900551" y="393952"/>
                  </a:lnTo>
                  <a:lnTo>
                    <a:pt x="900732" y="394011"/>
                  </a:lnTo>
                  <a:lnTo>
                    <a:pt x="901084" y="394117"/>
                  </a:lnTo>
                  <a:lnTo>
                    <a:pt x="901290" y="394308"/>
                  </a:lnTo>
                  <a:lnTo>
                    <a:pt x="902049" y="394516"/>
                  </a:lnTo>
                  <a:lnTo>
                    <a:pt x="902216" y="394515"/>
                  </a:lnTo>
                  <a:lnTo>
                    <a:pt x="902481" y="394868"/>
                  </a:lnTo>
                  <a:lnTo>
                    <a:pt x="902726" y="394944"/>
                  </a:lnTo>
                  <a:lnTo>
                    <a:pt x="903387" y="394770"/>
                  </a:lnTo>
                  <a:lnTo>
                    <a:pt x="903415" y="394617"/>
                  </a:lnTo>
                  <a:lnTo>
                    <a:pt x="903743" y="394326"/>
                  </a:lnTo>
                  <a:lnTo>
                    <a:pt x="903962" y="394435"/>
                  </a:lnTo>
                  <a:lnTo>
                    <a:pt x="904458" y="394656"/>
                  </a:lnTo>
                  <a:lnTo>
                    <a:pt x="904660" y="394674"/>
                  </a:lnTo>
                  <a:lnTo>
                    <a:pt x="905278" y="395004"/>
                  </a:lnTo>
                  <a:lnTo>
                    <a:pt x="905625" y="395046"/>
                  </a:lnTo>
                  <a:lnTo>
                    <a:pt x="905858" y="395059"/>
                  </a:lnTo>
                  <a:lnTo>
                    <a:pt x="906021" y="394803"/>
                  </a:lnTo>
                  <a:lnTo>
                    <a:pt x="906284" y="394852"/>
                  </a:lnTo>
                  <a:lnTo>
                    <a:pt x="906472" y="394962"/>
                  </a:lnTo>
                  <a:lnTo>
                    <a:pt x="906851" y="395003"/>
                  </a:lnTo>
                  <a:lnTo>
                    <a:pt x="907655" y="395258"/>
                  </a:lnTo>
                  <a:lnTo>
                    <a:pt x="907948" y="395010"/>
                  </a:lnTo>
                  <a:lnTo>
                    <a:pt x="908238" y="395001"/>
                  </a:lnTo>
                  <a:lnTo>
                    <a:pt x="908588" y="395087"/>
                  </a:lnTo>
                  <a:lnTo>
                    <a:pt x="908813" y="395171"/>
                  </a:lnTo>
                  <a:lnTo>
                    <a:pt x="909054" y="395234"/>
                  </a:lnTo>
                  <a:lnTo>
                    <a:pt x="909544" y="395329"/>
                  </a:lnTo>
                  <a:lnTo>
                    <a:pt x="910006" y="395265"/>
                  </a:lnTo>
                  <a:lnTo>
                    <a:pt x="910146" y="395107"/>
                  </a:lnTo>
                  <a:lnTo>
                    <a:pt x="910376" y="394850"/>
                  </a:lnTo>
                  <a:lnTo>
                    <a:pt x="910859" y="394887"/>
                  </a:lnTo>
                  <a:lnTo>
                    <a:pt x="911320" y="395094"/>
                  </a:lnTo>
                  <a:lnTo>
                    <a:pt x="912094" y="395057"/>
                  </a:lnTo>
                  <a:lnTo>
                    <a:pt x="912497" y="395012"/>
                  </a:lnTo>
                  <a:lnTo>
                    <a:pt x="912734" y="394870"/>
                  </a:lnTo>
                  <a:lnTo>
                    <a:pt x="913055" y="394917"/>
                  </a:lnTo>
                  <a:lnTo>
                    <a:pt x="913492" y="394716"/>
                  </a:lnTo>
                  <a:lnTo>
                    <a:pt x="913623" y="394707"/>
                  </a:lnTo>
                  <a:lnTo>
                    <a:pt x="914020" y="394679"/>
                  </a:lnTo>
                  <a:lnTo>
                    <a:pt x="914265" y="394815"/>
                  </a:lnTo>
                  <a:lnTo>
                    <a:pt x="914548" y="395365"/>
                  </a:lnTo>
                  <a:lnTo>
                    <a:pt x="914777" y="395426"/>
                  </a:lnTo>
                  <a:lnTo>
                    <a:pt x="915070" y="395276"/>
                  </a:lnTo>
                  <a:lnTo>
                    <a:pt x="915222" y="395224"/>
                  </a:lnTo>
                  <a:lnTo>
                    <a:pt x="915495" y="395277"/>
                  </a:lnTo>
                  <a:lnTo>
                    <a:pt x="915639" y="395186"/>
                  </a:lnTo>
                  <a:lnTo>
                    <a:pt x="915891" y="395243"/>
                  </a:lnTo>
                  <a:lnTo>
                    <a:pt x="916105" y="395946"/>
                  </a:lnTo>
                  <a:lnTo>
                    <a:pt x="916519" y="396370"/>
                  </a:lnTo>
                  <a:lnTo>
                    <a:pt x="916778" y="396237"/>
                  </a:lnTo>
                  <a:lnTo>
                    <a:pt x="917103" y="396327"/>
                  </a:lnTo>
                  <a:lnTo>
                    <a:pt x="917867" y="396131"/>
                  </a:lnTo>
                  <a:lnTo>
                    <a:pt x="918244" y="396435"/>
                  </a:lnTo>
                  <a:lnTo>
                    <a:pt x="918406" y="396497"/>
                  </a:lnTo>
                  <a:lnTo>
                    <a:pt x="918856" y="396778"/>
                  </a:lnTo>
                  <a:lnTo>
                    <a:pt x="919319" y="396803"/>
                  </a:lnTo>
                  <a:lnTo>
                    <a:pt x="919504" y="396959"/>
                  </a:lnTo>
                  <a:lnTo>
                    <a:pt x="919908" y="397099"/>
                  </a:lnTo>
                  <a:lnTo>
                    <a:pt x="920376" y="396973"/>
                  </a:lnTo>
                  <a:lnTo>
                    <a:pt x="920740" y="397023"/>
                  </a:lnTo>
                  <a:lnTo>
                    <a:pt x="921034" y="396879"/>
                  </a:lnTo>
                  <a:lnTo>
                    <a:pt x="921225" y="396957"/>
                  </a:lnTo>
                  <a:lnTo>
                    <a:pt x="921481" y="397171"/>
                  </a:lnTo>
                  <a:lnTo>
                    <a:pt x="921653" y="397177"/>
                  </a:lnTo>
                  <a:lnTo>
                    <a:pt x="922092" y="397227"/>
                  </a:lnTo>
                  <a:lnTo>
                    <a:pt x="922288" y="397276"/>
                  </a:lnTo>
                  <a:lnTo>
                    <a:pt x="922532" y="397351"/>
                  </a:lnTo>
                  <a:lnTo>
                    <a:pt x="922693" y="397453"/>
                  </a:lnTo>
                  <a:lnTo>
                    <a:pt x="922797" y="397711"/>
                  </a:lnTo>
                  <a:lnTo>
                    <a:pt x="923250" y="397840"/>
                  </a:lnTo>
                  <a:lnTo>
                    <a:pt x="923365" y="398028"/>
                  </a:lnTo>
                  <a:lnTo>
                    <a:pt x="923603" y="398083"/>
                  </a:lnTo>
                  <a:lnTo>
                    <a:pt x="923991" y="397864"/>
                  </a:lnTo>
                  <a:lnTo>
                    <a:pt x="924324" y="397981"/>
                  </a:lnTo>
                  <a:lnTo>
                    <a:pt x="924592" y="398242"/>
                  </a:lnTo>
                  <a:lnTo>
                    <a:pt x="924901" y="398232"/>
                  </a:lnTo>
                  <a:lnTo>
                    <a:pt x="925119" y="398323"/>
                  </a:lnTo>
                  <a:lnTo>
                    <a:pt x="925274" y="398598"/>
                  </a:lnTo>
                  <a:lnTo>
                    <a:pt x="925795" y="398923"/>
                  </a:lnTo>
                  <a:lnTo>
                    <a:pt x="925930" y="398983"/>
                  </a:lnTo>
                  <a:lnTo>
                    <a:pt x="926190" y="398985"/>
                  </a:lnTo>
                  <a:lnTo>
                    <a:pt x="926631" y="398961"/>
                  </a:lnTo>
                  <a:lnTo>
                    <a:pt x="926674" y="399092"/>
                  </a:lnTo>
                  <a:lnTo>
                    <a:pt x="926629" y="399391"/>
                  </a:lnTo>
                  <a:lnTo>
                    <a:pt x="926904" y="399640"/>
                  </a:lnTo>
                  <a:lnTo>
                    <a:pt x="927169" y="400166"/>
                  </a:lnTo>
                  <a:lnTo>
                    <a:pt x="927323" y="400242"/>
                  </a:lnTo>
                  <a:lnTo>
                    <a:pt x="927521" y="400207"/>
                  </a:lnTo>
                  <a:lnTo>
                    <a:pt x="927680" y="400179"/>
                  </a:lnTo>
                  <a:lnTo>
                    <a:pt x="927902" y="400201"/>
                  </a:lnTo>
                  <a:lnTo>
                    <a:pt x="928187" y="400562"/>
                  </a:lnTo>
                  <a:lnTo>
                    <a:pt x="928282" y="400757"/>
                  </a:lnTo>
                  <a:lnTo>
                    <a:pt x="928690" y="400836"/>
                  </a:lnTo>
                  <a:lnTo>
                    <a:pt x="928821" y="400829"/>
                  </a:lnTo>
                  <a:lnTo>
                    <a:pt x="928995" y="400780"/>
                  </a:lnTo>
                  <a:lnTo>
                    <a:pt x="929130" y="400988"/>
                  </a:lnTo>
                  <a:lnTo>
                    <a:pt x="928941" y="401127"/>
                  </a:lnTo>
                  <a:lnTo>
                    <a:pt x="928971" y="401383"/>
                  </a:lnTo>
                  <a:lnTo>
                    <a:pt x="929163" y="401623"/>
                  </a:lnTo>
                  <a:lnTo>
                    <a:pt x="929562" y="401803"/>
                  </a:lnTo>
                  <a:lnTo>
                    <a:pt x="929893" y="401755"/>
                  </a:lnTo>
                  <a:lnTo>
                    <a:pt x="930133" y="401605"/>
                  </a:lnTo>
                  <a:lnTo>
                    <a:pt x="930305" y="401977"/>
                  </a:lnTo>
                  <a:lnTo>
                    <a:pt x="930594" y="402198"/>
                  </a:lnTo>
                  <a:lnTo>
                    <a:pt x="930756" y="402158"/>
                  </a:lnTo>
                  <a:lnTo>
                    <a:pt x="931077" y="401966"/>
                  </a:lnTo>
                  <a:lnTo>
                    <a:pt x="931145" y="401832"/>
                  </a:lnTo>
                  <a:lnTo>
                    <a:pt x="931517" y="401733"/>
                  </a:lnTo>
                  <a:lnTo>
                    <a:pt x="931508" y="401901"/>
                  </a:lnTo>
                  <a:lnTo>
                    <a:pt x="931567" y="402300"/>
                  </a:lnTo>
                  <a:lnTo>
                    <a:pt x="931749" y="402310"/>
                  </a:lnTo>
                  <a:lnTo>
                    <a:pt x="932045" y="402561"/>
                  </a:lnTo>
                  <a:lnTo>
                    <a:pt x="932035" y="402838"/>
                  </a:lnTo>
                  <a:lnTo>
                    <a:pt x="932338" y="403020"/>
                  </a:lnTo>
                  <a:lnTo>
                    <a:pt x="932595" y="403114"/>
                  </a:lnTo>
                  <a:lnTo>
                    <a:pt x="932745" y="403120"/>
                  </a:lnTo>
                  <a:lnTo>
                    <a:pt x="933040" y="403045"/>
                  </a:lnTo>
                  <a:lnTo>
                    <a:pt x="933178" y="403041"/>
                  </a:lnTo>
                  <a:lnTo>
                    <a:pt x="933668" y="403243"/>
                  </a:lnTo>
                  <a:lnTo>
                    <a:pt x="933896" y="403404"/>
                  </a:lnTo>
                  <a:lnTo>
                    <a:pt x="934127" y="403622"/>
                  </a:lnTo>
                  <a:lnTo>
                    <a:pt x="934300" y="403961"/>
                  </a:lnTo>
                  <a:lnTo>
                    <a:pt x="934438" y="403964"/>
                  </a:lnTo>
                  <a:lnTo>
                    <a:pt x="934819" y="403902"/>
                  </a:lnTo>
                  <a:lnTo>
                    <a:pt x="934890" y="404065"/>
                  </a:lnTo>
                  <a:lnTo>
                    <a:pt x="934941" y="404334"/>
                  </a:lnTo>
                  <a:lnTo>
                    <a:pt x="935126" y="404572"/>
                  </a:lnTo>
                  <a:lnTo>
                    <a:pt x="935385" y="404670"/>
                  </a:lnTo>
                  <a:lnTo>
                    <a:pt x="935701" y="405054"/>
                  </a:lnTo>
                  <a:lnTo>
                    <a:pt x="935569" y="405487"/>
                  </a:lnTo>
                  <a:lnTo>
                    <a:pt x="935384" y="405697"/>
                  </a:lnTo>
                  <a:lnTo>
                    <a:pt x="935346" y="405838"/>
                  </a:lnTo>
                  <a:lnTo>
                    <a:pt x="935333" y="406048"/>
                  </a:lnTo>
                  <a:lnTo>
                    <a:pt x="935827" y="407909"/>
                  </a:lnTo>
                  <a:lnTo>
                    <a:pt x="936096" y="408506"/>
                  </a:lnTo>
                  <a:lnTo>
                    <a:pt x="936340" y="408848"/>
                  </a:lnTo>
                  <a:lnTo>
                    <a:pt x="936355" y="409122"/>
                  </a:lnTo>
                  <a:lnTo>
                    <a:pt x="936174" y="409239"/>
                  </a:lnTo>
                  <a:lnTo>
                    <a:pt x="935857" y="409437"/>
                  </a:lnTo>
                  <a:lnTo>
                    <a:pt x="935951" y="409698"/>
                  </a:lnTo>
                  <a:lnTo>
                    <a:pt x="936029" y="409878"/>
                  </a:lnTo>
                  <a:lnTo>
                    <a:pt x="935968" y="410223"/>
                  </a:lnTo>
                  <a:lnTo>
                    <a:pt x="935844" y="410635"/>
                  </a:lnTo>
                  <a:lnTo>
                    <a:pt x="935997" y="410714"/>
                  </a:lnTo>
                  <a:lnTo>
                    <a:pt x="936250" y="410908"/>
                  </a:lnTo>
                  <a:lnTo>
                    <a:pt x="936464" y="410970"/>
                  </a:lnTo>
                  <a:lnTo>
                    <a:pt x="936732" y="410976"/>
                  </a:lnTo>
                  <a:lnTo>
                    <a:pt x="936877" y="411034"/>
                  </a:lnTo>
                  <a:lnTo>
                    <a:pt x="937105" y="411284"/>
                  </a:lnTo>
                  <a:lnTo>
                    <a:pt x="937268" y="411582"/>
                  </a:lnTo>
                  <a:lnTo>
                    <a:pt x="937646" y="411870"/>
                  </a:lnTo>
                  <a:lnTo>
                    <a:pt x="937781" y="412010"/>
                  </a:lnTo>
                  <a:lnTo>
                    <a:pt x="938178" y="412725"/>
                  </a:lnTo>
                  <a:lnTo>
                    <a:pt x="938237" y="412878"/>
                  </a:lnTo>
                  <a:lnTo>
                    <a:pt x="938274" y="413156"/>
                  </a:lnTo>
                  <a:lnTo>
                    <a:pt x="938592" y="413501"/>
                  </a:lnTo>
                  <a:lnTo>
                    <a:pt x="938710" y="413974"/>
                  </a:lnTo>
                  <a:lnTo>
                    <a:pt x="938879" y="414279"/>
                  </a:lnTo>
                  <a:lnTo>
                    <a:pt x="939140" y="414751"/>
                  </a:lnTo>
                  <a:lnTo>
                    <a:pt x="939358" y="414978"/>
                  </a:lnTo>
                  <a:lnTo>
                    <a:pt x="939450" y="415145"/>
                  </a:lnTo>
                  <a:lnTo>
                    <a:pt x="939451" y="415323"/>
                  </a:lnTo>
                  <a:lnTo>
                    <a:pt x="939424" y="415478"/>
                  </a:lnTo>
                  <a:lnTo>
                    <a:pt x="939487" y="415627"/>
                  </a:lnTo>
                  <a:lnTo>
                    <a:pt x="939650" y="415889"/>
                  </a:lnTo>
                  <a:lnTo>
                    <a:pt x="939819" y="416684"/>
                  </a:lnTo>
                  <a:lnTo>
                    <a:pt x="939963" y="416632"/>
                  </a:lnTo>
                  <a:lnTo>
                    <a:pt x="940299" y="416566"/>
                  </a:lnTo>
                  <a:lnTo>
                    <a:pt x="940204" y="416856"/>
                  </a:lnTo>
                  <a:lnTo>
                    <a:pt x="940194" y="417006"/>
                  </a:lnTo>
                  <a:lnTo>
                    <a:pt x="940283" y="417274"/>
                  </a:lnTo>
                  <a:lnTo>
                    <a:pt x="940503" y="417287"/>
                  </a:lnTo>
                  <a:lnTo>
                    <a:pt x="940871" y="417310"/>
                  </a:lnTo>
                  <a:lnTo>
                    <a:pt x="941002" y="417371"/>
                  </a:lnTo>
                  <a:lnTo>
                    <a:pt x="941809" y="418214"/>
                  </a:lnTo>
                  <a:lnTo>
                    <a:pt x="941824" y="418537"/>
                  </a:lnTo>
                  <a:lnTo>
                    <a:pt x="942273" y="418491"/>
                  </a:lnTo>
                  <a:lnTo>
                    <a:pt x="942500" y="418661"/>
                  </a:lnTo>
                  <a:lnTo>
                    <a:pt x="942544" y="418852"/>
                  </a:lnTo>
                  <a:lnTo>
                    <a:pt x="942667" y="419027"/>
                  </a:lnTo>
                  <a:lnTo>
                    <a:pt x="943099" y="419334"/>
                  </a:lnTo>
                  <a:lnTo>
                    <a:pt x="943444" y="419708"/>
                  </a:lnTo>
                  <a:lnTo>
                    <a:pt x="944136" y="420379"/>
                  </a:lnTo>
                  <a:lnTo>
                    <a:pt x="944369" y="420567"/>
                  </a:lnTo>
                  <a:lnTo>
                    <a:pt x="944541" y="420706"/>
                  </a:lnTo>
                  <a:lnTo>
                    <a:pt x="944665" y="420988"/>
                  </a:lnTo>
                  <a:lnTo>
                    <a:pt x="944538" y="421148"/>
                  </a:lnTo>
                  <a:lnTo>
                    <a:pt x="944462" y="421356"/>
                  </a:lnTo>
                  <a:lnTo>
                    <a:pt x="944506" y="421777"/>
                  </a:lnTo>
                  <a:lnTo>
                    <a:pt x="944806" y="421965"/>
                  </a:lnTo>
                  <a:lnTo>
                    <a:pt x="945244" y="422150"/>
                  </a:lnTo>
                  <a:lnTo>
                    <a:pt x="945306" y="422372"/>
                  </a:lnTo>
                  <a:lnTo>
                    <a:pt x="945865" y="422629"/>
                  </a:lnTo>
                  <a:lnTo>
                    <a:pt x="945994" y="422769"/>
                  </a:lnTo>
                  <a:lnTo>
                    <a:pt x="946118" y="423045"/>
                  </a:lnTo>
                  <a:lnTo>
                    <a:pt x="946086" y="423191"/>
                  </a:lnTo>
                  <a:lnTo>
                    <a:pt x="945958" y="423287"/>
                  </a:lnTo>
                  <a:lnTo>
                    <a:pt x="945809" y="423587"/>
                  </a:lnTo>
                  <a:lnTo>
                    <a:pt x="945857" y="424060"/>
                  </a:lnTo>
                  <a:lnTo>
                    <a:pt x="945711" y="424247"/>
                  </a:lnTo>
                  <a:lnTo>
                    <a:pt x="945866" y="424587"/>
                  </a:lnTo>
                  <a:lnTo>
                    <a:pt x="945814" y="425535"/>
                  </a:lnTo>
                  <a:lnTo>
                    <a:pt x="945541" y="425790"/>
                  </a:lnTo>
                  <a:lnTo>
                    <a:pt x="945409" y="426294"/>
                  </a:lnTo>
                  <a:lnTo>
                    <a:pt x="945622" y="426530"/>
                  </a:lnTo>
                  <a:lnTo>
                    <a:pt x="946049" y="426638"/>
                  </a:lnTo>
                  <a:lnTo>
                    <a:pt x="946070" y="426774"/>
                  </a:lnTo>
                  <a:lnTo>
                    <a:pt x="945861" y="427426"/>
                  </a:lnTo>
                  <a:lnTo>
                    <a:pt x="945393" y="427699"/>
                  </a:lnTo>
                  <a:lnTo>
                    <a:pt x="944806" y="427912"/>
                  </a:lnTo>
                  <a:lnTo>
                    <a:pt x="944579" y="427994"/>
                  </a:lnTo>
                  <a:lnTo>
                    <a:pt x="944343" y="428803"/>
                  </a:lnTo>
                  <a:lnTo>
                    <a:pt x="944736" y="429181"/>
                  </a:lnTo>
                  <a:lnTo>
                    <a:pt x="944907" y="429425"/>
                  </a:lnTo>
                  <a:lnTo>
                    <a:pt x="944973" y="429911"/>
                  </a:lnTo>
                  <a:lnTo>
                    <a:pt x="944966" y="430181"/>
                  </a:lnTo>
                  <a:lnTo>
                    <a:pt x="945049" y="430426"/>
                  </a:lnTo>
                  <a:lnTo>
                    <a:pt x="945198" y="430712"/>
                  </a:lnTo>
                  <a:lnTo>
                    <a:pt x="945598" y="430937"/>
                  </a:lnTo>
                  <a:lnTo>
                    <a:pt x="945481" y="431172"/>
                  </a:lnTo>
                  <a:lnTo>
                    <a:pt x="945278" y="431297"/>
                  </a:lnTo>
                  <a:lnTo>
                    <a:pt x="945085" y="431690"/>
                  </a:lnTo>
                  <a:lnTo>
                    <a:pt x="945075" y="432206"/>
                  </a:lnTo>
                  <a:lnTo>
                    <a:pt x="945252" y="432415"/>
                  </a:lnTo>
                  <a:lnTo>
                    <a:pt x="945407" y="432345"/>
                  </a:lnTo>
                  <a:lnTo>
                    <a:pt x="945689" y="432350"/>
                  </a:lnTo>
                  <a:lnTo>
                    <a:pt x="946454" y="432518"/>
                  </a:lnTo>
                  <a:lnTo>
                    <a:pt x="946314" y="432747"/>
                  </a:lnTo>
                  <a:lnTo>
                    <a:pt x="946266" y="432887"/>
                  </a:lnTo>
                  <a:lnTo>
                    <a:pt x="946214" y="433037"/>
                  </a:lnTo>
                  <a:lnTo>
                    <a:pt x="946285" y="433215"/>
                  </a:lnTo>
                  <a:lnTo>
                    <a:pt x="946677" y="433728"/>
                  </a:lnTo>
                  <a:lnTo>
                    <a:pt x="947086" y="433844"/>
                  </a:lnTo>
                  <a:lnTo>
                    <a:pt x="947367" y="434051"/>
                  </a:lnTo>
                  <a:lnTo>
                    <a:pt x="947360" y="434246"/>
                  </a:lnTo>
                  <a:lnTo>
                    <a:pt x="947169" y="434309"/>
                  </a:lnTo>
                  <a:lnTo>
                    <a:pt x="947066" y="434630"/>
                  </a:lnTo>
                  <a:lnTo>
                    <a:pt x="947305" y="434987"/>
                  </a:lnTo>
                  <a:lnTo>
                    <a:pt x="947641" y="434991"/>
                  </a:lnTo>
                  <a:lnTo>
                    <a:pt x="948046" y="434920"/>
                  </a:lnTo>
                  <a:lnTo>
                    <a:pt x="948840" y="435498"/>
                  </a:lnTo>
                  <a:lnTo>
                    <a:pt x="949274" y="436200"/>
                  </a:lnTo>
                  <a:lnTo>
                    <a:pt x="949764" y="437212"/>
                  </a:lnTo>
                  <a:lnTo>
                    <a:pt x="950072" y="438233"/>
                  </a:lnTo>
                  <a:lnTo>
                    <a:pt x="950215" y="438494"/>
                  </a:lnTo>
                  <a:lnTo>
                    <a:pt x="950895" y="438591"/>
                  </a:lnTo>
                  <a:lnTo>
                    <a:pt x="951336" y="438426"/>
                  </a:lnTo>
                  <a:lnTo>
                    <a:pt x="951426" y="438697"/>
                  </a:lnTo>
                  <a:lnTo>
                    <a:pt x="951314" y="438926"/>
                  </a:lnTo>
                  <a:lnTo>
                    <a:pt x="951243" y="439085"/>
                  </a:lnTo>
                  <a:lnTo>
                    <a:pt x="951278" y="439410"/>
                  </a:lnTo>
                  <a:lnTo>
                    <a:pt x="951384" y="439552"/>
                  </a:lnTo>
                  <a:lnTo>
                    <a:pt x="951534" y="439638"/>
                  </a:lnTo>
                  <a:lnTo>
                    <a:pt x="951781" y="440101"/>
                  </a:lnTo>
                  <a:lnTo>
                    <a:pt x="951448" y="440355"/>
                  </a:lnTo>
                  <a:lnTo>
                    <a:pt x="951878" y="440591"/>
                  </a:lnTo>
                  <a:lnTo>
                    <a:pt x="951785" y="441029"/>
                  </a:lnTo>
                  <a:lnTo>
                    <a:pt x="951685" y="441509"/>
                  </a:lnTo>
                  <a:lnTo>
                    <a:pt x="951736" y="441743"/>
                  </a:lnTo>
                  <a:lnTo>
                    <a:pt x="952258" y="442282"/>
                  </a:lnTo>
                  <a:lnTo>
                    <a:pt x="952755" y="442621"/>
                  </a:lnTo>
                  <a:lnTo>
                    <a:pt x="952988" y="442758"/>
                  </a:lnTo>
                  <a:lnTo>
                    <a:pt x="953165" y="442826"/>
                  </a:lnTo>
                  <a:lnTo>
                    <a:pt x="953305" y="443102"/>
                  </a:lnTo>
                  <a:lnTo>
                    <a:pt x="953285" y="443349"/>
                  </a:lnTo>
                  <a:lnTo>
                    <a:pt x="953569" y="443570"/>
                  </a:lnTo>
                  <a:lnTo>
                    <a:pt x="953794" y="443932"/>
                  </a:lnTo>
                  <a:lnTo>
                    <a:pt x="953882" y="444086"/>
                  </a:lnTo>
                  <a:lnTo>
                    <a:pt x="954153" y="444318"/>
                  </a:lnTo>
                  <a:lnTo>
                    <a:pt x="954642" y="444989"/>
                  </a:lnTo>
                  <a:lnTo>
                    <a:pt x="954945" y="445268"/>
                  </a:lnTo>
                  <a:lnTo>
                    <a:pt x="955094" y="445234"/>
                  </a:lnTo>
                  <a:lnTo>
                    <a:pt x="955259" y="445164"/>
                  </a:lnTo>
                  <a:lnTo>
                    <a:pt x="955475" y="445209"/>
                  </a:lnTo>
                  <a:lnTo>
                    <a:pt x="955740" y="445393"/>
                  </a:lnTo>
                  <a:lnTo>
                    <a:pt x="955936" y="445695"/>
                  </a:lnTo>
                  <a:lnTo>
                    <a:pt x="956246" y="446028"/>
                  </a:lnTo>
                  <a:lnTo>
                    <a:pt x="956536" y="446437"/>
                  </a:lnTo>
                  <a:lnTo>
                    <a:pt x="956800" y="446496"/>
                  </a:lnTo>
                  <a:lnTo>
                    <a:pt x="957849" y="447351"/>
                  </a:lnTo>
                  <a:lnTo>
                    <a:pt x="958453" y="448096"/>
                  </a:lnTo>
                  <a:lnTo>
                    <a:pt x="958404" y="448240"/>
                  </a:lnTo>
                  <a:lnTo>
                    <a:pt x="958550" y="448593"/>
                  </a:lnTo>
                  <a:lnTo>
                    <a:pt x="958706" y="448686"/>
                  </a:lnTo>
                  <a:lnTo>
                    <a:pt x="959150" y="449272"/>
                  </a:lnTo>
                  <a:lnTo>
                    <a:pt x="960717" y="450569"/>
                  </a:lnTo>
                  <a:lnTo>
                    <a:pt x="961523" y="450891"/>
                  </a:lnTo>
                  <a:lnTo>
                    <a:pt x="962768" y="451515"/>
                  </a:lnTo>
                  <a:lnTo>
                    <a:pt x="963030" y="451786"/>
                  </a:lnTo>
                  <a:lnTo>
                    <a:pt x="963105" y="452113"/>
                  </a:lnTo>
                  <a:lnTo>
                    <a:pt x="963239" y="452384"/>
                  </a:lnTo>
                  <a:lnTo>
                    <a:pt x="963924" y="453003"/>
                  </a:lnTo>
                  <a:lnTo>
                    <a:pt x="964592" y="453333"/>
                  </a:lnTo>
                  <a:lnTo>
                    <a:pt x="964909" y="453401"/>
                  </a:lnTo>
                  <a:lnTo>
                    <a:pt x="965186" y="453573"/>
                  </a:lnTo>
                  <a:lnTo>
                    <a:pt x="965471" y="453910"/>
                  </a:lnTo>
                  <a:lnTo>
                    <a:pt x="965385" y="454505"/>
                  </a:lnTo>
                  <a:lnTo>
                    <a:pt x="965390" y="454683"/>
                  </a:lnTo>
                  <a:lnTo>
                    <a:pt x="965752" y="455038"/>
                  </a:lnTo>
                  <a:lnTo>
                    <a:pt x="965909" y="455043"/>
                  </a:lnTo>
                  <a:lnTo>
                    <a:pt x="966174" y="455206"/>
                  </a:lnTo>
                  <a:lnTo>
                    <a:pt x="966360" y="455398"/>
                  </a:lnTo>
                  <a:lnTo>
                    <a:pt x="966580" y="455682"/>
                  </a:lnTo>
                  <a:lnTo>
                    <a:pt x="966856" y="456067"/>
                  </a:lnTo>
                  <a:lnTo>
                    <a:pt x="967064" y="456442"/>
                  </a:lnTo>
                  <a:lnTo>
                    <a:pt x="967461" y="456808"/>
                  </a:lnTo>
                  <a:lnTo>
                    <a:pt x="967227" y="457192"/>
                  </a:lnTo>
                  <a:lnTo>
                    <a:pt x="966684" y="457708"/>
                  </a:lnTo>
                  <a:lnTo>
                    <a:pt x="966538" y="457819"/>
                  </a:lnTo>
                  <a:lnTo>
                    <a:pt x="966430" y="457958"/>
                  </a:lnTo>
                  <a:lnTo>
                    <a:pt x="966325" y="458095"/>
                  </a:lnTo>
                  <a:lnTo>
                    <a:pt x="966163" y="458548"/>
                  </a:lnTo>
                  <a:lnTo>
                    <a:pt x="965711" y="458741"/>
                  </a:lnTo>
                  <a:lnTo>
                    <a:pt x="965404" y="458821"/>
                  </a:lnTo>
                  <a:lnTo>
                    <a:pt x="965100" y="459115"/>
                  </a:lnTo>
                  <a:lnTo>
                    <a:pt x="964891" y="459536"/>
                  </a:lnTo>
                  <a:lnTo>
                    <a:pt x="964264" y="459886"/>
                  </a:lnTo>
                  <a:lnTo>
                    <a:pt x="964013" y="460192"/>
                  </a:lnTo>
                  <a:lnTo>
                    <a:pt x="963841" y="460461"/>
                  </a:lnTo>
                  <a:lnTo>
                    <a:pt x="963792" y="460620"/>
                  </a:lnTo>
                  <a:lnTo>
                    <a:pt x="963759" y="461534"/>
                  </a:lnTo>
                  <a:lnTo>
                    <a:pt x="963695" y="461767"/>
                  </a:lnTo>
                  <a:lnTo>
                    <a:pt x="963604" y="461980"/>
                  </a:lnTo>
                  <a:lnTo>
                    <a:pt x="963383" y="462240"/>
                  </a:lnTo>
                  <a:lnTo>
                    <a:pt x="962941" y="462693"/>
                  </a:lnTo>
                  <a:lnTo>
                    <a:pt x="962499" y="463132"/>
                  </a:lnTo>
                  <a:lnTo>
                    <a:pt x="962221" y="463608"/>
                  </a:lnTo>
                  <a:lnTo>
                    <a:pt x="962032" y="463563"/>
                  </a:lnTo>
                  <a:lnTo>
                    <a:pt x="961466" y="463101"/>
                  </a:lnTo>
                  <a:lnTo>
                    <a:pt x="960893" y="462842"/>
                  </a:lnTo>
                  <a:lnTo>
                    <a:pt x="960710" y="462711"/>
                  </a:lnTo>
                  <a:lnTo>
                    <a:pt x="960571" y="462565"/>
                  </a:lnTo>
                  <a:lnTo>
                    <a:pt x="960388" y="462181"/>
                  </a:lnTo>
                  <a:lnTo>
                    <a:pt x="960297" y="461944"/>
                  </a:lnTo>
                  <a:lnTo>
                    <a:pt x="960238" y="461632"/>
                  </a:lnTo>
                  <a:lnTo>
                    <a:pt x="960191" y="461393"/>
                  </a:lnTo>
                  <a:lnTo>
                    <a:pt x="959862" y="461068"/>
                  </a:lnTo>
                  <a:lnTo>
                    <a:pt x="959260" y="460565"/>
                  </a:lnTo>
                  <a:lnTo>
                    <a:pt x="958999" y="460084"/>
                  </a:lnTo>
                  <a:lnTo>
                    <a:pt x="958768" y="459659"/>
                  </a:lnTo>
                  <a:lnTo>
                    <a:pt x="958171" y="459072"/>
                  </a:lnTo>
                  <a:lnTo>
                    <a:pt x="957632" y="459012"/>
                  </a:lnTo>
                  <a:lnTo>
                    <a:pt x="956922" y="458812"/>
                  </a:lnTo>
                  <a:lnTo>
                    <a:pt x="956282" y="458755"/>
                  </a:lnTo>
                  <a:lnTo>
                    <a:pt x="955984" y="458752"/>
                  </a:lnTo>
                  <a:lnTo>
                    <a:pt x="955593" y="458964"/>
                  </a:lnTo>
                  <a:lnTo>
                    <a:pt x="955364" y="459170"/>
                  </a:lnTo>
                  <a:lnTo>
                    <a:pt x="955161" y="459481"/>
                  </a:lnTo>
                  <a:lnTo>
                    <a:pt x="955132" y="459695"/>
                  </a:lnTo>
                  <a:lnTo>
                    <a:pt x="955116" y="459866"/>
                  </a:lnTo>
                  <a:lnTo>
                    <a:pt x="954851" y="460335"/>
                  </a:lnTo>
                  <a:lnTo>
                    <a:pt x="954748" y="460462"/>
                  </a:lnTo>
                  <a:lnTo>
                    <a:pt x="954580" y="461353"/>
                  </a:lnTo>
                  <a:lnTo>
                    <a:pt x="954319" y="462279"/>
                  </a:lnTo>
                  <a:lnTo>
                    <a:pt x="954165" y="462633"/>
                  </a:lnTo>
                  <a:lnTo>
                    <a:pt x="954033" y="463183"/>
                  </a:lnTo>
                  <a:lnTo>
                    <a:pt x="954059" y="464240"/>
                  </a:lnTo>
                  <a:lnTo>
                    <a:pt x="954321" y="464729"/>
                  </a:lnTo>
                  <a:lnTo>
                    <a:pt x="954849" y="464808"/>
                  </a:lnTo>
                  <a:lnTo>
                    <a:pt x="954966" y="465041"/>
                  </a:lnTo>
                  <a:lnTo>
                    <a:pt x="954937" y="465538"/>
                  </a:lnTo>
                  <a:lnTo>
                    <a:pt x="954874" y="465995"/>
                  </a:lnTo>
                  <a:lnTo>
                    <a:pt x="954755" y="466232"/>
                  </a:lnTo>
                  <a:lnTo>
                    <a:pt x="954595" y="466427"/>
                  </a:lnTo>
                  <a:lnTo>
                    <a:pt x="954312" y="466563"/>
                  </a:lnTo>
                  <a:lnTo>
                    <a:pt x="953929" y="466678"/>
                  </a:lnTo>
                  <a:lnTo>
                    <a:pt x="953998" y="466899"/>
                  </a:lnTo>
                  <a:lnTo>
                    <a:pt x="954097" y="467061"/>
                  </a:lnTo>
                  <a:lnTo>
                    <a:pt x="954484" y="467265"/>
                  </a:lnTo>
                  <a:lnTo>
                    <a:pt x="954767" y="467343"/>
                  </a:lnTo>
                  <a:lnTo>
                    <a:pt x="955156" y="467309"/>
                  </a:lnTo>
                  <a:lnTo>
                    <a:pt x="955620" y="467316"/>
                  </a:lnTo>
                  <a:lnTo>
                    <a:pt x="955775" y="467373"/>
                  </a:lnTo>
                  <a:lnTo>
                    <a:pt x="955918" y="467579"/>
                  </a:lnTo>
                  <a:lnTo>
                    <a:pt x="955928" y="467826"/>
                  </a:lnTo>
                  <a:lnTo>
                    <a:pt x="956161" y="467922"/>
                  </a:lnTo>
                  <a:lnTo>
                    <a:pt x="956401" y="468020"/>
                  </a:lnTo>
                  <a:lnTo>
                    <a:pt x="956764" y="468243"/>
                  </a:lnTo>
                  <a:lnTo>
                    <a:pt x="957196" y="468575"/>
                  </a:lnTo>
                  <a:lnTo>
                    <a:pt x="957535" y="468958"/>
                  </a:lnTo>
                  <a:lnTo>
                    <a:pt x="957712" y="469288"/>
                  </a:lnTo>
                  <a:lnTo>
                    <a:pt x="958101" y="469834"/>
                  </a:lnTo>
                  <a:lnTo>
                    <a:pt x="958320" y="469892"/>
                  </a:lnTo>
                  <a:lnTo>
                    <a:pt x="958685" y="470210"/>
                  </a:lnTo>
                  <a:lnTo>
                    <a:pt x="959092" y="470627"/>
                  </a:lnTo>
                  <a:lnTo>
                    <a:pt x="959184" y="472516"/>
                  </a:lnTo>
                  <a:lnTo>
                    <a:pt x="959315" y="472727"/>
                  </a:lnTo>
                  <a:lnTo>
                    <a:pt x="959808" y="473209"/>
                  </a:lnTo>
                  <a:lnTo>
                    <a:pt x="960218" y="473388"/>
                  </a:lnTo>
                  <a:lnTo>
                    <a:pt x="960132" y="473945"/>
                  </a:lnTo>
                  <a:lnTo>
                    <a:pt x="960325" y="474309"/>
                  </a:lnTo>
                  <a:lnTo>
                    <a:pt x="961420" y="475190"/>
                  </a:lnTo>
                  <a:lnTo>
                    <a:pt x="961571" y="475135"/>
                  </a:lnTo>
                  <a:lnTo>
                    <a:pt x="961961" y="475216"/>
                  </a:lnTo>
                  <a:lnTo>
                    <a:pt x="962173" y="475365"/>
                  </a:lnTo>
                  <a:lnTo>
                    <a:pt x="962551" y="475955"/>
                  </a:lnTo>
                  <a:lnTo>
                    <a:pt x="963206" y="476363"/>
                  </a:lnTo>
                  <a:lnTo>
                    <a:pt x="963639" y="477212"/>
                  </a:lnTo>
                  <a:lnTo>
                    <a:pt x="963683" y="477340"/>
                  </a:lnTo>
                  <a:lnTo>
                    <a:pt x="963690" y="477569"/>
                  </a:lnTo>
                  <a:lnTo>
                    <a:pt x="963634" y="478052"/>
                  </a:lnTo>
                  <a:lnTo>
                    <a:pt x="963528" y="478318"/>
                  </a:lnTo>
                  <a:lnTo>
                    <a:pt x="963392" y="478530"/>
                  </a:lnTo>
                  <a:lnTo>
                    <a:pt x="963311" y="478760"/>
                  </a:lnTo>
                  <a:lnTo>
                    <a:pt x="963230" y="479308"/>
                  </a:lnTo>
                  <a:lnTo>
                    <a:pt x="963223" y="479541"/>
                  </a:lnTo>
                  <a:lnTo>
                    <a:pt x="963158" y="479859"/>
                  </a:lnTo>
                  <a:lnTo>
                    <a:pt x="962899" y="480325"/>
                  </a:lnTo>
                  <a:lnTo>
                    <a:pt x="962770" y="480501"/>
                  </a:lnTo>
                  <a:lnTo>
                    <a:pt x="962631" y="480638"/>
                  </a:lnTo>
                  <a:lnTo>
                    <a:pt x="962492" y="480848"/>
                  </a:lnTo>
                  <a:lnTo>
                    <a:pt x="962401" y="481003"/>
                  </a:lnTo>
                  <a:lnTo>
                    <a:pt x="962385" y="481143"/>
                  </a:lnTo>
                  <a:lnTo>
                    <a:pt x="962227" y="482029"/>
                  </a:lnTo>
                  <a:lnTo>
                    <a:pt x="962316" y="482167"/>
                  </a:lnTo>
                  <a:lnTo>
                    <a:pt x="962315" y="482496"/>
                  </a:lnTo>
                  <a:lnTo>
                    <a:pt x="962398" y="482685"/>
                  </a:lnTo>
                  <a:lnTo>
                    <a:pt x="962912" y="483185"/>
                  </a:lnTo>
                  <a:lnTo>
                    <a:pt x="963167" y="483434"/>
                  </a:lnTo>
                  <a:lnTo>
                    <a:pt x="963322" y="483534"/>
                  </a:lnTo>
                  <a:lnTo>
                    <a:pt x="963596" y="483656"/>
                  </a:lnTo>
                  <a:lnTo>
                    <a:pt x="963749" y="483724"/>
                  </a:lnTo>
                  <a:lnTo>
                    <a:pt x="963890" y="483760"/>
                  </a:lnTo>
                  <a:lnTo>
                    <a:pt x="964911" y="484578"/>
                  </a:lnTo>
                  <a:lnTo>
                    <a:pt x="965582" y="484957"/>
                  </a:lnTo>
                  <a:lnTo>
                    <a:pt x="965722" y="485083"/>
                  </a:lnTo>
                  <a:lnTo>
                    <a:pt x="965834" y="485360"/>
                  </a:lnTo>
                  <a:lnTo>
                    <a:pt x="965953" y="485657"/>
                  </a:lnTo>
                  <a:lnTo>
                    <a:pt x="965981" y="485920"/>
                  </a:lnTo>
                  <a:lnTo>
                    <a:pt x="966054" y="486109"/>
                  </a:lnTo>
                  <a:lnTo>
                    <a:pt x="966331" y="486203"/>
                  </a:lnTo>
                  <a:lnTo>
                    <a:pt x="966769" y="486216"/>
                  </a:lnTo>
                  <a:lnTo>
                    <a:pt x="967017" y="486442"/>
                  </a:lnTo>
                  <a:lnTo>
                    <a:pt x="967118" y="486686"/>
                  </a:lnTo>
                  <a:lnTo>
                    <a:pt x="967036" y="487114"/>
                  </a:lnTo>
                  <a:lnTo>
                    <a:pt x="967141" y="487531"/>
                  </a:lnTo>
                  <a:lnTo>
                    <a:pt x="967277" y="487711"/>
                  </a:lnTo>
                  <a:lnTo>
                    <a:pt x="967438" y="487697"/>
                  </a:lnTo>
                  <a:lnTo>
                    <a:pt x="967604" y="487799"/>
                  </a:lnTo>
                  <a:lnTo>
                    <a:pt x="967940" y="488140"/>
                  </a:lnTo>
                  <a:lnTo>
                    <a:pt x="968109" y="488428"/>
                  </a:lnTo>
                  <a:lnTo>
                    <a:pt x="968226" y="488576"/>
                  </a:lnTo>
                  <a:lnTo>
                    <a:pt x="968435" y="488697"/>
                  </a:lnTo>
                  <a:lnTo>
                    <a:pt x="968768" y="488737"/>
                  </a:lnTo>
                  <a:lnTo>
                    <a:pt x="969350" y="488912"/>
                  </a:lnTo>
                  <a:lnTo>
                    <a:pt x="970604" y="489365"/>
                  </a:lnTo>
                  <a:lnTo>
                    <a:pt x="970813" y="489609"/>
                  </a:lnTo>
                  <a:lnTo>
                    <a:pt x="970836" y="490038"/>
                  </a:lnTo>
                  <a:lnTo>
                    <a:pt x="970899" y="490698"/>
                  </a:lnTo>
                  <a:lnTo>
                    <a:pt x="971027" y="490989"/>
                  </a:lnTo>
                  <a:lnTo>
                    <a:pt x="971092" y="491303"/>
                  </a:lnTo>
                  <a:lnTo>
                    <a:pt x="971063" y="491558"/>
                  </a:lnTo>
                  <a:lnTo>
                    <a:pt x="970920" y="491801"/>
                  </a:lnTo>
                  <a:lnTo>
                    <a:pt x="970736" y="491904"/>
                  </a:lnTo>
                  <a:lnTo>
                    <a:pt x="970467" y="491981"/>
                  </a:lnTo>
                  <a:lnTo>
                    <a:pt x="970097" y="491997"/>
                  </a:lnTo>
                  <a:lnTo>
                    <a:pt x="969890" y="492088"/>
                  </a:lnTo>
                  <a:lnTo>
                    <a:pt x="969801" y="492234"/>
                  </a:lnTo>
                  <a:lnTo>
                    <a:pt x="969850" y="492416"/>
                  </a:lnTo>
                  <a:lnTo>
                    <a:pt x="969825" y="492577"/>
                  </a:lnTo>
                  <a:lnTo>
                    <a:pt x="969754" y="492729"/>
                  </a:lnTo>
                  <a:lnTo>
                    <a:pt x="969605" y="492862"/>
                  </a:lnTo>
                  <a:lnTo>
                    <a:pt x="969439" y="492921"/>
                  </a:lnTo>
                  <a:lnTo>
                    <a:pt x="969195" y="492923"/>
                  </a:lnTo>
                  <a:lnTo>
                    <a:pt x="969062" y="492953"/>
                  </a:lnTo>
                  <a:lnTo>
                    <a:pt x="968350" y="493264"/>
                  </a:lnTo>
                  <a:lnTo>
                    <a:pt x="968293" y="493513"/>
                  </a:lnTo>
                  <a:lnTo>
                    <a:pt x="968313" y="493739"/>
                  </a:lnTo>
                  <a:lnTo>
                    <a:pt x="968358" y="493990"/>
                  </a:lnTo>
                  <a:lnTo>
                    <a:pt x="968675" y="494951"/>
                  </a:lnTo>
                  <a:lnTo>
                    <a:pt x="968701" y="495284"/>
                  </a:lnTo>
                  <a:lnTo>
                    <a:pt x="968715" y="495460"/>
                  </a:lnTo>
                  <a:lnTo>
                    <a:pt x="968812" y="495769"/>
                  </a:lnTo>
                  <a:lnTo>
                    <a:pt x="969193" y="496328"/>
                  </a:lnTo>
                  <a:lnTo>
                    <a:pt x="969242" y="497247"/>
                  </a:lnTo>
                  <a:lnTo>
                    <a:pt x="969036" y="497572"/>
                  </a:lnTo>
                  <a:lnTo>
                    <a:pt x="969107" y="497958"/>
                  </a:lnTo>
                  <a:lnTo>
                    <a:pt x="969278" y="498124"/>
                  </a:lnTo>
                  <a:lnTo>
                    <a:pt x="969545" y="498381"/>
                  </a:lnTo>
                  <a:lnTo>
                    <a:pt x="969776" y="498414"/>
                  </a:lnTo>
                  <a:lnTo>
                    <a:pt x="970038" y="498657"/>
                  </a:lnTo>
                  <a:lnTo>
                    <a:pt x="970083" y="498914"/>
                  </a:lnTo>
                  <a:lnTo>
                    <a:pt x="970012" y="499188"/>
                  </a:lnTo>
                  <a:lnTo>
                    <a:pt x="969774" y="499583"/>
                  </a:lnTo>
                  <a:lnTo>
                    <a:pt x="969347" y="500166"/>
                  </a:lnTo>
                  <a:lnTo>
                    <a:pt x="969412" y="500525"/>
                  </a:lnTo>
                  <a:lnTo>
                    <a:pt x="969467" y="500836"/>
                  </a:lnTo>
                  <a:lnTo>
                    <a:pt x="969866" y="501201"/>
                  </a:lnTo>
                  <a:lnTo>
                    <a:pt x="969673" y="501900"/>
                  </a:lnTo>
                  <a:lnTo>
                    <a:pt x="969555" y="502393"/>
                  </a:lnTo>
                  <a:lnTo>
                    <a:pt x="969629" y="502829"/>
                  </a:lnTo>
                  <a:lnTo>
                    <a:pt x="969833" y="503266"/>
                  </a:lnTo>
                  <a:lnTo>
                    <a:pt x="970050" y="503503"/>
                  </a:lnTo>
                  <a:lnTo>
                    <a:pt x="970227" y="503822"/>
                  </a:lnTo>
                  <a:lnTo>
                    <a:pt x="970234" y="504022"/>
                  </a:lnTo>
                  <a:lnTo>
                    <a:pt x="970116" y="504396"/>
                  </a:lnTo>
                  <a:lnTo>
                    <a:pt x="970233" y="504901"/>
                  </a:lnTo>
                  <a:lnTo>
                    <a:pt x="970302" y="505048"/>
                  </a:lnTo>
                  <a:lnTo>
                    <a:pt x="971066" y="506268"/>
                  </a:lnTo>
                  <a:lnTo>
                    <a:pt x="971152" y="506456"/>
                  </a:lnTo>
                  <a:lnTo>
                    <a:pt x="971180" y="507116"/>
                  </a:lnTo>
                  <a:lnTo>
                    <a:pt x="971144" y="507549"/>
                  </a:lnTo>
                  <a:lnTo>
                    <a:pt x="971042" y="507697"/>
                  </a:lnTo>
                  <a:lnTo>
                    <a:pt x="971045" y="507933"/>
                  </a:lnTo>
                  <a:lnTo>
                    <a:pt x="971205" y="508793"/>
                  </a:lnTo>
                  <a:lnTo>
                    <a:pt x="971557" y="509257"/>
                  </a:lnTo>
                  <a:lnTo>
                    <a:pt x="971631" y="509676"/>
                  </a:lnTo>
                  <a:lnTo>
                    <a:pt x="971491" y="510348"/>
                  </a:lnTo>
                  <a:lnTo>
                    <a:pt x="971244" y="510497"/>
                  </a:lnTo>
                  <a:lnTo>
                    <a:pt x="971295" y="510807"/>
                  </a:lnTo>
                  <a:lnTo>
                    <a:pt x="971243" y="511099"/>
                  </a:lnTo>
                  <a:lnTo>
                    <a:pt x="971328" y="511448"/>
                  </a:lnTo>
                  <a:lnTo>
                    <a:pt x="971551" y="511757"/>
                  </a:lnTo>
                  <a:lnTo>
                    <a:pt x="971503" y="511960"/>
                  </a:lnTo>
                  <a:lnTo>
                    <a:pt x="971342" y="512210"/>
                  </a:lnTo>
                  <a:lnTo>
                    <a:pt x="971262" y="512498"/>
                  </a:lnTo>
                  <a:lnTo>
                    <a:pt x="971359" y="512840"/>
                  </a:lnTo>
                  <a:lnTo>
                    <a:pt x="971815" y="513258"/>
                  </a:lnTo>
                  <a:lnTo>
                    <a:pt x="971933" y="513491"/>
                  </a:lnTo>
                  <a:lnTo>
                    <a:pt x="971856" y="514146"/>
                  </a:lnTo>
                  <a:lnTo>
                    <a:pt x="971839" y="514829"/>
                  </a:lnTo>
                  <a:lnTo>
                    <a:pt x="971834" y="515015"/>
                  </a:lnTo>
                  <a:lnTo>
                    <a:pt x="971900" y="515239"/>
                  </a:lnTo>
                  <a:lnTo>
                    <a:pt x="972085" y="515469"/>
                  </a:lnTo>
                  <a:lnTo>
                    <a:pt x="972156" y="515672"/>
                  </a:lnTo>
                  <a:lnTo>
                    <a:pt x="972078" y="515958"/>
                  </a:lnTo>
                  <a:lnTo>
                    <a:pt x="971778" y="516412"/>
                  </a:lnTo>
                  <a:lnTo>
                    <a:pt x="971628" y="516567"/>
                  </a:lnTo>
                  <a:lnTo>
                    <a:pt x="971398" y="516760"/>
                  </a:lnTo>
                  <a:lnTo>
                    <a:pt x="971356" y="516913"/>
                  </a:lnTo>
                  <a:lnTo>
                    <a:pt x="971540" y="518167"/>
                  </a:lnTo>
                  <a:lnTo>
                    <a:pt x="971718" y="518511"/>
                  </a:lnTo>
                  <a:lnTo>
                    <a:pt x="972368" y="519037"/>
                  </a:lnTo>
                  <a:lnTo>
                    <a:pt x="972502" y="519254"/>
                  </a:lnTo>
                  <a:lnTo>
                    <a:pt x="972433" y="519707"/>
                  </a:lnTo>
                  <a:lnTo>
                    <a:pt x="972225" y="519958"/>
                  </a:lnTo>
                  <a:lnTo>
                    <a:pt x="972105" y="520225"/>
                  </a:lnTo>
                  <a:lnTo>
                    <a:pt x="972059" y="520429"/>
                  </a:lnTo>
                  <a:lnTo>
                    <a:pt x="971926" y="520807"/>
                  </a:lnTo>
                  <a:lnTo>
                    <a:pt x="971929" y="521002"/>
                  </a:lnTo>
                  <a:lnTo>
                    <a:pt x="971963" y="521158"/>
                  </a:lnTo>
                  <a:lnTo>
                    <a:pt x="972359" y="521549"/>
                  </a:lnTo>
                  <a:lnTo>
                    <a:pt x="972361" y="521734"/>
                  </a:lnTo>
                  <a:lnTo>
                    <a:pt x="972156" y="522280"/>
                  </a:lnTo>
                  <a:lnTo>
                    <a:pt x="972325" y="522582"/>
                  </a:lnTo>
                  <a:lnTo>
                    <a:pt x="972587" y="522658"/>
                  </a:lnTo>
                  <a:lnTo>
                    <a:pt x="972882" y="522680"/>
                  </a:lnTo>
                  <a:lnTo>
                    <a:pt x="973092" y="522769"/>
                  </a:lnTo>
                  <a:lnTo>
                    <a:pt x="973318" y="523031"/>
                  </a:lnTo>
                  <a:lnTo>
                    <a:pt x="973487" y="523413"/>
                  </a:lnTo>
                  <a:lnTo>
                    <a:pt x="973250" y="523956"/>
                  </a:lnTo>
                  <a:lnTo>
                    <a:pt x="973286" y="524244"/>
                  </a:lnTo>
                  <a:lnTo>
                    <a:pt x="973508" y="524485"/>
                  </a:lnTo>
                  <a:lnTo>
                    <a:pt x="973785" y="524882"/>
                  </a:lnTo>
                  <a:lnTo>
                    <a:pt x="974054" y="525099"/>
                  </a:lnTo>
                  <a:lnTo>
                    <a:pt x="974257" y="525556"/>
                  </a:lnTo>
                  <a:lnTo>
                    <a:pt x="974314" y="525751"/>
                  </a:lnTo>
                  <a:lnTo>
                    <a:pt x="974567" y="526029"/>
                  </a:lnTo>
                  <a:lnTo>
                    <a:pt x="974846" y="526268"/>
                  </a:lnTo>
                  <a:lnTo>
                    <a:pt x="974918" y="526460"/>
                  </a:lnTo>
                  <a:lnTo>
                    <a:pt x="974782" y="527190"/>
                  </a:lnTo>
                  <a:lnTo>
                    <a:pt x="974596" y="527608"/>
                  </a:lnTo>
                  <a:lnTo>
                    <a:pt x="974559" y="527742"/>
                  </a:lnTo>
                  <a:lnTo>
                    <a:pt x="974552" y="528085"/>
                  </a:lnTo>
                  <a:lnTo>
                    <a:pt x="974606" y="528221"/>
                  </a:lnTo>
                  <a:lnTo>
                    <a:pt x="974747" y="528591"/>
                  </a:lnTo>
                  <a:lnTo>
                    <a:pt x="974802" y="530692"/>
                  </a:lnTo>
                  <a:lnTo>
                    <a:pt x="974839" y="530836"/>
                  </a:lnTo>
                  <a:lnTo>
                    <a:pt x="975387" y="532966"/>
                  </a:lnTo>
                  <a:lnTo>
                    <a:pt x="975328" y="533208"/>
                  </a:lnTo>
                  <a:lnTo>
                    <a:pt x="975213" y="533684"/>
                  </a:lnTo>
                  <a:lnTo>
                    <a:pt x="975238" y="533947"/>
                  </a:lnTo>
                  <a:lnTo>
                    <a:pt x="975517" y="534246"/>
                  </a:lnTo>
                  <a:lnTo>
                    <a:pt x="975779" y="534328"/>
                  </a:lnTo>
                  <a:lnTo>
                    <a:pt x="976004" y="534395"/>
                  </a:lnTo>
                  <a:lnTo>
                    <a:pt x="976029" y="534535"/>
                  </a:lnTo>
                  <a:lnTo>
                    <a:pt x="975999" y="534672"/>
                  </a:lnTo>
                  <a:lnTo>
                    <a:pt x="975862" y="534887"/>
                  </a:lnTo>
                  <a:lnTo>
                    <a:pt x="975482" y="534990"/>
                  </a:lnTo>
                  <a:lnTo>
                    <a:pt x="975492" y="535559"/>
                  </a:lnTo>
                  <a:lnTo>
                    <a:pt x="975252" y="535934"/>
                  </a:lnTo>
                  <a:lnTo>
                    <a:pt x="975295" y="536131"/>
                  </a:lnTo>
                  <a:lnTo>
                    <a:pt x="975287" y="536461"/>
                  </a:lnTo>
                  <a:lnTo>
                    <a:pt x="975115" y="536690"/>
                  </a:lnTo>
                  <a:lnTo>
                    <a:pt x="974703" y="537211"/>
                  </a:lnTo>
                  <a:lnTo>
                    <a:pt x="974558" y="537630"/>
                  </a:lnTo>
                  <a:lnTo>
                    <a:pt x="974476" y="538121"/>
                  </a:lnTo>
                  <a:lnTo>
                    <a:pt x="974447" y="538289"/>
                  </a:lnTo>
                  <a:lnTo>
                    <a:pt x="974420" y="538445"/>
                  </a:lnTo>
                  <a:lnTo>
                    <a:pt x="974226" y="538640"/>
                  </a:lnTo>
                  <a:lnTo>
                    <a:pt x="973920" y="538861"/>
                  </a:lnTo>
                  <a:lnTo>
                    <a:pt x="973910" y="539551"/>
                  </a:lnTo>
                  <a:lnTo>
                    <a:pt x="973844" y="539839"/>
                  </a:lnTo>
                  <a:lnTo>
                    <a:pt x="973675" y="540187"/>
                  </a:lnTo>
                  <a:lnTo>
                    <a:pt x="973428" y="540515"/>
                  </a:lnTo>
                  <a:lnTo>
                    <a:pt x="973423" y="540816"/>
                  </a:lnTo>
                  <a:lnTo>
                    <a:pt x="973638" y="541503"/>
                  </a:lnTo>
                  <a:lnTo>
                    <a:pt x="973692" y="541945"/>
                  </a:lnTo>
                  <a:lnTo>
                    <a:pt x="973641" y="542182"/>
                  </a:lnTo>
                  <a:lnTo>
                    <a:pt x="973349" y="542671"/>
                  </a:lnTo>
                  <a:lnTo>
                    <a:pt x="973181" y="543914"/>
                  </a:lnTo>
                  <a:lnTo>
                    <a:pt x="973198" y="544211"/>
                  </a:lnTo>
                  <a:lnTo>
                    <a:pt x="973096" y="544499"/>
                  </a:lnTo>
                  <a:lnTo>
                    <a:pt x="972818" y="544948"/>
                  </a:lnTo>
                  <a:lnTo>
                    <a:pt x="972834" y="545512"/>
                  </a:lnTo>
                  <a:lnTo>
                    <a:pt x="972705" y="546832"/>
                  </a:lnTo>
                  <a:lnTo>
                    <a:pt x="972657" y="546995"/>
                  </a:lnTo>
                  <a:lnTo>
                    <a:pt x="972694" y="547421"/>
                  </a:lnTo>
                  <a:lnTo>
                    <a:pt x="972568" y="547844"/>
                  </a:lnTo>
                  <a:lnTo>
                    <a:pt x="972514" y="548023"/>
                  </a:lnTo>
                  <a:lnTo>
                    <a:pt x="972466" y="548186"/>
                  </a:lnTo>
                  <a:lnTo>
                    <a:pt x="972384" y="548896"/>
                  </a:lnTo>
                  <a:lnTo>
                    <a:pt x="972533" y="549164"/>
                  </a:lnTo>
                  <a:lnTo>
                    <a:pt x="972786" y="549401"/>
                  </a:lnTo>
                  <a:lnTo>
                    <a:pt x="972647" y="549684"/>
                  </a:lnTo>
                  <a:lnTo>
                    <a:pt x="972725" y="549855"/>
                  </a:lnTo>
                  <a:lnTo>
                    <a:pt x="972936" y="550026"/>
                  </a:lnTo>
                  <a:lnTo>
                    <a:pt x="973089" y="550211"/>
                  </a:lnTo>
                  <a:lnTo>
                    <a:pt x="973317" y="550655"/>
                  </a:lnTo>
                  <a:lnTo>
                    <a:pt x="973438" y="551080"/>
                  </a:lnTo>
                  <a:lnTo>
                    <a:pt x="973386" y="551215"/>
                  </a:lnTo>
                  <a:lnTo>
                    <a:pt x="973373" y="551407"/>
                  </a:lnTo>
                  <a:lnTo>
                    <a:pt x="973511" y="551830"/>
                  </a:lnTo>
                  <a:lnTo>
                    <a:pt x="973942" y="552215"/>
                  </a:lnTo>
                  <a:lnTo>
                    <a:pt x="974093" y="552378"/>
                  </a:lnTo>
                  <a:lnTo>
                    <a:pt x="974292" y="552596"/>
                  </a:lnTo>
                  <a:lnTo>
                    <a:pt x="974543" y="553083"/>
                  </a:lnTo>
                  <a:lnTo>
                    <a:pt x="974804" y="553807"/>
                  </a:lnTo>
                  <a:lnTo>
                    <a:pt x="975044" y="553944"/>
                  </a:lnTo>
                  <a:lnTo>
                    <a:pt x="975252" y="554238"/>
                  </a:lnTo>
                  <a:lnTo>
                    <a:pt x="975241" y="554914"/>
                  </a:lnTo>
                  <a:lnTo>
                    <a:pt x="975237" y="555147"/>
                  </a:lnTo>
                  <a:lnTo>
                    <a:pt x="974988" y="556069"/>
                  </a:lnTo>
                  <a:lnTo>
                    <a:pt x="974979" y="556260"/>
                  </a:lnTo>
                  <a:lnTo>
                    <a:pt x="975254" y="557303"/>
                  </a:lnTo>
                  <a:lnTo>
                    <a:pt x="975278" y="557866"/>
                  </a:lnTo>
                  <a:lnTo>
                    <a:pt x="975300" y="558353"/>
                  </a:lnTo>
                  <a:lnTo>
                    <a:pt x="975607" y="558622"/>
                  </a:lnTo>
                  <a:lnTo>
                    <a:pt x="975742" y="558871"/>
                  </a:lnTo>
                  <a:lnTo>
                    <a:pt x="975712" y="559167"/>
                  </a:lnTo>
                  <a:lnTo>
                    <a:pt x="975535" y="559482"/>
                  </a:lnTo>
                  <a:lnTo>
                    <a:pt x="975613" y="560145"/>
                  </a:lnTo>
                  <a:lnTo>
                    <a:pt x="975788" y="560428"/>
                  </a:lnTo>
                  <a:lnTo>
                    <a:pt x="975606" y="560980"/>
                  </a:lnTo>
                  <a:lnTo>
                    <a:pt x="975847" y="561460"/>
                  </a:lnTo>
                  <a:lnTo>
                    <a:pt x="975950" y="561892"/>
                  </a:lnTo>
                  <a:lnTo>
                    <a:pt x="975522" y="562190"/>
                  </a:lnTo>
                  <a:lnTo>
                    <a:pt x="975693" y="562295"/>
                  </a:lnTo>
                  <a:lnTo>
                    <a:pt x="975840" y="563359"/>
                  </a:lnTo>
                  <a:lnTo>
                    <a:pt x="975935" y="563870"/>
                  </a:lnTo>
                  <a:lnTo>
                    <a:pt x="975819" y="564087"/>
                  </a:lnTo>
                  <a:lnTo>
                    <a:pt x="975795" y="564261"/>
                  </a:lnTo>
                  <a:lnTo>
                    <a:pt x="976030" y="566611"/>
                  </a:lnTo>
                  <a:lnTo>
                    <a:pt x="976120" y="566928"/>
                  </a:lnTo>
                  <a:lnTo>
                    <a:pt x="976227" y="567105"/>
                  </a:lnTo>
                  <a:lnTo>
                    <a:pt x="976375" y="567529"/>
                  </a:lnTo>
                  <a:lnTo>
                    <a:pt x="976014" y="568437"/>
                  </a:lnTo>
                  <a:lnTo>
                    <a:pt x="976178" y="568559"/>
                  </a:lnTo>
                  <a:lnTo>
                    <a:pt x="976419" y="568687"/>
                  </a:lnTo>
                  <a:lnTo>
                    <a:pt x="976694" y="568761"/>
                  </a:lnTo>
                  <a:lnTo>
                    <a:pt x="976876" y="568877"/>
                  </a:lnTo>
                  <a:lnTo>
                    <a:pt x="977329" y="569587"/>
                  </a:lnTo>
                  <a:lnTo>
                    <a:pt x="977318" y="569721"/>
                  </a:lnTo>
                  <a:lnTo>
                    <a:pt x="977225" y="569948"/>
                  </a:lnTo>
                  <a:lnTo>
                    <a:pt x="977265" y="570153"/>
                  </a:lnTo>
                  <a:lnTo>
                    <a:pt x="977966" y="571031"/>
                  </a:lnTo>
                  <a:lnTo>
                    <a:pt x="978227" y="571423"/>
                  </a:lnTo>
                  <a:lnTo>
                    <a:pt x="978280" y="571640"/>
                  </a:lnTo>
                  <a:lnTo>
                    <a:pt x="978185" y="572562"/>
                  </a:lnTo>
                  <a:lnTo>
                    <a:pt x="977095" y="572507"/>
                  </a:lnTo>
                  <a:lnTo>
                    <a:pt x="976455" y="573000"/>
                  </a:lnTo>
                  <a:lnTo>
                    <a:pt x="976376" y="573131"/>
                  </a:lnTo>
                  <a:lnTo>
                    <a:pt x="975011" y="573310"/>
                  </a:lnTo>
                  <a:lnTo>
                    <a:pt x="974755" y="573258"/>
                  </a:lnTo>
                  <a:lnTo>
                    <a:pt x="974534" y="573283"/>
                  </a:lnTo>
                  <a:lnTo>
                    <a:pt x="974033" y="573640"/>
                  </a:lnTo>
                  <a:lnTo>
                    <a:pt x="973979" y="573869"/>
                  </a:lnTo>
                  <a:lnTo>
                    <a:pt x="973339" y="573847"/>
                  </a:lnTo>
                  <a:lnTo>
                    <a:pt x="972481" y="573575"/>
                  </a:lnTo>
                  <a:lnTo>
                    <a:pt x="971976" y="573489"/>
                  </a:lnTo>
                  <a:lnTo>
                    <a:pt x="971621" y="573454"/>
                  </a:lnTo>
                  <a:lnTo>
                    <a:pt x="971534" y="574773"/>
                  </a:lnTo>
                  <a:lnTo>
                    <a:pt x="971297" y="574857"/>
                  </a:lnTo>
                  <a:lnTo>
                    <a:pt x="970981" y="575132"/>
                  </a:lnTo>
                  <a:lnTo>
                    <a:pt x="970957" y="575511"/>
                  </a:lnTo>
                  <a:lnTo>
                    <a:pt x="971005" y="576585"/>
                  </a:lnTo>
                  <a:lnTo>
                    <a:pt x="971260" y="577462"/>
                  </a:lnTo>
                  <a:lnTo>
                    <a:pt x="971800" y="578150"/>
                  </a:lnTo>
                  <a:lnTo>
                    <a:pt x="972432" y="578805"/>
                  </a:lnTo>
                  <a:lnTo>
                    <a:pt x="972588" y="579110"/>
                  </a:lnTo>
                  <a:lnTo>
                    <a:pt x="973092" y="580247"/>
                  </a:lnTo>
                  <a:lnTo>
                    <a:pt x="973396" y="581233"/>
                  </a:lnTo>
                  <a:lnTo>
                    <a:pt x="973496" y="581625"/>
                  </a:lnTo>
                  <a:lnTo>
                    <a:pt x="973524" y="582305"/>
                  </a:lnTo>
                  <a:lnTo>
                    <a:pt x="973201" y="582745"/>
                  </a:lnTo>
                  <a:lnTo>
                    <a:pt x="972954" y="582901"/>
                  </a:lnTo>
                  <a:lnTo>
                    <a:pt x="972820" y="582955"/>
                  </a:lnTo>
                  <a:lnTo>
                    <a:pt x="972551" y="582979"/>
                  </a:lnTo>
                  <a:lnTo>
                    <a:pt x="971043" y="584026"/>
                  </a:lnTo>
                  <a:lnTo>
                    <a:pt x="970789" y="584633"/>
                  </a:lnTo>
                  <a:lnTo>
                    <a:pt x="970191" y="585272"/>
                  </a:lnTo>
                  <a:lnTo>
                    <a:pt x="969961" y="585259"/>
                  </a:lnTo>
                  <a:lnTo>
                    <a:pt x="969701" y="585290"/>
                  </a:lnTo>
                  <a:lnTo>
                    <a:pt x="969426" y="585464"/>
                  </a:lnTo>
                  <a:lnTo>
                    <a:pt x="969266" y="585678"/>
                  </a:lnTo>
                  <a:lnTo>
                    <a:pt x="969224" y="585811"/>
                  </a:lnTo>
                  <a:lnTo>
                    <a:pt x="969070" y="587241"/>
                  </a:lnTo>
                  <a:lnTo>
                    <a:pt x="969089" y="587967"/>
                  </a:lnTo>
                  <a:lnTo>
                    <a:pt x="969013" y="588760"/>
                  </a:lnTo>
                  <a:lnTo>
                    <a:pt x="968940" y="588947"/>
                  </a:lnTo>
                  <a:lnTo>
                    <a:pt x="968704" y="589406"/>
                  </a:lnTo>
                  <a:lnTo>
                    <a:pt x="968892" y="590500"/>
                  </a:lnTo>
                  <a:lnTo>
                    <a:pt x="970488" y="591339"/>
                  </a:lnTo>
                  <a:lnTo>
                    <a:pt x="970846" y="591378"/>
                  </a:lnTo>
                  <a:lnTo>
                    <a:pt x="971190" y="591215"/>
                  </a:lnTo>
                  <a:lnTo>
                    <a:pt x="971338" y="591330"/>
                  </a:lnTo>
                  <a:lnTo>
                    <a:pt x="971532" y="591575"/>
                  </a:lnTo>
                  <a:lnTo>
                    <a:pt x="971605" y="591929"/>
                  </a:lnTo>
                  <a:lnTo>
                    <a:pt x="971443" y="592242"/>
                  </a:lnTo>
                  <a:lnTo>
                    <a:pt x="971135" y="592438"/>
                  </a:lnTo>
                  <a:lnTo>
                    <a:pt x="971338" y="592990"/>
                  </a:lnTo>
                  <a:lnTo>
                    <a:pt x="971505" y="593466"/>
                  </a:lnTo>
                  <a:lnTo>
                    <a:pt x="971408" y="593666"/>
                  </a:lnTo>
                  <a:lnTo>
                    <a:pt x="971212" y="593713"/>
                  </a:lnTo>
                  <a:lnTo>
                    <a:pt x="970262" y="593824"/>
                  </a:lnTo>
                  <a:lnTo>
                    <a:pt x="969963" y="593864"/>
                  </a:lnTo>
                  <a:lnTo>
                    <a:pt x="969700" y="593806"/>
                  </a:lnTo>
                  <a:lnTo>
                    <a:pt x="969455" y="593949"/>
                  </a:lnTo>
                  <a:lnTo>
                    <a:pt x="969208" y="594110"/>
                  </a:lnTo>
                  <a:lnTo>
                    <a:pt x="969171" y="594514"/>
                  </a:lnTo>
                  <a:lnTo>
                    <a:pt x="969118" y="594788"/>
                  </a:lnTo>
                  <a:lnTo>
                    <a:pt x="968617" y="595179"/>
                  </a:lnTo>
                  <a:lnTo>
                    <a:pt x="967941" y="595177"/>
                  </a:lnTo>
                  <a:lnTo>
                    <a:pt x="967634" y="594949"/>
                  </a:lnTo>
                  <a:lnTo>
                    <a:pt x="967122" y="594777"/>
                  </a:lnTo>
                  <a:lnTo>
                    <a:pt x="966748" y="594699"/>
                  </a:lnTo>
                  <a:lnTo>
                    <a:pt x="966412" y="594889"/>
                  </a:lnTo>
                  <a:lnTo>
                    <a:pt x="966270" y="595009"/>
                  </a:lnTo>
                  <a:lnTo>
                    <a:pt x="966119" y="595197"/>
                  </a:lnTo>
                  <a:lnTo>
                    <a:pt x="965933" y="595272"/>
                  </a:lnTo>
                  <a:lnTo>
                    <a:pt x="965779" y="595273"/>
                  </a:lnTo>
                  <a:lnTo>
                    <a:pt x="965203" y="595069"/>
                  </a:lnTo>
                  <a:lnTo>
                    <a:pt x="964607" y="594019"/>
                  </a:lnTo>
                  <a:lnTo>
                    <a:pt x="964759" y="593173"/>
                  </a:lnTo>
                  <a:lnTo>
                    <a:pt x="964722" y="592729"/>
                  </a:lnTo>
                  <a:lnTo>
                    <a:pt x="964402" y="591639"/>
                  </a:lnTo>
                  <a:lnTo>
                    <a:pt x="964397" y="591008"/>
                  </a:lnTo>
                  <a:lnTo>
                    <a:pt x="964356" y="590437"/>
                  </a:lnTo>
                  <a:lnTo>
                    <a:pt x="964153" y="589354"/>
                  </a:lnTo>
                  <a:lnTo>
                    <a:pt x="963836" y="588264"/>
                  </a:lnTo>
                  <a:lnTo>
                    <a:pt x="963976" y="587904"/>
                  </a:lnTo>
                  <a:lnTo>
                    <a:pt x="964086" y="587283"/>
                  </a:lnTo>
                  <a:lnTo>
                    <a:pt x="963350" y="585979"/>
                  </a:lnTo>
                  <a:lnTo>
                    <a:pt x="962887" y="584956"/>
                  </a:lnTo>
                  <a:lnTo>
                    <a:pt x="962543" y="584488"/>
                  </a:lnTo>
                  <a:lnTo>
                    <a:pt x="961794" y="584122"/>
                  </a:lnTo>
                  <a:lnTo>
                    <a:pt x="961667" y="584142"/>
                  </a:lnTo>
                  <a:lnTo>
                    <a:pt x="961283" y="584289"/>
                  </a:lnTo>
                  <a:lnTo>
                    <a:pt x="961206" y="584456"/>
                  </a:lnTo>
                  <a:lnTo>
                    <a:pt x="960811" y="584872"/>
                  </a:lnTo>
                  <a:lnTo>
                    <a:pt x="960322" y="585106"/>
                  </a:lnTo>
                  <a:lnTo>
                    <a:pt x="959819" y="585382"/>
                  </a:lnTo>
                  <a:lnTo>
                    <a:pt x="959452" y="585629"/>
                  </a:lnTo>
                  <a:lnTo>
                    <a:pt x="959306" y="586002"/>
                  </a:lnTo>
                  <a:lnTo>
                    <a:pt x="959099" y="586222"/>
                  </a:lnTo>
                  <a:lnTo>
                    <a:pt x="958808" y="586412"/>
                  </a:lnTo>
                  <a:lnTo>
                    <a:pt x="958099" y="586183"/>
                  </a:lnTo>
                  <a:lnTo>
                    <a:pt x="957891" y="586094"/>
                  </a:lnTo>
                  <a:lnTo>
                    <a:pt x="956404" y="585748"/>
                  </a:lnTo>
                  <a:lnTo>
                    <a:pt x="956066" y="585762"/>
                  </a:lnTo>
                  <a:lnTo>
                    <a:pt x="955572" y="585823"/>
                  </a:lnTo>
                  <a:lnTo>
                    <a:pt x="955305" y="585979"/>
                  </a:lnTo>
                  <a:lnTo>
                    <a:pt x="955277" y="586184"/>
                  </a:lnTo>
                  <a:lnTo>
                    <a:pt x="955270" y="586677"/>
                  </a:lnTo>
                  <a:lnTo>
                    <a:pt x="955948" y="587902"/>
                  </a:lnTo>
                  <a:lnTo>
                    <a:pt x="956208" y="588200"/>
                  </a:lnTo>
                  <a:lnTo>
                    <a:pt x="956605" y="588195"/>
                  </a:lnTo>
                  <a:lnTo>
                    <a:pt x="956586" y="588358"/>
                  </a:lnTo>
                  <a:lnTo>
                    <a:pt x="956219" y="588819"/>
                  </a:lnTo>
                  <a:lnTo>
                    <a:pt x="956140" y="588991"/>
                  </a:lnTo>
                  <a:lnTo>
                    <a:pt x="955937" y="590216"/>
                  </a:lnTo>
                  <a:lnTo>
                    <a:pt x="956097" y="590739"/>
                  </a:lnTo>
                  <a:lnTo>
                    <a:pt x="956388" y="592087"/>
                  </a:lnTo>
                  <a:lnTo>
                    <a:pt x="956561" y="592377"/>
                  </a:lnTo>
                  <a:lnTo>
                    <a:pt x="956767" y="593162"/>
                  </a:lnTo>
                  <a:lnTo>
                    <a:pt x="956710" y="593484"/>
                  </a:lnTo>
                  <a:lnTo>
                    <a:pt x="956632" y="593749"/>
                  </a:lnTo>
                  <a:lnTo>
                    <a:pt x="956411" y="594115"/>
                  </a:lnTo>
                  <a:lnTo>
                    <a:pt x="956369" y="594347"/>
                  </a:lnTo>
                  <a:lnTo>
                    <a:pt x="956356" y="594567"/>
                  </a:lnTo>
                  <a:lnTo>
                    <a:pt x="956453" y="594895"/>
                  </a:lnTo>
                  <a:lnTo>
                    <a:pt x="956709" y="595261"/>
                  </a:lnTo>
                  <a:lnTo>
                    <a:pt x="956996" y="595982"/>
                  </a:lnTo>
                  <a:lnTo>
                    <a:pt x="957216" y="596132"/>
                  </a:lnTo>
                  <a:lnTo>
                    <a:pt x="957604" y="596733"/>
                  </a:lnTo>
                  <a:lnTo>
                    <a:pt x="957467" y="597200"/>
                  </a:lnTo>
                  <a:lnTo>
                    <a:pt x="957437" y="597404"/>
                  </a:lnTo>
                  <a:lnTo>
                    <a:pt x="957561" y="597618"/>
                  </a:lnTo>
                  <a:lnTo>
                    <a:pt x="957788" y="597766"/>
                  </a:lnTo>
                  <a:lnTo>
                    <a:pt x="957710" y="598496"/>
                  </a:lnTo>
                  <a:lnTo>
                    <a:pt x="957676" y="598693"/>
                  </a:lnTo>
                  <a:lnTo>
                    <a:pt x="957697" y="598871"/>
                  </a:lnTo>
                  <a:lnTo>
                    <a:pt x="957740" y="599002"/>
                  </a:lnTo>
                  <a:lnTo>
                    <a:pt x="957518" y="599321"/>
                  </a:lnTo>
                  <a:lnTo>
                    <a:pt x="956870" y="599962"/>
                  </a:lnTo>
                  <a:lnTo>
                    <a:pt x="956484" y="600270"/>
                  </a:lnTo>
                  <a:lnTo>
                    <a:pt x="956169" y="600342"/>
                  </a:lnTo>
                  <a:lnTo>
                    <a:pt x="955715" y="600625"/>
                  </a:lnTo>
                  <a:lnTo>
                    <a:pt x="955550" y="600817"/>
                  </a:lnTo>
                  <a:lnTo>
                    <a:pt x="955488" y="601106"/>
                  </a:lnTo>
                  <a:lnTo>
                    <a:pt x="955391" y="601349"/>
                  </a:lnTo>
                  <a:lnTo>
                    <a:pt x="954481" y="601617"/>
                  </a:lnTo>
                  <a:lnTo>
                    <a:pt x="954106" y="601460"/>
                  </a:lnTo>
                  <a:lnTo>
                    <a:pt x="953624" y="601623"/>
                  </a:lnTo>
                  <a:lnTo>
                    <a:pt x="953723" y="602229"/>
                  </a:lnTo>
                  <a:lnTo>
                    <a:pt x="953901" y="602799"/>
                  </a:lnTo>
                  <a:lnTo>
                    <a:pt x="954352" y="604053"/>
                  </a:lnTo>
                  <a:lnTo>
                    <a:pt x="954588" y="604313"/>
                  </a:lnTo>
                  <a:lnTo>
                    <a:pt x="954779" y="604640"/>
                  </a:lnTo>
                  <a:lnTo>
                    <a:pt x="954817" y="604812"/>
                  </a:lnTo>
                  <a:lnTo>
                    <a:pt x="954798" y="604941"/>
                  </a:lnTo>
                  <a:lnTo>
                    <a:pt x="954668" y="605152"/>
                  </a:lnTo>
                  <a:lnTo>
                    <a:pt x="954781" y="606624"/>
                  </a:lnTo>
                  <a:lnTo>
                    <a:pt x="955008" y="607144"/>
                  </a:lnTo>
                  <a:lnTo>
                    <a:pt x="955396" y="608682"/>
                  </a:lnTo>
                  <a:lnTo>
                    <a:pt x="955534" y="609502"/>
                  </a:lnTo>
                  <a:lnTo>
                    <a:pt x="955141" y="610333"/>
                  </a:lnTo>
                  <a:lnTo>
                    <a:pt x="954842" y="610710"/>
                  </a:lnTo>
                  <a:lnTo>
                    <a:pt x="954775" y="611341"/>
                  </a:lnTo>
                  <a:lnTo>
                    <a:pt x="955117" y="611768"/>
                  </a:lnTo>
                  <a:lnTo>
                    <a:pt x="955371" y="611979"/>
                  </a:lnTo>
                  <a:lnTo>
                    <a:pt x="955595" y="612043"/>
                  </a:lnTo>
                  <a:lnTo>
                    <a:pt x="956160" y="612064"/>
                  </a:lnTo>
                  <a:lnTo>
                    <a:pt x="957429" y="612688"/>
                  </a:lnTo>
                  <a:lnTo>
                    <a:pt x="957601" y="613409"/>
                  </a:lnTo>
                  <a:lnTo>
                    <a:pt x="957741" y="613634"/>
                  </a:lnTo>
                  <a:lnTo>
                    <a:pt x="958077" y="614043"/>
                  </a:lnTo>
                  <a:lnTo>
                    <a:pt x="957883" y="614759"/>
                  </a:lnTo>
                  <a:lnTo>
                    <a:pt x="958392" y="615097"/>
                  </a:lnTo>
                  <a:lnTo>
                    <a:pt x="958895" y="615797"/>
                  </a:lnTo>
                  <a:lnTo>
                    <a:pt x="959066" y="616231"/>
                  </a:lnTo>
                  <a:lnTo>
                    <a:pt x="959067" y="616432"/>
                  </a:lnTo>
                  <a:lnTo>
                    <a:pt x="959118" y="616750"/>
                  </a:lnTo>
                  <a:lnTo>
                    <a:pt x="959491" y="617508"/>
                  </a:lnTo>
                  <a:lnTo>
                    <a:pt x="959802" y="617871"/>
                  </a:lnTo>
                  <a:lnTo>
                    <a:pt x="959933" y="617965"/>
                  </a:lnTo>
                  <a:lnTo>
                    <a:pt x="960138" y="618261"/>
                  </a:lnTo>
                  <a:lnTo>
                    <a:pt x="960293" y="618669"/>
                  </a:lnTo>
                  <a:lnTo>
                    <a:pt x="960290" y="619180"/>
                  </a:lnTo>
                  <a:lnTo>
                    <a:pt x="960798" y="619636"/>
                  </a:lnTo>
                  <a:lnTo>
                    <a:pt x="961075" y="619884"/>
                  </a:lnTo>
                  <a:lnTo>
                    <a:pt x="961125" y="620031"/>
                  </a:lnTo>
                  <a:lnTo>
                    <a:pt x="961040" y="620347"/>
                  </a:lnTo>
                  <a:lnTo>
                    <a:pt x="960780" y="620897"/>
                  </a:lnTo>
                  <a:lnTo>
                    <a:pt x="960016" y="621227"/>
                  </a:lnTo>
                  <a:lnTo>
                    <a:pt x="959656" y="621359"/>
                  </a:lnTo>
                  <a:lnTo>
                    <a:pt x="959407" y="621575"/>
                  </a:lnTo>
                  <a:lnTo>
                    <a:pt x="959277" y="621763"/>
                  </a:lnTo>
                  <a:lnTo>
                    <a:pt x="959121" y="622784"/>
                  </a:lnTo>
                  <a:lnTo>
                    <a:pt x="959312" y="623056"/>
                  </a:lnTo>
                  <a:lnTo>
                    <a:pt x="959399" y="623362"/>
                  </a:lnTo>
                  <a:lnTo>
                    <a:pt x="959035" y="624300"/>
                  </a:lnTo>
                  <a:lnTo>
                    <a:pt x="959142" y="624978"/>
                  </a:lnTo>
                  <a:lnTo>
                    <a:pt x="959184" y="625729"/>
                  </a:lnTo>
                  <a:lnTo>
                    <a:pt x="959143" y="625878"/>
                  </a:lnTo>
                  <a:lnTo>
                    <a:pt x="958322" y="626659"/>
                  </a:lnTo>
                  <a:lnTo>
                    <a:pt x="957822" y="626965"/>
                  </a:lnTo>
                  <a:lnTo>
                    <a:pt x="957469" y="627027"/>
                  </a:lnTo>
                  <a:lnTo>
                    <a:pt x="957337" y="626988"/>
                  </a:lnTo>
                  <a:lnTo>
                    <a:pt x="957208" y="626889"/>
                  </a:lnTo>
                  <a:lnTo>
                    <a:pt x="956903" y="626869"/>
                  </a:lnTo>
                  <a:lnTo>
                    <a:pt x="956216" y="627422"/>
                  </a:lnTo>
                  <a:lnTo>
                    <a:pt x="955773" y="627948"/>
                  </a:lnTo>
                  <a:lnTo>
                    <a:pt x="955516" y="628328"/>
                  </a:lnTo>
                  <a:lnTo>
                    <a:pt x="955338" y="628703"/>
                  </a:lnTo>
                  <a:lnTo>
                    <a:pt x="955307" y="629060"/>
                  </a:lnTo>
                  <a:lnTo>
                    <a:pt x="955119" y="629285"/>
                  </a:lnTo>
                  <a:lnTo>
                    <a:pt x="954983" y="629275"/>
                  </a:lnTo>
                  <a:lnTo>
                    <a:pt x="954199" y="629005"/>
                  </a:lnTo>
                  <a:lnTo>
                    <a:pt x="953692" y="628759"/>
                  </a:lnTo>
                  <a:lnTo>
                    <a:pt x="952864" y="628461"/>
                  </a:lnTo>
                  <a:lnTo>
                    <a:pt x="951904" y="628317"/>
                  </a:lnTo>
                  <a:lnTo>
                    <a:pt x="950869" y="628657"/>
                  </a:lnTo>
                  <a:lnTo>
                    <a:pt x="950243" y="629154"/>
                  </a:lnTo>
                  <a:lnTo>
                    <a:pt x="950292" y="629360"/>
                  </a:lnTo>
                  <a:lnTo>
                    <a:pt x="950133" y="629593"/>
                  </a:lnTo>
                  <a:lnTo>
                    <a:pt x="949559" y="630328"/>
                  </a:lnTo>
                  <a:lnTo>
                    <a:pt x="949423" y="630452"/>
                  </a:lnTo>
                  <a:lnTo>
                    <a:pt x="949213" y="630566"/>
                  </a:lnTo>
                  <a:lnTo>
                    <a:pt x="949048" y="630606"/>
                  </a:lnTo>
                  <a:lnTo>
                    <a:pt x="948896" y="630586"/>
                  </a:lnTo>
                  <a:lnTo>
                    <a:pt x="948210" y="630113"/>
                  </a:lnTo>
                  <a:lnTo>
                    <a:pt x="947807" y="630059"/>
                  </a:lnTo>
                  <a:lnTo>
                    <a:pt x="947436" y="630092"/>
                  </a:lnTo>
                  <a:lnTo>
                    <a:pt x="947061" y="630424"/>
                  </a:lnTo>
                  <a:lnTo>
                    <a:pt x="946938" y="630673"/>
                  </a:lnTo>
                  <a:lnTo>
                    <a:pt x="947285" y="631011"/>
                  </a:lnTo>
                  <a:lnTo>
                    <a:pt x="946824" y="631431"/>
                  </a:lnTo>
                  <a:lnTo>
                    <a:pt x="946017" y="632009"/>
                  </a:lnTo>
                  <a:lnTo>
                    <a:pt x="945755" y="632615"/>
                  </a:lnTo>
                  <a:lnTo>
                    <a:pt x="944564" y="632574"/>
                  </a:lnTo>
                  <a:lnTo>
                    <a:pt x="944194" y="632526"/>
                  </a:lnTo>
                  <a:lnTo>
                    <a:pt x="943851" y="632144"/>
                  </a:lnTo>
                  <a:lnTo>
                    <a:pt x="943861" y="631999"/>
                  </a:lnTo>
                  <a:lnTo>
                    <a:pt x="943944" y="631786"/>
                  </a:lnTo>
                  <a:lnTo>
                    <a:pt x="943969" y="630113"/>
                  </a:lnTo>
                  <a:lnTo>
                    <a:pt x="943891" y="629205"/>
                  </a:lnTo>
                  <a:lnTo>
                    <a:pt x="943549" y="628556"/>
                  </a:lnTo>
                  <a:lnTo>
                    <a:pt x="943239" y="628543"/>
                  </a:lnTo>
                  <a:lnTo>
                    <a:pt x="942990" y="628345"/>
                  </a:lnTo>
                  <a:lnTo>
                    <a:pt x="943107" y="627691"/>
                  </a:lnTo>
                  <a:lnTo>
                    <a:pt x="943275" y="627155"/>
                  </a:lnTo>
                  <a:lnTo>
                    <a:pt x="943363" y="626993"/>
                  </a:lnTo>
                  <a:lnTo>
                    <a:pt x="943440" y="626728"/>
                  </a:lnTo>
                  <a:lnTo>
                    <a:pt x="943439" y="625765"/>
                  </a:lnTo>
                  <a:lnTo>
                    <a:pt x="943356" y="624955"/>
                  </a:lnTo>
                  <a:lnTo>
                    <a:pt x="942934" y="623984"/>
                  </a:lnTo>
                  <a:lnTo>
                    <a:pt x="942219" y="622884"/>
                  </a:lnTo>
                  <a:lnTo>
                    <a:pt x="940712" y="621211"/>
                  </a:lnTo>
                  <a:lnTo>
                    <a:pt x="940664" y="620638"/>
                  </a:lnTo>
                  <a:lnTo>
                    <a:pt x="940801" y="620216"/>
                  </a:lnTo>
                  <a:lnTo>
                    <a:pt x="940764" y="619694"/>
                  </a:lnTo>
                  <a:lnTo>
                    <a:pt x="940666" y="619474"/>
                  </a:lnTo>
                  <a:lnTo>
                    <a:pt x="940352" y="619145"/>
                  </a:lnTo>
                  <a:lnTo>
                    <a:pt x="940045" y="618960"/>
                  </a:lnTo>
                  <a:lnTo>
                    <a:pt x="939859" y="618894"/>
                  </a:lnTo>
                  <a:lnTo>
                    <a:pt x="939659" y="618271"/>
                  </a:lnTo>
                  <a:lnTo>
                    <a:pt x="939832" y="617863"/>
                  </a:lnTo>
                  <a:lnTo>
                    <a:pt x="939750" y="617479"/>
                  </a:lnTo>
                  <a:lnTo>
                    <a:pt x="939329" y="617111"/>
                  </a:lnTo>
                  <a:lnTo>
                    <a:pt x="939175" y="617039"/>
                  </a:lnTo>
                  <a:lnTo>
                    <a:pt x="938661" y="617234"/>
                  </a:lnTo>
                  <a:lnTo>
                    <a:pt x="938594" y="617492"/>
                  </a:lnTo>
                  <a:lnTo>
                    <a:pt x="938463" y="617643"/>
                  </a:lnTo>
                  <a:lnTo>
                    <a:pt x="938083" y="617893"/>
                  </a:lnTo>
                  <a:lnTo>
                    <a:pt x="937652" y="617971"/>
                  </a:lnTo>
                  <a:lnTo>
                    <a:pt x="937475" y="617941"/>
                  </a:lnTo>
                  <a:lnTo>
                    <a:pt x="937204" y="617994"/>
                  </a:lnTo>
                  <a:lnTo>
                    <a:pt x="936673" y="618303"/>
                  </a:lnTo>
                  <a:lnTo>
                    <a:pt x="936506" y="618533"/>
                  </a:lnTo>
                  <a:lnTo>
                    <a:pt x="936308" y="619217"/>
                  </a:lnTo>
                  <a:lnTo>
                    <a:pt x="935670" y="618990"/>
                  </a:lnTo>
                  <a:lnTo>
                    <a:pt x="935280" y="618952"/>
                  </a:lnTo>
                  <a:lnTo>
                    <a:pt x="935181" y="619111"/>
                  </a:lnTo>
                  <a:lnTo>
                    <a:pt x="935121" y="619417"/>
                  </a:lnTo>
                  <a:lnTo>
                    <a:pt x="935116" y="619695"/>
                  </a:lnTo>
                  <a:lnTo>
                    <a:pt x="935166" y="620054"/>
                  </a:lnTo>
                  <a:lnTo>
                    <a:pt x="935191" y="620221"/>
                  </a:lnTo>
                  <a:lnTo>
                    <a:pt x="935274" y="620447"/>
                  </a:lnTo>
                  <a:lnTo>
                    <a:pt x="935436" y="620662"/>
                  </a:lnTo>
                  <a:lnTo>
                    <a:pt x="935791" y="620945"/>
                  </a:lnTo>
                  <a:lnTo>
                    <a:pt x="936231" y="621139"/>
                  </a:lnTo>
                  <a:lnTo>
                    <a:pt x="936748" y="621972"/>
                  </a:lnTo>
                  <a:lnTo>
                    <a:pt x="936836" y="622652"/>
                  </a:lnTo>
                  <a:lnTo>
                    <a:pt x="937051" y="623328"/>
                  </a:lnTo>
                  <a:lnTo>
                    <a:pt x="937504" y="623786"/>
                  </a:lnTo>
                  <a:lnTo>
                    <a:pt x="938072" y="624791"/>
                  </a:lnTo>
                  <a:lnTo>
                    <a:pt x="938101" y="625072"/>
                  </a:lnTo>
                  <a:lnTo>
                    <a:pt x="937962" y="625342"/>
                  </a:lnTo>
                  <a:lnTo>
                    <a:pt x="937585" y="625412"/>
                  </a:lnTo>
                  <a:lnTo>
                    <a:pt x="937456" y="625386"/>
                  </a:lnTo>
                  <a:lnTo>
                    <a:pt x="936851" y="625658"/>
                  </a:lnTo>
                  <a:lnTo>
                    <a:pt x="936272" y="626061"/>
                  </a:lnTo>
                  <a:lnTo>
                    <a:pt x="935183" y="626411"/>
                  </a:lnTo>
                  <a:lnTo>
                    <a:pt x="935026" y="626366"/>
                  </a:lnTo>
                  <a:lnTo>
                    <a:pt x="933979" y="626539"/>
                  </a:lnTo>
                  <a:lnTo>
                    <a:pt x="933349" y="627027"/>
                  </a:lnTo>
                  <a:lnTo>
                    <a:pt x="933393" y="628502"/>
                  </a:lnTo>
                  <a:lnTo>
                    <a:pt x="933540" y="628695"/>
                  </a:lnTo>
                  <a:lnTo>
                    <a:pt x="933469" y="629538"/>
                  </a:lnTo>
                  <a:lnTo>
                    <a:pt x="933004" y="629585"/>
                  </a:lnTo>
                  <a:lnTo>
                    <a:pt x="932363" y="630256"/>
                  </a:lnTo>
                  <a:lnTo>
                    <a:pt x="931892" y="630615"/>
                  </a:lnTo>
                  <a:lnTo>
                    <a:pt x="931685" y="630125"/>
                  </a:lnTo>
                  <a:lnTo>
                    <a:pt x="931443" y="629841"/>
                  </a:lnTo>
                  <a:lnTo>
                    <a:pt x="931000" y="629570"/>
                  </a:lnTo>
                  <a:lnTo>
                    <a:pt x="930662" y="629438"/>
                  </a:lnTo>
                  <a:lnTo>
                    <a:pt x="930441" y="629391"/>
                  </a:lnTo>
                  <a:lnTo>
                    <a:pt x="930248" y="629365"/>
                  </a:lnTo>
                  <a:lnTo>
                    <a:pt x="930114" y="629285"/>
                  </a:lnTo>
                  <a:lnTo>
                    <a:pt x="929963" y="629008"/>
                  </a:lnTo>
                  <a:lnTo>
                    <a:pt x="929864" y="628525"/>
                  </a:lnTo>
                  <a:lnTo>
                    <a:pt x="929776" y="627936"/>
                  </a:lnTo>
                  <a:lnTo>
                    <a:pt x="929667" y="627704"/>
                  </a:lnTo>
                  <a:lnTo>
                    <a:pt x="929433" y="627539"/>
                  </a:lnTo>
                  <a:lnTo>
                    <a:pt x="929060" y="627394"/>
                  </a:lnTo>
                  <a:lnTo>
                    <a:pt x="928623" y="627420"/>
                  </a:lnTo>
                  <a:lnTo>
                    <a:pt x="927939" y="627574"/>
                  </a:lnTo>
                  <a:lnTo>
                    <a:pt x="927891" y="627721"/>
                  </a:lnTo>
                  <a:lnTo>
                    <a:pt x="927883" y="627963"/>
                  </a:lnTo>
                  <a:lnTo>
                    <a:pt x="927743" y="628168"/>
                  </a:lnTo>
                  <a:lnTo>
                    <a:pt x="927405" y="628227"/>
                  </a:lnTo>
                  <a:lnTo>
                    <a:pt x="927078" y="628187"/>
                  </a:lnTo>
                  <a:lnTo>
                    <a:pt x="926810" y="628101"/>
                  </a:lnTo>
                  <a:lnTo>
                    <a:pt x="926449" y="627850"/>
                  </a:lnTo>
                  <a:lnTo>
                    <a:pt x="926024" y="627387"/>
                  </a:lnTo>
                  <a:lnTo>
                    <a:pt x="925861" y="627023"/>
                  </a:lnTo>
                  <a:lnTo>
                    <a:pt x="925872" y="626613"/>
                  </a:lnTo>
                  <a:lnTo>
                    <a:pt x="926048" y="626043"/>
                  </a:lnTo>
                  <a:lnTo>
                    <a:pt x="926193" y="625614"/>
                  </a:lnTo>
                  <a:lnTo>
                    <a:pt x="926408" y="625092"/>
                  </a:lnTo>
                  <a:lnTo>
                    <a:pt x="926426" y="624774"/>
                  </a:lnTo>
                  <a:lnTo>
                    <a:pt x="926344" y="624410"/>
                  </a:lnTo>
                  <a:lnTo>
                    <a:pt x="926065" y="623974"/>
                  </a:lnTo>
                  <a:lnTo>
                    <a:pt x="925785" y="623656"/>
                  </a:lnTo>
                  <a:lnTo>
                    <a:pt x="925511" y="623359"/>
                  </a:lnTo>
                  <a:lnTo>
                    <a:pt x="925074" y="622816"/>
                  </a:lnTo>
                  <a:lnTo>
                    <a:pt x="924701" y="622631"/>
                  </a:lnTo>
                  <a:lnTo>
                    <a:pt x="924247" y="622571"/>
                  </a:lnTo>
                  <a:lnTo>
                    <a:pt x="923751" y="622452"/>
                  </a:lnTo>
                  <a:lnTo>
                    <a:pt x="923390" y="622287"/>
                  </a:lnTo>
                  <a:lnTo>
                    <a:pt x="923227" y="622055"/>
                  </a:lnTo>
                  <a:lnTo>
                    <a:pt x="923270" y="621897"/>
                  </a:lnTo>
                  <a:lnTo>
                    <a:pt x="923486" y="621791"/>
                  </a:lnTo>
                  <a:lnTo>
                    <a:pt x="923571" y="621506"/>
                  </a:lnTo>
                  <a:lnTo>
                    <a:pt x="923745" y="621367"/>
                  </a:lnTo>
                  <a:lnTo>
                    <a:pt x="923734" y="621229"/>
                  </a:lnTo>
                  <a:lnTo>
                    <a:pt x="923227" y="620908"/>
                  </a:lnTo>
                  <a:lnTo>
                    <a:pt x="923045" y="620895"/>
                  </a:lnTo>
                  <a:lnTo>
                    <a:pt x="922733" y="620693"/>
                  </a:lnTo>
                  <a:lnTo>
                    <a:pt x="922493" y="620203"/>
                  </a:lnTo>
                  <a:lnTo>
                    <a:pt x="922091" y="619932"/>
                  </a:lnTo>
                  <a:lnTo>
                    <a:pt x="921782" y="619515"/>
                  </a:lnTo>
                  <a:lnTo>
                    <a:pt x="921490" y="619013"/>
                  </a:lnTo>
                  <a:lnTo>
                    <a:pt x="921327" y="618827"/>
                  </a:lnTo>
                  <a:lnTo>
                    <a:pt x="921065" y="618682"/>
                  </a:lnTo>
                  <a:lnTo>
                    <a:pt x="920581" y="618688"/>
                  </a:lnTo>
                  <a:lnTo>
                    <a:pt x="920150" y="618706"/>
                  </a:lnTo>
                  <a:lnTo>
                    <a:pt x="919851" y="618702"/>
                  </a:lnTo>
                  <a:lnTo>
                    <a:pt x="919474" y="618755"/>
                  </a:lnTo>
                  <a:lnTo>
                    <a:pt x="919061" y="618946"/>
                  </a:lnTo>
                  <a:lnTo>
                    <a:pt x="918600" y="619304"/>
                  </a:lnTo>
                  <a:lnTo>
                    <a:pt x="918291" y="619661"/>
                  </a:lnTo>
                  <a:lnTo>
                    <a:pt x="918198" y="620097"/>
                  </a:lnTo>
                  <a:lnTo>
                    <a:pt x="918122" y="620613"/>
                  </a:lnTo>
                  <a:lnTo>
                    <a:pt x="917837" y="620640"/>
                  </a:lnTo>
                  <a:lnTo>
                    <a:pt x="917525" y="620589"/>
                  </a:lnTo>
                  <a:lnTo>
                    <a:pt x="917125" y="620480"/>
                  </a:lnTo>
                  <a:lnTo>
                    <a:pt x="916803" y="620458"/>
                  </a:lnTo>
                  <a:lnTo>
                    <a:pt x="916293" y="620646"/>
                  </a:lnTo>
                  <a:lnTo>
                    <a:pt x="915914" y="620646"/>
                  </a:lnTo>
                  <a:lnTo>
                    <a:pt x="915751" y="620494"/>
                  </a:lnTo>
                  <a:lnTo>
                    <a:pt x="915506" y="619694"/>
                  </a:lnTo>
                  <a:lnTo>
                    <a:pt x="915290" y="619065"/>
                  </a:lnTo>
                  <a:lnTo>
                    <a:pt x="915111" y="618777"/>
                  </a:lnTo>
                  <a:lnTo>
                    <a:pt x="914714" y="618265"/>
                  </a:lnTo>
                  <a:lnTo>
                    <a:pt x="914341" y="617954"/>
                  </a:lnTo>
                  <a:lnTo>
                    <a:pt x="914137" y="617961"/>
                  </a:lnTo>
                  <a:lnTo>
                    <a:pt x="913839" y="618034"/>
                  </a:lnTo>
                  <a:lnTo>
                    <a:pt x="913589" y="617908"/>
                  </a:lnTo>
                  <a:lnTo>
                    <a:pt x="913502" y="617742"/>
                  </a:lnTo>
                  <a:lnTo>
                    <a:pt x="913414" y="617405"/>
                  </a:lnTo>
                  <a:lnTo>
                    <a:pt x="913251" y="617114"/>
                  </a:lnTo>
                  <a:lnTo>
                    <a:pt x="913152" y="616949"/>
                  </a:lnTo>
                  <a:lnTo>
                    <a:pt x="913183" y="616584"/>
                  </a:lnTo>
                  <a:lnTo>
                    <a:pt x="913286" y="616400"/>
                  </a:lnTo>
                  <a:lnTo>
                    <a:pt x="913312" y="616204"/>
                  </a:lnTo>
                  <a:lnTo>
                    <a:pt x="913193" y="615990"/>
                  </a:lnTo>
                  <a:lnTo>
                    <a:pt x="912971" y="615758"/>
                  </a:lnTo>
                  <a:lnTo>
                    <a:pt x="912954" y="615440"/>
                  </a:lnTo>
                  <a:lnTo>
                    <a:pt x="912989" y="615096"/>
                  </a:lnTo>
                  <a:lnTo>
                    <a:pt x="913146" y="614667"/>
                  </a:lnTo>
                  <a:lnTo>
                    <a:pt x="913129" y="614362"/>
                  </a:lnTo>
                  <a:lnTo>
                    <a:pt x="913006" y="614151"/>
                  </a:lnTo>
                  <a:lnTo>
                    <a:pt x="913000" y="613767"/>
                  </a:lnTo>
                  <a:lnTo>
                    <a:pt x="913015" y="613369"/>
                  </a:lnTo>
                  <a:lnTo>
                    <a:pt x="913030" y="613079"/>
                  </a:lnTo>
                  <a:lnTo>
                    <a:pt x="912668" y="612623"/>
                  </a:lnTo>
                  <a:lnTo>
                    <a:pt x="912424" y="612140"/>
                  </a:lnTo>
                  <a:lnTo>
                    <a:pt x="912225" y="611749"/>
                  </a:lnTo>
                  <a:lnTo>
                    <a:pt x="911730" y="611419"/>
                  </a:lnTo>
                  <a:lnTo>
                    <a:pt x="911095" y="611319"/>
                  </a:lnTo>
                  <a:lnTo>
                    <a:pt x="910874" y="611174"/>
                  </a:lnTo>
                  <a:lnTo>
                    <a:pt x="910821" y="610903"/>
                  </a:lnTo>
                  <a:lnTo>
                    <a:pt x="910821" y="610673"/>
                  </a:lnTo>
                  <a:lnTo>
                    <a:pt x="910731" y="610530"/>
                  </a:lnTo>
                  <a:lnTo>
                    <a:pt x="910623" y="610360"/>
                  </a:lnTo>
                  <a:lnTo>
                    <a:pt x="910233" y="610301"/>
                  </a:lnTo>
                  <a:lnTo>
                    <a:pt x="909941" y="610281"/>
                  </a:lnTo>
                  <a:lnTo>
                    <a:pt x="909778" y="610115"/>
                  </a:lnTo>
                  <a:lnTo>
                    <a:pt x="909679" y="609917"/>
                  </a:lnTo>
                  <a:lnTo>
                    <a:pt x="909597" y="609672"/>
                  </a:lnTo>
                  <a:lnTo>
                    <a:pt x="909452" y="609633"/>
                  </a:lnTo>
                  <a:lnTo>
                    <a:pt x="909219" y="609639"/>
                  </a:lnTo>
                  <a:lnTo>
                    <a:pt x="908531" y="609651"/>
                  </a:lnTo>
                  <a:lnTo>
                    <a:pt x="908402" y="609619"/>
                  </a:lnTo>
                  <a:lnTo>
                    <a:pt x="908193" y="609626"/>
                  </a:lnTo>
                  <a:lnTo>
                    <a:pt x="907972" y="609943"/>
                  </a:lnTo>
                  <a:lnTo>
                    <a:pt x="907832" y="610241"/>
                  </a:lnTo>
                  <a:lnTo>
                    <a:pt x="907676" y="610484"/>
                  </a:lnTo>
                  <a:lnTo>
                    <a:pt x="907424" y="610526"/>
                  </a:lnTo>
                  <a:lnTo>
                    <a:pt x="906958" y="610545"/>
                  </a:lnTo>
                  <a:lnTo>
                    <a:pt x="906637" y="610512"/>
                  </a:lnTo>
                  <a:lnTo>
                    <a:pt x="906486" y="610433"/>
                  </a:lnTo>
                  <a:lnTo>
                    <a:pt x="906451" y="610287"/>
                  </a:lnTo>
                  <a:lnTo>
                    <a:pt x="906474" y="610056"/>
                  </a:lnTo>
                  <a:lnTo>
                    <a:pt x="906433" y="609791"/>
                  </a:lnTo>
                  <a:lnTo>
                    <a:pt x="906276" y="609553"/>
                  </a:lnTo>
                  <a:lnTo>
                    <a:pt x="905921" y="609176"/>
                  </a:lnTo>
                  <a:lnTo>
                    <a:pt x="905658" y="609024"/>
                  </a:lnTo>
                  <a:lnTo>
                    <a:pt x="905414" y="609012"/>
                  </a:lnTo>
                  <a:lnTo>
                    <a:pt x="905105" y="609136"/>
                  </a:lnTo>
                  <a:lnTo>
                    <a:pt x="904802" y="609461"/>
                  </a:lnTo>
                  <a:lnTo>
                    <a:pt x="904493" y="609950"/>
                  </a:lnTo>
                  <a:lnTo>
                    <a:pt x="904242" y="610082"/>
                  </a:lnTo>
                  <a:lnTo>
                    <a:pt x="903910" y="610294"/>
                  </a:lnTo>
                  <a:lnTo>
                    <a:pt x="903735" y="610618"/>
                  </a:lnTo>
                  <a:lnTo>
                    <a:pt x="903590" y="610883"/>
                  </a:lnTo>
                  <a:lnTo>
                    <a:pt x="903019" y="611300"/>
                  </a:lnTo>
                  <a:lnTo>
                    <a:pt x="902564" y="611663"/>
                  </a:lnTo>
                  <a:lnTo>
                    <a:pt x="902325" y="611663"/>
                  </a:lnTo>
                  <a:lnTo>
                    <a:pt x="902180" y="611710"/>
                  </a:lnTo>
                  <a:lnTo>
                    <a:pt x="902121" y="611849"/>
                  </a:lnTo>
                  <a:lnTo>
                    <a:pt x="902133" y="612126"/>
                  </a:lnTo>
                  <a:lnTo>
                    <a:pt x="902127" y="612715"/>
                  </a:lnTo>
                  <a:lnTo>
                    <a:pt x="902168" y="613145"/>
                  </a:lnTo>
                  <a:lnTo>
                    <a:pt x="902168" y="613274"/>
                  </a:lnTo>
                  <a:lnTo>
                    <a:pt x="902215" y="613469"/>
                  </a:lnTo>
                  <a:lnTo>
                    <a:pt x="902430" y="613780"/>
                  </a:lnTo>
                  <a:lnTo>
                    <a:pt x="902669" y="614018"/>
                  </a:lnTo>
                  <a:lnTo>
                    <a:pt x="902791" y="614250"/>
                  </a:lnTo>
                  <a:lnTo>
                    <a:pt x="902797" y="614415"/>
                  </a:lnTo>
                  <a:lnTo>
                    <a:pt x="902751" y="614561"/>
                  </a:lnTo>
                  <a:lnTo>
                    <a:pt x="902634" y="614746"/>
                  </a:lnTo>
                  <a:lnTo>
                    <a:pt x="902407" y="614958"/>
                  </a:lnTo>
                  <a:lnTo>
                    <a:pt x="901999" y="615123"/>
                  </a:lnTo>
                  <a:lnTo>
                    <a:pt x="901801" y="615275"/>
                  </a:lnTo>
                  <a:lnTo>
                    <a:pt x="901743" y="615425"/>
                  </a:lnTo>
                  <a:lnTo>
                    <a:pt x="901792" y="615606"/>
                  </a:lnTo>
                  <a:lnTo>
                    <a:pt x="902011" y="615818"/>
                  </a:lnTo>
                  <a:lnTo>
                    <a:pt x="902116" y="616029"/>
                  </a:lnTo>
                  <a:lnTo>
                    <a:pt x="902116" y="616214"/>
                  </a:lnTo>
                  <a:lnTo>
                    <a:pt x="902086" y="616446"/>
                  </a:lnTo>
                  <a:lnTo>
                    <a:pt x="901964" y="616777"/>
                  </a:lnTo>
                  <a:lnTo>
                    <a:pt x="901734" y="617001"/>
                  </a:lnTo>
                  <a:lnTo>
                    <a:pt x="901457" y="617180"/>
                  </a:lnTo>
                  <a:lnTo>
                    <a:pt x="901189" y="617372"/>
                  </a:lnTo>
                  <a:lnTo>
                    <a:pt x="901003" y="617597"/>
                  </a:lnTo>
                  <a:lnTo>
                    <a:pt x="900944" y="617822"/>
                  </a:lnTo>
                  <a:lnTo>
                    <a:pt x="901049" y="618212"/>
                  </a:lnTo>
                  <a:lnTo>
                    <a:pt x="901148" y="618457"/>
                  </a:lnTo>
                  <a:lnTo>
                    <a:pt x="901317" y="618682"/>
                  </a:lnTo>
                  <a:lnTo>
                    <a:pt x="901416" y="618893"/>
                  </a:lnTo>
                  <a:lnTo>
                    <a:pt x="901410" y="619085"/>
                  </a:lnTo>
                  <a:lnTo>
                    <a:pt x="901376" y="619363"/>
                  </a:lnTo>
                  <a:lnTo>
                    <a:pt x="901502" y="619739"/>
                  </a:lnTo>
                  <a:lnTo>
                    <a:pt x="901659" y="619812"/>
                  </a:lnTo>
                  <a:lnTo>
                    <a:pt x="901900" y="619998"/>
                  </a:lnTo>
                  <a:lnTo>
                    <a:pt x="902250" y="620183"/>
                  </a:lnTo>
                  <a:lnTo>
                    <a:pt x="902518" y="620349"/>
                  </a:lnTo>
                  <a:lnTo>
                    <a:pt x="902681" y="620593"/>
                  </a:lnTo>
                  <a:lnTo>
                    <a:pt x="902681" y="620739"/>
                  </a:lnTo>
                  <a:lnTo>
                    <a:pt x="902564" y="621023"/>
                  </a:lnTo>
                  <a:lnTo>
                    <a:pt x="902331" y="621281"/>
                  </a:lnTo>
                  <a:lnTo>
                    <a:pt x="902116" y="621381"/>
                  </a:lnTo>
                  <a:lnTo>
                    <a:pt x="901684" y="621394"/>
                  </a:lnTo>
                  <a:lnTo>
                    <a:pt x="901253" y="621394"/>
                  </a:lnTo>
                  <a:lnTo>
                    <a:pt x="900933" y="621500"/>
                  </a:lnTo>
                  <a:lnTo>
                    <a:pt x="900665" y="621579"/>
                  </a:lnTo>
                  <a:lnTo>
                    <a:pt x="900414" y="621744"/>
                  </a:lnTo>
                  <a:lnTo>
                    <a:pt x="900298" y="621956"/>
                  </a:lnTo>
                  <a:lnTo>
                    <a:pt x="900303" y="622247"/>
                  </a:lnTo>
                  <a:lnTo>
                    <a:pt x="900490" y="622565"/>
                  </a:lnTo>
                  <a:lnTo>
                    <a:pt x="900705" y="622935"/>
                  </a:lnTo>
                  <a:lnTo>
                    <a:pt x="900834" y="623233"/>
                  </a:lnTo>
                  <a:lnTo>
                    <a:pt x="900466" y="623484"/>
                  </a:lnTo>
                  <a:lnTo>
                    <a:pt x="900134" y="623782"/>
                  </a:lnTo>
                  <a:lnTo>
                    <a:pt x="899895" y="623782"/>
                  </a:lnTo>
                  <a:lnTo>
                    <a:pt x="899598" y="623643"/>
                  </a:lnTo>
                  <a:lnTo>
                    <a:pt x="899278" y="623445"/>
                  </a:lnTo>
                  <a:lnTo>
                    <a:pt x="898812" y="622981"/>
                  </a:lnTo>
                  <a:lnTo>
                    <a:pt x="898492" y="622641"/>
                  </a:lnTo>
                  <a:lnTo>
                    <a:pt x="898171" y="622479"/>
                  </a:lnTo>
                  <a:lnTo>
                    <a:pt x="898025" y="622459"/>
                  </a:lnTo>
                  <a:lnTo>
                    <a:pt x="897792" y="622591"/>
                  </a:lnTo>
                  <a:lnTo>
                    <a:pt x="897506" y="622823"/>
                  </a:lnTo>
                  <a:lnTo>
                    <a:pt x="897198" y="623153"/>
                  </a:lnTo>
                  <a:lnTo>
                    <a:pt x="897110" y="623378"/>
                  </a:lnTo>
                  <a:lnTo>
                    <a:pt x="897177" y="623726"/>
                  </a:lnTo>
                  <a:lnTo>
                    <a:pt x="897354" y="623973"/>
                  </a:lnTo>
                  <a:lnTo>
                    <a:pt x="897471" y="624199"/>
                  </a:lnTo>
                  <a:lnTo>
                    <a:pt x="897605" y="624463"/>
                  </a:lnTo>
                  <a:lnTo>
                    <a:pt x="897716" y="624728"/>
                  </a:lnTo>
                  <a:lnTo>
                    <a:pt x="897594" y="624946"/>
                  </a:lnTo>
                  <a:lnTo>
                    <a:pt x="897384" y="625098"/>
                  </a:lnTo>
                  <a:lnTo>
                    <a:pt x="896784" y="625356"/>
                  </a:lnTo>
                  <a:lnTo>
                    <a:pt x="896213" y="625594"/>
                  </a:lnTo>
                  <a:lnTo>
                    <a:pt x="895863" y="625601"/>
                  </a:lnTo>
                  <a:lnTo>
                    <a:pt x="895683" y="625455"/>
                  </a:lnTo>
                  <a:lnTo>
                    <a:pt x="895345" y="625403"/>
                  </a:lnTo>
                  <a:lnTo>
                    <a:pt x="895076" y="625389"/>
                  </a:lnTo>
                  <a:lnTo>
                    <a:pt x="894803" y="625502"/>
                  </a:lnTo>
                  <a:lnTo>
                    <a:pt x="894686" y="625707"/>
                  </a:lnTo>
                  <a:lnTo>
                    <a:pt x="894587" y="625998"/>
                  </a:lnTo>
                  <a:lnTo>
                    <a:pt x="894570" y="626494"/>
                  </a:lnTo>
                  <a:lnTo>
                    <a:pt x="894540" y="626759"/>
                  </a:lnTo>
                  <a:lnTo>
                    <a:pt x="894616" y="627036"/>
                  </a:lnTo>
                  <a:lnTo>
                    <a:pt x="894896" y="627241"/>
                  </a:lnTo>
                  <a:lnTo>
                    <a:pt x="895181" y="627453"/>
                  </a:lnTo>
                  <a:lnTo>
                    <a:pt x="895234" y="627632"/>
                  </a:lnTo>
                  <a:lnTo>
                    <a:pt x="895216" y="627969"/>
                  </a:lnTo>
                  <a:lnTo>
                    <a:pt x="895139" y="628402"/>
                  </a:lnTo>
                  <a:lnTo>
                    <a:pt x="895071" y="628636"/>
                  </a:lnTo>
                  <a:lnTo>
                    <a:pt x="895052" y="628851"/>
                  </a:lnTo>
                  <a:lnTo>
                    <a:pt x="895047" y="629112"/>
                  </a:lnTo>
                  <a:lnTo>
                    <a:pt x="895095" y="629434"/>
                  </a:lnTo>
                  <a:lnTo>
                    <a:pt x="895049" y="629671"/>
                  </a:lnTo>
                  <a:lnTo>
                    <a:pt x="894884" y="629870"/>
                  </a:lnTo>
                  <a:lnTo>
                    <a:pt x="894585" y="630309"/>
                  </a:lnTo>
                  <a:lnTo>
                    <a:pt x="893967" y="630503"/>
                  </a:lnTo>
                  <a:lnTo>
                    <a:pt x="893638" y="630862"/>
                  </a:lnTo>
                  <a:lnTo>
                    <a:pt x="893700" y="631022"/>
                  </a:lnTo>
                  <a:lnTo>
                    <a:pt x="893773" y="631175"/>
                  </a:lnTo>
                  <a:lnTo>
                    <a:pt x="894149" y="631528"/>
                  </a:lnTo>
                  <a:lnTo>
                    <a:pt x="894373" y="631749"/>
                  </a:lnTo>
                  <a:lnTo>
                    <a:pt x="894403" y="631995"/>
                  </a:lnTo>
                  <a:lnTo>
                    <a:pt x="894341" y="632311"/>
                  </a:lnTo>
                  <a:lnTo>
                    <a:pt x="894108" y="632483"/>
                  </a:lnTo>
                  <a:lnTo>
                    <a:pt x="893754" y="632722"/>
                  </a:lnTo>
                  <a:lnTo>
                    <a:pt x="893129" y="633140"/>
                  </a:lnTo>
                  <a:lnTo>
                    <a:pt x="892813" y="633373"/>
                  </a:lnTo>
                  <a:lnTo>
                    <a:pt x="892683" y="633640"/>
                  </a:lnTo>
                  <a:lnTo>
                    <a:pt x="892632" y="633923"/>
                  </a:lnTo>
                  <a:lnTo>
                    <a:pt x="892634" y="634518"/>
                  </a:lnTo>
                  <a:lnTo>
                    <a:pt x="892683" y="634761"/>
                  </a:lnTo>
                  <a:lnTo>
                    <a:pt x="892756" y="634942"/>
                  </a:lnTo>
                  <a:lnTo>
                    <a:pt x="892945" y="635117"/>
                  </a:lnTo>
                  <a:lnTo>
                    <a:pt x="893300" y="635240"/>
                  </a:lnTo>
                  <a:lnTo>
                    <a:pt x="893738" y="635212"/>
                  </a:lnTo>
                  <a:lnTo>
                    <a:pt x="894205" y="635120"/>
                  </a:lnTo>
                  <a:lnTo>
                    <a:pt x="894573" y="635056"/>
                  </a:lnTo>
                  <a:lnTo>
                    <a:pt x="895084" y="634920"/>
                  </a:lnTo>
                  <a:lnTo>
                    <a:pt x="895647" y="634801"/>
                  </a:lnTo>
                  <a:lnTo>
                    <a:pt x="896015" y="634920"/>
                  </a:lnTo>
                  <a:lnTo>
                    <a:pt x="895950" y="635178"/>
                  </a:lnTo>
                  <a:lnTo>
                    <a:pt x="895839" y="635464"/>
                  </a:lnTo>
                  <a:lnTo>
                    <a:pt x="895766" y="635746"/>
                  </a:lnTo>
                  <a:lnTo>
                    <a:pt x="895755" y="635992"/>
                  </a:lnTo>
                  <a:lnTo>
                    <a:pt x="895825" y="636210"/>
                  </a:lnTo>
                  <a:lnTo>
                    <a:pt x="895923" y="636382"/>
                  </a:lnTo>
                  <a:lnTo>
                    <a:pt x="896063" y="636551"/>
                  </a:lnTo>
                  <a:lnTo>
                    <a:pt x="896204" y="636609"/>
                  </a:lnTo>
                  <a:lnTo>
                    <a:pt x="896474" y="636655"/>
                  </a:lnTo>
                  <a:lnTo>
                    <a:pt x="896634" y="636624"/>
                  </a:lnTo>
                  <a:lnTo>
                    <a:pt x="896777" y="636655"/>
                  </a:lnTo>
                  <a:lnTo>
                    <a:pt x="896975" y="636750"/>
                  </a:lnTo>
                  <a:lnTo>
                    <a:pt x="897307" y="637048"/>
                  </a:lnTo>
                  <a:lnTo>
                    <a:pt x="897456" y="637192"/>
                  </a:lnTo>
                  <a:lnTo>
                    <a:pt x="897551" y="637383"/>
                  </a:lnTo>
                  <a:lnTo>
                    <a:pt x="897562" y="637564"/>
                  </a:lnTo>
                  <a:lnTo>
                    <a:pt x="897524" y="637717"/>
                  </a:lnTo>
                  <a:lnTo>
                    <a:pt x="897413" y="637886"/>
                  </a:lnTo>
                  <a:lnTo>
                    <a:pt x="897134" y="638150"/>
                  </a:lnTo>
                  <a:lnTo>
                    <a:pt x="896928" y="638376"/>
                  </a:lnTo>
                  <a:lnTo>
                    <a:pt x="896782" y="638459"/>
                  </a:lnTo>
                  <a:lnTo>
                    <a:pt x="896559" y="638654"/>
                  </a:lnTo>
                  <a:lnTo>
                    <a:pt x="896510" y="638798"/>
                  </a:lnTo>
                  <a:lnTo>
                    <a:pt x="896412" y="639214"/>
                  </a:lnTo>
                  <a:lnTo>
                    <a:pt x="896174" y="639584"/>
                  </a:lnTo>
                  <a:lnTo>
                    <a:pt x="896090" y="639774"/>
                  </a:lnTo>
                  <a:lnTo>
                    <a:pt x="895982" y="640039"/>
                  </a:lnTo>
                  <a:lnTo>
                    <a:pt x="895953" y="640168"/>
                  </a:lnTo>
                  <a:lnTo>
                    <a:pt x="895936" y="640295"/>
                  </a:lnTo>
                  <a:lnTo>
                    <a:pt x="895907" y="640581"/>
                  </a:lnTo>
                  <a:lnTo>
                    <a:pt x="895917" y="640742"/>
                  </a:lnTo>
                  <a:lnTo>
                    <a:pt x="895958" y="641067"/>
                  </a:lnTo>
                  <a:lnTo>
                    <a:pt x="895926" y="641300"/>
                  </a:lnTo>
                  <a:lnTo>
                    <a:pt x="895839" y="641492"/>
                  </a:lnTo>
                  <a:lnTo>
                    <a:pt x="895760" y="641737"/>
                  </a:lnTo>
                  <a:lnTo>
                    <a:pt x="896031" y="642303"/>
                  </a:lnTo>
                  <a:lnTo>
                    <a:pt x="896481" y="642795"/>
                  </a:lnTo>
                  <a:lnTo>
                    <a:pt x="896267" y="642912"/>
                  </a:lnTo>
                  <a:lnTo>
                    <a:pt x="896125" y="643001"/>
                  </a:lnTo>
                  <a:lnTo>
                    <a:pt x="895942" y="643096"/>
                  </a:lnTo>
                  <a:lnTo>
                    <a:pt x="895722" y="643336"/>
                  </a:lnTo>
                  <a:lnTo>
                    <a:pt x="895874" y="643541"/>
                  </a:lnTo>
                  <a:lnTo>
                    <a:pt x="896083" y="643861"/>
                  </a:lnTo>
                  <a:lnTo>
                    <a:pt x="896296" y="644169"/>
                  </a:lnTo>
                  <a:lnTo>
                    <a:pt x="896303" y="644624"/>
                  </a:lnTo>
                  <a:lnTo>
                    <a:pt x="896154" y="644756"/>
                  </a:lnTo>
                  <a:lnTo>
                    <a:pt x="895938" y="644899"/>
                  </a:lnTo>
                  <a:lnTo>
                    <a:pt x="895796" y="644952"/>
                  </a:lnTo>
                  <a:lnTo>
                    <a:pt x="895480" y="645093"/>
                  </a:lnTo>
                  <a:lnTo>
                    <a:pt x="895329" y="645099"/>
                  </a:lnTo>
                  <a:lnTo>
                    <a:pt x="895160" y="645091"/>
                  </a:lnTo>
                  <a:lnTo>
                    <a:pt x="894817" y="644878"/>
                  </a:lnTo>
                  <a:lnTo>
                    <a:pt x="894663" y="644791"/>
                  </a:lnTo>
                  <a:lnTo>
                    <a:pt x="894451" y="644711"/>
                  </a:lnTo>
                  <a:lnTo>
                    <a:pt x="894298" y="644682"/>
                  </a:lnTo>
                  <a:lnTo>
                    <a:pt x="894037" y="644683"/>
                  </a:lnTo>
                  <a:lnTo>
                    <a:pt x="893703" y="644728"/>
                  </a:lnTo>
                  <a:lnTo>
                    <a:pt x="893435" y="644559"/>
                  </a:lnTo>
                  <a:lnTo>
                    <a:pt x="893451" y="644399"/>
                  </a:lnTo>
                  <a:lnTo>
                    <a:pt x="893473" y="644196"/>
                  </a:lnTo>
                  <a:lnTo>
                    <a:pt x="893486" y="644040"/>
                  </a:lnTo>
                  <a:lnTo>
                    <a:pt x="893449" y="643834"/>
                  </a:lnTo>
                  <a:lnTo>
                    <a:pt x="893383" y="643668"/>
                  </a:lnTo>
                  <a:lnTo>
                    <a:pt x="893248" y="643502"/>
                  </a:lnTo>
                  <a:lnTo>
                    <a:pt x="893090" y="643368"/>
                  </a:lnTo>
                  <a:lnTo>
                    <a:pt x="892997" y="643222"/>
                  </a:lnTo>
                  <a:lnTo>
                    <a:pt x="892660" y="642878"/>
                  </a:lnTo>
                  <a:lnTo>
                    <a:pt x="892484" y="642908"/>
                  </a:lnTo>
                  <a:lnTo>
                    <a:pt x="892112" y="643032"/>
                  </a:lnTo>
                  <a:lnTo>
                    <a:pt x="891700" y="643179"/>
                  </a:lnTo>
                  <a:lnTo>
                    <a:pt x="891185" y="643483"/>
                  </a:lnTo>
                  <a:lnTo>
                    <a:pt x="890933" y="643617"/>
                  </a:lnTo>
                  <a:lnTo>
                    <a:pt x="890783" y="643641"/>
                  </a:lnTo>
                  <a:lnTo>
                    <a:pt x="890646" y="643719"/>
                  </a:lnTo>
                  <a:lnTo>
                    <a:pt x="890326" y="643920"/>
                  </a:lnTo>
                  <a:lnTo>
                    <a:pt x="889646" y="644437"/>
                  </a:lnTo>
                  <a:lnTo>
                    <a:pt x="889138" y="644933"/>
                  </a:lnTo>
                  <a:lnTo>
                    <a:pt x="887590" y="646479"/>
                  </a:lnTo>
                  <a:lnTo>
                    <a:pt x="887403" y="646700"/>
                  </a:lnTo>
                  <a:lnTo>
                    <a:pt x="887208" y="647003"/>
                  </a:lnTo>
                  <a:lnTo>
                    <a:pt x="886935" y="647431"/>
                  </a:lnTo>
                  <a:lnTo>
                    <a:pt x="886312" y="647693"/>
                  </a:lnTo>
                  <a:lnTo>
                    <a:pt x="886240" y="647827"/>
                  </a:lnTo>
                  <a:lnTo>
                    <a:pt x="886200" y="648012"/>
                  </a:lnTo>
                  <a:lnTo>
                    <a:pt x="885749" y="648591"/>
                  </a:lnTo>
                  <a:lnTo>
                    <a:pt x="885477" y="648693"/>
                  </a:lnTo>
                  <a:lnTo>
                    <a:pt x="885064" y="648781"/>
                  </a:lnTo>
                  <a:lnTo>
                    <a:pt x="884524" y="649309"/>
                  </a:lnTo>
                  <a:lnTo>
                    <a:pt x="884485" y="649470"/>
                  </a:lnTo>
                  <a:lnTo>
                    <a:pt x="884319" y="649593"/>
                  </a:lnTo>
                  <a:lnTo>
                    <a:pt x="884100" y="649728"/>
                  </a:lnTo>
                  <a:lnTo>
                    <a:pt x="883748" y="649811"/>
                  </a:lnTo>
                  <a:lnTo>
                    <a:pt x="883462" y="649863"/>
                  </a:lnTo>
                  <a:lnTo>
                    <a:pt x="883186" y="649988"/>
                  </a:lnTo>
                  <a:lnTo>
                    <a:pt x="882995" y="650035"/>
                  </a:lnTo>
                  <a:lnTo>
                    <a:pt x="882725" y="650370"/>
                  </a:lnTo>
                  <a:lnTo>
                    <a:pt x="882740" y="650552"/>
                  </a:lnTo>
                  <a:lnTo>
                    <a:pt x="882788" y="650858"/>
                  </a:lnTo>
                  <a:lnTo>
                    <a:pt x="882795" y="651016"/>
                  </a:lnTo>
                  <a:lnTo>
                    <a:pt x="882798" y="651300"/>
                  </a:lnTo>
                  <a:lnTo>
                    <a:pt x="882808" y="651581"/>
                  </a:lnTo>
                  <a:lnTo>
                    <a:pt x="882762" y="652080"/>
                  </a:lnTo>
                  <a:lnTo>
                    <a:pt x="882458" y="652388"/>
                  </a:lnTo>
                  <a:lnTo>
                    <a:pt x="882540" y="651998"/>
                  </a:lnTo>
                  <a:lnTo>
                    <a:pt x="882461" y="651749"/>
                  </a:lnTo>
                  <a:lnTo>
                    <a:pt x="882201" y="651174"/>
                  </a:lnTo>
                  <a:lnTo>
                    <a:pt x="881993" y="650657"/>
                  </a:lnTo>
                  <a:lnTo>
                    <a:pt x="881700" y="649830"/>
                  </a:lnTo>
                  <a:lnTo>
                    <a:pt x="880404" y="647982"/>
                  </a:lnTo>
                  <a:lnTo>
                    <a:pt x="880226" y="647965"/>
                  </a:lnTo>
                  <a:lnTo>
                    <a:pt x="878630" y="648440"/>
                  </a:lnTo>
                  <a:lnTo>
                    <a:pt x="877915" y="648531"/>
                  </a:lnTo>
                  <a:lnTo>
                    <a:pt x="877846" y="648384"/>
                  </a:lnTo>
                  <a:lnTo>
                    <a:pt x="877800" y="648218"/>
                  </a:lnTo>
                  <a:lnTo>
                    <a:pt x="877755" y="648067"/>
                  </a:lnTo>
                  <a:lnTo>
                    <a:pt x="877662" y="647903"/>
                  </a:lnTo>
                  <a:lnTo>
                    <a:pt x="877437" y="647634"/>
                  </a:lnTo>
                  <a:lnTo>
                    <a:pt x="877181" y="647206"/>
                  </a:lnTo>
                  <a:lnTo>
                    <a:pt x="877152" y="646969"/>
                  </a:lnTo>
                  <a:lnTo>
                    <a:pt x="877054" y="646796"/>
                  </a:lnTo>
                  <a:lnTo>
                    <a:pt x="876937" y="646579"/>
                  </a:lnTo>
                  <a:lnTo>
                    <a:pt x="876834" y="646392"/>
                  </a:lnTo>
                  <a:lnTo>
                    <a:pt x="876666" y="646106"/>
                  </a:lnTo>
                  <a:lnTo>
                    <a:pt x="876182" y="645692"/>
                  </a:lnTo>
                  <a:lnTo>
                    <a:pt x="875941" y="645634"/>
                  </a:lnTo>
                  <a:lnTo>
                    <a:pt x="875750" y="645576"/>
                  </a:lnTo>
                  <a:lnTo>
                    <a:pt x="875569" y="645493"/>
                  </a:lnTo>
                  <a:lnTo>
                    <a:pt x="874484" y="644851"/>
                  </a:lnTo>
                  <a:lnTo>
                    <a:pt x="873167" y="644762"/>
                  </a:lnTo>
                  <a:lnTo>
                    <a:pt x="872421" y="645133"/>
                  </a:lnTo>
                  <a:lnTo>
                    <a:pt x="872013" y="644994"/>
                  </a:lnTo>
                  <a:lnTo>
                    <a:pt x="871800" y="645028"/>
                  </a:lnTo>
                  <a:lnTo>
                    <a:pt x="871456" y="645043"/>
                  </a:lnTo>
                  <a:lnTo>
                    <a:pt x="871197" y="644962"/>
                  </a:lnTo>
                  <a:lnTo>
                    <a:pt x="870824" y="644676"/>
                  </a:lnTo>
                  <a:lnTo>
                    <a:pt x="870696" y="644560"/>
                  </a:lnTo>
                  <a:lnTo>
                    <a:pt x="870385" y="644336"/>
                  </a:lnTo>
                  <a:lnTo>
                    <a:pt x="870228" y="644280"/>
                  </a:lnTo>
                  <a:lnTo>
                    <a:pt x="869568" y="644100"/>
                  </a:lnTo>
                  <a:lnTo>
                    <a:pt x="869448" y="643855"/>
                  </a:lnTo>
                  <a:lnTo>
                    <a:pt x="869352" y="643666"/>
                  </a:lnTo>
                  <a:lnTo>
                    <a:pt x="869176" y="643423"/>
                  </a:lnTo>
                  <a:lnTo>
                    <a:pt x="868736" y="643052"/>
                  </a:lnTo>
                  <a:lnTo>
                    <a:pt x="868701" y="642798"/>
                  </a:lnTo>
                  <a:lnTo>
                    <a:pt x="868662" y="642649"/>
                  </a:lnTo>
                  <a:lnTo>
                    <a:pt x="868441" y="642226"/>
                  </a:lnTo>
                  <a:lnTo>
                    <a:pt x="868273" y="642151"/>
                  </a:lnTo>
                  <a:lnTo>
                    <a:pt x="868076" y="642107"/>
                  </a:lnTo>
                  <a:lnTo>
                    <a:pt x="867871" y="642066"/>
                  </a:lnTo>
                  <a:lnTo>
                    <a:pt x="867544" y="642015"/>
                  </a:lnTo>
                  <a:lnTo>
                    <a:pt x="867357" y="642017"/>
                  </a:lnTo>
                  <a:lnTo>
                    <a:pt x="867038" y="641982"/>
                  </a:lnTo>
                  <a:lnTo>
                    <a:pt x="866895" y="641893"/>
                  </a:lnTo>
                  <a:lnTo>
                    <a:pt x="866753" y="641799"/>
                  </a:lnTo>
                  <a:lnTo>
                    <a:pt x="866631" y="641670"/>
                  </a:lnTo>
                  <a:lnTo>
                    <a:pt x="866511" y="641524"/>
                  </a:lnTo>
                  <a:lnTo>
                    <a:pt x="866177" y="641236"/>
                  </a:lnTo>
                  <a:lnTo>
                    <a:pt x="865996" y="641176"/>
                  </a:lnTo>
                  <a:lnTo>
                    <a:pt x="865751" y="641148"/>
                  </a:lnTo>
                  <a:lnTo>
                    <a:pt x="865575" y="641113"/>
                  </a:lnTo>
                  <a:lnTo>
                    <a:pt x="865263" y="641019"/>
                  </a:lnTo>
                  <a:lnTo>
                    <a:pt x="864309" y="640464"/>
                  </a:lnTo>
                  <a:lnTo>
                    <a:pt x="863475" y="640931"/>
                  </a:lnTo>
                  <a:lnTo>
                    <a:pt x="863335" y="640917"/>
                  </a:lnTo>
                  <a:lnTo>
                    <a:pt x="862962" y="640794"/>
                  </a:lnTo>
                  <a:lnTo>
                    <a:pt x="862591" y="640398"/>
                  </a:lnTo>
                  <a:lnTo>
                    <a:pt x="862021" y="639971"/>
                  </a:lnTo>
                  <a:lnTo>
                    <a:pt x="861900" y="639829"/>
                  </a:lnTo>
                  <a:lnTo>
                    <a:pt x="861622" y="639368"/>
                  </a:lnTo>
                  <a:lnTo>
                    <a:pt x="861557" y="639211"/>
                  </a:lnTo>
                  <a:lnTo>
                    <a:pt x="861310" y="638901"/>
                  </a:lnTo>
                  <a:lnTo>
                    <a:pt x="860986" y="638701"/>
                  </a:lnTo>
                  <a:lnTo>
                    <a:pt x="860920" y="638349"/>
                  </a:lnTo>
                  <a:lnTo>
                    <a:pt x="860879" y="638093"/>
                  </a:lnTo>
                  <a:lnTo>
                    <a:pt x="860780" y="637674"/>
                  </a:lnTo>
                  <a:lnTo>
                    <a:pt x="860645" y="637285"/>
                  </a:lnTo>
                  <a:lnTo>
                    <a:pt x="860375" y="636814"/>
                  </a:lnTo>
                  <a:lnTo>
                    <a:pt x="860014" y="636466"/>
                  </a:lnTo>
                  <a:lnTo>
                    <a:pt x="859500" y="636006"/>
                  </a:lnTo>
                  <a:lnTo>
                    <a:pt x="859239" y="635893"/>
                  </a:lnTo>
                  <a:lnTo>
                    <a:pt x="858878" y="635873"/>
                  </a:lnTo>
                  <a:lnTo>
                    <a:pt x="858626" y="635770"/>
                  </a:lnTo>
                  <a:lnTo>
                    <a:pt x="858428" y="635576"/>
                  </a:lnTo>
                  <a:lnTo>
                    <a:pt x="858319" y="635156"/>
                  </a:lnTo>
                  <a:lnTo>
                    <a:pt x="858094" y="634952"/>
                  </a:lnTo>
                  <a:lnTo>
                    <a:pt x="857842" y="634829"/>
                  </a:lnTo>
                  <a:lnTo>
                    <a:pt x="857454" y="634798"/>
                  </a:lnTo>
                  <a:lnTo>
                    <a:pt x="856826" y="634780"/>
                  </a:lnTo>
                  <a:lnTo>
                    <a:pt x="856691" y="634569"/>
                  </a:lnTo>
                  <a:lnTo>
                    <a:pt x="856527" y="634334"/>
                  </a:lnTo>
                  <a:lnTo>
                    <a:pt x="856265" y="634237"/>
                  </a:lnTo>
                  <a:lnTo>
                    <a:pt x="855909" y="634165"/>
                  </a:lnTo>
                  <a:lnTo>
                    <a:pt x="855700" y="634185"/>
                  </a:lnTo>
                  <a:lnTo>
                    <a:pt x="855570" y="634123"/>
                  </a:lnTo>
                  <a:lnTo>
                    <a:pt x="855156" y="634123"/>
                  </a:lnTo>
                  <a:lnTo>
                    <a:pt x="854863" y="634383"/>
                  </a:lnTo>
                  <a:lnTo>
                    <a:pt x="854495" y="634522"/>
                  </a:lnTo>
                  <a:lnTo>
                    <a:pt x="854364" y="634343"/>
                  </a:lnTo>
                  <a:lnTo>
                    <a:pt x="854224" y="634162"/>
                  </a:lnTo>
                  <a:lnTo>
                    <a:pt x="853807" y="633137"/>
                  </a:lnTo>
                  <a:lnTo>
                    <a:pt x="853797" y="632972"/>
                  </a:lnTo>
                  <a:lnTo>
                    <a:pt x="853743" y="632420"/>
                  </a:lnTo>
                  <a:lnTo>
                    <a:pt x="853671" y="632082"/>
                  </a:lnTo>
                  <a:lnTo>
                    <a:pt x="853428" y="631724"/>
                  </a:lnTo>
                  <a:lnTo>
                    <a:pt x="852986" y="630906"/>
                  </a:lnTo>
                  <a:lnTo>
                    <a:pt x="852355" y="630169"/>
                  </a:lnTo>
                  <a:lnTo>
                    <a:pt x="852119" y="630002"/>
                  </a:lnTo>
                  <a:lnTo>
                    <a:pt x="851906" y="629900"/>
                  </a:lnTo>
                  <a:lnTo>
                    <a:pt x="851257" y="629654"/>
                  </a:lnTo>
                  <a:lnTo>
                    <a:pt x="851111" y="629626"/>
                  </a:lnTo>
                  <a:lnTo>
                    <a:pt x="850642" y="629667"/>
                  </a:lnTo>
                  <a:lnTo>
                    <a:pt x="850219" y="629831"/>
                  </a:lnTo>
                  <a:lnTo>
                    <a:pt x="849804" y="630026"/>
                  </a:lnTo>
                  <a:lnTo>
                    <a:pt x="849468" y="630343"/>
                  </a:lnTo>
                  <a:lnTo>
                    <a:pt x="849478" y="630473"/>
                  </a:lnTo>
                  <a:lnTo>
                    <a:pt x="849699" y="630920"/>
                  </a:lnTo>
                  <a:lnTo>
                    <a:pt x="849733" y="631061"/>
                  </a:lnTo>
                  <a:lnTo>
                    <a:pt x="849705" y="631223"/>
                  </a:lnTo>
                  <a:lnTo>
                    <a:pt x="849615" y="631530"/>
                  </a:lnTo>
                  <a:lnTo>
                    <a:pt x="849498" y="631673"/>
                  </a:lnTo>
                  <a:lnTo>
                    <a:pt x="848848" y="631724"/>
                  </a:lnTo>
                  <a:lnTo>
                    <a:pt x="848136" y="631724"/>
                  </a:lnTo>
                  <a:lnTo>
                    <a:pt x="847749" y="631642"/>
                  </a:lnTo>
                  <a:lnTo>
                    <a:pt x="847594" y="631564"/>
                  </a:lnTo>
                  <a:lnTo>
                    <a:pt x="847364" y="631412"/>
                  </a:lnTo>
                  <a:lnTo>
                    <a:pt x="847207" y="631340"/>
                  </a:lnTo>
                  <a:lnTo>
                    <a:pt x="846860" y="631295"/>
                  </a:lnTo>
                  <a:lnTo>
                    <a:pt x="846559" y="631309"/>
                  </a:lnTo>
                  <a:lnTo>
                    <a:pt x="846312" y="631266"/>
                  </a:lnTo>
                  <a:lnTo>
                    <a:pt x="845891" y="631097"/>
                  </a:lnTo>
                  <a:lnTo>
                    <a:pt x="845573" y="630899"/>
                  </a:lnTo>
                  <a:lnTo>
                    <a:pt x="845352" y="630798"/>
                  </a:lnTo>
                  <a:lnTo>
                    <a:pt x="845132" y="630745"/>
                  </a:lnTo>
                  <a:lnTo>
                    <a:pt x="844833" y="630632"/>
                  </a:lnTo>
                  <a:lnTo>
                    <a:pt x="844720" y="630479"/>
                  </a:lnTo>
                  <a:lnTo>
                    <a:pt x="844585" y="630183"/>
                  </a:lnTo>
                  <a:lnTo>
                    <a:pt x="844409" y="629375"/>
                  </a:lnTo>
                  <a:lnTo>
                    <a:pt x="844287" y="629064"/>
                  </a:lnTo>
                  <a:lnTo>
                    <a:pt x="844098" y="628368"/>
                  </a:lnTo>
                  <a:lnTo>
                    <a:pt x="844116" y="627488"/>
                  </a:lnTo>
                  <a:lnTo>
                    <a:pt x="844152" y="626741"/>
                  </a:lnTo>
                  <a:lnTo>
                    <a:pt x="843900" y="626229"/>
                  </a:lnTo>
                  <a:lnTo>
                    <a:pt x="843629" y="625912"/>
                  </a:lnTo>
                  <a:lnTo>
                    <a:pt x="843374" y="625890"/>
                  </a:lnTo>
                  <a:lnTo>
                    <a:pt x="842324" y="625845"/>
                  </a:lnTo>
                  <a:lnTo>
                    <a:pt x="841595" y="625940"/>
                  </a:lnTo>
                  <a:lnTo>
                    <a:pt x="841397" y="625990"/>
                  </a:lnTo>
                  <a:lnTo>
                    <a:pt x="841048" y="626136"/>
                  </a:lnTo>
                  <a:lnTo>
                    <a:pt x="840874" y="626263"/>
                  </a:lnTo>
                  <a:lnTo>
                    <a:pt x="840483" y="626423"/>
                  </a:lnTo>
                  <a:lnTo>
                    <a:pt x="839960" y="626577"/>
                  </a:lnTo>
                  <a:lnTo>
                    <a:pt x="838833" y="626679"/>
                  </a:lnTo>
                  <a:lnTo>
                    <a:pt x="838166" y="626792"/>
                  </a:lnTo>
                  <a:lnTo>
                    <a:pt x="837202" y="626843"/>
                  </a:lnTo>
                  <a:lnTo>
                    <a:pt x="836474" y="626841"/>
                  </a:lnTo>
                  <a:lnTo>
                    <a:pt x="836254" y="626782"/>
                  </a:lnTo>
                  <a:lnTo>
                    <a:pt x="835859" y="626751"/>
                  </a:lnTo>
                  <a:lnTo>
                    <a:pt x="835372" y="626761"/>
                  </a:lnTo>
                  <a:lnTo>
                    <a:pt x="835083" y="626822"/>
                  </a:lnTo>
                  <a:lnTo>
                    <a:pt x="834795" y="627007"/>
                  </a:lnTo>
                  <a:lnTo>
                    <a:pt x="834434" y="627436"/>
                  </a:lnTo>
                  <a:lnTo>
                    <a:pt x="834020" y="627682"/>
                  </a:lnTo>
                  <a:lnTo>
                    <a:pt x="833641" y="627795"/>
                  </a:lnTo>
                  <a:lnTo>
                    <a:pt x="832785" y="627846"/>
                  </a:lnTo>
                  <a:lnTo>
                    <a:pt x="831739" y="627887"/>
                  </a:lnTo>
                  <a:lnTo>
                    <a:pt x="830397" y="627752"/>
                  </a:lnTo>
                  <a:lnTo>
                    <a:pt x="830258" y="627726"/>
                  </a:lnTo>
                  <a:lnTo>
                    <a:pt x="830023" y="627659"/>
                  </a:lnTo>
                  <a:lnTo>
                    <a:pt x="829738" y="627470"/>
                  </a:lnTo>
                  <a:lnTo>
                    <a:pt x="829653" y="627329"/>
                  </a:lnTo>
                  <a:lnTo>
                    <a:pt x="829360" y="627037"/>
                  </a:lnTo>
                  <a:lnTo>
                    <a:pt x="829040" y="626712"/>
                  </a:lnTo>
                  <a:lnTo>
                    <a:pt x="828653" y="626192"/>
                  </a:lnTo>
                  <a:lnTo>
                    <a:pt x="828434" y="625959"/>
                  </a:lnTo>
                  <a:lnTo>
                    <a:pt x="828267" y="625794"/>
                  </a:lnTo>
                  <a:lnTo>
                    <a:pt x="827976" y="625543"/>
                  </a:lnTo>
                  <a:lnTo>
                    <a:pt x="827815" y="625508"/>
                  </a:lnTo>
                  <a:lnTo>
                    <a:pt x="827605" y="625467"/>
                  </a:lnTo>
                  <a:lnTo>
                    <a:pt x="827353" y="625451"/>
                  </a:lnTo>
                  <a:lnTo>
                    <a:pt x="827161" y="625423"/>
                  </a:lnTo>
                  <a:lnTo>
                    <a:pt x="826970" y="625420"/>
                  </a:lnTo>
                  <a:lnTo>
                    <a:pt x="826779" y="625424"/>
                  </a:lnTo>
                  <a:lnTo>
                    <a:pt x="826363" y="625287"/>
                  </a:lnTo>
                  <a:lnTo>
                    <a:pt x="826205" y="625031"/>
                  </a:lnTo>
                  <a:lnTo>
                    <a:pt x="826133" y="624839"/>
                  </a:lnTo>
                  <a:lnTo>
                    <a:pt x="826093" y="624596"/>
                  </a:lnTo>
                  <a:lnTo>
                    <a:pt x="826066" y="624389"/>
                  </a:lnTo>
                  <a:lnTo>
                    <a:pt x="826047" y="624169"/>
                  </a:lnTo>
                  <a:lnTo>
                    <a:pt x="826015" y="623928"/>
                  </a:lnTo>
                  <a:lnTo>
                    <a:pt x="826025" y="623785"/>
                  </a:lnTo>
                  <a:lnTo>
                    <a:pt x="826040" y="623553"/>
                  </a:lnTo>
                  <a:lnTo>
                    <a:pt x="825764" y="623095"/>
                  </a:lnTo>
                  <a:lnTo>
                    <a:pt x="825613" y="623033"/>
                  </a:lnTo>
                  <a:lnTo>
                    <a:pt x="825172" y="622805"/>
                  </a:lnTo>
                  <a:lnTo>
                    <a:pt x="825076" y="622658"/>
                  </a:lnTo>
                  <a:lnTo>
                    <a:pt x="824508" y="622269"/>
                  </a:lnTo>
                  <a:lnTo>
                    <a:pt x="824264" y="622437"/>
                  </a:lnTo>
                  <a:lnTo>
                    <a:pt x="824102" y="622514"/>
                  </a:lnTo>
                  <a:lnTo>
                    <a:pt x="823949" y="622634"/>
                  </a:lnTo>
                  <a:lnTo>
                    <a:pt x="823551" y="622774"/>
                  </a:lnTo>
                  <a:lnTo>
                    <a:pt x="823229" y="622640"/>
                  </a:lnTo>
                  <a:lnTo>
                    <a:pt x="822902" y="622548"/>
                  </a:lnTo>
                  <a:lnTo>
                    <a:pt x="822604" y="622452"/>
                  </a:lnTo>
                  <a:lnTo>
                    <a:pt x="822337" y="622457"/>
                  </a:lnTo>
                  <a:lnTo>
                    <a:pt x="822189" y="622576"/>
                  </a:lnTo>
                  <a:lnTo>
                    <a:pt x="822004" y="622737"/>
                  </a:lnTo>
                  <a:lnTo>
                    <a:pt x="821846" y="622872"/>
                  </a:lnTo>
                  <a:lnTo>
                    <a:pt x="821636" y="623034"/>
                  </a:lnTo>
                  <a:lnTo>
                    <a:pt x="821475" y="623137"/>
                  </a:lnTo>
                  <a:lnTo>
                    <a:pt x="821320" y="623259"/>
                  </a:lnTo>
                  <a:lnTo>
                    <a:pt x="821170" y="623363"/>
                  </a:lnTo>
                  <a:lnTo>
                    <a:pt x="820328" y="623822"/>
                  </a:lnTo>
                  <a:lnTo>
                    <a:pt x="820080" y="623721"/>
                  </a:lnTo>
                  <a:lnTo>
                    <a:pt x="819924" y="623614"/>
                  </a:lnTo>
                  <a:lnTo>
                    <a:pt x="819386" y="623360"/>
                  </a:lnTo>
                  <a:lnTo>
                    <a:pt x="819247" y="623409"/>
                  </a:lnTo>
                  <a:lnTo>
                    <a:pt x="818837" y="623504"/>
                  </a:lnTo>
                  <a:lnTo>
                    <a:pt x="818654" y="623494"/>
                  </a:lnTo>
                  <a:lnTo>
                    <a:pt x="818485" y="623480"/>
                  </a:lnTo>
                  <a:lnTo>
                    <a:pt x="818120" y="623477"/>
                  </a:lnTo>
                  <a:lnTo>
                    <a:pt x="817981" y="623558"/>
                  </a:lnTo>
                  <a:lnTo>
                    <a:pt x="817776" y="623707"/>
                  </a:lnTo>
                  <a:lnTo>
                    <a:pt x="817563" y="623850"/>
                  </a:lnTo>
                  <a:lnTo>
                    <a:pt x="817410" y="623910"/>
                  </a:lnTo>
                  <a:lnTo>
                    <a:pt x="817194" y="623995"/>
                  </a:lnTo>
                  <a:lnTo>
                    <a:pt x="816893" y="624088"/>
                  </a:lnTo>
                  <a:lnTo>
                    <a:pt x="816746" y="624167"/>
                  </a:lnTo>
                  <a:lnTo>
                    <a:pt x="816482" y="624273"/>
                  </a:lnTo>
                  <a:lnTo>
                    <a:pt x="816147" y="624336"/>
                  </a:lnTo>
                  <a:lnTo>
                    <a:pt x="815975" y="624344"/>
                  </a:lnTo>
                  <a:lnTo>
                    <a:pt x="815807" y="624359"/>
                  </a:lnTo>
                  <a:lnTo>
                    <a:pt x="815337" y="624495"/>
                  </a:lnTo>
                  <a:lnTo>
                    <a:pt x="815210" y="624559"/>
                  </a:lnTo>
                  <a:lnTo>
                    <a:pt x="815073" y="624628"/>
                  </a:lnTo>
                  <a:lnTo>
                    <a:pt x="814939" y="624692"/>
                  </a:lnTo>
                  <a:lnTo>
                    <a:pt x="814775" y="624776"/>
                  </a:lnTo>
                  <a:lnTo>
                    <a:pt x="814605" y="624886"/>
                  </a:lnTo>
                  <a:lnTo>
                    <a:pt x="814252" y="625147"/>
                  </a:lnTo>
                  <a:lnTo>
                    <a:pt x="814124" y="625242"/>
                  </a:lnTo>
                  <a:lnTo>
                    <a:pt x="813955" y="625383"/>
                  </a:lnTo>
                  <a:lnTo>
                    <a:pt x="813723" y="625547"/>
                  </a:lnTo>
                  <a:lnTo>
                    <a:pt x="813446" y="625714"/>
                  </a:lnTo>
                  <a:lnTo>
                    <a:pt x="813300" y="625814"/>
                  </a:lnTo>
                  <a:lnTo>
                    <a:pt x="813044" y="626001"/>
                  </a:lnTo>
                  <a:lnTo>
                    <a:pt x="812884" y="626102"/>
                  </a:lnTo>
                  <a:lnTo>
                    <a:pt x="812625" y="626247"/>
                  </a:lnTo>
                  <a:lnTo>
                    <a:pt x="812496" y="626321"/>
                  </a:lnTo>
                  <a:lnTo>
                    <a:pt x="812239" y="626488"/>
                  </a:lnTo>
                  <a:lnTo>
                    <a:pt x="812024" y="626593"/>
                  </a:lnTo>
                  <a:lnTo>
                    <a:pt x="811706" y="626742"/>
                  </a:lnTo>
                  <a:lnTo>
                    <a:pt x="811463" y="626873"/>
                  </a:lnTo>
                  <a:lnTo>
                    <a:pt x="811265" y="626981"/>
                  </a:lnTo>
                  <a:lnTo>
                    <a:pt x="811077" y="627090"/>
                  </a:lnTo>
                  <a:lnTo>
                    <a:pt x="810890" y="627194"/>
                  </a:lnTo>
                  <a:lnTo>
                    <a:pt x="810712" y="627307"/>
                  </a:lnTo>
                  <a:lnTo>
                    <a:pt x="810303" y="627477"/>
                  </a:lnTo>
                  <a:lnTo>
                    <a:pt x="810139" y="627574"/>
                  </a:lnTo>
                  <a:lnTo>
                    <a:pt x="809998" y="627646"/>
                  </a:lnTo>
                  <a:lnTo>
                    <a:pt x="809645" y="627857"/>
                  </a:lnTo>
                  <a:lnTo>
                    <a:pt x="809452" y="627978"/>
                  </a:lnTo>
                  <a:lnTo>
                    <a:pt x="809234" y="628111"/>
                  </a:lnTo>
                  <a:lnTo>
                    <a:pt x="808777" y="628296"/>
                  </a:lnTo>
                  <a:lnTo>
                    <a:pt x="808526" y="628398"/>
                  </a:lnTo>
                  <a:lnTo>
                    <a:pt x="808368" y="628448"/>
                  </a:lnTo>
                  <a:lnTo>
                    <a:pt x="808042" y="628564"/>
                  </a:lnTo>
                  <a:lnTo>
                    <a:pt x="807890" y="628595"/>
                  </a:lnTo>
                  <a:lnTo>
                    <a:pt x="807737" y="628621"/>
                  </a:lnTo>
                  <a:lnTo>
                    <a:pt x="807557" y="628650"/>
                  </a:lnTo>
                  <a:lnTo>
                    <a:pt x="807088" y="628816"/>
                  </a:lnTo>
                  <a:lnTo>
                    <a:pt x="806939" y="628825"/>
                  </a:lnTo>
                  <a:lnTo>
                    <a:pt x="806744" y="628825"/>
                  </a:lnTo>
                  <a:lnTo>
                    <a:pt x="806605" y="628877"/>
                  </a:lnTo>
                  <a:lnTo>
                    <a:pt x="806393" y="628954"/>
                  </a:lnTo>
                  <a:lnTo>
                    <a:pt x="806239" y="629013"/>
                  </a:lnTo>
                  <a:lnTo>
                    <a:pt x="805810" y="629139"/>
                  </a:lnTo>
                  <a:lnTo>
                    <a:pt x="805521" y="629216"/>
                  </a:lnTo>
                  <a:lnTo>
                    <a:pt x="805179" y="629305"/>
                  </a:lnTo>
                  <a:lnTo>
                    <a:pt x="804980" y="629337"/>
                  </a:lnTo>
                  <a:lnTo>
                    <a:pt x="804741" y="629362"/>
                  </a:lnTo>
                  <a:lnTo>
                    <a:pt x="804481" y="629362"/>
                  </a:lnTo>
                  <a:lnTo>
                    <a:pt x="804336" y="629374"/>
                  </a:lnTo>
                  <a:lnTo>
                    <a:pt x="804169" y="629420"/>
                  </a:lnTo>
                  <a:lnTo>
                    <a:pt x="803864" y="629585"/>
                  </a:lnTo>
                  <a:lnTo>
                    <a:pt x="803689" y="629690"/>
                  </a:lnTo>
                  <a:lnTo>
                    <a:pt x="803553" y="629800"/>
                  </a:lnTo>
                  <a:lnTo>
                    <a:pt x="803137" y="630092"/>
                  </a:lnTo>
                  <a:lnTo>
                    <a:pt x="802871" y="630180"/>
                  </a:lnTo>
                  <a:lnTo>
                    <a:pt x="802631" y="630247"/>
                  </a:lnTo>
                  <a:lnTo>
                    <a:pt x="802318" y="630402"/>
                  </a:lnTo>
                  <a:lnTo>
                    <a:pt x="802137" y="630602"/>
                  </a:lnTo>
                  <a:lnTo>
                    <a:pt x="801954" y="630793"/>
                  </a:lnTo>
                  <a:lnTo>
                    <a:pt x="801713" y="630983"/>
                  </a:lnTo>
                  <a:lnTo>
                    <a:pt x="801554" y="631081"/>
                  </a:lnTo>
                  <a:lnTo>
                    <a:pt x="801435" y="631226"/>
                  </a:lnTo>
                  <a:lnTo>
                    <a:pt x="801323" y="631400"/>
                  </a:lnTo>
                  <a:lnTo>
                    <a:pt x="801177" y="631661"/>
                  </a:lnTo>
                  <a:lnTo>
                    <a:pt x="801052" y="631922"/>
                  </a:lnTo>
                  <a:lnTo>
                    <a:pt x="800898" y="632285"/>
                  </a:lnTo>
                  <a:lnTo>
                    <a:pt x="800778" y="632638"/>
                  </a:lnTo>
                  <a:lnTo>
                    <a:pt x="800740" y="632860"/>
                  </a:lnTo>
                  <a:lnTo>
                    <a:pt x="800722" y="633075"/>
                  </a:lnTo>
                  <a:lnTo>
                    <a:pt x="800691" y="633323"/>
                  </a:lnTo>
                  <a:lnTo>
                    <a:pt x="800660" y="633501"/>
                  </a:lnTo>
                  <a:lnTo>
                    <a:pt x="800607" y="633692"/>
                  </a:lnTo>
                  <a:lnTo>
                    <a:pt x="800510" y="633876"/>
                  </a:lnTo>
                  <a:lnTo>
                    <a:pt x="800419" y="634100"/>
                  </a:lnTo>
                  <a:lnTo>
                    <a:pt x="800321" y="634280"/>
                  </a:lnTo>
                  <a:lnTo>
                    <a:pt x="800125" y="634787"/>
                  </a:lnTo>
                  <a:lnTo>
                    <a:pt x="800204" y="635182"/>
                  </a:lnTo>
                  <a:lnTo>
                    <a:pt x="800195" y="635328"/>
                  </a:lnTo>
                  <a:lnTo>
                    <a:pt x="800171" y="635497"/>
                  </a:lnTo>
                  <a:lnTo>
                    <a:pt x="800119" y="635661"/>
                  </a:lnTo>
                  <a:lnTo>
                    <a:pt x="800018" y="635898"/>
                  </a:lnTo>
                  <a:lnTo>
                    <a:pt x="799902" y="636149"/>
                  </a:lnTo>
                  <a:lnTo>
                    <a:pt x="799804" y="636331"/>
                  </a:lnTo>
                  <a:lnTo>
                    <a:pt x="799721" y="636460"/>
                  </a:lnTo>
                  <a:lnTo>
                    <a:pt x="799498" y="636709"/>
                  </a:lnTo>
                  <a:lnTo>
                    <a:pt x="799340" y="636840"/>
                  </a:lnTo>
                  <a:lnTo>
                    <a:pt x="799137" y="636993"/>
                  </a:lnTo>
                  <a:lnTo>
                    <a:pt x="798782" y="637195"/>
                  </a:lnTo>
                  <a:lnTo>
                    <a:pt x="798650" y="637226"/>
                  </a:lnTo>
                  <a:lnTo>
                    <a:pt x="798421" y="637353"/>
                  </a:lnTo>
                  <a:lnTo>
                    <a:pt x="798183" y="637564"/>
                  </a:lnTo>
                  <a:lnTo>
                    <a:pt x="798081" y="637702"/>
                  </a:lnTo>
                  <a:lnTo>
                    <a:pt x="797953" y="637924"/>
                  </a:lnTo>
                  <a:lnTo>
                    <a:pt x="797758" y="638244"/>
                  </a:lnTo>
                  <a:lnTo>
                    <a:pt x="797687" y="638376"/>
                  </a:lnTo>
                  <a:lnTo>
                    <a:pt x="797574" y="638504"/>
                  </a:lnTo>
                  <a:lnTo>
                    <a:pt x="797296" y="638863"/>
                  </a:lnTo>
                  <a:lnTo>
                    <a:pt x="797023" y="639250"/>
                  </a:lnTo>
                  <a:lnTo>
                    <a:pt x="796921" y="639486"/>
                  </a:lnTo>
                  <a:lnTo>
                    <a:pt x="796813" y="639629"/>
                  </a:lnTo>
                  <a:lnTo>
                    <a:pt x="796564" y="639944"/>
                  </a:lnTo>
                  <a:lnTo>
                    <a:pt x="796483" y="640084"/>
                  </a:lnTo>
                  <a:lnTo>
                    <a:pt x="796427" y="640222"/>
                  </a:lnTo>
                  <a:lnTo>
                    <a:pt x="796336" y="640415"/>
                  </a:lnTo>
                  <a:lnTo>
                    <a:pt x="796260" y="640570"/>
                  </a:lnTo>
                  <a:lnTo>
                    <a:pt x="796206" y="640706"/>
                  </a:lnTo>
                  <a:lnTo>
                    <a:pt x="795804" y="641295"/>
                  </a:lnTo>
                  <a:lnTo>
                    <a:pt x="795688" y="641431"/>
                  </a:lnTo>
                  <a:lnTo>
                    <a:pt x="795490" y="641703"/>
                  </a:lnTo>
                  <a:lnTo>
                    <a:pt x="795247" y="642042"/>
                  </a:lnTo>
                  <a:lnTo>
                    <a:pt x="795045" y="642315"/>
                  </a:lnTo>
                  <a:lnTo>
                    <a:pt x="794725" y="642678"/>
                  </a:lnTo>
                  <a:lnTo>
                    <a:pt x="794541" y="642798"/>
                  </a:lnTo>
                  <a:lnTo>
                    <a:pt x="794333" y="642906"/>
                  </a:lnTo>
                  <a:lnTo>
                    <a:pt x="793741" y="643194"/>
                  </a:lnTo>
                  <a:lnTo>
                    <a:pt x="793570" y="643270"/>
                  </a:lnTo>
                  <a:lnTo>
                    <a:pt x="793393" y="643325"/>
                  </a:lnTo>
                  <a:lnTo>
                    <a:pt x="793245" y="643392"/>
                  </a:lnTo>
                  <a:lnTo>
                    <a:pt x="793088" y="643484"/>
                  </a:lnTo>
                  <a:lnTo>
                    <a:pt x="792948" y="643535"/>
                  </a:lnTo>
                  <a:lnTo>
                    <a:pt x="792713" y="643622"/>
                  </a:lnTo>
                  <a:lnTo>
                    <a:pt x="792542" y="643671"/>
                  </a:lnTo>
                  <a:lnTo>
                    <a:pt x="792239" y="643753"/>
                  </a:lnTo>
                  <a:lnTo>
                    <a:pt x="792071" y="643829"/>
                  </a:lnTo>
                  <a:lnTo>
                    <a:pt x="791842" y="643919"/>
                  </a:lnTo>
                  <a:lnTo>
                    <a:pt x="791640" y="644020"/>
                  </a:lnTo>
                  <a:lnTo>
                    <a:pt x="791361" y="644135"/>
                  </a:lnTo>
                  <a:lnTo>
                    <a:pt x="791180" y="644240"/>
                  </a:lnTo>
                  <a:lnTo>
                    <a:pt x="791027" y="644349"/>
                  </a:lnTo>
                  <a:lnTo>
                    <a:pt x="790735" y="644511"/>
                  </a:lnTo>
                  <a:lnTo>
                    <a:pt x="790437" y="644665"/>
                  </a:lnTo>
                  <a:lnTo>
                    <a:pt x="790284" y="644770"/>
                  </a:lnTo>
                  <a:lnTo>
                    <a:pt x="790108" y="644871"/>
                  </a:lnTo>
                  <a:lnTo>
                    <a:pt x="789860" y="645004"/>
                  </a:lnTo>
                  <a:lnTo>
                    <a:pt x="789451" y="645240"/>
                  </a:lnTo>
                  <a:lnTo>
                    <a:pt x="789234" y="645387"/>
                  </a:lnTo>
                  <a:lnTo>
                    <a:pt x="788974" y="645540"/>
                  </a:lnTo>
                  <a:lnTo>
                    <a:pt x="788524" y="645799"/>
                  </a:lnTo>
                  <a:lnTo>
                    <a:pt x="788368" y="645883"/>
                  </a:lnTo>
                  <a:lnTo>
                    <a:pt x="788237" y="645939"/>
                  </a:lnTo>
                  <a:lnTo>
                    <a:pt x="788072" y="645990"/>
                  </a:lnTo>
                  <a:lnTo>
                    <a:pt x="787827" y="646127"/>
                  </a:lnTo>
                  <a:lnTo>
                    <a:pt x="787640" y="646263"/>
                  </a:lnTo>
                  <a:lnTo>
                    <a:pt x="787447" y="646362"/>
                  </a:lnTo>
                  <a:lnTo>
                    <a:pt x="787130" y="646578"/>
                  </a:lnTo>
                  <a:lnTo>
                    <a:pt x="786829" y="646734"/>
                  </a:lnTo>
                  <a:lnTo>
                    <a:pt x="786670" y="646798"/>
                  </a:lnTo>
                  <a:lnTo>
                    <a:pt x="786526" y="646852"/>
                  </a:lnTo>
                  <a:lnTo>
                    <a:pt x="786235" y="646975"/>
                  </a:lnTo>
                  <a:lnTo>
                    <a:pt x="786045" y="647033"/>
                  </a:lnTo>
                  <a:lnTo>
                    <a:pt x="785873" y="647065"/>
                  </a:lnTo>
                  <a:lnTo>
                    <a:pt x="785693" y="647103"/>
                  </a:lnTo>
                  <a:lnTo>
                    <a:pt x="785564" y="647166"/>
                  </a:lnTo>
                  <a:lnTo>
                    <a:pt x="785066" y="647336"/>
                  </a:lnTo>
                  <a:lnTo>
                    <a:pt x="784907" y="647366"/>
                  </a:lnTo>
                  <a:lnTo>
                    <a:pt x="784718" y="647405"/>
                  </a:lnTo>
                  <a:lnTo>
                    <a:pt x="784459" y="647440"/>
                  </a:lnTo>
                  <a:lnTo>
                    <a:pt x="784177" y="647473"/>
                  </a:lnTo>
                  <a:lnTo>
                    <a:pt x="783973" y="647521"/>
                  </a:lnTo>
                  <a:lnTo>
                    <a:pt x="783770" y="647576"/>
                  </a:lnTo>
                  <a:lnTo>
                    <a:pt x="782998" y="648152"/>
                  </a:lnTo>
                  <a:lnTo>
                    <a:pt x="782656" y="648450"/>
                  </a:lnTo>
                  <a:lnTo>
                    <a:pt x="782317" y="648596"/>
                  </a:lnTo>
                  <a:lnTo>
                    <a:pt x="781570" y="648812"/>
                  </a:lnTo>
                  <a:lnTo>
                    <a:pt x="781035" y="648919"/>
                  </a:lnTo>
                  <a:lnTo>
                    <a:pt x="780053" y="649062"/>
                  </a:lnTo>
                  <a:lnTo>
                    <a:pt x="779271" y="649852"/>
                  </a:lnTo>
                  <a:lnTo>
                    <a:pt x="779104" y="649878"/>
                  </a:lnTo>
                  <a:lnTo>
                    <a:pt x="778351" y="650025"/>
                  </a:lnTo>
                  <a:lnTo>
                    <a:pt x="778086" y="649994"/>
                  </a:lnTo>
                  <a:lnTo>
                    <a:pt x="777724" y="649964"/>
                  </a:lnTo>
                  <a:lnTo>
                    <a:pt x="776952" y="649819"/>
                  </a:lnTo>
                  <a:lnTo>
                    <a:pt x="776575" y="649727"/>
                  </a:lnTo>
                  <a:lnTo>
                    <a:pt x="776323" y="649712"/>
                  </a:lnTo>
                  <a:lnTo>
                    <a:pt x="776174" y="649723"/>
                  </a:lnTo>
                  <a:lnTo>
                    <a:pt x="775985" y="649724"/>
                  </a:lnTo>
                  <a:lnTo>
                    <a:pt x="775832" y="649723"/>
                  </a:lnTo>
                  <a:lnTo>
                    <a:pt x="775416" y="649729"/>
                  </a:lnTo>
                  <a:lnTo>
                    <a:pt x="775285" y="649713"/>
                  </a:lnTo>
                  <a:lnTo>
                    <a:pt x="774369" y="650135"/>
                  </a:lnTo>
                  <a:lnTo>
                    <a:pt x="772775" y="650544"/>
                  </a:lnTo>
                  <a:lnTo>
                    <a:pt x="772525" y="650451"/>
                  </a:lnTo>
                  <a:lnTo>
                    <a:pt x="772380" y="650363"/>
                  </a:lnTo>
                  <a:lnTo>
                    <a:pt x="772251" y="650287"/>
                  </a:lnTo>
                  <a:lnTo>
                    <a:pt x="771538" y="649177"/>
                  </a:lnTo>
                  <a:lnTo>
                    <a:pt x="771385" y="649137"/>
                  </a:lnTo>
                  <a:lnTo>
                    <a:pt x="771239" y="649131"/>
                  </a:lnTo>
                  <a:lnTo>
                    <a:pt x="770833" y="649084"/>
                  </a:lnTo>
                  <a:lnTo>
                    <a:pt x="770457" y="649056"/>
                  </a:lnTo>
                  <a:lnTo>
                    <a:pt x="770242" y="649025"/>
                  </a:lnTo>
                  <a:lnTo>
                    <a:pt x="770100" y="649014"/>
                  </a:lnTo>
                  <a:lnTo>
                    <a:pt x="769725" y="649021"/>
                  </a:lnTo>
                  <a:lnTo>
                    <a:pt x="768982" y="649419"/>
                  </a:lnTo>
                  <a:lnTo>
                    <a:pt x="768656" y="650193"/>
                  </a:lnTo>
                  <a:lnTo>
                    <a:pt x="768542" y="650448"/>
                  </a:lnTo>
                  <a:lnTo>
                    <a:pt x="767083" y="650894"/>
                  </a:lnTo>
                  <a:lnTo>
                    <a:pt x="766878" y="650878"/>
                  </a:lnTo>
                  <a:lnTo>
                    <a:pt x="765400" y="651291"/>
                  </a:lnTo>
                  <a:lnTo>
                    <a:pt x="765078" y="651518"/>
                  </a:lnTo>
                  <a:lnTo>
                    <a:pt x="764661" y="651768"/>
                  </a:lnTo>
                  <a:lnTo>
                    <a:pt x="764283" y="651893"/>
                  </a:lnTo>
                  <a:lnTo>
                    <a:pt x="763945" y="651897"/>
                  </a:lnTo>
                  <a:lnTo>
                    <a:pt x="763535" y="652011"/>
                  </a:lnTo>
                  <a:lnTo>
                    <a:pt x="763450" y="652151"/>
                  </a:lnTo>
                  <a:lnTo>
                    <a:pt x="762964" y="652776"/>
                  </a:lnTo>
                  <a:lnTo>
                    <a:pt x="762581" y="653034"/>
                  </a:lnTo>
                  <a:lnTo>
                    <a:pt x="762214" y="653166"/>
                  </a:lnTo>
                  <a:lnTo>
                    <a:pt x="761906" y="653297"/>
                  </a:lnTo>
                  <a:lnTo>
                    <a:pt x="761184" y="653659"/>
                  </a:lnTo>
                  <a:lnTo>
                    <a:pt x="760785" y="653797"/>
                  </a:lnTo>
                  <a:lnTo>
                    <a:pt x="760451" y="653823"/>
                  </a:lnTo>
                  <a:lnTo>
                    <a:pt x="760143" y="653837"/>
                  </a:lnTo>
                  <a:lnTo>
                    <a:pt x="759361" y="653889"/>
                  </a:lnTo>
                  <a:lnTo>
                    <a:pt x="759205" y="653934"/>
                  </a:lnTo>
                  <a:lnTo>
                    <a:pt x="759011" y="653979"/>
                  </a:lnTo>
                  <a:lnTo>
                    <a:pt x="758859" y="654028"/>
                  </a:lnTo>
                  <a:lnTo>
                    <a:pt x="758584" y="654428"/>
                  </a:lnTo>
                  <a:lnTo>
                    <a:pt x="758622" y="654649"/>
                  </a:lnTo>
                  <a:lnTo>
                    <a:pt x="758695" y="655033"/>
                  </a:lnTo>
                  <a:lnTo>
                    <a:pt x="758673" y="655193"/>
                  </a:lnTo>
                  <a:lnTo>
                    <a:pt x="758366" y="655666"/>
                  </a:lnTo>
                  <a:lnTo>
                    <a:pt x="758119" y="655783"/>
                  </a:lnTo>
                  <a:lnTo>
                    <a:pt x="757950" y="655863"/>
                  </a:lnTo>
                  <a:lnTo>
                    <a:pt x="757706" y="655945"/>
                  </a:lnTo>
                  <a:lnTo>
                    <a:pt x="757563" y="656012"/>
                  </a:lnTo>
                  <a:lnTo>
                    <a:pt x="756939" y="656299"/>
                  </a:lnTo>
                  <a:lnTo>
                    <a:pt x="756908" y="656437"/>
                  </a:lnTo>
                  <a:lnTo>
                    <a:pt x="756717" y="656813"/>
                  </a:lnTo>
                  <a:lnTo>
                    <a:pt x="756552" y="657023"/>
                  </a:lnTo>
                  <a:lnTo>
                    <a:pt x="756388" y="657301"/>
                  </a:lnTo>
                  <a:lnTo>
                    <a:pt x="756271" y="657452"/>
                  </a:lnTo>
                  <a:lnTo>
                    <a:pt x="755990" y="657733"/>
                  </a:lnTo>
                  <a:lnTo>
                    <a:pt x="755716" y="658036"/>
                  </a:lnTo>
                  <a:lnTo>
                    <a:pt x="755607" y="658173"/>
                  </a:lnTo>
                  <a:lnTo>
                    <a:pt x="755420" y="658417"/>
                  </a:lnTo>
                  <a:lnTo>
                    <a:pt x="755047" y="658797"/>
                  </a:lnTo>
                  <a:lnTo>
                    <a:pt x="754320" y="659229"/>
                  </a:lnTo>
                  <a:lnTo>
                    <a:pt x="754109" y="659297"/>
                  </a:lnTo>
                  <a:lnTo>
                    <a:pt x="753960" y="659336"/>
                  </a:lnTo>
                  <a:lnTo>
                    <a:pt x="753788" y="659371"/>
                  </a:lnTo>
                  <a:lnTo>
                    <a:pt x="753639" y="659403"/>
                  </a:lnTo>
                  <a:lnTo>
                    <a:pt x="753306" y="659511"/>
                  </a:lnTo>
                  <a:lnTo>
                    <a:pt x="753039" y="659595"/>
                  </a:lnTo>
                  <a:lnTo>
                    <a:pt x="752843" y="659643"/>
                  </a:lnTo>
                  <a:lnTo>
                    <a:pt x="752325" y="659819"/>
                  </a:lnTo>
                  <a:lnTo>
                    <a:pt x="752150" y="659893"/>
                  </a:lnTo>
                  <a:lnTo>
                    <a:pt x="752014" y="659964"/>
                  </a:lnTo>
                  <a:lnTo>
                    <a:pt x="751788" y="660066"/>
                  </a:lnTo>
                  <a:lnTo>
                    <a:pt x="751568" y="660144"/>
                  </a:lnTo>
                  <a:lnTo>
                    <a:pt x="751399" y="660208"/>
                  </a:lnTo>
                  <a:lnTo>
                    <a:pt x="750941" y="660367"/>
                  </a:lnTo>
                  <a:lnTo>
                    <a:pt x="750665" y="660505"/>
                  </a:lnTo>
                  <a:lnTo>
                    <a:pt x="750022" y="660819"/>
                  </a:lnTo>
                  <a:lnTo>
                    <a:pt x="749657" y="661007"/>
                  </a:lnTo>
                  <a:lnTo>
                    <a:pt x="749419" y="661143"/>
                  </a:lnTo>
                  <a:lnTo>
                    <a:pt x="749228" y="661310"/>
                  </a:lnTo>
                  <a:lnTo>
                    <a:pt x="749094" y="661445"/>
                  </a:lnTo>
                  <a:lnTo>
                    <a:pt x="748754" y="661781"/>
                  </a:lnTo>
                  <a:lnTo>
                    <a:pt x="748638" y="661925"/>
                  </a:lnTo>
                  <a:lnTo>
                    <a:pt x="748522" y="662056"/>
                  </a:lnTo>
                  <a:lnTo>
                    <a:pt x="747465" y="662997"/>
                  </a:lnTo>
                  <a:lnTo>
                    <a:pt x="747272" y="663198"/>
                  </a:lnTo>
                  <a:lnTo>
                    <a:pt x="747023" y="663348"/>
                  </a:lnTo>
                  <a:lnTo>
                    <a:pt x="746817" y="663385"/>
                  </a:lnTo>
                  <a:lnTo>
                    <a:pt x="746575" y="663476"/>
                  </a:lnTo>
                  <a:lnTo>
                    <a:pt x="746265" y="663628"/>
                  </a:lnTo>
                  <a:lnTo>
                    <a:pt x="746117" y="663735"/>
                  </a:lnTo>
                  <a:lnTo>
                    <a:pt x="745837" y="663993"/>
                  </a:lnTo>
                  <a:lnTo>
                    <a:pt x="745435" y="664407"/>
                  </a:lnTo>
                  <a:lnTo>
                    <a:pt x="745213" y="664674"/>
                  </a:lnTo>
                  <a:lnTo>
                    <a:pt x="745047" y="664859"/>
                  </a:lnTo>
                  <a:lnTo>
                    <a:pt x="744894" y="665035"/>
                  </a:lnTo>
                  <a:lnTo>
                    <a:pt x="744636" y="665318"/>
                  </a:lnTo>
                  <a:lnTo>
                    <a:pt x="744486" y="665473"/>
                  </a:lnTo>
                  <a:lnTo>
                    <a:pt x="744364" y="665622"/>
                  </a:lnTo>
                  <a:lnTo>
                    <a:pt x="744042" y="665952"/>
                  </a:lnTo>
                  <a:lnTo>
                    <a:pt x="743895" y="666078"/>
                  </a:lnTo>
                  <a:lnTo>
                    <a:pt x="743742" y="666268"/>
                  </a:lnTo>
                  <a:lnTo>
                    <a:pt x="743416" y="666670"/>
                  </a:lnTo>
                  <a:lnTo>
                    <a:pt x="743282" y="666801"/>
                  </a:lnTo>
                  <a:lnTo>
                    <a:pt x="743130" y="666920"/>
                  </a:lnTo>
                  <a:lnTo>
                    <a:pt x="742778" y="667229"/>
                  </a:lnTo>
                  <a:lnTo>
                    <a:pt x="742637" y="667364"/>
                  </a:lnTo>
                  <a:lnTo>
                    <a:pt x="742480" y="667513"/>
                  </a:lnTo>
                  <a:lnTo>
                    <a:pt x="742147" y="667729"/>
                  </a:lnTo>
                  <a:lnTo>
                    <a:pt x="741982" y="667839"/>
                  </a:lnTo>
                  <a:lnTo>
                    <a:pt x="741762" y="667971"/>
                  </a:lnTo>
                  <a:lnTo>
                    <a:pt x="741444" y="668189"/>
                  </a:lnTo>
                  <a:lnTo>
                    <a:pt x="741288" y="668356"/>
                  </a:lnTo>
                  <a:lnTo>
                    <a:pt x="741052" y="668580"/>
                  </a:lnTo>
                  <a:lnTo>
                    <a:pt x="740488" y="669142"/>
                  </a:lnTo>
                  <a:lnTo>
                    <a:pt x="740291" y="669427"/>
                  </a:lnTo>
                  <a:lnTo>
                    <a:pt x="740091" y="669646"/>
                  </a:lnTo>
                  <a:lnTo>
                    <a:pt x="739962" y="669782"/>
                  </a:lnTo>
                  <a:lnTo>
                    <a:pt x="739619" y="670089"/>
                  </a:lnTo>
                  <a:lnTo>
                    <a:pt x="739433" y="670246"/>
                  </a:lnTo>
                  <a:lnTo>
                    <a:pt x="739128" y="670601"/>
                  </a:lnTo>
                  <a:lnTo>
                    <a:pt x="738831" y="670967"/>
                  </a:lnTo>
                  <a:lnTo>
                    <a:pt x="738604" y="671244"/>
                  </a:lnTo>
                  <a:lnTo>
                    <a:pt x="738470" y="671402"/>
                  </a:lnTo>
                  <a:lnTo>
                    <a:pt x="738115" y="671823"/>
                  </a:lnTo>
                  <a:lnTo>
                    <a:pt x="738017" y="671965"/>
                  </a:lnTo>
                  <a:lnTo>
                    <a:pt x="737690" y="672340"/>
                  </a:lnTo>
                  <a:lnTo>
                    <a:pt x="737390" y="672666"/>
                  </a:lnTo>
                  <a:lnTo>
                    <a:pt x="737056" y="672996"/>
                  </a:lnTo>
                  <a:lnTo>
                    <a:pt x="736841" y="673185"/>
                  </a:lnTo>
                  <a:lnTo>
                    <a:pt x="736518" y="673588"/>
                  </a:lnTo>
                  <a:lnTo>
                    <a:pt x="736366" y="673799"/>
                  </a:lnTo>
                  <a:lnTo>
                    <a:pt x="735895" y="674390"/>
                  </a:lnTo>
                  <a:lnTo>
                    <a:pt x="735737" y="674581"/>
                  </a:lnTo>
                  <a:lnTo>
                    <a:pt x="735570" y="674777"/>
                  </a:lnTo>
                  <a:lnTo>
                    <a:pt x="735324" y="675048"/>
                  </a:lnTo>
                  <a:lnTo>
                    <a:pt x="735215" y="675212"/>
                  </a:lnTo>
                  <a:lnTo>
                    <a:pt x="735029" y="675466"/>
                  </a:lnTo>
                  <a:lnTo>
                    <a:pt x="734928" y="675616"/>
                  </a:lnTo>
                  <a:lnTo>
                    <a:pt x="734719" y="675927"/>
                  </a:lnTo>
                  <a:lnTo>
                    <a:pt x="734622" y="676069"/>
                  </a:lnTo>
                  <a:lnTo>
                    <a:pt x="734356" y="676405"/>
                  </a:lnTo>
                  <a:lnTo>
                    <a:pt x="734002" y="676802"/>
                  </a:lnTo>
                  <a:lnTo>
                    <a:pt x="733576" y="677222"/>
                  </a:lnTo>
                  <a:lnTo>
                    <a:pt x="733416" y="677384"/>
                  </a:lnTo>
                  <a:lnTo>
                    <a:pt x="733261" y="677512"/>
                  </a:lnTo>
                  <a:lnTo>
                    <a:pt x="732905" y="677912"/>
                  </a:lnTo>
                  <a:lnTo>
                    <a:pt x="732759" y="678047"/>
                  </a:lnTo>
                  <a:lnTo>
                    <a:pt x="732599" y="678227"/>
                  </a:lnTo>
                  <a:lnTo>
                    <a:pt x="732326" y="678517"/>
                  </a:lnTo>
                  <a:lnTo>
                    <a:pt x="732195" y="678677"/>
                  </a:lnTo>
                  <a:lnTo>
                    <a:pt x="732040" y="678888"/>
                  </a:lnTo>
                  <a:lnTo>
                    <a:pt x="731671" y="679351"/>
                  </a:lnTo>
                  <a:lnTo>
                    <a:pt x="731525" y="679564"/>
                  </a:lnTo>
                  <a:lnTo>
                    <a:pt x="731414" y="679745"/>
                  </a:lnTo>
                  <a:lnTo>
                    <a:pt x="731098" y="680180"/>
                  </a:lnTo>
                  <a:lnTo>
                    <a:pt x="730988" y="680316"/>
                  </a:lnTo>
                  <a:lnTo>
                    <a:pt x="730839" y="680542"/>
                  </a:lnTo>
                  <a:lnTo>
                    <a:pt x="730523" y="680912"/>
                  </a:lnTo>
                  <a:lnTo>
                    <a:pt x="730355" y="681133"/>
                  </a:lnTo>
                  <a:lnTo>
                    <a:pt x="730210" y="681311"/>
                  </a:lnTo>
                  <a:lnTo>
                    <a:pt x="729917" y="681686"/>
                  </a:lnTo>
                  <a:lnTo>
                    <a:pt x="729791" y="681892"/>
                  </a:lnTo>
                  <a:lnTo>
                    <a:pt x="729660" y="682110"/>
                  </a:lnTo>
                  <a:lnTo>
                    <a:pt x="729364" y="682554"/>
                  </a:lnTo>
                  <a:lnTo>
                    <a:pt x="729251" y="682699"/>
                  </a:lnTo>
                  <a:lnTo>
                    <a:pt x="729103" y="682903"/>
                  </a:lnTo>
                  <a:lnTo>
                    <a:pt x="728932" y="683181"/>
                  </a:lnTo>
                  <a:lnTo>
                    <a:pt x="728746" y="683505"/>
                  </a:lnTo>
                  <a:lnTo>
                    <a:pt x="728598" y="683826"/>
                  </a:lnTo>
                  <a:lnTo>
                    <a:pt x="728544" y="683980"/>
                  </a:lnTo>
                  <a:lnTo>
                    <a:pt x="728480" y="684342"/>
                  </a:lnTo>
                  <a:lnTo>
                    <a:pt x="728465" y="684662"/>
                  </a:lnTo>
                  <a:lnTo>
                    <a:pt x="728511" y="684829"/>
                  </a:lnTo>
                  <a:lnTo>
                    <a:pt x="728629" y="685121"/>
                  </a:lnTo>
                  <a:lnTo>
                    <a:pt x="728816" y="685660"/>
                  </a:lnTo>
                  <a:lnTo>
                    <a:pt x="728821" y="686024"/>
                  </a:lnTo>
                  <a:lnTo>
                    <a:pt x="728812" y="686367"/>
                  </a:lnTo>
                  <a:lnTo>
                    <a:pt x="728769" y="686772"/>
                  </a:lnTo>
                  <a:lnTo>
                    <a:pt x="728769" y="687186"/>
                  </a:lnTo>
                  <a:lnTo>
                    <a:pt x="728722" y="687583"/>
                  </a:lnTo>
                  <a:lnTo>
                    <a:pt x="728695" y="687870"/>
                  </a:lnTo>
                  <a:lnTo>
                    <a:pt x="728587" y="688446"/>
                  </a:lnTo>
                  <a:lnTo>
                    <a:pt x="728528" y="688779"/>
                  </a:lnTo>
                  <a:lnTo>
                    <a:pt x="728382" y="689367"/>
                  </a:lnTo>
                  <a:lnTo>
                    <a:pt x="728303" y="689674"/>
                  </a:lnTo>
                  <a:lnTo>
                    <a:pt x="728131" y="690156"/>
                  </a:lnTo>
                  <a:lnTo>
                    <a:pt x="728016" y="690370"/>
                  </a:lnTo>
                  <a:lnTo>
                    <a:pt x="727901" y="690517"/>
                  </a:lnTo>
                  <a:lnTo>
                    <a:pt x="727708" y="690702"/>
                  </a:lnTo>
                  <a:lnTo>
                    <a:pt x="727561" y="690795"/>
                  </a:lnTo>
                  <a:lnTo>
                    <a:pt x="727347" y="690894"/>
                  </a:lnTo>
                  <a:lnTo>
                    <a:pt x="726935" y="691022"/>
                  </a:lnTo>
                  <a:lnTo>
                    <a:pt x="726701" y="691063"/>
                  </a:lnTo>
                  <a:lnTo>
                    <a:pt x="726294" y="691132"/>
                  </a:lnTo>
                  <a:lnTo>
                    <a:pt x="726048" y="691171"/>
                  </a:lnTo>
                  <a:lnTo>
                    <a:pt x="725886" y="691198"/>
                  </a:lnTo>
                  <a:lnTo>
                    <a:pt x="725392" y="691269"/>
                  </a:lnTo>
                  <a:lnTo>
                    <a:pt x="725168" y="691301"/>
                  </a:lnTo>
                  <a:lnTo>
                    <a:pt x="724726" y="691380"/>
                  </a:lnTo>
                  <a:lnTo>
                    <a:pt x="724426" y="691431"/>
                  </a:lnTo>
                  <a:lnTo>
                    <a:pt x="724214" y="691474"/>
                  </a:lnTo>
                  <a:lnTo>
                    <a:pt x="723834" y="691552"/>
                  </a:lnTo>
                  <a:lnTo>
                    <a:pt x="723205" y="691704"/>
                  </a:lnTo>
                  <a:lnTo>
                    <a:pt x="722957" y="691788"/>
                  </a:lnTo>
                  <a:lnTo>
                    <a:pt x="722293" y="692210"/>
                  </a:lnTo>
                  <a:lnTo>
                    <a:pt x="722076" y="692361"/>
                  </a:lnTo>
                  <a:lnTo>
                    <a:pt x="721305" y="692905"/>
                  </a:lnTo>
                  <a:lnTo>
                    <a:pt x="721136" y="693001"/>
                  </a:lnTo>
                  <a:lnTo>
                    <a:pt x="720947" y="693109"/>
                  </a:lnTo>
                  <a:lnTo>
                    <a:pt x="720670" y="693281"/>
                  </a:lnTo>
                  <a:lnTo>
                    <a:pt x="720448" y="693407"/>
                  </a:lnTo>
                  <a:lnTo>
                    <a:pt x="720304" y="693500"/>
                  </a:lnTo>
                  <a:lnTo>
                    <a:pt x="720136" y="693588"/>
                  </a:lnTo>
                  <a:lnTo>
                    <a:pt x="719971" y="693669"/>
                  </a:lnTo>
                  <a:lnTo>
                    <a:pt x="719803" y="693783"/>
                  </a:lnTo>
                  <a:lnTo>
                    <a:pt x="719499" y="693940"/>
                  </a:lnTo>
                  <a:lnTo>
                    <a:pt x="719282" y="694018"/>
                  </a:lnTo>
                  <a:lnTo>
                    <a:pt x="719065" y="694104"/>
                  </a:lnTo>
                  <a:lnTo>
                    <a:pt x="718905" y="694171"/>
                  </a:lnTo>
                  <a:lnTo>
                    <a:pt x="718745" y="694234"/>
                  </a:lnTo>
                  <a:lnTo>
                    <a:pt x="718568" y="694313"/>
                  </a:lnTo>
                  <a:lnTo>
                    <a:pt x="718234" y="694457"/>
                  </a:lnTo>
                  <a:lnTo>
                    <a:pt x="718035" y="694544"/>
                  </a:lnTo>
                  <a:lnTo>
                    <a:pt x="717893" y="694611"/>
                  </a:lnTo>
                  <a:lnTo>
                    <a:pt x="717502" y="694766"/>
                  </a:lnTo>
                  <a:lnTo>
                    <a:pt x="717307" y="694821"/>
                  </a:lnTo>
                  <a:lnTo>
                    <a:pt x="717136" y="694870"/>
                  </a:lnTo>
                  <a:lnTo>
                    <a:pt x="716792" y="694941"/>
                  </a:lnTo>
                  <a:lnTo>
                    <a:pt x="716661" y="694969"/>
                  </a:lnTo>
                  <a:lnTo>
                    <a:pt x="716381" y="695058"/>
                  </a:lnTo>
                  <a:lnTo>
                    <a:pt x="716041" y="695127"/>
                  </a:lnTo>
                  <a:lnTo>
                    <a:pt x="715849" y="695163"/>
                  </a:lnTo>
                  <a:lnTo>
                    <a:pt x="715654" y="695195"/>
                  </a:lnTo>
                  <a:lnTo>
                    <a:pt x="715185" y="695267"/>
                  </a:lnTo>
                  <a:lnTo>
                    <a:pt x="715018" y="695290"/>
                  </a:lnTo>
                  <a:lnTo>
                    <a:pt x="714871" y="695315"/>
                  </a:lnTo>
                  <a:lnTo>
                    <a:pt x="714567" y="695396"/>
                  </a:lnTo>
                  <a:lnTo>
                    <a:pt x="714432" y="695435"/>
                  </a:lnTo>
                  <a:lnTo>
                    <a:pt x="714256" y="695478"/>
                  </a:lnTo>
                  <a:lnTo>
                    <a:pt x="714023" y="695517"/>
                  </a:lnTo>
                  <a:lnTo>
                    <a:pt x="713705" y="695574"/>
                  </a:lnTo>
                  <a:lnTo>
                    <a:pt x="713516" y="695588"/>
                  </a:lnTo>
                  <a:lnTo>
                    <a:pt x="713242" y="695600"/>
                  </a:lnTo>
                  <a:lnTo>
                    <a:pt x="713024" y="695614"/>
                  </a:lnTo>
                  <a:lnTo>
                    <a:pt x="712883" y="695637"/>
                  </a:lnTo>
                  <a:lnTo>
                    <a:pt x="712712" y="695671"/>
                  </a:lnTo>
                  <a:lnTo>
                    <a:pt x="712315" y="695732"/>
                  </a:lnTo>
                  <a:lnTo>
                    <a:pt x="712180" y="695776"/>
                  </a:lnTo>
                  <a:lnTo>
                    <a:pt x="711795" y="695871"/>
                  </a:lnTo>
                  <a:lnTo>
                    <a:pt x="711576" y="695884"/>
                  </a:lnTo>
                  <a:lnTo>
                    <a:pt x="711406" y="695885"/>
                  </a:lnTo>
                  <a:lnTo>
                    <a:pt x="711278" y="695890"/>
                  </a:lnTo>
                  <a:lnTo>
                    <a:pt x="711145" y="695903"/>
                  </a:lnTo>
                  <a:lnTo>
                    <a:pt x="710902" y="695942"/>
                  </a:lnTo>
                  <a:lnTo>
                    <a:pt x="710710" y="695968"/>
                  </a:lnTo>
                  <a:lnTo>
                    <a:pt x="710562" y="695982"/>
                  </a:lnTo>
                  <a:lnTo>
                    <a:pt x="710291" y="696038"/>
                  </a:lnTo>
                  <a:lnTo>
                    <a:pt x="710010" y="696046"/>
                  </a:lnTo>
                  <a:lnTo>
                    <a:pt x="709842" y="696042"/>
                  </a:lnTo>
                  <a:lnTo>
                    <a:pt x="709656" y="696043"/>
                  </a:lnTo>
                  <a:lnTo>
                    <a:pt x="709467" y="696035"/>
                  </a:lnTo>
                  <a:lnTo>
                    <a:pt x="709323" y="696042"/>
                  </a:lnTo>
                  <a:lnTo>
                    <a:pt x="709012" y="696066"/>
                  </a:lnTo>
                  <a:lnTo>
                    <a:pt x="708856" y="696082"/>
                  </a:lnTo>
                  <a:lnTo>
                    <a:pt x="708652" y="696130"/>
                  </a:lnTo>
                  <a:lnTo>
                    <a:pt x="708500" y="696130"/>
                  </a:lnTo>
                  <a:lnTo>
                    <a:pt x="708318" y="696113"/>
                  </a:lnTo>
                  <a:lnTo>
                    <a:pt x="708159" y="696103"/>
                  </a:lnTo>
                  <a:lnTo>
                    <a:pt x="707915" y="696073"/>
                  </a:lnTo>
                  <a:lnTo>
                    <a:pt x="707711" y="696054"/>
                  </a:lnTo>
                  <a:lnTo>
                    <a:pt x="707502" y="696035"/>
                  </a:lnTo>
                  <a:lnTo>
                    <a:pt x="707136" y="696003"/>
                  </a:lnTo>
                  <a:lnTo>
                    <a:pt x="706941" y="695990"/>
                  </a:lnTo>
                  <a:lnTo>
                    <a:pt x="706701" y="695982"/>
                  </a:lnTo>
                  <a:lnTo>
                    <a:pt x="706304" y="695984"/>
                  </a:lnTo>
                  <a:lnTo>
                    <a:pt x="706084" y="695982"/>
                  </a:lnTo>
                  <a:lnTo>
                    <a:pt x="705738" y="696006"/>
                  </a:lnTo>
                  <a:lnTo>
                    <a:pt x="705507" y="696028"/>
                  </a:lnTo>
                  <a:lnTo>
                    <a:pt x="705341" y="696044"/>
                  </a:lnTo>
                  <a:lnTo>
                    <a:pt x="704931" y="696079"/>
                  </a:lnTo>
                  <a:lnTo>
                    <a:pt x="704691" y="696118"/>
                  </a:lnTo>
                  <a:lnTo>
                    <a:pt x="704435" y="696161"/>
                  </a:lnTo>
                  <a:lnTo>
                    <a:pt x="704154" y="696217"/>
                  </a:lnTo>
                  <a:lnTo>
                    <a:pt x="704011" y="696238"/>
                  </a:lnTo>
                  <a:lnTo>
                    <a:pt x="703838" y="696269"/>
                  </a:lnTo>
                  <a:lnTo>
                    <a:pt x="703689" y="696294"/>
                  </a:lnTo>
                  <a:lnTo>
                    <a:pt x="703380" y="696328"/>
                  </a:lnTo>
                  <a:lnTo>
                    <a:pt x="703231" y="696357"/>
                  </a:lnTo>
                  <a:lnTo>
                    <a:pt x="703084" y="696382"/>
                  </a:lnTo>
                  <a:lnTo>
                    <a:pt x="702923" y="696409"/>
                  </a:lnTo>
                  <a:lnTo>
                    <a:pt x="702644" y="696444"/>
                  </a:lnTo>
                  <a:lnTo>
                    <a:pt x="702399" y="696480"/>
                  </a:lnTo>
                  <a:lnTo>
                    <a:pt x="702222" y="696492"/>
                  </a:lnTo>
                  <a:lnTo>
                    <a:pt x="702082" y="696498"/>
                  </a:lnTo>
                  <a:lnTo>
                    <a:pt x="701737" y="696544"/>
                  </a:lnTo>
                  <a:lnTo>
                    <a:pt x="701536" y="696564"/>
                  </a:lnTo>
                  <a:lnTo>
                    <a:pt x="701395" y="696574"/>
                  </a:lnTo>
                  <a:lnTo>
                    <a:pt x="701091" y="696594"/>
                  </a:lnTo>
                  <a:lnTo>
                    <a:pt x="700882" y="696604"/>
                  </a:lnTo>
                  <a:lnTo>
                    <a:pt x="700722" y="696629"/>
                  </a:lnTo>
                  <a:lnTo>
                    <a:pt x="700457" y="696678"/>
                  </a:lnTo>
                  <a:lnTo>
                    <a:pt x="700296" y="696709"/>
                  </a:lnTo>
                  <a:lnTo>
                    <a:pt x="700091" y="696746"/>
                  </a:lnTo>
                  <a:lnTo>
                    <a:pt x="699638" y="696822"/>
                  </a:lnTo>
                  <a:lnTo>
                    <a:pt x="699402" y="696853"/>
                  </a:lnTo>
                  <a:lnTo>
                    <a:pt x="699264" y="696889"/>
                  </a:lnTo>
                  <a:lnTo>
                    <a:pt x="698917" y="696977"/>
                  </a:lnTo>
                  <a:lnTo>
                    <a:pt x="698736" y="697006"/>
                  </a:lnTo>
                  <a:lnTo>
                    <a:pt x="698561" y="697040"/>
                  </a:lnTo>
                  <a:lnTo>
                    <a:pt x="698104" y="697118"/>
                  </a:lnTo>
                  <a:lnTo>
                    <a:pt x="697927" y="697147"/>
                  </a:lnTo>
                  <a:lnTo>
                    <a:pt x="697695" y="697181"/>
                  </a:lnTo>
                  <a:lnTo>
                    <a:pt x="697362" y="697224"/>
                  </a:lnTo>
                  <a:lnTo>
                    <a:pt x="697233" y="697255"/>
                  </a:lnTo>
                  <a:lnTo>
                    <a:pt x="697095" y="697293"/>
                  </a:lnTo>
                  <a:lnTo>
                    <a:pt x="696746" y="697345"/>
                  </a:lnTo>
                  <a:lnTo>
                    <a:pt x="696437" y="697370"/>
                  </a:lnTo>
                  <a:lnTo>
                    <a:pt x="696296" y="697387"/>
                  </a:lnTo>
                  <a:lnTo>
                    <a:pt x="696022" y="697441"/>
                  </a:lnTo>
                  <a:lnTo>
                    <a:pt x="695814" y="697493"/>
                  </a:lnTo>
                  <a:lnTo>
                    <a:pt x="695616" y="697539"/>
                  </a:lnTo>
                  <a:lnTo>
                    <a:pt x="695324" y="697600"/>
                  </a:lnTo>
                  <a:lnTo>
                    <a:pt x="695009" y="697625"/>
                  </a:lnTo>
                  <a:lnTo>
                    <a:pt x="694875" y="697633"/>
                  </a:lnTo>
                  <a:lnTo>
                    <a:pt x="694475" y="697667"/>
                  </a:lnTo>
                  <a:lnTo>
                    <a:pt x="694244" y="697707"/>
                  </a:lnTo>
                  <a:lnTo>
                    <a:pt x="694033" y="697761"/>
                  </a:lnTo>
                  <a:lnTo>
                    <a:pt x="693707" y="697828"/>
                  </a:lnTo>
                  <a:lnTo>
                    <a:pt x="693423" y="697873"/>
                  </a:lnTo>
                  <a:lnTo>
                    <a:pt x="692945" y="697980"/>
                  </a:lnTo>
                  <a:lnTo>
                    <a:pt x="692713" y="698013"/>
                  </a:lnTo>
                  <a:lnTo>
                    <a:pt x="692342" y="698073"/>
                  </a:lnTo>
                  <a:lnTo>
                    <a:pt x="692149" y="698087"/>
                  </a:lnTo>
                  <a:lnTo>
                    <a:pt x="691981" y="698096"/>
                  </a:lnTo>
                  <a:lnTo>
                    <a:pt x="691439" y="698091"/>
                  </a:lnTo>
                  <a:lnTo>
                    <a:pt x="691194" y="698036"/>
                  </a:lnTo>
                  <a:lnTo>
                    <a:pt x="690869" y="697910"/>
                  </a:lnTo>
                  <a:lnTo>
                    <a:pt x="690593" y="697797"/>
                  </a:lnTo>
                  <a:lnTo>
                    <a:pt x="690110" y="697591"/>
                  </a:lnTo>
                  <a:lnTo>
                    <a:pt x="689901" y="697511"/>
                  </a:lnTo>
                  <a:lnTo>
                    <a:pt x="689542" y="697358"/>
                  </a:lnTo>
                  <a:lnTo>
                    <a:pt x="689357" y="697293"/>
                  </a:lnTo>
                  <a:lnTo>
                    <a:pt x="689105" y="697205"/>
                  </a:lnTo>
                  <a:lnTo>
                    <a:pt x="688937" y="697143"/>
                  </a:lnTo>
                  <a:lnTo>
                    <a:pt x="688614" y="697004"/>
                  </a:lnTo>
                  <a:lnTo>
                    <a:pt x="688411" y="696925"/>
                  </a:lnTo>
                  <a:lnTo>
                    <a:pt x="687838" y="696719"/>
                  </a:lnTo>
                  <a:lnTo>
                    <a:pt x="687626" y="696660"/>
                  </a:lnTo>
                  <a:lnTo>
                    <a:pt x="687182" y="696544"/>
                  </a:lnTo>
                  <a:lnTo>
                    <a:pt x="687007" y="696503"/>
                  </a:lnTo>
                  <a:lnTo>
                    <a:pt x="686687" y="696455"/>
                  </a:lnTo>
                  <a:lnTo>
                    <a:pt x="686489" y="696451"/>
                  </a:lnTo>
                  <a:lnTo>
                    <a:pt x="686225" y="696443"/>
                  </a:lnTo>
                  <a:lnTo>
                    <a:pt x="686061" y="696436"/>
                  </a:lnTo>
                  <a:lnTo>
                    <a:pt x="685724" y="696370"/>
                  </a:lnTo>
                  <a:lnTo>
                    <a:pt x="685460" y="696341"/>
                  </a:lnTo>
                  <a:lnTo>
                    <a:pt x="685165" y="696290"/>
                  </a:lnTo>
                  <a:lnTo>
                    <a:pt x="684903" y="696256"/>
                  </a:lnTo>
                  <a:lnTo>
                    <a:pt x="684712" y="696227"/>
                  </a:lnTo>
                  <a:lnTo>
                    <a:pt x="684441" y="696178"/>
                  </a:lnTo>
                  <a:lnTo>
                    <a:pt x="684247" y="696154"/>
                  </a:lnTo>
                  <a:lnTo>
                    <a:pt x="684119" y="696144"/>
                  </a:lnTo>
                  <a:lnTo>
                    <a:pt x="683968" y="696142"/>
                  </a:lnTo>
                  <a:lnTo>
                    <a:pt x="683695" y="696142"/>
                  </a:lnTo>
                  <a:lnTo>
                    <a:pt x="683443" y="696138"/>
                  </a:lnTo>
                  <a:lnTo>
                    <a:pt x="683243" y="696134"/>
                  </a:lnTo>
                  <a:lnTo>
                    <a:pt x="682929" y="696180"/>
                  </a:lnTo>
                  <a:lnTo>
                    <a:pt x="682753" y="696205"/>
                  </a:lnTo>
                  <a:lnTo>
                    <a:pt x="682527" y="696274"/>
                  </a:lnTo>
                  <a:lnTo>
                    <a:pt x="682238" y="696348"/>
                  </a:lnTo>
                  <a:lnTo>
                    <a:pt x="682055" y="696423"/>
                  </a:lnTo>
                  <a:lnTo>
                    <a:pt x="681783" y="696545"/>
                  </a:lnTo>
                  <a:lnTo>
                    <a:pt x="681524" y="696640"/>
                  </a:lnTo>
                  <a:lnTo>
                    <a:pt x="681309" y="696700"/>
                  </a:lnTo>
                  <a:lnTo>
                    <a:pt x="681109" y="696763"/>
                  </a:lnTo>
                  <a:lnTo>
                    <a:pt x="680970" y="696804"/>
                  </a:lnTo>
                  <a:lnTo>
                    <a:pt x="680769" y="696878"/>
                  </a:lnTo>
                  <a:lnTo>
                    <a:pt x="680514" y="697022"/>
                  </a:lnTo>
                  <a:lnTo>
                    <a:pt x="680330" y="697126"/>
                  </a:lnTo>
                  <a:lnTo>
                    <a:pt x="680137" y="697273"/>
                  </a:lnTo>
                  <a:lnTo>
                    <a:pt x="679993" y="697358"/>
                  </a:lnTo>
                  <a:lnTo>
                    <a:pt x="679863" y="697416"/>
                  </a:lnTo>
                  <a:lnTo>
                    <a:pt x="679609" y="697489"/>
                  </a:lnTo>
                  <a:lnTo>
                    <a:pt x="679431" y="697533"/>
                  </a:lnTo>
                  <a:lnTo>
                    <a:pt x="679193" y="697554"/>
                  </a:lnTo>
                  <a:lnTo>
                    <a:pt x="678980" y="697566"/>
                  </a:lnTo>
                  <a:lnTo>
                    <a:pt x="678700" y="697523"/>
                  </a:lnTo>
                  <a:lnTo>
                    <a:pt x="678562" y="697456"/>
                  </a:lnTo>
                  <a:lnTo>
                    <a:pt x="678391" y="697384"/>
                  </a:lnTo>
                  <a:lnTo>
                    <a:pt x="678173" y="697266"/>
                  </a:lnTo>
                  <a:lnTo>
                    <a:pt x="677925" y="697136"/>
                  </a:lnTo>
                  <a:lnTo>
                    <a:pt x="677684" y="697008"/>
                  </a:lnTo>
                  <a:lnTo>
                    <a:pt x="677542" y="696925"/>
                  </a:lnTo>
                  <a:lnTo>
                    <a:pt x="677301" y="696817"/>
                  </a:lnTo>
                  <a:lnTo>
                    <a:pt x="677065" y="696680"/>
                  </a:lnTo>
                  <a:lnTo>
                    <a:pt x="676848" y="696584"/>
                  </a:lnTo>
                  <a:lnTo>
                    <a:pt x="676624" y="696467"/>
                  </a:lnTo>
                  <a:lnTo>
                    <a:pt x="676388" y="696363"/>
                  </a:lnTo>
                  <a:lnTo>
                    <a:pt x="676164" y="696281"/>
                  </a:lnTo>
                  <a:lnTo>
                    <a:pt x="675865" y="696147"/>
                  </a:lnTo>
                  <a:lnTo>
                    <a:pt x="675689" y="696072"/>
                  </a:lnTo>
                  <a:lnTo>
                    <a:pt x="675462" y="695954"/>
                  </a:lnTo>
                  <a:lnTo>
                    <a:pt x="675241" y="695848"/>
                  </a:lnTo>
                  <a:lnTo>
                    <a:pt x="675031" y="695747"/>
                  </a:lnTo>
                  <a:lnTo>
                    <a:pt x="674802" y="695618"/>
                  </a:lnTo>
                  <a:lnTo>
                    <a:pt x="674576" y="695485"/>
                  </a:lnTo>
                  <a:lnTo>
                    <a:pt x="674307" y="695340"/>
                  </a:lnTo>
                  <a:lnTo>
                    <a:pt x="674138" y="695241"/>
                  </a:lnTo>
                  <a:lnTo>
                    <a:pt x="673974" y="695124"/>
                  </a:lnTo>
                  <a:lnTo>
                    <a:pt x="673827" y="695054"/>
                  </a:lnTo>
                  <a:lnTo>
                    <a:pt x="673624" y="694950"/>
                  </a:lnTo>
                  <a:lnTo>
                    <a:pt x="673427" y="694814"/>
                  </a:lnTo>
                  <a:lnTo>
                    <a:pt x="673251" y="694680"/>
                  </a:lnTo>
                  <a:lnTo>
                    <a:pt x="673010" y="694553"/>
                  </a:lnTo>
                  <a:lnTo>
                    <a:pt x="672835" y="694509"/>
                  </a:lnTo>
                  <a:lnTo>
                    <a:pt x="672550" y="694462"/>
                  </a:lnTo>
                  <a:lnTo>
                    <a:pt x="672359" y="694441"/>
                  </a:lnTo>
                  <a:lnTo>
                    <a:pt x="672022" y="694426"/>
                  </a:lnTo>
                  <a:lnTo>
                    <a:pt x="671839" y="694430"/>
                  </a:lnTo>
                  <a:lnTo>
                    <a:pt x="671632" y="694446"/>
                  </a:lnTo>
                  <a:lnTo>
                    <a:pt x="671259" y="694512"/>
                  </a:lnTo>
                  <a:lnTo>
                    <a:pt x="671118" y="694522"/>
                  </a:lnTo>
                  <a:lnTo>
                    <a:pt x="670873" y="694551"/>
                  </a:lnTo>
                  <a:lnTo>
                    <a:pt x="670600" y="694582"/>
                  </a:lnTo>
                  <a:lnTo>
                    <a:pt x="670412" y="694602"/>
                  </a:lnTo>
                  <a:lnTo>
                    <a:pt x="670183" y="694641"/>
                  </a:lnTo>
                  <a:lnTo>
                    <a:pt x="669783" y="694681"/>
                  </a:lnTo>
                  <a:lnTo>
                    <a:pt x="669577" y="694707"/>
                  </a:lnTo>
                  <a:lnTo>
                    <a:pt x="669398" y="694725"/>
                  </a:lnTo>
                  <a:lnTo>
                    <a:pt x="668971" y="694766"/>
                  </a:lnTo>
                  <a:lnTo>
                    <a:pt x="668771" y="694785"/>
                  </a:lnTo>
                  <a:lnTo>
                    <a:pt x="668616" y="694807"/>
                  </a:lnTo>
                  <a:lnTo>
                    <a:pt x="668397" y="694843"/>
                  </a:lnTo>
                  <a:lnTo>
                    <a:pt x="668259" y="694875"/>
                  </a:lnTo>
                  <a:lnTo>
                    <a:pt x="668070" y="694916"/>
                  </a:lnTo>
                  <a:lnTo>
                    <a:pt x="667721" y="694983"/>
                  </a:lnTo>
                  <a:lnTo>
                    <a:pt x="667508" y="695047"/>
                  </a:lnTo>
                  <a:lnTo>
                    <a:pt x="667357" y="695101"/>
                  </a:lnTo>
                  <a:lnTo>
                    <a:pt x="667197" y="695158"/>
                  </a:lnTo>
                  <a:lnTo>
                    <a:pt x="666940" y="695252"/>
                  </a:lnTo>
                  <a:lnTo>
                    <a:pt x="666781" y="695304"/>
                  </a:lnTo>
                  <a:lnTo>
                    <a:pt x="666619" y="695353"/>
                  </a:lnTo>
                  <a:lnTo>
                    <a:pt x="666418" y="695417"/>
                  </a:lnTo>
                  <a:lnTo>
                    <a:pt x="666200" y="695488"/>
                  </a:lnTo>
                  <a:lnTo>
                    <a:pt x="666042" y="695548"/>
                  </a:lnTo>
                  <a:lnTo>
                    <a:pt x="665884" y="695600"/>
                  </a:lnTo>
                  <a:lnTo>
                    <a:pt x="665750" y="695674"/>
                  </a:lnTo>
                  <a:lnTo>
                    <a:pt x="665465" y="695851"/>
                  </a:lnTo>
                  <a:lnTo>
                    <a:pt x="665219" y="696022"/>
                  </a:lnTo>
                  <a:lnTo>
                    <a:pt x="664665" y="696186"/>
                  </a:lnTo>
                  <a:lnTo>
                    <a:pt x="664533" y="696213"/>
                  </a:lnTo>
                  <a:lnTo>
                    <a:pt x="664240" y="696286"/>
                  </a:lnTo>
                  <a:lnTo>
                    <a:pt x="664106" y="696325"/>
                  </a:lnTo>
                  <a:lnTo>
                    <a:pt x="663785" y="696456"/>
                  </a:lnTo>
                  <a:lnTo>
                    <a:pt x="663605" y="696517"/>
                  </a:lnTo>
                  <a:lnTo>
                    <a:pt x="663371" y="696577"/>
                  </a:lnTo>
                  <a:lnTo>
                    <a:pt x="663043" y="696667"/>
                  </a:lnTo>
                  <a:lnTo>
                    <a:pt x="662814" y="696726"/>
                  </a:lnTo>
                  <a:lnTo>
                    <a:pt x="662593" y="696784"/>
                  </a:lnTo>
                  <a:lnTo>
                    <a:pt x="662273" y="696844"/>
                  </a:lnTo>
                  <a:lnTo>
                    <a:pt x="661856" y="696930"/>
                  </a:lnTo>
                  <a:lnTo>
                    <a:pt x="661463" y="696997"/>
                  </a:lnTo>
                  <a:lnTo>
                    <a:pt x="661062" y="697092"/>
                  </a:lnTo>
                  <a:lnTo>
                    <a:pt x="660667" y="697189"/>
                  </a:lnTo>
                  <a:lnTo>
                    <a:pt x="660356" y="697247"/>
                  </a:lnTo>
                  <a:lnTo>
                    <a:pt x="659977" y="697324"/>
                  </a:lnTo>
                  <a:lnTo>
                    <a:pt x="659639" y="697373"/>
                  </a:lnTo>
                  <a:lnTo>
                    <a:pt x="659339" y="697421"/>
                  </a:lnTo>
                  <a:lnTo>
                    <a:pt x="659058" y="697475"/>
                  </a:lnTo>
                  <a:lnTo>
                    <a:pt x="658915" y="697493"/>
                  </a:lnTo>
                  <a:lnTo>
                    <a:pt x="658668" y="697549"/>
                  </a:lnTo>
                  <a:lnTo>
                    <a:pt x="658524" y="697586"/>
                  </a:lnTo>
                  <a:lnTo>
                    <a:pt x="658236" y="697679"/>
                  </a:lnTo>
                  <a:lnTo>
                    <a:pt x="658089" y="697709"/>
                  </a:lnTo>
                  <a:lnTo>
                    <a:pt x="657961" y="697720"/>
                  </a:lnTo>
                  <a:lnTo>
                    <a:pt x="657832" y="697737"/>
                  </a:lnTo>
                  <a:lnTo>
                    <a:pt x="657510" y="697796"/>
                  </a:lnTo>
                  <a:lnTo>
                    <a:pt x="657114" y="697897"/>
                  </a:lnTo>
                  <a:lnTo>
                    <a:pt x="656803" y="697984"/>
                  </a:lnTo>
                  <a:lnTo>
                    <a:pt x="656549" y="698043"/>
                  </a:lnTo>
                  <a:lnTo>
                    <a:pt x="656359" y="698080"/>
                  </a:lnTo>
                  <a:lnTo>
                    <a:pt x="656007" y="698113"/>
                  </a:lnTo>
                  <a:lnTo>
                    <a:pt x="655659" y="698170"/>
                  </a:lnTo>
                  <a:lnTo>
                    <a:pt x="655398" y="698224"/>
                  </a:lnTo>
                  <a:lnTo>
                    <a:pt x="655166" y="698276"/>
                  </a:lnTo>
                  <a:lnTo>
                    <a:pt x="655020" y="698305"/>
                  </a:lnTo>
                  <a:lnTo>
                    <a:pt x="654372" y="698487"/>
                  </a:lnTo>
                  <a:lnTo>
                    <a:pt x="654008" y="698574"/>
                  </a:lnTo>
                  <a:lnTo>
                    <a:pt x="653618" y="698668"/>
                  </a:lnTo>
                  <a:lnTo>
                    <a:pt x="653180" y="698785"/>
                  </a:lnTo>
                  <a:lnTo>
                    <a:pt x="652866" y="698867"/>
                  </a:lnTo>
                  <a:lnTo>
                    <a:pt x="652470" y="699057"/>
                  </a:lnTo>
                  <a:lnTo>
                    <a:pt x="652268" y="699135"/>
                  </a:lnTo>
                  <a:lnTo>
                    <a:pt x="652136" y="699192"/>
                  </a:lnTo>
                  <a:lnTo>
                    <a:pt x="651787" y="699293"/>
                  </a:lnTo>
                  <a:lnTo>
                    <a:pt x="651428" y="699361"/>
                  </a:lnTo>
                  <a:lnTo>
                    <a:pt x="651068" y="699430"/>
                  </a:lnTo>
                  <a:lnTo>
                    <a:pt x="650752" y="699557"/>
                  </a:lnTo>
                  <a:lnTo>
                    <a:pt x="650615" y="699605"/>
                  </a:lnTo>
                  <a:lnTo>
                    <a:pt x="650374" y="699656"/>
                  </a:lnTo>
                  <a:lnTo>
                    <a:pt x="650030" y="699703"/>
                  </a:lnTo>
                  <a:lnTo>
                    <a:pt x="649499" y="699861"/>
                  </a:lnTo>
                  <a:lnTo>
                    <a:pt x="649091" y="699949"/>
                  </a:lnTo>
                  <a:lnTo>
                    <a:pt x="648743" y="699935"/>
                  </a:lnTo>
                  <a:lnTo>
                    <a:pt x="648437" y="699961"/>
                  </a:lnTo>
                  <a:lnTo>
                    <a:pt x="648136" y="699957"/>
                  </a:lnTo>
                  <a:lnTo>
                    <a:pt x="647748" y="699987"/>
                  </a:lnTo>
                  <a:lnTo>
                    <a:pt x="647595" y="700006"/>
                  </a:lnTo>
                  <a:lnTo>
                    <a:pt x="647438" y="700009"/>
                  </a:lnTo>
                  <a:lnTo>
                    <a:pt x="647132" y="700013"/>
                  </a:lnTo>
                  <a:lnTo>
                    <a:pt x="647001" y="700011"/>
                  </a:lnTo>
                  <a:lnTo>
                    <a:pt x="646521" y="699988"/>
                  </a:lnTo>
                  <a:lnTo>
                    <a:pt x="646330" y="699973"/>
                  </a:lnTo>
                  <a:lnTo>
                    <a:pt x="646050" y="699961"/>
                  </a:lnTo>
                  <a:lnTo>
                    <a:pt x="645898" y="699944"/>
                  </a:lnTo>
                  <a:lnTo>
                    <a:pt x="645637" y="699920"/>
                  </a:lnTo>
                  <a:lnTo>
                    <a:pt x="645486" y="699911"/>
                  </a:lnTo>
                  <a:lnTo>
                    <a:pt x="645558" y="699644"/>
                  </a:lnTo>
                  <a:lnTo>
                    <a:pt x="646132" y="699058"/>
                  </a:lnTo>
                  <a:lnTo>
                    <a:pt x="646345" y="698620"/>
                  </a:lnTo>
                  <a:lnTo>
                    <a:pt x="646408" y="698430"/>
                  </a:lnTo>
                  <a:lnTo>
                    <a:pt x="646448" y="698298"/>
                  </a:lnTo>
                  <a:lnTo>
                    <a:pt x="646513" y="698000"/>
                  </a:lnTo>
                  <a:lnTo>
                    <a:pt x="646572" y="697549"/>
                  </a:lnTo>
                  <a:lnTo>
                    <a:pt x="646623" y="697337"/>
                  </a:lnTo>
                  <a:lnTo>
                    <a:pt x="646648" y="697192"/>
                  </a:lnTo>
                  <a:lnTo>
                    <a:pt x="646698" y="696995"/>
                  </a:lnTo>
                  <a:lnTo>
                    <a:pt x="646724" y="696835"/>
                  </a:lnTo>
                  <a:lnTo>
                    <a:pt x="646756" y="696656"/>
                  </a:lnTo>
                  <a:lnTo>
                    <a:pt x="646769" y="696515"/>
                  </a:lnTo>
                  <a:lnTo>
                    <a:pt x="646802" y="696266"/>
                  </a:lnTo>
                  <a:lnTo>
                    <a:pt x="646806" y="696098"/>
                  </a:lnTo>
                  <a:lnTo>
                    <a:pt x="646826" y="695886"/>
                  </a:lnTo>
                  <a:lnTo>
                    <a:pt x="646817" y="695724"/>
                  </a:lnTo>
                  <a:lnTo>
                    <a:pt x="646822" y="695519"/>
                  </a:lnTo>
                  <a:lnTo>
                    <a:pt x="646822" y="695377"/>
                  </a:lnTo>
                  <a:lnTo>
                    <a:pt x="646888" y="694964"/>
                  </a:lnTo>
                  <a:lnTo>
                    <a:pt x="646954" y="694747"/>
                  </a:lnTo>
                  <a:lnTo>
                    <a:pt x="646989" y="694614"/>
                  </a:lnTo>
                  <a:lnTo>
                    <a:pt x="647076" y="694352"/>
                  </a:lnTo>
                  <a:lnTo>
                    <a:pt x="647129" y="694177"/>
                  </a:lnTo>
                  <a:lnTo>
                    <a:pt x="647142" y="693858"/>
                  </a:lnTo>
                  <a:lnTo>
                    <a:pt x="646856" y="693412"/>
                  </a:lnTo>
                  <a:lnTo>
                    <a:pt x="646699" y="693262"/>
                  </a:lnTo>
                  <a:lnTo>
                    <a:pt x="646309" y="692764"/>
                  </a:lnTo>
                  <a:lnTo>
                    <a:pt x="646323" y="692399"/>
                  </a:lnTo>
                  <a:lnTo>
                    <a:pt x="645283" y="691131"/>
                  </a:lnTo>
                  <a:lnTo>
                    <a:pt x="645124" y="690464"/>
                  </a:lnTo>
                  <a:lnTo>
                    <a:pt x="645251" y="690041"/>
                  </a:lnTo>
                  <a:lnTo>
                    <a:pt x="644620" y="689652"/>
                  </a:lnTo>
                  <a:lnTo>
                    <a:pt x="643281" y="688869"/>
                  </a:lnTo>
                  <a:lnTo>
                    <a:pt x="643108" y="688606"/>
                  </a:lnTo>
                  <a:lnTo>
                    <a:pt x="642992" y="688119"/>
                  </a:lnTo>
                  <a:lnTo>
                    <a:pt x="642918" y="687977"/>
                  </a:lnTo>
                  <a:lnTo>
                    <a:pt x="642824" y="687567"/>
                  </a:lnTo>
                  <a:lnTo>
                    <a:pt x="642851" y="687395"/>
                  </a:lnTo>
                  <a:lnTo>
                    <a:pt x="642660" y="686582"/>
                  </a:lnTo>
                  <a:lnTo>
                    <a:pt x="642558" y="686440"/>
                  </a:lnTo>
                  <a:lnTo>
                    <a:pt x="642555" y="685887"/>
                  </a:lnTo>
                  <a:lnTo>
                    <a:pt x="642992" y="685216"/>
                  </a:lnTo>
                  <a:lnTo>
                    <a:pt x="643107" y="684857"/>
                  </a:lnTo>
                  <a:lnTo>
                    <a:pt x="643048" y="684334"/>
                  </a:lnTo>
                  <a:lnTo>
                    <a:pt x="642849" y="682846"/>
                  </a:lnTo>
                  <a:lnTo>
                    <a:pt x="644234" y="681696"/>
                  </a:lnTo>
                  <a:lnTo>
                    <a:pt x="644309" y="680955"/>
                  </a:lnTo>
                  <a:lnTo>
                    <a:pt x="644720" y="680313"/>
                  </a:lnTo>
                  <a:lnTo>
                    <a:pt x="644708" y="680171"/>
                  </a:lnTo>
                  <a:lnTo>
                    <a:pt x="644716" y="680019"/>
                  </a:lnTo>
                  <a:lnTo>
                    <a:pt x="644726" y="679865"/>
                  </a:lnTo>
                  <a:lnTo>
                    <a:pt x="644760" y="679309"/>
                  </a:lnTo>
                  <a:lnTo>
                    <a:pt x="643763" y="678541"/>
                  </a:lnTo>
                  <a:lnTo>
                    <a:pt x="647086" y="676627"/>
                  </a:lnTo>
                  <a:lnTo>
                    <a:pt x="646949" y="676350"/>
                  </a:lnTo>
                  <a:lnTo>
                    <a:pt x="646878" y="676166"/>
                  </a:lnTo>
                  <a:lnTo>
                    <a:pt x="646802" y="676039"/>
                  </a:lnTo>
                  <a:lnTo>
                    <a:pt x="646692" y="675820"/>
                  </a:lnTo>
                  <a:lnTo>
                    <a:pt x="646624" y="675673"/>
                  </a:lnTo>
                  <a:lnTo>
                    <a:pt x="646520" y="675454"/>
                  </a:lnTo>
                  <a:lnTo>
                    <a:pt x="646436" y="675276"/>
                  </a:lnTo>
                  <a:lnTo>
                    <a:pt x="646254" y="674906"/>
                  </a:lnTo>
                  <a:lnTo>
                    <a:pt x="646194" y="674766"/>
                  </a:lnTo>
                  <a:lnTo>
                    <a:pt x="646011" y="674431"/>
                  </a:lnTo>
                  <a:lnTo>
                    <a:pt x="645835" y="674073"/>
                  </a:lnTo>
                  <a:lnTo>
                    <a:pt x="645744" y="673921"/>
                  </a:lnTo>
                  <a:lnTo>
                    <a:pt x="645664" y="673749"/>
                  </a:lnTo>
                  <a:lnTo>
                    <a:pt x="645534" y="673504"/>
                  </a:lnTo>
                  <a:lnTo>
                    <a:pt x="645455" y="673325"/>
                  </a:lnTo>
                  <a:lnTo>
                    <a:pt x="645372" y="673174"/>
                  </a:lnTo>
                  <a:lnTo>
                    <a:pt x="645313" y="673044"/>
                  </a:lnTo>
                  <a:lnTo>
                    <a:pt x="645238" y="672894"/>
                  </a:lnTo>
                  <a:lnTo>
                    <a:pt x="645161" y="672744"/>
                  </a:lnTo>
                  <a:lnTo>
                    <a:pt x="644952" y="672295"/>
                  </a:lnTo>
                  <a:lnTo>
                    <a:pt x="644887" y="672149"/>
                  </a:lnTo>
                  <a:lnTo>
                    <a:pt x="644806" y="672007"/>
                  </a:lnTo>
                  <a:lnTo>
                    <a:pt x="644630" y="671644"/>
                  </a:lnTo>
                  <a:lnTo>
                    <a:pt x="644558" y="671483"/>
                  </a:lnTo>
                  <a:lnTo>
                    <a:pt x="644499" y="671350"/>
                  </a:lnTo>
                  <a:lnTo>
                    <a:pt x="644358" y="671040"/>
                  </a:lnTo>
                  <a:lnTo>
                    <a:pt x="644273" y="670880"/>
                  </a:lnTo>
                  <a:lnTo>
                    <a:pt x="644161" y="670638"/>
                  </a:lnTo>
                  <a:lnTo>
                    <a:pt x="643871" y="670059"/>
                  </a:lnTo>
                  <a:lnTo>
                    <a:pt x="643733" y="669768"/>
                  </a:lnTo>
                  <a:lnTo>
                    <a:pt x="643598" y="669475"/>
                  </a:lnTo>
                  <a:lnTo>
                    <a:pt x="643405" y="669064"/>
                  </a:lnTo>
                  <a:lnTo>
                    <a:pt x="643187" y="668680"/>
                  </a:lnTo>
                  <a:lnTo>
                    <a:pt x="642467" y="668365"/>
                  </a:lnTo>
                  <a:lnTo>
                    <a:pt x="642369" y="668215"/>
                  </a:lnTo>
                  <a:lnTo>
                    <a:pt x="642261" y="667780"/>
                  </a:lnTo>
                  <a:lnTo>
                    <a:pt x="641642" y="666439"/>
                  </a:lnTo>
                  <a:lnTo>
                    <a:pt x="641339" y="666950"/>
                  </a:lnTo>
                  <a:lnTo>
                    <a:pt x="641207" y="667038"/>
                  </a:lnTo>
                  <a:lnTo>
                    <a:pt x="641060" y="667120"/>
                  </a:lnTo>
                  <a:lnTo>
                    <a:pt x="640871" y="667241"/>
                  </a:lnTo>
                  <a:lnTo>
                    <a:pt x="640547" y="667389"/>
                  </a:lnTo>
                  <a:lnTo>
                    <a:pt x="640243" y="667592"/>
                  </a:lnTo>
                  <a:lnTo>
                    <a:pt x="639576" y="668027"/>
                  </a:lnTo>
                  <a:lnTo>
                    <a:pt x="639118" y="668239"/>
                  </a:lnTo>
                  <a:lnTo>
                    <a:pt x="638673" y="668352"/>
                  </a:lnTo>
                  <a:lnTo>
                    <a:pt x="638172" y="668404"/>
                  </a:lnTo>
                  <a:lnTo>
                    <a:pt x="637976" y="668410"/>
                  </a:lnTo>
                  <a:lnTo>
                    <a:pt x="637773" y="668375"/>
                  </a:lnTo>
                  <a:lnTo>
                    <a:pt x="637039" y="667999"/>
                  </a:lnTo>
                  <a:lnTo>
                    <a:pt x="636894" y="667969"/>
                  </a:lnTo>
                  <a:lnTo>
                    <a:pt x="636724" y="667977"/>
                  </a:lnTo>
                  <a:lnTo>
                    <a:pt x="636496" y="668088"/>
                  </a:lnTo>
                  <a:lnTo>
                    <a:pt x="636094" y="668328"/>
                  </a:lnTo>
                  <a:lnTo>
                    <a:pt x="635699" y="668560"/>
                  </a:lnTo>
                  <a:lnTo>
                    <a:pt x="635274" y="668652"/>
                  </a:lnTo>
                  <a:lnTo>
                    <a:pt x="634846" y="668725"/>
                  </a:lnTo>
                  <a:lnTo>
                    <a:pt x="634194" y="668844"/>
                  </a:lnTo>
                  <a:lnTo>
                    <a:pt x="633906" y="668907"/>
                  </a:lnTo>
                  <a:lnTo>
                    <a:pt x="633545" y="669054"/>
                  </a:lnTo>
                  <a:lnTo>
                    <a:pt x="632926" y="669299"/>
                  </a:lnTo>
                  <a:lnTo>
                    <a:pt x="632783" y="669420"/>
                  </a:lnTo>
                  <a:lnTo>
                    <a:pt x="632619" y="669616"/>
                  </a:lnTo>
                  <a:lnTo>
                    <a:pt x="632462" y="669737"/>
                  </a:lnTo>
                  <a:lnTo>
                    <a:pt x="632259" y="669859"/>
                  </a:lnTo>
                  <a:lnTo>
                    <a:pt x="632100" y="669908"/>
                  </a:lnTo>
                  <a:lnTo>
                    <a:pt x="631972" y="669911"/>
                  </a:lnTo>
                  <a:lnTo>
                    <a:pt x="631765" y="669876"/>
                  </a:lnTo>
                  <a:lnTo>
                    <a:pt x="631358" y="669673"/>
                  </a:lnTo>
                  <a:lnTo>
                    <a:pt x="631169" y="669656"/>
                  </a:lnTo>
                  <a:lnTo>
                    <a:pt x="631001" y="669676"/>
                  </a:lnTo>
                  <a:lnTo>
                    <a:pt x="630693" y="669711"/>
                  </a:lnTo>
                  <a:lnTo>
                    <a:pt x="630393" y="669548"/>
                  </a:lnTo>
                  <a:lnTo>
                    <a:pt x="630656" y="669449"/>
                  </a:lnTo>
                  <a:lnTo>
                    <a:pt x="630897" y="669243"/>
                  </a:lnTo>
                  <a:lnTo>
                    <a:pt x="631307" y="668772"/>
                  </a:lnTo>
                  <a:lnTo>
                    <a:pt x="631481" y="668400"/>
                  </a:lnTo>
                  <a:lnTo>
                    <a:pt x="631011" y="668226"/>
                  </a:lnTo>
                  <a:lnTo>
                    <a:pt x="630380" y="667927"/>
                  </a:lnTo>
                  <a:lnTo>
                    <a:pt x="629944" y="667708"/>
                  </a:lnTo>
                  <a:lnTo>
                    <a:pt x="629502" y="667340"/>
                  </a:lnTo>
                  <a:lnTo>
                    <a:pt x="629145" y="667124"/>
                  </a:lnTo>
                  <a:lnTo>
                    <a:pt x="628591" y="666790"/>
                  </a:lnTo>
                  <a:lnTo>
                    <a:pt x="628222" y="666560"/>
                  </a:lnTo>
                  <a:lnTo>
                    <a:pt x="628031" y="666543"/>
                  </a:lnTo>
                  <a:lnTo>
                    <a:pt x="627742" y="666551"/>
                  </a:lnTo>
                  <a:lnTo>
                    <a:pt x="627434" y="666507"/>
                  </a:lnTo>
                  <a:lnTo>
                    <a:pt x="627152" y="666551"/>
                  </a:lnTo>
                  <a:lnTo>
                    <a:pt x="626993" y="666570"/>
                  </a:lnTo>
                  <a:lnTo>
                    <a:pt x="626829" y="666552"/>
                  </a:lnTo>
                  <a:lnTo>
                    <a:pt x="626550" y="666429"/>
                  </a:lnTo>
                  <a:lnTo>
                    <a:pt x="626146" y="666271"/>
                  </a:lnTo>
                  <a:lnTo>
                    <a:pt x="625900" y="666056"/>
                  </a:lnTo>
                  <a:lnTo>
                    <a:pt x="625713" y="665943"/>
                  </a:lnTo>
                  <a:lnTo>
                    <a:pt x="625415" y="665678"/>
                  </a:lnTo>
                  <a:lnTo>
                    <a:pt x="625126" y="665244"/>
                  </a:lnTo>
                  <a:lnTo>
                    <a:pt x="624913" y="664931"/>
                  </a:lnTo>
                  <a:lnTo>
                    <a:pt x="624518" y="664560"/>
                  </a:lnTo>
                  <a:lnTo>
                    <a:pt x="624150" y="664550"/>
                  </a:lnTo>
                  <a:lnTo>
                    <a:pt x="623824" y="664503"/>
                  </a:lnTo>
                  <a:lnTo>
                    <a:pt x="623570" y="664407"/>
                  </a:lnTo>
                  <a:lnTo>
                    <a:pt x="623359" y="664073"/>
                  </a:lnTo>
                  <a:lnTo>
                    <a:pt x="623280" y="663812"/>
                  </a:lnTo>
                  <a:lnTo>
                    <a:pt x="623083" y="663556"/>
                  </a:lnTo>
                  <a:lnTo>
                    <a:pt x="623048" y="663426"/>
                  </a:lnTo>
                  <a:lnTo>
                    <a:pt x="622820" y="663093"/>
                  </a:lnTo>
                  <a:lnTo>
                    <a:pt x="622359" y="663221"/>
                  </a:lnTo>
                  <a:lnTo>
                    <a:pt x="622108" y="663084"/>
                  </a:lnTo>
                  <a:lnTo>
                    <a:pt x="622013" y="662828"/>
                  </a:lnTo>
                  <a:lnTo>
                    <a:pt x="621889" y="662604"/>
                  </a:lnTo>
                  <a:lnTo>
                    <a:pt x="621546" y="662354"/>
                  </a:lnTo>
                  <a:lnTo>
                    <a:pt x="621627" y="662166"/>
                  </a:lnTo>
                  <a:lnTo>
                    <a:pt x="621618" y="661869"/>
                  </a:lnTo>
                  <a:lnTo>
                    <a:pt x="621494" y="661731"/>
                  </a:lnTo>
                  <a:lnTo>
                    <a:pt x="621246" y="661578"/>
                  </a:lnTo>
                  <a:lnTo>
                    <a:pt x="621076" y="661422"/>
                  </a:lnTo>
                  <a:lnTo>
                    <a:pt x="621072" y="661138"/>
                  </a:lnTo>
                  <a:lnTo>
                    <a:pt x="620801" y="660920"/>
                  </a:lnTo>
                  <a:lnTo>
                    <a:pt x="620833" y="660716"/>
                  </a:lnTo>
                  <a:lnTo>
                    <a:pt x="620964" y="660477"/>
                  </a:lnTo>
                  <a:lnTo>
                    <a:pt x="621110" y="660164"/>
                  </a:lnTo>
                  <a:lnTo>
                    <a:pt x="621291" y="660032"/>
                  </a:lnTo>
                  <a:lnTo>
                    <a:pt x="621475" y="659890"/>
                  </a:lnTo>
                  <a:lnTo>
                    <a:pt x="621597" y="659471"/>
                  </a:lnTo>
                  <a:lnTo>
                    <a:pt x="621448" y="659337"/>
                  </a:lnTo>
                  <a:lnTo>
                    <a:pt x="621293" y="659137"/>
                  </a:lnTo>
                  <a:lnTo>
                    <a:pt x="621172" y="659001"/>
                  </a:lnTo>
                  <a:lnTo>
                    <a:pt x="620765" y="658687"/>
                  </a:lnTo>
                  <a:lnTo>
                    <a:pt x="620674" y="658505"/>
                  </a:lnTo>
                  <a:lnTo>
                    <a:pt x="620669" y="658240"/>
                  </a:lnTo>
                  <a:lnTo>
                    <a:pt x="620682" y="657876"/>
                  </a:lnTo>
                  <a:lnTo>
                    <a:pt x="620838" y="657630"/>
                  </a:lnTo>
                  <a:lnTo>
                    <a:pt x="621019" y="657206"/>
                  </a:lnTo>
                  <a:lnTo>
                    <a:pt x="621294" y="656744"/>
                  </a:lnTo>
                  <a:lnTo>
                    <a:pt x="621448" y="656683"/>
                  </a:lnTo>
                  <a:lnTo>
                    <a:pt x="621589" y="656548"/>
                  </a:lnTo>
                  <a:lnTo>
                    <a:pt x="623807" y="654232"/>
                  </a:lnTo>
                  <a:lnTo>
                    <a:pt x="623656" y="653663"/>
                  </a:lnTo>
                  <a:lnTo>
                    <a:pt x="624199" y="652817"/>
                  </a:lnTo>
                  <a:lnTo>
                    <a:pt x="624185" y="650221"/>
                  </a:lnTo>
                  <a:lnTo>
                    <a:pt x="624029" y="649362"/>
                  </a:lnTo>
                  <a:lnTo>
                    <a:pt x="623589" y="648420"/>
                  </a:lnTo>
                  <a:lnTo>
                    <a:pt x="622968" y="647945"/>
                  </a:lnTo>
                  <a:lnTo>
                    <a:pt x="622616" y="647886"/>
                  </a:lnTo>
                  <a:lnTo>
                    <a:pt x="622193" y="648155"/>
                  </a:lnTo>
                  <a:lnTo>
                    <a:pt x="621959" y="648127"/>
                  </a:lnTo>
                  <a:lnTo>
                    <a:pt x="620610" y="648130"/>
                  </a:lnTo>
                  <a:lnTo>
                    <a:pt x="620188" y="646362"/>
                  </a:lnTo>
                  <a:lnTo>
                    <a:pt x="620473" y="646034"/>
                  </a:lnTo>
                  <a:lnTo>
                    <a:pt x="621241" y="645691"/>
                  </a:lnTo>
                  <a:lnTo>
                    <a:pt x="621461" y="645739"/>
                  </a:lnTo>
                  <a:lnTo>
                    <a:pt x="623385" y="644887"/>
                  </a:lnTo>
                  <a:lnTo>
                    <a:pt x="621860" y="643359"/>
                  </a:lnTo>
                  <a:lnTo>
                    <a:pt x="620231" y="643770"/>
                  </a:lnTo>
                  <a:lnTo>
                    <a:pt x="619928" y="642711"/>
                  </a:lnTo>
                  <a:lnTo>
                    <a:pt x="619442" y="642660"/>
                  </a:lnTo>
                  <a:lnTo>
                    <a:pt x="617902" y="641805"/>
                  </a:lnTo>
                  <a:lnTo>
                    <a:pt x="617152" y="641536"/>
                  </a:lnTo>
                  <a:lnTo>
                    <a:pt x="616955" y="641072"/>
                  </a:lnTo>
                  <a:lnTo>
                    <a:pt x="617031" y="640925"/>
                  </a:lnTo>
                  <a:lnTo>
                    <a:pt x="617078" y="640793"/>
                  </a:lnTo>
                  <a:lnTo>
                    <a:pt x="617126" y="640620"/>
                  </a:lnTo>
                  <a:lnTo>
                    <a:pt x="617159" y="640046"/>
                  </a:lnTo>
                  <a:lnTo>
                    <a:pt x="617036" y="639726"/>
                  </a:lnTo>
                  <a:lnTo>
                    <a:pt x="616463" y="639457"/>
                  </a:lnTo>
                  <a:lnTo>
                    <a:pt x="616334" y="639103"/>
                  </a:lnTo>
                  <a:lnTo>
                    <a:pt x="616102" y="638559"/>
                  </a:lnTo>
                  <a:lnTo>
                    <a:pt x="603284" y="639089"/>
                  </a:lnTo>
                  <a:lnTo>
                    <a:pt x="602254" y="639771"/>
                  </a:lnTo>
                  <a:lnTo>
                    <a:pt x="602101" y="639771"/>
                  </a:lnTo>
                  <a:lnTo>
                    <a:pt x="601965" y="639788"/>
                  </a:lnTo>
                  <a:lnTo>
                    <a:pt x="601571" y="639996"/>
                  </a:lnTo>
                  <a:lnTo>
                    <a:pt x="601643" y="640149"/>
                  </a:lnTo>
                  <a:lnTo>
                    <a:pt x="601707" y="640294"/>
                  </a:lnTo>
                  <a:lnTo>
                    <a:pt x="601823" y="640696"/>
                  </a:lnTo>
                  <a:lnTo>
                    <a:pt x="601870" y="641084"/>
                  </a:lnTo>
                  <a:lnTo>
                    <a:pt x="601813" y="641260"/>
                  </a:lnTo>
                  <a:lnTo>
                    <a:pt x="601563" y="641621"/>
                  </a:lnTo>
                  <a:lnTo>
                    <a:pt x="601389" y="641751"/>
                  </a:lnTo>
                  <a:lnTo>
                    <a:pt x="600938" y="642071"/>
                  </a:lnTo>
                  <a:lnTo>
                    <a:pt x="600737" y="642182"/>
                  </a:lnTo>
                  <a:lnTo>
                    <a:pt x="600555" y="642268"/>
                  </a:lnTo>
                  <a:lnTo>
                    <a:pt x="600144" y="642551"/>
                  </a:lnTo>
                  <a:lnTo>
                    <a:pt x="600064" y="642763"/>
                  </a:lnTo>
                  <a:lnTo>
                    <a:pt x="599698" y="643331"/>
                  </a:lnTo>
                  <a:lnTo>
                    <a:pt x="599057" y="643635"/>
                  </a:lnTo>
                  <a:lnTo>
                    <a:pt x="598738" y="643714"/>
                  </a:lnTo>
                  <a:lnTo>
                    <a:pt x="598393" y="643958"/>
                  </a:lnTo>
                  <a:lnTo>
                    <a:pt x="597642" y="644610"/>
                  </a:lnTo>
                  <a:lnTo>
                    <a:pt x="597584" y="644786"/>
                  </a:lnTo>
                  <a:lnTo>
                    <a:pt x="597357" y="645569"/>
                  </a:lnTo>
                  <a:lnTo>
                    <a:pt x="597254" y="645848"/>
                  </a:lnTo>
                  <a:lnTo>
                    <a:pt x="597084" y="646104"/>
                  </a:lnTo>
                  <a:lnTo>
                    <a:pt x="596923" y="646114"/>
                  </a:lnTo>
                  <a:lnTo>
                    <a:pt x="596448" y="646122"/>
                  </a:lnTo>
                  <a:lnTo>
                    <a:pt x="596314" y="646098"/>
                  </a:lnTo>
                  <a:lnTo>
                    <a:pt x="596063" y="646008"/>
                  </a:lnTo>
                  <a:lnTo>
                    <a:pt x="595689" y="645889"/>
                  </a:lnTo>
                  <a:lnTo>
                    <a:pt x="595243" y="646113"/>
                  </a:lnTo>
                  <a:lnTo>
                    <a:pt x="595091" y="646237"/>
                  </a:lnTo>
                  <a:lnTo>
                    <a:pt x="594899" y="646425"/>
                  </a:lnTo>
                  <a:lnTo>
                    <a:pt x="594671" y="646621"/>
                  </a:lnTo>
                  <a:lnTo>
                    <a:pt x="594525" y="646709"/>
                  </a:lnTo>
                  <a:lnTo>
                    <a:pt x="594125" y="646987"/>
                  </a:lnTo>
                  <a:lnTo>
                    <a:pt x="584791" y="638233"/>
                  </a:lnTo>
                  <a:lnTo>
                    <a:pt x="584889" y="637938"/>
                  </a:lnTo>
                  <a:lnTo>
                    <a:pt x="584804" y="637645"/>
                  </a:lnTo>
                  <a:lnTo>
                    <a:pt x="584491" y="637437"/>
                  </a:lnTo>
                  <a:lnTo>
                    <a:pt x="584459" y="637287"/>
                  </a:lnTo>
                  <a:lnTo>
                    <a:pt x="584452" y="637156"/>
                  </a:lnTo>
                  <a:lnTo>
                    <a:pt x="584527" y="636559"/>
                  </a:lnTo>
                  <a:lnTo>
                    <a:pt x="584584" y="636142"/>
                  </a:lnTo>
                  <a:lnTo>
                    <a:pt x="584101" y="635974"/>
                  </a:lnTo>
                  <a:lnTo>
                    <a:pt x="580683" y="634645"/>
                  </a:lnTo>
                  <a:lnTo>
                    <a:pt x="579370" y="634081"/>
                  </a:lnTo>
                  <a:lnTo>
                    <a:pt x="578479" y="634805"/>
                  </a:lnTo>
                  <a:lnTo>
                    <a:pt x="574896" y="636765"/>
                  </a:lnTo>
                  <a:lnTo>
                    <a:pt x="572078" y="635512"/>
                  </a:lnTo>
                  <a:lnTo>
                    <a:pt x="571754" y="635373"/>
                  </a:lnTo>
                  <a:lnTo>
                    <a:pt x="557902" y="630332"/>
                  </a:lnTo>
                  <a:lnTo>
                    <a:pt x="557636" y="630431"/>
                  </a:lnTo>
                  <a:lnTo>
                    <a:pt x="555585" y="629671"/>
                  </a:lnTo>
                  <a:lnTo>
                    <a:pt x="526041" y="631942"/>
                  </a:lnTo>
                  <a:lnTo>
                    <a:pt x="517801" y="643858"/>
                  </a:lnTo>
                  <a:lnTo>
                    <a:pt x="512468" y="647432"/>
                  </a:lnTo>
                  <a:lnTo>
                    <a:pt x="512477" y="647590"/>
                  </a:lnTo>
                  <a:lnTo>
                    <a:pt x="512413" y="647861"/>
                  </a:lnTo>
                  <a:lnTo>
                    <a:pt x="512330" y="648022"/>
                  </a:lnTo>
                  <a:lnTo>
                    <a:pt x="512189" y="648195"/>
                  </a:lnTo>
                  <a:lnTo>
                    <a:pt x="511290" y="648911"/>
                  </a:lnTo>
                  <a:lnTo>
                    <a:pt x="503848" y="665185"/>
                  </a:lnTo>
                  <a:lnTo>
                    <a:pt x="503982" y="665214"/>
                  </a:lnTo>
                  <a:lnTo>
                    <a:pt x="504617" y="665703"/>
                  </a:lnTo>
                  <a:lnTo>
                    <a:pt x="504718" y="666105"/>
                  </a:lnTo>
                  <a:lnTo>
                    <a:pt x="504794" y="666359"/>
                  </a:lnTo>
                  <a:lnTo>
                    <a:pt x="504895" y="666616"/>
                  </a:lnTo>
                  <a:lnTo>
                    <a:pt x="504967" y="666780"/>
                  </a:lnTo>
                  <a:lnTo>
                    <a:pt x="505049" y="666995"/>
                  </a:lnTo>
                  <a:lnTo>
                    <a:pt x="505079" y="667254"/>
                  </a:lnTo>
                  <a:lnTo>
                    <a:pt x="505011" y="667518"/>
                  </a:lnTo>
                  <a:lnTo>
                    <a:pt x="505013" y="667675"/>
                  </a:lnTo>
                  <a:lnTo>
                    <a:pt x="505014" y="667860"/>
                  </a:lnTo>
                  <a:lnTo>
                    <a:pt x="504956" y="668313"/>
                  </a:lnTo>
                  <a:lnTo>
                    <a:pt x="505315" y="668962"/>
                  </a:lnTo>
                  <a:lnTo>
                    <a:pt x="505602" y="669146"/>
                  </a:lnTo>
                  <a:lnTo>
                    <a:pt x="506055" y="669802"/>
                  </a:lnTo>
                  <a:lnTo>
                    <a:pt x="506025" y="670139"/>
                  </a:lnTo>
                  <a:lnTo>
                    <a:pt x="505787" y="671054"/>
                  </a:lnTo>
                  <a:lnTo>
                    <a:pt x="505715" y="671367"/>
                  </a:lnTo>
                  <a:lnTo>
                    <a:pt x="504755" y="673262"/>
                  </a:lnTo>
                  <a:lnTo>
                    <a:pt x="504029" y="675098"/>
                  </a:lnTo>
                  <a:lnTo>
                    <a:pt x="503236" y="676160"/>
                  </a:lnTo>
                  <a:lnTo>
                    <a:pt x="502988" y="676524"/>
                  </a:lnTo>
                  <a:lnTo>
                    <a:pt x="502881" y="676652"/>
                  </a:lnTo>
                  <a:lnTo>
                    <a:pt x="502668" y="676861"/>
                  </a:lnTo>
                  <a:lnTo>
                    <a:pt x="502444" y="676986"/>
                  </a:lnTo>
                  <a:lnTo>
                    <a:pt x="501815" y="677252"/>
                  </a:lnTo>
                  <a:lnTo>
                    <a:pt x="500954" y="677947"/>
                  </a:lnTo>
                  <a:lnTo>
                    <a:pt x="500321" y="678629"/>
                  </a:lnTo>
                  <a:lnTo>
                    <a:pt x="500276" y="678920"/>
                  </a:lnTo>
                  <a:lnTo>
                    <a:pt x="500235" y="679377"/>
                  </a:lnTo>
                  <a:lnTo>
                    <a:pt x="500227" y="679567"/>
                  </a:lnTo>
                  <a:lnTo>
                    <a:pt x="500223" y="679698"/>
                  </a:lnTo>
                  <a:lnTo>
                    <a:pt x="500152" y="680221"/>
                  </a:lnTo>
                  <a:lnTo>
                    <a:pt x="499867" y="680731"/>
                  </a:lnTo>
                  <a:lnTo>
                    <a:pt x="495168" y="677216"/>
                  </a:lnTo>
                  <a:lnTo>
                    <a:pt x="495289" y="676960"/>
                  </a:lnTo>
                  <a:lnTo>
                    <a:pt x="495446" y="676575"/>
                  </a:lnTo>
                  <a:lnTo>
                    <a:pt x="495653" y="675981"/>
                  </a:lnTo>
                  <a:lnTo>
                    <a:pt x="494548" y="674243"/>
                  </a:lnTo>
                  <a:lnTo>
                    <a:pt x="491810" y="640340"/>
                  </a:lnTo>
                  <a:lnTo>
                    <a:pt x="491486" y="637927"/>
                  </a:lnTo>
                  <a:lnTo>
                    <a:pt x="487274" y="634213"/>
                  </a:lnTo>
                  <a:lnTo>
                    <a:pt x="487110" y="634274"/>
                  </a:lnTo>
                  <a:lnTo>
                    <a:pt x="486944" y="634289"/>
                  </a:lnTo>
                  <a:lnTo>
                    <a:pt x="486555" y="634442"/>
                  </a:lnTo>
                  <a:lnTo>
                    <a:pt x="486353" y="634377"/>
                  </a:lnTo>
                  <a:lnTo>
                    <a:pt x="485895" y="634252"/>
                  </a:lnTo>
                  <a:lnTo>
                    <a:pt x="485391" y="634207"/>
                  </a:lnTo>
                  <a:lnTo>
                    <a:pt x="485072" y="634235"/>
                  </a:lnTo>
                  <a:lnTo>
                    <a:pt x="484845" y="634217"/>
                  </a:lnTo>
                  <a:lnTo>
                    <a:pt x="483987" y="634523"/>
                  </a:lnTo>
                  <a:lnTo>
                    <a:pt x="483484" y="634216"/>
                  </a:lnTo>
                  <a:lnTo>
                    <a:pt x="482504" y="632926"/>
                  </a:lnTo>
                  <a:lnTo>
                    <a:pt x="482417" y="632634"/>
                  </a:lnTo>
                  <a:lnTo>
                    <a:pt x="482352" y="632492"/>
                  </a:lnTo>
                  <a:lnTo>
                    <a:pt x="481832" y="632233"/>
                  </a:lnTo>
                  <a:lnTo>
                    <a:pt x="481599" y="632355"/>
                  </a:lnTo>
                  <a:lnTo>
                    <a:pt x="481322" y="632759"/>
                  </a:lnTo>
                  <a:lnTo>
                    <a:pt x="481236" y="633106"/>
                  </a:lnTo>
                  <a:lnTo>
                    <a:pt x="481016" y="633097"/>
                  </a:lnTo>
                  <a:lnTo>
                    <a:pt x="480331" y="633608"/>
                  </a:lnTo>
                  <a:lnTo>
                    <a:pt x="480167" y="633596"/>
                  </a:lnTo>
                  <a:lnTo>
                    <a:pt x="479960" y="633610"/>
                  </a:lnTo>
                  <a:lnTo>
                    <a:pt x="479458" y="633856"/>
                  </a:lnTo>
                  <a:lnTo>
                    <a:pt x="478272" y="634485"/>
                  </a:lnTo>
                  <a:lnTo>
                    <a:pt x="477599" y="636567"/>
                  </a:lnTo>
                  <a:lnTo>
                    <a:pt x="476675" y="636348"/>
                  </a:lnTo>
                  <a:lnTo>
                    <a:pt x="476345" y="636075"/>
                  </a:lnTo>
                  <a:lnTo>
                    <a:pt x="474473" y="636256"/>
                  </a:lnTo>
                  <a:lnTo>
                    <a:pt x="474177" y="637244"/>
                  </a:lnTo>
                  <a:lnTo>
                    <a:pt x="473285" y="637694"/>
                  </a:lnTo>
                  <a:lnTo>
                    <a:pt x="469256" y="638947"/>
                  </a:lnTo>
                  <a:lnTo>
                    <a:pt x="468022" y="639166"/>
                  </a:lnTo>
                  <a:lnTo>
                    <a:pt x="465319" y="640365"/>
                  </a:lnTo>
                  <a:lnTo>
                    <a:pt x="463750" y="641091"/>
                  </a:lnTo>
                  <a:lnTo>
                    <a:pt x="463336" y="640365"/>
                  </a:lnTo>
                  <a:lnTo>
                    <a:pt x="462440" y="640550"/>
                  </a:lnTo>
                  <a:lnTo>
                    <a:pt x="461922" y="640444"/>
                  </a:lnTo>
                  <a:lnTo>
                    <a:pt x="461838" y="640640"/>
                  </a:lnTo>
                  <a:lnTo>
                    <a:pt x="459487" y="640629"/>
                  </a:lnTo>
                  <a:lnTo>
                    <a:pt x="459081" y="640549"/>
                  </a:lnTo>
                  <a:lnTo>
                    <a:pt x="429377" y="646788"/>
                  </a:lnTo>
                  <a:lnTo>
                    <a:pt x="385103" y="632774"/>
                  </a:lnTo>
                  <a:lnTo>
                    <a:pt x="365777" y="630842"/>
                  </a:lnTo>
                  <a:lnTo>
                    <a:pt x="342231" y="617832"/>
                  </a:lnTo>
                  <a:lnTo>
                    <a:pt x="323536" y="622913"/>
                  </a:lnTo>
                  <a:lnTo>
                    <a:pt x="323005" y="622922"/>
                  </a:lnTo>
                  <a:lnTo>
                    <a:pt x="322068" y="622605"/>
                  </a:lnTo>
                  <a:lnTo>
                    <a:pt x="283246" y="597044"/>
                  </a:lnTo>
                  <a:lnTo>
                    <a:pt x="283171" y="596818"/>
                  </a:lnTo>
                  <a:lnTo>
                    <a:pt x="270129" y="571635"/>
                  </a:lnTo>
                  <a:lnTo>
                    <a:pt x="261841" y="567266"/>
                  </a:lnTo>
                  <a:lnTo>
                    <a:pt x="261355" y="566973"/>
                  </a:lnTo>
                  <a:lnTo>
                    <a:pt x="257344" y="567453"/>
                  </a:lnTo>
                  <a:lnTo>
                    <a:pt x="110190" y="511818"/>
                  </a:lnTo>
                  <a:lnTo>
                    <a:pt x="82047" y="499586"/>
                  </a:lnTo>
                  <a:lnTo>
                    <a:pt x="80218" y="500168"/>
                  </a:lnTo>
                  <a:lnTo>
                    <a:pt x="80072" y="500305"/>
                  </a:lnTo>
                  <a:lnTo>
                    <a:pt x="79144" y="500810"/>
                  </a:lnTo>
                  <a:lnTo>
                    <a:pt x="78874" y="500716"/>
                  </a:lnTo>
                  <a:lnTo>
                    <a:pt x="78281" y="500397"/>
                  </a:lnTo>
                  <a:lnTo>
                    <a:pt x="77895" y="500094"/>
                  </a:lnTo>
                  <a:lnTo>
                    <a:pt x="77652" y="500073"/>
                  </a:lnTo>
                  <a:lnTo>
                    <a:pt x="76650" y="498859"/>
                  </a:lnTo>
                  <a:lnTo>
                    <a:pt x="76249" y="498812"/>
                  </a:lnTo>
                  <a:lnTo>
                    <a:pt x="75848" y="498756"/>
                  </a:lnTo>
                  <a:lnTo>
                    <a:pt x="75385" y="498744"/>
                  </a:lnTo>
                  <a:lnTo>
                    <a:pt x="74645" y="496458"/>
                  </a:lnTo>
                  <a:lnTo>
                    <a:pt x="73763" y="495075"/>
                  </a:lnTo>
                  <a:lnTo>
                    <a:pt x="68178" y="486919"/>
                  </a:lnTo>
                  <a:lnTo>
                    <a:pt x="38077" y="479554"/>
                  </a:lnTo>
                  <a:lnTo>
                    <a:pt x="34212" y="476203"/>
                  </a:lnTo>
                  <a:lnTo>
                    <a:pt x="33106" y="476955"/>
                  </a:lnTo>
                  <a:lnTo>
                    <a:pt x="22136" y="464753"/>
                  </a:lnTo>
                  <a:lnTo>
                    <a:pt x="7225" y="422115"/>
                  </a:lnTo>
                  <a:lnTo>
                    <a:pt x="6537" y="421327"/>
                  </a:lnTo>
                  <a:lnTo>
                    <a:pt x="5368" y="420108"/>
                  </a:lnTo>
                  <a:lnTo>
                    <a:pt x="4751" y="420084"/>
                  </a:lnTo>
                  <a:lnTo>
                    <a:pt x="1360" y="404150"/>
                  </a:lnTo>
                  <a:lnTo>
                    <a:pt x="0" y="402775"/>
                  </a:lnTo>
                  <a:lnTo>
                    <a:pt x="2720" y="390962"/>
                  </a:lnTo>
                  <a:lnTo>
                    <a:pt x="2781" y="390757"/>
                  </a:lnTo>
                  <a:lnTo>
                    <a:pt x="15049" y="395369"/>
                  </a:lnTo>
                  <a:lnTo>
                    <a:pt x="26001" y="403010"/>
                  </a:lnTo>
                  <a:lnTo>
                    <a:pt x="27676" y="402785"/>
                  </a:lnTo>
                  <a:lnTo>
                    <a:pt x="28053" y="402707"/>
                  </a:lnTo>
                  <a:lnTo>
                    <a:pt x="31509" y="400135"/>
                  </a:lnTo>
                  <a:lnTo>
                    <a:pt x="31592" y="398605"/>
                  </a:lnTo>
                  <a:lnTo>
                    <a:pt x="33965" y="396694"/>
                  </a:lnTo>
                  <a:lnTo>
                    <a:pt x="34182" y="396649"/>
                  </a:lnTo>
                  <a:lnTo>
                    <a:pt x="38618" y="393946"/>
                  </a:lnTo>
                  <a:lnTo>
                    <a:pt x="39770" y="391085"/>
                  </a:lnTo>
                  <a:lnTo>
                    <a:pt x="39117" y="384931"/>
                  </a:lnTo>
                  <a:lnTo>
                    <a:pt x="36998" y="373756"/>
                  </a:lnTo>
                  <a:lnTo>
                    <a:pt x="37137" y="373520"/>
                  </a:lnTo>
                  <a:lnTo>
                    <a:pt x="37249" y="373321"/>
                  </a:lnTo>
                  <a:lnTo>
                    <a:pt x="37349" y="373148"/>
                  </a:lnTo>
                  <a:lnTo>
                    <a:pt x="33326" y="368783"/>
                  </a:lnTo>
                  <a:lnTo>
                    <a:pt x="33292" y="368609"/>
                  </a:lnTo>
                  <a:lnTo>
                    <a:pt x="33246" y="368379"/>
                  </a:lnTo>
                  <a:lnTo>
                    <a:pt x="33200" y="368139"/>
                  </a:lnTo>
                  <a:lnTo>
                    <a:pt x="33158" y="367929"/>
                  </a:lnTo>
                  <a:lnTo>
                    <a:pt x="33111" y="367694"/>
                  </a:lnTo>
                  <a:lnTo>
                    <a:pt x="33063" y="367455"/>
                  </a:lnTo>
                  <a:lnTo>
                    <a:pt x="33011" y="367192"/>
                  </a:lnTo>
                  <a:lnTo>
                    <a:pt x="32961" y="366944"/>
                  </a:lnTo>
                  <a:lnTo>
                    <a:pt x="32917" y="366730"/>
                  </a:lnTo>
                  <a:lnTo>
                    <a:pt x="32866" y="366459"/>
                  </a:lnTo>
                  <a:lnTo>
                    <a:pt x="32829" y="366285"/>
                  </a:lnTo>
                  <a:lnTo>
                    <a:pt x="32783" y="366060"/>
                  </a:lnTo>
                  <a:lnTo>
                    <a:pt x="32740" y="365848"/>
                  </a:lnTo>
                  <a:lnTo>
                    <a:pt x="32699" y="365657"/>
                  </a:lnTo>
                  <a:lnTo>
                    <a:pt x="32651" y="365390"/>
                  </a:lnTo>
                  <a:lnTo>
                    <a:pt x="32613" y="365192"/>
                  </a:lnTo>
                  <a:lnTo>
                    <a:pt x="32565" y="364952"/>
                  </a:lnTo>
                  <a:lnTo>
                    <a:pt x="32500" y="364646"/>
                  </a:lnTo>
                  <a:lnTo>
                    <a:pt x="32465" y="364472"/>
                  </a:lnTo>
                  <a:lnTo>
                    <a:pt x="32416" y="364210"/>
                  </a:lnTo>
                  <a:lnTo>
                    <a:pt x="13658" y="332466"/>
                  </a:lnTo>
                  <a:lnTo>
                    <a:pt x="14943" y="331447"/>
                  </a:lnTo>
                  <a:lnTo>
                    <a:pt x="15430" y="331065"/>
                  </a:lnTo>
                  <a:lnTo>
                    <a:pt x="15692" y="330862"/>
                  </a:lnTo>
                  <a:lnTo>
                    <a:pt x="11979" y="314860"/>
                  </a:lnTo>
                  <a:lnTo>
                    <a:pt x="10590" y="314524"/>
                  </a:lnTo>
                  <a:lnTo>
                    <a:pt x="11058" y="311430"/>
                  </a:lnTo>
                  <a:lnTo>
                    <a:pt x="11292" y="310862"/>
                  </a:lnTo>
                  <a:lnTo>
                    <a:pt x="11458" y="310805"/>
                  </a:lnTo>
                  <a:lnTo>
                    <a:pt x="21753" y="307650"/>
                  </a:lnTo>
                  <a:lnTo>
                    <a:pt x="22894" y="304196"/>
                  </a:lnTo>
                  <a:lnTo>
                    <a:pt x="27746" y="297606"/>
                  </a:lnTo>
                  <a:lnTo>
                    <a:pt x="27916" y="297103"/>
                  </a:lnTo>
                  <a:lnTo>
                    <a:pt x="28191" y="296843"/>
                  </a:lnTo>
                  <a:lnTo>
                    <a:pt x="28299" y="296336"/>
                  </a:lnTo>
                  <a:lnTo>
                    <a:pt x="28307" y="295265"/>
                  </a:lnTo>
                  <a:lnTo>
                    <a:pt x="28563" y="294543"/>
                  </a:lnTo>
                  <a:lnTo>
                    <a:pt x="28885" y="293559"/>
                  </a:lnTo>
                  <a:lnTo>
                    <a:pt x="29649" y="293451"/>
                  </a:lnTo>
                  <a:lnTo>
                    <a:pt x="30295" y="292875"/>
                  </a:lnTo>
                  <a:lnTo>
                    <a:pt x="30440" y="292820"/>
                  </a:lnTo>
                  <a:lnTo>
                    <a:pt x="30609" y="292769"/>
                  </a:lnTo>
                  <a:lnTo>
                    <a:pt x="31326" y="292684"/>
                  </a:lnTo>
                  <a:lnTo>
                    <a:pt x="32586" y="292108"/>
                  </a:lnTo>
                  <a:lnTo>
                    <a:pt x="32647" y="291962"/>
                  </a:lnTo>
                  <a:lnTo>
                    <a:pt x="32706" y="291819"/>
                  </a:lnTo>
                  <a:lnTo>
                    <a:pt x="33174" y="291686"/>
                  </a:lnTo>
                  <a:lnTo>
                    <a:pt x="33366" y="292053"/>
                  </a:lnTo>
                  <a:lnTo>
                    <a:pt x="34000" y="292622"/>
                  </a:lnTo>
                  <a:lnTo>
                    <a:pt x="34142" y="292619"/>
                  </a:lnTo>
                  <a:lnTo>
                    <a:pt x="34314" y="292641"/>
                  </a:lnTo>
                  <a:lnTo>
                    <a:pt x="34650" y="292962"/>
                  </a:lnTo>
                  <a:lnTo>
                    <a:pt x="34689" y="293201"/>
                  </a:lnTo>
                  <a:lnTo>
                    <a:pt x="34994" y="293368"/>
                  </a:lnTo>
                  <a:lnTo>
                    <a:pt x="35714" y="293367"/>
                  </a:lnTo>
                  <a:lnTo>
                    <a:pt x="36118" y="293194"/>
                  </a:lnTo>
                  <a:lnTo>
                    <a:pt x="36712" y="293226"/>
                  </a:lnTo>
                  <a:lnTo>
                    <a:pt x="37497" y="293294"/>
                  </a:lnTo>
                  <a:lnTo>
                    <a:pt x="38290" y="292732"/>
                  </a:lnTo>
                  <a:lnTo>
                    <a:pt x="38267" y="292261"/>
                  </a:lnTo>
                  <a:lnTo>
                    <a:pt x="38409" y="292181"/>
                  </a:lnTo>
                  <a:lnTo>
                    <a:pt x="38680" y="292119"/>
                  </a:lnTo>
                  <a:lnTo>
                    <a:pt x="39097" y="292035"/>
                  </a:lnTo>
                  <a:lnTo>
                    <a:pt x="40425" y="292130"/>
                  </a:lnTo>
                  <a:lnTo>
                    <a:pt x="40564" y="292138"/>
                  </a:lnTo>
                  <a:lnTo>
                    <a:pt x="40842" y="292115"/>
                  </a:lnTo>
                  <a:lnTo>
                    <a:pt x="41071" y="292053"/>
                  </a:lnTo>
                  <a:lnTo>
                    <a:pt x="41206" y="292023"/>
                  </a:lnTo>
                  <a:lnTo>
                    <a:pt x="41489" y="292015"/>
                  </a:lnTo>
                  <a:lnTo>
                    <a:pt x="41679" y="292031"/>
                  </a:lnTo>
                  <a:lnTo>
                    <a:pt x="42168" y="292243"/>
                  </a:lnTo>
                  <a:lnTo>
                    <a:pt x="42443" y="292637"/>
                  </a:lnTo>
                  <a:lnTo>
                    <a:pt x="42868" y="292612"/>
                  </a:lnTo>
                  <a:lnTo>
                    <a:pt x="43083" y="292401"/>
                  </a:lnTo>
                  <a:lnTo>
                    <a:pt x="43222" y="292380"/>
                  </a:lnTo>
                  <a:lnTo>
                    <a:pt x="43729" y="292317"/>
                  </a:lnTo>
                  <a:lnTo>
                    <a:pt x="44263" y="292388"/>
                  </a:lnTo>
                  <a:lnTo>
                    <a:pt x="44917" y="291758"/>
                  </a:lnTo>
                  <a:lnTo>
                    <a:pt x="45480" y="291612"/>
                  </a:lnTo>
                  <a:lnTo>
                    <a:pt x="46155" y="291764"/>
                  </a:lnTo>
                  <a:lnTo>
                    <a:pt x="46939" y="291942"/>
                  </a:lnTo>
                  <a:lnTo>
                    <a:pt x="47522" y="291431"/>
                  </a:lnTo>
                  <a:lnTo>
                    <a:pt x="48526" y="291781"/>
                  </a:lnTo>
                  <a:lnTo>
                    <a:pt x="48764" y="291789"/>
                  </a:lnTo>
                  <a:lnTo>
                    <a:pt x="50587" y="291077"/>
                  </a:lnTo>
                  <a:lnTo>
                    <a:pt x="51078" y="290461"/>
                  </a:lnTo>
                  <a:lnTo>
                    <a:pt x="51193" y="290013"/>
                  </a:lnTo>
                  <a:lnTo>
                    <a:pt x="51681" y="290282"/>
                  </a:lnTo>
                  <a:lnTo>
                    <a:pt x="51844" y="290709"/>
                  </a:lnTo>
                  <a:lnTo>
                    <a:pt x="52367" y="291265"/>
                  </a:lnTo>
                  <a:lnTo>
                    <a:pt x="52756" y="291220"/>
                  </a:lnTo>
                  <a:lnTo>
                    <a:pt x="53037" y="291182"/>
                  </a:lnTo>
                  <a:lnTo>
                    <a:pt x="53897" y="290751"/>
                  </a:lnTo>
                  <a:lnTo>
                    <a:pt x="54464" y="290911"/>
                  </a:lnTo>
                  <a:lnTo>
                    <a:pt x="54695" y="291211"/>
                  </a:lnTo>
                  <a:lnTo>
                    <a:pt x="54815" y="291444"/>
                  </a:lnTo>
                  <a:lnTo>
                    <a:pt x="55635" y="291458"/>
                  </a:lnTo>
                  <a:lnTo>
                    <a:pt x="56349" y="291350"/>
                  </a:lnTo>
                  <a:lnTo>
                    <a:pt x="56816" y="291526"/>
                  </a:lnTo>
                  <a:lnTo>
                    <a:pt x="57698" y="291326"/>
                  </a:lnTo>
                  <a:lnTo>
                    <a:pt x="58030" y="290989"/>
                  </a:lnTo>
                  <a:lnTo>
                    <a:pt x="58207" y="290457"/>
                  </a:lnTo>
                  <a:lnTo>
                    <a:pt x="58166" y="290234"/>
                  </a:lnTo>
                  <a:lnTo>
                    <a:pt x="58980" y="289769"/>
                  </a:lnTo>
                  <a:lnTo>
                    <a:pt x="59153" y="289741"/>
                  </a:lnTo>
                  <a:lnTo>
                    <a:pt x="59435" y="289958"/>
                  </a:lnTo>
                  <a:lnTo>
                    <a:pt x="60291" y="290427"/>
                  </a:lnTo>
                  <a:lnTo>
                    <a:pt x="60585" y="290294"/>
                  </a:lnTo>
                  <a:lnTo>
                    <a:pt x="61175" y="290128"/>
                  </a:lnTo>
                  <a:lnTo>
                    <a:pt x="62268" y="290077"/>
                  </a:lnTo>
                  <a:lnTo>
                    <a:pt x="63022" y="290007"/>
                  </a:lnTo>
                  <a:lnTo>
                    <a:pt x="63296" y="290004"/>
                  </a:lnTo>
                  <a:lnTo>
                    <a:pt x="63714" y="289525"/>
                  </a:lnTo>
                  <a:lnTo>
                    <a:pt x="63931" y="289333"/>
                  </a:lnTo>
                  <a:lnTo>
                    <a:pt x="64338" y="289316"/>
                  </a:lnTo>
                  <a:lnTo>
                    <a:pt x="64558" y="289258"/>
                  </a:lnTo>
                  <a:lnTo>
                    <a:pt x="64739" y="288605"/>
                  </a:lnTo>
                  <a:lnTo>
                    <a:pt x="64720" y="288059"/>
                  </a:lnTo>
                  <a:lnTo>
                    <a:pt x="65658" y="287983"/>
                  </a:lnTo>
                  <a:lnTo>
                    <a:pt x="65817" y="287515"/>
                  </a:lnTo>
                  <a:lnTo>
                    <a:pt x="65553" y="287054"/>
                  </a:lnTo>
                  <a:lnTo>
                    <a:pt x="65851" y="286882"/>
                  </a:lnTo>
                  <a:lnTo>
                    <a:pt x="66038" y="286949"/>
                  </a:lnTo>
                  <a:lnTo>
                    <a:pt x="66389" y="287093"/>
                  </a:lnTo>
                  <a:lnTo>
                    <a:pt x="66223" y="286574"/>
                  </a:lnTo>
                  <a:lnTo>
                    <a:pt x="65736" y="286323"/>
                  </a:lnTo>
                  <a:lnTo>
                    <a:pt x="65597" y="286270"/>
                  </a:lnTo>
                  <a:lnTo>
                    <a:pt x="65413" y="286210"/>
                  </a:lnTo>
                  <a:lnTo>
                    <a:pt x="65441" y="285794"/>
                  </a:lnTo>
                  <a:lnTo>
                    <a:pt x="65659" y="285115"/>
                  </a:lnTo>
                  <a:lnTo>
                    <a:pt x="65960" y="284913"/>
                  </a:lnTo>
                  <a:lnTo>
                    <a:pt x="66457" y="284283"/>
                  </a:lnTo>
                  <a:lnTo>
                    <a:pt x="66324" y="284244"/>
                  </a:lnTo>
                  <a:lnTo>
                    <a:pt x="65984" y="284035"/>
                  </a:lnTo>
                  <a:lnTo>
                    <a:pt x="66259" y="283787"/>
                  </a:lnTo>
                  <a:lnTo>
                    <a:pt x="66475" y="283476"/>
                  </a:lnTo>
                  <a:lnTo>
                    <a:pt x="66655" y="282999"/>
                  </a:lnTo>
                  <a:lnTo>
                    <a:pt x="66664" y="282661"/>
                  </a:lnTo>
                  <a:lnTo>
                    <a:pt x="66682" y="282483"/>
                  </a:lnTo>
                  <a:lnTo>
                    <a:pt x="67138" y="282388"/>
                  </a:lnTo>
                  <a:lnTo>
                    <a:pt x="67396" y="282335"/>
                  </a:lnTo>
                  <a:lnTo>
                    <a:pt x="67761" y="281774"/>
                  </a:lnTo>
                  <a:lnTo>
                    <a:pt x="67803" y="281230"/>
                  </a:lnTo>
                  <a:lnTo>
                    <a:pt x="67870" y="280859"/>
                  </a:lnTo>
                  <a:lnTo>
                    <a:pt x="67654" y="280731"/>
                  </a:lnTo>
                  <a:lnTo>
                    <a:pt x="67226" y="280578"/>
                  </a:lnTo>
                  <a:lnTo>
                    <a:pt x="66982" y="280509"/>
                  </a:lnTo>
                  <a:lnTo>
                    <a:pt x="66747" y="280453"/>
                  </a:lnTo>
                  <a:lnTo>
                    <a:pt x="66710" y="280207"/>
                  </a:lnTo>
                  <a:lnTo>
                    <a:pt x="66703" y="279657"/>
                  </a:lnTo>
                  <a:lnTo>
                    <a:pt x="67454" y="279291"/>
                  </a:lnTo>
                  <a:lnTo>
                    <a:pt x="67750" y="279196"/>
                  </a:lnTo>
                  <a:lnTo>
                    <a:pt x="68115" y="279096"/>
                  </a:lnTo>
                  <a:lnTo>
                    <a:pt x="68601" y="278956"/>
                  </a:lnTo>
                  <a:lnTo>
                    <a:pt x="68475" y="278474"/>
                  </a:lnTo>
                  <a:lnTo>
                    <a:pt x="68398" y="277614"/>
                  </a:lnTo>
                  <a:lnTo>
                    <a:pt x="68383" y="277484"/>
                  </a:lnTo>
                  <a:lnTo>
                    <a:pt x="68311" y="276950"/>
                  </a:lnTo>
                  <a:lnTo>
                    <a:pt x="68169" y="276369"/>
                  </a:lnTo>
                  <a:lnTo>
                    <a:pt x="68650" y="275473"/>
                  </a:lnTo>
                  <a:lnTo>
                    <a:pt x="69140" y="274733"/>
                  </a:lnTo>
                  <a:lnTo>
                    <a:pt x="69593" y="274034"/>
                  </a:lnTo>
                  <a:lnTo>
                    <a:pt x="69611" y="273654"/>
                  </a:lnTo>
                  <a:lnTo>
                    <a:pt x="69614" y="273441"/>
                  </a:lnTo>
                  <a:lnTo>
                    <a:pt x="69979" y="272855"/>
                  </a:lnTo>
                  <a:lnTo>
                    <a:pt x="70171" y="272353"/>
                  </a:lnTo>
                  <a:lnTo>
                    <a:pt x="70306" y="271914"/>
                  </a:lnTo>
                  <a:lnTo>
                    <a:pt x="69909" y="271135"/>
                  </a:lnTo>
                  <a:lnTo>
                    <a:pt x="69467" y="269992"/>
                  </a:lnTo>
                  <a:lnTo>
                    <a:pt x="69616" y="269835"/>
                  </a:lnTo>
                  <a:lnTo>
                    <a:pt x="69935" y="269527"/>
                  </a:lnTo>
                  <a:lnTo>
                    <a:pt x="71014" y="269346"/>
                  </a:lnTo>
                  <a:lnTo>
                    <a:pt x="71335" y="269372"/>
                  </a:lnTo>
                  <a:lnTo>
                    <a:pt x="72054" y="269520"/>
                  </a:lnTo>
                  <a:lnTo>
                    <a:pt x="72525" y="269663"/>
                  </a:lnTo>
                  <a:lnTo>
                    <a:pt x="72905" y="269231"/>
                  </a:lnTo>
                  <a:lnTo>
                    <a:pt x="72915" y="268423"/>
                  </a:lnTo>
                  <a:lnTo>
                    <a:pt x="73054" y="267917"/>
                  </a:lnTo>
                  <a:lnTo>
                    <a:pt x="73181" y="267616"/>
                  </a:lnTo>
                  <a:lnTo>
                    <a:pt x="73521" y="267415"/>
                  </a:lnTo>
                  <a:lnTo>
                    <a:pt x="74004" y="267308"/>
                  </a:lnTo>
                  <a:lnTo>
                    <a:pt x="74259" y="267281"/>
                  </a:lnTo>
                  <a:lnTo>
                    <a:pt x="74726" y="267181"/>
                  </a:lnTo>
                  <a:lnTo>
                    <a:pt x="74743" y="266700"/>
                  </a:lnTo>
                  <a:lnTo>
                    <a:pt x="74656" y="266375"/>
                  </a:lnTo>
                  <a:lnTo>
                    <a:pt x="74662" y="265972"/>
                  </a:lnTo>
                  <a:lnTo>
                    <a:pt x="74869" y="265726"/>
                  </a:lnTo>
                  <a:lnTo>
                    <a:pt x="74989" y="265327"/>
                  </a:lnTo>
                  <a:lnTo>
                    <a:pt x="74975" y="265123"/>
                  </a:lnTo>
                  <a:lnTo>
                    <a:pt x="74428" y="264811"/>
                  </a:lnTo>
                  <a:lnTo>
                    <a:pt x="74233" y="264523"/>
                  </a:lnTo>
                  <a:lnTo>
                    <a:pt x="74170" y="263823"/>
                  </a:lnTo>
                  <a:lnTo>
                    <a:pt x="74158" y="263515"/>
                  </a:lnTo>
                  <a:lnTo>
                    <a:pt x="74368" y="263169"/>
                  </a:lnTo>
                  <a:lnTo>
                    <a:pt x="74773" y="263047"/>
                  </a:lnTo>
                  <a:lnTo>
                    <a:pt x="74743" y="262564"/>
                  </a:lnTo>
                  <a:lnTo>
                    <a:pt x="74512" y="262507"/>
                  </a:lnTo>
                  <a:lnTo>
                    <a:pt x="74351" y="262184"/>
                  </a:lnTo>
                  <a:lnTo>
                    <a:pt x="74891" y="261560"/>
                  </a:lnTo>
                  <a:lnTo>
                    <a:pt x="75013" y="260699"/>
                  </a:lnTo>
                  <a:lnTo>
                    <a:pt x="74865" y="260552"/>
                  </a:lnTo>
                  <a:lnTo>
                    <a:pt x="74724" y="260444"/>
                  </a:lnTo>
                  <a:lnTo>
                    <a:pt x="74420" y="259921"/>
                  </a:lnTo>
                  <a:lnTo>
                    <a:pt x="75297" y="259083"/>
                  </a:lnTo>
                  <a:lnTo>
                    <a:pt x="75490" y="258852"/>
                  </a:lnTo>
                  <a:lnTo>
                    <a:pt x="75630" y="258687"/>
                  </a:lnTo>
                  <a:lnTo>
                    <a:pt x="76600" y="257879"/>
                  </a:lnTo>
                  <a:lnTo>
                    <a:pt x="76885" y="257998"/>
                  </a:lnTo>
                  <a:lnTo>
                    <a:pt x="77226" y="258155"/>
                  </a:lnTo>
                  <a:lnTo>
                    <a:pt x="77473" y="258280"/>
                  </a:lnTo>
                  <a:lnTo>
                    <a:pt x="77897" y="258429"/>
                  </a:lnTo>
                  <a:lnTo>
                    <a:pt x="78345" y="258455"/>
                  </a:lnTo>
                  <a:lnTo>
                    <a:pt x="78668" y="258330"/>
                  </a:lnTo>
                  <a:lnTo>
                    <a:pt x="79899" y="257404"/>
                  </a:lnTo>
                  <a:lnTo>
                    <a:pt x="80046" y="257293"/>
                  </a:lnTo>
                  <a:lnTo>
                    <a:pt x="81902" y="255890"/>
                  </a:lnTo>
                  <a:lnTo>
                    <a:pt x="83026" y="255225"/>
                  </a:lnTo>
                  <a:lnTo>
                    <a:pt x="83488" y="254489"/>
                  </a:lnTo>
                  <a:lnTo>
                    <a:pt x="83788" y="254279"/>
                  </a:lnTo>
                  <a:lnTo>
                    <a:pt x="84223" y="253759"/>
                  </a:lnTo>
                  <a:lnTo>
                    <a:pt x="83806" y="253395"/>
                  </a:lnTo>
                  <a:lnTo>
                    <a:pt x="83609" y="253174"/>
                  </a:lnTo>
                  <a:lnTo>
                    <a:pt x="83539" y="252495"/>
                  </a:lnTo>
                  <a:lnTo>
                    <a:pt x="83691" y="252434"/>
                  </a:lnTo>
                  <a:lnTo>
                    <a:pt x="84598" y="252135"/>
                  </a:lnTo>
                  <a:lnTo>
                    <a:pt x="85059" y="251585"/>
                  </a:lnTo>
                  <a:lnTo>
                    <a:pt x="85378" y="251064"/>
                  </a:lnTo>
                  <a:lnTo>
                    <a:pt x="85601" y="251065"/>
                  </a:lnTo>
                  <a:lnTo>
                    <a:pt x="85742" y="251107"/>
                  </a:lnTo>
                  <a:lnTo>
                    <a:pt x="86434" y="251160"/>
                  </a:lnTo>
                  <a:lnTo>
                    <a:pt x="86532" y="250742"/>
                  </a:lnTo>
                  <a:lnTo>
                    <a:pt x="86974" y="250779"/>
                  </a:lnTo>
                  <a:lnTo>
                    <a:pt x="87286" y="250863"/>
                  </a:lnTo>
                  <a:lnTo>
                    <a:pt x="87643" y="251059"/>
                  </a:lnTo>
                  <a:lnTo>
                    <a:pt x="87917" y="251137"/>
                  </a:lnTo>
                  <a:lnTo>
                    <a:pt x="88629" y="251081"/>
                  </a:lnTo>
                  <a:lnTo>
                    <a:pt x="88898" y="251055"/>
                  </a:lnTo>
                  <a:lnTo>
                    <a:pt x="89592" y="251045"/>
                  </a:lnTo>
                  <a:lnTo>
                    <a:pt x="90090" y="251087"/>
                  </a:lnTo>
                  <a:lnTo>
                    <a:pt x="89903" y="250614"/>
                  </a:lnTo>
                  <a:lnTo>
                    <a:pt x="89294" y="250285"/>
                  </a:lnTo>
                  <a:lnTo>
                    <a:pt x="88702" y="249938"/>
                  </a:lnTo>
                  <a:lnTo>
                    <a:pt x="88691" y="249552"/>
                  </a:lnTo>
                  <a:lnTo>
                    <a:pt x="88701" y="249400"/>
                  </a:lnTo>
                  <a:lnTo>
                    <a:pt x="88677" y="249120"/>
                  </a:lnTo>
                  <a:lnTo>
                    <a:pt x="87716" y="248035"/>
                  </a:lnTo>
                  <a:lnTo>
                    <a:pt x="87566" y="247982"/>
                  </a:lnTo>
                  <a:lnTo>
                    <a:pt x="87389" y="247903"/>
                  </a:lnTo>
                  <a:lnTo>
                    <a:pt x="87084" y="247709"/>
                  </a:lnTo>
                  <a:lnTo>
                    <a:pt x="86350" y="246942"/>
                  </a:lnTo>
                  <a:lnTo>
                    <a:pt x="85885" y="246311"/>
                  </a:lnTo>
                  <a:lnTo>
                    <a:pt x="86070" y="245222"/>
                  </a:lnTo>
                  <a:lnTo>
                    <a:pt x="86130" y="244334"/>
                  </a:lnTo>
                  <a:lnTo>
                    <a:pt x="86371" y="244113"/>
                  </a:lnTo>
                  <a:lnTo>
                    <a:pt x="86398" y="243971"/>
                  </a:lnTo>
                  <a:lnTo>
                    <a:pt x="86421" y="243782"/>
                  </a:lnTo>
                  <a:lnTo>
                    <a:pt x="86445" y="243586"/>
                  </a:lnTo>
                  <a:lnTo>
                    <a:pt x="86497" y="243303"/>
                  </a:lnTo>
                  <a:lnTo>
                    <a:pt x="86589" y="243018"/>
                  </a:lnTo>
                  <a:lnTo>
                    <a:pt x="86952" y="242604"/>
                  </a:lnTo>
                  <a:lnTo>
                    <a:pt x="87092" y="242435"/>
                  </a:lnTo>
                  <a:lnTo>
                    <a:pt x="87729" y="241385"/>
                  </a:lnTo>
                  <a:lnTo>
                    <a:pt x="88005" y="241262"/>
                  </a:lnTo>
                  <a:lnTo>
                    <a:pt x="88512" y="241233"/>
                  </a:lnTo>
                  <a:lnTo>
                    <a:pt x="88826" y="241234"/>
                  </a:lnTo>
                  <a:lnTo>
                    <a:pt x="89094" y="241249"/>
                  </a:lnTo>
                  <a:lnTo>
                    <a:pt x="89670" y="241246"/>
                  </a:lnTo>
                  <a:lnTo>
                    <a:pt x="91031" y="240891"/>
                  </a:lnTo>
                  <a:lnTo>
                    <a:pt x="91104" y="240757"/>
                  </a:lnTo>
                  <a:lnTo>
                    <a:pt x="91273" y="240418"/>
                  </a:lnTo>
                  <a:lnTo>
                    <a:pt x="91515" y="240041"/>
                  </a:lnTo>
                  <a:lnTo>
                    <a:pt x="92252" y="239296"/>
                  </a:lnTo>
                  <a:lnTo>
                    <a:pt x="92396" y="239245"/>
                  </a:lnTo>
                  <a:lnTo>
                    <a:pt x="92643" y="238583"/>
                  </a:lnTo>
                  <a:lnTo>
                    <a:pt x="92822" y="238258"/>
                  </a:lnTo>
                  <a:lnTo>
                    <a:pt x="93871" y="238022"/>
                  </a:lnTo>
                  <a:lnTo>
                    <a:pt x="93840" y="238689"/>
                  </a:lnTo>
                  <a:lnTo>
                    <a:pt x="93816" y="239306"/>
                  </a:lnTo>
                  <a:lnTo>
                    <a:pt x="94017" y="239600"/>
                  </a:lnTo>
                  <a:lnTo>
                    <a:pt x="94700" y="239699"/>
                  </a:lnTo>
                  <a:lnTo>
                    <a:pt x="94874" y="239735"/>
                  </a:lnTo>
                  <a:lnTo>
                    <a:pt x="95407" y="239892"/>
                  </a:lnTo>
                  <a:lnTo>
                    <a:pt x="96369" y="240207"/>
                  </a:lnTo>
                  <a:lnTo>
                    <a:pt x="96793" y="240464"/>
                  </a:lnTo>
                  <a:lnTo>
                    <a:pt x="96831" y="240765"/>
                  </a:lnTo>
                  <a:lnTo>
                    <a:pt x="97437" y="240928"/>
                  </a:lnTo>
                  <a:lnTo>
                    <a:pt x="98072" y="240393"/>
                  </a:lnTo>
                  <a:lnTo>
                    <a:pt x="98179" y="240246"/>
                  </a:lnTo>
                  <a:lnTo>
                    <a:pt x="98778" y="240362"/>
                  </a:lnTo>
                  <a:lnTo>
                    <a:pt x="99622" y="240905"/>
                  </a:lnTo>
                  <a:lnTo>
                    <a:pt x="100005" y="240907"/>
                  </a:lnTo>
                  <a:lnTo>
                    <a:pt x="100984" y="240337"/>
                  </a:lnTo>
                  <a:lnTo>
                    <a:pt x="101193" y="240123"/>
                  </a:lnTo>
                  <a:lnTo>
                    <a:pt x="101669" y="240191"/>
                  </a:lnTo>
                  <a:lnTo>
                    <a:pt x="102078" y="240331"/>
                  </a:lnTo>
                  <a:lnTo>
                    <a:pt x="102499" y="240833"/>
                  </a:lnTo>
                  <a:lnTo>
                    <a:pt x="103060" y="240992"/>
                  </a:lnTo>
                  <a:lnTo>
                    <a:pt x="103711" y="240771"/>
                  </a:lnTo>
                  <a:lnTo>
                    <a:pt x="103965" y="240640"/>
                  </a:lnTo>
                  <a:lnTo>
                    <a:pt x="104092" y="240741"/>
                  </a:lnTo>
                  <a:lnTo>
                    <a:pt x="104316" y="240936"/>
                  </a:lnTo>
                  <a:lnTo>
                    <a:pt x="104042" y="241563"/>
                  </a:lnTo>
                  <a:lnTo>
                    <a:pt x="104108" y="241972"/>
                  </a:lnTo>
                  <a:lnTo>
                    <a:pt x="104642" y="242245"/>
                  </a:lnTo>
                  <a:lnTo>
                    <a:pt x="105295" y="242384"/>
                  </a:lnTo>
                  <a:lnTo>
                    <a:pt x="105538" y="242693"/>
                  </a:lnTo>
                  <a:lnTo>
                    <a:pt x="105537" y="243073"/>
                  </a:lnTo>
                  <a:lnTo>
                    <a:pt x="105331" y="243736"/>
                  </a:lnTo>
                  <a:lnTo>
                    <a:pt x="105737" y="243907"/>
                  </a:lnTo>
                  <a:lnTo>
                    <a:pt x="106013" y="243887"/>
                  </a:lnTo>
                  <a:lnTo>
                    <a:pt x="107259" y="244036"/>
                  </a:lnTo>
                  <a:lnTo>
                    <a:pt x="107470" y="243977"/>
                  </a:lnTo>
                  <a:lnTo>
                    <a:pt x="108837" y="244011"/>
                  </a:lnTo>
                  <a:lnTo>
                    <a:pt x="109069" y="243918"/>
                  </a:lnTo>
                  <a:lnTo>
                    <a:pt x="110351" y="243704"/>
                  </a:lnTo>
                  <a:lnTo>
                    <a:pt x="111988" y="243575"/>
                  </a:lnTo>
                  <a:lnTo>
                    <a:pt x="112221" y="243630"/>
                  </a:lnTo>
                  <a:lnTo>
                    <a:pt x="112501" y="243685"/>
                  </a:lnTo>
                  <a:lnTo>
                    <a:pt x="113050" y="243673"/>
                  </a:lnTo>
                  <a:lnTo>
                    <a:pt x="113838" y="243715"/>
                  </a:lnTo>
                  <a:lnTo>
                    <a:pt x="114768" y="244303"/>
                  </a:lnTo>
                  <a:lnTo>
                    <a:pt x="115120" y="244723"/>
                  </a:lnTo>
                  <a:lnTo>
                    <a:pt x="116494" y="244391"/>
                  </a:lnTo>
                  <a:lnTo>
                    <a:pt x="117001" y="244253"/>
                  </a:lnTo>
                  <a:lnTo>
                    <a:pt x="117491" y="244876"/>
                  </a:lnTo>
                  <a:lnTo>
                    <a:pt x="117905" y="245150"/>
                  </a:lnTo>
                  <a:lnTo>
                    <a:pt x="118911" y="245345"/>
                  </a:lnTo>
                  <a:lnTo>
                    <a:pt x="119172" y="245351"/>
                  </a:lnTo>
                  <a:lnTo>
                    <a:pt x="120015" y="245211"/>
                  </a:lnTo>
                  <a:lnTo>
                    <a:pt x="120835" y="245451"/>
                  </a:lnTo>
                  <a:lnTo>
                    <a:pt x="121228" y="245065"/>
                  </a:lnTo>
                  <a:lnTo>
                    <a:pt x="120539" y="244297"/>
                  </a:lnTo>
                  <a:lnTo>
                    <a:pt x="120749" y="243979"/>
                  </a:lnTo>
                  <a:lnTo>
                    <a:pt x="120932" y="243984"/>
                  </a:lnTo>
                  <a:lnTo>
                    <a:pt x="121133" y="243986"/>
                  </a:lnTo>
                  <a:lnTo>
                    <a:pt x="121433" y="243976"/>
                  </a:lnTo>
                  <a:lnTo>
                    <a:pt x="121887" y="243673"/>
                  </a:lnTo>
                  <a:lnTo>
                    <a:pt x="122016" y="243187"/>
                  </a:lnTo>
                  <a:lnTo>
                    <a:pt x="122072" y="242252"/>
                  </a:lnTo>
                  <a:lnTo>
                    <a:pt x="121740" y="242048"/>
                  </a:lnTo>
                  <a:lnTo>
                    <a:pt x="121755" y="241709"/>
                  </a:lnTo>
                  <a:lnTo>
                    <a:pt x="121870" y="241406"/>
                  </a:lnTo>
                  <a:lnTo>
                    <a:pt x="122497" y="240613"/>
                  </a:lnTo>
                  <a:lnTo>
                    <a:pt x="122847" y="240301"/>
                  </a:lnTo>
                  <a:lnTo>
                    <a:pt x="123022" y="240394"/>
                  </a:lnTo>
                  <a:lnTo>
                    <a:pt x="123254" y="240526"/>
                  </a:lnTo>
                  <a:lnTo>
                    <a:pt x="123876" y="240530"/>
                  </a:lnTo>
                  <a:lnTo>
                    <a:pt x="124627" y="239981"/>
                  </a:lnTo>
                  <a:lnTo>
                    <a:pt x="125085" y="240212"/>
                  </a:lnTo>
                  <a:lnTo>
                    <a:pt x="125149" y="240378"/>
                  </a:lnTo>
                  <a:lnTo>
                    <a:pt x="125113" y="240574"/>
                  </a:lnTo>
                  <a:lnTo>
                    <a:pt x="124982" y="240819"/>
                  </a:lnTo>
                  <a:lnTo>
                    <a:pt x="124838" y="241027"/>
                  </a:lnTo>
                  <a:lnTo>
                    <a:pt x="125094" y="241406"/>
                  </a:lnTo>
                  <a:lnTo>
                    <a:pt x="125473" y="241253"/>
                  </a:lnTo>
                  <a:lnTo>
                    <a:pt x="125755" y="241220"/>
                  </a:lnTo>
                  <a:lnTo>
                    <a:pt x="126223" y="241539"/>
                  </a:lnTo>
                  <a:lnTo>
                    <a:pt x="126471" y="242121"/>
                  </a:lnTo>
                  <a:lnTo>
                    <a:pt x="127641" y="242553"/>
                  </a:lnTo>
                  <a:lnTo>
                    <a:pt x="128898" y="242085"/>
                  </a:lnTo>
                  <a:lnTo>
                    <a:pt x="129318" y="242285"/>
                  </a:lnTo>
                  <a:lnTo>
                    <a:pt x="129547" y="242445"/>
                  </a:lnTo>
                  <a:lnTo>
                    <a:pt x="129707" y="242934"/>
                  </a:lnTo>
                  <a:lnTo>
                    <a:pt x="129936" y="243410"/>
                  </a:lnTo>
                  <a:lnTo>
                    <a:pt x="130798" y="244612"/>
                  </a:lnTo>
                  <a:lnTo>
                    <a:pt x="130973" y="244546"/>
                  </a:lnTo>
                  <a:lnTo>
                    <a:pt x="131196" y="244370"/>
                  </a:lnTo>
                  <a:lnTo>
                    <a:pt x="131534" y="244126"/>
                  </a:lnTo>
                  <a:lnTo>
                    <a:pt x="131996" y="244216"/>
                  </a:lnTo>
                  <a:lnTo>
                    <a:pt x="132289" y="244435"/>
                  </a:lnTo>
                  <a:lnTo>
                    <a:pt x="132514" y="244566"/>
                  </a:lnTo>
                  <a:lnTo>
                    <a:pt x="132747" y="244236"/>
                  </a:lnTo>
                  <a:lnTo>
                    <a:pt x="132878" y="243964"/>
                  </a:lnTo>
                  <a:lnTo>
                    <a:pt x="133069" y="243590"/>
                  </a:lnTo>
                  <a:lnTo>
                    <a:pt x="133415" y="243362"/>
                  </a:lnTo>
                  <a:lnTo>
                    <a:pt x="134591" y="243534"/>
                  </a:lnTo>
                  <a:lnTo>
                    <a:pt x="134949" y="243690"/>
                  </a:lnTo>
                  <a:lnTo>
                    <a:pt x="135154" y="243856"/>
                  </a:lnTo>
                  <a:lnTo>
                    <a:pt x="135981" y="243240"/>
                  </a:lnTo>
                  <a:lnTo>
                    <a:pt x="136279" y="243229"/>
                  </a:lnTo>
                  <a:lnTo>
                    <a:pt x="136518" y="243356"/>
                  </a:lnTo>
                  <a:lnTo>
                    <a:pt x="136985" y="243542"/>
                  </a:lnTo>
                  <a:lnTo>
                    <a:pt x="137251" y="243189"/>
                  </a:lnTo>
                  <a:lnTo>
                    <a:pt x="137643" y="243029"/>
                  </a:lnTo>
                  <a:lnTo>
                    <a:pt x="137780" y="243321"/>
                  </a:lnTo>
                  <a:lnTo>
                    <a:pt x="137973" y="243545"/>
                  </a:lnTo>
                  <a:lnTo>
                    <a:pt x="138594" y="243756"/>
                  </a:lnTo>
                  <a:lnTo>
                    <a:pt x="139002" y="243771"/>
                  </a:lnTo>
                  <a:lnTo>
                    <a:pt x="139419" y="243732"/>
                  </a:lnTo>
                  <a:lnTo>
                    <a:pt x="139818" y="243951"/>
                  </a:lnTo>
                  <a:lnTo>
                    <a:pt x="140162" y="243975"/>
                  </a:lnTo>
                  <a:lnTo>
                    <a:pt x="140543" y="244001"/>
                  </a:lnTo>
                  <a:lnTo>
                    <a:pt x="141297" y="244138"/>
                  </a:lnTo>
                  <a:lnTo>
                    <a:pt x="141570" y="245014"/>
                  </a:lnTo>
                  <a:lnTo>
                    <a:pt x="141772" y="245226"/>
                  </a:lnTo>
                  <a:lnTo>
                    <a:pt x="143388" y="246312"/>
                  </a:lnTo>
                  <a:lnTo>
                    <a:pt x="143829" y="246432"/>
                  </a:lnTo>
                  <a:lnTo>
                    <a:pt x="143968" y="246590"/>
                  </a:lnTo>
                  <a:lnTo>
                    <a:pt x="144216" y="247130"/>
                  </a:lnTo>
                  <a:lnTo>
                    <a:pt x="144138" y="247528"/>
                  </a:lnTo>
                  <a:lnTo>
                    <a:pt x="143960" y="248196"/>
                  </a:lnTo>
                  <a:lnTo>
                    <a:pt x="144073" y="248653"/>
                  </a:lnTo>
                  <a:lnTo>
                    <a:pt x="144225" y="248862"/>
                  </a:lnTo>
                  <a:lnTo>
                    <a:pt x="144326" y="249001"/>
                  </a:lnTo>
                  <a:lnTo>
                    <a:pt x="145105" y="249255"/>
                  </a:lnTo>
                  <a:lnTo>
                    <a:pt x="145993" y="249063"/>
                  </a:lnTo>
                  <a:lnTo>
                    <a:pt x="146600" y="249218"/>
                  </a:lnTo>
                  <a:lnTo>
                    <a:pt x="146893" y="249314"/>
                  </a:lnTo>
                  <a:lnTo>
                    <a:pt x="147409" y="249341"/>
                  </a:lnTo>
                  <a:lnTo>
                    <a:pt x="147754" y="249356"/>
                  </a:lnTo>
                  <a:lnTo>
                    <a:pt x="148290" y="249345"/>
                  </a:lnTo>
                  <a:lnTo>
                    <a:pt x="149027" y="249312"/>
                  </a:lnTo>
                  <a:lnTo>
                    <a:pt x="149623" y="249241"/>
                  </a:lnTo>
                  <a:lnTo>
                    <a:pt x="149880" y="249391"/>
                  </a:lnTo>
                  <a:lnTo>
                    <a:pt x="150171" y="249459"/>
                  </a:lnTo>
                  <a:lnTo>
                    <a:pt x="151106" y="249541"/>
                  </a:lnTo>
                  <a:lnTo>
                    <a:pt x="151238" y="249548"/>
                  </a:lnTo>
                  <a:lnTo>
                    <a:pt x="152687" y="249393"/>
                  </a:lnTo>
                  <a:lnTo>
                    <a:pt x="153388" y="248944"/>
                  </a:lnTo>
                  <a:lnTo>
                    <a:pt x="153764" y="248610"/>
                  </a:lnTo>
                  <a:lnTo>
                    <a:pt x="153968" y="248466"/>
                  </a:lnTo>
                  <a:lnTo>
                    <a:pt x="154404" y="248185"/>
                  </a:lnTo>
                  <a:lnTo>
                    <a:pt x="155043" y="247953"/>
                  </a:lnTo>
                  <a:lnTo>
                    <a:pt x="155277" y="248059"/>
                  </a:lnTo>
                  <a:lnTo>
                    <a:pt x="155512" y="247964"/>
                  </a:lnTo>
                  <a:lnTo>
                    <a:pt x="156696" y="247762"/>
                  </a:lnTo>
                  <a:lnTo>
                    <a:pt x="157535" y="247462"/>
                  </a:lnTo>
                  <a:lnTo>
                    <a:pt x="158317" y="247271"/>
                  </a:lnTo>
                  <a:lnTo>
                    <a:pt x="158445" y="247432"/>
                  </a:lnTo>
                  <a:lnTo>
                    <a:pt x="158821" y="247584"/>
                  </a:lnTo>
                  <a:lnTo>
                    <a:pt x="159242" y="247717"/>
                  </a:lnTo>
                  <a:lnTo>
                    <a:pt x="159634" y="247804"/>
                  </a:lnTo>
                  <a:lnTo>
                    <a:pt x="161114" y="248024"/>
                  </a:lnTo>
                  <a:lnTo>
                    <a:pt x="161593" y="247712"/>
                  </a:lnTo>
                  <a:lnTo>
                    <a:pt x="163079" y="247319"/>
                  </a:lnTo>
                  <a:lnTo>
                    <a:pt x="163632" y="247312"/>
                  </a:lnTo>
                  <a:lnTo>
                    <a:pt x="163766" y="247329"/>
                  </a:lnTo>
                  <a:lnTo>
                    <a:pt x="164426" y="247376"/>
                  </a:lnTo>
                  <a:lnTo>
                    <a:pt x="164737" y="246986"/>
                  </a:lnTo>
                  <a:lnTo>
                    <a:pt x="164776" y="246702"/>
                  </a:lnTo>
                  <a:lnTo>
                    <a:pt x="164820" y="246489"/>
                  </a:lnTo>
                  <a:lnTo>
                    <a:pt x="164999" y="246042"/>
                  </a:lnTo>
                  <a:lnTo>
                    <a:pt x="165753" y="245374"/>
                  </a:lnTo>
                  <a:lnTo>
                    <a:pt x="166511" y="245255"/>
                  </a:lnTo>
                  <a:lnTo>
                    <a:pt x="167261" y="245586"/>
                  </a:lnTo>
                  <a:lnTo>
                    <a:pt x="168052" y="245398"/>
                  </a:lnTo>
                  <a:lnTo>
                    <a:pt x="168544" y="244857"/>
                  </a:lnTo>
                  <a:lnTo>
                    <a:pt x="169729" y="244174"/>
                  </a:lnTo>
                  <a:lnTo>
                    <a:pt x="169807" y="243833"/>
                  </a:lnTo>
                  <a:lnTo>
                    <a:pt x="170144" y="243290"/>
                  </a:lnTo>
                  <a:lnTo>
                    <a:pt x="170151" y="242646"/>
                  </a:lnTo>
                  <a:lnTo>
                    <a:pt x="170048" y="242478"/>
                  </a:lnTo>
                  <a:lnTo>
                    <a:pt x="169958" y="242201"/>
                  </a:lnTo>
                  <a:lnTo>
                    <a:pt x="169759" y="241391"/>
                  </a:lnTo>
                  <a:lnTo>
                    <a:pt x="169436" y="240263"/>
                  </a:lnTo>
                  <a:lnTo>
                    <a:pt x="169324" y="239999"/>
                  </a:lnTo>
                  <a:lnTo>
                    <a:pt x="169195" y="239680"/>
                  </a:lnTo>
                  <a:lnTo>
                    <a:pt x="169017" y="239124"/>
                  </a:lnTo>
                  <a:lnTo>
                    <a:pt x="168983" y="238825"/>
                  </a:lnTo>
                  <a:lnTo>
                    <a:pt x="169395" y="237604"/>
                  </a:lnTo>
                  <a:lnTo>
                    <a:pt x="169851" y="237760"/>
                  </a:lnTo>
                  <a:lnTo>
                    <a:pt x="170048" y="237808"/>
                  </a:lnTo>
                  <a:lnTo>
                    <a:pt x="171240" y="237828"/>
                  </a:lnTo>
                  <a:lnTo>
                    <a:pt x="171538" y="237700"/>
                  </a:lnTo>
                  <a:lnTo>
                    <a:pt x="171885" y="237052"/>
                  </a:lnTo>
                  <a:lnTo>
                    <a:pt x="172390" y="236728"/>
                  </a:lnTo>
                  <a:lnTo>
                    <a:pt x="172911" y="236566"/>
                  </a:lnTo>
                  <a:lnTo>
                    <a:pt x="173934" y="236258"/>
                  </a:lnTo>
                  <a:lnTo>
                    <a:pt x="174423" y="236090"/>
                  </a:lnTo>
                  <a:lnTo>
                    <a:pt x="174901" y="235344"/>
                  </a:lnTo>
                  <a:lnTo>
                    <a:pt x="175654" y="235714"/>
                  </a:lnTo>
                  <a:lnTo>
                    <a:pt x="175857" y="235907"/>
                  </a:lnTo>
                  <a:lnTo>
                    <a:pt x="176231" y="235859"/>
                  </a:lnTo>
                  <a:lnTo>
                    <a:pt x="176431" y="235543"/>
                  </a:lnTo>
                  <a:lnTo>
                    <a:pt x="176760" y="234304"/>
                  </a:lnTo>
                  <a:lnTo>
                    <a:pt x="176926" y="234192"/>
                  </a:lnTo>
                  <a:lnTo>
                    <a:pt x="177416" y="234044"/>
                  </a:lnTo>
                  <a:lnTo>
                    <a:pt x="177872" y="234058"/>
                  </a:lnTo>
                  <a:lnTo>
                    <a:pt x="178135" y="234080"/>
                  </a:lnTo>
                  <a:lnTo>
                    <a:pt x="178964" y="234006"/>
                  </a:lnTo>
                  <a:lnTo>
                    <a:pt x="179262" y="233960"/>
                  </a:lnTo>
                  <a:lnTo>
                    <a:pt x="179797" y="233515"/>
                  </a:lnTo>
                  <a:lnTo>
                    <a:pt x="179948" y="232953"/>
                  </a:lnTo>
                  <a:lnTo>
                    <a:pt x="180113" y="232635"/>
                  </a:lnTo>
                  <a:lnTo>
                    <a:pt x="180651" y="232489"/>
                  </a:lnTo>
                  <a:lnTo>
                    <a:pt x="180827" y="232696"/>
                  </a:lnTo>
                  <a:lnTo>
                    <a:pt x="181076" y="232953"/>
                  </a:lnTo>
                  <a:lnTo>
                    <a:pt x="181247" y="233017"/>
                  </a:lnTo>
                  <a:lnTo>
                    <a:pt x="182181" y="232961"/>
                  </a:lnTo>
                  <a:lnTo>
                    <a:pt x="182505" y="232870"/>
                  </a:lnTo>
                  <a:lnTo>
                    <a:pt x="182700" y="232691"/>
                  </a:lnTo>
                  <a:lnTo>
                    <a:pt x="183085" y="232205"/>
                  </a:lnTo>
                  <a:lnTo>
                    <a:pt x="183295" y="231904"/>
                  </a:lnTo>
                  <a:lnTo>
                    <a:pt x="183514" y="231184"/>
                  </a:lnTo>
                  <a:lnTo>
                    <a:pt x="183339" y="230993"/>
                  </a:lnTo>
                  <a:lnTo>
                    <a:pt x="183330" y="230719"/>
                  </a:lnTo>
                  <a:lnTo>
                    <a:pt x="183360" y="230280"/>
                  </a:lnTo>
                  <a:lnTo>
                    <a:pt x="183508" y="230167"/>
                  </a:lnTo>
                  <a:lnTo>
                    <a:pt x="183777" y="229907"/>
                  </a:lnTo>
                  <a:lnTo>
                    <a:pt x="184219" y="229346"/>
                  </a:lnTo>
                  <a:lnTo>
                    <a:pt x="184390" y="229089"/>
                  </a:lnTo>
                  <a:lnTo>
                    <a:pt x="183562" y="227474"/>
                  </a:lnTo>
                  <a:lnTo>
                    <a:pt x="183663" y="226833"/>
                  </a:lnTo>
                  <a:lnTo>
                    <a:pt x="184336" y="226778"/>
                  </a:lnTo>
                  <a:lnTo>
                    <a:pt x="184877" y="227036"/>
                  </a:lnTo>
                  <a:lnTo>
                    <a:pt x="185103" y="227061"/>
                  </a:lnTo>
                  <a:lnTo>
                    <a:pt x="186414" y="226860"/>
                  </a:lnTo>
                  <a:lnTo>
                    <a:pt x="186637" y="226715"/>
                  </a:lnTo>
                  <a:lnTo>
                    <a:pt x="186777" y="226532"/>
                  </a:lnTo>
                  <a:lnTo>
                    <a:pt x="186835" y="226354"/>
                  </a:lnTo>
                  <a:lnTo>
                    <a:pt x="186860" y="225847"/>
                  </a:lnTo>
                  <a:lnTo>
                    <a:pt x="186862" y="225704"/>
                  </a:lnTo>
                  <a:lnTo>
                    <a:pt x="186663" y="225211"/>
                  </a:lnTo>
                  <a:lnTo>
                    <a:pt x="186840" y="224698"/>
                  </a:lnTo>
                  <a:lnTo>
                    <a:pt x="187184" y="224116"/>
                  </a:lnTo>
                  <a:lnTo>
                    <a:pt x="187342" y="223912"/>
                  </a:lnTo>
                  <a:lnTo>
                    <a:pt x="187599" y="223877"/>
                  </a:lnTo>
                  <a:lnTo>
                    <a:pt x="187929" y="223862"/>
                  </a:lnTo>
                  <a:lnTo>
                    <a:pt x="188929" y="223721"/>
                  </a:lnTo>
                  <a:lnTo>
                    <a:pt x="189703" y="223610"/>
                  </a:lnTo>
                  <a:lnTo>
                    <a:pt x="190396" y="223708"/>
                  </a:lnTo>
                  <a:lnTo>
                    <a:pt x="191425" y="224158"/>
                  </a:lnTo>
                  <a:lnTo>
                    <a:pt x="191729" y="224382"/>
                  </a:lnTo>
                  <a:lnTo>
                    <a:pt x="191979" y="224545"/>
                  </a:lnTo>
                  <a:lnTo>
                    <a:pt x="192186" y="224532"/>
                  </a:lnTo>
                  <a:lnTo>
                    <a:pt x="192761" y="224479"/>
                  </a:lnTo>
                  <a:lnTo>
                    <a:pt x="193165" y="224241"/>
                  </a:lnTo>
                  <a:lnTo>
                    <a:pt x="193572" y="223969"/>
                  </a:lnTo>
                  <a:lnTo>
                    <a:pt x="194164" y="224150"/>
                  </a:lnTo>
                  <a:lnTo>
                    <a:pt x="194642" y="224344"/>
                  </a:lnTo>
                  <a:lnTo>
                    <a:pt x="194863" y="224500"/>
                  </a:lnTo>
                  <a:lnTo>
                    <a:pt x="195548" y="224707"/>
                  </a:lnTo>
                  <a:lnTo>
                    <a:pt x="195891" y="224696"/>
                  </a:lnTo>
                  <a:lnTo>
                    <a:pt x="196673" y="224570"/>
                  </a:lnTo>
                  <a:lnTo>
                    <a:pt x="196819" y="224628"/>
                  </a:lnTo>
                  <a:lnTo>
                    <a:pt x="197461" y="225116"/>
                  </a:lnTo>
                  <a:lnTo>
                    <a:pt x="197687" y="225203"/>
                  </a:lnTo>
                  <a:lnTo>
                    <a:pt x="198219" y="225111"/>
                  </a:lnTo>
                  <a:lnTo>
                    <a:pt x="198409" y="225199"/>
                  </a:lnTo>
                  <a:lnTo>
                    <a:pt x="198563" y="225332"/>
                  </a:lnTo>
                  <a:lnTo>
                    <a:pt x="198645" y="225573"/>
                  </a:lnTo>
                  <a:lnTo>
                    <a:pt x="198809" y="226081"/>
                  </a:lnTo>
                  <a:lnTo>
                    <a:pt x="200060" y="226120"/>
                  </a:lnTo>
                  <a:lnTo>
                    <a:pt x="200513" y="226276"/>
                  </a:lnTo>
                  <a:lnTo>
                    <a:pt x="200722" y="226426"/>
                  </a:lnTo>
                  <a:lnTo>
                    <a:pt x="200913" y="226659"/>
                  </a:lnTo>
                  <a:lnTo>
                    <a:pt x="201177" y="226968"/>
                  </a:lnTo>
                  <a:lnTo>
                    <a:pt x="201985" y="227635"/>
                  </a:lnTo>
                  <a:lnTo>
                    <a:pt x="202447" y="227761"/>
                  </a:lnTo>
                  <a:lnTo>
                    <a:pt x="202650" y="227538"/>
                  </a:lnTo>
                  <a:lnTo>
                    <a:pt x="202845" y="227315"/>
                  </a:lnTo>
                  <a:lnTo>
                    <a:pt x="203472" y="226905"/>
                  </a:lnTo>
                  <a:lnTo>
                    <a:pt x="203912" y="226737"/>
                  </a:lnTo>
                  <a:lnTo>
                    <a:pt x="204250" y="226661"/>
                  </a:lnTo>
                  <a:lnTo>
                    <a:pt x="204640" y="226272"/>
                  </a:lnTo>
                  <a:lnTo>
                    <a:pt x="204660" y="226001"/>
                  </a:lnTo>
                  <a:lnTo>
                    <a:pt x="205532" y="224994"/>
                  </a:lnTo>
                  <a:lnTo>
                    <a:pt x="205856" y="225185"/>
                  </a:lnTo>
                  <a:lnTo>
                    <a:pt x="207305" y="225555"/>
                  </a:lnTo>
                  <a:lnTo>
                    <a:pt x="207608" y="225403"/>
                  </a:lnTo>
                  <a:lnTo>
                    <a:pt x="207778" y="225310"/>
                  </a:lnTo>
                  <a:lnTo>
                    <a:pt x="207916" y="225237"/>
                  </a:lnTo>
                  <a:lnTo>
                    <a:pt x="208080" y="225158"/>
                  </a:lnTo>
                  <a:lnTo>
                    <a:pt x="208457" y="224984"/>
                  </a:lnTo>
                  <a:lnTo>
                    <a:pt x="208997" y="224940"/>
                  </a:lnTo>
                  <a:lnTo>
                    <a:pt x="209187" y="225334"/>
                  </a:lnTo>
                  <a:lnTo>
                    <a:pt x="209636" y="225750"/>
                  </a:lnTo>
                  <a:lnTo>
                    <a:pt x="210341" y="225579"/>
                  </a:lnTo>
                  <a:lnTo>
                    <a:pt x="212242" y="225543"/>
                  </a:lnTo>
                  <a:lnTo>
                    <a:pt x="212753" y="225558"/>
                  </a:lnTo>
                  <a:lnTo>
                    <a:pt x="213523" y="225981"/>
                  </a:lnTo>
                  <a:lnTo>
                    <a:pt x="213581" y="226425"/>
                  </a:lnTo>
                  <a:lnTo>
                    <a:pt x="213225" y="226676"/>
                  </a:lnTo>
                  <a:lnTo>
                    <a:pt x="213050" y="227118"/>
                  </a:lnTo>
                  <a:lnTo>
                    <a:pt x="213152" y="227302"/>
                  </a:lnTo>
                  <a:lnTo>
                    <a:pt x="213106" y="227679"/>
                  </a:lnTo>
                  <a:lnTo>
                    <a:pt x="213054" y="227899"/>
                  </a:lnTo>
                  <a:lnTo>
                    <a:pt x="213032" y="228046"/>
                  </a:lnTo>
                  <a:lnTo>
                    <a:pt x="213091" y="228252"/>
                  </a:lnTo>
                  <a:lnTo>
                    <a:pt x="213259" y="228518"/>
                  </a:lnTo>
                  <a:lnTo>
                    <a:pt x="213491" y="228632"/>
                  </a:lnTo>
                  <a:lnTo>
                    <a:pt x="213853" y="228845"/>
                  </a:lnTo>
                  <a:lnTo>
                    <a:pt x="214234" y="229340"/>
                  </a:lnTo>
                  <a:lnTo>
                    <a:pt x="214098" y="230002"/>
                  </a:lnTo>
                  <a:lnTo>
                    <a:pt x="214057" y="230258"/>
                  </a:lnTo>
                  <a:lnTo>
                    <a:pt x="214407" y="230666"/>
                  </a:lnTo>
                  <a:lnTo>
                    <a:pt x="214097" y="231325"/>
                  </a:lnTo>
                  <a:lnTo>
                    <a:pt x="214369" y="232243"/>
                  </a:lnTo>
                  <a:lnTo>
                    <a:pt x="213896" y="232653"/>
                  </a:lnTo>
                  <a:lnTo>
                    <a:pt x="213833" y="233141"/>
                  </a:lnTo>
                  <a:lnTo>
                    <a:pt x="214196" y="233581"/>
                  </a:lnTo>
                  <a:lnTo>
                    <a:pt x="214316" y="233794"/>
                  </a:lnTo>
                  <a:lnTo>
                    <a:pt x="214397" y="234033"/>
                  </a:lnTo>
                  <a:lnTo>
                    <a:pt x="214397" y="234422"/>
                  </a:lnTo>
                  <a:lnTo>
                    <a:pt x="214286" y="234893"/>
                  </a:lnTo>
                  <a:lnTo>
                    <a:pt x="214773" y="235110"/>
                  </a:lnTo>
                  <a:lnTo>
                    <a:pt x="214960" y="235189"/>
                  </a:lnTo>
                  <a:lnTo>
                    <a:pt x="214964" y="235584"/>
                  </a:lnTo>
                  <a:lnTo>
                    <a:pt x="215267" y="236241"/>
                  </a:lnTo>
                  <a:lnTo>
                    <a:pt x="215870" y="236165"/>
                  </a:lnTo>
                  <a:lnTo>
                    <a:pt x="216488" y="236221"/>
                  </a:lnTo>
                  <a:lnTo>
                    <a:pt x="217251" y="236373"/>
                  </a:lnTo>
                  <a:lnTo>
                    <a:pt x="217584" y="236500"/>
                  </a:lnTo>
                  <a:lnTo>
                    <a:pt x="218196" y="237280"/>
                  </a:lnTo>
                  <a:lnTo>
                    <a:pt x="218720" y="237883"/>
                  </a:lnTo>
                  <a:lnTo>
                    <a:pt x="219026" y="239080"/>
                  </a:lnTo>
                  <a:lnTo>
                    <a:pt x="219800" y="239611"/>
                  </a:lnTo>
                  <a:lnTo>
                    <a:pt x="220051" y="240198"/>
                  </a:lnTo>
                  <a:lnTo>
                    <a:pt x="220642" y="240529"/>
                  </a:lnTo>
                  <a:lnTo>
                    <a:pt x="221294" y="240610"/>
                  </a:lnTo>
                  <a:lnTo>
                    <a:pt x="221492" y="240601"/>
                  </a:lnTo>
                  <a:lnTo>
                    <a:pt x="221880" y="240603"/>
                  </a:lnTo>
                  <a:lnTo>
                    <a:pt x="222012" y="240619"/>
                  </a:lnTo>
                  <a:lnTo>
                    <a:pt x="222229" y="240653"/>
                  </a:lnTo>
                  <a:lnTo>
                    <a:pt x="222536" y="240742"/>
                  </a:lnTo>
                  <a:lnTo>
                    <a:pt x="222979" y="240917"/>
                  </a:lnTo>
                  <a:lnTo>
                    <a:pt x="223167" y="241021"/>
                  </a:lnTo>
                  <a:lnTo>
                    <a:pt x="223558" y="241126"/>
                  </a:lnTo>
                  <a:lnTo>
                    <a:pt x="224791" y="240673"/>
                  </a:lnTo>
                  <a:lnTo>
                    <a:pt x="224990" y="240472"/>
                  </a:lnTo>
                  <a:lnTo>
                    <a:pt x="225775" y="240034"/>
                  </a:lnTo>
                  <a:lnTo>
                    <a:pt x="226077" y="239675"/>
                  </a:lnTo>
                  <a:lnTo>
                    <a:pt x="226160" y="239533"/>
                  </a:lnTo>
                  <a:lnTo>
                    <a:pt x="226466" y="239252"/>
                  </a:lnTo>
                  <a:lnTo>
                    <a:pt x="226814" y="239506"/>
                  </a:lnTo>
                  <a:lnTo>
                    <a:pt x="227261" y="239950"/>
                  </a:lnTo>
                  <a:lnTo>
                    <a:pt x="227624" y="240120"/>
                  </a:lnTo>
                  <a:lnTo>
                    <a:pt x="227862" y="240095"/>
                  </a:lnTo>
                  <a:lnTo>
                    <a:pt x="228116" y="240117"/>
                  </a:lnTo>
                  <a:lnTo>
                    <a:pt x="228503" y="240274"/>
                  </a:lnTo>
                  <a:lnTo>
                    <a:pt x="228976" y="240647"/>
                  </a:lnTo>
                  <a:lnTo>
                    <a:pt x="229154" y="240688"/>
                  </a:lnTo>
                  <a:lnTo>
                    <a:pt x="230065" y="240818"/>
                  </a:lnTo>
                  <a:lnTo>
                    <a:pt x="230595" y="240730"/>
                  </a:lnTo>
                  <a:lnTo>
                    <a:pt x="230770" y="240711"/>
                  </a:lnTo>
                  <a:lnTo>
                    <a:pt x="231518" y="240669"/>
                  </a:lnTo>
                  <a:lnTo>
                    <a:pt x="232218" y="240760"/>
                  </a:lnTo>
                  <a:lnTo>
                    <a:pt x="232256" y="241034"/>
                  </a:lnTo>
                  <a:lnTo>
                    <a:pt x="232032" y="241413"/>
                  </a:lnTo>
                  <a:lnTo>
                    <a:pt x="232128" y="241736"/>
                  </a:lnTo>
                  <a:lnTo>
                    <a:pt x="232890" y="241808"/>
                  </a:lnTo>
                  <a:lnTo>
                    <a:pt x="233711" y="241665"/>
                  </a:lnTo>
                  <a:lnTo>
                    <a:pt x="234272" y="241560"/>
                  </a:lnTo>
                  <a:lnTo>
                    <a:pt x="234756" y="241457"/>
                  </a:lnTo>
                  <a:lnTo>
                    <a:pt x="235299" y="241575"/>
                  </a:lnTo>
                  <a:lnTo>
                    <a:pt x="235533" y="241525"/>
                  </a:lnTo>
                  <a:lnTo>
                    <a:pt x="235816" y="241465"/>
                  </a:lnTo>
                  <a:lnTo>
                    <a:pt x="236389" y="241494"/>
                  </a:lnTo>
                  <a:lnTo>
                    <a:pt x="236804" y="242025"/>
                  </a:lnTo>
                  <a:lnTo>
                    <a:pt x="237072" y="242052"/>
                  </a:lnTo>
                  <a:lnTo>
                    <a:pt x="237565" y="241952"/>
                  </a:lnTo>
                  <a:lnTo>
                    <a:pt x="237936" y="242435"/>
                  </a:lnTo>
                  <a:lnTo>
                    <a:pt x="238130" y="242587"/>
                  </a:lnTo>
                  <a:lnTo>
                    <a:pt x="238512" y="242671"/>
                  </a:lnTo>
                  <a:lnTo>
                    <a:pt x="238981" y="242614"/>
                  </a:lnTo>
                  <a:lnTo>
                    <a:pt x="239613" y="242301"/>
                  </a:lnTo>
                  <a:lnTo>
                    <a:pt x="239961" y="242259"/>
                  </a:lnTo>
                  <a:lnTo>
                    <a:pt x="240428" y="242974"/>
                  </a:lnTo>
                  <a:lnTo>
                    <a:pt x="240524" y="243530"/>
                  </a:lnTo>
                  <a:lnTo>
                    <a:pt x="240908" y="243394"/>
                  </a:lnTo>
                  <a:lnTo>
                    <a:pt x="241262" y="243282"/>
                  </a:lnTo>
                  <a:lnTo>
                    <a:pt x="242420" y="243152"/>
                  </a:lnTo>
                  <a:lnTo>
                    <a:pt x="243955" y="243533"/>
                  </a:lnTo>
                  <a:lnTo>
                    <a:pt x="244292" y="243982"/>
                  </a:lnTo>
                  <a:lnTo>
                    <a:pt x="245025" y="243751"/>
                  </a:lnTo>
                  <a:lnTo>
                    <a:pt x="245208" y="243679"/>
                  </a:lnTo>
                  <a:lnTo>
                    <a:pt x="245567" y="243531"/>
                  </a:lnTo>
                  <a:lnTo>
                    <a:pt x="246519" y="242975"/>
                  </a:lnTo>
                  <a:lnTo>
                    <a:pt x="247448" y="242473"/>
                  </a:lnTo>
                  <a:lnTo>
                    <a:pt x="247910" y="242416"/>
                  </a:lnTo>
                  <a:lnTo>
                    <a:pt x="249445" y="242281"/>
                  </a:lnTo>
                  <a:lnTo>
                    <a:pt x="250005" y="242366"/>
                  </a:lnTo>
                  <a:lnTo>
                    <a:pt x="250677" y="242480"/>
                  </a:lnTo>
                  <a:lnTo>
                    <a:pt x="251300" y="242476"/>
                  </a:lnTo>
                  <a:lnTo>
                    <a:pt x="251916" y="242385"/>
                  </a:lnTo>
                  <a:lnTo>
                    <a:pt x="252386" y="242489"/>
                  </a:lnTo>
                  <a:lnTo>
                    <a:pt x="252464" y="242845"/>
                  </a:lnTo>
                  <a:lnTo>
                    <a:pt x="252815" y="243105"/>
                  </a:lnTo>
                  <a:lnTo>
                    <a:pt x="253132" y="243047"/>
                  </a:lnTo>
                  <a:lnTo>
                    <a:pt x="253754" y="242863"/>
                  </a:lnTo>
                  <a:lnTo>
                    <a:pt x="254171" y="242625"/>
                  </a:lnTo>
                  <a:lnTo>
                    <a:pt x="254431" y="242610"/>
                  </a:lnTo>
                  <a:lnTo>
                    <a:pt x="254796" y="242638"/>
                  </a:lnTo>
                  <a:lnTo>
                    <a:pt x="255036" y="242692"/>
                  </a:lnTo>
                  <a:lnTo>
                    <a:pt x="255635" y="242742"/>
                  </a:lnTo>
                  <a:lnTo>
                    <a:pt x="256631" y="242420"/>
                  </a:lnTo>
                  <a:lnTo>
                    <a:pt x="256794" y="242321"/>
                  </a:lnTo>
                  <a:lnTo>
                    <a:pt x="257170" y="241358"/>
                  </a:lnTo>
                  <a:lnTo>
                    <a:pt x="257284" y="241069"/>
                  </a:lnTo>
                  <a:lnTo>
                    <a:pt x="257858" y="240330"/>
                  </a:lnTo>
                  <a:lnTo>
                    <a:pt x="258240" y="240097"/>
                  </a:lnTo>
                  <a:lnTo>
                    <a:pt x="259168" y="240177"/>
                  </a:lnTo>
                  <a:lnTo>
                    <a:pt x="259424" y="240163"/>
                  </a:lnTo>
                  <a:lnTo>
                    <a:pt x="259907" y="239977"/>
                  </a:lnTo>
                  <a:lnTo>
                    <a:pt x="260872" y="239857"/>
                  </a:lnTo>
                  <a:lnTo>
                    <a:pt x="262308" y="239490"/>
                  </a:lnTo>
                  <a:lnTo>
                    <a:pt x="262693" y="239377"/>
                  </a:lnTo>
                  <a:lnTo>
                    <a:pt x="262956" y="239582"/>
                  </a:lnTo>
                  <a:lnTo>
                    <a:pt x="263023" y="239748"/>
                  </a:lnTo>
                  <a:lnTo>
                    <a:pt x="263293" y="239788"/>
                  </a:lnTo>
                  <a:lnTo>
                    <a:pt x="263881" y="240013"/>
                  </a:lnTo>
                  <a:lnTo>
                    <a:pt x="264239" y="239929"/>
                  </a:lnTo>
                  <a:lnTo>
                    <a:pt x="264533" y="239750"/>
                  </a:lnTo>
                  <a:lnTo>
                    <a:pt x="264714" y="239621"/>
                  </a:lnTo>
                  <a:lnTo>
                    <a:pt x="265047" y="239871"/>
                  </a:lnTo>
                  <a:lnTo>
                    <a:pt x="265499" y="239993"/>
                  </a:lnTo>
                  <a:lnTo>
                    <a:pt x="265737" y="240281"/>
                  </a:lnTo>
                  <a:lnTo>
                    <a:pt x="266137" y="240913"/>
                  </a:lnTo>
                  <a:lnTo>
                    <a:pt x="266669" y="241739"/>
                  </a:lnTo>
                  <a:lnTo>
                    <a:pt x="266760" y="242096"/>
                  </a:lnTo>
                  <a:lnTo>
                    <a:pt x="267235" y="242499"/>
                  </a:lnTo>
                  <a:lnTo>
                    <a:pt x="267507" y="242289"/>
                  </a:lnTo>
                  <a:lnTo>
                    <a:pt x="267837" y="242048"/>
                  </a:lnTo>
                  <a:lnTo>
                    <a:pt x="268497" y="241891"/>
                  </a:lnTo>
                  <a:lnTo>
                    <a:pt x="268685" y="241903"/>
                  </a:lnTo>
                  <a:lnTo>
                    <a:pt x="269081" y="241691"/>
                  </a:lnTo>
                  <a:lnTo>
                    <a:pt x="269245" y="241835"/>
                  </a:lnTo>
                  <a:lnTo>
                    <a:pt x="269964" y="242738"/>
                  </a:lnTo>
                  <a:lnTo>
                    <a:pt x="270415" y="242794"/>
                  </a:lnTo>
                  <a:lnTo>
                    <a:pt x="270682" y="242789"/>
                  </a:lnTo>
                  <a:lnTo>
                    <a:pt x="271151" y="242477"/>
                  </a:lnTo>
                  <a:lnTo>
                    <a:pt x="271360" y="242187"/>
                  </a:lnTo>
                  <a:lnTo>
                    <a:pt x="271570" y="241907"/>
                  </a:lnTo>
                  <a:lnTo>
                    <a:pt x="272074" y="241430"/>
                  </a:lnTo>
                  <a:lnTo>
                    <a:pt x="272436" y="241340"/>
                  </a:lnTo>
                  <a:lnTo>
                    <a:pt x="273096" y="241098"/>
                  </a:lnTo>
                  <a:lnTo>
                    <a:pt x="273836" y="240850"/>
                  </a:lnTo>
                  <a:lnTo>
                    <a:pt x="274158" y="240516"/>
                  </a:lnTo>
                  <a:lnTo>
                    <a:pt x="274504" y="240308"/>
                  </a:lnTo>
                  <a:lnTo>
                    <a:pt x="275282" y="240256"/>
                  </a:lnTo>
                  <a:lnTo>
                    <a:pt x="275583" y="240251"/>
                  </a:lnTo>
                  <a:lnTo>
                    <a:pt x="276100" y="240190"/>
                  </a:lnTo>
                  <a:lnTo>
                    <a:pt x="276530" y="240058"/>
                  </a:lnTo>
                  <a:lnTo>
                    <a:pt x="277075" y="239904"/>
                  </a:lnTo>
                  <a:lnTo>
                    <a:pt x="277301" y="239916"/>
                  </a:lnTo>
                  <a:lnTo>
                    <a:pt x="277645" y="239860"/>
                  </a:lnTo>
                  <a:lnTo>
                    <a:pt x="278080" y="239752"/>
                  </a:lnTo>
                  <a:lnTo>
                    <a:pt x="278888" y="239116"/>
                  </a:lnTo>
                  <a:lnTo>
                    <a:pt x="279263" y="238829"/>
                  </a:lnTo>
                  <a:lnTo>
                    <a:pt x="279526" y="238667"/>
                  </a:lnTo>
                  <a:lnTo>
                    <a:pt x="279900" y="238559"/>
                  </a:lnTo>
                  <a:lnTo>
                    <a:pt x="280374" y="238271"/>
                  </a:lnTo>
                  <a:lnTo>
                    <a:pt x="281416" y="237638"/>
                  </a:lnTo>
                  <a:lnTo>
                    <a:pt x="281606" y="237469"/>
                  </a:lnTo>
                  <a:lnTo>
                    <a:pt x="282087" y="237163"/>
                  </a:lnTo>
                  <a:lnTo>
                    <a:pt x="282714" y="236857"/>
                  </a:lnTo>
                  <a:lnTo>
                    <a:pt x="283138" y="236752"/>
                  </a:lnTo>
                  <a:lnTo>
                    <a:pt x="283841" y="236353"/>
                  </a:lnTo>
                  <a:lnTo>
                    <a:pt x="283770" y="236130"/>
                  </a:lnTo>
                  <a:lnTo>
                    <a:pt x="283961" y="235951"/>
                  </a:lnTo>
                  <a:lnTo>
                    <a:pt x="284339" y="235405"/>
                  </a:lnTo>
                  <a:lnTo>
                    <a:pt x="284370" y="234877"/>
                  </a:lnTo>
                  <a:lnTo>
                    <a:pt x="284599" y="234478"/>
                  </a:lnTo>
                  <a:lnTo>
                    <a:pt x="284981" y="234217"/>
                  </a:lnTo>
                  <a:lnTo>
                    <a:pt x="284751" y="233684"/>
                  </a:lnTo>
                  <a:lnTo>
                    <a:pt x="284423" y="233710"/>
                  </a:lnTo>
                  <a:lnTo>
                    <a:pt x="283529" y="233154"/>
                  </a:lnTo>
                  <a:lnTo>
                    <a:pt x="283698" y="232374"/>
                  </a:lnTo>
                  <a:lnTo>
                    <a:pt x="284032" y="232315"/>
                  </a:lnTo>
                  <a:lnTo>
                    <a:pt x="284380" y="232141"/>
                  </a:lnTo>
                  <a:lnTo>
                    <a:pt x="284701" y="232116"/>
                  </a:lnTo>
                  <a:lnTo>
                    <a:pt x="285284" y="231929"/>
                  </a:lnTo>
                  <a:lnTo>
                    <a:pt x="285524" y="231812"/>
                  </a:lnTo>
                  <a:lnTo>
                    <a:pt x="286062" y="231597"/>
                  </a:lnTo>
                  <a:lnTo>
                    <a:pt x="286547" y="231693"/>
                  </a:lnTo>
                  <a:lnTo>
                    <a:pt x="286833" y="231667"/>
                  </a:lnTo>
                  <a:lnTo>
                    <a:pt x="287395" y="231394"/>
                  </a:lnTo>
                  <a:lnTo>
                    <a:pt x="287737" y="231218"/>
                  </a:lnTo>
                  <a:lnTo>
                    <a:pt x="288140" y="230988"/>
                  </a:lnTo>
                  <a:lnTo>
                    <a:pt x="288534" y="230834"/>
                  </a:lnTo>
                  <a:lnTo>
                    <a:pt x="288771" y="230757"/>
                  </a:lnTo>
                  <a:lnTo>
                    <a:pt x="289099" y="230503"/>
                  </a:lnTo>
                  <a:lnTo>
                    <a:pt x="289529" y="230359"/>
                  </a:lnTo>
                  <a:lnTo>
                    <a:pt x="289834" y="230313"/>
                  </a:lnTo>
                  <a:lnTo>
                    <a:pt x="290255" y="230357"/>
                  </a:lnTo>
                  <a:lnTo>
                    <a:pt x="291145" y="230283"/>
                  </a:lnTo>
                  <a:lnTo>
                    <a:pt x="291364" y="230210"/>
                  </a:lnTo>
                  <a:lnTo>
                    <a:pt x="291726" y="230147"/>
                  </a:lnTo>
                  <a:lnTo>
                    <a:pt x="292390" y="230017"/>
                  </a:lnTo>
                  <a:lnTo>
                    <a:pt x="292595" y="229920"/>
                  </a:lnTo>
                  <a:lnTo>
                    <a:pt x="292927" y="229735"/>
                  </a:lnTo>
                  <a:lnTo>
                    <a:pt x="293319" y="229570"/>
                  </a:lnTo>
                  <a:lnTo>
                    <a:pt x="293769" y="229404"/>
                  </a:lnTo>
                  <a:lnTo>
                    <a:pt x="294059" y="229272"/>
                  </a:lnTo>
                  <a:lnTo>
                    <a:pt x="294432" y="229183"/>
                  </a:lnTo>
                  <a:lnTo>
                    <a:pt x="294608" y="229164"/>
                  </a:lnTo>
                  <a:lnTo>
                    <a:pt x="295151" y="228969"/>
                  </a:lnTo>
                  <a:lnTo>
                    <a:pt x="295657" y="228856"/>
                  </a:lnTo>
                  <a:lnTo>
                    <a:pt x="295873" y="228945"/>
                  </a:lnTo>
                  <a:lnTo>
                    <a:pt x="296198" y="229084"/>
                  </a:lnTo>
                  <a:lnTo>
                    <a:pt x="296621" y="229091"/>
                  </a:lnTo>
                  <a:lnTo>
                    <a:pt x="296783" y="229089"/>
                  </a:lnTo>
                  <a:lnTo>
                    <a:pt x="297058" y="229007"/>
                  </a:lnTo>
                  <a:lnTo>
                    <a:pt x="297513" y="228729"/>
                  </a:lnTo>
                  <a:lnTo>
                    <a:pt x="297960" y="228518"/>
                  </a:lnTo>
                  <a:lnTo>
                    <a:pt x="298154" y="228487"/>
                  </a:lnTo>
                  <a:lnTo>
                    <a:pt x="298501" y="228507"/>
                  </a:lnTo>
                  <a:lnTo>
                    <a:pt x="298604" y="228365"/>
                  </a:lnTo>
                  <a:lnTo>
                    <a:pt x="298698" y="228234"/>
                  </a:lnTo>
                  <a:lnTo>
                    <a:pt x="299341" y="227847"/>
                  </a:lnTo>
                  <a:lnTo>
                    <a:pt x="299821" y="227451"/>
                  </a:lnTo>
                  <a:lnTo>
                    <a:pt x="300295" y="227214"/>
                  </a:lnTo>
                  <a:lnTo>
                    <a:pt x="300548" y="227266"/>
                  </a:lnTo>
                  <a:lnTo>
                    <a:pt x="301296" y="227058"/>
                  </a:lnTo>
                  <a:lnTo>
                    <a:pt x="301541" y="227008"/>
                  </a:lnTo>
                  <a:lnTo>
                    <a:pt x="301892" y="226897"/>
                  </a:lnTo>
                  <a:lnTo>
                    <a:pt x="302028" y="226658"/>
                  </a:lnTo>
                  <a:lnTo>
                    <a:pt x="302527" y="226141"/>
                  </a:lnTo>
                  <a:lnTo>
                    <a:pt x="303280" y="225687"/>
                  </a:lnTo>
                  <a:lnTo>
                    <a:pt x="304015" y="225465"/>
                  </a:lnTo>
                  <a:lnTo>
                    <a:pt x="304403" y="225348"/>
                  </a:lnTo>
                  <a:lnTo>
                    <a:pt x="304793" y="225232"/>
                  </a:lnTo>
                  <a:lnTo>
                    <a:pt x="305576" y="224996"/>
                  </a:lnTo>
                  <a:lnTo>
                    <a:pt x="306029" y="224849"/>
                  </a:lnTo>
                  <a:lnTo>
                    <a:pt x="306802" y="224503"/>
                  </a:lnTo>
                  <a:lnTo>
                    <a:pt x="307333" y="224296"/>
                  </a:lnTo>
                  <a:lnTo>
                    <a:pt x="307903" y="224168"/>
                  </a:lnTo>
                  <a:lnTo>
                    <a:pt x="308278" y="224013"/>
                  </a:lnTo>
                  <a:lnTo>
                    <a:pt x="308521" y="223885"/>
                  </a:lnTo>
                  <a:lnTo>
                    <a:pt x="308881" y="223371"/>
                  </a:lnTo>
                  <a:lnTo>
                    <a:pt x="309096" y="223043"/>
                  </a:lnTo>
                  <a:lnTo>
                    <a:pt x="309633" y="222271"/>
                  </a:lnTo>
                  <a:lnTo>
                    <a:pt x="310333" y="222079"/>
                  </a:lnTo>
                  <a:lnTo>
                    <a:pt x="310800" y="221960"/>
                  </a:lnTo>
                  <a:lnTo>
                    <a:pt x="311522" y="221693"/>
                  </a:lnTo>
                  <a:lnTo>
                    <a:pt x="311711" y="221651"/>
                  </a:lnTo>
                  <a:lnTo>
                    <a:pt x="312629" y="221707"/>
                  </a:lnTo>
                  <a:lnTo>
                    <a:pt x="312839" y="221767"/>
                  </a:lnTo>
                  <a:lnTo>
                    <a:pt x="313162" y="221775"/>
                  </a:lnTo>
                  <a:lnTo>
                    <a:pt x="313366" y="221826"/>
                  </a:lnTo>
                  <a:lnTo>
                    <a:pt x="313721" y="221945"/>
                  </a:lnTo>
                  <a:lnTo>
                    <a:pt x="314123" y="221994"/>
                  </a:lnTo>
                  <a:lnTo>
                    <a:pt x="314461" y="222020"/>
                  </a:lnTo>
                  <a:lnTo>
                    <a:pt x="315101" y="222065"/>
                  </a:lnTo>
                  <a:lnTo>
                    <a:pt x="315504" y="222046"/>
                  </a:lnTo>
                  <a:lnTo>
                    <a:pt x="315949" y="222012"/>
                  </a:lnTo>
                  <a:lnTo>
                    <a:pt x="316339" y="222105"/>
                  </a:lnTo>
                  <a:lnTo>
                    <a:pt x="316811" y="222076"/>
                  </a:lnTo>
                  <a:lnTo>
                    <a:pt x="317502" y="221765"/>
                  </a:lnTo>
                  <a:lnTo>
                    <a:pt x="317792" y="221593"/>
                  </a:lnTo>
                  <a:lnTo>
                    <a:pt x="318129" y="221456"/>
                  </a:lnTo>
                  <a:lnTo>
                    <a:pt x="318317" y="221423"/>
                  </a:lnTo>
                  <a:lnTo>
                    <a:pt x="318546" y="221382"/>
                  </a:lnTo>
                  <a:lnTo>
                    <a:pt x="319003" y="221288"/>
                  </a:lnTo>
                  <a:lnTo>
                    <a:pt x="319880" y="220949"/>
                  </a:lnTo>
                  <a:lnTo>
                    <a:pt x="320128" y="220846"/>
                  </a:lnTo>
                  <a:lnTo>
                    <a:pt x="320262" y="220346"/>
                  </a:lnTo>
                  <a:lnTo>
                    <a:pt x="320501" y="220144"/>
                  </a:lnTo>
                  <a:lnTo>
                    <a:pt x="321143" y="220158"/>
                  </a:lnTo>
                  <a:lnTo>
                    <a:pt x="321865" y="219900"/>
                  </a:lnTo>
                  <a:lnTo>
                    <a:pt x="322350" y="219628"/>
                  </a:lnTo>
                  <a:lnTo>
                    <a:pt x="322518" y="219615"/>
                  </a:lnTo>
                  <a:lnTo>
                    <a:pt x="323098" y="220336"/>
                  </a:lnTo>
                  <a:lnTo>
                    <a:pt x="323692" y="220610"/>
                  </a:lnTo>
                  <a:lnTo>
                    <a:pt x="324045" y="220749"/>
                  </a:lnTo>
                  <a:lnTo>
                    <a:pt x="324641" y="220864"/>
                  </a:lnTo>
                  <a:lnTo>
                    <a:pt x="324774" y="220927"/>
                  </a:lnTo>
                  <a:lnTo>
                    <a:pt x="325178" y="221142"/>
                  </a:lnTo>
                  <a:lnTo>
                    <a:pt x="325402" y="221291"/>
                  </a:lnTo>
                  <a:lnTo>
                    <a:pt x="326089" y="221665"/>
                  </a:lnTo>
                  <a:lnTo>
                    <a:pt x="326681" y="222282"/>
                  </a:lnTo>
                  <a:lnTo>
                    <a:pt x="326984" y="222723"/>
                  </a:lnTo>
                  <a:lnTo>
                    <a:pt x="327134" y="222932"/>
                  </a:lnTo>
                  <a:lnTo>
                    <a:pt x="327213" y="223653"/>
                  </a:lnTo>
                  <a:lnTo>
                    <a:pt x="327258" y="224118"/>
                  </a:lnTo>
                  <a:lnTo>
                    <a:pt x="327882" y="224322"/>
                  </a:lnTo>
                  <a:lnTo>
                    <a:pt x="328443" y="224430"/>
                  </a:lnTo>
                  <a:lnTo>
                    <a:pt x="328773" y="224533"/>
                  </a:lnTo>
                  <a:lnTo>
                    <a:pt x="329309" y="224678"/>
                  </a:lnTo>
                  <a:lnTo>
                    <a:pt x="330047" y="224872"/>
                  </a:lnTo>
                  <a:lnTo>
                    <a:pt x="330340" y="224919"/>
                  </a:lnTo>
                  <a:lnTo>
                    <a:pt x="330478" y="225002"/>
                  </a:lnTo>
                  <a:lnTo>
                    <a:pt x="330618" y="225022"/>
                  </a:lnTo>
                  <a:lnTo>
                    <a:pt x="331328" y="225073"/>
                  </a:lnTo>
                  <a:lnTo>
                    <a:pt x="331757" y="225184"/>
                  </a:lnTo>
                  <a:lnTo>
                    <a:pt x="331896" y="225237"/>
                  </a:lnTo>
                  <a:lnTo>
                    <a:pt x="332791" y="225360"/>
                  </a:lnTo>
                  <a:lnTo>
                    <a:pt x="333261" y="225268"/>
                  </a:lnTo>
                  <a:lnTo>
                    <a:pt x="333577" y="225251"/>
                  </a:lnTo>
                  <a:lnTo>
                    <a:pt x="333835" y="225237"/>
                  </a:lnTo>
                  <a:lnTo>
                    <a:pt x="334380" y="225670"/>
                  </a:lnTo>
                  <a:lnTo>
                    <a:pt x="334399" y="225800"/>
                  </a:lnTo>
                  <a:lnTo>
                    <a:pt x="334552" y="226230"/>
                  </a:lnTo>
                  <a:lnTo>
                    <a:pt x="334747" y="226465"/>
                  </a:lnTo>
                  <a:lnTo>
                    <a:pt x="334879" y="226546"/>
                  </a:lnTo>
                  <a:lnTo>
                    <a:pt x="335360" y="226717"/>
                  </a:lnTo>
                  <a:lnTo>
                    <a:pt x="336414" y="227494"/>
                  </a:lnTo>
                  <a:lnTo>
                    <a:pt x="336894" y="227623"/>
                  </a:lnTo>
                  <a:lnTo>
                    <a:pt x="337226" y="227348"/>
                  </a:lnTo>
                  <a:lnTo>
                    <a:pt x="337745" y="227411"/>
                  </a:lnTo>
                  <a:lnTo>
                    <a:pt x="338278" y="227076"/>
                  </a:lnTo>
                  <a:lnTo>
                    <a:pt x="338831" y="226783"/>
                  </a:lnTo>
                  <a:lnTo>
                    <a:pt x="339097" y="226404"/>
                  </a:lnTo>
                  <a:lnTo>
                    <a:pt x="339185" y="225799"/>
                  </a:lnTo>
                  <a:lnTo>
                    <a:pt x="339367" y="225665"/>
                  </a:lnTo>
                  <a:lnTo>
                    <a:pt x="339576" y="225476"/>
                  </a:lnTo>
                  <a:lnTo>
                    <a:pt x="339532" y="225309"/>
                  </a:lnTo>
                  <a:lnTo>
                    <a:pt x="339522" y="225062"/>
                  </a:lnTo>
                  <a:lnTo>
                    <a:pt x="340175" y="223991"/>
                  </a:lnTo>
                  <a:lnTo>
                    <a:pt x="340305" y="223648"/>
                  </a:lnTo>
                  <a:lnTo>
                    <a:pt x="340328" y="223460"/>
                  </a:lnTo>
                  <a:lnTo>
                    <a:pt x="340692" y="222759"/>
                  </a:lnTo>
                  <a:lnTo>
                    <a:pt x="341288" y="222600"/>
                  </a:lnTo>
                  <a:lnTo>
                    <a:pt x="341569" y="222554"/>
                  </a:lnTo>
                  <a:lnTo>
                    <a:pt x="341835" y="222318"/>
                  </a:lnTo>
                  <a:lnTo>
                    <a:pt x="342006" y="222056"/>
                  </a:lnTo>
                  <a:lnTo>
                    <a:pt x="342254" y="221829"/>
                  </a:lnTo>
                  <a:lnTo>
                    <a:pt x="342936" y="221677"/>
                  </a:lnTo>
                  <a:lnTo>
                    <a:pt x="343363" y="221621"/>
                  </a:lnTo>
                  <a:lnTo>
                    <a:pt x="344170" y="221433"/>
                  </a:lnTo>
                  <a:lnTo>
                    <a:pt x="344371" y="221360"/>
                  </a:lnTo>
                  <a:lnTo>
                    <a:pt x="344543" y="221237"/>
                  </a:lnTo>
                  <a:lnTo>
                    <a:pt x="344841" y="220888"/>
                  </a:lnTo>
                  <a:lnTo>
                    <a:pt x="345159" y="220902"/>
                  </a:lnTo>
                  <a:lnTo>
                    <a:pt x="345756" y="220599"/>
                  </a:lnTo>
                  <a:lnTo>
                    <a:pt x="345945" y="220589"/>
                  </a:lnTo>
                  <a:lnTo>
                    <a:pt x="346832" y="220661"/>
                  </a:lnTo>
                  <a:lnTo>
                    <a:pt x="347022" y="220625"/>
                  </a:lnTo>
                  <a:lnTo>
                    <a:pt x="347480" y="220394"/>
                  </a:lnTo>
                  <a:lnTo>
                    <a:pt x="347698" y="220229"/>
                  </a:lnTo>
                  <a:lnTo>
                    <a:pt x="347860" y="220177"/>
                  </a:lnTo>
                  <a:lnTo>
                    <a:pt x="348024" y="220132"/>
                  </a:lnTo>
                  <a:lnTo>
                    <a:pt x="348221" y="220157"/>
                  </a:lnTo>
                  <a:lnTo>
                    <a:pt x="348849" y="220416"/>
                  </a:lnTo>
                  <a:lnTo>
                    <a:pt x="349418" y="220530"/>
                  </a:lnTo>
                  <a:lnTo>
                    <a:pt x="350050" y="220303"/>
                  </a:lnTo>
                  <a:lnTo>
                    <a:pt x="350154" y="220163"/>
                  </a:lnTo>
                  <a:lnTo>
                    <a:pt x="350293" y="220103"/>
                  </a:lnTo>
                  <a:lnTo>
                    <a:pt x="351245" y="220052"/>
                  </a:lnTo>
                  <a:lnTo>
                    <a:pt x="351608" y="220045"/>
                  </a:lnTo>
                  <a:lnTo>
                    <a:pt x="352237" y="219924"/>
                  </a:lnTo>
                  <a:lnTo>
                    <a:pt x="352696" y="219791"/>
                  </a:lnTo>
                  <a:lnTo>
                    <a:pt x="352829" y="219821"/>
                  </a:lnTo>
                  <a:lnTo>
                    <a:pt x="353027" y="219976"/>
                  </a:lnTo>
                  <a:lnTo>
                    <a:pt x="353715" y="220061"/>
                  </a:lnTo>
                  <a:lnTo>
                    <a:pt x="354263" y="220097"/>
                  </a:lnTo>
                  <a:lnTo>
                    <a:pt x="354692" y="220182"/>
                  </a:lnTo>
                  <a:lnTo>
                    <a:pt x="354930" y="219902"/>
                  </a:lnTo>
                  <a:lnTo>
                    <a:pt x="355079" y="219726"/>
                  </a:lnTo>
                  <a:lnTo>
                    <a:pt x="355603" y="219624"/>
                  </a:lnTo>
                  <a:lnTo>
                    <a:pt x="355739" y="219374"/>
                  </a:lnTo>
                  <a:lnTo>
                    <a:pt x="355796" y="219147"/>
                  </a:lnTo>
                  <a:lnTo>
                    <a:pt x="356076" y="218988"/>
                  </a:lnTo>
                  <a:lnTo>
                    <a:pt x="356364" y="218730"/>
                  </a:lnTo>
                  <a:lnTo>
                    <a:pt x="356684" y="218161"/>
                  </a:lnTo>
                  <a:lnTo>
                    <a:pt x="357003" y="218098"/>
                  </a:lnTo>
                  <a:lnTo>
                    <a:pt x="357275" y="217838"/>
                  </a:lnTo>
                  <a:lnTo>
                    <a:pt x="357460" y="217574"/>
                  </a:lnTo>
                  <a:lnTo>
                    <a:pt x="357679" y="217262"/>
                  </a:lnTo>
                  <a:lnTo>
                    <a:pt x="357854" y="217219"/>
                  </a:lnTo>
                  <a:lnTo>
                    <a:pt x="357987" y="217184"/>
                  </a:lnTo>
                  <a:lnTo>
                    <a:pt x="358221" y="216982"/>
                  </a:lnTo>
                  <a:lnTo>
                    <a:pt x="358511" y="216956"/>
                  </a:lnTo>
                  <a:lnTo>
                    <a:pt x="358613" y="216742"/>
                  </a:lnTo>
                  <a:lnTo>
                    <a:pt x="359043" y="216470"/>
                  </a:lnTo>
                  <a:lnTo>
                    <a:pt x="359761" y="216717"/>
                  </a:lnTo>
                  <a:lnTo>
                    <a:pt x="359887" y="216577"/>
                  </a:lnTo>
                  <a:lnTo>
                    <a:pt x="359948" y="216373"/>
                  </a:lnTo>
                  <a:lnTo>
                    <a:pt x="360111" y="216036"/>
                  </a:lnTo>
                  <a:lnTo>
                    <a:pt x="360441" y="215856"/>
                  </a:lnTo>
                  <a:lnTo>
                    <a:pt x="360769" y="215794"/>
                  </a:lnTo>
                  <a:lnTo>
                    <a:pt x="360921" y="215712"/>
                  </a:lnTo>
                  <a:lnTo>
                    <a:pt x="360980" y="215525"/>
                  </a:lnTo>
                  <a:lnTo>
                    <a:pt x="361022" y="215242"/>
                  </a:lnTo>
                  <a:lnTo>
                    <a:pt x="361253" y="214983"/>
                  </a:lnTo>
                  <a:lnTo>
                    <a:pt x="361497" y="214351"/>
                  </a:lnTo>
                  <a:lnTo>
                    <a:pt x="361398" y="214031"/>
                  </a:lnTo>
                  <a:lnTo>
                    <a:pt x="361575" y="213537"/>
                  </a:lnTo>
                  <a:lnTo>
                    <a:pt x="361562" y="213188"/>
                  </a:lnTo>
                  <a:lnTo>
                    <a:pt x="361954" y="212560"/>
                  </a:lnTo>
                  <a:lnTo>
                    <a:pt x="362212" y="212165"/>
                  </a:lnTo>
                  <a:lnTo>
                    <a:pt x="362511" y="212237"/>
                  </a:lnTo>
                  <a:lnTo>
                    <a:pt x="362754" y="212173"/>
                  </a:lnTo>
                  <a:lnTo>
                    <a:pt x="362917" y="211814"/>
                  </a:lnTo>
                  <a:lnTo>
                    <a:pt x="362992" y="211550"/>
                  </a:lnTo>
                  <a:lnTo>
                    <a:pt x="363175" y="211417"/>
                  </a:lnTo>
                  <a:lnTo>
                    <a:pt x="363261" y="210769"/>
                  </a:lnTo>
                  <a:lnTo>
                    <a:pt x="363289" y="210432"/>
                  </a:lnTo>
                  <a:lnTo>
                    <a:pt x="363308" y="210035"/>
                  </a:lnTo>
                  <a:lnTo>
                    <a:pt x="363259" y="209860"/>
                  </a:lnTo>
                  <a:lnTo>
                    <a:pt x="363288" y="209634"/>
                  </a:lnTo>
                  <a:lnTo>
                    <a:pt x="363362" y="209453"/>
                  </a:lnTo>
                  <a:lnTo>
                    <a:pt x="363546" y="209180"/>
                  </a:lnTo>
                  <a:lnTo>
                    <a:pt x="363683" y="208993"/>
                  </a:lnTo>
                  <a:lnTo>
                    <a:pt x="363833" y="208671"/>
                  </a:lnTo>
                  <a:lnTo>
                    <a:pt x="365308" y="207607"/>
                  </a:lnTo>
                  <a:lnTo>
                    <a:pt x="365327" y="207190"/>
                  </a:lnTo>
                  <a:lnTo>
                    <a:pt x="365869" y="206665"/>
                  </a:lnTo>
                  <a:lnTo>
                    <a:pt x="366012" y="206645"/>
                  </a:lnTo>
                  <a:lnTo>
                    <a:pt x="366003" y="205198"/>
                  </a:lnTo>
                  <a:lnTo>
                    <a:pt x="365821" y="203899"/>
                  </a:lnTo>
                  <a:lnTo>
                    <a:pt x="365861" y="203502"/>
                  </a:lnTo>
                  <a:lnTo>
                    <a:pt x="365768" y="203314"/>
                  </a:lnTo>
                  <a:lnTo>
                    <a:pt x="365773" y="203112"/>
                  </a:lnTo>
                  <a:lnTo>
                    <a:pt x="365929" y="202867"/>
                  </a:lnTo>
                  <a:lnTo>
                    <a:pt x="365936" y="202688"/>
                  </a:lnTo>
                  <a:lnTo>
                    <a:pt x="365934" y="202477"/>
                  </a:lnTo>
                  <a:lnTo>
                    <a:pt x="365931" y="202185"/>
                  </a:lnTo>
                  <a:lnTo>
                    <a:pt x="365929" y="201917"/>
                  </a:lnTo>
                  <a:lnTo>
                    <a:pt x="367015" y="201022"/>
                  </a:lnTo>
                  <a:lnTo>
                    <a:pt x="367723" y="200753"/>
                  </a:lnTo>
                  <a:lnTo>
                    <a:pt x="367989" y="200749"/>
                  </a:lnTo>
                  <a:lnTo>
                    <a:pt x="368128" y="200754"/>
                  </a:lnTo>
                  <a:lnTo>
                    <a:pt x="369984" y="199764"/>
                  </a:lnTo>
                  <a:lnTo>
                    <a:pt x="371185" y="199208"/>
                  </a:lnTo>
                  <a:lnTo>
                    <a:pt x="372829" y="199613"/>
                  </a:lnTo>
                  <a:lnTo>
                    <a:pt x="373810" y="199579"/>
                  </a:lnTo>
                  <a:lnTo>
                    <a:pt x="379169" y="196702"/>
                  </a:lnTo>
                  <a:lnTo>
                    <a:pt x="379601" y="196965"/>
                  </a:lnTo>
                  <a:lnTo>
                    <a:pt x="379757" y="197056"/>
                  </a:lnTo>
                  <a:lnTo>
                    <a:pt x="381564" y="197474"/>
                  </a:lnTo>
                  <a:lnTo>
                    <a:pt x="383635" y="196348"/>
                  </a:lnTo>
                  <a:lnTo>
                    <a:pt x="384308" y="196451"/>
                  </a:lnTo>
                  <a:lnTo>
                    <a:pt x="384498" y="196538"/>
                  </a:lnTo>
                  <a:lnTo>
                    <a:pt x="386591" y="196196"/>
                  </a:lnTo>
                  <a:lnTo>
                    <a:pt x="386916" y="196080"/>
                  </a:lnTo>
                  <a:lnTo>
                    <a:pt x="387141" y="196006"/>
                  </a:lnTo>
                  <a:lnTo>
                    <a:pt x="387421" y="195921"/>
                  </a:lnTo>
                  <a:lnTo>
                    <a:pt x="387998" y="195894"/>
                  </a:lnTo>
                  <a:lnTo>
                    <a:pt x="388371" y="195060"/>
                  </a:lnTo>
                  <a:lnTo>
                    <a:pt x="388522" y="195060"/>
                  </a:lnTo>
                  <a:lnTo>
                    <a:pt x="388962" y="195184"/>
                  </a:lnTo>
                  <a:lnTo>
                    <a:pt x="390323" y="194911"/>
                  </a:lnTo>
                  <a:lnTo>
                    <a:pt x="390595" y="194084"/>
                  </a:lnTo>
                  <a:lnTo>
                    <a:pt x="392743" y="192742"/>
                  </a:lnTo>
                  <a:lnTo>
                    <a:pt x="393904" y="192370"/>
                  </a:lnTo>
                  <a:lnTo>
                    <a:pt x="394163" y="192360"/>
                  </a:lnTo>
                  <a:lnTo>
                    <a:pt x="394331" y="192325"/>
                  </a:lnTo>
                  <a:lnTo>
                    <a:pt x="396279" y="192680"/>
                  </a:lnTo>
                  <a:lnTo>
                    <a:pt x="397958" y="192370"/>
                  </a:lnTo>
                  <a:lnTo>
                    <a:pt x="398810" y="193610"/>
                  </a:lnTo>
                  <a:lnTo>
                    <a:pt x="399136" y="193975"/>
                  </a:lnTo>
                  <a:lnTo>
                    <a:pt x="402088" y="192711"/>
                  </a:lnTo>
                  <a:lnTo>
                    <a:pt x="402507" y="192726"/>
                  </a:lnTo>
                  <a:lnTo>
                    <a:pt x="403812" y="192503"/>
                  </a:lnTo>
                  <a:lnTo>
                    <a:pt x="403967" y="192514"/>
                  </a:lnTo>
                  <a:lnTo>
                    <a:pt x="406012" y="192300"/>
                  </a:lnTo>
                  <a:lnTo>
                    <a:pt x="407477" y="192131"/>
                  </a:lnTo>
                  <a:lnTo>
                    <a:pt x="408047" y="191840"/>
                  </a:lnTo>
                  <a:lnTo>
                    <a:pt x="408633" y="191952"/>
                  </a:lnTo>
                  <a:lnTo>
                    <a:pt x="409566" y="192381"/>
                  </a:lnTo>
                  <a:lnTo>
                    <a:pt x="410867" y="192423"/>
                  </a:lnTo>
                  <a:lnTo>
                    <a:pt x="411833" y="192250"/>
                  </a:lnTo>
                  <a:lnTo>
                    <a:pt x="412633" y="190610"/>
                  </a:lnTo>
                  <a:lnTo>
                    <a:pt x="412985" y="190223"/>
                  </a:lnTo>
                  <a:lnTo>
                    <a:pt x="413112" y="190076"/>
                  </a:lnTo>
                  <a:lnTo>
                    <a:pt x="413249" y="189923"/>
                  </a:lnTo>
                  <a:lnTo>
                    <a:pt x="413460" y="189660"/>
                  </a:lnTo>
                  <a:lnTo>
                    <a:pt x="413870" y="189322"/>
                  </a:lnTo>
                  <a:lnTo>
                    <a:pt x="414601" y="189256"/>
                  </a:lnTo>
                  <a:lnTo>
                    <a:pt x="415884" y="188825"/>
                  </a:lnTo>
                  <a:lnTo>
                    <a:pt x="416568" y="188963"/>
                  </a:lnTo>
                  <a:lnTo>
                    <a:pt x="419182" y="188631"/>
                  </a:lnTo>
                  <a:lnTo>
                    <a:pt x="421212" y="186560"/>
                  </a:lnTo>
                  <a:lnTo>
                    <a:pt x="421342" y="186480"/>
                  </a:lnTo>
                  <a:lnTo>
                    <a:pt x="422228" y="185858"/>
                  </a:lnTo>
                  <a:lnTo>
                    <a:pt x="422778" y="185980"/>
                  </a:lnTo>
                  <a:lnTo>
                    <a:pt x="424395" y="185438"/>
                  </a:lnTo>
                  <a:lnTo>
                    <a:pt x="424989" y="185950"/>
                  </a:lnTo>
                  <a:lnTo>
                    <a:pt x="425124" y="186005"/>
                  </a:lnTo>
                  <a:lnTo>
                    <a:pt x="425278" y="186031"/>
                  </a:lnTo>
                  <a:lnTo>
                    <a:pt x="425443" y="186055"/>
                  </a:lnTo>
                  <a:lnTo>
                    <a:pt x="425914" y="186064"/>
                  </a:lnTo>
                  <a:lnTo>
                    <a:pt x="426156" y="186605"/>
                  </a:lnTo>
                  <a:lnTo>
                    <a:pt x="426029" y="187424"/>
                  </a:lnTo>
                  <a:lnTo>
                    <a:pt x="426175" y="187818"/>
                  </a:lnTo>
                  <a:lnTo>
                    <a:pt x="426376" y="188421"/>
                  </a:lnTo>
                  <a:lnTo>
                    <a:pt x="426397" y="188627"/>
                  </a:lnTo>
                  <a:lnTo>
                    <a:pt x="426425" y="188780"/>
                  </a:lnTo>
                  <a:lnTo>
                    <a:pt x="427231" y="189334"/>
                  </a:lnTo>
                  <a:lnTo>
                    <a:pt x="430041" y="189555"/>
                  </a:lnTo>
                  <a:lnTo>
                    <a:pt x="434720" y="188901"/>
                  </a:lnTo>
                  <a:lnTo>
                    <a:pt x="434961" y="188685"/>
                  </a:lnTo>
                  <a:lnTo>
                    <a:pt x="436047" y="188507"/>
                  </a:lnTo>
                  <a:lnTo>
                    <a:pt x="436315" y="188451"/>
                  </a:lnTo>
                  <a:lnTo>
                    <a:pt x="436625" y="188453"/>
                  </a:lnTo>
                  <a:lnTo>
                    <a:pt x="436877" y="188447"/>
                  </a:lnTo>
                  <a:lnTo>
                    <a:pt x="437424" y="188248"/>
                  </a:lnTo>
                  <a:lnTo>
                    <a:pt x="438255" y="187698"/>
                  </a:lnTo>
                  <a:lnTo>
                    <a:pt x="438492" y="187647"/>
                  </a:lnTo>
                  <a:lnTo>
                    <a:pt x="438785" y="187611"/>
                  </a:lnTo>
                  <a:lnTo>
                    <a:pt x="438919" y="187600"/>
                  </a:lnTo>
                  <a:lnTo>
                    <a:pt x="439267" y="187641"/>
                  </a:lnTo>
                  <a:lnTo>
                    <a:pt x="439413" y="187692"/>
                  </a:lnTo>
                  <a:lnTo>
                    <a:pt x="439542" y="187732"/>
                  </a:lnTo>
                  <a:lnTo>
                    <a:pt x="439894" y="187780"/>
                  </a:lnTo>
                  <a:lnTo>
                    <a:pt x="440166" y="187840"/>
                  </a:lnTo>
                  <a:lnTo>
                    <a:pt x="440345" y="187884"/>
                  </a:lnTo>
                  <a:lnTo>
                    <a:pt x="440676" y="187959"/>
                  </a:lnTo>
                  <a:lnTo>
                    <a:pt x="442425" y="187754"/>
                  </a:lnTo>
                  <a:lnTo>
                    <a:pt x="442489" y="187558"/>
                  </a:lnTo>
                  <a:lnTo>
                    <a:pt x="442626" y="187274"/>
                  </a:lnTo>
                  <a:lnTo>
                    <a:pt x="445009" y="187278"/>
                  </a:lnTo>
                  <a:lnTo>
                    <a:pt x="445161" y="187245"/>
                  </a:lnTo>
                  <a:lnTo>
                    <a:pt x="446715" y="187297"/>
                  </a:lnTo>
                  <a:lnTo>
                    <a:pt x="447969" y="187095"/>
                  </a:lnTo>
                  <a:lnTo>
                    <a:pt x="448251" y="186961"/>
                  </a:lnTo>
                  <a:lnTo>
                    <a:pt x="448378" y="186835"/>
                  </a:lnTo>
                  <a:lnTo>
                    <a:pt x="449092" y="186753"/>
                  </a:lnTo>
                  <a:lnTo>
                    <a:pt x="449314" y="186755"/>
                  </a:lnTo>
                  <a:lnTo>
                    <a:pt x="449523" y="186753"/>
                  </a:lnTo>
                  <a:lnTo>
                    <a:pt x="450356" y="186119"/>
                  </a:lnTo>
                  <a:lnTo>
                    <a:pt x="452517" y="185175"/>
                  </a:lnTo>
                  <a:lnTo>
                    <a:pt x="452685" y="185127"/>
                  </a:lnTo>
                  <a:lnTo>
                    <a:pt x="452912" y="185125"/>
                  </a:lnTo>
                  <a:lnTo>
                    <a:pt x="453641" y="185156"/>
                  </a:lnTo>
                  <a:lnTo>
                    <a:pt x="453821" y="185165"/>
                  </a:lnTo>
                  <a:lnTo>
                    <a:pt x="455658" y="185092"/>
                  </a:lnTo>
                  <a:lnTo>
                    <a:pt x="455888" y="185137"/>
                  </a:lnTo>
                  <a:lnTo>
                    <a:pt x="456135" y="185166"/>
                  </a:lnTo>
                  <a:lnTo>
                    <a:pt x="456532" y="185217"/>
                  </a:lnTo>
                  <a:lnTo>
                    <a:pt x="457657" y="185260"/>
                  </a:lnTo>
                  <a:lnTo>
                    <a:pt x="458060" y="185233"/>
                  </a:lnTo>
                  <a:lnTo>
                    <a:pt x="458385" y="185222"/>
                  </a:lnTo>
                  <a:lnTo>
                    <a:pt x="459805" y="184712"/>
                  </a:lnTo>
                  <a:lnTo>
                    <a:pt x="461146" y="184043"/>
                  </a:lnTo>
                  <a:lnTo>
                    <a:pt x="462585" y="183819"/>
                  </a:lnTo>
                  <a:lnTo>
                    <a:pt x="462727" y="183637"/>
                  </a:lnTo>
                  <a:lnTo>
                    <a:pt x="462887" y="183482"/>
                  </a:lnTo>
                  <a:lnTo>
                    <a:pt x="463036" y="183198"/>
                  </a:lnTo>
                  <a:lnTo>
                    <a:pt x="464299" y="182945"/>
                  </a:lnTo>
                  <a:lnTo>
                    <a:pt x="465045" y="183286"/>
                  </a:lnTo>
                  <a:lnTo>
                    <a:pt x="465204" y="183315"/>
                  </a:lnTo>
                  <a:lnTo>
                    <a:pt x="465816" y="183323"/>
                  </a:lnTo>
                  <a:lnTo>
                    <a:pt x="466067" y="183357"/>
                  </a:lnTo>
                  <a:lnTo>
                    <a:pt x="466199" y="183354"/>
                  </a:lnTo>
                  <a:lnTo>
                    <a:pt x="467993" y="183570"/>
                  </a:lnTo>
                  <a:lnTo>
                    <a:pt x="468327" y="183682"/>
                  </a:lnTo>
                  <a:lnTo>
                    <a:pt x="468783" y="183698"/>
                  </a:lnTo>
                  <a:lnTo>
                    <a:pt x="469118" y="182533"/>
                  </a:lnTo>
                  <a:lnTo>
                    <a:pt x="469764" y="182264"/>
                  </a:lnTo>
                  <a:close/>
                </a:path>
              </a:pathLst>
            </a:custGeom>
            <a:solidFill>
              <a:srgbClr val="F7CFBA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66833" y="4402534"/>
              <a:ext cx="1083665" cy="797499"/>
            </a:xfrm>
            <a:custGeom>
              <a:avLst/>
              <a:pathLst>
                <a:path w="1083665" h="797499">
                  <a:moveTo>
                    <a:pt x="1083665" y="347159"/>
                  </a:moveTo>
                  <a:lnTo>
                    <a:pt x="1081665" y="348425"/>
                  </a:lnTo>
                  <a:lnTo>
                    <a:pt x="1081531" y="348494"/>
                  </a:lnTo>
                  <a:lnTo>
                    <a:pt x="1080548" y="348966"/>
                  </a:lnTo>
                  <a:lnTo>
                    <a:pt x="1080375" y="349035"/>
                  </a:lnTo>
                  <a:lnTo>
                    <a:pt x="1080218" y="349110"/>
                  </a:lnTo>
                  <a:lnTo>
                    <a:pt x="1079983" y="349231"/>
                  </a:lnTo>
                  <a:lnTo>
                    <a:pt x="1079761" y="349368"/>
                  </a:lnTo>
                  <a:lnTo>
                    <a:pt x="1079530" y="349489"/>
                  </a:lnTo>
                  <a:lnTo>
                    <a:pt x="1079298" y="349579"/>
                  </a:lnTo>
                  <a:lnTo>
                    <a:pt x="1078557" y="349899"/>
                  </a:lnTo>
                  <a:lnTo>
                    <a:pt x="1078268" y="350064"/>
                  </a:lnTo>
                  <a:lnTo>
                    <a:pt x="1078109" y="350147"/>
                  </a:lnTo>
                  <a:lnTo>
                    <a:pt x="1077802" y="350313"/>
                  </a:lnTo>
                  <a:lnTo>
                    <a:pt x="1077282" y="350587"/>
                  </a:lnTo>
                  <a:lnTo>
                    <a:pt x="1076903" y="350786"/>
                  </a:lnTo>
                  <a:lnTo>
                    <a:pt x="1075977" y="351268"/>
                  </a:lnTo>
                  <a:lnTo>
                    <a:pt x="1075607" y="351563"/>
                  </a:lnTo>
                  <a:lnTo>
                    <a:pt x="1074009" y="352196"/>
                  </a:lnTo>
                  <a:lnTo>
                    <a:pt x="1073703" y="352239"/>
                  </a:lnTo>
                  <a:lnTo>
                    <a:pt x="1073328" y="352393"/>
                  </a:lnTo>
                  <a:lnTo>
                    <a:pt x="1072883" y="352920"/>
                  </a:lnTo>
                  <a:lnTo>
                    <a:pt x="1071759" y="353250"/>
                  </a:lnTo>
                  <a:lnTo>
                    <a:pt x="1071630" y="353311"/>
                  </a:lnTo>
                  <a:lnTo>
                    <a:pt x="1071424" y="353389"/>
                  </a:lnTo>
                  <a:lnTo>
                    <a:pt x="1071295" y="353436"/>
                  </a:lnTo>
                  <a:lnTo>
                    <a:pt x="1070233" y="353841"/>
                  </a:lnTo>
                  <a:lnTo>
                    <a:pt x="1068481" y="355849"/>
                  </a:lnTo>
                  <a:lnTo>
                    <a:pt x="1068168" y="356067"/>
                  </a:lnTo>
                  <a:lnTo>
                    <a:pt x="1067839" y="356258"/>
                  </a:lnTo>
                  <a:lnTo>
                    <a:pt x="1067041" y="356746"/>
                  </a:lnTo>
                  <a:lnTo>
                    <a:pt x="1066514" y="357163"/>
                  </a:lnTo>
                  <a:lnTo>
                    <a:pt x="1066322" y="359273"/>
                  </a:lnTo>
                  <a:lnTo>
                    <a:pt x="1066229" y="360323"/>
                  </a:lnTo>
                  <a:lnTo>
                    <a:pt x="1065443" y="361376"/>
                  </a:lnTo>
                  <a:lnTo>
                    <a:pt x="1065120" y="361821"/>
                  </a:lnTo>
                  <a:lnTo>
                    <a:pt x="1064396" y="362755"/>
                  </a:lnTo>
                  <a:lnTo>
                    <a:pt x="1065501" y="363097"/>
                  </a:lnTo>
                  <a:lnTo>
                    <a:pt x="1068524" y="363962"/>
                  </a:lnTo>
                  <a:lnTo>
                    <a:pt x="1067386" y="367273"/>
                  </a:lnTo>
                  <a:lnTo>
                    <a:pt x="1067354" y="368231"/>
                  </a:lnTo>
                  <a:lnTo>
                    <a:pt x="1067340" y="368689"/>
                  </a:lnTo>
                  <a:lnTo>
                    <a:pt x="1073852" y="374524"/>
                  </a:lnTo>
                  <a:lnTo>
                    <a:pt x="1071829" y="376044"/>
                  </a:lnTo>
                  <a:lnTo>
                    <a:pt x="1070371" y="377175"/>
                  </a:lnTo>
                  <a:lnTo>
                    <a:pt x="1069049" y="378202"/>
                  </a:lnTo>
                  <a:lnTo>
                    <a:pt x="1071975" y="383334"/>
                  </a:lnTo>
                  <a:lnTo>
                    <a:pt x="1071446" y="385638"/>
                  </a:lnTo>
                  <a:lnTo>
                    <a:pt x="1071044" y="386402"/>
                  </a:lnTo>
                  <a:lnTo>
                    <a:pt x="1071020" y="386592"/>
                  </a:lnTo>
                  <a:lnTo>
                    <a:pt x="1070745" y="387214"/>
                  </a:lnTo>
                  <a:lnTo>
                    <a:pt x="1070315" y="387584"/>
                  </a:lnTo>
                  <a:lnTo>
                    <a:pt x="1070069" y="387797"/>
                  </a:lnTo>
                  <a:lnTo>
                    <a:pt x="1069572" y="388210"/>
                  </a:lnTo>
                  <a:lnTo>
                    <a:pt x="1069328" y="388409"/>
                  </a:lnTo>
                  <a:lnTo>
                    <a:pt x="1069063" y="388633"/>
                  </a:lnTo>
                  <a:lnTo>
                    <a:pt x="1068863" y="388799"/>
                  </a:lnTo>
                  <a:lnTo>
                    <a:pt x="1068729" y="388923"/>
                  </a:lnTo>
                  <a:lnTo>
                    <a:pt x="1068496" y="389177"/>
                  </a:lnTo>
                  <a:lnTo>
                    <a:pt x="1067724" y="389903"/>
                  </a:lnTo>
                  <a:lnTo>
                    <a:pt x="1067568" y="390032"/>
                  </a:lnTo>
                  <a:lnTo>
                    <a:pt x="1067414" y="390154"/>
                  </a:lnTo>
                  <a:lnTo>
                    <a:pt x="1066818" y="390519"/>
                  </a:lnTo>
                  <a:lnTo>
                    <a:pt x="1066188" y="390761"/>
                  </a:lnTo>
                  <a:lnTo>
                    <a:pt x="1065443" y="391270"/>
                  </a:lnTo>
                  <a:lnTo>
                    <a:pt x="1065130" y="391340"/>
                  </a:lnTo>
                  <a:lnTo>
                    <a:pt x="1064651" y="391521"/>
                  </a:lnTo>
                  <a:lnTo>
                    <a:pt x="1063537" y="392019"/>
                  </a:lnTo>
                  <a:lnTo>
                    <a:pt x="1063316" y="392205"/>
                  </a:lnTo>
                  <a:lnTo>
                    <a:pt x="1063129" y="392300"/>
                  </a:lnTo>
                  <a:lnTo>
                    <a:pt x="1062347" y="392528"/>
                  </a:lnTo>
                  <a:lnTo>
                    <a:pt x="1061313" y="393031"/>
                  </a:lnTo>
                  <a:lnTo>
                    <a:pt x="1060514" y="393179"/>
                  </a:lnTo>
                  <a:lnTo>
                    <a:pt x="1059908" y="393372"/>
                  </a:lnTo>
                  <a:lnTo>
                    <a:pt x="1059312" y="393820"/>
                  </a:lnTo>
                  <a:lnTo>
                    <a:pt x="1059037" y="394013"/>
                  </a:lnTo>
                  <a:lnTo>
                    <a:pt x="1058676" y="394266"/>
                  </a:lnTo>
                  <a:lnTo>
                    <a:pt x="1058369" y="394384"/>
                  </a:lnTo>
                  <a:lnTo>
                    <a:pt x="1057691" y="394425"/>
                  </a:lnTo>
                  <a:lnTo>
                    <a:pt x="1057035" y="394299"/>
                  </a:lnTo>
                  <a:lnTo>
                    <a:pt x="1056757" y="394311"/>
                  </a:lnTo>
                  <a:lnTo>
                    <a:pt x="1056294" y="394344"/>
                  </a:lnTo>
                  <a:lnTo>
                    <a:pt x="1056003" y="394410"/>
                  </a:lnTo>
                  <a:lnTo>
                    <a:pt x="1055286" y="394777"/>
                  </a:lnTo>
                  <a:lnTo>
                    <a:pt x="1054475" y="394975"/>
                  </a:lnTo>
                  <a:lnTo>
                    <a:pt x="1054188" y="395044"/>
                  </a:lnTo>
                  <a:lnTo>
                    <a:pt x="1053969" y="395063"/>
                  </a:lnTo>
                  <a:lnTo>
                    <a:pt x="1053432" y="395110"/>
                  </a:lnTo>
                  <a:lnTo>
                    <a:pt x="1052118" y="395176"/>
                  </a:lnTo>
                  <a:lnTo>
                    <a:pt x="1051973" y="395167"/>
                  </a:lnTo>
                  <a:lnTo>
                    <a:pt x="1051618" y="395267"/>
                  </a:lnTo>
                  <a:lnTo>
                    <a:pt x="1051100" y="395424"/>
                  </a:lnTo>
                  <a:lnTo>
                    <a:pt x="1050131" y="395397"/>
                  </a:lnTo>
                  <a:lnTo>
                    <a:pt x="1049888" y="395437"/>
                  </a:lnTo>
                  <a:lnTo>
                    <a:pt x="1048919" y="395711"/>
                  </a:lnTo>
                  <a:lnTo>
                    <a:pt x="1048390" y="396077"/>
                  </a:lnTo>
                  <a:lnTo>
                    <a:pt x="1047990" y="396250"/>
                  </a:lnTo>
                  <a:lnTo>
                    <a:pt x="1047672" y="396406"/>
                  </a:lnTo>
                  <a:lnTo>
                    <a:pt x="1047346" y="396600"/>
                  </a:lnTo>
                  <a:lnTo>
                    <a:pt x="1047042" y="396746"/>
                  </a:lnTo>
                  <a:lnTo>
                    <a:pt x="1046489" y="396887"/>
                  </a:lnTo>
                  <a:lnTo>
                    <a:pt x="1046214" y="396945"/>
                  </a:lnTo>
                  <a:lnTo>
                    <a:pt x="1045412" y="397153"/>
                  </a:lnTo>
                  <a:lnTo>
                    <a:pt x="1045083" y="397240"/>
                  </a:lnTo>
                  <a:lnTo>
                    <a:pt x="1044875" y="397572"/>
                  </a:lnTo>
                  <a:lnTo>
                    <a:pt x="1044629" y="397818"/>
                  </a:lnTo>
                  <a:lnTo>
                    <a:pt x="1044353" y="398025"/>
                  </a:lnTo>
                  <a:lnTo>
                    <a:pt x="1044175" y="398065"/>
                  </a:lnTo>
                  <a:lnTo>
                    <a:pt x="1044045" y="398098"/>
                  </a:lnTo>
                  <a:lnTo>
                    <a:pt x="1043313" y="398436"/>
                  </a:lnTo>
                  <a:lnTo>
                    <a:pt x="1042624" y="398986"/>
                  </a:lnTo>
                  <a:lnTo>
                    <a:pt x="1042523" y="399126"/>
                  </a:lnTo>
                  <a:lnTo>
                    <a:pt x="1042305" y="399298"/>
                  </a:lnTo>
                  <a:lnTo>
                    <a:pt x="1041966" y="399445"/>
                  </a:lnTo>
                  <a:lnTo>
                    <a:pt x="1041628" y="399629"/>
                  </a:lnTo>
                  <a:lnTo>
                    <a:pt x="1041111" y="399972"/>
                  </a:lnTo>
                  <a:lnTo>
                    <a:pt x="1040889" y="400118"/>
                  </a:lnTo>
                  <a:lnTo>
                    <a:pt x="1040324" y="400493"/>
                  </a:lnTo>
                  <a:lnTo>
                    <a:pt x="1039054" y="401367"/>
                  </a:lnTo>
                  <a:lnTo>
                    <a:pt x="1038923" y="401453"/>
                  </a:lnTo>
                  <a:lnTo>
                    <a:pt x="1038329" y="401777"/>
                  </a:lnTo>
                  <a:lnTo>
                    <a:pt x="1037923" y="401984"/>
                  </a:lnTo>
                  <a:lnTo>
                    <a:pt x="1037112" y="402518"/>
                  </a:lnTo>
                  <a:lnTo>
                    <a:pt x="1036817" y="402674"/>
                  </a:lnTo>
                  <a:lnTo>
                    <a:pt x="1036182" y="403171"/>
                  </a:lnTo>
                  <a:lnTo>
                    <a:pt x="1035628" y="403605"/>
                  </a:lnTo>
                  <a:lnTo>
                    <a:pt x="1035319" y="403847"/>
                  </a:lnTo>
                  <a:lnTo>
                    <a:pt x="1035141" y="403985"/>
                  </a:lnTo>
                  <a:lnTo>
                    <a:pt x="1034536" y="404645"/>
                  </a:lnTo>
                  <a:lnTo>
                    <a:pt x="1034351" y="404804"/>
                  </a:lnTo>
                  <a:lnTo>
                    <a:pt x="1034109" y="405013"/>
                  </a:lnTo>
                  <a:lnTo>
                    <a:pt x="1033819" y="405556"/>
                  </a:lnTo>
                  <a:lnTo>
                    <a:pt x="1033778" y="405699"/>
                  </a:lnTo>
                  <a:lnTo>
                    <a:pt x="1033696" y="405988"/>
                  </a:lnTo>
                  <a:lnTo>
                    <a:pt x="1033650" y="406135"/>
                  </a:lnTo>
                  <a:lnTo>
                    <a:pt x="1033535" y="406497"/>
                  </a:lnTo>
                  <a:lnTo>
                    <a:pt x="1033415" y="406758"/>
                  </a:lnTo>
                  <a:lnTo>
                    <a:pt x="1033182" y="407266"/>
                  </a:lnTo>
                  <a:lnTo>
                    <a:pt x="1032961" y="407809"/>
                  </a:lnTo>
                  <a:lnTo>
                    <a:pt x="1032895" y="408045"/>
                  </a:lnTo>
                  <a:lnTo>
                    <a:pt x="1032850" y="408203"/>
                  </a:lnTo>
                  <a:lnTo>
                    <a:pt x="1032831" y="408544"/>
                  </a:lnTo>
                  <a:lnTo>
                    <a:pt x="1032713" y="408879"/>
                  </a:lnTo>
                  <a:lnTo>
                    <a:pt x="1032619" y="409144"/>
                  </a:lnTo>
                  <a:lnTo>
                    <a:pt x="1032525" y="409281"/>
                  </a:lnTo>
                  <a:lnTo>
                    <a:pt x="1032206" y="409652"/>
                  </a:lnTo>
                  <a:lnTo>
                    <a:pt x="1031810" y="409258"/>
                  </a:lnTo>
                  <a:lnTo>
                    <a:pt x="1031596" y="409045"/>
                  </a:lnTo>
                  <a:lnTo>
                    <a:pt x="1030049" y="407508"/>
                  </a:lnTo>
                  <a:lnTo>
                    <a:pt x="1029807" y="407214"/>
                  </a:lnTo>
                  <a:lnTo>
                    <a:pt x="1028922" y="405467"/>
                  </a:lnTo>
                  <a:lnTo>
                    <a:pt x="1028774" y="405158"/>
                  </a:lnTo>
                  <a:lnTo>
                    <a:pt x="1028728" y="405028"/>
                  </a:lnTo>
                  <a:lnTo>
                    <a:pt x="1028614" y="404644"/>
                  </a:lnTo>
                  <a:lnTo>
                    <a:pt x="1028471" y="404400"/>
                  </a:lnTo>
                  <a:lnTo>
                    <a:pt x="1028167" y="404137"/>
                  </a:lnTo>
                  <a:lnTo>
                    <a:pt x="1028107" y="404001"/>
                  </a:lnTo>
                  <a:lnTo>
                    <a:pt x="1027999" y="403618"/>
                  </a:lnTo>
                  <a:lnTo>
                    <a:pt x="1027866" y="403449"/>
                  </a:lnTo>
                  <a:lnTo>
                    <a:pt x="1027192" y="402668"/>
                  </a:lnTo>
                  <a:lnTo>
                    <a:pt x="1027143" y="402141"/>
                  </a:lnTo>
                  <a:lnTo>
                    <a:pt x="1027311" y="401933"/>
                  </a:lnTo>
                  <a:lnTo>
                    <a:pt x="1027366" y="401691"/>
                  </a:lnTo>
                  <a:lnTo>
                    <a:pt x="1027360" y="401210"/>
                  </a:lnTo>
                  <a:lnTo>
                    <a:pt x="1026595" y="400874"/>
                  </a:lnTo>
                  <a:lnTo>
                    <a:pt x="1026162" y="400621"/>
                  </a:lnTo>
                  <a:lnTo>
                    <a:pt x="1025613" y="399914"/>
                  </a:lnTo>
                  <a:lnTo>
                    <a:pt x="1025319" y="399665"/>
                  </a:lnTo>
                  <a:lnTo>
                    <a:pt x="1024662" y="399045"/>
                  </a:lnTo>
                  <a:lnTo>
                    <a:pt x="1024627" y="398898"/>
                  </a:lnTo>
                  <a:lnTo>
                    <a:pt x="1024555" y="398575"/>
                  </a:lnTo>
                  <a:lnTo>
                    <a:pt x="1024418" y="398468"/>
                  </a:lnTo>
                  <a:lnTo>
                    <a:pt x="1023256" y="398699"/>
                  </a:lnTo>
                  <a:lnTo>
                    <a:pt x="1018558" y="400951"/>
                  </a:lnTo>
                  <a:lnTo>
                    <a:pt x="1016556" y="401352"/>
                  </a:lnTo>
                  <a:lnTo>
                    <a:pt x="1011508" y="404046"/>
                  </a:lnTo>
                  <a:lnTo>
                    <a:pt x="1009739" y="405959"/>
                  </a:lnTo>
                  <a:lnTo>
                    <a:pt x="1009026" y="406700"/>
                  </a:lnTo>
                  <a:lnTo>
                    <a:pt x="1007377" y="409196"/>
                  </a:lnTo>
                  <a:lnTo>
                    <a:pt x="1006195" y="411055"/>
                  </a:lnTo>
                  <a:lnTo>
                    <a:pt x="1004074" y="411458"/>
                  </a:lnTo>
                  <a:lnTo>
                    <a:pt x="995974" y="412788"/>
                  </a:lnTo>
                  <a:lnTo>
                    <a:pt x="983984" y="421975"/>
                  </a:lnTo>
                  <a:lnTo>
                    <a:pt x="979382" y="425552"/>
                  </a:lnTo>
                  <a:lnTo>
                    <a:pt x="971174" y="433808"/>
                  </a:lnTo>
                  <a:lnTo>
                    <a:pt x="970730" y="434381"/>
                  </a:lnTo>
                  <a:lnTo>
                    <a:pt x="966326" y="440856"/>
                  </a:lnTo>
                  <a:lnTo>
                    <a:pt x="961665" y="446450"/>
                  </a:lnTo>
                  <a:lnTo>
                    <a:pt x="962193" y="451050"/>
                  </a:lnTo>
                  <a:lnTo>
                    <a:pt x="959420" y="457810"/>
                  </a:lnTo>
                  <a:lnTo>
                    <a:pt x="959333" y="457976"/>
                  </a:lnTo>
                  <a:lnTo>
                    <a:pt x="947283" y="458858"/>
                  </a:lnTo>
                  <a:lnTo>
                    <a:pt x="947051" y="458914"/>
                  </a:lnTo>
                  <a:lnTo>
                    <a:pt x="939352" y="460038"/>
                  </a:lnTo>
                  <a:lnTo>
                    <a:pt x="923433" y="462404"/>
                  </a:lnTo>
                  <a:lnTo>
                    <a:pt x="919936" y="462920"/>
                  </a:lnTo>
                  <a:lnTo>
                    <a:pt x="919908" y="463663"/>
                  </a:lnTo>
                  <a:lnTo>
                    <a:pt x="919613" y="471371"/>
                  </a:lnTo>
                  <a:lnTo>
                    <a:pt x="919564" y="472637"/>
                  </a:lnTo>
                  <a:lnTo>
                    <a:pt x="918916" y="477000"/>
                  </a:lnTo>
                  <a:lnTo>
                    <a:pt x="917104" y="479917"/>
                  </a:lnTo>
                  <a:lnTo>
                    <a:pt x="915216" y="482962"/>
                  </a:lnTo>
                  <a:lnTo>
                    <a:pt x="913684" y="485436"/>
                  </a:lnTo>
                  <a:lnTo>
                    <a:pt x="912489" y="493670"/>
                  </a:lnTo>
                  <a:lnTo>
                    <a:pt x="911593" y="498778"/>
                  </a:lnTo>
                  <a:lnTo>
                    <a:pt x="911538" y="499121"/>
                  </a:lnTo>
                  <a:lnTo>
                    <a:pt x="911269" y="500790"/>
                  </a:lnTo>
                  <a:lnTo>
                    <a:pt x="910824" y="502629"/>
                  </a:lnTo>
                  <a:lnTo>
                    <a:pt x="910555" y="503740"/>
                  </a:lnTo>
                  <a:lnTo>
                    <a:pt x="909283" y="509009"/>
                  </a:lnTo>
                  <a:lnTo>
                    <a:pt x="908661" y="511587"/>
                  </a:lnTo>
                  <a:lnTo>
                    <a:pt x="908533" y="512123"/>
                  </a:lnTo>
                  <a:lnTo>
                    <a:pt x="906273" y="519806"/>
                  </a:lnTo>
                  <a:lnTo>
                    <a:pt x="905772" y="520531"/>
                  </a:lnTo>
                  <a:lnTo>
                    <a:pt x="900860" y="527651"/>
                  </a:lnTo>
                  <a:lnTo>
                    <a:pt x="900592" y="527768"/>
                  </a:lnTo>
                  <a:lnTo>
                    <a:pt x="897594" y="530330"/>
                  </a:lnTo>
                  <a:lnTo>
                    <a:pt x="894356" y="533103"/>
                  </a:lnTo>
                  <a:lnTo>
                    <a:pt x="894036" y="533525"/>
                  </a:lnTo>
                  <a:lnTo>
                    <a:pt x="893736" y="533602"/>
                  </a:lnTo>
                  <a:lnTo>
                    <a:pt x="893017" y="534006"/>
                  </a:lnTo>
                  <a:lnTo>
                    <a:pt x="892683" y="534273"/>
                  </a:lnTo>
                  <a:lnTo>
                    <a:pt x="892044" y="534706"/>
                  </a:lnTo>
                  <a:lnTo>
                    <a:pt x="892268" y="535585"/>
                  </a:lnTo>
                  <a:lnTo>
                    <a:pt x="892287" y="535786"/>
                  </a:lnTo>
                  <a:lnTo>
                    <a:pt x="892394" y="536622"/>
                  </a:lnTo>
                  <a:lnTo>
                    <a:pt x="892141" y="537210"/>
                  </a:lnTo>
                  <a:lnTo>
                    <a:pt x="892129" y="537677"/>
                  </a:lnTo>
                  <a:lnTo>
                    <a:pt x="892133" y="537889"/>
                  </a:lnTo>
                  <a:lnTo>
                    <a:pt x="892203" y="538495"/>
                  </a:lnTo>
                  <a:lnTo>
                    <a:pt x="892253" y="539077"/>
                  </a:lnTo>
                  <a:lnTo>
                    <a:pt x="892240" y="539257"/>
                  </a:lnTo>
                  <a:lnTo>
                    <a:pt x="892247" y="539600"/>
                  </a:lnTo>
                  <a:lnTo>
                    <a:pt x="892501" y="539976"/>
                  </a:lnTo>
                  <a:lnTo>
                    <a:pt x="892650" y="540323"/>
                  </a:lnTo>
                  <a:lnTo>
                    <a:pt x="892719" y="540504"/>
                  </a:lnTo>
                  <a:lnTo>
                    <a:pt x="893078" y="541703"/>
                  </a:lnTo>
                  <a:lnTo>
                    <a:pt x="893233" y="541962"/>
                  </a:lnTo>
                  <a:lnTo>
                    <a:pt x="893259" y="542372"/>
                  </a:lnTo>
                  <a:lnTo>
                    <a:pt x="893026" y="542547"/>
                  </a:lnTo>
                  <a:lnTo>
                    <a:pt x="892881" y="542611"/>
                  </a:lnTo>
                  <a:lnTo>
                    <a:pt x="892578" y="543023"/>
                  </a:lnTo>
                  <a:lnTo>
                    <a:pt x="892688" y="543248"/>
                  </a:lnTo>
                  <a:lnTo>
                    <a:pt x="892751" y="543824"/>
                  </a:lnTo>
                  <a:lnTo>
                    <a:pt x="892867" y="544009"/>
                  </a:lnTo>
                  <a:lnTo>
                    <a:pt x="893441" y="544323"/>
                  </a:lnTo>
                  <a:lnTo>
                    <a:pt x="893643" y="544355"/>
                  </a:lnTo>
                  <a:lnTo>
                    <a:pt x="893946" y="544363"/>
                  </a:lnTo>
                  <a:lnTo>
                    <a:pt x="894079" y="544279"/>
                  </a:lnTo>
                  <a:lnTo>
                    <a:pt x="894457" y="544296"/>
                  </a:lnTo>
                  <a:lnTo>
                    <a:pt x="894743" y="544682"/>
                  </a:lnTo>
                  <a:lnTo>
                    <a:pt x="895026" y="545105"/>
                  </a:lnTo>
                  <a:lnTo>
                    <a:pt x="895228" y="545693"/>
                  </a:lnTo>
                  <a:lnTo>
                    <a:pt x="895388" y="545944"/>
                  </a:lnTo>
                  <a:lnTo>
                    <a:pt x="895491" y="546243"/>
                  </a:lnTo>
                  <a:lnTo>
                    <a:pt x="895361" y="546760"/>
                  </a:lnTo>
                  <a:lnTo>
                    <a:pt x="894554" y="547131"/>
                  </a:lnTo>
                  <a:lnTo>
                    <a:pt x="893922" y="547530"/>
                  </a:lnTo>
                  <a:lnTo>
                    <a:pt x="893268" y="547497"/>
                  </a:lnTo>
                  <a:lnTo>
                    <a:pt x="892986" y="547518"/>
                  </a:lnTo>
                  <a:lnTo>
                    <a:pt x="892774" y="547545"/>
                  </a:lnTo>
                  <a:lnTo>
                    <a:pt x="892630" y="547567"/>
                  </a:lnTo>
                  <a:lnTo>
                    <a:pt x="892192" y="547523"/>
                  </a:lnTo>
                  <a:lnTo>
                    <a:pt x="892060" y="547492"/>
                  </a:lnTo>
                  <a:lnTo>
                    <a:pt x="891894" y="547462"/>
                  </a:lnTo>
                  <a:lnTo>
                    <a:pt x="891241" y="547286"/>
                  </a:lnTo>
                  <a:lnTo>
                    <a:pt x="890962" y="547282"/>
                  </a:lnTo>
                  <a:lnTo>
                    <a:pt x="890641" y="547299"/>
                  </a:lnTo>
                  <a:lnTo>
                    <a:pt x="890266" y="547318"/>
                  </a:lnTo>
                  <a:lnTo>
                    <a:pt x="889653" y="547339"/>
                  </a:lnTo>
                  <a:lnTo>
                    <a:pt x="889312" y="547348"/>
                  </a:lnTo>
                  <a:lnTo>
                    <a:pt x="889091" y="547352"/>
                  </a:lnTo>
                  <a:lnTo>
                    <a:pt x="887479" y="547659"/>
                  </a:lnTo>
                  <a:lnTo>
                    <a:pt x="887197" y="547793"/>
                  </a:lnTo>
                  <a:lnTo>
                    <a:pt x="886748" y="547938"/>
                  </a:lnTo>
                  <a:lnTo>
                    <a:pt x="886405" y="548009"/>
                  </a:lnTo>
                  <a:lnTo>
                    <a:pt x="885640" y="548325"/>
                  </a:lnTo>
                  <a:lnTo>
                    <a:pt x="885477" y="548336"/>
                  </a:lnTo>
                  <a:lnTo>
                    <a:pt x="885082" y="548438"/>
                  </a:lnTo>
                  <a:lnTo>
                    <a:pt x="884748" y="548660"/>
                  </a:lnTo>
                  <a:lnTo>
                    <a:pt x="884586" y="548946"/>
                  </a:lnTo>
                  <a:lnTo>
                    <a:pt x="884499" y="549155"/>
                  </a:lnTo>
                  <a:lnTo>
                    <a:pt x="883864" y="549427"/>
                  </a:lnTo>
                  <a:lnTo>
                    <a:pt x="883639" y="549378"/>
                  </a:lnTo>
                  <a:lnTo>
                    <a:pt x="883216" y="549426"/>
                  </a:lnTo>
                  <a:lnTo>
                    <a:pt x="883018" y="549558"/>
                  </a:lnTo>
                  <a:lnTo>
                    <a:pt x="882577" y="549421"/>
                  </a:lnTo>
                  <a:lnTo>
                    <a:pt x="882133" y="549491"/>
                  </a:lnTo>
                  <a:lnTo>
                    <a:pt x="881916" y="549444"/>
                  </a:lnTo>
                  <a:lnTo>
                    <a:pt x="881324" y="549399"/>
                  </a:lnTo>
                  <a:lnTo>
                    <a:pt x="881069" y="549409"/>
                  </a:lnTo>
                  <a:lnTo>
                    <a:pt x="880604" y="549681"/>
                  </a:lnTo>
                  <a:lnTo>
                    <a:pt x="880473" y="549755"/>
                  </a:lnTo>
                  <a:lnTo>
                    <a:pt x="880263" y="549861"/>
                  </a:lnTo>
                  <a:lnTo>
                    <a:pt x="880089" y="549890"/>
                  </a:lnTo>
                  <a:lnTo>
                    <a:pt x="879755" y="549911"/>
                  </a:lnTo>
                  <a:lnTo>
                    <a:pt x="879137" y="549840"/>
                  </a:lnTo>
                  <a:lnTo>
                    <a:pt x="878839" y="549918"/>
                  </a:lnTo>
                  <a:lnTo>
                    <a:pt x="878592" y="550094"/>
                  </a:lnTo>
                  <a:lnTo>
                    <a:pt x="878340" y="550176"/>
                  </a:lnTo>
                  <a:lnTo>
                    <a:pt x="877812" y="550082"/>
                  </a:lnTo>
                  <a:lnTo>
                    <a:pt x="877312" y="550302"/>
                  </a:lnTo>
                  <a:lnTo>
                    <a:pt x="877075" y="550560"/>
                  </a:lnTo>
                  <a:lnTo>
                    <a:pt x="876587" y="550479"/>
                  </a:lnTo>
                  <a:lnTo>
                    <a:pt x="876288" y="550621"/>
                  </a:lnTo>
                  <a:lnTo>
                    <a:pt x="876143" y="550706"/>
                  </a:lnTo>
                  <a:lnTo>
                    <a:pt x="875735" y="550736"/>
                  </a:lnTo>
                  <a:lnTo>
                    <a:pt x="875577" y="550675"/>
                  </a:lnTo>
                  <a:lnTo>
                    <a:pt x="875344" y="550816"/>
                  </a:lnTo>
                  <a:lnTo>
                    <a:pt x="875156" y="550979"/>
                  </a:lnTo>
                  <a:lnTo>
                    <a:pt x="874867" y="550964"/>
                  </a:lnTo>
                  <a:lnTo>
                    <a:pt x="874640" y="551014"/>
                  </a:lnTo>
                  <a:lnTo>
                    <a:pt x="874174" y="551444"/>
                  </a:lnTo>
                  <a:lnTo>
                    <a:pt x="873820" y="551518"/>
                  </a:lnTo>
                  <a:lnTo>
                    <a:pt x="873589" y="551555"/>
                  </a:lnTo>
                  <a:lnTo>
                    <a:pt x="873362" y="551651"/>
                  </a:lnTo>
                  <a:lnTo>
                    <a:pt x="873144" y="551762"/>
                  </a:lnTo>
                  <a:lnTo>
                    <a:pt x="872525" y="551986"/>
                  </a:lnTo>
                  <a:lnTo>
                    <a:pt x="872193" y="552356"/>
                  </a:lnTo>
                  <a:lnTo>
                    <a:pt x="871976" y="552389"/>
                  </a:lnTo>
                  <a:lnTo>
                    <a:pt x="871697" y="552440"/>
                  </a:lnTo>
                  <a:lnTo>
                    <a:pt x="871386" y="552592"/>
                  </a:lnTo>
                  <a:lnTo>
                    <a:pt x="871094" y="552733"/>
                  </a:lnTo>
                  <a:lnTo>
                    <a:pt x="870897" y="552750"/>
                  </a:lnTo>
                  <a:lnTo>
                    <a:pt x="870235" y="552942"/>
                  </a:lnTo>
                  <a:lnTo>
                    <a:pt x="870174" y="553201"/>
                  </a:lnTo>
                  <a:lnTo>
                    <a:pt x="870080" y="553804"/>
                  </a:lnTo>
                  <a:lnTo>
                    <a:pt x="869711" y="553849"/>
                  </a:lnTo>
                  <a:lnTo>
                    <a:pt x="869434" y="553968"/>
                  </a:lnTo>
                  <a:lnTo>
                    <a:pt x="869075" y="554086"/>
                  </a:lnTo>
                  <a:lnTo>
                    <a:pt x="868917" y="554098"/>
                  </a:lnTo>
                  <a:lnTo>
                    <a:pt x="868722" y="554080"/>
                  </a:lnTo>
                  <a:lnTo>
                    <a:pt x="868580" y="554061"/>
                  </a:lnTo>
                  <a:lnTo>
                    <a:pt x="868131" y="554192"/>
                  </a:lnTo>
                  <a:lnTo>
                    <a:pt x="867360" y="554141"/>
                  </a:lnTo>
                  <a:lnTo>
                    <a:pt x="867063" y="554156"/>
                  </a:lnTo>
                  <a:lnTo>
                    <a:pt x="866753" y="554260"/>
                  </a:lnTo>
                  <a:lnTo>
                    <a:pt x="866554" y="554399"/>
                  </a:lnTo>
                  <a:lnTo>
                    <a:pt x="866329" y="554446"/>
                  </a:lnTo>
                  <a:lnTo>
                    <a:pt x="865971" y="554659"/>
                  </a:lnTo>
                  <a:lnTo>
                    <a:pt x="865675" y="554761"/>
                  </a:lnTo>
                  <a:lnTo>
                    <a:pt x="865527" y="554797"/>
                  </a:lnTo>
                  <a:lnTo>
                    <a:pt x="865289" y="554772"/>
                  </a:lnTo>
                  <a:lnTo>
                    <a:pt x="865106" y="554674"/>
                  </a:lnTo>
                  <a:lnTo>
                    <a:pt x="864600" y="554513"/>
                  </a:lnTo>
                  <a:lnTo>
                    <a:pt x="864236" y="554485"/>
                  </a:lnTo>
                  <a:lnTo>
                    <a:pt x="864005" y="554469"/>
                  </a:lnTo>
                  <a:lnTo>
                    <a:pt x="863459" y="554583"/>
                  </a:lnTo>
                  <a:lnTo>
                    <a:pt x="863002" y="554687"/>
                  </a:lnTo>
                  <a:lnTo>
                    <a:pt x="862753" y="554585"/>
                  </a:lnTo>
                  <a:lnTo>
                    <a:pt x="862611" y="554517"/>
                  </a:lnTo>
                  <a:lnTo>
                    <a:pt x="862345" y="554474"/>
                  </a:lnTo>
                  <a:lnTo>
                    <a:pt x="861604" y="554611"/>
                  </a:lnTo>
                  <a:lnTo>
                    <a:pt x="860904" y="554979"/>
                  </a:lnTo>
                  <a:lnTo>
                    <a:pt x="860805" y="555353"/>
                  </a:lnTo>
                  <a:lnTo>
                    <a:pt x="860479" y="555297"/>
                  </a:lnTo>
                  <a:lnTo>
                    <a:pt x="859511" y="555302"/>
                  </a:lnTo>
                  <a:lnTo>
                    <a:pt x="859085" y="555115"/>
                  </a:lnTo>
                  <a:lnTo>
                    <a:pt x="858788" y="555326"/>
                  </a:lnTo>
                  <a:lnTo>
                    <a:pt x="857986" y="555881"/>
                  </a:lnTo>
                  <a:lnTo>
                    <a:pt x="857700" y="556032"/>
                  </a:lnTo>
                  <a:lnTo>
                    <a:pt x="857532" y="556109"/>
                  </a:lnTo>
                  <a:lnTo>
                    <a:pt x="857368" y="556158"/>
                  </a:lnTo>
                  <a:lnTo>
                    <a:pt x="857152" y="556088"/>
                  </a:lnTo>
                  <a:lnTo>
                    <a:pt x="856758" y="556215"/>
                  </a:lnTo>
                  <a:lnTo>
                    <a:pt x="855576" y="556464"/>
                  </a:lnTo>
                  <a:lnTo>
                    <a:pt x="855196" y="556565"/>
                  </a:lnTo>
                  <a:lnTo>
                    <a:pt x="854544" y="556848"/>
                  </a:lnTo>
                  <a:lnTo>
                    <a:pt x="854369" y="556818"/>
                  </a:lnTo>
                  <a:lnTo>
                    <a:pt x="853997" y="556715"/>
                  </a:lnTo>
                  <a:lnTo>
                    <a:pt x="853551" y="556902"/>
                  </a:lnTo>
                  <a:lnTo>
                    <a:pt x="852983" y="557149"/>
                  </a:lnTo>
                  <a:lnTo>
                    <a:pt x="852547" y="557288"/>
                  </a:lnTo>
                  <a:lnTo>
                    <a:pt x="851886" y="557362"/>
                  </a:lnTo>
                  <a:lnTo>
                    <a:pt x="851560" y="557435"/>
                  </a:lnTo>
                  <a:lnTo>
                    <a:pt x="851312" y="557433"/>
                  </a:lnTo>
                  <a:lnTo>
                    <a:pt x="851070" y="557399"/>
                  </a:lnTo>
                  <a:lnTo>
                    <a:pt x="850901" y="557342"/>
                  </a:lnTo>
                  <a:lnTo>
                    <a:pt x="850309" y="557453"/>
                  </a:lnTo>
                  <a:lnTo>
                    <a:pt x="849847" y="557470"/>
                  </a:lnTo>
                  <a:lnTo>
                    <a:pt x="849431" y="557744"/>
                  </a:lnTo>
                  <a:lnTo>
                    <a:pt x="848758" y="557960"/>
                  </a:lnTo>
                  <a:lnTo>
                    <a:pt x="847900" y="558531"/>
                  </a:lnTo>
                  <a:lnTo>
                    <a:pt x="846800" y="558808"/>
                  </a:lnTo>
                  <a:lnTo>
                    <a:pt x="846408" y="559013"/>
                  </a:lnTo>
                  <a:lnTo>
                    <a:pt x="846240" y="559096"/>
                  </a:lnTo>
                  <a:lnTo>
                    <a:pt x="845918" y="559246"/>
                  </a:lnTo>
                  <a:lnTo>
                    <a:pt x="845669" y="559514"/>
                  </a:lnTo>
                  <a:lnTo>
                    <a:pt x="845087" y="559824"/>
                  </a:lnTo>
                  <a:lnTo>
                    <a:pt x="844905" y="559799"/>
                  </a:lnTo>
                  <a:lnTo>
                    <a:pt x="844507" y="559846"/>
                  </a:lnTo>
                  <a:lnTo>
                    <a:pt x="843395" y="560617"/>
                  </a:lnTo>
                  <a:lnTo>
                    <a:pt x="843045" y="560953"/>
                  </a:lnTo>
                  <a:lnTo>
                    <a:pt x="842762" y="561051"/>
                  </a:lnTo>
                  <a:lnTo>
                    <a:pt x="841976" y="561048"/>
                  </a:lnTo>
                  <a:lnTo>
                    <a:pt x="841246" y="561055"/>
                  </a:lnTo>
                  <a:lnTo>
                    <a:pt x="841113" y="560997"/>
                  </a:lnTo>
                  <a:lnTo>
                    <a:pt x="840734" y="560884"/>
                  </a:lnTo>
                  <a:lnTo>
                    <a:pt x="840511" y="560824"/>
                  </a:lnTo>
                  <a:lnTo>
                    <a:pt x="840269" y="560790"/>
                  </a:lnTo>
                  <a:lnTo>
                    <a:pt x="839800" y="560872"/>
                  </a:lnTo>
                  <a:lnTo>
                    <a:pt x="839509" y="561204"/>
                  </a:lnTo>
                  <a:lnTo>
                    <a:pt x="839200" y="561248"/>
                  </a:lnTo>
                  <a:lnTo>
                    <a:pt x="838918" y="561169"/>
                  </a:lnTo>
                  <a:lnTo>
                    <a:pt x="838467" y="561388"/>
                  </a:lnTo>
                  <a:lnTo>
                    <a:pt x="837979" y="561686"/>
                  </a:lnTo>
                  <a:lnTo>
                    <a:pt x="837717" y="561807"/>
                  </a:lnTo>
                  <a:lnTo>
                    <a:pt x="837586" y="561851"/>
                  </a:lnTo>
                  <a:lnTo>
                    <a:pt x="837366" y="561922"/>
                  </a:lnTo>
                  <a:lnTo>
                    <a:pt x="836625" y="562123"/>
                  </a:lnTo>
                  <a:lnTo>
                    <a:pt x="836103" y="562241"/>
                  </a:lnTo>
                  <a:lnTo>
                    <a:pt x="835683" y="562345"/>
                  </a:lnTo>
                  <a:lnTo>
                    <a:pt x="835243" y="562463"/>
                  </a:lnTo>
                  <a:lnTo>
                    <a:pt x="834617" y="562659"/>
                  </a:lnTo>
                  <a:lnTo>
                    <a:pt x="834291" y="563062"/>
                  </a:lnTo>
                  <a:lnTo>
                    <a:pt x="834086" y="563156"/>
                  </a:lnTo>
                  <a:lnTo>
                    <a:pt x="833936" y="563182"/>
                  </a:lnTo>
                  <a:lnTo>
                    <a:pt x="833402" y="563170"/>
                  </a:lnTo>
                  <a:lnTo>
                    <a:pt x="832847" y="563064"/>
                  </a:lnTo>
                  <a:lnTo>
                    <a:pt x="832626" y="563052"/>
                  </a:lnTo>
                  <a:lnTo>
                    <a:pt x="832470" y="563072"/>
                  </a:lnTo>
                  <a:lnTo>
                    <a:pt x="832007" y="563205"/>
                  </a:lnTo>
                  <a:lnTo>
                    <a:pt x="831502" y="563239"/>
                  </a:lnTo>
                  <a:lnTo>
                    <a:pt x="831170" y="563258"/>
                  </a:lnTo>
                  <a:lnTo>
                    <a:pt x="830496" y="563367"/>
                  </a:lnTo>
                  <a:lnTo>
                    <a:pt x="830157" y="563478"/>
                  </a:lnTo>
                  <a:lnTo>
                    <a:pt x="830023" y="563567"/>
                  </a:lnTo>
                  <a:lnTo>
                    <a:pt x="829796" y="563704"/>
                  </a:lnTo>
                  <a:lnTo>
                    <a:pt x="829466" y="563755"/>
                  </a:lnTo>
                  <a:lnTo>
                    <a:pt x="829189" y="563778"/>
                  </a:lnTo>
                  <a:lnTo>
                    <a:pt x="829059" y="563762"/>
                  </a:lnTo>
                  <a:lnTo>
                    <a:pt x="828500" y="563880"/>
                  </a:lnTo>
                  <a:lnTo>
                    <a:pt x="828243" y="563892"/>
                  </a:lnTo>
                  <a:lnTo>
                    <a:pt x="828070" y="563845"/>
                  </a:lnTo>
                  <a:lnTo>
                    <a:pt x="827548" y="563732"/>
                  </a:lnTo>
                  <a:lnTo>
                    <a:pt x="827336" y="563710"/>
                  </a:lnTo>
                  <a:lnTo>
                    <a:pt x="827070" y="563715"/>
                  </a:lnTo>
                  <a:lnTo>
                    <a:pt x="826873" y="563762"/>
                  </a:lnTo>
                  <a:lnTo>
                    <a:pt x="826735" y="563804"/>
                  </a:lnTo>
                  <a:lnTo>
                    <a:pt x="826458" y="563890"/>
                  </a:lnTo>
                  <a:lnTo>
                    <a:pt x="826113" y="564046"/>
                  </a:lnTo>
                  <a:lnTo>
                    <a:pt x="825748" y="564154"/>
                  </a:lnTo>
                  <a:lnTo>
                    <a:pt x="825600" y="564186"/>
                  </a:lnTo>
                  <a:lnTo>
                    <a:pt x="825396" y="564198"/>
                  </a:lnTo>
                  <a:lnTo>
                    <a:pt x="825176" y="564205"/>
                  </a:lnTo>
                  <a:lnTo>
                    <a:pt x="824933" y="564230"/>
                  </a:lnTo>
                  <a:lnTo>
                    <a:pt x="824773" y="564320"/>
                  </a:lnTo>
                  <a:lnTo>
                    <a:pt x="824147" y="564461"/>
                  </a:lnTo>
                  <a:lnTo>
                    <a:pt x="823929" y="564589"/>
                  </a:lnTo>
                  <a:lnTo>
                    <a:pt x="823593" y="564707"/>
                  </a:lnTo>
                  <a:lnTo>
                    <a:pt x="823449" y="564711"/>
                  </a:lnTo>
                  <a:lnTo>
                    <a:pt x="822791" y="564855"/>
                  </a:lnTo>
                  <a:lnTo>
                    <a:pt x="822497" y="564904"/>
                  </a:lnTo>
                  <a:lnTo>
                    <a:pt x="822315" y="564925"/>
                  </a:lnTo>
                  <a:lnTo>
                    <a:pt x="821900" y="565000"/>
                  </a:lnTo>
                  <a:lnTo>
                    <a:pt x="821718" y="565051"/>
                  </a:lnTo>
                  <a:lnTo>
                    <a:pt x="821332" y="565142"/>
                  </a:lnTo>
                  <a:lnTo>
                    <a:pt x="821145" y="565150"/>
                  </a:lnTo>
                  <a:lnTo>
                    <a:pt x="820504" y="565365"/>
                  </a:lnTo>
                  <a:lnTo>
                    <a:pt x="820309" y="565503"/>
                  </a:lnTo>
                  <a:lnTo>
                    <a:pt x="819287" y="565372"/>
                  </a:lnTo>
                  <a:lnTo>
                    <a:pt x="818724" y="565406"/>
                  </a:lnTo>
                  <a:lnTo>
                    <a:pt x="818469" y="565475"/>
                  </a:lnTo>
                  <a:lnTo>
                    <a:pt x="818198" y="565560"/>
                  </a:lnTo>
                  <a:lnTo>
                    <a:pt x="817413" y="565735"/>
                  </a:lnTo>
                  <a:lnTo>
                    <a:pt x="817090" y="565698"/>
                  </a:lnTo>
                  <a:lnTo>
                    <a:pt x="816745" y="565660"/>
                  </a:lnTo>
                  <a:lnTo>
                    <a:pt x="816500" y="565711"/>
                  </a:lnTo>
                  <a:lnTo>
                    <a:pt x="816035" y="565823"/>
                  </a:lnTo>
                  <a:lnTo>
                    <a:pt x="815817" y="565884"/>
                  </a:lnTo>
                  <a:lnTo>
                    <a:pt x="815449" y="565830"/>
                  </a:lnTo>
                  <a:lnTo>
                    <a:pt x="815177" y="565658"/>
                  </a:lnTo>
                  <a:lnTo>
                    <a:pt x="814888" y="565536"/>
                  </a:lnTo>
                  <a:lnTo>
                    <a:pt x="814738" y="565483"/>
                  </a:lnTo>
                  <a:lnTo>
                    <a:pt x="814196" y="565323"/>
                  </a:lnTo>
                  <a:lnTo>
                    <a:pt x="813831" y="565274"/>
                  </a:lnTo>
                  <a:lnTo>
                    <a:pt x="813110" y="565283"/>
                  </a:lnTo>
                  <a:lnTo>
                    <a:pt x="812862" y="565173"/>
                  </a:lnTo>
                  <a:lnTo>
                    <a:pt x="812422" y="565063"/>
                  </a:lnTo>
                  <a:lnTo>
                    <a:pt x="812049" y="565034"/>
                  </a:lnTo>
                  <a:lnTo>
                    <a:pt x="811445" y="565252"/>
                  </a:lnTo>
                  <a:lnTo>
                    <a:pt x="811284" y="565285"/>
                  </a:lnTo>
                  <a:lnTo>
                    <a:pt x="810913" y="565331"/>
                  </a:lnTo>
                  <a:lnTo>
                    <a:pt x="810728" y="565370"/>
                  </a:lnTo>
                  <a:lnTo>
                    <a:pt x="810608" y="565538"/>
                  </a:lnTo>
                  <a:lnTo>
                    <a:pt x="810776" y="565685"/>
                  </a:lnTo>
                  <a:lnTo>
                    <a:pt x="810903" y="565813"/>
                  </a:lnTo>
                  <a:lnTo>
                    <a:pt x="811216" y="566216"/>
                  </a:lnTo>
                  <a:lnTo>
                    <a:pt x="811472" y="566505"/>
                  </a:lnTo>
                  <a:lnTo>
                    <a:pt x="811688" y="566765"/>
                  </a:lnTo>
                  <a:lnTo>
                    <a:pt x="811844" y="567111"/>
                  </a:lnTo>
                  <a:lnTo>
                    <a:pt x="811602" y="567227"/>
                  </a:lnTo>
                  <a:lnTo>
                    <a:pt x="811243" y="567299"/>
                  </a:lnTo>
                  <a:lnTo>
                    <a:pt x="811073" y="567384"/>
                  </a:lnTo>
                  <a:lnTo>
                    <a:pt x="810763" y="567581"/>
                  </a:lnTo>
                  <a:lnTo>
                    <a:pt x="810608" y="567766"/>
                  </a:lnTo>
                  <a:lnTo>
                    <a:pt x="810105" y="568224"/>
                  </a:lnTo>
                  <a:lnTo>
                    <a:pt x="809970" y="568519"/>
                  </a:lnTo>
                  <a:lnTo>
                    <a:pt x="810038" y="568704"/>
                  </a:lnTo>
                  <a:lnTo>
                    <a:pt x="810139" y="568946"/>
                  </a:lnTo>
                  <a:lnTo>
                    <a:pt x="810185" y="569134"/>
                  </a:lnTo>
                  <a:lnTo>
                    <a:pt x="810037" y="569145"/>
                  </a:lnTo>
                  <a:lnTo>
                    <a:pt x="809476" y="569283"/>
                  </a:lnTo>
                  <a:lnTo>
                    <a:pt x="808765" y="569416"/>
                  </a:lnTo>
                  <a:lnTo>
                    <a:pt x="808376" y="569356"/>
                  </a:lnTo>
                  <a:lnTo>
                    <a:pt x="808207" y="569300"/>
                  </a:lnTo>
                  <a:lnTo>
                    <a:pt x="807795" y="569226"/>
                  </a:lnTo>
                  <a:lnTo>
                    <a:pt x="807471" y="569481"/>
                  </a:lnTo>
                  <a:lnTo>
                    <a:pt x="806717" y="569922"/>
                  </a:lnTo>
                  <a:lnTo>
                    <a:pt x="806382" y="570122"/>
                  </a:lnTo>
                  <a:lnTo>
                    <a:pt x="806526" y="570778"/>
                  </a:lnTo>
                  <a:lnTo>
                    <a:pt x="805898" y="571034"/>
                  </a:lnTo>
                  <a:lnTo>
                    <a:pt x="805015" y="571330"/>
                  </a:lnTo>
                  <a:lnTo>
                    <a:pt x="804805" y="571325"/>
                  </a:lnTo>
                  <a:lnTo>
                    <a:pt x="804267" y="571296"/>
                  </a:lnTo>
                  <a:lnTo>
                    <a:pt x="803879" y="571256"/>
                  </a:lnTo>
                  <a:lnTo>
                    <a:pt x="803476" y="571314"/>
                  </a:lnTo>
                  <a:lnTo>
                    <a:pt x="803221" y="571382"/>
                  </a:lnTo>
                  <a:lnTo>
                    <a:pt x="802860" y="571692"/>
                  </a:lnTo>
                  <a:lnTo>
                    <a:pt x="803062" y="572002"/>
                  </a:lnTo>
                  <a:lnTo>
                    <a:pt x="803171" y="573281"/>
                  </a:lnTo>
                  <a:lnTo>
                    <a:pt x="802436" y="573663"/>
                  </a:lnTo>
                  <a:lnTo>
                    <a:pt x="802251" y="573728"/>
                  </a:lnTo>
                  <a:lnTo>
                    <a:pt x="801810" y="573909"/>
                  </a:lnTo>
                  <a:lnTo>
                    <a:pt x="801139" y="574791"/>
                  </a:lnTo>
                  <a:lnTo>
                    <a:pt x="800981" y="574756"/>
                  </a:lnTo>
                  <a:lnTo>
                    <a:pt x="800682" y="574742"/>
                  </a:lnTo>
                  <a:lnTo>
                    <a:pt x="798737" y="575117"/>
                  </a:lnTo>
                  <a:lnTo>
                    <a:pt x="798283" y="575233"/>
                  </a:lnTo>
                  <a:lnTo>
                    <a:pt x="798061" y="575296"/>
                  </a:lnTo>
                  <a:lnTo>
                    <a:pt x="797335" y="574952"/>
                  </a:lnTo>
                  <a:lnTo>
                    <a:pt x="796825" y="574697"/>
                  </a:lnTo>
                  <a:lnTo>
                    <a:pt x="796003" y="574797"/>
                  </a:lnTo>
                  <a:lnTo>
                    <a:pt x="796074" y="574240"/>
                  </a:lnTo>
                  <a:lnTo>
                    <a:pt x="795477" y="574264"/>
                  </a:lnTo>
                  <a:lnTo>
                    <a:pt x="795004" y="574284"/>
                  </a:lnTo>
                  <a:lnTo>
                    <a:pt x="794526" y="574305"/>
                  </a:lnTo>
                  <a:lnTo>
                    <a:pt x="794328" y="574320"/>
                  </a:lnTo>
                  <a:lnTo>
                    <a:pt x="793982" y="574408"/>
                  </a:lnTo>
                  <a:lnTo>
                    <a:pt x="793788" y="574567"/>
                  </a:lnTo>
                  <a:lnTo>
                    <a:pt x="793404" y="574753"/>
                  </a:lnTo>
                  <a:lnTo>
                    <a:pt x="793156" y="574711"/>
                  </a:lnTo>
                  <a:lnTo>
                    <a:pt x="792858" y="574702"/>
                  </a:lnTo>
                  <a:lnTo>
                    <a:pt x="792519" y="574551"/>
                  </a:lnTo>
                  <a:lnTo>
                    <a:pt x="792016" y="574549"/>
                  </a:lnTo>
                  <a:lnTo>
                    <a:pt x="791679" y="574591"/>
                  </a:lnTo>
                  <a:lnTo>
                    <a:pt x="791453" y="574693"/>
                  </a:lnTo>
                  <a:lnTo>
                    <a:pt x="790984" y="574778"/>
                  </a:lnTo>
                  <a:lnTo>
                    <a:pt x="790645" y="574784"/>
                  </a:lnTo>
                  <a:lnTo>
                    <a:pt x="790378" y="574732"/>
                  </a:lnTo>
                  <a:lnTo>
                    <a:pt x="790117" y="574649"/>
                  </a:lnTo>
                  <a:lnTo>
                    <a:pt x="789953" y="574636"/>
                  </a:lnTo>
                  <a:lnTo>
                    <a:pt x="789470" y="574666"/>
                  </a:lnTo>
                  <a:lnTo>
                    <a:pt x="788228" y="574847"/>
                  </a:lnTo>
                  <a:lnTo>
                    <a:pt x="788020" y="574795"/>
                  </a:lnTo>
                  <a:lnTo>
                    <a:pt x="787112" y="574932"/>
                  </a:lnTo>
                  <a:lnTo>
                    <a:pt x="786958" y="575084"/>
                  </a:lnTo>
                  <a:lnTo>
                    <a:pt x="786561" y="575292"/>
                  </a:lnTo>
                  <a:lnTo>
                    <a:pt x="786504" y="575578"/>
                  </a:lnTo>
                  <a:lnTo>
                    <a:pt x="786489" y="575876"/>
                  </a:lnTo>
                  <a:lnTo>
                    <a:pt x="786487" y="577059"/>
                  </a:lnTo>
                  <a:lnTo>
                    <a:pt x="786501" y="577406"/>
                  </a:lnTo>
                  <a:lnTo>
                    <a:pt x="786463" y="577796"/>
                  </a:lnTo>
                  <a:lnTo>
                    <a:pt x="786418" y="578208"/>
                  </a:lnTo>
                  <a:lnTo>
                    <a:pt x="786506" y="578563"/>
                  </a:lnTo>
                  <a:lnTo>
                    <a:pt x="786562" y="578762"/>
                  </a:lnTo>
                  <a:lnTo>
                    <a:pt x="786677" y="579014"/>
                  </a:lnTo>
                  <a:lnTo>
                    <a:pt x="787449" y="579627"/>
                  </a:lnTo>
                  <a:lnTo>
                    <a:pt x="787774" y="579485"/>
                  </a:lnTo>
                  <a:lnTo>
                    <a:pt x="788690" y="579616"/>
                  </a:lnTo>
                  <a:lnTo>
                    <a:pt x="789418" y="579700"/>
                  </a:lnTo>
                  <a:lnTo>
                    <a:pt x="789702" y="579855"/>
                  </a:lnTo>
                  <a:lnTo>
                    <a:pt x="789617" y="580051"/>
                  </a:lnTo>
                  <a:lnTo>
                    <a:pt x="789501" y="580393"/>
                  </a:lnTo>
                  <a:lnTo>
                    <a:pt x="789411" y="580665"/>
                  </a:lnTo>
                  <a:lnTo>
                    <a:pt x="789353" y="580848"/>
                  </a:lnTo>
                  <a:lnTo>
                    <a:pt x="789299" y="581005"/>
                  </a:lnTo>
                  <a:lnTo>
                    <a:pt x="789224" y="581184"/>
                  </a:lnTo>
                  <a:lnTo>
                    <a:pt x="789123" y="581371"/>
                  </a:lnTo>
                  <a:lnTo>
                    <a:pt x="788596" y="581765"/>
                  </a:lnTo>
                  <a:lnTo>
                    <a:pt x="787907" y="581902"/>
                  </a:lnTo>
                  <a:lnTo>
                    <a:pt x="787899" y="582083"/>
                  </a:lnTo>
                  <a:lnTo>
                    <a:pt x="787952" y="582254"/>
                  </a:lnTo>
                  <a:lnTo>
                    <a:pt x="788297" y="582265"/>
                  </a:lnTo>
                  <a:lnTo>
                    <a:pt x="788437" y="582403"/>
                  </a:lnTo>
                  <a:lnTo>
                    <a:pt x="788272" y="582435"/>
                  </a:lnTo>
                  <a:lnTo>
                    <a:pt x="787733" y="582893"/>
                  </a:lnTo>
                  <a:lnTo>
                    <a:pt x="788088" y="583289"/>
                  </a:lnTo>
                  <a:lnTo>
                    <a:pt x="788221" y="583399"/>
                  </a:lnTo>
                  <a:lnTo>
                    <a:pt x="790325" y="585145"/>
                  </a:lnTo>
                  <a:lnTo>
                    <a:pt x="790606" y="585370"/>
                  </a:lnTo>
                  <a:lnTo>
                    <a:pt x="791042" y="585716"/>
                  </a:lnTo>
                  <a:lnTo>
                    <a:pt x="791326" y="585941"/>
                  </a:lnTo>
                  <a:lnTo>
                    <a:pt x="791458" y="586043"/>
                  </a:lnTo>
                  <a:lnTo>
                    <a:pt x="791932" y="586404"/>
                  </a:lnTo>
                  <a:lnTo>
                    <a:pt x="792197" y="586605"/>
                  </a:lnTo>
                  <a:lnTo>
                    <a:pt x="793667" y="587733"/>
                  </a:lnTo>
                  <a:lnTo>
                    <a:pt x="793800" y="587836"/>
                  </a:lnTo>
                  <a:lnTo>
                    <a:pt x="794087" y="588059"/>
                  </a:lnTo>
                  <a:lnTo>
                    <a:pt x="794521" y="588397"/>
                  </a:lnTo>
                  <a:lnTo>
                    <a:pt x="796061" y="588516"/>
                  </a:lnTo>
                  <a:lnTo>
                    <a:pt x="796723" y="588562"/>
                  </a:lnTo>
                  <a:lnTo>
                    <a:pt x="797055" y="588586"/>
                  </a:lnTo>
                  <a:lnTo>
                    <a:pt x="797731" y="588636"/>
                  </a:lnTo>
                  <a:lnTo>
                    <a:pt x="797930" y="588650"/>
                  </a:lnTo>
                  <a:lnTo>
                    <a:pt x="797963" y="588399"/>
                  </a:lnTo>
                  <a:lnTo>
                    <a:pt x="798014" y="587928"/>
                  </a:lnTo>
                  <a:lnTo>
                    <a:pt x="798168" y="586513"/>
                  </a:lnTo>
                  <a:lnTo>
                    <a:pt x="798244" y="585803"/>
                  </a:lnTo>
                  <a:lnTo>
                    <a:pt x="798301" y="585329"/>
                  </a:lnTo>
                  <a:lnTo>
                    <a:pt x="798468" y="585035"/>
                  </a:lnTo>
                  <a:lnTo>
                    <a:pt x="798661" y="584981"/>
                  </a:lnTo>
                  <a:lnTo>
                    <a:pt x="798923" y="584901"/>
                  </a:lnTo>
                  <a:lnTo>
                    <a:pt x="799320" y="584780"/>
                  </a:lnTo>
                  <a:lnTo>
                    <a:pt x="799535" y="584713"/>
                  </a:lnTo>
                  <a:lnTo>
                    <a:pt x="799997" y="584566"/>
                  </a:lnTo>
                  <a:lnTo>
                    <a:pt x="800332" y="584461"/>
                  </a:lnTo>
                  <a:lnTo>
                    <a:pt x="800668" y="584444"/>
                  </a:lnTo>
                  <a:lnTo>
                    <a:pt x="801003" y="584416"/>
                  </a:lnTo>
                  <a:lnTo>
                    <a:pt x="801682" y="584350"/>
                  </a:lnTo>
                  <a:lnTo>
                    <a:pt x="802351" y="584286"/>
                  </a:lnTo>
                  <a:lnTo>
                    <a:pt x="803706" y="584162"/>
                  </a:lnTo>
                  <a:lnTo>
                    <a:pt x="804366" y="584125"/>
                  </a:lnTo>
                  <a:lnTo>
                    <a:pt x="804980" y="584087"/>
                  </a:lnTo>
                  <a:lnTo>
                    <a:pt x="805731" y="584042"/>
                  </a:lnTo>
                  <a:lnTo>
                    <a:pt x="806380" y="584004"/>
                  </a:lnTo>
                  <a:lnTo>
                    <a:pt x="806280" y="584827"/>
                  </a:lnTo>
                  <a:lnTo>
                    <a:pt x="806162" y="585848"/>
                  </a:lnTo>
                  <a:lnTo>
                    <a:pt x="806134" y="586091"/>
                  </a:lnTo>
                  <a:lnTo>
                    <a:pt x="806101" y="586389"/>
                  </a:lnTo>
                  <a:lnTo>
                    <a:pt x="806085" y="586551"/>
                  </a:lnTo>
                  <a:lnTo>
                    <a:pt x="806054" y="586855"/>
                  </a:lnTo>
                  <a:lnTo>
                    <a:pt x="805942" y="587811"/>
                  </a:lnTo>
                  <a:lnTo>
                    <a:pt x="805823" y="588887"/>
                  </a:lnTo>
                  <a:lnTo>
                    <a:pt x="805807" y="589034"/>
                  </a:lnTo>
                  <a:lnTo>
                    <a:pt x="805760" y="589454"/>
                  </a:lnTo>
                  <a:lnTo>
                    <a:pt x="805745" y="589588"/>
                  </a:lnTo>
                  <a:lnTo>
                    <a:pt x="805711" y="589889"/>
                  </a:lnTo>
                  <a:lnTo>
                    <a:pt x="805691" y="590050"/>
                  </a:lnTo>
                  <a:lnTo>
                    <a:pt x="805685" y="590203"/>
                  </a:lnTo>
                  <a:lnTo>
                    <a:pt x="805684" y="590358"/>
                  </a:lnTo>
                  <a:lnTo>
                    <a:pt x="805683" y="590514"/>
                  </a:lnTo>
                  <a:lnTo>
                    <a:pt x="805684" y="590842"/>
                  </a:lnTo>
                  <a:lnTo>
                    <a:pt x="805686" y="591260"/>
                  </a:lnTo>
                  <a:lnTo>
                    <a:pt x="805693" y="592486"/>
                  </a:lnTo>
                  <a:lnTo>
                    <a:pt x="805703" y="594152"/>
                  </a:lnTo>
                  <a:lnTo>
                    <a:pt x="805716" y="596280"/>
                  </a:lnTo>
                  <a:lnTo>
                    <a:pt x="805721" y="597359"/>
                  </a:lnTo>
                  <a:lnTo>
                    <a:pt x="805732" y="599045"/>
                  </a:lnTo>
                  <a:lnTo>
                    <a:pt x="805741" y="600284"/>
                  </a:lnTo>
                  <a:lnTo>
                    <a:pt x="805748" y="601187"/>
                  </a:lnTo>
                  <a:lnTo>
                    <a:pt x="805762" y="601753"/>
                  </a:lnTo>
                  <a:lnTo>
                    <a:pt x="805767" y="602482"/>
                  </a:lnTo>
                  <a:lnTo>
                    <a:pt x="805768" y="603011"/>
                  </a:lnTo>
                  <a:lnTo>
                    <a:pt x="805771" y="603546"/>
                  </a:lnTo>
                  <a:lnTo>
                    <a:pt x="805779" y="604088"/>
                  </a:lnTo>
                  <a:lnTo>
                    <a:pt x="805786" y="605167"/>
                  </a:lnTo>
                  <a:lnTo>
                    <a:pt x="805791" y="605707"/>
                  </a:lnTo>
                  <a:lnTo>
                    <a:pt x="805801" y="606797"/>
                  </a:lnTo>
                  <a:lnTo>
                    <a:pt x="805804" y="607326"/>
                  </a:lnTo>
                  <a:lnTo>
                    <a:pt x="805801" y="607894"/>
                  </a:lnTo>
                  <a:lnTo>
                    <a:pt x="805811" y="608409"/>
                  </a:lnTo>
                  <a:lnTo>
                    <a:pt x="805823" y="610147"/>
                  </a:lnTo>
                  <a:lnTo>
                    <a:pt x="805826" y="610551"/>
                  </a:lnTo>
                  <a:lnTo>
                    <a:pt x="805830" y="611627"/>
                  </a:lnTo>
                  <a:lnTo>
                    <a:pt x="805835" y="612707"/>
                  </a:lnTo>
                  <a:lnTo>
                    <a:pt x="805839" y="613250"/>
                  </a:lnTo>
                  <a:lnTo>
                    <a:pt x="805845" y="614882"/>
                  </a:lnTo>
                  <a:lnTo>
                    <a:pt x="805846" y="615423"/>
                  </a:lnTo>
                  <a:lnTo>
                    <a:pt x="806256" y="615738"/>
                  </a:lnTo>
                  <a:lnTo>
                    <a:pt x="806587" y="615772"/>
                  </a:lnTo>
                  <a:lnTo>
                    <a:pt x="807037" y="615786"/>
                  </a:lnTo>
                  <a:lnTo>
                    <a:pt x="807715" y="615977"/>
                  </a:lnTo>
                  <a:lnTo>
                    <a:pt x="807981" y="616057"/>
                  </a:lnTo>
                  <a:lnTo>
                    <a:pt x="808303" y="616066"/>
                  </a:lnTo>
                  <a:lnTo>
                    <a:pt x="808543" y="616092"/>
                  </a:lnTo>
                  <a:lnTo>
                    <a:pt x="808670" y="616250"/>
                  </a:lnTo>
                  <a:lnTo>
                    <a:pt x="808661" y="616453"/>
                  </a:lnTo>
                  <a:lnTo>
                    <a:pt x="808784" y="616847"/>
                  </a:lnTo>
                  <a:lnTo>
                    <a:pt x="808899" y="617074"/>
                  </a:lnTo>
                  <a:lnTo>
                    <a:pt x="809311" y="617089"/>
                  </a:lnTo>
                  <a:lnTo>
                    <a:pt x="809540" y="617086"/>
                  </a:lnTo>
                  <a:lnTo>
                    <a:pt x="810034" y="617300"/>
                  </a:lnTo>
                  <a:lnTo>
                    <a:pt x="810324" y="617414"/>
                  </a:lnTo>
                  <a:lnTo>
                    <a:pt x="810750" y="617355"/>
                  </a:lnTo>
                  <a:lnTo>
                    <a:pt x="810932" y="617310"/>
                  </a:lnTo>
                  <a:lnTo>
                    <a:pt x="811390" y="617307"/>
                  </a:lnTo>
                  <a:lnTo>
                    <a:pt x="812555" y="617497"/>
                  </a:lnTo>
                  <a:lnTo>
                    <a:pt x="813180" y="617471"/>
                  </a:lnTo>
                  <a:lnTo>
                    <a:pt x="813307" y="618261"/>
                  </a:lnTo>
                  <a:lnTo>
                    <a:pt x="813738" y="618291"/>
                  </a:lnTo>
                  <a:lnTo>
                    <a:pt x="814420" y="618506"/>
                  </a:lnTo>
                  <a:lnTo>
                    <a:pt x="815287" y="618698"/>
                  </a:lnTo>
                  <a:lnTo>
                    <a:pt x="815627" y="618947"/>
                  </a:lnTo>
                  <a:lnTo>
                    <a:pt x="815876" y="619090"/>
                  </a:lnTo>
                  <a:lnTo>
                    <a:pt x="816374" y="619519"/>
                  </a:lnTo>
                  <a:lnTo>
                    <a:pt x="816432" y="619710"/>
                  </a:lnTo>
                  <a:lnTo>
                    <a:pt x="816680" y="619807"/>
                  </a:lnTo>
                  <a:lnTo>
                    <a:pt x="817085" y="619824"/>
                  </a:lnTo>
                  <a:lnTo>
                    <a:pt x="817538" y="619936"/>
                  </a:lnTo>
                  <a:lnTo>
                    <a:pt x="818126" y="620166"/>
                  </a:lnTo>
                  <a:lnTo>
                    <a:pt x="818544" y="620389"/>
                  </a:lnTo>
                  <a:lnTo>
                    <a:pt x="818697" y="620677"/>
                  </a:lnTo>
                  <a:lnTo>
                    <a:pt x="818879" y="621072"/>
                  </a:lnTo>
                  <a:lnTo>
                    <a:pt x="819311" y="620996"/>
                  </a:lnTo>
                  <a:lnTo>
                    <a:pt x="819556" y="621154"/>
                  </a:lnTo>
                  <a:lnTo>
                    <a:pt x="819713" y="621265"/>
                  </a:lnTo>
                  <a:lnTo>
                    <a:pt x="819823" y="621561"/>
                  </a:lnTo>
                  <a:lnTo>
                    <a:pt x="820126" y="622037"/>
                  </a:lnTo>
                  <a:lnTo>
                    <a:pt x="820276" y="622148"/>
                  </a:lnTo>
                  <a:lnTo>
                    <a:pt x="820602" y="622267"/>
                  </a:lnTo>
                  <a:lnTo>
                    <a:pt x="821356" y="622441"/>
                  </a:lnTo>
                  <a:lnTo>
                    <a:pt x="821687" y="622604"/>
                  </a:lnTo>
                  <a:lnTo>
                    <a:pt x="821695" y="622812"/>
                  </a:lnTo>
                  <a:lnTo>
                    <a:pt x="821874" y="623062"/>
                  </a:lnTo>
                  <a:lnTo>
                    <a:pt x="822040" y="623124"/>
                  </a:lnTo>
                  <a:lnTo>
                    <a:pt x="822634" y="623493"/>
                  </a:lnTo>
                  <a:lnTo>
                    <a:pt x="822924" y="623928"/>
                  </a:lnTo>
                  <a:lnTo>
                    <a:pt x="823084" y="624123"/>
                  </a:lnTo>
                  <a:lnTo>
                    <a:pt x="822460" y="624715"/>
                  </a:lnTo>
                  <a:lnTo>
                    <a:pt x="822439" y="625131"/>
                  </a:lnTo>
                  <a:lnTo>
                    <a:pt x="822159" y="625672"/>
                  </a:lnTo>
                  <a:lnTo>
                    <a:pt x="822448" y="626461"/>
                  </a:lnTo>
                  <a:lnTo>
                    <a:pt x="822654" y="626455"/>
                  </a:lnTo>
                  <a:lnTo>
                    <a:pt x="823026" y="626497"/>
                  </a:lnTo>
                  <a:lnTo>
                    <a:pt x="823438" y="626716"/>
                  </a:lnTo>
                  <a:lnTo>
                    <a:pt x="823604" y="626851"/>
                  </a:lnTo>
                  <a:lnTo>
                    <a:pt x="823799" y="626985"/>
                  </a:lnTo>
                  <a:lnTo>
                    <a:pt x="823960" y="627073"/>
                  </a:lnTo>
                  <a:lnTo>
                    <a:pt x="824698" y="627469"/>
                  </a:lnTo>
                  <a:lnTo>
                    <a:pt x="824913" y="627720"/>
                  </a:lnTo>
                  <a:lnTo>
                    <a:pt x="825117" y="627888"/>
                  </a:lnTo>
                  <a:lnTo>
                    <a:pt x="825309" y="627888"/>
                  </a:lnTo>
                  <a:lnTo>
                    <a:pt x="825481" y="627908"/>
                  </a:lnTo>
                  <a:lnTo>
                    <a:pt x="825629" y="627984"/>
                  </a:lnTo>
                  <a:lnTo>
                    <a:pt x="825763" y="628067"/>
                  </a:lnTo>
                  <a:lnTo>
                    <a:pt x="825858" y="628214"/>
                  </a:lnTo>
                  <a:lnTo>
                    <a:pt x="825609" y="628710"/>
                  </a:lnTo>
                  <a:lnTo>
                    <a:pt x="825620" y="629048"/>
                  </a:lnTo>
                  <a:lnTo>
                    <a:pt x="825874" y="629124"/>
                  </a:lnTo>
                  <a:lnTo>
                    <a:pt x="826239" y="629189"/>
                  </a:lnTo>
                  <a:lnTo>
                    <a:pt x="826548" y="629253"/>
                  </a:lnTo>
                  <a:lnTo>
                    <a:pt x="826753" y="629169"/>
                  </a:lnTo>
                  <a:lnTo>
                    <a:pt x="827013" y="628991"/>
                  </a:lnTo>
                  <a:lnTo>
                    <a:pt x="827434" y="628836"/>
                  </a:lnTo>
                  <a:lnTo>
                    <a:pt x="827687" y="628813"/>
                  </a:lnTo>
                  <a:lnTo>
                    <a:pt x="827874" y="628855"/>
                  </a:lnTo>
                  <a:lnTo>
                    <a:pt x="828340" y="628534"/>
                  </a:lnTo>
                  <a:lnTo>
                    <a:pt x="828718" y="628379"/>
                  </a:lnTo>
                  <a:lnTo>
                    <a:pt x="829084" y="628478"/>
                  </a:lnTo>
                  <a:lnTo>
                    <a:pt x="829246" y="628401"/>
                  </a:lnTo>
                  <a:lnTo>
                    <a:pt x="829500" y="628434"/>
                  </a:lnTo>
                  <a:lnTo>
                    <a:pt x="829673" y="628464"/>
                  </a:lnTo>
                  <a:lnTo>
                    <a:pt x="830257" y="628663"/>
                  </a:lnTo>
                  <a:lnTo>
                    <a:pt x="830450" y="628744"/>
                  </a:lnTo>
                  <a:lnTo>
                    <a:pt x="830621" y="628796"/>
                  </a:lnTo>
                  <a:lnTo>
                    <a:pt x="831302" y="628946"/>
                  </a:lnTo>
                  <a:lnTo>
                    <a:pt x="831522" y="629089"/>
                  </a:lnTo>
                  <a:lnTo>
                    <a:pt x="831817" y="629265"/>
                  </a:lnTo>
                  <a:lnTo>
                    <a:pt x="832134" y="629555"/>
                  </a:lnTo>
                  <a:lnTo>
                    <a:pt x="832417" y="630066"/>
                  </a:lnTo>
                  <a:lnTo>
                    <a:pt x="832570" y="630211"/>
                  </a:lnTo>
                  <a:lnTo>
                    <a:pt x="833271" y="630855"/>
                  </a:lnTo>
                  <a:lnTo>
                    <a:pt x="833383" y="631028"/>
                  </a:lnTo>
                  <a:lnTo>
                    <a:pt x="833692" y="631715"/>
                  </a:lnTo>
                  <a:lnTo>
                    <a:pt x="833761" y="631927"/>
                  </a:lnTo>
                  <a:lnTo>
                    <a:pt x="833772" y="632069"/>
                  </a:lnTo>
                  <a:lnTo>
                    <a:pt x="833784" y="632600"/>
                  </a:lnTo>
                  <a:lnTo>
                    <a:pt x="833786" y="632887"/>
                  </a:lnTo>
                  <a:lnTo>
                    <a:pt x="833771" y="633156"/>
                  </a:lnTo>
                  <a:lnTo>
                    <a:pt x="833813" y="633532"/>
                  </a:lnTo>
                  <a:lnTo>
                    <a:pt x="833872" y="633968"/>
                  </a:lnTo>
                  <a:lnTo>
                    <a:pt x="834007" y="634493"/>
                  </a:lnTo>
                  <a:lnTo>
                    <a:pt x="834303" y="634701"/>
                  </a:lnTo>
                  <a:lnTo>
                    <a:pt x="834502" y="635471"/>
                  </a:lnTo>
                  <a:lnTo>
                    <a:pt x="834738" y="635548"/>
                  </a:lnTo>
                  <a:lnTo>
                    <a:pt x="834890" y="636339"/>
                  </a:lnTo>
                  <a:lnTo>
                    <a:pt x="834972" y="636510"/>
                  </a:lnTo>
                  <a:lnTo>
                    <a:pt x="835026" y="636797"/>
                  </a:lnTo>
                  <a:lnTo>
                    <a:pt x="835040" y="637683"/>
                  </a:lnTo>
                  <a:lnTo>
                    <a:pt x="836079" y="638122"/>
                  </a:lnTo>
                  <a:lnTo>
                    <a:pt x="836237" y="638268"/>
                  </a:lnTo>
                  <a:lnTo>
                    <a:pt x="836378" y="638461"/>
                  </a:lnTo>
                  <a:lnTo>
                    <a:pt x="836657" y="638694"/>
                  </a:lnTo>
                  <a:lnTo>
                    <a:pt x="836610" y="639607"/>
                  </a:lnTo>
                  <a:lnTo>
                    <a:pt x="836780" y="639774"/>
                  </a:lnTo>
                  <a:lnTo>
                    <a:pt x="837706" y="640325"/>
                  </a:lnTo>
                  <a:lnTo>
                    <a:pt x="837483" y="640597"/>
                  </a:lnTo>
                  <a:lnTo>
                    <a:pt x="837539" y="641191"/>
                  </a:lnTo>
                  <a:lnTo>
                    <a:pt x="837490" y="641530"/>
                  </a:lnTo>
                  <a:lnTo>
                    <a:pt x="837643" y="641849"/>
                  </a:lnTo>
                  <a:lnTo>
                    <a:pt x="837758" y="642367"/>
                  </a:lnTo>
                  <a:lnTo>
                    <a:pt x="837634" y="642654"/>
                  </a:lnTo>
                  <a:lnTo>
                    <a:pt x="837841" y="643260"/>
                  </a:lnTo>
                  <a:lnTo>
                    <a:pt x="837906" y="643441"/>
                  </a:lnTo>
                  <a:lnTo>
                    <a:pt x="837752" y="643705"/>
                  </a:lnTo>
                  <a:lnTo>
                    <a:pt x="837743" y="644040"/>
                  </a:lnTo>
                  <a:lnTo>
                    <a:pt x="838358" y="644221"/>
                  </a:lnTo>
                  <a:lnTo>
                    <a:pt x="839104" y="644593"/>
                  </a:lnTo>
                  <a:lnTo>
                    <a:pt x="839488" y="644799"/>
                  </a:lnTo>
                  <a:lnTo>
                    <a:pt x="839701" y="645270"/>
                  </a:lnTo>
                  <a:lnTo>
                    <a:pt x="840104" y="645324"/>
                  </a:lnTo>
                  <a:lnTo>
                    <a:pt x="840296" y="645305"/>
                  </a:lnTo>
                  <a:lnTo>
                    <a:pt x="840525" y="645310"/>
                  </a:lnTo>
                  <a:lnTo>
                    <a:pt x="840792" y="645436"/>
                  </a:lnTo>
                  <a:lnTo>
                    <a:pt x="841427" y="646070"/>
                  </a:lnTo>
                  <a:lnTo>
                    <a:pt x="841717" y="646142"/>
                  </a:lnTo>
                  <a:lnTo>
                    <a:pt x="841756" y="646638"/>
                  </a:lnTo>
                  <a:lnTo>
                    <a:pt x="841690" y="646938"/>
                  </a:lnTo>
                  <a:lnTo>
                    <a:pt x="841751" y="647074"/>
                  </a:lnTo>
                  <a:lnTo>
                    <a:pt x="841907" y="647273"/>
                  </a:lnTo>
                  <a:lnTo>
                    <a:pt x="841909" y="647489"/>
                  </a:lnTo>
                  <a:lnTo>
                    <a:pt x="841893" y="647706"/>
                  </a:lnTo>
                  <a:lnTo>
                    <a:pt x="841928" y="647988"/>
                  </a:lnTo>
                  <a:lnTo>
                    <a:pt x="842025" y="648287"/>
                  </a:lnTo>
                  <a:lnTo>
                    <a:pt x="842022" y="648801"/>
                  </a:lnTo>
                  <a:lnTo>
                    <a:pt x="842477" y="649682"/>
                  </a:lnTo>
                  <a:lnTo>
                    <a:pt x="842712" y="649920"/>
                  </a:lnTo>
                  <a:lnTo>
                    <a:pt x="842870" y="650206"/>
                  </a:lnTo>
                  <a:lnTo>
                    <a:pt x="842949" y="650563"/>
                  </a:lnTo>
                  <a:lnTo>
                    <a:pt x="842921" y="650905"/>
                  </a:lnTo>
                  <a:lnTo>
                    <a:pt x="842896" y="651291"/>
                  </a:lnTo>
                  <a:lnTo>
                    <a:pt x="842705" y="651849"/>
                  </a:lnTo>
                  <a:lnTo>
                    <a:pt x="842413" y="652192"/>
                  </a:lnTo>
                  <a:lnTo>
                    <a:pt x="842325" y="652409"/>
                  </a:lnTo>
                  <a:lnTo>
                    <a:pt x="842326" y="652691"/>
                  </a:lnTo>
                  <a:lnTo>
                    <a:pt x="842566" y="652852"/>
                  </a:lnTo>
                  <a:lnTo>
                    <a:pt x="842702" y="652927"/>
                  </a:lnTo>
                  <a:lnTo>
                    <a:pt x="843277" y="653411"/>
                  </a:lnTo>
                  <a:lnTo>
                    <a:pt x="843388" y="654009"/>
                  </a:lnTo>
                  <a:lnTo>
                    <a:pt x="842649" y="654234"/>
                  </a:lnTo>
                  <a:lnTo>
                    <a:pt x="842352" y="654251"/>
                  </a:lnTo>
                  <a:lnTo>
                    <a:pt x="841626" y="654326"/>
                  </a:lnTo>
                  <a:lnTo>
                    <a:pt x="841359" y="654296"/>
                  </a:lnTo>
                  <a:lnTo>
                    <a:pt x="840963" y="654242"/>
                  </a:lnTo>
                  <a:lnTo>
                    <a:pt x="839835" y="654373"/>
                  </a:lnTo>
                  <a:lnTo>
                    <a:pt x="839551" y="654421"/>
                  </a:lnTo>
                  <a:lnTo>
                    <a:pt x="838755" y="654415"/>
                  </a:lnTo>
                  <a:lnTo>
                    <a:pt x="838281" y="654134"/>
                  </a:lnTo>
                  <a:lnTo>
                    <a:pt x="838118" y="654028"/>
                  </a:lnTo>
                  <a:lnTo>
                    <a:pt x="837829" y="653821"/>
                  </a:lnTo>
                  <a:lnTo>
                    <a:pt x="837357" y="653555"/>
                  </a:lnTo>
                  <a:lnTo>
                    <a:pt x="836571" y="653853"/>
                  </a:lnTo>
                  <a:lnTo>
                    <a:pt x="835986" y="654077"/>
                  </a:lnTo>
                  <a:lnTo>
                    <a:pt x="835404" y="654432"/>
                  </a:lnTo>
                  <a:lnTo>
                    <a:pt x="835169" y="654464"/>
                  </a:lnTo>
                  <a:lnTo>
                    <a:pt x="834804" y="654669"/>
                  </a:lnTo>
                  <a:lnTo>
                    <a:pt x="834789" y="654798"/>
                  </a:lnTo>
                  <a:lnTo>
                    <a:pt x="834786" y="655611"/>
                  </a:lnTo>
                  <a:lnTo>
                    <a:pt x="834747" y="655826"/>
                  </a:lnTo>
                  <a:lnTo>
                    <a:pt x="834546" y="656192"/>
                  </a:lnTo>
                  <a:lnTo>
                    <a:pt x="833943" y="656576"/>
                  </a:lnTo>
                  <a:lnTo>
                    <a:pt x="833369" y="656604"/>
                  </a:lnTo>
                  <a:lnTo>
                    <a:pt x="833051" y="656610"/>
                  </a:lnTo>
                  <a:lnTo>
                    <a:pt x="832864" y="656614"/>
                  </a:lnTo>
                  <a:lnTo>
                    <a:pt x="832538" y="656619"/>
                  </a:lnTo>
                  <a:lnTo>
                    <a:pt x="832312" y="656617"/>
                  </a:lnTo>
                  <a:lnTo>
                    <a:pt x="831938" y="656641"/>
                  </a:lnTo>
                  <a:lnTo>
                    <a:pt x="831559" y="656669"/>
                  </a:lnTo>
                  <a:lnTo>
                    <a:pt x="831432" y="656682"/>
                  </a:lnTo>
                  <a:lnTo>
                    <a:pt x="830820" y="656908"/>
                  </a:lnTo>
                  <a:lnTo>
                    <a:pt x="830716" y="657380"/>
                  </a:lnTo>
                  <a:lnTo>
                    <a:pt x="830703" y="657638"/>
                  </a:lnTo>
                  <a:lnTo>
                    <a:pt x="830530" y="658168"/>
                  </a:lnTo>
                  <a:lnTo>
                    <a:pt x="830068" y="658810"/>
                  </a:lnTo>
                  <a:lnTo>
                    <a:pt x="829774" y="658910"/>
                  </a:lnTo>
                  <a:lnTo>
                    <a:pt x="829138" y="659177"/>
                  </a:lnTo>
                  <a:lnTo>
                    <a:pt x="828630" y="659395"/>
                  </a:lnTo>
                  <a:lnTo>
                    <a:pt x="828129" y="659553"/>
                  </a:lnTo>
                  <a:lnTo>
                    <a:pt x="827661" y="659595"/>
                  </a:lnTo>
                  <a:lnTo>
                    <a:pt x="827251" y="659450"/>
                  </a:lnTo>
                  <a:lnTo>
                    <a:pt x="826913" y="659284"/>
                  </a:lnTo>
                  <a:lnTo>
                    <a:pt x="826727" y="659327"/>
                  </a:lnTo>
                  <a:lnTo>
                    <a:pt x="826117" y="659345"/>
                  </a:lnTo>
                  <a:lnTo>
                    <a:pt x="825333" y="659228"/>
                  </a:lnTo>
                  <a:lnTo>
                    <a:pt x="824912" y="659230"/>
                  </a:lnTo>
                  <a:lnTo>
                    <a:pt x="824313" y="659238"/>
                  </a:lnTo>
                  <a:lnTo>
                    <a:pt x="824181" y="659219"/>
                  </a:lnTo>
                  <a:lnTo>
                    <a:pt x="823497" y="659353"/>
                  </a:lnTo>
                  <a:lnTo>
                    <a:pt x="823186" y="659337"/>
                  </a:lnTo>
                  <a:lnTo>
                    <a:pt x="822915" y="659288"/>
                  </a:lnTo>
                  <a:lnTo>
                    <a:pt x="822507" y="659214"/>
                  </a:lnTo>
                  <a:lnTo>
                    <a:pt x="822285" y="659240"/>
                  </a:lnTo>
                  <a:lnTo>
                    <a:pt x="821674" y="659511"/>
                  </a:lnTo>
                  <a:lnTo>
                    <a:pt x="821301" y="659880"/>
                  </a:lnTo>
                  <a:lnTo>
                    <a:pt x="820874" y="660311"/>
                  </a:lnTo>
                  <a:lnTo>
                    <a:pt x="820260" y="660868"/>
                  </a:lnTo>
                  <a:lnTo>
                    <a:pt x="819803" y="661327"/>
                  </a:lnTo>
                  <a:lnTo>
                    <a:pt x="819717" y="661582"/>
                  </a:lnTo>
                  <a:lnTo>
                    <a:pt x="819318" y="661980"/>
                  </a:lnTo>
                  <a:lnTo>
                    <a:pt x="819139" y="662130"/>
                  </a:lnTo>
                  <a:lnTo>
                    <a:pt x="818911" y="662385"/>
                  </a:lnTo>
                  <a:lnTo>
                    <a:pt x="818806" y="662985"/>
                  </a:lnTo>
                  <a:lnTo>
                    <a:pt x="818137" y="663763"/>
                  </a:lnTo>
                  <a:lnTo>
                    <a:pt x="817920" y="663826"/>
                  </a:lnTo>
                  <a:lnTo>
                    <a:pt x="817196" y="664315"/>
                  </a:lnTo>
                  <a:lnTo>
                    <a:pt x="816733" y="664382"/>
                  </a:lnTo>
                  <a:lnTo>
                    <a:pt x="815803" y="664883"/>
                  </a:lnTo>
                  <a:lnTo>
                    <a:pt x="815787" y="665268"/>
                  </a:lnTo>
                  <a:lnTo>
                    <a:pt x="815450" y="665910"/>
                  </a:lnTo>
                  <a:lnTo>
                    <a:pt x="815485" y="666224"/>
                  </a:lnTo>
                  <a:lnTo>
                    <a:pt x="815516" y="666640"/>
                  </a:lnTo>
                  <a:lnTo>
                    <a:pt x="815899" y="667437"/>
                  </a:lnTo>
                  <a:lnTo>
                    <a:pt x="815676" y="668129"/>
                  </a:lnTo>
                  <a:lnTo>
                    <a:pt x="816093" y="668540"/>
                  </a:lnTo>
                  <a:lnTo>
                    <a:pt x="816140" y="668952"/>
                  </a:lnTo>
                  <a:lnTo>
                    <a:pt x="816575" y="669194"/>
                  </a:lnTo>
                  <a:lnTo>
                    <a:pt x="816929" y="669371"/>
                  </a:lnTo>
                  <a:lnTo>
                    <a:pt x="816979" y="669998"/>
                  </a:lnTo>
                  <a:lnTo>
                    <a:pt x="816827" y="670090"/>
                  </a:lnTo>
                  <a:lnTo>
                    <a:pt x="816600" y="670247"/>
                  </a:lnTo>
                  <a:lnTo>
                    <a:pt x="816233" y="670474"/>
                  </a:lnTo>
                  <a:lnTo>
                    <a:pt x="815853" y="670541"/>
                  </a:lnTo>
                  <a:lnTo>
                    <a:pt x="815291" y="671199"/>
                  </a:lnTo>
                  <a:lnTo>
                    <a:pt x="815331" y="671368"/>
                  </a:lnTo>
                  <a:lnTo>
                    <a:pt x="815282" y="671660"/>
                  </a:lnTo>
                  <a:lnTo>
                    <a:pt x="814896" y="671964"/>
                  </a:lnTo>
                  <a:lnTo>
                    <a:pt x="815035" y="672692"/>
                  </a:lnTo>
                  <a:lnTo>
                    <a:pt x="815426" y="673167"/>
                  </a:lnTo>
                  <a:lnTo>
                    <a:pt x="815651" y="673271"/>
                  </a:lnTo>
                  <a:lnTo>
                    <a:pt x="815856" y="673553"/>
                  </a:lnTo>
                  <a:lnTo>
                    <a:pt x="815832" y="674020"/>
                  </a:lnTo>
                  <a:lnTo>
                    <a:pt x="816029" y="674396"/>
                  </a:lnTo>
                  <a:lnTo>
                    <a:pt x="816078" y="674947"/>
                  </a:lnTo>
                  <a:lnTo>
                    <a:pt x="815941" y="675315"/>
                  </a:lnTo>
                  <a:lnTo>
                    <a:pt x="815644" y="675330"/>
                  </a:lnTo>
                  <a:lnTo>
                    <a:pt x="815473" y="675500"/>
                  </a:lnTo>
                  <a:lnTo>
                    <a:pt x="815560" y="675863"/>
                  </a:lnTo>
                  <a:lnTo>
                    <a:pt x="815684" y="676219"/>
                  </a:lnTo>
                  <a:lnTo>
                    <a:pt x="815931" y="676586"/>
                  </a:lnTo>
                  <a:lnTo>
                    <a:pt x="816332" y="677221"/>
                  </a:lnTo>
                  <a:lnTo>
                    <a:pt x="817093" y="677190"/>
                  </a:lnTo>
                  <a:lnTo>
                    <a:pt x="817319" y="677161"/>
                  </a:lnTo>
                  <a:lnTo>
                    <a:pt x="817648" y="677182"/>
                  </a:lnTo>
                  <a:lnTo>
                    <a:pt x="817916" y="677295"/>
                  </a:lnTo>
                  <a:lnTo>
                    <a:pt x="818050" y="677387"/>
                  </a:lnTo>
                  <a:lnTo>
                    <a:pt x="818833" y="677373"/>
                  </a:lnTo>
                  <a:lnTo>
                    <a:pt x="819768" y="677269"/>
                  </a:lnTo>
                  <a:lnTo>
                    <a:pt x="819913" y="677375"/>
                  </a:lnTo>
                  <a:lnTo>
                    <a:pt x="820171" y="677497"/>
                  </a:lnTo>
                  <a:lnTo>
                    <a:pt x="820378" y="677656"/>
                  </a:lnTo>
                  <a:lnTo>
                    <a:pt x="820004" y="678164"/>
                  </a:lnTo>
                  <a:lnTo>
                    <a:pt x="819962" y="678449"/>
                  </a:lnTo>
                  <a:lnTo>
                    <a:pt x="820154" y="678571"/>
                  </a:lnTo>
                  <a:lnTo>
                    <a:pt x="820319" y="678535"/>
                  </a:lnTo>
                  <a:lnTo>
                    <a:pt x="820551" y="678609"/>
                  </a:lnTo>
                  <a:lnTo>
                    <a:pt x="820937" y="678560"/>
                  </a:lnTo>
                  <a:lnTo>
                    <a:pt x="821336" y="678513"/>
                  </a:lnTo>
                  <a:lnTo>
                    <a:pt x="821589" y="678551"/>
                  </a:lnTo>
                  <a:lnTo>
                    <a:pt x="821785" y="678621"/>
                  </a:lnTo>
                  <a:lnTo>
                    <a:pt x="821944" y="678723"/>
                  </a:lnTo>
                  <a:lnTo>
                    <a:pt x="822503" y="678726"/>
                  </a:lnTo>
                  <a:lnTo>
                    <a:pt x="822882" y="678634"/>
                  </a:lnTo>
                  <a:lnTo>
                    <a:pt x="823145" y="678723"/>
                  </a:lnTo>
                  <a:lnTo>
                    <a:pt x="823473" y="678682"/>
                  </a:lnTo>
                  <a:lnTo>
                    <a:pt x="823645" y="678605"/>
                  </a:lnTo>
                  <a:lnTo>
                    <a:pt x="823912" y="678553"/>
                  </a:lnTo>
                  <a:lnTo>
                    <a:pt x="824062" y="678574"/>
                  </a:lnTo>
                  <a:lnTo>
                    <a:pt x="824380" y="678954"/>
                  </a:lnTo>
                  <a:lnTo>
                    <a:pt x="824562" y="679046"/>
                  </a:lnTo>
                  <a:lnTo>
                    <a:pt x="824879" y="679131"/>
                  </a:lnTo>
                  <a:lnTo>
                    <a:pt x="825309" y="678897"/>
                  </a:lnTo>
                  <a:lnTo>
                    <a:pt x="825441" y="678894"/>
                  </a:lnTo>
                  <a:lnTo>
                    <a:pt x="825623" y="678905"/>
                  </a:lnTo>
                  <a:lnTo>
                    <a:pt x="825970" y="678948"/>
                  </a:lnTo>
                  <a:lnTo>
                    <a:pt x="826326" y="679033"/>
                  </a:lnTo>
                  <a:lnTo>
                    <a:pt x="826529" y="679132"/>
                  </a:lnTo>
                  <a:lnTo>
                    <a:pt x="827327" y="679245"/>
                  </a:lnTo>
                  <a:lnTo>
                    <a:pt x="827571" y="679336"/>
                  </a:lnTo>
                  <a:lnTo>
                    <a:pt x="827722" y="679400"/>
                  </a:lnTo>
                  <a:lnTo>
                    <a:pt x="828153" y="679501"/>
                  </a:lnTo>
                  <a:lnTo>
                    <a:pt x="828322" y="679495"/>
                  </a:lnTo>
                  <a:lnTo>
                    <a:pt x="828587" y="679515"/>
                  </a:lnTo>
                  <a:lnTo>
                    <a:pt x="828718" y="679556"/>
                  </a:lnTo>
                  <a:lnTo>
                    <a:pt x="829476" y="680067"/>
                  </a:lnTo>
                  <a:lnTo>
                    <a:pt x="829848" y="680066"/>
                  </a:lnTo>
                  <a:lnTo>
                    <a:pt x="830261" y="680230"/>
                  </a:lnTo>
                  <a:lnTo>
                    <a:pt x="830225" y="680374"/>
                  </a:lnTo>
                  <a:lnTo>
                    <a:pt x="830132" y="680598"/>
                  </a:lnTo>
                  <a:lnTo>
                    <a:pt x="830001" y="680910"/>
                  </a:lnTo>
                  <a:lnTo>
                    <a:pt x="830240" y="681873"/>
                  </a:lnTo>
                  <a:lnTo>
                    <a:pt x="830313" y="683219"/>
                  </a:lnTo>
                  <a:lnTo>
                    <a:pt x="830126" y="683766"/>
                  </a:lnTo>
                  <a:lnTo>
                    <a:pt x="829979" y="684118"/>
                  </a:lnTo>
                  <a:lnTo>
                    <a:pt x="829937" y="684560"/>
                  </a:lnTo>
                  <a:lnTo>
                    <a:pt x="830370" y="685307"/>
                  </a:lnTo>
                  <a:lnTo>
                    <a:pt x="830592" y="685323"/>
                  </a:lnTo>
                  <a:lnTo>
                    <a:pt x="831097" y="685582"/>
                  </a:lnTo>
                  <a:lnTo>
                    <a:pt x="830904" y="686009"/>
                  </a:lnTo>
                  <a:lnTo>
                    <a:pt x="830268" y="688731"/>
                  </a:lnTo>
                  <a:lnTo>
                    <a:pt x="830134" y="688965"/>
                  </a:lnTo>
                  <a:lnTo>
                    <a:pt x="829988" y="689575"/>
                  </a:lnTo>
                  <a:lnTo>
                    <a:pt x="830046" y="689781"/>
                  </a:lnTo>
                  <a:lnTo>
                    <a:pt x="830204" y="690479"/>
                  </a:lnTo>
                  <a:lnTo>
                    <a:pt x="830042" y="690626"/>
                  </a:lnTo>
                  <a:lnTo>
                    <a:pt x="830581" y="691831"/>
                  </a:lnTo>
                  <a:lnTo>
                    <a:pt x="830862" y="691970"/>
                  </a:lnTo>
                  <a:lnTo>
                    <a:pt x="831736" y="692506"/>
                  </a:lnTo>
                  <a:lnTo>
                    <a:pt x="832057" y="693345"/>
                  </a:lnTo>
                  <a:lnTo>
                    <a:pt x="831836" y="693531"/>
                  </a:lnTo>
                  <a:lnTo>
                    <a:pt x="831180" y="694159"/>
                  </a:lnTo>
                  <a:lnTo>
                    <a:pt x="830994" y="694575"/>
                  </a:lnTo>
                  <a:lnTo>
                    <a:pt x="830923" y="694758"/>
                  </a:lnTo>
                  <a:lnTo>
                    <a:pt x="830814" y="695126"/>
                  </a:lnTo>
                  <a:lnTo>
                    <a:pt x="830795" y="695259"/>
                  </a:lnTo>
                  <a:lnTo>
                    <a:pt x="830806" y="695608"/>
                  </a:lnTo>
                  <a:lnTo>
                    <a:pt x="831043" y="695876"/>
                  </a:lnTo>
                  <a:lnTo>
                    <a:pt x="831461" y="696133"/>
                  </a:lnTo>
                  <a:lnTo>
                    <a:pt x="831762" y="696273"/>
                  </a:lnTo>
                  <a:lnTo>
                    <a:pt x="832195" y="696486"/>
                  </a:lnTo>
                  <a:lnTo>
                    <a:pt x="832561" y="696686"/>
                  </a:lnTo>
                  <a:lnTo>
                    <a:pt x="832924" y="696809"/>
                  </a:lnTo>
                  <a:lnTo>
                    <a:pt x="833062" y="696867"/>
                  </a:lnTo>
                  <a:lnTo>
                    <a:pt x="833251" y="697026"/>
                  </a:lnTo>
                  <a:lnTo>
                    <a:pt x="833079" y="697488"/>
                  </a:lnTo>
                  <a:lnTo>
                    <a:pt x="833096" y="697876"/>
                  </a:lnTo>
                  <a:lnTo>
                    <a:pt x="833105" y="698064"/>
                  </a:lnTo>
                  <a:lnTo>
                    <a:pt x="832978" y="698396"/>
                  </a:lnTo>
                  <a:lnTo>
                    <a:pt x="833138" y="698908"/>
                  </a:lnTo>
                  <a:lnTo>
                    <a:pt x="833337" y="699054"/>
                  </a:lnTo>
                  <a:lnTo>
                    <a:pt x="833404" y="699344"/>
                  </a:lnTo>
                  <a:lnTo>
                    <a:pt x="833197" y="699658"/>
                  </a:lnTo>
                  <a:lnTo>
                    <a:pt x="833027" y="699828"/>
                  </a:lnTo>
                  <a:lnTo>
                    <a:pt x="833174" y="699997"/>
                  </a:lnTo>
                  <a:lnTo>
                    <a:pt x="833514" y="700246"/>
                  </a:lnTo>
                  <a:lnTo>
                    <a:pt x="834086" y="701032"/>
                  </a:lnTo>
                  <a:lnTo>
                    <a:pt x="834134" y="701387"/>
                  </a:lnTo>
                  <a:lnTo>
                    <a:pt x="834120" y="701542"/>
                  </a:lnTo>
                  <a:lnTo>
                    <a:pt x="834235" y="702182"/>
                  </a:lnTo>
                  <a:lnTo>
                    <a:pt x="834502" y="702754"/>
                  </a:lnTo>
                  <a:lnTo>
                    <a:pt x="834275" y="703123"/>
                  </a:lnTo>
                  <a:lnTo>
                    <a:pt x="833614" y="703701"/>
                  </a:lnTo>
                  <a:lnTo>
                    <a:pt x="832845" y="703874"/>
                  </a:lnTo>
                  <a:lnTo>
                    <a:pt x="832364" y="703951"/>
                  </a:lnTo>
                  <a:lnTo>
                    <a:pt x="832161" y="703884"/>
                  </a:lnTo>
                  <a:lnTo>
                    <a:pt x="831901" y="703793"/>
                  </a:lnTo>
                  <a:lnTo>
                    <a:pt x="831162" y="703576"/>
                  </a:lnTo>
                  <a:lnTo>
                    <a:pt x="830367" y="703537"/>
                  </a:lnTo>
                  <a:lnTo>
                    <a:pt x="830075" y="703244"/>
                  </a:lnTo>
                  <a:lnTo>
                    <a:pt x="829572" y="703161"/>
                  </a:lnTo>
                  <a:lnTo>
                    <a:pt x="829179" y="703112"/>
                  </a:lnTo>
                  <a:lnTo>
                    <a:pt x="828529" y="702939"/>
                  </a:lnTo>
                  <a:lnTo>
                    <a:pt x="826893" y="703578"/>
                  </a:lnTo>
                  <a:lnTo>
                    <a:pt x="826692" y="703924"/>
                  </a:lnTo>
                  <a:lnTo>
                    <a:pt x="826628" y="704142"/>
                  </a:lnTo>
                  <a:lnTo>
                    <a:pt x="826449" y="704769"/>
                  </a:lnTo>
                  <a:lnTo>
                    <a:pt x="826336" y="705188"/>
                  </a:lnTo>
                  <a:lnTo>
                    <a:pt x="826224" y="705506"/>
                  </a:lnTo>
                  <a:lnTo>
                    <a:pt x="825633" y="706321"/>
                  </a:lnTo>
                  <a:lnTo>
                    <a:pt x="825397" y="706532"/>
                  </a:lnTo>
                  <a:lnTo>
                    <a:pt x="825344" y="706660"/>
                  </a:lnTo>
                  <a:lnTo>
                    <a:pt x="825043" y="707075"/>
                  </a:lnTo>
                  <a:lnTo>
                    <a:pt x="824409" y="706992"/>
                  </a:lnTo>
                  <a:lnTo>
                    <a:pt x="824044" y="707032"/>
                  </a:lnTo>
                  <a:lnTo>
                    <a:pt x="823263" y="707362"/>
                  </a:lnTo>
                  <a:lnTo>
                    <a:pt x="822841" y="707232"/>
                  </a:lnTo>
                  <a:lnTo>
                    <a:pt x="822640" y="707257"/>
                  </a:lnTo>
                  <a:lnTo>
                    <a:pt x="822385" y="707334"/>
                  </a:lnTo>
                  <a:lnTo>
                    <a:pt x="822078" y="707579"/>
                  </a:lnTo>
                  <a:lnTo>
                    <a:pt x="821658" y="707716"/>
                  </a:lnTo>
                  <a:lnTo>
                    <a:pt x="821413" y="707739"/>
                  </a:lnTo>
                  <a:lnTo>
                    <a:pt x="821070" y="707706"/>
                  </a:lnTo>
                  <a:lnTo>
                    <a:pt x="820745" y="707423"/>
                  </a:lnTo>
                  <a:lnTo>
                    <a:pt x="820633" y="707275"/>
                  </a:lnTo>
                  <a:lnTo>
                    <a:pt x="820262" y="707017"/>
                  </a:lnTo>
                  <a:lnTo>
                    <a:pt x="819878" y="706740"/>
                  </a:lnTo>
                  <a:lnTo>
                    <a:pt x="820085" y="706476"/>
                  </a:lnTo>
                  <a:lnTo>
                    <a:pt x="819341" y="706283"/>
                  </a:lnTo>
                  <a:lnTo>
                    <a:pt x="818906" y="705827"/>
                  </a:lnTo>
                  <a:lnTo>
                    <a:pt x="818779" y="705650"/>
                  </a:lnTo>
                  <a:lnTo>
                    <a:pt x="818519" y="705172"/>
                  </a:lnTo>
                  <a:lnTo>
                    <a:pt x="818338" y="704808"/>
                  </a:lnTo>
                  <a:lnTo>
                    <a:pt x="818167" y="704440"/>
                  </a:lnTo>
                  <a:lnTo>
                    <a:pt x="818058" y="704162"/>
                  </a:lnTo>
                  <a:lnTo>
                    <a:pt x="817854" y="703944"/>
                  </a:lnTo>
                  <a:lnTo>
                    <a:pt x="817713" y="703901"/>
                  </a:lnTo>
                  <a:lnTo>
                    <a:pt x="817472" y="703817"/>
                  </a:lnTo>
                  <a:lnTo>
                    <a:pt x="817186" y="703651"/>
                  </a:lnTo>
                  <a:lnTo>
                    <a:pt x="816942" y="703586"/>
                  </a:lnTo>
                  <a:lnTo>
                    <a:pt x="816495" y="703531"/>
                  </a:lnTo>
                  <a:lnTo>
                    <a:pt x="816195" y="703336"/>
                  </a:lnTo>
                  <a:lnTo>
                    <a:pt x="815833" y="703158"/>
                  </a:lnTo>
                  <a:lnTo>
                    <a:pt x="815548" y="702976"/>
                  </a:lnTo>
                  <a:lnTo>
                    <a:pt x="815267" y="702660"/>
                  </a:lnTo>
                  <a:lnTo>
                    <a:pt x="815037" y="702475"/>
                  </a:lnTo>
                  <a:lnTo>
                    <a:pt x="814514" y="702177"/>
                  </a:lnTo>
                  <a:lnTo>
                    <a:pt x="814342" y="702116"/>
                  </a:lnTo>
                  <a:lnTo>
                    <a:pt x="814193" y="702065"/>
                  </a:lnTo>
                  <a:lnTo>
                    <a:pt x="813668" y="701819"/>
                  </a:lnTo>
                  <a:lnTo>
                    <a:pt x="813146" y="701637"/>
                  </a:lnTo>
                  <a:lnTo>
                    <a:pt x="812400" y="701405"/>
                  </a:lnTo>
                  <a:lnTo>
                    <a:pt x="810974" y="701585"/>
                  </a:lnTo>
                  <a:lnTo>
                    <a:pt x="810406" y="701848"/>
                  </a:lnTo>
                  <a:lnTo>
                    <a:pt x="809689" y="701698"/>
                  </a:lnTo>
                  <a:lnTo>
                    <a:pt x="809254" y="701507"/>
                  </a:lnTo>
                  <a:lnTo>
                    <a:pt x="809059" y="701468"/>
                  </a:lnTo>
                  <a:lnTo>
                    <a:pt x="807990" y="701232"/>
                  </a:lnTo>
                  <a:lnTo>
                    <a:pt x="807372" y="700863"/>
                  </a:lnTo>
                  <a:lnTo>
                    <a:pt x="806710" y="700753"/>
                  </a:lnTo>
                  <a:lnTo>
                    <a:pt x="806292" y="700695"/>
                  </a:lnTo>
                  <a:lnTo>
                    <a:pt x="806101" y="700697"/>
                  </a:lnTo>
                  <a:lnTo>
                    <a:pt x="805761" y="700736"/>
                  </a:lnTo>
                  <a:lnTo>
                    <a:pt x="804913" y="700945"/>
                  </a:lnTo>
                  <a:lnTo>
                    <a:pt x="804300" y="701227"/>
                  </a:lnTo>
                  <a:lnTo>
                    <a:pt x="804195" y="701427"/>
                  </a:lnTo>
                  <a:lnTo>
                    <a:pt x="803959" y="701636"/>
                  </a:lnTo>
                  <a:lnTo>
                    <a:pt x="803729" y="701646"/>
                  </a:lnTo>
                  <a:lnTo>
                    <a:pt x="803034" y="701505"/>
                  </a:lnTo>
                  <a:lnTo>
                    <a:pt x="802345" y="701519"/>
                  </a:lnTo>
                  <a:lnTo>
                    <a:pt x="802072" y="701493"/>
                  </a:lnTo>
                  <a:lnTo>
                    <a:pt x="801669" y="701456"/>
                  </a:lnTo>
                  <a:lnTo>
                    <a:pt x="801137" y="701355"/>
                  </a:lnTo>
                  <a:lnTo>
                    <a:pt x="800634" y="701170"/>
                  </a:lnTo>
                  <a:lnTo>
                    <a:pt x="800324" y="701116"/>
                  </a:lnTo>
                  <a:lnTo>
                    <a:pt x="799955" y="701103"/>
                  </a:lnTo>
                  <a:lnTo>
                    <a:pt x="799365" y="700960"/>
                  </a:lnTo>
                  <a:lnTo>
                    <a:pt x="799110" y="700829"/>
                  </a:lnTo>
                  <a:lnTo>
                    <a:pt x="798725" y="700728"/>
                  </a:lnTo>
                  <a:lnTo>
                    <a:pt x="798298" y="700962"/>
                  </a:lnTo>
                  <a:lnTo>
                    <a:pt x="797890" y="700966"/>
                  </a:lnTo>
                  <a:lnTo>
                    <a:pt x="797492" y="700884"/>
                  </a:lnTo>
                  <a:lnTo>
                    <a:pt x="797210" y="700733"/>
                  </a:lnTo>
                  <a:lnTo>
                    <a:pt x="796979" y="700353"/>
                  </a:lnTo>
                  <a:lnTo>
                    <a:pt x="796650" y="700121"/>
                  </a:lnTo>
                  <a:lnTo>
                    <a:pt x="796244" y="700093"/>
                  </a:lnTo>
                  <a:lnTo>
                    <a:pt x="795908" y="700071"/>
                  </a:lnTo>
                  <a:lnTo>
                    <a:pt x="795506" y="700093"/>
                  </a:lnTo>
                  <a:lnTo>
                    <a:pt x="794857" y="700152"/>
                  </a:lnTo>
                  <a:lnTo>
                    <a:pt x="794381" y="700060"/>
                  </a:lnTo>
                  <a:lnTo>
                    <a:pt x="793919" y="699991"/>
                  </a:lnTo>
                  <a:lnTo>
                    <a:pt x="793376" y="700193"/>
                  </a:lnTo>
                  <a:lnTo>
                    <a:pt x="793184" y="700197"/>
                  </a:lnTo>
                  <a:lnTo>
                    <a:pt x="792733" y="700077"/>
                  </a:lnTo>
                  <a:lnTo>
                    <a:pt x="792227" y="699797"/>
                  </a:lnTo>
                  <a:lnTo>
                    <a:pt x="792088" y="699667"/>
                  </a:lnTo>
                  <a:lnTo>
                    <a:pt x="791598" y="699356"/>
                  </a:lnTo>
                  <a:lnTo>
                    <a:pt x="791428" y="699250"/>
                  </a:lnTo>
                  <a:lnTo>
                    <a:pt x="791108" y="699017"/>
                  </a:lnTo>
                  <a:lnTo>
                    <a:pt x="790834" y="698765"/>
                  </a:lnTo>
                  <a:lnTo>
                    <a:pt x="790464" y="698484"/>
                  </a:lnTo>
                  <a:lnTo>
                    <a:pt x="790109" y="698545"/>
                  </a:lnTo>
                  <a:lnTo>
                    <a:pt x="789142" y="698301"/>
                  </a:lnTo>
                  <a:lnTo>
                    <a:pt x="788596" y="698236"/>
                  </a:lnTo>
                  <a:lnTo>
                    <a:pt x="787940" y="697729"/>
                  </a:lnTo>
                  <a:lnTo>
                    <a:pt x="787670" y="697648"/>
                  </a:lnTo>
                  <a:lnTo>
                    <a:pt x="787268" y="697214"/>
                  </a:lnTo>
                  <a:lnTo>
                    <a:pt x="787335" y="696920"/>
                  </a:lnTo>
                  <a:lnTo>
                    <a:pt x="787395" y="696696"/>
                  </a:lnTo>
                  <a:lnTo>
                    <a:pt x="787762" y="696135"/>
                  </a:lnTo>
                  <a:lnTo>
                    <a:pt x="787714" y="695664"/>
                  </a:lnTo>
                  <a:lnTo>
                    <a:pt x="787476" y="695554"/>
                  </a:lnTo>
                  <a:lnTo>
                    <a:pt x="787318" y="695490"/>
                  </a:lnTo>
                  <a:lnTo>
                    <a:pt x="787091" y="695426"/>
                  </a:lnTo>
                  <a:lnTo>
                    <a:pt x="786289" y="695285"/>
                  </a:lnTo>
                  <a:lnTo>
                    <a:pt x="786114" y="695251"/>
                  </a:lnTo>
                  <a:lnTo>
                    <a:pt x="785758" y="695236"/>
                  </a:lnTo>
                  <a:lnTo>
                    <a:pt x="785058" y="694892"/>
                  </a:lnTo>
                  <a:lnTo>
                    <a:pt x="784219" y="695048"/>
                  </a:lnTo>
                  <a:lnTo>
                    <a:pt x="783875" y="694826"/>
                  </a:lnTo>
                  <a:lnTo>
                    <a:pt x="783722" y="694723"/>
                  </a:lnTo>
                  <a:lnTo>
                    <a:pt x="783418" y="694008"/>
                  </a:lnTo>
                  <a:lnTo>
                    <a:pt x="783133" y="693873"/>
                  </a:lnTo>
                  <a:lnTo>
                    <a:pt x="782513" y="693896"/>
                  </a:lnTo>
                  <a:lnTo>
                    <a:pt x="781862" y="693870"/>
                  </a:lnTo>
                  <a:lnTo>
                    <a:pt x="781367" y="693999"/>
                  </a:lnTo>
                  <a:lnTo>
                    <a:pt x="781827" y="694407"/>
                  </a:lnTo>
                  <a:lnTo>
                    <a:pt x="782444" y="694621"/>
                  </a:lnTo>
                  <a:lnTo>
                    <a:pt x="782531" y="694878"/>
                  </a:lnTo>
                  <a:lnTo>
                    <a:pt x="782559" y="695090"/>
                  </a:lnTo>
                  <a:lnTo>
                    <a:pt x="782498" y="695293"/>
                  </a:lnTo>
                  <a:lnTo>
                    <a:pt x="782331" y="695597"/>
                  </a:lnTo>
                  <a:lnTo>
                    <a:pt x="782309" y="695790"/>
                  </a:lnTo>
                  <a:lnTo>
                    <a:pt x="782329" y="696165"/>
                  </a:lnTo>
                  <a:lnTo>
                    <a:pt x="782220" y="696668"/>
                  </a:lnTo>
                  <a:lnTo>
                    <a:pt x="782102" y="697277"/>
                  </a:lnTo>
                  <a:lnTo>
                    <a:pt x="781956" y="697636"/>
                  </a:lnTo>
                  <a:lnTo>
                    <a:pt x="780635" y="700109"/>
                  </a:lnTo>
                  <a:lnTo>
                    <a:pt x="779478" y="700715"/>
                  </a:lnTo>
                  <a:lnTo>
                    <a:pt x="778342" y="701839"/>
                  </a:lnTo>
                  <a:lnTo>
                    <a:pt x="778441" y="702320"/>
                  </a:lnTo>
                  <a:lnTo>
                    <a:pt x="778710" y="702807"/>
                  </a:lnTo>
                  <a:lnTo>
                    <a:pt x="775848" y="704539"/>
                  </a:lnTo>
                  <a:lnTo>
                    <a:pt x="775569" y="704501"/>
                  </a:lnTo>
                  <a:lnTo>
                    <a:pt x="773713" y="704530"/>
                  </a:lnTo>
                  <a:lnTo>
                    <a:pt x="773054" y="704532"/>
                  </a:lnTo>
                  <a:lnTo>
                    <a:pt x="768303" y="703972"/>
                  </a:lnTo>
                  <a:lnTo>
                    <a:pt x="766780" y="703416"/>
                  </a:lnTo>
                  <a:lnTo>
                    <a:pt x="766625" y="703446"/>
                  </a:lnTo>
                  <a:lnTo>
                    <a:pt x="760986" y="701442"/>
                  </a:lnTo>
                  <a:lnTo>
                    <a:pt x="760743" y="701336"/>
                  </a:lnTo>
                  <a:lnTo>
                    <a:pt x="760270" y="701212"/>
                  </a:lnTo>
                  <a:lnTo>
                    <a:pt x="760101" y="701285"/>
                  </a:lnTo>
                  <a:lnTo>
                    <a:pt x="759912" y="701334"/>
                  </a:lnTo>
                  <a:lnTo>
                    <a:pt x="759529" y="701439"/>
                  </a:lnTo>
                  <a:lnTo>
                    <a:pt x="759367" y="701389"/>
                  </a:lnTo>
                  <a:lnTo>
                    <a:pt x="759103" y="701298"/>
                  </a:lnTo>
                  <a:lnTo>
                    <a:pt x="754834" y="699097"/>
                  </a:lnTo>
                  <a:lnTo>
                    <a:pt x="753859" y="697666"/>
                  </a:lnTo>
                  <a:lnTo>
                    <a:pt x="748382" y="696339"/>
                  </a:lnTo>
                  <a:lnTo>
                    <a:pt x="748253" y="696370"/>
                  </a:lnTo>
                  <a:lnTo>
                    <a:pt x="748048" y="696380"/>
                  </a:lnTo>
                  <a:lnTo>
                    <a:pt x="747487" y="696018"/>
                  </a:lnTo>
                  <a:lnTo>
                    <a:pt x="743990" y="693998"/>
                  </a:lnTo>
                  <a:lnTo>
                    <a:pt x="743357" y="694696"/>
                  </a:lnTo>
                  <a:lnTo>
                    <a:pt x="742889" y="694758"/>
                  </a:lnTo>
                  <a:lnTo>
                    <a:pt x="742734" y="694751"/>
                  </a:lnTo>
                  <a:lnTo>
                    <a:pt x="740669" y="694931"/>
                  </a:lnTo>
                  <a:lnTo>
                    <a:pt x="739826" y="695139"/>
                  </a:lnTo>
                  <a:lnTo>
                    <a:pt x="738919" y="694462"/>
                  </a:lnTo>
                  <a:lnTo>
                    <a:pt x="738028" y="693468"/>
                  </a:lnTo>
                  <a:lnTo>
                    <a:pt x="730872" y="690114"/>
                  </a:lnTo>
                  <a:lnTo>
                    <a:pt x="730845" y="689979"/>
                  </a:lnTo>
                  <a:lnTo>
                    <a:pt x="730174" y="689157"/>
                  </a:lnTo>
                  <a:lnTo>
                    <a:pt x="729430" y="689198"/>
                  </a:lnTo>
                  <a:lnTo>
                    <a:pt x="728737" y="689487"/>
                  </a:lnTo>
                  <a:lnTo>
                    <a:pt x="728485" y="689642"/>
                  </a:lnTo>
                  <a:lnTo>
                    <a:pt x="728190" y="689784"/>
                  </a:lnTo>
                  <a:lnTo>
                    <a:pt x="728057" y="689846"/>
                  </a:lnTo>
                  <a:lnTo>
                    <a:pt x="727861" y="689890"/>
                  </a:lnTo>
                  <a:lnTo>
                    <a:pt x="727655" y="689938"/>
                  </a:lnTo>
                  <a:lnTo>
                    <a:pt x="727442" y="689911"/>
                  </a:lnTo>
                  <a:lnTo>
                    <a:pt x="727276" y="689839"/>
                  </a:lnTo>
                  <a:lnTo>
                    <a:pt x="727010" y="689651"/>
                  </a:lnTo>
                  <a:lnTo>
                    <a:pt x="726785" y="689489"/>
                  </a:lnTo>
                  <a:lnTo>
                    <a:pt x="726312" y="689537"/>
                  </a:lnTo>
                  <a:lnTo>
                    <a:pt x="726027" y="689778"/>
                  </a:lnTo>
                  <a:lnTo>
                    <a:pt x="725415" y="690180"/>
                  </a:lnTo>
                  <a:lnTo>
                    <a:pt x="725261" y="690231"/>
                  </a:lnTo>
                  <a:lnTo>
                    <a:pt x="725008" y="690312"/>
                  </a:lnTo>
                  <a:lnTo>
                    <a:pt x="724852" y="690368"/>
                  </a:lnTo>
                  <a:lnTo>
                    <a:pt x="724634" y="690436"/>
                  </a:lnTo>
                  <a:lnTo>
                    <a:pt x="724063" y="692096"/>
                  </a:lnTo>
                  <a:lnTo>
                    <a:pt x="724018" y="692238"/>
                  </a:lnTo>
                  <a:lnTo>
                    <a:pt x="723960" y="692387"/>
                  </a:lnTo>
                  <a:lnTo>
                    <a:pt x="722484" y="692772"/>
                  </a:lnTo>
                  <a:lnTo>
                    <a:pt x="722206" y="692621"/>
                  </a:lnTo>
                  <a:lnTo>
                    <a:pt x="722117" y="692466"/>
                  </a:lnTo>
                  <a:lnTo>
                    <a:pt x="722045" y="692326"/>
                  </a:lnTo>
                  <a:lnTo>
                    <a:pt x="721977" y="692171"/>
                  </a:lnTo>
                  <a:lnTo>
                    <a:pt x="721614" y="691915"/>
                  </a:lnTo>
                  <a:lnTo>
                    <a:pt x="721334" y="691872"/>
                  </a:lnTo>
                  <a:lnTo>
                    <a:pt x="721184" y="691834"/>
                  </a:lnTo>
                  <a:lnTo>
                    <a:pt x="721031" y="691755"/>
                  </a:lnTo>
                  <a:lnTo>
                    <a:pt x="720404" y="690381"/>
                  </a:lnTo>
                  <a:lnTo>
                    <a:pt x="720436" y="689590"/>
                  </a:lnTo>
                  <a:lnTo>
                    <a:pt x="719652" y="689362"/>
                  </a:lnTo>
                  <a:lnTo>
                    <a:pt x="716849" y="688048"/>
                  </a:lnTo>
                  <a:lnTo>
                    <a:pt x="716691" y="687999"/>
                  </a:lnTo>
                  <a:lnTo>
                    <a:pt x="716525" y="687935"/>
                  </a:lnTo>
                  <a:lnTo>
                    <a:pt x="716395" y="687917"/>
                  </a:lnTo>
                  <a:lnTo>
                    <a:pt x="715952" y="687783"/>
                  </a:lnTo>
                  <a:lnTo>
                    <a:pt x="715664" y="687582"/>
                  </a:lnTo>
                  <a:lnTo>
                    <a:pt x="715659" y="687386"/>
                  </a:lnTo>
                  <a:lnTo>
                    <a:pt x="715677" y="687133"/>
                  </a:lnTo>
                  <a:lnTo>
                    <a:pt x="715612" y="686805"/>
                  </a:lnTo>
                  <a:lnTo>
                    <a:pt x="715468" y="685772"/>
                  </a:lnTo>
                  <a:lnTo>
                    <a:pt x="715449" y="685645"/>
                  </a:lnTo>
                  <a:lnTo>
                    <a:pt x="714034" y="683914"/>
                  </a:lnTo>
                  <a:lnTo>
                    <a:pt x="713842" y="683878"/>
                  </a:lnTo>
                  <a:lnTo>
                    <a:pt x="713204" y="683857"/>
                  </a:lnTo>
                  <a:lnTo>
                    <a:pt x="712465" y="684621"/>
                  </a:lnTo>
                  <a:lnTo>
                    <a:pt x="711673" y="684417"/>
                  </a:lnTo>
                  <a:lnTo>
                    <a:pt x="710438" y="684439"/>
                  </a:lnTo>
                  <a:lnTo>
                    <a:pt x="710109" y="684379"/>
                  </a:lnTo>
                  <a:lnTo>
                    <a:pt x="709530" y="684284"/>
                  </a:lnTo>
                  <a:lnTo>
                    <a:pt x="709233" y="684189"/>
                  </a:lnTo>
                  <a:lnTo>
                    <a:pt x="708767" y="682820"/>
                  </a:lnTo>
                  <a:lnTo>
                    <a:pt x="708563" y="682906"/>
                  </a:lnTo>
                  <a:lnTo>
                    <a:pt x="707967" y="683015"/>
                  </a:lnTo>
                  <a:lnTo>
                    <a:pt x="707383" y="682943"/>
                  </a:lnTo>
                  <a:lnTo>
                    <a:pt x="707250" y="682978"/>
                  </a:lnTo>
                  <a:lnTo>
                    <a:pt x="706104" y="683329"/>
                  </a:lnTo>
                  <a:lnTo>
                    <a:pt x="705833" y="683325"/>
                  </a:lnTo>
                  <a:lnTo>
                    <a:pt x="704829" y="682735"/>
                  </a:lnTo>
                  <a:lnTo>
                    <a:pt x="703927" y="682970"/>
                  </a:lnTo>
                  <a:lnTo>
                    <a:pt x="703633" y="684074"/>
                  </a:lnTo>
                  <a:lnTo>
                    <a:pt x="703250" y="684069"/>
                  </a:lnTo>
                  <a:lnTo>
                    <a:pt x="702818" y="684039"/>
                  </a:lnTo>
                  <a:lnTo>
                    <a:pt x="701018" y="683730"/>
                  </a:lnTo>
                  <a:lnTo>
                    <a:pt x="700879" y="683751"/>
                  </a:lnTo>
                  <a:lnTo>
                    <a:pt x="700634" y="683752"/>
                  </a:lnTo>
                  <a:lnTo>
                    <a:pt x="700031" y="683706"/>
                  </a:lnTo>
                  <a:lnTo>
                    <a:pt x="699884" y="683712"/>
                  </a:lnTo>
                  <a:lnTo>
                    <a:pt x="699140" y="683395"/>
                  </a:lnTo>
                  <a:lnTo>
                    <a:pt x="697955" y="683415"/>
                  </a:lnTo>
                  <a:lnTo>
                    <a:pt x="697716" y="683595"/>
                  </a:lnTo>
                  <a:lnTo>
                    <a:pt x="697567" y="683879"/>
                  </a:lnTo>
                  <a:lnTo>
                    <a:pt x="697407" y="684033"/>
                  </a:lnTo>
                  <a:lnTo>
                    <a:pt x="695976" y="684378"/>
                  </a:lnTo>
                  <a:lnTo>
                    <a:pt x="694692" y="684834"/>
                  </a:lnTo>
                  <a:lnTo>
                    <a:pt x="693966" y="685392"/>
                  </a:lnTo>
                  <a:lnTo>
                    <a:pt x="692964" y="685625"/>
                  </a:lnTo>
                  <a:lnTo>
                    <a:pt x="692740" y="685629"/>
                  </a:lnTo>
                  <a:lnTo>
                    <a:pt x="691352" y="685628"/>
                  </a:lnTo>
                  <a:lnTo>
                    <a:pt x="691212" y="685614"/>
                  </a:lnTo>
                  <a:lnTo>
                    <a:pt x="690815" y="685563"/>
                  </a:lnTo>
                  <a:lnTo>
                    <a:pt x="690568" y="685534"/>
                  </a:lnTo>
                  <a:lnTo>
                    <a:pt x="688639" y="685546"/>
                  </a:lnTo>
                  <a:lnTo>
                    <a:pt x="688501" y="685562"/>
                  </a:lnTo>
                  <a:lnTo>
                    <a:pt x="688216" y="685551"/>
                  </a:lnTo>
                  <a:lnTo>
                    <a:pt x="687592" y="685522"/>
                  </a:lnTo>
                  <a:lnTo>
                    <a:pt x="687365" y="685523"/>
                  </a:lnTo>
                  <a:lnTo>
                    <a:pt x="685067" y="686378"/>
                  </a:lnTo>
                  <a:lnTo>
                    <a:pt x="684418" y="687071"/>
                  </a:lnTo>
                  <a:lnTo>
                    <a:pt x="684203" y="687150"/>
                  </a:lnTo>
                  <a:lnTo>
                    <a:pt x="683994" y="687152"/>
                  </a:lnTo>
                  <a:lnTo>
                    <a:pt x="683177" y="687094"/>
                  </a:lnTo>
                  <a:lnTo>
                    <a:pt x="683058" y="687232"/>
                  </a:lnTo>
                  <a:lnTo>
                    <a:pt x="682931" y="687358"/>
                  </a:lnTo>
                  <a:lnTo>
                    <a:pt x="682422" y="687548"/>
                  </a:lnTo>
                  <a:lnTo>
                    <a:pt x="680088" y="687594"/>
                  </a:lnTo>
                  <a:lnTo>
                    <a:pt x="679841" y="687642"/>
                  </a:lnTo>
                  <a:lnTo>
                    <a:pt x="677439" y="687722"/>
                  </a:lnTo>
                  <a:lnTo>
                    <a:pt x="677187" y="687797"/>
                  </a:lnTo>
                  <a:lnTo>
                    <a:pt x="677169" y="687955"/>
                  </a:lnTo>
                  <a:lnTo>
                    <a:pt x="675635" y="688454"/>
                  </a:lnTo>
                  <a:lnTo>
                    <a:pt x="675289" y="688305"/>
                  </a:lnTo>
                  <a:lnTo>
                    <a:pt x="675025" y="688280"/>
                  </a:lnTo>
                  <a:lnTo>
                    <a:pt x="674758" y="688209"/>
                  </a:lnTo>
                  <a:lnTo>
                    <a:pt x="674574" y="688177"/>
                  </a:lnTo>
                  <a:lnTo>
                    <a:pt x="674222" y="688128"/>
                  </a:lnTo>
                  <a:lnTo>
                    <a:pt x="674093" y="688089"/>
                  </a:lnTo>
                  <a:lnTo>
                    <a:pt x="673830" y="688002"/>
                  </a:lnTo>
                  <a:lnTo>
                    <a:pt x="673599" y="687997"/>
                  </a:lnTo>
                  <a:lnTo>
                    <a:pt x="673465" y="688007"/>
                  </a:lnTo>
                  <a:lnTo>
                    <a:pt x="673172" y="688044"/>
                  </a:lnTo>
                  <a:lnTo>
                    <a:pt x="672449" y="688441"/>
                  </a:lnTo>
                  <a:lnTo>
                    <a:pt x="672061" y="688674"/>
                  </a:lnTo>
                  <a:lnTo>
                    <a:pt x="671557" y="688844"/>
                  </a:lnTo>
                  <a:lnTo>
                    <a:pt x="671305" y="688850"/>
                  </a:lnTo>
                  <a:lnTo>
                    <a:pt x="670995" y="688848"/>
                  </a:lnTo>
                  <a:lnTo>
                    <a:pt x="669692" y="688932"/>
                  </a:lnTo>
                  <a:lnTo>
                    <a:pt x="669590" y="689154"/>
                  </a:lnTo>
                  <a:lnTo>
                    <a:pt x="665386" y="690256"/>
                  </a:lnTo>
                  <a:lnTo>
                    <a:pt x="662166" y="689709"/>
                  </a:lnTo>
                  <a:lnTo>
                    <a:pt x="661174" y="689367"/>
                  </a:lnTo>
                  <a:lnTo>
                    <a:pt x="661105" y="689177"/>
                  </a:lnTo>
                  <a:lnTo>
                    <a:pt x="661077" y="689023"/>
                  </a:lnTo>
                  <a:lnTo>
                    <a:pt x="661041" y="688781"/>
                  </a:lnTo>
                  <a:lnTo>
                    <a:pt x="660855" y="688214"/>
                  </a:lnTo>
                  <a:lnTo>
                    <a:pt x="660708" y="687821"/>
                  </a:lnTo>
                  <a:lnTo>
                    <a:pt x="660726" y="686491"/>
                  </a:lnTo>
                  <a:lnTo>
                    <a:pt x="660252" y="686453"/>
                  </a:lnTo>
                  <a:lnTo>
                    <a:pt x="660123" y="686452"/>
                  </a:lnTo>
                  <a:lnTo>
                    <a:pt x="659958" y="686428"/>
                  </a:lnTo>
                  <a:lnTo>
                    <a:pt x="659804" y="686402"/>
                  </a:lnTo>
                  <a:lnTo>
                    <a:pt x="659233" y="685789"/>
                  </a:lnTo>
                  <a:lnTo>
                    <a:pt x="657981" y="686333"/>
                  </a:lnTo>
                  <a:lnTo>
                    <a:pt x="657458" y="686377"/>
                  </a:lnTo>
                  <a:lnTo>
                    <a:pt x="656157" y="686784"/>
                  </a:lnTo>
                  <a:lnTo>
                    <a:pt x="656022" y="686877"/>
                  </a:lnTo>
                  <a:lnTo>
                    <a:pt x="654655" y="688115"/>
                  </a:lnTo>
                  <a:lnTo>
                    <a:pt x="651635" y="689528"/>
                  </a:lnTo>
                  <a:lnTo>
                    <a:pt x="650702" y="689180"/>
                  </a:lnTo>
                  <a:lnTo>
                    <a:pt x="649412" y="689697"/>
                  </a:lnTo>
                  <a:lnTo>
                    <a:pt x="649150" y="689659"/>
                  </a:lnTo>
                  <a:lnTo>
                    <a:pt x="648324" y="689949"/>
                  </a:lnTo>
                  <a:lnTo>
                    <a:pt x="648014" y="690172"/>
                  </a:lnTo>
                  <a:lnTo>
                    <a:pt x="647929" y="690320"/>
                  </a:lnTo>
                  <a:lnTo>
                    <a:pt x="647792" y="690473"/>
                  </a:lnTo>
                  <a:lnTo>
                    <a:pt x="647447" y="690835"/>
                  </a:lnTo>
                  <a:lnTo>
                    <a:pt x="646760" y="692459"/>
                  </a:lnTo>
                  <a:lnTo>
                    <a:pt x="645731" y="692893"/>
                  </a:lnTo>
                  <a:lnTo>
                    <a:pt x="645000" y="692805"/>
                  </a:lnTo>
                  <a:lnTo>
                    <a:pt x="643459" y="692448"/>
                  </a:lnTo>
                  <a:lnTo>
                    <a:pt x="642731" y="692093"/>
                  </a:lnTo>
                  <a:lnTo>
                    <a:pt x="642302" y="692480"/>
                  </a:lnTo>
                  <a:lnTo>
                    <a:pt x="640871" y="692768"/>
                  </a:lnTo>
                  <a:lnTo>
                    <a:pt x="638801" y="692888"/>
                  </a:lnTo>
                  <a:lnTo>
                    <a:pt x="638647" y="692911"/>
                  </a:lnTo>
                  <a:lnTo>
                    <a:pt x="637388" y="693184"/>
                  </a:lnTo>
                  <a:lnTo>
                    <a:pt x="637082" y="693088"/>
                  </a:lnTo>
                  <a:lnTo>
                    <a:pt x="634049" y="694608"/>
                  </a:lnTo>
                  <a:lnTo>
                    <a:pt x="633619" y="694033"/>
                  </a:lnTo>
                  <a:lnTo>
                    <a:pt x="632768" y="693141"/>
                  </a:lnTo>
                  <a:lnTo>
                    <a:pt x="631117" y="693049"/>
                  </a:lnTo>
                  <a:lnTo>
                    <a:pt x="629164" y="692746"/>
                  </a:lnTo>
                  <a:lnTo>
                    <a:pt x="629011" y="692722"/>
                  </a:lnTo>
                  <a:lnTo>
                    <a:pt x="628843" y="692757"/>
                  </a:lnTo>
                  <a:lnTo>
                    <a:pt x="627556" y="693148"/>
                  </a:lnTo>
                  <a:lnTo>
                    <a:pt x="625677" y="694527"/>
                  </a:lnTo>
                  <a:lnTo>
                    <a:pt x="625032" y="695174"/>
                  </a:lnTo>
                  <a:lnTo>
                    <a:pt x="624005" y="695604"/>
                  </a:lnTo>
                  <a:lnTo>
                    <a:pt x="623642" y="695581"/>
                  </a:lnTo>
                  <a:lnTo>
                    <a:pt x="623188" y="695453"/>
                  </a:lnTo>
                  <a:lnTo>
                    <a:pt x="622786" y="696161"/>
                  </a:lnTo>
                  <a:lnTo>
                    <a:pt x="622285" y="696295"/>
                  </a:lnTo>
                  <a:lnTo>
                    <a:pt x="621997" y="696368"/>
                  </a:lnTo>
                  <a:lnTo>
                    <a:pt x="621821" y="696403"/>
                  </a:lnTo>
                  <a:lnTo>
                    <a:pt x="621596" y="696477"/>
                  </a:lnTo>
                  <a:lnTo>
                    <a:pt x="619341" y="696972"/>
                  </a:lnTo>
                  <a:lnTo>
                    <a:pt x="619178" y="696935"/>
                  </a:lnTo>
                  <a:lnTo>
                    <a:pt x="618455" y="696730"/>
                  </a:lnTo>
                  <a:lnTo>
                    <a:pt x="616453" y="697866"/>
                  </a:lnTo>
                  <a:lnTo>
                    <a:pt x="614635" y="697558"/>
                  </a:lnTo>
                  <a:lnTo>
                    <a:pt x="614437" y="697453"/>
                  </a:lnTo>
                  <a:lnTo>
                    <a:pt x="614281" y="697362"/>
                  </a:lnTo>
                  <a:lnTo>
                    <a:pt x="608629" y="699962"/>
                  </a:lnTo>
                  <a:lnTo>
                    <a:pt x="607655" y="700039"/>
                  </a:lnTo>
                  <a:lnTo>
                    <a:pt x="606020" y="699636"/>
                  </a:lnTo>
                  <a:lnTo>
                    <a:pt x="604875" y="700143"/>
                  </a:lnTo>
                  <a:lnTo>
                    <a:pt x="602938" y="701144"/>
                  </a:lnTo>
                  <a:lnTo>
                    <a:pt x="602808" y="701151"/>
                  </a:lnTo>
                  <a:lnTo>
                    <a:pt x="602669" y="701146"/>
                  </a:lnTo>
                  <a:lnTo>
                    <a:pt x="601828" y="701381"/>
                  </a:lnTo>
                  <a:lnTo>
                    <a:pt x="600618" y="702069"/>
                  </a:lnTo>
                  <a:lnTo>
                    <a:pt x="600609" y="702313"/>
                  </a:lnTo>
                  <a:lnTo>
                    <a:pt x="600611" y="702581"/>
                  </a:lnTo>
                  <a:lnTo>
                    <a:pt x="600614" y="702874"/>
                  </a:lnTo>
                  <a:lnTo>
                    <a:pt x="600616" y="703085"/>
                  </a:lnTo>
                  <a:lnTo>
                    <a:pt x="600557" y="703345"/>
                  </a:lnTo>
                  <a:lnTo>
                    <a:pt x="600453" y="703508"/>
                  </a:lnTo>
                  <a:lnTo>
                    <a:pt x="600470" y="703743"/>
                  </a:lnTo>
                  <a:lnTo>
                    <a:pt x="600518" y="704139"/>
                  </a:lnTo>
                  <a:lnTo>
                    <a:pt x="600662" y="705439"/>
                  </a:lnTo>
                  <a:lnTo>
                    <a:pt x="600852" y="707034"/>
                  </a:lnTo>
                  <a:lnTo>
                    <a:pt x="600692" y="707041"/>
                  </a:lnTo>
                  <a:lnTo>
                    <a:pt x="600154" y="707243"/>
                  </a:lnTo>
                  <a:lnTo>
                    <a:pt x="599989" y="707871"/>
                  </a:lnTo>
                  <a:lnTo>
                    <a:pt x="598636" y="708834"/>
                  </a:lnTo>
                  <a:lnTo>
                    <a:pt x="598468" y="709206"/>
                  </a:lnTo>
                  <a:lnTo>
                    <a:pt x="598346" y="709414"/>
                  </a:lnTo>
                  <a:lnTo>
                    <a:pt x="598137" y="709699"/>
                  </a:lnTo>
                  <a:lnTo>
                    <a:pt x="598042" y="709850"/>
                  </a:lnTo>
                  <a:lnTo>
                    <a:pt x="597968" y="710031"/>
                  </a:lnTo>
                  <a:lnTo>
                    <a:pt x="597941" y="710266"/>
                  </a:lnTo>
                  <a:lnTo>
                    <a:pt x="597988" y="710432"/>
                  </a:lnTo>
                  <a:lnTo>
                    <a:pt x="597968" y="710829"/>
                  </a:lnTo>
                  <a:lnTo>
                    <a:pt x="597941" y="711166"/>
                  </a:lnTo>
                  <a:lnTo>
                    <a:pt x="597855" y="711813"/>
                  </a:lnTo>
                  <a:lnTo>
                    <a:pt x="597672" y="711946"/>
                  </a:lnTo>
                  <a:lnTo>
                    <a:pt x="597597" y="712211"/>
                  </a:lnTo>
                  <a:lnTo>
                    <a:pt x="597395" y="712592"/>
                  </a:lnTo>
                  <a:lnTo>
                    <a:pt x="597036" y="712590"/>
                  </a:lnTo>
                  <a:lnTo>
                    <a:pt x="596811" y="712606"/>
                  </a:lnTo>
                  <a:lnTo>
                    <a:pt x="596634" y="712957"/>
                  </a:lnTo>
                  <a:lnTo>
                    <a:pt x="596242" y="713585"/>
                  </a:lnTo>
                  <a:lnTo>
                    <a:pt x="596255" y="713934"/>
                  </a:lnTo>
                  <a:lnTo>
                    <a:pt x="596092" y="714472"/>
                  </a:lnTo>
                  <a:lnTo>
                    <a:pt x="596161" y="714790"/>
                  </a:lnTo>
                  <a:lnTo>
                    <a:pt x="595933" y="715379"/>
                  </a:lnTo>
                  <a:lnTo>
                    <a:pt x="595684" y="715660"/>
                  </a:lnTo>
                  <a:lnTo>
                    <a:pt x="595657" y="715953"/>
                  </a:lnTo>
                  <a:lnTo>
                    <a:pt x="595601" y="716109"/>
                  </a:lnTo>
                  <a:lnTo>
                    <a:pt x="595310" y="716180"/>
                  </a:lnTo>
                  <a:lnTo>
                    <a:pt x="595115" y="716256"/>
                  </a:lnTo>
                  <a:lnTo>
                    <a:pt x="594685" y="716560"/>
                  </a:lnTo>
                  <a:lnTo>
                    <a:pt x="594628" y="716770"/>
                  </a:lnTo>
                  <a:lnTo>
                    <a:pt x="594567" y="716974"/>
                  </a:lnTo>
                  <a:lnTo>
                    <a:pt x="594021" y="716941"/>
                  </a:lnTo>
                  <a:lnTo>
                    <a:pt x="593545" y="716901"/>
                  </a:lnTo>
                  <a:lnTo>
                    <a:pt x="593293" y="717139"/>
                  </a:lnTo>
                  <a:lnTo>
                    <a:pt x="593191" y="717353"/>
                  </a:lnTo>
                  <a:lnTo>
                    <a:pt x="592811" y="717488"/>
                  </a:lnTo>
                  <a:lnTo>
                    <a:pt x="592667" y="717581"/>
                  </a:lnTo>
                  <a:lnTo>
                    <a:pt x="592534" y="717616"/>
                  </a:lnTo>
                  <a:lnTo>
                    <a:pt x="592359" y="717659"/>
                  </a:lnTo>
                  <a:lnTo>
                    <a:pt x="592090" y="718042"/>
                  </a:lnTo>
                  <a:lnTo>
                    <a:pt x="591873" y="718398"/>
                  </a:lnTo>
                  <a:lnTo>
                    <a:pt x="591566" y="718465"/>
                  </a:lnTo>
                  <a:lnTo>
                    <a:pt x="591302" y="718696"/>
                  </a:lnTo>
                  <a:lnTo>
                    <a:pt x="591044" y="719127"/>
                  </a:lnTo>
                  <a:lnTo>
                    <a:pt x="590756" y="719384"/>
                  </a:lnTo>
                  <a:lnTo>
                    <a:pt x="590476" y="719544"/>
                  </a:lnTo>
                  <a:lnTo>
                    <a:pt x="590386" y="719832"/>
                  </a:lnTo>
                  <a:lnTo>
                    <a:pt x="590172" y="720091"/>
                  </a:lnTo>
                  <a:lnTo>
                    <a:pt x="589682" y="720158"/>
                  </a:lnTo>
                  <a:lnTo>
                    <a:pt x="589598" y="720410"/>
                  </a:lnTo>
                  <a:lnTo>
                    <a:pt x="589087" y="720526"/>
                  </a:lnTo>
                  <a:lnTo>
                    <a:pt x="588705" y="720440"/>
                  </a:lnTo>
                  <a:lnTo>
                    <a:pt x="588395" y="720458"/>
                  </a:lnTo>
                  <a:lnTo>
                    <a:pt x="587707" y="720373"/>
                  </a:lnTo>
                  <a:lnTo>
                    <a:pt x="587509" y="720218"/>
                  </a:lnTo>
                  <a:lnTo>
                    <a:pt x="587376" y="720188"/>
                  </a:lnTo>
                  <a:lnTo>
                    <a:pt x="586917" y="720321"/>
                  </a:lnTo>
                  <a:lnTo>
                    <a:pt x="586288" y="720442"/>
                  </a:lnTo>
                  <a:lnTo>
                    <a:pt x="585925" y="720448"/>
                  </a:lnTo>
                  <a:lnTo>
                    <a:pt x="584973" y="720500"/>
                  </a:lnTo>
                  <a:lnTo>
                    <a:pt x="584834" y="720560"/>
                  </a:lnTo>
                  <a:lnTo>
                    <a:pt x="584730" y="720700"/>
                  </a:lnTo>
                  <a:lnTo>
                    <a:pt x="584098" y="720926"/>
                  </a:lnTo>
                  <a:lnTo>
                    <a:pt x="583150" y="720675"/>
                  </a:lnTo>
                  <a:lnTo>
                    <a:pt x="582837" y="720533"/>
                  </a:lnTo>
                  <a:lnTo>
                    <a:pt x="582677" y="720533"/>
                  </a:lnTo>
                  <a:lnTo>
                    <a:pt x="582540" y="720574"/>
                  </a:lnTo>
                  <a:lnTo>
                    <a:pt x="582323" y="720652"/>
                  </a:lnTo>
                  <a:lnTo>
                    <a:pt x="581994" y="720922"/>
                  </a:lnTo>
                  <a:lnTo>
                    <a:pt x="581701" y="721021"/>
                  </a:lnTo>
                  <a:lnTo>
                    <a:pt x="581045" y="721033"/>
                  </a:lnTo>
                  <a:lnTo>
                    <a:pt x="580570" y="720982"/>
                  </a:lnTo>
                  <a:lnTo>
                    <a:pt x="579997" y="721263"/>
                  </a:lnTo>
                  <a:lnTo>
                    <a:pt x="579702" y="721271"/>
                  </a:lnTo>
                  <a:lnTo>
                    <a:pt x="579414" y="721414"/>
                  </a:lnTo>
                  <a:lnTo>
                    <a:pt x="579180" y="721673"/>
                  </a:lnTo>
                  <a:lnTo>
                    <a:pt x="579032" y="721767"/>
                  </a:lnTo>
                  <a:lnTo>
                    <a:pt x="578790" y="721847"/>
                  </a:lnTo>
                  <a:lnTo>
                    <a:pt x="578034" y="722019"/>
                  </a:lnTo>
                  <a:lnTo>
                    <a:pt x="577098" y="722082"/>
                  </a:lnTo>
                  <a:lnTo>
                    <a:pt x="576934" y="722226"/>
                  </a:lnTo>
                  <a:lnTo>
                    <a:pt x="576665" y="722501"/>
                  </a:lnTo>
                  <a:lnTo>
                    <a:pt x="576425" y="722799"/>
                  </a:lnTo>
                  <a:lnTo>
                    <a:pt x="576195" y="722976"/>
                  </a:lnTo>
                  <a:lnTo>
                    <a:pt x="575811" y="723008"/>
                  </a:lnTo>
                  <a:lnTo>
                    <a:pt x="575150" y="723689"/>
                  </a:lnTo>
                  <a:lnTo>
                    <a:pt x="575008" y="723857"/>
                  </a:lnTo>
                  <a:lnTo>
                    <a:pt x="574985" y="724045"/>
                  </a:lnTo>
                  <a:lnTo>
                    <a:pt x="574231" y="724967"/>
                  </a:lnTo>
                  <a:lnTo>
                    <a:pt x="574202" y="725459"/>
                  </a:lnTo>
                  <a:lnTo>
                    <a:pt x="574212" y="725705"/>
                  </a:lnTo>
                  <a:lnTo>
                    <a:pt x="574235" y="725921"/>
                  </a:lnTo>
                  <a:lnTo>
                    <a:pt x="574047" y="726062"/>
                  </a:lnTo>
                  <a:lnTo>
                    <a:pt x="573850" y="726620"/>
                  </a:lnTo>
                  <a:lnTo>
                    <a:pt x="573509" y="726953"/>
                  </a:lnTo>
                  <a:lnTo>
                    <a:pt x="573125" y="727356"/>
                  </a:lnTo>
                  <a:lnTo>
                    <a:pt x="572772" y="727744"/>
                  </a:lnTo>
                  <a:lnTo>
                    <a:pt x="572128" y="727702"/>
                  </a:lnTo>
                  <a:lnTo>
                    <a:pt x="571733" y="727904"/>
                  </a:lnTo>
                  <a:lnTo>
                    <a:pt x="571243" y="727956"/>
                  </a:lnTo>
                  <a:lnTo>
                    <a:pt x="570440" y="727273"/>
                  </a:lnTo>
                  <a:lnTo>
                    <a:pt x="569796" y="727050"/>
                  </a:lnTo>
                  <a:lnTo>
                    <a:pt x="569559" y="726943"/>
                  </a:lnTo>
                  <a:lnTo>
                    <a:pt x="569378" y="726809"/>
                  </a:lnTo>
                  <a:lnTo>
                    <a:pt x="569120" y="726405"/>
                  </a:lnTo>
                  <a:lnTo>
                    <a:pt x="569079" y="726197"/>
                  </a:lnTo>
                  <a:lnTo>
                    <a:pt x="568990" y="725858"/>
                  </a:lnTo>
                  <a:lnTo>
                    <a:pt x="568460" y="725637"/>
                  </a:lnTo>
                  <a:lnTo>
                    <a:pt x="568257" y="725647"/>
                  </a:lnTo>
                  <a:lnTo>
                    <a:pt x="567941" y="725665"/>
                  </a:lnTo>
                  <a:lnTo>
                    <a:pt x="567471" y="725757"/>
                  </a:lnTo>
                  <a:lnTo>
                    <a:pt x="566576" y="725633"/>
                  </a:lnTo>
                  <a:lnTo>
                    <a:pt x="566437" y="725581"/>
                  </a:lnTo>
                  <a:lnTo>
                    <a:pt x="566007" y="725469"/>
                  </a:lnTo>
                  <a:lnTo>
                    <a:pt x="565298" y="725418"/>
                  </a:lnTo>
                  <a:lnTo>
                    <a:pt x="565158" y="725399"/>
                  </a:lnTo>
                  <a:lnTo>
                    <a:pt x="565020" y="725316"/>
                  </a:lnTo>
                  <a:lnTo>
                    <a:pt x="564625" y="725238"/>
                  </a:lnTo>
                  <a:lnTo>
                    <a:pt x="563989" y="725075"/>
                  </a:lnTo>
                  <a:lnTo>
                    <a:pt x="563288" y="724874"/>
                  </a:lnTo>
                  <a:lnTo>
                    <a:pt x="562858" y="724768"/>
                  </a:lnTo>
                  <a:lnTo>
                    <a:pt x="562017" y="724705"/>
                  </a:lnTo>
                  <a:lnTo>
                    <a:pt x="561927" y="724418"/>
                  </a:lnTo>
                  <a:lnTo>
                    <a:pt x="561893" y="724050"/>
                  </a:lnTo>
                  <a:lnTo>
                    <a:pt x="561799" y="723291"/>
                  </a:lnTo>
                  <a:lnTo>
                    <a:pt x="561664" y="723120"/>
                  </a:lnTo>
                  <a:lnTo>
                    <a:pt x="561238" y="722508"/>
                  </a:lnTo>
                  <a:lnTo>
                    <a:pt x="560536" y="721921"/>
                  </a:lnTo>
                  <a:lnTo>
                    <a:pt x="560082" y="721688"/>
                  </a:lnTo>
                  <a:lnTo>
                    <a:pt x="559858" y="721538"/>
                  </a:lnTo>
                  <a:lnTo>
                    <a:pt x="559454" y="721324"/>
                  </a:lnTo>
                  <a:lnTo>
                    <a:pt x="558879" y="721187"/>
                  </a:lnTo>
                  <a:lnTo>
                    <a:pt x="558712" y="721141"/>
                  </a:lnTo>
                  <a:lnTo>
                    <a:pt x="558372" y="721006"/>
                  </a:lnTo>
                  <a:lnTo>
                    <a:pt x="557852" y="720103"/>
                  </a:lnTo>
                  <a:lnTo>
                    <a:pt x="557171" y="720011"/>
                  </a:lnTo>
                  <a:lnTo>
                    <a:pt x="556952" y="720050"/>
                  </a:lnTo>
                  <a:lnTo>
                    <a:pt x="556358" y="720428"/>
                  </a:lnTo>
                  <a:lnTo>
                    <a:pt x="555684" y="720581"/>
                  </a:lnTo>
                  <a:lnTo>
                    <a:pt x="554856" y="720614"/>
                  </a:lnTo>
                  <a:lnTo>
                    <a:pt x="555113" y="721056"/>
                  </a:lnTo>
                  <a:lnTo>
                    <a:pt x="554779" y="721255"/>
                  </a:lnTo>
                  <a:lnTo>
                    <a:pt x="553952" y="721576"/>
                  </a:lnTo>
                  <a:lnTo>
                    <a:pt x="553683" y="721685"/>
                  </a:lnTo>
                  <a:lnTo>
                    <a:pt x="553226" y="721779"/>
                  </a:lnTo>
                  <a:lnTo>
                    <a:pt x="552997" y="721820"/>
                  </a:lnTo>
                  <a:lnTo>
                    <a:pt x="552622" y="721911"/>
                  </a:lnTo>
                  <a:lnTo>
                    <a:pt x="552472" y="721989"/>
                  </a:lnTo>
                  <a:lnTo>
                    <a:pt x="552109" y="722272"/>
                  </a:lnTo>
                  <a:lnTo>
                    <a:pt x="551466" y="722478"/>
                  </a:lnTo>
                  <a:lnTo>
                    <a:pt x="550867" y="722430"/>
                  </a:lnTo>
                  <a:lnTo>
                    <a:pt x="550557" y="722412"/>
                  </a:lnTo>
                  <a:lnTo>
                    <a:pt x="550131" y="722460"/>
                  </a:lnTo>
                  <a:lnTo>
                    <a:pt x="549781" y="722461"/>
                  </a:lnTo>
                  <a:lnTo>
                    <a:pt x="549105" y="722414"/>
                  </a:lnTo>
                  <a:lnTo>
                    <a:pt x="548776" y="722388"/>
                  </a:lnTo>
                  <a:lnTo>
                    <a:pt x="548199" y="722275"/>
                  </a:lnTo>
                  <a:lnTo>
                    <a:pt x="548046" y="722223"/>
                  </a:lnTo>
                  <a:lnTo>
                    <a:pt x="547657" y="722188"/>
                  </a:lnTo>
                  <a:lnTo>
                    <a:pt x="547519" y="722164"/>
                  </a:lnTo>
                  <a:lnTo>
                    <a:pt x="547032" y="721984"/>
                  </a:lnTo>
                  <a:lnTo>
                    <a:pt x="546391" y="722048"/>
                  </a:lnTo>
                  <a:lnTo>
                    <a:pt x="545808" y="722276"/>
                  </a:lnTo>
                  <a:lnTo>
                    <a:pt x="545422" y="722370"/>
                  </a:lnTo>
                  <a:lnTo>
                    <a:pt x="545013" y="722476"/>
                  </a:lnTo>
                  <a:lnTo>
                    <a:pt x="544313" y="722668"/>
                  </a:lnTo>
                  <a:lnTo>
                    <a:pt x="543715" y="723548"/>
                  </a:lnTo>
                  <a:lnTo>
                    <a:pt x="543534" y="723807"/>
                  </a:lnTo>
                  <a:lnTo>
                    <a:pt x="543160" y="724314"/>
                  </a:lnTo>
                  <a:lnTo>
                    <a:pt x="542933" y="724421"/>
                  </a:lnTo>
                  <a:lnTo>
                    <a:pt x="542208" y="724634"/>
                  </a:lnTo>
                  <a:lnTo>
                    <a:pt x="541904" y="724733"/>
                  </a:lnTo>
                  <a:lnTo>
                    <a:pt x="541482" y="724899"/>
                  </a:lnTo>
                  <a:lnTo>
                    <a:pt x="540647" y="725269"/>
                  </a:lnTo>
                  <a:lnTo>
                    <a:pt x="540256" y="725393"/>
                  </a:lnTo>
                  <a:lnTo>
                    <a:pt x="539473" y="725629"/>
                  </a:lnTo>
                  <a:lnTo>
                    <a:pt x="539083" y="725744"/>
                  </a:lnTo>
                  <a:lnTo>
                    <a:pt x="538695" y="725862"/>
                  </a:lnTo>
                  <a:lnTo>
                    <a:pt x="537414" y="726516"/>
                  </a:lnTo>
                  <a:lnTo>
                    <a:pt x="536815" y="726838"/>
                  </a:lnTo>
                  <a:lnTo>
                    <a:pt x="536708" y="727055"/>
                  </a:lnTo>
                  <a:lnTo>
                    <a:pt x="536507" y="727335"/>
                  </a:lnTo>
                  <a:lnTo>
                    <a:pt x="536221" y="727404"/>
                  </a:lnTo>
                  <a:lnTo>
                    <a:pt x="535487" y="727686"/>
                  </a:lnTo>
                  <a:lnTo>
                    <a:pt x="535110" y="727645"/>
                  </a:lnTo>
                  <a:lnTo>
                    <a:pt x="534848" y="727631"/>
                  </a:lnTo>
                  <a:lnTo>
                    <a:pt x="534272" y="728155"/>
                  </a:lnTo>
                  <a:lnTo>
                    <a:pt x="533634" y="728358"/>
                  </a:lnTo>
                  <a:lnTo>
                    <a:pt x="533378" y="728631"/>
                  </a:lnTo>
                  <a:lnTo>
                    <a:pt x="533284" y="728762"/>
                  </a:lnTo>
                  <a:lnTo>
                    <a:pt x="533006" y="728863"/>
                  </a:lnTo>
                  <a:lnTo>
                    <a:pt x="532834" y="728884"/>
                  </a:lnTo>
                  <a:lnTo>
                    <a:pt x="532640" y="728915"/>
                  </a:lnTo>
                  <a:lnTo>
                    <a:pt x="532074" y="729289"/>
                  </a:lnTo>
                  <a:lnTo>
                    <a:pt x="531738" y="729404"/>
                  </a:lnTo>
                  <a:lnTo>
                    <a:pt x="531443" y="729488"/>
                  </a:lnTo>
                  <a:lnTo>
                    <a:pt x="531301" y="729488"/>
                  </a:lnTo>
                  <a:lnTo>
                    <a:pt x="530706" y="729428"/>
                  </a:lnTo>
                  <a:lnTo>
                    <a:pt x="530489" y="729309"/>
                  </a:lnTo>
                  <a:lnTo>
                    <a:pt x="530016" y="729370"/>
                  </a:lnTo>
                  <a:lnTo>
                    <a:pt x="529831" y="729366"/>
                  </a:lnTo>
                  <a:lnTo>
                    <a:pt x="529288" y="729561"/>
                  </a:lnTo>
                  <a:lnTo>
                    <a:pt x="529112" y="729580"/>
                  </a:lnTo>
                  <a:lnTo>
                    <a:pt x="528739" y="729669"/>
                  </a:lnTo>
                  <a:lnTo>
                    <a:pt x="528449" y="729801"/>
                  </a:lnTo>
                  <a:lnTo>
                    <a:pt x="527999" y="729966"/>
                  </a:lnTo>
                  <a:lnTo>
                    <a:pt x="527607" y="730132"/>
                  </a:lnTo>
                  <a:lnTo>
                    <a:pt x="527274" y="730317"/>
                  </a:lnTo>
                  <a:lnTo>
                    <a:pt x="526937" y="730443"/>
                  </a:lnTo>
                  <a:lnTo>
                    <a:pt x="526406" y="730544"/>
                  </a:lnTo>
                  <a:lnTo>
                    <a:pt x="526044" y="730607"/>
                  </a:lnTo>
                  <a:lnTo>
                    <a:pt x="525618" y="730726"/>
                  </a:lnTo>
                  <a:lnTo>
                    <a:pt x="524662" y="730694"/>
                  </a:lnTo>
                  <a:lnTo>
                    <a:pt x="524514" y="730710"/>
                  </a:lnTo>
                  <a:lnTo>
                    <a:pt x="524003" y="730809"/>
                  </a:lnTo>
                  <a:lnTo>
                    <a:pt x="523612" y="731028"/>
                  </a:lnTo>
                  <a:lnTo>
                    <a:pt x="523437" y="731161"/>
                  </a:lnTo>
                  <a:lnTo>
                    <a:pt x="523089" y="731251"/>
                  </a:lnTo>
                  <a:lnTo>
                    <a:pt x="522820" y="731385"/>
                  </a:lnTo>
                  <a:lnTo>
                    <a:pt x="522417" y="731615"/>
                  </a:lnTo>
                  <a:lnTo>
                    <a:pt x="521785" y="732020"/>
                  </a:lnTo>
                  <a:lnTo>
                    <a:pt x="521444" y="732073"/>
                  </a:lnTo>
                  <a:lnTo>
                    <a:pt x="521057" y="732018"/>
                  </a:lnTo>
                  <a:lnTo>
                    <a:pt x="520626" y="732030"/>
                  </a:lnTo>
                  <a:lnTo>
                    <a:pt x="520204" y="732209"/>
                  </a:lnTo>
                  <a:lnTo>
                    <a:pt x="519772" y="732414"/>
                  </a:lnTo>
                  <a:lnTo>
                    <a:pt x="519207" y="732536"/>
                  </a:lnTo>
                  <a:lnTo>
                    <a:pt x="518848" y="732626"/>
                  </a:lnTo>
                  <a:lnTo>
                    <a:pt x="518516" y="732738"/>
                  </a:lnTo>
                  <a:lnTo>
                    <a:pt x="518195" y="733073"/>
                  </a:lnTo>
                  <a:lnTo>
                    <a:pt x="518892" y="734106"/>
                  </a:lnTo>
                  <a:lnTo>
                    <a:pt x="519283" y="734067"/>
                  </a:lnTo>
                  <a:lnTo>
                    <a:pt x="519584" y="734234"/>
                  </a:lnTo>
                  <a:lnTo>
                    <a:pt x="519468" y="734812"/>
                  </a:lnTo>
                  <a:lnTo>
                    <a:pt x="519114" y="734961"/>
                  </a:lnTo>
                  <a:lnTo>
                    <a:pt x="519063" y="735655"/>
                  </a:lnTo>
                  <a:lnTo>
                    <a:pt x="518957" y="735895"/>
                  </a:lnTo>
                  <a:lnTo>
                    <a:pt x="518641" y="736348"/>
                  </a:lnTo>
                  <a:lnTo>
                    <a:pt x="518426" y="736592"/>
                  </a:lnTo>
                  <a:lnTo>
                    <a:pt x="518422" y="736990"/>
                  </a:lnTo>
                  <a:lnTo>
                    <a:pt x="517818" y="737149"/>
                  </a:lnTo>
                  <a:lnTo>
                    <a:pt x="517151" y="737355"/>
                  </a:lnTo>
                  <a:lnTo>
                    <a:pt x="516767" y="737559"/>
                  </a:lnTo>
                  <a:lnTo>
                    <a:pt x="516253" y="737891"/>
                  </a:lnTo>
                  <a:lnTo>
                    <a:pt x="515256" y="738578"/>
                  </a:lnTo>
                  <a:lnTo>
                    <a:pt x="514877" y="738786"/>
                  </a:lnTo>
                  <a:lnTo>
                    <a:pt x="514371" y="738995"/>
                  </a:lnTo>
                  <a:lnTo>
                    <a:pt x="514159" y="739088"/>
                  </a:lnTo>
                  <a:lnTo>
                    <a:pt x="513943" y="739226"/>
                  </a:lnTo>
                  <a:lnTo>
                    <a:pt x="512906" y="740109"/>
                  </a:lnTo>
                  <a:lnTo>
                    <a:pt x="512760" y="740149"/>
                  </a:lnTo>
                  <a:lnTo>
                    <a:pt x="512325" y="740257"/>
                  </a:lnTo>
                  <a:lnTo>
                    <a:pt x="511904" y="740306"/>
                  </a:lnTo>
                  <a:lnTo>
                    <a:pt x="511734" y="740303"/>
                  </a:lnTo>
                  <a:lnTo>
                    <a:pt x="511209" y="740455"/>
                  </a:lnTo>
                  <a:lnTo>
                    <a:pt x="510731" y="740599"/>
                  </a:lnTo>
                  <a:lnTo>
                    <a:pt x="510263" y="740647"/>
                  </a:lnTo>
                  <a:lnTo>
                    <a:pt x="509907" y="740638"/>
                  </a:lnTo>
                  <a:lnTo>
                    <a:pt x="509141" y="740721"/>
                  </a:lnTo>
                  <a:lnTo>
                    <a:pt x="508685" y="741290"/>
                  </a:lnTo>
                  <a:lnTo>
                    <a:pt x="507948" y="741345"/>
                  </a:lnTo>
                  <a:lnTo>
                    <a:pt x="507500" y="741648"/>
                  </a:lnTo>
                  <a:lnTo>
                    <a:pt x="507116" y="741737"/>
                  </a:lnTo>
                  <a:lnTo>
                    <a:pt x="506535" y="741986"/>
                  </a:lnTo>
                  <a:lnTo>
                    <a:pt x="506250" y="742304"/>
                  </a:lnTo>
                  <a:lnTo>
                    <a:pt x="506040" y="742584"/>
                  </a:lnTo>
                  <a:lnTo>
                    <a:pt x="505656" y="743008"/>
                  </a:lnTo>
                  <a:lnTo>
                    <a:pt x="505334" y="743192"/>
                  </a:lnTo>
                  <a:lnTo>
                    <a:pt x="505081" y="743190"/>
                  </a:lnTo>
                  <a:lnTo>
                    <a:pt x="504584" y="742937"/>
                  </a:lnTo>
                  <a:lnTo>
                    <a:pt x="503905" y="742210"/>
                  </a:lnTo>
                  <a:lnTo>
                    <a:pt x="503490" y="742172"/>
                  </a:lnTo>
                  <a:lnTo>
                    <a:pt x="503337" y="742306"/>
                  </a:lnTo>
                  <a:lnTo>
                    <a:pt x="502847" y="742282"/>
                  </a:lnTo>
                  <a:lnTo>
                    <a:pt x="502517" y="742445"/>
                  </a:lnTo>
                  <a:lnTo>
                    <a:pt x="502187" y="742686"/>
                  </a:lnTo>
                  <a:lnTo>
                    <a:pt x="501458" y="742658"/>
                  </a:lnTo>
                  <a:lnTo>
                    <a:pt x="501440" y="742493"/>
                  </a:lnTo>
                  <a:lnTo>
                    <a:pt x="500967" y="741549"/>
                  </a:lnTo>
                  <a:lnTo>
                    <a:pt x="500618" y="740866"/>
                  </a:lnTo>
                  <a:lnTo>
                    <a:pt x="500417" y="740677"/>
                  </a:lnTo>
                  <a:lnTo>
                    <a:pt x="499955" y="740322"/>
                  </a:lnTo>
                  <a:lnTo>
                    <a:pt x="499624" y="740126"/>
                  </a:lnTo>
                  <a:lnTo>
                    <a:pt x="499381" y="740021"/>
                  </a:lnTo>
                  <a:lnTo>
                    <a:pt x="499109" y="740252"/>
                  </a:lnTo>
                  <a:lnTo>
                    <a:pt x="498894" y="740335"/>
                  </a:lnTo>
                  <a:lnTo>
                    <a:pt x="498314" y="740124"/>
                  </a:lnTo>
                  <a:lnTo>
                    <a:pt x="497973" y="740184"/>
                  </a:lnTo>
                  <a:lnTo>
                    <a:pt x="497703" y="740145"/>
                  </a:lnTo>
                  <a:lnTo>
                    <a:pt x="497612" y="739943"/>
                  </a:lnTo>
                  <a:lnTo>
                    <a:pt x="497178" y="739772"/>
                  </a:lnTo>
                  <a:lnTo>
                    <a:pt x="496988" y="739887"/>
                  </a:lnTo>
                  <a:lnTo>
                    <a:pt x="495552" y="740253"/>
                  </a:lnTo>
                  <a:lnTo>
                    <a:pt x="494440" y="740457"/>
                  </a:lnTo>
                  <a:lnTo>
                    <a:pt x="494067" y="740564"/>
                  </a:lnTo>
                  <a:lnTo>
                    <a:pt x="493337" y="740341"/>
                  </a:lnTo>
                  <a:lnTo>
                    <a:pt x="492920" y="740494"/>
                  </a:lnTo>
                  <a:lnTo>
                    <a:pt x="492538" y="740727"/>
                  </a:lnTo>
                  <a:lnTo>
                    <a:pt x="491862" y="741616"/>
                  </a:lnTo>
                  <a:lnTo>
                    <a:pt x="491898" y="742106"/>
                  </a:lnTo>
                  <a:lnTo>
                    <a:pt x="491474" y="742718"/>
                  </a:lnTo>
                  <a:lnTo>
                    <a:pt x="491302" y="742821"/>
                  </a:lnTo>
                  <a:lnTo>
                    <a:pt x="490272" y="743136"/>
                  </a:lnTo>
                  <a:lnTo>
                    <a:pt x="489715" y="743089"/>
                  </a:lnTo>
                  <a:lnTo>
                    <a:pt x="489363" y="743021"/>
                  </a:lnTo>
                  <a:lnTo>
                    <a:pt x="489111" y="743006"/>
                  </a:lnTo>
                  <a:lnTo>
                    <a:pt x="488582" y="743205"/>
                  </a:lnTo>
                  <a:lnTo>
                    <a:pt x="488378" y="743277"/>
                  </a:lnTo>
                  <a:lnTo>
                    <a:pt x="487633" y="743487"/>
                  </a:lnTo>
                  <a:lnTo>
                    <a:pt x="487338" y="743434"/>
                  </a:lnTo>
                  <a:lnTo>
                    <a:pt x="487109" y="743035"/>
                  </a:lnTo>
                  <a:lnTo>
                    <a:pt x="486820" y="742746"/>
                  </a:lnTo>
                  <a:lnTo>
                    <a:pt x="486295" y="742867"/>
                  </a:lnTo>
                  <a:lnTo>
                    <a:pt x="485980" y="742873"/>
                  </a:lnTo>
                  <a:lnTo>
                    <a:pt x="485317" y="742874"/>
                  </a:lnTo>
                  <a:lnTo>
                    <a:pt x="484405" y="742656"/>
                  </a:lnTo>
                  <a:lnTo>
                    <a:pt x="484125" y="742678"/>
                  </a:lnTo>
                  <a:lnTo>
                    <a:pt x="482551" y="742817"/>
                  </a:lnTo>
                  <a:lnTo>
                    <a:pt x="481977" y="742910"/>
                  </a:lnTo>
                  <a:lnTo>
                    <a:pt x="481199" y="743371"/>
                  </a:lnTo>
                  <a:lnTo>
                    <a:pt x="480187" y="743956"/>
                  </a:lnTo>
                  <a:lnTo>
                    <a:pt x="479888" y="744076"/>
                  </a:lnTo>
                  <a:lnTo>
                    <a:pt x="479705" y="744148"/>
                  </a:lnTo>
                  <a:lnTo>
                    <a:pt x="478632" y="744102"/>
                  </a:lnTo>
                  <a:lnTo>
                    <a:pt x="478585" y="743727"/>
                  </a:lnTo>
                  <a:lnTo>
                    <a:pt x="476909" y="743495"/>
                  </a:lnTo>
                  <a:lnTo>
                    <a:pt x="475942" y="743678"/>
                  </a:lnTo>
                  <a:lnTo>
                    <a:pt x="475588" y="743791"/>
                  </a:lnTo>
                  <a:lnTo>
                    <a:pt x="474978" y="743442"/>
                  </a:lnTo>
                  <a:lnTo>
                    <a:pt x="475247" y="742825"/>
                  </a:lnTo>
                  <a:lnTo>
                    <a:pt x="474641" y="742655"/>
                  </a:lnTo>
                  <a:lnTo>
                    <a:pt x="474221" y="742760"/>
                  </a:lnTo>
                  <a:lnTo>
                    <a:pt x="473563" y="743037"/>
                  </a:lnTo>
                  <a:lnTo>
                    <a:pt x="472943" y="743046"/>
                  </a:lnTo>
                  <a:lnTo>
                    <a:pt x="472810" y="742984"/>
                  </a:lnTo>
                  <a:lnTo>
                    <a:pt x="472396" y="742430"/>
                  </a:lnTo>
                  <a:lnTo>
                    <a:pt x="471969" y="742407"/>
                  </a:lnTo>
                  <a:lnTo>
                    <a:pt x="471715" y="742450"/>
                  </a:lnTo>
                  <a:lnTo>
                    <a:pt x="471191" y="742057"/>
                  </a:lnTo>
                  <a:lnTo>
                    <a:pt x="471031" y="741863"/>
                  </a:lnTo>
                  <a:lnTo>
                    <a:pt x="470391" y="741876"/>
                  </a:lnTo>
                  <a:lnTo>
                    <a:pt x="470213" y="741922"/>
                  </a:lnTo>
                  <a:lnTo>
                    <a:pt x="469674" y="741924"/>
                  </a:lnTo>
                  <a:lnTo>
                    <a:pt x="469436" y="741854"/>
                  </a:lnTo>
                  <a:lnTo>
                    <a:pt x="468924" y="741963"/>
                  </a:lnTo>
                  <a:lnTo>
                    <a:pt x="468391" y="742062"/>
                  </a:lnTo>
                  <a:lnTo>
                    <a:pt x="467546" y="742205"/>
                  </a:lnTo>
                  <a:lnTo>
                    <a:pt x="466726" y="742060"/>
                  </a:lnTo>
                  <a:lnTo>
                    <a:pt x="466725" y="741762"/>
                  </a:lnTo>
                  <a:lnTo>
                    <a:pt x="466936" y="741431"/>
                  </a:lnTo>
                  <a:lnTo>
                    <a:pt x="466898" y="741157"/>
                  </a:lnTo>
                  <a:lnTo>
                    <a:pt x="466084" y="741059"/>
                  </a:lnTo>
                  <a:lnTo>
                    <a:pt x="465450" y="741108"/>
                  </a:lnTo>
                  <a:lnTo>
                    <a:pt x="464893" y="741212"/>
                  </a:lnTo>
                  <a:lnTo>
                    <a:pt x="464680" y="741210"/>
                  </a:lnTo>
                  <a:lnTo>
                    <a:pt x="463833" y="741085"/>
                  </a:lnTo>
                  <a:lnTo>
                    <a:pt x="463311" y="740793"/>
                  </a:lnTo>
                  <a:lnTo>
                    <a:pt x="463152" y="740653"/>
                  </a:lnTo>
                  <a:lnTo>
                    <a:pt x="462684" y="740488"/>
                  </a:lnTo>
                  <a:lnTo>
                    <a:pt x="462542" y="740491"/>
                  </a:lnTo>
                  <a:lnTo>
                    <a:pt x="462099" y="740455"/>
                  </a:lnTo>
                  <a:lnTo>
                    <a:pt x="461845" y="740220"/>
                  </a:lnTo>
                  <a:lnTo>
                    <a:pt x="461494" y="739903"/>
                  </a:lnTo>
                  <a:lnTo>
                    <a:pt x="460936" y="739791"/>
                  </a:lnTo>
                  <a:lnTo>
                    <a:pt x="460839" y="739930"/>
                  </a:lnTo>
                  <a:lnTo>
                    <a:pt x="460644" y="740246"/>
                  </a:lnTo>
                  <a:lnTo>
                    <a:pt x="460429" y="740455"/>
                  </a:lnTo>
                  <a:lnTo>
                    <a:pt x="459670" y="740869"/>
                  </a:lnTo>
                  <a:lnTo>
                    <a:pt x="459256" y="741160"/>
                  </a:lnTo>
                  <a:lnTo>
                    <a:pt x="458021" y="741499"/>
                  </a:lnTo>
                  <a:lnTo>
                    <a:pt x="457802" y="741386"/>
                  </a:lnTo>
                  <a:lnTo>
                    <a:pt x="457659" y="741314"/>
                  </a:lnTo>
                  <a:lnTo>
                    <a:pt x="457123" y="741111"/>
                  </a:lnTo>
                  <a:lnTo>
                    <a:pt x="456871" y="741041"/>
                  </a:lnTo>
                  <a:lnTo>
                    <a:pt x="456692" y="741015"/>
                  </a:lnTo>
                  <a:lnTo>
                    <a:pt x="456382" y="740994"/>
                  </a:lnTo>
                  <a:lnTo>
                    <a:pt x="456172" y="740998"/>
                  </a:lnTo>
                  <a:lnTo>
                    <a:pt x="455854" y="741006"/>
                  </a:lnTo>
                  <a:lnTo>
                    <a:pt x="455289" y="740913"/>
                  </a:lnTo>
                  <a:lnTo>
                    <a:pt x="454516" y="740182"/>
                  </a:lnTo>
                  <a:lnTo>
                    <a:pt x="453913" y="739554"/>
                  </a:lnTo>
                  <a:lnTo>
                    <a:pt x="453504" y="738832"/>
                  </a:lnTo>
                  <a:lnTo>
                    <a:pt x="453385" y="738256"/>
                  </a:lnTo>
                  <a:lnTo>
                    <a:pt x="452876" y="737677"/>
                  </a:lnTo>
                  <a:lnTo>
                    <a:pt x="452220" y="736840"/>
                  </a:lnTo>
                  <a:lnTo>
                    <a:pt x="451931" y="736769"/>
                  </a:lnTo>
                  <a:lnTo>
                    <a:pt x="451146" y="736615"/>
                  </a:lnTo>
                  <a:lnTo>
                    <a:pt x="450078" y="736730"/>
                  </a:lnTo>
                  <a:lnTo>
                    <a:pt x="449897" y="736575"/>
                  </a:lnTo>
                  <a:lnTo>
                    <a:pt x="449640" y="735970"/>
                  </a:lnTo>
                  <a:lnTo>
                    <a:pt x="449640" y="735586"/>
                  </a:lnTo>
                  <a:lnTo>
                    <a:pt x="449453" y="735507"/>
                  </a:lnTo>
                  <a:lnTo>
                    <a:pt x="448962" y="735274"/>
                  </a:lnTo>
                  <a:lnTo>
                    <a:pt x="449077" y="734818"/>
                  </a:lnTo>
                  <a:lnTo>
                    <a:pt x="449077" y="734430"/>
                  </a:lnTo>
                  <a:lnTo>
                    <a:pt x="448996" y="734191"/>
                  </a:lnTo>
                  <a:lnTo>
                    <a:pt x="448876" y="733977"/>
                  </a:lnTo>
                  <a:lnTo>
                    <a:pt x="448338" y="733303"/>
                  </a:lnTo>
                  <a:lnTo>
                    <a:pt x="448914" y="732902"/>
                  </a:lnTo>
                  <a:lnTo>
                    <a:pt x="448978" y="732501"/>
                  </a:lnTo>
                  <a:lnTo>
                    <a:pt x="449042" y="731387"/>
                  </a:lnTo>
                  <a:lnTo>
                    <a:pt x="448882" y="730827"/>
                  </a:lnTo>
                  <a:lnTo>
                    <a:pt x="448728" y="730627"/>
                  </a:lnTo>
                  <a:lnTo>
                    <a:pt x="448816" y="730296"/>
                  </a:lnTo>
                  <a:lnTo>
                    <a:pt x="448909" y="729712"/>
                  </a:lnTo>
                  <a:lnTo>
                    <a:pt x="448444" y="729183"/>
                  </a:lnTo>
                  <a:lnTo>
                    <a:pt x="448171" y="729028"/>
                  </a:lnTo>
                  <a:lnTo>
                    <a:pt x="447840" y="728859"/>
                  </a:lnTo>
                  <a:lnTo>
                    <a:pt x="447771" y="728648"/>
                  </a:lnTo>
                  <a:lnTo>
                    <a:pt x="447712" y="728443"/>
                  </a:lnTo>
                  <a:lnTo>
                    <a:pt x="447734" y="728296"/>
                  </a:lnTo>
                  <a:lnTo>
                    <a:pt x="447786" y="728075"/>
                  </a:lnTo>
                  <a:lnTo>
                    <a:pt x="447832" y="727699"/>
                  </a:lnTo>
                  <a:lnTo>
                    <a:pt x="447719" y="727386"/>
                  </a:lnTo>
                  <a:lnTo>
                    <a:pt x="448111" y="727074"/>
                  </a:lnTo>
                  <a:lnTo>
                    <a:pt x="448257" y="726687"/>
                  </a:lnTo>
                  <a:lnTo>
                    <a:pt x="448167" y="726327"/>
                  </a:lnTo>
                  <a:lnTo>
                    <a:pt x="447375" y="725946"/>
                  </a:lnTo>
                  <a:lnTo>
                    <a:pt x="446922" y="725940"/>
                  </a:lnTo>
                  <a:lnTo>
                    <a:pt x="445021" y="725976"/>
                  </a:lnTo>
                  <a:lnTo>
                    <a:pt x="444316" y="726147"/>
                  </a:lnTo>
                  <a:lnTo>
                    <a:pt x="443887" y="725361"/>
                  </a:lnTo>
                  <a:lnTo>
                    <a:pt x="443651" y="725335"/>
                  </a:lnTo>
                  <a:lnTo>
                    <a:pt x="443137" y="725381"/>
                  </a:lnTo>
                  <a:lnTo>
                    <a:pt x="442760" y="725555"/>
                  </a:lnTo>
                  <a:lnTo>
                    <a:pt x="442596" y="725634"/>
                  </a:lnTo>
                  <a:lnTo>
                    <a:pt x="442458" y="725707"/>
                  </a:lnTo>
                  <a:lnTo>
                    <a:pt x="442288" y="725800"/>
                  </a:lnTo>
                  <a:lnTo>
                    <a:pt x="441831" y="725973"/>
                  </a:lnTo>
                  <a:lnTo>
                    <a:pt x="440398" y="725489"/>
                  </a:lnTo>
                  <a:lnTo>
                    <a:pt x="439599" y="725648"/>
                  </a:lnTo>
                  <a:lnTo>
                    <a:pt x="439340" y="726398"/>
                  </a:lnTo>
                  <a:lnTo>
                    <a:pt x="439320" y="726669"/>
                  </a:lnTo>
                  <a:lnTo>
                    <a:pt x="438930" y="727057"/>
                  </a:lnTo>
                  <a:lnTo>
                    <a:pt x="438592" y="727133"/>
                  </a:lnTo>
                  <a:lnTo>
                    <a:pt x="437960" y="727409"/>
                  </a:lnTo>
                  <a:lnTo>
                    <a:pt x="437504" y="727730"/>
                  </a:lnTo>
                  <a:lnTo>
                    <a:pt x="437323" y="728142"/>
                  </a:lnTo>
                  <a:lnTo>
                    <a:pt x="437112" y="728159"/>
                  </a:lnTo>
                  <a:lnTo>
                    <a:pt x="436573" y="727998"/>
                  </a:lnTo>
                  <a:lnTo>
                    <a:pt x="435857" y="727365"/>
                  </a:lnTo>
                  <a:lnTo>
                    <a:pt x="435593" y="727056"/>
                  </a:lnTo>
                  <a:lnTo>
                    <a:pt x="435402" y="726823"/>
                  </a:lnTo>
                  <a:lnTo>
                    <a:pt x="435193" y="726673"/>
                  </a:lnTo>
                  <a:lnTo>
                    <a:pt x="434085" y="726613"/>
                  </a:lnTo>
                  <a:lnTo>
                    <a:pt x="433362" y="726135"/>
                  </a:lnTo>
                  <a:lnTo>
                    <a:pt x="433325" y="725970"/>
                  </a:lnTo>
                  <a:lnTo>
                    <a:pt x="433228" y="725707"/>
                  </a:lnTo>
                  <a:lnTo>
                    <a:pt x="433072" y="725585"/>
                  </a:lnTo>
                  <a:lnTo>
                    <a:pt x="432505" y="725646"/>
                  </a:lnTo>
                  <a:lnTo>
                    <a:pt x="432367" y="725600"/>
                  </a:lnTo>
                  <a:lnTo>
                    <a:pt x="431916" y="725213"/>
                  </a:lnTo>
                  <a:lnTo>
                    <a:pt x="431499" y="725025"/>
                  </a:lnTo>
                  <a:lnTo>
                    <a:pt x="430975" y="725072"/>
                  </a:lnTo>
                  <a:lnTo>
                    <a:pt x="430460" y="725097"/>
                  </a:lnTo>
                  <a:lnTo>
                    <a:pt x="430196" y="725100"/>
                  </a:lnTo>
                  <a:lnTo>
                    <a:pt x="429543" y="724897"/>
                  </a:lnTo>
                  <a:lnTo>
                    <a:pt x="429322" y="724741"/>
                  </a:lnTo>
                  <a:lnTo>
                    <a:pt x="428844" y="724547"/>
                  </a:lnTo>
                  <a:lnTo>
                    <a:pt x="428079" y="724432"/>
                  </a:lnTo>
                  <a:lnTo>
                    <a:pt x="427779" y="724703"/>
                  </a:lnTo>
                  <a:lnTo>
                    <a:pt x="427441" y="724876"/>
                  </a:lnTo>
                  <a:lnTo>
                    <a:pt x="426866" y="724929"/>
                  </a:lnTo>
                  <a:lnTo>
                    <a:pt x="426522" y="724916"/>
                  </a:lnTo>
                  <a:lnTo>
                    <a:pt x="426317" y="724690"/>
                  </a:lnTo>
                  <a:lnTo>
                    <a:pt x="425919" y="724466"/>
                  </a:lnTo>
                  <a:lnTo>
                    <a:pt x="425076" y="724105"/>
                  </a:lnTo>
                  <a:lnTo>
                    <a:pt x="424328" y="724006"/>
                  </a:lnTo>
                  <a:lnTo>
                    <a:pt x="423609" y="724117"/>
                  </a:lnTo>
                  <a:lnTo>
                    <a:pt x="422523" y="724256"/>
                  </a:lnTo>
                  <a:lnTo>
                    <a:pt x="422279" y="724273"/>
                  </a:lnTo>
                  <a:lnTo>
                    <a:pt x="422005" y="724316"/>
                  </a:lnTo>
                  <a:lnTo>
                    <a:pt x="421818" y="724579"/>
                  </a:lnTo>
                  <a:lnTo>
                    <a:pt x="421520" y="725095"/>
                  </a:lnTo>
                  <a:lnTo>
                    <a:pt x="421520" y="725801"/>
                  </a:lnTo>
                  <a:lnTo>
                    <a:pt x="421542" y="726101"/>
                  </a:lnTo>
                  <a:lnTo>
                    <a:pt x="421540" y="726244"/>
                  </a:lnTo>
                  <a:lnTo>
                    <a:pt x="421509" y="726792"/>
                  </a:lnTo>
                  <a:lnTo>
                    <a:pt x="421448" y="726946"/>
                  </a:lnTo>
                  <a:lnTo>
                    <a:pt x="421287" y="727134"/>
                  </a:lnTo>
                  <a:lnTo>
                    <a:pt x="421040" y="727267"/>
                  </a:lnTo>
                  <a:lnTo>
                    <a:pt x="419783" y="727458"/>
                  </a:lnTo>
                  <a:lnTo>
                    <a:pt x="419341" y="727285"/>
                  </a:lnTo>
                  <a:lnTo>
                    <a:pt x="418982" y="727170"/>
                  </a:lnTo>
                  <a:lnTo>
                    <a:pt x="418275" y="727291"/>
                  </a:lnTo>
                  <a:lnTo>
                    <a:pt x="418765" y="728505"/>
                  </a:lnTo>
                  <a:lnTo>
                    <a:pt x="419048" y="729552"/>
                  </a:lnTo>
                  <a:lnTo>
                    <a:pt x="418899" y="729743"/>
                  </a:lnTo>
                  <a:lnTo>
                    <a:pt x="418457" y="730304"/>
                  </a:lnTo>
                  <a:lnTo>
                    <a:pt x="418188" y="730564"/>
                  </a:lnTo>
                  <a:lnTo>
                    <a:pt x="418040" y="730677"/>
                  </a:lnTo>
                  <a:lnTo>
                    <a:pt x="418010" y="731116"/>
                  </a:lnTo>
                  <a:lnTo>
                    <a:pt x="418019" y="731390"/>
                  </a:lnTo>
                  <a:lnTo>
                    <a:pt x="418376" y="731672"/>
                  </a:lnTo>
                  <a:lnTo>
                    <a:pt x="417975" y="732300"/>
                  </a:lnTo>
                  <a:lnTo>
                    <a:pt x="417765" y="732602"/>
                  </a:lnTo>
                  <a:lnTo>
                    <a:pt x="417350" y="733118"/>
                  </a:lnTo>
                  <a:lnTo>
                    <a:pt x="417170" y="733275"/>
                  </a:lnTo>
                  <a:lnTo>
                    <a:pt x="416847" y="733360"/>
                  </a:lnTo>
                  <a:lnTo>
                    <a:pt x="415916" y="733412"/>
                  </a:lnTo>
                  <a:lnTo>
                    <a:pt x="415698" y="733304"/>
                  </a:lnTo>
                  <a:lnTo>
                    <a:pt x="415507" y="733092"/>
                  </a:lnTo>
                  <a:lnTo>
                    <a:pt x="415169" y="732779"/>
                  </a:lnTo>
                  <a:lnTo>
                    <a:pt x="414737" y="733076"/>
                  </a:lnTo>
                  <a:lnTo>
                    <a:pt x="414606" y="733414"/>
                  </a:lnTo>
                  <a:lnTo>
                    <a:pt x="414477" y="733912"/>
                  </a:lnTo>
                  <a:lnTo>
                    <a:pt x="413853" y="734379"/>
                  </a:lnTo>
                  <a:lnTo>
                    <a:pt x="413619" y="734405"/>
                  </a:lnTo>
                  <a:lnTo>
                    <a:pt x="412680" y="734466"/>
                  </a:lnTo>
                  <a:lnTo>
                    <a:pt x="412426" y="734396"/>
                  </a:lnTo>
                  <a:lnTo>
                    <a:pt x="412096" y="734441"/>
                  </a:lnTo>
                  <a:lnTo>
                    <a:pt x="411606" y="734589"/>
                  </a:lnTo>
                  <a:lnTo>
                    <a:pt x="411175" y="735029"/>
                  </a:lnTo>
                  <a:lnTo>
                    <a:pt x="411099" y="736117"/>
                  </a:lnTo>
                  <a:lnTo>
                    <a:pt x="410879" y="736270"/>
                  </a:lnTo>
                  <a:lnTo>
                    <a:pt x="410498" y="736296"/>
                  </a:lnTo>
                  <a:lnTo>
                    <a:pt x="409928" y="735624"/>
                  </a:lnTo>
                  <a:lnTo>
                    <a:pt x="409356" y="736250"/>
                  </a:lnTo>
                  <a:lnTo>
                    <a:pt x="409066" y="736513"/>
                  </a:lnTo>
                  <a:lnTo>
                    <a:pt x="408532" y="736672"/>
                  </a:lnTo>
                  <a:lnTo>
                    <a:pt x="407591" y="736963"/>
                  </a:lnTo>
                  <a:lnTo>
                    <a:pt x="407070" y="737125"/>
                  </a:lnTo>
                  <a:lnTo>
                    <a:pt x="406521" y="737582"/>
                  </a:lnTo>
                  <a:lnTo>
                    <a:pt x="406062" y="738202"/>
                  </a:lnTo>
                  <a:lnTo>
                    <a:pt x="405848" y="738232"/>
                  </a:lnTo>
                  <a:lnTo>
                    <a:pt x="404658" y="738195"/>
                  </a:lnTo>
                  <a:lnTo>
                    <a:pt x="404254" y="738031"/>
                  </a:lnTo>
                  <a:lnTo>
                    <a:pt x="403800" y="738274"/>
                  </a:lnTo>
                  <a:lnTo>
                    <a:pt x="403663" y="739381"/>
                  </a:lnTo>
                  <a:lnTo>
                    <a:pt x="403697" y="739521"/>
                  </a:lnTo>
                  <a:lnTo>
                    <a:pt x="403875" y="740077"/>
                  </a:lnTo>
                  <a:lnTo>
                    <a:pt x="404004" y="740396"/>
                  </a:lnTo>
                  <a:lnTo>
                    <a:pt x="404116" y="740659"/>
                  </a:lnTo>
                  <a:lnTo>
                    <a:pt x="404439" y="741787"/>
                  </a:lnTo>
                  <a:lnTo>
                    <a:pt x="404642" y="742612"/>
                  </a:lnTo>
                  <a:lnTo>
                    <a:pt x="404728" y="742875"/>
                  </a:lnTo>
                  <a:lnTo>
                    <a:pt x="404831" y="743043"/>
                  </a:lnTo>
                  <a:lnTo>
                    <a:pt x="404824" y="743687"/>
                  </a:lnTo>
                  <a:lnTo>
                    <a:pt x="404487" y="744230"/>
                  </a:lnTo>
                  <a:lnTo>
                    <a:pt x="404098" y="744847"/>
                  </a:lnTo>
                  <a:lnTo>
                    <a:pt x="402967" y="745726"/>
                  </a:lnTo>
                  <a:lnTo>
                    <a:pt x="402732" y="745795"/>
                  </a:lnTo>
                  <a:lnTo>
                    <a:pt x="401649" y="745930"/>
                  </a:lnTo>
                  <a:lnTo>
                    <a:pt x="400911" y="745593"/>
                  </a:lnTo>
                  <a:lnTo>
                    <a:pt x="400199" y="745903"/>
                  </a:lnTo>
                  <a:lnTo>
                    <a:pt x="399574" y="746630"/>
                  </a:lnTo>
                  <a:lnTo>
                    <a:pt x="399500" y="746886"/>
                  </a:lnTo>
                  <a:lnTo>
                    <a:pt x="399456" y="747099"/>
                  </a:lnTo>
                  <a:lnTo>
                    <a:pt x="399325" y="747536"/>
                  </a:lnTo>
                  <a:lnTo>
                    <a:pt x="398627" y="747767"/>
                  </a:lnTo>
                  <a:lnTo>
                    <a:pt x="398446" y="747725"/>
                  </a:lnTo>
                  <a:lnTo>
                    <a:pt x="398183" y="747706"/>
                  </a:lnTo>
                  <a:lnTo>
                    <a:pt x="397500" y="747750"/>
                  </a:lnTo>
                  <a:lnTo>
                    <a:pt x="395961" y="748384"/>
                  </a:lnTo>
                  <a:lnTo>
                    <a:pt x="395689" y="748426"/>
                  </a:lnTo>
                  <a:lnTo>
                    <a:pt x="394314" y="748201"/>
                  </a:lnTo>
                  <a:lnTo>
                    <a:pt x="393922" y="748114"/>
                  </a:lnTo>
                  <a:lnTo>
                    <a:pt x="393501" y="747981"/>
                  </a:lnTo>
                  <a:lnTo>
                    <a:pt x="393125" y="747829"/>
                  </a:lnTo>
                  <a:lnTo>
                    <a:pt x="392819" y="747632"/>
                  </a:lnTo>
                  <a:lnTo>
                    <a:pt x="392214" y="747858"/>
                  </a:lnTo>
                  <a:lnTo>
                    <a:pt x="390323" y="748306"/>
                  </a:lnTo>
                  <a:lnTo>
                    <a:pt x="390192" y="748361"/>
                  </a:lnTo>
                  <a:lnTo>
                    <a:pt x="389899" y="748442"/>
                  </a:lnTo>
                  <a:lnTo>
                    <a:pt x="389267" y="748472"/>
                  </a:lnTo>
                  <a:lnTo>
                    <a:pt x="389084" y="748582"/>
                  </a:lnTo>
                  <a:lnTo>
                    <a:pt x="388648" y="748863"/>
                  </a:lnTo>
                  <a:lnTo>
                    <a:pt x="388339" y="749087"/>
                  </a:lnTo>
                  <a:lnTo>
                    <a:pt x="387928" y="749542"/>
                  </a:lnTo>
                  <a:lnTo>
                    <a:pt x="387316" y="749803"/>
                  </a:lnTo>
                  <a:lnTo>
                    <a:pt x="385918" y="749944"/>
                  </a:lnTo>
                  <a:lnTo>
                    <a:pt x="385786" y="749938"/>
                  </a:lnTo>
                  <a:lnTo>
                    <a:pt x="384778" y="749849"/>
                  </a:lnTo>
                  <a:lnTo>
                    <a:pt x="384432" y="749684"/>
                  </a:lnTo>
                  <a:lnTo>
                    <a:pt x="384254" y="749627"/>
                  </a:lnTo>
                  <a:lnTo>
                    <a:pt x="383707" y="749709"/>
                  </a:lnTo>
                  <a:lnTo>
                    <a:pt x="382969" y="749742"/>
                  </a:lnTo>
                  <a:lnTo>
                    <a:pt x="382434" y="749753"/>
                  </a:lnTo>
                  <a:lnTo>
                    <a:pt x="382017" y="749734"/>
                  </a:lnTo>
                  <a:lnTo>
                    <a:pt x="381573" y="749711"/>
                  </a:lnTo>
                  <a:lnTo>
                    <a:pt x="381026" y="749478"/>
                  </a:lnTo>
                  <a:lnTo>
                    <a:pt x="380635" y="749462"/>
                  </a:lnTo>
                  <a:lnTo>
                    <a:pt x="379269" y="749728"/>
                  </a:lnTo>
                  <a:lnTo>
                    <a:pt x="379006" y="749398"/>
                  </a:lnTo>
                  <a:lnTo>
                    <a:pt x="378905" y="749259"/>
                  </a:lnTo>
                  <a:lnTo>
                    <a:pt x="378639" y="748754"/>
                  </a:lnTo>
                  <a:lnTo>
                    <a:pt x="378753" y="748254"/>
                  </a:lnTo>
                  <a:lnTo>
                    <a:pt x="378818" y="747925"/>
                  </a:lnTo>
                  <a:lnTo>
                    <a:pt x="378747" y="747124"/>
                  </a:lnTo>
                  <a:lnTo>
                    <a:pt x="378648" y="746987"/>
                  </a:lnTo>
                  <a:lnTo>
                    <a:pt x="378216" y="746715"/>
                  </a:lnTo>
                  <a:lnTo>
                    <a:pt x="377753" y="746609"/>
                  </a:lnTo>
                  <a:lnTo>
                    <a:pt x="376452" y="745623"/>
                  </a:lnTo>
                  <a:lnTo>
                    <a:pt x="376129" y="744783"/>
                  </a:lnTo>
                  <a:lnTo>
                    <a:pt x="375977" y="744534"/>
                  </a:lnTo>
                  <a:lnTo>
                    <a:pt x="375223" y="744398"/>
                  </a:lnTo>
                  <a:lnTo>
                    <a:pt x="374842" y="744372"/>
                  </a:lnTo>
                  <a:lnTo>
                    <a:pt x="374243" y="744221"/>
                  </a:lnTo>
                  <a:lnTo>
                    <a:pt x="374068" y="744118"/>
                  </a:lnTo>
                  <a:lnTo>
                    <a:pt x="373682" y="744168"/>
                  </a:lnTo>
                  <a:lnTo>
                    <a:pt x="373273" y="744152"/>
                  </a:lnTo>
                  <a:lnTo>
                    <a:pt x="372598" y="743889"/>
                  </a:lnTo>
                  <a:lnTo>
                    <a:pt x="372390" y="743593"/>
                  </a:lnTo>
                  <a:lnTo>
                    <a:pt x="372323" y="743426"/>
                  </a:lnTo>
                  <a:lnTo>
                    <a:pt x="371801" y="743789"/>
                  </a:lnTo>
                  <a:lnTo>
                    <a:pt x="371346" y="743895"/>
                  </a:lnTo>
                  <a:lnTo>
                    <a:pt x="371170" y="743729"/>
                  </a:lnTo>
                  <a:lnTo>
                    <a:pt x="370938" y="743623"/>
                  </a:lnTo>
                  <a:lnTo>
                    <a:pt x="370397" y="744237"/>
                  </a:lnTo>
                  <a:lnTo>
                    <a:pt x="369821" y="744241"/>
                  </a:lnTo>
                  <a:lnTo>
                    <a:pt x="369529" y="744037"/>
                  </a:lnTo>
                  <a:lnTo>
                    <a:pt x="369251" y="743928"/>
                  </a:lnTo>
                  <a:lnTo>
                    <a:pt x="367922" y="743791"/>
                  </a:lnTo>
                  <a:lnTo>
                    <a:pt x="367733" y="744015"/>
                  </a:lnTo>
                  <a:lnTo>
                    <a:pt x="367558" y="744360"/>
                  </a:lnTo>
                  <a:lnTo>
                    <a:pt x="367362" y="744974"/>
                  </a:lnTo>
                  <a:lnTo>
                    <a:pt x="367129" y="744944"/>
                  </a:lnTo>
                  <a:lnTo>
                    <a:pt x="366960" y="744825"/>
                  </a:lnTo>
                  <a:lnTo>
                    <a:pt x="366527" y="744462"/>
                  </a:lnTo>
                  <a:lnTo>
                    <a:pt x="366145" y="744543"/>
                  </a:lnTo>
                  <a:lnTo>
                    <a:pt x="365876" y="744767"/>
                  </a:lnTo>
                  <a:lnTo>
                    <a:pt x="365653" y="744943"/>
                  </a:lnTo>
                  <a:lnTo>
                    <a:pt x="365227" y="745011"/>
                  </a:lnTo>
                  <a:lnTo>
                    <a:pt x="364616" y="743807"/>
                  </a:lnTo>
                  <a:lnTo>
                    <a:pt x="364387" y="743331"/>
                  </a:lnTo>
                  <a:lnTo>
                    <a:pt x="364173" y="742777"/>
                  </a:lnTo>
                  <a:lnTo>
                    <a:pt x="363998" y="742682"/>
                  </a:lnTo>
                  <a:lnTo>
                    <a:pt x="363443" y="742570"/>
                  </a:lnTo>
                  <a:lnTo>
                    <a:pt x="362222" y="742932"/>
                  </a:lnTo>
                  <a:lnTo>
                    <a:pt x="361050" y="742389"/>
                  </a:lnTo>
                  <a:lnTo>
                    <a:pt x="360789" y="741646"/>
                  </a:lnTo>
                  <a:lnTo>
                    <a:pt x="360324" y="741622"/>
                  </a:lnTo>
                  <a:lnTo>
                    <a:pt x="360011" y="741779"/>
                  </a:lnTo>
                  <a:lnTo>
                    <a:pt x="359568" y="741663"/>
                  </a:lnTo>
                  <a:lnTo>
                    <a:pt x="359519" y="741384"/>
                  </a:lnTo>
                  <a:lnTo>
                    <a:pt x="359661" y="741216"/>
                  </a:lnTo>
                  <a:lnTo>
                    <a:pt x="359801" y="740944"/>
                  </a:lnTo>
                  <a:lnTo>
                    <a:pt x="359828" y="740768"/>
                  </a:lnTo>
                  <a:lnTo>
                    <a:pt x="359733" y="740587"/>
                  </a:lnTo>
                  <a:lnTo>
                    <a:pt x="359273" y="740433"/>
                  </a:lnTo>
                  <a:lnTo>
                    <a:pt x="358355" y="740967"/>
                  </a:lnTo>
                  <a:lnTo>
                    <a:pt x="357847" y="740879"/>
                  </a:lnTo>
                  <a:lnTo>
                    <a:pt x="357702" y="740791"/>
                  </a:lnTo>
                  <a:lnTo>
                    <a:pt x="357316" y="740845"/>
                  </a:lnTo>
                  <a:lnTo>
                    <a:pt x="357138" y="741059"/>
                  </a:lnTo>
                  <a:lnTo>
                    <a:pt x="356543" y="741816"/>
                  </a:lnTo>
                  <a:lnTo>
                    <a:pt x="356434" y="742112"/>
                  </a:lnTo>
                  <a:lnTo>
                    <a:pt x="356420" y="742444"/>
                  </a:lnTo>
                  <a:lnTo>
                    <a:pt x="356865" y="742823"/>
                  </a:lnTo>
                  <a:lnTo>
                    <a:pt x="356696" y="743584"/>
                  </a:lnTo>
                  <a:lnTo>
                    <a:pt x="356378" y="744299"/>
                  </a:lnTo>
                  <a:lnTo>
                    <a:pt x="356021" y="744384"/>
                  </a:lnTo>
                  <a:lnTo>
                    <a:pt x="355813" y="744383"/>
                  </a:lnTo>
                  <a:lnTo>
                    <a:pt x="355612" y="744380"/>
                  </a:lnTo>
                  <a:lnTo>
                    <a:pt x="355132" y="744438"/>
                  </a:lnTo>
                  <a:lnTo>
                    <a:pt x="355321" y="744813"/>
                  </a:lnTo>
                  <a:lnTo>
                    <a:pt x="356071" y="745777"/>
                  </a:lnTo>
                  <a:lnTo>
                    <a:pt x="355290" y="745679"/>
                  </a:lnTo>
                  <a:lnTo>
                    <a:pt x="354531" y="745693"/>
                  </a:lnTo>
                  <a:lnTo>
                    <a:pt x="353827" y="745748"/>
                  </a:lnTo>
                  <a:lnTo>
                    <a:pt x="353428" y="745721"/>
                  </a:lnTo>
                  <a:lnTo>
                    <a:pt x="352342" y="745418"/>
                  </a:lnTo>
                  <a:lnTo>
                    <a:pt x="351973" y="744891"/>
                  </a:lnTo>
                  <a:lnTo>
                    <a:pt x="351421" y="744654"/>
                  </a:lnTo>
                  <a:lnTo>
                    <a:pt x="350674" y="745028"/>
                  </a:lnTo>
                  <a:lnTo>
                    <a:pt x="349566" y="744923"/>
                  </a:lnTo>
                  <a:lnTo>
                    <a:pt x="349301" y="744591"/>
                  </a:lnTo>
                  <a:lnTo>
                    <a:pt x="348189" y="744056"/>
                  </a:lnTo>
                  <a:lnTo>
                    <a:pt x="347730" y="744070"/>
                  </a:lnTo>
                  <a:lnTo>
                    <a:pt x="347173" y="744081"/>
                  </a:lnTo>
                  <a:lnTo>
                    <a:pt x="346828" y="744010"/>
                  </a:lnTo>
                  <a:lnTo>
                    <a:pt x="346668" y="743972"/>
                  </a:lnTo>
                  <a:lnTo>
                    <a:pt x="345031" y="744101"/>
                  </a:lnTo>
                  <a:lnTo>
                    <a:pt x="343654" y="744349"/>
                  </a:lnTo>
                  <a:lnTo>
                    <a:pt x="343234" y="744440"/>
                  </a:lnTo>
                  <a:lnTo>
                    <a:pt x="342150" y="744373"/>
                  </a:lnTo>
                  <a:lnTo>
                    <a:pt x="341780" y="744447"/>
                  </a:lnTo>
                  <a:lnTo>
                    <a:pt x="340693" y="744283"/>
                  </a:lnTo>
                  <a:lnTo>
                    <a:pt x="340274" y="744277"/>
                  </a:lnTo>
                  <a:lnTo>
                    <a:pt x="340123" y="743835"/>
                  </a:lnTo>
                  <a:lnTo>
                    <a:pt x="340217" y="743470"/>
                  </a:lnTo>
                  <a:lnTo>
                    <a:pt x="340217" y="743090"/>
                  </a:lnTo>
                  <a:lnTo>
                    <a:pt x="339840" y="742770"/>
                  </a:lnTo>
                  <a:lnTo>
                    <a:pt x="339285" y="742626"/>
                  </a:lnTo>
                  <a:lnTo>
                    <a:pt x="338731" y="742221"/>
                  </a:lnTo>
                  <a:lnTo>
                    <a:pt x="339056" y="741596"/>
                  </a:lnTo>
                  <a:lnTo>
                    <a:pt x="338991" y="741328"/>
                  </a:lnTo>
                  <a:lnTo>
                    <a:pt x="338772" y="741138"/>
                  </a:lnTo>
                  <a:lnTo>
                    <a:pt x="338572" y="741080"/>
                  </a:lnTo>
                  <a:lnTo>
                    <a:pt x="338353" y="741184"/>
                  </a:lnTo>
                  <a:lnTo>
                    <a:pt x="337699" y="741393"/>
                  </a:lnTo>
                  <a:lnTo>
                    <a:pt x="337046" y="741125"/>
                  </a:lnTo>
                  <a:lnTo>
                    <a:pt x="336758" y="740728"/>
                  </a:lnTo>
                  <a:lnTo>
                    <a:pt x="336349" y="740588"/>
                  </a:lnTo>
                  <a:lnTo>
                    <a:pt x="335873" y="740520"/>
                  </a:lnTo>
                  <a:lnTo>
                    <a:pt x="335546" y="740831"/>
                  </a:lnTo>
                  <a:lnTo>
                    <a:pt x="334474" y="741341"/>
                  </a:lnTo>
                  <a:lnTo>
                    <a:pt x="334076" y="741088"/>
                  </a:lnTo>
                  <a:lnTo>
                    <a:pt x="333084" y="740651"/>
                  </a:lnTo>
                  <a:lnTo>
                    <a:pt x="332843" y="740645"/>
                  </a:lnTo>
                  <a:lnTo>
                    <a:pt x="332620" y="741057"/>
                  </a:lnTo>
                  <a:lnTo>
                    <a:pt x="332001" y="741378"/>
                  </a:lnTo>
                  <a:lnTo>
                    <a:pt x="331491" y="741045"/>
                  </a:lnTo>
                  <a:lnTo>
                    <a:pt x="331472" y="740843"/>
                  </a:lnTo>
                  <a:lnTo>
                    <a:pt x="331049" y="740604"/>
                  </a:lnTo>
                  <a:lnTo>
                    <a:pt x="330087" y="740289"/>
                  </a:lnTo>
                  <a:lnTo>
                    <a:pt x="329554" y="740132"/>
                  </a:lnTo>
                  <a:lnTo>
                    <a:pt x="329077" y="740085"/>
                  </a:lnTo>
                  <a:lnTo>
                    <a:pt x="328582" y="739867"/>
                  </a:lnTo>
                  <a:lnTo>
                    <a:pt x="328452" y="739303"/>
                  </a:lnTo>
                  <a:lnTo>
                    <a:pt x="328520" y="739086"/>
                  </a:lnTo>
                  <a:lnTo>
                    <a:pt x="327943" y="738364"/>
                  </a:lnTo>
                  <a:lnTo>
                    <a:pt x="327495" y="738663"/>
                  </a:lnTo>
                  <a:lnTo>
                    <a:pt x="327323" y="738980"/>
                  </a:lnTo>
                  <a:lnTo>
                    <a:pt x="327076" y="739642"/>
                  </a:lnTo>
                  <a:lnTo>
                    <a:pt x="326828" y="739775"/>
                  </a:lnTo>
                  <a:lnTo>
                    <a:pt x="326195" y="740438"/>
                  </a:lnTo>
                  <a:lnTo>
                    <a:pt x="325913" y="740904"/>
                  </a:lnTo>
                  <a:lnTo>
                    <a:pt x="325784" y="741154"/>
                  </a:lnTo>
                  <a:lnTo>
                    <a:pt x="325124" y="741624"/>
                  </a:lnTo>
                  <a:lnTo>
                    <a:pt x="324350" y="741643"/>
                  </a:lnTo>
                  <a:lnTo>
                    <a:pt x="323774" y="741646"/>
                  </a:lnTo>
                  <a:lnTo>
                    <a:pt x="323506" y="741631"/>
                  </a:lnTo>
                  <a:lnTo>
                    <a:pt x="323114" y="741633"/>
                  </a:lnTo>
                  <a:lnTo>
                    <a:pt x="322595" y="741683"/>
                  </a:lnTo>
                  <a:lnTo>
                    <a:pt x="322020" y="742489"/>
                  </a:lnTo>
                  <a:lnTo>
                    <a:pt x="321772" y="742832"/>
                  </a:lnTo>
                  <a:lnTo>
                    <a:pt x="321337" y="743276"/>
                  </a:lnTo>
                  <a:lnTo>
                    <a:pt x="321269" y="743414"/>
                  </a:lnTo>
                  <a:lnTo>
                    <a:pt x="321153" y="743809"/>
                  </a:lnTo>
                  <a:lnTo>
                    <a:pt x="321125" y="743983"/>
                  </a:lnTo>
                  <a:lnTo>
                    <a:pt x="321101" y="744179"/>
                  </a:lnTo>
                  <a:lnTo>
                    <a:pt x="321078" y="744368"/>
                  </a:lnTo>
                  <a:lnTo>
                    <a:pt x="320942" y="744613"/>
                  </a:lnTo>
                  <a:lnTo>
                    <a:pt x="320794" y="744809"/>
                  </a:lnTo>
                  <a:lnTo>
                    <a:pt x="320750" y="745619"/>
                  </a:lnTo>
                  <a:lnTo>
                    <a:pt x="320565" y="746708"/>
                  </a:lnTo>
                  <a:lnTo>
                    <a:pt x="321064" y="747382"/>
                  </a:lnTo>
                  <a:lnTo>
                    <a:pt x="321764" y="748106"/>
                  </a:lnTo>
                  <a:lnTo>
                    <a:pt x="322069" y="748300"/>
                  </a:lnTo>
                  <a:lnTo>
                    <a:pt x="322246" y="748379"/>
                  </a:lnTo>
                  <a:lnTo>
                    <a:pt x="322573" y="748549"/>
                  </a:lnTo>
                  <a:lnTo>
                    <a:pt x="323373" y="749556"/>
                  </a:lnTo>
                  <a:lnTo>
                    <a:pt x="323381" y="749797"/>
                  </a:lnTo>
                  <a:lnTo>
                    <a:pt x="323372" y="750047"/>
                  </a:lnTo>
                  <a:lnTo>
                    <a:pt x="323418" y="750421"/>
                  </a:lnTo>
                  <a:lnTo>
                    <a:pt x="323974" y="750682"/>
                  </a:lnTo>
                  <a:lnTo>
                    <a:pt x="324831" y="751262"/>
                  </a:lnTo>
                  <a:lnTo>
                    <a:pt x="324502" y="751479"/>
                  </a:lnTo>
                  <a:lnTo>
                    <a:pt x="323981" y="751424"/>
                  </a:lnTo>
                  <a:lnTo>
                    <a:pt x="323496" y="751459"/>
                  </a:lnTo>
                  <a:lnTo>
                    <a:pt x="322946" y="751605"/>
                  </a:lnTo>
                  <a:lnTo>
                    <a:pt x="322597" y="751534"/>
                  </a:lnTo>
                  <a:lnTo>
                    <a:pt x="322130" y="751349"/>
                  </a:lnTo>
                  <a:lnTo>
                    <a:pt x="321853" y="751215"/>
                  </a:lnTo>
                  <a:lnTo>
                    <a:pt x="321654" y="751176"/>
                  </a:lnTo>
                  <a:lnTo>
                    <a:pt x="321181" y="751366"/>
                  </a:lnTo>
                  <a:lnTo>
                    <a:pt x="321060" y="751583"/>
                  </a:lnTo>
                  <a:lnTo>
                    <a:pt x="320422" y="751504"/>
                  </a:lnTo>
                  <a:lnTo>
                    <a:pt x="320224" y="751457"/>
                  </a:lnTo>
                  <a:lnTo>
                    <a:pt x="319736" y="751832"/>
                  </a:lnTo>
                  <a:lnTo>
                    <a:pt x="319450" y="752407"/>
                  </a:lnTo>
                  <a:lnTo>
                    <a:pt x="318853" y="752646"/>
                  </a:lnTo>
                  <a:lnTo>
                    <a:pt x="318370" y="752830"/>
                  </a:lnTo>
                  <a:lnTo>
                    <a:pt x="318162" y="752934"/>
                  </a:lnTo>
                  <a:lnTo>
                    <a:pt x="318289" y="753571"/>
                  </a:lnTo>
                  <a:lnTo>
                    <a:pt x="318742" y="753976"/>
                  </a:lnTo>
                  <a:lnTo>
                    <a:pt x="318776" y="754467"/>
                  </a:lnTo>
                  <a:lnTo>
                    <a:pt x="318468" y="754675"/>
                  </a:lnTo>
                  <a:lnTo>
                    <a:pt x="317795" y="755446"/>
                  </a:lnTo>
                  <a:lnTo>
                    <a:pt x="317606" y="755762"/>
                  </a:lnTo>
                  <a:lnTo>
                    <a:pt x="316582" y="756287"/>
                  </a:lnTo>
                  <a:lnTo>
                    <a:pt x="314726" y="757690"/>
                  </a:lnTo>
                  <a:lnTo>
                    <a:pt x="314579" y="757801"/>
                  </a:lnTo>
                  <a:lnTo>
                    <a:pt x="313348" y="758727"/>
                  </a:lnTo>
                  <a:lnTo>
                    <a:pt x="313025" y="758852"/>
                  </a:lnTo>
                  <a:lnTo>
                    <a:pt x="312439" y="758794"/>
                  </a:lnTo>
                  <a:lnTo>
                    <a:pt x="312153" y="758677"/>
                  </a:lnTo>
                  <a:lnTo>
                    <a:pt x="311906" y="758552"/>
                  </a:lnTo>
                  <a:lnTo>
                    <a:pt x="311565" y="758395"/>
                  </a:lnTo>
                  <a:lnTo>
                    <a:pt x="311210" y="758275"/>
                  </a:lnTo>
                  <a:lnTo>
                    <a:pt x="310310" y="759084"/>
                  </a:lnTo>
                  <a:lnTo>
                    <a:pt x="310170" y="759249"/>
                  </a:lnTo>
                  <a:lnTo>
                    <a:pt x="309977" y="759480"/>
                  </a:lnTo>
                  <a:lnTo>
                    <a:pt x="309276" y="760709"/>
                  </a:lnTo>
                  <a:lnTo>
                    <a:pt x="309404" y="760841"/>
                  </a:lnTo>
                  <a:lnTo>
                    <a:pt x="309545" y="760949"/>
                  </a:lnTo>
                  <a:lnTo>
                    <a:pt x="309684" y="761269"/>
                  </a:lnTo>
                  <a:lnTo>
                    <a:pt x="309023" y="762375"/>
                  </a:lnTo>
                  <a:lnTo>
                    <a:pt x="309060" y="762704"/>
                  </a:lnTo>
                  <a:lnTo>
                    <a:pt x="309213" y="762911"/>
                  </a:lnTo>
                  <a:lnTo>
                    <a:pt x="309594" y="763438"/>
                  </a:lnTo>
                  <a:lnTo>
                    <a:pt x="309453" y="763444"/>
                  </a:lnTo>
                  <a:lnTo>
                    <a:pt x="309048" y="763566"/>
                  </a:lnTo>
                  <a:lnTo>
                    <a:pt x="308838" y="763912"/>
                  </a:lnTo>
                  <a:lnTo>
                    <a:pt x="308852" y="764250"/>
                  </a:lnTo>
                  <a:lnTo>
                    <a:pt x="308975" y="765061"/>
                  </a:lnTo>
                  <a:lnTo>
                    <a:pt x="309567" y="765358"/>
                  </a:lnTo>
                  <a:lnTo>
                    <a:pt x="309663" y="765578"/>
                  </a:lnTo>
                  <a:lnTo>
                    <a:pt x="309666" y="765740"/>
                  </a:lnTo>
                  <a:lnTo>
                    <a:pt x="309495" y="766235"/>
                  </a:lnTo>
                  <a:lnTo>
                    <a:pt x="309253" y="766515"/>
                  </a:lnTo>
                  <a:lnTo>
                    <a:pt x="309378" y="766892"/>
                  </a:lnTo>
                  <a:lnTo>
                    <a:pt x="309423" y="767096"/>
                  </a:lnTo>
                  <a:lnTo>
                    <a:pt x="309250" y="767625"/>
                  </a:lnTo>
                  <a:lnTo>
                    <a:pt x="308837" y="767692"/>
                  </a:lnTo>
                  <a:lnTo>
                    <a:pt x="308369" y="767730"/>
                  </a:lnTo>
                  <a:lnTo>
                    <a:pt x="308033" y="767908"/>
                  </a:lnTo>
                  <a:lnTo>
                    <a:pt x="307861" y="768013"/>
                  </a:lnTo>
                  <a:lnTo>
                    <a:pt x="307646" y="768568"/>
                  </a:lnTo>
                  <a:lnTo>
                    <a:pt x="307567" y="769169"/>
                  </a:lnTo>
                  <a:lnTo>
                    <a:pt x="307614" y="769703"/>
                  </a:lnTo>
                  <a:lnTo>
                    <a:pt x="307205" y="770059"/>
                  </a:lnTo>
                  <a:lnTo>
                    <a:pt x="306734" y="769917"/>
                  </a:lnTo>
                  <a:lnTo>
                    <a:pt x="305925" y="769755"/>
                  </a:lnTo>
                  <a:lnTo>
                    <a:pt x="305676" y="769744"/>
                  </a:lnTo>
                  <a:lnTo>
                    <a:pt x="304615" y="769923"/>
                  </a:lnTo>
                  <a:lnTo>
                    <a:pt x="304296" y="770231"/>
                  </a:lnTo>
                  <a:lnTo>
                    <a:pt x="304146" y="770394"/>
                  </a:lnTo>
                  <a:lnTo>
                    <a:pt x="304919" y="771786"/>
                  </a:lnTo>
                  <a:lnTo>
                    <a:pt x="304986" y="772310"/>
                  </a:lnTo>
                  <a:lnTo>
                    <a:pt x="304851" y="772750"/>
                  </a:lnTo>
                  <a:lnTo>
                    <a:pt x="304628" y="773288"/>
                  </a:lnTo>
                  <a:lnTo>
                    <a:pt x="304294" y="773838"/>
                  </a:lnTo>
                  <a:lnTo>
                    <a:pt x="304291" y="774051"/>
                  </a:lnTo>
                  <a:lnTo>
                    <a:pt x="304225" y="774549"/>
                  </a:lnTo>
                  <a:lnTo>
                    <a:pt x="303820" y="775129"/>
                  </a:lnTo>
                  <a:lnTo>
                    <a:pt x="303330" y="775870"/>
                  </a:lnTo>
                  <a:lnTo>
                    <a:pt x="302915" y="776976"/>
                  </a:lnTo>
                  <a:lnTo>
                    <a:pt x="302991" y="777346"/>
                  </a:lnTo>
                  <a:lnTo>
                    <a:pt x="303063" y="777881"/>
                  </a:lnTo>
                  <a:lnTo>
                    <a:pt x="303064" y="778139"/>
                  </a:lnTo>
                  <a:lnTo>
                    <a:pt x="303155" y="778871"/>
                  </a:lnTo>
                  <a:lnTo>
                    <a:pt x="303252" y="779368"/>
                  </a:lnTo>
                  <a:lnTo>
                    <a:pt x="302795" y="779493"/>
                  </a:lnTo>
                  <a:lnTo>
                    <a:pt x="302430" y="779593"/>
                  </a:lnTo>
                  <a:lnTo>
                    <a:pt x="302134" y="779688"/>
                  </a:lnTo>
                  <a:lnTo>
                    <a:pt x="301366" y="780081"/>
                  </a:lnTo>
                  <a:lnTo>
                    <a:pt x="301402" y="780710"/>
                  </a:lnTo>
                  <a:lnTo>
                    <a:pt x="301463" y="780880"/>
                  </a:lnTo>
                  <a:lnTo>
                    <a:pt x="301662" y="780906"/>
                  </a:lnTo>
                  <a:lnTo>
                    <a:pt x="301906" y="780975"/>
                  </a:lnTo>
                  <a:lnTo>
                    <a:pt x="302334" y="781128"/>
                  </a:lnTo>
                  <a:lnTo>
                    <a:pt x="302528" y="781465"/>
                  </a:lnTo>
                  <a:lnTo>
                    <a:pt x="302455" y="781809"/>
                  </a:lnTo>
                  <a:lnTo>
                    <a:pt x="302377" y="782665"/>
                  </a:lnTo>
                  <a:lnTo>
                    <a:pt x="302076" y="782732"/>
                  </a:lnTo>
                  <a:lnTo>
                    <a:pt x="301818" y="782784"/>
                  </a:lnTo>
                  <a:lnTo>
                    <a:pt x="301362" y="782880"/>
                  </a:lnTo>
                  <a:lnTo>
                    <a:pt x="301344" y="783058"/>
                  </a:lnTo>
                  <a:lnTo>
                    <a:pt x="301335" y="783395"/>
                  </a:lnTo>
                  <a:lnTo>
                    <a:pt x="301120" y="783947"/>
                  </a:lnTo>
                  <a:lnTo>
                    <a:pt x="300775" y="784273"/>
                  </a:lnTo>
                  <a:lnTo>
                    <a:pt x="300793" y="784547"/>
                  </a:lnTo>
                  <a:lnTo>
                    <a:pt x="301004" y="784641"/>
                  </a:lnTo>
                  <a:lnTo>
                    <a:pt x="301102" y="784968"/>
                  </a:lnTo>
                  <a:lnTo>
                    <a:pt x="300639" y="785310"/>
                  </a:lnTo>
                  <a:lnTo>
                    <a:pt x="300215" y="785703"/>
                  </a:lnTo>
                  <a:lnTo>
                    <a:pt x="300121" y="786191"/>
                  </a:lnTo>
                  <a:lnTo>
                    <a:pt x="300093" y="786606"/>
                  </a:lnTo>
                  <a:lnTo>
                    <a:pt x="300277" y="786666"/>
                  </a:lnTo>
                  <a:lnTo>
                    <a:pt x="300458" y="786739"/>
                  </a:lnTo>
                  <a:lnTo>
                    <a:pt x="301114" y="787313"/>
                  </a:lnTo>
                  <a:lnTo>
                    <a:pt x="300908" y="787419"/>
                  </a:lnTo>
                  <a:lnTo>
                    <a:pt x="300718" y="787346"/>
                  </a:lnTo>
                  <a:lnTo>
                    <a:pt x="300327" y="787284"/>
                  </a:lnTo>
                  <a:lnTo>
                    <a:pt x="300493" y="787662"/>
                  </a:lnTo>
                  <a:lnTo>
                    <a:pt x="300442" y="788139"/>
                  </a:lnTo>
                  <a:lnTo>
                    <a:pt x="299887" y="788340"/>
                  </a:lnTo>
                  <a:lnTo>
                    <a:pt x="299377" y="788625"/>
                  </a:lnTo>
                  <a:lnTo>
                    <a:pt x="299419" y="789001"/>
                  </a:lnTo>
                  <a:lnTo>
                    <a:pt x="299164" y="789706"/>
                  </a:lnTo>
                  <a:lnTo>
                    <a:pt x="298908" y="789712"/>
                  </a:lnTo>
                  <a:lnTo>
                    <a:pt x="298611" y="789730"/>
                  </a:lnTo>
                  <a:lnTo>
                    <a:pt x="298146" y="790251"/>
                  </a:lnTo>
                  <a:lnTo>
                    <a:pt x="297841" y="790434"/>
                  </a:lnTo>
                  <a:lnTo>
                    <a:pt x="297300" y="790458"/>
                  </a:lnTo>
                  <a:lnTo>
                    <a:pt x="296948" y="790473"/>
                  </a:lnTo>
                  <a:lnTo>
                    <a:pt x="295855" y="790525"/>
                  </a:lnTo>
                  <a:lnTo>
                    <a:pt x="295265" y="790691"/>
                  </a:lnTo>
                  <a:lnTo>
                    <a:pt x="294295" y="790597"/>
                  </a:lnTo>
                  <a:lnTo>
                    <a:pt x="294115" y="790355"/>
                  </a:lnTo>
                  <a:lnTo>
                    <a:pt x="293833" y="790137"/>
                  </a:lnTo>
                  <a:lnTo>
                    <a:pt x="293660" y="790166"/>
                  </a:lnTo>
                  <a:lnTo>
                    <a:pt x="292851" y="790654"/>
                  </a:lnTo>
                  <a:lnTo>
                    <a:pt x="292886" y="790930"/>
                  </a:lnTo>
                  <a:lnTo>
                    <a:pt x="292623" y="791521"/>
                  </a:lnTo>
                  <a:lnTo>
                    <a:pt x="292274" y="791778"/>
                  </a:lnTo>
                  <a:lnTo>
                    <a:pt x="291229" y="791792"/>
                  </a:lnTo>
                  <a:lnTo>
                    <a:pt x="290815" y="791769"/>
                  </a:lnTo>
                  <a:lnTo>
                    <a:pt x="289870" y="792001"/>
                  </a:lnTo>
                  <a:lnTo>
                    <a:pt x="289400" y="791787"/>
                  </a:lnTo>
                  <a:lnTo>
                    <a:pt x="289375" y="791608"/>
                  </a:lnTo>
                  <a:lnTo>
                    <a:pt x="288889" y="791170"/>
                  </a:lnTo>
                  <a:lnTo>
                    <a:pt x="288165" y="791468"/>
                  </a:lnTo>
                  <a:lnTo>
                    <a:pt x="287692" y="791585"/>
                  </a:lnTo>
                  <a:lnTo>
                    <a:pt x="287436" y="791616"/>
                  </a:lnTo>
                  <a:lnTo>
                    <a:pt x="286889" y="791560"/>
                  </a:lnTo>
                  <a:lnTo>
                    <a:pt x="286465" y="790919"/>
                  </a:lnTo>
                  <a:lnTo>
                    <a:pt x="286220" y="790527"/>
                  </a:lnTo>
                  <a:lnTo>
                    <a:pt x="285794" y="790693"/>
                  </a:lnTo>
                  <a:lnTo>
                    <a:pt x="285704" y="790979"/>
                  </a:lnTo>
                  <a:lnTo>
                    <a:pt x="285190" y="791534"/>
                  </a:lnTo>
                  <a:lnTo>
                    <a:pt x="283387" y="792201"/>
                  </a:lnTo>
                  <a:lnTo>
                    <a:pt x="282855" y="791994"/>
                  </a:lnTo>
                  <a:lnTo>
                    <a:pt x="281897" y="792239"/>
                  </a:lnTo>
                  <a:lnTo>
                    <a:pt x="281411" y="792327"/>
                  </a:lnTo>
                  <a:lnTo>
                    <a:pt x="280835" y="792160"/>
                  </a:lnTo>
                  <a:lnTo>
                    <a:pt x="280082" y="792021"/>
                  </a:lnTo>
                  <a:lnTo>
                    <a:pt x="279409" y="792339"/>
                  </a:lnTo>
                  <a:lnTo>
                    <a:pt x="278943" y="792785"/>
                  </a:lnTo>
                  <a:lnTo>
                    <a:pt x="278409" y="792714"/>
                  </a:lnTo>
                  <a:lnTo>
                    <a:pt x="277902" y="792776"/>
                  </a:lnTo>
                  <a:lnTo>
                    <a:pt x="277681" y="792865"/>
                  </a:lnTo>
                  <a:lnTo>
                    <a:pt x="277376" y="793060"/>
                  </a:lnTo>
                  <a:lnTo>
                    <a:pt x="276979" y="792802"/>
                  </a:lnTo>
                  <a:lnTo>
                    <a:pt x="276620" y="792491"/>
                  </a:lnTo>
                  <a:lnTo>
                    <a:pt x="276359" y="792428"/>
                  </a:lnTo>
                  <a:lnTo>
                    <a:pt x="276169" y="792412"/>
                  </a:lnTo>
                  <a:lnTo>
                    <a:pt x="275885" y="792419"/>
                  </a:lnTo>
                  <a:lnTo>
                    <a:pt x="275661" y="792473"/>
                  </a:lnTo>
                  <a:lnTo>
                    <a:pt x="275424" y="792527"/>
                  </a:lnTo>
                  <a:lnTo>
                    <a:pt x="275244" y="792535"/>
                  </a:lnTo>
                  <a:lnTo>
                    <a:pt x="274737" y="792405"/>
                  </a:lnTo>
                  <a:lnTo>
                    <a:pt x="273743" y="792435"/>
                  </a:lnTo>
                  <a:lnTo>
                    <a:pt x="273360" y="792516"/>
                  </a:lnTo>
                  <a:lnTo>
                    <a:pt x="273089" y="792578"/>
                  </a:lnTo>
                  <a:lnTo>
                    <a:pt x="272884" y="792803"/>
                  </a:lnTo>
                  <a:lnTo>
                    <a:pt x="272938" y="793351"/>
                  </a:lnTo>
                  <a:lnTo>
                    <a:pt x="272112" y="793691"/>
                  </a:lnTo>
                  <a:lnTo>
                    <a:pt x="270976" y="793497"/>
                  </a:lnTo>
                  <a:lnTo>
                    <a:pt x="270631" y="793717"/>
                  </a:lnTo>
                  <a:lnTo>
                    <a:pt x="270296" y="793772"/>
                  </a:lnTo>
                  <a:lnTo>
                    <a:pt x="269556" y="793742"/>
                  </a:lnTo>
                  <a:lnTo>
                    <a:pt x="269363" y="793582"/>
                  </a:lnTo>
                  <a:lnTo>
                    <a:pt x="269158" y="793060"/>
                  </a:lnTo>
                  <a:lnTo>
                    <a:pt x="268994" y="793038"/>
                  </a:lnTo>
                  <a:lnTo>
                    <a:pt x="268822" y="793016"/>
                  </a:lnTo>
                  <a:lnTo>
                    <a:pt x="268024" y="792589"/>
                  </a:lnTo>
                  <a:lnTo>
                    <a:pt x="268015" y="792260"/>
                  </a:lnTo>
                  <a:lnTo>
                    <a:pt x="267668" y="792094"/>
                  </a:lnTo>
                  <a:lnTo>
                    <a:pt x="267386" y="792216"/>
                  </a:lnTo>
                  <a:lnTo>
                    <a:pt x="267327" y="792359"/>
                  </a:lnTo>
                  <a:lnTo>
                    <a:pt x="267079" y="792750"/>
                  </a:lnTo>
                  <a:lnTo>
                    <a:pt x="266006" y="793081"/>
                  </a:lnTo>
                  <a:lnTo>
                    <a:pt x="265289" y="793166"/>
                  </a:lnTo>
                  <a:lnTo>
                    <a:pt x="265120" y="793217"/>
                  </a:lnTo>
                  <a:lnTo>
                    <a:pt x="264975" y="793272"/>
                  </a:lnTo>
                  <a:lnTo>
                    <a:pt x="264329" y="793848"/>
                  </a:lnTo>
                  <a:lnTo>
                    <a:pt x="263565" y="793955"/>
                  </a:lnTo>
                  <a:lnTo>
                    <a:pt x="263243" y="794940"/>
                  </a:lnTo>
                  <a:lnTo>
                    <a:pt x="262987" y="795661"/>
                  </a:lnTo>
                  <a:lnTo>
                    <a:pt x="262979" y="796733"/>
                  </a:lnTo>
                  <a:lnTo>
                    <a:pt x="262817" y="797242"/>
                  </a:lnTo>
                  <a:lnTo>
                    <a:pt x="262596" y="797499"/>
                  </a:lnTo>
                  <a:lnTo>
                    <a:pt x="227469" y="783183"/>
                  </a:lnTo>
                  <a:lnTo>
                    <a:pt x="221116" y="763195"/>
                  </a:lnTo>
                  <a:lnTo>
                    <a:pt x="219793" y="762019"/>
                  </a:lnTo>
                  <a:lnTo>
                    <a:pt x="219318" y="761601"/>
                  </a:lnTo>
                  <a:lnTo>
                    <a:pt x="219421" y="759807"/>
                  </a:lnTo>
                  <a:lnTo>
                    <a:pt x="219508" y="758009"/>
                  </a:lnTo>
                  <a:lnTo>
                    <a:pt x="219177" y="757097"/>
                  </a:lnTo>
                  <a:lnTo>
                    <a:pt x="218997" y="757039"/>
                  </a:lnTo>
                  <a:lnTo>
                    <a:pt x="218391" y="756823"/>
                  </a:lnTo>
                  <a:lnTo>
                    <a:pt x="218248" y="756805"/>
                  </a:lnTo>
                  <a:lnTo>
                    <a:pt x="217473" y="756999"/>
                  </a:lnTo>
                  <a:lnTo>
                    <a:pt x="217165" y="756923"/>
                  </a:lnTo>
                  <a:lnTo>
                    <a:pt x="216379" y="757327"/>
                  </a:lnTo>
                  <a:lnTo>
                    <a:pt x="216106" y="757105"/>
                  </a:lnTo>
                  <a:lnTo>
                    <a:pt x="215939" y="756918"/>
                  </a:lnTo>
                  <a:lnTo>
                    <a:pt x="215376" y="756303"/>
                  </a:lnTo>
                  <a:lnTo>
                    <a:pt x="215606" y="754180"/>
                  </a:lnTo>
                  <a:lnTo>
                    <a:pt x="215512" y="753985"/>
                  </a:lnTo>
                  <a:lnTo>
                    <a:pt x="215789" y="753441"/>
                  </a:lnTo>
                  <a:lnTo>
                    <a:pt x="214987" y="751973"/>
                  </a:lnTo>
                  <a:lnTo>
                    <a:pt x="214768" y="751673"/>
                  </a:lnTo>
                  <a:lnTo>
                    <a:pt x="213183" y="749490"/>
                  </a:lnTo>
                  <a:lnTo>
                    <a:pt x="213216" y="749074"/>
                  </a:lnTo>
                  <a:lnTo>
                    <a:pt x="213243" y="748852"/>
                  </a:lnTo>
                  <a:lnTo>
                    <a:pt x="213244" y="748597"/>
                  </a:lnTo>
                  <a:lnTo>
                    <a:pt x="213498" y="747519"/>
                  </a:lnTo>
                  <a:lnTo>
                    <a:pt x="213392" y="746866"/>
                  </a:lnTo>
                  <a:lnTo>
                    <a:pt x="213438" y="746551"/>
                  </a:lnTo>
                  <a:lnTo>
                    <a:pt x="213508" y="746196"/>
                  </a:lnTo>
                  <a:lnTo>
                    <a:pt x="213602" y="745038"/>
                  </a:lnTo>
                  <a:lnTo>
                    <a:pt x="213612" y="744902"/>
                  </a:lnTo>
                  <a:lnTo>
                    <a:pt x="213607" y="744731"/>
                  </a:lnTo>
                  <a:lnTo>
                    <a:pt x="213623" y="744555"/>
                  </a:lnTo>
                  <a:lnTo>
                    <a:pt x="213662" y="744145"/>
                  </a:lnTo>
                  <a:lnTo>
                    <a:pt x="213645" y="743977"/>
                  </a:lnTo>
                  <a:lnTo>
                    <a:pt x="213639" y="743746"/>
                  </a:lnTo>
                  <a:lnTo>
                    <a:pt x="213625" y="743574"/>
                  </a:lnTo>
                  <a:lnTo>
                    <a:pt x="213724" y="742935"/>
                  </a:lnTo>
                  <a:lnTo>
                    <a:pt x="213888" y="742789"/>
                  </a:lnTo>
                  <a:lnTo>
                    <a:pt x="214135" y="742649"/>
                  </a:lnTo>
                  <a:lnTo>
                    <a:pt x="214424" y="742548"/>
                  </a:lnTo>
                  <a:lnTo>
                    <a:pt x="214588" y="742440"/>
                  </a:lnTo>
                  <a:lnTo>
                    <a:pt x="215106" y="741977"/>
                  </a:lnTo>
                  <a:lnTo>
                    <a:pt x="215284" y="741515"/>
                  </a:lnTo>
                  <a:lnTo>
                    <a:pt x="215439" y="741246"/>
                  </a:lnTo>
                  <a:lnTo>
                    <a:pt x="215783" y="740876"/>
                  </a:lnTo>
                  <a:lnTo>
                    <a:pt x="216227" y="740506"/>
                  </a:lnTo>
                  <a:lnTo>
                    <a:pt x="216391" y="740390"/>
                  </a:lnTo>
                  <a:lnTo>
                    <a:pt x="216621" y="740105"/>
                  </a:lnTo>
                  <a:lnTo>
                    <a:pt x="216785" y="739981"/>
                  </a:lnTo>
                  <a:lnTo>
                    <a:pt x="217198" y="739803"/>
                  </a:lnTo>
                  <a:lnTo>
                    <a:pt x="217478" y="739633"/>
                  </a:lnTo>
                  <a:lnTo>
                    <a:pt x="217782" y="739332"/>
                  </a:lnTo>
                  <a:lnTo>
                    <a:pt x="218085" y="738909"/>
                  </a:lnTo>
                  <a:lnTo>
                    <a:pt x="218067" y="738717"/>
                  </a:lnTo>
                  <a:lnTo>
                    <a:pt x="218005" y="738218"/>
                  </a:lnTo>
                  <a:lnTo>
                    <a:pt x="218143" y="737834"/>
                  </a:lnTo>
                  <a:lnTo>
                    <a:pt x="218264" y="737495"/>
                  </a:lnTo>
                  <a:lnTo>
                    <a:pt x="218385" y="737111"/>
                  </a:lnTo>
                  <a:lnTo>
                    <a:pt x="218541" y="736965"/>
                  </a:lnTo>
                  <a:lnTo>
                    <a:pt x="218813" y="736764"/>
                  </a:lnTo>
                  <a:lnTo>
                    <a:pt x="219126" y="736509"/>
                  </a:lnTo>
                  <a:lnTo>
                    <a:pt x="212896" y="735921"/>
                  </a:lnTo>
                  <a:lnTo>
                    <a:pt x="212612" y="736029"/>
                  </a:lnTo>
                  <a:lnTo>
                    <a:pt x="212278" y="736039"/>
                  </a:lnTo>
                  <a:lnTo>
                    <a:pt x="211910" y="736041"/>
                  </a:lnTo>
                  <a:lnTo>
                    <a:pt x="211603" y="736171"/>
                  </a:lnTo>
                  <a:lnTo>
                    <a:pt x="211339" y="736406"/>
                  </a:lnTo>
                  <a:lnTo>
                    <a:pt x="211132" y="736527"/>
                  </a:lnTo>
                  <a:lnTo>
                    <a:pt x="210818" y="736576"/>
                  </a:lnTo>
                  <a:lnTo>
                    <a:pt x="210433" y="736527"/>
                  </a:lnTo>
                  <a:lnTo>
                    <a:pt x="210090" y="736357"/>
                  </a:lnTo>
                  <a:lnTo>
                    <a:pt x="209819" y="736098"/>
                  </a:lnTo>
                  <a:lnTo>
                    <a:pt x="209469" y="735847"/>
                  </a:lnTo>
                  <a:lnTo>
                    <a:pt x="209240" y="735790"/>
                  </a:lnTo>
                  <a:lnTo>
                    <a:pt x="209019" y="735920"/>
                  </a:lnTo>
                  <a:lnTo>
                    <a:pt x="209019" y="736090"/>
                  </a:lnTo>
                  <a:lnTo>
                    <a:pt x="209069" y="736325"/>
                  </a:lnTo>
                  <a:lnTo>
                    <a:pt x="209069" y="736592"/>
                  </a:lnTo>
                  <a:lnTo>
                    <a:pt x="209062" y="736876"/>
                  </a:lnTo>
                  <a:lnTo>
                    <a:pt x="208933" y="737208"/>
                  </a:lnTo>
                  <a:lnTo>
                    <a:pt x="208676" y="737354"/>
                  </a:lnTo>
                  <a:lnTo>
                    <a:pt x="208441" y="737378"/>
                  </a:lnTo>
                  <a:lnTo>
                    <a:pt x="208143" y="737255"/>
                  </a:lnTo>
                  <a:lnTo>
                    <a:pt x="207636" y="736781"/>
                  </a:lnTo>
                  <a:lnTo>
                    <a:pt x="207242" y="736231"/>
                  </a:lnTo>
                  <a:lnTo>
                    <a:pt x="206892" y="735822"/>
                  </a:lnTo>
                  <a:lnTo>
                    <a:pt x="206656" y="735656"/>
                  </a:lnTo>
                  <a:lnTo>
                    <a:pt x="206464" y="735656"/>
                  </a:lnTo>
                  <a:lnTo>
                    <a:pt x="206273" y="735873"/>
                  </a:lnTo>
                  <a:lnTo>
                    <a:pt x="205980" y="736103"/>
                  </a:lnTo>
                  <a:lnTo>
                    <a:pt x="205529" y="735694"/>
                  </a:lnTo>
                  <a:lnTo>
                    <a:pt x="204864" y="735170"/>
                  </a:lnTo>
                  <a:lnTo>
                    <a:pt x="204669" y="734832"/>
                  </a:lnTo>
                  <a:lnTo>
                    <a:pt x="204368" y="734479"/>
                  </a:lnTo>
                  <a:lnTo>
                    <a:pt x="204208" y="734455"/>
                  </a:lnTo>
                  <a:lnTo>
                    <a:pt x="204042" y="734478"/>
                  </a:lnTo>
                  <a:lnTo>
                    <a:pt x="203894" y="734617"/>
                  </a:lnTo>
                  <a:lnTo>
                    <a:pt x="203793" y="734878"/>
                  </a:lnTo>
                  <a:lnTo>
                    <a:pt x="203705" y="735131"/>
                  </a:lnTo>
                  <a:lnTo>
                    <a:pt x="203610" y="735415"/>
                  </a:lnTo>
                  <a:lnTo>
                    <a:pt x="203549" y="735699"/>
                  </a:lnTo>
                  <a:lnTo>
                    <a:pt x="203448" y="735852"/>
                  </a:lnTo>
                  <a:lnTo>
                    <a:pt x="203313" y="735929"/>
                  </a:lnTo>
                  <a:lnTo>
                    <a:pt x="202920" y="735967"/>
                  </a:lnTo>
                  <a:lnTo>
                    <a:pt x="202292" y="735837"/>
                  </a:lnTo>
                  <a:lnTo>
                    <a:pt x="201692" y="735685"/>
                  </a:lnTo>
                  <a:lnTo>
                    <a:pt x="201509" y="735709"/>
                  </a:lnTo>
                  <a:lnTo>
                    <a:pt x="201326" y="735829"/>
                  </a:lnTo>
                  <a:lnTo>
                    <a:pt x="201030" y="736148"/>
                  </a:lnTo>
                  <a:lnTo>
                    <a:pt x="200692" y="736388"/>
                  </a:lnTo>
                  <a:lnTo>
                    <a:pt x="200481" y="736580"/>
                  </a:lnTo>
                  <a:lnTo>
                    <a:pt x="200354" y="736772"/>
                  </a:lnTo>
                  <a:lnTo>
                    <a:pt x="200333" y="736948"/>
                  </a:lnTo>
                  <a:lnTo>
                    <a:pt x="200317" y="737352"/>
                  </a:lnTo>
                  <a:lnTo>
                    <a:pt x="200199" y="737635"/>
                  </a:lnTo>
                  <a:lnTo>
                    <a:pt x="199945" y="737747"/>
                  </a:lnTo>
                  <a:lnTo>
                    <a:pt x="199671" y="737819"/>
                  </a:lnTo>
                  <a:lnTo>
                    <a:pt x="199143" y="737779"/>
                  </a:lnTo>
                  <a:lnTo>
                    <a:pt x="198826" y="737867"/>
                  </a:lnTo>
                  <a:lnTo>
                    <a:pt x="198581" y="738069"/>
                  </a:lnTo>
                  <a:lnTo>
                    <a:pt x="198367" y="738248"/>
                  </a:lnTo>
                  <a:lnTo>
                    <a:pt x="198221" y="738236"/>
                  </a:lnTo>
                  <a:lnTo>
                    <a:pt x="197872" y="737788"/>
                  </a:lnTo>
                  <a:lnTo>
                    <a:pt x="197421" y="737315"/>
                  </a:lnTo>
                  <a:lnTo>
                    <a:pt x="197015" y="736956"/>
                  </a:lnTo>
                  <a:lnTo>
                    <a:pt x="196688" y="736790"/>
                  </a:lnTo>
                  <a:lnTo>
                    <a:pt x="196497" y="736752"/>
                  </a:lnTo>
                  <a:lnTo>
                    <a:pt x="196226" y="736752"/>
                  </a:lnTo>
                  <a:lnTo>
                    <a:pt x="196057" y="736841"/>
                  </a:lnTo>
                  <a:lnTo>
                    <a:pt x="196024" y="737020"/>
                  </a:lnTo>
                  <a:lnTo>
                    <a:pt x="196012" y="737673"/>
                  </a:lnTo>
                  <a:lnTo>
                    <a:pt x="195911" y="737852"/>
                  </a:lnTo>
                  <a:lnTo>
                    <a:pt x="195697" y="737865"/>
                  </a:lnTo>
                  <a:lnTo>
                    <a:pt x="195179" y="737686"/>
                  </a:lnTo>
                  <a:lnTo>
                    <a:pt x="194491" y="737417"/>
                  </a:lnTo>
                  <a:lnTo>
                    <a:pt x="194063" y="737417"/>
                  </a:lnTo>
                  <a:lnTo>
                    <a:pt x="193770" y="737494"/>
                  </a:lnTo>
                  <a:lnTo>
                    <a:pt x="193477" y="737634"/>
                  </a:lnTo>
                  <a:lnTo>
                    <a:pt x="193331" y="737622"/>
                  </a:lnTo>
                  <a:lnTo>
                    <a:pt x="193252" y="737455"/>
                  </a:lnTo>
                  <a:lnTo>
                    <a:pt x="193263" y="736931"/>
                  </a:lnTo>
                  <a:lnTo>
                    <a:pt x="193195" y="736765"/>
                  </a:lnTo>
                  <a:lnTo>
                    <a:pt x="192936" y="736713"/>
                  </a:lnTo>
                  <a:lnTo>
                    <a:pt x="192035" y="736611"/>
                  </a:lnTo>
                  <a:lnTo>
                    <a:pt x="190998" y="736483"/>
                  </a:lnTo>
                  <a:lnTo>
                    <a:pt x="190592" y="736445"/>
                  </a:lnTo>
                  <a:lnTo>
                    <a:pt x="190108" y="736458"/>
                  </a:lnTo>
                  <a:lnTo>
                    <a:pt x="189663" y="736515"/>
                  </a:lnTo>
                  <a:lnTo>
                    <a:pt x="189014" y="736721"/>
                  </a:lnTo>
                  <a:lnTo>
                    <a:pt x="188705" y="736805"/>
                  </a:lnTo>
                  <a:lnTo>
                    <a:pt x="188110" y="737060"/>
                  </a:lnTo>
                  <a:lnTo>
                    <a:pt x="187776" y="737173"/>
                  </a:lnTo>
                  <a:lnTo>
                    <a:pt x="187280" y="737357"/>
                  </a:lnTo>
                  <a:lnTo>
                    <a:pt x="186902" y="737521"/>
                  </a:lnTo>
                  <a:lnTo>
                    <a:pt x="186568" y="737582"/>
                  </a:lnTo>
                  <a:lnTo>
                    <a:pt x="186280" y="737593"/>
                  </a:lnTo>
                  <a:lnTo>
                    <a:pt x="185973" y="737521"/>
                  </a:lnTo>
                  <a:lnTo>
                    <a:pt x="185586" y="737306"/>
                  </a:lnTo>
                  <a:lnTo>
                    <a:pt x="185315" y="737245"/>
                  </a:lnTo>
                  <a:lnTo>
                    <a:pt x="184847" y="737214"/>
                  </a:lnTo>
                  <a:lnTo>
                    <a:pt x="184353" y="737181"/>
                  </a:lnTo>
                  <a:lnTo>
                    <a:pt x="183945" y="737122"/>
                  </a:lnTo>
                  <a:lnTo>
                    <a:pt x="183648" y="736917"/>
                  </a:lnTo>
                  <a:lnTo>
                    <a:pt x="183485" y="736641"/>
                  </a:lnTo>
                  <a:lnTo>
                    <a:pt x="183368" y="736262"/>
                  </a:lnTo>
                  <a:lnTo>
                    <a:pt x="183350" y="735812"/>
                  </a:lnTo>
                  <a:lnTo>
                    <a:pt x="183170" y="735781"/>
                  </a:lnTo>
                  <a:lnTo>
                    <a:pt x="182764" y="735832"/>
                  </a:lnTo>
                  <a:lnTo>
                    <a:pt x="182458" y="735884"/>
                  </a:lnTo>
                  <a:lnTo>
                    <a:pt x="182314" y="735853"/>
                  </a:lnTo>
                  <a:lnTo>
                    <a:pt x="182106" y="735679"/>
                  </a:lnTo>
                  <a:lnTo>
                    <a:pt x="181863" y="735188"/>
                  </a:lnTo>
                  <a:lnTo>
                    <a:pt x="181719" y="734727"/>
                  </a:lnTo>
                  <a:lnTo>
                    <a:pt x="181565" y="734297"/>
                  </a:lnTo>
                  <a:lnTo>
                    <a:pt x="181358" y="734052"/>
                  </a:lnTo>
                  <a:lnTo>
                    <a:pt x="180844" y="733683"/>
                  </a:lnTo>
                  <a:lnTo>
                    <a:pt x="180339" y="733448"/>
                  </a:lnTo>
                  <a:lnTo>
                    <a:pt x="179961" y="733243"/>
                  </a:lnTo>
                  <a:lnTo>
                    <a:pt x="179826" y="733254"/>
                  </a:lnTo>
                  <a:lnTo>
                    <a:pt x="179519" y="733346"/>
                  </a:lnTo>
                  <a:lnTo>
                    <a:pt x="179195" y="733458"/>
                  </a:lnTo>
                  <a:lnTo>
                    <a:pt x="178870" y="733509"/>
                  </a:lnTo>
                  <a:lnTo>
                    <a:pt x="178654" y="733520"/>
                  </a:lnTo>
                  <a:lnTo>
                    <a:pt x="178257" y="733489"/>
                  </a:lnTo>
                  <a:lnTo>
                    <a:pt x="178041" y="733561"/>
                  </a:lnTo>
                  <a:lnTo>
                    <a:pt x="177626" y="733816"/>
                  </a:lnTo>
                  <a:lnTo>
                    <a:pt x="177121" y="733949"/>
                  </a:lnTo>
                  <a:lnTo>
                    <a:pt x="176725" y="734103"/>
                  </a:lnTo>
                  <a:lnTo>
                    <a:pt x="176337" y="734328"/>
                  </a:lnTo>
                  <a:lnTo>
                    <a:pt x="175985" y="734533"/>
                  </a:lnTo>
                  <a:lnTo>
                    <a:pt x="175697" y="734635"/>
                  </a:lnTo>
                  <a:lnTo>
                    <a:pt x="175093" y="734635"/>
                  </a:lnTo>
                  <a:lnTo>
                    <a:pt x="174642" y="734553"/>
                  </a:lnTo>
                  <a:lnTo>
                    <a:pt x="174273" y="734369"/>
                  </a:lnTo>
                  <a:lnTo>
                    <a:pt x="173948" y="734021"/>
                  </a:lnTo>
                  <a:lnTo>
                    <a:pt x="173660" y="733765"/>
                  </a:lnTo>
                  <a:lnTo>
                    <a:pt x="173416" y="733642"/>
                  </a:lnTo>
                  <a:lnTo>
                    <a:pt x="172911" y="733550"/>
                  </a:lnTo>
                  <a:lnTo>
                    <a:pt x="172623" y="733469"/>
                  </a:lnTo>
                  <a:lnTo>
                    <a:pt x="172362" y="733192"/>
                  </a:lnTo>
                  <a:lnTo>
                    <a:pt x="172019" y="732814"/>
                  </a:lnTo>
                  <a:lnTo>
                    <a:pt x="171532" y="732650"/>
                  </a:lnTo>
                  <a:lnTo>
                    <a:pt x="170964" y="732363"/>
                  </a:lnTo>
                  <a:lnTo>
                    <a:pt x="170469" y="732200"/>
                  </a:lnTo>
                  <a:lnTo>
                    <a:pt x="170108" y="732026"/>
                  </a:lnTo>
                  <a:lnTo>
                    <a:pt x="169684" y="731565"/>
                  </a:lnTo>
                  <a:lnTo>
                    <a:pt x="169333" y="731146"/>
                  </a:lnTo>
                  <a:lnTo>
                    <a:pt x="168981" y="730706"/>
                  </a:lnTo>
                  <a:lnTo>
                    <a:pt x="168594" y="730439"/>
                  </a:lnTo>
                  <a:lnTo>
                    <a:pt x="168211" y="730381"/>
                  </a:lnTo>
                  <a:lnTo>
                    <a:pt x="167968" y="730357"/>
                  </a:lnTo>
                  <a:lnTo>
                    <a:pt x="167675" y="730349"/>
                  </a:lnTo>
                  <a:lnTo>
                    <a:pt x="167418" y="730276"/>
                  </a:lnTo>
                  <a:lnTo>
                    <a:pt x="166850" y="729959"/>
                  </a:lnTo>
                  <a:lnTo>
                    <a:pt x="166484" y="729751"/>
                  </a:lnTo>
                  <a:lnTo>
                    <a:pt x="166104" y="729607"/>
                  </a:lnTo>
                  <a:lnTo>
                    <a:pt x="165695" y="729623"/>
                  </a:lnTo>
                  <a:lnTo>
                    <a:pt x="165470" y="729751"/>
                  </a:lnTo>
                  <a:lnTo>
                    <a:pt x="165315" y="729991"/>
                  </a:lnTo>
                  <a:lnTo>
                    <a:pt x="165090" y="730167"/>
                  </a:lnTo>
                  <a:lnTo>
                    <a:pt x="164780" y="730231"/>
                  </a:lnTo>
                  <a:lnTo>
                    <a:pt x="164540" y="730209"/>
                  </a:lnTo>
                  <a:lnTo>
                    <a:pt x="164251" y="730291"/>
                  </a:lnTo>
                  <a:lnTo>
                    <a:pt x="163882" y="730669"/>
                  </a:lnTo>
                  <a:lnTo>
                    <a:pt x="163666" y="730587"/>
                  </a:lnTo>
                  <a:lnTo>
                    <a:pt x="163395" y="730311"/>
                  </a:lnTo>
                  <a:lnTo>
                    <a:pt x="163026" y="730127"/>
                  </a:lnTo>
                  <a:lnTo>
                    <a:pt x="162530" y="729902"/>
                  </a:lnTo>
                  <a:lnTo>
                    <a:pt x="161899" y="729728"/>
                  </a:lnTo>
                  <a:lnTo>
                    <a:pt x="161160" y="729523"/>
                  </a:lnTo>
                  <a:lnTo>
                    <a:pt x="160736" y="729165"/>
                  </a:lnTo>
                  <a:lnTo>
                    <a:pt x="160574" y="728817"/>
                  </a:lnTo>
                  <a:lnTo>
                    <a:pt x="160429" y="728571"/>
                  </a:lnTo>
                  <a:lnTo>
                    <a:pt x="159852" y="728142"/>
                  </a:lnTo>
                  <a:lnTo>
                    <a:pt x="159447" y="727824"/>
                  </a:lnTo>
                  <a:lnTo>
                    <a:pt x="159014" y="727435"/>
                  </a:lnTo>
                  <a:lnTo>
                    <a:pt x="158635" y="726893"/>
                  </a:lnTo>
                  <a:lnTo>
                    <a:pt x="158500" y="726607"/>
                  </a:lnTo>
                  <a:lnTo>
                    <a:pt x="158356" y="726494"/>
                  </a:lnTo>
                  <a:lnTo>
                    <a:pt x="158167" y="726504"/>
                  </a:lnTo>
                  <a:lnTo>
                    <a:pt x="157698" y="726709"/>
                  </a:lnTo>
                  <a:lnTo>
                    <a:pt x="157202" y="726719"/>
                  </a:lnTo>
                  <a:lnTo>
                    <a:pt x="156833" y="726821"/>
                  </a:lnTo>
                  <a:lnTo>
                    <a:pt x="156373" y="726944"/>
                  </a:lnTo>
                  <a:lnTo>
                    <a:pt x="155417" y="727180"/>
                  </a:lnTo>
                  <a:lnTo>
                    <a:pt x="154894" y="727292"/>
                  </a:lnTo>
                  <a:lnTo>
                    <a:pt x="154687" y="727292"/>
                  </a:lnTo>
                  <a:lnTo>
                    <a:pt x="154426" y="727169"/>
                  </a:lnTo>
                  <a:lnTo>
                    <a:pt x="154276" y="726970"/>
                  </a:lnTo>
                  <a:lnTo>
                    <a:pt x="154152" y="726650"/>
                  </a:lnTo>
                  <a:lnTo>
                    <a:pt x="154096" y="726151"/>
                  </a:lnTo>
                  <a:lnTo>
                    <a:pt x="153904" y="725767"/>
                  </a:lnTo>
                  <a:lnTo>
                    <a:pt x="153611" y="725524"/>
                  </a:lnTo>
                  <a:lnTo>
                    <a:pt x="153104" y="724949"/>
                  </a:lnTo>
                  <a:lnTo>
                    <a:pt x="152777" y="724591"/>
                  </a:lnTo>
                  <a:lnTo>
                    <a:pt x="152586" y="724373"/>
                  </a:lnTo>
                  <a:lnTo>
                    <a:pt x="152248" y="724079"/>
                  </a:lnTo>
                  <a:lnTo>
                    <a:pt x="151741" y="723772"/>
                  </a:lnTo>
                  <a:lnTo>
                    <a:pt x="151538" y="723670"/>
                  </a:lnTo>
                  <a:lnTo>
                    <a:pt x="151425" y="723337"/>
                  </a:lnTo>
                  <a:lnTo>
                    <a:pt x="151357" y="722902"/>
                  </a:lnTo>
                  <a:lnTo>
                    <a:pt x="151143" y="722352"/>
                  </a:lnTo>
                  <a:lnTo>
                    <a:pt x="150873" y="722147"/>
                  </a:lnTo>
                  <a:lnTo>
                    <a:pt x="150287" y="722032"/>
                  </a:lnTo>
                  <a:lnTo>
                    <a:pt x="149802" y="721981"/>
                  </a:lnTo>
                  <a:lnTo>
                    <a:pt x="149183" y="721802"/>
                  </a:lnTo>
                  <a:lnTo>
                    <a:pt x="149025" y="721610"/>
                  </a:lnTo>
                  <a:lnTo>
                    <a:pt x="148957" y="721342"/>
                  </a:lnTo>
                  <a:lnTo>
                    <a:pt x="148788" y="721188"/>
                  </a:lnTo>
                  <a:lnTo>
                    <a:pt x="148574" y="721150"/>
                  </a:lnTo>
                  <a:lnTo>
                    <a:pt x="148293" y="721214"/>
                  </a:lnTo>
                  <a:lnTo>
                    <a:pt x="148011" y="721380"/>
                  </a:lnTo>
                  <a:lnTo>
                    <a:pt x="147718" y="721546"/>
                  </a:lnTo>
                  <a:lnTo>
                    <a:pt x="147346" y="721482"/>
                  </a:lnTo>
                  <a:lnTo>
                    <a:pt x="146749" y="721239"/>
                  </a:lnTo>
                  <a:lnTo>
                    <a:pt x="146377" y="720983"/>
                  </a:lnTo>
                  <a:lnTo>
                    <a:pt x="146253" y="720766"/>
                  </a:lnTo>
                  <a:lnTo>
                    <a:pt x="146129" y="720472"/>
                  </a:lnTo>
                  <a:lnTo>
                    <a:pt x="146073" y="719986"/>
                  </a:lnTo>
                  <a:lnTo>
                    <a:pt x="145983" y="719730"/>
                  </a:lnTo>
                  <a:lnTo>
                    <a:pt x="145498" y="719282"/>
                  </a:lnTo>
                  <a:lnTo>
                    <a:pt x="145245" y="718917"/>
                  </a:lnTo>
                  <a:lnTo>
                    <a:pt x="145149" y="718566"/>
                  </a:lnTo>
                  <a:lnTo>
                    <a:pt x="145183" y="718233"/>
                  </a:lnTo>
                  <a:lnTo>
                    <a:pt x="145509" y="717798"/>
                  </a:lnTo>
                  <a:lnTo>
                    <a:pt x="145926" y="717453"/>
                  </a:lnTo>
                  <a:lnTo>
                    <a:pt x="146185" y="717210"/>
                  </a:lnTo>
                  <a:lnTo>
                    <a:pt x="146230" y="717082"/>
                  </a:lnTo>
                  <a:lnTo>
                    <a:pt x="146140" y="716775"/>
                  </a:lnTo>
                  <a:lnTo>
                    <a:pt x="145960" y="716263"/>
                  </a:lnTo>
                  <a:lnTo>
                    <a:pt x="145901" y="715860"/>
                  </a:lnTo>
                  <a:lnTo>
                    <a:pt x="145929" y="715476"/>
                  </a:lnTo>
                  <a:lnTo>
                    <a:pt x="146262" y="714939"/>
                  </a:lnTo>
                  <a:lnTo>
                    <a:pt x="146487" y="714517"/>
                  </a:lnTo>
                  <a:lnTo>
                    <a:pt x="146510" y="714248"/>
                  </a:lnTo>
                  <a:lnTo>
                    <a:pt x="146453" y="713992"/>
                  </a:lnTo>
                  <a:lnTo>
                    <a:pt x="146239" y="713596"/>
                  </a:lnTo>
                  <a:lnTo>
                    <a:pt x="145890" y="713187"/>
                  </a:lnTo>
                  <a:lnTo>
                    <a:pt x="145653" y="712905"/>
                  </a:lnTo>
                  <a:lnTo>
                    <a:pt x="145315" y="712803"/>
                  </a:lnTo>
                  <a:lnTo>
                    <a:pt x="144977" y="712739"/>
                  </a:lnTo>
                  <a:lnTo>
                    <a:pt x="144639" y="712739"/>
                  </a:lnTo>
                  <a:lnTo>
                    <a:pt x="144357" y="712854"/>
                  </a:lnTo>
                  <a:lnTo>
                    <a:pt x="144211" y="713008"/>
                  </a:lnTo>
                  <a:lnTo>
                    <a:pt x="144110" y="713327"/>
                  </a:lnTo>
                  <a:lnTo>
                    <a:pt x="144132" y="713749"/>
                  </a:lnTo>
                  <a:lnTo>
                    <a:pt x="144132" y="713916"/>
                  </a:lnTo>
                  <a:lnTo>
                    <a:pt x="144019" y="714069"/>
                  </a:lnTo>
                  <a:lnTo>
                    <a:pt x="143591" y="714274"/>
                  </a:lnTo>
                  <a:lnTo>
                    <a:pt x="143197" y="714555"/>
                  </a:lnTo>
                  <a:lnTo>
                    <a:pt x="142764" y="715087"/>
                  </a:lnTo>
                  <a:lnTo>
                    <a:pt x="142588" y="715080"/>
                  </a:lnTo>
                  <a:lnTo>
                    <a:pt x="142295" y="714875"/>
                  </a:lnTo>
                  <a:lnTo>
                    <a:pt x="141924" y="714696"/>
                  </a:lnTo>
                  <a:lnTo>
                    <a:pt x="141453" y="714581"/>
                  </a:lnTo>
                  <a:lnTo>
                    <a:pt x="140924" y="714658"/>
                  </a:lnTo>
                  <a:lnTo>
                    <a:pt x="140473" y="714811"/>
                  </a:lnTo>
                  <a:lnTo>
                    <a:pt x="140056" y="714952"/>
                  </a:lnTo>
                  <a:lnTo>
                    <a:pt x="139752" y="715182"/>
                  </a:lnTo>
                  <a:lnTo>
                    <a:pt x="139560" y="715476"/>
                  </a:lnTo>
                  <a:lnTo>
                    <a:pt x="139312" y="715950"/>
                  </a:lnTo>
                  <a:lnTo>
                    <a:pt x="138952" y="716359"/>
                  </a:lnTo>
                  <a:lnTo>
                    <a:pt x="138670" y="716704"/>
                  </a:lnTo>
                  <a:lnTo>
                    <a:pt x="138287" y="716576"/>
                  </a:lnTo>
                  <a:lnTo>
                    <a:pt x="137599" y="716500"/>
                  </a:lnTo>
                  <a:lnTo>
                    <a:pt x="136687" y="716308"/>
                  </a:lnTo>
                  <a:lnTo>
                    <a:pt x="136281" y="716295"/>
                  </a:lnTo>
                  <a:lnTo>
                    <a:pt x="135774" y="716180"/>
                  </a:lnTo>
                  <a:lnTo>
                    <a:pt x="135504" y="716218"/>
                  </a:lnTo>
                  <a:lnTo>
                    <a:pt x="135335" y="716372"/>
                  </a:lnTo>
                  <a:lnTo>
                    <a:pt x="135301" y="716615"/>
                  </a:lnTo>
                  <a:lnTo>
                    <a:pt x="135335" y="717050"/>
                  </a:lnTo>
                  <a:lnTo>
                    <a:pt x="135425" y="717395"/>
                  </a:lnTo>
                  <a:lnTo>
                    <a:pt x="135695" y="717983"/>
                  </a:lnTo>
                  <a:lnTo>
                    <a:pt x="135549" y="718188"/>
                  </a:lnTo>
                  <a:lnTo>
                    <a:pt x="135132" y="717983"/>
                  </a:lnTo>
                  <a:lnTo>
                    <a:pt x="134602" y="717817"/>
                  </a:lnTo>
                  <a:lnTo>
                    <a:pt x="133994" y="717676"/>
                  </a:lnTo>
                  <a:lnTo>
                    <a:pt x="133701" y="717625"/>
                  </a:lnTo>
                  <a:lnTo>
                    <a:pt x="133385" y="717664"/>
                  </a:lnTo>
                  <a:lnTo>
                    <a:pt x="133092" y="717702"/>
                  </a:lnTo>
                  <a:lnTo>
                    <a:pt x="132946" y="717664"/>
                  </a:lnTo>
                  <a:lnTo>
                    <a:pt x="132653" y="717267"/>
                  </a:lnTo>
                  <a:lnTo>
                    <a:pt x="132394" y="717229"/>
                  </a:lnTo>
                  <a:lnTo>
                    <a:pt x="131684" y="717267"/>
                  </a:lnTo>
                  <a:lnTo>
                    <a:pt x="131041" y="717408"/>
                  </a:lnTo>
                  <a:lnTo>
                    <a:pt x="130534" y="717459"/>
                  </a:lnTo>
                  <a:lnTo>
                    <a:pt x="129825" y="717382"/>
                  </a:lnTo>
                  <a:lnTo>
                    <a:pt x="129227" y="717408"/>
                  </a:lnTo>
                  <a:lnTo>
                    <a:pt x="128991" y="717497"/>
                  </a:lnTo>
                  <a:lnTo>
                    <a:pt x="128946" y="717792"/>
                  </a:lnTo>
                  <a:lnTo>
                    <a:pt x="128878" y="717932"/>
                  </a:lnTo>
                  <a:lnTo>
                    <a:pt x="128630" y="718047"/>
                  </a:lnTo>
                  <a:lnTo>
                    <a:pt x="128292" y="718163"/>
                  </a:lnTo>
                  <a:lnTo>
                    <a:pt x="127830" y="718175"/>
                  </a:lnTo>
                  <a:lnTo>
                    <a:pt x="127312" y="718163"/>
                  </a:lnTo>
                  <a:lnTo>
                    <a:pt x="126568" y="718163"/>
                  </a:lnTo>
                  <a:lnTo>
                    <a:pt x="126196" y="718150"/>
                  </a:lnTo>
                  <a:lnTo>
                    <a:pt x="125881" y="718009"/>
                  </a:lnTo>
                  <a:lnTo>
                    <a:pt x="125486" y="717728"/>
                  </a:lnTo>
                  <a:lnTo>
                    <a:pt x="125284" y="717523"/>
                  </a:lnTo>
                  <a:lnTo>
                    <a:pt x="125227" y="717203"/>
                  </a:lnTo>
                  <a:lnTo>
                    <a:pt x="125407" y="716679"/>
                  </a:lnTo>
                  <a:lnTo>
                    <a:pt x="125644" y="716129"/>
                  </a:lnTo>
                  <a:lnTo>
                    <a:pt x="125678" y="715783"/>
                  </a:lnTo>
                  <a:lnTo>
                    <a:pt x="125610" y="714939"/>
                  </a:lnTo>
                  <a:lnTo>
                    <a:pt x="125746" y="714287"/>
                  </a:lnTo>
                  <a:lnTo>
                    <a:pt x="125937" y="713775"/>
                  </a:lnTo>
                  <a:lnTo>
                    <a:pt x="126016" y="713494"/>
                  </a:lnTo>
                  <a:lnTo>
                    <a:pt x="125937" y="713084"/>
                  </a:lnTo>
                  <a:lnTo>
                    <a:pt x="125644" y="712585"/>
                  </a:lnTo>
                  <a:lnTo>
                    <a:pt x="125317" y="711959"/>
                  </a:lnTo>
                  <a:lnTo>
                    <a:pt x="125092" y="711626"/>
                  </a:lnTo>
                  <a:lnTo>
                    <a:pt x="124664" y="711050"/>
                  </a:lnTo>
                  <a:lnTo>
                    <a:pt x="123943" y="710142"/>
                  </a:lnTo>
                  <a:lnTo>
                    <a:pt x="123390" y="709375"/>
                  </a:lnTo>
                  <a:lnTo>
                    <a:pt x="123210" y="709093"/>
                  </a:lnTo>
                  <a:lnTo>
                    <a:pt x="123164" y="708874"/>
                  </a:lnTo>
                  <a:lnTo>
                    <a:pt x="123158" y="708704"/>
                  </a:lnTo>
                  <a:lnTo>
                    <a:pt x="123161" y="708456"/>
                  </a:lnTo>
                  <a:lnTo>
                    <a:pt x="123176" y="708282"/>
                  </a:lnTo>
                  <a:lnTo>
                    <a:pt x="123173" y="708053"/>
                  </a:lnTo>
                  <a:lnTo>
                    <a:pt x="123098" y="707776"/>
                  </a:lnTo>
                  <a:lnTo>
                    <a:pt x="122978" y="707647"/>
                  </a:lnTo>
                  <a:lnTo>
                    <a:pt x="122687" y="707502"/>
                  </a:lnTo>
                  <a:lnTo>
                    <a:pt x="122248" y="707422"/>
                  </a:lnTo>
                  <a:lnTo>
                    <a:pt x="121865" y="707374"/>
                  </a:lnTo>
                  <a:lnTo>
                    <a:pt x="121377" y="707301"/>
                  </a:lnTo>
                  <a:lnTo>
                    <a:pt x="120767" y="707285"/>
                  </a:lnTo>
                  <a:lnTo>
                    <a:pt x="120413" y="707261"/>
                  </a:lnTo>
                  <a:lnTo>
                    <a:pt x="120026" y="707489"/>
                  </a:lnTo>
                  <a:lnTo>
                    <a:pt x="119651" y="707778"/>
                  </a:lnTo>
                  <a:lnTo>
                    <a:pt x="119357" y="707912"/>
                  </a:lnTo>
                  <a:lnTo>
                    <a:pt x="119218" y="707912"/>
                  </a:lnTo>
                  <a:lnTo>
                    <a:pt x="119088" y="707912"/>
                  </a:lnTo>
                  <a:lnTo>
                    <a:pt x="118783" y="707864"/>
                  </a:lnTo>
                  <a:lnTo>
                    <a:pt x="118473" y="707809"/>
                  </a:lnTo>
                  <a:lnTo>
                    <a:pt x="118245" y="707639"/>
                  </a:lnTo>
                  <a:lnTo>
                    <a:pt x="118061" y="707438"/>
                  </a:lnTo>
                  <a:lnTo>
                    <a:pt x="117769" y="707252"/>
                  </a:lnTo>
                  <a:lnTo>
                    <a:pt x="117416" y="707028"/>
                  </a:lnTo>
                  <a:lnTo>
                    <a:pt x="116729" y="706473"/>
                  </a:lnTo>
                  <a:lnTo>
                    <a:pt x="116445" y="706071"/>
                  </a:lnTo>
                  <a:lnTo>
                    <a:pt x="116212" y="705636"/>
                  </a:lnTo>
                  <a:lnTo>
                    <a:pt x="116198" y="705467"/>
                  </a:lnTo>
                  <a:lnTo>
                    <a:pt x="116198" y="705025"/>
                  </a:lnTo>
                  <a:lnTo>
                    <a:pt x="116013" y="704695"/>
                  </a:lnTo>
                  <a:lnTo>
                    <a:pt x="116134" y="704357"/>
                  </a:lnTo>
                  <a:lnTo>
                    <a:pt x="115857" y="703979"/>
                  </a:lnTo>
                  <a:lnTo>
                    <a:pt x="115745" y="703704"/>
                  </a:lnTo>
                  <a:lnTo>
                    <a:pt x="115595" y="703239"/>
                  </a:lnTo>
                  <a:lnTo>
                    <a:pt x="115617" y="703063"/>
                  </a:lnTo>
                  <a:lnTo>
                    <a:pt x="115687" y="702910"/>
                  </a:lnTo>
                  <a:lnTo>
                    <a:pt x="115886" y="702644"/>
                  </a:lnTo>
                  <a:lnTo>
                    <a:pt x="115865" y="702467"/>
                  </a:lnTo>
                  <a:lnTo>
                    <a:pt x="115751" y="702307"/>
                  </a:lnTo>
                  <a:lnTo>
                    <a:pt x="115602" y="702170"/>
                  </a:lnTo>
                  <a:lnTo>
                    <a:pt x="115333" y="701983"/>
                  </a:lnTo>
                  <a:lnTo>
                    <a:pt x="115206" y="701896"/>
                  </a:lnTo>
                  <a:lnTo>
                    <a:pt x="115135" y="701768"/>
                  </a:lnTo>
                  <a:lnTo>
                    <a:pt x="115142" y="701623"/>
                  </a:lnTo>
                  <a:lnTo>
                    <a:pt x="115158" y="701461"/>
                  </a:lnTo>
                  <a:lnTo>
                    <a:pt x="115291" y="701357"/>
                  </a:lnTo>
                  <a:lnTo>
                    <a:pt x="115787" y="701277"/>
                  </a:lnTo>
                  <a:lnTo>
                    <a:pt x="116190" y="701132"/>
                  </a:lnTo>
                  <a:lnTo>
                    <a:pt x="117032" y="700690"/>
                  </a:lnTo>
                  <a:lnTo>
                    <a:pt x="116976" y="700561"/>
                  </a:lnTo>
                  <a:lnTo>
                    <a:pt x="116749" y="700175"/>
                  </a:lnTo>
                  <a:lnTo>
                    <a:pt x="116891" y="700079"/>
                  </a:lnTo>
                  <a:lnTo>
                    <a:pt x="117117" y="699993"/>
                  </a:lnTo>
                  <a:lnTo>
                    <a:pt x="117631" y="699966"/>
                  </a:lnTo>
                  <a:lnTo>
                    <a:pt x="117948" y="699950"/>
                  </a:lnTo>
                  <a:lnTo>
                    <a:pt x="118270" y="699945"/>
                  </a:lnTo>
                  <a:lnTo>
                    <a:pt x="118639" y="699889"/>
                  </a:lnTo>
                  <a:lnTo>
                    <a:pt x="118936" y="699817"/>
                  </a:lnTo>
                  <a:lnTo>
                    <a:pt x="118972" y="699672"/>
                  </a:lnTo>
                  <a:lnTo>
                    <a:pt x="118950" y="699489"/>
                  </a:lnTo>
                  <a:lnTo>
                    <a:pt x="118922" y="699235"/>
                  </a:lnTo>
                  <a:lnTo>
                    <a:pt x="118901" y="698152"/>
                  </a:lnTo>
                  <a:lnTo>
                    <a:pt x="118830" y="697380"/>
                  </a:lnTo>
                  <a:lnTo>
                    <a:pt x="118799" y="697199"/>
                  </a:lnTo>
                  <a:lnTo>
                    <a:pt x="118760" y="696972"/>
                  </a:lnTo>
                  <a:lnTo>
                    <a:pt x="118738" y="696661"/>
                  </a:lnTo>
                  <a:lnTo>
                    <a:pt x="118707" y="696358"/>
                  </a:lnTo>
                  <a:lnTo>
                    <a:pt x="118874" y="696233"/>
                  </a:lnTo>
                  <a:lnTo>
                    <a:pt x="119230" y="696128"/>
                  </a:lnTo>
                  <a:lnTo>
                    <a:pt x="119889" y="696187"/>
                  </a:lnTo>
                  <a:lnTo>
                    <a:pt x="120327" y="696382"/>
                  </a:lnTo>
                  <a:lnTo>
                    <a:pt x="120954" y="696560"/>
                  </a:lnTo>
                  <a:lnTo>
                    <a:pt x="121223" y="696585"/>
                  </a:lnTo>
                  <a:lnTo>
                    <a:pt x="121447" y="696458"/>
                  </a:lnTo>
                  <a:lnTo>
                    <a:pt x="121514" y="696102"/>
                  </a:lnTo>
                  <a:lnTo>
                    <a:pt x="121313" y="695568"/>
                  </a:lnTo>
                  <a:lnTo>
                    <a:pt x="120753" y="695060"/>
                  </a:lnTo>
                  <a:lnTo>
                    <a:pt x="120417" y="694755"/>
                  </a:lnTo>
                  <a:lnTo>
                    <a:pt x="120118" y="694460"/>
                  </a:lnTo>
                  <a:lnTo>
                    <a:pt x="119902" y="694247"/>
                  </a:lnTo>
                  <a:lnTo>
                    <a:pt x="119656" y="693992"/>
                  </a:lnTo>
                  <a:lnTo>
                    <a:pt x="119521" y="693281"/>
                  </a:lnTo>
                  <a:lnTo>
                    <a:pt x="119476" y="692976"/>
                  </a:lnTo>
                  <a:lnTo>
                    <a:pt x="119297" y="692645"/>
                  </a:lnTo>
                  <a:lnTo>
                    <a:pt x="119073" y="692467"/>
                  </a:lnTo>
                  <a:lnTo>
                    <a:pt x="118581" y="692238"/>
                  </a:lnTo>
                  <a:lnTo>
                    <a:pt x="118267" y="692035"/>
                  </a:lnTo>
                  <a:lnTo>
                    <a:pt x="118043" y="691628"/>
                  </a:lnTo>
                  <a:lnTo>
                    <a:pt x="117730" y="691018"/>
                  </a:lnTo>
                  <a:lnTo>
                    <a:pt x="117640" y="690586"/>
                  </a:lnTo>
                  <a:lnTo>
                    <a:pt x="117663" y="690403"/>
                  </a:lnTo>
                  <a:lnTo>
                    <a:pt x="117682" y="690243"/>
                  </a:lnTo>
                  <a:lnTo>
                    <a:pt x="117766" y="689843"/>
                  </a:lnTo>
                  <a:lnTo>
                    <a:pt x="117843" y="689707"/>
                  </a:lnTo>
                  <a:lnTo>
                    <a:pt x="118001" y="689423"/>
                  </a:lnTo>
                  <a:lnTo>
                    <a:pt x="118269" y="689037"/>
                  </a:lnTo>
                  <a:lnTo>
                    <a:pt x="118371" y="688889"/>
                  </a:lnTo>
                  <a:lnTo>
                    <a:pt x="118640" y="688317"/>
                  </a:lnTo>
                  <a:lnTo>
                    <a:pt x="118992" y="687974"/>
                  </a:lnTo>
                  <a:lnTo>
                    <a:pt x="119462" y="687746"/>
                  </a:lnTo>
                  <a:lnTo>
                    <a:pt x="119748" y="687498"/>
                  </a:lnTo>
                  <a:lnTo>
                    <a:pt x="119849" y="686926"/>
                  </a:lnTo>
                  <a:lnTo>
                    <a:pt x="119758" y="686347"/>
                  </a:lnTo>
                  <a:lnTo>
                    <a:pt x="119714" y="686068"/>
                  </a:lnTo>
                  <a:lnTo>
                    <a:pt x="119540" y="685612"/>
                  </a:lnTo>
                  <a:lnTo>
                    <a:pt x="119466" y="685400"/>
                  </a:lnTo>
                  <a:lnTo>
                    <a:pt x="119318" y="685158"/>
                  </a:lnTo>
                  <a:lnTo>
                    <a:pt x="119028" y="684786"/>
                  </a:lnTo>
                  <a:lnTo>
                    <a:pt x="118776" y="684386"/>
                  </a:lnTo>
                  <a:lnTo>
                    <a:pt x="118663" y="684172"/>
                  </a:lnTo>
                  <a:lnTo>
                    <a:pt x="118877" y="683728"/>
                  </a:lnTo>
                  <a:lnTo>
                    <a:pt x="118953" y="683585"/>
                  </a:lnTo>
                  <a:lnTo>
                    <a:pt x="118801" y="683171"/>
                  </a:lnTo>
                  <a:lnTo>
                    <a:pt x="118550" y="683099"/>
                  </a:lnTo>
                  <a:lnTo>
                    <a:pt x="118084" y="682807"/>
                  </a:lnTo>
                  <a:lnTo>
                    <a:pt x="118032" y="682566"/>
                  </a:lnTo>
                  <a:lnTo>
                    <a:pt x="118060" y="682011"/>
                  </a:lnTo>
                  <a:lnTo>
                    <a:pt x="117890" y="681786"/>
                  </a:lnTo>
                  <a:lnTo>
                    <a:pt x="117635" y="681668"/>
                  </a:lnTo>
                  <a:lnTo>
                    <a:pt x="117492" y="681584"/>
                  </a:lnTo>
                  <a:lnTo>
                    <a:pt x="117129" y="681252"/>
                  </a:lnTo>
                  <a:lnTo>
                    <a:pt x="116911" y="681016"/>
                  </a:lnTo>
                  <a:lnTo>
                    <a:pt x="116590" y="680641"/>
                  </a:lnTo>
                  <a:lnTo>
                    <a:pt x="116335" y="680169"/>
                  </a:lnTo>
                  <a:lnTo>
                    <a:pt x="116256" y="679913"/>
                  </a:lnTo>
                  <a:lnTo>
                    <a:pt x="116231" y="679611"/>
                  </a:lnTo>
                  <a:lnTo>
                    <a:pt x="116071" y="679182"/>
                  </a:lnTo>
                  <a:lnTo>
                    <a:pt x="115721" y="678635"/>
                  </a:lnTo>
                  <a:lnTo>
                    <a:pt x="115400" y="678282"/>
                  </a:lnTo>
                  <a:lnTo>
                    <a:pt x="115154" y="678013"/>
                  </a:lnTo>
                  <a:lnTo>
                    <a:pt x="115139" y="677538"/>
                  </a:lnTo>
                  <a:lnTo>
                    <a:pt x="115211" y="677091"/>
                  </a:lnTo>
                  <a:lnTo>
                    <a:pt x="115381" y="676759"/>
                  </a:lnTo>
                  <a:lnTo>
                    <a:pt x="115511" y="676404"/>
                  </a:lnTo>
                  <a:lnTo>
                    <a:pt x="115315" y="676151"/>
                  </a:lnTo>
                  <a:lnTo>
                    <a:pt x="115044" y="675946"/>
                  </a:lnTo>
                  <a:lnTo>
                    <a:pt x="114481" y="675307"/>
                  </a:lnTo>
                  <a:lnTo>
                    <a:pt x="114151" y="674996"/>
                  </a:lnTo>
                  <a:lnTo>
                    <a:pt x="113537" y="674609"/>
                  </a:lnTo>
                  <a:lnTo>
                    <a:pt x="113320" y="674544"/>
                  </a:lnTo>
                  <a:lnTo>
                    <a:pt x="112926" y="674187"/>
                  </a:lnTo>
                  <a:lnTo>
                    <a:pt x="112413" y="673509"/>
                  </a:lnTo>
                  <a:lnTo>
                    <a:pt x="112303" y="673344"/>
                  </a:lnTo>
                  <a:lnTo>
                    <a:pt x="111671" y="672659"/>
                  </a:lnTo>
                  <a:lnTo>
                    <a:pt x="110708" y="671911"/>
                  </a:lnTo>
                  <a:lnTo>
                    <a:pt x="110038" y="671406"/>
                  </a:lnTo>
                  <a:lnTo>
                    <a:pt x="109390" y="671272"/>
                  </a:lnTo>
                  <a:lnTo>
                    <a:pt x="109164" y="671054"/>
                  </a:lnTo>
                  <a:lnTo>
                    <a:pt x="109066" y="670884"/>
                  </a:lnTo>
                  <a:lnTo>
                    <a:pt x="108748" y="670544"/>
                  </a:lnTo>
                  <a:lnTo>
                    <a:pt x="108495" y="670432"/>
                  </a:lnTo>
                  <a:lnTo>
                    <a:pt x="108289" y="670103"/>
                  </a:lnTo>
                  <a:lnTo>
                    <a:pt x="108269" y="669944"/>
                  </a:lnTo>
                  <a:lnTo>
                    <a:pt x="108012" y="669864"/>
                  </a:lnTo>
                  <a:lnTo>
                    <a:pt x="107760" y="669843"/>
                  </a:lnTo>
                  <a:lnTo>
                    <a:pt x="107514" y="669767"/>
                  </a:lnTo>
                  <a:lnTo>
                    <a:pt x="107331" y="669733"/>
                  </a:lnTo>
                  <a:lnTo>
                    <a:pt x="107149" y="669654"/>
                  </a:lnTo>
                  <a:lnTo>
                    <a:pt x="106946" y="669470"/>
                  </a:lnTo>
                  <a:lnTo>
                    <a:pt x="106556" y="669155"/>
                  </a:lnTo>
                  <a:lnTo>
                    <a:pt x="106017" y="668773"/>
                  </a:lnTo>
                  <a:lnTo>
                    <a:pt x="105850" y="668655"/>
                  </a:lnTo>
                  <a:lnTo>
                    <a:pt x="105686" y="668553"/>
                  </a:lnTo>
                  <a:lnTo>
                    <a:pt x="105321" y="668326"/>
                  </a:lnTo>
                  <a:lnTo>
                    <a:pt x="105013" y="668317"/>
                  </a:lnTo>
                  <a:lnTo>
                    <a:pt x="104792" y="668426"/>
                  </a:lnTo>
                  <a:lnTo>
                    <a:pt x="104415" y="668569"/>
                  </a:lnTo>
                  <a:lnTo>
                    <a:pt x="104125" y="668583"/>
                  </a:lnTo>
                  <a:lnTo>
                    <a:pt x="103986" y="668512"/>
                  </a:lnTo>
                  <a:lnTo>
                    <a:pt x="103709" y="668083"/>
                  </a:lnTo>
                  <a:lnTo>
                    <a:pt x="103311" y="667779"/>
                  </a:lnTo>
                  <a:lnTo>
                    <a:pt x="102855" y="667546"/>
                  </a:lnTo>
                  <a:lnTo>
                    <a:pt x="102387" y="667440"/>
                  </a:lnTo>
                  <a:lnTo>
                    <a:pt x="101908" y="667311"/>
                  </a:lnTo>
                  <a:lnTo>
                    <a:pt x="101366" y="667211"/>
                  </a:lnTo>
                  <a:lnTo>
                    <a:pt x="100976" y="667211"/>
                  </a:lnTo>
                  <a:lnTo>
                    <a:pt x="100384" y="667297"/>
                  </a:lnTo>
                  <a:lnTo>
                    <a:pt x="99842" y="667368"/>
                  </a:lnTo>
                  <a:lnTo>
                    <a:pt x="99636" y="667416"/>
                  </a:lnTo>
                  <a:lnTo>
                    <a:pt x="99339" y="667482"/>
                  </a:lnTo>
                  <a:lnTo>
                    <a:pt x="99062" y="667668"/>
                  </a:lnTo>
                  <a:lnTo>
                    <a:pt x="98810" y="667740"/>
                  </a:lnTo>
                  <a:lnTo>
                    <a:pt x="98558" y="667740"/>
                  </a:lnTo>
                  <a:lnTo>
                    <a:pt x="98249" y="667511"/>
                  </a:lnTo>
                  <a:lnTo>
                    <a:pt x="97878" y="667225"/>
                  </a:lnTo>
                  <a:lnTo>
                    <a:pt x="97459" y="667212"/>
                  </a:lnTo>
                  <a:lnTo>
                    <a:pt x="97097" y="667225"/>
                  </a:lnTo>
                  <a:lnTo>
                    <a:pt x="96668" y="667196"/>
                  </a:lnTo>
                  <a:lnTo>
                    <a:pt x="96467" y="667139"/>
                  </a:lnTo>
                  <a:lnTo>
                    <a:pt x="96255" y="667338"/>
                  </a:lnTo>
                  <a:lnTo>
                    <a:pt x="96215" y="667554"/>
                  </a:lnTo>
                  <a:lnTo>
                    <a:pt x="96143" y="667912"/>
                  </a:lnTo>
                  <a:lnTo>
                    <a:pt x="96089" y="668126"/>
                  </a:lnTo>
                  <a:lnTo>
                    <a:pt x="96139" y="668355"/>
                  </a:lnTo>
                  <a:lnTo>
                    <a:pt x="96215" y="668941"/>
                  </a:lnTo>
                  <a:lnTo>
                    <a:pt x="96139" y="669327"/>
                  </a:lnTo>
                  <a:lnTo>
                    <a:pt x="96026" y="669556"/>
                  </a:lnTo>
                  <a:lnTo>
                    <a:pt x="95812" y="669627"/>
                  </a:lnTo>
                  <a:lnTo>
                    <a:pt x="95560" y="669599"/>
                  </a:lnTo>
                  <a:lnTo>
                    <a:pt x="95207" y="669441"/>
                  </a:lnTo>
                  <a:lnTo>
                    <a:pt x="94880" y="669141"/>
                  </a:lnTo>
                  <a:lnTo>
                    <a:pt x="94837" y="668897"/>
                  </a:lnTo>
                  <a:lnTo>
                    <a:pt x="94744" y="668695"/>
                  </a:lnTo>
                  <a:lnTo>
                    <a:pt x="94363" y="668769"/>
                  </a:lnTo>
                  <a:lnTo>
                    <a:pt x="94011" y="668969"/>
                  </a:lnTo>
                  <a:lnTo>
                    <a:pt x="93583" y="669384"/>
                  </a:lnTo>
                  <a:lnTo>
                    <a:pt x="93280" y="669727"/>
                  </a:lnTo>
                  <a:lnTo>
                    <a:pt x="93041" y="669856"/>
                  </a:lnTo>
                  <a:lnTo>
                    <a:pt x="92688" y="669827"/>
                  </a:lnTo>
                  <a:lnTo>
                    <a:pt x="92345" y="669694"/>
                  </a:lnTo>
                  <a:lnTo>
                    <a:pt x="92159" y="669441"/>
                  </a:lnTo>
                  <a:lnTo>
                    <a:pt x="91907" y="668912"/>
                  </a:lnTo>
                  <a:lnTo>
                    <a:pt x="91811" y="668543"/>
                  </a:lnTo>
                  <a:lnTo>
                    <a:pt x="91769" y="668383"/>
                  </a:lnTo>
                  <a:lnTo>
                    <a:pt x="91517" y="667868"/>
                  </a:lnTo>
                  <a:lnTo>
                    <a:pt x="91252" y="667368"/>
                  </a:lnTo>
                  <a:lnTo>
                    <a:pt x="90991" y="666771"/>
                  </a:lnTo>
                  <a:lnTo>
                    <a:pt x="90928" y="666518"/>
                  </a:lnTo>
                  <a:lnTo>
                    <a:pt x="90915" y="665975"/>
                  </a:lnTo>
                  <a:lnTo>
                    <a:pt x="90926" y="665798"/>
                  </a:lnTo>
                  <a:lnTo>
                    <a:pt x="90940" y="665574"/>
                  </a:lnTo>
                  <a:lnTo>
                    <a:pt x="91016" y="665103"/>
                  </a:lnTo>
                  <a:lnTo>
                    <a:pt x="91123" y="664866"/>
                  </a:lnTo>
                  <a:lnTo>
                    <a:pt x="91277" y="664353"/>
                  </a:lnTo>
                  <a:lnTo>
                    <a:pt x="91343" y="664130"/>
                  </a:lnTo>
                  <a:lnTo>
                    <a:pt x="91379" y="663790"/>
                  </a:lnTo>
                  <a:lnTo>
                    <a:pt x="91394" y="663644"/>
                  </a:lnTo>
                  <a:lnTo>
                    <a:pt x="91404" y="663301"/>
                  </a:lnTo>
                  <a:lnTo>
                    <a:pt x="91427" y="663151"/>
                  </a:lnTo>
                  <a:lnTo>
                    <a:pt x="91288" y="662769"/>
                  </a:lnTo>
                  <a:lnTo>
                    <a:pt x="91260" y="662633"/>
                  </a:lnTo>
                  <a:lnTo>
                    <a:pt x="91224" y="662455"/>
                  </a:lnTo>
                  <a:lnTo>
                    <a:pt x="91154" y="661828"/>
                  </a:lnTo>
                  <a:lnTo>
                    <a:pt x="91054" y="661456"/>
                  </a:lnTo>
                  <a:lnTo>
                    <a:pt x="90865" y="661113"/>
                  </a:lnTo>
                  <a:lnTo>
                    <a:pt x="90610" y="660784"/>
                  </a:lnTo>
                  <a:lnTo>
                    <a:pt x="90474" y="660684"/>
                  </a:lnTo>
                  <a:lnTo>
                    <a:pt x="89744" y="660155"/>
                  </a:lnTo>
                  <a:lnTo>
                    <a:pt x="89580" y="659998"/>
                  </a:lnTo>
                  <a:lnTo>
                    <a:pt x="89504" y="659812"/>
                  </a:lnTo>
                  <a:lnTo>
                    <a:pt x="89504" y="659469"/>
                  </a:lnTo>
                  <a:lnTo>
                    <a:pt x="89517" y="659197"/>
                  </a:lnTo>
                  <a:lnTo>
                    <a:pt x="89605" y="658811"/>
                  </a:lnTo>
                  <a:lnTo>
                    <a:pt x="89719" y="658625"/>
                  </a:lnTo>
                  <a:lnTo>
                    <a:pt x="89933" y="658540"/>
                  </a:lnTo>
                  <a:lnTo>
                    <a:pt x="90109" y="658525"/>
                  </a:lnTo>
                  <a:lnTo>
                    <a:pt x="90378" y="658350"/>
                  </a:lnTo>
                  <a:lnTo>
                    <a:pt x="90608" y="658164"/>
                  </a:lnTo>
                  <a:lnTo>
                    <a:pt x="90475" y="657753"/>
                  </a:lnTo>
                  <a:lnTo>
                    <a:pt x="90323" y="657567"/>
                  </a:lnTo>
                  <a:lnTo>
                    <a:pt x="90210" y="657396"/>
                  </a:lnTo>
                  <a:lnTo>
                    <a:pt x="89933" y="657296"/>
                  </a:lnTo>
                  <a:lnTo>
                    <a:pt x="89534" y="657381"/>
                  </a:lnTo>
                  <a:lnTo>
                    <a:pt x="89084" y="657413"/>
                  </a:lnTo>
                  <a:lnTo>
                    <a:pt x="88616" y="657253"/>
                  </a:lnTo>
                  <a:lnTo>
                    <a:pt x="87969" y="657030"/>
                  </a:lnTo>
                  <a:lnTo>
                    <a:pt x="87492" y="657030"/>
                  </a:lnTo>
                  <a:lnTo>
                    <a:pt x="86939" y="656934"/>
                  </a:lnTo>
                  <a:lnTo>
                    <a:pt x="86274" y="656658"/>
                  </a:lnTo>
                  <a:lnTo>
                    <a:pt x="85739" y="656439"/>
                  </a:lnTo>
                  <a:lnTo>
                    <a:pt x="85554" y="656409"/>
                  </a:lnTo>
                  <a:lnTo>
                    <a:pt x="85329" y="656409"/>
                  </a:lnTo>
                  <a:lnTo>
                    <a:pt x="85173" y="656427"/>
                  </a:lnTo>
                  <a:lnTo>
                    <a:pt x="84679" y="656324"/>
                  </a:lnTo>
                  <a:lnTo>
                    <a:pt x="84435" y="656279"/>
                  </a:lnTo>
                  <a:lnTo>
                    <a:pt x="83810" y="656370"/>
                  </a:lnTo>
                  <a:lnTo>
                    <a:pt x="83482" y="656434"/>
                  </a:lnTo>
                  <a:lnTo>
                    <a:pt x="82817" y="656775"/>
                  </a:lnTo>
                  <a:lnTo>
                    <a:pt x="82442" y="656892"/>
                  </a:lnTo>
                  <a:lnTo>
                    <a:pt x="82105" y="656838"/>
                  </a:lnTo>
                  <a:lnTo>
                    <a:pt x="81852" y="656615"/>
                  </a:lnTo>
                  <a:lnTo>
                    <a:pt x="81664" y="656360"/>
                  </a:lnTo>
                  <a:lnTo>
                    <a:pt x="81374" y="656253"/>
                  </a:lnTo>
                  <a:lnTo>
                    <a:pt x="80812" y="656168"/>
                  </a:lnTo>
                  <a:lnTo>
                    <a:pt x="80119" y="655977"/>
                  </a:lnTo>
                  <a:lnTo>
                    <a:pt x="79350" y="655786"/>
                  </a:lnTo>
                  <a:lnTo>
                    <a:pt x="78966" y="655541"/>
                  </a:lnTo>
                  <a:lnTo>
                    <a:pt x="78854" y="655307"/>
                  </a:lnTo>
                  <a:lnTo>
                    <a:pt x="78863" y="654999"/>
                  </a:lnTo>
                  <a:lnTo>
                    <a:pt x="79041" y="654382"/>
                  </a:lnTo>
                  <a:lnTo>
                    <a:pt x="79013" y="654084"/>
                  </a:lnTo>
                  <a:lnTo>
                    <a:pt x="78863" y="653956"/>
                  </a:lnTo>
                  <a:lnTo>
                    <a:pt x="78517" y="653861"/>
                  </a:lnTo>
                  <a:lnTo>
                    <a:pt x="78245" y="653616"/>
                  </a:lnTo>
                  <a:lnTo>
                    <a:pt x="78104" y="653545"/>
                  </a:lnTo>
                  <a:lnTo>
                    <a:pt x="77908" y="653488"/>
                  </a:lnTo>
                  <a:lnTo>
                    <a:pt x="77524" y="653478"/>
                  </a:lnTo>
                  <a:lnTo>
                    <a:pt x="77364" y="653595"/>
                  </a:lnTo>
                  <a:lnTo>
                    <a:pt x="77233" y="653754"/>
                  </a:lnTo>
                  <a:lnTo>
                    <a:pt x="77233" y="653914"/>
                  </a:lnTo>
                  <a:lnTo>
                    <a:pt x="77196" y="654105"/>
                  </a:lnTo>
                  <a:lnTo>
                    <a:pt x="77111" y="654243"/>
                  </a:lnTo>
                  <a:lnTo>
                    <a:pt x="76491" y="654336"/>
                  </a:lnTo>
                  <a:lnTo>
                    <a:pt x="76315" y="654350"/>
                  </a:lnTo>
                  <a:lnTo>
                    <a:pt x="76034" y="654392"/>
                  </a:lnTo>
                  <a:lnTo>
                    <a:pt x="75524" y="654338"/>
                  </a:lnTo>
                  <a:lnTo>
                    <a:pt x="75238" y="654360"/>
                  </a:lnTo>
                  <a:lnTo>
                    <a:pt x="74770" y="654540"/>
                  </a:lnTo>
                  <a:lnTo>
                    <a:pt x="74441" y="654626"/>
                  </a:lnTo>
                  <a:lnTo>
                    <a:pt x="74113" y="654626"/>
                  </a:lnTo>
                  <a:lnTo>
                    <a:pt x="73711" y="654541"/>
                  </a:lnTo>
                  <a:lnTo>
                    <a:pt x="73336" y="654297"/>
                  </a:lnTo>
                  <a:lnTo>
                    <a:pt x="72961" y="654148"/>
                  </a:lnTo>
                  <a:lnTo>
                    <a:pt x="72596" y="654052"/>
                  </a:lnTo>
                  <a:lnTo>
                    <a:pt x="72371" y="654052"/>
                  </a:lnTo>
                  <a:lnTo>
                    <a:pt x="72015" y="654350"/>
                  </a:lnTo>
                  <a:lnTo>
                    <a:pt x="71890" y="654488"/>
                  </a:lnTo>
                  <a:lnTo>
                    <a:pt x="71678" y="654722"/>
                  </a:lnTo>
                  <a:lnTo>
                    <a:pt x="71449" y="654912"/>
                  </a:lnTo>
                  <a:lnTo>
                    <a:pt x="71228" y="655094"/>
                  </a:lnTo>
                  <a:lnTo>
                    <a:pt x="70895" y="655225"/>
                  </a:lnTo>
                  <a:lnTo>
                    <a:pt x="70666" y="655233"/>
                  </a:lnTo>
                  <a:lnTo>
                    <a:pt x="70385" y="655201"/>
                  </a:lnTo>
                  <a:lnTo>
                    <a:pt x="70216" y="655126"/>
                  </a:lnTo>
                  <a:lnTo>
                    <a:pt x="69841" y="655126"/>
                  </a:lnTo>
                  <a:lnTo>
                    <a:pt x="69476" y="655307"/>
                  </a:lnTo>
                  <a:lnTo>
                    <a:pt x="69101" y="655456"/>
                  </a:lnTo>
                  <a:lnTo>
                    <a:pt x="68802" y="655498"/>
                  </a:lnTo>
                  <a:lnTo>
                    <a:pt x="68632" y="655552"/>
                  </a:lnTo>
                  <a:lnTo>
                    <a:pt x="68234" y="655672"/>
                  </a:lnTo>
                  <a:lnTo>
                    <a:pt x="67956" y="655814"/>
                  </a:lnTo>
                  <a:lnTo>
                    <a:pt x="67668" y="655966"/>
                  </a:lnTo>
                  <a:lnTo>
                    <a:pt x="67509" y="656200"/>
                  </a:lnTo>
                  <a:lnTo>
                    <a:pt x="67462" y="656498"/>
                  </a:lnTo>
                  <a:lnTo>
                    <a:pt x="67462" y="656753"/>
                  </a:lnTo>
                  <a:lnTo>
                    <a:pt x="67565" y="656987"/>
                  </a:lnTo>
                  <a:lnTo>
                    <a:pt x="67743" y="657211"/>
                  </a:lnTo>
                  <a:lnTo>
                    <a:pt x="67930" y="657625"/>
                  </a:lnTo>
                  <a:lnTo>
                    <a:pt x="67921" y="657881"/>
                  </a:lnTo>
                  <a:lnTo>
                    <a:pt x="67621" y="657891"/>
                  </a:lnTo>
                  <a:lnTo>
                    <a:pt x="67406" y="657838"/>
                  </a:lnTo>
                  <a:lnTo>
                    <a:pt x="67134" y="657838"/>
                  </a:lnTo>
                  <a:lnTo>
                    <a:pt x="67097" y="657976"/>
                  </a:lnTo>
                  <a:lnTo>
                    <a:pt x="67153" y="658221"/>
                  </a:lnTo>
                  <a:lnTo>
                    <a:pt x="67162" y="658370"/>
                  </a:lnTo>
                  <a:lnTo>
                    <a:pt x="67003" y="658444"/>
                  </a:lnTo>
                  <a:lnTo>
                    <a:pt x="66581" y="658455"/>
                  </a:lnTo>
                  <a:lnTo>
                    <a:pt x="66188" y="658402"/>
                  </a:lnTo>
                  <a:lnTo>
                    <a:pt x="66019" y="658327"/>
                  </a:lnTo>
                  <a:lnTo>
                    <a:pt x="65841" y="658051"/>
                  </a:lnTo>
                  <a:lnTo>
                    <a:pt x="65588" y="657636"/>
                  </a:lnTo>
                  <a:lnTo>
                    <a:pt x="65359" y="657083"/>
                  </a:lnTo>
                  <a:lnTo>
                    <a:pt x="65288" y="656913"/>
                  </a:lnTo>
                  <a:lnTo>
                    <a:pt x="65114" y="656516"/>
                  </a:lnTo>
                  <a:lnTo>
                    <a:pt x="64709" y="655594"/>
                  </a:lnTo>
                  <a:lnTo>
                    <a:pt x="64195" y="654722"/>
                  </a:lnTo>
                  <a:lnTo>
                    <a:pt x="64072" y="654403"/>
                  </a:lnTo>
                  <a:lnTo>
                    <a:pt x="63910" y="653978"/>
                  </a:lnTo>
                  <a:lnTo>
                    <a:pt x="63847" y="653396"/>
                  </a:lnTo>
                  <a:lnTo>
                    <a:pt x="63847" y="652985"/>
                  </a:lnTo>
                  <a:lnTo>
                    <a:pt x="63752" y="652573"/>
                  </a:lnTo>
                  <a:lnTo>
                    <a:pt x="63765" y="652248"/>
                  </a:lnTo>
                  <a:lnTo>
                    <a:pt x="63840" y="651930"/>
                  </a:lnTo>
                  <a:lnTo>
                    <a:pt x="63646" y="651930"/>
                  </a:lnTo>
                  <a:lnTo>
                    <a:pt x="63448" y="651936"/>
                  </a:lnTo>
                  <a:lnTo>
                    <a:pt x="62785" y="651950"/>
                  </a:lnTo>
                  <a:lnTo>
                    <a:pt x="61774" y="651978"/>
                  </a:lnTo>
                  <a:lnTo>
                    <a:pt x="61474" y="652049"/>
                  </a:lnTo>
                  <a:lnTo>
                    <a:pt x="61287" y="652262"/>
                  </a:lnTo>
                  <a:lnTo>
                    <a:pt x="61213" y="652455"/>
                  </a:lnTo>
                  <a:lnTo>
                    <a:pt x="61162" y="652588"/>
                  </a:lnTo>
                  <a:lnTo>
                    <a:pt x="61183" y="652991"/>
                  </a:lnTo>
                  <a:lnTo>
                    <a:pt x="61174" y="653198"/>
                  </a:lnTo>
                  <a:lnTo>
                    <a:pt x="61074" y="653354"/>
                  </a:lnTo>
                  <a:lnTo>
                    <a:pt x="60799" y="653453"/>
                  </a:lnTo>
                  <a:lnTo>
                    <a:pt x="60643" y="653469"/>
                  </a:lnTo>
                  <a:lnTo>
                    <a:pt x="60112" y="653524"/>
                  </a:lnTo>
                  <a:lnTo>
                    <a:pt x="59879" y="653549"/>
                  </a:lnTo>
                  <a:lnTo>
                    <a:pt x="59588" y="653581"/>
                  </a:lnTo>
                  <a:lnTo>
                    <a:pt x="59038" y="653552"/>
                  </a:lnTo>
                  <a:lnTo>
                    <a:pt x="58489" y="653425"/>
                  </a:lnTo>
                  <a:lnTo>
                    <a:pt x="58039" y="653056"/>
                  </a:lnTo>
                  <a:lnTo>
                    <a:pt x="57752" y="652574"/>
                  </a:lnTo>
                  <a:lnTo>
                    <a:pt x="57671" y="652192"/>
                  </a:lnTo>
                  <a:lnTo>
                    <a:pt x="57739" y="651921"/>
                  </a:lnTo>
                  <a:lnTo>
                    <a:pt x="57753" y="651793"/>
                  </a:lnTo>
                  <a:lnTo>
                    <a:pt x="57777" y="651581"/>
                  </a:lnTo>
                  <a:lnTo>
                    <a:pt x="57714" y="651439"/>
                  </a:lnTo>
                  <a:lnTo>
                    <a:pt x="57477" y="651326"/>
                  </a:lnTo>
                  <a:lnTo>
                    <a:pt x="57202" y="650971"/>
                  </a:lnTo>
                  <a:lnTo>
                    <a:pt x="57152" y="650730"/>
                  </a:lnTo>
                  <a:lnTo>
                    <a:pt x="57065" y="650234"/>
                  </a:lnTo>
                  <a:lnTo>
                    <a:pt x="56940" y="650021"/>
                  </a:lnTo>
                  <a:lnTo>
                    <a:pt x="56777" y="649993"/>
                  </a:lnTo>
                  <a:lnTo>
                    <a:pt x="56577" y="650021"/>
                  </a:lnTo>
                  <a:lnTo>
                    <a:pt x="56169" y="650206"/>
                  </a:lnTo>
                  <a:lnTo>
                    <a:pt x="55840" y="650404"/>
                  </a:lnTo>
                  <a:lnTo>
                    <a:pt x="55618" y="650592"/>
                  </a:lnTo>
                  <a:lnTo>
                    <a:pt x="55066" y="650830"/>
                  </a:lnTo>
                  <a:lnTo>
                    <a:pt x="54566" y="651014"/>
                  </a:lnTo>
                  <a:lnTo>
                    <a:pt x="54167" y="651113"/>
                  </a:lnTo>
                  <a:lnTo>
                    <a:pt x="53804" y="651198"/>
                  </a:lnTo>
                  <a:lnTo>
                    <a:pt x="53517" y="651383"/>
                  </a:lnTo>
                  <a:lnTo>
                    <a:pt x="53263" y="651658"/>
                  </a:lnTo>
                  <a:lnTo>
                    <a:pt x="53092" y="651936"/>
                  </a:lnTo>
                  <a:lnTo>
                    <a:pt x="52955" y="652248"/>
                  </a:lnTo>
                  <a:lnTo>
                    <a:pt x="52618" y="652517"/>
                  </a:lnTo>
                  <a:lnTo>
                    <a:pt x="52230" y="652701"/>
                  </a:lnTo>
                  <a:lnTo>
                    <a:pt x="51618" y="652843"/>
                  </a:lnTo>
                  <a:lnTo>
                    <a:pt x="50809" y="653043"/>
                  </a:lnTo>
                  <a:lnTo>
                    <a:pt x="50572" y="653216"/>
                  </a:lnTo>
                  <a:lnTo>
                    <a:pt x="50305" y="652846"/>
                  </a:lnTo>
                  <a:lnTo>
                    <a:pt x="49699" y="652208"/>
                  </a:lnTo>
                  <a:lnTo>
                    <a:pt x="49505" y="652040"/>
                  </a:lnTo>
                  <a:lnTo>
                    <a:pt x="49376" y="651876"/>
                  </a:lnTo>
                  <a:lnTo>
                    <a:pt x="49201" y="651626"/>
                  </a:lnTo>
                  <a:lnTo>
                    <a:pt x="49049" y="651136"/>
                  </a:lnTo>
                  <a:lnTo>
                    <a:pt x="49026" y="650987"/>
                  </a:lnTo>
                  <a:lnTo>
                    <a:pt x="48874" y="650694"/>
                  </a:lnTo>
                  <a:lnTo>
                    <a:pt x="48684" y="650538"/>
                  </a:lnTo>
                  <a:lnTo>
                    <a:pt x="48312" y="650454"/>
                  </a:lnTo>
                  <a:lnTo>
                    <a:pt x="48116" y="650537"/>
                  </a:lnTo>
                  <a:lnTo>
                    <a:pt x="47944" y="650779"/>
                  </a:lnTo>
                  <a:lnTo>
                    <a:pt x="47757" y="651168"/>
                  </a:lnTo>
                  <a:lnTo>
                    <a:pt x="47487" y="651409"/>
                  </a:lnTo>
                  <a:lnTo>
                    <a:pt x="47250" y="651242"/>
                  </a:lnTo>
                  <a:lnTo>
                    <a:pt x="47144" y="651084"/>
                  </a:lnTo>
                  <a:lnTo>
                    <a:pt x="47052" y="650850"/>
                  </a:lnTo>
                  <a:lnTo>
                    <a:pt x="47023" y="650454"/>
                  </a:lnTo>
                  <a:lnTo>
                    <a:pt x="47023" y="650172"/>
                  </a:lnTo>
                  <a:lnTo>
                    <a:pt x="47016" y="649628"/>
                  </a:lnTo>
                  <a:lnTo>
                    <a:pt x="47023" y="649317"/>
                  </a:lnTo>
                  <a:lnTo>
                    <a:pt x="46980" y="648889"/>
                  </a:lnTo>
                  <a:lnTo>
                    <a:pt x="46878" y="648674"/>
                  </a:lnTo>
                  <a:lnTo>
                    <a:pt x="46602" y="648444"/>
                  </a:lnTo>
                  <a:lnTo>
                    <a:pt x="46022" y="648229"/>
                  </a:lnTo>
                  <a:lnTo>
                    <a:pt x="45659" y="648031"/>
                  </a:lnTo>
                  <a:lnTo>
                    <a:pt x="45493" y="647823"/>
                  </a:lnTo>
                  <a:lnTo>
                    <a:pt x="45412" y="647588"/>
                  </a:lnTo>
                  <a:lnTo>
                    <a:pt x="45412" y="647356"/>
                  </a:lnTo>
                  <a:lnTo>
                    <a:pt x="45470" y="647059"/>
                  </a:lnTo>
                  <a:lnTo>
                    <a:pt x="45760" y="646713"/>
                  </a:lnTo>
                  <a:lnTo>
                    <a:pt x="46152" y="646433"/>
                  </a:lnTo>
                  <a:lnTo>
                    <a:pt x="46370" y="646317"/>
                  </a:lnTo>
                  <a:lnTo>
                    <a:pt x="46660" y="646301"/>
                  </a:lnTo>
                  <a:lnTo>
                    <a:pt x="46809" y="646206"/>
                  </a:lnTo>
                  <a:lnTo>
                    <a:pt x="46836" y="645862"/>
                  </a:lnTo>
                  <a:lnTo>
                    <a:pt x="46882" y="645549"/>
                  </a:lnTo>
                  <a:lnTo>
                    <a:pt x="46859" y="645306"/>
                  </a:lnTo>
                  <a:lnTo>
                    <a:pt x="46747" y="645065"/>
                  </a:lnTo>
                  <a:lnTo>
                    <a:pt x="46297" y="644669"/>
                  </a:lnTo>
                  <a:lnTo>
                    <a:pt x="46123" y="644488"/>
                  </a:lnTo>
                  <a:lnTo>
                    <a:pt x="46065" y="644290"/>
                  </a:lnTo>
                  <a:lnTo>
                    <a:pt x="46192" y="643965"/>
                  </a:lnTo>
                  <a:lnTo>
                    <a:pt x="46472" y="643763"/>
                  </a:lnTo>
                  <a:lnTo>
                    <a:pt x="47117" y="643385"/>
                  </a:lnTo>
                  <a:lnTo>
                    <a:pt x="47241" y="643252"/>
                  </a:lnTo>
                  <a:lnTo>
                    <a:pt x="47401" y="642823"/>
                  </a:lnTo>
                  <a:lnTo>
                    <a:pt x="47680" y="642185"/>
                  </a:lnTo>
                  <a:lnTo>
                    <a:pt x="47909" y="641900"/>
                  </a:lnTo>
                  <a:lnTo>
                    <a:pt x="48040" y="641818"/>
                  </a:lnTo>
                  <a:lnTo>
                    <a:pt x="48461" y="641703"/>
                  </a:lnTo>
                  <a:lnTo>
                    <a:pt x="49187" y="641653"/>
                  </a:lnTo>
                  <a:lnTo>
                    <a:pt x="49666" y="641670"/>
                  </a:lnTo>
                  <a:lnTo>
                    <a:pt x="49970" y="641785"/>
                  </a:lnTo>
                  <a:lnTo>
                    <a:pt x="50304" y="641950"/>
                  </a:lnTo>
                  <a:lnTo>
                    <a:pt x="50537" y="642065"/>
                  </a:lnTo>
                  <a:lnTo>
                    <a:pt x="50696" y="642263"/>
                  </a:lnTo>
                  <a:lnTo>
                    <a:pt x="50871" y="642395"/>
                  </a:lnTo>
                  <a:lnTo>
                    <a:pt x="51088" y="642428"/>
                  </a:lnTo>
                  <a:lnTo>
                    <a:pt x="51335" y="642411"/>
                  </a:lnTo>
                  <a:lnTo>
                    <a:pt x="51626" y="642247"/>
                  </a:lnTo>
                  <a:lnTo>
                    <a:pt x="51785" y="641933"/>
                  </a:lnTo>
                  <a:lnTo>
                    <a:pt x="51829" y="641472"/>
                  </a:lnTo>
                  <a:lnTo>
                    <a:pt x="51930" y="640928"/>
                  </a:lnTo>
                  <a:lnTo>
                    <a:pt x="52148" y="640912"/>
                  </a:lnTo>
                  <a:lnTo>
                    <a:pt x="52410" y="640944"/>
                  </a:lnTo>
                  <a:lnTo>
                    <a:pt x="52671" y="641093"/>
                  </a:lnTo>
                  <a:lnTo>
                    <a:pt x="52860" y="641159"/>
                  </a:lnTo>
                  <a:lnTo>
                    <a:pt x="52990" y="641159"/>
                  </a:lnTo>
                  <a:lnTo>
                    <a:pt x="53077" y="641010"/>
                  </a:lnTo>
                  <a:lnTo>
                    <a:pt x="53194" y="640730"/>
                  </a:lnTo>
                  <a:lnTo>
                    <a:pt x="53382" y="640615"/>
                  </a:lnTo>
                  <a:lnTo>
                    <a:pt x="53615" y="640615"/>
                  </a:lnTo>
                  <a:lnTo>
                    <a:pt x="53818" y="640747"/>
                  </a:lnTo>
                  <a:lnTo>
                    <a:pt x="54036" y="641027"/>
                  </a:lnTo>
                  <a:lnTo>
                    <a:pt x="54235" y="641443"/>
                  </a:lnTo>
                  <a:lnTo>
                    <a:pt x="54384" y="641670"/>
                  </a:lnTo>
                  <a:lnTo>
                    <a:pt x="54515" y="641933"/>
                  </a:lnTo>
                  <a:lnTo>
                    <a:pt x="54703" y="642098"/>
                  </a:lnTo>
                  <a:lnTo>
                    <a:pt x="55011" y="642131"/>
                  </a:lnTo>
                  <a:lnTo>
                    <a:pt x="55270" y="641921"/>
                  </a:lnTo>
                  <a:lnTo>
                    <a:pt x="55566" y="641614"/>
                  </a:lnTo>
                  <a:lnTo>
                    <a:pt x="55925" y="641086"/>
                  </a:lnTo>
                  <a:lnTo>
                    <a:pt x="56464" y="640585"/>
                  </a:lnTo>
                  <a:lnTo>
                    <a:pt x="57003" y="640186"/>
                  </a:lnTo>
                  <a:lnTo>
                    <a:pt x="57301" y="639999"/>
                  </a:lnTo>
                  <a:lnTo>
                    <a:pt x="57444" y="639908"/>
                  </a:lnTo>
                  <a:lnTo>
                    <a:pt x="57647" y="639806"/>
                  </a:lnTo>
                  <a:lnTo>
                    <a:pt x="58049" y="639602"/>
                  </a:lnTo>
                  <a:lnTo>
                    <a:pt x="58432" y="639491"/>
                  </a:lnTo>
                  <a:lnTo>
                    <a:pt x="58751" y="639547"/>
                  </a:lnTo>
                  <a:lnTo>
                    <a:pt x="58981" y="639666"/>
                  </a:lnTo>
                  <a:lnTo>
                    <a:pt x="59257" y="639890"/>
                  </a:lnTo>
                  <a:lnTo>
                    <a:pt x="59496" y="640141"/>
                  </a:lnTo>
                  <a:lnTo>
                    <a:pt x="60029" y="640603"/>
                  </a:lnTo>
                  <a:lnTo>
                    <a:pt x="60322" y="640839"/>
                  </a:lnTo>
                  <a:lnTo>
                    <a:pt x="60478" y="641055"/>
                  </a:lnTo>
                  <a:lnTo>
                    <a:pt x="60746" y="641319"/>
                  </a:lnTo>
                  <a:lnTo>
                    <a:pt x="61100" y="641417"/>
                  </a:lnTo>
                  <a:lnTo>
                    <a:pt x="61325" y="641604"/>
                  </a:lnTo>
                  <a:lnTo>
                    <a:pt x="61454" y="641849"/>
                  </a:lnTo>
                  <a:lnTo>
                    <a:pt x="61601" y="642222"/>
                  </a:lnTo>
                  <a:lnTo>
                    <a:pt x="61739" y="642545"/>
                  </a:lnTo>
                  <a:lnTo>
                    <a:pt x="61826" y="642820"/>
                  </a:lnTo>
                  <a:lnTo>
                    <a:pt x="61981" y="643104"/>
                  </a:lnTo>
                  <a:lnTo>
                    <a:pt x="62189" y="643242"/>
                  </a:lnTo>
                  <a:lnTo>
                    <a:pt x="62387" y="643251"/>
                  </a:lnTo>
                  <a:lnTo>
                    <a:pt x="62724" y="643212"/>
                  </a:lnTo>
                  <a:lnTo>
                    <a:pt x="63398" y="643094"/>
                  </a:lnTo>
                  <a:lnTo>
                    <a:pt x="63899" y="643065"/>
                  </a:lnTo>
                  <a:lnTo>
                    <a:pt x="64189" y="643018"/>
                  </a:lnTo>
                  <a:lnTo>
                    <a:pt x="64508" y="642966"/>
                  </a:lnTo>
                  <a:lnTo>
                    <a:pt x="64982" y="642888"/>
                  </a:lnTo>
                  <a:lnTo>
                    <a:pt x="65307" y="642830"/>
                  </a:lnTo>
                  <a:lnTo>
                    <a:pt x="65746" y="642561"/>
                  </a:lnTo>
                  <a:lnTo>
                    <a:pt x="65887" y="642437"/>
                  </a:lnTo>
                  <a:lnTo>
                    <a:pt x="66348" y="642359"/>
                  </a:lnTo>
                  <a:lnTo>
                    <a:pt x="66643" y="642253"/>
                  </a:lnTo>
                  <a:lnTo>
                    <a:pt x="66829" y="642130"/>
                  </a:lnTo>
                  <a:lnTo>
                    <a:pt x="66922" y="641672"/>
                  </a:lnTo>
                  <a:lnTo>
                    <a:pt x="67232" y="640968"/>
                  </a:lnTo>
                  <a:lnTo>
                    <a:pt x="67396" y="640274"/>
                  </a:lnTo>
                  <a:lnTo>
                    <a:pt x="67574" y="640005"/>
                  </a:lnTo>
                  <a:lnTo>
                    <a:pt x="67802" y="639771"/>
                  </a:lnTo>
                  <a:lnTo>
                    <a:pt x="68443" y="639653"/>
                  </a:lnTo>
                  <a:lnTo>
                    <a:pt x="69105" y="639630"/>
                  </a:lnTo>
                  <a:lnTo>
                    <a:pt x="69881" y="639558"/>
                  </a:lnTo>
                  <a:lnTo>
                    <a:pt x="70417" y="639480"/>
                  </a:lnTo>
                  <a:lnTo>
                    <a:pt x="70676" y="639442"/>
                  </a:lnTo>
                  <a:lnTo>
                    <a:pt x="70835" y="639386"/>
                  </a:lnTo>
                  <a:lnTo>
                    <a:pt x="71015" y="639322"/>
                  </a:lnTo>
                  <a:lnTo>
                    <a:pt x="71275" y="639231"/>
                  </a:lnTo>
                  <a:lnTo>
                    <a:pt x="71966" y="639009"/>
                  </a:lnTo>
                  <a:lnTo>
                    <a:pt x="72321" y="638870"/>
                  </a:lnTo>
                  <a:lnTo>
                    <a:pt x="72569" y="638734"/>
                  </a:lnTo>
                  <a:lnTo>
                    <a:pt x="73197" y="638517"/>
                  </a:lnTo>
                  <a:lnTo>
                    <a:pt x="73367" y="638458"/>
                  </a:lnTo>
                  <a:lnTo>
                    <a:pt x="74215" y="638039"/>
                  </a:lnTo>
                  <a:lnTo>
                    <a:pt x="74583" y="637851"/>
                  </a:lnTo>
                  <a:lnTo>
                    <a:pt x="74823" y="637809"/>
                  </a:lnTo>
                  <a:lnTo>
                    <a:pt x="75328" y="637916"/>
                  </a:lnTo>
                  <a:lnTo>
                    <a:pt x="75671" y="637998"/>
                  </a:lnTo>
                  <a:lnTo>
                    <a:pt x="75899" y="637988"/>
                  </a:lnTo>
                  <a:lnTo>
                    <a:pt x="76151" y="637977"/>
                  </a:lnTo>
                  <a:lnTo>
                    <a:pt x="76436" y="637952"/>
                  </a:lnTo>
                  <a:lnTo>
                    <a:pt x="76628" y="637867"/>
                  </a:lnTo>
                  <a:lnTo>
                    <a:pt x="76780" y="637600"/>
                  </a:lnTo>
                  <a:lnTo>
                    <a:pt x="76849" y="637160"/>
                  </a:lnTo>
                  <a:lnTo>
                    <a:pt x="76973" y="636752"/>
                  </a:lnTo>
                  <a:lnTo>
                    <a:pt x="77167" y="636376"/>
                  </a:lnTo>
                  <a:lnTo>
                    <a:pt x="77437" y="636013"/>
                  </a:lnTo>
                  <a:lnTo>
                    <a:pt x="77545" y="635783"/>
                  </a:lnTo>
                  <a:lnTo>
                    <a:pt x="77529" y="635292"/>
                  </a:lnTo>
                  <a:lnTo>
                    <a:pt x="77416" y="635104"/>
                  </a:lnTo>
                  <a:lnTo>
                    <a:pt x="77167" y="634806"/>
                  </a:lnTo>
                  <a:lnTo>
                    <a:pt x="77125" y="634507"/>
                  </a:lnTo>
                  <a:lnTo>
                    <a:pt x="77153" y="633927"/>
                  </a:lnTo>
                  <a:lnTo>
                    <a:pt x="77205" y="633793"/>
                  </a:lnTo>
                  <a:lnTo>
                    <a:pt x="77381" y="633681"/>
                  </a:lnTo>
                  <a:lnTo>
                    <a:pt x="78149" y="633057"/>
                  </a:lnTo>
                  <a:lnTo>
                    <a:pt x="78217" y="632788"/>
                  </a:lnTo>
                  <a:lnTo>
                    <a:pt x="78143" y="632201"/>
                  </a:lnTo>
                  <a:lnTo>
                    <a:pt x="77258" y="630499"/>
                  </a:lnTo>
                  <a:lnTo>
                    <a:pt x="76963" y="630136"/>
                  </a:lnTo>
                  <a:lnTo>
                    <a:pt x="76183" y="629540"/>
                  </a:lnTo>
                  <a:lnTo>
                    <a:pt x="75439" y="628877"/>
                  </a:lnTo>
                  <a:lnTo>
                    <a:pt x="75193" y="628657"/>
                  </a:lnTo>
                  <a:lnTo>
                    <a:pt x="74926" y="628244"/>
                  </a:lnTo>
                  <a:lnTo>
                    <a:pt x="74844" y="627940"/>
                  </a:lnTo>
                  <a:lnTo>
                    <a:pt x="74775" y="627681"/>
                  </a:lnTo>
                  <a:lnTo>
                    <a:pt x="74578" y="627485"/>
                  </a:lnTo>
                  <a:lnTo>
                    <a:pt x="74234" y="627374"/>
                  </a:lnTo>
                  <a:lnTo>
                    <a:pt x="73890" y="627374"/>
                  </a:lnTo>
                  <a:lnTo>
                    <a:pt x="73325" y="627625"/>
                  </a:lnTo>
                  <a:lnTo>
                    <a:pt x="72759" y="627876"/>
                  </a:lnTo>
                  <a:lnTo>
                    <a:pt x="72366" y="627932"/>
                  </a:lnTo>
                  <a:lnTo>
                    <a:pt x="71678" y="627736"/>
                  </a:lnTo>
                  <a:lnTo>
                    <a:pt x="71137" y="627541"/>
                  </a:lnTo>
                  <a:lnTo>
                    <a:pt x="70966" y="627325"/>
                  </a:lnTo>
                  <a:lnTo>
                    <a:pt x="70972" y="627052"/>
                  </a:lnTo>
                  <a:lnTo>
                    <a:pt x="71137" y="626704"/>
                  </a:lnTo>
                  <a:lnTo>
                    <a:pt x="71137" y="626508"/>
                  </a:lnTo>
                  <a:lnTo>
                    <a:pt x="70866" y="626341"/>
                  </a:lnTo>
                  <a:lnTo>
                    <a:pt x="70350" y="626006"/>
                  </a:lnTo>
                  <a:lnTo>
                    <a:pt x="68949" y="625364"/>
                  </a:lnTo>
                  <a:lnTo>
                    <a:pt x="68645" y="625233"/>
                  </a:lnTo>
                  <a:lnTo>
                    <a:pt x="68236" y="625057"/>
                  </a:lnTo>
                  <a:lnTo>
                    <a:pt x="68120" y="624834"/>
                  </a:lnTo>
                  <a:lnTo>
                    <a:pt x="67964" y="624659"/>
                  </a:lnTo>
                  <a:lnTo>
                    <a:pt x="67753" y="624371"/>
                  </a:lnTo>
                  <a:lnTo>
                    <a:pt x="67646" y="624108"/>
                  </a:lnTo>
                  <a:lnTo>
                    <a:pt x="67498" y="623550"/>
                  </a:lnTo>
                  <a:lnTo>
                    <a:pt x="67360" y="622586"/>
                  </a:lnTo>
                  <a:lnTo>
                    <a:pt x="67326" y="622350"/>
                  </a:lnTo>
                  <a:lnTo>
                    <a:pt x="67154" y="621792"/>
                  </a:lnTo>
                  <a:lnTo>
                    <a:pt x="66933" y="621122"/>
                  </a:lnTo>
                  <a:lnTo>
                    <a:pt x="66575" y="620668"/>
                  </a:lnTo>
                  <a:lnTo>
                    <a:pt x="66023" y="619783"/>
                  </a:lnTo>
                  <a:lnTo>
                    <a:pt x="65901" y="619476"/>
                  </a:lnTo>
                  <a:lnTo>
                    <a:pt x="65974" y="619197"/>
                  </a:lnTo>
                  <a:lnTo>
                    <a:pt x="66202" y="618788"/>
                  </a:lnTo>
                  <a:lnTo>
                    <a:pt x="66426" y="618590"/>
                  </a:lnTo>
                  <a:lnTo>
                    <a:pt x="66868" y="618401"/>
                  </a:lnTo>
                  <a:lnTo>
                    <a:pt x="67129" y="618144"/>
                  </a:lnTo>
                  <a:lnTo>
                    <a:pt x="67256" y="617753"/>
                  </a:lnTo>
                  <a:lnTo>
                    <a:pt x="67200" y="616769"/>
                  </a:lnTo>
                  <a:lnTo>
                    <a:pt x="67219" y="616518"/>
                  </a:lnTo>
                  <a:lnTo>
                    <a:pt x="67366" y="616371"/>
                  </a:lnTo>
                  <a:lnTo>
                    <a:pt x="67569" y="616287"/>
                  </a:lnTo>
                  <a:lnTo>
                    <a:pt x="67892" y="616239"/>
                  </a:lnTo>
                  <a:lnTo>
                    <a:pt x="68211" y="616211"/>
                  </a:lnTo>
                  <a:lnTo>
                    <a:pt x="68555" y="615960"/>
                  </a:lnTo>
                  <a:lnTo>
                    <a:pt x="69096" y="615374"/>
                  </a:lnTo>
                  <a:lnTo>
                    <a:pt x="69298" y="615064"/>
                  </a:lnTo>
                  <a:lnTo>
                    <a:pt x="69440" y="614843"/>
                  </a:lnTo>
                  <a:lnTo>
                    <a:pt x="69834" y="614508"/>
                  </a:lnTo>
                  <a:lnTo>
                    <a:pt x="70375" y="614143"/>
                  </a:lnTo>
                  <a:lnTo>
                    <a:pt x="70632" y="613969"/>
                  </a:lnTo>
                  <a:lnTo>
                    <a:pt x="70968" y="613715"/>
                  </a:lnTo>
                  <a:lnTo>
                    <a:pt x="71109" y="613582"/>
                  </a:lnTo>
                  <a:lnTo>
                    <a:pt x="71309" y="613392"/>
                  </a:lnTo>
                  <a:lnTo>
                    <a:pt x="71438" y="613146"/>
                  </a:lnTo>
                  <a:lnTo>
                    <a:pt x="71383" y="612834"/>
                  </a:lnTo>
                  <a:lnTo>
                    <a:pt x="71112" y="612443"/>
                  </a:lnTo>
                  <a:lnTo>
                    <a:pt x="70891" y="612220"/>
                  </a:lnTo>
                  <a:lnTo>
                    <a:pt x="70622" y="612054"/>
                  </a:lnTo>
                  <a:lnTo>
                    <a:pt x="70350" y="611885"/>
                  </a:lnTo>
                  <a:lnTo>
                    <a:pt x="69889" y="611573"/>
                  </a:lnTo>
                  <a:lnTo>
                    <a:pt x="69145" y="611048"/>
                  </a:lnTo>
                  <a:lnTo>
                    <a:pt x="68113" y="610490"/>
                  </a:lnTo>
                  <a:lnTo>
                    <a:pt x="67449" y="610155"/>
                  </a:lnTo>
                  <a:lnTo>
                    <a:pt x="67154" y="609876"/>
                  </a:lnTo>
                  <a:lnTo>
                    <a:pt x="67080" y="609597"/>
                  </a:lnTo>
                  <a:lnTo>
                    <a:pt x="67080" y="609410"/>
                  </a:lnTo>
                  <a:lnTo>
                    <a:pt x="67080" y="609234"/>
                  </a:lnTo>
                  <a:lnTo>
                    <a:pt x="67228" y="608871"/>
                  </a:lnTo>
                  <a:lnTo>
                    <a:pt x="67498" y="608508"/>
                  </a:lnTo>
                  <a:lnTo>
                    <a:pt x="67941" y="607532"/>
                  </a:lnTo>
                  <a:lnTo>
                    <a:pt x="67793" y="607141"/>
                  </a:lnTo>
                  <a:lnTo>
                    <a:pt x="67363" y="606408"/>
                  </a:lnTo>
                  <a:lnTo>
                    <a:pt x="67056" y="605885"/>
                  </a:lnTo>
                  <a:lnTo>
                    <a:pt x="67031" y="605578"/>
                  </a:lnTo>
                  <a:lnTo>
                    <a:pt x="67056" y="605271"/>
                  </a:lnTo>
                  <a:lnTo>
                    <a:pt x="67075" y="605143"/>
                  </a:lnTo>
                  <a:lnTo>
                    <a:pt x="67115" y="604474"/>
                  </a:lnTo>
                  <a:lnTo>
                    <a:pt x="66838" y="603611"/>
                  </a:lnTo>
                  <a:lnTo>
                    <a:pt x="66769" y="603124"/>
                  </a:lnTo>
                  <a:lnTo>
                    <a:pt x="66869" y="602593"/>
                  </a:lnTo>
                  <a:lnTo>
                    <a:pt x="67067" y="602111"/>
                  </a:lnTo>
                  <a:lnTo>
                    <a:pt x="67399" y="601283"/>
                  </a:lnTo>
                  <a:lnTo>
                    <a:pt x="67425" y="600834"/>
                  </a:lnTo>
                  <a:lnTo>
                    <a:pt x="67475" y="600484"/>
                  </a:lnTo>
                  <a:lnTo>
                    <a:pt x="67449" y="600108"/>
                  </a:lnTo>
                  <a:lnTo>
                    <a:pt x="67375" y="599690"/>
                  </a:lnTo>
                  <a:lnTo>
                    <a:pt x="67154" y="599494"/>
                  </a:lnTo>
                  <a:lnTo>
                    <a:pt x="66908" y="599411"/>
                  </a:lnTo>
                  <a:lnTo>
                    <a:pt x="66466" y="599467"/>
                  </a:lnTo>
                  <a:lnTo>
                    <a:pt x="65851" y="599690"/>
                  </a:lnTo>
                  <a:lnTo>
                    <a:pt x="65651" y="599666"/>
                  </a:lnTo>
                  <a:lnTo>
                    <a:pt x="65384" y="599634"/>
                  </a:lnTo>
                  <a:lnTo>
                    <a:pt x="65040" y="599522"/>
                  </a:lnTo>
                  <a:lnTo>
                    <a:pt x="64524" y="598936"/>
                  </a:lnTo>
                  <a:lnTo>
                    <a:pt x="64475" y="598657"/>
                  </a:lnTo>
                  <a:lnTo>
                    <a:pt x="64303" y="598099"/>
                  </a:lnTo>
                  <a:lnTo>
                    <a:pt x="64228" y="597963"/>
                  </a:lnTo>
                  <a:lnTo>
                    <a:pt x="63983" y="597653"/>
                  </a:lnTo>
                  <a:lnTo>
                    <a:pt x="63512" y="597203"/>
                  </a:lnTo>
                  <a:lnTo>
                    <a:pt x="63260" y="596955"/>
                  </a:lnTo>
                  <a:lnTo>
                    <a:pt x="62513" y="595935"/>
                  </a:lnTo>
                  <a:lnTo>
                    <a:pt x="62375" y="595464"/>
                  </a:lnTo>
                  <a:lnTo>
                    <a:pt x="62292" y="595024"/>
                  </a:lnTo>
                  <a:lnTo>
                    <a:pt x="62230" y="594095"/>
                  </a:lnTo>
                  <a:lnTo>
                    <a:pt x="62167" y="593150"/>
                  </a:lnTo>
                  <a:lnTo>
                    <a:pt x="62002" y="592717"/>
                  </a:lnTo>
                  <a:lnTo>
                    <a:pt x="62002" y="591665"/>
                  </a:lnTo>
                  <a:lnTo>
                    <a:pt x="62209" y="590566"/>
                  </a:lnTo>
                  <a:lnTo>
                    <a:pt x="62214" y="590105"/>
                  </a:lnTo>
                  <a:lnTo>
                    <a:pt x="62217" y="589777"/>
                  </a:lnTo>
                  <a:lnTo>
                    <a:pt x="62223" y="589137"/>
                  </a:lnTo>
                  <a:lnTo>
                    <a:pt x="61753" y="588054"/>
                  </a:lnTo>
                  <a:lnTo>
                    <a:pt x="61348" y="587202"/>
                  </a:lnTo>
                  <a:lnTo>
                    <a:pt x="61227" y="586877"/>
                  </a:lnTo>
                  <a:lnTo>
                    <a:pt x="61218" y="586543"/>
                  </a:lnTo>
                  <a:lnTo>
                    <a:pt x="61390" y="586273"/>
                  </a:lnTo>
                  <a:lnTo>
                    <a:pt x="61568" y="586037"/>
                  </a:lnTo>
                  <a:lnTo>
                    <a:pt x="61761" y="585840"/>
                  </a:lnTo>
                  <a:lnTo>
                    <a:pt x="61711" y="585590"/>
                  </a:lnTo>
                  <a:lnTo>
                    <a:pt x="61630" y="585380"/>
                  </a:lnTo>
                  <a:lnTo>
                    <a:pt x="61591" y="585215"/>
                  </a:lnTo>
                  <a:lnTo>
                    <a:pt x="61293" y="584334"/>
                  </a:lnTo>
                  <a:lnTo>
                    <a:pt x="61212" y="584096"/>
                  </a:lnTo>
                  <a:lnTo>
                    <a:pt x="61065" y="583483"/>
                  </a:lnTo>
                  <a:lnTo>
                    <a:pt x="61081" y="583111"/>
                  </a:lnTo>
                  <a:lnTo>
                    <a:pt x="61327" y="582796"/>
                  </a:lnTo>
                  <a:lnTo>
                    <a:pt x="61932" y="582071"/>
                  </a:lnTo>
                  <a:lnTo>
                    <a:pt x="62391" y="581688"/>
                  </a:lnTo>
                  <a:lnTo>
                    <a:pt x="62554" y="581551"/>
                  </a:lnTo>
                  <a:lnTo>
                    <a:pt x="63111" y="581532"/>
                  </a:lnTo>
                  <a:lnTo>
                    <a:pt x="63242" y="581235"/>
                  </a:lnTo>
                  <a:lnTo>
                    <a:pt x="63618" y="580789"/>
                  </a:lnTo>
                  <a:lnTo>
                    <a:pt x="64191" y="579860"/>
                  </a:lnTo>
                  <a:lnTo>
                    <a:pt x="64600" y="579098"/>
                  </a:lnTo>
                  <a:lnTo>
                    <a:pt x="64731" y="578466"/>
                  </a:lnTo>
                  <a:lnTo>
                    <a:pt x="64747" y="578297"/>
                  </a:lnTo>
                  <a:lnTo>
                    <a:pt x="64780" y="577965"/>
                  </a:lnTo>
                  <a:lnTo>
                    <a:pt x="64720" y="577568"/>
                  </a:lnTo>
                  <a:lnTo>
                    <a:pt x="64675" y="577253"/>
                  </a:lnTo>
                  <a:lnTo>
                    <a:pt x="64602" y="576613"/>
                  </a:lnTo>
                  <a:lnTo>
                    <a:pt x="64502" y="575735"/>
                  </a:lnTo>
                  <a:lnTo>
                    <a:pt x="64444" y="575483"/>
                  </a:lnTo>
                  <a:lnTo>
                    <a:pt x="64355" y="575080"/>
                  </a:lnTo>
                  <a:lnTo>
                    <a:pt x="64124" y="574758"/>
                  </a:lnTo>
                  <a:lnTo>
                    <a:pt x="63912" y="574617"/>
                  </a:lnTo>
                  <a:lnTo>
                    <a:pt x="63708" y="574597"/>
                  </a:lnTo>
                  <a:lnTo>
                    <a:pt x="63398" y="574691"/>
                  </a:lnTo>
                  <a:lnTo>
                    <a:pt x="63204" y="574719"/>
                  </a:lnTo>
                  <a:lnTo>
                    <a:pt x="62910" y="574761"/>
                  </a:lnTo>
                  <a:lnTo>
                    <a:pt x="62578" y="574761"/>
                  </a:lnTo>
                  <a:lnTo>
                    <a:pt x="62394" y="574678"/>
                  </a:lnTo>
                  <a:lnTo>
                    <a:pt x="62170" y="574174"/>
                  </a:lnTo>
                  <a:lnTo>
                    <a:pt x="61989" y="573730"/>
                  </a:lnTo>
                  <a:lnTo>
                    <a:pt x="61817" y="573229"/>
                  </a:lnTo>
                  <a:lnTo>
                    <a:pt x="61388" y="572671"/>
                  </a:lnTo>
                  <a:lnTo>
                    <a:pt x="60860" y="572239"/>
                  </a:lnTo>
                  <a:lnTo>
                    <a:pt x="60516" y="572183"/>
                  </a:lnTo>
                  <a:lnTo>
                    <a:pt x="60099" y="572211"/>
                  </a:lnTo>
                  <a:lnTo>
                    <a:pt x="59448" y="572365"/>
                  </a:lnTo>
                  <a:lnTo>
                    <a:pt x="59069" y="572422"/>
                  </a:lnTo>
                  <a:lnTo>
                    <a:pt x="58712" y="572476"/>
                  </a:lnTo>
                  <a:lnTo>
                    <a:pt x="58419" y="572425"/>
                  </a:lnTo>
                  <a:lnTo>
                    <a:pt x="58233" y="572392"/>
                  </a:lnTo>
                  <a:lnTo>
                    <a:pt x="57705" y="572142"/>
                  </a:lnTo>
                  <a:lnTo>
                    <a:pt x="57411" y="571919"/>
                  </a:lnTo>
                  <a:lnTo>
                    <a:pt x="56796" y="571339"/>
                  </a:lnTo>
                  <a:lnTo>
                    <a:pt x="56613" y="571166"/>
                  </a:lnTo>
                  <a:lnTo>
                    <a:pt x="56244" y="570910"/>
                  </a:lnTo>
                  <a:lnTo>
                    <a:pt x="56011" y="570748"/>
                  </a:lnTo>
                  <a:lnTo>
                    <a:pt x="55140" y="570005"/>
                  </a:lnTo>
                  <a:lnTo>
                    <a:pt x="54839" y="569741"/>
                  </a:lnTo>
                  <a:lnTo>
                    <a:pt x="54012" y="569123"/>
                  </a:lnTo>
                  <a:lnTo>
                    <a:pt x="53833" y="568978"/>
                  </a:lnTo>
                  <a:lnTo>
                    <a:pt x="53489" y="568663"/>
                  </a:lnTo>
                  <a:lnTo>
                    <a:pt x="53068" y="568687"/>
                  </a:lnTo>
                  <a:lnTo>
                    <a:pt x="52932" y="568774"/>
                  </a:lnTo>
                  <a:lnTo>
                    <a:pt x="52475" y="569132"/>
                  </a:lnTo>
                  <a:lnTo>
                    <a:pt x="52212" y="569146"/>
                  </a:lnTo>
                  <a:lnTo>
                    <a:pt x="51922" y="569018"/>
                  </a:lnTo>
                  <a:lnTo>
                    <a:pt x="51705" y="568923"/>
                  </a:lnTo>
                  <a:lnTo>
                    <a:pt x="51422" y="568823"/>
                  </a:lnTo>
                  <a:lnTo>
                    <a:pt x="51247" y="568775"/>
                  </a:lnTo>
                  <a:lnTo>
                    <a:pt x="50446" y="568570"/>
                  </a:lnTo>
                  <a:lnTo>
                    <a:pt x="49971" y="568552"/>
                  </a:lnTo>
                  <a:lnTo>
                    <a:pt x="49658" y="568437"/>
                  </a:lnTo>
                  <a:lnTo>
                    <a:pt x="49381" y="568324"/>
                  </a:lnTo>
                  <a:lnTo>
                    <a:pt x="49245" y="568232"/>
                  </a:lnTo>
                  <a:lnTo>
                    <a:pt x="49087" y="568124"/>
                  </a:lnTo>
                  <a:lnTo>
                    <a:pt x="48703" y="567642"/>
                  </a:lnTo>
                  <a:lnTo>
                    <a:pt x="48249" y="567304"/>
                  </a:lnTo>
                  <a:lnTo>
                    <a:pt x="48116" y="567249"/>
                  </a:lnTo>
                  <a:lnTo>
                    <a:pt x="47941" y="567177"/>
                  </a:lnTo>
                  <a:lnTo>
                    <a:pt x="47442" y="567088"/>
                  </a:lnTo>
                  <a:lnTo>
                    <a:pt x="46779" y="566991"/>
                  </a:lnTo>
                  <a:lnTo>
                    <a:pt x="46177" y="567080"/>
                  </a:lnTo>
                  <a:lnTo>
                    <a:pt x="45896" y="567121"/>
                  </a:lnTo>
                  <a:lnTo>
                    <a:pt x="45372" y="567140"/>
                  </a:lnTo>
                  <a:lnTo>
                    <a:pt x="45149" y="567079"/>
                  </a:lnTo>
                  <a:lnTo>
                    <a:pt x="44750" y="566972"/>
                  </a:lnTo>
                  <a:lnTo>
                    <a:pt x="44128" y="566656"/>
                  </a:lnTo>
                  <a:lnTo>
                    <a:pt x="43408" y="566322"/>
                  </a:lnTo>
                  <a:lnTo>
                    <a:pt x="43225" y="566287"/>
                  </a:lnTo>
                  <a:lnTo>
                    <a:pt x="43015" y="566248"/>
                  </a:lnTo>
                  <a:lnTo>
                    <a:pt x="42279" y="566192"/>
                  </a:lnTo>
                  <a:lnTo>
                    <a:pt x="41884" y="566124"/>
                  </a:lnTo>
                  <a:lnTo>
                    <a:pt x="41743" y="566100"/>
                  </a:lnTo>
                  <a:lnTo>
                    <a:pt x="41484" y="566056"/>
                  </a:lnTo>
                  <a:lnTo>
                    <a:pt x="40328" y="565961"/>
                  </a:lnTo>
                  <a:lnTo>
                    <a:pt x="39215" y="565961"/>
                  </a:lnTo>
                  <a:lnTo>
                    <a:pt x="38612" y="566081"/>
                  </a:lnTo>
                  <a:lnTo>
                    <a:pt x="38342" y="566134"/>
                  </a:lnTo>
                  <a:lnTo>
                    <a:pt x="38130" y="566115"/>
                  </a:lnTo>
                  <a:lnTo>
                    <a:pt x="37797" y="566085"/>
                  </a:lnTo>
                  <a:lnTo>
                    <a:pt x="37259" y="565923"/>
                  </a:lnTo>
                  <a:lnTo>
                    <a:pt x="37055" y="565862"/>
                  </a:lnTo>
                  <a:lnTo>
                    <a:pt x="36335" y="565713"/>
                  </a:lnTo>
                  <a:lnTo>
                    <a:pt x="35875" y="565741"/>
                  </a:lnTo>
                  <a:lnTo>
                    <a:pt x="35348" y="565773"/>
                  </a:lnTo>
                  <a:lnTo>
                    <a:pt x="35113" y="565787"/>
                  </a:lnTo>
                  <a:lnTo>
                    <a:pt x="34131" y="565738"/>
                  </a:lnTo>
                  <a:lnTo>
                    <a:pt x="33583" y="565654"/>
                  </a:lnTo>
                  <a:lnTo>
                    <a:pt x="33323" y="565614"/>
                  </a:lnTo>
                  <a:lnTo>
                    <a:pt x="32756" y="565441"/>
                  </a:lnTo>
                  <a:lnTo>
                    <a:pt x="31752" y="565242"/>
                  </a:lnTo>
                  <a:lnTo>
                    <a:pt x="31294" y="565168"/>
                  </a:lnTo>
                  <a:lnTo>
                    <a:pt x="30923" y="564995"/>
                  </a:lnTo>
                  <a:lnTo>
                    <a:pt x="30465" y="564846"/>
                  </a:lnTo>
                  <a:lnTo>
                    <a:pt x="30181" y="564871"/>
                  </a:lnTo>
                  <a:lnTo>
                    <a:pt x="30012" y="565111"/>
                  </a:lnTo>
                  <a:lnTo>
                    <a:pt x="29842" y="565262"/>
                  </a:lnTo>
                  <a:lnTo>
                    <a:pt x="29448" y="565799"/>
                  </a:lnTo>
                  <a:lnTo>
                    <a:pt x="29351" y="565931"/>
                  </a:lnTo>
                  <a:lnTo>
                    <a:pt x="29179" y="566475"/>
                  </a:lnTo>
                  <a:lnTo>
                    <a:pt x="29167" y="566907"/>
                  </a:lnTo>
                  <a:lnTo>
                    <a:pt x="29105" y="567701"/>
                  </a:lnTo>
                  <a:lnTo>
                    <a:pt x="29007" y="568022"/>
                  </a:lnTo>
                  <a:lnTo>
                    <a:pt x="28737" y="568189"/>
                  </a:lnTo>
                  <a:lnTo>
                    <a:pt x="28531" y="568218"/>
                  </a:lnTo>
                  <a:lnTo>
                    <a:pt x="28125" y="568262"/>
                  </a:lnTo>
                  <a:lnTo>
                    <a:pt x="27981" y="568266"/>
                  </a:lnTo>
                  <a:lnTo>
                    <a:pt x="27729" y="568272"/>
                  </a:lnTo>
                  <a:lnTo>
                    <a:pt x="27499" y="568346"/>
                  </a:lnTo>
                  <a:lnTo>
                    <a:pt x="27306" y="568555"/>
                  </a:lnTo>
                  <a:lnTo>
                    <a:pt x="27146" y="568835"/>
                  </a:lnTo>
                  <a:lnTo>
                    <a:pt x="27039" y="569025"/>
                  </a:lnTo>
                  <a:lnTo>
                    <a:pt x="26773" y="569417"/>
                  </a:lnTo>
                  <a:lnTo>
                    <a:pt x="26585" y="569705"/>
                  </a:lnTo>
                  <a:lnTo>
                    <a:pt x="26579" y="569852"/>
                  </a:lnTo>
                  <a:lnTo>
                    <a:pt x="26661" y="570101"/>
                  </a:lnTo>
                  <a:lnTo>
                    <a:pt x="27011" y="570603"/>
                  </a:lnTo>
                  <a:lnTo>
                    <a:pt x="27476" y="571520"/>
                  </a:lnTo>
                  <a:lnTo>
                    <a:pt x="27563" y="571763"/>
                  </a:lnTo>
                  <a:lnTo>
                    <a:pt x="27574" y="571984"/>
                  </a:lnTo>
                  <a:lnTo>
                    <a:pt x="27353" y="572040"/>
                  </a:lnTo>
                  <a:lnTo>
                    <a:pt x="26678" y="572012"/>
                  </a:lnTo>
                  <a:lnTo>
                    <a:pt x="25868" y="571957"/>
                  </a:lnTo>
                  <a:lnTo>
                    <a:pt x="25631" y="571965"/>
                  </a:lnTo>
                  <a:lnTo>
                    <a:pt x="25408" y="571978"/>
                  </a:lnTo>
                  <a:lnTo>
                    <a:pt x="25119" y="572039"/>
                  </a:lnTo>
                  <a:lnTo>
                    <a:pt x="24812" y="572207"/>
                  </a:lnTo>
                  <a:lnTo>
                    <a:pt x="24370" y="572584"/>
                  </a:lnTo>
                  <a:lnTo>
                    <a:pt x="23916" y="572848"/>
                  </a:lnTo>
                  <a:lnTo>
                    <a:pt x="23548" y="572960"/>
                  </a:lnTo>
                  <a:lnTo>
                    <a:pt x="23216" y="572974"/>
                  </a:lnTo>
                  <a:lnTo>
                    <a:pt x="22983" y="572862"/>
                  </a:lnTo>
                  <a:lnTo>
                    <a:pt x="22701" y="572612"/>
                  </a:lnTo>
                  <a:lnTo>
                    <a:pt x="22274" y="572435"/>
                  </a:lnTo>
                  <a:lnTo>
                    <a:pt x="21989" y="572403"/>
                  </a:lnTo>
                  <a:lnTo>
                    <a:pt x="21749" y="572493"/>
                  </a:lnTo>
                  <a:lnTo>
                    <a:pt x="21313" y="572573"/>
                  </a:lnTo>
                  <a:lnTo>
                    <a:pt x="20626" y="572458"/>
                  </a:lnTo>
                  <a:lnTo>
                    <a:pt x="20111" y="572389"/>
                  </a:lnTo>
                  <a:lnTo>
                    <a:pt x="19730" y="572347"/>
                  </a:lnTo>
                  <a:lnTo>
                    <a:pt x="19534" y="572124"/>
                  </a:lnTo>
                  <a:lnTo>
                    <a:pt x="19264" y="571748"/>
                  </a:lnTo>
                  <a:lnTo>
                    <a:pt x="19055" y="571274"/>
                  </a:lnTo>
                  <a:lnTo>
                    <a:pt x="18889" y="570588"/>
                  </a:lnTo>
                  <a:lnTo>
                    <a:pt x="18815" y="570396"/>
                  </a:lnTo>
                  <a:lnTo>
                    <a:pt x="18619" y="570127"/>
                  </a:lnTo>
                  <a:lnTo>
                    <a:pt x="18413" y="570045"/>
                  </a:lnTo>
                  <a:lnTo>
                    <a:pt x="18186" y="570045"/>
                  </a:lnTo>
                  <a:lnTo>
                    <a:pt x="17754" y="570115"/>
                  </a:lnTo>
                  <a:lnTo>
                    <a:pt x="17498" y="570095"/>
                  </a:lnTo>
                  <a:lnTo>
                    <a:pt x="17146" y="570033"/>
                  </a:lnTo>
                  <a:lnTo>
                    <a:pt x="16989" y="569987"/>
                  </a:lnTo>
                  <a:lnTo>
                    <a:pt x="16671" y="569893"/>
                  </a:lnTo>
                  <a:lnTo>
                    <a:pt x="15971" y="569527"/>
                  </a:lnTo>
                  <a:lnTo>
                    <a:pt x="15571" y="569368"/>
                  </a:lnTo>
                  <a:lnTo>
                    <a:pt x="14843" y="568947"/>
                  </a:lnTo>
                  <a:lnTo>
                    <a:pt x="14403" y="568666"/>
                  </a:lnTo>
                  <a:lnTo>
                    <a:pt x="14211" y="568448"/>
                  </a:lnTo>
                  <a:lnTo>
                    <a:pt x="14223" y="568164"/>
                  </a:lnTo>
                  <a:lnTo>
                    <a:pt x="14335" y="567715"/>
                  </a:lnTo>
                  <a:lnTo>
                    <a:pt x="14431" y="567403"/>
                  </a:lnTo>
                  <a:lnTo>
                    <a:pt x="14476" y="567097"/>
                  </a:lnTo>
                  <a:lnTo>
                    <a:pt x="14319" y="566735"/>
                  </a:lnTo>
                  <a:lnTo>
                    <a:pt x="14030" y="566425"/>
                  </a:lnTo>
                  <a:lnTo>
                    <a:pt x="13947" y="566289"/>
                  </a:lnTo>
                  <a:lnTo>
                    <a:pt x="13888" y="565924"/>
                  </a:lnTo>
                  <a:lnTo>
                    <a:pt x="13763" y="565687"/>
                  </a:lnTo>
                  <a:lnTo>
                    <a:pt x="13463" y="565436"/>
                  </a:lnTo>
                  <a:lnTo>
                    <a:pt x="13021" y="565041"/>
                  </a:lnTo>
                  <a:lnTo>
                    <a:pt x="12832" y="564701"/>
                  </a:lnTo>
                  <a:lnTo>
                    <a:pt x="12737" y="564145"/>
                  </a:lnTo>
                  <a:lnTo>
                    <a:pt x="12545" y="563154"/>
                  </a:lnTo>
                  <a:lnTo>
                    <a:pt x="12484" y="562891"/>
                  </a:lnTo>
                  <a:lnTo>
                    <a:pt x="12279" y="562712"/>
                  </a:lnTo>
                  <a:lnTo>
                    <a:pt x="12011" y="562604"/>
                  </a:lnTo>
                  <a:lnTo>
                    <a:pt x="11821" y="562425"/>
                  </a:lnTo>
                  <a:lnTo>
                    <a:pt x="11805" y="562174"/>
                  </a:lnTo>
                  <a:lnTo>
                    <a:pt x="11809" y="561705"/>
                  </a:lnTo>
                  <a:lnTo>
                    <a:pt x="11862" y="561148"/>
                  </a:lnTo>
                  <a:lnTo>
                    <a:pt x="11862" y="560857"/>
                  </a:lnTo>
                  <a:lnTo>
                    <a:pt x="11926" y="560309"/>
                  </a:lnTo>
                  <a:lnTo>
                    <a:pt x="12071" y="560108"/>
                  </a:lnTo>
                  <a:lnTo>
                    <a:pt x="12312" y="559944"/>
                  </a:lnTo>
                  <a:lnTo>
                    <a:pt x="12400" y="559745"/>
                  </a:lnTo>
                  <a:lnTo>
                    <a:pt x="12457" y="559615"/>
                  </a:lnTo>
                  <a:lnTo>
                    <a:pt x="12377" y="559287"/>
                  </a:lnTo>
                  <a:lnTo>
                    <a:pt x="11780" y="558618"/>
                  </a:lnTo>
                  <a:lnTo>
                    <a:pt x="11663" y="558433"/>
                  </a:lnTo>
                  <a:lnTo>
                    <a:pt x="11625" y="558094"/>
                  </a:lnTo>
                  <a:lnTo>
                    <a:pt x="11541" y="557808"/>
                  </a:lnTo>
                  <a:lnTo>
                    <a:pt x="11396" y="557516"/>
                  </a:lnTo>
                  <a:lnTo>
                    <a:pt x="11138" y="557169"/>
                  </a:lnTo>
                  <a:lnTo>
                    <a:pt x="10849" y="556913"/>
                  </a:lnTo>
                  <a:lnTo>
                    <a:pt x="10608" y="556658"/>
                  </a:lnTo>
                  <a:lnTo>
                    <a:pt x="10576" y="556475"/>
                  </a:lnTo>
                  <a:lnTo>
                    <a:pt x="10559" y="556201"/>
                  </a:lnTo>
                  <a:lnTo>
                    <a:pt x="10414" y="555976"/>
                  </a:lnTo>
                  <a:lnTo>
                    <a:pt x="9951" y="555668"/>
                  </a:lnTo>
                  <a:lnTo>
                    <a:pt x="9376" y="555369"/>
                  </a:lnTo>
                  <a:lnTo>
                    <a:pt x="9234" y="555108"/>
                  </a:lnTo>
                  <a:lnTo>
                    <a:pt x="9214" y="554587"/>
                  </a:lnTo>
                  <a:lnTo>
                    <a:pt x="9375" y="553776"/>
                  </a:lnTo>
                  <a:lnTo>
                    <a:pt x="9437" y="553639"/>
                  </a:lnTo>
                  <a:lnTo>
                    <a:pt x="9505" y="553389"/>
                  </a:lnTo>
                  <a:lnTo>
                    <a:pt x="9667" y="553051"/>
                  </a:lnTo>
                  <a:lnTo>
                    <a:pt x="9849" y="552814"/>
                  </a:lnTo>
                  <a:lnTo>
                    <a:pt x="9937" y="552678"/>
                  </a:lnTo>
                  <a:lnTo>
                    <a:pt x="10093" y="552583"/>
                  </a:lnTo>
                  <a:lnTo>
                    <a:pt x="10405" y="552583"/>
                  </a:lnTo>
                  <a:lnTo>
                    <a:pt x="10513" y="552332"/>
                  </a:lnTo>
                  <a:lnTo>
                    <a:pt x="10519" y="552182"/>
                  </a:lnTo>
                  <a:lnTo>
                    <a:pt x="10592" y="551863"/>
                  </a:lnTo>
                  <a:lnTo>
                    <a:pt x="10831" y="551450"/>
                  </a:lnTo>
                  <a:lnTo>
                    <a:pt x="11112" y="551131"/>
                  </a:lnTo>
                  <a:lnTo>
                    <a:pt x="11351" y="550930"/>
                  </a:lnTo>
                  <a:lnTo>
                    <a:pt x="11535" y="550878"/>
                  </a:lnTo>
                  <a:lnTo>
                    <a:pt x="11737" y="550912"/>
                  </a:lnTo>
                  <a:lnTo>
                    <a:pt x="11914" y="550923"/>
                  </a:lnTo>
                  <a:lnTo>
                    <a:pt x="12070" y="550888"/>
                  </a:lnTo>
                  <a:lnTo>
                    <a:pt x="12413" y="550475"/>
                  </a:lnTo>
                  <a:lnTo>
                    <a:pt x="12621" y="550486"/>
                  </a:lnTo>
                  <a:lnTo>
                    <a:pt x="12849" y="550598"/>
                  </a:lnTo>
                  <a:lnTo>
                    <a:pt x="12996" y="550723"/>
                  </a:lnTo>
                  <a:lnTo>
                    <a:pt x="13266" y="550923"/>
                  </a:lnTo>
                  <a:lnTo>
                    <a:pt x="13537" y="550959"/>
                  </a:lnTo>
                  <a:lnTo>
                    <a:pt x="13942" y="550935"/>
                  </a:lnTo>
                  <a:lnTo>
                    <a:pt x="14171" y="550923"/>
                  </a:lnTo>
                  <a:lnTo>
                    <a:pt x="14482" y="551243"/>
                  </a:lnTo>
                  <a:lnTo>
                    <a:pt x="14624" y="551551"/>
                  </a:lnTo>
                  <a:lnTo>
                    <a:pt x="14810" y="551793"/>
                  </a:lnTo>
                  <a:lnTo>
                    <a:pt x="15208" y="551696"/>
                  </a:lnTo>
                  <a:lnTo>
                    <a:pt x="15436" y="551340"/>
                  </a:lnTo>
                  <a:lnTo>
                    <a:pt x="16063" y="550500"/>
                  </a:lnTo>
                  <a:lnTo>
                    <a:pt x="16171" y="550256"/>
                  </a:lnTo>
                  <a:lnTo>
                    <a:pt x="16198" y="550042"/>
                  </a:lnTo>
                  <a:lnTo>
                    <a:pt x="16198" y="549850"/>
                  </a:lnTo>
                  <a:lnTo>
                    <a:pt x="16124" y="549190"/>
                  </a:lnTo>
                  <a:lnTo>
                    <a:pt x="15968" y="548407"/>
                  </a:lnTo>
                  <a:lnTo>
                    <a:pt x="15962" y="548159"/>
                  </a:lnTo>
                  <a:lnTo>
                    <a:pt x="15906" y="547718"/>
                  </a:lnTo>
                  <a:lnTo>
                    <a:pt x="15880" y="547179"/>
                  </a:lnTo>
                  <a:lnTo>
                    <a:pt x="15772" y="546880"/>
                  </a:lnTo>
                  <a:lnTo>
                    <a:pt x="15630" y="546681"/>
                  </a:lnTo>
                  <a:lnTo>
                    <a:pt x="15312" y="546197"/>
                  </a:lnTo>
                  <a:lnTo>
                    <a:pt x="15069" y="545706"/>
                  </a:lnTo>
                  <a:lnTo>
                    <a:pt x="14844" y="545259"/>
                  </a:lnTo>
                  <a:lnTo>
                    <a:pt x="14710" y="545228"/>
                  </a:lnTo>
                  <a:lnTo>
                    <a:pt x="14411" y="545228"/>
                  </a:lnTo>
                  <a:lnTo>
                    <a:pt x="13993" y="545293"/>
                  </a:lnTo>
                  <a:lnTo>
                    <a:pt x="13555" y="545436"/>
                  </a:lnTo>
                  <a:lnTo>
                    <a:pt x="13443" y="545800"/>
                  </a:lnTo>
                  <a:lnTo>
                    <a:pt x="13271" y="546012"/>
                  </a:lnTo>
                  <a:lnTo>
                    <a:pt x="13143" y="546024"/>
                  </a:lnTo>
                  <a:lnTo>
                    <a:pt x="12750" y="545951"/>
                  </a:lnTo>
                  <a:lnTo>
                    <a:pt x="12520" y="545951"/>
                  </a:lnTo>
                  <a:lnTo>
                    <a:pt x="12150" y="546166"/>
                  </a:lnTo>
                  <a:lnTo>
                    <a:pt x="11695" y="546266"/>
                  </a:lnTo>
                  <a:lnTo>
                    <a:pt x="11205" y="546259"/>
                  </a:lnTo>
                  <a:lnTo>
                    <a:pt x="11040" y="546091"/>
                  </a:lnTo>
                  <a:lnTo>
                    <a:pt x="10976" y="545703"/>
                  </a:lnTo>
                  <a:lnTo>
                    <a:pt x="10998" y="545339"/>
                  </a:lnTo>
                  <a:lnTo>
                    <a:pt x="10955" y="544951"/>
                  </a:lnTo>
                  <a:lnTo>
                    <a:pt x="10773" y="544442"/>
                  </a:lnTo>
                  <a:lnTo>
                    <a:pt x="10463" y="543908"/>
                  </a:lnTo>
                  <a:lnTo>
                    <a:pt x="10196" y="543678"/>
                  </a:lnTo>
                  <a:lnTo>
                    <a:pt x="10084" y="543544"/>
                  </a:lnTo>
                  <a:lnTo>
                    <a:pt x="9972" y="543411"/>
                  </a:lnTo>
                  <a:lnTo>
                    <a:pt x="9950" y="543128"/>
                  </a:lnTo>
                  <a:lnTo>
                    <a:pt x="9995" y="542955"/>
                  </a:lnTo>
                  <a:lnTo>
                    <a:pt x="9995" y="542587"/>
                  </a:lnTo>
                  <a:lnTo>
                    <a:pt x="10065" y="541564"/>
                  </a:lnTo>
                  <a:lnTo>
                    <a:pt x="10049" y="541332"/>
                  </a:lnTo>
                  <a:lnTo>
                    <a:pt x="9956" y="541082"/>
                  </a:lnTo>
                  <a:lnTo>
                    <a:pt x="9749" y="540529"/>
                  </a:lnTo>
                  <a:lnTo>
                    <a:pt x="9688" y="540395"/>
                  </a:lnTo>
                  <a:lnTo>
                    <a:pt x="9517" y="540185"/>
                  </a:lnTo>
                  <a:lnTo>
                    <a:pt x="9317" y="540104"/>
                  </a:lnTo>
                  <a:lnTo>
                    <a:pt x="9073" y="540059"/>
                  </a:lnTo>
                  <a:lnTo>
                    <a:pt x="8924" y="539878"/>
                  </a:lnTo>
                  <a:lnTo>
                    <a:pt x="8890" y="539647"/>
                  </a:lnTo>
                  <a:lnTo>
                    <a:pt x="8849" y="539368"/>
                  </a:lnTo>
                  <a:lnTo>
                    <a:pt x="8806" y="539113"/>
                  </a:lnTo>
                  <a:lnTo>
                    <a:pt x="8625" y="539029"/>
                  </a:lnTo>
                  <a:lnTo>
                    <a:pt x="8475" y="539029"/>
                  </a:lnTo>
                  <a:lnTo>
                    <a:pt x="8123" y="539162"/>
                  </a:lnTo>
                  <a:lnTo>
                    <a:pt x="7665" y="539182"/>
                  </a:lnTo>
                  <a:lnTo>
                    <a:pt x="7266" y="538907"/>
                  </a:lnTo>
                  <a:lnTo>
                    <a:pt x="7051" y="538678"/>
                  </a:lnTo>
                  <a:lnTo>
                    <a:pt x="7033" y="538495"/>
                  </a:lnTo>
                  <a:lnTo>
                    <a:pt x="7140" y="538095"/>
                  </a:lnTo>
                  <a:lnTo>
                    <a:pt x="7183" y="537707"/>
                  </a:lnTo>
                  <a:lnTo>
                    <a:pt x="7089" y="537243"/>
                  </a:lnTo>
                  <a:lnTo>
                    <a:pt x="6915" y="537185"/>
                  </a:lnTo>
                  <a:lnTo>
                    <a:pt x="6702" y="537137"/>
                  </a:lnTo>
                  <a:lnTo>
                    <a:pt x="6511" y="536805"/>
                  </a:lnTo>
                  <a:lnTo>
                    <a:pt x="6452" y="536428"/>
                  </a:lnTo>
                  <a:lnTo>
                    <a:pt x="6357" y="535867"/>
                  </a:lnTo>
                  <a:lnTo>
                    <a:pt x="6168" y="535380"/>
                  </a:lnTo>
                  <a:lnTo>
                    <a:pt x="6067" y="535235"/>
                  </a:lnTo>
                  <a:lnTo>
                    <a:pt x="5758" y="534885"/>
                  </a:lnTo>
                  <a:lnTo>
                    <a:pt x="5638" y="534747"/>
                  </a:lnTo>
                  <a:lnTo>
                    <a:pt x="5490" y="534557"/>
                  </a:lnTo>
                  <a:lnTo>
                    <a:pt x="5253" y="534465"/>
                  </a:lnTo>
                  <a:lnTo>
                    <a:pt x="4992" y="534474"/>
                  </a:lnTo>
                  <a:lnTo>
                    <a:pt x="4510" y="534631"/>
                  </a:lnTo>
                  <a:lnTo>
                    <a:pt x="3823" y="534706"/>
                  </a:lnTo>
                  <a:lnTo>
                    <a:pt x="3488" y="534594"/>
                  </a:lnTo>
                  <a:lnTo>
                    <a:pt x="3260" y="534418"/>
                  </a:lnTo>
                  <a:lnTo>
                    <a:pt x="3121" y="534205"/>
                  </a:lnTo>
                  <a:lnTo>
                    <a:pt x="3080" y="533899"/>
                  </a:lnTo>
                  <a:lnTo>
                    <a:pt x="3064" y="533426"/>
                  </a:lnTo>
                  <a:lnTo>
                    <a:pt x="3015" y="533101"/>
                  </a:lnTo>
                  <a:lnTo>
                    <a:pt x="2720" y="532944"/>
                  </a:lnTo>
                  <a:lnTo>
                    <a:pt x="1887" y="532934"/>
                  </a:lnTo>
                  <a:lnTo>
                    <a:pt x="1863" y="532786"/>
                  </a:lnTo>
                  <a:lnTo>
                    <a:pt x="1953" y="532508"/>
                  </a:lnTo>
                  <a:lnTo>
                    <a:pt x="2287" y="532165"/>
                  </a:lnTo>
                  <a:lnTo>
                    <a:pt x="2443" y="531812"/>
                  </a:lnTo>
                  <a:lnTo>
                    <a:pt x="2451" y="531571"/>
                  </a:lnTo>
                  <a:lnTo>
                    <a:pt x="2427" y="531404"/>
                  </a:lnTo>
                  <a:lnTo>
                    <a:pt x="2402" y="531228"/>
                  </a:lnTo>
                  <a:lnTo>
                    <a:pt x="2173" y="530913"/>
                  </a:lnTo>
                  <a:lnTo>
                    <a:pt x="1895" y="530569"/>
                  </a:lnTo>
                  <a:lnTo>
                    <a:pt x="1887" y="530328"/>
                  </a:lnTo>
                  <a:lnTo>
                    <a:pt x="1928" y="530124"/>
                  </a:lnTo>
                  <a:lnTo>
                    <a:pt x="2042" y="529892"/>
                  </a:lnTo>
                  <a:lnTo>
                    <a:pt x="2212" y="529547"/>
                  </a:lnTo>
                  <a:lnTo>
                    <a:pt x="2271" y="529371"/>
                  </a:lnTo>
                  <a:lnTo>
                    <a:pt x="2394" y="528794"/>
                  </a:lnTo>
                  <a:lnTo>
                    <a:pt x="2389" y="528631"/>
                  </a:lnTo>
                  <a:lnTo>
                    <a:pt x="2344" y="528452"/>
                  </a:lnTo>
                  <a:lnTo>
                    <a:pt x="1294" y="527693"/>
                  </a:lnTo>
                  <a:lnTo>
                    <a:pt x="343" y="527205"/>
                  </a:lnTo>
                  <a:lnTo>
                    <a:pt x="0" y="527049"/>
                  </a:lnTo>
                  <a:lnTo>
                    <a:pt x="84" y="526817"/>
                  </a:lnTo>
                  <a:lnTo>
                    <a:pt x="302" y="526769"/>
                  </a:lnTo>
                  <a:lnTo>
                    <a:pt x="892" y="526699"/>
                  </a:lnTo>
                  <a:lnTo>
                    <a:pt x="1732" y="526481"/>
                  </a:lnTo>
                  <a:lnTo>
                    <a:pt x="2470" y="526439"/>
                  </a:lnTo>
                  <a:lnTo>
                    <a:pt x="3577" y="526105"/>
                  </a:lnTo>
                  <a:lnTo>
                    <a:pt x="3958" y="525721"/>
                  </a:lnTo>
                  <a:lnTo>
                    <a:pt x="4255" y="524921"/>
                  </a:lnTo>
                  <a:lnTo>
                    <a:pt x="4387" y="523973"/>
                  </a:lnTo>
                  <a:lnTo>
                    <a:pt x="4544" y="523325"/>
                  </a:lnTo>
                  <a:lnTo>
                    <a:pt x="4680" y="522984"/>
                  </a:lnTo>
                  <a:lnTo>
                    <a:pt x="5112" y="522768"/>
                  </a:lnTo>
                  <a:lnTo>
                    <a:pt x="5544" y="522304"/>
                  </a:lnTo>
                  <a:lnTo>
                    <a:pt x="5965" y="522125"/>
                  </a:lnTo>
                  <a:lnTo>
                    <a:pt x="6833" y="522113"/>
                  </a:lnTo>
                  <a:lnTo>
                    <a:pt x="7206" y="522246"/>
                  </a:lnTo>
                  <a:lnTo>
                    <a:pt x="8290" y="522395"/>
                  </a:lnTo>
                  <a:lnTo>
                    <a:pt x="9290" y="522525"/>
                  </a:lnTo>
                  <a:lnTo>
                    <a:pt x="10168" y="522744"/>
                  </a:lnTo>
                  <a:lnTo>
                    <a:pt x="10946" y="522776"/>
                  </a:lnTo>
                  <a:lnTo>
                    <a:pt x="11549" y="522767"/>
                  </a:lnTo>
                  <a:lnTo>
                    <a:pt x="11914" y="522724"/>
                  </a:lnTo>
                  <a:lnTo>
                    <a:pt x="12995" y="522363"/>
                  </a:lnTo>
                  <a:lnTo>
                    <a:pt x="13616" y="522322"/>
                  </a:lnTo>
                  <a:lnTo>
                    <a:pt x="14737" y="522395"/>
                  </a:lnTo>
                  <a:lnTo>
                    <a:pt x="15530" y="522168"/>
                  </a:lnTo>
                  <a:lnTo>
                    <a:pt x="16404" y="521970"/>
                  </a:lnTo>
                  <a:lnTo>
                    <a:pt x="16576" y="521899"/>
                  </a:lnTo>
                  <a:lnTo>
                    <a:pt x="16765" y="521874"/>
                  </a:lnTo>
                  <a:lnTo>
                    <a:pt x="17328" y="521568"/>
                  </a:lnTo>
                  <a:lnTo>
                    <a:pt x="17349" y="521354"/>
                  </a:lnTo>
                  <a:lnTo>
                    <a:pt x="17393" y="521002"/>
                  </a:lnTo>
                  <a:lnTo>
                    <a:pt x="17517" y="520777"/>
                  </a:lnTo>
                  <a:lnTo>
                    <a:pt x="17574" y="520635"/>
                  </a:lnTo>
                  <a:lnTo>
                    <a:pt x="17691" y="520444"/>
                  </a:lnTo>
                  <a:lnTo>
                    <a:pt x="17982" y="519791"/>
                  </a:lnTo>
                  <a:lnTo>
                    <a:pt x="18408" y="519426"/>
                  </a:lnTo>
                  <a:lnTo>
                    <a:pt x="18513" y="519273"/>
                  </a:lnTo>
                  <a:lnTo>
                    <a:pt x="18528" y="518959"/>
                  </a:lnTo>
                  <a:lnTo>
                    <a:pt x="18509" y="518808"/>
                  </a:lnTo>
                  <a:lnTo>
                    <a:pt x="18106" y="518364"/>
                  </a:lnTo>
                  <a:lnTo>
                    <a:pt x="18231" y="518165"/>
                  </a:lnTo>
                  <a:lnTo>
                    <a:pt x="18520" y="517882"/>
                  </a:lnTo>
                  <a:lnTo>
                    <a:pt x="18819" y="517543"/>
                  </a:lnTo>
                  <a:lnTo>
                    <a:pt x="19014" y="517492"/>
                  </a:lnTo>
                  <a:lnTo>
                    <a:pt x="19297" y="517418"/>
                  </a:lnTo>
                  <a:lnTo>
                    <a:pt x="19596" y="517158"/>
                  </a:lnTo>
                  <a:lnTo>
                    <a:pt x="19766" y="516909"/>
                  </a:lnTo>
                  <a:lnTo>
                    <a:pt x="19766" y="516660"/>
                  </a:lnTo>
                  <a:lnTo>
                    <a:pt x="19646" y="516366"/>
                  </a:lnTo>
                  <a:lnTo>
                    <a:pt x="19646" y="516162"/>
                  </a:lnTo>
                  <a:lnTo>
                    <a:pt x="19738" y="515789"/>
                  </a:lnTo>
                  <a:lnTo>
                    <a:pt x="20066" y="515778"/>
                  </a:lnTo>
                  <a:lnTo>
                    <a:pt x="20500" y="515778"/>
                  </a:lnTo>
                  <a:lnTo>
                    <a:pt x="20866" y="515680"/>
                  </a:lnTo>
                  <a:lnTo>
                    <a:pt x="21193" y="515472"/>
                  </a:lnTo>
                  <a:lnTo>
                    <a:pt x="21338" y="515122"/>
                  </a:lnTo>
                  <a:lnTo>
                    <a:pt x="21396" y="514599"/>
                  </a:lnTo>
                  <a:lnTo>
                    <a:pt x="21312" y="513939"/>
                  </a:lnTo>
                  <a:lnTo>
                    <a:pt x="21145" y="513341"/>
                  </a:lnTo>
                  <a:lnTo>
                    <a:pt x="21055" y="512772"/>
                  </a:lnTo>
                  <a:lnTo>
                    <a:pt x="20991" y="512320"/>
                  </a:lnTo>
                  <a:lnTo>
                    <a:pt x="20875" y="512028"/>
                  </a:lnTo>
                  <a:lnTo>
                    <a:pt x="20664" y="511680"/>
                  </a:lnTo>
                  <a:lnTo>
                    <a:pt x="20412" y="511071"/>
                  </a:lnTo>
                  <a:lnTo>
                    <a:pt x="20319" y="510738"/>
                  </a:lnTo>
                  <a:lnTo>
                    <a:pt x="20318" y="510208"/>
                  </a:lnTo>
                  <a:lnTo>
                    <a:pt x="20280" y="509897"/>
                  </a:lnTo>
                  <a:lnTo>
                    <a:pt x="20091" y="509543"/>
                  </a:lnTo>
                  <a:lnTo>
                    <a:pt x="19961" y="509398"/>
                  </a:lnTo>
                  <a:lnTo>
                    <a:pt x="19704" y="509114"/>
                  </a:lnTo>
                  <a:lnTo>
                    <a:pt x="19852" y="508526"/>
                  </a:lnTo>
                  <a:lnTo>
                    <a:pt x="19541" y="508385"/>
                  </a:lnTo>
                  <a:lnTo>
                    <a:pt x="19443" y="508167"/>
                  </a:lnTo>
                  <a:lnTo>
                    <a:pt x="19411" y="507917"/>
                  </a:lnTo>
                  <a:lnTo>
                    <a:pt x="19128" y="507484"/>
                  </a:lnTo>
                  <a:lnTo>
                    <a:pt x="18872" y="507430"/>
                  </a:lnTo>
                  <a:lnTo>
                    <a:pt x="18646" y="507408"/>
                  </a:lnTo>
                  <a:lnTo>
                    <a:pt x="18353" y="507408"/>
                  </a:lnTo>
                  <a:lnTo>
                    <a:pt x="18079" y="507387"/>
                  </a:lnTo>
                  <a:lnTo>
                    <a:pt x="17739" y="507290"/>
                  </a:lnTo>
                  <a:lnTo>
                    <a:pt x="17635" y="507108"/>
                  </a:lnTo>
                  <a:lnTo>
                    <a:pt x="17474" y="506861"/>
                  </a:lnTo>
                  <a:lnTo>
                    <a:pt x="17323" y="506711"/>
                  </a:lnTo>
                  <a:lnTo>
                    <a:pt x="17144" y="506679"/>
                  </a:lnTo>
                  <a:lnTo>
                    <a:pt x="16917" y="506691"/>
                  </a:lnTo>
                  <a:lnTo>
                    <a:pt x="16718" y="506776"/>
                  </a:lnTo>
                  <a:lnTo>
                    <a:pt x="16454" y="507001"/>
                  </a:lnTo>
                  <a:lnTo>
                    <a:pt x="16255" y="507022"/>
                  </a:lnTo>
                  <a:lnTo>
                    <a:pt x="16132" y="506860"/>
                  </a:lnTo>
                  <a:lnTo>
                    <a:pt x="16104" y="506508"/>
                  </a:lnTo>
                  <a:lnTo>
                    <a:pt x="16123" y="505671"/>
                  </a:lnTo>
                  <a:lnTo>
                    <a:pt x="16237" y="504620"/>
                  </a:lnTo>
                  <a:lnTo>
                    <a:pt x="16237" y="504084"/>
                  </a:lnTo>
                  <a:lnTo>
                    <a:pt x="16255" y="503655"/>
                  </a:lnTo>
                  <a:lnTo>
                    <a:pt x="16444" y="503140"/>
                  </a:lnTo>
                  <a:lnTo>
                    <a:pt x="16888" y="502250"/>
                  </a:lnTo>
                  <a:lnTo>
                    <a:pt x="17484" y="501810"/>
                  </a:lnTo>
                  <a:lnTo>
                    <a:pt x="18211" y="501488"/>
                  </a:lnTo>
                  <a:lnTo>
                    <a:pt x="18609" y="501226"/>
                  </a:lnTo>
                  <a:lnTo>
                    <a:pt x="18900" y="501099"/>
                  </a:lnTo>
                  <a:lnTo>
                    <a:pt x="19203" y="500824"/>
                  </a:lnTo>
                  <a:lnTo>
                    <a:pt x="19515" y="500587"/>
                  </a:lnTo>
                  <a:lnTo>
                    <a:pt x="19685" y="500298"/>
                  </a:lnTo>
                  <a:lnTo>
                    <a:pt x="19751" y="499976"/>
                  </a:lnTo>
                  <a:lnTo>
                    <a:pt x="19732" y="499472"/>
                  </a:lnTo>
                  <a:lnTo>
                    <a:pt x="19676" y="499275"/>
                  </a:lnTo>
                  <a:lnTo>
                    <a:pt x="19657" y="498859"/>
                  </a:lnTo>
                  <a:lnTo>
                    <a:pt x="19494" y="498457"/>
                  </a:lnTo>
                  <a:lnTo>
                    <a:pt x="19402" y="498030"/>
                  </a:lnTo>
                  <a:lnTo>
                    <a:pt x="19409" y="497829"/>
                  </a:lnTo>
                  <a:lnTo>
                    <a:pt x="19473" y="497620"/>
                  </a:lnTo>
                  <a:lnTo>
                    <a:pt x="19947" y="497017"/>
                  </a:lnTo>
                  <a:lnTo>
                    <a:pt x="20281" y="496478"/>
                  </a:lnTo>
                  <a:lnTo>
                    <a:pt x="20497" y="496135"/>
                  </a:lnTo>
                  <a:lnTo>
                    <a:pt x="20924" y="495743"/>
                  </a:lnTo>
                  <a:lnTo>
                    <a:pt x="21264" y="495414"/>
                  </a:lnTo>
                  <a:lnTo>
                    <a:pt x="21455" y="495107"/>
                  </a:lnTo>
                  <a:lnTo>
                    <a:pt x="21950" y="494290"/>
                  </a:lnTo>
                  <a:lnTo>
                    <a:pt x="22121" y="494070"/>
                  </a:lnTo>
                  <a:lnTo>
                    <a:pt x="22310" y="493899"/>
                  </a:lnTo>
                  <a:lnTo>
                    <a:pt x="22355" y="493546"/>
                  </a:lnTo>
                  <a:lnTo>
                    <a:pt x="22328" y="493290"/>
                  </a:lnTo>
                  <a:lnTo>
                    <a:pt x="22214" y="493148"/>
                  </a:lnTo>
                  <a:lnTo>
                    <a:pt x="22081" y="493066"/>
                  </a:lnTo>
                  <a:lnTo>
                    <a:pt x="21852" y="492943"/>
                  </a:lnTo>
                  <a:lnTo>
                    <a:pt x="21621" y="492932"/>
                  </a:lnTo>
                  <a:lnTo>
                    <a:pt x="21342" y="492900"/>
                  </a:lnTo>
                  <a:lnTo>
                    <a:pt x="21047" y="492835"/>
                  </a:lnTo>
                  <a:lnTo>
                    <a:pt x="20825" y="492677"/>
                  </a:lnTo>
                  <a:lnTo>
                    <a:pt x="20853" y="492497"/>
                  </a:lnTo>
                  <a:lnTo>
                    <a:pt x="21082" y="492281"/>
                  </a:lnTo>
                  <a:lnTo>
                    <a:pt x="21643" y="492083"/>
                  </a:lnTo>
                  <a:lnTo>
                    <a:pt x="23133" y="491506"/>
                  </a:lnTo>
                  <a:lnTo>
                    <a:pt x="23586" y="491229"/>
                  </a:lnTo>
                  <a:lnTo>
                    <a:pt x="23809" y="490938"/>
                  </a:lnTo>
                  <a:lnTo>
                    <a:pt x="23880" y="490582"/>
                  </a:lnTo>
                  <a:lnTo>
                    <a:pt x="24073" y="490009"/>
                  </a:lnTo>
                  <a:lnTo>
                    <a:pt x="24235" y="489418"/>
                  </a:lnTo>
                  <a:lnTo>
                    <a:pt x="24736" y="488911"/>
                  </a:lnTo>
                  <a:lnTo>
                    <a:pt x="25466" y="488569"/>
                  </a:lnTo>
                  <a:lnTo>
                    <a:pt x="25966" y="488685"/>
                  </a:lnTo>
                  <a:lnTo>
                    <a:pt x="26625" y="489034"/>
                  </a:lnTo>
                  <a:lnTo>
                    <a:pt x="27315" y="489372"/>
                  </a:lnTo>
                  <a:lnTo>
                    <a:pt x="27558" y="489399"/>
                  </a:lnTo>
                  <a:lnTo>
                    <a:pt x="27785" y="489395"/>
                  </a:lnTo>
                  <a:lnTo>
                    <a:pt x="28312" y="489261"/>
                  </a:lnTo>
                  <a:lnTo>
                    <a:pt x="28691" y="489050"/>
                  </a:lnTo>
                  <a:lnTo>
                    <a:pt x="29178" y="488263"/>
                  </a:lnTo>
                  <a:lnTo>
                    <a:pt x="29492" y="488021"/>
                  </a:lnTo>
                  <a:lnTo>
                    <a:pt x="30259" y="487910"/>
                  </a:lnTo>
                  <a:lnTo>
                    <a:pt x="31091" y="487710"/>
                  </a:lnTo>
                  <a:lnTo>
                    <a:pt x="32213" y="487438"/>
                  </a:lnTo>
                  <a:lnTo>
                    <a:pt x="32933" y="487296"/>
                  </a:lnTo>
                  <a:lnTo>
                    <a:pt x="33579" y="487108"/>
                  </a:lnTo>
                  <a:lnTo>
                    <a:pt x="34650" y="487100"/>
                  </a:lnTo>
                  <a:lnTo>
                    <a:pt x="35580" y="486881"/>
                  </a:lnTo>
                  <a:lnTo>
                    <a:pt x="36094" y="486893"/>
                  </a:lnTo>
                  <a:lnTo>
                    <a:pt x="36337" y="487077"/>
                  </a:lnTo>
                  <a:lnTo>
                    <a:pt x="36486" y="487576"/>
                  </a:lnTo>
                  <a:lnTo>
                    <a:pt x="36574" y="487929"/>
                  </a:lnTo>
                  <a:lnTo>
                    <a:pt x="36716" y="488171"/>
                  </a:lnTo>
                  <a:lnTo>
                    <a:pt x="36915" y="488317"/>
                  </a:lnTo>
                  <a:lnTo>
                    <a:pt x="37169" y="488336"/>
                  </a:lnTo>
                  <a:lnTo>
                    <a:pt x="37517" y="488155"/>
                  </a:lnTo>
                  <a:lnTo>
                    <a:pt x="37821" y="487941"/>
                  </a:lnTo>
                  <a:lnTo>
                    <a:pt x="38058" y="487848"/>
                  </a:lnTo>
                  <a:lnTo>
                    <a:pt x="38393" y="487944"/>
                  </a:lnTo>
                  <a:lnTo>
                    <a:pt x="38606" y="488049"/>
                  </a:lnTo>
                  <a:lnTo>
                    <a:pt x="38943" y="488158"/>
                  </a:lnTo>
                  <a:lnTo>
                    <a:pt x="39492" y="488512"/>
                  </a:lnTo>
                  <a:lnTo>
                    <a:pt x="39664" y="488670"/>
                  </a:lnTo>
                  <a:lnTo>
                    <a:pt x="40020" y="488798"/>
                  </a:lnTo>
                  <a:lnTo>
                    <a:pt x="40250" y="488762"/>
                  </a:lnTo>
                  <a:lnTo>
                    <a:pt x="40908" y="488486"/>
                  </a:lnTo>
                  <a:lnTo>
                    <a:pt x="42269" y="487360"/>
                  </a:lnTo>
                  <a:lnTo>
                    <a:pt x="43418" y="486710"/>
                  </a:lnTo>
                  <a:lnTo>
                    <a:pt x="44477" y="486188"/>
                  </a:lnTo>
                  <a:lnTo>
                    <a:pt x="45005" y="485636"/>
                  </a:lnTo>
                  <a:lnTo>
                    <a:pt x="45636" y="484679"/>
                  </a:lnTo>
                  <a:lnTo>
                    <a:pt x="46659" y="483768"/>
                  </a:lnTo>
                  <a:lnTo>
                    <a:pt x="47511" y="482939"/>
                  </a:lnTo>
                  <a:lnTo>
                    <a:pt x="48851" y="482450"/>
                  </a:lnTo>
                  <a:lnTo>
                    <a:pt x="49165" y="482033"/>
                  </a:lnTo>
                  <a:lnTo>
                    <a:pt x="49570" y="481775"/>
                  </a:lnTo>
                  <a:lnTo>
                    <a:pt x="50020" y="481023"/>
                  </a:lnTo>
                  <a:lnTo>
                    <a:pt x="50528" y="480087"/>
                  </a:lnTo>
                  <a:lnTo>
                    <a:pt x="51277" y="479155"/>
                  </a:lnTo>
                  <a:lnTo>
                    <a:pt x="52113" y="478726"/>
                  </a:lnTo>
                  <a:lnTo>
                    <a:pt x="52841" y="478580"/>
                  </a:lnTo>
                  <a:lnTo>
                    <a:pt x="53476" y="478653"/>
                  </a:lnTo>
                  <a:lnTo>
                    <a:pt x="54012" y="478904"/>
                  </a:lnTo>
                  <a:lnTo>
                    <a:pt x="54411" y="479163"/>
                  </a:lnTo>
                  <a:lnTo>
                    <a:pt x="54868" y="479163"/>
                  </a:lnTo>
                  <a:lnTo>
                    <a:pt x="55184" y="478993"/>
                  </a:lnTo>
                  <a:lnTo>
                    <a:pt x="55924" y="478329"/>
                  </a:lnTo>
                  <a:lnTo>
                    <a:pt x="56210" y="478235"/>
                  </a:lnTo>
                  <a:lnTo>
                    <a:pt x="56229" y="478047"/>
                  </a:lnTo>
                  <a:lnTo>
                    <a:pt x="56120" y="477822"/>
                  </a:lnTo>
                  <a:lnTo>
                    <a:pt x="56444" y="477158"/>
                  </a:lnTo>
                  <a:lnTo>
                    <a:pt x="56838" y="476255"/>
                  </a:lnTo>
                  <a:lnTo>
                    <a:pt x="56733" y="475432"/>
                  </a:lnTo>
                  <a:lnTo>
                    <a:pt x="56998" y="474962"/>
                  </a:lnTo>
                  <a:lnTo>
                    <a:pt x="57493" y="475016"/>
                  </a:lnTo>
                  <a:lnTo>
                    <a:pt x="59043" y="475056"/>
                  </a:lnTo>
                  <a:lnTo>
                    <a:pt x="59888" y="474992"/>
                  </a:lnTo>
                  <a:lnTo>
                    <a:pt x="60831" y="474864"/>
                  </a:lnTo>
                  <a:lnTo>
                    <a:pt x="61860" y="474944"/>
                  </a:lnTo>
                  <a:lnTo>
                    <a:pt x="62620" y="475128"/>
                  </a:lnTo>
                  <a:lnTo>
                    <a:pt x="63592" y="475655"/>
                  </a:lnTo>
                  <a:lnTo>
                    <a:pt x="64381" y="476039"/>
                  </a:lnTo>
                  <a:lnTo>
                    <a:pt x="64895" y="476039"/>
                  </a:lnTo>
                  <a:lnTo>
                    <a:pt x="65233" y="476039"/>
                  </a:lnTo>
                  <a:lnTo>
                    <a:pt x="65761" y="475623"/>
                  </a:lnTo>
                  <a:lnTo>
                    <a:pt x="65958" y="475607"/>
                  </a:lnTo>
                  <a:lnTo>
                    <a:pt x="66374" y="475559"/>
                  </a:lnTo>
                  <a:lnTo>
                    <a:pt x="66606" y="475265"/>
                  </a:lnTo>
                  <a:lnTo>
                    <a:pt x="66672" y="475024"/>
                  </a:lnTo>
                  <a:lnTo>
                    <a:pt x="66655" y="474882"/>
                  </a:lnTo>
                  <a:lnTo>
                    <a:pt x="66340" y="474568"/>
                  </a:lnTo>
                  <a:lnTo>
                    <a:pt x="65659" y="474229"/>
                  </a:lnTo>
                  <a:lnTo>
                    <a:pt x="65309" y="473949"/>
                  </a:lnTo>
                  <a:lnTo>
                    <a:pt x="65029" y="473673"/>
                  </a:lnTo>
                  <a:lnTo>
                    <a:pt x="64613" y="473265"/>
                  </a:lnTo>
                  <a:lnTo>
                    <a:pt x="64241" y="472699"/>
                  </a:lnTo>
                  <a:lnTo>
                    <a:pt x="63820" y="472320"/>
                  </a:lnTo>
                  <a:lnTo>
                    <a:pt x="63461" y="471944"/>
                  </a:lnTo>
                  <a:lnTo>
                    <a:pt x="62891" y="471481"/>
                  </a:lnTo>
                  <a:lnTo>
                    <a:pt x="61933" y="470553"/>
                  </a:lnTo>
                  <a:lnTo>
                    <a:pt x="61398" y="470137"/>
                  </a:lnTo>
                  <a:lnTo>
                    <a:pt x="61193" y="469858"/>
                  </a:lnTo>
                  <a:lnTo>
                    <a:pt x="61179" y="469674"/>
                  </a:lnTo>
                  <a:lnTo>
                    <a:pt x="61303" y="469356"/>
                  </a:lnTo>
                  <a:lnTo>
                    <a:pt x="61630" y="469290"/>
                  </a:lnTo>
                  <a:lnTo>
                    <a:pt x="62003" y="469098"/>
                  </a:lnTo>
                  <a:lnTo>
                    <a:pt x="62130" y="468850"/>
                  </a:lnTo>
                  <a:lnTo>
                    <a:pt x="62229" y="468379"/>
                  </a:lnTo>
                  <a:lnTo>
                    <a:pt x="62292" y="467267"/>
                  </a:lnTo>
                  <a:lnTo>
                    <a:pt x="62325" y="466456"/>
                  </a:lnTo>
                  <a:lnTo>
                    <a:pt x="62708" y="466190"/>
                  </a:lnTo>
                  <a:lnTo>
                    <a:pt x="62773" y="466054"/>
                  </a:lnTo>
                  <a:lnTo>
                    <a:pt x="62988" y="465857"/>
                  </a:lnTo>
                  <a:lnTo>
                    <a:pt x="63276" y="465673"/>
                  </a:lnTo>
                  <a:lnTo>
                    <a:pt x="63723" y="465673"/>
                  </a:lnTo>
                  <a:lnTo>
                    <a:pt x="64310" y="465896"/>
                  </a:lnTo>
                  <a:lnTo>
                    <a:pt x="64556" y="466036"/>
                  </a:lnTo>
                  <a:lnTo>
                    <a:pt x="65201" y="466195"/>
                  </a:lnTo>
                  <a:lnTo>
                    <a:pt x="65931" y="466440"/>
                  </a:lnTo>
                  <a:lnTo>
                    <a:pt x="66449" y="466712"/>
                  </a:lnTo>
                  <a:lnTo>
                    <a:pt x="66918" y="467100"/>
                  </a:lnTo>
                  <a:lnTo>
                    <a:pt x="67378" y="467494"/>
                  </a:lnTo>
                  <a:lnTo>
                    <a:pt x="68333" y="468078"/>
                  </a:lnTo>
                  <a:lnTo>
                    <a:pt x="68919" y="468513"/>
                  </a:lnTo>
                  <a:lnTo>
                    <a:pt x="69305" y="468813"/>
                  </a:lnTo>
                  <a:lnTo>
                    <a:pt x="69893" y="469065"/>
                  </a:lnTo>
                  <a:lnTo>
                    <a:pt x="70290" y="469152"/>
                  </a:lnTo>
                  <a:lnTo>
                    <a:pt x="70582" y="469170"/>
                  </a:lnTo>
                  <a:lnTo>
                    <a:pt x="71119" y="469026"/>
                  </a:lnTo>
                  <a:lnTo>
                    <a:pt x="71897" y="468619"/>
                  </a:lnTo>
                  <a:lnTo>
                    <a:pt x="72850" y="469103"/>
                  </a:lnTo>
                  <a:lnTo>
                    <a:pt x="73485" y="469556"/>
                  </a:lnTo>
                  <a:lnTo>
                    <a:pt x="74344" y="469763"/>
                  </a:lnTo>
                  <a:lnTo>
                    <a:pt x="75496" y="469919"/>
                  </a:lnTo>
                  <a:lnTo>
                    <a:pt x="75851" y="469882"/>
                  </a:lnTo>
                  <a:lnTo>
                    <a:pt x="76240" y="469621"/>
                  </a:lnTo>
                  <a:lnTo>
                    <a:pt x="76683" y="469192"/>
                  </a:lnTo>
                  <a:lnTo>
                    <a:pt x="77092" y="468842"/>
                  </a:lnTo>
                  <a:lnTo>
                    <a:pt x="77443" y="468823"/>
                  </a:lnTo>
                  <a:lnTo>
                    <a:pt x="77879" y="468915"/>
                  </a:lnTo>
                  <a:lnTo>
                    <a:pt x="78387" y="469034"/>
                  </a:lnTo>
                  <a:lnTo>
                    <a:pt x="78816" y="469067"/>
                  </a:lnTo>
                  <a:lnTo>
                    <a:pt x="79539" y="469305"/>
                  </a:lnTo>
                  <a:lnTo>
                    <a:pt x="80317" y="469512"/>
                  </a:lnTo>
                  <a:lnTo>
                    <a:pt x="80663" y="469598"/>
                  </a:lnTo>
                  <a:lnTo>
                    <a:pt x="81581" y="469605"/>
                  </a:lnTo>
                  <a:lnTo>
                    <a:pt x="82243" y="469466"/>
                  </a:lnTo>
                  <a:lnTo>
                    <a:pt x="82615" y="468776"/>
                  </a:lnTo>
                  <a:lnTo>
                    <a:pt x="82884" y="468519"/>
                  </a:lnTo>
                  <a:lnTo>
                    <a:pt x="83285" y="468261"/>
                  </a:lnTo>
                  <a:lnTo>
                    <a:pt x="83427" y="468046"/>
                  </a:lnTo>
                  <a:lnTo>
                    <a:pt x="83555" y="467716"/>
                  </a:lnTo>
                  <a:lnTo>
                    <a:pt x="83785" y="467624"/>
                  </a:lnTo>
                  <a:lnTo>
                    <a:pt x="84603" y="467609"/>
                  </a:lnTo>
                  <a:lnTo>
                    <a:pt x="85130" y="467302"/>
                  </a:lnTo>
                  <a:lnTo>
                    <a:pt x="85245" y="466941"/>
                  </a:lnTo>
                  <a:lnTo>
                    <a:pt x="85495" y="466366"/>
                  </a:lnTo>
                  <a:lnTo>
                    <a:pt x="86246" y="465813"/>
                  </a:lnTo>
                  <a:lnTo>
                    <a:pt x="87179" y="465099"/>
                  </a:lnTo>
                  <a:lnTo>
                    <a:pt x="87399" y="464933"/>
                  </a:lnTo>
                  <a:lnTo>
                    <a:pt x="88369" y="464459"/>
                  </a:lnTo>
                  <a:lnTo>
                    <a:pt x="88687" y="464325"/>
                  </a:lnTo>
                  <a:lnTo>
                    <a:pt x="89151" y="464074"/>
                  </a:lnTo>
                  <a:lnTo>
                    <a:pt x="89971" y="463982"/>
                  </a:lnTo>
                  <a:lnTo>
                    <a:pt x="90517" y="463815"/>
                  </a:lnTo>
                  <a:lnTo>
                    <a:pt x="90733" y="463747"/>
                  </a:lnTo>
                  <a:lnTo>
                    <a:pt x="91341" y="463255"/>
                  </a:lnTo>
                  <a:lnTo>
                    <a:pt x="91662" y="462862"/>
                  </a:lnTo>
                  <a:lnTo>
                    <a:pt x="92030" y="462472"/>
                  </a:lnTo>
                  <a:lnTo>
                    <a:pt x="92449" y="462287"/>
                  </a:lnTo>
                  <a:lnTo>
                    <a:pt x="92740" y="462057"/>
                  </a:lnTo>
                  <a:lnTo>
                    <a:pt x="92943" y="461773"/>
                  </a:lnTo>
                  <a:lnTo>
                    <a:pt x="93078" y="461459"/>
                  </a:lnTo>
                  <a:lnTo>
                    <a:pt x="93369" y="461236"/>
                  </a:lnTo>
                  <a:lnTo>
                    <a:pt x="94390" y="460591"/>
                  </a:lnTo>
                  <a:lnTo>
                    <a:pt x="95559" y="459732"/>
                  </a:lnTo>
                  <a:lnTo>
                    <a:pt x="96573" y="458995"/>
                  </a:lnTo>
                  <a:lnTo>
                    <a:pt x="97081" y="458696"/>
                  </a:lnTo>
                  <a:lnTo>
                    <a:pt x="97757" y="458396"/>
                  </a:lnTo>
                  <a:lnTo>
                    <a:pt x="98375" y="458176"/>
                  </a:lnTo>
                  <a:lnTo>
                    <a:pt x="98669" y="458181"/>
                  </a:lnTo>
                  <a:lnTo>
                    <a:pt x="99095" y="458212"/>
                  </a:lnTo>
                  <a:lnTo>
                    <a:pt x="99345" y="458373"/>
                  </a:lnTo>
                  <a:lnTo>
                    <a:pt x="99454" y="458688"/>
                  </a:lnTo>
                  <a:lnTo>
                    <a:pt x="99704" y="458834"/>
                  </a:lnTo>
                  <a:lnTo>
                    <a:pt x="100028" y="459018"/>
                  </a:lnTo>
                  <a:lnTo>
                    <a:pt x="100109" y="459417"/>
                  </a:lnTo>
                  <a:lnTo>
                    <a:pt x="100488" y="459778"/>
                  </a:lnTo>
                  <a:lnTo>
                    <a:pt x="100718" y="459924"/>
                  </a:lnTo>
                  <a:lnTo>
                    <a:pt x="100968" y="460238"/>
                  </a:lnTo>
                  <a:lnTo>
                    <a:pt x="100921" y="460438"/>
                  </a:lnTo>
                  <a:lnTo>
                    <a:pt x="100634" y="460756"/>
                  </a:lnTo>
                  <a:lnTo>
                    <a:pt x="100556" y="460937"/>
                  </a:lnTo>
                  <a:lnTo>
                    <a:pt x="100515" y="461574"/>
                  </a:lnTo>
                  <a:lnTo>
                    <a:pt x="100569" y="462295"/>
                  </a:lnTo>
                  <a:lnTo>
                    <a:pt x="100644" y="463638"/>
                  </a:lnTo>
                  <a:lnTo>
                    <a:pt x="100698" y="464152"/>
                  </a:lnTo>
                  <a:lnTo>
                    <a:pt x="100745" y="464406"/>
                  </a:lnTo>
                  <a:lnTo>
                    <a:pt x="101184" y="464882"/>
                  </a:lnTo>
                  <a:lnTo>
                    <a:pt x="101340" y="465250"/>
                  </a:lnTo>
                  <a:lnTo>
                    <a:pt x="101441" y="465672"/>
                  </a:lnTo>
                  <a:lnTo>
                    <a:pt x="101624" y="466079"/>
                  </a:lnTo>
                  <a:lnTo>
                    <a:pt x="102036" y="466486"/>
                  </a:lnTo>
                  <a:lnTo>
                    <a:pt x="102469" y="466693"/>
                  </a:lnTo>
                  <a:lnTo>
                    <a:pt x="102601" y="466740"/>
                  </a:lnTo>
                  <a:lnTo>
                    <a:pt x="102875" y="466762"/>
                  </a:lnTo>
                  <a:lnTo>
                    <a:pt x="103375" y="466862"/>
                  </a:lnTo>
                  <a:lnTo>
                    <a:pt x="103720" y="467077"/>
                  </a:lnTo>
                  <a:lnTo>
                    <a:pt x="103977" y="467330"/>
                  </a:lnTo>
                  <a:lnTo>
                    <a:pt x="104375" y="467568"/>
                  </a:lnTo>
                  <a:lnTo>
                    <a:pt x="104910" y="467760"/>
                  </a:lnTo>
                  <a:lnTo>
                    <a:pt x="105221" y="467967"/>
                  </a:lnTo>
                  <a:lnTo>
                    <a:pt x="105417" y="468136"/>
                  </a:lnTo>
                  <a:lnTo>
                    <a:pt x="105491" y="468297"/>
                  </a:lnTo>
                  <a:lnTo>
                    <a:pt x="105444" y="468450"/>
                  </a:lnTo>
                  <a:lnTo>
                    <a:pt x="105177" y="468749"/>
                  </a:lnTo>
                  <a:lnTo>
                    <a:pt x="105025" y="468965"/>
                  </a:lnTo>
                  <a:lnTo>
                    <a:pt x="104856" y="469210"/>
                  </a:lnTo>
                  <a:lnTo>
                    <a:pt x="104822" y="469433"/>
                  </a:lnTo>
                  <a:lnTo>
                    <a:pt x="104761" y="469840"/>
                  </a:lnTo>
                  <a:lnTo>
                    <a:pt x="104375" y="470246"/>
                  </a:lnTo>
                  <a:lnTo>
                    <a:pt x="103862" y="470583"/>
                  </a:lnTo>
                  <a:lnTo>
                    <a:pt x="103591" y="470807"/>
                  </a:lnTo>
                  <a:lnTo>
                    <a:pt x="103368" y="471114"/>
                  </a:lnTo>
                  <a:lnTo>
                    <a:pt x="103145" y="471536"/>
                  </a:lnTo>
                  <a:lnTo>
                    <a:pt x="103160" y="471985"/>
                  </a:lnTo>
                  <a:lnTo>
                    <a:pt x="102926" y="472135"/>
                  </a:lnTo>
                  <a:lnTo>
                    <a:pt x="102848" y="472444"/>
                  </a:lnTo>
                  <a:lnTo>
                    <a:pt x="102888" y="472733"/>
                  </a:lnTo>
                  <a:lnTo>
                    <a:pt x="102895" y="473048"/>
                  </a:lnTo>
                  <a:lnTo>
                    <a:pt x="102895" y="473278"/>
                  </a:lnTo>
                  <a:lnTo>
                    <a:pt x="102645" y="473823"/>
                  </a:lnTo>
                  <a:lnTo>
                    <a:pt x="102555" y="474192"/>
                  </a:lnTo>
                  <a:lnTo>
                    <a:pt x="102631" y="474491"/>
                  </a:lnTo>
                  <a:lnTo>
                    <a:pt x="103138" y="474959"/>
                  </a:lnTo>
                  <a:lnTo>
                    <a:pt x="103375" y="475197"/>
                  </a:lnTo>
                  <a:lnTo>
                    <a:pt x="103490" y="475550"/>
                  </a:lnTo>
                  <a:lnTo>
                    <a:pt x="103909" y="476448"/>
                  </a:lnTo>
                  <a:lnTo>
                    <a:pt x="104105" y="476693"/>
                  </a:lnTo>
                  <a:lnTo>
                    <a:pt x="104288" y="476947"/>
                  </a:lnTo>
                  <a:lnTo>
                    <a:pt x="104220" y="477338"/>
                  </a:lnTo>
                  <a:lnTo>
                    <a:pt x="104051" y="477607"/>
                  </a:lnTo>
                  <a:lnTo>
                    <a:pt x="103963" y="477806"/>
                  </a:lnTo>
                  <a:lnTo>
                    <a:pt x="103950" y="477967"/>
                  </a:lnTo>
                  <a:lnTo>
                    <a:pt x="103983" y="478159"/>
                  </a:lnTo>
                  <a:lnTo>
                    <a:pt x="104064" y="478367"/>
                  </a:lnTo>
                  <a:lnTo>
                    <a:pt x="104240" y="478528"/>
                  </a:lnTo>
                  <a:lnTo>
                    <a:pt x="104375" y="478535"/>
                  </a:lnTo>
                  <a:lnTo>
                    <a:pt x="104659" y="478512"/>
                  </a:lnTo>
                  <a:lnTo>
                    <a:pt x="104910" y="478382"/>
                  </a:lnTo>
                  <a:lnTo>
                    <a:pt x="105200" y="478328"/>
                  </a:lnTo>
                  <a:lnTo>
                    <a:pt x="105383" y="477960"/>
                  </a:lnTo>
                  <a:lnTo>
                    <a:pt x="105750" y="477637"/>
                  </a:lnTo>
                  <a:lnTo>
                    <a:pt x="105944" y="477668"/>
                  </a:lnTo>
                  <a:lnTo>
                    <a:pt x="106356" y="477706"/>
                  </a:lnTo>
                  <a:lnTo>
                    <a:pt x="106674" y="477591"/>
                  </a:lnTo>
                  <a:lnTo>
                    <a:pt x="107026" y="477353"/>
                  </a:lnTo>
                  <a:lnTo>
                    <a:pt x="107391" y="477392"/>
                  </a:lnTo>
                  <a:lnTo>
                    <a:pt x="107641" y="477599"/>
                  </a:lnTo>
                  <a:lnTo>
                    <a:pt x="107796" y="477607"/>
                  </a:lnTo>
                  <a:lnTo>
                    <a:pt x="108033" y="477507"/>
                  </a:lnTo>
                  <a:lnTo>
                    <a:pt x="108662" y="477100"/>
                  </a:lnTo>
                  <a:lnTo>
                    <a:pt x="109433" y="476571"/>
                  </a:lnTo>
                  <a:lnTo>
                    <a:pt x="109723" y="476287"/>
                  </a:lnTo>
                  <a:lnTo>
                    <a:pt x="109980" y="476102"/>
                  </a:lnTo>
                  <a:lnTo>
                    <a:pt x="110190" y="476110"/>
                  </a:lnTo>
                  <a:lnTo>
                    <a:pt x="110286" y="476305"/>
                  </a:lnTo>
                  <a:lnTo>
                    <a:pt x="110305" y="476448"/>
                  </a:lnTo>
                  <a:lnTo>
                    <a:pt x="110589" y="476824"/>
                  </a:lnTo>
                  <a:lnTo>
                    <a:pt x="111021" y="476962"/>
                  </a:lnTo>
                  <a:lnTo>
                    <a:pt x="111522" y="476993"/>
                  </a:lnTo>
                  <a:lnTo>
                    <a:pt x="112245" y="476916"/>
                  </a:lnTo>
                  <a:lnTo>
                    <a:pt x="112657" y="477054"/>
                  </a:lnTo>
                  <a:lnTo>
                    <a:pt x="113219" y="477238"/>
                  </a:lnTo>
                  <a:lnTo>
                    <a:pt x="113611" y="477315"/>
                  </a:lnTo>
                  <a:lnTo>
                    <a:pt x="113969" y="477423"/>
                  </a:lnTo>
                  <a:lnTo>
                    <a:pt x="114307" y="477917"/>
                  </a:lnTo>
                  <a:lnTo>
                    <a:pt x="114585" y="477890"/>
                  </a:lnTo>
                  <a:lnTo>
                    <a:pt x="114734" y="477833"/>
                  </a:lnTo>
                  <a:lnTo>
                    <a:pt x="114835" y="477690"/>
                  </a:lnTo>
                  <a:lnTo>
                    <a:pt x="114923" y="477214"/>
                  </a:lnTo>
                  <a:lnTo>
                    <a:pt x="114995" y="476833"/>
                  </a:lnTo>
                  <a:lnTo>
                    <a:pt x="114961" y="476636"/>
                  </a:lnTo>
                  <a:lnTo>
                    <a:pt x="114889" y="476401"/>
                  </a:lnTo>
                  <a:lnTo>
                    <a:pt x="114812" y="475861"/>
                  </a:lnTo>
                  <a:lnTo>
                    <a:pt x="115095" y="475476"/>
                  </a:lnTo>
                  <a:lnTo>
                    <a:pt x="115490" y="475332"/>
                  </a:lnTo>
                  <a:lnTo>
                    <a:pt x="115666" y="475172"/>
                  </a:lnTo>
                  <a:lnTo>
                    <a:pt x="115940" y="474724"/>
                  </a:lnTo>
                  <a:lnTo>
                    <a:pt x="116208" y="474421"/>
                  </a:lnTo>
                  <a:lnTo>
                    <a:pt x="116187" y="473893"/>
                  </a:lnTo>
                  <a:lnTo>
                    <a:pt x="116378" y="473482"/>
                  </a:lnTo>
                  <a:lnTo>
                    <a:pt x="116905" y="473277"/>
                  </a:lnTo>
                  <a:lnTo>
                    <a:pt x="117292" y="473141"/>
                  </a:lnTo>
                  <a:lnTo>
                    <a:pt x="117793" y="473261"/>
                  </a:lnTo>
                  <a:lnTo>
                    <a:pt x="118032" y="473454"/>
                  </a:lnTo>
                  <a:lnTo>
                    <a:pt x="118208" y="473677"/>
                  </a:lnTo>
                  <a:lnTo>
                    <a:pt x="118814" y="474021"/>
                  </a:lnTo>
                  <a:lnTo>
                    <a:pt x="118983" y="474205"/>
                  </a:lnTo>
                  <a:lnTo>
                    <a:pt x="119164" y="474386"/>
                  </a:lnTo>
                  <a:lnTo>
                    <a:pt x="119444" y="474542"/>
                  </a:lnTo>
                  <a:lnTo>
                    <a:pt x="119764" y="474573"/>
                  </a:lnTo>
                  <a:lnTo>
                    <a:pt x="120287" y="474558"/>
                  </a:lnTo>
                  <a:lnTo>
                    <a:pt x="120440" y="474522"/>
                  </a:lnTo>
                  <a:lnTo>
                    <a:pt x="120571" y="474368"/>
                  </a:lnTo>
                  <a:lnTo>
                    <a:pt x="120503" y="474225"/>
                  </a:lnTo>
                  <a:lnTo>
                    <a:pt x="120332" y="473790"/>
                  </a:lnTo>
                  <a:lnTo>
                    <a:pt x="120215" y="473299"/>
                  </a:lnTo>
                  <a:lnTo>
                    <a:pt x="120300" y="472941"/>
                  </a:lnTo>
                  <a:lnTo>
                    <a:pt x="120548" y="472690"/>
                  </a:lnTo>
                  <a:lnTo>
                    <a:pt x="120999" y="472608"/>
                  </a:lnTo>
                  <a:lnTo>
                    <a:pt x="121265" y="472547"/>
                  </a:lnTo>
                  <a:lnTo>
                    <a:pt x="121486" y="472399"/>
                  </a:lnTo>
                  <a:lnTo>
                    <a:pt x="121923" y="472404"/>
                  </a:lnTo>
                  <a:lnTo>
                    <a:pt x="122432" y="472511"/>
                  </a:lnTo>
                  <a:lnTo>
                    <a:pt x="122770" y="472664"/>
                  </a:lnTo>
                  <a:lnTo>
                    <a:pt x="122969" y="472664"/>
                  </a:lnTo>
                  <a:lnTo>
                    <a:pt x="123370" y="472414"/>
                  </a:lnTo>
                  <a:lnTo>
                    <a:pt x="123708" y="472311"/>
                  </a:lnTo>
                  <a:lnTo>
                    <a:pt x="124573" y="472511"/>
                  </a:lnTo>
                  <a:lnTo>
                    <a:pt x="125155" y="472629"/>
                  </a:lnTo>
                  <a:lnTo>
                    <a:pt x="126074" y="473058"/>
                  </a:lnTo>
                  <a:lnTo>
                    <a:pt x="126502" y="473156"/>
                  </a:lnTo>
                  <a:lnTo>
                    <a:pt x="126782" y="473115"/>
                  </a:lnTo>
                  <a:lnTo>
                    <a:pt x="127287" y="472941"/>
                  </a:lnTo>
                  <a:lnTo>
                    <a:pt x="128184" y="472475"/>
                  </a:lnTo>
                  <a:lnTo>
                    <a:pt x="128774" y="472004"/>
                  </a:lnTo>
                  <a:lnTo>
                    <a:pt x="129193" y="471534"/>
                  </a:lnTo>
                  <a:lnTo>
                    <a:pt x="129382" y="471319"/>
                  </a:lnTo>
                  <a:lnTo>
                    <a:pt x="130117" y="471068"/>
                  </a:lnTo>
                  <a:lnTo>
                    <a:pt x="130333" y="470996"/>
                  </a:lnTo>
                  <a:lnTo>
                    <a:pt x="130699" y="470705"/>
                  </a:lnTo>
                  <a:lnTo>
                    <a:pt x="131037" y="470275"/>
                  </a:lnTo>
                  <a:lnTo>
                    <a:pt x="131312" y="470096"/>
                  </a:lnTo>
                  <a:lnTo>
                    <a:pt x="131501" y="470168"/>
                  </a:lnTo>
                  <a:lnTo>
                    <a:pt x="131653" y="470326"/>
                  </a:lnTo>
                  <a:lnTo>
                    <a:pt x="131749" y="470480"/>
                  </a:lnTo>
                  <a:lnTo>
                    <a:pt x="131726" y="470735"/>
                  </a:lnTo>
                  <a:lnTo>
                    <a:pt x="131582" y="471145"/>
                  </a:lnTo>
                  <a:lnTo>
                    <a:pt x="131519" y="471467"/>
                  </a:lnTo>
                  <a:lnTo>
                    <a:pt x="131568" y="471595"/>
                  </a:lnTo>
                  <a:lnTo>
                    <a:pt x="131740" y="471779"/>
                  </a:lnTo>
                  <a:lnTo>
                    <a:pt x="132069" y="471836"/>
                  </a:lnTo>
                  <a:lnTo>
                    <a:pt x="132284" y="471872"/>
                  </a:lnTo>
                  <a:lnTo>
                    <a:pt x="132565" y="471866"/>
                  </a:lnTo>
                  <a:lnTo>
                    <a:pt x="132961" y="471938"/>
                  </a:lnTo>
                  <a:lnTo>
                    <a:pt x="133141" y="472061"/>
                  </a:lnTo>
                  <a:lnTo>
                    <a:pt x="133223" y="472230"/>
                  </a:lnTo>
                  <a:lnTo>
                    <a:pt x="133290" y="472404"/>
                  </a:lnTo>
                  <a:lnTo>
                    <a:pt x="133461" y="472593"/>
                  </a:lnTo>
                  <a:lnTo>
                    <a:pt x="133624" y="472711"/>
                  </a:lnTo>
                  <a:lnTo>
                    <a:pt x="133687" y="472910"/>
                  </a:lnTo>
                  <a:lnTo>
                    <a:pt x="133565" y="473539"/>
                  </a:lnTo>
                  <a:lnTo>
                    <a:pt x="133525" y="473933"/>
                  </a:lnTo>
                  <a:lnTo>
                    <a:pt x="133565" y="474312"/>
                  </a:lnTo>
                  <a:lnTo>
                    <a:pt x="133633" y="474599"/>
                  </a:lnTo>
                  <a:lnTo>
                    <a:pt x="133768" y="474885"/>
                  </a:lnTo>
                  <a:lnTo>
                    <a:pt x="133921" y="475059"/>
                  </a:lnTo>
                  <a:lnTo>
                    <a:pt x="134367" y="475351"/>
                  </a:lnTo>
                  <a:lnTo>
                    <a:pt x="134476" y="475197"/>
                  </a:lnTo>
                  <a:lnTo>
                    <a:pt x="134575" y="474885"/>
                  </a:lnTo>
                  <a:lnTo>
                    <a:pt x="134621" y="474456"/>
                  </a:lnTo>
                  <a:lnTo>
                    <a:pt x="134849" y="474266"/>
                  </a:lnTo>
                  <a:lnTo>
                    <a:pt x="135021" y="474119"/>
                  </a:lnTo>
                  <a:lnTo>
                    <a:pt x="135041" y="473970"/>
                  </a:lnTo>
                  <a:lnTo>
                    <a:pt x="135190" y="473534"/>
                  </a:lnTo>
                  <a:lnTo>
                    <a:pt x="135567" y="473117"/>
                  </a:lnTo>
                  <a:lnTo>
                    <a:pt x="135864" y="472883"/>
                  </a:lnTo>
                  <a:lnTo>
                    <a:pt x="136336" y="472931"/>
                  </a:lnTo>
                  <a:lnTo>
                    <a:pt x="136393" y="473155"/>
                  </a:lnTo>
                  <a:lnTo>
                    <a:pt x="136498" y="473347"/>
                  </a:lnTo>
                  <a:lnTo>
                    <a:pt x="136738" y="473451"/>
                  </a:lnTo>
                  <a:lnTo>
                    <a:pt x="137012" y="473403"/>
                  </a:lnTo>
                  <a:lnTo>
                    <a:pt x="137308" y="473195"/>
                  </a:lnTo>
                  <a:lnTo>
                    <a:pt x="137836" y="472891"/>
                  </a:lnTo>
                  <a:lnTo>
                    <a:pt x="138407" y="472891"/>
                  </a:lnTo>
                  <a:lnTo>
                    <a:pt x="138752" y="472867"/>
                  </a:lnTo>
                  <a:lnTo>
                    <a:pt x="139019" y="472659"/>
                  </a:lnTo>
                  <a:lnTo>
                    <a:pt x="139166" y="472386"/>
                  </a:lnTo>
                  <a:lnTo>
                    <a:pt x="139928" y="471692"/>
                  </a:lnTo>
                  <a:lnTo>
                    <a:pt x="140092" y="471371"/>
                  </a:lnTo>
                  <a:lnTo>
                    <a:pt x="140470" y="470908"/>
                  </a:lnTo>
                  <a:lnTo>
                    <a:pt x="140641" y="470753"/>
                  </a:lnTo>
                  <a:lnTo>
                    <a:pt x="141308" y="470724"/>
                  </a:lnTo>
                  <a:lnTo>
                    <a:pt x="141759" y="470732"/>
                  </a:lnTo>
                  <a:lnTo>
                    <a:pt x="142132" y="470676"/>
                  </a:lnTo>
                  <a:lnTo>
                    <a:pt x="142273" y="470525"/>
                  </a:lnTo>
                  <a:lnTo>
                    <a:pt x="142400" y="469877"/>
                  </a:lnTo>
                  <a:lnTo>
                    <a:pt x="142523" y="469592"/>
                  </a:lnTo>
                  <a:lnTo>
                    <a:pt x="143175" y="469141"/>
                  </a:lnTo>
                  <a:lnTo>
                    <a:pt x="143703" y="468854"/>
                  </a:lnTo>
                  <a:lnTo>
                    <a:pt x="143815" y="468694"/>
                  </a:lnTo>
                  <a:lnTo>
                    <a:pt x="143872" y="468270"/>
                  </a:lnTo>
                  <a:lnTo>
                    <a:pt x="143919" y="467310"/>
                  </a:lnTo>
                  <a:lnTo>
                    <a:pt x="143822" y="466639"/>
                  </a:lnTo>
                  <a:lnTo>
                    <a:pt x="143752" y="466367"/>
                  </a:lnTo>
                  <a:lnTo>
                    <a:pt x="143801" y="466079"/>
                  </a:lnTo>
                  <a:lnTo>
                    <a:pt x="144210" y="465328"/>
                  </a:lnTo>
                  <a:lnTo>
                    <a:pt x="144512" y="464523"/>
                  </a:lnTo>
                  <a:lnTo>
                    <a:pt x="145231" y="463545"/>
                  </a:lnTo>
                  <a:lnTo>
                    <a:pt x="145752" y="463137"/>
                  </a:lnTo>
                  <a:lnTo>
                    <a:pt x="146301" y="462746"/>
                  </a:lnTo>
                  <a:lnTo>
                    <a:pt x="146647" y="462498"/>
                  </a:lnTo>
                  <a:lnTo>
                    <a:pt x="146979" y="461674"/>
                  </a:lnTo>
                  <a:lnTo>
                    <a:pt x="147063" y="461418"/>
                  </a:lnTo>
                  <a:lnTo>
                    <a:pt x="147474" y="460981"/>
                  </a:lnTo>
                  <a:lnTo>
                    <a:pt x="148123" y="460735"/>
                  </a:lnTo>
                  <a:lnTo>
                    <a:pt x="148698" y="460582"/>
                  </a:lnTo>
                  <a:lnTo>
                    <a:pt x="149273" y="460236"/>
                  </a:lnTo>
                  <a:lnTo>
                    <a:pt x="149361" y="460060"/>
                  </a:lnTo>
                  <a:lnTo>
                    <a:pt x="149435" y="459730"/>
                  </a:lnTo>
                  <a:lnTo>
                    <a:pt x="149178" y="459231"/>
                  </a:lnTo>
                  <a:lnTo>
                    <a:pt x="149090" y="458886"/>
                  </a:lnTo>
                  <a:lnTo>
                    <a:pt x="149097" y="458563"/>
                  </a:lnTo>
                  <a:lnTo>
                    <a:pt x="149187" y="458393"/>
                  </a:lnTo>
                  <a:lnTo>
                    <a:pt x="149388" y="458195"/>
                  </a:lnTo>
                  <a:lnTo>
                    <a:pt x="149469" y="458049"/>
                  </a:lnTo>
                  <a:lnTo>
                    <a:pt x="149455" y="457527"/>
                  </a:lnTo>
                  <a:lnTo>
                    <a:pt x="149367" y="457159"/>
                  </a:lnTo>
                  <a:lnTo>
                    <a:pt x="149482" y="456921"/>
                  </a:lnTo>
                  <a:lnTo>
                    <a:pt x="149834" y="456737"/>
                  </a:lnTo>
                  <a:lnTo>
                    <a:pt x="150104" y="456552"/>
                  </a:lnTo>
                  <a:lnTo>
                    <a:pt x="150156" y="456329"/>
                  </a:lnTo>
                  <a:lnTo>
                    <a:pt x="149814" y="455593"/>
                  </a:lnTo>
                  <a:lnTo>
                    <a:pt x="149300" y="455064"/>
                  </a:lnTo>
                  <a:lnTo>
                    <a:pt x="148996" y="454664"/>
                  </a:lnTo>
                  <a:lnTo>
                    <a:pt x="148874" y="454288"/>
                  </a:lnTo>
                  <a:lnTo>
                    <a:pt x="148739" y="453935"/>
                  </a:lnTo>
                  <a:lnTo>
                    <a:pt x="148733" y="453619"/>
                  </a:lnTo>
                  <a:lnTo>
                    <a:pt x="148703" y="453219"/>
                  </a:lnTo>
                  <a:lnTo>
                    <a:pt x="148743" y="452934"/>
                  </a:lnTo>
                  <a:lnTo>
                    <a:pt x="148858" y="452704"/>
                  </a:lnTo>
                  <a:lnTo>
                    <a:pt x="149223" y="452520"/>
                  </a:lnTo>
                  <a:lnTo>
                    <a:pt x="149568" y="452389"/>
                  </a:lnTo>
                  <a:lnTo>
                    <a:pt x="149730" y="452090"/>
                  </a:lnTo>
                  <a:lnTo>
                    <a:pt x="149825" y="451890"/>
                  </a:lnTo>
                  <a:lnTo>
                    <a:pt x="149960" y="451706"/>
                  </a:lnTo>
                  <a:lnTo>
                    <a:pt x="150109" y="451652"/>
                  </a:lnTo>
                  <a:lnTo>
                    <a:pt x="150467" y="451729"/>
                  </a:lnTo>
                  <a:lnTo>
                    <a:pt x="150744" y="451806"/>
                  </a:lnTo>
                  <a:lnTo>
                    <a:pt x="151021" y="451767"/>
                  </a:lnTo>
                  <a:lnTo>
                    <a:pt x="151313" y="451455"/>
                  </a:lnTo>
                  <a:lnTo>
                    <a:pt x="151542" y="451138"/>
                  </a:lnTo>
                  <a:lnTo>
                    <a:pt x="151816" y="450780"/>
                  </a:lnTo>
                  <a:lnTo>
                    <a:pt x="151995" y="450486"/>
                  </a:lnTo>
                  <a:lnTo>
                    <a:pt x="152089" y="450252"/>
                  </a:lnTo>
                  <a:lnTo>
                    <a:pt x="152326" y="449849"/>
                  </a:lnTo>
                  <a:lnTo>
                    <a:pt x="152671" y="449718"/>
                  </a:lnTo>
                  <a:lnTo>
                    <a:pt x="152752" y="449580"/>
                  </a:lnTo>
                  <a:lnTo>
                    <a:pt x="152738" y="449311"/>
                  </a:lnTo>
                  <a:lnTo>
                    <a:pt x="152272" y="448767"/>
                  </a:lnTo>
                  <a:lnTo>
                    <a:pt x="152252" y="448598"/>
                  </a:lnTo>
                  <a:lnTo>
                    <a:pt x="152272" y="448460"/>
                  </a:lnTo>
                  <a:lnTo>
                    <a:pt x="152414" y="448337"/>
                  </a:lnTo>
                  <a:lnTo>
                    <a:pt x="152568" y="448278"/>
                  </a:lnTo>
                  <a:lnTo>
                    <a:pt x="152898" y="448135"/>
                  </a:lnTo>
                  <a:lnTo>
                    <a:pt x="152903" y="447920"/>
                  </a:lnTo>
                  <a:lnTo>
                    <a:pt x="152754" y="447643"/>
                  </a:lnTo>
                  <a:lnTo>
                    <a:pt x="152781" y="447398"/>
                  </a:lnTo>
                  <a:lnTo>
                    <a:pt x="152844" y="447157"/>
                  </a:lnTo>
                  <a:lnTo>
                    <a:pt x="152993" y="446830"/>
                  </a:lnTo>
                  <a:lnTo>
                    <a:pt x="152993" y="446441"/>
                  </a:lnTo>
                  <a:lnTo>
                    <a:pt x="152964" y="445969"/>
                  </a:lnTo>
                  <a:lnTo>
                    <a:pt x="153016" y="445694"/>
                  </a:lnTo>
                  <a:lnTo>
                    <a:pt x="153020" y="445295"/>
                  </a:lnTo>
                  <a:lnTo>
                    <a:pt x="153142" y="444819"/>
                  </a:lnTo>
                  <a:lnTo>
                    <a:pt x="153205" y="444584"/>
                  </a:lnTo>
                  <a:lnTo>
                    <a:pt x="153329" y="444383"/>
                  </a:lnTo>
                  <a:lnTo>
                    <a:pt x="153750" y="443929"/>
                  </a:lnTo>
                  <a:lnTo>
                    <a:pt x="153904" y="443525"/>
                  </a:lnTo>
                  <a:lnTo>
                    <a:pt x="154043" y="443033"/>
                  </a:lnTo>
                  <a:lnTo>
                    <a:pt x="154174" y="442481"/>
                  </a:lnTo>
                  <a:lnTo>
                    <a:pt x="154318" y="442281"/>
                  </a:lnTo>
                  <a:lnTo>
                    <a:pt x="154656" y="442123"/>
                  </a:lnTo>
                  <a:lnTo>
                    <a:pt x="155139" y="442076"/>
                  </a:lnTo>
                  <a:lnTo>
                    <a:pt x="155567" y="442169"/>
                  </a:lnTo>
                  <a:lnTo>
                    <a:pt x="155828" y="442281"/>
                  </a:lnTo>
                  <a:lnTo>
                    <a:pt x="155972" y="442220"/>
                  </a:lnTo>
                  <a:lnTo>
                    <a:pt x="156126" y="441841"/>
                  </a:lnTo>
                  <a:lnTo>
                    <a:pt x="156157" y="441616"/>
                  </a:lnTo>
                  <a:lnTo>
                    <a:pt x="156662" y="441381"/>
                  </a:lnTo>
                  <a:lnTo>
                    <a:pt x="157203" y="441268"/>
                  </a:lnTo>
                  <a:lnTo>
                    <a:pt x="157658" y="441176"/>
                  </a:lnTo>
                  <a:lnTo>
                    <a:pt x="158014" y="441166"/>
                  </a:lnTo>
                  <a:lnTo>
                    <a:pt x="158294" y="441273"/>
                  </a:lnTo>
                  <a:lnTo>
                    <a:pt x="158429" y="441196"/>
                  </a:lnTo>
                  <a:lnTo>
                    <a:pt x="158534" y="440965"/>
                  </a:lnTo>
                  <a:lnTo>
                    <a:pt x="158606" y="440693"/>
                  </a:lnTo>
                  <a:lnTo>
                    <a:pt x="158597" y="440466"/>
                  </a:lnTo>
                  <a:lnTo>
                    <a:pt x="158689" y="440104"/>
                  </a:lnTo>
                  <a:lnTo>
                    <a:pt x="158815" y="439794"/>
                  </a:lnTo>
                  <a:lnTo>
                    <a:pt x="159136" y="439406"/>
                  </a:lnTo>
                  <a:lnTo>
                    <a:pt x="159413" y="439015"/>
                  </a:lnTo>
                  <a:lnTo>
                    <a:pt x="159575" y="438708"/>
                  </a:lnTo>
                  <a:lnTo>
                    <a:pt x="159873" y="438450"/>
                  </a:lnTo>
                  <a:lnTo>
                    <a:pt x="160021" y="438378"/>
                  </a:lnTo>
                  <a:lnTo>
                    <a:pt x="160244" y="438485"/>
                  </a:lnTo>
                  <a:lnTo>
                    <a:pt x="160522" y="438681"/>
                  </a:lnTo>
                  <a:lnTo>
                    <a:pt x="160782" y="438819"/>
                  </a:lnTo>
                  <a:lnTo>
                    <a:pt x="161150" y="438879"/>
                  </a:lnTo>
                  <a:lnTo>
                    <a:pt x="161553" y="438784"/>
                  </a:lnTo>
                  <a:lnTo>
                    <a:pt x="161921" y="438658"/>
                  </a:lnTo>
                  <a:lnTo>
                    <a:pt x="162651" y="438404"/>
                  </a:lnTo>
                  <a:lnTo>
                    <a:pt x="163243" y="437967"/>
                  </a:lnTo>
                  <a:lnTo>
                    <a:pt x="163571" y="437602"/>
                  </a:lnTo>
                  <a:lnTo>
                    <a:pt x="163892" y="437165"/>
                  </a:lnTo>
                  <a:lnTo>
                    <a:pt x="164274" y="436781"/>
                  </a:lnTo>
                  <a:lnTo>
                    <a:pt x="164778" y="436390"/>
                  </a:lnTo>
                  <a:lnTo>
                    <a:pt x="165170" y="436110"/>
                  </a:lnTo>
                  <a:lnTo>
                    <a:pt x="165626" y="436048"/>
                  </a:lnTo>
                  <a:lnTo>
                    <a:pt x="165784" y="436111"/>
                  </a:lnTo>
                  <a:lnTo>
                    <a:pt x="166072" y="436459"/>
                  </a:lnTo>
                  <a:lnTo>
                    <a:pt x="166268" y="436785"/>
                  </a:lnTo>
                  <a:lnTo>
                    <a:pt x="166461" y="436988"/>
                  </a:lnTo>
                  <a:lnTo>
                    <a:pt x="166982" y="436835"/>
                  </a:lnTo>
                  <a:lnTo>
                    <a:pt x="168138" y="436712"/>
                  </a:lnTo>
                  <a:lnTo>
                    <a:pt x="169259" y="436591"/>
                  </a:lnTo>
                  <a:lnTo>
                    <a:pt x="169752" y="436591"/>
                  </a:lnTo>
                  <a:lnTo>
                    <a:pt x="170378" y="436855"/>
                  </a:lnTo>
                  <a:lnTo>
                    <a:pt x="170702" y="437087"/>
                  </a:lnTo>
                  <a:lnTo>
                    <a:pt x="170829" y="437254"/>
                  </a:lnTo>
                  <a:lnTo>
                    <a:pt x="170829" y="437454"/>
                  </a:lnTo>
                  <a:lnTo>
                    <a:pt x="170716" y="437734"/>
                  </a:lnTo>
                  <a:lnTo>
                    <a:pt x="170688" y="437902"/>
                  </a:lnTo>
                  <a:lnTo>
                    <a:pt x="170731" y="438070"/>
                  </a:lnTo>
                  <a:lnTo>
                    <a:pt x="170914" y="438214"/>
                  </a:lnTo>
                  <a:lnTo>
                    <a:pt x="171301" y="438302"/>
                  </a:lnTo>
                  <a:lnTo>
                    <a:pt x="171738" y="438334"/>
                  </a:lnTo>
                  <a:lnTo>
                    <a:pt x="171960" y="438613"/>
                  </a:lnTo>
                  <a:lnTo>
                    <a:pt x="172309" y="438784"/>
                  </a:lnTo>
                  <a:lnTo>
                    <a:pt x="172803" y="438942"/>
                  </a:lnTo>
                  <a:lnTo>
                    <a:pt x="173173" y="439186"/>
                  </a:lnTo>
                  <a:lnTo>
                    <a:pt x="173505" y="439454"/>
                  </a:lnTo>
                  <a:lnTo>
                    <a:pt x="173725" y="439454"/>
                  </a:lnTo>
                  <a:lnTo>
                    <a:pt x="174261" y="439342"/>
                  </a:lnTo>
                  <a:lnTo>
                    <a:pt x="174400" y="439293"/>
                  </a:lnTo>
                  <a:lnTo>
                    <a:pt x="174555" y="439133"/>
                  </a:lnTo>
                  <a:lnTo>
                    <a:pt x="174773" y="438877"/>
                  </a:lnTo>
                  <a:lnTo>
                    <a:pt x="175484" y="438855"/>
                  </a:lnTo>
                  <a:lnTo>
                    <a:pt x="175681" y="438765"/>
                  </a:lnTo>
                  <a:lnTo>
                    <a:pt x="176111" y="438566"/>
                  </a:lnTo>
                  <a:lnTo>
                    <a:pt x="176477" y="438510"/>
                  </a:lnTo>
                  <a:lnTo>
                    <a:pt x="176750" y="438551"/>
                  </a:lnTo>
                  <a:lnTo>
                    <a:pt x="177181" y="438558"/>
                  </a:lnTo>
                  <a:lnTo>
                    <a:pt x="177407" y="438606"/>
                  </a:lnTo>
                  <a:lnTo>
                    <a:pt x="177548" y="438805"/>
                  </a:lnTo>
                  <a:lnTo>
                    <a:pt x="177611" y="438957"/>
                  </a:lnTo>
                  <a:lnTo>
                    <a:pt x="177808" y="439013"/>
                  </a:lnTo>
                  <a:lnTo>
                    <a:pt x="178231" y="439165"/>
                  </a:lnTo>
                  <a:lnTo>
                    <a:pt x="178266" y="439357"/>
                  </a:lnTo>
                  <a:lnTo>
                    <a:pt x="178456" y="439677"/>
                  </a:lnTo>
                  <a:lnTo>
                    <a:pt x="178646" y="439701"/>
                  </a:lnTo>
                  <a:lnTo>
                    <a:pt x="179351" y="439773"/>
                  </a:lnTo>
                  <a:lnTo>
                    <a:pt x="180013" y="439581"/>
                  </a:lnTo>
                  <a:lnTo>
                    <a:pt x="180625" y="439133"/>
                  </a:lnTo>
                  <a:lnTo>
                    <a:pt x="181118" y="438725"/>
                  </a:lnTo>
                  <a:lnTo>
                    <a:pt x="181851" y="438478"/>
                  </a:lnTo>
                  <a:lnTo>
                    <a:pt x="182541" y="438190"/>
                  </a:lnTo>
                  <a:lnTo>
                    <a:pt x="182704" y="437738"/>
                  </a:lnTo>
                  <a:lnTo>
                    <a:pt x="182864" y="437593"/>
                  </a:lnTo>
                  <a:lnTo>
                    <a:pt x="183279" y="437890"/>
                  </a:lnTo>
                  <a:lnTo>
                    <a:pt x="183790" y="437877"/>
                  </a:lnTo>
                  <a:lnTo>
                    <a:pt x="183885" y="438201"/>
                  </a:lnTo>
                  <a:lnTo>
                    <a:pt x="184118" y="438342"/>
                  </a:lnTo>
                  <a:lnTo>
                    <a:pt x="184499" y="438222"/>
                  </a:lnTo>
                  <a:lnTo>
                    <a:pt x="184641" y="438107"/>
                  </a:lnTo>
                  <a:lnTo>
                    <a:pt x="185247" y="438196"/>
                  </a:lnTo>
                  <a:lnTo>
                    <a:pt x="185344" y="438390"/>
                  </a:lnTo>
                  <a:lnTo>
                    <a:pt x="185604" y="438518"/>
                  </a:lnTo>
                  <a:lnTo>
                    <a:pt x="185879" y="438574"/>
                  </a:lnTo>
                  <a:lnTo>
                    <a:pt x="186196" y="438789"/>
                  </a:lnTo>
                  <a:lnTo>
                    <a:pt x="186351" y="438845"/>
                  </a:lnTo>
                  <a:lnTo>
                    <a:pt x="186752" y="438829"/>
                  </a:lnTo>
                  <a:lnTo>
                    <a:pt x="187435" y="438733"/>
                  </a:lnTo>
                  <a:lnTo>
                    <a:pt x="187900" y="438885"/>
                  </a:lnTo>
                  <a:lnTo>
                    <a:pt x="187893" y="439109"/>
                  </a:lnTo>
                  <a:lnTo>
                    <a:pt x="187823" y="439373"/>
                  </a:lnTo>
                  <a:lnTo>
                    <a:pt x="187759" y="439621"/>
                  </a:lnTo>
                  <a:lnTo>
                    <a:pt x="187745" y="439877"/>
                  </a:lnTo>
                  <a:lnTo>
                    <a:pt x="187802" y="440021"/>
                  </a:lnTo>
                  <a:lnTo>
                    <a:pt x="188048" y="440165"/>
                  </a:lnTo>
                  <a:lnTo>
                    <a:pt x="188773" y="440236"/>
                  </a:lnTo>
                  <a:lnTo>
                    <a:pt x="189367" y="440057"/>
                  </a:lnTo>
                  <a:lnTo>
                    <a:pt x="189701" y="439994"/>
                  </a:lnTo>
                  <a:lnTo>
                    <a:pt x="190513" y="439774"/>
                  </a:lnTo>
                  <a:lnTo>
                    <a:pt x="190733" y="439774"/>
                  </a:lnTo>
                  <a:lnTo>
                    <a:pt x="190891" y="439738"/>
                  </a:lnTo>
                  <a:lnTo>
                    <a:pt x="191058" y="439871"/>
                  </a:lnTo>
                  <a:lnTo>
                    <a:pt x="191337" y="440019"/>
                  </a:lnTo>
                  <a:lnTo>
                    <a:pt x="191806" y="439856"/>
                  </a:lnTo>
                  <a:lnTo>
                    <a:pt x="192067" y="439851"/>
                  </a:lnTo>
                  <a:lnTo>
                    <a:pt x="192418" y="439998"/>
                  </a:lnTo>
                  <a:lnTo>
                    <a:pt x="192762" y="440014"/>
                  </a:lnTo>
                  <a:lnTo>
                    <a:pt x="193064" y="439984"/>
                  </a:lnTo>
                  <a:lnTo>
                    <a:pt x="193451" y="439835"/>
                  </a:lnTo>
                  <a:lnTo>
                    <a:pt x="193983" y="439687"/>
                  </a:lnTo>
                  <a:lnTo>
                    <a:pt x="194609" y="439525"/>
                  </a:lnTo>
                  <a:lnTo>
                    <a:pt x="195196" y="439467"/>
                  </a:lnTo>
                  <a:lnTo>
                    <a:pt x="195840" y="439288"/>
                  </a:lnTo>
                  <a:lnTo>
                    <a:pt x="196241" y="439119"/>
                  </a:lnTo>
                  <a:lnTo>
                    <a:pt x="196430" y="439114"/>
                  </a:lnTo>
                  <a:lnTo>
                    <a:pt x="196566" y="439191"/>
                  </a:lnTo>
                  <a:lnTo>
                    <a:pt x="196944" y="439426"/>
                  </a:lnTo>
                  <a:lnTo>
                    <a:pt x="197580" y="439549"/>
                  </a:lnTo>
                  <a:lnTo>
                    <a:pt x="198360" y="439492"/>
                  </a:lnTo>
                  <a:lnTo>
                    <a:pt x="198977" y="439185"/>
                  </a:lnTo>
                  <a:lnTo>
                    <a:pt x="199383" y="439099"/>
                  </a:lnTo>
                  <a:lnTo>
                    <a:pt x="199815" y="439063"/>
                  </a:lnTo>
                  <a:lnTo>
                    <a:pt x="200045" y="438960"/>
                  </a:lnTo>
                  <a:lnTo>
                    <a:pt x="200167" y="438802"/>
                  </a:lnTo>
                  <a:lnTo>
                    <a:pt x="200248" y="438628"/>
                  </a:lnTo>
                  <a:lnTo>
                    <a:pt x="200564" y="438244"/>
                  </a:lnTo>
                  <a:lnTo>
                    <a:pt x="201402" y="438761"/>
                  </a:lnTo>
                  <a:lnTo>
                    <a:pt x="201731" y="438853"/>
                  </a:lnTo>
                  <a:lnTo>
                    <a:pt x="201961" y="438853"/>
                  </a:lnTo>
                  <a:lnTo>
                    <a:pt x="202220" y="438733"/>
                  </a:lnTo>
                  <a:lnTo>
                    <a:pt x="202394" y="438520"/>
                  </a:lnTo>
                  <a:lnTo>
                    <a:pt x="202601" y="438167"/>
                  </a:lnTo>
                  <a:lnTo>
                    <a:pt x="202781" y="437732"/>
                  </a:lnTo>
                  <a:lnTo>
                    <a:pt x="202952" y="437451"/>
                  </a:lnTo>
                  <a:lnTo>
                    <a:pt x="203092" y="437354"/>
                  </a:lnTo>
                  <a:lnTo>
                    <a:pt x="203372" y="437297"/>
                  </a:lnTo>
                  <a:lnTo>
                    <a:pt x="203876" y="437430"/>
                  </a:lnTo>
                  <a:lnTo>
                    <a:pt x="204165" y="437436"/>
                  </a:lnTo>
                  <a:lnTo>
                    <a:pt x="204531" y="437195"/>
                  </a:lnTo>
                  <a:lnTo>
                    <a:pt x="204666" y="436965"/>
                  </a:lnTo>
                  <a:lnTo>
                    <a:pt x="204625" y="436604"/>
                  </a:lnTo>
                  <a:lnTo>
                    <a:pt x="204544" y="436435"/>
                  </a:lnTo>
                  <a:lnTo>
                    <a:pt x="204287" y="436151"/>
                  </a:lnTo>
                  <a:lnTo>
                    <a:pt x="204024" y="435844"/>
                  </a:lnTo>
                  <a:lnTo>
                    <a:pt x="203807" y="435399"/>
                  </a:lnTo>
                  <a:lnTo>
                    <a:pt x="203645" y="434785"/>
                  </a:lnTo>
                  <a:lnTo>
                    <a:pt x="203537" y="434463"/>
                  </a:lnTo>
                  <a:lnTo>
                    <a:pt x="203564" y="434030"/>
                  </a:lnTo>
                  <a:lnTo>
                    <a:pt x="203689" y="433859"/>
                  </a:lnTo>
                  <a:lnTo>
                    <a:pt x="203739" y="433571"/>
                  </a:lnTo>
                  <a:lnTo>
                    <a:pt x="203766" y="433414"/>
                  </a:lnTo>
                  <a:lnTo>
                    <a:pt x="203871" y="433200"/>
                  </a:lnTo>
                  <a:lnTo>
                    <a:pt x="204089" y="432817"/>
                  </a:lnTo>
                  <a:lnTo>
                    <a:pt x="204284" y="432578"/>
                  </a:lnTo>
                  <a:lnTo>
                    <a:pt x="204429" y="432323"/>
                  </a:lnTo>
                  <a:lnTo>
                    <a:pt x="204947" y="431862"/>
                  </a:lnTo>
                  <a:lnTo>
                    <a:pt x="205111" y="431795"/>
                  </a:lnTo>
                  <a:lnTo>
                    <a:pt x="205408" y="431612"/>
                  </a:lnTo>
                  <a:lnTo>
                    <a:pt x="205602" y="431566"/>
                  </a:lnTo>
                  <a:lnTo>
                    <a:pt x="206357" y="431214"/>
                  </a:lnTo>
                  <a:lnTo>
                    <a:pt x="207080" y="430896"/>
                  </a:lnTo>
                  <a:lnTo>
                    <a:pt x="207423" y="430596"/>
                  </a:lnTo>
                  <a:lnTo>
                    <a:pt x="207549" y="430429"/>
                  </a:lnTo>
                  <a:lnTo>
                    <a:pt x="207937" y="430244"/>
                  </a:lnTo>
                  <a:lnTo>
                    <a:pt x="208196" y="430121"/>
                  </a:lnTo>
                  <a:lnTo>
                    <a:pt x="208376" y="430035"/>
                  </a:lnTo>
                  <a:lnTo>
                    <a:pt x="208592" y="430034"/>
                  </a:lnTo>
                  <a:lnTo>
                    <a:pt x="209156" y="429893"/>
                  </a:lnTo>
                  <a:lnTo>
                    <a:pt x="209457" y="429825"/>
                  </a:lnTo>
                  <a:lnTo>
                    <a:pt x="210930" y="429703"/>
                  </a:lnTo>
                  <a:lnTo>
                    <a:pt x="211078" y="429715"/>
                  </a:lnTo>
                  <a:lnTo>
                    <a:pt x="211324" y="429772"/>
                  </a:lnTo>
                  <a:lnTo>
                    <a:pt x="211650" y="429913"/>
                  </a:lnTo>
                  <a:lnTo>
                    <a:pt x="211980" y="429877"/>
                  </a:lnTo>
                  <a:lnTo>
                    <a:pt x="212188" y="429808"/>
                  </a:lnTo>
                  <a:lnTo>
                    <a:pt x="212706" y="429690"/>
                  </a:lnTo>
                  <a:lnTo>
                    <a:pt x="213264" y="429642"/>
                  </a:lnTo>
                  <a:lnTo>
                    <a:pt x="213430" y="429670"/>
                  </a:lnTo>
                  <a:lnTo>
                    <a:pt x="213741" y="429632"/>
                  </a:lnTo>
                  <a:lnTo>
                    <a:pt x="214316" y="429443"/>
                  </a:lnTo>
                  <a:lnTo>
                    <a:pt x="215082" y="429289"/>
                  </a:lnTo>
                  <a:lnTo>
                    <a:pt x="216172" y="428654"/>
                  </a:lnTo>
                  <a:lnTo>
                    <a:pt x="216606" y="428460"/>
                  </a:lnTo>
                  <a:lnTo>
                    <a:pt x="217110" y="428243"/>
                  </a:lnTo>
                  <a:lnTo>
                    <a:pt x="217753" y="428248"/>
                  </a:lnTo>
                  <a:lnTo>
                    <a:pt x="218028" y="428248"/>
                  </a:lnTo>
                  <a:lnTo>
                    <a:pt x="218334" y="428125"/>
                  </a:lnTo>
                  <a:lnTo>
                    <a:pt x="218636" y="427997"/>
                  </a:lnTo>
                  <a:lnTo>
                    <a:pt x="219223" y="427394"/>
                  </a:lnTo>
                  <a:lnTo>
                    <a:pt x="219299" y="427120"/>
                  </a:lnTo>
                  <a:lnTo>
                    <a:pt x="219366" y="426625"/>
                  </a:lnTo>
                  <a:lnTo>
                    <a:pt x="219413" y="426327"/>
                  </a:lnTo>
                  <a:lnTo>
                    <a:pt x="219785" y="423871"/>
                  </a:lnTo>
                  <a:lnTo>
                    <a:pt x="219853" y="423226"/>
                  </a:lnTo>
                  <a:lnTo>
                    <a:pt x="219954" y="422935"/>
                  </a:lnTo>
                  <a:lnTo>
                    <a:pt x="220454" y="422267"/>
                  </a:lnTo>
                  <a:lnTo>
                    <a:pt x="220610" y="421991"/>
                  </a:lnTo>
                  <a:lnTo>
                    <a:pt x="220640" y="421802"/>
                  </a:lnTo>
                  <a:lnTo>
                    <a:pt x="220400" y="421093"/>
                  </a:lnTo>
                  <a:lnTo>
                    <a:pt x="220346" y="420863"/>
                  </a:lnTo>
                  <a:lnTo>
                    <a:pt x="220285" y="420463"/>
                  </a:lnTo>
                  <a:lnTo>
                    <a:pt x="220366" y="419919"/>
                  </a:lnTo>
                  <a:lnTo>
                    <a:pt x="220576" y="419581"/>
                  </a:lnTo>
                  <a:lnTo>
                    <a:pt x="221387" y="419189"/>
                  </a:lnTo>
                  <a:lnTo>
                    <a:pt x="222814" y="418836"/>
                  </a:lnTo>
                  <a:lnTo>
                    <a:pt x="223801" y="418598"/>
                  </a:lnTo>
                  <a:lnTo>
                    <a:pt x="224272" y="418606"/>
                  </a:lnTo>
                  <a:lnTo>
                    <a:pt x="225674" y="418829"/>
                  </a:lnTo>
                  <a:lnTo>
                    <a:pt x="226241" y="419051"/>
                  </a:lnTo>
                  <a:lnTo>
                    <a:pt x="226634" y="418921"/>
                  </a:lnTo>
                  <a:lnTo>
                    <a:pt x="226931" y="418798"/>
                  </a:lnTo>
                  <a:lnTo>
                    <a:pt x="227276" y="418798"/>
                  </a:lnTo>
                  <a:lnTo>
                    <a:pt x="227465" y="418852"/>
                  </a:lnTo>
                  <a:lnTo>
                    <a:pt x="227824" y="418767"/>
                  </a:lnTo>
                  <a:lnTo>
                    <a:pt x="228013" y="418921"/>
                  </a:lnTo>
                  <a:lnTo>
                    <a:pt x="228283" y="419182"/>
                  </a:lnTo>
                  <a:lnTo>
                    <a:pt x="228479" y="419182"/>
                  </a:lnTo>
                  <a:lnTo>
                    <a:pt x="228752" y="418982"/>
                  </a:lnTo>
                  <a:lnTo>
                    <a:pt x="229122" y="418629"/>
                  </a:lnTo>
                  <a:lnTo>
                    <a:pt x="229487" y="418614"/>
                  </a:lnTo>
                  <a:lnTo>
                    <a:pt x="230197" y="418783"/>
                  </a:lnTo>
                  <a:lnTo>
                    <a:pt x="230629" y="418806"/>
                  </a:lnTo>
                  <a:lnTo>
                    <a:pt x="231116" y="418806"/>
                  </a:lnTo>
                  <a:lnTo>
                    <a:pt x="231407" y="418606"/>
                  </a:lnTo>
                  <a:lnTo>
                    <a:pt x="231501" y="418353"/>
                  </a:lnTo>
                  <a:lnTo>
                    <a:pt x="231508" y="418038"/>
                  </a:lnTo>
                  <a:lnTo>
                    <a:pt x="231792" y="417929"/>
                  </a:lnTo>
                  <a:lnTo>
                    <a:pt x="232534" y="417802"/>
                  </a:lnTo>
                  <a:lnTo>
                    <a:pt x="232687" y="417758"/>
                  </a:lnTo>
                  <a:lnTo>
                    <a:pt x="233140" y="417783"/>
                  </a:lnTo>
                  <a:lnTo>
                    <a:pt x="233367" y="417818"/>
                  </a:lnTo>
                  <a:lnTo>
                    <a:pt x="234070" y="417805"/>
                  </a:lnTo>
                  <a:lnTo>
                    <a:pt x="234386" y="417764"/>
                  </a:lnTo>
                  <a:lnTo>
                    <a:pt x="234773" y="417513"/>
                  </a:lnTo>
                  <a:lnTo>
                    <a:pt x="235310" y="417196"/>
                  </a:lnTo>
                  <a:lnTo>
                    <a:pt x="235913" y="417094"/>
                  </a:lnTo>
                  <a:lnTo>
                    <a:pt x="236919" y="416735"/>
                  </a:lnTo>
                  <a:lnTo>
                    <a:pt x="237599" y="416306"/>
                  </a:lnTo>
                  <a:lnTo>
                    <a:pt x="238054" y="416050"/>
                  </a:lnTo>
                  <a:lnTo>
                    <a:pt x="238259" y="415692"/>
                  </a:lnTo>
                  <a:lnTo>
                    <a:pt x="238681" y="415073"/>
                  </a:lnTo>
                  <a:lnTo>
                    <a:pt x="239276" y="414540"/>
                  </a:lnTo>
                  <a:lnTo>
                    <a:pt x="239740" y="414194"/>
                  </a:lnTo>
                  <a:lnTo>
                    <a:pt x="240123" y="414085"/>
                  </a:lnTo>
                  <a:lnTo>
                    <a:pt x="240331" y="414029"/>
                  </a:lnTo>
                  <a:lnTo>
                    <a:pt x="240484" y="414126"/>
                  </a:lnTo>
                  <a:lnTo>
                    <a:pt x="240646" y="414372"/>
                  </a:lnTo>
                  <a:lnTo>
                    <a:pt x="240831" y="414546"/>
                  </a:lnTo>
                  <a:lnTo>
                    <a:pt x="241151" y="414668"/>
                  </a:lnTo>
                  <a:lnTo>
                    <a:pt x="241457" y="414663"/>
                  </a:lnTo>
                  <a:lnTo>
                    <a:pt x="241800" y="414479"/>
                  </a:lnTo>
                  <a:lnTo>
                    <a:pt x="242147" y="414346"/>
                  </a:lnTo>
                  <a:lnTo>
                    <a:pt x="242480" y="414290"/>
                  </a:lnTo>
                  <a:lnTo>
                    <a:pt x="242931" y="414418"/>
                  </a:lnTo>
                  <a:lnTo>
                    <a:pt x="243265" y="414612"/>
                  </a:lnTo>
                  <a:lnTo>
                    <a:pt x="243625" y="414760"/>
                  </a:lnTo>
                  <a:lnTo>
                    <a:pt x="243743" y="414607"/>
                  </a:lnTo>
                  <a:lnTo>
                    <a:pt x="243869" y="414141"/>
                  </a:lnTo>
                  <a:lnTo>
                    <a:pt x="244274" y="413543"/>
                  </a:lnTo>
                  <a:lnTo>
                    <a:pt x="244712" y="413113"/>
                  </a:lnTo>
                  <a:lnTo>
                    <a:pt x="245316" y="412642"/>
                  </a:lnTo>
                  <a:lnTo>
                    <a:pt x="245915" y="412289"/>
                  </a:lnTo>
                  <a:lnTo>
                    <a:pt x="246145" y="412115"/>
                  </a:lnTo>
                  <a:lnTo>
                    <a:pt x="246249" y="411951"/>
                  </a:lnTo>
                  <a:lnTo>
                    <a:pt x="246267" y="411772"/>
                  </a:lnTo>
                  <a:lnTo>
                    <a:pt x="246095" y="411414"/>
                  </a:lnTo>
                  <a:lnTo>
                    <a:pt x="245865" y="410933"/>
                  </a:lnTo>
                  <a:lnTo>
                    <a:pt x="245888" y="410754"/>
                  </a:lnTo>
                  <a:lnTo>
                    <a:pt x="246352" y="410365"/>
                  </a:lnTo>
                  <a:lnTo>
                    <a:pt x="246722" y="410324"/>
                  </a:lnTo>
                  <a:lnTo>
                    <a:pt x="247339" y="410150"/>
                  </a:lnTo>
                  <a:lnTo>
                    <a:pt x="248322" y="409951"/>
                  </a:lnTo>
                  <a:lnTo>
                    <a:pt x="249160" y="409869"/>
                  </a:lnTo>
                  <a:lnTo>
                    <a:pt x="249827" y="409869"/>
                  </a:lnTo>
                  <a:lnTo>
                    <a:pt x="250080" y="409772"/>
                  </a:lnTo>
                  <a:lnTo>
                    <a:pt x="250341" y="409700"/>
                  </a:lnTo>
                  <a:lnTo>
                    <a:pt x="250589" y="409465"/>
                  </a:lnTo>
                  <a:lnTo>
                    <a:pt x="250894" y="409520"/>
                  </a:lnTo>
                  <a:lnTo>
                    <a:pt x="251152" y="409772"/>
                  </a:lnTo>
                  <a:lnTo>
                    <a:pt x="251337" y="409828"/>
                  </a:lnTo>
                  <a:lnTo>
                    <a:pt x="251653" y="409726"/>
                  </a:lnTo>
                  <a:lnTo>
                    <a:pt x="252261" y="409347"/>
                  </a:lnTo>
                  <a:lnTo>
                    <a:pt x="253109" y="408887"/>
                  </a:lnTo>
                  <a:lnTo>
                    <a:pt x="253221" y="408564"/>
                  </a:lnTo>
                  <a:lnTo>
                    <a:pt x="253253" y="408365"/>
                  </a:lnTo>
                  <a:lnTo>
                    <a:pt x="253550" y="408063"/>
                  </a:lnTo>
                  <a:lnTo>
                    <a:pt x="253920" y="408001"/>
                  </a:lnTo>
                  <a:lnTo>
                    <a:pt x="254168" y="408001"/>
                  </a:lnTo>
                  <a:lnTo>
                    <a:pt x="254357" y="408099"/>
                  </a:lnTo>
                  <a:lnTo>
                    <a:pt x="254627" y="408053"/>
                  </a:lnTo>
                  <a:lnTo>
                    <a:pt x="255204" y="407664"/>
                  </a:lnTo>
                  <a:lnTo>
                    <a:pt x="255962" y="407065"/>
                  </a:lnTo>
                  <a:lnTo>
                    <a:pt x="256294" y="406618"/>
                  </a:lnTo>
                  <a:lnTo>
                    <a:pt x="256548" y="406502"/>
                  </a:lnTo>
                  <a:lnTo>
                    <a:pt x="256872" y="406257"/>
                  </a:lnTo>
                  <a:lnTo>
                    <a:pt x="256908" y="406113"/>
                  </a:lnTo>
                  <a:lnTo>
                    <a:pt x="256922" y="405878"/>
                  </a:lnTo>
                  <a:lnTo>
                    <a:pt x="257030" y="405735"/>
                  </a:lnTo>
                  <a:lnTo>
                    <a:pt x="257210" y="405709"/>
                  </a:lnTo>
                  <a:lnTo>
                    <a:pt x="257404" y="405709"/>
                  </a:lnTo>
                  <a:lnTo>
                    <a:pt x="257580" y="405637"/>
                  </a:lnTo>
                  <a:lnTo>
                    <a:pt x="257643" y="405463"/>
                  </a:lnTo>
                  <a:lnTo>
                    <a:pt x="257728" y="405295"/>
                  </a:lnTo>
                  <a:lnTo>
                    <a:pt x="258039" y="405008"/>
                  </a:lnTo>
                  <a:lnTo>
                    <a:pt x="258499" y="404824"/>
                  </a:lnTo>
                  <a:lnTo>
                    <a:pt x="258855" y="404752"/>
                  </a:lnTo>
                  <a:lnTo>
                    <a:pt x="259450" y="404542"/>
                  </a:lnTo>
                  <a:lnTo>
                    <a:pt x="259869" y="404312"/>
                  </a:lnTo>
                  <a:lnTo>
                    <a:pt x="260108" y="404251"/>
                  </a:lnTo>
                  <a:lnTo>
                    <a:pt x="260424" y="404322"/>
                  </a:lnTo>
                  <a:lnTo>
                    <a:pt x="260676" y="404461"/>
                  </a:lnTo>
                  <a:lnTo>
                    <a:pt x="260983" y="404563"/>
                  </a:lnTo>
                  <a:lnTo>
                    <a:pt x="261235" y="404619"/>
                  </a:lnTo>
                  <a:lnTo>
                    <a:pt x="261433" y="404614"/>
                  </a:lnTo>
                  <a:lnTo>
                    <a:pt x="261693" y="404427"/>
                  </a:lnTo>
                  <a:lnTo>
                    <a:pt x="261884" y="403898"/>
                  </a:lnTo>
                  <a:lnTo>
                    <a:pt x="261961" y="403729"/>
                  </a:lnTo>
                  <a:lnTo>
                    <a:pt x="262021" y="403535"/>
                  </a:lnTo>
                  <a:lnTo>
                    <a:pt x="262209" y="403381"/>
                  </a:lnTo>
                  <a:lnTo>
                    <a:pt x="262443" y="403284"/>
                  </a:lnTo>
                  <a:lnTo>
                    <a:pt x="262988" y="403100"/>
                  </a:lnTo>
                  <a:lnTo>
                    <a:pt x="263556" y="402926"/>
                  </a:lnTo>
                  <a:lnTo>
                    <a:pt x="264689" y="402672"/>
                  </a:lnTo>
                  <a:lnTo>
                    <a:pt x="264973" y="402581"/>
                  </a:lnTo>
                  <a:lnTo>
                    <a:pt x="265326" y="402410"/>
                  </a:lnTo>
                  <a:lnTo>
                    <a:pt x="265830" y="402145"/>
                  </a:lnTo>
                  <a:lnTo>
                    <a:pt x="265914" y="402017"/>
                  </a:lnTo>
                  <a:lnTo>
                    <a:pt x="265996" y="401782"/>
                  </a:lnTo>
                  <a:lnTo>
                    <a:pt x="266249" y="401272"/>
                  </a:lnTo>
                  <a:lnTo>
                    <a:pt x="266831" y="400980"/>
                  </a:lnTo>
                  <a:lnTo>
                    <a:pt x="267693" y="400961"/>
                  </a:lnTo>
                  <a:lnTo>
                    <a:pt x="268704" y="400934"/>
                  </a:lnTo>
                  <a:lnTo>
                    <a:pt x="269437" y="401034"/>
                  </a:lnTo>
                  <a:lnTo>
                    <a:pt x="270005" y="401030"/>
                  </a:lnTo>
                  <a:lnTo>
                    <a:pt x="270380" y="400904"/>
                  </a:lnTo>
                  <a:lnTo>
                    <a:pt x="270911" y="400593"/>
                  </a:lnTo>
                  <a:lnTo>
                    <a:pt x="271242" y="400428"/>
                  </a:lnTo>
                  <a:lnTo>
                    <a:pt x="271382" y="400286"/>
                  </a:lnTo>
                  <a:lnTo>
                    <a:pt x="271580" y="400034"/>
                  </a:lnTo>
                  <a:lnTo>
                    <a:pt x="272209" y="399266"/>
                  </a:lnTo>
                  <a:lnTo>
                    <a:pt x="272468" y="399036"/>
                  </a:lnTo>
                  <a:lnTo>
                    <a:pt x="273003" y="398815"/>
                  </a:lnTo>
                  <a:lnTo>
                    <a:pt x="273173" y="398592"/>
                  </a:lnTo>
                  <a:lnTo>
                    <a:pt x="273200" y="398435"/>
                  </a:lnTo>
                  <a:lnTo>
                    <a:pt x="273161" y="398192"/>
                  </a:lnTo>
                  <a:lnTo>
                    <a:pt x="273147" y="397929"/>
                  </a:lnTo>
                  <a:lnTo>
                    <a:pt x="273363" y="397837"/>
                  </a:lnTo>
                  <a:lnTo>
                    <a:pt x="274025" y="397568"/>
                  </a:lnTo>
                  <a:lnTo>
                    <a:pt x="274631" y="397184"/>
                  </a:lnTo>
                  <a:lnTo>
                    <a:pt x="275155" y="396945"/>
                  </a:lnTo>
                  <a:lnTo>
                    <a:pt x="275488" y="396638"/>
                  </a:lnTo>
                  <a:lnTo>
                    <a:pt x="275637" y="396404"/>
                  </a:lnTo>
                  <a:lnTo>
                    <a:pt x="275780" y="396362"/>
                  </a:lnTo>
                  <a:lnTo>
                    <a:pt x="275997" y="396439"/>
                  </a:lnTo>
                  <a:lnTo>
                    <a:pt x="276147" y="396650"/>
                  </a:lnTo>
                  <a:lnTo>
                    <a:pt x="276526" y="396891"/>
                  </a:lnTo>
                  <a:lnTo>
                    <a:pt x="276716" y="397092"/>
                  </a:lnTo>
                  <a:lnTo>
                    <a:pt x="276975" y="397271"/>
                  </a:lnTo>
                  <a:lnTo>
                    <a:pt x="277209" y="397287"/>
                  </a:lnTo>
                  <a:lnTo>
                    <a:pt x="277499" y="396893"/>
                  </a:lnTo>
                  <a:lnTo>
                    <a:pt x="277702" y="396602"/>
                  </a:lnTo>
                  <a:lnTo>
                    <a:pt x="278324" y="396126"/>
                  </a:lnTo>
                  <a:lnTo>
                    <a:pt x="278848" y="395656"/>
                  </a:lnTo>
                  <a:lnTo>
                    <a:pt x="279485" y="395122"/>
                  </a:lnTo>
                  <a:lnTo>
                    <a:pt x="279981" y="394853"/>
                  </a:lnTo>
                  <a:lnTo>
                    <a:pt x="280654" y="394764"/>
                  </a:lnTo>
                  <a:lnTo>
                    <a:pt x="281282" y="394546"/>
                  </a:lnTo>
                  <a:lnTo>
                    <a:pt x="281905" y="394354"/>
                  </a:lnTo>
                  <a:lnTo>
                    <a:pt x="282385" y="394226"/>
                  </a:lnTo>
                  <a:lnTo>
                    <a:pt x="282770" y="394319"/>
                  </a:lnTo>
                  <a:lnTo>
                    <a:pt x="283071" y="394384"/>
                  </a:lnTo>
                  <a:lnTo>
                    <a:pt x="283251" y="394535"/>
                  </a:lnTo>
                  <a:lnTo>
                    <a:pt x="283474" y="394903"/>
                  </a:lnTo>
                  <a:lnTo>
                    <a:pt x="283880" y="394980"/>
                  </a:lnTo>
                  <a:lnTo>
                    <a:pt x="284470" y="395062"/>
                  </a:lnTo>
                  <a:lnTo>
                    <a:pt x="285500" y="395059"/>
                  </a:lnTo>
                  <a:lnTo>
                    <a:pt x="286295" y="395078"/>
                  </a:lnTo>
                  <a:lnTo>
                    <a:pt x="287179" y="394829"/>
                  </a:lnTo>
                  <a:lnTo>
                    <a:pt x="287961" y="394562"/>
                  </a:lnTo>
                  <a:lnTo>
                    <a:pt x="288802" y="394218"/>
                  </a:lnTo>
                  <a:lnTo>
                    <a:pt x="289105" y="394075"/>
                  </a:lnTo>
                  <a:lnTo>
                    <a:pt x="289435" y="393831"/>
                  </a:lnTo>
                  <a:lnTo>
                    <a:pt x="289519" y="393659"/>
                  </a:lnTo>
                  <a:lnTo>
                    <a:pt x="289857" y="393067"/>
                  </a:lnTo>
                  <a:lnTo>
                    <a:pt x="290357" y="392484"/>
                  </a:lnTo>
                  <a:lnTo>
                    <a:pt x="290749" y="392247"/>
                  </a:lnTo>
                  <a:lnTo>
                    <a:pt x="291468" y="392201"/>
                  </a:lnTo>
                  <a:lnTo>
                    <a:pt x="292566" y="392134"/>
                  </a:lnTo>
                  <a:lnTo>
                    <a:pt x="293329" y="391999"/>
                  </a:lnTo>
                  <a:lnTo>
                    <a:pt x="293869" y="391859"/>
                  </a:lnTo>
                  <a:lnTo>
                    <a:pt x="294459" y="391695"/>
                  </a:lnTo>
                  <a:lnTo>
                    <a:pt x="295233" y="391538"/>
                  </a:lnTo>
                  <a:lnTo>
                    <a:pt x="295684" y="391609"/>
                  </a:lnTo>
                  <a:lnTo>
                    <a:pt x="296207" y="391721"/>
                  </a:lnTo>
                  <a:lnTo>
                    <a:pt x="296490" y="391873"/>
                  </a:lnTo>
                  <a:lnTo>
                    <a:pt x="296866" y="391934"/>
                  </a:lnTo>
                  <a:lnTo>
                    <a:pt x="297001" y="391842"/>
                  </a:lnTo>
                  <a:lnTo>
                    <a:pt x="297178" y="391517"/>
                  </a:lnTo>
                  <a:lnTo>
                    <a:pt x="297325" y="391364"/>
                  </a:lnTo>
                  <a:lnTo>
                    <a:pt x="297727" y="390911"/>
                  </a:lnTo>
                  <a:lnTo>
                    <a:pt x="298048" y="390504"/>
                  </a:lnTo>
                  <a:lnTo>
                    <a:pt x="298258" y="390120"/>
                  </a:lnTo>
                  <a:lnTo>
                    <a:pt x="298400" y="389701"/>
                  </a:lnTo>
                  <a:lnTo>
                    <a:pt x="298528" y="389445"/>
                  </a:lnTo>
                  <a:lnTo>
                    <a:pt x="298620" y="388965"/>
                  </a:lnTo>
                  <a:lnTo>
                    <a:pt x="298657" y="388624"/>
                  </a:lnTo>
                  <a:lnTo>
                    <a:pt x="298831" y="388377"/>
                  </a:lnTo>
                  <a:lnTo>
                    <a:pt x="299384" y="388017"/>
                  </a:lnTo>
                  <a:lnTo>
                    <a:pt x="299901" y="387695"/>
                  </a:lnTo>
                  <a:lnTo>
                    <a:pt x="300547" y="387246"/>
                  </a:lnTo>
                  <a:lnTo>
                    <a:pt x="300678" y="387085"/>
                  </a:lnTo>
                  <a:lnTo>
                    <a:pt x="300800" y="386878"/>
                  </a:lnTo>
                  <a:lnTo>
                    <a:pt x="300634" y="386398"/>
                  </a:lnTo>
                  <a:lnTo>
                    <a:pt x="300570" y="385999"/>
                  </a:lnTo>
                  <a:lnTo>
                    <a:pt x="300587" y="385573"/>
                  </a:lnTo>
                  <a:lnTo>
                    <a:pt x="300631" y="385393"/>
                  </a:lnTo>
                  <a:lnTo>
                    <a:pt x="300817" y="385201"/>
                  </a:lnTo>
                  <a:lnTo>
                    <a:pt x="301236" y="384917"/>
                  </a:lnTo>
                  <a:lnTo>
                    <a:pt x="301801" y="384698"/>
                  </a:lnTo>
                  <a:lnTo>
                    <a:pt x="301972" y="384597"/>
                  </a:lnTo>
                  <a:lnTo>
                    <a:pt x="302504" y="384395"/>
                  </a:lnTo>
                  <a:lnTo>
                    <a:pt x="303126" y="384103"/>
                  </a:lnTo>
                  <a:lnTo>
                    <a:pt x="303748" y="383861"/>
                  </a:lnTo>
                  <a:lnTo>
                    <a:pt x="304224" y="383846"/>
                  </a:lnTo>
                  <a:lnTo>
                    <a:pt x="304826" y="383846"/>
                  </a:lnTo>
                  <a:lnTo>
                    <a:pt x="305397" y="383823"/>
                  </a:lnTo>
                  <a:lnTo>
                    <a:pt x="305996" y="383934"/>
                  </a:lnTo>
                  <a:lnTo>
                    <a:pt x="306523" y="383931"/>
                  </a:lnTo>
                  <a:lnTo>
                    <a:pt x="307010" y="383907"/>
                  </a:lnTo>
                  <a:lnTo>
                    <a:pt x="307263" y="383906"/>
                  </a:lnTo>
                  <a:lnTo>
                    <a:pt x="307601" y="383931"/>
                  </a:lnTo>
                  <a:lnTo>
                    <a:pt x="308230" y="383865"/>
                  </a:lnTo>
                  <a:lnTo>
                    <a:pt x="309200" y="383731"/>
                  </a:lnTo>
                  <a:lnTo>
                    <a:pt x="310076" y="383723"/>
                  </a:lnTo>
                  <a:lnTo>
                    <a:pt x="310870" y="383712"/>
                  </a:lnTo>
                  <a:lnTo>
                    <a:pt x="311374" y="383712"/>
                  </a:lnTo>
                  <a:lnTo>
                    <a:pt x="311884" y="383762"/>
                  </a:lnTo>
                  <a:lnTo>
                    <a:pt x="312228" y="383870"/>
                  </a:lnTo>
                  <a:lnTo>
                    <a:pt x="312949" y="384057"/>
                  </a:lnTo>
                  <a:lnTo>
                    <a:pt x="313838" y="384370"/>
                  </a:lnTo>
                  <a:lnTo>
                    <a:pt x="314589" y="384272"/>
                  </a:lnTo>
                  <a:lnTo>
                    <a:pt x="314870" y="384250"/>
                  </a:lnTo>
                  <a:lnTo>
                    <a:pt x="315180" y="384075"/>
                  </a:lnTo>
                  <a:lnTo>
                    <a:pt x="315190" y="383929"/>
                  </a:lnTo>
                  <a:lnTo>
                    <a:pt x="315121" y="383733"/>
                  </a:lnTo>
                  <a:lnTo>
                    <a:pt x="315220" y="383310"/>
                  </a:lnTo>
                  <a:lnTo>
                    <a:pt x="315517" y="382931"/>
                  </a:lnTo>
                  <a:lnTo>
                    <a:pt x="316293" y="382174"/>
                  </a:lnTo>
                  <a:lnTo>
                    <a:pt x="316692" y="381721"/>
                  </a:lnTo>
                  <a:lnTo>
                    <a:pt x="316525" y="381454"/>
                  </a:lnTo>
                  <a:lnTo>
                    <a:pt x="316150" y="381243"/>
                  </a:lnTo>
                  <a:lnTo>
                    <a:pt x="315589" y="380913"/>
                  </a:lnTo>
                  <a:lnTo>
                    <a:pt x="315308" y="380318"/>
                  </a:lnTo>
                  <a:lnTo>
                    <a:pt x="314859" y="379424"/>
                  </a:lnTo>
                  <a:lnTo>
                    <a:pt x="314470" y="378633"/>
                  </a:lnTo>
                  <a:lnTo>
                    <a:pt x="314418" y="378505"/>
                  </a:lnTo>
                  <a:lnTo>
                    <a:pt x="314294" y="378323"/>
                  </a:lnTo>
                  <a:lnTo>
                    <a:pt x="314186" y="378016"/>
                  </a:lnTo>
                  <a:lnTo>
                    <a:pt x="314473" y="377985"/>
                  </a:lnTo>
                  <a:lnTo>
                    <a:pt x="314970" y="378069"/>
                  </a:lnTo>
                  <a:lnTo>
                    <a:pt x="315105" y="378069"/>
                  </a:lnTo>
                  <a:lnTo>
                    <a:pt x="315295" y="378012"/>
                  </a:lnTo>
                  <a:lnTo>
                    <a:pt x="315339" y="377812"/>
                  </a:lnTo>
                  <a:lnTo>
                    <a:pt x="315403" y="377160"/>
                  </a:lnTo>
                  <a:lnTo>
                    <a:pt x="315470" y="375886"/>
                  </a:lnTo>
                  <a:lnTo>
                    <a:pt x="315700" y="375233"/>
                  </a:lnTo>
                  <a:lnTo>
                    <a:pt x="316080" y="375116"/>
                  </a:lnTo>
                  <a:lnTo>
                    <a:pt x="316765" y="375001"/>
                  </a:lnTo>
                  <a:lnTo>
                    <a:pt x="317621" y="375001"/>
                  </a:lnTo>
                  <a:lnTo>
                    <a:pt x="318720" y="374777"/>
                  </a:lnTo>
                  <a:lnTo>
                    <a:pt x="319447" y="374403"/>
                  </a:lnTo>
                  <a:lnTo>
                    <a:pt x="320118" y="374091"/>
                  </a:lnTo>
                  <a:lnTo>
                    <a:pt x="320826" y="373891"/>
                  </a:lnTo>
                  <a:lnTo>
                    <a:pt x="321103" y="373743"/>
                  </a:lnTo>
                  <a:lnTo>
                    <a:pt x="321299" y="373297"/>
                  </a:lnTo>
                  <a:lnTo>
                    <a:pt x="321371" y="372469"/>
                  </a:lnTo>
                  <a:lnTo>
                    <a:pt x="321367" y="371988"/>
                  </a:lnTo>
                  <a:lnTo>
                    <a:pt x="321155" y="371599"/>
                  </a:lnTo>
                  <a:lnTo>
                    <a:pt x="320533" y="371000"/>
                  </a:lnTo>
                  <a:lnTo>
                    <a:pt x="320479" y="370790"/>
                  </a:lnTo>
                  <a:lnTo>
                    <a:pt x="320461" y="370401"/>
                  </a:lnTo>
                  <a:lnTo>
                    <a:pt x="320533" y="370089"/>
                  </a:lnTo>
                  <a:lnTo>
                    <a:pt x="320682" y="369803"/>
                  </a:lnTo>
                  <a:lnTo>
                    <a:pt x="320916" y="369491"/>
                  </a:lnTo>
                  <a:lnTo>
                    <a:pt x="320945" y="369079"/>
                  </a:lnTo>
                  <a:lnTo>
                    <a:pt x="320627" y="368820"/>
                  </a:lnTo>
                  <a:lnTo>
                    <a:pt x="320106" y="368327"/>
                  </a:lnTo>
                  <a:lnTo>
                    <a:pt x="319134" y="367616"/>
                  </a:lnTo>
                  <a:lnTo>
                    <a:pt x="318820" y="367409"/>
                  </a:lnTo>
                  <a:lnTo>
                    <a:pt x="318606" y="366928"/>
                  </a:lnTo>
                  <a:lnTo>
                    <a:pt x="318634" y="366257"/>
                  </a:lnTo>
                  <a:lnTo>
                    <a:pt x="318740" y="365058"/>
                  </a:lnTo>
                  <a:lnTo>
                    <a:pt x="318381" y="364370"/>
                  </a:lnTo>
                  <a:lnTo>
                    <a:pt x="317684" y="363579"/>
                  </a:lnTo>
                  <a:lnTo>
                    <a:pt x="317474" y="363165"/>
                  </a:lnTo>
                  <a:lnTo>
                    <a:pt x="317442" y="362797"/>
                  </a:lnTo>
                  <a:lnTo>
                    <a:pt x="317622" y="361817"/>
                  </a:lnTo>
                  <a:lnTo>
                    <a:pt x="317739" y="361059"/>
                  </a:lnTo>
                  <a:lnTo>
                    <a:pt x="318117" y="360394"/>
                  </a:lnTo>
                  <a:lnTo>
                    <a:pt x="318875" y="359852"/>
                  </a:lnTo>
                  <a:lnTo>
                    <a:pt x="320832" y="358974"/>
                  </a:lnTo>
                  <a:lnTo>
                    <a:pt x="320812" y="358665"/>
                  </a:lnTo>
                  <a:lnTo>
                    <a:pt x="320595" y="358655"/>
                  </a:lnTo>
                  <a:lnTo>
                    <a:pt x="320171" y="358701"/>
                  </a:lnTo>
                  <a:lnTo>
                    <a:pt x="319856" y="358696"/>
                  </a:lnTo>
                  <a:lnTo>
                    <a:pt x="319595" y="358522"/>
                  </a:lnTo>
                  <a:lnTo>
                    <a:pt x="319554" y="358338"/>
                  </a:lnTo>
                  <a:lnTo>
                    <a:pt x="319208" y="358135"/>
                  </a:lnTo>
                  <a:lnTo>
                    <a:pt x="318988" y="358128"/>
                  </a:lnTo>
                  <a:lnTo>
                    <a:pt x="318661" y="357962"/>
                  </a:lnTo>
                  <a:lnTo>
                    <a:pt x="318220" y="357494"/>
                  </a:lnTo>
                  <a:lnTo>
                    <a:pt x="317866" y="357042"/>
                  </a:lnTo>
                  <a:lnTo>
                    <a:pt x="317645" y="356668"/>
                  </a:lnTo>
                  <a:lnTo>
                    <a:pt x="317479" y="356344"/>
                  </a:lnTo>
                  <a:lnTo>
                    <a:pt x="316812" y="355362"/>
                  </a:lnTo>
                  <a:lnTo>
                    <a:pt x="316374" y="354691"/>
                  </a:lnTo>
                  <a:lnTo>
                    <a:pt x="316163" y="354236"/>
                  </a:lnTo>
                  <a:lnTo>
                    <a:pt x="315527" y="353233"/>
                  </a:lnTo>
                  <a:lnTo>
                    <a:pt x="315450" y="352742"/>
                  </a:lnTo>
                  <a:lnTo>
                    <a:pt x="315460" y="352527"/>
                  </a:lnTo>
                  <a:lnTo>
                    <a:pt x="315536" y="352056"/>
                  </a:lnTo>
                  <a:lnTo>
                    <a:pt x="315662" y="351809"/>
                  </a:lnTo>
                  <a:lnTo>
                    <a:pt x="315976" y="350855"/>
                  </a:lnTo>
                  <a:lnTo>
                    <a:pt x="316060" y="350306"/>
                  </a:lnTo>
                  <a:lnTo>
                    <a:pt x="316079" y="350036"/>
                  </a:lnTo>
                  <a:lnTo>
                    <a:pt x="316276" y="349857"/>
                  </a:lnTo>
                  <a:lnTo>
                    <a:pt x="317381" y="349224"/>
                  </a:lnTo>
                  <a:lnTo>
                    <a:pt x="318535" y="348844"/>
                  </a:lnTo>
                  <a:lnTo>
                    <a:pt x="317980" y="347808"/>
                  </a:lnTo>
                  <a:lnTo>
                    <a:pt x="320073" y="344210"/>
                  </a:lnTo>
                  <a:lnTo>
                    <a:pt x="320115" y="341748"/>
                  </a:lnTo>
                  <a:lnTo>
                    <a:pt x="320513" y="341349"/>
                  </a:lnTo>
                  <a:lnTo>
                    <a:pt x="320774" y="341242"/>
                  </a:lnTo>
                  <a:lnTo>
                    <a:pt x="320980" y="341246"/>
                  </a:lnTo>
                  <a:lnTo>
                    <a:pt x="321193" y="341414"/>
                  </a:lnTo>
                  <a:lnTo>
                    <a:pt x="321355" y="341503"/>
                  </a:lnTo>
                  <a:lnTo>
                    <a:pt x="321544" y="341514"/>
                  </a:lnTo>
                  <a:lnTo>
                    <a:pt x="321846" y="341416"/>
                  </a:lnTo>
                  <a:lnTo>
                    <a:pt x="322163" y="341345"/>
                  </a:lnTo>
                  <a:lnTo>
                    <a:pt x="322518" y="341188"/>
                  </a:lnTo>
                  <a:lnTo>
                    <a:pt x="322788" y="341146"/>
                  </a:lnTo>
                  <a:lnTo>
                    <a:pt x="323028" y="341154"/>
                  </a:lnTo>
                  <a:lnTo>
                    <a:pt x="323137" y="341449"/>
                  </a:lnTo>
                  <a:lnTo>
                    <a:pt x="323248" y="341760"/>
                  </a:lnTo>
                  <a:lnTo>
                    <a:pt x="323525" y="341794"/>
                  </a:lnTo>
                  <a:lnTo>
                    <a:pt x="324181" y="341787"/>
                  </a:lnTo>
                  <a:lnTo>
                    <a:pt x="324471" y="341720"/>
                  </a:lnTo>
                  <a:lnTo>
                    <a:pt x="325050" y="341652"/>
                  </a:lnTo>
                  <a:lnTo>
                    <a:pt x="325189" y="341656"/>
                  </a:lnTo>
                  <a:lnTo>
                    <a:pt x="325344" y="341633"/>
                  </a:lnTo>
                  <a:lnTo>
                    <a:pt x="325532" y="341489"/>
                  </a:lnTo>
                  <a:lnTo>
                    <a:pt x="325645" y="341288"/>
                  </a:lnTo>
                  <a:lnTo>
                    <a:pt x="325986" y="341054"/>
                  </a:lnTo>
                  <a:lnTo>
                    <a:pt x="326247" y="341211"/>
                  </a:lnTo>
                  <a:lnTo>
                    <a:pt x="326362" y="341340"/>
                  </a:lnTo>
                  <a:lnTo>
                    <a:pt x="326497" y="341453"/>
                  </a:lnTo>
                  <a:lnTo>
                    <a:pt x="326774" y="341441"/>
                  </a:lnTo>
                  <a:lnTo>
                    <a:pt x="327078" y="341257"/>
                  </a:lnTo>
                  <a:lnTo>
                    <a:pt x="327315" y="341138"/>
                  </a:lnTo>
                  <a:lnTo>
                    <a:pt x="327479" y="341005"/>
                  </a:lnTo>
                  <a:lnTo>
                    <a:pt x="327565" y="340728"/>
                  </a:lnTo>
                  <a:lnTo>
                    <a:pt x="327717" y="340470"/>
                  </a:lnTo>
                  <a:lnTo>
                    <a:pt x="328356" y="340148"/>
                  </a:lnTo>
                  <a:lnTo>
                    <a:pt x="328775" y="340032"/>
                  </a:lnTo>
                  <a:lnTo>
                    <a:pt x="329133" y="340102"/>
                  </a:lnTo>
                  <a:lnTo>
                    <a:pt x="329346" y="340033"/>
                  </a:lnTo>
                  <a:lnTo>
                    <a:pt x="329546" y="339933"/>
                  </a:lnTo>
                  <a:lnTo>
                    <a:pt x="329712" y="339810"/>
                  </a:lnTo>
                  <a:lnTo>
                    <a:pt x="330009" y="339595"/>
                  </a:lnTo>
                  <a:lnTo>
                    <a:pt x="330256" y="339526"/>
                  </a:lnTo>
                  <a:lnTo>
                    <a:pt x="330519" y="339457"/>
                  </a:lnTo>
                  <a:lnTo>
                    <a:pt x="330827" y="339377"/>
                  </a:lnTo>
                  <a:lnTo>
                    <a:pt x="331016" y="339319"/>
                  </a:lnTo>
                  <a:lnTo>
                    <a:pt x="331352" y="339054"/>
                  </a:lnTo>
                  <a:lnTo>
                    <a:pt x="331540" y="338999"/>
                  </a:lnTo>
                  <a:lnTo>
                    <a:pt x="331697" y="339075"/>
                  </a:lnTo>
                  <a:lnTo>
                    <a:pt x="332028" y="339201"/>
                  </a:lnTo>
                  <a:lnTo>
                    <a:pt x="332302" y="339148"/>
                  </a:lnTo>
                  <a:lnTo>
                    <a:pt x="332613" y="338917"/>
                  </a:lnTo>
                  <a:lnTo>
                    <a:pt x="332907" y="338779"/>
                  </a:lnTo>
                  <a:lnTo>
                    <a:pt x="333106" y="338767"/>
                  </a:lnTo>
                  <a:lnTo>
                    <a:pt x="333298" y="338767"/>
                  </a:lnTo>
                  <a:lnTo>
                    <a:pt x="333775" y="338874"/>
                  </a:lnTo>
                  <a:lnTo>
                    <a:pt x="333918" y="338474"/>
                  </a:lnTo>
                  <a:lnTo>
                    <a:pt x="334118" y="338458"/>
                  </a:lnTo>
                  <a:lnTo>
                    <a:pt x="334346" y="338528"/>
                  </a:lnTo>
                  <a:lnTo>
                    <a:pt x="334814" y="338266"/>
                  </a:lnTo>
                  <a:lnTo>
                    <a:pt x="335039" y="338266"/>
                  </a:lnTo>
                  <a:lnTo>
                    <a:pt x="335194" y="338349"/>
                  </a:lnTo>
                  <a:lnTo>
                    <a:pt x="335496" y="338451"/>
                  </a:lnTo>
                  <a:lnTo>
                    <a:pt x="335676" y="338416"/>
                  </a:lnTo>
                  <a:lnTo>
                    <a:pt x="335837" y="338330"/>
                  </a:lnTo>
                  <a:lnTo>
                    <a:pt x="335980" y="337703"/>
                  </a:lnTo>
                  <a:lnTo>
                    <a:pt x="335854" y="337447"/>
                  </a:lnTo>
                  <a:lnTo>
                    <a:pt x="335465" y="337063"/>
                  </a:lnTo>
                  <a:lnTo>
                    <a:pt x="335194" y="336795"/>
                  </a:lnTo>
                  <a:lnTo>
                    <a:pt x="334842" y="336462"/>
                  </a:lnTo>
                  <a:lnTo>
                    <a:pt x="334304" y="336206"/>
                  </a:lnTo>
                  <a:lnTo>
                    <a:pt x="333513" y="335925"/>
                  </a:lnTo>
                  <a:lnTo>
                    <a:pt x="333104" y="335791"/>
                  </a:lnTo>
                  <a:lnTo>
                    <a:pt x="332735" y="335736"/>
                  </a:lnTo>
                  <a:lnTo>
                    <a:pt x="332186" y="335695"/>
                  </a:lnTo>
                  <a:lnTo>
                    <a:pt x="331451" y="335602"/>
                  </a:lnTo>
                  <a:lnTo>
                    <a:pt x="331047" y="335525"/>
                  </a:lnTo>
                  <a:lnTo>
                    <a:pt x="330679" y="335470"/>
                  </a:lnTo>
                  <a:lnTo>
                    <a:pt x="330328" y="335338"/>
                  </a:lnTo>
                  <a:lnTo>
                    <a:pt x="329914" y="335096"/>
                  </a:lnTo>
                  <a:lnTo>
                    <a:pt x="329238" y="334555"/>
                  </a:lnTo>
                  <a:lnTo>
                    <a:pt x="328937" y="334417"/>
                  </a:lnTo>
                  <a:lnTo>
                    <a:pt x="328640" y="334221"/>
                  </a:lnTo>
                  <a:lnTo>
                    <a:pt x="328058" y="333871"/>
                  </a:lnTo>
                  <a:lnTo>
                    <a:pt x="327483" y="333459"/>
                  </a:lnTo>
                  <a:lnTo>
                    <a:pt x="326581" y="332787"/>
                  </a:lnTo>
                  <a:lnTo>
                    <a:pt x="326310" y="332464"/>
                  </a:lnTo>
                  <a:lnTo>
                    <a:pt x="326146" y="332267"/>
                  </a:lnTo>
                  <a:lnTo>
                    <a:pt x="326083" y="332091"/>
                  </a:lnTo>
                  <a:lnTo>
                    <a:pt x="325693" y="331634"/>
                  </a:lnTo>
                  <a:lnTo>
                    <a:pt x="325575" y="331468"/>
                  </a:lnTo>
                  <a:lnTo>
                    <a:pt x="325505" y="331286"/>
                  </a:lnTo>
                  <a:lnTo>
                    <a:pt x="325471" y="331107"/>
                  </a:lnTo>
                  <a:lnTo>
                    <a:pt x="325640" y="330824"/>
                  </a:lnTo>
                  <a:lnTo>
                    <a:pt x="325818" y="330585"/>
                  </a:lnTo>
                  <a:lnTo>
                    <a:pt x="326430" y="329923"/>
                  </a:lnTo>
                  <a:lnTo>
                    <a:pt x="327180" y="329439"/>
                  </a:lnTo>
                  <a:lnTo>
                    <a:pt x="328148" y="329044"/>
                  </a:lnTo>
                  <a:lnTo>
                    <a:pt x="328681" y="328917"/>
                  </a:lnTo>
                  <a:lnTo>
                    <a:pt x="329648" y="328764"/>
                  </a:lnTo>
                  <a:lnTo>
                    <a:pt x="330500" y="328626"/>
                  </a:lnTo>
                  <a:lnTo>
                    <a:pt x="331757" y="328027"/>
                  </a:lnTo>
                  <a:lnTo>
                    <a:pt x="332710" y="327444"/>
                  </a:lnTo>
                  <a:lnTo>
                    <a:pt x="333163" y="327267"/>
                  </a:lnTo>
                  <a:lnTo>
                    <a:pt x="333894" y="326953"/>
                  </a:lnTo>
                  <a:lnTo>
                    <a:pt x="334698" y="326216"/>
                  </a:lnTo>
                  <a:lnTo>
                    <a:pt x="335043" y="325963"/>
                  </a:lnTo>
                  <a:lnTo>
                    <a:pt x="335401" y="325533"/>
                  </a:lnTo>
                  <a:lnTo>
                    <a:pt x="335760" y="325295"/>
                  </a:lnTo>
                  <a:lnTo>
                    <a:pt x="336348" y="325226"/>
                  </a:lnTo>
                  <a:lnTo>
                    <a:pt x="337024" y="324942"/>
                  </a:lnTo>
                  <a:lnTo>
                    <a:pt x="337639" y="324712"/>
                  </a:lnTo>
                  <a:lnTo>
                    <a:pt x="338457" y="324550"/>
                  </a:lnTo>
                  <a:lnTo>
                    <a:pt x="339144" y="324558"/>
                  </a:lnTo>
                  <a:lnTo>
                    <a:pt x="339667" y="324681"/>
                  </a:lnTo>
                  <a:lnTo>
                    <a:pt x="340742" y="324750"/>
                  </a:lnTo>
                  <a:lnTo>
                    <a:pt x="341249" y="324919"/>
                  </a:lnTo>
                  <a:lnTo>
                    <a:pt x="341533" y="325180"/>
                  </a:lnTo>
                  <a:lnTo>
                    <a:pt x="341952" y="325464"/>
                  </a:lnTo>
                  <a:lnTo>
                    <a:pt x="342257" y="325471"/>
                  </a:lnTo>
                  <a:lnTo>
                    <a:pt x="342676" y="324857"/>
                  </a:lnTo>
                  <a:lnTo>
                    <a:pt x="343043" y="324540"/>
                  </a:lnTo>
                  <a:lnTo>
                    <a:pt x="343474" y="324589"/>
                  </a:lnTo>
                  <a:lnTo>
                    <a:pt x="344143" y="324926"/>
                  </a:lnTo>
                  <a:lnTo>
                    <a:pt x="344474" y="325065"/>
                  </a:lnTo>
                  <a:lnTo>
                    <a:pt x="344799" y="325141"/>
                  </a:lnTo>
                  <a:lnTo>
                    <a:pt x="344975" y="325126"/>
                  </a:lnTo>
                  <a:lnTo>
                    <a:pt x="345198" y="324965"/>
                  </a:lnTo>
                  <a:lnTo>
                    <a:pt x="345238" y="324796"/>
                  </a:lnTo>
                  <a:lnTo>
                    <a:pt x="345238" y="324291"/>
                  </a:lnTo>
                  <a:lnTo>
                    <a:pt x="345298" y="324031"/>
                  </a:lnTo>
                  <a:lnTo>
                    <a:pt x="345437" y="323583"/>
                  </a:lnTo>
                  <a:lnTo>
                    <a:pt x="345485" y="323446"/>
                  </a:lnTo>
                  <a:lnTo>
                    <a:pt x="345577" y="323046"/>
                  </a:lnTo>
                  <a:lnTo>
                    <a:pt x="345492" y="322638"/>
                  </a:lnTo>
                  <a:lnTo>
                    <a:pt x="345182" y="322231"/>
                  </a:lnTo>
                  <a:lnTo>
                    <a:pt x="345049" y="321807"/>
                  </a:lnTo>
                  <a:lnTo>
                    <a:pt x="344880" y="321223"/>
                  </a:lnTo>
                  <a:lnTo>
                    <a:pt x="344859" y="320760"/>
                  </a:lnTo>
                  <a:lnTo>
                    <a:pt x="344837" y="319512"/>
                  </a:lnTo>
                  <a:lnTo>
                    <a:pt x="344697" y="319209"/>
                  </a:lnTo>
                  <a:lnTo>
                    <a:pt x="344288" y="318793"/>
                  </a:lnTo>
                  <a:lnTo>
                    <a:pt x="344063" y="318433"/>
                  </a:lnTo>
                  <a:lnTo>
                    <a:pt x="344028" y="318153"/>
                  </a:lnTo>
                  <a:lnTo>
                    <a:pt x="344049" y="317834"/>
                  </a:lnTo>
                  <a:lnTo>
                    <a:pt x="344126" y="317546"/>
                  </a:lnTo>
                  <a:lnTo>
                    <a:pt x="344253" y="317042"/>
                  </a:lnTo>
                  <a:lnTo>
                    <a:pt x="344456" y="316425"/>
                  </a:lnTo>
                  <a:lnTo>
                    <a:pt x="344337" y="315923"/>
                  </a:lnTo>
                  <a:lnTo>
                    <a:pt x="344147" y="315715"/>
                  </a:lnTo>
                  <a:lnTo>
                    <a:pt x="343675" y="315547"/>
                  </a:lnTo>
                  <a:lnTo>
                    <a:pt x="342860" y="315610"/>
                  </a:lnTo>
                  <a:lnTo>
                    <a:pt x="342480" y="315710"/>
                  </a:lnTo>
                  <a:lnTo>
                    <a:pt x="341905" y="315687"/>
                  </a:lnTo>
                  <a:lnTo>
                    <a:pt x="340986" y="315533"/>
                  </a:lnTo>
                  <a:lnTo>
                    <a:pt x="340580" y="315441"/>
                  </a:lnTo>
                  <a:lnTo>
                    <a:pt x="340370" y="315226"/>
                  </a:lnTo>
                  <a:lnTo>
                    <a:pt x="340201" y="314958"/>
                  </a:lnTo>
                  <a:lnTo>
                    <a:pt x="340120" y="314657"/>
                  </a:lnTo>
                  <a:lnTo>
                    <a:pt x="340593" y="313952"/>
                  </a:lnTo>
                  <a:lnTo>
                    <a:pt x="340904" y="313430"/>
                  </a:lnTo>
                  <a:lnTo>
                    <a:pt x="341168" y="313093"/>
                  </a:lnTo>
                  <a:lnTo>
                    <a:pt x="341885" y="312248"/>
                  </a:lnTo>
                  <a:lnTo>
                    <a:pt x="342175" y="312010"/>
                  </a:lnTo>
                  <a:lnTo>
                    <a:pt x="342426" y="311581"/>
                  </a:lnTo>
                  <a:lnTo>
                    <a:pt x="342459" y="310951"/>
                  </a:lnTo>
                  <a:lnTo>
                    <a:pt x="342532" y="310354"/>
                  </a:lnTo>
                  <a:lnTo>
                    <a:pt x="342649" y="309754"/>
                  </a:lnTo>
                  <a:lnTo>
                    <a:pt x="342770" y="309347"/>
                  </a:lnTo>
                  <a:lnTo>
                    <a:pt x="342838" y="309125"/>
                  </a:lnTo>
                  <a:lnTo>
                    <a:pt x="342973" y="308956"/>
                  </a:lnTo>
                  <a:lnTo>
                    <a:pt x="343210" y="308748"/>
                  </a:lnTo>
                  <a:lnTo>
                    <a:pt x="343433" y="308580"/>
                  </a:lnTo>
                  <a:lnTo>
                    <a:pt x="343582" y="308334"/>
                  </a:lnTo>
                  <a:lnTo>
                    <a:pt x="343355" y="306014"/>
                  </a:lnTo>
                  <a:lnTo>
                    <a:pt x="340313" y="301338"/>
                  </a:lnTo>
                  <a:lnTo>
                    <a:pt x="336673" y="295545"/>
                  </a:lnTo>
                  <a:lnTo>
                    <a:pt x="332325" y="288636"/>
                  </a:lnTo>
                  <a:lnTo>
                    <a:pt x="332397" y="288131"/>
                  </a:lnTo>
                  <a:lnTo>
                    <a:pt x="332386" y="287954"/>
                  </a:lnTo>
                  <a:lnTo>
                    <a:pt x="332282" y="287496"/>
                  </a:lnTo>
                  <a:lnTo>
                    <a:pt x="332246" y="287225"/>
                  </a:lnTo>
                  <a:lnTo>
                    <a:pt x="332318" y="286852"/>
                  </a:lnTo>
                  <a:lnTo>
                    <a:pt x="332264" y="286616"/>
                  </a:lnTo>
                  <a:lnTo>
                    <a:pt x="332221" y="286316"/>
                  </a:lnTo>
                  <a:lnTo>
                    <a:pt x="332004" y="286003"/>
                  </a:lnTo>
                  <a:lnTo>
                    <a:pt x="331868" y="285882"/>
                  </a:lnTo>
                  <a:lnTo>
                    <a:pt x="331843" y="285748"/>
                  </a:lnTo>
                  <a:lnTo>
                    <a:pt x="331826" y="285559"/>
                  </a:lnTo>
                  <a:lnTo>
                    <a:pt x="331888" y="285170"/>
                  </a:lnTo>
                  <a:lnTo>
                    <a:pt x="331913" y="284974"/>
                  </a:lnTo>
                  <a:lnTo>
                    <a:pt x="331902" y="284644"/>
                  </a:lnTo>
                  <a:lnTo>
                    <a:pt x="331902" y="284478"/>
                  </a:lnTo>
                  <a:lnTo>
                    <a:pt x="331891" y="284219"/>
                  </a:lnTo>
                  <a:lnTo>
                    <a:pt x="331826" y="284057"/>
                  </a:lnTo>
                  <a:lnTo>
                    <a:pt x="331694" y="283819"/>
                  </a:lnTo>
                  <a:lnTo>
                    <a:pt x="331461" y="283635"/>
                  </a:lnTo>
                  <a:lnTo>
                    <a:pt x="331316" y="283504"/>
                  </a:lnTo>
                  <a:lnTo>
                    <a:pt x="331150" y="283316"/>
                  </a:lnTo>
                  <a:lnTo>
                    <a:pt x="331064" y="283155"/>
                  </a:lnTo>
                  <a:lnTo>
                    <a:pt x="330831" y="282748"/>
                  </a:lnTo>
                  <a:lnTo>
                    <a:pt x="330631" y="282514"/>
                  </a:lnTo>
                  <a:lnTo>
                    <a:pt x="330408" y="282349"/>
                  </a:lnTo>
                  <a:lnTo>
                    <a:pt x="330303" y="282153"/>
                  </a:lnTo>
                  <a:lnTo>
                    <a:pt x="330259" y="281969"/>
                  </a:lnTo>
                  <a:lnTo>
                    <a:pt x="330273" y="281785"/>
                  </a:lnTo>
                  <a:lnTo>
                    <a:pt x="330384" y="281554"/>
                  </a:lnTo>
                  <a:lnTo>
                    <a:pt x="330695" y="281332"/>
                  </a:lnTo>
                  <a:lnTo>
                    <a:pt x="330672" y="280979"/>
                  </a:lnTo>
                  <a:lnTo>
                    <a:pt x="330377" y="280825"/>
                  </a:lnTo>
                  <a:lnTo>
                    <a:pt x="330263" y="280672"/>
                  </a:lnTo>
                  <a:lnTo>
                    <a:pt x="330090" y="280530"/>
                  </a:lnTo>
                  <a:lnTo>
                    <a:pt x="329837" y="280392"/>
                  </a:lnTo>
                  <a:lnTo>
                    <a:pt x="329563" y="280114"/>
                  </a:lnTo>
                  <a:lnTo>
                    <a:pt x="329505" y="279903"/>
                  </a:lnTo>
                  <a:lnTo>
                    <a:pt x="329361" y="279404"/>
                  </a:lnTo>
                  <a:lnTo>
                    <a:pt x="329293" y="278854"/>
                  </a:lnTo>
                  <a:lnTo>
                    <a:pt x="329255" y="278636"/>
                  </a:lnTo>
                  <a:lnTo>
                    <a:pt x="329218" y="278320"/>
                  </a:lnTo>
                  <a:lnTo>
                    <a:pt x="329224" y="277848"/>
                  </a:lnTo>
                  <a:lnTo>
                    <a:pt x="329298" y="276988"/>
                  </a:lnTo>
                  <a:lnTo>
                    <a:pt x="329254" y="276719"/>
                  </a:lnTo>
                  <a:lnTo>
                    <a:pt x="329204" y="276393"/>
                  </a:lnTo>
                  <a:lnTo>
                    <a:pt x="329147" y="276029"/>
                  </a:lnTo>
                  <a:lnTo>
                    <a:pt x="328832" y="275136"/>
                  </a:lnTo>
                  <a:lnTo>
                    <a:pt x="328832" y="274886"/>
                  </a:lnTo>
                  <a:lnTo>
                    <a:pt x="328853" y="274592"/>
                  </a:lnTo>
                  <a:lnTo>
                    <a:pt x="328743" y="274244"/>
                  </a:lnTo>
                  <a:lnTo>
                    <a:pt x="328545" y="274075"/>
                  </a:lnTo>
                  <a:lnTo>
                    <a:pt x="328343" y="273903"/>
                  </a:lnTo>
                  <a:lnTo>
                    <a:pt x="327608" y="273457"/>
                  </a:lnTo>
                  <a:lnTo>
                    <a:pt x="326887" y="273042"/>
                  </a:lnTo>
                  <a:lnTo>
                    <a:pt x="326504" y="272841"/>
                  </a:lnTo>
                  <a:lnTo>
                    <a:pt x="326313" y="272614"/>
                  </a:lnTo>
                  <a:lnTo>
                    <a:pt x="326258" y="272404"/>
                  </a:lnTo>
                  <a:lnTo>
                    <a:pt x="326230" y="272145"/>
                  </a:lnTo>
                  <a:lnTo>
                    <a:pt x="326351" y="271901"/>
                  </a:lnTo>
                  <a:lnTo>
                    <a:pt x="326680" y="271472"/>
                  </a:lnTo>
                  <a:lnTo>
                    <a:pt x="326777" y="271198"/>
                  </a:lnTo>
                  <a:lnTo>
                    <a:pt x="326730" y="270159"/>
                  </a:lnTo>
                  <a:lnTo>
                    <a:pt x="326652" y="268143"/>
                  </a:lnTo>
                  <a:lnTo>
                    <a:pt x="326734" y="267220"/>
                  </a:lnTo>
                  <a:lnTo>
                    <a:pt x="326870" y="266315"/>
                  </a:lnTo>
                  <a:lnTo>
                    <a:pt x="326953" y="265826"/>
                  </a:lnTo>
                  <a:lnTo>
                    <a:pt x="327015" y="265123"/>
                  </a:lnTo>
                  <a:lnTo>
                    <a:pt x="327015" y="264423"/>
                  </a:lnTo>
                  <a:lnTo>
                    <a:pt x="326923" y="263536"/>
                  </a:lnTo>
                  <a:lnTo>
                    <a:pt x="326846" y="262967"/>
                  </a:lnTo>
                  <a:lnTo>
                    <a:pt x="326606" y="262359"/>
                  </a:lnTo>
                  <a:lnTo>
                    <a:pt x="326321" y="261973"/>
                  </a:lnTo>
                  <a:lnTo>
                    <a:pt x="326000" y="260151"/>
                  </a:lnTo>
                  <a:lnTo>
                    <a:pt x="325910" y="258590"/>
                  </a:lnTo>
                  <a:lnTo>
                    <a:pt x="325736" y="257234"/>
                  </a:lnTo>
                  <a:lnTo>
                    <a:pt x="325555" y="256224"/>
                  </a:lnTo>
                  <a:lnTo>
                    <a:pt x="325003" y="254708"/>
                  </a:lnTo>
                  <a:lnTo>
                    <a:pt x="324369" y="253724"/>
                  </a:lnTo>
                  <a:lnTo>
                    <a:pt x="324200" y="253118"/>
                  </a:lnTo>
                  <a:lnTo>
                    <a:pt x="324173" y="252818"/>
                  </a:lnTo>
                  <a:lnTo>
                    <a:pt x="324465" y="252325"/>
                  </a:lnTo>
                  <a:lnTo>
                    <a:pt x="324937" y="251790"/>
                  </a:lnTo>
                  <a:lnTo>
                    <a:pt x="325309" y="251015"/>
                  </a:lnTo>
                  <a:lnTo>
                    <a:pt x="325417" y="249979"/>
                  </a:lnTo>
                  <a:lnTo>
                    <a:pt x="325775" y="249134"/>
                  </a:lnTo>
                  <a:lnTo>
                    <a:pt x="326140" y="248413"/>
                  </a:lnTo>
                  <a:lnTo>
                    <a:pt x="326350" y="247630"/>
                  </a:lnTo>
                  <a:lnTo>
                    <a:pt x="326492" y="246717"/>
                  </a:lnTo>
                  <a:lnTo>
                    <a:pt x="326944" y="245885"/>
                  </a:lnTo>
                  <a:lnTo>
                    <a:pt x="326967" y="245475"/>
                  </a:lnTo>
                  <a:lnTo>
                    <a:pt x="326837" y="245124"/>
                  </a:lnTo>
                  <a:lnTo>
                    <a:pt x="326183" y="244388"/>
                  </a:lnTo>
                  <a:lnTo>
                    <a:pt x="325240" y="243242"/>
                  </a:lnTo>
                  <a:lnTo>
                    <a:pt x="324118" y="241863"/>
                  </a:lnTo>
                  <a:lnTo>
                    <a:pt x="323984" y="241629"/>
                  </a:lnTo>
                  <a:lnTo>
                    <a:pt x="323301" y="241075"/>
                  </a:lnTo>
                  <a:lnTo>
                    <a:pt x="322561" y="240692"/>
                  </a:lnTo>
                  <a:lnTo>
                    <a:pt x="322307" y="240600"/>
                  </a:lnTo>
                  <a:lnTo>
                    <a:pt x="321361" y="240248"/>
                  </a:lnTo>
                  <a:lnTo>
                    <a:pt x="320387" y="239900"/>
                  </a:lnTo>
                  <a:lnTo>
                    <a:pt x="319707" y="239782"/>
                  </a:lnTo>
                  <a:lnTo>
                    <a:pt x="319112" y="239639"/>
                  </a:lnTo>
                  <a:lnTo>
                    <a:pt x="318580" y="239266"/>
                  </a:lnTo>
                  <a:lnTo>
                    <a:pt x="318026" y="238907"/>
                  </a:lnTo>
                  <a:lnTo>
                    <a:pt x="317359" y="238191"/>
                  </a:lnTo>
                  <a:lnTo>
                    <a:pt x="317178" y="237936"/>
                  </a:lnTo>
                  <a:lnTo>
                    <a:pt x="317180" y="237520"/>
                  </a:lnTo>
                  <a:lnTo>
                    <a:pt x="317194" y="237305"/>
                  </a:lnTo>
                  <a:lnTo>
                    <a:pt x="317058" y="236975"/>
                  </a:lnTo>
                  <a:lnTo>
                    <a:pt x="316700" y="236541"/>
                  </a:lnTo>
                  <a:lnTo>
                    <a:pt x="316328" y="236138"/>
                  </a:lnTo>
                  <a:lnTo>
                    <a:pt x="316191" y="235690"/>
                  </a:lnTo>
                  <a:lnTo>
                    <a:pt x="316249" y="235552"/>
                  </a:lnTo>
                  <a:lnTo>
                    <a:pt x="316345" y="235330"/>
                  </a:lnTo>
                  <a:lnTo>
                    <a:pt x="316489" y="234808"/>
                  </a:lnTo>
                  <a:lnTo>
                    <a:pt x="316529" y="234598"/>
                  </a:lnTo>
                  <a:lnTo>
                    <a:pt x="316433" y="234357"/>
                  </a:lnTo>
                  <a:lnTo>
                    <a:pt x="316229" y="233941"/>
                  </a:lnTo>
                  <a:lnTo>
                    <a:pt x="315642" y="233186"/>
                  </a:lnTo>
                  <a:lnTo>
                    <a:pt x="315439" y="233130"/>
                  </a:lnTo>
                  <a:lnTo>
                    <a:pt x="315173" y="233130"/>
                  </a:lnTo>
                  <a:lnTo>
                    <a:pt x="315074" y="233314"/>
                  </a:lnTo>
                  <a:lnTo>
                    <a:pt x="315021" y="233499"/>
                  </a:lnTo>
                  <a:lnTo>
                    <a:pt x="314986" y="233668"/>
                  </a:lnTo>
                  <a:lnTo>
                    <a:pt x="314854" y="234059"/>
                  </a:lnTo>
                  <a:lnTo>
                    <a:pt x="314390" y="234362"/>
                  </a:lnTo>
                  <a:lnTo>
                    <a:pt x="313969" y="234597"/>
                  </a:lnTo>
                  <a:lnTo>
                    <a:pt x="313519" y="234792"/>
                  </a:lnTo>
                  <a:lnTo>
                    <a:pt x="312698" y="234776"/>
                  </a:lnTo>
                  <a:lnTo>
                    <a:pt x="312263" y="234686"/>
                  </a:lnTo>
                  <a:lnTo>
                    <a:pt x="310721" y="234857"/>
                  </a:lnTo>
                  <a:lnTo>
                    <a:pt x="309835" y="235302"/>
                  </a:lnTo>
                  <a:lnTo>
                    <a:pt x="308865" y="235481"/>
                  </a:lnTo>
                  <a:lnTo>
                    <a:pt x="308600" y="235521"/>
                  </a:lnTo>
                  <a:lnTo>
                    <a:pt x="308258" y="235829"/>
                  </a:lnTo>
                  <a:lnTo>
                    <a:pt x="307822" y="235943"/>
                  </a:lnTo>
                  <a:lnTo>
                    <a:pt x="307551" y="235821"/>
                  </a:lnTo>
                  <a:lnTo>
                    <a:pt x="307437" y="235578"/>
                  </a:lnTo>
                  <a:lnTo>
                    <a:pt x="307472" y="235392"/>
                  </a:lnTo>
                  <a:lnTo>
                    <a:pt x="307622" y="234978"/>
                  </a:lnTo>
                  <a:lnTo>
                    <a:pt x="307622" y="234570"/>
                  </a:lnTo>
                  <a:lnTo>
                    <a:pt x="307622" y="234427"/>
                  </a:lnTo>
                  <a:lnTo>
                    <a:pt x="307508" y="234168"/>
                  </a:lnTo>
                  <a:lnTo>
                    <a:pt x="306805" y="233706"/>
                  </a:lnTo>
                  <a:lnTo>
                    <a:pt x="306641" y="233586"/>
                  </a:lnTo>
                  <a:lnTo>
                    <a:pt x="305570" y="232978"/>
                  </a:lnTo>
                  <a:lnTo>
                    <a:pt x="305356" y="232727"/>
                  </a:lnTo>
                  <a:lnTo>
                    <a:pt x="305285" y="232451"/>
                  </a:lnTo>
                  <a:lnTo>
                    <a:pt x="305321" y="232167"/>
                  </a:lnTo>
                  <a:lnTo>
                    <a:pt x="305435" y="231924"/>
                  </a:lnTo>
                  <a:lnTo>
                    <a:pt x="305678" y="231738"/>
                  </a:lnTo>
                  <a:lnTo>
                    <a:pt x="306034" y="231568"/>
                  </a:lnTo>
                  <a:lnTo>
                    <a:pt x="306099" y="231357"/>
                  </a:lnTo>
                  <a:lnTo>
                    <a:pt x="305920" y="231227"/>
                  </a:lnTo>
                  <a:lnTo>
                    <a:pt x="305192" y="230968"/>
                  </a:lnTo>
                  <a:lnTo>
                    <a:pt x="304496" y="230716"/>
                  </a:lnTo>
                  <a:lnTo>
                    <a:pt x="304071" y="230490"/>
                  </a:lnTo>
                  <a:lnTo>
                    <a:pt x="303700" y="230376"/>
                  </a:lnTo>
                  <a:lnTo>
                    <a:pt x="302986" y="230441"/>
                  </a:lnTo>
                  <a:lnTo>
                    <a:pt x="302586" y="230352"/>
                  </a:lnTo>
                  <a:lnTo>
                    <a:pt x="302472" y="230214"/>
                  </a:lnTo>
                  <a:lnTo>
                    <a:pt x="302365" y="230044"/>
                  </a:lnTo>
                  <a:lnTo>
                    <a:pt x="302372" y="229874"/>
                  </a:lnTo>
                  <a:lnTo>
                    <a:pt x="302593" y="229541"/>
                  </a:lnTo>
                  <a:lnTo>
                    <a:pt x="302979" y="229306"/>
                  </a:lnTo>
                  <a:lnTo>
                    <a:pt x="303421" y="229031"/>
                  </a:lnTo>
                  <a:lnTo>
                    <a:pt x="304331" y="228538"/>
                  </a:lnTo>
                  <a:lnTo>
                    <a:pt x="304699" y="228463"/>
                  </a:lnTo>
                  <a:lnTo>
                    <a:pt x="304988" y="228254"/>
                  </a:lnTo>
                  <a:lnTo>
                    <a:pt x="305127" y="227662"/>
                  </a:lnTo>
                  <a:lnTo>
                    <a:pt x="305183" y="227414"/>
                  </a:lnTo>
                  <a:lnTo>
                    <a:pt x="305458" y="227062"/>
                  </a:lnTo>
                  <a:lnTo>
                    <a:pt x="306078" y="226766"/>
                  </a:lnTo>
                  <a:lnTo>
                    <a:pt x="306698" y="226766"/>
                  </a:lnTo>
                  <a:lnTo>
                    <a:pt x="306881" y="226686"/>
                  </a:lnTo>
                  <a:lnTo>
                    <a:pt x="307571" y="226158"/>
                  </a:lnTo>
                  <a:lnTo>
                    <a:pt x="307863" y="225763"/>
                  </a:lnTo>
                  <a:lnTo>
                    <a:pt x="308691" y="225447"/>
                  </a:lnTo>
                  <a:lnTo>
                    <a:pt x="309339" y="225047"/>
                  </a:lnTo>
                  <a:lnTo>
                    <a:pt x="309958" y="224536"/>
                  </a:lnTo>
                  <a:lnTo>
                    <a:pt x="310325" y="223943"/>
                  </a:lnTo>
                  <a:lnTo>
                    <a:pt x="310689" y="223245"/>
                  </a:lnTo>
                  <a:lnTo>
                    <a:pt x="311100" y="222935"/>
                  </a:lnTo>
                  <a:lnTo>
                    <a:pt x="311890" y="222668"/>
                  </a:lnTo>
                  <a:lnTo>
                    <a:pt x="312288" y="222220"/>
                  </a:lnTo>
                  <a:lnTo>
                    <a:pt x="312728" y="221990"/>
                  </a:lnTo>
                  <a:lnTo>
                    <a:pt x="313140" y="222066"/>
                  </a:lnTo>
                  <a:lnTo>
                    <a:pt x="313603" y="222274"/>
                  </a:lnTo>
                  <a:lnTo>
                    <a:pt x="314064" y="222498"/>
                  </a:lnTo>
                  <a:lnTo>
                    <a:pt x="314352" y="222310"/>
                  </a:lnTo>
                  <a:lnTo>
                    <a:pt x="314465" y="221667"/>
                  </a:lnTo>
                  <a:lnTo>
                    <a:pt x="314659" y="221570"/>
                  </a:lnTo>
                  <a:lnTo>
                    <a:pt x="315006" y="221601"/>
                  </a:lnTo>
                  <a:lnTo>
                    <a:pt x="315268" y="221739"/>
                  </a:lnTo>
                  <a:lnTo>
                    <a:pt x="315553" y="221943"/>
                  </a:lnTo>
                  <a:lnTo>
                    <a:pt x="316855" y="223149"/>
                  </a:lnTo>
                  <a:lnTo>
                    <a:pt x="317525" y="223322"/>
                  </a:lnTo>
                  <a:lnTo>
                    <a:pt x="318498" y="223215"/>
                  </a:lnTo>
                  <a:lnTo>
                    <a:pt x="319531" y="222951"/>
                  </a:lnTo>
                  <a:lnTo>
                    <a:pt x="320002" y="222538"/>
                  </a:lnTo>
                  <a:lnTo>
                    <a:pt x="320359" y="221857"/>
                  </a:lnTo>
                  <a:lnTo>
                    <a:pt x="321001" y="221468"/>
                  </a:lnTo>
                  <a:lnTo>
                    <a:pt x="321901" y="221120"/>
                  </a:lnTo>
                  <a:lnTo>
                    <a:pt x="322743" y="220990"/>
                  </a:lnTo>
                  <a:lnTo>
                    <a:pt x="323315" y="221095"/>
                  </a:lnTo>
                  <a:lnTo>
                    <a:pt x="323414" y="221306"/>
                  </a:lnTo>
                  <a:lnTo>
                    <a:pt x="323607" y="221833"/>
                  </a:lnTo>
                  <a:lnTo>
                    <a:pt x="323921" y="222254"/>
                  </a:lnTo>
                  <a:lnTo>
                    <a:pt x="324493" y="222522"/>
                  </a:lnTo>
                  <a:lnTo>
                    <a:pt x="325521" y="222538"/>
                  </a:lnTo>
                  <a:lnTo>
                    <a:pt x="326406" y="222335"/>
                  </a:lnTo>
                  <a:lnTo>
                    <a:pt x="326963" y="221825"/>
                  </a:lnTo>
                  <a:lnTo>
                    <a:pt x="327884" y="221209"/>
                  </a:lnTo>
                  <a:lnTo>
                    <a:pt x="328448" y="220782"/>
                  </a:lnTo>
                  <a:lnTo>
                    <a:pt x="328655" y="220479"/>
                  </a:lnTo>
                  <a:lnTo>
                    <a:pt x="328733" y="219710"/>
                  </a:lnTo>
                  <a:lnTo>
                    <a:pt x="328813" y="219408"/>
                  </a:lnTo>
                  <a:lnTo>
                    <a:pt x="329747" y="218729"/>
                  </a:lnTo>
                  <a:lnTo>
                    <a:pt x="330677" y="218028"/>
                  </a:lnTo>
                  <a:lnTo>
                    <a:pt x="330875" y="217975"/>
                  </a:lnTo>
                  <a:lnTo>
                    <a:pt x="331096" y="217975"/>
                  </a:lnTo>
                  <a:lnTo>
                    <a:pt x="331318" y="218129"/>
                  </a:lnTo>
                  <a:lnTo>
                    <a:pt x="331496" y="218364"/>
                  </a:lnTo>
                  <a:lnTo>
                    <a:pt x="331596" y="218559"/>
                  </a:lnTo>
                  <a:lnTo>
                    <a:pt x="331732" y="218713"/>
                  </a:lnTo>
                  <a:lnTo>
                    <a:pt x="332075" y="218883"/>
                  </a:lnTo>
                  <a:lnTo>
                    <a:pt x="332490" y="218945"/>
                  </a:lnTo>
                  <a:lnTo>
                    <a:pt x="333488" y="218761"/>
                  </a:lnTo>
                  <a:lnTo>
                    <a:pt x="333931" y="218737"/>
                  </a:lnTo>
                  <a:lnTo>
                    <a:pt x="334616" y="218850"/>
                  </a:lnTo>
                  <a:lnTo>
                    <a:pt x="335452" y="219215"/>
                  </a:lnTo>
                  <a:lnTo>
                    <a:pt x="335699" y="219240"/>
                  </a:lnTo>
                  <a:lnTo>
                    <a:pt x="336058" y="219142"/>
                  </a:lnTo>
                  <a:lnTo>
                    <a:pt x="336526" y="219035"/>
                  </a:lnTo>
                  <a:lnTo>
                    <a:pt x="337351" y="218583"/>
                  </a:lnTo>
                  <a:lnTo>
                    <a:pt x="338322" y="218324"/>
                  </a:lnTo>
                  <a:lnTo>
                    <a:pt x="340249" y="217732"/>
                  </a:lnTo>
                  <a:lnTo>
                    <a:pt x="340742" y="217562"/>
                  </a:lnTo>
                  <a:lnTo>
                    <a:pt x="341149" y="217282"/>
                  </a:lnTo>
                  <a:lnTo>
                    <a:pt x="341851" y="216797"/>
                  </a:lnTo>
                  <a:lnTo>
                    <a:pt x="342141" y="216507"/>
                  </a:lnTo>
                  <a:lnTo>
                    <a:pt x="342155" y="216277"/>
                  </a:lnTo>
                  <a:lnTo>
                    <a:pt x="342013" y="216085"/>
                  </a:lnTo>
                  <a:lnTo>
                    <a:pt x="341675" y="215901"/>
                  </a:lnTo>
                  <a:lnTo>
                    <a:pt x="341572" y="215773"/>
                  </a:lnTo>
                  <a:lnTo>
                    <a:pt x="341535" y="215568"/>
                  </a:lnTo>
                  <a:lnTo>
                    <a:pt x="341728" y="215350"/>
                  </a:lnTo>
                  <a:lnTo>
                    <a:pt x="341995" y="215295"/>
                  </a:lnTo>
                  <a:lnTo>
                    <a:pt x="342330" y="215371"/>
                  </a:lnTo>
                  <a:lnTo>
                    <a:pt x="342655" y="215640"/>
                  </a:lnTo>
                  <a:lnTo>
                    <a:pt x="342993" y="215886"/>
                  </a:lnTo>
                  <a:lnTo>
                    <a:pt x="343451" y="216310"/>
                  </a:lnTo>
                  <a:lnTo>
                    <a:pt x="344017" y="216510"/>
                  </a:lnTo>
                  <a:lnTo>
                    <a:pt x="344169" y="216584"/>
                  </a:lnTo>
                  <a:lnTo>
                    <a:pt x="344708" y="216608"/>
                  </a:lnTo>
                  <a:lnTo>
                    <a:pt x="345563" y="216574"/>
                  </a:lnTo>
                  <a:lnTo>
                    <a:pt x="346289" y="216654"/>
                  </a:lnTo>
                  <a:lnTo>
                    <a:pt x="347028" y="216877"/>
                  </a:lnTo>
                  <a:lnTo>
                    <a:pt x="347275" y="217109"/>
                  </a:lnTo>
                  <a:lnTo>
                    <a:pt x="347775" y="217773"/>
                  </a:lnTo>
                  <a:lnTo>
                    <a:pt x="347979" y="217965"/>
                  </a:lnTo>
                  <a:lnTo>
                    <a:pt x="348324" y="218013"/>
                  </a:lnTo>
                  <a:lnTo>
                    <a:pt x="349035" y="217981"/>
                  </a:lnTo>
                  <a:lnTo>
                    <a:pt x="349768" y="217981"/>
                  </a:lnTo>
                  <a:lnTo>
                    <a:pt x="350239" y="217892"/>
                  </a:lnTo>
                  <a:lnTo>
                    <a:pt x="350909" y="217326"/>
                  </a:lnTo>
                  <a:lnTo>
                    <a:pt x="351331" y="216926"/>
                  </a:lnTo>
                  <a:lnTo>
                    <a:pt x="351820" y="216359"/>
                  </a:lnTo>
                  <a:lnTo>
                    <a:pt x="352379" y="216098"/>
                  </a:lnTo>
                  <a:lnTo>
                    <a:pt x="353082" y="215908"/>
                  </a:lnTo>
                  <a:lnTo>
                    <a:pt x="353690" y="215857"/>
                  </a:lnTo>
                  <a:lnTo>
                    <a:pt x="354253" y="216177"/>
                  </a:lnTo>
                  <a:lnTo>
                    <a:pt x="354965" y="216135"/>
                  </a:lnTo>
                  <a:lnTo>
                    <a:pt x="356260" y="215892"/>
                  </a:lnTo>
                  <a:lnTo>
                    <a:pt x="357241" y="215515"/>
                  </a:lnTo>
                  <a:lnTo>
                    <a:pt x="357404" y="215467"/>
                  </a:lnTo>
                  <a:lnTo>
                    <a:pt x="357979" y="215367"/>
                  </a:lnTo>
                  <a:lnTo>
                    <a:pt x="358818" y="215022"/>
                  </a:lnTo>
                  <a:lnTo>
                    <a:pt x="359027" y="214446"/>
                  </a:lnTo>
                  <a:lnTo>
                    <a:pt x="359235" y="214250"/>
                  </a:lnTo>
                  <a:lnTo>
                    <a:pt x="359883" y="213986"/>
                  </a:lnTo>
                  <a:lnTo>
                    <a:pt x="360058" y="213724"/>
                  </a:lnTo>
                  <a:lnTo>
                    <a:pt x="360046" y="213378"/>
                  </a:lnTo>
                  <a:lnTo>
                    <a:pt x="360080" y="213174"/>
                  </a:lnTo>
                  <a:lnTo>
                    <a:pt x="360176" y="213039"/>
                  </a:lnTo>
                  <a:lnTo>
                    <a:pt x="360497" y="212975"/>
                  </a:lnTo>
                  <a:lnTo>
                    <a:pt x="360931" y="212975"/>
                  </a:lnTo>
                  <a:lnTo>
                    <a:pt x="361314" y="213020"/>
                  </a:lnTo>
                  <a:lnTo>
                    <a:pt x="361584" y="213116"/>
                  </a:lnTo>
                  <a:lnTo>
                    <a:pt x="361861" y="213295"/>
                  </a:lnTo>
                  <a:lnTo>
                    <a:pt x="362114" y="213461"/>
                  </a:lnTo>
                  <a:lnTo>
                    <a:pt x="362475" y="213596"/>
                  </a:lnTo>
                  <a:lnTo>
                    <a:pt x="362892" y="213557"/>
                  </a:lnTo>
                  <a:lnTo>
                    <a:pt x="362999" y="213423"/>
                  </a:lnTo>
                  <a:lnTo>
                    <a:pt x="363081" y="213127"/>
                  </a:lnTo>
                  <a:lnTo>
                    <a:pt x="363100" y="212790"/>
                  </a:lnTo>
                  <a:lnTo>
                    <a:pt x="363230" y="212572"/>
                  </a:lnTo>
                  <a:lnTo>
                    <a:pt x="363759" y="212374"/>
                  </a:lnTo>
                  <a:lnTo>
                    <a:pt x="364841" y="212157"/>
                  </a:lnTo>
                  <a:lnTo>
                    <a:pt x="365331" y="212157"/>
                  </a:lnTo>
                  <a:lnTo>
                    <a:pt x="365466" y="212093"/>
                  </a:lnTo>
                  <a:lnTo>
                    <a:pt x="365692" y="211799"/>
                  </a:lnTo>
                  <a:lnTo>
                    <a:pt x="365883" y="211626"/>
                  </a:lnTo>
                  <a:lnTo>
                    <a:pt x="366142" y="211619"/>
                  </a:lnTo>
                  <a:lnTo>
                    <a:pt x="366435" y="211709"/>
                  </a:lnTo>
                  <a:lnTo>
                    <a:pt x="366807" y="211850"/>
                  </a:lnTo>
                  <a:lnTo>
                    <a:pt x="367335" y="212109"/>
                  </a:lnTo>
                  <a:lnTo>
                    <a:pt x="368086" y="212169"/>
                  </a:lnTo>
                  <a:lnTo>
                    <a:pt x="368644" y="211862"/>
                  </a:lnTo>
                  <a:lnTo>
                    <a:pt x="369726" y="211248"/>
                  </a:lnTo>
                  <a:lnTo>
                    <a:pt x="370407" y="210916"/>
                  </a:lnTo>
                  <a:lnTo>
                    <a:pt x="371162" y="210718"/>
                  </a:lnTo>
                  <a:lnTo>
                    <a:pt x="371989" y="210718"/>
                  </a:lnTo>
                  <a:lnTo>
                    <a:pt x="372650" y="210999"/>
                  </a:lnTo>
                  <a:lnTo>
                    <a:pt x="372948" y="211025"/>
                  </a:lnTo>
                  <a:lnTo>
                    <a:pt x="373123" y="210871"/>
                  </a:lnTo>
                  <a:lnTo>
                    <a:pt x="373360" y="210449"/>
                  </a:lnTo>
                  <a:lnTo>
                    <a:pt x="373782" y="210148"/>
                  </a:lnTo>
                  <a:lnTo>
                    <a:pt x="374293" y="209899"/>
                  </a:lnTo>
                  <a:lnTo>
                    <a:pt x="374734" y="209822"/>
                  </a:lnTo>
                  <a:lnTo>
                    <a:pt x="375258" y="209720"/>
                  </a:lnTo>
                  <a:lnTo>
                    <a:pt x="375602" y="209720"/>
                  </a:lnTo>
                  <a:lnTo>
                    <a:pt x="375760" y="209841"/>
                  </a:lnTo>
                  <a:lnTo>
                    <a:pt x="375947" y="210159"/>
                  </a:lnTo>
                  <a:lnTo>
                    <a:pt x="376244" y="210571"/>
                  </a:lnTo>
                  <a:lnTo>
                    <a:pt x="376413" y="210603"/>
                  </a:lnTo>
                  <a:lnTo>
                    <a:pt x="376994" y="210641"/>
                  </a:lnTo>
                  <a:lnTo>
                    <a:pt x="377692" y="210359"/>
                  </a:lnTo>
                  <a:lnTo>
                    <a:pt x="378515" y="209867"/>
                  </a:lnTo>
                  <a:lnTo>
                    <a:pt x="378773" y="209721"/>
                  </a:lnTo>
                  <a:lnTo>
                    <a:pt x="379613" y="209803"/>
                  </a:lnTo>
                  <a:lnTo>
                    <a:pt x="379980" y="209547"/>
                  </a:lnTo>
                  <a:lnTo>
                    <a:pt x="380098" y="209247"/>
                  </a:lnTo>
                  <a:lnTo>
                    <a:pt x="380335" y="208434"/>
                  </a:lnTo>
                  <a:lnTo>
                    <a:pt x="380695" y="208313"/>
                  </a:lnTo>
                  <a:lnTo>
                    <a:pt x="382169" y="208181"/>
                  </a:lnTo>
                  <a:lnTo>
                    <a:pt x="382206" y="207741"/>
                  </a:lnTo>
                  <a:lnTo>
                    <a:pt x="382220" y="207569"/>
                  </a:lnTo>
                  <a:lnTo>
                    <a:pt x="382265" y="207255"/>
                  </a:lnTo>
                  <a:lnTo>
                    <a:pt x="382373" y="206940"/>
                  </a:lnTo>
                  <a:lnTo>
                    <a:pt x="382567" y="206787"/>
                  </a:lnTo>
                  <a:lnTo>
                    <a:pt x="383564" y="206384"/>
                  </a:lnTo>
                  <a:lnTo>
                    <a:pt x="384522" y="205866"/>
                  </a:lnTo>
                  <a:lnTo>
                    <a:pt x="385186" y="205578"/>
                  </a:lnTo>
                  <a:lnTo>
                    <a:pt x="385885" y="205604"/>
                  </a:lnTo>
                  <a:lnTo>
                    <a:pt x="386646" y="205783"/>
                  </a:lnTo>
                  <a:lnTo>
                    <a:pt x="386837" y="205783"/>
                  </a:lnTo>
                  <a:lnTo>
                    <a:pt x="387361" y="205501"/>
                  </a:lnTo>
                  <a:lnTo>
                    <a:pt x="387858" y="205177"/>
                  </a:lnTo>
                  <a:lnTo>
                    <a:pt x="388156" y="205060"/>
                  </a:lnTo>
                  <a:lnTo>
                    <a:pt x="388443" y="205124"/>
                  </a:lnTo>
                  <a:lnTo>
                    <a:pt x="388933" y="205322"/>
                  </a:lnTo>
                  <a:lnTo>
                    <a:pt x="389333" y="205367"/>
                  </a:lnTo>
                  <a:lnTo>
                    <a:pt x="389519" y="205367"/>
                  </a:lnTo>
                  <a:lnTo>
                    <a:pt x="389880" y="204971"/>
                  </a:lnTo>
                  <a:lnTo>
                    <a:pt x="390182" y="204802"/>
                  </a:lnTo>
                  <a:lnTo>
                    <a:pt x="390443" y="204619"/>
                  </a:lnTo>
                  <a:lnTo>
                    <a:pt x="390905" y="204548"/>
                  </a:lnTo>
                  <a:lnTo>
                    <a:pt x="391615" y="204472"/>
                  </a:lnTo>
                  <a:lnTo>
                    <a:pt x="391898" y="204145"/>
                  </a:lnTo>
                  <a:lnTo>
                    <a:pt x="392141" y="204180"/>
                  </a:lnTo>
                  <a:lnTo>
                    <a:pt x="392598" y="204587"/>
                  </a:lnTo>
                  <a:lnTo>
                    <a:pt x="392902" y="205088"/>
                  </a:lnTo>
                  <a:lnTo>
                    <a:pt x="393280" y="205498"/>
                  </a:lnTo>
                  <a:lnTo>
                    <a:pt x="393673" y="205819"/>
                  </a:lnTo>
                  <a:lnTo>
                    <a:pt x="394304" y="206734"/>
                  </a:lnTo>
                  <a:lnTo>
                    <a:pt x="394463" y="207471"/>
                  </a:lnTo>
                  <a:lnTo>
                    <a:pt x="395593" y="208738"/>
                  </a:lnTo>
                  <a:lnTo>
                    <a:pt x="396114" y="209234"/>
                  </a:lnTo>
                  <a:lnTo>
                    <a:pt x="396921" y="209846"/>
                  </a:lnTo>
                  <a:lnTo>
                    <a:pt x="397227" y="210117"/>
                  </a:lnTo>
                  <a:lnTo>
                    <a:pt x="397783" y="210621"/>
                  </a:lnTo>
                  <a:lnTo>
                    <a:pt x="398354" y="211428"/>
                  </a:lnTo>
                  <a:lnTo>
                    <a:pt x="398544" y="211932"/>
                  </a:lnTo>
                  <a:lnTo>
                    <a:pt x="398976" y="212358"/>
                  </a:lnTo>
                  <a:lnTo>
                    <a:pt x="399111" y="212285"/>
                  </a:lnTo>
                  <a:lnTo>
                    <a:pt x="399339" y="212230"/>
                  </a:lnTo>
                  <a:lnTo>
                    <a:pt x="400057" y="212086"/>
                  </a:lnTo>
                  <a:lnTo>
                    <a:pt x="400951" y="212038"/>
                  </a:lnTo>
                  <a:lnTo>
                    <a:pt x="401789" y="211998"/>
                  </a:lnTo>
                  <a:lnTo>
                    <a:pt x="401990" y="212038"/>
                  </a:lnTo>
                  <a:lnTo>
                    <a:pt x="402754" y="211862"/>
                  </a:lnTo>
                  <a:lnTo>
                    <a:pt x="403219" y="211574"/>
                  </a:lnTo>
                  <a:lnTo>
                    <a:pt x="403620" y="211582"/>
                  </a:lnTo>
                  <a:lnTo>
                    <a:pt x="403973" y="211526"/>
                  </a:lnTo>
                  <a:lnTo>
                    <a:pt x="404219" y="211358"/>
                  </a:lnTo>
                  <a:lnTo>
                    <a:pt x="404804" y="211118"/>
                  </a:lnTo>
                  <a:lnTo>
                    <a:pt x="405339" y="211166"/>
                  </a:lnTo>
                  <a:lnTo>
                    <a:pt x="406304" y="211342"/>
                  </a:lnTo>
                  <a:lnTo>
                    <a:pt x="406719" y="211502"/>
                  </a:lnTo>
                  <a:lnTo>
                    <a:pt x="406726" y="211838"/>
                  </a:lnTo>
                  <a:lnTo>
                    <a:pt x="406571" y="212278"/>
                  </a:lnTo>
                  <a:lnTo>
                    <a:pt x="406529" y="212533"/>
                  </a:lnTo>
                  <a:lnTo>
                    <a:pt x="406529" y="212725"/>
                  </a:lnTo>
                  <a:lnTo>
                    <a:pt x="406612" y="212921"/>
                  </a:lnTo>
                  <a:lnTo>
                    <a:pt x="406874" y="213173"/>
                  </a:lnTo>
                  <a:lnTo>
                    <a:pt x="407219" y="213421"/>
                  </a:lnTo>
                  <a:lnTo>
                    <a:pt x="407557" y="213549"/>
                  </a:lnTo>
                  <a:lnTo>
                    <a:pt x="407930" y="213557"/>
                  </a:lnTo>
                  <a:lnTo>
                    <a:pt x="408438" y="213365"/>
                  </a:lnTo>
                  <a:lnTo>
                    <a:pt x="408945" y="213037"/>
                  </a:lnTo>
                  <a:lnTo>
                    <a:pt x="409621" y="212853"/>
                  </a:lnTo>
                  <a:lnTo>
                    <a:pt x="410114" y="212805"/>
                  </a:lnTo>
                  <a:lnTo>
                    <a:pt x="410698" y="212805"/>
                  </a:lnTo>
                  <a:lnTo>
                    <a:pt x="411071" y="212709"/>
                  </a:lnTo>
                  <a:lnTo>
                    <a:pt x="411579" y="212493"/>
                  </a:lnTo>
                  <a:lnTo>
                    <a:pt x="412184" y="212262"/>
                  </a:lnTo>
                  <a:lnTo>
                    <a:pt x="413184" y="212126"/>
                  </a:lnTo>
                  <a:lnTo>
                    <a:pt x="414283" y="212006"/>
                  </a:lnTo>
                  <a:lnTo>
                    <a:pt x="414932" y="211857"/>
                  </a:lnTo>
                  <a:lnTo>
                    <a:pt x="415205" y="211825"/>
                  </a:lnTo>
                  <a:lnTo>
                    <a:pt x="415378" y="211805"/>
                  </a:lnTo>
                  <a:lnTo>
                    <a:pt x="415771" y="211733"/>
                  </a:lnTo>
                  <a:lnTo>
                    <a:pt x="416019" y="211744"/>
                  </a:lnTo>
                  <a:lnTo>
                    <a:pt x="416241" y="211744"/>
                  </a:lnTo>
                  <a:lnTo>
                    <a:pt x="419301" y="213448"/>
                  </a:lnTo>
                  <a:lnTo>
                    <a:pt x="421352" y="214018"/>
                  </a:lnTo>
                  <a:lnTo>
                    <a:pt x="425163" y="215278"/>
                  </a:lnTo>
                  <a:lnTo>
                    <a:pt x="428483" y="214140"/>
                  </a:lnTo>
                  <a:lnTo>
                    <a:pt x="430147" y="212898"/>
                  </a:lnTo>
                  <a:lnTo>
                    <a:pt x="430730" y="206233"/>
                  </a:lnTo>
                  <a:lnTo>
                    <a:pt x="429030" y="203529"/>
                  </a:lnTo>
                  <a:lnTo>
                    <a:pt x="428260" y="202041"/>
                  </a:lnTo>
                  <a:lnTo>
                    <a:pt x="423438" y="200100"/>
                  </a:lnTo>
                  <a:lnTo>
                    <a:pt x="415624" y="195916"/>
                  </a:lnTo>
                  <a:lnTo>
                    <a:pt x="415635" y="195158"/>
                  </a:lnTo>
                  <a:lnTo>
                    <a:pt x="414909" y="191641"/>
                  </a:lnTo>
                  <a:lnTo>
                    <a:pt x="415834" y="190236"/>
                  </a:lnTo>
                  <a:lnTo>
                    <a:pt x="415984" y="189439"/>
                  </a:lnTo>
                  <a:lnTo>
                    <a:pt x="416024" y="187251"/>
                  </a:lnTo>
                  <a:lnTo>
                    <a:pt x="416058" y="186346"/>
                  </a:lnTo>
                  <a:lnTo>
                    <a:pt x="416247" y="185816"/>
                  </a:lnTo>
                  <a:lnTo>
                    <a:pt x="417390" y="184496"/>
                  </a:lnTo>
                  <a:lnTo>
                    <a:pt x="417874" y="183908"/>
                  </a:lnTo>
                  <a:lnTo>
                    <a:pt x="418174" y="183621"/>
                  </a:lnTo>
                  <a:lnTo>
                    <a:pt x="418472" y="182761"/>
                  </a:lnTo>
                  <a:lnTo>
                    <a:pt x="418698" y="181045"/>
                  </a:lnTo>
                  <a:lnTo>
                    <a:pt x="418797" y="180529"/>
                  </a:lnTo>
                  <a:lnTo>
                    <a:pt x="418783" y="179791"/>
                  </a:lnTo>
                  <a:lnTo>
                    <a:pt x="418593" y="179124"/>
                  </a:lnTo>
                  <a:lnTo>
                    <a:pt x="418391" y="178543"/>
                  </a:lnTo>
                  <a:lnTo>
                    <a:pt x="418208" y="178149"/>
                  </a:lnTo>
                  <a:lnTo>
                    <a:pt x="418140" y="177819"/>
                  </a:lnTo>
                  <a:lnTo>
                    <a:pt x="418269" y="177266"/>
                  </a:lnTo>
                  <a:lnTo>
                    <a:pt x="418478" y="176929"/>
                  </a:lnTo>
                  <a:lnTo>
                    <a:pt x="418586" y="176299"/>
                  </a:lnTo>
                  <a:lnTo>
                    <a:pt x="418505" y="174549"/>
                  </a:lnTo>
                  <a:lnTo>
                    <a:pt x="418645" y="174281"/>
                  </a:lnTo>
                  <a:lnTo>
                    <a:pt x="420234" y="173239"/>
                  </a:lnTo>
                  <a:lnTo>
                    <a:pt x="421099" y="172641"/>
                  </a:lnTo>
                  <a:lnTo>
                    <a:pt x="421843" y="172564"/>
                  </a:lnTo>
                  <a:lnTo>
                    <a:pt x="422897" y="172822"/>
                  </a:lnTo>
                  <a:lnTo>
                    <a:pt x="424046" y="172342"/>
                  </a:lnTo>
                  <a:lnTo>
                    <a:pt x="426990" y="162498"/>
                  </a:lnTo>
                  <a:lnTo>
                    <a:pt x="431082" y="155417"/>
                  </a:lnTo>
                  <a:lnTo>
                    <a:pt x="436796" y="144619"/>
                  </a:lnTo>
                  <a:lnTo>
                    <a:pt x="439047" y="138915"/>
                  </a:lnTo>
                  <a:lnTo>
                    <a:pt x="439604" y="134645"/>
                  </a:lnTo>
                  <a:lnTo>
                    <a:pt x="441493" y="129523"/>
                  </a:lnTo>
                  <a:lnTo>
                    <a:pt x="443882" y="128243"/>
                  </a:lnTo>
                  <a:lnTo>
                    <a:pt x="443772" y="126890"/>
                  </a:lnTo>
                  <a:lnTo>
                    <a:pt x="446088" y="120412"/>
                  </a:lnTo>
                  <a:lnTo>
                    <a:pt x="446518" y="119013"/>
                  </a:lnTo>
                  <a:lnTo>
                    <a:pt x="446606" y="117731"/>
                  </a:lnTo>
                  <a:lnTo>
                    <a:pt x="446755" y="116848"/>
                  </a:lnTo>
                  <a:lnTo>
                    <a:pt x="446868" y="116625"/>
                  </a:lnTo>
                  <a:lnTo>
                    <a:pt x="446971" y="116422"/>
                  </a:lnTo>
                  <a:lnTo>
                    <a:pt x="447773" y="115670"/>
                  </a:lnTo>
                  <a:lnTo>
                    <a:pt x="448467" y="114938"/>
                  </a:lnTo>
                  <a:lnTo>
                    <a:pt x="449184" y="114033"/>
                  </a:lnTo>
                  <a:lnTo>
                    <a:pt x="449334" y="113830"/>
                  </a:lnTo>
                  <a:lnTo>
                    <a:pt x="449512" y="113216"/>
                  </a:lnTo>
                  <a:lnTo>
                    <a:pt x="449659" y="112532"/>
                  </a:lnTo>
                  <a:lnTo>
                    <a:pt x="450159" y="111479"/>
                  </a:lnTo>
                  <a:lnTo>
                    <a:pt x="450290" y="111225"/>
                  </a:lnTo>
                  <a:lnTo>
                    <a:pt x="450406" y="110543"/>
                  </a:lnTo>
                  <a:lnTo>
                    <a:pt x="450560" y="110241"/>
                  </a:lnTo>
                  <a:lnTo>
                    <a:pt x="450713" y="109709"/>
                  </a:lnTo>
                  <a:lnTo>
                    <a:pt x="450871" y="108992"/>
                  </a:lnTo>
                  <a:lnTo>
                    <a:pt x="451024" y="108317"/>
                  </a:lnTo>
                  <a:lnTo>
                    <a:pt x="451042" y="107805"/>
                  </a:lnTo>
                  <a:lnTo>
                    <a:pt x="451003" y="107575"/>
                  </a:lnTo>
                  <a:lnTo>
                    <a:pt x="450970" y="106526"/>
                  </a:lnTo>
                  <a:lnTo>
                    <a:pt x="450925" y="105892"/>
                  </a:lnTo>
                  <a:lnTo>
                    <a:pt x="450956" y="105600"/>
                  </a:lnTo>
                  <a:lnTo>
                    <a:pt x="451015" y="105436"/>
                  </a:lnTo>
                  <a:lnTo>
                    <a:pt x="451423" y="105465"/>
                  </a:lnTo>
                  <a:lnTo>
                    <a:pt x="451695" y="105513"/>
                  </a:lnTo>
                  <a:lnTo>
                    <a:pt x="452008" y="105568"/>
                  </a:lnTo>
                  <a:lnTo>
                    <a:pt x="452306" y="105461"/>
                  </a:lnTo>
                  <a:lnTo>
                    <a:pt x="452802" y="105297"/>
                  </a:lnTo>
                  <a:lnTo>
                    <a:pt x="453220" y="105118"/>
                  </a:lnTo>
                  <a:lnTo>
                    <a:pt x="454075" y="105158"/>
                  </a:lnTo>
                  <a:lnTo>
                    <a:pt x="454582" y="105350"/>
                  </a:lnTo>
                  <a:lnTo>
                    <a:pt x="455198" y="105204"/>
                  </a:lnTo>
                  <a:lnTo>
                    <a:pt x="455725" y="104997"/>
                  </a:lnTo>
                  <a:lnTo>
                    <a:pt x="456320" y="104636"/>
                  </a:lnTo>
                  <a:lnTo>
                    <a:pt x="456450" y="104578"/>
                  </a:lnTo>
                  <a:lnTo>
                    <a:pt x="456786" y="104613"/>
                  </a:lnTo>
                  <a:lnTo>
                    <a:pt x="457118" y="104759"/>
                  </a:lnTo>
                  <a:lnTo>
                    <a:pt x="457740" y="105288"/>
                  </a:lnTo>
                  <a:lnTo>
                    <a:pt x="458389" y="105565"/>
                  </a:lnTo>
                  <a:lnTo>
                    <a:pt x="459274" y="105749"/>
                  </a:lnTo>
                  <a:lnTo>
                    <a:pt x="459497" y="105902"/>
                  </a:lnTo>
                  <a:lnTo>
                    <a:pt x="459741" y="106325"/>
                  </a:lnTo>
                  <a:lnTo>
                    <a:pt x="459950" y="106831"/>
                  </a:lnTo>
                  <a:lnTo>
                    <a:pt x="460146" y="107146"/>
                  </a:lnTo>
                  <a:lnTo>
                    <a:pt x="460417" y="107230"/>
                  </a:lnTo>
                  <a:lnTo>
                    <a:pt x="460782" y="107261"/>
                  </a:lnTo>
                  <a:lnTo>
                    <a:pt x="461031" y="107384"/>
                  </a:lnTo>
                  <a:lnTo>
                    <a:pt x="461424" y="107814"/>
                  </a:lnTo>
                  <a:lnTo>
                    <a:pt x="461979" y="107975"/>
                  </a:lnTo>
                  <a:lnTo>
                    <a:pt x="463196" y="107852"/>
                  </a:lnTo>
                  <a:lnTo>
                    <a:pt x="463939" y="107675"/>
                  </a:lnTo>
                  <a:lnTo>
                    <a:pt x="464453" y="107752"/>
                  </a:lnTo>
                  <a:lnTo>
                    <a:pt x="464588" y="107846"/>
                  </a:lnTo>
                  <a:lnTo>
                    <a:pt x="464818" y="108044"/>
                  </a:lnTo>
                  <a:lnTo>
                    <a:pt x="465021" y="108167"/>
                  </a:lnTo>
                  <a:lnTo>
                    <a:pt x="465197" y="108197"/>
                  </a:lnTo>
                  <a:lnTo>
                    <a:pt x="465589" y="108197"/>
                  </a:lnTo>
                  <a:lnTo>
                    <a:pt x="466069" y="107967"/>
                  </a:lnTo>
                  <a:lnTo>
                    <a:pt x="466380" y="107867"/>
                  </a:lnTo>
                  <a:lnTo>
                    <a:pt x="466705" y="107814"/>
                  </a:lnTo>
                  <a:lnTo>
                    <a:pt x="467068" y="107812"/>
                  </a:lnTo>
                  <a:lnTo>
                    <a:pt x="467168" y="108119"/>
                  </a:lnTo>
                  <a:lnTo>
                    <a:pt x="467186" y="108378"/>
                  </a:lnTo>
                  <a:lnTo>
                    <a:pt x="467404" y="108657"/>
                  </a:lnTo>
                  <a:lnTo>
                    <a:pt x="467862" y="108953"/>
                  </a:lnTo>
                  <a:lnTo>
                    <a:pt x="468418" y="109401"/>
                  </a:lnTo>
                  <a:lnTo>
                    <a:pt x="468714" y="109889"/>
                  </a:lnTo>
                  <a:lnTo>
                    <a:pt x="469010" y="110312"/>
                  </a:lnTo>
                  <a:lnTo>
                    <a:pt x="469326" y="110648"/>
                  </a:lnTo>
                  <a:lnTo>
                    <a:pt x="469460" y="110856"/>
                  </a:lnTo>
                  <a:lnTo>
                    <a:pt x="469721" y="110936"/>
                  </a:lnTo>
                  <a:lnTo>
                    <a:pt x="470038" y="110879"/>
                  </a:lnTo>
                  <a:lnTo>
                    <a:pt x="470608" y="110570"/>
                  </a:lnTo>
                  <a:lnTo>
                    <a:pt x="471221" y="110250"/>
                  </a:lnTo>
                  <a:lnTo>
                    <a:pt x="471644" y="110250"/>
                  </a:lnTo>
                  <a:lnTo>
                    <a:pt x="471841" y="110490"/>
                  </a:lnTo>
                  <a:lnTo>
                    <a:pt x="471989" y="110690"/>
                  </a:lnTo>
                  <a:lnTo>
                    <a:pt x="472370" y="110899"/>
                  </a:lnTo>
                  <a:lnTo>
                    <a:pt x="472522" y="111064"/>
                  </a:lnTo>
                  <a:lnTo>
                    <a:pt x="472927" y="111534"/>
                  </a:lnTo>
                  <a:lnTo>
                    <a:pt x="473424" y="111459"/>
                  </a:lnTo>
                  <a:lnTo>
                    <a:pt x="473742" y="111509"/>
                  </a:lnTo>
                  <a:lnTo>
                    <a:pt x="473948" y="111617"/>
                  </a:lnTo>
                  <a:lnTo>
                    <a:pt x="474104" y="111755"/>
                  </a:lnTo>
                  <a:lnTo>
                    <a:pt x="474286" y="112002"/>
                  </a:lnTo>
                  <a:lnTo>
                    <a:pt x="474675" y="112357"/>
                  </a:lnTo>
                  <a:lnTo>
                    <a:pt x="474959" y="112664"/>
                  </a:lnTo>
                  <a:lnTo>
                    <a:pt x="475283" y="112879"/>
                  </a:lnTo>
                  <a:lnTo>
                    <a:pt x="475709" y="112979"/>
                  </a:lnTo>
                  <a:lnTo>
                    <a:pt x="476304" y="112964"/>
                  </a:lnTo>
                  <a:lnTo>
                    <a:pt x="476615" y="112979"/>
                  </a:lnTo>
                  <a:lnTo>
                    <a:pt x="476737" y="113109"/>
                  </a:lnTo>
                  <a:lnTo>
                    <a:pt x="476777" y="113341"/>
                  </a:lnTo>
                  <a:lnTo>
                    <a:pt x="476656" y="113762"/>
                  </a:lnTo>
                  <a:lnTo>
                    <a:pt x="476690" y="113954"/>
                  </a:lnTo>
                  <a:lnTo>
                    <a:pt x="476838" y="114069"/>
                  </a:lnTo>
                  <a:lnTo>
                    <a:pt x="477271" y="114130"/>
                  </a:lnTo>
                  <a:lnTo>
                    <a:pt x="477690" y="114115"/>
                  </a:lnTo>
                  <a:lnTo>
                    <a:pt x="478143" y="114215"/>
                  </a:lnTo>
                  <a:lnTo>
                    <a:pt x="478853" y="114644"/>
                  </a:lnTo>
                  <a:lnTo>
                    <a:pt x="479707" y="114851"/>
                  </a:lnTo>
                  <a:lnTo>
                    <a:pt x="480038" y="114908"/>
                  </a:lnTo>
                  <a:lnTo>
                    <a:pt x="480510" y="114986"/>
                  </a:lnTo>
                  <a:lnTo>
                    <a:pt x="481218" y="115054"/>
                  </a:lnTo>
                  <a:lnTo>
                    <a:pt x="482187" y="115330"/>
                  </a:lnTo>
                  <a:lnTo>
                    <a:pt x="482679" y="115494"/>
                  </a:lnTo>
                  <a:lnTo>
                    <a:pt x="482769" y="115642"/>
                  </a:lnTo>
                  <a:lnTo>
                    <a:pt x="482772" y="115881"/>
                  </a:lnTo>
                  <a:lnTo>
                    <a:pt x="482719" y="116307"/>
                  </a:lnTo>
                  <a:lnTo>
                    <a:pt x="482868" y="116563"/>
                  </a:lnTo>
                  <a:lnTo>
                    <a:pt x="483174" y="116496"/>
                  </a:lnTo>
                  <a:lnTo>
                    <a:pt x="483467" y="116338"/>
                  </a:lnTo>
                  <a:lnTo>
                    <a:pt x="483812" y="116091"/>
                  </a:lnTo>
                  <a:lnTo>
                    <a:pt x="484417" y="115896"/>
                  </a:lnTo>
                  <a:lnTo>
                    <a:pt x="484836" y="115825"/>
                  </a:lnTo>
                  <a:lnTo>
                    <a:pt x="485310" y="115822"/>
                  </a:lnTo>
                  <a:lnTo>
                    <a:pt x="485752" y="115886"/>
                  </a:lnTo>
                  <a:lnTo>
                    <a:pt x="486242" y="115976"/>
                  </a:lnTo>
                  <a:lnTo>
                    <a:pt x="486410" y="116002"/>
                  </a:lnTo>
                  <a:lnTo>
                    <a:pt x="486967" y="116339"/>
                  </a:lnTo>
                  <a:lnTo>
                    <a:pt x="487302" y="116542"/>
                  </a:lnTo>
                  <a:lnTo>
                    <a:pt x="488167" y="116734"/>
                  </a:lnTo>
                  <a:lnTo>
                    <a:pt x="488829" y="116922"/>
                  </a:lnTo>
                  <a:lnTo>
                    <a:pt x="489431" y="117296"/>
                  </a:lnTo>
                  <a:lnTo>
                    <a:pt x="489881" y="117502"/>
                  </a:lnTo>
                  <a:lnTo>
                    <a:pt x="490256" y="117602"/>
                  </a:lnTo>
                  <a:lnTo>
                    <a:pt x="490845" y="117602"/>
                  </a:lnTo>
                  <a:lnTo>
                    <a:pt x="491189" y="117698"/>
                  </a:lnTo>
                  <a:lnTo>
                    <a:pt x="491338" y="117820"/>
                  </a:lnTo>
                  <a:lnTo>
                    <a:pt x="491595" y="118243"/>
                  </a:lnTo>
                  <a:lnTo>
                    <a:pt x="491953" y="118266"/>
                  </a:lnTo>
                  <a:lnTo>
                    <a:pt x="492487" y="118135"/>
                  </a:lnTo>
                  <a:lnTo>
                    <a:pt x="492775" y="118185"/>
                  </a:lnTo>
                  <a:lnTo>
                    <a:pt x="492886" y="118346"/>
                  </a:lnTo>
                  <a:lnTo>
                    <a:pt x="493001" y="118734"/>
                  </a:lnTo>
                  <a:lnTo>
                    <a:pt x="493285" y="119068"/>
                  </a:lnTo>
                  <a:lnTo>
                    <a:pt x="493427" y="119077"/>
                  </a:lnTo>
                  <a:lnTo>
                    <a:pt x="493735" y="118999"/>
                  </a:lnTo>
                  <a:lnTo>
                    <a:pt x="494015" y="118695"/>
                  </a:lnTo>
                  <a:lnTo>
                    <a:pt x="494381" y="118232"/>
                  </a:lnTo>
                  <a:lnTo>
                    <a:pt x="494728" y="118062"/>
                  </a:lnTo>
                  <a:lnTo>
                    <a:pt x="495076" y="118035"/>
                  </a:lnTo>
                  <a:lnTo>
                    <a:pt x="495255" y="118054"/>
                  </a:lnTo>
                  <a:lnTo>
                    <a:pt x="495428" y="118147"/>
                  </a:lnTo>
                  <a:lnTo>
                    <a:pt x="495614" y="118208"/>
                  </a:lnTo>
                  <a:lnTo>
                    <a:pt x="495769" y="118262"/>
                  </a:lnTo>
                  <a:lnTo>
                    <a:pt x="495989" y="118258"/>
                  </a:lnTo>
                  <a:lnTo>
                    <a:pt x="496361" y="118081"/>
                  </a:lnTo>
                  <a:lnTo>
                    <a:pt x="496851" y="117821"/>
                  </a:lnTo>
                  <a:lnTo>
                    <a:pt x="497591" y="118078"/>
                  </a:lnTo>
                  <a:lnTo>
                    <a:pt x="498537" y="118466"/>
                  </a:lnTo>
                  <a:lnTo>
                    <a:pt x="499923" y="119004"/>
                  </a:lnTo>
                  <a:lnTo>
                    <a:pt x="501606" y="119165"/>
                  </a:lnTo>
                  <a:lnTo>
                    <a:pt x="503323" y="118911"/>
                  </a:lnTo>
                  <a:lnTo>
                    <a:pt x="504358" y="118466"/>
                  </a:lnTo>
                  <a:lnTo>
                    <a:pt x="505358" y="117845"/>
                  </a:lnTo>
                  <a:lnTo>
                    <a:pt x="506312" y="117177"/>
                  </a:lnTo>
                  <a:lnTo>
                    <a:pt x="506819" y="117185"/>
                  </a:lnTo>
                  <a:lnTo>
                    <a:pt x="507468" y="117292"/>
                  </a:lnTo>
                  <a:lnTo>
                    <a:pt x="508374" y="117307"/>
                  </a:lnTo>
                  <a:lnTo>
                    <a:pt x="508685" y="117507"/>
                  </a:lnTo>
                  <a:lnTo>
                    <a:pt x="508941" y="117553"/>
                  </a:lnTo>
                  <a:lnTo>
                    <a:pt x="509618" y="117238"/>
                  </a:lnTo>
                  <a:lnTo>
                    <a:pt x="509929" y="117284"/>
                  </a:lnTo>
                  <a:lnTo>
                    <a:pt x="510382" y="117415"/>
                  </a:lnTo>
                  <a:lnTo>
                    <a:pt x="510909" y="117614"/>
                  </a:lnTo>
                  <a:lnTo>
                    <a:pt x="511558" y="117584"/>
                  </a:lnTo>
                  <a:lnTo>
                    <a:pt x="512180" y="117407"/>
                  </a:lnTo>
                  <a:lnTo>
                    <a:pt x="512782" y="117100"/>
                  </a:lnTo>
                  <a:lnTo>
                    <a:pt x="513106" y="117116"/>
                  </a:lnTo>
                  <a:lnTo>
                    <a:pt x="513471" y="117484"/>
                  </a:lnTo>
                  <a:lnTo>
                    <a:pt x="513611" y="117565"/>
                  </a:lnTo>
                  <a:lnTo>
                    <a:pt x="513954" y="117612"/>
                  </a:lnTo>
                  <a:lnTo>
                    <a:pt x="514120" y="117599"/>
                  </a:lnTo>
                  <a:lnTo>
                    <a:pt x="515013" y="117607"/>
                  </a:lnTo>
                  <a:lnTo>
                    <a:pt x="515696" y="117384"/>
                  </a:lnTo>
                  <a:lnTo>
                    <a:pt x="516892" y="117062"/>
                  </a:lnTo>
                  <a:lnTo>
                    <a:pt x="517507" y="116970"/>
                  </a:lnTo>
                  <a:lnTo>
                    <a:pt x="518089" y="116977"/>
                  </a:lnTo>
                  <a:lnTo>
                    <a:pt x="518393" y="117108"/>
                  </a:lnTo>
                  <a:lnTo>
                    <a:pt x="518528" y="117284"/>
                  </a:lnTo>
                  <a:lnTo>
                    <a:pt x="518905" y="117678"/>
                  </a:lnTo>
                  <a:lnTo>
                    <a:pt x="519349" y="117854"/>
                  </a:lnTo>
                  <a:lnTo>
                    <a:pt x="520011" y="118142"/>
                  </a:lnTo>
                  <a:lnTo>
                    <a:pt x="520863" y="118638"/>
                  </a:lnTo>
                  <a:lnTo>
                    <a:pt x="521243" y="118838"/>
                  </a:lnTo>
                  <a:lnTo>
                    <a:pt x="521377" y="118862"/>
                  </a:lnTo>
                  <a:lnTo>
                    <a:pt x="522229" y="118390"/>
                  </a:lnTo>
                  <a:lnTo>
                    <a:pt x="523173" y="117950"/>
                  </a:lnTo>
                  <a:lnTo>
                    <a:pt x="523934" y="117726"/>
                  </a:lnTo>
                  <a:lnTo>
                    <a:pt x="524965" y="117507"/>
                  </a:lnTo>
                  <a:lnTo>
                    <a:pt x="525971" y="117527"/>
                  </a:lnTo>
                  <a:lnTo>
                    <a:pt x="526957" y="117639"/>
                  </a:lnTo>
                  <a:lnTo>
                    <a:pt x="527309" y="117639"/>
                  </a:lnTo>
                  <a:lnTo>
                    <a:pt x="527935" y="117383"/>
                  </a:lnTo>
                  <a:lnTo>
                    <a:pt x="528217" y="117311"/>
                  </a:lnTo>
                  <a:lnTo>
                    <a:pt x="528421" y="117399"/>
                  </a:lnTo>
                  <a:lnTo>
                    <a:pt x="528626" y="117591"/>
                  </a:lnTo>
                  <a:lnTo>
                    <a:pt x="528774" y="117575"/>
                  </a:lnTo>
                  <a:lnTo>
                    <a:pt x="529182" y="117143"/>
                  </a:lnTo>
                  <a:lnTo>
                    <a:pt x="529597" y="116951"/>
                  </a:lnTo>
                  <a:lnTo>
                    <a:pt x="531274" y="116887"/>
                  </a:lnTo>
                  <a:lnTo>
                    <a:pt x="532569" y="116919"/>
                  </a:lnTo>
                  <a:lnTo>
                    <a:pt x="532774" y="117039"/>
                  </a:lnTo>
                  <a:lnTo>
                    <a:pt x="533246" y="117687"/>
                  </a:lnTo>
                  <a:lnTo>
                    <a:pt x="533809" y="118374"/>
                  </a:lnTo>
                  <a:lnTo>
                    <a:pt x="534717" y="118822"/>
                  </a:lnTo>
                  <a:lnTo>
                    <a:pt x="535685" y="119070"/>
                  </a:lnTo>
                  <a:lnTo>
                    <a:pt x="536847" y="119509"/>
                  </a:lnTo>
                  <a:lnTo>
                    <a:pt x="537288" y="119774"/>
                  </a:lnTo>
                  <a:lnTo>
                    <a:pt x="537415" y="120325"/>
                  </a:lnTo>
                  <a:lnTo>
                    <a:pt x="537619" y="120805"/>
                  </a:lnTo>
                  <a:lnTo>
                    <a:pt x="538098" y="121396"/>
                  </a:lnTo>
                  <a:lnTo>
                    <a:pt x="539844" y="122923"/>
                  </a:lnTo>
                  <a:lnTo>
                    <a:pt x="540302" y="123283"/>
                  </a:lnTo>
                  <a:lnTo>
                    <a:pt x="540753" y="124219"/>
                  </a:lnTo>
                  <a:lnTo>
                    <a:pt x="541175" y="124722"/>
                  </a:lnTo>
                  <a:lnTo>
                    <a:pt x="541565" y="124651"/>
                  </a:lnTo>
                  <a:lnTo>
                    <a:pt x="542052" y="124710"/>
                  </a:lnTo>
                  <a:lnTo>
                    <a:pt x="542723" y="124140"/>
                  </a:lnTo>
                  <a:lnTo>
                    <a:pt x="543209" y="123759"/>
                  </a:lnTo>
                  <a:lnTo>
                    <a:pt x="543316" y="123597"/>
                  </a:lnTo>
                  <a:lnTo>
                    <a:pt x="543244" y="122876"/>
                  </a:lnTo>
                  <a:lnTo>
                    <a:pt x="543223" y="122535"/>
                  </a:lnTo>
                  <a:lnTo>
                    <a:pt x="543666" y="121911"/>
                  </a:lnTo>
                  <a:lnTo>
                    <a:pt x="544051" y="121612"/>
                  </a:lnTo>
                  <a:lnTo>
                    <a:pt x="544631" y="121393"/>
                  </a:lnTo>
                  <a:lnTo>
                    <a:pt x="544993" y="121214"/>
                  </a:lnTo>
                  <a:lnTo>
                    <a:pt x="545893" y="121198"/>
                  </a:lnTo>
                  <a:lnTo>
                    <a:pt x="546636" y="121158"/>
                  </a:lnTo>
                  <a:lnTo>
                    <a:pt x="547521" y="121085"/>
                  </a:lnTo>
                  <a:lnTo>
                    <a:pt x="547935" y="120963"/>
                  </a:lnTo>
                  <a:lnTo>
                    <a:pt x="548292" y="120461"/>
                  </a:lnTo>
                  <a:lnTo>
                    <a:pt x="548466" y="120166"/>
                  </a:lnTo>
                  <a:lnTo>
                    <a:pt x="548749" y="119510"/>
                  </a:lnTo>
                  <a:lnTo>
                    <a:pt x="549707" y="118831"/>
                  </a:lnTo>
                  <a:lnTo>
                    <a:pt x="550580" y="118207"/>
                  </a:lnTo>
                  <a:lnTo>
                    <a:pt x="551024" y="117935"/>
                  </a:lnTo>
                  <a:lnTo>
                    <a:pt x="551778" y="117767"/>
                  </a:lnTo>
                  <a:lnTo>
                    <a:pt x="552489" y="117583"/>
                  </a:lnTo>
                  <a:lnTo>
                    <a:pt x="552940" y="117008"/>
                  </a:lnTo>
                  <a:lnTo>
                    <a:pt x="553526" y="116023"/>
                  </a:lnTo>
                  <a:lnTo>
                    <a:pt x="553598" y="115848"/>
                  </a:lnTo>
                  <a:lnTo>
                    <a:pt x="554091" y="114988"/>
                  </a:lnTo>
                  <a:lnTo>
                    <a:pt x="554511" y="114605"/>
                  </a:lnTo>
                  <a:lnTo>
                    <a:pt x="554713" y="114489"/>
                  </a:lnTo>
                  <a:lnTo>
                    <a:pt x="555697" y="114350"/>
                  </a:lnTo>
                  <a:lnTo>
                    <a:pt x="556742" y="114451"/>
                  </a:lnTo>
                  <a:lnTo>
                    <a:pt x="557059" y="114420"/>
                  </a:lnTo>
                  <a:lnTo>
                    <a:pt x="557192" y="114359"/>
                  </a:lnTo>
                  <a:lnTo>
                    <a:pt x="557276" y="114198"/>
                  </a:lnTo>
                  <a:lnTo>
                    <a:pt x="557316" y="113760"/>
                  </a:lnTo>
                  <a:lnTo>
                    <a:pt x="557465" y="113707"/>
                  </a:lnTo>
                  <a:lnTo>
                    <a:pt x="557769" y="113707"/>
                  </a:lnTo>
                  <a:lnTo>
                    <a:pt x="558432" y="114075"/>
                  </a:lnTo>
                  <a:lnTo>
                    <a:pt x="558959" y="114413"/>
                  </a:lnTo>
                  <a:lnTo>
                    <a:pt x="559487" y="114781"/>
                  </a:lnTo>
                  <a:lnTo>
                    <a:pt x="559838" y="114981"/>
                  </a:lnTo>
                  <a:lnTo>
                    <a:pt x="560068" y="114942"/>
                  </a:lnTo>
                  <a:lnTo>
                    <a:pt x="560575" y="114812"/>
                  </a:lnTo>
                  <a:lnTo>
                    <a:pt x="561177" y="114574"/>
                  </a:lnTo>
                  <a:lnTo>
                    <a:pt x="562082" y="114606"/>
                  </a:lnTo>
                  <a:lnTo>
                    <a:pt x="562529" y="114727"/>
                  </a:lnTo>
                  <a:lnTo>
                    <a:pt x="562968" y="114597"/>
                  </a:lnTo>
                  <a:lnTo>
                    <a:pt x="563658" y="114359"/>
                  </a:lnTo>
                  <a:lnTo>
                    <a:pt x="564665" y="114098"/>
                  </a:lnTo>
                  <a:lnTo>
                    <a:pt x="565510" y="114037"/>
                  </a:lnTo>
                  <a:lnTo>
                    <a:pt x="566105" y="114028"/>
                  </a:lnTo>
                  <a:lnTo>
                    <a:pt x="566342" y="114044"/>
                  </a:lnTo>
                  <a:lnTo>
                    <a:pt x="567207" y="114298"/>
                  </a:lnTo>
                  <a:lnTo>
                    <a:pt x="568161" y="114328"/>
                  </a:lnTo>
                  <a:lnTo>
                    <a:pt x="569107" y="114374"/>
                  </a:lnTo>
                  <a:lnTo>
                    <a:pt x="569968" y="114373"/>
                  </a:lnTo>
                  <a:lnTo>
                    <a:pt x="570151" y="114127"/>
                  </a:lnTo>
                  <a:lnTo>
                    <a:pt x="570101" y="113917"/>
                  </a:lnTo>
                  <a:lnTo>
                    <a:pt x="570077" y="112599"/>
                  </a:lnTo>
                  <a:lnTo>
                    <a:pt x="570139" y="112166"/>
                  </a:lnTo>
                  <a:lnTo>
                    <a:pt x="570538" y="111130"/>
                  </a:lnTo>
                  <a:lnTo>
                    <a:pt x="571275" y="110347"/>
                  </a:lnTo>
                  <a:lnTo>
                    <a:pt x="571788" y="109960"/>
                  </a:lnTo>
                  <a:lnTo>
                    <a:pt x="572188" y="109495"/>
                  </a:lnTo>
                  <a:lnTo>
                    <a:pt x="573594" y="108083"/>
                  </a:lnTo>
                  <a:lnTo>
                    <a:pt x="574939" y="106717"/>
                  </a:lnTo>
                  <a:lnTo>
                    <a:pt x="575655" y="105797"/>
                  </a:lnTo>
                  <a:lnTo>
                    <a:pt x="576034" y="105558"/>
                  </a:lnTo>
                  <a:lnTo>
                    <a:pt x="576839" y="104859"/>
                  </a:lnTo>
                  <a:lnTo>
                    <a:pt x="577103" y="104506"/>
                  </a:lnTo>
                  <a:lnTo>
                    <a:pt x="577211" y="104169"/>
                  </a:lnTo>
                  <a:lnTo>
                    <a:pt x="577103" y="103562"/>
                  </a:lnTo>
                  <a:lnTo>
                    <a:pt x="577109" y="103202"/>
                  </a:lnTo>
                  <a:lnTo>
                    <a:pt x="577272" y="102787"/>
                  </a:lnTo>
                  <a:lnTo>
                    <a:pt x="577414" y="102483"/>
                  </a:lnTo>
                  <a:lnTo>
                    <a:pt x="577523" y="102210"/>
                  </a:lnTo>
                  <a:lnTo>
                    <a:pt x="577514" y="101860"/>
                  </a:lnTo>
                  <a:lnTo>
                    <a:pt x="577514" y="101673"/>
                  </a:lnTo>
                  <a:lnTo>
                    <a:pt x="577354" y="101300"/>
                  </a:lnTo>
                  <a:lnTo>
                    <a:pt x="576895" y="100853"/>
                  </a:lnTo>
                  <a:lnTo>
                    <a:pt x="576396" y="100370"/>
                  </a:lnTo>
                  <a:lnTo>
                    <a:pt x="576265" y="100175"/>
                  </a:lnTo>
                  <a:lnTo>
                    <a:pt x="576268" y="100046"/>
                  </a:lnTo>
                  <a:lnTo>
                    <a:pt x="576338" y="99868"/>
                  </a:lnTo>
                  <a:lnTo>
                    <a:pt x="576449" y="99582"/>
                  </a:lnTo>
                  <a:lnTo>
                    <a:pt x="576652" y="99272"/>
                  </a:lnTo>
                  <a:lnTo>
                    <a:pt x="576891" y="98922"/>
                  </a:lnTo>
                  <a:lnTo>
                    <a:pt x="576965" y="98629"/>
                  </a:lnTo>
                  <a:lnTo>
                    <a:pt x="577008" y="98212"/>
                  </a:lnTo>
                  <a:lnTo>
                    <a:pt x="577165" y="97788"/>
                  </a:lnTo>
                  <a:lnTo>
                    <a:pt x="577493" y="97436"/>
                  </a:lnTo>
                  <a:lnTo>
                    <a:pt x="577641" y="97196"/>
                  </a:lnTo>
                  <a:lnTo>
                    <a:pt x="577684" y="96787"/>
                  </a:lnTo>
                  <a:lnTo>
                    <a:pt x="577595" y="96222"/>
                  </a:lnTo>
                  <a:lnTo>
                    <a:pt x="577484" y="95946"/>
                  </a:lnTo>
                  <a:lnTo>
                    <a:pt x="577114" y="95111"/>
                  </a:lnTo>
                  <a:lnTo>
                    <a:pt x="577122" y="94390"/>
                  </a:lnTo>
                  <a:lnTo>
                    <a:pt x="577033" y="93819"/>
                  </a:lnTo>
                  <a:lnTo>
                    <a:pt x="576897" y="93607"/>
                  </a:lnTo>
                  <a:lnTo>
                    <a:pt x="576475" y="93305"/>
                  </a:lnTo>
                  <a:lnTo>
                    <a:pt x="576289" y="93143"/>
                  </a:lnTo>
                  <a:lnTo>
                    <a:pt x="575367" y="92609"/>
                  </a:lnTo>
                  <a:lnTo>
                    <a:pt x="574913" y="92133"/>
                  </a:lnTo>
                  <a:lnTo>
                    <a:pt x="574623" y="91568"/>
                  </a:lnTo>
                  <a:lnTo>
                    <a:pt x="574539" y="91142"/>
                  </a:lnTo>
                  <a:lnTo>
                    <a:pt x="574445" y="90905"/>
                  </a:lnTo>
                  <a:lnTo>
                    <a:pt x="574083" y="90565"/>
                  </a:lnTo>
                  <a:lnTo>
                    <a:pt x="573918" y="90486"/>
                  </a:lnTo>
                  <a:lnTo>
                    <a:pt x="573639" y="90305"/>
                  </a:lnTo>
                  <a:lnTo>
                    <a:pt x="573560" y="89988"/>
                  </a:lnTo>
                  <a:lnTo>
                    <a:pt x="573597" y="89340"/>
                  </a:lnTo>
                  <a:lnTo>
                    <a:pt x="573782" y="88305"/>
                  </a:lnTo>
                  <a:lnTo>
                    <a:pt x="573712" y="88123"/>
                  </a:lnTo>
                  <a:lnTo>
                    <a:pt x="573580" y="86878"/>
                  </a:lnTo>
                  <a:lnTo>
                    <a:pt x="573408" y="85420"/>
                  </a:lnTo>
                  <a:lnTo>
                    <a:pt x="573239" y="84392"/>
                  </a:lnTo>
                  <a:lnTo>
                    <a:pt x="573080" y="83214"/>
                  </a:lnTo>
                  <a:lnTo>
                    <a:pt x="571662" y="72702"/>
                  </a:lnTo>
                  <a:lnTo>
                    <a:pt x="570839" y="66511"/>
                  </a:lnTo>
                  <a:lnTo>
                    <a:pt x="570760" y="66222"/>
                  </a:lnTo>
                  <a:lnTo>
                    <a:pt x="570684" y="65421"/>
                  </a:lnTo>
                  <a:lnTo>
                    <a:pt x="570571" y="64695"/>
                  </a:lnTo>
                  <a:lnTo>
                    <a:pt x="570292" y="64340"/>
                  </a:lnTo>
                  <a:lnTo>
                    <a:pt x="570220" y="64210"/>
                  </a:lnTo>
                  <a:lnTo>
                    <a:pt x="570108" y="63977"/>
                  </a:lnTo>
                  <a:lnTo>
                    <a:pt x="570099" y="63795"/>
                  </a:lnTo>
                  <a:lnTo>
                    <a:pt x="570239" y="63483"/>
                  </a:lnTo>
                  <a:lnTo>
                    <a:pt x="570274" y="63271"/>
                  </a:lnTo>
                  <a:lnTo>
                    <a:pt x="570226" y="62825"/>
                  </a:lnTo>
                  <a:lnTo>
                    <a:pt x="569932" y="62411"/>
                  </a:lnTo>
                  <a:lnTo>
                    <a:pt x="569618" y="62280"/>
                  </a:lnTo>
                  <a:lnTo>
                    <a:pt x="569479" y="62212"/>
                  </a:lnTo>
                  <a:lnTo>
                    <a:pt x="569619" y="62050"/>
                  </a:lnTo>
                  <a:lnTo>
                    <a:pt x="569738" y="61702"/>
                  </a:lnTo>
                  <a:lnTo>
                    <a:pt x="569782" y="61485"/>
                  </a:lnTo>
                  <a:lnTo>
                    <a:pt x="569827" y="61216"/>
                  </a:lnTo>
                  <a:lnTo>
                    <a:pt x="569894" y="61089"/>
                  </a:lnTo>
                  <a:lnTo>
                    <a:pt x="570024" y="60948"/>
                  </a:lnTo>
                  <a:lnTo>
                    <a:pt x="570204" y="60705"/>
                  </a:lnTo>
                  <a:lnTo>
                    <a:pt x="570277" y="60539"/>
                  </a:lnTo>
                  <a:lnTo>
                    <a:pt x="570266" y="60359"/>
                  </a:lnTo>
                  <a:lnTo>
                    <a:pt x="570198" y="60059"/>
                  </a:lnTo>
                  <a:lnTo>
                    <a:pt x="570153" y="59854"/>
                  </a:lnTo>
                  <a:lnTo>
                    <a:pt x="570142" y="59688"/>
                  </a:lnTo>
                  <a:lnTo>
                    <a:pt x="570163" y="59485"/>
                  </a:lnTo>
                  <a:lnTo>
                    <a:pt x="570553" y="59253"/>
                  </a:lnTo>
                  <a:lnTo>
                    <a:pt x="570272" y="59036"/>
                  </a:lnTo>
                  <a:lnTo>
                    <a:pt x="570272" y="58850"/>
                  </a:lnTo>
                  <a:lnTo>
                    <a:pt x="570401" y="58735"/>
                  </a:lnTo>
                  <a:lnTo>
                    <a:pt x="570514" y="58594"/>
                  </a:lnTo>
                  <a:lnTo>
                    <a:pt x="570553" y="58383"/>
                  </a:lnTo>
                  <a:lnTo>
                    <a:pt x="570553" y="58159"/>
                  </a:lnTo>
                  <a:lnTo>
                    <a:pt x="570672" y="57865"/>
                  </a:lnTo>
                  <a:lnTo>
                    <a:pt x="570829" y="57616"/>
                  </a:lnTo>
                  <a:lnTo>
                    <a:pt x="570649" y="57507"/>
                  </a:lnTo>
                  <a:lnTo>
                    <a:pt x="570627" y="57162"/>
                  </a:lnTo>
                  <a:lnTo>
                    <a:pt x="570734" y="57027"/>
                  </a:lnTo>
                  <a:lnTo>
                    <a:pt x="570841" y="56739"/>
                  </a:lnTo>
                  <a:lnTo>
                    <a:pt x="571027" y="56656"/>
                  </a:lnTo>
                  <a:lnTo>
                    <a:pt x="571337" y="56368"/>
                  </a:lnTo>
                  <a:lnTo>
                    <a:pt x="571201" y="56004"/>
                  </a:lnTo>
                  <a:lnTo>
                    <a:pt x="571314" y="55371"/>
                  </a:lnTo>
                  <a:lnTo>
                    <a:pt x="571724" y="55046"/>
                  </a:lnTo>
                  <a:lnTo>
                    <a:pt x="571880" y="54794"/>
                  </a:lnTo>
                  <a:lnTo>
                    <a:pt x="572144" y="54295"/>
                  </a:lnTo>
                  <a:lnTo>
                    <a:pt x="572193" y="54028"/>
                  </a:lnTo>
                  <a:lnTo>
                    <a:pt x="572491" y="53657"/>
                  </a:lnTo>
                  <a:lnTo>
                    <a:pt x="572520" y="53382"/>
                  </a:lnTo>
                  <a:lnTo>
                    <a:pt x="572548" y="53145"/>
                  </a:lnTo>
                  <a:lnTo>
                    <a:pt x="572660" y="52851"/>
                  </a:lnTo>
                  <a:lnTo>
                    <a:pt x="572863" y="52774"/>
                  </a:lnTo>
                  <a:lnTo>
                    <a:pt x="573207" y="52652"/>
                  </a:lnTo>
                  <a:lnTo>
                    <a:pt x="573500" y="52397"/>
                  </a:lnTo>
                  <a:lnTo>
                    <a:pt x="573939" y="52505"/>
                  </a:lnTo>
                  <a:lnTo>
                    <a:pt x="574159" y="52448"/>
                  </a:lnTo>
                  <a:lnTo>
                    <a:pt x="574266" y="52243"/>
                  </a:lnTo>
                  <a:lnTo>
                    <a:pt x="574266" y="52038"/>
                  </a:lnTo>
                  <a:lnTo>
                    <a:pt x="574297" y="51784"/>
                  </a:lnTo>
                  <a:lnTo>
                    <a:pt x="574418" y="51592"/>
                  </a:lnTo>
                  <a:lnTo>
                    <a:pt x="574661" y="51348"/>
                  </a:lnTo>
                  <a:lnTo>
                    <a:pt x="574785" y="51034"/>
                  </a:lnTo>
                  <a:lnTo>
                    <a:pt x="575037" y="50908"/>
                  </a:lnTo>
                  <a:lnTo>
                    <a:pt x="575207" y="50715"/>
                  </a:lnTo>
                  <a:lnTo>
                    <a:pt x="575382" y="50561"/>
                  </a:lnTo>
                  <a:lnTo>
                    <a:pt x="575647" y="50446"/>
                  </a:lnTo>
                  <a:lnTo>
                    <a:pt x="575915" y="50242"/>
                  </a:lnTo>
                  <a:lnTo>
                    <a:pt x="576142" y="50062"/>
                  </a:lnTo>
                  <a:lnTo>
                    <a:pt x="576182" y="49889"/>
                  </a:lnTo>
                  <a:lnTo>
                    <a:pt x="576204" y="49691"/>
                  </a:lnTo>
                  <a:lnTo>
                    <a:pt x="576300" y="49525"/>
                  </a:lnTo>
                  <a:lnTo>
                    <a:pt x="576587" y="49256"/>
                  </a:lnTo>
                  <a:lnTo>
                    <a:pt x="576644" y="48943"/>
                  </a:lnTo>
                  <a:lnTo>
                    <a:pt x="577061" y="48598"/>
                  </a:lnTo>
                  <a:lnTo>
                    <a:pt x="577030" y="48311"/>
                  </a:lnTo>
                  <a:lnTo>
                    <a:pt x="576971" y="48169"/>
                  </a:lnTo>
                  <a:lnTo>
                    <a:pt x="577083" y="47907"/>
                  </a:lnTo>
                  <a:lnTo>
                    <a:pt x="577134" y="47721"/>
                  </a:lnTo>
                  <a:lnTo>
                    <a:pt x="577128" y="47581"/>
                  </a:lnTo>
                  <a:lnTo>
                    <a:pt x="577171" y="47363"/>
                  </a:lnTo>
                  <a:lnTo>
                    <a:pt x="577489" y="47261"/>
                  </a:lnTo>
                  <a:lnTo>
                    <a:pt x="577489" y="47037"/>
                  </a:lnTo>
                  <a:lnTo>
                    <a:pt x="577416" y="46909"/>
                  </a:lnTo>
                  <a:lnTo>
                    <a:pt x="577433" y="46704"/>
                  </a:lnTo>
                  <a:lnTo>
                    <a:pt x="577555" y="46464"/>
                  </a:lnTo>
                  <a:lnTo>
                    <a:pt x="577517" y="46250"/>
                  </a:lnTo>
                  <a:lnTo>
                    <a:pt x="577461" y="46114"/>
                  </a:lnTo>
                  <a:lnTo>
                    <a:pt x="577461" y="45957"/>
                  </a:lnTo>
                  <a:lnTo>
                    <a:pt x="577551" y="45675"/>
                  </a:lnTo>
                  <a:lnTo>
                    <a:pt x="578092" y="44952"/>
                  </a:lnTo>
                  <a:lnTo>
                    <a:pt x="578413" y="44498"/>
                  </a:lnTo>
                  <a:lnTo>
                    <a:pt x="578645" y="43955"/>
                  </a:lnTo>
                  <a:lnTo>
                    <a:pt x="579240" y="43456"/>
                  </a:lnTo>
                  <a:lnTo>
                    <a:pt x="579889" y="42848"/>
                  </a:lnTo>
                  <a:lnTo>
                    <a:pt x="580196" y="42547"/>
                  </a:lnTo>
                  <a:lnTo>
                    <a:pt x="580428" y="42065"/>
                  </a:lnTo>
                  <a:lnTo>
                    <a:pt x="580953" y="41697"/>
                  </a:lnTo>
                  <a:lnTo>
                    <a:pt x="581558" y="41375"/>
                  </a:lnTo>
                  <a:lnTo>
                    <a:pt x="582002" y="41132"/>
                  </a:lnTo>
                  <a:lnTo>
                    <a:pt x="582141" y="41148"/>
                  </a:lnTo>
                  <a:lnTo>
                    <a:pt x="582376" y="41190"/>
                  </a:lnTo>
                  <a:lnTo>
                    <a:pt x="582945" y="41033"/>
                  </a:lnTo>
                  <a:lnTo>
                    <a:pt x="583602" y="40676"/>
                  </a:lnTo>
                  <a:lnTo>
                    <a:pt x="584449" y="40611"/>
                  </a:lnTo>
                  <a:lnTo>
                    <a:pt x="584584" y="40594"/>
                  </a:lnTo>
                  <a:lnTo>
                    <a:pt x="584954" y="40489"/>
                  </a:lnTo>
                  <a:lnTo>
                    <a:pt x="585195" y="40448"/>
                  </a:lnTo>
                  <a:lnTo>
                    <a:pt x="585719" y="40455"/>
                  </a:lnTo>
                  <a:lnTo>
                    <a:pt x="585966" y="40529"/>
                  </a:lnTo>
                  <a:lnTo>
                    <a:pt x="586241" y="40532"/>
                  </a:lnTo>
                  <a:lnTo>
                    <a:pt x="586575" y="40508"/>
                  </a:lnTo>
                  <a:lnTo>
                    <a:pt x="586832" y="40466"/>
                  </a:lnTo>
                  <a:lnTo>
                    <a:pt x="587061" y="40429"/>
                  </a:lnTo>
                  <a:lnTo>
                    <a:pt x="587643" y="40168"/>
                  </a:lnTo>
                  <a:lnTo>
                    <a:pt x="587852" y="40136"/>
                  </a:lnTo>
                  <a:lnTo>
                    <a:pt x="594924" y="39892"/>
                  </a:lnTo>
                  <a:lnTo>
                    <a:pt x="602510" y="40380"/>
                  </a:lnTo>
                  <a:lnTo>
                    <a:pt x="602669" y="40265"/>
                  </a:lnTo>
                  <a:lnTo>
                    <a:pt x="602849" y="40142"/>
                  </a:lnTo>
                  <a:lnTo>
                    <a:pt x="603021" y="40062"/>
                  </a:lnTo>
                  <a:lnTo>
                    <a:pt x="603271" y="39958"/>
                  </a:lnTo>
                  <a:lnTo>
                    <a:pt x="603548" y="39847"/>
                  </a:lnTo>
                  <a:lnTo>
                    <a:pt x="603734" y="39617"/>
                  </a:lnTo>
                  <a:lnTo>
                    <a:pt x="604011" y="39374"/>
                  </a:lnTo>
                  <a:lnTo>
                    <a:pt x="604389" y="39195"/>
                  </a:lnTo>
                  <a:lnTo>
                    <a:pt x="604881" y="39021"/>
                  </a:lnTo>
                  <a:lnTo>
                    <a:pt x="605178" y="38662"/>
                  </a:lnTo>
                  <a:lnTo>
                    <a:pt x="605319" y="38366"/>
                  </a:lnTo>
                  <a:lnTo>
                    <a:pt x="605758" y="38043"/>
                  </a:lnTo>
                  <a:lnTo>
                    <a:pt x="606412" y="37465"/>
                  </a:lnTo>
                  <a:lnTo>
                    <a:pt x="606576" y="37280"/>
                  </a:lnTo>
                  <a:lnTo>
                    <a:pt x="607024" y="37284"/>
                  </a:lnTo>
                  <a:lnTo>
                    <a:pt x="607433" y="37304"/>
                  </a:lnTo>
                  <a:lnTo>
                    <a:pt x="607832" y="37162"/>
                  </a:lnTo>
                  <a:lnTo>
                    <a:pt x="608268" y="37146"/>
                  </a:lnTo>
                  <a:lnTo>
                    <a:pt x="608674" y="37127"/>
                  </a:lnTo>
                  <a:lnTo>
                    <a:pt x="608937" y="37085"/>
                  </a:lnTo>
                  <a:lnTo>
                    <a:pt x="609110" y="36985"/>
                  </a:lnTo>
                  <a:lnTo>
                    <a:pt x="609455" y="36661"/>
                  </a:lnTo>
                  <a:lnTo>
                    <a:pt x="609698" y="36567"/>
                  </a:lnTo>
                  <a:lnTo>
                    <a:pt x="609853" y="36644"/>
                  </a:lnTo>
                  <a:lnTo>
                    <a:pt x="609945" y="36805"/>
                  </a:lnTo>
                  <a:lnTo>
                    <a:pt x="610043" y="36985"/>
                  </a:lnTo>
                  <a:lnTo>
                    <a:pt x="610168" y="37127"/>
                  </a:lnTo>
                  <a:lnTo>
                    <a:pt x="610371" y="37373"/>
                  </a:lnTo>
                  <a:lnTo>
                    <a:pt x="610739" y="37661"/>
                  </a:lnTo>
                  <a:lnTo>
                    <a:pt x="611142" y="37879"/>
                  </a:lnTo>
                  <a:lnTo>
                    <a:pt x="619519" y="34553"/>
                  </a:lnTo>
                  <a:lnTo>
                    <a:pt x="619794" y="34424"/>
                  </a:lnTo>
                  <a:lnTo>
                    <a:pt x="620023" y="34312"/>
                  </a:lnTo>
                  <a:lnTo>
                    <a:pt x="620307" y="33820"/>
                  </a:lnTo>
                  <a:lnTo>
                    <a:pt x="620382" y="33548"/>
                  </a:lnTo>
                  <a:lnTo>
                    <a:pt x="620371" y="33364"/>
                  </a:lnTo>
                  <a:lnTo>
                    <a:pt x="620280" y="33088"/>
                  </a:lnTo>
                  <a:lnTo>
                    <a:pt x="620249" y="32749"/>
                  </a:lnTo>
                  <a:lnTo>
                    <a:pt x="620284" y="32512"/>
                  </a:lnTo>
                  <a:lnTo>
                    <a:pt x="620378" y="32301"/>
                  </a:lnTo>
                  <a:lnTo>
                    <a:pt x="620500" y="32117"/>
                  </a:lnTo>
                  <a:lnTo>
                    <a:pt x="620686" y="31967"/>
                  </a:lnTo>
                  <a:lnTo>
                    <a:pt x="620831" y="31867"/>
                  </a:lnTo>
                  <a:lnTo>
                    <a:pt x="620973" y="31706"/>
                  </a:lnTo>
                  <a:lnTo>
                    <a:pt x="621236" y="31400"/>
                  </a:lnTo>
                  <a:lnTo>
                    <a:pt x="621401" y="31287"/>
                  </a:lnTo>
                  <a:lnTo>
                    <a:pt x="621585" y="31215"/>
                  </a:lnTo>
                  <a:lnTo>
                    <a:pt x="621751" y="31034"/>
                  </a:lnTo>
                  <a:lnTo>
                    <a:pt x="621879" y="30831"/>
                  </a:lnTo>
                  <a:lnTo>
                    <a:pt x="621967" y="30190"/>
                  </a:lnTo>
                  <a:lnTo>
                    <a:pt x="622258" y="29922"/>
                  </a:lnTo>
                  <a:lnTo>
                    <a:pt x="622810" y="29736"/>
                  </a:lnTo>
                  <a:lnTo>
                    <a:pt x="623768" y="29500"/>
                  </a:lnTo>
                  <a:lnTo>
                    <a:pt x="624375" y="29264"/>
                  </a:lnTo>
                  <a:lnTo>
                    <a:pt x="624731" y="28865"/>
                  </a:lnTo>
                  <a:lnTo>
                    <a:pt x="625168" y="28388"/>
                  </a:lnTo>
                  <a:lnTo>
                    <a:pt x="625168" y="28046"/>
                  </a:lnTo>
                  <a:lnTo>
                    <a:pt x="625186" y="27596"/>
                  </a:lnTo>
                  <a:lnTo>
                    <a:pt x="625610" y="27242"/>
                  </a:lnTo>
                  <a:lnTo>
                    <a:pt x="626599" y="26851"/>
                  </a:lnTo>
                  <a:lnTo>
                    <a:pt x="627646" y="25984"/>
                  </a:lnTo>
                  <a:lnTo>
                    <a:pt x="628289" y="25214"/>
                  </a:lnTo>
                  <a:lnTo>
                    <a:pt x="628503" y="24817"/>
                  </a:lnTo>
                  <a:lnTo>
                    <a:pt x="628735" y="24454"/>
                  </a:lnTo>
                  <a:lnTo>
                    <a:pt x="628870" y="24075"/>
                  </a:lnTo>
                  <a:lnTo>
                    <a:pt x="628852" y="23535"/>
                  </a:lnTo>
                  <a:lnTo>
                    <a:pt x="628674" y="23100"/>
                  </a:lnTo>
                  <a:lnTo>
                    <a:pt x="628228" y="22681"/>
                  </a:lnTo>
                  <a:lnTo>
                    <a:pt x="627924" y="22152"/>
                  </a:lnTo>
                  <a:lnTo>
                    <a:pt x="627926" y="21862"/>
                  </a:lnTo>
                  <a:lnTo>
                    <a:pt x="628009" y="20884"/>
                  </a:lnTo>
                  <a:lnTo>
                    <a:pt x="627987" y="20586"/>
                  </a:lnTo>
                  <a:lnTo>
                    <a:pt x="627990" y="20359"/>
                  </a:lnTo>
                  <a:lnTo>
                    <a:pt x="628088" y="20205"/>
                  </a:lnTo>
                  <a:lnTo>
                    <a:pt x="628288" y="20093"/>
                  </a:lnTo>
                  <a:lnTo>
                    <a:pt x="628606" y="19987"/>
                  </a:lnTo>
                  <a:lnTo>
                    <a:pt x="629799" y="19404"/>
                  </a:lnTo>
                  <a:lnTo>
                    <a:pt x="630618" y="18809"/>
                  </a:lnTo>
                  <a:lnTo>
                    <a:pt x="630668" y="18657"/>
                  </a:lnTo>
                  <a:lnTo>
                    <a:pt x="630705" y="18364"/>
                  </a:lnTo>
                  <a:lnTo>
                    <a:pt x="630722" y="18015"/>
                  </a:lnTo>
                  <a:lnTo>
                    <a:pt x="630653" y="17818"/>
                  </a:lnTo>
                  <a:lnTo>
                    <a:pt x="630307" y="17345"/>
                  </a:lnTo>
                  <a:lnTo>
                    <a:pt x="629863" y="16980"/>
                  </a:lnTo>
                  <a:lnTo>
                    <a:pt x="629671" y="16697"/>
                  </a:lnTo>
                  <a:lnTo>
                    <a:pt x="628509" y="15783"/>
                  </a:lnTo>
                  <a:lnTo>
                    <a:pt x="628249" y="15636"/>
                  </a:lnTo>
                  <a:lnTo>
                    <a:pt x="627940" y="15377"/>
                  </a:lnTo>
                  <a:lnTo>
                    <a:pt x="626937" y="14159"/>
                  </a:lnTo>
                  <a:lnTo>
                    <a:pt x="626976" y="13766"/>
                  </a:lnTo>
                  <a:lnTo>
                    <a:pt x="626902" y="13394"/>
                  </a:lnTo>
                  <a:lnTo>
                    <a:pt x="626587" y="12738"/>
                  </a:lnTo>
                  <a:lnTo>
                    <a:pt x="626470" y="12215"/>
                  </a:lnTo>
                  <a:lnTo>
                    <a:pt x="626476" y="12043"/>
                  </a:lnTo>
                  <a:lnTo>
                    <a:pt x="626601" y="11383"/>
                  </a:lnTo>
                  <a:lnTo>
                    <a:pt x="626544" y="10826"/>
                  </a:lnTo>
                  <a:lnTo>
                    <a:pt x="626560" y="10696"/>
                  </a:lnTo>
                  <a:lnTo>
                    <a:pt x="626592" y="10256"/>
                  </a:lnTo>
                  <a:lnTo>
                    <a:pt x="626761" y="9922"/>
                  </a:lnTo>
                  <a:lnTo>
                    <a:pt x="626839" y="9792"/>
                  </a:lnTo>
                  <a:lnTo>
                    <a:pt x="627193" y="9448"/>
                  </a:lnTo>
                  <a:lnTo>
                    <a:pt x="627541" y="9015"/>
                  </a:lnTo>
                  <a:lnTo>
                    <a:pt x="627883" y="8674"/>
                  </a:lnTo>
                  <a:lnTo>
                    <a:pt x="628325" y="8408"/>
                  </a:lnTo>
                  <a:lnTo>
                    <a:pt x="628493" y="8365"/>
                  </a:lnTo>
                  <a:lnTo>
                    <a:pt x="628920" y="8339"/>
                  </a:lnTo>
                  <a:lnTo>
                    <a:pt x="629427" y="7874"/>
                  </a:lnTo>
                  <a:lnTo>
                    <a:pt x="629815" y="7739"/>
                  </a:lnTo>
                  <a:lnTo>
                    <a:pt x="630087" y="7628"/>
                  </a:lnTo>
                  <a:lnTo>
                    <a:pt x="631600" y="6724"/>
                  </a:lnTo>
                  <a:lnTo>
                    <a:pt x="631802" y="6564"/>
                  </a:lnTo>
                  <a:lnTo>
                    <a:pt x="632017" y="6292"/>
                  </a:lnTo>
                  <a:lnTo>
                    <a:pt x="631879" y="5919"/>
                  </a:lnTo>
                  <a:lnTo>
                    <a:pt x="631871" y="5572"/>
                  </a:lnTo>
                  <a:lnTo>
                    <a:pt x="631792" y="5190"/>
                  </a:lnTo>
                  <a:lnTo>
                    <a:pt x="631808" y="4769"/>
                  </a:lnTo>
                  <a:lnTo>
                    <a:pt x="632018" y="4262"/>
                  </a:lnTo>
                  <a:lnTo>
                    <a:pt x="632135" y="4111"/>
                  </a:lnTo>
                  <a:lnTo>
                    <a:pt x="633010" y="3440"/>
                  </a:lnTo>
                  <a:lnTo>
                    <a:pt x="633556" y="2930"/>
                  </a:lnTo>
                  <a:lnTo>
                    <a:pt x="633914" y="2749"/>
                  </a:lnTo>
                  <a:lnTo>
                    <a:pt x="634250" y="2660"/>
                  </a:lnTo>
                  <a:lnTo>
                    <a:pt x="634879" y="2579"/>
                  </a:lnTo>
                  <a:lnTo>
                    <a:pt x="635378" y="2644"/>
                  </a:lnTo>
                  <a:lnTo>
                    <a:pt x="636219" y="2810"/>
                  </a:lnTo>
                  <a:lnTo>
                    <a:pt x="636737" y="2764"/>
                  </a:lnTo>
                  <a:lnTo>
                    <a:pt x="637236" y="2695"/>
                  </a:lnTo>
                  <a:lnTo>
                    <a:pt x="638066" y="2543"/>
                  </a:lnTo>
                  <a:lnTo>
                    <a:pt x="638261" y="2448"/>
                  </a:lnTo>
                  <a:lnTo>
                    <a:pt x="638442" y="2380"/>
                  </a:lnTo>
                  <a:lnTo>
                    <a:pt x="639321" y="2160"/>
                  </a:lnTo>
                  <a:lnTo>
                    <a:pt x="640023" y="2279"/>
                  </a:lnTo>
                  <a:lnTo>
                    <a:pt x="640774" y="2542"/>
                  </a:lnTo>
                  <a:lnTo>
                    <a:pt x="641335" y="2789"/>
                  </a:lnTo>
                  <a:lnTo>
                    <a:pt x="641694" y="2549"/>
                  </a:lnTo>
                  <a:lnTo>
                    <a:pt x="641984" y="2478"/>
                  </a:lnTo>
                  <a:lnTo>
                    <a:pt x="642126" y="2465"/>
                  </a:lnTo>
                  <a:lnTo>
                    <a:pt x="642780" y="2548"/>
                  </a:lnTo>
                  <a:lnTo>
                    <a:pt x="643168" y="2656"/>
                  </a:lnTo>
                  <a:lnTo>
                    <a:pt x="643488" y="2466"/>
                  </a:lnTo>
                  <a:lnTo>
                    <a:pt x="644029" y="2027"/>
                  </a:lnTo>
                  <a:lnTo>
                    <a:pt x="644202" y="1632"/>
                  </a:lnTo>
                  <a:lnTo>
                    <a:pt x="644310" y="1494"/>
                  </a:lnTo>
                  <a:lnTo>
                    <a:pt x="644466" y="1456"/>
                  </a:lnTo>
                  <a:lnTo>
                    <a:pt x="645796" y="1535"/>
                  </a:lnTo>
                  <a:lnTo>
                    <a:pt x="646553" y="1878"/>
                  </a:lnTo>
                  <a:lnTo>
                    <a:pt x="646783" y="2067"/>
                  </a:lnTo>
                  <a:lnTo>
                    <a:pt x="648671" y="2267"/>
                  </a:lnTo>
                  <a:lnTo>
                    <a:pt x="649043" y="2450"/>
                  </a:lnTo>
                  <a:lnTo>
                    <a:pt x="650217" y="3684"/>
                  </a:lnTo>
                  <a:lnTo>
                    <a:pt x="652360" y="3547"/>
                  </a:lnTo>
                  <a:lnTo>
                    <a:pt x="653019" y="3418"/>
                  </a:lnTo>
                  <a:lnTo>
                    <a:pt x="653893" y="4060"/>
                  </a:lnTo>
                  <a:lnTo>
                    <a:pt x="654867" y="4067"/>
                  </a:lnTo>
                  <a:lnTo>
                    <a:pt x="656871" y="4397"/>
                  </a:lnTo>
                  <a:lnTo>
                    <a:pt x="657251" y="4561"/>
                  </a:lnTo>
                  <a:lnTo>
                    <a:pt x="657774" y="4919"/>
                  </a:lnTo>
                  <a:lnTo>
                    <a:pt x="658382" y="5311"/>
                  </a:lnTo>
                  <a:lnTo>
                    <a:pt x="658885" y="5592"/>
                  </a:lnTo>
                  <a:lnTo>
                    <a:pt x="659741" y="5735"/>
                  </a:lnTo>
                  <a:lnTo>
                    <a:pt x="660264" y="5531"/>
                  </a:lnTo>
                  <a:lnTo>
                    <a:pt x="661230" y="5099"/>
                  </a:lnTo>
                  <a:lnTo>
                    <a:pt x="661665" y="5141"/>
                  </a:lnTo>
                  <a:lnTo>
                    <a:pt x="662100" y="5052"/>
                  </a:lnTo>
                  <a:lnTo>
                    <a:pt x="662950" y="4566"/>
                  </a:lnTo>
                  <a:lnTo>
                    <a:pt x="663255" y="4425"/>
                  </a:lnTo>
                  <a:lnTo>
                    <a:pt x="663424" y="4189"/>
                  </a:lnTo>
                  <a:lnTo>
                    <a:pt x="663418" y="3962"/>
                  </a:lnTo>
                  <a:lnTo>
                    <a:pt x="663119" y="3517"/>
                  </a:lnTo>
                  <a:lnTo>
                    <a:pt x="662477" y="2846"/>
                  </a:lnTo>
                  <a:lnTo>
                    <a:pt x="662477" y="2532"/>
                  </a:lnTo>
                  <a:lnTo>
                    <a:pt x="662511" y="2392"/>
                  </a:lnTo>
                  <a:lnTo>
                    <a:pt x="662747" y="2193"/>
                  </a:lnTo>
                  <a:lnTo>
                    <a:pt x="663164" y="2091"/>
                  </a:lnTo>
                  <a:lnTo>
                    <a:pt x="664764" y="2033"/>
                  </a:lnTo>
                  <a:lnTo>
                    <a:pt x="665677" y="2168"/>
                  </a:lnTo>
                  <a:lnTo>
                    <a:pt x="666195" y="2136"/>
                  </a:lnTo>
                  <a:lnTo>
                    <a:pt x="667001" y="1778"/>
                  </a:lnTo>
                  <a:lnTo>
                    <a:pt x="667621" y="1592"/>
                  </a:lnTo>
                  <a:lnTo>
                    <a:pt x="668201" y="1650"/>
                  </a:lnTo>
                  <a:lnTo>
                    <a:pt x="668703" y="1758"/>
                  </a:lnTo>
                  <a:lnTo>
                    <a:pt x="669125" y="1746"/>
                  </a:lnTo>
                  <a:lnTo>
                    <a:pt x="669655" y="1541"/>
                  </a:lnTo>
                  <a:lnTo>
                    <a:pt x="669897" y="1509"/>
                  </a:lnTo>
                  <a:lnTo>
                    <a:pt x="670596" y="1509"/>
                  </a:lnTo>
                  <a:lnTo>
                    <a:pt x="670824" y="1468"/>
                  </a:lnTo>
                  <a:lnTo>
                    <a:pt x="671125" y="1432"/>
                  </a:lnTo>
                  <a:lnTo>
                    <a:pt x="671503" y="1157"/>
                  </a:lnTo>
                  <a:lnTo>
                    <a:pt x="671905" y="568"/>
                  </a:lnTo>
                  <a:lnTo>
                    <a:pt x="672379" y="338"/>
                  </a:lnTo>
                  <a:lnTo>
                    <a:pt x="673041" y="127"/>
                  </a:lnTo>
                  <a:lnTo>
                    <a:pt x="674016" y="51"/>
                  </a:lnTo>
                  <a:lnTo>
                    <a:pt x="674601" y="300"/>
                  </a:lnTo>
                  <a:lnTo>
                    <a:pt x="675199" y="486"/>
                  </a:lnTo>
                  <a:lnTo>
                    <a:pt x="675587" y="505"/>
                  </a:lnTo>
                  <a:lnTo>
                    <a:pt x="676089" y="364"/>
                  </a:lnTo>
                  <a:lnTo>
                    <a:pt x="676348" y="83"/>
                  </a:lnTo>
                  <a:lnTo>
                    <a:pt x="676669" y="0"/>
                  </a:lnTo>
                  <a:lnTo>
                    <a:pt x="676996" y="134"/>
                  </a:lnTo>
                  <a:lnTo>
                    <a:pt x="678036" y="559"/>
                  </a:lnTo>
                  <a:lnTo>
                    <a:pt x="677977" y="1592"/>
                  </a:lnTo>
                  <a:lnTo>
                    <a:pt x="678126" y="1852"/>
                  </a:lnTo>
                  <a:lnTo>
                    <a:pt x="678883" y="1857"/>
                  </a:lnTo>
                  <a:lnTo>
                    <a:pt x="679084" y="1964"/>
                  </a:lnTo>
                  <a:lnTo>
                    <a:pt x="679395" y="2264"/>
                  </a:lnTo>
                  <a:lnTo>
                    <a:pt x="679632" y="2686"/>
                  </a:lnTo>
                  <a:lnTo>
                    <a:pt x="680024" y="3200"/>
                  </a:lnTo>
                  <a:lnTo>
                    <a:pt x="680220" y="3576"/>
                  </a:lnTo>
                  <a:lnTo>
                    <a:pt x="680287" y="3860"/>
                  </a:lnTo>
                  <a:lnTo>
                    <a:pt x="680246" y="4024"/>
                  </a:lnTo>
                  <a:lnTo>
                    <a:pt x="680189" y="4167"/>
                  </a:lnTo>
                  <a:lnTo>
                    <a:pt x="679914" y="4399"/>
                  </a:lnTo>
                  <a:lnTo>
                    <a:pt x="679491" y="4551"/>
                  </a:lnTo>
                  <a:lnTo>
                    <a:pt x="679203" y="4775"/>
                  </a:lnTo>
                  <a:lnTo>
                    <a:pt x="679187" y="5177"/>
                  </a:lnTo>
                  <a:lnTo>
                    <a:pt x="679277" y="5504"/>
                  </a:lnTo>
                  <a:lnTo>
                    <a:pt x="679424" y="5696"/>
                  </a:lnTo>
                  <a:lnTo>
                    <a:pt x="679559" y="5964"/>
                  </a:lnTo>
                  <a:lnTo>
                    <a:pt x="679508" y="6194"/>
                  </a:lnTo>
                  <a:lnTo>
                    <a:pt x="679142" y="6476"/>
                  </a:lnTo>
                  <a:lnTo>
                    <a:pt x="679001" y="6585"/>
                  </a:lnTo>
                  <a:lnTo>
                    <a:pt x="678720" y="6789"/>
                  </a:lnTo>
                  <a:lnTo>
                    <a:pt x="678646" y="6943"/>
                  </a:lnTo>
                  <a:lnTo>
                    <a:pt x="678663" y="7160"/>
                  </a:lnTo>
                  <a:lnTo>
                    <a:pt x="678759" y="7403"/>
                  </a:lnTo>
                  <a:lnTo>
                    <a:pt x="678926" y="7657"/>
                  </a:lnTo>
                  <a:lnTo>
                    <a:pt x="679454" y="7939"/>
                  </a:lnTo>
                  <a:lnTo>
                    <a:pt x="679904" y="7996"/>
                  </a:lnTo>
                  <a:lnTo>
                    <a:pt x="680457" y="8073"/>
                  </a:lnTo>
                  <a:lnTo>
                    <a:pt x="680800" y="8195"/>
                  </a:lnTo>
                  <a:lnTo>
                    <a:pt x="680907" y="8502"/>
                  </a:lnTo>
                  <a:lnTo>
                    <a:pt x="680907" y="8713"/>
                  </a:lnTo>
                  <a:lnTo>
                    <a:pt x="680862" y="9327"/>
                  </a:lnTo>
                  <a:lnTo>
                    <a:pt x="680913" y="9838"/>
                  </a:lnTo>
                  <a:lnTo>
                    <a:pt x="681026" y="10088"/>
                  </a:lnTo>
                  <a:lnTo>
                    <a:pt x="681304" y="10284"/>
                  </a:lnTo>
                  <a:lnTo>
                    <a:pt x="681896" y="10438"/>
                  </a:lnTo>
                  <a:lnTo>
                    <a:pt x="682177" y="10646"/>
                  </a:lnTo>
                  <a:lnTo>
                    <a:pt x="682234" y="10798"/>
                  </a:lnTo>
                  <a:lnTo>
                    <a:pt x="682174" y="11020"/>
                  </a:lnTo>
                  <a:lnTo>
                    <a:pt x="681439" y="11220"/>
                  </a:lnTo>
                  <a:lnTo>
                    <a:pt x="681304" y="11262"/>
                  </a:lnTo>
                  <a:lnTo>
                    <a:pt x="680803" y="11417"/>
                  </a:lnTo>
                  <a:lnTo>
                    <a:pt x="680498" y="11825"/>
                  </a:lnTo>
                  <a:lnTo>
                    <a:pt x="680536" y="12253"/>
                  </a:lnTo>
                  <a:lnTo>
                    <a:pt x="680593" y="12453"/>
                  </a:lnTo>
                  <a:lnTo>
                    <a:pt x="680551" y="12637"/>
                  </a:lnTo>
                  <a:lnTo>
                    <a:pt x="680389" y="12797"/>
                  </a:lnTo>
                  <a:lnTo>
                    <a:pt x="680086" y="12853"/>
                  </a:lnTo>
                  <a:lnTo>
                    <a:pt x="679128" y="12773"/>
                  </a:lnTo>
                  <a:lnTo>
                    <a:pt x="678360" y="12661"/>
                  </a:lnTo>
                  <a:lnTo>
                    <a:pt x="677889" y="12573"/>
                  </a:lnTo>
                  <a:lnTo>
                    <a:pt x="677677" y="12757"/>
                  </a:lnTo>
                  <a:lnTo>
                    <a:pt x="677501" y="13157"/>
                  </a:lnTo>
                  <a:lnTo>
                    <a:pt x="677226" y="13469"/>
                  </a:lnTo>
                  <a:lnTo>
                    <a:pt x="676996" y="13545"/>
                  </a:lnTo>
                  <a:lnTo>
                    <a:pt x="676774" y="13754"/>
                  </a:lnTo>
                  <a:lnTo>
                    <a:pt x="676373" y="13813"/>
                  </a:lnTo>
                  <a:lnTo>
                    <a:pt x="675994" y="13807"/>
                  </a:lnTo>
                  <a:lnTo>
                    <a:pt x="675377" y="13756"/>
                  </a:lnTo>
                  <a:lnTo>
                    <a:pt x="675010" y="13927"/>
                  </a:lnTo>
                  <a:lnTo>
                    <a:pt x="675048" y="14303"/>
                  </a:lnTo>
                  <a:lnTo>
                    <a:pt x="675061" y="14621"/>
                  </a:lnTo>
                  <a:lnTo>
                    <a:pt x="674940" y="14912"/>
                  </a:lnTo>
                  <a:lnTo>
                    <a:pt x="674548" y="15547"/>
                  </a:lnTo>
                  <a:lnTo>
                    <a:pt x="674192" y="16217"/>
                  </a:lnTo>
                  <a:lnTo>
                    <a:pt x="674187" y="16406"/>
                  </a:lnTo>
                  <a:lnTo>
                    <a:pt x="674291" y="16662"/>
                  </a:lnTo>
                  <a:lnTo>
                    <a:pt x="674543" y="16821"/>
                  </a:lnTo>
                  <a:lnTo>
                    <a:pt x="674899" y="16918"/>
                  </a:lnTo>
                  <a:lnTo>
                    <a:pt x="675336" y="16877"/>
                  </a:lnTo>
                  <a:lnTo>
                    <a:pt x="676055" y="16849"/>
                  </a:lnTo>
                  <a:lnTo>
                    <a:pt x="676294" y="16889"/>
                  </a:lnTo>
                  <a:lnTo>
                    <a:pt x="676558" y="17257"/>
                  </a:lnTo>
                  <a:lnTo>
                    <a:pt x="676603" y="17566"/>
                  </a:lnTo>
                  <a:lnTo>
                    <a:pt x="676684" y="17924"/>
                  </a:lnTo>
                  <a:lnTo>
                    <a:pt x="676837" y="18139"/>
                  </a:lnTo>
                  <a:lnTo>
                    <a:pt x="677486" y="18333"/>
                  </a:lnTo>
                  <a:lnTo>
                    <a:pt x="678045" y="18722"/>
                  </a:lnTo>
                  <a:lnTo>
                    <a:pt x="678325" y="19019"/>
                  </a:lnTo>
                  <a:lnTo>
                    <a:pt x="678316" y="19193"/>
                  </a:lnTo>
                  <a:lnTo>
                    <a:pt x="678108" y="19275"/>
                  </a:lnTo>
                  <a:lnTo>
                    <a:pt x="677504" y="19316"/>
                  </a:lnTo>
                  <a:lnTo>
                    <a:pt x="677234" y="19326"/>
                  </a:lnTo>
                  <a:lnTo>
                    <a:pt x="677027" y="19551"/>
                  </a:lnTo>
                  <a:lnTo>
                    <a:pt x="677736" y="20070"/>
                  </a:lnTo>
                  <a:lnTo>
                    <a:pt x="678022" y="20448"/>
                  </a:lnTo>
                  <a:lnTo>
                    <a:pt x="678292" y="20652"/>
                  </a:lnTo>
                  <a:lnTo>
                    <a:pt x="678512" y="20678"/>
                  </a:lnTo>
                  <a:lnTo>
                    <a:pt x="679160" y="20556"/>
                  </a:lnTo>
                  <a:lnTo>
                    <a:pt x="679875" y="20435"/>
                  </a:lnTo>
                  <a:lnTo>
                    <a:pt x="680512" y="20652"/>
                  </a:lnTo>
                  <a:lnTo>
                    <a:pt x="681340" y="21298"/>
                  </a:lnTo>
                  <a:lnTo>
                    <a:pt x="682281" y="21925"/>
                  </a:lnTo>
                  <a:lnTo>
                    <a:pt x="683070" y="22552"/>
                  </a:lnTo>
                  <a:lnTo>
                    <a:pt x="683734" y="22840"/>
                  </a:lnTo>
                  <a:lnTo>
                    <a:pt x="684123" y="22430"/>
                  </a:lnTo>
                  <a:lnTo>
                    <a:pt x="684614" y="22136"/>
                  </a:lnTo>
                  <a:lnTo>
                    <a:pt x="684963" y="22078"/>
                  </a:lnTo>
                  <a:lnTo>
                    <a:pt x="685571" y="22264"/>
                  </a:lnTo>
                  <a:lnTo>
                    <a:pt x="686664" y="22756"/>
                  </a:lnTo>
                  <a:lnTo>
                    <a:pt x="687662" y="23230"/>
                  </a:lnTo>
                  <a:lnTo>
                    <a:pt x="688366" y="23652"/>
                  </a:lnTo>
                  <a:lnTo>
                    <a:pt x="688873" y="23997"/>
                  </a:lnTo>
                  <a:lnTo>
                    <a:pt x="689245" y="24355"/>
                  </a:lnTo>
                  <a:lnTo>
                    <a:pt x="689239" y="24579"/>
                  </a:lnTo>
                  <a:lnTo>
                    <a:pt x="689233" y="24963"/>
                  </a:lnTo>
                  <a:lnTo>
                    <a:pt x="689324" y="25180"/>
                  </a:lnTo>
                  <a:lnTo>
                    <a:pt x="689619" y="25261"/>
                  </a:lnTo>
                  <a:lnTo>
                    <a:pt x="689905" y="25211"/>
                  </a:lnTo>
                  <a:lnTo>
                    <a:pt x="690554" y="25027"/>
                  </a:lnTo>
                  <a:lnTo>
                    <a:pt x="690712" y="25027"/>
                  </a:lnTo>
                  <a:lnTo>
                    <a:pt x="690938" y="25083"/>
                  </a:lnTo>
                  <a:lnTo>
                    <a:pt x="691205" y="25258"/>
                  </a:lnTo>
                  <a:lnTo>
                    <a:pt x="691059" y="25579"/>
                  </a:lnTo>
                  <a:lnTo>
                    <a:pt x="690879" y="25943"/>
                  </a:lnTo>
                  <a:lnTo>
                    <a:pt x="690298" y="26551"/>
                  </a:lnTo>
                  <a:lnTo>
                    <a:pt x="689527" y="27165"/>
                  </a:lnTo>
                  <a:lnTo>
                    <a:pt x="689236" y="27380"/>
                  </a:lnTo>
                  <a:lnTo>
                    <a:pt x="689048" y="27573"/>
                  </a:lnTo>
                  <a:lnTo>
                    <a:pt x="687944" y="28334"/>
                  </a:lnTo>
                  <a:lnTo>
                    <a:pt x="687741" y="28602"/>
                  </a:lnTo>
                  <a:lnTo>
                    <a:pt x="687634" y="28929"/>
                  </a:lnTo>
                  <a:lnTo>
                    <a:pt x="687912" y="29314"/>
                  </a:lnTo>
                  <a:lnTo>
                    <a:pt x="687948" y="29529"/>
                  </a:lnTo>
                  <a:lnTo>
                    <a:pt x="687842" y="29793"/>
                  </a:lnTo>
                  <a:lnTo>
                    <a:pt x="687243" y="30137"/>
                  </a:lnTo>
                  <a:lnTo>
                    <a:pt x="686451" y="30612"/>
                  </a:lnTo>
                  <a:lnTo>
                    <a:pt x="685695" y="30762"/>
                  </a:lnTo>
                  <a:lnTo>
                    <a:pt x="685267" y="30967"/>
                  </a:lnTo>
                  <a:lnTo>
                    <a:pt x="684825" y="31248"/>
                  </a:lnTo>
                  <a:lnTo>
                    <a:pt x="684609" y="31444"/>
                  </a:lnTo>
                  <a:lnTo>
                    <a:pt x="684634" y="31796"/>
                  </a:lnTo>
                  <a:lnTo>
                    <a:pt x="684865" y="32263"/>
                  </a:lnTo>
                  <a:lnTo>
                    <a:pt x="685248" y="32634"/>
                  </a:lnTo>
                  <a:lnTo>
                    <a:pt x="686206" y="33101"/>
                  </a:lnTo>
                  <a:lnTo>
                    <a:pt x="686821" y="33227"/>
                  </a:lnTo>
                  <a:lnTo>
                    <a:pt x="687429" y="33575"/>
                  </a:lnTo>
                  <a:lnTo>
                    <a:pt x="687721" y="33785"/>
                  </a:lnTo>
                  <a:lnTo>
                    <a:pt x="687944" y="33927"/>
                  </a:lnTo>
                  <a:lnTo>
                    <a:pt x="688374" y="34089"/>
                  </a:lnTo>
                  <a:lnTo>
                    <a:pt x="688667" y="34146"/>
                  </a:lnTo>
                  <a:lnTo>
                    <a:pt x="688992" y="34166"/>
                  </a:lnTo>
                  <a:lnTo>
                    <a:pt x="689357" y="34289"/>
                  </a:lnTo>
                  <a:lnTo>
                    <a:pt x="689605" y="34279"/>
                  </a:lnTo>
                  <a:lnTo>
                    <a:pt x="689889" y="34115"/>
                  </a:lnTo>
                  <a:lnTo>
                    <a:pt x="690321" y="34059"/>
                  </a:lnTo>
                  <a:lnTo>
                    <a:pt x="690554" y="34096"/>
                  </a:lnTo>
                  <a:lnTo>
                    <a:pt x="691137" y="34100"/>
                  </a:lnTo>
                  <a:lnTo>
                    <a:pt x="691583" y="34248"/>
                  </a:lnTo>
                  <a:lnTo>
                    <a:pt x="691754" y="34396"/>
                  </a:lnTo>
                  <a:lnTo>
                    <a:pt x="691948" y="34770"/>
                  </a:lnTo>
                  <a:lnTo>
                    <a:pt x="692093" y="35021"/>
                  </a:lnTo>
                  <a:lnTo>
                    <a:pt x="692250" y="35246"/>
                  </a:lnTo>
                  <a:lnTo>
                    <a:pt x="692557" y="35471"/>
                  </a:lnTo>
                  <a:lnTo>
                    <a:pt x="692805" y="35379"/>
                  </a:lnTo>
                  <a:lnTo>
                    <a:pt x="693190" y="35260"/>
                  </a:lnTo>
                  <a:lnTo>
                    <a:pt x="693368" y="35205"/>
                  </a:lnTo>
                  <a:lnTo>
                    <a:pt x="693689" y="35346"/>
                  </a:lnTo>
                  <a:lnTo>
                    <a:pt x="694985" y="36510"/>
                  </a:lnTo>
                  <a:lnTo>
                    <a:pt x="695340" y="36823"/>
                  </a:lnTo>
                  <a:lnTo>
                    <a:pt x="695916" y="37151"/>
                  </a:lnTo>
                  <a:lnTo>
                    <a:pt x="696467" y="36829"/>
                  </a:lnTo>
                  <a:lnTo>
                    <a:pt x="696850" y="36650"/>
                  </a:lnTo>
                  <a:lnTo>
                    <a:pt x="697094" y="36662"/>
                  </a:lnTo>
                  <a:lnTo>
                    <a:pt x="697736" y="36861"/>
                  </a:lnTo>
                  <a:lnTo>
                    <a:pt x="698453" y="36838"/>
                  </a:lnTo>
                  <a:lnTo>
                    <a:pt x="699055" y="37122"/>
                  </a:lnTo>
                  <a:lnTo>
                    <a:pt x="700643" y="37613"/>
                  </a:lnTo>
                  <a:lnTo>
                    <a:pt x="701461" y="37867"/>
                  </a:lnTo>
                  <a:lnTo>
                    <a:pt x="702678" y="38335"/>
                  </a:lnTo>
                  <a:lnTo>
                    <a:pt x="703354" y="38665"/>
                  </a:lnTo>
                  <a:lnTo>
                    <a:pt x="703509" y="38932"/>
                  </a:lnTo>
                  <a:lnTo>
                    <a:pt x="703327" y="39432"/>
                  </a:lnTo>
                  <a:lnTo>
                    <a:pt x="703267" y="39678"/>
                  </a:lnTo>
                  <a:lnTo>
                    <a:pt x="703260" y="39870"/>
                  </a:lnTo>
                  <a:lnTo>
                    <a:pt x="703341" y="40046"/>
                  </a:lnTo>
                  <a:lnTo>
                    <a:pt x="703510" y="40223"/>
                  </a:lnTo>
                  <a:lnTo>
                    <a:pt x="703794" y="40445"/>
                  </a:lnTo>
                  <a:lnTo>
                    <a:pt x="704767" y="40944"/>
                  </a:lnTo>
                  <a:lnTo>
                    <a:pt x="705558" y="41328"/>
                  </a:lnTo>
                  <a:lnTo>
                    <a:pt x="706343" y="41666"/>
                  </a:lnTo>
                  <a:lnTo>
                    <a:pt x="706911" y="42003"/>
                  </a:lnTo>
                  <a:lnTo>
                    <a:pt x="707330" y="42456"/>
                  </a:lnTo>
                  <a:lnTo>
                    <a:pt x="707600" y="42594"/>
                  </a:lnTo>
                  <a:lnTo>
                    <a:pt x="707728" y="42634"/>
                  </a:lnTo>
                  <a:lnTo>
                    <a:pt x="708388" y="42474"/>
                  </a:lnTo>
                  <a:lnTo>
                    <a:pt x="709262" y="41930"/>
                  </a:lnTo>
                  <a:lnTo>
                    <a:pt x="709818" y="41595"/>
                  </a:lnTo>
                  <a:lnTo>
                    <a:pt x="710424" y="41435"/>
                  </a:lnTo>
                  <a:lnTo>
                    <a:pt x="710867" y="41539"/>
                  </a:lnTo>
                  <a:lnTo>
                    <a:pt x="711226" y="41810"/>
                  </a:lnTo>
                  <a:lnTo>
                    <a:pt x="711269" y="42082"/>
                  </a:lnTo>
                  <a:lnTo>
                    <a:pt x="711258" y="42363"/>
                  </a:lnTo>
                  <a:lnTo>
                    <a:pt x="711339" y="43146"/>
                  </a:lnTo>
                  <a:lnTo>
                    <a:pt x="711473" y="43385"/>
                  </a:lnTo>
                  <a:lnTo>
                    <a:pt x="711741" y="43761"/>
                  </a:lnTo>
                  <a:lnTo>
                    <a:pt x="711932" y="43868"/>
                  </a:lnTo>
                  <a:lnTo>
                    <a:pt x="712496" y="43888"/>
                  </a:lnTo>
                  <a:lnTo>
                    <a:pt x="712635" y="43873"/>
                  </a:lnTo>
                  <a:lnTo>
                    <a:pt x="713381" y="43789"/>
                  </a:lnTo>
                  <a:lnTo>
                    <a:pt x="713600" y="43833"/>
                  </a:lnTo>
                  <a:lnTo>
                    <a:pt x="713656" y="44006"/>
                  </a:lnTo>
                  <a:lnTo>
                    <a:pt x="713566" y="44479"/>
                  </a:lnTo>
                  <a:lnTo>
                    <a:pt x="713623" y="44652"/>
                  </a:lnTo>
                  <a:lnTo>
                    <a:pt x="713741" y="44786"/>
                  </a:lnTo>
                  <a:lnTo>
                    <a:pt x="714192" y="45067"/>
                  </a:lnTo>
                  <a:lnTo>
                    <a:pt x="714840" y="45227"/>
                  </a:lnTo>
                  <a:lnTo>
                    <a:pt x="715292" y="45562"/>
                  </a:lnTo>
                  <a:lnTo>
                    <a:pt x="715308" y="45733"/>
                  </a:lnTo>
                  <a:lnTo>
                    <a:pt x="715019" y="46436"/>
                  </a:lnTo>
                  <a:lnTo>
                    <a:pt x="714197" y="47396"/>
                  </a:lnTo>
                  <a:lnTo>
                    <a:pt x="713870" y="47818"/>
                  </a:lnTo>
                  <a:lnTo>
                    <a:pt x="713690" y="48393"/>
                  </a:lnTo>
                  <a:lnTo>
                    <a:pt x="713802" y="48751"/>
                  </a:lnTo>
                  <a:lnTo>
                    <a:pt x="714062" y="48931"/>
                  </a:lnTo>
                  <a:lnTo>
                    <a:pt x="714332" y="49180"/>
                  </a:lnTo>
                  <a:lnTo>
                    <a:pt x="714478" y="49429"/>
                  </a:lnTo>
                  <a:lnTo>
                    <a:pt x="714636" y="49781"/>
                  </a:lnTo>
                  <a:lnTo>
                    <a:pt x="714814" y="50398"/>
                  </a:lnTo>
                  <a:lnTo>
                    <a:pt x="714794" y="50958"/>
                  </a:lnTo>
                  <a:lnTo>
                    <a:pt x="714800" y="51239"/>
                  </a:lnTo>
                  <a:lnTo>
                    <a:pt x="714845" y="51604"/>
                  </a:lnTo>
                  <a:lnTo>
                    <a:pt x="714918" y="51757"/>
                  </a:lnTo>
                  <a:lnTo>
                    <a:pt x="715059" y="51937"/>
                  </a:lnTo>
                  <a:lnTo>
                    <a:pt x="715423" y="52124"/>
                  </a:lnTo>
                  <a:lnTo>
                    <a:pt x="715780" y="52206"/>
                  </a:lnTo>
                  <a:lnTo>
                    <a:pt x="716287" y="52506"/>
                  </a:lnTo>
                  <a:lnTo>
                    <a:pt x="716433" y="52691"/>
                  </a:lnTo>
                  <a:lnTo>
                    <a:pt x="716518" y="52941"/>
                  </a:lnTo>
                  <a:lnTo>
                    <a:pt x="716529" y="53184"/>
                  </a:lnTo>
                  <a:lnTo>
                    <a:pt x="716563" y="53408"/>
                  </a:lnTo>
                  <a:lnTo>
                    <a:pt x="716863" y="53895"/>
                  </a:lnTo>
                  <a:lnTo>
                    <a:pt x="717099" y="54045"/>
                  </a:lnTo>
                  <a:lnTo>
                    <a:pt x="717759" y="54255"/>
                  </a:lnTo>
                  <a:lnTo>
                    <a:pt x="718466" y="54376"/>
                  </a:lnTo>
                  <a:lnTo>
                    <a:pt x="718951" y="54206"/>
                  </a:lnTo>
                  <a:lnTo>
                    <a:pt x="719379" y="53954"/>
                  </a:lnTo>
                  <a:lnTo>
                    <a:pt x="719589" y="53896"/>
                  </a:lnTo>
                  <a:lnTo>
                    <a:pt x="719922" y="53947"/>
                  </a:lnTo>
                  <a:lnTo>
                    <a:pt x="720065" y="54036"/>
                  </a:lnTo>
                  <a:lnTo>
                    <a:pt x="720308" y="54190"/>
                  </a:lnTo>
                  <a:lnTo>
                    <a:pt x="720536" y="54660"/>
                  </a:lnTo>
                  <a:lnTo>
                    <a:pt x="720644" y="54798"/>
                  </a:lnTo>
                  <a:lnTo>
                    <a:pt x="720765" y="54936"/>
                  </a:lnTo>
                  <a:lnTo>
                    <a:pt x="720941" y="55022"/>
                  </a:lnTo>
                  <a:lnTo>
                    <a:pt x="721964" y="55398"/>
                  </a:lnTo>
                  <a:lnTo>
                    <a:pt x="722236" y="55584"/>
                  </a:lnTo>
                  <a:lnTo>
                    <a:pt x="722693" y="55843"/>
                  </a:lnTo>
                  <a:lnTo>
                    <a:pt x="723014" y="56038"/>
                  </a:lnTo>
                  <a:lnTo>
                    <a:pt x="723242" y="56192"/>
                  </a:lnTo>
                  <a:lnTo>
                    <a:pt x="723806" y="56362"/>
                  </a:lnTo>
                  <a:lnTo>
                    <a:pt x="724549" y="56711"/>
                  </a:lnTo>
                  <a:lnTo>
                    <a:pt x="724755" y="56914"/>
                  </a:lnTo>
                  <a:lnTo>
                    <a:pt x="725084" y="57552"/>
                  </a:lnTo>
                  <a:lnTo>
                    <a:pt x="725405" y="57836"/>
                  </a:lnTo>
                  <a:lnTo>
                    <a:pt x="725826" y="57893"/>
                  </a:lnTo>
                  <a:lnTo>
                    <a:pt x="726226" y="57739"/>
                  </a:lnTo>
                  <a:lnTo>
                    <a:pt x="726576" y="57609"/>
                  </a:lnTo>
                  <a:lnTo>
                    <a:pt x="727245" y="57609"/>
                  </a:lnTo>
                  <a:lnTo>
                    <a:pt x="727961" y="57658"/>
                  </a:lnTo>
                  <a:lnTo>
                    <a:pt x="729082" y="57585"/>
                  </a:lnTo>
                  <a:lnTo>
                    <a:pt x="729874" y="57585"/>
                  </a:lnTo>
                  <a:lnTo>
                    <a:pt x="730581" y="57723"/>
                  </a:lnTo>
                  <a:lnTo>
                    <a:pt x="730853" y="57748"/>
                  </a:lnTo>
                  <a:lnTo>
                    <a:pt x="731049" y="57843"/>
                  </a:lnTo>
                  <a:lnTo>
                    <a:pt x="731084" y="58187"/>
                  </a:lnTo>
                  <a:lnTo>
                    <a:pt x="731730" y="58770"/>
                  </a:lnTo>
                  <a:lnTo>
                    <a:pt x="733375" y="59696"/>
                  </a:lnTo>
                  <a:lnTo>
                    <a:pt x="734551" y="60344"/>
                  </a:lnTo>
                  <a:lnTo>
                    <a:pt x="735517" y="61388"/>
                  </a:lnTo>
                  <a:lnTo>
                    <a:pt x="735747" y="61961"/>
                  </a:lnTo>
                  <a:lnTo>
                    <a:pt x="735716" y="62657"/>
                  </a:lnTo>
                  <a:lnTo>
                    <a:pt x="735747" y="62810"/>
                  </a:lnTo>
                  <a:lnTo>
                    <a:pt x="736078" y="63149"/>
                  </a:lnTo>
                  <a:lnTo>
                    <a:pt x="737159" y="64268"/>
                  </a:lnTo>
                  <a:lnTo>
                    <a:pt x="737588" y="64326"/>
                  </a:lnTo>
                  <a:lnTo>
                    <a:pt x="738540" y="64403"/>
                  </a:lnTo>
                  <a:lnTo>
                    <a:pt x="739700" y="64237"/>
                  </a:lnTo>
                  <a:lnTo>
                    <a:pt x="740681" y="64013"/>
                  </a:lnTo>
                  <a:lnTo>
                    <a:pt x="740872" y="64005"/>
                  </a:lnTo>
                  <a:lnTo>
                    <a:pt x="741210" y="63942"/>
                  </a:lnTo>
                  <a:lnTo>
                    <a:pt x="741836" y="63987"/>
                  </a:lnTo>
                  <a:lnTo>
                    <a:pt x="742461" y="64249"/>
                  </a:lnTo>
                  <a:lnTo>
                    <a:pt x="743165" y="64492"/>
                  </a:lnTo>
                  <a:lnTo>
                    <a:pt x="743717" y="64684"/>
                  </a:lnTo>
                  <a:lnTo>
                    <a:pt x="744382" y="64691"/>
                  </a:lnTo>
                  <a:lnTo>
                    <a:pt x="745347" y="64389"/>
                  </a:lnTo>
                  <a:lnTo>
                    <a:pt x="745475" y="64326"/>
                  </a:lnTo>
                  <a:lnTo>
                    <a:pt x="745937" y="64141"/>
                  </a:lnTo>
                  <a:lnTo>
                    <a:pt x="746687" y="64153"/>
                  </a:lnTo>
                  <a:lnTo>
                    <a:pt x="747252" y="63921"/>
                  </a:lnTo>
                  <a:lnTo>
                    <a:pt x="747616" y="63350"/>
                  </a:lnTo>
                  <a:lnTo>
                    <a:pt x="747677" y="62736"/>
                  </a:lnTo>
                  <a:lnTo>
                    <a:pt x="747978" y="62552"/>
                  </a:lnTo>
                  <a:lnTo>
                    <a:pt x="749495" y="62217"/>
                  </a:lnTo>
                  <a:lnTo>
                    <a:pt x="750410" y="62224"/>
                  </a:lnTo>
                  <a:lnTo>
                    <a:pt x="751060" y="62080"/>
                  </a:lnTo>
                  <a:lnTo>
                    <a:pt x="751439" y="61595"/>
                  </a:lnTo>
                  <a:lnTo>
                    <a:pt x="751906" y="61185"/>
                  </a:lnTo>
                  <a:lnTo>
                    <a:pt x="752213" y="61334"/>
                  </a:lnTo>
                  <a:lnTo>
                    <a:pt x="752836" y="61670"/>
                  </a:lnTo>
                  <a:lnTo>
                    <a:pt x="754979" y="61739"/>
                  </a:lnTo>
                  <a:lnTo>
                    <a:pt x="756146" y="62116"/>
                  </a:lnTo>
                  <a:lnTo>
                    <a:pt x="756721" y="62174"/>
                  </a:lnTo>
                  <a:lnTo>
                    <a:pt x="756894" y="62205"/>
                  </a:lnTo>
                  <a:lnTo>
                    <a:pt x="758857" y="61690"/>
                  </a:lnTo>
                  <a:lnTo>
                    <a:pt x="759751" y="61535"/>
                  </a:lnTo>
                  <a:lnTo>
                    <a:pt x="760543" y="61605"/>
                  </a:lnTo>
                  <a:lnTo>
                    <a:pt x="761432" y="61935"/>
                  </a:lnTo>
                  <a:lnTo>
                    <a:pt x="761963" y="62595"/>
                  </a:lnTo>
                  <a:lnTo>
                    <a:pt x="762098" y="63040"/>
                  </a:lnTo>
                  <a:lnTo>
                    <a:pt x="761880" y="63599"/>
                  </a:lnTo>
                  <a:lnTo>
                    <a:pt x="761845" y="64267"/>
                  </a:lnTo>
                  <a:lnTo>
                    <a:pt x="761812" y="64492"/>
                  </a:lnTo>
                  <a:lnTo>
                    <a:pt x="761898" y="65244"/>
                  </a:lnTo>
                  <a:lnTo>
                    <a:pt x="762155" y="65561"/>
                  </a:lnTo>
                  <a:lnTo>
                    <a:pt x="762696" y="65961"/>
                  </a:lnTo>
                  <a:lnTo>
                    <a:pt x="762966" y="66114"/>
                  </a:lnTo>
                  <a:lnTo>
                    <a:pt x="763528" y="66285"/>
                  </a:lnTo>
                  <a:lnTo>
                    <a:pt x="764143" y="66431"/>
                  </a:lnTo>
                  <a:lnTo>
                    <a:pt x="764498" y="66732"/>
                  </a:lnTo>
                  <a:lnTo>
                    <a:pt x="764404" y="67659"/>
                  </a:lnTo>
                  <a:lnTo>
                    <a:pt x="764413" y="68053"/>
                  </a:lnTo>
                  <a:lnTo>
                    <a:pt x="764512" y="68304"/>
                  </a:lnTo>
                  <a:lnTo>
                    <a:pt x="764895" y="68417"/>
                  </a:lnTo>
                  <a:lnTo>
                    <a:pt x="766189" y="68575"/>
                  </a:lnTo>
                  <a:lnTo>
                    <a:pt x="766683" y="68695"/>
                  </a:lnTo>
                  <a:lnTo>
                    <a:pt x="767676" y="68877"/>
                  </a:lnTo>
                  <a:lnTo>
                    <a:pt x="768330" y="69066"/>
                  </a:lnTo>
                  <a:lnTo>
                    <a:pt x="769021" y="69516"/>
                  </a:lnTo>
                  <a:lnTo>
                    <a:pt x="769245" y="69834"/>
                  </a:lnTo>
                  <a:lnTo>
                    <a:pt x="769362" y="70182"/>
                  </a:lnTo>
                  <a:lnTo>
                    <a:pt x="769339" y="70888"/>
                  </a:lnTo>
                  <a:lnTo>
                    <a:pt x="769452" y="71323"/>
                  </a:lnTo>
                  <a:lnTo>
                    <a:pt x="769514" y="71511"/>
                  </a:lnTo>
                  <a:lnTo>
                    <a:pt x="769608" y="71932"/>
                  </a:lnTo>
                  <a:lnTo>
                    <a:pt x="769765" y="72284"/>
                  </a:lnTo>
                  <a:lnTo>
                    <a:pt x="769940" y="72539"/>
                  </a:lnTo>
                  <a:lnTo>
                    <a:pt x="770075" y="72728"/>
                  </a:lnTo>
                  <a:lnTo>
                    <a:pt x="770244" y="72798"/>
                  </a:lnTo>
                  <a:lnTo>
                    <a:pt x="770799" y="72700"/>
                  </a:lnTo>
                  <a:lnTo>
                    <a:pt x="771574" y="72476"/>
                  </a:lnTo>
                  <a:lnTo>
                    <a:pt x="772285" y="72476"/>
                  </a:lnTo>
                  <a:lnTo>
                    <a:pt x="773052" y="72540"/>
                  </a:lnTo>
                  <a:lnTo>
                    <a:pt x="773964" y="72695"/>
                  </a:lnTo>
                  <a:lnTo>
                    <a:pt x="774708" y="72810"/>
                  </a:lnTo>
                  <a:lnTo>
                    <a:pt x="775026" y="72775"/>
                  </a:lnTo>
                  <a:lnTo>
                    <a:pt x="775273" y="72622"/>
                  </a:lnTo>
                  <a:lnTo>
                    <a:pt x="775597" y="72396"/>
                  </a:lnTo>
                  <a:lnTo>
                    <a:pt x="776050" y="72284"/>
                  </a:lnTo>
                  <a:lnTo>
                    <a:pt x="776355" y="72257"/>
                  </a:lnTo>
                  <a:lnTo>
                    <a:pt x="776855" y="72296"/>
                  </a:lnTo>
                  <a:lnTo>
                    <a:pt x="777135" y="72420"/>
                  </a:lnTo>
                  <a:lnTo>
                    <a:pt x="778241" y="72605"/>
                  </a:lnTo>
                  <a:lnTo>
                    <a:pt x="778769" y="72605"/>
                  </a:lnTo>
                  <a:lnTo>
                    <a:pt x="779086" y="72509"/>
                  </a:lnTo>
                  <a:lnTo>
                    <a:pt x="779319" y="72285"/>
                  </a:lnTo>
                  <a:lnTo>
                    <a:pt x="779375" y="71989"/>
                  </a:lnTo>
                  <a:lnTo>
                    <a:pt x="779347" y="71405"/>
                  </a:lnTo>
                  <a:lnTo>
                    <a:pt x="779255" y="70678"/>
                  </a:lnTo>
                  <a:lnTo>
                    <a:pt x="779368" y="69974"/>
                  </a:lnTo>
                  <a:lnTo>
                    <a:pt x="779424" y="69799"/>
                  </a:lnTo>
                  <a:lnTo>
                    <a:pt x="779579" y="69767"/>
                  </a:lnTo>
                  <a:lnTo>
                    <a:pt x="779760" y="69848"/>
                  </a:lnTo>
                  <a:lnTo>
                    <a:pt x="780636" y="70030"/>
                  </a:lnTo>
                  <a:lnTo>
                    <a:pt x="781310" y="70044"/>
                  </a:lnTo>
                  <a:lnTo>
                    <a:pt x="781594" y="70065"/>
                  </a:lnTo>
                  <a:lnTo>
                    <a:pt x="782315" y="70275"/>
                  </a:lnTo>
                  <a:lnTo>
                    <a:pt x="782841" y="70344"/>
                  </a:lnTo>
                  <a:lnTo>
                    <a:pt x="783193" y="70342"/>
                  </a:lnTo>
                  <a:lnTo>
                    <a:pt x="783607" y="70169"/>
                  </a:lnTo>
                  <a:lnTo>
                    <a:pt x="784227" y="69883"/>
                  </a:lnTo>
                  <a:lnTo>
                    <a:pt x="784501" y="69952"/>
                  </a:lnTo>
                  <a:lnTo>
                    <a:pt x="784870" y="70295"/>
                  </a:lnTo>
                  <a:lnTo>
                    <a:pt x="785216" y="70592"/>
                  </a:lnTo>
                  <a:lnTo>
                    <a:pt x="785254" y="70960"/>
                  </a:lnTo>
                  <a:lnTo>
                    <a:pt x="785162" y="71776"/>
                  </a:lnTo>
                  <a:lnTo>
                    <a:pt x="784975" y="72621"/>
                  </a:lnTo>
                  <a:lnTo>
                    <a:pt x="784767" y="73177"/>
                  </a:lnTo>
                  <a:lnTo>
                    <a:pt x="784712" y="74123"/>
                  </a:lnTo>
                  <a:lnTo>
                    <a:pt x="784745" y="74806"/>
                  </a:lnTo>
                  <a:lnTo>
                    <a:pt x="784900" y="75301"/>
                  </a:lnTo>
                  <a:lnTo>
                    <a:pt x="785196" y="75830"/>
                  </a:lnTo>
                  <a:lnTo>
                    <a:pt x="785384" y="76123"/>
                  </a:lnTo>
                  <a:lnTo>
                    <a:pt x="786079" y="76880"/>
                  </a:lnTo>
                  <a:lnTo>
                    <a:pt x="786567" y="77235"/>
                  </a:lnTo>
                  <a:lnTo>
                    <a:pt x="787480" y="78316"/>
                  </a:lnTo>
                  <a:lnTo>
                    <a:pt x="788245" y="78587"/>
                  </a:lnTo>
                  <a:lnTo>
                    <a:pt x="789604" y="78496"/>
                  </a:lnTo>
                  <a:lnTo>
                    <a:pt x="790498" y="78533"/>
                  </a:lnTo>
                  <a:lnTo>
                    <a:pt x="790839" y="78812"/>
                  </a:lnTo>
                  <a:lnTo>
                    <a:pt x="791323" y="79333"/>
                  </a:lnTo>
                  <a:lnTo>
                    <a:pt x="791765" y="79574"/>
                  </a:lnTo>
                  <a:lnTo>
                    <a:pt x="792020" y="79667"/>
                  </a:lnTo>
                  <a:lnTo>
                    <a:pt x="792416" y="79572"/>
                  </a:lnTo>
                  <a:lnTo>
                    <a:pt x="792769" y="79394"/>
                  </a:lnTo>
                  <a:lnTo>
                    <a:pt x="793009" y="79387"/>
                  </a:lnTo>
                  <a:lnTo>
                    <a:pt x="793173" y="79460"/>
                  </a:lnTo>
                  <a:lnTo>
                    <a:pt x="793989" y="80007"/>
                  </a:lnTo>
                  <a:lnTo>
                    <a:pt x="795387" y="80346"/>
                  </a:lnTo>
                  <a:lnTo>
                    <a:pt x="796431" y="80634"/>
                  </a:lnTo>
                  <a:lnTo>
                    <a:pt x="797830" y="81227"/>
                  </a:lnTo>
                  <a:lnTo>
                    <a:pt x="798255" y="81563"/>
                  </a:lnTo>
                  <a:lnTo>
                    <a:pt x="798808" y="81953"/>
                  </a:lnTo>
                  <a:lnTo>
                    <a:pt x="799142" y="82250"/>
                  </a:lnTo>
                  <a:lnTo>
                    <a:pt x="799861" y="82673"/>
                  </a:lnTo>
                  <a:lnTo>
                    <a:pt x="799809" y="82816"/>
                  </a:lnTo>
                  <a:lnTo>
                    <a:pt x="798492" y="82655"/>
                  </a:lnTo>
                  <a:lnTo>
                    <a:pt x="798143" y="82694"/>
                  </a:lnTo>
                  <a:lnTo>
                    <a:pt x="797872" y="82901"/>
                  </a:lnTo>
                  <a:lnTo>
                    <a:pt x="797752" y="83134"/>
                  </a:lnTo>
                  <a:lnTo>
                    <a:pt x="797754" y="83403"/>
                  </a:lnTo>
                  <a:lnTo>
                    <a:pt x="797866" y="83677"/>
                  </a:lnTo>
                  <a:lnTo>
                    <a:pt x="798006" y="83903"/>
                  </a:lnTo>
                  <a:lnTo>
                    <a:pt x="799207" y="85094"/>
                  </a:lnTo>
                  <a:lnTo>
                    <a:pt x="799637" y="86250"/>
                  </a:lnTo>
                  <a:lnTo>
                    <a:pt x="800022" y="87085"/>
                  </a:lnTo>
                  <a:lnTo>
                    <a:pt x="800199" y="87718"/>
                  </a:lnTo>
                  <a:lnTo>
                    <a:pt x="800275" y="88093"/>
                  </a:lnTo>
                  <a:lnTo>
                    <a:pt x="800673" y="88520"/>
                  </a:lnTo>
                  <a:lnTo>
                    <a:pt x="801972" y="89241"/>
                  </a:lnTo>
                  <a:lnTo>
                    <a:pt x="802906" y="90093"/>
                  </a:lnTo>
                  <a:lnTo>
                    <a:pt x="803466" y="90609"/>
                  </a:lnTo>
                  <a:lnTo>
                    <a:pt x="803543" y="91491"/>
                  </a:lnTo>
                  <a:lnTo>
                    <a:pt x="803635" y="92265"/>
                  </a:lnTo>
                  <a:lnTo>
                    <a:pt x="803728" y="92678"/>
                  </a:lnTo>
                  <a:lnTo>
                    <a:pt x="803671" y="92905"/>
                  </a:lnTo>
                  <a:lnTo>
                    <a:pt x="803509" y="93175"/>
                  </a:lnTo>
                  <a:lnTo>
                    <a:pt x="803331" y="93374"/>
                  </a:lnTo>
                  <a:lnTo>
                    <a:pt x="803146" y="93568"/>
                  </a:lnTo>
                  <a:lnTo>
                    <a:pt x="802974" y="93887"/>
                  </a:lnTo>
                  <a:lnTo>
                    <a:pt x="803011" y="94155"/>
                  </a:lnTo>
                  <a:lnTo>
                    <a:pt x="803127" y="94536"/>
                  </a:lnTo>
                  <a:lnTo>
                    <a:pt x="803129" y="94925"/>
                  </a:lnTo>
                  <a:lnTo>
                    <a:pt x="803125" y="95289"/>
                  </a:lnTo>
                  <a:lnTo>
                    <a:pt x="803265" y="95480"/>
                  </a:lnTo>
                  <a:lnTo>
                    <a:pt x="803451" y="95619"/>
                  </a:lnTo>
                  <a:lnTo>
                    <a:pt x="803933" y="95715"/>
                  </a:lnTo>
                  <a:lnTo>
                    <a:pt x="804714" y="95824"/>
                  </a:lnTo>
                  <a:lnTo>
                    <a:pt x="805136" y="95895"/>
                  </a:lnTo>
                  <a:lnTo>
                    <a:pt x="805348" y="96054"/>
                  </a:lnTo>
                  <a:lnTo>
                    <a:pt x="805735" y="96413"/>
                  </a:lnTo>
                  <a:lnTo>
                    <a:pt x="806038" y="96841"/>
                  </a:lnTo>
                  <a:lnTo>
                    <a:pt x="806053" y="97061"/>
                  </a:lnTo>
                  <a:lnTo>
                    <a:pt x="805979" y="97370"/>
                  </a:lnTo>
                  <a:lnTo>
                    <a:pt x="805659" y="97670"/>
                  </a:lnTo>
                  <a:lnTo>
                    <a:pt x="805124" y="98205"/>
                  </a:lnTo>
                  <a:lnTo>
                    <a:pt x="805013" y="98597"/>
                  </a:lnTo>
                  <a:lnTo>
                    <a:pt x="805168" y="98818"/>
                  </a:lnTo>
                  <a:lnTo>
                    <a:pt x="805321" y="99137"/>
                  </a:lnTo>
                  <a:lnTo>
                    <a:pt x="805266" y="99420"/>
                  </a:lnTo>
                  <a:lnTo>
                    <a:pt x="804728" y="99791"/>
                  </a:lnTo>
                  <a:lnTo>
                    <a:pt x="804395" y="100194"/>
                  </a:lnTo>
                  <a:lnTo>
                    <a:pt x="804563" y="100547"/>
                  </a:lnTo>
                  <a:lnTo>
                    <a:pt x="805652" y="101494"/>
                  </a:lnTo>
                  <a:lnTo>
                    <a:pt x="806246" y="102680"/>
                  </a:lnTo>
                  <a:lnTo>
                    <a:pt x="806814" y="104288"/>
                  </a:lnTo>
                  <a:lnTo>
                    <a:pt x="807035" y="104575"/>
                  </a:lnTo>
                  <a:lnTo>
                    <a:pt x="807583" y="104894"/>
                  </a:lnTo>
                  <a:lnTo>
                    <a:pt x="807820" y="105059"/>
                  </a:lnTo>
                  <a:lnTo>
                    <a:pt x="807803" y="105692"/>
                  </a:lnTo>
                  <a:lnTo>
                    <a:pt x="807879" y="106291"/>
                  </a:lnTo>
                  <a:lnTo>
                    <a:pt x="809067" y="107171"/>
                  </a:lnTo>
                  <a:lnTo>
                    <a:pt x="809310" y="107741"/>
                  </a:lnTo>
                  <a:lnTo>
                    <a:pt x="809583" y="108294"/>
                  </a:lnTo>
                  <a:lnTo>
                    <a:pt x="810004" y="108633"/>
                  </a:lnTo>
                  <a:lnTo>
                    <a:pt x="810464" y="108969"/>
                  </a:lnTo>
                  <a:lnTo>
                    <a:pt x="810763" y="109281"/>
                  </a:lnTo>
                  <a:lnTo>
                    <a:pt x="811222" y="110025"/>
                  </a:lnTo>
                  <a:lnTo>
                    <a:pt x="811479" y="110190"/>
                  </a:lnTo>
                  <a:lnTo>
                    <a:pt x="811895" y="110277"/>
                  </a:lnTo>
                  <a:lnTo>
                    <a:pt x="812251" y="110397"/>
                  </a:lnTo>
                  <a:lnTo>
                    <a:pt x="812342" y="110635"/>
                  </a:lnTo>
                  <a:lnTo>
                    <a:pt x="812298" y="111092"/>
                  </a:lnTo>
                  <a:lnTo>
                    <a:pt x="812279" y="111420"/>
                  </a:lnTo>
                  <a:lnTo>
                    <a:pt x="812399" y="111593"/>
                  </a:lnTo>
                  <a:lnTo>
                    <a:pt x="812854" y="112225"/>
                  </a:lnTo>
                  <a:lnTo>
                    <a:pt x="813031" y="112467"/>
                  </a:lnTo>
                  <a:lnTo>
                    <a:pt x="813803" y="112954"/>
                  </a:lnTo>
                  <a:lnTo>
                    <a:pt x="814061" y="113252"/>
                  </a:lnTo>
                  <a:lnTo>
                    <a:pt x="814511" y="113954"/>
                  </a:lnTo>
                  <a:lnTo>
                    <a:pt x="815017" y="114551"/>
                  </a:lnTo>
                  <a:lnTo>
                    <a:pt x="815579" y="115226"/>
                  </a:lnTo>
                  <a:lnTo>
                    <a:pt x="816150" y="115918"/>
                  </a:lnTo>
                  <a:lnTo>
                    <a:pt x="816733" y="116345"/>
                  </a:lnTo>
                  <a:lnTo>
                    <a:pt x="817130" y="116784"/>
                  </a:lnTo>
                  <a:lnTo>
                    <a:pt x="817198" y="116951"/>
                  </a:lnTo>
                  <a:lnTo>
                    <a:pt x="817300" y="117493"/>
                  </a:lnTo>
                  <a:lnTo>
                    <a:pt x="817383" y="117787"/>
                  </a:lnTo>
                  <a:lnTo>
                    <a:pt x="817642" y="117845"/>
                  </a:lnTo>
                  <a:lnTo>
                    <a:pt x="818136" y="117826"/>
                  </a:lnTo>
                  <a:lnTo>
                    <a:pt x="818934" y="117665"/>
                  </a:lnTo>
                  <a:lnTo>
                    <a:pt x="819520" y="117624"/>
                  </a:lnTo>
                  <a:lnTo>
                    <a:pt x="820415" y="117680"/>
                  </a:lnTo>
                  <a:lnTo>
                    <a:pt x="821347" y="118057"/>
                  </a:lnTo>
                  <a:lnTo>
                    <a:pt x="821668" y="118278"/>
                  </a:lnTo>
                  <a:lnTo>
                    <a:pt x="822379" y="118912"/>
                  </a:lnTo>
                  <a:lnTo>
                    <a:pt x="822996" y="119256"/>
                  </a:lnTo>
                  <a:lnTo>
                    <a:pt x="823543" y="119366"/>
                  </a:lnTo>
                  <a:lnTo>
                    <a:pt x="823828" y="119549"/>
                  </a:lnTo>
                  <a:lnTo>
                    <a:pt x="824107" y="119703"/>
                  </a:lnTo>
                  <a:lnTo>
                    <a:pt x="824244" y="120049"/>
                  </a:lnTo>
                  <a:lnTo>
                    <a:pt x="824730" y="120534"/>
                  </a:lnTo>
                  <a:lnTo>
                    <a:pt x="824840" y="121002"/>
                  </a:lnTo>
                  <a:lnTo>
                    <a:pt x="824855" y="121448"/>
                  </a:lnTo>
                  <a:lnTo>
                    <a:pt x="824811" y="121684"/>
                  </a:lnTo>
                  <a:lnTo>
                    <a:pt x="824756" y="121921"/>
                  </a:lnTo>
                  <a:lnTo>
                    <a:pt x="824752" y="122107"/>
                  </a:lnTo>
                  <a:lnTo>
                    <a:pt x="824834" y="122373"/>
                  </a:lnTo>
                  <a:lnTo>
                    <a:pt x="824979" y="122662"/>
                  </a:lnTo>
                  <a:lnTo>
                    <a:pt x="825282" y="123091"/>
                  </a:lnTo>
                  <a:lnTo>
                    <a:pt x="825385" y="123287"/>
                  </a:lnTo>
                  <a:lnTo>
                    <a:pt x="825694" y="123483"/>
                  </a:lnTo>
                  <a:lnTo>
                    <a:pt x="826368" y="123689"/>
                  </a:lnTo>
                  <a:lnTo>
                    <a:pt x="826510" y="123889"/>
                  </a:lnTo>
                  <a:lnTo>
                    <a:pt x="826450" y="125228"/>
                  </a:lnTo>
                  <a:lnTo>
                    <a:pt x="826166" y="125777"/>
                  </a:lnTo>
                  <a:lnTo>
                    <a:pt x="825884" y="126375"/>
                  </a:lnTo>
                  <a:lnTo>
                    <a:pt x="825864" y="126782"/>
                  </a:lnTo>
                  <a:lnTo>
                    <a:pt x="827226" y="128097"/>
                  </a:lnTo>
                  <a:lnTo>
                    <a:pt x="827893" y="128404"/>
                  </a:lnTo>
                  <a:lnTo>
                    <a:pt x="828115" y="128623"/>
                  </a:lnTo>
                  <a:lnTo>
                    <a:pt x="828146" y="128943"/>
                  </a:lnTo>
                  <a:lnTo>
                    <a:pt x="828338" y="129491"/>
                  </a:lnTo>
                  <a:lnTo>
                    <a:pt x="828519" y="129704"/>
                  </a:lnTo>
                  <a:lnTo>
                    <a:pt x="828988" y="129910"/>
                  </a:lnTo>
                  <a:lnTo>
                    <a:pt x="829246" y="130050"/>
                  </a:lnTo>
                  <a:lnTo>
                    <a:pt x="829643" y="130210"/>
                  </a:lnTo>
                  <a:lnTo>
                    <a:pt x="829764" y="130463"/>
                  </a:lnTo>
                  <a:lnTo>
                    <a:pt x="829788" y="130895"/>
                  </a:lnTo>
                  <a:lnTo>
                    <a:pt x="830712" y="132237"/>
                  </a:lnTo>
                  <a:lnTo>
                    <a:pt x="831171" y="132681"/>
                  </a:lnTo>
                  <a:lnTo>
                    <a:pt x="830317" y="135194"/>
                  </a:lnTo>
                  <a:lnTo>
                    <a:pt x="829627" y="138321"/>
                  </a:lnTo>
                  <a:lnTo>
                    <a:pt x="829361" y="139691"/>
                  </a:lnTo>
                  <a:lnTo>
                    <a:pt x="829480" y="139831"/>
                  </a:lnTo>
                  <a:lnTo>
                    <a:pt x="829641" y="139973"/>
                  </a:lnTo>
                  <a:lnTo>
                    <a:pt x="831816" y="140129"/>
                  </a:lnTo>
                  <a:lnTo>
                    <a:pt x="831984" y="140435"/>
                  </a:lnTo>
                  <a:lnTo>
                    <a:pt x="832085" y="140757"/>
                  </a:lnTo>
                  <a:lnTo>
                    <a:pt x="832125" y="140990"/>
                  </a:lnTo>
                  <a:lnTo>
                    <a:pt x="832162" y="141331"/>
                  </a:lnTo>
                  <a:lnTo>
                    <a:pt x="832039" y="141689"/>
                  </a:lnTo>
                  <a:lnTo>
                    <a:pt x="831900" y="141858"/>
                  </a:lnTo>
                  <a:lnTo>
                    <a:pt x="831608" y="142189"/>
                  </a:lnTo>
                  <a:lnTo>
                    <a:pt x="831448" y="142463"/>
                  </a:lnTo>
                  <a:lnTo>
                    <a:pt x="831397" y="142992"/>
                  </a:lnTo>
                  <a:lnTo>
                    <a:pt x="831050" y="143905"/>
                  </a:lnTo>
                  <a:lnTo>
                    <a:pt x="830299" y="144291"/>
                  </a:lnTo>
                  <a:lnTo>
                    <a:pt x="830261" y="144513"/>
                  </a:lnTo>
                  <a:lnTo>
                    <a:pt x="830306" y="144912"/>
                  </a:lnTo>
                  <a:lnTo>
                    <a:pt x="829923" y="145585"/>
                  </a:lnTo>
                  <a:lnTo>
                    <a:pt x="829649" y="146067"/>
                  </a:lnTo>
                  <a:lnTo>
                    <a:pt x="829524" y="146301"/>
                  </a:lnTo>
                  <a:lnTo>
                    <a:pt x="829633" y="147472"/>
                  </a:lnTo>
                  <a:lnTo>
                    <a:pt x="828626" y="148137"/>
                  </a:lnTo>
                  <a:lnTo>
                    <a:pt x="828409" y="148398"/>
                  </a:lnTo>
                  <a:lnTo>
                    <a:pt x="828331" y="148644"/>
                  </a:lnTo>
                  <a:lnTo>
                    <a:pt x="828240" y="148934"/>
                  </a:lnTo>
                  <a:lnTo>
                    <a:pt x="828077" y="149429"/>
                  </a:lnTo>
                  <a:lnTo>
                    <a:pt x="827874" y="150423"/>
                  </a:lnTo>
                  <a:lnTo>
                    <a:pt x="827606" y="151007"/>
                  </a:lnTo>
                  <a:lnTo>
                    <a:pt x="827162" y="151585"/>
                  </a:lnTo>
                  <a:lnTo>
                    <a:pt x="826140" y="152415"/>
                  </a:lnTo>
                  <a:lnTo>
                    <a:pt x="825315" y="153082"/>
                  </a:lnTo>
                  <a:lnTo>
                    <a:pt x="824799" y="153544"/>
                  </a:lnTo>
                  <a:lnTo>
                    <a:pt x="824570" y="153701"/>
                  </a:lnTo>
                  <a:lnTo>
                    <a:pt x="824482" y="153905"/>
                  </a:lnTo>
                  <a:lnTo>
                    <a:pt x="824322" y="154246"/>
                  </a:lnTo>
                  <a:lnTo>
                    <a:pt x="824081" y="154339"/>
                  </a:lnTo>
                  <a:lnTo>
                    <a:pt x="823745" y="154420"/>
                  </a:lnTo>
                  <a:lnTo>
                    <a:pt x="823854" y="155018"/>
                  </a:lnTo>
                  <a:lnTo>
                    <a:pt x="824458" y="155979"/>
                  </a:lnTo>
                  <a:lnTo>
                    <a:pt x="824985" y="156768"/>
                  </a:lnTo>
                  <a:lnTo>
                    <a:pt x="826285" y="158612"/>
                  </a:lnTo>
                  <a:lnTo>
                    <a:pt x="825998" y="159394"/>
                  </a:lnTo>
                  <a:lnTo>
                    <a:pt x="827810" y="162837"/>
                  </a:lnTo>
                  <a:lnTo>
                    <a:pt x="829331" y="164359"/>
                  </a:lnTo>
                  <a:lnTo>
                    <a:pt x="829332" y="166756"/>
                  </a:lnTo>
                  <a:lnTo>
                    <a:pt x="829336" y="166942"/>
                  </a:lnTo>
                  <a:lnTo>
                    <a:pt x="829129" y="167408"/>
                  </a:lnTo>
                  <a:lnTo>
                    <a:pt x="829155" y="167612"/>
                  </a:lnTo>
                  <a:lnTo>
                    <a:pt x="829497" y="167979"/>
                  </a:lnTo>
                  <a:lnTo>
                    <a:pt x="829693" y="168216"/>
                  </a:lnTo>
                  <a:lnTo>
                    <a:pt x="829732" y="168451"/>
                  </a:lnTo>
                  <a:lnTo>
                    <a:pt x="829809" y="169039"/>
                  </a:lnTo>
                  <a:lnTo>
                    <a:pt x="829785" y="169500"/>
                  </a:lnTo>
                  <a:lnTo>
                    <a:pt x="829721" y="169851"/>
                  </a:lnTo>
                  <a:lnTo>
                    <a:pt x="829349" y="170272"/>
                  </a:lnTo>
                  <a:lnTo>
                    <a:pt x="828749" y="170949"/>
                  </a:lnTo>
                  <a:lnTo>
                    <a:pt x="828108" y="171288"/>
                  </a:lnTo>
                  <a:lnTo>
                    <a:pt x="825620" y="173484"/>
                  </a:lnTo>
                  <a:lnTo>
                    <a:pt x="824246" y="174699"/>
                  </a:lnTo>
                  <a:lnTo>
                    <a:pt x="823274" y="175559"/>
                  </a:lnTo>
                  <a:lnTo>
                    <a:pt x="821415" y="177211"/>
                  </a:lnTo>
                  <a:lnTo>
                    <a:pt x="817907" y="181728"/>
                  </a:lnTo>
                  <a:lnTo>
                    <a:pt x="815125" y="185840"/>
                  </a:lnTo>
                  <a:lnTo>
                    <a:pt x="813363" y="192519"/>
                  </a:lnTo>
                  <a:lnTo>
                    <a:pt x="812880" y="195784"/>
                  </a:lnTo>
                  <a:lnTo>
                    <a:pt x="812992" y="197249"/>
                  </a:lnTo>
                  <a:lnTo>
                    <a:pt x="813064" y="198715"/>
                  </a:lnTo>
                  <a:lnTo>
                    <a:pt x="813834" y="199571"/>
                  </a:lnTo>
                  <a:lnTo>
                    <a:pt x="814296" y="199927"/>
                  </a:lnTo>
                  <a:lnTo>
                    <a:pt x="815287" y="200301"/>
                  </a:lnTo>
                  <a:lnTo>
                    <a:pt x="816438" y="201011"/>
                  </a:lnTo>
                  <a:lnTo>
                    <a:pt x="817263" y="201655"/>
                  </a:lnTo>
                  <a:lnTo>
                    <a:pt x="817713" y="201845"/>
                  </a:lnTo>
                  <a:lnTo>
                    <a:pt x="817854" y="203137"/>
                  </a:lnTo>
                  <a:lnTo>
                    <a:pt x="818101" y="203807"/>
                  </a:lnTo>
                  <a:lnTo>
                    <a:pt x="818707" y="205451"/>
                  </a:lnTo>
                  <a:lnTo>
                    <a:pt x="819596" y="207455"/>
                  </a:lnTo>
                  <a:lnTo>
                    <a:pt x="819528" y="208506"/>
                  </a:lnTo>
                  <a:lnTo>
                    <a:pt x="819385" y="209299"/>
                  </a:lnTo>
                  <a:lnTo>
                    <a:pt x="820742" y="208890"/>
                  </a:lnTo>
                  <a:lnTo>
                    <a:pt x="822757" y="209904"/>
                  </a:lnTo>
                  <a:lnTo>
                    <a:pt x="823648" y="211561"/>
                  </a:lnTo>
                  <a:lnTo>
                    <a:pt x="822290" y="213937"/>
                  </a:lnTo>
                  <a:lnTo>
                    <a:pt x="823160" y="214408"/>
                  </a:lnTo>
                  <a:lnTo>
                    <a:pt x="822960" y="214696"/>
                  </a:lnTo>
                  <a:lnTo>
                    <a:pt x="826835" y="214184"/>
                  </a:lnTo>
                  <a:lnTo>
                    <a:pt x="828344" y="213262"/>
                  </a:lnTo>
                  <a:lnTo>
                    <a:pt x="829419" y="213338"/>
                  </a:lnTo>
                  <a:lnTo>
                    <a:pt x="830995" y="213775"/>
                  </a:lnTo>
                  <a:lnTo>
                    <a:pt x="832443" y="213321"/>
                  </a:lnTo>
                  <a:lnTo>
                    <a:pt x="833103" y="213319"/>
                  </a:lnTo>
                  <a:lnTo>
                    <a:pt x="833882" y="213589"/>
                  </a:lnTo>
                  <a:lnTo>
                    <a:pt x="834522" y="213362"/>
                  </a:lnTo>
                  <a:lnTo>
                    <a:pt x="835164" y="213686"/>
                  </a:lnTo>
                  <a:lnTo>
                    <a:pt x="836601" y="214250"/>
                  </a:lnTo>
                  <a:lnTo>
                    <a:pt x="836646" y="214945"/>
                  </a:lnTo>
                  <a:lnTo>
                    <a:pt x="836810" y="215326"/>
                  </a:lnTo>
                  <a:lnTo>
                    <a:pt x="837008" y="215548"/>
                  </a:lnTo>
                  <a:lnTo>
                    <a:pt x="837617" y="216121"/>
                  </a:lnTo>
                  <a:lnTo>
                    <a:pt x="837840" y="216337"/>
                  </a:lnTo>
                  <a:lnTo>
                    <a:pt x="838568" y="216544"/>
                  </a:lnTo>
                  <a:lnTo>
                    <a:pt x="839170" y="216615"/>
                  </a:lnTo>
                  <a:lnTo>
                    <a:pt x="839524" y="216839"/>
                  </a:lnTo>
                  <a:lnTo>
                    <a:pt x="839839" y="217394"/>
                  </a:lnTo>
                  <a:lnTo>
                    <a:pt x="839933" y="217551"/>
                  </a:lnTo>
                  <a:lnTo>
                    <a:pt x="840128" y="217701"/>
                  </a:lnTo>
                  <a:lnTo>
                    <a:pt x="840682" y="217705"/>
                  </a:lnTo>
                  <a:lnTo>
                    <a:pt x="841628" y="217782"/>
                  </a:lnTo>
                  <a:lnTo>
                    <a:pt x="842876" y="217960"/>
                  </a:lnTo>
                  <a:lnTo>
                    <a:pt x="844323" y="217987"/>
                  </a:lnTo>
                  <a:lnTo>
                    <a:pt x="845261" y="218525"/>
                  </a:lnTo>
                  <a:lnTo>
                    <a:pt x="846337" y="219018"/>
                  </a:lnTo>
                  <a:lnTo>
                    <a:pt x="846982" y="218860"/>
                  </a:lnTo>
                  <a:lnTo>
                    <a:pt x="846925" y="218185"/>
                  </a:lnTo>
                  <a:lnTo>
                    <a:pt x="848925" y="216618"/>
                  </a:lnTo>
                  <a:lnTo>
                    <a:pt x="849053" y="216558"/>
                  </a:lnTo>
                  <a:lnTo>
                    <a:pt x="849784" y="216556"/>
                  </a:lnTo>
                  <a:lnTo>
                    <a:pt x="850218" y="216821"/>
                  </a:lnTo>
                  <a:lnTo>
                    <a:pt x="851061" y="217699"/>
                  </a:lnTo>
                  <a:lnTo>
                    <a:pt x="851694" y="218314"/>
                  </a:lnTo>
                  <a:lnTo>
                    <a:pt x="852097" y="219219"/>
                  </a:lnTo>
                  <a:lnTo>
                    <a:pt x="852180" y="219353"/>
                  </a:lnTo>
                  <a:lnTo>
                    <a:pt x="852345" y="219502"/>
                  </a:lnTo>
                  <a:lnTo>
                    <a:pt x="853951" y="220113"/>
                  </a:lnTo>
                  <a:lnTo>
                    <a:pt x="855170" y="221102"/>
                  </a:lnTo>
                  <a:lnTo>
                    <a:pt x="855735" y="220665"/>
                  </a:lnTo>
                  <a:lnTo>
                    <a:pt x="856198" y="220577"/>
                  </a:lnTo>
                  <a:lnTo>
                    <a:pt x="857886" y="221327"/>
                  </a:lnTo>
                  <a:lnTo>
                    <a:pt x="860393" y="221327"/>
                  </a:lnTo>
                  <a:lnTo>
                    <a:pt x="860910" y="221441"/>
                  </a:lnTo>
                  <a:lnTo>
                    <a:pt x="862003" y="221346"/>
                  </a:lnTo>
                  <a:lnTo>
                    <a:pt x="862398" y="221190"/>
                  </a:lnTo>
                  <a:lnTo>
                    <a:pt x="866703" y="220521"/>
                  </a:lnTo>
                  <a:lnTo>
                    <a:pt x="870859" y="220660"/>
                  </a:lnTo>
                  <a:lnTo>
                    <a:pt x="873070" y="220594"/>
                  </a:lnTo>
                  <a:lnTo>
                    <a:pt x="874305" y="220559"/>
                  </a:lnTo>
                  <a:lnTo>
                    <a:pt x="875292" y="220532"/>
                  </a:lnTo>
                  <a:lnTo>
                    <a:pt x="876021" y="220509"/>
                  </a:lnTo>
                  <a:lnTo>
                    <a:pt x="878481" y="220435"/>
                  </a:lnTo>
                  <a:lnTo>
                    <a:pt x="880588" y="220604"/>
                  </a:lnTo>
                  <a:lnTo>
                    <a:pt x="882783" y="221835"/>
                  </a:lnTo>
                  <a:lnTo>
                    <a:pt x="885393" y="223138"/>
                  </a:lnTo>
                  <a:lnTo>
                    <a:pt x="887385" y="224178"/>
                  </a:lnTo>
                  <a:lnTo>
                    <a:pt x="887777" y="223711"/>
                  </a:lnTo>
                  <a:lnTo>
                    <a:pt x="887999" y="223642"/>
                  </a:lnTo>
                  <a:lnTo>
                    <a:pt x="888573" y="223875"/>
                  </a:lnTo>
                  <a:lnTo>
                    <a:pt x="890943" y="223443"/>
                  </a:lnTo>
                  <a:lnTo>
                    <a:pt x="892271" y="224211"/>
                  </a:lnTo>
                  <a:lnTo>
                    <a:pt x="895584" y="223989"/>
                  </a:lnTo>
                  <a:lnTo>
                    <a:pt x="899084" y="224875"/>
                  </a:lnTo>
                  <a:lnTo>
                    <a:pt x="900559" y="224638"/>
                  </a:lnTo>
                  <a:lnTo>
                    <a:pt x="901658" y="223892"/>
                  </a:lnTo>
                  <a:lnTo>
                    <a:pt x="902939" y="223974"/>
                  </a:lnTo>
                  <a:lnTo>
                    <a:pt x="904026" y="223985"/>
                  </a:lnTo>
                  <a:lnTo>
                    <a:pt x="904980" y="223881"/>
                  </a:lnTo>
                  <a:lnTo>
                    <a:pt x="906896" y="223744"/>
                  </a:lnTo>
                  <a:lnTo>
                    <a:pt x="908536" y="223492"/>
                  </a:lnTo>
                  <a:lnTo>
                    <a:pt x="909805" y="223140"/>
                  </a:lnTo>
                  <a:lnTo>
                    <a:pt x="910274" y="223040"/>
                  </a:lnTo>
                  <a:lnTo>
                    <a:pt x="910591" y="222916"/>
                  </a:lnTo>
                  <a:lnTo>
                    <a:pt x="911566" y="222570"/>
                  </a:lnTo>
                  <a:lnTo>
                    <a:pt x="912797" y="222459"/>
                  </a:lnTo>
                  <a:lnTo>
                    <a:pt x="915984" y="222939"/>
                  </a:lnTo>
                  <a:lnTo>
                    <a:pt x="917459" y="222471"/>
                  </a:lnTo>
                  <a:lnTo>
                    <a:pt x="917863" y="222454"/>
                  </a:lnTo>
                  <a:lnTo>
                    <a:pt x="918439" y="222762"/>
                  </a:lnTo>
                  <a:lnTo>
                    <a:pt x="918827" y="222930"/>
                  </a:lnTo>
                  <a:lnTo>
                    <a:pt x="919686" y="223032"/>
                  </a:lnTo>
                  <a:lnTo>
                    <a:pt x="919941" y="223708"/>
                  </a:lnTo>
                  <a:lnTo>
                    <a:pt x="920094" y="223948"/>
                  </a:lnTo>
                  <a:lnTo>
                    <a:pt x="920285" y="223974"/>
                  </a:lnTo>
                  <a:lnTo>
                    <a:pt x="921671" y="224035"/>
                  </a:lnTo>
                  <a:lnTo>
                    <a:pt x="921922" y="224056"/>
                  </a:lnTo>
                  <a:lnTo>
                    <a:pt x="922130" y="224220"/>
                  </a:lnTo>
                  <a:lnTo>
                    <a:pt x="922384" y="224551"/>
                  </a:lnTo>
                  <a:lnTo>
                    <a:pt x="922575" y="224813"/>
                  </a:lnTo>
                  <a:lnTo>
                    <a:pt x="922835" y="224813"/>
                  </a:lnTo>
                  <a:lnTo>
                    <a:pt x="923026" y="224633"/>
                  </a:lnTo>
                  <a:lnTo>
                    <a:pt x="923376" y="224505"/>
                  </a:lnTo>
                  <a:lnTo>
                    <a:pt x="923941" y="224367"/>
                  </a:lnTo>
                  <a:lnTo>
                    <a:pt x="924124" y="224301"/>
                  </a:lnTo>
                  <a:lnTo>
                    <a:pt x="924298" y="224260"/>
                  </a:lnTo>
                  <a:lnTo>
                    <a:pt x="925181" y="224101"/>
                  </a:lnTo>
                  <a:lnTo>
                    <a:pt x="925639" y="224027"/>
                  </a:lnTo>
                  <a:lnTo>
                    <a:pt x="926186" y="224102"/>
                  </a:lnTo>
                  <a:lnTo>
                    <a:pt x="927397" y="224494"/>
                  </a:lnTo>
                  <a:lnTo>
                    <a:pt x="927886" y="224604"/>
                  </a:lnTo>
                  <a:lnTo>
                    <a:pt x="930183" y="224185"/>
                  </a:lnTo>
                  <a:lnTo>
                    <a:pt x="930795" y="224292"/>
                  </a:lnTo>
                  <a:lnTo>
                    <a:pt x="931342" y="224156"/>
                  </a:lnTo>
                  <a:lnTo>
                    <a:pt x="934571" y="225110"/>
                  </a:lnTo>
                  <a:lnTo>
                    <a:pt x="935216" y="225344"/>
                  </a:lnTo>
                  <a:lnTo>
                    <a:pt x="935877" y="225509"/>
                  </a:lnTo>
                  <a:lnTo>
                    <a:pt x="937020" y="225864"/>
                  </a:lnTo>
                  <a:lnTo>
                    <a:pt x="937921" y="225964"/>
                  </a:lnTo>
                  <a:lnTo>
                    <a:pt x="938100" y="225817"/>
                  </a:lnTo>
                  <a:lnTo>
                    <a:pt x="938255" y="225397"/>
                  </a:lnTo>
                  <a:lnTo>
                    <a:pt x="938395" y="225311"/>
                  </a:lnTo>
                  <a:lnTo>
                    <a:pt x="938960" y="225476"/>
                  </a:lnTo>
                  <a:lnTo>
                    <a:pt x="939607" y="225673"/>
                  </a:lnTo>
                  <a:lnTo>
                    <a:pt x="940414" y="225701"/>
                  </a:lnTo>
                  <a:lnTo>
                    <a:pt x="940654" y="225704"/>
                  </a:lnTo>
                  <a:lnTo>
                    <a:pt x="941036" y="225857"/>
                  </a:lnTo>
                  <a:lnTo>
                    <a:pt x="941562" y="226074"/>
                  </a:lnTo>
                  <a:lnTo>
                    <a:pt x="942216" y="226179"/>
                  </a:lnTo>
                  <a:lnTo>
                    <a:pt x="942533" y="226365"/>
                  </a:lnTo>
                  <a:lnTo>
                    <a:pt x="942696" y="226493"/>
                  </a:lnTo>
                  <a:lnTo>
                    <a:pt x="942918" y="226709"/>
                  </a:lnTo>
                  <a:lnTo>
                    <a:pt x="943588" y="227255"/>
                  </a:lnTo>
                  <a:lnTo>
                    <a:pt x="943771" y="227343"/>
                  </a:lnTo>
                  <a:lnTo>
                    <a:pt x="944006" y="227395"/>
                  </a:lnTo>
                  <a:lnTo>
                    <a:pt x="944585" y="227295"/>
                  </a:lnTo>
                  <a:lnTo>
                    <a:pt x="945360" y="227247"/>
                  </a:lnTo>
                  <a:lnTo>
                    <a:pt x="946061" y="226964"/>
                  </a:lnTo>
                  <a:lnTo>
                    <a:pt x="946467" y="227027"/>
                  </a:lnTo>
                  <a:lnTo>
                    <a:pt x="946903" y="227321"/>
                  </a:lnTo>
                  <a:lnTo>
                    <a:pt x="947272" y="227231"/>
                  </a:lnTo>
                  <a:lnTo>
                    <a:pt x="947321" y="227068"/>
                  </a:lnTo>
                  <a:lnTo>
                    <a:pt x="947316" y="226571"/>
                  </a:lnTo>
                  <a:lnTo>
                    <a:pt x="947449" y="226556"/>
                  </a:lnTo>
                  <a:lnTo>
                    <a:pt x="948175" y="227149"/>
                  </a:lnTo>
                  <a:lnTo>
                    <a:pt x="949352" y="227672"/>
                  </a:lnTo>
                  <a:lnTo>
                    <a:pt x="950657" y="228089"/>
                  </a:lnTo>
                  <a:lnTo>
                    <a:pt x="951340" y="228416"/>
                  </a:lnTo>
                  <a:lnTo>
                    <a:pt x="952459" y="228909"/>
                  </a:lnTo>
                  <a:lnTo>
                    <a:pt x="953794" y="229307"/>
                  </a:lnTo>
                  <a:lnTo>
                    <a:pt x="954191" y="229495"/>
                  </a:lnTo>
                  <a:lnTo>
                    <a:pt x="955168" y="229866"/>
                  </a:lnTo>
                  <a:lnTo>
                    <a:pt x="955815" y="230351"/>
                  </a:lnTo>
                  <a:lnTo>
                    <a:pt x="956014" y="230410"/>
                  </a:lnTo>
                  <a:lnTo>
                    <a:pt x="957160" y="230552"/>
                  </a:lnTo>
                  <a:lnTo>
                    <a:pt x="957202" y="231086"/>
                  </a:lnTo>
                  <a:lnTo>
                    <a:pt x="957289" y="231828"/>
                  </a:lnTo>
                  <a:lnTo>
                    <a:pt x="957623" y="232141"/>
                  </a:lnTo>
                  <a:lnTo>
                    <a:pt x="958119" y="232418"/>
                  </a:lnTo>
                  <a:lnTo>
                    <a:pt x="959368" y="232961"/>
                  </a:lnTo>
                  <a:lnTo>
                    <a:pt x="961714" y="233974"/>
                  </a:lnTo>
                  <a:lnTo>
                    <a:pt x="962495" y="234264"/>
                  </a:lnTo>
                  <a:lnTo>
                    <a:pt x="965990" y="235810"/>
                  </a:lnTo>
                  <a:lnTo>
                    <a:pt x="968204" y="236795"/>
                  </a:lnTo>
                  <a:lnTo>
                    <a:pt x="969916" y="237558"/>
                  </a:lnTo>
                  <a:lnTo>
                    <a:pt x="971836" y="238428"/>
                  </a:lnTo>
                  <a:lnTo>
                    <a:pt x="973679" y="239266"/>
                  </a:lnTo>
                  <a:lnTo>
                    <a:pt x="977891" y="241897"/>
                  </a:lnTo>
                  <a:lnTo>
                    <a:pt x="979428" y="242249"/>
                  </a:lnTo>
                  <a:lnTo>
                    <a:pt x="980908" y="242754"/>
                  </a:lnTo>
                  <a:lnTo>
                    <a:pt x="981302" y="243333"/>
                  </a:lnTo>
                  <a:lnTo>
                    <a:pt x="981430" y="243918"/>
                  </a:lnTo>
                  <a:lnTo>
                    <a:pt x="983106" y="245445"/>
                  </a:lnTo>
                  <a:lnTo>
                    <a:pt x="984040" y="246133"/>
                  </a:lnTo>
                  <a:lnTo>
                    <a:pt x="986140" y="247164"/>
                  </a:lnTo>
                  <a:lnTo>
                    <a:pt x="986437" y="247435"/>
                  </a:lnTo>
                  <a:lnTo>
                    <a:pt x="986900" y="248270"/>
                  </a:lnTo>
                  <a:lnTo>
                    <a:pt x="987354" y="249475"/>
                  </a:lnTo>
                  <a:lnTo>
                    <a:pt x="987370" y="249926"/>
                  </a:lnTo>
                  <a:lnTo>
                    <a:pt x="987233" y="250415"/>
                  </a:lnTo>
                  <a:lnTo>
                    <a:pt x="987403" y="250766"/>
                  </a:lnTo>
                  <a:lnTo>
                    <a:pt x="987777" y="250945"/>
                  </a:lnTo>
                  <a:lnTo>
                    <a:pt x="988984" y="250532"/>
                  </a:lnTo>
                  <a:lnTo>
                    <a:pt x="989787" y="250697"/>
                  </a:lnTo>
                  <a:lnTo>
                    <a:pt x="991509" y="250957"/>
                  </a:lnTo>
                  <a:lnTo>
                    <a:pt x="993790" y="251565"/>
                  </a:lnTo>
                  <a:lnTo>
                    <a:pt x="996082" y="253239"/>
                  </a:lnTo>
                  <a:lnTo>
                    <a:pt x="999470" y="254457"/>
                  </a:lnTo>
                  <a:lnTo>
                    <a:pt x="1002705" y="257458"/>
                  </a:lnTo>
                  <a:lnTo>
                    <a:pt x="1003286" y="258061"/>
                  </a:lnTo>
                  <a:lnTo>
                    <a:pt x="1004607" y="259835"/>
                  </a:lnTo>
                  <a:lnTo>
                    <a:pt x="1005280" y="260407"/>
                  </a:lnTo>
                  <a:lnTo>
                    <a:pt x="1006249" y="260376"/>
                  </a:lnTo>
                  <a:lnTo>
                    <a:pt x="1007001" y="260359"/>
                  </a:lnTo>
                  <a:lnTo>
                    <a:pt x="1007508" y="260309"/>
                  </a:lnTo>
                  <a:lnTo>
                    <a:pt x="1008214" y="260675"/>
                  </a:lnTo>
                  <a:lnTo>
                    <a:pt x="1008867" y="260918"/>
                  </a:lnTo>
                  <a:lnTo>
                    <a:pt x="1009188" y="261077"/>
                  </a:lnTo>
                  <a:lnTo>
                    <a:pt x="1009937" y="261417"/>
                  </a:lnTo>
                  <a:lnTo>
                    <a:pt x="1010592" y="261594"/>
                  </a:lnTo>
                  <a:lnTo>
                    <a:pt x="1011450" y="261730"/>
                  </a:lnTo>
                  <a:lnTo>
                    <a:pt x="1012449" y="261951"/>
                  </a:lnTo>
                  <a:lnTo>
                    <a:pt x="1012754" y="261988"/>
                  </a:lnTo>
                  <a:lnTo>
                    <a:pt x="1012918" y="262055"/>
                  </a:lnTo>
                  <a:lnTo>
                    <a:pt x="1013196" y="262221"/>
                  </a:lnTo>
                  <a:lnTo>
                    <a:pt x="1013421" y="262388"/>
                  </a:lnTo>
                  <a:lnTo>
                    <a:pt x="1013549" y="262406"/>
                  </a:lnTo>
                  <a:lnTo>
                    <a:pt x="1013784" y="262355"/>
                  </a:lnTo>
                  <a:lnTo>
                    <a:pt x="1014021" y="262327"/>
                  </a:lnTo>
                  <a:lnTo>
                    <a:pt x="1014551" y="262545"/>
                  </a:lnTo>
                  <a:lnTo>
                    <a:pt x="1015174" y="262883"/>
                  </a:lnTo>
                  <a:lnTo>
                    <a:pt x="1015477" y="263070"/>
                  </a:lnTo>
                  <a:lnTo>
                    <a:pt x="1015646" y="263464"/>
                  </a:lnTo>
                  <a:lnTo>
                    <a:pt x="1016004" y="263778"/>
                  </a:lnTo>
                  <a:lnTo>
                    <a:pt x="1016958" y="264392"/>
                  </a:lnTo>
                  <a:lnTo>
                    <a:pt x="1017971" y="265149"/>
                  </a:lnTo>
                  <a:lnTo>
                    <a:pt x="1019502" y="264841"/>
                  </a:lnTo>
                  <a:lnTo>
                    <a:pt x="1023938" y="264284"/>
                  </a:lnTo>
                  <a:lnTo>
                    <a:pt x="1027011" y="264120"/>
                  </a:lnTo>
                  <a:lnTo>
                    <a:pt x="1032889" y="263353"/>
                  </a:lnTo>
                  <a:lnTo>
                    <a:pt x="1037495" y="262835"/>
                  </a:lnTo>
                  <a:lnTo>
                    <a:pt x="1038374" y="263478"/>
                  </a:lnTo>
                  <a:lnTo>
                    <a:pt x="1038100" y="264399"/>
                  </a:lnTo>
                  <a:lnTo>
                    <a:pt x="1037216" y="265594"/>
                  </a:lnTo>
                  <a:lnTo>
                    <a:pt x="1035684" y="266525"/>
                  </a:lnTo>
                  <a:lnTo>
                    <a:pt x="1034780" y="269679"/>
                  </a:lnTo>
                  <a:lnTo>
                    <a:pt x="1034586" y="273952"/>
                  </a:lnTo>
                  <a:lnTo>
                    <a:pt x="1033391" y="277243"/>
                  </a:lnTo>
                  <a:lnTo>
                    <a:pt x="1035831" y="277298"/>
                  </a:lnTo>
                  <a:lnTo>
                    <a:pt x="1038285" y="278327"/>
                  </a:lnTo>
                  <a:lnTo>
                    <a:pt x="1040461" y="278305"/>
                  </a:lnTo>
                  <a:lnTo>
                    <a:pt x="1042845" y="278363"/>
                  </a:lnTo>
                  <a:lnTo>
                    <a:pt x="1042998" y="278636"/>
                  </a:lnTo>
                  <a:lnTo>
                    <a:pt x="1044080" y="280564"/>
                  </a:lnTo>
                  <a:lnTo>
                    <a:pt x="1044711" y="281690"/>
                  </a:lnTo>
                  <a:lnTo>
                    <a:pt x="1045229" y="282619"/>
                  </a:lnTo>
                  <a:lnTo>
                    <a:pt x="1045815" y="283605"/>
                  </a:lnTo>
                  <a:lnTo>
                    <a:pt x="1046587" y="284907"/>
                  </a:lnTo>
                  <a:lnTo>
                    <a:pt x="1047543" y="286599"/>
                  </a:lnTo>
                  <a:lnTo>
                    <a:pt x="1048746" y="290650"/>
                  </a:lnTo>
                  <a:lnTo>
                    <a:pt x="1050021" y="293567"/>
                  </a:lnTo>
                  <a:lnTo>
                    <a:pt x="1051453" y="296553"/>
                  </a:lnTo>
                  <a:lnTo>
                    <a:pt x="1051787" y="297283"/>
                  </a:lnTo>
                  <a:lnTo>
                    <a:pt x="1052549" y="299378"/>
                  </a:lnTo>
                  <a:lnTo>
                    <a:pt x="1052840" y="300420"/>
                  </a:lnTo>
                  <a:lnTo>
                    <a:pt x="1056660" y="306915"/>
                  </a:lnTo>
                  <a:lnTo>
                    <a:pt x="1058607" y="310115"/>
                  </a:lnTo>
                  <a:lnTo>
                    <a:pt x="1059566" y="317399"/>
                  </a:lnTo>
                  <a:lnTo>
                    <a:pt x="1061134" y="319603"/>
                  </a:lnTo>
                  <a:lnTo>
                    <a:pt x="1062345" y="320762"/>
                  </a:lnTo>
                  <a:lnTo>
                    <a:pt x="1065587" y="323434"/>
                  </a:lnTo>
                  <a:lnTo>
                    <a:pt x="1070782" y="327919"/>
                  </a:lnTo>
                  <a:lnTo>
                    <a:pt x="1082524" y="337898"/>
                  </a:lnTo>
                  <a:close/>
                </a:path>
              </a:pathLst>
            </a:custGeom>
            <a:solidFill>
              <a:srgbClr val="F5F4F3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3496818" y="5292613"/>
              <a:ext cx="518337" cy="588264"/>
            </a:xfrm>
            <a:custGeom>
              <a:avLst/>
              <a:pathLst>
                <a:path w="518337" h="588264">
                  <a:moveTo>
                    <a:pt x="182879" y="182879"/>
                  </a:moveTo>
                  <a:lnTo>
                    <a:pt x="182752" y="183131"/>
                  </a:lnTo>
                  <a:lnTo>
                    <a:pt x="182785" y="183438"/>
                  </a:lnTo>
                  <a:lnTo>
                    <a:pt x="182864" y="183566"/>
                  </a:lnTo>
                  <a:lnTo>
                    <a:pt x="183111" y="183864"/>
                  </a:lnTo>
                  <a:lnTo>
                    <a:pt x="183126" y="184041"/>
                  </a:lnTo>
                  <a:lnTo>
                    <a:pt x="183074" y="184218"/>
                  </a:lnTo>
                  <a:lnTo>
                    <a:pt x="182824" y="184609"/>
                  </a:lnTo>
                  <a:lnTo>
                    <a:pt x="182812" y="184978"/>
                  </a:lnTo>
                  <a:lnTo>
                    <a:pt x="182826" y="185216"/>
                  </a:lnTo>
                  <a:lnTo>
                    <a:pt x="182877" y="186958"/>
                  </a:lnTo>
                  <a:lnTo>
                    <a:pt x="182701" y="187065"/>
                  </a:lnTo>
                  <a:lnTo>
                    <a:pt x="182606" y="187263"/>
                  </a:lnTo>
                  <a:lnTo>
                    <a:pt x="182913" y="187708"/>
                  </a:lnTo>
                  <a:lnTo>
                    <a:pt x="182939" y="187910"/>
                  </a:lnTo>
                  <a:lnTo>
                    <a:pt x="182826" y="188243"/>
                  </a:lnTo>
                  <a:lnTo>
                    <a:pt x="182931" y="189022"/>
                  </a:lnTo>
                  <a:lnTo>
                    <a:pt x="183068" y="189330"/>
                  </a:lnTo>
                  <a:lnTo>
                    <a:pt x="182981" y="190013"/>
                  </a:lnTo>
                  <a:lnTo>
                    <a:pt x="182884" y="190703"/>
                  </a:lnTo>
                  <a:lnTo>
                    <a:pt x="182865" y="190843"/>
                  </a:lnTo>
                  <a:lnTo>
                    <a:pt x="182927" y="191068"/>
                  </a:lnTo>
                  <a:lnTo>
                    <a:pt x="182989" y="191294"/>
                  </a:lnTo>
                  <a:lnTo>
                    <a:pt x="183095" y="191841"/>
                  </a:lnTo>
                  <a:lnTo>
                    <a:pt x="183124" y="193087"/>
                  </a:lnTo>
                  <a:lnTo>
                    <a:pt x="183333" y="193307"/>
                  </a:lnTo>
                  <a:lnTo>
                    <a:pt x="183513" y="193769"/>
                  </a:lnTo>
                  <a:lnTo>
                    <a:pt x="183493" y="194201"/>
                  </a:lnTo>
                  <a:lnTo>
                    <a:pt x="183292" y="194945"/>
                  </a:lnTo>
                  <a:lnTo>
                    <a:pt x="183401" y="195826"/>
                  </a:lnTo>
                  <a:lnTo>
                    <a:pt x="183529" y="196061"/>
                  </a:lnTo>
                  <a:lnTo>
                    <a:pt x="183574" y="196207"/>
                  </a:lnTo>
                  <a:lnTo>
                    <a:pt x="183553" y="196357"/>
                  </a:lnTo>
                  <a:lnTo>
                    <a:pt x="183426" y="196770"/>
                  </a:lnTo>
                  <a:lnTo>
                    <a:pt x="183409" y="197137"/>
                  </a:lnTo>
                  <a:lnTo>
                    <a:pt x="183569" y="197280"/>
                  </a:lnTo>
                  <a:lnTo>
                    <a:pt x="183704" y="197640"/>
                  </a:lnTo>
                  <a:lnTo>
                    <a:pt x="183598" y="197783"/>
                  </a:lnTo>
                  <a:lnTo>
                    <a:pt x="183504" y="198052"/>
                  </a:lnTo>
                  <a:lnTo>
                    <a:pt x="183445" y="198566"/>
                  </a:lnTo>
                  <a:lnTo>
                    <a:pt x="183656" y="199207"/>
                  </a:lnTo>
                  <a:lnTo>
                    <a:pt x="183590" y="199756"/>
                  </a:lnTo>
                  <a:lnTo>
                    <a:pt x="183501" y="200252"/>
                  </a:lnTo>
                  <a:lnTo>
                    <a:pt x="183307" y="200711"/>
                  </a:lnTo>
                  <a:lnTo>
                    <a:pt x="183047" y="200898"/>
                  </a:lnTo>
                  <a:lnTo>
                    <a:pt x="182857" y="201056"/>
                  </a:lnTo>
                  <a:lnTo>
                    <a:pt x="182971" y="201286"/>
                  </a:lnTo>
                  <a:lnTo>
                    <a:pt x="182976" y="201550"/>
                  </a:lnTo>
                  <a:lnTo>
                    <a:pt x="182910" y="201791"/>
                  </a:lnTo>
                  <a:lnTo>
                    <a:pt x="182667" y="202275"/>
                  </a:lnTo>
                  <a:lnTo>
                    <a:pt x="182550" y="203599"/>
                  </a:lnTo>
                  <a:lnTo>
                    <a:pt x="182521" y="204149"/>
                  </a:lnTo>
                  <a:lnTo>
                    <a:pt x="182417" y="204786"/>
                  </a:lnTo>
                  <a:lnTo>
                    <a:pt x="182673" y="205752"/>
                  </a:lnTo>
                  <a:lnTo>
                    <a:pt x="182795" y="205994"/>
                  </a:lnTo>
                  <a:lnTo>
                    <a:pt x="183053" y="206725"/>
                  </a:lnTo>
                  <a:lnTo>
                    <a:pt x="182928" y="207084"/>
                  </a:lnTo>
                  <a:lnTo>
                    <a:pt x="182883" y="207350"/>
                  </a:lnTo>
                  <a:lnTo>
                    <a:pt x="182931" y="207619"/>
                  </a:lnTo>
                  <a:lnTo>
                    <a:pt x="183146" y="208037"/>
                  </a:lnTo>
                  <a:lnTo>
                    <a:pt x="183491" y="208507"/>
                  </a:lnTo>
                  <a:lnTo>
                    <a:pt x="183819" y="209056"/>
                  </a:lnTo>
                  <a:lnTo>
                    <a:pt x="183883" y="209252"/>
                  </a:lnTo>
                  <a:lnTo>
                    <a:pt x="183889" y="209461"/>
                  </a:lnTo>
                  <a:lnTo>
                    <a:pt x="183770" y="209608"/>
                  </a:lnTo>
                  <a:lnTo>
                    <a:pt x="183700" y="209828"/>
                  </a:lnTo>
                  <a:lnTo>
                    <a:pt x="183719" y="209972"/>
                  </a:lnTo>
                  <a:lnTo>
                    <a:pt x="183821" y="210261"/>
                  </a:lnTo>
                  <a:lnTo>
                    <a:pt x="183807" y="210415"/>
                  </a:lnTo>
                  <a:lnTo>
                    <a:pt x="183694" y="210693"/>
                  </a:lnTo>
                  <a:lnTo>
                    <a:pt x="183473" y="210975"/>
                  </a:lnTo>
                  <a:lnTo>
                    <a:pt x="183572" y="211231"/>
                  </a:lnTo>
                  <a:lnTo>
                    <a:pt x="184027" y="211687"/>
                  </a:lnTo>
                  <a:lnTo>
                    <a:pt x="184129" y="211818"/>
                  </a:lnTo>
                  <a:lnTo>
                    <a:pt x="184205" y="211976"/>
                  </a:lnTo>
                  <a:lnTo>
                    <a:pt x="184212" y="212199"/>
                  </a:lnTo>
                  <a:lnTo>
                    <a:pt x="184116" y="212417"/>
                  </a:lnTo>
                  <a:lnTo>
                    <a:pt x="184080" y="212624"/>
                  </a:lnTo>
                  <a:lnTo>
                    <a:pt x="184123" y="212780"/>
                  </a:lnTo>
                  <a:lnTo>
                    <a:pt x="184254" y="212859"/>
                  </a:lnTo>
                  <a:lnTo>
                    <a:pt x="184402" y="213012"/>
                  </a:lnTo>
                  <a:lnTo>
                    <a:pt x="184482" y="213251"/>
                  </a:lnTo>
                  <a:lnTo>
                    <a:pt x="184370" y="213680"/>
                  </a:lnTo>
                  <a:lnTo>
                    <a:pt x="184366" y="213863"/>
                  </a:lnTo>
                  <a:lnTo>
                    <a:pt x="184552" y="214122"/>
                  </a:lnTo>
                  <a:lnTo>
                    <a:pt x="184804" y="214227"/>
                  </a:lnTo>
                  <a:lnTo>
                    <a:pt x="185122" y="214319"/>
                  </a:lnTo>
                  <a:lnTo>
                    <a:pt x="185251" y="214425"/>
                  </a:lnTo>
                  <a:lnTo>
                    <a:pt x="185132" y="214746"/>
                  </a:lnTo>
                  <a:lnTo>
                    <a:pt x="185032" y="214875"/>
                  </a:lnTo>
                  <a:lnTo>
                    <a:pt x="185023" y="215139"/>
                  </a:lnTo>
                  <a:lnTo>
                    <a:pt x="185243" y="215199"/>
                  </a:lnTo>
                  <a:lnTo>
                    <a:pt x="185624" y="215900"/>
                  </a:lnTo>
                  <a:lnTo>
                    <a:pt x="185281" y="216224"/>
                  </a:lnTo>
                  <a:lnTo>
                    <a:pt x="185407" y="216531"/>
                  </a:lnTo>
                  <a:lnTo>
                    <a:pt x="185943" y="216603"/>
                  </a:lnTo>
                  <a:lnTo>
                    <a:pt x="186179" y="216843"/>
                  </a:lnTo>
                  <a:lnTo>
                    <a:pt x="186110" y="217076"/>
                  </a:lnTo>
                  <a:lnTo>
                    <a:pt x="185885" y="217454"/>
                  </a:lnTo>
                  <a:lnTo>
                    <a:pt x="185644" y="217902"/>
                  </a:lnTo>
                  <a:lnTo>
                    <a:pt x="185527" y="218156"/>
                  </a:lnTo>
                  <a:lnTo>
                    <a:pt x="185563" y="218509"/>
                  </a:lnTo>
                  <a:lnTo>
                    <a:pt x="185819" y="218866"/>
                  </a:lnTo>
                  <a:lnTo>
                    <a:pt x="185740" y="219369"/>
                  </a:lnTo>
                  <a:lnTo>
                    <a:pt x="186052" y="220394"/>
                  </a:lnTo>
                  <a:lnTo>
                    <a:pt x="186110" y="220524"/>
                  </a:lnTo>
                  <a:lnTo>
                    <a:pt x="186424" y="221231"/>
                  </a:lnTo>
                  <a:lnTo>
                    <a:pt x="186488" y="221450"/>
                  </a:lnTo>
                  <a:lnTo>
                    <a:pt x="186559" y="221977"/>
                  </a:lnTo>
                  <a:lnTo>
                    <a:pt x="186400" y="222565"/>
                  </a:lnTo>
                  <a:lnTo>
                    <a:pt x="186265" y="222936"/>
                  </a:lnTo>
                  <a:lnTo>
                    <a:pt x="186204" y="223355"/>
                  </a:lnTo>
                  <a:lnTo>
                    <a:pt x="186182" y="224280"/>
                  </a:lnTo>
                  <a:lnTo>
                    <a:pt x="186299" y="224614"/>
                  </a:lnTo>
                  <a:lnTo>
                    <a:pt x="186347" y="224853"/>
                  </a:lnTo>
                  <a:lnTo>
                    <a:pt x="186072" y="225177"/>
                  </a:lnTo>
                  <a:lnTo>
                    <a:pt x="185465" y="225444"/>
                  </a:lnTo>
                  <a:lnTo>
                    <a:pt x="185304" y="225666"/>
                  </a:lnTo>
                  <a:lnTo>
                    <a:pt x="185417" y="225831"/>
                  </a:lnTo>
                  <a:lnTo>
                    <a:pt x="185595" y="225924"/>
                  </a:lnTo>
                  <a:lnTo>
                    <a:pt x="185722" y="226085"/>
                  </a:lnTo>
                  <a:lnTo>
                    <a:pt x="185800" y="226419"/>
                  </a:lnTo>
                  <a:lnTo>
                    <a:pt x="185750" y="226648"/>
                  </a:lnTo>
                  <a:lnTo>
                    <a:pt x="185799" y="226954"/>
                  </a:lnTo>
                  <a:lnTo>
                    <a:pt x="185971" y="227033"/>
                  </a:lnTo>
                  <a:lnTo>
                    <a:pt x="186135" y="227145"/>
                  </a:lnTo>
                  <a:lnTo>
                    <a:pt x="186281" y="227369"/>
                  </a:lnTo>
                  <a:lnTo>
                    <a:pt x="187016" y="227994"/>
                  </a:lnTo>
                  <a:lnTo>
                    <a:pt x="187349" y="228993"/>
                  </a:lnTo>
                  <a:lnTo>
                    <a:pt x="187974" y="229595"/>
                  </a:lnTo>
                  <a:lnTo>
                    <a:pt x="188226" y="229616"/>
                  </a:lnTo>
                  <a:lnTo>
                    <a:pt x="188411" y="229686"/>
                  </a:lnTo>
                  <a:lnTo>
                    <a:pt x="188377" y="230066"/>
                  </a:lnTo>
                  <a:lnTo>
                    <a:pt x="188383" y="230354"/>
                  </a:lnTo>
                  <a:lnTo>
                    <a:pt x="188814" y="231467"/>
                  </a:lnTo>
                  <a:lnTo>
                    <a:pt x="189032" y="231568"/>
                  </a:lnTo>
                  <a:lnTo>
                    <a:pt x="189650" y="232049"/>
                  </a:lnTo>
                  <a:lnTo>
                    <a:pt x="189800" y="232182"/>
                  </a:lnTo>
                  <a:lnTo>
                    <a:pt x="190048" y="232253"/>
                  </a:lnTo>
                  <a:lnTo>
                    <a:pt x="190238" y="232270"/>
                  </a:lnTo>
                  <a:lnTo>
                    <a:pt x="190497" y="232378"/>
                  </a:lnTo>
                  <a:lnTo>
                    <a:pt x="190708" y="232423"/>
                  </a:lnTo>
                  <a:lnTo>
                    <a:pt x="191132" y="232942"/>
                  </a:lnTo>
                  <a:lnTo>
                    <a:pt x="191203" y="233111"/>
                  </a:lnTo>
                  <a:lnTo>
                    <a:pt x="190802" y="234239"/>
                  </a:lnTo>
                  <a:lnTo>
                    <a:pt x="190898" y="234569"/>
                  </a:lnTo>
                  <a:lnTo>
                    <a:pt x="191264" y="234628"/>
                  </a:lnTo>
                  <a:lnTo>
                    <a:pt x="191682" y="234687"/>
                  </a:lnTo>
                  <a:lnTo>
                    <a:pt x="191981" y="235335"/>
                  </a:lnTo>
                  <a:lnTo>
                    <a:pt x="192028" y="235678"/>
                  </a:lnTo>
                  <a:lnTo>
                    <a:pt x="191983" y="236152"/>
                  </a:lnTo>
                  <a:lnTo>
                    <a:pt x="192086" y="236328"/>
                  </a:lnTo>
                  <a:lnTo>
                    <a:pt x="192648" y="236856"/>
                  </a:lnTo>
                  <a:lnTo>
                    <a:pt x="192886" y="237049"/>
                  </a:lnTo>
                  <a:lnTo>
                    <a:pt x="193646" y="237352"/>
                  </a:lnTo>
                  <a:lnTo>
                    <a:pt x="193877" y="237521"/>
                  </a:lnTo>
                  <a:lnTo>
                    <a:pt x="193980" y="237650"/>
                  </a:lnTo>
                  <a:lnTo>
                    <a:pt x="194182" y="237975"/>
                  </a:lnTo>
                  <a:lnTo>
                    <a:pt x="194465" y="238430"/>
                  </a:lnTo>
                  <a:lnTo>
                    <a:pt x="194840" y="238595"/>
                  </a:lnTo>
                  <a:lnTo>
                    <a:pt x="195301" y="238797"/>
                  </a:lnTo>
                  <a:lnTo>
                    <a:pt x="196083" y="239786"/>
                  </a:lnTo>
                  <a:lnTo>
                    <a:pt x="196179" y="240174"/>
                  </a:lnTo>
                  <a:lnTo>
                    <a:pt x="196520" y="240401"/>
                  </a:lnTo>
                  <a:lnTo>
                    <a:pt x="196538" y="239917"/>
                  </a:lnTo>
                  <a:lnTo>
                    <a:pt x="196333" y="239507"/>
                  </a:lnTo>
                  <a:lnTo>
                    <a:pt x="195884" y="238698"/>
                  </a:lnTo>
                  <a:lnTo>
                    <a:pt x="195771" y="237604"/>
                  </a:lnTo>
                  <a:lnTo>
                    <a:pt x="195782" y="237253"/>
                  </a:lnTo>
                  <a:lnTo>
                    <a:pt x="195847" y="236938"/>
                  </a:lnTo>
                  <a:lnTo>
                    <a:pt x="196155" y="235846"/>
                  </a:lnTo>
                  <a:lnTo>
                    <a:pt x="196397" y="235191"/>
                  </a:lnTo>
                  <a:lnTo>
                    <a:pt x="196684" y="234519"/>
                  </a:lnTo>
                  <a:lnTo>
                    <a:pt x="197191" y="234211"/>
                  </a:lnTo>
                  <a:lnTo>
                    <a:pt x="197258" y="234034"/>
                  </a:lnTo>
                  <a:lnTo>
                    <a:pt x="197288" y="233644"/>
                  </a:lnTo>
                  <a:lnTo>
                    <a:pt x="197175" y="233036"/>
                  </a:lnTo>
                  <a:lnTo>
                    <a:pt x="196979" y="232687"/>
                  </a:lnTo>
                  <a:lnTo>
                    <a:pt x="196796" y="232437"/>
                  </a:lnTo>
                  <a:lnTo>
                    <a:pt x="196490" y="232233"/>
                  </a:lnTo>
                  <a:lnTo>
                    <a:pt x="196235" y="231278"/>
                  </a:lnTo>
                  <a:lnTo>
                    <a:pt x="196479" y="231221"/>
                  </a:lnTo>
                  <a:lnTo>
                    <a:pt x="196782" y="230877"/>
                  </a:lnTo>
                  <a:lnTo>
                    <a:pt x="196864" y="230438"/>
                  </a:lnTo>
                  <a:lnTo>
                    <a:pt x="196802" y="230263"/>
                  </a:lnTo>
                  <a:lnTo>
                    <a:pt x="196819" y="229689"/>
                  </a:lnTo>
                  <a:lnTo>
                    <a:pt x="196899" y="229281"/>
                  </a:lnTo>
                  <a:lnTo>
                    <a:pt x="197258" y="228970"/>
                  </a:lnTo>
                  <a:lnTo>
                    <a:pt x="197506" y="228681"/>
                  </a:lnTo>
                  <a:lnTo>
                    <a:pt x="197465" y="228337"/>
                  </a:lnTo>
                  <a:lnTo>
                    <a:pt x="197667" y="227699"/>
                  </a:lnTo>
                  <a:lnTo>
                    <a:pt x="197907" y="227593"/>
                  </a:lnTo>
                  <a:lnTo>
                    <a:pt x="198145" y="227265"/>
                  </a:lnTo>
                  <a:lnTo>
                    <a:pt x="198217" y="227015"/>
                  </a:lnTo>
                  <a:lnTo>
                    <a:pt x="198199" y="226583"/>
                  </a:lnTo>
                  <a:lnTo>
                    <a:pt x="197893" y="226103"/>
                  </a:lnTo>
                  <a:lnTo>
                    <a:pt x="197615" y="226007"/>
                  </a:lnTo>
                  <a:lnTo>
                    <a:pt x="197333" y="226114"/>
                  </a:lnTo>
                  <a:lnTo>
                    <a:pt x="197035" y="226006"/>
                  </a:lnTo>
                  <a:lnTo>
                    <a:pt x="196652" y="225333"/>
                  </a:lnTo>
                  <a:lnTo>
                    <a:pt x="196584" y="225175"/>
                  </a:lnTo>
                  <a:lnTo>
                    <a:pt x="196612" y="224631"/>
                  </a:lnTo>
                  <a:lnTo>
                    <a:pt x="197093" y="224376"/>
                  </a:lnTo>
                  <a:lnTo>
                    <a:pt x="197346" y="223847"/>
                  </a:lnTo>
                  <a:lnTo>
                    <a:pt x="197052" y="223052"/>
                  </a:lnTo>
                  <a:lnTo>
                    <a:pt x="197068" y="222834"/>
                  </a:lnTo>
                  <a:lnTo>
                    <a:pt x="196747" y="222432"/>
                  </a:lnTo>
                  <a:lnTo>
                    <a:pt x="196440" y="222265"/>
                  </a:lnTo>
                  <a:lnTo>
                    <a:pt x="196213" y="222051"/>
                  </a:lnTo>
                  <a:lnTo>
                    <a:pt x="196237" y="221454"/>
                  </a:lnTo>
                  <a:lnTo>
                    <a:pt x="196419" y="220152"/>
                  </a:lnTo>
                  <a:lnTo>
                    <a:pt x="196547" y="220065"/>
                  </a:lnTo>
                  <a:lnTo>
                    <a:pt x="196738" y="219791"/>
                  </a:lnTo>
                  <a:lnTo>
                    <a:pt x="196735" y="219661"/>
                  </a:lnTo>
                  <a:lnTo>
                    <a:pt x="196562" y="219244"/>
                  </a:lnTo>
                  <a:lnTo>
                    <a:pt x="196605" y="219091"/>
                  </a:lnTo>
                  <a:lnTo>
                    <a:pt x="196857" y="218957"/>
                  </a:lnTo>
                  <a:lnTo>
                    <a:pt x="197676" y="218623"/>
                  </a:lnTo>
                  <a:lnTo>
                    <a:pt x="198429" y="218754"/>
                  </a:lnTo>
                  <a:lnTo>
                    <a:pt x="198837" y="218906"/>
                  </a:lnTo>
                  <a:lnTo>
                    <a:pt x="199453" y="218909"/>
                  </a:lnTo>
                  <a:lnTo>
                    <a:pt x="199541" y="218197"/>
                  </a:lnTo>
                  <a:lnTo>
                    <a:pt x="199520" y="217766"/>
                  </a:lnTo>
                  <a:lnTo>
                    <a:pt x="199460" y="217519"/>
                  </a:lnTo>
                  <a:lnTo>
                    <a:pt x="199508" y="217364"/>
                  </a:lnTo>
                  <a:lnTo>
                    <a:pt x="199675" y="217320"/>
                  </a:lnTo>
                  <a:lnTo>
                    <a:pt x="199881" y="217126"/>
                  </a:lnTo>
                  <a:lnTo>
                    <a:pt x="200308" y="216644"/>
                  </a:lnTo>
                  <a:lnTo>
                    <a:pt x="200752" y="216465"/>
                  </a:lnTo>
                  <a:lnTo>
                    <a:pt x="201038" y="216173"/>
                  </a:lnTo>
                  <a:lnTo>
                    <a:pt x="201021" y="215859"/>
                  </a:lnTo>
                  <a:lnTo>
                    <a:pt x="201048" y="215324"/>
                  </a:lnTo>
                  <a:lnTo>
                    <a:pt x="201532" y="215195"/>
                  </a:lnTo>
                  <a:lnTo>
                    <a:pt x="201757" y="215281"/>
                  </a:lnTo>
                  <a:lnTo>
                    <a:pt x="201925" y="215483"/>
                  </a:lnTo>
                  <a:lnTo>
                    <a:pt x="202264" y="215498"/>
                  </a:lnTo>
                  <a:lnTo>
                    <a:pt x="202650" y="215354"/>
                  </a:lnTo>
                  <a:lnTo>
                    <a:pt x="203115" y="214741"/>
                  </a:lnTo>
                  <a:lnTo>
                    <a:pt x="203117" y="213566"/>
                  </a:lnTo>
                  <a:lnTo>
                    <a:pt x="203252" y="212755"/>
                  </a:lnTo>
                  <a:lnTo>
                    <a:pt x="203071" y="212272"/>
                  </a:lnTo>
                  <a:lnTo>
                    <a:pt x="202657" y="211922"/>
                  </a:lnTo>
                  <a:lnTo>
                    <a:pt x="203087" y="211463"/>
                  </a:lnTo>
                  <a:lnTo>
                    <a:pt x="203319" y="211341"/>
                  </a:lnTo>
                  <a:lnTo>
                    <a:pt x="203556" y="211086"/>
                  </a:lnTo>
                  <a:lnTo>
                    <a:pt x="203612" y="210743"/>
                  </a:lnTo>
                  <a:lnTo>
                    <a:pt x="203623" y="210508"/>
                  </a:lnTo>
                  <a:lnTo>
                    <a:pt x="203809" y="210204"/>
                  </a:lnTo>
                  <a:lnTo>
                    <a:pt x="204048" y="209940"/>
                  </a:lnTo>
                  <a:lnTo>
                    <a:pt x="204243" y="209915"/>
                  </a:lnTo>
                  <a:lnTo>
                    <a:pt x="204492" y="210126"/>
                  </a:lnTo>
                  <a:lnTo>
                    <a:pt x="205033" y="209920"/>
                  </a:lnTo>
                  <a:lnTo>
                    <a:pt x="205873" y="209529"/>
                  </a:lnTo>
                  <a:lnTo>
                    <a:pt x="206132" y="209284"/>
                  </a:lnTo>
                  <a:lnTo>
                    <a:pt x="205972" y="208995"/>
                  </a:lnTo>
                  <a:lnTo>
                    <a:pt x="206318" y="208850"/>
                  </a:lnTo>
                  <a:lnTo>
                    <a:pt x="206577" y="208796"/>
                  </a:lnTo>
                  <a:lnTo>
                    <a:pt x="206731" y="208609"/>
                  </a:lnTo>
                  <a:lnTo>
                    <a:pt x="206378" y="208164"/>
                  </a:lnTo>
                  <a:lnTo>
                    <a:pt x="206296" y="208011"/>
                  </a:lnTo>
                  <a:lnTo>
                    <a:pt x="206184" y="207032"/>
                  </a:lnTo>
                  <a:lnTo>
                    <a:pt x="206194" y="206711"/>
                  </a:lnTo>
                  <a:lnTo>
                    <a:pt x="206372" y="206205"/>
                  </a:lnTo>
                  <a:lnTo>
                    <a:pt x="206675" y="206094"/>
                  </a:lnTo>
                  <a:lnTo>
                    <a:pt x="206984" y="205709"/>
                  </a:lnTo>
                  <a:lnTo>
                    <a:pt x="207014" y="205526"/>
                  </a:lnTo>
                  <a:lnTo>
                    <a:pt x="206935" y="205103"/>
                  </a:lnTo>
                  <a:lnTo>
                    <a:pt x="207111" y="204801"/>
                  </a:lnTo>
                  <a:lnTo>
                    <a:pt x="208376" y="204758"/>
                  </a:lnTo>
                  <a:lnTo>
                    <a:pt x="208821" y="204834"/>
                  </a:lnTo>
                  <a:lnTo>
                    <a:pt x="209848" y="204944"/>
                  </a:lnTo>
                  <a:lnTo>
                    <a:pt x="210124" y="204841"/>
                  </a:lnTo>
                  <a:lnTo>
                    <a:pt x="210236" y="204697"/>
                  </a:lnTo>
                  <a:lnTo>
                    <a:pt x="210386" y="204444"/>
                  </a:lnTo>
                  <a:lnTo>
                    <a:pt x="210398" y="204219"/>
                  </a:lnTo>
                  <a:lnTo>
                    <a:pt x="210458" y="204005"/>
                  </a:lnTo>
                  <a:lnTo>
                    <a:pt x="210694" y="203689"/>
                  </a:lnTo>
                  <a:lnTo>
                    <a:pt x="210881" y="203676"/>
                  </a:lnTo>
                  <a:lnTo>
                    <a:pt x="211254" y="203517"/>
                  </a:lnTo>
                  <a:lnTo>
                    <a:pt x="211517" y="203074"/>
                  </a:lnTo>
                  <a:lnTo>
                    <a:pt x="211565" y="203249"/>
                  </a:lnTo>
                  <a:lnTo>
                    <a:pt x="211605" y="203966"/>
                  </a:lnTo>
                  <a:lnTo>
                    <a:pt x="211753" y="204692"/>
                  </a:lnTo>
                  <a:lnTo>
                    <a:pt x="211799" y="205037"/>
                  </a:lnTo>
                  <a:lnTo>
                    <a:pt x="211776" y="206310"/>
                  </a:lnTo>
                  <a:lnTo>
                    <a:pt x="211669" y="206968"/>
                  </a:lnTo>
                  <a:lnTo>
                    <a:pt x="211688" y="207903"/>
                  </a:lnTo>
                  <a:lnTo>
                    <a:pt x="211929" y="208382"/>
                  </a:lnTo>
                  <a:lnTo>
                    <a:pt x="212128" y="208597"/>
                  </a:lnTo>
                  <a:lnTo>
                    <a:pt x="212343" y="208989"/>
                  </a:lnTo>
                  <a:lnTo>
                    <a:pt x="212289" y="209208"/>
                  </a:lnTo>
                  <a:lnTo>
                    <a:pt x="212207" y="209394"/>
                  </a:lnTo>
                  <a:lnTo>
                    <a:pt x="212193" y="209830"/>
                  </a:lnTo>
                  <a:lnTo>
                    <a:pt x="213163" y="210475"/>
                  </a:lnTo>
                  <a:lnTo>
                    <a:pt x="213257" y="210865"/>
                  </a:lnTo>
                  <a:lnTo>
                    <a:pt x="213559" y="210926"/>
                  </a:lnTo>
                  <a:lnTo>
                    <a:pt x="214269" y="210910"/>
                  </a:lnTo>
                  <a:lnTo>
                    <a:pt x="215107" y="210974"/>
                  </a:lnTo>
                  <a:lnTo>
                    <a:pt x="215768" y="211557"/>
                  </a:lnTo>
                  <a:lnTo>
                    <a:pt x="216494" y="212497"/>
                  </a:lnTo>
                  <a:lnTo>
                    <a:pt x="216816" y="212572"/>
                  </a:lnTo>
                  <a:lnTo>
                    <a:pt x="216971" y="212725"/>
                  </a:lnTo>
                  <a:lnTo>
                    <a:pt x="217301" y="213195"/>
                  </a:lnTo>
                  <a:lnTo>
                    <a:pt x="217302" y="213432"/>
                  </a:lnTo>
                  <a:lnTo>
                    <a:pt x="217132" y="213472"/>
                  </a:lnTo>
                  <a:lnTo>
                    <a:pt x="216989" y="213749"/>
                  </a:lnTo>
                  <a:lnTo>
                    <a:pt x="216998" y="214824"/>
                  </a:lnTo>
                  <a:lnTo>
                    <a:pt x="217444" y="214777"/>
                  </a:lnTo>
                  <a:lnTo>
                    <a:pt x="217708" y="214636"/>
                  </a:lnTo>
                  <a:lnTo>
                    <a:pt x="217996" y="214391"/>
                  </a:lnTo>
                  <a:lnTo>
                    <a:pt x="218286" y="214336"/>
                  </a:lnTo>
                  <a:lnTo>
                    <a:pt x="218861" y="214605"/>
                  </a:lnTo>
                  <a:lnTo>
                    <a:pt x="218818" y="215118"/>
                  </a:lnTo>
                  <a:lnTo>
                    <a:pt x="219044" y="215732"/>
                  </a:lnTo>
                  <a:lnTo>
                    <a:pt x="219284" y="215870"/>
                  </a:lnTo>
                  <a:lnTo>
                    <a:pt x="220428" y="216152"/>
                  </a:lnTo>
                  <a:lnTo>
                    <a:pt x="220850" y="216306"/>
                  </a:lnTo>
                  <a:lnTo>
                    <a:pt x="221070" y="216423"/>
                  </a:lnTo>
                  <a:lnTo>
                    <a:pt x="221356" y="216699"/>
                  </a:lnTo>
                  <a:lnTo>
                    <a:pt x="221868" y="217115"/>
                  </a:lnTo>
                  <a:lnTo>
                    <a:pt x="222376" y="217402"/>
                  </a:lnTo>
                  <a:lnTo>
                    <a:pt x="222581" y="217663"/>
                  </a:lnTo>
                  <a:lnTo>
                    <a:pt x="222969" y="218397"/>
                  </a:lnTo>
                  <a:lnTo>
                    <a:pt x="223095" y="219020"/>
                  </a:lnTo>
                  <a:lnTo>
                    <a:pt x="223101" y="219387"/>
                  </a:lnTo>
                  <a:lnTo>
                    <a:pt x="223169" y="219616"/>
                  </a:lnTo>
                  <a:lnTo>
                    <a:pt x="223631" y="219738"/>
                  </a:lnTo>
                  <a:lnTo>
                    <a:pt x="223828" y="219698"/>
                  </a:lnTo>
                  <a:lnTo>
                    <a:pt x="224195" y="220147"/>
                  </a:lnTo>
                  <a:lnTo>
                    <a:pt x="224227" y="220922"/>
                  </a:lnTo>
                  <a:lnTo>
                    <a:pt x="224083" y="221394"/>
                  </a:lnTo>
                  <a:lnTo>
                    <a:pt x="224317" y="222893"/>
                  </a:lnTo>
                  <a:lnTo>
                    <a:pt x="224645" y="223341"/>
                  </a:lnTo>
                  <a:lnTo>
                    <a:pt x="225013" y="223597"/>
                  </a:lnTo>
                  <a:lnTo>
                    <a:pt x="225235" y="223565"/>
                  </a:lnTo>
                  <a:lnTo>
                    <a:pt x="225633" y="223749"/>
                  </a:lnTo>
                  <a:lnTo>
                    <a:pt x="226519" y="224244"/>
                  </a:lnTo>
                  <a:lnTo>
                    <a:pt x="226856" y="224494"/>
                  </a:lnTo>
                  <a:lnTo>
                    <a:pt x="227675" y="224377"/>
                  </a:lnTo>
                  <a:lnTo>
                    <a:pt x="227917" y="224919"/>
                  </a:lnTo>
                  <a:lnTo>
                    <a:pt x="227963" y="225267"/>
                  </a:lnTo>
                  <a:lnTo>
                    <a:pt x="228363" y="225634"/>
                  </a:lnTo>
                  <a:lnTo>
                    <a:pt x="228153" y="226038"/>
                  </a:lnTo>
                  <a:lnTo>
                    <a:pt x="227749" y="226762"/>
                  </a:lnTo>
                  <a:lnTo>
                    <a:pt x="227961" y="227012"/>
                  </a:lnTo>
                  <a:lnTo>
                    <a:pt x="227725" y="227627"/>
                  </a:lnTo>
                  <a:lnTo>
                    <a:pt x="227478" y="228053"/>
                  </a:lnTo>
                  <a:lnTo>
                    <a:pt x="227545" y="228662"/>
                  </a:lnTo>
                  <a:lnTo>
                    <a:pt x="228075" y="228698"/>
                  </a:lnTo>
                  <a:lnTo>
                    <a:pt x="229298" y="228932"/>
                  </a:lnTo>
                  <a:lnTo>
                    <a:pt x="229621" y="229238"/>
                  </a:lnTo>
                  <a:lnTo>
                    <a:pt x="230555" y="229432"/>
                  </a:lnTo>
                  <a:lnTo>
                    <a:pt x="231217" y="229596"/>
                  </a:lnTo>
                  <a:lnTo>
                    <a:pt x="231928" y="230309"/>
                  </a:lnTo>
                  <a:lnTo>
                    <a:pt x="232266" y="230677"/>
                  </a:lnTo>
                  <a:lnTo>
                    <a:pt x="232782" y="230827"/>
                  </a:lnTo>
                  <a:lnTo>
                    <a:pt x="232987" y="231208"/>
                  </a:lnTo>
                  <a:lnTo>
                    <a:pt x="232890" y="231635"/>
                  </a:lnTo>
                  <a:lnTo>
                    <a:pt x="232648" y="232683"/>
                  </a:lnTo>
                  <a:lnTo>
                    <a:pt x="232265" y="232654"/>
                  </a:lnTo>
                  <a:lnTo>
                    <a:pt x="231818" y="233069"/>
                  </a:lnTo>
                  <a:lnTo>
                    <a:pt x="231890" y="233303"/>
                  </a:lnTo>
                  <a:lnTo>
                    <a:pt x="232104" y="233640"/>
                  </a:lnTo>
                  <a:lnTo>
                    <a:pt x="232320" y="233828"/>
                  </a:lnTo>
                  <a:lnTo>
                    <a:pt x="232625" y="233797"/>
                  </a:lnTo>
                  <a:lnTo>
                    <a:pt x="233531" y="234713"/>
                  </a:lnTo>
                  <a:lnTo>
                    <a:pt x="233589" y="235095"/>
                  </a:lnTo>
                  <a:lnTo>
                    <a:pt x="233017" y="235567"/>
                  </a:lnTo>
                  <a:lnTo>
                    <a:pt x="232829" y="235688"/>
                  </a:lnTo>
                  <a:lnTo>
                    <a:pt x="232566" y="236066"/>
                  </a:lnTo>
                  <a:lnTo>
                    <a:pt x="232605" y="236193"/>
                  </a:lnTo>
                  <a:lnTo>
                    <a:pt x="232771" y="236570"/>
                  </a:lnTo>
                  <a:lnTo>
                    <a:pt x="232554" y="236879"/>
                  </a:lnTo>
                  <a:lnTo>
                    <a:pt x="232025" y="237412"/>
                  </a:lnTo>
                  <a:lnTo>
                    <a:pt x="231756" y="237446"/>
                  </a:lnTo>
                  <a:lnTo>
                    <a:pt x="231352" y="237425"/>
                  </a:lnTo>
                  <a:lnTo>
                    <a:pt x="231029" y="237461"/>
                  </a:lnTo>
                  <a:lnTo>
                    <a:pt x="230803" y="237534"/>
                  </a:lnTo>
                  <a:lnTo>
                    <a:pt x="230624" y="237648"/>
                  </a:lnTo>
                  <a:lnTo>
                    <a:pt x="230437" y="237695"/>
                  </a:lnTo>
                  <a:lnTo>
                    <a:pt x="230141" y="237680"/>
                  </a:lnTo>
                  <a:lnTo>
                    <a:pt x="229832" y="237586"/>
                  </a:lnTo>
                  <a:lnTo>
                    <a:pt x="229466" y="237869"/>
                  </a:lnTo>
                  <a:lnTo>
                    <a:pt x="229422" y="238196"/>
                  </a:lnTo>
                  <a:lnTo>
                    <a:pt x="228984" y="238849"/>
                  </a:lnTo>
                  <a:lnTo>
                    <a:pt x="228540" y="238693"/>
                  </a:lnTo>
                  <a:lnTo>
                    <a:pt x="228435" y="238470"/>
                  </a:lnTo>
                  <a:lnTo>
                    <a:pt x="228142" y="238249"/>
                  </a:lnTo>
                  <a:lnTo>
                    <a:pt x="227675" y="238135"/>
                  </a:lnTo>
                  <a:lnTo>
                    <a:pt x="227274" y="238574"/>
                  </a:lnTo>
                  <a:lnTo>
                    <a:pt x="226747" y="238611"/>
                  </a:lnTo>
                  <a:lnTo>
                    <a:pt x="226243" y="238691"/>
                  </a:lnTo>
                  <a:lnTo>
                    <a:pt x="226143" y="239530"/>
                  </a:lnTo>
                  <a:lnTo>
                    <a:pt x="225990" y="239777"/>
                  </a:lnTo>
                  <a:lnTo>
                    <a:pt x="225933" y="239954"/>
                  </a:lnTo>
                  <a:lnTo>
                    <a:pt x="225803" y="240672"/>
                  </a:lnTo>
                  <a:lnTo>
                    <a:pt x="225871" y="240800"/>
                  </a:lnTo>
                  <a:lnTo>
                    <a:pt x="226338" y="241353"/>
                  </a:lnTo>
                  <a:lnTo>
                    <a:pt x="226681" y="241479"/>
                  </a:lnTo>
                  <a:lnTo>
                    <a:pt x="226891" y="241798"/>
                  </a:lnTo>
                  <a:lnTo>
                    <a:pt x="226869" y="241981"/>
                  </a:lnTo>
                  <a:lnTo>
                    <a:pt x="226941" y="242204"/>
                  </a:lnTo>
                  <a:lnTo>
                    <a:pt x="227278" y="242790"/>
                  </a:lnTo>
                  <a:lnTo>
                    <a:pt x="227372" y="242957"/>
                  </a:lnTo>
                  <a:lnTo>
                    <a:pt x="227457" y="243198"/>
                  </a:lnTo>
                  <a:lnTo>
                    <a:pt x="227782" y="244125"/>
                  </a:lnTo>
                  <a:lnTo>
                    <a:pt x="227864" y="244301"/>
                  </a:lnTo>
                  <a:lnTo>
                    <a:pt x="227851" y="244490"/>
                  </a:lnTo>
                  <a:lnTo>
                    <a:pt x="227985" y="244707"/>
                  </a:lnTo>
                  <a:lnTo>
                    <a:pt x="228125" y="245383"/>
                  </a:lnTo>
                  <a:lnTo>
                    <a:pt x="228328" y="245690"/>
                  </a:lnTo>
                  <a:lnTo>
                    <a:pt x="228426" y="245885"/>
                  </a:lnTo>
                  <a:lnTo>
                    <a:pt x="228490" y="246223"/>
                  </a:lnTo>
                  <a:lnTo>
                    <a:pt x="228910" y="246869"/>
                  </a:lnTo>
                  <a:lnTo>
                    <a:pt x="229054" y="246949"/>
                  </a:lnTo>
                  <a:lnTo>
                    <a:pt x="229277" y="247026"/>
                  </a:lnTo>
                  <a:lnTo>
                    <a:pt x="230275" y="247372"/>
                  </a:lnTo>
                  <a:lnTo>
                    <a:pt x="230631" y="247588"/>
                  </a:lnTo>
                  <a:lnTo>
                    <a:pt x="230867" y="247908"/>
                  </a:lnTo>
                  <a:lnTo>
                    <a:pt x="231327" y="248694"/>
                  </a:lnTo>
                  <a:lnTo>
                    <a:pt x="231674" y="248958"/>
                  </a:lnTo>
                  <a:lnTo>
                    <a:pt x="232020" y="249391"/>
                  </a:lnTo>
                  <a:lnTo>
                    <a:pt x="232585" y="250089"/>
                  </a:lnTo>
                  <a:lnTo>
                    <a:pt x="233706" y="251035"/>
                  </a:lnTo>
                  <a:lnTo>
                    <a:pt x="233794" y="251187"/>
                  </a:lnTo>
                  <a:lnTo>
                    <a:pt x="233919" y="251411"/>
                  </a:lnTo>
                  <a:lnTo>
                    <a:pt x="234074" y="251826"/>
                  </a:lnTo>
                  <a:lnTo>
                    <a:pt x="233914" y="252107"/>
                  </a:lnTo>
                  <a:lnTo>
                    <a:pt x="233466" y="252661"/>
                  </a:lnTo>
                  <a:lnTo>
                    <a:pt x="233022" y="253301"/>
                  </a:lnTo>
                  <a:lnTo>
                    <a:pt x="233443" y="253977"/>
                  </a:lnTo>
                  <a:lnTo>
                    <a:pt x="234379" y="254756"/>
                  </a:lnTo>
                  <a:lnTo>
                    <a:pt x="234655" y="255051"/>
                  </a:lnTo>
                  <a:lnTo>
                    <a:pt x="235010" y="255061"/>
                  </a:lnTo>
                  <a:lnTo>
                    <a:pt x="235390" y="255029"/>
                  </a:lnTo>
                  <a:lnTo>
                    <a:pt x="235638" y="255210"/>
                  </a:lnTo>
                  <a:lnTo>
                    <a:pt x="235897" y="255536"/>
                  </a:lnTo>
                  <a:lnTo>
                    <a:pt x="236217" y="255534"/>
                  </a:lnTo>
                  <a:lnTo>
                    <a:pt x="237562" y="255490"/>
                  </a:lnTo>
                  <a:lnTo>
                    <a:pt x="237788" y="255491"/>
                  </a:lnTo>
                  <a:lnTo>
                    <a:pt x="237977" y="255616"/>
                  </a:lnTo>
                  <a:lnTo>
                    <a:pt x="238484" y="255654"/>
                  </a:lnTo>
                  <a:lnTo>
                    <a:pt x="238848" y="255567"/>
                  </a:lnTo>
                  <a:lnTo>
                    <a:pt x="239393" y="255927"/>
                  </a:lnTo>
                  <a:lnTo>
                    <a:pt x="239369" y="256244"/>
                  </a:lnTo>
                  <a:lnTo>
                    <a:pt x="239250" y="256417"/>
                  </a:lnTo>
                  <a:lnTo>
                    <a:pt x="239173" y="256790"/>
                  </a:lnTo>
                  <a:lnTo>
                    <a:pt x="239339" y="256908"/>
                  </a:lnTo>
                  <a:lnTo>
                    <a:pt x="239366" y="257652"/>
                  </a:lnTo>
                  <a:lnTo>
                    <a:pt x="238495" y="258380"/>
                  </a:lnTo>
                  <a:lnTo>
                    <a:pt x="238394" y="258782"/>
                  </a:lnTo>
                  <a:lnTo>
                    <a:pt x="238520" y="259249"/>
                  </a:lnTo>
                  <a:lnTo>
                    <a:pt x="238743" y="259554"/>
                  </a:lnTo>
                  <a:lnTo>
                    <a:pt x="238978" y="259558"/>
                  </a:lnTo>
                  <a:lnTo>
                    <a:pt x="239294" y="259781"/>
                  </a:lnTo>
                  <a:lnTo>
                    <a:pt x="239308" y="260174"/>
                  </a:lnTo>
                  <a:lnTo>
                    <a:pt x="239227" y="260941"/>
                  </a:lnTo>
                  <a:lnTo>
                    <a:pt x="239316" y="261208"/>
                  </a:lnTo>
                  <a:lnTo>
                    <a:pt x="239372" y="261908"/>
                  </a:lnTo>
                  <a:lnTo>
                    <a:pt x="239319" y="262146"/>
                  </a:lnTo>
                  <a:lnTo>
                    <a:pt x="239251" y="262363"/>
                  </a:lnTo>
                  <a:lnTo>
                    <a:pt x="239201" y="262671"/>
                  </a:lnTo>
                  <a:lnTo>
                    <a:pt x="239786" y="263477"/>
                  </a:lnTo>
                  <a:lnTo>
                    <a:pt x="239948" y="263519"/>
                  </a:lnTo>
                  <a:lnTo>
                    <a:pt x="240488" y="263489"/>
                  </a:lnTo>
                  <a:lnTo>
                    <a:pt x="240848" y="263218"/>
                  </a:lnTo>
                  <a:lnTo>
                    <a:pt x="241134" y="262406"/>
                  </a:lnTo>
                  <a:lnTo>
                    <a:pt x="241180" y="262195"/>
                  </a:lnTo>
                  <a:lnTo>
                    <a:pt x="241500" y="261584"/>
                  </a:lnTo>
                  <a:lnTo>
                    <a:pt x="242200" y="261603"/>
                  </a:lnTo>
                  <a:lnTo>
                    <a:pt x="242635" y="261725"/>
                  </a:lnTo>
                  <a:lnTo>
                    <a:pt x="242749" y="261087"/>
                  </a:lnTo>
                  <a:lnTo>
                    <a:pt x="242746" y="260744"/>
                  </a:lnTo>
                  <a:lnTo>
                    <a:pt x="242929" y="260368"/>
                  </a:lnTo>
                  <a:lnTo>
                    <a:pt x="243245" y="260118"/>
                  </a:lnTo>
                  <a:lnTo>
                    <a:pt x="243415" y="259945"/>
                  </a:lnTo>
                  <a:lnTo>
                    <a:pt x="244051" y="259025"/>
                  </a:lnTo>
                  <a:lnTo>
                    <a:pt x="244324" y="258367"/>
                  </a:lnTo>
                  <a:lnTo>
                    <a:pt x="244297" y="258025"/>
                  </a:lnTo>
                  <a:lnTo>
                    <a:pt x="244284" y="257760"/>
                  </a:lnTo>
                  <a:lnTo>
                    <a:pt x="244315" y="257428"/>
                  </a:lnTo>
                  <a:lnTo>
                    <a:pt x="244518" y="257030"/>
                  </a:lnTo>
                  <a:lnTo>
                    <a:pt x="244884" y="256870"/>
                  </a:lnTo>
                  <a:lnTo>
                    <a:pt x="245232" y="256476"/>
                  </a:lnTo>
                  <a:lnTo>
                    <a:pt x="245659" y="255741"/>
                  </a:lnTo>
                  <a:lnTo>
                    <a:pt x="245817" y="255750"/>
                  </a:lnTo>
                  <a:lnTo>
                    <a:pt x="246141" y="255786"/>
                  </a:lnTo>
                  <a:lnTo>
                    <a:pt x="247101" y="256019"/>
                  </a:lnTo>
                  <a:lnTo>
                    <a:pt x="247972" y="256637"/>
                  </a:lnTo>
                  <a:lnTo>
                    <a:pt x="248449" y="256616"/>
                  </a:lnTo>
                  <a:lnTo>
                    <a:pt x="248820" y="256574"/>
                  </a:lnTo>
                  <a:lnTo>
                    <a:pt x="248944" y="257322"/>
                  </a:lnTo>
                  <a:lnTo>
                    <a:pt x="249026" y="257869"/>
                  </a:lnTo>
                  <a:lnTo>
                    <a:pt x="249695" y="258047"/>
                  </a:lnTo>
                  <a:lnTo>
                    <a:pt x="249823" y="257961"/>
                  </a:lnTo>
                  <a:lnTo>
                    <a:pt x="250121" y="257947"/>
                  </a:lnTo>
                  <a:lnTo>
                    <a:pt x="250285" y="258055"/>
                  </a:lnTo>
                  <a:lnTo>
                    <a:pt x="250419" y="258242"/>
                  </a:lnTo>
                  <a:lnTo>
                    <a:pt x="250707" y="258784"/>
                  </a:lnTo>
                  <a:lnTo>
                    <a:pt x="251066" y="258348"/>
                  </a:lnTo>
                  <a:lnTo>
                    <a:pt x="251329" y="257945"/>
                  </a:lnTo>
                  <a:lnTo>
                    <a:pt x="251985" y="257486"/>
                  </a:lnTo>
                  <a:lnTo>
                    <a:pt x="252429" y="257095"/>
                  </a:lnTo>
                  <a:lnTo>
                    <a:pt x="253016" y="256603"/>
                  </a:lnTo>
                  <a:lnTo>
                    <a:pt x="253612" y="256226"/>
                  </a:lnTo>
                  <a:lnTo>
                    <a:pt x="253739" y="255995"/>
                  </a:lnTo>
                  <a:lnTo>
                    <a:pt x="253663" y="255129"/>
                  </a:lnTo>
                  <a:lnTo>
                    <a:pt x="254212" y="254105"/>
                  </a:lnTo>
                  <a:lnTo>
                    <a:pt x="255046" y="253057"/>
                  </a:lnTo>
                  <a:lnTo>
                    <a:pt x="255361" y="253102"/>
                  </a:lnTo>
                  <a:lnTo>
                    <a:pt x="255847" y="253305"/>
                  </a:lnTo>
                  <a:lnTo>
                    <a:pt x="256154" y="252884"/>
                  </a:lnTo>
                  <a:lnTo>
                    <a:pt x="256387" y="252805"/>
                  </a:lnTo>
                  <a:lnTo>
                    <a:pt x="257012" y="252651"/>
                  </a:lnTo>
                  <a:lnTo>
                    <a:pt x="257541" y="253410"/>
                  </a:lnTo>
                  <a:lnTo>
                    <a:pt x="257591" y="253598"/>
                  </a:lnTo>
                  <a:lnTo>
                    <a:pt x="257665" y="253901"/>
                  </a:lnTo>
                  <a:lnTo>
                    <a:pt x="258164" y="254589"/>
                  </a:lnTo>
                  <a:lnTo>
                    <a:pt x="258112" y="255039"/>
                  </a:lnTo>
                  <a:lnTo>
                    <a:pt x="257919" y="255345"/>
                  </a:lnTo>
                  <a:lnTo>
                    <a:pt x="258037" y="255608"/>
                  </a:lnTo>
                  <a:lnTo>
                    <a:pt x="258335" y="255809"/>
                  </a:lnTo>
                  <a:lnTo>
                    <a:pt x="258486" y="255881"/>
                  </a:lnTo>
                  <a:lnTo>
                    <a:pt x="258947" y="256170"/>
                  </a:lnTo>
                  <a:lnTo>
                    <a:pt x="258737" y="256681"/>
                  </a:lnTo>
                  <a:lnTo>
                    <a:pt x="258295" y="257164"/>
                  </a:lnTo>
                  <a:lnTo>
                    <a:pt x="258306" y="257374"/>
                  </a:lnTo>
                  <a:lnTo>
                    <a:pt x="258256" y="257705"/>
                  </a:lnTo>
                  <a:lnTo>
                    <a:pt x="258115" y="258148"/>
                  </a:lnTo>
                  <a:lnTo>
                    <a:pt x="258093" y="258390"/>
                  </a:lnTo>
                  <a:lnTo>
                    <a:pt x="258130" y="258570"/>
                  </a:lnTo>
                  <a:lnTo>
                    <a:pt x="258261" y="259160"/>
                  </a:lnTo>
                  <a:lnTo>
                    <a:pt x="258433" y="259385"/>
                  </a:lnTo>
                  <a:lnTo>
                    <a:pt x="258913" y="259688"/>
                  </a:lnTo>
                  <a:lnTo>
                    <a:pt x="259242" y="259932"/>
                  </a:lnTo>
                  <a:lnTo>
                    <a:pt x="259622" y="260405"/>
                  </a:lnTo>
                  <a:lnTo>
                    <a:pt x="260161" y="260669"/>
                  </a:lnTo>
                  <a:lnTo>
                    <a:pt x="260324" y="260717"/>
                  </a:lnTo>
                  <a:lnTo>
                    <a:pt x="260626" y="260918"/>
                  </a:lnTo>
                  <a:lnTo>
                    <a:pt x="260749" y="261174"/>
                  </a:lnTo>
                  <a:lnTo>
                    <a:pt x="261347" y="262078"/>
                  </a:lnTo>
                  <a:lnTo>
                    <a:pt x="261463" y="262309"/>
                  </a:lnTo>
                  <a:lnTo>
                    <a:pt x="261556" y="262616"/>
                  </a:lnTo>
                  <a:lnTo>
                    <a:pt x="261577" y="262943"/>
                  </a:lnTo>
                  <a:lnTo>
                    <a:pt x="261661" y="263826"/>
                  </a:lnTo>
                  <a:lnTo>
                    <a:pt x="261897" y="265098"/>
                  </a:lnTo>
                  <a:lnTo>
                    <a:pt x="262112" y="265382"/>
                  </a:lnTo>
                  <a:lnTo>
                    <a:pt x="262578" y="265567"/>
                  </a:lnTo>
                  <a:lnTo>
                    <a:pt x="262816" y="265559"/>
                  </a:lnTo>
                  <a:lnTo>
                    <a:pt x="262968" y="265550"/>
                  </a:lnTo>
                  <a:lnTo>
                    <a:pt x="263461" y="265475"/>
                  </a:lnTo>
                  <a:lnTo>
                    <a:pt x="264237" y="265565"/>
                  </a:lnTo>
                  <a:lnTo>
                    <a:pt x="264589" y="266526"/>
                  </a:lnTo>
                  <a:lnTo>
                    <a:pt x="264209" y="267109"/>
                  </a:lnTo>
                  <a:lnTo>
                    <a:pt x="264307" y="267365"/>
                  </a:lnTo>
                  <a:lnTo>
                    <a:pt x="265064" y="267842"/>
                  </a:lnTo>
                  <a:lnTo>
                    <a:pt x="264893" y="267927"/>
                  </a:lnTo>
                  <a:lnTo>
                    <a:pt x="264623" y="268086"/>
                  </a:lnTo>
                  <a:lnTo>
                    <a:pt x="264303" y="268623"/>
                  </a:lnTo>
                  <a:lnTo>
                    <a:pt x="263987" y="269255"/>
                  </a:lnTo>
                  <a:lnTo>
                    <a:pt x="264291" y="269335"/>
                  </a:lnTo>
                  <a:lnTo>
                    <a:pt x="264801" y="269145"/>
                  </a:lnTo>
                  <a:lnTo>
                    <a:pt x="265062" y="268749"/>
                  </a:lnTo>
                  <a:lnTo>
                    <a:pt x="265342" y="268795"/>
                  </a:lnTo>
                  <a:lnTo>
                    <a:pt x="265343" y="269129"/>
                  </a:lnTo>
                  <a:lnTo>
                    <a:pt x="265312" y="269666"/>
                  </a:lnTo>
                  <a:lnTo>
                    <a:pt x="265252" y="269962"/>
                  </a:lnTo>
                  <a:lnTo>
                    <a:pt x="265315" y="270218"/>
                  </a:lnTo>
                  <a:lnTo>
                    <a:pt x="265657" y="270241"/>
                  </a:lnTo>
                  <a:lnTo>
                    <a:pt x="266500" y="271320"/>
                  </a:lnTo>
                  <a:lnTo>
                    <a:pt x="266684" y="271631"/>
                  </a:lnTo>
                  <a:lnTo>
                    <a:pt x="266879" y="272131"/>
                  </a:lnTo>
                  <a:lnTo>
                    <a:pt x="266899" y="272376"/>
                  </a:lnTo>
                  <a:lnTo>
                    <a:pt x="267814" y="273881"/>
                  </a:lnTo>
                  <a:lnTo>
                    <a:pt x="267965" y="274186"/>
                  </a:lnTo>
                  <a:lnTo>
                    <a:pt x="268102" y="274582"/>
                  </a:lnTo>
                  <a:lnTo>
                    <a:pt x="267932" y="275515"/>
                  </a:lnTo>
                  <a:lnTo>
                    <a:pt x="267803" y="275858"/>
                  </a:lnTo>
                  <a:lnTo>
                    <a:pt x="267630" y="276483"/>
                  </a:lnTo>
                  <a:lnTo>
                    <a:pt x="267514" y="277609"/>
                  </a:lnTo>
                  <a:lnTo>
                    <a:pt x="267552" y="277873"/>
                  </a:lnTo>
                  <a:lnTo>
                    <a:pt x="267783" y="277746"/>
                  </a:lnTo>
                  <a:lnTo>
                    <a:pt x="268038" y="277491"/>
                  </a:lnTo>
                  <a:lnTo>
                    <a:pt x="268102" y="277336"/>
                  </a:lnTo>
                  <a:lnTo>
                    <a:pt x="268310" y="276980"/>
                  </a:lnTo>
                  <a:lnTo>
                    <a:pt x="268606" y="276905"/>
                  </a:lnTo>
                  <a:lnTo>
                    <a:pt x="269184" y="277034"/>
                  </a:lnTo>
                  <a:lnTo>
                    <a:pt x="269673" y="277611"/>
                  </a:lnTo>
                  <a:lnTo>
                    <a:pt x="270060" y="278322"/>
                  </a:lnTo>
                  <a:lnTo>
                    <a:pt x="270143" y="278559"/>
                  </a:lnTo>
                  <a:lnTo>
                    <a:pt x="269853" y="279155"/>
                  </a:lnTo>
                  <a:lnTo>
                    <a:pt x="270532" y="280748"/>
                  </a:lnTo>
                  <a:lnTo>
                    <a:pt x="270686" y="280830"/>
                  </a:lnTo>
                  <a:lnTo>
                    <a:pt x="271294" y="281696"/>
                  </a:lnTo>
                  <a:lnTo>
                    <a:pt x="271554" y="281942"/>
                  </a:lnTo>
                  <a:lnTo>
                    <a:pt x="271885" y="282339"/>
                  </a:lnTo>
                  <a:lnTo>
                    <a:pt x="272023" y="283086"/>
                  </a:lnTo>
                  <a:lnTo>
                    <a:pt x="272111" y="283312"/>
                  </a:lnTo>
                  <a:lnTo>
                    <a:pt x="272274" y="283451"/>
                  </a:lnTo>
                  <a:lnTo>
                    <a:pt x="272546" y="283627"/>
                  </a:lnTo>
                  <a:lnTo>
                    <a:pt x="272843" y="283676"/>
                  </a:lnTo>
                  <a:lnTo>
                    <a:pt x="273132" y="283831"/>
                  </a:lnTo>
                  <a:lnTo>
                    <a:pt x="273170" y="284440"/>
                  </a:lnTo>
                  <a:lnTo>
                    <a:pt x="273053" y="284600"/>
                  </a:lnTo>
                  <a:lnTo>
                    <a:pt x="272954" y="284728"/>
                  </a:lnTo>
                  <a:lnTo>
                    <a:pt x="272784" y="285012"/>
                  </a:lnTo>
                  <a:lnTo>
                    <a:pt x="272612" y="285387"/>
                  </a:lnTo>
                  <a:lnTo>
                    <a:pt x="272675" y="285538"/>
                  </a:lnTo>
                  <a:lnTo>
                    <a:pt x="272881" y="285642"/>
                  </a:lnTo>
                  <a:lnTo>
                    <a:pt x="273055" y="285742"/>
                  </a:lnTo>
                  <a:lnTo>
                    <a:pt x="273628" y="286377"/>
                  </a:lnTo>
                  <a:lnTo>
                    <a:pt x="273643" y="287253"/>
                  </a:lnTo>
                  <a:lnTo>
                    <a:pt x="273385" y="287636"/>
                  </a:lnTo>
                  <a:lnTo>
                    <a:pt x="273802" y="288369"/>
                  </a:lnTo>
                  <a:lnTo>
                    <a:pt x="274173" y="288924"/>
                  </a:lnTo>
                  <a:lnTo>
                    <a:pt x="274237" y="289117"/>
                  </a:lnTo>
                  <a:lnTo>
                    <a:pt x="273988" y="289667"/>
                  </a:lnTo>
                  <a:lnTo>
                    <a:pt x="274136" y="290394"/>
                  </a:lnTo>
                  <a:lnTo>
                    <a:pt x="274446" y="290733"/>
                  </a:lnTo>
                  <a:lnTo>
                    <a:pt x="274606" y="290749"/>
                  </a:lnTo>
                  <a:lnTo>
                    <a:pt x="274852" y="290864"/>
                  </a:lnTo>
                  <a:lnTo>
                    <a:pt x="274897" y="291153"/>
                  </a:lnTo>
                  <a:lnTo>
                    <a:pt x="274847" y="291444"/>
                  </a:lnTo>
                  <a:lnTo>
                    <a:pt x="274977" y="291597"/>
                  </a:lnTo>
                  <a:lnTo>
                    <a:pt x="275844" y="291917"/>
                  </a:lnTo>
                  <a:lnTo>
                    <a:pt x="276405" y="291511"/>
                  </a:lnTo>
                  <a:lnTo>
                    <a:pt x="276929" y="291286"/>
                  </a:lnTo>
                  <a:lnTo>
                    <a:pt x="277195" y="291200"/>
                  </a:lnTo>
                  <a:lnTo>
                    <a:pt x="277626" y="291155"/>
                  </a:lnTo>
                  <a:lnTo>
                    <a:pt x="278004" y="291180"/>
                  </a:lnTo>
                  <a:lnTo>
                    <a:pt x="278997" y="291478"/>
                  </a:lnTo>
                  <a:lnTo>
                    <a:pt x="279414" y="291644"/>
                  </a:lnTo>
                  <a:lnTo>
                    <a:pt x="279932" y="291599"/>
                  </a:lnTo>
                  <a:lnTo>
                    <a:pt x="280219" y="292010"/>
                  </a:lnTo>
                  <a:lnTo>
                    <a:pt x="280230" y="292855"/>
                  </a:lnTo>
                  <a:lnTo>
                    <a:pt x="280229" y="293004"/>
                  </a:lnTo>
                  <a:lnTo>
                    <a:pt x="280119" y="293388"/>
                  </a:lnTo>
                  <a:lnTo>
                    <a:pt x="280072" y="293550"/>
                  </a:lnTo>
                  <a:lnTo>
                    <a:pt x="279913" y="293943"/>
                  </a:lnTo>
                  <a:lnTo>
                    <a:pt x="279723" y="294737"/>
                  </a:lnTo>
                  <a:lnTo>
                    <a:pt x="279539" y="295289"/>
                  </a:lnTo>
                  <a:lnTo>
                    <a:pt x="279546" y="295572"/>
                  </a:lnTo>
                  <a:lnTo>
                    <a:pt x="279020" y="296582"/>
                  </a:lnTo>
                  <a:lnTo>
                    <a:pt x="279612" y="297143"/>
                  </a:lnTo>
                  <a:lnTo>
                    <a:pt x="279610" y="297342"/>
                  </a:lnTo>
                  <a:lnTo>
                    <a:pt x="279411" y="298073"/>
                  </a:lnTo>
                  <a:lnTo>
                    <a:pt x="279036" y="298802"/>
                  </a:lnTo>
                  <a:lnTo>
                    <a:pt x="279088" y="299072"/>
                  </a:lnTo>
                  <a:lnTo>
                    <a:pt x="279025" y="299657"/>
                  </a:lnTo>
                  <a:lnTo>
                    <a:pt x="278812" y="300112"/>
                  </a:lnTo>
                  <a:lnTo>
                    <a:pt x="278641" y="300329"/>
                  </a:lnTo>
                  <a:lnTo>
                    <a:pt x="278575" y="301033"/>
                  </a:lnTo>
                  <a:lnTo>
                    <a:pt x="279736" y="301747"/>
                  </a:lnTo>
                  <a:lnTo>
                    <a:pt x="279891" y="301780"/>
                  </a:lnTo>
                  <a:lnTo>
                    <a:pt x="280477" y="301917"/>
                  </a:lnTo>
                  <a:lnTo>
                    <a:pt x="281136" y="302349"/>
                  </a:lnTo>
                  <a:lnTo>
                    <a:pt x="281721" y="302653"/>
                  </a:lnTo>
                  <a:lnTo>
                    <a:pt x="282163" y="302621"/>
                  </a:lnTo>
                  <a:lnTo>
                    <a:pt x="282327" y="302677"/>
                  </a:lnTo>
                  <a:lnTo>
                    <a:pt x="282657" y="302876"/>
                  </a:lnTo>
                  <a:lnTo>
                    <a:pt x="282964" y="303244"/>
                  </a:lnTo>
                  <a:lnTo>
                    <a:pt x="282882" y="303555"/>
                  </a:lnTo>
                  <a:lnTo>
                    <a:pt x="282866" y="303710"/>
                  </a:lnTo>
                  <a:lnTo>
                    <a:pt x="282851" y="304071"/>
                  </a:lnTo>
                  <a:lnTo>
                    <a:pt x="282881" y="304448"/>
                  </a:lnTo>
                  <a:lnTo>
                    <a:pt x="283212" y="304757"/>
                  </a:lnTo>
                  <a:lnTo>
                    <a:pt x="283497" y="304754"/>
                  </a:lnTo>
                  <a:lnTo>
                    <a:pt x="283755" y="304748"/>
                  </a:lnTo>
                  <a:lnTo>
                    <a:pt x="284344" y="304674"/>
                  </a:lnTo>
                  <a:lnTo>
                    <a:pt x="284616" y="305172"/>
                  </a:lnTo>
                  <a:lnTo>
                    <a:pt x="284463" y="305516"/>
                  </a:lnTo>
                  <a:lnTo>
                    <a:pt x="284350" y="305807"/>
                  </a:lnTo>
                  <a:lnTo>
                    <a:pt x="284227" y="306343"/>
                  </a:lnTo>
                  <a:lnTo>
                    <a:pt x="284314" y="306512"/>
                  </a:lnTo>
                  <a:lnTo>
                    <a:pt x="284467" y="306745"/>
                  </a:lnTo>
                  <a:lnTo>
                    <a:pt x="284631" y="306886"/>
                  </a:lnTo>
                  <a:lnTo>
                    <a:pt x="284667" y="307102"/>
                  </a:lnTo>
                  <a:lnTo>
                    <a:pt x="284772" y="307459"/>
                  </a:lnTo>
                  <a:lnTo>
                    <a:pt x="285843" y="307889"/>
                  </a:lnTo>
                  <a:lnTo>
                    <a:pt x="286164" y="307818"/>
                  </a:lnTo>
                  <a:lnTo>
                    <a:pt x="286926" y="307500"/>
                  </a:lnTo>
                  <a:lnTo>
                    <a:pt x="287457" y="308332"/>
                  </a:lnTo>
                  <a:lnTo>
                    <a:pt x="288242" y="308427"/>
                  </a:lnTo>
                  <a:lnTo>
                    <a:pt x="288403" y="308439"/>
                  </a:lnTo>
                  <a:lnTo>
                    <a:pt x="288856" y="308394"/>
                  </a:lnTo>
                  <a:lnTo>
                    <a:pt x="289538" y="308932"/>
                  </a:lnTo>
                  <a:lnTo>
                    <a:pt x="289869" y="309528"/>
                  </a:lnTo>
                  <a:lnTo>
                    <a:pt x="290483" y="309976"/>
                  </a:lnTo>
                  <a:lnTo>
                    <a:pt x="290624" y="310263"/>
                  </a:lnTo>
                  <a:lnTo>
                    <a:pt x="290751" y="310441"/>
                  </a:lnTo>
                  <a:lnTo>
                    <a:pt x="291106" y="310828"/>
                  </a:lnTo>
                  <a:lnTo>
                    <a:pt x="290872" y="311318"/>
                  </a:lnTo>
                  <a:lnTo>
                    <a:pt x="290700" y="311640"/>
                  </a:lnTo>
                  <a:lnTo>
                    <a:pt x="290075" y="313792"/>
                  </a:lnTo>
                  <a:lnTo>
                    <a:pt x="290580" y="315566"/>
                  </a:lnTo>
                  <a:lnTo>
                    <a:pt x="290649" y="315823"/>
                  </a:lnTo>
                  <a:lnTo>
                    <a:pt x="290699" y="316371"/>
                  </a:lnTo>
                  <a:lnTo>
                    <a:pt x="290711" y="316856"/>
                  </a:lnTo>
                  <a:lnTo>
                    <a:pt x="290692" y="317215"/>
                  </a:lnTo>
                  <a:lnTo>
                    <a:pt x="290963" y="317259"/>
                  </a:lnTo>
                  <a:lnTo>
                    <a:pt x="291911" y="317219"/>
                  </a:lnTo>
                  <a:lnTo>
                    <a:pt x="292063" y="316926"/>
                  </a:lnTo>
                  <a:lnTo>
                    <a:pt x="292137" y="316652"/>
                  </a:lnTo>
                  <a:lnTo>
                    <a:pt x="292298" y="316384"/>
                  </a:lnTo>
                  <a:lnTo>
                    <a:pt x="292656" y="316211"/>
                  </a:lnTo>
                  <a:lnTo>
                    <a:pt x="292825" y="316237"/>
                  </a:lnTo>
                  <a:lnTo>
                    <a:pt x="293053" y="316452"/>
                  </a:lnTo>
                  <a:lnTo>
                    <a:pt x="293808" y="316669"/>
                  </a:lnTo>
                  <a:lnTo>
                    <a:pt x="293895" y="316158"/>
                  </a:lnTo>
                  <a:lnTo>
                    <a:pt x="293927" y="315801"/>
                  </a:lnTo>
                  <a:lnTo>
                    <a:pt x="293845" y="315566"/>
                  </a:lnTo>
                  <a:lnTo>
                    <a:pt x="293281" y="314557"/>
                  </a:lnTo>
                  <a:lnTo>
                    <a:pt x="293385" y="314094"/>
                  </a:lnTo>
                  <a:lnTo>
                    <a:pt x="293516" y="313952"/>
                  </a:lnTo>
                  <a:lnTo>
                    <a:pt x="293893" y="313833"/>
                  </a:lnTo>
                  <a:lnTo>
                    <a:pt x="294240" y="313781"/>
                  </a:lnTo>
                  <a:lnTo>
                    <a:pt x="294711" y="313967"/>
                  </a:lnTo>
                  <a:lnTo>
                    <a:pt x="295170" y="314268"/>
                  </a:lnTo>
                  <a:lnTo>
                    <a:pt x="295457" y="314470"/>
                  </a:lnTo>
                  <a:lnTo>
                    <a:pt x="295963" y="314619"/>
                  </a:lnTo>
                  <a:lnTo>
                    <a:pt x="296198" y="314566"/>
                  </a:lnTo>
                  <a:lnTo>
                    <a:pt x="296490" y="314871"/>
                  </a:lnTo>
                  <a:lnTo>
                    <a:pt x="295985" y="315339"/>
                  </a:lnTo>
                  <a:lnTo>
                    <a:pt x="295730" y="315370"/>
                  </a:lnTo>
                  <a:lnTo>
                    <a:pt x="295461" y="315854"/>
                  </a:lnTo>
                  <a:lnTo>
                    <a:pt x="295840" y="316589"/>
                  </a:lnTo>
                  <a:lnTo>
                    <a:pt x="295452" y="316840"/>
                  </a:lnTo>
                  <a:lnTo>
                    <a:pt x="294564" y="317239"/>
                  </a:lnTo>
                  <a:lnTo>
                    <a:pt x="294467" y="317445"/>
                  </a:lnTo>
                  <a:lnTo>
                    <a:pt x="294381" y="317812"/>
                  </a:lnTo>
                  <a:lnTo>
                    <a:pt x="293772" y="318015"/>
                  </a:lnTo>
                  <a:lnTo>
                    <a:pt x="293689" y="318212"/>
                  </a:lnTo>
                  <a:lnTo>
                    <a:pt x="293621" y="318663"/>
                  </a:lnTo>
                  <a:lnTo>
                    <a:pt x="293907" y="319107"/>
                  </a:lnTo>
                  <a:lnTo>
                    <a:pt x="294115" y="319210"/>
                  </a:lnTo>
                  <a:lnTo>
                    <a:pt x="294448" y="319379"/>
                  </a:lnTo>
                  <a:lnTo>
                    <a:pt x="294789" y="319671"/>
                  </a:lnTo>
                  <a:lnTo>
                    <a:pt x="294913" y="319856"/>
                  </a:lnTo>
                  <a:lnTo>
                    <a:pt x="294522" y="320864"/>
                  </a:lnTo>
                  <a:lnTo>
                    <a:pt x="293998" y="321734"/>
                  </a:lnTo>
                  <a:lnTo>
                    <a:pt x="294194" y="322194"/>
                  </a:lnTo>
                  <a:lnTo>
                    <a:pt x="294220" y="322478"/>
                  </a:lnTo>
                  <a:lnTo>
                    <a:pt x="294194" y="322909"/>
                  </a:lnTo>
                  <a:lnTo>
                    <a:pt x="293617" y="323734"/>
                  </a:lnTo>
                  <a:lnTo>
                    <a:pt x="293488" y="323753"/>
                  </a:lnTo>
                  <a:lnTo>
                    <a:pt x="293154" y="323615"/>
                  </a:lnTo>
                  <a:lnTo>
                    <a:pt x="292955" y="323563"/>
                  </a:lnTo>
                  <a:lnTo>
                    <a:pt x="292529" y="323733"/>
                  </a:lnTo>
                  <a:lnTo>
                    <a:pt x="292137" y="323725"/>
                  </a:lnTo>
                  <a:lnTo>
                    <a:pt x="291851" y="323659"/>
                  </a:lnTo>
                  <a:lnTo>
                    <a:pt x="291500" y="323556"/>
                  </a:lnTo>
                  <a:lnTo>
                    <a:pt x="290984" y="323732"/>
                  </a:lnTo>
                  <a:lnTo>
                    <a:pt x="290911" y="324175"/>
                  </a:lnTo>
                  <a:lnTo>
                    <a:pt x="291052" y="324900"/>
                  </a:lnTo>
                  <a:lnTo>
                    <a:pt x="290908" y="325721"/>
                  </a:lnTo>
                  <a:lnTo>
                    <a:pt x="291246" y="326128"/>
                  </a:lnTo>
                  <a:lnTo>
                    <a:pt x="290993" y="326739"/>
                  </a:lnTo>
                  <a:lnTo>
                    <a:pt x="291216" y="326938"/>
                  </a:lnTo>
                  <a:lnTo>
                    <a:pt x="291989" y="326479"/>
                  </a:lnTo>
                  <a:lnTo>
                    <a:pt x="291853" y="326931"/>
                  </a:lnTo>
                  <a:lnTo>
                    <a:pt x="292192" y="327496"/>
                  </a:lnTo>
                  <a:lnTo>
                    <a:pt x="292477" y="327427"/>
                  </a:lnTo>
                  <a:lnTo>
                    <a:pt x="292966" y="327074"/>
                  </a:lnTo>
                  <a:lnTo>
                    <a:pt x="293133" y="327743"/>
                  </a:lnTo>
                  <a:lnTo>
                    <a:pt x="293049" y="327885"/>
                  </a:lnTo>
                  <a:lnTo>
                    <a:pt x="293003" y="328493"/>
                  </a:lnTo>
                  <a:lnTo>
                    <a:pt x="293884" y="329370"/>
                  </a:lnTo>
                  <a:lnTo>
                    <a:pt x="294550" y="329296"/>
                  </a:lnTo>
                  <a:lnTo>
                    <a:pt x="295409" y="329211"/>
                  </a:lnTo>
                  <a:lnTo>
                    <a:pt x="295550" y="329207"/>
                  </a:lnTo>
                  <a:lnTo>
                    <a:pt x="295882" y="329233"/>
                  </a:lnTo>
                  <a:lnTo>
                    <a:pt x="296334" y="329327"/>
                  </a:lnTo>
                  <a:lnTo>
                    <a:pt x="296692" y="329963"/>
                  </a:lnTo>
                  <a:lnTo>
                    <a:pt x="297159" y="330916"/>
                  </a:lnTo>
                  <a:lnTo>
                    <a:pt x="297986" y="331001"/>
                  </a:lnTo>
                  <a:lnTo>
                    <a:pt x="298058" y="331135"/>
                  </a:lnTo>
                  <a:lnTo>
                    <a:pt x="298236" y="331448"/>
                  </a:lnTo>
                  <a:lnTo>
                    <a:pt x="298538" y="331597"/>
                  </a:lnTo>
                  <a:lnTo>
                    <a:pt x="299071" y="331828"/>
                  </a:lnTo>
                  <a:lnTo>
                    <a:pt x="299467" y="332253"/>
                  </a:lnTo>
                  <a:lnTo>
                    <a:pt x="299610" y="332450"/>
                  </a:lnTo>
                  <a:lnTo>
                    <a:pt x="299865" y="332931"/>
                  </a:lnTo>
                  <a:lnTo>
                    <a:pt x="300596" y="333382"/>
                  </a:lnTo>
                  <a:lnTo>
                    <a:pt x="301248" y="333803"/>
                  </a:lnTo>
                  <a:lnTo>
                    <a:pt x="302357" y="334795"/>
                  </a:lnTo>
                  <a:lnTo>
                    <a:pt x="302245" y="335394"/>
                  </a:lnTo>
                  <a:lnTo>
                    <a:pt x="302120" y="335705"/>
                  </a:lnTo>
                  <a:lnTo>
                    <a:pt x="301967" y="336234"/>
                  </a:lnTo>
                  <a:lnTo>
                    <a:pt x="301956" y="336773"/>
                  </a:lnTo>
                  <a:lnTo>
                    <a:pt x="302387" y="336803"/>
                  </a:lnTo>
                  <a:lnTo>
                    <a:pt x="302606" y="336857"/>
                  </a:lnTo>
                  <a:lnTo>
                    <a:pt x="303087" y="336986"/>
                  </a:lnTo>
                  <a:lnTo>
                    <a:pt x="303545" y="337279"/>
                  </a:lnTo>
                  <a:lnTo>
                    <a:pt x="303513" y="337455"/>
                  </a:lnTo>
                  <a:lnTo>
                    <a:pt x="303375" y="337804"/>
                  </a:lnTo>
                  <a:lnTo>
                    <a:pt x="303117" y="338264"/>
                  </a:lnTo>
                  <a:lnTo>
                    <a:pt x="302488" y="338930"/>
                  </a:lnTo>
                  <a:lnTo>
                    <a:pt x="302739" y="339043"/>
                  </a:lnTo>
                  <a:lnTo>
                    <a:pt x="303035" y="339134"/>
                  </a:lnTo>
                  <a:lnTo>
                    <a:pt x="303252" y="339217"/>
                  </a:lnTo>
                  <a:lnTo>
                    <a:pt x="303356" y="339592"/>
                  </a:lnTo>
                  <a:lnTo>
                    <a:pt x="302832" y="339670"/>
                  </a:lnTo>
                  <a:lnTo>
                    <a:pt x="302262" y="339335"/>
                  </a:lnTo>
                  <a:lnTo>
                    <a:pt x="302027" y="339145"/>
                  </a:lnTo>
                  <a:lnTo>
                    <a:pt x="301844" y="339010"/>
                  </a:lnTo>
                  <a:lnTo>
                    <a:pt x="301653" y="339070"/>
                  </a:lnTo>
                  <a:lnTo>
                    <a:pt x="300948" y="339337"/>
                  </a:lnTo>
                  <a:lnTo>
                    <a:pt x="300424" y="339656"/>
                  </a:lnTo>
                  <a:lnTo>
                    <a:pt x="300389" y="340484"/>
                  </a:lnTo>
                  <a:lnTo>
                    <a:pt x="300100" y="340624"/>
                  </a:lnTo>
                  <a:lnTo>
                    <a:pt x="300095" y="340960"/>
                  </a:lnTo>
                  <a:lnTo>
                    <a:pt x="300521" y="341189"/>
                  </a:lnTo>
                  <a:lnTo>
                    <a:pt x="300473" y="341832"/>
                  </a:lnTo>
                  <a:lnTo>
                    <a:pt x="301077" y="342232"/>
                  </a:lnTo>
                  <a:lnTo>
                    <a:pt x="301366" y="342561"/>
                  </a:lnTo>
                  <a:lnTo>
                    <a:pt x="301303" y="342942"/>
                  </a:lnTo>
                  <a:lnTo>
                    <a:pt x="301436" y="343211"/>
                  </a:lnTo>
                  <a:lnTo>
                    <a:pt x="301826" y="343807"/>
                  </a:lnTo>
                  <a:lnTo>
                    <a:pt x="302119" y="343958"/>
                  </a:lnTo>
                  <a:lnTo>
                    <a:pt x="302528" y="343714"/>
                  </a:lnTo>
                  <a:lnTo>
                    <a:pt x="302799" y="343522"/>
                  </a:lnTo>
                  <a:lnTo>
                    <a:pt x="303850" y="343641"/>
                  </a:lnTo>
                  <a:lnTo>
                    <a:pt x="304181" y="343513"/>
                  </a:lnTo>
                  <a:lnTo>
                    <a:pt x="304985" y="342922"/>
                  </a:lnTo>
                  <a:lnTo>
                    <a:pt x="305170" y="343334"/>
                  </a:lnTo>
                  <a:lnTo>
                    <a:pt x="305256" y="343629"/>
                  </a:lnTo>
                  <a:lnTo>
                    <a:pt x="305502" y="344004"/>
                  </a:lnTo>
                  <a:lnTo>
                    <a:pt x="306078" y="343932"/>
                  </a:lnTo>
                  <a:lnTo>
                    <a:pt x="306518" y="344025"/>
                  </a:lnTo>
                  <a:lnTo>
                    <a:pt x="307009" y="344197"/>
                  </a:lnTo>
                  <a:lnTo>
                    <a:pt x="307187" y="344308"/>
                  </a:lnTo>
                  <a:lnTo>
                    <a:pt x="307366" y="344451"/>
                  </a:lnTo>
                  <a:lnTo>
                    <a:pt x="307799" y="344956"/>
                  </a:lnTo>
                  <a:lnTo>
                    <a:pt x="307958" y="345150"/>
                  </a:lnTo>
                  <a:lnTo>
                    <a:pt x="308469" y="346125"/>
                  </a:lnTo>
                  <a:lnTo>
                    <a:pt x="308684" y="346418"/>
                  </a:lnTo>
                  <a:lnTo>
                    <a:pt x="309022" y="346631"/>
                  </a:lnTo>
                  <a:lnTo>
                    <a:pt x="309983" y="347093"/>
                  </a:lnTo>
                  <a:lnTo>
                    <a:pt x="310638" y="347252"/>
                  </a:lnTo>
                  <a:lnTo>
                    <a:pt x="310009" y="348254"/>
                  </a:lnTo>
                  <a:lnTo>
                    <a:pt x="309959" y="348454"/>
                  </a:lnTo>
                  <a:lnTo>
                    <a:pt x="309973" y="350018"/>
                  </a:lnTo>
                  <a:lnTo>
                    <a:pt x="310371" y="350553"/>
                  </a:lnTo>
                  <a:lnTo>
                    <a:pt x="310863" y="351169"/>
                  </a:lnTo>
                  <a:lnTo>
                    <a:pt x="311431" y="351569"/>
                  </a:lnTo>
                  <a:lnTo>
                    <a:pt x="311603" y="351566"/>
                  </a:lnTo>
                  <a:lnTo>
                    <a:pt x="311971" y="351673"/>
                  </a:lnTo>
                  <a:lnTo>
                    <a:pt x="311635" y="353355"/>
                  </a:lnTo>
                  <a:lnTo>
                    <a:pt x="311752" y="353620"/>
                  </a:lnTo>
                  <a:lnTo>
                    <a:pt x="311893" y="353444"/>
                  </a:lnTo>
                  <a:lnTo>
                    <a:pt x="312328" y="353195"/>
                  </a:lnTo>
                  <a:lnTo>
                    <a:pt x="312800" y="353264"/>
                  </a:lnTo>
                  <a:lnTo>
                    <a:pt x="312933" y="353246"/>
                  </a:lnTo>
                  <a:lnTo>
                    <a:pt x="313163" y="353013"/>
                  </a:lnTo>
                  <a:lnTo>
                    <a:pt x="313483" y="352410"/>
                  </a:lnTo>
                  <a:lnTo>
                    <a:pt x="313806" y="351986"/>
                  </a:lnTo>
                  <a:lnTo>
                    <a:pt x="314158" y="351394"/>
                  </a:lnTo>
                  <a:lnTo>
                    <a:pt x="314342" y="351054"/>
                  </a:lnTo>
                  <a:lnTo>
                    <a:pt x="314654" y="350569"/>
                  </a:lnTo>
                  <a:lnTo>
                    <a:pt x="314845" y="350429"/>
                  </a:lnTo>
                  <a:lnTo>
                    <a:pt x="315646" y="350149"/>
                  </a:lnTo>
                  <a:lnTo>
                    <a:pt x="316447" y="350483"/>
                  </a:lnTo>
                  <a:lnTo>
                    <a:pt x="316646" y="350628"/>
                  </a:lnTo>
                  <a:lnTo>
                    <a:pt x="316789" y="350820"/>
                  </a:lnTo>
                  <a:lnTo>
                    <a:pt x="317491" y="351425"/>
                  </a:lnTo>
                  <a:lnTo>
                    <a:pt x="317643" y="351445"/>
                  </a:lnTo>
                  <a:lnTo>
                    <a:pt x="318712" y="351276"/>
                  </a:lnTo>
                  <a:lnTo>
                    <a:pt x="319018" y="351292"/>
                  </a:lnTo>
                  <a:lnTo>
                    <a:pt x="319213" y="351252"/>
                  </a:lnTo>
                  <a:lnTo>
                    <a:pt x="319637" y="351173"/>
                  </a:lnTo>
                  <a:lnTo>
                    <a:pt x="319790" y="351124"/>
                  </a:lnTo>
                  <a:lnTo>
                    <a:pt x="320839" y="350949"/>
                  </a:lnTo>
                  <a:lnTo>
                    <a:pt x="320873" y="351175"/>
                  </a:lnTo>
                  <a:lnTo>
                    <a:pt x="321033" y="351437"/>
                  </a:lnTo>
                  <a:lnTo>
                    <a:pt x="321473" y="351785"/>
                  </a:lnTo>
                  <a:lnTo>
                    <a:pt x="322378" y="352315"/>
                  </a:lnTo>
                  <a:lnTo>
                    <a:pt x="322834" y="352546"/>
                  </a:lnTo>
                  <a:lnTo>
                    <a:pt x="323269" y="352603"/>
                  </a:lnTo>
                  <a:lnTo>
                    <a:pt x="323480" y="352494"/>
                  </a:lnTo>
                  <a:lnTo>
                    <a:pt x="323829" y="352548"/>
                  </a:lnTo>
                  <a:lnTo>
                    <a:pt x="324047" y="352673"/>
                  </a:lnTo>
                  <a:lnTo>
                    <a:pt x="324235" y="352479"/>
                  </a:lnTo>
                  <a:lnTo>
                    <a:pt x="324606" y="352408"/>
                  </a:lnTo>
                  <a:lnTo>
                    <a:pt x="324612" y="352247"/>
                  </a:lnTo>
                  <a:lnTo>
                    <a:pt x="324825" y="351856"/>
                  </a:lnTo>
                  <a:lnTo>
                    <a:pt x="324860" y="351646"/>
                  </a:lnTo>
                  <a:lnTo>
                    <a:pt x="325010" y="351419"/>
                  </a:lnTo>
                  <a:lnTo>
                    <a:pt x="325192" y="351376"/>
                  </a:lnTo>
                  <a:lnTo>
                    <a:pt x="325423" y="351404"/>
                  </a:lnTo>
                  <a:lnTo>
                    <a:pt x="325589" y="351424"/>
                  </a:lnTo>
                  <a:lnTo>
                    <a:pt x="325745" y="351324"/>
                  </a:lnTo>
                  <a:lnTo>
                    <a:pt x="325734" y="351191"/>
                  </a:lnTo>
                  <a:lnTo>
                    <a:pt x="325866" y="350654"/>
                  </a:lnTo>
                  <a:lnTo>
                    <a:pt x="325907" y="350427"/>
                  </a:lnTo>
                  <a:lnTo>
                    <a:pt x="326313" y="350095"/>
                  </a:lnTo>
                  <a:lnTo>
                    <a:pt x="326843" y="349923"/>
                  </a:lnTo>
                  <a:lnTo>
                    <a:pt x="326891" y="349681"/>
                  </a:lnTo>
                  <a:lnTo>
                    <a:pt x="327301" y="349042"/>
                  </a:lnTo>
                  <a:lnTo>
                    <a:pt x="327426" y="348807"/>
                  </a:lnTo>
                  <a:lnTo>
                    <a:pt x="327529" y="348533"/>
                  </a:lnTo>
                  <a:lnTo>
                    <a:pt x="327778" y="348136"/>
                  </a:lnTo>
                  <a:lnTo>
                    <a:pt x="328608" y="347530"/>
                  </a:lnTo>
                  <a:lnTo>
                    <a:pt x="328795" y="347542"/>
                  </a:lnTo>
                  <a:lnTo>
                    <a:pt x="328942" y="347512"/>
                  </a:lnTo>
                  <a:lnTo>
                    <a:pt x="329109" y="347419"/>
                  </a:lnTo>
                  <a:lnTo>
                    <a:pt x="329767" y="346839"/>
                  </a:lnTo>
                  <a:lnTo>
                    <a:pt x="330086" y="346682"/>
                  </a:lnTo>
                  <a:lnTo>
                    <a:pt x="330239" y="346581"/>
                  </a:lnTo>
                  <a:lnTo>
                    <a:pt x="330542" y="346313"/>
                  </a:lnTo>
                  <a:lnTo>
                    <a:pt x="330700" y="346057"/>
                  </a:lnTo>
                  <a:lnTo>
                    <a:pt x="330968" y="345890"/>
                  </a:lnTo>
                  <a:lnTo>
                    <a:pt x="331030" y="345719"/>
                  </a:lnTo>
                  <a:lnTo>
                    <a:pt x="331091" y="345500"/>
                  </a:lnTo>
                  <a:lnTo>
                    <a:pt x="331109" y="344969"/>
                  </a:lnTo>
                  <a:lnTo>
                    <a:pt x="331115" y="344791"/>
                  </a:lnTo>
                  <a:lnTo>
                    <a:pt x="331144" y="344603"/>
                  </a:lnTo>
                  <a:lnTo>
                    <a:pt x="331297" y="344448"/>
                  </a:lnTo>
                  <a:lnTo>
                    <a:pt x="331668" y="344189"/>
                  </a:lnTo>
                  <a:lnTo>
                    <a:pt x="331936" y="344128"/>
                  </a:lnTo>
                  <a:lnTo>
                    <a:pt x="332215" y="344174"/>
                  </a:lnTo>
                  <a:lnTo>
                    <a:pt x="332478" y="344188"/>
                  </a:lnTo>
                  <a:lnTo>
                    <a:pt x="332622" y="344195"/>
                  </a:lnTo>
                  <a:lnTo>
                    <a:pt x="332834" y="344178"/>
                  </a:lnTo>
                  <a:lnTo>
                    <a:pt x="333147" y="344152"/>
                  </a:lnTo>
                  <a:lnTo>
                    <a:pt x="333444" y="344067"/>
                  </a:lnTo>
                  <a:lnTo>
                    <a:pt x="333821" y="343817"/>
                  </a:lnTo>
                  <a:lnTo>
                    <a:pt x="334076" y="343789"/>
                  </a:lnTo>
                  <a:lnTo>
                    <a:pt x="334392" y="343771"/>
                  </a:lnTo>
                  <a:lnTo>
                    <a:pt x="334553" y="343533"/>
                  </a:lnTo>
                  <a:lnTo>
                    <a:pt x="334923" y="343397"/>
                  </a:lnTo>
                  <a:lnTo>
                    <a:pt x="335337" y="343242"/>
                  </a:lnTo>
                  <a:lnTo>
                    <a:pt x="335593" y="343076"/>
                  </a:lnTo>
                  <a:lnTo>
                    <a:pt x="335732" y="342955"/>
                  </a:lnTo>
                  <a:lnTo>
                    <a:pt x="336078" y="342876"/>
                  </a:lnTo>
                  <a:lnTo>
                    <a:pt x="336349" y="342582"/>
                  </a:lnTo>
                  <a:lnTo>
                    <a:pt x="336762" y="341992"/>
                  </a:lnTo>
                  <a:lnTo>
                    <a:pt x="336944" y="341689"/>
                  </a:lnTo>
                  <a:lnTo>
                    <a:pt x="337074" y="341551"/>
                  </a:lnTo>
                  <a:lnTo>
                    <a:pt x="337262" y="341361"/>
                  </a:lnTo>
                  <a:lnTo>
                    <a:pt x="337442" y="341136"/>
                  </a:lnTo>
                  <a:lnTo>
                    <a:pt x="337586" y="340839"/>
                  </a:lnTo>
                  <a:lnTo>
                    <a:pt x="337684" y="340513"/>
                  </a:lnTo>
                  <a:lnTo>
                    <a:pt x="337805" y="340374"/>
                  </a:lnTo>
                  <a:lnTo>
                    <a:pt x="338016" y="340151"/>
                  </a:lnTo>
                  <a:lnTo>
                    <a:pt x="338198" y="340041"/>
                  </a:lnTo>
                  <a:lnTo>
                    <a:pt x="339189" y="339901"/>
                  </a:lnTo>
                  <a:lnTo>
                    <a:pt x="339390" y="339895"/>
                  </a:lnTo>
                  <a:lnTo>
                    <a:pt x="339808" y="339927"/>
                  </a:lnTo>
                  <a:lnTo>
                    <a:pt x="339953" y="339939"/>
                  </a:lnTo>
                  <a:lnTo>
                    <a:pt x="340524" y="339783"/>
                  </a:lnTo>
                  <a:lnTo>
                    <a:pt x="340738" y="339687"/>
                  </a:lnTo>
                  <a:lnTo>
                    <a:pt x="341169" y="339486"/>
                  </a:lnTo>
                  <a:lnTo>
                    <a:pt x="342227" y="338959"/>
                  </a:lnTo>
                  <a:lnTo>
                    <a:pt x="342890" y="338589"/>
                  </a:lnTo>
                  <a:lnTo>
                    <a:pt x="343280" y="338601"/>
                  </a:lnTo>
                  <a:lnTo>
                    <a:pt x="343620" y="338468"/>
                  </a:lnTo>
                  <a:lnTo>
                    <a:pt x="344750" y="338090"/>
                  </a:lnTo>
                  <a:lnTo>
                    <a:pt x="345046" y="337911"/>
                  </a:lnTo>
                  <a:lnTo>
                    <a:pt x="345214" y="337767"/>
                  </a:lnTo>
                  <a:lnTo>
                    <a:pt x="345280" y="337460"/>
                  </a:lnTo>
                  <a:lnTo>
                    <a:pt x="345309" y="337325"/>
                  </a:lnTo>
                  <a:lnTo>
                    <a:pt x="345324" y="337020"/>
                  </a:lnTo>
                  <a:lnTo>
                    <a:pt x="345332" y="336858"/>
                  </a:lnTo>
                  <a:lnTo>
                    <a:pt x="345500" y="336647"/>
                  </a:lnTo>
                  <a:lnTo>
                    <a:pt x="345636" y="336534"/>
                  </a:lnTo>
                  <a:lnTo>
                    <a:pt x="345830" y="336484"/>
                  </a:lnTo>
                  <a:lnTo>
                    <a:pt x="346311" y="336463"/>
                  </a:lnTo>
                  <a:lnTo>
                    <a:pt x="346650" y="336557"/>
                  </a:lnTo>
                  <a:lnTo>
                    <a:pt x="347082" y="336906"/>
                  </a:lnTo>
                  <a:lnTo>
                    <a:pt x="347684" y="337250"/>
                  </a:lnTo>
                  <a:lnTo>
                    <a:pt x="348275" y="337464"/>
                  </a:lnTo>
                  <a:lnTo>
                    <a:pt x="348443" y="337525"/>
                  </a:lnTo>
                  <a:lnTo>
                    <a:pt x="348758" y="337506"/>
                  </a:lnTo>
                  <a:lnTo>
                    <a:pt x="348935" y="337550"/>
                  </a:lnTo>
                  <a:lnTo>
                    <a:pt x="349324" y="337906"/>
                  </a:lnTo>
                  <a:lnTo>
                    <a:pt x="349451" y="338227"/>
                  </a:lnTo>
                  <a:lnTo>
                    <a:pt x="349661" y="338872"/>
                  </a:lnTo>
                  <a:lnTo>
                    <a:pt x="349515" y="339761"/>
                  </a:lnTo>
                  <a:lnTo>
                    <a:pt x="349296" y="339945"/>
                  </a:lnTo>
                  <a:lnTo>
                    <a:pt x="348494" y="340809"/>
                  </a:lnTo>
                  <a:lnTo>
                    <a:pt x="348428" y="340948"/>
                  </a:lnTo>
                  <a:lnTo>
                    <a:pt x="348365" y="341165"/>
                  </a:lnTo>
                  <a:lnTo>
                    <a:pt x="348319" y="341658"/>
                  </a:lnTo>
                  <a:lnTo>
                    <a:pt x="348104" y="342183"/>
                  </a:lnTo>
                  <a:lnTo>
                    <a:pt x="348039" y="342430"/>
                  </a:lnTo>
                  <a:lnTo>
                    <a:pt x="348356" y="342818"/>
                  </a:lnTo>
                  <a:lnTo>
                    <a:pt x="348809" y="342807"/>
                  </a:lnTo>
                  <a:lnTo>
                    <a:pt x="348946" y="342826"/>
                  </a:lnTo>
                  <a:lnTo>
                    <a:pt x="349071" y="343098"/>
                  </a:lnTo>
                  <a:lnTo>
                    <a:pt x="349543" y="343452"/>
                  </a:lnTo>
                  <a:lnTo>
                    <a:pt x="349686" y="343552"/>
                  </a:lnTo>
                  <a:lnTo>
                    <a:pt x="350035" y="343720"/>
                  </a:lnTo>
                  <a:lnTo>
                    <a:pt x="350236" y="343783"/>
                  </a:lnTo>
                  <a:lnTo>
                    <a:pt x="350764" y="344153"/>
                  </a:lnTo>
                  <a:lnTo>
                    <a:pt x="350843" y="344350"/>
                  </a:lnTo>
                  <a:lnTo>
                    <a:pt x="351026" y="344809"/>
                  </a:lnTo>
                  <a:lnTo>
                    <a:pt x="351364" y="344954"/>
                  </a:lnTo>
                  <a:lnTo>
                    <a:pt x="351519" y="344980"/>
                  </a:lnTo>
                  <a:lnTo>
                    <a:pt x="352073" y="344832"/>
                  </a:lnTo>
                  <a:lnTo>
                    <a:pt x="352255" y="344663"/>
                  </a:lnTo>
                  <a:lnTo>
                    <a:pt x="352714" y="344555"/>
                  </a:lnTo>
                  <a:lnTo>
                    <a:pt x="352785" y="344715"/>
                  </a:lnTo>
                  <a:lnTo>
                    <a:pt x="353372" y="344508"/>
                  </a:lnTo>
                  <a:lnTo>
                    <a:pt x="353597" y="344120"/>
                  </a:lnTo>
                  <a:lnTo>
                    <a:pt x="353727" y="343538"/>
                  </a:lnTo>
                  <a:lnTo>
                    <a:pt x="353722" y="343011"/>
                  </a:lnTo>
                  <a:lnTo>
                    <a:pt x="353862" y="342674"/>
                  </a:lnTo>
                  <a:lnTo>
                    <a:pt x="354201" y="342200"/>
                  </a:lnTo>
                  <a:lnTo>
                    <a:pt x="354511" y="341883"/>
                  </a:lnTo>
                  <a:lnTo>
                    <a:pt x="354582" y="341707"/>
                  </a:lnTo>
                  <a:lnTo>
                    <a:pt x="354630" y="341456"/>
                  </a:lnTo>
                  <a:lnTo>
                    <a:pt x="354936" y="341311"/>
                  </a:lnTo>
                  <a:lnTo>
                    <a:pt x="355332" y="341313"/>
                  </a:lnTo>
                  <a:lnTo>
                    <a:pt x="355587" y="341209"/>
                  </a:lnTo>
                  <a:lnTo>
                    <a:pt x="355733" y="341088"/>
                  </a:lnTo>
                  <a:lnTo>
                    <a:pt x="355893" y="340818"/>
                  </a:lnTo>
                  <a:lnTo>
                    <a:pt x="356000" y="340584"/>
                  </a:lnTo>
                  <a:lnTo>
                    <a:pt x="356290" y="340249"/>
                  </a:lnTo>
                  <a:lnTo>
                    <a:pt x="356768" y="339940"/>
                  </a:lnTo>
                  <a:lnTo>
                    <a:pt x="357030" y="339866"/>
                  </a:lnTo>
                  <a:lnTo>
                    <a:pt x="357421" y="339756"/>
                  </a:lnTo>
                  <a:lnTo>
                    <a:pt x="357590" y="339755"/>
                  </a:lnTo>
                  <a:lnTo>
                    <a:pt x="357851" y="339646"/>
                  </a:lnTo>
                  <a:lnTo>
                    <a:pt x="358015" y="339578"/>
                  </a:lnTo>
                  <a:lnTo>
                    <a:pt x="358670" y="339639"/>
                  </a:lnTo>
                  <a:lnTo>
                    <a:pt x="359056" y="339507"/>
                  </a:lnTo>
                  <a:lnTo>
                    <a:pt x="359084" y="339340"/>
                  </a:lnTo>
                  <a:lnTo>
                    <a:pt x="359282" y="339101"/>
                  </a:lnTo>
                  <a:lnTo>
                    <a:pt x="359664" y="338895"/>
                  </a:lnTo>
                  <a:lnTo>
                    <a:pt x="359834" y="338758"/>
                  </a:lnTo>
                  <a:lnTo>
                    <a:pt x="359940" y="338553"/>
                  </a:lnTo>
                  <a:lnTo>
                    <a:pt x="359973" y="338362"/>
                  </a:lnTo>
                  <a:lnTo>
                    <a:pt x="360325" y="338063"/>
                  </a:lnTo>
                  <a:lnTo>
                    <a:pt x="360628" y="337709"/>
                  </a:lnTo>
                  <a:lnTo>
                    <a:pt x="360682" y="337457"/>
                  </a:lnTo>
                  <a:lnTo>
                    <a:pt x="360736" y="337217"/>
                  </a:lnTo>
                  <a:lnTo>
                    <a:pt x="361002" y="336804"/>
                  </a:lnTo>
                  <a:lnTo>
                    <a:pt x="361468" y="336601"/>
                  </a:lnTo>
                  <a:lnTo>
                    <a:pt x="361702" y="336808"/>
                  </a:lnTo>
                  <a:lnTo>
                    <a:pt x="361616" y="336999"/>
                  </a:lnTo>
                  <a:lnTo>
                    <a:pt x="361533" y="337181"/>
                  </a:lnTo>
                  <a:lnTo>
                    <a:pt x="361512" y="337331"/>
                  </a:lnTo>
                  <a:lnTo>
                    <a:pt x="361575" y="337503"/>
                  </a:lnTo>
                  <a:lnTo>
                    <a:pt x="361689" y="337655"/>
                  </a:lnTo>
                  <a:lnTo>
                    <a:pt x="361880" y="337819"/>
                  </a:lnTo>
                  <a:lnTo>
                    <a:pt x="362336" y="337723"/>
                  </a:lnTo>
                  <a:lnTo>
                    <a:pt x="362501" y="337678"/>
                  </a:lnTo>
                  <a:lnTo>
                    <a:pt x="363098" y="337704"/>
                  </a:lnTo>
                  <a:lnTo>
                    <a:pt x="363624" y="337892"/>
                  </a:lnTo>
                  <a:lnTo>
                    <a:pt x="364022" y="337748"/>
                  </a:lnTo>
                  <a:lnTo>
                    <a:pt x="364198" y="337711"/>
                  </a:lnTo>
                  <a:lnTo>
                    <a:pt x="364332" y="337682"/>
                  </a:lnTo>
                  <a:lnTo>
                    <a:pt x="364954" y="337727"/>
                  </a:lnTo>
                  <a:lnTo>
                    <a:pt x="365118" y="337723"/>
                  </a:lnTo>
                  <a:lnTo>
                    <a:pt x="365482" y="337715"/>
                  </a:lnTo>
                  <a:lnTo>
                    <a:pt x="365894" y="337617"/>
                  </a:lnTo>
                  <a:lnTo>
                    <a:pt x="366138" y="337451"/>
                  </a:lnTo>
                  <a:lnTo>
                    <a:pt x="366378" y="337141"/>
                  </a:lnTo>
                  <a:lnTo>
                    <a:pt x="366434" y="336858"/>
                  </a:lnTo>
                  <a:lnTo>
                    <a:pt x="366469" y="336462"/>
                  </a:lnTo>
                  <a:lnTo>
                    <a:pt x="366612" y="336233"/>
                  </a:lnTo>
                  <a:lnTo>
                    <a:pt x="366795" y="335930"/>
                  </a:lnTo>
                  <a:lnTo>
                    <a:pt x="366628" y="335543"/>
                  </a:lnTo>
                  <a:lnTo>
                    <a:pt x="366588" y="335308"/>
                  </a:lnTo>
                  <a:lnTo>
                    <a:pt x="366524" y="334933"/>
                  </a:lnTo>
                  <a:lnTo>
                    <a:pt x="366341" y="334290"/>
                  </a:lnTo>
                  <a:lnTo>
                    <a:pt x="366308" y="334063"/>
                  </a:lnTo>
                  <a:lnTo>
                    <a:pt x="366339" y="333684"/>
                  </a:lnTo>
                  <a:lnTo>
                    <a:pt x="366430" y="332918"/>
                  </a:lnTo>
                  <a:lnTo>
                    <a:pt x="366452" y="332774"/>
                  </a:lnTo>
                  <a:lnTo>
                    <a:pt x="366559" y="332425"/>
                  </a:lnTo>
                  <a:lnTo>
                    <a:pt x="366729" y="332095"/>
                  </a:lnTo>
                  <a:lnTo>
                    <a:pt x="366790" y="331812"/>
                  </a:lnTo>
                  <a:lnTo>
                    <a:pt x="366718" y="331227"/>
                  </a:lnTo>
                  <a:lnTo>
                    <a:pt x="366594" y="330875"/>
                  </a:lnTo>
                  <a:lnTo>
                    <a:pt x="366507" y="330701"/>
                  </a:lnTo>
                  <a:lnTo>
                    <a:pt x="366412" y="330510"/>
                  </a:lnTo>
                  <a:lnTo>
                    <a:pt x="366588" y="330035"/>
                  </a:lnTo>
                  <a:lnTo>
                    <a:pt x="367198" y="330023"/>
                  </a:lnTo>
                  <a:lnTo>
                    <a:pt x="367556" y="330081"/>
                  </a:lnTo>
                  <a:lnTo>
                    <a:pt x="367766" y="330086"/>
                  </a:lnTo>
                  <a:lnTo>
                    <a:pt x="367906" y="330042"/>
                  </a:lnTo>
                  <a:lnTo>
                    <a:pt x="368475" y="329781"/>
                  </a:lnTo>
                  <a:lnTo>
                    <a:pt x="368858" y="329070"/>
                  </a:lnTo>
                  <a:lnTo>
                    <a:pt x="368866" y="328751"/>
                  </a:lnTo>
                  <a:lnTo>
                    <a:pt x="369027" y="328460"/>
                  </a:lnTo>
                  <a:lnTo>
                    <a:pt x="369332" y="328306"/>
                  </a:lnTo>
                  <a:lnTo>
                    <a:pt x="369406" y="328139"/>
                  </a:lnTo>
                  <a:lnTo>
                    <a:pt x="369484" y="327908"/>
                  </a:lnTo>
                  <a:lnTo>
                    <a:pt x="369536" y="327372"/>
                  </a:lnTo>
                  <a:lnTo>
                    <a:pt x="369497" y="327229"/>
                  </a:lnTo>
                  <a:lnTo>
                    <a:pt x="369533" y="326629"/>
                  </a:lnTo>
                  <a:lnTo>
                    <a:pt x="369107" y="326114"/>
                  </a:lnTo>
                  <a:lnTo>
                    <a:pt x="368833" y="326200"/>
                  </a:lnTo>
                  <a:lnTo>
                    <a:pt x="368549" y="326145"/>
                  </a:lnTo>
                  <a:lnTo>
                    <a:pt x="368409" y="325829"/>
                  </a:lnTo>
                  <a:lnTo>
                    <a:pt x="368336" y="325620"/>
                  </a:lnTo>
                  <a:lnTo>
                    <a:pt x="368311" y="325247"/>
                  </a:lnTo>
                  <a:lnTo>
                    <a:pt x="368227" y="325027"/>
                  </a:lnTo>
                  <a:lnTo>
                    <a:pt x="368014" y="324656"/>
                  </a:lnTo>
                  <a:lnTo>
                    <a:pt x="367805" y="324400"/>
                  </a:lnTo>
                  <a:lnTo>
                    <a:pt x="367713" y="324202"/>
                  </a:lnTo>
                  <a:lnTo>
                    <a:pt x="367834" y="324050"/>
                  </a:lnTo>
                  <a:lnTo>
                    <a:pt x="368202" y="323810"/>
                  </a:lnTo>
                  <a:lnTo>
                    <a:pt x="368282" y="323544"/>
                  </a:lnTo>
                  <a:lnTo>
                    <a:pt x="368205" y="323273"/>
                  </a:lnTo>
                  <a:lnTo>
                    <a:pt x="368142" y="322842"/>
                  </a:lnTo>
                  <a:lnTo>
                    <a:pt x="368231" y="322410"/>
                  </a:lnTo>
                  <a:lnTo>
                    <a:pt x="368198" y="322268"/>
                  </a:lnTo>
                  <a:lnTo>
                    <a:pt x="368094" y="322007"/>
                  </a:lnTo>
                  <a:lnTo>
                    <a:pt x="368001" y="321636"/>
                  </a:lnTo>
                  <a:lnTo>
                    <a:pt x="368162" y="321305"/>
                  </a:lnTo>
                  <a:lnTo>
                    <a:pt x="368169" y="321171"/>
                  </a:lnTo>
                  <a:lnTo>
                    <a:pt x="368188" y="320775"/>
                  </a:lnTo>
                  <a:lnTo>
                    <a:pt x="368186" y="320403"/>
                  </a:lnTo>
                  <a:lnTo>
                    <a:pt x="367742" y="320019"/>
                  </a:lnTo>
                  <a:lnTo>
                    <a:pt x="367599" y="319923"/>
                  </a:lnTo>
                  <a:lnTo>
                    <a:pt x="367244" y="319749"/>
                  </a:lnTo>
                  <a:lnTo>
                    <a:pt x="367118" y="319513"/>
                  </a:lnTo>
                  <a:lnTo>
                    <a:pt x="367216" y="318482"/>
                  </a:lnTo>
                  <a:lnTo>
                    <a:pt x="367356" y="318249"/>
                  </a:lnTo>
                  <a:lnTo>
                    <a:pt x="367340" y="318033"/>
                  </a:lnTo>
                  <a:lnTo>
                    <a:pt x="367245" y="317801"/>
                  </a:lnTo>
                  <a:lnTo>
                    <a:pt x="367066" y="317591"/>
                  </a:lnTo>
                  <a:lnTo>
                    <a:pt x="366817" y="317390"/>
                  </a:lnTo>
                  <a:lnTo>
                    <a:pt x="366744" y="317229"/>
                  </a:lnTo>
                  <a:lnTo>
                    <a:pt x="366727" y="317004"/>
                  </a:lnTo>
                  <a:lnTo>
                    <a:pt x="366972" y="316884"/>
                  </a:lnTo>
                  <a:lnTo>
                    <a:pt x="366929" y="316415"/>
                  </a:lnTo>
                  <a:lnTo>
                    <a:pt x="366606" y="316279"/>
                  </a:lnTo>
                  <a:lnTo>
                    <a:pt x="366550" y="316043"/>
                  </a:lnTo>
                  <a:lnTo>
                    <a:pt x="366511" y="315881"/>
                  </a:lnTo>
                  <a:lnTo>
                    <a:pt x="366454" y="315640"/>
                  </a:lnTo>
                  <a:lnTo>
                    <a:pt x="366270" y="315146"/>
                  </a:lnTo>
                  <a:lnTo>
                    <a:pt x="366150" y="314765"/>
                  </a:lnTo>
                  <a:lnTo>
                    <a:pt x="366429" y="314276"/>
                  </a:lnTo>
                  <a:lnTo>
                    <a:pt x="366072" y="313966"/>
                  </a:lnTo>
                  <a:lnTo>
                    <a:pt x="365966" y="313799"/>
                  </a:lnTo>
                  <a:lnTo>
                    <a:pt x="365919" y="313640"/>
                  </a:lnTo>
                  <a:lnTo>
                    <a:pt x="365920" y="313487"/>
                  </a:lnTo>
                  <a:lnTo>
                    <a:pt x="365962" y="312693"/>
                  </a:lnTo>
                  <a:lnTo>
                    <a:pt x="365793" y="312449"/>
                  </a:lnTo>
                  <a:lnTo>
                    <a:pt x="365510" y="312179"/>
                  </a:lnTo>
                  <a:lnTo>
                    <a:pt x="365479" y="311475"/>
                  </a:lnTo>
                  <a:lnTo>
                    <a:pt x="365396" y="311168"/>
                  </a:lnTo>
                  <a:lnTo>
                    <a:pt x="365112" y="310848"/>
                  </a:lnTo>
                  <a:lnTo>
                    <a:pt x="364945" y="310789"/>
                  </a:lnTo>
                  <a:lnTo>
                    <a:pt x="364637" y="310759"/>
                  </a:lnTo>
                  <a:lnTo>
                    <a:pt x="364402" y="310660"/>
                  </a:lnTo>
                  <a:lnTo>
                    <a:pt x="364205" y="310315"/>
                  </a:lnTo>
                  <a:lnTo>
                    <a:pt x="364113" y="310115"/>
                  </a:lnTo>
                  <a:lnTo>
                    <a:pt x="363973" y="309810"/>
                  </a:lnTo>
                  <a:lnTo>
                    <a:pt x="363853" y="309654"/>
                  </a:lnTo>
                  <a:lnTo>
                    <a:pt x="363568" y="309397"/>
                  </a:lnTo>
                  <a:lnTo>
                    <a:pt x="363266" y="308936"/>
                  </a:lnTo>
                  <a:lnTo>
                    <a:pt x="363127" y="308676"/>
                  </a:lnTo>
                  <a:lnTo>
                    <a:pt x="363081" y="308543"/>
                  </a:lnTo>
                  <a:lnTo>
                    <a:pt x="362759" y="307933"/>
                  </a:lnTo>
                  <a:lnTo>
                    <a:pt x="362359" y="307358"/>
                  </a:lnTo>
                  <a:lnTo>
                    <a:pt x="361974" y="306964"/>
                  </a:lnTo>
                  <a:lnTo>
                    <a:pt x="361995" y="306810"/>
                  </a:lnTo>
                  <a:lnTo>
                    <a:pt x="362024" y="306601"/>
                  </a:lnTo>
                  <a:lnTo>
                    <a:pt x="361944" y="306005"/>
                  </a:lnTo>
                  <a:lnTo>
                    <a:pt x="361876" y="305692"/>
                  </a:lnTo>
                  <a:lnTo>
                    <a:pt x="361658" y="305318"/>
                  </a:lnTo>
                  <a:lnTo>
                    <a:pt x="361620" y="304839"/>
                  </a:lnTo>
                  <a:lnTo>
                    <a:pt x="361684" y="304545"/>
                  </a:lnTo>
                  <a:lnTo>
                    <a:pt x="361743" y="304312"/>
                  </a:lnTo>
                  <a:lnTo>
                    <a:pt x="361793" y="304116"/>
                  </a:lnTo>
                  <a:lnTo>
                    <a:pt x="361907" y="303704"/>
                  </a:lnTo>
                  <a:lnTo>
                    <a:pt x="361932" y="303491"/>
                  </a:lnTo>
                  <a:lnTo>
                    <a:pt x="361872" y="303140"/>
                  </a:lnTo>
                  <a:lnTo>
                    <a:pt x="361863" y="302948"/>
                  </a:lnTo>
                  <a:lnTo>
                    <a:pt x="361872" y="302703"/>
                  </a:lnTo>
                  <a:lnTo>
                    <a:pt x="361912" y="302401"/>
                  </a:lnTo>
                  <a:lnTo>
                    <a:pt x="361905" y="302199"/>
                  </a:lnTo>
                  <a:lnTo>
                    <a:pt x="361779" y="301908"/>
                  </a:lnTo>
                  <a:lnTo>
                    <a:pt x="361508" y="301601"/>
                  </a:lnTo>
                  <a:lnTo>
                    <a:pt x="361233" y="301391"/>
                  </a:lnTo>
                  <a:lnTo>
                    <a:pt x="361085" y="301258"/>
                  </a:lnTo>
                  <a:lnTo>
                    <a:pt x="360874" y="301070"/>
                  </a:lnTo>
                  <a:lnTo>
                    <a:pt x="360792" y="300718"/>
                  </a:lnTo>
                  <a:lnTo>
                    <a:pt x="360919" y="300511"/>
                  </a:lnTo>
                  <a:lnTo>
                    <a:pt x="361090" y="300289"/>
                  </a:lnTo>
                  <a:lnTo>
                    <a:pt x="361178" y="300126"/>
                  </a:lnTo>
                  <a:lnTo>
                    <a:pt x="361374" y="299380"/>
                  </a:lnTo>
                  <a:lnTo>
                    <a:pt x="361423" y="299061"/>
                  </a:lnTo>
                  <a:lnTo>
                    <a:pt x="361603" y="298768"/>
                  </a:lnTo>
                  <a:lnTo>
                    <a:pt x="361862" y="298524"/>
                  </a:lnTo>
                  <a:lnTo>
                    <a:pt x="362092" y="298058"/>
                  </a:lnTo>
                  <a:lnTo>
                    <a:pt x="362091" y="297656"/>
                  </a:lnTo>
                  <a:lnTo>
                    <a:pt x="362130" y="297260"/>
                  </a:lnTo>
                  <a:lnTo>
                    <a:pt x="362330" y="296819"/>
                  </a:lnTo>
                  <a:lnTo>
                    <a:pt x="362453" y="296559"/>
                  </a:lnTo>
                  <a:lnTo>
                    <a:pt x="362507" y="296396"/>
                  </a:lnTo>
                  <a:lnTo>
                    <a:pt x="362585" y="296167"/>
                  </a:lnTo>
                  <a:lnTo>
                    <a:pt x="362626" y="295976"/>
                  </a:lnTo>
                  <a:lnTo>
                    <a:pt x="362597" y="295828"/>
                  </a:lnTo>
                  <a:lnTo>
                    <a:pt x="362655" y="295644"/>
                  </a:lnTo>
                  <a:lnTo>
                    <a:pt x="362766" y="295088"/>
                  </a:lnTo>
                  <a:lnTo>
                    <a:pt x="362762" y="294662"/>
                  </a:lnTo>
                  <a:lnTo>
                    <a:pt x="362593" y="293985"/>
                  </a:lnTo>
                  <a:lnTo>
                    <a:pt x="362394" y="293256"/>
                  </a:lnTo>
                  <a:lnTo>
                    <a:pt x="362399" y="293084"/>
                  </a:lnTo>
                  <a:lnTo>
                    <a:pt x="362527" y="292578"/>
                  </a:lnTo>
                  <a:lnTo>
                    <a:pt x="362354" y="292247"/>
                  </a:lnTo>
                  <a:lnTo>
                    <a:pt x="362311" y="292071"/>
                  </a:lnTo>
                  <a:lnTo>
                    <a:pt x="362256" y="291847"/>
                  </a:lnTo>
                  <a:lnTo>
                    <a:pt x="362271" y="291633"/>
                  </a:lnTo>
                  <a:lnTo>
                    <a:pt x="362363" y="291420"/>
                  </a:lnTo>
                  <a:lnTo>
                    <a:pt x="362348" y="290891"/>
                  </a:lnTo>
                  <a:lnTo>
                    <a:pt x="362368" y="290398"/>
                  </a:lnTo>
                  <a:lnTo>
                    <a:pt x="362336" y="290043"/>
                  </a:lnTo>
                  <a:lnTo>
                    <a:pt x="362267" y="289765"/>
                  </a:lnTo>
                  <a:lnTo>
                    <a:pt x="362148" y="289513"/>
                  </a:lnTo>
                  <a:lnTo>
                    <a:pt x="362005" y="289366"/>
                  </a:lnTo>
                  <a:lnTo>
                    <a:pt x="361542" y="288999"/>
                  </a:lnTo>
                  <a:lnTo>
                    <a:pt x="361348" y="288410"/>
                  </a:lnTo>
                  <a:lnTo>
                    <a:pt x="361337" y="288201"/>
                  </a:lnTo>
                  <a:lnTo>
                    <a:pt x="361330" y="288044"/>
                  </a:lnTo>
                  <a:lnTo>
                    <a:pt x="361295" y="287851"/>
                  </a:lnTo>
                  <a:lnTo>
                    <a:pt x="361296" y="287688"/>
                  </a:lnTo>
                  <a:lnTo>
                    <a:pt x="361356" y="287506"/>
                  </a:lnTo>
                  <a:lnTo>
                    <a:pt x="361378" y="287373"/>
                  </a:lnTo>
                  <a:lnTo>
                    <a:pt x="361411" y="287168"/>
                  </a:lnTo>
                  <a:lnTo>
                    <a:pt x="361331" y="286723"/>
                  </a:lnTo>
                  <a:lnTo>
                    <a:pt x="361295" y="286525"/>
                  </a:lnTo>
                  <a:lnTo>
                    <a:pt x="361321" y="286295"/>
                  </a:lnTo>
                  <a:lnTo>
                    <a:pt x="361421" y="286153"/>
                  </a:lnTo>
                  <a:lnTo>
                    <a:pt x="361791" y="285819"/>
                  </a:lnTo>
                  <a:lnTo>
                    <a:pt x="362004" y="285462"/>
                  </a:lnTo>
                  <a:lnTo>
                    <a:pt x="362106" y="285255"/>
                  </a:lnTo>
                  <a:lnTo>
                    <a:pt x="362254" y="284769"/>
                  </a:lnTo>
                  <a:lnTo>
                    <a:pt x="362311" y="284581"/>
                  </a:lnTo>
                  <a:lnTo>
                    <a:pt x="362362" y="284452"/>
                  </a:lnTo>
                  <a:lnTo>
                    <a:pt x="362431" y="284280"/>
                  </a:lnTo>
                  <a:lnTo>
                    <a:pt x="362521" y="284017"/>
                  </a:lnTo>
                  <a:lnTo>
                    <a:pt x="362676" y="283566"/>
                  </a:lnTo>
                  <a:lnTo>
                    <a:pt x="362736" y="283389"/>
                  </a:lnTo>
                  <a:lnTo>
                    <a:pt x="362968" y="282955"/>
                  </a:lnTo>
                  <a:lnTo>
                    <a:pt x="363214" y="282498"/>
                  </a:lnTo>
                  <a:lnTo>
                    <a:pt x="363250" y="282202"/>
                  </a:lnTo>
                  <a:lnTo>
                    <a:pt x="363589" y="281761"/>
                  </a:lnTo>
                  <a:lnTo>
                    <a:pt x="363818" y="281292"/>
                  </a:lnTo>
                  <a:lnTo>
                    <a:pt x="363900" y="281056"/>
                  </a:lnTo>
                  <a:lnTo>
                    <a:pt x="363922" y="280921"/>
                  </a:lnTo>
                  <a:lnTo>
                    <a:pt x="364792" y="280230"/>
                  </a:lnTo>
                  <a:lnTo>
                    <a:pt x="364925" y="280549"/>
                  </a:lnTo>
                  <a:lnTo>
                    <a:pt x="365000" y="281021"/>
                  </a:lnTo>
                  <a:lnTo>
                    <a:pt x="365157" y="281385"/>
                  </a:lnTo>
                  <a:lnTo>
                    <a:pt x="365569" y="282042"/>
                  </a:lnTo>
                  <a:lnTo>
                    <a:pt x="365935" y="282394"/>
                  </a:lnTo>
                  <a:lnTo>
                    <a:pt x="366083" y="282482"/>
                  </a:lnTo>
                  <a:lnTo>
                    <a:pt x="367064" y="282131"/>
                  </a:lnTo>
                  <a:lnTo>
                    <a:pt x="367429" y="281970"/>
                  </a:lnTo>
                  <a:lnTo>
                    <a:pt x="367849" y="281848"/>
                  </a:lnTo>
                  <a:lnTo>
                    <a:pt x="368052" y="281733"/>
                  </a:lnTo>
                  <a:lnTo>
                    <a:pt x="368432" y="281409"/>
                  </a:lnTo>
                  <a:lnTo>
                    <a:pt x="368752" y="281085"/>
                  </a:lnTo>
                  <a:lnTo>
                    <a:pt x="369118" y="280685"/>
                  </a:lnTo>
                  <a:lnTo>
                    <a:pt x="369230" y="280534"/>
                  </a:lnTo>
                  <a:lnTo>
                    <a:pt x="369460" y="280274"/>
                  </a:lnTo>
                  <a:lnTo>
                    <a:pt x="370273" y="280397"/>
                  </a:lnTo>
                  <a:lnTo>
                    <a:pt x="370616" y="280926"/>
                  </a:lnTo>
                  <a:lnTo>
                    <a:pt x="370750" y="280921"/>
                  </a:lnTo>
                  <a:lnTo>
                    <a:pt x="370888" y="280855"/>
                  </a:lnTo>
                  <a:lnTo>
                    <a:pt x="371098" y="280838"/>
                  </a:lnTo>
                  <a:lnTo>
                    <a:pt x="371646" y="280889"/>
                  </a:lnTo>
                  <a:lnTo>
                    <a:pt x="371823" y="280845"/>
                  </a:lnTo>
                  <a:lnTo>
                    <a:pt x="372137" y="280715"/>
                  </a:lnTo>
                  <a:lnTo>
                    <a:pt x="372398" y="280473"/>
                  </a:lnTo>
                  <a:lnTo>
                    <a:pt x="372811" y="280092"/>
                  </a:lnTo>
                  <a:lnTo>
                    <a:pt x="373159" y="279893"/>
                  </a:lnTo>
                  <a:lnTo>
                    <a:pt x="373474" y="279713"/>
                  </a:lnTo>
                  <a:lnTo>
                    <a:pt x="373604" y="279594"/>
                  </a:lnTo>
                  <a:lnTo>
                    <a:pt x="373708" y="279291"/>
                  </a:lnTo>
                  <a:lnTo>
                    <a:pt x="373729" y="279069"/>
                  </a:lnTo>
                  <a:lnTo>
                    <a:pt x="373678" y="278293"/>
                  </a:lnTo>
                  <a:lnTo>
                    <a:pt x="373678" y="278101"/>
                  </a:lnTo>
                  <a:lnTo>
                    <a:pt x="373980" y="277358"/>
                  </a:lnTo>
                  <a:lnTo>
                    <a:pt x="374469" y="276560"/>
                  </a:lnTo>
                  <a:lnTo>
                    <a:pt x="374619" y="276281"/>
                  </a:lnTo>
                  <a:lnTo>
                    <a:pt x="374930" y="275825"/>
                  </a:lnTo>
                  <a:lnTo>
                    <a:pt x="375327" y="275586"/>
                  </a:lnTo>
                  <a:lnTo>
                    <a:pt x="375337" y="275218"/>
                  </a:lnTo>
                  <a:lnTo>
                    <a:pt x="375416" y="274974"/>
                  </a:lnTo>
                  <a:lnTo>
                    <a:pt x="375611" y="274489"/>
                  </a:lnTo>
                  <a:lnTo>
                    <a:pt x="375835" y="274150"/>
                  </a:lnTo>
                  <a:lnTo>
                    <a:pt x="376014" y="274028"/>
                  </a:lnTo>
                  <a:lnTo>
                    <a:pt x="376353" y="273908"/>
                  </a:lnTo>
                  <a:lnTo>
                    <a:pt x="376608" y="273774"/>
                  </a:lnTo>
                  <a:lnTo>
                    <a:pt x="376749" y="273611"/>
                  </a:lnTo>
                  <a:lnTo>
                    <a:pt x="376815" y="273448"/>
                  </a:lnTo>
                  <a:lnTo>
                    <a:pt x="376904" y="273229"/>
                  </a:lnTo>
                  <a:lnTo>
                    <a:pt x="377033" y="272992"/>
                  </a:lnTo>
                  <a:lnTo>
                    <a:pt x="377079" y="272731"/>
                  </a:lnTo>
                  <a:lnTo>
                    <a:pt x="377158" y="272346"/>
                  </a:lnTo>
                  <a:lnTo>
                    <a:pt x="377173" y="272158"/>
                  </a:lnTo>
                  <a:lnTo>
                    <a:pt x="377244" y="271958"/>
                  </a:lnTo>
                  <a:lnTo>
                    <a:pt x="377542" y="271764"/>
                  </a:lnTo>
                  <a:lnTo>
                    <a:pt x="378020" y="271619"/>
                  </a:lnTo>
                  <a:lnTo>
                    <a:pt x="378166" y="271604"/>
                  </a:lnTo>
                  <a:lnTo>
                    <a:pt x="378385" y="271659"/>
                  </a:lnTo>
                  <a:lnTo>
                    <a:pt x="378615" y="271687"/>
                  </a:lnTo>
                  <a:lnTo>
                    <a:pt x="379107" y="271692"/>
                  </a:lnTo>
                  <a:lnTo>
                    <a:pt x="379320" y="271739"/>
                  </a:lnTo>
                  <a:lnTo>
                    <a:pt x="379518" y="271905"/>
                  </a:lnTo>
                  <a:lnTo>
                    <a:pt x="379924" y="272037"/>
                  </a:lnTo>
                  <a:lnTo>
                    <a:pt x="380145" y="272067"/>
                  </a:lnTo>
                  <a:lnTo>
                    <a:pt x="380530" y="272035"/>
                  </a:lnTo>
                  <a:lnTo>
                    <a:pt x="380827" y="271820"/>
                  </a:lnTo>
                  <a:lnTo>
                    <a:pt x="380839" y="271655"/>
                  </a:lnTo>
                  <a:lnTo>
                    <a:pt x="380794" y="271100"/>
                  </a:lnTo>
                  <a:lnTo>
                    <a:pt x="380768" y="270946"/>
                  </a:lnTo>
                  <a:lnTo>
                    <a:pt x="380880" y="270626"/>
                  </a:lnTo>
                  <a:lnTo>
                    <a:pt x="380986" y="270315"/>
                  </a:lnTo>
                  <a:lnTo>
                    <a:pt x="381021" y="270153"/>
                  </a:lnTo>
                  <a:lnTo>
                    <a:pt x="380997" y="269968"/>
                  </a:lnTo>
                  <a:lnTo>
                    <a:pt x="380914" y="269833"/>
                  </a:lnTo>
                  <a:lnTo>
                    <a:pt x="380741" y="269623"/>
                  </a:lnTo>
                  <a:lnTo>
                    <a:pt x="380655" y="269475"/>
                  </a:lnTo>
                  <a:lnTo>
                    <a:pt x="380095" y="268944"/>
                  </a:lnTo>
                  <a:lnTo>
                    <a:pt x="380018" y="268621"/>
                  </a:lnTo>
                  <a:lnTo>
                    <a:pt x="380082" y="268265"/>
                  </a:lnTo>
                  <a:lnTo>
                    <a:pt x="380380" y="268127"/>
                  </a:lnTo>
                  <a:lnTo>
                    <a:pt x="380724" y="268225"/>
                  </a:lnTo>
                  <a:lnTo>
                    <a:pt x="381011" y="267837"/>
                  </a:lnTo>
                  <a:lnTo>
                    <a:pt x="381724" y="267081"/>
                  </a:lnTo>
                  <a:lnTo>
                    <a:pt x="382288" y="266629"/>
                  </a:lnTo>
                  <a:lnTo>
                    <a:pt x="382594" y="266318"/>
                  </a:lnTo>
                  <a:lnTo>
                    <a:pt x="382788" y="266078"/>
                  </a:lnTo>
                  <a:lnTo>
                    <a:pt x="382918" y="266008"/>
                  </a:lnTo>
                  <a:lnTo>
                    <a:pt x="383120" y="265949"/>
                  </a:lnTo>
                  <a:lnTo>
                    <a:pt x="383304" y="265825"/>
                  </a:lnTo>
                  <a:lnTo>
                    <a:pt x="383449" y="265728"/>
                  </a:lnTo>
                  <a:lnTo>
                    <a:pt x="383628" y="265546"/>
                  </a:lnTo>
                  <a:lnTo>
                    <a:pt x="383719" y="265295"/>
                  </a:lnTo>
                  <a:lnTo>
                    <a:pt x="383720" y="265161"/>
                  </a:lnTo>
                  <a:lnTo>
                    <a:pt x="383770" y="265017"/>
                  </a:lnTo>
                  <a:lnTo>
                    <a:pt x="384100" y="264686"/>
                  </a:lnTo>
                  <a:lnTo>
                    <a:pt x="384225" y="264375"/>
                  </a:lnTo>
                  <a:lnTo>
                    <a:pt x="384388" y="264159"/>
                  </a:lnTo>
                  <a:lnTo>
                    <a:pt x="384703" y="264043"/>
                  </a:lnTo>
                  <a:lnTo>
                    <a:pt x="384913" y="264005"/>
                  </a:lnTo>
                  <a:lnTo>
                    <a:pt x="385468" y="264147"/>
                  </a:lnTo>
                  <a:lnTo>
                    <a:pt x="385744" y="263849"/>
                  </a:lnTo>
                  <a:lnTo>
                    <a:pt x="385864" y="263549"/>
                  </a:lnTo>
                  <a:lnTo>
                    <a:pt x="385917" y="263331"/>
                  </a:lnTo>
                  <a:lnTo>
                    <a:pt x="386614" y="262510"/>
                  </a:lnTo>
                  <a:lnTo>
                    <a:pt x="386893" y="262228"/>
                  </a:lnTo>
                  <a:lnTo>
                    <a:pt x="387113" y="262122"/>
                  </a:lnTo>
                  <a:lnTo>
                    <a:pt x="387629" y="261973"/>
                  </a:lnTo>
                  <a:lnTo>
                    <a:pt x="387821" y="261686"/>
                  </a:lnTo>
                  <a:lnTo>
                    <a:pt x="388078" y="261670"/>
                  </a:lnTo>
                  <a:lnTo>
                    <a:pt x="388247" y="261484"/>
                  </a:lnTo>
                  <a:lnTo>
                    <a:pt x="388506" y="261086"/>
                  </a:lnTo>
                  <a:lnTo>
                    <a:pt x="388467" y="260833"/>
                  </a:lnTo>
                  <a:lnTo>
                    <a:pt x="388744" y="260291"/>
                  </a:lnTo>
                  <a:lnTo>
                    <a:pt x="389023" y="260085"/>
                  </a:lnTo>
                  <a:lnTo>
                    <a:pt x="389260" y="259947"/>
                  </a:lnTo>
                  <a:lnTo>
                    <a:pt x="389667" y="259785"/>
                  </a:lnTo>
                  <a:lnTo>
                    <a:pt x="390019" y="259425"/>
                  </a:lnTo>
                  <a:lnTo>
                    <a:pt x="390450" y="258630"/>
                  </a:lnTo>
                  <a:lnTo>
                    <a:pt x="390530" y="258399"/>
                  </a:lnTo>
                  <a:lnTo>
                    <a:pt x="390786" y="257649"/>
                  </a:lnTo>
                  <a:lnTo>
                    <a:pt x="390967" y="257079"/>
                  </a:lnTo>
                  <a:lnTo>
                    <a:pt x="390920" y="256805"/>
                  </a:lnTo>
                  <a:lnTo>
                    <a:pt x="390760" y="256584"/>
                  </a:lnTo>
                  <a:lnTo>
                    <a:pt x="390690" y="256304"/>
                  </a:lnTo>
                  <a:lnTo>
                    <a:pt x="390543" y="255404"/>
                  </a:lnTo>
                  <a:lnTo>
                    <a:pt x="390608" y="254976"/>
                  </a:lnTo>
                  <a:lnTo>
                    <a:pt x="390643" y="254622"/>
                  </a:lnTo>
                  <a:lnTo>
                    <a:pt x="390624" y="253908"/>
                  </a:lnTo>
                  <a:lnTo>
                    <a:pt x="390635" y="253318"/>
                  </a:lnTo>
                  <a:lnTo>
                    <a:pt x="390777" y="253047"/>
                  </a:lnTo>
                  <a:lnTo>
                    <a:pt x="391092" y="252607"/>
                  </a:lnTo>
                  <a:lnTo>
                    <a:pt x="391507" y="252277"/>
                  </a:lnTo>
                  <a:lnTo>
                    <a:pt x="391814" y="251659"/>
                  </a:lnTo>
                  <a:lnTo>
                    <a:pt x="391995" y="251522"/>
                  </a:lnTo>
                  <a:lnTo>
                    <a:pt x="392587" y="250984"/>
                  </a:lnTo>
                  <a:lnTo>
                    <a:pt x="393101" y="250942"/>
                  </a:lnTo>
                  <a:lnTo>
                    <a:pt x="393342" y="250806"/>
                  </a:lnTo>
                  <a:lnTo>
                    <a:pt x="393518" y="250599"/>
                  </a:lnTo>
                  <a:lnTo>
                    <a:pt x="393602" y="250343"/>
                  </a:lnTo>
                  <a:lnTo>
                    <a:pt x="393552" y="250083"/>
                  </a:lnTo>
                  <a:lnTo>
                    <a:pt x="393568" y="249908"/>
                  </a:lnTo>
                  <a:lnTo>
                    <a:pt x="393426" y="249633"/>
                  </a:lnTo>
                  <a:lnTo>
                    <a:pt x="393172" y="249631"/>
                  </a:lnTo>
                  <a:lnTo>
                    <a:pt x="392824" y="249898"/>
                  </a:lnTo>
                  <a:lnTo>
                    <a:pt x="392631" y="250091"/>
                  </a:lnTo>
                  <a:lnTo>
                    <a:pt x="392419" y="250356"/>
                  </a:lnTo>
                  <a:lnTo>
                    <a:pt x="392033" y="250404"/>
                  </a:lnTo>
                  <a:lnTo>
                    <a:pt x="391203" y="250309"/>
                  </a:lnTo>
                  <a:lnTo>
                    <a:pt x="390713" y="249834"/>
                  </a:lnTo>
                  <a:lnTo>
                    <a:pt x="390677" y="249632"/>
                  </a:lnTo>
                  <a:lnTo>
                    <a:pt x="390474" y="249385"/>
                  </a:lnTo>
                  <a:lnTo>
                    <a:pt x="390425" y="249076"/>
                  </a:lnTo>
                  <a:lnTo>
                    <a:pt x="390296" y="248602"/>
                  </a:lnTo>
                  <a:lnTo>
                    <a:pt x="390245" y="248447"/>
                  </a:lnTo>
                  <a:lnTo>
                    <a:pt x="390210" y="248162"/>
                  </a:lnTo>
                  <a:lnTo>
                    <a:pt x="390306" y="247927"/>
                  </a:lnTo>
                  <a:lnTo>
                    <a:pt x="390331" y="247742"/>
                  </a:lnTo>
                  <a:lnTo>
                    <a:pt x="390289" y="247186"/>
                  </a:lnTo>
                  <a:lnTo>
                    <a:pt x="390091" y="246913"/>
                  </a:lnTo>
                  <a:lnTo>
                    <a:pt x="389863" y="246717"/>
                  </a:lnTo>
                  <a:lnTo>
                    <a:pt x="389570" y="246687"/>
                  </a:lnTo>
                  <a:lnTo>
                    <a:pt x="388977" y="247016"/>
                  </a:lnTo>
                  <a:lnTo>
                    <a:pt x="388800" y="247266"/>
                  </a:lnTo>
                  <a:lnTo>
                    <a:pt x="387781" y="246827"/>
                  </a:lnTo>
                  <a:lnTo>
                    <a:pt x="387461" y="246504"/>
                  </a:lnTo>
                  <a:lnTo>
                    <a:pt x="387350" y="246348"/>
                  </a:lnTo>
                  <a:lnTo>
                    <a:pt x="387229" y="245796"/>
                  </a:lnTo>
                  <a:lnTo>
                    <a:pt x="387238" y="245502"/>
                  </a:lnTo>
                  <a:lnTo>
                    <a:pt x="387227" y="245205"/>
                  </a:lnTo>
                  <a:lnTo>
                    <a:pt x="387651" y="244371"/>
                  </a:lnTo>
                  <a:lnTo>
                    <a:pt x="388021" y="244186"/>
                  </a:lnTo>
                  <a:lnTo>
                    <a:pt x="388313" y="243847"/>
                  </a:lnTo>
                  <a:lnTo>
                    <a:pt x="388569" y="243219"/>
                  </a:lnTo>
                  <a:lnTo>
                    <a:pt x="388331" y="242825"/>
                  </a:lnTo>
                  <a:lnTo>
                    <a:pt x="388063" y="242581"/>
                  </a:lnTo>
                  <a:lnTo>
                    <a:pt x="388115" y="242188"/>
                  </a:lnTo>
                  <a:lnTo>
                    <a:pt x="388635" y="241919"/>
                  </a:lnTo>
                  <a:lnTo>
                    <a:pt x="389281" y="241706"/>
                  </a:lnTo>
                  <a:lnTo>
                    <a:pt x="389447" y="241479"/>
                  </a:lnTo>
                  <a:lnTo>
                    <a:pt x="389720" y="241226"/>
                  </a:lnTo>
                  <a:lnTo>
                    <a:pt x="390005" y="241043"/>
                  </a:lnTo>
                  <a:lnTo>
                    <a:pt x="390625" y="240818"/>
                  </a:lnTo>
                  <a:lnTo>
                    <a:pt x="391392" y="239955"/>
                  </a:lnTo>
                  <a:lnTo>
                    <a:pt x="391611" y="239804"/>
                  </a:lnTo>
                  <a:lnTo>
                    <a:pt x="392106" y="239449"/>
                  </a:lnTo>
                  <a:lnTo>
                    <a:pt x="392290" y="239226"/>
                  </a:lnTo>
                  <a:lnTo>
                    <a:pt x="392419" y="239020"/>
                  </a:lnTo>
                  <a:lnTo>
                    <a:pt x="392962" y="238327"/>
                  </a:lnTo>
                  <a:lnTo>
                    <a:pt x="393111" y="238013"/>
                  </a:lnTo>
                  <a:lnTo>
                    <a:pt x="393181" y="237875"/>
                  </a:lnTo>
                  <a:lnTo>
                    <a:pt x="393452" y="237344"/>
                  </a:lnTo>
                  <a:lnTo>
                    <a:pt x="393580" y="236807"/>
                  </a:lnTo>
                  <a:lnTo>
                    <a:pt x="394273" y="236011"/>
                  </a:lnTo>
                  <a:lnTo>
                    <a:pt x="394606" y="235931"/>
                  </a:lnTo>
                  <a:lnTo>
                    <a:pt x="395294" y="235738"/>
                  </a:lnTo>
                  <a:lnTo>
                    <a:pt x="395690" y="235634"/>
                  </a:lnTo>
                  <a:lnTo>
                    <a:pt x="396281" y="234977"/>
                  </a:lnTo>
                  <a:lnTo>
                    <a:pt x="397245" y="234457"/>
                  </a:lnTo>
                  <a:lnTo>
                    <a:pt x="397391" y="234527"/>
                  </a:lnTo>
                  <a:lnTo>
                    <a:pt x="397544" y="234623"/>
                  </a:lnTo>
                  <a:lnTo>
                    <a:pt x="397871" y="234914"/>
                  </a:lnTo>
                  <a:lnTo>
                    <a:pt x="398107" y="235104"/>
                  </a:lnTo>
                  <a:lnTo>
                    <a:pt x="399734" y="236253"/>
                  </a:lnTo>
                  <a:lnTo>
                    <a:pt x="399730" y="236789"/>
                  </a:lnTo>
                  <a:lnTo>
                    <a:pt x="399732" y="237290"/>
                  </a:lnTo>
                  <a:lnTo>
                    <a:pt x="399917" y="237584"/>
                  </a:lnTo>
                  <a:lnTo>
                    <a:pt x="400042" y="237741"/>
                  </a:lnTo>
                  <a:lnTo>
                    <a:pt x="400564" y="237909"/>
                  </a:lnTo>
                  <a:lnTo>
                    <a:pt x="401048" y="237519"/>
                  </a:lnTo>
                  <a:lnTo>
                    <a:pt x="401148" y="237304"/>
                  </a:lnTo>
                  <a:lnTo>
                    <a:pt x="401237" y="237099"/>
                  </a:lnTo>
                  <a:lnTo>
                    <a:pt x="401325" y="236751"/>
                  </a:lnTo>
                  <a:lnTo>
                    <a:pt x="401364" y="236530"/>
                  </a:lnTo>
                  <a:lnTo>
                    <a:pt x="402018" y="235796"/>
                  </a:lnTo>
                  <a:lnTo>
                    <a:pt x="402577" y="235901"/>
                  </a:lnTo>
                  <a:lnTo>
                    <a:pt x="403158" y="235967"/>
                  </a:lnTo>
                  <a:lnTo>
                    <a:pt x="403562" y="235802"/>
                  </a:lnTo>
                  <a:lnTo>
                    <a:pt x="403691" y="235626"/>
                  </a:lnTo>
                  <a:lnTo>
                    <a:pt x="404053" y="234852"/>
                  </a:lnTo>
                  <a:lnTo>
                    <a:pt x="404296" y="234694"/>
                  </a:lnTo>
                  <a:lnTo>
                    <a:pt x="404991" y="234354"/>
                  </a:lnTo>
                  <a:lnTo>
                    <a:pt x="405121" y="234333"/>
                  </a:lnTo>
                  <a:lnTo>
                    <a:pt x="405481" y="234133"/>
                  </a:lnTo>
                  <a:lnTo>
                    <a:pt x="405817" y="233767"/>
                  </a:lnTo>
                  <a:lnTo>
                    <a:pt x="406158" y="233195"/>
                  </a:lnTo>
                  <a:lnTo>
                    <a:pt x="407001" y="233007"/>
                  </a:lnTo>
                  <a:lnTo>
                    <a:pt x="407343" y="232706"/>
                  </a:lnTo>
                  <a:lnTo>
                    <a:pt x="407554" y="232585"/>
                  </a:lnTo>
                  <a:lnTo>
                    <a:pt x="407685" y="232523"/>
                  </a:lnTo>
                  <a:lnTo>
                    <a:pt x="408275" y="232044"/>
                  </a:lnTo>
                  <a:lnTo>
                    <a:pt x="408329" y="231169"/>
                  </a:lnTo>
                  <a:lnTo>
                    <a:pt x="408172" y="230856"/>
                  </a:lnTo>
                  <a:lnTo>
                    <a:pt x="408053" y="230676"/>
                  </a:lnTo>
                  <a:lnTo>
                    <a:pt x="407600" y="230111"/>
                  </a:lnTo>
                  <a:lnTo>
                    <a:pt x="407427" y="229797"/>
                  </a:lnTo>
                  <a:lnTo>
                    <a:pt x="407292" y="229300"/>
                  </a:lnTo>
                  <a:lnTo>
                    <a:pt x="407331" y="229151"/>
                  </a:lnTo>
                  <a:lnTo>
                    <a:pt x="407459" y="228703"/>
                  </a:lnTo>
                  <a:lnTo>
                    <a:pt x="407575" y="228228"/>
                  </a:lnTo>
                  <a:lnTo>
                    <a:pt x="407585" y="228060"/>
                  </a:lnTo>
                  <a:lnTo>
                    <a:pt x="407587" y="227860"/>
                  </a:lnTo>
                  <a:lnTo>
                    <a:pt x="407481" y="227411"/>
                  </a:lnTo>
                  <a:lnTo>
                    <a:pt x="407354" y="227012"/>
                  </a:lnTo>
                  <a:lnTo>
                    <a:pt x="407019" y="226499"/>
                  </a:lnTo>
                  <a:lnTo>
                    <a:pt x="406894" y="226343"/>
                  </a:lnTo>
                  <a:lnTo>
                    <a:pt x="406627" y="225987"/>
                  </a:lnTo>
                  <a:lnTo>
                    <a:pt x="406548" y="225847"/>
                  </a:lnTo>
                  <a:lnTo>
                    <a:pt x="406287" y="225316"/>
                  </a:lnTo>
                  <a:lnTo>
                    <a:pt x="406124" y="224756"/>
                  </a:lnTo>
                  <a:lnTo>
                    <a:pt x="406152" y="224339"/>
                  </a:lnTo>
                  <a:lnTo>
                    <a:pt x="406164" y="224199"/>
                  </a:lnTo>
                  <a:lnTo>
                    <a:pt x="406160" y="223755"/>
                  </a:lnTo>
                  <a:lnTo>
                    <a:pt x="405912" y="223263"/>
                  </a:lnTo>
                  <a:lnTo>
                    <a:pt x="405653" y="222784"/>
                  </a:lnTo>
                  <a:lnTo>
                    <a:pt x="405403" y="222179"/>
                  </a:lnTo>
                  <a:lnTo>
                    <a:pt x="405138" y="221800"/>
                  </a:lnTo>
                  <a:lnTo>
                    <a:pt x="404751" y="221486"/>
                  </a:lnTo>
                  <a:lnTo>
                    <a:pt x="404323" y="221086"/>
                  </a:lnTo>
                  <a:lnTo>
                    <a:pt x="403947" y="220245"/>
                  </a:lnTo>
                  <a:lnTo>
                    <a:pt x="404111" y="220186"/>
                  </a:lnTo>
                  <a:lnTo>
                    <a:pt x="404255" y="220135"/>
                  </a:lnTo>
                  <a:lnTo>
                    <a:pt x="404927" y="219319"/>
                  </a:lnTo>
                  <a:lnTo>
                    <a:pt x="404899" y="218952"/>
                  </a:lnTo>
                  <a:lnTo>
                    <a:pt x="404739" y="218627"/>
                  </a:lnTo>
                  <a:lnTo>
                    <a:pt x="404823" y="218275"/>
                  </a:lnTo>
                  <a:lnTo>
                    <a:pt x="405274" y="218045"/>
                  </a:lnTo>
                  <a:lnTo>
                    <a:pt x="405464" y="217983"/>
                  </a:lnTo>
                  <a:lnTo>
                    <a:pt x="406004" y="217509"/>
                  </a:lnTo>
                  <a:lnTo>
                    <a:pt x="406299" y="217302"/>
                  </a:lnTo>
                  <a:lnTo>
                    <a:pt x="406311" y="215826"/>
                  </a:lnTo>
                  <a:lnTo>
                    <a:pt x="406320" y="215597"/>
                  </a:lnTo>
                  <a:lnTo>
                    <a:pt x="406800" y="214334"/>
                  </a:lnTo>
                  <a:lnTo>
                    <a:pt x="406628" y="213787"/>
                  </a:lnTo>
                  <a:lnTo>
                    <a:pt x="406659" y="213520"/>
                  </a:lnTo>
                  <a:lnTo>
                    <a:pt x="406820" y="213113"/>
                  </a:lnTo>
                  <a:lnTo>
                    <a:pt x="407491" y="212579"/>
                  </a:lnTo>
                  <a:lnTo>
                    <a:pt x="407942" y="212886"/>
                  </a:lnTo>
                  <a:lnTo>
                    <a:pt x="408505" y="214978"/>
                  </a:lnTo>
                  <a:lnTo>
                    <a:pt x="408918" y="215145"/>
                  </a:lnTo>
                  <a:lnTo>
                    <a:pt x="409694" y="214883"/>
                  </a:lnTo>
                  <a:lnTo>
                    <a:pt x="410900" y="214873"/>
                  </a:lnTo>
                  <a:lnTo>
                    <a:pt x="411327" y="215488"/>
                  </a:lnTo>
                  <a:lnTo>
                    <a:pt x="411348" y="215700"/>
                  </a:lnTo>
                  <a:lnTo>
                    <a:pt x="411856" y="216153"/>
                  </a:lnTo>
                  <a:lnTo>
                    <a:pt x="412643" y="215852"/>
                  </a:lnTo>
                  <a:lnTo>
                    <a:pt x="413435" y="215619"/>
                  </a:lnTo>
                  <a:lnTo>
                    <a:pt x="414355" y="215392"/>
                  </a:lnTo>
                  <a:lnTo>
                    <a:pt x="414629" y="215273"/>
                  </a:lnTo>
                  <a:lnTo>
                    <a:pt x="414798" y="215216"/>
                  </a:lnTo>
                  <a:lnTo>
                    <a:pt x="415164" y="215171"/>
                  </a:lnTo>
                  <a:lnTo>
                    <a:pt x="415458" y="215071"/>
                  </a:lnTo>
                  <a:lnTo>
                    <a:pt x="416203" y="214921"/>
                  </a:lnTo>
                  <a:lnTo>
                    <a:pt x="416648" y="214840"/>
                  </a:lnTo>
                  <a:lnTo>
                    <a:pt x="416868" y="214780"/>
                  </a:lnTo>
                  <a:lnTo>
                    <a:pt x="417112" y="214779"/>
                  </a:lnTo>
                  <a:lnTo>
                    <a:pt x="417353" y="214871"/>
                  </a:lnTo>
                  <a:lnTo>
                    <a:pt x="417743" y="215237"/>
                  </a:lnTo>
                  <a:lnTo>
                    <a:pt x="418022" y="215496"/>
                  </a:lnTo>
                  <a:lnTo>
                    <a:pt x="418092" y="215813"/>
                  </a:lnTo>
                  <a:lnTo>
                    <a:pt x="418295" y="215959"/>
                  </a:lnTo>
                  <a:lnTo>
                    <a:pt x="418965" y="216003"/>
                  </a:lnTo>
                  <a:lnTo>
                    <a:pt x="419334" y="215711"/>
                  </a:lnTo>
                  <a:lnTo>
                    <a:pt x="419441" y="215431"/>
                  </a:lnTo>
                  <a:lnTo>
                    <a:pt x="419431" y="215303"/>
                  </a:lnTo>
                  <a:lnTo>
                    <a:pt x="419498" y="215048"/>
                  </a:lnTo>
                  <a:lnTo>
                    <a:pt x="419577" y="214747"/>
                  </a:lnTo>
                  <a:lnTo>
                    <a:pt x="419809" y="214429"/>
                  </a:lnTo>
                  <a:lnTo>
                    <a:pt x="420144" y="214259"/>
                  </a:lnTo>
                  <a:lnTo>
                    <a:pt x="420428" y="214203"/>
                  </a:lnTo>
                  <a:lnTo>
                    <a:pt x="420868" y="214255"/>
                  </a:lnTo>
                  <a:lnTo>
                    <a:pt x="421038" y="214240"/>
                  </a:lnTo>
                  <a:lnTo>
                    <a:pt x="421235" y="214178"/>
                  </a:lnTo>
                  <a:lnTo>
                    <a:pt x="421374" y="214105"/>
                  </a:lnTo>
                  <a:lnTo>
                    <a:pt x="421510" y="214115"/>
                  </a:lnTo>
                  <a:lnTo>
                    <a:pt x="421818" y="214139"/>
                  </a:lnTo>
                  <a:lnTo>
                    <a:pt x="422530" y="214119"/>
                  </a:lnTo>
                  <a:lnTo>
                    <a:pt x="422718" y="214243"/>
                  </a:lnTo>
                  <a:lnTo>
                    <a:pt x="423052" y="214350"/>
                  </a:lnTo>
                  <a:lnTo>
                    <a:pt x="423552" y="214409"/>
                  </a:lnTo>
                  <a:lnTo>
                    <a:pt x="424004" y="214249"/>
                  </a:lnTo>
                  <a:lnTo>
                    <a:pt x="424286" y="214210"/>
                  </a:lnTo>
                  <a:lnTo>
                    <a:pt x="424485" y="214212"/>
                  </a:lnTo>
                  <a:lnTo>
                    <a:pt x="424637" y="214251"/>
                  </a:lnTo>
                  <a:lnTo>
                    <a:pt x="424891" y="214316"/>
                  </a:lnTo>
                  <a:lnTo>
                    <a:pt x="425266" y="214303"/>
                  </a:lnTo>
                  <a:lnTo>
                    <a:pt x="425436" y="214197"/>
                  </a:lnTo>
                  <a:lnTo>
                    <a:pt x="425673" y="213776"/>
                  </a:lnTo>
                  <a:lnTo>
                    <a:pt x="426094" y="212900"/>
                  </a:lnTo>
                  <a:lnTo>
                    <a:pt x="426339" y="213395"/>
                  </a:lnTo>
                  <a:lnTo>
                    <a:pt x="426457" y="213594"/>
                  </a:lnTo>
                  <a:lnTo>
                    <a:pt x="426563" y="213756"/>
                  </a:lnTo>
                  <a:lnTo>
                    <a:pt x="426760" y="214061"/>
                  </a:lnTo>
                  <a:lnTo>
                    <a:pt x="426995" y="214406"/>
                  </a:lnTo>
                  <a:lnTo>
                    <a:pt x="427134" y="214520"/>
                  </a:lnTo>
                  <a:lnTo>
                    <a:pt x="427389" y="214587"/>
                  </a:lnTo>
                  <a:lnTo>
                    <a:pt x="427560" y="214537"/>
                  </a:lnTo>
                  <a:lnTo>
                    <a:pt x="428499" y="214588"/>
                  </a:lnTo>
                  <a:lnTo>
                    <a:pt x="428532" y="214907"/>
                  </a:lnTo>
                  <a:lnTo>
                    <a:pt x="429084" y="215436"/>
                  </a:lnTo>
                  <a:lnTo>
                    <a:pt x="429713" y="214896"/>
                  </a:lnTo>
                  <a:lnTo>
                    <a:pt x="429824" y="214707"/>
                  </a:lnTo>
                  <a:lnTo>
                    <a:pt x="430295" y="214157"/>
                  </a:lnTo>
                  <a:lnTo>
                    <a:pt x="430423" y="214097"/>
                  </a:lnTo>
                  <a:lnTo>
                    <a:pt x="430765" y="213936"/>
                  </a:lnTo>
                  <a:lnTo>
                    <a:pt x="431219" y="213813"/>
                  </a:lnTo>
                  <a:lnTo>
                    <a:pt x="431349" y="213778"/>
                  </a:lnTo>
                  <a:lnTo>
                    <a:pt x="432024" y="213643"/>
                  </a:lnTo>
                  <a:lnTo>
                    <a:pt x="432632" y="214013"/>
                  </a:lnTo>
                  <a:lnTo>
                    <a:pt x="432879" y="214106"/>
                  </a:lnTo>
                  <a:lnTo>
                    <a:pt x="433223" y="214074"/>
                  </a:lnTo>
                  <a:lnTo>
                    <a:pt x="434038" y="214613"/>
                  </a:lnTo>
                  <a:lnTo>
                    <a:pt x="434260" y="214807"/>
                  </a:lnTo>
                  <a:lnTo>
                    <a:pt x="434353" y="214971"/>
                  </a:lnTo>
                  <a:lnTo>
                    <a:pt x="434081" y="215366"/>
                  </a:lnTo>
                  <a:lnTo>
                    <a:pt x="434005" y="215864"/>
                  </a:lnTo>
                  <a:lnTo>
                    <a:pt x="433732" y="216438"/>
                  </a:lnTo>
                  <a:lnTo>
                    <a:pt x="433484" y="216415"/>
                  </a:lnTo>
                  <a:lnTo>
                    <a:pt x="432980" y="216330"/>
                  </a:lnTo>
                  <a:lnTo>
                    <a:pt x="432842" y="216309"/>
                  </a:lnTo>
                  <a:lnTo>
                    <a:pt x="432180" y="216455"/>
                  </a:lnTo>
                  <a:lnTo>
                    <a:pt x="431935" y="216570"/>
                  </a:lnTo>
                  <a:lnTo>
                    <a:pt x="431599" y="217090"/>
                  </a:lnTo>
                  <a:lnTo>
                    <a:pt x="431482" y="217514"/>
                  </a:lnTo>
                  <a:lnTo>
                    <a:pt x="430761" y="218646"/>
                  </a:lnTo>
                  <a:lnTo>
                    <a:pt x="430280" y="218492"/>
                  </a:lnTo>
                  <a:lnTo>
                    <a:pt x="429731" y="218611"/>
                  </a:lnTo>
                  <a:lnTo>
                    <a:pt x="429417" y="219507"/>
                  </a:lnTo>
                  <a:lnTo>
                    <a:pt x="428765" y="219465"/>
                  </a:lnTo>
                  <a:lnTo>
                    <a:pt x="428232" y="219516"/>
                  </a:lnTo>
                  <a:lnTo>
                    <a:pt x="427682" y="219855"/>
                  </a:lnTo>
                  <a:lnTo>
                    <a:pt x="427130" y="219706"/>
                  </a:lnTo>
                  <a:lnTo>
                    <a:pt x="426737" y="219635"/>
                  </a:lnTo>
                  <a:lnTo>
                    <a:pt x="426498" y="219701"/>
                  </a:lnTo>
                  <a:lnTo>
                    <a:pt x="425875" y="220377"/>
                  </a:lnTo>
                  <a:lnTo>
                    <a:pt x="425878" y="220765"/>
                  </a:lnTo>
                  <a:lnTo>
                    <a:pt x="426104" y="221220"/>
                  </a:lnTo>
                  <a:lnTo>
                    <a:pt x="426513" y="222247"/>
                  </a:lnTo>
                  <a:lnTo>
                    <a:pt x="426562" y="222515"/>
                  </a:lnTo>
                  <a:lnTo>
                    <a:pt x="426703" y="222842"/>
                  </a:lnTo>
                  <a:lnTo>
                    <a:pt x="426996" y="223410"/>
                  </a:lnTo>
                  <a:lnTo>
                    <a:pt x="426429" y="224408"/>
                  </a:lnTo>
                  <a:lnTo>
                    <a:pt x="426490" y="224600"/>
                  </a:lnTo>
                  <a:lnTo>
                    <a:pt x="426542" y="224739"/>
                  </a:lnTo>
                  <a:lnTo>
                    <a:pt x="426654" y="224985"/>
                  </a:lnTo>
                  <a:lnTo>
                    <a:pt x="426767" y="225199"/>
                  </a:lnTo>
                  <a:lnTo>
                    <a:pt x="426843" y="225414"/>
                  </a:lnTo>
                  <a:lnTo>
                    <a:pt x="426877" y="225577"/>
                  </a:lnTo>
                  <a:lnTo>
                    <a:pt x="426718" y="226080"/>
                  </a:lnTo>
                  <a:lnTo>
                    <a:pt x="426465" y="226224"/>
                  </a:lnTo>
                  <a:lnTo>
                    <a:pt x="426240" y="226584"/>
                  </a:lnTo>
                  <a:lnTo>
                    <a:pt x="426277" y="226985"/>
                  </a:lnTo>
                  <a:lnTo>
                    <a:pt x="426769" y="227485"/>
                  </a:lnTo>
                  <a:lnTo>
                    <a:pt x="426905" y="228198"/>
                  </a:lnTo>
                  <a:lnTo>
                    <a:pt x="427070" y="228662"/>
                  </a:lnTo>
                  <a:lnTo>
                    <a:pt x="427176" y="228932"/>
                  </a:lnTo>
                  <a:lnTo>
                    <a:pt x="427335" y="229400"/>
                  </a:lnTo>
                  <a:lnTo>
                    <a:pt x="427774" y="230142"/>
                  </a:lnTo>
                  <a:lnTo>
                    <a:pt x="427749" y="230448"/>
                  </a:lnTo>
                  <a:lnTo>
                    <a:pt x="428059" y="230664"/>
                  </a:lnTo>
                  <a:lnTo>
                    <a:pt x="428289" y="231155"/>
                  </a:lnTo>
                  <a:lnTo>
                    <a:pt x="427852" y="231689"/>
                  </a:lnTo>
                  <a:lnTo>
                    <a:pt x="428130" y="231877"/>
                  </a:lnTo>
                  <a:lnTo>
                    <a:pt x="428674" y="232044"/>
                  </a:lnTo>
                  <a:lnTo>
                    <a:pt x="428900" y="232027"/>
                  </a:lnTo>
                  <a:lnTo>
                    <a:pt x="429278" y="231919"/>
                  </a:lnTo>
                  <a:lnTo>
                    <a:pt x="429597" y="231476"/>
                  </a:lnTo>
                  <a:lnTo>
                    <a:pt x="429929" y="231034"/>
                  </a:lnTo>
                  <a:lnTo>
                    <a:pt x="430209" y="230741"/>
                  </a:lnTo>
                  <a:lnTo>
                    <a:pt x="430468" y="230543"/>
                  </a:lnTo>
                  <a:lnTo>
                    <a:pt x="430660" y="230425"/>
                  </a:lnTo>
                  <a:lnTo>
                    <a:pt x="431019" y="230351"/>
                  </a:lnTo>
                  <a:lnTo>
                    <a:pt x="431197" y="230411"/>
                  </a:lnTo>
                  <a:lnTo>
                    <a:pt x="431481" y="230438"/>
                  </a:lnTo>
                  <a:lnTo>
                    <a:pt x="431831" y="230480"/>
                  </a:lnTo>
                  <a:lnTo>
                    <a:pt x="432307" y="230757"/>
                  </a:lnTo>
                  <a:lnTo>
                    <a:pt x="432434" y="230975"/>
                  </a:lnTo>
                  <a:lnTo>
                    <a:pt x="432623" y="231358"/>
                  </a:lnTo>
                  <a:lnTo>
                    <a:pt x="432673" y="231532"/>
                  </a:lnTo>
                  <a:lnTo>
                    <a:pt x="432645" y="231897"/>
                  </a:lnTo>
                  <a:lnTo>
                    <a:pt x="432682" y="232157"/>
                  </a:lnTo>
                  <a:lnTo>
                    <a:pt x="432740" y="232568"/>
                  </a:lnTo>
                  <a:lnTo>
                    <a:pt x="433094" y="233030"/>
                  </a:lnTo>
                  <a:lnTo>
                    <a:pt x="433353" y="233505"/>
                  </a:lnTo>
                  <a:lnTo>
                    <a:pt x="433394" y="233780"/>
                  </a:lnTo>
                  <a:lnTo>
                    <a:pt x="433420" y="233952"/>
                  </a:lnTo>
                  <a:lnTo>
                    <a:pt x="433552" y="234012"/>
                  </a:lnTo>
                  <a:lnTo>
                    <a:pt x="434067" y="233961"/>
                  </a:lnTo>
                  <a:lnTo>
                    <a:pt x="434409" y="233839"/>
                  </a:lnTo>
                  <a:lnTo>
                    <a:pt x="434721" y="233770"/>
                  </a:lnTo>
                  <a:lnTo>
                    <a:pt x="435409" y="233985"/>
                  </a:lnTo>
                  <a:lnTo>
                    <a:pt x="435293" y="234269"/>
                  </a:lnTo>
                  <a:lnTo>
                    <a:pt x="435198" y="234410"/>
                  </a:lnTo>
                  <a:lnTo>
                    <a:pt x="435207" y="234756"/>
                  </a:lnTo>
                  <a:lnTo>
                    <a:pt x="435558" y="234927"/>
                  </a:lnTo>
                  <a:lnTo>
                    <a:pt x="436233" y="235323"/>
                  </a:lnTo>
                  <a:lnTo>
                    <a:pt x="436134" y="235562"/>
                  </a:lnTo>
                  <a:lnTo>
                    <a:pt x="435915" y="235765"/>
                  </a:lnTo>
                  <a:lnTo>
                    <a:pt x="435602" y="236216"/>
                  </a:lnTo>
                  <a:lnTo>
                    <a:pt x="435347" y="236936"/>
                  </a:lnTo>
                  <a:lnTo>
                    <a:pt x="435098" y="237177"/>
                  </a:lnTo>
                  <a:lnTo>
                    <a:pt x="434917" y="237266"/>
                  </a:lnTo>
                  <a:lnTo>
                    <a:pt x="434747" y="237309"/>
                  </a:lnTo>
                  <a:lnTo>
                    <a:pt x="434348" y="237242"/>
                  </a:lnTo>
                  <a:lnTo>
                    <a:pt x="433736" y="237564"/>
                  </a:lnTo>
                  <a:lnTo>
                    <a:pt x="433222" y="237688"/>
                  </a:lnTo>
                  <a:lnTo>
                    <a:pt x="433124" y="237854"/>
                  </a:lnTo>
                  <a:lnTo>
                    <a:pt x="433317" y="238156"/>
                  </a:lnTo>
                  <a:lnTo>
                    <a:pt x="433430" y="238432"/>
                  </a:lnTo>
                  <a:lnTo>
                    <a:pt x="433477" y="238873"/>
                  </a:lnTo>
                  <a:lnTo>
                    <a:pt x="433611" y="239069"/>
                  </a:lnTo>
                  <a:lnTo>
                    <a:pt x="433854" y="239210"/>
                  </a:lnTo>
                  <a:lnTo>
                    <a:pt x="434154" y="239381"/>
                  </a:lnTo>
                  <a:lnTo>
                    <a:pt x="434957" y="239429"/>
                  </a:lnTo>
                  <a:lnTo>
                    <a:pt x="435392" y="239145"/>
                  </a:lnTo>
                  <a:lnTo>
                    <a:pt x="435597" y="239144"/>
                  </a:lnTo>
                  <a:lnTo>
                    <a:pt x="435923" y="239441"/>
                  </a:lnTo>
                  <a:lnTo>
                    <a:pt x="435693" y="239585"/>
                  </a:lnTo>
                  <a:lnTo>
                    <a:pt x="435497" y="239987"/>
                  </a:lnTo>
                  <a:lnTo>
                    <a:pt x="435261" y="240575"/>
                  </a:lnTo>
                  <a:lnTo>
                    <a:pt x="435232" y="240750"/>
                  </a:lnTo>
                  <a:lnTo>
                    <a:pt x="435256" y="241074"/>
                  </a:lnTo>
                  <a:lnTo>
                    <a:pt x="435392" y="241245"/>
                  </a:lnTo>
                  <a:lnTo>
                    <a:pt x="435598" y="241594"/>
                  </a:lnTo>
                  <a:lnTo>
                    <a:pt x="435463" y="242293"/>
                  </a:lnTo>
                  <a:lnTo>
                    <a:pt x="435196" y="242380"/>
                  </a:lnTo>
                  <a:lnTo>
                    <a:pt x="434942" y="242305"/>
                  </a:lnTo>
                  <a:lnTo>
                    <a:pt x="434683" y="242397"/>
                  </a:lnTo>
                  <a:lnTo>
                    <a:pt x="434740" y="242749"/>
                  </a:lnTo>
                  <a:lnTo>
                    <a:pt x="434455" y="243146"/>
                  </a:lnTo>
                  <a:lnTo>
                    <a:pt x="433424" y="243369"/>
                  </a:lnTo>
                  <a:lnTo>
                    <a:pt x="432973" y="243777"/>
                  </a:lnTo>
                  <a:lnTo>
                    <a:pt x="433118" y="244143"/>
                  </a:lnTo>
                  <a:lnTo>
                    <a:pt x="433103" y="244695"/>
                  </a:lnTo>
                  <a:lnTo>
                    <a:pt x="432857" y="245143"/>
                  </a:lnTo>
                  <a:lnTo>
                    <a:pt x="432596" y="245100"/>
                  </a:lnTo>
                  <a:lnTo>
                    <a:pt x="432423" y="245238"/>
                  </a:lnTo>
                  <a:lnTo>
                    <a:pt x="432227" y="245443"/>
                  </a:lnTo>
                  <a:lnTo>
                    <a:pt x="431935" y="245708"/>
                  </a:lnTo>
                  <a:lnTo>
                    <a:pt x="431521" y="245703"/>
                  </a:lnTo>
                  <a:lnTo>
                    <a:pt x="431321" y="245636"/>
                  </a:lnTo>
                  <a:lnTo>
                    <a:pt x="431150" y="245532"/>
                  </a:lnTo>
                  <a:lnTo>
                    <a:pt x="430471" y="245411"/>
                  </a:lnTo>
                  <a:lnTo>
                    <a:pt x="430304" y="245420"/>
                  </a:lnTo>
                  <a:lnTo>
                    <a:pt x="429989" y="245550"/>
                  </a:lnTo>
                  <a:lnTo>
                    <a:pt x="429725" y="245562"/>
                  </a:lnTo>
                  <a:lnTo>
                    <a:pt x="429210" y="245500"/>
                  </a:lnTo>
                  <a:lnTo>
                    <a:pt x="428944" y="245577"/>
                  </a:lnTo>
                  <a:lnTo>
                    <a:pt x="428516" y="245784"/>
                  </a:lnTo>
                  <a:lnTo>
                    <a:pt x="428434" y="246217"/>
                  </a:lnTo>
                  <a:lnTo>
                    <a:pt x="428582" y="246323"/>
                  </a:lnTo>
                  <a:lnTo>
                    <a:pt x="428842" y="246508"/>
                  </a:lnTo>
                  <a:lnTo>
                    <a:pt x="429038" y="246625"/>
                  </a:lnTo>
                  <a:lnTo>
                    <a:pt x="429416" y="246853"/>
                  </a:lnTo>
                  <a:lnTo>
                    <a:pt x="429600" y="246964"/>
                  </a:lnTo>
                  <a:lnTo>
                    <a:pt x="429973" y="247168"/>
                  </a:lnTo>
                  <a:lnTo>
                    <a:pt x="430311" y="247249"/>
                  </a:lnTo>
                  <a:lnTo>
                    <a:pt x="430751" y="247487"/>
                  </a:lnTo>
                  <a:lnTo>
                    <a:pt x="431022" y="247441"/>
                  </a:lnTo>
                  <a:lnTo>
                    <a:pt x="431531" y="247960"/>
                  </a:lnTo>
                  <a:lnTo>
                    <a:pt x="431539" y="248144"/>
                  </a:lnTo>
                  <a:lnTo>
                    <a:pt x="431748" y="248386"/>
                  </a:lnTo>
                  <a:lnTo>
                    <a:pt x="432023" y="248694"/>
                  </a:lnTo>
                  <a:lnTo>
                    <a:pt x="432025" y="249329"/>
                  </a:lnTo>
                  <a:lnTo>
                    <a:pt x="432226" y="249541"/>
                  </a:lnTo>
                  <a:lnTo>
                    <a:pt x="432570" y="249857"/>
                  </a:lnTo>
                  <a:lnTo>
                    <a:pt x="432427" y="250047"/>
                  </a:lnTo>
                  <a:lnTo>
                    <a:pt x="432388" y="250284"/>
                  </a:lnTo>
                  <a:lnTo>
                    <a:pt x="432649" y="250386"/>
                  </a:lnTo>
                  <a:lnTo>
                    <a:pt x="432824" y="250546"/>
                  </a:lnTo>
                  <a:lnTo>
                    <a:pt x="432881" y="250914"/>
                  </a:lnTo>
                  <a:lnTo>
                    <a:pt x="433296" y="251045"/>
                  </a:lnTo>
                  <a:lnTo>
                    <a:pt x="433478" y="251076"/>
                  </a:lnTo>
                  <a:lnTo>
                    <a:pt x="433680" y="251055"/>
                  </a:lnTo>
                  <a:lnTo>
                    <a:pt x="433963" y="251298"/>
                  </a:lnTo>
                  <a:lnTo>
                    <a:pt x="434172" y="251671"/>
                  </a:lnTo>
                  <a:lnTo>
                    <a:pt x="434345" y="251853"/>
                  </a:lnTo>
                  <a:lnTo>
                    <a:pt x="434798" y="251989"/>
                  </a:lnTo>
                  <a:lnTo>
                    <a:pt x="435250" y="252436"/>
                  </a:lnTo>
                  <a:lnTo>
                    <a:pt x="435684" y="252685"/>
                  </a:lnTo>
                  <a:lnTo>
                    <a:pt x="435841" y="252692"/>
                  </a:lnTo>
                  <a:lnTo>
                    <a:pt x="435971" y="252990"/>
                  </a:lnTo>
                  <a:lnTo>
                    <a:pt x="436272" y="253280"/>
                  </a:lnTo>
                  <a:lnTo>
                    <a:pt x="436572" y="253721"/>
                  </a:lnTo>
                  <a:lnTo>
                    <a:pt x="436710" y="253701"/>
                  </a:lnTo>
                  <a:lnTo>
                    <a:pt x="437090" y="253765"/>
                  </a:lnTo>
                  <a:lnTo>
                    <a:pt x="437523" y="254085"/>
                  </a:lnTo>
                  <a:lnTo>
                    <a:pt x="437820" y="254174"/>
                  </a:lnTo>
                  <a:lnTo>
                    <a:pt x="437841" y="254333"/>
                  </a:lnTo>
                  <a:lnTo>
                    <a:pt x="437927" y="254481"/>
                  </a:lnTo>
                  <a:lnTo>
                    <a:pt x="437981" y="254701"/>
                  </a:lnTo>
                  <a:lnTo>
                    <a:pt x="438083" y="254862"/>
                  </a:lnTo>
                  <a:lnTo>
                    <a:pt x="438540" y="254947"/>
                  </a:lnTo>
                  <a:lnTo>
                    <a:pt x="438700" y="254991"/>
                  </a:lnTo>
                  <a:lnTo>
                    <a:pt x="438869" y="254829"/>
                  </a:lnTo>
                  <a:lnTo>
                    <a:pt x="439062" y="254499"/>
                  </a:lnTo>
                  <a:lnTo>
                    <a:pt x="439367" y="254530"/>
                  </a:lnTo>
                  <a:lnTo>
                    <a:pt x="439687" y="254554"/>
                  </a:lnTo>
                  <a:lnTo>
                    <a:pt x="440423" y="255327"/>
                  </a:lnTo>
                  <a:lnTo>
                    <a:pt x="440619" y="255763"/>
                  </a:lnTo>
                  <a:lnTo>
                    <a:pt x="440572" y="255890"/>
                  </a:lnTo>
                  <a:lnTo>
                    <a:pt x="441093" y="256599"/>
                  </a:lnTo>
                  <a:lnTo>
                    <a:pt x="441187" y="257012"/>
                  </a:lnTo>
                  <a:lnTo>
                    <a:pt x="441458" y="257095"/>
                  </a:lnTo>
                  <a:lnTo>
                    <a:pt x="441687" y="257032"/>
                  </a:lnTo>
                  <a:lnTo>
                    <a:pt x="441866" y="256798"/>
                  </a:lnTo>
                  <a:lnTo>
                    <a:pt x="442204" y="256629"/>
                  </a:lnTo>
                  <a:lnTo>
                    <a:pt x="442721" y="256295"/>
                  </a:lnTo>
                  <a:lnTo>
                    <a:pt x="443121" y="256137"/>
                  </a:lnTo>
                  <a:lnTo>
                    <a:pt x="443340" y="256063"/>
                  </a:lnTo>
                  <a:lnTo>
                    <a:pt x="443484" y="256143"/>
                  </a:lnTo>
                  <a:lnTo>
                    <a:pt x="444566" y="256221"/>
                  </a:lnTo>
                  <a:lnTo>
                    <a:pt x="444876" y="256076"/>
                  </a:lnTo>
                  <a:lnTo>
                    <a:pt x="445078" y="255874"/>
                  </a:lnTo>
                  <a:lnTo>
                    <a:pt x="445373" y="255638"/>
                  </a:lnTo>
                  <a:lnTo>
                    <a:pt x="445721" y="255341"/>
                  </a:lnTo>
                  <a:lnTo>
                    <a:pt x="445898" y="255225"/>
                  </a:lnTo>
                  <a:lnTo>
                    <a:pt x="446181" y="255016"/>
                  </a:lnTo>
                  <a:lnTo>
                    <a:pt x="446329" y="254837"/>
                  </a:lnTo>
                  <a:lnTo>
                    <a:pt x="446507" y="254790"/>
                  </a:lnTo>
                  <a:lnTo>
                    <a:pt x="446712" y="254709"/>
                  </a:lnTo>
                  <a:lnTo>
                    <a:pt x="446847" y="254779"/>
                  </a:lnTo>
                  <a:lnTo>
                    <a:pt x="446991" y="254732"/>
                  </a:lnTo>
                  <a:lnTo>
                    <a:pt x="447120" y="254726"/>
                  </a:lnTo>
                  <a:lnTo>
                    <a:pt x="447550" y="254558"/>
                  </a:lnTo>
                  <a:lnTo>
                    <a:pt x="447740" y="254384"/>
                  </a:lnTo>
                  <a:lnTo>
                    <a:pt x="448363" y="254148"/>
                  </a:lnTo>
                  <a:lnTo>
                    <a:pt x="448544" y="254118"/>
                  </a:lnTo>
                  <a:lnTo>
                    <a:pt x="448845" y="253976"/>
                  </a:lnTo>
                  <a:lnTo>
                    <a:pt x="448988" y="253997"/>
                  </a:lnTo>
                  <a:lnTo>
                    <a:pt x="449317" y="253812"/>
                  </a:lnTo>
                  <a:lnTo>
                    <a:pt x="449514" y="253767"/>
                  </a:lnTo>
                  <a:lnTo>
                    <a:pt x="449778" y="253977"/>
                  </a:lnTo>
                  <a:lnTo>
                    <a:pt x="449705" y="254297"/>
                  </a:lnTo>
                  <a:lnTo>
                    <a:pt x="449695" y="254602"/>
                  </a:lnTo>
                  <a:lnTo>
                    <a:pt x="449946" y="254687"/>
                  </a:lnTo>
                  <a:lnTo>
                    <a:pt x="450205" y="254743"/>
                  </a:lnTo>
                  <a:lnTo>
                    <a:pt x="450717" y="254508"/>
                  </a:lnTo>
                  <a:lnTo>
                    <a:pt x="450886" y="254421"/>
                  </a:lnTo>
                  <a:lnTo>
                    <a:pt x="451039" y="254411"/>
                  </a:lnTo>
                  <a:lnTo>
                    <a:pt x="451170" y="254290"/>
                  </a:lnTo>
                  <a:lnTo>
                    <a:pt x="451412" y="254252"/>
                  </a:lnTo>
                  <a:lnTo>
                    <a:pt x="451580" y="254182"/>
                  </a:lnTo>
                  <a:lnTo>
                    <a:pt x="451844" y="253898"/>
                  </a:lnTo>
                  <a:lnTo>
                    <a:pt x="451940" y="253751"/>
                  </a:lnTo>
                  <a:lnTo>
                    <a:pt x="452154" y="253861"/>
                  </a:lnTo>
                  <a:lnTo>
                    <a:pt x="452514" y="253837"/>
                  </a:lnTo>
                  <a:lnTo>
                    <a:pt x="452792" y="253923"/>
                  </a:lnTo>
                  <a:lnTo>
                    <a:pt x="453090" y="253952"/>
                  </a:lnTo>
                  <a:lnTo>
                    <a:pt x="453268" y="253912"/>
                  </a:lnTo>
                  <a:lnTo>
                    <a:pt x="454049" y="253855"/>
                  </a:lnTo>
                  <a:lnTo>
                    <a:pt x="454557" y="253766"/>
                  </a:lnTo>
                  <a:lnTo>
                    <a:pt x="454775" y="253771"/>
                  </a:lnTo>
                  <a:lnTo>
                    <a:pt x="455078" y="253619"/>
                  </a:lnTo>
                  <a:lnTo>
                    <a:pt x="455272" y="253596"/>
                  </a:lnTo>
                  <a:lnTo>
                    <a:pt x="455419" y="253542"/>
                  </a:lnTo>
                  <a:lnTo>
                    <a:pt x="455729" y="253426"/>
                  </a:lnTo>
                  <a:lnTo>
                    <a:pt x="455898" y="253281"/>
                  </a:lnTo>
                  <a:lnTo>
                    <a:pt x="456225" y="253171"/>
                  </a:lnTo>
                  <a:lnTo>
                    <a:pt x="456196" y="252842"/>
                  </a:lnTo>
                  <a:lnTo>
                    <a:pt x="456215" y="252621"/>
                  </a:lnTo>
                  <a:lnTo>
                    <a:pt x="456384" y="252156"/>
                  </a:lnTo>
                  <a:lnTo>
                    <a:pt x="456554" y="251988"/>
                  </a:lnTo>
                  <a:lnTo>
                    <a:pt x="457080" y="251852"/>
                  </a:lnTo>
                  <a:lnTo>
                    <a:pt x="457346" y="251809"/>
                  </a:lnTo>
                  <a:lnTo>
                    <a:pt x="457570" y="251773"/>
                  </a:lnTo>
                  <a:lnTo>
                    <a:pt x="457704" y="251433"/>
                  </a:lnTo>
                  <a:lnTo>
                    <a:pt x="457515" y="251193"/>
                  </a:lnTo>
                  <a:lnTo>
                    <a:pt x="457259" y="251205"/>
                  </a:lnTo>
                  <a:lnTo>
                    <a:pt x="456948" y="251234"/>
                  </a:lnTo>
                  <a:lnTo>
                    <a:pt x="456958" y="250888"/>
                  </a:lnTo>
                  <a:lnTo>
                    <a:pt x="456936" y="250753"/>
                  </a:lnTo>
                  <a:lnTo>
                    <a:pt x="457211" y="250322"/>
                  </a:lnTo>
                  <a:lnTo>
                    <a:pt x="457893" y="249756"/>
                  </a:lnTo>
                  <a:lnTo>
                    <a:pt x="458008" y="249505"/>
                  </a:lnTo>
                  <a:lnTo>
                    <a:pt x="458203" y="249209"/>
                  </a:lnTo>
                  <a:lnTo>
                    <a:pt x="458615" y="249518"/>
                  </a:lnTo>
                  <a:lnTo>
                    <a:pt x="458840" y="249539"/>
                  </a:lnTo>
                  <a:lnTo>
                    <a:pt x="458934" y="249221"/>
                  </a:lnTo>
                  <a:lnTo>
                    <a:pt x="459206" y="248605"/>
                  </a:lnTo>
                  <a:lnTo>
                    <a:pt x="459365" y="248485"/>
                  </a:lnTo>
                  <a:lnTo>
                    <a:pt x="459588" y="248315"/>
                  </a:lnTo>
                  <a:lnTo>
                    <a:pt x="459625" y="248139"/>
                  </a:lnTo>
                  <a:lnTo>
                    <a:pt x="460242" y="247592"/>
                  </a:lnTo>
                  <a:lnTo>
                    <a:pt x="460323" y="247392"/>
                  </a:lnTo>
                  <a:lnTo>
                    <a:pt x="460280" y="247157"/>
                  </a:lnTo>
                  <a:lnTo>
                    <a:pt x="460223" y="246971"/>
                  </a:lnTo>
                  <a:lnTo>
                    <a:pt x="460316" y="246134"/>
                  </a:lnTo>
                  <a:lnTo>
                    <a:pt x="460343" y="245836"/>
                  </a:lnTo>
                  <a:lnTo>
                    <a:pt x="460383" y="245178"/>
                  </a:lnTo>
                  <a:lnTo>
                    <a:pt x="460605" y="245075"/>
                  </a:lnTo>
                  <a:lnTo>
                    <a:pt x="461002" y="245006"/>
                  </a:lnTo>
                  <a:lnTo>
                    <a:pt x="461208" y="244960"/>
                  </a:lnTo>
                  <a:lnTo>
                    <a:pt x="461808" y="244997"/>
                  </a:lnTo>
                  <a:lnTo>
                    <a:pt x="462660" y="244469"/>
                  </a:lnTo>
                  <a:lnTo>
                    <a:pt x="463327" y="243950"/>
                  </a:lnTo>
                  <a:lnTo>
                    <a:pt x="463768" y="243197"/>
                  </a:lnTo>
                  <a:lnTo>
                    <a:pt x="464200" y="243231"/>
                  </a:lnTo>
                  <a:lnTo>
                    <a:pt x="464391" y="243234"/>
                  </a:lnTo>
                  <a:lnTo>
                    <a:pt x="465086" y="243819"/>
                  </a:lnTo>
                  <a:lnTo>
                    <a:pt x="465353" y="243957"/>
                  </a:lnTo>
                  <a:lnTo>
                    <a:pt x="465728" y="243914"/>
                  </a:lnTo>
                  <a:lnTo>
                    <a:pt x="466087" y="244091"/>
                  </a:lnTo>
                  <a:lnTo>
                    <a:pt x="466497" y="244153"/>
                  </a:lnTo>
                  <a:lnTo>
                    <a:pt x="467560" y="244766"/>
                  </a:lnTo>
                  <a:lnTo>
                    <a:pt x="468467" y="244937"/>
                  </a:lnTo>
                  <a:lnTo>
                    <a:pt x="469091" y="244761"/>
                  </a:lnTo>
                  <a:lnTo>
                    <a:pt x="469692" y="244966"/>
                  </a:lnTo>
                  <a:lnTo>
                    <a:pt x="469898" y="244932"/>
                  </a:lnTo>
                  <a:lnTo>
                    <a:pt x="470021" y="245143"/>
                  </a:lnTo>
                  <a:lnTo>
                    <a:pt x="470253" y="245435"/>
                  </a:lnTo>
                  <a:lnTo>
                    <a:pt x="470334" y="245615"/>
                  </a:lnTo>
                  <a:lnTo>
                    <a:pt x="470253" y="246276"/>
                  </a:lnTo>
                  <a:lnTo>
                    <a:pt x="470021" y="246474"/>
                  </a:lnTo>
                  <a:lnTo>
                    <a:pt x="470257" y="248710"/>
                  </a:lnTo>
                  <a:lnTo>
                    <a:pt x="470388" y="248777"/>
                  </a:lnTo>
                  <a:lnTo>
                    <a:pt x="470820" y="248852"/>
                  </a:lnTo>
                  <a:lnTo>
                    <a:pt x="471041" y="248892"/>
                  </a:lnTo>
                  <a:lnTo>
                    <a:pt x="471350" y="248921"/>
                  </a:lnTo>
                  <a:lnTo>
                    <a:pt x="471619" y="248973"/>
                  </a:lnTo>
                  <a:lnTo>
                    <a:pt x="471767" y="249051"/>
                  </a:lnTo>
                  <a:lnTo>
                    <a:pt x="472037" y="248997"/>
                  </a:lnTo>
                  <a:lnTo>
                    <a:pt x="472955" y="248165"/>
                  </a:lnTo>
                  <a:lnTo>
                    <a:pt x="473267" y="248225"/>
                  </a:lnTo>
                  <a:lnTo>
                    <a:pt x="474048" y="248548"/>
                  </a:lnTo>
                  <a:lnTo>
                    <a:pt x="474300" y="248694"/>
                  </a:lnTo>
                  <a:lnTo>
                    <a:pt x="474356" y="248886"/>
                  </a:lnTo>
                  <a:lnTo>
                    <a:pt x="474280" y="249267"/>
                  </a:lnTo>
                  <a:lnTo>
                    <a:pt x="474553" y="249912"/>
                  </a:lnTo>
                  <a:lnTo>
                    <a:pt x="474797" y="250225"/>
                  </a:lnTo>
                  <a:lnTo>
                    <a:pt x="474863" y="250491"/>
                  </a:lnTo>
                  <a:lnTo>
                    <a:pt x="474872" y="250896"/>
                  </a:lnTo>
                  <a:lnTo>
                    <a:pt x="474834" y="251034"/>
                  </a:lnTo>
                  <a:lnTo>
                    <a:pt x="474867" y="251197"/>
                  </a:lnTo>
                  <a:lnTo>
                    <a:pt x="474993" y="251516"/>
                  </a:lnTo>
                  <a:lnTo>
                    <a:pt x="474938" y="252059"/>
                  </a:lnTo>
                  <a:lnTo>
                    <a:pt x="474785" y="252401"/>
                  </a:lnTo>
                  <a:lnTo>
                    <a:pt x="474631" y="252476"/>
                  </a:lnTo>
                  <a:lnTo>
                    <a:pt x="474269" y="252999"/>
                  </a:lnTo>
                  <a:lnTo>
                    <a:pt x="474006" y="253274"/>
                  </a:lnTo>
                  <a:lnTo>
                    <a:pt x="473672" y="253160"/>
                  </a:lnTo>
                  <a:lnTo>
                    <a:pt x="473518" y="253141"/>
                  </a:lnTo>
                  <a:lnTo>
                    <a:pt x="472980" y="253600"/>
                  </a:lnTo>
                  <a:lnTo>
                    <a:pt x="472633" y="254080"/>
                  </a:lnTo>
                  <a:lnTo>
                    <a:pt x="472508" y="254351"/>
                  </a:lnTo>
                  <a:lnTo>
                    <a:pt x="472645" y="254412"/>
                  </a:lnTo>
                  <a:lnTo>
                    <a:pt x="472871" y="254740"/>
                  </a:lnTo>
                  <a:lnTo>
                    <a:pt x="473035" y="255187"/>
                  </a:lnTo>
                  <a:lnTo>
                    <a:pt x="473111" y="255769"/>
                  </a:lnTo>
                  <a:lnTo>
                    <a:pt x="473164" y="255971"/>
                  </a:lnTo>
                  <a:lnTo>
                    <a:pt x="473275" y="256111"/>
                  </a:lnTo>
                  <a:lnTo>
                    <a:pt x="473277" y="256713"/>
                  </a:lnTo>
                  <a:lnTo>
                    <a:pt x="473369" y="256897"/>
                  </a:lnTo>
                  <a:lnTo>
                    <a:pt x="473373" y="257076"/>
                  </a:lnTo>
                  <a:lnTo>
                    <a:pt x="473189" y="257343"/>
                  </a:lnTo>
                  <a:lnTo>
                    <a:pt x="473086" y="257494"/>
                  </a:lnTo>
                  <a:lnTo>
                    <a:pt x="472850" y="257749"/>
                  </a:lnTo>
                  <a:lnTo>
                    <a:pt x="473165" y="258019"/>
                  </a:lnTo>
                  <a:lnTo>
                    <a:pt x="473417" y="257861"/>
                  </a:lnTo>
                  <a:lnTo>
                    <a:pt x="473903" y="257854"/>
                  </a:lnTo>
                  <a:lnTo>
                    <a:pt x="474005" y="258160"/>
                  </a:lnTo>
                  <a:lnTo>
                    <a:pt x="474272" y="258249"/>
                  </a:lnTo>
                  <a:lnTo>
                    <a:pt x="474425" y="258300"/>
                  </a:lnTo>
                  <a:lnTo>
                    <a:pt x="474748" y="258344"/>
                  </a:lnTo>
                  <a:lnTo>
                    <a:pt x="475034" y="258383"/>
                  </a:lnTo>
                  <a:lnTo>
                    <a:pt x="475727" y="258199"/>
                  </a:lnTo>
                  <a:lnTo>
                    <a:pt x="476238" y="258242"/>
                  </a:lnTo>
                  <a:lnTo>
                    <a:pt x="476437" y="258257"/>
                  </a:lnTo>
                  <a:lnTo>
                    <a:pt x="476410" y="258648"/>
                  </a:lnTo>
                  <a:lnTo>
                    <a:pt x="475908" y="258656"/>
                  </a:lnTo>
                  <a:lnTo>
                    <a:pt x="475777" y="258703"/>
                  </a:lnTo>
                  <a:lnTo>
                    <a:pt x="475589" y="258743"/>
                  </a:lnTo>
                  <a:lnTo>
                    <a:pt x="475279" y="258809"/>
                  </a:lnTo>
                  <a:lnTo>
                    <a:pt x="475135" y="258882"/>
                  </a:lnTo>
                  <a:lnTo>
                    <a:pt x="475136" y="259041"/>
                  </a:lnTo>
                  <a:lnTo>
                    <a:pt x="475176" y="259279"/>
                  </a:lnTo>
                  <a:lnTo>
                    <a:pt x="475068" y="259436"/>
                  </a:lnTo>
                  <a:lnTo>
                    <a:pt x="474662" y="259423"/>
                  </a:lnTo>
                  <a:lnTo>
                    <a:pt x="474468" y="259613"/>
                  </a:lnTo>
                  <a:lnTo>
                    <a:pt x="474558" y="259829"/>
                  </a:lnTo>
                  <a:lnTo>
                    <a:pt x="474552" y="259962"/>
                  </a:lnTo>
                  <a:lnTo>
                    <a:pt x="474544" y="260116"/>
                  </a:lnTo>
                  <a:lnTo>
                    <a:pt x="474888" y="260575"/>
                  </a:lnTo>
                  <a:lnTo>
                    <a:pt x="475031" y="260664"/>
                  </a:lnTo>
                  <a:lnTo>
                    <a:pt x="475403" y="261052"/>
                  </a:lnTo>
                  <a:lnTo>
                    <a:pt x="475248" y="261361"/>
                  </a:lnTo>
                  <a:lnTo>
                    <a:pt x="475264" y="261658"/>
                  </a:lnTo>
                  <a:lnTo>
                    <a:pt x="475422" y="261908"/>
                  </a:lnTo>
                  <a:lnTo>
                    <a:pt x="475420" y="262068"/>
                  </a:lnTo>
                  <a:lnTo>
                    <a:pt x="475151" y="262163"/>
                  </a:lnTo>
                  <a:lnTo>
                    <a:pt x="475107" y="262420"/>
                  </a:lnTo>
                  <a:lnTo>
                    <a:pt x="475185" y="262632"/>
                  </a:lnTo>
                  <a:lnTo>
                    <a:pt x="475293" y="262939"/>
                  </a:lnTo>
                  <a:lnTo>
                    <a:pt x="475321" y="263109"/>
                  </a:lnTo>
                  <a:lnTo>
                    <a:pt x="475318" y="263355"/>
                  </a:lnTo>
                  <a:lnTo>
                    <a:pt x="475262" y="263632"/>
                  </a:lnTo>
                  <a:lnTo>
                    <a:pt x="475253" y="264013"/>
                  </a:lnTo>
                  <a:lnTo>
                    <a:pt x="475524" y="264088"/>
                  </a:lnTo>
                  <a:lnTo>
                    <a:pt x="475955" y="264142"/>
                  </a:lnTo>
                  <a:lnTo>
                    <a:pt x="475937" y="264489"/>
                  </a:lnTo>
                  <a:lnTo>
                    <a:pt x="475783" y="264812"/>
                  </a:lnTo>
                  <a:lnTo>
                    <a:pt x="475732" y="265390"/>
                  </a:lnTo>
                  <a:lnTo>
                    <a:pt x="475982" y="266055"/>
                  </a:lnTo>
                  <a:lnTo>
                    <a:pt x="476117" y="266521"/>
                  </a:lnTo>
                  <a:lnTo>
                    <a:pt x="476123" y="266674"/>
                  </a:lnTo>
                  <a:lnTo>
                    <a:pt x="476131" y="266881"/>
                  </a:lnTo>
                  <a:lnTo>
                    <a:pt x="476127" y="267238"/>
                  </a:lnTo>
                  <a:lnTo>
                    <a:pt x="475999" y="267594"/>
                  </a:lnTo>
                  <a:lnTo>
                    <a:pt x="475919" y="267819"/>
                  </a:lnTo>
                  <a:lnTo>
                    <a:pt x="475681" y="268048"/>
                  </a:lnTo>
                  <a:lnTo>
                    <a:pt x="475458" y="268263"/>
                  </a:lnTo>
                  <a:lnTo>
                    <a:pt x="475681" y="268401"/>
                  </a:lnTo>
                  <a:lnTo>
                    <a:pt x="475866" y="268642"/>
                  </a:lnTo>
                  <a:lnTo>
                    <a:pt x="475954" y="269185"/>
                  </a:lnTo>
                  <a:lnTo>
                    <a:pt x="475868" y="269438"/>
                  </a:lnTo>
                  <a:lnTo>
                    <a:pt x="475546" y="269650"/>
                  </a:lnTo>
                  <a:lnTo>
                    <a:pt x="475123" y="269996"/>
                  </a:lnTo>
                  <a:lnTo>
                    <a:pt x="474607" y="270479"/>
                  </a:lnTo>
                  <a:lnTo>
                    <a:pt x="474462" y="270614"/>
                  </a:lnTo>
                  <a:lnTo>
                    <a:pt x="473857" y="270825"/>
                  </a:lnTo>
                  <a:lnTo>
                    <a:pt x="473132" y="271210"/>
                  </a:lnTo>
                  <a:lnTo>
                    <a:pt x="473083" y="271523"/>
                  </a:lnTo>
                  <a:lnTo>
                    <a:pt x="473242" y="271703"/>
                  </a:lnTo>
                  <a:lnTo>
                    <a:pt x="473193" y="272008"/>
                  </a:lnTo>
                  <a:lnTo>
                    <a:pt x="473129" y="272175"/>
                  </a:lnTo>
                  <a:lnTo>
                    <a:pt x="472996" y="272515"/>
                  </a:lnTo>
                  <a:lnTo>
                    <a:pt x="472914" y="272728"/>
                  </a:lnTo>
                  <a:lnTo>
                    <a:pt x="472649" y="273156"/>
                  </a:lnTo>
                  <a:lnTo>
                    <a:pt x="472832" y="273197"/>
                  </a:lnTo>
                  <a:lnTo>
                    <a:pt x="473181" y="273005"/>
                  </a:lnTo>
                  <a:lnTo>
                    <a:pt x="473365" y="273089"/>
                  </a:lnTo>
                  <a:lnTo>
                    <a:pt x="473551" y="273583"/>
                  </a:lnTo>
                  <a:lnTo>
                    <a:pt x="473659" y="273777"/>
                  </a:lnTo>
                  <a:lnTo>
                    <a:pt x="473742" y="274013"/>
                  </a:lnTo>
                  <a:lnTo>
                    <a:pt x="473829" y="274153"/>
                  </a:lnTo>
                  <a:lnTo>
                    <a:pt x="473883" y="274501"/>
                  </a:lnTo>
                  <a:lnTo>
                    <a:pt x="473867" y="274637"/>
                  </a:lnTo>
                  <a:lnTo>
                    <a:pt x="473712" y="274916"/>
                  </a:lnTo>
                  <a:lnTo>
                    <a:pt x="473591" y="275136"/>
                  </a:lnTo>
                  <a:lnTo>
                    <a:pt x="473130" y="275852"/>
                  </a:lnTo>
                  <a:lnTo>
                    <a:pt x="472866" y="275853"/>
                  </a:lnTo>
                  <a:lnTo>
                    <a:pt x="472709" y="276218"/>
                  </a:lnTo>
                  <a:lnTo>
                    <a:pt x="472718" y="276385"/>
                  </a:lnTo>
                  <a:lnTo>
                    <a:pt x="472614" y="276616"/>
                  </a:lnTo>
                  <a:lnTo>
                    <a:pt x="472779" y="276937"/>
                  </a:lnTo>
                  <a:lnTo>
                    <a:pt x="472823" y="277184"/>
                  </a:lnTo>
                  <a:lnTo>
                    <a:pt x="472658" y="277533"/>
                  </a:lnTo>
                  <a:lnTo>
                    <a:pt x="472399" y="278083"/>
                  </a:lnTo>
                  <a:lnTo>
                    <a:pt x="472182" y="278430"/>
                  </a:lnTo>
                  <a:lnTo>
                    <a:pt x="472277" y="278589"/>
                  </a:lnTo>
                  <a:lnTo>
                    <a:pt x="472571" y="278832"/>
                  </a:lnTo>
                  <a:lnTo>
                    <a:pt x="472422" y="279280"/>
                  </a:lnTo>
                  <a:lnTo>
                    <a:pt x="472262" y="279560"/>
                  </a:lnTo>
                  <a:lnTo>
                    <a:pt x="472124" y="279803"/>
                  </a:lnTo>
                  <a:lnTo>
                    <a:pt x="471793" y="280386"/>
                  </a:lnTo>
                  <a:lnTo>
                    <a:pt x="471618" y="280694"/>
                  </a:lnTo>
                  <a:lnTo>
                    <a:pt x="470692" y="281679"/>
                  </a:lnTo>
                  <a:lnTo>
                    <a:pt x="470650" y="282055"/>
                  </a:lnTo>
                  <a:lnTo>
                    <a:pt x="470298" y="282420"/>
                  </a:lnTo>
                  <a:lnTo>
                    <a:pt x="470102" y="282285"/>
                  </a:lnTo>
                  <a:lnTo>
                    <a:pt x="470183" y="281876"/>
                  </a:lnTo>
                  <a:lnTo>
                    <a:pt x="470192" y="281265"/>
                  </a:lnTo>
                  <a:lnTo>
                    <a:pt x="470129" y="281018"/>
                  </a:lnTo>
                  <a:lnTo>
                    <a:pt x="469909" y="280999"/>
                  </a:lnTo>
                  <a:lnTo>
                    <a:pt x="469735" y="280968"/>
                  </a:lnTo>
                  <a:lnTo>
                    <a:pt x="469604" y="280798"/>
                  </a:lnTo>
                  <a:lnTo>
                    <a:pt x="469545" y="280561"/>
                  </a:lnTo>
                  <a:lnTo>
                    <a:pt x="469442" y="280372"/>
                  </a:lnTo>
                  <a:lnTo>
                    <a:pt x="469238" y="280222"/>
                  </a:lnTo>
                  <a:lnTo>
                    <a:pt x="469095" y="280312"/>
                  </a:lnTo>
                  <a:lnTo>
                    <a:pt x="468675" y="280526"/>
                  </a:lnTo>
                  <a:lnTo>
                    <a:pt x="468557" y="280253"/>
                  </a:lnTo>
                  <a:lnTo>
                    <a:pt x="467956" y="279918"/>
                  </a:lnTo>
                  <a:lnTo>
                    <a:pt x="467586" y="279893"/>
                  </a:lnTo>
                  <a:lnTo>
                    <a:pt x="467390" y="279879"/>
                  </a:lnTo>
                  <a:lnTo>
                    <a:pt x="467164" y="279864"/>
                  </a:lnTo>
                  <a:lnTo>
                    <a:pt x="466727" y="279920"/>
                  </a:lnTo>
                  <a:lnTo>
                    <a:pt x="466357" y="280111"/>
                  </a:lnTo>
                  <a:lnTo>
                    <a:pt x="466124" y="280225"/>
                  </a:lnTo>
                  <a:lnTo>
                    <a:pt x="465722" y="279756"/>
                  </a:lnTo>
                  <a:lnTo>
                    <a:pt x="465359" y="279750"/>
                  </a:lnTo>
                  <a:lnTo>
                    <a:pt x="465056" y="279729"/>
                  </a:lnTo>
                  <a:lnTo>
                    <a:pt x="464878" y="279717"/>
                  </a:lnTo>
                  <a:lnTo>
                    <a:pt x="464480" y="280085"/>
                  </a:lnTo>
                  <a:lnTo>
                    <a:pt x="464214" y="280330"/>
                  </a:lnTo>
                  <a:lnTo>
                    <a:pt x="463954" y="280356"/>
                  </a:lnTo>
                  <a:lnTo>
                    <a:pt x="463672" y="280611"/>
                  </a:lnTo>
                  <a:lnTo>
                    <a:pt x="463808" y="280902"/>
                  </a:lnTo>
                  <a:lnTo>
                    <a:pt x="463563" y="281004"/>
                  </a:lnTo>
                  <a:lnTo>
                    <a:pt x="463507" y="280859"/>
                  </a:lnTo>
                  <a:lnTo>
                    <a:pt x="463265" y="280717"/>
                  </a:lnTo>
                  <a:lnTo>
                    <a:pt x="462883" y="280979"/>
                  </a:lnTo>
                  <a:lnTo>
                    <a:pt x="462144" y="281731"/>
                  </a:lnTo>
                  <a:lnTo>
                    <a:pt x="461841" y="281967"/>
                  </a:lnTo>
                  <a:lnTo>
                    <a:pt x="461579" y="282172"/>
                  </a:lnTo>
                  <a:lnTo>
                    <a:pt x="461337" y="282361"/>
                  </a:lnTo>
                  <a:lnTo>
                    <a:pt x="461076" y="282565"/>
                  </a:lnTo>
                  <a:lnTo>
                    <a:pt x="460126" y="283051"/>
                  </a:lnTo>
                  <a:lnTo>
                    <a:pt x="459995" y="283047"/>
                  </a:lnTo>
                  <a:lnTo>
                    <a:pt x="459865" y="283016"/>
                  </a:lnTo>
                  <a:lnTo>
                    <a:pt x="459695" y="283063"/>
                  </a:lnTo>
                  <a:lnTo>
                    <a:pt x="459399" y="283404"/>
                  </a:lnTo>
                  <a:lnTo>
                    <a:pt x="459087" y="283558"/>
                  </a:lnTo>
                  <a:lnTo>
                    <a:pt x="458841" y="283679"/>
                  </a:lnTo>
                  <a:lnTo>
                    <a:pt x="458699" y="283900"/>
                  </a:lnTo>
                  <a:lnTo>
                    <a:pt x="458583" y="284081"/>
                  </a:lnTo>
                  <a:lnTo>
                    <a:pt x="458445" y="284297"/>
                  </a:lnTo>
                  <a:lnTo>
                    <a:pt x="458085" y="284427"/>
                  </a:lnTo>
                  <a:lnTo>
                    <a:pt x="457923" y="284486"/>
                  </a:lnTo>
                  <a:lnTo>
                    <a:pt x="457753" y="284547"/>
                  </a:lnTo>
                  <a:lnTo>
                    <a:pt x="457361" y="284755"/>
                  </a:lnTo>
                  <a:lnTo>
                    <a:pt x="457316" y="284886"/>
                  </a:lnTo>
                  <a:lnTo>
                    <a:pt x="457246" y="285089"/>
                  </a:lnTo>
                  <a:lnTo>
                    <a:pt x="457154" y="285355"/>
                  </a:lnTo>
                  <a:lnTo>
                    <a:pt x="456773" y="285899"/>
                  </a:lnTo>
                  <a:lnTo>
                    <a:pt x="456503" y="285879"/>
                  </a:lnTo>
                  <a:lnTo>
                    <a:pt x="456370" y="286170"/>
                  </a:lnTo>
                  <a:lnTo>
                    <a:pt x="456171" y="286266"/>
                  </a:lnTo>
                  <a:lnTo>
                    <a:pt x="455248" y="286495"/>
                  </a:lnTo>
                  <a:lnTo>
                    <a:pt x="454584" y="286010"/>
                  </a:lnTo>
                  <a:lnTo>
                    <a:pt x="454553" y="285754"/>
                  </a:lnTo>
                  <a:lnTo>
                    <a:pt x="454539" y="285177"/>
                  </a:lnTo>
                  <a:lnTo>
                    <a:pt x="454564" y="284702"/>
                  </a:lnTo>
                  <a:lnTo>
                    <a:pt x="454557" y="284349"/>
                  </a:lnTo>
                  <a:lnTo>
                    <a:pt x="454424" y="284118"/>
                  </a:lnTo>
                  <a:lnTo>
                    <a:pt x="453949" y="283868"/>
                  </a:lnTo>
                  <a:lnTo>
                    <a:pt x="453567" y="283693"/>
                  </a:lnTo>
                  <a:lnTo>
                    <a:pt x="453204" y="283349"/>
                  </a:lnTo>
                  <a:lnTo>
                    <a:pt x="452452" y="283310"/>
                  </a:lnTo>
                  <a:lnTo>
                    <a:pt x="452277" y="283729"/>
                  </a:lnTo>
                  <a:lnTo>
                    <a:pt x="451427" y="285104"/>
                  </a:lnTo>
                  <a:lnTo>
                    <a:pt x="450849" y="285192"/>
                  </a:lnTo>
                  <a:lnTo>
                    <a:pt x="450641" y="285100"/>
                  </a:lnTo>
                  <a:lnTo>
                    <a:pt x="450407" y="284365"/>
                  </a:lnTo>
                  <a:lnTo>
                    <a:pt x="449797" y="283683"/>
                  </a:lnTo>
                  <a:lnTo>
                    <a:pt x="449589" y="283762"/>
                  </a:lnTo>
                  <a:lnTo>
                    <a:pt x="449343" y="284097"/>
                  </a:lnTo>
                  <a:lnTo>
                    <a:pt x="448928" y="284162"/>
                  </a:lnTo>
                  <a:lnTo>
                    <a:pt x="448764" y="284162"/>
                  </a:lnTo>
                  <a:lnTo>
                    <a:pt x="448424" y="283883"/>
                  </a:lnTo>
                  <a:lnTo>
                    <a:pt x="447646" y="284056"/>
                  </a:lnTo>
                  <a:lnTo>
                    <a:pt x="446740" y="284386"/>
                  </a:lnTo>
                  <a:lnTo>
                    <a:pt x="446195" y="285116"/>
                  </a:lnTo>
                  <a:lnTo>
                    <a:pt x="445654" y="285155"/>
                  </a:lnTo>
                  <a:lnTo>
                    <a:pt x="445496" y="285149"/>
                  </a:lnTo>
                  <a:lnTo>
                    <a:pt x="445265" y="284996"/>
                  </a:lnTo>
                  <a:lnTo>
                    <a:pt x="445081" y="284931"/>
                  </a:lnTo>
                  <a:lnTo>
                    <a:pt x="444164" y="285119"/>
                  </a:lnTo>
                  <a:lnTo>
                    <a:pt x="443131" y="285733"/>
                  </a:lnTo>
                  <a:lnTo>
                    <a:pt x="442921" y="285601"/>
                  </a:lnTo>
                  <a:lnTo>
                    <a:pt x="442163" y="285185"/>
                  </a:lnTo>
                  <a:lnTo>
                    <a:pt x="441875" y="284951"/>
                  </a:lnTo>
                  <a:lnTo>
                    <a:pt x="441464" y="284518"/>
                  </a:lnTo>
                  <a:lnTo>
                    <a:pt x="441211" y="284390"/>
                  </a:lnTo>
                  <a:lnTo>
                    <a:pt x="440970" y="284419"/>
                  </a:lnTo>
                  <a:lnTo>
                    <a:pt x="440793" y="284470"/>
                  </a:lnTo>
                  <a:lnTo>
                    <a:pt x="440623" y="284471"/>
                  </a:lnTo>
                  <a:lnTo>
                    <a:pt x="439975" y="284545"/>
                  </a:lnTo>
                  <a:lnTo>
                    <a:pt x="439868" y="284783"/>
                  </a:lnTo>
                  <a:lnTo>
                    <a:pt x="439724" y="284706"/>
                  </a:lnTo>
                  <a:lnTo>
                    <a:pt x="439821" y="284417"/>
                  </a:lnTo>
                  <a:lnTo>
                    <a:pt x="439728" y="284130"/>
                  </a:lnTo>
                  <a:lnTo>
                    <a:pt x="439350" y="283714"/>
                  </a:lnTo>
                  <a:lnTo>
                    <a:pt x="439139" y="283524"/>
                  </a:lnTo>
                  <a:lnTo>
                    <a:pt x="438292" y="281537"/>
                  </a:lnTo>
                  <a:lnTo>
                    <a:pt x="438318" y="281333"/>
                  </a:lnTo>
                  <a:lnTo>
                    <a:pt x="438214" y="280789"/>
                  </a:lnTo>
                  <a:lnTo>
                    <a:pt x="437920" y="280885"/>
                  </a:lnTo>
                  <a:lnTo>
                    <a:pt x="437674" y="280745"/>
                  </a:lnTo>
                  <a:lnTo>
                    <a:pt x="437422" y="280608"/>
                  </a:lnTo>
                  <a:lnTo>
                    <a:pt x="437744" y="280008"/>
                  </a:lnTo>
                  <a:lnTo>
                    <a:pt x="437191" y="280083"/>
                  </a:lnTo>
                  <a:lnTo>
                    <a:pt x="435988" y="279733"/>
                  </a:lnTo>
                  <a:lnTo>
                    <a:pt x="434700" y="279280"/>
                  </a:lnTo>
                  <a:lnTo>
                    <a:pt x="434644" y="279091"/>
                  </a:lnTo>
                  <a:lnTo>
                    <a:pt x="434502" y="278933"/>
                  </a:lnTo>
                  <a:lnTo>
                    <a:pt x="434091" y="278880"/>
                  </a:lnTo>
                  <a:lnTo>
                    <a:pt x="433917" y="278903"/>
                  </a:lnTo>
                  <a:lnTo>
                    <a:pt x="433555" y="278247"/>
                  </a:lnTo>
                  <a:lnTo>
                    <a:pt x="433269" y="277821"/>
                  </a:lnTo>
                  <a:lnTo>
                    <a:pt x="433013" y="277609"/>
                  </a:lnTo>
                  <a:lnTo>
                    <a:pt x="432554" y="277526"/>
                  </a:lnTo>
                  <a:lnTo>
                    <a:pt x="432259" y="277346"/>
                  </a:lnTo>
                  <a:lnTo>
                    <a:pt x="432107" y="277311"/>
                  </a:lnTo>
                  <a:lnTo>
                    <a:pt x="431973" y="277333"/>
                  </a:lnTo>
                  <a:lnTo>
                    <a:pt x="431726" y="277449"/>
                  </a:lnTo>
                  <a:lnTo>
                    <a:pt x="431577" y="277292"/>
                  </a:lnTo>
                  <a:lnTo>
                    <a:pt x="431354" y="277092"/>
                  </a:lnTo>
                  <a:lnTo>
                    <a:pt x="431208" y="277163"/>
                  </a:lnTo>
                  <a:lnTo>
                    <a:pt x="430686" y="277313"/>
                  </a:lnTo>
                  <a:lnTo>
                    <a:pt x="430469" y="277710"/>
                  </a:lnTo>
                  <a:lnTo>
                    <a:pt x="430258" y="278112"/>
                  </a:lnTo>
                  <a:lnTo>
                    <a:pt x="430130" y="278611"/>
                  </a:lnTo>
                  <a:lnTo>
                    <a:pt x="430388" y="278820"/>
                  </a:lnTo>
                  <a:lnTo>
                    <a:pt x="430389" y="279015"/>
                  </a:lnTo>
                  <a:lnTo>
                    <a:pt x="430109" y="279226"/>
                  </a:lnTo>
                  <a:lnTo>
                    <a:pt x="429509" y="280247"/>
                  </a:lnTo>
                  <a:lnTo>
                    <a:pt x="428997" y="280456"/>
                  </a:lnTo>
                  <a:lnTo>
                    <a:pt x="428801" y="280625"/>
                  </a:lnTo>
                  <a:lnTo>
                    <a:pt x="428529" y="280894"/>
                  </a:lnTo>
                  <a:lnTo>
                    <a:pt x="428456" y="281317"/>
                  </a:lnTo>
                  <a:lnTo>
                    <a:pt x="427903" y="282329"/>
                  </a:lnTo>
                  <a:lnTo>
                    <a:pt x="427005" y="283019"/>
                  </a:lnTo>
                  <a:lnTo>
                    <a:pt x="426861" y="283075"/>
                  </a:lnTo>
                  <a:lnTo>
                    <a:pt x="426490" y="283414"/>
                  </a:lnTo>
                  <a:lnTo>
                    <a:pt x="426196" y="283903"/>
                  </a:lnTo>
                  <a:lnTo>
                    <a:pt x="426010" y="284107"/>
                  </a:lnTo>
                  <a:lnTo>
                    <a:pt x="425857" y="284384"/>
                  </a:lnTo>
                  <a:lnTo>
                    <a:pt x="425952" y="284804"/>
                  </a:lnTo>
                  <a:lnTo>
                    <a:pt x="426457" y="285652"/>
                  </a:lnTo>
                  <a:lnTo>
                    <a:pt x="426325" y="285960"/>
                  </a:lnTo>
                  <a:lnTo>
                    <a:pt x="426159" y="286221"/>
                  </a:lnTo>
                  <a:lnTo>
                    <a:pt x="425674" y="286450"/>
                  </a:lnTo>
                  <a:lnTo>
                    <a:pt x="425043" y="286557"/>
                  </a:lnTo>
                  <a:lnTo>
                    <a:pt x="424668" y="286115"/>
                  </a:lnTo>
                  <a:lnTo>
                    <a:pt x="424314" y="286132"/>
                  </a:lnTo>
                  <a:lnTo>
                    <a:pt x="424316" y="286387"/>
                  </a:lnTo>
                  <a:lnTo>
                    <a:pt x="424581" y="286800"/>
                  </a:lnTo>
                  <a:lnTo>
                    <a:pt x="424411" y="287134"/>
                  </a:lnTo>
                  <a:lnTo>
                    <a:pt x="424204" y="287202"/>
                  </a:lnTo>
                  <a:lnTo>
                    <a:pt x="423941" y="287240"/>
                  </a:lnTo>
                  <a:lnTo>
                    <a:pt x="423808" y="287224"/>
                  </a:lnTo>
                  <a:lnTo>
                    <a:pt x="423536" y="286811"/>
                  </a:lnTo>
                  <a:lnTo>
                    <a:pt x="423329" y="286782"/>
                  </a:lnTo>
                  <a:lnTo>
                    <a:pt x="423197" y="286888"/>
                  </a:lnTo>
                  <a:lnTo>
                    <a:pt x="423056" y="287518"/>
                  </a:lnTo>
                  <a:lnTo>
                    <a:pt x="422769" y="287787"/>
                  </a:lnTo>
                  <a:lnTo>
                    <a:pt x="422610" y="287903"/>
                  </a:lnTo>
                  <a:lnTo>
                    <a:pt x="422282" y="287991"/>
                  </a:lnTo>
                  <a:lnTo>
                    <a:pt x="421915" y="287608"/>
                  </a:lnTo>
                  <a:lnTo>
                    <a:pt x="421372" y="287131"/>
                  </a:lnTo>
                  <a:lnTo>
                    <a:pt x="421254" y="287003"/>
                  </a:lnTo>
                  <a:lnTo>
                    <a:pt x="421065" y="286759"/>
                  </a:lnTo>
                  <a:lnTo>
                    <a:pt x="420964" y="286545"/>
                  </a:lnTo>
                  <a:lnTo>
                    <a:pt x="420739" y="286213"/>
                  </a:lnTo>
                  <a:lnTo>
                    <a:pt x="420545" y="285975"/>
                  </a:lnTo>
                  <a:lnTo>
                    <a:pt x="420400" y="285607"/>
                  </a:lnTo>
                  <a:lnTo>
                    <a:pt x="420433" y="285298"/>
                  </a:lnTo>
                  <a:lnTo>
                    <a:pt x="420545" y="285147"/>
                  </a:lnTo>
                  <a:lnTo>
                    <a:pt x="420550" y="284993"/>
                  </a:lnTo>
                  <a:lnTo>
                    <a:pt x="420482" y="284823"/>
                  </a:lnTo>
                  <a:lnTo>
                    <a:pt x="420351" y="284704"/>
                  </a:lnTo>
                  <a:lnTo>
                    <a:pt x="419738" y="284451"/>
                  </a:lnTo>
                  <a:lnTo>
                    <a:pt x="419555" y="284096"/>
                  </a:lnTo>
                  <a:lnTo>
                    <a:pt x="419170" y="284158"/>
                  </a:lnTo>
                  <a:lnTo>
                    <a:pt x="418945" y="284236"/>
                  </a:lnTo>
                  <a:lnTo>
                    <a:pt x="418696" y="284378"/>
                  </a:lnTo>
                  <a:lnTo>
                    <a:pt x="418373" y="284473"/>
                  </a:lnTo>
                  <a:lnTo>
                    <a:pt x="418104" y="284396"/>
                  </a:lnTo>
                  <a:lnTo>
                    <a:pt x="417855" y="283967"/>
                  </a:lnTo>
                  <a:lnTo>
                    <a:pt x="417661" y="283868"/>
                  </a:lnTo>
                  <a:lnTo>
                    <a:pt x="417175" y="283618"/>
                  </a:lnTo>
                  <a:lnTo>
                    <a:pt x="416911" y="283143"/>
                  </a:lnTo>
                  <a:lnTo>
                    <a:pt x="416360" y="282852"/>
                  </a:lnTo>
                  <a:lnTo>
                    <a:pt x="416094" y="282789"/>
                  </a:lnTo>
                  <a:lnTo>
                    <a:pt x="415604" y="282485"/>
                  </a:lnTo>
                  <a:lnTo>
                    <a:pt x="415464" y="282361"/>
                  </a:lnTo>
                  <a:lnTo>
                    <a:pt x="415147" y="282004"/>
                  </a:lnTo>
                  <a:lnTo>
                    <a:pt x="415025" y="281636"/>
                  </a:lnTo>
                  <a:lnTo>
                    <a:pt x="415129" y="281341"/>
                  </a:lnTo>
                  <a:lnTo>
                    <a:pt x="415157" y="280516"/>
                  </a:lnTo>
                  <a:lnTo>
                    <a:pt x="414957" y="280071"/>
                  </a:lnTo>
                  <a:lnTo>
                    <a:pt x="414916" y="279664"/>
                  </a:lnTo>
                  <a:lnTo>
                    <a:pt x="414990" y="279526"/>
                  </a:lnTo>
                  <a:lnTo>
                    <a:pt x="414929" y="279191"/>
                  </a:lnTo>
                  <a:lnTo>
                    <a:pt x="414761" y="279158"/>
                  </a:lnTo>
                  <a:lnTo>
                    <a:pt x="414491" y="279145"/>
                  </a:lnTo>
                  <a:lnTo>
                    <a:pt x="414195" y="279312"/>
                  </a:lnTo>
                  <a:lnTo>
                    <a:pt x="413428" y="279782"/>
                  </a:lnTo>
                  <a:lnTo>
                    <a:pt x="413249" y="279842"/>
                  </a:lnTo>
                  <a:lnTo>
                    <a:pt x="412833" y="279529"/>
                  </a:lnTo>
                  <a:lnTo>
                    <a:pt x="412695" y="279522"/>
                  </a:lnTo>
                  <a:lnTo>
                    <a:pt x="412093" y="279298"/>
                  </a:lnTo>
                  <a:lnTo>
                    <a:pt x="412125" y="278947"/>
                  </a:lnTo>
                  <a:lnTo>
                    <a:pt x="411680" y="278983"/>
                  </a:lnTo>
                  <a:lnTo>
                    <a:pt x="411439" y="278744"/>
                  </a:lnTo>
                  <a:lnTo>
                    <a:pt x="411303" y="278593"/>
                  </a:lnTo>
                  <a:lnTo>
                    <a:pt x="411023" y="278370"/>
                  </a:lnTo>
                  <a:lnTo>
                    <a:pt x="410921" y="278790"/>
                  </a:lnTo>
                  <a:lnTo>
                    <a:pt x="410911" y="278970"/>
                  </a:lnTo>
                  <a:lnTo>
                    <a:pt x="410785" y="279103"/>
                  </a:lnTo>
                  <a:lnTo>
                    <a:pt x="410724" y="279347"/>
                  </a:lnTo>
                  <a:lnTo>
                    <a:pt x="410716" y="279776"/>
                  </a:lnTo>
                  <a:lnTo>
                    <a:pt x="410150" y="281014"/>
                  </a:lnTo>
                  <a:lnTo>
                    <a:pt x="410069" y="281408"/>
                  </a:lnTo>
                  <a:lnTo>
                    <a:pt x="409778" y="281443"/>
                  </a:lnTo>
                  <a:lnTo>
                    <a:pt x="409694" y="281666"/>
                  </a:lnTo>
                  <a:lnTo>
                    <a:pt x="409675" y="282233"/>
                  </a:lnTo>
                  <a:lnTo>
                    <a:pt x="409652" y="282921"/>
                  </a:lnTo>
                  <a:lnTo>
                    <a:pt x="409648" y="283101"/>
                  </a:lnTo>
                  <a:lnTo>
                    <a:pt x="409618" y="283803"/>
                  </a:lnTo>
                  <a:lnTo>
                    <a:pt x="409169" y="283900"/>
                  </a:lnTo>
                  <a:lnTo>
                    <a:pt x="409000" y="284071"/>
                  </a:lnTo>
                  <a:lnTo>
                    <a:pt x="408525" y="284268"/>
                  </a:lnTo>
                  <a:lnTo>
                    <a:pt x="408233" y="284568"/>
                  </a:lnTo>
                  <a:lnTo>
                    <a:pt x="408221" y="284984"/>
                  </a:lnTo>
                  <a:lnTo>
                    <a:pt x="408302" y="285111"/>
                  </a:lnTo>
                  <a:lnTo>
                    <a:pt x="408186" y="285470"/>
                  </a:lnTo>
                  <a:lnTo>
                    <a:pt x="407917" y="285865"/>
                  </a:lnTo>
                  <a:lnTo>
                    <a:pt x="407826" y="286017"/>
                  </a:lnTo>
                  <a:lnTo>
                    <a:pt x="407765" y="286712"/>
                  </a:lnTo>
                  <a:lnTo>
                    <a:pt x="407512" y="286928"/>
                  </a:lnTo>
                  <a:lnTo>
                    <a:pt x="406890" y="286822"/>
                  </a:lnTo>
                  <a:lnTo>
                    <a:pt x="406725" y="287003"/>
                  </a:lnTo>
                  <a:lnTo>
                    <a:pt x="406697" y="287204"/>
                  </a:lnTo>
                  <a:lnTo>
                    <a:pt x="406632" y="287668"/>
                  </a:lnTo>
                  <a:lnTo>
                    <a:pt x="406390" y="287906"/>
                  </a:lnTo>
                  <a:lnTo>
                    <a:pt x="405782" y="288092"/>
                  </a:lnTo>
                  <a:lnTo>
                    <a:pt x="404904" y="287898"/>
                  </a:lnTo>
                  <a:lnTo>
                    <a:pt x="404762" y="288068"/>
                  </a:lnTo>
                  <a:lnTo>
                    <a:pt x="404855" y="288743"/>
                  </a:lnTo>
                  <a:lnTo>
                    <a:pt x="404628" y="288973"/>
                  </a:lnTo>
                  <a:lnTo>
                    <a:pt x="404402" y="288799"/>
                  </a:lnTo>
                  <a:lnTo>
                    <a:pt x="404223" y="288780"/>
                  </a:lnTo>
                  <a:lnTo>
                    <a:pt x="404304" y="289141"/>
                  </a:lnTo>
                  <a:lnTo>
                    <a:pt x="404243" y="289377"/>
                  </a:lnTo>
                  <a:lnTo>
                    <a:pt x="403957" y="289558"/>
                  </a:lnTo>
                  <a:lnTo>
                    <a:pt x="403597" y="290024"/>
                  </a:lnTo>
                  <a:lnTo>
                    <a:pt x="403113" y="290653"/>
                  </a:lnTo>
                  <a:lnTo>
                    <a:pt x="402537" y="290903"/>
                  </a:lnTo>
                  <a:lnTo>
                    <a:pt x="402277" y="291005"/>
                  </a:lnTo>
                  <a:lnTo>
                    <a:pt x="402245" y="291180"/>
                  </a:lnTo>
                  <a:lnTo>
                    <a:pt x="402272" y="291385"/>
                  </a:lnTo>
                  <a:lnTo>
                    <a:pt x="401871" y="291772"/>
                  </a:lnTo>
                  <a:lnTo>
                    <a:pt x="401821" y="291921"/>
                  </a:lnTo>
                  <a:lnTo>
                    <a:pt x="401769" y="292393"/>
                  </a:lnTo>
                  <a:lnTo>
                    <a:pt x="401534" y="292460"/>
                  </a:lnTo>
                  <a:lnTo>
                    <a:pt x="401311" y="292712"/>
                  </a:lnTo>
                  <a:lnTo>
                    <a:pt x="401151" y="293246"/>
                  </a:lnTo>
                  <a:lnTo>
                    <a:pt x="401026" y="293492"/>
                  </a:lnTo>
                  <a:lnTo>
                    <a:pt x="400313" y="293790"/>
                  </a:lnTo>
                  <a:lnTo>
                    <a:pt x="400414" y="294014"/>
                  </a:lnTo>
                  <a:lnTo>
                    <a:pt x="400475" y="294245"/>
                  </a:lnTo>
                  <a:lnTo>
                    <a:pt x="400053" y="294999"/>
                  </a:lnTo>
                  <a:lnTo>
                    <a:pt x="399923" y="295283"/>
                  </a:lnTo>
                  <a:lnTo>
                    <a:pt x="399672" y="295332"/>
                  </a:lnTo>
                  <a:lnTo>
                    <a:pt x="399057" y="295209"/>
                  </a:lnTo>
                  <a:lnTo>
                    <a:pt x="398684" y="295288"/>
                  </a:lnTo>
                  <a:lnTo>
                    <a:pt x="397934" y="295564"/>
                  </a:lnTo>
                  <a:lnTo>
                    <a:pt x="397744" y="295470"/>
                  </a:lnTo>
                  <a:lnTo>
                    <a:pt x="396960" y="295747"/>
                  </a:lnTo>
                  <a:lnTo>
                    <a:pt x="396573" y="295965"/>
                  </a:lnTo>
                  <a:lnTo>
                    <a:pt x="396469" y="296184"/>
                  </a:lnTo>
                  <a:lnTo>
                    <a:pt x="396396" y="296354"/>
                  </a:lnTo>
                  <a:lnTo>
                    <a:pt x="396397" y="296509"/>
                  </a:lnTo>
                  <a:lnTo>
                    <a:pt x="396240" y="297053"/>
                  </a:lnTo>
                  <a:lnTo>
                    <a:pt x="396417" y="297065"/>
                  </a:lnTo>
                  <a:lnTo>
                    <a:pt x="396632" y="297148"/>
                  </a:lnTo>
                  <a:lnTo>
                    <a:pt x="396878" y="297349"/>
                  </a:lnTo>
                  <a:lnTo>
                    <a:pt x="397366" y="297397"/>
                  </a:lnTo>
                  <a:lnTo>
                    <a:pt x="397631" y="297292"/>
                  </a:lnTo>
                  <a:lnTo>
                    <a:pt x="397787" y="297289"/>
                  </a:lnTo>
                  <a:lnTo>
                    <a:pt x="397819" y="297556"/>
                  </a:lnTo>
                  <a:lnTo>
                    <a:pt x="397947" y="297899"/>
                  </a:lnTo>
                  <a:lnTo>
                    <a:pt x="398075" y="298591"/>
                  </a:lnTo>
                  <a:lnTo>
                    <a:pt x="397953" y="298722"/>
                  </a:lnTo>
                  <a:lnTo>
                    <a:pt x="397640" y="298818"/>
                  </a:lnTo>
                  <a:lnTo>
                    <a:pt x="397384" y="298766"/>
                  </a:lnTo>
                  <a:lnTo>
                    <a:pt x="396705" y="298446"/>
                  </a:lnTo>
                  <a:lnTo>
                    <a:pt x="396501" y="298343"/>
                  </a:lnTo>
                  <a:lnTo>
                    <a:pt x="396126" y="297959"/>
                  </a:lnTo>
                  <a:lnTo>
                    <a:pt x="395842" y="298199"/>
                  </a:lnTo>
                  <a:lnTo>
                    <a:pt x="395747" y="298361"/>
                  </a:lnTo>
                  <a:lnTo>
                    <a:pt x="395567" y="298870"/>
                  </a:lnTo>
                  <a:lnTo>
                    <a:pt x="395343" y="299046"/>
                  </a:lnTo>
                  <a:lnTo>
                    <a:pt x="395548" y="299332"/>
                  </a:lnTo>
                  <a:lnTo>
                    <a:pt x="395600" y="299511"/>
                  </a:lnTo>
                  <a:lnTo>
                    <a:pt x="395608" y="299738"/>
                  </a:lnTo>
                  <a:lnTo>
                    <a:pt x="395906" y="300092"/>
                  </a:lnTo>
                  <a:lnTo>
                    <a:pt x="396146" y="300387"/>
                  </a:lnTo>
                  <a:lnTo>
                    <a:pt x="396429" y="300455"/>
                  </a:lnTo>
                  <a:lnTo>
                    <a:pt x="396424" y="300738"/>
                  </a:lnTo>
                  <a:lnTo>
                    <a:pt x="396495" y="301008"/>
                  </a:lnTo>
                  <a:lnTo>
                    <a:pt x="396564" y="301194"/>
                  </a:lnTo>
                  <a:lnTo>
                    <a:pt x="396405" y="301413"/>
                  </a:lnTo>
                  <a:lnTo>
                    <a:pt x="396115" y="301680"/>
                  </a:lnTo>
                  <a:lnTo>
                    <a:pt x="395978" y="301934"/>
                  </a:lnTo>
                  <a:lnTo>
                    <a:pt x="396155" y="301853"/>
                  </a:lnTo>
                  <a:lnTo>
                    <a:pt x="396353" y="301883"/>
                  </a:lnTo>
                  <a:lnTo>
                    <a:pt x="396571" y="301685"/>
                  </a:lnTo>
                  <a:lnTo>
                    <a:pt x="396863" y="301522"/>
                  </a:lnTo>
                  <a:lnTo>
                    <a:pt x="397242" y="301368"/>
                  </a:lnTo>
                  <a:lnTo>
                    <a:pt x="397894" y="300865"/>
                  </a:lnTo>
                  <a:lnTo>
                    <a:pt x="398043" y="300374"/>
                  </a:lnTo>
                  <a:lnTo>
                    <a:pt x="398387" y="300082"/>
                  </a:lnTo>
                  <a:lnTo>
                    <a:pt x="398601" y="299709"/>
                  </a:lnTo>
                  <a:lnTo>
                    <a:pt x="398798" y="299509"/>
                  </a:lnTo>
                  <a:lnTo>
                    <a:pt x="399006" y="299487"/>
                  </a:lnTo>
                  <a:lnTo>
                    <a:pt x="399458" y="299499"/>
                  </a:lnTo>
                  <a:lnTo>
                    <a:pt x="399754" y="299536"/>
                  </a:lnTo>
                  <a:lnTo>
                    <a:pt x="400366" y="299733"/>
                  </a:lnTo>
                  <a:lnTo>
                    <a:pt x="400484" y="299881"/>
                  </a:lnTo>
                  <a:lnTo>
                    <a:pt x="400537" y="300169"/>
                  </a:lnTo>
                  <a:lnTo>
                    <a:pt x="400741" y="300375"/>
                  </a:lnTo>
                  <a:lnTo>
                    <a:pt x="400972" y="300539"/>
                  </a:lnTo>
                  <a:lnTo>
                    <a:pt x="401124" y="300811"/>
                  </a:lnTo>
                  <a:lnTo>
                    <a:pt x="401454" y="301135"/>
                  </a:lnTo>
                  <a:lnTo>
                    <a:pt x="401522" y="301389"/>
                  </a:lnTo>
                  <a:lnTo>
                    <a:pt x="401477" y="301567"/>
                  </a:lnTo>
                  <a:lnTo>
                    <a:pt x="401629" y="302017"/>
                  </a:lnTo>
                  <a:lnTo>
                    <a:pt x="402015" y="302484"/>
                  </a:lnTo>
                  <a:lnTo>
                    <a:pt x="402126" y="302674"/>
                  </a:lnTo>
                  <a:lnTo>
                    <a:pt x="402201" y="302880"/>
                  </a:lnTo>
                  <a:lnTo>
                    <a:pt x="402246" y="303111"/>
                  </a:lnTo>
                  <a:lnTo>
                    <a:pt x="402312" y="303263"/>
                  </a:lnTo>
                  <a:lnTo>
                    <a:pt x="402528" y="303710"/>
                  </a:lnTo>
                  <a:lnTo>
                    <a:pt x="402558" y="303909"/>
                  </a:lnTo>
                  <a:lnTo>
                    <a:pt x="402559" y="304247"/>
                  </a:lnTo>
                  <a:lnTo>
                    <a:pt x="402889" y="304457"/>
                  </a:lnTo>
                  <a:lnTo>
                    <a:pt x="403358" y="304749"/>
                  </a:lnTo>
                  <a:lnTo>
                    <a:pt x="403581" y="304969"/>
                  </a:lnTo>
                  <a:lnTo>
                    <a:pt x="403690" y="305292"/>
                  </a:lnTo>
                  <a:lnTo>
                    <a:pt x="403689" y="305541"/>
                  </a:lnTo>
                  <a:lnTo>
                    <a:pt x="403623" y="305849"/>
                  </a:lnTo>
                  <a:lnTo>
                    <a:pt x="403341" y="306346"/>
                  </a:lnTo>
                  <a:lnTo>
                    <a:pt x="403100" y="306713"/>
                  </a:lnTo>
                  <a:lnTo>
                    <a:pt x="403033" y="306969"/>
                  </a:lnTo>
                  <a:lnTo>
                    <a:pt x="403004" y="307313"/>
                  </a:lnTo>
                  <a:lnTo>
                    <a:pt x="403168" y="307636"/>
                  </a:lnTo>
                  <a:lnTo>
                    <a:pt x="403201" y="308003"/>
                  </a:lnTo>
                  <a:lnTo>
                    <a:pt x="403268" y="308257"/>
                  </a:lnTo>
                  <a:lnTo>
                    <a:pt x="403445" y="308571"/>
                  </a:lnTo>
                  <a:lnTo>
                    <a:pt x="403658" y="308740"/>
                  </a:lnTo>
                  <a:lnTo>
                    <a:pt x="403749" y="309028"/>
                  </a:lnTo>
                  <a:lnTo>
                    <a:pt x="403572" y="309349"/>
                  </a:lnTo>
                  <a:lnTo>
                    <a:pt x="403262" y="309491"/>
                  </a:lnTo>
                  <a:lnTo>
                    <a:pt x="403011" y="309447"/>
                  </a:lnTo>
                  <a:lnTo>
                    <a:pt x="402883" y="309469"/>
                  </a:lnTo>
                  <a:lnTo>
                    <a:pt x="402651" y="309597"/>
                  </a:lnTo>
                  <a:lnTo>
                    <a:pt x="402503" y="309774"/>
                  </a:lnTo>
                  <a:lnTo>
                    <a:pt x="402071" y="309928"/>
                  </a:lnTo>
                  <a:lnTo>
                    <a:pt x="401898" y="309971"/>
                  </a:lnTo>
                  <a:lnTo>
                    <a:pt x="401627" y="309990"/>
                  </a:lnTo>
                  <a:lnTo>
                    <a:pt x="401395" y="310045"/>
                  </a:lnTo>
                  <a:lnTo>
                    <a:pt x="401175" y="310148"/>
                  </a:lnTo>
                  <a:lnTo>
                    <a:pt x="401036" y="310285"/>
                  </a:lnTo>
                  <a:lnTo>
                    <a:pt x="401103" y="310527"/>
                  </a:lnTo>
                  <a:lnTo>
                    <a:pt x="401129" y="310671"/>
                  </a:lnTo>
                  <a:lnTo>
                    <a:pt x="401139" y="310811"/>
                  </a:lnTo>
                  <a:lnTo>
                    <a:pt x="401066" y="310988"/>
                  </a:lnTo>
                  <a:lnTo>
                    <a:pt x="400740" y="311363"/>
                  </a:lnTo>
                  <a:lnTo>
                    <a:pt x="400601" y="311399"/>
                  </a:lnTo>
                  <a:lnTo>
                    <a:pt x="400334" y="311498"/>
                  </a:lnTo>
                  <a:lnTo>
                    <a:pt x="400168" y="312150"/>
                  </a:lnTo>
                  <a:lnTo>
                    <a:pt x="400135" y="312278"/>
                  </a:lnTo>
                  <a:lnTo>
                    <a:pt x="400157" y="312548"/>
                  </a:lnTo>
                  <a:lnTo>
                    <a:pt x="400217" y="312971"/>
                  </a:lnTo>
                  <a:lnTo>
                    <a:pt x="400283" y="313231"/>
                  </a:lnTo>
                  <a:lnTo>
                    <a:pt x="400583" y="313895"/>
                  </a:lnTo>
                  <a:lnTo>
                    <a:pt x="400896" y="314281"/>
                  </a:lnTo>
                  <a:lnTo>
                    <a:pt x="400974" y="314523"/>
                  </a:lnTo>
                  <a:lnTo>
                    <a:pt x="400944" y="314910"/>
                  </a:lnTo>
                  <a:lnTo>
                    <a:pt x="400893" y="315121"/>
                  </a:lnTo>
                  <a:lnTo>
                    <a:pt x="400958" y="315276"/>
                  </a:lnTo>
                  <a:lnTo>
                    <a:pt x="401186" y="315488"/>
                  </a:lnTo>
                  <a:lnTo>
                    <a:pt x="401184" y="315736"/>
                  </a:lnTo>
                  <a:lnTo>
                    <a:pt x="401243" y="316164"/>
                  </a:lnTo>
                  <a:lnTo>
                    <a:pt x="401464" y="316488"/>
                  </a:lnTo>
                  <a:lnTo>
                    <a:pt x="401728" y="316686"/>
                  </a:lnTo>
                  <a:lnTo>
                    <a:pt x="401859" y="316899"/>
                  </a:lnTo>
                  <a:lnTo>
                    <a:pt x="402166" y="317024"/>
                  </a:lnTo>
                  <a:lnTo>
                    <a:pt x="402369" y="316983"/>
                  </a:lnTo>
                  <a:lnTo>
                    <a:pt x="402692" y="316563"/>
                  </a:lnTo>
                  <a:lnTo>
                    <a:pt x="403003" y="316359"/>
                  </a:lnTo>
                  <a:lnTo>
                    <a:pt x="403268" y="316596"/>
                  </a:lnTo>
                  <a:lnTo>
                    <a:pt x="403375" y="316915"/>
                  </a:lnTo>
                  <a:lnTo>
                    <a:pt x="403431" y="317224"/>
                  </a:lnTo>
                  <a:lnTo>
                    <a:pt x="403416" y="317589"/>
                  </a:lnTo>
                  <a:lnTo>
                    <a:pt x="403301" y="317808"/>
                  </a:lnTo>
                  <a:lnTo>
                    <a:pt x="403212" y="318020"/>
                  </a:lnTo>
                  <a:lnTo>
                    <a:pt x="403243" y="318160"/>
                  </a:lnTo>
                  <a:lnTo>
                    <a:pt x="403237" y="318397"/>
                  </a:lnTo>
                  <a:lnTo>
                    <a:pt x="403156" y="318570"/>
                  </a:lnTo>
                  <a:lnTo>
                    <a:pt x="402943" y="318748"/>
                  </a:lnTo>
                  <a:lnTo>
                    <a:pt x="402831" y="318933"/>
                  </a:lnTo>
                  <a:lnTo>
                    <a:pt x="402796" y="319082"/>
                  </a:lnTo>
                  <a:lnTo>
                    <a:pt x="402846" y="319618"/>
                  </a:lnTo>
                  <a:lnTo>
                    <a:pt x="402810" y="319929"/>
                  </a:lnTo>
                  <a:lnTo>
                    <a:pt x="402784" y="320120"/>
                  </a:lnTo>
                  <a:lnTo>
                    <a:pt x="402775" y="320258"/>
                  </a:lnTo>
                  <a:lnTo>
                    <a:pt x="402893" y="320506"/>
                  </a:lnTo>
                  <a:lnTo>
                    <a:pt x="402897" y="320922"/>
                  </a:lnTo>
                  <a:lnTo>
                    <a:pt x="402893" y="321121"/>
                  </a:lnTo>
                  <a:lnTo>
                    <a:pt x="402493" y="321734"/>
                  </a:lnTo>
                  <a:lnTo>
                    <a:pt x="402331" y="322153"/>
                  </a:lnTo>
                  <a:lnTo>
                    <a:pt x="402302" y="322493"/>
                  </a:lnTo>
                  <a:lnTo>
                    <a:pt x="402395" y="322644"/>
                  </a:lnTo>
                  <a:lnTo>
                    <a:pt x="402678" y="322844"/>
                  </a:lnTo>
                  <a:lnTo>
                    <a:pt x="403004" y="323171"/>
                  </a:lnTo>
                  <a:lnTo>
                    <a:pt x="403290" y="323540"/>
                  </a:lnTo>
                  <a:lnTo>
                    <a:pt x="403352" y="323949"/>
                  </a:lnTo>
                  <a:lnTo>
                    <a:pt x="403175" y="324428"/>
                  </a:lnTo>
                  <a:lnTo>
                    <a:pt x="403038" y="324528"/>
                  </a:lnTo>
                  <a:lnTo>
                    <a:pt x="403192" y="324735"/>
                  </a:lnTo>
                  <a:lnTo>
                    <a:pt x="403749" y="325170"/>
                  </a:lnTo>
                  <a:lnTo>
                    <a:pt x="404018" y="325232"/>
                  </a:lnTo>
                  <a:lnTo>
                    <a:pt x="404350" y="325343"/>
                  </a:lnTo>
                  <a:lnTo>
                    <a:pt x="404874" y="325666"/>
                  </a:lnTo>
                  <a:lnTo>
                    <a:pt x="404975" y="325818"/>
                  </a:lnTo>
                  <a:lnTo>
                    <a:pt x="405206" y="326085"/>
                  </a:lnTo>
                  <a:lnTo>
                    <a:pt x="405354" y="326212"/>
                  </a:lnTo>
                  <a:lnTo>
                    <a:pt x="405476" y="326344"/>
                  </a:lnTo>
                  <a:lnTo>
                    <a:pt x="405392" y="326534"/>
                  </a:lnTo>
                  <a:lnTo>
                    <a:pt x="405346" y="326900"/>
                  </a:lnTo>
                  <a:lnTo>
                    <a:pt x="405467" y="327369"/>
                  </a:lnTo>
                  <a:lnTo>
                    <a:pt x="405630" y="327513"/>
                  </a:lnTo>
                  <a:lnTo>
                    <a:pt x="405815" y="327561"/>
                  </a:lnTo>
                  <a:lnTo>
                    <a:pt x="406145" y="327599"/>
                  </a:lnTo>
                  <a:lnTo>
                    <a:pt x="406304" y="327584"/>
                  </a:lnTo>
                  <a:lnTo>
                    <a:pt x="406768" y="327472"/>
                  </a:lnTo>
                  <a:lnTo>
                    <a:pt x="406984" y="327620"/>
                  </a:lnTo>
                  <a:lnTo>
                    <a:pt x="407089" y="327884"/>
                  </a:lnTo>
                  <a:lnTo>
                    <a:pt x="407452" y="328001"/>
                  </a:lnTo>
                  <a:lnTo>
                    <a:pt x="407595" y="328212"/>
                  </a:lnTo>
                  <a:lnTo>
                    <a:pt x="407827" y="328477"/>
                  </a:lnTo>
                  <a:lnTo>
                    <a:pt x="407987" y="328433"/>
                  </a:lnTo>
                  <a:lnTo>
                    <a:pt x="408256" y="328360"/>
                  </a:lnTo>
                  <a:lnTo>
                    <a:pt x="408524" y="328286"/>
                  </a:lnTo>
                  <a:lnTo>
                    <a:pt x="408656" y="328250"/>
                  </a:lnTo>
                  <a:lnTo>
                    <a:pt x="409073" y="328289"/>
                  </a:lnTo>
                  <a:lnTo>
                    <a:pt x="409319" y="328312"/>
                  </a:lnTo>
                  <a:lnTo>
                    <a:pt x="409992" y="328458"/>
                  </a:lnTo>
                  <a:lnTo>
                    <a:pt x="410349" y="328397"/>
                  </a:lnTo>
                  <a:lnTo>
                    <a:pt x="411263" y="328210"/>
                  </a:lnTo>
                  <a:lnTo>
                    <a:pt x="411548" y="328148"/>
                  </a:lnTo>
                  <a:lnTo>
                    <a:pt x="411943" y="328062"/>
                  </a:lnTo>
                  <a:lnTo>
                    <a:pt x="412385" y="328066"/>
                  </a:lnTo>
                  <a:lnTo>
                    <a:pt x="412595" y="328105"/>
                  </a:lnTo>
                  <a:lnTo>
                    <a:pt x="413083" y="328196"/>
                  </a:lnTo>
                  <a:lnTo>
                    <a:pt x="413354" y="328252"/>
                  </a:lnTo>
                  <a:lnTo>
                    <a:pt x="413532" y="328295"/>
                  </a:lnTo>
                  <a:lnTo>
                    <a:pt x="413932" y="328039"/>
                  </a:lnTo>
                  <a:lnTo>
                    <a:pt x="414132" y="328048"/>
                  </a:lnTo>
                  <a:lnTo>
                    <a:pt x="414666" y="328452"/>
                  </a:lnTo>
                  <a:lnTo>
                    <a:pt x="414953" y="328357"/>
                  </a:lnTo>
                  <a:lnTo>
                    <a:pt x="415276" y="328459"/>
                  </a:lnTo>
                  <a:lnTo>
                    <a:pt x="415516" y="328313"/>
                  </a:lnTo>
                  <a:lnTo>
                    <a:pt x="416182" y="328353"/>
                  </a:lnTo>
                  <a:lnTo>
                    <a:pt x="416384" y="328568"/>
                  </a:lnTo>
                  <a:lnTo>
                    <a:pt x="416596" y="328848"/>
                  </a:lnTo>
                  <a:lnTo>
                    <a:pt x="416899" y="328590"/>
                  </a:lnTo>
                  <a:lnTo>
                    <a:pt x="417118" y="328533"/>
                  </a:lnTo>
                  <a:lnTo>
                    <a:pt x="417297" y="328352"/>
                  </a:lnTo>
                  <a:lnTo>
                    <a:pt x="417475" y="328154"/>
                  </a:lnTo>
                  <a:lnTo>
                    <a:pt x="417571" y="327721"/>
                  </a:lnTo>
                  <a:lnTo>
                    <a:pt x="417518" y="327146"/>
                  </a:lnTo>
                  <a:lnTo>
                    <a:pt x="417564" y="326967"/>
                  </a:lnTo>
                  <a:lnTo>
                    <a:pt x="417341" y="326389"/>
                  </a:lnTo>
                  <a:lnTo>
                    <a:pt x="417250" y="325917"/>
                  </a:lnTo>
                  <a:lnTo>
                    <a:pt x="417507" y="325087"/>
                  </a:lnTo>
                  <a:lnTo>
                    <a:pt x="417660" y="325068"/>
                  </a:lnTo>
                  <a:lnTo>
                    <a:pt x="418036" y="324805"/>
                  </a:lnTo>
                  <a:lnTo>
                    <a:pt x="418448" y="324256"/>
                  </a:lnTo>
                  <a:lnTo>
                    <a:pt x="418625" y="323997"/>
                  </a:lnTo>
                  <a:lnTo>
                    <a:pt x="418736" y="323779"/>
                  </a:lnTo>
                  <a:lnTo>
                    <a:pt x="419137" y="323088"/>
                  </a:lnTo>
                  <a:lnTo>
                    <a:pt x="419216" y="322932"/>
                  </a:lnTo>
                  <a:lnTo>
                    <a:pt x="419426" y="322642"/>
                  </a:lnTo>
                  <a:lnTo>
                    <a:pt x="419580" y="322421"/>
                  </a:lnTo>
                  <a:lnTo>
                    <a:pt x="419761" y="322000"/>
                  </a:lnTo>
                  <a:lnTo>
                    <a:pt x="419930" y="321727"/>
                  </a:lnTo>
                  <a:lnTo>
                    <a:pt x="420267" y="321406"/>
                  </a:lnTo>
                  <a:lnTo>
                    <a:pt x="420516" y="321493"/>
                  </a:lnTo>
                  <a:lnTo>
                    <a:pt x="420829" y="321539"/>
                  </a:lnTo>
                  <a:lnTo>
                    <a:pt x="421233" y="321456"/>
                  </a:lnTo>
                  <a:lnTo>
                    <a:pt x="421444" y="321240"/>
                  </a:lnTo>
                  <a:lnTo>
                    <a:pt x="421768" y="321273"/>
                  </a:lnTo>
                  <a:lnTo>
                    <a:pt x="422199" y="321557"/>
                  </a:lnTo>
                  <a:lnTo>
                    <a:pt x="422305" y="321743"/>
                  </a:lnTo>
                  <a:lnTo>
                    <a:pt x="422423" y="321875"/>
                  </a:lnTo>
                  <a:lnTo>
                    <a:pt x="422880" y="321888"/>
                  </a:lnTo>
                  <a:lnTo>
                    <a:pt x="422979" y="321744"/>
                  </a:lnTo>
                  <a:lnTo>
                    <a:pt x="423281" y="321950"/>
                  </a:lnTo>
                  <a:lnTo>
                    <a:pt x="423735" y="322272"/>
                  </a:lnTo>
                  <a:lnTo>
                    <a:pt x="423952" y="322376"/>
                  </a:lnTo>
                  <a:lnTo>
                    <a:pt x="424457" y="322476"/>
                  </a:lnTo>
                  <a:lnTo>
                    <a:pt x="424962" y="322612"/>
                  </a:lnTo>
                  <a:lnTo>
                    <a:pt x="425100" y="322691"/>
                  </a:lnTo>
                  <a:lnTo>
                    <a:pt x="425293" y="322405"/>
                  </a:lnTo>
                  <a:lnTo>
                    <a:pt x="425484" y="322295"/>
                  </a:lnTo>
                  <a:lnTo>
                    <a:pt x="425672" y="322267"/>
                  </a:lnTo>
                  <a:lnTo>
                    <a:pt x="426261" y="322569"/>
                  </a:lnTo>
                  <a:lnTo>
                    <a:pt x="427073" y="322561"/>
                  </a:lnTo>
                  <a:lnTo>
                    <a:pt x="427105" y="322364"/>
                  </a:lnTo>
                  <a:lnTo>
                    <a:pt x="427050" y="322073"/>
                  </a:lnTo>
                  <a:lnTo>
                    <a:pt x="427212" y="321989"/>
                  </a:lnTo>
                  <a:lnTo>
                    <a:pt x="427559" y="321969"/>
                  </a:lnTo>
                  <a:lnTo>
                    <a:pt x="427793" y="322003"/>
                  </a:lnTo>
                  <a:lnTo>
                    <a:pt x="428096" y="322046"/>
                  </a:lnTo>
                  <a:lnTo>
                    <a:pt x="428372" y="322170"/>
                  </a:lnTo>
                  <a:lnTo>
                    <a:pt x="428592" y="322320"/>
                  </a:lnTo>
                  <a:lnTo>
                    <a:pt x="428840" y="322665"/>
                  </a:lnTo>
                  <a:lnTo>
                    <a:pt x="428751" y="323048"/>
                  </a:lnTo>
                  <a:lnTo>
                    <a:pt x="428993" y="323090"/>
                  </a:lnTo>
                  <a:lnTo>
                    <a:pt x="429215" y="323020"/>
                  </a:lnTo>
                  <a:lnTo>
                    <a:pt x="429418" y="322932"/>
                  </a:lnTo>
                  <a:lnTo>
                    <a:pt x="429557" y="322851"/>
                  </a:lnTo>
                  <a:lnTo>
                    <a:pt x="429811" y="322715"/>
                  </a:lnTo>
                  <a:lnTo>
                    <a:pt x="430208" y="322645"/>
                  </a:lnTo>
                  <a:lnTo>
                    <a:pt x="430476" y="322693"/>
                  </a:lnTo>
                  <a:lnTo>
                    <a:pt x="430699" y="322715"/>
                  </a:lnTo>
                  <a:lnTo>
                    <a:pt x="430963" y="322558"/>
                  </a:lnTo>
                  <a:lnTo>
                    <a:pt x="431151" y="322360"/>
                  </a:lnTo>
                  <a:lnTo>
                    <a:pt x="431424" y="321969"/>
                  </a:lnTo>
                  <a:lnTo>
                    <a:pt x="431441" y="321682"/>
                  </a:lnTo>
                  <a:lnTo>
                    <a:pt x="431715" y="321359"/>
                  </a:lnTo>
                  <a:lnTo>
                    <a:pt x="432232" y="321072"/>
                  </a:lnTo>
                  <a:lnTo>
                    <a:pt x="432244" y="320491"/>
                  </a:lnTo>
                  <a:lnTo>
                    <a:pt x="432268" y="320327"/>
                  </a:lnTo>
                  <a:lnTo>
                    <a:pt x="432720" y="319576"/>
                  </a:lnTo>
                  <a:lnTo>
                    <a:pt x="432851" y="319357"/>
                  </a:lnTo>
                  <a:lnTo>
                    <a:pt x="433051" y="319124"/>
                  </a:lnTo>
                  <a:lnTo>
                    <a:pt x="433036" y="318636"/>
                  </a:lnTo>
                  <a:lnTo>
                    <a:pt x="433027" y="318272"/>
                  </a:lnTo>
                  <a:lnTo>
                    <a:pt x="433533" y="317802"/>
                  </a:lnTo>
                  <a:lnTo>
                    <a:pt x="434234" y="317869"/>
                  </a:lnTo>
                  <a:lnTo>
                    <a:pt x="434288" y="318020"/>
                  </a:lnTo>
                  <a:lnTo>
                    <a:pt x="434246" y="318220"/>
                  </a:lnTo>
                  <a:lnTo>
                    <a:pt x="434739" y="318504"/>
                  </a:lnTo>
                  <a:lnTo>
                    <a:pt x="435132" y="319192"/>
                  </a:lnTo>
                  <a:lnTo>
                    <a:pt x="435176" y="319371"/>
                  </a:lnTo>
                  <a:lnTo>
                    <a:pt x="435080" y="319652"/>
                  </a:lnTo>
                  <a:lnTo>
                    <a:pt x="435137" y="319884"/>
                  </a:lnTo>
                  <a:lnTo>
                    <a:pt x="435288" y="320002"/>
                  </a:lnTo>
                  <a:lnTo>
                    <a:pt x="435505" y="320114"/>
                  </a:lnTo>
                  <a:lnTo>
                    <a:pt x="435838" y="320347"/>
                  </a:lnTo>
                  <a:lnTo>
                    <a:pt x="436344" y="321046"/>
                  </a:lnTo>
                  <a:lnTo>
                    <a:pt x="436343" y="321380"/>
                  </a:lnTo>
                  <a:lnTo>
                    <a:pt x="436284" y="321615"/>
                  </a:lnTo>
                  <a:lnTo>
                    <a:pt x="436147" y="321995"/>
                  </a:lnTo>
                  <a:lnTo>
                    <a:pt x="436019" y="322268"/>
                  </a:lnTo>
                  <a:lnTo>
                    <a:pt x="436007" y="322468"/>
                  </a:lnTo>
                  <a:lnTo>
                    <a:pt x="435924" y="323049"/>
                  </a:lnTo>
                  <a:lnTo>
                    <a:pt x="435891" y="323204"/>
                  </a:lnTo>
                  <a:lnTo>
                    <a:pt x="435944" y="323350"/>
                  </a:lnTo>
                  <a:lnTo>
                    <a:pt x="435957" y="323641"/>
                  </a:lnTo>
                  <a:lnTo>
                    <a:pt x="436239" y="324104"/>
                  </a:lnTo>
                  <a:lnTo>
                    <a:pt x="436432" y="324265"/>
                  </a:lnTo>
                  <a:lnTo>
                    <a:pt x="436587" y="324433"/>
                  </a:lnTo>
                  <a:lnTo>
                    <a:pt x="437277" y="324879"/>
                  </a:lnTo>
                  <a:lnTo>
                    <a:pt x="437715" y="324443"/>
                  </a:lnTo>
                  <a:lnTo>
                    <a:pt x="437884" y="324342"/>
                  </a:lnTo>
                  <a:lnTo>
                    <a:pt x="438295" y="324488"/>
                  </a:lnTo>
                  <a:lnTo>
                    <a:pt x="438467" y="324434"/>
                  </a:lnTo>
                  <a:lnTo>
                    <a:pt x="438664" y="324423"/>
                  </a:lnTo>
                  <a:lnTo>
                    <a:pt x="439331" y="324470"/>
                  </a:lnTo>
                  <a:lnTo>
                    <a:pt x="439547" y="324545"/>
                  </a:lnTo>
                  <a:lnTo>
                    <a:pt x="439913" y="324580"/>
                  </a:lnTo>
                  <a:lnTo>
                    <a:pt x="440295" y="324343"/>
                  </a:lnTo>
                  <a:lnTo>
                    <a:pt x="440527" y="324261"/>
                  </a:lnTo>
                  <a:lnTo>
                    <a:pt x="440916" y="324496"/>
                  </a:lnTo>
                  <a:lnTo>
                    <a:pt x="441249" y="324903"/>
                  </a:lnTo>
                  <a:lnTo>
                    <a:pt x="441328" y="325135"/>
                  </a:lnTo>
                  <a:lnTo>
                    <a:pt x="441300" y="325412"/>
                  </a:lnTo>
                  <a:lnTo>
                    <a:pt x="441664" y="325598"/>
                  </a:lnTo>
                  <a:lnTo>
                    <a:pt x="441593" y="326260"/>
                  </a:lnTo>
                  <a:lnTo>
                    <a:pt x="441329" y="326713"/>
                  </a:lnTo>
                  <a:lnTo>
                    <a:pt x="441162" y="327032"/>
                  </a:lnTo>
                  <a:lnTo>
                    <a:pt x="441104" y="327334"/>
                  </a:lnTo>
                  <a:lnTo>
                    <a:pt x="441181" y="327588"/>
                  </a:lnTo>
                  <a:lnTo>
                    <a:pt x="441236" y="327799"/>
                  </a:lnTo>
                  <a:lnTo>
                    <a:pt x="441634" y="327749"/>
                  </a:lnTo>
                  <a:lnTo>
                    <a:pt x="442283" y="327901"/>
                  </a:lnTo>
                  <a:lnTo>
                    <a:pt x="442607" y="328049"/>
                  </a:lnTo>
                  <a:lnTo>
                    <a:pt x="442811" y="328224"/>
                  </a:lnTo>
                  <a:lnTo>
                    <a:pt x="442930" y="328442"/>
                  </a:lnTo>
                  <a:lnTo>
                    <a:pt x="443179" y="328642"/>
                  </a:lnTo>
                  <a:lnTo>
                    <a:pt x="443326" y="328678"/>
                  </a:lnTo>
                  <a:lnTo>
                    <a:pt x="443420" y="328956"/>
                  </a:lnTo>
                  <a:lnTo>
                    <a:pt x="443598" y="329284"/>
                  </a:lnTo>
                  <a:lnTo>
                    <a:pt x="444034" y="329659"/>
                  </a:lnTo>
                  <a:lnTo>
                    <a:pt x="444192" y="329888"/>
                  </a:lnTo>
                  <a:lnTo>
                    <a:pt x="444435" y="330394"/>
                  </a:lnTo>
                  <a:lnTo>
                    <a:pt x="444305" y="330838"/>
                  </a:lnTo>
                  <a:lnTo>
                    <a:pt x="444114" y="331183"/>
                  </a:lnTo>
                  <a:lnTo>
                    <a:pt x="444166" y="331775"/>
                  </a:lnTo>
                  <a:lnTo>
                    <a:pt x="444479" y="332257"/>
                  </a:lnTo>
                  <a:lnTo>
                    <a:pt x="444643" y="332399"/>
                  </a:lnTo>
                  <a:lnTo>
                    <a:pt x="444938" y="332421"/>
                  </a:lnTo>
                  <a:lnTo>
                    <a:pt x="445392" y="332517"/>
                  </a:lnTo>
                  <a:lnTo>
                    <a:pt x="445719" y="332745"/>
                  </a:lnTo>
                  <a:lnTo>
                    <a:pt x="445711" y="333055"/>
                  </a:lnTo>
                  <a:lnTo>
                    <a:pt x="445784" y="333703"/>
                  </a:lnTo>
                  <a:lnTo>
                    <a:pt x="445861" y="334048"/>
                  </a:lnTo>
                  <a:lnTo>
                    <a:pt x="445833" y="334189"/>
                  </a:lnTo>
                  <a:lnTo>
                    <a:pt x="445627" y="334474"/>
                  </a:lnTo>
                  <a:lnTo>
                    <a:pt x="445684" y="334670"/>
                  </a:lnTo>
                  <a:lnTo>
                    <a:pt x="445982" y="335252"/>
                  </a:lnTo>
                  <a:lnTo>
                    <a:pt x="446435" y="335635"/>
                  </a:lnTo>
                  <a:lnTo>
                    <a:pt x="446524" y="335840"/>
                  </a:lnTo>
                  <a:lnTo>
                    <a:pt x="446574" y="336181"/>
                  </a:lnTo>
                  <a:lnTo>
                    <a:pt x="446341" y="336480"/>
                  </a:lnTo>
                  <a:lnTo>
                    <a:pt x="446208" y="336496"/>
                  </a:lnTo>
                  <a:lnTo>
                    <a:pt x="445753" y="336488"/>
                  </a:lnTo>
                  <a:lnTo>
                    <a:pt x="445434" y="336839"/>
                  </a:lnTo>
                  <a:lnTo>
                    <a:pt x="445349" y="337115"/>
                  </a:lnTo>
                  <a:lnTo>
                    <a:pt x="445376" y="337487"/>
                  </a:lnTo>
                  <a:lnTo>
                    <a:pt x="445432" y="337616"/>
                  </a:lnTo>
                  <a:lnTo>
                    <a:pt x="445302" y="338051"/>
                  </a:lnTo>
                  <a:lnTo>
                    <a:pt x="444889" y="338237"/>
                  </a:lnTo>
                  <a:lnTo>
                    <a:pt x="444218" y="338378"/>
                  </a:lnTo>
                  <a:lnTo>
                    <a:pt x="443878" y="338367"/>
                  </a:lnTo>
                  <a:lnTo>
                    <a:pt x="443428" y="338544"/>
                  </a:lnTo>
                  <a:lnTo>
                    <a:pt x="443195" y="338679"/>
                  </a:lnTo>
                  <a:lnTo>
                    <a:pt x="442919" y="338724"/>
                  </a:lnTo>
                  <a:lnTo>
                    <a:pt x="442660" y="338736"/>
                  </a:lnTo>
                  <a:lnTo>
                    <a:pt x="442397" y="338855"/>
                  </a:lnTo>
                  <a:lnTo>
                    <a:pt x="442245" y="338954"/>
                  </a:lnTo>
                  <a:lnTo>
                    <a:pt x="441790" y="339741"/>
                  </a:lnTo>
                  <a:lnTo>
                    <a:pt x="441759" y="340085"/>
                  </a:lnTo>
                  <a:lnTo>
                    <a:pt x="441692" y="340247"/>
                  </a:lnTo>
                  <a:lnTo>
                    <a:pt x="441488" y="340408"/>
                  </a:lnTo>
                  <a:lnTo>
                    <a:pt x="441267" y="340644"/>
                  </a:lnTo>
                  <a:lnTo>
                    <a:pt x="441069" y="340912"/>
                  </a:lnTo>
                  <a:lnTo>
                    <a:pt x="440562" y="341225"/>
                  </a:lnTo>
                  <a:lnTo>
                    <a:pt x="440387" y="341532"/>
                  </a:lnTo>
                  <a:lnTo>
                    <a:pt x="440271" y="341835"/>
                  </a:lnTo>
                  <a:lnTo>
                    <a:pt x="440125" y="342096"/>
                  </a:lnTo>
                  <a:lnTo>
                    <a:pt x="439858" y="342450"/>
                  </a:lnTo>
                  <a:lnTo>
                    <a:pt x="439915" y="343004"/>
                  </a:lnTo>
                  <a:lnTo>
                    <a:pt x="440065" y="343420"/>
                  </a:lnTo>
                  <a:lnTo>
                    <a:pt x="440181" y="343783"/>
                  </a:lnTo>
                  <a:lnTo>
                    <a:pt x="440148" y="344435"/>
                  </a:lnTo>
                  <a:lnTo>
                    <a:pt x="439709" y="344882"/>
                  </a:lnTo>
                  <a:lnTo>
                    <a:pt x="439797" y="345160"/>
                  </a:lnTo>
                  <a:lnTo>
                    <a:pt x="439734" y="345438"/>
                  </a:lnTo>
                  <a:lnTo>
                    <a:pt x="439580" y="345689"/>
                  </a:lnTo>
                  <a:lnTo>
                    <a:pt x="439437" y="346008"/>
                  </a:lnTo>
                  <a:lnTo>
                    <a:pt x="439407" y="346198"/>
                  </a:lnTo>
                  <a:lnTo>
                    <a:pt x="439243" y="346586"/>
                  </a:lnTo>
                  <a:lnTo>
                    <a:pt x="439031" y="346779"/>
                  </a:lnTo>
                  <a:lnTo>
                    <a:pt x="438894" y="346864"/>
                  </a:lnTo>
                  <a:lnTo>
                    <a:pt x="438792" y="346993"/>
                  </a:lnTo>
                  <a:lnTo>
                    <a:pt x="438758" y="347154"/>
                  </a:lnTo>
                  <a:lnTo>
                    <a:pt x="438781" y="347505"/>
                  </a:lnTo>
                  <a:lnTo>
                    <a:pt x="438733" y="347723"/>
                  </a:lnTo>
                  <a:lnTo>
                    <a:pt x="438712" y="348348"/>
                  </a:lnTo>
                  <a:lnTo>
                    <a:pt x="438721" y="348483"/>
                  </a:lnTo>
                  <a:lnTo>
                    <a:pt x="438773" y="348867"/>
                  </a:lnTo>
                  <a:lnTo>
                    <a:pt x="438979" y="349277"/>
                  </a:lnTo>
                  <a:lnTo>
                    <a:pt x="439128" y="349462"/>
                  </a:lnTo>
                  <a:lnTo>
                    <a:pt x="439223" y="349916"/>
                  </a:lnTo>
                  <a:lnTo>
                    <a:pt x="439215" y="350148"/>
                  </a:lnTo>
                  <a:lnTo>
                    <a:pt x="439137" y="350635"/>
                  </a:lnTo>
                  <a:lnTo>
                    <a:pt x="439043" y="350841"/>
                  </a:lnTo>
                  <a:lnTo>
                    <a:pt x="438897" y="351135"/>
                  </a:lnTo>
                  <a:lnTo>
                    <a:pt x="438810" y="351282"/>
                  </a:lnTo>
                  <a:lnTo>
                    <a:pt x="438506" y="351483"/>
                  </a:lnTo>
                  <a:lnTo>
                    <a:pt x="438332" y="351530"/>
                  </a:lnTo>
                  <a:lnTo>
                    <a:pt x="438083" y="351896"/>
                  </a:lnTo>
                  <a:lnTo>
                    <a:pt x="437519" y="352220"/>
                  </a:lnTo>
                  <a:lnTo>
                    <a:pt x="437335" y="352091"/>
                  </a:lnTo>
                  <a:lnTo>
                    <a:pt x="437207" y="351973"/>
                  </a:lnTo>
                  <a:lnTo>
                    <a:pt x="436678" y="351550"/>
                  </a:lnTo>
                  <a:lnTo>
                    <a:pt x="436458" y="351374"/>
                  </a:lnTo>
                  <a:lnTo>
                    <a:pt x="436197" y="351356"/>
                  </a:lnTo>
                  <a:lnTo>
                    <a:pt x="435987" y="351388"/>
                  </a:lnTo>
                  <a:lnTo>
                    <a:pt x="435854" y="351479"/>
                  </a:lnTo>
                  <a:lnTo>
                    <a:pt x="435777" y="351794"/>
                  </a:lnTo>
                  <a:lnTo>
                    <a:pt x="435776" y="352019"/>
                  </a:lnTo>
                  <a:lnTo>
                    <a:pt x="436060" y="352362"/>
                  </a:lnTo>
                  <a:lnTo>
                    <a:pt x="436372" y="352753"/>
                  </a:lnTo>
                  <a:lnTo>
                    <a:pt x="436552" y="353434"/>
                  </a:lnTo>
                  <a:lnTo>
                    <a:pt x="436419" y="354113"/>
                  </a:lnTo>
                  <a:lnTo>
                    <a:pt x="436237" y="354350"/>
                  </a:lnTo>
                  <a:lnTo>
                    <a:pt x="436070" y="354492"/>
                  </a:lnTo>
                  <a:lnTo>
                    <a:pt x="436115" y="354792"/>
                  </a:lnTo>
                  <a:lnTo>
                    <a:pt x="436181" y="355085"/>
                  </a:lnTo>
                  <a:lnTo>
                    <a:pt x="436320" y="355294"/>
                  </a:lnTo>
                  <a:lnTo>
                    <a:pt x="436369" y="355501"/>
                  </a:lnTo>
                  <a:lnTo>
                    <a:pt x="436208" y="355584"/>
                  </a:lnTo>
                  <a:lnTo>
                    <a:pt x="436092" y="356212"/>
                  </a:lnTo>
                  <a:lnTo>
                    <a:pt x="436088" y="356612"/>
                  </a:lnTo>
                  <a:lnTo>
                    <a:pt x="436084" y="356803"/>
                  </a:lnTo>
                  <a:lnTo>
                    <a:pt x="435982" y="357085"/>
                  </a:lnTo>
                  <a:lnTo>
                    <a:pt x="435910" y="357220"/>
                  </a:lnTo>
                  <a:lnTo>
                    <a:pt x="435798" y="357498"/>
                  </a:lnTo>
                  <a:lnTo>
                    <a:pt x="435429" y="357801"/>
                  </a:lnTo>
                  <a:lnTo>
                    <a:pt x="435357" y="358012"/>
                  </a:lnTo>
                  <a:lnTo>
                    <a:pt x="435222" y="358192"/>
                  </a:lnTo>
                  <a:lnTo>
                    <a:pt x="435184" y="358556"/>
                  </a:lnTo>
                  <a:lnTo>
                    <a:pt x="435218" y="358906"/>
                  </a:lnTo>
                  <a:lnTo>
                    <a:pt x="435310" y="359266"/>
                  </a:lnTo>
                  <a:lnTo>
                    <a:pt x="435012" y="359322"/>
                  </a:lnTo>
                  <a:lnTo>
                    <a:pt x="434885" y="359981"/>
                  </a:lnTo>
                  <a:lnTo>
                    <a:pt x="434636" y="360150"/>
                  </a:lnTo>
                  <a:lnTo>
                    <a:pt x="434408" y="360298"/>
                  </a:lnTo>
                  <a:lnTo>
                    <a:pt x="433981" y="360551"/>
                  </a:lnTo>
                  <a:lnTo>
                    <a:pt x="433834" y="360758"/>
                  </a:lnTo>
                  <a:lnTo>
                    <a:pt x="433966" y="361348"/>
                  </a:lnTo>
                  <a:lnTo>
                    <a:pt x="433984" y="361828"/>
                  </a:lnTo>
                  <a:lnTo>
                    <a:pt x="434274" y="361792"/>
                  </a:lnTo>
                  <a:lnTo>
                    <a:pt x="434581" y="361658"/>
                  </a:lnTo>
                  <a:lnTo>
                    <a:pt x="434760" y="361735"/>
                  </a:lnTo>
                  <a:lnTo>
                    <a:pt x="434848" y="362278"/>
                  </a:lnTo>
                  <a:lnTo>
                    <a:pt x="434869" y="362453"/>
                  </a:lnTo>
                  <a:lnTo>
                    <a:pt x="434912" y="362597"/>
                  </a:lnTo>
                  <a:lnTo>
                    <a:pt x="435090" y="363123"/>
                  </a:lnTo>
                  <a:lnTo>
                    <a:pt x="434786" y="363374"/>
                  </a:lnTo>
                  <a:lnTo>
                    <a:pt x="434731" y="363529"/>
                  </a:lnTo>
                  <a:lnTo>
                    <a:pt x="434645" y="363687"/>
                  </a:lnTo>
                  <a:lnTo>
                    <a:pt x="434582" y="363851"/>
                  </a:lnTo>
                  <a:lnTo>
                    <a:pt x="434504" y="364054"/>
                  </a:lnTo>
                  <a:lnTo>
                    <a:pt x="434416" y="364285"/>
                  </a:lnTo>
                  <a:lnTo>
                    <a:pt x="434387" y="364803"/>
                  </a:lnTo>
                  <a:lnTo>
                    <a:pt x="434440" y="365007"/>
                  </a:lnTo>
                  <a:lnTo>
                    <a:pt x="434507" y="365165"/>
                  </a:lnTo>
                  <a:lnTo>
                    <a:pt x="434540" y="365457"/>
                  </a:lnTo>
                  <a:lnTo>
                    <a:pt x="434560" y="365641"/>
                  </a:lnTo>
                  <a:lnTo>
                    <a:pt x="434536" y="365799"/>
                  </a:lnTo>
                  <a:lnTo>
                    <a:pt x="434394" y="365778"/>
                  </a:lnTo>
                  <a:lnTo>
                    <a:pt x="434028" y="365998"/>
                  </a:lnTo>
                  <a:lnTo>
                    <a:pt x="433742" y="366492"/>
                  </a:lnTo>
                  <a:lnTo>
                    <a:pt x="433485" y="366946"/>
                  </a:lnTo>
                  <a:lnTo>
                    <a:pt x="433219" y="366887"/>
                  </a:lnTo>
                  <a:lnTo>
                    <a:pt x="433355" y="367241"/>
                  </a:lnTo>
                  <a:lnTo>
                    <a:pt x="433372" y="367613"/>
                  </a:lnTo>
                  <a:lnTo>
                    <a:pt x="433108" y="368078"/>
                  </a:lnTo>
                  <a:lnTo>
                    <a:pt x="433115" y="368404"/>
                  </a:lnTo>
                  <a:lnTo>
                    <a:pt x="432901" y="368960"/>
                  </a:lnTo>
                  <a:lnTo>
                    <a:pt x="432551" y="369299"/>
                  </a:lnTo>
                  <a:lnTo>
                    <a:pt x="432514" y="369488"/>
                  </a:lnTo>
                  <a:lnTo>
                    <a:pt x="432395" y="369650"/>
                  </a:lnTo>
                  <a:lnTo>
                    <a:pt x="432185" y="370135"/>
                  </a:lnTo>
                  <a:lnTo>
                    <a:pt x="431778" y="370486"/>
                  </a:lnTo>
                  <a:lnTo>
                    <a:pt x="431449" y="370547"/>
                  </a:lnTo>
                  <a:lnTo>
                    <a:pt x="431322" y="370433"/>
                  </a:lnTo>
                  <a:lnTo>
                    <a:pt x="430810" y="369917"/>
                  </a:lnTo>
                  <a:lnTo>
                    <a:pt x="430678" y="369687"/>
                  </a:lnTo>
                  <a:lnTo>
                    <a:pt x="430210" y="369317"/>
                  </a:lnTo>
                  <a:lnTo>
                    <a:pt x="430079" y="368980"/>
                  </a:lnTo>
                  <a:lnTo>
                    <a:pt x="429708" y="368901"/>
                  </a:lnTo>
                  <a:lnTo>
                    <a:pt x="429616" y="369217"/>
                  </a:lnTo>
                  <a:lnTo>
                    <a:pt x="429570" y="369378"/>
                  </a:lnTo>
                  <a:lnTo>
                    <a:pt x="429526" y="369527"/>
                  </a:lnTo>
                  <a:lnTo>
                    <a:pt x="429703" y="369964"/>
                  </a:lnTo>
                  <a:lnTo>
                    <a:pt x="429414" y="370563"/>
                  </a:lnTo>
                  <a:lnTo>
                    <a:pt x="429536" y="370845"/>
                  </a:lnTo>
                  <a:lnTo>
                    <a:pt x="429372" y="371102"/>
                  </a:lnTo>
                  <a:lnTo>
                    <a:pt x="429394" y="371341"/>
                  </a:lnTo>
                  <a:lnTo>
                    <a:pt x="429416" y="371501"/>
                  </a:lnTo>
                  <a:lnTo>
                    <a:pt x="429506" y="371838"/>
                  </a:lnTo>
                  <a:lnTo>
                    <a:pt x="429370" y="372268"/>
                  </a:lnTo>
                  <a:lnTo>
                    <a:pt x="429232" y="372545"/>
                  </a:lnTo>
                  <a:lnTo>
                    <a:pt x="429145" y="373743"/>
                  </a:lnTo>
                  <a:lnTo>
                    <a:pt x="428939" y="374303"/>
                  </a:lnTo>
                  <a:lnTo>
                    <a:pt x="428999" y="374676"/>
                  </a:lnTo>
                  <a:lnTo>
                    <a:pt x="429540" y="375348"/>
                  </a:lnTo>
                  <a:lnTo>
                    <a:pt x="429492" y="375547"/>
                  </a:lnTo>
                  <a:lnTo>
                    <a:pt x="429185" y="375878"/>
                  </a:lnTo>
                  <a:lnTo>
                    <a:pt x="429218" y="376113"/>
                  </a:lnTo>
                  <a:lnTo>
                    <a:pt x="429382" y="376285"/>
                  </a:lnTo>
                  <a:lnTo>
                    <a:pt x="429593" y="376308"/>
                  </a:lnTo>
                  <a:lnTo>
                    <a:pt x="429771" y="376473"/>
                  </a:lnTo>
                  <a:lnTo>
                    <a:pt x="430130" y="377481"/>
                  </a:lnTo>
                  <a:lnTo>
                    <a:pt x="430386" y="377684"/>
                  </a:lnTo>
                  <a:lnTo>
                    <a:pt x="430666" y="377665"/>
                  </a:lnTo>
                  <a:lnTo>
                    <a:pt x="431371" y="377542"/>
                  </a:lnTo>
                  <a:lnTo>
                    <a:pt x="431409" y="377783"/>
                  </a:lnTo>
                  <a:lnTo>
                    <a:pt x="431492" y="378517"/>
                  </a:lnTo>
                  <a:lnTo>
                    <a:pt x="431413" y="378645"/>
                  </a:lnTo>
                  <a:lnTo>
                    <a:pt x="431516" y="378842"/>
                  </a:lnTo>
                  <a:lnTo>
                    <a:pt x="431668" y="378750"/>
                  </a:lnTo>
                  <a:lnTo>
                    <a:pt x="431875" y="378464"/>
                  </a:lnTo>
                  <a:lnTo>
                    <a:pt x="432417" y="378194"/>
                  </a:lnTo>
                  <a:lnTo>
                    <a:pt x="432517" y="377962"/>
                  </a:lnTo>
                  <a:lnTo>
                    <a:pt x="432840" y="377956"/>
                  </a:lnTo>
                  <a:lnTo>
                    <a:pt x="433032" y="377980"/>
                  </a:lnTo>
                  <a:lnTo>
                    <a:pt x="433161" y="377944"/>
                  </a:lnTo>
                  <a:lnTo>
                    <a:pt x="433595" y="378090"/>
                  </a:lnTo>
                  <a:lnTo>
                    <a:pt x="433688" y="378311"/>
                  </a:lnTo>
                  <a:lnTo>
                    <a:pt x="433897" y="378366"/>
                  </a:lnTo>
                  <a:lnTo>
                    <a:pt x="434090" y="378365"/>
                  </a:lnTo>
                  <a:lnTo>
                    <a:pt x="434324" y="378697"/>
                  </a:lnTo>
                  <a:lnTo>
                    <a:pt x="434339" y="379187"/>
                  </a:lnTo>
                  <a:lnTo>
                    <a:pt x="434445" y="379707"/>
                  </a:lnTo>
                  <a:lnTo>
                    <a:pt x="434606" y="379840"/>
                  </a:lnTo>
                  <a:lnTo>
                    <a:pt x="434743" y="380786"/>
                  </a:lnTo>
                  <a:lnTo>
                    <a:pt x="434821" y="380972"/>
                  </a:lnTo>
                  <a:lnTo>
                    <a:pt x="434752" y="381227"/>
                  </a:lnTo>
                  <a:lnTo>
                    <a:pt x="434772" y="381375"/>
                  </a:lnTo>
                  <a:lnTo>
                    <a:pt x="434817" y="381695"/>
                  </a:lnTo>
                  <a:lnTo>
                    <a:pt x="434853" y="381953"/>
                  </a:lnTo>
                  <a:lnTo>
                    <a:pt x="434800" y="382158"/>
                  </a:lnTo>
                  <a:lnTo>
                    <a:pt x="434708" y="382511"/>
                  </a:lnTo>
                  <a:lnTo>
                    <a:pt x="434678" y="382640"/>
                  </a:lnTo>
                  <a:lnTo>
                    <a:pt x="434534" y="382661"/>
                  </a:lnTo>
                  <a:lnTo>
                    <a:pt x="434177" y="382800"/>
                  </a:lnTo>
                  <a:lnTo>
                    <a:pt x="434046" y="382952"/>
                  </a:lnTo>
                  <a:lnTo>
                    <a:pt x="434095" y="383260"/>
                  </a:lnTo>
                  <a:lnTo>
                    <a:pt x="434499" y="383547"/>
                  </a:lnTo>
                  <a:lnTo>
                    <a:pt x="434749" y="383773"/>
                  </a:lnTo>
                  <a:lnTo>
                    <a:pt x="434798" y="384078"/>
                  </a:lnTo>
                  <a:lnTo>
                    <a:pt x="434973" y="384401"/>
                  </a:lnTo>
                  <a:lnTo>
                    <a:pt x="435255" y="384394"/>
                  </a:lnTo>
                  <a:lnTo>
                    <a:pt x="435428" y="384241"/>
                  </a:lnTo>
                  <a:lnTo>
                    <a:pt x="435435" y="384094"/>
                  </a:lnTo>
                  <a:lnTo>
                    <a:pt x="435455" y="383712"/>
                  </a:lnTo>
                  <a:lnTo>
                    <a:pt x="435462" y="383565"/>
                  </a:lnTo>
                  <a:lnTo>
                    <a:pt x="435690" y="383170"/>
                  </a:lnTo>
                  <a:lnTo>
                    <a:pt x="436044" y="383197"/>
                  </a:lnTo>
                  <a:lnTo>
                    <a:pt x="436223" y="383211"/>
                  </a:lnTo>
                  <a:lnTo>
                    <a:pt x="436499" y="383233"/>
                  </a:lnTo>
                  <a:lnTo>
                    <a:pt x="437010" y="383299"/>
                  </a:lnTo>
                  <a:lnTo>
                    <a:pt x="437160" y="383244"/>
                  </a:lnTo>
                  <a:lnTo>
                    <a:pt x="437624" y="382780"/>
                  </a:lnTo>
                  <a:lnTo>
                    <a:pt x="437799" y="382604"/>
                  </a:lnTo>
                  <a:lnTo>
                    <a:pt x="438116" y="382550"/>
                  </a:lnTo>
                  <a:lnTo>
                    <a:pt x="438256" y="382366"/>
                  </a:lnTo>
                  <a:lnTo>
                    <a:pt x="438428" y="382138"/>
                  </a:lnTo>
                  <a:lnTo>
                    <a:pt x="438989" y="381505"/>
                  </a:lnTo>
                  <a:lnTo>
                    <a:pt x="439308" y="381794"/>
                  </a:lnTo>
                  <a:lnTo>
                    <a:pt x="439802" y="382022"/>
                  </a:lnTo>
                  <a:lnTo>
                    <a:pt x="440279" y="382297"/>
                  </a:lnTo>
                  <a:lnTo>
                    <a:pt x="440192" y="382089"/>
                  </a:lnTo>
                  <a:lnTo>
                    <a:pt x="440106" y="381890"/>
                  </a:lnTo>
                  <a:lnTo>
                    <a:pt x="439937" y="381813"/>
                  </a:lnTo>
                  <a:lnTo>
                    <a:pt x="439982" y="381605"/>
                  </a:lnTo>
                  <a:lnTo>
                    <a:pt x="440219" y="381301"/>
                  </a:lnTo>
                  <a:lnTo>
                    <a:pt x="440382" y="381426"/>
                  </a:lnTo>
                  <a:lnTo>
                    <a:pt x="440525" y="381555"/>
                  </a:lnTo>
                  <a:lnTo>
                    <a:pt x="440425" y="381777"/>
                  </a:lnTo>
                  <a:lnTo>
                    <a:pt x="440374" y="382136"/>
                  </a:lnTo>
                  <a:lnTo>
                    <a:pt x="440532" y="382264"/>
                  </a:lnTo>
                  <a:lnTo>
                    <a:pt x="440416" y="382938"/>
                  </a:lnTo>
                  <a:lnTo>
                    <a:pt x="440322" y="383809"/>
                  </a:lnTo>
                  <a:lnTo>
                    <a:pt x="440278" y="384031"/>
                  </a:lnTo>
                  <a:lnTo>
                    <a:pt x="440237" y="384545"/>
                  </a:lnTo>
                  <a:lnTo>
                    <a:pt x="439955" y="384788"/>
                  </a:lnTo>
                  <a:lnTo>
                    <a:pt x="439950" y="384953"/>
                  </a:lnTo>
                  <a:lnTo>
                    <a:pt x="439843" y="385186"/>
                  </a:lnTo>
                  <a:lnTo>
                    <a:pt x="440009" y="385611"/>
                  </a:lnTo>
                  <a:lnTo>
                    <a:pt x="439990" y="386269"/>
                  </a:lnTo>
                  <a:lnTo>
                    <a:pt x="439949" y="387023"/>
                  </a:lnTo>
                  <a:lnTo>
                    <a:pt x="439908" y="387193"/>
                  </a:lnTo>
                  <a:lnTo>
                    <a:pt x="439712" y="388032"/>
                  </a:lnTo>
                  <a:lnTo>
                    <a:pt x="440061" y="388331"/>
                  </a:lnTo>
                  <a:lnTo>
                    <a:pt x="440306" y="388608"/>
                  </a:lnTo>
                  <a:lnTo>
                    <a:pt x="440527" y="388635"/>
                  </a:lnTo>
                  <a:lnTo>
                    <a:pt x="440780" y="388695"/>
                  </a:lnTo>
                  <a:lnTo>
                    <a:pt x="440880" y="388337"/>
                  </a:lnTo>
                  <a:lnTo>
                    <a:pt x="441141" y="388149"/>
                  </a:lnTo>
                  <a:lnTo>
                    <a:pt x="441411" y="388177"/>
                  </a:lnTo>
                  <a:lnTo>
                    <a:pt x="441586" y="388315"/>
                  </a:lnTo>
                  <a:lnTo>
                    <a:pt x="442059" y="388691"/>
                  </a:lnTo>
                  <a:lnTo>
                    <a:pt x="442296" y="388941"/>
                  </a:lnTo>
                  <a:lnTo>
                    <a:pt x="442362" y="389334"/>
                  </a:lnTo>
                  <a:lnTo>
                    <a:pt x="442575" y="389559"/>
                  </a:lnTo>
                  <a:lnTo>
                    <a:pt x="442839" y="389768"/>
                  </a:lnTo>
                  <a:lnTo>
                    <a:pt x="443081" y="389959"/>
                  </a:lnTo>
                  <a:lnTo>
                    <a:pt x="443334" y="390210"/>
                  </a:lnTo>
                  <a:lnTo>
                    <a:pt x="443890" y="390186"/>
                  </a:lnTo>
                  <a:lnTo>
                    <a:pt x="444621" y="390804"/>
                  </a:lnTo>
                  <a:lnTo>
                    <a:pt x="444752" y="391078"/>
                  </a:lnTo>
                  <a:lnTo>
                    <a:pt x="444847" y="391416"/>
                  </a:lnTo>
                  <a:lnTo>
                    <a:pt x="444795" y="391802"/>
                  </a:lnTo>
                  <a:lnTo>
                    <a:pt x="444868" y="392150"/>
                  </a:lnTo>
                  <a:lnTo>
                    <a:pt x="444796" y="392492"/>
                  </a:lnTo>
                  <a:lnTo>
                    <a:pt x="444991" y="393263"/>
                  </a:lnTo>
                  <a:lnTo>
                    <a:pt x="444984" y="393491"/>
                  </a:lnTo>
                  <a:lnTo>
                    <a:pt x="444579" y="393652"/>
                  </a:lnTo>
                  <a:lnTo>
                    <a:pt x="444438" y="393818"/>
                  </a:lnTo>
                  <a:lnTo>
                    <a:pt x="444696" y="394034"/>
                  </a:lnTo>
                  <a:lnTo>
                    <a:pt x="445050" y="394115"/>
                  </a:lnTo>
                  <a:lnTo>
                    <a:pt x="445430" y="394470"/>
                  </a:lnTo>
                  <a:lnTo>
                    <a:pt x="445728" y="394582"/>
                  </a:lnTo>
                  <a:lnTo>
                    <a:pt x="445976" y="394031"/>
                  </a:lnTo>
                  <a:lnTo>
                    <a:pt x="446506" y="394033"/>
                  </a:lnTo>
                  <a:lnTo>
                    <a:pt x="446794" y="393946"/>
                  </a:lnTo>
                  <a:lnTo>
                    <a:pt x="447051" y="393899"/>
                  </a:lnTo>
                  <a:lnTo>
                    <a:pt x="447349" y="394077"/>
                  </a:lnTo>
                  <a:lnTo>
                    <a:pt x="447447" y="393903"/>
                  </a:lnTo>
                  <a:lnTo>
                    <a:pt x="447701" y="393852"/>
                  </a:lnTo>
                  <a:lnTo>
                    <a:pt x="447799" y="394364"/>
                  </a:lnTo>
                  <a:lnTo>
                    <a:pt x="447872" y="394701"/>
                  </a:lnTo>
                  <a:lnTo>
                    <a:pt x="448010" y="394709"/>
                  </a:lnTo>
                  <a:lnTo>
                    <a:pt x="448526" y="394948"/>
                  </a:lnTo>
                  <a:lnTo>
                    <a:pt x="448717" y="395021"/>
                  </a:lnTo>
                  <a:lnTo>
                    <a:pt x="448719" y="395200"/>
                  </a:lnTo>
                  <a:lnTo>
                    <a:pt x="449017" y="395285"/>
                  </a:lnTo>
                  <a:lnTo>
                    <a:pt x="449253" y="395513"/>
                  </a:lnTo>
                  <a:lnTo>
                    <a:pt x="449448" y="395564"/>
                  </a:lnTo>
                  <a:lnTo>
                    <a:pt x="449805" y="395650"/>
                  </a:lnTo>
                  <a:lnTo>
                    <a:pt x="449993" y="395668"/>
                  </a:lnTo>
                  <a:lnTo>
                    <a:pt x="449941" y="395307"/>
                  </a:lnTo>
                  <a:lnTo>
                    <a:pt x="449997" y="395170"/>
                  </a:lnTo>
                  <a:lnTo>
                    <a:pt x="450309" y="394938"/>
                  </a:lnTo>
                  <a:lnTo>
                    <a:pt x="450813" y="395152"/>
                  </a:lnTo>
                  <a:lnTo>
                    <a:pt x="451163" y="395361"/>
                  </a:lnTo>
                  <a:lnTo>
                    <a:pt x="451306" y="395593"/>
                  </a:lnTo>
                  <a:lnTo>
                    <a:pt x="451474" y="395801"/>
                  </a:lnTo>
                  <a:lnTo>
                    <a:pt x="451625" y="395994"/>
                  </a:lnTo>
                  <a:lnTo>
                    <a:pt x="451978" y="396162"/>
                  </a:lnTo>
                  <a:lnTo>
                    <a:pt x="452407" y="395647"/>
                  </a:lnTo>
                  <a:lnTo>
                    <a:pt x="452564" y="395620"/>
                  </a:lnTo>
                  <a:lnTo>
                    <a:pt x="452768" y="395513"/>
                  </a:lnTo>
                  <a:lnTo>
                    <a:pt x="452957" y="395724"/>
                  </a:lnTo>
                  <a:lnTo>
                    <a:pt x="453020" y="396025"/>
                  </a:lnTo>
                  <a:lnTo>
                    <a:pt x="453106" y="396310"/>
                  </a:lnTo>
                  <a:lnTo>
                    <a:pt x="453482" y="397079"/>
                  </a:lnTo>
                  <a:lnTo>
                    <a:pt x="453312" y="397125"/>
                  </a:lnTo>
                  <a:lnTo>
                    <a:pt x="453179" y="397226"/>
                  </a:lnTo>
                  <a:lnTo>
                    <a:pt x="452487" y="397463"/>
                  </a:lnTo>
                  <a:lnTo>
                    <a:pt x="452433" y="397890"/>
                  </a:lnTo>
                  <a:lnTo>
                    <a:pt x="452591" y="398539"/>
                  </a:lnTo>
                  <a:lnTo>
                    <a:pt x="452602" y="398686"/>
                  </a:lnTo>
                  <a:lnTo>
                    <a:pt x="452779" y="399003"/>
                  </a:lnTo>
                  <a:lnTo>
                    <a:pt x="452912" y="399170"/>
                  </a:lnTo>
                  <a:lnTo>
                    <a:pt x="452739" y="399239"/>
                  </a:lnTo>
                  <a:lnTo>
                    <a:pt x="452570" y="399725"/>
                  </a:lnTo>
                  <a:lnTo>
                    <a:pt x="452558" y="399873"/>
                  </a:lnTo>
                  <a:lnTo>
                    <a:pt x="452859" y="400306"/>
                  </a:lnTo>
                  <a:lnTo>
                    <a:pt x="452960" y="400677"/>
                  </a:lnTo>
                  <a:lnTo>
                    <a:pt x="452968" y="400823"/>
                  </a:lnTo>
                  <a:lnTo>
                    <a:pt x="452804" y="401124"/>
                  </a:lnTo>
                  <a:lnTo>
                    <a:pt x="452569" y="401143"/>
                  </a:lnTo>
                  <a:lnTo>
                    <a:pt x="452416" y="401155"/>
                  </a:lnTo>
                  <a:lnTo>
                    <a:pt x="452129" y="401055"/>
                  </a:lnTo>
                  <a:lnTo>
                    <a:pt x="451872" y="400929"/>
                  </a:lnTo>
                  <a:lnTo>
                    <a:pt x="451094" y="399963"/>
                  </a:lnTo>
                  <a:lnTo>
                    <a:pt x="450784" y="399424"/>
                  </a:lnTo>
                  <a:lnTo>
                    <a:pt x="450608" y="399055"/>
                  </a:lnTo>
                  <a:lnTo>
                    <a:pt x="450111" y="398678"/>
                  </a:lnTo>
                  <a:lnTo>
                    <a:pt x="449902" y="398574"/>
                  </a:lnTo>
                  <a:lnTo>
                    <a:pt x="449674" y="398529"/>
                  </a:lnTo>
                  <a:lnTo>
                    <a:pt x="449533" y="398521"/>
                  </a:lnTo>
                  <a:lnTo>
                    <a:pt x="449316" y="398626"/>
                  </a:lnTo>
                  <a:lnTo>
                    <a:pt x="449003" y="398865"/>
                  </a:lnTo>
                  <a:lnTo>
                    <a:pt x="448532" y="399334"/>
                  </a:lnTo>
                  <a:lnTo>
                    <a:pt x="448443" y="399488"/>
                  </a:lnTo>
                  <a:lnTo>
                    <a:pt x="448750" y="399646"/>
                  </a:lnTo>
                  <a:lnTo>
                    <a:pt x="448906" y="399805"/>
                  </a:lnTo>
                  <a:lnTo>
                    <a:pt x="448979" y="399987"/>
                  </a:lnTo>
                  <a:lnTo>
                    <a:pt x="448961" y="400562"/>
                  </a:lnTo>
                  <a:lnTo>
                    <a:pt x="448896" y="400748"/>
                  </a:lnTo>
                  <a:lnTo>
                    <a:pt x="448555" y="401170"/>
                  </a:lnTo>
                  <a:lnTo>
                    <a:pt x="448223" y="401640"/>
                  </a:lnTo>
                  <a:lnTo>
                    <a:pt x="448165" y="402259"/>
                  </a:lnTo>
                  <a:lnTo>
                    <a:pt x="447927" y="402521"/>
                  </a:lnTo>
                  <a:lnTo>
                    <a:pt x="447524" y="402806"/>
                  </a:lnTo>
                  <a:lnTo>
                    <a:pt x="447138" y="403211"/>
                  </a:lnTo>
                  <a:lnTo>
                    <a:pt x="447091" y="403639"/>
                  </a:lnTo>
                  <a:lnTo>
                    <a:pt x="447021" y="404244"/>
                  </a:lnTo>
                  <a:lnTo>
                    <a:pt x="446938" y="404404"/>
                  </a:lnTo>
                  <a:lnTo>
                    <a:pt x="446682" y="404722"/>
                  </a:lnTo>
                  <a:lnTo>
                    <a:pt x="446639" y="405252"/>
                  </a:lnTo>
                  <a:lnTo>
                    <a:pt x="446654" y="405495"/>
                  </a:lnTo>
                  <a:lnTo>
                    <a:pt x="446167" y="406064"/>
                  </a:lnTo>
                  <a:lnTo>
                    <a:pt x="445962" y="406200"/>
                  </a:lnTo>
                  <a:lnTo>
                    <a:pt x="445315" y="406383"/>
                  </a:lnTo>
                  <a:lnTo>
                    <a:pt x="444693" y="406539"/>
                  </a:lnTo>
                  <a:lnTo>
                    <a:pt x="444360" y="406552"/>
                  </a:lnTo>
                  <a:lnTo>
                    <a:pt x="443760" y="406522"/>
                  </a:lnTo>
                  <a:lnTo>
                    <a:pt x="443547" y="406699"/>
                  </a:lnTo>
                  <a:lnTo>
                    <a:pt x="444087" y="406825"/>
                  </a:lnTo>
                  <a:lnTo>
                    <a:pt x="444318" y="406866"/>
                  </a:lnTo>
                  <a:lnTo>
                    <a:pt x="444715" y="406810"/>
                  </a:lnTo>
                  <a:lnTo>
                    <a:pt x="444893" y="406699"/>
                  </a:lnTo>
                  <a:lnTo>
                    <a:pt x="445193" y="406623"/>
                  </a:lnTo>
                  <a:lnTo>
                    <a:pt x="445827" y="406617"/>
                  </a:lnTo>
                  <a:lnTo>
                    <a:pt x="446133" y="406666"/>
                  </a:lnTo>
                  <a:lnTo>
                    <a:pt x="446306" y="406771"/>
                  </a:lnTo>
                  <a:lnTo>
                    <a:pt x="446614" y="406878"/>
                  </a:lnTo>
                  <a:lnTo>
                    <a:pt x="446805" y="407208"/>
                  </a:lnTo>
                  <a:lnTo>
                    <a:pt x="447094" y="407448"/>
                  </a:lnTo>
                  <a:lnTo>
                    <a:pt x="447375" y="407863"/>
                  </a:lnTo>
                  <a:lnTo>
                    <a:pt x="447355" y="408101"/>
                  </a:lnTo>
                  <a:lnTo>
                    <a:pt x="447570" y="408491"/>
                  </a:lnTo>
                  <a:lnTo>
                    <a:pt x="447563" y="408741"/>
                  </a:lnTo>
                  <a:lnTo>
                    <a:pt x="447570" y="408869"/>
                  </a:lnTo>
                  <a:lnTo>
                    <a:pt x="447672" y="409279"/>
                  </a:lnTo>
                  <a:lnTo>
                    <a:pt x="447881" y="409561"/>
                  </a:lnTo>
                  <a:lnTo>
                    <a:pt x="447976" y="409749"/>
                  </a:lnTo>
                  <a:lnTo>
                    <a:pt x="447913" y="410027"/>
                  </a:lnTo>
                  <a:lnTo>
                    <a:pt x="447652" y="410142"/>
                  </a:lnTo>
                  <a:lnTo>
                    <a:pt x="447381" y="410075"/>
                  </a:lnTo>
                  <a:lnTo>
                    <a:pt x="446885" y="410385"/>
                  </a:lnTo>
                  <a:lnTo>
                    <a:pt x="446743" y="410481"/>
                  </a:lnTo>
                  <a:lnTo>
                    <a:pt x="446654" y="410860"/>
                  </a:lnTo>
                  <a:lnTo>
                    <a:pt x="446754" y="411128"/>
                  </a:lnTo>
                  <a:lnTo>
                    <a:pt x="446399" y="411295"/>
                  </a:lnTo>
                  <a:lnTo>
                    <a:pt x="446156" y="411344"/>
                  </a:lnTo>
                  <a:lnTo>
                    <a:pt x="445601" y="411833"/>
                  </a:lnTo>
                  <a:lnTo>
                    <a:pt x="445687" y="412153"/>
                  </a:lnTo>
                  <a:lnTo>
                    <a:pt x="445602" y="412463"/>
                  </a:lnTo>
                  <a:lnTo>
                    <a:pt x="445385" y="412649"/>
                  </a:lnTo>
                  <a:lnTo>
                    <a:pt x="445209" y="412837"/>
                  </a:lnTo>
                  <a:lnTo>
                    <a:pt x="445062" y="412953"/>
                  </a:lnTo>
                  <a:lnTo>
                    <a:pt x="445082" y="413168"/>
                  </a:lnTo>
                  <a:lnTo>
                    <a:pt x="445019" y="413373"/>
                  </a:lnTo>
                  <a:lnTo>
                    <a:pt x="444889" y="413605"/>
                  </a:lnTo>
                  <a:lnTo>
                    <a:pt x="444652" y="413887"/>
                  </a:lnTo>
                  <a:lnTo>
                    <a:pt x="444442" y="414206"/>
                  </a:lnTo>
                  <a:lnTo>
                    <a:pt x="444391" y="414375"/>
                  </a:lnTo>
                  <a:lnTo>
                    <a:pt x="444351" y="414692"/>
                  </a:lnTo>
                  <a:lnTo>
                    <a:pt x="444282" y="414951"/>
                  </a:lnTo>
                  <a:lnTo>
                    <a:pt x="444142" y="415091"/>
                  </a:lnTo>
                  <a:lnTo>
                    <a:pt x="443907" y="415267"/>
                  </a:lnTo>
                  <a:lnTo>
                    <a:pt x="443765" y="415372"/>
                  </a:lnTo>
                  <a:lnTo>
                    <a:pt x="443583" y="415466"/>
                  </a:lnTo>
                  <a:lnTo>
                    <a:pt x="443037" y="415516"/>
                  </a:lnTo>
                  <a:lnTo>
                    <a:pt x="442928" y="415749"/>
                  </a:lnTo>
                  <a:lnTo>
                    <a:pt x="442799" y="415789"/>
                  </a:lnTo>
                  <a:lnTo>
                    <a:pt x="442457" y="415985"/>
                  </a:lnTo>
                  <a:lnTo>
                    <a:pt x="441974" y="416725"/>
                  </a:lnTo>
                  <a:lnTo>
                    <a:pt x="441616" y="417389"/>
                  </a:lnTo>
                  <a:lnTo>
                    <a:pt x="441451" y="417799"/>
                  </a:lnTo>
                  <a:lnTo>
                    <a:pt x="441250" y="418139"/>
                  </a:lnTo>
                  <a:lnTo>
                    <a:pt x="440717" y="418688"/>
                  </a:lnTo>
                  <a:lnTo>
                    <a:pt x="440352" y="419126"/>
                  </a:lnTo>
                  <a:lnTo>
                    <a:pt x="440100" y="419269"/>
                  </a:lnTo>
                  <a:lnTo>
                    <a:pt x="439766" y="419873"/>
                  </a:lnTo>
                  <a:lnTo>
                    <a:pt x="439709" y="420349"/>
                  </a:lnTo>
                  <a:lnTo>
                    <a:pt x="439673" y="420640"/>
                  </a:lnTo>
                  <a:lnTo>
                    <a:pt x="439783" y="421069"/>
                  </a:lnTo>
                  <a:lnTo>
                    <a:pt x="439850" y="421222"/>
                  </a:lnTo>
                  <a:lnTo>
                    <a:pt x="439968" y="421597"/>
                  </a:lnTo>
                  <a:lnTo>
                    <a:pt x="440023" y="421881"/>
                  </a:lnTo>
                  <a:lnTo>
                    <a:pt x="439835" y="422167"/>
                  </a:lnTo>
                  <a:lnTo>
                    <a:pt x="439774" y="422299"/>
                  </a:lnTo>
                  <a:lnTo>
                    <a:pt x="439798" y="422498"/>
                  </a:lnTo>
                  <a:lnTo>
                    <a:pt x="439875" y="422755"/>
                  </a:lnTo>
                  <a:lnTo>
                    <a:pt x="439864" y="422934"/>
                  </a:lnTo>
                  <a:lnTo>
                    <a:pt x="439500" y="423385"/>
                  </a:lnTo>
                  <a:lnTo>
                    <a:pt x="439287" y="423767"/>
                  </a:lnTo>
                  <a:lnTo>
                    <a:pt x="439287" y="424229"/>
                  </a:lnTo>
                  <a:lnTo>
                    <a:pt x="438736" y="424540"/>
                  </a:lnTo>
                  <a:lnTo>
                    <a:pt x="438757" y="424891"/>
                  </a:lnTo>
                  <a:lnTo>
                    <a:pt x="438570" y="425273"/>
                  </a:lnTo>
                  <a:lnTo>
                    <a:pt x="438510" y="425704"/>
                  </a:lnTo>
                  <a:lnTo>
                    <a:pt x="438309" y="426124"/>
                  </a:lnTo>
                  <a:lnTo>
                    <a:pt x="438031" y="426525"/>
                  </a:lnTo>
                  <a:lnTo>
                    <a:pt x="438039" y="426871"/>
                  </a:lnTo>
                  <a:lnTo>
                    <a:pt x="437878" y="427522"/>
                  </a:lnTo>
                  <a:lnTo>
                    <a:pt x="437254" y="428452"/>
                  </a:lnTo>
                  <a:lnTo>
                    <a:pt x="436915" y="428474"/>
                  </a:lnTo>
                  <a:lnTo>
                    <a:pt x="436621" y="428750"/>
                  </a:lnTo>
                  <a:lnTo>
                    <a:pt x="436356" y="429088"/>
                  </a:lnTo>
                  <a:lnTo>
                    <a:pt x="436089" y="429114"/>
                  </a:lnTo>
                  <a:lnTo>
                    <a:pt x="435602" y="429161"/>
                  </a:lnTo>
                  <a:lnTo>
                    <a:pt x="436353" y="429453"/>
                  </a:lnTo>
                  <a:lnTo>
                    <a:pt x="436659" y="429173"/>
                  </a:lnTo>
                  <a:lnTo>
                    <a:pt x="436800" y="428835"/>
                  </a:lnTo>
                  <a:lnTo>
                    <a:pt x="436931" y="428857"/>
                  </a:lnTo>
                  <a:lnTo>
                    <a:pt x="437209" y="428845"/>
                  </a:lnTo>
                  <a:lnTo>
                    <a:pt x="437392" y="429345"/>
                  </a:lnTo>
                  <a:lnTo>
                    <a:pt x="437551" y="429399"/>
                  </a:lnTo>
                  <a:lnTo>
                    <a:pt x="437767" y="429531"/>
                  </a:lnTo>
                  <a:lnTo>
                    <a:pt x="437962" y="429651"/>
                  </a:lnTo>
                  <a:lnTo>
                    <a:pt x="438143" y="429833"/>
                  </a:lnTo>
                  <a:lnTo>
                    <a:pt x="438075" y="430246"/>
                  </a:lnTo>
                  <a:lnTo>
                    <a:pt x="438042" y="430708"/>
                  </a:lnTo>
                  <a:lnTo>
                    <a:pt x="437992" y="431582"/>
                  </a:lnTo>
                  <a:lnTo>
                    <a:pt x="438174" y="431976"/>
                  </a:lnTo>
                  <a:lnTo>
                    <a:pt x="438224" y="432266"/>
                  </a:lnTo>
                  <a:lnTo>
                    <a:pt x="438251" y="432731"/>
                  </a:lnTo>
                  <a:lnTo>
                    <a:pt x="438432" y="432922"/>
                  </a:lnTo>
                  <a:lnTo>
                    <a:pt x="438599" y="433182"/>
                  </a:lnTo>
                  <a:lnTo>
                    <a:pt x="438627" y="433709"/>
                  </a:lnTo>
                  <a:lnTo>
                    <a:pt x="438673" y="434037"/>
                  </a:lnTo>
                  <a:lnTo>
                    <a:pt x="438697" y="434212"/>
                  </a:lnTo>
                  <a:lnTo>
                    <a:pt x="438836" y="434771"/>
                  </a:lnTo>
                  <a:lnTo>
                    <a:pt x="439101" y="434975"/>
                  </a:lnTo>
                  <a:lnTo>
                    <a:pt x="439366" y="434982"/>
                  </a:lnTo>
                  <a:lnTo>
                    <a:pt x="439506" y="434793"/>
                  </a:lnTo>
                  <a:lnTo>
                    <a:pt x="439765" y="435209"/>
                  </a:lnTo>
                  <a:lnTo>
                    <a:pt x="439879" y="435441"/>
                  </a:lnTo>
                  <a:lnTo>
                    <a:pt x="440232" y="435612"/>
                  </a:lnTo>
                  <a:lnTo>
                    <a:pt x="440240" y="435824"/>
                  </a:lnTo>
                  <a:lnTo>
                    <a:pt x="440149" y="436177"/>
                  </a:lnTo>
                  <a:lnTo>
                    <a:pt x="439839" y="436357"/>
                  </a:lnTo>
                  <a:lnTo>
                    <a:pt x="440057" y="436650"/>
                  </a:lnTo>
                  <a:lnTo>
                    <a:pt x="440096" y="437213"/>
                  </a:lnTo>
                  <a:lnTo>
                    <a:pt x="440378" y="437762"/>
                  </a:lnTo>
                  <a:lnTo>
                    <a:pt x="441083" y="438277"/>
                  </a:lnTo>
                  <a:lnTo>
                    <a:pt x="441037" y="438699"/>
                  </a:lnTo>
                  <a:lnTo>
                    <a:pt x="441095" y="438862"/>
                  </a:lnTo>
                  <a:lnTo>
                    <a:pt x="441287" y="439146"/>
                  </a:lnTo>
                  <a:lnTo>
                    <a:pt x="441184" y="439792"/>
                  </a:lnTo>
                  <a:lnTo>
                    <a:pt x="441229" y="439921"/>
                  </a:lnTo>
                  <a:lnTo>
                    <a:pt x="441318" y="440081"/>
                  </a:lnTo>
                  <a:lnTo>
                    <a:pt x="441409" y="440443"/>
                  </a:lnTo>
                  <a:lnTo>
                    <a:pt x="441463" y="440851"/>
                  </a:lnTo>
                  <a:lnTo>
                    <a:pt x="441708" y="441125"/>
                  </a:lnTo>
                  <a:lnTo>
                    <a:pt x="441848" y="441024"/>
                  </a:lnTo>
                  <a:lnTo>
                    <a:pt x="442200" y="440843"/>
                  </a:lnTo>
                  <a:lnTo>
                    <a:pt x="442450" y="440872"/>
                  </a:lnTo>
                  <a:lnTo>
                    <a:pt x="442750" y="440972"/>
                  </a:lnTo>
                  <a:lnTo>
                    <a:pt x="443219" y="440971"/>
                  </a:lnTo>
                  <a:lnTo>
                    <a:pt x="443616" y="441267"/>
                  </a:lnTo>
                  <a:lnTo>
                    <a:pt x="443702" y="441489"/>
                  </a:lnTo>
                  <a:lnTo>
                    <a:pt x="443944" y="442077"/>
                  </a:lnTo>
                  <a:lnTo>
                    <a:pt x="443415" y="442586"/>
                  </a:lnTo>
                  <a:lnTo>
                    <a:pt x="443317" y="442918"/>
                  </a:lnTo>
                  <a:lnTo>
                    <a:pt x="443272" y="443065"/>
                  </a:lnTo>
                  <a:lnTo>
                    <a:pt x="443022" y="443396"/>
                  </a:lnTo>
                  <a:lnTo>
                    <a:pt x="443203" y="443370"/>
                  </a:lnTo>
                  <a:lnTo>
                    <a:pt x="443331" y="443393"/>
                  </a:lnTo>
                  <a:lnTo>
                    <a:pt x="443742" y="443540"/>
                  </a:lnTo>
                  <a:lnTo>
                    <a:pt x="443994" y="443698"/>
                  </a:lnTo>
                  <a:lnTo>
                    <a:pt x="444237" y="443761"/>
                  </a:lnTo>
                  <a:lnTo>
                    <a:pt x="444628" y="443816"/>
                  </a:lnTo>
                  <a:lnTo>
                    <a:pt x="445129" y="444217"/>
                  </a:lnTo>
                  <a:lnTo>
                    <a:pt x="445392" y="444464"/>
                  </a:lnTo>
                  <a:lnTo>
                    <a:pt x="445429" y="444598"/>
                  </a:lnTo>
                  <a:lnTo>
                    <a:pt x="445623" y="444844"/>
                  </a:lnTo>
                  <a:lnTo>
                    <a:pt x="445896" y="444978"/>
                  </a:lnTo>
                  <a:lnTo>
                    <a:pt x="446124" y="445070"/>
                  </a:lnTo>
                  <a:lnTo>
                    <a:pt x="446235" y="445271"/>
                  </a:lnTo>
                  <a:lnTo>
                    <a:pt x="446272" y="445512"/>
                  </a:lnTo>
                  <a:lnTo>
                    <a:pt x="446511" y="445656"/>
                  </a:lnTo>
                  <a:lnTo>
                    <a:pt x="446668" y="446045"/>
                  </a:lnTo>
                  <a:lnTo>
                    <a:pt x="447110" y="446321"/>
                  </a:lnTo>
                  <a:lnTo>
                    <a:pt x="447312" y="446515"/>
                  </a:lnTo>
                  <a:lnTo>
                    <a:pt x="447765" y="446183"/>
                  </a:lnTo>
                  <a:lnTo>
                    <a:pt x="448357" y="445671"/>
                  </a:lnTo>
                  <a:lnTo>
                    <a:pt x="448487" y="445414"/>
                  </a:lnTo>
                  <a:lnTo>
                    <a:pt x="448563" y="445238"/>
                  </a:lnTo>
                  <a:lnTo>
                    <a:pt x="448465" y="444912"/>
                  </a:lnTo>
                  <a:lnTo>
                    <a:pt x="448308" y="444872"/>
                  </a:lnTo>
                  <a:lnTo>
                    <a:pt x="448057" y="444581"/>
                  </a:lnTo>
                  <a:lnTo>
                    <a:pt x="448002" y="444204"/>
                  </a:lnTo>
                  <a:lnTo>
                    <a:pt x="448129" y="444050"/>
                  </a:lnTo>
                  <a:lnTo>
                    <a:pt x="448154" y="443485"/>
                  </a:lnTo>
                  <a:lnTo>
                    <a:pt x="448021" y="443237"/>
                  </a:lnTo>
                  <a:lnTo>
                    <a:pt x="447912" y="443033"/>
                  </a:lnTo>
                  <a:lnTo>
                    <a:pt x="447871" y="442702"/>
                  </a:lnTo>
                  <a:lnTo>
                    <a:pt x="447840" y="442449"/>
                  </a:lnTo>
                  <a:lnTo>
                    <a:pt x="447776" y="441850"/>
                  </a:lnTo>
                  <a:lnTo>
                    <a:pt x="447752" y="441620"/>
                  </a:lnTo>
                  <a:lnTo>
                    <a:pt x="447562" y="441181"/>
                  </a:lnTo>
                  <a:lnTo>
                    <a:pt x="447587" y="440818"/>
                  </a:lnTo>
                  <a:lnTo>
                    <a:pt x="447721" y="440560"/>
                  </a:lnTo>
                  <a:lnTo>
                    <a:pt x="447932" y="440154"/>
                  </a:lnTo>
                  <a:lnTo>
                    <a:pt x="447991" y="439999"/>
                  </a:lnTo>
                  <a:lnTo>
                    <a:pt x="448093" y="439761"/>
                  </a:lnTo>
                  <a:lnTo>
                    <a:pt x="448404" y="439791"/>
                  </a:lnTo>
                  <a:lnTo>
                    <a:pt x="448844" y="439732"/>
                  </a:lnTo>
                  <a:lnTo>
                    <a:pt x="448994" y="439789"/>
                  </a:lnTo>
                  <a:lnTo>
                    <a:pt x="449455" y="440072"/>
                  </a:lnTo>
                  <a:lnTo>
                    <a:pt x="449829" y="440178"/>
                  </a:lnTo>
                  <a:lnTo>
                    <a:pt x="449971" y="438986"/>
                  </a:lnTo>
                  <a:lnTo>
                    <a:pt x="450212" y="438928"/>
                  </a:lnTo>
                  <a:lnTo>
                    <a:pt x="450846" y="439216"/>
                  </a:lnTo>
                  <a:lnTo>
                    <a:pt x="450860" y="439472"/>
                  </a:lnTo>
                  <a:lnTo>
                    <a:pt x="451108" y="439746"/>
                  </a:lnTo>
                  <a:lnTo>
                    <a:pt x="451249" y="439792"/>
                  </a:lnTo>
                  <a:lnTo>
                    <a:pt x="451533" y="439803"/>
                  </a:lnTo>
                  <a:lnTo>
                    <a:pt x="451663" y="439808"/>
                  </a:lnTo>
                  <a:lnTo>
                    <a:pt x="451908" y="439817"/>
                  </a:lnTo>
                  <a:lnTo>
                    <a:pt x="452300" y="439897"/>
                  </a:lnTo>
                  <a:lnTo>
                    <a:pt x="452690" y="440132"/>
                  </a:lnTo>
                  <a:lnTo>
                    <a:pt x="452871" y="440079"/>
                  </a:lnTo>
                  <a:lnTo>
                    <a:pt x="453145" y="439997"/>
                  </a:lnTo>
                  <a:lnTo>
                    <a:pt x="453530" y="439646"/>
                  </a:lnTo>
                  <a:lnTo>
                    <a:pt x="453834" y="439497"/>
                  </a:lnTo>
                  <a:lnTo>
                    <a:pt x="454231" y="439539"/>
                  </a:lnTo>
                  <a:lnTo>
                    <a:pt x="454309" y="439731"/>
                  </a:lnTo>
                  <a:lnTo>
                    <a:pt x="454946" y="440023"/>
                  </a:lnTo>
                  <a:lnTo>
                    <a:pt x="455106" y="440018"/>
                  </a:lnTo>
                  <a:lnTo>
                    <a:pt x="455200" y="440342"/>
                  </a:lnTo>
                  <a:lnTo>
                    <a:pt x="455333" y="440430"/>
                  </a:lnTo>
                  <a:lnTo>
                    <a:pt x="455577" y="440393"/>
                  </a:lnTo>
                  <a:lnTo>
                    <a:pt x="455841" y="440353"/>
                  </a:lnTo>
                  <a:lnTo>
                    <a:pt x="456105" y="440394"/>
                  </a:lnTo>
                  <a:lnTo>
                    <a:pt x="456442" y="440448"/>
                  </a:lnTo>
                  <a:lnTo>
                    <a:pt x="456857" y="440513"/>
                  </a:lnTo>
                  <a:lnTo>
                    <a:pt x="457306" y="440697"/>
                  </a:lnTo>
                  <a:lnTo>
                    <a:pt x="457437" y="440750"/>
                  </a:lnTo>
                  <a:lnTo>
                    <a:pt x="457740" y="440923"/>
                  </a:lnTo>
                  <a:lnTo>
                    <a:pt x="457927" y="441030"/>
                  </a:lnTo>
                  <a:lnTo>
                    <a:pt x="458022" y="441667"/>
                  </a:lnTo>
                  <a:lnTo>
                    <a:pt x="458220" y="441706"/>
                  </a:lnTo>
                  <a:lnTo>
                    <a:pt x="458427" y="441588"/>
                  </a:lnTo>
                  <a:lnTo>
                    <a:pt x="458621" y="441651"/>
                  </a:lnTo>
                  <a:lnTo>
                    <a:pt x="458911" y="441745"/>
                  </a:lnTo>
                  <a:lnTo>
                    <a:pt x="459449" y="441504"/>
                  </a:lnTo>
                  <a:lnTo>
                    <a:pt x="459771" y="441547"/>
                  </a:lnTo>
                  <a:lnTo>
                    <a:pt x="459985" y="441690"/>
                  </a:lnTo>
                  <a:lnTo>
                    <a:pt x="460178" y="441624"/>
                  </a:lnTo>
                  <a:lnTo>
                    <a:pt x="460514" y="441424"/>
                  </a:lnTo>
                  <a:lnTo>
                    <a:pt x="460685" y="441251"/>
                  </a:lnTo>
                  <a:lnTo>
                    <a:pt x="460896" y="441037"/>
                  </a:lnTo>
                  <a:lnTo>
                    <a:pt x="460923" y="440770"/>
                  </a:lnTo>
                  <a:lnTo>
                    <a:pt x="461236" y="440617"/>
                  </a:lnTo>
                  <a:lnTo>
                    <a:pt x="461371" y="440551"/>
                  </a:lnTo>
                  <a:lnTo>
                    <a:pt x="461605" y="440437"/>
                  </a:lnTo>
                  <a:lnTo>
                    <a:pt x="461782" y="440406"/>
                  </a:lnTo>
                  <a:lnTo>
                    <a:pt x="462439" y="440293"/>
                  </a:lnTo>
                  <a:lnTo>
                    <a:pt x="462590" y="440267"/>
                  </a:lnTo>
                  <a:lnTo>
                    <a:pt x="462762" y="440173"/>
                  </a:lnTo>
                  <a:lnTo>
                    <a:pt x="462919" y="440086"/>
                  </a:lnTo>
                  <a:lnTo>
                    <a:pt x="463220" y="439920"/>
                  </a:lnTo>
                  <a:lnTo>
                    <a:pt x="463553" y="439854"/>
                  </a:lnTo>
                  <a:lnTo>
                    <a:pt x="464131" y="439899"/>
                  </a:lnTo>
                  <a:lnTo>
                    <a:pt x="464098" y="440373"/>
                  </a:lnTo>
                  <a:lnTo>
                    <a:pt x="464492" y="440535"/>
                  </a:lnTo>
                  <a:lnTo>
                    <a:pt x="464633" y="440502"/>
                  </a:lnTo>
                  <a:lnTo>
                    <a:pt x="464820" y="440411"/>
                  </a:lnTo>
                  <a:lnTo>
                    <a:pt x="465057" y="440568"/>
                  </a:lnTo>
                  <a:lnTo>
                    <a:pt x="465235" y="440688"/>
                  </a:lnTo>
                  <a:lnTo>
                    <a:pt x="465422" y="440815"/>
                  </a:lnTo>
                  <a:lnTo>
                    <a:pt x="465978" y="441048"/>
                  </a:lnTo>
                  <a:lnTo>
                    <a:pt x="466167" y="441133"/>
                  </a:lnTo>
                  <a:lnTo>
                    <a:pt x="466354" y="441248"/>
                  </a:lnTo>
                  <a:lnTo>
                    <a:pt x="466523" y="441291"/>
                  </a:lnTo>
                  <a:lnTo>
                    <a:pt x="466578" y="441754"/>
                  </a:lnTo>
                  <a:lnTo>
                    <a:pt x="466775" y="442336"/>
                  </a:lnTo>
                  <a:lnTo>
                    <a:pt x="466486" y="442616"/>
                  </a:lnTo>
                  <a:lnTo>
                    <a:pt x="466352" y="442589"/>
                  </a:lnTo>
                  <a:lnTo>
                    <a:pt x="466214" y="442875"/>
                  </a:lnTo>
                  <a:lnTo>
                    <a:pt x="466436" y="443147"/>
                  </a:lnTo>
                  <a:lnTo>
                    <a:pt x="466643" y="443342"/>
                  </a:lnTo>
                  <a:lnTo>
                    <a:pt x="466725" y="443580"/>
                  </a:lnTo>
                  <a:lnTo>
                    <a:pt x="466755" y="443745"/>
                  </a:lnTo>
                  <a:lnTo>
                    <a:pt x="466980" y="443955"/>
                  </a:lnTo>
                  <a:lnTo>
                    <a:pt x="467174" y="443834"/>
                  </a:lnTo>
                  <a:lnTo>
                    <a:pt x="467747" y="443834"/>
                  </a:lnTo>
                  <a:lnTo>
                    <a:pt x="468342" y="443757"/>
                  </a:lnTo>
                  <a:lnTo>
                    <a:pt x="468578" y="443934"/>
                  </a:lnTo>
                  <a:lnTo>
                    <a:pt x="468655" y="444087"/>
                  </a:lnTo>
                  <a:lnTo>
                    <a:pt x="468744" y="444253"/>
                  </a:lnTo>
                  <a:lnTo>
                    <a:pt x="468893" y="444333"/>
                  </a:lnTo>
                  <a:lnTo>
                    <a:pt x="469394" y="444586"/>
                  </a:lnTo>
                  <a:lnTo>
                    <a:pt x="469465" y="444778"/>
                  </a:lnTo>
                  <a:lnTo>
                    <a:pt x="469687" y="445011"/>
                  </a:lnTo>
                  <a:lnTo>
                    <a:pt x="469862" y="445134"/>
                  </a:lnTo>
                  <a:lnTo>
                    <a:pt x="470122" y="445241"/>
                  </a:lnTo>
                  <a:lnTo>
                    <a:pt x="470629" y="445273"/>
                  </a:lnTo>
                  <a:lnTo>
                    <a:pt x="470869" y="445553"/>
                  </a:lnTo>
                  <a:lnTo>
                    <a:pt x="470960" y="445905"/>
                  </a:lnTo>
                  <a:lnTo>
                    <a:pt x="470819" y="446217"/>
                  </a:lnTo>
                  <a:lnTo>
                    <a:pt x="470136" y="446776"/>
                  </a:lnTo>
                  <a:lnTo>
                    <a:pt x="470025" y="446904"/>
                  </a:lnTo>
                  <a:lnTo>
                    <a:pt x="469869" y="447024"/>
                  </a:lnTo>
                  <a:lnTo>
                    <a:pt x="469649" y="447312"/>
                  </a:lnTo>
                  <a:lnTo>
                    <a:pt x="469649" y="447472"/>
                  </a:lnTo>
                  <a:lnTo>
                    <a:pt x="469807" y="447696"/>
                  </a:lnTo>
                  <a:lnTo>
                    <a:pt x="469959" y="447818"/>
                  </a:lnTo>
                  <a:lnTo>
                    <a:pt x="469998" y="447973"/>
                  </a:lnTo>
                  <a:lnTo>
                    <a:pt x="469810" y="448223"/>
                  </a:lnTo>
                  <a:lnTo>
                    <a:pt x="469575" y="448135"/>
                  </a:lnTo>
                  <a:lnTo>
                    <a:pt x="469307" y="448102"/>
                  </a:lnTo>
                  <a:lnTo>
                    <a:pt x="469163" y="448233"/>
                  </a:lnTo>
                  <a:lnTo>
                    <a:pt x="469207" y="448561"/>
                  </a:lnTo>
                  <a:lnTo>
                    <a:pt x="469621" y="448840"/>
                  </a:lnTo>
                  <a:lnTo>
                    <a:pt x="469920" y="449199"/>
                  </a:lnTo>
                  <a:lnTo>
                    <a:pt x="470157" y="449539"/>
                  </a:lnTo>
                  <a:lnTo>
                    <a:pt x="469976" y="450010"/>
                  </a:lnTo>
                  <a:lnTo>
                    <a:pt x="470109" y="450056"/>
                  </a:lnTo>
                  <a:lnTo>
                    <a:pt x="470344" y="450048"/>
                  </a:lnTo>
                  <a:lnTo>
                    <a:pt x="470522" y="449987"/>
                  </a:lnTo>
                  <a:lnTo>
                    <a:pt x="471117" y="450286"/>
                  </a:lnTo>
                  <a:lnTo>
                    <a:pt x="471166" y="450498"/>
                  </a:lnTo>
                  <a:lnTo>
                    <a:pt x="471202" y="450739"/>
                  </a:lnTo>
                  <a:lnTo>
                    <a:pt x="471209" y="451100"/>
                  </a:lnTo>
                  <a:lnTo>
                    <a:pt x="471417" y="451540"/>
                  </a:lnTo>
                  <a:lnTo>
                    <a:pt x="471518" y="451734"/>
                  </a:lnTo>
                  <a:lnTo>
                    <a:pt x="473092" y="452677"/>
                  </a:lnTo>
                  <a:lnTo>
                    <a:pt x="472973" y="452891"/>
                  </a:lnTo>
                  <a:lnTo>
                    <a:pt x="472880" y="453210"/>
                  </a:lnTo>
                  <a:lnTo>
                    <a:pt x="472605" y="454020"/>
                  </a:lnTo>
                  <a:lnTo>
                    <a:pt x="472375" y="454101"/>
                  </a:lnTo>
                  <a:lnTo>
                    <a:pt x="472368" y="454235"/>
                  </a:lnTo>
                  <a:lnTo>
                    <a:pt x="472392" y="454485"/>
                  </a:lnTo>
                  <a:lnTo>
                    <a:pt x="472399" y="454715"/>
                  </a:lnTo>
                  <a:lnTo>
                    <a:pt x="472166" y="454892"/>
                  </a:lnTo>
                  <a:lnTo>
                    <a:pt x="471741" y="454896"/>
                  </a:lnTo>
                  <a:lnTo>
                    <a:pt x="471452" y="455142"/>
                  </a:lnTo>
                  <a:lnTo>
                    <a:pt x="471448" y="454881"/>
                  </a:lnTo>
                  <a:lnTo>
                    <a:pt x="471096" y="454609"/>
                  </a:lnTo>
                  <a:lnTo>
                    <a:pt x="470833" y="454623"/>
                  </a:lnTo>
                  <a:lnTo>
                    <a:pt x="470675" y="454569"/>
                  </a:lnTo>
                  <a:lnTo>
                    <a:pt x="470442" y="454562"/>
                  </a:lnTo>
                  <a:lnTo>
                    <a:pt x="470188" y="454737"/>
                  </a:lnTo>
                  <a:lnTo>
                    <a:pt x="469920" y="455256"/>
                  </a:lnTo>
                  <a:lnTo>
                    <a:pt x="470246" y="455745"/>
                  </a:lnTo>
                  <a:lnTo>
                    <a:pt x="470097" y="456067"/>
                  </a:lnTo>
                  <a:lnTo>
                    <a:pt x="470095" y="456259"/>
                  </a:lnTo>
                  <a:lnTo>
                    <a:pt x="470146" y="456450"/>
                  </a:lnTo>
                  <a:lnTo>
                    <a:pt x="470230" y="456600"/>
                  </a:lnTo>
                  <a:lnTo>
                    <a:pt x="470430" y="456729"/>
                  </a:lnTo>
                  <a:lnTo>
                    <a:pt x="470680" y="456913"/>
                  </a:lnTo>
                  <a:lnTo>
                    <a:pt x="470766" y="457136"/>
                  </a:lnTo>
                  <a:lnTo>
                    <a:pt x="470893" y="457520"/>
                  </a:lnTo>
                  <a:lnTo>
                    <a:pt x="471104" y="458032"/>
                  </a:lnTo>
                  <a:lnTo>
                    <a:pt x="471590" y="458471"/>
                  </a:lnTo>
                  <a:lnTo>
                    <a:pt x="472266" y="458919"/>
                  </a:lnTo>
                  <a:lnTo>
                    <a:pt x="472379" y="459143"/>
                  </a:lnTo>
                  <a:lnTo>
                    <a:pt x="472519" y="459415"/>
                  </a:lnTo>
                  <a:lnTo>
                    <a:pt x="472710" y="459551"/>
                  </a:lnTo>
                  <a:lnTo>
                    <a:pt x="473146" y="459631"/>
                  </a:lnTo>
                  <a:lnTo>
                    <a:pt x="473308" y="459766"/>
                  </a:lnTo>
                  <a:lnTo>
                    <a:pt x="473653" y="460198"/>
                  </a:lnTo>
                  <a:lnTo>
                    <a:pt x="474098" y="460165"/>
                  </a:lnTo>
                  <a:lnTo>
                    <a:pt x="474346" y="460199"/>
                  </a:lnTo>
                  <a:lnTo>
                    <a:pt x="474607" y="460245"/>
                  </a:lnTo>
                  <a:lnTo>
                    <a:pt x="474770" y="460211"/>
                  </a:lnTo>
                  <a:lnTo>
                    <a:pt x="475027" y="460008"/>
                  </a:lnTo>
                  <a:lnTo>
                    <a:pt x="475322" y="459575"/>
                  </a:lnTo>
                  <a:lnTo>
                    <a:pt x="475400" y="459367"/>
                  </a:lnTo>
                  <a:lnTo>
                    <a:pt x="475287" y="459215"/>
                  </a:lnTo>
                  <a:lnTo>
                    <a:pt x="474885" y="458849"/>
                  </a:lnTo>
                  <a:lnTo>
                    <a:pt x="474733" y="458779"/>
                  </a:lnTo>
                  <a:lnTo>
                    <a:pt x="474436" y="458599"/>
                  </a:lnTo>
                  <a:lnTo>
                    <a:pt x="474422" y="458457"/>
                  </a:lnTo>
                  <a:lnTo>
                    <a:pt x="474517" y="458131"/>
                  </a:lnTo>
                  <a:lnTo>
                    <a:pt x="474821" y="458215"/>
                  </a:lnTo>
                  <a:lnTo>
                    <a:pt x="475071" y="458247"/>
                  </a:lnTo>
                  <a:lnTo>
                    <a:pt x="475185" y="457902"/>
                  </a:lnTo>
                  <a:lnTo>
                    <a:pt x="475792" y="457592"/>
                  </a:lnTo>
                  <a:lnTo>
                    <a:pt x="475935" y="457595"/>
                  </a:lnTo>
                  <a:lnTo>
                    <a:pt x="476084" y="457525"/>
                  </a:lnTo>
                  <a:lnTo>
                    <a:pt x="477107" y="458094"/>
                  </a:lnTo>
                  <a:lnTo>
                    <a:pt x="477160" y="458245"/>
                  </a:lnTo>
                  <a:lnTo>
                    <a:pt x="477717" y="458455"/>
                  </a:lnTo>
                  <a:lnTo>
                    <a:pt x="477950" y="458794"/>
                  </a:lnTo>
                  <a:lnTo>
                    <a:pt x="478944" y="459453"/>
                  </a:lnTo>
                  <a:lnTo>
                    <a:pt x="479307" y="459524"/>
                  </a:lnTo>
                  <a:lnTo>
                    <a:pt x="479385" y="459696"/>
                  </a:lnTo>
                  <a:lnTo>
                    <a:pt x="479623" y="459990"/>
                  </a:lnTo>
                  <a:lnTo>
                    <a:pt x="480375" y="460223"/>
                  </a:lnTo>
                  <a:lnTo>
                    <a:pt x="480536" y="460962"/>
                  </a:lnTo>
                  <a:lnTo>
                    <a:pt x="480681" y="461223"/>
                  </a:lnTo>
                  <a:lnTo>
                    <a:pt x="480738" y="461415"/>
                  </a:lnTo>
                  <a:lnTo>
                    <a:pt x="480806" y="461573"/>
                  </a:lnTo>
                  <a:lnTo>
                    <a:pt x="480958" y="461738"/>
                  </a:lnTo>
                  <a:lnTo>
                    <a:pt x="481175" y="462041"/>
                  </a:lnTo>
                  <a:lnTo>
                    <a:pt x="481330" y="462075"/>
                  </a:lnTo>
                  <a:lnTo>
                    <a:pt x="481573" y="462075"/>
                  </a:lnTo>
                  <a:lnTo>
                    <a:pt x="481722" y="462041"/>
                  </a:lnTo>
                  <a:lnTo>
                    <a:pt x="482111" y="461803"/>
                  </a:lnTo>
                  <a:lnTo>
                    <a:pt x="482395" y="461745"/>
                  </a:lnTo>
                  <a:lnTo>
                    <a:pt x="482689" y="461903"/>
                  </a:lnTo>
                  <a:lnTo>
                    <a:pt x="482925" y="462025"/>
                  </a:lnTo>
                  <a:lnTo>
                    <a:pt x="483077" y="462048"/>
                  </a:lnTo>
                  <a:lnTo>
                    <a:pt x="483463" y="462109"/>
                  </a:lnTo>
                  <a:lnTo>
                    <a:pt x="483716" y="462243"/>
                  </a:lnTo>
                  <a:lnTo>
                    <a:pt x="483882" y="462329"/>
                  </a:lnTo>
                  <a:lnTo>
                    <a:pt x="484408" y="462561"/>
                  </a:lnTo>
                  <a:lnTo>
                    <a:pt x="484657" y="462621"/>
                  </a:lnTo>
                  <a:lnTo>
                    <a:pt x="485010" y="462528"/>
                  </a:lnTo>
                  <a:lnTo>
                    <a:pt x="485136" y="462267"/>
                  </a:lnTo>
                  <a:lnTo>
                    <a:pt x="485275" y="462237"/>
                  </a:lnTo>
                  <a:lnTo>
                    <a:pt x="485686" y="462069"/>
                  </a:lnTo>
                  <a:lnTo>
                    <a:pt x="485669" y="461723"/>
                  </a:lnTo>
                  <a:lnTo>
                    <a:pt x="485588" y="461567"/>
                  </a:lnTo>
                  <a:lnTo>
                    <a:pt x="485418" y="461162"/>
                  </a:lnTo>
                  <a:lnTo>
                    <a:pt x="485537" y="460785"/>
                  </a:lnTo>
                  <a:lnTo>
                    <a:pt x="485621" y="460297"/>
                  </a:lnTo>
                  <a:lnTo>
                    <a:pt x="485751" y="460053"/>
                  </a:lnTo>
                  <a:lnTo>
                    <a:pt x="485931" y="459810"/>
                  </a:lnTo>
                  <a:lnTo>
                    <a:pt x="486041" y="459483"/>
                  </a:lnTo>
                  <a:lnTo>
                    <a:pt x="486070" y="459261"/>
                  </a:lnTo>
                  <a:lnTo>
                    <a:pt x="486015" y="458860"/>
                  </a:lnTo>
                  <a:lnTo>
                    <a:pt x="486021" y="458674"/>
                  </a:lnTo>
                  <a:lnTo>
                    <a:pt x="486029" y="458362"/>
                  </a:lnTo>
                  <a:lnTo>
                    <a:pt x="486153" y="457993"/>
                  </a:lnTo>
                  <a:lnTo>
                    <a:pt x="486393" y="457693"/>
                  </a:lnTo>
                  <a:lnTo>
                    <a:pt x="486667" y="457405"/>
                  </a:lnTo>
                  <a:lnTo>
                    <a:pt x="486669" y="457276"/>
                  </a:lnTo>
                  <a:lnTo>
                    <a:pt x="486486" y="456912"/>
                  </a:lnTo>
                  <a:lnTo>
                    <a:pt x="486635" y="456609"/>
                  </a:lnTo>
                  <a:lnTo>
                    <a:pt x="486787" y="456586"/>
                  </a:lnTo>
                  <a:lnTo>
                    <a:pt x="487457" y="456922"/>
                  </a:lnTo>
                  <a:lnTo>
                    <a:pt x="487585" y="456864"/>
                  </a:lnTo>
                  <a:lnTo>
                    <a:pt x="487907" y="456628"/>
                  </a:lnTo>
                  <a:lnTo>
                    <a:pt x="488521" y="456487"/>
                  </a:lnTo>
                  <a:lnTo>
                    <a:pt x="488855" y="456507"/>
                  </a:lnTo>
                  <a:lnTo>
                    <a:pt x="489094" y="456615"/>
                  </a:lnTo>
                  <a:lnTo>
                    <a:pt x="489342" y="456557"/>
                  </a:lnTo>
                  <a:lnTo>
                    <a:pt x="489425" y="456413"/>
                  </a:lnTo>
                  <a:lnTo>
                    <a:pt x="489754" y="456142"/>
                  </a:lnTo>
                  <a:lnTo>
                    <a:pt x="490057" y="456164"/>
                  </a:lnTo>
                  <a:lnTo>
                    <a:pt x="490346" y="456273"/>
                  </a:lnTo>
                  <a:lnTo>
                    <a:pt x="490565" y="456327"/>
                  </a:lnTo>
                  <a:lnTo>
                    <a:pt x="490730" y="456293"/>
                  </a:lnTo>
                  <a:lnTo>
                    <a:pt x="491249" y="456762"/>
                  </a:lnTo>
                  <a:lnTo>
                    <a:pt x="491253" y="457010"/>
                  </a:lnTo>
                  <a:lnTo>
                    <a:pt x="491257" y="457286"/>
                  </a:lnTo>
                  <a:lnTo>
                    <a:pt x="491336" y="457540"/>
                  </a:lnTo>
                  <a:lnTo>
                    <a:pt x="491475" y="458492"/>
                  </a:lnTo>
                  <a:lnTo>
                    <a:pt x="491654" y="458880"/>
                  </a:lnTo>
                  <a:lnTo>
                    <a:pt x="491813" y="458830"/>
                  </a:lnTo>
                  <a:lnTo>
                    <a:pt x="492074" y="458947"/>
                  </a:lnTo>
                  <a:lnTo>
                    <a:pt x="492016" y="459378"/>
                  </a:lnTo>
                  <a:lnTo>
                    <a:pt x="491957" y="460032"/>
                  </a:lnTo>
                  <a:lnTo>
                    <a:pt x="491927" y="460193"/>
                  </a:lnTo>
                  <a:lnTo>
                    <a:pt x="491806" y="460468"/>
                  </a:lnTo>
                  <a:lnTo>
                    <a:pt x="491782" y="460807"/>
                  </a:lnTo>
                  <a:lnTo>
                    <a:pt x="492000" y="461462"/>
                  </a:lnTo>
                  <a:lnTo>
                    <a:pt x="492035" y="461590"/>
                  </a:lnTo>
                  <a:lnTo>
                    <a:pt x="492145" y="461908"/>
                  </a:lnTo>
                  <a:lnTo>
                    <a:pt x="492340" y="461978"/>
                  </a:lnTo>
                  <a:lnTo>
                    <a:pt x="492902" y="461476"/>
                  </a:lnTo>
                  <a:lnTo>
                    <a:pt x="493251" y="461548"/>
                  </a:lnTo>
                  <a:lnTo>
                    <a:pt x="493420" y="461515"/>
                  </a:lnTo>
                  <a:lnTo>
                    <a:pt x="493732" y="461269"/>
                  </a:lnTo>
                  <a:lnTo>
                    <a:pt x="493987" y="461069"/>
                  </a:lnTo>
                  <a:lnTo>
                    <a:pt x="494203" y="460900"/>
                  </a:lnTo>
                  <a:lnTo>
                    <a:pt x="494659" y="460329"/>
                  </a:lnTo>
                  <a:lnTo>
                    <a:pt x="495116" y="460195"/>
                  </a:lnTo>
                  <a:lnTo>
                    <a:pt x="495218" y="460346"/>
                  </a:lnTo>
                  <a:lnTo>
                    <a:pt x="495702" y="460434"/>
                  </a:lnTo>
                  <a:lnTo>
                    <a:pt x="495803" y="460297"/>
                  </a:lnTo>
                  <a:lnTo>
                    <a:pt x="496090" y="460451"/>
                  </a:lnTo>
                  <a:lnTo>
                    <a:pt x="496228" y="460503"/>
                  </a:lnTo>
                  <a:lnTo>
                    <a:pt x="496525" y="460595"/>
                  </a:lnTo>
                  <a:lnTo>
                    <a:pt x="496854" y="460420"/>
                  </a:lnTo>
                  <a:lnTo>
                    <a:pt x="496932" y="460235"/>
                  </a:lnTo>
                  <a:lnTo>
                    <a:pt x="497018" y="460029"/>
                  </a:lnTo>
                  <a:lnTo>
                    <a:pt x="497580" y="459748"/>
                  </a:lnTo>
                  <a:lnTo>
                    <a:pt x="498001" y="459949"/>
                  </a:lnTo>
                  <a:lnTo>
                    <a:pt x="498377" y="459988"/>
                  </a:lnTo>
                  <a:lnTo>
                    <a:pt x="498975" y="460162"/>
                  </a:lnTo>
                  <a:lnTo>
                    <a:pt x="499230" y="460508"/>
                  </a:lnTo>
                  <a:lnTo>
                    <a:pt x="499381" y="460874"/>
                  </a:lnTo>
                  <a:lnTo>
                    <a:pt x="499316" y="461088"/>
                  </a:lnTo>
                  <a:lnTo>
                    <a:pt x="498823" y="461769"/>
                  </a:lnTo>
                  <a:lnTo>
                    <a:pt x="498807" y="461966"/>
                  </a:lnTo>
                  <a:lnTo>
                    <a:pt x="499103" y="462151"/>
                  </a:lnTo>
                  <a:lnTo>
                    <a:pt x="499314" y="462313"/>
                  </a:lnTo>
                  <a:lnTo>
                    <a:pt x="499466" y="462189"/>
                  </a:lnTo>
                  <a:lnTo>
                    <a:pt x="499998" y="462038"/>
                  </a:lnTo>
                  <a:lnTo>
                    <a:pt x="500496" y="461897"/>
                  </a:lnTo>
                  <a:lnTo>
                    <a:pt x="500696" y="462031"/>
                  </a:lnTo>
                  <a:lnTo>
                    <a:pt x="501001" y="461972"/>
                  </a:lnTo>
                  <a:lnTo>
                    <a:pt x="501235" y="461957"/>
                  </a:lnTo>
                  <a:lnTo>
                    <a:pt x="501434" y="461934"/>
                  </a:lnTo>
                  <a:lnTo>
                    <a:pt x="501547" y="461650"/>
                  </a:lnTo>
                  <a:lnTo>
                    <a:pt x="501566" y="461399"/>
                  </a:lnTo>
                  <a:lnTo>
                    <a:pt x="501638" y="461199"/>
                  </a:lnTo>
                  <a:lnTo>
                    <a:pt x="501773" y="460848"/>
                  </a:lnTo>
                  <a:lnTo>
                    <a:pt x="501760" y="460564"/>
                  </a:lnTo>
                  <a:lnTo>
                    <a:pt x="502145" y="460564"/>
                  </a:lnTo>
                  <a:lnTo>
                    <a:pt x="502351" y="460742"/>
                  </a:lnTo>
                  <a:lnTo>
                    <a:pt x="502817" y="460934"/>
                  </a:lnTo>
                  <a:lnTo>
                    <a:pt x="503033" y="461023"/>
                  </a:lnTo>
                  <a:lnTo>
                    <a:pt x="503728" y="461457"/>
                  </a:lnTo>
                  <a:lnTo>
                    <a:pt x="503946" y="461364"/>
                  </a:lnTo>
                  <a:lnTo>
                    <a:pt x="504068" y="461177"/>
                  </a:lnTo>
                  <a:lnTo>
                    <a:pt x="504342" y="460285"/>
                  </a:lnTo>
                  <a:lnTo>
                    <a:pt x="504391" y="460126"/>
                  </a:lnTo>
                  <a:lnTo>
                    <a:pt x="504493" y="459874"/>
                  </a:lnTo>
                  <a:lnTo>
                    <a:pt x="504342" y="459587"/>
                  </a:lnTo>
                  <a:lnTo>
                    <a:pt x="503900" y="459146"/>
                  </a:lnTo>
                  <a:lnTo>
                    <a:pt x="503968" y="458852"/>
                  </a:lnTo>
                  <a:lnTo>
                    <a:pt x="504102" y="458269"/>
                  </a:lnTo>
                  <a:lnTo>
                    <a:pt x="504298" y="457615"/>
                  </a:lnTo>
                  <a:lnTo>
                    <a:pt x="505150" y="457072"/>
                  </a:lnTo>
                  <a:lnTo>
                    <a:pt x="505805" y="457182"/>
                  </a:lnTo>
                  <a:lnTo>
                    <a:pt x="506223" y="457403"/>
                  </a:lnTo>
                  <a:lnTo>
                    <a:pt x="506720" y="457511"/>
                  </a:lnTo>
                  <a:lnTo>
                    <a:pt x="506905" y="457552"/>
                  </a:lnTo>
                  <a:lnTo>
                    <a:pt x="507697" y="457350"/>
                  </a:lnTo>
                  <a:lnTo>
                    <a:pt x="507932" y="457290"/>
                  </a:lnTo>
                  <a:lnTo>
                    <a:pt x="508390" y="457112"/>
                  </a:lnTo>
                  <a:lnTo>
                    <a:pt x="508741" y="457188"/>
                  </a:lnTo>
                  <a:lnTo>
                    <a:pt x="508842" y="457361"/>
                  </a:lnTo>
                  <a:lnTo>
                    <a:pt x="509195" y="457966"/>
                  </a:lnTo>
                  <a:lnTo>
                    <a:pt x="509487" y="458244"/>
                  </a:lnTo>
                  <a:lnTo>
                    <a:pt x="509646" y="458214"/>
                  </a:lnTo>
                  <a:lnTo>
                    <a:pt x="510094" y="458115"/>
                  </a:lnTo>
                  <a:lnTo>
                    <a:pt x="510252" y="458216"/>
                  </a:lnTo>
                  <a:lnTo>
                    <a:pt x="510437" y="458334"/>
                  </a:lnTo>
                  <a:lnTo>
                    <a:pt x="510770" y="458547"/>
                  </a:lnTo>
                  <a:lnTo>
                    <a:pt x="510922" y="458661"/>
                  </a:lnTo>
                  <a:lnTo>
                    <a:pt x="511169" y="458846"/>
                  </a:lnTo>
                  <a:lnTo>
                    <a:pt x="511271" y="459135"/>
                  </a:lnTo>
                  <a:lnTo>
                    <a:pt x="511345" y="459766"/>
                  </a:lnTo>
                  <a:lnTo>
                    <a:pt x="511423" y="460196"/>
                  </a:lnTo>
                  <a:lnTo>
                    <a:pt x="511385" y="460354"/>
                  </a:lnTo>
                  <a:lnTo>
                    <a:pt x="511339" y="460626"/>
                  </a:lnTo>
                  <a:lnTo>
                    <a:pt x="511495" y="461149"/>
                  </a:lnTo>
                  <a:lnTo>
                    <a:pt x="511901" y="461409"/>
                  </a:lnTo>
                  <a:lnTo>
                    <a:pt x="512108" y="461557"/>
                  </a:lnTo>
                  <a:lnTo>
                    <a:pt x="512340" y="461707"/>
                  </a:lnTo>
                  <a:lnTo>
                    <a:pt x="512202" y="461974"/>
                  </a:lnTo>
                  <a:lnTo>
                    <a:pt x="512666" y="462041"/>
                  </a:lnTo>
                  <a:lnTo>
                    <a:pt x="512757" y="461912"/>
                  </a:lnTo>
                  <a:lnTo>
                    <a:pt x="512954" y="461856"/>
                  </a:lnTo>
                  <a:lnTo>
                    <a:pt x="513274" y="462071"/>
                  </a:lnTo>
                  <a:lnTo>
                    <a:pt x="513349" y="462279"/>
                  </a:lnTo>
                  <a:lnTo>
                    <a:pt x="513477" y="462313"/>
                  </a:lnTo>
                  <a:lnTo>
                    <a:pt x="513143" y="463633"/>
                  </a:lnTo>
                  <a:lnTo>
                    <a:pt x="512823" y="463729"/>
                  </a:lnTo>
                  <a:lnTo>
                    <a:pt x="512732" y="463996"/>
                  </a:lnTo>
                  <a:lnTo>
                    <a:pt x="513420" y="464163"/>
                  </a:lnTo>
                  <a:lnTo>
                    <a:pt x="513548" y="464351"/>
                  </a:lnTo>
                  <a:lnTo>
                    <a:pt x="513749" y="464576"/>
                  </a:lnTo>
                  <a:lnTo>
                    <a:pt x="514012" y="465057"/>
                  </a:lnTo>
                  <a:lnTo>
                    <a:pt x="514209" y="465355"/>
                  </a:lnTo>
                  <a:lnTo>
                    <a:pt x="514545" y="465574"/>
                  </a:lnTo>
                  <a:lnTo>
                    <a:pt x="515209" y="465751"/>
                  </a:lnTo>
                  <a:lnTo>
                    <a:pt x="515387" y="466019"/>
                  </a:lnTo>
                  <a:lnTo>
                    <a:pt x="515422" y="466685"/>
                  </a:lnTo>
                  <a:lnTo>
                    <a:pt x="515420" y="466876"/>
                  </a:lnTo>
                  <a:lnTo>
                    <a:pt x="515432" y="467006"/>
                  </a:lnTo>
                  <a:lnTo>
                    <a:pt x="515503" y="467800"/>
                  </a:lnTo>
                  <a:lnTo>
                    <a:pt x="515696" y="467978"/>
                  </a:lnTo>
                  <a:lnTo>
                    <a:pt x="515864" y="468204"/>
                  </a:lnTo>
                  <a:lnTo>
                    <a:pt x="516178" y="468546"/>
                  </a:lnTo>
                  <a:lnTo>
                    <a:pt x="516268" y="469123"/>
                  </a:lnTo>
                  <a:lnTo>
                    <a:pt x="516387" y="469339"/>
                  </a:lnTo>
                  <a:lnTo>
                    <a:pt x="516523" y="469557"/>
                  </a:lnTo>
                  <a:lnTo>
                    <a:pt x="516514" y="469698"/>
                  </a:lnTo>
                  <a:lnTo>
                    <a:pt x="516499" y="469829"/>
                  </a:lnTo>
                  <a:lnTo>
                    <a:pt x="516808" y="469856"/>
                  </a:lnTo>
                  <a:lnTo>
                    <a:pt x="517088" y="470017"/>
                  </a:lnTo>
                  <a:lnTo>
                    <a:pt x="517681" y="469841"/>
                  </a:lnTo>
                  <a:lnTo>
                    <a:pt x="518039" y="469916"/>
                  </a:lnTo>
                  <a:lnTo>
                    <a:pt x="518204" y="470087"/>
                  </a:lnTo>
                  <a:lnTo>
                    <a:pt x="518337" y="470580"/>
                  </a:lnTo>
                  <a:lnTo>
                    <a:pt x="518283" y="470783"/>
                  </a:lnTo>
                  <a:lnTo>
                    <a:pt x="517988" y="471156"/>
                  </a:lnTo>
                  <a:lnTo>
                    <a:pt x="517426" y="470918"/>
                  </a:lnTo>
                  <a:lnTo>
                    <a:pt x="517211" y="470899"/>
                  </a:lnTo>
                  <a:lnTo>
                    <a:pt x="517038" y="470982"/>
                  </a:lnTo>
                  <a:lnTo>
                    <a:pt x="517150" y="471433"/>
                  </a:lnTo>
                  <a:lnTo>
                    <a:pt x="517371" y="471881"/>
                  </a:lnTo>
                  <a:lnTo>
                    <a:pt x="517570" y="471926"/>
                  </a:lnTo>
                  <a:lnTo>
                    <a:pt x="517737" y="471969"/>
                  </a:lnTo>
                  <a:lnTo>
                    <a:pt x="518196" y="472346"/>
                  </a:lnTo>
                  <a:lnTo>
                    <a:pt x="518245" y="472803"/>
                  </a:lnTo>
                  <a:lnTo>
                    <a:pt x="517947" y="473301"/>
                  </a:lnTo>
                  <a:lnTo>
                    <a:pt x="517671" y="473498"/>
                  </a:lnTo>
                  <a:lnTo>
                    <a:pt x="517480" y="473523"/>
                  </a:lnTo>
                  <a:lnTo>
                    <a:pt x="516793" y="473384"/>
                  </a:lnTo>
                  <a:lnTo>
                    <a:pt x="516482" y="473477"/>
                  </a:lnTo>
                  <a:lnTo>
                    <a:pt x="516287" y="473635"/>
                  </a:lnTo>
                  <a:lnTo>
                    <a:pt x="515580" y="474864"/>
                  </a:lnTo>
                  <a:lnTo>
                    <a:pt x="515580" y="475213"/>
                  </a:lnTo>
                  <a:lnTo>
                    <a:pt x="515579" y="475485"/>
                  </a:lnTo>
                  <a:lnTo>
                    <a:pt x="515681" y="475773"/>
                  </a:lnTo>
                  <a:lnTo>
                    <a:pt x="515824" y="476036"/>
                  </a:lnTo>
                  <a:lnTo>
                    <a:pt x="515735" y="476697"/>
                  </a:lnTo>
                  <a:lnTo>
                    <a:pt x="515659" y="476937"/>
                  </a:lnTo>
                  <a:lnTo>
                    <a:pt x="515696" y="477114"/>
                  </a:lnTo>
                  <a:lnTo>
                    <a:pt x="515898" y="478032"/>
                  </a:lnTo>
                  <a:lnTo>
                    <a:pt x="516120" y="478290"/>
                  </a:lnTo>
                  <a:lnTo>
                    <a:pt x="516336" y="478421"/>
                  </a:lnTo>
                  <a:lnTo>
                    <a:pt x="516470" y="478405"/>
                  </a:lnTo>
                  <a:lnTo>
                    <a:pt x="516582" y="478648"/>
                  </a:lnTo>
                  <a:lnTo>
                    <a:pt x="516536" y="478989"/>
                  </a:lnTo>
                  <a:lnTo>
                    <a:pt x="516306" y="479383"/>
                  </a:lnTo>
                  <a:lnTo>
                    <a:pt x="516369" y="479948"/>
                  </a:lnTo>
                  <a:lnTo>
                    <a:pt x="516000" y="480632"/>
                  </a:lnTo>
                  <a:lnTo>
                    <a:pt x="516092" y="480797"/>
                  </a:lnTo>
                  <a:lnTo>
                    <a:pt x="516117" y="481154"/>
                  </a:lnTo>
                  <a:lnTo>
                    <a:pt x="516153" y="481669"/>
                  </a:lnTo>
                  <a:lnTo>
                    <a:pt x="516159" y="481928"/>
                  </a:lnTo>
                  <a:lnTo>
                    <a:pt x="515890" y="482359"/>
                  </a:lnTo>
                  <a:lnTo>
                    <a:pt x="515683" y="482664"/>
                  </a:lnTo>
                  <a:lnTo>
                    <a:pt x="515597" y="482910"/>
                  </a:lnTo>
                  <a:lnTo>
                    <a:pt x="515646" y="483122"/>
                  </a:lnTo>
                  <a:lnTo>
                    <a:pt x="515625" y="483397"/>
                  </a:lnTo>
                  <a:lnTo>
                    <a:pt x="515313" y="484163"/>
                  </a:lnTo>
                  <a:lnTo>
                    <a:pt x="515133" y="484273"/>
                  </a:lnTo>
                  <a:lnTo>
                    <a:pt x="514931" y="484393"/>
                  </a:lnTo>
                  <a:lnTo>
                    <a:pt x="514664" y="484673"/>
                  </a:lnTo>
                  <a:lnTo>
                    <a:pt x="514500" y="485156"/>
                  </a:lnTo>
                  <a:lnTo>
                    <a:pt x="514569" y="485569"/>
                  </a:lnTo>
                  <a:lnTo>
                    <a:pt x="514836" y="485988"/>
                  </a:lnTo>
                  <a:lnTo>
                    <a:pt x="514986" y="486090"/>
                  </a:lnTo>
                  <a:lnTo>
                    <a:pt x="515184" y="487067"/>
                  </a:lnTo>
                  <a:lnTo>
                    <a:pt x="514926" y="487519"/>
                  </a:lnTo>
                  <a:lnTo>
                    <a:pt x="514651" y="488165"/>
                  </a:lnTo>
                  <a:lnTo>
                    <a:pt x="514362" y="488381"/>
                  </a:lnTo>
                  <a:lnTo>
                    <a:pt x="513924" y="488699"/>
                  </a:lnTo>
                  <a:lnTo>
                    <a:pt x="513940" y="488991"/>
                  </a:lnTo>
                  <a:lnTo>
                    <a:pt x="512972" y="488895"/>
                  </a:lnTo>
                  <a:lnTo>
                    <a:pt x="512810" y="489328"/>
                  </a:lnTo>
                  <a:lnTo>
                    <a:pt x="512802" y="489479"/>
                  </a:lnTo>
                  <a:lnTo>
                    <a:pt x="512505" y="489938"/>
                  </a:lnTo>
                  <a:lnTo>
                    <a:pt x="512628" y="490450"/>
                  </a:lnTo>
                  <a:lnTo>
                    <a:pt x="512313" y="490685"/>
                  </a:lnTo>
                  <a:lnTo>
                    <a:pt x="512333" y="490830"/>
                  </a:lnTo>
                  <a:lnTo>
                    <a:pt x="512221" y="491123"/>
                  </a:lnTo>
                  <a:lnTo>
                    <a:pt x="511866" y="491087"/>
                  </a:lnTo>
                  <a:lnTo>
                    <a:pt x="511727" y="491120"/>
                  </a:lnTo>
                  <a:lnTo>
                    <a:pt x="511254" y="491582"/>
                  </a:lnTo>
                  <a:lnTo>
                    <a:pt x="510588" y="491390"/>
                  </a:lnTo>
                  <a:lnTo>
                    <a:pt x="510459" y="491637"/>
                  </a:lnTo>
                  <a:lnTo>
                    <a:pt x="509994" y="492119"/>
                  </a:lnTo>
                  <a:lnTo>
                    <a:pt x="509837" y="492431"/>
                  </a:lnTo>
                  <a:lnTo>
                    <a:pt x="509668" y="492498"/>
                  </a:lnTo>
                  <a:lnTo>
                    <a:pt x="509598" y="492713"/>
                  </a:lnTo>
                  <a:lnTo>
                    <a:pt x="509271" y="493179"/>
                  </a:lnTo>
                  <a:lnTo>
                    <a:pt x="508536" y="493073"/>
                  </a:lnTo>
                  <a:lnTo>
                    <a:pt x="508197" y="492832"/>
                  </a:lnTo>
                  <a:lnTo>
                    <a:pt x="508748" y="492135"/>
                  </a:lnTo>
                  <a:lnTo>
                    <a:pt x="508767" y="491622"/>
                  </a:lnTo>
                  <a:lnTo>
                    <a:pt x="508612" y="491174"/>
                  </a:lnTo>
                  <a:lnTo>
                    <a:pt x="508497" y="490930"/>
                  </a:lnTo>
                  <a:lnTo>
                    <a:pt x="507922" y="490986"/>
                  </a:lnTo>
                  <a:lnTo>
                    <a:pt x="507353" y="490800"/>
                  </a:lnTo>
                  <a:lnTo>
                    <a:pt x="507010" y="490882"/>
                  </a:lnTo>
                  <a:lnTo>
                    <a:pt x="506558" y="490920"/>
                  </a:lnTo>
                  <a:lnTo>
                    <a:pt x="506383" y="490927"/>
                  </a:lnTo>
                  <a:lnTo>
                    <a:pt x="506216" y="490683"/>
                  </a:lnTo>
                  <a:lnTo>
                    <a:pt x="506096" y="490463"/>
                  </a:lnTo>
                  <a:lnTo>
                    <a:pt x="505876" y="490219"/>
                  </a:lnTo>
                  <a:lnTo>
                    <a:pt x="504847" y="490453"/>
                  </a:lnTo>
                  <a:lnTo>
                    <a:pt x="504389" y="490089"/>
                  </a:lnTo>
                  <a:lnTo>
                    <a:pt x="504291" y="489427"/>
                  </a:lnTo>
                  <a:lnTo>
                    <a:pt x="503695" y="488952"/>
                  </a:lnTo>
                  <a:lnTo>
                    <a:pt x="503508" y="488839"/>
                  </a:lnTo>
                  <a:lnTo>
                    <a:pt x="503012" y="488741"/>
                  </a:lnTo>
                  <a:lnTo>
                    <a:pt x="502457" y="488898"/>
                  </a:lnTo>
                  <a:lnTo>
                    <a:pt x="501804" y="488917"/>
                  </a:lnTo>
                  <a:lnTo>
                    <a:pt x="501201" y="489142"/>
                  </a:lnTo>
                  <a:lnTo>
                    <a:pt x="500915" y="489459"/>
                  </a:lnTo>
                  <a:lnTo>
                    <a:pt x="500653" y="489606"/>
                  </a:lnTo>
                  <a:lnTo>
                    <a:pt x="500504" y="489740"/>
                  </a:lnTo>
                  <a:lnTo>
                    <a:pt x="500391" y="490060"/>
                  </a:lnTo>
                  <a:lnTo>
                    <a:pt x="500129" y="490390"/>
                  </a:lnTo>
                  <a:lnTo>
                    <a:pt x="500141" y="490564"/>
                  </a:lnTo>
                  <a:lnTo>
                    <a:pt x="500192" y="490712"/>
                  </a:lnTo>
                  <a:lnTo>
                    <a:pt x="500250" y="491189"/>
                  </a:lnTo>
                  <a:lnTo>
                    <a:pt x="500310" y="491618"/>
                  </a:lnTo>
                  <a:lnTo>
                    <a:pt x="500059" y="492070"/>
                  </a:lnTo>
                  <a:lnTo>
                    <a:pt x="499798" y="492334"/>
                  </a:lnTo>
                  <a:lnTo>
                    <a:pt x="499401" y="492042"/>
                  </a:lnTo>
                  <a:lnTo>
                    <a:pt x="499013" y="492106"/>
                  </a:lnTo>
                  <a:lnTo>
                    <a:pt x="498483" y="492417"/>
                  </a:lnTo>
                  <a:lnTo>
                    <a:pt x="498298" y="492492"/>
                  </a:lnTo>
                  <a:lnTo>
                    <a:pt x="498154" y="492524"/>
                  </a:lnTo>
                  <a:lnTo>
                    <a:pt x="497855" y="492503"/>
                  </a:lnTo>
                  <a:lnTo>
                    <a:pt x="497484" y="492576"/>
                  </a:lnTo>
                  <a:lnTo>
                    <a:pt x="497205" y="492835"/>
                  </a:lnTo>
                  <a:lnTo>
                    <a:pt x="497132" y="493129"/>
                  </a:lnTo>
                  <a:lnTo>
                    <a:pt x="497179" y="493394"/>
                  </a:lnTo>
                  <a:lnTo>
                    <a:pt x="497137" y="493591"/>
                  </a:lnTo>
                  <a:lnTo>
                    <a:pt x="496901" y="493987"/>
                  </a:lnTo>
                  <a:lnTo>
                    <a:pt x="496196" y="494250"/>
                  </a:lnTo>
                  <a:lnTo>
                    <a:pt x="496064" y="494403"/>
                  </a:lnTo>
                  <a:lnTo>
                    <a:pt x="495734" y="494794"/>
                  </a:lnTo>
                  <a:lnTo>
                    <a:pt x="495526" y="495124"/>
                  </a:lnTo>
                  <a:lnTo>
                    <a:pt x="495377" y="495387"/>
                  </a:lnTo>
                  <a:lnTo>
                    <a:pt x="495039" y="495666"/>
                  </a:lnTo>
                  <a:lnTo>
                    <a:pt x="494631" y="495949"/>
                  </a:lnTo>
                  <a:lnTo>
                    <a:pt x="494400" y="496035"/>
                  </a:lnTo>
                  <a:lnTo>
                    <a:pt x="494107" y="495991"/>
                  </a:lnTo>
                  <a:lnTo>
                    <a:pt x="493920" y="495721"/>
                  </a:lnTo>
                  <a:lnTo>
                    <a:pt x="493640" y="495467"/>
                  </a:lnTo>
                  <a:lnTo>
                    <a:pt x="493166" y="495623"/>
                  </a:lnTo>
                  <a:lnTo>
                    <a:pt x="492857" y="495697"/>
                  </a:lnTo>
                  <a:lnTo>
                    <a:pt x="492614" y="495648"/>
                  </a:lnTo>
                  <a:lnTo>
                    <a:pt x="491820" y="495587"/>
                  </a:lnTo>
                  <a:lnTo>
                    <a:pt x="491520" y="495635"/>
                  </a:lnTo>
                  <a:lnTo>
                    <a:pt x="491388" y="495808"/>
                  </a:lnTo>
                  <a:lnTo>
                    <a:pt x="491918" y="495902"/>
                  </a:lnTo>
                  <a:lnTo>
                    <a:pt x="492130" y="495934"/>
                  </a:lnTo>
                  <a:lnTo>
                    <a:pt x="492301" y="495976"/>
                  </a:lnTo>
                  <a:lnTo>
                    <a:pt x="492624" y="496236"/>
                  </a:lnTo>
                  <a:lnTo>
                    <a:pt x="492829" y="496345"/>
                  </a:lnTo>
                  <a:lnTo>
                    <a:pt x="493176" y="496440"/>
                  </a:lnTo>
                  <a:lnTo>
                    <a:pt x="493474" y="496989"/>
                  </a:lnTo>
                  <a:lnTo>
                    <a:pt x="493702" y="497250"/>
                  </a:lnTo>
                  <a:lnTo>
                    <a:pt x="493949" y="497317"/>
                  </a:lnTo>
                  <a:lnTo>
                    <a:pt x="494186" y="497421"/>
                  </a:lnTo>
                  <a:lnTo>
                    <a:pt x="494417" y="497755"/>
                  </a:lnTo>
                  <a:lnTo>
                    <a:pt x="494248" y="498058"/>
                  </a:lnTo>
                  <a:lnTo>
                    <a:pt x="494109" y="498214"/>
                  </a:lnTo>
                  <a:lnTo>
                    <a:pt x="493827" y="498231"/>
                  </a:lnTo>
                  <a:lnTo>
                    <a:pt x="493599" y="498161"/>
                  </a:lnTo>
                  <a:lnTo>
                    <a:pt x="493729" y="498536"/>
                  </a:lnTo>
                  <a:lnTo>
                    <a:pt x="494053" y="498722"/>
                  </a:lnTo>
                  <a:lnTo>
                    <a:pt x="494516" y="499213"/>
                  </a:lnTo>
                  <a:lnTo>
                    <a:pt x="494583" y="499772"/>
                  </a:lnTo>
                  <a:lnTo>
                    <a:pt x="494356" y="499883"/>
                  </a:lnTo>
                  <a:lnTo>
                    <a:pt x="493689" y="500045"/>
                  </a:lnTo>
                  <a:lnTo>
                    <a:pt x="493435" y="499907"/>
                  </a:lnTo>
                  <a:lnTo>
                    <a:pt x="493387" y="499031"/>
                  </a:lnTo>
                  <a:lnTo>
                    <a:pt x="493144" y="498837"/>
                  </a:lnTo>
                  <a:lnTo>
                    <a:pt x="493018" y="498631"/>
                  </a:lnTo>
                  <a:lnTo>
                    <a:pt x="492789" y="498616"/>
                  </a:lnTo>
                  <a:lnTo>
                    <a:pt x="492616" y="498632"/>
                  </a:lnTo>
                  <a:lnTo>
                    <a:pt x="492225" y="499090"/>
                  </a:lnTo>
                  <a:lnTo>
                    <a:pt x="491716" y="499235"/>
                  </a:lnTo>
                  <a:lnTo>
                    <a:pt x="491535" y="499432"/>
                  </a:lnTo>
                  <a:lnTo>
                    <a:pt x="491332" y="499666"/>
                  </a:lnTo>
                  <a:lnTo>
                    <a:pt x="491017" y="499910"/>
                  </a:lnTo>
                  <a:lnTo>
                    <a:pt x="490576" y="500041"/>
                  </a:lnTo>
                  <a:lnTo>
                    <a:pt x="490427" y="500402"/>
                  </a:lnTo>
                  <a:lnTo>
                    <a:pt x="490296" y="500395"/>
                  </a:lnTo>
                  <a:lnTo>
                    <a:pt x="489787" y="500432"/>
                  </a:lnTo>
                  <a:lnTo>
                    <a:pt x="489511" y="500594"/>
                  </a:lnTo>
                  <a:lnTo>
                    <a:pt x="489301" y="500948"/>
                  </a:lnTo>
                  <a:lnTo>
                    <a:pt x="489377" y="501120"/>
                  </a:lnTo>
                  <a:lnTo>
                    <a:pt x="489481" y="501423"/>
                  </a:lnTo>
                  <a:lnTo>
                    <a:pt x="488918" y="501788"/>
                  </a:lnTo>
                  <a:lnTo>
                    <a:pt x="488653" y="501883"/>
                  </a:lnTo>
                  <a:lnTo>
                    <a:pt x="488435" y="502389"/>
                  </a:lnTo>
                  <a:lnTo>
                    <a:pt x="488409" y="502657"/>
                  </a:lnTo>
                  <a:lnTo>
                    <a:pt x="488432" y="502784"/>
                  </a:lnTo>
                  <a:lnTo>
                    <a:pt x="488477" y="502994"/>
                  </a:lnTo>
                  <a:lnTo>
                    <a:pt x="488317" y="503568"/>
                  </a:lnTo>
                  <a:lnTo>
                    <a:pt x="487701" y="504039"/>
                  </a:lnTo>
                  <a:lnTo>
                    <a:pt x="487343" y="504011"/>
                  </a:lnTo>
                  <a:lnTo>
                    <a:pt x="487049" y="504158"/>
                  </a:lnTo>
                  <a:lnTo>
                    <a:pt x="486794" y="504305"/>
                  </a:lnTo>
                  <a:lnTo>
                    <a:pt x="486823" y="505019"/>
                  </a:lnTo>
                  <a:lnTo>
                    <a:pt x="486738" y="505153"/>
                  </a:lnTo>
                  <a:lnTo>
                    <a:pt x="486683" y="505546"/>
                  </a:lnTo>
                  <a:lnTo>
                    <a:pt x="486947" y="505863"/>
                  </a:lnTo>
                  <a:lnTo>
                    <a:pt x="487073" y="506007"/>
                  </a:lnTo>
                  <a:lnTo>
                    <a:pt x="487240" y="506253"/>
                  </a:lnTo>
                  <a:lnTo>
                    <a:pt x="487557" y="506695"/>
                  </a:lnTo>
                  <a:lnTo>
                    <a:pt x="487216" y="507142"/>
                  </a:lnTo>
                  <a:lnTo>
                    <a:pt x="486907" y="507231"/>
                  </a:lnTo>
                  <a:lnTo>
                    <a:pt x="486753" y="507286"/>
                  </a:lnTo>
                  <a:lnTo>
                    <a:pt x="480648" y="501513"/>
                  </a:lnTo>
                  <a:lnTo>
                    <a:pt x="480444" y="501248"/>
                  </a:lnTo>
                  <a:lnTo>
                    <a:pt x="480233" y="500972"/>
                  </a:lnTo>
                  <a:lnTo>
                    <a:pt x="476236" y="496959"/>
                  </a:lnTo>
                  <a:lnTo>
                    <a:pt x="473767" y="499988"/>
                  </a:lnTo>
                  <a:lnTo>
                    <a:pt x="469116" y="502897"/>
                  </a:lnTo>
                  <a:lnTo>
                    <a:pt x="460058" y="506759"/>
                  </a:lnTo>
                  <a:lnTo>
                    <a:pt x="459223" y="508571"/>
                  </a:lnTo>
                  <a:lnTo>
                    <a:pt x="457493" y="507871"/>
                  </a:lnTo>
                  <a:lnTo>
                    <a:pt x="454056" y="511150"/>
                  </a:lnTo>
                  <a:lnTo>
                    <a:pt x="452505" y="512976"/>
                  </a:lnTo>
                  <a:lnTo>
                    <a:pt x="454420" y="518427"/>
                  </a:lnTo>
                  <a:lnTo>
                    <a:pt x="454726" y="520764"/>
                  </a:lnTo>
                  <a:lnTo>
                    <a:pt x="440198" y="526074"/>
                  </a:lnTo>
                  <a:lnTo>
                    <a:pt x="415691" y="537607"/>
                  </a:lnTo>
                  <a:lnTo>
                    <a:pt x="409894" y="541587"/>
                  </a:lnTo>
                  <a:lnTo>
                    <a:pt x="406836" y="538887"/>
                  </a:lnTo>
                  <a:lnTo>
                    <a:pt x="405784" y="537708"/>
                  </a:lnTo>
                  <a:lnTo>
                    <a:pt x="405692" y="537421"/>
                  </a:lnTo>
                  <a:lnTo>
                    <a:pt x="331768" y="547096"/>
                  </a:lnTo>
                  <a:lnTo>
                    <a:pt x="316806" y="547670"/>
                  </a:lnTo>
                  <a:lnTo>
                    <a:pt x="312882" y="549955"/>
                  </a:lnTo>
                  <a:lnTo>
                    <a:pt x="311383" y="546931"/>
                  </a:lnTo>
                  <a:lnTo>
                    <a:pt x="301958" y="556084"/>
                  </a:lnTo>
                  <a:lnTo>
                    <a:pt x="277697" y="585697"/>
                  </a:lnTo>
                  <a:lnTo>
                    <a:pt x="226365" y="588264"/>
                  </a:lnTo>
                  <a:lnTo>
                    <a:pt x="226427" y="587969"/>
                  </a:lnTo>
                  <a:lnTo>
                    <a:pt x="226454" y="587843"/>
                  </a:lnTo>
                  <a:lnTo>
                    <a:pt x="194696" y="565771"/>
                  </a:lnTo>
                  <a:lnTo>
                    <a:pt x="186212" y="562326"/>
                  </a:lnTo>
                  <a:lnTo>
                    <a:pt x="186098" y="560703"/>
                  </a:lnTo>
                  <a:lnTo>
                    <a:pt x="192871" y="531182"/>
                  </a:lnTo>
                  <a:lnTo>
                    <a:pt x="169902" y="481221"/>
                  </a:lnTo>
                  <a:lnTo>
                    <a:pt x="168919" y="479740"/>
                  </a:lnTo>
                  <a:lnTo>
                    <a:pt x="168888" y="479209"/>
                  </a:lnTo>
                  <a:lnTo>
                    <a:pt x="117278" y="453572"/>
                  </a:lnTo>
                  <a:lnTo>
                    <a:pt x="117217" y="453140"/>
                  </a:lnTo>
                  <a:lnTo>
                    <a:pt x="117175" y="452826"/>
                  </a:lnTo>
                  <a:lnTo>
                    <a:pt x="117203" y="452554"/>
                  </a:lnTo>
                  <a:lnTo>
                    <a:pt x="117262" y="452040"/>
                  </a:lnTo>
                  <a:lnTo>
                    <a:pt x="117338" y="451365"/>
                  </a:lnTo>
                  <a:lnTo>
                    <a:pt x="117496" y="451146"/>
                  </a:lnTo>
                  <a:lnTo>
                    <a:pt x="117667" y="450902"/>
                  </a:lnTo>
                  <a:lnTo>
                    <a:pt x="117858" y="450632"/>
                  </a:lnTo>
                  <a:lnTo>
                    <a:pt x="118177" y="450287"/>
                  </a:lnTo>
                  <a:lnTo>
                    <a:pt x="118443" y="450131"/>
                  </a:lnTo>
                  <a:lnTo>
                    <a:pt x="118695" y="449991"/>
                  </a:lnTo>
                  <a:lnTo>
                    <a:pt x="118878" y="449835"/>
                  </a:lnTo>
                  <a:lnTo>
                    <a:pt x="114254" y="447591"/>
                  </a:lnTo>
                  <a:lnTo>
                    <a:pt x="114446" y="444944"/>
                  </a:lnTo>
                  <a:lnTo>
                    <a:pt x="114771" y="439806"/>
                  </a:lnTo>
                  <a:lnTo>
                    <a:pt x="112603" y="439789"/>
                  </a:lnTo>
                  <a:lnTo>
                    <a:pt x="158385" y="352598"/>
                  </a:lnTo>
                  <a:lnTo>
                    <a:pt x="163972" y="343954"/>
                  </a:lnTo>
                  <a:lnTo>
                    <a:pt x="136687" y="248668"/>
                  </a:lnTo>
                  <a:lnTo>
                    <a:pt x="136849" y="248170"/>
                  </a:lnTo>
                  <a:lnTo>
                    <a:pt x="136930" y="247581"/>
                  </a:lnTo>
                  <a:lnTo>
                    <a:pt x="136866" y="246920"/>
                  </a:lnTo>
                  <a:lnTo>
                    <a:pt x="136814" y="246496"/>
                  </a:lnTo>
                  <a:lnTo>
                    <a:pt x="136858" y="246205"/>
                  </a:lnTo>
                  <a:lnTo>
                    <a:pt x="137099" y="245769"/>
                  </a:lnTo>
                  <a:lnTo>
                    <a:pt x="137242" y="245537"/>
                  </a:lnTo>
                  <a:lnTo>
                    <a:pt x="137466" y="245048"/>
                  </a:lnTo>
                  <a:lnTo>
                    <a:pt x="137577" y="244657"/>
                  </a:lnTo>
                  <a:lnTo>
                    <a:pt x="137705" y="244035"/>
                  </a:lnTo>
                  <a:lnTo>
                    <a:pt x="137682" y="243407"/>
                  </a:lnTo>
                  <a:lnTo>
                    <a:pt x="137589" y="242990"/>
                  </a:lnTo>
                  <a:lnTo>
                    <a:pt x="137424" y="242671"/>
                  </a:lnTo>
                  <a:lnTo>
                    <a:pt x="137227" y="242203"/>
                  </a:lnTo>
                  <a:lnTo>
                    <a:pt x="137099" y="241760"/>
                  </a:lnTo>
                  <a:lnTo>
                    <a:pt x="136896" y="241380"/>
                  </a:lnTo>
                  <a:lnTo>
                    <a:pt x="136779" y="241184"/>
                  </a:lnTo>
                  <a:lnTo>
                    <a:pt x="136586" y="240933"/>
                  </a:lnTo>
                  <a:lnTo>
                    <a:pt x="137058" y="240573"/>
                  </a:lnTo>
                  <a:lnTo>
                    <a:pt x="137699" y="239903"/>
                  </a:lnTo>
                  <a:lnTo>
                    <a:pt x="138163" y="239856"/>
                  </a:lnTo>
                  <a:lnTo>
                    <a:pt x="138235" y="239013"/>
                  </a:lnTo>
                  <a:lnTo>
                    <a:pt x="138088" y="238820"/>
                  </a:lnTo>
                  <a:lnTo>
                    <a:pt x="138079" y="237267"/>
                  </a:lnTo>
                  <a:lnTo>
                    <a:pt x="138762" y="236830"/>
                  </a:lnTo>
                  <a:lnTo>
                    <a:pt x="139721" y="236684"/>
                  </a:lnTo>
                  <a:lnTo>
                    <a:pt x="140080" y="236888"/>
                  </a:lnTo>
                  <a:lnTo>
                    <a:pt x="140966" y="236379"/>
                  </a:lnTo>
                  <a:lnTo>
                    <a:pt x="141546" y="235976"/>
                  </a:lnTo>
                  <a:lnTo>
                    <a:pt x="142151" y="235704"/>
                  </a:lnTo>
                  <a:lnTo>
                    <a:pt x="142280" y="235730"/>
                  </a:lnTo>
                  <a:lnTo>
                    <a:pt x="142725" y="235610"/>
                  </a:lnTo>
                  <a:lnTo>
                    <a:pt x="142796" y="235390"/>
                  </a:lnTo>
                  <a:lnTo>
                    <a:pt x="142766" y="235109"/>
                  </a:lnTo>
                  <a:lnTo>
                    <a:pt x="142198" y="234104"/>
                  </a:lnTo>
                  <a:lnTo>
                    <a:pt x="141746" y="233646"/>
                  </a:lnTo>
                  <a:lnTo>
                    <a:pt x="141531" y="232970"/>
                  </a:lnTo>
                  <a:lnTo>
                    <a:pt x="141443" y="232290"/>
                  </a:lnTo>
                  <a:lnTo>
                    <a:pt x="140925" y="231457"/>
                  </a:lnTo>
                  <a:lnTo>
                    <a:pt x="140486" y="231263"/>
                  </a:lnTo>
                  <a:lnTo>
                    <a:pt x="140131" y="230980"/>
                  </a:lnTo>
                  <a:lnTo>
                    <a:pt x="139968" y="230765"/>
                  </a:lnTo>
                  <a:lnTo>
                    <a:pt x="139886" y="230539"/>
                  </a:lnTo>
                  <a:lnTo>
                    <a:pt x="139861" y="230372"/>
                  </a:lnTo>
                  <a:lnTo>
                    <a:pt x="139811" y="230013"/>
                  </a:lnTo>
                  <a:lnTo>
                    <a:pt x="139816" y="229735"/>
                  </a:lnTo>
                  <a:lnTo>
                    <a:pt x="139876" y="229429"/>
                  </a:lnTo>
                  <a:lnTo>
                    <a:pt x="140177" y="229240"/>
                  </a:lnTo>
                  <a:lnTo>
                    <a:pt x="140473" y="229388"/>
                  </a:lnTo>
                  <a:lnTo>
                    <a:pt x="141002" y="229535"/>
                  </a:lnTo>
                  <a:lnTo>
                    <a:pt x="141200" y="228851"/>
                  </a:lnTo>
                  <a:lnTo>
                    <a:pt x="141368" y="228620"/>
                  </a:lnTo>
                  <a:lnTo>
                    <a:pt x="141899" y="228312"/>
                  </a:lnTo>
                  <a:lnTo>
                    <a:pt x="142170" y="228259"/>
                  </a:lnTo>
                  <a:lnTo>
                    <a:pt x="142346" y="228289"/>
                  </a:lnTo>
                  <a:lnTo>
                    <a:pt x="142778" y="228211"/>
                  </a:lnTo>
                  <a:lnTo>
                    <a:pt x="143158" y="227961"/>
                  </a:lnTo>
                  <a:lnTo>
                    <a:pt x="143328" y="227738"/>
                  </a:lnTo>
                  <a:lnTo>
                    <a:pt x="143378" y="227326"/>
                  </a:lnTo>
                  <a:lnTo>
                    <a:pt x="143869" y="227356"/>
                  </a:lnTo>
                  <a:lnTo>
                    <a:pt x="144024" y="227429"/>
                  </a:lnTo>
                  <a:lnTo>
                    <a:pt x="144445" y="227797"/>
                  </a:lnTo>
                  <a:lnTo>
                    <a:pt x="144365" y="228387"/>
                  </a:lnTo>
                  <a:lnTo>
                    <a:pt x="144365" y="228677"/>
                  </a:lnTo>
                  <a:lnTo>
                    <a:pt x="144553" y="229212"/>
                  </a:lnTo>
                  <a:lnTo>
                    <a:pt x="144740" y="229278"/>
                  </a:lnTo>
                  <a:lnTo>
                    <a:pt x="145047" y="229463"/>
                  </a:lnTo>
                  <a:lnTo>
                    <a:pt x="145361" y="229792"/>
                  </a:lnTo>
                  <a:lnTo>
                    <a:pt x="145458" y="230012"/>
                  </a:lnTo>
                  <a:lnTo>
                    <a:pt x="145495" y="230534"/>
                  </a:lnTo>
                  <a:lnTo>
                    <a:pt x="145358" y="230956"/>
                  </a:lnTo>
                  <a:lnTo>
                    <a:pt x="145407" y="231529"/>
                  </a:lnTo>
                  <a:lnTo>
                    <a:pt x="146914" y="233202"/>
                  </a:lnTo>
                  <a:lnTo>
                    <a:pt x="147628" y="234302"/>
                  </a:lnTo>
                  <a:lnTo>
                    <a:pt x="148050" y="235273"/>
                  </a:lnTo>
                  <a:lnTo>
                    <a:pt x="148134" y="236083"/>
                  </a:lnTo>
                  <a:lnTo>
                    <a:pt x="148135" y="237045"/>
                  </a:lnTo>
                  <a:lnTo>
                    <a:pt x="148057" y="237311"/>
                  </a:lnTo>
                  <a:lnTo>
                    <a:pt x="147970" y="237473"/>
                  </a:lnTo>
                  <a:lnTo>
                    <a:pt x="147801" y="238009"/>
                  </a:lnTo>
                  <a:lnTo>
                    <a:pt x="147685" y="238663"/>
                  </a:lnTo>
                  <a:lnTo>
                    <a:pt x="148058" y="238883"/>
                  </a:lnTo>
                  <a:lnTo>
                    <a:pt x="148244" y="238874"/>
                  </a:lnTo>
                  <a:lnTo>
                    <a:pt x="148585" y="239523"/>
                  </a:lnTo>
                  <a:lnTo>
                    <a:pt x="148663" y="240431"/>
                  </a:lnTo>
                  <a:lnTo>
                    <a:pt x="148639" y="242104"/>
                  </a:lnTo>
                  <a:lnTo>
                    <a:pt x="148555" y="242316"/>
                  </a:lnTo>
                  <a:lnTo>
                    <a:pt x="148546" y="242462"/>
                  </a:lnTo>
                  <a:lnTo>
                    <a:pt x="148888" y="242844"/>
                  </a:lnTo>
                  <a:lnTo>
                    <a:pt x="149259" y="242891"/>
                  </a:lnTo>
                  <a:lnTo>
                    <a:pt x="150450" y="242933"/>
                  </a:lnTo>
                  <a:lnTo>
                    <a:pt x="150712" y="242327"/>
                  </a:lnTo>
                  <a:lnTo>
                    <a:pt x="151519" y="241749"/>
                  </a:lnTo>
                  <a:lnTo>
                    <a:pt x="151893" y="241201"/>
                  </a:lnTo>
                  <a:lnTo>
                    <a:pt x="151633" y="240991"/>
                  </a:lnTo>
                  <a:lnTo>
                    <a:pt x="151756" y="240742"/>
                  </a:lnTo>
                  <a:lnTo>
                    <a:pt x="152342" y="240463"/>
                  </a:lnTo>
                  <a:lnTo>
                    <a:pt x="152617" y="240373"/>
                  </a:lnTo>
                  <a:lnTo>
                    <a:pt x="153115" y="240606"/>
                  </a:lnTo>
                  <a:lnTo>
                    <a:pt x="153591" y="240904"/>
                  </a:lnTo>
                  <a:lnTo>
                    <a:pt x="153742" y="240924"/>
                  </a:lnTo>
                  <a:lnTo>
                    <a:pt x="153907" y="240884"/>
                  </a:lnTo>
                  <a:lnTo>
                    <a:pt x="154118" y="240769"/>
                  </a:lnTo>
                  <a:lnTo>
                    <a:pt x="154254" y="240646"/>
                  </a:lnTo>
                  <a:lnTo>
                    <a:pt x="154828" y="239911"/>
                  </a:lnTo>
                  <a:lnTo>
                    <a:pt x="154987" y="239678"/>
                  </a:lnTo>
                  <a:lnTo>
                    <a:pt x="154979" y="239401"/>
                  </a:lnTo>
                  <a:lnTo>
                    <a:pt x="155564" y="238975"/>
                  </a:lnTo>
                  <a:lnTo>
                    <a:pt x="156598" y="238635"/>
                  </a:lnTo>
                  <a:lnTo>
                    <a:pt x="157559" y="238779"/>
                  </a:lnTo>
                  <a:lnTo>
                    <a:pt x="158386" y="239077"/>
                  </a:lnTo>
                  <a:lnTo>
                    <a:pt x="158893" y="239323"/>
                  </a:lnTo>
                  <a:lnTo>
                    <a:pt x="159678" y="239593"/>
                  </a:lnTo>
                  <a:lnTo>
                    <a:pt x="159814" y="239603"/>
                  </a:lnTo>
                  <a:lnTo>
                    <a:pt x="160001" y="239378"/>
                  </a:lnTo>
                  <a:lnTo>
                    <a:pt x="160033" y="239021"/>
                  </a:lnTo>
                  <a:lnTo>
                    <a:pt x="160211" y="238646"/>
                  </a:lnTo>
                  <a:lnTo>
                    <a:pt x="160468" y="238266"/>
                  </a:lnTo>
                  <a:lnTo>
                    <a:pt x="160911" y="237740"/>
                  </a:lnTo>
                  <a:lnTo>
                    <a:pt x="161598" y="237187"/>
                  </a:lnTo>
                  <a:lnTo>
                    <a:pt x="161903" y="237207"/>
                  </a:lnTo>
                  <a:lnTo>
                    <a:pt x="162031" y="237306"/>
                  </a:lnTo>
                  <a:lnTo>
                    <a:pt x="162164" y="237345"/>
                  </a:lnTo>
                  <a:lnTo>
                    <a:pt x="162517" y="237283"/>
                  </a:lnTo>
                  <a:lnTo>
                    <a:pt x="163093" y="236905"/>
                  </a:lnTo>
                  <a:lnTo>
                    <a:pt x="163838" y="236196"/>
                  </a:lnTo>
                  <a:lnTo>
                    <a:pt x="163878" y="236047"/>
                  </a:lnTo>
                  <a:lnTo>
                    <a:pt x="163837" y="235296"/>
                  </a:lnTo>
                  <a:lnTo>
                    <a:pt x="163730" y="234617"/>
                  </a:lnTo>
                  <a:lnTo>
                    <a:pt x="164094" y="233680"/>
                  </a:lnTo>
                  <a:lnTo>
                    <a:pt x="163926" y="233293"/>
                  </a:lnTo>
                  <a:lnTo>
                    <a:pt x="163815" y="233102"/>
                  </a:lnTo>
                  <a:lnTo>
                    <a:pt x="163972" y="232081"/>
                  </a:lnTo>
                  <a:lnTo>
                    <a:pt x="164102" y="231893"/>
                  </a:lnTo>
                  <a:lnTo>
                    <a:pt x="164351" y="231677"/>
                  </a:lnTo>
                  <a:lnTo>
                    <a:pt x="164862" y="231534"/>
                  </a:lnTo>
                  <a:lnTo>
                    <a:pt x="165474" y="231215"/>
                  </a:lnTo>
                  <a:lnTo>
                    <a:pt x="165734" y="230665"/>
                  </a:lnTo>
                  <a:lnTo>
                    <a:pt x="165820" y="230349"/>
                  </a:lnTo>
                  <a:lnTo>
                    <a:pt x="165702" y="230124"/>
                  </a:lnTo>
                  <a:lnTo>
                    <a:pt x="165320" y="229884"/>
                  </a:lnTo>
                  <a:lnTo>
                    <a:pt x="164985" y="229498"/>
                  </a:lnTo>
                  <a:lnTo>
                    <a:pt x="164988" y="228986"/>
                  </a:lnTo>
                  <a:lnTo>
                    <a:pt x="164832" y="228579"/>
                  </a:lnTo>
                  <a:lnTo>
                    <a:pt x="164627" y="228283"/>
                  </a:lnTo>
                  <a:lnTo>
                    <a:pt x="164497" y="228189"/>
                  </a:lnTo>
                  <a:lnTo>
                    <a:pt x="164186" y="227826"/>
                  </a:lnTo>
                  <a:lnTo>
                    <a:pt x="163813" y="227068"/>
                  </a:lnTo>
                  <a:lnTo>
                    <a:pt x="163761" y="226750"/>
                  </a:lnTo>
                  <a:lnTo>
                    <a:pt x="163761" y="226549"/>
                  </a:lnTo>
                  <a:lnTo>
                    <a:pt x="163590" y="226115"/>
                  </a:lnTo>
                  <a:lnTo>
                    <a:pt x="163086" y="225415"/>
                  </a:lnTo>
                  <a:lnTo>
                    <a:pt x="162577" y="225077"/>
                  </a:lnTo>
                  <a:lnTo>
                    <a:pt x="162772" y="224361"/>
                  </a:lnTo>
                  <a:lnTo>
                    <a:pt x="162435" y="223952"/>
                  </a:lnTo>
                  <a:lnTo>
                    <a:pt x="162295" y="223727"/>
                  </a:lnTo>
                  <a:lnTo>
                    <a:pt x="162124" y="223006"/>
                  </a:lnTo>
                  <a:lnTo>
                    <a:pt x="160855" y="222382"/>
                  </a:lnTo>
                  <a:lnTo>
                    <a:pt x="160290" y="222361"/>
                  </a:lnTo>
                  <a:lnTo>
                    <a:pt x="160065" y="222297"/>
                  </a:lnTo>
                  <a:lnTo>
                    <a:pt x="159812" y="222086"/>
                  </a:lnTo>
                  <a:lnTo>
                    <a:pt x="159470" y="221659"/>
                  </a:lnTo>
                  <a:lnTo>
                    <a:pt x="159536" y="221028"/>
                  </a:lnTo>
                  <a:lnTo>
                    <a:pt x="159836" y="220651"/>
                  </a:lnTo>
                  <a:lnTo>
                    <a:pt x="160226" y="219728"/>
                  </a:lnTo>
                  <a:lnTo>
                    <a:pt x="160091" y="219000"/>
                  </a:lnTo>
                  <a:lnTo>
                    <a:pt x="159703" y="217462"/>
                  </a:lnTo>
                  <a:lnTo>
                    <a:pt x="159476" y="216942"/>
                  </a:lnTo>
                  <a:lnTo>
                    <a:pt x="159363" y="215470"/>
                  </a:lnTo>
                  <a:lnTo>
                    <a:pt x="159492" y="215259"/>
                  </a:lnTo>
                  <a:lnTo>
                    <a:pt x="159512" y="215130"/>
                  </a:lnTo>
                  <a:lnTo>
                    <a:pt x="159474" y="214958"/>
                  </a:lnTo>
                  <a:lnTo>
                    <a:pt x="159283" y="214631"/>
                  </a:lnTo>
                  <a:lnTo>
                    <a:pt x="159047" y="214371"/>
                  </a:lnTo>
                  <a:lnTo>
                    <a:pt x="158596" y="213117"/>
                  </a:lnTo>
                  <a:lnTo>
                    <a:pt x="158417" y="212547"/>
                  </a:lnTo>
                  <a:lnTo>
                    <a:pt x="158389" y="211829"/>
                  </a:lnTo>
                  <a:lnTo>
                    <a:pt x="158801" y="211778"/>
                  </a:lnTo>
                  <a:lnTo>
                    <a:pt x="159297" y="211935"/>
                  </a:lnTo>
                  <a:lnTo>
                    <a:pt x="160182" y="211616"/>
                  </a:lnTo>
                  <a:lnTo>
                    <a:pt x="160183" y="211424"/>
                  </a:lnTo>
                  <a:lnTo>
                    <a:pt x="160244" y="211135"/>
                  </a:lnTo>
                  <a:lnTo>
                    <a:pt x="160410" y="210943"/>
                  </a:lnTo>
                  <a:lnTo>
                    <a:pt x="160864" y="210660"/>
                  </a:lnTo>
                  <a:lnTo>
                    <a:pt x="161178" y="210588"/>
                  </a:lnTo>
                  <a:lnTo>
                    <a:pt x="161565" y="210280"/>
                  </a:lnTo>
                  <a:lnTo>
                    <a:pt x="162213" y="209639"/>
                  </a:lnTo>
                  <a:lnTo>
                    <a:pt x="162435" y="209320"/>
                  </a:lnTo>
                  <a:lnTo>
                    <a:pt x="162389" y="209163"/>
                  </a:lnTo>
                  <a:lnTo>
                    <a:pt x="162371" y="209011"/>
                  </a:lnTo>
                  <a:lnTo>
                    <a:pt x="162505" y="208560"/>
                  </a:lnTo>
                  <a:lnTo>
                    <a:pt x="162421" y="207997"/>
                  </a:lnTo>
                  <a:lnTo>
                    <a:pt x="162155" y="207853"/>
                  </a:lnTo>
                  <a:lnTo>
                    <a:pt x="162131" y="207722"/>
                  </a:lnTo>
                  <a:lnTo>
                    <a:pt x="162162" y="207518"/>
                  </a:lnTo>
                  <a:lnTo>
                    <a:pt x="162257" y="206832"/>
                  </a:lnTo>
                  <a:lnTo>
                    <a:pt x="161911" y="206450"/>
                  </a:lnTo>
                  <a:lnTo>
                    <a:pt x="161675" y="206265"/>
                  </a:lnTo>
                  <a:lnTo>
                    <a:pt x="161404" y="205579"/>
                  </a:lnTo>
                  <a:lnTo>
                    <a:pt x="161148" y="205213"/>
                  </a:lnTo>
                  <a:lnTo>
                    <a:pt x="161056" y="204793"/>
                  </a:lnTo>
                  <a:lnTo>
                    <a:pt x="161064" y="204665"/>
                  </a:lnTo>
                  <a:lnTo>
                    <a:pt x="161105" y="204433"/>
                  </a:lnTo>
                  <a:lnTo>
                    <a:pt x="161326" y="204067"/>
                  </a:lnTo>
                  <a:lnTo>
                    <a:pt x="161404" y="203802"/>
                  </a:lnTo>
                  <a:lnTo>
                    <a:pt x="161552" y="203350"/>
                  </a:lnTo>
                  <a:lnTo>
                    <a:pt x="161256" y="202695"/>
                  </a:lnTo>
                  <a:lnTo>
                    <a:pt x="161033" y="202275"/>
                  </a:lnTo>
                  <a:lnTo>
                    <a:pt x="160792" y="201057"/>
                  </a:lnTo>
                  <a:lnTo>
                    <a:pt x="160631" y="200534"/>
                  </a:lnTo>
                  <a:lnTo>
                    <a:pt x="160835" y="199309"/>
                  </a:lnTo>
                  <a:lnTo>
                    <a:pt x="161130" y="198826"/>
                  </a:lnTo>
                  <a:lnTo>
                    <a:pt x="161281" y="198676"/>
                  </a:lnTo>
                  <a:lnTo>
                    <a:pt x="161040" y="198454"/>
                  </a:lnTo>
                  <a:lnTo>
                    <a:pt x="160695" y="198372"/>
                  </a:lnTo>
                  <a:lnTo>
                    <a:pt x="160620" y="198156"/>
                  </a:lnTo>
                  <a:lnTo>
                    <a:pt x="159965" y="196995"/>
                  </a:lnTo>
                  <a:lnTo>
                    <a:pt x="159972" y="196501"/>
                  </a:lnTo>
                  <a:lnTo>
                    <a:pt x="160125" y="196160"/>
                  </a:lnTo>
                  <a:lnTo>
                    <a:pt x="160428" y="196230"/>
                  </a:lnTo>
                  <a:lnTo>
                    <a:pt x="160760" y="196080"/>
                  </a:lnTo>
                  <a:lnTo>
                    <a:pt x="161331" y="196000"/>
                  </a:lnTo>
                  <a:lnTo>
                    <a:pt x="162586" y="196412"/>
                  </a:lnTo>
                  <a:lnTo>
                    <a:pt x="162835" y="196583"/>
                  </a:lnTo>
                  <a:lnTo>
                    <a:pt x="163563" y="196714"/>
                  </a:lnTo>
                  <a:lnTo>
                    <a:pt x="163794" y="196540"/>
                  </a:lnTo>
                  <a:lnTo>
                    <a:pt x="164001" y="196319"/>
                  </a:lnTo>
                  <a:lnTo>
                    <a:pt x="164147" y="195947"/>
                  </a:lnTo>
                  <a:lnTo>
                    <a:pt x="164612" y="195655"/>
                  </a:lnTo>
                  <a:lnTo>
                    <a:pt x="165017" y="195423"/>
                  </a:lnTo>
                  <a:lnTo>
                    <a:pt x="165506" y="195190"/>
                  </a:lnTo>
                  <a:lnTo>
                    <a:pt x="165901" y="194774"/>
                  </a:lnTo>
                  <a:lnTo>
                    <a:pt x="165978" y="194607"/>
                  </a:lnTo>
                  <a:lnTo>
                    <a:pt x="166362" y="194460"/>
                  </a:lnTo>
                  <a:lnTo>
                    <a:pt x="166489" y="194440"/>
                  </a:lnTo>
                  <a:lnTo>
                    <a:pt x="167238" y="194806"/>
                  </a:lnTo>
                  <a:lnTo>
                    <a:pt x="167582" y="195274"/>
                  </a:lnTo>
                  <a:lnTo>
                    <a:pt x="168045" y="196297"/>
                  </a:lnTo>
                  <a:lnTo>
                    <a:pt x="168780" y="197601"/>
                  </a:lnTo>
                  <a:lnTo>
                    <a:pt x="168583" y="198299"/>
                  </a:lnTo>
                  <a:lnTo>
                    <a:pt x="168531" y="198582"/>
                  </a:lnTo>
                  <a:lnTo>
                    <a:pt x="168848" y="199672"/>
                  </a:lnTo>
                  <a:lnTo>
                    <a:pt x="169050" y="200755"/>
                  </a:lnTo>
                  <a:lnTo>
                    <a:pt x="169092" y="201326"/>
                  </a:lnTo>
                  <a:lnTo>
                    <a:pt x="169097" y="201957"/>
                  </a:lnTo>
                  <a:lnTo>
                    <a:pt x="169416" y="203047"/>
                  </a:lnTo>
                  <a:lnTo>
                    <a:pt x="169454" y="203491"/>
                  </a:lnTo>
                  <a:lnTo>
                    <a:pt x="169301" y="204337"/>
                  </a:lnTo>
                  <a:lnTo>
                    <a:pt x="169898" y="205387"/>
                  </a:lnTo>
                  <a:lnTo>
                    <a:pt x="170473" y="205591"/>
                  </a:lnTo>
                  <a:lnTo>
                    <a:pt x="170627" y="205590"/>
                  </a:lnTo>
                  <a:lnTo>
                    <a:pt x="170813" y="205515"/>
                  </a:lnTo>
                  <a:lnTo>
                    <a:pt x="170965" y="205327"/>
                  </a:lnTo>
                  <a:lnTo>
                    <a:pt x="171107" y="205207"/>
                  </a:lnTo>
                  <a:lnTo>
                    <a:pt x="171442" y="205017"/>
                  </a:lnTo>
                  <a:lnTo>
                    <a:pt x="171817" y="205095"/>
                  </a:lnTo>
                  <a:lnTo>
                    <a:pt x="172328" y="205267"/>
                  </a:lnTo>
                  <a:lnTo>
                    <a:pt x="172636" y="205495"/>
                  </a:lnTo>
                  <a:lnTo>
                    <a:pt x="173311" y="205497"/>
                  </a:lnTo>
                  <a:lnTo>
                    <a:pt x="173813" y="205106"/>
                  </a:lnTo>
                  <a:lnTo>
                    <a:pt x="173866" y="204832"/>
                  </a:lnTo>
                  <a:lnTo>
                    <a:pt x="173903" y="204428"/>
                  </a:lnTo>
                  <a:lnTo>
                    <a:pt x="174150" y="204267"/>
                  </a:lnTo>
                  <a:lnTo>
                    <a:pt x="174483" y="204161"/>
                  </a:lnTo>
                  <a:lnTo>
                    <a:pt x="174728" y="204114"/>
                  </a:lnTo>
                  <a:lnTo>
                    <a:pt x="174957" y="204142"/>
                  </a:lnTo>
                  <a:lnTo>
                    <a:pt x="175906" y="204031"/>
                  </a:lnTo>
                  <a:lnTo>
                    <a:pt x="176103" y="203984"/>
                  </a:lnTo>
                  <a:lnTo>
                    <a:pt x="176210" y="203691"/>
                  </a:lnTo>
                  <a:lnTo>
                    <a:pt x="176033" y="203308"/>
                  </a:lnTo>
                  <a:lnTo>
                    <a:pt x="175829" y="202756"/>
                  </a:lnTo>
                  <a:lnTo>
                    <a:pt x="176138" y="202560"/>
                  </a:lnTo>
                  <a:lnTo>
                    <a:pt x="176299" y="202247"/>
                  </a:lnTo>
                  <a:lnTo>
                    <a:pt x="176227" y="201893"/>
                  </a:lnTo>
                  <a:lnTo>
                    <a:pt x="176033" y="201648"/>
                  </a:lnTo>
                  <a:lnTo>
                    <a:pt x="175884" y="201533"/>
                  </a:lnTo>
                  <a:lnTo>
                    <a:pt x="175540" y="201696"/>
                  </a:lnTo>
                  <a:lnTo>
                    <a:pt x="175183" y="201657"/>
                  </a:lnTo>
                  <a:lnTo>
                    <a:pt x="173587" y="200818"/>
                  </a:lnTo>
                  <a:lnTo>
                    <a:pt x="173399" y="199724"/>
                  </a:lnTo>
                  <a:lnTo>
                    <a:pt x="173634" y="199265"/>
                  </a:lnTo>
                  <a:lnTo>
                    <a:pt x="173708" y="199078"/>
                  </a:lnTo>
                  <a:lnTo>
                    <a:pt x="173783" y="198285"/>
                  </a:lnTo>
                  <a:lnTo>
                    <a:pt x="173765" y="197559"/>
                  </a:lnTo>
                  <a:lnTo>
                    <a:pt x="173919" y="196128"/>
                  </a:lnTo>
                  <a:lnTo>
                    <a:pt x="173961" y="195996"/>
                  </a:lnTo>
                  <a:lnTo>
                    <a:pt x="174121" y="195781"/>
                  </a:lnTo>
                  <a:lnTo>
                    <a:pt x="174396" y="195608"/>
                  </a:lnTo>
                  <a:lnTo>
                    <a:pt x="174656" y="195577"/>
                  </a:lnTo>
                  <a:lnTo>
                    <a:pt x="174886" y="195590"/>
                  </a:lnTo>
                  <a:lnTo>
                    <a:pt x="175484" y="194951"/>
                  </a:lnTo>
                  <a:lnTo>
                    <a:pt x="175775" y="194310"/>
                  </a:lnTo>
                  <a:lnTo>
                    <a:pt x="177336" y="193264"/>
                  </a:lnTo>
                  <a:lnTo>
                    <a:pt x="177514" y="193273"/>
                  </a:lnTo>
                  <a:lnTo>
                    <a:pt x="177649" y="193219"/>
                  </a:lnTo>
                  <a:lnTo>
                    <a:pt x="177895" y="193063"/>
                  </a:lnTo>
                  <a:lnTo>
                    <a:pt x="178219" y="192623"/>
                  </a:lnTo>
                  <a:lnTo>
                    <a:pt x="178190" y="191943"/>
                  </a:lnTo>
                  <a:lnTo>
                    <a:pt x="178091" y="191551"/>
                  </a:lnTo>
                  <a:lnTo>
                    <a:pt x="177787" y="190565"/>
                  </a:lnTo>
                  <a:lnTo>
                    <a:pt x="177283" y="189428"/>
                  </a:lnTo>
                  <a:lnTo>
                    <a:pt x="177049" y="189072"/>
                  </a:lnTo>
                  <a:lnTo>
                    <a:pt x="176495" y="188468"/>
                  </a:lnTo>
                  <a:lnTo>
                    <a:pt x="175955" y="187780"/>
                  </a:lnTo>
                  <a:lnTo>
                    <a:pt x="175699" y="186903"/>
                  </a:lnTo>
                  <a:lnTo>
                    <a:pt x="175652" y="185829"/>
                  </a:lnTo>
                  <a:lnTo>
                    <a:pt x="175709" y="185374"/>
                  </a:lnTo>
                  <a:lnTo>
                    <a:pt x="175991" y="185175"/>
                  </a:lnTo>
                  <a:lnTo>
                    <a:pt x="176272" y="185052"/>
                  </a:lnTo>
                  <a:lnTo>
                    <a:pt x="176316" y="183772"/>
                  </a:lnTo>
                  <a:lnTo>
                    <a:pt x="176671" y="183807"/>
                  </a:lnTo>
                  <a:lnTo>
                    <a:pt x="177176" y="183893"/>
                  </a:lnTo>
                  <a:lnTo>
                    <a:pt x="178034" y="184165"/>
                  </a:lnTo>
                  <a:lnTo>
                    <a:pt x="178674" y="184187"/>
                  </a:lnTo>
                  <a:lnTo>
                    <a:pt x="178728" y="183958"/>
                  </a:lnTo>
                  <a:lnTo>
                    <a:pt x="179228" y="183601"/>
                  </a:lnTo>
                  <a:lnTo>
                    <a:pt x="179450" y="183576"/>
                  </a:lnTo>
                  <a:lnTo>
                    <a:pt x="179705" y="183628"/>
                  </a:lnTo>
                  <a:lnTo>
                    <a:pt x="181071" y="183449"/>
                  </a:lnTo>
                  <a:lnTo>
                    <a:pt x="181149" y="183317"/>
                  </a:lnTo>
                  <a:lnTo>
                    <a:pt x="181790" y="182825"/>
                  </a:lnTo>
                  <a:close/>
                </a:path>
              </a:pathLst>
            </a:custGeom>
            <a:solidFill>
              <a:srgbClr val="F5F5F4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508389" y="5404061"/>
              <a:ext cx="183226" cy="182883"/>
            </a:xfrm>
            <a:custGeom>
              <a:avLst/>
              <a:pathLst>
                <a:path w="183226" h="182883">
                  <a:moveTo>
                    <a:pt x="182879" y="182879"/>
                  </a:moveTo>
                  <a:lnTo>
                    <a:pt x="182462" y="182819"/>
                  </a:lnTo>
                  <a:lnTo>
                    <a:pt x="182417" y="182571"/>
                  </a:lnTo>
                  <a:lnTo>
                    <a:pt x="182389" y="182344"/>
                  </a:lnTo>
                  <a:lnTo>
                    <a:pt x="182639" y="182148"/>
                  </a:lnTo>
                  <a:lnTo>
                    <a:pt x="182825" y="182419"/>
                  </a:lnTo>
                  <a:lnTo>
                    <a:pt x="183226" y="18288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511009" y="5403713"/>
              <a:ext cx="183125" cy="183328"/>
            </a:xfrm>
            <a:custGeom>
              <a:avLst/>
              <a:pathLst>
                <a:path w="183125" h="183328">
                  <a:moveTo>
                    <a:pt x="182879" y="182879"/>
                  </a:moveTo>
                  <a:lnTo>
                    <a:pt x="182568" y="183328"/>
                  </a:lnTo>
                  <a:lnTo>
                    <a:pt x="182095" y="182982"/>
                  </a:lnTo>
                  <a:lnTo>
                    <a:pt x="182082" y="182573"/>
                  </a:lnTo>
                  <a:lnTo>
                    <a:pt x="182399" y="182323"/>
                  </a:lnTo>
                  <a:lnTo>
                    <a:pt x="182452" y="181863"/>
                  </a:lnTo>
                  <a:lnTo>
                    <a:pt x="182459" y="181635"/>
                  </a:lnTo>
                  <a:lnTo>
                    <a:pt x="182645" y="181507"/>
                  </a:lnTo>
                  <a:lnTo>
                    <a:pt x="182862" y="181622"/>
                  </a:lnTo>
                  <a:lnTo>
                    <a:pt x="183125" y="182041"/>
                  </a:lnTo>
                  <a:lnTo>
                    <a:pt x="182846" y="182283"/>
                  </a:lnTo>
                  <a:lnTo>
                    <a:pt x="182770" y="18264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512573" y="5399022"/>
              <a:ext cx="182879" cy="182987"/>
            </a:xfrm>
            <a:custGeom>
              <a:avLst/>
              <a:pathLst>
                <a:path w="182879" h="182987">
                  <a:moveTo>
                    <a:pt x="182879" y="182879"/>
                  </a:moveTo>
                  <a:lnTo>
                    <a:pt x="182281" y="182987"/>
                  </a:lnTo>
                  <a:lnTo>
                    <a:pt x="182276" y="18273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513697" y="5394111"/>
              <a:ext cx="183470" cy="182879"/>
            </a:xfrm>
            <a:custGeom>
              <a:avLst/>
              <a:pathLst>
                <a:path w="183470" h="182879">
                  <a:moveTo>
                    <a:pt x="182879" y="182879"/>
                  </a:moveTo>
                  <a:lnTo>
                    <a:pt x="182679" y="182797"/>
                  </a:lnTo>
                  <a:lnTo>
                    <a:pt x="182594" y="182324"/>
                  </a:lnTo>
                  <a:lnTo>
                    <a:pt x="183029" y="182137"/>
                  </a:lnTo>
                  <a:lnTo>
                    <a:pt x="183172" y="182048"/>
                  </a:lnTo>
                  <a:lnTo>
                    <a:pt x="183470" y="182185"/>
                  </a:lnTo>
                  <a:lnTo>
                    <a:pt x="183006" y="18249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536748" y="5388721"/>
              <a:ext cx="183471" cy="183338"/>
            </a:xfrm>
            <a:custGeom>
              <a:avLst/>
              <a:pathLst>
                <a:path w="183471" h="183338">
                  <a:moveTo>
                    <a:pt x="182879" y="182879"/>
                  </a:moveTo>
                  <a:lnTo>
                    <a:pt x="183471" y="183191"/>
                  </a:lnTo>
                  <a:lnTo>
                    <a:pt x="183442" y="183320"/>
                  </a:lnTo>
                  <a:lnTo>
                    <a:pt x="183196" y="18333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536461" y="5386411"/>
              <a:ext cx="184664" cy="184611"/>
            </a:xfrm>
            <a:custGeom>
              <a:avLst/>
              <a:pathLst>
                <a:path w="184664" h="184611">
                  <a:moveTo>
                    <a:pt x="182879" y="182879"/>
                  </a:moveTo>
                  <a:lnTo>
                    <a:pt x="183009" y="182971"/>
                  </a:lnTo>
                  <a:lnTo>
                    <a:pt x="183241" y="183035"/>
                  </a:lnTo>
                  <a:lnTo>
                    <a:pt x="183537" y="183184"/>
                  </a:lnTo>
                  <a:lnTo>
                    <a:pt x="183700" y="183519"/>
                  </a:lnTo>
                  <a:lnTo>
                    <a:pt x="184329" y="183895"/>
                  </a:lnTo>
                  <a:lnTo>
                    <a:pt x="184397" y="184202"/>
                  </a:lnTo>
                  <a:lnTo>
                    <a:pt x="184548" y="184416"/>
                  </a:lnTo>
                  <a:lnTo>
                    <a:pt x="184664" y="184611"/>
                  </a:lnTo>
                  <a:lnTo>
                    <a:pt x="184474" y="184569"/>
                  </a:lnTo>
                  <a:lnTo>
                    <a:pt x="184277" y="184392"/>
                  </a:lnTo>
                  <a:lnTo>
                    <a:pt x="183728" y="183886"/>
                  </a:lnTo>
                  <a:lnTo>
                    <a:pt x="183504" y="183745"/>
                  </a:lnTo>
                  <a:lnTo>
                    <a:pt x="183691" y="183979"/>
                  </a:lnTo>
                  <a:lnTo>
                    <a:pt x="183756" y="184234"/>
                  </a:lnTo>
                  <a:lnTo>
                    <a:pt x="183028" y="183862"/>
                  </a:lnTo>
                  <a:lnTo>
                    <a:pt x="182567" y="183640"/>
                  </a:lnTo>
                  <a:lnTo>
                    <a:pt x="182451" y="183846"/>
                  </a:lnTo>
                  <a:lnTo>
                    <a:pt x="182671" y="184168"/>
                  </a:lnTo>
                  <a:lnTo>
                    <a:pt x="182800" y="184345"/>
                  </a:lnTo>
                  <a:lnTo>
                    <a:pt x="182730" y="184578"/>
                  </a:lnTo>
                  <a:lnTo>
                    <a:pt x="182470" y="184290"/>
                  </a:lnTo>
                  <a:lnTo>
                    <a:pt x="182213" y="184053"/>
                  </a:lnTo>
                  <a:lnTo>
                    <a:pt x="182057" y="183586"/>
                  </a:lnTo>
                  <a:lnTo>
                    <a:pt x="182341" y="183508"/>
                  </a:lnTo>
                  <a:lnTo>
                    <a:pt x="182247" y="183303"/>
                  </a:lnTo>
                  <a:lnTo>
                    <a:pt x="182204" y="182975"/>
                  </a:lnTo>
                  <a:lnTo>
                    <a:pt x="182447" y="183022"/>
                  </a:lnTo>
                  <a:lnTo>
                    <a:pt x="182990" y="183226"/>
                  </a:lnTo>
                  <a:lnTo>
                    <a:pt x="182622" y="182749"/>
                  </a:lnTo>
                  <a:lnTo>
                    <a:pt x="182470" y="182691"/>
                  </a:lnTo>
                  <a:lnTo>
                    <a:pt x="182230" y="182476"/>
                  </a:lnTo>
                  <a:lnTo>
                    <a:pt x="182563" y="18255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538349" y="5386590"/>
              <a:ext cx="183370" cy="183356"/>
            </a:xfrm>
            <a:custGeom>
              <a:avLst/>
              <a:pathLst>
                <a:path w="183370" h="183356">
                  <a:moveTo>
                    <a:pt x="182879" y="182879"/>
                  </a:moveTo>
                  <a:lnTo>
                    <a:pt x="183132" y="182994"/>
                  </a:lnTo>
                  <a:lnTo>
                    <a:pt x="183271" y="183098"/>
                  </a:lnTo>
                  <a:lnTo>
                    <a:pt x="183370" y="183297"/>
                  </a:lnTo>
                  <a:lnTo>
                    <a:pt x="183084" y="183356"/>
                  </a:lnTo>
                  <a:lnTo>
                    <a:pt x="182822" y="18328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4539361" y="5386939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86" y="18253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4537622" y="5385624"/>
              <a:ext cx="182879" cy="183111"/>
            </a:xfrm>
            <a:custGeom>
              <a:avLst/>
              <a:pathLst>
                <a:path w="182879" h="183111">
                  <a:moveTo>
                    <a:pt x="182879" y="182879"/>
                  </a:moveTo>
                  <a:lnTo>
                    <a:pt x="182776" y="183111"/>
                  </a:lnTo>
                  <a:lnTo>
                    <a:pt x="182561" y="183002"/>
                  </a:lnTo>
                  <a:lnTo>
                    <a:pt x="182529" y="18275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4543709" y="5378812"/>
              <a:ext cx="183071" cy="183456"/>
            </a:xfrm>
            <a:custGeom>
              <a:avLst/>
              <a:pathLst>
                <a:path w="183071" h="183456">
                  <a:moveTo>
                    <a:pt x="182879" y="182879"/>
                  </a:moveTo>
                  <a:lnTo>
                    <a:pt x="183071" y="182959"/>
                  </a:lnTo>
                  <a:lnTo>
                    <a:pt x="182787" y="183456"/>
                  </a:lnTo>
                  <a:lnTo>
                    <a:pt x="182566" y="183111"/>
                  </a:lnTo>
                  <a:lnTo>
                    <a:pt x="182741" y="18291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4543341" y="5378735"/>
              <a:ext cx="182879" cy="183377"/>
            </a:xfrm>
            <a:custGeom>
              <a:avLst/>
              <a:pathLst>
                <a:path w="182879" h="183377">
                  <a:moveTo>
                    <a:pt x="182879" y="182879"/>
                  </a:moveTo>
                  <a:lnTo>
                    <a:pt x="182761" y="183124"/>
                  </a:lnTo>
                  <a:lnTo>
                    <a:pt x="182320" y="183377"/>
                  </a:lnTo>
                  <a:lnTo>
                    <a:pt x="182555" y="182911"/>
                  </a:lnTo>
                  <a:lnTo>
                    <a:pt x="182714" y="18283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4542832" y="5378230"/>
              <a:ext cx="183575" cy="183599"/>
            </a:xfrm>
            <a:custGeom>
              <a:avLst/>
              <a:pathLst>
                <a:path w="183575" h="183599">
                  <a:moveTo>
                    <a:pt x="182879" y="182879"/>
                  </a:moveTo>
                  <a:lnTo>
                    <a:pt x="183134" y="182639"/>
                  </a:lnTo>
                  <a:lnTo>
                    <a:pt x="183575" y="182744"/>
                  </a:lnTo>
                  <a:lnTo>
                    <a:pt x="183294" y="183134"/>
                  </a:lnTo>
                  <a:lnTo>
                    <a:pt x="182973" y="183429"/>
                  </a:lnTo>
                  <a:lnTo>
                    <a:pt x="182707" y="183569"/>
                  </a:lnTo>
                  <a:lnTo>
                    <a:pt x="182494" y="183599"/>
                  </a:lnTo>
                  <a:lnTo>
                    <a:pt x="182563" y="183102"/>
                  </a:lnTo>
                  <a:lnTo>
                    <a:pt x="182833" y="18302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4541133" y="5378124"/>
              <a:ext cx="183256" cy="183018"/>
            </a:xfrm>
            <a:custGeom>
              <a:avLst/>
              <a:pathLst>
                <a:path w="183256" h="183018">
                  <a:moveTo>
                    <a:pt x="182879" y="182879"/>
                  </a:moveTo>
                  <a:lnTo>
                    <a:pt x="183256" y="18301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4524725" y="5377730"/>
              <a:ext cx="183572" cy="182879"/>
            </a:xfrm>
            <a:custGeom>
              <a:avLst/>
              <a:pathLst>
                <a:path w="183572" h="182879">
                  <a:moveTo>
                    <a:pt x="182879" y="182879"/>
                  </a:moveTo>
                  <a:lnTo>
                    <a:pt x="182971" y="182456"/>
                  </a:lnTo>
                  <a:lnTo>
                    <a:pt x="183218" y="182302"/>
                  </a:lnTo>
                  <a:lnTo>
                    <a:pt x="183400" y="182246"/>
                  </a:lnTo>
                  <a:lnTo>
                    <a:pt x="183572" y="182339"/>
                  </a:lnTo>
                  <a:lnTo>
                    <a:pt x="183119" y="18267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4531831" y="5377117"/>
              <a:ext cx="183518" cy="182879"/>
            </a:xfrm>
            <a:custGeom>
              <a:avLst/>
              <a:pathLst>
                <a:path w="183518" h="182879">
                  <a:moveTo>
                    <a:pt x="182879" y="182879"/>
                  </a:moveTo>
                  <a:lnTo>
                    <a:pt x="182714" y="182584"/>
                  </a:lnTo>
                  <a:lnTo>
                    <a:pt x="182642" y="182372"/>
                  </a:lnTo>
                  <a:lnTo>
                    <a:pt x="182850" y="182139"/>
                  </a:lnTo>
                  <a:lnTo>
                    <a:pt x="183008" y="182160"/>
                  </a:lnTo>
                  <a:lnTo>
                    <a:pt x="183189" y="181979"/>
                  </a:lnTo>
                  <a:lnTo>
                    <a:pt x="183351" y="181896"/>
                  </a:lnTo>
                  <a:lnTo>
                    <a:pt x="183515" y="182141"/>
                  </a:lnTo>
                  <a:lnTo>
                    <a:pt x="183518" y="182285"/>
                  </a:lnTo>
                  <a:lnTo>
                    <a:pt x="183481" y="182543"/>
                  </a:lnTo>
                  <a:lnTo>
                    <a:pt x="183394" y="18268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4525399" y="5375207"/>
              <a:ext cx="183075" cy="183415"/>
            </a:xfrm>
            <a:custGeom>
              <a:avLst/>
              <a:pathLst>
                <a:path w="183075" h="183415">
                  <a:moveTo>
                    <a:pt x="182879" y="182879"/>
                  </a:moveTo>
                  <a:lnTo>
                    <a:pt x="183065" y="183083"/>
                  </a:lnTo>
                  <a:lnTo>
                    <a:pt x="183075" y="183367"/>
                  </a:lnTo>
                  <a:lnTo>
                    <a:pt x="182880" y="183415"/>
                  </a:lnTo>
                  <a:lnTo>
                    <a:pt x="182697" y="183203"/>
                  </a:lnTo>
                  <a:lnTo>
                    <a:pt x="182648" y="18275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4524426" y="5374684"/>
              <a:ext cx="182879" cy="183027"/>
            </a:xfrm>
            <a:custGeom>
              <a:avLst/>
              <a:pathLst>
                <a:path w="182879" h="183027">
                  <a:moveTo>
                    <a:pt x="182879" y="182879"/>
                  </a:moveTo>
                  <a:lnTo>
                    <a:pt x="182702" y="18302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4528727" y="5374378"/>
              <a:ext cx="183007" cy="183375"/>
            </a:xfrm>
            <a:custGeom>
              <a:avLst/>
              <a:pathLst>
                <a:path w="183007" h="183375">
                  <a:moveTo>
                    <a:pt x="182879" y="182879"/>
                  </a:moveTo>
                  <a:lnTo>
                    <a:pt x="183007" y="183014"/>
                  </a:lnTo>
                  <a:lnTo>
                    <a:pt x="182989" y="183375"/>
                  </a:lnTo>
                  <a:lnTo>
                    <a:pt x="182678" y="18308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4528087" y="5374108"/>
              <a:ext cx="182989" cy="182879"/>
            </a:xfrm>
            <a:custGeom>
              <a:avLst/>
              <a:pathLst>
                <a:path w="182989" h="182879">
                  <a:moveTo>
                    <a:pt x="182879" y="182879"/>
                  </a:moveTo>
                  <a:lnTo>
                    <a:pt x="182661" y="182679"/>
                  </a:lnTo>
                  <a:lnTo>
                    <a:pt x="182989" y="18255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4540113" y="5371040"/>
              <a:ext cx="183157" cy="183302"/>
            </a:xfrm>
            <a:custGeom>
              <a:avLst/>
              <a:pathLst>
                <a:path w="183157" h="183302">
                  <a:moveTo>
                    <a:pt x="182879" y="182879"/>
                  </a:moveTo>
                  <a:lnTo>
                    <a:pt x="183157" y="182940"/>
                  </a:lnTo>
                  <a:lnTo>
                    <a:pt x="182967" y="183257"/>
                  </a:lnTo>
                  <a:lnTo>
                    <a:pt x="182789" y="18330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4539669" y="5370910"/>
              <a:ext cx="183121" cy="183462"/>
            </a:xfrm>
            <a:custGeom>
              <a:avLst/>
              <a:pathLst>
                <a:path w="183121" h="183462">
                  <a:moveTo>
                    <a:pt x="182879" y="182879"/>
                  </a:moveTo>
                  <a:lnTo>
                    <a:pt x="183094" y="183070"/>
                  </a:lnTo>
                  <a:lnTo>
                    <a:pt x="183121" y="183205"/>
                  </a:lnTo>
                  <a:lnTo>
                    <a:pt x="182897" y="183378"/>
                  </a:lnTo>
                  <a:lnTo>
                    <a:pt x="182562" y="183462"/>
                  </a:lnTo>
                  <a:lnTo>
                    <a:pt x="182488" y="183326"/>
                  </a:lnTo>
                  <a:lnTo>
                    <a:pt x="182615" y="18297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4539622" y="5370293"/>
              <a:ext cx="183341" cy="183364"/>
            </a:xfrm>
            <a:custGeom>
              <a:avLst/>
              <a:pathLst>
                <a:path w="183341" h="183364">
                  <a:moveTo>
                    <a:pt x="182879" y="182879"/>
                  </a:moveTo>
                  <a:lnTo>
                    <a:pt x="183192" y="183001"/>
                  </a:lnTo>
                  <a:lnTo>
                    <a:pt x="183341" y="183277"/>
                  </a:lnTo>
                  <a:lnTo>
                    <a:pt x="182825" y="183364"/>
                  </a:lnTo>
                  <a:lnTo>
                    <a:pt x="182544" y="18332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4536961" y="5369897"/>
              <a:ext cx="183532" cy="183288"/>
            </a:xfrm>
            <a:custGeom>
              <a:avLst/>
              <a:pathLst>
                <a:path w="183532" h="183288">
                  <a:moveTo>
                    <a:pt x="182879" y="182879"/>
                  </a:moveTo>
                  <a:lnTo>
                    <a:pt x="182900" y="182702"/>
                  </a:lnTo>
                  <a:lnTo>
                    <a:pt x="182967" y="182462"/>
                  </a:lnTo>
                  <a:lnTo>
                    <a:pt x="183301" y="182394"/>
                  </a:lnTo>
                  <a:lnTo>
                    <a:pt x="183532" y="182864"/>
                  </a:lnTo>
                  <a:lnTo>
                    <a:pt x="183199" y="183286"/>
                  </a:lnTo>
                  <a:lnTo>
                    <a:pt x="182861" y="18328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4539410" y="5369277"/>
              <a:ext cx="183784" cy="183210"/>
            </a:xfrm>
            <a:custGeom>
              <a:avLst/>
              <a:pathLst>
                <a:path w="183784" h="183210">
                  <a:moveTo>
                    <a:pt x="182879" y="182879"/>
                  </a:moveTo>
                  <a:lnTo>
                    <a:pt x="182871" y="182662"/>
                  </a:lnTo>
                  <a:lnTo>
                    <a:pt x="183222" y="182545"/>
                  </a:lnTo>
                  <a:lnTo>
                    <a:pt x="183560" y="182094"/>
                  </a:lnTo>
                  <a:lnTo>
                    <a:pt x="183741" y="181897"/>
                  </a:lnTo>
                  <a:lnTo>
                    <a:pt x="183784" y="182017"/>
                  </a:lnTo>
                  <a:lnTo>
                    <a:pt x="183633" y="182544"/>
                  </a:lnTo>
                  <a:lnTo>
                    <a:pt x="183292" y="183086"/>
                  </a:lnTo>
                  <a:lnTo>
                    <a:pt x="182778" y="18321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543605" y="5367993"/>
              <a:ext cx="182879" cy="182979"/>
            </a:xfrm>
            <a:custGeom>
              <a:avLst/>
              <a:pathLst>
                <a:path w="182879" h="182979">
                  <a:moveTo>
                    <a:pt x="182879" y="182879"/>
                  </a:moveTo>
                  <a:lnTo>
                    <a:pt x="182745" y="182950"/>
                  </a:lnTo>
                  <a:lnTo>
                    <a:pt x="182517" y="182979"/>
                  </a:lnTo>
                  <a:lnTo>
                    <a:pt x="182498" y="182784"/>
                  </a:lnTo>
                  <a:lnTo>
                    <a:pt x="182676" y="18276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542270" y="5366578"/>
              <a:ext cx="182990" cy="184666"/>
            </a:xfrm>
            <a:custGeom>
              <a:avLst/>
              <a:pathLst>
                <a:path w="182990" h="184666">
                  <a:moveTo>
                    <a:pt x="182879" y="182879"/>
                  </a:moveTo>
                  <a:lnTo>
                    <a:pt x="182542" y="183280"/>
                  </a:lnTo>
                  <a:lnTo>
                    <a:pt x="182411" y="183198"/>
                  </a:lnTo>
                  <a:lnTo>
                    <a:pt x="182146" y="182948"/>
                  </a:lnTo>
                  <a:lnTo>
                    <a:pt x="181858" y="183079"/>
                  </a:lnTo>
                  <a:lnTo>
                    <a:pt x="181945" y="183662"/>
                  </a:lnTo>
                  <a:lnTo>
                    <a:pt x="182044" y="184309"/>
                  </a:lnTo>
                  <a:lnTo>
                    <a:pt x="182308" y="184365"/>
                  </a:lnTo>
                  <a:lnTo>
                    <a:pt x="182074" y="184584"/>
                  </a:lnTo>
                  <a:lnTo>
                    <a:pt x="181772" y="184666"/>
                  </a:lnTo>
                  <a:lnTo>
                    <a:pt x="181410" y="184375"/>
                  </a:lnTo>
                  <a:lnTo>
                    <a:pt x="181290" y="184133"/>
                  </a:lnTo>
                  <a:lnTo>
                    <a:pt x="180782" y="184300"/>
                  </a:lnTo>
                  <a:lnTo>
                    <a:pt x="180270" y="184551"/>
                  </a:lnTo>
                  <a:lnTo>
                    <a:pt x="179827" y="184553"/>
                  </a:lnTo>
                  <a:lnTo>
                    <a:pt x="179552" y="184524"/>
                  </a:lnTo>
                  <a:lnTo>
                    <a:pt x="179197" y="184354"/>
                  </a:lnTo>
                  <a:lnTo>
                    <a:pt x="178997" y="184408"/>
                  </a:lnTo>
                  <a:lnTo>
                    <a:pt x="178854" y="184474"/>
                  </a:lnTo>
                  <a:lnTo>
                    <a:pt x="178587" y="184399"/>
                  </a:lnTo>
                  <a:lnTo>
                    <a:pt x="178062" y="184318"/>
                  </a:lnTo>
                  <a:lnTo>
                    <a:pt x="178463" y="184138"/>
                  </a:lnTo>
                  <a:lnTo>
                    <a:pt x="178244" y="183830"/>
                  </a:lnTo>
                  <a:lnTo>
                    <a:pt x="178696" y="183719"/>
                  </a:lnTo>
                  <a:lnTo>
                    <a:pt x="178930" y="183671"/>
                  </a:lnTo>
                  <a:lnTo>
                    <a:pt x="179222" y="183282"/>
                  </a:lnTo>
                  <a:lnTo>
                    <a:pt x="179684" y="182744"/>
                  </a:lnTo>
                  <a:lnTo>
                    <a:pt x="179938" y="182617"/>
                  </a:lnTo>
                  <a:lnTo>
                    <a:pt x="180410" y="182430"/>
                  </a:lnTo>
                  <a:lnTo>
                    <a:pt x="181158" y="182515"/>
                  </a:lnTo>
                  <a:lnTo>
                    <a:pt x="181394" y="182281"/>
                  </a:lnTo>
                  <a:lnTo>
                    <a:pt x="181789" y="182181"/>
                  </a:lnTo>
                  <a:lnTo>
                    <a:pt x="182554" y="182370"/>
                  </a:lnTo>
                  <a:lnTo>
                    <a:pt x="182842" y="182318"/>
                  </a:lnTo>
                  <a:lnTo>
                    <a:pt x="182990" y="18271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535564" y="5365295"/>
              <a:ext cx="184603" cy="184622"/>
            </a:xfrm>
            <a:custGeom>
              <a:avLst/>
              <a:pathLst>
                <a:path w="184603" h="184622">
                  <a:moveTo>
                    <a:pt x="182879" y="182879"/>
                  </a:moveTo>
                  <a:lnTo>
                    <a:pt x="183069" y="183234"/>
                  </a:lnTo>
                  <a:lnTo>
                    <a:pt x="183436" y="183405"/>
                  </a:lnTo>
                  <a:lnTo>
                    <a:pt x="183853" y="183279"/>
                  </a:lnTo>
                  <a:lnTo>
                    <a:pt x="184043" y="183161"/>
                  </a:lnTo>
                  <a:lnTo>
                    <a:pt x="184603" y="183118"/>
                  </a:lnTo>
                  <a:lnTo>
                    <a:pt x="184112" y="183617"/>
                  </a:lnTo>
                  <a:lnTo>
                    <a:pt x="183819" y="184062"/>
                  </a:lnTo>
                  <a:lnTo>
                    <a:pt x="183737" y="184230"/>
                  </a:lnTo>
                  <a:lnTo>
                    <a:pt x="183435" y="184336"/>
                  </a:lnTo>
                  <a:lnTo>
                    <a:pt x="183407" y="184065"/>
                  </a:lnTo>
                  <a:lnTo>
                    <a:pt x="183169" y="184047"/>
                  </a:lnTo>
                  <a:lnTo>
                    <a:pt x="182703" y="183873"/>
                  </a:lnTo>
                  <a:lnTo>
                    <a:pt x="182445" y="183943"/>
                  </a:lnTo>
                  <a:lnTo>
                    <a:pt x="182015" y="184113"/>
                  </a:lnTo>
                  <a:lnTo>
                    <a:pt x="181835" y="184353"/>
                  </a:lnTo>
                  <a:lnTo>
                    <a:pt x="181702" y="184622"/>
                  </a:lnTo>
                  <a:lnTo>
                    <a:pt x="181710" y="184045"/>
                  </a:lnTo>
                  <a:lnTo>
                    <a:pt x="181790" y="183644"/>
                  </a:lnTo>
                  <a:lnTo>
                    <a:pt x="181712" y="183371"/>
                  </a:lnTo>
                  <a:lnTo>
                    <a:pt x="181954" y="183182"/>
                  </a:lnTo>
                  <a:lnTo>
                    <a:pt x="182110" y="183142"/>
                  </a:lnTo>
                  <a:lnTo>
                    <a:pt x="182172" y="182891"/>
                  </a:lnTo>
                  <a:lnTo>
                    <a:pt x="182305" y="18261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540412" y="5365554"/>
              <a:ext cx="183930" cy="183173"/>
            </a:xfrm>
            <a:custGeom>
              <a:avLst/>
              <a:pathLst>
                <a:path w="183930" h="183173">
                  <a:moveTo>
                    <a:pt x="182879" y="182879"/>
                  </a:moveTo>
                  <a:lnTo>
                    <a:pt x="183024" y="182557"/>
                  </a:lnTo>
                  <a:lnTo>
                    <a:pt x="183186" y="182506"/>
                  </a:lnTo>
                  <a:lnTo>
                    <a:pt x="183627" y="182472"/>
                  </a:lnTo>
                  <a:lnTo>
                    <a:pt x="183930" y="182605"/>
                  </a:lnTo>
                  <a:lnTo>
                    <a:pt x="183714" y="182820"/>
                  </a:lnTo>
                  <a:lnTo>
                    <a:pt x="183033" y="183147"/>
                  </a:lnTo>
                  <a:lnTo>
                    <a:pt x="182592" y="18317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539806" y="5365010"/>
              <a:ext cx="183279" cy="183378"/>
            </a:xfrm>
            <a:custGeom>
              <a:avLst/>
              <a:pathLst>
                <a:path w="183279" h="183378">
                  <a:moveTo>
                    <a:pt x="182879" y="182879"/>
                  </a:moveTo>
                  <a:lnTo>
                    <a:pt x="181392" y="183378"/>
                  </a:lnTo>
                  <a:lnTo>
                    <a:pt x="181211" y="183303"/>
                  </a:lnTo>
                  <a:lnTo>
                    <a:pt x="181138" y="183143"/>
                  </a:lnTo>
                  <a:lnTo>
                    <a:pt x="181252" y="182951"/>
                  </a:lnTo>
                  <a:lnTo>
                    <a:pt x="181630" y="182577"/>
                  </a:lnTo>
                  <a:lnTo>
                    <a:pt x="181966" y="182213"/>
                  </a:lnTo>
                  <a:lnTo>
                    <a:pt x="181812" y="181959"/>
                  </a:lnTo>
                  <a:lnTo>
                    <a:pt x="181939" y="181783"/>
                  </a:lnTo>
                  <a:lnTo>
                    <a:pt x="182157" y="181719"/>
                  </a:lnTo>
                  <a:lnTo>
                    <a:pt x="182703" y="181306"/>
                  </a:lnTo>
                  <a:lnTo>
                    <a:pt x="182990" y="181330"/>
                  </a:lnTo>
                  <a:lnTo>
                    <a:pt x="183107" y="181604"/>
                  </a:lnTo>
                  <a:lnTo>
                    <a:pt x="183279" y="181671"/>
                  </a:lnTo>
                  <a:lnTo>
                    <a:pt x="183173" y="181959"/>
                  </a:lnTo>
                  <a:lnTo>
                    <a:pt x="183063" y="182092"/>
                  </a:lnTo>
                  <a:lnTo>
                    <a:pt x="183032" y="18237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538932" y="5362598"/>
              <a:ext cx="182879" cy="183554"/>
            </a:xfrm>
            <a:custGeom>
              <a:avLst/>
              <a:pathLst>
                <a:path w="182879" h="183554">
                  <a:moveTo>
                    <a:pt x="182879" y="182879"/>
                  </a:moveTo>
                  <a:lnTo>
                    <a:pt x="182728" y="183326"/>
                  </a:lnTo>
                  <a:lnTo>
                    <a:pt x="182285" y="183554"/>
                  </a:lnTo>
                  <a:lnTo>
                    <a:pt x="182167" y="183367"/>
                  </a:lnTo>
                  <a:lnTo>
                    <a:pt x="182448" y="18291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538247" y="5359401"/>
              <a:ext cx="184298" cy="185033"/>
            </a:xfrm>
            <a:custGeom>
              <a:avLst/>
              <a:pathLst>
                <a:path w="184298" h="185033">
                  <a:moveTo>
                    <a:pt x="182879" y="182879"/>
                  </a:moveTo>
                  <a:lnTo>
                    <a:pt x="183073" y="182755"/>
                  </a:lnTo>
                  <a:lnTo>
                    <a:pt x="183331" y="182674"/>
                  </a:lnTo>
                  <a:lnTo>
                    <a:pt x="183519" y="182711"/>
                  </a:lnTo>
                  <a:lnTo>
                    <a:pt x="183553" y="183000"/>
                  </a:lnTo>
                  <a:lnTo>
                    <a:pt x="183818" y="183450"/>
                  </a:lnTo>
                  <a:lnTo>
                    <a:pt x="184298" y="183628"/>
                  </a:lnTo>
                  <a:lnTo>
                    <a:pt x="184238" y="183936"/>
                  </a:lnTo>
                  <a:lnTo>
                    <a:pt x="184176" y="184318"/>
                  </a:lnTo>
                  <a:lnTo>
                    <a:pt x="183896" y="184403"/>
                  </a:lnTo>
                  <a:lnTo>
                    <a:pt x="183713" y="184478"/>
                  </a:lnTo>
                  <a:lnTo>
                    <a:pt x="183527" y="184625"/>
                  </a:lnTo>
                  <a:lnTo>
                    <a:pt x="183103" y="184746"/>
                  </a:lnTo>
                  <a:lnTo>
                    <a:pt x="182462" y="184725"/>
                  </a:lnTo>
                  <a:lnTo>
                    <a:pt x="182429" y="184866"/>
                  </a:lnTo>
                  <a:lnTo>
                    <a:pt x="182283" y="185033"/>
                  </a:lnTo>
                  <a:lnTo>
                    <a:pt x="182041" y="184811"/>
                  </a:lnTo>
                  <a:lnTo>
                    <a:pt x="181984" y="184555"/>
                  </a:lnTo>
                  <a:lnTo>
                    <a:pt x="181285" y="184247"/>
                  </a:lnTo>
                  <a:lnTo>
                    <a:pt x="180807" y="184254"/>
                  </a:lnTo>
                  <a:lnTo>
                    <a:pt x="180389" y="184356"/>
                  </a:lnTo>
                  <a:lnTo>
                    <a:pt x="180193" y="184571"/>
                  </a:lnTo>
                  <a:lnTo>
                    <a:pt x="180032" y="184634"/>
                  </a:lnTo>
                  <a:lnTo>
                    <a:pt x="179749" y="184550"/>
                  </a:lnTo>
                  <a:lnTo>
                    <a:pt x="179614" y="184027"/>
                  </a:lnTo>
                  <a:lnTo>
                    <a:pt x="179765" y="183735"/>
                  </a:lnTo>
                  <a:lnTo>
                    <a:pt x="179924" y="183587"/>
                  </a:lnTo>
                  <a:lnTo>
                    <a:pt x="180283" y="183419"/>
                  </a:lnTo>
                  <a:lnTo>
                    <a:pt x="180607" y="183189"/>
                  </a:lnTo>
                  <a:lnTo>
                    <a:pt x="180921" y="182937"/>
                  </a:lnTo>
                  <a:lnTo>
                    <a:pt x="180958" y="182769"/>
                  </a:lnTo>
                  <a:lnTo>
                    <a:pt x="181276" y="182812"/>
                  </a:lnTo>
                  <a:lnTo>
                    <a:pt x="181391" y="183131"/>
                  </a:lnTo>
                  <a:lnTo>
                    <a:pt x="181777" y="183046"/>
                  </a:lnTo>
                  <a:lnTo>
                    <a:pt x="182010" y="182936"/>
                  </a:lnTo>
                  <a:lnTo>
                    <a:pt x="182196" y="18286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543150" y="5358719"/>
              <a:ext cx="184147" cy="184229"/>
            </a:xfrm>
            <a:custGeom>
              <a:avLst/>
              <a:pathLst>
                <a:path w="184147" h="184229">
                  <a:moveTo>
                    <a:pt x="182879" y="182879"/>
                  </a:moveTo>
                  <a:lnTo>
                    <a:pt x="183046" y="182979"/>
                  </a:lnTo>
                  <a:lnTo>
                    <a:pt x="183314" y="183032"/>
                  </a:lnTo>
                  <a:lnTo>
                    <a:pt x="183579" y="182972"/>
                  </a:lnTo>
                  <a:lnTo>
                    <a:pt x="183799" y="182837"/>
                  </a:lnTo>
                  <a:lnTo>
                    <a:pt x="184147" y="182779"/>
                  </a:lnTo>
                  <a:lnTo>
                    <a:pt x="184052" y="182968"/>
                  </a:lnTo>
                  <a:lnTo>
                    <a:pt x="183206" y="183304"/>
                  </a:lnTo>
                  <a:lnTo>
                    <a:pt x="183054" y="183242"/>
                  </a:lnTo>
                  <a:lnTo>
                    <a:pt x="182861" y="183389"/>
                  </a:lnTo>
                  <a:lnTo>
                    <a:pt x="182768" y="183518"/>
                  </a:lnTo>
                  <a:lnTo>
                    <a:pt x="182331" y="183490"/>
                  </a:lnTo>
                  <a:lnTo>
                    <a:pt x="182013" y="183875"/>
                  </a:lnTo>
                  <a:lnTo>
                    <a:pt x="181923" y="184089"/>
                  </a:lnTo>
                  <a:lnTo>
                    <a:pt x="181515" y="184229"/>
                  </a:lnTo>
                  <a:lnTo>
                    <a:pt x="181486" y="183797"/>
                  </a:lnTo>
                  <a:lnTo>
                    <a:pt x="181066" y="183662"/>
                  </a:lnTo>
                  <a:lnTo>
                    <a:pt x="181014" y="183468"/>
                  </a:lnTo>
                  <a:lnTo>
                    <a:pt x="181307" y="182979"/>
                  </a:lnTo>
                  <a:lnTo>
                    <a:pt x="181557" y="182831"/>
                  </a:lnTo>
                  <a:lnTo>
                    <a:pt x="181783" y="182709"/>
                  </a:lnTo>
                  <a:lnTo>
                    <a:pt x="182026" y="182764"/>
                  </a:lnTo>
                  <a:lnTo>
                    <a:pt x="182400" y="18277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537233" y="5358314"/>
              <a:ext cx="182879" cy="183777"/>
            </a:xfrm>
            <a:custGeom>
              <a:avLst/>
              <a:pathLst>
                <a:path w="182879" h="183777">
                  <a:moveTo>
                    <a:pt x="182879" y="182879"/>
                  </a:moveTo>
                  <a:lnTo>
                    <a:pt x="182668" y="182993"/>
                  </a:lnTo>
                  <a:lnTo>
                    <a:pt x="182387" y="183148"/>
                  </a:lnTo>
                  <a:lnTo>
                    <a:pt x="181950" y="183463"/>
                  </a:lnTo>
                  <a:lnTo>
                    <a:pt x="181806" y="183481"/>
                  </a:lnTo>
                  <a:lnTo>
                    <a:pt x="181493" y="183540"/>
                  </a:lnTo>
                  <a:lnTo>
                    <a:pt x="181181" y="183728"/>
                  </a:lnTo>
                  <a:lnTo>
                    <a:pt x="180934" y="183777"/>
                  </a:lnTo>
                  <a:lnTo>
                    <a:pt x="180725" y="183755"/>
                  </a:lnTo>
                  <a:lnTo>
                    <a:pt x="180849" y="183396"/>
                  </a:lnTo>
                  <a:lnTo>
                    <a:pt x="181284" y="183176"/>
                  </a:lnTo>
                  <a:lnTo>
                    <a:pt x="181541" y="182993"/>
                  </a:lnTo>
                  <a:lnTo>
                    <a:pt x="182097" y="182649"/>
                  </a:lnTo>
                  <a:lnTo>
                    <a:pt x="182381" y="182434"/>
                  </a:lnTo>
                  <a:lnTo>
                    <a:pt x="182773" y="18252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4540021" y="5357446"/>
              <a:ext cx="183424" cy="182879"/>
            </a:xfrm>
            <a:custGeom>
              <a:avLst/>
              <a:pathLst>
                <a:path w="183424" h="182879">
                  <a:moveTo>
                    <a:pt x="182879" y="182879"/>
                  </a:moveTo>
                  <a:lnTo>
                    <a:pt x="183059" y="182675"/>
                  </a:lnTo>
                  <a:lnTo>
                    <a:pt x="183424" y="182770"/>
                  </a:lnTo>
                  <a:lnTo>
                    <a:pt x="183270" y="18281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4545159" y="5355582"/>
              <a:ext cx="183154" cy="183270"/>
            </a:xfrm>
            <a:custGeom>
              <a:avLst/>
              <a:pathLst>
                <a:path w="183154" h="183270">
                  <a:moveTo>
                    <a:pt x="182879" y="182879"/>
                  </a:moveTo>
                  <a:lnTo>
                    <a:pt x="183154" y="182894"/>
                  </a:lnTo>
                  <a:lnTo>
                    <a:pt x="183084" y="183270"/>
                  </a:lnTo>
                  <a:lnTo>
                    <a:pt x="182692" y="18318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4546700" y="5354848"/>
              <a:ext cx="183143" cy="183096"/>
            </a:xfrm>
            <a:custGeom>
              <a:avLst/>
              <a:pathLst>
                <a:path w="183143" h="183096">
                  <a:moveTo>
                    <a:pt x="182879" y="182879"/>
                  </a:moveTo>
                  <a:lnTo>
                    <a:pt x="183143" y="182992"/>
                  </a:lnTo>
                  <a:lnTo>
                    <a:pt x="182969" y="18309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4540443" y="5348853"/>
              <a:ext cx="183022" cy="183611"/>
            </a:xfrm>
            <a:custGeom>
              <a:avLst/>
              <a:pathLst>
                <a:path w="183022" h="183611">
                  <a:moveTo>
                    <a:pt x="182879" y="182879"/>
                  </a:moveTo>
                  <a:lnTo>
                    <a:pt x="182998" y="183091"/>
                  </a:lnTo>
                  <a:lnTo>
                    <a:pt x="183022" y="183318"/>
                  </a:lnTo>
                  <a:lnTo>
                    <a:pt x="183002" y="183589"/>
                  </a:lnTo>
                  <a:lnTo>
                    <a:pt x="182800" y="183611"/>
                  </a:lnTo>
                  <a:lnTo>
                    <a:pt x="182496" y="183547"/>
                  </a:lnTo>
                  <a:lnTo>
                    <a:pt x="182553" y="18322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4540423" y="5346096"/>
              <a:ext cx="184201" cy="183894"/>
            </a:xfrm>
            <a:custGeom>
              <a:avLst/>
              <a:pathLst>
                <a:path w="184201" h="183894">
                  <a:moveTo>
                    <a:pt x="182879" y="182879"/>
                  </a:moveTo>
                  <a:lnTo>
                    <a:pt x="183514" y="182434"/>
                  </a:lnTo>
                  <a:lnTo>
                    <a:pt x="183702" y="182339"/>
                  </a:lnTo>
                  <a:lnTo>
                    <a:pt x="184201" y="182379"/>
                  </a:lnTo>
                  <a:lnTo>
                    <a:pt x="183996" y="183154"/>
                  </a:lnTo>
                  <a:lnTo>
                    <a:pt x="183932" y="183288"/>
                  </a:lnTo>
                  <a:lnTo>
                    <a:pt x="183673" y="183727"/>
                  </a:lnTo>
                  <a:lnTo>
                    <a:pt x="183117" y="183894"/>
                  </a:lnTo>
                  <a:lnTo>
                    <a:pt x="183073" y="183747"/>
                  </a:lnTo>
                  <a:lnTo>
                    <a:pt x="183002" y="18322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4541256" y="5344747"/>
              <a:ext cx="182885" cy="183323"/>
            </a:xfrm>
            <a:custGeom>
              <a:avLst/>
              <a:pathLst>
                <a:path w="182885" h="183323">
                  <a:moveTo>
                    <a:pt x="182879" y="182879"/>
                  </a:moveTo>
                  <a:lnTo>
                    <a:pt x="182885" y="183311"/>
                  </a:lnTo>
                  <a:lnTo>
                    <a:pt x="182510" y="183323"/>
                  </a:lnTo>
                  <a:lnTo>
                    <a:pt x="182545" y="183018"/>
                  </a:lnTo>
                  <a:lnTo>
                    <a:pt x="182624" y="18283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4539501" y="5344557"/>
              <a:ext cx="183215" cy="182879"/>
            </a:xfrm>
            <a:custGeom>
              <a:avLst/>
              <a:pathLst>
                <a:path w="183215" h="182879">
                  <a:moveTo>
                    <a:pt x="182879" y="182879"/>
                  </a:moveTo>
                  <a:lnTo>
                    <a:pt x="182999" y="182440"/>
                  </a:lnTo>
                  <a:lnTo>
                    <a:pt x="183215" y="182568"/>
                  </a:lnTo>
                  <a:lnTo>
                    <a:pt x="183093" y="18277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4540429" y="5343874"/>
              <a:ext cx="183443" cy="183544"/>
            </a:xfrm>
            <a:custGeom>
              <a:avLst/>
              <a:pathLst>
                <a:path w="183443" h="183544">
                  <a:moveTo>
                    <a:pt x="182879" y="182879"/>
                  </a:moveTo>
                  <a:lnTo>
                    <a:pt x="183019" y="182952"/>
                  </a:lnTo>
                  <a:lnTo>
                    <a:pt x="183374" y="183261"/>
                  </a:lnTo>
                  <a:lnTo>
                    <a:pt x="183443" y="183468"/>
                  </a:lnTo>
                  <a:lnTo>
                    <a:pt x="183232" y="183544"/>
                  </a:lnTo>
                  <a:lnTo>
                    <a:pt x="182997" y="183529"/>
                  </a:lnTo>
                  <a:lnTo>
                    <a:pt x="182838" y="183341"/>
                  </a:lnTo>
                  <a:lnTo>
                    <a:pt x="182759" y="18320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4541589" y="5339697"/>
              <a:ext cx="184152" cy="184300"/>
            </a:xfrm>
            <a:custGeom>
              <a:avLst/>
              <a:pathLst>
                <a:path w="184152" h="184300">
                  <a:moveTo>
                    <a:pt x="182879" y="182879"/>
                  </a:moveTo>
                  <a:lnTo>
                    <a:pt x="183724" y="182871"/>
                  </a:lnTo>
                  <a:lnTo>
                    <a:pt x="183813" y="183051"/>
                  </a:lnTo>
                  <a:lnTo>
                    <a:pt x="184023" y="183457"/>
                  </a:lnTo>
                  <a:lnTo>
                    <a:pt x="184152" y="183937"/>
                  </a:lnTo>
                  <a:lnTo>
                    <a:pt x="183692" y="184299"/>
                  </a:lnTo>
                  <a:lnTo>
                    <a:pt x="183479" y="184300"/>
                  </a:lnTo>
                  <a:lnTo>
                    <a:pt x="183351" y="184287"/>
                  </a:lnTo>
                  <a:lnTo>
                    <a:pt x="183177" y="184144"/>
                  </a:lnTo>
                  <a:lnTo>
                    <a:pt x="182603" y="183408"/>
                  </a:lnTo>
                  <a:lnTo>
                    <a:pt x="182663" y="18323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4542858" y="5339813"/>
              <a:ext cx="183129" cy="183026"/>
            </a:xfrm>
            <a:custGeom>
              <a:avLst/>
              <a:pathLst>
                <a:path w="183129" h="183026">
                  <a:moveTo>
                    <a:pt x="182879" y="182879"/>
                  </a:moveTo>
                  <a:lnTo>
                    <a:pt x="182771" y="182648"/>
                  </a:lnTo>
                  <a:lnTo>
                    <a:pt x="182606" y="182673"/>
                  </a:lnTo>
                  <a:lnTo>
                    <a:pt x="182729" y="181954"/>
                  </a:lnTo>
                  <a:lnTo>
                    <a:pt x="183101" y="182329"/>
                  </a:lnTo>
                  <a:lnTo>
                    <a:pt x="183129" y="182586"/>
                  </a:lnTo>
                  <a:lnTo>
                    <a:pt x="182872" y="18302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4475715" y="5188383"/>
              <a:ext cx="294352" cy="397734"/>
            </a:xfrm>
            <a:custGeom>
              <a:avLst/>
              <a:pathLst>
                <a:path w="294352" h="397734">
                  <a:moveTo>
                    <a:pt x="182879" y="182879"/>
                  </a:moveTo>
                  <a:lnTo>
                    <a:pt x="183085" y="183107"/>
                  </a:lnTo>
                  <a:lnTo>
                    <a:pt x="183316" y="183028"/>
                  </a:lnTo>
                  <a:lnTo>
                    <a:pt x="183526" y="183167"/>
                  </a:lnTo>
                  <a:lnTo>
                    <a:pt x="183750" y="183572"/>
                  </a:lnTo>
                  <a:lnTo>
                    <a:pt x="184053" y="183489"/>
                  </a:lnTo>
                  <a:lnTo>
                    <a:pt x="184205" y="183368"/>
                  </a:lnTo>
                  <a:lnTo>
                    <a:pt x="184387" y="183274"/>
                  </a:lnTo>
                  <a:lnTo>
                    <a:pt x="184581" y="183297"/>
                  </a:lnTo>
                  <a:lnTo>
                    <a:pt x="184881" y="182817"/>
                  </a:lnTo>
                  <a:lnTo>
                    <a:pt x="184606" y="182665"/>
                  </a:lnTo>
                  <a:lnTo>
                    <a:pt x="184414" y="182863"/>
                  </a:lnTo>
                  <a:lnTo>
                    <a:pt x="184183" y="182697"/>
                  </a:lnTo>
                  <a:lnTo>
                    <a:pt x="184293" y="182498"/>
                  </a:lnTo>
                  <a:lnTo>
                    <a:pt x="184446" y="182417"/>
                  </a:lnTo>
                  <a:lnTo>
                    <a:pt x="184646" y="182431"/>
                  </a:lnTo>
                  <a:lnTo>
                    <a:pt x="184832" y="182282"/>
                  </a:lnTo>
                  <a:lnTo>
                    <a:pt x="185145" y="182234"/>
                  </a:lnTo>
                  <a:lnTo>
                    <a:pt x="185426" y="182484"/>
                  </a:lnTo>
                  <a:lnTo>
                    <a:pt x="185556" y="182523"/>
                  </a:lnTo>
                  <a:lnTo>
                    <a:pt x="185787" y="182561"/>
                  </a:lnTo>
                  <a:lnTo>
                    <a:pt x="186066" y="182304"/>
                  </a:lnTo>
                  <a:lnTo>
                    <a:pt x="186291" y="182516"/>
                  </a:lnTo>
                  <a:lnTo>
                    <a:pt x="186604" y="182463"/>
                  </a:lnTo>
                  <a:lnTo>
                    <a:pt x="186626" y="182598"/>
                  </a:lnTo>
                  <a:lnTo>
                    <a:pt x="186693" y="182780"/>
                  </a:lnTo>
                  <a:lnTo>
                    <a:pt x="187204" y="182791"/>
                  </a:lnTo>
                  <a:lnTo>
                    <a:pt x="187426" y="182792"/>
                  </a:lnTo>
                  <a:lnTo>
                    <a:pt x="187991" y="182530"/>
                  </a:lnTo>
                  <a:lnTo>
                    <a:pt x="188278" y="182426"/>
                  </a:lnTo>
                  <a:lnTo>
                    <a:pt x="188545" y="182443"/>
                  </a:lnTo>
                  <a:lnTo>
                    <a:pt x="188748" y="182466"/>
                  </a:lnTo>
                  <a:lnTo>
                    <a:pt x="189143" y="182410"/>
                  </a:lnTo>
                  <a:lnTo>
                    <a:pt x="189131" y="182593"/>
                  </a:lnTo>
                  <a:lnTo>
                    <a:pt x="189105" y="182747"/>
                  </a:lnTo>
                  <a:lnTo>
                    <a:pt x="189168" y="182885"/>
                  </a:lnTo>
                  <a:lnTo>
                    <a:pt x="189276" y="183050"/>
                  </a:lnTo>
                  <a:lnTo>
                    <a:pt x="189477" y="183276"/>
                  </a:lnTo>
                  <a:lnTo>
                    <a:pt x="189915" y="183666"/>
                  </a:lnTo>
                  <a:lnTo>
                    <a:pt x="190051" y="183904"/>
                  </a:lnTo>
                  <a:lnTo>
                    <a:pt x="190083" y="184071"/>
                  </a:lnTo>
                  <a:lnTo>
                    <a:pt x="190049" y="184238"/>
                  </a:lnTo>
                  <a:lnTo>
                    <a:pt x="190058" y="184582"/>
                  </a:lnTo>
                  <a:lnTo>
                    <a:pt x="190198" y="185115"/>
                  </a:lnTo>
                  <a:lnTo>
                    <a:pt x="190329" y="185387"/>
                  </a:lnTo>
                  <a:lnTo>
                    <a:pt x="190375" y="185572"/>
                  </a:lnTo>
                  <a:lnTo>
                    <a:pt x="190351" y="185873"/>
                  </a:lnTo>
                  <a:lnTo>
                    <a:pt x="190660" y="186367"/>
                  </a:lnTo>
                  <a:lnTo>
                    <a:pt x="191018" y="186807"/>
                  </a:lnTo>
                  <a:lnTo>
                    <a:pt x="191461" y="187646"/>
                  </a:lnTo>
                  <a:lnTo>
                    <a:pt x="191662" y="187889"/>
                  </a:lnTo>
                  <a:lnTo>
                    <a:pt x="192023" y="188160"/>
                  </a:lnTo>
                  <a:lnTo>
                    <a:pt x="192178" y="188363"/>
                  </a:lnTo>
                  <a:lnTo>
                    <a:pt x="192335" y="189000"/>
                  </a:lnTo>
                  <a:lnTo>
                    <a:pt x="192588" y="189542"/>
                  </a:lnTo>
                  <a:lnTo>
                    <a:pt x="192601" y="189798"/>
                  </a:lnTo>
                  <a:lnTo>
                    <a:pt x="192882" y="190061"/>
                  </a:lnTo>
                  <a:lnTo>
                    <a:pt x="193092" y="190205"/>
                  </a:lnTo>
                  <a:lnTo>
                    <a:pt x="193398" y="190397"/>
                  </a:lnTo>
                  <a:lnTo>
                    <a:pt x="193705" y="190597"/>
                  </a:lnTo>
                  <a:lnTo>
                    <a:pt x="193873" y="190684"/>
                  </a:lnTo>
                  <a:lnTo>
                    <a:pt x="194310" y="190869"/>
                  </a:lnTo>
                  <a:lnTo>
                    <a:pt x="194676" y="190996"/>
                  </a:lnTo>
                  <a:lnTo>
                    <a:pt x="195031" y="191109"/>
                  </a:lnTo>
                  <a:lnTo>
                    <a:pt x="195374" y="191260"/>
                  </a:lnTo>
                  <a:lnTo>
                    <a:pt x="195875" y="191756"/>
                  </a:lnTo>
                  <a:lnTo>
                    <a:pt x="196715" y="192465"/>
                  </a:lnTo>
                  <a:lnTo>
                    <a:pt x="196984" y="192706"/>
                  </a:lnTo>
                  <a:lnTo>
                    <a:pt x="197355" y="193123"/>
                  </a:lnTo>
                  <a:lnTo>
                    <a:pt x="197719" y="193467"/>
                  </a:lnTo>
                  <a:lnTo>
                    <a:pt x="197888" y="193643"/>
                  </a:lnTo>
                  <a:lnTo>
                    <a:pt x="198021" y="193829"/>
                  </a:lnTo>
                  <a:lnTo>
                    <a:pt x="198901" y="194413"/>
                  </a:lnTo>
                  <a:lnTo>
                    <a:pt x="199125" y="194556"/>
                  </a:lnTo>
                  <a:lnTo>
                    <a:pt x="199954" y="194907"/>
                  </a:lnTo>
                  <a:lnTo>
                    <a:pt x="200272" y="194960"/>
                  </a:lnTo>
                  <a:lnTo>
                    <a:pt x="200526" y="195002"/>
                  </a:lnTo>
                  <a:lnTo>
                    <a:pt x="200764" y="195037"/>
                  </a:lnTo>
                  <a:lnTo>
                    <a:pt x="201209" y="195097"/>
                  </a:lnTo>
                  <a:lnTo>
                    <a:pt x="201768" y="195181"/>
                  </a:lnTo>
                  <a:lnTo>
                    <a:pt x="202650" y="195315"/>
                  </a:lnTo>
                  <a:lnTo>
                    <a:pt x="203193" y="195417"/>
                  </a:lnTo>
                  <a:lnTo>
                    <a:pt x="203535" y="195485"/>
                  </a:lnTo>
                  <a:lnTo>
                    <a:pt x="203881" y="195499"/>
                  </a:lnTo>
                  <a:lnTo>
                    <a:pt x="204675" y="195497"/>
                  </a:lnTo>
                  <a:lnTo>
                    <a:pt x="204989" y="195492"/>
                  </a:lnTo>
                  <a:lnTo>
                    <a:pt x="205271" y="195446"/>
                  </a:lnTo>
                  <a:lnTo>
                    <a:pt x="205469" y="195413"/>
                  </a:lnTo>
                  <a:lnTo>
                    <a:pt x="205624" y="195401"/>
                  </a:lnTo>
                  <a:lnTo>
                    <a:pt x="205920" y="195396"/>
                  </a:lnTo>
                  <a:lnTo>
                    <a:pt x="206257" y="195337"/>
                  </a:lnTo>
                  <a:lnTo>
                    <a:pt x="206625" y="195278"/>
                  </a:lnTo>
                  <a:lnTo>
                    <a:pt x="207337" y="195236"/>
                  </a:lnTo>
                  <a:lnTo>
                    <a:pt x="207833" y="195121"/>
                  </a:lnTo>
                  <a:lnTo>
                    <a:pt x="208217" y="195012"/>
                  </a:lnTo>
                  <a:lnTo>
                    <a:pt x="208802" y="194861"/>
                  </a:lnTo>
                  <a:lnTo>
                    <a:pt x="209318" y="194714"/>
                  </a:lnTo>
                  <a:lnTo>
                    <a:pt x="209653" y="194606"/>
                  </a:lnTo>
                  <a:lnTo>
                    <a:pt x="209887" y="194524"/>
                  </a:lnTo>
                  <a:lnTo>
                    <a:pt x="210018" y="194470"/>
                  </a:lnTo>
                  <a:lnTo>
                    <a:pt x="210515" y="194518"/>
                  </a:lnTo>
                  <a:lnTo>
                    <a:pt x="210436" y="194670"/>
                  </a:lnTo>
                  <a:lnTo>
                    <a:pt x="210300" y="194843"/>
                  </a:lnTo>
                  <a:lnTo>
                    <a:pt x="210084" y="194992"/>
                  </a:lnTo>
                  <a:lnTo>
                    <a:pt x="209920" y="195085"/>
                  </a:lnTo>
                  <a:lnTo>
                    <a:pt x="210046" y="195451"/>
                  </a:lnTo>
                  <a:lnTo>
                    <a:pt x="209896" y="196148"/>
                  </a:lnTo>
                  <a:lnTo>
                    <a:pt x="209808" y="196287"/>
                  </a:lnTo>
                  <a:lnTo>
                    <a:pt x="209633" y="196390"/>
                  </a:lnTo>
                  <a:lnTo>
                    <a:pt x="209739" y="196583"/>
                  </a:lnTo>
                  <a:lnTo>
                    <a:pt x="209903" y="197164"/>
                  </a:lnTo>
                  <a:lnTo>
                    <a:pt x="209846" y="197354"/>
                  </a:lnTo>
                  <a:lnTo>
                    <a:pt x="209907" y="197740"/>
                  </a:lnTo>
                  <a:lnTo>
                    <a:pt x="210234" y="197972"/>
                  </a:lnTo>
                  <a:lnTo>
                    <a:pt x="210510" y="197887"/>
                  </a:lnTo>
                  <a:lnTo>
                    <a:pt x="210852" y="197405"/>
                  </a:lnTo>
                  <a:lnTo>
                    <a:pt x="211551" y="197416"/>
                  </a:lnTo>
                  <a:lnTo>
                    <a:pt x="212070" y="197132"/>
                  </a:lnTo>
                  <a:lnTo>
                    <a:pt x="212229" y="197091"/>
                  </a:lnTo>
                  <a:lnTo>
                    <a:pt x="212586" y="196886"/>
                  </a:lnTo>
                  <a:lnTo>
                    <a:pt x="212757" y="196848"/>
                  </a:lnTo>
                  <a:lnTo>
                    <a:pt x="212949" y="196832"/>
                  </a:lnTo>
                  <a:lnTo>
                    <a:pt x="212847" y="196389"/>
                  </a:lnTo>
                  <a:lnTo>
                    <a:pt x="212805" y="196217"/>
                  </a:lnTo>
                  <a:lnTo>
                    <a:pt x="212735" y="195923"/>
                  </a:lnTo>
                  <a:lnTo>
                    <a:pt x="213214" y="195628"/>
                  </a:lnTo>
                  <a:lnTo>
                    <a:pt x="213564" y="195739"/>
                  </a:lnTo>
                  <a:lnTo>
                    <a:pt x="213384" y="196440"/>
                  </a:lnTo>
                  <a:lnTo>
                    <a:pt x="213630" y="196980"/>
                  </a:lnTo>
                  <a:lnTo>
                    <a:pt x="213480" y="197289"/>
                  </a:lnTo>
                  <a:lnTo>
                    <a:pt x="213491" y="197470"/>
                  </a:lnTo>
                  <a:lnTo>
                    <a:pt x="213750" y="197776"/>
                  </a:lnTo>
                  <a:lnTo>
                    <a:pt x="213857" y="198073"/>
                  </a:lnTo>
                  <a:lnTo>
                    <a:pt x="214177" y="198457"/>
                  </a:lnTo>
                  <a:lnTo>
                    <a:pt x="214276" y="198629"/>
                  </a:lnTo>
                  <a:lnTo>
                    <a:pt x="214081" y="198755"/>
                  </a:lnTo>
                  <a:lnTo>
                    <a:pt x="213726" y="199167"/>
                  </a:lnTo>
                  <a:lnTo>
                    <a:pt x="213846" y="199444"/>
                  </a:lnTo>
                  <a:lnTo>
                    <a:pt x="214072" y="199614"/>
                  </a:lnTo>
                  <a:lnTo>
                    <a:pt x="214393" y="199588"/>
                  </a:lnTo>
                  <a:lnTo>
                    <a:pt x="214451" y="200010"/>
                  </a:lnTo>
                  <a:lnTo>
                    <a:pt x="214656" y="200287"/>
                  </a:lnTo>
                  <a:lnTo>
                    <a:pt x="214519" y="201004"/>
                  </a:lnTo>
                  <a:lnTo>
                    <a:pt x="214541" y="201179"/>
                  </a:lnTo>
                  <a:lnTo>
                    <a:pt x="214600" y="201454"/>
                  </a:lnTo>
                  <a:lnTo>
                    <a:pt x="214877" y="201801"/>
                  </a:lnTo>
                  <a:lnTo>
                    <a:pt x="214988" y="201982"/>
                  </a:lnTo>
                  <a:lnTo>
                    <a:pt x="215457" y="202009"/>
                  </a:lnTo>
                  <a:lnTo>
                    <a:pt x="215489" y="202233"/>
                  </a:lnTo>
                  <a:lnTo>
                    <a:pt x="215437" y="202472"/>
                  </a:lnTo>
                  <a:lnTo>
                    <a:pt x="215429" y="202821"/>
                  </a:lnTo>
                  <a:lnTo>
                    <a:pt x="215485" y="203072"/>
                  </a:lnTo>
                  <a:lnTo>
                    <a:pt x="215769" y="203627"/>
                  </a:lnTo>
                  <a:lnTo>
                    <a:pt x="216085" y="204256"/>
                  </a:lnTo>
                  <a:lnTo>
                    <a:pt x="216351" y="204374"/>
                  </a:lnTo>
                  <a:lnTo>
                    <a:pt x="216787" y="204525"/>
                  </a:lnTo>
                  <a:lnTo>
                    <a:pt x="217075" y="204180"/>
                  </a:lnTo>
                  <a:lnTo>
                    <a:pt x="217264" y="203933"/>
                  </a:lnTo>
                  <a:lnTo>
                    <a:pt x="217610" y="203412"/>
                  </a:lnTo>
                  <a:lnTo>
                    <a:pt x="217913" y="202942"/>
                  </a:lnTo>
                  <a:lnTo>
                    <a:pt x="218064" y="202721"/>
                  </a:lnTo>
                  <a:lnTo>
                    <a:pt x="218156" y="202569"/>
                  </a:lnTo>
                  <a:lnTo>
                    <a:pt x="218429" y="202135"/>
                  </a:lnTo>
                  <a:lnTo>
                    <a:pt x="218546" y="201957"/>
                  </a:lnTo>
                  <a:lnTo>
                    <a:pt x="218904" y="201340"/>
                  </a:lnTo>
                  <a:lnTo>
                    <a:pt x="219141" y="200994"/>
                  </a:lnTo>
                  <a:lnTo>
                    <a:pt x="219256" y="200658"/>
                  </a:lnTo>
                  <a:lnTo>
                    <a:pt x="219587" y="200370"/>
                  </a:lnTo>
                  <a:lnTo>
                    <a:pt x="219903" y="200147"/>
                  </a:lnTo>
                  <a:lnTo>
                    <a:pt x="220040" y="200054"/>
                  </a:lnTo>
                  <a:lnTo>
                    <a:pt x="220177" y="199975"/>
                  </a:lnTo>
                  <a:lnTo>
                    <a:pt x="220439" y="199495"/>
                  </a:lnTo>
                  <a:lnTo>
                    <a:pt x="220737" y="199269"/>
                  </a:lnTo>
                  <a:lnTo>
                    <a:pt x="220870" y="199253"/>
                  </a:lnTo>
                  <a:lnTo>
                    <a:pt x="221282" y="199581"/>
                  </a:lnTo>
                  <a:lnTo>
                    <a:pt x="221495" y="199644"/>
                  </a:lnTo>
                  <a:lnTo>
                    <a:pt x="221758" y="199667"/>
                  </a:lnTo>
                  <a:lnTo>
                    <a:pt x="221931" y="199628"/>
                  </a:lnTo>
                  <a:lnTo>
                    <a:pt x="222183" y="199553"/>
                  </a:lnTo>
                  <a:lnTo>
                    <a:pt x="222651" y="199269"/>
                  </a:lnTo>
                  <a:lnTo>
                    <a:pt x="223405" y="199515"/>
                  </a:lnTo>
                  <a:lnTo>
                    <a:pt x="223684" y="199685"/>
                  </a:lnTo>
                  <a:lnTo>
                    <a:pt x="223926" y="199621"/>
                  </a:lnTo>
                  <a:lnTo>
                    <a:pt x="223913" y="199475"/>
                  </a:lnTo>
                  <a:lnTo>
                    <a:pt x="224054" y="199118"/>
                  </a:lnTo>
                  <a:lnTo>
                    <a:pt x="224047" y="198894"/>
                  </a:lnTo>
                  <a:lnTo>
                    <a:pt x="224251" y="198848"/>
                  </a:lnTo>
                  <a:lnTo>
                    <a:pt x="224300" y="198982"/>
                  </a:lnTo>
                  <a:lnTo>
                    <a:pt x="224494" y="198930"/>
                  </a:lnTo>
                  <a:lnTo>
                    <a:pt x="224634" y="198556"/>
                  </a:lnTo>
                  <a:lnTo>
                    <a:pt x="224642" y="198413"/>
                  </a:lnTo>
                  <a:lnTo>
                    <a:pt x="224728" y="198161"/>
                  </a:lnTo>
                  <a:lnTo>
                    <a:pt x="225058" y="198087"/>
                  </a:lnTo>
                  <a:lnTo>
                    <a:pt x="225096" y="197953"/>
                  </a:lnTo>
                  <a:lnTo>
                    <a:pt x="225336" y="197751"/>
                  </a:lnTo>
                  <a:lnTo>
                    <a:pt x="225414" y="197898"/>
                  </a:lnTo>
                  <a:lnTo>
                    <a:pt x="225466" y="198052"/>
                  </a:lnTo>
                  <a:lnTo>
                    <a:pt x="225617" y="198491"/>
                  </a:lnTo>
                  <a:lnTo>
                    <a:pt x="225754" y="198547"/>
                  </a:lnTo>
                  <a:lnTo>
                    <a:pt x="226149" y="198145"/>
                  </a:lnTo>
                  <a:lnTo>
                    <a:pt x="226187" y="197763"/>
                  </a:lnTo>
                  <a:lnTo>
                    <a:pt x="226640" y="197536"/>
                  </a:lnTo>
                  <a:lnTo>
                    <a:pt x="226612" y="197306"/>
                  </a:lnTo>
                  <a:lnTo>
                    <a:pt x="226580" y="197083"/>
                  </a:lnTo>
                  <a:lnTo>
                    <a:pt x="226593" y="196299"/>
                  </a:lnTo>
                  <a:lnTo>
                    <a:pt x="226614" y="196084"/>
                  </a:lnTo>
                  <a:lnTo>
                    <a:pt x="226631" y="195811"/>
                  </a:lnTo>
                  <a:lnTo>
                    <a:pt x="226602" y="195611"/>
                  </a:lnTo>
                  <a:lnTo>
                    <a:pt x="226552" y="195358"/>
                  </a:lnTo>
                  <a:lnTo>
                    <a:pt x="226526" y="195229"/>
                  </a:lnTo>
                  <a:lnTo>
                    <a:pt x="226481" y="195101"/>
                  </a:lnTo>
                  <a:lnTo>
                    <a:pt x="226323" y="194740"/>
                  </a:lnTo>
                  <a:lnTo>
                    <a:pt x="225747" y="194153"/>
                  </a:lnTo>
                  <a:lnTo>
                    <a:pt x="225506" y="194068"/>
                  </a:lnTo>
                  <a:lnTo>
                    <a:pt x="225542" y="193401"/>
                  </a:lnTo>
                  <a:lnTo>
                    <a:pt x="225682" y="193382"/>
                  </a:lnTo>
                  <a:lnTo>
                    <a:pt x="226233" y="193401"/>
                  </a:lnTo>
                  <a:lnTo>
                    <a:pt x="226477" y="193049"/>
                  </a:lnTo>
                  <a:lnTo>
                    <a:pt x="227130" y="193065"/>
                  </a:lnTo>
                  <a:lnTo>
                    <a:pt x="227648" y="193168"/>
                  </a:lnTo>
                  <a:lnTo>
                    <a:pt x="228206" y="193517"/>
                  </a:lnTo>
                  <a:lnTo>
                    <a:pt x="228303" y="193225"/>
                  </a:lnTo>
                  <a:lnTo>
                    <a:pt x="229369" y="192685"/>
                  </a:lnTo>
                  <a:lnTo>
                    <a:pt x="229212" y="192203"/>
                  </a:lnTo>
                  <a:lnTo>
                    <a:pt x="229211" y="191985"/>
                  </a:lnTo>
                  <a:lnTo>
                    <a:pt x="229314" y="191710"/>
                  </a:lnTo>
                  <a:lnTo>
                    <a:pt x="229468" y="191665"/>
                  </a:lnTo>
                  <a:lnTo>
                    <a:pt x="229521" y="191817"/>
                  </a:lnTo>
                  <a:lnTo>
                    <a:pt x="229523" y="191452"/>
                  </a:lnTo>
                  <a:lnTo>
                    <a:pt x="229873" y="191423"/>
                  </a:lnTo>
                  <a:lnTo>
                    <a:pt x="230163" y="191384"/>
                  </a:lnTo>
                  <a:lnTo>
                    <a:pt x="230725" y="191310"/>
                  </a:lnTo>
                  <a:lnTo>
                    <a:pt x="230978" y="191277"/>
                  </a:lnTo>
                  <a:lnTo>
                    <a:pt x="231393" y="191235"/>
                  </a:lnTo>
                  <a:lnTo>
                    <a:pt x="231831" y="191210"/>
                  </a:lnTo>
                  <a:lnTo>
                    <a:pt x="232452" y="191450"/>
                  </a:lnTo>
                  <a:lnTo>
                    <a:pt x="232634" y="191531"/>
                  </a:lnTo>
                  <a:lnTo>
                    <a:pt x="232689" y="191717"/>
                  </a:lnTo>
                  <a:lnTo>
                    <a:pt x="232764" y="191957"/>
                  </a:lnTo>
                  <a:lnTo>
                    <a:pt x="233276" y="191928"/>
                  </a:lnTo>
                  <a:lnTo>
                    <a:pt x="233508" y="192005"/>
                  </a:lnTo>
                  <a:lnTo>
                    <a:pt x="233641" y="192033"/>
                  </a:lnTo>
                  <a:lnTo>
                    <a:pt x="233985" y="191889"/>
                  </a:lnTo>
                  <a:lnTo>
                    <a:pt x="234374" y="191675"/>
                  </a:lnTo>
                  <a:lnTo>
                    <a:pt x="234898" y="191451"/>
                  </a:lnTo>
                  <a:lnTo>
                    <a:pt x="235180" y="191158"/>
                  </a:lnTo>
                  <a:lnTo>
                    <a:pt x="235133" y="190940"/>
                  </a:lnTo>
                  <a:lnTo>
                    <a:pt x="235391" y="190585"/>
                  </a:lnTo>
                  <a:lnTo>
                    <a:pt x="235602" y="190592"/>
                  </a:lnTo>
                  <a:lnTo>
                    <a:pt x="236048" y="190816"/>
                  </a:lnTo>
                  <a:lnTo>
                    <a:pt x="236124" y="190955"/>
                  </a:lnTo>
                  <a:lnTo>
                    <a:pt x="236389" y="190855"/>
                  </a:lnTo>
                  <a:lnTo>
                    <a:pt x="236828" y="190885"/>
                  </a:lnTo>
                  <a:lnTo>
                    <a:pt x="237089" y="190968"/>
                  </a:lnTo>
                  <a:lnTo>
                    <a:pt x="237386" y="190905"/>
                  </a:lnTo>
                  <a:lnTo>
                    <a:pt x="237217" y="190599"/>
                  </a:lnTo>
                  <a:lnTo>
                    <a:pt x="237880" y="190576"/>
                  </a:lnTo>
                  <a:lnTo>
                    <a:pt x="237815" y="190183"/>
                  </a:lnTo>
                  <a:lnTo>
                    <a:pt x="237823" y="189907"/>
                  </a:lnTo>
                  <a:lnTo>
                    <a:pt x="238114" y="189919"/>
                  </a:lnTo>
                  <a:lnTo>
                    <a:pt x="238265" y="189979"/>
                  </a:lnTo>
                  <a:lnTo>
                    <a:pt x="238331" y="190236"/>
                  </a:lnTo>
                  <a:lnTo>
                    <a:pt x="238361" y="190387"/>
                  </a:lnTo>
                  <a:lnTo>
                    <a:pt x="238533" y="190654"/>
                  </a:lnTo>
                  <a:lnTo>
                    <a:pt x="238709" y="190668"/>
                  </a:lnTo>
                  <a:lnTo>
                    <a:pt x="239444" y="190679"/>
                  </a:lnTo>
                  <a:lnTo>
                    <a:pt x="239606" y="190772"/>
                  </a:lnTo>
                  <a:lnTo>
                    <a:pt x="239740" y="190849"/>
                  </a:lnTo>
                  <a:lnTo>
                    <a:pt x="239885" y="191107"/>
                  </a:lnTo>
                  <a:lnTo>
                    <a:pt x="239886" y="191578"/>
                  </a:lnTo>
                  <a:lnTo>
                    <a:pt x="240009" y="191797"/>
                  </a:lnTo>
                  <a:lnTo>
                    <a:pt x="240152" y="192241"/>
                  </a:lnTo>
                  <a:lnTo>
                    <a:pt x="240366" y="192739"/>
                  </a:lnTo>
                  <a:lnTo>
                    <a:pt x="239856" y="193231"/>
                  </a:lnTo>
                  <a:lnTo>
                    <a:pt x="239935" y="193525"/>
                  </a:lnTo>
                  <a:lnTo>
                    <a:pt x="239884" y="193767"/>
                  </a:lnTo>
                  <a:lnTo>
                    <a:pt x="239909" y="193947"/>
                  </a:lnTo>
                  <a:lnTo>
                    <a:pt x="240037" y="194022"/>
                  </a:lnTo>
                  <a:lnTo>
                    <a:pt x="240127" y="194294"/>
                  </a:lnTo>
                  <a:lnTo>
                    <a:pt x="240243" y="195013"/>
                  </a:lnTo>
                  <a:lnTo>
                    <a:pt x="240240" y="195148"/>
                  </a:lnTo>
                  <a:lnTo>
                    <a:pt x="240225" y="195710"/>
                  </a:lnTo>
                  <a:lnTo>
                    <a:pt x="240220" y="196062"/>
                  </a:lnTo>
                  <a:lnTo>
                    <a:pt x="240216" y="196385"/>
                  </a:lnTo>
                  <a:lnTo>
                    <a:pt x="240385" y="196626"/>
                  </a:lnTo>
                  <a:lnTo>
                    <a:pt x="240197" y="196585"/>
                  </a:lnTo>
                  <a:lnTo>
                    <a:pt x="239902" y="196795"/>
                  </a:lnTo>
                  <a:lnTo>
                    <a:pt x="239793" y="197133"/>
                  </a:lnTo>
                  <a:lnTo>
                    <a:pt x="239917" y="197442"/>
                  </a:lnTo>
                  <a:lnTo>
                    <a:pt x="240297" y="197474"/>
                  </a:lnTo>
                  <a:lnTo>
                    <a:pt x="240579" y="197791"/>
                  </a:lnTo>
                  <a:lnTo>
                    <a:pt x="241089" y="197833"/>
                  </a:lnTo>
                  <a:lnTo>
                    <a:pt x="241215" y="198073"/>
                  </a:lnTo>
                  <a:lnTo>
                    <a:pt x="241199" y="198390"/>
                  </a:lnTo>
                  <a:lnTo>
                    <a:pt x="241012" y="198480"/>
                  </a:lnTo>
                  <a:lnTo>
                    <a:pt x="241024" y="198656"/>
                  </a:lnTo>
                  <a:lnTo>
                    <a:pt x="240982" y="199034"/>
                  </a:lnTo>
                  <a:lnTo>
                    <a:pt x="240609" y="199559"/>
                  </a:lnTo>
                  <a:lnTo>
                    <a:pt x="240415" y="199807"/>
                  </a:lnTo>
                  <a:lnTo>
                    <a:pt x="240287" y="199854"/>
                  </a:lnTo>
                  <a:lnTo>
                    <a:pt x="240081" y="200074"/>
                  </a:lnTo>
                  <a:lnTo>
                    <a:pt x="239839" y="200290"/>
                  </a:lnTo>
                  <a:lnTo>
                    <a:pt x="239728" y="200476"/>
                  </a:lnTo>
                  <a:lnTo>
                    <a:pt x="239772" y="201016"/>
                  </a:lnTo>
                  <a:lnTo>
                    <a:pt x="239972" y="201133"/>
                  </a:lnTo>
                  <a:lnTo>
                    <a:pt x="240169" y="200851"/>
                  </a:lnTo>
                  <a:lnTo>
                    <a:pt x="240483" y="200760"/>
                  </a:lnTo>
                  <a:lnTo>
                    <a:pt x="240641" y="200557"/>
                  </a:lnTo>
                  <a:lnTo>
                    <a:pt x="240929" y="200344"/>
                  </a:lnTo>
                  <a:lnTo>
                    <a:pt x="241294" y="200583"/>
                  </a:lnTo>
                  <a:lnTo>
                    <a:pt x="241640" y="200719"/>
                  </a:lnTo>
                  <a:lnTo>
                    <a:pt x="241768" y="200914"/>
                  </a:lnTo>
                  <a:lnTo>
                    <a:pt x="241954" y="201325"/>
                  </a:lnTo>
                  <a:lnTo>
                    <a:pt x="242181" y="201480"/>
                  </a:lnTo>
                  <a:lnTo>
                    <a:pt x="242358" y="201391"/>
                  </a:lnTo>
                  <a:lnTo>
                    <a:pt x="242239" y="201212"/>
                  </a:lnTo>
                  <a:lnTo>
                    <a:pt x="242027" y="201166"/>
                  </a:lnTo>
                  <a:lnTo>
                    <a:pt x="242152" y="200836"/>
                  </a:lnTo>
                  <a:lnTo>
                    <a:pt x="242351" y="200858"/>
                  </a:lnTo>
                  <a:lnTo>
                    <a:pt x="242613" y="200537"/>
                  </a:lnTo>
                  <a:lnTo>
                    <a:pt x="242926" y="200354"/>
                  </a:lnTo>
                  <a:lnTo>
                    <a:pt x="243109" y="200129"/>
                  </a:lnTo>
                  <a:lnTo>
                    <a:pt x="243144" y="199829"/>
                  </a:lnTo>
                  <a:lnTo>
                    <a:pt x="243412" y="199666"/>
                  </a:lnTo>
                  <a:lnTo>
                    <a:pt x="243874" y="199660"/>
                  </a:lnTo>
                  <a:lnTo>
                    <a:pt x="244206" y="199585"/>
                  </a:lnTo>
                  <a:lnTo>
                    <a:pt x="244348" y="199500"/>
                  </a:lnTo>
                  <a:lnTo>
                    <a:pt x="244887" y="199299"/>
                  </a:lnTo>
                  <a:lnTo>
                    <a:pt x="245047" y="199595"/>
                  </a:lnTo>
                  <a:lnTo>
                    <a:pt x="245218" y="199616"/>
                  </a:lnTo>
                  <a:lnTo>
                    <a:pt x="245498" y="199509"/>
                  </a:lnTo>
                  <a:lnTo>
                    <a:pt x="245644" y="199482"/>
                  </a:lnTo>
                  <a:lnTo>
                    <a:pt x="245934" y="199623"/>
                  </a:lnTo>
                  <a:lnTo>
                    <a:pt x="246025" y="199819"/>
                  </a:lnTo>
                  <a:lnTo>
                    <a:pt x="245910" y="200022"/>
                  </a:lnTo>
                  <a:lnTo>
                    <a:pt x="245930" y="200335"/>
                  </a:lnTo>
                  <a:lnTo>
                    <a:pt x="246190" y="200343"/>
                  </a:lnTo>
                  <a:lnTo>
                    <a:pt x="246479" y="200358"/>
                  </a:lnTo>
                  <a:lnTo>
                    <a:pt x="246742" y="200648"/>
                  </a:lnTo>
                  <a:lnTo>
                    <a:pt x="246709" y="200961"/>
                  </a:lnTo>
                  <a:lnTo>
                    <a:pt x="246504" y="201243"/>
                  </a:lnTo>
                  <a:lnTo>
                    <a:pt x="246382" y="201494"/>
                  </a:lnTo>
                  <a:lnTo>
                    <a:pt x="246330" y="201702"/>
                  </a:lnTo>
                  <a:lnTo>
                    <a:pt x="246267" y="202016"/>
                  </a:lnTo>
                  <a:lnTo>
                    <a:pt x="246248" y="202155"/>
                  </a:lnTo>
                  <a:lnTo>
                    <a:pt x="246207" y="202619"/>
                  </a:lnTo>
                  <a:lnTo>
                    <a:pt x="246207" y="202900"/>
                  </a:lnTo>
                  <a:lnTo>
                    <a:pt x="246219" y="203062"/>
                  </a:lnTo>
                  <a:lnTo>
                    <a:pt x="246495" y="203504"/>
                  </a:lnTo>
                  <a:lnTo>
                    <a:pt x="247037" y="203383"/>
                  </a:lnTo>
                  <a:lnTo>
                    <a:pt x="247169" y="203389"/>
                  </a:lnTo>
                  <a:lnTo>
                    <a:pt x="247694" y="203487"/>
                  </a:lnTo>
                  <a:lnTo>
                    <a:pt x="247944" y="203636"/>
                  </a:lnTo>
                  <a:lnTo>
                    <a:pt x="248091" y="203609"/>
                  </a:lnTo>
                  <a:lnTo>
                    <a:pt x="248246" y="203572"/>
                  </a:lnTo>
                  <a:lnTo>
                    <a:pt x="248491" y="203727"/>
                  </a:lnTo>
                  <a:lnTo>
                    <a:pt x="249083" y="203389"/>
                  </a:lnTo>
                  <a:lnTo>
                    <a:pt x="249302" y="203387"/>
                  </a:lnTo>
                  <a:lnTo>
                    <a:pt x="249401" y="203547"/>
                  </a:lnTo>
                  <a:lnTo>
                    <a:pt x="249560" y="203707"/>
                  </a:lnTo>
                  <a:lnTo>
                    <a:pt x="249748" y="203671"/>
                  </a:lnTo>
                  <a:lnTo>
                    <a:pt x="249670" y="203319"/>
                  </a:lnTo>
                  <a:lnTo>
                    <a:pt x="249823" y="203095"/>
                  </a:lnTo>
                  <a:lnTo>
                    <a:pt x="249995" y="203032"/>
                  </a:lnTo>
                  <a:lnTo>
                    <a:pt x="250602" y="203033"/>
                  </a:lnTo>
                  <a:lnTo>
                    <a:pt x="250673" y="203178"/>
                  </a:lnTo>
                  <a:lnTo>
                    <a:pt x="250666" y="203331"/>
                  </a:lnTo>
                  <a:lnTo>
                    <a:pt x="250920" y="203570"/>
                  </a:lnTo>
                  <a:lnTo>
                    <a:pt x="251043" y="203776"/>
                  </a:lnTo>
                  <a:lnTo>
                    <a:pt x="251098" y="204026"/>
                  </a:lnTo>
                  <a:lnTo>
                    <a:pt x="251254" y="204664"/>
                  </a:lnTo>
                  <a:lnTo>
                    <a:pt x="251398" y="204744"/>
                  </a:lnTo>
                  <a:lnTo>
                    <a:pt x="251546" y="204826"/>
                  </a:lnTo>
                  <a:lnTo>
                    <a:pt x="251802" y="204954"/>
                  </a:lnTo>
                  <a:lnTo>
                    <a:pt x="252209" y="205191"/>
                  </a:lnTo>
                  <a:lnTo>
                    <a:pt x="252629" y="205615"/>
                  </a:lnTo>
                  <a:lnTo>
                    <a:pt x="252956" y="205792"/>
                  </a:lnTo>
                  <a:lnTo>
                    <a:pt x="253022" y="205957"/>
                  </a:lnTo>
                  <a:lnTo>
                    <a:pt x="253090" y="206218"/>
                  </a:lnTo>
                  <a:lnTo>
                    <a:pt x="253107" y="206381"/>
                  </a:lnTo>
                  <a:lnTo>
                    <a:pt x="252990" y="206733"/>
                  </a:lnTo>
                  <a:lnTo>
                    <a:pt x="252801" y="207127"/>
                  </a:lnTo>
                  <a:lnTo>
                    <a:pt x="252848" y="207277"/>
                  </a:lnTo>
                  <a:lnTo>
                    <a:pt x="252911" y="207409"/>
                  </a:lnTo>
                  <a:lnTo>
                    <a:pt x="253029" y="207547"/>
                  </a:lnTo>
                  <a:lnTo>
                    <a:pt x="253090" y="207803"/>
                  </a:lnTo>
                  <a:lnTo>
                    <a:pt x="253024" y="208288"/>
                  </a:lnTo>
                  <a:lnTo>
                    <a:pt x="252616" y="208563"/>
                  </a:lnTo>
                  <a:lnTo>
                    <a:pt x="252522" y="209571"/>
                  </a:lnTo>
                  <a:lnTo>
                    <a:pt x="251810" y="218531"/>
                  </a:lnTo>
                  <a:lnTo>
                    <a:pt x="251787" y="218810"/>
                  </a:lnTo>
                  <a:lnTo>
                    <a:pt x="251598" y="221061"/>
                  </a:lnTo>
                  <a:lnTo>
                    <a:pt x="251522" y="221975"/>
                  </a:lnTo>
                  <a:lnTo>
                    <a:pt x="251213" y="225669"/>
                  </a:lnTo>
                  <a:lnTo>
                    <a:pt x="253032" y="225557"/>
                  </a:lnTo>
                  <a:lnTo>
                    <a:pt x="253279" y="223667"/>
                  </a:lnTo>
                  <a:lnTo>
                    <a:pt x="254786" y="224094"/>
                  </a:lnTo>
                  <a:lnTo>
                    <a:pt x="256249" y="224812"/>
                  </a:lnTo>
                  <a:lnTo>
                    <a:pt x="258153" y="226145"/>
                  </a:lnTo>
                  <a:lnTo>
                    <a:pt x="257602" y="227016"/>
                  </a:lnTo>
                  <a:lnTo>
                    <a:pt x="259388" y="228184"/>
                  </a:lnTo>
                  <a:lnTo>
                    <a:pt x="260009" y="228653"/>
                  </a:lnTo>
                  <a:lnTo>
                    <a:pt x="261225" y="229551"/>
                  </a:lnTo>
                  <a:lnTo>
                    <a:pt x="262465" y="230661"/>
                  </a:lnTo>
                  <a:lnTo>
                    <a:pt x="263369" y="232149"/>
                  </a:lnTo>
                  <a:lnTo>
                    <a:pt x="264979" y="233606"/>
                  </a:lnTo>
                  <a:lnTo>
                    <a:pt x="265717" y="234851"/>
                  </a:lnTo>
                  <a:lnTo>
                    <a:pt x="266520" y="236305"/>
                  </a:lnTo>
                  <a:lnTo>
                    <a:pt x="267214" y="237469"/>
                  </a:lnTo>
                  <a:lnTo>
                    <a:pt x="268509" y="239641"/>
                  </a:lnTo>
                  <a:lnTo>
                    <a:pt x="268649" y="239865"/>
                  </a:lnTo>
                  <a:lnTo>
                    <a:pt x="269761" y="241652"/>
                  </a:lnTo>
                  <a:lnTo>
                    <a:pt x="270264" y="242412"/>
                  </a:lnTo>
                  <a:lnTo>
                    <a:pt x="270456" y="242274"/>
                  </a:lnTo>
                  <a:lnTo>
                    <a:pt x="271204" y="241735"/>
                  </a:lnTo>
                  <a:lnTo>
                    <a:pt x="272554" y="244545"/>
                  </a:lnTo>
                  <a:lnTo>
                    <a:pt x="272062" y="244939"/>
                  </a:lnTo>
                  <a:lnTo>
                    <a:pt x="272256" y="245167"/>
                  </a:lnTo>
                  <a:lnTo>
                    <a:pt x="272416" y="245339"/>
                  </a:lnTo>
                  <a:lnTo>
                    <a:pt x="272766" y="245565"/>
                  </a:lnTo>
                  <a:lnTo>
                    <a:pt x="273191" y="245840"/>
                  </a:lnTo>
                  <a:lnTo>
                    <a:pt x="273752" y="246166"/>
                  </a:lnTo>
                  <a:lnTo>
                    <a:pt x="274071" y="246318"/>
                  </a:lnTo>
                  <a:lnTo>
                    <a:pt x="274480" y="246465"/>
                  </a:lnTo>
                  <a:lnTo>
                    <a:pt x="274767" y="246541"/>
                  </a:lnTo>
                  <a:lnTo>
                    <a:pt x="275149" y="246522"/>
                  </a:lnTo>
                  <a:lnTo>
                    <a:pt x="275620" y="246437"/>
                  </a:lnTo>
                  <a:lnTo>
                    <a:pt x="275797" y="246436"/>
                  </a:lnTo>
                  <a:lnTo>
                    <a:pt x="276222" y="246798"/>
                  </a:lnTo>
                  <a:lnTo>
                    <a:pt x="276510" y="246774"/>
                  </a:lnTo>
                  <a:lnTo>
                    <a:pt x="276758" y="246789"/>
                  </a:lnTo>
                  <a:lnTo>
                    <a:pt x="276953" y="246855"/>
                  </a:lnTo>
                  <a:lnTo>
                    <a:pt x="277218" y="246983"/>
                  </a:lnTo>
                  <a:lnTo>
                    <a:pt x="278128" y="247421"/>
                  </a:lnTo>
                  <a:lnTo>
                    <a:pt x="278358" y="247531"/>
                  </a:lnTo>
                  <a:lnTo>
                    <a:pt x="278501" y="247600"/>
                  </a:lnTo>
                  <a:lnTo>
                    <a:pt x="278808" y="247793"/>
                  </a:lnTo>
                  <a:lnTo>
                    <a:pt x="279313" y="248204"/>
                  </a:lnTo>
                  <a:lnTo>
                    <a:pt x="279715" y="248444"/>
                  </a:lnTo>
                  <a:lnTo>
                    <a:pt x="279967" y="248469"/>
                  </a:lnTo>
                  <a:lnTo>
                    <a:pt x="280590" y="248771"/>
                  </a:lnTo>
                  <a:lnTo>
                    <a:pt x="280791" y="248845"/>
                  </a:lnTo>
                  <a:lnTo>
                    <a:pt x="281942" y="249227"/>
                  </a:lnTo>
                  <a:lnTo>
                    <a:pt x="282390" y="249344"/>
                  </a:lnTo>
                  <a:lnTo>
                    <a:pt x="283443" y="249495"/>
                  </a:lnTo>
                  <a:lnTo>
                    <a:pt x="283697" y="249580"/>
                  </a:lnTo>
                  <a:lnTo>
                    <a:pt x="284341" y="250499"/>
                  </a:lnTo>
                  <a:lnTo>
                    <a:pt x="284653" y="250978"/>
                  </a:lnTo>
                  <a:lnTo>
                    <a:pt x="284451" y="251262"/>
                  </a:lnTo>
                  <a:lnTo>
                    <a:pt x="284713" y="251287"/>
                  </a:lnTo>
                  <a:lnTo>
                    <a:pt x="285154" y="251331"/>
                  </a:lnTo>
                  <a:lnTo>
                    <a:pt x="285554" y="251390"/>
                  </a:lnTo>
                  <a:lnTo>
                    <a:pt x="285928" y="251398"/>
                  </a:lnTo>
                  <a:lnTo>
                    <a:pt x="286103" y="251368"/>
                  </a:lnTo>
                  <a:lnTo>
                    <a:pt x="286600" y="251370"/>
                  </a:lnTo>
                  <a:lnTo>
                    <a:pt x="287082" y="251383"/>
                  </a:lnTo>
                  <a:lnTo>
                    <a:pt x="287621" y="251321"/>
                  </a:lnTo>
                  <a:lnTo>
                    <a:pt x="287894" y="251229"/>
                  </a:lnTo>
                  <a:lnTo>
                    <a:pt x="288190" y="251267"/>
                  </a:lnTo>
                  <a:lnTo>
                    <a:pt x="288173" y="251475"/>
                  </a:lnTo>
                  <a:lnTo>
                    <a:pt x="288406" y="252024"/>
                  </a:lnTo>
                  <a:lnTo>
                    <a:pt x="288727" y="251788"/>
                  </a:lnTo>
                  <a:lnTo>
                    <a:pt x="288819" y="251647"/>
                  </a:lnTo>
                  <a:lnTo>
                    <a:pt x="288891" y="251478"/>
                  </a:lnTo>
                  <a:lnTo>
                    <a:pt x="289082" y="251115"/>
                  </a:lnTo>
                  <a:lnTo>
                    <a:pt x="289367" y="251220"/>
                  </a:lnTo>
                  <a:lnTo>
                    <a:pt x="289622" y="251313"/>
                  </a:lnTo>
                  <a:lnTo>
                    <a:pt x="289891" y="251399"/>
                  </a:lnTo>
                  <a:lnTo>
                    <a:pt x="290564" y="251456"/>
                  </a:lnTo>
                  <a:lnTo>
                    <a:pt x="290909" y="251396"/>
                  </a:lnTo>
                  <a:lnTo>
                    <a:pt x="291452" y="251289"/>
                  </a:lnTo>
                  <a:lnTo>
                    <a:pt x="291916" y="251103"/>
                  </a:lnTo>
                  <a:lnTo>
                    <a:pt x="292220" y="250914"/>
                  </a:lnTo>
                  <a:lnTo>
                    <a:pt x="292489" y="250668"/>
                  </a:lnTo>
                  <a:lnTo>
                    <a:pt x="292839" y="250672"/>
                  </a:lnTo>
                  <a:lnTo>
                    <a:pt x="293099" y="250403"/>
                  </a:lnTo>
                  <a:lnTo>
                    <a:pt x="293381" y="250428"/>
                  </a:lnTo>
                  <a:lnTo>
                    <a:pt x="293890" y="250574"/>
                  </a:lnTo>
                  <a:lnTo>
                    <a:pt x="294159" y="250792"/>
                  </a:lnTo>
                  <a:lnTo>
                    <a:pt x="294352" y="251344"/>
                  </a:lnTo>
                  <a:lnTo>
                    <a:pt x="294297" y="251848"/>
                  </a:lnTo>
                  <a:lnTo>
                    <a:pt x="294090" y="251968"/>
                  </a:lnTo>
                  <a:lnTo>
                    <a:pt x="293504" y="252192"/>
                  </a:lnTo>
                  <a:lnTo>
                    <a:pt x="293202" y="252223"/>
                  </a:lnTo>
                  <a:lnTo>
                    <a:pt x="293045" y="252274"/>
                  </a:lnTo>
                  <a:lnTo>
                    <a:pt x="292511" y="252742"/>
                  </a:lnTo>
                  <a:lnTo>
                    <a:pt x="291938" y="252932"/>
                  </a:lnTo>
                  <a:lnTo>
                    <a:pt x="291278" y="253273"/>
                  </a:lnTo>
                  <a:lnTo>
                    <a:pt x="291058" y="253387"/>
                  </a:lnTo>
                  <a:lnTo>
                    <a:pt x="290699" y="253468"/>
                  </a:lnTo>
                  <a:lnTo>
                    <a:pt x="290125" y="253911"/>
                  </a:lnTo>
                  <a:lnTo>
                    <a:pt x="289899" y="254129"/>
                  </a:lnTo>
                  <a:lnTo>
                    <a:pt x="289760" y="254214"/>
                  </a:lnTo>
                  <a:lnTo>
                    <a:pt x="289523" y="254325"/>
                  </a:lnTo>
                  <a:lnTo>
                    <a:pt x="289088" y="254488"/>
                  </a:lnTo>
                  <a:lnTo>
                    <a:pt x="288644" y="254622"/>
                  </a:lnTo>
                  <a:lnTo>
                    <a:pt x="287946" y="254855"/>
                  </a:lnTo>
                  <a:lnTo>
                    <a:pt x="287697" y="254938"/>
                  </a:lnTo>
                  <a:lnTo>
                    <a:pt x="287469" y="255034"/>
                  </a:lnTo>
                  <a:lnTo>
                    <a:pt x="287036" y="255256"/>
                  </a:lnTo>
                  <a:lnTo>
                    <a:pt x="286888" y="255375"/>
                  </a:lnTo>
                  <a:lnTo>
                    <a:pt x="286378" y="255785"/>
                  </a:lnTo>
                  <a:lnTo>
                    <a:pt x="286101" y="256075"/>
                  </a:lnTo>
                  <a:lnTo>
                    <a:pt x="285225" y="256652"/>
                  </a:lnTo>
                  <a:lnTo>
                    <a:pt x="284784" y="256778"/>
                  </a:lnTo>
                  <a:lnTo>
                    <a:pt x="284621" y="256858"/>
                  </a:lnTo>
                  <a:lnTo>
                    <a:pt x="284619" y="257177"/>
                  </a:lnTo>
                  <a:lnTo>
                    <a:pt x="284223" y="257666"/>
                  </a:lnTo>
                  <a:lnTo>
                    <a:pt x="283634" y="258323"/>
                  </a:lnTo>
                  <a:lnTo>
                    <a:pt x="283466" y="258663"/>
                  </a:lnTo>
                  <a:lnTo>
                    <a:pt x="283300" y="258734"/>
                  </a:lnTo>
                  <a:lnTo>
                    <a:pt x="283100" y="258875"/>
                  </a:lnTo>
                  <a:lnTo>
                    <a:pt x="282775" y="259331"/>
                  </a:lnTo>
                  <a:lnTo>
                    <a:pt x="282553" y="259303"/>
                  </a:lnTo>
                  <a:lnTo>
                    <a:pt x="282667" y="259850"/>
                  </a:lnTo>
                  <a:lnTo>
                    <a:pt x="282417" y="260619"/>
                  </a:lnTo>
                  <a:lnTo>
                    <a:pt x="282236" y="260805"/>
                  </a:lnTo>
                  <a:lnTo>
                    <a:pt x="281408" y="261660"/>
                  </a:lnTo>
                  <a:lnTo>
                    <a:pt x="280932" y="261966"/>
                  </a:lnTo>
                  <a:lnTo>
                    <a:pt x="280719" y="262104"/>
                  </a:lnTo>
                  <a:lnTo>
                    <a:pt x="280463" y="262109"/>
                  </a:lnTo>
                  <a:lnTo>
                    <a:pt x="279991" y="262283"/>
                  </a:lnTo>
                  <a:lnTo>
                    <a:pt x="279726" y="262485"/>
                  </a:lnTo>
                  <a:lnTo>
                    <a:pt x="279492" y="262624"/>
                  </a:lnTo>
                  <a:lnTo>
                    <a:pt x="279341" y="262697"/>
                  </a:lnTo>
                  <a:lnTo>
                    <a:pt x="279168" y="262741"/>
                  </a:lnTo>
                  <a:lnTo>
                    <a:pt x="278271" y="263228"/>
                  </a:lnTo>
                  <a:lnTo>
                    <a:pt x="277809" y="263583"/>
                  </a:lnTo>
                  <a:lnTo>
                    <a:pt x="277440" y="263867"/>
                  </a:lnTo>
                  <a:lnTo>
                    <a:pt x="277174" y="264111"/>
                  </a:lnTo>
                  <a:lnTo>
                    <a:pt x="277071" y="264303"/>
                  </a:lnTo>
                  <a:lnTo>
                    <a:pt x="276826" y="264849"/>
                  </a:lnTo>
                  <a:lnTo>
                    <a:pt x="276579" y="265066"/>
                  </a:lnTo>
                  <a:lnTo>
                    <a:pt x="276310" y="265370"/>
                  </a:lnTo>
                  <a:lnTo>
                    <a:pt x="275912" y="265992"/>
                  </a:lnTo>
                  <a:lnTo>
                    <a:pt x="275886" y="266123"/>
                  </a:lnTo>
                  <a:lnTo>
                    <a:pt x="275803" y="266286"/>
                  </a:lnTo>
                  <a:lnTo>
                    <a:pt x="275651" y="266489"/>
                  </a:lnTo>
                  <a:lnTo>
                    <a:pt x="275238" y="266945"/>
                  </a:lnTo>
                  <a:lnTo>
                    <a:pt x="274973" y="267168"/>
                  </a:lnTo>
                  <a:lnTo>
                    <a:pt x="274825" y="267294"/>
                  </a:lnTo>
                  <a:lnTo>
                    <a:pt x="274521" y="267464"/>
                  </a:lnTo>
                  <a:lnTo>
                    <a:pt x="274330" y="267521"/>
                  </a:lnTo>
                  <a:lnTo>
                    <a:pt x="273989" y="268480"/>
                  </a:lnTo>
                  <a:lnTo>
                    <a:pt x="273920" y="268694"/>
                  </a:lnTo>
                  <a:lnTo>
                    <a:pt x="273540" y="269011"/>
                  </a:lnTo>
                  <a:lnTo>
                    <a:pt x="273369" y="268994"/>
                  </a:lnTo>
                  <a:lnTo>
                    <a:pt x="273155" y="268768"/>
                  </a:lnTo>
                  <a:lnTo>
                    <a:pt x="273012" y="268761"/>
                  </a:lnTo>
                  <a:lnTo>
                    <a:pt x="272708" y="268934"/>
                  </a:lnTo>
                  <a:lnTo>
                    <a:pt x="272304" y="269296"/>
                  </a:lnTo>
                  <a:lnTo>
                    <a:pt x="271059" y="269562"/>
                  </a:lnTo>
                  <a:lnTo>
                    <a:pt x="270804" y="269791"/>
                  </a:lnTo>
                  <a:lnTo>
                    <a:pt x="270367" y="269679"/>
                  </a:lnTo>
                  <a:lnTo>
                    <a:pt x="270237" y="269740"/>
                  </a:lnTo>
                  <a:lnTo>
                    <a:pt x="270077" y="269776"/>
                  </a:lnTo>
                  <a:lnTo>
                    <a:pt x="269645" y="269636"/>
                  </a:lnTo>
                  <a:lnTo>
                    <a:pt x="269432" y="269923"/>
                  </a:lnTo>
                  <a:lnTo>
                    <a:pt x="269052" y="270082"/>
                  </a:lnTo>
                  <a:lnTo>
                    <a:pt x="268453" y="270106"/>
                  </a:lnTo>
                  <a:lnTo>
                    <a:pt x="268239" y="269986"/>
                  </a:lnTo>
                  <a:lnTo>
                    <a:pt x="267934" y="269692"/>
                  </a:lnTo>
                  <a:lnTo>
                    <a:pt x="267378" y="269705"/>
                  </a:lnTo>
                  <a:lnTo>
                    <a:pt x="267162" y="269796"/>
                  </a:lnTo>
                  <a:lnTo>
                    <a:pt x="267017" y="270404"/>
                  </a:lnTo>
                  <a:lnTo>
                    <a:pt x="266615" y="270704"/>
                  </a:lnTo>
                  <a:lnTo>
                    <a:pt x="266379" y="270726"/>
                  </a:lnTo>
                  <a:lnTo>
                    <a:pt x="266457" y="270873"/>
                  </a:lnTo>
                  <a:lnTo>
                    <a:pt x="266053" y="270984"/>
                  </a:lnTo>
                  <a:lnTo>
                    <a:pt x="265970" y="271353"/>
                  </a:lnTo>
                  <a:lnTo>
                    <a:pt x="265634" y="271657"/>
                  </a:lnTo>
                  <a:lnTo>
                    <a:pt x="265345" y="271867"/>
                  </a:lnTo>
                  <a:lnTo>
                    <a:pt x="264844" y="271872"/>
                  </a:lnTo>
                  <a:lnTo>
                    <a:pt x="265172" y="271430"/>
                  </a:lnTo>
                  <a:lnTo>
                    <a:pt x="264959" y="270756"/>
                  </a:lnTo>
                  <a:lnTo>
                    <a:pt x="262727" y="271315"/>
                  </a:lnTo>
                  <a:lnTo>
                    <a:pt x="262589" y="271398"/>
                  </a:lnTo>
                  <a:lnTo>
                    <a:pt x="262008" y="271553"/>
                  </a:lnTo>
                  <a:lnTo>
                    <a:pt x="261773" y="271976"/>
                  </a:lnTo>
                  <a:lnTo>
                    <a:pt x="261863" y="272141"/>
                  </a:lnTo>
                  <a:lnTo>
                    <a:pt x="262295" y="272350"/>
                  </a:lnTo>
                  <a:lnTo>
                    <a:pt x="262179" y="272725"/>
                  </a:lnTo>
                  <a:lnTo>
                    <a:pt x="262018" y="272762"/>
                  </a:lnTo>
                  <a:lnTo>
                    <a:pt x="261138" y="273618"/>
                  </a:lnTo>
                  <a:lnTo>
                    <a:pt x="260856" y="273750"/>
                  </a:lnTo>
                  <a:lnTo>
                    <a:pt x="260677" y="274081"/>
                  </a:lnTo>
                  <a:lnTo>
                    <a:pt x="260688" y="274394"/>
                  </a:lnTo>
                  <a:lnTo>
                    <a:pt x="260778" y="274557"/>
                  </a:lnTo>
                  <a:lnTo>
                    <a:pt x="261057" y="274625"/>
                  </a:lnTo>
                  <a:lnTo>
                    <a:pt x="261299" y="274581"/>
                  </a:lnTo>
                  <a:lnTo>
                    <a:pt x="261305" y="274760"/>
                  </a:lnTo>
                  <a:lnTo>
                    <a:pt x="261281" y="274932"/>
                  </a:lnTo>
                  <a:lnTo>
                    <a:pt x="261412" y="275152"/>
                  </a:lnTo>
                  <a:lnTo>
                    <a:pt x="261561" y="275620"/>
                  </a:lnTo>
                  <a:lnTo>
                    <a:pt x="261348" y="275949"/>
                  </a:lnTo>
                  <a:lnTo>
                    <a:pt x="261252" y="276087"/>
                  </a:lnTo>
                  <a:lnTo>
                    <a:pt x="261198" y="276226"/>
                  </a:lnTo>
                  <a:lnTo>
                    <a:pt x="261230" y="276485"/>
                  </a:lnTo>
                  <a:lnTo>
                    <a:pt x="261295" y="276693"/>
                  </a:lnTo>
                  <a:lnTo>
                    <a:pt x="261105" y="277073"/>
                  </a:lnTo>
                  <a:lnTo>
                    <a:pt x="261325" y="277030"/>
                  </a:lnTo>
                  <a:lnTo>
                    <a:pt x="261882" y="276884"/>
                  </a:lnTo>
                  <a:lnTo>
                    <a:pt x="262469" y="276636"/>
                  </a:lnTo>
                  <a:lnTo>
                    <a:pt x="262528" y="276152"/>
                  </a:lnTo>
                  <a:lnTo>
                    <a:pt x="262535" y="275850"/>
                  </a:lnTo>
                  <a:lnTo>
                    <a:pt x="262633" y="275405"/>
                  </a:lnTo>
                  <a:lnTo>
                    <a:pt x="262887" y="274909"/>
                  </a:lnTo>
                  <a:lnTo>
                    <a:pt x="263006" y="274347"/>
                  </a:lnTo>
                  <a:lnTo>
                    <a:pt x="263118" y="273896"/>
                  </a:lnTo>
                  <a:lnTo>
                    <a:pt x="263264" y="273754"/>
                  </a:lnTo>
                  <a:lnTo>
                    <a:pt x="263603" y="273527"/>
                  </a:lnTo>
                  <a:lnTo>
                    <a:pt x="264018" y="273395"/>
                  </a:lnTo>
                  <a:lnTo>
                    <a:pt x="264265" y="272721"/>
                  </a:lnTo>
                  <a:lnTo>
                    <a:pt x="264590" y="272745"/>
                  </a:lnTo>
                  <a:lnTo>
                    <a:pt x="265210" y="273414"/>
                  </a:lnTo>
                  <a:lnTo>
                    <a:pt x="265152" y="273743"/>
                  </a:lnTo>
                  <a:lnTo>
                    <a:pt x="265496" y="273965"/>
                  </a:lnTo>
                  <a:lnTo>
                    <a:pt x="265649" y="274156"/>
                  </a:lnTo>
                  <a:lnTo>
                    <a:pt x="265657" y="274369"/>
                  </a:lnTo>
                  <a:lnTo>
                    <a:pt x="265528" y="274380"/>
                  </a:lnTo>
                  <a:lnTo>
                    <a:pt x="265230" y="274526"/>
                  </a:lnTo>
                  <a:lnTo>
                    <a:pt x="265273" y="274868"/>
                  </a:lnTo>
                  <a:lnTo>
                    <a:pt x="265251" y="275016"/>
                  </a:lnTo>
                  <a:lnTo>
                    <a:pt x="264949" y="275034"/>
                  </a:lnTo>
                  <a:lnTo>
                    <a:pt x="264799" y="275073"/>
                  </a:lnTo>
                  <a:lnTo>
                    <a:pt x="264731" y="275201"/>
                  </a:lnTo>
                  <a:lnTo>
                    <a:pt x="264805" y="275414"/>
                  </a:lnTo>
                  <a:lnTo>
                    <a:pt x="264820" y="275545"/>
                  </a:lnTo>
                  <a:lnTo>
                    <a:pt x="264744" y="275810"/>
                  </a:lnTo>
                  <a:lnTo>
                    <a:pt x="264695" y="276060"/>
                  </a:lnTo>
                  <a:lnTo>
                    <a:pt x="264722" y="276241"/>
                  </a:lnTo>
                  <a:lnTo>
                    <a:pt x="264595" y="276640"/>
                  </a:lnTo>
                  <a:lnTo>
                    <a:pt x="264335" y="276587"/>
                  </a:lnTo>
                  <a:lnTo>
                    <a:pt x="264108" y="276540"/>
                  </a:lnTo>
                  <a:lnTo>
                    <a:pt x="263538" y="277057"/>
                  </a:lnTo>
                  <a:lnTo>
                    <a:pt x="263486" y="277232"/>
                  </a:lnTo>
                  <a:lnTo>
                    <a:pt x="263469" y="277528"/>
                  </a:lnTo>
                  <a:lnTo>
                    <a:pt x="263472" y="277802"/>
                  </a:lnTo>
                  <a:lnTo>
                    <a:pt x="263482" y="278086"/>
                  </a:lnTo>
                  <a:lnTo>
                    <a:pt x="263607" y="278043"/>
                  </a:lnTo>
                  <a:lnTo>
                    <a:pt x="263879" y="277812"/>
                  </a:lnTo>
                  <a:lnTo>
                    <a:pt x="264131" y="277739"/>
                  </a:lnTo>
                  <a:lnTo>
                    <a:pt x="264311" y="277744"/>
                  </a:lnTo>
                  <a:lnTo>
                    <a:pt x="264521" y="277701"/>
                  </a:lnTo>
                  <a:lnTo>
                    <a:pt x="264778" y="277583"/>
                  </a:lnTo>
                  <a:lnTo>
                    <a:pt x="264984" y="277153"/>
                  </a:lnTo>
                  <a:lnTo>
                    <a:pt x="265266" y="276996"/>
                  </a:lnTo>
                  <a:lnTo>
                    <a:pt x="265487" y="276716"/>
                  </a:lnTo>
                  <a:lnTo>
                    <a:pt x="265627" y="276374"/>
                  </a:lnTo>
                  <a:lnTo>
                    <a:pt x="266054" y="275751"/>
                  </a:lnTo>
                  <a:lnTo>
                    <a:pt x="266319" y="275531"/>
                  </a:lnTo>
                  <a:lnTo>
                    <a:pt x="266168" y="275333"/>
                  </a:lnTo>
                  <a:lnTo>
                    <a:pt x="266225" y="274772"/>
                  </a:lnTo>
                  <a:lnTo>
                    <a:pt x="266497" y="274715"/>
                  </a:lnTo>
                  <a:lnTo>
                    <a:pt x="266739" y="274561"/>
                  </a:lnTo>
                  <a:lnTo>
                    <a:pt x="266883" y="274399"/>
                  </a:lnTo>
                  <a:lnTo>
                    <a:pt x="267070" y="274161"/>
                  </a:lnTo>
                  <a:lnTo>
                    <a:pt x="267081" y="273929"/>
                  </a:lnTo>
                  <a:lnTo>
                    <a:pt x="267282" y="273640"/>
                  </a:lnTo>
                  <a:lnTo>
                    <a:pt x="267824" y="273465"/>
                  </a:lnTo>
                  <a:lnTo>
                    <a:pt x="268343" y="273322"/>
                  </a:lnTo>
                  <a:lnTo>
                    <a:pt x="270176" y="272668"/>
                  </a:lnTo>
                  <a:lnTo>
                    <a:pt x="270653" y="272524"/>
                  </a:lnTo>
                  <a:lnTo>
                    <a:pt x="270887" y="272453"/>
                  </a:lnTo>
                  <a:lnTo>
                    <a:pt x="271071" y="272341"/>
                  </a:lnTo>
                  <a:lnTo>
                    <a:pt x="271526" y="272034"/>
                  </a:lnTo>
                  <a:lnTo>
                    <a:pt x="272168" y="271452"/>
                  </a:lnTo>
                  <a:lnTo>
                    <a:pt x="272310" y="271269"/>
                  </a:lnTo>
                  <a:lnTo>
                    <a:pt x="272851" y="270957"/>
                  </a:lnTo>
                  <a:lnTo>
                    <a:pt x="273108" y="270684"/>
                  </a:lnTo>
                  <a:lnTo>
                    <a:pt x="273322" y="270685"/>
                  </a:lnTo>
                  <a:lnTo>
                    <a:pt x="273476" y="270689"/>
                  </a:lnTo>
                  <a:lnTo>
                    <a:pt x="273718" y="270605"/>
                  </a:lnTo>
                  <a:lnTo>
                    <a:pt x="274143" y="270380"/>
                  </a:lnTo>
                  <a:lnTo>
                    <a:pt x="274387" y="270223"/>
                  </a:lnTo>
                  <a:lnTo>
                    <a:pt x="274533" y="270148"/>
                  </a:lnTo>
                  <a:lnTo>
                    <a:pt x="274772" y="270065"/>
                  </a:lnTo>
                  <a:lnTo>
                    <a:pt x="275005" y="270095"/>
                  </a:lnTo>
                  <a:lnTo>
                    <a:pt x="275239" y="270316"/>
                  </a:lnTo>
                  <a:lnTo>
                    <a:pt x="275408" y="270550"/>
                  </a:lnTo>
                  <a:lnTo>
                    <a:pt x="275813" y="270744"/>
                  </a:lnTo>
                  <a:lnTo>
                    <a:pt x="276130" y="270783"/>
                  </a:lnTo>
                  <a:lnTo>
                    <a:pt x="276552" y="270470"/>
                  </a:lnTo>
                  <a:lnTo>
                    <a:pt x="276595" y="270307"/>
                  </a:lnTo>
                  <a:lnTo>
                    <a:pt x="277106" y="270275"/>
                  </a:lnTo>
                  <a:lnTo>
                    <a:pt x="277177" y="270632"/>
                  </a:lnTo>
                  <a:lnTo>
                    <a:pt x="276968" y="270957"/>
                  </a:lnTo>
                  <a:lnTo>
                    <a:pt x="276681" y="271321"/>
                  </a:lnTo>
                  <a:lnTo>
                    <a:pt x="276517" y="271697"/>
                  </a:lnTo>
                  <a:lnTo>
                    <a:pt x="276442" y="272134"/>
                  </a:lnTo>
                  <a:lnTo>
                    <a:pt x="276411" y="272397"/>
                  </a:lnTo>
                  <a:lnTo>
                    <a:pt x="276430" y="272778"/>
                  </a:lnTo>
                  <a:lnTo>
                    <a:pt x="276519" y="273140"/>
                  </a:lnTo>
                  <a:lnTo>
                    <a:pt x="276621" y="273486"/>
                  </a:lnTo>
                  <a:lnTo>
                    <a:pt x="276875" y="273833"/>
                  </a:lnTo>
                  <a:lnTo>
                    <a:pt x="277221" y="273949"/>
                  </a:lnTo>
                  <a:lnTo>
                    <a:pt x="277597" y="273816"/>
                  </a:lnTo>
                  <a:lnTo>
                    <a:pt x="277820" y="273547"/>
                  </a:lnTo>
                  <a:lnTo>
                    <a:pt x="278134" y="273496"/>
                  </a:lnTo>
                  <a:lnTo>
                    <a:pt x="278421" y="273593"/>
                  </a:lnTo>
                  <a:lnTo>
                    <a:pt x="278671" y="273224"/>
                  </a:lnTo>
                  <a:lnTo>
                    <a:pt x="278804" y="273005"/>
                  </a:lnTo>
                  <a:lnTo>
                    <a:pt x="279019" y="272922"/>
                  </a:lnTo>
                  <a:lnTo>
                    <a:pt x="279136" y="272787"/>
                  </a:lnTo>
                  <a:lnTo>
                    <a:pt x="279148" y="272301"/>
                  </a:lnTo>
                  <a:lnTo>
                    <a:pt x="279142" y="272055"/>
                  </a:lnTo>
                  <a:lnTo>
                    <a:pt x="279227" y="271685"/>
                  </a:lnTo>
                  <a:lnTo>
                    <a:pt x="279427" y="271427"/>
                  </a:lnTo>
                  <a:lnTo>
                    <a:pt x="279599" y="271016"/>
                  </a:lnTo>
                  <a:lnTo>
                    <a:pt x="279755" y="270596"/>
                  </a:lnTo>
                  <a:lnTo>
                    <a:pt x="280119" y="270648"/>
                  </a:lnTo>
                  <a:lnTo>
                    <a:pt x="280260" y="270600"/>
                  </a:lnTo>
                  <a:lnTo>
                    <a:pt x="280294" y="270212"/>
                  </a:lnTo>
                  <a:lnTo>
                    <a:pt x="280034" y="270137"/>
                  </a:lnTo>
                  <a:lnTo>
                    <a:pt x="279579" y="269751"/>
                  </a:lnTo>
                  <a:lnTo>
                    <a:pt x="279172" y="269700"/>
                  </a:lnTo>
                  <a:lnTo>
                    <a:pt x="278250" y="269657"/>
                  </a:lnTo>
                  <a:lnTo>
                    <a:pt x="277976" y="269769"/>
                  </a:lnTo>
                  <a:lnTo>
                    <a:pt x="277364" y="269691"/>
                  </a:lnTo>
                  <a:lnTo>
                    <a:pt x="276847" y="269828"/>
                  </a:lnTo>
                  <a:lnTo>
                    <a:pt x="276708" y="269834"/>
                  </a:lnTo>
                  <a:lnTo>
                    <a:pt x="276553" y="269824"/>
                  </a:lnTo>
                  <a:lnTo>
                    <a:pt x="276411" y="269791"/>
                  </a:lnTo>
                  <a:lnTo>
                    <a:pt x="276270" y="269778"/>
                  </a:lnTo>
                  <a:lnTo>
                    <a:pt x="276075" y="269866"/>
                  </a:lnTo>
                  <a:lnTo>
                    <a:pt x="275766" y="269971"/>
                  </a:lnTo>
                  <a:lnTo>
                    <a:pt x="275652" y="269693"/>
                  </a:lnTo>
                  <a:lnTo>
                    <a:pt x="275720" y="269146"/>
                  </a:lnTo>
                  <a:lnTo>
                    <a:pt x="275924" y="269050"/>
                  </a:lnTo>
                  <a:lnTo>
                    <a:pt x="276194" y="268995"/>
                  </a:lnTo>
                  <a:lnTo>
                    <a:pt x="276496" y="268610"/>
                  </a:lnTo>
                  <a:lnTo>
                    <a:pt x="276741" y="268544"/>
                  </a:lnTo>
                  <a:lnTo>
                    <a:pt x="277176" y="268248"/>
                  </a:lnTo>
                  <a:lnTo>
                    <a:pt x="277256" y="267960"/>
                  </a:lnTo>
                  <a:lnTo>
                    <a:pt x="277847" y="267289"/>
                  </a:lnTo>
                  <a:lnTo>
                    <a:pt x="277878" y="267133"/>
                  </a:lnTo>
                  <a:lnTo>
                    <a:pt x="277850" y="266938"/>
                  </a:lnTo>
                  <a:lnTo>
                    <a:pt x="278150" y="266650"/>
                  </a:lnTo>
                  <a:lnTo>
                    <a:pt x="278308" y="266658"/>
                  </a:lnTo>
                  <a:lnTo>
                    <a:pt x="278561" y="266644"/>
                  </a:lnTo>
                  <a:lnTo>
                    <a:pt x="279165" y="266495"/>
                  </a:lnTo>
                  <a:lnTo>
                    <a:pt x="279351" y="266202"/>
                  </a:lnTo>
                  <a:lnTo>
                    <a:pt x="280066" y="266059"/>
                  </a:lnTo>
                  <a:lnTo>
                    <a:pt x="280751" y="265992"/>
                  </a:lnTo>
                  <a:lnTo>
                    <a:pt x="280882" y="265966"/>
                  </a:lnTo>
                  <a:lnTo>
                    <a:pt x="281229" y="265743"/>
                  </a:lnTo>
                  <a:lnTo>
                    <a:pt x="281528" y="265629"/>
                  </a:lnTo>
                  <a:lnTo>
                    <a:pt x="282070" y="266035"/>
                  </a:lnTo>
                  <a:lnTo>
                    <a:pt x="282387" y="265728"/>
                  </a:lnTo>
                  <a:lnTo>
                    <a:pt x="282734" y="265706"/>
                  </a:lnTo>
                  <a:lnTo>
                    <a:pt x="283182" y="265558"/>
                  </a:lnTo>
                  <a:lnTo>
                    <a:pt x="283602" y="265177"/>
                  </a:lnTo>
                  <a:lnTo>
                    <a:pt x="283656" y="265027"/>
                  </a:lnTo>
                  <a:lnTo>
                    <a:pt x="283604" y="264830"/>
                  </a:lnTo>
                  <a:lnTo>
                    <a:pt x="283585" y="264628"/>
                  </a:lnTo>
                  <a:lnTo>
                    <a:pt x="284066" y="264594"/>
                  </a:lnTo>
                  <a:lnTo>
                    <a:pt x="284575" y="264978"/>
                  </a:lnTo>
                  <a:lnTo>
                    <a:pt x="285044" y="264916"/>
                  </a:lnTo>
                  <a:lnTo>
                    <a:pt x="285546" y="265051"/>
                  </a:lnTo>
                  <a:lnTo>
                    <a:pt x="285683" y="265244"/>
                  </a:lnTo>
                  <a:lnTo>
                    <a:pt x="285621" y="265831"/>
                  </a:lnTo>
                  <a:lnTo>
                    <a:pt x="286321" y="265887"/>
                  </a:lnTo>
                  <a:lnTo>
                    <a:pt x="286603" y="266131"/>
                  </a:lnTo>
                  <a:lnTo>
                    <a:pt x="286526" y="266366"/>
                  </a:lnTo>
                  <a:lnTo>
                    <a:pt x="286887" y="267011"/>
                  </a:lnTo>
                  <a:lnTo>
                    <a:pt x="287032" y="266960"/>
                  </a:lnTo>
                  <a:lnTo>
                    <a:pt x="287258" y="266954"/>
                  </a:lnTo>
                  <a:lnTo>
                    <a:pt x="287363" y="267168"/>
                  </a:lnTo>
                  <a:lnTo>
                    <a:pt x="287341" y="267757"/>
                  </a:lnTo>
                  <a:lnTo>
                    <a:pt x="287070" y="267849"/>
                  </a:lnTo>
                  <a:lnTo>
                    <a:pt x="286843" y="268264"/>
                  </a:lnTo>
                  <a:lnTo>
                    <a:pt x="286859" y="268603"/>
                  </a:lnTo>
                  <a:lnTo>
                    <a:pt x="286877" y="268732"/>
                  </a:lnTo>
                  <a:lnTo>
                    <a:pt x="287408" y="269536"/>
                  </a:lnTo>
                  <a:lnTo>
                    <a:pt x="287283" y="269713"/>
                  </a:lnTo>
                  <a:lnTo>
                    <a:pt x="286772" y="269962"/>
                  </a:lnTo>
                  <a:lnTo>
                    <a:pt x="285646" y="271781"/>
                  </a:lnTo>
                  <a:lnTo>
                    <a:pt x="285633" y="272164"/>
                  </a:lnTo>
                  <a:lnTo>
                    <a:pt x="285727" y="273495"/>
                  </a:lnTo>
                  <a:lnTo>
                    <a:pt x="285992" y="273772"/>
                  </a:lnTo>
                  <a:lnTo>
                    <a:pt x="286302" y="273941"/>
                  </a:lnTo>
                  <a:lnTo>
                    <a:pt x="286519" y="273986"/>
                  </a:lnTo>
                  <a:lnTo>
                    <a:pt x="286771" y="274278"/>
                  </a:lnTo>
                  <a:lnTo>
                    <a:pt x="286958" y="274496"/>
                  </a:lnTo>
                  <a:lnTo>
                    <a:pt x="287066" y="274702"/>
                  </a:lnTo>
                  <a:lnTo>
                    <a:pt x="286967" y="275119"/>
                  </a:lnTo>
                  <a:lnTo>
                    <a:pt x="286713" y="274883"/>
                  </a:lnTo>
                  <a:lnTo>
                    <a:pt x="286502" y="275518"/>
                  </a:lnTo>
                  <a:lnTo>
                    <a:pt x="286272" y="276082"/>
                  </a:lnTo>
                  <a:lnTo>
                    <a:pt x="285938" y="276195"/>
                  </a:lnTo>
                  <a:lnTo>
                    <a:pt x="286101" y="276582"/>
                  </a:lnTo>
                  <a:lnTo>
                    <a:pt x="284919" y="277616"/>
                  </a:lnTo>
                  <a:lnTo>
                    <a:pt x="284866" y="277821"/>
                  </a:lnTo>
                  <a:lnTo>
                    <a:pt x="284563" y="278251"/>
                  </a:lnTo>
                  <a:lnTo>
                    <a:pt x="284275" y="278411"/>
                  </a:lnTo>
                  <a:lnTo>
                    <a:pt x="284427" y="279236"/>
                  </a:lnTo>
                  <a:lnTo>
                    <a:pt x="284404" y="279414"/>
                  </a:lnTo>
                  <a:lnTo>
                    <a:pt x="283968" y="279890"/>
                  </a:lnTo>
                  <a:lnTo>
                    <a:pt x="284207" y="280086"/>
                  </a:lnTo>
                  <a:lnTo>
                    <a:pt x="284690" y="280764"/>
                  </a:lnTo>
                  <a:lnTo>
                    <a:pt x="285211" y="281079"/>
                  </a:lnTo>
                  <a:lnTo>
                    <a:pt x="284915" y="281509"/>
                  </a:lnTo>
                  <a:lnTo>
                    <a:pt x="284760" y="281720"/>
                  </a:lnTo>
                  <a:lnTo>
                    <a:pt x="284416" y="281789"/>
                  </a:lnTo>
                  <a:lnTo>
                    <a:pt x="284106" y="282368"/>
                  </a:lnTo>
                  <a:lnTo>
                    <a:pt x="284279" y="282491"/>
                  </a:lnTo>
                  <a:lnTo>
                    <a:pt x="284430" y="282641"/>
                  </a:lnTo>
                  <a:lnTo>
                    <a:pt x="284416" y="283246"/>
                  </a:lnTo>
                  <a:lnTo>
                    <a:pt x="284348" y="283491"/>
                  </a:lnTo>
                  <a:lnTo>
                    <a:pt x="284248" y="283798"/>
                  </a:lnTo>
                  <a:lnTo>
                    <a:pt x="285587" y="283905"/>
                  </a:lnTo>
                  <a:lnTo>
                    <a:pt x="286063" y="284271"/>
                  </a:lnTo>
                  <a:lnTo>
                    <a:pt x="286635" y="284274"/>
                  </a:lnTo>
                  <a:lnTo>
                    <a:pt x="286824" y="284069"/>
                  </a:lnTo>
                  <a:lnTo>
                    <a:pt x="286914" y="283799"/>
                  </a:lnTo>
                  <a:lnTo>
                    <a:pt x="287179" y="283861"/>
                  </a:lnTo>
                  <a:lnTo>
                    <a:pt x="287357" y="284230"/>
                  </a:lnTo>
                  <a:lnTo>
                    <a:pt x="287278" y="284426"/>
                  </a:lnTo>
                  <a:lnTo>
                    <a:pt x="286760" y="284756"/>
                  </a:lnTo>
                  <a:lnTo>
                    <a:pt x="285836" y="285659"/>
                  </a:lnTo>
                  <a:lnTo>
                    <a:pt x="285830" y="285996"/>
                  </a:lnTo>
                  <a:lnTo>
                    <a:pt x="286196" y="286398"/>
                  </a:lnTo>
                  <a:lnTo>
                    <a:pt x="286298" y="286596"/>
                  </a:lnTo>
                  <a:lnTo>
                    <a:pt x="286531" y="287204"/>
                  </a:lnTo>
                  <a:lnTo>
                    <a:pt x="286156" y="287521"/>
                  </a:lnTo>
                  <a:lnTo>
                    <a:pt x="285933" y="287431"/>
                  </a:lnTo>
                  <a:lnTo>
                    <a:pt x="285904" y="287215"/>
                  </a:lnTo>
                  <a:lnTo>
                    <a:pt x="285635" y="286935"/>
                  </a:lnTo>
                  <a:lnTo>
                    <a:pt x="285289" y="287170"/>
                  </a:lnTo>
                  <a:lnTo>
                    <a:pt x="285168" y="287688"/>
                  </a:lnTo>
                  <a:lnTo>
                    <a:pt x="285135" y="287906"/>
                  </a:lnTo>
                  <a:lnTo>
                    <a:pt x="285105" y="288082"/>
                  </a:lnTo>
                  <a:lnTo>
                    <a:pt x="284979" y="288407"/>
                  </a:lnTo>
                  <a:lnTo>
                    <a:pt x="284742" y="288625"/>
                  </a:lnTo>
                  <a:lnTo>
                    <a:pt x="284610" y="288675"/>
                  </a:lnTo>
                  <a:lnTo>
                    <a:pt x="284296" y="288739"/>
                  </a:lnTo>
                  <a:lnTo>
                    <a:pt x="283919" y="288815"/>
                  </a:lnTo>
                  <a:lnTo>
                    <a:pt x="283608" y="288903"/>
                  </a:lnTo>
                  <a:lnTo>
                    <a:pt x="283077" y="289126"/>
                  </a:lnTo>
                  <a:lnTo>
                    <a:pt x="282413" y="289574"/>
                  </a:lnTo>
                  <a:lnTo>
                    <a:pt x="282109" y="289832"/>
                  </a:lnTo>
                  <a:lnTo>
                    <a:pt x="281884" y="290115"/>
                  </a:lnTo>
                  <a:lnTo>
                    <a:pt x="281440" y="289979"/>
                  </a:lnTo>
                  <a:lnTo>
                    <a:pt x="281200" y="289993"/>
                  </a:lnTo>
                  <a:lnTo>
                    <a:pt x="280744" y="290394"/>
                  </a:lnTo>
                  <a:lnTo>
                    <a:pt x="280482" y="290521"/>
                  </a:lnTo>
                  <a:lnTo>
                    <a:pt x="280207" y="290584"/>
                  </a:lnTo>
                  <a:lnTo>
                    <a:pt x="279205" y="290700"/>
                  </a:lnTo>
                  <a:lnTo>
                    <a:pt x="278904" y="290694"/>
                  </a:lnTo>
                  <a:lnTo>
                    <a:pt x="278363" y="290288"/>
                  </a:lnTo>
                  <a:lnTo>
                    <a:pt x="278136" y="290164"/>
                  </a:lnTo>
                  <a:lnTo>
                    <a:pt x="277832" y="290142"/>
                  </a:lnTo>
                  <a:lnTo>
                    <a:pt x="277669" y="289959"/>
                  </a:lnTo>
                  <a:lnTo>
                    <a:pt x="277504" y="289678"/>
                  </a:lnTo>
                  <a:lnTo>
                    <a:pt x="277510" y="289428"/>
                  </a:lnTo>
                  <a:lnTo>
                    <a:pt x="277603" y="288575"/>
                  </a:lnTo>
                  <a:lnTo>
                    <a:pt x="277742" y="288232"/>
                  </a:lnTo>
                  <a:lnTo>
                    <a:pt x="277998" y="287059"/>
                  </a:lnTo>
                  <a:lnTo>
                    <a:pt x="278031" y="286869"/>
                  </a:lnTo>
                  <a:lnTo>
                    <a:pt x="278032" y="286734"/>
                  </a:lnTo>
                  <a:lnTo>
                    <a:pt x="277986" y="286438"/>
                  </a:lnTo>
                  <a:lnTo>
                    <a:pt x="278170" y="285963"/>
                  </a:lnTo>
                  <a:lnTo>
                    <a:pt x="278248" y="285822"/>
                  </a:lnTo>
                  <a:lnTo>
                    <a:pt x="278227" y="285662"/>
                  </a:lnTo>
                  <a:lnTo>
                    <a:pt x="278188" y="285366"/>
                  </a:lnTo>
                  <a:lnTo>
                    <a:pt x="278104" y="285026"/>
                  </a:lnTo>
                  <a:lnTo>
                    <a:pt x="278043" y="284822"/>
                  </a:lnTo>
                  <a:lnTo>
                    <a:pt x="278051" y="284687"/>
                  </a:lnTo>
                  <a:lnTo>
                    <a:pt x="278112" y="284550"/>
                  </a:lnTo>
                  <a:lnTo>
                    <a:pt x="278455" y="283813"/>
                  </a:lnTo>
                  <a:lnTo>
                    <a:pt x="278619" y="283667"/>
                  </a:lnTo>
                  <a:lnTo>
                    <a:pt x="278602" y="283239"/>
                  </a:lnTo>
                  <a:lnTo>
                    <a:pt x="278515" y="282918"/>
                  </a:lnTo>
                  <a:lnTo>
                    <a:pt x="278543" y="282780"/>
                  </a:lnTo>
                  <a:lnTo>
                    <a:pt x="278816" y="282385"/>
                  </a:lnTo>
                  <a:lnTo>
                    <a:pt x="278944" y="282331"/>
                  </a:lnTo>
                  <a:lnTo>
                    <a:pt x="279221" y="282458"/>
                  </a:lnTo>
                  <a:lnTo>
                    <a:pt x="279495" y="282135"/>
                  </a:lnTo>
                  <a:lnTo>
                    <a:pt x="279405" y="281871"/>
                  </a:lnTo>
                  <a:lnTo>
                    <a:pt x="279721" y="281755"/>
                  </a:lnTo>
                  <a:lnTo>
                    <a:pt x="280015" y="281838"/>
                  </a:lnTo>
                  <a:lnTo>
                    <a:pt x="280197" y="281750"/>
                  </a:lnTo>
                  <a:lnTo>
                    <a:pt x="280095" y="281413"/>
                  </a:lnTo>
                  <a:lnTo>
                    <a:pt x="279657" y="281288"/>
                  </a:lnTo>
                  <a:lnTo>
                    <a:pt x="279509" y="281299"/>
                  </a:lnTo>
                  <a:lnTo>
                    <a:pt x="278923" y="280950"/>
                  </a:lnTo>
                  <a:lnTo>
                    <a:pt x="278535" y="281132"/>
                  </a:lnTo>
                  <a:lnTo>
                    <a:pt x="278402" y="281320"/>
                  </a:lnTo>
                  <a:lnTo>
                    <a:pt x="278516" y="281911"/>
                  </a:lnTo>
                  <a:lnTo>
                    <a:pt x="278324" y="281939"/>
                  </a:lnTo>
                  <a:lnTo>
                    <a:pt x="277976" y="281961"/>
                  </a:lnTo>
                  <a:lnTo>
                    <a:pt x="277873" y="281691"/>
                  </a:lnTo>
                  <a:lnTo>
                    <a:pt x="278082" y="281252"/>
                  </a:lnTo>
                  <a:lnTo>
                    <a:pt x="278238" y="281215"/>
                  </a:lnTo>
                  <a:lnTo>
                    <a:pt x="278304" y="280399"/>
                  </a:lnTo>
                  <a:lnTo>
                    <a:pt x="278337" y="280219"/>
                  </a:lnTo>
                  <a:lnTo>
                    <a:pt x="278384" y="279778"/>
                  </a:lnTo>
                  <a:lnTo>
                    <a:pt x="278179" y="279802"/>
                  </a:lnTo>
                  <a:lnTo>
                    <a:pt x="277957" y="279743"/>
                  </a:lnTo>
                  <a:lnTo>
                    <a:pt x="277864" y="279582"/>
                  </a:lnTo>
                  <a:lnTo>
                    <a:pt x="278217" y="279346"/>
                  </a:lnTo>
                  <a:lnTo>
                    <a:pt x="278380" y="279279"/>
                  </a:lnTo>
                  <a:lnTo>
                    <a:pt x="278596" y="279210"/>
                  </a:lnTo>
                  <a:lnTo>
                    <a:pt x="278695" y="279006"/>
                  </a:lnTo>
                  <a:lnTo>
                    <a:pt x="278682" y="278784"/>
                  </a:lnTo>
                  <a:lnTo>
                    <a:pt x="278521" y="278825"/>
                  </a:lnTo>
                  <a:lnTo>
                    <a:pt x="278034" y="279134"/>
                  </a:lnTo>
                  <a:lnTo>
                    <a:pt x="277710" y="279261"/>
                  </a:lnTo>
                  <a:lnTo>
                    <a:pt x="277444" y="279264"/>
                  </a:lnTo>
                  <a:lnTo>
                    <a:pt x="277241" y="279631"/>
                  </a:lnTo>
                  <a:lnTo>
                    <a:pt x="277066" y="279616"/>
                  </a:lnTo>
                  <a:lnTo>
                    <a:pt x="276808" y="279941"/>
                  </a:lnTo>
                  <a:lnTo>
                    <a:pt x="276941" y="280136"/>
                  </a:lnTo>
                  <a:lnTo>
                    <a:pt x="277293" y="280180"/>
                  </a:lnTo>
                  <a:lnTo>
                    <a:pt x="277543" y="280276"/>
                  </a:lnTo>
                  <a:lnTo>
                    <a:pt x="277768" y="280546"/>
                  </a:lnTo>
                  <a:lnTo>
                    <a:pt x="277685" y="280886"/>
                  </a:lnTo>
                  <a:lnTo>
                    <a:pt x="277328" y="281073"/>
                  </a:lnTo>
                  <a:lnTo>
                    <a:pt x="277287" y="281305"/>
                  </a:lnTo>
                  <a:lnTo>
                    <a:pt x="277259" y="281568"/>
                  </a:lnTo>
                  <a:lnTo>
                    <a:pt x="277514" y="281698"/>
                  </a:lnTo>
                  <a:lnTo>
                    <a:pt x="277602" y="281933"/>
                  </a:lnTo>
                  <a:lnTo>
                    <a:pt x="277555" y="282159"/>
                  </a:lnTo>
                  <a:lnTo>
                    <a:pt x="277464" y="282320"/>
                  </a:lnTo>
                  <a:lnTo>
                    <a:pt x="277423" y="282589"/>
                  </a:lnTo>
                  <a:lnTo>
                    <a:pt x="277409" y="282748"/>
                  </a:lnTo>
                  <a:lnTo>
                    <a:pt x="277375" y="283127"/>
                  </a:lnTo>
                  <a:lnTo>
                    <a:pt x="277465" y="283686"/>
                  </a:lnTo>
                  <a:lnTo>
                    <a:pt x="277510" y="283968"/>
                  </a:lnTo>
                  <a:lnTo>
                    <a:pt x="277539" y="284387"/>
                  </a:lnTo>
                  <a:lnTo>
                    <a:pt x="277551" y="284564"/>
                  </a:lnTo>
                  <a:lnTo>
                    <a:pt x="277550" y="284811"/>
                  </a:lnTo>
                  <a:lnTo>
                    <a:pt x="277293" y="285822"/>
                  </a:lnTo>
                  <a:lnTo>
                    <a:pt x="277161" y="286235"/>
                  </a:lnTo>
                  <a:lnTo>
                    <a:pt x="276859" y="287089"/>
                  </a:lnTo>
                  <a:lnTo>
                    <a:pt x="276694" y="287460"/>
                  </a:lnTo>
                  <a:lnTo>
                    <a:pt x="276640" y="287610"/>
                  </a:lnTo>
                  <a:lnTo>
                    <a:pt x="276461" y="288112"/>
                  </a:lnTo>
                  <a:lnTo>
                    <a:pt x="276411" y="288699"/>
                  </a:lnTo>
                  <a:lnTo>
                    <a:pt x="276398" y="288844"/>
                  </a:lnTo>
                  <a:lnTo>
                    <a:pt x="276355" y="289351"/>
                  </a:lnTo>
                  <a:lnTo>
                    <a:pt x="276338" y="289586"/>
                  </a:lnTo>
                  <a:lnTo>
                    <a:pt x="276319" y="289846"/>
                  </a:lnTo>
                  <a:lnTo>
                    <a:pt x="276284" y="290324"/>
                  </a:lnTo>
                  <a:lnTo>
                    <a:pt x="276257" y="290529"/>
                  </a:lnTo>
                  <a:lnTo>
                    <a:pt x="275706" y="291160"/>
                  </a:lnTo>
                  <a:lnTo>
                    <a:pt x="275546" y="291237"/>
                  </a:lnTo>
                  <a:lnTo>
                    <a:pt x="274988" y="291506"/>
                  </a:lnTo>
                  <a:lnTo>
                    <a:pt x="274580" y="291703"/>
                  </a:lnTo>
                  <a:lnTo>
                    <a:pt x="273811" y="292072"/>
                  </a:lnTo>
                  <a:lnTo>
                    <a:pt x="273287" y="291786"/>
                  </a:lnTo>
                  <a:lnTo>
                    <a:pt x="273124" y="291724"/>
                  </a:lnTo>
                  <a:lnTo>
                    <a:pt x="271811" y="290266"/>
                  </a:lnTo>
                  <a:lnTo>
                    <a:pt x="270762" y="289508"/>
                  </a:lnTo>
                  <a:lnTo>
                    <a:pt x="270508" y="289314"/>
                  </a:lnTo>
                  <a:lnTo>
                    <a:pt x="270111" y="288896"/>
                  </a:lnTo>
                  <a:lnTo>
                    <a:pt x="269761" y="288129"/>
                  </a:lnTo>
                  <a:lnTo>
                    <a:pt x="269609" y="287727"/>
                  </a:lnTo>
                  <a:lnTo>
                    <a:pt x="269487" y="287435"/>
                  </a:lnTo>
                  <a:lnTo>
                    <a:pt x="269251" y="287017"/>
                  </a:lnTo>
                  <a:lnTo>
                    <a:pt x="269117" y="286780"/>
                  </a:lnTo>
                  <a:lnTo>
                    <a:pt x="268953" y="286376"/>
                  </a:lnTo>
                  <a:lnTo>
                    <a:pt x="268882" y="286095"/>
                  </a:lnTo>
                  <a:lnTo>
                    <a:pt x="268946" y="285418"/>
                  </a:lnTo>
                  <a:lnTo>
                    <a:pt x="268841" y="284719"/>
                  </a:lnTo>
                  <a:lnTo>
                    <a:pt x="268394" y="284860"/>
                  </a:lnTo>
                  <a:lnTo>
                    <a:pt x="268322" y="285024"/>
                  </a:lnTo>
                  <a:lnTo>
                    <a:pt x="268144" y="285142"/>
                  </a:lnTo>
                  <a:lnTo>
                    <a:pt x="267821" y="285112"/>
                  </a:lnTo>
                  <a:lnTo>
                    <a:pt x="267412" y="285027"/>
                  </a:lnTo>
                  <a:lnTo>
                    <a:pt x="266996" y="284777"/>
                  </a:lnTo>
                  <a:lnTo>
                    <a:pt x="266747" y="284573"/>
                  </a:lnTo>
                  <a:lnTo>
                    <a:pt x="265931" y="284234"/>
                  </a:lnTo>
                  <a:lnTo>
                    <a:pt x="265440" y="284508"/>
                  </a:lnTo>
                  <a:lnTo>
                    <a:pt x="265367" y="284669"/>
                  </a:lnTo>
                  <a:lnTo>
                    <a:pt x="264940" y="284636"/>
                  </a:lnTo>
                  <a:lnTo>
                    <a:pt x="265181" y="284752"/>
                  </a:lnTo>
                  <a:lnTo>
                    <a:pt x="265333" y="284786"/>
                  </a:lnTo>
                  <a:lnTo>
                    <a:pt x="265772" y="284375"/>
                  </a:lnTo>
                  <a:lnTo>
                    <a:pt x="265986" y="284406"/>
                  </a:lnTo>
                  <a:lnTo>
                    <a:pt x="266352" y="284714"/>
                  </a:lnTo>
                  <a:lnTo>
                    <a:pt x="266523" y="284895"/>
                  </a:lnTo>
                  <a:lnTo>
                    <a:pt x="266538" y="285050"/>
                  </a:lnTo>
                  <a:lnTo>
                    <a:pt x="266899" y="285267"/>
                  </a:lnTo>
                  <a:lnTo>
                    <a:pt x="267535" y="285729"/>
                  </a:lnTo>
                  <a:lnTo>
                    <a:pt x="267811" y="286201"/>
                  </a:lnTo>
                  <a:lnTo>
                    <a:pt x="267686" y="286453"/>
                  </a:lnTo>
                  <a:lnTo>
                    <a:pt x="267911" y="286602"/>
                  </a:lnTo>
                  <a:lnTo>
                    <a:pt x="267935" y="286950"/>
                  </a:lnTo>
                  <a:lnTo>
                    <a:pt x="267675" y="287246"/>
                  </a:lnTo>
                  <a:lnTo>
                    <a:pt x="267417" y="287106"/>
                  </a:lnTo>
                  <a:lnTo>
                    <a:pt x="267258" y="286924"/>
                  </a:lnTo>
                  <a:lnTo>
                    <a:pt x="267034" y="286961"/>
                  </a:lnTo>
                  <a:lnTo>
                    <a:pt x="266445" y="287192"/>
                  </a:lnTo>
                  <a:lnTo>
                    <a:pt x="266256" y="287217"/>
                  </a:lnTo>
                  <a:lnTo>
                    <a:pt x="265682" y="287372"/>
                  </a:lnTo>
                  <a:lnTo>
                    <a:pt x="265187" y="288327"/>
                  </a:lnTo>
                  <a:lnTo>
                    <a:pt x="265392" y="289029"/>
                  </a:lnTo>
                  <a:lnTo>
                    <a:pt x="265542" y="289020"/>
                  </a:lnTo>
                  <a:lnTo>
                    <a:pt x="265789" y="289246"/>
                  </a:lnTo>
                  <a:lnTo>
                    <a:pt x="265797" y="289452"/>
                  </a:lnTo>
                  <a:lnTo>
                    <a:pt x="266830" y="289882"/>
                  </a:lnTo>
                  <a:lnTo>
                    <a:pt x="267571" y="290039"/>
                  </a:lnTo>
                  <a:lnTo>
                    <a:pt x="267521" y="290263"/>
                  </a:lnTo>
                  <a:lnTo>
                    <a:pt x="267453" y="290671"/>
                  </a:lnTo>
                  <a:lnTo>
                    <a:pt x="268289" y="290696"/>
                  </a:lnTo>
                  <a:lnTo>
                    <a:pt x="268723" y="290903"/>
                  </a:lnTo>
                  <a:lnTo>
                    <a:pt x="268804" y="291245"/>
                  </a:lnTo>
                  <a:lnTo>
                    <a:pt x="268731" y="291552"/>
                  </a:lnTo>
                  <a:lnTo>
                    <a:pt x="267489" y="291859"/>
                  </a:lnTo>
                  <a:lnTo>
                    <a:pt x="267291" y="291846"/>
                  </a:lnTo>
                  <a:lnTo>
                    <a:pt x="266734" y="291711"/>
                  </a:lnTo>
                  <a:lnTo>
                    <a:pt x="266426" y="291636"/>
                  </a:lnTo>
                  <a:lnTo>
                    <a:pt x="266160" y="291421"/>
                  </a:lnTo>
                  <a:lnTo>
                    <a:pt x="265924" y="291421"/>
                  </a:lnTo>
                  <a:lnTo>
                    <a:pt x="265705" y="291378"/>
                  </a:lnTo>
                  <a:lnTo>
                    <a:pt x="264703" y="291183"/>
                  </a:lnTo>
                  <a:lnTo>
                    <a:pt x="264569" y="291150"/>
                  </a:lnTo>
                  <a:lnTo>
                    <a:pt x="263842" y="290514"/>
                  </a:lnTo>
                  <a:lnTo>
                    <a:pt x="263800" y="290261"/>
                  </a:lnTo>
                  <a:lnTo>
                    <a:pt x="263607" y="290197"/>
                  </a:lnTo>
                  <a:lnTo>
                    <a:pt x="263379" y="290153"/>
                  </a:lnTo>
                  <a:lnTo>
                    <a:pt x="263087" y="290468"/>
                  </a:lnTo>
                  <a:lnTo>
                    <a:pt x="262373" y="290772"/>
                  </a:lnTo>
                  <a:lnTo>
                    <a:pt x="262323" y="290618"/>
                  </a:lnTo>
                  <a:lnTo>
                    <a:pt x="262230" y="290473"/>
                  </a:lnTo>
                  <a:lnTo>
                    <a:pt x="261878" y="290140"/>
                  </a:lnTo>
                  <a:lnTo>
                    <a:pt x="261265" y="290234"/>
                  </a:lnTo>
                  <a:lnTo>
                    <a:pt x="261313" y="290585"/>
                  </a:lnTo>
                  <a:lnTo>
                    <a:pt x="261469" y="290603"/>
                  </a:lnTo>
                  <a:lnTo>
                    <a:pt x="261690" y="290674"/>
                  </a:lnTo>
                  <a:lnTo>
                    <a:pt x="262192" y="291016"/>
                  </a:lnTo>
                  <a:lnTo>
                    <a:pt x="262225" y="291294"/>
                  </a:lnTo>
                  <a:lnTo>
                    <a:pt x="262382" y="291658"/>
                  </a:lnTo>
                  <a:lnTo>
                    <a:pt x="262522" y="291652"/>
                  </a:lnTo>
                  <a:lnTo>
                    <a:pt x="262702" y="291446"/>
                  </a:lnTo>
                  <a:lnTo>
                    <a:pt x="263537" y="291679"/>
                  </a:lnTo>
                  <a:lnTo>
                    <a:pt x="263757" y="291713"/>
                  </a:lnTo>
                  <a:lnTo>
                    <a:pt x="264074" y="291780"/>
                  </a:lnTo>
                  <a:lnTo>
                    <a:pt x="264171" y="292500"/>
                  </a:lnTo>
                  <a:lnTo>
                    <a:pt x="264574" y="292634"/>
                  </a:lnTo>
                  <a:lnTo>
                    <a:pt x="264911" y="292592"/>
                  </a:lnTo>
                  <a:lnTo>
                    <a:pt x="265132" y="292547"/>
                  </a:lnTo>
                  <a:lnTo>
                    <a:pt x="265642" y="292427"/>
                  </a:lnTo>
                  <a:lnTo>
                    <a:pt x="266622" y="293031"/>
                  </a:lnTo>
                  <a:lnTo>
                    <a:pt x="267120" y="292921"/>
                  </a:lnTo>
                  <a:lnTo>
                    <a:pt x="267359" y="292838"/>
                  </a:lnTo>
                  <a:lnTo>
                    <a:pt x="267548" y="292823"/>
                  </a:lnTo>
                  <a:lnTo>
                    <a:pt x="267761" y="292836"/>
                  </a:lnTo>
                  <a:lnTo>
                    <a:pt x="267894" y="292867"/>
                  </a:lnTo>
                  <a:lnTo>
                    <a:pt x="268187" y="292958"/>
                  </a:lnTo>
                  <a:lnTo>
                    <a:pt x="268808" y="293243"/>
                  </a:lnTo>
                  <a:lnTo>
                    <a:pt x="269161" y="293447"/>
                  </a:lnTo>
                  <a:lnTo>
                    <a:pt x="269366" y="293512"/>
                  </a:lnTo>
                  <a:lnTo>
                    <a:pt x="269609" y="293553"/>
                  </a:lnTo>
                  <a:lnTo>
                    <a:pt x="269965" y="293469"/>
                  </a:lnTo>
                  <a:lnTo>
                    <a:pt x="270694" y="293569"/>
                  </a:lnTo>
                  <a:lnTo>
                    <a:pt x="271010" y="293515"/>
                  </a:lnTo>
                  <a:lnTo>
                    <a:pt x="271215" y="293623"/>
                  </a:lnTo>
                  <a:lnTo>
                    <a:pt x="270941" y="293903"/>
                  </a:lnTo>
                  <a:lnTo>
                    <a:pt x="270455" y="294136"/>
                  </a:lnTo>
                  <a:lnTo>
                    <a:pt x="270224" y="295082"/>
                  </a:lnTo>
                  <a:lnTo>
                    <a:pt x="270351" y="295292"/>
                  </a:lnTo>
                  <a:lnTo>
                    <a:pt x="270349" y="295558"/>
                  </a:lnTo>
                  <a:lnTo>
                    <a:pt x="270257" y="295885"/>
                  </a:lnTo>
                  <a:lnTo>
                    <a:pt x="270648" y="296224"/>
                  </a:lnTo>
                  <a:lnTo>
                    <a:pt x="270474" y="296631"/>
                  </a:lnTo>
                  <a:lnTo>
                    <a:pt x="270260" y="296911"/>
                  </a:lnTo>
                  <a:lnTo>
                    <a:pt x="269998" y="296911"/>
                  </a:lnTo>
                  <a:lnTo>
                    <a:pt x="269636" y="296899"/>
                  </a:lnTo>
                  <a:lnTo>
                    <a:pt x="269329" y="296757"/>
                  </a:lnTo>
                  <a:lnTo>
                    <a:pt x="268978" y="296840"/>
                  </a:lnTo>
                  <a:lnTo>
                    <a:pt x="268521" y="296946"/>
                  </a:lnTo>
                  <a:lnTo>
                    <a:pt x="268161" y="296679"/>
                  </a:lnTo>
                  <a:lnTo>
                    <a:pt x="267726" y="296195"/>
                  </a:lnTo>
                  <a:lnTo>
                    <a:pt x="266907" y="296199"/>
                  </a:lnTo>
                  <a:lnTo>
                    <a:pt x="266101" y="296430"/>
                  </a:lnTo>
                  <a:lnTo>
                    <a:pt x="265995" y="296841"/>
                  </a:lnTo>
                  <a:lnTo>
                    <a:pt x="266222" y="297124"/>
                  </a:lnTo>
                  <a:lnTo>
                    <a:pt x="266239" y="297387"/>
                  </a:lnTo>
                  <a:lnTo>
                    <a:pt x="265899" y="297926"/>
                  </a:lnTo>
                  <a:lnTo>
                    <a:pt x="265650" y="298063"/>
                  </a:lnTo>
                  <a:lnTo>
                    <a:pt x="265504" y="298428"/>
                  </a:lnTo>
                  <a:lnTo>
                    <a:pt x="265658" y="299129"/>
                  </a:lnTo>
                  <a:lnTo>
                    <a:pt x="266714" y="298602"/>
                  </a:lnTo>
                  <a:lnTo>
                    <a:pt x="266923" y="298344"/>
                  </a:lnTo>
                  <a:lnTo>
                    <a:pt x="266646" y="298133"/>
                  </a:lnTo>
                  <a:lnTo>
                    <a:pt x="266364" y="297878"/>
                  </a:lnTo>
                  <a:lnTo>
                    <a:pt x="266449" y="297726"/>
                  </a:lnTo>
                  <a:lnTo>
                    <a:pt x="266470" y="297549"/>
                  </a:lnTo>
                  <a:lnTo>
                    <a:pt x="266468" y="297227"/>
                  </a:lnTo>
                  <a:lnTo>
                    <a:pt x="266528" y="296688"/>
                  </a:lnTo>
                  <a:lnTo>
                    <a:pt x="266903" y="296472"/>
                  </a:lnTo>
                  <a:lnTo>
                    <a:pt x="267439" y="296478"/>
                  </a:lnTo>
                  <a:lnTo>
                    <a:pt x="267687" y="296575"/>
                  </a:lnTo>
                  <a:lnTo>
                    <a:pt x="267935" y="296849"/>
                  </a:lnTo>
                  <a:lnTo>
                    <a:pt x="268102" y="297063"/>
                  </a:lnTo>
                  <a:lnTo>
                    <a:pt x="268236" y="297148"/>
                  </a:lnTo>
                  <a:lnTo>
                    <a:pt x="268620" y="297267"/>
                  </a:lnTo>
                  <a:lnTo>
                    <a:pt x="268808" y="297251"/>
                  </a:lnTo>
                  <a:lnTo>
                    <a:pt x="269067" y="297154"/>
                  </a:lnTo>
                  <a:lnTo>
                    <a:pt x="269214" y="297032"/>
                  </a:lnTo>
                  <a:lnTo>
                    <a:pt x="269774" y="297161"/>
                  </a:lnTo>
                  <a:lnTo>
                    <a:pt x="269913" y="297177"/>
                  </a:lnTo>
                  <a:lnTo>
                    <a:pt x="270140" y="297162"/>
                  </a:lnTo>
                  <a:lnTo>
                    <a:pt x="270335" y="297113"/>
                  </a:lnTo>
                  <a:lnTo>
                    <a:pt x="270479" y="297040"/>
                  </a:lnTo>
                  <a:lnTo>
                    <a:pt x="270621" y="296939"/>
                  </a:lnTo>
                  <a:lnTo>
                    <a:pt x="271143" y="296376"/>
                  </a:lnTo>
                  <a:lnTo>
                    <a:pt x="271290" y="296332"/>
                  </a:lnTo>
                  <a:lnTo>
                    <a:pt x="271651" y="296269"/>
                  </a:lnTo>
                  <a:lnTo>
                    <a:pt x="271845" y="296317"/>
                  </a:lnTo>
                  <a:lnTo>
                    <a:pt x="271894" y="296546"/>
                  </a:lnTo>
                  <a:lnTo>
                    <a:pt x="272604" y="297300"/>
                  </a:lnTo>
                  <a:lnTo>
                    <a:pt x="272833" y="297671"/>
                  </a:lnTo>
                  <a:lnTo>
                    <a:pt x="272605" y="297754"/>
                  </a:lnTo>
                  <a:lnTo>
                    <a:pt x="273447" y="298080"/>
                  </a:lnTo>
                  <a:lnTo>
                    <a:pt x="273617" y="298386"/>
                  </a:lnTo>
                  <a:lnTo>
                    <a:pt x="273383" y="298413"/>
                  </a:lnTo>
                  <a:lnTo>
                    <a:pt x="273092" y="298275"/>
                  </a:lnTo>
                  <a:lnTo>
                    <a:pt x="272902" y="298234"/>
                  </a:lnTo>
                  <a:lnTo>
                    <a:pt x="272507" y="298408"/>
                  </a:lnTo>
                  <a:lnTo>
                    <a:pt x="272508" y="298587"/>
                  </a:lnTo>
                  <a:lnTo>
                    <a:pt x="272635" y="298824"/>
                  </a:lnTo>
                  <a:lnTo>
                    <a:pt x="272750" y="299712"/>
                  </a:lnTo>
                  <a:lnTo>
                    <a:pt x="272552" y="299761"/>
                  </a:lnTo>
                  <a:lnTo>
                    <a:pt x="272194" y="299972"/>
                  </a:lnTo>
                  <a:lnTo>
                    <a:pt x="271920" y="300292"/>
                  </a:lnTo>
                  <a:lnTo>
                    <a:pt x="271985" y="300421"/>
                  </a:lnTo>
                  <a:lnTo>
                    <a:pt x="272629" y="300962"/>
                  </a:lnTo>
                  <a:lnTo>
                    <a:pt x="273139" y="300986"/>
                  </a:lnTo>
                  <a:lnTo>
                    <a:pt x="273350" y="300733"/>
                  </a:lnTo>
                  <a:lnTo>
                    <a:pt x="273424" y="301049"/>
                  </a:lnTo>
                  <a:lnTo>
                    <a:pt x="273472" y="301222"/>
                  </a:lnTo>
                  <a:lnTo>
                    <a:pt x="273798" y="301431"/>
                  </a:lnTo>
                  <a:lnTo>
                    <a:pt x="273953" y="301269"/>
                  </a:lnTo>
                  <a:lnTo>
                    <a:pt x="274067" y="301530"/>
                  </a:lnTo>
                  <a:lnTo>
                    <a:pt x="273771" y="301876"/>
                  </a:lnTo>
                  <a:lnTo>
                    <a:pt x="273878" y="302141"/>
                  </a:lnTo>
                  <a:lnTo>
                    <a:pt x="274912" y="302246"/>
                  </a:lnTo>
                  <a:lnTo>
                    <a:pt x="274583" y="302478"/>
                  </a:lnTo>
                  <a:lnTo>
                    <a:pt x="274316" y="302605"/>
                  </a:lnTo>
                  <a:lnTo>
                    <a:pt x="273990" y="302877"/>
                  </a:lnTo>
                  <a:lnTo>
                    <a:pt x="273798" y="303128"/>
                  </a:lnTo>
                  <a:lnTo>
                    <a:pt x="273199" y="303560"/>
                  </a:lnTo>
                  <a:lnTo>
                    <a:pt x="272682" y="303691"/>
                  </a:lnTo>
                  <a:lnTo>
                    <a:pt x="272758" y="303980"/>
                  </a:lnTo>
                  <a:lnTo>
                    <a:pt x="272174" y="304222"/>
                  </a:lnTo>
                  <a:lnTo>
                    <a:pt x="271595" y="304417"/>
                  </a:lnTo>
                  <a:lnTo>
                    <a:pt x="271546" y="304210"/>
                  </a:lnTo>
                  <a:lnTo>
                    <a:pt x="271390" y="303987"/>
                  </a:lnTo>
                  <a:lnTo>
                    <a:pt x="271130" y="303994"/>
                  </a:lnTo>
                  <a:lnTo>
                    <a:pt x="270697" y="304198"/>
                  </a:lnTo>
                  <a:lnTo>
                    <a:pt x="269865" y="303783"/>
                  </a:lnTo>
                  <a:lnTo>
                    <a:pt x="269296" y="303471"/>
                  </a:lnTo>
                  <a:lnTo>
                    <a:pt x="268816" y="303220"/>
                  </a:lnTo>
                  <a:lnTo>
                    <a:pt x="268626" y="303227"/>
                  </a:lnTo>
                  <a:lnTo>
                    <a:pt x="268142" y="303164"/>
                  </a:lnTo>
                  <a:lnTo>
                    <a:pt x="267880" y="303119"/>
                  </a:lnTo>
                  <a:lnTo>
                    <a:pt x="267282" y="302839"/>
                  </a:lnTo>
                  <a:lnTo>
                    <a:pt x="267037" y="302605"/>
                  </a:lnTo>
                  <a:lnTo>
                    <a:pt x="266878" y="302434"/>
                  </a:lnTo>
                  <a:lnTo>
                    <a:pt x="266724" y="302021"/>
                  </a:lnTo>
                  <a:lnTo>
                    <a:pt x="266371" y="301577"/>
                  </a:lnTo>
                  <a:lnTo>
                    <a:pt x="265926" y="301590"/>
                  </a:lnTo>
                  <a:lnTo>
                    <a:pt x="265757" y="301640"/>
                  </a:lnTo>
                  <a:lnTo>
                    <a:pt x="265080" y="302080"/>
                  </a:lnTo>
                  <a:lnTo>
                    <a:pt x="264794" y="302342"/>
                  </a:lnTo>
                  <a:lnTo>
                    <a:pt x="265109" y="302497"/>
                  </a:lnTo>
                  <a:lnTo>
                    <a:pt x="265262" y="302450"/>
                  </a:lnTo>
                  <a:lnTo>
                    <a:pt x="265500" y="302654"/>
                  </a:lnTo>
                  <a:lnTo>
                    <a:pt x="265693" y="302761"/>
                  </a:lnTo>
                  <a:lnTo>
                    <a:pt x="266013" y="302776"/>
                  </a:lnTo>
                  <a:lnTo>
                    <a:pt x="266198" y="302842"/>
                  </a:lnTo>
                  <a:lnTo>
                    <a:pt x="266389" y="302910"/>
                  </a:lnTo>
                  <a:lnTo>
                    <a:pt x="266972" y="303204"/>
                  </a:lnTo>
                  <a:lnTo>
                    <a:pt x="266502" y="303350"/>
                  </a:lnTo>
                  <a:lnTo>
                    <a:pt x="266515" y="303538"/>
                  </a:lnTo>
                  <a:lnTo>
                    <a:pt x="266503" y="303974"/>
                  </a:lnTo>
                  <a:lnTo>
                    <a:pt x="266481" y="304308"/>
                  </a:lnTo>
                  <a:lnTo>
                    <a:pt x="266730" y="304345"/>
                  </a:lnTo>
                  <a:lnTo>
                    <a:pt x="267159" y="304268"/>
                  </a:lnTo>
                  <a:lnTo>
                    <a:pt x="267364" y="304104"/>
                  </a:lnTo>
                  <a:lnTo>
                    <a:pt x="267629" y="304041"/>
                  </a:lnTo>
                  <a:lnTo>
                    <a:pt x="267757" y="304011"/>
                  </a:lnTo>
                  <a:lnTo>
                    <a:pt x="268145" y="303984"/>
                  </a:lnTo>
                  <a:lnTo>
                    <a:pt x="268446" y="304412"/>
                  </a:lnTo>
                  <a:lnTo>
                    <a:pt x="268559" y="304573"/>
                  </a:lnTo>
                  <a:lnTo>
                    <a:pt x="268994" y="304568"/>
                  </a:lnTo>
                  <a:lnTo>
                    <a:pt x="269282" y="304451"/>
                  </a:lnTo>
                  <a:lnTo>
                    <a:pt x="269852" y="304548"/>
                  </a:lnTo>
                  <a:lnTo>
                    <a:pt x="270372" y="304850"/>
                  </a:lnTo>
                  <a:lnTo>
                    <a:pt x="270775" y="305116"/>
                  </a:lnTo>
                  <a:lnTo>
                    <a:pt x="270989" y="305422"/>
                  </a:lnTo>
                  <a:lnTo>
                    <a:pt x="270973" y="305637"/>
                  </a:lnTo>
                  <a:lnTo>
                    <a:pt x="270935" y="305832"/>
                  </a:lnTo>
                  <a:lnTo>
                    <a:pt x="270907" y="306666"/>
                  </a:lnTo>
                  <a:lnTo>
                    <a:pt x="271913" y="306578"/>
                  </a:lnTo>
                  <a:lnTo>
                    <a:pt x="272487" y="306545"/>
                  </a:lnTo>
                  <a:lnTo>
                    <a:pt x="272392" y="306845"/>
                  </a:lnTo>
                  <a:lnTo>
                    <a:pt x="272255" y="307146"/>
                  </a:lnTo>
                  <a:lnTo>
                    <a:pt x="271879" y="307972"/>
                  </a:lnTo>
                  <a:lnTo>
                    <a:pt x="272031" y="308131"/>
                  </a:lnTo>
                  <a:lnTo>
                    <a:pt x="272348" y="308129"/>
                  </a:lnTo>
                  <a:lnTo>
                    <a:pt x="272833" y="308755"/>
                  </a:lnTo>
                  <a:lnTo>
                    <a:pt x="272977" y="309480"/>
                  </a:lnTo>
                  <a:lnTo>
                    <a:pt x="272972" y="309618"/>
                  </a:lnTo>
                  <a:lnTo>
                    <a:pt x="272526" y="310761"/>
                  </a:lnTo>
                  <a:lnTo>
                    <a:pt x="271967" y="313534"/>
                  </a:lnTo>
                  <a:lnTo>
                    <a:pt x="271457" y="314376"/>
                  </a:lnTo>
                  <a:lnTo>
                    <a:pt x="270573" y="314637"/>
                  </a:lnTo>
                  <a:lnTo>
                    <a:pt x="270483" y="314315"/>
                  </a:lnTo>
                  <a:lnTo>
                    <a:pt x="270270" y="314126"/>
                  </a:lnTo>
                  <a:lnTo>
                    <a:pt x="270052" y="314114"/>
                  </a:lnTo>
                  <a:lnTo>
                    <a:pt x="269675" y="314467"/>
                  </a:lnTo>
                  <a:lnTo>
                    <a:pt x="269720" y="315081"/>
                  </a:lnTo>
                  <a:lnTo>
                    <a:pt x="269322" y="315187"/>
                  </a:lnTo>
                  <a:lnTo>
                    <a:pt x="268927" y="315289"/>
                  </a:lnTo>
                  <a:lnTo>
                    <a:pt x="268546" y="315398"/>
                  </a:lnTo>
                  <a:lnTo>
                    <a:pt x="268168" y="315501"/>
                  </a:lnTo>
                  <a:lnTo>
                    <a:pt x="267750" y="315614"/>
                  </a:lnTo>
                  <a:lnTo>
                    <a:pt x="267340" y="315728"/>
                  </a:lnTo>
                  <a:lnTo>
                    <a:pt x="267090" y="315723"/>
                  </a:lnTo>
                  <a:lnTo>
                    <a:pt x="266113" y="315693"/>
                  </a:lnTo>
                  <a:lnTo>
                    <a:pt x="265867" y="315681"/>
                  </a:lnTo>
                  <a:lnTo>
                    <a:pt x="265214" y="315619"/>
                  </a:lnTo>
                  <a:lnTo>
                    <a:pt x="265020" y="315583"/>
                  </a:lnTo>
                  <a:lnTo>
                    <a:pt x="264727" y="315556"/>
                  </a:lnTo>
                  <a:lnTo>
                    <a:pt x="264414" y="315527"/>
                  </a:lnTo>
                  <a:lnTo>
                    <a:pt x="264110" y="315499"/>
                  </a:lnTo>
                  <a:lnTo>
                    <a:pt x="263721" y="315549"/>
                  </a:lnTo>
                  <a:lnTo>
                    <a:pt x="263459" y="316173"/>
                  </a:lnTo>
                  <a:lnTo>
                    <a:pt x="263333" y="316708"/>
                  </a:lnTo>
                  <a:lnTo>
                    <a:pt x="263982" y="316919"/>
                  </a:lnTo>
                  <a:lnTo>
                    <a:pt x="264183" y="316993"/>
                  </a:lnTo>
                  <a:lnTo>
                    <a:pt x="264371" y="317089"/>
                  </a:lnTo>
                  <a:lnTo>
                    <a:pt x="264995" y="317089"/>
                  </a:lnTo>
                  <a:lnTo>
                    <a:pt x="265539" y="317205"/>
                  </a:lnTo>
                  <a:lnTo>
                    <a:pt x="266399" y="317565"/>
                  </a:lnTo>
                  <a:lnTo>
                    <a:pt x="266748" y="318463"/>
                  </a:lnTo>
                  <a:lnTo>
                    <a:pt x="267340" y="319983"/>
                  </a:lnTo>
                  <a:lnTo>
                    <a:pt x="267566" y="320565"/>
                  </a:lnTo>
                  <a:lnTo>
                    <a:pt x="267891" y="321159"/>
                  </a:lnTo>
                  <a:lnTo>
                    <a:pt x="268427" y="322138"/>
                  </a:lnTo>
                  <a:lnTo>
                    <a:pt x="268713" y="322785"/>
                  </a:lnTo>
                  <a:lnTo>
                    <a:pt x="268877" y="323154"/>
                  </a:lnTo>
                  <a:lnTo>
                    <a:pt x="268794" y="323309"/>
                  </a:lnTo>
                  <a:lnTo>
                    <a:pt x="268794" y="323466"/>
                  </a:lnTo>
                  <a:lnTo>
                    <a:pt x="268797" y="324051"/>
                  </a:lnTo>
                  <a:lnTo>
                    <a:pt x="268957" y="324096"/>
                  </a:lnTo>
                  <a:lnTo>
                    <a:pt x="269038" y="323850"/>
                  </a:lnTo>
                  <a:lnTo>
                    <a:pt x="269376" y="323848"/>
                  </a:lnTo>
                  <a:lnTo>
                    <a:pt x="269853" y="324231"/>
                  </a:lnTo>
                  <a:lnTo>
                    <a:pt x="269842" y="324445"/>
                  </a:lnTo>
                  <a:lnTo>
                    <a:pt x="270056" y="324861"/>
                  </a:lnTo>
                  <a:lnTo>
                    <a:pt x="270294" y="325066"/>
                  </a:lnTo>
                  <a:lnTo>
                    <a:pt x="269959" y="325159"/>
                  </a:lnTo>
                  <a:lnTo>
                    <a:pt x="269350" y="326201"/>
                  </a:lnTo>
                  <a:lnTo>
                    <a:pt x="269248" y="326436"/>
                  </a:lnTo>
                  <a:lnTo>
                    <a:pt x="269096" y="326314"/>
                  </a:lnTo>
                  <a:lnTo>
                    <a:pt x="268831" y="326403"/>
                  </a:lnTo>
                  <a:lnTo>
                    <a:pt x="268643" y="326502"/>
                  </a:lnTo>
                  <a:lnTo>
                    <a:pt x="267860" y="326371"/>
                  </a:lnTo>
                  <a:lnTo>
                    <a:pt x="268140" y="326871"/>
                  </a:lnTo>
                  <a:lnTo>
                    <a:pt x="268488" y="326935"/>
                  </a:lnTo>
                  <a:lnTo>
                    <a:pt x="268652" y="326965"/>
                  </a:lnTo>
                  <a:lnTo>
                    <a:pt x="269144" y="327010"/>
                  </a:lnTo>
                  <a:lnTo>
                    <a:pt x="269299" y="327293"/>
                  </a:lnTo>
                  <a:lnTo>
                    <a:pt x="269225" y="327647"/>
                  </a:lnTo>
                  <a:lnTo>
                    <a:pt x="268878" y="328033"/>
                  </a:lnTo>
                  <a:lnTo>
                    <a:pt x="268814" y="328536"/>
                  </a:lnTo>
                  <a:lnTo>
                    <a:pt x="268665" y="329878"/>
                  </a:lnTo>
                  <a:lnTo>
                    <a:pt x="269112" y="330163"/>
                  </a:lnTo>
                  <a:lnTo>
                    <a:pt x="269355" y="330224"/>
                  </a:lnTo>
                  <a:lnTo>
                    <a:pt x="270677" y="330689"/>
                  </a:lnTo>
                  <a:lnTo>
                    <a:pt x="270837" y="330559"/>
                  </a:lnTo>
                  <a:lnTo>
                    <a:pt x="271042" y="330540"/>
                  </a:lnTo>
                  <a:lnTo>
                    <a:pt x="271404" y="330988"/>
                  </a:lnTo>
                  <a:lnTo>
                    <a:pt x="271677" y="331238"/>
                  </a:lnTo>
                  <a:lnTo>
                    <a:pt x="271550" y="331378"/>
                  </a:lnTo>
                  <a:lnTo>
                    <a:pt x="271318" y="331485"/>
                  </a:lnTo>
                  <a:lnTo>
                    <a:pt x="270990" y="331600"/>
                  </a:lnTo>
                  <a:lnTo>
                    <a:pt x="270642" y="332309"/>
                  </a:lnTo>
                  <a:lnTo>
                    <a:pt x="270931" y="332564"/>
                  </a:lnTo>
                  <a:lnTo>
                    <a:pt x="271216" y="332513"/>
                  </a:lnTo>
                  <a:lnTo>
                    <a:pt x="271136" y="332692"/>
                  </a:lnTo>
                  <a:lnTo>
                    <a:pt x="270974" y="332968"/>
                  </a:lnTo>
                  <a:lnTo>
                    <a:pt x="270659" y="333212"/>
                  </a:lnTo>
                  <a:lnTo>
                    <a:pt x="270210" y="333428"/>
                  </a:lnTo>
                  <a:lnTo>
                    <a:pt x="269941" y="333507"/>
                  </a:lnTo>
                  <a:lnTo>
                    <a:pt x="269879" y="333908"/>
                  </a:lnTo>
                  <a:lnTo>
                    <a:pt x="269680" y="334199"/>
                  </a:lnTo>
                  <a:lnTo>
                    <a:pt x="270202" y="334549"/>
                  </a:lnTo>
                  <a:lnTo>
                    <a:pt x="270275" y="334413"/>
                  </a:lnTo>
                  <a:lnTo>
                    <a:pt x="270888" y="333982"/>
                  </a:lnTo>
                  <a:lnTo>
                    <a:pt x="271138" y="333920"/>
                  </a:lnTo>
                  <a:lnTo>
                    <a:pt x="271470" y="333990"/>
                  </a:lnTo>
                  <a:lnTo>
                    <a:pt x="271135" y="334249"/>
                  </a:lnTo>
                  <a:lnTo>
                    <a:pt x="271156" y="334439"/>
                  </a:lnTo>
                  <a:lnTo>
                    <a:pt x="271481" y="334315"/>
                  </a:lnTo>
                  <a:lnTo>
                    <a:pt x="271677" y="334228"/>
                  </a:lnTo>
                  <a:lnTo>
                    <a:pt x="271778" y="334429"/>
                  </a:lnTo>
                  <a:lnTo>
                    <a:pt x="271061" y="335109"/>
                  </a:lnTo>
                  <a:lnTo>
                    <a:pt x="271130" y="335701"/>
                  </a:lnTo>
                  <a:lnTo>
                    <a:pt x="270876" y="336212"/>
                  </a:lnTo>
                  <a:lnTo>
                    <a:pt x="270950" y="336382"/>
                  </a:lnTo>
                  <a:lnTo>
                    <a:pt x="270853" y="336677"/>
                  </a:lnTo>
                  <a:lnTo>
                    <a:pt x="270557" y="336914"/>
                  </a:lnTo>
                  <a:lnTo>
                    <a:pt x="270376" y="337141"/>
                  </a:lnTo>
                  <a:lnTo>
                    <a:pt x="270764" y="337380"/>
                  </a:lnTo>
                  <a:lnTo>
                    <a:pt x="270230" y="337594"/>
                  </a:lnTo>
                  <a:lnTo>
                    <a:pt x="270073" y="337901"/>
                  </a:lnTo>
                  <a:lnTo>
                    <a:pt x="269546" y="338424"/>
                  </a:lnTo>
                  <a:lnTo>
                    <a:pt x="269686" y="338623"/>
                  </a:lnTo>
                  <a:lnTo>
                    <a:pt x="269506" y="339188"/>
                  </a:lnTo>
                  <a:lnTo>
                    <a:pt x="268584" y="339398"/>
                  </a:lnTo>
                  <a:lnTo>
                    <a:pt x="268412" y="339485"/>
                  </a:lnTo>
                  <a:lnTo>
                    <a:pt x="268024" y="339445"/>
                  </a:lnTo>
                  <a:lnTo>
                    <a:pt x="268151" y="338923"/>
                  </a:lnTo>
                  <a:lnTo>
                    <a:pt x="268311" y="338776"/>
                  </a:lnTo>
                  <a:lnTo>
                    <a:pt x="268456" y="338596"/>
                  </a:lnTo>
                  <a:lnTo>
                    <a:pt x="268496" y="338469"/>
                  </a:lnTo>
                  <a:lnTo>
                    <a:pt x="268445" y="338195"/>
                  </a:lnTo>
                  <a:lnTo>
                    <a:pt x="268109" y="338314"/>
                  </a:lnTo>
                  <a:lnTo>
                    <a:pt x="268075" y="338519"/>
                  </a:lnTo>
                  <a:lnTo>
                    <a:pt x="267799" y="338500"/>
                  </a:lnTo>
                  <a:lnTo>
                    <a:pt x="267482" y="338302"/>
                  </a:lnTo>
                  <a:lnTo>
                    <a:pt x="267811" y="337906"/>
                  </a:lnTo>
                  <a:lnTo>
                    <a:pt x="267916" y="337206"/>
                  </a:lnTo>
                  <a:lnTo>
                    <a:pt x="267821" y="336707"/>
                  </a:lnTo>
                  <a:lnTo>
                    <a:pt x="267133" y="336301"/>
                  </a:lnTo>
                  <a:lnTo>
                    <a:pt x="266318" y="336100"/>
                  </a:lnTo>
                  <a:lnTo>
                    <a:pt x="266342" y="335832"/>
                  </a:lnTo>
                  <a:lnTo>
                    <a:pt x="265353" y="335399"/>
                  </a:lnTo>
                  <a:lnTo>
                    <a:pt x="264970" y="335242"/>
                  </a:lnTo>
                  <a:lnTo>
                    <a:pt x="264761" y="335172"/>
                  </a:lnTo>
                  <a:lnTo>
                    <a:pt x="264598" y="335136"/>
                  </a:lnTo>
                  <a:lnTo>
                    <a:pt x="263986" y="335093"/>
                  </a:lnTo>
                  <a:lnTo>
                    <a:pt x="263750" y="335076"/>
                  </a:lnTo>
                  <a:lnTo>
                    <a:pt x="263154" y="335063"/>
                  </a:lnTo>
                  <a:lnTo>
                    <a:pt x="262937" y="335084"/>
                  </a:lnTo>
                  <a:lnTo>
                    <a:pt x="262573" y="335163"/>
                  </a:lnTo>
                  <a:lnTo>
                    <a:pt x="262235" y="335343"/>
                  </a:lnTo>
                  <a:lnTo>
                    <a:pt x="262291" y="335878"/>
                  </a:lnTo>
                  <a:lnTo>
                    <a:pt x="262286" y="336582"/>
                  </a:lnTo>
                  <a:lnTo>
                    <a:pt x="262095" y="336443"/>
                  </a:lnTo>
                  <a:lnTo>
                    <a:pt x="261893" y="336385"/>
                  </a:lnTo>
                  <a:lnTo>
                    <a:pt x="261760" y="336798"/>
                  </a:lnTo>
                  <a:lnTo>
                    <a:pt x="261395" y="337154"/>
                  </a:lnTo>
                  <a:lnTo>
                    <a:pt x="261357" y="337491"/>
                  </a:lnTo>
                  <a:lnTo>
                    <a:pt x="261320" y="337800"/>
                  </a:lnTo>
                  <a:lnTo>
                    <a:pt x="261287" y="338090"/>
                  </a:lnTo>
                  <a:lnTo>
                    <a:pt x="261219" y="338605"/>
                  </a:lnTo>
                  <a:lnTo>
                    <a:pt x="260964" y="338803"/>
                  </a:lnTo>
                  <a:lnTo>
                    <a:pt x="260681" y="338891"/>
                  </a:lnTo>
                  <a:lnTo>
                    <a:pt x="260417" y="339070"/>
                  </a:lnTo>
                  <a:lnTo>
                    <a:pt x="260653" y="339526"/>
                  </a:lnTo>
                  <a:lnTo>
                    <a:pt x="260278" y="339999"/>
                  </a:lnTo>
                  <a:lnTo>
                    <a:pt x="260052" y="340202"/>
                  </a:lnTo>
                  <a:lnTo>
                    <a:pt x="259714" y="340449"/>
                  </a:lnTo>
                  <a:lnTo>
                    <a:pt x="259528" y="340789"/>
                  </a:lnTo>
                  <a:lnTo>
                    <a:pt x="259530" y="341128"/>
                  </a:lnTo>
                  <a:lnTo>
                    <a:pt x="259443" y="341517"/>
                  </a:lnTo>
                  <a:lnTo>
                    <a:pt x="258988" y="341768"/>
                  </a:lnTo>
                  <a:lnTo>
                    <a:pt x="258791" y="341660"/>
                  </a:lnTo>
                  <a:lnTo>
                    <a:pt x="258700" y="341490"/>
                  </a:lnTo>
                  <a:lnTo>
                    <a:pt x="258803" y="341289"/>
                  </a:lnTo>
                  <a:lnTo>
                    <a:pt x="258753" y="341116"/>
                  </a:lnTo>
                  <a:lnTo>
                    <a:pt x="258381" y="340908"/>
                  </a:lnTo>
                  <a:lnTo>
                    <a:pt x="257745" y="340905"/>
                  </a:lnTo>
                  <a:lnTo>
                    <a:pt x="257649" y="341486"/>
                  </a:lnTo>
                  <a:lnTo>
                    <a:pt x="257857" y="341670"/>
                  </a:lnTo>
                  <a:lnTo>
                    <a:pt x="258121" y="341715"/>
                  </a:lnTo>
                  <a:lnTo>
                    <a:pt x="258201" y="342289"/>
                  </a:lnTo>
                  <a:lnTo>
                    <a:pt x="257930" y="342498"/>
                  </a:lnTo>
                  <a:lnTo>
                    <a:pt x="258776" y="342800"/>
                  </a:lnTo>
                  <a:lnTo>
                    <a:pt x="258852" y="342672"/>
                  </a:lnTo>
                  <a:lnTo>
                    <a:pt x="258927" y="342474"/>
                  </a:lnTo>
                  <a:lnTo>
                    <a:pt x="259075" y="342853"/>
                  </a:lnTo>
                  <a:lnTo>
                    <a:pt x="259017" y="343104"/>
                  </a:lnTo>
                  <a:lnTo>
                    <a:pt x="258805" y="343314"/>
                  </a:lnTo>
                  <a:lnTo>
                    <a:pt x="258676" y="343493"/>
                  </a:lnTo>
                  <a:lnTo>
                    <a:pt x="258657" y="343756"/>
                  </a:lnTo>
                  <a:lnTo>
                    <a:pt x="258587" y="344194"/>
                  </a:lnTo>
                  <a:lnTo>
                    <a:pt x="258246" y="344287"/>
                  </a:lnTo>
                  <a:lnTo>
                    <a:pt x="258111" y="344218"/>
                  </a:lnTo>
                  <a:lnTo>
                    <a:pt x="257691" y="344982"/>
                  </a:lnTo>
                  <a:lnTo>
                    <a:pt x="257123" y="345067"/>
                  </a:lnTo>
                  <a:lnTo>
                    <a:pt x="256913" y="345193"/>
                  </a:lnTo>
                  <a:lnTo>
                    <a:pt x="256555" y="345282"/>
                  </a:lnTo>
                  <a:lnTo>
                    <a:pt x="256468" y="345033"/>
                  </a:lnTo>
                  <a:lnTo>
                    <a:pt x="256142" y="344577"/>
                  </a:lnTo>
                  <a:lnTo>
                    <a:pt x="255725" y="344691"/>
                  </a:lnTo>
                  <a:lnTo>
                    <a:pt x="255454" y="344559"/>
                  </a:lnTo>
                  <a:lnTo>
                    <a:pt x="253892" y="344644"/>
                  </a:lnTo>
                  <a:lnTo>
                    <a:pt x="253567" y="345139"/>
                  </a:lnTo>
                  <a:lnTo>
                    <a:pt x="253527" y="345469"/>
                  </a:lnTo>
                  <a:lnTo>
                    <a:pt x="253486" y="345826"/>
                  </a:lnTo>
                  <a:lnTo>
                    <a:pt x="253509" y="346020"/>
                  </a:lnTo>
                  <a:lnTo>
                    <a:pt x="253494" y="346245"/>
                  </a:lnTo>
                  <a:lnTo>
                    <a:pt x="253074" y="346368"/>
                  </a:lnTo>
                  <a:lnTo>
                    <a:pt x="253425" y="347031"/>
                  </a:lnTo>
                  <a:lnTo>
                    <a:pt x="253982" y="347353"/>
                  </a:lnTo>
                  <a:lnTo>
                    <a:pt x="254065" y="347216"/>
                  </a:lnTo>
                  <a:lnTo>
                    <a:pt x="254283" y="347291"/>
                  </a:lnTo>
                  <a:lnTo>
                    <a:pt x="253902" y="348111"/>
                  </a:lnTo>
                  <a:lnTo>
                    <a:pt x="253763" y="348136"/>
                  </a:lnTo>
                  <a:lnTo>
                    <a:pt x="253573" y="348521"/>
                  </a:lnTo>
                  <a:lnTo>
                    <a:pt x="254126" y="348797"/>
                  </a:lnTo>
                  <a:lnTo>
                    <a:pt x="254078" y="349059"/>
                  </a:lnTo>
                  <a:lnTo>
                    <a:pt x="253674" y="348850"/>
                  </a:lnTo>
                  <a:lnTo>
                    <a:pt x="253077" y="348860"/>
                  </a:lnTo>
                  <a:lnTo>
                    <a:pt x="252863" y="348481"/>
                  </a:lnTo>
                  <a:lnTo>
                    <a:pt x="252673" y="348528"/>
                  </a:lnTo>
                  <a:lnTo>
                    <a:pt x="252343" y="348376"/>
                  </a:lnTo>
                  <a:lnTo>
                    <a:pt x="251770" y="348542"/>
                  </a:lnTo>
                  <a:lnTo>
                    <a:pt x="251614" y="348572"/>
                  </a:lnTo>
                  <a:lnTo>
                    <a:pt x="251425" y="348605"/>
                  </a:lnTo>
                  <a:lnTo>
                    <a:pt x="251362" y="348935"/>
                  </a:lnTo>
                  <a:lnTo>
                    <a:pt x="251750" y="348986"/>
                  </a:lnTo>
                  <a:lnTo>
                    <a:pt x="251834" y="349360"/>
                  </a:lnTo>
                  <a:lnTo>
                    <a:pt x="251345" y="349350"/>
                  </a:lnTo>
                  <a:lnTo>
                    <a:pt x="251151" y="349243"/>
                  </a:lnTo>
                  <a:lnTo>
                    <a:pt x="250815" y="349463"/>
                  </a:lnTo>
                  <a:lnTo>
                    <a:pt x="250613" y="349473"/>
                  </a:lnTo>
                  <a:lnTo>
                    <a:pt x="250320" y="349683"/>
                  </a:lnTo>
                  <a:lnTo>
                    <a:pt x="250699" y="349682"/>
                  </a:lnTo>
                  <a:lnTo>
                    <a:pt x="250830" y="349705"/>
                  </a:lnTo>
                  <a:lnTo>
                    <a:pt x="251042" y="349882"/>
                  </a:lnTo>
                  <a:lnTo>
                    <a:pt x="250043" y="350173"/>
                  </a:lnTo>
                  <a:lnTo>
                    <a:pt x="249757" y="350163"/>
                  </a:lnTo>
                  <a:lnTo>
                    <a:pt x="249176" y="350533"/>
                  </a:lnTo>
                  <a:lnTo>
                    <a:pt x="248884" y="350637"/>
                  </a:lnTo>
                  <a:lnTo>
                    <a:pt x="248881" y="350507"/>
                  </a:lnTo>
                  <a:lnTo>
                    <a:pt x="248708" y="350368"/>
                  </a:lnTo>
                  <a:lnTo>
                    <a:pt x="247842" y="350399"/>
                  </a:lnTo>
                  <a:lnTo>
                    <a:pt x="247554" y="350003"/>
                  </a:lnTo>
                  <a:lnTo>
                    <a:pt x="247258" y="349751"/>
                  </a:lnTo>
                  <a:lnTo>
                    <a:pt x="247426" y="349743"/>
                  </a:lnTo>
                  <a:lnTo>
                    <a:pt x="247580" y="349776"/>
                  </a:lnTo>
                  <a:lnTo>
                    <a:pt x="247779" y="349496"/>
                  </a:lnTo>
                  <a:lnTo>
                    <a:pt x="247868" y="349200"/>
                  </a:lnTo>
                  <a:lnTo>
                    <a:pt x="247739" y="348914"/>
                  </a:lnTo>
                  <a:lnTo>
                    <a:pt x="247010" y="347972"/>
                  </a:lnTo>
                  <a:lnTo>
                    <a:pt x="246809" y="347522"/>
                  </a:lnTo>
                  <a:lnTo>
                    <a:pt x="246853" y="347068"/>
                  </a:lnTo>
                  <a:lnTo>
                    <a:pt x="246823" y="346635"/>
                  </a:lnTo>
                  <a:lnTo>
                    <a:pt x="246709" y="346220"/>
                  </a:lnTo>
                  <a:lnTo>
                    <a:pt x="246614" y="346034"/>
                  </a:lnTo>
                  <a:lnTo>
                    <a:pt x="246590" y="345578"/>
                  </a:lnTo>
                  <a:lnTo>
                    <a:pt x="246753" y="345487"/>
                  </a:lnTo>
                  <a:lnTo>
                    <a:pt x="247456" y="345211"/>
                  </a:lnTo>
                  <a:lnTo>
                    <a:pt x="247587" y="345480"/>
                  </a:lnTo>
                  <a:lnTo>
                    <a:pt x="247781" y="345578"/>
                  </a:lnTo>
                  <a:lnTo>
                    <a:pt x="247963" y="345393"/>
                  </a:lnTo>
                  <a:lnTo>
                    <a:pt x="247946" y="345216"/>
                  </a:lnTo>
                  <a:lnTo>
                    <a:pt x="248217" y="344912"/>
                  </a:lnTo>
                  <a:lnTo>
                    <a:pt x="248457" y="344911"/>
                  </a:lnTo>
                  <a:lnTo>
                    <a:pt x="248761" y="344668"/>
                  </a:lnTo>
                  <a:lnTo>
                    <a:pt x="249026" y="344441"/>
                  </a:lnTo>
                  <a:lnTo>
                    <a:pt x="249426" y="343931"/>
                  </a:lnTo>
                  <a:lnTo>
                    <a:pt x="249735" y="343788"/>
                  </a:lnTo>
                  <a:lnTo>
                    <a:pt x="250081" y="343763"/>
                  </a:lnTo>
                  <a:lnTo>
                    <a:pt x="250086" y="343537"/>
                  </a:lnTo>
                  <a:lnTo>
                    <a:pt x="250049" y="343240"/>
                  </a:lnTo>
                  <a:lnTo>
                    <a:pt x="249999" y="343041"/>
                  </a:lnTo>
                  <a:lnTo>
                    <a:pt x="250343" y="342356"/>
                  </a:lnTo>
                  <a:lnTo>
                    <a:pt x="250188" y="341977"/>
                  </a:lnTo>
                  <a:lnTo>
                    <a:pt x="249745" y="341548"/>
                  </a:lnTo>
                  <a:lnTo>
                    <a:pt x="249642" y="341229"/>
                  </a:lnTo>
                  <a:lnTo>
                    <a:pt x="250458" y="339021"/>
                  </a:lnTo>
                  <a:lnTo>
                    <a:pt x="250793" y="338777"/>
                  </a:lnTo>
                  <a:lnTo>
                    <a:pt x="250964" y="338748"/>
                  </a:lnTo>
                  <a:lnTo>
                    <a:pt x="251261" y="338716"/>
                  </a:lnTo>
                  <a:lnTo>
                    <a:pt x="251454" y="338554"/>
                  </a:lnTo>
                  <a:lnTo>
                    <a:pt x="251609" y="338375"/>
                  </a:lnTo>
                  <a:lnTo>
                    <a:pt x="251717" y="338173"/>
                  </a:lnTo>
                  <a:lnTo>
                    <a:pt x="251722" y="337855"/>
                  </a:lnTo>
                  <a:lnTo>
                    <a:pt x="251679" y="337602"/>
                  </a:lnTo>
                  <a:lnTo>
                    <a:pt x="251972" y="337270"/>
                  </a:lnTo>
                  <a:lnTo>
                    <a:pt x="251508" y="336667"/>
                  </a:lnTo>
                  <a:lnTo>
                    <a:pt x="251379" y="336311"/>
                  </a:lnTo>
                  <a:lnTo>
                    <a:pt x="251221" y="336219"/>
                  </a:lnTo>
                  <a:lnTo>
                    <a:pt x="251024" y="336211"/>
                  </a:lnTo>
                  <a:lnTo>
                    <a:pt x="250609" y="335678"/>
                  </a:lnTo>
                  <a:lnTo>
                    <a:pt x="250608" y="335450"/>
                  </a:lnTo>
                  <a:lnTo>
                    <a:pt x="250608" y="335237"/>
                  </a:lnTo>
                  <a:lnTo>
                    <a:pt x="250661" y="335026"/>
                  </a:lnTo>
                  <a:lnTo>
                    <a:pt x="250737" y="334779"/>
                  </a:lnTo>
                  <a:lnTo>
                    <a:pt x="250890" y="334609"/>
                  </a:lnTo>
                  <a:lnTo>
                    <a:pt x="251124" y="334527"/>
                  </a:lnTo>
                  <a:lnTo>
                    <a:pt x="251545" y="334501"/>
                  </a:lnTo>
                  <a:lnTo>
                    <a:pt x="251823" y="334505"/>
                  </a:lnTo>
                  <a:lnTo>
                    <a:pt x="251540" y="334234"/>
                  </a:lnTo>
                  <a:lnTo>
                    <a:pt x="251370" y="334251"/>
                  </a:lnTo>
                  <a:lnTo>
                    <a:pt x="250817" y="334331"/>
                  </a:lnTo>
                  <a:lnTo>
                    <a:pt x="250609" y="334230"/>
                  </a:lnTo>
                  <a:lnTo>
                    <a:pt x="250675" y="333650"/>
                  </a:lnTo>
                  <a:lnTo>
                    <a:pt x="250453" y="333357"/>
                  </a:lnTo>
                  <a:lnTo>
                    <a:pt x="250119" y="332845"/>
                  </a:lnTo>
                  <a:lnTo>
                    <a:pt x="249963" y="332552"/>
                  </a:lnTo>
                  <a:lnTo>
                    <a:pt x="250089" y="332239"/>
                  </a:lnTo>
                  <a:lnTo>
                    <a:pt x="250044" y="331911"/>
                  </a:lnTo>
                  <a:lnTo>
                    <a:pt x="249796" y="331850"/>
                  </a:lnTo>
                  <a:lnTo>
                    <a:pt x="249608" y="331847"/>
                  </a:lnTo>
                  <a:lnTo>
                    <a:pt x="249471" y="331859"/>
                  </a:lnTo>
                  <a:lnTo>
                    <a:pt x="249032" y="332079"/>
                  </a:lnTo>
                  <a:lnTo>
                    <a:pt x="248788" y="332589"/>
                  </a:lnTo>
                  <a:lnTo>
                    <a:pt x="248698" y="332422"/>
                  </a:lnTo>
                  <a:lnTo>
                    <a:pt x="248674" y="332265"/>
                  </a:lnTo>
                  <a:lnTo>
                    <a:pt x="248444" y="332009"/>
                  </a:lnTo>
                  <a:lnTo>
                    <a:pt x="248707" y="332845"/>
                  </a:lnTo>
                  <a:lnTo>
                    <a:pt x="248979" y="332965"/>
                  </a:lnTo>
                  <a:lnTo>
                    <a:pt x="249228" y="333263"/>
                  </a:lnTo>
                  <a:lnTo>
                    <a:pt x="249226" y="333540"/>
                  </a:lnTo>
                  <a:lnTo>
                    <a:pt x="249115" y="333759"/>
                  </a:lnTo>
                  <a:lnTo>
                    <a:pt x="248985" y="333831"/>
                  </a:lnTo>
                  <a:lnTo>
                    <a:pt x="248187" y="334020"/>
                  </a:lnTo>
                  <a:lnTo>
                    <a:pt x="247968" y="334145"/>
                  </a:lnTo>
                  <a:lnTo>
                    <a:pt x="247851" y="334042"/>
                  </a:lnTo>
                  <a:lnTo>
                    <a:pt x="247640" y="334482"/>
                  </a:lnTo>
                  <a:lnTo>
                    <a:pt x="247412" y="334516"/>
                  </a:lnTo>
                  <a:lnTo>
                    <a:pt x="247376" y="335016"/>
                  </a:lnTo>
                  <a:lnTo>
                    <a:pt x="247366" y="335156"/>
                  </a:lnTo>
                  <a:lnTo>
                    <a:pt x="247422" y="335467"/>
                  </a:lnTo>
                  <a:lnTo>
                    <a:pt x="247308" y="335753"/>
                  </a:lnTo>
                  <a:lnTo>
                    <a:pt x="246824" y="336061"/>
                  </a:lnTo>
                  <a:lnTo>
                    <a:pt x="246692" y="336079"/>
                  </a:lnTo>
                  <a:lnTo>
                    <a:pt x="246603" y="336218"/>
                  </a:lnTo>
                  <a:lnTo>
                    <a:pt x="246520" y="336418"/>
                  </a:lnTo>
                  <a:lnTo>
                    <a:pt x="246787" y="336519"/>
                  </a:lnTo>
                  <a:lnTo>
                    <a:pt x="246882" y="336801"/>
                  </a:lnTo>
                  <a:lnTo>
                    <a:pt x="246735" y="336983"/>
                  </a:lnTo>
                  <a:lnTo>
                    <a:pt x="246559" y="337011"/>
                  </a:lnTo>
                  <a:lnTo>
                    <a:pt x="246324" y="337085"/>
                  </a:lnTo>
                  <a:lnTo>
                    <a:pt x="246212" y="337371"/>
                  </a:lnTo>
                  <a:lnTo>
                    <a:pt x="246063" y="337617"/>
                  </a:lnTo>
                  <a:lnTo>
                    <a:pt x="245743" y="337556"/>
                  </a:lnTo>
                  <a:lnTo>
                    <a:pt x="245527" y="337535"/>
                  </a:lnTo>
                  <a:lnTo>
                    <a:pt x="245256" y="337577"/>
                  </a:lnTo>
                  <a:lnTo>
                    <a:pt x="245011" y="337648"/>
                  </a:lnTo>
                  <a:lnTo>
                    <a:pt x="244603" y="337721"/>
                  </a:lnTo>
                  <a:lnTo>
                    <a:pt x="244224" y="337463"/>
                  </a:lnTo>
                  <a:lnTo>
                    <a:pt x="244085" y="337154"/>
                  </a:lnTo>
                  <a:lnTo>
                    <a:pt x="243852" y="337527"/>
                  </a:lnTo>
                  <a:lnTo>
                    <a:pt x="243623" y="337627"/>
                  </a:lnTo>
                  <a:lnTo>
                    <a:pt x="243773" y="337706"/>
                  </a:lnTo>
                  <a:lnTo>
                    <a:pt x="244353" y="337974"/>
                  </a:lnTo>
                  <a:lnTo>
                    <a:pt x="245026" y="337990"/>
                  </a:lnTo>
                  <a:lnTo>
                    <a:pt x="245173" y="337946"/>
                  </a:lnTo>
                  <a:lnTo>
                    <a:pt x="245571" y="337895"/>
                  </a:lnTo>
                  <a:lnTo>
                    <a:pt x="245873" y="338028"/>
                  </a:lnTo>
                  <a:lnTo>
                    <a:pt x="245985" y="338329"/>
                  </a:lnTo>
                  <a:lnTo>
                    <a:pt x="246141" y="338841"/>
                  </a:lnTo>
                  <a:lnTo>
                    <a:pt x="246240" y="339031"/>
                  </a:lnTo>
                  <a:lnTo>
                    <a:pt x="246635" y="339628"/>
                  </a:lnTo>
                  <a:lnTo>
                    <a:pt x="246599" y="339956"/>
                  </a:lnTo>
                  <a:lnTo>
                    <a:pt x="246175" y="341404"/>
                  </a:lnTo>
                  <a:lnTo>
                    <a:pt x="246170" y="341568"/>
                  </a:lnTo>
                  <a:lnTo>
                    <a:pt x="246016" y="341661"/>
                  </a:lnTo>
                  <a:lnTo>
                    <a:pt x="245492" y="342028"/>
                  </a:lnTo>
                  <a:lnTo>
                    <a:pt x="245137" y="342554"/>
                  </a:lnTo>
                  <a:lnTo>
                    <a:pt x="245175" y="342801"/>
                  </a:lnTo>
                  <a:lnTo>
                    <a:pt x="245301" y="342978"/>
                  </a:lnTo>
                  <a:lnTo>
                    <a:pt x="245211" y="343234"/>
                  </a:lnTo>
                  <a:lnTo>
                    <a:pt x="245047" y="343489"/>
                  </a:lnTo>
                  <a:lnTo>
                    <a:pt x="245087" y="344188"/>
                  </a:lnTo>
                  <a:lnTo>
                    <a:pt x="244778" y="345091"/>
                  </a:lnTo>
                  <a:lnTo>
                    <a:pt x="244562" y="345023"/>
                  </a:lnTo>
                  <a:lnTo>
                    <a:pt x="244074" y="344622"/>
                  </a:lnTo>
                  <a:lnTo>
                    <a:pt x="243769" y="344371"/>
                  </a:lnTo>
                  <a:lnTo>
                    <a:pt x="243560" y="344346"/>
                  </a:lnTo>
                  <a:lnTo>
                    <a:pt x="243984" y="344657"/>
                  </a:lnTo>
                  <a:lnTo>
                    <a:pt x="243465" y="345388"/>
                  </a:lnTo>
                  <a:lnTo>
                    <a:pt x="241525" y="346955"/>
                  </a:lnTo>
                  <a:lnTo>
                    <a:pt x="241279" y="346863"/>
                  </a:lnTo>
                  <a:lnTo>
                    <a:pt x="241124" y="347176"/>
                  </a:lnTo>
                  <a:lnTo>
                    <a:pt x="240720" y="348074"/>
                  </a:lnTo>
                  <a:lnTo>
                    <a:pt x="240504" y="348103"/>
                  </a:lnTo>
                  <a:lnTo>
                    <a:pt x="240563" y="348236"/>
                  </a:lnTo>
                  <a:lnTo>
                    <a:pt x="241088" y="348504"/>
                  </a:lnTo>
                  <a:lnTo>
                    <a:pt x="240921" y="349091"/>
                  </a:lnTo>
                  <a:lnTo>
                    <a:pt x="240939" y="350990"/>
                  </a:lnTo>
                  <a:lnTo>
                    <a:pt x="240537" y="351086"/>
                  </a:lnTo>
                  <a:lnTo>
                    <a:pt x="240609" y="351253"/>
                  </a:lnTo>
                  <a:lnTo>
                    <a:pt x="240520" y="351557"/>
                  </a:lnTo>
                  <a:lnTo>
                    <a:pt x="240234" y="351683"/>
                  </a:lnTo>
                  <a:lnTo>
                    <a:pt x="240558" y="351800"/>
                  </a:lnTo>
                  <a:lnTo>
                    <a:pt x="240482" y="352029"/>
                  </a:lnTo>
                  <a:lnTo>
                    <a:pt x="240480" y="352242"/>
                  </a:lnTo>
                  <a:lnTo>
                    <a:pt x="240479" y="352411"/>
                  </a:lnTo>
                  <a:lnTo>
                    <a:pt x="240290" y="352633"/>
                  </a:lnTo>
                  <a:lnTo>
                    <a:pt x="239880" y="353072"/>
                  </a:lnTo>
                  <a:lnTo>
                    <a:pt x="239352" y="353406"/>
                  </a:lnTo>
                  <a:lnTo>
                    <a:pt x="238754" y="353791"/>
                  </a:lnTo>
                  <a:lnTo>
                    <a:pt x="238410" y="353953"/>
                  </a:lnTo>
                  <a:lnTo>
                    <a:pt x="238361" y="354246"/>
                  </a:lnTo>
                  <a:lnTo>
                    <a:pt x="238322" y="354485"/>
                  </a:lnTo>
                  <a:lnTo>
                    <a:pt x="238217" y="355114"/>
                  </a:lnTo>
                  <a:lnTo>
                    <a:pt x="238121" y="355426"/>
                  </a:lnTo>
                  <a:lnTo>
                    <a:pt x="238816" y="356520"/>
                  </a:lnTo>
                  <a:lnTo>
                    <a:pt x="238410" y="357062"/>
                  </a:lnTo>
                  <a:lnTo>
                    <a:pt x="237276" y="357714"/>
                  </a:lnTo>
                  <a:lnTo>
                    <a:pt x="236739" y="357088"/>
                  </a:lnTo>
                  <a:lnTo>
                    <a:pt x="236534" y="357012"/>
                  </a:lnTo>
                  <a:lnTo>
                    <a:pt x="236370" y="357102"/>
                  </a:lnTo>
                  <a:lnTo>
                    <a:pt x="235418" y="357338"/>
                  </a:lnTo>
                  <a:lnTo>
                    <a:pt x="234872" y="357487"/>
                  </a:lnTo>
                  <a:lnTo>
                    <a:pt x="234640" y="358590"/>
                  </a:lnTo>
                  <a:lnTo>
                    <a:pt x="234469" y="358724"/>
                  </a:lnTo>
                  <a:lnTo>
                    <a:pt x="234356" y="359772"/>
                  </a:lnTo>
                  <a:lnTo>
                    <a:pt x="234020" y="360151"/>
                  </a:lnTo>
                  <a:lnTo>
                    <a:pt x="233635" y="360537"/>
                  </a:lnTo>
                  <a:lnTo>
                    <a:pt x="233395" y="360774"/>
                  </a:lnTo>
                  <a:lnTo>
                    <a:pt x="233052" y="361110"/>
                  </a:lnTo>
                  <a:lnTo>
                    <a:pt x="232823" y="361317"/>
                  </a:lnTo>
                  <a:lnTo>
                    <a:pt x="231475" y="362496"/>
                  </a:lnTo>
                  <a:lnTo>
                    <a:pt x="231350" y="362675"/>
                  </a:lnTo>
                  <a:lnTo>
                    <a:pt x="231169" y="362933"/>
                  </a:lnTo>
                  <a:lnTo>
                    <a:pt x="231011" y="363158"/>
                  </a:lnTo>
                  <a:lnTo>
                    <a:pt x="230665" y="363626"/>
                  </a:lnTo>
                  <a:lnTo>
                    <a:pt x="230252" y="363957"/>
                  </a:lnTo>
                  <a:lnTo>
                    <a:pt x="230084" y="363813"/>
                  </a:lnTo>
                  <a:lnTo>
                    <a:pt x="229754" y="363662"/>
                  </a:lnTo>
                  <a:lnTo>
                    <a:pt x="229471" y="363871"/>
                  </a:lnTo>
                  <a:lnTo>
                    <a:pt x="229257" y="364196"/>
                  </a:lnTo>
                  <a:lnTo>
                    <a:pt x="229130" y="364449"/>
                  </a:lnTo>
                  <a:lnTo>
                    <a:pt x="228962" y="364781"/>
                  </a:lnTo>
                  <a:lnTo>
                    <a:pt x="228755" y="365231"/>
                  </a:lnTo>
                  <a:lnTo>
                    <a:pt x="228640" y="365482"/>
                  </a:lnTo>
                  <a:lnTo>
                    <a:pt x="228385" y="366155"/>
                  </a:lnTo>
                  <a:lnTo>
                    <a:pt x="228335" y="366294"/>
                  </a:lnTo>
                  <a:lnTo>
                    <a:pt x="228230" y="366560"/>
                  </a:lnTo>
                  <a:lnTo>
                    <a:pt x="228047" y="366929"/>
                  </a:lnTo>
                  <a:lnTo>
                    <a:pt x="228733" y="367488"/>
                  </a:lnTo>
                  <a:lnTo>
                    <a:pt x="228491" y="367813"/>
                  </a:lnTo>
                  <a:lnTo>
                    <a:pt x="228048" y="368104"/>
                  </a:lnTo>
                  <a:lnTo>
                    <a:pt x="227241" y="368639"/>
                  </a:lnTo>
                  <a:lnTo>
                    <a:pt x="226456" y="368315"/>
                  </a:lnTo>
                  <a:lnTo>
                    <a:pt x="226238" y="368143"/>
                  </a:lnTo>
                  <a:lnTo>
                    <a:pt x="226085" y="368104"/>
                  </a:lnTo>
                  <a:lnTo>
                    <a:pt x="225945" y="368068"/>
                  </a:lnTo>
                  <a:lnTo>
                    <a:pt x="225817" y="368095"/>
                  </a:lnTo>
                  <a:lnTo>
                    <a:pt x="225406" y="368607"/>
                  </a:lnTo>
                  <a:lnTo>
                    <a:pt x="225314" y="369036"/>
                  </a:lnTo>
                  <a:lnTo>
                    <a:pt x="225842" y="369847"/>
                  </a:lnTo>
                  <a:lnTo>
                    <a:pt x="225702" y="370252"/>
                  </a:lnTo>
                  <a:lnTo>
                    <a:pt x="225077" y="371973"/>
                  </a:lnTo>
                  <a:lnTo>
                    <a:pt x="224623" y="372503"/>
                  </a:lnTo>
                  <a:lnTo>
                    <a:pt x="224473" y="372599"/>
                  </a:lnTo>
                  <a:lnTo>
                    <a:pt x="224496" y="373030"/>
                  </a:lnTo>
                  <a:lnTo>
                    <a:pt x="224345" y="373571"/>
                  </a:lnTo>
                  <a:lnTo>
                    <a:pt x="223537" y="373706"/>
                  </a:lnTo>
                  <a:lnTo>
                    <a:pt x="223483" y="374340"/>
                  </a:lnTo>
                  <a:lnTo>
                    <a:pt x="223755" y="374907"/>
                  </a:lnTo>
                  <a:lnTo>
                    <a:pt x="223540" y="374928"/>
                  </a:lnTo>
                  <a:lnTo>
                    <a:pt x="222858" y="375293"/>
                  </a:lnTo>
                  <a:lnTo>
                    <a:pt x="221646" y="374738"/>
                  </a:lnTo>
                  <a:lnTo>
                    <a:pt x="221126" y="374930"/>
                  </a:lnTo>
                  <a:lnTo>
                    <a:pt x="221461" y="375256"/>
                  </a:lnTo>
                  <a:lnTo>
                    <a:pt x="221711" y="375597"/>
                  </a:lnTo>
                  <a:lnTo>
                    <a:pt x="223090" y="376538"/>
                  </a:lnTo>
                  <a:lnTo>
                    <a:pt x="223316" y="376743"/>
                  </a:lnTo>
                  <a:lnTo>
                    <a:pt x="224181" y="378738"/>
                  </a:lnTo>
                  <a:lnTo>
                    <a:pt x="224341" y="379153"/>
                  </a:lnTo>
                  <a:lnTo>
                    <a:pt x="224489" y="379196"/>
                  </a:lnTo>
                  <a:lnTo>
                    <a:pt x="224838" y="379331"/>
                  </a:lnTo>
                  <a:lnTo>
                    <a:pt x="224265" y="379432"/>
                  </a:lnTo>
                  <a:lnTo>
                    <a:pt x="224244" y="379250"/>
                  </a:lnTo>
                  <a:lnTo>
                    <a:pt x="223505" y="379373"/>
                  </a:lnTo>
                  <a:lnTo>
                    <a:pt x="223325" y="379547"/>
                  </a:lnTo>
                  <a:lnTo>
                    <a:pt x="222976" y="380069"/>
                  </a:lnTo>
                  <a:lnTo>
                    <a:pt x="223196" y="380007"/>
                  </a:lnTo>
                  <a:lnTo>
                    <a:pt x="223320" y="379823"/>
                  </a:lnTo>
                  <a:lnTo>
                    <a:pt x="223563" y="379863"/>
                  </a:lnTo>
                  <a:lnTo>
                    <a:pt x="224084" y="379732"/>
                  </a:lnTo>
                  <a:lnTo>
                    <a:pt x="224548" y="379847"/>
                  </a:lnTo>
                  <a:lnTo>
                    <a:pt x="224544" y="380002"/>
                  </a:lnTo>
                  <a:lnTo>
                    <a:pt x="224542" y="380179"/>
                  </a:lnTo>
                  <a:lnTo>
                    <a:pt x="224960" y="380852"/>
                  </a:lnTo>
                  <a:lnTo>
                    <a:pt x="225182" y="380996"/>
                  </a:lnTo>
                  <a:lnTo>
                    <a:pt x="225336" y="380933"/>
                  </a:lnTo>
                  <a:lnTo>
                    <a:pt x="225677" y="381081"/>
                  </a:lnTo>
                  <a:lnTo>
                    <a:pt x="225470" y="381304"/>
                  </a:lnTo>
                  <a:lnTo>
                    <a:pt x="225301" y="381597"/>
                  </a:lnTo>
                  <a:lnTo>
                    <a:pt x="224663" y="382198"/>
                  </a:lnTo>
                  <a:lnTo>
                    <a:pt x="224233" y="382656"/>
                  </a:lnTo>
                  <a:lnTo>
                    <a:pt x="224085" y="382437"/>
                  </a:lnTo>
                  <a:lnTo>
                    <a:pt x="223794" y="382614"/>
                  </a:lnTo>
                  <a:lnTo>
                    <a:pt x="223785" y="383041"/>
                  </a:lnTo>
                  <a:lnTo>
                    <a:pt x="223432" y="383720"/>
                  </a:lnTo>
                  <a:lnTo>
                    <a:pt x="223397" y="383862"/>
                  </a:lnTo>
                  <a:lnTo>
                    <a:pt x="223512" y="384312"/>
                  </a:lnTo>
                  <a:lnTo>
                    <a:pt x="223753" y="384849"/>
                  </a:lnTo>
                  <a:lnTo>
                    <a:pt x="223799" y="385289"/>
                  </a:lnTo>
                  <a:lnTo>
                    <a:pt x="223908" y="385545"/>
                  </a:lnTo>
                  <a:lnTo>
                    <a:pt x="223886" y="386034"/>
                  </a:lnTo>
                  <a:lnTo>
                    <a:pt x="223728" y="386058"/>
                  </a:lnTo>
                  <a:lnTo>
                    <a:pt x="223804" y="386447"/>
                  </a:lnTo>
                  <a:lnTo>
                    <a:pt x="223525" y="387072"/>
                  </a:lnTo>
                  <a:lnTo>
                    <a:pt x="223292" y="386935"/>
                  </a:lnTo>
                  <a:lnTo>
                    <a:pt x="222876" y="387102"/>
                  </a:lnTo>
                  <a:lnTo>
                    <a:pt x="222543" y="387119"/>
                  </a:lnTo>
                  <a:lnTo>
                    <a:pt x="222377" y="387021"/>
                  </a:lnTo>
                  <a:lnTo>
                    <a:pt x="222417" y="386231"/>
                  </a:lnTo>
                  <a:lnTo>
                    <a:pt x="222169" y="386239"/>
                  </a:lnTo>
                  <a:lnTo>
                    <a:pt x="222108" y="385792"/>
                  </a:lnTo>
                  <a:lnTo>
                    <a:pt x="222098" y="385588"/>
                  </a:lnTo>
                  <a:lnTo>
                    <a:pt x="221539" y="385973"/>
                  </a:lnTo>
                  <a:lnTo>
                    <a:pt x="221223" y="386198"/>
                  </a:lnTo>
                  <a:lnTo>
                    <a:pt x="221056" y="386138"/>
                  </a:lnTo>
                  <a:lnTo>
                    <a:pt x="220534" y="385784"/>
                  </a:lnTo>
                  <a:lnTo>
                    <a:pt x="220286" y="385354"/>
                  </a:lnTo>
                  <a:lnTo>
                    <a:pt x="220141" y="385264"/>
                  </a:lnTo>
                  <a:lnTo>
                    <a:pt x="219739" y="385014"/>
                  </a:lnTo>
                  <a:lnTo>
                    <a:pt x="219516" y="384959"/>
                  </a:lnTo>
                  <a:lnTo>
                    <a:pt x="218986" y="385411"/>
                  </a:lnTo>
                  <a:lnTo>
                    <a:pt x="219141" y="385660"/>
                  </a:lnTo>
                  <a:lnTo>
                    <a:pt x="218933" y="385615"/>
                  </a:lnTo>
                  <a:lnTo>
                    <a:pt x="218729" y="385532"/>
                  </a:lnTo>
                  <a:lnTo>
                    <a:pt x="218537" y="386098"/>
                  </a:lnTo>
                  <a:lnTo>
                    <a:pt x="218855" y="386316"/>
                  </a:lnTo>
                  <a:lnTo>
                    <a:pt x="219095" y="386145"/>
                  </a:lnTo>
                  <a:lnTo>
                    <a:pt x="219265" y="386036"/>
                  </a:lnTo>
                  <a:lnTo>
                    <a:pt x="219549" y="386365"/>
                  </a:lnTo>
                  <a:lnTo>
                    <a:pt x="219225" y="386970"/>
                  </a:lnTo>
                  <a:lnTo>
                    <a:pt x="218828" y="387267"/>
                  </a:lnTo>
                  <a:lnTo>
                    <a:pt x="218236" y="387570"/>
                  </a:lnTo>
                  <a:lnTo>
                    <a:pt x="218199" y="388023"/>
                  </a:lnTo>
                  <a:lnTo>
                    <a:pt x="218541" y="388211"/>
                  </a:lnTo>
                  <a:lnTo>
                    <a:pt x="218466" y="388506"/>
                  </a:lnTo>
                  <a:lnTo>
                    <a:pt x="218295" y="388418"/>
                  </a:lnTo>
                  <a:lnTo>
                    <a:pt x="217978" y="388503"/>
                  </a:lnTo>
                  <a:lnTo>
                    <a:pt x="217433" y="388403"/>
                  </a:lnTo>
                  <a:lnTo>
                    <a:pt x="217462" y="388828"/>
                  </a:lnTo>
                  <a:lnTo>
                    <a:pt x="218011" y="389145"/>
                  </a:lnTo>
                  <a:lnTo>
                    <a:pt x="218693" y="388930"/>
                  </a:lnTo>
                  <a:lnTo>
                    <a:pt x="218913" y="389569"/>
                  </a:lnTo>
                  <a:lnTo>
                    <a:pt x="219173" y="389384"/>
                  </a:lnTo>
                  <a:lnTo>
                    <a:pt x="219419" y="389573"/>
                  </a:lnTo>
                  <a:lnTo>
                    <a:pt x="219459" y="389774"/>
                  </a:lnTo>
                  <a:lnTo>
                    <a:pt x="218957" y="390206"/>
                  </a:lnTo>
                  <a:lnTo>
                    <a:pt x="218780" y="390304"/>
                  </a:lnTo>
                  <a:lnTo>
                    <a:pt x="218706" y="390604"/>
                  </a:lnTo>
                  <a:lnTo>
                    <a:pt x="219163" y="390410"/>
                  </a:lnTo>
                  <a:lnTo>
                    <a:pt x="219445" y="390456"/>
                  </a:lnTo>
                  <a:lnTo>
                    <a:pt x="219475" y="390810"/>
                  </a:lnTo>
                  <a:lnTo>
                    <a:pt x="219293" y="390727"/>
                  </a:lnTo>
                  <a:lnTo>
                    <a:pt x="219167" y="391247"/>
                  </a:lnTo>
                  <a:lnTo>
                    <a:pt x="219153" y="391396"/>
                  </a:lnTo>
                  <a:lnTo>
                    <a:pt x="218685" y="391680"/>
                  </a:lnTo>
                  <a:lnTo>
                    <a:pt x="218433" y="391788"/>
                  </a:lnTo>
                  <a:lnTo>
                    <a:pt x="218005" y="391801"/>
                  </a:lnTo>
                  <a:lnTo>
                    <a:pt x="217612" y="391769"/>
                  </a:lnTo>
                  <a:lnTo>
                    <a:pt x="217607" y="391981"/>
                  </a:lnTo>
                  <a:lnTo>
                    <a:pt x="217854" y="392347"/>
                  </a:lnTo>
                  <a:lnTo>
                    <a:pt x="217904" y="392498"/>
                  </a:lnTo>
                  <a:lnTo>
                    <a:pt x="217545" y="392685"/>
                  </a:lnTo>
                  <a:lnTo>
                    <a:pt x="217511" y="392924"/>
                  </a:lnTo>
                  <a:lnTo>
                    <a:pt x="217719" y="393395"/>
                  </a:lnTo>
                  <a:lnTo>
                    <a:pt x="217893" y="393461"/>
                  </a:lnTo>
                  <a:lnTo>
                    <a:pt x="218155" y="393472"/>
                  </a:lnTo>
                  <a:lnTo>
                    <a:pt x="218416" y="393455"/>
                  </a:lnTo>
                  <a:lnTo>
                    <a:pt x="218529" y="393598"/>
                  </a:lnTo>
                  <a:lnTo>
                    <a:pt x="218403" y="393917"/>
                  </a:lnTo>
                  <a:lnTo>
                    <a:pt x="218264" y="394584"/>
                  </a:lnTo>
                  <a:lnTo>
                    <a:pt x="218045" y="394620"/>
                  </a:lnTo>
                  <a:lnTo>
                    <a:pt x="217494" y="394629"/>
                  </a:lnTo>
                  <a:lnTo>
                    <a:pt x="217454" y="394876"/>
                  </a:lnTo>
                  <a:lnTo>
                    <a:pt x="217222" y="395140"/>
                  </a:lnTo>
                  <a:lnTo>
                    <a:pt x="217259" y="395669"/>
                  </a:lnTo>
                  <a:lnTo>
                    <a:pt x="217424" y="395679"/>
                  </a:lnTo>
                  <a:lnTo>
                    <a:pt x="217686" y="395738"/>
                  </a:lnTo>
                  <a:lnTo>
                    <a:pt x="217726" y="395971"/>
                  </a:lnTo>
                  <a:lnTo>
                    <a:pt x="217679" y="396148"/>
                  </a:lnTo>
                  <a:lnTo>
                    <a:pt x="217318" y="396321"/>
                  </a:lnTo>
                  <a:lnTo>
                    <a:pt x="217182" y="396357"/>
                  </a:lnTo>
                  <a:lnTo>
                    <a:pt x="216826" y="396381"/>
                  </a:lnTo>
                  <a:lnTo>
                    <a:pt x="216604" y="396384"/>
                  </a:lnTo>
                  <a:lnTo>
                    <a:pt x="216462" y="396584"/>
                  </a:lnTo>
                  <a:lnTo>
                    <a:pt x="216448" y="396739"/>
                  </a:lnTo>
                  <a:lnTo>
                    <a:pt x="216183" y="396984"/>
                  </a:lnTo>
                  <a:lnTo>
                    <a:pt x="215973" y="397273"/>
                  </a:lnTo>
                  <a:lnTo>
                    <a:pt x="215968" y="397511"/>
                  </a:lnTo>
                  <a:lnTo>
                    <a:pt x="215812" y="397734"/>
                  </a:lnTo>
                  <a:lnTo>
                    <a:pt x="215549" y="397669"/>
                  </a:lnTo>
                  <a:lnTo>
                    <a:pt x="214993" y="397161"/>
                  </a:lnTo>
                  <a:lnTo>
                    <a:pt x="215231" y="396216"/>
                  </a:lnTo>
                  <a:lnTo>
                    <a:pt x="215203" y="396076"/>
                  </a:lnTo>
                  <a:lnTo>
                    <a:pt x="215039" y="395923"/>
                  </a:lnTo>
                  <a:lnTo>
                    <a:pt x="214289" y="394918"/>
                  </a:lnTo>
                  <a:lnTo>
                    <a:pt x="213777" y="395107"/>
                  </a:lnTo>
                  <a:lnTo>
                    <a:pt x="213492" y="395196"/>
                  </a:lnTo>
                  <a:lnTo>
                    <a:pt x="213478" y="395360"/>
                  </a:lnTo>
                  <a:lnTo>
                    <a:pt x="213447" y="395736"/>
                  </a:lnTo>
                  <a:lnTo>
                    <a:pt x="213242" y="396111"/>
                  </a:lnTo>
                  <a:lnTo>
                    <a:pt x="213482" y="396831"/>
                  </a:lnTo>
                  <a:lnTo>
                    <a:pt x="213696" y="397186"/>
                  </a:lnTo>
                  <a:lnTo>
                    <a:pt x="213455" y="397423"/>
                  </a:lnTo>
                  <a:lnTo>
                    <a:pt x="213304" y="397318"/>
                  </a:lnTo>
                  <a:lnTo>
                    <a:pt x="213059" y="397226"/>
                  </a:lnTo>
                  <a:lnTo>
                    <a:pt x="212938" y="396836"/>
                  </a:lnTo>
                  <a:lnTo>
                    <a:pt x="212857" y="396508"/>
                  </a:lnTo>
                  <a:lnTo>
                    <a:pt x="212555" y="396244"/>
                  </a:lnTo>
                  <a:lnTo>
                    <a:pt x="212356" y="395976"/>
                  </a:lnTo>
                  <a:lnTo>
                    <a:pt x="212102" y="395585"/>
                  </a:lnTo>
                  <a:lnTo>
                    <a:pt x="212161" y="395270"/>
                  </a:lnTo>
                  <a:lnTo>
                    <a:pt x="212140" y="394609"/>
                  </a:lnTo>
                  <a:lnTo>
                    <a:pt x="212305" y="394567"/>
                  </a:lnTo>
                  <a:lnTo>
                    <a:pt x="212493" y="394039"/>
                  </a:lnTo>
                  <a:lnTo>
                    <a:pt x="212118" y="393694"/>
                  </a:lnTo>
                  <a:lnTo>
                    <a:pt x="211615" y="393368"/>
                  </a:lnTo>
                  <a:lnTo>
                    <a:pt x="211850" y="393001"/>
                  </a:lnTo>
                  <a:lnTo>
                    <a:pt x="212433" y="392692"/>
                  </a:lnTo>
                  <a:lnTo>
                    <a:pt x="212923" y="393027"/>
                  </a:lnTo>
                  <a:lnTo>
                    <a:pt x="213290" y="392697"/>
                  </a:lnTo>
                  <a:lnTo>
                    <a:pt x="213225" y="392548"/>
                  </a:lnTo>
                  <a:lnTo>
                    <a:pt x="212990" y="392104"/>
                  </a:lnTo>
                  <a:lnTo>
                    <a:pt x="212590" y="392127"/>
                  </a:lnTo>
                  <a:lnTo>
                    <a:pt x="212338" y="391895"/>
                  </a:lnTo>
                  <a:lnTo>
                    <a:pt x="212101" y="391557"/>
                  </a:lnTo>
                  <a:lnTo>
                    <a:pt x="212068" y="391332"/>
                  </a:lnTo>
                  <a:lnTo>
                    <a:pt x="212194" y="390953"/>
                  </a:lnTo>
                  <a:lnTo>
                    <a:pt x="211974" y="390592"/>
                  </a:lnTo>
                  <a:lnTo>
                    <a:pt x="211694" y="390249"/>
                  </a:lnTo>
                  <a:lnTo>
                    <a:pt x="211650" y="389997"/>
                  </a:lnTo>
                  <a:lnTo>
                    <a:pt x="211237" y="389938"/>
                  </a:lnTo>
                  <a:lnTo>
                    <a:pt x="211036" y="389737"/>
                  </a:lnTo>
                  <a:lnTo>
                    <a:pt x="210808" y="389402"/>
                  </a:lnTo>
                  <a:lnTo>
                    <a:pt x="210757" y="389072"/>
                  </a:lnTo>
                  <a:lnTo>
                    <a:pt x="210513" y="388799"/>
                  </a:lnTo>
                  <a:lnTo>
                    <a:pt x="210244" y="388646"/>
                  </a:lnTo>
                  <a:lnTo>
                    <a:pt x="209840" y="388262"/>
                  </a:lnTo>
                  <a:lnTo>
                    <a:pt x="209593" y="388017"/>
                  </a:lnTo>
                  <a:lnTo>
                    <a:pt x="209423" y="387935"/>
                  </a:lnTo>
                  <a:lnTo>
                    <a:pt x="209633" y="387655"/>
                  </a:lnTo>
                  <a:lnTo>
                    <a:pt x="209289" y="387045"/>
                  </a:lnTo>
                  <a:lnTo>
                    <a:pt x="209186" y="386879"/>
                  </a:lnTo>
                  <a:lnTo>
                    <a:pt x="209324" y="386603"/>
                  </a:lnTo>
                  <a:lnTo>
                    <a:pt x="209418" y="386182"/>
                  </a:lnTo>
                  <a:lnTo>
                    <a:pt x="209505" y="385766"/>
                  </a:lnTo>
                  <a:lnTo>
                    <a:pt x="209217" y="385189"/>
                  </a:lnTo>
                  <a:lnTo>
                    <a:pt x="209008" y="385080"/>
                  </a:lnTo>
                  <a:lnTo>
                    <a:pt x="208783" y="385125"/>
                  </a:lnTo>
                  <a:lnTo>
                    <a:pt x="208289" y="385185"/>
                  </a:lnTo>
                  <a:lnTo>
                    <a:pt x="208169" y="384848"/>
                  </a:lnTo>
                  <a:lnTo>
                    <a:pt x="208074" y="384523"/>
                  </a:lnTo>
                  <a:lnTo>
                    <a:pt x="207901" y="384565"/>
                  </a:lnTo>
                  <a:lnTo>
                    <a:pt x="207625" y="385248"/>
                  </a:lnTo>
                  <a:lnTo>
                    <a:pt x="206884" y="385213"/>
                  </a:lnTo>
                  <a:lnTo>
                    <a:pt x="206434" y="385300"/>
                  </a:lnTo>
                  <a:lnTo>
                    <a:pt x="206284" y="385544"/>
                  </a:lnTo>
                  <a:lnTo>
                    <a:pt x="205810" y="385661"/>
                  </a:lnTo>
                  <a:lnTo>
                    <a:pt x="205557" y="385150"/>
                  </a:lnTo>
                  <a:lnTo>
                    <a:pt x="205507" y="384950"/>
                  </a:lnTo>
                  <a:lnTo>
                    <a:pt x="205060" y="384443"/>
                  </a:lnTo>
                  <a:lnTo>
                    <a:pt x="205464" y="383862"/>
                  </a:lnTo>
                  <a:lnTo>
                    <a:pt x="205392" y="383508"/>
                  </a:lnTo>
                  <a:lnTo>
                    <a:pt x="205296" y="383331"/>
                  </a:lnTo>
                  <a:lnTo>
                    <a:pt x="205171" y="383156"/>
                  </a:lnTo>
                  <a:lnTo>
                    <a:pt x="204845" y="382928"/>
                  </a:lnTo>
                  <a:lnTo>
                    <a:pt x="204547" y="383272"/>
                  </a:lnTo>
                  <a:lnTo>
                    <a:pt x="204344" y="383406"/>
                  </a:lnTo>
                  <a:lnTo>
                    <a:pt x="203735" y="383598"/>
                  </a:lnTo>
                  <a:lnTo>
                    <a:pt x="203562" y="383748"/>
                  </a:lnTo>
                  <a:lnTo>
                    <a:pt x="203196" y="384025"/>
                  </a:lnTo>
                  <a:lnTo>
                    <a:pt x="202838" y="383967"/>
                  </a:lnTo>
                  <a:lnTo>
                    <a:pt x="202742" y="383725"/>
                  </a:lnTo>
                  <a:lnTo>
                    <a:pt x="202583" y="383475"/>
                  </a:lnTo>
                  <a:lnTo>
                    <a:pt x="202389" y="383482"/>
                  </a:lnTo>
                  <a:lnTo>
                    <a:pt x="201864" y="383635"/>
                  </a:lnTo>
                  <a:lnTo>
                    <a:pt x="201569" y="383855"/>
                  </a:lnTo>
                  <a:lnTo>
                    <a:pt x="201269" y="383908"/>
                  </a:lnTo>
                  <a:lnTo>
                    <a:pt x="201004" y="383801"/>
                  </a:lnTo>
                  <a:lnTo>
                    <a:pt x="200328" y="383691"/>
                  </a:lnTo>
                  <a:lnTo>
                    <a:pt x="200161" y="383747"/>
                  </a:lnTo>
                  <a:lnTo>
                    <a:pt x="199903" y="383795"/>
                  </a:lnTo>
                  <a:lnTo>
                    <a:pt x="199279" y="383810"/>
                  </a:lnTo>
                  <a:lnTo>
                    <a:pt x="199122" y="384003"/>
                  </a:lnTo>
                  <a:lnTo>
                    <a:pt x="198977" y="384279"/>
                  </a:lnTo>
                  <a:lnTo>
                    <a:pt x="199369" y="384613"/>
                  </a:lnTo>
                  <a:lnTo>
                    <a:pt x="199424" y="385044"/>
                  </a:lnTo>
                  <a:lnTo>
                    <a:pt x="198924" y="385448"/>
                  </a:lnTo>
                  <a:lnTo>
                    <a:pt x="198779" y="385375"/>
                  </a:lnTo>
                  <a:lnTo>
                    <a:pt x="198460" y="385255"/>
                  </a:lnTo>
                  <a:lnTo>
                    <a:pt x="198111" y="385222"/>
                  </a:lnTo>
                  <a:lnTo>
                    <a:pt x="197859" y="385224"/>
                  </a:lnTo>
                  <a:lnTo>
                    <a:pt x="197445" y="385542"/>
                  </a:lnTo>
                  <a:lnTo>
                    <a:pt x="197475" y="385830"/>
                  </a:lnTo>
                  <a:lnTo>
                    <a:pt x="197503" y="385977"/>
                  </a:lnTo>
                  <a:lnTo>
                    <a:pt x="197365" y="386221"/>
                  </a:lnTo>
                  <a:lnTo>
                    <a:pt x="196982" y="386360"/>
                  </a:lnTo>
                  <a:lnTo>
                    <a:pt x="196644" y="386581"/>
                  </a:lnTo>
                  <a:lnTo>
                    <a:pt x="196456" y="386901"/>
                  </a:lnTo>
                  <a:lnTo>
                    <a:pt x="196207" y="387165"/>
                  </a:lnTo>
                  <a:lnTo>
                    <a:pt x="195926" y="387552"/>
                  </a:lnTo>
                  <a:lnTo>
                    <a:pt x="195635" y="387805"/>
                  </a:lnTo>
                  <a:lnTo>
                    <a:pt x="195273" y="388384"/>
                  </a:lnTo>
                  <a:lnTo>
                    <a:pt x="194655" y="388116"/>
                  </a:lnTo>
                  <a:lnTo>
                    <a:pt x="194412" y="388021"/>
                  </a:lnTo>
                  <a:lnTo>
                    <a:pt x="194136" y="387580"/>
                  </a:lnTo>
                  <a:lnTo>
                    <a:pt x="193660" y="387087"/>
                  </a:lnTo>
                  <a:lnTo>
                    <a:pt x="193234" y="386749"/>
                  </a:lnTo>
                  <a:lnTo>
                    <a:pt x="193287" y="386431"/>
                  </a:lnTo>
                  <a:lnTo>
                    <a:pt x="192878" y="386116"/>
                  </a:lnTo>
                  <a:lnTo>
                    <a:pt x="192619" y="386085"/>
                  </a:lnTo>
                  <a:lnTo>
                    <a:pt x="192273" y="386605"/>
                  </a:lnTo>
                  <a:lnTo>
                    <a:pt x="192066" y="386543"/>
                  </a:lnTo>
                  <a:lnTo>
                    <a:pt x="191877" y="386540"/>
                  </a:lnTo>
                  <a:lnTo>
                    <a:pt x="191653" y="386627"/>
                  </a:lnTo>
                  <a:lnTo>
                    <a:pt x="191423" y="386707"/>
                  </a:lnTo>
                  <a:lnTo>
                    <a:pt x="191290" y="386711"/>
                  </a:lnTo>
                  <a:lnTo>
                    <a:pt x="191065" y="386760"/>
                  </a:lnTo>
                  <a:lnTo>
                    <a:pt x="190796" y="386940"/>
                  </a:lnTo>
                  <a:lnTo>
                    <a:pt x="190933" y="387190"/>
                  </a:lnTo>
                  <a:lnTo>
                    <a:pt x="191108" y="387130"/>
                  </a:lnTo>
                  <a:lnTo>
                    <a:pt x="191190" y="387306"/>
                  </a:lnTo>
                  <a:lnTo>
                    <a:pt x="190794" y="387720"/>
                  </a:lnTo>
                  <a:lnTo>
                    <a:pt x="190397" y="388265"/>
                  </a:lnTo>
                  <a:lnTo>
                    <a:pt x="190253" y="388330"/>
                  </a:lnTo>
                  <a:lnTo>
                    <a:pt x="190230" y="388485"/>
                  </a:lnTo>
                  <a:lnTo>
                    <a:pt x="189966" y="388788"/>
                  </a:lnTo>
                  <a:lnTo>
                    <a:pt x="190229" y="389160"/>
                  </a:lnTo>
                  <a:lnTo>
                    <a:pt x="190251" y="389612"/>
                  </a:lnTo>
                  <a:lnTo>
                    <a:pt x="190084" y="389526"/>
                  </a:lnTo>
                  <a:lnTo>
                    <a:pt x="189881" y="389494"/>
                  </a:lnTo>
                  <a:lnTo>
                    <a:pt x="189638" y="389488"/>
                  </a:lnTo>
                  <a:lnTo>
                    <a:pt x="189480" y="389488"/>
                  </a:lnTo>
                  <a:lnTo>
                    <a:pt x="189158" y="389488"/>
                  </a:lnTo>
                  <a:lnTo>
                    <a:pt x="188796" y="389426"/>
                  </a:lnTo>
                  <a:lnTo>
                    <a:pt x="188583" y="389381"/>
                  </a:lnTo>
                  <a:lnTo>
                    <a:pt x="188422" y="389379"/>
                  </a:lnTo>
                  <a:lnTo>
                    <a:pt x="188118" y="389583"/>
                  </a:lnTo>
                  <a:lnTo>
                    <a:pt x="188065" y="389787"/>
                  </a:lnTo>
                  <a:lnTo>
                    <a:pt x="187775" y="389808"/>
                  </a:lnTo>
                  <a:lnTo>
                    <a:pt x="187528" y="389646"/>
                  </a:lnTo>
                  <a:lnTo>
                    <a:pt x="187149" y="389888"/>
                  </a:lnTo>
                  <a:lnTo>
                    <a:pt x="187117" y="390061"/>
                  </a:lnTo>
                  <a:lnTo>
                    <a:pt x="186891" y="390246"/>
                  </a:lnTo>
                  <a:lnTo>
                    <a:pt x="186483" y="389888"/>
                  </a:lnTo>
                  <a:lnTo>
                    <a:pt x="186806" y="389552"/>
                  </a:lnTo>
                  <a:lnTo>
                    <a:pt x="186476" y="389539"/>
                  </a:lnTo>
                  <a:lnTo>
                    <a:pt x="186205" y="389504"/>
                  </a:lnTo>
                  <a:lnTo>
                    <a:pt x="186002" y="389477"/>
                  </a:lnTo>
                  <a:lnTo>
                    <a:pt x="185515" y="389111"/>
                  </a:lnTo>
                  <a:lnTo>
                    <a:pt x="185365" y="389240"/>
                  </a:lnTo>
                  <a:lnTo>
                    <a:pt x="185265" y="389387"/>
                  </a:lnTo>
                  <a:lnTo>
                    <a:pt x="185049" y="389703"/>
                  </a:lnTo>
                  <a:lnTo>
                    <a:pt x="185139" y="389836"/>
                  </a:lnTo>
                  <a:lnTo>
                    <a:pt x="185293" y="389970"/>
                  </a:lnTo>
                  <a:lnTo>
                    <a:pt x="185535" y="390029"/>
                  </a:lnTo>
                  <a:lnTo>
                    <a:pt x="185174" y="390341"/>
                  </a:lnTo>
                  <a:lnTo>
                    <a:pt x="185032" y="390299"/>
                  </a:lnTo>
                  <a:lnTo>
                    <a:pt x="184718" y="390278"/>
                  </a:lnTo>
                  <a:lnTo>
                    <a:pt x="184453" y="390310"/>
                  </a:lnTo>
                  <a:lnTo>
                    <a:pt x="184280" y="390579"/>
                  </a:lnTo>
                  <a:lnTo>
                    <a:pt x="183940" y="390313"/>
                  </a:lnTo>
                  <a:lnTo>
                    <a:pt x="183828" y="390109"/>
                  </a:lnTo>
                  <a:lnTo>
                    <a:pt x="183679" y="390036"/>
                  </a:lnTo>
                  <a:lnTo>
                    <a:pt x="183299" y="389846"/>
                  </a:lnTo>
                  <a:lnTo>
                    <a:pt x="183082" y="389822"/>
                  </a:lnTo>
                  <a:lnTo>
                    <a:pt x="182916" y="390256"/>
                  </a:lnTo>
                  <a:lnTo>
                    <a:pt x="182458" y="390175"/>
                  </a:lnTo>
                  <a:lnTo>
                    <a:pt x="182321" y="390108"/>
                  </a:lnTo>
                  <a:lnTo>
                    <a:pt x="182004" y="390073"/>
                  </a:lnTo>
                  <a:lnTo>
                    <a:pt x="181904" y="389915"/>
                  </a:lnTo>
                  <a:lnTo>
                    <a:pt x="182030" y="389460"/>
                  </a:lnTo>
                  <a:lnTo>
                    <a:pt x="182173" y="388972"/>
                  </a:lnTo>
                  <a:lnTo>
                    <a:pt x="182424" y="389292"/>
                  </a:lnTo>
                  <a:lnTo>
                    <a:pt x="182691" y="389099"/>
                  </a:lnTo>
                  <a:lnTo>
                    <a:pt x="182700" y="388956"/>
                  </a:lnTo>
                  <a:lnTo>
                    <a:pt x="182493" y="388721"/>
                  </a:lnTo>
                  <a:lnTo>
                    <a:pt x="182317" y="388674"/>
                  </a:lnTo>
                  <a:lnTo>
                    <a:pt x="181885" y="388213"/>
                  </a:lnTo>
                  <a:lnTo>
                    <a:pt x="181957" y="388070"/>
                  </a:lnTo>
                  <a:lnTo>
                    <a:pt x="181796" y="387819"/>
                  </a:lnTo>
                  <a:lnTo>
                    <a:pt x="181427" y="387828"/>
                  </a:lnTo>
                  <a:lnTo>
                    <a:pt x="180983" y="387494"/>
                  </a:lnTo>
                  <a:lnTo>
                    <a:pt x="180913" y="387154"/>
                  </a:lnTo>
                  <a:lnTo>
                    <a:pt x="180560" y="386992"/>
                  </a:lnTo>
                  <a:lnTo>
                    <a:pt x="180816" y="386636"/>
                  </a:lnTo>
                  <a:lnTo>
                    <a:pt x="181068" y="386413"/>
                  </a:lnTo>
                  <a:lnTo>
                    <a:pt x="180748" y="386230"/>
                  </a:lnTo>
                  <a:lnTo>
                    <a:pt x="180595" y="386328"/>
                  </a:lnTo>
                  <a:lnTo>
                    <a:pt x="180350" y="385651"/>
                  </a:lnTo>
                  <a:lnTo>
                    <a:pt x="179944" y="385171"/>
                  </a:lnTo>
                  <a:lnTo>
                    <a:pt x="179821" y="384909"/>
                  </a:lnTo>
                  <a:lnTo>
                    <a:pt x="179653" y="384837"/>
                  </a:lnTo>
                  <a:lnTo>
                    <a:pt x="179482" y="384824"/>
                  </a:lnTo>
                  <a:lnTo>
                    <a:pt x="179103" y="384695"/>
                  </a:lnTo>
                  <a:lnTo>
                    <a:pt x="179157" y="384413"/>
                  </a:lnTo>
                  <a:lnTo>
                    <a:pt x="178928" y="383989"/>
                  </a:lnTo>
                  <a:lnTo>
                    <a:pt x="178539" y="383542"/>
                  </a:lnTo>
                  <a:lnTo>
                    <a:pt x="178200" y="383374"/>
                  </a:lnTo>
                  <a:lnTo>
                    <a:pt x="178089" y="383181"/>
                  </a:lnTo>
                  <a:lnTo>
                    <a:pt x="178138" y="382807"/>
                  </a:lnTo>
                  <a:lnTo>
                    <a:pt x="178381" y="382915"/>
                  </a:lnTo>
                  <a:lnTo>
                    <a:pt x="178831" y="382452"/>
                  </a:lnTo>
                  <a:lnTo>
                    <a:pt x="178856" y="381857"/>
                  </a:lnTo>
                  <a:lnTo>
                    <a:pt x="179113" y="381664"/>
                  </a:lnTo>
                  <a:lnTo>
                    <a:pt x="179065" y="381435"/>
                  </a:lnTo>
                  <a:lnTo>
                    <a:pt x="178984" y="381156"/>
                  </a:lnTo>
                  <a:lnTo>
                    <a:pt x="179072" y="380833"/>
                  </a:lnTo>
                  <a:lnTo>
                    <a:pt x="178986" y="380502"/>
                  </a:lnTo>
                  <a:lnTo>
                    <a:pt x="179169" y="380206"/>
                  </a:lnTo>
                  <a:lnTo>
                    <a:pt x="179118" y="379794"/>
                  </a:lnTo>
                  <a:lnTo>
                    <a:pt x="178797" y="379636"/>
                  </a:lnTo>
                  <a:lnTo>
                    <a:pt x="179073" y="379006"/>
                  </a:lnTo>
                  <a:lnTo>
                    <a:pt x="178989" y="378762"/>
                  </a:lnTo>
                  <a:lnTo>
                    <a:pt x="178762" y="378699"/>
                  </a:lnTo>
                  <a:lnTo>
                    <a:pt x="178678" y="378444"/>
                  </a:lnTo>
                  <a:lnTo>
                    <a:pt x="178632" y="378249"/>
                  </a:lnTo>
                  <a:lnTo>
                    <a:pt x="178059" y="377572"/>
                  </a:lnTo>
                  <a:lnTo>
                    <a:pt x="177686" y="377583"/>
                  </a:lnTo>
                  <a:lnTo>
                    <a:pt x="177423" y="377627"/>
                  </a:lnTo>
                  <a:lnTo>
                    <a:pt x="177062" y="377738"/>
                  </a:lnTo>
                  <a:lnTo>
                    <a:pt x="176764" y="377286"/>
                  </a:lnTo>
                  <a:lnTo>
                    <a:pt x="176997" y="376758"/>
                  </a:lnTo>
                  <a:lnTo>
                    <a:pt x="177220" y="376546"/>
                  </a:lnTo>
                  <a:lnTo>
                    <a:pt x="177308" y="376352"/>
                  </a:lnTo>
                  <a:lnTo>
                    <a:pt x="177562" y="375665"/>
                  </a:lnTo>
                  <a:lnTo>
                    <a:pt x="177420" y="375566"/>
                  </a:lnTo>
                  <a:lnTo>
                    <a:pt x="177226" y="375557"/>
                  </a:lnTo>
                  <a:lnTo>
                    <a:pt x="176898" y="375515"/>
                  </a:lnTo>
                  <a:lnTo>
                    <a:pt x="176537" y="375433"/>
                  </a:lnTo>
                  <a:lnTo>
                    <a:pt x="176045" y="375316"/>
                  </a:lnTo>
                  <a:lnTo>
                    <a:pt x="175876" y="375239"/>
                  </a:lnTo>
                  <a:lnTo>
                    <a:pt x="175631" y="375298"/>
                  </a:lnTo>
                  <a:lnTo>
                    <a:pt x="175392" y="375084"/>
                  </a:lnTo>
                  <a:lnTo>
                    <a:pt x="175431" y="374690"/>
                  </a:lnTo>
                  <a:lnTo>
                    <a:pt x="175387" y="374562"/>
                  </a:lnTo>
                  <a:lnTo>
                    <a:pt x="175310" y="374290"/>
                  </a:lnTo>
                  <a:lnTo>
                    <a:pt x="175325" y="374132"/>
                  </a:lnTo>
                  <a:lnTo>
                    <a:pt x="175340" y="373887"/>
                  </a:lnTo>
                  <a:lnTo>
                    <a:pt x="175154" y="373598"/>
                  </a:lnTo>
                  <a:lnTo>
                    <a:pt x="175104" y="373416"/>
                  </a:lnTo>
                  <a:lnTo>
                    <a:pt x="175266" y="373037"/>
                  </a:lnTo>
                  <a:lnTo>
                    <a:pt x="175919" y="372766"/>
                  </a:lnTo>
                  <a:lnTo>
                    <a:pt x="176187" y="372355"/>
                  </a:lnTo>
                  <a:lnTo>
                    <a:pt x="176075" y="371976"/>
                  </a:lnTo>
                  <a:lnTo>
                    <a:pt x="175873" y="371664"/>
                  </a:lnTo>
                  <a:lnTo>
                    <a:pt x="175821" y="371422"/>
                  </a:lnTo>
                  <a:lnTo>
                    <a:pt x="175920" y="371293"/>
                  </a:lnTo>
                  <a:lnTo>
                    <a:pt x="176046" y="370966"/>
                  </a:lnTo>
                  <a:lnTo>
                    <a:pt x="175644" y="370604"/>
                  </a:lnTo>
                  <a:lnTo>
                    <a:pt x="175490" y="370497"/>
                  </a:lnTo>
                  <a:lnTo>
                    <a:pt x="175326" y="370535"/>
                  </a:lnTo>
                  <a:lnTo>
                    <a:pt x="174929" y="370455"/>
                  </a:lnTo>
                  <a:lnTo>
                    <a:pt x="174881" y="370299"/>
                  </a:lnTo>
                  <a:lnTo>
                    <a:pt x="174701" y="370267"/>
                  </a:lnTo>
                  <a:lnTo>
                    <a:pt x="174301" y="370261"/>
                  </a:lnTo>
                  <a:lnTo>
                    <a:pt x="173832" y="370421"/>
                  </a:lnTo>
                  <a:lnTo>
                    <a:pt x="173672" y="370662"/>
                  </a:lnTo>
                  <a:lnTo>
                    <a:pt x="173282" y="370839"/>
                  </a:lnTo>
                  <a:lnTo>
                    <a:pt x="173000" y="370654"/>
                  </a:lnTo>
                  <a:lnTo>
                    <a:pt x="172749" y="370540"/>
                  </a:lnTo>
                  <a:lnTo>
                    <a:pt x="172635" y="370704"/>
                  </a:lnTo>
                  <a:lnTo>
                    <a:pt x="172159" y="370726"/>
                  </a:lnTo>
                  <a:lnTo>
                    <a:pt x="171907" y="370897"/>
                  </a:lnTo>
                  <a:lnTo>
                    <a:pt x="171580" y="370681"/>
                  </a:lnTo>
                  <a:lnTo>
                    <a:pt x="171597" y="370504"/>
                  </a:lnTo>
                  <a:lnTo>
                    <a:pt x="171209" y="370154"/>
                  </a:lnTo>
                  <a:lnTo>
                    <a:pt x="171059" y="370197"/>
                  </a:lnTo>
                  <a:lnTo>
                    <a:pt x="171174" y="370463"/>
                  </a:lnTo>
                  <a:lnTo>
                    <a:pt x="171217" y="370704"/>
                  </a:lnTo>
                  <a:lnTo>
                    <a:pt x="170996" y="371128"/>
                  </a:lnTo>
                  <a:lnTo>
                    <a:pt x="170687" y="371068"/>
                  </a:lnTo>
                  <a:lnTo>
                    <a:pt x="170335" y="371090"/>
                  </a:lnTo>
                  <a:lnTo>
                    <a:pt x="169664" y="371464"/>
                  </a:lnTo>
                  <a:lnTo>
                    <a:pt x="169386" y="371584"/>
                  </a:lnTo>
                  <a:lnTo>
                    <a:pt x="169241" y="371658"/>
                  </a:lnTo>
                  <a:lnTo>
                    <a:pt x="169210" y="371913"/>
                  </a:lnTo>
                  <a:lnTo>
                    <a:pt x="169235" y="372086"/>
                  </a:lnTo>
                  <a:lnTo>
                    <a:pt x="169224" y="372407"/>
                  </a:lnTo>
                  <a:lnTo>
                    <a:pt x="169187" y="372650"/>
                  </a:lnTo>
                  <a:lnTo>
                    <a:pt x="169073" y="372852"/>
                  </a:lnTo>
                  <a:lnTo>
                    <a:pt x="169396" y="373646"/>
                  </a:lnTo>
                  <a:lnTo>
                    <a:pt x="169284" y="373836"/>
                  </a:lnTo>
                  <a:lnTo>
                    <a:pt x="169112" y="373905"/>
                  </a:lnTo>
                  <a:lnTo>
                    <a:pt x="168689" y="374351"/>
                  </a:lnTo>
                  <a:lnTo>
                    <a:pt x="168559" y="374678"/>
                  </a:lnTo>
                  <a:lnTo>
                    <a:pt x="168668" y="375105"/>
                  </a:lnTo>
                  <a:lnTo>
                    <a:pt x="168543" y="375483"/>
                  </a:lnTo>
                  <a:lnTo>
                    <a:pt x="168816" y="376052"/>
                  </a:lnTo>
                  <a:lnTo>
                    <a:pt x="168696" y="376353"/>
                  </a:lnTo>
                  <a:lnTo>
                    <a:pt x="168534" y="376596"/>
                  </a:lnTo>
                  <a:lnTo>
                    <a:pt x="168460" y="376946"/>
                  </a:lnTo>
                  <a:lnTo>
                    <a:pt x="168328" y="377030"/>
                  </a:lnTo>
                  <a:lnTo>
                    <a:pt x="168137" y="377182"/>
                  </a:lnTo>
                  <a:lnTo>
                    <a:pt x="167930" y="377566"/>
                  </a:lnTo>
                  <a:lnTo>
                    <a:pt x="167837" y="377798"/>
                  </a:lnTo>
                  <a:lnTo>
                    <a:pt x="167803" y="377931"/>
                  </a:lnTo>
                  <a:lnTo>
                    <a:pt x="167820" y="378173"/>
                  </a:lnTo>
                  <a:lnTo>
                    <a:pt x="167629" y="378400"/>
                  </a:lnTo>
                  <a:lnTo>
                    <a:pt x="167166" y="378619"/>
                  </a:lnTo>
                  <a:lnTo>
                    <a:pt x="166969" y="378785"/>
                  </a:lnTo>
                  <a:lnTo>
                    <a:pt x="166873" y="378925"/>
                  </a:lnTo>
                  <a:lnTo>
                    <a:pt x="166762" y="379059"/>
                  </a:lnTo>
                  <a:lnTo>
                    <a:pt x="166458" y="379175"/>
                  </a:lnTo>
                  <a:lnTo>
                    <a:pt x="166324" y="379215"/>
                  </a:lnTo>
                  <a:lnTo>
                    <a:pt x="165963" y="379074"/>
                  </a:lnTo>
                  <a:lnTo>
                    <a:pt x="165940" y="378943"/>
                  </a:lnTo>
                  <a:lnTo>
                    <a:pt x="165946" y="378707"/>
                  </a:lnTo>
                  <a:lnTo>
                    <a:pt x="166010" y="378534"/>
                  </a:lnTo>
                  <a:lnTo>
                    <a:pt x="165911" y="378218"/>
                  </a:lnTo>
                  <a:lnTo>
                    <a:pt x="165480" y="377830"/>
                  </a:lnTo>
                  <a:lnTo>
                    <a:pt x="165027" y="377781"/>
                  </a:lnTo>
                  <a:lnTo>
                    <a:pt x="164667" y="377782"/>
                  </a:lnTo>
                  <a:lnTo>
                    <a:pt x="164275" y="377747"/>
                  </a:lnTo>
                  <a:lnTo>
                    <a:pt x="163778" y="377828"/>
                  </a:lnTo>
                  <a:lnTo>
                    <a:pt x="163313" y="377983"/>
                  </a:lnTo>
                  <a:lnTo>
                    <a:pt x="163140" y="378052"/>
                  </a:lnTo>
                  <a:lnTo>
                    <a:pt x="163008" y="377997"/>
                  </a:lnTo>
                  <a:lnTo>
                    <a:pt x="162675" y="378306"/>
                  </a:lnTo>
                  <a:lnTo>
                    <a:pt x="162402" y="378565"/>
                  </a:lnTo>
                  <a:lnTo>
                    <a:pt x="162232" y="378627"/>
                  </a:lnTo>
                  <a:lnTo>
                    <a:pt x="162021" y="378520"/>
                  </a:lnTo>
                  <a:lnTo>
                    <a:pt x="161791" y="378590"/>
                  </a:lnTo>
                  <a:lnTo>
                    <a:pt x="161729" y="378738"/>
                  </a:lnTo>
                  <a:lnTo>
                    <a:pt x="161608" y="379291"/>
                  </a:lnTo>
                  <a:lnTo>
                    <a:pt x="161806" y="379452"/>
                  </a:lnTo>
                  <a:lnTo>
                    <a:pt x="161945" y="379824"/>
                  </a:lnTo>
                  <a:lnTo>
                    <a:pt x="161972" y="380005"/>
                  </a:lnTo>
                  <a:lnTo>
                    <a:pt x="161756" y="380306"/>
                  </a:lnTo>
                  <a:lnTo>
                    <a:pt x="161597" y="380286"/>
                  </a:lnTo>
                  <a:lnTo>
                    <a:pt x="161421" y="380682"/>
                  </a:lnTo>
                  <a:lnTo>
                    <a:pt x="160970" y="380744"/>
                  </a:lnTo>
                  <a:lnTo>
                    <a:pt x="160726" y="380578"/>
                  </a:lnTo>
                  <a:lnTo>
                    <a:pt x="160702" y="380749"/>
                  </a:lnTo>
                  <a:lnTo>
                    <a:pt x="160704" y="380983"/>
                  </a:lnTo>
                  <a:lnTo>
                    <a:pt x="160511" y="381393"/>
                  </a:lnTo>
                  <a:lnTo>
                    <a:pt x="160384" y="381497"/>
                  </a:lnTo>
                  <a:lnTo>
                    <a:pt x="160118" y="381540"/>
                  </a:lnTo>
                  <a:lnTo>
                    <a:pt x="159764" y="381445"/>
                  </a:lnTo>
                  <a:lnTo>
                    <a:pt x="159311" y="381650"/>
                  </a:lnTo>
                  <a:lnTo>
                    <a:pt x="159242" y="381865"/>
                  </a:lnTo>
                  <a:lnTo>
                    <a:pt x="159260" y="382009"/>
                  </a:lnTo>
                  <a:lnTo>
                    <a:pt x="158721" y="382188"/>
                  </a:lnTo>
                  <a:lnTo>
                    <a:pt x="158681" y="382580"/>
                  </a:lnTo>
                  <a:lnTo>
                    <a:pt x="158668" y="382944"/>
                  </a:lnTo>
                  <a:lnTo>
                    <a:pt x="158576" y="383151"/>
                  </a:lnTo>
                  <a:lnTo>
                    <a:pt x="158460" y="383365"/>
                  </a:lnTo>
                  <a:lnTo>
                    <a:pt x="158333" y="383585"/>
                  </a:lnTo>
                  <a:lnTo>
                    <a:pt x="158188" y="383868"/>
                  </a:lnTo>
                  <a:lnTo>
                    <a:pt x="157838" y="383872"/>
                  </a:lnTo>
                  <a:lnTo>
                    <a:pt x="157234" y="384023"/>
                  </a:lnTo>
                  <a:lnTo>
                    <a:pt x="157184" y="383854"/>
                  </a:lnTo>
                  <a:lnTo>
                    <a:pt x="157224" y="383707"/>
                  </a:lnTo>
                  <a:lnTo>
                    <a:pt x="157271" y="383545"/>
                  </a:lnTo>
                  <a:lnTo>
                    <a:pt x="157089" y="383717"/>
                  </a:lnTo>
                  <a:lnTo>
                    <a:pt x="157096" y="383968"/>
                  </a:lnTo>
                  <a:lnTo>
                    <a:pt x="156874" y="384006"/>
                  </a:lnTo>
                  <a:lnTo>
                    <a:pt x="156616" y="383895"/>
                  </a:lnTo>
                  <a:lnTo>
                    <a:pt x="156022" y="384011"/>
                  </a:lnTo>
                  <a:lnTo>
                    <a:pt x="155838" y="383928"/>
                  </a:lnTo>
                  <a:lnTo>
                    <a:pt x="155485" y="383824"/>
                  </a:lnTo>
                  <a:lnTo>
                    <a:pt x="154965" y="383952"/>
                  </a:lnTo>
                  <a:lnTo>
                    <a:pt x="154637" y="383876"/>
                  </a:lnTo>
                  <a:lnTo>
                    <a:pt x="154364" y="383717"/>
                  </a:lnTo>
                  <a:lnTo>
                    <a:pt x="154094" y="383594"/>
                  </a:lnTo>
                  <a:lnTo>
                    <a:pt x="153913" y="383581"/>
                  </a:lnTo>
                  <a:lnTo>
                    <a:pt x="153638" y="383637"/>
                  </a:lnTo>
                  <a:lnTo>
                    <a:pt x="153436" y="383624"/>
                  </a:lnTo>
                  <a:lnTo>
                    <a:pt x="153187" y="383608"/>
                  </a:lnTo>
                  <a:lnTo>
                    <a:pt x="152906" y="383483"/>
                  </a:lnTo>
                  <a:lnTo>
                    <a:pt x="152727" y="383474"/>
                  </a:lnTo>
                  <a:lnTo>
                    <a:pt x="152455" y="383579"/>
                  </a:lnTo>
                  <a:lnTo>
                    <a:pt x="152354" y="383284"/>
                  </a:lnTo>
                  <a:lnTo>
                    <a:pt x="152063" y="383151"/>
                  </a:lnTo>
                  <a:lnTo>
                    <a:pt x="151636" y="383305"/>
                  </a:lnTo>
                  <a:lnTo>
                    <a:pt x="151484" y="383235"/>
                  </a:lnTo>
                  <a:lnTo>
                    <a:pt x="151268" y="383066"/>
                  </a:lnTo>
                  <a:lnTo>
                    <a:pt x="151345" y="382587"/>
                  </a:lnTo>
                  <a:lnTo>
                    <a:pt x="151395" y="382415"/>
                  </a:lnTo>
                  <a:lnTo>
                    <a:pt x="151480" y="382046"/>
                  </a:lnTo>
                  <a:lnTo>
                    <a:pt x="151326" y="381923"/>
                  </a:lnTo>
                  <a:lnTo>
                    <a:pt x="151167" y="381670"/>
                  </a:lnTo>
                  <a:lnTo>
                    <a:pt x="151739" y="381554"/>
                  </a:lnTo>
                  <a:lnTo>
                    <a:pt x="151718" y="381173"/>
                  </a:lnTo>
                  <a:lnTo>
                    <a:pt x="151684" y="381025"/>
                  </a:lnTo>
                  <a:lnTo>
                    <a:pt x="151486" y="380670"/>
                  </a:lnTo>
                  <a:lnTo>
                    <a:pt x="150954" y="380481"/>
                  </a:lnTo>
                  <a:lnTo>
                    <a:pt x="150625" y="380786"/>
                  </a:lnTo>
                  <a:lnTo>
                    <a:pt x="150223" y="381075"/>
                  </a:lnTo>
                  <a:lnTo>
                    <a:pt x="149937" y="381343"/>
                  </a:lnTo>
                  <a:lnTo>
                    <a:pt x="149689" y="381563"/>
                  </a:lnTo>
                  <a:lnTo>
                    <a:pt x="149326" y="381344"/>
                  </a:lnTo>
                  <a:lnTo>
                    <a:pt x="149150" y="381137"/>
                  </a:lnTo>
                  <a:lnTo>
                    <a:pt x="148926" y="381179"/>
                  </a:lnTo>
                  <a:lnTo>
                    <a:pt x="148626" y="381407"/>
                  </a:lnTo>
                  <a:lnTo>
                    <a:pt x="148161" y="381085"/>
                  </a:lnTo>
                  <a:lnTo>
                    <a:pt x="148123" y="380768"/>
                  </a:lnTo>
                  <a:lnTo>
                    <a:pt x="147742" y="380639"/>
                  </a:lnTo>
                  <a:lnTo>
                    <a:pt x="147530" y="380618"/>
                  </a:lnTo>
                  <a:lnTo>
                    <a:pt x="147323" y="380757"/>
                  </a:lnTo>
                  <a:lnTo>
                    <a:pt x="147096" y="380477"/>
                  </a:lnTo>
                  <a:lnTo>
                    <a:pt x="146494" y="379712"/>
                  </a:lnTo>
                  <a:lnTo>
                    <a:pt x="146261" y="379667"/>
                  </a:lnTo>
                  <a:lnTo>
                    <a:pt x="146088" y="379855"/>
                  </a:lnTo>
                  <a:lnTo>
                    <a:pt x="145800" y="379812"/>
                  </a:lnTo>
                  <a:lnTo>
                    <a:pt x="145267" y="379764"/>
                  </a:lnTo>
                  <a:lnTo>
                    <a:pt x="145163" y="379627"/>
                  </a:lnTo>
                  <a:lnTo>
                    <a:pt x="145069" y="379456"/>
                  </a:lnTo>
                  <a:lnTo>
                    <a:pt x="144793" y="379632"/>
                  </a:lnTo>
                  <a:lnTo>
                    <a:pt x="144664" y="379755"/>
                  </a:lnTo>
                  <a:lnTo>
                    <a:pt x="144750" y="379978"/>
                  </a:lnTo>
                  <a:lnTo>
                    <a:pt x="144989" y="380000"/>
                  </a:lnTo>
                  <a:lnTo>
                    <a:pt x="145082" y="380354"/>
                  </a:lnTo>
                  <a:lnTo>
                    <a:pt x="145019" y="380797"/>
                  </a:lnTo>
                  <a:lnTo>
                    <a:pt x="144590" y="380916"/>
                  </a:lnTo>
                  <a:lnTo>
                    <a:pt x="144415" y="380900"/>
                  </a:lnTo>
                  <a:lnTo>
                    <a:pt x="143890" y="381085"/>
                  </a:lnTo>
                  <a:lnTo>
                    <a:pt x="143682" y="381318"/>
                  </a:lnTo>
                  <a:lnTo>
                    <a:pt x="143636" y="381948"/>
                  </a:lnTo>
                  <a:lnTo>
                    <a:pt x="143618" y="382135"/>
                  </a:lnTo>
                  <a:lnTo>
                    <a:pt x="143479" y="382366"/>
                  </a:lnTo>
                  <a:lnTo>
                    <a:pt x="143330" y="382323"/>
                  </a:lnTo>
                  <a:lnTo>
                    <a:pt x="143276" y="382139"/>
                  </a:lnTo>
                  <a:lnTo>
                    <a:pt x="143065" y="381943"/>
                  </a:lnTo>
                  <a:lnTo>
                    <a:pt x="142833" y="381867"/>
                  </a:lnTo>
                  <a:lnTo>
                    <a:pt x="142582" y="381641"/>
                  </a:lnTo>
                  <a:lnTo>
                    <a:pt x="142291" y="381575"/>
                  </a:lnTo>
                  <a:lnTo>
                    <a:pt x="141582" y="381640"/>
                  </a:lnTo>
                  <a:lnTo>
                    <a:pt x="141403" y="381751"/>
                  </a:lnTo>
                  <a:lnTo>
                    <a:pt x="141216" y="381732"/>
                  </a:lnTo>
                  <a:lnTo>
                    <a:pt x="140948" y="381678"/>
                  </a:lnTo>
                  <a:lnTo>
                    <a:pt x="140923" y="381240"/>
                  </a:lnTo>
                  <a:lnTo>
                    <a:pt x="140878" y="381066"/>
                  </a:lnTo>
                  <a:lnTo>
                    <a:pt x="140426" y="380578"/>
                  </a:lnTo>
                  <a:lnTo>
                    <a:pt x="140261" y="380583"/>
                  </a:lnTo>
                  <a:lnTo>
                    <a:pt x="140373" y="380135"/>
                  </a:lnTo>
                  <a:lnTo>
                    <a:pt x="140307" y="379886"/>
                  </a:lnTo>
                  <a:lnTo>
                    <a:pt x="140166" y="379684"/>
                  </a:lnTo>
                  <a:lnTo>
                    <a:pt x="139867" y="379657"/>
                  </a:lnTo>
                  <a:lnTo>
                    <a:pt x="139813" y="379508"/>
                  </a:lnTo>
                  <a:lnTo>
                    <a:pt x="139717" y="379195"/>
                  </a:lnTo>
                  <a:lnTo>
                    <a:pt x="139680" y="378916"/>
                  </a:lnTo>
                  <a:lnTo>
                    <a:pt x="139571" y="378672"/>
                  </a:lnTo>
                  <a:lnTo>
                    <a:pt x="139178" y="378786"/>
                  </a:lnTo>
                  <a:lnTo>
                    <a:pt x="138861" y="378853"/>
                  </a:lnTo>
                  <a:lnTo>
                    <a:pt x="138795" y="378611"/>
                  </a:lnTo>
                  <a:lnTo>
                    <a:pt x="138816" y="378372"/>
                  </a:lnTo>
                  <a:lnTo>
                    <a:pt x="138900" y="378180"/>
                  </a:lnTo>
                  <a:lnTo>
                    <a:pt x="139108" y="378075"/>
                  </a:lnTo>
                  <a:lnTo>
                    <a:pt x="139166" y="377793"/>
                  </a:lnTo>
                  <a:lnTo>
                    <a:pt x="139500" y="377359"/>
                  </a:lnTo>
                  <a:lnTo>
                    <a:pt x="139791" y="377480"/>
                  </a:lnTo>
                  <a:lnTo>
                    <a:pt x="140038" y="377265"/>
                  </a:lnTo>
                  <a:lnTo>
                    <a:pt x="140311" y="376998"/>
                  </a:lnTo>
                  <a:lnTo>
                    <a:pt x="140485" y="376842"/>
                  </a:lnTo>
                  <a:lnTo>
                    <a:pt x="140593" y="376381"/>
                  </a:lnTo>
                  <a:lnTo>
                    <a:pt x="141184" y="375753"/>
                  </a:lnTo>
                  <a:lnTo>
                    <a:pt x="140932" y="375500"/>
                  </a:lnTo>
                  <a:lnTo>
                    <a:pt x="140948" y="375096"/>
                  </a:lnTo>
                  <a:lnTo>
                    <a:pt x="141002" y="374640"/>
                  </a:lnTo>
                  <a:lnTo>
                    <a:pt x="141124" y="374248"/>
                  </a:lnTo>
                  <a:lnTo>
                    <a:pt x="141174" y="373956"/>
                  </a:lnTo>
                  <a:lnTo>
                    <a:pt x="141246" y="373763"/>
                  </a:lnTo>
                  <a:lnTo>
                    <a:pt x="141601" y="373534"/>
                  </a:lnTo>
                  <a:lnTo>
                    <a:pt x="140948" y="372907"/>
                  </a:lnTo>
                  <a:lnTo>
                    <a:pt x="140977" y="372735"/>
                  </a:lnTo>
                  <a:lnTo>
                    <a:pt x="141010" y="372591"/>
                  </a:lnTo>
                  <a:lnTo>
                    <a:pt x="140870" y="372300"/>
                  </a:lnTo>
                  <a:lnTo>
                    <a:pt x="140949" y="372118"/>
                  </a:lnTo>
                  <a:lnTo>
                    <a:pt x="140550" y="371205"/>
                  </a:lnTo>
                  <a:lnTo>
                    <a:pt x="140276" y="371089"/>
                  </a:lnTo>
                  <a:lnTo>
                    <a:pt x="140130" y="370973"/>
                  </a:lnTo>
                  <a:lnTo>
                    <a:pt x="139851" y="370273"/>
                  </a:lnTo>
                  <a:lnTo>
                    <a:pt x="139607" y="370022"/>
                  </a:lnTo>
                  <a:lnTo>
                    <a:pt x="139584" y="369775"/>
                  </a:lnTo>
                  <a:lnTo>
                    <a:pt x="139897" y="369383"/>
                  </a:lnTo>
                  <a:lnTo>
                    <a:pt x="139865" y="369103"/>
                  </a:lnTo>
                  <a:lnTo>
                    <a:pt x="139591" y="368909"/>
                  </a:lnTo>
                  <a:lnTo>
                    <a:pt x="139642" y="368639"/>
                  </a:lnTo>
                  <a:lnTo>
                    <a:pt x="140153" y="368560"/>
                  </a:lnTo>
                  <a:lnTo>
                    <a:pt x="140527" y="368604"/>
                  </a:lnTo>
                  <a:lnTo>
                    <a:pt x="140716" y="368256"/>
                  </a:lnTo>
                  <a:lnTo>
                    <a:pt x="140369" y="367920"/>
                  </a:lnTo>
                  <a:lnTo>
                    <a:pt x="140029" y="367587"/>
                  </a:lnTo>
                  <a:lnTo>
                    <a:pt x="139684" y="367108"/>
                  </a:lnTo>
                  <a:lnTo>
                    <a:pt x="139359" y="366829"/>
                  </a:lnTo>
                  <a:lnTo>
                    <a:pt x="139326" y="366648"/>
                  </a:lnTo>
                  <a:lnTo>
                    <a:pt x="139319" y="366372"/>
                  </a:lnTo>
                  <a:lnTo>
                    <a:pt x="139178" y="366241"/>
                  </a:lnTo>
                  <a:lnTo>
                    <a:pt x="139014" y="365733"/>
                  </a:lnTo>
                  <a:lnTo>
                    <a:pt x="138661" y="365441"/>
                  </a:lnTo>
                  <a:lnTo>
                    <a:pt x="138705" y="365088"/>
                  </a:lnTo>
                  <a:lnTo>
                    <a:pt x="138546" y="364833"/>
                  </a:lnTo>
                  <a:lnTo>
                    <a:pt x="138339" y="364812"/>
                  </a:lnTo>
                  <a:lnTo>
                    <a:pt x="138071" y="364688"/>
                  </a:lnTo>
                  <a:lnTo>
                    <a:pt x="137947" y="364445"/>
                  </a:lnTo>
                  <a:lnTo>
                    <a:pt x="137925" y="364047"/>
                  </a:lnTo>
                  <a:lnTo>
                    <a:pt x="138491" y="363655"/>
                  </a:lnTo>
                  <a:lnTo>
                    <a:pt x="138363" y="363560"/>
                  </a:lnTo>
                  <a:lnTo>
                    <a:pt x="138339" y="363342"/>
                  </a:lnTo>
                  <a:lnTo>
                    <a:pt x="138311" y="362746"/>
                  </a:lnTo>
                  <a:lnTo>
                    <a:pt x="138180" y="362733"/>
                  </a:lnTo>
                  <a:lnTo>
                    <a:pt x="137957" y="362518"/>
                  </a:lnTo>
                  <a:lnTo>
                    <a:pt x="137869" y="362219"/>
                  </a:lnTo>
                  <a:lnTo>
                    <a:pt x="137808" y="362078"/>
                  </a:lnTo>
                  <a:lnTo>
                    <a:pt x="137729" y="361886"/>
                  </a:lnTo>
                  <a:lnTo>
                    <a:pt x="137829" y="361710"/>
                  </a:lnTo>
                  <a:lnTo>
                    <a:pt x="137736" y="361386"/>
                  </a:lnTo>
                  <a:lnTo>
                    <a:pt x="137451" y="361085"/>
                  </a:lnTo>
                  <a:lnTo>
                    <a:pt x="137300" y="360978"/>
                  </a:lnTo>
                  <a:lnTo>
                    <a:pt x="137493" y="360862"/>
                  </a:lnTo>
                  <a:lnTo>
                    <a:pt x="137591" y="360594"/>
                  </a:lnTo>
                  <a:lnTo>
                    <a:pt x="137735" y="360211"/>
                  </a:lnTo>
                  <a:lnTo>
                    <a:pt x="137830" y="360035"/>
                  </a:lnTo>
                  <a:lnTo>
                    <a:pt x="137768" y="359889"/>
                  </a:lnTo>
                  <a:lnTo>
                    <a:pt x="137347" y="359386"/>
                  </a:lnTo>
                  <a:lnTo>
                    <a:pt x="137463" y="358931"/>
                  </a:lnTo>
                  <a:lnTo>
                    <a:pt x="137616" y="358792"/>
                  </a:lnTo>
                  <a:lnTo>
                    <a:pt x="137410" y="358705"/>
                  </a:lnTo>
                  <a:lnTo>
                    <a:pt x="137236" y="358701"/>
                  </a:lnTo>
                  <a:lnTo>
                    <a:pt x="136992" y="358373"/>
                  </a:lnTo>
                  <a:lnTo>
                    <a:pt x="137041" y="358066"/>
                  </a:lnTo>
                  <a:lnTo>
                    <a:pt x="136872" y="357448"/>
                  </a:lnTo>
                  <a:lnTo>
                    <a:pt x="136930" y="357198"/>
                  </a:lnTo>
                  <a:lnTo>
                    <a:pt x="136380" y="356885"/>
                  </a:lnTo>
                  <a:lnTo>
                    <a:pt x="135922" y="356462"/>
                  </a:lnTo>
                  <a:lnTo>
                    <a:pt x="135582" y="356241"/>
                  </a:lnTo>
                  <a:lnTo>
                    <a:pt x="135349" y="356132"/>
                  </a:lnTo>
                  <a:lnTo>
                    <a:pt x="135204" y="356102"/>
                  </a:lnTo>
                  <a:lnTo>
                    <a:pt x="134892" y="356110"/>
                  </a:lnTo>
                  <a:lnTo>
                    <a:pt x="134593" y="355920"/>
                  </a:lnTo>
                  <a:lnTo>
                    <a:pt x="134226" y="355823"/>
                  </a:lnTo>
                  <a:lnTo>
                    <a:pt x="133767" y="355811"/>
                  </a:lnTo>
                  <a:lnTo>
                    <a:pt x="133667" y="355270"/>
                  </a:lnTo>
                  <a:lnTo>
                    <a:pt x="133440" y="355051"/>
                  </a:lnTo>
                  <a:lnTo>
                    <a:pt x="132786" y="354480"/>
                  </a:lnTo>
                  <a:lnTo>
                    <a:pt x="132675" y="354327"/>
                  </a:lnTo>
                  <a:lnTo>
                    <a:pt x="132676" y="354109"/>
                  </a:lnTo>
                  <a:lnTo>
                    <a:pt x="132846" y="354043"/>
                  </a:lnTo>
                  <a:lnTo>
                    <a:pt x="132876" y="353770"/>
                  </a:lnTo>
                  <a:lnTo>
                    <a:pt x="132824" y="353273"/>
                  </a:lnTo>
                  <a:lnTo>
                    <a:pt x="132660" y="352860"/>
                  </a:lnTo>
                  <a:lnTo>
                    <a:pt x="132524" y="352705"/>
                  </a:lnTo>
                  <a:lnTo>
                    <a:pt x="132560" y="351957"/>
                  </a:lnTo>
                  <a:lnTo>
                    <a:pt x="132659" y="351785"/>
                  </a:lnTo>
                  <a:lnTo>
                    <a:pt x="132925" y="351247"/>
                  </a:lnTo>
                  <a:lnTo>
                    <a:pt x="132903" y="351014"/>
                  </a:lnTo>
                  <a:lnTo>
                    <a:pt x="132747" y="350659"/>
                  </a:lnTo>
                  <a:lnTo>
                    <a:pt x="132459" y="350886"/>
                  </a:lnTo>
                  <a:lnTo>
                    <a:pt x="132294" y="351069"/>
                  </a:lnTo>
                  <a:lnTo>
                    <a:pt x="132140" y="351023"/>
                  </a:lnTo>
                  <a:lnTo>
                    <a:pt x="132141" y="350866"/>
                  </a:lnTo>
                  <a:lnTo>
                    <a:pt x="132173" y="350511"/>
                  </a:lnTo>
                  <a:lnTo>
                    <a:pt x="132233" y="350163"/>
                  </a:lnTo>
                  <a:lnTo>
                    <a:pt x="132199" y="349738"/>
                  </a:lnTo>
                  <a:lnTo>
                    <a:pt x="132164" y="349486"/>
                  </a:lnTo>
                  <a:lnTo>
                    <a:pt x="132110" y="349271"/>
                  </a:lnTo>
                  <a:lnTo>
                    <a:pt x="132498" y="348989"/>
                  </a:lnTo>
                  <a:lnTo>
                    <a:pt x="132629" y="348842"/>
                  </a:lnTo>
                  <a:lnTo>
                    <a:pt x="133250" y="348289"/>
                  </a:lnTo>
                  <a:lnTo>
                    <a:pt x="133384" y="347992"/>
                  </a:lnTo>
                  <a:lnTo>
                    <a:pt x="133676" y="347756"/>
                  </a:lnTo>
                  <a:lnTo>
                    <a:pt x="133806" y="347763"/>
                  </a:lnTo>
                  <a:lnTo>
                    <a:pt x="134010" y="347824"/>
                  </a:lnTo>
                  <a:lnTo>
                    <a:pt x="134352" y="347440"/>
                  </a:lnTo>
                  <a:lnTo>
                    <a:pt x="134454" y="347166"/>
                  </a:lnTo>
                  <a:lnTo>
                    <a:pt x="134566" y="347017"/>
                  </a:lnTo>
                  <a:lnTo>
                    <a:pt x="134674" y="346813"/>
                  </a:lnTo>
                  <a:lnTo>
                    <a:pt x="134727" y="346621"/>
                  </a:lnTo>
                  <a:lnTo>
                    <a:pt x="134918" y="346692"/>
                  </a:lnTo>
                  <a:lnTo>
                    <a:pt x="135115" y="346636"/>
                  </a:lnTo>
                  <a:lnTo>
                    <a:pt x="135400" y="346596"/>
                  </a:lnTo>
                  <a:lnTo>
                    <a:pt x="135689" y="346660"/>
                  </a:lnTo>
                  <a:lnTo>
                    <a:pt x="135871" y="346677"/>
                  </a:lnTo>
                  <a:lnTo>
                    <a:pt x="136040" y="346616"/>
                  </a:lnTo>
                  <a:lnTo>
                    <a:pt x="136101" y="346179"/>
                  </a:lnTo>
                  <a:lnTo>
                    <a:pt x="136176" y="345928"/>
                  </a:lnTo>
                  <a:lnTo>
                    <a:pt x="136055" y="345589"/>
                  </a:lnTo>
                  <a:lnTo>
                    <a:pt x="136049" y="345416"/>
                  </a:lnTo>
                  <a:lnTo>
                    <a:pt x="136062" y="345272"/>
                  </a:lnTo>
                  <a:lnTo>
                    <a:pt x="136495" y="345121"/>
                  </a:lnTo>
                  <a:lnTo>
                    <a:pt x="136525" y="344743"/>
                  </a:lnTo>
                  <a:lnTo>
                    <a:pt x="136279" y="344371"/>
                  </a:lnTo>
                  <a:lnTo>
                    <a:pt x="136099" y="344121"/>
                  </a:lnTo>
                  <a:lnTo>
                    <a:pt x="135887" y="343976"/>
                  </a:lnTo>
                  <a:lnTo>
                    <a:pt x="135918" y="343823"/>
                  </a:lnTo>
                  <a:lnTo>
                    <a:pt x="135661" y="343716"/>
                  </a:lnTo>
                  <a:lnTo>
                    <a:pt x="135379" y="343538"/>
                  </a:lnTo>
                  <a:lnTo>
                    <a:pt x="135231" y="343445"/>
                  </a:lnTo>
                  <a:lnTo>
                    <a:pt x="134993" y="343652"/>
                  </a:lnTo>
                  <a:lnTo>
                    <a:pt x="134763" y="343787"/>
                  </a:lnTo>
                  <a:lnTo>
                    <a:pt x="134625" y="343783"/>
                  </a:lnTo>
                  <a:lnTo>
                    <a:pt x="134226" y="343748"/>
                  </a:lnTo>
                  <a:lnTo>
                    <a:pt x="134191" y="343584"/>
                  </a:lnTo>
                  <a:lnTo>
                    <a:pt x="134356" y="343367"/>
                  </a:lnTo>
                  <a:lnTo>
                    <a:pt x="134368" y="343129"/>
                  </a:lnTo>
                  <a:lnTo>
                    <a:pt x="134573" y="342851"/>
                  </a:lnTo>
                  <a:lnTo>
                    <a:pt x="135071" y="342471"/>
                  </a:lnTo>
                  <a:lnTo>
                    <a:pt x="135331" y="342345"/>
                  </a:lnTo>
                  <a:lnTo>
                    <a:pt x="135432" y="342111"/>
                  </a:lnTo>
                  <a:lnTo>
                    <a:pt x="135886" y="341528"/>
                  </a:lnTo>
                  <a:lnTo>
                    <a:pt x="136254" y="341508"/>
                  </a:lnTo>
                  <a:lnTo>
                    <a:pt x="136295" y="341276"/>
                  </a:lnTo>
                  <a:lnTo>
                    <a:pt x="136419" y="340992"/>
                  </a:lnTo>
                  <a:lnTo>
                    <a:pt x="136554" y="340772"/>
                  </a:lnTo>
                  <a:lnTo>
                    <a:pt x="136678" y="340351"/>
                  </a:lnTo>
                  <a:lnTo>
                    <a:pt x="136431" y="340335"/>
                  </a:lnTo>
                  <a:lnTo>
                    <a:pt x="136199" y="340221"/>
                  </a:lnTo>
                  <a:lnTo>
                    <a:pt x="136289" y="340086"/>
                  </a:lnTo>
                  <a:lnTo>
                    <a:pt x="136176" y="339858"/>
                  </a:lnTo>
                  <a:lnTo>
                    <a:pt x="136071" y="339731"/>
                  </a:lnTo>
                  <a:lnTo>
                    <a:pt x="135602" y="339667"/>
                  </a:lnTo>
                  <a:lnTo>
                    <a:pt x="135393" y="339680"/>
                  </a:lnTo>
                  <a:lnTo>
                    <a:pt x="134695" y="339957"/>
                  </a:lnTo>
                  <a:lnTo>
                    <a:pt x="134382" y="339983"/>
                  </a:lnTo>
                  <a:lnTo>
                    <a:pt x="133877" y="339533"/>
                  </a:lnTo>
                  <a:lnTo>
                    <a:pt x="133873" y="339181"/>
                  </a:lnTo>
                  <a:lnTo>
                    <a:pt x="133729" y="339154"/>
                  </a:lnTo>
                  <a:lnTo>
                    <a:pt x="133423" y="339008"/>
                  </a:lnTo>
                  <a:lnTo>
                    <a:pt x="133172" y="338960"/>
                  </a:lnTo>
                  <a:lnTo>
                    <a:pt x="132914" y="339087"/>
                  </a:lnTo>
                  <a:lnTo>
                    <a:pt x="132650" y="339040"/>
                  </a:lnTo>
                  <a:lnTo>
                    <a:pt x="132821" y="338961"/>
                  </a:lnTo>
                  <a:lnTo>
                    <a:pt x="132950" y="338785"/>
                  </a:lnTo>
                  <a:lnTo>
                    <a:pt x="133256" y="338276"/>
                  </a:lnTo>
                  <a:lnTo>
                    <a:pt x="133188" y="337821"/>
                  </a:lnTo>
                  <a:lnTo>
                    <a:pt x="132844" y="337697"/>
                  </a:lnTo>
                  <a:lnTo>
                    <a:pt x="132580" y="337568"/>
                  </a:lnTo>
                  <a:lnTo>
                    <a:pt x="132550" y="337181"/>
                  </a:lnTo>
                  <a:lnTo>
                    <a:pt x="132583" y="337045"/>
                  </a:lnTo>
                  <a:lnTo>
                    <a:pt x="132503" y="336774"/>
                  </a:lnTo>
                  <a:lnTo>
                    <a:pt x="132699" y="336573"/>
                  </a:lnTo>
                  <a:lnTo>
                    <a:pt x="132699" y="336406"/>
                  </a:lnTo>
                  <a:lnTo>
                    <a:pt x="132655" y="336272"/>
                  </a:lnTo>
                  <a:lnTo>
                    <a:pt x="132547" y="336104"/>
                  </a:lnTo>
                  <a:lnTo>
                    <a:pt x="132002" y="335899"/>
                  </a:lnTo>
                  <a:lnTo>
                    <a:pt x="131701" y="336034"/>
                  </a:lnTo>
                  <a:lnTo>
                    <a:pt x="131274" y="336108"/>
                  </a:lnTo>
                  <a:lnTo>
                    <a:pt x="131028" y="336473"/>
                  </a:lnTo>
                  <a:lnTo>
                    <a:pt x="131032" y="336630"/>
                  </a:lnTo>
                  <a:lnTo>
                    <a:pt x="130924" y="337162"/>
                  </a:lnTo>
                  <a:lnTo>
                    <a:pt x="130763" y="337293"/>
                  </a:lnTo>
                  <a:lnTo>
                    <a:pt x="130691" y="337436"/>
                  </a:lnTo>
                  <a:lnTo>
                    <a:pt x="130583" y="337717"/>
                  </a:lnTo>
                  <a:lnTo>
                    <a:pt x="130524" y="337872"/>
                  </a:lnTo>
                  <a:lnTo>
                    <a:pt x="130178" y="338200"/>
                  </a:lnTo>
                  <a:lnTo>
                    <a:pt x="129982" y="338210"/>
                  </a:lnTo>
                  <a:lnTo>
                    <a:pt x="129731" y="338180"/>
                  </a:lnTo>
                  <a:lnTo>
                    <a:pt x="129277" y="337947"/>
                  </a:lnTo>
                  <a:lnTo>
                    <a:pt x="129099" y="337841"/>
                  </a:lnTo>
                  <a:lnTo>
                    <a:pt x="128971" y="337858"/>
                  </a:lnTo>
                  <a:lnTo>
                    <a:pt x="128629" y="337988"/>
                  </a:lnTo>
                  <a:lnTo>
                    <a:pt x="128481" y="338026"/>
                  </a:lnTo>
                  <a:lnTo>
                    <a:pt x="128258" y="338518"/>
                  </a:lnTo>
                  <a:lnTo>
                    <a:pt x="128133" y="338693"/>
                  </a:lnTo>
                  <a:lnTo>
                    <a:pt x="127953" y="338732"/>
                  </a:lnTo>
                  <a:lnTo>
                    <a:pt x="127817" y="338639"/>
                  </a:lnTo>
                  <a:lnTo>
                    <a:pt x="127598" y="338965"/>
                  </a:lnTo>
                  <a:lnTo>
                    <a:pt x="127467" y="338949"/>
                  </a:lnTo>
                  <a:lnTo>
                    <a:pt x="127209" y="338672"/>
                  </a:lnTo>
                  <a:lnTo>
                    <a:pt x="127279" y="338438"/>
                  </a:lnTo>
                  <a:lnTo>
                    <a:pt x="127195" y="338201"/>
                  </a:lnTo>
                  <a:lnTo>
                    <a:pt x="126987" y="338660"/>
                  </a:lnTo>
                  <a:lnTo>
                    <a:pt x="126896" y="338934"/>
                  </a:lnTo>
                  <a:lnTo>
                    <a:pt x="126652" y="339101"/>
                  </a:lnTo>
                  <a:lnTo>
                    <a:pt x="126347" y="338897"/>
                  </a:lnTo>
                  <a:lnTo>
                    <a:pt x="126342" y="338736"/>
                  </a:lnTo>
                  <a:lnTo>
                    <a:pt x="126463" y="338127"/>
                  </a:lnTo>
                  <a:lnTo>
                    <a:pt x="126068" y="337652"/>
                  </a:lnTo>
                  <a:lnTo>
                    <a:pt x="125909" y="337507"/>
                  </a:lnTo>
                  <a:lnTo>
                    <a:pt x="125545" y="337444"/>
                  </a:lnTo>
                  <a:lnTo>
                    <a:pt x="125417" y="337359"/>
                  </a:lnTo>
                  <a:lnTo>
                    <a:pt x="125260" y="337258"/>
                  </a:lnTo>
                  <a:lnTo>
                    <a:pt x="124892" y="337519"/>
                  </a:lnTo>
                  <a:lnTo>
                    <a:pt x="124690" y="337748"/>
                  </a:lnTo>
                  <a:lnTo>
                    <a:pt x="124487" y="337780"/>
                  </a:lnTo>
                  <a:lnTo>
                    <a:pt x="124060" y="337670"/>
                  </a:lnTo>
                  <a:lnTo>
                    <a:pt x="124023" y="338033"/>
                  </a:lnTo>
                  <a:lnTo>
                    <a:pt x="123635" y="338152"/>
                  </a:lnTo>
                  <a:lnTo>
                    <a:pt x="123439" y="338160"/>
                  </a:lnTo>
                  <a:lnTo>
                    <a:pt x="123142" y="337957"/>
                  </a:lnTo>
                  <a:lnTo>
                    <a:pt x="122484" y="337929"/>
                  </a:lnTo>
                  <a:lnTo>
                    <a:pt x="122116" y="337708"/>
                  </a:lnTo>
                  <a:lnTo>
                    <a:pt x="121971" y="337717"/>
                  </a:lnTo>
                  <a:lnTo>
                    <a:pt x="121564" y="338003"/>
                  </a:lnTo>
                  <a:lnTo>
                    <a:pt x="121601" y="338231"/>
                  </a:lnTo>
                  <a:lnTo>
                    <a:pt x="121530" y="338367"/>
                  </a:lnTo>
                  <a:lnTo>
                    <a:pt x="121513" y="338670"/>
                  </a:lnTo>
                  <a:lnTo>
                    <a:pt x="121872" y="338949"/>
                  </a:lnTo>
                  <a:lnTo>
                    <a:pt x="121949" y="339303"/>
                  </a:lnTo>
                  <a:lnTo>
                    <a:pt x="121696" y="339574"/>
                  </a:lnTo>
                  <a:lnTo>
                    <a:pt x="121561" y="339694"/>
                  </a:lnTo>
                  <a:lnTo>
                    <a:pt x="121286" y="339880"/>
                  </a:lnTo>
                  <a:lnTo>
                    <a:pt x="121141" y="339712"/>
                  </a:lnTo>
                  <a:lnTo>
                    <a:pt x="120890" y="339487"/>
                  </a:lnTo>
                  <a:lnTo>
                    <a:pt x="120575" y="339567"/>
                  </a:lnTo>
                  <a:lnTo>
                    <a:pt x="120111" y="339685"/>
                  </a:lnTo>
                  <a:lnTo>
                    <a:pt x="119909" y="339659"/>
                  </a:lnTo>
                  <a:lnTo>
                    <a:pt x="119698" y="339538"/>
                  </a:lnTo>
                  <a:lnTo>
                    <a:pt x="119491" y="339400"/>
                  </a:lnTo>
                  <a:lnTo>
                    <a:pt x="119404" y="339262"/>
                  </a:lnTo>
                  <a:lnTo>
                    <a:pt x="119139" y="339286"/>
                  </a:lnTo>
                  <a:lnTo>
                    <a:pt x="119089" y="338733"/>
                  </a:lnTo>
                  <a:lnTo>
                    <a:pt x="118999" y="338565"/>
                  </a:lnTo>
                  <a:lnTo>
                    <a:pt x="119000" y="338282"/>
                  </a:lnTo>
                  <a:lnTo>
                    <a:pt x="118728" y="338346"/>
                  </a:lnTo>
                  <a:lnTo>
                    <a:pt x="118648" y="338065"/>
                  </a:lnTo>
                  <a:lnTo>
                    <a:pt x="118499" y="337727"/>
                  </a:lnTo>
                  <a:lnTo>
                    <a:pt x="118607" y="337397"/>
                  </a:lnTo>
                  <a:lnTo>
                    <a:pt x="118720" y="337237"/>
                  </a:lnTo>
                  <a:lnTo>
                    <a:pt x="119270" y="336992"/>
                  </a:lnTo>
                  <a:lnTo>
                    <a:pt x="119605" y="336778"/>
                  </a:lnTo>
                  <a:lnTo>
                    <a:pt x="119742" y="336676"/>
                  </a:lnTo>
                  <a:lnTo>
                    <a:pt x="119920" y="336533"/>
                  </a:lnTo>
                  <a:lnTo>
                    <a:pt x="120230" y="336277"/>
                  </a:lnTo>
                  <a:lnTo>
                    <a:pt x="120506" y="335647"/>
                  </a:lnTo>
                  <a:lnTo>
                    <a:pt x="120762" y="335575"/>
                  </a:lnTo>
                  <a:lnTo>
                    <a:pt x="120904" y="335614"/>
                  </a:lnTo>
                  <a:lnTo>
                    <a:pt x="121123" y="335284"/>
                  </a:lnTo>
                  <a:lnTo>
                    <a:pt x="121204" y="335025"/>
                  </a:lnTo>
                  <a:lnTo>
                    <a:pt x="120905" y="334827"/>
                  </a:lnTo>
                  <a:lnTo>
                    <a:pt x="120945" y="334955"/>
                  </a:lnTo>
                  <a:lnTo>
                    <a:pt x="120887" y="335150"/>
                  </a:lnTo>
                  <a:lnTo>
                    <a:pt x="120637" y="335302"/>
                  </a:lnTo>
                  <a:lnTo>
                    <a:pt x="120593" y="335007"/>
                  </a:lnTo>
                  <a:lnTo>
                    <a:pt x="120545" y="334789"/>
                  </a:lnTo>
                  <a:lnTo>
                    <a:pt x="120608" y="334584"/>
                  </a:lnTo>
                  <a:lnTo>
                    <a:pt x="120546" y="334392"/>
                  </a:lnTo>
                  <a:lnTo>
                    <a:pt x="120409" y="334274"/>
                  </a:lnTo>
                  <a:lnTo>
                    <a:pt x="120378" y="333891"/>
                  </a:lnTo>
                  <a:lnTo>
                    <a:pt x="120086" y="333418"/>
                  </a:lnTo>
                  <a:lnTo>
                    <a:pt x="120104" y="333109"/>
                  </a:lnTo>
                  <a:lnTo>
                    <a:pt x="119905" y="332699"/>
                  </a:lnTo>
                  <a:lnTo>
                    <a:pt x="119817" y="332356"/>
                  </a:lnTo>
                  <a:lnTo>
                    <a:pt x="119608" y="332020"/>
                  </a:lnTo>
                  <a:lnTo>
                    <a:pt x="119384" y="331932"/>
                  </a:lnTo>
                  <a:lnTo>
                    <a:pt x="119198" y="331836"/>
                  </a:lnTo>
                  <a:lnTo>
                    <a:pt x="119029" y="331534"/>
                  </a:lnTo>
                  <a:lnTo>
                    <a:pt x="118515" y="331339"/>
                  </a:lnTo>
                  <a:lnTo>
                    <a:pt x="118574" y="331147"/>
                  </a:lnTo>
                  <a:lnTo>
                    <a:pt x="118772" y="331061"/>
                  </a:lnTo>
                  <a:lnTo>
                    <a:pt x="118952" y="330920"/>
                  </a:lnTo>
                  <a:lnTo>
                    <a:pt x="118893" y="330743"/>
                  </a:lnTo>
                  <a:lnTo>
                    <a:pt x="118975" y="330607"/>
                  </a:lnTo>
                  <a:lnTo>
                    <a:pt x="119384" y="330511"/>
                  </a:lnTo>
                  <a:lnTo>
                    <a:pt x="119518" y="330526"/>
                  </a:lnTo>
                  <a:lnTo>
                    <a:pt x="119744" y="330321"/>
                  </a:lnTo>
                  <a:lnTo>
                    <a:pt x="119625" y="330264"/>
                  </a:lnTo>
                  <a:lnTo>
                    <a:pt x="119450" y="330274"/>
                  </a:lnTo>
                  <a:lnTo>
                    <a:pt x="119607" y="329987"/>
                  </a:lnTo>
                  <a:lnTo>
                    <a:pt x="119782" y="329905"/>
                  </a:lnTo>
                  <a:lnTo>
                    <a:pt x="119902" y="329624"/>
                  </a:lnTo>
                  <a:lnTo>
                    <a:pt x="119887" y="329474"/>
                  </a:lnTo>
                  <a:lnTo>
                    <a:pt x="119925" y="329303"/>
                  </a:lnTo>
                  <a:lnTo>
                    <a:pt x="120107" y="328950"/>
                  </a:lnTo>
                  <a:lnTo>
                    <a:pt x="120139" y="328552"/>
                  </a:lnTo>
                  <a:lnTo>
                    <a:pt x="120079" y="328249"/>
                  </a:lnTo>
                  <a:lnTo>
                    <a:pt x="120399" y="328507"/>
                  </a:lnTo>
                  <a:lnTo>
                    <a:pt x="120405" y="328317"/>
                  </a:lnTo>
                  <a:lnTo>
                    <a:pt x="120389" y="327922"/>
                  </a:lnTo>
                  <a:lnTo>
                    <a:pt x="120674" y="327628"/>
                  </a:lnTo>
                  <a:lnTo>
                    <a:pt x="120858" y="327717"/>
                  </a:lnTo>
                  <a:lnTo>
                    <a:pt x="120784" y="327242"/>
                  </a:lnTo>
                  <a:lnTo>
                    <a:pt x="120692" y="327110"/>
                  </a:lnTo>
                  <a:lnTo>
                    <a:pt x="120473" y="326867"/>
                  </a:lnTo>
                  <a:lnTo>
                    <a:pt x="120243" y="326855"/>
                  </a:lnTo>
                  <a:lnTo>
                    <a:pt x="119536" y="327061"/>
                  </a:lnTo>
                  <a:lnTo>
                    <a:pt x="119387" y="326790"/>
                  </a:lnTo>
                  <a:lnTo>
                    <a:pt x="119134" y="326557"/>
                  </a:lnTo>
                  <a:lnTo>
                    <a:pt x="118830" y="326364"/>
                  </a:lnTo>
                  <a:lnTo>
                    <a:pt x="118525" y="326320"/>
                  </a:lnTo>
                  <a:lnTo>
                    <a:pt x="117786" y="325951"/>
                  </a:lnTo>
                  <a:lnTo>
                    <a:pt x="118065" y="325824"/>
                  </a:lnTo>
                  <a:lnTo>
                    <a:pt x="118284" y="325882"/>
                  </a:lnTo>
                  <a:lnTo>
                    <a:pt x="118539" y="325795"/>
                  </a:lnTo>
                  <a:lnTo>
                    <a:pt x="118770" y="325660"/>
                  </a:lnTo>
                  <a:lnTo>
                    <a:pt x="119071" y="325476"/>
                  </a:lnTo>
                  <a:lnTo>
                    <a:pt x="119246" y="325201"/>
                  </a:lnTo>
                  <a:lnTo>
                    <a:pt x="119250" y="325050"/>
                  </a:lnTo>
                  <a:lnTo>
                    <a:pt x="118904" y="324783"/>
                  </a:lnTo>
                  <a:lnTo>
                    <a:pt x="118742" y="324832"/>
                  </a:lnTo>
                  <a:lnTo>
                    <a:pt x="118575" y="324829"/>
                  </a:lnTo>
                  <a:lnTo>
                    <a:pt x="118263" y="324561"/>
                  </a:lnTo>
                  <a:lnTo>
                    <a:pt x="118295" y="324350"/>
                  </a:lnTo>
                  <a:lnTo>
                    <a:pt x="118417" y="324040"/>
                  </a:lnTo>
                  <a:lnTo>
                    <a:pt x="118118" y="323740"/>
                  </a:lnTo>
                  <a:lnTo>
                    <a:pt x="118109" y="323417"/>
                  </a:lnTo>
                  <a:lnTo>
                    <a:pt x="118282" y="323314"/>
                  </a:lnTo>
                  <a:lnTo>
                    <a:pt x="117996" y="323194"/>
                  </a:lnTo>
                  <a:lnTo>
                    <a:pt x="117760" y="322612"/>
                  </a:lnTo>
                  <a:lnTo>
                    <a:pt x="117561" y="322357"/>
                  </a:lnTo>
                  <a:lnTo>
                    <a:pt x="117544" y="322211"/>
                  </a:lnTo>
                  <a:lnTo>
                    <a:pt x="117750" y="321966"/>
                  </a:lnTo>
                  <a:lnTo>
                    <a:pt x="117940" y="321954"/>
                  </a:lnTo>
                  <a:lnTo>
                    <a:pt x="117829" y="321745"/>
                  </a:lnTo>
                  <a:lnTo>
                    <a:pt x="117843" y="321603"/>
                  </a:lnTo>
                  <a:lnTo>
                    <a:pt x="118159" y="321331"/>
                  </a:lnTo>
                  <a:lnTo>
                    <a:pt x="118298" y="321192"/>
                  </a:lnTo>
                  <a:lnTo>
                    <a:pt x="118064" y="320847"/>
                  </a:lnTo>
                  <a:lnTo>
                    <a:pt x="117706" y="320668"/>
                  </a:lnTo>
                  <a:lnTo>
                    <a:pt x="117781" y="319957"/>
                  </a:lnTo>
                  <a:lnTo>
                    <a:pt x="117921" y="320101"/>
                  </a:lnTo>
                  <a:lnTo>
                    <a:pt x="118279" y="319900"/>
                  </a:lnTo>
                  <a:lnTo>
                    <a:pt x="118537" y="319548"/>
                  </a:lnTo>
                  <a:lnTo>
                    <a:pt x="118450" y="318889"/>
                  </a:lnTo>
                  <a:lnTo>
                    <a:pt x="118139" y="318158"/>
                  </a:lnTo>
                  <a:lnTo>
                    <a:pt x="118229" y="317912"/>
                  </a:lnTo>
                  <a:lnTo>
                    <a:pt x="118358" y="317912"/>
                  </a:lnTo>
                  <a:lnTo>
                    <a:pt x="118398" y="317671"/>
                  </a:lnTo>
                  <a:lnTo>
                    <a:pt x="118549" y="317447"/>
                  </a:lnTo>
                  <a:lnTo>
                    <a:pt x="118632" y="317065"/>
                  </a:lnTo>
                  <a:lnTo>
                    <a:pt x="118522" y="316773"/>
                  </a:lnTo>
                  <a:lnTo>
                    <a:pt x="118563" y="316217"/>
                  </a:lnTo>
                  <a:lnTo>
                    <a:pt x="118410" y="316134"/>
                  </a:lnTo>
                  <a:lnTo>
                    <a:pt x="118093" y="316229"/>
                  </a:lnTo>
                  <a:lnTo>
                    <a:pt x="117774" y="315852"/>
                  </a:lnTo>
                  <a:lnTo>
                    <a:pt x="117853" y="315621"/>
                  </a:lnTo>
                  <a:lnTo>
                    <a:pt x="117877" y="315492"/>
                  </a:lnTo>
                  <a:lnTo>
                    <a:pt x="117668" y="315295"/>
                  </a:lnTo>
                  <a:lnTo>
                    <a:pt x="117452" y="315243"/>
                  </a:lnTo>
                  <a:lnTo>
                    <a:pt x="117202" y="314958"/>
                  </a:lnTo>
                  <a:lnTo>
                    <a:pt x="116647" y="315112"/>
                  </a:lnTo>
                  <a:lnTo>
                    <a:pt x="116633" y="314829"/>
                  </a:lnTo>
                  <a:lnTo>
                    <a:pt x="116875" y="314510"/>
                  </a:lnTo>
                  <a:lnTo>
                    <a:pt x="117175" y="314362"/>
                  </a:lnTo>
                  <a:lnTo>
                    <a:pt x="117111" y="313824"/>
                  </a:lnTo>
                  <a:lnTo>
                    <a:pt x="117069" y="313642"/>
                  </a:lnTo>
                  <a:lnTo>
                    <a:pt x="116946" y="313335"/>
                  </a:lnTo>
                  <a:lnTo>
                    <a:pt x="117044" y="313160"/>
                  </a:lnTo>
                  <a:lnTo>
                    <a:pt x="116779" y="313041"/>
                  </a:lnTo>
                  <a:lnTo>
                    <a:pt x="116577" y="312630"/>
                  </a:lnTo>
                  <a:lnTo>
                    <a:pt x="116765" y="312423"/>
                  </a:lnTo>
                  <a:lnTo>
                    <a:pt x="116739" y="312228"/>
                  </a:lnTo>
                  <a:lnTo>
                    <a:pt x="116567" y="312142"/>
                  </a:lnTo>
                  <a:lnTo>
                    <a:pt x="116439" y="312045"/>
                  </a:lnTo>
                  <a:lnTo>
                    <a:pt x="116387" y="311826"/>
                  </a:lnTo>
                  <a:lnTo>
                    <a:pt x="116376" y="311654"/>
                  </a:lnTo>
                  <a:lnTo>
                    <a:pt x="116377" y="311455"/>
                  </a:lnTo>
                  <a:lnTo>
                    <a:pt x="116103" y="311096"/>
                  </a:lnTo>
                  <a:lnTo>
                    <a:pt x="116234" y="310329"/>
                  </a:lnTo>
                  <a:lnTo>
                    <a:pt x="116023" y="310124"/>
                  </a:lnTo>
                  <a:lnTo>
                    <a:pt x="115831" y="309968"/>
                  </a:lnTo>
                  <a:lnTo>
                    <a:pt x="115814" y="309538"/>
                  </a:lnTo>
                  <a:lnTo>
                    <a:pt x="115580" y="309160"/>
                  </a:lnTo>
                  <a:lnTo>
                    <a:pt x="115392" y="309047"/>
                  </a:lnTo>
                  <a:lnTo>
                    <a:pt x="115044" y="308934"/>
                  </a:lnTo>
                  <a:lnTo>
                    <a:pt x="114869" y="309025"/>
                  </a:lnTo>
                  <a:lnTo>
                    <a:pt x="114580" y="309035"/>
                  </a:lnTo>
                  <a:lnTo>
                    <a:pt x="114426" y="308992"/>
                  </a:lnTo>
                  <a:lnTo>
                    <a:pt x="114113" y="308983"/>
                  </a:lnTo>
                  <a:lnTo>
                    <a:pt x="113856" y="308964"/>
                  </a:lnTo>
                  <a:lnTo>
                    <a:pt x="113582" y="308735"/>
                  </a:lnTo>
                  <a:lnTo>
                    <a:pt x="113387" y="308728"/>
                  </a:lnTo>
                  <a:lnTo>
                    <a:pt x="112876" y="308605"/>
                  </a:lnTo>
                  <a:lnTo>
                    <a:pt x="112622" y="308482"/>
                  </a:lnTo>
                  <a:lnTo>
                    <a:pt x="112197" y="307977"/>
                  </a:lnTo>
                  <a:lnTo>
                    <a:pt x="112257" y="307819"/>
                  </a:lnTo>
                  <a:lnTo>
                    <a:pt x="112588" y="307572"/>
                  </a:lnTo>
                  <a:lnTo>
                    <a:pt x="112209" y="307161"/>
                  </a:lnTo>
                  <a:lnTo>
                    <a:pt x="112132" y="306787"/>
                  </a:lnTo>
                  <a:lnTo>
                    <a:pt x="111910" y="306335"/>
                  </a:lnTo>
                  <a:lnTo>
                    <a:pt x="111760" y="305860"/>
                  </a:lnTo>
                  <a:lnTo>
                    <a:pt x="111586" y="305496"/>
                  </a:lnTo>
                  <a:lnTo>
                    <a:pt x="111516" y="305240"/>
                  </a:lnTo>
                  <a:lnTo>
                    <a:pt x="111300" y="304627"/>
                  </a:lnTo>
                  <a:lnTo>
                    <a:pt x="111230" y="304471"/>
                  </a:lnTo>
                  <a:lnTo>
                    <a:pt x="111130" y="304137"/>
                  </a:lnTo>
                  <a:lnTo>
                    <a:pt x="111076" y="303809"/>
                  </a:lnTo>
                  <a:lnTo>
                    <a:pt x="110778" y="303365"/>
                  </a:lnTo>
                  <a:lnTo>
                    <a:pt x="109939" y="303319"/>
                  </a:lnTo>
                  <a:lnTo>
                    <a:pt x="109586" y="303302"/>
                  </a:lnTo>
                  <a:lnTo>
                    <a:pt x="109300" y="303471"/>
                  </a:lnTo>
                  <a:lnTo>
                    <a:pt x="109159" y="303568"/>
                  </a:lnTo>
                  <a:lnTo>
                    <a:pt x="108850" y="303755"/>
                  </a:lnTo>
                  <a:lnTo>
                    <a:pt x="108710" y="303768"/>
                  </a:lnTo>
                  <a:lnTo>
                    <a:pt x="108197" y="303971"/>
                  </a:lnTo>
                  <a:lnTo>
                    <a:pt x="107819" y="304106"/>
                  </a:lnTo>
                  <a:lnTo>
                    <a:pt x="107608" y="304260"/>
                  </a:lnTo>
                  <a:lnTo>
                    <a:pt x="107375" y="304124"/>
                  </a:lnTo>
                  <a:lnTo>
                    <a:pt x="107301" y="303880"/>
                  </a:lnTo>
                  <a:lnTo>
                    <a:pt x="107465" y="303493"/>
                  </a:lnTo>
                  <a:lnTo>
                    <a:pt x="107663" y="303393"/>
                  </a:lnTo>
                  <a:lnTo>
                    <a:pt x="107790" y="303389"/>
                  </a:lnTo>
                  <a:lnTo>
                    <a:pt x="108009" y="303173"/>
                  </a:lnTo>
                  <a:lnTo>
                    <a:pt x="108088" y="303041"/>
                  </a:lnTo>
                  <a:lnTo>
                    <a:pt x="108470" y="302662"/>
                  </a:lnTo>
                  <a:lnTo>
                    <a:pt x="108743" y="302407"/>
                  </a:lnTo>
                  <a:lnTo>
                    <a:pt x="108731" y="301803"/>
                  </a:lnTo>
                  <a:lnTo>
                    <a:pt x="108511" y="301760"/>
                  </a:lnTo>
                  <a:lnTo>
                    <a:pt x="108342" y="301822"/>
                  </a:lnTo>
                  <a:lnTo>
                    <a:pt x="108153" y="301724"/>
                  </a:lnTo>
                  <a:lnTo>
                    <a:pt x="107823" y="301558"/>
                  </a:lnTo>
                  <a:lnTo>
                    <a:pt x="107555" y="301204"/>
                  </a:lnTo>
                  <a:lnTo>
                    <a:pt x="107431" y="300890"/>
                  </a:lnTo>
                  <a:lnTo>
                    <a:pt x="107234" y="300659"/>
                  </a:lnTo>
                  <a:lnTo>
                    <a:pt x="106980" y="300241"/>
                  </a:lnTo>
                  <a:lnTo>
                    <a:pt x="106807" y="300230"/>
                  </a:lnTo>
                  <a:lnTo>
                    <a:pt x="106559" y="300066"/>
                  </a:lnTo>
                  <a:lnTo>
                    <a:pt x="105876" y="299763"/>
                  </a:lnTo>
                  <a:lnTo>
                    <a:pt x="105483" y="299686"/>
                  </a:lnTo>
                  <a:lnTo>
                    <a:pt x="105066" y="299937"/>
                  </a:lnTo>
                  <a:lnTo>
                    <a:pt x="105057" y="300130"/>
                  </a:lnTo>
                  <a:lnTo>
                    <a:pt x="104772" y="300071"/>
                  </a:lnTo>
                  <a:lnTo>
                    <a:pt x="104458" y="299891"/>
                  </a:lnTo>
                  <a:lnTo>
                    <a:pt x="104151" y="299156"/>
                  </a:lnTo>
                  <a:lnTo>
                    <a:pt x="104269" y="298969"/>
                  </a:lnTo>
                  <a:lnTo>
                    <a:pt x="104402" y="298572"/>
                  </a:lnTo>
                  <a:lnTo>
                    <a:pt x="103555" y="298515"/>
                  </a:lnTo>
                  <a:lnTo>
                    <a:pt x="103387" y="298828"/>
                  </a:lnTo>
                  <a:lnTo>
                    <a:pt x="103370" y="299145"/>
                  </a:lnTo>
                  <a:lnTo>
                    <a:pt x="103349" y="299471"/>
                  </a:lnTo>
                  <a:lnTo>
                    <a:pt x="102931" y="299414"/>
                  </a:lnTo>
                  <a:lnTo>
                    <a:pt x="103167" y="299122"/>
                  </a:lnTo>
                  <a:lnTo>
                    <a:pt x="103295" y="298819"/>
                  </a:lnTo>
                  <a:lnTo>
                    <a:pt x="103288" y="298633"/>
                  </a:lnTo>
                  <a:lnTo>
                    <a:pt x="103193" y="298378"/>
                  </a:lnTo>
                  <a:lnTo>
                    <a:pt x="103036" y="298455"/>
                  </a:lnTo>
                  <a:lnTo>
                    <a:pt x="102958" y="298714"/>
                  </a:lnTo>
                  <a:lnTo>
                    <a:pt x="102905" y="298901"/>
                  </a:lnTo>
                  <a:lnTo>
                    <a:pt x="102716" y="299097"/>
                  </a:lnTo>
                  <a:lnTo>
                    <a:pt x="102509" y="298801"/>
                  </a:lnTo>
                  <a:lnTo>
                    <a:pt x="102420" y="298631"/>
                  </a:lnTo>
                  <a:lnTo>
                    <a:pt x="102306" y="298320"/>
                  </a:lnTo>
                  <a:lnTo>
                    <a:pt x="102362" y="298177"/>
                  </a:lnTo>
                  <a:lnTo>
                    <a:pt x="102341" y="297578"/>
                  </a:lnTo>
                  <a:lnTo>
                    <a:pt x="102105" y="297330"/>
                  </a:lnTo>
                  <a:lnTo>
                    <a:pt x="102003" y="297186"/>
                  </a:lnTo>
                  <a:lnTo>
                    <a:pt x="101892" y="296995"/>
                  </a:lnTo>
                  <a:lnTo>
                    <a:pt x="101732" y="297094"/>
                  </a:lnTo>
                  <a:lnTo>
                    <a:pt x="101521" y="296956"/>
                  </a:lnTo>
                  <a:lnTo>
                    <a:pt x="101250" y="296347"/>
                  </a:lnTo>
                  <a:lnTo>
                    <a:pt x="101229" y="296119"/>
                  </a:lnTo>
                  <a:lnTo>
                    <a:pt x="101582" y="295764"/>
                  </a:lnTo>
                  <a:lnTo>
                    <a:pt x="101605" y="295397"/>
                  </a:lnTo>
                  <a:lnTo>
                    <a:pt x="101681" y="294935"/>
                  </a:lnTo>
                  <a:lnTo>
                    <a:pt x="101122" y="294641"/>
                  </a:lnTo>
                  <a:lnTo>
                    <a:pt x="100783" y="294401"/>
                  </a:lnTo>
                  <a:lnTo>
                    <a:pt x="100099" y="294172"/>
                  </a:lnTo>
                  <a:lnTo>
                    <a:pt x="99893" y="293909"/>
                  </a:lnTo>
                  <a:lnTo>
                    <a:pt x="99841" y="293716"/>
                  </a:lnTo>
                  <a:lnTo>
                    <a:pt x="99932" y="293484"/>
                  </a:lnTo>
                  <a:lnTo>
                    <a:pt x="100037" y="293225"/>
                  </a:lnTo>
                  <a:lnTo>
                    <a:pt x="100310" y="293061"/>
                  </a:lnTo>
                  <a:lnTo>
                    <a:pt x="100677" y="292949"/>
                  </a:lnTo>
                  <a:lnTo>
                    <a:pt x="100594" y="292675"/>
                  </a:lnTo>
                  <a:lnTo>
                    <a:pt x="100307" y="292452"/>
                  </a:lnTo>
                  <a:lnTo>
                    <a:pt x="100123" y="292386"/>
                  </a:lnTo>
                  <a:lnTo>
                    <a:pt x="99975" y="292285"/>
                  </a:lnTo>
                  <a:lnTo>
                    <a:pt x="100050" y="291993"/>
                  </a:lnTo>
                  <a:lnTo>
                    <a:pt x="100207" y="291536"/>
                  </a:lnTo>
                  <a:lnTo>
                    <a:pt x="100188" y="291353"/>
                  </a:lnTo>
                  <a:lnTo>
                    <a:pt x="100165" y="291065"/>
                  </a:lnTo>
                  <a:lnTo>
                    <a:pt x="100195" y="290895"/>
                  </a:lnTo>
                  <a:lnTo>
                    <a:pt x="100201" y="290539"/>
                  </a:lnTo>
                  <a:lnTo>
                    <a:pt x="100070" y="290352"/>
                  </a:lnTo>
                  <a:lnTo>
                    <a:pt x="99920" y="290291"/>
                  </a:lnTo>
                  <a:lnTo>
                    <a:pt x="99776" y="290233"/>
                  </a:lnTo>
                  <a:lnTo>
                    <a:pt x="99730" y="289451"/>
                  </a:lnTo>
                  <a:lnTo>
                    <a:pt x="99693" y="289184"/>
                  </a:lnTo>
                  <a:lnTo>
                    <a:pt x="99869" y="288763"/>
                  </a:lnTo>
                  <a:lnTo>
                    <a:pt x="99993" y="288140"/>
                  </a:lnTo>
                  <a:lnTo>
                    <a:pt x="100108" y="287670"/>
                  </a:lnTo>
                  <a:lnTo>
                    <a:pt x="100503" y="287358"/>
                  </a:lnTo>
                  <a:lnTo>
                    <a:pt x="100803" y="287494"/>
                  </a:lnTo>
                  <a:lnTo>
                    <a:pt x="101258" y="287418"/>
                  </a:lnTo>
                  <a:lnTo>
                    <a:pt x="101722" y="287335"/>
                  </a:lnTo>
                  <a:lnTo>
                    <a:pt x="101990" y="287064"/>
                  </a:lnTo>
                  <a:lnTo>
                    <a:pt x="101917" y="286896"/>
                  </a:lnTo>
                  <a:lnTo>
                    <a:pt x="101914" y="286555"/>
                  </a:lnTo>
                  <a:lnTo>
                    <a:pt x="102030" y="286353"/>
                  </a:lnTo>
                  <a:lnTo>
                    <a:pt x="102033" y="286149"/>
                  </a:lnTo>
                  <a:lnTo>
                    <a:pt x="101937" y="285915"/>
                  </a:lnTo>
                  <a:lnTo>
                    <a:pt x="101710" y="285684"/>
                  </a:lnTo>
                  <a:lnTo>
                    <a:pt x="101723" y="285414"/>
                  </a:lnTo>
                  <a:lnTo>
                    <a:pt x="101823" y="285270"/>
                  </a:lnTo>
                  <a:lnTo>
                    <a:pt x="101869" y="285115"/>
                  </a:lnTo>
                  <a:lnTo>
                    <a:pt x="101874" y="284934"/>
                  </a:lnTo>
                  <a:lnTo>
                    <a:pt x="101874" y="284731"/>
                  </a:lnTo>
                  <a:lnTo>
                    <a:pt x="101840" y="284200"/>
                  </a:lnTo>
                  <a:lnTo>
                    <a:pt x="101681" y="283395"/>
                  </a:lnTo>
                  <a:lnTo>
                    <a:pt x="101818" y="283375"/>
                  </a:lnTo>
                  <a:lnTo>
                    <a:pt x="102313" y="283555"/>
                  </a:lnTo>
                  <a:lnTo>
                    <a:pt x="102799" y="283723"/>
                  </a:lnTo>
                  <a:lnTo>
                    <a:pt x="103314" y="283427"/>
                  </a:lnTo>
                  <a:lnTo>
                    <a:pt x="103619" y="283296"/>
                  </a:lnTo>
                  <a:lnTo>
                    <a:pt x="103764" y="283434"/>
                  </a:lnTo>
                  <a:lnTo>
                    <a:pt x="104290" y="283681"/>
                  </a:lnTo>
                  <a:lnTo>
                    <a:pt x="104797" y="283630"/>
                  </a:lnTo>
                  <a:lnTo>
                    <a:pt x="104944" y="283571"/>
                  </a:lnTo>
                  <a:lnTo>
                    <a:pt x="105183" y="283584"/>
                  </a:lnTo>
                  <a:lnTo>
                    <a:pt x="105528" y="283772"/>
                  </a:lnTo>
                  <a:lnTo>
                    <a:pt x="105712" y="283855"/>
                  </a:lnTo>
                  <a:lnTo>
                    <a:pt x="106148" y="283626"/>
                  </a:lnTo>
                  <a:lnTo>
                    <a:pt x="106058" y="283344"/>
                  </a:lnTo>
                  <a:lnTo>
                    <a:pt x="106344" y="283144"/>
                  </a:lnTo>
                  <a:lnTo>
                    <a:pt x="106626" y="282943"/>
                  </a:lnTo>
                  <a:lnTo>
                    <a:pt x="106420" y="282469"/>
                  </a:lnTo>
                  <a:lnTo>
                    <a:pt x="106232" y="282366"/>
                  </a:lnTo>
                  <a:lnTo>
                    <a:pt x="106214" y="282052"/>
                  </a:lnTo>
                  <a:lnTo>
                    <a:pt x="106357" y="281968"/>
                  </a:lnTo>
                  <a:lnTo>
                    <a:pt x="106638" y="281749"/>
                  </a:lnTo>
                  <a:lnTo>
                    <a:pt x="106900" y="281089"/>
                  </a:lnTo>
                  <a:lnTo>
                    <a:pt x="107303" y="280731"/>
                  </a:lnTo>
                  <a:lnTo>
                    <a:pt x="107552" y="280686"/>
                  </a:lnTo>
                  <a:lnTo>
                    <a:pt x="107940" y="280549"/>
                  </a:lnTo>
                  <a:lnTo>
                    <a:pt x="108038" y="280330"/>
                  </a:lnTo>
                  <a:lnTo>
                    <a:pt x="108009" y="279693"/>
                  </a:lnTo>
                  <a:lnTo>
                    <a:pt x="107910" y="279538"/>
                  </a:lnTo>
                  <a:lnTo>
                    <a:pt x="107798" y="279389"/>
                  </a:lnTo>
                  <a:lnTo>
                    <a:pt x="107919" y="279087"/>
                  </a:lnTo>
                  <a:lnTo>
                    <a:pt x="107983" y="278885"/>
                  </a:lnTo>
                  <a:lnTo>
                    <a:pt x="107860" y="278627"/>
                  </a:lnTo>
                  <a:lnTo>
                    <a:pt x="107580" y="278440"/>
                  </a:lnTo>
                  <a:lnTo>
                    <a:pt x="107617" y="277921"/>
                  </a:lnTo>
                  <a:lnTo>
                    <a:pt x="107832" y="277745"/>
                  </a:lnTo>
                  <a:lnTo>
                    <a:pt x="107954" y="277345"/>
                  </a:lnTo>
                  <a:lnTo>
                    <a:pt x="108199" y="276967"/>
                  </a:lnTo>
                  <a:lnTo>
                    <a:pt x="108355" y="276553"/>
                  </a:lnTo>
                  <a:lnTo>
                    <a:pt x="108531" y="276353"/>
                  </a:lnTo>
                  <a:lnTo>
                    <a:pt x="108929" y="276177"/>
                  </a:lnTo>
                  <a:lnTo>
                    <a:pt x="109065" y="276234"/>
                  </a:lnTo>
                  <a:lnTo>
                    <a:pt x="109287" y="276206"/>
                  </a:lnTo>
                  <a:lnTo>
                    <a:pt x="109439" y="276137"/>
                  </a:lnTo>
                  <a:lnTo>
                    <a:pt x="109699" y="275995"/>
                  </a:lnTo>
                  <a:lnTo>
                    <a:pt x="109905" y="275867"/>
                  </a:lnTo>
                  <a:lnTo>
                    <a:pt x="110453" y="276110"/>
                  </a:lnTo>
                  <a:lnTo>
                    <a:pt x="110618" y="276068"/>
                  </a:lnTo>
                  <a:lnTo>
                    <a:pt x="111082" y="276151"/>
                  </a:lnTo>
                  <a:lnTo>
                    <a:pt x="111247" y="276258"/>
                  </a:lnTo>
                  <a:lnTo>
                    <a:pt x="111511" y="276124"/>
                  </a:lnTo>
                  <a:lnTo>
                    <a:pt x="111689" y="276095"/>
                  </a:lnTo>
                  <a:lnTo>
                    <a:pt x="111927" y="276282"/>
                  </a:lnTo>
                  <a:lnTo>
                    <a:pt x="111962" y="276470"/>
                  </a:lnTo>
                  <a:lnTo>
                    <a:pt x="112285" y="276554"/>
                  </a:lnTo>
                  <a:lnTo>
                    <a:pt x="112708" y="276448"/>
                  </a:lnTo>
                  <a:lnTo>
                    <a:pt x="112859" y="276403"/>
                  </a:lnTo>
                  <a:lnTo>
                    <a:pt x="113072" y="276177"/>
                  </a:lnTo>
                  <a:lnTo>
                    <a:pt x="113059" y="275649"/>
                  </a:lnTo>
                  <a:lnTo>
                    <a:pt x="113027" y="275440"/>
                  </a:lnTo>
                  <a:lnTo>
                    <a:pt x="113063" y="275151"/>
                  </a:lnTo>
                  <a:lnTo>
                    <a:pt x="113134" y="275011"/>
                  </a:lnTo>
                  <a:lnTo>
                    <a:pt x="113042" y="274710"/>
                  </a:lnTo>
                  <a:lnTo>
                    <a:pt x="112972" y="274478"/>
                  </a:lnTo>
                  <a:lnTo>
                    <a:pt x="112959" y="274171"/>
                  </a:lnTo>
                  <a:lnTo>
                    <a:pt x="112781" y="273702"/>
                  </a:lnTo>
                  <a:lnTo>
                    <a:pt x="112695" y="273376"/>
                  </a:lnTo>
                  <a:lnTo>
                    <a:pt x="112668" y="273213"/>
                  </a:lnTo>
                  <a:lnTo>
                    <a:pt x="112627" y="272602"/>
                  </a:lnTo>
                  <a:lnTo>
                    <a:pt x="113434" y="272290"/>
                  </a:lnTo>
                  <a:lnTo>
                    <a:pt x="113586" y="272307"/>
                  </a:lnTo>
                  <a:lnTo>
                    <a:pt x="113819" y="272498"/>
                  </a:lnTo>
                  <a:lnTo>
                    <a:pt x="113846" y="272661"/>
                  </a:lnTo>
                  <a:lnTo>
                    <a:pt x="114052" y="273073"/>
                  </a:lnTo>
                  <a:lnTo>
                    <a:pt x="114270" y="273208"/>
                  </a:lnTo>
                  <a:lnTo>
                    <a:pt x="114971" y="273245"/>
                  </a:lnTo>
                  <a:lnTo>
                    <a:pt x="115144" y="273258"/>
                  </a:lnTo>
                  <a:lnTo>
                    <a:pt x="115262" y="273110"/>
                  </a:lnTo>
                  <a:lnTo>
                    <a:pt x="115414" y="272805"/>
                  </a:lnTo>
                  <a:lnTo>
                    <a:pt x="115710" y="272524"/>
                  </a:lnTo>
                  <a:lnTo>
                    <a:pt x="116208" y="271947"/>
                  </a:lnTo>
                  <a:lnTo>
                    <a:pt x="116192" y="271798"/>
                  </a:lnTo>
                  <a:lnTo>
                    <a:pt x="116293" y="271606"/>
                  </a:lnTo>
                  <a:lnTo>
                    <a:pt x="116437" y="271656"/>
                  </a:lnTo>
                  <a:lnTo>
                    <a:pt x="116586" y="271696"/>
                  </a:lnTo>
                  <a:lnTo>
                    <a:pt x="117807" y="271606"/>
                  </a:lnTo>
                  <a:lnTo>
                    <a:pt x="117962" y="271758"/>
                  </a:lnTo>
                  <a:lnTo>
                    <a:pt x="118697" y="271859"/>
                  </a:lnTo>
                  <a:lnTo>
                    <a:pt x="118812" y="271649"/>
                  </a:lnTo>
                  <a:lnTo>
                    <a:pt x="119016" y="271322"/>
                  </a:lnTo>
                  <a:lnTo>
                    <a:pt x="119069" y="271538"/>
                  </a:lnTo>
                  <a:lnTo>
                    <a:pt x="119204" y="271455"/>
                  </a:lnTo>
                  <a:lnTo>
                    <a:pt x="119703" y="271746"/>
                  </a:lnTo>
                  <a:lnTo>
                    <a:pt x="119900" y="271769"/>
                  </a:lnTo>
                  <a:lnTo>
                    <a:pt x="119895" y="271577"/>
                  </a:lnTo>
                  <a:lnTo>
                    <a:pt x="119867" y="271435"/>
                  </a:lnTo>
                  <a:lnTo>
                    <a:pt x="120106" y="271389"/>
                  </a:lnTo>
                  <a:lnTo>
                    <a:pt x="120352" y="271471"/>
                  </a:lnTo>
                  <a:lnTo>
                    <a:pt x="120576" y="271664"/>
                  </a:lnTo>
                  <a:lnTo>
                    <a:pt x="120812" y="271665"/>
                  </a:lnTo>
                  <a:lnTo>
                    <a:pt x="121120" y="271318"/>
                  </a:lnTo>
                  <a:lnTo>
                    <a:pt x="121594" y="270939"/>
                  </a:lnTo>
                  <a:lnTo>
                    <a:pt x="121566" y="270812"/>
                  </a:lnTo>
                  <a:lnTo>
                    <a:pt x="121560" y="270610"/>
                  </a:lnTo>
                  <a:lnTo>
                    <a:pt x="121584" y="270466"/>
                  </a:lnTo>
                  <a:lnTo>
                    <a:pt x="121655" y="270137"/>
                  </a:lnTo>
                  <a:lnTo>
                    <a:pt x="121724" y="269904"/>
                  </a:lnTo>
                  <a:lnTo>
                    <a:pt x="121682" y="269768"/>
                  </a:lnTo>
                  <a:lnTo>
                    <a:pt x="121522" y="269419"/>
                  </a:lnTo>
                  <a:lnTo>
                    <a:pt x="121583" y="269171"/>
                  </a:lnTo>
                  <a:lnTo>
                    <a:pt x="121684" y="269024"/>
                  </a:lnTo>
                  <a:lnTo>
                    <a:pt x="121734" y="268855"/>
                  </a:lnTo>
                  <a:lnTo>
                    <a:pt x="121771" y="268354"/>
                  </a:lnTo>
                  <a:lnTo>
                    <a:pt x="121967" y="268006"/>
                  </a:lnTo>
                  <a:lnTo>
                    <a:pt x="122348" y="267804"/>
                  </a:lnTo>
                  <a:lnTo>
                    <a:pt x="122510" y="267667"/>
                  </a:lnTo>
                  <a:lnTo>
                    <a:pt x="122909" y="267493"/>
                  </a:lnTo>
                  <a:lnTo>
                    <a:pt x="123538" y="267251"/>
                  </a:lnTo>
                  <a:lnTo>
                    <a:pt x="123594" y="267122"/>
                  </a:lnTo>
                  <a:lnTo>
                    <a:pt x="123599" y="266993"/>
                  </a:lnTo>
                  <a:lnTo>
                    <a:pt x="123790" y="266662"/>
                  </a:lnTo>
                  <a:lnTo>
                    <a:pt x="124294" y="265994"/>
                  </a:lnTo>
                  <a:lnTo>
                    <a:pt x="124426" y="266010"/>
                  </a:lnTo>
                  <a:lnTo>
                    <a:pt x="124583" y="265956"/>
                  </a:lnTo>
                  <a:lnTo>
                    <a:pt x="124699" y="265617"/>
                  </a:lnTo>
                  <a:lnTo>
                    <a:pt x="124928" y="265376"/>
                  </a:lnTo>
                  <a:lnTo>
                    <a:pt x="125043" y="265190"/>
                  </a:lnTo>
                  <a:lnTo>
                    <a:pt x="125151" y="264878"/>
                  </a:lnTo>
                  <a:lnTo>
                    <a:pt x="125317" y="264747"/>
                  </a:lnTo>
                  <a:lnTo>
                    <a:pt x="125552" y="264660"/>
                  </a:lnTo>
                  <a:lnTo>
                    <a:pt x="125793" y="264579"/>
                  </a:lnTo>
                  <a:lnTo>
                    <a:pt x="126239" y="264377"/>
                  </a:lnTo>
                  <a:lnTo>
                    <a:pt x="126453" y="264366"/>
                  </a:lnTo>
                  <a:lnTo>
                    <a:pt x="126664" y="264439"/>
                  </a:lnTo>
                  <a:lnTo>
                    <a:pt x="126869" y="264306"/>
                  </a:lnTo>
                  <a:lnTo>
                    <a:pt x="127048" y="264096"/>
                  </a:lnTo>
                  <a:lnTo>
                    <a:pt x="127313" y="263962"/>
                  </a:lnTo>
                  <a:lnTo>
                    <a:pt x="127539" y="263849"/>
                  </a:lnTo>
                  <a:lnTo>
                    <a:pt x="127813" y="263963"/>
                  </a:lnTo>
                  <a:lnTo>
                    <a:pt x="127958" y="264031"/>
                  </a:lnTo>
                  <a:lnTo>
                    <a:pt x="128260" y="264239"/>
                  </a:lnTo>
                  <a:lnTo>
                    <a:pt x="128318" y="264411"/>
                  </a:lnTo>
                  <a:lnTo>
                    <a:pt x="128637" y="264527"/>
                  </a:lnTo>
                  <a:lnTo>
                    <a:pt x="128978" y="264281"/>
                  </a:lnTo>
                  <a:lnTo>
                    <a:pt x="129286" y="263800"/>
                  </a:lnTo>
                  <a:lnTo>
                    <a:pt x="129577" y="263491"/>
                  </a:lnTo>
                  <a:lnTo>
                    <a:pt x="129853" y="263240"/>
                  </a:lnTo>
                  <a:lnTo>
                    <a:pt x="130070" y="263034"/>
                  </a:lnTo>
                  <a:lnTo>
                    <a:pt x="130170" y="262697"/>
                  </a:lnTo>
                  <a:lnTo>
                    <a:pt x="130434" y="262376"/>
                  </a:lnTo>
                  <a:lnTo>
                    <a:pt x="130439" y="262100"/>
                  </a:lnTo>
                  <a:lnTo>
                    <a:pt x="130637" y="261904"/>
                  </a:lnTo>
                  <a:lnTo>
                    <a:pt x="130941" y="261715"/>
                  </a:lnTo>
                  <a:lnTo>
                    <a:pt x="130933" y="261563"/>
                  </a:lnTo>
                  <a:lnTo>
                    <a:pt x="130964" y="261352"/>
                  </a:lnTo>
                  <a:lnTo>
                    <a:pt x="131342" y="261032"/>
                  </a:lnTo>
                  <a:lnTo>
                    <a:pt x="131546" y="261057"/>
                  </a:lnTo>
                  <a:lnTo>
                    <a:pt x="131735" y="261072"/>
                  </a:lnTo>
                  <a:lnTo>
                    <a:pt x="131869" y="261052"/>
                  </a:lnTo>
                  <a:lnTo>
                    <a:pt x="132233" y="260932"/>
                  </a:lnTo>
                  <a:lnTo>
                    <a:pt x="132409" y="260563"/>
                  </a:lnTo>
                  <a:lnTo>
                    <a:pt x="132631" y="259995"/>
                  </a:lnTo>
                  <a:lnTo>
                    <a:pt x="132974" y="259681"/>
                  </a:lnTo>
                  <a:lnTo>
                    <a:pt x="133198" y="259391"/>
                  </a:lnTo>
                  <a:lnTo>
                    <a:pt x="133455" y="259032"/>
                  </a:lnTo>
                  <a:lnTo>
                    <a:pt x="133595" y="258734"/>
                  </a:lnTo>
                  <a:lnTo>
                    <a:pt x="133610" y="258606"/>
                  </a:lnTo>
                  <a:lnTo>
                    <a:pt x="133639" y="258303"/>
                  </a:lnTo>
                  <a:lnTo>
                    <a:pt x="133494" y="257911"/>
                  </a:lnTo>
                  <a:lnTo>
                    <a:pt x="133427" y="257769"/>
                  </a:lnTo>
                  <a:lnTo>
                    <a:pt x="133544" y="257405"/>
                  </a:lnTo>
                  <a:lnTo>
                    <a:pt x="133298" y="256997"/>
                  </a:lnTo>
                  <a:lnTo>
                    <a:pt x="133068" y="256845"/>
                  </a:lnTo>
                  <a:lnTo>
                    <a:pt x="133005" y="256627"/>
                  </a:lnTo>
                  <a:lnTo>
                    <a:pt x="133011" y="256451"/>
                  </a:lnTo>
                  <a:lnTo>
                    <a:pt x="133081" y="256199"/>
                  </a:lnTo>
                  <a:lnTo>
                    <a:pt x="133106" y="255945"/>
                  </a:lnTo>
                  <a:lnTo>
                    <a:pt x="133139" y="255544"/>
                  </a:lnTo>
                  <a:lnTo>
                    <a:pt x="133186" y="255243"/>
                  </a:lnTo>
                  <a:lnTo>
                    <a:pt x="133402" y="255051"/>
                  </a:lnTo>
                  <a:lnTo>
                    <a:pt x="133568" y="255009"/>
                  </a:lnTo>
                  <a:lnTo>
                    <a:pt x="134035" y="255056"/>
                  </a:lnTo>
                  <a:lnTo>
                    <a:pt x="134219" y="254953"/>
                  </a:lnTo>
                  <a:lnTo>
                    <a:pt x="134056" y="254402"/>
                  </a:lnTo>
                  <a:lnTo>
                    <a:pt x="133875" y="254314"/>
                  </a:lnTo>
                  <a:lnTo>
                    <a:pt x="133840" y="254050"/>
                  </a:lnTo>
                  <a:lnTo>
                    <a:pt x="133889" y="253604"/>
                  </a:lnTo>
                  <a:lnTo>
                    <a:pt x="134072" y="253475"/>
                  </a:lnTo>
                  <a:lnTo>
                    <a:pt x="134502" y="253371"/>
                  </a:lnTo>
                  <a:lnTo>
                    <a:pt x="135125" y="253758"/>
                  </a:lnTo>
                  <a:lnTo>
                    <a:pt x="135336" y="253646"/>
                  </a:lnTo>
                  <a:lnTo>
                    <a:pt x="135702" y="253029"/>
                  </a:lnTo>
                  <a:lnTo>
                    <a:pt x="135950" y="252877"/>
                  </a:lnTo>
                  <a:lnTo>
                    <a:pt x="136167" y="252696"/>
                  </a:lnTo>
                  <a:lnTo>
                    <a:pt x="136360" y="252429"/>
                  </a:lnTo>
                  <a:lnTo>
                    <a:pt x="136502" y="252238"/>
                  </a:lnTo>
                  <a:lnTo>
                    <a:pt x="136943" y="251989"/>
                  </a:lnTo>
                  <a:lnTo>
                    <a:pt x="137218" y="251791"/>
                  </a:lnTo>
                  <a:lnTo>
                    <a:pt x="137471" y="251561"/>
                  </a:lnTo>
                  <a:lnTo>
                    <a:pt x="137675" y="251365"/>
                  </a:lnTo>
                  <a:lnTo>
                    <a:pt x="138116" y="250975"/>
                  </a:lnTo>
                  <a:lnTo>
                    <a:pt x="138165" y="250834"/>
                  </a:lnTo>
                  <a:lnTo>
                    <a:pt x="138185" y="250546"/>
                  </a:lnTo>
                  <a:lnTo>
                    <a:pt x="138174" y="250021"/>
                  </a:lnTo>
                  <a:lnTo>
                    <a:pt x="138145" y="249489"/>
                  </a:lnTo>
                  <a:lnTo>
                    <a:pt x="138029" y="249214"/>
                  </a:lnTo>
                  <a:lnTo>
                    <a:pt x="137956" y="248955"/>
                  </a:lnTo>
                  <a:lnTo>
                    <a:pt x="138058" y="248810"/>
                  </a:lnTo>
                  <a:lnTo>
                    <a:pt x="138669" y="248553"/>
                  </a:lnTo>
                  <a:lnTo>
                    <a:pt x="139199" y="248442"/>
                  </a:lnTo>
                  <a:lnTo>
                    <a:pt x="139281" y="248268"/>
                  </a:lnTo>
                  <a:lnTo>
                    <a:pt x="139464" y="248069"/>
                  </a:lnTo>
                  <a:lnTo>
                    <a:pt x="139636" y="248149"/>
                  </a:lnTo>
                  <a:lnTo>
                    <a:pt x="139936" y="248436"/>
                  </a:lnTo>
                  <a:lnTo>
                    <a:pt x="140414" y="248738"/>
                  </a:lnTo>
                  <a:lnTo>
                    <a:pt x="140461" y="248358"/>
                  </a:lnTo>
                  <a:lnTo>
                    <a:pt x="140458" y="248106"/>
                  </a:lnTo>
                  <a:lnTo>
                    <a:pt x="140381" y="247939"/>
                  </a:lnTo>
                  <a:lnTo>
                    <a:pt x="140470" y="247685"/>
                  </a:lnTo>
                  <a:lnTo>
                    <a:pt x="140353" y="247258"/>
                  </a:lnTo>
                  <a:lnTo>
                    <a:pt x="140382" y="247068"/>
                  </a:lnTo>
                  <a:lnTo>
                    <a:pt x="140414" y="246913"/>
                  </a:lnTo>
                  <a:lnTo>
                    <a:pt x="140550" y="246595"/>
                  </a:lnTo>
                  <a:lnTo>
                    <a:pt x="140659" y="246411"/>
                  </a:lnTo>
                  <a:lnTo>
                    <a:pt x="140734" y="246229"/>
                  </a:lnTo>
                  <a:lnTo>
                    <a:pt x="140718" y="246088"/>
                  </a:lnTo>
                  <a:lnTo>
                    <a:pt x="140588" y="245920"/>
                  </a:lnTo>
                  <a:lnTo>
                    <a:pt x="140495" y="245220"/>
                  </a:lnTo>
                  <a:lnTo>
                    <a:pt x="140502" y="245087"/>
                  </a:lnTo>
                  <a:lnTo>
                    <a:pt x="140420" y="244883"/>
                  </a:lnTo>
                  <a:lnTo>
                    <a:pt x="140551" y="244574"/>
                  </a:lnTo>
                  <a:lnTo>
                    <a:pt x="140709" y="244301"/>
                  </a:lnTo>
                  <a:lnTo>
                    <a:pt x="140853" y="243950"/>
                  </a:lnTo>
                  <a:lnTo>
                    <a:pt x="140812" y="243748"/>
                  </a:lnTo>
                  <a:lnTo>
                    <a:pt x="140626" y="243666"/>
                  </a:lnTo>
                  <a:lnTo>
                    <a:pt x="140410" y="243494"/>
                  </a:lnTo>
                  <a:lnTo>
                    <a:pt x="140343" y="243296"/>
                  </a:lnTo>
                  <a:lnTo>
                    <a:pt x="140400" y="242939"/>
                  </a:lnTo>
                  <a:lnTo>
                    <a:pt x="140430" y="242670"/>
                  </a:lnTo>
                  <a:lnTo>
                    <a:pt x="140441" y="242343"/>
                  </a:lnTo>
                  <a:lnTo>
                    <a:pt x="140370" y="242196"/>
                  </a:lnTo>
                  <a:lnTo>
                    <a:pt x="140369" y="242028"/>
                  </a:lnTo>
                  <a:lnTo>
                    <a:pt x="140388" y="241843"/>
                  </a:lnTo>
                  <a:lnTo>
                    <a:pt x="140237" y="241551"/>
                  </a:lnTo>
                  <a:lnTo>
                    <a:pt x="140251" y="241349"/>
                  </a:lnTo>
                  <a:lnTo>
                    <a:pt x="140280" y="241195"/>
                  </a:lnTo>
                  <a:lnTo>
                    <a:pt x="140213" y="241053"/>
                  </a:lnTo>
                  <a:lnTo>
                    <a:pt x="140059" y="240855"/>
                  </a:lnTo>
                  <a:lnTo>
                    <a:pt x="139985" y="240663"/>
                  </a:lnTo>
                  <a:lnTo>
                    <a:pt x="139992" y="240387"/>
                  </a:lnTo>
                  <a:lnTo>
                    <a:pt x="140003" y="240086"/>
                  </a:lnTo>
                  <a:lnTo>
                    <a:pt x="139845" y="239791"/>
                  </a:lnTo>
                  <a:lnTo>
                    <a:pt x="139447" y="239903"/>
                  </a:lnTo>
                  <a:lnTo>
                    <a:pt x="139361" y="240033"/>
                  </a:lnTo>
                  <a:lnTo>
                    <a:pt x="139194" y="239868"/>
                  </a:lnTo>
                  <a:lnTo>
                    <a:pt x="139003" y="239398"/>
                  </a:lnTo>
                  <a:lnTo>
                    <a:pt x="139127" y="238916"/>
                  </a:lnTo>
                  <a:lnTo>
                    <a:pt x="139111" y="238739"/>
                  </a:lnTo>
                  <a:lnTo>
                    <a:pt x="138771" y="238714"/>
                  </a:lnTo>
                  <a:lnTo>
                    <a:pt x="138864" y="238263"/>
                  </a:lnTo>
                  <a:lnTo>
                    <a:pt x="139120" y="238068"/>
                  </a:lnTo>
                  <a:lnTo>
                    <a:pt x="139322" y="238160"/>
                  </a:lnTo>
                  <a:lnTo>
                    <a:pt x="139690" y="238420"/>
                  </a:lnTo>
                  <a:lnTo>
                    <a:pt x="139911" y="238578"/>
                  </a:lnTo>
                  <a:lnTo>
                    <a:pt x="140426" y="238341"/>
                  </a:lnTo>
                  <a:lnTo>
                    <a:pt x="140613" y="238092"/>
                  </a:lnTo>
                  <a:lnTo>
                    <a:pt x="140683" y="237932"/>
                  </a:lnTo>
                  <a:lnTo>
                    <a:pt x="140715" y="237618"/>
                  </a:lnTo>
                  <a:lnTo>
                    <a:pt x="140399" y="237228"/>
                  </a:lnTo>
                  <a:lnTo>
                    <a:pt x="140241" y="237218"/>
                  </a:lnTo>
                  <a:lnTo>
                    <a:pt x="140032" y="237740"/>
                  </a:lnTo>
                  <a:lnTo>
                    <a:pt x="140004" y="237977"/>
                  </a:lnTo>
                  <a:lnTo>
                    <a:pt x="139732" y="238009"/>
                  </a:lnTo>
                  <a:lnTo>
                    <a:pt x="139510" y="237770"/>
                  </a:lnTo>
                  <a:lnTo>
                    <a:pt x="139259" y="237809"/>
                  </a:lnTo>
                  <a:lnTo>
                    <a:pt x="139079" y="237857"/>
                  </a:lnTo>
                  <a:lnTo>
                    <a:pt x="138724" y="237680"/>
                  </a:lnTo>
                  <a:lnTo>
                    <a:pt x="138747" y="237538"/>
                  </a:lnTo>
                  <a:lnTo>
                    <a:pt x="138746" y="237325"/>
                  </a:lnTo>
                  <a:lnTo>
                    <a:pt x="138502" y="237042"/>
                  </a:lnTo>
                  <a:lnTo>
                    <a:pt x="138212" y="236999"/>
                  </a:lnTo>
                  <a:lnTo>
                    <a:pt x="138233" y="236820"/>
                  </a:lnTo>
                  <a:lnTo>
                    <a:pt x="138415" y="236439"/>
                  </a:lnTo>
                  <a:lnTo>
                    <a:pt x="139236" y="236159"/>
                  </a:lnTo>
                  <a:lnTo>
                    <a:pt x="139969" y="235873"/>
                  </a:lnTo>
                  <a:lnTo>
                    <a:pt x="140313" y="235709"/>
                  </a:lnTo>
                  <a:lnTo>
                    <a:pt x="140531" y="235557"/>
                  </a:lnTo>
                  <a:lnTo>
                    <a:pt x="140764" y="235600"/>
                  </a:lnTo>
                  <a:lnTo>
                    <a:pt x="140918" y="235458"/>
                  </a:lnTo>
                  <a:lnTo>
                    <a:pt x="141079" y="235163"/>
                  </a:lnTo>
                  <a:lnTo>
                    <a:pt x="141121" y="235034"/>
                  </a:lnTo>
                  <a:lnTo>
                    <a:pt x="141702" y="234573"/>
                  </a:lnTo>
                  <a:lnTo>
                    <a:pt x="141852" y="234538"/>
                  </a:lnTo>
                  <a:lnTo>
                    <a:pt x="142058" y="234445"/>
                  </a:lnTo>
                  <a:lnTo>
                    <a:pt x="142275" y="234218"/>
                  </a:lnTo>
                  <a:lnTo>
                    <a:pt x="141494" y="233833"/>
                  </a:lnTo>
                  <a:lnTo>
                    <a:pt x="141142" y="233449"/>
                  </a:lnTo>
                  <a:lnTo>
                    <a:pt x="140992" y="233293"/>
                  </a:lnTo>
                  <a:lnTo>
                    <a:pt x="140814" y="233200"/>
                  </a:lnTo>
                  <a:lnTo>
                    <a:pt x="140666" y="233049"/>
                  </a:lnTo>
                  <a:lnTo>
                    <a:pt x="140561" y="232908"/>
                  </a:lnTo>
                  <a:lnTo>
                    <a:pt x="140207" y="232545"/>
                  </a:lnTo>
                  <a:lnTo>
                    <a:pt x="140030" y="232337"/>
                  </a:lnTo>
                  <a:lnTo>
                    <a:pt x="139908" y="232082"/>
                  </a:lnTo>
                  <a:lnTo>
                    <a:pt x="139921" y="231847"/>
                  </a:lnTo>
                  <a:lnTo>
                    <a:pt x="140432" y="231583"/>
                  </a:lnTo>
                  <a:lnTo>
                    <a:pt x="140535" y="231421"/>
                  </a:lnTo>
                  <a:lnTo>
                    <a:pt x="140267" y="230854"/>
                  </a:lnTo>
                  <a:lnTo>
                    <a:pt x="140109" y="230737"/>
                  </a:lnTo>
                  <a:lnTo>
                    <a:pt x="139721" y="230048"/>
                  </a:lnTo>
                  <a:lnTo>
                    <a:pt x="139964" y="229381"/>
                  </a:lnTo>
                  <a:lnTo>
                    <a:pt x="140003" y="229040"/>
                  </a:lnTo>
                  <a:lnTo>
                    <a:pt x="139859" y="228584"/>
                  </a:lnTo>
                  <a:lnTo>
                    <a:pt x="140177" y="228313"/>
                  </a:lnTo>
                  <a:lnTo>
                    <a:pt x="140308" y="228282"/>
                  </a:lnTo>
                  <a:lnTo>
                    <a:pt x="140879" y="227795"/>
                  </a:lnTo>
                  <a:lnTo>
                    <a:pt x="141045" y="227610"/>
                  </a:lnTo>
                  <a:lnTo>
                    <a:pt x="141290" y="227429"/>
                  </a:lnTo>
                  <a:lnTo>
                    <a:pt x="141421" y="227366"/>
                  </a:lnTo>
                  <a:lnTo>
                    <a:pt x="141675" y="227325"/>
                  </a:lnTo>
                  <a:lnTo>
                    <a:pt x="141833" y="227060"/>
                  </a:lnTo>
                  <a:lnTo>
                    <a:pt x="142011" y="226897"/>
                  </a:lnTo>
                  <a:lnTo>
                    <a:pt x="142443" y="226850"/>
                  </a:lnTo>
                  <a:lnTo>
                    <a:pt x="142726" y="226270"/>
                  </a:lnTo>
                  <a:lnTo>
                    <a:pt x="142954" y="226166"/>
                  </a:lnTo>
                  <a:lnTo>
                    <a:pt x="143408" y="226018"/>
                  </a:lnTo>
                  <a:lnTo>
                    <a:pt x="143508" y="226318"/>
                  </a:lnTo>
                  <a:lnTo>
                    <a:pt x="143774" y="226468"/>
                  </a:lnTo>
                  <a:lnTo>
                    <a:pt x="144110" y="226408"/>
                  </a:lnTo>
                  <a:lnTo>
                    <a:pt x="144317" y="226701"/>
                  </a:lnTo>
                  <a:lnTo>
                    <a:pt x="144519" y="226659"/>
                  </a:lnTo>
                  <a:lnTo>
                    <a:pt x="144978" y="226667"/>
                  </a:lnTo>
                  <a:lnTo>
                    <a:pt x="144976" y="227122"/>
                  </a:lnTo>
                  <a:lnTo>
                    <a:pt x="144996" y="227475"/>
                  </a:lnTo>
                  <a:lnTo>
                    <a:pt x="145463" y="227659"/>
                  </a:lnTo>
                  <a:lnTo>
                    <a:pt x="145958" y="227718"/>
                  </a:lnTo>
                  <a:lnTo>
                    <a:pt x="146012" y="227548"/>
                  </a:lnTo>
                  <a:lnTo>
                    <a:pt x="146198" y="227533"/>
                  </a:lnTo>
                  <a:lnTo>
                    <a:pt x="146396" y="227593"/>
                  </a:lnTo>
                  <a:lnTo>
                    <a:pt x="146534" y="227610"/>
                  </a:lnTo>
                  <a:lnTo>
                    <a:pt x="146730" y="227609"/>
                  </a:lnTo>
                  <a:lnTo>
                    <a:pt x="146987" y="227650"/>
                  </a:lnTo>
                  <a:lnTo>
                    <a:pt x="146977" y="227918"/>
                  </a:lnTo>
                  <a:lnTo>
                    <a:pt x="147005" y="228189"/>
                  </a:lnTo>
                  <a:lnTo>
                    <a:pt x="147271" y="228549"/>
                  </a:lnTo>
                  <a:lnTo>
                    <a:pt x="147633" y="228483"/>
                  </a:lnTo>
                  <a:lnTo>
                    <a:pt x="147892" y="228657"/>
                  </a:lnTo>
                  <a:lnTo>
                    <a:pt x="147916" y="228796"/>
                  </a:lnTo>
                  <a:lnTo>
                    <a:pt x="148220" y="229002"/>
                  </a:lnTo>
                  <a:lnTo>
                    <a:pt x="148671" y="228747"/>
                  </a:lnTo>
                  <a:lnTo>
                    <a:pt x="148909" y="228466"/>
                  </a:lnTo>
                  <a:lnTo>
                    <a:pt x="149300" y="228169"/>
                  </a:lnTo>
                  <a:lnTo>
                    <a:pt x="149603" y="227952"/>
                  </a:lnTo>
                  <a:lnTo>
                    <a:pt x="149799" y="227907"/>
                  </a:lnTo>
                  <a:lnTo>
                    <a:pt x="149951" y="227992"/>
                  </a:lnTo>
                  <a:lnTo>
                    <a:pt x="150184" y="228206"/>
                  </a:lnTo>
                  <a:lnTo>
                    <a:pt x="150355" y="228205"/>
                  </a:lnTo>
                  <a:lnTo>
                    <a:pt x="150726" y="228544"/>
                  </a:lnTo>
                  <a:lnTo>
                    <a:pt x="150998" y="228619"/>
                  </a:lnTo>
                  <a:lnTo>
                    <a:pt x="151513" y="228904"/>
                  </a:lnTo>
                  <a:lnTo>
                    <a:pt x="151811" y="228989"/>
                  </a:lnTo>
                  <a:lnTo>
                    <a:pt x="152026" y="228931"/>
                  </a:lnTo>
                  <a:lnTo>
                    <a:pt x="152260" y="228872"/>
                  </a:lnTo>
                  <a:lnTo>
                    <a:pt x="152431" y="228915"/>
                  </a:lnTo>
                  <a:lnTo>
                    <a:pt x="152611" y="228964"/>
                  </a:lnTo>
                  <a:lnTo>
                    <a:pt x="152858" y="229036"/>
                  </a:lnTo>
                  <a:lnTo>
                    <a:pt x="153433" y="229248"/>
                  </a:lnTo>
                  <a:lnTo>
                    <a:pt x="153956" y="229344"/>
                  </a:lnTo>
                  <a:lnTo>
                    <a:pt x="154349" y="229601"/>
                  </a:lnTo>
                  <a:lnTo>
                    <a:pt x="154726" y="229623"/>
                  </a:lnTo>
                  <a:lnTo>
                    <a:pt x="155137" y="229672"/>
                  </a:lnTo>
                  <a:lnTo>
                    <a:pt x="155483" y="229436"/>
                  </a:lnTo>
                  <a:lnTo>
                    <a:pt x="155332" y="229096"/>
                  </a:lnTo>
                  <a:lnTo>
                    <a:pt x="155848" y="229363"/>
                  </a:lnTo>
                  <a:lnTo>
                    <a:pt x="156109" y="229145"/>
                  </a:lnTo>
                  <a:lnTo>
                    <a:pt x="156110" y="229484"/>
                  </a:lnTo>
                  <a:lnTo>
                    <a:pt x="156323" y="229749"/>
                  </a:lnTo>
                  <a:lnTo>
                    <a:pt x="156541" y="229563"/>
                  </a:lnTo>
                  <a:lnTo>
                    <a:pt x="156742" y="229424"/>
                  </a:lnTo>
                  <a:lnTo>
                    <a:pt x="156800" y="229195"/>
                  </a:lnTo>
                  <a:lnTo>
                    <a:pt x="156909" y="228962"/>
                  </a:lnTo>
                  <a:lnTo>
                    <a:pt x="156970" y="228787"/>
                  </a:lnTo>
                  <a:lnTo>
                    <a:pt x="157091" y="228305"/>
                  </a:lnTo>
                  <a:lnTo>
                    <a:pt x="157124" y="228101"/>
                  </a:lnTo>
                  <a:lnTo>
                    <a:pt x="157139" y="227805"/>
                  </a:lnTo>
                  <a:lnTo>
                    <a:pt x="157037" y="227635"/>
                  </a:lnTo>
                  <a:lnTo>
                    <a:pt x="157045" y="227337"/>
                  </a:lnTo>
                  <a:lnTo>
                    <a:pt x="157301" y="226916"/>
                  </a:lnTo>
                  <a:lnTo>
                    <a:pt x="157734" y="227137"/>
                  </a:lnTo>
                  <a:lnTo>
                    <a:pt x="158105" y="227079"/>
                  </a:lnTo>
                  <a:lnTo>
                    <a:pt x="158407" y="226863"/>
                  </a:lnTo>
                  <a:lnTo>
                    <a:pt x="158807" y="226807"/>
                  </a:lnTo>
                  <a:lnTo>
                    <a:pt x="158989" y="226660"/>
                  </a:lnTo>
                  <a:lnTo>
                    <a:pt x="159384" y="226368"/>
                  </a:lnTo>
                  <a:lnTo>
                    <a:pt x="159564" y="226086"/>
                  </a:lnTo>
                  <a:lnTo>
                    <a:pt x="159833" y="225701"/>
                  </a:lnTo>
                  <a:lnTo>
                    <a:pt x="160226" y="225599"/>
                  </a:lnTo>
                  <a:lnTo>
                    <a:pt x="160533" y="225460"/>
                  </a:lnTo>
                  <a:lnTo>
                    <a:pt x="160984" y="225289"/>
                  </a:lnTo>
                  <a:lnTo>
                    <a:pt x="161167" y="225370"/>
                  </a:lnTo>
                  <a:lnTo>
                    <a:pt x="161393" y="225591"/>
                  </a:lnTo>
                  <a:lnTo>
                    <a:pt x="161554" y="225630"/>
                  </a:lnTo>
                  <a:lnTo>
                    <a:pt x="161764" y="225727"/>
                  </a:lnTo>
                  <a:lnTo>
                    <a:pt x="161768" y="225902"/>
                  </a:lnTo>
                  <a:lnTo>
                    <a:pt x="161837" y="226174"/>
                  </a:lnTo>
                  <a:lnTo>
                    <a:pt x="162039" y="226560"/>
                  </a:lnTo>
                  <a:lnTo>
                    <a:pt x="162361" y="226436"/>
                  </a:lnTo>
                  <a:lnTo>
                    <a:pt x="162692" y="226435"/>
                  </a:lnTo>
                  <a:lnTo>
                    <a:pt x="162951" y="226303"/>
                  </a:lnTo>
                  <a:lnTo>
                    <a:pt x="163218" y="226203"/>
                  </a:lnTo>
                  <a:lnTo>
                    <a:pt x="163390" y="226174"/>
                  </a:lnTo>
                  <a:lnTo>
                    <a:pt x="163737" y="225764"/>
                  </a:lnTo>
                  <a:lnTo>
                    <a:pt x="163875" y="225653"/>
                  </a:lnTo>
                  <a:lnTo>
                    <a:pt x="164046" y="225622"/>
                  </a:lnTo>
                  <a:lnTo>
                    <a:pt x="164366" y="225629"/>
                  </a:lnTo>
                  <a:lnTo>
                    <a:pt x="164615" y="225152"/>
                  </a:lnTo>
                  <a:lnTo>
                    <a:pt x="164583" y="224894"/>
                  </a:lnTo>
                  <a:lnTo>
                    <a:pt x="164028" y="224639"/>
                  </a:lnTo>
                  <a:lnTo>
                    <a:pt x="163312" y="224655"/>
                  </a:lnTo>
                  <a:lnTo>
                    <a:pt x="163183" y="224656"/>
                  </a:lnTo>
                  <a:lnTo>
                    <a:pt x="162871" y="224474"/>
                  </a:lnTo>
                  <a:lnTo>
                    <a:pt x="162932" y="224236"/>
                  </a:lnTo>
                  <a:lnTo>
                    <a:pt x="162598" y="223923"/>
                  </a:lnTo>
                  <a:lnTo>
                    <a:pt x="162519" y="223121"/>
                  </a:lnTo>
                  <a:lnTo>
                    <a:pt x="162333" y="222805"/>
                  </a:lnTo>
                  <a:lnTo>
                    <a:pt x="162184" y="222705"/>
                  </a:lnTo>
                  <a:lnTo>
                    <a:pt x="162186" y="222246"/>
                  </a:lnTo>
                  <a:lnTo>
                    <a:pt x="162061" y="221894"/>
                  </a:lnTo>
                  <a:lnTo>
                    <a:pt x="161958" y="221680"/>
                  </a:lnTo>
                  <a:lnTo>
                    <a:pt x="161519" y="221357"/>
                  </a:lnTo>
                  <a:lnTo>
                    <a:pt x="161517" y="220923"/>
                  </a:lnTo>
                  <a:lnTo>
                    <a:pt x="161440" y="220446"/>
                  </a:lnTo>
                  <a:lnTo>
                    <a:pt x="161449" y="219929"/>
                  </a:lnTo>
                  <a:lnTo>
                    <a:pt x="161295" y="219586"/>
                  </a:lnTo>
                  <a:lnTo>
                    <a:pt x="161144" y="219446"/>
                  </a:lnTo>
                  <a:lnTo>
                    <a:pt x="161051" y="219268"/>
                  </a:lnTo>
                  <a:lnTo>
                    <a:pt x="161257" y="218851"/>
                  </a:lnTo>
                  <a:lnTo>
                    <a:pt x="161295" y="218648"/>
                  </a:lnTo>
                  <a:lnTo>
                    <a:pt x="161273" y="218410"/>
                  </a:lnTo>
                  <a:lnTo>
                    <a:pt x="161492" y="218172"/>
                  </a:lnTo>
                  <a:lnTo>
                    <a:pt x="161438" y="217825"/>
                  </a:lnTo>
                  <a:lnTo>
                    <a:pt x="161298" y="217586"/>
                  </a:lnTo>
                  <a:lnTo>
                    <a:pt x="161175" y="217404"/>
                  </a:lnTo>
                  <a:lnTo>
                    <a:pt x="161070" y="217259"/>
                  </a:lnTo>
                  <a:lnTo>
                    <a:pt x="161044" y="217131"/>
                  </a:lnTo>
                  <a:lnTo>
                    <a:pt x="161091" y="216859"/>
                  </a:lnTo>
                  <a:lnTo>
                    <a:pt x="161151" y="216605"/>
                  </a:lnTo>
                  <a:lnTo>
                    <a:pt x="160558" y="216643"/>
                  </a:lnTo>
                  <a:lnTo>
                    <a:pt x="160285" y="216766"/>
                  </a:lnTo>
                  <a:lnTo>
                    <a:pt x="159751" y="217360"/>
                  </a:lnTo>
                  <a:lnTo>
                    <a:pt x="159517" y="217462"/>
                  </a:lnTo>
                  <a:lnTo>
                    <a:pt x="159184" y="217737"/>
                  </a:lnTo>
                  <a:lnTo>
                    <a:pt x="159000" y="217817"/>
                  </a:lnTo>
                  <a:lnTo>
                    <a:pt x="158780" y="217864"/>
                  </a:lnTo>
                  <a:lnTo>
                    <a:pt x="158333" y="217877"/>
                  </a:lnTo>
                  <a:lnTo>
                    <a:pt x="157848" y="217376"/>
                  </a:lnTo>
                  <a:lnTo>
                    <a:pt x="157940" y="217127"/>
                  </a:lnTo>
                  <a:lnTo>
                    <a:pt x="157905" y="216946"/>
                  </a:lnTo>
                  <a:lnTo>
                    <a:pt x="157169" y="217010"/>
                  </a:lnTo>
                  <a:lnTo>
                    <a:pt x="156958" y="216579"/>
                  </a:lnTo>
                  <a:lnTo>
                    <a:pt x="156907" y="216236"/>
                  </a:lnTo>
                  <a:lnTo>
                    <a:pt x="156808" y="216088"/>
                  </a:lnTo>
                  <a:lnTo>
                    <a:pt x="156952" y="215768"/>
                  </a:lnTo>
                  <a:lnTo>
                    <a:pt x="157073" y="215629"/>
                  </a:lnTo>
                  <a:lnTo>
                    <a:pt x="157164" y="215140"/>
                  </a:lnTo>
                  <a:lnTo>
                    <a:pt x="157261" y="214987"/>
                  </a:lnTo>
                  <a:lnTo>
                    <a:pt x="157448" y="214852"/>
                  </a:lnTo>
                  <a:lnTo>
                    <a:pt x="158018" y="214503"/>
                  </a:lnTo>
                  <a:lnTo>
                    <a:pt x="158174" y="214413"/>
                  </a:lnTo>
                  <a:lnTo>
                    <a:pt x="158047" y="214011"/>
                  </a:lnTo>
                  <a:lnTo>
                    <a:pt x="157429" y="213188"/>
                  </a:lnTo>
                  <a:lnTo>
                    <a:pt x="157301" y="213127"/>
                  </a:lnTo>
                  <a:lnTo>
                    <a:pt x="157104" y="212983"/>
                  </a:lnTo>
                  <a:lnTo>
                    <a:pt x="156825" y="212694"/>
                  </a:lnTo>
                  <a:lnTo>
                    <a:pt x="156914" y="212421"/>
                  </a:lnTo>
                  <a:lnTo>
                    <a:pt x="157248" y="211950"/>
                  </a:lnTo>
                  <a:lnTo>
                    <a:pt x="157446" y="212093"/>
                  </a:lnTo>
                  <a:lnTo>
                    <a:pt x="157636" y="212291"/>
                  </a:lnTo>
                  <a:lnTo>
                    <a:pt x="158075" y="212206"/>
                  </a:lnTo>
                  <a:lnTo>
                    <a:pt x="158466" y="212090"/>
                  </a:lnTo>
                  <a:lnTo>
                    <a:pt x="158908" y="212180"/>
                  </a:lnTo>
                  <a:lnTo>
                    <a:pt x="159049" y="212218"/>
                  </a:lnTo>
                  <a:lnTo>
                    <a:pt x="159179" y="212198"/>
                  </a:lnTo>
                  <a:lnTo>
                    <a:pt x="159403" y="212100"/>
                  </a:lnTo>
                  <a:lnTo>
                    <a:pt x="159417" y="211914"/>
                  </a:lnTo>
                  <a:lnTo>
                    <a:pt x="159711" y="212010"/>
                  </a:lnTo>
                  <a:lnTo>
                    <a:pt x="159998" y="211991"/>
                  </a:lnTo>
                  <a:lnTo>
                    <a:pt x="160738" y="211561"/>
                  </a:lnTo>
                  <a:lnTo>
                    <a:pt x="160916" y="211263"/>
                  </a:lnTo>
                  <a:lnTo>
                    <a:pt x="160918" y="210870"/>
                  </a:lnTo>
                  <a:lnTo>
                    <a:pt x="161210" y="210629"/>
                  </a:lnTo>
                  <a:lnTo>
                    <a:pt x="161288" y="210171"/>
                  </a:lnTo>
                  <a:lnTo>
                    <a:pt x="162009" y="209428"/>
                  </a:lnTo>
                  <a:lnTo>
                    <a:pt x="162412" y="209416"/>
                  </a:lnTo>
                  <a:lnTo>
                    <a:pt x="162659" y="209041"/>
                  </a:lnTo>
                  <a:lnTo>
                    <a:pt x="162889" y="209009"/>
                  </a:lnTo>
                  <a:lnTo>
                    <a:pt x="163222" y="208644"/>
                  </a:lnTo>
                  <a:lnTo>
                    <a:pt x="163666" y="208663"/>
                  </a:lnTo>
                  <a:lnTo>
                    <a:pt x="164000" y="208259"/>
                  </a:lnTo>
                  <a:lnTo>
                    <a:pt x="164166" y="208604"/>
                  </a:lnTo>
                  <a:lnTo>
                    <a:pt x="164252" y="208876"/>
                  </a:lnTo>
                  <a:lnTo>
                    <a:pt x="164384" y="209165"/>
                  </a:lnTo>
                  <a:lnTo>
                    <a:pt x="164457" y="209511"/>
                  </a:lnTo>
                  <a:lnTo>
                    <a:pt x="164476" y="209854"/>
                  </a:lnTo>
                  <a:lnTo>
                    <a:pt x="164600" y="210198"/>
                  </a:lnTo>
                  <a:lnTo>
                    <a:pt x="164755" y="210401"/>
                  </a:lnTo>
                  <a:lnTo>
                    <a:pt x="164947" y="210695"/>
                  </a:lnTo>
                  <a:lnTo>
                    <a:pt x="165194" y="210762"/>
                  </a:lnTo>
                  <a:lnTo>
                    <a:pt x="165346" y="210773"/>
                  </a:lnTo>
                  <a:lnTo>
                    <a:pt x="165588" y="210726"/>
                  </a:lnTo>
                  <a:lnTo>
                    <a:pt x="165909" y="210621"/>
                  </a:lnTo>
                  <a:lnTo>
                    <a:pt x="166054" y="210505"/>
                  </a:lnTo>
                  <a:lnTo>
                    <a:pt x="166314" y="210399"/>
                  </a:lnTo>
                  <a:lnTo>
                    <a:pt x="166445" y="210379"/>
                  </a:lnTo>
                  <a:lnTo>
                    <a:pt x="166562" y="210226"/>
                  </a:lnTo>
                  <a:lnTo>
                    <a:pt x="166553" y="209906"/>
                  </a:lnTo>
                  <a:lnTo>
                    <a:pt x="166563" y="209474"/>
                  </a:lnTo>
                  <a:lnTo>
                    <a:pt x="166767" y="209182"/>
                  </a:lnTo>
                  <a:lnTo>
                    <a:pt x="166969" y="209055"/>
                  </a:lnTo>
                  <a:lnTo>
                    <a:pt x="167132" y="208982"/>
                  </a:lnTo>
                  <a:lnTo>
                    <a:pt x="167418" y="208684"/>
                  </a:lnTo>
                  <a:lnTo>
                    <a:pt x="167703" y="208272"/>
                  </a:lnTo>
                  <a:lnTo>
                    <a:pt x="167730" y="207890"/>
                  </a:lnTo>
                  <a:lnTo>
                    <a:pt x="167944" y="207741"/>
                  </a:lnTo>
                  <a:lnTo>
                    <a:pt x="168199" y="207676"/>
                  </a:lnTo>
                  <a:lnTo>
                    <a:pt x="168476" y="207449"/>
                  </a:lnTo>
                  <a:lnTo>
                    <a:pt x="168486" y="207215"/>
                  </a:lnTo>
                  <a:lnTo>
                    <a:pt x="168533" y="206967"/>
                  </a:lnTo>
                  <a:lnTo>
                    <a:pt x="168698" y="206633"/>
                  </a:lnTo>
                  <a:lnTo>
                    <a:pt x="168515" y="206314"/>
                  </a:lnTo>
                  <a:lnTo>
                    <a:pt x="168237" y="205869"/>
                  </a:lnTo>
                  <a:lnTo>
                    <a:pt x="168334" y="205509"/>
                  </a:lnTo>
                  <a:lnTo>
                    <a:pt x="168451" y="205022"/>
                  </a:lnTo>
                  <a:lnTo>
                    <a:pt x="168176" y="204765"/>
                  </a:lnTo>
                  <a:lnTo>
                    <a:pt x="168321" y="204395"/>
                  </a:lnTo>
                  <a:lnTo>
                    <a:pt x="168353" y="204124"/>
                  </a:lnTo>
                  <a:lnTo>
                    <a:pt x="168237" y="203810"/>
                  </a:lnTo>
                  <a:lnTo>
                    <a:pt x="168338" y="203632"/>
                  </a:lnTo>
                  <a:lnTo>
                    <a:pt x="168888" y="203531"/>
                  </a:lnTo>
                  <a:lnTo>
                    <a:pt x="169070" y="203715"/>
                  </a:lnTo>
                  <a:lnTo>
                    <a:pt x="169274" y="203833"/>
                  </a:lnTo>
                  <a:lnTo>
                    <a:pt x="169409" y="203863"/>
                  </a:lnTo>
                  <a:lnTo>
                    <a:pt x="169675" y="203807"/>
                  </a:lnTo>
                  <a:lnTo>
                    <a:pt x="169862" y="203692"/>
                  </a:lnTo>
                  <a:lnTo>
                    <a:pt x="170098" y="203670"/>
                  </a:lnTo>
                  <a:lnTo>
                    <a:pt x="170531" y="203447"/>
                  </a:lnTo>
                  <a:lnTo>
                    <a:pt x="170594" y="203245"/>
                  </a:lnTo>
                  <a:lnTo>
                    <a:pt x="170553" y="203003"/>
                  </a:lnTo>
                  <a:lnTo>
                    <a:pt x="170630" y="202823"/>
                  </a:lnTo>
                  <a:lnTo>
                    <a:pt x="170981" y="202437"/>
                  </a:lnTo>
                  <a:lnTo>
                    <a:pt x="171113" y="202294"/>
                  </a:lnTo>
                  <a:lnTo>
                    <a:pt x="171249" y="201964"/>
                  </a:lnTo>
                  <a:lnTo>
                    <a:pt x="171315" y="201737"/>
                  </a:lnTo>
                  <a:lnTo>
                    <a:pt x="171376" y="201569"/>
                  </a:lnTo>
                  <a:lnTo>
                    <a:pt x="171569" y="201302"/>
                  </a:lnTo>
                  <a:lnTo>
                    <a:pt x="171625" y="201108"/>
                  </a:lnTo>
                  <a:lnTo>
                    <a:pt x="171806" y="200884"/>
                  </a:lnTo>
                  <a:lnTo>
                    <a:pt x="171945" y="200801"/>
                  </a:lnTo>
                  <a:lnTo>
                    <a:pt x="172136" y="200704"/>
                  </a:lnTo>
                  <a:lnTo>
                    <a:pt x="172270" y="200706"/>
                  </a:lnTo>
                  <a:lnTo>
                    <a:pt x="172726" y="200835"/>
                  </a:lnTo>
                  <a:lnTo>
                    <a:pt x="172905" y="200715"/>
                  </a:lnTo>
                  <a:lnTo>
                    <a:pt x="172933" y="200383"/>
                  </a:lnTo>
                  <a:lnTo>
                    <a:pt x="172615" y="199960"/>
                  </a:lnTo>
                  <a:lnTo>
                    <a:pt x="172734" y="199702"/>
                  </a:lnTo>
                  <a:lnTo>
                    <a:pt x="172735" y="199317"/>
                  </a:lnTo>
                  <a:lnTo>
                    <a:pt x="172674" y="199053"/>
                  </a:lnTo>
                  <a:lnTo>
                    <a:pt x="172462" y="199036"/>
                  </a:lnTo>
                  <a:lnTo>
                    <a:pt x="172289" y="199089"/>
                  </a:lnTo>
                  <a:lnTo>
                    <a:pt x="172091" y="199048"/>
                  </a:lnTo>
                  <a:lnTo>
                    <a:pt x="172013" y="198813"/>
                  </a:lnTo>
                  <a:lnTo>
                    <a:pt x="171901" y="198219"/>
                  </a:lnTo>
                  <a:lnTo>
                    <a:pt x="171949" y="197806"/>
                  </a:lnTo>
                  <a:lnTo>
                    <a:pt x="171963" y="197623"/>
                  </a:lnTo>
                  <a:lnTo>
                    <a:pt x="171888" y="197358"/>
                  </a:lnTo>
                  <a:lnTo>
                    <a:pt x="171690" y="196869"/>
                  </a:lnTo>
                  <a:lnTo>
                    <a:pt x="171876" y="196606"/>
                  </a:lnTo>
                  <a:lnTo>
                    <a:pt x="172226" y="196073"/>
                  </a:lnTo>
                  <a:lnTo>
                    <a:pt x="172402" y="196003"/>
                  </a:lnTo>
                  <a:lnTo>
                    <a:pt x="172628" y="195770"/>
                  </a:lnTo>
                  <a:lnTo>
                    <a:pt x="173015" y="195111"/>
                  </a:lnTo>
                  <a:lnTo>
                    <a:pt x="172958" y="194769"/>
                  </a:lnTo>
                  <a:lnTo>
                    <a:pt x="173262" y="194475"/>
                  </a:lnTo>
                  <a:lnTo>
                    <a:pt x="173532" y="194388"/>
                  </a:lnTo>
                  <a:lnTo>
                    <a:pt x="173441" y="194049"/>
                  </a:lnTo>
                  <a:lnTo>
                    <a:pt x="173249" y="193984"/>
                  </a:lnTo>
                  <a:lnTo>
                    <a:pt x="173062" y="193827"/>
                  </a:lnTo>
                  <a:lnTo>
                    <a:pt x="172958" y="193506"/>
                  </a:lnTo>
                  <a:lnTo>
                    <a:pt x="173193" y="193463"/>
                  </a:lnTo>
                  <a:lnTo>
                    <a:pt x="173334" y="193456"/>
                  </a:lnTo>
                  <a:lnTo>
                    <a:pt x="173667" y="193114"/>
                  </a:lnTo>
                  <a:lnTo>
                    <a:pt x="173715" y="192573"/>
                  </a:lnTo>
                  <a:lnTo>
                    <a:pt x="173793" y="192313"/>
                  </a:lnTo>
                  <a:lnTo>
                    <a:pt x="174140" y="192100"/>
                  </a:lnTo>
                  <a:lnTo>
                    <a:pt x="174444" y="191966"/>
                  </a:lnTo>
                  <a:lnTo>
                    <a:pt x="174543" y="191832"/>
                  </a:lnTo>
                  <a:lnTo>
                    <a:pt x="174612" y="191612"/>
                  </a:lnTo>
                  <a:lnTo>
                    <a:pt x="174775" y="191387"/>
                  </a:lnTo>
                  <a:lnTo>
                    <a:pt x="174980" y="191283"/>
                  </a:lnTo>
                  <a:lnTo>
                    <a:pt x="175170" y="191206"/>
                  </a:lnTo>
                  <a:lnTo>
                    <a:pt x="175444" y="191008"/>
                  </a:lnTo>
                  <a:lnTo>
                    <a:pt x="175367" y="190744"/>
                  </a:lnTo>
                  <a:lnTo>
                    <a:pt x="175549" y="190281"/>
                  </a:lnTo>
                  <a:lnTo>
                    <a:pt x="175275" y="189918"/>
                  </a:lnTo>
                  <a:lnTo>
                    <a:pt x="175236" y="189445"/>
                  </a:lnTo>
                  <a:lnTo>
                    <a:pt x="175505" y="189119"/>
                  </a:lnTo>
                  <a:lnTo>
                    <a:pt x="175468" y="188988"/>
                  </a:lnTo>
                  <a:lnTo>
                    <a:pt x="175430" y="188197"/>
                  </a:lnTo>
                  <a:lnTo>
                    <a:pt x="175485" y="188038"/>
                  </a:lnTo>
                  <a:lnTo>
                    <a:pt x="175236" y="187832"/>
                  </a:lnTo>
                  <a:lnTo>
                    <a:pt x="175188" y="187413"/>
                  </a:lnTo>
                  <a:lnTo>
                    <a:pt x="175131" y="187185"/>
                  </a:lnTo>
                  <a:lnTo>
                    <a:pt x="175411" y="186766"/>
                  </a:lnTo>
                  <a:lnTo>
                    <a:pt x="175529" y="186603"/>
                  </a:lnTo>
                  <a:lnTo>
                    <a:pt x="175620" y="186280"/>
                  </a:lnTo>
                  <a:lnTo>
                    <a:pt x="175899" y="185972"/>
                  </a:lnTo>
                  <a:lnTo>
                    <a:pt x="176165" y="186156"/>
                  </a:lnTo>
                  <a:lnTo>
                    <a:pt x="176290" y="185987"/>
                  </a:lnTo>
                  <a:lnTo>
                    <a:pt x="176064" y="185771"/>
                  </a:lnTo>
                  <a:lnTo>
                    <a:pt x="175819" y="185645"/>
                  </a:lnTo>
                  <a:lnTo>
                    <a:pt x="175773" y="185468"/>
                  </a:lnTo>
                  <a:lnTo>
                    <a:pt x="175890" y="185376"/>
                  </a:lnTo>
                  <a:lnTo>
                    <a:pt x="175673" y="185335"/>
                  </a:lnTo>
                  <a:lnTo>
                    <a:pt x="175291" y="185555"/>
                  </a:lnTo>
                  <a:lnTo>
                    <a:pt x="175134" y="185534"/>
                  </a:lnTo>
                  <a:lnTo>
                    <a:pt x="175072" y="185358"/>
                  </a:lnTo>
                  <a:lnTo>
                    <a:pt x="175075" y="185084"/>
                  </a:lnTo>
                  <a:lnTo>
                    <a:pt x="174846" y="184942"/>
                  </a:lnTo>
                  <a:lnTo>
                    <a:pt x="174964" y="184810"/>
                  </a:lnTo>
                  <a:lnTo>
                    <a:pt x="174994" y="184627"/>
                  </a:lnTo>
                  <a:lnTo>
                    <a:pt x="175224" y="184687"/>
                  </a:lnTo>
                  <a:lnTo>
                    <a:pt x="175528" y="184381"/>
                  </a:lnTo>
                  <a:lnTo>
                    <a:pt x="176029" y="184328"/>
                  </a:lnTo>
                  <a:lnTo>
                    <a:pt x="176080" y="184475"/>
                  </a:lnTo>
                  <a:lnTo>
                    <a:pt x="176409" y="184487"/>
                  </a:lnTo>
                  <a:lnTo>
                    <a:pt x="176447" y="184326"/>
                  </a:lnTo>
                  <a:lnTo>
                    <a:pt x="176355" y="184010"/>
                  </a:lnTo>
                  <a:lnTo>
                    <a:pt x="176124" y="184146"/>
                  </a:lnTo>
                  <a:lnTo>
                    <a:pt x="175959" y="184316"/>
                  </a:lnTo>
                  <a:lnTo>
                    <a:pt x="175819" y="184196"/>
                  </a:lnTo>
                  <a:lnTo>
                    <a:pt x="175996" y="184008"/>
                  </a:lnTo>
                  <a:lnTo>
                    <a:pt x="175866" y="183756"/>
                  </a:lnTo>
                  <a:lnTo>
                    <a:pt x="175882" y="183568"/>
                  </a:lnTo>
                  <a:lnTo>
                    <a:pt x="176626" y="183300"/>
                  </a:lnTo>
                  <a:lnTo>
                    <a:pt x="176692" y="183139"/>
                  </a:lnTo>
                  <a:lnTo>
                    <a:pt x="176915" y="182845"/>
                  </a:lnTo>
                  <a:lnTo>
                    <a:pt x="177301" y="182793"/>
                  </a:lnTo>
                  <a:lnTo>
                    <a:pt x="177479" y="182819"/>
                  </a:lnTo>
                  <a:lnTo>
                    <a:pt x="177789" y="182913"/>
                  </a:lnTo>
                  <a:lnTo>
                    <a:pt x="178079" y="183019"/>
                  </a:lnTo>
                  <a:lnTo>
                    <a:pt x="178222" y="183008"/>
                  </a:lnTo>
                  <a:lnTo>
                    <a:pt x="178499" y="183171"/>
                  </a:lnTo>
                  <a:lnTo>
                    <a:pt x="178796" y="183399"/>
                  </a:lnTo>
                  <a:lnTo>
                    <a:pt x="179000" y="183192"/>
                  </a:lnTo>
                  <a:lnTo>
                    <a:pt x="179158" y="182991"/>
                  </a:lnTo>
                  <a:lnTo>
                    <a:pt x="179280" y="182532"/>
                  </a:lnTo>
                  <a:lnTo>
                    <a:pt x="179376" y="182376"/>
                  </a:lnTo>
                  <a:lnTo>
                    <a:pt x="179677" y="182315"/>
                  </a:lnTo>
                  <a:lnTo>
                    <a:pt x="180103" y="182418"/>
                  </a:lnTo>
                  <a:lnTo>
                    <a:pt x="180467" y="182252"/>
                  </a:lnTo>
                  <a:lnTo>
                    <a:pt x="180737" y="182469"/>
                  </a:lnTo>
                  <a:lnTo>
                    <a:pt x="181070" y="182428"/>
                  </a:lnTo>
                  <a:lnTo>
                    <a:pt x="181359" y="182370"/>
                  </a:lnTo>
                  <a:lnTo>
                    <a:pt x="181494" y="182317"/>
                  </a:lnTo>
                  <a:lnTo>
                    <a:pt x="181677" y="182211"/>
                  </a:lnTo>
                  <a:lnTo>
                    <a:pt x="181837" y="181897"/>
                  </a:lnTo>
                  <a:lnTo>
                    <a:pt x="181995" y="182055"/>
                  </a:lnTo>
                  <a:lnTo>
                    <a:pt x="182452" y="181841"/>
                  </a:lnTo>
                  <a:lnTo>
                    <a:pt x="182832" y="18219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4552861" y="5355231"/>
              <a:ext cx="182879" cy="183226"/>
            </a:xfrm>
            <a:custGeom>
              <a:avLst/>
              <a:pathLst>
                <a:path w="182879" h="183226">
                  <a:moveTo>
                    <a:pt x="182879" y="182879"/>
                  </a:moveTo>
                  <a:lnTo>
                    <a:pt x="182780" y="183207"/>
                  </a:lnTo>
                  <a:lnTo>
                    <a:pt x="182491" y="183226"/>
                  </a:lnTo>
                  <a:lnTo>
                    <a:pt x="182435" y="183066"/>
                  </a:lnTo>
                  <a:lnTo>
                    <a:pt x="182635" y="18297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4557441" y="5353537"/>
              <a:ext cx="183711" cy="183590"/>
            </a:xfrm>
            <a:custGeom>
              <a:avLst/>
              <a:pathLst>
                <a:path w="183711" h="183590">
                  <a:moveTo>
                    <a:pt x="182879" y="182879"/>
                  </a:moveTo>
                  <a:lnTo>
                    <a:pt x="182656" y="183451"/>
                  </a:lnTo>
                  <a:lnTo>
                    <a:pt x="182293" y="183590"/>
                  </a:lnTo>
                  <a:lnTo>
                    <a:pt x="182297" y="183421"/>
                  </a:lnTo>
                  <a:lnTo>
                    <a:pt x="182389" y="183175"/>
                  </a:lnTo>
                  <a:lnTo>
                    <a:pt x="182465" y="183019"/>
                  </a:lnTo>
                  <a:lnTo>
                    <a:pt x="182835" y="182731"/>
                  </a:lnTo>
                  <a:lnTo>
                    <a:pt x="183162" y="182569"/>
                  </a:lnTo>
                  <a:lnTo>
                    <a:pt x="183484" y="182135"/>
                  </a:lnTo>
                  <a:lnTo>
                    <a:pt x="183711" y="182517"/>
                  </a:lnTo>
                  <a:lnTo>
                    <a:pt x="183534" y="182774"/>
                  </a:lnTo>
                  <a:lnTo>
                    <a:pt x="183356" y="182950"/>
                  </a:lnTo>
                  <a:lnTo>
                    <a:pt x="183160" y="18279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4552302" y="5352981"/>
              <a:ext cx="183238" cy="183753"/>
            </a:xfrm>
            <a:custGeom>
              <a:avLst/>
              <a:pathLst>
                <a:path w="183238" h="183753">
                  <a:moveTo>
                    <a:pt x="182879" y="182879"/>
                  </a:moveTo>
                  <a:lnTo>
                    <a:pt x="183058" y="182831"/>
                  </a:lnTo>
                  <a:lnTo>
                    <a:pt x="183081" y="182996"/>
                  </a:lnTo>
                  <a:lnTo>
                    <a:pt x="183111" y="183207"/>
                  </a:lnTo>
                  <a:lnTo>
                    <a:pt x="183238" y="183509"/>
                  </a:lnTo>
                  <a:lnTo>
                    <a:pt x="182744" y="183753"/>
                  </a:lnTo>
                  <a:lnTo>
                    <a:pt x="182770" y="183414"/>
                  </a:lnTo>
                  <a:lnTo>
                    <a:pt x="182697" y="18310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549360" y="5353272"/>
              <a:ext cx="184274" cy="183103"/>
            </a:xfrm>
            <a:custGeom>
              <a:avLst/>
              <a:pathLst>
                <a:path w="184274" h="183103">
                  <a:moveTo>
                    <a:pt x="182879" y="182879"/>
                  </a:moveTo>
                  <a:lnTo>
                    <a:pt x="183007" y="182772"/>
                  </a:lnTo>
                  <a:lnTo>
                    <a:pt x="183513" y="182723"/>
                  </a:lnTo>
                  <a:lnTo>
                    <a:pt x="183713" y="182641"/>
                  </a:lnTo>
                  <a:lnTo>
                    <a:pt x="184086" y="182197"/>
                  </a:lnTo>
                  <a:lnTo>
                    <a:pt x="184274" y="182131"/>
                  </a:lnTo>
                  <a:lnTo>
                    <a:pt x="184116" y="182603"/>
                  </a:lnTo>
                  <a:lnTo>
                    <a:pt x="183348" y="183055"/>
                  </a:lnTo>
                  <a:lnTo>
                    <a:pt x="182983" y="18310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551717" y="5351670"/>
              <a:ext cx="183346" cy="182946"/>
            </a:xfrm>
            <a:custGeom>
              <a:avLst/>
              <a:pathLst>
                <a:path w="183346" h="182946">
                  <a:moveTo>
                    <a:pt x="182879" y="182879"/>
                  </a:moveTo>
                  <a:lnTo>
                    <a:pt x="183346" y="182561"/>
                  </a:lnTo>
                  <a:lnTo>
                    <a:pt x="183201" y="182752"/>
                  </a:lnTo>
                  <a:lnTo>
                    <a:pt x="183040" y="18294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563151" y="5345950"/>
              <a:ext cx="183427" cy="183245"/>
            </a:xfrm>
            <a:custGeom>
              <a:avLst/>
              <a:pathLst>
                <a:path w="183427" h="183245">
                  <a:moveTo>
                    <a:pt x="182879" y="182879"/>
                  </a:moveTo>
                  <a:lnTo>
                    <a:pt x="183427" y="182748"/>
                  </a:lnTo>
                  <a:lnTo>
                    <a:pt x="183306" y="183189"/>
                  </a:lnTo>
                  <a:lnTo>
                    <a:pt x="182767" y="18324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565648" y="5342762"/>
              <a:ext cx="182976" cy="183679"/>
            </a:xfrm>
            <a:custGeom>
              <a:avLst/>
              <a:pathLst>
                <a:path w="182976" h="183679">
                  <a:moveTo>
                    <a:pt x="182879" y="182879"/>
                  </a:moveTo>
                  <a:lnTo>
                    <a:pt x="182976" y="183259"/>
                  </a:lnTo>
                  <a:lnTo>
                    <a:pt x="182881" y="183679"/>
                  </a:lnTo>
                  <a:lnTo>
                    <a:pt x="182503" y="183495"/>
                  </a:lnTo>
                  <a:lnTo>
                    <a:pt x="182428" y="183304"/>
                  </a:lnTo>
                  <a:lnTo>
                    <a:pt x="182463" y="18299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564547" y="5342352"/>
              <a:ext cx="182881" cy="183196"/>
            </a:xfrm>
            <a:custGeom>
              <a:avLst/>
              <a:pathLst>
                <a:path w="182881" h="183196">
                  <a:moveTo>
                    <a:pt x="182879" y="182879"/>
                  </a:moveTo>
                  <a:lnTo>
                    <a:pt x="182881" y="18319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564111" y="5342150"/>
              <a:ext cx="182879" cy="183252"/>
            </a:xfrm>
            <a:custGeom>
              <a:avLst/>
              <a:pathLst>
                <a:path w="182879" h="183252">
                  <a:moveTo>
                    <a:pt x="182879" y="182879"/>
                  </a:moveTo>
                  <a:lnTo>
                    <a:pt x="182851" y="183026"/>
                  </a:lnTo>
                  <a:lnTo>
                    <a:pt x="182442" y="183252"/>
                  </a:lnTo>
                  <a:lnTo>
                    <a:pt x="182491" y="18307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564049" y="5338933"/>
              <a:ext cx="183120" cy="183372"/>
            </a:xfrm>
            <a:custGeom>
              <a:avLst/>
              <a:pathLst>
                <a:path w="183120" h="183372">
                  <a:moveTo>
                    <a:pt x="182879" y="182879"/>
                  </a:moveTo>
                  <a:lnTo>
                    <a:pt x="183120" y="182583"/>
                  </a:lnTo>
                  <a:lnTo>
                    <a:pt x="182925" y="183127"/>
                  </a:lnTo>
                  <a:lnTo>
                    <a:pt x="182691" y="183312"/>
                  </a:lnTo>
                  <a:lnTo>
                    <a:pt x="182369" y="183372"/>
                  </a:lnTo>
                  <a:lnTo>
                    <a:pt x="182580" y="18328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565692" y="5338213"/>
              <a:ext cx="182879" cy="183139"/>
            </a:xfrm>
            <a:custGeom>
              <a:avLst/>
              <a:pathLst>
                <a:path w="182879" h="183139">
                  <a:moveTo>
                    <a:pt x="182879" y="182879"/>
                  </a:moveTo>
                  <a:lnTo>
                    <a:pt x="182843" y="183122"/>
                  </a:lnTo>
                  <a:lnTo>
                    <a:pt x="182645" y="183139"/>
                  </a:lnTo>
                  <a:lnTo>
                    <a:pt x="182385" y="182938"/>
                  </a:lnTo>
                  <a:lnTo>
                    <a:pt x="182601" y="18282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4567660" y="5338063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85" y="18278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4565789" y="5337573"/>
              <a:ext cx="182979" cy="183314"/>
            </a:xfrm>
            <a:custGeom>
              <a:avLst/>
              <a:pathLst>
                <a:path w="182979" h="183314">
                  <a:moveTo>
                    <a:pt x="182879" y="182879"/>
                  </a:moveTo>
                  <a:lnTo>
                    <a:pt x="182979" y="183314"/>
                  </a:lnTo>
                  <a:lnTo>
                    <a:pt x="182808" y="183185"/>
                  </a:lnTo>
                  <a:lnTo>
                    <a:pt x="182884" y="18302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4564935" y="5336083"/>
              <a:ext cx="182879" cy="183099"/>
            </a:xfrm>
            <a:custGeom>
              <a:avLst/>
              <a:pathLst>
                <a:path w="182879" h="183099">
                  <a:moveTo>
                    <a:pt x="182879" y="182879"/>
                  </a:moveTo>
                  <a:lnTo>
                    <a:pt x="182373" y="18309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4565474" y="5336397"/>
              <a:ext cx="183125" cy="183019"/>
            </a:xfrm>
            <a:custGeom>
              <a:avLst/>
              <a:pathLst>
                <a:path w="183125" h="183019">
                  <a:moveTo>
                    <a:pt x="182879" y="182879"/>
                  </a:moveTo>
                  <a:lnTo>
                    <a:pt x="182665" y="182790"/>
                  </a:lnTo>
                  <a:lnTo>
                    <a:pt x="182481" y="182539"/>
                  </a:lnTo>
                  <a:lnTo>
                    <a:pt x="182723" y="182457"/>
                  </a:lnTo>
                  <a:lnTo>
                    <a:pt x="183125" y="18301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4564129" y="5335641"/>
              <a:ext cx="183757" cy="183124"/>
            </a:xfrm>
            <a:custGeom>
              <a:avLst/>
              <a:pathLst>
                <a:path w="183757" h="183124">
                  <a:moveTo>
                    <a:pt x="182879" y="182879"/>
                  </a:moveTo>
                  <a:lnTo>
                    <a:pt x="183379" y="182731"/>
                  </a:lnTo>
                  <a:lnTo>
                    <a:pt x="183572" y="182818"/>
                  </a:lnTo>
                  <a:lnTo>
                    <a:pt x="183757" y="182915"/>
                  </a:lnTo>
                  <a:lnTo>
                    <a:pt x="183642" y="183045"/>
                  </a:lnTo>
                  <a:lnTo>
                    <a:pt x="183341" y="183124"/>
                  </a:lnTo>
                  <a:lnTo>
                    <a:pt x="183138" y="18309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4564958" y="5335327"/>
              <a:ext cx="182879" cy="182952"/>
            </a:xfrm>
            <a:custGeom>
              <a:avLst/>
              <a:pathLst>
                <a:path w="182879" h="182952">
                  <a:moveTo>
                    <a:pt x="182879" y="182879"/>
                  </a:moveTo>
                  <a:lnTo>
                    <a:pt x="182493" y="182791"/>
                  </a:lnTo>
                  <a:lnTo>
                    <a:pt x="181604" y="182952"/>
                  </a:lnTo>
                  <a:lnTo>
                    <a:pt x="181280" y="182791"/>
                  </a:lnTo>
                  <a:lnTo>
                    <a:pt x="181359" y="182553"/>
                  </a:lnTo>
                  <a:lnTo>
                    <a:pt x="181635" y="182607"/>
                  </a:lnTo>
                  <a:lnTo>
                    <a:pt x="181840" y="182672"/>
                  </a:lnTo>
                  <a:lnTo>
                    <a:pt x="181972" y="182703"/>
                  </a:lnTo>
                  <a:lnTo>
                    <a:pt x="182261" y="182712"/>
                  </a:lnTo>
                  <a:lnTo>
                    <a:pt x="182440" y="182705"/>
                  </a:lnTo>
                  <a:lnTo>
                    <a:pt x="182596" y="182674"/>
                  </a:lnTo>
                  <a:lnTo>
                    <a:pt x="182729" y="18267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4563939" y="533370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652" y="182838"/>
                  </a:lnTo>
                  <a:lnTo>
                    <a:pt x="181566" y="182501"/>
                  </a:lnTo>
                  <a:lnTo>
                    <a:pt x="181330" y="181939"/>
                  </a:lnTo>
                  <a:lnTo>
                    <a:pt x="181430" y="181822"/>
                  </a:lnTo>
                  <a:lnTo>
                    <a:pt x="181241" y="181137"/>
                  </a:lnTo>
                  <a:lnTo>
                    <a:pt x="181779" y="181043"/>
                  </a:lnTo>
                  <a:lnTo>
                    <a:pt x="182050" y="181208"/>
                  </a:lnTo>
                  <a:lnTo>
                    <a:pt x="182373" y="18142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4571948" y="5326016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02" y="18282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4571229" y="5325952"/>
              <a:ext cx="183569" cy="182879"/>
            </a:xfrm>
            <a:custGeom>
              <a:avLst/>
              <a:pathLst>
                <a:path w="183569" h="182879">
                  <a:moveTo>
                    <a:pt x="182879" y="182879"/>
                  </a:moveTo>
                  <a:lnTo>
                    <a:pt x="183021" y="182662"/>
                  </a:lnTo>
                  <a:lnTo>
                    <a:pt x="183366" y="182344"/>
                  </a:lnTo>
                  <a:lnTo>
                    <a:pt x="183569" y="182382"/>
                  </a:lnTo>
                  <a:lnTo>
                    <a:pt x="183492" y="182684"/>
                  </a:lnTo>
                  <a:lnTo>
                    <a:pt x="183357" y="182697"/>
                  </a:lnTo>
                  <a:lnTo>
                    <a:pt x="183142" y="18286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4570826" y="5321418"/>
              <a:ext cx="183401" cy="183194"/>
            </a:xfrm>
            <a:custGeom>
              <a:avLst/>
              <a:pathLst>
                <a:path w="183401" h="183194">
                  <a:moveTo>
                    <a:pt x="182879" y="182879"/>
                  </a:moveTo>
                  <a:lnTo>
                    <a:pt x="182689" y="183179"/>
                  </a:lnTo>
                  <a:lnTo>
                    <a:pt x="182382" y="183194"/>
                  </a:lnTo>
                  <a:lnTo>
                    <a:pt x="182166" y="182939"/>
                  </a:lnTo>
                  <a:lnTo>
                    <a:pt x="182040" y="182722"/>
                  </a:lnTo>
                  <a:lnTo>
                    <a:pt x="181350" y="182525"/>
                  </a:lnTo>
                  <a:lnTo>
                    <a:pt x="181316" y="182273"/>
                  </a:lnTo>
                  <a:lnTo>
                    <a:pt x="181427" y="181844"/>
                  </a:lnTo>
                  <a:lnTo>
                    <a:pt x="181707" y="181901"/>
                  </a:lnTo>
                  <a:lnTo>
                    <a:pt x="181996" y="182186"/>
                  </a:lnTo>
                  <a:lnTo>
                    <a:pt x="181814" y="182406"/>
                  </a:lnTo>
                  <a:lnTo>
                    <a:pt x="182624" y="182665"/>
                  </a:lnTo>
                  <a:lnTo>
                    <a:pt x="182809" y="182354"/>
                  </a:lnTo>
                  <a:lnTo>
                    <a:pt x="183128" y="182054"/>
                  </a:lnTo>
                  <a:lnTo>
                    <a:pt x="183349" y="181774"/>
                  </a:lnTo>
                  <a:lnTo>
                    <a:pt x="183401" y="181962"/>
                  </a:lnTo>
                  <a:lnTo>
                    <a:pt x="183289" y="182139"/>
                  </a:lnTo>
                  <a:lnTo>
                    <a:pt x="183008" y="18233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4574036" y="5318667"/>
              <a:ext cx="183626" cy="183585"/>
            </a:xfrm>
            <a:custGeom>
              <a:avLst/>
              <a:pathLst>
                <a:path w="183626" h="183585">
                  <a:moveTo>
                    <a:pt x="182879" y="182879"/>
                  </a:moveTo>
                  <a:lnTo>
                    <a:pt x="183205" y="183079"/>
                  </a:lnTo>
                  <a:lnTo>
                    <a:pt x="183253" y="183332"/>
                  </a:lnTo>
                  <a:lnTo>
                    <a:pt x="182763" y="183585"/>
                  </a:lnTo>
                  <a:lnTo>
                    <a:pt x="182699" y="183276"/>
                  </a:lnTo>
                  <a:lnTo>
                    <a:pt x="182074" y="183307"/>
                  </a:lnTo>
                  <a:lnTo>
                    <a:pt x="182320" y="183044"/>
                  </a:lnTo>
                  <a:lnTo>
                    <a:pt x="182501" y="182714"/>
                  </a:lnTo>
                  <a:lnTo>
                    <a:pt x="182274" y="182506"/>
                  </a:lnTo>
                  <a:lnTo>
                    <a:pt x="182087" y="182486"/>
                  </a:lnTo>
                  <a:lnTo>
                    <a:pt x="182408" y="182192"/>
                  </a:lnTo>
                  <a:lnTo>
                    <a:pt x="182631" y="182252"/>
                  </a:lnTo>
                  <a:lnTo>
                    <a:pt x="182786" y="182362"/>
                  </a:lnTo>
                  <a:lnTo>
                    <a:pt x="183208" y="182270"/>
                  </a:lnTo>
                  <a:lnTo>
                    <a:pt x="183475" y="182163"/>
                  </a:lnTo>
                  <a:lnTo>
                    <a:pt x="183626" y="182149"/>
                  </a:lnTo>
                  <a:lnTo>
                    <a:pt x="183562" y="182312"/>
                  </a:lnTo>
                  <a:lnTo>
                    <a:pt x="183402" y="182490"/>
                  </a:lnTo>
                  <a:lnTo>
                    <a:pt x="183074" y="18259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572375" y="5317009"/>
              <a:ext cx="182879" cy="183373"/>
            </a:xfrm>
            <a:custGeom>
              <a:avLst/>
              <a:pathLst>
                <a:path w="182879" h="183373">
                  <a:moveTo>
                    <a:pt x="182879" y="182879"/>
                  </a:moveTo>
                  <a:lnTo>
                    <a:pt x="182626" y="183373"/>
                  </a:lnTo>
                  <a:lnTo>
                    <a:pt x="182491" y="18293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573976" y="5315361"/>
              <a:ext cx="183316" cy="184286"/>
            </a:xfrm>
            <a:custGeom>
              <a:avLst/>
              <a:pathLst>
                <a:path w="183316" h="184286">
                  <a:moveTo>
                    <a:pt x="182879" y="182879"/>
                  </a:moveTo>
                  <a:lnTo>
                    <a:pt x="182837" y="183690"/>
                  </a:lnTo>
                  <a:lnTo>
                    <a:pt x="182570" y="183904"/>
                  </a:lnTo>
                  <a:lnTo>
                    <a:pt x="181653" y="184286"/>
                  </a:lnTo>
                  <a:lnTo>
                    <a:pt x="181928" y="184148"/>
                  </a:lnTo>
                  <a:lnTo>
                    <a:pt x="182207" y="183893"/>
                  </a:lnTo>
                  <a:lnTo>
                    <a:pt x="182568" y="183078"/>
                  </a:lnTo>
                  <a:lnTo>
                    <a:pt x="182476" y="182527"/>
                  </a:lnTo>
                  <a:lnTo>
                    <a:pt x="182290" y="182380"/>
                  </a:lnTo>
                  <a:lnTo>
                    <a:pt x="182843" y="182066"/>
                  </a:lnTo>
                  <a:lnTo>
                    <a:pt x="183074" y="182106"/>
                  </a:lnTo>
                  <a:lnTo>
                    <a:pt x="183234" y="182336"/>
                  </a:lnTo>
                  <a:lnTo>
                    <a:pt x="183316" y="18282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565094" y="5310545"/>
              <a:ext cx="184256" cy="183172"/>
            </a:xfrm>
            <a:custGeom>
              <a:avLst/>
              <a:pathLst>
                <a:path w="184256" h="183172">
                  <a:moveTo>
                    <a:pt x="182879" y="182879"/>
                  </a:moveTo>
                  <a:lnTo>
                    <a:pt x="182840" y="183074"/>
                  </a:lnTo>
                  <a:lnTo>
                    <a:pt x="182673" y="183054"/>
                  </a:lnTo>
                  <a:lnTo>
                    <a:pt x="182246" y="182778"/>
                  </a:lnTo>
                  <a:lnTo>
                    <a:pt x="182339" y="182471"/>
                  </a:lnTo>
                  <a:lnTo>
                    <a:pt x="182472" y="182426"/>
                  </a:lnTo>
                  <a:lnTo>
                    <a:pt x="182624" y="182379"/>
                  </a:lnTo>
                  <a:lnTo>
                    <a:pt x="182897" y="182267"/>
                  </a:lnTo>
                  <a:lnTo>
                    <a:pt x="183042" y="182163"/>
                  </a:lnTo>
                  <a:lnTo>
                    <a:pt x="183284" y="182050"/>
                  </a:lnTo>
                  <a:lnTo>
                    <a:pt x="183726" y="182085"/>
                  </a:lnTo>
                  <a:lnTo>
                    <a:pt x="184077" y="182172"/>
                  </a:lnTo>
                  <a:lnTo>
                    <a:pt x="184243" y="182325"/>
                  </a:lnTo>
                  <a:lnTo>
                    <a:pt x="184256" y="182901"/>
                  </a:lnTo>
                  <a:lnTo>
                    <a:pt x="183862" y="183068"/>
                  </a:lnTo>
                  <a:lnTo>
                    <a:pt x="183616" y="183172"/>
                  </a:lnTo>
                  <a:lnTo>
                    <a:pt x="183483" y="182788"/>
                  </a:lnTo>
                  <a:lnTo>
                    <a:pt x="183113" y="182610"/>
                  </a:lnTo>
                  <a:lnTo>
                    <a:pt x="182921" y="18270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564267" y="5301070"/>
              <a:ext cx="183876" cy="183413"/>
            </a:xfrm>
            <a:custGeom>
              <a:avLst/>
              <a:pathLst>
                <a:path w="183876" h="183413">
                  <a:moveTo>
                    <a:pt x="182879" y="182879"/>
                  </a:moveTo>
                  <a:lnTo>
                    <a:pt x="183256" y="182877"/>
                  </a:lnTo>
                  <a:lnTo>
                    <a:pt x="183448" y="182892"/>
                  </a:lnTo>
                  <a:lnTo>
                    <a:pt x="183876" y="183103"/>
                  </a:lnTo>
                  <a:lnTo>
                    <a:pt x="183663" y="183413"/>
                  </a:lnTo>
                  <a:lnTo>
                    <a:pt x="183509" y="183376"/>
                  </a:lnTo>
                  <a:lnTo>
                    <a:pt x="183286" y="183200"/>
                  </a:lnTo>
                  <a:lnTo>
                    <a:pt x="182960" y="18306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572723" y="5300011"/>
              <a:ext cx="183080" cy="184620"/>
            </a:xfrm>
            <a:custGeom>
              <a:avLst/>
              <a:pathLst>
                <a:path w="183080" h="184620">
                  <a:moveTo>
                    <a:pt x="182879" y="182879"/>
                  </a:moveTo>
                  <a:lnTo>
                    <a:pt x="182720" y="182838"/>
                  </a:lnTo>
                  <a:lnTo>
                    <a:pt x="182466" y="182960"/>
                  </a:lnTo>
                  <a:lnTo>
                    <a:pt x="182791" y="183316"/>
                  </a:lnTo>
                  <a:lnTo>
                    <a:pt x="183080" y="183461"/>
                  </a:lnTo>
                  <a:lnTo>
                    <a:pt x="182625" y="183792"/>
                  </a:lnTo>
                  <a:lnTo>
                    <a:pt x="182662" y="184063"/>
                  </a:lnTo>
                  <a:lnTo>
                    <a:pt x="182788" y="184237"/>
                  </a:lnTo>
                  <a:lnTo>
                    <a:pt x="182933" y="184318"/>
                  </a:lnTo>
                  <a:lnTo>
                    <a:pt x="182866" y="184447"/>
                  </a:lnTo>
                  <a:lnTo>
                    <a:pt x="182564" y="184620"/>
                  </a:lnTo>
                  <a:lnTo>
                    <a:pt x="182263" y="184609"/>
                  </a:lnTo>
                  <a:lnTo>
                    <a:pt x="182046" y="184472"/>
                  </a:lnTo>
                  <a:lnTo>
                    <a:pt x="182070" y="184287"/>
                  </a:lnTo>
                  <a:lnTo>
                    <a:pt x="181941" y="183956"/>
                  </a:lnTo>
                  <a:lnTo>
                    <a:pt x="181454" y="184059"/>
                  </a:lnTo>
                  <a:lnTo>
                    <a:pt x="181042" y="183569"/>
                  </a:lnTo>
                  <a:lnTo>
                    <a:pt x="180875" y="183504"/>
                  </a:lnTo>
                  <a:lnTo>
                    <a:pt x="180694" y="183327"/>
                  </a:lnTo>
                  <a:lnTo>
                    <a:pt x="180775" y="183142"/>
                  </a:lnTo>
                  <a:lnTo>
                    <a:pt x="180792" y="182171"/>
                  </a:lnTo>
                  <a:lnTo>
                    <a:pt x="181585" y="182145"/>
                  </a:lnTo>
                  <a:lnTo>
                    <a:pt x="181778" y="182195"/>
                  </a:lnTo>
                  <a:lnTo>
                    <a:pt x="181955" y="182139"/>
                  </a:lnTo>
                  <a:lnTo>
                    <a:pt x="182094" y="182095"/>
                  </a:lnTo>
                  <a:lnTo>
                    <a:pt x="182469" y="182264"/>
                  </a:lnTo>
                  <a:lnTo>
                    <a:pt x="182665" y="18240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566461" y="5300000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693" y="182502"/>
                  </a:lnTo>
                  <a:lnTo>
                    <a:pt x="182668" y="182675"/>
                  </a:lnTo>
                  <a:lnTo>
                    <a:pt x="182865" y="18278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565473" y="5298623"/>
              <a:ext cx="183487" cy="183757"/>
            </a:xfrm>
            <a:custGeom>
              <a:avLst/>
              <a:pathLst>
                <a:path w="183487" h="183757">
                  <a:moveTo>
                    <a:pt x="182879" y="182879"/>
                  </a:moveTo>
                  <a:lnTo>
                    <a:pt x="183208" y="182897"/>
                  </a:lnTo>
                  <a:lnTo>
                    <a:pt x="183377" y="183087"/>
                  </a:lnTo>
                  <a:lnTo>
                    <a:pt x="183487" y="183397"/>
                  </a:lnTo>
                  <a:lnTo>
                    <a:pt x="183281" y="183757"/>
                  </a:lnTo>
                  <a:lnTo>
                    <a:pt x="183045" y="183569"/>
                  </a:lnTo>
                  <a:lnTo>
                    <a:pt x="182852" y="18313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4574419" y="5297116"/>
              <a:ext cx="183728" cy="185695"/>
            </a:xfrm>
            <a:custGeom>
              <a:avLst/>
              <a:pathLst>
                <a:path w="183728" h="185695">
                  <a:moveTo>
                    <a:pt x="182879" y="182879"/>
                  </a:moveTo>
                  <a:lnTo>
                    <a:pt x="182780" y="183108"/>
                  </a:lnTo>
                  <a:lnTo>
                    <a:pt x="182654" y="183458"/>
                  </a:lnTo>
                  <a:lnTo>
                    <a:pt x="182934" y="183730"/>
                  </a:lnTo>
                  <a:lnTo>
                    <a:pt x="183128" y="183760"/>
                  </a:lnTo>
                  <a:lnTo>
                    <a:pt x="183627" y="183943"/>
                  </a:lnTo>
                  <a:lnTo>
                    <a:pt x="183728" y="184257"/>
                  </a:lnTo>
                  <a:lnTo>
                    <a:pt x="183260" y="184722"/>
                  </a:lnTo>
                  <a:lnTo>
                    <a:pt x="183238" y="184935"/>
                  </a:lnTo>
                  <a:lnTo>
                    <a:pt x="182976" y="185603"/>
                  </a:lnTo>
                  <a:lnTo>
                    <a:pt x="182692" y="185695"/>
                  </a:lnTo>
                  <a:lnTo>
                    <a:pt x="182327" y="185556"/>
                  </a:lnTo>
                  <a:lnTo>
                    <a:pt x="182358" y="185401"/>
                  </a:lnTo>
                  <a:lnTo>
                    <a:pt x="182154" y="185413"/>
                  </a:lnTo>
                  <a:lnTo>
                    <a:pt x="181563" y="185430"/>
                  </a:lnTo>
                  <a:lnTo>
                    <a:pt x="181225" y="185327"/>
                  </a:lnTo>
                  <a:lnTo>
                    <a:pt x="180693" y="184569"/>
                  </a:lnTo>
                  <a:lnTo>
                    <a:pt x="180162" y="184327"/>
                  </a:lnTo>
                  <a:lnTo>
                    <a:pt x="179998" y="184256"/>
                  </a:lnTo>
                  <a:lnTo>
                    <a:pt x="179742" y="184208"/>
                  </a:lnTo>
                  <a:lnTo>
                    <a:pt x="179223" y="184161"/>
                  </a:lnTo>
                  <a:lnTo>
                    <a:pt x="179040" y="184210"/>
                  </a:lnTo>
                  <a:lnTo>
                    <a:pt x="178833" y="184312"/>
                  </a:lnTo>
                  <a:lnTo>
                    <a:pt x="178780" y="184148"/>
                  </a:lnTo>
                  <a:lnTo>
                    <a:pt x="178662" y="183450"/>
                  </a:lnTo>
                  <a:lnTo>
                    <a:pt x="178744" y="183291"/>
                  </a:lnTo>
                  <a:lnTo>
                    <a:pt x="178736" y="183076"/>
                  </a:lnTo>
                  <a:lnTo>
                    <a:pt x="178794" y="182530"/>
                  </a:lnTo>
                  <a:lnTo>
                    <a:pt x="178931" y="182389"/>
                  </a:lnTo>
                  <a:lnTo>
                    <a:pt x="179663" y="182229"/>
                  </a:lnTo>
                  <a:lnTo>
                    <a:pt x="180158" y="182357"/>
                  </a:lnTo>
                  <a:lnTo>
                    <a:pt x="180402" y="182676"/>
                  </a:lnTo>
                  <a:lnTo>
                    <a:pt x="180583" y="182743"/>
                  </a:lnTo>
                  <a:lnTo>
                    <a:pt x="180875" y="182824"/>
                  </a:lnTo>
                  <a:lnTo>
                    <a:pt x="181040" y="182860"/>
                  </a:lnTo>
                  <a:lnTo>
                    <a:pt x="181311" y="182858"/>
                  </a:lnTo>
                  <a:lnTo>
                    <a:pt x="181648" y="182815"/>
                  </a:lnTo>
                  <a:lnTo>
                    <a:pt x="182097" y="182747"/>
                  </a:lnTo>
                  <a:lnTo>
                    <a:pt x="182493" y="18268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4574142" y="5295581"/>
              <a:ext cx="183322" cy="183303"/>
            </a:xfrm>
            <a:custGeom>
              <a:avLst/>
              <a:pathLst>
                <a:path w="183322" h="183303">
                  <a:moveTo>
                    <a:pt x="182879" y="182879"/>
                  </a:moveTo>
                  <a:lnTo>
                    <a:pt x="183027" y="182884"/>
                  </a:lnTo>
                  <a:lnTo>
                    <a:pt x="183322" y="183264"/>
                  </a:lnTo>
                  <a:lnTo>
                    <a:pt x="183106" y="183303"/>
                  </a:lnTo>
                  <a:lnTo>
                    <a:pt x="182832" y="183294"/>
                  </a:lnTo>
                  <a:lnTo>
                    <a:pt x="182466" y="18319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4561492" y="5294123"/>
              <a:ext cx="182879" cy="183094"/>
            </a:xfrm>
            <a:custGeom>
              <a:avLst/>
              <a:pathLst>
                <a:path w="182879" h="183094">
                  <a:moveTo>
                    <a:pt x="182879" y="182879"/>
                  </a:moveTo>
                  <a:lnTo>
                    <a:pt x="182648" y="183094"/>
                  </a:lnTo>
                  <a:lnTo>
                    <a:pt x="182554" y="18291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4570555" y="5288661"/>
              <a:ext cx="183453" cy="183581"/>
            </a:xfrm>
            <a:custGeom>
              <a:avLst/>
              <a:pathLst>
                <a:path w="183453" h="183581">
                  <a:moveTo>
                    <a:pt x="182879" y="182879"/>
                  </a:moveTo>
                  <a:lnTo>
                    <a:pt x="183049" y="182616"/>
                  </a:lnTo>
                  <a:lnTo>
                    <a:pt x="183129" y="182425"/>
                  </a:lnTo>
                  <a:lnTo>
                    <a:pt x="183173" y="182167"/>
                  </a:lnTo>
                  <a:lnTo>
                    <a:pt x="183294" y="181904"/>
                  </a:lnTo>
                  <a:lnTo>
                    <a:pt x="183323" y="182687"/>
                  </a:lnTo>
                  <a:lnTo>
                    <a:pt x="183453" y="183100"/>
                  </a:lnTo>
                  <a:lnTo>
                    <a:pt x="183080" y="183581"/>
                  </a:lnTo>
                  <a:lnTo>
                    <a:pt x="183068" y="183393"/>
                  </a:lnTo>
                  <a:lnTo>
                    <a:pt x="183031" y="18324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4561026" y="5278103"/>
              <a:ext cx="182879" cy="183030"/>
            </a:xfrm>
            <a:custGeom>
              <a:avLst/>
              <a:pathLst>
                <a:path w="182879" h="183030">
                  <a:moveTo>
                    <a:pt x="182879" y="182879"/>
                  </a:moveTo>
                  <a:lnTo>
                    <a:pt x="182555" y="183030"/>
                  </a:lnTo>
                  <a:lnTo>
                    <a:pt x="182438" y="182893"/>
                  </a:lnTo>
                  <a:lnTo>
                    <a:pt x="182747" y="18270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4561462" y="5277499"/>
              <a:ext cx="183622" cy="183191"/>
            </a:xfrm>
            <a:custGeom>
              <a:avLst/>
              <a:pathLst>
                <a:path w="183622" h="183191">
                  <a:moveTo>
                    <a:pt x="182879" y="182879"/>
                  </a:moveTo>
                  <a:lnTo>
                    <a:pt x="183009" y="182725"/>
                  </a:lnTo>
                  <a:lnTo>
                    <a:pt x="183143" y="182639"/>
                  </a:lnTo>
                  <a:lnTo>
                    <a:pt x="183622" y="182641"/>
                  </a:lnTo>
                  <a:lnTo>
                    <a:pt x="183432" y="182846"/>
                  </a:lnTo>
                  <a:lnTo>
                    <a:pt x="182569" y="18319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4560851" y="5276735"/>
              <a:ext cx="183022" cy="182879"/>
            </a:xfrm>
            <a:custGeom>
              <a:avLst/>
              <a:pathLst>
                <a:path w="183022" h="182879">
                  <a:moveTo>
                    <a:pt x="182879" y="182879"/>
                  </a:moveTo>
                  <a:lnTo>
                    <a:pt x="182588" y="182801"/>
                  </a:lnTo>
                  <a:lnTo>
                    <a:pt x="182383" y="182670"/>
                  </a:lnTo>
                  <a:lnTo>
                    <a:pt x="181755" y="182334"/>
                  </a:lnTo>
                  <a:lnTo>
                    <a:pt x="181898" y="182177"/>
                  </a:lnTo>
                  <a:lnTo>
                    <a:pt x="182140" y="182145"/>
                  </a:lnTo>
                  <a:lnTo>
                    <a:pt x="182498" y="182164"/>
                  </a:lnTo>
                  <a:lnTo>
                    <a:pt x="182523" y="182385"/>
                  </a:lnTo>
                  <a:lnTo>
                    <a:pt x="182717" y="182551"/>
                  </a:lnTo>
                  <a:lnTo>
                    <a:pt x="183022" y="18258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4560645" y="5275823"/>
              <a:ext cx="183022" cy="182879"/>
            </a:xfrm>
            <a:custGeom>
              <a:avLst/>
              <a:pathLst>
                <a:path w="183022" h="182879">
                  <a:moveTo>
                    <a:pt x="182879" y="182879"/>
                  </a:moveTo>
                  <a:lnTo>
                    <a:pt x="183022" y="18270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564579" y="5275642"/>
              <a:ext cx="182879" cy="183037"/>
            </a:xfrm>
            <a:custGeom>
              <a:avLst/>
              <a:pathLst>
                <a:path w="182879" h="183037">
                  <a:moveTo>
                    <a:pt x="182879" y="182879"/>
                  </a:moveTo>
                  <a:lnTo>
                    <a:pt x="182644" y="18303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562702" y="5275848"/>
              <a:ext cx="182879" cy="182903"/>
            </a:xfrm>
            <a:custGeom>
              <a:avLst/>
              <a:pathLst>
                <a:path w="182879" h="182903">
                  <a:moveTo>
                    <a:pt x="182879" y="182879"/>
                  </a:moveTo>
                  <a:lnTo>
                    <a:pt x="182714" y="182903"/>
                  </a:lnTo>
                  <a:lnTo>
                    <a:pt x="182360" y="182877"/>
                  </a:lnTo>
                  <a:lnTo>
                    <a:pt x="182502" y="18262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565308" y="5275537"/>
              <a:ext cx="183723" cy="182879"/>
            </a:xfrm>
            <a:custGeom>
              <a:avLst/>
              <a:pathLst>
                <a:path w="183723" h="182879">
                  <a:moveTo>
                    <a:pt x="182879" y="182879"/>
                  </a:moveTo>
                  <a:lnTo>
                    <a:pt x="182546" y="182816"/>
                  </a:lnTo>
                  <a:lnTo>
                    <a:pt x="182358" y="182557"/>
                  </a:lnTo>
                  <a:lnTo>
                    <a:pt x="182537" y="182430"/>
                  </a:lnTo>
                  <a:lnTo>
                    <a:pt x="183690" y="182266"/>
                  </a:lnTo>
                  <a:lnTo>
                    <a:pt x="183723" y="182428"/>
                  </a:lnTo>
                  <a:lnTo>
                    <a:pt x="183582" y="182736"/>
                  </a:lnTo>
                  <a:lnTo>
                    <a:pt x="183444" y="18277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568342" y="5272269"/>
              <a:ext cx="183361" cy="183001"/>
            </a:xfrm>
            <a:custGeom>
              <a:avLst/>
              <a:pathLst>
                <a:path w="183361" h="183001">
                  <a:moveTo>
                    <a:pt x="182879" y="182879"/>
                  </a:moveTo>
                  <a:lnTo>
                    <a:pt x="183042" y="182801"/>
                  </a:lnTo>
                  <a:lnTo>
                    <a:pt x="183361" y="182840"/>
                  </a:lnTo>
                  <a:lnTo>
                    <a:pt x="183116" y="18300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572129" y="5246555"/>
              <a:ext cx="184189" cy="183773"/>
            </a:xfrm>
            <a:custGeom>
              <a:avLst/>
              <a:pathLst>
                <a:path w="184189" h="183773">
                  <a:moveTo>
                    <a:pt x="182879" y="182879"/>
                  </a:moveTo>
                  <a:lnTo>
                    <a:pt x="182791" y="182706"/>
                  </a:lnTo>
                  <a:lnTo>
                    <a:pt x="182963" y="182618"/>
                  </a:lnTo>
                  <a:lnTo>
                    <a:pt x="183277" y="182679"/>
                  </a:lnTo>
                  <a:lnTo>
                    <a:pt x="183614" y="182852"/>
                  </a:lnTo>
                  <a:lnTo>
                    <a:pt x="183784" y="182945"/>
                  </a:lnTo>
                  <a:lnTo>
                    <a:pt x="183923" y="183035"/>
                  </a:lnTo>
                  <a:lnTo>
                    <a:pt x="184189" y="183561"/>
                  </a:lnTo>
                  <a:lnTo>
                    <a:pt x="184032" y="183773"/>
                  </a:lnTo>
                  <a:lnTo>
                    <a:pt x="183879" y="183756"/>
                  </a:lnTo>
                  <a:lnTo>
                    <a:pt x="183681" y="183727"/>
                  </a:lnTo>
                  <a:lnTo>
                    <a:pt x="183289" y="183454"/>
                  </a:lnTo>
                  <a:lnTo>
                    <a:pt x="183105" y="18326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4574015" y="5244511"/>
              <a:ext cx="183132" cy="183432"/>
            </a:xfrm>
            <a:custGeom>
              <a:avLst/>
              <a:pathLst>
                <a:path w="183132" h="183432">
                  <a:moveTo>
                    <a:pt x="182879" y="182879"/>
                  </a:moveTo>
                  <a:lnTo>
                    <a:pt x="183094" y="182993"/>
                  </a:lnTo>
                  <a:lnTo>
                    <a:pt x="183132" y="183432"/>
                  </a:lnTo>
                  <a:lnTo>
                    <a:pt x="182749" y="18327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4563224" y="5218051"/>
              <a:ext cx="182879" cy="182978"/>
            </a:xfrm>
            <a:custGeom>
              <a:avLst/>
              <a:pathLst>
                <a:path w="182879" h="182978">
                  <a:moveTo>
                    <a:pt x="182879" y="182879"/>
                  </a:moveTo>
                  <a:lnTo>
                    <a:pt x="182585" y="182927"/>
                  </a:lnTo>
                  <a:lnTo>
                    <a:pt x="182430" y="182948"/>
                  </a:lnTo>
                  <a:lnTo>
                    <a:pt x="182258" y="18297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4576689" y="5336994"/>
              <a:ext cx="182879" cy="183175"/>
            </a:xfrm>
            <a:custGeom>
              <a:avLst/>
              <a:pathLst>
                <a:path w="182879" h="183175">
                  <a:moveTo>
                    <a:pt x="182879" y="182879"/>
                  </a:moveTo>
                  <a:lnTo>
                    <a:pt x="182394" y="183175"/>
                  </a:lnTo>
                  <a:lnTo>
                    <a:pt x="182672" y="18282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4575618" y="5334764"/>
              <a:ext cx="183963" cy="183236"/>
            </a:xfrm>
            <a:custGeom>
              <a:avLst/>
              <a:pathLst>
                <a:path w="183963" h="183236">
                  <a:moveTo>
                    <a:pt x="182879" y="182879"/>
                  </a:moveTo>
                  <a:lnTo>
                    <a:pt x="182716" y="183087"/>
                  </a:lnTo>
                  <a:lnTo>
                    <a:pt x="182257" y="182933"/>
                  </a:lnTo>
                  <a:lnTo>
                    <a:pt x="181835" y="183236"/>
                  </a:lnTo>
                  <a:lnTo>
                    <a:pt x="181977" y="183121"/>
                  </a:lnTo>
                  <a:lnTo>
                    <a:pt x="182078" y="182929"/>
                  </a:lnTo>
                  <a:lnTo>
                    <a:pt x="182065" y="182630"/>
                  </a:lnTo>
                  <a:lnTo>
                    <a:pt x="182258" y="182456"/>
                  </a:lnTo>
                  <a:lnTo>
                    <a:pt x="182505" y="182258"/>
                  </a:lnTo>
                  <a:lnTo>
                    <a:pt x="183037" y="182155"/>
                  </a:lnTo>
                  <a:lnTo>
                    <a:pt x="183511" y="182128"/>
                  </a:lnTo>
                  <a:lnTo>
                    <a:pt x="183742" y="181648"/>
                  </a:lnTo>
                  <a:lnTo>
                    <a:pt x="183963" y="181530"/>
                  </a:lnTo>
                  <a:lnTo>
                    <a:pt x="183941" y="181892"/>
                  </a:lnTo>
                  <a:lnTo>
                    <a:pt x="183916" y="182084"/>
                  </a:lnTo>
                  <a:lnTo>
                    <a:pt x="183670" y="182444"/>
                  </a:lnTo>
                  <a:lnTo>
                    <a:pt x="183446" y="182593"/>
                  </a:lnTo>
                  <a:lnTo>
                    <a:pt x="183263" y="182614"/>
                  </a:lnTo>
                  <a:lnTo>
                    <a:pt x="183095" y="18266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4576093" y="5331424"/>
              <a:ext cx="183303" cy="184258"/>
            </a:xfrm>
            <a:custGeom>
              <a:avLst/>
              <a:pathLst>
                <a:path w="183303" h="184258">
                  <a:moveTo>
                    <a:pt x="182879" y="182879"/>
                  </a:moveTo>
                  <a:lnTo>
                    <a:pt x="183028" y="182928"/>
                  </a:lnTo>
                  <a:lnTo>
                    <a:pt x="183303" y="183043"/>
                  </a:lnTo>
                  <a:lnTo>
                    <a:pt x="182927" y="183483"/>
                  </a:lnTo>
                  <a:lnTo>
                    <a:pt x="182628" y="183779"/>
                  </a:lnTo>
                  <a:lnTo>
                    <a:pt x="182242" y="184070"/>
                  </a:lnTo>
                  <a:lnTo>
                    <a:pt x="181613" y="184258"/>
                  </a:lnTo>
                  <a:lnTo>
                    <a:pt x="181331" y="184062"/>
                  </a:lnTo>
                  <a:lnTo>
                    <a:pt x="181859" y="183668"/>
                  </a:lnTo>
                  <a:lnTo>
                    <a:pt x="181941" y="183502"/>
                  </a:lnTo>
                  <a:lnTo>
                    <a:pt x="181797" y="183254"/>
                  </a:lnTo>
                  <a:lnTo>
                    <a:pt x="182012" y="182924"/>
                  </a:lnTo>
                  <a:lnTo>
                    <a:pt x="181567" y="182962"/>
                  </a:lnTo>
                  <a:lnTo>
                    <a:pt x="181409" y="183043"/>
                  </a:lnTo>
                  <a:lnTo>
                    <a:pt x="181188" y="183107"/>
                  </a:lnTo>
                  <a:lnTo>
                    <a:pt x="181222" y="182799"/>
                  </a:lnTo>
                  <a:lnTo>
                    <a:pt x="181669" y="182850"/>
                  </a:lnTo>
                  <a:lnTo>
                    <a:pt x="181941" y="182257"/>
                  </a:lnTo>
                  <a:lnTo>
                    <a:pt x="182301" y="182296"/>
                  </a:lnTo>
                  <a:lnTo>
                    <a:pt x="182147" y="182476"/>
                  </a:lnTo>
                  <a:lnTo>
                    <a:pt x="182513" y="18297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4576516" y="5319701"/>
              <a:ext cx="183993" cy="183445"/>
            </a:xfrm>
            <a:custGeom>
              <a:avLst/>
              <a:pathLst>
                <a:path w="183993" h="183445">
                  <a:moveTo>
                    <a:pt x="182879" y="182879"/>
                  </a:moveTo>
                  <a:lnTo>
                    <a:pt x="183109" y="182843"/>
                  </a:lnTo>
                  <a:lnTo>
                    <a:pt x="183438" y="182874"/>
                  </a:lnTo>
                  <a:lnTo>
                    <a:pt x="183672" y="182723"/>
                  </a:lnTo>
                  <a:lnTo>
                    <a:pt x="183993" y="182843"/>
                  </a:lnTo>
                  <a:lnTo>
                    <a:pt x="183669" y="183111"/>
                  </a:lnTo>
                  <a:lnTo>
                    <a:pt x="183428" y="183279"/>
                  </a:lnTo>
                  <a:lnTo>
                    <a:pt x="183300" y="183368"/>
                  </a:lnTo>
                  <a:lnTo>
                    <a:pt x="183033" y="183445"/>
                  </a:lnTo>
                  <a:lnTo>
                    <a:pt x="182726" y="18301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574823" y="5317825"/>
              <a:ext cx="183907" cy="182960"/>
            </a:xfrm>
            <a:custGeom>
              <a:avLst/>
              <a:pathLst>
                <a:path w="183907" h="182960">
                  <a:moveTo>
                    <a:pt x="182879" y="182879"/>
                  </a:moveTo>
                  <a:lnTo>
                    <a:pt x="183180" y="182795"/>
                  </a:lnTo>
                  <a:lnTo>
                    <a:pt x="183593" y="182386"/>
                  </a:lnTo>
                  <a:lnTo>
                    <a:pt x="183907" y="182523"/>
                  </a:lnTo>
                  <a:lnTo>
                    <a:pt x="183557" y="182557"/>
                  </a:lnTo>
                  <a:lnTo>
                    <a:pt x="183468" y="182761"/>
                  </a:lnTo>
                  <a:lnTo>
                    <a:pt x="183285" y="182886"/>
                  </a:lnTo>
                  <a:lnTo>
                    <a:pt x="183017" y="18296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577166" y="5302501"/>
              <a:ext cx="183934" cy="183027"/>
            </a:xfrm>
            <a:custGeom>
              <a:avLst/>
              <a:pathLst>
                <a:path w="183934" h="183027">
                  <a:moveTo>
                    <a:pt x="182879" y="182879"/>
                  </a:moveTo>
                  <a:lnTo>
                    <a:pt x="182893" y="182702"/>
                  </a:lnTo>
                  <a:lnTo>
                    <a:pt x="183934" y="182537"/>
                  </a:lnTo>
                  <a:lnTo>
                    <a:pt x="183505" y="182744"/>
                  </a:lnTo>
                  <a:lnTo>
                    <a:pt x="183355" y="18302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579320" y="5296685"/>
              <a:ext cx="183378" cy="188097"/>
            </a:xfrm>
            <a:custGeom>
              <a:avLst/>
              <a:pathLst>
                <a:path w="183378" h="188097">
                  <a:moveTo>
                    <a:pt x="182879" y="182879"/>
                  </a:moveTo>
                  <a:lnTo>
                    <a:pt x="182833" y="183154"/>
                  </a:lnTo>
                  <a:lnTo>
                    <a:pt x="182843" y="183348"/>
                  </a:lnTo>
                  <a:lnTo>
                    <a:pt x="182964" y="183536"/>
                  </a:lnTo>
                  <a:lnTo>
                    <a:pt x="183111" y="183547"/>
                  </a:lnTo>
                  <a:lnTo>
                    <a:pt x="183217" y="183756"/>
                  </a:lnTo>
                  <a:lnTo>
                    <a:pt x="182992" y="184015"/>
                  </a:lnTo>
                  <a:lnTo>
                    <a:pt x="183249" y="184306"/>
                  </a:lnTo>
                  <a:lnTo>
                    <a:pt x="183378" y="184712"/>
                  </a:lnTo>
                  <a:lnTo>
                    <a:pt x="183329" y="185059"/>
                  </a:lnTo>
                  <a:lnTo>
                    <a:pt x="183167" y="185173"/>
                  </a:lnTo>
                  <a:lnTo>
                    <a:pt x="182906" y="185215"/>
                  </a:lnTo>
                  <a:lnTo>
                    <a:pt x="182581" y="185414"/>
                  </a:lnTo>
                  <a:lnTo>
                    <a:pt x="182218" y="185677"/>
                  </a:lnTo>
                  <a:lnTo>
                    <a:pt x="182450" y="185876"/>
                  </a:lnTo>
                  <a:lnTo>
                    <a:pt x="182763" y="185860"/>
                  </a:lnTo>
                  <a:lnTo>
                    <a:pt x="182891" y="185812"/>
                  </a:lnTo>
                  <a:lnTo>
                    <a:pt x="183158" y="185851"/>
                  </a:lnTo>
                  <a:lnTo>
                    <a:pt x="183189" y="186099"/>
                  </a:lnTo>
                  <a:lnTo>
                    <a:pt x="182644" y="186377"/>
                  </a:lnTo>
                  <a:lnTo>
                    <a:pt x="182504" y="186378"/>
                  </a:lnTo>
                  <a:lnTo>
                    <a:pt x="182322" y="186666"/>
                  </a:lnTo>
                  <a:lnTo>
                    <a:pt x="182359" y="186840"/>
                  </a:lnTo>
                  <a:lnTo>
                    <a:pt x="182277" y="187106"/>
                  </a:lnTo>
                  <a:lnTo>
                    <a:pt x="182116" y="187165"/>
                  </a:lnTo>
                  <a:lnTo>
                    <a:pt x="182109" y="187324"/>
                  </a:lnTo>
                  <a:lnTo>
                    <a:pt x="182119" y="187516"/>
                  </a:lnTo>
                  <a:lnTo>
                    <a:pt x="182188" y="187770"/>
                  </a:lnTo>
                  <a:lnTo>
                    <a:pt x="181638" y="188097"/>
                  </a:lnTo>
                  <a:lnTo>
                    <a:pt x="181609" y="187975"/>
                  </a:lnTo>
                  <a:lnTo>
                    <a:pt x="181650" y="187728"/>
                  </a:lnTo>
                  <a:lnTo>
                    <a:pt x="181175" y="187868"/>
                  </a:lnTo>
                  <a:lnTo>
                    <a:pt x="180981" y="187555"/>
                  </a:lnTo>
                  <a:lnTo>
                    <a:pt x="180971" y="187425"/>
                  </a:lnTo>
                  <a:lnTo>
                    <a:pt x="180896" y="186801"/>
                  </a:lnTo>
                  <a:lnTo>
                    <a:pt x="180654" y="186659"/>
                  </a:lnTo>
                  <a:lnTo>
                    <a:pt x="179961" y="186527"/>
                  </a:lnTo>
                  <a:lnTo>
                    <a:pt x="179776" y="186754"/>
                  </a:lnTo>
                  <a:lnTo>
                    <a:pt x="179439" y="186754"/>
                  </a:lnTo>
                  <a:lnTo>
                    <a:pt x="179640" y="186563"/>
                  </a:lnTo>
                  <a:lnTo>
                    <a:pt x="179762" y="186412"/>
                  </a:lnTo>
                  <a:lnTo>
                    <a:pt x="179832" y="186184"/>
                  </a:lnTo>
                  <a:lnTo>
                    <a:pt x="179575" y="185900"/>
                  </a:lnTo>
                  <a:lnTo>
                    <a:pt x="179488" y="185764"/>
                  </a:lnTo>
                  <a:lnTo>
                    <a:pt x="179111" y="185017"/>
                  </a:lnTo>
                  <a:lnTo>
                    <a:pt x="178958" y="184868"/>
                  </a:lnTo>
                  <a:lnTo>
                    <a:pt x="179055" y="184470"/>
                  </a:lnTo>
                  <a:lnTo>
                    <a:pt x="178934" y="184276"/>
                  </a:lnTo>
                  <a:lnTo>
                    <a:pt x="178602" y="184003"/>
                  </a:lnTo>
                  <a:lnTo>
                    <a:pt x="178359" y="183925"/>
                  </a:lnTo>
                  <a:lnTo>
                    <a:pt x="177912" y="183818"/>
                  </a:lnTo>
                  <a:lnTo>
                    <a:pt x="178159" y="183522"/>
                  </a:lnTo>
                  <a:lnTo>
                    <a:pt x="178200" y="183354"/>
                  </a:lnTo>
                  <a:lnTo>
                    <a:pt x="178375" y="182950"/>
                  </a:lnTo>
                  <a:lnTo>
                    <a:pt x="178869" y="182646"/>
                  </a:lnTo>
                  <a:lnTo>
                    <a:pt x="179410" y="182375"/>
                  </a:lnTo>
                  <a:lnTo>
                    <a:pt x="179571" y="182300"/>
                  </a:lnTo>
                  <a:lnTo>
                    <a:pt x="179932" y="182140"/>
                  </a:lnTo>
                  <a:lnTo>
                    <a:pt x="180208" y="181972"/>
                  </a:lnTo>
                  <a:lnTo>
                    <a:pt x="180535" y="181724"/>
                  </a:lnTo>
                  <a:lnTo>
                    <a:pt x="180683" y="181513"/>
                  </a:lnTo>
                  <a:lnTo>
                    <a:pt x="180840" y="181152"/>
                  </a:lnTo>
                  <a:lnTo>
                    <a:pt x="181278" y="180919"/>
                  </a:lnTo>
                  <a:lnTo>
                    <a:pt x="181539" y="180927"/>
                  </a:lnTo>
                  <a:lnTo>
                    <a:pt x="181701" y="181184"/>
                  </a:lnTo>
                  <a:lnTo>
                    <a:pt x="181807" y="181353"/>
                  </a:lnTo>
                  <a:lnTo>
                    <a:pt x="181955" y="181568"/>
                  </a:lnTo>
                  <a:lnTo>
                    <a:pt x="182140" y="181832"/>
                  </a:lnTo>
                  <a:lnTo>
                    <a:pt x="182322" y="181993"/>
                  </a:lnTo>
                  <a:lnTo>
                    <a:pt x="182702" y="182275"/>
                  </a:lnTo>
                  <a:lnTo>
                    <a:pt x="182929" y="182416"/>
                  </a:lnTo>
                  <a:lnTo>
                    <a:pt x="183047" y="18254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4576013" y="5295608"/>
              <a:ext cx="182879" cy="183175"/>
            </a:xfrm>
            <a:custGeom>
              <a:avLst/>
              <a:pathLst>
                <a:path w="182879" h="183175">
                  <a:moveTo>
                    <a:pt x="182879" y="182879"/>
                  </a:moveTo>
                  <a:lnTo>
                    <a:pt x="182373" y="183114"/>
                  </a:lnTo>
                  <a:lnTo>
                    <a:pt x="182089" y="183175"/>
                  </a:lnTo>
                  <a:lnTo>
                    <a:pt x="181919" y="183075"/>
                  </a:lnTo>
                  <a:lnTo>
                    <a:pt x="182267" y="182863"/>
                  </a:lnTo>
                  <a:lnTo>
                    <a:pt x="182513" y="182835"/>
                  </a:lnTo>
                  <a:lnTo>
                    <a:pt x="182716" y="18278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4579114" y="5295679"/>
              <a:ext cx="183321" cy="182879"/>
            </a:xfrm>
            <a:custGeom>
              <a:avLst/>
              <a:pathLst>
                <a:path w="183321" h="182879">
                  <a:moveTo>
                    <a:pt x="182879" y="182879"/>
                  </a:moveTo>
                  <a:lnTo>
                    <a:pt x="182679" y="182725"/>
                  </a:lnTo>
                  <a:lnTo>
                    <a:pt x="182465" y="182455"/>
                  </a:lnTo>
                  <a:lnTo>
                    <a:pt x="182140" y="181985"/>
                  </a:lnTo>
                  <a:lnTo>
                    <a:pt x="181968" y="181859"/>
                  </a:lnTo>
                  <a:lnTo>
                    <a:pt x="182037" y="181662"/>
                  </a:lnTo>
                  <a:lnTo>
                    <a:pt x="182217" y="181587"/>
                  </a:lnTo>
                  <a:lnTo>
                    <a:pt x="182372" y="181522"/>
                  </a:lnTo>
                  <a:lnTo>
                    <a:pt x="182650" y="181450"/>
                  </a:lnTo>
                  <a:lnTo>
                    <a:pt x="182832" y="181825"/>
                  </a:lnTo>
                  <a:lnTo>
                    <a:pt x="183154" y="182272"/>
                  </a:lnTo>
                  <a:lnTo>
                    <a:pt x="183321" y="18228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4582567" y="5295029"/>
              <a:ext cx="184183" cy="184188"/>
            </a:xfrm>
            <a:custGeom>
              <a:avLst/>
              <a:pathLst>
                <a:path w="184183" h="184188">
                  <a:moveTo>
                    <a:pt x="182879" y="182879"/>
                  </a:moveTo>
                  <a:lnTo>
                    <a:pt x="183183" y="183131"/>
                  </a:lnTo>
                  <a:lnTo>
                    <a:pt x="183415" y="183119"/>
                  </a:lnTo>
                  <a:lnTo>
                    <a:pt x="183681" y="183036"/>
                  </a:lnTo>
                  <a:lnTo>
                    <a:pt x="183925" y="182960"/>
                  </a:lnTo>
                  <a:lnTo>
                    <a:pt x="184183" y="183039"/>
                  </a:lnTo>
                  <a:lnTo>
                    <a:pt x="183959" y="183334"/>
                  </a:lnTo>
                  <a:lnTo>
                    <a:pt x="183858" y="183467"/>
                  </a:lnTo>
                  <a:lnTo>
                    <a:pt x="183667" y="183642"/>
                  </a:lnTo>
                  <a:lnTo>
                    <a:pt x="183425" y="183819"/>
                  </a:lnTo>
                  <a:lnTo>
                    <a:pt x="183089" y="183699"/>
                  </a:lnTo>
                  <a:lnTo>
                    <a:pt x="183109" y="183569"/>
                  </a:lnTo>
                  <a:lnTo>
                    <a:pt x="183066" y="183418"/>
                  </a:lnTo>
                  <a:lnTo>
                    <a:pt x="182732" y="183347"/>
                  </a:lnTo>
                  <a:lnTo>
                    <a:pt x="182573" y="183653"/>
                  </a:lnTo>
                  <a:lnTo>
                    <a:pt x="182624" y="183830"/>
                  </a:lnTo>
                  <a:lnTo>
                    <a:pt x="182469" y="184136"/>
                  </a:lnTo>
                  <a:lnTo>
                    <a:pt x="181508" y="184188"/>
                  </a:lnTo>
                  <a:lnTo>
                    <a:pt x="181610" y="183879"/>
                  </a:lnTo>
                  <a:lnTo>
                    <a:pt x="181666" y="183477"/>
                  </a:lnTo>
                  <a:lnTo>
                    <a:pt x="181886" y="183265"/>
                  </a:lnTo>
                  <a:lnTo>
                    <a:pt x="182177" y="183167"/>
                  </a:lnTo>
                  <a:lnTo>
                    <a:pt x="182622" y="182840"/>
                  </a:lnTo>
                  <a:lnTo>
                    <a:pt x="182615" y="182446"/>
                  </a:lnTo>
                  <a:lnTo>
                    <a:pt x="182288" y="182273"/>
                  </a:lnTo>
                  <a:lnTo>
                    <a:pt x="182434" y="181797"/>
                  </a:lnTo>
                  <a:lnTo>
                    <a:pt x="182440" y="181494"/>
                  </a:lnTo>
                  <a:lnTo>
                    <a:pt x="182617" y="181284"/>
                  </a:lnTo>
                  <a:lnTo>
                    <a:pt x="182868" y="181546"/>
                  </a:lnTo>
                  <a:lnTo>
                    <a:pt x="183008" y="181693"/>
                  </a:lnTo>
                  <a:lnTo>
                    <a:pt x="183270" y="182283"/>
                  </a:lnTo>
                  <a:lnTo>
                    <a:pt x="182815" y="182544"/>
                  </a:lnTo>
                  <a:lnTo>
                    <a:pt x="182820" y="18267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4578860" y="5293995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15" y="182874"/>
                  </a:lnTo>
                  <a:lnTo>
                    <a:pt x="182235" y="182848"/>
                  </a:lnTo>
                  <a:lnTo>
                    <a:pt x="182244" y="182023"/>
                  </a:lnTo>
                  <a:lnTo>
                    <a:pt x="182373" y="181958"/>
                  </a:lnTo>
                  <a:lnTo>
                    <a:pt x="182685" y="182070"/>
                  </a:lnTo>
                  <a:lnTo>
                    <a:pt x="182671" y="182272"/>
                  </a:lnTo>
                  <a:lnTo>
                    <a:pt x="182657" y="18248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4579826" y="5292233"/>
              <a:ext cx="183560" cy="183281"/>
            </a:xfrm>
            <a:custGeom>
              <a:avLst/>
              <a:pathLst>
                <a:path w="183560" h="183281">
                  <a:moveTo>
                    <a:pt x="182879" y="182879"/>
                  </a:moveTo>
                  <a:lnTo>
                    <a:pt x="183273" y="182961"/>
                  </a:lnTo>
                  <a:lnTo>
                    <a:pt x="183560" y="183256"/>
                  </a:lnTo>
                  <a:lnTo>
                    <a:pt x="183107" y="18328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4580840" y="5291955"/>
              <a:ext cx="183083" cy="183443"/>
            </a:xfrm>
            <a:custGeom>
              <a:avLst/>
              <a:pathLst>
                <a:path w="183083" h="183443">
                  <a:moveTo>
                    <a:pt x="182879" y="182879"/>
                  </a:moveTo>
                  <a:lnTo>
                    <a:pt x="183083" y="183099"/>
                  </a:lnTo>
                  <a:lnTo>
                    <a:pt x="182888" y="183443"/>
                  </a:lnTo>
                  <a:lnTo>
                    <a:pt x="182698" y="183349"/>
                  </a:lnTo>
                  <a:lnTo>
                    <a:pt x="182610" y="18299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4579771" y="5285893"/>
              <a:ext cx="182879" cy="183540"/>
            </a:xfrm>
            <a:custGeom>
              <a:avLst/>
              <a:pathLst>
                <a:path w="182879" h="183540">
                  <a:moveTo>
                    <a:pt x="182879" y="182879"/>
                  </a:moveTo>
                  <a:lnTo>
                    <a:pt x="182498" y="183266"/>
                  </a:lnTo>
                  <a:lnTo>
                    <a:pt x="182656" y="183347"/>
                  </a:lnTo>
                  <a:lnTo>
                    <a:pt x="182839" y="183414"/>
                  </a:lnTo>
                  <a:lnTo>
                    <a:pt x="182462" y="183540"/>
                  </a:lnTo>
                  <a:lnTo>
                    <a:pt x="182207" y="183205"/>
                  </a:lnTo>
                  <a:lnTo>
                    <a:pt x="182429" y="18295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4580737" y="5282363"/>
              <a:ext cx="183456" cy="183284"/>
            </a:xfrm>
            <a:custGeom>
              <a:avLst/>
              <a:pathLst>
                <a:path w="183456" h="183284">
                  <a:moveTo>
                    <a:pt x="182879" y="182879"/>
                  </a:moveTo>
                  <a:lnTo>
                    <a:pt x="183070" y="182895"/>
                  </a:lnTo>
                  <a:lnTo>
                    <a:pt x="183456" y="183057"/>
                  </a:lnTo>
                  <a:lnTo>
                    <a:pt x="183318" y="183284"/>
                  </a:lnTo>
                  <a:lnTo>
                    <a:pt x="182793" y="18324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4579844" y="5278999"/>
              <a:ext cx="182879" cy="183200"/>
            </a:xfrm>
            <a:custGeom>
              <a:avLst/>
              <a:pathLst>
                <a:path w="182879" h="183200">
                  <a:moveTo>
                    <a:pt x="182879" y="182879"/>
                  </a:moveTo>
                  <a:lnTo>
                    <a:pt x="182833" y="183200"/>
                  </a:lnTo>
                  <a:lnTo>
                    <a:pt x="182654" y="183081"/>
                  </a:lnTo>
                  <a:lnTo>
                    <a:pt x="182640" y="18280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4579646" y="5277430"/>
              <a:ext cx="183353" cy="183294"/>
            </a:xfrm>
            <a:custGeom>
              <a:avLst/>
              <a:pathLst>
                <a:path w="183353" h="183294">
                  <a:moveTo>
                    <a:pt x="182879" y="182879"/>
                  </a:moveTo>
                  <a:lnTo>
                    <a:pt x="182765" y="183294"/>
                  </a:lnTo>
                  <a:lnTo>
                    <a:pt x="182571" y="183065"/>
                  </a:lnTo>
                  <a:lnTo>
                    <a:pt x="182575" y="182859"/>
                  </a:lnTo>
                  <a:lnTo>
                    <a:pt x="183049" y="182640"/>
                  </a:lnTo>
                  <a:lnTo>
                    <a:pt x="183343" y="182609"/>
                  </a:lnTo>
                  <a:lnTo>
                    <a:pt x="183353" y="182929"/>
                  </a:lnTo>
                  <a:lnTo>
                    <a:pt x="183110" y="18285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4581868" y="5270961"/>
              <a:ext cx="183101" cy="183888"/>
            </a:xfrm>
            <a:custGeom>
              <a:avLst/>
              <a:pathLst>
                <a:path w="183101" h="183888">
                  <a:moveTo>
                    <a:pt x="182879" y="182879"/>
                  </a:moveTo>
                  <a:lnTo>
                    <a:pt x="183083" y="183005"/>
                  </a:lnTo>
                  <a:lnTo>
                    <a:pt x="183101" y="183463"/>
                  </a:lnTo>
                  <a:lnTo>
                    <a:pt x="182647" y="183888"/>
                  </a:lnTo>
                  <a:lnTo>
                    <a:pt x="182470" y="183723"/>
                  </a:lnTo>
                  <a:lnTo>
                    <a:pt x="182551" y="183141"/>
                  </a:lnTo>
                  <a:lnTo>
                    <a:pt x="182739" y="18290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4580876" y="5270919"/>
              <a:ext cx="182879" cy="182914"/>
            </a:xfrm>
            <a:custGeom>
              <a:avLst/>
              <a:pathLst>
                <a:path w="182879" h="182914">
                  <a:moveTo>
                    <a:pt x="182879" y="182879"/>
                  </a:moveTo>
                  <a:lnTo>
                    <a:pt x="182514" y="18291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4581335" y="5266114"/>
              <a:ext cx="184008" cy="182879"/>
            </a:xfrm>
            <a:custGeom>
              <a:avLst/>
              <a:pathLst>
                <a:path w="184008" h="182879">
                  <a:moveTo>
                    <a:pt x="182879" y="182879"/>
                  </a:moveTo>
                  <a:lnTo>
                    <a:pt x="182735" y="182545"/>
                  </a:lnTo>
                  <a:lnTo>
                    <a:pt x="182753" y="182275"/>
                  </a:lnTo>
                  <a:lnTo>
                    <a:pt x="182774" y="182115"/>
                  </a:lnTo>
                  <a:lnTo>
                    <a:pt x="182659" y="181619"/>
                  </a:lnTo>
                  <a:lnTo>
                    <a:pt x="182564" y="181432"/>
                  </a:lnTo>
                  <a:lnTo>
                    <a:pt x="182624" y="181256"/>
                  </a:lnTo>
                  <a:lnTo>
                    <a:pt x="182854" y="180969"/>
                  </a:lnTo>
                  <a:lnTo>
                    <a:pt x="183239" y="180688"/>
                  </a:lnTo>
                  <a:lnTo>
                    <a:pt x="183541" y="180541"/>
                  </a:lnTo>
                  <a:lnTo>
                    <a:pt x="183738" y="180522"/>
                  </a:lnTo>
                  <a:lnTo>
                    <a:pt x="184008" y="180816"/>
                  </a:lnTo>
                  <a:lnTo>
                    <a:pt x="183807" y="181381"/>
                  </a:lnTo>
                  <a:lnTo>
                    <a:pt x="183395" y="181822"/>
                  </a:lnTo>
                  <a:lnTo>
                    <a:pt x="183402" y="181953"/>
                  </a:lnTo>
                  <a:lnTo>
                    <a:pt x="183155" y="182206"/>
                  </a:lnTo>
                  <a:lnTo>
                    <a:pt x="183214" y="18276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4580892" y="5262965"/>
              <a:ext cx="184090" cy="184286"/>
            </a:xfrm>
            <a:custGeom>
              <a:avLst/>
              <a:pathLst>
                <a:path w="184090" h="184286">
                  <a:moveTo>
                    <a:pt x="182879" y="182879"/>
                  </a:moveTo>
                  <a:lnTo>
                    <a:pt x="182684" y="183128"/>
                  </a:lnTo>
                  <a:lnTo>
                    <a:pt x="182207" y="183512"/>
                  </a:lnTo>
                  <a:lnTo>
                    <a:pt x="178871" y="184286"/>
                  </a:lnTo>
                  <a:lnTo>
                    <a:pt x="179091" y="183960"/>
                  </a:lnTo>
                  <a:lnTo>
                    <a:pt x="179367" y="183557"/>
                  </a:lnTo>
                  <a:lnTo>
                    <a:pt x="179844" y="182877"/>
                  </a:lnTo>
                  <a:lnTo>
                    <a:pt x="180078" y="182796"/>
                  </a:lnTo>
                  <a:lnTo>
                    <a:pt x="180790" y="182039"/>
                  </a:lnTo>
                  <a:lnTo>
                    <a:pt x="181278" y="181508"/>
                  </a:lnTo>
                  <a:lnTo>
                    <a:pt x="181697" y="181183"/>
                  </a:lnTo>
                  <a:lnTo>
                    <a:pt x="182014" y="180974"/>
                  </a:lnTo>
                  <a:lnTo>
                    <a:pt x="182377" y="180781"/>
                  </a:lnTo>
                  <a:lnTo>
                    <a:pt x="182948" y="180518"/>
                  </a:lnTo>
                  <a:lnTo>
                    <a:pt x="183126" y="180450"/>
                  </a:lnTo>
                  <a:lnTo>
                    <a:pt x="183323" y="180376"/>
                  </a:lnTo>
                  <a:lnTo>
                    <a:pt x="183982" y="180461"/>
                  </a:lnTo>
                  <a:lnTo>
                    <a:pt x="184090" y="180727"/>
                  </a:lnTo>
                  <a:lnTo>
                    <a:pt x="183923" y="181235"/>
                  </a:lnTo>
                  <a:lnTo>
                    <a:pt x="183790" y="181388"/>
                  </a:lnTo>
                  <a:lnTo>
                    <a:pt x="183509" y="181856"/>
                  </a:lnTo>
                  <a:lnTo>
                    <a:pt x="183345" y="181966"/>
                  </a:lnTo>
                  <a:lnTo>
                    <a:pt x="182997" y="18266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4581151" y="5257369"/>
              <a:ext cx="183370" cy="182879"/>
            </a:xfrm>
            <a:custGeom>
              <a:avLst/>
              <a:pathLst>
                <a:path w="183370" h="182879">
                  <a:moveTo>
                    <a:pt x="182879" y="182879"/>
                  </a:moveTo>
                  <a:lnTo>
                    <a:pt x="182837" y="182600"/>
                  </a:lnTo>
                  <a:lnTo>
                    <a:pt x="182816" y="182388"/>
                  </a:lnTo>
                  <a:lnTo>
                    <a:pt x="183023" y="182222"/>
                  </a:lnTo>
                  <a:lnTo>
                    <a:pt x="183370" y="182329"/>
                  </a:lnTo>
                  <a:lnTo>
                    <a:pt x="183358" y="182482"/>
                  </a:lnTo>
                  <a:lnTo>
                    <a:pt x="183226" y="18276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4580503" y="5256397"/>
              <a:ext cx="182879" cy="183167"/>
            </a:xfrm>
            <a:custGeom>
              <a:avLst/>
              <a:pathLst>
                <a:path w="182879" h="183167">
                  <a:moveTo>
                    <a:pt x="182879" y="182879"/>
                  </a:moveTo>
                  <a:lnTo>
                    <a:pt x="182810" y="183138"/>
                  </a:lnTo>
                  <a:lnTo>
                    <a:pt x="182644" y="183167"/>
                  </a:lnTo>
                  <a:lnTo>
                    <a:pt x="182565" y="18285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4580796" y="5256473"/>
              <a:ext cx="183354" cy="182923"/>
            </a:xfrm>
            <a:custGeom>
              <a:avLst/>
              <a:pathLst>
                <a:path w="183354" h="182923">
                  <a:moveTo>
                    <a:pt x="182879" y="182879"/>
                  </a:moveTo>
                  <a:lnTo>
                    <a:pt x="182928" y="182592"/>
                  </a:lnTo>
                  <a:lnTo>
                    <a:pt x="183354" y="182569"/>
                  </a:lnTo>
                  <a:lnTo>
                    <a:pt x="183354" y="182730"/>
                  </a:lnTo>
                  <a:lnTo>
                    <a:pt x="183177" y="18292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4580736" y="5255470"/>
              <a:ext cx="183603" cy="183479"/>
            </a:xfrm>
            <a:custGeom>
              <a:avLst/>
              <a:pathLst>
                <a:path w="183603" h="183479">
                  <a:moveTo>
                    <a:pt x="182879" y="182879"/>
                  </a:moveTo>
                  <a:lnTo>
                    <a:pt x="183183" y="182718"/>
                  </a:lnTo>
                  <a:lnTo>
                    <a:pt x="183539" y="182904"/>
                  </a:lnTo>
                  <a:lnTo>
                    <a:pt x="183603" y="183436"/>
                  </a:lnTo>
                  <a:lnTo>
                    <a:pt x="183378" y="183479"/>
                  </a:lnTo>
                  <a:lnTo>
                    <a:pt x="183212" y="183450"/>
                  </a:lnTo>
                  <a:lnTo>
                    <a:pt x="182927" y="183264"/>
                  </a:lnTo>
                  <a:lnTo>
                    <a:pt x="182866" y="18304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4578312" y="5256582"/>
              <a:ext cx="185101" cy="182926"/>
            </a:xfrm>
            <a:custGeom>
              <a:avLst/>
              <a:pathLst>
                <a:path w="185101" h="182926">
                  <a:moveTo>
                    <a:pt x="182879" y="182879"/>
                  </a:moveTo>
                  <a:lnTo>
                    <a:pt x="182688" y="182926"/>
                  </a:lnTo>
                  <a:lnTo>
                    <a:pt x="182536" y="182919"/>
                  </a:lnTo>
                  <a:lnTo>
                    <a:pt x="182285" y="182600"/>
                  </a:lnTo>
                  <a:lnTo>
                    <a:pt x="181997" y="182221"/>
                  </a:lnTo>
                  <a:lnTo>
                    <a:pt x="181816" y="181765"/>
                  </a:lnTo>
                  <a:lnTo>
                    <a:pt x="181686" y="181410"/>
                  </a:lnTo>
                  <a:lnTo>
                    <a:pt x="181527" y="180930"/>
                  </a:lnTo>
                  <a:lnTo>
                    <a:pt x="182309" y="180419"/>
                  </a:lnTo>
                  <a:lnTo>
                    <a:pt x="182482" y="180316"/>
                  </a:lnTo>
                  <a:lnTo>
                    <a:pt x="182674" y="180203"/>
                  </a:lnTo>
                  <a:lnTo>
                    <a:pt x="183408" y="179679"/>
                  </a:lnTo>
                  <a:lnTo>
                    <a:pt x="183628" y="179803"/>
                  </a:lnTo>
                  <a:lnTo>
                    <a:pt x="183999" y="180200"/>
                  </a:lnTo>
                  <a:lnTo>
                    <a:pt x="184121" y="180424"/>
                  </a:lnTo>
                  <a:lnTo>
                    <a:pt x="184231" y="180671"/>
                  </a:lnTo>
                  <a:lnTo>
                    <a:pt x="184487" y="180955"/>
                  </a:lnTo>
                  <a:lnTo>
                    <a:pt x="184638" y="181056"/>
                  </a:lnTo>
                  <a:lnTo>
                    <a:pt x="184864" y="181241"/>
                  </a:lnTo>
                  <a:lnTo>
                    <a:pt x="185101" y="181536"/>
                  </a:lnTo>
                  <a:lnTo>
                    <a:pt x="184945" y="181943"/>
                  </a:lnTo>
                  <a:lnTo>
                    <a:pt x="184899" y="182169"/>
                  </a:lnTo>
                  <a:lnTo>
                    <a:pt x="184871" y="182439"/>
                  </a:lnTo>
                  <a:lnTo>
                    <a:pt x="184742" y="182475"/>
                  </a:lnTo>
                  <a:lnTo>
                    <a:pt x="184208" y="182625"/>
                  </a:lnTo>
                  <a:lnTo>
                    <a:pt x="183954" y="182676"/>
                  </a:lnTo>
                  <a:lnTo>
                    <a:pt x="183693" y="182661"/>
                  </a:lnTo>
                  <a:lnTo>
                    <a:pt x="183139" y="18270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4583390" y="5253730"/>
              <a:ext cx="182879" cy="182997"/>
            </a:xfrm>
            <a:custGeom>
              <a:avLst/>
              <a:pathLst>
                <a:path w="182879" h="182997">
                  <a:moveTo>
                    <a:pt x="182879" y="182879"/>
                  </a:moveTo>
                  <a:lnTo>
                    <a:pt x="182536" y="182997"/>
                  </a:lnTo>
                  <a:lnTo>
                    <a:pt x="182692" y="18283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4584506" y="5254179"/>
              <a:ext cx="183356" cy="182879"/>
            </a:xfrm>
            <a:custGeom>
              <a:avLst/>
              <a:pathLst>
                <a:path w="183356" h="182879">
                  <a:moveTo>
                    <a:pt x="182879" y="182879"/>
                  </a:moveTo>
                  <a:lnTo>
                    <a:pt x="182709" y="182792"/>
                  </a:lnTo>
                  <a:lnTo>
                    <a:pt x="182597" y="182506"/>
                  </a:lnTo>
                  <a:lnTo>
                    <a:pt x="182627" y="182117"/>
                  </a:lnTo>
                  <a:lnTo>
                    <a:pt x="182723" y="181986"/>
                  </a:lnTo>
                  <a:lnTo>
                    <a:pt x="183051" y="181864"/>
                  </a:lnTo>
                  <a:lnTo>
                    <a:pt x="183250" y="182115"/>
                  </a:lnTo>
                  <a:lnTo>
                    <a:pt x="183214" y="182335"/>
                  </a:lnTo>
                  <a:lnTo>
                    <a:pt x="183356" y="18274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4581873" y="5253361"/>
              <a:ext cx="184177" cy="184055"/>
            </a:xfrm>
            <a:custGeom>
              <a:avLst/>
              <a:pathLst>
                <a:path w="184177" h="184055">
                  <a:moveTo>
                    <a:pt x="182879" y="182879"/>
                  </a:moveTo>
                  <a:lnTo>
                    <a:pt x="182933" y="182712"/>
                  </a:lnTo>
                  <a:lnTo>
                    <a:pt x="183568" y="182228"/>
                  </a:lnTo>
                  <a:lnTo>
                    <a:pt x="183920" y="182318"/>
                  </a:lnTo>
                  <a:lnTo>
                    <a:pt x="184150" y="182631"/>
                  </a:lnTo>
                  <a:lnTo>
                    <a:pt x="184177" y="182790"/>
                  </a:lnTo>
                  <a:lnTo>
                    <a:pt x="184037" y="183179"/>
                  </a:lnTo>
                  <a:lnTo>
                    <a:pt x="183926" y="183365"/>
                  </a:lnTo>
                  <a:lnTo>
                    <a:pt x="183731" y="183630"/>
                  </a:lnTo>
                  <a:lnTo>
                    <a:pt x="183605" y="183800"/>
                  </a:lnTo>
                  <a:lnTo>
                    <a:pt x="183419" y="183988"/>
                  </a:lnTo>
                  <a:lnTo>
                    <a:pt x="183282" y="184055"/>
                  </a:lnTo>
                  <a:lnTo>
                    <a:pt x="182909" y="183502"/>
                  </a:lnTo>
                  <a:lnTo>
                    <a:pt x="182887" y="18305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4583864" y="5252973"/>
              <a:ext cx="183109" cy="183211"/>
            </a:xfrm>
            <a:custGeom>
              <a:avLst/>
              <a:pathLst>
                <a:path w="183109" h="183211">
                  <a:moveTo>
                    <a:pt x="182879" y="182879"/>
                  </a:moveTo>
                  <a:lnTo>
                    <a:pt x="182955" y="182666"/>
                  </a:lnTo>
                  <a:lnTo>
                    <a:pt x="183108" y="182680"/>
                  </a:lnTo>
                  <a:lnTo>
                    <a:pt x="183109" y="183088"/>
                  </a:lnTo>
                  <a:lnTo>
                    <a:pt x="182913" y="18321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4582988" y="5251471"/>
              <a:ext cx="182879" cy="183371"/>
            </a:xfrm>
            <a:custGeom>
              <a:avLst/>
              <a:pathLst>
                <a:path w="182879" h="183371">
                  <a:moveTo>
                    <a:pt x="182879" y="182879"/>
                  </a:moveTo>
                  <a:lnTo>
                    <a:pt x="182721" y="183371"/>
                  </a:lnTo>
                  <a:lnTo>
                    <a:pt x="182394" y="18306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4584570" y="5251873"/>
              <a:ext cx="183371" cy="183226"/>
            </a:xfrm>
            <a:custGeom>
              <a:avLst/>
              <a:pathLst>
                <a:path w="183371" h="183226">
                  <a:moveTo>
                    <a:pt x="182879" y="182879"/>
                  </a:moveTo>
                  <a:lnTo>
                    <a:pt x="182494" y="183071"/>
                  </a:lnTo>
                  <a:lnTo>
                    <a:pt x="182188" y="183226"/>
                  </a:lnTo>
                  <a:lnTo>
                    <a:pt x="182116" y="182558"/>
                  </a:lnTo>
                  <a:lnTo>
                    <a:pt x="182079" y="182063"/>
                  </a:lnTo>
                  <a:lnTo>
                    <a:pt x="182354" y="181791"/>
                  </a:lnTo>
                  <a:lnTo>
                    <a:pt x="182544" y="181913"/>
                  </a:lnTo>
                  <a:lnTo>
                    <a:pt x="183201" y="182672"/>
                  </a:lnTo>
                  <a:lnTo>
                    <a:pt x="183371" y="182987"/>
                  </a:lnTo>
                  <a:lnTo>
                    <a:pt x="183253" y="18311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4585517" y="5250797"/>
              <a:ext cx="182879" cy="183130"/>
            </a:xfrm>
            <a:custGeom>
              <a:avLst/>
              <a:pathLst>
                <a:path w="182879" h="183130">
                  <a:moveTo>
                    <a:pt x="182879" y="182879"/>
                  </a:moveTo>
                  <a:lnTo>
                    <a:pt x="182676" y="18313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4573912" y="5245550"/>
              <a:ext cx="186215" cy="189866"/>
            </a:xfrm>
            <a:custGeom>
              <a:avLst/>
              <a:pathLst>
                <a:path w="186215" h="189866">
                  <a:moveTo>
                    <a:pt x="182879" y="182879"/>
                  </a:moveTo>
                  <a:lnTo>
                    <a:pt x="183123" y="182971"/>
                  </a:lnTo>
                  <a:lnTo>
                    <a:pt x="183560" y="183136"/>
                  </a:lnTo>
                  <a:lnTo>
                    <a:pt x="183677" y="183527"/>
                  </a:lnTo>
                  <a:lnTo>
                    <a:pt x="184169" y="183721"/>
                  </a:lnTo>
                  <a:lnTo>
                    <a:pt x="184253" y="183849"/>
                  </a:lnTo>
                  <a:lnTo>
                    <a:pt x="184157" y="184089"/>
                  </a:lnTo>
                  <a:lnTo>
                    <a:pt x="184512" y="184526"/>
                  </a:lnTo>
                  <a:lnTo>
                    <a:pt x="184727" y="184881"/>
                  </a:lnTo>
                  <a:lnTo>
                    <a:pt x="184815" y="185008"/>
                  </a:lnTo>
                  <a:lnTo>
                    <a:pt x="185028" y="185267"/>
                  </a:lnTo>
                  <a:lnTo>
                    <a:pt x="185249" y="185209"/>
                  </a:lnTo>
                  <a:lnTo>
                    <a:pt x="185443" y="185197"/>
                  </a:lnTo>
                  <a:lnTo>
                    <a:pt x="185616" y="185312"/>
                  </a:lnTo>
                  <a:lnTo>
                    <a:pt x="185780" y="185498"/>
                  </a:lnTo>
                  <a:lnTo>
                    <a:pt x="185693" y="185857"/>
                  </a:lnTo>
                  <a:lnTo>
                    <a:pt x="185715" y="186066"/>
                  </a:lnTo>
                  <a:lnTo>
                    <a:pt x="185828" y="186558"/>
                  </a:lnTo>
                  <a:lnTo>
                    <a:pt x="185990" y="187169"/>
                  </a:lnTo>
                  <a:lnTo>
                    <a:pt x="186067" y="187423"/>
                  </a:lnTo>
                  <a:lnTo>
                    <a:pt x="186147" y="187614"/>
                  </a:lnTo>
                  <a:lnTo>
                    <a:pt x="186215" y="187779"/>
                  </a:lnTo>
                  <a:lnTo>
                    <a:pt x="186038" y="188345"/>
                  </a:lnTo>
                  <a:lnTo>
                    <a:pt x="185725" y="188536"/>
                  </a:lnTo>
                  <a:lnTo>
                    <a:pt x="185112" y="188912"/>
                  </a:lnTo>
                  <a:lnTo>
                    <a:pt x="184813" y="189011"/>
                  </a:lnTo>
                  <a:lnTo>
                    <a:pt x="184493" y="189114"/>
                  </a:lnTo>
                  <a:lnTo>
                    <a:pt x="184364" y="189174"/>
                  </a:lnTo>
                  <a:lnTo>
                    <a:pt x="184130" y="189364"/>
                  </a:lnTo>
                  <a:lnTo>
                    <a:pt x="183937" y="189522"/>
                  </a:lnTo>
                  <a:lnTo>
                    <a:pt x="183680" y="189751"/>
                  </a:lnTo>
                  <a:lnTo>
                    <a:pt x="183367" y="189866"/>
                  </a:lnTo>
                  <a:lnTo>
                    <a:pt x="183168" y="189842"/>
                  </a:lnTo>
                  <a:lnTo>
                    <a:pt x="182922" y="189773"/>
                  </a:lnTo>
                  <a:lnTo>
                    <a:pt x="182769" y="189717"/>
                  </a:lnTo>
                  <a:lnTo>
                    <a:pt x="182406" y="189677"/>
                  </a:lnTo>
                  <a:lnTo>
                    <a:pt x="182457" y="189383"/>
                  </a:lnTo>
                  <a:lnTo>
                    <a:pt x="182439" y="189165"/>
                  </a:lnTo>
                  <a:lnTo>
                    <a:pt x="182165" y="188741"/>
                  </a:lnTo>
                  <a:lnTo>
                    <a:pt x="181811" y="188551"/>
                  </a:lnTo>
                  <a:lnTo>
                    <a:pt x="181854" y="188200"/>
                  </a:lnTo>
                  <a:lnTo>
                    <a:pt x="182196" y="187783"/>
                  </a:lnTo>
                  <a:lnTo>
                    <a:pt x="182346" y="187727"/>
                  </a:lnTo>
                  <a:lnTo>
                    <a:pt x="182325" y="187246"/>
                  </a:lnTo>
                  <a:lnTo>
                    <a:pt x="182009" y="186223"/>
                  </a:lnTo>
                  <a:lnTo>
                    <a:pt x="181930" y="185901"/>
                  </a:lnTo>
                  <a:lnTo>
                    <a:pt x="181913" y="185605"/>
                  </a:lnTo>
                  <a:lnTo>
                    <a:pt x="182051" y="185243"/>
                  </a:lnTo>
                  <a:lnTo>
                    <a:pt x="182574" y="184550"/>
                  </a:lnTo>
                  <a:lnTo>
                    <a:pt x="182536" y="184251"/>
                  </a:lnTo>
                  <a:lnTo>
                    <a:pt x="182403" y="184056"/>
                  </a:lnTo>
                  <a:lnTo>
                    <a:pt x="182447" y="183723"/>
                  </a:lnTo>
                  <a:lnTo>
                    <a:pt x="182642" y="18268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4579202" y="5247485"/>
              <a:ext cx="182879" cy="183504"/>
            </a:xfrm>
            <a:custGeom>
              <a:avLst/>
              <a:pathLst>
                <a:path w="182879" h="183504">
                  <a:moveTo>
                    <a:pt x="182879" y="182879"/>
                  </a:moveTo>
                  <a:lnTo>
                    <a:pt x="182869" y="183168"/>
                  </a:lnTo>
                  <a:lnTo>
                    <a:pt x="182610" y="183504"/>
                  </a:lnTo>
                  <a:lnTo>
                    <a:pt x="182484" y="183374"/>
                  </a:lnTo>
                  <a:lnTo>
                    <a:pt x="182458" y="18319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4579318" y="5246755"/>
              <a:ext cx="183511" cy="183286"/>
            </a:xfrm>
            <a:custGeom>
              <a:avLst/>
              <a:pathLst>
                <a:path w="183511" h="183286">
                  <a:moveTo>
                    <a:pt x="182879" y="182879"/>
                  </a:moveTo>
                  <a:lnTo>
                    <a:pt x="183006" y="182687"/>
                  </a:lnTo>
                  <a:lnTo>
                    <a:pt x="183249" y="182415"/>
                  </a:lnTo>
                  <a:lnTo>
                    <a:pt x="183430" y="182437"/>
                  </a:lnTo>
                  <a:lnTo>
                    <a:pt x="183511" y="183107"/>
                  </a:lnTo>
                  <a:lnTo>
                    <a:pt x="183362" y="183199"/>
                  </a:lnTo>
                  <a:lnTo>
                    <a:pt x="183143" y="18328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4577823" y="5247223"/>
              <a:ext cx="183706" cy="182881"/>
            </a:xfrm>
            <a:custGeom>
              <a:avLst/>
              <a:pathLst>
                <a:path w="183706" h="182881">
                  <a:moveTo>
                    <a:pt x="182879" y="182879"/>
                  </a:moveTo>
                  <a:lnTo>
                    <a:pt x="182356" y="182881"/>
                  </a:lnTo>
                  <a:lnTo>
                    <a:pt x="182221" y="182685"/>
                  </a:lnTo>
                  <a:lnTo>
                    <a:pt x="182414" y="182536"/>
                  </a:lnTo>
                  <a:lnTo>
                    <a:pt x="182418" y="182241"/>
                  </a:lnTo>
                  <a:lnTo>
                    <a:pt x="182101" y="181917"/>
                  </a:lnTo>
                  <a:lnTo>
                    <a:pt x="181762" y="181807"/>
                  </a:lnTo>
                  <a:lnTo>
                    <a:pt x="181503" y="181693"/>
                  </a:lnTo>
                  <a:lnTo>
                    <a:pt x="181318" y="181538"/>
                  </a:lnTo>
                  <a:lnTo>
                    <a:pt x="181390" y="181265"/>
                  </a:lnTo>
                  <a:lnTo>
                    <a:pt x="181798" y="180812"/>
                  </a:lnTo>
                  <a:lnTo>
                    <a:pt x="182781" y="180332"/>
                  </a:lnTo>
                  <a:lnTo>
                    <a:pt x="183138" y="180405"/>
                  </a:lnTo>
                  <a:lnTo>
                    <a:pt x="183207" y="180549"/>
                  </a:lnTo>
                  <a:lnTo>
                    <a:pt x="183334" y="180653"/>
                  </a:lnTo>
                  <a:lnTo>
                    <a:pt x="183488" y="180689"/>
                  </a:lnTo>
                  <a:lnTo>
                    <a:pt x="183704" y="180781"/>
                  </a:lnTo>
                  <a:lnTo>
                    <a:pt x="183706" y="180983"/>
                  </a:lnTo>
                  <a:lnTo>
                    <a:pt x="183204" y="18208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4579320" y="5245442"/>
              <a:ext cx="183163" cy="183446"/>
            </a:xfrm>
            <a:custGeom>
              <a:avLst/>
              <a:pathLst>
                <a:path w="183163" h="183446">
                  <a:moveTo>
                    <a:pt x="182879" y="182879"/>
                  </a:moveTo>
                  <a:lnTo>
                    <a:pt x="183163" y="183098"/>
                  </a:lnTo>
                  <a:lnTo>
                    <a:pt x="183013" y="183398"/>
                  </a:lnTo>
                  <a:lnTo>
                    <a:pt x="182718" y="183446"/>
                  </a:lnTo>
                  <a:lnTo>
                    <a:pt x="182615" y="18299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4582196" y="5241947"/>
              <a:ext cx="184141" cy="182996"/>
            </a:xfrm>
            <a:custGeom>
              <a:avLst/>
              <a:pathLst>
                <a:path w="184141" h="182996">
                  <a:moveTo>
                    <a:pt x="182879" y="182879"/>
                  </a:moveTo>
                  <a:lnTo>
                    <a:pt x="182582" y="182996"/>
                  </a:lnTo>
                  <a:lnTo>
                    <a:pt x="182345" y="182733"/>
                  </a:lnTo>
                  <a:lnTo>
                    <a:pt x="181969" y="181998"/>
                  </a:lnTo>
                  <a:lnTo>
                    <a:pt x="182069" y="181675"/>
                  </a:lnTo>
                  <a:lnTo>
                    <a:pt x="182266" y="181708"/>
                  </a:lnTo>
                  <a:lnTo>
                    <a:pt x="182480" y="181675"/>
                  </a:lnTo>
                  <a:lnTo>
                    <a:pt x="182645" y="181403"/>
                  </a:lnTo>
                  <a:lnTo>
                    <a:pt x="182899" y="181201"/>
                  </a:lnTo>
                  <a:lnTo>
                    <a:pt x="183283" y="181102"/>
                  </a:lnTo>
                  <a:lnTo>
                    <a:pt x="183523" y="181043"/>
                  </a:lnTo>
                  <a:lnTo>
                    <a:pt x="183758" y="181222"/>
                  </a:lnTo>
                  <a:lnTo>
                    <a:pt x="183924" y="181415"/>
                  </a:lnTo>
                  <a:lnTo>
                    <a:pt x="184141" y="181743"/>
                  </a:lnTo>
                  <a:lnTo>
                    <a:pt x="184007" y="18208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4577260" y="5234169"/>
              <a:ext cx="183050" cy="183004"/>
            </a:xfrm>
            <a:custGeom>
              <a:avLst/>
              <a:pathLst>
                <a:path w="183050" h="183004">
                  <a:moveTo>
                    <a:pt x="182879" y="182879"/>
                  </a:moveTo>
                  <a:lnTo>
                    <a:pt x="182630" y="183004"/>
                  </a:lnTo>
                  <a:lnTo>
                    <a:pt x="182468" y="182764"/>
                  </a:lnTo>
                  <a:lnTo>
                    <a:pt x="183050" y="18256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4579095" y="5234355"/>
              <a:ext cx="183670" cy="183583"/>
            </a:xfrm>
            <a:custGeom>
              <a:avLst/>
              <a:pathLst>
                <a:path w="183670" h="183583">
                  <a:moveTo>
                    <a:pt x="182879" y="182879"/>
                  </a:moveTo>
                  <a:lnTo>
                    <a:pt x="182817" y="183128"/>
                  </a:lnTo>
                  <a:lnTo>
                    <a:pt x="182661" y="183247"/>
                  </a:lnTo>
                  <a:lnTo>
                    <a:pt x="182316" y="183583"/>
                  </a:lnTo>
                  <a:lnTo>
                    <a:pt x="182173" y="183490"/>
                  </a:lnTo>
                  <a:lnTo>
                    <a:pt x="182278" y="182756"/>
                  </a:lnTo>
                  <a:lnTo>
                    <a:pt x="182253" y="182520"/>
                  </a:lnTo>
                  <a:lnTo>
                    <a:pt x="182602" y="182230"/>
                  </a:lnTo>
                  <a:lnTo>
                    <a:pt x="182460" y="181812"/>
                  </a:lnTo>
                  <a:lnTo>
                    <a:pt x="182608" y="181554"/>
                  </a:lnTo>
                  <a:lnTo>
                    <a:pt x="183082" y="181565"/>
                  </a:lnTo>
                  <a:lnTo>
                    <a:pt x="183184" y="181156"/>
                  </a:lnTo>
                  <a:lnTo>
                    <a:pt x="183244" y="180995"/>
                  </a:lnTo>
                  <a:lnTo>
                    <a:pt x="183412" y="180939"/>
                  </a:lnTo>
                  <a:lnTo>
                    <a:pt x="183670" y="181122"/>
                  </a:lnTo>
                  <a:lnTo>
                    <a:pt x="183384" y="181698"/>
                  </a:lnTo>
                  <a:lnTo>
                    <a:pt x="183089" y="181909"/>
                  </a:lnTo>
                  <a:lnTo>
                    <a:pt x="182986" y="182204"/>
                  </a:lnTo>
                  <a:lnTo>
                    <a:pt x="182907" y="182429"/>
                  </a:lnTo>
                  <a:lnTo>
                    <a:pt x="182888" y="18273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4583055" y="5219153"/>
              <a:ext cx="184385" cy="183720"/>
            </a:xfrm>
            <a:custGeom>
              <a:avLst/>
              <a:pathLst>
                <a:path w="184385" h="183720">
                  <a:moveTo>
                    <a:pt x="182879" y="182879"/>
                  </a:moveTo>
                  <a:lnTo>
                    <a:pt x="183015" y="182623"/>
                  </a:lnTo>
                  <a:lnTo>
                    <a:pt x="183780" y="182535"/>
                  </a:lnTo>
                  <a:lnTo>
                    <a:pt x="184016" y="182526"/>
                  </a:lnTo>
                  <a:lnTo>
                    <a:pt x="184212" y="182533"/>
                  </a:lnTo>
                  <a:lnTo>
                    <a:pt x="184385" y="182819"/>
                  </a:lnTo>
                  <a:lnTo>
                    <a:pt x="184067" y="183067"/>
                  </a:lnTo>
                  <a:lnTo>
                    <a:pt x="184214" y="183174"/>
                  </a:lnTo>
                  <a:lnTo>
                    <a:pt x="184215" y="183373"/>
                  </a:lnTo>
                  <a:lnTo>
                    <a:pt x="183959" y="183674"/>
                  </a:lnTo>
                  <a:lnTo>
                    <a:pt x="183665" y="183720"/>
                  </a:lnTo>
                  <a:lnTo>
                    <a:pt x="183492" y="183496"/>
                  </a:lnTo>
                  <a:lnTo>
                    <a:pt x="183145" y="18314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4585198" y="5217980"/>
              <a:ext cx="183337" cy="183359"/>
            </a:xfrm>
            <a:custGeom>
              <a:avLst/>
              <a:pathLst>
                <a:path w="183337" h="183359">
                  <a:moveTo>
                    <a:pt x="182879" y="182879"/>
                  </a:moveTo>
                  <a:lnTo>
                    <a:pt x="182687" y="183359"/>
                  </a:lnTo>
                  <a:lnTo>
                    <a:pt x="182557" y="183318"/>
                  </a:lnTo>
                  <a:lnTo>
                    <a:pt x="181458" y="182555"/>
                  </a:lnTo>
                  <a:lnTo>
                    <a:pt x="180688" y="181921"/>
                  </a:lnTo>
                  <a:lnTo>
                    <a:pt x="180324" y="181622"/>
                  </a:lnTo>
                  <a:lnTo>
                    <a:pt x="180113" y="181238"/>
                  </a:lnTo>
                  <a:lnTo>
                    <a:pt x="180329" y="181192"/>
                  </a:lnTo>
                  <a:lnTo>
                    <a:pt x="180701" y="181158"/>
                  </a:lnTo>
                  <a:lnTo>
                    <a:pt x="180987" y="181070"/>
                  </a:lnTo>
                  <a:lnTo>
                    <a:pt x="181140" y="180984"/>
                  </a:lnTo>
                  <a:lnTo>
                    <a:pt x="181568" y="181059"/>
                  </a:lnTo>
                  <a:lnTo>
                    <a:pt x="181836" y="181345"/>
                  </a:lnTo>
                  <a:lnTo>
                    <a:pt x="181932" y="181633"/>
                  </a:lnTo>
                  <a:lnTo>
                    <a:pt x="182470" y="181895"/>
                  </a:lnTo>
                  <a:lnTo>
                    <a:pt x="183337" y="182336"/>
                  </a:lnTo>
                  <a:lnTo>
                    <a:pt x="183147" y="18275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4582226" y="5215948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1747" y="18255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4591458" y="5311976"/>
              <a:ext cx="183396" cy="183288"/>
            </a:xfrm>
            <a:custGeom>
              <a:avLst/>
              <a:pathLst>
                <a:path w="183396" h="183288">
                  <a:moveTo>
                    <a:pt x="182879" y="182879"/>
                  </a:moveTo>
                  <a:lnTo>
                    <a:pt x="183396" y="182861"/>
                  </a:lnTo>
                  <a:lnTo>
                    <a:pt x="183162" y="183288"/>
                  </a:lnTo>
                  <a:lnTo>
                    <a:pt x="182882" y="18327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4593077" y="5310678"/>
              <a:ext cx="182879" cy="183165"/>
            </a:xfrm>
            <a:custGeom>
              <a:avLst/>
              <a:pathLst>
                <a:path w="182879" h="183165">
                  <a:moveTo>
                    <a:pt x="182879" y="182879"/>
                  </a:moveTo>
                  <a:lnTo>
                    <a:pt x="182811" y="183165"/>
                  </a:lnTo>
                  <a:lnTo>
                    <a:pt x="182562" y="18303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4591221" y="5284424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4589151" y="5282836"/>
              <a:ext cx="182918" cy="183075"/>
            </a:xfrm>
            <a:custGeom>
              <a:avLst/>
              <a:pathLst>
                <a:path w="182918" h="183075">
                  <a:moveTo>
                    <a:pt x="182879" y="182879"/>
                  </a:moveTo>
                  <a:lnTo>
                    <a:pt x="182918" y="183072"/>
                  </a:lnTo>
                  <a:lnTo>
                    <a:pt x="182689" y="183075"/>
                  </a:lnTo>
                  <a:lnTo>
                    <a:pt x="182454" y="18290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4591089" y="5281451"/>
              <a:ext cx="182965" cy="183881"/>
            </a:xfrm>
            <a:custGeom>
              <a:avLst/>
              <a:pathLst>
                <a:path w="182965" h="183881">
                  <a:moveTo>
                    <a:pt x="182879" y="182879"/>
                  </a:moveTo>
                  <a:lnTo>
                    <a:pt x="182043" y="182774"/>
                  </a:lnTo>
                  <a:lnTo>
                    <a:pt x="181966" y="183254"/>
                  </a:lnTo>
                  <a:lnTo>
                    <a:pt x="181267" y="183592"/>
                  </a:lnTo>
                  <a:lnTo>
                    <a:pt x="181079" y="183573"/>
                  </a:lnTo>
                  <a:lnTo>
                    <a:pt x="180969" y="183799"/>
                  </a:lnTo>
                  <a:lnTo>
                    <a:pt x="180735" y="183881"/>
                  </a:lnTo>
                  <a:lnTo>
                    <a:pt x="180683" y="183375"/>
                  </a:lnTo>
                  <a:lnTo>
                    <a:pt x="180779" y="183145"/>
                  </a:lnTo>
                  <a:lnTo>
                    <a:pt x="180931" y="183164"/>
                  </a:lnTo>
                  <a:lnTo>
                    <a:pt x="181184" y="183337"/>
                  </a:lnTo>
                  <a:lnTo>
                    <a:pt x="181624" y="183136"/>
                  </a:lnTo>
                  <a:lnTo>
                    <a:pt x="181711" y="182742"/>
                  </a:lnTo>
                  <a:lnTo>
                    <a:pt x="181660" y="182545"/>
                  </a:lnTo>
                  <a:lnTo>
                    <a:pt x="182289" y="182352"/>
                  </a:lnTo>
                  <a:lnTo>
                    <a:pt x="182965" y="18267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4589472" y="5279583"/>
              <a:ext cx="183187" cy="183449"/>
            </a:xfrm>
            <a:custGeom>
              <a:avLst/>
              <a:pathLst>
                <a:path w="183187" h="183449">
                  <a:moveTo>
                    <a:pt x="182879" y="182879"/>
                  </a:moveTo>
                  <a:lnTo>
                    <a:pt x="183022" y="182851"/>
                  </a:lnTo>
                  <a:lnTo>
                    <a:pt x="183187" y="183001"/>
                  </a:lnTo>
                  <a:lnTo>
                    <a:pt x="183051" y="183432"/>
                  </a:lnTo>
                  <a:lnTo>
                    <a:pt x="182802" y="183449"/>
                  </a:lnTo>
                  <a:lnTo>
                    <a:pt x="182530" y="183272"/>
                  </a:lnTo>
                  <a:lnTo>
                    <a:pt x="182635" y="18303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4588016" y="5271364"/>
              <a:ext cx="182879" cy="183339"/>
            </a:xfrm>
            <a:custGeom>
              <a:avLst/>
              <a:pathLst>
                <a:path w="182879" h="183339">
                  <a:moveTo>
                    <a:pt x="182879" y="182879"/>
                  </a:moveTo>
                  <a:lnTo>
                    <a:pt x="182664" y="183339"/>
                  </a:lnTo>
                  <a:lnTo>
                    <a:pt x="182229" y="18325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4590872" y="5270152"/>
              <a:ext cx="183358" cy="183356"/>
            </a:xfrm>
            <a:custGeom>
              <a:avLst/>
              <a:pathLst>
                <a:path w="183358" h="183356">
                  <a:moveTo>
                    <a:pt x="182879" y="182879"/>
                  </a:moveTo>
                  <a:lnTo>
                    <a:pt x="183358" y="183236"/>
                  </a:lnTo>
                  <a:lnTo>
                    <a:pt x="182692" y="183356"/>
                  </a:lnTo>
                  <a:lnTo>
                    <a:pt x="182557" y="183095"/>
                  </a:lnTo>
                  <a:lnTo>
                    <a:pt x="182650" y="18296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4591433" y="5268862"/>
              <a:ext cx="183460" cy="183342"/>
            </a:xfrm>
            <a:custGeom>
              <a:avLst/>
              <a:pathLst>
                <a:path w="183460" h="183342">
                  <a:moveTo>
                    <a:pt x="182879" y="182879"/>
                  </a:moveTo>
                  <a:lnTo>
                    <a:pt x="183427" y="183056"/>
                  </a:lnTo>
                  <a:lnTo>
                    <a:pt x="183460" y="183342"/>
                  </a:lnTo>
                  <a:lnTo>
                    <a:pt x="183259" y="18323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4591608" y="5268030"/>
              <a:ext cx="183186" cy="183262"/>
            </a:xfrm>
            <a:custGeom>
              <a:avLst/>
              <a:pathLst>
                <a:path w="183186" h="183262">
                  <a:moveTo>
                    <a:pt x="182879" y="182879"/>
                  </a:moveTo>
                  <a:lnTo>
                    <a:pt x="183186" y="183262"/>
                  </a:lnTo>
                  <a:lnTo>
                    <a:pt x="182832" y="183197"/>
                  </a:lnTo>
                  <a:lnTo>
                    <a:pt x="182776" y="18306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4590708" y="5267742"/>
              <a:ext cx="183441" cy="182879"/>
            </a:xfrm>
            <a:custGeom>
              <a:avLst/>
              <a:pathLst>
                <a:path w="183441" h="182879">
                  <a:moveTo>
                    <a:pt x="182879" y="182879"/>
                  </a:moveTo>
                  <a:lnTo>
                    <a:pt x="182761" y="182636"/>
                  </a:lnTo>
                  <a:lnTo>
                    <a:pt x="182975" y="182538"/>
                  </a:lnTo>
                  <a:lnTo>
                    <a:pt x="183441" y="182566"/>
                  </a:lnTo>
                  <a:lnTo>
                    <a:pt x="183169" y="18277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4592830" y="5267553"/>
              <a:ext cx="183714" cy="183553"/>
            </a:xfrm>
            <a:custGeom>
              <a:avLst/>
              <a:pathLst>
                <a:path w="183714" h="183553">
                  <a:moveTo>
                    <a:pt x="182879" y="182879"/>
                  </a:moveTo>
                  <a:lnTo>
                    <a:pt x="183249" y="182838"/>
                  </a:lnTo>
                  <a:lnTo>
                    <a:pt x="183523" y="182826"/>
                  </a:lnTo>
                  <a:lnTo>
                    <a:pt x="183669" y="182983"/>
                  </a:lnTo>
                  <a:lnTo>
                    <a:pt x="183643" y="183178"/>
                  </a:lnTo>
                  <a:lnTo>
                    <a:pt x="183714" y="183553"/>
                  </a:lnTo>
                  <a:lnTo>
                    <a:pt x="183509" y="183312"/>
                  </a:lnTo>
                  <a:lnTo>
                    <a:pt x="183332" y="183001"/>
                  </a:lnTo>
                  <a:lnTo>
                    <a:pt x="183136" y="182987"/>
                  </a:lnTo>
                  <a:lnTo>
                    <a:pt x="182948" y="183039"/>
                  </a:lnTo>
                  <a:lnTo>
                    <a:pt x="182433" y="182913"/>
                  </a:lnTo>
                  <a:lnTo>
                    <a:pt x="182028" y="183038"/>
                  </a:lnTo>
                  <a:lnTo>
                    <a:pt x="181892" y="182984"/>
                  </a:lnTo>
                  <a:lnTo>
                    <a:pt x="181604" y="182745"/>
                  </a:lnTo>
                  <a:lnTo>
                    <a:pt x="181446" y="182609"/>
                  </a:lnTo>
                  <a:lnTo>
                    <a:pt x="180934" y="182423"/>
                  </a:lnTo>
                  <a:lnTo>
                    <a:pt x="180478" y="182101"/>
                  </a:lnTo>
                  <a:lnTo>
                    <a:pt x="180388" y="181891"/>
                  </a:lnTo>
                  <a:lnTo>
                    <a:pt x="180415" y="181455"/>
                  </a:lnTo>
                  <a:lnTo>
                    <a:pt x="180734" y="181506"/>
                  </a:lnTo>
                  <a:lnTo>
                    <a:pt x="180830" y="181700"/>
                  </a:lnTo>
                  <a:lnTo>
                    <a:pt x="181283" y="181716"/>
                  </a:lnTo>
                  <a:lnTo>
                    <a:pt x="181657" y="181588"/>
                  </a:lnTo>
                  <a:lnTo>
                    <a:pt x="181322" y="181775"/>
                  </a:lnTo>
                  <a:lnTo>
                    <a:pt x="181360" y="182030"/>
                  </a:lnTo>
                  <a:lnTo>
                    <a:pt x="181391" y="182181"/>
                  </a:lnTo>
                  <a:lnTo>
                    <a:pt x="181659" y="182381"/>
                  </a:lnTo>
                  <a:lnTo>
                    <a:pt x="181999" y="182495"/>
                  </a:lnTo>
                  <a:lnTo>
                    <a:pt x="182234" y="182574"/>
                  </a:lnTo>
                  <a:lnTo>
                    <a:pt x="182372" y="18263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4586700" y="5263634"/>
              <a:ext cx="186214" cy="188686"/>
            </a:xfrm>
            <a:custGeom>
              <a:avLst/>
              <a:pathLst>
                <a:path w="186214" h="188686">
                  <a:moveTo>
                    <a:pt x="182879" y="182879"/>
                  </a:moveTo>
                  <a:lnTo>
                    <a:pt x="182892" y="183223"/>
                  </a:lnTo>
                  <a:lnTo>
                    <a:pt x="183355" y="183752"/>
                  </a:lnTo>
                  <a:lnTo>
                    <a:pt x="183482" y="184005"/>
                  </a:lnTo>
                  <a:lnTo>
                    <a:pt x="183856" y="184530"/>
                  </a:lnTo>
                  <a:lnTo>
                    <a:pt x="184180" y="184587"/>
                  </a:lnTo>
                  <a:lnTo>
                    <a:pt x="184795" y="184808"/>
                  </a:lnTo>
                  <a:lnTo>
                    <a:pt x="185052" y="184699"/>
                  </a:lnTo>
                  <a:lnTo>
                    <a:pt x="185337" y="184978"/>
                  </a:lnTo>
                  <a:lnTo>
                    <a:pt x="185547" y="185180"/>
                  </a:lnTo>
                  <a:lnTo>
                    <a:pt x="185485" y="185337"/>
                  </a:lnTo>
                  <a:lnTo>
                    <a:pt x="185812" y="185505"/>
                  </a:lnTo>
                  <a:lnTo>
                    <a:pt x="186074" y="185598"/>
                  </a:lnTo>
                  <a:lnTo>
                    <a:pt x="186120" y="185782"/>
                  </a:lnTo>
                  <a:lnTo>
                    <a:pt x="186187" y="186050"/>
                  </a:lnTo>
                  <a:lnTo>
                    <a:pt x="186190" y="186195"/>
                  </a:lnTo>
                  <a:lnTo>
                    <a:pt x="186214" y="186713"/>
                  </a:lnTo>
                  <a:lnTo>
                    <a:pt x="186088" y="186948"/>
                  </a:lnTo>
                  <a:lnTo>
                    <a:pt x="186043" y="187169"/>
                  </a:lnTo>
                  <a:lnTo>
                    <a:pt x="186100" y="187320"/>
                  </a:lnTo>
                  <a:lnTo>
                    <a:pt x="186093" y="187521"/>
                  </a:lnTo>
                  <a:lnTo>
                    <a:pt x="185962" y="187771"/>
                  </a:lnTo>
                  <a:lnTo>
                    <a:pt x="185821" y="187966"/>
                  </a:lnTo>
                  <a:lnTo>
                    <a:pt x="185663" y="188184"/>
                  </a:lnTo>
                  <a:lnTo>
                    <a:pt x="185456" y="188491"/>
                  </a:lnTo>
                  <a:lnTo>
                    <a:pt x="185396" y="188686"/>
                  </a:lnTo>
                  <a:lnTo>
                    <a:pt x="185070" y="188306"/>
                  </a:lnTo>
                  <a:lnTo>
                    <a:pt x="185216" y="188049"/>
                  </a:lnTo>
                  <a:lnTo>
                    <a:pt x="185314" y="187903"/>
                  </a:lnTo>
                  <a:lnTo>
                    <a:pt x="185135" y="187660"/>
                  </a:lnTo>
                  <a:lnTo>
                    <a:pt x="184770" y="187819"/>
                  </a:lnTo>
                  <a:lnTo>
                    <a:pt x="184595" y="187986"/>
                  </a:lnTo>
                  <a:lnTo>
                    <a:pt x="184250" y="188346"/>
                  </a:lnTo>
                  <a:lnTo>
                    <a:pt x="184171" y="188140"/>
                  </a:lnTo>
                  <a:lnTo>
                    <a:pt x="184218" y="187997"/>
                  </a:lnTo>
                  <a:lnTo>
                    <a:pt x="183921" y="187644"/>
                  </a:lnTo>
                  <a:lnTo>
                    <a:pt x="183728" y="187733"/>
                  </a:lnTo>
                  <a:lnTo>
                    <a:pt x="183605" y="187983"/>
                  </a:lnTo>
                  <a:lnTo>
                    <a:pt x="183332" y="187742"/>
                  </a:lnTo>
                  <a:lnTo>
                    <a:pt x="183079" y="187684"/>
                  </a:lnTo>
                  <a:lnTo>
                    <a:pt x="182900" y="187580"/>
                  </a:lnTo>
                  <a:lnTo>
                    <a:pt x="183142" y="187231"/>
                  </a:lnTo>
                  <a:lnTo>
                    <a:pt x="182708" y="186327"/>
                  </a:lnTo>
                  <a:lnTo>
                    <a:pt x="182499" y="186178"/>
                  </a:lnTo>
                  <a:lnTo>
                    <a:pt x="182345" y="186176"/>
                  </a:lnTo>
                  <a:lnTo>
                    <a:pt x="181976" y="186115"/>
                  </a:lnTo>
                  <a:lnTo>
                    <a:pt x="181993" y="185868"/>
                  </a:lnTo>
                  <a:lnTo>
                    <a:pt x="181857" y="185157"/>
                  </a:lnTo>
                  <a:lnTo>
                    <a:pt x="181265" y="184992"/>
                  </a:lnTo>
                  <a:lnTo>
                    <a:pt x="181014" y="185148"/>
                  </a:lnTo>
                  <a:lnTo>
                    <a:pt x="180501" y="185655"/>
                  </a:lnTo>
                  <a:lnTo>
                    <a:pt x="180183" y="185922"/>
                  </a:lnTo>
                  <a:lnTo>
                    <a:pt x="179955" y="185675"/>
                  </a:lnTo>
                  <a:lnTo>
                    <a:pt x="179391" y="185483"/>
                  </a:lnTo>
                  <a:lnTo>
                    <a:pt x="179059" y="185283"/>
                  </a:lnTo>
                  <a:lnTo>
                    <a:pt x="179083" y="185059"/>
                  </a:lnTo>
                  <a:lnTo>
                    <a:pt x="179247" y="184799"/>
                  </a:lnTo>
                  <a:lnTo>
                    <a:pt x="179446" y="184413"/>
                  </a:lnTo>
                  <a:lnTo>
                    <a:pt x="179496" y="184237"/>
                  </a:lnTo>
                  <a:lnTo>
                    <a:pt x="179563" y="184058"/>
                  </a:lnTo>
                  <a:lnTo>
                    <a:pt x="179911" y="183324"/>
                  </a:lnTo>
                  <a:lnTo>
                    <a:pt x="179963" y="183134"/>
                  </a:lnTo>
                  <a:lnTo>
                    <a:pt x="180067" y="182562"/>
                  </a:lnTo>
                  <a:lnTo>
                    <a:pt x="180118" y="182167"/>
                  </a:lnTo>
                  <a:lnTo>
                    <a:pt x="180414" y="181930"/>
                  </a:lnTo>
                  <a:lnTo>
                    <a:pt x="180620" y="181847"/>
                  </a:lnTo>
                  <a:lnTo>
                    <a:pt x="180764" y="181908"/>
                  </a:lnTo>
                  <a:lnTo>
                    <a:pt x="181054" y="181950"/>
                  </a:lnTo>
                  <a:lnTo>
                    <a:pt x="181343" y="181918"/>
                  </a:lnTo>
                  <a:lnTo>
                    <a:pt x="182003" y="181680"/>
                  </a:lnTo>
                  <a:lnTo>
                    <a:pt x="182288" y="181333"/>
                  </a:lnTo>
                  <a:lnTo>
                    <a:pt x="182522" y="181278"/>
                  </a:lnTo>
                  <a:lnTo>
                    <a:pt x="182724" y="181370"/>
                  </a:lnTo>
                  <a:lnTo>
                    <a:pt x="182988" y="182014"/>
                  </a:lnTo>
                  <a:lnTo>
                    <a:pt x="183065" y="182233"/>
                  </a:lnTo>
                  <a:lnTo>
                    <a:pt x="182950" y="18253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4590196" y="5265503"/>
              <a:ext cx="183405" cy="183329"/>
            </a:xfrm>
            <a:custGeom>
              <a:avLst/>
              <a:pathLst>
                <a:path w="183405" h="183329">
                  <a:moveTo>
                    <a:pt x="182879" y="182879"/>
                  </a:moveTo>
                  <a:lnTo>
                    <a:pt x="183131" y="182921"/>
                  </a:lnTo>
                  <a:lnTo>
                    <a:pt x="183284" y="182925"/>
                  </a:lnTo>
                  <a:lnTo>
                    <a:pt x="183405" y="183329"/>
                  </a:lnTo>
                  <a:lnTo>
                    <a:pt x="183043" y="18322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4591289" y="5264737"/>
              <a:ext cx="183387" cy="183434"/>
            </a:xfrm>
            <a:custGeom>
              <a:avLst/>
              <a:pathLst>
                <a:path w="183387" h="183434">
                  <a:moveTo>
                    <a:pt x="182879" y="182879"/>
                  </a:moveTo>
                  <a:lnTo>
                    <a:pt x="183206" y="183040"/>
                  </a:lnTo>
                  <a:lnTo>
                    <a:pt x="183387" y="183434"/>
                  </a:lnTo>
                  <a:lnTo>
                    <a:pt x="183241" y="183355"/>
                  </a:lnTo>
                  <a:lnTo>
                    <a:pt x="183016" y="18326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4594303" y="5264569"/>
              <a:ext cx="183797" cy="183664"/>
            </a:xfrm>
            <a:custGeom>
              <a:avLst/>
              <a:pathLst>
                <a:path w="183797" h="183664">
                  <a:moveTo>
                    <a:pt x="182879" y="182879"/>
                  </a:moveTo>
                  <a:lnTo>
                    <a:pt x="183171" y="182832"/>
                  </a:lnTo>
                  <a:lnTo>
                    <a:pt x="183366" y="182862"/>
                  </a:lnTo>
                  <a:lnTo>
                    <a:pt x="183644" y="182953"/>
                  </a:lnTo>
                  <a:lnTo>
                    <a:pt x="183797" y="183221"/>
                  </a:lnTo>
                  <a:lnTo>
                    <a:pt x="183682" y="183563"/>
                  </a:lnTo>
                  <a:lnTo>
                    <a:pt x="183540" y="183551"/>
                  </a:lnTo>
                  <a:lnTo>
                    <a:pt x="183207" y="183503"/>
                  </a:lnTo>
                  <a:lnTo>
                    <a:pt x="182954" y="183397"/>
                  </a:lnTo>
                  <a:lnTo>
                    <a:pt x="182788" y="183486"/>
                  </a:lnTo>
                  <a:lnTo>
                    <a:pt x="182630" y="183664"/>
                  </a:lnTo>
                  <a:lnTo>
                    <a:pt x="182155" y="183484"/>
                  </a:lnTo>
                  <a:lnTo>
                    <a:pt x="181767" y="183279"/>
                  </a:lnTo>
                  <a:lnTo>
                    <a:pt x="181434" y="183288"/>
                  </a:lnTo>
                  <a:lnTo>
                    <a:pt x="181295" y="183455"/>
                  </a:lnTo>
                  <a:lnTo>
                    <a:pt x="180709" y="183004"/>
                  </a:lnTo>
                  <a:lnTo>
                    <a:pt x="179750" y="182064"/>
                  </a:lnTo>
                  <a:lnTo>
                    <a:pt x="179312" y="181446"/>
                  </a:lnTo>
                  <a:lnTo>
                    <a:pt x="179471" y="181180"/>
                  </a:lnTo>
                  <a:lnTo>
                    <a:pt x="179731" y="181017"/>
                  </a:lnTo>
                  <a:lnTo>
                    <a:pt x="180131" y="180842"/>
                  </a:lnTo>
                  <a:lnTo>
                    <a:pt x="180298" y="180781"/>
                  </a:lnTo>
                  <a:lnTo>
                    <a:pt x="180704" y="180953"/>
                  </a:lnTo>
                  <a:lnTo>
                    <a:pt x="180739" y="181124"/>
                  </a:lnTo>
                  <a:lnTo>
                    <a:pt x="181017" y="181178"/>
                  </a:lnTo>
                  <a:lnTo>
                    <a:pt x="181229" y="181191"/>
                  </a:lnTo>
                  <a:lnTo>
                    <a:pt x="181341" y="181326"/>
                  </a:lnTo>
                  <a:lnTo>
                    <a:pt x="181301" y="181601"/>
                  </a:lnTo>
                  <a:lnTo>
                    <a:pt x="181023" y="181791"/>
                  </a:lnTo>
                  <a:lnTo>
                    <a:pt x="180812" y="182057"/>
                  </a:lnTo>
                  <a:lnTo>
                    <a:pt x="180820" y="182332"/>
                  </a:lnTo>
                  <a:lnTo>
                    <a:pt x="181126" y="182567"/>
                  </a:lnTo>
                  <a:lnTo>
                    <a:pt x="181323" y="182706"/>
                  </a:lnTo>
                  <a:lnTo>
                    <a:pt x="181591" y="182689"/>
                  </a:lnTo>
                  <a:lnTo>
                    <a:pt x="181895" y="182693"/>
                  </a:lnTo>
                  <a:lnTo>
                    <a:pt x="182467" y="182885"/>
                  </a:lnTo>
                  <a:lnTo>
                    <a:pt x="182665" y="182968"/>
                  </a:lnTo>
                  <a:lnTo>
                    <a:pt x="182813" y="18303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4589932" y="5263481"/>
              <a:ext cx="182939" cy="183274"/>
            </a:xfrm>
            <a:custGeom>
              <a:avLst/>
              <a:pathLst>
                <a:path w="182939" h="183274">
                  <a:moveTo>
                    <a:pt x="182879" y="182879"/>
                  </a:moveTo>
                  <a:lnTo>
                    <a:pt x="182939" y="183126"/>
                  </a:lnTo>
                  <a:lnTo>
                    <a:pt x="182776" y="183241"/>
                  </a:lnTo>
                  <a:lnTo>
                    <a:pt x="182369" y="183274"/>
                  </a:lnTo>
                  <a:lnTo>
                    <a:pt x="182573" y="18282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4589918" y="5262067"/>
              <a:ext cx="182879" cy="183120"/>
            </a:xfrm>
            <a:custGeom>
              <a:avLst/>
              <a:pathLst>
                <a:path w="182879" h="183120">
                  <a:moveTo>
                    <a:pt x="182879" y="182879"/>
                  </a:moveTo>
                  <a:lnTo>
                    <a:pt x="182689" y="183120"/>
                  </a:lnTo>
                  <a:lnTo>
                    <a:pt x="182502" y="183076"/>
                  </a:lnTo>
                  <a:lnTo>
                    <a:pt x="182075" y="182975"/>
                  </a:lnTo>
                  <a:lnTo>
                    <a:pt x="181767" y="182550"/>
                  </a:lnTo>
                  <a:lnTo>
                    <a:pt x="182170" y="182659"/>
                  </a:lnTo>
                  <a:lnTo>
                    <a:pt x="182668" y="18260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4588651" y="5261301"/>
              <a:ext cx="183121" cy="183296"/>
            </a:xfrm>
            <a:custGeom>
              <a:avLst/>
              <a:pathLst>
                <a:path w="183121" h="183296">
                  <a:moveTo>
                    <a:pt x="182879" y="182879"/>
                  </a:moveTo>
                  <a:lnTo>
                    <a:pt x="183121" y="183076"/>
                  </a:lnTo>
                  <a:lnTo>
                    <a:pt x="182721" y="183296"/>
                  </a:lnTo>
                  <a:lnTo>
                    <a:pt x="182341" y="182923"/>
                  </a:lnTo>
                  <a:lnTo>
                    <a:pt x="182502" y="18281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4591293" y="5261078"/>
              <a:ext cx="183296" cy="183369"/>
            </a:xfrm>
            <a:custGeom>
              <a:avLst/>
              <a:pathLst>
                <a:path w="183296" h="183369">
                  <a:moveTo>
                    <a:pt x="182879" y="182879"/>
                  </a:moveTo>
                  <a:lnTo>
                    <a:pt x="183120" y="183002"/>
                  </a:lnTo>
                  <a:lnTo>
                    <a:pt x="183296" y="18336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4594377" y="5259468"/>
              <a:ext cx="184466" cy="186612"/>
            </a:xfrm>
            <a:custGeom>
              <a:avLst/>
              <a:pathLst>
                <a:path w="184466" h="186612">
                  <a:moveTo>
                    <a:pt x="182879" y="182879"/>
                  </a:moveTo>
                  <a:lnTo>
                    <a:pt x="183202" y="183181"/>
                  </a:lnTo>
                  <a:lnTo>
                    <a:pt x="183372" y="183283"/>
                  </a:lnTo>
                  <a:lnTo>
                    <a:pt x="183585" y="183359"/>
                  </a:lnTo>
                  <a:lnTo>
                    <a:pt x="184022" y="183410"/>
                  </a:lnTo>
                  <a:lnTo>
                    <a:pt x="183989" y="183921"/>
                  </a:lnTo>
                  <a:lnTo>
                    <a:pt x="183858" y="183789"/>
                  </a:lnTo>
                  <a:lnTo>
                    <a:pt x="183608" y="183633"/>
                  </a:lnTo>
                  <a:lnTo>
                    <a:pt x="183042" y="183899"/>
                  </a:lnTo>
                  <a:lnTo>
                    <a:pt x="182912" y="184171"/>
                  </a:lnTo>
                  <a:lnTo>
                    <a:pt x="182890" y="184366"/>
                  </a:lnTo>
                  <a:lnTo>
                    <a:pt x="183028" y="184412"/>
                  </a:lnTo>
                  <a:lnTo>
                    <a:pt x="183279" y="184379"/>
                  </a:lnTo>
                  <a:lnTo>
                    <a:pt x="183778" y="184669"/>
                  </a:lnTo>
                  <a:lnTo>
                    <a:pt x="183687" y="184950"/>
                  </a:lnTo>
                  <a:lnTo>
                    <a:pt x="183407" y="184980"/>
                  </a:lnTo>
                  <a:lnTo>
                    <a:pt x="183492" y="185327"/>
                  </a:lnTo>
                  <a:lnTo>
                    <a:pt x="184120" y="185884"/>
                  </a:lnTo>
                  <a:lnTo>
                    <a:pt x="184466" y="186147"/>
                  </a:lnTo>
                  <a:lnTo>
                    <a:pt x="184360" y="186298"/>
                  </a:lnTo>
                  <a:lnTo>
                    <a:pt x="183620" y="186612"/>
                  </a:lnTo>
                  <a:lnTo>
                    <a:pt x="183243" y="186258"/>
                  </a:lnTo>
                  <a:lnTo>
                    <a:pt x="183113" y="186136"/>
                  </a:lnTo>
                  <a:lnTo>
                    <a:pt x="182651" y="186036"/>
                  </a:lnTo>
                  <a:lnTo>
                    <a:pt x="182133" y="185713"/>
                  </a:lnTo>
                  <a:lnTo>
                    <a:pt x="181697" y="185328"/>
                  </a:lnTo>
                  <a:lnTo>
                    <a:pt x="181323" y="185036"/>
                  </a:lnTo>
                  <a:lnTo>
                    <a:pt x="180928" y="184745"/>
                  </a:lnTo>
                  <a:lnTo>
                    <a:pt x="180833" y="184524"/>
                  </a:lnTo>
                  <a:lnTo>
                    <a:pt x="180755" y="184301"/>
                  </a:lnTo>
                  <a:lnTo>
                    <a:pt x="180671" y="184063"/>
                  </a:lnTo>
                  <a:lnTo>
                    <a:pt x="180289" y="183676"/>
                  </a:lnTo>
                  <a:lnTo>
                    <a:pt x="179929" y="183664"/>
                  </a:lnTo>
                  <a:lnTo>
                    <a:pt x="179546" y="183230"/>
                  </a:lnTo>
                  <a:lnTo>
                    <a:pt x="179513" y="183039"/>
                  </a:lnTo>
                  <a:lnTo>
                    <a:pt x="179770" y="182766"/>
                  </a:lnTo>
                  <a:lnTo>
                    <a:pt x="180094" y="182557"/>
                  </a:lnTo>
                  <a:lnTo>
                    <a:pt x="180243" y="182495"/>
                  </a:lnTo>
                  <a:lnTo>
                    <a:pt x="180594" y="182434"/>
                  </a:lnTo>
                  <a:lnTo>
                    <a:pt x="181244" y="182465"/>
                  </a:lnTo>
                  <a:lnTo>
                    <a:pt x="181459" y="182567"/>
                  </a:lnTo>
                  <a:lnTo>
                    <a:pt x="181902" y="182691"/>
                  </a:lnTo>
                  <a:lnTo>
                    <a:pt x="182278" y="182592"/>
                  </a:lnTo>
                  <a:lnTo>
                    <a:pt x="182427" y="18259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4589496" y="5260600"/>
              <a:ext cx="183386" cy="183470"/>
            </a:xfrm>
            <a:custGeom>
              <a:avLst/>
              <a:pathLst>
                <a:path w="183386" h="183470">
                  <a:moveTo>
                    <a:pt x="182879" y="182879"/>
                  </a:moveTo>
                  <a:lnTo>
                    <a:pt x="183032" y="182844"/>
                  </a:lnTo>
                  <a:lnTo>
                    <a:pt x="183386" y="183240"/>
                  </a:lnTo>
                  <a:lnTo>
                    <a:pt x="183138" y="183470"/>
                  </a:lnTo>
                  <a:lnTo>
                    <a:pt x="182984" y="183403"/>
                  </a:lnTo>
                  <a:lnTo>
                    <a:pt x="182855" y="183310"/>
                  </a:lnTo>
                  <a:lnTo>
                    <a:pt x="182675" y="183125"/>
                  </a:lnTo>
                  <a:lnTo>
                    <a:pt x="182741" y="18293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4593087" y="5257486"/>
              <a:ext cx="183372" cy="183584"/>
            </a:xfrm>
            <a:custGeom>
              <a:avLst/>
              <a:pathLst>
                <a:path w="183372" h="183584">
                  <a:moveTo>
                    <a:pt x="182879" y="182879"/>
                  </a:moveTo>
                  <a:lnTo>
                    <a:pt x="183078" y="183038"/>
                  </a:lnTo>
                  <a:lnTo>
                    <a:pt x="183372" y="183314"/>
                  </a:lnTo>
                  <a:lnTo>
                    <a:pt x="183170" y="183514"/>
                  </a:lnTo>
                  <a:lnTo>
                    <a:pt x="182806" y="183566"/>
                  </a:lnTo>
                  <a:lnTo>
                    <a:pt x="182542" y="183584"/>
                  </a:lnTo>
                  <a:lnTo>
                    <a:pt x="182331" y="183225"/>
                  </a:lnTo>
                  <a:lnTo>
                    <a:pt x="182412" y="18286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4594129" y="5254236"/>
              <a:ext cx="184101" cy="183576"/>
            </a:xfrm>
            <a:custGeom>
              <a:avLst/>
              <a:pathLst>
                <a:path w="184101" h="183576">
                  <a:moveTo>
                    <a:pt x="182879" y="182879"/>
                  </a:moveTo>
                  <a:lnTo>
                    <a:pt x="183449" y="182598"/>
                  </a:lnTo>
                  <a:lnTo>
                    <a:pt x="183764" y="182543"/>
                  </a:lnTo>
                  <a:lnTo>
                    <a:pt x="184026" y="182684"/>
                  </a:lnTo>
                  <a:lnTo>
                    <a:pt x="184083" y="182875"/>
                  </a:lnTo>
                  <a:lnTo>
                    <a:pt x="184101" y="183117"/>
                  </a:lnTo>
                  <a:lnTo>
                    <a:pt x="184031" y="183288"/>
                  </a:lnTo>
                  <a:lnTo>
                    <a:pt x="183927" y="183418"/>
                  </a:lnTo>
                  <a:lnTo>
                    <a:pt x="183762" y="183549"/>
                  </a:lnTo>
                  <a:lnTo>
                    <a:pt x="183628" y="183576"/>
                  </a:lnTo>
                  <a:lnTo>
                    <a:pt x="183422" y="183553"/>
                  </a:lnTo>
                  <a:lnTo>
                    <a:pt x="183003" y="18334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4591299" y="5253294"/>
              <a:ext cx="184044" cy="183362"/>
            </a:xfrm>
            <a:custGeom>
              <a:avLst/>
              <a:pathLst>
                <a:path w="184044" h="183362">
                  <a:moveTo>
                    <a:pt x="182879" y="182879"/>
                  </a:moveTo>
                  <a:lnTo>
                    <a:pt x="182556" y="182651"/>
                  </a:lnTo>
                  <a:lnTo>
                    <a:pt x="182355" y="182350"/>
                  </a:lnTo>
                  <a:lnTo>
                    <a:pt x="182738" y="182391"/>
                  </a:lnTo>
                  <a:lnTo>
                    <a:pt x="183229" y="182569"/>
                  </a:lnTo>
                  <a:lnTo>
                    <a:pt x="183418" y="182685"/>
                  </a:lnTo>
                  <a:lnTo>
                    <a:pt x="183682" y="182847"/>
                  </a:lnTo>
                  <a:lnTo>
                    <a:pt x="183819" y="182913"/>
                  </a:lnTo>
                  <a:lnTo>
                    <a:pt x="184044" y="183073"/>
                  </a:lnTo>
                  <a:lnTo>
                    <a:pt x="183969" y="183362"/>
                  </a:lnTo>
                  <a:lnTo>
                    <a:pt x="183440" y="183260"/>
                  </a:lnTo>
                  <a:lnTo>
                    <a:pt x="183137" y="18316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4587035" y="5252941"/>
              <a:ext cx="184311" cy="183677"/>
            </a:xfrm>
            <a:custGeom>
              <a:avLst/>
              <a:pathLst>
                <a:path w="184311" h="183677">
                  <a:moveTo>
                    <a:pt x="182879" y="182879"/>
                  </a:moveTo>
                  <a:lnTo>
                    <a:pt x="183498" y="182659"/>
                  </a:lnTo>
                  <a:lnTo>
                    <a:pt x="183709" y="182583"/>
                  </a:lnTo>
                  <a:lnTo>
                    <a:pt x="183964" y="182595"/>
                  </a:lnTo>
                  <a:lnTo>
                    <a:pt x="184069" y="182740"/>
                  </a:lnTo>
                  <a:lnTo>
                    <a:pt x="184311" y="183036"/>
                  </a:lnTo>
                  <a:lnTo>
                    <a:pt x="184309" y="183174"/>
                  </a:lnTo>
                  <a:lnTo>
                    <a:pt x="184118" y="183415"/>
                  </a:lnTo>
                  <a:lnTo>
                    <a:pt x="183596" y="183628"/>
                  </a:lnTo>
                  <a:lnTo>
                    <a:pt x="182908" y="183677"/>
                  </a:lnTo>
                  <a:lnTo>
                    <a:pt x="182593" y="183273"/>
                  </a:lnTo>
                  <a:lnTo>
                    <a:pt x="182681" y="18300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4586802" y="5252490"/>
              <a:ext cx="183390" cy="183257"/>
            </a:xfrm>
            <a:custGeom>
              <a:avLst/>
              <a:pathLst>
                <a:path w="183390" h="183257">
                  <a:moveTo>
                    <a:pt x="182879" y="182879"/>
                  </a:moveTo>
                  <a:lnTo>
                    <a:pt x="183180" y="182943"/>
                  </a:lnTo>
                  <a:lnTo>
                    <a:pt x="183390" y="183093"/>
                  </a:lnTo>
                  <a:lnTo>
                    <a:pt x="182916" y="183257"/>
                  </a:lnTo>
                  <a:lnTo>
                    <a:pt x="182612" y="183235"/>
                  </a:lnTo>
                  <a:lnTo>
                    <a:pt x="182594" y="183035"/>
                  </a:lnTo>
                  <a:lnTo>
                    <a:pt x="182681" y="18289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4585802" y="5251962"/>
              <a:ext cx="183559" cy="183892"/>
            </a:xfrm>
            <a:custGeom>
              <a:avLst/>
              <a:pathLst>
                <a:path w="183559" h="183892">
                  <a:moveTo>
                    <a:pt x="182879" y="182879"/>
                  </a:moveTo>
                  <a:lnTo>
                    <a:pt x="183198" y="182836"/>
                  </a:lnTo>
                  <a:lnTo>
                    <a:pt x="183488" y="182943"/>
                  </a:lnTo>
                  <a:lnTo>
                    <a:pt x="183559" y="183122"/>
                  </a:lnTo>
                  <a:lnTo>
                    <a:pt x="183537" y="183318"/>
                  </a:lnTo>
                  <a:lnTo>
                    <a:pt x="183268" y="183864"/>
                  </a:lnTo>
                  <a:lnTo>
                    <a:pt x="183064" y="183892"/>
                  </a:lnTo>
                  <a:lnTo>
                    <a:pt x="182671" y="183630"/>
                  </a:lnTo>
                  <a:lnTo>
                    <a:pt x="182692" y="183493"/>
                  </a:lnTo>
                  <a:lnTo>
                    <a:pt x="182753" y="18315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4589490" y="5253110"/>
              <a:ext cx="183046" cy="182879"/>
            </a:xfrm>
            <a:custGeom>
              <a:avLst/>
              <a:pathLst>
                <a:path w="183046" h="182879">
                  <a:moveTo>
                    <a:pt x="182879" y="182879"/>
                  </a:moveTo>
                  <a:lnTo>
                    <a:pt x="182140" y="182456"/>
                  </a:lnTo>
                  <a:lnTo>
                    <a:pt x="181924" y="182323"/>
                  </a:lnTo>
                  <a:lnTo>
                    <a:pt x="181684" y="182229"/>
                  </a:lnTo>
                  <a:lnTo>
                    <a:pt x="181499" y="182157"/>
                  </a:lnTo>
                  <a:lnTo>
                    <a:pt x="181115" y="182075"/>
                  </a:lnTo>
                  <a:lnTo>
                    <a:pt x="180868" y="182143"/>
                  </a:lnTo>
                  <a:lnTo>
                    <a:pt x="180734" y="182181"/>
                  </a:lnTo>
                  <a:lnTo>
                    <a:pt x="180729" y="181893"/>
                  </a:lnTo>
                  <a:lnTo>
                    <a:pt x="180878" y="181822"/>
                  </a:lnTo>
                  <a:lnTo>
                    <a:pt x="181111" y="181711"/>
                  </a:lnTo>
                  <a:lnTo>
                    <a:pt x="181278" y="181586"/>
                  </a:lnTo>
                  <a:lnTo>
                    <a:pt x="181598" y="181210"/>
                  </a:lnTo>
                  <a:lnTo>
                    <a:pt x="181825" y="181214"/>
                  </a:lnTo>
                  <a:lnTo>
                    <a:pt x="181969" y="181386"/>
                  </a:lnTo>
                  <a:lnTo>
                    <a:pt x="182182" y="181686"/>
                  </a:lnTo>
                  <a:lnTo>
                    <a:pt x="182513" y="181909"/>
                  </a:lnTo>
                  <a:lnTo>
                    <a:pt x="182975" y="182489"/>
                  </a:lnTo>
                  <a:lnTo>
                    <a:pt x="183046" y="18279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4587322" y="5251603"/>
              <a:ext cx="182879" cy="183190"/>
            </a:xfrm>
            <a:custGeom>
              <a:avLst/>
              <a:pathLst>
                <a:path w="182879" h="183190">
                  <a:moveTo>
                    <a:pt x="182879" y="182879"/>
                  </a:moveTo>
                  <a:lnTo>
                    <a:pt x="182634" y="183190"/>
                  </a:lnTo>
                  <a:lnTo>
                    <a:pt x="182474" y="183082"/>
                  </a:lnTo>
                  <a:lnTo>
                    <a:pt x="182329" y="18293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4580042" y="5242134"/>
              <a:ext cx="199523" cy="194826"/>
            </a:xfrm>
            <a:custGeom>
              <a:avLst/>
              <a:pathLst>
                <a:path w="199523" h="194826">
                  <a:moveTo>
                    <a:pt x="182879" y="182879"/>
                  </a:moveTo>
                  <a:lnTo>
                    <a:pt x="183125" y="183009"/>
                  </a:lnTo>
                  <a:lnTo>
                    <a:pt x="183312" y="183066"/>
                  </a:lnTo>
                  <a:lnTo>
                    <a:pt x="183733" y="183138"/>
                  </a:lnTo>
                  <a:lnTo>
                    <a:pt x="184180" y="183291"/>
                  </a:lnTo>
                  <a:lnTo>
                    <a:pt x="184485" y="183502"/>
                  </a:lnTo>
                  <a:lnTo>
                    <a:pt x="184821" y="183670"/>
                  </a:lnTo>
                  <a:lnTo>
                    <a:pt x="185658" y="183743"/>
                  </a:lnTo>
                  <a:lnTo>
                    <a:pt x="186029" y="183639"/>
                  </a:lnTo>
                  <a:lnTo>
                    <a:pt x="186591" y="183482"/>
                  </a:lnTo>
                  <a:lnTo>
                    <a:pt x="186937" y="183385"/>
                  </a:lnTo>
                  <a:lnTo>
                    <a:pt x="187207" y="183306"/>
                  </a:lnTo>
                  <a:lnTo>
                    <a:pt x="187443" y="183237"/>
                  </a:lnTo>
                  <a:lnTo>
                    <a:pt x="187635" y="183191"/>
                  </a:lnTo>
                  <a:lnTo>
                    <a:pt x="187765" y="183174"/>
                  </a:lnTo>
                  <a:lnTo>
                    <a:pt x="188219" y="183170"/>
                  </a:lnTo>
                  <a:lnTo>
                    <a:pt x="188501" y="183284"/>
                  </a:lnTo>
                  <a:lnTo>
                    <a:pt x="188897" y="183821"/>
                  </a:lnTo>
                  <a:lnTo>
                    <a:pt x="189000" y="184193"/>
                  </a:lnTo>
                  <a:lnTo>
                    <a:pt x="189136" y="184235"/>
                  </a:lnTo>
                  <a:lnTo>
                    <a:pt x="189474" y="184478"/>
                  </a:lnTo>
                  <a:lnTo>
                    <a:pt x="189736" y="184774"/>
                  </a:lnTo>
                  <a:lnTo>
                    <a:pt x="190182" y="185359"/>
                  </a:lnTo>
                  <a:lnTo>
                    <a:pt x="190412" y="185504"/>
                  </a:lnTo>
                  <a:lnTo>
                    <a:pt x="190644" y="185618"/>
                  </a:lnTo>
                  <a:lnTo>
                    <a:pt x="191330" y="185620"/>
                  </a:lnTo>
                  <a:lnTo>
                    <a:pt x="191684" y="185688"/>
                  </a:lnTo>
                  <a:lnTo>
                    <a:pt x="192220" y="185747"/>
                  </a:lnTo>
                  <a:lnTo>
                    <a:pt x="192776" y="185754"/>
                  </a:lnTo>
                  <a:lnTo>
                    <a:pt x="193279" y="185783"/>
                  </a:lnTo>
                  <a:lnTo>
                    <a:pt x="194244" y="185714"/>
                  </a:lnTo>
                  <a:lnTo>
                    <a:pt x="194729" y="185785"/>
                  </a:lnTo>
                  <a:lnTo>
                    <a:pt x="194980" y="185951"/>
                  </a:lnTo>
                  <a:lnTo>
                    <a:pt x="195560" y="186279"/>
                  </a:lnTo>
                  <a:lnTo>
                    <a:pt x="195877" y="186212"/>
                  </a:lnTo>
                  <a:lnTo>
                    <a:pt x="196412" y="186098"/>
                  </a:lnTo>
                  <a:lnTo>
                    <a:pt x="196670" y="186096"/>
                  </a:lnTo>
                  <a:lnTo>
                    <a:pt x="197350" y="186384"/>
                  </a:lnTo>
                  <a:lnTo>
                    <a:pt x="197561" y="186709"/>
                  </a:lnTo>
                  <a:lnTo>
                    <a:pt x="197545" y="186866"/>
                  </a:lnTo>
                  <a:lnTo>
                    <a:pt x="197467" y="187460"/>
                  </a:lnTo>
                  <a:lnTo>
                    <a:pt x="196699" y="187511"/>
                  </a:lnTo>
                  <a:lnTo>
                    <a:pt x="196763" y="187301"/>
                  </a:lnTo>
                  <a:lnTo>
                    <a:pt x="196439" y="187313"/>
                  </a:lnTo>
                  <a:lnTo>
                    <a:pt x="196312" y="187319"/>
                  </a:lnTo>
                  <a:lnTo>
                    <a:pt x="196173" y="187329"/>
                  </a:lnTo>
                  <a:lnTo>
                    <a:pt x="195359" y="187679"/>
                  </a:lnTo>
                  <a:lnTo>
                    <a:pt x="195318" y="187829"/>
                  </a:lnTo>
                  <a:lnTo>
                    <a:pt x="195397" y="188098"/>
                  </a:lnTo>
                  <a:lnTo>
                    <a:pt x="195570" y="188170"/>
                  </a:lnTo>
                  <a:lnTo>
                    <a:pt x="195825" y="188246"/>
                  </a:lnTo>
                  <a:lnTo>
                    <a:pt x="196314" y="188153"/>
                  </a:lnTo>
                  <a:lnTo>
                    <a:pt x="196548" y="188145"/>
                  </a:lnTo>
                  <a:lnTo>
                    <a:pt x="197078" y="188127"/>
                  </a:lnTo>
                  <a:lnTo>
                    <a:pt x="197222" y="188429"/>
                  </a:lnTo>
                  <a:lnTo>
                    <a:pt x="197315" y="188617"/>
                  </a:lnTo>
                  <a:lnTo>
                    <a:pt x="197746" y="189257"/>
                  </a:lnTo>
                  <a:lnTo>
                    <a:pt x="197976" y="189579"/>
                  </a:lnTo>
                  <a:lnTo>
                    <a:pt x="198380" y="189705"/>
                  </a:lnTo>
                  <a:lnTo>
                    <a:pt x="198640" y="189915"/>
                  </a:lnTo>
                  <a:lnTo>
                    <a:pt x="198831" y="190396"/>
                  </a:lnTo>
                  <a:lnTo>
                    <a:pt x="199054" y="190649"/>
                  </a:lnTo>
                  <a:lnTo>
                    <a:pt x="199295" y="190660"/>
                  </a:lnTo>
                  <a:lnTo>
                    <a:pt x="199497" y="190605"/>
                  </a:lnTo>
                  <a:lnTo>
                    <a:pt x="199523" y="190805"/>
                  </a:lnTo>
                  <a:lnTo>
                    <a:pt x="199142" y="190975"/>
                  </a:lnTo>
                  <a:lnTo>
                    <a:pt x="199056" y="191188"/>
                  </a:lnTo>
                  <a:lnTo>
                    <a:pt x="199074" y="191526"/>
                  </a:lnTo>
                  <a:lnTo>
                    <a:pt x="199407" y="191716"/>
                  </a:lnTo>
                  <a:lnTo>
                    <a:pt x="198804" y="193245"/>
                  </a:lnTo>
                  <a:lnTo>
                    <a:pt x="198546" y="193902"/>
                  </a:lnTo>
                  <a:lnTo>
                    <a:pt x="198523" y="194236"/>
                  </a:lnTo>
                  <a:lnTo>
                    <a:pt x="198288" y="194594"/>
                  </a:lnTo>
                  <a:lnTo>
                    <a:pt x="198046" y="194535"/>
                  </a:lnTo>
                  <a:lnTo>
                    <a:pt x="197912" y="194536"/>
                  </a:lnTo>
                  <a:lnTo>
                    <a:pt x="197618" y="194571"/>
                  </a:lnTo>
                  <a:lnTo>
                    <a:pt x="197340" y="194647"/>
                  </a:lnTo>
                  <a:lnTo>
                    <a:pt x="197153" y="194742"/>
                  </a:lnTo>
                  <a:lnTo>
                    <a:pt x="197008" y="194793"/>
                  </a:lnTo>
                  <a:lnTo>
                    <a:pt x="196816" y="194826"/>
                  </a:lnTo>
                  <a:lnTo>
                    <a:pt x="196642" y="194803"/>
                  </a:lnTo>
                  <a:lnTo>
                    <a:pt x="196412" y="194707"/>
                  </a:lnTo>
                  <a:lnTo>
                    <a:pt x="196237" y="194569"/>
                  </a:lnTo>
                  <a:lnTo>
                    <a:pt x="195929" y="194326"/>
                  </a:lnTo>
                  <a:lnTo>
                    <a:pt x="195439" y="193939"/>
                  </a:lnTo>
                  <a:lnTo>
                    <a:pt x="195301" y="193850"/>
                  </a:lnTo>
                  <a:lnTo>
                    <a:pt x="195151" y="193757"/>
                  </a:lnTo>
                  <a:lnTo>
                    <a:pt x="194835" y="193560"/>
                  </a:lnTo>
                  <a:lnTo>
                    <a:pt x="194569" y="193408"/>
                  </a:lnTo>
                  <a:lnTo>
                    <a:pt x="194329" y="193309"/>
                  </a:lnTo>
                  <a:lnTo>
                    <a:pt x="193713" y="193055"/>
                  </a:lnTo>
                  <a:lnTo>
                    <a:pt x="193566" y="192998"/>
                  </a:lnTo>
                  <a:lnTo>
                    <a:pt x="193402" y="192934"/>
                  </a:lnTo>
                  <a:lnTo>
                    <a:pt x="192582" y="192651"/>
                  </a:lnTo>
                  <a:lnTo>
                    <a:pt x="192421" y="192603"/>
                  </a:lnTo>
                  <a:lnTo>
                    <a:pt x="191883" y="192322"/>
                  </a:lnTo>
                  <a:lnTo>
                    <a:pt x="191732" y="192167"/>
                  </a:lnTo>
                  <a:lnTo>
                    <a:pt x="191547" y="192045"/>
                  </a:lnTo>
                  <a:lnTo>
                    <a:pt x="191185" y="191951"/>
                  </a:lnTo>
                  <a:lnTo>
                    <a:pt x="191039" y="191989"/>
                  </a:lnTo>
                  <a:lnTo>
                    <a:pt x="190668" y="192099"/>
                  </a:lnTo>
                  <a:lnTo>
                    <a:pt x="190274" y="192157"/>
                  </a:lnTo>
                  <a:lnTo>
                    <a:pt x="190117" y="192106"/>
                  </a:lnTo>
                  <a:lnTo>
                    <a:pt x="189953" y="192095"/>
                  </a:lnTo>
                  <a:lnTo>
                    <a:pt x="189764" y="192118"/>
                  </a:lnTo>
                  <a:lnTo>
                    <a:pt x="189310" y="192195"/>
                  </a:lnTo>
                  <a:lnTo>
                    <a:pt x="189001" y="192059"/>
                  </a:lnTo>
                  <a:lnTo>
                    <a:pt x="188734" y="191544"/>
                  </a:lnTo>
                  <a:lnTo>
                    <a:pt x="188329" y="191196"/>
                  </a:lnTo>
                  <a:lnTo>
                    <a:pt x="188122" y="191144"/>
                  </a:lnTo>
                  <a:lnTo>
                    <a:pt x="187667" y="191145"/>
                  </a:lnTo>
                  <a:lnTo>
                    <a:pt x="187026" y="191056"/>
                  </a:lnTo>
                  <a:lnTo>
                    <a:pt x="186553" y="191076"/>
                  </a:lnTo>
                  <a:lnTo>
                    <a:pt x="186393" y="191127"/>
                  </a:lnTo>
                  <a:lnTo>
                    <a:pt x="185842" y="191627"/>
                  </a:lnTo>
                  <a:lnTo>
                    <a:pt x="185698" y="191696"/>
                  </a:lnTo>
                  <a:lnTo>
                    <a:pt x="185497" y="191751"/>
                  </a:lnTo>
                  <a:lnTo>
                    <a:pt x="185222" y="191861"/>
                  </a:lnTo>
                  <a:lnTo>
                    <a:pt x="184997" y="192032"/>
                  </a:lnTo>
                  <a:lnTo>
                    <a:pt x="184709" y="191983"/>
                  </a:lnTo>
                  <a:lnTo>
                    <a:pt x="184537" y="191687"/>
                  </a:lnTo>
                  <a:lnTo>
                    <a:pt x="184336" y="191105"/>
                  </a:lnTo>
                  <a:lnTo>
                    <a:pt x="184280" y="190966"/>
                  </a:lnTo>
                  <a:lnTo>
                    <a:pt x="183878" y="190256"/>
                  </a:lnTo>
                  <a:lnTo>
                    <a:pt x="183374" y="189565"/>
                  </a:lnTo>
                  <a:lnTo>
                    <a:pt x="183257" y="189430"/>
                  </a:lnTo>
                  <a:lnTo>
                    <a:pt x="182954" y="189184"/>
                  </a:lnTo>
                  <a:lnTo>
                    <a:pt x="182588" y="188917"/>
                  </a:lnTo>
                  <a:lnTo>
                    <a:pt x="182476" y="188760"/>
                  </a:lnTo>
                  <a:lnTo>
                    <a:pt x="182364" y="188576"/>
                  </a:lnTo>
                  <a:lnTo>
                    <a:pt x="182564" y="187945"/>
                  </a:lnTo>
                  <a:lnTo>
                    <a:pt x="182829" y="187019"/>
                  </a:lnTo>
                  <a:lnTo>
                    <a:pt x="182817" y="186400"/>
                  </a:lnTo>
                  <a:lnTo>
                    <a:pt x="182728" y="186064"/>
                  </a:lnTo>
                  <a:lnTo>
                    <a:pt x="182367" y="185575"/>
                  </a:lnTo>
                  <a:lnTo>
                    <a:pt x="182018" y="185154"/>
                  </a:lnTo>
                  <a:lnTo>
                    <a:pt x="181623" y="184688"/>
                  </a:lnTo>
                  <a:lnTo>
                    <a:pt x="181221" y="183720"/>
                  </a:lnTo>
                  <a:lnTo>
                    <a:pt x="180958" y="183348"/>
                  </a:lnTo>
                  <a:lnTo>
                    <a:pt x="180721" y="183116"/>
                  </a:lnTo>
                  <a:lnTo>
                    <a:pt x="180415" y="182925"/>
                  </a:lnTo>
                  <a:lnTo>
                    <a:pt x="180376" y="182653"/>
                  </a:lnTo>
                  <a:lnTo>
                    <a:pt x="180503" y="182357"/>
                  </a:lnTo>
                  <a:lnTo>
                    <a:pt x="180809" y="182093"/>
                  </a:lnTo>
                  <a:lnTo>
                    <a:pt x="181198" y="181761"/>
                  </a:lnTo>
                  <a:lnTo>
                    <a:pt x="182186" y="182253"/>
                  </a:lnTo>
                  <a:lnTo>
                    <a:pt x="182331" y="182452"/>
                  </a:lnTo>
                  <a:lnTo>
                    <a:pt x="182330" y="182776"/>
                  </a:lnTo>
                  <a:lnTo>
                    <a:pt x="182552" y="18262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4587590" y="5244067"/>
              <a:ext cx="183222" cy="183331"/>
            </a:xfrm>
            <a:custGeom>
              <a:avLst/>
              <a:pathLst>
                <a:path w="183222" h="183331">
                  <a:moveTo>
                    <a:pt x="182879" y="182879"/>
                  </a:moveTo>
                  <a:lnTo>
                    <a:pt x="183080" y="183099"/>
                  </a:lnTo>
                  <a:lnTo>
                    <a:pt x="183214" y="183071"/>
                  </a:lnTo>
                  <a:lnTo>
                    <a:pt x="183222" y="18333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4589716" y="5240499"/>
              <a:ext cx="183601" cy="185646"/>
            </a:xfrm>
            <a:custGeom>
              <a:avLst/>
              <a:pathLst>
                <a:path w="183601" h="185646">
                  <a:moveTo>
                    <a:pt x="182879" y="182879"/>
                  </a:moveTo>
                  <a:lnTo>
                    <a:pt x="183538" y="183052"/>
                  </a:lnTo>
                  <a:lnTo>
                    <a:pt x="183601" y="183384"/>
                  </a:lnTo>
                  <a:lnTo>
                    <a:pt x="182739" y="183750"/>
                  </a:lnTo>
                  <a:lnTo>
                    <a:pt x="182457" y="184037"/>
                  </a:lnTo>
                  <a:lnTo>
                    <a:pt x="182463" y="184497"/>
                  </a:lnTo>
                  <a:lnTo>
                    <a:pt x="182304" y="184806"/>
                  </a:lnTo>
                  <a:lnTo>
                    <a:pt x="181919" y="185089"/>
                  </a:lnTo>
                  <a:lnTo>
                    <a:pt x="181626" y="185622"/>
                  </a:lnTo>
                  <a:lnTo>
                    <a:pt x="181201" y="185646"/>
                  </a:lnTo>
                  <a:lnTo>
                    <a:pt x="180821" y="185294"/>
                  </a:lnTo>
                  <a:lnTo>
                    <a:pt x="180559" y="184771"/>
                  </a:lnTo>
                  <a:lnTo>
                    <a:pt x="180466" y="184417"/>
                  </a:lnTo>
                  <a:lnTo>
                    <a:pt x="180424" y="184230"/>
                  </a:lnTo>
                  <a:lnTo>
                    <a:pt x="180522" y="183693"/>
                  </a:lnTo>
                  <a:lnTo>
                    <a:pt x="180780" y="182971"/>
                  </a:lnTo>
                  <a:lnTo>
                    <a:pt x="181571" y="182571"/>
                  </a:lnTo>
                  <a:lnTo>
                    <a:pt x="181961" y="182648"/>
                  </a:lnTo>
                  <a:lnTo>
                    <a:pt x="182095" y="182928"/>
                  </a:lnTo>
                  <a:lnTo>
                    <a:pt x="182278" y="182866"/>
                  </a:lnTo>
                  <a:lnTo>
                    <a:pt x="182470" y="182818"/>
                  </a:lnTo>
                  <a:lnTo>
                    <a:pt x="182612" y="18282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4586588" y="5239036"/>
              <a:ext cx="183773" cy="183447"/>
            </a:xfrm>
            <a:custGeom>
              <a:avLst/>
              <a:pathLst>
                <a:path w="183773" h="183447">
                  <a:moveTo>
                    <a:pt x="182879" y="182879"/>
                  </a:moveTo>
                  <a:lnTo>
                    <a:pt x="183122" y="182722"/>
                  </a:lnTo>
                  <a:lnTo>
                    <a:pt x="183399" y="182695"/>
                  </a:lnTo>
                  <a:lnTo>
                    <a:pt x="183640" y="182792"/>
                  </a:lnTo>
                  <a:lnTo>
                    <a:pt x="183773" y="182981"/>
                  </a:lnTo>
                  <a:lnTo>
                    <a:pt x="183516" y="183015"/>
                  </a:lnTo>
                  <a:lnTo>
                    <a:pt x="183208" y="183299"/>
                  </a:lnTo>
                  <a:lnTo>
                    <a:pt x="182730" y="18344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4589277" y="5239023"/>
              <a:ext cx="183690" cy="183197"/>
            </a:xfrm>
            <a:custGeom>
              <a:avLst/>
              <a:pathLst>
                <a:path w="183690" h="183197">
                  <a:moveTo>
                    <a:pt x="182879" y="182879"/>
                  </a:moveTo>
                  <a:lnTo>
                    <a:pt x="182561" y="182991"/>
                  </a:lnTo>
                  <a:lnTo>
                    <a:pt x="182668" y="182355"/>
                  </a:lnTo>
                  <a:lnTo>
                    <a:pt x="182895" y="182284"/>
                  </a:lnTo>
                  <a:lnTo>
                    <a:pt x="183118" y="182283"/>
                  </a:lnTo>
                  <a:lnTo>
                    <a:pt x="183538" y="182509"/>
                  </a:lnTo>
                  <a:lnTo>
                    <a:pt x="183684" y="182823"/>
                  </a:lnTo>
                  <a:lnTo>
                    <a:pt x="183690" y="183103"/>
                  </a:lnTo>
                  <a:lnTo>
                    <a:pt x="183485" y="183146"/>
                  </a:lnTo>
                  <a:lnTo>
                    <a:pt x="183247" y="18319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4591223" y="5238464"/>
              <a:ext cx="183627" cy="183498"/>
            </a:xfrm>
            <a:custGeom>
              <a:avLst/>
              <a:pathLst>
                <a:path w="183627" h="183498">
                  <a:moveTo>
                    <a:pt x="182879" y="182879"/>
                  </a:moveTo>
                  <a:lnTo>
                    <a:pt x="183112" y="182698"/>
                  </a:lnTo>
                  <a:lnTo>
                    <a:pt x="183325" y="182721"/>
                  </a:lnTo>
                  <a:lnTo>
                    <a:pt x="183627" y="183126"/>
                  </a:lnTo>
                  <a:lnTo>
                    <a:pt x="183559" y="183498"/>
                  </a:lnTo>
                  <a:lnTo>
                    <a:pt x="183328" y="183380"/>
                  </a:lnTo>
                  <a:lnTo>
                    <a:pt x="182901" y="183304"/>
                  </a:lnTo>
                  <a:lnTo>
                    <a:pt x="182785" y="18312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4595202" y="5236612"/>
              <a:ext cx="183121" cy="184388"/>
            </a:xfrm>
            <a:custGeom>
              <a:avLst/>
              <a:pathLst>
                <a:path w="183121" h="184388">
                  <a:moveTo>
                    <a:pt x="182879" y="182879"/>
                  </a:moveTo>
                  <a:lnTo>
                    <a:pt x="183121" y="183215"/>
                  </a:lnTo>
                  <a:lnTo>
                    <a:pt x="182984" y="183596"/>
                  </a:lnTo>
                  <a:lnTo>
                    <a:pt x="182624" y="183618"/>
                  </a:lnTo>
                  <a:lnTo>
                    <a:pt x="182355" y="183611"/>
                  </a:lnTo>
                  <a:lnTo>
                    <a:pt x="182110" y="183632"/>
                  </a:lnTo>
                  <a:lnTo>
                    <a:pt x="181944" y="183647"/>
                  </a:lnTo>
                  <a:lnTo>
                    <a:pt x="181410" y="183744"/>
                  </a:lnTo>
                  <a:lnTo>
                    <a:pt x="181035" y="183933"/>
                  </a:lnTo>
                  <a:lnTo>
                    <a:pt x="180747" y="184241"/>
                  </a:lnTo>
                  <a:lnTo>
                    <a:pt x="180485" y="184388"/>
                  </a:lnTo>
                  <a:lnTo>
                    <a:pt x="180284" y="184365"/>
                  </a:lnTo>
                  <a:lnTo>
                    <a:pt x="180194" y="184177"/>
                  </a:lnTo>
                  <a:lnTo>
                    <a:pt x="180218" y="183537"/>
                  </a:lnTo>
                  <a:lnTo>
                    <a:pt x="180232" y="183361"/>
                  </a:lnTo>
                  <a:lnTo>
                    <a:pt x="180313" y="183120"/>
                  </a:lnTo>
                  <a:lnTo>
                    <a:pt x="180635" y="182602"/>
                  </a:lnTo>
                  <a:lnTo>
                    <a:pt x="180900" y="182581"/>
                  </a:lnTo>
                  <a:lnTo>
                    <a:pt x="181093" y="182566"/>
                  </a:lnTo>
                  <a:lnTo>
                    <a:pt x="181275" y="182572"/>
                  </a:lnTo>
                  <a:lnTo>
                    <a:pt x="182320" y="182652"/>
                  </a:lnTo>
                  <a:lnTo>
                    <a:pt x="182339" y="182815"/>
                  </a:lnTo>
                  <a:lnTo>
                    <a:pt x="182426" y="183002"/>
                  </a:lnTo>
                  <a:lnTo>
                    <a:pt x="182624" y="18293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4589964" y="5233019"/>
              <a:ext cx="184967" cy="188179"/>
            </a:xfrm>
            <a:custGeom>
              <a:avLst/>
              <a:pathLst>
                <a:path w="184967" h="188179">
                  <a:moveTo>
                    <a:pt x="182879" y="182879"/>
                  </a:moveTo>
                  <a:lnTo>
                    <a:pt x="183095" y="182809"/>
                  </a:lnTo>
                  <a:lnTo>
                    <a:pt x="183560" y="182757"/>
                  </a:lnTo>
                  <a:lnTo>
                    <a:pt x="183890" y="182789"/>
                  </a:lnTo>
                  <a:lnTo>
                    <a:pt x="183790" y="183191"/>
                  </a:lnTo>
                  <a:lnTo>
                    <a:pt x="183786" y="183385"/>
                  </a:lnTo>
                  <a:lnTo>
                    <a:pt x="183895" y="183745"/>
                  </a:lnTo>
                  <a:lnTo>
                    <a:pt x="184056" y="183983"/>
                  </a:lnTo>
                  <a:lnTo>
                    <a:pt x="184396" y="184307"/>
                  </a:lnTo>
                  <a:lnTo>
                    <a:pt x="184967" y="184210"/>
                  </a:lnTo>
                  <a:lnTo>
                    <a:pt x="184959" y="184385"/>
                  </a:lnTo>
                  <a:lnTo>
                    <a:pt x="184549" y="184724"/>
                  </a:lnTo>
                  <a:lnTo>
                    <a:pt x="184030" y="184843"/>
                  </a:lnTo>
                  <a:lnTo>
                    <a:pt x="183847" y="185039"/>
                  </a:lnTo>
                  <a:lnTo>
                    <a:pt x="184350" y="185862"/>
                  </a:lnTo>
                  <a:lnTo>
                    <a:pt x="184563" y="185973"/>
                  </a:lnTo>
                  <a:lnTo>
                    <a:pt x="184265" y="186305"/>
                  </a:lnTo>
                  <a:lnTo>
                    <a:pt x="184160" y="186676"/>
                  </a:lnTo>
                  <a:lnTo>
                    <a:pt x="184110" y="187271"/>
                  </a:lnTo>
                  <a:lnTo>
                    <a:pt x="184124" y="187526"/>
                  </a:lnTo>
                  <a:lnTo>
                    <a:pt x="184222" y="188104"/>
                  </a:lnTo>
                  <a:lnTo>
                    <a:pt x="184043" y="188179"/>
                  </a:lnTo>
                  <a:lnTo>
                    <a:pt x="183438" y="187866"/>
                  </a:lnTo>
                  <a:lnTo>
                    <a:pt x="183164" y="187923"/>
                  </a:lnTo>
                  <a:lnTo>
                    <a:pt x="183017" y="187943"/>
                  </a:lnTo>
                  <a:lnTo>
                    <a:pt x="182893" y="187696"/>
                  </a:lnTo>
                  <a:lnTo>
                    <a:pt x="182491" y="187476"/>
                  </a:lnTo>
                  <a:lnTo>
                    <a:pt x="182122" y="187452"/>
                  </a:lnTo>
                  <a:lnTo>
                    <a:pt x="181913" y="187439"/>
                  </a:lnTo>
                  <a:lnTo>
                    <a:pt x="181104" y="187397"/>
                  </a:lnTo>
                  <a:lnTo>
                    <a:pt x="180587" y="187249"/>
                  </a:lnTo>
                  <a:lnTo>
                    <a:pt x="180080" y="187104"/>
                  </a:lnTo>
                  <a:lnTo>
                    <a:pt x="179812" y="186978"/>
                  </a:lnTo>
                  <a:lnTo>
                    <a:pt x="179646" y="186884"/>
                  </a:lnTo>
                  <a:lnTo>
                    <a:pt x="178776" y="186140"/>
                  </a:lnTo>
                  <a:lnTo>
                    <a:pt x="178251" y="185769"/>
                  </a:lnTo>
                  <a:lnTo>
                    <a:pt x="178082" y="185770"/>
                  </a:lnTo>
                  <a:lnTo>
                    <a:pt x="177117" y="185285"/>
                  </a:lnTo>
                  <a:lnTo>
                    <a:pt x="176816" y="185070"/>
                  </a:lnTo>
                  <a:lnTo>
                    <a:pt x="176593" y="185058"/>
                  </a:lnTo>
                  <a:lnTo>
                    <a:pt x="176282" y="184913"/>
                  </a:lnTo>
                  <a:lnTo>
                    <a:pt x="176104" y="184781"/>
                  </a:lnTo>
                  <a:lnTo>
                    <a:pt x="175918" y="184410"/>
                  </a:lnTo>
                  <a:lnTo>
                    <a:pt x="176099" y="184360"/>
                  </a:lnTo>
                  <a:lnTo>
                    <a:pt x="176229" y="184381"/>
                  </a:lnTo>
                  <a:lnTo>
                    <a:pt x="176612" y="184441"/>
                  </a:lnTo>
                  <a:lnTo>
                    <a:pt x="176766" y="184424"/>
                  </a:lnTo>
                  <a:lnTo>
                    <a:pt x="177014" y="184274"/>
                  </a:lnTo>
                  <a:lnTo>
                    <a:pt x="177701" y="184325"/>
                  </a:lnTo>
                  <a:lnTo>
                    <a:pt x="178234" y="184389"/>
                  </a:lnTo>
                  <a:lnTo>
                    <a:pt x="178389" y="184158"/>
                  </a:lnTo>
                  <a:lnTo>
                    <a:pt x="178655" y="183917"/>
                  </a:lnTo>
                  <a:lnTo>
                    <a:pt x="179095" y="183618"/>
                  </a:lnTo>
                  <a:lnTo>
                    <a:pt x="179244" y="183654"/>
                  </a:lnTo>
                  <a:lnTo>
                    <a:pt x="179714" y="183766"/>
                  </a:lnTo>
                  <a:lnTo>
                    <a:pt x="180159" y="183750"/>
                  </a:lnTo>
                  <a:lnTo>
                    <a:pt x="180824" y="183204"/>
                  </a:lnTo>
                  <a:lnTo>
                    <a:pt x="181478" y="182667"/>
                  </a:lnTo>
                  <a:lnTo>
                    <a:pt x="181747" y="182436"/>
                  </a:lnTo>
                  <a:lnTo>
                    <a:pt x="181884" y="182291"/>
                  </a:lnTo>
                  <a:lnTo>
                    <a:pt x="182112" y="182534"/>
                  </a:lnTo>
                  <a:lnTo>
                    <a:pt x="182376" y="183011"/>
                  </a:lnTo>
                  <a:lnTo>
                    <a:pt x="182626" y="18312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4595285" y="5224313"/>
              <a:ext cx="183245" cy="182879"/>
            </a:xfrm>
            <a:custGeom>
              <a:avLst/>
              <a:pathLst>
                <a:path w="183245" h="182879">
                  <a:moveTo>
                    <a:pt x="182879" y="182879"/>
                  </a:moveTo>
                  <a:lnTo>
                    <a:pt x="182730" y="182795"/>
                  </a:lnTo>
                  <a:lnTo>
                    <a:pt x="182469" y="182668"/>
                  </a:lnTo>
                  <a:lnTo>
                    <a:pt x="182646" y="182657"/>
                  </a:lnTo>
                  <a:lnTo>
                    <a:pt x="183245" y="18274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4592641" y="5223217"/>
              <a:ext cx="183688" cy="182941"/>
            </a:xfrm>
            <a:custGeom>
              <a:avLst/>
              <a:pathLst>
                <a:path w="183688" h="182941">
                  <a:moveTo>
                    <a:pt x="182879" y="182879"/>
                  </a:moveTo>
                  <a:lnTo>
                    <a:pt x="182943" y="182567"/>
                  </a:lnTo>
                  <a:lnTo>
                    <a:pt x="183140" y="182374"/>
                  </a:lnTo>
                  <a:lnTo>
                    <a:pt x="183454" y="182165"/>
                  </a:lnTo>
                  <a:lnTo>
                    <a:pt x="183688" y="182492"/>
                  </a:lnTo>
                  <a:lnTo>
                    <a:pt x="183201" y="18294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4586745" y="5218150"/>
              <a:ext cx="182879" cy="183392"/>
            </a:xfrm>
            <a:custGeom>
              <a:avLst/>
              <a:pathLst>
                <a:path w="182879" h="183392">
                  <a:moveTo>
                    <a:pt x="182879" y="182879"/>
                  </a:moveTo>
                  <a:lnTo>
                    <a:pt x="182653" y="183392"/>
                  </a:lnTo>
                  <a:lnTo>
                    <a:pt x="182421" y="183328"/>
                  </a:lnTo>
                  <a:lnTo>
                    <a:pt x="182059" y="183287"/>
                  </a:lnTo>
                  <a:lnTo>
                    <a:pt x="181769" y="183291"/>
                  </a:lnTo>
                  <a:lnTo>
                    <a:pt x="181421" y="183145"/>
                  </a:lnTo>
                  <a:lnTo>
                    <a:pt x="181498" y="182962"/>
                  </a:lnTo>
                  <a:lnTo>
                    <a:pt x="181780" y="183040"/>
                  </a:lnTo>
                  <a:lnTo>
                    <a:pt x="181983" y="182643"/>
                  </a:lnTo>
                  <a:lnTo>
                    <a:pt x="182633" y="18283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4587122" y="5217734"/>
              <a:ext cx="183145" cy="183082"/>
            </a:xfrm>
            <a:custGeom>
              <a:avLst/>
              <a:pathLst>
                <a:path w="183145" h="183082">
                  <a:moveTo>
                    <a:pt x="182879" y="182879"/>
                  </a:moveTo>
                  <a:lnTo>
                    <a:pt x="183132" y="182727"/>
                  </a:lnTo>
                  <a:lnTo>
                    <a:pt x="183145" y="182878"/>
                  </a:lnTo>
                  <a:lnTo>
                    <a:pt x="183124" y="183082"/>
                  </a:lnTo>
                  <a:lnTo>
                    <a:pt x="182876" y="183066"/>
                  </a:lnTo>
                  <a:lnTo>
                    <a:pt x="182706" y="183052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4593924" y="5216539"/>
              <a:ext cx="183441" cy="182879"/>
            </a:xfrm>
            <a:custGeom>
              <a:avLst/>
              <a:pathLst>
                <a:path w="183441" h="182879">
                  <a:moveTo>
                    <a:pt x="182879" y="182879"/>
                  </a:moveTo>
                  <a:lnTo>
                    <a:pt x="182654" y="182633"/>
                  </a:lnTo>
                  <a:lnTo>
                    <a:pt x="182927" y="182273"/>
                  </a:lnTo>
                  <a:lnTo>
                    <a:pt x="183266" y="182183"/>
                  </a:lnTo>
                  <a:lnTo>
                    <a:pt x="183360" y="182341"/>
                  </a:lnTo>
                  <a:lnTo>
                    <a:pt x="183441" y="18247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4595886" y="5259546"/>
              <a:ext cx="183095" cy="183357"/>
            </a:xfrm>
            <a:custGeom>
              <a:avLst/>
              <a:pathLst>
                <a:path w="183095" h="183357">
                  <a:moveTo>
                    <a:pt x="182879" y="182879"/>
                  </a:moveTo>
                  <a:lnTo>
                    <a:pt x="183095" y="183210"/>
                  </a:lnTo>
                  <a:lnTo>
                    <a:pt x="183059" y="183357"/>
                  </a:lnTo>
                  <a:lnTo>
                    <a:pt x="182785" y="18325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4598062" y="5259248"/>
              <a:ext cx="183214" cy="183745"/>
            </a:xfrm>
            <a:custGeom>
              <a:avLst/>
              <a:pathLst>
                <a:path w="183214" h="183745">
                  <a:moveTo>
                    <a:pt x="182879" y="182879"/>
                  </a:moveTo>
                  <a:lnTo>
                    <a:pt x="183075" y="182946"/>
                  </a:lnTo>
                  <a:lnTo>
                    <a:pt x="183214" y="183405"/>
                  </a:lnTo>
                  <a:lnTo>
                    <a:pt x="183189" y="183619"/>
                  </a:lnTo>
                  <a:lnTo>
                    <a:pt x="183042" y="183745"/>
                  </a:lnTo>
                  <a:lnTo>
                    <a:pt x="182756" y="183650"/>
                  </a:lnTo>
                  <a:lnTo>
                    <a:pt x="182296" y="183170"/>
                  </a:lnTo>
                  <a:lnTo>
                    <a:pt x="182461" y="182974"/>
                  </a:lnTo>
                  <a:lnTo>
                    <a:pt x="182632" y="18291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4596599" y="5257147"/>
              <a:ext cx="183226" cy="184558"/>
            </a:xfrm>
            <a:custGeom>
              <a:avLst/>
              <a:pathLst>
                <a:path w="183226" h="184558">
                  <a:moveTo>
                    <a:pt x="182879" y="182879"/>
                  </a:moveTo>
                  <a:lnTo>
                    <a:pt x="183226" y="183151"/>
                  </a:lnTo>
                  <a:lnTo>
                    <a:pt x="182880" y="183364"/>
                  </a:lnTo>
                  <a:lnTo>
                    <a:pt x="182763" y="183617"/>
                  </a:lnTo>
                  <a:lnTo>
                    <a:pt x="182890" y="183776"/>
                  </a:lnTo>
                  <a:lnTo>
                    <a:pt x="182713" y="184029"/>
                  </a:lnTo>
                  <a:lnTo>
                    <a:pt x="182381" y="184005"/>
                  </a:lnTo>
                  <a:lnTo>
                    <a:pt x="182218" y="184095"/>
                  </a:lnTo>
                  <a:lnTo>
                    <a:pt x="182142" y="184268"/>
                  </a:lnTo>
                  <a:lnTo>
                    <a:pt x="181811" y="184355"/>
                  </a:lnTo>
                  <a:lnTo>
                    <a:pt x="181655" y="184361"/>
                  </a:lnTo>
                  <a:lnTo>
                    <a:pt x="181439" y="184401"/>
                  </a:lnTo>
                  <a:lnTo>
                    <a:pt x="181239" y="184558"/>
                  </a:lnTo>
                  <a:lnTo>
                    <a:pt x="180791" y="184443"/>
                  </a:lnTo>
                  <a:lnTo>
                    <a:pt x="180288" y="184152"/>
                  </a:lnTo>
                  <a:lnTo>
                    <a:pt x="180167" y="183933"/>
                  </a:lnTo>
                  <a:lnTo>
                    <a:pt x="180147" y="183336"/>
                  </a:lnTo>
                  <a:lnTo>
                    <a:pt x="180358" y="183195"/>
                  </a:lnTo>
                  <a:lnTo>
                    <a:pt x="181027" y="182800"/>
                  </a:lnTo>
                  <a:lnTo>
                    <a:pt x="181762" y="183078"/>
                  </a:lnTo>
                  <a:lnTo>
                    <a:pt x="182025" y="183179"/>
                  </a:lnTo>
                  <a:lnTo>
                    <a:pt x="182630" y="18295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4598099" y="5253510"/>
              <a:ext cx="185840" cy="189339"/>
            </a:xfrm>
            <a:custGeom>
              <a:avLst/>
              <a:pathLst>
                <a:path w="185840" h="189339">
                  <a:moveTo>
                    <a:pt x="182879" y="182879"/>
                  </a:moveTo>
                  <a:lnTo>
                    <a:pt x="183740" y="183371"/>
                  </a:lnTo>
                  <a:lnTo>
                    <a:pt x="183777" y="183537"/>
                  </a:lnTo>
                  <a:lnTo>
                    <a:pt x="184089" y="183448"/>
                  </a:lnTo>
                  <a:lnTo>
                    <a:pt x="184966" y="183058"/>
                  </a:lnTo>
                  <a:lnTo>
                    <a:pt x="185174" y="183030"/>
                  </a:lnTo>
                  <a:lnTo>
                    <a:pt x="185063" y="183469"/>
                  </a:lnTo>
                  <a:lnTo>
                    <a:pt x="185066" y="183754"/>
                  </a:lnTo>
                  <a:lnTo>
                    <a:pt x="185599" y="184304"/>
                  </a:lnTo>
                  <a:lnTo>
                    <a:pt x="185603" y="184563"/>
                  </a:lnTo>
                  <a:lnTo>
                    <a:pt x="185091" y="184495"/>
                  </a:lnTo>
                  <a:lnTo>
                    <a:pt x="184488" y="184432"/>
                  </a:lnTo>
                  <a:lnTo>
                    <a:pt x="184420" y="184636"/>
                  </a:lnTo>
                  <a:lnTo>
                    <a:pt x="184636" y="184896"/>
                  </a:lnTo>
                  <a:lnTo>
                    <a:pt x="184952" y="184953"/>
                  </a:lnTo>
                  <a:lnTo>
                    <a:pt x="185081" y="184949"/>
                  </a:lnTo>
                  <a:lnTo>
                    <a:pt x="185359" y="185673"/>
                  </a:lnTo>
                  <a:lnTo>
                    <a:pt x="185494" y="185971"/>
                  </a:lnTo>
                  <a:lnTo>
                    <a:pt x="185719" y="185979"/>
                  </a:lnTo>
                  <a:lnTo>
                    <a:pt x="185840" y="186216"/>
                  </a:lnTo>
                  <a:lnTo>
                    <a:pt x="185725" y="186362"/>
                  </a:lnTo>
                  <a:lnTo>
                    <a:pt x="185500" y="186385"/>
                  </a:lnTo>
                  <a:lnTo>
                    <a:pt x="185004" y="186430"/>
                  </a:lnTo>
                  <a:lnTo>
                    <a:pt x="184943" y="186618"/>
                  </a:lnTo>
                  <a:lnTo>
                    <a:pt x="184831" y="186813"/>
                  </a:lnTo>
                  <a:lnTo>
                    <a:pt x="184462" y="186883"/>
                  </a:lnTo>
                  <a:lnTo>
                    <a:pt x="184076" y="187174"/>
                  </a:lnTo>
                  <a:lnTo>
                    <a:pt x="183962" y="187401"/>
                  </a:lnTo>
                  <a:lnTo>
                    <a:pt x="183922" y="187901"/>
                  </a:lnTo>
                  <a:lnTo>
                    <a:pt x="184029" y="188136"/>
                  </a:lnTo>
                  <a:lnTo>
                    <a:pt x="184400" y="188227"/>
                  </a:lnTo>
                  <a:lnTo>
                    <a:pt x="184893" y="188510"/>
                  </a:lnTo>
                  <a:lnTo>
                    <a:pt x="184826" y="188994"/>
                  </a:lnTo>
                  <a:lnTo>
                    <a:pt x="184859" y="189331"/>
                  </a:lnTo>
                  <a:lnTo>
                    <a:pt x="184670" y="189339"/>
                  </a:lnTo>
                  <a:lnTo>
                    <a:pt x="184405" y="189275"/>
                  </a:lnTo>
                  <a:lnTo>
                    <a:pt x="184283" y="189138"/>
                  </a:lnTo>
                  <a:lnTo>
                    <a:pt x="184082" y="189121"/>
                  </a:lnTo>
                  <a:lnTo>
                    <a:pt x="183766" y="189143"/>
                  </a:lnTo>
                  <a:lnTo>
                    <a:pt x="183518" y="188981"/>
                  </a:lnTo>
                  <a:lnTo>
                    <a:pt x="183077" y="188275"/>
                  </a:lnTo>
                  <a:lnTo>
                    <a:pt x="182983" y="188028"/>
                  </a:lnTo>
                  <a:lnTo>
                    <a:pt x="183053" y="187313"/>
                  </a:lnTo>
                  <a:lnTo>
                    <a:pt x="183263" y="186807"/>
                  </a:lnTo>
                  <a:lnTo>
                    <a:pt x="183260" y="186513"/>
                  </a:lnTo>
                  <a:lnTo>
                    <a:pt x="183096" y="186255"/>
                  </a:lnTo>
                  <a:lnTo>
                    <a:pt x="182904" y="185784"/>
                  </a:lnTo>
                  <a:lnTo>
                    <a:pt x="182789" y="185471"/>
                  </a:lnTo>
                  <a:lnTo>
                    <a:pt x="182753" y="185273"/>
                  </a:lnTo>
                  <a:lnTo>
                    <a:pt x="182108" y="185104"/>
                  </a:lnTo>
                  <a:lnTo>
                    <a:pt x="181997" y="184807"/>
                  </a:lnTo>
                  <a:lnTo>
                    <a:pt x="181696" y="184726"/>
                  </a:lnTo>
                  <a:lnTo>
                    <a:pt x="181443" y="184664"/>
                  </a:lnTo>
                  <a:lnTo>
                    <a:pt x="181270" y="184502"/>
                  </a:lnTo>
                  <a:lnTo>
                    <a:pt x="180955" y="184030"/>
                  </a:lnTo>
                  <a:lnTo>
                    <a:pt x="180951" y="183564"/>
                  </a:lnTo>
                  <a:lnTo>
                    <a:pt x="181855" y="182564"/>
                  </a:lnTo>
                  <a:lnTo>
                    <a:pt x="182065" y="182955"/>
                  </a:lnTo>
                  <a:lnTo>
                    <a:pt x="182630" y="18277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4601896" y="5253739"/>
              <a:ext cx="183316" cy="183881"/>
            </a:xfrm>
            <a:custGeom>
              <a:avLst/>
              <a:pathLst>
                <a:path w="183316" h="183881">
                  <a:moveTo>
                    <a:pt x="182879" y="182879"/>
                  </a:moveTo>
                  <a:lnTo>
                    <a:pt x="183199" y="182722"/>
                  </a:lnTo>
                  <a:lnTo>
                    <a:pt x="183316" y="183003"/>
                  </a:lnTo>
                  <a:lnTo>
                    <a:pt x="183246" y="183376"/>
                  </a:lnTo>
                  <a:lnTo>
                    <a:pt x="183178" y="183655"/>
                  </a:lnTo>
                  <a:lnTo>
                    <a:pt x="183043" y="183881"/>
                  </a:lnTo>
                  <a:lnTo>
                    <a:pt x="182879" y="183628"/>
                  </a:lnTo>
                  <a:lnTo>
                    <a:pt x="182803" y="18310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4602117" y="5253450"/>
              <a:ext cx="182879" cy="182932"/>
            </a:xfrm>
            <a:custGeom>
              <a:avLst/>
              <a:pathLst>
                <a:path w="182879" h="182932">
                  <a:moveTo>
                    <a:pt x="182879" y="182879"/>
                  </a:moveTo>
                  <a:lnTo>
                    <a:pt x="182384" y="182932"/>
                  </a:lnTo>
                  <a:lnTo>
                    <a:pt x="182351" y="182610"/>
                  </a:lnTo>
                  <a:lnTo>
                    <a:pt x="182558" y="18251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4601910" y="5252369"/>
              <a:ext cx="182879" cy="183221"/>
            </a:xfrm>
            <a:custGeom>
              <a:avLst/>
              <a:pathLst>
                <a:path w="182879" h="183221">
                  <a:moveTo>
                    <a:pt x="182879" y="182879"/>
                  </a:moveTo>
                  <a:lnTo>
                    <a:pt x="182692" y="183221"/>
                  </a:lnTo>
                  <a:lnTo>
                    <a:pt x="182467" y="183036"/>
                  </a:lnTo>
                  <a:lnTo>
                    <a:pt x="182571" y="182848"/>
                  </a:lnTo>
                  <a:lnTo>
                    <a:pt x="182854" y="18275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4599939" y="5250512"/>
              <a:ext cx="183211" cy="184595"/>
            </a:xfrm>
            <a:custGeom>
              <a:avLst/>
              <a:pathLst>
                <a:path w="183211" h="184595">
                  <a:moveTo>
                    <a:pt x="182879" y="182879"/>
                  </a:moveTo>
                  <a:lnTo>
                    <a:pt x="183035" y="182888"/>
                  </a:lnTo>
                  <a:lnTo>
                    <a:pt x="183211" y="182936"/>
                  </a:lnTo>
                  <a:lnTo>
                    <a:pt x="182891" y="183225"/>
                  </a:lnTo>
                  <a:lnTo>
                    <a:pt x="182521" y="183067"/>
                  </a:lnTo>
                  <a:lnTo>
                    <a:pt x="182139" y="183133"/>
                  </a:lnTo>
                  <a:lnTo>
                    <a:pt x="182030" y="183348"/>
                  </a:lnTo>
                  <a:lnTo>
                    <a:pt x="181843" y="183837"/>
                  </a:lnTo>
                  <a:lnTo>
                    <a:pt x="181893" y="184141"/>
                  </a:lnTo>
                  <a:lnTo>
                    <a:pt x="181908" y="184420"/>
                  </a:lnTo>
                  <a:lnTo>
                    <a:pt x="181628" y="184595"/>
                  </a:lnTo>
                  <a:lnTo>
                    <a:pt x="181452" y="184559"/>
                  </a:lnTo>
                  <a:lnTo>
                    <a:pt x="181226" y="184463"/>
                  </a:lnTo>
                  <a:lnTo>
                    <a:pt x="180994" y="184250"/>
                  </a:lnTo>
                  <a:lnTo>
                    <a:pt x="181072" y="184103"/>
                  </a:lnTo>
                  <a:lnTo>
                    <a:pt x="181170" y="183512"/>
                  </a:lnTo>
                  <a:lnTo>
                    <a:pt x="181244" y="183043"/>
                  </a:lnTo>
                  <a:lnTo>
                    <a:pt x="181479" y="182726"/>
                  </a:lnTo>
                  <a:lnTo>
                    <a:pt x="181544" y="182112"/>
                  </a:lnTo>
                  <a:lnTo>
                    <a:pt x="181457" y="181931"/>
                  </a:lnTo>
                  <a:lnTo>
                    <a:pt x="182048" y="181943"/>
                  </a:lnTo>
                  <a:lnTo>
                    <a:pt x="182683" y="181480"/>
                  </a:lnTo>
                  <a:lnTo>
                    <a:pt x="182508" y="181845"/>
                  </a:lnTo>
                  <a:lnTo>
                    <a:pt x="182340" y="182472"/>
                  </a:lnTo>
                  <a:lnTo>
                    <a:pt x="182466" y="18274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4600731" y="5248607"/>
              <a:ext cx="183192" cy="183873"/>
            </a:xfrm>
            <a:custGeom>
              <a:avLst/>
              <a:pathLst>
                <a:path w="183192" h="183873">
                  <a:moveTo>
                    <a:pt x="182879" y="182879"/>
                  </a:moveTo>
                  <a:lnTo>
                    <a:pt x="183033" y="183262"/>
                  </a:lnTo>
                  <a:lnTo>
                    <a:pt x="183192" y="183422"/>
                  </a:lnTo>
                  <a:lnTo>
                    <a:pt x="183108" y="183873"/>
                  </a:lnTo>
                  <a:lnTo>
                    <a:pt x="182845" y="183714"/>
                  </a:lnTo>
                  <a:lnTo>
                    <a:pt x="182941" y="183570"/>
                  </a:lnTo>
                  <a:lnTo>
                    <a:pt x="182877" y="183326"/>
                  </a:lnTo>
                  <a:lnTo>
                    <a:pt x="182668" y="18318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4616671" y="5244040"/>
              <a:ext cx="183919" cy="182879"/>
            </a:xfrm>
            <a:custGeom>
              <a:avLst/>
              <a:pathLst>
                <a:path w="183919" h="182879">
                  <a:moveTo>
                    <a:pt x="182879" y="182879"/>
                  </a:moveTo>
                  <a:lnTo>
                    <a:pt x="182623" y="182405"/>
                  </a:lnTo>
                  <a:lnTo>
                    <a:pt x="182776" y="181996"/>
                  </a:lnTo>
                  <a:lnTo>
                    <a:pt x="183230" y="182170"/>
                  </a:lnTo>
                  <a:lnTo>
                    <a:pt x="183501" y="182327"/>
                  </a:lnTo>
                  <a:lnTo>
                    <a:pt x="183919" y="182796"/>
                  </a:lnTo>
                  <a:lnTo>
                    <a:pt x="183304" y="18279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4614669" y="5241171"/>
              <a:ext cx="183092" cy="183442"/>
            </a:xfrm>
            <a:custGeom>
              <a:avLst/>
              <a:pathLst>
                <a:path w="183092" h="183442">
                  <a:moveTo>
                    <a:pt x="182879" y="182879"/>
                  </a:moveTo>
                  <a:lnTo>
                    <a:pt x="183092" y="183236"/>
                  </a:lnTo>
                  <a:lnTo>
                    <a:pt x="182690" y="183442"/>
                  </a:lnTo>
                  <a:lnTo>
                    <a:pt x="182590" y="183236"/>
                  </a:lnTo>
                  <a:lnTo>
                    <a:pt x="182559" y="18308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4612349" y="5239546"/>
              <a:ext cx="183842" cy="184421"/>
            </a:xfrm>
            <a:custGeom>
              <a:avLst/>
              <a:pathLst>
                <a:path w="183842" h="184421">
                  <a:moveTo>
                    <a:pt x="182879" y="182879"/>
                  </a:moveTo>
                  <a:lnTo>
                    <a:pt x="183268" y="182965"/>
                  </a:lnTo>
                  <a:lnTo>
                    <a:pt x="183475" y="183028"/>
                  </a:lnTo>
                  <a:lnTo>
                    <a:pt x="183730" y="183358"/>
                  </a:lnTo>
                  <a:lnTo>
                    <a:pt x="183842" y="183996"/>
                  </a:lnTo>
                  <a:lnTo>
                    <a:pt x="183635" y="184421"/>
                  </a:lnTo>
                  <a:lnTo>
                    <a:pt x="183553" y="184033"/>
                  </a:lnTo>
                  <a:lnTo>
                    <a:pt x="183283" y="183887"/>
                  </a:lnTo>
                  <a:lnTo>
                    <a:pt x="182888" y="18322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4613899" y="5239655"/>
              <a:ext cx="183249" cy="183911"/>
            </a:xfrm>
            <a:custGeom>
              <a:avLst/>
              <a:pathLst>
                <a:path w="183249" h="183911">
                  <a:moveTo>
                    <a:pt x="182879" y="182879"/>
                  </a:moveTo>
                  <a:lnTo>
                    <a:pt x="183192" y="182806"/>
                  </a:lnTo>
                  <a:lnTo>
                    <a:pt x="183195" y="183031"/>
                  </a:lnTo>
                  <a:lnTo>
                    <a:pt x="183114" y="183258"/>
                  </a:lnTo>
                  <a:lnTo>
                    <a:pt x="183249" y="183741"/>
                  </a:lnTo>
                  <a:lnTo>
                    <a:pt x="183171" y="183911"/>
                  </a:lnTo>
                  <a:lnTo>
                    <a:pt x="182958" y="183904"/>
                  </a:lnTo>
                  <a:lnTo>
                    <a:pt x="182722" y="18354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4610614" y="5239674"/>
              <a:ext cx="183680" cy="184010"/>
            </a:xfrm>
            <a:custGeom>
              <a:avLst/>
              <a:pathLst>
                <a:path w="183680" h="184010">
                  <a:moveTo>
                    <a:pt x="182879" y="182879"/>
                  </a:moveTo>
                  <a:lnTo>
                    <a:pt x="183100" y="182665"/>
                  </a:lnTo>
                  <a:lnTo>
                    <a:pt x="183288" y="182666"/>
                  </a:lnTo>
                  <a:lnTo>
                    <a:pt x="183516" y="182674"/>
                  </a:lnTo>
                  <a:lnTo>
                    <a:pt x="183550" y="182833"/>
                  </a:lnTo>
                  <a:lnTo>
                    <a:pt x="183645" y="183440"/>
                  </a:lnTo>
                  <a:lnTo>
                    <a:pt x="183680" y="183811"/>
                  </a:lnTo>
                  <a:lnTo>
                    <a:pt x="183642" y="184010"/>
                  </a:lnTo>
                  <a:lnTo>
                    <a:pt x="183338" y="183921"/>
                  </a:lnTo>
                  <a:lnTo>
                    <a:pt x="183167" y="18344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4608543" y="5239767"/>
              <a:ext cx="182879" cy="183458"/>
            </a:xfrm>
            <a:custGeom>
              <a:avLst/>
              <a:pathLst>
                <a:path w="182879" h="183458">
                  <a:moveTo>
                    <a:pt x="182879" y="182879"/>
                  </a:moveTo>
                  <a:lnTo>
                    <a:pt x="182672" y="183458"/>
                  </a:lnTo>
                  <a:lnTo>
                    <a:pt x="182512" y="183324"/>
                  </a:lnTo>
                  <a:lnTo>
                    <a:pt x="182596" y="183196"/>
                  </a:lnTo>
                  <a:lnTo>
                    <a:pt x="182566" y="18304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4603016" y="5238453"/>
              <a:ext cx="184149" cy="183604"/>
            </a:xfrm>
            <a:custGeom>
              <a:avLst/>
              <a:pathLst>
                <a:path w="184149" h="183604">
                  <a:moveTo>
                    <a:pt x="182879" y="182879"/>
                  </a:moveTo>
                  <a:lnTo>
                    <a:pt x="183139" y="182801"/>
                  </a:lnTo>
                  <a:lnTo>
                    <a:pt x="183704" y="182874"/>
                  </a:lnTo>
                  <a:lnTo>
                    <a:pt x="184149" y="183164"/>
                  </a:lnTo>
                  <a:lnTo>
                    <a:pt x="184127" y="183413"/>
                  </a:lnTo>
                  <a:lnTo>
                    <a:pt x="183941" y="183604"/>
                  </a:lnTo>
                  <a:lnTo>
                    <a:pt x="183313" y="183444"/>
                  </a:lnTo>
                  <a:lnTo>
                    <a:pt x="182739" y="18305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4596336" y="5238550"/>
              <a:ext cx="182879" cy="183246"/>
            </a:xfrm>
            <a:custGeom>
              <a:avLst/>
              <a:pathLst>
                <a:path w="182879" h="183246">
                  <a:moveTo>
                    <a:pt x="182879" y="182879"/>
                  </a:moveTo>
                  <a:lnTo>
                    <a:pt x="182709" y="183246"/>
                  </a:lnTo>
                  <a:lnTo>
                    <a:pt x="182553" y="183194"/>
                  </a:lnTo>
                  <a:lnTo>
                    <a:pt x="182384" y="182921"/>
                  </a:lnTo>
                  <a:lnTo>
                    <a:pt x="182743" y="18280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4605294" y="5238556"/>
              <a:ext cx="183104" cy="183033"/>
            </a:xfrm>
            <a:custGeom>
              <a:avLst/>
              <a:pathLst>
                <a:path w="183104" h="183033">
                  <a:moveTo>
                    <a:pt x="182879" y="182879"/>
                  </a:moveTo>
                  <a:lnTo>
                    <a:pt x="182567" y="182663"/>
                  </a:lnTo>
                  <a:lnTo>
                    <a:pt x="182888" y="182702"/>
                  </a:lnTo>
                  <a:lnTo>
                    <a:pt x="183104" y="182784"/>
                  </a:lnTo>
                  <a:lnTo>
                    <a:pt x="183046" y="18303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4600352" y="5237550"/>
              <a:ext cx="182879" cy="183988"/>
            </a:xfrm>
            <a:custGeom>
              <a:avLst/>
              <a:pathLst>
                <a:path w="182879" h="183988">
                  <a:moveTo>
                    <a:pt x="182879" y="182879"/>
                  </a:moveTo>
                  <a:lnTo>
                    <a:pt x="182697" y="183084"/>
                  </a:lnTo>
                  <a:lnTo>
                    <a:pt x="182476" y="183324"/>
                  </a:lnTo>
                  <a:lnTo>
                    <a:pt x="182338" y="183636"/>
                  </a:lnTo>
                  <a:lnTo>
                    <a:pt x="182223" y="183862"/>
                  </a:lnTo>
                  <a:lnTo>
                    <a:pt x="181806" y="183988"/>
                  </a:lnTo>
                  <a:lnTo>
                    <a:pt x="181881" y="183382"/>
                  </a:lnTo>
                  <a:lnTo>
                    <a:pt x="181676" y="183159"/>
                  </a:lnTo>
                  <a:lnTo>
                    <a:pt x="181012" y="183660"/>
                  </a:lnTo>
                  <a:lnTo>
                    <a:pt x="179914" y="183374"/>
                  </a:lnTo>
                  <a:lnTo>
                    <a:pt x="179403" y="183555"/>
                  </a:lnTo>
                  <a:lnTo>
                    <a:pt x="178714" y="183714"/>
                  </a:lnTo>
                  <a:lnTo>
                    <a:pt x="178532" y="183694"/>
                  </a:lnTo>
                  <a:lnTo>
                    <a:pt x="178228" y="183430"/>
                  </a:lnTo>
                  <a:lnTo>
                    <a:pt x="178104" y="183253"/>
                  </a:lnTo>
                  <a:lnTo>
                    <a:pt x="177772" y="183182"/>
                  </a:lnTo>
                  <a:lnTo>
                    <a:pt x="177294" y="183687"/>
                  </a:lnTo>
                  <a:lnTo>
                    <a:pt x="176714" y="183843"/>
                  </a:lnTo>
                  <a:lnTo>
                    <a:pt x="176426" y="183843"/>
                  </a:lnTo>
                  <a:lnTo>
                    <a:pt x="176070" y="183415"/>
                  </a:lnTo>
                  <a:lnTo>
                    <a:pt x="176120" y="183263"/>
                  </a:lnTo>
                  <a:lnTo>
                    <a:pt x="176283" y="183134"/>
                  </a:lnTo>
                  <a:lnTo>
                    <a:pt x="176646" y="183071"/>
                  </a:lnTo>
                  <a:lnTo>
                    <a:pt x="176883" y="183050"/>
                  </a:lnTo>
                  <a:lnTo>
                    <a:pt x="178087" y="182573"/>
                  </a:lnTo>
                  <a:lnTo>
                    <a:pt x="178350" y="181940"/>
                  </a:lnTo>
                  <a:lnTo>
                    <a:pt x="178477" y="181871"/>
                  </a:lnTo>
                  <a:lnTo>
                    <a:pt x="178680" y="181759"/>
                  </a:lnTo>
                  <a:lnTo>
                    <a:pt x="178857" y="181663"/>
                  </a:lnTo>
                  <a:lnTo>
                    <a:pt x="179259" y="181749"/>
                  </a:lnTo>
                  <a:lnTo>
                    <a:pt x="179445" y="181774"/>
                  </a:lnTo>
                  <a:lnTo>
                    <a:pt x="179607" y="181757"/>
                  </a:lnTo>
                  <a:lnTo>
                    <a:pt x="179910" y="181627"/>
                  </a:lnTo>
                  <a:lnTo>
                    <a:pt x="180251" y="181573"/>
                  </a:lnTo>
                  <a:lnTo>
                    <a:pt x="180801" y="181558"/>
                  </a:lnTo>
                  <a:lnTo>
                    <a:pt x="181073" y="181712"/>
                  </a:lnTo>
                  <a:lnTo>
                    <a:pt x="181430" y="181611"/>
                  </a:lnTo>
                  <a:lnTo>
                    <a:pt x="181721" y="181491"/>
                  </a:lnTo>
                  <a:lnTo>
                    <a:pt x="181960" y="181465"/>
                  </a:lnTo>
                  <a:lnTo>
                    <a:pt x="182236" y="181500"/>
                  </a:lnTo>
                  <a:lnTo>
                    <a:pt x="182348" y="182149"/>
                  </a:lnTo>
                  <a:lnTo>
                    <a:pt x="182571" y="182520"/>
                  </a:lnTo>
                  <a:lnTo>
                    <a:pt x="182872" y="18264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4597873" y="5235813"/>
              <a:ext cx="183198" cy="183045"/>
            </a:xfrm>
            <a:custGeom>
              <a:avLst/>
              <a:pathLst>
                <a:path w="183198" h="183045">
                  <a:moveTo>
                    <a:pt x="182879" y="182879"/>
                  </a:moveTo>
                  <a:lnTo>
                    <a:pt x="183054" y="182817"/>
                  </a:lnTo>
                  <a:lnTo>
                    <a:pt x="183198" y="182883"/>
                  </a:lnTo>
                  <a:lnTo>
                    <a:pt x="182978" y="182957"/>
                  </a:lnTo>
                  <a:lnTo>
                    <a:pt x="182660" y="18304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4602660" y="5228793"/>
              <a:ext cx="183289" cy="183166"/>
            </a:xfrm>
            <a:custGeom>
              <a:avLst/>
              <a:pathLst>
                <a:path w="183289" h="183166">
                  <a:moveTo>
                    <a:pt x="182879" y="182879"/>
                  </a:moveTo>
                  <a:lnTo>
                    <a:pt x="183289" y="182880"/>
                  </a:lnTo>
                  <a:lnTo>
                    <a:pt x="183113" y="183166"/>
                  </a:lnTo>
                  <a:lnTo>
                    <a:pt x="182852" y="18309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4603443" y="5228389"/>
              <a:ext cx="182879" cy="183043"/>
            </a:xfrm>
            <a:custGeom>
              <a:avLst/>
              <a:pathLst>
                <a:path w="182879" h="183043">
                  <a:moveTo>
                    <a:pt x="182879" y="182879"/>
                  </a:moveTo>
                  <a:lnTo>
                    <a:pt x="182632" y="183043"/>
                  </a:lnTo>
                  <a:lnTo>
                    <a:pt x="182480" y="183007"/>
                  </a:lnTo>
                  <a:lnTo>
                    <a:pt x="182285" y="182820"/>
                  </a:lnTo>
                  <a:lnTo>
                    <a:pt x="182101" y="182948"/>
                  </a:lnTo>
                  <a:lnTo>
                    <a:pt x="181790" y="182628"/>
                  </a:lnTo>
                  <a:lnTo>
                    <a:pt x="181639" y="182473"/>
                  </a:lnTo>
                  <a:lnTo>
                    <a:pt x="181308" y="182618"/>
                  </a:lnTo>
                  <a:lnTo>
                    <a:pt x="181379" y="182394"/>
                  </a:lnTo>
                  <a:lnTo>
                    <a:pt x="181708" y="182323"/>
                  </a:lnTo>
                  <a:lnTo>
                    <a:pt x="181704" y="182117"/>
                  </a:lnTo>
                  <a:lnTo>
                    <a:pt x="181944" y="181807"/>
                  </a:lnTo>
                  <a:lnTo>
                    <a:pt x="182141" y="181676"/>
                  </a:lnTo>
                  <a:lnTo>
                    <a:pt x="182298" y="18220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4598157" y="5225619"/>
              <a:ext cx="185923" cy="186049"/>
            </a:xfrm>
            <a:custGeom>
              <a:avLst/>
              <a:pathLst>
                <a:path w="185923" h="186049">
                  <a:moveTo>
                    <a:pt x="182879" y="182879"/>
                  </a:moveTo>
                  <a:lnTo>
                    <a:pt x="183052" y="183644"/>
                  </a:lnTo>
                  <a:lnTo>
                    <a:pt x="184264" y="183710"/>
                  </a:lnTo>
                  <a:lnTo>
                    <a:pt x="184736" y="183894"/>
                  </a:lnTo>
                  <a:lnTo>
                    <a:pt x="185047" y="183969"/>
                  </a:lnTo>
                  <a:lnTo>
                    <a:pt x="185384" y="184378"/>
                  </a:lnTo>
                  <a:lnTo>
                    <a:pt x="185410" y="184557"/>
                  </a:lnTo>
                  <a:lnTo>
                    <a:pt x="185276" y="184958"/>
                  </a:lnTo>
                  <a:lnTo>
                    <a:pt x="184948" y="184887"/>
                  </a:lnTo>
                  <a:lnTo>
                    <a:pt x="184964" y="185075"/>
                  </a:lnTo>
                  <a:lnTo>
                    <a:pt x="185572" y="185582"/>
                  </a:lnTo>
                  <a:lnTo>
                    <a:pt x="185802" y="185633"/>
                  </a:lnTo>
                  <a:lnTo>
                    <a:pt x="185923" y="185905"/>
                  </a:lnTo>
                  <a:lnTo>
                    <a:pt x="185494" y="186049"/>
                  </a:lnTo>
                  <a:lnTo>
                    <a:pt x="185277" y="185967"/>
                  </a:lnTo>
                  <a:lnTo>
                    <a:pt x="184661" y="185777"/>
                  </a:lnTo>
                  <a:lnTo>
                    <a:pt x="184497" y="185688"/>
                  </a:lnTo>
                  <a:lnTo>
                    <a:pt x="184052" y="185216"/>
                  </a:lnTo>
                  <a:lnTo>
                    <a:pt x="183914" y="185223"/>
                  </a:lnTo>
                  <a:lnTo>
                    <a:pt x="183246" y="185303"/>
                  </a:lnTo>
                  <a:lnTo>
                    <a:pt x="182936" y="185392"/>
                  </a:lnTo>
                  <a:lnTo>
                    <a:pt x="181871" y="184914"/>
                  </a:lnTo>
                  <a:lnTo>
                    <a:pt x="181628" y="184952"/>
                  </a:lnTo>
                  <a:lnTo>
                    <a:pt x="181564" y="185782"/>
                  </a:lnTo>
                  <a:lnTo>
                    <a:pt x="180669" y="185922"/>
                  </a:lnTo>
                  <a:lnTo>
                    <a:pt x="180069" y="185933"/>
                  </a:lnTo>
                  <a:lnTo>
                    <a:pt x="179798" y="185676"/>
                  </a:lnTo>
                  <a:lnTo>
                    <a:pt x="179100" y="185547"/>
                  </a:lnTo>
                  <a:lnTo>
                    <a:pt x="178630" y="185352"/>
                  </a:lnTo>
                  <a:lnTo>
                    <a:pt x="178750" y="185184"/>
                  </a:lnTo>
                  <a:lnTo>
                    <a:pt x="178832" y="184974"/>
                  </a:lnTo>
                  <a:lnTo>
                    <a:pt x="178679" y="184663"/>
                  </a:lnTo>
                  <a:lnTo>
                    <a:pt x="178575" y="184390"/>
                  </a:lnTo>
                  <a:lnTo>
                    <a:pt x="178521" y="184247"/>
                  </a:lnTo>
                  <a:lnTo>
                    <a:pt x="178540" y="183998"/>
                  </a:lnTo>
                  <a:lnTo>
                    <a:pt x="178658" y="183785"/>
                  </a:lnTo>
                  <a:lnTo>
                    <a:pt x="178838" y="183499"/>
                  </a:lnTo>
                  <a:lnTo>
                    <a:pt x="178658" y="183185"/>
                  </a:lnTo>
                  <a:lnTo>
                    <a:pt x="178480" y="182617"/>
                  </a:lnTo>
                  <a:lnTo>
                    <a:pt x="178826" y="182623"/>
                  </a:lnTo>
                  <a:lnTo>
                    <a:pt x="178954" y="182762"/>
                  </a:lnTo>
                  <a:lnTo>
                    <a:pt x="179280" y="183051"/>
                  </a:lnTo>
                  <a:lnTo>
                    <a:pt x="179658" y="183184"/>
                  </a:lnTo>
                  <a:lnTo>
                    <a:pt x="180003" y="183187"/>
                  </a:lnTo>
                  <a:lnTo>
                    <a:pt x="180091" y="183035"/>
                  </a:lnTo>
                  <a:lnTo>
                    <a:pt x="180240" y="182937"/>
                  </a:lnTo>
                  <a:lnTo>
                    <a:pt x="180512" y="182978"/>
                  </a:lnTo>
                  <a:lnTo>
                    <a:pt x="180693" y="183005"/>
                  </a:lnTo>
                  <a:lnTo>
                    <a:pt x="180919" y="183274"/>
                  </a:lnTo>
                  <a:lnTo>
                    <a:pt x="181343" y="183329"/>
                  </a:lnTo>
                  <a:lnTo>
                    <a:pt x="181569" y="183392"/>
                  </a:lnTo>
                  <a:lnTo>
                    <a:pt x="181979" y="183463"/>
                  </a:lnTo>
                  <a:lnTo>
                    <a:pt x="182317" y="183223"/>
                  </a:lnTo>
                  <a:lnTo>
                    <a:pt x="182613" y="182994"/>
                  </a:lnTo>
                  <a:lnTo>
                    <a:pt x="182730" y="182757"/>
                  </a:lnTo>
                  <a:lnTo>
                    <a:pt x="182884" y="182496"/>
                  </a:lnTo>
                  <a:lnTo>
                    <a:pt x="183111" y="182581"/>
                  </a:lnTo>
                  <a:lnTo>
                    <a:pt x="183142" y="18281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4596136" y="5223348"/>
              <a:ext cx="183595" cy="182879"/>
            </a:xfrm>
            <a:custGeom>
              <a:avLst/>
              <a:pathLst>
                <a:path w="183595" h="182879">
                  <a:moveTo>
                    <a:pt x="182879" y="182879"/>
                  </a:moveTo>
                  <a:lnTo>
                    <a:pt x="182680" y="182668"/>
                  </a:lnTo>
                  <a:lnTo>
                    <a:pt x="182350" y="182679"/>
                  </a:lnTo>
                  <a:lnTo>
                    <a:pt x="182420" y="182332"/>
                  </a:lnTo>
                  <a:lnTo>
                    <a:pt x="182676" y="182534"/>
                  </a:lnTo>
                  <a:lnTo>
                    <a:pt x="183061" y="182544"/>
                  </a:lnTo>
                  <a:lnTo>
                    <a:pt x="183298" y="182259"/>
                  </a:lnTo>
                  <a:lnTo>
                    <a:pt x="183577" y="182030"/>
                  </a:lnTo>
                  <a:lnTo>
                    <a:pt x="183595" y="182256"/>
                  </a:lnTo>
                  <a:lnTo>
                    <a:pt x="183540" y="182729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4597492" y="5218583"/>
              <a:ext cx="183437" cy="183505"/>
            </a:xfrm>
            <a:custGeom>
              <a:avLst/>
              <a:pathLst>
                <a:path w="183437" h="183505">
                  <a:moveTo>
                    <a:pt x="182879" y="182879"/>
                  </a:moveTo>
                  <a:lnTo>
                    <a:pt x="183098" y="183030"/>
                  </a:lnTo>
                  <a:lnTo>
                    <a:pt x="183233" y="183124"/>
                  </a:lnTo>
                  <a:lnTo>
                    <a:pt x="183437" y="183505"/>
                  </a:lnTo>
                  <a:lnTo>
                    <a:pt x="182738" y="18318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4596043" y="5218840"/>
              <a:ext cx="183252" cy="182977"/>
            </a:xfrm>
            <a:custGeom>
              <a:avLst/>
              <a:pathLst>
                <a:path w="183252" h="182977">
                  <a:moveTo>
                    <a:pt x="182879" y="182879"/>
                  </a:moveTo>
                  <a:lnTo>
                    <a:pt x="183193" y="182712"/>
                  </a:lnTo>
                  <a:lnTo>
                    <a:pt x="183252" y="182977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4600926" y="5217419"/>
              <a:ext cx="182879" cy="183302"/>
            </a:xfrm>
            <a:custGeom>
              <a:avLst/>
              <a:pathLst>
                <a:path w="182879" h="183302">
                  <a:moveTo>
                    <a:pt x="182879" y="182879"/>
                  </a:moveTo>
                  <a:lnTo>
                    <a:pt x="182842" y="183040"/>
                  </a:lnTo>
                  <a:lnTo>
                    <a:pt x="182470" y="183302"/>
                  </a:lnTo>
                  <a:lnTo>
                    <a:pt x="182611" y="18278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4605114" y="5216369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558" y="18267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4608280" y="5215121"/>
              <a:ext cx="182879" cy="183849"/>
            </a:xfrm>
            <a:custGeom>
              <a:avLst/>
              <a:pathLst>
                <a:path w="182879" h="183849">
                  <a:moveTo>
                    <a:pt x="182879" y="182879"/>
                  </a:moveTo>
                  <a:lnTo>
                    <a:pt x="182605" y="183212"/>
                  </a:lnTo>
                  <a:lnTo>
                    <a:pt x="182363" y="183295"/>
                  </a:lnTo>
                  <a:lnTo>
                    <a:pt x="182187" y="183302"/>
                  </a:lnTo>
                  <a:lnTo>
                    <a:pt x="181777" y="183190"/>
                  </a:lnTo>
                  <a:lnTo>
                    <a:pt x="181734" y="183414"/>
                  </a:lnTo>
                  <a:lnTo>
                    <a:pt x="182015" y="183694"/>
                  </a:lnTo>
                  <a:lnTo>
                    <a:pt x="182057" y="183849"/>
                  </a:lnTo>
                  <a:lnTo>
                    <a:pt x="181717" y="183660"/>
                  </a:lnTo>
                  <a:lnTo>
                    <a:pt x="181280" y="183575"/>
                  </a:lnTo>
                  <a:lnTo>
                    <a:pt x="181412" y="182402"/>
                  </a:lnTo>
                  <a:lnTo>
                    <a:pt x="181655" y="182270"/>
                  </a:lnTo>
                  <a:lnTo>
                    <a:pt x="182024" y="182674"/>
                  </a:lnTo>
                  <a:lnTo>
                    <a:pt x="182604" y="18280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4606147" y="5215386"/>
              <a:ext cx="182879" cy="182879"/>
            </a:xfrm>
            <a:custGeom>
              <a:avLst/>
              <a:pathLst>
                <a:path w="182879" h="182879">
                  <a:moveTo>
                    <a:pt x="182879" y="182879"/>
                  </a:moveTo>
                  <a:lnTo>
                    <a:pt x="182626" y="182669"/>
                  </a:lnTo>
                  <a:lnTo>
                    <a:pt x="182310" y="182673"/>
                  </a:lnTo>
                  <a:lnTo>
                    <a:pt x="182159" y="182524"/>
                  </a:lnTo>
                  <a:lnTo>
                    <a:pt x="182001" y="182197"/>
                  </a:lnTo>
                  <a:lnTo>
                    <a:pt x="182469" y="182250"/>
                  </a:lnTo>
                  <a:lnTo>
                    <a:pt x="182631" y="182525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4601021" y="5214595"/>
              <a:ext cx="182879" cy="183099"/>
            </a:xfrm>
            <a:custGeom>
              <a:avLst/>
              <a:pathLst>
                <a:path w="182879" h="183099">
                  <a:moveTo>
                    <a:pt x="182879" y="182879"/>
                  </a:moveTo>
                  <a:lnTo>
                    <a:pt x="182698" y="182989"/>
                  </a:lnTo>
                  <a:lnTo>
                    <a:pt x="182411" y="183099"/>
                  </a:lnTo>
                  <a:lnTo>
                    <a:pt x="182247" y="183053"/>
                  </a:lnTo>
                  <a:lnTo>
                    <a:pt x="181812" y="183019"/>
                  </a:lnTo>
                  <a:lnTo>
                    <a:pt x="181896" y="182767"/>
                  </a:lnTo>
                  <a:lnTo>
                    <a:pt x="181934" y="182471"/>
                  </a:lnTo>
                  <a:lnTo>
                    <a:pt x="182395" y="182410"/>
                  </a:lnTo>
                  <a:lnTo>
                    <a:pt x="182606" y="182578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4617845" y="5212039"/>
              <a:ext cx="183243" cy="184249"/>
            </a:xfrm>
            <a:custGeom>
              <a:avLst/>
              <a:pathLst>
                <a:path w="183243" h="184249">
                  <a:moveTo>
                    <a:pt x="182879" y="182879"/>
                  </a:moveTo>
                  <a:lnTo>
                    <a:pt x="182645" y="183042"/>
                  </a:lnTo>
                  <a:lnTo>
                    <a:pt x="182533" y="183300"/>
                  </a:lnTo>
                  <a:lnTo>
                    <a:pt x="182833" y="183828"/>
                  </a:lnTo>
                  <a:lnTo>
                    <a:pt x="182862" y="184145"/>
                  </a:lnTo>
                  <a:lnTo>
                    <a:pt x="182631" y="184249"/>
                  </a:lnTo>
                  <a:lnTo>
                    <a:pt x="182336" y="184092"/>
                  </a:lnTo>
                  <a:lnTo>
                    <a:pt x="182402" y="183933"/>
                  </a:lnTo>
                  <a:lnTo>
                    <a:pt x="182051" y="183527"/>
                  </a:lnTo>
                  <a:lnTo>
                    <a:pt x="181833" y="183571"/>
                  </a:lnTo>
                  <a:lnTo>
                    <a:pt x="181429" y="183859"/>
                  </a:lnTo>
                  <a:lnTo>
                    <a:pt x="181305" y="183631"/>
                  </a:lnTo>
                  <a:lnTo>
                    <a:pt x="181373" y="183319"/>
                  </a:lnTo>
                  <a:lnTo>
                    <a:pt x="182262" y="182866"/>
                  </a:lnTo>
                  <a:lnTo>
                    <a:pt x="182284" y="182598"/>
                  </a:lnTo>
                  <a:lnTo>
                    <a:pt x="182496" y="182499"/>
                  </a:lnTo>
                  <a:lnTo>
                    <a:pt x="182992" y="182497"/>
                  </a:lnTo>
                  <a:lnTo>
                    <a:pt x="183243" y="182874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4604513" y="5212088"/>
              <a:ext cx="184292" cy="184756"/>
            </a:xfrm>
            <a:custGeom>
              <a:avLst/>
              <a:pathLst>
                <a:path w="184292" h="184756">
                  <a:moveTo>
                    <a:pt x="182879" y="182879"/>
                  </a:moveTo>
                  <a:lnTo>
                    <a:pt x="183466" y="183011"/>
                  </a:lnTo>
                  <a:lnTo>
                    <a:pt x="183875" y="182647"/>
                  </a:lnTo>
                  <a:lnTo>
                    <a:pt x="184147" y="182974"/>
                  </a:lnTo>
                  <a:lnTo>
                    <a:pt x="183661" y="183133"/>
                  </a:lnTo>
                  <a:lnTo>
                    <a:pt x="183745" y="183380"/>
                  </a:lnTo>
                  <a:lnTo>
                    <a:pt x="183842" y="183576"/>
                  </a:lnTo>
                  <a:lnTo>
                    <a:pt x="184292" y="183767"/>
                  </a:lnTo>
                  <a:lnTo>
                    <a:pt x="184083" y="184011"/>
                  </a:lnTo>
                  <a:lnTo>
                    <a:pt x="183886" y="183872"/>
                  </a:lnTo>
                  <a:lnTo>
                    <a:pt x="183510" y="183703"/>
                  </a:lnTo>
                  <a:lnTo>
                    <a:pt x="182983" y="183861"/>
                  </a:lnTo>
                  <a:lnTo>
                    <a:pt x="182663" y="183952"/>
                  </a:lnTo>
                  <a:lnTo>
                    <a:pt x="182371" y="183853"/>
                  </a:lnTo>
                  <a:lnTo>
                    <a:pt x="181930" y="183757"/>
                  </a:lnTo>
                  <a:lnTo>
                    <a:pt x="181709" y="183756"/>
                  </a:lnTo>
                  <a:lnTo>
                    <a:pt x="181120" y="183954"/>
                  </a:lnTo>
                  <a:lnTo>
                    <a:pt x="180796" y="184252"/>
                  </a:lnTo>
                  <a:lnTo>
                    <a:pt x="180548" y="184239"/>
                  </a:lnTo>
                  <a:lnTo>
                    <a:pt x="180266" y="184141"/>
                  </a:lnTo>
                  <a:lnTo>
                    <a:pt x="179768" y="184029"/>
                  </a:lnTo>
                  <a:lnTo>
                    <a:pt x="179351" y="184258"/>
                  </a:lnTo>
                  <a:lnTo>
                    <a:pt x="179052" y="184756"/>
                  </a:lnTo>
                  <a:lnTo>
                    <a:pt x="178987" y="184437"/>
                  </a:lnTo>
                  <a:lnTo>
                    <a:pt x="179051" y="184037"/>
                  </a:lnTo>
                  <a:lnTo>
                    <a:pt x="179333" y="183707"/>
                  </a:lnTo>
                  <a:lnTo>
                    <a:pt x="179690" y="183489"/>
                  </a:lnTo>
                  <a:lnTo>
                    <a:pt x="179848" y="183099"/>
                  </a:lnTo>
                  <a:lnTo>
                    <a:pt x="179867" y="182304"/>
                  </a:lnTo>
                  <a:lnTo>
                    <a:pt x="179746" y="182101"/>
                  </a:lnTo>
                  <a:lnTo>
                    <a:pt x="179431" y="181920"/>
                  </a:lnTo>
                  <a:lnTo>
                    <a:pt x="179421" y="181695"/>
                  </a:lnTo>
                  <a:lnTo>
                    <a:pt x="180166" y="181747"/>
                  </a:lnTo>
                  <a:lnTo>
                    <a:pt x="180364" y="182042"/>
                  </a:lnTo>
                  <a:lnTo>
                    <a:pt x="180631" y="182387"/>
                  </a:lnTo>
                  <a:lnTo>
                    <a:pt x="180847" y="182601"/>
                  </a:lnTo>
                  <a:lnTo>
                    <a:pt x="181118" y="183147"/>
                  </a:lnTo>
                  <a:lnTo>
                    <a:pt x="181270" y="183236"/>
                  </a:lnTo>
                  <a:lnTo>
                    <a:pt x="181778" y="183429"/>
                  </a:lnTo>
                  <a:lnTo>
                    <a:pt x="181960" y="183431"/>
                  </a:lnTo>
                  <a:lnTo>
                    <a:pt x="182254" y="183434"/>
                  </a:lnTo>
                  <a:lnTo>
                    <a:pt x="182573" y="18329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4619983" y="5212089"/>
              <a:ext cx="183038" cy="183927"/>
            </a:xfrm>
            <a:custGeom>
              <a:avLst/>
              <a:pathLst>
                <a:path w="183038" h="183927">
                  <a:moveTo>
                    <a:pt x="182879" y="182879"/>
                  </a:moveTo>
                  <a:lnTo>
                    <a:pt x="182930" y="183075"/>
                  </a:lnTo>
                  <a:lnTo>
                    <a:pt x="183038" y="183732"/>
                  </a:lnTo>
                  <a:lnTo>
                    <a:pt x="182802" y="183927"/>
                  </a:lnTo>
                  <a:lnTo>
                    <a:pt x="182656" y="183586"/>
                  </a:lnTo>
                  <a:lnTo>
                    <a:pt x="182631" y="183399"/>
                  </a:lnTo>
                  <a:lnTo>
                    <a:pt x="182464" y="183131"/>
                  </a:lnTo>
                  <a:lnTo>
                    <a:pt x="182073" y="183157"/>
                  </a:lnTo>
                  <a:lnTo>
                    <a:pt x="181855" y="183193"/>
                  </a:lnTo>
                  <a:lnTo>
                    <a:pt x="181691" y="183097"/>
                  </a:lnTo>
                  <a:lnTo>
                    <a:pt x="181571" y="182956"/>
                  </a:lnTo>
                  <a:lnTo>
                    <a:pt x="181664" y="182664"/>
                  </a:lnTo>
                  <a:lnTo>
                    <a:pt x="182081" y="182405"/>
                  </a:lnTo>
                  <a:lnTo>
                    <a:pt x="182649" y="182430"/>
                  </a:lnTo>
                  <a:lnTo>
                    <a:pt x="182757" y="18259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4602652" y="5210419"/>
              <a:ext cx="182920" cy="183308"/>
            </a:xfrm>
            <a:custGeom>
              <a:avLst/>
              <a:pathLst>
                <a:path w="182920" h="183308">
                  <a:moveTo>
                    <a:pt x="182879" y="182879"/>
                  </a:moveTo>
                  <a:lnTo>
                    <a:pt x="182920" y="183044"/>
                  </a:lnTo>
                  <a:lnTo>
                    <a:pt x="182715" y="183298"/>
                  </a:lnTo>
                  <a:lnTo>
                    <a:pt x="182336" y="183305"/>
                  </a:lnTo>
                  <a:lnTo>
                    <a:pt x="182160" y="183308"/>
                  </a:lnTo>
                  <a:lnTo>
                    <a:pt x="182050" y="183011"/>
                  </a:lnTo>
                  <a:lnTo>
                    <a:pt x="182098" y="182692"/>
                  </a:lnTo>
                  <a:lnTo>
                    <a:pt x="182227" y="182656"/>
                  </a:lnTo>
                  <a:lnTo>
                    <a:pt x="182718" y="18269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4598846" y="5210160"/>
              <a:ext cx="183180" cy="183150"/>
            </a:xfrm>
            <a:custGeom>
              <a:avLst/>
              <a:pathLst>
                <a:path w="183180" h="183150">
                  <a:moveTo>
                    <a:pt x="182879" y="182879"/>
                  </a:moveTo>
                  <a:lnTo>
                    <a:pt x="182806" y="182666"/>
                  </a:lnTo>
                  <a:lnTo>
                    <a:pt x="183167" y="182624"/>
                  </a:lnTo>
                  <a:lnTo>
                    <a:pt x="183180" y="182895"/>
                  </a:lnTo>
                  <a:lnTo>
                    <a:pt x="183156" y="183141"/>
                  </a:lnTo>
                  <a:lnTo>
                    <a:pt x="183057" y="18315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4617919" y="5208425"/>
              <a:ext cx="182992" cy="183557"/>
            </a:xfrm>
            <a:custGeom>
              <a:avLst/>
              <a:pathLst>
                <a:path w="182992" h="183557">
                  <a:moveTo>
                    <a:pt x="182879" y="182879"/>
                  </a:moveTo>
                  <a:lnTo>
                    <a:pt x="182992" y="183557"/>
                  </a:lnTo>
                  <a:lnTo>
                    <a:pt x="182247" y="183097"/>
                  </a:lnTo>
                  <a:lnTo>
                    <a:pt x="182216" y="182843"/>
                  </a:lnTo>
                  <a:lnTo>
                    <a:pt x="182522" y="182733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4616953" y="5208280"/>
              <a:ext cx="182879" cy="182901"/>
            </a:xfrm>
            <a:custGeom>
              <a:avLst/>
              <a:pathLst>
                <a:path w="182879" h="182901">
                  <a:moveTo>
                    <a:pt x="182879" y="182879"/>
                  </a:moveTo>
                  <a:lnTo>
                    <a:pt x="182505" y="18290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4610184" y="5206854"/>
              <a:ext cx="183361" cy="183061"/>
            </a:xfrm>
            <a:custGeom>
              <a:avLst/>
              <a:pathLst>
                <a:path w="183361" h="183061">
                  <a:moveTo>
                    <a:pt x="182879" y="182879"/>
                  </a:moveTo>
                  <a:lnTo>
                    <a:pt x="182713" y="182757"/>
                  </a:lnTo>
                  <a:lnTo>
                    <a:pt x="182432" y="182660"/>
                  </a:lnTo>
                  <a:lnTo>
                    <a:pt x="182275" y="182812"/>
                  </a:lnTo>
                  <a:lnTo>
                    <a:pt x="181995" y="182717"/>
                  </a:lnTo>
                  <a:lnTo>
                    <a:pt x="182367" y="182444"/>
                  </a:lnTo>
                  <a:lnTo>
                    <a:pt x="182623" y="182419"/>
                  </a:lnTo>
                  <a:lnTo>
                    <a:pt x="183075" y="182616"/>
                  </a:lnTo>
                  <a:lnTo>
                    <a:pt x="183260" y="182727"/>
                  </a:lnTo>
                  <a:lnTo>
                    <a:pt x="183361" y="182987"/>
                  </a:lnTo>
                  <a:lnTo>
                    <a:pt x="183164" y="183061"/>
                  </a:lnTo>
                  <a:lnTo>
                    <a:pt x="183011" y="183000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4611032" y="5206336"/>
              <a:ext cx="183291" cy="183538"/>
            </a:xfrm>
            <a:custGeom>
              <a:avLst/>
              <a:pathLst>
                <a:path w="183291" h="183538">
                  <a:moveTo>
                    <a:pt x="182879" y="182879"/>
                  </a:moveTo>
                  <a:lnTo>
                    <a:pt x="183122" y="183059"/>
                  </a:lnTo>
                  <a:lnTo>
                    <a:pt x="183291" y="183349"/>
                  </a:lnTo>
                  <a:lnTo>
                    <a:pt x="182834" y="183538"/>
                  </a:lnTo>
                  <a:lnTo>
                    <a:pt x="182731" y="183282"/>
                  </a:lnTo>
                  <a:lnTo>
                    <a:pt x="182909" y="183276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4613595" y="5205334"/>
              <a:ext cx="182908" cy="183255"/>
            </a:xfrm>
            <a:custGeom>
              <a:avLst/>
              <a:pathLst>
                <a:path w="182908" h="183255">
                  <a:moveTo>
                    <a:pt x="182879" y="182879"/>
                  </a:moveTo>
                  <a:lnTo>
                    <a:pt x="182708" y="182942"/>
                  </a:lnTo>
                  <a:lnTo>
                    <a:pt x="182600" y="183221"/>
                  </a:lnTo>
                  <a:lnTo>
                    <a:pt x="182298" y="183255"/>
                  </a:lnTo>
                  <a:lnTo>
                    <a:pt x="182121" y="183111"/>
                  </a:lnTo>
                  <a:lnTo>
                    <a:pt x="181983" y="183124"/>
                  </a:lnTo>
                  <a:lnTo>
                    <a:pt x="181719" y="183055"/>
                  </a:lnTo>
                  <a:lnTo>
                    <a:pt x="181334" y="182674"/>
                  </a:lnTo>
                  <a:lnTo>
                    <a:pt x="181477" y="182668"/>
                  </a:lnTo>
                  <a:lnTo>
                    <a:pt x="181712" y="182507"/>
                  </a:lnTo>
                  <a:lnTo>
                    <a:pt x="181631" y="182277"/>
                  </a:lnTo>
                  <a:lnTo>
                    <a:pt x="181718" y="182112"/>
                  </a:lnTo>
                  <a:lnTo>
                    <a:pt x="181898" y="182125"/>
                  </a:lnTo>
                  <a:lnTo>
                    <a:pt x="182673" y="182537"/>
                  </a:lnTo>
                  <a:lnTo>
                    <a:pt x="182908" y="182531"/>
                  </a:lnTo>
                  <a:close/>
                </a:path>
              </a:pathLst>
            </a:custGeom>
            <a:solidFill>
              <a:srgbClr val="F1A980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4690112" y="4716089"/>
              <a:ext cx="263802" cy="190512"/>
            </a:xfrm>
            <a:custGeom>
              <a:avLst/>
              <a:pathLst>
                <a:path w="263802" h="190512">
                  <a:moveTo>
                    <a:pt x="182879" y="182879"/>
                  </a:moveTo>
                  <a:lnTo>
                    <a:pt x="185247" y="178528"/>
                  </a:lnTo>
                  <a:lnTo>
                    <a:pt x="185109" y="178277"/>
                  </a:lnTo>
                  <a:lnTo>
                    <a:pt x="190145" y="170645"/>
                  </a:lnTo>
                  <a:lnTo>
                    <a:pt x="190697" y="170719"/>
                  </a:lnTo>
                  <a:lnTo>
                    <a:pt x="197330" y="164539"/>
                  </a:lnTo>
                  <a:lnTo>
                    <a:pt x="197863" y="164433"/>
                  </a:lnTo>
                  <a:lnTo>
                    <a:pt x="198054" y="164403"/>
                  </a:lnTo>
                  <a:lnTo>
                    <a:pt x="198833" y="164264"/>
                  </a:lnTo>
                  <a:lnTo>
                    <a:pt x="198999" y="164199"/>
                  </a:lnTo>
                  <a:lnTo>
                    <a:pt x="200885" y="163377"/>
                  </a:lnTo>
                  <a:lnTo>
                    <a:pt x="201050" y="163376"/>
                  </a:lnTo>
                  <a:lnTo>
                    <a:pt x="202611" y="161610"/>
                  </a:lnTo>
                  <a:lnTo>
                    <a:pt x="203200" y="159855"/>
                  </a:lnTo>
                  <a:lnTo>
                    <a:pt x="206516" y="157882"/>
                  </a:lnTo>
                  <a:lnTo>
                    <a:pt x="206733" y="157764"/>
                  </a:lnTo>
                  <a:lnTo>
                    <a:pt x="208727" y="156438"/>
                  </a:lnTo>
                  <a:lnTo>
                    <a:pt x="208977" y="156089"/>
                  </a:lnTo>
                  <a:lnTo>
                    <a:pt x="209484" y="155540"/>
                  </a:lnTo>
                  <a:lnTo>
                    <a:pt x="209813" y="155029"/>
                  </a:lnTo>
                  <a:lnTo>
                    <a:pt x="210009" y="154696"/>
                  </a:lnTo>
                  <a:lnTo>
                    <a:pt x="210330" y="154244"/>
                  </a:lnTo>
                  <a:lnTo>
                    <a:pt x="210971" y="154050"/>
                  </a:lnTo>
                  <a:lnTo>
                    <a:pt x="211326" y="154482"/>
                  </a:lnTo>
                  <a:lnTo>
                    <a:pt x="211271" y="154749"/>
                  </a:lnTo>
                  <a:lnTo>
                    <a:pt x="211493" y="155496"/>
                  </a:lnTo>
                  <a:lnTo>
                    <a:pt x="211723" y="155564"/>
                  </a:lnTo>
                  <a:lnTo>
                    <a:pt x="211878" y="155580"/>
                  </a:lnTo>
                  <a:lnTo>
                    <a:pt x="212646" y="155619"/>
                  </a:lnTo>
                  <a:lnTo>
                    <a:pt x="213376" y="155328"/>
                  </a:lnTo>
                  <a:lnTo>
                    <a:pt x="214141" y="154748"/>
                  </a:lnTo>
                  <a:lnTo>
                    <a:pt x="214411" y="154588"/>
                  </a:lnTo>
                  <a:lnTo>
                    <a:pt x="215320" y="154589"/>
                  </a:lnTo>
                  <a:lnTo>
                    <a:pt x="216031" y="154901"/>
                  </a:lnTo>
                  <a:lnTo>
                    <a:pt x="216239" y="154774"/>
                  </a:lnTo>
                  <a:lnTo>
                    <a:pt x="216154" y="155024"/>
                  </a:lnTo>
                  <a:lnTo>
                    <a:pt x="216687" y="155358"/>
                  </a:lnTo>
                  <a:lnTo>
                    <a:pt x="217085" y="154983"/>
                  </a:lnTo>
                  <a:lnTo>
                    <a:pt x="216995" y="154360"/>
                  </a:lnTo>
                  <a:lnTo>
                    <a:pt x="216743" y="154113"/>
                  </a:lnTo>
                  <a:lnTo>
                    <a:pt x="215184" y="153661"/>
                  </a:lnTo>
                  <a:lnTo>
                    <a:pt x="215204" y="153235"/>
                  </a:lnTo>
                  <a:lnTo>
                    <a:pt x="215247" y="152559"/>
                  </a:lnTo>
                  <a:lnTo>
                    <a:pt x="215583" y="151674"/>
                  </a:lnTo>
                  <a:lnTo>
                    <a:pt x="216234" y="151180"/>
                  </a:lnTo>
                  <a:lnTo>
                    <a:pt x="216615" y="150998"/>
                  </a:lnTo>
                  <a:lnTo>
                    <a:pt x="217264" y="150592"/>
                  </a:lnTo>
                  <a:lnTo>
                    <a:pt x="216890" y="150264"/>
                  </a:lnTo>
                  <a:lnTo>
                    <a:pt x="216877" y="150044"/>
                  </a:lnTo>
                  <a:lnTo>
                    <a:pt x="216720" y="149878"/>
                  </a:lnTo>
                  <a:lnTo>
                    <a:pt x="216663" y="149603"/>
                  </a:lnTo>
                  <a:lnTo>
                    <a:pt x="217084" y="149934"/>
                  </a:lnTo>
                  <a:lnTo>
                    <a:pt x="217147" y="150117"/>
                  </a:lnTo>
                  <a:lnTo>
                    <a:pt x="217977" y="150364"/>
                  </a:lnTo>
                  <a:lnTo>
                    <a:pt x="218393" y="150196"/>
                  </a:lnTo>
                  <a:lnTo>
                    <a:pt x="218345" y="149563"/>
                  </a:lnTo>
                  <a:lnTo>
                    <a:pt x="218216" y="149457"/>
                  </a:lnTo>
                  <a:lnTo>
                    <a:pt x="218089" y="149298"/>
                  </a:lnTo>
                  <a:lnTo>
                    <a:pt x="218074" y="149169"/>
                  </a:lnTo>
                  <a:lnTo>
                    <a:pt x="218128" y="148985"/>
                  </a:lnTo>
                  <a:lnTo>
                    <a:pt x="218231" y="148844"/>
                  </a:lnTo>
                  <a:lnTo>
                    <a:pt x="218327" y="148677"/>
                  </a:lnTo>
                  <a:lnTo>
                    <a:pt x="218370" y="148480"/>
                  </a:lnTo>
                  <a:lnTo>
                    <a:pt x="218482" y="148138"/>
                  </a:lnTo>
                  <a:lnTo>
                    <a:pt x="218561" y="147788"/>
                  </a:lnTo>
                  <a:lnTo>
                    <a:pt x="218729" y="148156"/>
                  </a:lnTo>
                  <a:lnTo>
                    <a:pt x="218574" y="148719"/>
                  </a:lnTo>
                  <a:lnTo>
                    <a:pt x="218473" y="149079"/>
                  </a:lnTo>
                  <a:lnTo>
                    <a:pt x="218456" y="149255"/>
                  </a:lnTo>
                  <a:lnTo>
                    <a:pt x="218818" y="149396"/>
                  </a:lnTo>
                  <a:lnTo>
                    <a:pt x="219186" y="149585"/>
                  </a:lnTo>
                  <a:lnTo>
                    <a:pt x="219114" y="149724"/>
                  </a:lnTo>
                  <a:lnTo>
                    <a:pt x="219173" y="149876"/>
                  </a:lnTo>
                  <a:lnTo>
                    <a:pt x="219404" y="149955"/>
                  </a:lnTo>
                  <a:lnTo>
                    <a:pt x="219583" y="149873"/>
                  </a:lnTo>
                  <a:lnTo>
                    <a:pt x="219762" y="149808"/>
                  </a:lnTo>
                  <a:lnTo>
                    <a:pt x="219950" y="149788"/>
                  </a:lnTo>
                  <a:lnTo>
                    <a:pt x="220309" y="149627"/>
                  </a:lnTo>
                  <a:lnTo>
                    <a:pt x="221029" y="149177"/>
                  </a:lnTo>
                  <a:lnTo>
                    <a:pt x="220883" y="148897"/>
                  </a:lnTo>
                  <a:lnTo>
                    <a:pt x="220931" y="148529"/>
                  </a:lnTo>
                  <a:lnTo>
                    <a:pt x="221119" y="148849"/>
                  </a:lnTo>
                  <a:lnTo>
                    <a:pt x="221419" y="148936"/>
                  </a:lnTo>
                  <a:lnTo>
                    <a:pt x="222561" y="148068"/>
                  </a:lnTo>
                  <a:lnTo>
                    <a:pt x="222952" y="147842"/>
                  </a:lnTo>
                  <a:lnTo>
                    <a:pt x="224270" y="147068"/>
                  </a:lnTo>
                  <a:lnTo>
                    <a:pt x="224155" y="146794"/>
                  </a:lnTo>
                  <a:lnTo>
                    <a:pt x="223953" y="146313"/>
                  </a:lnTo>
                  <a:lnTo>
                    <a:pt x="223796" y="146073"/>
                  </a:lnTo>
                  <a:lnTo>
                    <a:pt x="223413" y="145602"/>
                  </a:lnTo>
                  <a:lnTo>
                    <a:pt x="223167" y="145329"/>
                  </a:lnTo>
                  <a:lnTo>
                    <a:pt x="223393" y="145215"/>
                  </a:lnTo>
                  <a:lnTo>
                    <a:pt x="223478" y="144945"/>
                  </a:lnTo>
                  <a:lnTo>
                    <a:pt x="223829" y="144889"/>
                  </a:lnTo>
                  <a:lnTo>
                    <a:pt x="223912" y="144641"/>
                  </a:lnTo>
                  <a:lnTo>
                    <a:pt x="224081" y="144975"/>
                  </a:lnTo>
                  <a:lnTo>
                    <a:pt x="223715" y="145557"/>
                  </a:lnTo>
                  <a:lnTo>
                    <a:pt x="223881" y="145717"/>
                  </a:lnTo>
                  <a:lnTo>
                    <a:pt x="224118" y="145951"/>
                  </a:lnTo>
                  <a:lnTo>
                    <a:pt x="224214" y="146383"/>
                  </a:lnTo>
                  <a:lnTo>
                    <a:pt x="224330" y="146692"/>
                  </a:lnTo>
                  <a:lnTo>
                    <a:pt x="224680" y="146683"/>
                  </a:lnTo>
                  <a:lnTo>
                    <a:pt x="224685" y="146991"/>
                  </a:lnTo>
                  <a:lnTo>
                    <a:pt x="225123" y="146779"/>
                  </a:lnTo>
                  <a:lnTo>
                    <a:pt x="225510" y="146829"/>
                  </a:lnTo>
                  <a:lnTo>
                    <a:pt x="226129" y="147053"/>
                  </a:lnTo>
                  <a:lnTo>
                    <a:pt x="226415" y="146965"/>
                  </a:lnTo>
                  <a:lnTo>
                    <a:pt x="226548" y="146956"/>
                  </a:lnTo>
                  <a:lnTo>
                    <a:pt x="227863" y="145230"/>
                  </a:lnTo>
                  <a:lnTo>
                    <a:pt x="228798" y="144691"/>
                  </a:lnTo>
                  <a:lnTo>
                    <a:pt x="229247" y="144680"/>
                  </a:lnTo>
                  <a:lnTo>
                    <a:pt x="229969" y="144913"/>
                  </a:lnTo>
                  <a:lnTo>
                    <a:pt x="236090" y="143539"/>
                  </a:lnTo>
                  <a:lnTo>
                    <a:pt x="235944" y="143412"/>
                  </a:lnTo>
                  <a:lnTo>
                    <a:pt x="235805" y="143261"/>
                  </a:lnTo>
                  <a:lnTo>
                    <a:pt x="235836" y="143052"/>
                  </a:lnTo>
                  <a:lnTo>
                    <a:pt x="236264" y="143635"/>
                  </a:lnTo>
                  <a:lnTo>
                    <a:pt x="236533" y="143943"/>
                  </a:lnTo>
                  <a:lnTo>
                    <a:pt x="236586" y="143651"/>
                  </a:lnTo>
                  <a:lnTo>
                    <a:pt x="236612" y="143477"/>
                  </a:lnTo>
                  <a:lnTo>
                    <a:pt x="236663" y="142966"/>
                  </a:lnTo>
                  <a:lnTo>
                    <a:pt x="236683" y="142577"/>
                  </a:lnTo>
                  <a:lnTo>
                    <a:pt x="236771" y="142336"/>
                  </a:lnTo>
                  <a:lnTo>
                    <a:pt x="237670" y="141524"/>
                  </a:lnTo>
                  <a:lnTo>
                    <a:pt x="238803" y="140767"/>
                  </a:lnTo>
                  <a:lnTo>
                    <a:pt x="239960" y="141331"/>
                  </a:lnTo>
                  <a:lnTo>
                    <a:pt x="240587" y="141038"/>
                  </a:lnTo>
                  <a:lnTo>
                    <a:pt x="240338" y="140255"/>
                  </a:lnTo>
                  <a:lnTo>
                    <a:pt x="240581" y="140189"/>
                  </a:lnTo>
                  <a:lnTo>
                    <a:pt x="240724" y="140519"/>
                  </a:lnTo>
                  <a:lnTo>
                    <a:pt x="240825" y="140847"/>
                  </a:lnTo>
                  <a:lnTo>
                    <a:pt x="241077" y="140017"/>
                  </a:lnTo>
                  <a:lnTo>
                    <a:pt x="241116" y="139120"/>
                  </a:lnTo>
                  <a:lnTo>
                    <a:pt x="241674" y="138555"/>
                  </a:lnTo>
                  <a:lnTo>
                    <a:pt x="242109" y="138127"/>
                  </a:lnTo>
                  <a:lnTo>
                    <a:pt x="242238" y="138030"/>
                  </a:lnTo>
                  <a:lnTo>
                    <a:pt x="242699" y="137858"/>
                  </a:lnTo>
                  <a:lnTo>
                    <a:pt x="243453" y="138166"/>
                  </a:lnTo>
                  <a:lnTo>
                    <a:pt x="243735" y="138264"/>
                  </a:lnTo>
                  <a:lnTo>
                    <a:pt x="243574" y="138835"/>
                  </a:lnTo>
                  <a:lnTo>
                    <a:pt x="243965" y="139109"/>
                  </a:lnTo>
                  <a:lnTo>
                    <a:pt x="244572" y="139233"/>
                  </a:lnTo>
                  <a:lnTo>
                    <a:pt x="244839" y="139193"/>
                  </a:lnTo>
                  <a:lnTo>
                    <a:pt x="245123" y="139071"/>
                  </a:lnTo>
                  <a:lnTo>
                    <a:pt x="245393" y="138973"/>
                  </a:lnTo>
                  <a:lnTo>
                    <a:pt x="245585" y="138912"/>
                  </a:lnTo>
                  <a:lnTo>
                    <a:pt x="246932" y="138986"/>
                  </a:lnTo>
                  <a:lnTo>
                    <a:pt x="247668" y="138524"/>
                  </a:lnTo>
                  <a:lnTo>
                    <a:pt x="247403" y="138156"/>
                  </a:lnTo>
                  <a:lnTo>
                    <a:pt x="246518" y="137735"/>
                  </a:lnTo>
                  <a:lnTo>
                    <a:pt x="246204" y="137686"/>
                  </a:lnTo>
                  <a:lnTo>
                    <a:pt x="245848" y="137607"/>
                  </a:lnTo>
                  <a:lnTo>
                    <a:pt x="245681" y="137513"/>
                  </a:lnTo>
                  <a:lnTo>
                    <a:pt x="245151" y="137054"/>
                  </a:lnTo>
                  <a:lnTo>
                    <a:pt x="245181" y="136862"/>
                  </a:lnTo>
                  <a:lnTo>
                    <a:pt x="245225" y="136399"/>
                  </a:lnTo>
                  <a:lnTo>
                    <a:pt x="245327" y="136266"/>
                  </a:lnTo>
                  <a:lnTo>
                    <a:pt x="245844" y="135794"/>
                  </a:lnTo>
                  <a:lnTo>
                    <a:pt x="246034" y="135678"/>
                  </a:lnTo>
                  <a:lnTo>
                    <a:pt x="246233" y="135556"/>
                  </a:lnTo>
                  <a:lnTo>
                    <a:pt x="246637" y="135392"/>
                  </a:lnTo>
                  <a:lnTo>
                    <a:pt x="247387" y="134977"/>
                  </a:lnTo>
                  <a:lnTo>
                    <a:pt x="247581" y="134742"/>
                  </a:lnTo>
                  <a:lnTo>
                    <a:pt x="247953" y="134254"/>
                  </a:lnTo>
                  <a:lnTo>
                    <a:pt x="249020" y="133395"/>
                  </a:lnTo>
                  <a:lnTo>
                    <a:pt x="249285" y="133274"/>
                  </a:lnTo>
                  <a:lnTo>
                    <a:pt x="250223" y="133307"/>
                  </a:lnTo>
                  <a:lnTo>
                    <a:pt x="250351" y="133267"/>
                  </a:lnTo>
                  <a:lnTo>
                    <a:pt x="251165" y="132600"/>
                  </a:lnTo>
                  <a:lnTo>
                    <a:pt x="251657" y="132139"/>
                  </a:lnTo>
                  <a:lnTo>
                    <a:pt x="252276" y="132121"/>
                  </a:lnTo>
                  <a:lnTo>
                    <a:pt x="252431" y="132145"/>
                  </a:lnTo>
                  <a:lnTo>
                    <a:pt x="253446" y="133593"/>
                  </a:lnTo>
                  <a:lnTo>
                    <a:pt x="254877" y="132994"/>
                  </a:lnTo>
                  <a:lnTo>
                    <a:pt x="255198" y="132885"/>
                  </a:lnTo>
                  <a:lnTo>
                    <a:pt x="255465" y="132788"/>
                  </a:lnTo>
                  <a:lnTo>
                    <a:pt x="255833" y="132643"/>
                  </a:lnTo>
                  <a:lnTo>
                    <a:pt x="255977" y="132557"/>
                  </a:lnTo>
                  <a:lnTo>
                    <a:pt x="256098" y="132410"/>
                  </a:lnTo>
                  <a:lnTo>
                    <a:pt x="257663" y="131871"/>
                  </a:lnTo>
                  <a:lnTo>
                    <a:pt x="258980" y="132762"/>
                  </a:lnTo>
                  <a:lnTo>
                    <a:pt x="259243" y="132833"/>
                  </a:lnTo>
                  <a:lnTo>
                    <a:pt x="259540" y="132891"/>
                  </a:lnTo>
                  <a:lnTo>
                    <a:pt x="259746" y="132905"/>
                  </a:lnTo>
                  <a:lnTo>
                    <a:pt x="260126" y="132892"/>
                  </a:lnTo>
                  <a:lnTo>
                    <a:pt x="260566" y="132789"/>
                  </a:lnTo>
                  <a:lnTo>
                    <a:pt x="260991" y="131982"/>
                  </a:lnTo>
                  <a:lnTo>
                    <a:pt x="262828" y="131873"/>
                  </a:lnTo>
                  <a:lnTo>
                    <a:pt x="263197" y="131701"/>
                  </a:lnTo>
                  <a:lnTo>
                    <a:pt x="263399" y="131508"/>
                  </a:lnTo>
                  <a:lnTo>
                    <a:pt x="263661" y="131567"/>
                  </a:lnTo>
                  <a:lnTo>
                    <a:pt x="263802" y="131863"/>
                  </a:lnTo>
                  <a:lnTo>
                    <a:pt x="263427" y="132048"/>
                  </a:lnTo>
                  <a:lnTo>
                    <a:pt x="262401" y="132237"/>
                  </a:lnTo>
                  <a:lnTo>
                    <a:pt x="257915" y="131962"/>
                  </a:lnTo>
                  <a:lnTo>
                    <a:pt x="257145" y="131699"/>
                  </a:lnTo>
                  <a:lnTo>
                    <a:pt x="256463" y="131690"/>
                  </a:lnTo>
                  <a:lnTo>
                    <a:pt x="256388" y="131974"/>
                  </a:lnTo>
                  <a:lnTo>
                    <a:pt x="256248" y="132427"/>
                  </a:lnTo>
                  <a:lnTo>
                    <a:pt x="255853" y="132756"/>
                  </a:lnTo>
                  <a:lnTo>
                    <a:pt x="255323" y="132985"/>
                  </a:lnTo>
                  <a:lnTo>
                    <a:pt x="255102" y="133048"/>
                  </a:lnTo>
                  <a:lnTo>
                    <a:pt x="254925" y="133112"/>
                  </a:lnTo>
                  <a:lnTo>
                    <a:pt x="254215" y="133625"/>
                  </a:lnTo>
                  <a:lnTo>
                    <a:pt x="253529" y="133796"/>
                  </a:lnTo>
                  <a:lnTo>
                    <a:pt x="252263" y="132337"/>
                  </a:lnTo>
                  <a:lnTo>
                    <a:pt x="251319" y="133150"/>
                  </a:lnTo>
                  <a:lnTo>
                    <a:pt x="250645" y="133546"/>
                  </a:lnTo>
                  <a:lnTo>
                    <a:pt x="250179" y="133638"/>
                  </a:lnTo>
                  <a:lnTo>
                    <a:pt x="249887" y="133712"/>
                  </a:lnTo>
                  <a:lnTo>
                    <a:pt x="248866" y="134104"/>
                  </a:lnTo>
                  <a:lnTo>
                    <a:pt x="248375" y="134901"/>
                  </a:lnTo>
                  <a:lnTo>
                    <a:pt x="248207" y="134997"/>
                  </a:lnTo>
                  <a:lnTo>
                    <a:pt x="247972" y="135166"/>
                  </a:lnTo>
                  <a:lnTo>
                    <a:pt x="247465" y="135425"/>
                  </a:lnTo>
                  <a:lnTo>
                    <a:pt x="246907" y="135729"/>
                  </a:lnTo>
                  <a:lnTo>
                    <a:pt x="246741" y="136093"/>
                  </a:lnTo>
                  <a:lnTo>
                    <a:pt x="245900" y="136572"/>
                  </a:lnTo>
                  <a:lnTo>
                    <a:pt x="245933" y="136769"/>
                  </a:lnTo>
                  <a:lnTo>
                    <a:pt x="246889" y="137435"/>
                  </a:lnTo>
                  <a:lnTo>
                    <a:pt x="248042" y="138197"/>
                  </a:lnTo>
                  <a:lnTo>
                    <a:pt x="247863" y="139100"/>
                  </a:lnTo>
                  <a:lnTo>
                    <a:pt x="247005" y="139283"/>
                  </a:lnTo>
                  <a:lnTo>
                    <a:pt x="246563" y="139209"/>
                  </a:lnTo>
                  <a:lnTo>
                    <a:pt x="245667" y="139240"/>
                  </a:lnTo>
                  <a:lnTo>
                    <a:pt x="245340" y="139293"/>
                  </a:lnTo>
                  <a:lnTo>
                    <a:pt x="244788" y="139462"/>
                  </a:lnTo>
                  <a:lnTo>
                    <a:pt x="244593" y="139507"/>
                  </a:lnTo>
                  <a:lnTo>
                    <a:pt x="244187" y="139597"/>
                  </a:lnTo>
                  <a:lnTo>
                    <a:pt x="243873" y="139648"/>
                  </a:lnTo>
                  <a:lnTo>
                    <a:pt x="243248" y="139288"/>
                  </a:lnTo>
                  <a:lnTo>
                    <a:pt x="242787" y="138924"/>
                  </a:lnTo>
                  <a:lnTo>
                    <a:pt x="242522" y="138940"/>
                  </a:lnTo>
                  <a:lnTo>
                    <a:pt x="242380" y="138972"/>
                  </a:lnTo>
                  <a:lnTo>
                    <a:pt x="241793" y="139241"/>
                  </a:lnTo>
                  <a:lnTo>
                    <a:pt x="241808" y="139500"/>
                  </a:lnTo>
                  <a:lnTo>
                    <a:pt x="241793" y="139762"/>
                  </a:lnTo>
                  <a:lnTo>
                    <a:pt x="241672" y="140034"/>
                  </a:lnTo>
                  <a:lnTo>
                    <a:pt x="240992" y="141584"/>
                  </a:lnTo>
                  <a:lnTo>
                    <a:pt x="240494" y="141781"/>
                  </a:lnTo>
                  <a:lnTo>
                    <a:pt x="240302" y="141801"/>
                  </a:lnTo>
                  <a:lnTo>
                    <a:pt x="240137" y="141783"/>
                  </a:lnTo>
                  <a:lnTo>
                    <a:pt x="239953" y="141783"/>
                  </a:lnTo>
                  <a:lnTo>
                    <a:pt x="239712" y="141770"/>
                  </a:lnTo>
                  <a:lnTo>
                    <a:pt x="238654" y="141549"/>
                  </a:lnTo>
                  <a:lnTo>
                    <a:pt x="238235" y="141629"/>
                  </a:lnTo>
                  <a:lnTo>
                    <a:pt x="237122" y="143630"/>
                  </a:lnTo>
                  <a:lnTo>
                    <a:pt x="237113" y="143815"/>
                  </a:lnTo>
                  <a:lnTo>
                    <a:pt x="237057" y="143963"/>
                  </a:lnTo>
                  <a:lnTo>
                    <a:pt x="236335" y="144577"/>
                  </a:lnTo>
                  <a:lnTo>
                    <a:pt x="235640" y="144289"/>
                  </a:lnTo>
                  <a:lnTo>
                    <a:pt x="235032" y="144478"/>
                  </a:lnTo>
                  <a:lnTo>
                    <a:pt x="235447" y="145707"/>
                  </a:lnTo>
                  <a:lnTo>
                    <a:pt x="235472" y="146116"/>
                  </a:lnTo>
                  <a:lnTo>
                    <a:pt x="234557" y="146755"/>
                  </a:lnTo>
                  <a:lnTo>
                    <a:pt x="232403" y="145422"/>
                  </a:lnTo>
                  <a:lnTo>
                    <a:pt x="232120" y="145509"/>
                  </a:lnTo>
                  <a:lnTo>
                    <a:pt x="231817" y="145684"/>
                  </a:lnTo>
                  <a:lnTo>
                    <a:pt x="231547" y="145851"/>
                  </a:lnTo>
                  <a:lnTo>
                    <a:pt x="231183" y="146027"/>
                  </a:lnTo>
                  <a:lnTo>
                    <a:pt x="228299" y="145753"/>
                  </a:lnTo>
                  <a:lnTo>
                    <a:pt x="228299" y="146030"/>
                  </a:lnTo>
                  <a:lnTo>
                    <a:pt x="227613" y="147514"/>
                  </a:lnTo>
                  <a:lnTo>
                    <a:pt x="227801" y="147782"/>
                  </a:lnTo>
                  <a:lnTo>
                    <a:pt x="227769" y="147972"/>
                  </a:lnTo>
                  <a:lnTo>
                    <a:pt x="227445" y="148016"/>
                  </a:lnTo>
                  <a:lnTo>
                    <a:pt x="227289" y="147879"/>
                  </a:lnTo>
                  <a:lnTo>
                    <a:pt x="227252" y="147708"/>
                  </a:lnTo>
                  <a:lnTo>
                    <a:pt x="226135" y="147537"/>
                  </a:lnTo>
                  <a:lnTo>
                    <a:pt x="225669" y="147683"/>
                  </a:lnTo>
                  <a:lnTo>
                    <a:pt x="225064" y="147911"/>
                  </a:lnTo>
                  <a:lnTo>
                    <a:pt x="224476" y="148080"/>
                  </a:lnTo>
                  <a:lnTo>
                    <a:pt x="224200" y="148123"/>
                  </a:lnTo>
                  <a:lnTo>
                    <a:pt x="223647" y="148300"/>
                  </a:lnTo>
                  <a:lnTo>
                    <a:pt x="223483" y="148347"/>
                  </a:lnTo>
                  <a:lnTo>
                    <a:pt x="223289" y="148402"/>
                  </a:lnTo>
                  <a:lnTo>
                    <a:pt x="222990" y="148490"/>
                  </a:lnTo>
                  <a:lnTo>
                    <a:pt x="222593" y="148907"/>
                  </a:lnTo>
                  <a:lnTo>
                    <a:pt x="222127" y="149170"/>
                  </a:lnTo>
                  <a:lnTo>
                    <a:pt x="220848" y="150165"/>
                  </a:lnTo>
                  <a:lnTo>
                    <a:pt x="221125" y="150164"/>
                  </a:lnTo>
                  <a:lnTo>
                    <a:pt x="221254" y="150197"/>
                  </a:lnTo>
                  <a:lnTo>
                    <a:pt x="221422" y="150313"/>
                  </a:lnTo>
                  <a:lnTo>
                    <a:pt x="221635" y="150601"/>
                  </a:lnTo>
                  <a:lnTo>
                    <a:pt x="221452" y="150515"/>
                  </a:lnTo>
                  <a:lnTo>
                    <a:pt x="221274" y="150381"/>
                  </a:lnTo>
                  <a:lnTo>
                    <a:pt x="221126" y="150335"/>
                  </a:lnTo>
                  <a:lnTo>
                    <a:pt x="220555" y="150369"/>
                  </a:lnTo>
                  <a:lnTo>
                    <a:pt x="220313" y="150284"/>
                  </a:lnTo>
                  <a:lnTo>
                    <a:pt x="219960" y="150402"/>
                  </a:lnTo>
                  <a:lnTo>
                    <a:pt x="219718" y="150477"/>
                  </a:lnTo>
                  <a:lnTo>
                    <a:pt x="219538" y="150545"/>
                  </a:lnTo>
                  <a:lnTo>
                    <a:pt x="219286" y="150641"/>
                  </a:lnTo>
                  <a:lnTo>
                    <a:pt x="218593" y="151240"/>
                  </a:lnTo>
                  <a:lnTo>
                    <a:pt x="218797" y="151317"/>
                  </a:lnTo>
                  <a:lnTo>
                    <a:pt x="219077" y="151391"/>
                  </a:lnTo>
                  <a:lnTo>
                    <a:pt x="219495" y="151672"/>
                  </a:lnTo>
                  <a:lnTo>
                    <a:pt x="219407" y="151761"/>
                  </a:lnTo>
                  <a:lnTo>
                    <a:pt x="219204" y="151654"/>
                  </a:lnTo>
                  <a:lnTo>
                    <a:pt x="219051" y="151603"/>
                  </a:lnTo>
                  <a:lnTo>
                    <a:pt x="218587" y="151460"/>
                  </a:lnTo>
                  <a:lnTo>
                    <a:pt x="218456" y="151498"/>
                  </a:lnTo>
                  <a:lnTo>
                    <a:pt x="218281" y="151496"/>
                  </a:lnTo>
                  <a:lnTo>
                    <a:pt x="218021" y="151317"/>
                  </a:lnTo>
                  <a:lnTo>
                    <a:pt x="217746" y="151296"/>
                  </a:lnTo>
                  <a:lnTo>
                    <a:pt x="216986" y="151525"/>
                  </a:lnTo>
                  <a:lnTo>
                    <a:pt x="216643" y="151654"/>
                  </a:lnTo>
                  <a:lnTo>
                    <a:pt x="215881" y="152334"/>
                  </a:lnTo>
                  <a:lnTo>
                    <a:pt x="215955" y="152664"/>
                  </a:lnTo>
                  <a:lnTo>
                    <a:pt x="216058" y="153045"/>
                  </a:lnTo>
                  <a:lnTo>
                    <a:pt x="216499" y="153234"/>
                  </a:lnTo>
                  <a:lnTo>
                    <a:pt x="217052" y="153399"/>
                  </a:lnTo>
                  <a:lnTo>
                    <a:pt x="217470" y="153527"/>
                  </a:lnTo>
                  <a:lnTo>
                    <a:pt x="217887" y="153649"/>
                  </a:lnTo>
                  <a:lnTo>
                    <a:pt x="218096" y="153639"/>
                  </a:lnTo>
                  <a:lnTo>
                    <a:pt x="218600" y="154133"/>
                  </a:lnTo>
                  <a:lnTo>
                    <a:pt x="218997" y="154289"/>
                  </a:lnTo>
                  <a:lnTo>
                    <a:pt x="218914" y="154426"/>
                  </a:lnTo>
                  <a:lnTo>
                    <a:pt x="218605" y="154425"/>
                  </a:lnTo>
                  <a:lnTo>
                    <a:pt x="218324" y="154666"/>
                  </a:lnTo>
                  <a:lnTo>
                    <a:pt x="218190" y="154902"/>
                  </a:lnTo>
                  <a:lnTo>
                    <a:pt x="217955" y="155233"/>
                  </a:lnTo>
                  <a:lnTo>
                    <a:pt x="217806" y="155353"/>
                  </a:lnTo>
                  <a:lnTo>
                    <a:pt x="217415" y="155642"/>
                  </a:lnTo>
                  <a:lnTo>
                    <a:pt x="217001" y="155770"/>
                  </a:lnTo>
                  <a:lnTo>
                    <a:pt x="216287" y="155783"/>
                  </a:lnTo>
                  <a:lnTo>
                    <a:pt x="216057" y="155724"/>
                  </a:lnTo>
                  <a:lnTo>
                    <a:pt x="215890" y="155682"/>
                  </a:lnTo>
                  <a:lnTo>
                    <a:pt x="215218" y="155251"/>
                  </a:lnTo>
                  <a:lnTo>
                    <a:pt x="214200" y="155291"/>
                  </a:lnTo>
                  <a:lnTo>
                    <a:pt x="213551" y="155520"/>
                  </a:lnTo>
                  <a:lnTo>
                    <a:pt x="212784" y="155799"/>
                  </a:lnTo>
                  <a:lnTo>
                    <a:pt x="212111" y="155808"/>
                  </a:lnTo>
                  <a:lnTo>
                    <a:pt x="211786" y="155744"/>
                  </a:lnTo>
                  <a:lnTo>
                    <a:pt x="211422" y="155647"/>
                  </a:lnTo>
                  <a:lnTo>
                    <a:pt x="210932" y="154896"/>
                  </a:lnTo>
                  <a:lnTo>
                    <a:pt x="210197" y="155030"/>
                  </a:lnTo>
                  <a:lnTo>
                    <a:pt x="209878" y="155704"/>
                  </a:lnTo>
                  <a:lnTo>
                    <a:pt x="209658" y="155978"/>
                  </a:lnTo>
                  <a:lnTo>
                    <a:pt x="209464" y="156224"/>
                  </a:lnTo>
                  <a:lnTo>
                    <a:pt x="209208" y="156590"/>
                  </a:lnTo>
                  <a:lnTo>
                    <a:pt x="207793" y="157869"/>
                  </a:lnTo>
                  <a:lnTo>
                    <a:pt x="207188" y="158258"/>
                  </a:lnTo>
                  <a:lnTo>
                    <a:pt x="207040" y="158365"/>
                  </a:lnTo>
                  <a:lnTo>
                    <a:pt x="204745" y="159334"/>
                  </a:lnTo>
                  <a:lnTo>
                    <a:pt x="203251" y="161173"/>
                  </a:lnTo>
                  <a:lnTo>
                    <a:pt x="201192" y="163454"/>
                  </a:lnTo>
                  <a:lnTo>
                    <a:pt x="199768" y="164103"/>
                  </a:lnTo>
                  <a:lnTo>
                    <a:pt x="195851" y="166449"/>
                  </a:lnTo>
                  <a:lnTo>
                    <a:pt x="193554" y="168578"/>
                  </a:lnTo>
                  <a:lnTo>
                    <a:pt x="192555" y="171295"/>
                  </a:lnTo>
                  <a:lnTo>
                    <a:pt x="192817" y="170607"/>
                  </a:lnTo>
                  <a:lnTo>
                    <a:pt x="192592" y="169882"/>
                  </a:lnTo>
                  <a:lnTo>
                    <a:pt x="187204" y="173158"/>
                  </a:lnTo>
                  <a:lnTo>
                    <a:pt x="187126" y="173347"/>
                  </a:lnTo>
                  <a:lnTo>
                    <a:pt x="190247" y="172379"/>
                  </a:lnTo>
                  <a:lnTo>
                    <a:pt x="190219" y="172528"/>
                  </a:lnTo>
                  <a:lnTo>
                    <a:pt x="189978" y="173035"/>
                  </a:lnTo>
                  <a:lnTo>
                    <a:pt x="189438" y="173339"/>
                  </a:lnTo>
                  <a:lnTo>
                    <a:pt x="186795" y="174137"/>
                  </a:lnTo>
                  <a:lnTo>
                    <a:pt x="185771" y="174953"/>
                  </a:lnTo>
                  <a:lnTo>
                    <a:pt x="185823" y="177807"/>
                  </a:lnTo>
                  <a:lnTo>
                    <a:pt x="186035" y="178485"/>
                  </a:lnTo>
                  <a:lnTo>
                    <a:pt x="185285" y="181147"/>
                  </a:lnTo>
                  <a:lnTo>
                    <a:pt x="183537" y="183819"/>
                  </a:lnTo>
                  <a:lnTo>
                    <a:pt x="182853" y="184831"/>
                  </a:lnTo>
                  <a:lnTo>
                    <a:pt x="182859" y="184968"/>
                  </a:lnTo>
                  <a:lnTo>
                    <a:pt x="184462" y="186882"/>
                  </a:lnTo>
                  <a:lnTo>
                    <a:pt x="184688" y="187815"/>
                  </a:lnTo>
                  <a:lnTo>
                    <a:pt x="184699" y="187943"/>
                  </a:lnTo>
                  <a:lnTo>
                    <a:pt x="185291" y="188537"/>
                  </a:lnTo>
                  <a:lnTo>
                    <a:pt x="185655" y="188395"/>
                  </a:lnTo>
                  <a:lnTo>
                    <a:pt x="185572" y="188243"/>
                  </a:lnTo>
                  <a:lnTo>
                    <a:pt x="185479" y="188115"/>
                  </a:lnTo>
                  <a:lnTo>
                    <a:pt x="185350" y="188041"/>
                  </a:lnTo>
                  <a:lnTo>
                    <a:pt x="185287" y="187224"/>
                  </a:lnTo>
                  <a:lnTo>
                    <a:pt x="185228" y="186648"/>
                  </a:lnTo>
                  <a:lnTo>
                    <a:pt x="187594" y="189181"/>
                  </a:lnTo>
                  <a:lnTo>
                    <a:pt x="187653" y="190091"/>
                  </a:lnTo>
                  <a:lnTo>
                    <a:pt x="187508" y="190512"/>
                  </a:lnTo>
                  <a:lnTo>
                    <a:pt x="186557" y="190411"/>
                  </a:lnTo>
                  <a:lnTo>
                    <a:pt x="186215" y="190375"/>
                  </a:lnTo>
                  <a:lnTo>
                    <a:pt x="185890" y="190342"/>
                  </a:lnTo>
                  <a:lnTo>
                    <a:pt x="185399" y="190291"/>
                  </a:lnTo>
                  <a:lnTo>
                    <a:pt x="184944" y="190244"/>
                  </a:lnTo>
                  <a:lnTo>
                    <a:pt x="184430" y="190191"/>
                  </a:lnTo>
                  <a:lnTo>
                    <a:pt x="183980" y="190148"/>
                  </a:lnTo>
                  <a:lnTo>
                    <a:pt x="183741" y="190122"/>
                  </a:lnTo>
                  <a:lnTo>
                    <a:pt x="183574" y="190103"/>
                  </a:lnTo>
                  <a:lnTo>
                    <a:pt x="183201" y="190065"/>
                  </a:lnTo>
                  <a:lnTo>
                    <a:pt x="182688" y="190013"/>
                  </a:lnTo>
                  <a:lnTo>
                    <a:pt x="182119" y="189954"/>
                  </a:lnTo>
                  <a:lnTo>
                    <a:pt x="181396" y="189881"/>
                  </a:lnTo>
                  <a:lnTo>
                    <a:pt x="180834" y="189767"/>
                  </a:lnTo>
                  <a:lnTo>
                    <a:pt x="180896" y="189421"/>
                  </a:lnTo>
                  <a:lnTo>
                    <a:pt x="180879" y="188287"/>
                  </a:lnTo>
                  <a:lnTo>
                    <a:pt x="180755" y="187176"/>
                  </a:lnTo>
                  <a:lnTo>
                    <a:pt x="180810" y="186860"/>
                  </a:lnTo>
                  <a:lnTo>
                    <a:pt x="181161" y="185430"/>
                  </a:lnTo>
                  <a:lnTo>
                    <a:pt x="181177" y="185208"/>
                  </a:lnTo>
                  <a:lnTo>
                    <a:pt x="179706" y="183937"/>
                  </a:lnTo>
                  <a:lnTo>
                    <a:pt x="179447" y="184009"/>
                  </a:lnTo>
                  <a:lnTo>
                    <a:pt x="179177" y="184154"/>
                  </a:lnTo>
                  <a:lnTo>
                    <a:pt x="178627" y="185012"/>
                  </a:lnTo>
                  <a:lnTo>
                    <a:pt x="178626" y="185188"/>
                  </a:lnTo>
                  <a:lnTo>
                    <a:pt x="178409" y="186257"/>
                  </a:lnTo>
                  <a:lnTo>
                    <a:pt x="178447" y="186706"/>
                  </a:lnTo>
                  <a:lnTo>
                    <a:pt x="177646" y="188994"/>
                  </a:lnTo>
                  <a:lnTo>
                    <a:pt x="177518" y="189076"/>
                  </a:lnTo>
                  <a:lnTo>
                    <a:pt x="176871" y="189418"/>
                  </a:lnTo>
                  <a:lnTo>
                    <a:pt x="176130" y="189344"/>
                  </a:lnTo>
                  <a:lnTo>
                    <a:pt x="175668" y="189297"/>
                  </a:lnTo>
                  <a:lnTo>
                    <a:pt x="176648" y="188416"/>
                  </a:lnTo>
                  <a:lnTo>
                    <a:pt x="177332" y="188049"/>
                  </a:lnTo>
                  <a:lnTo>
                    <a:pt x="177620" y="187812"/>
                  </a:lnTo>
                  <a:lnTo>
                    <a:pt x="178570" y="184869"/>
                  </a:lnTo>
                  <a:lnTo>
                    <a:pt x="178686" y="184649"/>
                  </a:lnTo>
                  <a:lnTo>
                    <a:pt x="178792" y="184479"/>
                  </a:lnTo>
                  <a:close/>
                  <a:moveTo>
                    <a:pt x="184756" y="188762"/>
                  </a:moveTo>
                  <a:lnTo>
                    <a:pt x="184655" y="188523"/>
                  </a:lnTo>
                  <a:lnTo>
                    <a:pt x="184334" y="188137"/>
                  </a:lnTo>
                  <a:lnTo>
                    <a:pt x="184095" y="188127"/>
                  </a:lnTo>
                  <a:lnTo>
                    <a:pt x="184086" y="188262"/>
                  </a:lnTo>
                  <a:lnTo>
                    <a:pt x="184169" y="188398"/>
                  </a:lnTo>
                  <a:lnTo>
                    <a:pt x="184516" y="188825"/>
                  </a:lnTo>
                  <a:close/>
                  <a:moveTo>
                    <a:pt x="182223" y="184804"/>
                  </a:moveTo>
                  <a:lnTo>
                    <a:pt x="182425" y="184762"/>
                  </a:lnTo>
                  <a:lnTo>
                    <a:pt x="182774" y="184366"/>
                  </a:lnTo>
                  <a:lnTo>
                    <a:pt x="182730" y="183972"/>
                  </a:lnTo>
                  <a:lnTo>
                    <a:pt x="182517" y="184064"/>
                  </a:lnTo>
                  <a:lnTo>
                    <a:pt x="182186" y="184314"/>
                  </a:lnTo>
                  <a:lnTo>
                    <a:pt x="182122" y="184522"/>
                  </a:lnTo>
                  <a:close/>
                  <a:moveTo>
                    <a:pt x="183377" y="183196"/>
                  </a:moveTo>
                  <a:lnTo>
                    <a:pt x="183512" y="183393"/>
                  </a:lnTo>
                  <a:close/>
                  <a:moveTo>
                    <a:pt x="185744" y="176160"/>
                  </a:moveTo>
                  <a:lnTo>
                    <a:pt x="185560" y="176287"/>
                  </a:lnTo>
                  <a:lnTo>
                    <a:pt x="185554" y="176454"/>
                  </a:lnTo>
                  <a:lnTo>
                    <a:pt x="185605" y="176626"/>
                  </a:lnTo>
                  <a:lnTo>
                    <a:pt x="185734" y="176767"/>
                  </a:lnTo>
                  <a:close/>
                  <a:moveTo>
                    <a:pt x="200164" y="163795"/>
                  </a:moveTo>
                  <a:close/>
                  <a:moveTo>
                    <a:pt x="208749" y="156524"/>
                  </a:moveTo>
                  <a:lnTo>
                    <a:pt x="208883" y="156556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4805034" y="4619689"/>
              <a:ext cx="183419" cy="202385"/>
            </a:xfrm>
            <a:custGeom>
              <a:avLst/>
              <a:pathLst>
                <a:path w="183419" h="202385">
                  <a:moveTo>
                    <a:pt x="182879" y="182879"/>
                  </a:moveTo>
                  <a:lnTo>
                    <a:pt x="183299" y="183495"/>
                  </a:lnTo>
                  <a:lnTo>
                    <a:pt x="183419" y="183839"/>
                  </a:lnTo>
                  <a:lnTo>
                    <a:pt x="183221" y="183744"/>
                  </a:lnTo>
                  <a:lnTo>
                    <a:pt x="182914" y="183525"/>
                  </a:lnTo>
                  <a:lnTo>
                    <a:pt x="182737" y="183386"/>
                  </a:lnTo>
                  <a:lnTo>
                    <a:pt x="182436" y="183133"/>
                  </a:lnTo>
                  <a:lnTo>
                    <a:pt x="181876" y="182812"/>
                  </a:lnTo>
                  <a:lnTo>
                    <a:pt x="181172" y="182628"/>
                  </a:lnTo>
                  <a:lnTo>
                    <a:pt x="180807" y="182701"/>
                  </a:lnTo>
                  <a:lnTo>
                    <a:pt x="180669" y="183271"/>
                  </a:lnTo>
                  <a:lnTo>
                    <a:pt x="180829" y="183142"/>
                  </a:lnTo>
                  <a:lnTo>
                    <a:pt x="181062" y="183196"/>
                  </a:lnTo>
                  <a:lnTo>
                    <a:pt x="181190" y="183448"/>
                  </a:lnTo>
                  <a:lnTo>
                    <a:pt x="181416" y="183537"/>
                  </a:lnTo>
                  <a:lnTo>
                    <a:pt x="181905" y="183643"/>
                  </a:lnTo>
                  <a:lnTo>
                    <a:pt x="182246" y="183718"/>
                  </a:lnTo>
                  <a:lnTo>
                    <a:pt x="182452" y="183876"/>
                  </a:lnTo>
                  <a:lnTo>
                    <a:pt x="182618" y="184079"/>
                  </a:lnTo>
                  <a:lnTo>
                    <a:pt x="182722" y="184291"/>
                  </a:lnTo>
                  <a:lnTo>
                    <a:pt x="182610" y="184510"/>
                  </a:lnTo>
                  <a:lnTo>
                    <a:pt x="182504" y="184670"/>
                  </a:lnTo>
                  <a:lnTo>
                    <a:pt x="182269" y="184963"/>
                  </a:lnTo>
                  <a:lnTo>
                    <a:pt x="182054" y="185131"/>
                  </a:lnTo>
                  <a:lnTo>
                    <a:pt x="181787" y="185384"/>
                  </a:lnTo>
                  <a:lnTo>
                    <a:pt x="181419" y="185741"/>
                  </a:lnTo>
                  <a:lnTo>
                    <a:pt x="181199" y="185869"/>
                  </a:lnTo>
                  <a:lnTo>
                    <a:pt x="180910" y="185993"/>
                  </a:lnTo>
                  <a:lnTo>
                    <a:pt x="180698" y="186102"/>
                  </a:lnTo>
                  <a:lnTo>
                    <a:pt x="180565" y="186180"/>
                  </a:lnTo>
                  <a:lnTo>
                    <a:pt x="180485" y="186352"/>
                  </a:lnTo>
                  <a:lnTo>
                    <a:pt x="180789" y="186431"/>
                  </a:lnTo>
                  <a:lnTo>
                    <a:pt x="180899" y="186576"/>
                  </a:lnTo>
                  <a:lnTo>
                    <a:pt x="180951" y="186927"/>
                  </a:lnTo>
                  <a:lnTo>
                    <a:pt x="180794" y="187127"/>
                  </a:lnTo>
                  <a:lnTo>
                    <a:pt x="180329" y="187251"/>
                  </a:lnTo>
                  <a:lnTo>
                    <a:pt x="180050" y="187229"/>
                  </a:lnTo>
                  <a:lnTo>
                    <a:pt x="179287" y="187492"/>
                  </a:lnTo>
                  <a:lnTo>
                    <a:pt x="179146" y="187737"/>
                  </a:lnTo>
                  <a:lnTo>
                    <a:pt x="178843" y="187796"/>
                  </a:lnTo>
                  <a:lnTo>
                    <a:pt x="178435" y="187730"/>
                  </a:lnTo>
                  <a:lnTo>
                    <a:pt x="178066" y="187621"/>
                  </a:lnTo>
                  <a:lnTo>
                    <a:pt x="177799" y="187451"/>
                  </a:lnTo>
                  <a:lnTo>
                    <a:pt x="177520" y="187144"/>
                  </a:lnTo>
                  <a:lnTo>
                    <a:pt x="177255" y="187015"/>
                  </a:lnTo>
                  <a:lnTo>
                    <a:pt x="176999" y="186980"/>
                  </a:lnTo>
                  <a:lnTo>
                    <a:pt x="176781" y="187220"/>
                  </a:lnTo>
                  <a:lnTo>
                    <a:pt x="176774" y="187483"/>
                  </a:lnTo>
                  <a:lnTo>
                    <a:pt x="177045" y="188351"/>
                  </a:lnTo>
                  <a:lnTo>
                    <a:pt x="176749" y="188642"/>
                  </a:lnTo>
                  <a:lnTo>
                    <a:pt x="176069" y="189183"/>
                  </a:lnTo>
                  <a:lnTo>
                    <a:pt x="176068" y="189433"/>
                  </a:lnTo>
                  <a:lnTo>
                    <a:pt x="175964" y="189720"/>
                  </a:lnTo>
                  <a:lnTo>
                    <a:pt x="175705" y="189817"/>
                  </a:lnTo>
                  <a:lnTo>
                    <a:pt x="175501" y="189857"/>
                  </a:lnTo>
                  <a:lnTo>
                    <a:pt x="175024" y="189804"/>
                  </a:lnTo>
                  <a:lnTo>
                    <a:pt x="174755" y="190006"/>
                  </a:lnTo>
                  <a:lnTo>
                    <a:pt x="174748" y="190138"/>
                  </a:lnTo>
                  <a:lnTo>
                    <a:pt x="174942" y="190696"/>
                  </a:lnTo>
                  <a:lnTo>
                    <a:pt x="175016" y="190876"/>
                  </a:lnTo>
                  <a:lnTo>
                    <a:pt x="175131" y="191149"/>
                  </a:lnTo>
                  <a:lnTo>
                    <a:pt x="175479" y="191531"/>
                  </a:lnTo>
                  <a:lnTo>
                    <a:pt x="176022" y="192319"/>
                  </a:lnTo>
                  <a:lnTo>
                    <a:pt x="175951" y="192645"/>
                  </a:lnTo>
                  <a:lnTo>
                    <a:pt x="175823" y="192955"/>
                  </a:lnTo>
                  <a:lnTo>
                    <a:pt x="175809" y="193121"/>
                  </a:lnTo>
                  <a:lnTo>
                    <a:pt x="175730" y="193316"/>
                  </a:lnTo>
                  <a:lnTo>
                    <a:pt x="175322" y="193462"/>
                  </a:lnTo>
                  <a:lnTo>
                    <a:pt x="174884" y="193800"/>
                  </a:lnTo>
                  <a:lnTo>
                    <a:pt x="174868" y="194258"/>
                  </a:lnTo>
                  <a:lnTo>
                    <a:pt x="174813" y="194498"/>
                  </a:lnTo>
                  <a:lnTo>
                    <a:pt x="174637" y="194816"/>
                  </a:lnTo>
                  <a:lnTo>
                    <a:pt x="174617" y="195378"/>
                  </a:lnTo>
                  <a:lnTo>
                    <a:pt x="174496" y="195571"/>
                  </a:lnTo>
                  <a:lnTo>
                    <a:pt x="174121" y="195723"/>
                  </a:lnTo>
                  <a:lnTo>
                    <a:pt x="174397" y="196555"/>
                  </a:lnTo>
                  <a:lnTo>
                    <a:pt x="174161" y="196839"/>
                  </a:lnTo>
                  <a:lnTo>
                    <a:pt x="174029" y="196878"/>
                  </a:lnTo>
                  <a:lnTo>
                    <a:pt x="173896" y="196924"/>
                  </a:lnTo>
                  <a:lnTo>
                    <a:pt x="173724" y="197037"/>
                  </a:lnTo>
                  <a:lnTo>
                    <a:pt x="173529" y="197182"/>
                  </a:lnTo>
                  <a:lnTo>
                    <a:pt x="173233" y="197451"/>
                  </a:lnTo>
                  <a:lnTo>
                    <a:pt x="172965" y="197909"/>
                  </a:lnTo>
                  <a:lnTo>
                    <a:pt x="172899" y="198065"/>
                  </a:lnTo>
                  <a:lnTo>
                    <a:pt x="172837" y="198302"/>
                  </a:lnTo>
                  <a:lnTo>
                    <a:pt x="172771" y="198450"/>
                  </a:lnTo>
                  <a:lnTo>
                    <a:pt x="172609" y="198680"/>
                  </a:lnTo>
                  <a:lnTo>
                    <a:pt x="172112" y="199176"/>
                  </a:lnTo>
                  <a:lnTo>
                    <a:pt x="171908" y="199448"/>
                  </a:lnTo>
                  <a:lnTo>
                    <a:pt x="172350" y="199482"/>
                  </a:lnTo>
                  <a:lnTo>
                    <a:pt x="172528" y="199503"/>
                  </a:lnTo>
                  <a:lnTo>
                    <a:pt x="172907" y="199710"/>
                  </a:lnTo>
                  <a:lnTo>
                    <a:pt x="172706" y="199860"/>
                  </a:lnTo>
                  <a:lnTo>
                    <a:pt x="172327" y="200186"/>
                  </a:lnTo>
                  <a:lnTo>
                    <a:pt x="172188" y="200965"/>
                  </a:lnTo>
                  <a:lnTo>
                    <a:pt x="172352" y="201354"/>
                  </a:lnTo>
                  <a:lnTo>
                    <a:pt x="172713" y="201226"/>
                  </a:lnTo>
                  <a:lnTo>
                    <a:pt x="172893" y="201433"/>
                  </a:lnTo>
                  <a:lnTo>
                    <a:pt x="172641" y="201522"/>
                  </a:lnTo>
                  <a:lnTo>
                    <a:pt x="172502" y="201572"/>
                  </a:lnTo>
                  <a:lnTo>
                    <a:pt x="172406" y="202098"/>
                  </a:lnTo>
                  <a:lnTo>
                    <a:pt x="172087" y="202385"/>
                  </a:lnTo>
                  <a:lnTo>
                    <a:pt x="171827" y="202245"/>
                  </a:lnTo>
                  <a:lnTo>
                    <a:pt x="171677" y="202076"/>
                  </a:lnTo>
                  <a:lnTo>
                    <a:pt x="171361" y="201669"/>
                  </a:lnTo>
                  <a:lnTo>
                    <a:pt x="171316" y="201496"/>
                  </a:lnTo>
                  <a:lnTo>
                    <a:pt x="171238" y="201138"/>
                  </a:lnTo>
                  <a:lnTo>
                    <a:pt x="171300" y="200884"/>
                  </a:lnTo>
                  <a:lnTo>
                    <a:pt x="171333" y="200756"/>
                  </a:lnTo>
                  <a:lnTo>
                    <a:pt x="171390" y="200507"/>
                  </a:lnTo>
                  <a:lnTo>
                    <a:pt x="171454" y="200263"/>
                  </a:lnTo>
                  <a:lnTo>
                    <a:pt x="171509" y="200130"/>
                  </a:lnTo>
                  <a:lnTo>
                    <a:pt x="171513" y="199808"/>
                  </a:lnTo>
                  <a:lnTo>
                    <a:pt x="171547" y="199378"/>
                  </a:lnTo>
                  <a:lnTo>
                    <a:pt x="171744" y="199208"/>
                  </a:lnTo>
                  <a:lnTo>
                    <a:pt x="172129" y="198569"/>
                  </a:lnTo>
                  <a:lnTo>
                    <a:pt x="172263" y="198334"/>
                  </a:lnTo>
                  <a:lnTo>
                    <a:pt x="172369" y="198181"/>
                  </a:lnTo>
                  <a:lnTo>
                    <a:pt x="172497" y="197973"/>
                  </a:lnTo>
                  <a:lnTo>
                    <a:pt x="172636" y="197673"/>
                  </a:lnTo>
                  <a:lnTo>
                    <a:pt x="172738" y="197376"/>
                  </a:lnTo>
                  <a:lnTo>
                    <a:pt x="172852" y="197164"/>
                  </a:lnTo>
                  <a:lnTo>
                    <a:pt x="173073" y="196961"/>
                  </a:lnTo>
                  <a:lnTo>
                    <a:pt x="173602" y="196686"/>
                  </a:lnTo>
                  <a:lnTo>
                    <a:pt x="173453" y="196525"/>
                  </a:lnTo>
                  <a:lnTo>
                    <a:pt x="173244" y="196210"/>
                  </a:lnTo>
                  <a:lnTo>
                    <a:pt x="173227" y="196043"/>
                  </a:lnTo>
                  <a:lnTo>
                    <a:pt x="173258" y="195909"/>
                  </a:lnTo>
                  <a:lnTo>
                    <a:pt x="173343" y="195578"/>
                  </a:lnTo>
                  <a:lnTo>
                    <a:pt x="173415" y="195387"/>
                  </a:lnTo>
                  <a:lnTo>
                    <a:pt x="173626" y="195241"/>
                  </a:lnTo>
                  <a:lnTo>
                    <a:pt x="173768" y="195198"/>
                  </a:lnTo>
                  <a:lnTo>
                    <a:pt x="173523" y="194880"/>
                  </a:lnTo>
                  <a:lnTo>
                    <a:pt x="173530" y="194658"/>
                  </a:lnTo>
                  <a:lnTo>
                    <a:pt x="173569" y="194502"/>
                  </a:lnTo>
                  <a:lnTo>
                    <a:pt x="173838" y="194125"/>
                  </a:lnTo>
                  <a:lnTo>
                    <a:pt x="174423" y="193282"/>
                  </a:lnTo>
                  <a:lnTo>
                    <a:pt x="174671" y="193091"/>
                  </a:lnTo>
                  <a:lnTo>
                    <a:pt x="175035" y="193003"/>
                  </a:lnTo>
                  <a:lnTo>
                    <a:pt x="175235" y="193030"/>
                  </a:lnTo>
                  <a:lnTo>
                    <a:pt x="175199" y="192826"/>
                  </a:lnTo>
                  <a:lnTo>
                    <a:pt x="175311" y="192459"/>
                  </a:lnTo>
                  <a:lnTo>
                    <a:pt x="175259" y="192090"/>
                  </a:lnTo>
                  <a:lnTo>
                    <a:pt x="175203" y="191868"/>
                  </a:lnTo>
                  <a:lnTo>
                    <a:pt x="175016" y="191572"/>
                  </a:lnTo>
                  <a:lnTo>
                    <a:pt x="174838" y="191296"/>
                  </a:lnTo>
                  <a:lnTo>
                    <a:pt x="174696" y="191321"/>
                  </a:lnTo>
                  <a:lnTo>
                    <a:pt x="174546" y="190840"/>
                  </a:lnTo>
                  <a:lnTo>
                    <a:pt x="174456" y="190539"/>
                  </a:lnTo>
                  <a:lnTo>
                    <a:pt x="174408" y="190324"/>
                  </a:lnTo>
                  <a:lnTo>
                    <a:pt x="174375" y="190140"/>
                  </a:lnTo>
                  <a:lnTo>
                    <a:pt x="174448" y="189592"/>
                  </a:lnTo>
                  <a:lnTo>
                    <a:pt x="174670" y="189402"/>
                  </a:lnTo>
                  <a:lnTo>
                    <a:pt x="174878" y="189391"/>
                  </a:lnTo>
                  <a:lnTo>
                    <a:pt x="175382" y="189172"/>
                  </a:lnTo>
                  <a:lnTo>
                    <a:pt x="175680" y="189351"/>
                  </a:lnTo>
                  <a:lnTo>
                    <a:pt x="175757" y="189125"/>
                  </a:lnTo>
                  <a:lnTo>
                    <a:pt x="176539" y="188239"/>
                  </a:lnTo>
                  <a:lnTo>
                    <a:pt x="176553" y="188098"/>
                  </a:lnTo>
                  <a:lnTo>
                    <a:pt x="176382" y="187512"/>
                  </a:lnTo>
                  <a:lnTo>
                    <a:pt x="176352" y="187338"/>
                  </a:lnTo>
                  <a:lnTo>
                    <a:pt x="176392" y="187126"/>
                  </a:lnTo>
                  <a:lnTo>
                    <a:pt x="176614" y="186722"/>
                  </a:lnTo>
                  <a:lnTo>
                    <a:pt x="176967" y="186485"/>
                  </a:lnTo>
                  <a:lnTo>
                    <a:pt x="177220" y="186462"/>
                  </a:lnTo>
                  <a:lnTo>
                    <a:pt x="177351" y="186501"/>
                  </a:lnTo>
                  <a:lnTo>
                    <a:pt x="177671" y="186788"/>
                  </a:lnTo>
                  <a:lnTo>
                    <a:pt x="177792" y="186945"/>
                  </a:lnTo>
                  <a:lnTo>
                    <a:pt x="178329" y="187430"/>
                  </a:lnTo>
                  <a:lnTo>
                    <a:pt x="178583" y="187439"/>
                  </a:lnTo>
                  <a:lnTo>
                    <a:pt x="178968" y="187220"/>
                  </a:lnTo>
                  <a:lnTo>
                    <a:pt x="179233" y="186926"/>
                  </a:lnTo>
                  <a:lnTo>
                    <a:pt x="179694" y="186838"/>
                  </a:lnTo>
                  <a:lnTo>
                    <a:pt x="179827" y="186798"/>
                  </a:lnTo>
                  <a:lnTo>
                    <a:pt x="180311" y="186104"/>
                  </a:lnTo>
                  <a:lnTo>
                    <a:pt x="180484" y="185928"/>
                  </a:lnTo>
                  <a:lnTo>
                    <a:pt x="180659" y="185803"/>
                  </a:lnTo>
                  <a:lnTo>
                    <a:pt x="180824" y="185767"/>
                  </a:lnTo>
                  <a:lnTo>
                    <a:pt x="180971" y="185732"/>
                  </a:lnTo>
                  <a:lnTo>
                    <a:pt x="181205" y="185531"/>
                  </a:lnTo>
                  <a:lnTo>
                    <a:pt x="181454" y="185186"/>
                  </a:lnTo>
                  <a:lnTo>
                    <a:pt x="181592" y="185068"/>
                  </a:lnTo>
                  <a:lnTo>
                    <a:pt x="181814" y="184902"/>
                  </a:lnTo>
                  <a:lnTo>
                    <a:pt x="181964" y="184759"/>
                  </a:lnTo>
                  <a:lnTo>
                    <a:pt x="182064" y="184534"/>
                  </a:lnTo>
                  <a:lnTo>
                    <a:pt x="181947" y="184331"/>
                  </a:lnTo>
                  <a:lnTo>
                    <a:pt x="181815" y="184220"/>
                  </a:lnTo>
                  <a:lnTo>
                    <a:pt x="181547" y="184110"/>
                  </a:lnTo>
                  <a:lnTo>
                    <a:pt x="181172" y="184054"/>
                  </a:lnTo>
                  <a:lnTo>
                    <a:pt x="180897" y="183990"/>
                  </a:lnTo>
                  <a:lnTo>
                    <a:pt x="180488" y="183832"/>
                  </a:lnTo>
                  <a:lnTo>
                    <a:pt x="180322" y="183722"/>
                  </a:lnTo>
                  <a:lnTo>
                    <a:pt x="180110" y="183404"/>
                  </a:lnTo>
                  <a:lnTo>
                    <a:pt x="180106" y="183260"/>
                  </a:lnTo>
                  <a:lnTo>
                    <a:pt x="180122" y="183030"/>
                  </a:lnTo>
                  <a:lnTo>
                    <a:pt x="180204" y="182887"/>
                  </a:lnTo>
                  <a:lnTo>
                    <a:pt x="180480" y="182515"/>
                  </a:lnTo>
                  <a:lnTo>
                    <a:pt x="180761" y="182360"/>
                  </a:lnTo>
                  <a:lnTo>
                    <a:pt x="180933" y="182300"/>
                  </a:lnTo>
                  <a:lnTo>
                    <a:pt x="181180" y="182236"/>
                  </a:lnTo>
                  <a:lnTo>
                    <a:pt x="181745" y="182291"/>
                  </a:lnTo>
                  <a:lnTo>
                    <a:pt x="182066" y="182442"/>
                  </a:lnTo>
                  <a:lnTo>
                    <a:pt x="182220" y="18255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4971514" y="4560214"/>
              <a:ext cx="200983" cy="206054"/>
            </a:xfrm>
            <a:custGeom>
              <a:avLst/>
              <a:pathLst>
                <a:path w="200983" h="206054">
                  <a:moveTo>
                    <a:pt x="182879" y="182879"/>
                  </a:moveTo>
                  <a:lnTo>
                    <a:pt x="182922" y="183436"/>
                  </a:lnTo>
                  <a:lnTo>
                    <a:pt x="182776" y="183625"/>
                  </a:lnTo>
                  <a:lnTo>
                    <a:pt x="182665" y="183752"/>
                  </a:lnTo>
                  <a:lnTo>
                    <a:pt x="182542" y="183918"/>
                  </a:lnTo>
                  <a:lnTo>
                    <a:pt x="182456" y="184071"/>
                  </a:lnTo>
                  <a:lnTo>
                    <a:pt x="182459" y="184400"/>
                  </a:lnTo>
                  <a:lnTo>
                    <a:pt x="182400" y="184681"/>
                  </a:lnTo>
                  <a:lnTo>
                    <a:pt x="182274" y="185043"/>
                  </a:lnTo>
                  <a:lnTo>
                    <a:pt x="182225" y="185283"/>
                  </a:lnTo>
                  <a:lnTo>
                    <a:pt x="181941" y="185656"/>
                  </a:lnTo>
                  <a:lnTo>
                    <a:pt x="181806" y="185828"/>
                  </a:lnTo>
                  <a:lnTo>
                    <a:pt x="181863" y="186477"/>
                  </a:lnTo>
                  <a:lnTo>
                    <a:pt x="182444" y="187095"/>
                  </a:lnTo>
                  <a:lnTo>
                    <a:pt x="182469" y="187501"/>
                  </a:lnTo>
                  <a:lnTo>
                    <a:pt x="182442" y="187661"/>
                  </a:lnTo>
                  <a:lnTo>
                    <a:pt x="182326" y="188032"/>
                  </a:lnTo>
                  <a:lnTo>
                    <a:pt x="182163" y="188366"/>
                  </a:lnTo>
                  <a:lnTo>
                    <a:pt x="182176" y="188596"/>
                  </a:lnTo>
                  <a:lnTo>
                    <a:pt x="182183" y="189117"/>
                  </a:lnTo>
                  <a:lnTo>
                    <a:pt x="182708" y="189648"/>
                  </a:lnTo>
                  <a:lnTo>
                    <a:pt x="182749" y="189878"/>
                  </a:lnTo>
                  <a:lnTo>
                    <a:pt x="182759" y="190006"/>
                  </a:lnTo>
                  <a:lnTo>
                    <a:pt x="182877" y="190187"/>
                  </a:lnTo>
                  <a:lnTo>
                    <a:pt x="182797" y="190507"/>
                  </a:lnTo>
                  <a:lnTo>
                    <a:pt x="183055" y="190570"/>
                  </a:lnTo>
                  <a:lnTo>
                    <a:pt x="183389" y="190605"/>
                  </a:lnTo>
                  <a:lnTo>
                    <a:pt x="183589" y="190617"/>
                  </a:lnTo>
                  <a:lnTo>
                    <a:pt x="183877" y="190627"/>
                  </a:lnTo>
                  <a:lnTo>
                    <a:pt x="184311" y="190724"/>
                  </a:lnTo>
                  <a:lnTo>
                    <a:pt x="184541" y="190778"/>
                  </a:lnTo>
                  <a:lnTo>
                    <a:pt x="184872" y="191238"/>
                  </a:lnTo>
                  <a:lnTo>
                    <a:pt x="184952" y="191430"/>
                  </a:lnTo>
                  <a:lnTo>
                    <a:pt x="185091" y="191905"/>
                  </a:lnTo>
                  <a:lnTo>
                    <a:pt x="185113" y="192226"/>
                  </a:lnTo>
                  <a:lnTo>
                    <a:pt x="185504" y="192769"/>
                  </a:lnTo>
                  <a:lnTo>
                    <a:pt x="185748" y="193053"/>
                  </a:lnTo>
                  <a:lnTo>
                    <a:pt x="185870" y="193193"/>
                  </a:lnTo>
                  <a:lnTo>
                    <a:pt x="186059" y="193466"/>
                  </a:lnTo>
                  <a:lnTo>
                    <a:pt x="186396" y="193662"/>
                  </a:lnTo>
                  <a:lnTo>
                    <a:pt x="186659" y="193719"/>
                  </a:lnTo>
                  <a:lnTo>
                    <a:pt x="187101" y="193867"/>
                  </a:lnTo>
                  <a:lnTo>
                    <a:pt x="187351" y="193990"/>
                  </a:lnTo>
                  <a:lnTo>
                    <a:pt x="188023" y="194614"/>
                  </a:lnTo>
                  <a:lnTo>
                    <a:pt x="188252" y="194927"/>
                  </a:lnTo>
                  <a:lnTo>
                    <a:pt x="188441" y="195192"/>
                  </a:lnTo>
                  <a:lnTo>
                    <a:pt x="188645" y="195246"/>
                  </a:lnTo>
                  <a:lnTo>
                    <a:pt x="188741" y="195399"/>
                  </a:lnTo>
                  <a:lnTo>
                    <a:pt x="188794" y="195593"/>
                  </a:lnTo>
                  <a:lnTo>
                    <a:pt x="188819" y="196226"/>
                  </a:lnTo>
                  <a:lnTo>
                    <a:pt x="189249" y="196186"/>
                  </a:lnTo>
                  <a:lnTo>
                    <a:pt x="189640" y="196127"/>
                  </a:lnTo>
                  <a:lnTo>
                    <a:pt x="189774" y="195982"/>
                  </a:lnTo>
                  <a:lnTo>
                    <a:pt x="189917" y="195810"/>
                  </a:lnTo>
                  <a:lnTo>
                    <a:pt x="190135" y="195533"/>
                  </a:lnTo>
                  <a:lnTo>
                    <a:pt x="190323" y="195460"/>
                  </a:lnTo>
                  <a:lnTo>
                    <a:pt x="190554" y="195398"/>
                  </a:lnTo>
                  <a:lnTo>
                    <a:pt x="190841" y="195413"/>
                  </a:lnTo>
                  <a:lnTo>
                    <a:pt x="191357" y="195873"/>
                  </a:lnTo>
                  <a:lnTo>
                    <a:pt x="191582" y="196381"/>
                  </a:lnTo>
                  <a:lnTo>
                    <a:pt x="191437" y="196528"/>
                  </a:lnTo>
                  <a:lnTo>
                    <a:pt x="191000" y="197151"/>
                  </a:lnTo>
                  <a:lnTo>
                    <a:pt x="190812" y="197320"/>
                  </a:lnTo>
                  <a:lnTo>
                    <a:pt x="190548" y="197804"/>
                  </a:lnTo>
                  <a:lnTo>
                    <a:pt x="190785" y="197983"/>
                  </a:lnTo>
                  <a:lnTo>
                    <a:pt x="190859" y="198199"/>
                  </a:lnTo>
                  <a:lnTo>
                    <a:pt x="190941" y="198355"/>
                  </a:lnTo>
                  <a:lnTo>
                    <a:pt x="191117" y="198542"/>
                  </a:lnTo>
                  <a:lnTo>
                    <a:pt x="191552" y="198811"/>
                  </a:lnTo>
                  <a:lnTo>
                    <a:pt x="191957" y="198915"/>
                  </a:lnTo>
                  <a:lnTo>
                    <a:pt x="192742" y="198935"/>
                  </a:lnTo>
                  <a:lnTo>
                    <a:pt x="192994" y="198692"/>
                  </a:lnTo>
                  <a:lnTo>
                    <a:pt x="193461" y="198246"/>
                  </a:lnTo>
                  <a:lnTo>
                    <a:pt x="193502" y="197946"/>
                  </a:lnTo>
                  <a:lnTo>
                    <a:pt x="193136" y="197554"/>
                  </a:lnTo>
                  <a:lnTo>
                    <a:pt x="192969" y="197166"/>
                  </a:lnTo>
                  <a:lnTo>
                    <a:pt x="192747" y="196965"/>
                  </a:lnTo>
                  <a:lnTo>
                    <a:pt x="192531" y="196505"/>
                  </a:lnTo>
                  <a:lnTo>
                    <a:pt x="192524" y="196341"/>
                  </a:lnTo>
                  <a:lnTo>
                    <a:pt x="192606" y="196080"/>
                  </a:lnTo>
                  <a:lnTo>
                    <a:pt x="192787" y="195791"/>
                  </a:lnTo>
                  <a:lnTo>
                    <a:pt x="193215" y="195323"/>
                  </a:lnTo>
                  <a:lnTo>
                    <a:pt x="193365" y="195211"/>
                  </a:lnTo>
                  <a:lnTo>
                    <a:pt x="193502" y="195152"/>
                  </a:lnTo>
                  <a:lnTo>
                    <a:pt x="193697" y="195090"/>
                  </a:lnTo>
                  <a:lnTo>
                    <a:pt x="193958" y="195017"/>
                  </a:lnTo>
                  <a:lnTo>
                    <a:pt x="194118" y="194985"/>
                  </a:lnTo>
                  <a:lnTo>
                    <a:pt x="194376" y="194975"/>
                  </a:lnTo>
                  <a:lnTo>
                    <a:pt x="194546" y="194998"/>
                  </a:lnTo>
                  <a:lnTo>
                    <a:pt x="194745" y="195041"/>
                  </a:lnTo>
                  <a:lnTo>
                    <a:pt x="195128" y="195223"/>
                  </a:lnTo>
                  <a:lnTo>
                    <a:pt x="195490" y="195522"/>
                  </a:lnTo>
                  <a:lnTo>
                    <a:pt x="195652" y="195808"/>
                  </a:lnTo>
                  <a:lnTo>
                    <a:pt x="195673" y="196048"/>
                  </a:lnTo>
                  <a:lnTo>
                    <a:pt x="195609" y="196267"/>
                  </a:lnTo>
                  <a:lnTo>
                    <a:pt x="195248" y="196706"/>
                  </a:lnTo>
                  <a:lnTo>
                    <a:pt x="195203" y="197343"/>
                  </a:lnTo>
                  <a:lnTo>
                    <a:pt x="195498" y="197632"/>
                  </a:lnTo>
                  <a:lnTo>
                    <a:pt x="195661" y="197812"/>
                  </a:lnTo>
                  <a:lnTo>
                    <a:pt x="195765" y="197994"/>
                  </a:lnTo>
                  <a:lnTo>
                    <a:pt x="195793" y="198373"/>
                  </a:lnTo>
                  <a:lnTo>
                    <a:pt x="195767" y="198547"/>
                  </a:lnTo>
                  <a:lnTo>
                    <a:pt x="195792" y="199122"/>
                  </a:lnTo>
                  <a:lnTo>
                    <a:pt x="195993" y="199431"/>
                  </a:lnTo>
                  <a:lnTo>
                    <a:pt x="196404" y="199782"/>
                  </a:lnTo>
                  <a:lnTo>
                    <a:pt x="196577" y="199920"/>
                  </a:lnTo>
                  <a:lnTo>
                    <a:pt x="196843" y="200180"/>
                  </a:lnTo>
                  <a:lnTo>
                    <a:pt x="196947" y="200317"/>
                  </a:lnTo>
                  <a:lnTo>
                    <a:pt x="196974" y="200668"/>
                  </a:lnTo>
                  <a:lnTo>
                    <a:pt x="197030" y="200995"/>
                  </a:lnTo>
                  <a:lnTo>
                    <a:pt x="196941" y="201286"/>
                  </a:lnTo>
                  <a:lnTo>
                    <a:pt x="196940" y="201603"/>
                  </a:lnTo>
                  <a:lnTo>
                    <a:pt x="197188" y="202092"/>
                  </a:lnTo>
                  <a:lnTo>
                    <a:pt x="197452" y="202225"/>
                  </a:lnTo>
                  <a:lnTo>
                    <a:pt x="197838" y="202303"/>
                  </a:lnTo>
                  <a:lnTo>
                    <a:pt x="198042" y="202318"/>
                  </a:lnTo>
                  <a:lnTo>
                    <a:pt x="198268" y="202386"/>
                  </a:lnTo>
                  <a:lnTo>
                    <a:pt x="198528" y="202529"/>
                  </a:lnTo>
                  <a:lnTo>
                    <a:pt x="198123" y="203171"/>
                  </a:lnTo>
                  <a:lnTo>
                    <a:pt x="197882" y="203984"/>
                  </a:lnTo>
                  <a:lnTo>
                    <a:pt x="197726" y="204636"/>
                  </a:lnTo>
                  <a:lnTo>
                    <a:pt x="197830" y="204973"/>
                  </a:lnTo>
                  <a:lnTo>
                    <a:pt x="197953" y="205125"/>
                  </a:lnTo>
                  <a:lnTo>
                    <a:pt x="198309" y="205302"/>
                  </a:lnTo>
                  <a:lnTo>
                    <a:pt x="198609" y="205285"/>
                  </a:lnTo>
                  <a:lnTo>
                    <a:pt x="198742" y="205245"/>
                  </a:lnTo>
                  <a:lnTo>
                    <a:pt x="199178" y="205163"/>
                  </a:lnTo>
                  <a:lnTo>
                    <a:pt x="199476" y="205158"/>
                  </a:lnTo>
                  <a:lnTo>
                    <a:pt x="199943" y="205297"/>
                  </a:lnTo>
                  <a:lnTo>
                    <a:pt x="200091" y="205338"/>
                  </a:lnTo>
                  <a:lnTo>
                    <a:pt x="200226" y="205395"/>
                  </a:lnTo>
                  <a:lnTo>
                    <a:pt x="200358" y="205490"/>
                  </a:lnTo>
                  <a:lnTo>
                    <a:pt x="200556" y="205613"/>
                  </a:lnTo>
                  <a:lnTo>
                    <a:pt x="200827" y="205671"/>
                  </a:lnTo>
                  <a:lnTo>
                    <a:pt x="200983" y="206054"/>
                  </a:lnTo>
                  <a:lnTo>
                    <a:pt x="200675" y="205810"/>
                  </a:lnTo>
                  <a:lnTo>
                    <a:pt x="200322" y="205613"/>
                  </a:lnTo>
                  <a:lnTo>
                    <a:pt x="200086" y="205500"/>
                  </a:lnTo>
                  <a:lnTo>
                    <a:pt x="199859" y="205419"/>
                  </a:lnTo>
                  <a:lnTo>
                    <a:pt x="199676" y="205368"/>
                  </a:lnTo>
                  <a:lnTo>
                    <a:pt x="199328" y="205318"/>
                  </a:lnTo>
                  <a:lnTo>
                    <a:pt x="199161" y="205360"/>
                  </a:lnTo>
                  <a:lnTo>
                    <a:pt x="198889" y="205410"/>
                  </a:lnTo>
                  <a:lnTo>
                    <a:pt x="198538" y="205369"/>
                  </a:lnTo>
                  <a:lnTo>
                    <a:pt x="198099" y="205369"/>
                  </a:lnTo>
                  <a:lnTo>
                    <a:pt x="197764" y="205130"/>
                  </a:lnTo>
                  <a:lnTo>
                    <a:pt x="197621" y="204957"/>
                  </a:lnTo>
                  <a:lnTo>
                    <a:pt x="197527" y="204784"/>
                  </a:lnTo>
                  <a:lnTo>
                    <a:pt x="197459" y="204541"/>
                  </a:lnTo>
                  <a:lnTo>
                    <a:pt x="197387" y="204396"/>
                  </a:lnTo>
                  <a:lnTo>
                    <a:pt x="197347" y="204267"/>
                  </a:lnTo>
                  <a:lnTo>
                    <a:pt x="197318" y="203981"/>
                  </a:lnTo>
                  <a:lnTo>
                    <a:pt x="197331" y="203851"/>
                  </a:lnTo>
                  <a:lnTo>
                    <a:pt x="197498" y="203350"/>
                  </a:lnTo>
                  <a:lnTo>
                    <a:pt x="197485" y="203220"/>
                  </a:lnTo>
                  <a:lnTo>
                    <a:pt x="197517" y="202885"/>
                  </a:lnTo>
                  <a:lnTo>
                    <a:pt x="197362" y="202313"/>
                  </a:lnTo>
                  <a:lnTo>
                    <a:pt x="197228" y="202319"/>
                  </a:lnTo>
                  <a:lnTo>
                    <a:pt x="196837" y="201983"/>
                  </a:lnTo>
                  <a:lnTo>
                    <a:pt x="196774" y="201855"/>
                  </a:lnTo>
                  <a:lnTo>
                    <a:pt x="196678" y="201603"/>
                  </a:lnTo>
                  <a:lnTo>
                    <a:pt x="196627" y="201037"/>
                  </a:lnTo>
                  <a:lnTo>
                    <a:pt x="196554" y="200804"/>
                  </a:lnTo>
                  <a:lnTo>
                    <a:pt x="196457" y="200518"/>
                  </a:lnTo>
                  <a:lnTo>
                    <a:pt x="196345" y="200230"/>
                  </a:lnTo>
                  <a:lnTo>
                    <a:pt x="196124" y="199836"/>
                  </a:lnTo>
                  <a:lnTo>
                    <a:pt x="195644" y="199371"/>
                  </a:lnTo>
                  <a:lnTo>
                    <a:pt x="195701" y="199187"/>
                  </a:lnTo>
                  <a:lnTo>
                    <a:pt x="195660" y="198998"/>
                  </a:lnTo>
                  <a:lnTo>
                    <a:pt x="195583" y="198799"/>
                  </a:lnTo>
                  <a:lnTo>
                    <a:pt x="195632" y="198519"/>
                  </a:lnTo>
                  <a:lnTo>
                    <a:pt x="195521" y="197978"/>
                  </a:lnTo>
                  <a:lnTo>
                    <a:pt x="195398" y="197767"/>
                  </a:lnTo>
                  <a:lnTo>
                    <a:pt x="195289" y="197610"/>
                  </a:lnTo>
                  <a:lnTo>
                    <a:pt x="195044" y="197432"/>
                  </a:lnTo>
                  <a:lnTo>
                    <a:pt x="194923" y="197153"/>
                  </a:lnTo>
                  <a:lnTo>
                    <a:pt x="194919" y="197006"/>
                  </a:lnTo>
                  <a:lnTo>
                    <a:pt x="194993" y="196808"/>
                  </a:lnTo>
                  <a:lnTo>
                    <a:pt x="195104" y="196620"/>
                  </a:lnTo>
                  <a:lnTo>
                    <a:pt x="195300" y="196370"/>
                  </a:lnTo>
                  <a:lnTo>
                    <a:pt x="195419" y="196170"/>
                  </a:lnTo>
                  <a:lnTo>
                    <a:pt x="195267" y="195553"/>
                  </a:lnTo>
                  <a:lnTo>
                    <a:pt x="195089" y="195451"/>
                  </a:lnTo>
                  <a:lnTo>
                    <a:pt x="194745" y="195326"/>
                  </a:lnTo>
                  <a:lnTo>
                    <a:pt x="194603" y="195306"/>
                  </a:lnTo>
                  <a:lnTo>
                    <a:pt x="194392" y="195298"/>
                  </a:lnTo>
                  <a:lnTo>
                    <a:pt x="193401" y="195543"/>
                  </a:lnTo>
                  <a:lnTo>
                    <a:pt x="193254" y="195678"/>
                  </a:lnTo>
                  <a:lnTo>
                    <a:pt x="193114" y="195850"/>
                  </a:lnTo>
                  <a:lnTo>
                    <a:pt x="193007" y="196025"/>
                  </a:lnTo>
                  <a:lnTo>
                    <a:pt x="192926" y="196693"/>
                  </a:lnTo>
                  <a:lnTo>
                    <a:pt x="193005" y="196964"/>
                  </a:lnTo>
                  <a:lnTo>
                    <a:pt x="193461" y="197448"/>
                  </a:lnTo>
                  <a:lnTo>
                    <a:pt x="193574" y="197720"/>
                  </a:lnTo>
                  <a:lnTo>
                    <a:pt x="193625" y="197859"/>
                  </a:lnTo>
                  <a:lnTo>
                    <a:pt x="193631" y="198073"/>
                  </a:lnTo>
                  <a:lnTo>
                    <a:pt x="193581" y="198254"/>
                  </a:lnTo>
                  <a:lnTo>
                    <a:pt x="193440" y="198468"/>
                  </a:lnTo>
                  <a:lnTo>
                    <a:pt x="193297" y="198676"/>
                  </a:lnTo>
                  <a:lnTo>
                    <a:pt x="193192" y="198858"/>
                  </a:lnTo>
                  <a:lnTo>
                    <a:pt x="192890" y="199092"/>
                  </a:lnTo>
                  <a:lnTo>
                    <a:pt x="192760" y="199124"/>
                  </a:lnTo>
                  <a:lnTo>
                    <a:pt x="192629" y="199132"/>
                  </a:lnTo>
                  <a:lnTo>
                    <a:pt x="192242" y="199196"/>
                  </a:lnTo>
                  <a:lnTo>
                    <a:pt x="192092" y="199192"/>
                  </a:lnTo>
                  <a:lnTo>
                    <a:pt x="191712" y="199143"/>
                  </a:lnTo>
                  <a:lnTo>
                    <a:pt x="191519" y="199091"/>
                  </a:lnTo>
                  <a:lnTo>
                    <a:pt x="191211" y="198952"/>
                  </a:lnTo>
                  <a:lnTo>
                    <a:pt x="190955" y="198712"/>
                  </a:lnTo>
                  <a:lnTo>
                    <a:pt x="190732" y="198395"/>
                  </a:lnTo>
                  <a:lnTo>
                    <a:pt x="190513" y="198060"/>
                  </a:lnTo>
                  <a:lnTo>
                    <a:pt x="190445" y="197881"/>
                  </a:lnTo>
                  <a:lnTo>
                    <a:pt x="190440" y="197567"/>
                  </a:lnTo>
                  <a:lnTo>
                    <a:pt x="190852" y="197068"/>
                  </a:lnTo>
                  <a:lnTo>
                    <a:pt x="191086" y="196840"/>
                  </a:lnTo>
                  <a:lnTo>
                    <a:pt x="191303" y="196509"/>
                  </a:lnTo>
                  <a:lnTo>
                    <a:pt x="191388" y="196087"/>
                  </a:lnTo>
                  <a:lnTo>
                    <a:pt x="191238" y="195877"/>
                  </a:lnTo>
                  <a:lnTo>
                    <a:pt x="191061" y="195751"/>
                  </a:lnTo>
                  <a:lnTo>
                    <a:pt x="190912" y="195697"/>
                  </a:lnTo>
                  <a:lnTo>
                    <a:pt x="190620" y="195490"/>
                  </a:lnTo>
                  <a:lnTo>
                    <a:pt x="189507" y="196355"/>
                  </a:lnTo>
                  <a:lnTo>
                    <a:pt x="189202" y="196364"/>
                  </a:lnTo>
                  <a:lnTo>
                    <a:pt x="188809" y="196303"/>
                  </a:lnTo>
                  <a:lnTo>
                    <a:pt x="188654" y="195731"/>
                  </a:lnTo>
                  <a:lnTo>
                    <a:pt x="188489" y="195624"/>
                  </a:lnTo>
                  <a:lnTo>
                    <a:pt x="188366" y="195479"/>
                  </a:lnTo>
                  <a:lnTo>
                    <a:pt x="188274" y="195269"/>
                  </a:lnTo>
                  <a:lnTo>
                    <a:pt x="188001" y="194899"/>
                  </a:lnTo>
                  <a:lnTo>
                    <a:pt x="187510" y="194475"/>
                  </a:lnTo>
                  <a:lnTo>
                    <a:pt x="187371" y="194404"/>
                  </a:lnTo>
                  <a:lnTo>
                    <a:pt x="187167" y="194241"/>
                  </a:lnTo>
                  <a:lnTo>
                    <a:pt x="186859" y="194074"/>
                  </a:lnTo>
                  <a:lnTo>
                    <a:pt x="186370" y="193773"/>
                  </a:lnTo>
                  <a:lnTo>
                    <a:pt x="186188" y="193711"/>
                  </a:lnTo>
                  <a:lnTo>
                    <a:pt x="185874" y="193532"/>
                  </a:lnTo>
                  <a:lnTo>
                    <a:pt x="185532" y="193176"/>
                  </a:lnTo>
                  <a:lnTo>
                    <a:pt x="185345" y="193010"/>
                  </a:lnTo>
                  <a:lnTo>
                    <a:pt x="185295" y="192822"/>
                  </a:lnTo>
                  <a:lnTo>
                    <a:pt x="185124" y="192553"/>
                  </a:lnTo>
                  <a:lnTo>
                    <a:pt x="185003" y="192369"/>
                  </a:lnTo>
                  <a:lnTo>
                    <a:pt x="184932" y="192230"/>
                  </a:lnTo>
                  <a:lnTo>
                    <a:pt x="184755" y="191641"/>
                  </a:lnTo>
                  <a:lnTo>
                    <a:pt x="184671" y="191219"/>
                  </a:lnTo>
                  <a:lnTo>
                    <a:pt x="184442" y="190982"/>
                  </a:lnTo>
                  <a:lnTo>
                    <a:pt x="184206" y="190734"/>
                  </a:lnTo>
                  <a:lnTo>
                    <a:pt x="183852" y="190825"/>
                  </a:lnTo>
                  <a:lnTo>
                    <a:pt x="183478" y="190727"/>
                  </a:lnTo>
                  <a:lnTo>
                    <a:pt x="183045" y="190693"/>
                  </a:lnTo>
                  <a:lnTo>
                    <a:pt x="182659" y="190372"/>
                  </a:lnTo>
                  <a:lnTo>
                    <a:pt x="182679" y="190093"/>
                  </a:lnTo>
                  <a:lnTo>
                    <a:pt x="182267" y="189573"/>
                  </a:lnTo>
                  <a:lnTo>
                    <a:pt x="181970" y="189179"/>
                  </a:lnTo>
                  <a:lnTo>
                    <a:pt x="181859" y="189022"/>
                  </a:lnTo>
                  <a:lnTo>
                    <a:pt x="181865" y="188779"/>
                  </a:lnTo>
                  <a:lnTo>
                    <a:pt x="181892" y="188410"/>
                  </a:lnTo>
                  <a:lnTo>
                    <a:pt x="182061" y="188171"/>
                  </a:lnTo>
                  <a:lnTo>
                    <a:pt x="182181" y="187855"/>
                  </a:lnTo>
                  <a:lnTo>
                    <a:pt x="182273" y="187684"/>
                  </a:lnTo>
                  <a:lnTo>
                    <a:pt x="182337" y="187441"/>
                  </a:lnTo>
                  <a:lnTo>
                    <a:pt x="182306" y="187252"/>
                  </a:lnTo>
                  <a:lnTo>
                    <a:pt x="182258" y="187107"/>
                  </a:lnTo>
                  <a:lnTo>
                    <a:pt x="182167" y="186980"/>
                  </a:lnTo>
                  <a:lnTo>
                    <a:pt x="181912" y="186776"/>
                  </a:lnTo>
                  <a:lnTo>
                    <a:pt x="181799" y="186640"/>
                  </a:lnTo>
                  <a:lnTo>
                    <a:pt x="181650" y="186398"/>
                  </a:lnTo>
                  <a:lnTo>
                    <a:pt x="181807" y="185529"/>
                  </a:lnTo>
                  <a:lnTo>
                    <a:pt x="181974" y="185169"/>
                  </a:lnTo>
                  <a:lnTo>
                    <a:pt x="181930" y="185030"/>
                  </a:lnTo>
                  <a:lnTo>
                    <a:pt x="181960" y="184677"/>
                  </a:lnTo>
                  <a:lnTo>
                    <a:pt x="182018" y="184427"/>
                  </a:lnTo>
                  <a:lnTo>
                    <a:pt x="182394" y="183638"/>
                  </a:lnTo>
                  <a:lnTo>
                    <a:pt x="182462" y="183485"/>
                  </a:lnTo>
                  <a:lnTo>
                    <a:pt x="182568" y="183275"/>
                  </a:lnTo>
                  <a:lnTo>
                    <a:pt x="182398" y="183047"/>
                  </a:lnTo>
                  <a:lnTo>
                    <a:pt x="182305" y="182854"/>
                  </a:lnTo>
                  <a:lnTo>
                    <a:pt x="182366" y="182529"/>
                  </a:lnTo>
                  <a:lnTo>
                    <a:pt x="182509" y="182385"/>
                  </a:lnTo>
                  <a:lnTo>
                    <a:pt x="182711" y="182223"/>
                  </a:lnTo>
                  <a:lnTo>
                    <a:pt x="182971" y="182085"/>
                  </a:lnTo>
                  <a:lnTo>
                    <a:pt x="183151" y="181955"/>
                  </a:lnTo>
                  <a:lnTo>
                    <a:pt x="183218" y="181815"/>
                  </a:lnTo>
                  <a:lnTo>
                    <a:pt x="183343" y="181676"/>
                  </a:lnTo>
                  <a:lnTo>
                    <a:pt x="183448" y="181359"/>
                  </a:lnTo>
                  <a:lnTo>
                    <a:pt x="183550" y="181099"/>
                  </a:lnTo>
                  <a:lnTo>
                    <a:pt x="183488" y="180624"/>
                  </a:lnTo>
                  <a:lnTo>
                    <a:pt x="183658" y="180913"/>
                  </a:lnTo>
                  <a:lnTo>
                    <a:pt x="183531" y="181484"/>
                  </a:lnTo>
                  <a:lnTo>
                    <a:pt x="183402" y="181752"/>
                  </a:lnTo>
                  <a:lnTo>
                    <a:pt x="183140" y="182037"/>
                  </a:lnTo>
                  <a:close/>
                  <a:moveTo>
                    <a:pt x="197629" y="204278"/>
                  </a:moveTo>
                  <a:lnTo>
                    <a:pt x="197710" y="204082"/>
                  </a:lnTo>
                  <a:lnTo>
                    <a:pt x="197856" y="203711"/>
                  </a:lnTo>
                  <a:lnTo>
                    <a:pt x="197721" y="203484"/>
                  </a:lnTo>
                  <a:lnTo>
                    <a:pt x="197629" y="203613"/>
                  </a:lnTo>
                  <a:lnTo>
                    <a:pt x="197549" y="203820"/>
                  </a:lnTo>
                  <a:lnTo>
                    <a:pt x="197498" y="204024"/>
                  </a:lnTo>
                  <a:close/>
                  <a:moveTo>
                    <a:pt x="197894" y="203130"/>
                  </a:moveTo>
                  <a:lnTo>
                    <a:pt x="198400" y="202886"/>
                  </a:lnTo>
                  <a:lnTo>
                    <a:pt x="198388" y="202739"/>
                  </a:lnTo>
                  <a:lnTo>
                    <a:pt x="198247" y="202532"/>
                  </a:lnTo>
                  <a:lnTo>
                    <a:pt x="198012" y="202441"/>
                  </a:lnTo>
                  <a:lnTo>
                    <a:pt x="197842" y="202464"/>
                  </a:lnTo>
                  <a:lnTo>
                    <a:pt x="197752" y="202592"/>
                  </a:lnTo>
                  <a:lnTo>
                    <a:pt x="197639" y="203071"/>
                  </a:lnTo>
                  <a:lnTo>
                    <a:pt x="197719" y="203218"/>
                  </a:lnTo>
                  <a:close/>
                  <a:moveTo>
                    <a:pt x="196766" y="201115"/>
                  </a:moveTo>
                  <a:lnTo>
                    <a:pt x="196856" y="200896"/>
                  </a:lnTo>
                  <a:lnTo>
                    <a:pt x="196839" y="200560"/>
                  </a:lnTo>
                  <a:lnTo>
                    <a:pt x="196752" y="200346"/>
                  </a:lnTo>
                  <a:lnTo>
                    <a:pt x="196447" y="199929"/>
                  </a:lnTo>
                  <a:lnTo>
                    <a:pt x="196195" y="199885"/>
                  </a:lnTo>
                  <a:lnTo>
                    <a:pt x="196282" y="200044"/>
                  </a:lnTo>
                  <a:lnTo>
                    <a:pt x="196581" y="200768"/>
                  </a:lnTo>
                  <a:lnTo>
                    <a:pt x="196634" y="200927"/>
                  </a:lnTo>
                  <a:close/>
                  <a:moveTo>
                    <a:pt x="194313" y="195035"/>
                  </a:moveTo>
                  <a:lnTo>
                    <a:pt x="194146" y="195133"/>
                  </a:lnTo>
                  <a:lnTo>
                    <a:pt x="194392" y="195172"/>
                  </a:lnTo>
                  <a:lnTo>
                    <a:pt x="194610" y="195183"/>
                  </a:lnTo>
                  <a:lnTo>
                    <a:pt x="194676" y="195061"/>
                  </a:lnTo>
                  <a:lnTo>
                    <a:pt x="194485" y="195034"/>
                  </a:lnTo>
                  <a:close/>
                  <a:moveTo>
                    <a:pt x="182246" y="188037"/>
                  </a:moveTo>
                  <a:lnTo>
                    <a:pt x="182224" y="187834"/>
                  </a:lnTo>
                  <a:close/>
                  <a:moveTo>
                    <a:pt x="182400" y="184116"/>
                  </a:moveTo>
                  <a:lnTo>
                    <a:pt x="182101" y="184436"/>
                  </a:lnTo>
                  <a:lnTo>
                    <a:pt x="182033" y="184837"/>
                  </a:lnTo>
                  <a:close/>
                </a:path>
              </a:pathLst>
            </a:custGeom>
            <a:solidFill>
              <a:srgbClr val="EDEDED">
                <a:alpha val="100000"/>
              </a:srgbClr>
            </a:solidFill>
            <a:ln w="3252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l889"/>
            <p:cNvSpPr/>
            <p:nvPr/>
          </p:nvSpPr>
          <p:spPr>
            <a:xfrm>
              <a:off x="4348064" y="6706196"/>
              <a:ext cx="477" cy="414"/>
            </a:xfrm>
            <a:custGeom>
              <a:avLst/>
              <a:pathLst>
                <a:path w="477" h="414">
                  <a:moveTo>
                    <a:pt x="144" y="403"/>
                  </a:moveTo>
                  <a:lnTo>
                    <a:pt x="54" y="414"/>
                  </a:lnTo>
                  <a:lnTo>
                    <a:pt x="9" y="393"/>
                  </a:lnTo>
                  <a:lnTo>
                    <a:pt x="0" y="332"/>
                  </a:lnTo>
                  <a:lnTo>
                    <a:pt x="44" y="229"/>
                  </a:lnTo>
                  <a:lnTo>
                    <a:pt x="179" y="104"/>
                  </a:lnTo>
                  <a:lnTo>
                    <a:pt x="359" y="0"/>
                  </a:lnTo>
                  <a:lnTo>
                    <a:pt x="405" y="0"/>
                  </a:lnTo>
                  <a:lnTo>
                    <a:pt x="450" y="30"/>
                  </a:lnTo>
                  <a:lnTo>
                    <a:pt x="477" y="81"/>
                  </a:lnTo>
                  <a:lnTo>
                    <a:pt x="468" y="133"/>
                  </a:lnTo>
                  <a:lnTo>
                    <a:pt x="415" y="236"/>
                  </a:lnTo>
                  <a:lnTo>
                    <a:pt x="280" y="350"/>
                  </a:lnTo>
                  <a:lnTo>
                    <a:pt x="144" y="40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l890"/>
            <p:cNvSpPr/>
            <p:nvPr/>
          </p:nvSpPr>
          <p:spPr>
            <a:xfrm>
              <a:off x="4348928" y="6705326"/>
              <a:ext cx="405" cy="506"/>
            </a:xfrm>
            <a:custGeom>
              <a:avLst/>
              <a:pathLst>
                <a:path w="405" h="506">
                  <a:moveTo>
                    <a:pt x="145" y="505"/>
                  </a:moveTo>
                  <a:lnTo>
                    <a:pt x="54" y="506"/>
                  </a:lnTo>
                  <a:lnTo>
                    <a:pt x="46" y="498"/>
                  </a:lnTo>
                  <a:lnTo>
                    <a:pt x="9" y="465"/>
                  </a:lnTo>
                  <a:lnTo>
                    <a:pt x="0" y="414"/>
                  </a:lnTo>
                  <a:lnTo>
                    <a:pt x="8" y="362"/>
                  </a:lnTo>
                  <a:lnTo>
                    <a:pt x="115" y="156"/>
                  </a:lnTo>
                  <a:lnTo>
                    <a:pt x="251" y="31"/>
                  </a:lnTo>
                  <a:lnTo>
                    <a:pt x="341" y="0"/>
                  </a:lnTo>
                  <a:lnTo>
                    <a:pt x="386" y="40"/>
                  </a:lnTo>
                  <a:lnTo>
                    <a:pt x="405" y="92"/>
                  </a:lnTo>
                  <a:lnTo>
                    <a:pt x="405" y="143"/>
                  </a:lnTo>
                  <a:lnTo>
                    <a:pt x="379" y="246"/>
                  </a:lnTo>
                  <a:lnTo>
                    <a:pt x="280" y="401"/>
                  </a:lnTo>
                  <a:lnTo>
                    <a:pt x="265" y="413"/>
                  </a:lnTo>
                  <a:lnTo>
                    <a:pt x="190" y="474"/>
                  </a:lnTo>
                  <a:lnTo>
                    <a:pt x="145" y="50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l891"/>
            <p:cNvSpPr/>
            <p:nvPr/>
          </p:nvSpPr>
          <p:spPr>
            <a:xfrm>
              <a:off x="4354326" y="6599919"/>
              <a:ext cx="332" cy="322"/>
            </a:xfrm>
            <a:custGeom>
              <a:avLst/>
              <a:pathLst>
                <a:path w="332" h="322">
                  <a:moveTo>
                    <a:pt x="320" y="322"/>
                  </a:moveTo>
                  <a:lnTo>
                    <a:pt x="222" y="322"/>
                  </a:lnTo>
                  <a:lnTo>
                    <a:pt x="146" y="308"/>
                  </a:lnTo>
                  <a:lnTo>
                    <a:pt x="91" y="258"/>
                  </a:lnTo>
                  <a:lnTo>
                    <a:pt x="38" y="228"/>
                  </a:lnTo>
                  <a:lnTo>
                    <a:pt x="0" y="81"/>
                  </a:lnTo>
                  <a:lnTo>
                    <a:pt x="126" y="0"/>
                  </a:lnTo>
                  <a:lnTo>
                    <a:pt x="224" y="13"/>
                  </a:lnTo>
                  <a:lnTo>
                    <a:pt x="311" y="112"/>
                  </a:lnTo>
                  <a:lnTo>
                    <a:pt x="332" y="236"/>
                  </a:lnTo>
                  <a:lnTo>
                    <a:pt x="320" y="32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l892"/>
            <p:cNvSpPr/>
            <p:nvPr/>
          </p:nvSpPr>
          <p:spPr>
            <a:xfrm>
              <a:off x="4370805" y="6563798"/>
              <a:ext cx="322" cy="417"/>
            </a:xfrm>
            <a:custGeom>
              <a:avLst/>
              <a:pathLst>
                <a:path w="322" h="417">
                  <a:moveTo>
                    <a:pt x="172" y="388"/>
                  </a:moveTo>
                  <a:lnTo>
                    <a:pt x="123" y="417"/>
                  </a:lnTo>
                  <a:lnTo>
                    <a:pt x="72" y="402"/>
                  </a:lnTo>
                  <a:lnTo>
                    <a:pt x="28" y="366"/>
                  </a:lnTo>
                  <a:lnTo>
                    <a:pt x="1" y="310"/>
                  </a:lnTo>
                  <a:lnTo>
                    <a:pt x="0" y="250"/>
                  </a:lnTo>
                  <a:lnTo>
                    <a:pt x="15" y="189"/>
                  </a:lnTo>
                  <a:lnTo>
                    <a:pt x="42" y="136"/>
                  </a:lnTo>
                  <a:lnTo>
                    <a:pt x="79" y="89"/>
                  </a:lnTo>
                  <a:lnTo>
                    <a:pt x="119" y="47"/>
                  </a:lnTo>
                  <a:lnTo>
                    <a:pt x="166" y="15"/>
                  </a:lnTo>
                  <a:lnTo>
                    <a:pt x="219" y="0"/>
                  </a:lnTo>
                  <a:lnTo>
                    <a:pt x="271" y="4"/>
                  </a:lnTo>
                  <a:lnTo>
                    <a:pt x="322" y="30"/>
                  </a:lnTo>
                  <a:lnTo>
                    <a:pt x="299" y="129"/>
                  </a:lnTo>
                  <a:lnTo>
                    <a:pt x="281" y="186"/>
                  </a:lnTo>
                  <a:lnTo>
                    <a:pt x="262" y="244"/>
                  </a:lnTo>
                  <a:lnTo>
                    <a:pt x="249" y="305"/>
                  </a:lnTo>
                  <a:lnTo>
                    <a:pt x="220" y="353"/>
                  </a:lnTo>
                  <a:lnTo>
                    <a:pt x="172" y="38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l893"/>
            <p:cNvSpPr/>
            <p:nvPr/>
          </p:nvSpPr>
          <p:spPr>
            <a:xfrm>
              <a:off x="4401811" y="6488530"/>
              <a:ext cx="439" cy="337"/>
            </a:xfrm>
            <a:custGeom>
              <a:avLst/>
              <a:pathLst>
                <a:path w="439" h="337">
                  <a:moveTo>
                    <a:pt x="172" y="327"/>
                  </a:moveTo>
                  <a:lnTo>
                    <a:pt x="90" y="337"/>
                  </a:lnTo>
                  <a:lnTo>
                    <a:pt x="17" y="316"/>
                  </a:lnTo>
                  <a:lnTo>
                    <a:pt x="0" y="223"/>
                  </a:lnTo>
                  <a:lnTo>
                    <a:pt x="27" y="162"/>
                  </a:lnTo>
                  <a:lnTo>
                    <a:pt x="165" y="50"/>
                  </a:lnTo>
                  <a:lnTo>
                    <a:pt x="339" y="0"/>
                  </a:lnTo>
                  <a:lnTo>
                    <a:pt x="412" y="21"/>
                  </a:lnTo>
                  <a:lnTo>
                    <a:pt x="439" y="123"/>
                  </a:lnTo>
                  <a:lnTo>
                    <a:pt x="365" y="256"/>
                  </a:lnTo>
                  <a:lnTo>
                    <a:pt x="309" y="277"/>
                  </a:lnTo>
                  <a:lnTo>
                    <a:pt x="172" y="32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l894"/>
            <p:cNvSpPr/>
            <p:nvPr/>
          </p:nvSpPr>
          <p:spPr>
            <a:xfrm>
              <a:off x="4397910" y="6451983"/>
              <a:ext cx="318" cy="447"/>
            </a:xfrm>
            <a:custGeom>
              <a:avLst/>
              <a:pathLst>
                <a:path w="318" h="447">
                  <a:moveTo>
                    <a:pt x="181" y="421"/>
                  </a:moveTo>
                  <a:lnTo>
                    <a:pt x="106" y="447"/>
                  </a:lnTo>
                  <a:lnTo>
                    <a:pt x="44" y="436"/>
                  </a:lnTo>
                  <a:lnTo>
                    <a:pt x="6" y="363"/>
                  </a:lnTo>
                  <a:lnTo>
                    <a:pt x="0" y="270"/>
                  </a:lnTo>
                  <a:lnTo>
                    <a:pt x="29" y="167"/>
                  </a:lnTo>
                  <a:lnTo>
                    <a:pt x="67" y="87"/>
                  </a:lnTo>
                  <a:lnTo>
                    <a:pt x="125" y="34"/>
                  </a:lnTo>
                  <a:lnTo>
                    <a:pt x="152" y="20"/>
                  </a:lnTo>
                  <a:lnTo>
                    <a:pt x="195" y="0"/>
                  </a:lnTo>
                  <a:lnTo>
                    <a:pt x="252" y="23"/>
                  </a:lnTo>
                  <a:lnTo>
                    <a:pt x="300" y="64"/>
                  </a:lnTo>
                  <a:lnTo>
                    <a:pt x="318" y="109"/>
                  </a:lnTo>
                  <a:lnTo>
                    <a:pt x="316" y="174"/>
                  </a:lnTo>
                  <a:lnTo>
                    <a:pt x="283" y="303"/>
                  </a:lnTo>
                  <a:lnTo>
                    <a:pt x="233" y="380"/>
                  </a:lnTo>
                  <a:lnTo>
                    <a:pt x="181" y="4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l895"/>
            <p:cNvSpPr/>
            <p:nvPr/>
          </p:nvSpPr>
          <p:spPr>
            <a:xfrm>
              <a:off x="4561390" y="6233847"/>
              <a:ext cx="307" cy="254"/>
            </a:xfrm>
            <a:custGeom>
              <a:avLst/>
              <a:pathLst>
                <a:path w="307" h="254">
                  <a:moveTo>
                    <a:pt x="279" y="208"/>
                  </a:moveTo>
                  <a:lnTo>
                    <a:pt x="174" y="254"/>
                  </a:lnTo>
                  <a:lnTo>
                    <a:pt x="55" y="223"/>
                  </a:lnTo>
                  <a:lnTo>
                    <a:pt x="0" y="146"/>
                  </a:lnTo>
                  <a:lnTo>
                    <a:pt x="20" y="69"/>
                  </a:lnTo>
                  <a:lnTo>
                    <a:pt x="139" y="0"/>
                  </a:lnTo>
                  <a:lnTo>
                    <a:pt x="216" y="15"/>
                  </a:lnTo>
                  <a:lnTo>
                    <a:pt x="307" y="123"/>
                  </a:lnTo>
                  <a:lnTo>
                    <a:pt x="279" y="20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l896"/>
            <p:cNvSpPr/>
            <p:nvPr/>
          </p:nvSpPr>
          <p:spPr>
            <a:xfrm>
              <a:off x="4563200" y="6233956"/>
              <a:ext cx="307" cy="193"/>
            </a:xfrm>
            <a:custGeom>
              <a:avLst/>
              <a:pathLst>
                <a:path w="307" h="193">
                  <a:moveTo>
                    <a:pt x="209" y="193"/>
                  </a:moveTo>
                  <a:lnTo>
                    <a:pt x="48" y="169"/>
                  </a:lnTo>
                  <a:lnTo>
                    <a:pt x="0" y="92"/>
                  </a:lnTo>
                  <a:lnTo>
                    <a:pt x="35" y="0"/>
                  </a:lnTo>
                  <a:lnTo>
                    <a:pt x="251" y="23"/>
                  </a:lnTo>
                  <a:lnTo>
                    <a:pt x="307" y="108"/>
                  </a:lnTo>
                  <a:lnTo>
                    <a:pt x="272" y="177"/>
                  </a:lnTo>
                  <a:lnTo>
                    <a:pt x="227" y="189"/>
                  </a:lnTo>
                  <a:lnTo>
                    <a:pt x="209" y="19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l897"/>
            <p:cNvSpPr/>
            <p:nvPr/>
          </p:nvSpPr>
          <p:spPr>
            <a:xfrm>
              <a:off x="4565221" y="6234122"/>
              <a:ext cx="265" cy="185"/>
            </a:xfrm>
            <a:custGeom>
              <a:avLst/>
              <a:pathLst>
                <a:path w="265" h="185">
                  <a:moveTo>
                    <a:pt x="251" y="92"/>
                  </a:moveTo>
                  <a:lnTo>
                    <a:pt x="111" y="185"/>
                  </a:lnTo>
                  <a:lnTo>
                    <a:pt x="13" y="154"/>
                  </a:lnTo>
                  <a:lnTo>
                    <a:pt x="0" y="123"/>
                  </a:lnTo>
                  <a:lnTo>
                    <a:pt x="1" y="115"/>
                  </a:lnTo>
                  <a:lnTo>
                    <a:pt x="5" y="84"/>
                  </a:lnTo>
                  <a:lnTo>
                    <a:pt x="6" y="78"/>
                  </a:lnTo>
                  <a:lnTo>
                    <a:pt x="76" y="30"/>
                  </a:lnTo>
                  <a:lnTo>
                    <a:pt x="181" y="0"/>
                  </a:lnTo>
                  <a:lnTo>
                    <a:pt x="221" y="18"/>
                  </a:lnTo>
                  <a:lnTo>
                    <a:pt x="265" y="38"/>
                  </a:lnTo>
                  <a:lnTo>
                    <a:pt x="251" y="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l898"/>
            <p:cNvSpPr/>
            <p:nvPr/>
          </p:nvSpPr>
          <p:spPr>
            <a:xfrm>
              <a:off x="4251515" y="6196980"/>
              <a:ext cx="1744" cy="1632"/>
            </a:xfrm>
            <a:custGeom>
              <a:avLst/>
              <a:pathLst>
                <a:path w="1744" h="1632">
                  <a:moveTo>
                    <a:pt x="819" y="1600"/>
                  </a:moveTo>
                  <a:lnTo>
                    <a:pt x="423" y="1632"/>
                  </a:lnTo>
                  <a:lnTo>
                    <a:pt x="139" y="1524"/>
                  </a:lnTo>
                  <a:lnTo>
                    <a:pt x="0" y="1271"/>
                  </a:lnTo>
                  <a:lnTo>
                    <a:pt x="5" y="999"/>
                  </a:lnTo>
                  <a:lnTo>
                    <a:pt x="167" y="639"/>
                  </a:lnTo>
                  <a:lnTo>
                    <a:pt x="629" y="335"/>
                  </a:lnTo>
                  <a:lnTo>
                    <a:pt x="1326" y="0"/>
                  </a:lnTo>
                  <a:lnTo>
                    <a:pt x="1549" y="44"/>
                  </a:lnTo>
                  <a:lnTo>
                    <a:pt x="1711" y="297"/>
                  </a:lnTo>
                  <a:lnTo>
                    <a:pt x="1744" y="790"/>
                  </a:lnTo>
                  <a:lnTo>
                    <a:pt x="1566" y="1151"/>
                  </a:lnTo>
                  <a:lnTo>
                    <a:pt x="1120" y="1524"/>
                  </a:lnTo>
                  <a:lnTo>
                    <a:pt x="819" y="160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l899"/>
            <p:cNvSpPr/>
            <p:nvPr/>
          </p:nvSpPr>
          <p:spPr>
            <a:xfrm>
              <a:off x="4566381" y="6232740"/>
              <a:ext cx="272" cy="339"/>
            </a:xfrm>
            <a:custGeom>
              <a:avLst/>
              <a:pathLst>
                <a:path w="272" h="339">
                  <a:moveTo>
                    <a:pt x="181" y="324"/>
                  </a:moveTo>
                  <a:lnTo>
                    <a:pt x="139" y="339"/>
                  </a:lnTo>
                  <a:lnTo>
                    <a:pt x="27" y="293"/>
                  </a:lnTo>
                  <a:lnTo>
                    <a:pt x="0" y="215"/>
                  </a:lnTo>
                  <a:lnTo>
                    <a:pt x="0" y="92"/>
                  </a:lnTo>
                  <a:lnTo>
                    <a:pt x="49" y="7"/>
                  </a:lnTo>
                  <a:lnTo>
                    <a:pt x="111" y="0"/>
                  </a:lnTo>
                  <a:lnTo>
                    <a:pt x="230" y="46"/>
                  </a:lnTo>
                  <a:lnTo>
                    <a:pt x="265" y="115"/>
                  </a:lnTo>
                  <a:lnTo>
                    <a:pt x="272" y="239"/>
                  </a:lnTo>
                  <a:lnTo>
                    <a:pt x="181" y="32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l900"/>
            <p:cNvSpPr/>
            <p:nvPr/>
          </p:nvSpPr>
          <p:spPr>
            <a:xfrm>
              <a:off x="4299378" y="6200131"/>
              <a:ext cx="2666" cy="2666"/>
            </a:xfrm>
            <a:custGeom>
              <a:avLst/>
              <a:pathLst>
                <a:path w="2666" h="2666">
                  <a:moveTo>
                    <a:pt x="1303" y="2596"/>
                  </a:moveTo>
                  <a:lnTo>
                    <a:pt x="805" y="2666"/>
                  </a:lnTo>
                  <a:lnTo>
                    <a:pt x="245" y="2560"/>
                  </a:lnTo>
                  <a:lnTo>
                    <a:pt x="3" y="2079"/>
                  </a:lnTo>
                  <a:lnTo>
                    <a:pt x="0" y="1553"/>
                  </a:lnTo>
                  <a:lnTo>
                    <a:pt x="316" y="1199"/>
                  </a:lnTo>
                  <a:lnTo>
                    <a:pt x="1090" y="557"/>
                  </a:lnTo>
                  <a:lnTo>
                    <a:pt x="1746" y="113"/>
                  </a:lnTo>
                  <a:lnTo>
                    <a:pt x="2284" y="0"/>
                  </a:lnTo>
                  <a:lnTo>
                    <a:pt x="2666" y="435"/>
                  </a:lnTo>
                  <a:lnTo>
                    <a:pt x="2590" y="1094"/>
                  </a:lnTo>
                  <a:lnTo>
                    <a:pt x="2395" y="1688"/>
                  </a:lnTo>
                  <a:lnTo>
                    <a:pt x="1422" y="2529"/>
                  </a:lnTo>
                  <a:lnTo>
                    <a:pt x="1303" y="259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l901"/>
            <p:cNvSpPr/>
            <p:nvPr/>
          </p:nvSpPr>
          <p:spPr>
            <a:xfrm>
              <a:off x="4561412" y="6228522"/>
              <a:ext cx="321" cy="301"/>
            </a:xfrm>
            <a:custGeom>
              <a:avLst/>
              <a:pathLst>
                <a:path w="321" h="301">
                  <a:moveTo>
                    <a:pt x="300" y="239"/>
                  </a:moveTo>
                  <a:lnTo>
                    <a:pt x="188" y="301"/>
                  </a:lnTo>
                  <a:lnTo>
                    <a:pt x="76" y="277"/>
                  </a:lnTo>
                  <a:lnTo>
                    <a:pt x="0" y="154"/>
                  </a:lnTo>
                  <a:lnTo>
                    <a:pt x="0" y="92"/>
                  </a:lnTo>
                  <a:lnTo>
                    <a:pt x="48" y="15"/>
                  </a:lnTo>
                  <a:lnTo>
                    <a:pt x="147" y="0"/>
                  </a:lnTo>
                  <a:lnTo>
                    <a:pt x="286" y="54"/>
                  </a:lnTo>
                  <a:lnTo>
                    <a:pt x="321" y="108"/>
                  </a:lnTo>
                  <a:lnTo>
                    <a:pt x="321" y="193"/>
                  </a:lnTo>
                  <a:lnTo>
                    <a:pt x="300" y="23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l902"/>
            <p:cNvSpPr/>
            <p:nvPr/>
          </p:nvSpPr>
          <p:spPr>
            <a:xfrm>
              <a:off x="4278194" y="6182382"/>
              <a:ext cx="3635" cy="2415"/>
            </a:xfrm>
            <a:custGeom>
              <a:avLst/>
              <a:pathLst>
                <a:path w="3635" h="2415">
                  <a:moveTo>
                    <a:pt x="1662" y="2379"/>
                  </a:moveTo>
                  <a:lnTo>
                    <a:pt x="1288" y="2415"/>
                  </a:lnTo>
                  <a:lnTo>
                    <a:pt x="967" y="2330"/>
                  </a:lnTo>
                  <a:lnTo>
                    <a:pt x="625" y="2021"/>
                  </a:lnTo>
                  <a:lnTo>
                    <a:pt x="224" y="1687"/>
                  </a:lnTo>
                  <a:lnTo>
                    <a:pt x="42" y="1377"/>
                  </a:lnTo>
                  <a:lnTo>
                    <a:pt x="0" y="995"/>
                  </a:lnTo>
                  <a:lnTo>
                    <a:pt x="74" y="740"/>
                  </a:lnTo>
                  <a:lnTo>
                    <a:pt x="256" y="613"/>
                  </a:lnTo>
                  <a:lnTo>
                    <a:pt x="1176" y="382"/>
                  </a:lnTo>
                  <a:lnTo>
                    <a:pt x="1876" y="169"/>
                  </a:lnTo>
                  <a:lnTo>
                    <a:pt x="2823" y="0"/>
                  </a:lnTo>
                  <a:lnTo>
                    <a:pt x="3191" y="6"/>
                  </a:lnTo>
                  <a:lnTo>
                    <a:pt x="3475" y="109"/>
                  </a:lnTo>
                  <a:lnTo>
                    <a:pt x="3592" y="291"/>
                  </a:lnTo>
                  <a:lnTo>
                    <a:pt x="3635" y="594"/>
                  </a:lnTo>
                  <a:lnTo>
                    <a:pt x="3582" y="958"/>
                  </a:lnTo>
                  <a:lnTo>
                    <a:pt x="3421" y="1274"/>
                  </a:lnTo>
                  <a:lnTo>
                    <a:pt x="3106" y="1523"/>
                  </a:lnTo>
                  <a:lnTo>
                    <a:pt x="2422" y="2051"/>
                  </a:lnTo>
                  <a:lnTo>
                    <a:pt x="1662" y="237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l903"/>
            <p:cNvSpPr/>
            <p:nvPr/>
          </p:nvSpPr>
          <p:spPr>
            <a:xfrm>
              <a:off x="4310789" y="6182500"/>
              <a:ext cx="8003" cy="3745"/>
            </a:xfrm>
            <a:custGeom>
              <a:avLst/>
              <a:pathLst>
                <a:path w="8003" h="3745">
                  <a:moveTo>
                    <a:pt x="7257" y="50"/>
                  </a:moveTo>
                  <a:lnTo>
                    <a:pt x="7647" y="222"/>
                  </a:lnTo>
                  <a:lnTo>
                    <a:pt x="7734" y="211"/>
                  </a:lnTo>
                  <a:lnTo>
                    <a:pt x="7906" y="661"/>
                  </a:lnTo>
                  <a:lnTo>
                    <a:pt x="8003" y="1223"/>
                  </a:lnTo>
                  <a:lnTo>
                    <a:pt x="7948" y="1690"/>
                  </a:lnTo>
                  <a:lnTo>
                    <a:pt x="7666" y="2034"/>
                  </a:lnTo>
                  <a:lnTo>
                    <a:pt x="7301" y="2503"/>
                  </a:lnTo>
                  <a:lnTo>
                    <a:pt x="6961" y="2786"/>
                  </a:lnTo>
                  <a:lnTo>
                    <a:pt x="6602" y="3001"/>
                  </a:lnTo>
                  <a:lnTo>
                    <a:pt x="5946" y="3207"/>
                  </a:lnTo>
                  <a:lnTo>
                    <a:pt x="3995" y="3460"/>
                  </a:lnTo>
                  <a:lnTo>
                    <a:pt x="1513" y="3745"/>
                  </a:lnTo>
                  <a:lnTo>
                    <a:pt x="182" y="3540"/>
                  </a:lnTo>
                  <a:lnTo>
                    <a:pt x="75" y="3315"/>
                  </a:lnTo>
                  <a:lnTo>
                    <a:pt x="38" y="2981"/>
                  </a:lnTo>
                  <a:lnTo>
                    <a:pt x="0" y="2709"/>
                  </a:lnTo>
                  <a:lnTo>
                    <a:pt x="99" y="2317"/>
                  </a:lnTo>
                  <a:lnTo>
                    <a:pt x="372" y="1783"/>
                  </a:lnTo>
                  <a:lnTo>
                    <a:pt x="831" y="1451"/>
                  </a:lnTo>
                  <a:lnTo>
                    <a:pt x="1206" y="1314"/>
                  </a:lnTo>
                  <a:lnTo>
                    <a:pt x="1511" y="1273"/>
                  </a:lnTo>
                  <a:lnTo>
                    <a:pt x="1772" y="1207"/>
                  </a:lnTo>
                  <a:lnTo>
                    <a:pt x="3938" y="691"/>
                  </a:lnTo>
                  <a:lnTo>
                    <a:pt x="4483" y="498"/>
                  </a:lnTo>
                  <a:lnTo>
                    <a:pt x="4825" y="384"/>
                  </a:lnTo>
                  <a:lnTo>
                    <a:pt x="5244" y="298"/>
                  </a:lnTo>
                  <a:lnTo>
                    <a:pt x="5855" y="205"/>
                  </a:lnTo>
                  <a:lnTo>
                    <a:pt x="6297" y="108"/>
                  </a:lnTo>
                  <a:lnTo>
                    <a:pt x="6807" y="0"/>
                  </a:lnTo>
                  <a:lnTo>
                    <a:pt x="7257" y="5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l904"/>
            <p:cNvSpPr/>
            <p:nvPr/>
          </p:nvSpPr>
          <p:spPr>
            <a:xfrm>
              <a:off x="4275686" y="6174815"/>
              <a:ext cx="1043" cy="672"/>
            </a:xfrm>
            <a:custGeom>
              <a:avLst/>
              <a:pathLst>
                <a:path w="1043" h="672">
                  <a:moveTo>
                    <a:pt x="880" y="672"/>
                  </a:moveTo>
                  <a:lnTo>
                    <a:pt x="177" y="643"/>
                  </a:lnTo>
                  <a:lnTo>
                    <a:pt x="103" y="616"/>
                  </a:lnTo>
                  <a:lnTo>
                    <a:pt x="61" y="561"/>
                  </a:lnTo>
                  <a:lnTo>
                    <a:pt x="0" y="383"/>
                  </a:lnTo>
                  <a:lnTo>
                    <a:pt x="25" y="245"/>
                  </a:lnTo>
                  <a:lnTo>
                    <a:pt x="146" y="78"/>
                  </a:lnTo>
                  <a:lnTo>
                    <a:pt x="327" y="0"/>
                  </a:lnTo>
                  <a:lnTo>
                    <a:pt x="638" y="8"/>
                  </a:lnTo>
                  <a:lnTo>
                    <a:pt x="880" y="93"/>
                  </a:lnTo>
                  <a:lnTo>
                    <a:pt x="970" y="163"/>
                  </a:lnTo>
                  <a:lnTo>
                    <a:pt x="1043" y="324"/>
                  </a:lnTo>
                  <a:lnTo>
                    <a:pt x="1012" y="573"/>
                  </a:lnTo>
                  <a:lnTo>
                    <a:pt x="965" y="649"/>
                  </a:lnTo>
                  <a:lnTo>
                    <a:pt x="880" y="67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l905"/>
            <p:cNvSpPr/>
            <p:nvPr/>
          </p:nvSpPr>
          <p:spPr>
            <a:xfrm>
              <a:off x="4269200" y="6172212"/>
              <a:ext cx="6422" cy="5827"/>
            </a:xfrm>
            <a:custGeom>
              <a:avLst/>
              <a:pathLst>
                <a:path w="6422" h="5827">
                  <a:moveTo>
                    <a:pt x="5465" y="404"/>
                  </a:moveTo>
                  <a:lnTo>
                    <a:pt x="5072" y="822"/>
                  </a:lnTo>
                  <a:lnTo>
                    <a:pt x="4593" y="1185"/>
                  </a:lnTo>
                  <a:lnTo>
                    <a:pt x="3942" y="1352"/>
                  </a:lnTo>
                  <a:lnTo>
                    <a:pt x="2836" y="2230"/>
                  </a:lnTo>
                  <a:lnTo>
                    <a:pt x="2136" y="2885"/>
                  </a:lnTo>
                  <a:lnTo>
                    <a:pt x="1547" y="3429"/>
                  </a:lnTo>
                  <a:lnTo>
                    <a:pt x="1387" y="3861"/>
                  </a:lnTo>
                  <a:lnTo>
                    <a:pt x="1645" y="4349"/>
                  </a:lnTo>
                  <a:lnTo>
                    <a:pt x="1915" y="4531"/>
                  </a:lnTo>
                  <a:lnTo>
                    <a:pt x="2259" y="4544"/>
                  </a:lnTo>
                  <a:lnTo>
                    <a:pt x="2726" y="4447"/>
                  </a:lnTo>
                  <a:lnTo>
                    <a:pt x="3193" y="4196"/>
                  </a:lnTo>
                  <a:lnTo>
                    <a:pt x="3610" y="3666"/>
                  </a:lnTo>
                  <a:lnTo>
                    <a:pt x="4065" y="3276"/>
                  </a:lnTo>
                  <a:lnTo>
                    <a:pt x="4826" y="2969"/>
                  </a:lnTo>
                  <a:lnTo>
                    <a:pt x="5894" y="2760"/>
                  </a:lnTo>
                  <a:lnTo>
                    <a:pt x="6140" y="2746"/>
                  </a:lnTo>
                  <a:lnTo>
                    <a:pt x="6324" y="2899"/>
                  </a:lnTo>
                  <a:lnTo>
                    <a:pt x="6422" y="3290"/>
                  </a:lnTo>
                  <a:lnTo>
                    <a:pt x="6361" y="3429"/>
                  </a:lnTo>
                  <a:lnTo>
                    <a:pt x="5894" y="3708"/>
                  </a:lnTo>
                  <a:lnTo>
                    <a:pt x="4912" y="3875"/>
                  </a:lnTo>
                  <a:lnTo>
                    <a:pt x="4273" y="4196"/>
                  </a:lnTo>
                  <a:lnTo>
                    <a:pt x="3819" y="4670"/>
                  </a:lnTo>
                  <a:lnTo>
                    <a:pt x="3131" y="5088"/>
                  </a:lnTo>
                  <a:lnTo>
                    <a:pt x="2689" y="5381"/>
                  </a:lnTo>
                  <a:lnTo>
                    <a:pt x="2124" y="5688"/>
                  </a:lnTo>
                  <a:lnTo>
                    <a:pt x="1117" y="5827"/>
                  </a:lnTo>
                  <a:lnTo>
                    <a:pt x="491" y="5646"/>
                  </a:lnTo>
                  <a:lnTo>
                    <a:pt x="98" y="5339"/>
                  </a:lnTo>
                  <a:lnTo>
                    <a:pt x="0" y="4851"/>
                  </a:lnTo>
                  <a:lnTo>
                    <a:pt x="159" y="3582"/>
                  </a:lnTo>
                  <a:lnTo>
                    <a:pt x="552" y="2885"/>
                  </a:lnTo>
                  <a:lnTo>
                    <a:pt x="2210" y="1491"/>
                  </a:lnTo>
                  <a:lnTo>
                    <a:pt x="3942" y="348"/>
                  </a:lnTo>
                  <a:lnTo>
                    <a:pt x="4236" y="209"/>
                  </a:lnTo>
                  <a:lnTo>
                    <a:pt x="4445" y="209"/>
                  </a:lnTo>
                  <a:lnTo>
                    <a:pt x="4568" y="376"/>
                  </a:lnTo>
                  <a:lnTo>
                    <a:pt x="4863" y="181"/>
                  </a:lnTo>
                  <a:lnTo>
                    <a:pt x="5440" y="0"/>
                  </a:lnTo>
                  <a:lnTo>
                    <a:pt x="5514" y="83"/>
                  </a:lnTo>
                  <a:lnTo>
                    <a:pt x="5465" y="40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l906"/>
            <p:cNvSpPr/>
            <p:nvPr/>
          </p:nvSpPr>
          <p:spPr>
            <a:xfrm>
              <a:off x="4274770" y="6171548"/>
              <a:ext cx="6539" cy="4394"/>
            </a:xfrm>
            <a:custGeom>
              <a:avLst/>
              <a:pathLst>
                <a:path w="6539" h="4394">
                  <a:moveTo>
                    <a:pt x="6118" y="687"/>
                  </a:moveTo>
                  <a:lnTo>
                    <a:pt x="6492" y="1539"/>
                  </a:lnTo>
                  <a:lnTo>
                    <a:pt x="6539" y="1940"/>
                  </a:lnTo>
                  <a:lnTo>
                    <a:pt x="6295" y="2708"/>
                  </a:lnTo>
                  <a:lnTo>
                    <a:pt x="5517" y="3573"/>
                  </a:lnTo>
                  <a:lnTo>
                    <a:pt x="4542" y="4144"/>
                  </a:lnTo>
                  <a:lnTo>
                    <a:pt x="3757" y="4358"/>
                  </a:lnTo>
                  <a:lnTo>
                    <a:pt x="3246" y="4394"/>
                  </a:lnTo>
                  <a:lnTo>
                    <a:pt x="2908" y="4340"/>
                  </a:lnTo>
                  <a:lnTo>
                    <a:pt x="2389" y="4153"/>
                  </a:lnTo>
                  <a:lnTo>
                    <a:pt x="2224" y="4082"/>
                  </a:lnTo>
                  <a:lnTo>
                    <a:pt x="2192" y="3939"/>
                  </a:lnTo>
                  <a:lnTo>
                    <a:pt x="2295" y="3671"/>
                  </a:lnTo>
                  <a:lnTo>
                    <a:pt x="2436" y="3600"/>
                  </a:lnTo>
                  <a:lnTo>
                    <a:pt x="2750" y="3600"/>
                  </a:lnTo>
                  <a:lnTo>
                    <a:pt x="3536" y="3564"/>
                  </a:lnTo>
                  <a:lnTo>
                    <a:pt x="3812" y="3519"/>
                  </a:lnTo>
                  <a:lnTo>
                    <a:pt x="4590" y="3243"/>
                  </a:lnTo>
                  <a:lnTo>
                    <a:pt x="5038" y="2904"/>
                  </a:lnTo>
                  <a:lnTo>
                    <a:pt x="5195" y="2627"/>
                  </a:lnTo>
                  <a:lnTo>
                    <a:pt x="5266" y="2083"/>
                  </a:lnTo>
                  <a:lnTo>
                    <a:pt x="5211" y="1690"/>
                  </a:lnTo>
                  <a:lnTo>
                    <a:pt x="5006" y="1325"/>
                  </a:lnTo>
                  <a:lnTo>
                    <a:pt x="4778" y="1155"/>
                  </a:lnTo>
                  <a:lnTo>
                    <a:pt x="4236" y="1012"/>
                  </a:lnTo>
                  <a:lnTo>
                    <a:pt x="3804" y="1012"/>
                  </a:lnTo>
                  <a:lnTo>
                    <a:pt x="3607" y="1191"/>
                  </a:lnTo>
                  <a:lnTo>
                    <a:pt x="3120" y="1298"/>
                  </a:lnTo>
                  <a:lnTo>
                    <a:pt x="2279" y="1360"/>
                  </a:lnTo>
                  <a:lnTo>
                    <a:pt x="1540" y="1387"/>
                  </a:lnTo>
                  <a:lnTo>
                    <a:pt x="990" y="1280"/>
                  </a:lnTo>
                  <a:lnTo>
                    <a:pt x="377" y="1048"/>
                  </a:lnTo>
                  <a:lnTo>
                    <a:pt x="117" y="994"/>
                  </a:lnTo>
                  <a:lnTo>
                    <a:pt x="47" y="941"/>
                  </a:lnTo>
                  <a:lnTo>
                    <a:pt x="0" y="753"/>
                  </a:lnTo>
                  <a:lnTo>
                    <a:pt x="15" y="655"/>
                  </a:lnTo>
                  <a:lnTo>
                    <a:pt x="306" y="557"/>
                  </a:lnTo>
                  <a:lnTo>
                    <a:pt x="864" y="539"/>
                  </a:lnTo>
                  <a:lnTo>
                    <a:pt x="1406" y="593"/>
                  </a:lnTo>
                  <a:lnTo>
                    <a:pt x="2059" y="691"/>
                  </a:lnTo>
                  <a:lnTo>
                    <a:pt x="2919" y="455"/>
                  </a:lnTo>
                  <a:lnTo>
                    <a:pt x="3572" y="330"/>
                  </a:lnTo>
                  <a:lnTo>
                    <a:pt x="4664" y="44"/>
                  </a:lnTo>
                  <a:lnTo>
                    <a:pt x="5026" y="0"/>
                  </a:lnTo>
                  <a:lnTo>
                    <a:pt x="5395" y="107"/>
                  </a:lnTo>
                  <a:lnTo>
                    <a:pt x="5773" y="374"/>
                  </a:lnTo>
                  <a:lnTo>
                    <a:pt x="6118" y="68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l907"/>
            <p:cNvSpPr/>
            <p:nvPr/>
          </p:nvSpPr>
          <p:spPr>
            <a:xfrm>
              <a:off x="4307685" y="6169197"/>
              <a:ext cx="7651" cy="2958"/>
            </a:xfrm>
            <a:custGeom>
              <a:avLst/>
              <a:pathLst>
                <a:path w="7651" h="2958">
                  <a:moveTo>
                    <a:pt x="7205" y="1750"/>
                  </a:moveTo>
                  <a:lnTo>
                    <a:pt x="6344" y="1711"/>
                  </a:lnTo>
                  <a:lnTo>
                    <a:pt x="5402" y="1627"/>
                  </a:lnTo>
                  <a:lnTo>
                    <a:pt x="4583" y="1587"/>
                  </a:lnTo>
                  <a:lnTo>
                    <a:pt x="3847" y="1817"/>
                  </a:lnTo>
                  <a:lnTo>
                    <a:pt x="3234" y="2090"/>
                  </a:lnTo>
                  <a:lnTo>
                    <a:pt x="2581" y="2544"/>
                  </a:lnTo>
                  <a:lnTo>
                    <a:pt x="2010" y="2772"/>
                  </a:lnTo>
                  <a:lnTo>
                    <a:pt x="1519" y="2955"/>
                  </a:lnTo>
                  <a:lnTo>
                    <a:pt x="1028" y="2958"/>
                  </a:lnTo>
                  <a:lnTo>
                    <a:pt x="208" y="2830"/>
                  </a:lnTo>
                  <a:lnTo>
                    <a:pt x="2" y="2651"/>
                  </a:lnTo>
                  <a:lnTo>
                    <a:pt x="0" y="2202"/>
                  </a:lnTo>
                  <a:lnTo>
                    <a:pt x="325" y="1751"/>
                  </a:lnTo>
                  <a:lnTo>
                    <a:pt x="1100" y="1342"/>
                  </a:lnTo>
                  <a:lnTo>
                    <a:pt x="1428" y="1249"/>
                  </a:lnTo>
                  <a:lnTo>
                    <a:pt x="2367" y="884"/>
                  </a:lnTo>
                  <a:lnTo>
                    <a:pt x="3471" y="607"/>
                  </a:lnTo>
                  <a:lnTo>
                    <a:pt x="4781" y="419"/>
                  </a:lnTo>
                  <a:lnTo>
                    <a:pt x="5681" y="233"/>
                  </a:lnTo>
                  <a:lnTo>
                    <a:pt x="6172" y="50"/>
                  </a:lnTo>
                  <a:lnTo>
                    <a:pt x="6827" y="1"/>
                  </a:lnTo>
                  <a:lnTo>
                    <a:pt x="7113" y="0"/>
                  </a:lnTo>
                  <a:lnTo>
                    <a:pt x="7483" y="311"/>
                  </a:lnTo>
                  <a:lnTo>
                    <a:pt x="7651" y="1029"/>
                  </a:lnTo>
                  <a:lnTo>
                    <a:pt x="7572" y="1568"/>
                  </a:lnTo>
                  <a:lnTo>
                    <a:pt x="7205" y="175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l908"/>
            <p:cNvSpPr/>
            <p:nvPr/>
          </p:nvSpPr>
          <p:spPr>
            <a:xfrm>
              <a:off x="4288527" y="6166944"/>
              <a:ext cx="5094" cy="2882"/>
            </a:xfrm>
            <a:custGeom>
              <a:avLst/>
              <a:pathLst>
                <a:path w="5094" h="2882">
                  <a:moveTo>
                    <a:pt x="1315" y="2882"/>
                  </a:moveTo>
                  <a:lnTo>
                    <a:pt x="1005" y="2859"/>
                  </a:lnTo>
                  <a:lnTo>
                    <a:pt x="623" y="2627"/>
                  </a:lnTo>
                  <a:lnTo>
                    <a:pt x="431" y="2421"/>
                  </a:lnTo>
                  <a:lnTo>
                    <a:pt x="138" y="2218"/>
                  </a:lnTo>
                  <a:lnTo>
                    <a:pt x="0" y="1955"/>
                  </a:lnTo>
                  <a:lnTo>
                    <a:pt x="69" y="1720"/>
                  </a:lnTo>
                  <a:lnTo>
                    <a:pt x="162" y="1432"/>
                  </a:lnTo>
                  <a:lnTo>
                    <a:pt x="375" y="1170"/>
                  </a:lnTo>
                  <a:lnTo>
                    <a:pt x="753" y="932"/>
                  </a:lnTo>
                  <a:lnTo>
                    <a:pt x="1085" y="694"/>
                  </a:lnTo>
                  <a:lnTo>
                    <a:pt x="1345" y="509"/>
                  </a:lnTo>
                  <a:lnTo>
                    <a:pt x="1606" y="429"/>
                  </a:lnTo>
                  <a:lnTo>
                    <a:pt x="1939" y="400"/>
                  </a:lnTo>
                  <a:lnTo>
                    <a:pt x="2366" y="240"/>
                  </a:lnTo>
                  <a:lnTo>
                    <a:pt x="2722" y="159"/>
                  </a:lnTo>
                  <a:lnTo>
                    <a:pt x="3103" y="155"/>
                  </a:lnTo>
                  <a:lnTo>
                    <a:pt x="3439" y="0"/>
                  </a:lnTo>
                  <a:lnTo>
                    <a:pt x="3641" y="67"/>
                  </a:lnTo>
                  <a:lnTo>
                    <a:pt x="3730" y="106"/>
                  </a:lnTo>
                  <a:lnTo>
                    <a:pt x="3998" y="212"/>
                  </a:lnTo>
                  <a:lnTo>
                    <a:pt x="4322" y="368"/>
                  </a:lnTo>
                  <a:lnTo>
                    <a:pt x="4746" y="577"/>
                  </a:lnTo>
                  <a:lnTo>
                    <a:pt x="4912" y="754"/>
                  </a:lnTo>
                  <a:lnTo>
                    <a:pt x="5094" y="1166"/>
                  </a:lnTo>
                  <a:lnTo>
                    <a:pt x="5051" y="1559"/>
                  </a:lnTo>
                  <a:lnTo>
                    <a:pt x="4805" y="1972"/>
                  </a:lnTo>
                  <a:lnTo>
                    <a:pt x="4393" y="2195"/>
                  </a:lnTo>
                  <a:lnTo>
                    <a:pt x="4118" y="2467"/>
                  </a:lnTo>
                  <a:lnTo>
                    <a:pt x="3881" y="2547"/>
                  </a:lnTo>
                  <a:lnTo>
                    <a:pt x="3595" y="2550"/>
                  </a:lnTo>
                  <a:lnTo>
                    <a:pt x="3263" y="2553"/>
                  </a:lnTo>
                  <a:lnTo>
                    <a:pt x="3001" y="2581"/>
                  </a:lnTo>
                  <a:lnTo>
                    <a:pt x="2645" y="2662"/>
                  </a:lnTo>
                  <a:lnTo>
                    <a:pt x="2193" y="2718"/>
                  </a:lnTo>
                  <a:lnTo>
                    <a:pt x="1766" y="2826"/>
                  </a:lnTo>
                  <a:lnTo>
                    <a:pt x="1315" y="288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l909"/>
            <p:cNvSpPr/>
            <p:nvPr/>
          </p:nvSpPr>
          <p:spPr>
            <a:xfrm>
              <a:off x="4321509" y="6166817"/>
              <a:ext cx="1474" cy="1883"/>
            </a:xfrm>
            <a:custGeom>
              <a:avLst/>
              <a:pathLst>
                <a:path w="1474" h="1883">
                  <a:moveTo>
                    <a:pt x="1069" y="1883"/>
                  </a:moveTo>
                  <a:lnTo>
                    <a:pt x="413" y="1842"/>
                  </a:lnTo>
                  <a:lnTo>
                    <a:pt x="43" y="1665"/>
                  </a:lnTo>
                  <a:lnTo>
                    <a:pt x="0" y="991"/>
                  </a:lnTo>
                  <a:lnTo>
                    <a:pt x="323" y="181"/>
                  </a:lnTo>
                  <a:lnTo>
                    <a:pt x="732" y="0"/>
                  </a:lnTo>
                  <a:lnTo>
                    <a:pt x="1266" y="311"/>
                  </a:lnTo>
                  <a:lnTo>
                    <a:pt x="1474" y="1028"/>
                  </a:lnTo>
                  <a:lnTo>
                    <a:pt x="1436" y="1657"/>
                  </a:lnTo>
                  <a:lnTo>
                    <a:pt x="1069" y="188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l910"/>
            <p:cNvSpPr/>
            <p:nvPr/>
          </p:nvSpPr>
          <p:spPr>
            <a:xfrm>
              <a:off x="4265778" y="6161492"/>
              <a:ext cx="2715" cy="1567"/>
            </a:xfrm>
            <a:custGeom>
              <a:avLst/>
              <a:pathLst>
                <a:path w="2715" h="1567">
                  <a:moveTo>
                    <a:pt x="2641" y="1060"/>
                  </a:moveTo>
                  <a:lnTo>
                    <a:pt x="2467" y="1441"/>
                  </a:lnTo>
                  <a:lnTo>
                    <a:pt x="2258" y="1567"/>
                  </a:lnTo>
                  <a:lnTo>
                    <a:pt x="2042" y="1567"/>
                  </a:lnTo>
                  <a:lnTo>
                    <a:pt x="1751" y="1448"/>
                  </a:lnTo>
                  <a:lnTo>
                    <a:pt x="1396" y="1315"/>
                  </a:lnTo>
                  <a:lnTo>
                    <a:pt x="1034" y="1219"/>
                  </a:lnTo>
                  <a:lnTo>
                    <a:pt x="785" y="1226"/>
                  </a:lnTo>
                  <a:lnTo>
                    <a:pt x="581" y="1283"/>
                  </a:lnTo>
                  <a:lnTo>
                    <a:pt x="332" y="1338"/>
                  </a:lnTo>
                  <a:lnTo>
                    <a:pt x="49" y="1308"/>
                  </a:lnTo>
                  <a:lnTo>
                    <a:pt x="0" y="998"/>
                  </a:lnTo>
                  <a:lnTo>
                    <a:pt x="60" y="790"/>
                  </a:lnTo>
                  <a:lnTo>
                    <a:pt x="280" y="523"/>
                  </a:lnTo>
                  <a:lnTo>
                    <a:pt x="1032" y="233"/>
                  </a:lnTo>
                  <a:lnTo>
                    <a:pt x="1282" y="152"/>
                  </a:lnTo>
                  <a:lnTo>
                    <a:pt x="1554" y="85"/>
                  </a:lnTo>
                  <a:lnTo>
                    <a:pt x="1860" y="18"/>
                  </a:lnTo>
                  <a:lnTo>
                    <a:pt x="2121" y="0"/>
                  </a:lnTo>
                  <a:lnTo>
                    <a:pt x="2413" y="56"/>
                  </a:lnTo>
                  <a:lnTo>
                    <a:pt x="2590" y="220"/>
                  </a:lnTo>
                  <a:lnTo>
                    <a:pt x="2688" y="432"/>
                  </a:lnTo>
                  <a:lnTo>
                    <a:pt x="2715" y="716"/>
                  </a:lnTo>
                  <a:lnTo>
                    <a:pt x="2701" y="901"/>
                  </a:lnTo>
                  <a:lnTo>
                    <a:pt x="2641" y="10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l911"/>
            <p:cNvSpPr/>
            <p:nvPr/>
          </p:nvSpPr>
          <p:spPr>
            <a:xfrm>
              <a:off x="4275416" y="6161891"/>
              <a:ext cx="1155" cy="599"/>
            </a:xfrm>
            <a:custGeom>
              <a:avLst/>
              <a:pathLst>
                <a:path w="1155" h="599">
                  <a:moveTo>
                    <a:pt x="1000" y="98"/>
                  </a:moveTo>
                  <a:lnTo>
                    <a:pt x="1073" y="173"/>
                  </a:lnTo>
                  <a:lnTo>
                    <a:pt x="1139" y="279"/>
                  </a:lnTo>
                  <a:lnTo>
                    <a:pt x="1155" y="400"/>
                  </a:lnTo>
                  <a:lnTo>
                    <a:pt x="1108" y="500"/>
                  </a:lnTo>
                  <a:lnTo>
                    <a:pt x="1012" y="547"/>
                  </a:lnTo>
                  <a:lnTo>
                    <a:pt x="822" y="591"/>
                  </a:lnTo>
                  <a:lnTo>
                    <a:pt x="647" y="599"/>
                  </a:lnTo>
                  <a:lnTo>
                    <a:pt x="416" y="577"/>
                  </a:lnTo>
                  <a:lnTo>
                    <a:pt x="152" y="494"/>
                  </a:lnTo>
                  <a:lnTo>
                    <a:pt x="39" y="433"/>
                  </a:lnTo>
                  <a:lnTo>
                    <a:pt x="0" y="351"/>
                  </a:lnTo>
                  <a:lnTo>
                    <a:pt x="7" y="265"/>
                  </a:lnTo>
                  <a:lnTo>
                    <a:pt x="44" y="154"/>
                  </a:lnTo>
                  <a:lnTo>
                    <a:pt x="79" y="84"/>
                  </a:lnTo>
                  <a:lnTo>
                    <a:pt x="148" y="13"/>
                  </a:lnTo>
                  <a:lnTo>
                    <a:pt x="262" y="0"/>
                  </a:lnTo>
                  <a:lnTo>
                    <a:pt x="476" y="59"/>
                  </a:lnTo>
                  <a:lnTo>
                    <a:pt x="528" y="69"/>
                  </a:lnTo>
                  <a:lnTo>
                    <a:pt x="566" y="56"/>
                  </a:lnTo>
                  <a:lnTo>
                    <a:pt x="617" y="23"/>
                  </a:lnTo>
                  <a:lnTo>
                    <a:pt x="774" y="3"/>
                  </a:lnTo>
                  <a:lnTo>
                    <a:pt x="896" y="22"/>
                  </a:lnTo>
                  <a:lnTo>
                    <a:pt x="1000" y="9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l912"/>
            <p:cNvSpPr/>
            <p:nvPr/>
          </p:nvSpPr>
          <p:spPr>
            <a:xfrm>
              <a:off x="4269516" y="6159819"/>
              <a:ext cx="2029" cy="2922"/>
            </a:xfrm>
            <a:custGeom>
              <a:avLst/>
              <a:pathLst>
                <a:path w="2029" h="2922">
                  <a:moveTo>
                    <a:pt x="1691" y="2909"/>
                  </a:moveTo>
                  <a:lnTo>
                    <a:pt x="1304" y="2922"/>
                  </a:lnTo>
                  <a:lnTo>
                    <a:pt x="901" y="2776"/>
                  </a:lnTo>
                  <a:lnTo>
                    <a:pt x="722" y="2674"/>
                  </a:lnTo>
                  <a:lnTo>
                    <a:pt x="464" y="2581"/>
                  </a:lnTo>
                  <a:lnTo>
                    <a:pt x="264" y="2428"/>
                  </a:lnTo>
                  <a:lnTo>
                    <a:pt x="114" y="2043"/>
                  </a:lnTo>
                  <a:lnTo>
                    <a:pt x="0" y="1571"/>
                  </a:lnTo>
                  <a:lnTo>
                    <a:pt x="7" y="1214"/>
                  </a:lnTo>
                  <a:lnTo>
                    <a:pt x="157" y="515"/>
                  </a:lnTo>
                  <a:lnTo>
                    <a:pt x="309" y="272"/>
                  </a:lnTo>
                  <a:lnTo>
                    <a:pt x="515" y="92"/>
                  </a:lnTo>
                  <a:lnTo>
                    <a:pt x="753" y="0"/>
                  </a:lnTo>
                  <a:lnTo>
                    <a:pt x="928" y="99"/>
                  </a:lnTo>
                  <a:lnTo>
                    <a:pt x="1080" y="416"/>
                  </a:lnTo>
                  <a:lnTo>
                    <a:pt x="1347" y="780"/>
                  </a:lnTo>
                  <a:lnTo>
                    <a:pt x="1610" y="1104"/>
                  </a:lnTo>
                  <a:lnTo>
                    <a:pt x="1837" y="1547"/>
                  </a:lnTo>
                  <a:lnTo>
                    <a:pt x="1942" y="1924"/>
                  </a:lnTo>
                  <a:lnTo>
                    <a:pt x="2029" y="2439"/>
                  </a:lnTo>
                  <a:lnTo>
                    <a:pt x="1959" y="2810"/>
                  </a:lnTo>
                  <a:lnTo>
                    <a:pt x="1691" y="290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l913"/>
            <p:cNvSpPr/>
            <p:nvPr/>
          </p:nvSpPr>
          <p:spPr>
            <a:xfrm>
              <a:off x="4320265" y="6163368"/>
              <a:ext cx="1762" cy="2467"/>
            </a:xfrm>
            <a:custGeom>
              <a:avLst/>
              <a:pathLst>
                <a:path w="1762" h="2467">
                  <a:moveTo>
                    <a:pt x="1560" y="2060"/>
                  </a:moveTo>
                  <a:lnTo>
                    <a:pt x="947" y="2467"/>
                  </a:lnTo>
                  <a:lnTo>
                    <a:pt x="496" y="2425"/>
                  </a:lnTo>
                  <a:lnTo>
                    <a:pt x="86" y="2203"/>
                  </a:lnTo>
                  <a:lnTo>
                    <a:pt x="43" y="1844"/>
                  </a:lnTo>
                  <a:lnTo>
                    <a:pt x="0" y="1261"/>
                  </a:lnTo>
                  <a:lnTo>
                    <a:pt x="323" y="406"/>
                  </a:lnTo>
                  <a:lnTo>
                    <a:pt x="731" y="0"/>
                  </a:lnTo>
                  <a:lnTo>
                    <a:pt x="1305" y="266"/>
                  </a:lnTo>
                  <a:lnTo>
                    <a:pt x="1636" y="713"/>
                  </a:lnTo>
                  <a:lnTo>
                    <a:pt x="1762" y="1385"/>
                  </a:lnTo>
                  <a:lnTo>
                    <a:pt x="1560" y="20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l914"/>
            <p:cNvSpPr/>
            <p:nvPr/>
          </p:nvSpPr>
          <p:spPr>
            <a:xfrm>
              <a:off x="4270170" y="6159011"/>
              <a:ext cx="331" cy="436"/>
            </a:xfrm>
            <a:custGeom>
              <a:avLst/>
              <a:pathLst>
                <a:path w="331" h="436">
                  <a:moveTo>
                    <a:pt x="205" y="436"/>
                  </a:moveTo>
                  <a:lnTo>
                    <a:pt x="105" y="436"/>
                  </a:lnTo>
                  <a:lnTo>
                    <a:pt x="17" y="362"/>
                  </a:lnTo>
                  <a:lnTo>
                    <a:pt x="0" y="245"/>
                  </a:lnTo>
                  <a:lnTo>
                    <a:pt x="6" y="148"/>
                  </a:lnTo>
                  <a:lnTo>
                    <a:pt x="62" y="55"/>
                  </a:lnTo>
                  <a:lnTo>
                    <a:pt x="136" y="0"/>
                  </a:lnTo>
                  <a:lnTo>
                    <a:pt x="243" y="21"/>
                  </a:lnTo>
                  <a:lnTo>
                    <a:pt x="317" y="108"/>
                  </a:lnTo>
                  <a:lnTo>
                    <a:pt x="331" y="243"/>
                  </a:lnTo>
                  <a:lnTo>
                    <a:pt x="303" y="371"/>
                  </a:lnTo>
                  <a:lnTo>
                    <a:pt x="205" y="43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l915"/>
            <p:cNvSpPr/>
            <p:nvPr/>
          </p:nvSpPr>
          <p:spPr>
            <a:xfrm>
              <a:off x="4270774" y="6156839"/>
              <a:ext cx="1625" cy="1176"/>
            </a:xfrm>
            <a:custGeom>
              <a:avLst/>
              <a:pathLst>
                <a:path w="1625" h="1176">
                  <a:moveTo>
                    <a:pt x="559" y="1138"/>
                  </a:moveTo>
                  <a:lnTo>
                    <a:pt x="305" y="1176"/>
                  </a:lnTo>
                  <a:lnTo>
                    <a:pt x="111" y="1134"/>
                  </a:lnTo>
                  <a:lnTo>
                    <a:pt x="22" y="1041"/>
                  </a:lnTo>
                  <a:lnTo>
                    <a:pt x="0" y="842"/>
                  </a:lnTo>
                  <a:lnTo>
                    <a:pt x="96" y="655"/>
                  </a:lnTo>
                  <a:lnTo>
                    <a:pt x="357" y="406"/>
                  </a:lnTo>
                  <a:lnTo>
                    <a:pt x="626" y="203"/>
                  </a:lnTo>
                  <a:lnTo>
                    <a:pt x="950" y="97"/>
                  </a:lnTo>
                  <a:lnTo>
                    <a:pt x="1323" y="0"/>
                  </a:lnTo>
                  <a:lnTo>
                    <a:pt x="1509" y="4"/>
                  </a:lnTo>
                  <a:lnTo>
                    <a:pt x="1625" y="126"/>
                  </a:lnTo>
                  <a:lnTo>
                    <a:pt x="1623" y="266"/>
                  </a:lnTo>
                  <a:lnTo>
                    <a:pt x="1565" y="435"/>
                  </a:lnTo>
                  <a:lnTo>
                    <a:pt x="1364" y="681"/>
                  </a:lnTo>
                  <a:lnTo>
                    <a:pt x="1114" y="765"/>
                  </a:lnTo>
                  <a:lnTo>
                    <a:pt x="984" y="901"/>
                  </a:lnTo>
                  <a:lnTo>
                    <a:pt x="887" y="1028"/>
                  </a:lnTo>
                  <a:lnTo>
                    <a:pt x="745" y="1121"/>
                  </a:lnTo>
                  <a:lnTo>
                    <a:pt x="559" y="113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l916"/>
            <p:cNvSpPr/>
            <p:nvPr/>
          </p:nvSpPr>
          <p:spPr>
            <a:xfrm>
              <a:off x="4276505" y="6157045"/>
              <a:ext cx="159" cy="171"/>
            </a:xfrm>
            <a:custGeom>
              <a:avLst/>
              <a:pathLst>
                <a:path w="159" h="171">
                  <a:moveTo>
                    <a:pt x="159" y="104"/>
                  </a:moveTo>
                  <a:lnTo>
                    <a:pt x="106" y="171"/>
                  </a:lnTo>
                  <a:lnTo>
                    <a:pt x="27" y="147"/>
                  </a:lnTo>
                  <a:lnTo>
                    <a:pt x="0" y="74"/>
                  </a:lnTo>
                  <a:lnTo>
                    <a:pt x="61" y="0"/>
                  </a:lnTo>
                  <a:lnTo>
                    <a:pt x="141" y="14"/>
                  </a:lnTo>
                  <a:lnTo>
                    <a:pt x="159" y="10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l917"/>
            <p:cNvSpPr/>
            <p:nvPr/>
          </p:nvSpPr>
          <p:spPr>
            <a:xfrm>
              <a:off x="4276105" y="6156824"/>
              <a:ext cx="164" cy="136"/>
            </a:xfrm>
            <a:custGeom>
              <a:avLst/>
              <a:pathLst>
                <a:path w="164" h="136">
                  <a:moveTo>
                    <a:pt x="135" y="133"/>
                  </a:moveTo>
                  <a:lnTo>
                    <a:pt x="54" y="136"/>
                  </a:lnTo>
                  <a:lnTo>
                    <a:pt x="0" y="105"/>
                  </a:lnTo>
                  <a:lnTo>
                    <a:pt x="21" y="27"/>
                  </a:lnTo>
                  <a:lnTo>
                    <a:pt x="55" y="3"/>
                  </a:lnTo>
                  <a:lnTo>
                    <a:pt x="120" y="0"/>
                  </a:lnTo>
                  <a:lnTo>
                    <a:pt x="164" y="56"/>
                  </a:lnTo>
                  <a:lnTo>
                    <a:pt x="135" y="13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l918"/>
            <p:cNvSpPr/>
            <p:nvPr/>
          </p:nvSpPr>
          <p:spPr>
            <a:xfrm>
              <a:off x="4277373" y="6156645"/>
              <a:ext cx="2341" cy="5363"/>
            </a:xfrm>
            <a:custGeom>
              <a:avLst/>
              <a:pathLst>
                <a:path w="2341" h="5363">
                  <a:moveTo>
                    <a:pt x="620" y="5168"/>
                  </a:moveTo>
                  <a:lnTo>
                    <a:pt x="215" y="5363"/>
                  </a:lnTo>
                  <a:lnTo>
                    <a:pt x="17" y="5317"/>
                  </a:lnTo>
                  <a:lnTo>
                    <a:pt x="0" y="4999"/>
                  </a:lnTo>
                  <a:lnTo>
                    <a:pt x="64" y="4464"/>
                  </a:lnTo>
                  <a:lnTo>
                    <a:pt x="238" y="4186"/>
                  </a:lnTo>
                  <a:lnTo>
                    <a:pt x="611" y="4067"/>
                  </a:lnTo>
                  <a:lnTo>
                    <a:pt x="809" y="3902"/>
                  </a:lnTo>
                  <a:lnTo>
                    <a:pt x="989" y="3759"/>
                  </a:lnTo>
                  <a:lnTo>
                    <a:pt x="1133" y="3356"/>
                  </a:lnTo>
                  <a:lnTo>
                    <a:pt x="1269" y="3035"/>
                  </a:lnTo>
                  <a:lnTo>
                    <a:pt x="1258" y="2692"/>
                  </a:lnTo>
                  <a:lnTo>
                    <a:pt x="1217" y="2130"/>
                  </a:lnTo>
                  <a:lnTo>
                    <a:pt x="1124" y="1759"/>
                  </a:lnTo>
                  <a:lnTo>
                    <a:pt x="961" y="1534"/>
                  </a:lnTo>
                  <a:lnTo>
                    <a:pt x="623" y="1237"/>
                  </a:lnTo>
                  <a:lnTo>
                    <a:pt x="371" y="994"/>
                  </a:lnTo>
                  <a:lnTo>
                    <a:pt x="95" y="716"/>
                  </a:lnTo>
                  <a:lnTo>
                    <a:pt x="1" y="319"/>
                  </a:lnTo>
                  <a:lnTo>
                    <a:pt x="65" y="172"/>
                  </a:lnTo>
                  <a:lnTo>
                    <a:pt x="259" y="0"/>
                  </a:lnTo>
                  <a:lnTo>
                    <a:pt x="313" y="6"/>
                  </a:lnTo>
                  <a:lnTo>
                    <a:pt x="504" y="73"/>
                  </a:lnTo>
                  <a:lnTo>
                    <a:pt x="961" y="331"/>
                  </a:lnTo>
                  <a:lnTo>
                    <a:pt x="1269" y="662"/>
                  </a:lnTo>
                  <a:lnTo>
                    <a:pt x="1579" y="1024"/>
                  </a:lnTo>
                  <a:lnTo>
                    <a:pt x="1857" y="1253"/>
                  </a:lnTo>
                  <a:lnTo>
                    <a:pt x="2055" y="1468"/>
                  </a:lnTo>
                  <a:lnTo>
                    <a:pt x="2259" y="1700"/>
                  </a:lnTo>
                  <a:lnTo>
                    <a:pt x="2341" y="2103"/>
                  </a:lnTo>
                  <a:lnTo>
                    <a:pt x="2236" y="2559"/>
                  </a:lnTo>
                  <a:lnTo>
                    <a:pt x="2091" y="2989"/>
                  </a:lnTo>
                  <a:lnTo>
                    <a:pt x="1679" y="3715"/>
                  </a:lnTo>
                  <a:lnTo>
                    <a:pt x="1326" y="4384"/>
                  </a:lnTo>
                  <a:lnTo>
                    <a:pt x="1070" y="4710"/>
                  </a:lnTo>
                  <a:lnTo>
                    <a:pt x="874" y="4903"/>
                  </a:lnTo>
                  <a:lnTo>
                    <a:pt x="620" y="516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l919"/>
            <p:cNvSpPr/>
            <p:nvPr/>
          </p:nvSpPr>
          <p:spPr>
            <a:xfrm>
              <a:off x="4275067" y="6155901"/>
              <a:ext cx="98" cy="132"/>
            </a:xfrm>
            <a:custGeom>
              <a:avLst/>
              <a:pathLst>
                <a:path w="98" h="132">
                  <a:moveTo>
                    <a:pt x="96" y="110"/>
                  </a:moveTo>
                  <a:lnTo>
                    <a:pt x="72" y="132"/>
                  </a:lnTo>
                  <a:lnTo>
                    <a:pt x="41" y="121"/>
                  </a:lnTo>
                  <a:lnTo>
                    <a:pt x="13" y="99"/>
                  </a:lnTo>
                  <a:lnTo>
                    <a:pt x="0" y="54"/>
                  </a:lnTo>
                  <a:lnTo>
                    <a:pt x="7" y="18"/>
                  </a:lnTo>
                  <a:lnTo>
                    <a:pt x="31" y="0"/>
                  </a:lnTo>
                  <a:lnTo>
                    <a:pt x="65" y="12"/>
                  </a:lnTo>
                  <a:lnTo>
                    <a:pt x="85" y="33"/>
                  </a:lnTo>
                  <a:lnTo>
                    <a:pt x="98" y="79"/>
                  </a:lnTo>
                  <a:lnTo>
                    <a:pt x="96" y="1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l920"/>
            <p:cNvSpPr/>
            <p:nvPr/>
          </p:nvSpPr>
          <p:spPr>
            <a:xfrm>
              <a:off x="4273365" y="6155254"/>
              <a:ext cx="1382" cy="1248"/>
            </a:xfrm>
            <a:custGeom>
              <a:avLst/>
              <a:pathLst>
                <a:path w="1382" h="1248">
                  <a:moveTo>
                    <a:pt x="719" y="1129"/>
                  </a:moveTo>
                  <a:lnTo>
                    <a:pt x="607" y="1248"/>
                  </a:lnTo>
                  <a:lnTo>
                    <a:pt x="400" y="1212"/>
                  </a:lnTo>
                  <a:lnTo>
                    <a:pt x="233" y="1121"/>
                  </a:lnTo>
                  <a:lnTo>
                    <a:pt x="55" y="1019"/>
                  </a:lnTo>
                  <a:lnTo>
                    <a:pt x="0" y="833"/>
                  </a:lnTo>
                  <a:lnTo>
                    <a:pt x="67" y="655"/>
                  </a:lnTo>
                  <a:lnTo>
                    <a:pt x="298" y="469"/>
                  </a:lnTo>
                  <a:lnTo>
                    <a:pt x="551" y="283"/>
                  </a:lnTo>
                  <a:lnTo>
                    <a:pt x="846" y="63"/>
                  </a:lnTo>
                  <a:lnTo>
                    <a:pt x="1040" y="0"/>
                  </a:lnTo>
                  <a:lnTo>
                    <a:pt x="1196" y="38"/>
                  </a:lnTo>
                  <a:lnTo>
                    <a:pt x="1334" y="156"/>
                  </a:lnTo>
                  <a:lnTo>
                    <a:pt x="1382" y="342"/>
                  </a:lnTo>
                  <a:lnTo>
                    <a:pt x="1338" y="520"/>
                  </a:lnTo>
                  <a:lnTo>
                    <a:pt x="1125" y="702"/>
                  </a:lnTo>
                  <a:lnTo>
                    <a:pt x="864" y="892"/>
                  </a:lnTo>
                  <a:lnTo>
                    <a:pt x="726" y="1011"/>
                  </a:lnTo>
                  <a:lnTo>
                    <a:pt x="719" y="112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l921"/>
            <p:cNvSpPr/>
            <p:nvPr/>
          </p:nvSpPr>
          <p:spPr>
            <a:xfrm>
              <a:off x="4275079" y="6154250"/>
              <a:ext cx="2012" cy="1983"/>
            </a:xfrm>
            <a:custGeom>
              <a:avLst/>
              <a:pathLst>
                <a:path w="2012" h="1983">
                  <a:moveTo>
                    <a:pt x="1938" y="1925"/>
                  </a:moveTo>
                  <a:lnTo>
                    <a:pt x="1761" y="1983"/>
                  </a:lnTo>
                  <a:lnTo>
                    <a:pt x="1607" y="1941"/>
                  </a:lnTo>
                  <a:lnTo>
                    <a:pt x="1393" y="1772"/>
                  </a:lnTo>
                  <a:lnTo>
                    <a:pt x="1136" y="1465"/>
                  </a:lnTo>
                  <a:lnTo>
                    <a:pt x="866" y="1333"/>
                  </a:lnTo>
                  <a:lnTo>
                    <a:pt x="675" y="1211"/>
                  </a:lnTo>
                  <a:lnTo>
                    <a:pt x="517" y="989"/>
                  </a:lnTo>
                  <a:lnTo>
                    <a:pt x="363" y="862"/>
                  </a:lnTo>
                  <a:lnTo>
                    <a:pt x="144" y="714"/>
                  </a:lnTo>
                  <a:lnTo>
                    <a:pt x="0" y="470"/>
                  </a:lnTo>
                  <a:lnTo>
                    <a:pt x="62" y="230"/>
                  </a:lnTo>
                  <a:lnTo>
                    <a:pt x="283" y="97"/>
                  </a:lnTo>
                  <a:lnTo>
                    <a:pt x="517" y="37"/>
                  </a:lnTo>
                  <a:lnTo>
                    <a:pt x="885" y="0"/>
                  </a:lnTo>
                  <a:lnTo>
                    <a:pt x="1253" y="116"/>
                  </a:lnTo>
                  <a:lnTo>
                    <a:pt x="1537" y="359"/>
                  </a:lnTo>
                  <a:lnTo>
                    <a:pt x="1766" y="703"/>
                  </a:lnTo>
                  <a:lnTo>
                    <a:pt x="1896" y="1311"/>
                  </a:lnTo>
                  <a:lnTo>
                    <a:pt x="2012" y="1729"/>
                  </a:lnTo>
                  <a:lnTo>
                    <a:pt x="1938" y="192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l922"/>
            <p:cNvSpPr/>
            <p:nvPr/>
          </p:nvSpPr>
          <p:spPr>
            <a:xfrm>
              <a:off x="4313193" y="6157421"/>
              <a:ext cx="4333" cy="3881"/>
            </a:xfrm>
            <a:custGeom>
              <a:avLst/>
              <a:pathLst>
                <a:path w="4333" h="3881">
                  <a:moveTo>
                    <a:pt x="579" y="3836"/>
                  </a:moveTo>
                  <a:lnTo>
                    <a:pt x="539" y="3881"/>
                  </a:lnTo>
                  <a:lnTo>
                    <a:pt x="169" y="3659"/>
                  </a:lnTo>
                  <a:lnTo>
                    <a:pt x="44" y="3345"/>
                  </a:lnTo>
                  <a:lnTo>
                    <a:pt x="0" y="2762"/>
                  </a:lnTo>
                  <a:lnTo>
                    <a:pt x="202" y="2357"/>
                  </a:lnTo>
                  <a:lnTo>
                    <a:pt x="529" y="2130"/>
                  </a:lnTo>
                  <a:lnTo>
                    <a:pt x="1142" y="1857"/>
                  </a:lnTo>
                  <a:lnTo>
                    <a:pt x="1796" y="1404"/>
                  </a:lnTo>
                  <a:lnTo>
                    <a:pt x="2368" y="996"/>
                  </a:lnTo>
                  <a:lnTo>
                    <a:pt x="3266" y="317"/>
                  </a:lnTo>
                  <a:lnTo>
                    <a:pt x="3797" y="0"/>
                  </a:lnTo>
                  <a:lnTo>
                    <a:pt x="4209" y="311"/>
                  </a:lnTo>
                  <a:lnTo>
                    <a:pt x="4333" y="625"/>
                  </a:lnTo>
                  <a:lnTo>
                    <a:pt x="3968" y="1300"/>
                  </a:lnTo>
                  <a:lnTo>
                    <a:pt x="3437" y="1708"/>
                  </a:lnTo>
                  <a:lnTo>
                    <a:pt x="2906" y="2070"/>
                  </a:lnTo>
                  <a:lnTo>
                    <a:pt x="2292" y="2253"/>
                  </a:lnTo>
                  <a:lnTo>
                    <a:pt x="1761" y="2481"/>
                  </a:lnTo>
                  <a:lnTo>
                    <a:pt x="1231" y="2978"/>
                  </a:lnTo>
                  <a:lnTo>
                    <a:pt x="579" y="383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l923"/>
            <p:cNvSpPr/>
            <p:nvPr/>
          </p:nvSpPr>
          <p:spPr>
            <a:xfrm>
              <a:off x="4319887" y="6155596"/>
              <a:ext cx="454" cy="397"/>
            </a:xfrm>
            <a:custGeom>
              <a:avLst/>
              <a:pathLst>
                <a:path w="454" h="397">
                  <a:moveTo>
                    <a:pt x="454" y="311"/>
                  </a:moveTo>
                  <a:lnTo>
                    <a:pt x="299" y="397"/>
                  </a:lnTo>
                  <a:lnTo>
                    <a:pt x="20" y="319"/>
                  </a:lnTo>
                  <a:lnTo>
                    <a:pt x="0" y="57"/>
                  </a:lnTo>
                  <a:lnTo>
                    <a:pt x="152" y="0"/>
                  </a:lnTo>
                  <a:lnTo>
                    <a:pt x="295" y="66"/>
                  </a:lnTo>
                  <a:lnTo>
                    <a:pt x="404" y="114"/>
                  </a:lnTo>
                  <a:lnTo>
                    <a:pt x="439" y="209"/>
                  </a:lnTo>
                  <a:lnTo>
                    <a:pt x="454" y="31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l924"/>
            <p:cNvSpPr/>
            <p:nvPr/>
          </p:nvSpPr>
          <p:spPr>
            <a:xfrm>
              <a:off x="4323853" y="6149809"/>
              <a:ext cx="1468" cy="1457"/>
            </a:xfrm>
            <a:custGeom>
              <a:avLst/>
              <a:pathLst>
                <a:path w="1468" h="1457">
                  <a:moveTo>
                    <a:pt x="1217" y="1392"/>
                  </a:moveTo>
                  <a:lnTo>
                    <a:pt x="921" y="1457"/>
                  </a:lnTo>
                  <a:lnTo>
                    <a:pt x="641" y="1362"/>
                  </a:lnTo>
                  <a:lnTo>
                    <a:pt x="361" y="1242"/>
                  </a:lnTo>
                  <a:lnTo>
                    <a:pt x="120" y="963"/>
                  </a:lnTo>
                  <a:lnTo>
                    <a:pt x="16" y="627"/>
                  </a:lnTo>
                  <a:lnTo>
                    <a:pt x="0" y="380"/>
                  </a:lnTo>
                  <a:lnTo>
                    <a:pt x="73" y="160"/>
                  </a:lnTo>
                  <a:lnTo>
                    <a:pt x="211" y="90"/>
                  </a:lnTo>
                  <a:lnTo>
                    <a:pt x="462" y="0"/>
                  </a:lnTo>
                  <a:lnTo>
                    <a:pt x="732" y="32"/>
                  </a:lnTo>
                  <a:lnTo>
                    <a:pt x="967" y="163"/>
                  </a:lnTo>
                  <a:lnTo>
                    <a:pt x="1143" y="329"/>
                  </a:lnTo>
                  <a:lnTo>
                    <a:pt x="1331" y="507"/>
                  </a:lnTo>
                  <a:lnTo>
                    <a:pt x="1418" y="621"/>
                  </a:lnTo>
                  <a:lnTo>
                    <a:pt x="1468" y="857"/>
                  </a:lnTo>
                  <a:lnTo>
                    <a:pt x="1416" y="1139"/>
                  </a:lnTo>
                  <a:lnTo>
                    <a:pt x="1217" y="13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l925"/>
            <p:cNvSpPr/>
            <p:nvPr/>
          </p:nvSpPr>
          <p:spPr>
            <a:xfrm>
              <a:off x="4299364" y="6143528"/>
              <a:ext cx="2930" cy="2405"/>
            </a:xfrm>
            <a:custGeom>
              <a:avLst/>
              <a:pathLst>
                <a:path w="2930" h="2405">
                  <a:moveTo>
                    <a:pt x="2401" y="2363"/>
                  </a:moveTo>
                  <a:lnTo>
                    <a:pt x="2045" y="2405"/>
                  </a:lnTo>
                  <a:lnTo>
                    <a:pt x="1544" y="2292"/>
                  </a:lnTo>
                  <a:lnTo>
                    <a:pt x="1258" y="2068"/>
                  </a:lnTo>
                  <a:lnTo>
                    <a:pt x="1099" y="1966"/>
                  </a:lnTo>
                  <a:lnTo>
                    <a:pt x="39" y="1172"/>
                  </a:lnTo>
                  <a:lnTo>
                    <a:pt x="0" y="548"/>
                  </a:lnTo>
                  <a:lnTo>
                    <a:pt x="353" y="0"/>
                  </a:lnTo>
                  <a:lnTo>
                    <a:pt x="995" y="34"/>
                  </a:lnTo>
                  <a:lnTo>
                    <a:pt x="2063" y="573"/>
                  </a:lnTo>
                  <a:lnTo>
                    <a:pt x="2785" y="956"/>
                  </a:lnTo>
                  <a:lnTo>
                    <a:pt x="2930" y="1384"/>
                  </a:lnTo>
                  <a:lnTo>
                    <a:pt x="2720" y="2010"/>
                  </a:lnTo>
                  <a:lnTo>
                    <a:pt x="2401" y="236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l926"/>
            <p:cNvSpPr/>
            <p:nvPr/>
          </p:nvSpPr>
          <p:spPr>
            <a:xfrm>
              <a:off x="4512032" y="6166178"/>
              <a:ext cx="2842" cy="4170"/>
            </a:xfrm>
            <a:custGeom>
              <a:avLst/>
              <a:pathLst>
                <a:path w="2842" h="4170">
                  <a:moveTo>
                    <a:pt x="2002" y="3964"/>
                  </a:moveTo>
                  <a:lnTo>
                    <a:pt x="948" y="4170"/>
                  </a:lnTo>
                  <a:lnTo>
                    <a:pt x="218" y="3164"/>
                  </a:lnTo>
                  <a:lnTo>
                    <a:pt x="0" y="2257"/>
                  </a:lnTo>
                  <a:lnTo>
                    <a:pt x="237" y="1201"/>
                  </a:lnTo>
                  <a:lnTo>
                    <a:pt x="612" y="644"/>
                  </a:lnTo>
                  <a:lnTo>
                    <a:pt x="1472" y="0"/>
                  </a:lnTo>
                  <a:lnTo>
                    <a:pt x="2435" y="464"/>
                  </a:lnTo>
                  <a:lnTo>
                    <a:pt x="2825" y="1231"/>
                  </a:lnTo>
                  <a:lnTo>
                    <a:pt x="2842" y="2322"/>
                  </a:lnTo>
                  <a:lnTo>
                    <a:pt x="2522" y="3066"/>
                  </a:lnTo>
                  <a:lnTo>
                    <a:pt x="2002" y="396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l927"/>
            <p:cNvSpPr/>
            <p:nvPr/>
          </p:nvSpPr>
          <p:spPr>
            <a:xfrm>
              <a:off x="4330946" y="6143978"/>
              <a:ext cx="1772" cy="1885"/>
            </a:xfrm>
            <a:custGeom>
              <a:avLst/>
              <a:pathLst>
                <a:path w="1772" h="1885">
                  <a:moveTo>
                    <a:pt x="628" y="1809"/>
                  </a:moveTo>
                  <a:lnTo>
                    <a:pt x="373" y="1885"/>
                  </a:lnTo>
                  <a:lnTo>
                    <a:pt x="51" y="1707"/>
                  </a:lnTo>
                  <a:lnTo>
                    <a:pt x="0" y="1332"/>
                  </a:lnTo>
                  <a:lnTo>
                    <a:pt x="185" y="783"/>
                  </a:lnTo>
                  <a:lnTo>
                    <a:pt x="518" y="439"/>
                  </a:lnTo>
                  <a:lnTo>
                    <a:pt x="789" y="209"/>
                  </a:lnTo>
                  <a:lnTo>
                    <a:pt x="1102" y="25"/>
                  </a:lnTo>
                  <a:lnTo>
                    <a:pt x="1561" y="0"/>
                  </a:lnTo>
                  <a:lnTo>
                    <a:pt x="1749" y="159"/>
                  </a:lnTo>
                  <a:lnTo>
                    <a:pt x="1772" y="593"/>
                  </a:lnTo>
                  <a:lnTo>
                    <a:pt x="1607" y="1096"/>
                  </a:lnTo>
                  <a:lnTo>
                    <a:pt x="1170" y="1578"/>
                  </a:lnTo>
                  <a:lnTo>
                    <a:pt x="628" y="180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l928"/>
            <p:cNvSpPr/>
            <p:nvPr/>
          </p:nvSpPr>
          <p:spPr>
            <a:xfrm>
              <a:off x="4305533" y="6140842"/>
              <a:ext cx="1262" cy="1225"/>
            </a:xfrm>
            <a:custGeom>
              <a:avLst/>
              <a:pathLst>
                <a:path w="1262" h="1225">
                  <a:moveTo>
                    <a:pt x="937" y="260"/>
                  </a:moveTo>
                  <a:lnTo>
                    <a:pt x="765" y="463"/>
                  </a:lnTo>
                  <a:lnTo>
                    <a:pt x="775" y="515"/>
                  </a:lnTo>
                  <a:lnTo>
                    <a:pt x="844" y="528"/>
                  </a:lnTo>
                  <a:lnTo>
                    <a:pt x="902" y="480"/>
                  </a:lnTo>
                  <a:lnTo>
                    <a:pt x="1106" y="229"/>
                  </a:lnTo>
                  <a:lnTo>
                    <a:pt x="1187" y="198"/>
                  </a:lnTo>
                  <a:lnTo>
                    <a:pt x="1246" y="244"/>
                  </a:lnTo>
                  <a:lnTo>
                    <a:pt x="1262" y="323"/>
                  </a:lnTo>
                  <a:lnTo>
                    <a:pt x="1206" y="406"/>
                  </a:lnTo>
                  <a:lnTo>
                    <a:pt x="964" y="718"/>
                  </a:lnTo>
                  <a:lnTo>
                    <a:pt x="872" y="884"/>
                  </a:lnTo>
                  <a:lnTo>
                    <a:pt x="697" y="1033"/>
                  </a:lnTo>
                  <a:lnTo>
                    <a:pt x="465" y="1214"/>
                  </a:lnTo>
                  <a:lnTo>
                    <a:pt x="393" y="1225"/>
                  </a:lnTo>
                  <a:lnTo>
                    <a:pt x="335" y="1199"/>
                  </a:lnTo>
                  <a:lnTo>
                    <a:pt x="277" y="1154"/>
                  </a:lnTo>
                  <a:lnTo>
                    <a:pt x="81" y="858"/>
                  </a:lnTo>
                  <a:lnTo>
                    <a:pt x="12" y="718"/>
                  </a:lnTo>
                  <a:lnTo>
                    <a:pt x="0" y="619"/>
                  </a:lnTo>
                  <a:lnTo>
                    <a:pt x="6" y="501"/>
                  </a:lnTo>
                  <a:lnTo>
                    <a:pt x="62" y="390"/>
                  </a:lnTo>
                  <a:lnTo>
                    <a:pt x="179" y="307"/>
                  </a:lnTo>
                  <a:lnTo>
                    <a:pt x="349" y="297"/>
                  </a:lnTo>
                  <a:lnTo>
                    <a:pt x="495" y="354"/>
                  </a:lnTo>
                  <a:lnTo>
                    <a:pt x="595" y="366"/>
                  </a:lnTo>
                  <a:lnTo>
                    <a:pt x="693" y="314"/>
                  </a:lnTo>
                  <a:lnTo>
                    <a:pt x="737" y="248"/>
                  </a:lnTo>
                  <a:lnTo>
                    <a:pt x="787" y="66"/>
                  </a:lnTo>
                  <a:lnTo>
                    <a:pt x="818" y="7"/>
                  </a:lnTo>
                  <a:lnTo>
                    <a:pt x="866" y="0"/>
                  </a:lnTo>
                  <a:lnTo>
                    <a:pt x="912" y="14"/>
                  </a:lnTo>
                  <a:lnTo>
                    <a:pt x="945" y="87"/>
                  </a:lnTo>
                  <a:lnTo>
                    <a:pt x="956" y="172"/>
                  </a:lnTo>
                  <a:lnTo>
                    <a:pt x="937" y="2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l929"/>
            <p:cNvSpPr/>
            <p:nvPr/>
          </p:nvSpPr>
          <p:spPr>
            <a:xfrm>
              <a:off x="4304040" y="6133963"/>
              <a:ext cx="2762" cy="3342"/>
            </a:xfrm>
            <a:custGeom>
              <a:avLst/>
              <a:pathLst>
                <a:path w="2762" h="3342">
                  <a:moveTo>
                    <a:pt x="2367" y="3328"/>
                  </a:moveTo>
                  <a:lnTo>
                    <a:pt x="2210" y="3342"/>
                  </a:lnTo>
                  <a:lnTo>
                    <a:pt x="1958" y="3249"/>
                  </a:lnTo>
                  <a:lnTo>
                    <a:pt x="1798" y="3106"/>
                  </a:lnTo>
                  <a:lnTo>
                    <a:pt x="1363" y="2046"/>
                  </a:lnTo>
                  <a:lnTo>
                    <a:pt x="1159" y="1799"/>
                  </a:lnTo>
                  <a:lnTo>
                    <a:pt x="864" y="1582"/>
                  </a:lnTo>
                  <a:lnTo>
                    <a:pt x="703" y="1420"/>
                  </a:lnTo>
                  <a:lnTo>
                    <a:pt x="525" y="1124"/>
                  </a:lnTo>
                  <a:lnTo>
                    <a:pt x="321" y="907"/>
                  </a:lnTo>
                  <a:lnTo>
                    <a:pt x="82" y="734"/>
                  </a:lnTo>
                  <a:lnTo>
                    <a:pt x="8" y="591"/>
                  </a:lnTo>
                  <a:lnTo>
                    <a:pt x="0" y="369"/>
                  </a:lnTo>
                  <a:lnTo>
                    <a:pt x="47" y="128"/>
                  </a:lnTo>
                  <a:lnTo>
                    <a:pt x="134" y="24"/>
                  </a:lnTo>
                  <a:lnTo>
                    <a:pt x="251" y="0"/>
                  </a:lnTo>
                  <a:lnTo>
                    <a:pt x="777" y="172"/>
                  </a:lnTo>
                  <a:lnTo>
                    <a:pt x="1507" y="616"/>
                  </a:lnTo>
                  <a:lnTo>
                    <a:pt x="2271" y="1592"/>
                  </a:lnTo>
                  <a:lnTo>
                    <a:pt x="2510" y="2006"/>
                  </a:lnTo>
                  <a:lnTo>
                    <a:pt x="2697" y="2376"/>
                  </a:lnTo>
                  <a:lnTo>
                    <a:pt x="2762" y="2618"/>
                  </a:lnTo>
                  <a:lnTo>
                    <a:pt x="2701" y="3002"/>
                  </a:lnTo>
                  <a:lnTo>
                    <a:pt x="2575" y="3204"/>
                  </a:lnTo>
                  <a:lnTo>
                    <a:pt x="2367" y="332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l930"/>
            <p:cNvSpPr/>
            <p:nvPr/>
          </p:nvSpPr>
          <p:spPr>
            <a:xfrm>
              <a:off x="4299225" y="6132682"/>
              <a:ext cx="4677" cy="2000"/>
            </a:xfrm>
            <a:custGeom>
              <a:avLst/>
              <a:pathLst>
                <a:path w="4677" h="2000">
                  <a:moveTo>
                    <a:pt x="1376" y="1938"/>
                  </a:moveTo>
                  <a:lnTo>
                    <a:pt x="1047" y="2000"/>
                  </a:lnTo>
                  <a:lnTo>
                    <a:pt x="704" y="1958"/>
                  </a:lnTo>
                  <a:lnTo>
                    <a:pt x="448" y="1891"/>
                  </a:lnTo>
                  <a:lnTo>
                    <a:pt x="127" y="1616"/>
                  </a:lnTo>
                  <a:lnTo>
                    <a:pt x="48" y="1451"/>
                  </a:lnTo>
                  <a:lnTo>
                    <a:pt x="0" y="1192"/>
                  </a:lnTo>
                  <a:lnTo>
                    <a:pt x="0" y="1027"/>
                  </a:lnTo>
                  <a:lnTo>
                    <a:pt x="131" y="773"/>
                  </a:lnTo>
                  <a:lnTo>
                    <a:pt x="355" y="583"/>
                  </a:lnTo>
                  <a:lnTo>
                    <a:pt x="619" y="448"/>
                  </a:lnTo>
                  <a:lnTo>
                    <a:pt x="1063" y="254"/>
                  </a:lnTo>
                  <a:lnTo>
                    <a:pt x="1529" y="79"/>
                  </a:lnTo>
                  <a:lnTo>
                    <a:pt x="1823" y="9"/>
                  </a:lnTo>
                  <a:lnTo>
                    <a:pt x="2170" y="0"/>
                  </a:lnTo>
                  <a:lnTo>
                    <a:pt x="2583" y="39"/>
                  </a:lnTo>
                  <a:lnTo>
                    <a:pt x="2851" y="104"/>
                  </a:lnTo>
                  <a:lnTo>
                    <a:pt x="3137" y="194"/>
                  </a:lnTo>
                  <a:lnTo>
                    <a:pt x="3471" y="369"/>
                  </a:lnTo>
                  <a:lnTo>
                    <a:pt x="3818" y="528"/>
                  </a:lnTo>
                  <a:lnTo>
                    <a:pt x="4148" y="688"/>
                  </a:lnTo>
                  <a:lnTo>
                    <a:pt x="4336" y="843"/>
                  </a:lnTo>
                  <a:lnTo>
                    <a:pt x="4526" y="972"/>
                  </a:lnTo>
                  <a:lnTo>
                    <a:pt x="4677" y="1164"/>
                  </a:lnTo>
                  <a:lnTo>
                    <a:pt x="4672" y="1305"/>
                  </a:lnTo>
                  <a:lnTo>
                    <a:pt x="4540" y="1497"/>
                  </a:lnTo>
                  <a:lnTo>
                    <a:pt x="4398" y="1611"/>
                  </a:lnTo>
                  <a:lnTo>
                    <a:pt x="3761" y="1691"/>
                  </a:lnTo>
                  <a:lnTo>
                    <a:pt x="3607" y="1705"/>
                  </a:lnTo>
                  <a:lnTo>
                    <a:pt x="3031" y="1676"/>
                  </a:lnTo>
                  <a:lnTo>
                    <a:pt x="2715" y="1651"/>
                  </a:lnTo>
                  <a:lnTo>
                    <a:pt x="2491" y="1666"/>
                  </a:lnTo>
                  <a:lnTo>
                    <a:pt x="2267" y="1715"/>
                  </a:lnTo>
                  <a:lnTo>
                    <a:pt x="1902" y="1795"/>
                  </a:lnTo>
                  <a:lnTo>
                    <a:pt x="1376" y="193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l931"/>
            <p:cNvSpPr/>
            <p:nvPr/>
          </p:nvSpPr>
          <p:spPr>
            <a:xfrm>
              <a:off x="4264110" y="6128462"/>
              <a:ext cx="887" cy="944"/>
            </a:xfrm>
            <a:custGeom>
              <a:avLst/>
              <a:pathLst>
                <a:path w="887" h="944">
                  <a:moveTo>
                    <a:pt x="778" y="890"/>
                  </a:moveTo>
                  <a:lnTo>
                    <a:pt x="460" y="944"/>
                  </a:lnTo>
                  <a:lnTo>
                    <a:pt x="138" y="604"/>
                  </a:lnTo>
                  <a:lnTo>
                    <a:pt x="107" y="492"/>
                  </a:lnTo>
                  <a:lnTo>
                    <a:pt x="41" y="392"/>
                  </a:lnTo>
                  <a:lnTo>
                    <a:pt x="0" y="181"/>
                  </a:lnTo>
                  <a:lnTo>
                    <a:pt x="377" y="0"/>
                  </a:lnTo>
                  <a:lnTo>
                    <a:pt x="445" y="19"/>
                  </a:lnTo>
                  <a:lnTo>
                    <a:pt x="591" y="84"/>
                  </a:lnTo>
                  <a:lnTo>
                    <a:pt x="725" y="186"/>
                  </a:lnTo>
                  <a:lnTo>
                    <a:pt x="846" y="361"/>
                  </a:lnTo>
                  <a:lnTo>
                    <a:pt x="887" y="547"/>
                  </a:lnTo>
                  <a:lnTo>
                    <a:pt x="778" y="89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l932"/>
            <p:cNvSpPr/>
            <p:nvPr/>
          </p:nvSpPr>
          <p:spPr>
            <a:xfrm>
              <a:off x="4263637" y="6126074"/>
              <a:ext cx="5420" cy="3364"/>
            </a:xfrm>
            <a:custGeom>
              <a:avLst/>
              <a:pathLst>
                <a:path w="5420" h="3364">
                  <a:moveTo>
                    <a:pt x="5238" y="646"/>
                  </a:moveTo>
                  <a:lnTo>
                    <a:pt x="5420" y="1131"/>
                  </a:lnTo>
                  <a:lnTo>
                    <a:pt x="5390" y="1488"/>
                  </a:lnTo>
                  <a:lnTo>
                    <a:pt x="5226" y="1768"/>
                  </a:lnTo>
                  <a:lnTo>
                    <a:pt x="4834" y="2079"/>
                  </a:lnTo>
                  <a:lnTo>
                    <a:pt x="4571" y="2209"/>
                  </a:lnTo>
                  <a:lnTo>
                    <a:pt x="4274" y="2300"/>
                  </a:lnTo>
                  <a:lnTo>
                    <a:pt x="3714" y="2521"/>
                  </a:lnTo>
                  <a:lnTo>
                    <a:pt x="3346" y="2772"/>
                  </a:lnTo>
                  <a:lnTo>
                    <a:pt x="3048" y="2974"/>
                  </a:lnTo>
                  <a:lnTo>
                    <a:pt x="2522" y="3209"/>
                  </a:lnTo>
                  <a:lnTo>
                    <a:pt x="2122" y="3335"/>
                  </a:lnTo>
                  <a:lnTo>
                    <a:pt x="1759" y="3364"/>
                  </a:lnTo>
                  <a:lnTo>
                    <a:pt x="1581" y="3212"/>
                  </a:lnTo>
                  <a:lnTo>
                    <a:pt x="1498" y="2840"/>
                  </a:lnTo>
                  <a:lnTo>
                    <a:pt x="1448" y="2530"/>
                  </a:lnTo>
                  <a:lnTo>
                    <a:pt x="1564" y="2348"/>
                  </a:lnTo>
                  <a:lnTo>
                    <a:pt x="1846" y="2441"/>
                  </a:lnTo>
                  <a:lnTo>
                    <a:pt x="2118" y="2460"/>
                  </a:lnTo>
                  <a:lnTo>
                    <a:pt x="2491" y="2493"/>
                  </a:lnTo>
                  <a:lnTo>
                    <a:pt x="2652" y="2386"/>
                  </a:lnTo>
                  <a:lnTo>
                    <a:pt x="2768" y="2253"/>
                  </a:lnTo>
                  <a:lnTo>
                    <a:pt x="2956" y="1900"/>
                  </a:lnTo>
                  <a:lnTo>
                    <a:pt x="3233" y="1684"/>
                  </a:lnTo>
                  <a:lnTo>
                    <a:pt x="3542" y="1543"/>
                  </a:lnTo>
                  <a:lnTo>
                    <a:pt x="3792" y="1524"/>
                  </a:lnTo>
                  <a:lnTo>
                    <a:pt x="4019" y="1517"/>
                  </a:lnTo>
                  <a:lnTo>
                    <a:pt x="4236" y="1424"/>
                  </a:lnTo>
                  <a:lnTo>
                    <a:pt x="4309" y="1142"/>
                  </a:lnTo>
                  <a:lnTo>
                    <a:pt x="4157" y="855"/>
                  </a:lnTo>
                  <a:lnTo>
                    <a:pt x="3771" y="870"/>
                  </a:lnTo>
                  <a:lnTo>
                    <a:pt x="3532" y="902"/>
                  </a:lnTo>
                  <a:lnTo>
                    <a:pt x="3212" y="1030"/>
                  </a:lnTo>
                  <a:lnTo>
                    <a:pt x="2937" y="1196"/>
                  </a:lnTo>
                  <a:lnTo>
                    <a:pt x="2560" y="1348"/>
                  </a:lnTo>
                  <a:lnTo>
                    <a:pt x="2184" y="1425"/>
                  </a:lnTo>
                  <a:lnTo>
                    <a:pt x="1785" y="1527"/>
                  </a:lnTo>
                  <a:lnTo>
                    <a:pt x="1362" y="1714"/>
                  </a:lnTo>
                  <a:lnTo>
                    <a:pt x="1177" y="1895"/>
                  </a:lnTo>
                  <a:lnTo>
                    <a:pt x="889" y="2160"/>
                  </a:lnTo>
                  <a:lnTo>
                    <a:pt x="665" y="2321"/>
                  </a:lnTo>
                  <a:lnTo>
                    <a:pt x="406" y="2445"/>
                  </a:lnTo>
                  <a:lnTo>
                    <a:pt x="239" y="2342"/>
                  </a:lnTo>
                  <a:lnTo>
                    <a:pt x="16" y="2140"/>
                  </a:lnTo>
                  <a:lnTo>
                    <a:pt x="0" y="1843"/>
                  </a:lnTo>
                  <a:lnTo>
                    <a:pt x="50" y="1585"/>
                  </a:lnTo>
                  <a:lnTo>
                    <a:pt x="143" y="1489"/>
                  </a:lnTo>
                  <a:lnTo>
                    <a:pt x="621" y="1340"/>
                  </a:lnTo>
                  <a:lnTo>
                    <a:pt x="1045" y="1140"/>
                  </a:lnTo>
                  <a:lnTo>
                    <a:pt x="1284" y="1084"/>
                  </a:lnTo>
                  <a:lnTo>
                    <a:pt x="1948" y="803"/>
                  </a:lnTo>
                  <a:lnTo>
                    <a:pt x="2361" y="517"/>
                  </a:lnTo>
                  <a:lnTo>
                    <a:pt x="2832" y="219"/>
                  </a:lnTo>
                  <a:lnTo>
                    <a:pt x="3357" y="71"/>
                  </a:lnTo>
                  <a:lnTo>
                    <a:pt x="3970" y="0"/>
                  </a:lnTo>
                  <a:lnTo>
                    <a:pt x="4412" y="34"/>
                  </a:lnTo>
                  <a:lnTo>
                    <a:pt x="4837" y="279"/>
                  </a:lnTo>
                  <a:lnTo>
                    <a:pt x="5238" y="64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l933"/>
            <p:cNvSpPr/>
            <p:nvPr/>
          </p:nvSpPr>
          <p:spPr>
            <a:xfrm>
              <a:off x="4180612" y="6068738"/>
              <a:ext cx="429" cy="369"/>
            </a:xfrm>
            <a:custGeom>
              <a:avLst/>
              <a:pathLst>
                <a:path w="429" h="369">
                  <a:moveTo>
                    <a:pt x="405" y="244"/>
                  </a:moveTo>
                  <a:lnTo>
                    <a:pt x="330" y="322"/>
                  </a:lnTo>
                  <a:lnTo>
                    <a:pt x="318" y="327"/>
                  </a:lnTo>
                  <a:lnTo>
                    <a:pt x="302" y="330"/>
                  </a:lnTo>
                  <a:lnTo>
                    <a:pt x="294" y="324"/>
                  </a:lnTo>
                  <a:lnTo>
                    <a:pt x="288" y="303"/>
                  </a:lnTo>
                  <a:lnTo>
                    <a:pt x="282" y="291"/>
                  </a:lnTo>
                  <a:lnTo>
                    <a:pt x="275" y="289"/>
                  </a:lnTo>
                  <a:lnTo>
                    <a:pt x="268" y="290"/>
                  </a:lnTo>
                  <a:lnTo>
                    <a:pt x="203" y="319"/>
                  </a:lnTo>
                  <a:lnTo>
                    <a:pt x="94" y="369"/>
                  </a:lnTo>
                  <a:lnTo>
                    <a:pt x="54" y="362"/>
                  </a:lnTo>
                  <a:lnTo>
                    <a:pt x="34" y="343"/>
                  </a:lnTo>
                  <a:lnTo>
                    <a:pt x="0" y="224"/>
                  </a:lnTo>
                  <a:lnTo>
                    <a:pt x="0" y="191"/>
                  </a:lnTo>
                  <a:lnTo>
                    <a:pt x="90" y="109"/>
                  </a:lnTo>
                  <a:lnTo>
                    <a:pt x="263" y="0"/>
                  </a:lnTo>
                  <a:lnTo>
                    <a:pt x="330" y="1"/>
                  </a:lnTo>
                  <a:lnTo>
                    <a:pt x="361" y="41"/>
                  </a:lnTo>
                  <a:lnTo>
                    <a:pt x="429" y="169"/>
                  </a:lnTo>
                  <a:lnTo>
                    <a:pt x="426" y="203"/>
                  </a:lnTo>
                  <a:lnTo>
                    <a:pt x="405" y="24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l934"/>
            <p:cNvSpPr/>
            <p:nvPr/>
          </p:nvSpPr>
          <p:spPr>
            <a:xfrm>
              <a:off x="4167403" y="6066925"/>
              <a:ext cx="293" cy="537"/>
            </a:xfrm>
            <a:custGeom>
              <a:avLst/>
              <a:pathLst>
                <a:path w="293" h="537">
                  <a:moveTo>
                    <a:pt x="268" y="493"/>
                  </a:moveTo>
                  <a:lnTo>
                    <a:pt x="60" y="537"/>
                  </a:lnTo>
                  <a:lnTo>
                    <a:pt x="15" y="492"/>
                  </a:lnTo>
                  <a:lnTo>
                    <a:pt x="6" y="453"/>
                  </a:lnTo>
                  <a:lnTo>
                    <a:pt x="0" y="299"/>
                  </a:lnTo>
                  <a:lnTo>
                    <a:pt x="67" y="0"/>
                  </a:lnTo>
                  <a:lnTo>
                    <a:pt x="83" y="0"/>
                  </a:lnTo>
                  <a:lnTo>
                    <a:pt x="291" y="297"/>
                  </a:lnTo>
                  <a:lnTo>
                    <a:pt x="293" y="384"/>
                  </a:lnTo>
                  <a:lnTo>
                    <a:pt x="268" y="49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l935"/>
            <p:cNvSpPr/>
            <p:nvPr/>
          </p:nvSpPr>
          <p:spPr>
            <a:xfrm>
              <a:off x="4179044" y="6066936"/>
              <a:ext cx="465" cy="496"/>
            </a:xfrm>
            <a:custGeom>
              <a:avLst/>
              <a:pathLst>
                <a:path w="465" h="496">
                  <a:moveTo>
                    <a:pt x="292" y="483"/>
                  </a:moveTo>
                  <a:lnTo>
                    <a:pt x="213" y="496"/>
                  </a:lnTo>
                  <a:lnTo>
                    <a:pt x="74" y="401"/>
                  </a:lnTo>
                  <a:lnTo>
                    <a:pt x="41" y="347"/>
                  </a:lnTo>
                  <a:lnTo>
                    <a:pt x="0" y="97"/>
                  </a:lnTo>
                  <a:lnTo>
                    <a:pt x="2" y="69"/>
                  </a:lnTo>
                  <a:lnTo>
                    <a:pt x="92" y="0"/>
                  </a:lnTo>
                  <a:lnTo>
                    <a:pt x="130" y="0"/>
                  </a:lnTo>
                  <a:lnTo>
                    <a:pt x="191" y="59"/>
                  </a:lnTo>
                  <a:lnTo>
                    <a:pt x="340" y="259"/>
                  </a:lnTo>
                  <a:lnTo>
                    <a:pt x="463" y="270"/>
                  </a:lnTo>
                  <a:lnTo>
                    <a:pt x="465" y="299"/>
                  </a:lnTo>
                  <a:lnTo>
                    <a:pt x="460" y="312"/>
                  </a:lnTo>
                  <a:lnTo>
                    <a:pt x="387" y="437"/>
                  </a:lnTo>
                  <a:lnTo>
                    <a:pt x="292" y="48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l936"/>
            <p:cNvSpPr/>
            <p:nvPr/>
          </p:nvSpPr>
          <p:spPr>
            <a:xfrm>
              <a:off x="4165107" y="6065671"/>
              <a:ext cx="678" cy="1055"/>
            </a:xfrm>
            <a:custGeom>
              <a:avLst/>
              <a:pathLst>
                <a:path w="678" h="1055">
                  <a:moveTo>
                    <a:pt x="461" y="1040"/>
                  </a:moveTo>
                  <a:lnTo>
                    <a:pt x="382" y="1055"/>
                  </a:lnTo>
                  <a:lnTo>
                    <a:pt x="99" y="967"/>
                  </a:lnTo>
                  <a:lnTo>
                    <a:pt x="61" y="942"/>
                  </a:lnTo>
                  <a:lnTo>
                    <a:pt x="0" y="880"/>
                  </a:lnTo>
                  <a:lnTo>
                    <a:pt x="45" y="692"/>
                  </a:lnTo>
                  <a:lnTo>
                    <a:pt x="88" y="460"/>
                  </a:lnTo>
                  <a:lnTo>
                    <a:pt x="106" y="318"/>
                  </a:lnTo>
                  <a:lnTo>
                    <a:pt x="109" y="199"/>
                  </a:lnTo>
                  <a:lnTo>
                    <a:pt x="117" y="141"/>
                  </a:lnTo>
                  <a:lnTo>
                    <a:pt x="134" y="97"/>
                  </a:lnTo>
                  <a:lnTo>
                    <a:pt x="224" y="0"/>
                  </a:lnTo>
                  <a:lnTo>
                    <a:pt x="240" y="2"/>
                  </a:lnTo>
                  <a:lnTo>
                    <a:pt x="301" y="44"/>
                  </a:lnTo>
                  <a:lnTo>
                    <a:pt x="358" y="107"/>
                  </a:lnTo>
                  <a:lnTo>
                    <a:pt x="541" y="414"/>
                  </a:lnTo>
                  <a:lnTo>
                    <a:pt x="653" y="691"/>
                  </a:lnTo>
                  <a:lnTo>
                    <a:pt x="678" y="799"/>
                  </a:lnTo>
                  <a:lnTo>
                    <a:pt x="461" y="104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l937"/>
            <p:cNvSpPr/>
            <p:nvPr/>
          </p:nvSpPr>
          <p:spPr>
            <a:xfrm>
              <a:off x="4170875" y="6065697"/>
              <a:ext cx="428" cy="388"/>
            </a:xfrm>
            <a:custGeom>
              <a:avLst/>
              <a:pathLst>
                <a:path w="428" h="388">
                  <a:moveTo>
                    <a:pt x="63" y="388"/>
                  </a:moveTo>
                  <a:lnTo>
                    <a:pt x="29" y="387"/>
                  </a:lnTo>
                  <a:lnTo>
                    <a:pt x="10" y="361"/>
                  </a:lnTo>
                  <a:lnTo>
                    <a:pt x="0" y="314"/>
                  </a:lnTo>
                  <a:lnTo>
                    <a:pt x="11" y="246"/>
                  </a:lnTo>
                  <a:lnTo>
                    <a:pt x="36" y="207"/>
                  </a:lnTo>
                  <a:lnTo>
                    <a:pt x="328" y="5"/>
                  </a:lnTo>
                  <a:lnTo>
                    <a:pt x="374" y="0"/>
                  </a:lnTo>
                  <a:lnTo>
                    <a:pt x="408" y="20"/>
                  </a:lnTo>
                  <a:lnTo>
                    <a:pt x="428" y="52"/>
                  </a:lnTo>
                  <a:lnTo>
                    <a:pt x="428" y="103"/>
                  </a:lnTo>
                  <a:lnTo>
                    <a:pt x="411" y="145"/>
                  </a:lnTo>
                  <a:lnTo>
                    <a:pt x="378" y="190"/>
                  </a:lnTo>
                  <a:lnTo>
                    <a:pt x="93" y="369"/>
                  </a:lnTo>
                  <a:lnTo>
                    <a:pt x="74" y="380"/>
                  </a:lnTo>
                  <a:lnTo>
                    <a:pt x="63" y="38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l938"/>
            <p:cNvSpPr/>
            <p:nvPr/>
          </p:nvSpPr>
          <p:spPr>
            <a:xfrm>
              <a:off x="4183663" y="6061890"/>
              <a:ext cx="623" cy="555"/>
            </a:xfrm>
            <a:custGeom>
              <a:avLst/>
              <a:pathLst>
                <a:path w="623" h="555">
                  <a:moveTo>
                    <a:pt x="331" y="553"/>
                  </a:moveTo>
                  <a:lnTo>
                    <a:pt x="326" y="555"/>
                  </a:lnTo>
                  <a:lnTo>
                    <a:pt x="251" y="510"/>
                  </a:lnTo>
                  <a:lnTo>
                    <a:pt x="20" y="261"/>
                  </a:lnTo>
                  <a:lnTo>
                    <a:pt x="0" y="67"/>
                  </a:lnTo>
                  <a:lnTo>
                    <a:pt x="5" y="59"/>
                  </a:lnTo>
                  <a:lnTo>
                    <a:pt x="8" y="54"/>
                  </a:lnTo>
                  <a:lnTo>
                    <a:pt x="359" y="8"/>
                  </a:lnTo>
                  <a:lnTo>
                    <a:pt x="418" y="0"/>
                  </a:lnTo>
                  <a:lnTo>
                    <a:pt x="424" y="0"/>
                  </a:lnTo>
                  <a:lnTo>
                    <a:pt x="573" y="10"/>
                  </a:lnTo>
                  <a:lnTo>
                    <a:pt x="600" y="27"/>
                  </a:lnTo>
                  <a:lnTo>
                    <a:pt x="623" y="59"/>
                  </a:lnTo>
                  <a:lnTo>
                    <a:pt x="623" y="132"/>
                  </a:lnTo>
                  <a:lnTo>
                    <a:pt x="623" y="143"/>
                  </a:lnTo>
                  <a:lnTo>
                    <a:pt x="577" y="370"/>
                  </a:lnTo>
                  <a:lnTo>
                    <a:pt x="565" y="386"/>
                  </a:lnTo>
                  <a:lnTo>
                    <a:pt x="341" y="551"/>
                  </a:lnTo>
                  <a:lnTo>
                    <a:pt x="331" y="5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l939"/>
            <p:cNvSpPr/>
            <p:nvPr/>
          </p:nvSpPr>
          <p:spPr>
            <a:xfrm>
              <a:off x="4211952" y="6044293"/>
              <a:ext cx="493" cy="338"/>
            </a:xfrm>
            <a:custGeom>
              <a:avLst/>
              <a:pathLst>
                <a:path w="493" h="338">
                  <a:moveTo>
                    <a:pt x="206" y="327"/>
                  </a:moveTo>
                  <a:lnTo>
                    <a:pt x="181" y="338"/>
                  </a:lnTo>
                  <a:lnTo>
                    <a:pt x="82" y="316"/>
                  </a:lnTo>
                  <a:lnTo>
                    <a:pt x="44" y="308"/>
                  </a:lnTo>
                  <a:lnTo>
                    <a:pt x="13" y="281"/>
                  </a:lnTo>
                  <a:lnTo>
                    <a:pt x="3" y="261"/>
                  </a:lnTo>
                  <a:lnTo>
                    <a:pt x="0" y="214"/>
                  </a:lnTo>
                  <a:lnTo>
                    <a:pt x="16" y="132"/>
                  </a:lnTo>
                  <a:lnTo>
                    <a:pt x="57" y="84"/>
                  </a:lnTo>
                  <a:lnTo>
                    <a:pt x="82" y="72"/>
                  </a:lnTo>
                  <a:lnTo>
                    <a:pt x="368" y="0"/>
                  </a:lnTo>
                  <a:lnTo>
                    <a:pt x="383" y="5"/>
                  </a:lnTo>
                  <a:lnTo>
                    <a:pt x="492" y="158"/>
                  </a:lnTo>
                  <a:lnTo>
                    <a:pt x="493" y="181"/>
                  </a:lnTo>
                  <a:lnTo>
                    <a:pt x="480" y="202"/>
                  </a:lnTo>
                  <a:lnTo>
                    <a:pt x="206" y="32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l940"/>
            <p:cNvSpPr/>
            <p:nvPr/>
          </p:nvSpPr>
          <p:spPr>
            <a:xfrm>
              <a:off x="4217736" y="6042594"/>
              <a:ext cx="938" cy="1066"/>
            </a:xfrm>
            <a:custGeom>
              <a:avLst/>
              <a:pathLst>
                <a:path w="938" h="1066">
                  <a:moveTo>
                    <a:pt x="264" y="1066"/>
                  </a:moveTo>
                  <a:lnTo>
                    <a:pt x="208" y="1063"/>
                  </a:lnTo>
                  <a:lnTo>
                    <a:pt x="181" y="1050"/>
                  </a:lnTo>
                  <a:lnTo>
                    <a:pt x="130" y="985"/>
                  </a:lnTo>
                  <a:lnTo>
                    <a:pt x="76" y="853"/>
                  </a:lnTo>
                  <a:lnTo>
                    <a:pt x="0" y="403"/>
                  </a:lnTo>
                  <a:lnTo>
                    <a:pt x="80" y="267"/>
                  </a:lnTo>
                  <a:lnTo>
                    <a:pt x="267" y="22"/>
                  </a:lnTo>
                  <a:lnTo>
                    <a:pt x="305" y="1"/>
                  </a:lnTo>
                  <a:lnTo>
                    <a:pt x="332" y="0"/>
                  </a:lnTo>
                  <a:lnTo>
                    <a:pt x="531" y="29"/>
                  </a:lnTo>
                  <a:lnTo>
                    <a:pt x="783" y="155"/>
                  </a:lnTo>
                  <a:lnTo>
                    <a:pt x="865" y="210"/>
                  </a:lnTo>
                  <a:lnTo>
                    <a:pt x="890" y="235"/>
                  </a:lnTo>
                  <a:lnTo>
                    <a:pt x="932" y="397"/>
                  </a:lnTo>
                  <a:lnTo>
                    <a:pt x="938" y="440"/>
                  </a:lnTo>
                  <a:lnTo>
                    <a:pt x="831" y="688"/>
                  </a:lnTo>
                  <a:lnTo>
                    <a:pt x="815" y="713"/>
                  </a:lnTo>
                  <a:lnTo>
                    <a:pt x="522" y="987"/>
                  </a:lnTo>
                  <a:lnTo>
                    <a:pt x="309" y="1059"/>
                  </a:lnTo>
                  <a:lnTo>
                    <a:pt x="264" y="106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l941"/>
            <p:cNvSpPr/>
            <p:nvPr/>
          </p:nvSpPr>
          <p:spPr>
            <a:xfrm>
              <a:off x="4217505" y="6041769"/>
              <a:ext cx="661" cy="816"/>
            </a:xfrm>
            <a:custGeom>
              <a:avLst/>
              <a:pathLst>
                <a:path w="661" h="816">
                  <a:moveTo>
                    <a:pt x="528" y="743"/>
                  </a:moveTo>
                  <a:lnTo>
                    <a:pt x="159" y="816"/>
                  </a:lnTo>
                  <a:lnTo>
                    <a:pt x="146" y="803"/>
                  </a:lnTo>
                  <a:lnTo>
                    <a:pt x="0" y="142"/>
                  </a:lnTo>
                  <a:lnTo>
                    <a:pt x="5" y="116"/>
                  </a:lnTo>
                  <a:lnTo>
                    <a:pt x="31" y="63"/>
                  </a:lnTo>
                  <a:lnTo>
                    <a:pt x="71" y="22"/>
                  </a:lnTo>
                  <a:lnTo>
                    <a:pt x="259" y="0"/>
                  </a:lnTo>
                  <a:lnTo>
                    <a:pt x="277" y="7"/>
                  </a:lnTo>
                  <a:lnTo>
                    <a:pt x="450" y="377"/>
                  </a:lnTo>
                  <a:lnTo>
                    <a:pt x="576" y="514"/>
                  </a:lnTo>
                  <a:lnTo>
                    <a:pt x="607" y="520"/>
                  </a:lnTo>
                  <a:lnTo>
                    <a:pt x="634" y="539"/>
                  </a:lnTo>
                  <a:lnTo>
                    <a:pt x="661" y="598"/>
                  </a:lnTo>
                  <a:lnTo>
                    <a:pt x="661" y="611"/>
                  </a:lnTo>
                  <a:lnTo>
                    <a:pt x="593" y="700"/>
                  </a:lnTo>
                  <a:lnTo>
                    <a:pt x="528" y="74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l942"/>
            <p:cNvSpPr/>
            <p:nvPr/>
          </p:nvSpPr>
          <p:spPr>
            <a:xfrm>
              <a:off x="4221788" y="6017013"/>
              <a:ext cx="728" cy="872"/>
            </a:xfrm>
            <a:custGeom>
              <a:avLst/>
              <a:pathLst>
                <a:path w="728" h="872">
                  <a:moveTo>
                    <a:pt x="232" y="862"/>
                  </a:moveTo>
                  <a:lnTo>
                    <a:pt x="84" y="872"/>
                  </a:lnTo>
                  <a:lnTo>
                    <a:pt x="21" y="757"/>
                  </a:lnTo>
                  <a:lnTo>
                    <a:pt x="0" y="402"/>
                  </a:lnTo>
                  <a:lnTo>
                    <a:pt x="411" y="50"/>
                  </a:lnTo>
                  <a:lnTo>
                    <a:pt x="595" y="0"/>
                  </a:lnTo>
                  <a:lnTo>
                    <a:pt x="691" y="11"/>
                  </a:lnTo>
                  <a:lnTo>
                    <a:pt x="714" y="34"/>
                  </a:lnTo>
                  <a:lnTo>
                    <a:pt x="728" y="405"/>
                  </a:lnTo>
                  <a:lnTo>
                    <a:pt x="680" y="543"/>
                  </a:lnTo>
                  <a:lnTo>
                    <a:pt x="535" y="673"/>
                  </a:lnTo>
                  <a:lnTo>
                    <a:pt x="232" y="86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l943"/>
            <p:cNvSpPr/>
            <p:nvPr/>
          </p:nvSpPr>
          <p:spPr>
            <a:xfrm>
              <a:off x="4224533" y="6013346"/>
              <a:ext cx="298" cy="478"/>
            </a:xfrm>
            <a:custGeom>
              <a:avLst/>
              <a:pathLst>
                <a:path w="298" h="478">
                  <a:moveTo>
                    <a:pt x="118" y="462"/>
                  </a:moveTo>
                  <a:lnTo>
                    <a:pt x="85" y="478"/>
                  </a:lnTo>
                  <a:lnTo>
                    <a:pt x="52" y="473"/>
                  </a:lnTo>
                  <a:lnTo>
                    <a:pt x="28" y="478"/>
                  </a:lnTo>
                  <a:lnTo>
                    <a:pt x="4" y="467"/>
                  </a:lnTo>
                  <a:lnTo>
                    <a:pt x="0" y="456"/>
                  </a:lnTo>
                  <a:lnTo>
                    <a:pt x="0" y="435"/>
                  </a:lnTo>
                  <a:lnTo>
                    <a:pt x="0" y="397"/>
                  </a:lnTo>
                  <a:lnTo>
                    <a:pt x="0" y="293"/>
                  </a:lnTo>
                  <a:lnTo>
                    <a:pt x="0" y="222"/>
                  </a:lnTo>
                  <a:lnTo>
                    <a:pt x="0" y="96"/>
                  </a:lnTo>
                  <a:lnTo>
                    <a:pt x="4" y="69"/>
                  </a:lnTo>
                  <a:lnTo>
                    <a:pt x="4" y="10"/>
                  </a:lnTo>
                  <a:lnTo>
                    <a:pt x="18" y="0"/>
                  </a:lnTo>
                  <a:lnTo>
                    <a:pt x="66" y="0"/>
                  </a:lnTo>
                  <a:lnTo>
                    <a:pt x="108" y="5"/>
                  </a:lnTo>
                  <a:lnTo>
                    <a:pt x="156" y="21"/>
                  </a:lnTo>
                  <a:lnTo>
                    <a:pt x="208" y="53"/>
                  </a:lnTo>
                  <a:lnTo>
                    <a:pt x="250" y="102"/>
                  </a:lnTo>
                  <a:lnTo>
                    <a:pt x="269" y="139"/>
                  </a:lnTo>
                  <a:lnTo>
                    <a:pt x="269" y="182"/>
                  </a:lnTo>
                  <a:lnTo>
                    <a:pt x="277" y="230"/>
                  </a:lnTo>
                  <a:lnTo>
                    <a:pt x="298" y="274"/>
                  </a:lnTo>
                  <a:lnTo>
                    <a:pt x="284" y="301"/>
                  </a:lnTo>
                  <a:lnTo>
                    <a:pt x="260" y="344"/>
                  </a:lnTo>
                  <a:lnTo>
                    <a:pt x="222" y="392"/>
                  </a:lnTo>
                  <a:lnTo>
                    <a:pt x="179" y="430"/>
                  </a:lnTo>
                  <a:lnTo>
                    <a:pt x="118" y="46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l944"/>
            <p:cNvSpPr/>
            <p:nvPr/>
          </p:nvSpPr>
          <p:spPr>
            <a:xfrm>
              <a:off x="4131857" y="6007648"/>
              <a:ext cx="387" cy="463"/>
            </a:xfrm>
            <a:custGeom>
              <a:avLst/>
              <a:pathLst>
                <a:path w="387" h="463">
                  <a:moveTo>
                    <a:pt x="250" y="359"/>
                  </a:moveTo>
                  <a:lnTo>
                    <a:pt x="112" y="463"/>
                  </a:lnTo>
                  <a:lnTo>
                    <a:pt x="3" y="443"/>
                  </a:lnTo>
                  <a:lnTo>
                    <a:pt x="0" y="420"/>
                  </a:lnTo>
                  <a:lnTo>
                    <a:pt x="27" y="349"/>
                  </a:lnTo>
                  <a:lnTo>
                    <a:pt x="142" y="208"/>
                  </a:lnTo>
                  <a:lnTo>
                    <a:pt x="362" y="0"/>
                  </a:lnTo>
                  <a:lnTo>
                    <a:pt x="387" y="41"/>
                  </a:lnTo>
                  <a:lnTo>
                    <a:pt x="367" y="138"/>
                  </a:lnTo>
                  <a:lnTo>
                    <a:pt x="323" y="238"/>
                  </a:lnTo>
                  <a:lnTo>
                    <a:pt x="250" y="35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l945"/>
            <p:cNvSpPr/>
            <p:nvPr/>
          </p:nvSpPr>
          <p:spPr>
            <a:xfrm>
              <a:off x="4374950" y="6012295"/>
              <a:ext cx="6170" cy="4597"/>
            </a:xfrm>
            <a:custGeom>
              <a:avLst/>
              <a:pathLst>
                <a:path w="6170" h="4597">
                  <a:moveTo>
                    <a:pt x="3535" y="4597"/>
                  </a:moveTo>
                  <a:lnTo>
                    <a:pt x="2580" y="4557"/>
                  </a:lnTo>
                  <a:lnTo>
                    <a:pt x="1548" y="4228"/>
                  </a:lnTo>
                  <a:lnTo>
                    <a:pt x="555" y="3549"/>
                  </a:lnTo>
                  <a:lnTo>
                    <a:pt x="0" y="2045"/>
                  </a:lnTo>
                  <a:lnTo>
                    <a:pt x="343" y="747"/>
                  </a:lnTo>
                  <a:lnTo>
                    <a:pt x="1374" y="272"/>
                  </a:lnTo>
                  <a:lnTo>
                    <a:pt x="2406" y="45"/>
                  </a:lnTo>
                  <a:lnTo>
                    <a:pt x="3624" y="0"/>
                  </a:lnTo>
                  <a:lnTo>
                    <a:pt x="4756" y="394"/>
                  </a:lnTo>
                  <a:lnTo>
                    <a:pt x="5730" y="723"/>
                  </a:lnTo>
                  <a:lnTo>
                    <a:pt x="6170" y="1712"/>
                  </a:lnTo>
                  <a:lnTo>
                    <a:pt x="5865" y="2660"/>
                  </a:lnTo>
                  <a:lnTo>
                    <a:pt x="5463" y="3484"/>
                  </a:lnTo>
                  <a:lnTo>
                    <a:pt x="4490" y="4247"/>
                  </a:lnTo>
                  <a:lnTo>
                    <a:pt x="3535" y="459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l946"/>
            <p:cNvSpPr/>
            <p:nvPr/>
          </p:nvSpPr>
          <p:spPr>
            <a:xfrm>
              <a:off x="4155541" y="5988807"/>
              <a:ext cx="1118" cy="1137"/>
            </a:xfrm>
            <a:custGeom>
              <a:avLst/>
              <a:pathLst>
                <a:path w="1118" h="1137">
                  <a:moveTo>
                    <a:pt x="691" y="73"/>
                  </a:moveTo>
                  <a:lnTo>
                    <a:pt x="708" y="74"/>
                  </a:lnTo>
                  <a:lnTo>
                    <a:pt x="763" y="30"/>
                  </a:lnTo>
                  <a:lnTo>
                    <a:pt x="845" y="22"/>
                  </a:lnTo>
                  <a:lnTo>
                    <a:pt x="896" y="25"/>
                  </a:lnTo>
                  <a:lnTo>
                    <a:pt x="953" y="52"/>
                  </a:lnTo>
                  <a:lnTo>
                    <a:pt x="989" y="84"/>
                  </a:lnTo>
                  <a:lnTo>
                    <a:pt x="1016" y="136"/>
                  </a:lnTo>
                  <a:lnTo>
                    <a:pt x="1035" y="189"/>
                  </a:lnTo>
                  <a:lnTo>
                    <a:pt x="1042" y="282"/>
                  </a:lnTo>
                  <a:lnTo>
                    <a:pt x="1029" y="329"/>
                  </a:lnTo>
                  <a:lnTo>
                    <a:pt x="1011" y="351"/>
                  </a:lnTo>
                  <a:lnTo>
                    <a:pt x="1031" y="428"/>
                  </a:lnTo>
                  <a:lnTo>
                    <a:pt x="1070" y="448"/>
                  </a:lnTo>
                  <a:lnTo>
                    <a:pt x="1085" y="471"/>
                  </a:lnTo>
                  <a:lnTo>
                    <a:pt x="1095" y="484"/>
                  </a:lnTo>
                  <a:lnTo>
                    <a:pt x="1112" y="527"/>
                  </a:lnTo>
                  <a:lnTo>
                    <a:pt x="1118" y="561"/>
                  </a:lnTo>
                  <a:lnTo>
                    <a:pt x="1118" y="603"/>
                  </a:lnTo>
                  <a:lnTo>
                    <a:pt x="1105" y="652"/>
                  </a:lnTo>
                  <a:lnTo>
                    <a:pt x="1086" y="684"/>
                  </a:lnTo>
                  <a:lnTo>
                    <a:pt x="999" y="740"/>
                  </a:lnTo>
                  <a:lnTo>
                    <a:pt x="961" y="759"/>
                  </a:lnTo>
                  <a:lnTo>
                    <a:pt x="919" y="795"/>
                  </a:lnTo>
                  <a:lnTo>
                    <a:pt x="883" y="839"/>
                  </a:lnTo>
                  <a:lnTo>
                    <a:pt x="873" y="854"/>
                  </a:lnTo>
                  <a:lnTo>
                    <a:pt x="857" y="877"/>
                  </a:lnTo>
                  <a:lnTo>
                    <a:pt x="850" y="886"/>
                  </a:lnTo>
                  <a:lnTo>
                    <a:pt x="802" y="938"/>
                  </a:lnTo>
                  <a:lnTo>
                    <a:pt x="765" y="966"/>
                  </a:lnTo>
                  <a:lnTo>
                    <a:pt x="727" y="984"/>
                  </a:lnTo>
                  <a:lnTo>
                    <a:pt x="695" y="992"/>
                  </a:lnTo>
                  <a:lnTo>
                    <a:pt x="679" y="990"/>
                  </a:lnTo>
                  <a:lnTo>
                    <a:pt x="676" y="982"/>
                  </a:lnTo>
                  <a:lnTo>
                    <a:pt x="636" y="995"/>
                  </a:lnTo>
                  <a:lnTo>
                    <a:pt x="623" y="1025"/>
                  </a:lnTo>
                  <a:lnTo>
                    <a:pt x="573" y="1085"/>
                  </a:lnTo>
                  <a:lnTo>
                    <a:pt x="535" y="1126"/>
                  </a:lnTo>
                  <a:lnTo>
                    <a:pt x="496" y="1137"/>
                  </a:lnTo>
                  <a:lnTo>
                    <a:pt x="458" y="1137"/>
                  </a:lnTo>
                  <a:lnTo>
                    <a:pt x="424" y="1126"/>
                  </a:lnTo>
                  <a:lnTo>
                    <a:pt x="379" y="1105"/>
                  </a:lnTo>
                  <a:lnTo>
                    <a:pt x="365" y="1088"/>
                  </a:lnTo>
                  <a:lnTo>
                    <a:pt x="351" y="1073"/>
                  </a:lnTo>
                  <a:lnTo>
                    <a:pt x="347" y="1068"/>
                  </a:lnTo>
                  <a:lnTo>
                    <a:pt x="330" y="1015"/>
                  </a:lnTo>
                  <a:lnTo>
                    <a:pt x="328" y="996"/>
                  </a:lnTo>
                  <a:lnTo>
                    <a:pt x="268" y="951"/>
                  </a:lnTo>
                  <a:lnTo>
                    <a:pt x="254" y="960"/>
                  </a:lnTo>
                  <a:lnTo>
                    <a:pt x="227" y="972"/>
                  </a:lnTo>
                  <a:lnTo>
                    <a:pt x="180" y="969"/>
                  </a:lnTo>
                  <a:lnTo>
                    <a:pt x="140" y="956"/>
                  </a:lnTo>
                  <a:lnTo>
                    <a:pt x="57" y="892"/>
                  </a:lnTo>
                  <a:lnTo>
                    <a:pt x="15" y="841"/>
                  </a:lnTo>
                  <a:lnTo>
                    <a:pt x="0" y="775"/>
                  </a:lnTo>
                  <a:lnTo>
                    <a:pt x="1" y="756"/>
                  </a:lnTo>
                  <a:lnTo>
                    <a:pt x="5" y="718"/>
                  </a:lnTo>
                  <a:lnTo>
                    <a:pt x="35" y="626"/>
                  </a:lnTo>
                  <a:lnTo>
                    <a:pt x="63" y="575"/>
                  </a:lnTo>
                  <a:lnTo>
                    <a:pt x="108" y="546"/>
                  </a:lnTo>
                  <a:lnTo>
                    <a:pt x="118" y="487"/>
                  </a:lnTo>
                  <a:lnTo>
                    <a:pt x="126" y="439"/>
                  </a:lnTo>
                  <a:lnTo>
                    <a:pt x="129" y="421"/>
                  </a:lnTo>
                  <a:lnTo>
                    <a:pt x="114" y="389"/>
                  </a:lnTo>
                  <a:lnTo>
                    <a:pt x="106" y="325"/>
                  </a:lnTo>
                  <a:lnTo>
                    <a:pt x="111" y="285"/>
                  </a:lnTo>
                  <a:lnTo>
                    <a:pt x="131" y="221"/>
                  </a:lnTo>
                  <a:lnTo>
                    <a:pt x="139" y="184"/>
                  </a:lnTo>
                  <a:lnTo>
                    <a:pt x="151" y="123"/>
                  </a:lnTo>
                  <a:lnTo>
                    <a:pt x="181" y="47"/>
                  </a:lnTo>
                  <a:lnTo>
                    <a:pt x="209" y="24"/>
                  </a:lnTo>
                  <a:lnTo>
                    <a:pt x="244" y="8"/>
                  </a:lnTo>
                  <a:lnTo>
                    <a:pt x="302" y="0"/>
                  </a:lnTo>
                  <a:lnTo>
                    <a:pt x="395" y="1"/>
                  </a:lnTo>
                  <a:lnTo>
                    <a:pt x="476" y="2"/>
                  </a:lnTo>
                  <a:lnTo>
                    <a:pt x="532" y="24"/>
                  </a:lnTo>
                  <a:lnTo>
                    <a:pt x="571" y="53"/>
                  </a:lnTo>
                  <a:lnTo>
                    <a:pt x="578" y="65"/>
                  </a:lnTo>
                  <a:lnTo>
                    <a:pt x="691" y="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l947"/>
            <p:cNvSpPr/>
            <p:nvPr/>
          </p:nvSpPr>
          <p:spPr>
            <a:xfrm>
              <a:off x="4336159" y="5996468"/>
              <a:ext cx="3207" cy="3376"/>
            </a:xfrm>
            <a:custGeom>
              <a:avLst/>
              <a:pathLst>
                <a:path w="3207" h="3376">
                  <a:moveTo>
                    <a:pt x="2224" y="3087"/>
                  </a:moveTo>
                  <a:lnTo>
                    <a:pt x="1507" y="3376"/>
                  </a:lnTo>
                  <a:lnTo>
                    <a:pt x="952" y="3326"/>
                  </a:lnTo>
                  <a:lnTo>
                    <a:pt x="600" y="3181"/>
                  </a:lnTo>
                  <a:lnTo>
                    <a:pt x="219" y="2717"/>
                  </a:lnTo>
                  <a:lnTo>
                    <a:pt x="0" y="1901"/>
                  </a:lnTo>
                  <a:lnTo>
                    <a:pt x="212" y="909"/>
                  </a:lnTo>
                  <a:lnTo>
                    <a:pt x="620" y="291"/>
                  </a:lnTo>
                  <a:lnTo>
                    <a:pt x="1306" y="21"/>
                  </a:lnTo>
                  <a:lnTo>
                    <a:pt x="1698" y="0"/>
                  </a:lnTo>
                  <a:lnTo>
                    <a:pt x="2295" y="143"/>
                  </a:lnTo>
                  <a:lnTo>
                    <a:pt x="2865" y="694"/>
                  </a:lnTo>
                  <a:lnTo>
                    <a:pt x="3207" y="1367"/>
                  </a:lnTo>
                  <a:lnTo>
                    <a:pt x="3196" y="2049"/>
                  </a:lnTo>
                  <a:lnTo>
                    <a:pt x="2752" y="2743"/>
                  </a:lnTo>
                  <a:lnTo>
                    <a:pt x="2224" y="308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l948"/>
            <p:cNvSpPr/>
            <p:nvPr/>
          </p:nvSpPr>
          <p:spPr>
            <a:xfrm>
              <a:off x="4251934" y="5975982"/>
              <a:ext cx="336" cy="523"/>
            </a:xfrm>
            <a:custGeom>
              <a:avLst/>
              <a:pathLst>
                <a:path w="336" h="523">
                  <a:moveTo>
                    <a:pt x="317" y="475"/>
                  </a:moveTo>
                  <a:lnTo>
                    <a:pt x="261" y="523"/>
                  </a:lnTo>
                  <a:lnTo>
                    <a:pt x="139" y="445"/>
                  </a:lnTo>
                  <a:lnTo>
                    <a:pt x="1" y="221"/>
                  </a:lnTo>
                  <a:lnTo>
                    <a:pt x="0" y="194"/>
                  </a:lnTo>
                  <a:lnTo>
                    <a:pt x="44" y="22"/>
                  </a:lnTo>
                  <a:lnTo>
                    <a:pt x="64" y="4"/>
                  </a:lnTo>
                  <a:lnTo>
                    <a:pt x="134" y="0"/>
                  </a:lnTo>
                  <a:lnTo>
                    <a:pt x="143" y="5"/>
                  </a:lnTo>
                  <a:lnTo>
                    <a:pt x="191" y="146"/>
                  </a:lnTo>
                  <a:lnTo>
                    <a:pt x="336" y="339"/>
                  </a:lnTo>
                  <a:lnTo>
                    <a:pt x="317" y="47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l949"/>
            <p:cNvSpPr/>
            <p:nvPr/>
          </p:nvSpPr>
          <p:spPr>
            <a:xfrm>
              <a:off x="4221422" y="5970045"/>
              <a:ext cx="655" cy="551"/>
            </a:xfrm>
            <a:custGeom>
              <a:avLst/>
              <a:pathLst>
                <a:path w="655" h="551">
                  <a:moveTo>
                    <a:pt x="470" y="2"/>
                  </a:moveTo>
                  <a:lnTo>
                    <a:pt x="496" y="4"/>
                  </a:lnTo>
                  <a:lnTo>
                    <a:pt x="508" y="4"/>
                  </a:lnTo>
                  <a:lnTo>
                    <a:pt x="518" y="5"/>
                  </a:lnTo>
                  <a:lnTo>
                    <a:pt x="539" y="6"/>
                  </a:lnTo>
                  <a:lnTo>
                    <a:pt x="558" y="9"/>
                  </a:lnTo>
                  <a:lnTo>
                    <a:pt x="572" y="12"/>
                  </a:lnTo>
                  <a:lnTo>
                    <a:pt x="590" y="18"/>
                  </a:lnTo>
                  <a:lnTo>
                    <a:pt x="596" y="20"/>
                  </a:lnTo>
                  <a:lnTo>
                    <a:pt x="612" y="26"/>
                  </a:lnTo>
                  <a:lnTo>
                    <a:pt x="637" y="36"/>
                  </a:lnTo>
                  <a:lnTo>
                    <a:pt x="642" y="46"/>
                  </a:lnTo>
                  <a:lnTo>
                    <a:pt x="651" y="66"/>
                  </a:lnTo>
                  <a:lnTo>
                    <a:pt x="655" y="79"/>
                  </a:lnTo>
                  <a:lnTo>
                    <a:pt x="655" y="88"/>
                  </a:lnTo>
                  <a:lnTo>
                    <a:pt x="650" y="90"/>
                  </a:lnTo>
                  <a:lnTo>
                    <a:pt x="649" y="99"/>
                  </a:lnTo>
                  <a:lnTo>
                    <a:pt x="648" y="147"/>
                  </a:lnTo>
                  <a:lnTo>
                    <a:pt x="648" y="155"/>
                  </a:lnTo>
                  <a:lnTo>
                    <a:pt x="651" y="164"/>
                  </a:lnTo>
                  <a:lnTo>
                    <a:pt x="650" y="169"/>
                  </a:lnTo>
                  <a:lnTo>
                    <a:pt x="642" y="175"/>
                  </a:lnTo>
                  <a:lnTo>
                    <a:pt x="635" y="183"/>
                  </a:lnTo>
                  <a:lnTo>
                    <a:pt x="630" y="190"/>
                  </a:lnTo>
                  <a:lnTo>
                    <a:pt x="622" y="207"/>
                  </a:lnTo>
                  <a:lnTo>
                    <a:pt x="618" y="221"/>
                  </a:lnTo>
                  <a:lnTo>
                    <a:pt x="617" y="248"/>
                  </a:lnTo>
                  <a:lnTo>
                    <a:pt x="615" y="262"/>
                  </a:lnTo>
                  <a:lnTo>
                    <a:pt x="612" y="269"/>
                  </a:lnTo>
                  <a:lnTo>
                    <a:pt x="609" y="273"/>
                  </a:lnTo>
                  <a:lnTo>
                    <a:pt x="606" y="281"/>
                  </a:lnTo>
                  <a:lnTo>
                    <a:pt x="604" y="287"/>
                  </a:lnTo>
                  <a:lnTo>
                    <a:pt x="601" y="295"/>
                  </a:lnTo>
                  <a:lnTo>
                    <a:pt x="590" y="310"/>
                  </a:lnTo>
                  <a:lnTo>
                    <a:pt x="560" y="338"/>
                  </a:lnTo>
                  <a:lnTo>
                    <a:pt x="551" y="333"/>
                  </a:lnTo>
                  <a:lnTo>
                    <a:pt x="536" y="318"/>
                  </a:lnTo>
                  <a:lnTo>
                    <a:pt x="520" y="310"/>
                  </a:lnTo>
                  <a:lnTo>
                    <a:pt x="514" y="311"/>
                  </a:lnTo>
                  <a:lnTo>
                    <a:pt x="505" y="310"/>
                  </a:lnTo>
                  <a:lnTo>
                    <a:pt x="499" y="305"/>
                  </a:lnTo>
                  <a:lnTo>
                    <a:pt x="493" y="299"/>
                  </a:lnTo>
                  <a:lnTo>
                    <a:pt x="485" y="298"/>
                  </a:lnTo>
                  <a:lnTo>
                    <a:pt x="476" y="298"/>
                  </a:lnTo>
                  <a:lnTo>
                    <a:pt x="466" y="301"/>
                  </a:lnTo>
                  <a:lnTo>
                    <a:pt x="454" y="301"/>
                  </a:lnTo>
                  <a:lnTo>
                    <a:pt x="447" y="299"/>
                  </a:lnTo>
                  <a:lnTo>
                    <a:pt x="437" y="298"/>
                  </a:lnTo>
                  <a:lnTo>
                    <a:pt x="426" y="296"/>
                  </a:lnTo>
                  <a:lnTo>
                    <a:pt x="417" y="293"/>
                  </a:lnTo>
                  <a:lnTo>
                    <a:pt x="400" y="287"/>
                  </a:lnTo>
                  <a:lnTo>
                    <a:pt x="387" y="279"/>
                  </a:lnTo>
                  <a:lnTo>
                    <a:pt x="381" y="270"/>
                  </a:lnTo>
                  <a:lnTo>
                    <a:pt x="371" y="261"/>
                  </a:lnTo>
                  <a:lnTo>
                    <a:pt x="355" y="242"/>
                  </a:lnTo>
                  <a:lnTo>
                    <a:pt x="323" y="207"/>
                  </a:lnTo>
                  <a:lnTo>
                    <a:pt x="315" y="201"/>
                  </a:lnTo>
                  <a:lnTo>
                    <a:pt x="309" y="203"/>
                  </a:lnTo>
                  <a:lnTo>
                    <a:pt x="304" y="206"/>
                  </a:lnTo>
                  <a:lnTo>
                    <a:pt x="292" y="222"/>
                  </a:lnTo>
                  <a:lnTo>
                    <a:pt x="256" y="264"/>
                  </a:lnTo>
                  <a:lnTo>
                    <a:pt x="266" y="274"/>
                  </a:lnTo>
                  <a:lnTo>
                    <a:pt x="270" y="281"/>
                  </a:lnTo>
                  <a:lnTo>
                    <a:pt x="274" y="291"/>
                  </a:lnTo>
                  <a:lnTo>
                    <a:pt x="280" y="297"/>
                  </a:lnTo>
                  <a:lnTo>
                    <a:pt x="295" y="304"/>
                  </a:lnTo>
                  <a:lnTo>
                    <a:pt x="304" y="309"/>
                  </a:lnTo>
                  <a:lnTo>
                    <a:pt x="319" y="320"/>
                  </a:lnTo>
                  <a:lnTo>
                    <a:pt x="327" y="330"/>
                  </a:lnTo>
                  <a:lnTo>
                    <a:pt x="328" y="337"/>
                  </a:lnTo>
                  <a:lnTo>
                    <a:pt x="327" y="346"/>
                  </a:lnTo>
                  <a:lnTo>
                    <a:pt x="334" y="355"/>
                  </a:lnTo>
                  <a:lnTo>
                    <a:pt x="344" y="363"/>
                  </a:lnTo>
                  <a:lnTo>
                    <a:pt x="349" y="366"/>
                  </a:lnTo>
                  <a:lnTo>
                    <a:pt x="361" y="369"/>
                  </a:lnTo>
                  <a:lnTo>
                    <a:pt x="372" y="373"/>
                  </a:lnTo>
                  <a:lnTo>
                    <a:pt x="379" y="376"/>
                  </a:lnTo>
                  <a:lnTo>
                    <a:pt x="389" y="380"/>
                  </a:lnTo>
                  <a:lnTo>
                    <a:pt x="400" y="389"/>
                  </a:lnTo>
                  <a:lnTo>
                    <a:pt x="409" y="395"/>
                  </a:lnTo>
                  <a:lnTo>
                    <a:pt x="422" y="404"/>
                  </a:lnTo>
                  <a:lnTo>
                    <a:pt x="436" y="411"/>
                  </a:lnTo>
                  <a:lnTo>
                    <a:pt x="443" y="415"/>
                  </a:lnTo>
                  <a:lnTo>
                    <a:pt x="440" y="424"/>
                  </a:lnTo>
                  <a:lnTo>
                    <a:pt x="415" y="480"/>
                  </a:lnTo>
                  <a:lnTo>
                    <a:pt x="406" y="501"/>
                  </a:lnTo>
                  <a:lnTo>
                    <a:pt x="399" y="520"/>
                  </a:lnTo>
                  <a:lnTo>
                    <a:pt x="395" y="527"/>
                  </a:lnTo>
                  <a:lnTo>
                    <a:pt x="362" y="518"/>
                  </a:lnTo>
                  <a:lnTo>
                    <a:pt x="353" y="515"/>
                  </a:lnTo>
                  <a:lnTo>
                    <a:pt x="341" y="512"/>
                  </a:lnTo>
                  <a:lnTo>
                    <a:pt x="309" y="502"/>
                  </a:lnTo>
                  <a:lnTo>
                    <a:pt x="285" y="494"/>
                  </a:lnTo>
                  <a:lnTo>
                    <a:pt x="270" y="530"/>
                  </a:lnTo>
                  <a:lnTo>
                    <a:pt x="203" y="505"/>
                  </a:lnTo>
                  <a:lnTo>
                    <a:pt x="192" y="501"/>
                  </a:lnTo>
                  <a:lnTo>
                    <a:pt x="169" y="502"/>
                  </a:lnTo>
                  <a:lnTo>
                    <a:pt x="143" y="499"/>
                  </a:lnTo>
                  <a:lnTo>
                    <a:pt x="140" y="494"/>
                  </a:lnTo>
                  <a:lnTo>
                    <a:pt x="135" y="497"/>
                  </a:lnTo>
                  <a:lnTo>
                    <a:pt x="131" y="493"/>
                  </a:lnTo>
                  <a:lnTo>
                    <a:pt x="127" y="486"/>
                  </a:lnTo>
                  <a:lnTo>
                    <a:pt x="123" y="481"/>
                  </a:lnTo>
                  <a:lnTo>
                    <a:pt x="118" y="480"/>
                  </a:lnTo>
                  <a:lnTo>
                    <a:pt x="110" y="480"/>
                  </a:lnTo>
                  <a:lnTo>
                    <a:pt x="102" y="483"/>
                  </a:lnTo>
                  <a:lnTo>
                    <a:pt x="87" y="498"/>
                  </a:lnTo>
                  <a:lnTo>
                    <a:pt x="82" y="506"/>
                  </a:lnTo>
                  <a:lnTo>
                    <a:pt x="73" y="511"/>
                  </a:lnTo>
                  <a:lnTo>
                    <a:pt x="60" y="513"/>
                  </a:lnTo>
                  <a:lnTo>
                    <a:pt x="53" y="514"/>
                  </a:lnTo>
                  <a:lnTo>
                    <a:pt x="48" y="511"/>
                  </a:lnTo>
                  <a:lnTo>
                    <a:pt x="41" y="516"/>
                  </a:lnTo>
                  <a:lnTo>
                    <a:pt x="37" y="527"/>
                  </a:lnTo>
                  <a:lnTo>
                    <a:pt x="33" y="541"/>
                  </a:lnTo>
                  <a:lnTo>
                    <a:pt x="26" y="549"/>
                  </a:lnTo>
                  <a:lnTo>
                    <a:pt x="21" y="551"/>
                  </a:lnTo>
                  <a:lnTo>
                    <a:pt x="16" y="549"/>
                  </a:lnTo>
                  <a:lnTo>
                    <a:pt x="12" y="544"/>
                  </a:lnTo>
                  <a:lnTo>
                    <a:pt x="8" y="533"/>
                  </a:lnTo>
                  <a:lnTo>
                    <a:pt x="1" y="502"/>
                  </a:lnTo>
                  <a:lnTo>
                    <a:pt x="0" y="486"/>
                  </a:lnTo>
                  <a:lnTo>
                    <a:pt x="1" y="478"/>
                  </a:lnTo>
                  <a:lnTo>
                    <a:pt x="13" y="458"/>
                  </a:lnTo>
                  <a:lnTo>
                    <a:pt x="20" y="447"/>
                  </a:lnTo>
                  <a:lnTo>
                    <a:pt x="37" y="426"/>
                  </a:lnTo>
                  <a:lnTo>
                    <a:pt x="54" y="400"/>
                  </a:lnTo>
                  <a:lnTo>
                    <a:pt x="67" y="359"/>
                  </a:lnTo>
                  <a:lnTo>
                    <a:pt x="70" y="344"/>
                  </a:lnTo>
                  <a:lnTo>
                    <a:pt x="84" y="289"/>
                  </a:lnTo>
                  <a:lnTo>
                    <a:pt x="94" y="245"/>
                  </a:lnTo>
                  <a:lnTo>
                    <a:pt x="102" y="215"/>
                  </a:lnTo>
                  <a:lnTo>
                    <a:pt x="120" y="179"/>
                  </a:lnTo>
                  <a:lnTo>
                    <a:pt x="144" y="129"/>
                  </a:lnTo>
                  <a:lnTo>
                    <a:pt x="159" y="100"/>
                  </a:lnTo>
                  <a:lnTo>
                    <a:pt x="172" y="84"/>
                  </a:lnTo>
                  <a:lnTo>
                    <a:pt x="194" y="61"/>
                  </a:lnTo>
                  <a:lnTo>
                    <a:pt x="200" y="57"/>
                  </a:lnTo>
                  <a:lnTo>
                    <a:pt x="337" y="21"/>
                  </a:lnTo>
                  <a:lnTo>
                    <a:pt x="376" y="11"/>
                  </a:lnTo>
                  <a:lnTo>
                    <a:pt x="418" y="0"/>
                  </a:lnTo>
                  <a:lnTo>
                    <a:pt x="435" y="0"/>
                  </a:lnTo>
                  <a:lnTo>
                    <a:pt x="470" y="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l950"/>
            <p:cNvSpPr/>
            <p:nvPr/>
          </p:nvSpPr>
          <p:spPr>
            <a:xfrm>
              <a:off x="4205986" y="5967144"/>
              <a:ext cx="614" cy="493"/>
            </a:xfrm>
            <a:custGeom>
              <a:avLst/>
              <a:pathLst>
                <a:path w="614" h="493">
                  <a:moveTo>
                    <a:pt x="61" y="94"/>
                  </a:moveTo>
                  <a:lnTo>
                    <a:pt x="71" y="97"/>
                  </a:lnTo>
                  <a:lnTo>
                    <a:pt x="83" y="98"/>
                  </a:lnTo>
                  <a:lnTo>
                    <a:pt x="118" y="89"/>
                  </a:lnTo>
                  <a:lnTo>
                    <a:pt x="157" y="84"/>
                  </a:lnTo>
                  <a:lnTo>
                    <a:pt x="190" y="85"/>
                  </a:lnTo>
                  <a:lnTo>
                    <a:pt x="221" y="90"/>
                  </a:lnTo>
                  <a:lnTo>
                    <a:pt x="254" y="104"/>
                  </a:lnTo>
                  <a:lnTo>
                    <a:pt x="272" y="113"/>
                  </a:lnTo>
                  <a:lnTo>
                    <a:pt x="295" y="129"/>
                  </a:lnTo>
                  <a:lnTo>
                    <a:pt x="310" y="142"/>
                  </a:lnTo>
                  <a:lnTo>
                    <a:pt x="328" y="161"/>
                  </a:lnTo>
                  <a:lnTo>
                    <a:pt x="342" y="180"/>
                  </a:lnTo>
                  <a:lnTo>
                    <a:pt x="362" y="210"/>
                  </a:lnTo>
                  <a:lnTo>
                    <a:pt x="391" y="247"/>
                  </a:lnTo>
                  <a:lnTo>
                    <a:pt x="403" y="268"/>
                  </a:lnTo>
                  <a:lnTo>
                    <a:pt x="407" y="274"/>
                  </a:lnTo>
                  <a:lnTo>
                    <a:pt x="431" y="310"/>
                  </a:lnTo>
                  <a:lnTo>
                    <a:pt x="471" y="370"/>
                  </a:lnTo>
                  <a:lnTo>
                    <a:pt x="497" y="402"/>
                  </a:lnTo>
                  <a:lnTo>
                    <a:pt x="521" y="426"/>
                  </a:lnTo>
                  <a:lnTo>
                    <a:pt x="547" y="444"/>
                  </a:lnTo>
                  <a:lnTo>
                    <a:pt x="573" y="458"/>
                  </a:lnTo>
                  <a:lnTo>
                    <a:pt x="593" y="466"/>
                  </a:lnTo>
                  <a:lnTo>
                    <a:pt x="614" y="472"/>
                  </a:lnTo>
                  <a:lnTo>
                    <a:pt x="609" y="493"/>
                  </a:lnTo>
                  <a:lnTo>
                    <a:pt x="579" y="493"/>
                  </a:lnTo>
                  <a:lnTo>
                    <a:pt x="540" y="490"/>
                  </a:lnTo>
                  <a:lnTo>
                    <a:pt x="495" y="476"/>
                  </a:lnTo>
                  <a:lnTo>
                    <a:pt x="455" y="460"/>
                  </a:lnTo>
                  <a:lnTo>
                    <a:pt x="404" y="431"/>
                  </a:lnTo>
                  <a:lnTo>
                    <a:pt x="330" y="390"/>
                  </a:lnTo>
                  <a:lnTo>
                    <a:pt x="253" y="342"/>
                  </a:lnTo>
                  <a:lnTo>
                    <a:pt x="200" y="304"/>
                  </a:lnTo>
                  <a:lnTo>
                    <a:pt x="157" y="269"/>
                  </a:lnTo>
                  <a:lnTo>
                    <a:pt x="105" y="225"/>
                  </a:lnTo>
                  <a:lnTo>
                    <a:pt x="72" y="195"/>
                  </a:lnTo>
                  <a:lnTo>
                    <a:pt x="49" y="174"/>
                  </a:lnTo>
                  <a:lnTo>
                    <a:pt x="27" y="150"/>
                  </a:lnTo>
                  <a:lnTo>
                    <a:pt x="9" y="124"/>
                  </a:lnTo>
                  <a:lnTo>
                    <a:pt x="3" y="105"/>
                  </a:lnTo>
                  <a:lnTo>
                    <a:pt x="0" y="81"/>
                  </a:lnTo>
                  <a:lnTo>
                    <a:pt x="0" y="60"/>
                  </a:lnTo>
                  <a:lnTo>
                    <a:pt x="3" y="43"/>
                  </a:lnTo>
                  <a:lnTo>
                    <a:pt x="5" y="33"/>
                  </a:lnTo>
                  <a:lnTo>
                    <a:pt x="9" y="23"/>
                  </a:lnTo>
                  <a:lnTo>
                    <a:pt x="17" y="7"/>
                  </a:lnTo>
                  <a:lnTo>
                    <a:pt x="22" y="0"/>
                  </a:lnTo>
                  <a:lnTo>
                    <a:pt x="38" y="15"/>
                  </a:lnTo>
                  <a:lnTo>
                    <a:pt x="31" y="33"/>
                  </a:lnTo>
                  <a:lnTo>
                    <a:pt x="30" y="48"/>
                  </a:lnTo>
                  <a:lnTo>
                    <a:pt x="31" y="56"/>
                  </a:lnTo>
                  <a:lnTo>
                    <a:pt x="33" y="66"/>
                  </a:lnTo>
                  <a:lnTo>
                    <a:pt x="39" y="76"/>
                  </a:lnTo>
                  <a:lnTo>
                    <a:pt x="43" y="80"/>
                  </a:lnTo>
                  <a:lnTo>
                    <a:pt x="50" y="88"/>
                  </a:lnTo>
                  <a:lnTo>
                    <a:pt x="61" y="9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l951"/>
            <p:cNvSpPr/>
            <p:nvPr/>
          </p:nvSpPr>
          <p:spPr>
            <a:xfrm>
              <a:off x="4129645" y="5962696"/>
              <a:ext cx="114958" cy="107627"/>
            </a:xfrm>
            <a:custGeom>
              <a:avLst/>
              <a:pathLst>
                <a:path w="114958" h="107627">
                  <a:moveTo>
                    <a:pt x="98740" y="1886"/>
                  </a:moveTo>
                  <a:lnTo>
                    <a:pt x="99062" y="3264"/>
                  </a:lnTo>
                  <a:lnTo>
                    <a:pt x="99594" y="4640"/>
                  </a:lnTo>
                  <a:lnTo>
                    <a:pt x="99615" y="4667"/>
                  </a:lnTo>
                  <a:lnTo>
                    <a:pt x="100413" y="5720"/>
                  </a:lnTo>
                  <a:lnTo>
                    <a:pt x="100449" y="5753"/>
                  </a:lnTo>
                  <a:lnTo>
                    <a:pt x="100453" y="5756"/>
                  </a:lnTo>
                  <a:lnTo>
                    <a:pt x="100464" y="5763"/>
                  </a:lnTo>
                  <a:lnTo>
                    <a:pt x="100505" y="5795"/>
                  </a:lnTo>
                  <a:lnTo>
                    <a:pt x="100534" y="5816"/>
                  </a:lnTo>
                  <a:lnTo>
                    <a:pt x="100559" y="5834"/>
                  </a:lnTo>
                  <a:lnTo>
                    <a:pt x="100568" y="5839"/>
                  </a:lnTo>
                  <a:lnTo>
                    <a:pt x="100584" y="5855"/>
                  </a:lnTo>
                  <a:lnTo>
                    <a:pt x="100603" y="5876"/>
                  </a:lnTo>
                  <a:lnTo>
                    <a:pt x="100622" y="5892"/>
                  </a:lnTo>
                  <a:lnTo>
                    <a:pt x="100635" y="5910"/>
                  </a:lnTo>
                  <a:lnTo>
                    <a:pt x="100652" y="5932"/>
                  </a:lnTo>
                  <a:lnTo>
                    <a:pt x="100656" y="5940"/>
                  </a:lnTo>
                  <a:lnTo>
                    <a:pt x="100673" y="5955"/>
                  </a:lnTo>
                  <a:lnTo>
                    <a:pt x="100717" y="5995"/>
                  </a:lnTo>
                  <a:lnTo>
                    <a:pt x="100747" y="6023"/>
                  </a:lnTo>
                  <a:lnTo>
                    <a:pt x="100784" y="6053"/>
                  </a:lnTo>
                  <a:lnTo>
                    <a:pt x="100808" y="6071"/>
                  </a:lnTo>
                  <a:lnTo>
                    <a:pt x="100867" y="6113"/>
                  </a:lnTo>
                  <a:lnTo>
                    <a:pt x="100912" y="6145"/>
                  </a:lnTo>
                  <a:lnTo>
                    <a:pt x="100930" y="6155"/>
                  </a:lnTo>
                  <a:lnTo>
                    <a:pt x="100950" y="6165"/>
                  </a:lnTo>
                  <a:lnTo>
                    <a:pt x="100964" y="6173"/>
                  </a:lnTo>
                  <a:lnTo>
                    <a:pt x="101013" y="6201"/>
                  </a:lnTo>
                  <a:lnTo>
                    <a:pt x="101051" y="6225"/>
                  </a:lnTo>
                  <a:lnTo>
                    <a:pt x="101072" y="6232"/>
                  </a:lnTo>
                  <a:lnTo>
                    <a:pt x="101110" y="6249"/>
                  </a:lnTo>
                  <a:lnTo>
                    <a:pt x="101115" y="6251"/>
                  </a:lnTo>
                  <a:lnTo>
                    <a:pt x="101147" y="6261"/>
                  </a:lnTo>
                  <a:lnTo>
                    <a:pt x="101169" y="6265"/>
                  </a:lnTo>
                  <a:lnTo>
                    <a:pt x="101176" y="6268"/>
                  </a:lnTo>
                  <a:lnTo>
                    <a:pt x="101181" y="6268"/>
                  </a:lnTo>
                  <a:lnTo>
                    <a:pt x="101189" y="6271"/>
                  </a:lnTo>
                  <a:lnTo>
                    <a:pt x="101207" y="6275"/>
                  </a:lnTo>
                  <a:lnTo>
                    <a:pt x="101234" y="6282"/>
                  </a:lnTo>
                  <a:lnTo>
                    <a:pt x="101263" y="6289"/>
                  </a:lnTo>
                  <a:lnTo>
                    <a:pt x="101273" y="6291"/>
                  </a:lnTo>
                  <a:lnTo>
                    <a:pt x="101303" y="6296"/>
                  </a:lnTo>
                  <a:lnTo>
                    <a:pt x="101347" y="6303"/>
                  </a:lnTo>
                  <a:lnTo>
                    <a:pt x="101374" y="6309"/>
                  </a:lnTo>
                  <a:lnTo>
                    <a:pt x="101391" y="6309"/>
                  </a:lnTo>
                  <a:lnTo>
                    <a:pt x="101443" y="6311"/>
                  </a:lnTo>
                  <a:lnTo>
                    <a:pt x="101484" y="6312"/>
                  </a:lnTo>
                  <a:lnTo>
                    <a:pt x="101500" y="6312"/>
                  </a:lnTo>
                  <a:lnTo>
                    <a:pt x="101511" y="6310"/>
                  </a:lnTo>
                  <a:lnTo>
                    <a:pt x="101534" y="6304"/>
                  </a:lnTo>
                  <a:lnTo>
                    <a:pt x="101563" y="6295"/>
                  </a:lnTo>
                  <a:lnTo>
                    <a:pt x="101589" y="6288"/>
                  </a:lnTo>
                  <a:lnTo>
                    <a:pt x="101613" y="6280"/>
                  </a:lnTo>
                  <a:lnTo>
                    <a:pt x="101625" y="6276"/>
                  </a:lnTo>
                  <a:lnTo>
                    <a:pt x="101632" y="6274"/>
                  </a:lnTo>
                  <a:lnTo>
                    <a:pt x="101648" y="6273"/>
                  </a:lnTo>
                  <a:lnTo>
                    <a:pt x="101656" y="6273"/>
                  </a:lnTo>
                  <a:lnTo>
                    <a:pt x="101661" y="6274"/>
                  </a:lnTo>
                  <a:lnTo>
                    <a:pt x="101676" y="6278"/>
                  </a:lnTo>
                  <a:lnTo>
                    <a:pt x="101686" y="6284"/>
                  </a:lnTo>
                  <a:lnTo>
                    <a:pt x="101715" y="6299"/>
                  </a:lnTo>
                  <a:lnTo>
                    <a:pt x="101723" y="6304"/>
                  </a:lnTo>
                  <a:lnTo>
                    <a:pt x="101776" y="6359"/>
                  </a:lnTo>
                  <a:lnTo>
                    <a:pt x="101785" y="6374"/>
                  </a:lnTo>
                  <a:lnTo>
                    <a:pt x="101792" y="6392"/>
                  </a:lnTo>
                  <a:lnTo>
                    <a:pt x="101798" y="6410"/>
                  </a:lnTo>
                  <a:lnTo>
                    <a:pt x="101797" y="6423"/>
                  </a:lnTo>
                  <a:lnTo>
                    <a:pt x="101796" y="6450"/>
                  </a:lnTo>
                  <a:lnTo>
                    <a:pt x="101794" y="6461"/>
                  </a:lnTo>
                  <a:lnTo>
                    <a:pt x="101786" y="6494"/>
                  </a:lnTo>
                  <a:lnTo>
                    <a:pt x="101781" y="6514"/>
                  </a:lnTo>
                  <a:lnTo>
                    <a:pt x="101779" y="6522"/>
                  </a:lnTo>
                  <a:lnTo>
                    <a:pt x="101778" y="6531"/>
                  </a:lnTo>
                  <a:lnTo>
                    <a:pt x="101776" y="6564"/>
                  </a:lnTo>
                  <a:lnTo>
                    <a:pt x="101774" y="6582"/>
                  </a:lnTo>
                  <a:lnTo>
                    <a:pt x="101773" y="6597"/>
                  </a:lnTo>
                  <a:lnTo>
                    <a:pt x="101773" y="6617"/>
                  </a:lnTo>
                  <a:lnTo>
                    <a:pt x="101777" y="6648"/>
                  </a:lnTo>
                  <a:lnTo>
                    <a:pt x="101777" y="6656"/>
                  </a:lnTo>
                  <a:lnTo>
                    <a:pt x="101779" y="6713"/>
                  </a:lnTo>
                  <a:lnTo>
                    <a:pt x="101780" y="6733"/>
                  </a:lnTo>
                  <a:lnTo>
                    <a:pt x="101783" y="6753"/>
                  </a:lnTo>
                  <a:lnTo>
                    <a:pt x="101787" y="6770"/>
                  </a:lnTo>
                  <a:lnTo>
                    <a:pt x="101790" y="6785"/>
                  </a:lnTo>
                  <a:lnTo>
                    <a:pt x="101796" y="6807"/>
                  </a:lnTo>
                  <a:lnTo>
                    <a:pt x="101803" y="6831"/>
                  </a:lnTo>
                  <a:lnTo>
                    <a:pt x="101811" y="6853"/>
                  </a:lnTo>
                  <a:lnTo>
                    <a:pt x="101830" y="6912"/>
                  </a:lnTo>
                  <a:lnTo>
                    <a:pt x="101841" y="6947"/>
                  </a:lnTo>
                  <a:lnTo>
                    <a:pt x="101846" y="6964"/>
                  </a:lnTo>
                  <a:lnTo>
                    <a:pt x="101849" y="6987"/>
                  </a:lnTo>
                  <a:lnTo>
                    <a:pt x="101852" y="6993"/>
                  </a:lnTo>
                  <a:lnTo>
                    <a:pt x="101858" y="6999"/>
                  </a:lnTo>
                  <a:lnTo>
                    <a:pt x="101863" y="7004"/>
                  </a:lnTo>
                  <a:lnTo>
                    <a:pt x="101867" y="7011"/>
                  </a:lnTo>
                  <a:lnTo>
                    <a:pt x="101869" y="7020"/>
                  </a:lnTo>
                  <a:lnTo>
                    <a:pt x="101874" y="7045"/>
                  </a:lnTo>
                  <a:lnTo>
                    <a:pt x="101881" y="7060"/>
                  </a:lnTo>
                  <a:lnTo>
                    <a:pt x="101889" y="7074"/>
                  </a:lnTo>
                  <a:lnTo>
                    <a:pt x="101915" y="7116"/>
                  </a:lnTo>
                  <a:lnTo>
                    <a:pt x="102010" y="7290"/>
                  </a:lnTo>
                  <a:lnTo>
                    <a:pt x="102052" y="7372"/>
                  </a:lnTo>
                  <a:lnTo>
                    <a:pt x="102070" y="7403"/>
                  </a:lnTo>
                  <a:lnTo>
                    <a:pt x="102101" y="7464"/>
                  </a:lnTo>
                  <a:lnTo>
                    <a:pt x="102113" y="7484"/>
                  </a:lnTo>
                  <a:lnTo>
                    <a:pt x="102132" y="7513"/>
                  </a:lnTo>
                  <a:lnTo>
                    <a:pt x="102140" y="7522"/>
                  </a:lnTo>
                  <a:lnTo>
                    <a:pt x="102183" y="7575"/>
                  </a:lnTo>
                  <a:lnTo>
                    <a:pt x="102188" y="7581"/>
                  </a:lnTo>
                  <a:lnTo>
                    <a:pt x="102208" y="7608"/>
                  </a:lnTo>
                  <a:lnTo>
                    <a:pt x="102955" y="8198"/>
                  </a:lnTo>
                  <a:lnTo>
                    <a:pt x="103265" y="8282"/>
                  </a:lnTo>
                  <a:lnTo>
                    <a:pt x="103271" y="8284"/>
                  </a:lnTo>
                  <a:lnTo>
                    <a:pt x="103326" y="8282"/>
                  </a:lnTo>
                  <a:lnTo>
                    <a:pt x="103374" y="8280"/>
                  </a:lnTo>
                  <a:lnTo>
                    <a:pt x="103450" y="8279"/>
                  </a:lnTo>
                  <a:lnTo>
                    <a:pt x="103534" y="8289"/>
                  </a:lnTo>
                  <a:lnTo>
                    <a:pt x="103617" y="8294"/>
                  </a:lnTo>
                  <a:lnTo>
                    <a:pt x="103712" y="8298"/>
                  </a:lnTo>
                  <a:lnTo>
                    <a:pt x="103754" y="8302"/>
                  </a:lnTo>
                  <a:lnTo>
                    <a:pt x="103794" y="8309"/>
                  </a:lnTo>
                  <a:lnTo>
                    <a:pt x="103877" y="8312"/>
                  </a:lnTo>
                  <a:lnTo>
                    <a:pt x="103949" y="8323"/>
                  </a:lnTo>
                  <a:lnTo>
                    <a:pt x="103989" y="8329"/>
                  </a:lnTo>
                  <a:lnTo>
                    <a:pt x="104023" y="8335"/>
                  </a:lnTo>
                  <a:lnTo>
                    <a:pt x="104044" y="8344"/>
                  </a:lnTo>
                  <a:lnTo>
                    <a:pt x="104066" y="8355"/>
                  </a:lnTo>
                  <a:lnTo>
                    <a:pt x="104132" y="8388"/>
                  </a:lnTo>
                  <a:lnTo>
                    <a:pt x="104195" y="8423"/>
                  </a:lnTo>
                  <a:lnTo>
                    <a:pt x="104244" y="8454"/>
                  </a:lnTo>
                  <a:lnTo>
                    <a:pt x="104387" y="8539"/>
                  </a:lnTo>
                  <a:lnTo>
                    <a:pt x="104499" y="8602"/>
                  </a:lnTo>
                  <a:lnTo>
                    <a:pt x="104528" y="8616"/>
                  </a:lnTo>
                  <a:lnTo>
                    <a:pt x="104539" y="8622"/>
                  </a:lnTo>
                  <a:lnTo>
                    <a:pt x="104574" y="8641"/>
                  </a:lnTo>
                  <a:lnTo>
                    <a:pt x="104619" y="8663"/>
                  </a:lnTo>
                  <a:lnTo>
                    <a:pt x="104631" y="8668"/>
                  </a:lnTo>
                  <a:lnTo>
                    <a:pt x="104666" y="8679"/>
                  </a:lnTo>
                  <a:lnTo>
                    <a:pt x="104692" y="8691"/>
                  </a:lnTo>
                  <a:lnTo>
                    <a:pt x="104844" y="8761"/>
                  </a:lnTo>
                  <a:lnTo>
                    <a:pt x="104899" y="8787"/>
                  </a:lnTo>
                  <a:lnTo>
                    <a:pt x="104943" y="8807"/>
                  </a:lnTo>
                  <a:lnTo>
                    <a:pt x="105002" y="8794"/>
                  </a:lnTo>
                  <a:lnTo>
                    <a:pt x="105116" y="8865"/>
                  </a:lnTo>
                  <a:lnTo>
                    <a:pt x="105137" y="8879"/>
                  </a:lnTo>
                  <a:lnTo>
                    <a:pt x="105166" y="8897"/>
                  </a:lnTo>
                  <a:lnTo>
                    <a:pt x="105177" y="8904"/>
                  </a:lnTo>
                  <a:lnTo>
                    <a:pt x="105205" y="8922"/>
                  </a:lnTo>
                  <a:lnTo>
                    <a:pt x="105215" y="8928"/>
                  </a:lnTo>
                  <a:lnTo>
                    <a:pt x="105226" y="8930"/>
                  </a:lnTo>
                  <a:lnTo>
                    <a:pt x="105240" y="8932"/>
                  </a:lnTo>
                  <a:lnTo>
                    <a:pt x="105437" y="8959"/>
                  </a:lnTo>
                  <a:lnTo>
                    <a:pt x="105445" y="8957"/>
                  </a:lnTo>
                  <a:lnTo>
                    <a:pt x="105460" y="8952"/>
                  </a:lnTo>
                  <a:lnTo>
                    <a:pt x="105481" y="8946"/>
                  </a:lnTo>
                  <a:lnTo>
                    <a:pt x="105497" y="8940"/>
                  </a:lnTo>
                  <a:lnTo>
                    <a:pt x="105515" y="8934"/>
                  </a:lnTo>
                  <a:lnTo>
                    <a:pt x="105532" y="8928"/>
                  </a:lnTo>
                  <a:lnTo>
                    <a:pt x="105575" y="8894"/>
                  </a:lnTo>
                  <a:lnTo>
                    <a:pt x="105610" y="8836"/>
                  </a:lnTo>
                  <a:lnTo>
                    <a:pt x="105618" y="8832"/>
                  </a:lnTo>
                  <a:lnTo>
                    <a:pt x="105626" y="8830"/>
                  </a:lnTo>
                  <a:lnTo>
                    <a:pt x="105703" y="8840"/>
                  </a:lnTo>
                  <a:lnTo>
                    <a:pt x="105755" y="8852"/>
                  </a:lnTo>
                  <a:lnTo>
                    <a:pt x="105806" y="8888"/>
                  </a:lnTo>
                  <a:lnTo>
                    <a:pt x="105826" y="8906"/>
                  </a:lnTo>
                  <a:lnTo>
                    <a:pt x="105836" y="8925"/>
                  </a:lnTo>
                  <a:lnTo>
                    <a:pt x="105834" y="8933"/>
                  </a:lnTo>
                  <a:lnTo>
                    <a:pt x="105833" y="8941"/>
                  </a:lnTo>
                  <a:lnTo>
                    <a:pt x="105830" y="8949"/>
                  </a:lnTo>
                  <a:lnTo>
                    <a:pt x="105787" y="8970"/>
                  </a:lnTo>
                  <a:lnTo>
                    <a:pt x="105792" y="9029"/>
                  </a:lnTo>
                  <a:lnTo>
                    <a:pt x="105798" y="9032"/>
                  </a:lnTo>
                  <a:lnTo>
                    <a:pt x="105820" y="9041"/>
                  </a:lnTo>
                  <a:lnTo>
                    <a:pt x="105876" y="9063"/>
                  </a:lnTo>
                  <a:lnTo>
                    <a:pt x="105922" y="9081"/>
                  </a:lnTo>
                  <a:lnTo>
                    <a:pt x="106027" y="9123"/>
                  </a:lnTo>
                  <a:lnTo>
                    <a:pt x="106032" y="9125"/>
                  </a:lnTo>
                  <a:lnTo>
                    <a:pt x="106042" y="9129"/>
                  </a:lnTo>
                  <a:lnTo>
                    <a:pt x="106047" y="9130"/>
                  </a:lnTo>
                  <a:lnTo>
                    <a:pt x="106072" y="9130"/>
                  </a:lnTo>
                  <a:lnTo>
                    <a:pt x="106087" y="9130"/>
                  </a:lnTo>
                  <a:lnTo>
                    <a:pt x="106116" y="9130"/>
                  </a:lnTo>
                  <a:lnTo>
                    <a:pt x="106153" y="9130"/>
                  </a:lnTo>
                  <a:lnTo>
                    <a:pt x="106163" y="9130"/>
                  </a:lnTo>
                  <a:lnTo>
                    <a:pt x="106191" y="9130"/>
                  </a:lnTo>
                  <a:lnTo>
                    <a:pt x="106211" y="9120"/>
                  </a:lnTo>
                  <a:lnTo>
                    <a:pt x="106324" y="9064"/>
                  </a:lnTo>
                  <a:lnTo>
                    <a:pt x="106336" y="9031"/>
                  </a:lnTo>
                  <a:lnTo>
                    <a:pt x="106355" y="8979"/>
                  </a:lnTo>
                  <a:lnTo>
                    <a:pt x="106357" y="8971"/>
                  </a:lnTo>
                  <a:lnTo>
                    <a:pt x="106330" y="8946"/>
                  </a:lnTo>
                  <a:lnTo>
                    <a:pt x="106229" y="8930"/>
                  </a:lnTo>
                  <a:lnTo>
                    <a:pt x="106223" y="8930"/>
                  </a:lnTo>
                  <a:lnTo>
                    <a:pt x="106205" y="8927"/>
                  </a:lnTo>
                  <a:lnTo>
                    <a:pt x="106187" y="8934"/>
                  </a:lnTo>
                  <a:lnTo>
                    <a:pt x="106179" y="8948"/>
                  </a:lnTo>
                  <a:lnTo>
                    <a:pt x="106184" y="8955"/>
                  </a:lnTo>
                  <a:lnTo>
                    <a:pt x="106204" y="8948"/>
                  </a:lnTo>
                  <a:lnTo>
                    <a:pt x="106211" y="8954"/>
                  </a:lnTo>
                  <a:lnTo>
                    <a:pt x="106212" y="8970"/>
                  </a:lnTo>
                  <a:lnTo>
                    <a:pt x="106173" y="8988"/>
                  </a:lnTo>
                  <a:lnTo>
                    <a:pt x="106150" y="8990"/>
                  </a:lnTo>
                  <a:lnTo>
                    <a:pt x="106129" y="8984"/>
                  </a:lnTo>
                  <a:lnTo>
                    <a:pt x="106136" y="8950"/>
                  </a:lnTo>
                  <a:lnTo>
                    <a:pt x="106154" y="8926"/>
                  </a:lnTo>
                  <a:lnTo>
                    <a:pt x="106159" y="8920"/>
                  </a:lnTo>
                  <a:lnTo>
                    <a:pt x="106260" y="8867"/>
                  </a:lnTo>
                  <a:lnTo>
                    <a:pt x="106393" y="8885"/>
                  </a:lnTo>
                  <a:lnTo>
                    <a:pt x="106432" y="8897"/>
                  </a:lnTo>
                  <a:lnTo>
                    <a:pt x="106480" y="8912"/>
                  </a:lnTo>
                  <a:lnTo>
                    <a:pt x="106752" y="8997"/>
                  </a:lnTo>
                  <a:lnTo>
                    <a:pt x="106816" y="8997"/>
                  </a:lnTo>
                  <a:lnTo>
                    <a:pt x="106974" y="9000"/>
                  </a:lnTo>
                  <a:lnTo>
                    <a:pt x="107035" y="8991"/>
                  </a:lnTo>
                  <a:lnTo>
                    <a:pt x="107395" y="8937"/>
                  </a:lnTo>
                  <a:lnTo>
                    <a:pt x="107464" y="8926"/>
                  </a:lnTo>
                  <a:lnTo>
                    <a:pt x="107497" y="8864"/>
                  </a:lnTo>
                  <a:lnTo>
                    <a:pt x="107822" y="8754"/>
                  </a:lnTo>
                  <a:lnTo>
                    <a:pt x="108341" y="8735"/>
                  </a:lnTo>
                  <a:lnTo>
                    <a:pt x="108507" y="8758"/>
                  </a:lnTo>
                  <a:lnTo>
                    <a:pt x="108608" y="8723"/>
                  </a:lnTo>
                  <a:lnTo>
                    <a:pt x="108658" y="8679"/>
                  </a:lnTo>
                  <a:lnTo>
                    <a:pt x="108691" y="8671"/>
                  </a:lnTo>
                  <a:lnTo>
                    <a:pt x="108699" y="8667"/>
                  </a:lnTo>
                  <a:lnTo>
                    <a:pt x="108710" y="8659"/>
                  </a:lnTo>
                  <a:lnTo>
                    <a:pt x="108718" y="8644"/>
                  </a:lnTo>
                  <a:lnTo>
                    <a:pt x="108724" y="8640"/>
                  </a:lnTo>
                  <a:lnTo>
                    <a:pt x="108729" y="8639"/>
                  </a:lnTo>
                  <a:lnTo>
                    <a:pt x="108738" y="8638"/>
                  </a:lnTo>
                  <a:lnTo>
                    <a:pt x="108745" y="8638"/>
                  </a:lnTo>
                  <a:lnTo>
                    <a:pt x="108750" y="8638"/>
                  </a:lnTo>
                  <a:lnTo>
                    <a:pt x="108756" y="8638"/>
                  </a:lnTo>
                  <a:lnTo>
                    <a:pt x="108762" y="8638"/>
                  </a:lnTo>
                  <a:lnTo>
                    <a:pt x="108800" y="8632"/>
                  </a:lnTo>
                  <a:lnTo>
                    <a:pt x="108852" y="8615"/>
                  </a:lnTo>
                  <a:lnTo>
                    <a:pt x="108883" y="8599"/>
                  </a:lnTo>
                  <a:lnTo>
                    <a:pt x="108891" y="8592"/>
                  </a:lnTo>
                  <a:lnTo>
                    <a:pt x="108896" y="8587"/>
                  </a:lnTo>
                  <a:lnTo>
                    <a:pt x="108908" y="8563"/>
                  </a:lnTo>
                  <a:lnTo>
                    <a:pt x="108911" y="8552"/>
                  </a:lnTo>
                  <a:lnTo>
                    <a:pt x="108919" y="8514"/>
                  </a:lnTo>
                  <a:lnTo>
                    <a:pt x="108920" y="8500"/>
                  </a:lnTo>
                  <a:lnTo>
                    <a:pt x="108926" y="8489"/>
                  </a:lnTo>
                  <a:lnTo>
                    <a:pt x="108929" y="8479"/>
                  </a:lnTo>
                  <a:lnTo>
                    <a:pt x="108930" y="8446"/>
                  </a:lnTo>
                  <a:lnTo>
                    <a:pt x="108926" y="8431"/>
                  </a:lnTo>
                  <a:lnTo>
                    <a:pt x="108910" y="8387"/>
                  </a:lnTo>
                  <a:lnTo>
                    <a:pt x="108910" y="8379"/>
                  </a:lnTo>
                  <a:lnTo>
                    <a:pt x="108917" y="8371"/>
                  </a:lnTo>
                  <a:lnTo>
                    <a:pt x="108923" y="8367"/>
                  </a:lnTo>
                  <a:lnTo>
                    <a:pt x="108929" y="8365"/>
                  </a:lnTo>
                  <a:lnTo>
                    <a:pt x="108984" y="8354"/>
                  </a:lnTo>
                  <a:lnTo>
                    <a:pt x="109038" y="8348"/>
                  </a:lnTo>
                  <a:lnTo>
                    <a:pt x="109055" y="8344"/>
                  </a:lnTo>
                  <a:lnTo>
                    <a:pt x="109066" y="8338"/>
                  </a:lnTo>
                  <a:lnTo>
                    <a:pt x="109072" y="8334"/>
                  </a:lnTo>
                  <a:lnTo>
                    <a:pt x="109087" y="8318"/>
                  </a:lnTo>
                  <a:lnTo>
                    <a:pt x="109097" y="8305"/>
                  </a:lnTo>
                  <a:lnTo>
                    <a:pt x="109101" y="8299"/>
                  </a:lnTo>
                  <a:lnTo>
                    <a:pt x="109104" y="8292"/>
                  </a:lnTo>
                  <a:lnTo>
                    <a:pt x="109104" y="8285"/>
                  </a:lnTo>
                  <a:lnTo>
                    <a:pt x="109102" y="8264"/>
                  </a:lnTo>
                  <a:lnTo>
                    <a:pt x="109098" y="8252"/>
                  </a:lnTo>
                  <a:lnTo>
                    <a:pt x="109089" y="8234"/>
                  </a:lnTo>
                  <a:lnTo>
                    <a:pt x="109093" y="8228"/>
                  </a:lnTo>
                  <a:lnTo>
                    <a:pt x="109095" y="8223"/>
                  </a:lnTo>
                  <a:lnTo>
                    <a:pt x="109095" y="8201"/>
                  </a:lnTo>
                  <a:lnTo>
                    <a:pt x="109096" y="8195"/>
                  </a:lnTo>
                  <a:lnTo>
                    <a:pt x="109103" y="8192"/>
                  </a:lnTo>
                  <a:lnTo>
                    <a:pt x="109112" y="8190"/>
                  </a:lnTo>
                  <a:lnTo>
                    <a:pt x="109124" y="8178"/>
                  </a:lnTo>
                  <a:lnTo>
                    <a:pt x="109132" y="8169"/>
                  </a:lnTo>
                  <a:lnTo>
                    <a:pt x="109136" y="8160"/>
                  </a:lnTo>
                  <a:lnTo>
                    <a:pt x="109137" y="8150"/>
                  </a:lnTo>
                  <a:lnTo>
                    <a:pt x="109135" y="8132"/>
                  </a:lnTo>
                  <a:lnTo>
                    <a:pt x="109132" y="8117"/>
                  </a:lnTo>
                  <a:lnTo>
                    <a:pt x="109132" y="8110"/>
                  </a:lnTo>
                  <a:lnTo>
                    <a:pt x="109139" y="8103"/>
                  </a:lnTo>
                  <a:lnTo>
                    <a:pt x="109149" y="8096"/>
                  </a:lnTo>
                  <a:lnTo>
                    <a:pt x="109159" y="8096"/>
                  </a:lnTo>
                  <a:lnTo>
                    <a:pt x="109188" y="8100"/>
                  </a:lnTo>
                  <a:lnTo>
                    <a:pt x="109198" y="8103"/>
                  </a:lnTo>
                  <a:lnTo>
                    <a:pt x="109205" y="8103"/>
                  </a:lnTo>
                  <a:lnTo>
                    <a:pt x="109212" y="8100"/>
                  </a:lnTo>
                  <a:lnTo>
                    <a:pt x="109229" y="8091"/>
                  </a:lnTo>
                  <a:lnTo>
                    <a:pt x="109244" y="8084"/>
                  </a:lnTo>
                  <a:lnTo>
                    <a:pt x="109254" y="8079"/>
                  </a:lnTo>
                  <a:lnTo>
                    <a:pt x="109259" y="8075"/>
                  </a:lnTo>
                  <a:lnTo>
                    <a:pt x="109265" y="8065"/>
                  </a:lnTo>
                  <a:lnTo>
                    <a:pt x="109268" y="8060"/>
                  </a:lnTo>
                  <a:lnTo>
                    <a:pt x="109275" y="8045"/>
                  </a:lnTo>
                  <a:lnTo>
                    <a:pt x="109282" y="8033"/>
                  </a:lnTo>
                  <a:lnTo>
                    <a:pt x="109287" y="8026"/>
                  </a:lnTo>
                  <a:lnTo>
                    <a:pt x="109314" y="8009"/>
                  </a:lnTo>
                  <a:lnTo>
                    <a:pt x="109327" y="7998"/>
                  </a:lnTo>
                  <a:lnTo>
                    <a:pt x="109333" y="7987"/>
                  </a:lnTo>
                  <a:lnTo>
                    <a:pt x="109335" y="7981"/>
                  </a:lnTo>
                  <a:lnTo>
                    <a:pt x="109338" y="7975"/>
                  </a:lnTo>
                  <a:lnTo>
                    <a:pt x="109336" y="7947"/>
                  </a:lnTo>
                  <a:lnTo>
                    <a:pt x="109336" y="7938"/>
                  </a:lnTo>
                  <a:lnTo>
                    <a:pt x="109341" y="7930"/>
                  </a:lnTo>
                  <a:lnTo>
                    <a:pt x="109349" y="7928"/>
                  </a:lnTo>
                  <a:lnTo>
                    <a:pt x="109364" y="7923"/>
                  </a:lnTo>
                  <a:lnTo>
                    <a:pt x="109378" y="7915"/>
                  </a:lnTo>
                  <a:lnTo>
                    <a:pt x="109408" y="7902"/>
                  </a:lnTo>
                  <a:lnTo>
                    <a:pt x="109415" y="7898"/>
                  </a:lnTo>
                  <a:lnTo>
                    <a:pt x="109430" y="7892"/>
                  </a:lnTo>
                  <a:lnTo>
                    <a:pt x="109453" y="7890"/>
                  </a:lnTo>
                  <a:lnTo>
                    <a:pt x="109480" y="7887"/>
                  </a:lnTo>
                  <a:lnTo>
                    <a:pt x="109486" y="7890"/>
                  </a:lnTo>
                  <a:lnTo>
                    <a:pt x="109501" y="7893"/>
                  </a:lnTo>
                  <a:lnTo>
                    <a:pt x="109507" y="7895"/>
                  </a:lnTo>
                  <a:lnTo>
                    <a:pt x="109515" y="7892"/>
                  </a:lnTo>
                  <a:lnTo>
                    <a:pt x="109528" y="7885"/>
                  </a:lnTo>
                  <a:lnTo>
                    <a:pt x="109534" y="7883"/>
                  </a:lnTo>
                  <a:lnTo>
                    <a:pt x="109542" y="7880"/>
                  </a:lnTo>
                  <a:lnTo>
                    <a:pt x="109549" y="7879"/>
                  </a:lnTo>
                  <a:lnTo>
                    <a:pt x="109557" y="7881"/>
                  </a:lnTo>
                  <a:lnTo>
                    <a:pt x="109562" y="7883"/>
                  </a:lnTo>
                  <a:lnTo>
                    <a:pt x="109568" y="7887"/>
                  </a:lnTo>
                  <a:lnTo>
                    <a:pt x="109574" y="7890"/>
                  </a:lnTo>
                  <a:lnTo>
                    <a:pt x="109647" y="7951"/>
                  </a:lnTo>
                  <a:lnTo>
                    <a:pt x="109747" y="8017"/>
                  </a:lnTo>
                  <a:lnTo>
                    <a:pt x="109777" y="8050"/>
                  </a:lnTo>
                  <a:lnTo>
                    <a:pt x="109789" y="8070"/>
                  </a:lnTo>
                  <a:lnTo>
                    <a:pt x="109799" y="8090"/>
                  </a:lnTo>
                  <a:lnTo>
                    <a:pt x="109840" y="8173"/>
                  </a:lnTo>
                  <a:lnTo>
                    <a:pt x="109844" y="8190"/>
                  </a:lnTo>
                  <a:lnTo>
                    <a:pt x="109844" y="8198"/>
                  </a:lnTo>
                  <a:lnTo>
                    <a:pt x="109844" y="8204"/>
                  </a:lnTo>
                  <a:lnTo>
                    <a:pt x="109840" y="8210"/>
                  </a:lnTo>
                  <a:lnTo>
                    <a:pt x="109840" y="8216"/>
                  </a:lnTo>
                  <a:lnTo>
                    <a:pt x="109842" y="8223"/>
                  </a:lnTo>
                  <a:lnTo>
                    <a:pt x="109847" y="8226"/>
                  </a:lnTo>
                  <a:lnTo>
                    <a:pt x="109864" y="8219"/>
                  </a:lnTo>
                  <a:lnTo>
                    <a:pt x="109870" y="8226"/>
                  </a:lnTo>
                  <a:lnTo>
                    <a:pt x="109892" y="8276"/>
                  </a:lnTo>
                  <a:lnTo>
                    <a:pt x="109902" y="8313"/>
                  </a:lnTo>
                  <a:lnTo>
                    <a:pt x="109913" y="8373"/>
                  </a:lnTo>
                  <a:lnTo>
                    <a:pt x="109917" y="8387"/>
                  </a:lnTo>
                  <a:lnTo>
                    <a:pt x="109919" y="8393"/>
                  </a:lnTo>
                  <a:lnTo>
                    <a:pt x="109925" y="8397"/>
                  </a:lnTo>
                  <a:lnTo>
                    <a:pt x="109929" y="8401"/>
                  </a:lnTo>
                  <a:lnTo>
                    <a:pt x="109946" y="8409"/>
                  </a:lnTo>
                  <a:lnTo>
                    <a:pt x="109967" y="8415"/>
                  </a:lnTo>
                  <a:lnTo>
                    <a:pt x="109973" y="8420"/>
                  </a:lnTo>
                  <a:lnTo>
                    <a:pt x="109979" y="8426"/>
                  </a:lnTo>
                  <a:lnTo>
                    <a:pt x="109998" y="8455"/>
                  </a:lnTo>
                  <a:lnTo>
                    <a:pt x="110028" y="8514"/>
                  </a:lnTo>
                  <a:lnTo>
                    <a:pt x="110034" y="8533"/>
                  </a:lnTo>
                  <a:lnTo>
                    <a:pt x="110050" y="8580"/>
                  </a:lnTo>
                  <a:lnTo>
                    <a:pt x="110051" y="8619"/>
                  </a:lnTo>
                  <a:lnTo>
                    <a:pt x="110056" y="8636"/>
                  </a:lnTo>
                  <a:lnTo>
                    <a:pt x="110063" y="8662"/>
                  </a:lnTo>
                  <a:lnTo>
                    <a:pt x="110067" y="8677"/>
                  </a:lnTo>
                  <a:lnTo>
                    <a:pt x="110717" y="10002"/>
                  </a:lnTo>
                  <a:lnTo>
                    <a:pt x="110717" y="10890"/>
                  </a:lnTo>
                  <a:lnTo>
                    <a:pt x="110747" y="11214"/>
                  </a:lnTo>
                  <a:lnTo>
                    <a:pt x="110914" y="11829"/>
                  </a:lnTo>
                  <a:lnTo>
                    <a:pt x="111007" y="12118"/>
                  </a:lnTo>
                  <a:lnTo>
                    <a:pt x="111145" y="12547"/>
                  </a:lnTo>
                  <a:lnTo>
                    <a:pt x="111281" y="12969"/>
                  </a:lnTo>
                  <a:lnTo>
                    <a:pt x="111434" y="13338"/>
                  </a:lnTo>
                  <a:lnTo>
                    <a:pt x="111443" y="13383"/>
                  </a:lnTo>
                  <a:lnTo>
                    <a:pt x="111420" y="13417"/>
                  </a:lnTo>
                  <a:lnTo>
                    <a:pt x="111440" y="13439"/>
                  </a:lnTo>
                  <a:lnTo>
                    <a:pt x="111446" y="13444"/>
                  </a:lnTo>
                  <a:lnTo>
                    <a:pt x="111450" y="13448"/>
                  </a:lnTo>
                  <a:lnTo>
                    <a:pt x="111590" y="13856"/>
                  </a:lnTo>
                  <a:lnTo>
                    <a:pt x="111612" y="13953"/>
                  </a:lnTo>
                  <a:lnTo>
                    <a:pt x="111608" y="14013"/>
                  </a:lnTo>
                  <a:lnTo>
                    <a:pt x="111605" y="14061"/>
                  </a:lnTo>
                  <a:lnTo>
                    <a:pt x="111604" y="14078"/>
                  </a:lnTo>
                  <a:lnTo>
                    <a:pt x="111584" y="14104"/>
                  </a:lnTo>
                  <a:lnTo>
                    <a:pt x="111588" y="14118"/>
                  </a:lnTo>
                  <a:lnTo>
                    <a:pt x="111599" y="14158"/>
                  </a:lnTo>
                  <a:lnTo>
                    <a:pt x="111740" y="14669"/>
                  </a:lnTo>
                  <a:lnTo>
                    <a:pt x="111758" y="14732"/>
                  </a:lnTo>
                  <a:lnTo>
                    <a:pt x="111806" y="14826"/>
                  </a:lnTo>
                  <a:lnTo>
                    <a:pt x="111997" y="15591"/>
                  </a:lnTo>
                  <a:lnTo>
                    <a:pt x="112179" y="16197"/>
                  </a:lnTo>
                  <a:lnTo>
                    <a:pt x="112395" y="16919"/>
                  </a:lnTo>
                  <a:lnTo>
                    <a:pt x="112513" y="17312"/>
                  </a:lnTo>
                  <a:lnTo>
                    <a:pt x="112734" y="18187"/>
                  </a:lnTo>
                  <a:lnTo>
                    <a:pt x="112740" y="18436"/>
                  </a:lnTo>
                  <a:lnTo>
                    <a:pt x="112760" y="18440"/>
                  </a:lnTo>
                  <a:lnTo>
                    <a:pt x="112774" y="18586"/>
                  </a:lnTo>
                  <a:lnTo>
                    <a:pt x="112807" y="19839"/>
                  </a:lnTo>
                  <a:lnTo>
                    <a:pt x="112859" y="20522"/>
                  </a:lnTo>
                  <a:lnTo>
                    <a:pt x="112860" y="20540"/>
                  </a:lnTo>
                  <a:lnTo>
                    <a:pt x="112872" y="22134"/>
                  </a:lnTo>
                  <a:lnTo>
                    <a:pt x="112907" y="22319"/>
                  </a:lnTo>
                  <a:lnTo>
                    <a:pt x="112900" y="22492"/>
                  </a:lnTo>
                  <a:lnTo>
                    <a:pt x="112896" y="22576"/>
                  </a:lnTo>
                  <a:lnTo>
                    <a:pt x="112949" y="23250"/>
                  </a:lnTo>
                  <a:lnTo>
                    <a:pt x="113071" y="24232"/>
                  </a:lnTo>
                  <a:lnTo>
                    <a:pt x="113155" y="24639"/>
                  </a:lnTo>
                  <a:lnTo>
                    <a:pt x="113225" y="24984"/>
                  </a:lnTo>
                  <a:lnTo>
                    <a:pt x="113241" y="25062"/>
                  </a:lnTo>
                  <a:lnTo>
                    <a:pt x="113429" y="25698"/>
                  </a:lnTo>
                  <a:lnTo>
                    <a:pt x="113451" y="25707"/>
                  </a:lnTo>
                  <a:lnTo>
                    <a:pt x="113459" y="25612"/>
                  </a:lnTo>
                  <a:lnTo>
                    <a:pt x="113527" y="25550"/>
                  </a:lnTo>
                  <a:lnTo>
                    <a:pt x="113608" y="25568"/>
                  </a:lnTo>
                  <a:lnTo>
                    <a:pt x="113656" y="25579"/>
                  </a:lnTo>
                  <a:lnTo>
                    <a:pt x="113747" y="25634"/>
                  </a:lnTo>
                  <a:lnTo>
                    <a:pt x="113842" y="25679"/>
                  </a:lnTo>
                  <a:lnTo>
                    <a:pt x="114091" y="25660"/>
                  </a:lnTo>
                  <a:lnTo>
                    <a:pt x="114125" y="25661"/>
                  </a:lnTo>
                  <a:lnTo>
                    <a:pt x="114195" y="25690"/>
                  </a:lnTo>
                  <a:lnTo>
                    <a:pt x="114198" y="25704"/>
                  </a:lnTo>
                  <a:lnTo>
                    <a:pt x="114189" y="25717"/>
                  </a:lnTo>
                  <a:lnTo>
                    <a:pt x="114071" y="25762"/>
                  </a:lnTo>
                  <a:lnTo>
                    <a:pt x="114033" y="25807"/>
                  </a:lnTo>
                  <a:lnTo>
                    <a:pt x="114042" y="25857"/>
                  </a:lnTo>
                  <a:lnTo>
                    <a:pt x="114072" y="26017"/>
                  </a:lnTo>
                  <a:lnTo>
                    <a:pt x="114156" y="26175"/>
                  </a:lnTo>
                  <a:lnTo>
                    <a:pt x="114277" y="26254"/>
                  </a:lnTo>
                  <a:lnTo>
                    <a:pt x="114372" y="26375"/>
                  </a:lnTo>
                  <a:lnTo>
                    <a:pt x="114399" y="26787"/>
                  </a:lnTo>
                  <a:lnTo>
                    <a:pt x="114357" y="27017"/>
                  </a:lnTo>
                  <a:lnTo>
                    <a:pt x="114335" y="27043"/>
                  </a:lnTo>
                  <a:lnTo>
                    <a:pt x="114319" y="27064"/>
                  </a:lnTo>
                  <a:lnTo>
                    <a:pt x="114294" y="27111"/>
                  </a:lnTo>
                  <a:lnTo>
                    <a:pt x="114288" y="27122"/>
                  </a:lnTo>
                  <a:lnTo>
                    <a:pt x="114255" y="27251"/>
                  </a:lnTo>
                  <a:lnTo>
                    <a:pt x="114259" y="27264"/>
                  </a:lnTo>
                  <a:lnTo>
                    <a:pt x="114383" y="27350"/>
                  </a:lnTo>
                  <a:lnTo>
                    <a:pt x="114404" y="27364"/>
                  </a:lnTo>
                  <a:lnTo>
                    <a:pt x="114561" y="27418"/>
                  </a:lnTo>
                  <a:lnTo>
                    <a:pt x="114588" y="27479"/>
                  </a:lnTo>
                  <a:lnTo>
                    <a:pt x="114588" y="27547"/>
                  </a:lnTo>
                  <a:lnTo>
                    <a:pt x="114561" y="27615"/>
                  </a:lnTo>
                  <a:lnTo>
                    <a:pt x="114533" y="27623"/>
                  </a:lnTo>
                  <a:lnTo>
                    <a:pt x="114469" y="27613"/>
                  </a:lnTo>
                  <a:lnTo>
                    <a:pt x="114444" y="27625"/>
                  </a:lnTo>
                  <a:lnTo>
                    <a:pt x="114433" y="27656"/>
                  </a:lnTo>
                  <a:lnTo>
                    <a:pt x="114420" y="27806"/>
                  </a:lnTo>
                  <a:lnTo>
                    <a:pt x="114516" y="27895"/>
                  </a:lnTo>
                  <a:lnTo>
                    <a:pt x="114585" y="27915"/>
                  </a:lnTo>
                  <a:lnTo>
                    <a:pt x="114806" y="27776"/>
                  </a:lnTo>
                  <a:lnTo>
                    <a:pt x="114958" y="27867"/>
                  </a:lnTo>
                  <a:lnTo>
                    <a:pt x="114867" y="28123"/>
                  </a:lnTo>
                  <a:lnTo>
                    <a:pt x="114746" y="28195"/>
                  </a:lnTo>
                  <a:lnTo>
                    <a:pt x="114307" y="28252"/>
                  </a:lnTo>
                  <a:lnTo>
                    <a:pt x="113657" y="27905"/>
                  </a:lnTo>
                  <a:lnTo>
                    <a:pt x="113419" y="27889"/>
                  </a:lnTo>
                  <a:lnTo>
                    <a:pt x="113015" y="27863"/>
                  </a:lnTo>
                  <a:lnTo>
                    <a:pt x="112666" y="27840"/>
                  </a:lnTo>
                  <a:lnTo>
                    <a:pt x="112645" y="27841"/>
                  </a:lnTo>
                  <a:lnTo>
                    <a:pt x="112227" y="27851"/>
                  </a:lnTo>
                  <a:lnTo>
                    <a:pt x="112169" y="27853"/>
                  </a:lnTo>
                  <a:lnTo>
                    <a:pt x="112003" y="27958"/>
                  </a:lnTo>
                  <a:lnTo>
                    <a:pt x="111963" y="28009"/>
                  </a:lnTo>
                  <a:lnTo>
                    <a:pt x="111899" y="28127"/>
                  </a:lnTo>
                  <a:lnTo>
                    <a:pt x="111406" y="29035"/>
                  </a:lnTo>
                  <a:lnTo>
                    <a:pt x="111311" y="29209"/>
                  </a:lnTo>
                  <a:lnTo>
                    <a:pt x="111203" y="29350"/>
                  </a:lnTo>
                  <a:lnTo>
                    <a:pt x="111181" y="29378"/>
                  </a:lnTo>
                  <a:lnTo>
                    <a:pt x="110904" y="29739"/>
                  </a:lnTo>
                  <a:lnTo>
                    <a:pt x="110885" y="29765"/>
                  </a:lnTo>
                  <a:lnTo>
                    <a:pt x="110867" y="29777"/>
                  </a:lnTo>
                  <a:lnTo>
                    <a:pt x="110796" y="29826"/>
                  </a:lnTo>
                  <a:lnTo>
                    <a:pt x="110674" y="29910"/>
                  </a:lnTo>
                  <a:lnTo>
                    <a:pt x="110665" y="29917"/>
                  </a:lnTo>
                  <a:lnTo>
                    <a:pt x="110513" y="30065"/>
                  </a:lnTo>
                  <a:lnTo>
                    <a:pt x="110376" y="30147"/>
                  </a:lnTo>
                  <a:lnTo>
                    <a:pt x="110336" y="30171"/>
                  </a:lnTo>
                  <a:lnTo>
                    <a:pt x="109914" y="30490"/>
                  </a:lnTo>
                  <a:lnTo>
                    <a:pt x="109749" y="30580"/>
                  </a:lnTo>
                  <a:lnTo>
                    <a:pt x="109379" y="30719"/>
                  </a:lnTo>
                  <a:lnTo>
                    <a:pt x="109236" y="30830"/>
                  </a:lnTo>
                  <a:lnTo>
                    <a:pt x="109201" y="30857"/>
                  </a:lnTo>
                  <a:lnTo>
                    <a:pt x="109155" y="30848"/>
                  </a:lnTo>
                  <a:lnTo>
                    <a:pt x="109066" y="30916"/>
                  </a:lnTo>
                  <a:lnTo>
                    <a:pt x="109056" y="30929"/>
                  </a:lnTo>
                  <a:lnTo>
                    <a:pt x="108781" y="31262"/>
                  </a:lnTo>
                  <a:lnTo>
                    <a:pt x="108779" y="31267"/>
                  </a:lnTo>
                  <a:lnTo>
                    <a:pt x="108733" y="31406"/>
                  </a:lnTo>
                  <a:lnTo>
                    <a:pt x="108629" y="31593"/>
                  </a:lnTo>
                  <a:lnTo>
                    <a:pt x="108533" y="31690"/>
                  </a:lnTo>
                  <a:lnTo>
                    <a:pt x="108283" y="31855"/>
                  </a:lnTo>
                  <a:lnTo>
                    <a:pt x="108126" y="32077"/>
                  </a:lnTo>
                  <a:lnTo>
                    <a:pt x="108090" y="32178"/>
                  </a:lnTo>
                  <a:lnTo>
                    <a:pt x="107893" y="32505"/>
                  </a:lnTo>
                  <a:lnTo>
                    <a:pt x="107576" y="32781"/>
                  </a:lnTo>
                  <a:lnTo>
                    <a:pt x="107538" y="32865"/>
                  </a:lnTo>
                  <a:lnTo>
                    <a:pt x="107498" y="33057"/>
                  </a:lnTo>
                  <a:lnTo>
                    <a:pt x="107441" y="33149"/>
                  </a:lnTo>
                  <a:lnTo>
                    <a:pt x="107219" y="33275"/>
                  </a:lnTo>
                  <a:lnTo>
                    <a:pt x="107067" y="33393"/>
                  </a:lnTo>
                  <a:lnTo>
                    <a:pt x="107018" y="33501"/>
                  </a:lnTo>
                  <a:lnTo>
                    <a:pt x="107021" y="33668"/>
                  </a:lnTo>
                  <a:lnTo>
                    <a:pt x="106896" y="33898"/>
                  </a:lnTo>
                  <a:lnTo>
                    <a:pt x="106754" y="34084"/>
                  </a:lnTo>
                  <a:lnTo>
                    <a:pt x="106726" y="34121"/>
                  </a:lnTo>
                  <a:lnTo>
                    <a:pt x="106615" y="34227"/>
                  </a:lnTo>
                  <a:lnTo>
                    <a:pt x="106543" y="34256"/>
                  </a:lnTo>
                  <a:lnTo>
                    <a:pt x="106296" y="34271"/>
                  </a:lnTo>
                  <a:lnTo>
                    <a:pt x="106214" y="34253"/>
                  </a:lnTo>
                  <a:lnTo>
                    <a:pt x="106204" y="34251"/>
                  </a:lnTo>
                  <a:lnTo>
                    <a:pt x="105829" y="34002"/>
                  </a:lnTo>
                  <a:lnTo>
                    <a:pt x="105642" y="33877"/>
                  </a:lnTo>
                  <a:lnTo>
                    <a:pt x="105601" y="33823"/>
                  </a:lnTo>
                  <a:lnTo>
                    <a:pt x="105578" y="33777"/>
                  </a:lnTo>
                  <a:lnTo>
                    <a:pt x="105580" y="33500"/>
                  </a:lnTo>
                  <a:lnTo>
                    <a:pt x="105641" y="33494"/>
                  </a:lnTo>
                  <a:lnTo>
                    <a:pt x="105639" y="33439"/>
                  </a:lnTo>
                  <a:lnTo>
                    <a:pt x="105611" y="33255"/>
                  </a:lnTo>
                  <a:lnTo>
                    <a:pt x="105558" y="33086"/>
                  </a:lnTo>
                  <a:lnTo>
                    <a:pt x="105424" y="32940"/>
                  </a:lnTo>
                  <a:lnTo>
                    <a:pt x="105303" y="32809"/>
                  </a:lnTo>
                  <a:lnTo>
                    <a:pt x="105218" y="32717"/>
                  </a:lnTo>
                  <a:lnTo>
                    <a:pt x="104963" y="32512"/>
                  </a:lnTo>
                  <a:lnTo>
                    <a:pt x="104942" y="32457"/>
                  </a:lnTo>
                  <a:lnTo>
                    <a:pt x="104950" y="32399"/>
                  </a:lnTo>
                  <a:lnTo>
                    <a:pt x="104980" y="32389"/>
                  </a:lnTo>
                  <a:lnTo>
                    <a:pt x="105352" y="32632"/>
                  </a:lnTo>
                  <a:lnTo>
                    <a:pt x="105413" y="32637"/>
                  </a:lnTo>
                  <a:lnTo>
                    <a:pt x="105484" y="32589"/>
                  </a:lnTo>
                  <a:lnTo>
                    <a:pt x="105483" y="32540"/>
                  </a:lnTo>
                  <a:lnTo>
                    <a:pt x="105323" y="32188"/>
                  </a:lnTo>
                  <a:lnTo>
                    <a:pt x="105154" y="32148"/>
                  </a:lnTo>
                  <a:lnTo>
                    <a:pt x="104985" y="32257"/>
                  </a:lnTo>
                  <a:lnTo>
                    <a:pt x="104911" y="32256"/>
                  </a:lnTo>
                  <a:lnTo>
                    <a:pt x="104823" y="32162"/>
                  </a:lnTo>
                  <a:lnTo>
                    <a:pt x="104759" y="31999"/>
                  </a:lnTo>
                  <a:lnTo>
                    <a:pt x="104758" y="31983"/>
                  </a:lnTo>
                  <a:lnTo>
                    <a:pt x="104747" y="31854"/>
                  </a:lnTo>
                  <a:lnTo>
                    <a:pt x="104736" y="31731"/>
                  </a:lnTo>
                  <a:lnTo>
                    <a:pt x="104767" y="31573"/>
                  </a:lnTo>
                  <a:lnTo>
                    <a:pt x="104847" y="31411"/>
                  </a:lnTo>
                  <a:lnTo>
                    <a:pt x="104963" y="31339"/>
                  </a:lnTo>
                  <a:lnTo>
                    <a:pt x="105029" y="31147"/>
                  </a:lnTo>
                  <a:lnTo>
                    <a:pt x="105023" y="30978"/>
                  </a:lnTo>
                  <a:lnTo>
                    <a:pt x="105018" y="30895"/>
                  </a:lnTo>
                  <a:lnTo>
                    <a:pt x="104890" y="30700"/>
                  </a:lnTo>
                  <a:lnTo>
                    <a:pt x="104589" y="30377"/>
                  </a:lnTo>
                  <a:lnTo>
                    <a:pt x="104585" y="30341"/>
                  </a:lnTo>
                  <a:lnTo>
                    <a:pt x="104677" y="30252"/>
                  </a:lnTo>
                  <a:lnTo>
                    <a:pt x="104629" y="30252"/>
                  </a:lnTo>
                  <a:lnTo>
                    <a:pt x="104627" y="30217"/>
                  </a:lnTo>
                  <a:lnTo>
                    <a:pt x="104805" y="30035"/>
                  </a:lnTo>
                  <a:lnTo>
                    <a:pt x="104979" y="29857"/>
                  </a:lnTo>
                  <a:lnTo>
                    <a:pt x="105032" y="29803"/>
                  </a:lnTo>
                  <a:lnTo>
                    <a:pt x="105212" y="29687"/>
                  </a:lnTo>
                  <a:lnTo>
                    <a:pt x="105432" y="29544"/>
                  </a:lnTo>
                  <a:lnTo>
                    <a:pt x="105487" y="29508"/>
                  </a:lnTo>
                  <a:lnTo>
                    <a:pt x="105543" y="29506"/>
                  </a:lnTo>
                  <a:lnTo>
                    <a:pt x="105830" y="29690"/>
                  </a:lnTo>
                  <a:lnTo>
                    <a:pt x="105888" y="29727"/>
                  </a:lnTo>
                  <a:lnTo>
                    <a:pt x="106024" y="29813"/>
                  </a:lnTo>
                  <a:lnTo>
                    <a:pt x="106601" y="29775"/>
                  </a:lnTo>
                  <a:lnTo>
                    <a:pt x="106667" y="29770"/>
                  </a:lnTo>
                  <a:lnTo>
                    <a:pt x="106986" y="29663"/>
                  </a:lnTo>
                  <a:lnTo>
                    <a:pt x="106910" y="29628"/>
                  </a:lnTo>
                  <a:lnTo>
                    <a:pt x="106858" y="29604"/>
                  </a:lnTo>
                  <a:lnTo>
                    <a:pt x="106854" y="29596"/>
                  </a:lnTo>
                  <a:lnTo>
                    <a:pt x="106760" y="29420"/>
                  </a:lnTo>
                  <a:lnTo>
                    <a:pt x="106751" y="29402"/>
                  </a:lnTo>
                  <a:lnTo>
                    <a:pt x="106728" y="29265"/>
                  </a:lnTo>
                  <a:lnTo>
                    <a:pt x="106753" y="29221"/>
                  </a:lnTo>
                  <a:lnTo>
                    <a:pt x="107177" y="29005"/>
                  </a:lnTo>
                  <a:lnTo>
                    <a:pt x="107273" y="28885"/>
                  </a:lnTo>
                  <a:lnTo>
                    <a:pt x="107312" y="28719"/>
                  </a:lnTo>
                  <a:lnTo>
                    <a:pt x="107309" y="28673"/>
                  </a:lnTo>
                  <a:lnTo>
                    <a:pt x="107292" y="28444"/>
                  </a:lnTo>
                  <a:lnTo>
                    <a:pt x="107264" y="28334"/>
                  </a:lnTo>
                  <a:lnTo>
                    <a:pt x="107286" y="28196"/>
                  </a:lnTo>
                  <a:lnTo>
                    <a:pt x="107390" y="27985"/>
                  </a:lnTo>
                  <a:lnTo>
                    <a:pt x="107587" y="27725"/>
                  </a:lnTo>
                  <a:lnTo>
                    <a:pt x="107691" y="27660"/>
                  </a:lnTo>
                  <a:lnTo>
                    <a:pt x="107776" y="27659"/>
                  </a:lnTo>
                  <a:lnTo>
                    <a:pt x="107945" y="27657"/>
                  </a:lnTo>
                  <a:lnTo>
                    <a:pt x="108016" y="27656"/>
                  </a:lnTo>
                  <a:lnTo>
                    <a:pt x="108032" y="27658"/>
                  </a:lnTo>
                  <a:lnTo>
                    <a:pt x="108122" y="27678"/>
                  </a:lnTo>
                  <a:lnTo>
                    <a:pt x="108254" y="27650"/>
                  </a:lnTo>
                  <a:lnTo>
                    <a:pt x="108266" y="27648"/>
                  </a:lnTo>
                  <a:lnTo>
                    <a:pt x="108372" y="27625"/>
                  </a:lnTo>
                  <a:lnTo>
                    <a:pt x="108363" y="27589"/>
                  </a:lnTo>
                  <a:lnTo>
                    <a:pt x="108361" y="27582"/>
                  </a:lnTo>
                  <a:lnTo>
                    <a:pt x="108351" y="27545"/>
                  </a:lnTo>
                  <a:lnTo>
                    <a:pt x="108316" y="27547"/>
                  </a:lnTo>
                  <a:lnTo>
                    <a:pt x="108265" y="27578"/>
                  </a:lnTo>
                  <a:lnTo>
                    <a:pt x="108221" y="27593"/>
                  </a:lnTo>
                  <a:lnTo>
                    <a:pt x="108216" y="27595"/>
                  </a:lnTo>
                  <a:lnTo>
                    <a:pt x="108120" y="27604"/>
                  </a:lnTo>
                  <a:lnTo>
                    <a:pt x="108029" y="27613"/>
                  </a:lnTo>
                  <a:lnTo>
                    <a:pt x="108007" y="27609"/>
                  </a:lnTo>
                  <a:lnTo>
                    <a:pt x="107862" y="27581"/>
                  </a:lnTo>
                  <a:lnTo>
                    <a:pt x="107847" y="27576"/>
                  </a:lnTo>
                  <a:lnTo>
                    <a:pt x="107843" y="27563"/>
                  </a:lnTo>
                  <a:lnTo>
                    <a:pt x="107853" y="27555"/>
                  </a:lnTo>
                  <a:lnTo>
                    <a:pt x="107891" y="27548"/>
                  </a:lnTo>
                  <a:lnTo>
                    <a:pt x="107888" y="27529"/>
                  </a:lnTo>
                  <a:lnTo>
                    <a:pt x="107805" y="27524"/>
                  </a:lnTo>
                  <a:lnTo>
                    <a:pt x="107661" y="27535"/>
                  </a:lnTo>
                  <a:lnTo>
                    <a:pt x="107266" y="27738"/>
                  </a:lnTo>
                  <a:lnTo>
                    <a:pt x="107148" y="27933"/>
                  </a:lnTo>
                  <a:lnTo>
                    <a:pt x="107148" y="27940"/>
                  </a:lnTo>
                  <a:lnTo>
                    <a:pt x="107154" y="28053"/>
                  </a:lnTo>
                  <a:lnTo>
                    <a:pt x="107231" y="28127"/>
                  </a:lnTo>
                  <a:lnTo>
                    <a:pt x="107235" y="28160"/>
                  </a:lnTo>
                  <a:lnTo>
                    <a:pt x="107235" y="28172"/>
                  </a:lnTo>
                  <a:lnTo>
                    <a:pt x="107224" y="28641"/>
                  </a:lnTo>
                  <a:lnTo>
                    <a:pt x="107180" y="28887"/>
                  </a:lnTo>
                  <a:lnTo>
                    <a:pt x="107147" y="28943"/>
                  </a:lnTo>
                  <a:lnTo>
                    <a:pt x="106876" y="29083"/>
                  </a:lnTo>
                  <a:lnTo>
                    <a:pt x="106580" y="29086"/>
                  </a:lnTo>
                  <a:lnTo>
                    <a:pt x="106467" y="29062"/>
                  </a:lnTo>
                  <a:lnTo>
                    <a:pt x="106434" y="29025"/>
                  </a:lnTo>
                  <a:lnTo>
                    <a:pt x="106368" y="28951"/>
                  </a:lnTo>
                  <a:lnTo>
                    <a:pt x="106270" y="28840"/>
                  </a:lnTo>
                  <a:lnTo>
                    <a:pt x="106280" y="28779"/>
                  </a:lnTo>
                  <a:lnTo>
                    <a:pt x="106246" y="28740"/>
                  </a:lnTo>
                  <a:lnTo>
                    <a:pt x="105565" y="28706"/>
                  </a:lnTo>
                  <a:lnTo>
                    <a:pt x="105373" y="28745"/>
                  </a:lnTo>
                  <a:lnTo>
                    <a:pt x="105323" y="28756"/>
                  </a:lnTo>
                  <a:lnTo>
                    <a:pt x="105171" y="28673"/>
                  </a:lnTo>
                  <a:lnTo>
                    <a:pt x="105029" y="28683"/>
                  </a:lnTo>
                  <a:lnTo>
                    <a:pt x="104402" y="28835"/>
                  </a:lnTo>
                  <a:lnTo>
                    <a:pt x="104330" y="28836"/>
                  </a:lnTo>
                  <a:lnTo>
                    <a:pt x="104296" y="28791"/>
                  </a:lnTo>
                  <a:lnTo>
                    <a:pt x="104201" y="28796"/>
                  </a:lnTo>
                  <a:lnTo>
                    <a:pt x="104172" y="28815"/>
                  </a:lnTo>
                  <a:lnTo>
                    <a:pt x="103977" y="28948"/>
                  </a:lnTo>
                  <a:lnTo>
                    <a:pt x="103909" y="28995"/>
                  </a:lnTo>
                  <a:lnTo>
                    <a:pt x="103737" y="29043"/>
                  </a:lnTo>
                  <a:lnTo>
                    <a:pt x="103706" y="29032"/>
                  </a:lnTo>
                  <a:lnTo>
                    <a:pt x="103698" y="29031"/>
                  </a:lnTo>
                  <a:lnTo>
                    <a:pt x="103543" y="29084"/>
                  </a:lnTo>
                  <a:lnTo>
                    <a:pt x="103536" y="29088"/>
                  </a:lnTo>
                  <a:lnTo>
                    <a:pt x="103530" y="29090"/>
                  </a:lnTo>
                  <a:lnTo>
                    <a:pt x="103488" y="29110"/>
                  </a:lnTo>
                  <a:lnTo>
                    <a:pt x="103426" y="29139"/>
                  </a:lnTo>
                  <a:lnTo>
                    <a:pt x="103413" y="29158"/>
                  </a:lnTo>
                  <a:lnTo>
                    <a:pt x="103394" y="29169"/>
                  </a:lnTo>
                  <a:lnTo>
                    <a:pt x="103360" y="29166"/>
                  </a:lnTo>
                  <a:lnTo>
                    <a:pt x="103341" y="29150"/>
                  </a:lnTo>
                  <a:lnTo>
                    <a:pt x="103297" y="29083"/>
                  </a:lnTo>
                  <a:lnTo>
                    <a:pt x="103264" y="28881"/>
                  </a:lnTo>
                  <a:lnTo>
                    <a:pt x="103254" y="28853"/>
                  </a:lnTo>
                  <a:lnTo>
                    <a:pt x="103069" y="28617"/>
                  </a:lnTo>
                  <a:lnTo>
                    <a:pt x="103011" y="28603"/>
                  </a:lnTo>
                  <a:lnTo>
                    <a:pt x="102795" y="28674"/>
                  </a:lnTo>
                  <a:lnTo>
                    <a:pt x="102698" y="28774"/>
                  </a:lnTo>
                  <a:lnTo>
                    <a:pt x="102465" y="28935"/>
                  </a:lnTo>
                  <a:lnTo>
                    <a:pt x="102184" y="28941"/>
                  </a:lnTo>
                  <a:lnTo>
                    <a:pt x="101910" y="28869"/>
                  </a:lnTo>
                  <a:lnTo>
                    <a:pt x="101891" y="28864"/>
                  </a:lnTo>
                  <a:lnTo>
                    <a:pt x="101860" y="28856"/>
                  </a:lnTo>
                  <a:lnTo>
                    <a:pt x="101718" y="28929"/>
                  </a:lnTo>
                  <a:lnTo>
                    <a:pt x="101710" y="28947"/>
                  </a:lnTo>
                  <a:lnTo>
                    <a:pt x="101703" y="28965"/>
                  </a:lnTo>
                  <a:lnTo>
                    <a:pt x="101716" y="28982"/>
                  </a:lnTo>
                  <a:lnTo>
                    <a:pt x="101742" y="29009"/>
                  </a:lnTo>
                  <a:lnTo>
                    <a:pt x="101938" y="29191"/>
                  </a:lnTo>
                  <a:lnTo>
                    <a:pt x="102079" y="29251"/>
                  </a:lnTo>
                  <a:lnTo>
                    <a:pt x="102084" y="29247"/>
                  </a:lnTo>
                  <a:lnTo>
                    <a:pt x="102086" y="29104"/>
                  </a:lnTo>
                  <a:lnTo>
                    <a:pt x="102113" y="29049"/>
                  </a:lnTo>
                  <a:lnTo>
                    <a:pt x="102461" y="29010"/>
                  </a:lnTo>
                  <a:lnTo>
                    <a:pt x="102527" y="29003"/>
                  </a:lnTo>
                  <a:lnTo>
                    <a:pt x="102553" y="29046"/>
                  </a:lnTo>
                  <a:lnTo>
                    <a:pt x="102581" y="29258"/>
                  </a:lnTo>
                  <a:lnTo>
                    <a:pt x="102766" y="29493"/>
                  </a:lnTo>
                  <a:lnTo>
                    <a:pt x="102855" y="29605"/>
                  </a:lnTo>
                  <a:lnTo>
                    <a:pt x="102958" y="29735"/>
                  </a:lnTo>
                  <a:lnTo>
                    <a:pt x="103010" y="29688"/>
                  </a:lnTo>
                  <a:lnTo>
                    <a:pt x="103147" y="29642"/>
                  </a:lnTo>
                  <a:lnTo>
                    <a:pt x="103187" y="29679"/>
                  </a:lnTo>
                  <a:lnTo>
                    <a:pt x="103402" y="30499"/>
                  </a:lnTo>
                  <a:lnTo>
                    <a:pt x="103461" y="30725"/>
                  </a:lnTo>
                  <a:lnTo>
                    <a:pt x="103595" y="30791"/>
                  </a:lnTo>
                  <a:lnTo>
                    <a:pt x="103673" y="30757"/>
                  </a:lnTo>
                  <a:lnTo>
                    <a:pt x="103741" y="30692"/>
                  </a:lnTo>
                  <a:lnTo>
                    <a:pt x="103794" y="30678"/>
                  </a:lnTo>
                  <a:lnTo>
                    <a:pt x="103805" y="30675"/>
                  </a:lnTo>
                  <a:lnTo>
                    <a:pt x="103809" y="30680"/>
                  </a:lnTo>
                  <a:lnTo>
                    <a:pt x="103812" y="30689"/>
                  </a:lnTo>
                  <a:lnTo>
                    <a:pt x="103812" y="30714"/>
                  </a:lnTo>
                  <a:lnTo>
                    <a:pt x="103813" y="30720"/>
                  </a:lnTo>
                  <a:lnTo>
                    <a:pt x="103815" y="30727"/>
                  </a:lnTo>
                  <a:lnTo>
                    <a:pt x="103819" y="30732"/>
                  </a:lnTo>
                  <a:lnTo>
                    <a:pt x="103823" y="30739"/>
                  </a:lnTo>
                  <a:lnTo>
                    <a:pt x="103828" y="30753"/>
                  </a:lnTo>
                  <a:lnTo>
                    <a:pt x="103837" y="30781"/>
                  </a:lnTo>
                  <a:lnTo>
                    <a:pt x="103847" y="30802"/>
                  </a:lnTo>
                  <a:lnTo>
                    <a:pt x="103857" y="30815"/>
                  </a:lnTo>
                  <a:lnTo>
                    <a:pt x="103876" y="30833"/>
                  </a:lnTo>
                  <a:lnTo>
                    <a:pt x="103898" y="30853"/>
                  </a:lnTo>
                  <a:lnTo>
                    <a:pt x="103915" y="30877"/>
                  </a:lnTo>
                  <a:lnTo>
                    <a:pt x="103931" y="30899"/>
                  </a:lnTo>
                  <a:lnTo>
                    <a:pt x="103939" y="30918"/>
                  </a:lnTo>
                  <a:lnTo>
                    <a:pt x="103941" y="30924"/>
                  </a:lnTo>
                  <a:lnTo>
                    <a:pt x="103942" y="30930"/>
                  </a:lnTo>
                  <a:lnTo>
                    <a:pt x="103939" y="30942"/>
                  </a:lnTo>
                  <a:lnTo>
                    <a:pt x="103938" y="30956"/>
                  </a:lnTo>
                  <a:lnTo>
                    <a:pt x="103940" y="30969"/>
                  </a:lnTo>
                  <a:lnTo>
                    <a:pt x="103943" y="30976"/>
                  </a:lnTo>
                  <a:lnTo>
                    <a:pt x="103953" y="30988"/>
                  </a:lnTo>
                  <a:lnTo>
                    <a:pt x="103964" y="30997"/>
                  </a:lnTo>
                  <a:lnTo>
                    <a:pt x="103973" y="31009"/>
                  </a:lnTo>
                  <a:lnTo>
                    <a:pt x="103977" y="31012"/>
                  </a:lnTo>
                  <a:lnTo>
                    <a:pt x="104000" y="31060"/>
                  </a:lnTo>
                  <a:lnTo>
                    <a:pt x="104018" y="31113"/>
                  </a:lnTo>
                  <a:lnTo>
                    <a:pt x="104037" y="31146"/>
                  </a:lnTo>
                  <a:lnTo>
                    <a:pt x="104039" y="31152"/>
                  </a:lnTo>
                  <a:lnTo>
                    <a:pt x="104044" y="31170"/>
                  </a:lnTo>
                  <a:lnTo>
                    <a:pt x="104174" y="31132"/>
                  </a:lnTo>
                  <a:lnTo>
                    <a:pt x="104193" y="31148"/>
                  </a:lnTo>
                  <a:lnTo>
                    <a:pt x="104275" y="31270"/>
                  </a:lnTo>
                  <a:lnTo>
                    <a:pt x="104294" y="31299"/>
                  </a:lnTo>
                  <a:lnTo>
                    <a:pt x="104333" y="31426"/>
                  </a:lnTo>
                  <a:lnTo>
                    <a:pt x="104322" y="31535"/>
                  </a:lnTo>
                  <a:lnTo>
                    <a:pt x="104317" y="31586"/>
                  </a:lnTo>
                  <a:lnTo>
                    <a:pt x="104324" y="31649"/>
                  </a:lnTo>
                  <a:lnTo>
                    <a:pt x="104334" y="31732"/>
                  </a:lnTo>
                  <a:lnTo>
                    <a:pt x="104337" y="31762"/>
                  </a:lnTo>
                  <a:lnTo>
                    <a:pt x="104460" y="32029"/>
                  </a:lnTo>
                  <a:lnTo>
                    <a:pt x="104629" y="32320"/>
                  </a:lnTo>
                  <a:lnTo>
                    <a:pt x="105222" y="33248"/>
                  </a:lnTo>
                  <a:lnTo>
                    <a:pt x="105275" y="33484"/>
                  </a:lnTo>
                  <a:lnTo>
                    <a:pt x="105279" y="33501"/>
                  </a:lnTo>
                  <a:lnTo>
                    <a:pt x="105262" y="33622"/>
                  </a:lnTo>
                  <a:lnTo>
                    <a:pt x="105215" y="33967"/>
                  </a:lnTo>
                  <a:lnTo>
                    <a:pt x="105038" y="33963"/>
                  </a:lnTo>
                  <a:lnTo>
                    <a:pt x="104950" y="33923"/>
                  </a:lnTo>
                  <a:lnTo>
                    <a:pt x="104900" y="33834"/>
                  </a:lnTo>
                  <a:lnTo>
                    <a:pt x="104771" y="33280"/>
                  </a:lnTo>
                  <a:lnTo>
                    <a:pt x="104567" y="33313"/>
                  </a:lnTo>
                  <a:lnTo>
                    <a:pt x="104295" y="33460"/>
                  </a:lnTo>
                  <a:lnTo>
                    <a:pt x="104136" y="33578"/>
                  </a:lnTo>
                  <a:lnTo>
                    <a:pt x="104074" y="33650"/>
                  </a:lnTo>
                  <a:lnTo>
                    <a:pt x="104064" y="33663"/>
                  </a:lnTo>
                  <a:lnTo>
                    <a:pt x="103915" y="33836"/>
                  </a:lnTo>
                  <a:lnTo>
                    <a:pt x="103783" y="34114"/>
                  </a:lnTo>
                  <a:lnTo>
                    <a:pt x="103732" y="34409"/>
                  </a:lnTo>
                  <a:lnTo>
                    <a:pt x="103733" y="34682"/>
                  </a:lnTo>
                  <a:lnTo>
                    <a:pt x="103798" y="34959"/>
                  </a:lnTo>
                  <a:lnTo>
                    <a:pt x="103849" y="35174"/>
                  </a:lnTo>
                  <a:lnTo>
                    <a:pt x="103855" y="35202"/>
                  </a:lnTo>
                  <a:lnTo>
                    <a:pt x="103870" y="35588"/>
                  </a:lnTo>
                  <a:lnTo>
                    <a:pt x="103735" y="36353"/>
                  </a:lnTo>
                  <a:lnTo>
                    <a:pt x="103679" y="36419"/>
                  </a:lnTo>
                  <a:lnTo>
                    <a:pt x="103672" y="36412"/>
                  </a:lnTo>
                  <a:lnTo>
                    <a:pt x="103458" y="36613"/>
                  </a:lnTo>
                  <a:lnTo>
                    <a:pt x="103452" y="36617"/>
                  </a:lnTo>
                  <a:lnTo>
                    <a:pt x="103374" y="36670"/>
                  </a:lnTo>
                  <a:lnTo>
                    <a:pt x="103336" y="36661"/>
                  </a:lnTo>
                  <a:lnTo>
                    <a:pt x="103304" y="36682"/>
                  </a:lnTo>
                  <a:lnTo>
                    <a:pt x="103014" y="36925"/>
                  </a:lnTo>
                  <a:lnTo>
                    <a:pt x="102911" y="37048"/>
                  </a:lnTo>
                  <a:lnTo>
                    <a:pt x="102963" y="37063"/>
                  </a:lnTo>
                  <a:lnTo>
                    <a:pt x="103022" y="37143"/>
                  </a:lnTo>
                  <a:lnTo>
                    <a:pt x="102979" y="37195"/>
                  </a:lnTo>
                  <a:lnTo>
                    <a:pt x="102871" y="37325"/>
                  </a:lnTo>
                  <a:lnTo>
                    <a:pt x="102845" y="37357"/>
                  </a:lnTo>
                  <a:lnTo>
                    <a:pt x="102815" y="37392"/>
                  </a:lnTo>
                  <a:lnTo>
                    <a:pt x="102617" y="37621"/>
                  </a:lnTo>
                  <a:lnTo>
                    <a:pt x="102532" y="37647"/>
                  </a:lnTo>
                  <a:lnTo>
                    <a:pt x="102515" y="37653"/>
                  </a:lnTo>
                  <a:lnTo>
                    <a:pt x="102469" y="37667"/>
                  </a:lnTo>
                  <a:lnTo>
                    <a:pt x="102254" y="37735"/>
                  </a:lnTo>
                  <a:lnTo>
                    <a:pt x="102065" y="37833"/>
                  </a:lnTo>
                  <a:lnTo>
                    <a:pt x="101983" y="37928"/>
                  </a:lnTo>
                  <a:lnTo>
                    <a:pt x="101969" y="37961"/>
                  </a:lnTo>
                  <a:lnTo>
                    <a:pt x="101945" y="38014"/>
                  </a:lnTo>
                  <a:lnTo>
                    <a:pt x="101907" y="38040"/>
                  </a:lnTo>
                  <a:lnTo>
                    <a:pt x="101764" y="38040"/>
                  </a:lnTo>
                  <a:lnTo>
                    <a:pt x="101720" y="38014"/>
                  </a:lnTo>
                  <a:lnTo>
                    <a:pt x="101706" y="38005"/>
                  </a:lnTo>
                  <a:lnTo>
                    <a:pt x="101671" y="37984"/>
                  </a:lnTo>
                  <a:lnTo>
                    <a:pt x="101650" y="37945"/>
                  </a:lnTo>
                  <a:lnTo>
                    <a:pt x="101647" y="37940"/>
                  </a:lnTo>
                  <a:lnTo>
                    <a:pt x="101635" y="37948"/>
                  </a:lnTo>
                  <a:lnTo>
                    <a:pt x="101631" y="37952"/>
                  </a:lnTo>
                  <a:lnTo>
                    <a:pt x="101619" y="37960"/>
                  </a:lnTo>
                  <a:lnTo>
                    <a:pt x="101697" y="38132"/>
                  </a:lnTo>
                  <a:lnTo>
                    <a:pt x="101704" y="38147"/>
                  </a:lnTo>
                  <a:lnTo>
                    <a:pt x="101721" y="38184"/>
                  </a:lnTo>
                  <a:lnTo>
                    <a:pt x="101778" y="38310"/>
                  </a:lnTo>
                  <a:lnTo>
                    <a:pt x="102095" y="38121"/>
                  </a:lnTo>
                  <a:lnTo>
                    <a:pt x="102222" y="38155"/>
                  </a:lnTo>
                  <a:lnTo>
                    <a:pt x="102268" y="38209"/>
                  </a:lnTo>
                  <a:lnTo>
                    <a:pt x="102256" y="38294"/>
                  </a:lnTo>
                  <a:lnTo>
                    <a:pt x="102007" y="38522"/>
                  </a:lnTo>
                  <a:lnTo>
                    <a:pt x="101833" y="38751"/>
                  </a:lnTo>
                  <a:lnTo>
                    <a:pt x="101748" y="39003"/>
                  </a:lnTo>
                  <a:lnTo>
                    <a:pt x="101740" y="39079"/>
                  </a:lnTo>
                  <a:lnTo>
                    <a:pt x="101702" y="39431"/>
                  </a:lnTo>
                  <a:lnTo>
                    <a:pt x="101587" y="39568"/>
                  </a:lnTo>
                  <a:lnTo>
                    <a:pt x="101288" y="39838"/>
                  </a:lnTo>
                  <a:lnTo>
                    <a:pt x="100983" y="39972"/>
                  </a:lnTo>
                  <a:lnTo>
                    <a:pt x="100695" y="40098"/>
                  </a:lnTo>
                  <a:lnTo>
                    <a:pt x="100305" y="40389"/>
                  </a:lnTo>
                  <a:lnTo>
                    <a:pt x="100290" y="40400"/>
                  </a:lnTo>
                  <a:lnTo>
                    <a:pt x="100242" y="40435"/>
                  </a:lnTo>
                  <a:lnTo>
                    <a:pt x="100326" y="40421"/>
                  </a:lnTo>
                  <a:lnTo>
                    <a:pt x="100345" y="40438"/>
                  </a:lnTo>
                  <a:lnTo>
                    <a:pt x="100407" y="40602"/>
                  </a:lnTo>
                  <a:lnTo>
                    <a:pt x="100381" y="40638"/>
                  </a:lnTo>
                  <a:lnTo>
                    <a:pt x="100341" y="40641"/>
                  </a:lnTo>
                  <a:lnTo>
                    <a:pt x="100244" y="40649"/>
                  </a:lnTo>
                  <a:lnTo>
                    <a:pt x="100158" y="40546"/>
                  </a:lnTo>
                  <a:lnTo>
                    <a:pt x="100093" y="40421"/>
                  </a:lnTo>
                  <a:lnTo>
                    <a:pt x="99982" y="40304"/>
                  </a:lnTo>
                  <a:lnTo>
                    <a:pt x="99760" y="40186"/>
                  </a:lnTo>
                  <a:lnTo>
                    <a:pt x="99536" y="40162"/>
                  </a:lnTo>
                  <a:lnTo>
                    <a:pt x="99219" y="40171"/>
                  </a:lnTo>
                  <a:lnTo>
                    <a:pt x="99188" y="40172"/>
                  </a:lnTo>
                  <a:lnTo>
                    <a:pt x="99175" y="40172"/>
                  </a:lnTo>
                  <a:lnTo>
                    <a:pt x="98740" y="40368"/>
                  </a:lnTo>
                  <a:lnTo>
                    <a:pt x="98359" y="40636"/>
                  </a:lnTo>
                  <a:lnTo>
                    <a:pt x="98254" y="40747"/>
                  </a:lnTo>
                  <a:lnTo>
                    <a:pt x="98134" y="40876"/>
                  </a:lnTo>
                  <a:lnTo>
                    <a:pt x="97961" y="41061"/>
                  </a:lnTo>
                  <a:lnTo>
                    <a:pt x="97816" y="41215"/>
                  </a:lnTo>
                  <a:lnTo>
                    <a:pt x="97736" y="41300"/>
                  </a:lnTo>
                  <a:lnTo>
                    <a:pt x="97714" y="41323"/>
                  </a:lnTo>
                  <a:lnTo>
                    <a:pt x="97629" y="41415"/>
                  </a:lnTo>
                  <a:lnTo>
                    <a:pt x="97409" y="41893"/>
                  </a:lnTo>
                  <a:lnTo>
                    <a:pt x="97405" y="41998"/>
                  </a:lnTo>
                  <a:lnTo>
                    <a:pt x="97434" y="42174"/>
                  </a:lnTo>
                  <a:lnTo>
                    <a:pt x="97457" y="42319"/>
                  </a:lnTo>
                  <a:lnTo>
                    <a:pt x="97458" y="42324"/>
                  </a:lnTo>
                  <a:lnTo>
                    <a:pt x="97408" y="42599"/>
                  </a:lnTo>
                  <a:lnTo>
                    <a:pt x="97324" y="42755"/>
                  </a:lnTo>
                  <a:lnTo>
                    <a:pt x="97302" y="42898"/>
                  </a:lnTo>
                  <a:lnTo>
                    <a:pt x="97318" y="43011"/>
                  </a:lnTo>
                  <a:lnTo>
                    <a:pt x="97374" y="43155"/>
                  </a:lnTo>
                  <a:lnTo>
                    <a:pt x="97489" y="43381"/>
                  </a:lnTo>
                  <a:lnTo>
                    <a:pt x="97511" y="43423"/>
                  </a:lnTo>
                  <a:lnTo>
                    <a:pt x="97542" y="43629"/>
                  </a:lnTo>
                  <a:lnTo>
                    <a:pt x="97598" y="43761"/>
                  </a:lnTo>
                  <a:lnTo>
                    <a:pt x="97662" y="43829"/>
                  </a:lnTo>
                  <a:lnTo>
                    <a:pt x="97784" y="43959"/>
                  </a:lnTo>
                  <a:lnTo>
                    <a:pt x="97869" y="44050"/>
                  </a:lnTo>
                  <a:lnTo>
                    <a:pt x="97984" y="44204"/>
                  </a:lnTo>
                  <a:lnTo>
                    <a:pt x="97987" y="44217"/>
                  </a:lnTo>
                  <a:lnTo>
                    <a:pt x="98022" y="44361"/>
                  </a:lnTo>
                  <a:lnTo>
                    <a:pt x="98017" y="44445"/>
                  </a:lnTo>
                  <a:lnTo>
                    <a:pt x="97906" y="44844"/>
                  </a:lnTo>
                  <a:lnTo>
                    <a:pt x="97896" y="44862"/>
                  </a:lnTo>
                  <a:lnTo>
                    <a:pt x="97701" y="45239"/>
                  </a:lnTo>
                  <a:lnTo>
                    <a:pt x="97665" y="45283"/>
                  </a:lnTo>
                  <a:lnTo>
                    <a:pt x="97459" y="45402"/>
                  </a:lnTo>
                  <a:lnTo>
                    <a:pt x="97428" y="45420"/>
                  </a:lnTo>
                  <a:lnTo>
                    <a:pt x="97425" y="45414"/>
                  </a:lnTo>
                  <a:lnTo>
                    <a:pt x="97375" y="45422"/>
                  </a:lnTo>
                  <a:lnTo>
                    <a:pt x="97371" y="45374"/>
                  </a:lnTo>
                  <a:lnTo>
                    <a:pt x="97320" y="45385"/>
                  </a:lnTo>
                  <a:lnTo>
                    <a:pt x="97122" y="45512"/>
                  </a:lnTo>
                  <a:lnTo>
                    <a:pt x="97074" y="45560"/>
                  </a:lnTo>
                  <a:lnTo>
                    <a:pt x="96992" y="45671"/>
                  </a:lnTo>
                  <a:lnTo>
                    <a:pt x="96952" y="45750"/>
                  </a:lnTo>
                  <a:lnTo>
                    <a:pt x="96944" y="45815"/>
                  </a:lnTo>
                  <a:lnTo>
                    <a:pt x="96827" y="45929"/>
                  </a:lnTo>
                  <a:lnTo>
                    <a:pt x="96762" y="45896"/>
                  </a:lnTo>
                  <a:lnTo>
                    <a:pt x="96714" y="45772"/>
                  </a:lnTo>
                  <a:lnTo>
                    <a:pt x="96709" y="45760"/>
                  </a:lnTo>
                  <a:lnTo>
                    <a:pt x="96704" y="45695"/>
                  </a:lnTo>
                  <a:lnTo>
                    <a:pt x="96696" y="45683"/>
                  </a:lnTo>
                  <a:lnTo>
                    <a:pt x="96517" y="45580"/>
                  </a:lnTo>
                  <a:lnTo>
                    <a:pt x="96512" y="45578"/>
                  </a:lnTo>
                  <a:lnTo>
                    <a:pt x="96492" y="45576"/>
                  </a:lnTo>
                  <a:lnTo>
                    <a:pt x="96308" y="45562"/>
                  </a:lnTo>
                  <a:lnTo>
                    <a:pt x="96131" y="45588"/>
                  </a:lnTo>
                  <a:lnTo>
                    <a:pt x="96126" y="45591"/>
                  </a:lnTo>
                  <a:lnTo>
                    <a:pt x="95948" y="45696"/>
                  </a:lnTo>
                  <a:lnTo>
                    <a:pt x="95803" y="45830"/>
                  </a:lnTo>
                  <a:lnTo>
                    <a:pt x="95704" y="45997"/>
                  </a:lnTo>
                  <a:lnTo>
                    <a:pt x="95611" y="46224"/>
                  </a:lnTo>
                  <a:lnTo>
                    <a:pt x="95572" y="46438"/>
                  </a:lnTo>
                  <a:lnTo>
                    <a:pt x="95579" y="46564"/>
                  </a:lnTo>
                  <a:lnTo>
                    <a:pt x="95587" y="46699"/>
                  </a:lnTo>
                  <a:lnTo>
                    <a:pt x="95596" y="46863"/>
                  </a:lnTo>
                  <a:lnTo>
                    <a:pt x="95793" y="47156"/>
                  </a:lnTo>
                  <a:lnTo>
                    <a:pt x="95864" y="47594"/>
                  </a:lnTo>
                  <a:lnTo>
                    <a:pt x="95799" y="48156"/>
                  </a:lnTo>
                  <a:lnTo>
                    <a:pt x="95727" y="48481"/>
                  </a:lnTo>
                  <a:lnTo>
                    <a:pt x="95633" y="48767"/>
                  </a:lnTo>
                  <a:lnTo>
                    <a:pt x="95228" y="49462"/>
                  </a:lnTo>
                  <a:lnTo>
                    <a:pt x="95160" y="49578"/>
                  </a:lnTo>
                  <a:lnTo>
                    <a:pt x="95098" y="49684"/>
                  </a:lnTo>
                  <a:lnTo>
                    <a:pt x="95021" y="49698"/>
                  </a:lnTo>
                  <a:lnTo>
                    <a:pt x="94955" y="49710"/>
                  </a:lnTo>
                  <a:lnTo>
                    <a:pt x="94934" y="49730"/>
                  </a:lnTo>
                  <a:lnTo>
                    <a:pt x="95021" y="49852"/>
                  </a:lnTo>
                  <a:lnTo>
                    <a:pt x="95166" y="49954"/>
                  </a:lnTo>
                  <a:lnTo>
                    <a:pt x="94965" y="50181"/>
                  </a:lnTo>
                  <a:lnTo>
                    <a:pt x="94808" y="50482"/>
                  </a:lnTo>
                  <a:lnTo>
                    <a:pt x="94775" y="50758"/>
                  </a:lnTo>
                  <a:lnTo>
                    <a:pt x="94760" y="50878"/>
                  </a:lnTo>
                  <a:lnTo>
                    <a:pt x="94746" y="50997"/>
                  </a:lnTo>
                  <a:lnTo>
                    <a:pt x="94645" y="51311"/>
                  </a:lnTo>
                  <a:lnTo>
                    <a:pt x="94535" y="51449"/>
                  </a:lnTo>
                  <a:lnTo>
                    <a:pt x="94423" y="51587"/>
                  </a:lnTo>
                  <a:lnTo>
                    <a:pt x="94390" y="51628"/>
                  </a:lnTo>
                  <a:lnTo>
                    <a:pt x="94104" y="51753"/>
                  </a:lnTo>
                  <a:lnTo>
                    <a:pt x="93990" y="51835"/>
                  </a:lnTo>
                  <a:lnTo>
                    <a:pt x="93882" y="51974"/>
                  </a:lnTo>
                  <a:lnTo>
                    <a:pt x="93773" y="52205"/>
                  </a:lnTo>
                  <a:lnTo>
                    <a:pt x="93649" y="52605"/>
                  </a:lnTo>
                  <a:lnTo>
                    <a:pt x="93633" y="52659"/>
                  </a:lnTo>
                  <a:lnTo>
                    <a:pt x="93619" y="52705"/>
                  </a:lnTo>
                  <a:lnTo>
                    <a:pt x="93591" y="52804"/>
                  </a:lnTo>
                  <a:lnTo>
                    <a:pt x="93493" y="53147"/>
                  </a:lnTo>
                  <a:lnTo>
                    <a:pt x="93485" y="53171"/>
                  </a:lnTo>
                  <a:lnTo>
                    <a:pt x="93482" y="53182"/>
                  </a:lnTo>
                  <a:lnTo>
                    <a:pt x="93474" y="53249"/>
                  </a:lnTo>
                  <a:lnTo>
                    <a:pt x="93470" y="53278"/>
                  </a:lnTo>
                  <a:lnTo>
                    <a:pt x="93465" y="53313"/>
                  </a:lnTo>
                  <a:lnTo>
                    <a:pt x="93459" y="53362"/>
                  </a:lnTo>
                  <a:lnTo>
                    <a:pt x="93448" y="53446"/>
                  </a:lnTo>
                  <a:lnTo>
                    <a:pt x="93445" y="53467"/>
                  </a:lnTo>
                  <a:lnTo>
                    <a:pt x="93444" y="53477"/>
                  </a:lnTo>
                  <a:lnTo>
                    <a:pt x="93441" y="53495"/>
                  </a:lnTo>
                  <a:lnTo>
                    <a:pt x="93430" y="53572"/>
                  </a:lnTo>
                  <a:lnTo>
                    <a:pt x="93424" y="53613"/>
                  </a:lnTo>
                  <a:lnTo>
                    <a:pt x="93417" y="53662"/>
                  </a:lnTo>
                  <a:lnTo>
                    <a:pt x="93413" y="53691"/>
                  </a:lnTo>
                  <a:lnTo>
                    <a:pt x="93400" y="53782"/>
                  </a:lnTo>
                  <a:lnTo>
                    <a:pt x="93398" y="53801"/>
                  </a:lnTo>
                  <a:lnTo>
                    <a:pt x="93396" y="53811"/>
                  </a:lnTo>
                  <a:lnTo>
                    <a:pt x="93395" y="53818"/>
                  </a:lnTo>
                  <a:lnTo>
                    <a:pt x="93393" y="53831"/>
                  </a:lnTo>
                  <a:lnTo>
                    <a:pt x="93385" y="53888"/>
                  </a:lnTo>
                  <a:lnTo>
                    <a:pt x="93381" y="53916"/>
                  </a:lnTo>
                  <a:lnTo>
                    <a:pt x="93322" y="53937"/>
                  </a:lnTo>
                  <a:lnTo>
                    <a:pt x="93301" y="53944"/>
                  </a:lnTo>
                  <a:lnTo>
                    <a:pt x="93271" y="53955"/>
                  </a:lnTo>
                  <a:lnTo>
                    <a:pt x="93031" y="53920"/>
                  </a:lnTo>
                  <a:lnTo>
                    <a:pt x="92870" y="54007"/>
                  </a:lnTo>
                  <a:lnTo>
                    <a:pt x="92805" y="54042"/>
                  </a:lnTo>
                  <a:lnTo>
                    <a:pt x="92781" y="54065"/>
                  </a:lnTo>
                  <a:lnTo>
                    <a:pt x="92692" y="54155"/>
                  </a:lnTo>
                  <a:lnTo>
                    <a:pt x="92689" y="54165"/>
                  </a:lnTo>
                  <a:lnTo>
                    <a:pt x="92673" y="54184"/>
                  </a:lnTo>
                  <a:lnTo>
                    <a:pt x="92661" y="54200"/>
                  </a:lnTo>
                  <a:lnTo>
                    <a:pt x="92655" y="54207"/>
                  </a:lnTo>
                  <a:lnTo>
                    <a:pt x="92617" y="54224"/>
                  </a:lnTo>
                  <a:lnTo>
                    <a:pt x="92603" y="54229"/>
                  </a:lnTo>
                  <a:lnTo>
                    <a:pt x="92567" y="54244"/>
                  </a:lnTo>
                  <a:lnTo>
                    <a:pt x="92553" y="54249"/>
                  </a:lnTo>
                  <a:lnTo>
                    <a:pt x="92522" y="54262"/>
                  </a:lnTo>
                  <a:lnTo>
                    <a:pt x="92515" y="54267"/>
                  </a:lnTo>
                  <a:lnTo>
                    <a:pt x="92471" y="54286"/>
                  </a:lnTo>
                  <a:lnTo>
                    <a:pt x="92465" y="54287"/>
                  </a:lnTo>
                  <a:lnTo>
                    <a:pt x="92460" y="54287"/>
                  </a:lnTo>
                  <a:lnTo>
                    <a:pt x="92454" y="54293"/>
                  </a:lnTo>
                  <a:lnTo>
                    <a:pt x="92452" y="54299"/>
                  </a:lnTo>
                  <a:lnTo>
                    <a:pt x="92438" y="54311"/>
                  </a:lnTo>
                  <a:lnTo>
                    <a:pt x="92398" y="54342"/>
                  </a:lnTo>
                  <a:lnTo>
                    <a:pt x="92392" y="54356"/>
                  </a:lnTo>
                  <a:lnTo>
                    <a:pt x="92312" y="54541"/>
                  </a:lnTo>
                  <a:lnTo>
                    <a:pt x="92228" y="54603"/>
                  </a:lnTo>
                  <a:lnTo>
                    <a:pt x="92172" y="54620"/>
                  </a:lnTo>
                  <a:lnTo>
                    <a:pt x="92124" y="54608"/>
                  </a:lnTo>
                  <a:lnTo>
                    <a:pt x="92118" y="54605"/>
                  </a:lnTo>
                  <a:lnTo>
                    <a:pt x="92114" y="54606"/>
                  </a:lnTo>
                  <a:lnTo>
                    <a:pt x="92082" y="54628"/>
                  </a:lnTo>
                  <a:lnTo>
                    <a:pt x="92083" y="54635"/>
                  </a:lnTo>
                  <a:lnTo>
                    <a:pt x="92082" y="54641"/>
                  </a:lnTo>
                  <a:lnTo>
                    <a:pt x="92080" y="54647"/>
                  </a:lnTo>
                  <a:lnTo>
                    <a:pt x="92076" y="54652"/>
                  </a:lnTo>
                  <a:lnTo>
                    <a:pt x="91925" y="54783"/>
                  </a:lnTo>
                  <a:lnTo>
                    <a:pt x="91918" y="54797"/>
                  </a:lnTo>
                  <a:lnTo>
                    <a:pt x="91929" y="54822"/>
                  </a:lnTo>
                  <a:lnTo>
                    <a:pt x="91969" y="54911"/>
                  </a:lnTo>
                  <a:lnTo>
                    <a:pt x="91987" y="54952"/>
                  </a:lnTo>
                  <a:lnTo>
                    <a:pt x="92093" y="55090"/>
                  </a:lnTo>
                  <a:lnTo>
                    <a:pt x="92210" y="55304"/>
                  </a:lnTo>
                  <a:lnTo>
                    <a:pt x="92241" y="55361"/>
                  </a:lnTo>
                  <a:lnTo>
                    <a:pt x="92202" y="55591"/>
                  </a:lnTo>
                  <a:lnTo>
                    <a:pt x="92192" y="55649"/>
                  </a:lnTo>
                  <a:lnTo>
                    <a:pt x="92180" y="55719"/>
                  </a:lnTo>
                  <a:lnTo>
                    <a:pt x="92176" y="55746"/>
                  </a:lnTo>
                  <a:lnTo>
                    <a:pt x="92254" y="55858"/>
                  </a:lnTo>
                  <a:lnTo>
                    <a:pt x="92260" y="55867"/>
                  </a:lnTo>
                  <a:lnTo>
                    <a:pt x="92280" y="55896"/>
                  </a:lnTo>
                  <a:lnTo>
                    <a:pt x="92308" y="55921"/>
                  </a:lnTo>
                  <a:lnTo>
                    <a:pt x="92339" y="56049"/>
                  </a:lnTo>
                  <a:lnTo>
                    <a:pt x="92343" y="56064"/>
                  </a:lnTo>
                  <a:lnTo>
                    <a:pt x="92350" y="56096"/>
                  </a:lnTo>
                  <a:lnTo>
                    <a:pt x="92258" y="56315"/>
                  </a:lnTo>
                  <a:lnTo>
                    <a:pt x="92221" y="56404"/>
                  </a:lnTo>
                  <a:lnTo>
                    <a:pt x="92196" y="56464"/>
                  </a:lnTo>
                  <a:lnTo>
                    <a:pt x="92131" y="56619"/>
                  </a:lnTo>
                  <a:lnTo>
                    <a:pt x="92049" y="56679"/>
                  </a:lnTo>
                  <a:lnTo>
                    <a:pt x="91998" y="56681"/>
                  </a:lnTo>
                  <a:lnTo>
                    <a:pt x="91964" y="56678"/>
                  </a:lnTo>
                  <a:lnTo>
                    <a:pt x="91964" y="56667"/>
                  </a:lnTo>
                  <a:lnTo>
                    <a:pt x="91965" y="56644"/>
                  </a:lnTo>
                  <a:lnTo>
                    <a:pt x="91966" y="56632"/>
                  </a:lnTo>
                  <a:lnTo>
                    <a:pt x="91936" y="56607"/>
                  </a:lnTo>
                  <a:lnTo>
                    <a:pt x="91840" y="56599"/>
                  </a:lnTo>
                  <a:lnTo>
                    <a:pt x="91821" y="56620"/>
                  </a:lnTo>
                  <a:lnTo>
                    <a:pt x="91819" y="56652"/>
                  </a:lnTo>
                  <a:lnTo>
                    <a:pt x="91806" y="56823"/>
                  </a:lnTo>
                  <a:lnTo>
                    <a:pt x="91809" y="56835"/>
                  </a:lnTo>
                  <a:lnTo>
                    <a:pt x="91885" y="57094"/>
                  </a:lnTo>
                  <a:lnTo>
                    <a:pt x="91889" y="57109"/>
                  </a:lnTo>
                  <a:lnTo>
                    <a:pt x="91908" y="57152"/>
                  </a:lnTo>
                  <a:lnTo>
                    <a:pt x="91916" y="57171"/>
                  </a:lnTo>
                  <a:lnTo>
                    <a:pt x="91935" y="57213"/>
                  </a:lnTo>
                  <a:lnTo>
                    <a:pt x="91962" y="57234"/>
                  </a:lnTo>
                  <a:lnTo>
                    <a:pt x="91974" y="57240"/>
                  </a:lnTo>
                  <a:lnTo>
                    <a:pt x="92123" y="57345"/>
                  </a:lnTo>
                  <a:lnTo>
                    <a:pt x="92184" y="57322"/>
                  </a:lnTo>
                  <a:lnTo>
                    <a:pt x="92210" y="57313"/>
                  </a:lnTo>
                  <a:lnTo>
                    <a:pt x="92266" y="57290"/>
                  </a:lnTo>
                  <a:lnTo>
                    <a:pt x="92267" y="57084"/>
                  </a:lnTo>
                  <a:lnTo>
                    <a:pt x="92232" y="57023"/>
                  </a:lnTo>
                  <a:lnTo>
                    <a:pt x="92244" y="56951"/>
                  </a:lnTo>
                  <a:lnTo>
                    <a:pt x="92259" y="56902"/>
                  </a:lnTo>
                  <a:lnTo>
                    <a:pt x="92337" y="56804"/>
                  </a:lnTo>
                  <a:lnTo>
                    <a:pt x="92427" y="56666"/>
                  </a:lnTo>
                  <a:lnTo>
                    <a:pt x="92350" y="56545"/>
                  </a:lnTo>
                  <a:lnTo>
                    <a:pt x="92326" y="56428"/>
                  </a:lnTo>
                  <a:lnTo>
                    <a:pt x="92383" y="56352"/>
                  </a:lnTo>
                  <a:lnTo>
                    <a:pt x="92428" y="56279"/>
                  </a:lnTo>
                  <a:lnTo>
                    <a:pt x="92432" y="56271"/>
                  </a:lnTo>
                  <a:lnTo>
                    <a:pt x="92474" y="56203"/>
                  </a:lnTo>
                  <a:lnTo>
                    <a:pt x="92486" y="56156"/>
                  </a:lnTo>
                  <a:lnTo>
                    <a:pt x="92493" y="56144"/>
                  </a:lnTo>
                  <a:lnTo>
                    <a:pt x="92494" y="56124"/>
                  </a:lnTo>
                  <a:lnTo>
                    <a:pt x="92519" y="55596"/>
                  </a:lnTo>
                  <a:lnTo>
                    <a:pt x="92437" y="55505"/>
                  </a:lnTo>
                  <a:lnTo>
                    <a:pt x="92352" y="55447"/>
                  </a:lnTo>
                  <a:lnTo>
                    <a:pt x="92335" y="55315"/>
                  </a:lnTo>
                  <a:lnTo>
                    <a:pt x="92370" y="55275"/>
                  </a:lnTo>
                  <a:lnTo>
                    <a:pt x="92431" y="55260"/>
                  </a:lnTo>
                  <a:lnTo>
                    <a:pt x="92552" y="55228"/>
                  </a:lnTo>
                  <a:lnTo>
                    <a:pt x="92681" y="55195"/>
                  </a:lnTo>
                  <a:lnTo>
                    <a:pt x="92719" y="55201"/>
                  </a:lnTo>
                  <a:lnTo>
                    <a:pt x="92707" y="55292"/>
                  </a:lnTo>
                  <a:lnTo>
                    <a:pt x="92747" y="55314"/>
                  </a:lnTo>
                  <a:lnTo>
                    <a:pt x="92771" y="55302"/>
                  </a:lnTo>
                  <a:lnTo>
                    <a:pt x="92791" y="55298"/>
                  </a:lnTo>
                  <a:lnTo>
                    <a:pt x="92829" y="55297"/>
                  </a:lnTo>
                  <a:lnTo>
                    <a:pt x="92862" y="55308"/>
                  </a:lnTo>
                  <a:lnTo>
                    <a:pt x="92877" y="55324"/>
                  </a:lnTo>
                  <a:lnTo>
                    <a:pt x="92890" y="55343"/>
                  </a:lnTo>
                  <a:lnTo>
                    <a:pt x="92899" y="55361"/>
                  </a:lnTo>
                  <a:lnTo>
                    <a:pt x="92892" y="55433"/>
                  </a:lnTo>
                  <a:lnTo>
                    <a:pt x="92890" y="55449"/>
                  </a:lnTo>
                  <a:lnTo>
                    <a:pt x="92883" y="55520"/>
                  </a:lnTo>
                  <a:lnTo>
                    <a:pt x="92860" y="55745"/>
                  </a:lnTo>
                  <a:lnTo>
                    <a:pt x="92858" y="55769"/>
                  </a:lnTo>
                  <a:lnTo>
                    <a:pt x="92839" y="56111"/>
                  </a:lnTo>
                  <a:lnTo>
                    <a:pt x="92828" y="56319"/>
                  </a:lnTo>
                  <a:lnTo>
                    <a:pt x="92798" y="56386"/>
                  </a:lnTo>
                  <a:lnTo>
                    <a:pt x="92736" y="56690"/>
                  </a:lnTo>
                  <a:lnTo>
                    <a:pt x="92720" y="56929"/>
                  </a:lnTo>
                  <a:lnTo>
                    <a:pt x="92680" y="57512"/>
                  </a:lnTo>
                  <a:lnTo>
                    <a:pt x="92677" y="57558"/>
                  </a:lnTo>
                  <a:lnTo>
                    <a:pt x="92671" y="57643"/>
                  </a:lnTo>
                  <a:lnTo>
                    <a:pt x="92662" y="57779"/>
                  </a:lnTo>
                  <a:lnTo>
                    <a:pt x="92578" y="59011"/>
                  </a:lnTo>
                  <a:lnTo>
                    <a:pt x="92568" y="59101"/>
                  </a:lnTo>
                  <a:lnTo>
                    <a:pt x="92563" y="59150"/>
                  </a:lnTo>
                  <a:lnTo>
                    <a:pt x="92510" y="59623"/>
                  </a:lnTo>
                  <a:lnTo>
                    <a:pt x="92481" y="59878"/>
                  </a:lnTo>
                  <a:lnTo>
                    <a:pt x="92406" y="59942"/>
                  </a:lnTo>
                  <a:lnTo>
                    <a:pt x="92096" y="59875"/>
                  </a:lnTo>
                  <a:lnTo>
                    <a:pt x="91276" y="60101"/>
                  </a:lnTo>
                  <a:lnTo>
                    <a:pt x="91066" y="60367"/>
                  </a:lnTo>
                  <a:lnTo>
                    <a:pt x="91043" y="60374"/>
                  </a:lnTo>
                  <a:lnTo>
                    <a:pt x="90988" y="60475"/>
                  </a:lnTo>
                  <a:lnTo>
                    <a:pt x="90926" y="60754"/>
                  </a:lnTo>
                  <a:lnTo>
                    <a:pt x="90844" y="61122"/>
                  </a:lnTo>
                  <a:lnTo>
                    <a:pt x="90812" y="61373"/>
                  </a:lnTo>
                  <a:lnTo>
                    <a:pt x="90763" y="61494"/>
                  </a:lnTo>
                  <a:lnTo>
                    <a:pt x="90686" y="61621"/>
                  </a:lnTo>
                  <a:lnTo>
                    <a:pt x="90601" y="61761"/>
                  </a:lnTo>
                  <a:lnTo>
                    <a:pt x="90591" y="61777"/>
                  </a:lnTo>
                  <a:lnTo>
                    <a:pt x="90423" y="62006"/>
                  </a:lnTo>
                  <a:lnTo>
                    <a:pt x="90172" y="62606"/>
                  </a:lnTo>
                  <a:lnTo>
                    <a:pt x="90065" y="63017"/>
                  </a:lnTo>
                  <a:lnTo>
                    <a:pt x="90052" y="63107"/>
                  </a:lnTo>
                  <a:lnTo>
                    <a:pt x="90040" y="63192"/>
                  </a:lnTo>
                  <a:lnTo>
                    <a:pt x="89925" y="63975"/>
                  </a:lnTo>
                  <a:lnTo>
                    <a:pt x="89885" y="64590"/>
                  </a:lnTo>
                  <a:lnTo>
                    <a:pt x="89883" y="64909"/>
                  </a:lnTo>
                  <a:lnTo>
                    <a:pt x="89882" y="65103"/>
                  </a:lnTo>
                  <a:lnTo>
                    <a:pt x="89808" y="65720"/>
                  </a:lnTo>
                  <a:lnTo>
                    <a:pt x="89820" y="66293"/>
                  </a:lnTo>
                  <a:lnTo>
                    <a:pt x="89824" y="66508"/>
                  </a:lnTo>
                  <a:lnTo>
                    <a:pt x="89808" y="66710"/>
                  </a:lnTo>
                  <a:lnTo>
                    <a:pt x="89836" y="66992"/>
                  </a:lnTo>
                  <a:lnTo>
                    <a:pt x="89861" y="67023"/>
                  </a:lnTo>
                  <a:lnTo>
                    <a:pt x="89881" y="67197"/>
                  </a:lnTo>
                  <a:lnTo>
                    <a:pt x="89926" y="67721"/>
                  </a:lnTo>
                  <a:lnTo>
                    <a:pt x="89967" y="68203"/>
                  </a:lnTo>
                  <a:lnTo>
                    <a:pt x="89973" y="68272"/>
                  </a:lnTo>
                  <a:lnTo>
                    <a:pt x="89906" y="68334"/>
                  </a:lnTo>
                  <a:lnTo>
                    <a:pt x="89795" y="68183"/>
                  </a:lnTo>
                  <a:lnTo>
                    <a:pt x="89667" y="68107"/>
                  </a:lnTo>
                  <a:lnTo>
                    <a:pt x="89453" y="68154"/>
                  </a:lnTo>
                  <a:lnTo>
                    <a:pt x="89384" y="68201"/>
                  </a:lnTo>
                  <a:lnTo>
                    <a:pt x="89091" y="68308"/>
                  </a:lnTo>
                  <a:lnTo>
                    <a:pt x="88888" y="68414"/>
                  </a:lnTo>
                  <a:lnTo>
                    <a:pt x="88581" y="68616"/>
                  </a:lnTo>
                  <a:lnTo>
                    <a:pt x="88555" y="68633"/>
                  </a:lnTo>
                  <a:lnTo>
                    <a:pt x="88515" y="68660"/>
                  </a:lnTo>
                  <a:lnTo>
                    <a:pt x="88444" y="68707"/>
                  </a:lnTo>
                  <a:lnTo>
                    <a:pt x="88342" y="68774"/>
                  </a:lnTo>
                  <a:lnTo>
                    <a:pt x="88374" y="68869"/>
                  </a:lnTo>
                  <a:lnTo>
                    <a:pt x="87952" y="69439"/>
                  </a:lnTo>
                  <a:lnTo>
                    <a:pt x="87915" y="69420"/>
                  </a:lnTo>
                  <a:lnTo>
                    <a:pt x="87880" y="69364"/>
                  </a:lnTo>
                  <a:lnTo>
                    <a:pt x="87857" y="69326"/>
                  </a:lnTo>
                  <a:lnTo>
                    <a:pt x="87843" y="69303"/>
                  </a:lnTo>
                  <a:lnTo>
                    <a:pt x="87832" y="69272"/>
                  </a:lnTo>
                  <a:lnTo>
                    <a:pt x="87787" y="69145"/>
                  </a:lnTo>
                  <a:lnTo>
                    <a:pt x="87821" y="68998"/>
                  </a:lnTo>
                  <a:lnTo>
                    <a:pt x="87810" y="68955"/>
                  </a:lnTo>
                  <a:lnTo>
                    <a:pt x="87796" y="68954"/>
                  </a:lnTo>
                  <a:lnTo>
                    <a:pt x="87761" y="68951"/>
                  </a:lnTo>
                  <a:lnTo>
                    <a:pt x="87714" y="68947"/>
                  </a:lnTo>
                  <a:lnTo>
                    <a:pt x="87490" y="69013"/>
                  </a:lnTo>
                  <a:lnTo>
                    <a:pt x="87473" y="69018"/>
                  </a:lnTo>
                  <a:lnTo>
                    <a:pt x="87452" y="69024"/>
                  </a:lnTo>
                  <a:lnTo>
                    <a:pt x="87460" y="69111"/>
                  </a:lnTo>
                  <a:lnTo>
                    <a:pt x="87489" y="69125"/>
                  </a:lnTo>
                  <a:lnTo>
                    <a:pt x="87514" y="69172"/>
                  </a:lnTo>
                  <a:lnTo>
                    <a:pt x="87519" y="69182"/>
                  </a:lnTo>
                  <a:lnTo>
                    <a:pt x="87524" y="69191"/>
                  </a:lnTo>
                  <a:lnTo>
                    <a:pt x="87609" y="69291"/>
                  </a:lnTo>
                  <a:lnTo>
                    <a:pt x="87613" y="69295"/>
                  </a:lnTo>
                  <a:lnTo>
                    <a:pt x="87648" y="69336"/>
                  </a:lnTo>
                  <a:lnTo>
                    <a:pt x="87664" y="69474"/>
                  </a:lnTo>
                  <a:lnTo>
                    <a:pt x="87666" y="69488"/>
                  </a:lnTo>
                  <a:lnTo>
                    <a:pt x="87721" y="69961"/>
                  </a:lnTo>
                  <a:lnTo>
                    <a:pt x="87844" y="70278"/>
                  </a:lnTo>
                  <a:lnTo>
                    <a:pt x="87860" y="70423"/>
                  </a:lnTo>
                  <a:lnTo>
                    <a:pt x="87832" y="70531"/>
                  </a:lnTo>
                  <a:lnTo>
                    <a:pt x="87797" y="70556"/>
                  </a:lnTo>
                  <a:lnTo>
                    <a:pt x="87678" y="70616"/>
                  </a:lnTo>
                  <a:lnTo>
                    <a:pt x="87624" y="70668"/>
                  </a:lnTo>
                  <a:lnTo>
                    <a:pt x="87426" y="70993"/>
                  </a:lnTo>
                  <a:lnTo>
                    <a:pt x="87378" y="71091"/>
                  </a:lnTo>
                  <a:lnTo>
                    <a:pt x="87405" y="71154"/>
                  </a:lnTo>
                  <a:lnTo>
                    <a:pt x="87401" y="71159"/>
                  </a:lnTo>
                  <a:lnTo>
                    <a:pt x="87380" y="71164"/>
                  </a:lnTo>
                  <a:lnTo>
                    <a:pt x="87360" y="71169"/>
                  </a:lnTo>
                  <a:lnTo>
                    <a:pt x="87318" y="71175"/>
                  </a:lnTo>
                  <a:lnTo>
                    <a:pt x="86842" y="71181"/>
                  </a:lnTo>
                  <a:lnTo>
                    <a:pt x="86725" y="71176"/>
                  </a:lnTo>
                  <a:lnTo>
                    <a:pt x="86722" y="71158"/>
                  </a:lnTo>
                  <a:lnTo>
                    <a:pt x="86719" y="71134"/>
                  </a:lnTo>
                  <a:lnTo>
                    <a:pt x="86290" y="71135"/>
                  </a:lnTo>
                  <a:lnTo>
                    <a:pt x="86202" y="71272"/>
                  </a:lnTo>
                  <a:lnTo>
                    <a:pt x="86207" y="71287"/>
                  </a:lnTo>
                  <a:lnTo>
                    <a:pt x="86249" y="71406"/>
                  </a:lnTo>
                  <a:lnTo>
                    <a:pt x="86261" y="71535"/>
                  </a:lnTo>
                  <a:lnTo>
                    <a:pt x="86205" y="71677"/>
                  </a:lnTo>
                  <a:lnTo>
                    <a:pt x="86147" y="71959"/>
                  </a:lnTo>
                  <a:lnTo>
                    <a:pt x="86189" y="72098"/>
                  </a:lnTo>
                  <a:lnTo>
                    <a:pt x="86418" y="72462"/>
                  </a:lnTo>
                  <a:lnTo>
                    <a:pt x="86644" y="72630"/>
                  </a:lnTo>
                  <a:lnTo>
                    <a:pt x="86685" y="72572"/>
                  </a:lnTo>
                  <a:lnTo>
                    <a:pt x="86790" y="72607"/>
                  </a:lnTo>
                  <a:lnTo>
                    <a:pt x="86782" y="72697"/>
                  </a:lnTo>
                  <a:lnTo>
                    <a:pt x="86781" y="72710"/>
                  </a:lnTo>
                  <a:lnTo>
                    <a:pt x="86780" y="72716"/>
                  </a:lnTo>
                  <a:lnTo>
                    <a:pt x="86819" y="72712"/>
                  </a:lnTo>
                  <a:lnTo>
                    <a:pt x="86848" y="72708"/>
                  </a:lnTo>
                  <a:lnTo>
                    <a:pt x="87197" y="72667"/>
                  </a:lnTo>
                  <a:lnTo>
                    <a:pt x="87208" y="72674"/>
                  </a:lnTo>
                  <a:lnTo>
                    <a:pt x="87243" y="72695"/>
                  </a:lnTo>
                  <a:lnTo>
                    <a:pt x="87284" y="72719"/>
                  </a:lnTo>
                  <a:lnTo>
                    <a:pt x="87415" y="72795"/>
                  </a:lnTo>
                  <a:lnTo>
                    <a:pt x="87439" y="72810"/>
                  </a:lnTo>
                  <a:lnTo>
                    <a:pt x="87603" y="72908"/>
                  </a:lnTo>
                  <a:lnTo>
                    <a:pt x="87617" y="72916"/>
                  </a:lnTo>
                  <a:lnTo>
                    <a:pt x="87795" y="73050"/>
                  </a:lnTo>
                  <a:lnTo>
                    <a:pt x="88117" y="73094"/>
                  </a:lnTo>
                  <a:lnTo>
                    <a:pt x="88291" y="73097"/>
                  </a:lnTo>
                  <a:lnTo>
                    <a:pt x="88309" y="73097"/>
                  </a:lnTo>
                  <a:lnTo>
                    <a:pt x="88330" y="73097"/>
                  </a:lnTo>
                  <a:lnTo>
                    <a:pt x="88337" y="73098"/>
                  </a:lnTo>
                  <a:lnTo>
                    <a:pt x="88378" y="73099"/>
                  </a:lnTo>
                  <a:lnTo>
                    <a:pt x="88385" y="73100"/>
                  </a:lnTo>
                  <a:lnTo>
                    <a:pt x="88390" y="73103"/>
                  </a:lnTo>
                  <a:lnTo>
                    <a:pt x="88396" y="73109"/>
                  </a:lnTo>
                  <a:lnTo>
                    <a:pt x="88410" y="73103"/>
                  </a:lnTo>
                  <a:lnTo>
                    <a:pt x="88423" y="73100"/>
                  </a:lnTo>
                  <a:lnTo>
                    <a:pt x="88496" y="73104"/>
                  </a:lnTo>
                  <a:lnTo>
                    <a:pt x="88567" y="73155"/>
                  </a:lnTo>
                  <a:lnTo>
                    <a:pt x="88645" y="73212"/>
                  </a:lnTo>
                  <a:lnTo>
                    <a:pt x="88665" y="73231"/>
                  </a:lnTo>
                  <a:lnTo>
                    <a:pt x="88672" y="73243"/>
                  </a:lnTo>
                  <a:lnTo>
                    <a:pt x="88717" y="73350"/>
                  </a:lnTo>
                  <a:lnTo>
                    <a:pt x="88715" y="73435"/>
                  </a:lnTo>
                  <a:lnTo>
                    <a:pt x="88730" y="73516"/>
                  </a:lnTo>
                  <a:lnTo>
                    <a:pt x="88746" y="73586"/>
                  </a:lnTo>
                  <a:lnTo>
                    <a:pt x="88749" y="73593"/>
                  </a:lnTo>
                  <a:lnTo>
                    <a:pt x="88767" y="73607"/>
                  </a:lnTo>
                  <a:lnTo>
                    <a:pt x="88780" y="73613"/>
                  </a:lnTo>
                  <a:lnTo>
                    <a:pt x="88841" y="73605"/>
                  </a:lnTo>
                  <a:lnTo>
                    <a:pt x="89101" y="73550"/>
                  </a:lnTo>
                  <a:lnTo>
                    <a:pt x="89108" y="73549"/>
                  </a:lnTo>
                  <a:lnTo>
                    <a:pt x="89112" y="73544"/>
                  </a:lnTo>
                  <a:lnTo>
                    <a:pt x="89130" y="73535"/>
                  </a:lnTo>
                  <a:lnTo>
                    <a:pt x="89129" y="73527"/>
                  </a:lnTo>
                  <a:lnTo>
                    <a:pt x="89167" y="73331"/>
                  </a:lnTo>
                  <a:lnTo>
                    <a:pt x="89171" y="73324"/>
                  </a:lnTo>
                  <a:lnTo>
                    <a:pt x="89178" y="73302"/>
                  </a:lnTo>
                  <a:lnTo>
                    <a:pt x="89298" y="73232"/>
                  </a:lnTo>
                  <a:lnTo>
                    <a:pt x="89428" y="73192"/>
                  </a:lnTo>
                  <a:lnTo>
                    <a:pt x="89666" y="73117"/>
                  </a:lnTo>
                  <a:lnTo>
                    <a:pt x="89818" y="73107"/>
                  </a:lnTo>
                  <a:lnTo>
                    <a:pt x="89859" y="73104"/>
                  </a:lnTo>
                  <a:lnTo>
                    <a:pt x="89868" y="73102"/>
                  </a:lnTo>
                  <a:lnTo>
                    <a:pt x="89878" y="73095"/>
                  </a:lnTo>
                  <a:lnTo>
                    <a:pt x="89884" y="73073"/>
                  </a:lnTo>
                  <a:lnTo>
                    <a:pt x="89858" y="72852"/>
                  </a:lnTo>
                  <a:lnTo>
                    <a:pt x="89849" y="72823"/>
                  </a:lnTo>
                  <a:lnTo>
                    <a:pt x="89604" y="72497"/>
                  </a:lnTo>
                  <a:lnTo>
                    <a:pt x="89221" y="72123"/>
                  </a:lnTo>
                  <a:lnTo>
                    <a:pt x="89209" y="72104"/>
                  </a:lnTo>
                  <a:lnTo>
                    <a:pt x="89203" y="72070"/>
                  </a:lnTo>
                  <a:lnTo>
                    <a:pt x="89201" y="72057"/>
                  </a:lnTo>
                  <a:lnTo>
                    <a:pt x="89185" y="71955"/>
                  </a:lnTo>
                  <a:lnTo>
                    <a:pt x="89193" y="71902"/>
                  </a:lnTo>
                  <a:lnTo>
                    <a:pt x="89230" y="71874"/>
                  </a:lnTo>
                  <a:lnTo>
                    <a:pt x="89244" y="71886"/>
                  </a:lnTo>
                  <a:lnTo>
                    <a:pt x="89257" y="71885"/>
                  </a:lnTo>
                  <a:lnTo>
                    <a:pt x="89338" y="71837"/>
                  </a:lnTo>
                  <a:lnTo>
                    <a:pt x="89351" y="71830"/>
                  </a:lnTo>
                  <a:lnTo>
                    <a:pt x="89420" y="71775"/>
                  </a:lnTo>
                  <a:lnTo>
                    <a:pt x="89489" y="71713"/>
                  </a:lnTo>
                  <a:lnTo>
                    <a:pt x="89513" y="71679"/>
                  </a:lnTo>
                  <a:lnTo>
                    <a:pt x="89523" y="71639"/>
                  </a:lnTo>
                  <a:lnTo>
                    <a:pt x="89412" y="71066"/>
                  </a:lnTo>
                  <a:lnTo>
                    <a:pt x="89397" y="71025"/>
                  </a:lnTo>
                  <a:lnTo>
                    <a:pt x="89393" y="71015"/>
                  </a:lnTo>
                  <a:lnTo>
                    <a:pt x="89384" y="71004"/>
                  </a:lnTo>
                  <a:lnTo>
                    <a:pt x="89104" y="70657"/>
                  </a:lnTo>
                  <a:lnTo>
                    <a:pt x="89076" y="70626"/>
                  </a:lnTo>
                  <a:lnTo>
                    <a:pt x="89039" y="70586"/>
                  </a:lnTo>
                  <a:lnTo>
                    <a:pt x="89011" y="70327"/>
                  </a:lnTo>
                  <a:lnTo>
                    <a:pt x="89012" y="70320"/>
                  </a:lnTo>
                  <a:lnTo>
                    <a:pt x="88995" y="70209"/>
                  </a:lnTo>
                  <a:lnTo>
                    <a:pt x="88980" y="70120"/>
                  </a:lnTo>
                  <a:lnTo>
                    <a:pt x="88952" y="69947"/>
                  </a:lnTo>
                  <a:lnTo>
                    <a:pt x="88947" y="69942"/>
                  </a:lnTo>
                  <a:lnTo>
                    <a:pt x="88946" y="69935"/>
                  </a:lnTo>
                  <a:lnTo>
                    <a:pt x="88936" y="69918"/>
                  </a:lnTo>
                  <a:lnTo>
                    <a:pt x="88929" y="69899"/>
                  </a:lnTo>
                  <a:lnTo>
                    <a:pt x="88925" y="69894"/>
                  </a:lnTo>
                  <a:lnTo>
                    <a:pt x="88908" y="69836"/>
                  </a:lnTo>
                  <a:lnTo>
                    <a:pt x="88885" y="69648"/>
                  </a:lnTo>
                  <a:lnTo>
                    <a:pt x="88871" y="69461"/>
                  </a:lnTo>
                  <a:lnTo>
                    <a:pt x="88898" y="69333"/>
                  </a:lnTo>
                  <a:lnTo>
                    <a:pt x="88899" y="69319"/>
                  </a:lnTo>
                  <a:lnTo>
                    <a:pt x="88916" y="69249"/>
                  </a:lnTo>
                  <a:lnTo>
                    <a:pt x="88936" y="69167"/>
                  </a:lnTo>
                  <a:lnTo>
                    <a:pt x="88959" y="69061"/>
                  </a:lnTo>
                  <a:lnTo>
                    <a:pt x="88989" y="68949"/>
                  </a:lnTo>
                  <a:lnTo>
                    <a:pt x="88994" y="68931"/>
                  </a:lnTo>
                  <a:lnTo>
                    <a:pt x="89007" y="68874"/>
                  </a:lnTo>
                  <a:lnTo>
                    <a:pt x="89012" y="68849"/>
                  </a:lnTo>
                  <a:lnTo>
                    <a:pt x="89029" y="68776"/>
                  </a:lnTo>
                  <a:lnTo>
                    <a:pt x="89030" y="68770"/>
                  </a:lnTo>
                  <a:lnTo>
                    <a:pt x="89041" y="68717"/>
                  </a:lnTo>
                  <a:lnTo>
                    <a:pt x="89046" y="68693"/>
                  </a:lnTo>
                  <a:lnTo>
                    <a:pt x="89053" y="68656"/>
                  </a:lnTo>
                  <a:lnTo>
                    <a:pt x="89064" y="68604"/>
                  </a:lnTo>
                  <a:lnTo>
                    <a:pt x="89073" y="68566"/>
                  </a:lnTo>
                  <a:lnTo>
                    <a:pt x="89098" y="68521"/>
                  </a:lnTo>
                  <a:lnTo>
                    <a:pt x="89101" y="68515"/>
                  </a:lnTo>
                  <a:lnTo>
                    <a:pt x="89111" y="68496"/>
                  </a:lnTo>
                  <a:lnTo>
                    <a:pt x="89128" y="68465"/>
                  </a:lnTo>
                  <a:lnTo>
                    <a:pt x="89133" y="68460"/>
                  </a:lnTo>
                  <a:lnTo>
                    <a:pt x="89141" y="68455"/>
                  </a:lnTo>
                  <a:lnTo>
                    <a:pt x="89167" y="68439"/>
                  </a:lnTo>
                  <a:lnTo>
                    <a:pt x="89171" y="68437"/>
                  </a:lnTo>
                  <a:lnTo>
                    <a:pt x="89179" y="68433"/>
                  </a:lnTo>
                  <a:lnTo>
                    <a:pt x="89369" y="68344"/>
                  </a:lnTo>
                  <a:lnTo>
                    <a:pt x="89555" y="68256"/>
                  </a:lnTo>
                  <a:lnTo>
                    <a:pt x="89595" y="68237"/>
                  </a:lnTo>
                  <a:lnTo>
                    <a:pt x="89614" y="68243"/>
                  </a:lnTo>
                  <a:lnTo>
                    <a:pt x="89653" y="68256"/>
                  </a:lnTo>
                  <a:lnTo>
                    <a:pt x="89757" y="68361"/>
                  </a:lnTo>
                  <a:lnTo>
                    <a:pt x="89905" y="68783"/>
                  </a:lnTo>
                  <a:lnTo>
                    <a:pt x="89909" y="68795"/>
                  </a:lnTo>
                  <a:lnTo>
                    <a:pt x="89935" y="68911"/>
                  </a:lnTo>
                  <a:lnTo>
                    <a:pt x="89934" y="69615"/>
                  </a:lnTo>
                  <a:lnTo>
                    <a:pt x="89975" y="70015"/>
                  </a:lnTo>
                  <a:lnTo>
                    <a:pt x="90032" y="70574"/>
                  </a:lnTo>
                  <a:lnTo>
                    <a:pt x="90033" y="70586"/>
                  </a:lnTo>
                  <a:lnTo>
                    <a:pt x="90054" y="70790"/>
                  </a:lnTo>
                  <a:lnTo>
                    <a:pt x="90068" y="70868"/>
                  </a:lnTo>
                  <a:lnTo>
                    <a:pt x="90205" y="71652"/>
                  </a:lnTo>
                  <a:lnTo>
                    <a:pt x="90402" y="72269"/>
                  </a:lnTo>
                  <a:lnTo>
                    <a:pt x="90449" y="72418"/>
                  </a:lnTo>
                  <a:lnTo>
                    <a:pt x="90528" y="72665"/>
                  </a:lnTo>
                  <a:lnTo>
                    <a:pt x="90570" y="72796"/>
                  </a:lnTo>
                  <a:lnTo>
                    <a:pt x="90636" y="73004"/>
                  </a:lnTo>
                  <a:lnTo>
                    <a:pt x="90692" y="73328"/>
                  </a:lnTo>
                  <a:lnTo>
                    <a:pt x="90706" y="73369"/>
                  </a:lnTo>
                  <a:lnTo>
                    <a:pt x="90716" y="73401"/>
                  </a:lnTo>
                  <a:lnTo>
                    <a:pt x="90719" y="73408"/>
                  </a:lnTo>
                  <a:lnTo>
                    <a:pt x="90770" y="73555"/>
                  </a:lnTo>
                  <a:lnTo>
                    <a:pt x="90839" y="73616"/>
                  </a:lnTo>
                  <a:lnTo>
                    <a:pt x="90893" y="73631"/>
                  </a:lnTo>
                  <a:lnTo>
                    <a:pt x="90969" y="73550"/>
                  </a:lnTo>
                  <a:lnTo>
                    <a:pt x="90973" y="73546"/>
                  </a:lnTo>
                  <a:lnTo>
                    <a:pt x="91015" y="73551"/>
                  </a:lnTo>
                  <a:lnTo>
                    <a:pt x="91093" y="73560"/>
                  </a:lnTo>
                  <a:lnTo>
                    <a:pt x="91169" y="73662"/>
                  </a:lnTo>
                  <a:lnTo>
                    <a:pt x="91206" y="73711"/>
                  </a:lnTo>
                  <a:lnTo>
                    <a:pt x="91233" y="73810"/>
                  </a:lnTo>
                  <a:lnTo>
                    <a:pt x="91231" y="73820"/>
                  </a:lnTo>
                  <a:lnTo>
                    <a:pt x="91142" y="74166"/>
                  </a:lnTo>
                  <a:lnTo>
                    <a:pt x="91128" y="74180"/>
                  </a:lnTo>
                  <a:lnTo>
                    <a:pt x="91119" y="74189"/>
                  </a:lnTo>
                  <a:lnTo>
                    <a:pt x="91111" y="74188"/>
                  </a:lnTo>
                  <a:lnTo>
                    <a:pt x="91012" y="74184"/>
                  </a:lnTo>
                  <a:lnTo>
                    <a:pt x="90838" y="74120"/>
                  </a:lnTo>
                  <a:lnTo>
                    <a:pt x="90832" y="74116"/>
                  </a:lnTo>
                  <a:lnTo>
                    <a:pt x="90771" y="73939"/>
                  </a:lnTo>
                  <a:lnTo>
                    <a:pt x="90775" y="73934"/>
                  </a:lnTo>
                  <a:lnTo>
                    <a:pt x="90796" y="73922"/>
                  </a:lnTo>
                  <a:lnTo>
                    <a:pt x="90824" y="73905"/>
                  </a:lnTo>
                  <a:lnTo>
                    <a:pt x="90838" y="73896"/>
                  </a:lnTo>
                  <a:lnTo>
                    <a:pt x="90848" y="73864"/>
                  </a:lnTo>
                  <a:lnTo>
                    <a:pt x="90791" y="73809"/>
                  </a:lnTo>
                  <a:lnTo>
                    <a:pt x="90636" y="73774"/>
                  </a:lnTo>
                  <a:lnTo>
                    <a:pt x="90427" y="73816"/>
                  </a:lnTo>
                  <a:lnTo>
                    <a:pt x="90110" y="74046"/>
                  </a:lnTo>
                  <a:lnTo>
                    <a:pt x="89999" y="74198"/>
                  </a:lnTo>
                  <a:lnTo>
                    <a:pt x="89985" y="74216"/>
                  </a:lnTo>
                  <a:lnTo>
                    <a:pt x="89978" y="74234"/>
                  </a:lnTo>
                  <a:lnTo>
                    <a:pt x="89910" y="74403"/>
                  </a:lnTo>
                  <a:lnTo>
                    <a:pt x="89911" y="74415"/>
                  </a:lnTo>
                  <a:lnTo>
                    <a:pt x="89941" y="74431"/>
                  </a:lnTo>
                  <a:lnTo>
                    <a:pt x="89957" y="74464"/>
                  </a:lnTo>
                  <a:lnTo>
                    <a:pt x="89965" y="74590"/>
                  </a:lnTo>
                  <a:lnTo>
                    <a:pt x="89952" y="74611"/>
                  </a:lnTo>
                  <a:lnTo>
                    <a:pt x="89934" y="74622"/>
                  </a:lnTo>
                  <a:lnTo>
                    <a:pt x="89886" y="74621"/>
                  </a:lnTo>
                  <a:lnTo>
                    <a:pt x="89871" y="74612"/>
                  </a:lnTo>
                  <a:lnTo>
                    <a:pt x="89834" y="74555"/>
                  </a:lnTo>
                  <a:lnTo>
                    <a:pt x="89821" y="74501"/>
                  </a:lnTo>
                  <a:lnTo>
                    <a:pt x="89813" y="74399"/>
                  </a:lnTo>
                  <a:lnTo>
                    <a:pt x="89800" y="74370"/>
                  </a:lnTo>
                  <a:lnTo>
                    <a:pt x="89603" y="74176"/>
                  </a:lnTo>
                  <a:lnTo>
                    <a:pt x="89468" y="74186"/>
                  </a:lnTo>
                  <a:lnTo>
                    <a:pt x="89447" y="74188"/>
                  </a:lnTo>
                  <a:lnTo>
                    <a:pt x="89398" y="74192"/>
                  </a:lnTo>
                  <a:lnTo>
                    <a:pt x="89291" y="74241"/>
                  </a:lnTo>
                  <a:lnTo>
                    <a:pt x="89277" y="74247"/>
                  </a:lnTo>
                  <a:lnTo>
                    <a:pt x="89246" y="74277"/>
                  </a:lnTo>
                  <a:lnTo>
                    <a:pt x="89053" y="74469"/>
                  </a:lnTo>
                  <a:lnTo>
                    <a:pt x="89007" y="74532"/>
                  </a:lnTo>
                  <a:lnTo>
                    <a:pt x="88950" y="74637"/>
                  </a:lnTo>
                  <a:lnTo>
                    <a:pt x="88941" y="74677"/>
                  </a:lnTo>
                  <a:lnTo>
                    <a:pt x="88952" y="74723"/>
                  </a:lnTo>
                  <a:lnTo>
                    <a:pt x="88946" y="74837"/>
                  </a:lnTo>
                  <a:lnTo>
                    <a:pt x="88786" y="74975"/>
                  </a:lnTo>
                  <a:lnTo>
                    <a:pt x="88702" y="75023"/>
                  </a:lnTo>
                  <a:lnTo>
                    <a:pt x="88692" y="75019"/>
                  </a:lnTo>
                  <a:lnTo>
                    <a:pt x="88687" y="74991"/>
                  </a:lnTo>
                  <a:lnTo>
                    <a:pt x="88724" y="74926"/>
                  </a:lnTo>
                  <a:lnTo>
                    <a:pt x="88730" y="74787"/>
                  </a:lnTo>
                  <a:lnTo>
                    <a:pt x="88721" y="74724"/>
                  </a:lnTo>
                  <a:lnTo>
                    <a:pt x="88501" y="74501"/>
                  </a:lnTo>
                  <a:lnTo>
                    <a:pt x="88486" y="74488"/>
                  </a:lnTo>
                  <a:lnTo>
                    <a:pt x="88478" y="74487"/>
                  </a:lnTo>
                  <a:lnTo>
                    <a:pt x="88311" y="74472"/>
                  </a:lnTo>
                  <a:lnTo>
                    <a:pt x="88296" y="74471"/>
                  </a:lnTo>
                  <a:lnTo>
                    <a:pt x="88286" y="74473"/>
                  </a:lnTo>
                  <a:lnTo>
                    <a:pt x="87972" y="74541"/>
                  </a:lnTo>
                  <a:lnTo>
                    <a:pt x="87832" y="74617"/>
                  </a:lnTo>
                  <a:lnTo>
                    <a:pt x="87599" y="74838"/>
                  </a:lnTo>
                  <a:lnTo>
                    <a:pt x="87462" y="75016"/>
                  </a:lnTo>
                  <a:lnTo>
                    <a:pt x="87342" y="75229"/>
                  </a:lnTo>
                  <a:lnTo>
                    <a:pt x="87335" y="75245"/>
                  </a:lnTo>
                  <a:lnTo>
                    <a:pt x="87085" y="75825"/>
                  </a:lnTo>
                  <a:lnTo>
                    <a:pt x="87078" y="75842"/>
                  </a:lnTo>
                  <a:lnTo>
                    <a:pt x="87056" y="75925"/>
                  </a:lnTo>
                  <a:lnTo>
                    <a:pt x="86919" y="76443"/>
                  </a:lnTo>
                  <a:lnTo>
                    <a:pt x="86892" y="76550"/>
                  </a:lnTo>
                  <a:lnTo>
                    <a:pt x="86874" y="76621"/>
                  </a:lnTo>
                  <a:lnTo>
                    <a:pt x="86845" y="76737"/>
                  </a:lnTo>
                  <a:lnTo>
                    <a:pt x="86845" y="76835"/>
                  </a:lnTo>
                  <a:lnTo>
                    <a:pt x="86781" y="76899"/>
                  </a:lnTo>
                  <a:lnTo>
                    <a:pt x="86693" y="76945"/>
                  </a:lnTo>
                  <a:lnTo>
                    <a:pt x="86676" y="76946"/>
                  </a:lnTo>
                  <a:lnTo>
                    <a:pt x="86642" y="76934"/>
                  </a:lnTo>
                  <a:lnTo>
                    <a:pt x="86630" y="76923"/>
                  </a:lnTo>
                  <a:lnTo>
                    <a:pt x="86596" y="76867"/>
                  </a:lnTo>
                  <a:lnTo>
                    <a:pt x="86533" y="76788"/>
                  </a:lnTo>
                  <a:lnTo>
                    <a:pt x="86521" y="76785"/>
                  </a:lnTo>
                  <a:lnTo>
                    <a:pt x="86465" y="76794"/>
                  </a:lnTo>
                  <a:lnTo>
                    <a:pt x="86363" y="76851"/>
                  </a:lnTo>
                  <a:lnTo>
                    <a:pt x="86197" y="77115"/>
                  </a:lnTo>
                  <a:lnTo>
                    <a:pt x="86030" y="77622"/>
                  </a:lnTo>
                  <a:lnTo>
                    <a:pt x="85969" y="77922"/>
                  </a:lnTo>
                  <a:lnTo>
                    <a:pt x="85924" y="78142"/>
                  </a:lnTo>
                  <a:lnTo>
                    <a:pt x="85891" y="79282"/>
                  </a:lnTo>
                  <a:lnTo>
                    <a:pt x="85839" y="79582"/>
                  </a:lnTo>
                  <a:lnTo>
                    <a:pt x="85721" y="79767"/>
                  </a:lnTo>
                  <a:lnTo>
                    <a:pt x="85236" y="80260"/>
                  </a:lnTo>
                  <a:lnTo>
                    <a:pt x="85194" y="80415"/>
                  </a:lnTo>
                  <a:lnTo>
                    <a:pt x="85161" y="80538"/>
                  </a:lnTo>
                  <a:lnTo>
                    <a:pt x="85188" y="80694"/>
                  </a:lnTo>
                  <a:lnTo>
                    <a:pt x="85102" y="80711"/>
                  </a:lnTo>
                  <a:lnTo>
                    <a:pt x="84979" y="80653"/>
                  </a:lnTo>
                  <a:lnTo>
                    <a:pt x="84841" y="80520"/>
                  </a:lnTo>
                  <a:lnTo>
                    <a:pt x="84750" y="80397"/>
                  </a:lnTo>
                  <a:lnTo>
                    <a:pt x="84744" y="80336"/>
                  </a:lnTo>
                  <a:lnTo>
                    <a:pt x="84773" y="80269"/>
                  </a:lnTo>
                  <a:lnTo>
                    <a:pt x="84775" y="80214"/>
                  </a:lnTo>
                  <a:lnTo>
                    <a:pt x="84747" y="80164"/>
                  </a:lnTo>
                  <a:lnTo>
                    <a:pt x="84726" y="80149"/>
                  </a:lnTo>
                  <a:lnTo>
                    <a:pt x="84616" y="80122"/>
                  </a:lnTo>
                  <a:lnTo>
                    <a:pt x="84575" y="80124"/>
                  </a:lnTo>
                  <a:lnTo>
                    <a:pt x="84566" y="80128"/>
                  </a:lnTo>
                  <a:lnTo>
                    <a:pt x="84541" y="80140"/>
                  </a:lnTo>
                  <a:lnTo>
                    <a:pt x="84511" y="80169"/>
                  </a:lnTo>
                  <a:lnTo>
                    <a:pt x="84460" y="80232"/>
                  </a:lnTo>
                  <a:lnTo>
                    <a:pt x="84433" y="80234"/>
                  </a:lnTo>
                  <a:lnTo>
                    <a:pt x="84409" y="80220"/>
                  </a:lnTo>
                  <a:lnTo>
                    <a:pt x="84395" y="80203"/>
                  </a:lnTo>
                  <a:lnTo>
                    <a:pt x="84380" y="80071"/>
                  </a:lnTo>
                  <a:lnTo>
                    <a:pt x="84401" y="79961"/>
                  </a:lnTo>
                  <a:lnTo>
                    <a:pt x="84392" y="79924"/>
                  </a:lnTo>
                  <a:lnTo>
                    <a:pt x="84338" y="79883"/>
                  </a:lnTo>
                  <a:lnTo>
                    <a:pt x="84215" y="79850"/>
                  </a:lnTo>
                  <a:lnTo>
                    <a:pt x="84007" y="79877"/>
                  </a:lnTo>
                  <a:lnTo>
                    <a:pt x="83736" y="80023"/>
                  </a:lnTo>
                  <a:lnTo>
                    <a:pt x="83594" y="80159"/>
                  </a:lnTo>
                  <a:lnTo>
                    <a:pt x="83593" y="80174"/>
                  </a:lnTo>
                  <a:lnTo>
                    <a:pt x="83554" y="80205"/>
                  </a:lnTo>
                  <a:lnTo>
                    <a:pt x="83481" y="80228"/>
                  </a:lnTo>
                  <a:lnTo>
                    <a:pt x="83406" y="80180"/>
                  </a:lnTo>
                  <a:lnTo>
                    <a:pt x="83395" y="80164"/>
                  </a:lnTo>
                  <a:lnTo>
                    <a:pt x="83363" y="80089"/>
                  </a:lnTo>
                  <a:lnTo>
                    <a:pt x="83354" y="80031"/>
                  </a:lnTo>
                  <a:lnTo>
                    <a:pt x="83265" y="80018"/>
                  </a:lnTo>
                  <a:lnTo>
                    <a:pt x="83196" y="80046"/>
                  </a:lnTo>
                  <a:lnTo>
                    <a:pt x="83182" y="80052"/>
                  </a:lnTo>
                  <a:lnTo>
                    <a:pt x="83133" y="80079"/>
                  </a:lnTo>
                  <a:lnTo>
                    <a:pt x="83045" y="80134"/>
                  </a:lnTo>
                  <a:lnTo>
                    <a:pt x="82968" y="80190"/>
                  </a:lnTo>
                  <a:lnTo>
                    <a:pt x="82880" y="80262"/>
                  </a:lnTo>
                  <a:lnTo>
                    <a:pt x="82812" y="80320"/>
                  </a:lnTo>
                  <a:lnTo>
                    <a:pt x="82799" y="80336"/>
                  </a:lnTo>
                  <a:lnTo>
                    <a:pt x="82758" y="80376"/>
                  </a:lnTo>
                  <a:lnTo>
                    <a:pt x="82675" y="80482"/>
                  </a:lnTo>
                  <a:lnTo>
                    <a:pt x="82677" y="80604"/>
                  </a:lnTo>
                  <a:lnTo>
                    <a:pt x="82624" y="80632"/>
                  </a:lnTo>
                  <a:lnTo>
                    <a:pt x="82353" y="80554"/>
                  </a:lnTo>
                  <a:lnTo>
                    <a:pt x="82313" y="80477"/>
                  </a:lnTo>
                  <a:lnTo>
                    <a:pt x="82342" y="80356"/>
                  </a:lnTo>
                  <a:lnTo>
                    <a:pt x="82343" y="80224"/>
                  </a:lnTo>
                  <a:lnTo>
                    <a:pt x="82343" y="80176"/>
                  </a:lnTo>
                  <a:lnTo>
                    <a:pt x="82219" y="80068"/>
                  </a:lnTo>
                  <a:lnTo>
                    <a:pt x="82044" y="80011"/>
                  </a:lnTo>
                  <a:lnTo>
                    <a:pt x="81793" y="80002"/>
                  </a:lnTo>
                  <a:lnTo>
                    <a:pt x="81650" y="80031"/>
                  </a:lnTo>
                  <a:lnTo>
                    <a:pt x="81447" y="80105"/>
                  </a:lnTo>
                  <a:lnTo>
                    <a:pt x="81114" y="80313"/>
                  </a:lnTo>
                  <a:lnTo>
                    <a:pt x="81097" y="80324"/>
                  </a:lnTo>
                  <a:lnTo>
                    <a:pt x="81070" y="80341"/>
                  </a:lnTo>
                  <a:lnTo>
                    <a:pt x="81065" y="80194"/>
                  </a:lnTo>
                  <a:lnTo>
                    <a:pt x="81065" y="80175"/>
                  </a:lnTo>
                  <a:lnTo>
                    <a:pt x="81063" y="80130"/>
                  </a:lnTo>
                  <a:lnTo>
                    <a:pt x="81078" y="80125"/>
                  </a:lnTo>
                  <a:lnTo>
                    <a:pt x="81142" y="80105"/>
                  </a:lnTo>
                  <a:lnTo>
                    <a:pt x="81189" y="80089"/>
                  </a:lnTo>
                  <a:lnTo>
                    <a:pt x="81263" y="80065"/>
                  </a:lnTo>
                  <a:lnTo>
                    <a:pt x="81389" y="79986"/>
                  </a:lnTo>
                  <a:lnTo>
                    <a:pt x="81536" y="79798"/>
                  </a:lnTo>
                  <a:lnTo>
                    <a:pt x="81566" y="79720"/>
                  </a:lnTo>
                  <a:lnTo>
                    <a:pt x="81591" y="79701"/>
                  </a:lnTo>
                  <a:lnTo>
                    <a:pt x="81934" y="79432"/>
                  </a:lnTo>
                  <a:lnTo>
                    <a:pt x="81947" y="79422"/>
                  </a:lnTo>
                  <a:lnTo>
                    <a:pt x="82103" y="79347"/>
                  </a:lnTo>
                  <a:lnTo>
                    <a:pt x="82185" y="79307"/>
                  </a:lnTo>
                  <a:lnTo>
                    <a:pt x="82199" y="79300"/>
                  </a:lnTo>
                  <a:lnTo>
                    <a:pt x="82566" y="79166"/>
                  </a:lnTo>
                  <a:lnTo>
                    <a:pt x="82618" y="79147"/>
                  </a:lnTo>
                  <a:lnTo>
                    <a:pt x="82987" y="79220"/>
                  </a:lnTo>
                  <a:lnTo>
                    <a:pt x="83113" y="79294"/>
                  </a:lnTo>
                  <a:lnTo>
                    <a:pt x="83247" y="79299"/>
                  </a:lnTo>
                  <a:lnTo>
                    <a:pt x="83506" y="79307"/>
                  </a:lnTo>
                  <a:lnTo>
                    <a:pt x="83605" y="79261"/>
                  </a:lnTo>
                  <a:lnTo>
                    <a:pt x="83788" y="79178"/>
                  </a:lnTo>
                  <a:lnTo>
                    <a:pt x="83944" y="79223"/>
                  </a:lnTo>
                  <a:lnTo>
                    <a:pt x="84127" y="79340"/>
                  </a:lnTo>
                  <a:lnTo>
                    <a:pt x="84153" y="79343"/>
                  </a:lnTo>
                  <a:lnTo>
                    <a:pt x="84500" y="79379"/>
                  </a:lnTo>
                  <a:lnTo>
                    <a:pt x="84620" y="79310"/>
                  </a:lnTo>
                  <a:lnTo>
                    <a:pt x="84764" y="79029"/>
                  </a:lnTo>
                  <a:lnTo>
                    <a:pt x="84757" y="78965"/>
                  </a:lnTo>
                  <a:lnTo>
                    <a:pt x="84750" y="78902"/>
                  </a:lnTo>
                  <a:lnTo>
                    <a:pt x="84779" y="78844"/>
                  </a:lnTo>
                  <a:lnTo>
                    <a:pt x="84847" y="78789"/>
                  </a:lnTo>
                  <a:lnTo>
                    <a:pt x="85026" y="78798"/>
                  </a:lnTo>
                  <a:lnTo>
                    <a:pt x="85066" y="78844"/>
                  </a:lnTo>
                  <a:lnTo>
                    <a:pt x="85044" y="78968"/>
                  </a:lnTo>
                  <a:lnTo>
                    <a:pt x="85000" y="79022"/>
                  </a:lnTo>
                  <a:lnTo>
                    <a:pt x="84986" y="79096"/>
                  </a:lnTo>
                  <a:lnTo>
                    <a:pt x="84999" y="79321"/>
                  </a:lnTo>
                  <a:lnTo>
                    <a:pt x="85053" y="79467"/>
                  </a:lnTo>
                  <a:lnTo>
                    <a:pt x="85196" y="79469"/>
                  </a:lnTo>
                  <a:lnTo>
                    <a:pt x="85205" y="79422"/>
                  </a:lnTo>
                  <a:lnTo>
                    <a:pt x="85201" y="79202"/>
                  </a:lnTo>
                  <a:lnTo>
                    <a:pt x="85173" y="79027"/>
                  </a:lnTo>
                  <a:lnTo>
                    <a:pt x="85199" y="78988"/>
                  </a:lnTo>
                  <a:lnTo>
                    <a:pt x="85276" y="78964"/>
                  </a:lnTo>
                  <a:lnTo>
                    <a:pt x="85288" y="78946"/>
                  </a:lnTo>
                  <a:lnTo>
                    <a:pt x="85308" y="78889"/>
                  </a:lnTo>
                  <a:lnTo>
                    <a:pt x="85303" y="78865"/>
                  </a:lnTo>
                  <a:lnTo>
                    <a:pt x="85283" y="78764"/>
                  </a:lnTo>
                  <a:lnTo>
                    <a:pt x="84831" y="78416"/>
                  </a:lnTo>
                  <a:lnTo>
                    <a:pt x="84686" y="78375"/>
                  </a:lnTo>
                  <a:lnTo>
                    <a:pt x="84324" y="78329"/>
                  </a:lnTo>
                  <a:lnTo>
                    <a:pt x="84276" y="78347"/>
                  </a:lnTo>
                  <a:lnTo>
                    <a:pt x="84186" y="78382"/>
                  </a:lnTo>
                  <a:lnTo>
                    <a:pt x="84138" y="78481"/>
                  </a:lnTo>
                  <a:lnTo>
                    <a:pt x="84404" y="78943"/>
                  </a:lnTo>
                  <a:lnTo>
                    <a:pt x="84456" y="79010"/>
                  </a:lnTo>
                  <a:lnTo>
                    <a:pt x="84486" y="79018"/>
                  </a:lnTo>
                  <a:lnTo>
                    <a:pt x="84513" y="79046"/>
                  </a:lnTo>
                  <a:lnTo>
                    <a:pt x="84492" y="79127"/>
                  </a:lnTo>
                  <a:lnTo>
                    <a:pt x="84479" y="79179"/>
                  </a:lnTo>
                  <a:lnTo>
                    <a:pt x="84453" y="79233"/>
                  </a:lnTo>
                  <a:lnTo>
                    <a:pt x="84437" y="79240"/>
                  </a:lnTo>
                  <a:lnTo>
                    <a:pt x="84372" y="79237"/>
                  </a:lnTo>
                  <a:lnTo>
                    <a:pt x="84203" y="79157"/>
                  </a:lnTo>
                  <a:lnTo>
                    <a:pt x="83930" y="79028"/>
                  </a:lnTo>
                  <a:lnTo>
                    <a:pt x="83728" y="78985"/>
                  </a:lnTo>
                  <a:lnTo>
                    <a:pt x="83590" y="79012"/>
                  </a:lnTo>
                  <a:lnTo>
                    <a:pt x="83486" y="79032"/>
                  </a:lnTo>
                  <a:lnTo>
                    <a:pt x="83457" y="79038"/>
                  </a:lnTo>
                  <a:lnTo>
                    <a:pt x="83447" y="79067"/>
                  </a:lnTo>
                  <a:lnTo>
                    <a:pt x="83292" y="79167"/>
                  </a:lnTo>
                  <a:lnTo>
                    <a:pt x="83162" y="79218"/>
                  </a:lnTo>
                  <a:lnTo>
                    <a:pt x="83117" y="79217"/>
                  </a:lnTo>
                  <a:lnTo>
                    <a:pt x="82923" y="79096"/>
                  </a:lnTo>
                  <a:lnTo>
                    <a:pt x="82825" y="79066"/>
                  </a:lnTo>
                  <a:lnTo>
                    <a:pt x="82493" y="79039"/>
                  </a:lnTo>
                  <a:lnTo>
                    <a:pt x="82201" y="79103"/>
                  </a:lnTo>
                  <a:lnTo>
                    <a:pt x="82179" y="79109"/>
                  </a:lnTo>
                  <a:lnTo>
                    <a:pt x="82138" y="79117"/>
                  </a:lnTo>
                  <a:lnTo>
                    <a:pt x="81586" y="79539"/>
                  </a:lnTo>
                  <a:lnTo>
                    <a:pt x="80974" y="79962"/>
                  </a:lnTo>
                  <a:lnTo>
                    <a:pt x="80950" y="79996"/>
                  </a:lnTo>
                  <a:lnTo>
                    <a:pt x="80935" y="80018"/>
                  </a:lnTo>
                  <a:lnTo>
                    <a:pt x="80901" y="80067"/>
                  </a:lnTo>
                  <a:lnTo>
                    <a:pt x="80896" y="80112"/>
                  </a:lnTo>
                  <a:lnTo>
                    <a:pt x="80946" y="80203"/>
                  </a:lnTo>
                  <a:lnTo>
                    <a:pt x="81023" y="80241"/>
                  </a:lnTo>
                  <a:lnTo>
                    <a:pt x="81058" y="80299"/>
                  </a:lnTo>
                  <a:lnTo>
                    <a:pt x="81007" y="80410"/>
                  </a:lnTo>
                  <a:lnTo>
                    <a:pt x="80962" y="80455"/>
                  </a:lnTo>
                  <a:lnTo>
                    <a:pt x="80693" y="80579"/>
                  </a:lnTo>
                  <a:lnTo>
                    <a:pt x="80386" y="80720"/>
                  </a:lnTo>
                  <a:lnTo>
                    <a:pt x="80273" y="80734"/>
                  </a:lnTo>
                  <a:lnTo>
                    <a:pt x="80119" y="80711"/>
                  </a:lnTo>
                  <a:lnTo>
                    <a:pt x="80022" y="80488"/>
                  </a:lnTo>
                  <a:lnTo>
                    <a:pt x="79642" y="80316"/>
                  </a:lnTo>
                  <a:lnTo>
                    <a:pt x="79490" y="80290"/>
                  </a:lnTo>
                  <a:lnTo>
                    <a:pt x="79045" y="80215"/>
                  </a:lnTo>
                  <a:lnTo>
                    <a:pt x="78955" y="80220"/>
                  </a:lnTo>
                  <a:lnTo>
                    <a:pt x="78599" y="80463"/>
                  </a:lnTo>
                  <a:lnTo>
                    <a:pt x="78504" y="80496"/>
                  </a:lnTo>
                  <a:lnTo>
                    <a:pt x="78274" y="80510"/>
                  </a:lnTo>
                  <a:lnTo>
                    <a:pt x="78037" y="80608"/>
                  </a:lnTo>
                  <a:lnTo>
                    <a:pt x="77769" y="80762"/>
                  </a:lnTo>
                  <a:lnTo>
                    <a:pt x="77738" y="80780"/>
                  </a:lnTo>
                  <a:lnTo>
                    <a:pt x="77152" y="81325"/>
                  </a:lnTo>
                  <a:lnTo>
                    <a:pt x="76550" y="82027"/>
                  </a:lnTo>
                  <a:lnTo>
                    <a:pt x="76366" y="82315"/>
                  </a:lnTo>
                  <a:lnTo>
                    <a:pt x="76344" y="82330"/>
                  </a:lnTo>
                  <a:lnTo>
                    <a:pt x="76310" y="82353"/>
                  </a:lnTo>
                  <a:lnTo>
                    <a:pt x="76129" y="82292"/>
                  </a:lnTo>
                  <a:lnTo>
                    <a:pt x="76094" y="82240"/>
                  </a:lnTo>
                  <a:lnTo>
                    <a:pt x="76075" y="82211"/>
                  </a:lnTo>
                  <a:lnTo>
                    <a:pt x="76002" y="82207"/>
                  </a:lnTo>
                  <a:lnTo>
                    <a:pt x="75984" y="82206"/>
                  </a:lnTo>
                  <a:lnTo>
                    <a:pt x="75914" y="82237"/>
                  </a:lnTo>
                  <a:lnTo>
                    <a:pt x="75899" y="82244"/>
                  </a:lnTo>
                  <a:lnTo>
                    <a:pt x="75885" y="82257"/>
                  </a:lnTo>
                  <a:lnTo>
                    <a:pt x="75728" y="82401"/>
                  </a:lnTo>
                  <a:lnTo>
                    <a:pt x="75548" y="82538"/>
                  </a:lnTo>
                  <a:lnTo>
                    <a:pt x="75321" y="82710"/>
                  </a:lnTo>
                  <a:lnTo>
                    <a:pt x="74969" y="82978"/>
                  </a:lnTo>
                  <a:lnTo>
                    <a:pt x="74949" y="82997"/>
                  </a:lnTo>
                  <a:lnTo>
                    <a:pt x="74739" y="83207"/>
                  </a:lnTo>
                  <a:lnTo>
                    <a:pt x="74704" y="83241"/>
                  </a:lnTo>
                  <a:lnTo>
                    <a:pt x="74679" y="83272"/>
                  </a:lnTo>
                  <a:lnTo>
                    <a:pt x="74558" y="83416"/>
                  </a:lnTo>
                  <a:lnTo>
                    <a:pt x="74515" y="83467"/>
                  </a:lnTo>
                  <a:lnTo>
                    <a:pt x="74506" y="83481"/>
                  </a:lnTo>
                  <a:lnTo>
                    <a:pt x="74405" y="83638"/>
                  </a:lnTo>
                  <a:lnTo>
                    <a:pt x="74255" y="83947"/>
                  </a:lnTo>
                  <a:lnTo>
                    <a:pt x="74092" y="84366"/>
                  </a:lnTo>
                  <a:lnTo>
                    <a:pt x="74079" y="84384"/>
                  </a:lnTo>
                  <a:lnTo>
                    <a:pt x="73942" y="84580"/>
                  </a:lnTo>
                  <a:lnTo>
                    <a:pt x="73797" y="84756"/>
                  </a:lnTo>
                  <a:lnTo>
                    <a:pt x="73745" y="84785"/>
                  </a:lnTo>
                  <a:lnTo>
                    <a:pt x="73713" y="84796"/>
                  </a:lnTo>
                  <a:lnTo>
                    <a:pt x="73678" y="84808"/>
                  </a:lnTo>
                  <a:lnTo>
                    <a:pt x="73595" y="84820"/>
                  </a:lnTo>
                  <a:lnTo>
                    <a:pt x="73577" y="84800"/>
                  </a:lnTo>
                  <a:lnTo>
                    <a:pt x="73321" y="84762"/>
                  </a:lnTo>
                  <a:lnTo>
                    <a:pt x="73208" y="84797"/>
                  </a:lnTo>
                  <a:lnTo>
                    <a:pt x="73038" y="84893"/>
                  </a:lnTo>
                  <a:lnTo>
                    <a:pt x="72765" y="85251"/>
                  </a:lnTo>
                  <a:lnTo>
                    <a:pt x="72667" y="85378"/>
                  </a:lnTo>
                  <a:lnTo>
                    <a:pt x="72632" y="85425"/>
                  </a:lnTo>
                  <a:lnTo>
                    <a:pt x="72467" y="85773"/>
                  </a:lnTo>
                  <a:lnTo>
                    <a:pt x="72318" y="86205"/>
                  </a:lnTo>
                  <a:lnTo>
                    <a:pt x="72264" y="86364"/>
                  </a:lnTo>
                  <a:lnTo>
                    <a:pt x="72229" y="86416"/>
                  </a:lnTo>
                  <a:lnTo>
                    <a:pt x="72162" y="86476"/>
                  </a:lnTo>
                  <a:lnTo>
                    <a:pt x="71877" y="86641"/>
                  </a:lnTo>
                  <a:lnTo>
                    <a:pt x="71730" y="86658"/>
                  </a:lnTo>
                  <a:lnTo>
                    <a:pt x="71647" y="86555"/>
                  </a:lnTo>
                  <a:lnTo>
                    <a:pt x="71620" y="86522"/>
                  </a:lnTo>
                  <a:lnTo>
                    <a:pt x="71484" y="86572"/>
                  </a:lnTo>
                  <a:lnTo>
                    <a:pt x="71440" y="86607"/>
                  </a:lnTo>
                  <a:lnTo>
                    <a:pt x="71297" y="86721"/>
                  </a:lnTo>
                  <a:lnTo>
                    <a:pt x="71235" y="86771"/>
                  </a:lnTo>
                  <a:lnTo>
                    <a:pt x="71197" y="86802"/>
                  </a:lnTo>
                  <a:lnTo>
                    <a:pt x="70956" y="86994"/>
                  </a:lnTo>
                  <a:lnTo>
                    <a:pt x="70874" y="87060"/>
                  </a:lnTo>
                  <a:lnTo>
                    <a:pt x="70513" y="87644"/>
                  </a:lnTo>
                  <a:lnTo>
                    <a:pt x="70312" y="88133"/>
                  </a:lnTo>
                  <a:lnTo>
                    <a:pt x="70248" y="88289"/>
                  </a:lnTo>
                  <a:lnTo>
                    <a:pt x="69991" y="89316"/>
                  </a:lnTo>
                  <a:lnTo>
                    <a:pt x="69953" y="89355"/>
                  </a:lnTo>
                  <a:lnTo>
                    <a:pt x="69912" y="89399"/>
                  </a:lnTo>
                  <a:lnTo>
                    <a:pt x="69893" y="89435"/>
                  </a:lnTo>
                  <a:lnTo>
                    <a:pt x="69811" y="89593"/>
                  </a:lnTo>
                  <a:lnTo>
                    <a:pt x="69740" y="89732"/>
                  </a:lnTo>
                  <a:lnTo>
                    <a:pt x="69719" y="89793"/>
                  </a:lnTo>
                  <a:lnTo>
                    <a:pt x="69646" y="90014"/>
                  </a:lnTo>
                  <a:lnTo>
                    <a:pt x="69641" y="90027"/>
                  </a:lnTo>
                  <a:lnTo>
                    <a:pt x="69614" y="90128"/>
                  </a:lnTo>
                  <a:lnTo>
                    <a:pt x="69608" y="90152"/>
                  </a:lnTo>
                  <a:lnTo>
                    <a:pt x="69582" y="90247"/>
                  </a:lnTo>
                  <a:lnTo>
                    <a:pt x="69571" y="90290"/>
                  </a:lnTo>
                  <a:lnTo>
                    <a:pt x="69296" y="91312"/>
                  </a:lnTo>
                  <a:lnTo>
                    <a:pt x="69073" y="92522"/>
                  </a:lnTo>
                  <a:lnTo>
                    <a:pt x="69060" y="92595"/>
                  </a:lnTo>
                  <a:lnTo>
                    <a:pt x="68914" y="93383"/>
                  </a:lnTo>
                  <a:lnTo>
                    <a:pt x="68880" y="93568"/>
                  </a:lnTo>
                  <a:lnTo>
                    <a:pt x="68810" y="94063"/>
                  </a:lnTo>
                  <a:lnTo>
                    <a:pt x="68788" y="94082"/>
                  </a:lnTo>
                  <a:lnTo>
                    <a:pt x="68745" y="94097"/>
                  </a:lnTo>
                  <a:lnTo>
                    <a:pt x="68688" y="94097"/>
                  </a:lnTo>
                  <a:lnTo>
                    <a:pt x="68654" y="94095"/>
                  </a:lnTo>
                  <a:lnTo>
                    <a:pt x="68596" y="94091"/>
                  </a:lnTo>
                  <a:lnTo>
                    <a:pt x="68508" y="94092"/>
                  </a:lnTo>
                  <a:lnTo>
                    <a:pt x="68476" y="94092"/>
                  </a:lnTo>
                  <a:lnTo>
                    <a:pt x="68381" y="94094"/>
                  </a:lnTo>
                  <a:lnTo>
                    <a:pt x="68358" y="94075"/>
                  </a:lnTo>
                  <a:lnTo>
                    <a:pt x="68358" y="94049"/>
                  </a:lnTo>
                  <a:lnTo>
                    <a:pt x="68363" y="94013"/>
                  </a:lnTo>
                  <a:lnTo>
                    <a:pt x="68373" y="93981"/>
                  </a:lnTo>
                  <a:lnTo>
                    <a:pt x="68383" y="93957"/>
                  </a:lnTo>
                  <a:lnTo>
                    <a:pt x="68413" y="93892"/>
                  </a:lnTo>
                  <a:lnTo>
                    <a:pt x="68445" y="93827"/>
                  </a:lnTo>
                  <a:lnTo>
                    <a:pt x="68446" y="93810"/>
                  </a:lnTo>
                  <a:lnTo>
                    <a:pt x="68446" y="93801"/>
                  </a:lnTo>
                  <a:lnTo>
                    <a:pt x="68439" y="93791"/>
                  </a:lnTo>
                  <a:lnTo>
                    <a:pt x="68345" y="93746"/>
                  </a:lnTo>
                  <a:lnTo>
                    <a:pt x="68349" y="93707"/>
                  </a:lnTo>
                  <a:lnTo>
                    <a:pt x="68405" y="93620"/>
                  </a:lnTo>
                  <a:lnTo>
                    <a:pt x="68438" y="93619"/>
                  </a:lnTo>
                  <a:lnTo>
                    <a:pt x="68453" y="93623"/>
                  </a:lnTo>
                  <a:lnTo>
                    <a:pt x="68515" y="93648"/>
                  </a:lnTo>
                  <a:lnTo>
                    <a:pt x="68545" y="93649"/>
                  </a:lnTo>
                  <a:lnTo>
                    <a:pt x="68554" y="93638"/>
                  </a:lnTo>
                  <a:lnTo>
                    <a:pt x="68556" y="93632"/>
                  </a:lnTo>
                  <a:lnTo>
                    <a:pt x="68563" y="93616"/>
                  </a:lnTo>
                  <a:lnTo>
                    <a:pt x="68573" y="93591"/>
                  </a:lnTo>
                  <a:lnTo>
                    <a:pt x="68606" y="93506"/>
                  </a:lnTo>
                  <a:lnTo>
                    <a:pt x="68630" y="93424"/>
                  </a:lnTo>
                  <a:lnTo>
                    <a:pt x="68637" y="93397"/>
                  </a:lnTo>
                  <a:lnTo>
                    <a:pt x="68650" y="93341"/>
                  </a:lnTo>
                  <a:lnTo>
                    <a:pt x="68656" y="93257"/>
                  </a:lnTo>
                  <a:lnTo>
                    <a:pt x="68654" y="93021"/>
                  </a:lnTo>
                  <a:lnTo>
                    <a:pt x="68603" y="92761"/>
                  </a:lnTo>
                  <a:lnTo>
                    <a:pt x="68595" y="92719"/>
                  </a:lnTo>
                  <a:lnTo>
                    <a:pt x="68218" y="92301"/>
                  </a:lnTo>
                  <a:lnTo>
                    <a:pt x="68178" y="92281"/>
                  </a:lnTo>
                  <a:lnTo>
                    <a:pt x="68102" y="92262"/>
                  </a:lnTo>
                  <a:lnTo>
                    <a:pt x="67982" y="92337"/>
                  </a:lnTo>
                  <a:lnTo>
                    <a:pt x="67908" y="92442"/>
                  </a:lnTo>
                  <a:lnTo>
                    <a:pt x="67827" y="92557"/>
                  </a:lnTo>
                  <a:lnTo>
                    <a:pt x="67602" y="92877"/>
                  </a:lnTo>
                  <a:lnTo>
                    <a:pt x="67489" y="92995"/>
                  </a:lnTo>
                  <a:lnTo>
                    <a:pt x="67449" y="93139"/>
                  </a:lnTo>
                  <a:lnTo>
                    <a:pt x="67448" y="93207"/>
                  </a:lnTo>
                  <a:lnTo>
                    <a:pt x="67461" y="93317"/>
                  </a:lnTo>
                  <a:lnTo>
                    <a:pt x="67499" y="93385"/>
                  </a:lnTo>
                  <a:lnTo>
                    <a:pt x="67529" y="93436"/>
                  </a:lnTo>
                  <a:lnTo>
                    <a:pt x="67591" y="93494"/>
                  </a:lnTo>
                  <a:lnTo>
                    <a:pt x="67679" y="93523"/>
                  </a:lnTo>
                  <a:lnTo>
                    <a:pt x="67696" y="93522"/>
                  </a:lnTo>
                  <a:lnTo>
                    <a:pt x="67721" y="93494"/>
                  </a:lnTo>
                  <a:lnTo>
                    <a:pt x="67756" y="93497"/>
                  </a:lnTo>
                  <a:lnTo>
                    <a:pt x="67884" y="93545"/>
                  </a:lnTo>
                  <a:lnTo>
                    <a:pt x="67896" y="93553"/>
                  </a:lnTo>
                  <a:lnTo>
                    <a:pt x="67905" y="93582"/>
                  </a:lnTo>
                  <a:lnTo>
                    <a:pt x="67860" y="93715"/>
                  </a:lnTo>
                  <a:lnTo>
                    <a:pt x="67842" y="93767"/>
                  </a:lnTo>
                  <a:lnTo>
                    <a:pt x="67801" y="93798"/>
                  </a:lnTo>
                  <a:lnTo>
                    <a:pt x="67792" y="93799"/>
                  </a:lnTo>
                  <a:lnTo>
                    <a:pt x="67701" y="93807"/>
                  </a:lnTo>
                  <a:lnTo>
                    <a:pt x="67641" y="93813"/>
                  </a:lnTo>
                  <a:lnTo>
                    <a:pt x="67358" y="93801"/>
                  </a:lnTo>
                  <a:lnTo>
                    <a:pt x="67339" y="93802"/>
                  </a:lnTo>
                  <a:lnTo>
                    <a:pt x="67287" y="93808"/>
                  </a:lnTo>
                  <a:lnTo>
                    <a:pt x="67273" y="93810"/>
                  </a:lnTo>
                  <a:lnTo>
                    <a:pt x="67248" y="93818"/>
                  </a:lnTo>
                  <a:lnTo>
                    <a:pt x="67233" y="93828"/>
                  </a:lnTo>
                  <a:lnTo>
                    <a:pt x="67223" y="93836"/>
                  </a:lnTo>
                  <a:lnTo>
                    <a:pt x="67216" y="93848"/>
                  </a:lnTo>
                  <a:lnTo>
                    <a:pt x="67183" y="93945"/>
                  </a:lnTo>
                  <a:lnTo>
                    <a:pt x="67074" y="94218"/>
                  </a:lnTo>
                  <a:lnTo>
                    <a:pt x="67075" y="94451"/>
                  </a:lnTo>
                  <a:lnTo>
                    <a:pt x="67082" y="94469"/>
                  </a:lnTo>
                  <a:lnTo>
                    <a:pt x="67089" y="94485"/>
                  </a:lnTo>
                  <a:lnTo>
                    <a:pt x="67113" y="94539"/>
                  </a:lnTo>
                  <a:lnTo>
                    <a:pt x="67155" y="94580"/>
                  </a:lnTo>
                  <a:lnTo>
                    <a:pt x="67172" y="94579"/>
                  </a:lnTo>
                  <a:lnTo>
                    <a:pt x="67276" y="94414"/>
                  </a:lnTo>
                  <a:lnTo>
                    <a:pt x="67278" y="94355"/>
                  </a:lnTo>
                  <a:lnTo>
                    <a:pt x="67220" y="94219"/>
                  </a:lnTo>
                  <a:lnTo>
                    <a:pt x="67214" y="94173"/>
                  </a:lnTo>
                  <a:lnTo>
                    <a:pt x="67241" y="93904"/>
                  </a:lnTo>
                  <a:lnTo>
                    <a:pt x="67248" y="93884"/>
                  </a:lnTo>
                  <a:lnTo>
                    <a:pt x="67262" y="93871"/>
                  </a:lnTo>
                  <a:lnTo>
                    <a:pt x="67365" y="93850"/>
                  </a:lnTo>
                  <a:lnTo>
                    <a:pt x="67429" y="93842"/>
                  </a:lnTo>
                  <a:lnTo>
                    <a:pt x="67455" y="93846"/>
                  </a:lnTo>
                  <a:lnTo>
                    <a:pt x="67495" y="93871"/>
                  </a:lnTo>
                  <a:lnTo>
                    <a:pt x="67575" y="94030"/>
                  </a:lnTo>
                  <a:lnTo>
                    <a:pt x="67576" y="94069"/>
                  </a:lnTo>
                  <a:lnTo>
                    <a:pt x="67599" y="94126"/>
                  </a:lnTo>
                  <a:lnTo>
                    <a:pt x="67672" y="94198"/>
                  </a:lnTo>
                  <a:lnTo>
                    <a:pt x="67857" y="94317"/>
                  </a:lnTo>
                  <a:lnTo>
                    <a:pt x="68109" y="94309"/>
                  </a:lnTo>
                  <a:lnTo>
                    <a:pt x="68144" y="94308"/>
                  </a:lnTo>
                  <a:lnTo>
                    <a:pt x="68294" y="94280"/>
                  </a:lnTo>
                  <a:lnTo>
                    <a:pt x="68442" y="94280"/>
                  </a:lnTo>
                  <a:lnTo>
                    <a:pt x="68468" y="94299"/>
                  </a:lnTo>
                  <a:lnTo>
                    <a:pt x="68452" y="94354"/>
                  </a:lnTo>
                  <a:lnTo>
                    <a:pt x="68442" y="94369"/>
                  </a:lnTo>
                  <a:lnTo>
                    <a:pt x="68328" y="94534"/>
                  </a:lnTo>
                  <a:lnTo>
                    <a:pt x="68320" y="94545"/>
                  </a:lnTo>
                  <a:lnTo>
                    <a:pt x="68283" y="94640"/>
                  </a:lnTo>
                  <a:lnTo>
                    <a:pt x="68259" y="94704"/>
                  </a:lnTo>
                  <a:lnTo>
                    <a:pt x="68179" y="94914"/>
                  </a:lnTo>
                  <a:lnTo>
                    <a:pt x="68156" y="94972"/>
                  </a:lnTo>
                  <a:lnTo>
                    <a:pt x="68137" y="95089"/>
                  </a:lnTo>
                  <a:lnTo>
                    <a:pt x="68148" y="95111"/>
                  </a:lnTo>
                  <a:lnTo>
                    <a:pt x="68194" y="95114"/>
                  </a:lnTo>
                  <a:lnTo>
                    <a:pt x="68195" y="95177"/>
                  </a:lnTo>
                  <a:lnTo>
                    <a:pt x="67951" y="95438"/>
                  </a:lnTo>
                  <a:lnTo>
                    <a:pt x="67878" y="95446"/>
                  </a:lnTo>
                  <a:lnTo>
                    <a:pt x="67406" y="95496"/>
                  </a:lnTo>
                  <a:lnTo>
                    <a:pt x="67195" y="95474"/>
                  </a:lnTo>
                  <a:lnTo>
                    <a:pt x="67156" y="95454"/>
                  </a:lnTo>
                  <a:lnTo>
                    <a:pt x="67114" y="95432"/>
                  </a:lnTo>
                  <a:lnTo>
                    <a:pt x="67067" y="95408"/>
                  </a:lnTo>
                  <a:lnTo>
                    <a:pt x="66857" y="95428"/>
                  </a:lnTo>
                  <a:lnTo>
                    <a:pt x="66612" y="95508"/>
                  </a:lnTo>
                  <a:lnTo>
                    <a:pt x="66480" y="95618"/>
                  </a:lnTo>
                  <a:lnTo>
                    <a:pt x="66352" y="95783"/>
                  </a:lnTo>
                  <a:lnTo>
                    <a:pt x="66264" y="95855"/>
                  </a:lnTo>
                  <a:lnTo>
                    <a:pt x="66184" y="95881"/>
                  </a:lnTo>
                  <a:lnTo>
                    <a:pt x="65628" y="96057"/>
                  </a:lnTo>
                  <a:lnTo>
                    <a:pt x="65619" y="96060"/>
                  </a:lnTo>
                  <a:lnTo>
                    <a:pt x="65523" y="95999"/>
                  </a:lnTo>
                  <a:lnTo>
                    <a:pt x="65489" y="95937"/>
                  </a:lnTo>
                  <a:lnTo>
                    <a:pt x="65494" y="95853"/>
                  </a:lnTo>
                  <a:lnTo>
                    <a:pt x="65579" y="95787"/>
                  </a:lnTo>
                  <a:lnTo>
                    <a:pt x="65544" y="95677"/>
                  </a:lnTo>
                  <a:lnTo>
                    <a:pt x="65216" y="95435"/>
                  </a:lnTo>
                  <a:lnTo>
                    <a:pt x="65017" y="95404"/>
                  </a:lnTo>
                  <a:lnTo>
                    <a:pt x="64806" y="95450"/>
                  </a:lnTo>
                  <a:lnTo>
                    <a:pt x="64706" y="95511"/>
                  </a:lnTo>
                  <a:lnTo>
                    <a:pt x="64658" y="95514"/>
                  </a:lnTo>
                  <a:lnTo>
                    <a:pt x="64299" y="95421"/>
                  </a:lnTo>
                  <a:lnTo>
                    <a:pt x="64109" y="95318"/>
                  </a:lnTo>
                  <a:lnTo>
                    <a:pt x="64106" y="95311"/>
                  </a:lnTo>
                  <a:lnTo>
                    <a:pt x="64085" y="95261"/>
                  </a:lnTo>
                  <a:lnTo>
                    <a:pt x="64084" y="95243"/>
                  </a:lnTo>
                  <a:lnTo>
                    <a:pt x="64080" y="95066"/>
                  </a:lnTo>
                  <a:lnTo>
                    <a:pt x="64103" y="94940"/>
                  </a:lnTo>
                  <a:lnTo>
                    <a:pt x="64145" y="94850"/>
                  </a:lnTo>
                  <a:lnTo>
                    <a:pt x="64147" y="94778"/>
                  </a:lnTo>
                  <a:lnTo>
                    <a:pt x="64084" y="94496"/>
                  </a:lnTo>
                  <a:lnTo>
                    <a:pt x="64047" y="94418"/>
                  </a:lnTo>
                  <a:lnTo>
                    <a:pt x="64012" y="94344"/>
                  </a:lnTo>
                  <a:lnTo>
                    <a:pt x="63986" y="94237"/>
                  </a:lnTo>
                  <a:lnTo>
                    <a:pt x="64001" y="94214"/>
                  </a:lnTo>
                  <a:lnTo>
                    <a:pt x="64108" y="94187"/>
                  </a:lnTo>
                  <a:lnTo>
                    <a:pt x="64288" y="94143"/>
                  </a:lnTo>
                  <a:lnTo>
                    <a:pt x="64525" y="94355"/>
                  </a:lnTo>
                  <a:lnTo>
                    <a:pt x="64753" y="94626"/>
                  </a:lnTo>
                  <a:lnTo>
                    <a:pt x="65045" y="94840"/>
                  </a:lnTo>
                  <a:lnTo>
                    <a:pt x="65203" y="94871"/>
                  </a:lnTo>
                  <a:lnTo>
                    <a:pt x="65213" y="94873"/>
                  </a:lnTo>
                  <a:lnTo>
                    <a:pt x="65632" y="94896"/>
                  </a:lnTo>
                  <a:lnTo>
                    <a:pt x="65723" y="94888"/>
                  </a:lnTo>
                  <a:lnTo>
                    <a:pt x="65868" y="94874"/>
                  </a:lnTo>
                  <a:lnTo>
                    <a:pt x="66482" y="94183"/>
                  </a:lnTo>
                  <a:lnTo>
                    <a:pt x="66662" y="93824"/>
                  </a:lnTo>
                  <a:lnTo>
                    <a:pt x="66697" y="93538"/>
                  </a:lnTo>
                  <a:lnTo>
                    <a:pt x="66847" y="93264"/>
                  </a:lnTo>
                  <a:lnTo>
                    <a:pt x="66990" y="93109"/>
                  </a:lnTo>
                  <a:lnTo>
                    <a:pt x="67046" y="92960"/>
                  </a:lnTo>
                  <a:lnTo>
                    <a:pt x="67120" y="92765"/>
                  </a:lnTo>
                  <a:lnTo>
                    <a:pt x="67127" y="92669"/>
                  </a:lnTo>
                  <a:lnTo>
                    <a:pt x="67090" y="92538"/>
                  </a:lnTo>
                  <a:lnTo>
                    <a:pt x="66791" y="92224"/>
                  </a:lnTo>
                  <a:lnTo>
                    <a:pt x="66689" y="92161"/>
                  </a:lnTo>
                  <a:lnTo>
                    <a:pt x="66675" y="92152"/>
                  </a:lnTo>
                  <a:lnTo>
                    <a:pt x="66652" y="92149"/>
                  </a:lnTo>
                  <a:lnTo>
                    <a:pt x="66422" y="92120"/>
                  </a:lnTo>
                  <a:lnTo>
                    <a:pt x="66416" y="92119"/>
                  </a:lnTo>
                  <a:lnTo>
                    <a:pt x="66373" y="92202"/>
                  </a:lnTo>
                  <a:lnTo>
                    <a:pt x="66396" y="92245"/>
                  </a:lnTo>
                  <a:lnTo>
                    <a:pt x="66482" y="92410"/>
                  </a:lnTo>
                  <a:lnTo>
                    <a:pt x="66501" y="92503"/>
                  </a:lnTo>
                  <a:lnTo>
                    <a:pt x="66494" y="92531"/>
                  </a:lnTo>
                  <a:lnTo>
                    <a:pt x="66470" y="92631"/>
                  </a:lnTo>
                  <a:lnTo>
                    <a:pt x="66380" y="92997"/>
                  </a:lnTo>
                  <a:lnTo>
                    <a:pt x="66330" y="92999"/>
                  </a:lnTo>
                  <a:lnTo>
                    <a:pt x="66273" y="93002"/>
                  </a:lnTo>
                  <a:lnTo>
                    <a:pt x="66249" y="93000"/>
                  </a:lnTo>
                  <a:lnTo>
                    <a:pt x="66213" y="92983"/>
                  </a:lnTo>
                  <a:lnTo>
                    <a:pt x="66173" y="92963"/>
                  </a:lnTo>
                  <a:lnTo>
                    <a:pt x="66054" y="92922"/>
                  </a:lnTo>
                  <a:lnTo>
                    <a:pt x="65846" y="92944"/>
                  </a:lnTo>
                  <a:lnTo>
                    <a:pt x="65765" y="92858"/>
                  </a:lnTo>
                  <a:lnTo>
                    <a:pt x="65736" y="92780"/>
                  </a:lnTo>
                  <a:lnTo>
                    <a:pt x="65732" y="92777"/>
                  </a:lnTo>
                  <a:lnTo>
                    <a:pt x="65681" y="92796"/>
                  </a:lnTo>
                  <a:lnTo>
                    <a:pt x="65676" y="92797"/>
                  </a:lnTo>
                  <a:lnTo>
                    <a:pt x="65530" y="92837"/>
                  </a:lnTo>
                  <a:lnTo>
                    <a:pt x="65454" y="92858"/>
                  </a:lnTo>
                  <a:lnTo>
                    <a:pt x="65424" y="92930"/>
                  </a:lnTo>
                  <a:lnTo>
                    <a:pt x="65419" y="92944"/>
                  </a:lnTo>
                  <a:lnTo>
                    <a:pt x="65407" y="92948"/>
                  </a:lnTo>
                  <a:lnTo>
                    <a:pt x="65396" y="92942"/>
                  </a:lnTo>
                  <a:lnTo>
                    <a:pt x="65366" y="92929"/>
                  </a:lnTo>
                  <a:lnTo>
                    <a:pt x="65063" y="92795"/>
                  </a:lnTo>
                  <a:lnTo>
                    <a:pt x="64979" y="92794"/>
                  </a:lnTo>
                  <a:lnTo>
                    <a:pt x="64948" y="92848"/>
                  </a:lnTo>
                  <a:lnTo>
                    <a:pt x="64911" y="92910"/>
                  </a:lnTo>
                  <a:lnTo>
                    <a:pt x="64900" y="92928"/>
                  </a:lnTo>
                  <a:lnTo>
                    <a:pt x="64876" y="92969"/>
                  </a:lnTo>
                  <a:lnTo>
                    <a:pt x="64864" y="93003"/>
                  </a:lnTo>
                  <a:lnTo>
                    <a:pt x="64698" y="93309"/>
                  </a:lnTo>
                  <a:lnTo>
                    <a:pt x="64538" y="93658"/>
                  </a:lnTo>
                  <a:lnTo>
                    <a:pt x="64526" y="93668"/>
                  </a:lnTo>
                  <a:lnTo>
                    <a:pt x="64442" y="93738"/>
                  </a:lnTo>
                  <a:lnTo>
                    <a:pt x="64413" y="93762"/>
                  </a:lnTo>
                  <a:lnTo>
                    <a:pt x="64291" y="93769"/>
                  </a:lnTo>
                  <a:lnTo>
                    <a:pt x="64250" y="93810"/>
                  </a:lnTo>
                  <a:lnTo>
                    <a:pt x="64194" y="93885"/>
                  </a:lnTo>
                  <a:lnTo>
                    <a:pt x="64134" y="93977"/>
                  </a:lnTo>
                  <a:lnTo>
                    <a:pt x="64100" y="94045"/>
                  </a:lnTo>
                  <a:lnTo>
                    <a:pt x="64082" y="94072"/>
                  </a:lnTo>
                  <a:lnTo>
                    <a:pt x="64059" y="94093"/>
                  </a:lnTo>
                  <a:lnTo>
                    <a:pt x="63544" y="94029"/>
                  </a:lnTo>
                  <a:lnTo>
                    <a:pt x="62803" y="93847"/>
                  </a:lnTo>
                  <a:lnTo>
                    <a:pt x="62566" y="93789"/>
                  </a:lnTo>
                  <a:lnTo>
                    <a:pt x="62257" y="93763"/>
                  </a:lnTo>
                  <a:lnTo>
                    <a:pt x="61956" y="93785"/>
                  </a:lnTo>
                  <a:lnTo>
                    <a:pt x="61924" y="93787"/>
                  </a:lnTo>
                  <a:lnTo>
                    <a:pt x="61819" y="93795"/>
                  </a:lnTo>
                  <a:lnTo>
                    <a:pt x="61436" y="93823"/>
                  </a:lnTo>
                  <a:lnTo>
                    <a:pt x="61287" y="93861"/>
                  </a:lnTo>
                  <a:lnTo>
                    <a:pt x="60962" y="93943"/>
                  </a:lnTo>
                  <a:lnTo>
                    <a:pt x="60414" y="94134"/>
                  </a:lnTo>
                  <a:lnTo>
                    <a:pt x="59826" y="94437"/>
                  </a:lnTo>
                  <a:lnTo>
                    <a:pt x="59497" y="94627"/>
                  </a:lnTo>
                  <a:lnTo>
                    <a:pt x="59374" y="94733"/>
                  </a:lnTo>
                  <a:lnTo>
                    <a:pt x="59289" y="94805"/>
                  </a:lnTo>
                  <a:lnTo>
                    <a:pt x="59115" y="94954"/>
                  </a:lnTo>
                  <a:lnTo>
                    <a:pt x="58926" y="95177"/>
                  </a:lnTo>
                  <a:lnTo>
                    <a:pt x="58331" y="95340"/>
                  </a:lnTo>
                  <a:lnTo>
                    <a:pt x="57971" y="95488"/>
                  </a:lnTo>
                  <a:lnTo>
                    <a:pt x="57730" y="95612"/>
                  </a:lnTo>
                  <a:lnTo>
                    <a:pt x="57408" y="95777"/>
                  </a:lnTo>
                  <a:lnTo>
                    <a:pt x="57201" y="95884"/>
                  </a:lnTo>
                  <a:lnTo>
                    <a:pt x="56978" y="95790"/>
                  </a:lnTo>
                  <a:lnTo>
                    <a:pt x="56935" y="95736"/>
                  </a:lnTo>
                  <a:lnTo>
                    <a:pt x="56925" y="95598"/>
                  </a:lnTo>
                  <a:lnTo>
                    <a:pt x="56965" y="95163"/>
                  </a:lnTo>
                  <a:lnTo>
                    <a:pt x="56853" y="94913"/>
                  </a:lnTo>
                  <a:lnTo>
                    <a:pt x="56672" y="94744"/>
                  </a:lnTo>
                  <a:lnTo>
                    <a:pt x="56433" y="94626"/>
                  </a:lnTo>
                  <a:lnTo>
                    <a:pt x="56178" y="94562"/>
                  </a:lnTo>
                  <a:lnTo>
                    <a:pt x="56077" y="94551"/>
                  </a:lnTo>
                  <a:lnTo>
                    <a:pt x="55977" y="94539"/>
                  </a:lnTo>
                  <a:lnTo>
                    <a:pt x="55531" y="94590"/>
                  </a:lnTo>
                  <a:lnTo>
                    <a:pt x="55524" y="94593"/>
                  </a:lnTo>
                  <a:lnTo>
                    <a:pt x="55351" y="94669"/>
                  </a:lnTo>
                  <a:lnTo>
                    <a:pt x="55240" y="94718"/>
                  </a:lnTo>
                  <a:lnTo>
                    <a:pt x="55081" y="94809"/>
                  </a:lnTo>
                  <a:lnTo>
                    <a:pt x="55062" y="94820"/>
                  </a:lnTo>
                  <a:lnTo>
                    <a:pt x="55034" y="94836"/>
                  </a:lnTo>
                  <a:lnTo>
                    <a:pt x="54821" y="95034"/>
                  </a:lnTo>
                  <a:lnTo>
                    <a:pt x="54744" y="95080"/>
                  </a:lnTo>
                  <a:lnTo>
                    <a:pt x="54550" y="95132"/>
                  </a:lnTo>
                  <a:lnTo>
                    <a:pt x="54462" y="95223"/>
                  </a:lnTo>
                  <a:lnTo>
                    <a:pt x="54454" y="95271"/>
                  </a:lnTo>
                  <a:lnTo>
                    <a:pt x="54299" y="95502"/>
                  </a:lnTo>
                  <a:lnTo>
                    <a:pt x="54095" y="95736"/>
                  </a:lnTo>
                  <a:lnTo>
                    <a:pt x="53998" y="95885"/>
                  </a:lnTo>
                  <a:lnTo>
                    <a:pt x="53678" y="96497"/>
                  </a:lnTo>
                  <a:lnTo>
                    <a:pt x="53267" y="97575"/>
                  </a:lnTo>
                  <a:lnTo>
                    <a:pt x="53194" y="97826"/>
                  </a:lnTo>
                  <a:lnTo>
                    <a:pt x="53177" y="97885"/>
                  </a:lnTo>
                  <a:lnTo>
                    <a:pt x="53107" y="98128"/>
                  </a:lnTo>
                  <a:lnTo>
                    <a:pt x="52986" y="98772"/>
                  </a:lnTo>
                  <a:lnTo>
                    <a:pt x="52781" y="99253"/>
                  </a:lnTo>
                  <a:lnTo>
                    <a:pt x="52620" y="99511"/>
                  </a:lnTo>
                  <a:lnTo>
                    <a:pt x="52387" y="100216"/>
                  </a:lnTo>
                  <a:lnTo>
                    <a:pt x="52359" y="100532"/>
                  </a:lnTo>
                  <a:lnTo>
                    <a:pt x="52340" y="100757"/>
                  </a:lnTo>
                  <a:lnTo>
                    <a:pt x="52334" y="100819"/>
                  </a:lnTo>
                  <a:lnTo>
                    <a:pt x="52351" y="101091"/>
                  </a:lnTo>
                  <a:lnTo>
                    <a:pt x="52402" y="101240"/>
                  </a:lnTo>
                  <a:lnTo>
                    <a:pt x="52487" y="101318"/>
                  </a:lnTo>
                  <a:lnTo>
                    <a:pt x="52727" y="101383"/>
                  </a:lnTo>
                  <a:lnTo>
                    <a:pt x="52895" y="101349"/>
                  </a:lnTo>
                  <a:lnTo>
                    <a:pt x="53004" y="101299"/>
                  </a:lnTo>
                  <a:lnTo>
                    <a:pt x="53126" y="101415"/>
                  </a:lnTo>
                  <a:lnTo>
                    <a:pt x="53167" y="101492"/>
                  </a:lnTo>
                  <a:lnTo>
                    <a:pt x="53172" y="101556"/>
                  </a:lnTo>
                  <a:lnTo>
                    <a:pt x="52855" y="101647"/>
                  </a:lnTo>
                  <a:lnTo>
                    <a:pt x="52729" y="101634"/>
                  </a:lnTo>
                  <a:lnTo>
                    <a:pt x="52679" y="101544"/>
                  </a:lnTo>
                  <a:lnTo>
                    <a:pt x="52642" y="101529"/>
                  </a:lnTo>
                  <a:lnTo>
                    <a:pt x="52563" y="101546"/>
                  </a:lnTo>
                  <a:lnTo>
                    <a:pt x="52454" y="101611"/>
                  </a:lnTo>
                  <a:lnTo>
                    <a:pt x="52423" y="101657"/>
                  </a:lnTo>
                  <a:lnTo>
                    <a:pt x="52390" y="101705"/>
                  </a:lnTo>
                  <a:lnTo>
                    <a:pt x="52367" y="101823"/>
                  </a:lnTo>
                  <a:lnTo>
                    <a:pt x="52383" y="101944"/>
                  </a:lnTo>
                  <a:lnTo>
                    <a:pt x="52314" y="102021"/>
                  </a:lnTo>
                  <a:lnTo>
                    <a:pt x="52266" y="102032"/>
                  </a:lnTo>
                  <a:lnTo>
                    <a:pt x="51836" y="102012"/>
                  </a:lnTo>
                  <a:lnTo>
                    <a:pt x="51698" y="101854"/>
                  </a:lnTo>
                  <a:lnTo>
                    <a:pt x="51650" y="101686"/>
                  </a:lnTo>
                  <a:lnTo>
                    <a:pt x="51630" y="101526"/>
                  </a:lnTo>
                  <a:lnTo>
                    <a:pt x="51652" y="101490"/>
                  </a:lnTo>
                  <a:lnTo>
                    <a:pt x="51704" y="101477"/>
                  </a:lnTo>
                  <a:lnTo>
                    <a:pt x="51735" y="101389"/>
                  </a:lnTo>
                  <a:lnTo>
                    <a:pt x="51765" y="101301"/>
                  </a:lnTo>
                  <a:lnTo>
                    <a:pt x="51784" y="101246"/>
                  </a:lnTo>
                  <a:lnTo>
                    <a:pt x="51673" y="100973"/>
                  </a:lnTo>
                  <a:lnTo>
                    <a:pt x="51549" y="100803"/>
                  </a:lnTo>
                  <a:lnTo>
                    <a:pt x="51422" y="100750"/>
                  </a:lnTo>
                  <a:lnTo>
                    <a:pt x="51133" y="100832"/>
                  </a:lnTo>
                  <a:lnTo>
                    <a:pt x="51127" y="100840"/>
                  </a:lnTo>
                  <a:lnTo>
                    <a:pt x="51118" y="100854"/>
                  </a:lnTo>
                  <a:lnTo>
                    <a:pt x="51104" y="100874"/>
                  </a:lnTo>
                  <a:lnTo>
                    <a:pt x="51100" y="100891"/>
                  </a:lnTo>
                  <a:lnTo>
                    <a:pt x="51083" y="100955"/>
                  </a:lnTo>
                  <a:lnTo>
                    <a:pt x="51075" y="101007"/>
                  </a:lnTo>
                  <a:lnTo>
                    <a:pt x="51078" y="101052"/>
                  </a:lnTo>
                  <a:lnTo>
                    <a:pt x="51141" y="101204"/>
                  </a:lnTo>
                  <a:lnTo>
                    <a:pt x="51142" y="101217"/>
                  </a:lnTo>
                  <a:lnTo>
                    <a:pt x="51139" y="101229"/>
                  </a:lnTo>
                  <a:lnTo>
                    <a:pt x="51103" y="101301"/>
                  </a:lnTo>
                  <a:lnTo>
                    <a:pt x="50961" y="101339"/>
                  </a:lnTo>
                  <a:lnTo>
                    <a:pt x="50954" y="101339"/>
                  </a:lnTo>
                  <a:lnTo>
                    <a:pt x="50938" y="101337"/>
                  </a:lnTo>
                  <a:lnTo>
                    <a:pt x="50697" y="101310"/>
                  </a:lnTo>
                  <a:lnTo>
                    <a:pt x="50497" y="101189"/>
                  </a:lnTo>
                  <a:lnTo>
                    <a:pt x="50166" y="101365"/>
                  </a:lnTo>
                  <a:lnTo>
                    <a:pt x="50167" y="101406"/>
                  </a:lnTo>
                  <a:lnTo>
                    <a:pt x="50168" y="101467"/>
                  </a:lnTo>
                  <a:lnTo>
                    <a:pt x="50170" y="101548"/>
                  </a:lnTo>
                  <a:lnTo>
                    <a:pt x="50219" y="101734"/>
                  </a:lnTo>
                  <a:lnTo>
                    <a:pt x="50255" y="101874"/>
                  </a:lnTo>
                  <a:lnTo>
                    <a:pt x="50270" y="101904"/>
                  </a:lnTo>
                  <a:lnTo>
                    <a:pt x="50344" y="102055"/>
                  </a:lnTo>
                  <a:lnTo>
                    <a:pt x="50456" y="102180"/>
                  </a:lnTo>
                  <a:lnTo>
                    <a:pt x="50485" y="102212"/>
                  </a:lnTo>
                  <a:lnTo>
                    <a:pt x="50497" y="102218"/>
                  </a:lnTo>
                  <a:lnTo>
                    <a:pt x="50579" y="102255"/>
                  </a:lnTo>
                  <a:lnTo>
                    <a:pt x="50606" y="102267"/>
                  </a:lnTo>
                  <a:lnTo>
                    <a:pt x="50627" y="102268"/>
                  </a:lnTo>
                  <a:lnTo>
                    <a:pt x="50750" y="102278"/>
                  </a:lnTo>
                  <a:lnTo>
                    <a:pt x="51069" y="102092"/>
                  </a:lnTo>
                  <a:lnTo>
                    <a:pt x="51129" y="101960"/>
                  </a:lnTo>
                  <a:lnTo>
                    <a:pt x="51166" y="101878"/>
                  </a:lnTo>
                  <a:lnTo>
                    <a:pt x="51291" y="101603"/>
                  </a:lnTo>
                  <a:lnTo>
                    <a:pt x="51301" y="101497"/>
                  </a:lnTo>
                  <a:lnTo>
                    <a:pt x="51222" y="101176"/>
                  </a:lnTo>
                  <a:lnTo>
                    <a:pt x="51239" y="101070"/>
                  </a:lnTo>
                  <a:lnTo>
                    <a:pt x="51299" y="100980"/>
                  </a:lnTo>
                  <a:lnTo>
                    <a:pt x="51323" y="100943"/>
                  </a:lnTo>
                  <a:lnTo>
                    <a:pt x="51398" y="100890"/>
                  </a:lnTo>
                  <a:lnTo>
                    <a:pt x="51400" y="100901"/>
                  </a:lnTo>
                  <a:lnTo>
                    <a:pt x="51404" y="100923"/>
                  </a:lnTo>
                  <a:lnTo>
                    <a:pt x="51413" y="100982"/>
                  </a:lnTo>
                  <a:lnTo>
                    <a:pt x="51429" y="101175"/>
                  </a:lnTo>
                  <a:lnTo>
                    <a:pt x="51436" y="101363"/>
                  </a:lnTo>
                  <a:lnTo>
                    <a:pt x="51555" y="101752"/>
                  </a:lnTo>
                  <a:lnTo>
                    <a:pt x="51555" y="101770"/>
                  </a:lnTo>
                  <a:lnTo>
                    <a:pt x="51536" y="101824"/>
                  </a:lnTo>
                  <a:lnTo>
                    <a:pt x="51467" y="101909"/>
                  </a:lnTo>
                  <a:lnTo>
                    <a:pt x="51465" y="101938"/>
                  </a:lnTo>
                  <a:lnTo>
                    <a:pt x="51491" y="102007"/>
                  </a:lnTo>
                  <a:lnTo>
                    <a:pt x="51519" y="102081"/>
                  </a:lnTo>
                  <a:lnTo>
                    <a:pt x="51545" y="102149"/>
                  </a:lnTo>
                  <a:lnTo>
                    <a:pt x="51625" y="102233"/>
                  </a:lnTo>
                  <a:lnTo>
                    <a:pt x="51733" y="102265"/>
                  </a:lnTo>
                  <a:lnTo>
                    <a:pt x="52354" y="102161"/>
                  </a:lnTo>
                  <a:lnTo>
                    <a:pt x="52778" y="102090"/>
                  </a:lnTo>
                  <a:lnTo>
                    <a:pt x="52871" y="102126"/>
                  </a:lnTo>
                  <a:lnTo>
                    <a:pt x="52950" y="102157"/>
                  </a:lnTo>
                  <a:lnTo>
                    <a:pt x="53019" y="102213"/>
                  </a:lnTo>
                  <a:lnTo>
                    <a:pt x="53361" y="102491"/>
                  </a:lnTo>
                  <a:lnTo>
                    <a:pt x="53384" y="102621"/>
                  </a:lnTo>
                  <a:lnTo>
                    <a:pt x="53399" y="102713"/>
                  </a:lnTo>
                  <a:lnTo>
                    <a:pt x="53416" y="102813"/>
                  </a:lnTo>
                  <a:lnTo>
                    <a:pt x="53387" y="103025"/>
                  </a:lnTo>
                  <a:lnTo>
                    <a:pt x="53384" y="103048"/>
                  </a:lnTo>
                  <a:lnTo>
                    <a:pt x="53344" y="103334"/>
                  </a:lnTo>
                  <a:lnTo>
                    <a:pt x="53339" y="103367"/>
                  </a:lnTo>
                  <a:lnTo>
                    <a:pt x="53099" y="103586"/>
                  </a:lnTo>
                  <a:lnTo>
                    <a:pt x="53034" y="103622"/>
                  </a:lnTo>
                  <a:lnTo>
                    <a:pt x="52978" y="103654"/>
                  </a:lnTo>
                  <a:lnTo>
                    <a:pt x="52918" y="103631"/>
                  </a:lnTo>
                  <a:lnTo>
                    <a:pt x="52850" y="103606"/>
                  </a:lnTo>
                  <a:lnTo>
                    <a:pt x="52647" y="103709"/>
                  </a:lnTo>
                  <a:lnTo>
                    <a:pt x="52680" y="103830"/>
                  </a:lnTo>
                  <a:lnTo>
                    <a:pt x="52775" y="104002"/>
                  </a:lnTo>
                  <a:lnTo>
                    <a:pt x="52868" y="104114"/>
                  </a:lnTo>
                  <a:lnTo>
                    <a:pt x="52751" y="104554"/>
                  </a:lnTo>
                  <a:lnTo>
                    <a:pt x="52696" y="104765"/>
                  </a:lnTo>
                  <a:lnTo>
                    <a:pt x="52559" y="104773"/>
                  </a:lnTo>
                  <a:lnTo>
                    <a:pt x="52389" y="104661"/>
                  </a:lnTo>
                  <a:lnTo>
                    <a:pt x="52256" y="104529"/>
                  </a:lnTo>
                  <a:lnTo>
                    <a:pt x="52151" y="104425"/>
                  </a:lnTo>
                  <a:lnTo>
                    <a:pt x="52047" y="104322"/>
                  </a:lnTo>
                  <a:lnTo>
                    <a:pt x="52043" y="104317"/>
                  </a:lnTo>
                  <a:lnTo>
                    <a:pt x="51809" y="104395"/>
                  </a:lnTo>
                  <a:lnTo>
                    <a:pt x="51729" y="104444"/>
                  </a:lnTo>
                  <a:lnTo>
                    <a:pt x="51607" y="104579"/>
                  </a:lnTo>
                  <a:lnTo>
                    <a:pt x="51528" y="104716"/>
                  </a:lnTo>
                  <a:lnTo>
                    <a:pt x="51488" y="104875"/>
                  </a:lnTo>
                  <a:lnTo>
                    <a:pt x="51510" y="104988"/>
                  </a:lnTo>
                  <a:lnTo>
                    <a:pt x="51543" y="105031"/>
                  </a:lnTo>
                  <a:lnTo>
                    <a:pt x="51613" y="105008"/>
                  </a:lnTo>
                  <a:lnTo>
                    <a:pt x="51708" y="105030"/>
                  </a:lnTo>
                  <a:lnTo>
                    <a:pt x="51771" y="105093"/>
                  </a:lnTo>
                  <a:lnTo>
                    <a:pt x="51955" y="105558"/>
                  </a:lnTo>
                  <a:lnTo>
                    <a:pt x="51946" y="105603"/>
                  </a:lnTo>
                  <a:lnTo>
                    <a:pt x="51599" y="105617"/>
                  </a:lnTo>
                  <a:lnTo>
                    <a:pt x="51578" y="105618"/>
                  </a:lnTo>
                  <a:lnTo>
                    <a:pt x="51384" y="105596"/>
                  </a:lnTo>
                  <a:lnTo>
                    <a:pt x="50949" y="105090"/>
                  </a:lnTo>
                  <a:lnTo>
                    <a:pt x="50874" y="104978"/>
                  </a:lnTo>
                  <a:lnTo>
                    <a:pt x="50804" y="104697"/>
                  </a:lnTo>
                  <a:lnTo>
                    <a:pt x="50809" y="104582"/>
                  </a:lnTo>
                  <a:lnTo>
                    <a:pt x="50852" y="104507"/>
                  </a:lnTo>
                  <a:lnTo>
                    <a:pt x="51031" y="104368"/>
                  </a:lnTo>
                  <a:lnTo>
                    <a:pt x="51145" y="104280"/>
                  </a:lnTo>
                  <a:lnTo>
                    <a:pt x="51169" y="104302"/>
                  </a:lnTo>
                  <a:lnTo>
                    <a:pt x="51200" y="104328"/>
                  </a:lnTo>
                  <a:lnTo>
                    <a:pt x="51214" y="104159"/>
                  </a:lnTo>
                  <a:lnTo>
                    <a:pt x="51195" y="104101"/>
                  </a:lnTo>
                  <a:lnTo>
                    <a:pt x="51075" y="103952"/>
                  </a:lnTo>
                  <a:lnTo>
                    <a:pt x="50746" y="103543"/>
                  </a:lnTo>
                  <a:lnTo>
                    <a:pt x="50657" y="103517"/>
                  </a:lnTo>
                  <a:lnTo>
                    <a:pt x="50459" y="103459"/>
                  </a:lnTo>
                  <a:lnTo>
                    <a:pt x="50210" y="103429"/>
                  </a:lnTo>
                  <a:lnTo>
                    <a:pt x="50039" y="103446"/>
                  </a:lnTo>
                  <a:lnTo>
                    <a:pt x="49911" y="103477"/>
                  </a:lnTo>
                  <a:lnTo>
                    <a:pt x="49729" y="103520"/>
                  </a:lnTo>
                  <a:lnTo>
                    <a:pt x="49500" y="103646"/>
                  </a:lnTo>
                  <a:lnTo>
                    <a:pt x="49330" y="103658"/>
                  </a:lnTo>
                  <a:lnTo>
                    <a:pt x="48876" y="103690"/>
                  </a:lnTo>
                  <a:lnTo>
                    <a:pt x="48193" y="103906"/>
                  </a:lnTo>
                  <a:lnTo>
                    <a:pt x="47970" y="104013"/>
                  </a:lnTo>
                  <a:lnTo>
                    <a:pt x="47485" y="104363"/>
                  </a:lnTo>
                  <a:lnTo>
                    <a:pt x="47384" y="104458"/>
                  </a:lnTo>
                  <a:lnTo>
                    <a:pt x="47309" y="104528"/>
                  </a:lnTo>
                  <a:lnTo>
                    <a:pt x="47233" y="104600"/>
                  </a:lnTo>
                  <a:lnTo>
                    <a:pt x="47184" y="104647"/>
                  </a:lnTo>
                  <a:lnTo>
                    <a:pt x="47163" y="104657"/>
                  </a:lnTo>
                  <a:lnTo>
                    <a:pt x="47128" y="104674"/>
                  </a:lnTo>
                  <a:lnTo>
                    <a:pt x="47159" y="104767"/>
                  </a:lnTo>
                  <a:lnTo>
                    <a:pt x="47156" y="104777"/>
                  </a:lnTo>
                  <a:lnTo>
                    <a:pt x="47163" y="105236"/>
                  </a:lnTo>
                  <a:lnTo>
                    <a:pt x="47165" y="105357"/>
                  </a:lnTo>
                  <a:lnTo>
                    <a:pt x="47142" y="105434"/>
                  </a:lnTo>
                  <a:lnTo>
                    <a:pt x="47000" y="105628"/>
                  </a:lnTo>
                  <a:lnTo>
                    <a:pt x="46976" y="105693"/>
                  </a:lnTo>
                  <a:lnTo>
                    <a:pt x="46981" y="105766"/>
                  </a:lnTo>
                  <a:lnTo>
                    <a:pt x="47006" y="105832"/>
                  </a:lnTo>
                  <a:lnTo>
                    <a:pt x="47131" y="105977"/>
                  </a:lnTo>
                  <a:lnTo>
                    <a:pt x="47184" y="105976"/>
                  </a:lnTo>
                  <a:lnTo>
                    <a:pt x="47264" y="105929"/>
                  </a:lnTo>
                  <a:lnTo>
                    <a:pt x="47380" y="106049"/>
                  </a:lnTo>
                  <a:lnTo>
                    <a:pt x="47709" y="106742"/>
                  </a:lnTo>
                  <a:lnTo>
                    <a:pt x="47727" y="106780"/>
                  </a:lnTo>
                  <a:lnTo>
                    <a:pt x="47705" y="106846"/>
                  </a:lnTo>
                  <a:lnTo>
                    <a:pt x="47578" y="107001"/>
                  </a:lnTo>
                  <a:lnTo>
                    <a:pt x="47519" y="106984"/>
                  </a:lnTo>
                  <a:lnTo>
                    <a:pt x="47164" y="106663"/>
                  </a:lnTo>
                  <a:lnTo>
                    <a:pt x="47105" y="106576"/>
                  </a:lnTo>
                  <a:lnTo>
                    <a:pt x="47090" y="106513"/>
                  </a:lnTo>
                  <a:lnTo>
                    <a:pt x="46959" y="106403"/>
                  </a:lnTo>
                  <a:lnTo>
                    <a:pt x="46938" y="106411"/>
                  </a:lnTo>
                  <a:lnTo>
                    <a:pt x="46914" y="106449"/>
                  </a:lnTo>
                  <a:lnTo>
                    <a:pt x="46888" y="106610"/>
                  </a:lnTo>
                  <a:lnTo>
                    <a:pt x="46887" y="106617"/>
                  </a:lnTo>
                  <a:lnTo>
                    <a:pt x="46853" y="106656"/>
                  </a:lnTo>
                  <a:lnTo>
                    <a:pt x="46780" y="106738"/>
                  </a:lnTo>
                  <a:lnTo>
                    <a:pt x="46726" y="106788"/>
                  </a:lnTo>
                  <a:lnTo>
                    <a:pt x="46707" y="106795"/>
                  </a:lnTo>
                  <a:lnTo>
                    <a:pt x="46685" y="106792"/>
                  </a:lnTo>
                  <a:lnTo>
                    <a:pt x="46674" y="106782"/>
                  </a:lnTo>
                  <a:lnTo>
                    <a:pt x="46669" y="106757"/>
                  </a:lnTo>
                  <a:lnTo>
                    <a:pt x="46656" y="106737"/>
                  </a:lnTo>
                  <a:lnTo>
                    <a:pt x="46604" y="106688"/>
                  </a:lnTo>
                  <a:lnTo>
                    <a:pt x="46575" y="106660"/>
                  </a:lnTo>
                  <a:lnTo>
                    <a:pt x="46389" y="106689"/>
                  </a:lnTo>
                  <a:lnTo>
                    <a:pt x="46008" y="106569"/>
                  </a:lnTo>
                  <a:lnTo>
                    <a:pt x="45823" y="106511"/>
                  </a:lnTo>
                  <a:lnTo>
                    <a:pt x="45768" y="106535"/>
                  </a:lnTo>
                  <a:lnTo>
                    <a:pt x="45680" y="106651"/>
                  </a:lnTo>
                  <a:lnTo>
                    <a:pt x="45713" y="106871"/>
                  </a:lnTo>
                  <a:lnTo>
                    <a:pt x="45715" y="106886"/>
                  </a:lnTo>
                  <a:lnTo>
                    <a:pt x="45723" y="106906"/>
                  </a:lnTo>
                  <a:lnTo>
                    <a:pt x="45767" y="107021"/>
                  </a:lnTo>
                  <a:lnTo>
                    <a:pt x="45751" y="107167"/>
                  </a:lnTo>
                  <a:lnTo>
                    <a:pt x="45727" y="107186"/>
                  </a:lnTo>
                  <a:lnTo>
                    <a:pt x="45559" y="107152"/>
                  </a:lnTo>
                  <a:lnTo>
                    <a:pt x="45393" y="107191"/>
                  </a:lnTo>
                  <a:lnTo>
                    <a:pt x="45357" y="107377"/>
                  </a:lnTo>
                  <a:lnTo>
                    <a:pt x="45457" y="107598"/>
                  </a:lnTo>
                  <a:lnTo>
                    <a:pt x="45436" y="107627"/>
                  </a:lnTo>
                  <a:lnTo>
                    <a:pt x="45423" y="107620"/>
                  </a:lnTo>
                  <a:lnTo>
                    <a:pt x="45273" y="107516"/>
                  </a:lnTo>
                  <a:lnTo>
                    <a:pt x="44684" y="106948"/>
                  </a:lnTo>
                  <a:lnTo>
                    <a:pt x="44679" y="106925"/>
                  </a:lnTo>
                  <a:lnTo>
                    <a:pt x="44798" y="106779"/>
                  </a:lnTo>
                  <a:lnTo>
                    <a:pt x="44846" y="106720"/>
                  </a:lnTo>
                  <a:lnTo>
                    <a:pt x="44858" y="106712"/>
                  </a:lnTo>
                  <a:lnTo>
                    <a:pt x="44908" y="106676"/>
                  </a:lnTo>
                  <a:lnTo>
                    <a:pt x="45028" y="106644"/>
                  </a:lnTo>
                  <a:lnTo>
                    <a:pt x="45034" y="106642"/>
                  </a:lnTo>
                  <a:lnTo>
                    <a:pt x="45107" y="106567"/>
                  </a:lnTo>
                  <a:lnTo>
                    <a:pt x="45144" y="106490"/>
                  </a:lnTo>
                  <a:lnTo>
                    <a:pt x="45145" y="106336"/>
                  </a:lnTo>
                  <a:lnTo>
                    <a:pt x="45114" y="106218"/>
                  </a:lnTo>
                  <a:lnTo>
                    <a:pt x="45095" y="106149"/>
                  </a:lnTo>
                  <a:lnTo>
                    <a:pt x="45043" y="106050"/>
                  </a:lnTo>
                  <a:lnTo>
                    <a:pt x="45021" y="105928"/>
                  </a:lnTo>
                  <a:lnTo>
                    <a:pt x="45134" y="105701"/>
                  </a:lnTo>
                  <a:lnTo>
                    <a:pt x="45212" y="105647"/>
                  </a:lnTo>
                  <a:lnTo>
                    <a:pt x="45291" y="105593"/>
                  </a:lnTo>
                  <a:lnTo>
                    <a:pt x="45482" y="105294"/>
                  </a:lnTo>
                  <a:lnTo>
                    <a:pt x="45506" y="105097"/>
                  </a:lnTo>
                  <a:lnTo>
                    <a:pt x="45494" y="105070"/>
                  </a:lnTo>
                  <a:lnTo>
                    <a:pt x="45433" y="105067"/>
                  </a:lnTo>
                  <a:lnTo>
                    <a:pt x="45066" y="105051"/>
                  </a:lnTo>
                  <a:lnTo>
                    <a:pt x="45061" y="105051"/>
                  </a:lnTo>
                  <a:lnTo>
                    <a:pt x="44672" y="104870"/>
                  </a:lnTo>
                  <a:lnTo>
                    <a:pt x="44643" y="104821"/>
                  </a:lnTo>
                  <a:lnTo>
                    <a:pt x="44702" y="104728"/>
                  </a:lnTo>
                  <a:lnTo>
                    <a:pt x="44674" y="104610"/>
                  </a:lnTo>
                  <a:lnTo>
                    <a:pt x="44642" y="104569"/>
                  </a:lnTo>
                  <a:lnTo>
                    <a:pt x="44474" y="104466"/>
                  </a:lnTo>
                  <a:lnTo>
                    <a:pt x="44228" y="104435"/>
                  </a:lnTo>
                  <a:lnTo>
                    <a:pt x="44038" y="104369"/>
                  </a:lnTo>
                  <a:lnTo>
                    <a:pt x="43999" y="104293"/>
                  </a:lnTo>
                  <a:lnTo>
                    <a:pt x="44018" y="104252"/>
                  </a:lnTo>
                  <a:lnTo>
                    <a:pt x="44043" y="104199"/>
                  </a:lnTo>
                  <a:lnTo>
                    <a:pt x="44166" y="104117"/>
                  </a:lnTo>
                  <a:lnTo>
                    <a:pt x="44208" y="104052"/>
                  </a:lnTo>
                  <a:lnTo>
                    <a:pt x="44257" y="103975"/>
                  </a:lnTo>
                  <a:lnTo>
                    <a:pt x="44266" y="103962"/>
                  </a:lnTo>
                  <a:lnTo>
                    <a:pt x="44464" y="103819"/>
                  </a:lnTo>
                  <a:lnTo>
                    <a:pt x="44527" y="103876"/>
                  </a:lnTo>
                  <a:lnTo>
                    <a:pt x="44596" y="103849"/>
                  </a:lnTo>
                  <a:lnTo>
                    <a:pt x="44686" y="103761"/>
                  </a:lnTo>
                  <a:lnTo>
                    <a:pt x="44839" y="103552"/>
                  </a:lnTo>
                  <a:lnTo>
                    <a:pt x="45023" y="103493"/>
                  </a:lnTo>
                  <a:lnTo>
                    <a:pt x="45140" y="103456"/>
                  </a:lnTo>
                  <a:lnTo>
                    <a:pt x="45445" y="103293"/>
                  </a:lnTo>
                  <a:lnTo>
                    <a:pt x="45441" y="103270"/>
                  </a:lnTo>
                  <a:lnTo>
                    <a:pt x="45426" y="103176"/>
                  </a:lnTo>
                  <a:lnTo>
                    <a:pt x="45366" y="102818"/>
                  </a:lnTo>
                  <a:lnTo>
                    <a:pt x="45263" y="102504"/>
                  </a:lnTo>
                  <a:lnTo>
                    <a:pt x="45249" y="102462"/>
                  </a:lnTo>
                  <a:lnTo>
                    <a:pt x="45042" y="102354"/>
                  </a:lnTo>
                  <a:lnTo>
                    <a:pt x="44966" y="102639"/>
                  </a:lnTo>
                  <a:lnTo>
                    <a:pt x="44968" y="102788"/>
                  </a:lnTo>
                  <a:lnTo>
                    <a:pt x="44983" y="102897"/>
                  </a:lnTo>
                  <a:lnTo>
                    <a:pt x="45003" y="103036"/>
                  </a:lnTo>
                  <a:lnTo>
                    <a:pt x="45021" y="103052"/>
                  </a:lnTo>
                  <a:lnTo>
                    <a:pt x="44974" y="103246"/>
                  </a:lnTo>
                  <a:lnTo>
                    <a:pt x="44932" y="103291"/>
                  </a:lnTo>
                  <a:lnTo>
                    <a:pt x="44799" y="103366"/>
                  </a:lnTo>
                  <a:lnTo>
                    <a:pt x="44736" y="103378"/>
                  </a:lnTo>
                  <a:lnTo>
                    <a:pt x="44561" y="103414"/>
                  </a:lnTo>
                  <a:lnTo>
                    <a:pt x="44422" y="103510"/>
                  </a:lnTo>
                  <a:lnTo>
                    <a:pt x="44347" y="103600"/>
                  </a:lnTo>
                  <a:lnTo>
                    <a:pt x="44297" y="103641"/>
                  </a:lnTo>
                  <a:lnTo>
                    <a:pt x="44103" y="103616"/>
                  </a:lnTo>
                  <a:lnTo>
                    <a:pt x="44103" y="103607"/>
                  </a:lnTo>
                  <a:lnTo>
                    <a:pt x="44082" y="103604"/>
                  </a:lnTo>
                  <a:lnTo>
                    <a:pt x="44057" y="103613"/>
                  </a:lnTo>
                  <a:lnTo>
                    <a:pt x="43634" y="103780"/>
                  </a:lnTo>
                  <a:lnTo>
                    <a:pt x="43474" y="103876"/>
                  </a:lnTo>
                  <a:lnTo>
                    <a:pt x="43431" y="104043"/>
                  </a:lnTo>
                  <a:lnTo>
                    <a:pt x="43436" y="104116"/>
                  </a:lnTo>
                  <a:lnTo>
                    <a:pt x="43515" y="104271"/>
                  </a:lnTo>
                  <a:lnTo>
                    <a:pt x="43562" y="104295"/>
                  </a:lnTo>
                  <a:lnTo>
                    <a:pt x="43608" y="104292"/>
                  </a:lnTo>
                  <a:lnTo>
                    <a:pt x="43616" y="104266"/>
                  </a:lnTo>
                  <a:lnTo>
                    <a:pt x="43812" y="104301"/>
                  </a:lnTo>
                  <a:lnTo>
                    <a:pt x="43833" y="104342"/>
                  </a:lnTo>
                  <a:lnTo>
                    <a:pt x="43832" y="104400"/>
                  </a:lnTo>
                  <a:lnTo>
                    <a:pt x="43819" y="104989"/>
                  </a:lnTo>
                  <a:lnTo>
                    <a:pt x="43775" y="105095"/>
                  </a:lnTo>
                  <a:lnTo>
                    <a:pt x="43721" y="105163"/>
                  </a:lnTo>
                  <a:lnTo>
                    <a:pt x="43597" y="105112"/>
                  </a:lnTo>
                  <a:lnTo>
                    <a:pt x="43525" y="105054"/>
                  </a:lnTo>
                  <a:lnTo>
                    <a:pt x="43518" y="104972"/>
                  </a:lnTo>
                  <a:lnTo>
                    <a:pt x="43414" y="104804"/>
                  </a:lnTo>
                  <a:lnTo>
                    <a:pt x="43241" y="104526"/>
                  </a:lnTo>
                  <a:lnTo>
                    <a:pt x="43149" y="104379"/>
                  </a:lnTo>
                  <a:lnTo>
                    <a:pt x="43075" y="104260"/>
                  </a:lnTo>
                  <a:lnTo>
                    <a:pt x="42964" y="104231"/>
                  </a:lnTo>
                  <a:lnTo>
                    <a:pt x="42561" y="104270"/>
                  </a:lnTo>
                  <a:lnTo>
                    <a:pt x="42493" y="104300"/>
                  </a:lnTo>
                  <a:lnTo>
                    <a:pt x="42415" y="104434"/>
                  </a:lnTo>
                  <a:lnTo>
                    <a:pt x="42416" y="104482"/>
                  </a:lnTo>
                  <a:lnTo>
                    <a:pt x="42420" y="104632"/>
                  </a:lnTo>
                  <a:lnTo>
                    <a:pt x="42367" y="104790"/>
                  </a:lnTo>
                  <a:lnTo>
                    <a:pt x="42184" y="104988"/>
                  </a:lnTo>
                  <a:lnTo>
                    <a:pt x="42087" y="104987"/>
                  </a:lnTo>
                  <a:lnTo>
                    <a:pt x="42032" y="104862"/>
                  </a:lnTo>
                  <a:lnTo>
                    <a:pt x="41944" y="104817"/>
                  </a:lnTo>
                  <a:lnTo>
                    <a:pt x="41834" y="104806"/>
                  </a:lnTo>
                  <a:lnTo>
                    <a:pt x="41766" y="104837"/>
                  </a:lnTo>
                  <a:lnTo>
                    <a:pt x="41759" y="104968"/>
                  </a:lnTo>
                  <a:lnTo>
                    <a:pt x="41753" y="105071"/>
                  </a:lnTo>
                  <a:lnTo>
                    <a:pt x="41658" y="105401"/>
                  </a:lnTo>
                  <a:lnTo>
                    <a:pt x="41490" y="105798"/>
                  </a:lnTo>
                  <a:lnTo>
                    <a:pt x="41448" y="105899"/>
                  </a:lnTo>
                  <a:lnTo>
                    <a:pt x="41380" y="106013"/>
                  </a:lnTo>
                  <a:lnTo>
                    <a:pt x="41069" y="106067"/>
                  </a:lnTo>
                  <a:lnTo>
                    <a:pt x="41061" y="106069"/>
                  </a:lnTo>
                  <a:lnTo>
                    <a:pt x="41054" y="106064"/>
                  </a:lnTo>
                  <a:lnTo>
                    <a:pt x="40969" y="106003"/>
                  </a:lnTo>
                  <a:lnTo>
                    <a:pt x="40911" y="105961"/>
                  </a:lnTo>
                  <a:lnTo>
                    <a:pt x="40906" y="105953"/>
                  </a:lnTo>
                  <a:lnTo>
                    <a:pt x="40581" y="105403"/>
                  </a:lnTo>
                  <a:lnTo>
                    <a:pt x="40577" y="105396"/>
                  </a:lnTo>
                  <a:lnTo>
                    <a:pt x="40575" y="105384"/>
                  </a:lnTo>
                  <a:lnTo>
                    <a:pt x="40554" y="105289"/>
                  </a:lnTo>
                  <a:lnTo>
                    <a:pt x="40552" y="105279"/>
                  </a:lnTo>
                  <a:lnTo>
                    <a:pt x="40552" y="104947"/>
                  </a:lnTo>
                  <a:lnTo>
                    <a:pt x="40590" y="104862"/>
                  </a:lnTo>
                  <a:lnTo>
                    <a:pt x="40707" y="104792"/>
                  </a:lnTo>
                  <a:lnTo>
                    <a:pt x="40987" y="104760"/>
                  </a:lnTo>
                  <a:lnTo>
                    <a:pt x="41075" y="104750"/>
                  </a:lnTo>
                  <a:lnTo>
                    <a:pt x="41291" y="104650"/>
                  </a:lnTo>
                  <a:lnTo>
                    <a:pt x="41478" y="104408"/>
                  </a:lnTo>
                  <a:lnTo>
                    <a:pt x="41509" y="104304"/>
                  </a:lnTo>
                  <a:lnTo>
                    <a:pt x="41512" y="104293"/>
                  </a:lnTo>
                  <a:lnTo>
                    <a:pt x="41535" y="104210"/>
                  </a:lnTo>
                  <a:lnTo>
                    <a:pt x="41534" y="104114"/>
                  </a:lnTo>
                  <a:lnTo>
                    <a:pt x="41462" y="104010"/>
                  </a:lnTo>
                  <a:lnTo>
                    <a:pt x="41400" y="103984"/>
                  </a:lnTo>
                  <a:lnTo>
                    <a:pt x="41362" y="103984"/>
                  </a:lnTo>
                  <a:lnTo>
                    <a:pt x="41219" y="103983"/>
                  </a:lnTo>
                  <a:lnTo>
                    <a:pt x="41171" y="103929"/>
                  </a:lnTo>
                  <a:lnTo>
                    <a:pt x="41148" y="103889"/>
                  </a:lnTo>
                  <a:lnTo>
                    <a:pt x="41134" y="103844"/>
                  </a:lnTo>
                  <a:lnTo>
                    <a:pt x="41170" y="103814"/>
                  </a:lnTo>
                  <a:lnTo>
                    <a:pt x="41210" y="103798"/>
                  </a:lnTo>
                  <a:lnTo>
                    <a:pt x="41402" y="103773"/>
                  </a:lnTo>
                  <a:lnTo>
                    <a:pt x="41741" y="103634"/>
                  </a:lnTo>
                  <a:lnTo>
                    <a:pt x="41781" y="103580"/>
                  </a:lnTo>
                  <a:lnTo>
                    <a:pt x="41846" y="103372"/>
                  </a:lnTo>
                  <a:lnTo>
                    <a:pt x="41766" y="102751"/>
                  </a:lnTo>
                  <a:lnTo>
                    <a:pt x="41665" y="102484"/>
                  </a:lnTo>
                  <a:lnTo>
                    <a:pt x="41542" y="102290"/>
                  </a:lnTo>
                  <a:lnTo>
                    <a:pt x="41536" y="102283"/>
                  </a:lnTo>
                  <a:lnTo>
                    <a:pt x="41263" y="101958"/>
                  </a:lnTo>
                  <a:lnTo>
                    <a:pt x="40841" y="101571"/>
                  </a:lnTo>
                  <a:lnTo>
                    <a:pt x="40450" y="101298"/>
                  </a:lnTo>
                  <a:lnTo>
                    <a:pt x="40442" y="101294"/>
                  </a:lnTo>
                  <a:lnTo>
                    <a:pt x="40288" y="101206"/>
                  </a:lnTo>
                  <a:lnTo>
                    <a:pt x="40071" y="101084"/>
                  </a:lnTo>
                  <a:lnTo>
                    <a:pt x="39502" y="100852"/>
                  </a:lnTo>
                  <a:lnTo>
                    <a:pt x="39097" y="100746"/>
                  </a:lnTo>
                  <a:lnTo>
                    <a:pt x="38486" y="100638"/>
                  </a:lnTo>
                  <a:lnTo>
                    <a:pt x="37136" y="100608"/>
                  </a:lnTo>
                  <a:lnTo>
                    <a:pt x="36502" y="100632"/>
                  </a:lnTo>
                  <a:lnTo>
                    <a:pt x="35947" y="100653"/>
                  </a:lnTo>
                  <a:lnTo>
                    <a:pt x="35530" y="100591"/>
                  </a:lnTo>
                  <a:lnTo>
                    <a:pt x="35232" y="100554"/>
                  </a:lnTo>
                  <a:lnTo>
                    <a:pt x="35048" y="100599"/>
                  </a:lnTo>
                  <a:lnTo>
                    <a:pt x="34869" y="100550"/>
                  </a:lnTo>
                  <a:lnTo>
                    <a:pt x="34563" y="100464"/>
                  </a:lnTo>
                  <a:lnTo>
                    <a:pt x="34501" y="100382"/>
                  </a:lnTo>
                  <a:lnTo>
                    <a:pt x="34515" y="100262"/>
                  </a:lnTo>
                  <a:lnTo>
                    <a:pt x="34266" y="99993"/>
                  </a:lnTo>
                  <a:lnTo>
                    <a:pt x="34111" y="99917"/>
                  </a:lnTo>
                  <a:lnTo>
                    <a:pt x="33726" y="99803"/>
                  </a:lnTo>
                  <a:lnTo>
                    <a:pt x="33525" y="99764"/>
                  </a:lnTo>
                  <a:lnTo>
                    <a:pt x="32900" y="99731"/>
                  </a:lnTo>
                  <a:lnTo>
                    <a:pt x="32592" y="99747"/>
                  </a:lnTo>
                  <a:lnTo>
                    <a:pt x="32361" y="99760"/>
                  </a:lnTo>
                  <a:lnTo>
                    <a:pt x="32266" y="99765"/>
                  </a:lnTo>
                  <a:lnTo>
                    <a:pt x="32106" y="99774"/>
                  </a:lnTo>
                  <a:lnTo>
                    <a:pt x="31972" y="99781"/>
                  </a:lnTo>
                  <a:lnTo>
                    <a:pt x="31095" y="99909"/>
                  </a:lnTo>
                  <a:lnTo>
                    <a:pt x="31052" y="99916"/>
                  </a:lnTo>
                  <a:lnTo>
                    <a:pt x="30768" y="99957"/>
                  </a:lnTo>
                  <a:lnTo>
                    <a:pt x="30750" y="99960"/>
                  </a:lnTo>
                  <a:lnTo>
                    <a:pt x="30470" y="100001"/>
                  </a:lnTo>
                  <a:lnTo>
                    <a:pt x="30235" y="100149"/>
                  </a:lnTo>
                  <a:lnTo>
                    <a:pt x="29842" y="100191"/>
                  </a:lnTo>
                  <a:lnTo>
                    <a:pt x="29711" y="100068"/>
                  </a:lnTo>
                  <a:lnTo>
                    <a:pt x="29642" y="100037"/>
                  </a:lnTo>
                  <a:lnTo>
                    <a:pt x="29517" y="99979"/>
                  </a:lnTo>
                  <a:lnTo>
                    <a:pt x="29025" y="100019"/>
                  </a:lnTo>
                  <a:lnTo>
                    <a:pt x="28748" y="100041"/>
                  </a:lnTo>
                  <a:lnTo>
                    <a:pt x="28530" y="100113"/>
                  </a:lnTo>
                  <a:lnTo>
                    <a:pt x="27894" y="100402"/>
                  </a:lnTo>
                  <a:lnTo>
                    <a:pt x="27817" y="100447"/>
                  </a:lnTo>
                  <a:lnTo>
                    <a:pt x="27681" y="100525"/>
                  </a:lnTo>
                  <a:lnTo>
                    <a:pt x="27473" y="100757"/>
                  </a:lnTo>
                  <a:lnTo>
                    <a:pt x="27395" y="100800"/>
                  </a:lnTo>
                  <a:lnTo>
                    <a:pt x="26955" y="100878"/>
                  </a:lnTo>
                  <a:lnTo>
                    <a:pt x="26699" y="100815"/>
                  </a:lnTo>
                  <a:lnTo>
                    <a:pt x="26586" y="100788"/>
                  </a:lnTo>
                  <a:lnTo>
                    <a:pt x="26160" y="100589"/>
                  </a:lnTo>
                  <a:lnTo>
                    <a:pt x="25985" y="100400"/>
                  </a:lnTo>
                  <a:lnTo>
                    <a:pt x="25733" y="100368"/>
                  </a:lnTo>
                  <a:lnTo>
                    <a:pt x="25629" y="100383"/>
                  </a:lnTo>
                  <a:lnTo>
                    <a:pt x="25567" y="100346"/>
                  </a:lnTo>
                  <a:lnTo>
                    <a:pt x="25365" y="99979"/>
                  </a:lnTo>
                  <a:lnTo>
                    <a:pt x="24975" y="99194"/>
                  </a:lnTo>
                  <a:lnTo>
                    <a:pt x="24981" y="99113"/>
                  </a:lnTo>
                  <a:lnTo>
                    <a:pt x="25238" y="99113"/>
                  </a:lnTo>
                  <a:lnTo>
                    <a:pt x="25322" y="99070"/>
                  </a:lnTo>
                  <a:lnTo>
                    <a:pt x="25320" y="98901"/>
                  </a:lnTo>
                  <a:lnTo>
                    <a:pt x="25317" y="98685"/>
                  </a:lnTo>
                  <a:lnTo>
                    <a:pt x="25316" y="98645"/>
                  </a:lnTo>
                  <a:lnTo>
                    <a:pt x="25203" y="98376"/>
                  </a:lnTo>
                  <a:lnTo>
                    <a:pt x="25043" y="98133"/>
                  </a:lnTo>
                  <a:lnTo>
                    <a:pt x="24795" y="97906"/>
                  </a:lnTo>
                  <a:lnTo>
                    <a:pt x="24483" y="97747"/>
                  </a:lnTo>
                  <a:lnTo>
                    <a:pt x="24427" y="97719"/>
                  </a:lnTo>
                  <a:lnTo>
                    <a:pt x="24011" y="97611"/>
                  </a:lnTo>
                  <a:lnTo>
                    <a:pt x="24002" y="97570"/>
                  </a:lnTo>
                  <a:lnTo>
                    <a:pt x="24000" y="97561"/>
                  </a:lnTo>
                  <a:lnTo>
                    <a:pt x="23998" y="97553"/>
                  </a:lnTo>
                  <a:lnTo>
                    <a:pt x="23993" y="97533"/>
                  </a:lnTo>
                  <a:lnTo>
                    <a:pt x="23935" y="97408"/>
                  </a:lnTo>
                  <a:lnTo>
                    <a:pt x="23902" y="97339"/>
                  </a:lnTo>
                  <a:lnTo>
                    <a:pt x="23495" y="96872"/>
                  </a:lnTo>
                  <a:lnTo>
                    <a:pt x="23319" y="96753"/>
                  </a:lnTo>
                  <a:lnTo>
                    <a:pt x="23045" y="96631"/>
                  </a:lnTo>
                  <a:lnTo>
                    <a:pt x="23001" y="96611"/>
                  </a:lnTo>
                  <a:lnTo>
                    <a:pt x="22950" y="96591"/>
                  </a:lnTo>
                  <a:lnTo>
                    <a:pt x="22700" y="96494"/>
                  </a:lnTo>
                  <a:lnTo>
                    <a:pt x="22536" y="96430"/>
                  </a:lnTo>
                  <a:lnTo>
                    <a:pt x="22275" y="96360"/>
                  </a:lnTo>
                  <a:lnTo>
                    <a:pt x="21376" y="96292"/>
                  </a:lnTo>
                  <a:lnTo>
                    <a:pt x="21098" y="96314"/>
                  </a:lnTo>
                  <a:lnTo>
                    <a:pt x="20569" y="96354"/>
                  </a:lnTo>
                  <a:lnTo>
                    <a:pt x="19883" y="96502"/>
                  </a:lnTo>
                  <a:lnTo>
                    <a:pt x="19142" y="96707"/>
                  </a:lnTo>
                  <a:lnTo>
                    <a:pt x="19128" y="96711"/>
                  </a:lnTo>
                  <a:lnTo>
                    <a:pt x="19118" y="96713"/>
                  </a:lnTo>
                  <a:lnTo>
                    <a:pt x="18953" y="96755"/>
                  </a:lnTo>
                  <a:lnTo>
                    <a:pt x="18699" y="96736"/>
                  </a:lnTo>
                  <a:lnTo>
                    <a:pt x="17886" y="96957"/>
                  </a:lnTo>
                  <a:lnTo>
                    <a:pt x="17731" y="96874"/>
                  </a:lnTo>
                  <a:lnTo>
                    <a:pt x="17746" y="96573"/>
                  </a:lnTo>
                  <a:lnTo>
                    <a:pt x="17714" y="96454"/>
                  </a:lnTo>
                  <a:lnTo>
                    <a:pt x="17582" y="96171"/>
                  </a:lnTo>
                  <a:lnTo>
                    <a:pt x="17388" y="95963"/>
                  </a:lnTo>
                  <a:lnTo>
                    <a:pt x="17217" y="95830"/>
                  </a:lnTo>
                  <a:lnTo>
                    <a:pt x="17207" y="95824"/>
                  </a:lnTo>
                  <a:lnTo>
                    <a:pt x="17090" y="95760"/>
                  </a:lnTo>
                  <a:lnTo>
                    <a:pt x="17068" y="95748"/>
                  </a:lnTo>
                  <a:lnTo>
                    <a:pt x="17028" y="95726"/>
                  </a:lnTo>
                  <a:lnTo>
                    <a:pt x="16987" y="95704"/>
                  </a:lnTo>
                  <a:lnTo>
                    <a:pt x="16891" y="95651"/>
                  </a:lnTo>
                  <a:lnTo>
                    <a:pt x="16820" y="95612"/>
                  </a:lnTo>
                  <a:lnTo>
                    <a:pt x="16675" y="95343"/>
                  </a:lnTo>
                  <a:lnTo>
                    <a:pt x="16508" y="94901"/>
                  </a:lnTo>
                  <a:lnTo>
                    <a:pt x="16508" y="94723"/>
                  </a:lnTo>
                  <a:lnTo>
                    <a:pt x="16434" y="94626"/>
                  </a:lnTo>
                  <a:lnTo>
                    <a:pt x="16362" y="94579"/>
                  </a:lnTo>
                  <a:lnTo>
                    <a:pt x="16147" y="94496"/>
                  </a:lnTo>
                  <a:lnTo>
                    <a:pt x="16117" y="94484"/>
                  </a:lnTo>
                  <a:lnTo>
                    <a:pt x="16068" y="94467"/>
                  </a:lnTo>
                  <a:lnTo>
                    <a:pt x="15841" y="94384"/>
                  </a:lnTo>
                  <a:lnTo>
                    <a:pt x="15565" y="94237"/>
                  </a:lnTo>
                  <a:lnTo>
                    <a:pt x="15513" y="94210"/>
                  </a:lnTo>
                  <a:lnTo>
                    <a:pt x="15494" y="94199"/>
                  </a:lnTo>
                  <a:lnTo>
                    <a:pt x="15465" y="94184"/>
                  </a:lnTo>
                  <a:lnTo>
                    <a:pt x="15355" y="94151"/>
                  </a:lnTo>
                  <a:lnTo>
                    <a:pt x="15333" y="94144"/>
                  </a:lnTo>
                  <a:lnTo>
                    <a:pt x="15283" y="94165"/>
                  </a:lnTo>
                  <a:lnTo>
                    <a:pt x="15279" y="94128"/>
                  </a:lnTo>
                  <a:lnTo>
                    <a:pt x="15253" y="94091"/>
                  </a:lnTo>
                  <a:lnTo>
                    <a:pt x="15106" y="94018"/>
                  </a:lnTo>
                  <a:lnTo>
                    <a:pt x="15060" y="94005"/>
                  </a:lnTo>
                  <a:lnTo>
                    <a:pt x="14832" y="93940"/>
                  </a:lnTo>
                  <a:lnTo>
                    <a:pt x="14269" y="93779"/>
                  </a:lnTo>
                  <a:lnTo>
                    <a:pt x="13897" y="93672"/>
                  </a:lnTo>
                  <a:lnTo>
                    <a:pt x="13792" y="93652"/>
                  </a:lnTo>
                  <a:lnTo>
                    <a:pt x="13716" y="93637"/>
                  </a:lnTo>
                  <a:lnTo>
                    <a:pt x="13403" y="93598"/>
                  </a:lnTo>
                  <a:lnTo>
                    <a:pt x="13100" y="93560"/>
                  </a:lnTo>
                  <a:lnTo>
                    <a:pt x="13050" y="93555"/>
                  </a:lnTo>
                  <a:lnTo>
                    <a:pt x="12839" y="93501"/>
                  </a:lnTo>
                  <a:lnTo>
                    <a:pt x="12579" y="93389"/>
                  </a:lnTo>
                  <a:lnTo>
                    <a:pt x="11972" y="93126"/>
                  </a:lnTo>
                  <a:lnTo>
                    <a:pt x="11931" y="93108"/>
                  </a:lnTo>
                  <a:lnTo>
                    <a:pt x="11877" y="93085"/>
                  </a:lnTo>
                  <a:lnTo>
                    <a:pt x="11755" y="93032"/>
                  </a:lnTo>
                  <a:lnTo>
                    <a:pt x="11732" y="93020"/>
                  </a:lnTo>
                  <a:lnTo>
                    <a:pt x="11739" y="93004"/>
                  </a:lnTo>
                  <a:lnTo>
                    <a:pt x="11753" y="92974"/>
                  </a:lnTo>
                  <a:lnTo>
                    <a:pt x="11807" y="92858"/>
                  </a:lnTo>
                  <a:lnTo>
                    <a:pt x="11927" y="92671"/>
                  </a:lnTo>
                  <a:lnTo>
                    <a:pt x="11928" y="92658"/>
                  </a:lnTo>
                  <a:lnTo>
                    <a:pt x="11931" y="92639"/>
                  </a:lnTo>
                  <a:lnTo>
                    <a:pt x="11922" y="92636"/>
                  </a:lnTo>
                  <a:lnTo>
                    <a:pt x="11814" y="92598"/>
                  </a:lnTo>
                  <a:lnTo>
                    <a:pt x="11808" y="92602"/>
                  </a:lnTo>
                  <a:lnTo>
                    <a:pt x="11800" y="92602"/>
                  </a:lnTo>
                  <a:lnTo>
                    <a:pt x="11753" y="92569"/>
                  </a:lnTo>
                  <a:lnTo>
                    <a:pt x="11727" y="92597"/>
                  </a:lnTo>
                  <a:lnTo>
                    <a:pt x="11671" y="92657"/>
                  </a:lnTo>
                  <a:lnTo>
                    <a:pt x="11638" y="92692"/>
                  </a:lnTo>
                  <a:lnTo>
                    <a:pt x="11631" y="92696"/>
                  </a:lnTo>
                  <a:lnTo>
                    <a:pt x="11606" y="92724"/>
                  </a:lnTo>
                  <a:lnTo>
                    <a:pt x="11574" y="92759"/>
                  </a:lnTo>
                  <a:lnTo>
                    <a:pt x="11531" y="92787"/>
                  </a:lnTo>
                  <a:lnTo>
                    <a:pt x="11435" y="92772"/>
                  </a:lnTo>
                  <a:lnTo>
                    <a:pt x="11427" y="92771"/>
                  </a:lnTo>
                  <a:lnTo>
                    <a:pt x="11417" y="92756"/>
                  </a:lnTo>
                  <a:lnTo>
                    <a:pt x="11345" y="92645"/>
                  </a:lnTo>
                  <a:lnTo>
                    <a:pt x="11330" y="92613"/>
                  </a:lnTo>
                  <a:lnTo>
                    <a:pt x="11317" y="92559"/>
                  </a:lnTo>
                  <a:lnTo>
                    <a:pt x="11239" y="92240"/>
                  </a:lnTo>
                  <a:lnTo>
                    <a:pt x="11224" y="92179"/>
                  </a:lnTo>
                  <a:lnTo>
                    <a:pt x="11198" y="92177"/>
                  </a:lnTo>
                  <a:lnTo>
                    <a:pt x="11123" y="92224"/>
                  </a:lnTo>
                  <a:lnTo>
                    <a:pt x="11109" y="92204"/>
                  </a:lnTo>
                  <a:lnTo>
                    <a:pt x="11091" y="92169"/>
                  </a:lnTo>
                  <a:lnTo>
                    <a:pt x="10972" y="91935"/>
                  </a:lnTo>
                  <a:lnTo>
                    <a:pt x="10879" y="91821"/>
                  </a:lnTo>
                  <a:lnTo>
                    <a:pt x="10442" y="91391"/>
                  </a:lnTo>
                  <a:lnTo>
                    <a:pt x="10038" y="91086"/>
                  </a:lnTo>
                  <a:lnTo>
                    <a:pt x="9565" y="90812"/>
                  </a:lnTo>
                  <a:lnTo>
                    <a:pt x="9520" y="90785"/>
                  </a:lnTo>
                  <a:lnTo>
                    <a:pt x="9464" y="90760"/>
                  </a:lnTo>
                  <a:lnTo>
                    <a:pt x="9447" y="90752"/>
                  </a:lnTo>
                  <a:lnTo>
                    <a:pt x="8354" y="90255"/>
                  </a:lnTo>
                  <a:lnTo>
                    <a:pt x="7488" y="89990"/>
                  </a:lnTo>
                  <a:lnTo>
                    <a:pt x="6931" y="89883"/>
                  </a:lnTo>
                  <a:lnTo>
                    <a:pt x="6924" y="89882"/>
                  </a:lnTo>
                  <a:lnTo>
                    <a:pt x="6826" y="89866"/>
                  </a:lnTo>
                  <a:lnTo>
                    <a:pt x="6139" y="89754"/>
                  </a:lnTo>
                  <a:lnTo>
                    <a:pt x="4711" y="89598"/>
                  </a:lnTo>
                  <a:lnTo>
                    <a:pt x="4590" y="89570"/>
                  </a:lnTo>
                  <a:lnTo>
                    <a:pt x="4465" y="89542"/>
                  </a:lnTo>
                  <a:lnTo>
                    <a:pt x="4401" y="89513"/>
                  </a:lnTo>
                  <a:lnTo>
                    <a:pt x="4392" y="89509"/>
                  </a:lnTo>
                  <a:lnTo>
                    <a:pt x="4369" y="89498"/>
                  </a:lnTo>
                  <a:lnTo>
                    <a:pt x="4275" y="89456"/>
                  </a:lnTo>
                  <a:lnTo>
                    <a:pt x="4022" y="89382"/>
                  </a:lnTo>
                  <a:lnTo>
                    <a:pt x="3777" y="89260"/>
                  </a:lnTo>
                  <a:lnTo>
                    <a:pt x="3768" y="89255"/>
                  </a:lnTo>
                  <a:lnTo>
                    <a:pt x="3461" y="88990"/>
                  </a:lnTo>
                  <a:lnTo>
                    <a:pt x="3332" y="88536"/>
                  </a:lnTo>
                  <a:lnTo>
                    <a:pt x="3309" y="88457"/>
                  </a:lnTo>
                  <a:lnTo>
                    <a:pt x="3302" y="88361"/>
                  </a:lnTo>
                  <a:lnTo>
                    <a:pt x="3308" y="88296"/>
                  </a:lnTo>
                  <a:lnTo>
                    <a:pt x="3339" y="88164"/>
                  </a:lnTo>
                  <a:lnTo>
                    <a:pt x="3350" y="88092"/>
                  </a:lnTo>
                  <a:lnTo>
                    <a:pt x="3349" y="88069"/>
                  </a:lnTo>
                  <a:lnTo>
                    <a:pt x="3328" y="88033"/>
                  </a:lnTo>
                  <a:lnTo>
                    <a:pt x="3291" y="87978"/>
                  </a:lnTo>
                  <a:lnTo>
                    <a:pt x="3255" y="87907"/>
                  </a:lnTo>
                  <a:lnTo>
                    <a:pt x="3236" y="87870"/>
                  </a:lnTo>
                  <a:lnTo>
                    <a:pt x="3148" y="87440"/>
                  </a:lnTo>
                  <a:lnTo>
                    <a:pt x="3082" y="87248"/>
                  </a:lnTo>
                  <a:lnTo>
                    <a:pt x="2852" y="86748"/>
                  </a:lnTo>
                  <a:lnTo>
                    <a:pt x="2842" y="86521"/>
                  </a:lnTo>
                  <a:lnTo>
                    <a:pt x="2866" y="86427"/>
                  </a:lnTo>
                  <a:lnTo>
                    <a:pt x="2986" y="85957"/>
                  </a:lnTo>
                  <a:lnTo>
                    <a:pt x="3097" y="85521"/>
                  </a:lnTo>
                  <a:lnTo>
                    <a:pt x="3156" y="85364"/>
                  </a:lnTo>
                  <a:lnTo>
                    <a:pt x="3205" y="85313"/>
                  </a:lnTo>
                  <a:lnTo>
                    <a:pt x="3340" y="85010"/>
                  </a:lnTo>
                  <a:lnTo>
                    <a:pt x="3361" y="84964"/>
                  </a:lnTo>
                  <a:lnTo>
                    <a:pt x="3381" y="84921"/>
                  </a:lnTo>
                  <a:lnTo>
                    <a:pt x="3620" y="84406"/>
                  </a:lnTo>
                  <a:lnTo>
                    <a:pt x="3687" y="84207"/>
                  </a:lnTo>
                  <a:lnTo>
                    <a:pt x="3747" y="84029"/>
                  </a:lnTo>
                  <a:lnTo>
                    <a:pt x="3940" y="83456"/>
                  </a:lnTo>
                  <a:lnTo>
                    <a:pt x="4070" y="82826"/>
                  </a:lnTo>
                  <a:lnTo>
                    <a:pt x="4102" y="82525"/>
                  </a:lnTo>
                  <a:lnTo>
                    <a:pt x="4046" y="81968"/>
                  </a:lnTo>
                  <a:lnTo>
                    <a:pt x="4018" y="81913"/>
                  </a:lnTo>
                  <a:lnTo>
                    <a:pt x="4008" y="81894"/>
                  </a:lnTo>
                  <a:lnTo>
                    <a:pt x="3988" y="81731"/>
                  </a:lnTo>
                  <a:lnTo>
                    <a:pt x="4038" y="81696"/>
                  </a:lnTo>
                  <a:lnTo>
                    <a:pt x="4081" y="81666"/>
                  </a:lnTo>
                  <a:lnTo>
                    <a:pt x="4006" y="81584"/>
                  </a:lnTo>
                  <a:lnTo>
                    <a:pt x="4035" y="81525"/>
                  </a:lnTo>
                  <a:lnTo>
                    <a:pt x="4112" y="81373"/>
                  </a:lnTo>
                  <a:lnTo>
                    <a:pt x="4160" y="81220"/>
                  </a:lnTo>
                  <a:lnTo>
                    <a:pt x="4207" y="80714"/>
                  </a:lnTo>
                  <a:lnTo>
                    <a:pt x="4191" y="80319"/>
                  </a:lnTo>
                  <a:lnTo>
                    <a:pt x="4106" y="79879"/>
                  </a:lnTo>
                  <a:lnTo>
                    <a:pt x="4071" y="79719"/>
                  </a:lnTo>
                  <a:lnTo>
                    <a:pt x="3958" y="79513"/>
                  </a:lnTo>
                  <a:lnTo>
                    <a:pt x="3952" y="79501"/>
                  </a:lnTo>
                  <a:lnTo>
                    <a:pt x="3874" y="79438"/>
                  </a:lnTo>
                  <a:lnTo>
                    <a:pt x="3791" y="79414"/>
                  </a:lnTo>
                  <a:lnTo>
                    <a:pt x="3747" y="79428"/>
                  </a:lnTo>
                  <a:lnTo>
                    <a:pt x="3732" y="79515"/>
                  </a:lnTo>
                  <a:lnTo>
                    <a:pt x="3699" y="79503"/>
                  </a:lnTo>
                  <a:lnTo>
                    <a:pt x="3708" y="79390"/>
                  </a:lnTo>
                  <a:lnTo>
                    <a:pt x="3784" y="79164"/>
                  </a:lnTo>
                  <a:lnTo>
                    <a:pt x="4009" y="78749"/>
                  </a:lnTo>
                  <a:lnTo>
                    <a:pt x="4020" y="78535"/>
                  </a:lnTo>
                  <a:lnTo>
                    <a:pt x="3987" y="78250"/>
                  </a:lnTo>
                  <a:lnTo>
                    <a:pt x="3914" y="77967"/>
                  </a:lnTo>
                  <a:lnTo>
                    <a:pt x="3890" y="77921"/>
                  </a:lnTo>
                  <a:lnTo>
                    <a:pt x="3874" y="77891"/>
                  </a:lnTo>
                  <a:lnTo>
                    <a:pt x="3928" y="77708"/>
                  </a:lnTo>
                  <a:lnTo>
                    <a:pt x="3963" y="77677"/>
                  </a:lnTo>
                  <a:lnTo>
                    <a:pt x="3946" y="77534"/>
                  </a:lnTo>
                  <a:lnTo>
                    <a:pt x="3844" y="77261"/>
                  </a:lnTo>
                  <a:lnTo>
                    <a:pt x="3835" y="77236"/>
                  </a:lnTo>
                  <a:lnTo>
                    <a:pt x="3792" y="77123"/>
                  </a:lnTo>
                  <a:lnTo>
                    <a:pt x="3789" y="77049"/>
                  </a:lnTo>
                  <a:lnTo>
                    <a:pt x="3832" y="77029"/>
                  </a:lnTo>
                  <a:lnTo>
                    <a:pt x="3865" y="76930"/>
                  </a:lnTo>
                  <a:lnTo>
                    <a:pt x="3795" y="76571"/>
                  </a:lnTo>
                  <a:lnTo>
                    <a:pt x="3767" y="76431"/>
                  </a:lnTo>
                  <a:lnTo>
                    <a:pt x="3581" y="76036"/>
                  </a:lnTo>
                  <a:lnTo>
                    <a:pt x="3432" y="75806"/>
                  </a:lnTo>
                  <a:lnTo>
                    <a:pt x="3381" y="75727"/>
                  </a:lnTo>
                  <a:lnTo>
                    <a:pt x="3336" y="75658"/>
                  </a:lnTo>
                  <a:lnTo>
                    <a:pt x="3289" y="75586"/>
                  </a:lnTo>
                  <a:lnTo>
                    <a:pt x="2931" y="74255"/>
                  </a:lnTo>
                  <a:lnTo>
                    <a:pt x="2775" y="73816"/>
                  </a:lnTo>
                  <a:lnTo>
                    <a:pt x="2738" y="73713"/>
                  </a:lnTo>
                  <a:lnTo>
                    <a:pt x="2688" y="73571"/>
                  </a:lnTo>
                  <a:lnTo>
                    <a:pt x="2500" y="73208"/>
                  </a:lnTo>
                  <a:lnTo>
                    <a:pt x="2254" y="72841"/>
                  </a:lnTo>
                  <a:lnTo>
                    <a:pt x="1990" y="72549"/>
                  </a:lnTo>
                  <a:lnTo>
                    <a:pt x="1792" y="72379"/>
                  </a:lnTo>
                  <a:lnTo>
                    <a:pt x="1378" y="72115"/>
                  </a:lnTo>
                  <a:lnTo>
                    <a:pt x="1164" y="72029"/>
                  </a:lnTo>
                  <a:lnTo>
                    <a:pt x="914" y="71964"/>
                  </a:lnTo>
                  <a:lnTo>
                    <a:pt x="639" y="71956"/>
                  </a:lnTo>
                  <a:lnTo>
                    <a:pt x="513" y="71908"/>
                  </a:lnTo>
                  <a:lnTo>
                    <a:pt x="488" y="71856"/>
                  </a:lnTo>
                  <a:lnTo>
                    <a:pt x="413" y="71034"/>
                  </a:lnTo>
                  <a:lnTo>
                    <a:pt x="544" y="70622"/>
                  </a:lnTo>
                  <a:lnTo>
                    <a:pt x="563" y="70561"/>
                  </a:lnTo>
                  <a:lnTo>
                    <a:pt x="635" y="70335"/>
                  </a:lnTo>
                  <a:lnTo>
                    <a:pt x="756" y="69830"/>
                  </a:lnTo>
                  <a:lnTo>
                    <a:pt x="1010" y="69883"/>
                  </a:lnTo>
                  <a:lnTo>
                    <a:pt x="1253" y="69983"/>
                  </a:lnTo>
                  <a:lnTo>
                    <a:pt x="1261" y="69986"/>
                  </a:lnTo>
                  <a:lnTo>
                    <a:pt x="1276" y="69974"/>
                  </a:lnTo>
                  <a:lnTo>
                    <a:pt x="1191" y="69824"/>
                  </a:lnTo>
                  <a:lnTo>
                    <a:pt x="1088" y="69722"/>
                  </a:lnTo>
                  <a:lnTo>
                    <a:pt x="986" y="69686"/>
                  </a:lnTo>
                  <a:lnTo>
                    <a:pt x="947" y="69644"/>
                  </a:lnTo>
                  <a:lnTo>
                    <a:pt x="904" y="69519"/>
                  </a:lnTo>
                  <a:lnTo>
                    <a:pt x="1072" y="69284"/>
                  </a:lnTo>
                  <a:lnTo>
                    <a:pt x="1262" y="69018"/>
                  </a:lnTo>
                  <a:lnTo>
                    <a:pt x="1620" y="68399"/>
                  </a:lnTo>
                  <a:lnTo>
                    <a:pt x="1775" y="68021"/>
                  </a:lnTo>
                  <a:lnTo>
                    <a:pt x="1837" y="67729"/>
                  </a:lnTo>
                  <a:lnTo>
                    <a:pt x="1919" y="67346"/>
                  </a:lnTo>
                  <a:lnTo>
                    <a:pt x="1922" y="67336"/>
                  </a:lnTo>
                  <a:lnTo>
                    <a:pt x="1925" y="67325"/>
                  </a:lnTo>
                  <a:lnTo>
                    <a:pt x="2006" y="67023"/>
                  </a:lnTo>
                  <a:lnTo>
                    <a:pt x="2080" y="66573"/>
                  </a:lnTo>
                  <a:lnTo>
                    <a:pt x="2103" y="66135"/>
                  </a:lnTo>
                  <a:lnTo>
                    <a:pt x="2085" y="65829"/>
                  </a:lnTo>
                  <a:lnTo>
                    <a:pt x="2017" y="65585"/>
                  </a:lnTo>
                  <a:lnTo>
                    <a:pt x="1973" y="65425"/>
                  </a:lnTo>
                  <a:lnTo>
                    <a:pt x="1673" y="64835"/>
                  </a:lnTo>
                  <a:lnTo>
                    <a:pt x="1633" y="64755"/>
                  </a:lnTo>
                  <a:lnTo>
                    <a:pt x="1598" y="64687"/>
                  </a:lnTo>
                  <a:lnTo>
                    <a:pt x="1563" y="64472"/>
                  </a:lnTo>
                  <a:lnTo>
                    <a:pt x="1550" y="64391"/>
                  </a:lnTo>
                  <a:lnTo>
                    <a:pt x="1475" y="64175"/>
                  </a:lnTo>
                  <a:lnTo>
                    <a:pt x="1450" y="64153"/>
                  </a:lnTo>
                  <a:lnTo>
                    <a:pt x="1454" y="64236"/>
                  </a:lnTo>
                  <a:lnTo>
                    <a:pt x="1419" y="64197"/>
                  </a:lnTo>
                  <a:lnTo>
                    <a:pt x="1439" y="63992"/>
                  </a:lnTo>
                  <a:lnTo>
                    <a:pt x="1442" y="63982"/>
                  </a:lnTo>
                  <a:lnTo>
                    <a:pt x="1471" y="63892"/>
                  </a:lnTo>
                  <a:lnTo>
                    <a:pt x="1473" y="63878"/>
                  </a:lnTo>
                  <a:lnTo>
                    <a:pt x="1499" y="63805"/>
                  </a:lnTo>
                  <a:lnTo>
                    <a:pt x="1510" y="63775"/>
                  </a:lnTo>
                  <a:lnTo>
                    <a:pt x="1547" y="63662"/>
                  </a:lnTo>
                  <a:lnTo>
                    <a:pt x="1565" y="63507"/>
                  </a:lnTo>
                  <a:lnTo>
                    <a:pt x="1570" y="63221"/>
                  </a:lnTo>
                  <a:lnTo>
                    <a:pt x="1538" y="62688"/>
                  </a:lnTo>
                  <a:lnTo>
                    <a:pt x="1456" y="62313"/>
                  </a:lnTo>
                  <a:lnTo>
                    <a:pt x="1293" y="61802"/>
                  </a:lnTo>
                  <a:lnTo>
                    <a:pt x="1255" y="61682"/>
                  </a:lnTo>
                  <a:lnTo>
                    <a:pt x="1181" y="61448"/>
                  </a:lnTo>
                  <a:lnTo>
                    <a:pt x="918" y="60807"/>
                  </a:lnTo>
                  <a:lnTo>
                    <a:pt x="870" y="60622"/>
                  </a:lnTo>
                  <a:lnTo>
                    <a:pt x="880" y="60347"/>
                  </a:lnTo>
                  <a:lnTo>
                    <a:pt x="870" y="60236"/>
                  </a:lnTo>
                  <a:lnTo>
                    <a:pt x="843" y="59921"/>
                  </a:lnTo>
                  <a:lnTo>
                    <a:pt x="646" y="59189"/>
                  </a:lnTo>
                  <a:lnTo>
                    <a:pt x="474" y="58765"/>
                  </a:lnTo>
                  <a:lnTo>
                    <a:pt x="448" y="58630"/>
                  </a:lnTo>
                  <a:lnTo>
                    <a:pt x="445" y="58524"/>
                  </a:lnTo>
                  <a:lnTo>
                    <a:pt x="442" y="58406"/>
                  </a:lnTo>
                  <a:lnTo>
                    <a:pt x="395" y="58149"/>
                  </a:lnTo>
                  <a:lnTo>
                    <a:pt x="307" y="57911"/>
                  </a:lnTo>
                  <a:lnTo>
                    <a:pt x="195" y="57722"/>
                  </a:lnTo>
                  <a:lnTo>
                    <a:pt x="151" y="57679"/>
                  </a:lnTo>
                  <a:lnTo>
                    <a:pt x="81" y="57508"/>
                  </a:lnTo>
                  <a:lnTo>
                    <a:pt x="78" y="57495"/>
                  </a:lnTo>
                  <a:lnTo>
                    <a:pt x="44" y="57353"/>
                  </a:lnTo>
                  <a:lnTo>
                    <a:pt x="0" y="57172"/>
                  </a:lnTo>
                  <a:lnTo>
                    <a:pt x="3" y="57082"/>
                  </a:lnTo>
                  <a:lnTo>
                    <a:pt x="278" y="56998"/>
                  </a:lnTo>
                  <a:lnTo>
                    <a:pt x="350" y="57026"/>
                  </a:lnTo>
                  <a:lnTo>
                    <a:pt x="645" y="56837"/>
                  </a:lnTo>
                  <a:lnTo>
                    <a:pt x="727" y="56784"/>
                  </a:lnTo>
                  <a:lnTo>
                    <a:pt x="1142" y="56414"/>
                  </a:lnTo>
                  <a:lnTo>
                    <a:pt x="1223" y="56341"/>
                  </a:lnTo>
                  <a:lnTo>
                    <a:pt x="1704" y="55836"/>
                  </a:lnTo>
                  <a:lnTo>
                    <a:pt x="2106" y="55243"/>
                  </a:lnTo>
                  <a:lnTo>
                    <a:pt x="2312" y="54874"/>
                  </a:lnTo>
                  <a:lnTo>
                    <a:pt x="2369" y="54700"/>
                  </a:lnTo>
                  <a:lnTo>
                    <a:pt x="2384" y="54557"/>
                  </a:lnTo>
                  <a:lnTo>
                    <a:pt x="2472" y="54360"/>
                  </a:lnTo>
                  <a:lnTo>
                    <a:pt x="2609" y="54144"/>
                  </a:lnTo>
                  <a:lnTo>
                    <a:pt x="2691" y="54087"/>
                  </a:lnTo>
                  <a:lnTo>
                    <a:pt x="2637" y="53941"/>
                  </a:lnTo>
                  <a:lnTo>
                    <a:pt x="2694" y="53813"/>
                  </a:lnTo>
                  <a:lnTo>
                    <a:pt x="2714" y="53785"/>
                  </a:lnTo>
                  <a:lnTo>
                    <a:pt x="2795" y="53797"/>
                  </a:lnTo>
                  <a:lnTo>
                    <a:pt x="2878" y="53719"/>
                  </a:lnTo>
                  <a:lnTo>
                    <a:pt x="2993" y="53451"/>
                  </a:lnTo>
                  <a:lnTo>
                    <a:pt x="2997" y="53388"/>
                  </a:lnTo>
                  <a:lnTo>
                    <a:pt x="3007" y="53196"/>
                  </a:lnTo>
                  <a:lnTo>
                    <a:pt x="3016" y="53030"/>
                  </a:lnTo>
                  <a:lnTo>
                    <a:pt x="2916" y="53006"/>
                  </a:lnTo>
                  <a:lnTo>
                    <a:pt x="2859" y="52445"/>
                  </a:lnTo>
                  <a:lnTo>
                    <a:pt x="2880" y="52346"/>
                  </a:lnTo>
                  <a:lnTo>
                    <a:pt x="2889" y="52245"/>
                  </a:lnTo>
                  <a:lnTo>
                    <a:pt x="2722" y="52003"/>
                  </a:lnTo>
                  <a:lnTo>
                    <a:pt x="2711" y="51987"/>
                  </a:lnTo>
                  <a:lnTo>
                    <a:pt x="2698" y="51967"/>
                  </a:lnTo>
                  <a:lnTo>
                    <a:pt x="2624" y="51881"/>
                  </a:lnTo>
                  <a:lnTo>
                    <a:pt x="2383" y="51600"/>
                  </a:lnTo>
                  <a:lnTo>
                    <a:pt x="2370" y="51585"/>
                  </a:lnTo>
                  <a:lnTo>
                    <a:pt x="2332" y="51549"/>
                  </a:lnTo>
                  <a:lnTo>
                    <a:pt x="2146" y="51373"/>
                  </a:lnTo>
                  <a:lnTo>
                    <a:pt x="1961" y="51199"/>
                  </a:lnTo>
                  <a:lnTo>
                    <a:pt x="1498" y="50943"/>
                  </a:lnTo>
                  <a:lnTo>
                    <a:pt x="1076" y="50802"/>
                  </a:lnTo>
                  <a:lnTo>
                    <a:pt x="972" y="50782"/>
                  </a:lnTo>
                  <a:lnTo>
                    <a:pt x="853" y="50771"/>
                  </a:lnTo>
                  <a:lnTo>
                    <a:pt x="808" y="50730"/>
                  </a:lnTo>
                  <a:lnTo>
                    <a:pt x="820" y="50663"/>
                  </a:lnTo>
                  <a:lnTo>
                    <a:pt x="823" y="50600"/>
                  </a:lnTo>
                  <a:lnTo>
                    <a:pt x="809" y="50461"/>
                  </a:lnTo>
                  <a:lnTo>
                    <a:pt x="797" y="50342"/>
                  </a:lnTo>
                  <a:lnTo>
                    <a:pt x="838" y="50178"/>
                  </a:lnTo>
                  <a:lnTo>
                    <a:pt x="848" y="50157"/>
                  </a:lnTo>
                  <a:lnTo>
                    <a:pt x="923" y="49990"/>
                  </a:lnTo>
                  <a:lnTo>
                    <a:pt x="959" y="49755"/>
                  </a:lnTo>
                  <a:lnTo>
                    <a:pt x="962" y="49506"/>
                  </a:lnTo>
                  <a:lnTo>
                    <a:pt x="902" y="48841"/>
                  </a:lnTo>
                  <a:lnTo>
                    <a:pt x="933" y="48576"/>
                  </a:lnTo>
                  <a:lnTo>
                    <a:pt x="966" y="48285"/>
                  </a:lnTo>
                  <a:lnTo>
                    <a:pt x="976" y="47974"/>
                  </a:lnTo>
                  <a:lnTo>
                    <a:pt x="976" y="47929"/>
                  </a:lnTo>
                  <a:lnTo>
                    <a:pt x="982" y="47917"/>
                  </a:lnTo>
                  <a:lnTo>
                    <a:pt x="984" y="47875"/>
                  </a:lnTo>
                  <a:lnTo>
                    <a:pt x="982" y="47804"/>
                  </a:lnTo>
                  <a:lnTo>
                    <a:pt x="1011" y="47446"/>
                  </a:lnTo>
                  <a:lnTo>
                    <a:pt x="1014" y="47407"/>
                  </a:lnTo>
                  <a:lnTo>
                    <a:pt x="1021" y="47364"/>
                  </a:lnTo>
                  <a:lnTo>
                    <a:pt x="982" y="47123"/>
                  </a:lnTo>
                  <a:lnTo>
                    <a:pt x="969" y="46965"/>
                  </a:lnTo>
                  <a:lnTo>
                    <a:pt x="968" y="46953"/>
                  </a:lnTo>
                  <a:lnTo>
                    <a:pt x="974" y="46943"/>
                  </a:lnTo>
                  <a:lnTo>
                    <a:pt x="1029" y="46836"/>
                  </a:lnTo>
                  <a:lnTo>
                    <a:pt x="1040" y="46816"/>
                  </a:lnTo>
                  <a:lnTo>
                    <a:pt x="1106" y="46689"/>
                  </a:lnTo>
                  <a:lnTo>
                    <a:pt x="1111" y="46647"/>
                  </a:lnTo>
                  <a:lnTo>
                    <a:pt x="1139" y="46410"/>
                  </a:lnTo>
                  <a:lnTo>
                    <a:pt x="1293" y="46582"/>
                  </a:lnTo>
                  <a:lnTo>
                    <a:pt x="1324" y="46616"/>
                  </a:lnTo>
                  <a:lnTo>
                    <a:pt x="1673" y="46802"/>
                  </a:lnTo>
                  <a:lnTo>
                    <a:pt x="1833" y="46888"/>
                  </a:lnTo>
                  <a:lnTo>
                    <a:pt x="2380" y="47123"/>
                  </a:lnTo>
                  <a:lnTo>
                    <a:pt x="2385" y="47125"/>
                  </a:lnTo>
                  <a:lnTo>
                    <a:pt x="2558" y="46932"/>
                  </a:lnTo>
                  <a:lnTo>
                    <a:pt x="2548" y="46921"/>
                  </a:lnTo>
                  <a:lnTo>
                    <a:pt x="2456" y="46828"/>
                  </a:lnTo>
                  <a:lnTo>
                    <a:pt x="2399" y="46770"/>
                  </a:lnTo>
                  <a:lnTo>
                    <a:pt x="2256" y="46625"/>
                  </a:lnTo>
                  <a:lnTo>
                    <a:pt x="2079" y="46445"/>
                  </a:lnTo>
                  <a:lnTo>
                    <a:pt x="2076" y="46437"/>
                  </a:lnTo>
                  <a:lnTo>
                    <a:pt x="2090" y="46415"/>
                  </a:lnTo>
                  <a:lnTo>
                    <a:pt x="2094" y="46405"/>
                  </a:lnTo>
                  <a:lnTo>
                    <a:pt x="2085" y="46382"/>
                  </a:lnTo>
                  <a:lnTo>
                    <a:pt x="2077" y="46370"/>
                  </a:lnTo>
                  <a:lnTo>
                    <a:pt x="2060" y="46337"/>
                  </a:lnTo>
                  <a:lnTo>
                    <a:pt x="2050" y="46314"/>
                  </a:lnTo>
                  <a:lnTo>
                    <a:pt x="2040" y="46281"/>
                  </a:lnTo>
                  <a:lnTo>
                    <a:pt x="2032" y="46254"/>
                  </a:lnTo>
                  <a:lnTo>
                    <a:pt x="2031" y="46249"/>
                  </a:lnTo>
                  <a:lnTo>
                    <a:pt x="2022" y="46223"/>
                  </a:lnTo>
                  <a:lnTo>
                    <a:pt x="2012" y="46198"/>
                  </a:lnTo>
                  <a:lnTo>
                    <a:pt x="2009" y="46175"/>
                  </a:lnTo>
                  <a:lnTo>
                    <a:pt x="2004" y="46167"/>
                  </a:lnTo>
                  <a:lnTo>
                    <a:pt x="1996" y="46161"/>
                  </a:lnTo>
                  <a:lnTo>
                    <a:pt x="1981" y="46153"/>
                  </a:lnTo>
                  <a:lnTo>
                    <a:pt x="1967" y="46148"/>
                  </a:lnTo>
                  <a:lnTo>
                    <a:pt x="1943" y="46138"/>
                  </a:lnTo>
                  <a:lnTo>
                    <a:pt x="1915" y="46121"/>
                  </a:lnTo>
                  <a:lnTo>
                    <a:pt x="1913" y="46113"/>
                  </a:lnTo>
                  <a:lnTo>
                    <a:pt x="1896" y="46080"/>
                  </a:lnTo>
                  <a:lnTo>
                    <a:pt x="1821" y="45998"/>
                  </a:lnTo>
                  <a:lnTo>
                    <a:pt x="1769" y="45972"/>
                  </a:lnTo>
                  <a:lnTo>
                    <a:pt x="1676" y="45959"/>
                  </a:lnTo>
                  <a:lnTo>
                    <a:pt x="1583" y="45987"/>
                  </a:lnTo>
                  <a:lnTo>
                    <a:pt x="1537" y="46035"/>
                  </a:lnTo>
                  <a:lnTo>
                    <a:pt x="1526" y="46041"/>
                  </a:lnTo>
                  <a:lnTo>
                    <a:pt x="1515" y="46040"/>
                  </a:lnTo>
                  <a:lnTo>
                    <a:pt x="1496" y="46036"/>
                  </a:lnTo>
                  <a:lnTo>
                    <a:pt x="1492" y="46032"/>
                  </a:lnTo>
                  <a:lnTo>
                    <a:pt x="1483" y="46010"/>
                  </a:lnTo>
                  <a:lnTo>
                    <a:pt x="1484" y="45996"/>
                  </a:lnTo>
                  <a:lnTo>
                    <a:pt x="1489" y="45980"/>
                  </a:lnTo>
                  <a:lnTo>
                    <a:pt x="1607" y="45843"/>
                  </a:lnTo>
                  <a:lnTo>
                    <a:pt x="1641" y="45804"/>
                  </a:lnTo>
                  <a:lnTo>
                    <a:pt x="1770" y="45656"/>
                  </a:lnTo>
                  <a:lnTo>
                    <a:pt x="1807" y="45613"/>
                  </a:lnTo>
                  <a:lnTo>
                    <a:pt x="1884" y="45525"/>
                  </a:lnTo>
                  <a:lnTo>
                    <a:pt x="1915" y="45494"/>
                  </a:lnTo>
                  <a:lnTo>
                    <a:pt x="1924" y="45489"/>
                  </a:lnTo>
                  <a:lnTo>
                    <a:pt x="1937" y="45487"/>
                  </a:lnTo>
                  <a:lnTo>
                    <a:pt x="1972" y="45489"/>
                  </a:lnTo>
                  <a:lnTo>
                    <a:pt x="1982" y="45489"/>
                  </a:lnTo>
                  <a:lnTo>
                    <a:pt x="2002" y="45494"/>
                  </a:lnTo>
                  <a:lnTo>
                    <a:pt x="2018" y="45504"/>
                  </a:lnTo>
                  <a:lnTo>
                    <a:pt x="2052" y="45526"/>
                  </a:lnTo>
                  <a:lnTo>
                    <a:pt x="2058" y="45529"/>
                  </a:lnTo>
                  <a:lnTo>
                    <a:pt x="2086" y="45561"/>
                  </a:lnTo>
                  <a:lnTo>
                    <a:pt x="2079" y="45603"/>
                  </a:lnTo>
                  <a:lnTo>
                    <a:pt x="2078" y="45644"/>
                  </a:lnTo>
                  <a:lnTo>
                    <a:pt x="2093" y="45725"/>
                  </a:lnTo>
                  <a:lnTo>
                    <a:pt x="2104" y="45748"/>
                  </a:lnTo>
                  <a:lnTo>
                    <a:pt x="2108" y="45756"/>
                  </a:lnTo>
                  <a:lnTo>
                    <a:pt x="2120" y="45775"/>
                  </a:lnTo>
                  <a:lnTo>
                    <a:pt x="2141" y="45812"/>
                  </a:lnTo>
                  <a:lnTo>
                    <a:pt x="2189" y="45883"/>
                  </a:lnTo>
                  <a:lnTo>
                    <a:pt x="2197" y="45885"/>
                  </a:lnTo>
                  <a:lnTo>
                    <a:pt x="2215" y="45885"/>
                  </a:lnTo>
                  <a:lnTo>
                    <a:pt x="2250" y="45868"/>
                  </a:lnTo>
                  <a:lnTo>
                    <a:pt x="2265" y="45865"/>
                  </a:lnTo>
                  <a:lnTo>
                    <a:pt x="2273" y="45865"/>
                  </a:lnTo>
                  <a:lnTo>
                    <a:pt x="2282" y="45867"/>
                  </a:lnTo>
                  <a:lnTo>
                    <a:pt x="2299" y="45871"/>
                  </a:lnTo>
                  <a:lnTo>
                    <a:pt x="2334" y="45883"/>
                  </a:lnTo>
                  <a:lnTo>
                    <a:pt x="2352" y="45887"/>
                  </a:lnTo>
                  <a:lnTo>
                    <a:pt x="2361" y="45887"/>
                  </a:lnTo>
                  <a:lnTo>
                    <a:pt x="2382" y="45888"/>
                  </a:lnTo>
                  <a:lnTo>
                    <a:pt x="2506" y="46188"/>
                  </a:lnTo>
                  <a:lnTo>
                    <a:pt x="2579" y="46476"/>
                  </a:lnTo>
                  <a:lnTo>
                    <a:pt x="2641" y="46586"/>
                  </a:lnTo>
                  <a:lnTo>
                    <a:pt x="2696" y="46638"/>
                  </a:lnTo>
                  <a:lnTo>
                    <a:pt x="2716" y="46657"/>
                  </a:lnTo>
                  <a:lnTo>
                    <a:pt x="2822" y="46587"/>
                  </a:lnTo>
                  <a:lnTo>
                    <a:pt x="2906" y="46532"/>
                  </a:lnTo>
                  <a:lnTo>
                    <a:pt x="2895" y="46518"/>
                  </a:lnTo>
                  <a:lnTo>
                    <a:pt x="2718" y="46349"/>
                  </a:lnTo>
                  <a:lnTo>
                    <a:pt x="2583" y="46124"/>
                  </a:lnTo>
                  <a:lnTo>
                    <a:pt x="2464" y="45799"/>
                  </a:lnTo>
                  <a:lnTo>
                    <a:pt x="2437" y="45725"/>
                  </a:lnTo>
                  <a:lnTo>
                    <a:pt x="2427" y="45699"/>
                  </a:lnTo>
                  <a:lnTo>
                    <a:pt x="2387" y="45591"/>
                  </a:lnTo>
                  <a:lnTo>
                    <a:pt x="2381" y="45514"/>
                  </a:lnTo>
                  <a:lnTo>
                    <a:pt x="2404" y="45469"/>
                  </a:lnTo>
                  <a:lnTo>
                    <a:pt x="2505" y="45287"/>
                  </a:lnTo>
                  <a:lnTo>
                    <a:pt x="2566" y="45225"/>
                  </a:lnTo>
                  <a:lnTo>
                    <a:pt x="2607" y="45221"/>
                  </a:lnTo>
                  <a:lnTo>
                    <a:pt x="2649" y="45216"/>
                  </a:lnTo>
                  <a:lnTo>
                    <a:pt x="2786" y="45203"/>
                  </a:lnTo>
                  <a:lnTo>
                    <a:pt x="2811" y="45201"/>
                  </a:lnTo>
                  <a:lnTo>
                    <a:pt x="3131" y="45372"/>
                  </a:lnTo>
                  <a:lnTo>
                    <a:pt x="3176" y="45405"/>
                  </a:lnTo>
                  <a:lnTo>
                    <a:pt x="3201" y="45487"/>
                  </a:lnTo>
                  <a:lnTo>
                    <a:pt x="3209" y="45515"/>
                  </a:lnTo>
                  <a:lnTo>
                    <a:pt x="3230" y="45583"/>
                  </a:lnTo>
                  <a:lnTo>
                    <a:pt x="3191" y="45639"/>
                  </a:lnTo>
                  <a:lnTo>
                    <a:pt x="3198" y="45799"/>
                  </a:lnTo>
                  <a:lnTo>
                    <a:pt x="3200" y="45809"/>
                  </a:lnTo>
                  <a:lnTo>
                    <a:pt x="3438" y="45971"/>
                  </a:lnTo>
                  <a:lnTo>
                    <a:pt x="3459" y="45962"/>
                  </a:lnTo>
                  <a:lnTo>
                    <a:pt x="3479" y="45952"/>
                  </a:lnTo>
                  <a:lnTo>
                    <a:pt x="3461" y="45853"/>
                  </a:lnTo>
                  <a:lnTo>
                    <a:pt x="3328" y="45489"/>
                  </a:lnTo>
                  <a:lnTo>
                    <a:pt x="3309" y="45436"/>
                  </a:lnTo>
                  <a:lnTo>
                    <a:pt x="3144" y="44985"/>
                  </a:lnTo>
                  <a:lnTo>
                    <a:pt x="3086" y="44824"/>
                  </a:lnTo>
                  <a:lnTo>
                    <a:pt x="2817" y="44697"/>
                  </a:lnTo>
                  <a:lnTo>
                    <a:pt x="2605" y="44368"/>
                  </a:lnTo>
                  <a:lnTo>
                    <a:pt x="2447" y="44122"/>
                  </a:lnTo>
                  <a:lnTo>
                    <a:pt x="2332" y="43772"/>
                  </a:lnTo>
                  <a:lnTo>
                    <a:pt x="2342" y="43704"/>
                  </a:lnTo>
                  <a:lnTo>
                    <a:pt x="2605" y="43510"/>
                  </a:lnTo>
                  <a:lnTo>
                    <a:pt x="2797" y="43438"/>
                  </a:lnTo>
                  <a:lnTo>
                    <a:pt x="2962" y="43298"/>
                  </a:lnTo>
                  <a:lnTo>
                    <a:pt x="3093" y="43062"/>
                  </a:lnTo>
                  <a:lnTo>
                    <a:pt x="3115" y="42880"/>
                  </a:lnTo>
                  <a:lnTo>
                    <a:pt x="3184" y="42651"/>
                  </a:lnTo>
                  <a:lnTo>
                    <a:pt x="3196" y="42611"/>
                  </a:lnTo>
                  <a:lnTo>
                    <a:pt x="3213" y="42555"/>
                  </a:lnTo>
                  <a:lnTo>
                    <a:pt x="3323" y="42379"/>
                  </a:lnTo>
                  <a:lnTo>
                    <a:pt x="3538" y="42233"/>
                  </a:lnTo>
                  <a:lnTo>
                    <a:pt x="3636" y="42227"/>
                  </a:lnTo>
                  <a:lnTo>
                    <a:pt x="3643" y="42349"/>
                  </a:lnTo>
                  <a:lnTo>
                    <a:pt x="3749" y="42405"/>
                  </a:lnTo>
                  <a:lnTo>
                    <a:pt x="4748" y="42449"/>
                  </a:lnTo>
                  <a:lnTo>
                    <a:pt x="4931" y="42421"/>
                  </a:lnTo>
                  <a:lnTo>
                    <a:pt x="5098" y="42395"/>
                  </a:lnTo>
                  <a:lnTo>
                    <a:pt x="5377" y="42352"/>
                  </a:lnTo>
                  <a:lnTo>
                    <a:pt x="5953" y="42215"/>
                  </a:lnTo>
                  <a:lnTo>
                    <a:pt x="6014" y="42148"/>
                  </a:lnTo>
                  <a:lnTo>
                    <a:pt x="6156" y="42057"/>
                  </a:lnTo>
                  <a:lnTo>
                    <a:pt x="6561" y="41938"/>
                  </a:lnTo>
                  <a:lnTo>
                    <a:pt x="6792" y="41726"/>
                  </a:lnTo>
                  <a:lnTo>
                    <a:pt x="6878" y="41605"/>
                  </a:lnTo>
                  <a:lnTo>
                    <a:pt x="7236" y="41455"/>
                  </a:lnTo>
                  <a:lnTo>
                    <a:pt x="7272" y="41434"/>
                  </a:lnTo>
                  <a:lnTo>
                    <a:pt x="7474" y="41313"/>
                  </a:lnTo>
                  <a:lnTo>
                    <a:pt x="7676" y="41192"/>
                  </a:lnTo>
                  <a:lnTo>
                    <a:pt x="8608" y="40341"/>
                  </a:lnTo>
                  <a:lnTo>
                    <a:pt x="8673" y="40126"/>
                  </a:lnTo>
                  <a:lnTo>
                    <a:pt x="8961" y="39790"/>
                  </a:lnTo>
                  <a:lnTo>
                    <a:pt x="9126" y="39682"/>
                  </a:lnTo>
                  <a:lnTo>
                    <a:pt x="9182" y="39645"/>
                  </a:lnTo>
                  <a:lnTo>
                    <a:pt x="9268" y="39514"/>
                  </a:lnTo>
                  <a:lnTo>
                    <a:pt x="9321" y="39330"/>
                  </a:lnTo>
                  <a:lnTo>
                    <a:pt x="9298" y="39309"/>
                  </a:lnTo>
                  <a:lnTo>
                    <a:pt x="9301" y="39278"/>
                  </a:lnTo>
                  <a:lnTo>
                    <a:pt x="9624" y="38901"/>
                  </a:lnTo>
                  <a:lnTo>
                    <a:pt x="9773" y="38759"/>
                  </a:lnTo>
                  <a:lnTo>
                    <a:pt x="10115" y="38558"/>
                  </a:lnTo>
                  <a:lnTo>
                    <a:pt x="10293" y="38454"/>
                  </a:lnTo>
                  <a:lnTo>
                    <a:pt x="10449" y="38387"/>
                  </a:lnTo>
                  <a:lnTo>
                    <a:pt x="10691" y="38328"/>
                  </a:lnTo>
                  <a:lnTo>
                    <a:pt x="10942" y="38310"/>
                  </a:lnTo>
                  <a:lnTo>
                    <a:pt x="11133" y="38256"/>
                  </a:lnTo>
                  <a:lnTo>
                    <a:pt x="11770" y="38028"/>
                  </a:lnTo>
                  <a:lnTo>
                    <a:pt x="12054" y="37848"/>
                  </a:lnTo>
                  <a:lnTo>
                    <a:pt x="12131" y="37793"/>
                  </a:lnTo>
                  <a:lnTo>
                    <a:pt x="12425" y="37587"/>
                  </a:lnTo>
                  <a:lnTo>
                    <a:pt x="12842" y="37242"/>
                  </a:lnTo>
                  <a:lnTo>
                    <a:pt x="13156" y="36880"/>
                  </a:lnTo>
                  <a:lnTo>
                    <a:pt x="13817" y="36273"/>
                  </a:lnTo>
                  <a:lnTo>
                    <a:pt x="14333" y="35746"/>
                  </a:lnTo>
                  <a:lnTo>
                    <a:pt x="14965" y="35177"/>
                  </a:lnTo>
                  <a:lnTo>
                    <a:pt x="14990" y="35155"/>
                  </a:lnTo>
                  <a:lnTo>
                    <a:pt x="15053" y="35098"/>
                  </a:lnTo>
                  <a:lnTo>
                    <a:pt x="15208" y="35103"/>
                  </a:lnTo>
                  <a:lnTo>
                    <a:pt x="15220" y="35102"/>
                  </a:lnTo>
                  <a:lnTo>
                    <a:pt x="15301" y="35073"/>
                  </a:lnTo>
                  <a:lnTo>
                    <a:pt x="15318" y="35067"/>
                  </a:lnTo>
                  <a:lnTo>
                    <a:pt x="15483" y="35007"/>
                  </a:lnTo>
                  <a:lnTo>
                    <a:pt x="15658" y="34986"/>
                  </a:lnTo>
                  <a:lnTo>
                    <a:pt x="15721" y="35002"/>
                  </a:lnTo>
                  <a:lnTo>
                    <a:pt x="15807" y="35024"/>
                  </a:lnTo>
                  <a:lnTo>
                    <a:pt x="16031" y="35081"/>
                  </a:lnTo>
                  <a:lnTo>
                    <a:pt x="16118" y="35131"/>
                  </a:lnTo>
                  <a:lnTo>
                    <a:pt x="16129" y="35101"/>
                  </a:lnTo>
                  <a:lnTo>
                    <a:pt x="16013" y="35002"/>
                  </a:lnTo>
                  <a:lnTo>
                    <a:pt x="15822" y="34891"/>
                  </a:lnTo>
                  <a:lnTo>
                    <a:pt x="15757" y="34853"/>
                  </a:lnTo>
                  <a:lnTo>
                    <a:pt x="15552" y="34734"/>
                  </a:lnTo>
                  <a:lnTo>
                    <a:pt x="15479" y="34746"/>
                  </a:lnTo>
                  <a:lnTo>
                    <a:pt x="15469" y="34747"/>
                  </a:lnTo>
                  <a:lnTo>
                    <a:pt x="15394" y="34859"/>
                  </a:lnTo>
                  <a:lnTo>
                    <a:pt x="15221" y="35009"/>
                  </a:lnTo>
                  <a:lnTo>
                    <a:pt x="15192" y="35007"/>
                  </a:lnTo>
                  <a:lnTo>
                    <a:pt x="15151" y="34922"/>
                  </a:lnTo>
                  <a:lnTo>
                    <a:pt x="15333" y="34736"/>
                  </a:lnTo>
                  <a:lnTo>
                    <a:pt x="15440" y="34626"/>
                  </a:lnTo>
                  <a:lnTo>
                    <a:pt x="15633" y="34427"/>
                  </a:lnTo>
                  <a:lnTo>
                    <a:pt x="16024" y="34063"/>
                  </a:lnTo>
                  <a:lnTo>
                    <a:pt x="16393" y="33818"/>
                  </a:lnTo>
                  <a:lnTo>
                    <a:pt x="16736" y="33633"/>
                  </a:lnTo>
                  <a:lnTo>
                    <a:pt x="17155" y="33247"/>
                  </a:lnTo>
                  <a:lnTo>
                    <a:pt x="17613" y="32616"/>
                  </a:lnTo>
                  <a:lnTo>
                    <a:pt x="17898" y="32269"/>
                  </a:lnTo>
                  <a:lnTo>
                    <a:pt x="17955" y="32132"/>
                  </a:lnTo>
                  <a:lnTo>
                    <a:pt x="17977" y="31936"/>
                  </a:lnTo>
                  <a:lnTo>
                    <a:pt x="18536" y="31187"/>
                  </a:lnTo>
                  <a:lnTo>
                    <a:pt x="18588" y="31144"/>
                  </a:lnTo>
                  <a:lnTo>
                    <a:pt x="18671" y="31077"/>
                  </a:lnTo>
                  <a:lnTo>
                    <a:pt x="18875" y="30963"/>
                  </a:lnTo>
                  <a:lnTo>
                    <a:pt x="19010" y="30910"/>
                  </a:lnTo>
                  <a:lnTo>
                    <a:pt x="19704" y="30642"/>
                  </a:lnTo>
                  <a:lnTo>
                    <a:pt x="19967" y="30478"/>
                  </a:lnTo>
                  <a:lnTo>
                    <a:pt x="20056" y="30423"/>
                  </a:lnTo>
                  <a:lnTo>
                    <a:pt x="20687" y="30273"/>
                  </a:lnTo>
                  <a:lnTo>
                    <a:pt x="20905" y="30235"/>
                  </a:lnTo>
                  <a:lnTo>
                    <a:pt x="20935" y="30230"/>
                  </a:lnTo>
                  <a:lnTo>
                    <a:pt x="20990" y="30220"/>
                  </a:lnTo>
                  <a:lnTo>
                    <a:pt x="21360" y="30068"/>
                  </a:lnTo>
                  <a:lnTo>
                    <a:pt x="21969" y="29919"/>
                  </a:lnTo>
                  <a:lnTo>
                    <a:pt x="22062" y="29875"/>
                  </a:lnTo>
                  <a:lnTo>
                    <a:pt x="22566" y="29499"/>
                  </a:lnTo>
                  <a:lnTo>
                    <a:pt x="22736" y="29417"/>
                  </a:lnTo>
                  <a:lnTo>
                    <a:pt x="22777" y="29398"/>
                  </a:lnTo>
                  <a:lnTo>
                    <a:pt x="23120" y="29125"/>
                  </a:lnTo>
                  <a:lnTo>
                    <a:pt x="23369" y="28968"/>
                  </a:lnTo>
                  <a:lnTo>
                    <a:pt x="23616" y="28812"/>
                  </a:lnTo>
                  <a:lnTo>
                    <a:pt x="23640" y="28797"/>
                  </a:lnTo>
                  <a:lnTo>
                    <a:pt x="24053" y="28636"/>
                  </a:lnTo>
                  <a:lnTo>
                    <a:pt x="24843" y="28187"/>
                  </a:lnTo>
                  <a:lnTo>
                    <a:pt x="25363" y="27858"/>
                  </a:lnTo>
                  <a:lnTo>
                    <a:pt x="25458" y="27875"/>
                  </a:lnTo>
                  <a:lnTo>
                    <a:pt x="25599" y="27899"/>
                  </a:lnTo>
                  <a:lnTo>
                    <a:pt x="25752" y="27926"/>
                  </a:lnTo>
                  <a:lnTo>
                    <a:pt x="25883" y="27891"/>
                  </a:lnTo>
                  <a:lnTo>
                    <a:pt x="26100" y="27792"/>
                  </a:lnTo>
                  <a:lnTo>
                    <a:pt x="26850" y="27232"/>
                  </a:lnTo>
                  <a:lnTo>
                    <a:pt x="27131" y="26933"/>
                  </a:lnTo>
                  <a:lnTo>
                    <a:pt x="27446" y="26649"/>
                  </a:lnTo>
                  <a:lnTo>
                    <a:pt x="27558" y="26548"/>
                  </a:lnTo>
                  <a:lnTo>
                    <a:pt x="27618" y="26536"/>
                  </a:lnTo>
                  <a:lnTo>
                    <a:pt x="27634" y="26558"/>
                  </a:lnTo>
                  <a:lnTo>
                    <a:pt x="27723" y="26386"/>
                  </a:lnTo>
                  <a:lnTo>
                    <a:pt x="27701" y="26358"/>
                  </a:lnTo>
                  <a:lnTo>
                    <a:pt x="27721" y="26332"/>
                  </a:lnTo>
                  <a:lnTo>
                    <a:pt x="28115" y="25949"/>
                  </a:lnTo>
                  <a:lnTo>
                    <a:pt x="28243" y="25606"/>
                  </a:lnTo>
                  <a:lnTo>
                    <a:pt x="28247" y="25414"/>
                  </a:lnTo>
                  <a:lnTo>
                    <a:pt x="28362" y="25020"/>
                  </a:lnTo>
                  <a:lnTo>
                    <a:pt x="28400" y="24547"/>
                  </a:lnTo>
                  <a:lnTo>
                    <a:pt x="28349" y="23986"/>
                  </a:lnTo>
                  <a:lnTo>
                    <a:pt x="28303" y="23834"/>
                  </a:lnTo>
                  <a:lnTo>
                    <a:pt x="28202" y="23764"/>
                  </a:lnTo>
                  <a:lnTo>
                    <a:pt x="28260" y="23658"/>
                  </a:lnTo>
                  <a:lnTo>
                    <a:pt x="28499" y="23770"/>
                  </a:lnTo>
                  <a:lnTo>
                    <a:pt x="28695" y="23935"/>
                  </a:lnTo>
                  <a:lnTo>
                    <a:pt x="28726" y="23959"/>
                  </a:lnTo>
                  <a:lnTo>
                    <a:pt x="28764" y="23991"/>
                  </a:lnTo>
                  <a:lnTo>
                    <a:pt x="28737" y="24031"/>
                  </a:lnTo>
                  <a:lnTo>
                    <a:pt x="28726" y="24048"/>
                  </a:lnTo>
                  <a:lnTo>
                    <a:pt x="28714" y="24065"/>
                  </a:lnTo>
                  <a:lnTo>
                    <a:pt x="28815" y="24150"/>
                  </a:lnTo>
                  <a:lnTo>
                    <a:pt x="28989" y="24235"/>
                  </a:lnTo>
                  <a:lnTo>
                    <a:pt x="29020" y="24202"/>
                  </a:lnTo>
                  <a:lnTo>
                    <a:pt x="29019" y="24146"/>
                  </a:lnTo>
                  <a:lnTo>
                    <a:pt x="29112" y="23879"/>
                  </a:lnTo>
                  <a:lnTo>
                    <a:pt x="29169" y="23785"/>
                  </a:lnTo>
                  <a:lnTo>
                    <a:pt x="29291" y="23653"/>
                  </a:lnTo>
                  <a:lnTo>
                    <a:pt x="29582" y="23422"/>
                  </a:lnTo>
                  <a:lnTo>
                    <a:pt x="29658" y="23455"/>
                  </a:lnTo>
                  <a:lnTo>
                    <a:pt x="29701" y="23538"/>
                  </a:lnTo>
                  <a:lnTo>
                    <a:pt x="29848" y="23596"/>
                  </a:lnTo>
                  <a:lnTo>
                    <a:pt x="29876" y="23607"/>
                  </a:lnTo>
                  <a:lnTo>
                    <a:pt x="29883" y="23610"/>
                  </a:lnTo>
                  <a:lnTo>
                    <a:pt x="29974" y="23646"/>
                  </a:lnTo>
                  <a:lnTo>
                    <a:pt x="30915" y="23547"/>
                  </a:lnTo>
                  <a:lnTo>
                    <a:pt x="30935" y="23545"/>
                  </a:lnTo>
                  <a:lnTo>
                    <a:pt x="31295" y="23459"/>
                  </a:lnTo>
                  <a:lnTo>
                    <a:pt x="31842" y="23736"/>
                  </a:lnTo>
                  <a:lnTo>
                    <a:pt x="31943" y="23940"/>
                  </a:lnTo>
                  <a:lnTo>
                    <a:pt x="31965" y="23983"/>
                  </a:lnTo>
                  <a:lnTo>
                    <a:pt x="31981" y="24016"/>
                  </a:lnTo>
                  <a:lnTo>
                    <a:pt x="32060" y="24176"/>
                  </a:lnTo>
                  <a:lnTo>
                    <a:pt x="32027" y="24194"/>
                  </a:lnTo>
                  <a:lnTo>
                    <a:pt x="31973" y="24224"/>
                  </a:lnTo>
                  <a:lnTo>
                    <a:pt x="31936" y="24264"/>
                  </a:lnTo>
                  <a:lnTo>
                    <a:pt x="31949" y="24269"/>
                  </a:lnTo>
                  <a:lnTo>
                    <a:pt x="31961" y="24274"/>
                  </a:lnTo>
                  <a:lnTo>
                    <a:pt x="31975" y="24281"/>
                  </a:lnTo>
                  <a:lnTo>
                    <a:pt x="32011" y="24300"/>
                  </a:lnTo>
                  <a:lnTo>
                    <a:pt x="32022" y="24304"/>
                  </a:lnTo>
                  <a:lnTo>
                    <a:pt x="32017" y="24308"/>
                  </a:lnTo>
                  <a:lnTo>
                    <a:pt x="32008" y="24315"/>
                  </a:lnTo>
                  <a:lnTo>
                    <a:pt x="32002" y="24319"/>
                  </a:lnTo>
                  <a:lnTo>
                    <a:pt x="31993" y="24325"/>
                  </a:lnTo>
                  <a:lnTo>
                    <a:pt x="31988" y="24331"/>
                  </a:lnTo>
                  <a:lnTo>
                    <a:pt x="31980" y="24344"/>
                  </a:lnTo>
                  <a:lnTo>
                    <a:pt x="31974" y="24353"/>
                  </a:lnTo>
                  <a:lnTo>
                    <a:pt x="32010" y="24379"/>
                  </a:lnTo>
                  <a:lnTo>
                    <a:pt x="32015" y="24383"/>
                  </a:lnTo>
                  <a:lnTo>
                    <a:pt x="32031" y="24394"/>
                  </a:lnTo>
                  <a:lnTo>
                    <a:pt x="32059" y="24416"/>
                  </a:lnTo>
                  <a:lnTo>
                    <a:pt x="32064" y="24417"/>
                  </a:lnTo>
                  <a:lnTo>
                    <a:pt x="32069" y="24414"/>
                  </a:lnTo>
                  <a:lnTo>
                    <a:pt x="32076" y="24409"/>
                  </a:lnTo>
                  <a:lnTo>
                    <a:pt x="32082" y="24405"/>
                  </a:lnTo>
                  <a:lnTo>
                    <a:pt x="32089" y="24404"/>
                  </a:lnTo>
                  <a:lnTo>
                    <a:pt x="32097" y="24402"/>
                  </a:lnTo>
                  <a:lnTo>
                    <a:pt x="32115" y="24397"/>
                  </a:lnTo>
                  <a:lnTo>
                    <a:pt x="32153" y="24432"/>
                  </a:lnTo>
                  <a:lnTo>
                    <a:pt x="32156" y="24436"/>
                  </a:lnTo>
                  <a:lnTo>
                    <a:pt x="32166" y="24446"/>
                  </a:lnTo>
                  <a:lnTo>
                    <a:pt x="32180" y="24462"/>
                  </a:lnTo>
                  <a:lnTo>
                    <a:pt x="32185" y="24467"/>
                  </a:lnTo>
                  <a:lnTo>
                    <a:pt x="32190" y="24470"/>
                  </a:lnTo>
                  <a:lnTo>
                    <a:pt x="32196" y="24473"/>
                  </a:lnTo>
                  <a:lnTo>
                    <a:pt x="32207" y="24481"/>
                  </a:lnTo>
                  <a:lnTo>
                    <a:pt x="32211" y="24494"/>
                  </a:lnTo>
                  <a:lnTo>
                    <a:pt x="32214" y="24499"/>
                  </a:lnTo>
                  <a:lnTo>
                    <a:pt x="32219" y="24510"/>
                  </a:lnTo>
                  <a:lnTo>
                    <a:pt x="32227" y="24520"/>
                  </a:lnTo>
                  <a:lnTo>
                    <a:pt x="32234" y="24526"/>
                  </a:lnTo>
                  <a:lnTo>
                    <a:pt x="32216" y="24549"/>
                  </a:lnTo>
                  <a:lnTo>
                    <a:pt x="32211" y="24555"/>
                  </a:lnTo>
                  <a:lnTo>
                    <a:pt x="32214" y="24560"/>
                  </a:lnTo>
                  <a:lnTo>
                    <a:pt x="32220" y="24568"/>
                  </a:lnTo>
                  <a:lnTo>
                    <a:pt x="32225" y="24566"/>
                  </a:lnTo>
                  <a:lnTo>
                    <a:pt x="32299" y="24528"/>
                  </a:lnTo>
                  <a:lnTo>
                    <a:pt x="32337" y="24547"/>
                  </a:lnTo>
                  <a:lnTo>
                    <a:pt x="32355" y="24555"/>
                  </a:lnTo>
                  <a:lnTo>
                    <a:pt x="32460" y="24606"/>
                  </a:lnTo>
                  <a:lnTo>
                    <a:pt x="32484" y="24652"/>
                  </a:lnTo>
                  <a:lnTo>
                    <a:pt x="32481" y="24705"/>
                  </a:lnTo>
                  <a:lnTo>
                    <a:pt x="32439" y="24721"/>
                  </a:lnTo>
                  <a:lnTo>
                    <a:pt x="32422" y="24757"/>
                  </a:lnTo>
                  <a:lnTo>
                    <a:pt x="32407" y="24844"/>
                  </a:lnTo>
                  <a:lnTo>
                    <a:pt x="32397" y="24902"/>
                  </a:lnTo>
                  <a:lnTo>
                    <a:pt x="32391" y="24943"/>
                  </a:lnTo>
                  <a:lnTo>
                    <a:pt x="32617" y="25197"/>
                  </a:lnTo>
                  <a:lnTo>
                    <a:pt x="32648" y="25214"/>
                  </a:lnTo>
                  <a:lnTo>
                    <a:pt x="32693" y="25198"/>
                  </a:lnTo>
                  <a:lnTo>
                    <a:pt x="32695" y="25191"/>
                  </a:lnTo>
                  <a:lnTo>
                    <a:pt x="32705" y="25147"/>
                  </a:lnTo>
                  <a:lnTo>
                    <a:pt x="32711" y="25122"/>
                  </a:lnTo>
                  <a:lnTo>
                    <a:pt x="32795" y="24764"/>
                  </a:lnTo>
                  <a:lnTo>
                    <a:pt x="32796" y="24687"/>
                  </a:lnTo>
                  <a:lnTo>
                    <a:pt x="32807" y="24134"/>
                  </a:lnTo>
                  <a:lnTo>
                    <a:pt x="32807" y="24118"/>
                  </a:lnTo>
                  <a:lnTo>
                    <a:pt x="32804" y="24109"/>
                  </a:lnTo>
                  <a:lnTo>
                    <a:pt x="32771" y="24015"/>
                  </a:lnTo>
                  <a:lnTo>
                    <a:pt x="32654" y="23687"/>
                  </a:lnTo>
                  <a:lnTo>
                    <a:pt x="32642" y="23677"/>
                  </a:lnTo>
                  <a:lnTo>
                    <a:pt x="32489" y="23549"/>
                  </a:lnTo>
                  <a:lnTo>
                    <a:pt x="32252" y="23410"/>
                  </a:lnTo>
                  <a:lnTo>
                    <a:pt x="32147" y="23451"/>
                  </a:lnTo>
                  <a:lnTo>
                    <a:pt x="32020" y="23364"/>
                  </a:lnTo>
                  <a:lnTo>
                    <a:pt x="31761" y="22900"/>
                  </a:lnTo>
                  <a:lnTo>
                    <a:pt x="31635" y="22907"/>
                  </a:lnTo>
                  <a:lnTo>
                    <a:pt x="31167" y="22715"/>
                  </a:lnTo>
                  <a:lnTo>
                    <a:pt x="31202" y="22611"/>
                  </a:lnTo>
                  <a:lnTo>
                    <a:pt x="31292" y="22340"/>
                  </a:lnTo>
                  <a:lnTo>
                    <a:pt x="31297" y="22325"/>
                  </a:lnTo>
                  <a:lnTo>
                    <a:pt x="31322" y="22302"/>
                  </a:lnTo>
                  <a:lnTo>
                    <a:pt x="31436" y="22195"/>
                  </a:lnTo>
                  <a:lnTo>
                    <a:pt x="31490" y="22145"/>
                  </a:lnTo>
                  <a:lnTo>
                    <a:pt x="32103" y="21822"/>
                  </a:lnTo>
                  <a:lnTo>
                    <a:pt x="32161" y="21823"/>
                  </a:lnTo>
                  <a:lnTo>
                    <a:pt x="32389" y="21829"/>
                  </a:lnTo>
                  <a:lnTo>
                    <a:pt x="32493" y="21876"/>
                  </a:lnTo>
                  <a:lnTo>
                    <a:pt x="32506" y="21908"/>
                  </a:lnTo>
                  <a:lnTo>
                    <a:pt x="32514" y="21926"/>
                  </a:lnTo>
                  <a:lnTo>
                    <a:pt x="32581" y="22150"/>
                  </a:lnTo>
                  <a:lnTo>
                    <a:pt x="32567" y="22293"/>
                  </a:lnTo>
                  <a:lnTo>
                    <a:pt x="32565" y="22322"/>
                  </a:lnTo>
                  <a:lnTo>
                    <a:pt x="32587" y="22310"/>
                  </a:lnTo>
                  <a:lnTo>
                    <a:pt x="32646" y="22279"/>
                  </a:lnTo>
                  <a:lnTo>
                    <a:pt x="32673" y="22278"/>
                  </a:lnTo>
                  <a:lnTo>
                    <a:pt x="32690" y="22247"/>
                  </a:lnTo>
                  <a:lnTo>
                    <a:pt x="32704" y="22219"/>
                  </a:lnTo>
                  <a:lnTo>
                    <a:pt x="32741" y="22146"/>
                  </a:lnTo>
                  <a:lnTo>
                    <a:pt x="32764" y="22093"/>
                  </a:lnTo>
                  <a:lnTo>
                    <a:pt x="32823" y="21955"/>
                  </a:lnTo>
                  <a:lnTo>
                    <a:pt x="32818" y="21948"/>
                  </a:lnTo>
                  <a:lnTo>
                    <a:pt x="32761" y="21873"/>
                  </a:lnTo>
                  <a:lnTo>
                    <a:pt x="32735" y="21838"/>
                  </a:lnTo>
                  <a:lnTo>
                    <a:pt x="32718" y="21815"/>
                  </a:lnTo>
                  <a:lnTo>
                    <a:pt x="32702" y="21795"/>
                  </a:lnTo>
                  <a:lnTo>
                    <a:pt x="32683" y="21652"/>
                  </a:lnTo>
                  <a:lnTo>
                    <a:pt x="32679" y="21622"/>
                  </a:lnTo>
                  <a:lnTo>
                    <a:pt x="32663" y="21506"/>
                  </a:lnTo>
                  <a:lnTo>
                    <a:pt x="32691" y="21473"/>
                  </a:lnTo>
                  <a:lnTo>
                    <a:pt x="32702" y="21461"/>
                  </a:lnTo>
                  <a:lnTo>
                    <a:pt x="32763" y="21389"/>
                  </a:lnTo>
                  <a:lnTo>
                    <a:pt x="32711" y="21095"/>
                  </a:lnTo>
                  <a:lnTo>
                    <a:pt x="32716" y="20976"/>
                  </a:lnTo>
                  <a:lnTo>
                    <a:pt x="32764" y="20816"/>
                  </a:lnTo>
                  <a:lnTo>
                    <a:pt x="32766" y="20809"/>
                  </a:lnTo>
                  <a:lnTo>
                    <a:pt x="32789" y="20797"/>
                  </a:lnTo>
                  <a:lnTo>
                    <a:pt x="33164" y="20592"/>
                  </a:lnTo>
                  <a:lnTo>
                    <a:pt x="33226" y="20633"/>
                  </a:lnTo>
                  <a:lnTo>
                    <a:pt x="33280" y="20668"/>
                  </a:lnTo>
                  <a:lnTo>
                    <a:pt x="33332" y="20703"/>
                  </a:lnTo>
                  <a:lnTo>
                    <a:pt x="33338" y="20707"/>
                  </a:lnTo>
                  <a:lnTo>
                    <a:pt x="33399" y="20659"/>
                  </a:lnTo>
                  <a:lnTo>
                    <a:pt x="33539" y="20548"/>
                  </a:lnTo>
                  <a:lnTo>
                    <a:pt x="33477" y="20512"/>
                  </a:lnTo>
                  <a:lnTo>
                    <a:pt x="33413" y="20474"/>
                  </a:lnTo>
                  <a:lnTo>
                    <a:pt x="33402" y="20468"/>
                  </a:lnTo>
                  <a:lnTo>
                    <a:pt x="33125" y="20408"/>
                  </a:lnTo>
                  <a:lnTo>
                    <a:pt x="32873" y="20375"/>
                  </a:lnTo>
                  <a:lnTo>
                    <a:pt x="32795" y="20328"/>
                  </a:lnTo>
                  <a:lnTo>
                    <a:pt x="32789" y="20325"/>
                  </a:lnTo>
                  <a:lnTo>
                    <a:pt x="32732" y="20291"/>
                  </a:lnTo>
                  <a:lnTo>
                    <a:pt x="32697" y="20270"/>
                  </a:lnTo>
                  <a:lnTo>
                    <a:pt x="32675" y="20258"/>
                  </a:lnTo>
                  <a:lnTo>
                    <a:pt x="32658" y="20248"/>
                  </a:lnTo>
                  <a:lnTo>
                    <a:pt x="32478" y="20432"/>
                  </a:lnTo>
                  <a:lnTo>
                    <a:pt x="32468" y="20427"/>
                  </a:lnTo>
                  <a:lnTo>
                    <a:pt x="32392" y="20386"/>
                  </a:lnTo>
                  <a:lnTo>
                    <a:pt x="32172" y="20267"/>
                  </a:lnTo>
                  <a:lnTo>
                    <a:pt x="32115" y="20306"/>
                  </a:lnTo>
                  <a:lnTo>
                    <a:pt x="32074" y="20323"/>
                  </a:lnTo>
                  <a:lnTo>
                    <a:pt x="32036" y="20327"/>
                  </a:lnTo>
                  <a:lnTo>
                    <a:pt x="32019" y="20325"/>
                  </a:lnTo>
                  <a:lnTo>
                    <a:pt x="31965" y="20320"/>
                  </a:lnTo>
                  <a:lnTo>
                    <a:pt x="31952" y="20316"/>
                  </a:lnTo>
                  <a:lnTo>
                    <a:pt x="31934" y="20287"/>
                  </a:lnTo>
                  <a:lnTo>
                    <a:pt x="31886" y="20198"/>
                  </a:lnTo>
                  <a:lnTo>
                    <a:pt x="32008" y="19917"/>
                  </a:lnTo>
                  <a:lnTo>
                    <a:pt x="32010" y="19911"/>
                  </a:lnTo>
                  <a:lnTo>
                    <a:pt x="31927" y="19775"/>
                  </a:lnTo>
                  <a:lnTo>
                    <a:pt x="31848" y="19754"/>
                  </a:lnTo>
                  <a:lnTo>
                    <a:pt x="31773" y="19805"/>
                  </a:lnTo>
                  <a:lnTo>
                    <a:pt x="31771" y="19854"/>
                  </a:lnTo>
                  <a:lnTo>
                    <a:pt x="31750" y="19869"/>
                  </a:lnTo>
                  <a:lnTo>
                    <a:pt x="31586" y="19953"/>
                  </a:lnTo>
                  <a:lnTo>
                    <a:pt x="31507" y="19993"/>
                  </a:lnTo>
                  <a:lnTo>
                    <a:pt x="31427" y="20034"/>
                  </a:lnTo>
                  <a:lnTo>
                    <a:pt x="31275" y="19962"/>
                  </a:lnTo>
                  <a:lnTo>
                    <a:pt x="31323" y="20046"/>
                  </a:lnTo>
                  <a:lnTo>
                    <a:pt x="31292" y="20170"/>
                  </a:lnTo>
                  <a:lnTo>
                    <a:pt x="31189" y="20381"/>
                  </a:lnTo>
                  <a:lnTo>
                    <a:pt x="31070" y="20472"/>
                  </a:lnTo>
                  <a:lnTo>
                    <a:pt x="31036" y="20499"/>
                  </a:lnTo>
                  <a:lnTo>
                    <a:pt x="31030" y="20503"/>
                  </a:lnTo>
                  <a:lnTo>
                    <a:pt x="31025" y="20507"/>
                  </a:lnTo>
                  <a:lnTo>
                    <a:pt x="31007" y="20521"/>
                  </a:lnTo>
                  <a:lnTo>
                    <a:pt x="30994" y="20531"/>
                  </a:lnTo>
                  <a:lnTo>
                    <a:pt x="30981" y="20541"/>
                  </a:lnTo>
                  <a:lnTo>
                    <a:pt x="30965" y="20550"/>
                  </a:lnTo>
                  <a:lnTo>
                    <a:pt x="30956" y="20549"/>
                  </a:lnTo>
                  <a:lnTo>
                    <a:pt x="30921" y="20547"/>
                  </a:lnTo>
                  <a:lnTo>
                    <a:pt x="30903" y="20546"/>
                  </a:lnTo>
                  <a:lnTo>
                    <a:pt x="30899" y="20576"/>
                  </a:lnTo>
                  <a:lnTo>
                    <a:pt x="30905" y="20592"/>
                  </a:lnTo>
                  <a:lnTo>
                    <a:pt x="30907" y="20639"/>
                  </a:lnTo>
                  <a:lnTo>
                    <a:pt x="30911" y="20722"/>
                  </a:lnTo>
                  <a:lnTo>
                    <a:pt x="30927" y="20775"/>
                  </a:lnTo>
                  <a:lnTo>
                    <a:pt x="30937" y="20791"/>
                  </a:lnTo>
                  <a:lnTo>
                    <a:pt x="30976" y="20860"/>
                  </a:lnTo>
                  <a:lnTo>
                    <a:pt x="30998" y="20899"/>
                  </a:lnTo>
                  <a:lnTo>
                    <a:pt x="31045" y="21062"/>
                  </a:lnTo>
                  <a:lnTo>
                    <a:pt x="31061" y="21121"/>
                  </a:lnTo>
                  <a:lnTo>
                    <a:pt x="31062" y="21311"/>
                  </a:lnTo>
                  <a:lnTo>
                    <a:pt x="30999" y="21427"/>
                  </a:lnTo>
                  <a:lnTo>
                    <a:pt x="30996" y="21432"/>
                  </a:lnTo>
                  <a:lnTo>
                    <a:pt x="30939" y="21471"/>
                  </a:lnTo>
                  <a:lnTo>
                    <a:pt x="30851" y="21534"/>
                  </a:lnTo>
                  <a:lnTo>
                    <a:pt x="30842" y="21530"/>
                  </a:lnTo>
                  <a:lnTo>
                    <a:pt x="30807" y="21511"/>
                  </a:lnTo>
                  <a:lnTo>
                    <a:pt x="30790" y="21501"/>
                  </a:lnTo>
                  <a:lnTo>
                    <a:pt x="30682" y="21441"/>
                  </a:lnTo>
                  <a:lnTo>
                    <a:pt x="30747" y="21406"/>
                  </a:lnTo>
                  <a:lnTo>
                    <a:pt x="30801" y="21329"/>
                  </a:lnTo>
                  <a:lnTo>
                    <a:pt x="30807" y="21153"/>
                  </a:lnTo>
                  <a:lnTo>
                    <a:pt x="30787" y="21089"/>
                  </a:lnTo>
                  <a:lnTo>
                    <a:pt x="30766" y="21020"/>
                  </a:lnTo>
                  <a:lnTo>
                    <a:pt x="30707" y="20832"/>
                  </a:lnTo>
                  <a:lnTo>
                    <a:pt x="30631" y="20829"/>
                  </a:lnTo>
                  <a:lnTo>
                    <a:pt x="30567" y="20876"/>
                  </a:lnTo>
                  <a:lnTo>
                    <a:pt x="30534" y="20900"/>
                  </a:lnTo>
                  <a:lnTo>
                    <a:pt x="30516" y="20913"/>
                  </a:lnTo>
                  <a:lnTo>
                    <a:pt x="30512" y="20916"/>
                  </a:lnTo>
                  <a:lnTo>
                    <a:pt x="30395" y="21024"/>
                  </a:lnTo>
                  <a:lnTo>
                    <a:pt x="30283" y="21141"/>
                  </a:lnTo>
                  <a:lnTo>
                    <a:pt x="30259" y="21166"/>
                  </a:lnTo>
                  <a:lnTo>
                    <a:pt x="30232" y="21395"/>
                  </a:lnTo>
                  <a:lnTo>
                    <a:pt x="30160" y="21600"/>
                  </a:lnTo>
                  <a:lnTo>
                    <a:pt x="30073" y="21667"/>
                  </a:lnTo>
                  <a:lnTo>
                    <a:pt x="30060" y="21657"/>
                  </a:lnTo>
                  <a:lnTo>
                    <a:pt x="30027" y="21630"/>
                  </a:lnTo>
                  <a:lnTo>
                    <a:pt x="29989" y="21600"/>
                  </a:lnTo>
                  <a:lnTo>
                    <a:pt x="29975" y="21559"/>
                  </a:lnTo>
                  <a:lnTo>
                    <a:pt x="29910" y="21496"/>
                  </a:lnTo>
                  <a:lnTo>
                    <a:pt x="29704" y="21433"/>
                  </a:lnTo>
                  <a:lnTo>
                    <a:pt x="29540" y="21471"/>
                  </a:lnTo>
                  <a:lnTo>
                    <a:pt x="29529" y="21474"/>
                  </a:lnTo>
                  <a:lnTo>
                    <a:pt x="29484" y="21484"/>
                  </a:lnTo>
                  <a:lnTo>
                    <a:pt x="29387" y="21555"/>
                  </a:lnTo>
                  <a:lnTo>
                    <a:pt x="29120" y="21450"/>
                  </a:lnTo>
                  <a:lnTo>
                    <a:pt x="28992" y="21784"/>
                  </a:lnTo>
                  <a:lnTo>
                    <a:pt x="29023" y="21873"/>
                  </a:lnTo>
                  <a:lnTo>
                    <a:pt x="29094" y="21915"/>
                  </a:lnTo>
                  <a:lnTo>
                    <a:pt x="29146" y="21946"/>
                  </a:lnTo>
                  <a:lnTo>
                    <a:pt x="29139" y="22092"/>
                  </a:lnTo>
                  <a:lnTo>
                    <a:pt x="28934" y="22489"/>
                  </a:lnTo>
                  <a:lnTo>
                    <a:pt x="28612" y="22467"/>
                  </a:lnTo>
                  <a:lnTo>
                    <a:pt x="28531" y="22425"/>
                  </a:lnTo>
                  <a:lnTo>
                    <a:pt x="28484" y="22402"/>
                  </a:lnTo>
                  <a:lnTo>
                    <a:pt x="28411" y="22456"/>
                  </a:lnTo>
                  <a:lnTo>
                    <a:pt x="28418" y="22506"/>
                  </a:lnTo>
                  <a:lnTo>
                    <a:pt x="28457" y="22779"/>
                  </a:lnTo>
                  <a:lnTo>
                    <a:pt x="28496" y="22887"/>
                  </a:lnTo>
                  <a:lnTo>
                    <a:pt x="28470" y="22990"/>
                  </a:lnTo>
                  <a:lnTo>
                    <a:pt x="28426" y="23167"/>
                  </a:lnTo>
                  <a:lnTo>
                    <a:pt x="28372" y="23383"/>
                  </a:lnTo>
                  <a:lnTo>
                    <a:pt x="28116" y="23406"/>
                  </a:lnTo>
                  <a:lnTo>
                    <a:pt x="27892" y="23396"/>
                  </a:lnTo>
                  <a:lnTo>
                    <a:pt x="27619" y="23249"/>
                  </a:lnTo>
                  <a:lnTo>
                    <a:pt x="27374" y="23117"/>
                  </a:lnTo>
                  <a:lnTo>
                    <a:pt x="27303" y="23056"/>
                  </a:lnTo>
                  <a:lnTo>
                    <a:pt x="27303" y="23033"/>
                  </a:lnTo>
                  <a:lnTo>
                    <a:pt x="27273" y="23029"/>
                  </a:lnTo>
                  <a:lnTo>
                    <a:pt x="27188" y="23016"/>
                  </a:lnTo>
                  <a:lnTo>
                    <a:pt x="26936" y="23230"/>
                  </a:lnTo>
                  <a:lnTo>
                    <a:pt x="26938" y="23285"/>
                  </a:lnTo>
                  <a:lnTo>
                    <a:pt x="26947" y="23567"/>
                  </a:lnTo>
                  <a:lnTo>
                    <a:pt x="26792" y="23721"/>
                  </a:lnTo>
                  <a:lnTo>
                    <a:pt x="26723" y="23736"/>
                  </a:lnTo>
                  <a:lnTo>
                    <a:pt x="26617" y="23735"/>
                  </a:lnTo>
                  <a:lnTo>
                    <a:pt x="26419" y="23777"/>
                  </a:lnTo>
                  <a:lnTo>
                    <a:pt x="26401" y="23795"/>
                  </a:lnTo>
                  <a:lnTo>
                    <a:pt x="26347" y="23893"/>
                  </a:lnTo>
                  <a:lnTo>
                    <a:pt x="26333" y="23939"/>
                  </a:lnTo>
                  <a:lnTo>
                    <a:pt x="26218" y="24064"/>
                  </a:lnTo>
                  <a:lnTo>
                    <a:pt x="26146" y="23987"/>
                  </a:lnTo>
                  <a:lnTo>
                    <a:pt x="26052" y="23886"/>
                  </a:lnTo>
                  <a:lnTo>
                    <a:pt x="25872" y="23886"/>
                  </a:lnTo>
                  <a:lnTo>
                    <a:pt x="25873" y="24399"/>
                  </a:lnTo>
                  <a:lnTo>
                    <a:pt x="25407" y="24400"/>
                  </a:lnTo>
                  <a:lnTo>
                    <a:pt x="25406" y="23615"/>
                  </a:lnTo>
                  <a:lnTo>
                    <a:pt x="25790" y="23454"/>
                  </a:lnTo>
                  <a:lnTo>
                    <a:pt x="26138" y="23454"/>
                  </a:lnTo>
                  <a:lnTo>
                    <a:pt x="26259" y="23454"/>
                  </a:lnTo>
                  <a:lnTo>
                    <a:pt x="26258" y="23238"/>
                  </a:lnTo>
                  <a:lnTo>
                    <a:pt x="26258" y="22966"/>
                  </a:lnTo>
                  <a:lnTo>
                    <a:pt x="26491" y="22970"/>
                  </a:lnTo>
                  <a:lnTo>
                    <a:pt x="26634" y="22973"/>
                  </a:lnTo>
                  <a:lnTo>
                    <a:pt x="26716" y="22788"/>
                  </a:lnTo>
                  <a:lnTo>
                    <a:pt x="26654" y="22626"/>
                  </a:lnTo>
                  <a:lnTo>
                    <a:pt x="26623" y="22609"/>
                  </a:lnTo>
                  <a:lnTo>
                    <a:pt x="26589" y="22590"/>
                  </a:lnTo>
                  <a:lnTo>
                    <a:pt x="26557" y="22573"/>
                  </a:lnTo>
                  <a:lnTo>
                    <a:pt x="26519" y="22510"/>
                  </a:lnTo>
                  <a:lnTo>
                    <a:pt x="26388" y="22005"/>
                  </a:lnTo>
                  <a:lnTo>
                    <a:pt x="26369" y="21933"/>
                  </a:lnTo>
                  <a:lnTo>
                    <a:pt x="26362" y="21904"/>
                  </a:lnTo>
                  <a:lnTo>
                    <a:pt x="26272" y="21823"/>
                  </a:lnTo>
                  <a:lnTo>
                    <a:pt x="26019" y="21438"/>
                  </a:lnTo>
                  <a:lnTo>
                    <a:pt x="26008" y="21239"/>
                  </a:lnTo>
                  <a:lnTo>
                    <a:pt x="26059" y="21095"/>
                  </a:lnTo>
                  <a:lnTo>
                    <a:pt x="26045" y="20743"/>
                  </a:lnTo>
                  <a:lnTo>
                    <a:pt x="25793" y="20702"/>
                  </a:lnTo>
                  <a:lnTo>
                    <a:pt x="25667" y="19998"/>
                  </a:lnTo>
                  <a:lnTo>
                    <a:pt x="25718" y="19877"/>
                  </a:lnTo>
                  <a:lnTo>
                    <a:pt x="25759" y="19777"/>
                  </a:lnTo>
                  <a:lnTo>
                    <a:pt x="25907" y="19420"/>
                  </a:lnTo>
                  <a:lnTo>
                    <a:pt x="26358" y="18604"/>
                  </a:lnTo>
                  <a:lnTo>
                    <a:pt x="26417" y="18643"/>
                  </a:lnTo>
                  <a:lnTo>
                    <a:pt x="26706" y="18357"/>
                  </a:lnTo>
                  <a:lnTo>
                    <a:pt x="26782" y="18282"/>
                  </a:lnTo>
                  <a:lnTo>
                    <a:pt x="27159" y="17911"/>
                  </a:lnTo>
                  <a:lnTo>
                    <a:pt x="27646" y="17747"/>
                  </a:lnTo>
                  <a:lnTo>
                    <a:pt x="28151" y="18299"/>
                  </a:lnTo>
                  <a:lnTo>
                    <a:pt x="28159" y="18295"/>
                  </a:lnTo>
                  <a:lnTo>
                    <a:pt x="28162" y="18284"/>
                  </a:lnTo>
                  <a:lnTo>
                    <a:pt x="28062" y="18143"/>
                  </a:lnTo>
                  <a:lnTo>
                    <a:pt x="28060" y="18076"/>
                  </a:lnTo>
                  <a:lnTo>
                    <a:pt x="28108" y="17931"/>
                  </a:lnTo>
                  <a:lnTo>
                    <a:pt x="28216" y="17736"/>
                  </a:lnTo>
                  <a:lnTo>
                    <a:pt x="28214" y="17534"/>
                  </a:lnTo>
                  <a:lnTo>
                    <a:pt x="28213" y="17251"/>
                  </a:lnTo>
                  <a:lnTo>
                    <a:pt x="28357" y="17143"/>
                  </a:lnTo>
                  <a:lnTo>
                    <a:pt x="28362" y="17137"/>
                  </a:lnTo>
                  <a:lnTo>
                    <a:pt x="28446" y="17035"/>
                  </a:lnTo>
                  <a:lnTo>
                    <a:pt x="28512" y="16957"/>
                  </a:lnTo>
                  <a:lnTo>
                    <a:pt x="28582" y="16872"/>
                  </a:lnTo>
                  <a:lnTo>
                    <a:pt x="28612" y="16782"/>
                  </a:lnTo>
                  <a:lnTo>
                    <a:pt x="28576" y="16672"/>
                  </a:lnTo>
                  <a:lnTo>
                    <a:pt x="28660" y="16534"/>
                  </a:lnTo>
                  <a:lnTo>
                    <a:pt x="28829" y="16557"/>
                  </a:lnTo>
                  <a:lnTo>
                    <a:pt x="28894" y="16541"/>
                  </a:lnTo>
                  <a:lnTo>
                    <a:pt x="28921" y="16518"/>
                  </a:lnTo>
                  <a:lnTo>
                    <a:pt x="28978" y="16412"/>
                  </a:lnTo>
                  <a:lnTo>
                    <a:pt x="28994" y="16362"/>
                  </a:lnTo>
                  <a:lnTo>
                    <a:pt x="29064" y="16267"/>
                  </a:lnTo>
                  <a:lnTo>
                    <a:pt x="29181" y="16274"/>
                  </a:lnTo>
                  <a:lnTo>
                    <a:pt x="29226" y="16367"/>
                  </a:lnTo>
                  <a:lnTo>
                    <a:pt x="29234" y="16474"/>
                  </a:lnTo>
                  <a:lnTo>
                    <a:pt x="29012" y="16910"/>
                  </a:lnTo>
                  <a:lnTo>
                    <a:pt x="29023" y="16927"/>
                  </a:lnTo>
                  <a:lnTo>
                    <a:pt x="29034" y="16941"/>
                  </a:lnTo>
                  <a:lnTo>
                    <a:pt x="29042" y="16951"/>
                  </a:lnTo>
                  <a:lnTo>
                    <a:pt x="29058" y="16957"/>
                  </a:lnTo>
                  <a:lnTo>
                    <a:pt x="29141" y="16949"/>
                  </a:lnTo>
                  <a:lnTo>
                    <a:pt x="29258" y="16937"/>
                  </a:lnTo>
                  <a:lnTo>
                    <a:pt x="29390" y="16935"/>
                  </a:lnTo>
                  <a:lnTo>
                    <a:pt x="29517" y="16955"/>
                  </a:lnTo>
                  <a:lnTo>
                    <a:pt x="29582" y="16972"/>
                  </a:lnTo>
                  <a:lnTo>
                    <a:pt x="29610" y="16972"/>
                  </a:lnTo>
                  <a:lnTo>
                    <a:pt x="29636" y="16913"/>
                  </a:lnTo>
                  <a:lnTo>
                    <a:pt x="29636" y="16884"/>
                  </a:lnTo>
                  <a:lnTo>
                    <a:pt x="29630" y="16852"/>
                  </a:lnTo>
                  <a:lnTo>
                    <a:pt x="29617" y="16839"/>
                  </a:lnTo>
                  <a:lnTo>
                    <a:pt x="29485" y="16761"/>
                  </a:lnTo>
                  <a:lnTo>
                    <a:pt x="29427" y="16727"/>
                  </a:lnTo>
                  <a:lnTo>
                    <a:pt x="29419" y="16725"/>
                  </a:lnTo>
                  <a:lnTo>
                    <a:pt x="29373" y="16712"/>
                  </a:lnTo>
                  <a:lnTo>
                    <a:pt x="29289" y="16688"/>
                  </a:lnTo>
                  <a:lnTo>
                    <a:pt x="29230" y="16633"/>
                  </a:lnTo>
                  <a:lnTo>
                    <a:pt x="29291" y="16501"/>
                  </a:lnTo>
                  <a:lnTo>
                    <a:pt x="29304" y="16474"/>
                  </a:lnTo>
                  <a:lnTo>
                    <a:pt x="29319" y="16442"/>
                  </a:lnTo>
                  <a:lnTo>
                    <a:pt x="29385" y="16361"/>
                  </a:lnTo>
                  <a:lnTo>
                    <a:pt x="29465" y="16343"/>
                  </a:lnTo>
                  <a:lnTo>
                    <a:pt x="29559" y="16421"/>
                  </a:lnTo>
                  <a:lnTo>
                    <a:pt x="29609" y="16463"/>
                  </a:lnTo>
                  <a:lnTo>
                    <a:pt x="29884" y="16422"/>
                  </a:lnTo>
                  <a:lnTo>
                    <a:pt x="30046" y="16360"/>
                  </a:lnTo>
                  <a:lnTo>
                    <a:pt x="30056" y="16356"/>
                  </a:lnTo>
                  <a:lnTo>
                    <a:pt x="30101" y="16329"/>
                  </a:lnTo>
                  <a:lnTo>
                    <a:pt x="30472" y="16107"/>
                  </a:lnTo>
                  <a:lnTo>
                    <a:pt x="30514" y="16082"/>
                  </a:lnTo>
                  <a:lnTo>
                    <a:pt x="30496" y="16023"/>
                  </a:lnTo>
                  <a:lnTo>
                    <a:pt x="30530" y="15907"/>
                  </a:lnTo>
                  <a:lnTo>
                    <a:pt x="30536" y="15838"/>
                  </a:lnTo>
                  <a:lnTo>
                    <a:pt x="30530" y="15769"/>
                  </a:lnTo>
                  <a:lnTo>
                    <a:pt x="30516" y="15757"/>
                  </a:lnTo>
                  <a:lnTo>
                    <a:pt x="30415" y="15717"/>
                  </a:lnTo>
                  <a:lnTo>
                    <a:pt x="30375" y="15624"/>
                  </a:lnTo>
                  <a:lnTo>
                    <a:pt x="30372" y="15616"/>
                  </a:lnTo>
                  <a:lnTo>
                    <a:pt x="30328" y="15472"/>
                  </a:lnTo>
                  <a:lnTo>
                    <a:pt x="30373" y="15408"/>
                  </a:lnTo>
                  <a:lnTo>
                    <a:pt x="30576" y="15306"/>
                  </a:lnTo>
                  <a:lnTo>
                    <a:pt x="30739" y="14979"/>
                  </a:lnTo>
                  <a:lnTo>
                    <a:pt x="30758" y="14769"/>
                  </a:lnTo>
                  <a:lnTo>
                    <a:pt x="30731" y="14677"/>
                  </a:lnTo>
                  <a:lnTo>
                    <a:pt x="30684" y="14637"/>
                  </a:lnTo>
                  <a:lnTo>
                    <a:pt x="30587" y="14555"/>
                  </a:lnTo>
                  <a:lnTo>
                    <a:pt x="30585" y="14514"/>
                  </a:lnTo>
                  <a:lnTo>
                    <a:pt x="30583" y="14474"/>
                  </a:lnTo>
                  <a:lnTo>
                    <a:pt x="30579" y="14371"/>
                  </a:lnTo>
                  <a:lnTo>
                    <a:pt x="30651" y="13995"/>
                  </a:lnTo>
                  <a:lnTo>
                    <a:pt x="30867" y="14021"/>
                  </a:lnTo>
                  <a:lnTo>
                    <a:pt x="31505" y="14178"/>
                  </a:lnTo>
                  <a:lnTo>
                    <a:pt x="31643" y="14264"/>
                  </a:lnTo>
                  <a:lnTo>
                    <a:pt x="31718" y="14368"/>
                  </a:lnTo>
                  <a:lnTo>
                    <a:pt x="31864" y="14315"/>
                  </a:lnTo>
                  <a:lnTo>
                    <a:pt x="31892" y="14305"/>
                  </a:lnTo>
                  <a:lnTo>
                    <a:pt x="31931" y="14290"/>
                  </a:lnTo>
                  <a:lnTo>
                    <a:pt x="31981" y="14117"/>
                  </a:lnTo>
                  <a:lnTo>
                    <a:pt x="31981" y="14040"/>
                  </a:lnTo>
                  <a:lnTo>
                    <a:pt x="31965" y="13908"/>
                  </a:lnTo>
                  <a:lnTo>
                    <a:pt x="31905" y="13843"/>
                  </a:lnTo>
                  <a:lnTo>
                    <a:pt x="32052" y="13493"/>
                  </a:lnTo>
                  <a:lnTo>
                    <a:pt x="32083" y="13469"/>
                  </a:lnTo>
                  <a:lnTo>
                    <a:pt x="32558" y="13112"/>
                  </a:lnTo>
                  <a:lnTo>
                    <a:pt x="32752" y="13102"/>
                  </a:lnTo>
                  <a:lnTo>
                    <a:pt x="32820" y="13182"/>
                  </a:lnTo>
                  <a:lnTo>
                    <a:pt x="32824" y="13186"/>
                  </a:lnTo>
                  <a:lnTo>
                    <a:pt x="32984" y="13406"/>
                  </a:lnTo>
                  <a:lnTo>
                    <a:pt x="33155" y="13203"/>
                  </a:lnTo>
                  <a:lnTo>
                    <a:pt x="33179" y="13182"/>
                  </a:lnTo>
                  <a:lnTo>
                    <a:pt x="33297" y="13235"/>
                  </a:lnTo>
                  <a:lnTo>
                    <a:pt x="33320" y="13246"/>
                  </a:lnTo>
                  <a:lnTo>
                    <a:pt x="33326" y="13251"/>
                  </a:lnTo>
                  <a:lnTo>
                    <a:pt x="33356" y="13284"/>
                  </a:lnTo>
                  <a:lnTo>
                    <a:pt x="33369" y="13298"/>
                  </a:lnTo>
                  <a:lnTo>
                    <a:pt x="33690" y="13641"/>
                  </a:lnTo>
                  <a:lnTo>
                    <a:pt x="33706" y="13658"/>
                  </a:lnTo>
                  <a:lnTo>
                    <a:pt x="33735" y="13689"/>
                  </a:lnTo>
                  <a:lnTo>
                    <a:pt x="33740" y="13851"/>
                  </a:lnTo>
                  <a:lnTo>
                    <a:pt x="33627" y="13950"/>
                  </a:lnTo>
                  <a:lnTo>
                    <a:pt x="33564" y="13962"/>
                  </a:lnTo>
                  <a:lnTo>
                    <a:pt x="33434" y="13934"/>
                  </a:lnTo>
                  <a:lnTo>
                    <a:pt x="33220" y="14156"/>
                  </a:lnTo>
                  <a:lnTo>
                    <a:pt x="33259" y="14482"/>
                  </a:lnTo>
                  <a:lnTo>
                    <a:pt x="33477" y="14777"/>
                  </a:lnTo>
                  <a:lnTo>
                    <a:pt x="33709" y="14972"/>
                  </a:lnTo>
                  <a:lnTo>
                    <a:pt x="33718" y="14979"/>
                  </a:lnTo>
                  <a:lnTo>
                    <a:pt x="33723" y="14981"/>
                  </a:lnTo>
                  <a:lnTo>
                    <a:pt x="33917" y="15040"/>
                  </a:lnTo>
                  <a:lnTo>
                    <a:pt x="34327" y="14889"/>
                  </a:lnTo>
                  <a:lnTo>
                    <a:pt x="34660" y="14767"/>
                  </a:lnTo>
                  <a:lnTo>
                    <a:pt x="35075" y="14544"/>
                  </a:lnTo>
                  <a:lnTo>
                    <a:pt x="35204" y="14474"/>
                  </a:lnTo>
                  <a:lnTo>
                    <a:pt x="35242" y="14454"/>
                  </a:lnTo>
                  <a:lnTo>
                    <a:pt x="35282" y="14456"/>
                  </a:lnTo>
                  <a:lnTo>
                    <a:pt x="35304" y="14462"/>
                  </a:lnTo>
                  <a:lnTo>
                    <a:pt x="35309" y="14471"/>
                  </a:lnTo>
                  <a:lnTo>
                    <a:pt x="35319" y="14582"/>
                  </a:lnTo>
                  <a:lnTo>
                    <a:pt x="35333" y="14617"/>
                  </a:lnTo>
                  <a:lnTo>
                    <a:pt x="35346" y="14642"/>
                  </a:lnTo>
                  <a:lnTo>
                    <a:pt x="35365" y="14661"/>
                  </a:lnTo>
                  <a:lnTo>
                    <a:pt x="35399" y="14674"/>
                  </a:lnTo>
                  <a:lnTo>
                    <a:pt x="35437" y="14678"/>
                  </a:lnTo>
                  <a:lnTo>
                    <a:pt x="35500" y="14672"/>
                  </a:lnTo>
                  <a:lnTo>
                    <a:pt x="35669" y="14635"/>
                  </a:lnTo>
                  <a:lnTo>
                    <a:pt x="35887" y="14620"/>
                  </a:lnTo>
                  <a:lnTo>
                    <a:pt x="35947" y="14631"/>
                  </a:lnTo>
                  <a:lnTo>
                    <a:pt x="35969" y="14647"/>
                  </a:lnTo>
                  <a:lnTo>
                    <a:pt x="35985" y="14672"/>
                  </a:lnTo>
                  <a:lnTo>
                    <a:pt x="35994" y="14777"/>
                  </a:lnTo>
                  <a:lnTo>
                    <a:pt x="35991" y="14852"/>
                  </a:lnTo>
                  <a:lnTo>
                    <a:pt x="35990" y="14904"/>
                  </a:lnTo>
                  <a:lnTo>
                    <a:pt x="36223" y="15321"/>
                  </a:lnTo>
                  <a:lnTo>
                    <a:pt x="36234" y="15338"/>
                  </a:lnTo>
                  <a:lnTo>
                    <a:pt x="36241" y="15342"/>
                  </a:lnTo>
                  <a:lnTo>
                    <a:pt x="36251" y="15341"/>
                  </a:lnTo>
                  <a:lnTo>
                    <a:pt x="36258" y="15330"/>
                  </a:lnTo>
                  <a:lnTo>
                    <a:pt x="36262" y="15306"/>
                  </a:lnTo>
                  <a:lnTo>
                    <a:pt x="36277" y="15210"/>
                  </a:lnTo>
                  <a:lnTo>
                    <a:pt x="36297" y="15048"/>
                  </a:lnTo>
                  <a:lnTo>
                    <a:pt x="36299" y="15031"/>
                  </a:lnTo>
                  <a:lnTo>
                    <a:pt x="36293" y="15013"/>
                  </a:lnTo>
                  <a:lnTo>
                    <a:pt x="36279" y="14995"/>
                  </a:lnTo>
                  <a:lnTo>
                    <a:pt x="36247" y="14971"/>
                  </a:lnTo>
                  <a:lnTo>
                    <a:pt x="36181" y="14894"/>
                  </a:lnTo>
                  <a:lnTo>
                    <a:pt x="36158" y="14704"/>
                  </a:lnTo>
                  <a:lnTo>
                    <a:pt x="36179" y="14646"/>
                  </a:lnTo>
                  <a:lnTo>
                    <a:pt x="36209" y="14565"/>
                  </a:lnTo>
                  <a:lnTo>
                    <a:pt x="36302" y="14622"/>
                  </a:lnTo>
                  <a:lnTo>
                    <a:pt x="36349" y="14652"/>
                  </a:lnTo>
                  <a:lnTo>
                    <a:pt x="36440" y="14709"/>
                  </a:lnTo>
                  <a:lnTo>
                    <a:pt x="36594" y="14841"/>
                  </a:lnTo>
                  <a:lnTo>
                    <a:pt x="36685" y="14953"/>
                  </a:lnTo>
                  <a:lnTo>
                    <a:pt x="36708" y="15024"/>
                  </a:lnTo>
                  <a:lnTo>
                    <a:pt x="36689" y="15079"/>
                  </a:lnTo>
                  <a:lnTo>
                    <a:pt x="36693" y="15238"/>
                  </a:lnTo>
                  <a:lnTo>
                    <a:pt x="36808" y="15343"/>
                  </a:lnTo>
                  <a:lnTo>
                    <a:pt x="36888" y="15415"/>
                  </a:lnTo>
                  <a:lnTo>
                    <a:pt x="37071" y="15490"/>
                  </a:lnTo>
                  <a:lnTo>
                    <a:pt x="37269" y="15671"/>
                  </a:lnTo>
                  <a:lnTo>
                    <a:pt x="37325" y="15833"/>
                  </a:lnTo>
                  <a:lnTo>
                    <a:pt x="37428" y="16025"/>
                  </a:lnTo>
                  <a:lnTo>
                    <a:pt x="37493" y="16094"/>
                  </a:lnTo>
                  <a:lnTo>
                    <a:pt x="37686" y="16239"/>
                  </a:lnTo>
                  <a:lnTo>
                    <a:pt x="37735" y="16253"/>
                  </a:lnTo>
                  <a:lnTo>
                    <a:pt x="37797" y="16259"/>
                  </a:lnTo>
                  <a:lnTo>
                    <a:pt x="37905" y="16268"/>
                  </a:lnTo>
                  <a:lnTo>
                    <a:pt x="38038" y="16280"/>
                  </a:lnTo>
                  <a:lnTo>
                    <a:pt x="38073" y="16261"/>
                  </a:lnTo>
                  <a:lnTo>
                    <a:pt x="38087" y="16212"/>
                  </a:lnTo>
                  <a:lnTo>
                    <a:pt x="38154" y="16222"/>
                  </a:lnTo>
                  <a:lnTo>
                    <a:pt x="38199" y="16335"/>
                  </a:lnTo>
                  <a:lnTo>
                    <a:pt x="38196" y="16387"/>
                  </a:lnTo>
                  <a:lnTo>
                    <a:pt x="38173" y="16437"/>
                  </a:lnTo>
                  <a:lnTo>
                    <a:pt x="38143" y="16470"/>
                  </a:lnTo>
                  <a:lnTo>
                    <a:pt x="38110" y="16443"/>
                  </a:lnTo>
                  <a:lnTo>
                    <a:pt x="38089" y="16448"/>
                  </a:lnTo>
                  <a:lnTo>
                    <a:pt x="37946" y="16575"/>
                  </a:lnTo>
                  <a:lnTo>
                    <a:pt x="37842" y="16701"/>
                  </a:lnTo>
                  <a:lnTo>
                    <a:pt x="37846" y="16719"/>
                  </a:lnTo>
                  <a:lnTo>
                    <a:pt x="37900" y="16764"/>
                  </a:lnTo>
                  <a:lnTo>
                    <a:pt x="37916" y="16768"/>
                  </a:lnTo>
                  <a:lnTo>
                    <a:pt x="38374" y="16692"/>
                  </a:lnTo>
                  <a:lnTo>
                    <a:pt x="38445" y="16732"/>
                  </a:lnTo>
                  <a:lnTo>
                    <a:pt x="38445" y="16823"/>
                  </a:lnTo>
                  <a:lnTo>
                    <a:pt x="38475" y="16815"/>
                  </a:lnTo>
                  <a:lnTo>
                    <a:pt x="38493" y="16741"/>
                  </a:lnTo>
                  <a:lnTo>
                    <a:pt x="38463" y="16582"/>
                  </a:lnTo>
                  <a:lnTo>
                    <a:pt x="38323" y="16573"/>
                  </a:lnTo>
                  <a:lnTo>
                    <a:pt x="38173" y="16525"/>
                  </a:lnTo>
                  <a:lnTo>
                    <a:pt x="38164" y="16501"/>
                  </a:lnTo>
                  <a:lnTo>
                    <a:pt x="38285" y="16380"/>
                  </a:lnTo>
                  <a:lnTo>
                    <a:pt x="38326" y="16363"/>
                  </a:lnTo>
                  <a:lnTo>
                    <a:pt x="38395" y="16335"/>
                  </a:lnTo>
                  <a:lnTo>
                    <a:pt x="38468" y="16305"/>
                  </a:lnTo>
                  <a:lnTo>
                    <a:pt x="38615" y="16244"/>
                  </a:lnTo>
                  <a:lnTo>
                    <a:pt x="38933" y="15986"/>
                  </a:lnTo>
                  <a:lnTo>
                    <a:pt x="38990" y="15915"/>
                  </a:lnTo>
                  <a:lnTo>
                    <a:pt x="39085" y="15530"/>
                  </a:lnTo>
                  <a:lnTo>
                    <a:pt x="39121" y="15458"/>
                  </a:lnTo>
                  <a:lnTo>
                    <a:pt x="39252" y="15441"/>
                  </a:lnTo>
                  <a:lnTo>
                    <a:pt x="39320" y="15495"/>
                  </a:lnTo>
                  <a:lnTo>
                    <a:pt x="39324" y="15502"/>
                  </a:lnTo>
                  <a:lnTo>
                    <a:pt x="39420" y="15654"/>
                  </a:lnTo>
                  <a:lnTo>
                    <a:pt x="39446" y="15759"/>
                  </a:lnTo>
                  <a:lnTo>
                    <a:pt x="39427" y="15767"/>
                  </a:lnTo>
                  <a:lnTo>
                    <a:pt x="39419" y="15770"/>
                  </a:lnTo>
                  <a:lnTo>
                    <a:pt x="39340" y="15825"/>
                  </a:lnTo>
                  <a:lnTo>
                    <a:pt x="39311" y="15869"/>
                  </a:lnTo>
                  <a:lnTo>
                    <a:pt x="39311" y="15880"/>
                  </a:lnTo>
                  <a:lnTo>
                    <a:pt x="39400" y="16028"/>
                  </a:lnTo>
                  <a:lnTo>
                    <a:pt x="39542" y="16151"/>
                  </a:lnTo>
                  <a:lnTo>
                    <a:pt x="39560" y="16164"/>
                  </a:lnTo>
                  <a:lnTo>
                    <a:pt x="39600" y="16190"/>
                  </a:lnTo>
                  <a:lnTo>
                    <a:pt x="39649" y="16193"/>
                  </a:lnTo>
                  <a:lnTo>
                    <a:pt x="39743" y="16159"/>
                  </a:lnTo>
                  <a:lnTo>
                    <a:pt x="39769" y="16125"/>
                  </a:lnTo>
                  <a:lnTo>
                    <a:pt x="39684" y="15868"/>
                  </a:lnTo>
                  <a:lnTo>
                    <a:pt x="39717" y="15714"/>
                  </a:lnTo>
                  <a:lnTo>
                    <a:pt x="40137" y="15697"/>
                  </a:lnTo>
                  <a:lnTo>
                    <a:pt x="40225" y="15822"/>
                  </a:lnTo>
                  <a:lnTo>
                    <a:pt x="40439" y="16250"/>
                  </a:lnTo>
                  <a:lnTo>
                    <a:pt x="40325" y="16598"/>
                  </a:lnTo>
                  <a:lnTo>
                    <a:pt x="40457" y="16702"/>
                  </a:lnTo>
                  <a:lnTo>
                    <a:pt x="40560" y="16783"/>
                  </a:lnTo>
                  <a:lnTo>
                    <a:pt x="40717" y="17310"/>
                  </a:lnTo>
                  <a:lnTo>
                    <a:pt x="40735" y="17536"/>
                  </a:lnTo>
                  <a:lnTo>
                    <a:pt x="40610" y="17783"/>
                  </a:lnTo>
                  <a:lnTo>
                    <a:pt x="40569" y="17922"/>
                  </a:lnTo>
                  <a:lnTo>
                    <a:pt x="40612" y="18016"/>
                  </a:lnTo>
                  <a:lnTo>
                    <a:pt x="40714" y="18120"/>
                  </a:lnTo>
                  <a:lnTo>
                    <a:pt x="40855" y="18079"/>
                  </a:lnTo>
                  <a:lnTo>
                    <a:pt x="40923" y="18020"/>
                  </a:lnTo>
                  <a:lnTo>
                    <a:pt x="40928" y="17622"/>
                  </a:lnTo>
                  <a:lnTo>
                    <a:pt x="40992" y="17400"/>
                  </a:lnTo>
                  <a:lnTo>
                    <a:pt x="41001" y="17392"/>
                  </a:lnTo>
                  <a:lnTo>
                    <a:pt x="41073" y="17330"/>
                  </a:lnTo>
                  <a:lnTo>
                    <a:pt x="41081" y="17324"/>
                  </a:lnTo>
                  <a:lnTo>
                    <a:pt x="41114" y="17310"/>
                  </a:lnTo>
                  <a:lnTo>
                    <a:pt x="41314" y="17227"/>
                  </a:lnTo>
                  <a:lnTo>
                    <a:pt x="41502" y="17206"/>
                  </a:lnTo>
                  <a:lnTo>
                    <a:pt x="41583" y="17197"/>
                  </a:lnTo>
                  <a:lnTo>
                    <a:pt x="41879" y="17195"/>
                  </a:lnTo>
                  <a:lnTo>
                    <a:pt x="42463" y="17074"/>
                  </a:lnTo>
                  <a:lnTo>
                    <a:pt x="42764" y="16950"/>
                  </a:lnTo>
                  <a:lnTo>
                    <a:pt x="43051" y="16759"/>
                  </a:lnTo>
                  <a:lnTo>
                    <a:pt x="43078" y="16741"/>
                  </a:lnTo>
                  <a:lnTo>
                    <a:pt x="43088" y="16731"/>
                  </a:lnTo>
                  <a:lnTo>
                    <a:pt x="43212" y="16614"/>
                  </a:lnTo>
                  <a:lnTo>
                    <a:pt x="43350" y="16399"/>
                  </a:lnTo>
                  <a:lnTo>
                    <a:pt x="43439" y="16179"/>
                  </a:lnTo>
                  <a:lnTo>
                    <a:pt x="43454" y="16141"/>
                  </a:lnTo>
                  <a:lnTo>
                    <a:pt x="43525" y="15812"/>
                  </a:lnTo>
                  <a:lnTo>
                    <a:pt x="43563" y="15750"/>
                  </a:lnTo>
                  <a:lnTo>
                    <a:pt x="43600" y="15740"/>
                  </a:lnTo>
                  <a:lnTo>
                    <a:pt x="43652" y="15873"/>
                  </a:lnTo>
                  <a:lnTo>
                    <a:pt x="43655" y="15964"/>
                  </a:lnTo>
                  <a:lnTo>
                    <a:pt x="43606" y="16258"/>
                  </a:lnTo>
                  <a:lnTo>
                    <a:pt x="43553" y="16580"/>
                  </a:lnTo>
                  <a:lnTo>
                    <a:pt x="43604" y="16809"/>
                  </a:lnTo>
                  <a:lnTo>
                    <a:pt x="43609" y="16832"/>
                  </a:lnTo>
                  <a:lnTo>
                    <a:pt x="43641" y="16975"/>
                  </a:lnTo>
                  <a:lnTo>
                    <a:pt x="43582" y="17024"/>
                  </a:lnTo>
                  <a:lnTo>
                    <a:pt x="43189" y="17081"/>
                  </a:lnTo>
                  <a:lnTo>
                    <a:pt x="42785" y="17558"/>
                  </a:lnTo>
                  <a:lnTo>
                    <a:pt x="42796" y="17576"/>
                  </a:lnTo>
                  <a:lnTo>
                    <a:pt x="42802" y="17585"/>
                  </a:lnTo>
                  <a:lnTo>
                    <a:pt x="42819" y="17612"/>
                  </a:lnTo>
                  <a:lnTo>
                    <a:pt x="42867" y="17592"/>
                  </a:lnTo>
                  <a:lnTo>
                    <a:pt x="42882" y="17586"/>
                  </a:lnTo>
                  <a:lnTo>
                    <a:pt x="43047" y="17517"/>
                  </a:lnTo>
                  <a:lnTo>
                    <a:pt x="43257" y="17399"/>
                  </a:lnTo>
                  <a:lnTo>
                    <a:pt x="43307" y="17407"/>
                  </a:lnTo>
                  <a:lnTo>
                    <a:pt x="43404" y="17421"/>
                  </a:lnTo>
                  <a:lnTo>
                    <a:pt x="43455" y="17442"/>
                  </a:lnTo>
                  <a:lnTo>
                    <a:pt x="43458" y="17448"/>
                  </a:lnTo>
                  <a:lnTo>
                    <a:pt x="43458" y="17453"/>
                  </a:lnTo>
                  <a:lnTo>
                    <a:pt x="43394" y="17552"/>
                  </a:lnTo>
                  <a:lnTo>
                    <a:pt x="43382" y="17560"/>
                  </a:lnTo>
                  <a:lnTo>
                    <a:pt x="43358" y="17574"/>
                  </a:lnTo>
                  <a:lnTo>
                    <a:pt x="43353" y="17581"/>
                  </a:lnTo>
                  <a:lnTo>
                    <a:pt x="43353" y="17587"/>
                  </a:lnTo>
                  <a:lnTo>
                    <a:pt x="43355" y="17592"/>
                  </a:lnTo>
                  <a:lnTo>
                    <a:pt x="43360" y="17595"/>
                  </a:lnTo>
                  <a:lnTo>
                    <a:pt x="43375" y="17589"/>
                  </a:lnTo>
                  <a:lnTo>
                    <a:pt x="43437" y="17568"/>
                  </a:lnTo>
                  <a:lnTo>
                    <a:pt x="43634" y="17451"/>
                  </a:lnTo>
                  <a:lnTo>
                    <a:pt x="43646" y="17443"/>
                  </a:lnTo>
                  <a:lnTo>
                    <a:pt x="43663" y="17429"/>
                  </a:lnTo>
                  <a:lnTo>
                    <a:pt x="43742" y="17360"/>
                  </a:lnTo>
                  <a:lnTo>
                    <a:pt x="43769" y="17316"/>
                  </a:lnTo>
                  <a:lnTo>
                    <a:pt x="43841" y="17198"/>
                  </a:lnTo>
                  <a:lnTo>
                    <a:pt x="44001" y="16936"/>
                  </a:lnTo>
                  <a:lnTo>
                    <a:pt x="44272" y="16683"/>
                  </a:lnTo>
                  <a:lnTo>
                    <a:pt x="44306" y="16599"/>
                  </a:lnTo>
                  <a:lnTo>
                    <a:pt x="44284" y="16524"/>
                  </a:lnTo>
                  <a:lnTo>
                    <a:pt x="44405" y="16440"/>
                  </a:lnTo>
                  <a:lnTo>
                    <a:pt x="44411" y="16436"/>
                  </a:lnTo>
                  <a:lnTo>
                    <a:pt x="44418" y="16435"/>
                  </a:lnTo>
                  <a:lnTo>
                    <a:pt x="44627" y="16414"/>
                  </a:lnTo>
                  <a:lnTo>
                    <a:pt x="44815" y="16563"/>
                  </a:lnTo>
                  <a:lnTo>
                    <a:pt x="44949" y="16747"/>
                  </a:lnTo>
                  <a:lnTo>
                    <a:pt x="44956" y="16763"/>
                  </a:lnTo>
                  <a:lnTo>
                    <a:pt x="44964" y="16785"/>
                  </a:lnTo>
                  <a:lnTo>
                    <a:pt x="44980" y="16827"/>
                  </a:lnTo>
                  <a:lnTo>
                    <a:pt x="45000" y="16879"/>
                  </a:lnTo>
                  <a:lnTo>
                    <a:pt x="45028" y="16862"/>
                  </a:lnTo>
                  <a:lnTo>
                    <a:pt x="45047" y="16850"/>
                  </a:lnTo>
                  <a:lnTo>
                    <a:pt x="45052" y="16847"/>
                  </a:lnTo>
                  <a:lnTo>
                    <a:pt x="45069" y="16837"/>
                  </a:lnTo>
                  <a:lnTo>
                    <a:pt x="45160" y="16684"/>
                  </a:lnTo>
                  <a:lnTo>
                    <a:pt x="45193" y="16427"/>
                  </a:lnTo>
                  <a:lnTo>
                    <a:pt x="45117" y="16380"/>
                  </a:lnTo>
                  <a:lnTo>
                    <a:pt x="45099" y="16369"/>
                  </a:lnTo>
                  <a:lnTo>
                    <a:pt x="45099" y="16349"/>
                  </a:lnTo>
                  <a:lnTo>
                    <a:pt x="45104" y="16348"/>
                  </a:lnTo>
                  <a:lnTo>
                    <a:pt x="45335" y="16351"/>
                  </a:lnTo>
                  <a:lnTo>
                    <a:pt x="45349" y="16357"/>
                  </a:lnTo>
                  <a:lnTo>
                    <a:pt x="45449" y="16403"/>
                  </a:lnTo>
                  <a:lnTo>
                    <a:pt x="45478" y="16406"/>
                  </a:lnTo>
                  <a:lnTo>
                    <a:pt x="45601" y="16409"/>
                  </a:lnTo>
                  <a:lnTo>
                    <a:pt x="45641" y="16392"/>
                  </a:lnTo>
                  <a:lnTo>
                    <a:pt x="45627" y="16384"/>
                  </a:lnTo>
                  <a:lnTo>
                    <a:pt x="45601" y="16371"/>
                  </a:lnTo>
                  <a:lnTo>
                    <a:pt x="45410" y="16272"/>
                  </a:lnTo>
                  <a:lnTo>
                    <a:pt x="45391" y="16267"/>
                  </a:lnTo>
                  <a:lnTo>
                    <a:pt x="45375" y="16263"/>
                  </a:lnTo>
                  <a:lnTo>
                    <a:pt x="45148" y="16203"/>
                  </a:lnTo>
                  <a:lnTo>
                    <a:pt x="44894" y="16120"/>
                  </a:lnTo>
                  <a:lnTo>
                    <a:pt x="44720" y="16053"/>
                  </a:lnTo>
                  <a:lnTo>
                    <a:pt x="44651" y="16077"/>
                  </a:lnTo>
                  <a:lnTo>
                    <a:pt x="44234" y="16041"/>
                  </a:lnTo>
                  <a:lnTo>
                    <a:pt x="44120" y="16032"/>
                  </a:lnTo>
                  <a:lnTo>
                    <a:pt x="43901" y="15931"/>
                  </a:lnTo>
                  <a:lnTo>
                    <a:pt x="43752" y="15582"/>
                  </a:lnTo>
                  <a:lnTo>
                    <a:pt x="43665" y="15567"/>
                  </a:lnTo>
                  <a:lnTo>
                    <a:pt x="43414" y="15522"/>
                  </a:lnTo>
                  <a:lnTo>
                    <a:pt x="43380" y="15516"/>
                  </a:lnTo>
                  <a:lnTo>
                    <a:pt x="43310" y="15537"/>
                  </a:lnTo>
                  <a:lnTo>
                    <a:pt x="43201" y="15568"/>
                  </a:lnTo>
                  <a:lnTo>
                    <a:pt x="43193" y="15572"/>
                  </a:lnTo>
                  <a:lnTo>
                    <a:pt x="43188" y="15576"/>
                  </a:lnTo>
                  <a:lnTo>
                    <a:pt x="43184" y="15586"/>
                  </a:lnTo>
                  <a:lnTo>
                    <a:pt x="43185" y="15593"/>
                  </a:lnTo>
                  <a:lnTo>
                    <a:pt x="43187" y="15598"/>
                  </a:lnTo>
                  <a:lnTo>
                    <a:pt x="43195" y="15602"/>
                  </a:lnTo>
                  <a:lnTo>
                    <a:pt x="43209" y="15603"/>
                  </a:lnTo>
                  <a:lnTo>
                    <a:pt x="43254" y="15601"/>
                  </a:lnTo>
                  <a:lnTo>
                    <a:pt x="43260" y="15602"/>
                  </a:lnTo>
                  <a:lnTo>
                    <a:pt x="43267" y="15608"/>
                  </a:lnTo>
                  <a:lnTo>
                    <a:pt x="43273" y="15618"/>
                  </a:lnTo>
                  <a:lnTo>
                    <a:pt x="43277" y="15629"/>
                  </a:lnTo>
                  <a:lnTo>
                    <a:pt x="43278" y="15638"/>
                  </a:lnTo>
                  <a:lnTo>
                    <a:pt x="43277" y="15647"/>
                  </a:lnTo>
                  <a:lnTo>
                    <a:pt x="43268" y="15670"/>
                  </a:lnTo>
                  <a:lnTo>
                    <a:pt x="43262" y="15685"/>
                  </a:lnTo>
                  <a:lnTo>
                    <a:pt x="43206" y="15711"/>
                  </a:lnTo>
                  <a:lnTo>
                    <a:pt x="43199" y="15713"/>
                  </a:lnTo>
                  <a:lnTo>
                    <a:pt x="42931" y="15586"/>
                  </a:lnTo>
                  <a:lnTo>
                    <a:pt x="42825" y="15447"/>
                  </a:lnTo>
                  <a:lnTo>
                    <a:pt x="42829" y="15408"/>
                  </a:lnTo>
                  <a:lnTo>
                    <a:pt x="42833" y="15352"/>
                  </a:lnTo>
                  <a:lnTo>
                    <a:pt x="42842" y="15241"/>
                  </a:lnTo>
                  <a:lnTo>
                    <a:pt x="42847" y="15182"/>
                  </a:lnTo>
                  <a:lnTo>
                    <a:pt x="42937" y="14938"/>
                  </a:lnTo>
                  <a:lnTo>
                    <a:pt x="43046" y="14851"/>
                  </a:lnTo>
                  <a:lnTo>
                    <a:pt x="43102" y="14772"/>
                  </a:lnTo>
                  <a:lnTo>
                    <a:pt x="43149" y="14597"/>
                  </a:lnTo>
                  <a:lnTo>
                    <a:pt x="43146" y="14590"/>
                  </a:lnTo>
                  <a:lnTo>
                    <a:pt x="42945" y="14233"/>
                  </a:lnTo>
                  <a:lnTo>
                    <a:pt x="42888" y="14198"/>
                  </a:lnTo>
                  <a:lnTo>
                    <a:pt x="42877" y="14196"/>
                  </a:lnTo>
                  <a:lnTo>
                    <a:pt x="42814" y="14189"/>
                  </a:lnTo>
                  <a:lnTo>
                    <a:pt x="42783" y="14205"/>
                  </a:lnTo>
                  <a:lnTo>
                    <a:pt x="42710" y="14171"/>
                  </a:lnTo>
                  <a:lnTo>
                    <a:pt x="42734" y="14088"/>
                  </a:lnTo>
                  <a:lnTo>
                    <a:pt x="42770" y="13967"/>
                  </a:lnTo>
                  <a:lnTo>
                    <a:pt x="42802" y="13860"/>
                  </a:lnTo>
                  <a:lnTo>
                    <a:pt x="42866" y="13612"/>
                  </a:lnTo>
                  <a:lnTo>
                    <a:pt x="43089" y="13344"/>
                  </a:lnTo>
                  <a:lnTo>
                    <a:pt x="43101" y="13333"/>
                  </a:lnTo>
                  <a:lnTo>
                    <a:pt x="43193" y="13252"/>
                  </a:lnTo>
                  <a:lnTo>
                    <a:pt x="43953" y="13316"/>
                  </a:lnTo>
                  <a:lnTo>
                    <a:pt x="43976" y="13374"/>
                  </a:lnTo>
                  <a:lnTo>
                    <a:pt x="44014" y="13418"/>
                  </a:lnTo>
                  <a:lnTo>
                    <a:pt x="44105" y="13430"/>
                  </a:lnTo>
                  <a:lnTo>
                    <a:pt x="44212" y="13435"/>
                  </a:lnTo>
                  <a:lnTo>
                    <a:pt x="44233" y="13425"/>
                  </a:lnTo>
                  <a:lnTo>
                    <a:pt x="44258" y="13386"/>
                  </a:lnTo>
                  <a:lnTo>
                    <a:pt x="44274" y="13376"/>
                  </a:lnTo>
                  <a:lnTo>
                    <a:pt x="44315" y="13368"/>
                  </a:lnTo>
                  <a:lnTo>
                    <a:pt x="44338" y="13364"/>
                  </a:lnTo>
                  <a:lnTo>
                    <a:pt x="44380" y="13366"/>
                  </a:lnTo>
                  <a:lnTo>
                    <a:pt x="44532" y="13413"/>
                  </a:lnTo>
                  <a:lnTo>
                    <a:pt x="44611" y="13548"/>
                  </a:lnTo>
                  <a:lnTo>
                    <a:pt x="44731" y="13674"/>
                  </a:lnTo>
                  <a:lnTo>
                    <a:pt x="44752" y="13697"/>
                  </a:lnTo>
                  <a:lnTo>
                    <a:pt x="44777" y="13705"/>
                  </a:lnTo>
                  <a:lnTo>
                    <a:pt x="44803" y="13713"/>
                  </a:lnTo>
                  <a:lnTo>
                    <a:pt x="44912" y="13748"/>
                  </a:lnTo>
                  <a:lnTo>
                    <a:pt x="45055" y="13760"/>
                  </a:lnTo>
                  <a:lnTo>
                    <a:pt x="45075" y="13757"/>
                  </a:lnTo>
                  <a:lnTo>
                    <a:pt x="45076" y="13751"/>
                  </a:lnTo>
                  <a:lnTo>
                    <a:pt x="45072" y="13746"/>
                  </a:lnTo>
                  <a:lnTo>
                    <a:pt x="45061" y="13738"/>
                  </a:lnTo>
                  <a:lnTo>
                    <a:pt x="45032" y="13727"/>
                  </a:lnTo>
                  <a:lnTo>
                    <a:pt x="44865" y="13665"/>
                  </a:lnTo>
                  <a:lnTo>
                    <a:pt x="44763" y="13618"/>
                  </a:lnTo>
                  <a:lnTo>
                    <a:pt x="44653" y="13493"/>
                  </a:lnTo>
                  <a:lnTo>
                    <a:pt x="44621" y="13417"/>
                  </a:lnTo>
                  <a:lnTo>
                    <a:pt x="44622" y="13311"/>
                  </a:lnTo>
                  <a:lnTo>
                    <a:pt x="44683" y="13308"/>
                  </a:lnTo>
                  <a:lnTo>
                    <a:pt x="44697" y="13308"/>
                  </a:lnTo>
                  <a:lnTo>
                    <a:pt x="44715" y="13317"/>
                  </a:lnTo>
                  <a:lnTo>
                    <a:pt x="44730" y="13319"/>
                  </a:lnTo>
                  <a:lnTo>
                    <a:pt x="44741" y="13319"/>
                  </a:lnTo>
                  <a:lnTo>
                    <a:pt x="44752" y="13309"/>
                  </a:lnTo>
                  <a:lnTo>
                    <a:pt x="44758" y="13297"/>
                  </a:lnTo>
                  <a:lnTo>
                    <a:pt x="44755" y="13283"/>
                  </a:lnTo>
                  <a:lnTo>
                    <a:pt x="44752" y="13273"/>
                  </a:lnTo>
                  <a:lnTo>
                    <a:pt x="44721" y="13233"/>
                  </a:lnTo>
                  <a:lnTo>
                    <a:pt x="44676" y="13187"/>
                  </a:lnTo>
                  <a:lnTo>
                    <a:pt x="44630" y="13119"/>
                  </a:lnTo>
                  <a:lnTo>
                    <a:pt x="44246" y="12999"/>
                  </a:lnTo>
                  <a:lnTo>
                    <a:pt x="44040" y="13025"/>
                  </a:lnTo>
                  <a:lnTo>
                    <a:pt x="43749" y="13107"/>
                  </a:lnTo>
                  <a:lnTo>
                    <a:pt x="43706" y="13120"/>
                  </a:lnTo>
                  <a:lnTo>
                    <a:pt x="43653" y="13181"/>
                  </a:lnTo>
                  <a:lnTo>
                    <a:pt x="43505" y="13214"/>
                  </a:lnTo>
                  <a:lnTo>
                    <a:pt x="43491" y="13190"/>
                  </a:lnTo>
                  <a:lnTo>
                    <a:pt x="43475" y="13164"/>
                  </a:lnTo>
                  <a:lnTo>
                    <a:pt x="43300" y="12876"/>
                  </a:lnTo>
                  <a:lnTo>
                    <a:pt x="43382" y="12386"/>
                  </a:lnTo>
                  <a:lnTo>
                    <a:pt x="43409" y="12223"/>
                  </a:lnTo>
                  <a:lnTo>
                    <a:pt x="43435" y="12068"/>
                  </a:lnTo>
                  <a:lnTo>
                    <a:pt x="43648" y="11645"/>
                  </a:lnTo>
                  <a:lnTo>
                    <a:pt x="43714" y="11569"/>
                  </a:lnTo>
                  <a:lnTo>
                    <a:pt x="43733" y="11560"/>
                  </a:lnTo>
                  <a:lnTo>
                    <a:pt x="43897" y="11485"/>
                  </a:lnTo>
                  <a:lnTo>
                    <a:pt x="43909" y="11479"/>
                  </a:lnTo>
                  <a:lnTo>
                    <a:pt x="43942" y="11476"/>
                  </a:lnTo>
                  <a:lnTo>
                    <a:pt x="44134" y="11458"/>
                  </a:lnTo>
                  <a:lnTo>
                    <a:pt x="44359" y="11436"/>
                  </a:lnTo>
                  <a:lnTo>
                    <a:pt x="44365" y="11435"/>
                  </a:lnTo>
                  <a:lnTo>
                    <a:pt x="44369" y="11432"/>
                  </a:lnTo>
                  <a:lnTo>
                    <a:pt x="44582" y="11265"/>
                  </a:lnTo>
                  <a:lnTo>
                    <a:pt x="44665" y="11132"/>
                  </a:lnTo>
                  <a:lnTo>
                    <a:pt x="44675" y="11056"/>
                  </a:lnTo>
                  <a:lnTo>
                    <a:pt x="44799" y="10939"/>
                  </a:lnTo>
                  <a:lnTo>
                    <a:pt x="44951" y="10817"/>
                  </a:lnTo>
                  <a:lnTo>
                    <a:pt x="45060" y="10730"/>
                  </a:lnTo>
                  <a:lnTo>
                    <a:pt x="45237" y="10589"/>
                  </a:lnTo>
                  <a:lnTo>
                    <a:pt x="45264" y="10534"/>
                  </a:lnTo>
                  <a:lnTo>
                    <a:pt x="45278" y="10505"/>
                  </a:lnTo>
                  <a:lnTo>
                    <a:pt x="45291" y="10478"/>
                  </a:lnTo>
                  <a:lnTo>
                    <a:pt x="45286" y="10457"/>
                  </a:lnTo>
                  <a:lnTo>
                    <a:pt x="45287" y="10449"/>
                  </a:lnTo>
                  <a:lnTo>
                    <a:pt x="45295" y="10413"/>
                  </a:lnTo>
                  <a:lnTo>
                    <a:pt x="45298" y="10405"/>
                  </a:lnTo>
                  <a:lnTo>
                    <a:pt x="45399" y="10145"/>
                  </a:lnTo>
                  <a:lnTo>
                    <a:pt x="45487" y="9992"/>
                  </a:lnTo>
                  <a:lnTo>
                    <a:pt x="45715" y="9727"/>
                  </a:lnTo>
                  <a:lnTo>
                    <a:pt x="46128" y="9520"/>
                  </a:lnTo>
                  <a:lnTo>
                    <a:pt x="46134" y="9517"/>
                  </a:lnTo>
                  <a:lnTo>
                    <a:pt x="46234" y="9485"/>
                  </a:lnTo>
                  <a:lnTo>
                    <a:pt x="46533" y="9389"/>
                  </a:lnTo>
                  <a:lnTo>
                    <a:pt x="47134" y="9132"/>
                  </a:lnTo>
                  <a:lnTo>
                    <a:pt x="47228" y="9077"/>
                  </a:lnTo>
                  <a:lnTo>
                    <a:pt x="47301" y="9005"/>
                  </a:lnTo>
                  <a:lnTo>
                    <a:pt x="47316" y="8990"/>
                  </a:lnTo>
                  <a:lnTo>
                    <a:pt x="47512" y="9028"/>
                  </a:lnTo>
                  <a:lnTo>
                    <a:pt x="48054" y="9061"/>
                  </a:lnTo>
                  <a:lnTo>
                    <a:pt x="48091" y="9063"/>
                  </a:lnTo>
                  <a:lnTo>
                    <a:pt x="48131" y="9034"/>
                  </a:lnTo>
                  <a:lnTo>
                    <a:pt x="48481" y="9032"/>
                  </a:lnTo>
                  <a:lnTo>
                    <a:pt x="48761" y="8979"/>
                  </a:lnTo>
                  <a:lnTo>
                    <a:pt x="49144" y="8839"/>
                  </a:lnTo>
                  <a:lnTo>
                    <a:pt x="49494" y="8679"/>
                  </a:lnTo>
                  <a:lnTo>
                    <a:pt x="49579" y="8631"/>
                  </a:lnTo>
                  <a:lnTo>
                    <a:pt x="49584" y="8628"/>
                  </a:lnTo>
                  <a:lnTo>
                    <a:pt x="49597" y="8622"/>
                  </a:lnTo>
                  <a:lnTo>
                    <a:pt x="49705" y="8569"/>
                  </a:lnTo>
                  <a:lnTo>
                    <a:pt x="49716" y="8561"/>
                  </a:lnTo>
                  <a:lnTo>
                    <a:pt x="49724" y="8557"/>
                  </a:lnTo>
                  <a:lnTo>
                    <a:pt x="49736" y="8555"/>
                  </a:lnTo>
                  <a:lnTo>
                    <a:pt x="49786" y="8544"/>
                  </a:lnTo>
                  <a:lnTo>
                    <a:pt x="49826" y="8534"/>
                  </a:lnTo>
                  <a:lnTo>
                    <a:pt x="49831" y="8532"/>
                  </a:lnTo>
                  <a:lnTo>
                    <a:pt x="49866" y="8519"/>
                  </a:lnTo>
                  <a:lnTo>
                    <a:pt x="49872" y="8517"/>
                  </a:lnTo>
                  <a:lnTo>
                    <a:pt x="49897" y="8508"/>
                  </a:lnTo>
                  <a:lnTo>
                    <a:pt x="49931" y="8495"/>
                  </a:lnTo>
                  <a:lnTo>
                    <a:pt x="49956" y="8486"/>
                  </a:lnTo>
                  <a:lnTo>
                    <a:pt x="49977" y="8480"/>
                  </a:lnTo>
                  <a:lnTo>
                    <a:pt x="50002" y="8475"/>
                  </a:lnTo>
                  <a:lnTo>
                    <a:pt x="50031" y="8467"/>
                  </a:lnTo>
                  <a:lnTo>
                    <a:pt x="50047" y="8462"/>
                  </a:lnTo>
                  <a:lnTo>
                    <a:pt x="50092" y="8451"/>
                  </a:lnTo>
                  <a:lnTo>
                    <a:pt x="50105" y="8448"/>
                  </a:lnTo>
                  <a:lnTo>
                    <a:pt x="50158" y="8439"/>
                  </a:lnTo>
                  <a:lnTo>
                    <a:pt x="50186" y="8434"/>
                  </a:lnTo>
                  <a:lnTo>
                    <a:pt x="50211" y="8433"/>
                  </a:lnTo>
                  <a:lnTo>
                    <a:pt x="50230" y="8433"/>
                  </a:lnTo>
                  <a:lnTo>
                    <a:pt x="50288" y="8433"/>
                  </a:lnTo>
                  <a:lnTo>
                    <a:pt x="50294" y="8433"/>
                  </a:lnTo>
                  <a:lnTo>
                    <a:pt x="50357" y="8433"/>
                  </a:lnTo>
                  <a:lnTo>
                    <a:pt x="50414" y="8430"/>
                  </a:lnTo>
                  <a:lnTo>
                    <a:pt x="50476" y="8429"/>
                  </a:lnTo>
                  <a:lnTo>
                    <a:pt x="50504" y="8431"/>
                  </a:lnTo>
                  <a:lnTo>
                    <a:pt x="50512" y="8438"/>
                  </a:lnTo>
                  <a:lnTo>
                    <a:pt x="50512" y="8452"/>
                  </a:lnTo>
                  <a:lnTo>
                    <a:pt x="50506" y="8455"/>
                  </a:lnTo>
                  <a:lnTo>
                    <a:pt x="50499" y="8457"/>
                  </a:lnTo>
                  <a:lnTo>
                    <a:pt x="50494" y="8459"/>
                  </a:lnTo>
                  <a:lnTo>
                    <a:pt x="50483" y="8461"/>
                  </a:lnTo>
                  <a:lnTo>
                    <a:pt x="50472" y="8459"/>
                  </a:lnTo>
                  <a:lnTo>
                    <a:pt x="50466" y="8458"/>
                  </a:lnTo>
                  <a:lnTo>
                    <a:pt x="50460" y="8456"/>
                  </a:lnTo>
                  <a:lnTo>
                    <a:pt x="50453" y="8456"/>
                  </a:lnTo>
                  <a:lnTo>
                    <a:pt x="50448" y="8458"/>
                  </a:lnTo>
                  <a:lnTo>
                    <a:pt x="50440" y="8464"/>
                  </a:lnTo>
                  <a:lnTo>
                    <a:pt x="50441" y="8470"/>
                  </a:lnTo>
                  <a:lnTo>
                    <a:pt x="50445" y="8472"/>
                  </a:lnTo>
                  <a:lnTo>
                    <a:pt x="50452" y="8470"/>
                  </a:lnTo>
                  <a:lnTo>
                    <a:pt x="50460" y="8469"/>
                  </a:lnTo>
                  <a:lnTo>
                    <a:pt x="50467" y="8470"/>
                  </a:lnTo>
                  <a:lnTo>
                    <a:pt x="50474" y="8470"/>
                  </a:lnTo>
                  <a:lnTo>
                    <a:pt x="50482" y="8470"/>
                  </a:lnTo>
                  <a:lnTo>
                    <a:pt x="50489" y="8469"/>
                  </a:lnTo>
                  <a:lnTo>
                    <a:pt x="50499" y="8465"/>
                  </a:lnTo>
                  <a:lnTo>
                    <a:pt x="50507" y="8468"/>
                  </a:lnTo>
                  <a:lnTo>
                    <a:pt x="50516" y="8467"/>
                  </a:lnTo>
                  <a:lnTo>
                    <a:pt x="50528" y="8465"/>
                  </a:lnTo>
                  <a:lnTo>
                    <a:pt x="50535" y="8464"/>
                  </a:lnTo>
                  <a:lnTo>
                    <a:pt x="50541" y="8463"/>
                  </a:lnTo>
                  <a:lnTo>
                    <a:pt x="50544" y="8458"/>
                  </a:lnTo>
                  <a:lnTo>
                    <a:pt x="50539" y="8453"/>
                  </a:lnTo>
                  <a:lnTo>
                    <a:pt x="50534" y="8453"/>
                  </a:lnTo>
                  <a:lnTo>
                    <a:pt x="50528" y="8455"/>
                  </a:lnTo>
                  <a:lnTo>
                    <a:pt x="50521" y="8453"/>
                  </a:lnTo>
                  <a:lnTo>
                    <a:pt x="50523" y="8446"/>
                  </a:lnTo>
                  <a:lnTo>
                    <a:pt x="50524" y="8438"/>
                  </a:lnTo>
                  <a:lnTo>
                    <a:pt x="50529" y="8436"/>
                  </a:lnTo>
                  <a:lnTo>
                    <a:pt x="50534" y="8432"/>
                  </a:lnTo>
                  <a:lnTo>
                    <a:pt x="50543" y="8429"/>
                  </a:lnTo>
                  <a:lnTo>
                    <a:pt x="50548" y="8429"/>
                  </a:lnTo>
                  <a:lnTo>
                    <a:pt x="50557" y="8431"/>
                  </a:lnTo>
                  <a:lnTo>
                    <a:pt x="50569" y="8434"/>
                  </a:lnTo>
                  <a:lnTo>
                    <a:pt x="50572" y="8444"/>
                  </a:lnTo>
                  <a:lnTo>
                    <a:pt x="50576" y="8447"/>
                  </a:lnTo>
                  <a:lnTo>
                    <a:pt x="50582" y="8448"/>
                  </a:lnTo>
                  <a:lnTo>
                    <a:pt x="50593" y="8448"/>
                  </a:lnTo>
                  <a:lnTo>
                    <a:pt x="50605" y="8445"/>
                  </a:lnTo>
                  <a:lnTo>
                    <a:pt x="50621" y="8439"/>
                  </a:lnTo>
                  <a:lnTo>
                    <a:pt x="50631" y="8444"/>
                  </a:lnTo>
                  <a:lnTo>
                    <a:pt x="50649" y="8444"/>
                  </a:lnTo>
                  <a:lnTo>
                    <a:pt x="50655" y="8442"/>
                  </a:lnTo>
                  <a:lnTo>
                    <a:pt x="50662" y="8440"/>
                  </a:lnTo>
                  <a:lnTo>
                    <a:pt x="50670" y="8437"/>
                  </a:lnTo>
                  <a:lnTo>
                    <a:pt x="50676" y="8435"/>
                  </a:lnTo>
                  <a:lnTo>
                    <a:pt x="50688" y="8433"/>
                  </a:lnTo>
                  <a:lnTo>
                    <a:pt x="50700" y="8433"/>
                  </a:lnTo>
                  <a:lnTo>
                    <a:pt x="50747" y="8432"/>
                  </a:lnTo>
                  <a:lnTo>
                    <a:pt x="50777" y="8431"/>
                  </a:lnTo>
                  <a:lnTo>
                    <a:pt x="50781" y="8432"/>
                  </a:lnTo>
                  <a:lnTo>
                    <a:pt x="50788" y="8434"/>
                  </a:lnTo>
                  <a:lnTo>
                    <a:pt x="50794" y="8435"/>
                  </a:lnTo>
                  <a:lnTo>
                    <a:pt x="50803" y="8436"/>
                  </a:lnTo>
                  <a:lnTo>
                    <a:pt x="50841" y="8437"/>
                  </a:lnTo>
                  <a:lnTo>
                    <a:pt x="50853" y="8436"/>
                  </a:lnTo>
                  <a:lnTo>
                    <a:pt x="50872" y="8434"/>
                  </a:lnTo>
                  <a:lnTo>
                    <a:pt x="50915" y="8431"/>
                  </a:lnTo>
                  <a:lnTo>
                    <a:pt x="50937" y="8429"/>
                  </a:lnTo>
                  <a:lnTo>
                    <a:pt x="50967" y="8426"/>
                  </a:lnTo>
                  <a:lnTo>
                    <a:pt x="50996" y="8423"/>
                  </a:lnTo>
                  <a:lnTo>
                    <a:pt x="51075" y="8415"/>
                  </a:lnTo>
                  <a:lnTo>
                    <a:pt x="51112" y="8414"/>
                  </a:lnTo>
                  <a:lnTo>
                    <a:pt x="51137" y="8409"/>
                  </a:lnTo>
                  <a:lnTo>
                    <a:pt x="51191" y="8401"/>
                  </a:lnTo>
                  <a:lnTo>
                    <a:pt x="51227" y="8397"/>
                  </a:lnTo>
                  <a:lnTo>
                    <a:pt x="51245" y="8395"/>
                  </a:lnTo>
                  <a:lnTo>
                    <a:pt x="51251" y="8395"/>
                  </a:lnTo>
                  <a:lnTo>
                    <a:pt x="51258" y="8399"/>
                  </a:lnTo>
                  <a:lnTo>
                    <a:pt x="51266" y="8400"/>
                  </a:lnTo>
                  <a:lnTo>
                    <a:pt x="51272" y="8399"/>
                  </a:lnTo>
                  <a:lnTo>
                    <a:pt x="51277" y="8398"/>
                  </a:lnTo>
                  <a:lnTo>
                    <a:pt x="51304" y="8392"/>
                  </a:lnTo>
                  <a:lnTo>
                    <a:pt x="51331" y="8387"/>
                  </a:lnTo>
                  <a:lnTo>
                    <a:pt x="51391" y="8374"/>
                  </a:lnTo>
                  <a:lnTo>
                    <a:pt x="51421" y="8368"/>
                  </a:lnTo>
                  <a:lnTo>
                    <a:pt x="51433" y="8366"/>
                  </a:lnTo>
                  <a:lnTo>
                    <a:pt x="51491" y="8355"/>
                  </a:lnTo>
                  <a:lnTo>
                    <a:pt x="51583" y="8339"/>
                  </a:lnTo>
                  <a:lnTo>
                    <a:pt x="51615" y="8331"/>
                  </a:lnTo>
                  <a:lnTo>
                    <a:pt x="51666" y="8305"/>
                  </a:lnTo>
                  <a:lnTo>
                    <a:pt x="51708" y="8274"/>
                  </a:lnTo>
                  <a:lnTo>
                    <a:pt x="51744" y="8248"/>
                  </a:lnTo>
                  <a:lnTo>
                    <a:pt x="51775" y="8226"/>
                  </a:lnTo>
                  <a:lnTo>
                    <a:pt x="51816" y="8193"/>
                  </a:lnTo>
                  <a:lnTo>
                    <a:pt x="51829" y="8177"/>
                  </a:lnTo>
                  <a:lnTo>
                    <a:pt x="51841" y="8159"/>
                  </a:lnTo>
                  <a:lnTo>
                    <a:pt x="51871" y="8118"/>
                  </a:lnTo>
                  <a:lnTo>
                    <a:pt x="51883" y="8097"/>
                  </a:lnTo>
                  <a:lnTo>
                    <a:pt x="51897" y="8060"/>
                  </a:lnTo>
                  <a:lnTo>
                    <a:pt x="51903" y="8045"/>
                  </a:lnTo>
                  <a:lnTo>
                    <a:pt x="51906" y="8034"/>
                  </a:lnTo>
                  <a:lnTo>
                    <a:pt x="51906" y="8016"/>
                  </a:lnTo>
                  <a:lnTo>
                    <a:pt x="51907" y="7997"/>
                  </a:lnTo>
                  <a:lnTo>
                    <a:pt x="51911" y="7993"/>
                  </a:lnTo>
                  <a:lnTo>
                    <a:pt x="51918" y="7997"/>
                  </a:lnTo>
                  <a:lnTo>
                    <a:pt x="51924" y="8010"/>
                  </a:lnTo>
                  <a:lnTo>
                    <a:pt x="51937" y="8044"/>
                  </a:lnTo>
                  <a:lnTo>
                    <a:pt x="51943" y="8057"/>
                  </a:lnTo>
                  <a:lnTo>
                    <a:pt x="51955" y="8084"/>
                  </a:lnTo>
                  <a:lnTo>
                    <a:pt x="51958" y="8088"/>
                  </a:lnTo>
                  <a:lnTo>
                    <a:pt x="51966" y="8100"/>
                  </a:lnTo>
                  <a:lnTo>
                    <a:pt x="51971" y="8107"/>
                  </a:lnTo>
                  <a:lnTo>
                    <a:pt x="51985" y="8131"/>
                  </a:lnTo>
                  <a:lnTo>
                    <a:pt x="51994" y="8148"/>
                  </a:lnTo>
                  <a:lnTo>
                    <a:pt x="52004" y="8167"/>
                  </a:lnTo>
                  <a:lnTo>
                    <a:pt x="52015" y="8186"/>
                  </a:lnTo>
                  <a:lnTo>
                    <a:pt x="52023" y="8197"/>
                  </a:lnTo>
                  <a:lnTo>
                    <a:pt x="52035" y="8215"/>
                  </a:lnTo>
                  <a:lnTo>
                    <a:pt x="52045" y="8229"/>
                  </a:lnTo>
                  <a:lnTo>
                    <a:pt x="52084" y="8281"/>
                  </a:lnTo>
                  <a:lnTo>
                    <a:pt x="52120" y="8322"/>
                  </a:lnTo>
                  <a:lnTo>
                    <a:pt x="52190" y="8394"/>
                  </a:lnTo>
                  <a:lnTo>
                    <a:pt x="52246" y="8445"/>
                  </a:lnTo>
                  <a:lnTo>
                    <a:pt x="52286" y="8480"/>
                  </a:lnTo>
                  <a:lnTo>
                    <a:pt x="52293" y="8485"/>
                  </a:lnTo>
                  <a:lnTo>
                    <a:pt x="52318" y="8504"/>
                  </a:lnTo>
                  <a:lnTo>
                    <a:pt x="52339" y="8520"/>
                  </a:lnTo>
                  <a:lnTo>
                    <a:pt x="52368" y="8541"/>
                  </a:lnTo>
                  <a:lnTo>
                    <a:pt x="52414" y="8570"/>
                  </a:lnTo>
                  <a:lnTo>
                    <a:pt x="52443" y="8584"/>
                  </a:lnTo>
                  <a:lnTo>
                    <a:pt x="52484" y="8606"/>
                  </a:lnTo>
                  <a:lnTo>
                    <a:pt x="52535" y="8634"/>
                  </a:lnTo>
                  <a:lnTo>
                    <a:pt x="52562" y="8646"/>
                  </a:lnTo>
                  <a:lnTo>
                    <a:pt x="52599" y="8661"/>
                  </a:lnTo>
                  <a:lnTo>
                    <a:pt x="52621" y="8673"/>
                  </a:lnTo>
                  <a:lnTo>
                    <a:pt x="52635" y="8679"/>
                  </a:lnTo>
                  <a:lnTo>
                    <a:pt x="52737" y="8730"/>
                  </a:lnTo>
                  <a:lnTo>
                    <a:pt x="52910" y="9147"/>
                  </a:lnTo>
                  <a:lnTo>
                    <a:pt x="52910" y="9191"/>
                  </a:lnTo>
                  <a:lnTo>
                    <a:pt x="52866" y="9225"/>
                  </a:lnTo>
                  <a:lnTo>
                    <a:pt x="52834" y="9189"/>
                  </a:lnTo>
                  <a:lnTo>
                    <a:pt x="52776" y="9214"/>
                  </a:lnTo>
                  <a:lnTo>
                    <a:pt x="52754" y="9399"/>
                  </a:lnTo>
                  <a:lnTo>
                    <a:pt x="52802" y="9687"/>
                  </a:lnTo>
                  <a:lnTo>
                    <a:pt x="52773" y="9799"/>
                  </a:lnTo>
                  <a:lnTo>
                    <a:pt x="52750" y="9891"/>
                  </a:lnTo>
                  <a:lnTo>
                    <a:pt x="52949" y="10145"/>
                  </a:lnTo>
                  <a:lnTo>
                    <a:pt x="53013" y="10110"/>
                  </a:lnTo>
                  <a:lnTo>
                    <a:pt x="52984" y="9635"/>
                  </a:lnTo>
                  <a:lnTo>
                    <a:pt x="53011" y="9352"/>
                  </a:lnTo>
                  <a:lnTo>
                    <a:pt x="53028" y="9344"/>
                  </a:lnTo>
                  <a:lnTo>
                    <a:pt x="53137" y="9409"/>
                  </a:lnTo>
                  <a:lnTo>
                    <a:pt x="53406" y="9706"/>
                  </a:lnTo>
                  <a:lnTo>
                    <a:pt x="53541" y="9855"/>
                  </a:lnTo>
                  <a:lnTo>
                    <a:pt x="53550" y="9931"/>
                  </a:lnTo>
                  <a:lnTo>
                    <a:pt x="53629" y="10026"/>
                  </a:lnTo>
                  <a:lnTo>
                    <a:pt x="54159" y="10481"/>
                  </a:lnTo>
                  <a:lnTo>
                    <a:pt x="54278" y="10547"/>
                  </a:lnTo>
                  <a:lnTo>
                    <a:pt x="54640" y="10629"/>
                  </a:lnTo>
                  <a:lnTo>
                    <a:pt x="55256" y="10574"/>
                  </a:lnTo>
                  <a:lnTo>
                    <a:pt x="55456" y="10511"/>
                  </a:lnTo>
                  <a:lnTo>
                    <a:pt x="55697" y="10506"/>
                  </a:lnTo>
                  <a:lnTo>
                    <a:pt x="55824" y="10582"/>
                  </a:lnTo>
                  <a:lnTo>
                    <a:pt x="55976" y="10616"/>
                  </a:lnTo>
                  <a:lnTo>
                    <a:pt x="56243" y="10563"/>
                  </a:lnTo>
                  <a:lnTo>
                    <a:pt x="56309" y="10662"/>
                  </a:lnTo>
                  <a:lnTo>
                    <a:pt x="56296" y="10692"/>
                  </a:lnTo>
                  <a:lnTo>
                    <a:pt x="56182" y="10761"/>
                  </a:lnTo>
                  <a:lnTo>
                    <a:pt x="56162" y="10803"/>
                  </a:lnTo>
                  <a:lnTo>
                    <a:pt x="56134" y="11081"/>
                  </a:lnTo>
                  <a:lnTo>
                    <a:pt x="56144" y="11173"/>
                  </a:lnTo>
                  <a:lnTo>
                    <a:pt x="56172" y="11227"/>
                  </a:lnTo>
                  <a:lnTo>
                    <a:pt x="56175" y="11232"/>
                  </a:lnTo>
                  <a:lnTo>
                    <a:pt x="56312" y="11395"/>
                  </a:lnTo>
                  <a:lnTo>
                    <a:pt x="56315" y="11474"/>
                  </a:lnTo>
                  <a:lnTo>
                    <a:pt x="56275" y="11625"/>
                  </a:lnTo>
                  <a:lnTo>
                    <a:pt x="56266" y="11674"/>
                  </a:lnTo>
                  <a:lnTo>
                    <a:pt x="56325" y="11994"/>
                  </a:lnTo>
                  <a:lnTo>
                    <a:pt x="56409" y="12101"/>
                  </a:lnTo>
                  <a:lnTo>
                    <a:pt x="57003" y="11704"/>
                  </a:lnTo>
                  <a:lnTo>
                    <a:pt x="57085" y="11546"/>
                  </a:lnTo>
                  <a:lnTo>
                    <a:pt x="57165" y="11282"/>
                  </a:lnTo>
                  <a:lnTo>
                    <a:pt x="57167" y="11271"/>
                  </a:lnTo>
                  <a:lnTo>
                    <a:pt x="57195" y="11102"/>
                  </a:lnTo>
                  <a:lnTo>
                    <a:pt x="57198" y="11080"/>
                  </a:lnTo>
                  <a:lnTo>
                    <a:pt x="57174" y="10971"/>
                  </a:lnTo>
                  <a:lnTo>
                    <a:pt x="57124" y="10918"/>
                  </a:lnTo>
                  <a:lnTo>
                    <a:pt x="57052" y="10902"/>
                  </a:lnTo>
                  <a:lnTo>
                    <a:pt x="56915" y="10617"/>
                  </a:lnTo>
                  <a:lnTo>
                    <a:pt x="56973" y="10446"/>
                  </a:lnTo>
                  <a:lnTo>
                    <a:pt x="57015" y="10090"/>
                  </a:lnTo>
                  <a:lnTo>
                    <a:pt x="57009" y="9912"/>
                  </a:lnTo>
                  <a:lnTo>
                    <a:pt x="56914" y="9808"/>
                  </a:lnTo>
                  <a:lnTo>
                    <a:pt x="56815" y="9622"/>
                  </a:lnTo>
                  <a:lnTo>
                    <a:pt x="56817" y="9557"/>
                  </a:lnTo>
                  <a:lnTo>
                    <a:pt x="56887" y="9477"/>
                  </a:lnTo>
                  <a:lnTo>
                    <a:pt x="57479" y="9558"/>
                  </a:lnTo>
                  <a:lnTo>
                    <a:pt x="57762" y="9817"/>
                  </a:lnTo>
                  <a:lnTo>
                    <a:pt x="57824" y="9933"/>
                  </a:lnTo>
                  <a:lnTo>
                    <a:pt x="57913" y="10098"/>
                  </a:lnTo>
                  <a:lnTo>
                    <a:pt x="57923" y="10200"/>
                  </a:lnTo>
                  <a:lnTo>
                    <a:pt x="57864" y="10307"/>
                  </a:lnTo>
                  <a:lnTo>
                    <a:pt x="57827" y="10465"/>
                  </a:lnTo>
                  <a:lnTo>
                    <a:pt x="57937" y="11274"/>
                  </a:lnTo>
                  <a:lnTo>
                    <a:pt x="58070" y="11448"/>
                  </a:lnTo>
                  <a:lnTo>
                    <a:pt x="58380" y="11626"/>
                  </a:lnTo>
                  <a:lnTo>
                    <a:pt x="58459" y="11705"/>
                  </a:lnTo>
                  <a:lnTo>
                    <a:pt x="58473" y="11719"/>
                  </a:lnTo>
                  <a:lnTo>
                    <a:pt x="58517" y="11764"/>
                  </a:lnTo>
                  <a:lnTo>
                    <a:pt x="58513" y="11789"/>
                  </a:lnTo>
                  <a:lnTo>
                    <a:pt x="58491" y="11811"/>
                  </a:lnTo>
                  <a:lnTo>
                    <a:pt x="58364" y="11832"/>
                  </a:lnTo>
                  <a:lnTo>
                    <a:pt x="58211" y="11868"/>
                  </a:lnTo>
                  <a:lnTo>
                    <a:pt x="58067" y="11969"/>
                  </a:lnTo>
                  <a:lnTo>
                    <a:pt x="58006" y="12035"/>
                  </a:lnTo>
                  <a:lnTo>
                    <a:pt x="58004" y="12052"/>
                  </a:lnTo>
                  <a:lnTo>
                    <a:pt x="58028" y="12086"/>
                  </a:lnTo>
                  <a:lnTo>
                    <a:pt x="57999" y="12131"/>
                  </a:lnTo>
                  <a:lnTo>
                    <a:pt x="57955" y="12173"/>
                  </a:lnTo>
                  <a:lnTo>
                    <a:pt x="57838" y="12283"/>
                  </a:lnTo>
                  <a:lnTo>
                    <a:pt x="57734" y="12381"/>
                  </a:lnTo>
                  <a:lnTo>
                    <a:pt x="57726" y="12447"/>
                  </a:lnTo>
                  <a:lnTo>
                    <a:pt x="57817" y="12573"/>
                  </a:lnTo>
                  <a:lnTo>
                    <a:pt x="57868" y="12717"/>
                  </a:lnTo>
                  <a:lnTo>
                    <a:pt x="57895" y="12793"/>
                  </a:lnTo>
                  <a:lnTo>
                    <a:pt x="57885" y="12843"/>
                  </a:lnTo>
                  <a:lnTo>
                    <a:pt x="57849" y="12913"/>
                  </a:lnTo>
                  <a:lnTo>
                    <a:pt x="57844" y="12914"/>
                  </a:lnTo>
                  <a:lnTo>
                    <a:pt x="57826" y="13058"/>
                  </a:lnTo>
                  <a:lnTo>
                    <a:pt x="57825" y="13064"/>
                  </a:lnTo>
                  <a:lnTo>
                    <a:pt x="57823" y="13083"/>
                  </a:lnTo>
                  <a:lnTo>
                    <a:pt x="57803" y="13255"/>
                  </a:lnTo>
                  <a:lnTo>
                    <a:pt x="57826" y="13224"/>
                  </a:lnTo>
                  <a:lnTo>
                    <a:pt x="57867" y="13118"/>
                  </a:lnTo>
                  <a:lnTo>
                    <a:pt x="57979" y="13037"/>
                  </a:lnTo>
                  <a:lnTo>
                    <a:pt x="57985" y="13036"/>
                  </a:lnTo>
                  <a:lnTo>
                    <a:pt x="58066" y="13020"/>
                  </a:lnTo>
                  <a:lnTo>
                    <a:pt x="58116" y="13011"/>
                  </a:lnTo>
                  <a:lnTo>
                    <a:pt x="58175" y="13034"/>
                  </a:lnTo>
                  <a:lnTo>
                    <a:pt x="58200" y="13122"/>
                  </a:lnTo>
                  <a:lnTo>
                    <a:pt x="58189" y="13182"/>
                  </a:lnTo>
                  <a:lnTo>
                    <a:pt x="58136" y="13255"/>
                  </a:lnTo>
                  <a:lnTo>
                    <a:pt x="58193" y="13477"/>
                  </a:lnTo>
                  <a:lnTo>
                    <a:pt x="58294" y="13516"/>
                  </a:lnTo>
                  <a:lnTo>
                    <a:pt x="58303" y="13498"/>
                  </a:lnTo>
                  <a:lnTo>
                    <a:pt x="58313" y="13480"/>
                  </a:lnTo>
                  <a:lnTo>
                    <a:pt x="58420" y="13275"/>
                  </a:lnTo>
                  <a:lnTo>
                    <a:pt x="58256" y="12918"/>
                  </a:lnTo>
                  <a:lnTo>
                    <a:pt x="58097" y="12797"/>
                  </a:lnTo>
                  <a:lnTo>
                    <a:pt x="57969" y="12827"/>
                  </a:lnTo>
                  <a:lnTo>
                    <a:pt x="57960" y="12830"/>
                  </a:lnTo>
                  <a:lnTo>
                    <a:pt x="57937" y="12816"/>
                  </a:lnTo>
                  <a:lnTo>
                    <a:pt x="57928" y="12764"/>
                  </a:lnTo>
                  <a:lnTo>
                    <a:pt x="57872" y="12455"/>
                  </a:lnTo>
                  <a:lnTo>
                    <a:pt x="57893" y="12426"/>
                  </a:lnTo>
                  <a:lnTo>
                    <a:pt x="58188" y="12028"/>
                  </a:lnTo>
                  <a:lnTo>
                    <a:pt x="58258" y="11979"/>
                  </a:lnTo>
                  <a:lnTo>
                    <a:pt x="58322" y="11935"/>
                  </a:lnTo>
                  <a:lnTo>
                    <a:pt x="58739" y="11948"/>
                  </a:lnTo>
                  <a:lnTo>
                    <a:pt x="59018" y="11983"/>
                  </a:lnTo>
                  <a:lnTo>
                    <a:pt x="59062" y="11972"/>
                  </a:lnTo>
                  <a:lnTo>
                    <a:pt x="59115" y="11938"/>
                  </a:lnTo>
                  <a:lnTo>
                    <a:pt x="59149" y="11936"/>
                  </a:lnTo>
                  <a:lnTo>
                    <a:pt x="59185" y="11936"/>
                  </a:lnTo>
                  <a:lnTo>
                    <a:pt x="59228" y="11962"/>
                  </a:lnTo>
                  <a:lnTo>
                    <a:pt x="59343" y="12082"/>
                  </a:lnTo>
                  <a:lnTo>
                    <a:pt x="59447" y="12170"/>
                  </a:lnTo>
                  <a:lnTo>
                    <a:pt x="59459" y="12178"/>
                  </a:lnTo>
                  <a:lnTo>
                    <a:pt x="59470" y="12178"/>
                  </a:lnTo>
                  <a:lnTo>
                    <a:pt x="59481" y="12173"/>
                  </a:lnTo>
                  <a:lnTo>
                    <a:pt x="59487" y="12167"/>
                  </a:lnTo>
                  <a:lnTo>
                    <a:pt x="59486" y="12159"/>
                  </a:lnTo>
                  <a:lnTo>
                    <a:pt x="59366" y="11969"/>
                  </a:lnTo>
                  <a:lnTo>
                    <a:pt x="59306" y="11864"/>
                  </a:lnTo>
                  <a:lnTo>
                    <a:pt x="59235" y="11849"/>
                  </a:lnTo>
                  <a:lnTo>
                    <a:pt x="59183" y="11778"/>
                  </a:lnTo>
                  <a:lnTo>
                    <a:pt x="59286" y="11634"/>
                  </a:lnTo>
                  <a:lnTo>
                    <a:pt x="59385" y="11497"/>
                  </a:lnTo>
                  <a:lnTo>
                    <a:pt x="59528" y="11428"/>
                  </a:lnTo>
                  <a:lnTo>
                    <a:pt x="59691" y="11308"/>
                  </a:lnTo>
                  <a:lnTo>
                    <a:pt x="59857" y="11018"/>
                  </a:lnTo>
                  <a:lnTo>
                    <a:pt x="59881" y="10902"/>
                  </a:lnTo>
                  <a:lnTo>
                    <a:pt x="59748" y="10770"/>
                  </a:lnTo>
                  <a:lnTo>
                    <a:pt x="59647" y="10467"/>
                  </a:lnTo>
                  <a:lnTo>
                    <a:pt x="59701" y="10436"/>
                  </a:lnTo>
                  <a:lnTo>
                    <a:pt x="59826" y="10518"/>
                  </a:lnTo>
                  <a:lnTo>
                    <a:pt x="59909" y="10620"/>
                  </a:lnTo>
                  <a:lnTo>
                    <a:pt x="59962" y="10618"/>
                  </a:lnTo>
                  <a:lnTo>
                    <a:pt x="60154" y="10530"/>
                  </a:lnTo>
                  <a:lnTo>
                    <a:pt x="60233" y="10443"/>
                  </a:lnTo>
                  <a:lnTo>
                    <a:pt x="60271" y="10378"/>
                  </a:lnTo>
                  <a:lnTo>
                    <a:pt x="60302" y="10324"/>
                  </a:lnTo>
                  <a:lnTo>
                    <a:pt x="60370" y="10110"/>
                  </a:lnTo>
                  <a:lnTo>
                    <a:pt x="60385" y="9694"/>
                  </a:lnTo>
                  <a:lnTo>
                    <a:pt x="60365" y="9660"/>
                  </a:lnTo>
                  <a:lnTo>
                    <a:pt x="60342" y="9676"/>
                  </a:lnTo>
                  <a:lnTo>
                    <a:pt x="60111" y="9608"/>
                  </a:lnTo>
                  <a:lnTo>
                    <a:pt x="59959" y="9448"/>
                  </a:lnTo>
                  <a:lnTo>
                    <a:pt x="59854" y="9255"/>
                  </a:lnTo>
                  <a:lnTo>
                    <a:pt x="59910" y="9234"/>
                  </a:lnTo>
                  <a:lnTo>
                    <a:pt x="60317" y="9273"/>
                  </a:lnTo>
                  <a:lnTo>
                    <a:pt x="60525" y="9334"/>
                  </a:lnTo>
                  <a:lnTo>
                    <a:pt x="60597" y="9420"/>
                  </a:lnTo>
                  <a:lnTo>
                    <a:pt x="60618" y="9482"/>
                  </a:lnTo>
                  <a:lnTo>
                    <a:pt x="60764" y="9540"/>
                  </a:lnTo>
                  <a:lnTo>
                    <a:pt x="61067" y="9563"/>
                  </a:lnTo>
                  <a:lnTo>
                    <a:pt x="61248" y="9478"/>
                  </a:lnTo>
                  <a:lnTo>
                    <a:pt x="61309" y="9501"/>
                  </a:lnTo>
                  <a:lnTo>
                    <a:pt x="61339" y="9563"/>
                  </a:lnTo>
                  <a:lnTo>
                    <a:pt x="61595" y="9439"/>
                  </a:lnTo>
                  <a:lnTo>
                    <a:pt x="61695" y="9453"/>
                  </a:lnTo>
                  <a:lnTo>
                    <a:pt x="62076" y="9505"/>
                  </a:lnTo>
                  <a:lnTo>
                    <a:pt x="62170" y="9518"/>
                  </a:lnTo>
                  <a:lnTo>
                    <a:pt x="62257" y="9470"/>
                  </a:lnTo>
                  <a:lnTo>
                    <a:pt x="62337" y="9347"/>
                  </a:lnTo>
                  <a:lnTo>
                    <a:pt x="62341" y="9277"/>
                  </a:lnTo>
                  <a:lnTo>
                    <a:pt x="62398" y="9222"/>
                  </a:lnTo>
                  <a:lnTo>
                    <a:pt x="62794" y="9044"/>
                  </a:lnTo>
                  <a:lnTo>
                    <a:pt x="63074" y="9296"/>
                  </a:lnTo>
                  <a:lnTo>
                    <a:pt x="63101" y="9364"/>
                  </a:lnTo>
                  <a:lnTo>
                    <a:pt x="63041" y="9460"/>
                  </a:lnTo>
                  <a:lnTo>
                    <a:pt x="63046" y="9495"/>
                  </a:lnTo>
                  <a:lnTo>
                    <a:pt x="63316" y="9910"/>
                  </a:lnTo>
                  <a:lnTo>
                    <a:pt x="63421" y="10016"/>
                  </a:lnTo>
                  <a:lnTo>
                    <a:pt x="63436" y="10093"/>
                  </a:lnTo>
                  <a:lnTo>
                    <a:pt x="63317" y="10254"/>
                  </a:lnTo>
                  <a:lnTo>
                    <a:pt x="63408" y="10408"/>
                  </a:lnTo>
                  <a:lnTo>
                    <a:pt x="63513" y="10547"/>
                  </a:lnTo>
                  <a:lnTo>
                    <a:pt x="63730" y="10835"/>
                  </a:lnTo>
                  <a:lnTo>
                    <a:pt x="63895" y="11054"/>
                  </a:lnTo>
                  <a:lnTo>
                    <a:pt x="64021" y="11179"/>
                  </a:lnTo>
                  <a:lnTo>
                    <a:pt x="64498" y="11560"/>
                  </a:lnTo>
                  <a:lnTo>
                    <a:pt x="65020" y="11848"/>
                  </a:lnTo>
                  <a:lnTo>
                    <a:pt x="65050" y="11859"/>
                  </a:lnTo>
                  <a:lnTo>
                    <a:pt x="65114" y="11881"/>
                  </a:lnTo>
                  <a:lnTo>
                    <a:pt x="65291" y="11942"/>
                  </a:lnTo>
                  <a:lnTo>
                    <a:pt x="65523" y="11984"/>
                  </a:lnTo>
                  <a:lnTo>
                    <a:pt x="65921" y="11963"/>
                  </a:lnTo>
                  <a:lnTo>
                    <a:pt x="66271" y="11860"/>
                  </a:lnTo>
                  <a:lnTo>
                    <a:pt x="66455" y="11780"/>
                  </a:lnTo>
                  <a:lnTo>
                    <a:pt x="66491" y="11736"/>
                  </a:lnTo>
                  <a:lnTo>
                    <a:pt x="66504" y="11621"/>
                  </a:lnTo>
                  <a:lnTo>
                    <a:pt x="66479" y="11571"/>
                  </a:lnTo>
                  <a:lnTo>
                    <a:pt x="66385" y="11534"/>
                  </a:lnTo>
                  <a:lnTo>
                    <a:pt x="66393" y="11515"/>
                  </a:lnTo>
                  <a:lnTo>
                    <a:pt x="66414" y="11466"/>
                  </a:lnTo>
                  <a:lnTo>
                    <a:pt x="66425" y="11472"/>
                  </a:lnTo>
                  <a:lnTo>
                    <a:pt x="66434" y="11477"/>
                  </a:lnTo>
                  <a:lnTo>
                    <a:pt x="66584" y="11558"/>
                  </a:lnTo>
                  <a:lnTo>
                    <a:pt x="66616" y="11576"/>
                  </a:lnTo>
                  <a:lnTo>
                    <a:pt x="66627" y="11677"/>
                  </a:lnTo>
                  <a:lnTo>
                    <a:pt x="66570" y="11761"/>
                  </a:lnTo>
                  <a:lnTo>
                    <a:pt x="66278" y="11995"/>
                  </a:lnTo>
                  <a:lnTo>
                    <a:pt x="65879" y="12209"/>
                  </a:lnTo>
                  <a:lnTo>
                    <a:pt x="65780" y="12208"/>
                  </a:lnTo>
                  <a:lnTo>
                    <a:pt x="65276" y="11975"/>
                  </a:lnTo>
                  <a:lnTo>
                    <a:pt x="65186" y="11957"/>
                  </a:lnTo>
                  <a:lnTo>
                    <a:pt x="65162" y="11967"/>
                  </a:lnTo>
                  <a:lnTo>
                    <a:pt x="65110" y="11989"/>
                  </a:lnTo>
                  <a:lnTo>
                    <a:pt x="65042" y="12028"/>
                  </a:lnTo>
                  <a:lnTo>
                    <a:pt x="64823" y="12357"/>
                  </a:lnTo>
                  <a:lnTo>
                    <a:pt x="64745" y="12516"/>
                  </a:lnTo>
                  <a:lnTo>
                    <a:pt x="64443" y="12809"/>
                  </a:lnTo>
                  <a:lnTo>
                    <a:pt x="64240" y="12813"/>
                  </a:lnTo>
                  <a:lnTo>
                    <a:pt x="64214" y="12818"/>
                  </a:lnTo>
                  <a:lnTo>
                    <a:pt x="64196" y="12822"/>
                  </a:lnTo>
                  <a:lnTo>
                    <a:pt x="64178" y="12809"/>
                  </a:lnTo>
                  <a:lnTo>
                    <a:pt x="64131" y="12802"/>
                  </a:lnTo>
                  <a:lnTo>
                    <a:pt x="63927" y="12876"/>
                  </a:lnTo>
                  <a:lnTo>
                    <a:pt x="63920" y="12878"/>
                  </a:lnTo>
                  <a:lnTo>
                    <a:pt x="63654" y="13102"/>
                  </a:lnTo>
                  <a:lnTo>
                    <a:pt x="63643" y="13137"/>
                  </a:lnTo>
                  <a:lnTo>
                    <a:pt x="63644" y="13143"/>
                  </a:lnTo>
                  <a:lnTo>
                    <a:pt x="63649" y="13178"/>
                  </a:lnTo>
                  <a:lnTo>
                    <a:pt x="63932" y="13504"/>
                  </a:lnTo>
                  <a:lnTo>
                    <a:pt x="63955" y="13531"/>
                  </a:lnTo>
                  <a:lnTo>
                    <a:pt x="64006" y="13546"/>
                  </a:lnTo>
                  <a:lnTo>
                    <a:pt x="64306" y="13586"/>
                  </a:lnTo>
                  <a:lnTo>
                    <a:pt x="64506" y="13592"/>
                  </a:lnTo>
                  <a:lnTo>
                    <a:pt x="64757" y="13518"/>
                  </a:lnTo>
                  <a:lnTo>
                    <a:pt x="64933" y="13593"/>
                  </a:lnTo>
                  <a:lnTo>
                    <a:pt x="64990" y="13613"/>
                  </a:lnTo>
                  <a:lnTo>
                    <a:pt x="65019" y="13627"/>
                  </a:lnTo>
                  <a:lnTo>
                    <a:pt x="65026" y="13633"/>
                  </a:lnTo>
                  <a:lnTo>
                    <a:pt x="65180" y="13777"/>
                  </a:lnTo>
                  <a:lnTo>
                    <a:pt x="65286" y="13876"/>
                  </a:lnTo>
                  <a:lnTo>
                    <a:pt x="65287" y="13884"/>
                  </a:lnTo>
                  <a:lnTo>
                    <a:pt x="65321" y="14173"/>
                  </a:lnTo>
                  <a:lnTo>
                    <a:pt x="65437" y="14221"/>
                  </a:lnTo>
                  <a:lnTo>
                    <a:pt x="65452" y="14223"/>
                  </a:lnTo>
                  <a:lnTo>
                    <a:pt x="65452" y="14053"/>
                  </a:lnTo>
                  <a:lnTo>
                    <a:pt x="65438" y="13892"/>
                  </a:lnTo>
                  <a:lnTo>
                    <a:pt x="65356" y="13748"/>
                  </a:lnTo>
                  <a:lnTo>
                    <a:pt x="65268" y="13430"/>
                  </a:lnTo>
                  <a:lnTo>
                    <a:pt x="65236" y="13315"/>
                  </a:lnTo>
                  <a:lnTo>
                    <a:pt x="65248" y="13231"/>
                  </a:lnTo>
                  <a:lnTo>
                    <a:pt x="65249" y="13225"/>
                  </a:lnTo>
                  <a:lnTo>
                    <a:pt x="65312" y="13158"/>
                  </a:lnTo>
                  <a:lnTo>
                    <a:pt x="65398" y="13158"/>
                  </a:lnTo>
                  <a:lnTo>
                    <a:pt x="65745" y="13225"/>
                  </a:lnTo>
                  <a:lnTo>
                    <a:pt x="65895" y="13329"/>
                  </a:lnTo>
                  <a:lnTo>
                    <a:pt x="65874" y="13400"/>
                  </a:lnTo>
                  <a:lnTo>
                    <a:pt x="65857" y="13453"/>
                  </a:lnTo>
                  <a:lnTo>
                    <a:pt x="65875" y="13739"/>
                  </a:lnTo>
                  <a:lnTo>
                    <a:pt x="65881" y="13759"/>
                  </a:lnTo>
                  <a:lnTo>
                    <a:pt x="65889" y="13792"/>
                  </a:lnTo>
                  <a:lnTo>
                    <a:pt x="65923" y="13811"/>
                  </a:lnTo>
                  <a:lnTo>
                    <a:pt x="65964" y="13812"/>
                  </a:lnTo>
                  <a:lnTo>
                    <a:pt x="65935" y="13496"/>
                  </a:lnTo>
                  <a:lnTo>
                    <a:pt x="65977" y="13393"/>
                  </a:lnTo>
                  <a:lnTo>
                    <a:pt x="66044" y="13228"/>
                  </a:lnTo>
                  <a:lnTo>
                    <a:pt x="66058" y="13194"/>
                  </a:lnTo>
                  <a:lnTo>
                    <a:pt x="66079" y="13142"/>
                  </a:lnTo>
                  <a:lnTo>
                    <a:pt x="66082" y="13123"/>
                  </a:lnTo>
                  <a:lnTo>
                    <a:pt x="66047" y="13106"/>
                  </a:lnTo>
                  <a:lnTo>
                    <a:pt x="66027" y="13101"/>
                  </a:lnTo>
                  <a:lnTo>
                    <a:pt x="65823" y="13046"/>
                  </a:lnTo>
                  <a:lnTo>
                    <a:pt x="65814" y="13047"/>
                  </a:lnTo>
                  <a:lnTo>
                    <a:pt x="65565" y="13010"/>
                  </a:lnTo>
                  <a:lnTo>
                    <a:pt x="65554" y="13005"/>
                  </a:lnTo>
                  <a:lnTo>
                    <a:pt x="65477" y="12953"/>
                  </a:lnTo>
                  <a:lnTo>
                    <a:pt x="65296" y="12736"/>
                  </a:lnTo>
                  <a:lnTo>
                    <a:pt x="65251" y="12792"/>
                  </a:lnTo>
                  <a:lnTo>
                    <a:pt x="65217" y="12801"/>
                  </a:lnTo>
                  <a:lnTo>
                    <a:pt x="65177" y="12808"/>
                  </a:lnTo>
                  <a:lnTo>
                    <a:pt x="65152" y="12804"/>
                  </a:lnTo>
                  <a:lnTo>
                    <a:pt x="65111" y="12795"/>
                  </a:lnTo>
                  <a:lnTo>
                    <a:pt x="65050" y="12766"/>
                  </a:lnTo>
                  <a:lnTo>
                    <a:pt x="64979" y="12651"/>
                  </a:lnTo>
                  <a:lnTo>
                    <a:pt x="65033" y="12440"/>
                  </a:lnTo>
                  <a:lnTo>
                    <a:pt x="65054" y="12359"/>
                  </a:lnTo>
                  <a:lnTo>
                    <a:pt x="65083" y="12246"/>
                  </a:lnTo>
                  <a:lnTo>
                    <a:pt x="65245" y="12243"/>
                  </a:lnTo>
                  <a:lnTo>
                    <a:pt x="65430" y="12293"/>
                  </a:lnTo>
                  <a:lnTo>
                    <a:pt x="65531" y="12348"/>
                  </a:lnTo>
                  <a:lnTo>
                    <a:pt x="65625" y="12436"/>
                  </a:lnTo>
                  <a:lnTo>
                    <a:pt x="65794" y="12437"/>
                  </a:lnTo>
                  <a:lnTo>
                    <a:pt x="66043" y="12374"/>
                  </a:lnTo>
                  <a:lnTo>
                    <a:pt x="66271" y="12244"/>
                  </a:lnTo>
                  <a:lnTo>
                    <a:pt x="66527" y="12044"/>
                  </a:lnTo>
                  <a:lnTo>
                    <a:pt x="66639" y="11985"/>
                  </a:lnTo>
                  <a:lnTo>
                    <a:pt x="66692" y="12024"/>
                  </a:lnTo>
                  <a:lnTo>
                    <a:pt x="66775" y="11931"/>
                  </a:lnTo>
                  <a:lnTo>
                    <a:pt x="66689" y="11497"/>
                  </a:lnTo>
                  <a:lnTo>
                    <a:pt x="66557" y="11293"/>
                  </a:lnTo>
                  <a:lnTo>
                    <a:pt x="66498" y="11293"/>
                  </a:lnTo>
                  <a:lnTo>
                    <a:pt x="66233" y="11294"/>
                  </a:lnTo>
                  <a:lnTo>
                    <a:pt x="66172" y="11149"/>
                  </a:lnTo>
                  <a:lnTo>
                    <a:pt x="66047" y="10841"/>
                  </a:lnTo>
                  <a:lnTo>
                    <a:pt x="66236" y="10812"/>
                  </a:lnTo>
                  <a:lnTo>
                    <a:pt x="66373" y="10827"/>
                  </a:lnTo>
                  <a:lnTo>
                    <a:pt x="66491" y="11075"/>
                  </a:lnTo>
                  <a:lnTo>
                    <a:pt x="66526" y="11092"/>
                  </a:lnTo>
                  <a:lnTo>
                    <a:pt x="66746" y="10973"/>
                  </a:lnTo>
                  <a:lnTo>
                    <a:pt x="66749" y="10851"/>
                  </a:lnTo>
                  <a:lnTo>
                    <a:pt x="66770" y="10837"/>
                  </a:lnTo>
                  <a:lnTo>
                    <a:pt x="67066" y="10695"/>
                  </a:lnTo>
                  <a:lnTo>
                    <a:pt x="67391" y="10631"/>
                  </a:lnTo>
                  <a:lnTo>
                    <a:pt x="67794" y="10497"/>
                  </a:lnTo>
                  <a:lnTo>
                    <a:pt x="67849" y="10466"/>
                  </a:lnTo>
                  <a:lnTo>
                    <a:pt x="68048" y="10357"/>
                  </a:lnTo>
                  <a:lnTo>
                    <a:pt x="68107" y="10201"/>
                  </a:lnTo>
                  <a:lnTo>
                    <a:pt x="68085" y="10084"/>
                  </a:lnTo>
                  <a:lnTo>
                    <a:pt x="68132" y="9954"/>
                  </a:lnTo>
                  <a:lnTo>
                    <a:pt x="68233" y="9827"/>
                  </a:lnTo>
                  <a:lnTo>
                    <a:pt x="68431" y="9706"/>
                  </a:lnTo>
                  <a:lnTo>
                    <a:pt x="68720" y="9609"/>
                  </a:lnTo>
                  <a:lnTo>
                    <a:pt x="69053" y="9787"/>
                  </a:lnTo>
                  <a:lnTo>
                    <a:pt x="69445" y="10121"/>
                  </a:lnTo>
                  <a:lnTo>
                    <a:pt x="69475" y="10135"/>
                  </a:lnTo>
                  <a:lnTo>
                    <a:pt x="69483" y="10138"/>
                  </a:lnTo>
                  <a:lnTo>
                    <a:pt x="69545" y="10166"/>
                  </a:lnTo>
                  <a:lnTo>
                    <a:pt x="69553" y="10108"/>
                  </a:lnTo>
                  <a:lnTo>
                    <a:pt x="69790" y="10031"/>
                  </a:lnTo>
                  <a:lnTo>
                    <a:pt x="70198" y="9961"/>
                  </a:lnTo>
                  <a:lnTo>
                    <a:pt x="70422" y="9947"/>
                  </a:lnTo>
                  <a:lnTo>
                    <a:pt x="70555" y="9938"/>
                  </a:lnTo>
                  <a:lnTo>
                    <a:pt x="70885" y="9917"/>
                  </a:lnTo>
                  <a:lnTo>
                    <a:pt x="71097" y="9955"/>
                  </a:lnTo>
                  <a:lnTo>
                    <a:pt x="71150" y="10009"/>
                  </a:lnTo>
                  <a:lnTo>
                    <a:pt x="71178" y="10110"/>
                  </a:lnTo>
                  <a:lnTo>
                    <a:pt x="71202" y="10200"/>
                  </a:lnTo>
                  <a:lnTo>
                    <a:pt x="71214" y="10244"/>
                  </a:lnTo>
                  <a:lnTo>
                    <a:pt x="71211" y="10397"/>
                  </a:lnTo>
                  <a:lnTo>
                    <a:pt x="71160" y="10585"/>
                  </a:lnTo>
                  <a:lnTo>
                    <a:pt x="71131" y="10613"/>
                  </a:lnTo>
                  <a:lnTo>
                    <a:pt x="71003" y="10739"/>
                  </a:lnTo>
                  <a:lnTo>
                    <a:pt x="71007" y="10748"/>
                  </a:lnTo>
                  <a:lnTo>
                    <a:pt x="71011" y="10760"/>
                  </a:lnTo>
                  <a:lnTo>
                    <a:pt x="71024" y="10798"/>
                  </a:lnTo>
                  <a:lnTo>
                    <a:pt x="71035" y="10794"/>
                  </a:lnTo>
                  <a:lnTo>
                    <a:pt x="71162" y="10754"/>
                  </a:lnTo>
                  <a:lnTo>
                    <a:pt x="71173" y="10751"/>
                  </a:lnTo>
                  <a:lnTo>
                    <a:pt x="71184" y="10747"/>
                  </a:lnTo>
                  <a:lnTo>
                    <a:pt x="71187" y="10730"/>
                  </a:lnTo>
                  <a:lnTo>
                    <a:pt x="71192" y="10703"/>
                  </a:lnTo>
                  <a:lnTo>
                    <a:pt x="71215" y="10591"/>
                  </a:lnTo>
                  <a:lnTo>
                    <a:pt x="71223" y="10548"/>
                  </a:lnTo>
                  <a:lnTo>
                    <a:pt x="71308" y="10392"/>
                  </a:lnTo>
                  <a:lnTo>
                    <a:pt x="71315" y="10187"/>
                  </a:lnTo>
                  <a:lnTo>
                    <a:pt x="71311" y="10163"/>
                  </a:lnTo>
                  <a:lnTo>
                    <a:pt x="71306" y="10125"/>
                  </a:lnTo>
                  <a:lnTo>
                    <a:pt x="71296" y="10054"/>
                  </a:lnTo>
                  <a:lnTo>
                    <a:pt x="71344" y="10012"/>
                  </a:lnTo>
                  <a:lnTo>
                    <a:pt x="71512" y="9865"/>
                  </a:lnTo>
                  <a:lnTo>
                    <a:pt x="71645" y="9779"/>
                  </a:lnTo>
                  <a:lnTo>
                    <a:pt x="71709" y="9737"/>
                  </a:lnTo>
                  <a:lnTo>
                    <a:pt x="71750" y="9696"/>
                  </a:lnTo>
                  <a:lnTo>
                    <a:pt x="71824" y="9597"/>
                  </a:lnTo>
                  <a:lnTo>
                    <a:pt x="71793" y="9567"/>
                  </a:lnTo>
                  <a:lnTo>
                    <a:pt x="71763" y="9563"/>
                  </a:lnTo>
                  <a:lnTo>
                    <a:pt x="71728" y="9559"/>
                  </a:lnTo>
                  <a:lnTo>
                    <a:pt x="71652" y="9549"/>
                  </a:lnTo>
                  <a:lnTo>
                    <a:pt x="71576" y="9567"/>
                  </a:lnTo>
                  <a:lnTo>
                    <a:pt x="71115" y="9678"/>
                  </a:lnTo>
                  <a:lnTo>
                    <a:pt x="70956" y="9669"/>
                  </a:lnTo>
                  <a:lnTo>
                    <a:pt x="70800" y="9660"/>
                  </a:lnTo>
                  <a:lnTo>
                    <a:pt x="70789" y="9659"/>
                  </a:lnTo>
                  <a:lnTo>
                    <a:pt x="70350" y="9785"/>
                  </a:lnTo>
                  <a:lnTo>
                    <a:pt x="70287" y="9780"/>
                  </a:lnTo>
                  <a:lnTo>
                    <a:pt x="69931" y="9686"/>
                  </a:lnTo>
                  <a:lnTo>
                    <a:pt x="69542" y="9719"/>
                  </a:lnTo>
                  <a:lnTo>
                    <a:pt x="69406" y="9617"/>
                  </a:lnTo>
                  <a:lnTo>
                    <a:pt x="69361" y="9592"/>
                  </a:lnTo>
                  <a:lnTo>
                    <a:pt x="68920" y="9633"/>
                  </a:lnTo>
                  <a:lnTo>
                    <a:pt x="68841" y="9638"/>
                  </a:lnTo>
                  <a:lnTo>
                    <a:pt x="68833" y="9639"/>
                  </a:lnTo>
                  <a:lnTo>
                    <a:pt x="68828" y="9636"/>
                  </a:lnTo>
                  <a:lnTo>
                    <a:pt x="68825" y="9631"/>
                  </a:lnTo>
                  <a:lnTo>
                    <a:pt x="68822" y="9612"/>
                  </a:lnTo>
                  <a:lnTo>
                    <a:pt x="68823" y="9601"/>
                  </a:lnTo>
                  <a:lnTo>
                    <a:pt x="68828" y="9588"/>
                  </a:lnTo>
                  <a:lnTo>
                    <a:pt x="68837" y="9581"/>
                  </a:lnTo>
                  <a:lnTo>
                    <a:pt x="68855" y="9576"/>
                  </a:lnTo>
                  <a:lnTo>
                    <a:pt x="68983" y="9561"/>
                  </a:lnTo>
                  <a:lnTo>
                    <a:pt x="69133" y="9566"/>
                  </a:lnTo>
                  <a:lnTo>
                    <a:pt x="69765" y="9424"/>
                  </a:lnTo>
                  <a:lnTo>
                    <a:pt x="69998" y="9389"/>
                  </a:lnTo>
                  <a:lnTo>
                    <a:pt x="70058" y="9380"/>
                  </a:lnTo>
                  <a:lnTo>
                    <a:pt x="70335" y="9337"/>
                  </a:lnTo>
                  <a:lnTo>
                    <a:pt x="70341" y="9336"/>
                  </a:lnTo>
                  <a:lnTo>
                    <a:pt x="70412" y="9325"/>
                  </a:lnTo>
                  <a:lnTo>
                    <a:pt x="70571" y="9257"/>
                  </a:lnTo>
                  <a:lnTo>
                    <a:pt x="70968" y="9089"/>
                  </a:lnTo>
                  <a:lnTo>
                    <a:pt x="71214" y="8923"/>
                  </a:lnTo>
                  <a:lnTo>
                    <a:pt x="71415" y="8750"/>
                  </a:lnTo>
                  <a:lnTo>
                    <a:pt x="71497" y="8679"/>
                  </a:lnTo>
                  <a:lnTo>
                    <a:pt x="71506" y="8672"/>
                  </a:lnTo>
                  <a:lnTo>
                    <a:pt x="71516" y="8662"/>
                  </a:lnTo>
                  <a:lnTo>
                    <a:pt x="71534" y="8641"/>
                  </a:lnTo>
                  <a:lnTo>
                    <a:pt x="71545" y="8626"/>
                  </a:lnTo>
                  <a:lnTo>
                    <a:pt x="71554" y="8615"/>
                  </a:lnTo>
                  <a:lnTo>
                    <a:pt x="71562" y="8606"/>
                  </a:lnTo>
                  <a:lnTo>
                    <a:pt x="71602" y="8565"/>
                  </a:lnTo>
                  <a:lnTo>
                    <a:pt x="71637" y="8525"/>
                  </a:lnTo>
                  <a:lnTo>
                    <a:pt x="71672" y="8488"/>
                  </a:lnTo>
                  <a:lnTo>
                    <a:pt x="71704" y="8450"/>
                  </a:lnTo>
                  <a:lnTo>
                    <a:pt x="71726" y="8428"/>
                  </a:lnTo>
                  <a:lnTo>
                    <a:pt x="71729" y="8422"/>
                  </a:lnTo>
                  <a:lnTo>
                    <a:pt x="71739" y="8413"/>
                  </a:lnTo>
                  <a:lnTo>
                    <a:pt x="71761" y="8385"/>
                  </a:lnTo>
                  <a:lnTo>
                    <a:pt x="71790" y="8349"/>
                  </a:lnTo>
                  <a:lnTo>
                    <a:pt x="71816" y="8310"/>
                  </a:lnTo>
                  <a:lnTo>
                    <a:pt x="71856" y="8263"/>
                  </a:lnTo>
                  <a:lnTo>
                    <a:pt x="71893" y="8215"/>
                  </a:lnTo>
                  <a:lnTo>
                    <a:pt x="71931" y="8161"/>
                  </a:lnTo>
                  <a:lnTo>
                    <a:pt x="71964" y="8115"/>
                  </a:lnTo>
                  <a:lnTo>
                    <a:pt x="71996" y="8067"/>
                  </a:lnTo>
                  <a:lnTo>
                    <a:pt x="72038" y="8011"/>
                  </a:lnTo>
                  <a:lnTo>
                    <a:pt x="72066" y="7969"/>
                  </a:lnTo>
                  <a:lnTo>
                    <a:pt x="72092" y="7928"/>
                  </a:lnTo>
                  <a:lnTo>
                    <a:pt x="72129" y="7871"/>
                  </a:lnTo>
                  <a:lnTo>
                    <a:pt x="72137" y="7856"/>
                  </a:lnTo>
                  <a:lnTo>
                    <a:pt x="72150" y="7836"/>
                  </a:lnTo>
                  <a:lnTo>
                    <a:pt x="72157" y="7828"/>
                  </a:lnTo>
                  <a:lnTo>
                    <a:pt x="72167" y="7815"/>
                  </a:lnTo>
                  <a:lnTo>
                    <a:pt x="72172" y="7810"/>
                  </a:lnTo>
                  <a:lnTo>
                    <a:pt x="72173" y="7804"/>
                  </a:lnTo>
                  <a:lnTo>
                    <a:pt x="72175" y="7797"/>
                  </a:lnTo>
                  <a:lnTo>
                    <a:pt x="72178" y="7792"/>
                  </a:lnTo>
                  <a:lnTo>
                    <a:pt x="72184" y="7785"/>
                  </a:lnTo>
                  <a:lnTo>
                    <a:pt x="72190" y="7774"/>
                  </a:lnTo>
                  <a:lnTo>
                    <a:pt x="72192" y="7764"/>
                  </a:lnTo>
                  <a:lnTo>
                    <a:pt x="72195" y="7754"/>
                  </a:lnTo>
                  <a:lnTo>
                    <a:pt x="72203" y="7742"/>
                  </a:lnTo>
                  <a:lnTo>
                    <a:pt x="72208" y="7733"/>
                  </a:lnTo>
                  <a:lnTo>
                    <a:pt x="72212" y="7723"/>
                  </a:lnTo>
                  <a:lnTo>
                    <a:pt x="72210" y="7716"/>
                  </a:lnTo>
                  <a:lnTo>
                    <a:pt x="72200" y="7709"/>
                  </a:lnTo>
                  <a:lnTo>
                    <a:pt x="72197" y="7700"/>
                  </a:lnTo>
                  <a:lnTo>
                    <a:pt x="72211" y="7681"/>
                  </a:lnTo>
                  <a:lnTo>
                    <a:pt x="72249" y="7631"/>
                  </a:lnTo>
                  <a:lnTo>
                    <a:pt x="72256" y="7618"/>
                  </a:lnTo>
                  <a:lnTo>
                    <a:pt x="72280" y="7575"/>
                  </a:lnTo>
                  <a:lnTo>
                    <a:pt x="72295" y="7533"/>
                  </a:lnTo>
                  <a:lnTo>
                    <a:pt x="72303" y="7513"/>
                  </a:lnTo>
                  <a:lnTo>
                    <a:pt x="72327" y="7458"/>
                  </a:lnTo>
                  <a:lnTo>
                    <a:pt x="72356" y="7403"/>
                  </a:lnTo>
                  <a:lnTo>
                    <a:pt x="72376" y="7355"/>
                  </a:lnTo>
                  <a:lnTo>
                    <a:pt x="72395" y="7312"/>
                  </a:lnTo>
                  <a:lnTo>
                    <a:pt x="72409" y="7283"/>
                  </a:lnTo>
                  <a:lnTo>
                    <a:pt x="72421" y="7253"/>
                  </a:lnTo>
                  <a:lnTo>
                    <a:pt x="72427" y="7234"/>
                  </a:lnTo>
                  <a:lnTo>
                    <a:pt x="72430" y="7225"/>
                  </a:lnTo>
                  <a:lnTo>
                    <a:pt x="72435" y="7216"/>
                  </a:lnTo>
                  <a:lnTo>
                    <a:pt x="72443" y="7198"/>
                  </a:lnTo>
                  <a:lnTo>
                    <a:pt x="72446" y="7192"/>
                  </a:lnTo>
                  <a:lnTo>
                    <a:pt x="72455" y="7170"/>
                  </a:lnTo>
                  <a:lnTo>
                    <a:pt x="72469" y="7131"/>
                  </a:lnTo>
                  <a:lnTo>
                    <a:pt x="72475" y="7115"/>
                  </a:lnTo>
                  <a:lnTo>
                    <a:pt x="72480" y="7099"/>
                  </a:lnTo>
                  <a:lnTo>
                    <a:pt x="72482" y="7089"/>
                  </a:lnTo>
                  <a:lnTo>
                    <a:pt x="72486" y="7080"/>
                  </a:lnTo>
                  <a:lnTo>
                    <a:pt x="72507" y="7012"/>
                  </a:lnTo>
                  <a:lnTo>
                    <a:pt x="72694" y="6418"/>
                  </a:lnTo>
                  <a:lnTo>
                    <a:pt x="72707" y="6376"/>
                  </a:lnTo>
                  <a:lnTo>
                    <a:pt x="72861" y="5887"/>
                  </a:lnTo>
                  <a:lnTo>
                    <a:pt x="72863" y="5879"/>
                  </a:lnTo>
                  <a:lnTo>
                    <a:pt x="72866" y="5872"/>
                  </a:lnTo>
                  <a:lnTo>
                    <a:pt x="72879" y="5831"/>
                  </a:lnTo>
                  <a:lnTo>
                    <a:pt x="72916" y="5765"/>
                  </a:lnTo>
                  <a:lnTo>
                    <a:pt x="73002" y="5612"/>
                  </a:lnTo>
                  <a:lnTo>
                    <a:pt x="73145" y="5359"/>
                  </a:lnTo>
                  <a:lnTo>
                    <a:pt x="73507" y="5327"/>
                  </a:lnTo>
                  <a:lnTo>
                    <a:pt x="73866" y="5296"/>
                  </a:lnTo>
                  <a:lnTo>
                    <a:pt x="73937" y="5290"/>
                  </a:lnTo>
                  <a:lnTo>
                    <a:pt x="74225" y="5312"/>
                  </a:lnTo>
                  <a:lnTo>
                    <a:pt x="74616" y="5342"/>
                  </a:lnTo>
                  <a:lnTo>
                    <a:pt x="74723" y="5351"/>
                  </a:lnTo>
                  <a:lnTo>
                    <a:pt x="74755" y="5348"/>
                  </a:lnTo>
                  <a:lnTo>
                    <a:pt x="74797" y="5339"/>
                  </a:lnTo>
                  <a:lnTo>
                    <a:pt x="74808" y="5336"/>
                  </a:lnTo>
                  <a:lnTo>
                    <a:pt x="74817" y="5332"/>
                  </a:lnTo>
                  <a:lnTo>
                    <a:pt x="74826" y="5326"/>
                  </a:lnTo>
                  <a:lnTo>
                    <a:pt x="74831" y="5323"/>
                  </a:lnTo>
                  <a:lnTo>
                    <a:pt x="74843" y="5318"/>
                  </a:lnTo>
                  <a:lnTo>
                    <a:pt x="74866" y="5304"/>
                  </a:lnTo>
                  <a:lnTo>
                    <a:pt x="74876" y="5297"/>
                  </a:lnTo>
                  <a:lnTo>
                    <a:pt x="74892" y="5291"/>
                  </a:lnTo>
                  <a:lnTo>
                    <a:pt x="74918" y="5280"/>
                  </a:lnTo>
                  <a:lnTo>
                    <a:pt x="74938" y="5276"/>
                  </a:lnTo>
                  <a:lnTo>
                    <a:pt x="74948" y="5275"/>
                  </a:lnTo>
                  <a:lnTo>
                    <a:pt x="74957" y="5277"/>
                  </a:lnTo>
                  <a:lnTo>
                    <a:pt x="74966" y="5281"/>
                  </a:lnTo>
                  <a:lnTo>
                    <a:pt x="74987" y="5297"/>
                  </a:lnTo>
                  <a:lnTo>
                    <a:pt x="75007" y="5311"/>
                  </a:lnTo>
                  <a:lnTo>
                    <a:pt x="75028" y="5326"/>
                  </a:lnTo>
                  <a:lnTo>
                    <a:pt x="75053" y="5343"/>
                  </a:lnTo>
                  <a:lnTo>
                    <a:pt x="75081" y="5363"/>
                  </a:lnTo>
                  <a:lnTo>
                    <a:pt x="75107" y="5380"/>
                  </a:lnTo>
                  <a:lnTo>
                    <a:pt x="75125" y="5392"/>
                  </a:lnTo>
                  <a:lnTo>
                    <a:pt x="75164" y="5414"/>
                  </a:lnTo>
                  <a:lnTo>
                    <a:pt x="75199" y="5437"/>
                  </a:lnTo>
                  <a:lnTo>
                    <a:pt x="75247" y="5458"/>
                  </a:lnTo>
                  <a:lnTo>
                    <a:pt x="75274" y="5470"/>
                  </a:lnTo>
                  <a:lnTo>
                    <a:pt x="75329" y="5496"/>
                  </a:lnTo>
                  <a:lnTo>
                    <a:pt x="75351" y="5505"/>
                  </a:lnTo>
                  <a:lnTo>
                    <a:pt x="75373" y="5517"/>
                  </a:lnTo>
                  <a:lnTo>
                    <a:pt x="75387" y="5529"/>
                  </a:lnTo>
                  <a:lnTo>
                    <a:pt x="75394" y="5530"/>
                  </a:lnTo>
                  <a:lnTo>
                    <a:pt x="75399" y="5533"/>
                  </a:lnTo>
                  <a:lnTo>
                    <a:pt x="75408" y="5538"/>
                  </a:lnTo>
                  <a:lnTo>
                    <a:pt x="75422" y="5543"/>
                  </a:lnTo>
                  <a:lnTo>
                    <a:pt x="75459" y="5554"/>
                  </a:lnTo>
                  <a:lnTo>
                    <a:pt x="75498" y="5576"/>
                  </a:lnTo>
                  <a:lnTo>
                    <a:pt x="75512" y="5583"/>
                  </a:lnTo>
                  <a:lnTo>
                    <a:pt x="75553" y="5616"/>
                  </a:lnTo>
                  <a:lnTo>
                    <a:pt x="75586" y="5645"/>
                  </a:lnTo>
                  <a:lnTo>
                    <a:pt x="75610" y="5677"/>
                  </a:lnTo>
                  <a:lnTo>
                    <a:pt x="75631" y="5702"/>
                  </a:lnTo>
                  <a:lnTo>
                    <a:pt x="75657" y="5725"/>
                  </a:lnTo>
                  <a:lnTo>
                    <a:pt x="75690" y="5757"/>
                  </a:lnTo>
                  <a:lnTo>
                    <a:pt x="75698" y="5767"/>
                  </a:lnTo>
                  <a:lnTo>
                    <a:pt x="75703" y="5772"/>
                  </a:lnTo>
                  <a:lnTo>
                    <a:pt x="75738" y="5785"/>
                  </a:lnTo>
                  <a:lnTo>
                    <a:pt x="75731" y="5796"/>
                  </a:lnTo>
                  <a:lnTo>
                    <a:pt x="75756" y="5817"/>
                  </a:lnTo>
                  <a:lnTo>
                    <a:pt x="75773" y="5837"/>
                  </a:lnTo>
                  <a:lnTo>
                    <a:pt x="75793" y="5856"/>
                  </a:lnTo>
                  <a:lnTo>
                    <a:pt x="75809" y="5873"/>
                  </a:lnTo>
                  <a:lnTo>
                    <a:pt x="75816" y="5878"/>
                  </a:lnTo>
                  <a:lnTo>
                    <a:pt x="75822" y="5886"/>
                  </a:lnTo>
                  <a:lnTo>
                    <a:pt x="75864" y="5923"/>
                  </a:lnTo>
                  <a:lnTo>
                    <a:pt x="75876" y="5937"/>
                  </a:lnTo>
                  <a:lnTo>
                    <a:pt x="75899" y="5956"/>
                  </a:lnTo>
                  <a:lnTo>
                    <a:pt x="75931" y="5986"/>
                  </a:lnTo>
                  <a:lnTo>
                    <a:pt x="75967" y="6019"/>
                  </a:lnTo>
                  <a:lnTo>
                    <a:pt x="75990" y="6038"/>
                  </a:lnTo>
                  <a:lnTo>
                    <a:pt x="76000" y="6045"/>
                  </a:lnTo>
                  <a:lnTo>
                    <a:pt x="76020" y="6063"/>
                  </a:lnTo>
                  <a:lnTo>
                    <a:pt x="76038" y="6079"/>
                  </a:lnTo>
                  <a:lnTo>
                    <a:pt x="76057" y="6095"/>
                  </a:lnTo>
                  <a:lnTo>
                    <a:pt x="76090" y="6124"/>
                  </a:lnTo>
                  <a:lnTo>
                    <a:pt x="76108" y="6140"/>
                  </a:lnTo>
                  <a:lnTo>
                    <a:pt x="76125" y="6153"/>
                  </a:lnTo>
                  <a:lnTo>
                    <a:pt x="76177" y="6197"/>
                  </a:lnTo>
                  <a:lnTo>
                    <a:pt x="76197" y="6213"/>
                  </a:lnTo>
                  <a:lnTo>
                    <a:pt x="76230" y="6241"/>
                  </a:lnTo>
                  <a:lnTo>
                    <a:pt x="76246" y="6253"/>
                  </a:lnTo>
                  <a:lnTo>
                    <a:pt x="76281" y="6278"/>
                  </a:lnTo>
                  <a:lnTo>
                    <a:pt x="76312" y="6303"/>
                  </a:lnTo>
                  <a:lnTo>
                    <a:pt x="76349" y="6332"/>
                  </a:lnTo>
                  <a:lnTo>
                    <a:pt x="76357" y="6339"/>
                  </a:lnTo>
                  <a:lnTo>
                    <a:pt x="76369" y="6351"/>
                  </a:lnTo>
                  <a:lnTo>
                    <a:pt x="76398" y="6377"/>
                  </a:lnTo>
                  <a:lnTo>
                    <a:pt x="76421" y="6393"/>
                  </a:lnTo>
                  <a:lnTo>
                    <a:pt x="76432" y="6405"/>
                  </a:lnTo>
                  <a:lnTo>
                    <a:pt x="76448" y="6416"/>
                  </a:lnTo>
                  <a:lnTo>
                    <a:pt x="76485" y="6444"/>
                  </a:lnTo>
                  <a:lnTo>
                    <a:pt x="76541" y="6485"/>
                  </a:lnTo>
                  <a:lnTo>
                    <a:pt x="76546" y="6490"/>
                  </a:lnTo>
                  <a:lnTo>
                    <a:pt x="76556" y="6498"/>
                  </a:lnTo>
                  <a:lnTo>
                    <a:pt x="76584" y="6519"/>
                  </a:lnTo>
                  <a:lnTo>
                    <a:pt x="76599" y="6530"/>
                  </a:lnTo>
                  <a:lnTo>
                    <a:pt x="76634" y="6555"/>
                  </a:lnTo>
                  <a:lnTo>
                    <a:pt x="76656" y="6571"/>
                  </a:lnTo>
                  <a:lnTo>
                    <a:pt x="76687" y="6592"/>
                  </a:lnTo>
                  <a:lnTo>
                    <a:pt x="76714" y="6611"/>
                  </a:lnTo>
                  <a:lnTo>
                    <a:pt x="76732" y="6624"/>
                  </a:lnTo>
                  <a:lnTo>
                    <a:pt x="76768" y="6651"/>
                  </a:lnTo>
                  <a:lnTo>
                    <a:pt x="76781" y="6661"/>
                  </a:lnTo>
                  <a:lnTo>
                    <a:pt x="76797" y="6673"/>
                  </a:lnTo>
                  <a:lnTo>
                    <a:pt x="76818" y="6689"/>
                  </a:lnTo>
                  <a:lnTo>
                    <a:pt x="76853" y="6714"/>
                  </a:lnTo>
                  <a:lnTo>
                    <a:pt x="76863" y="6724"/>
                  </a:lnTo>
                  <a:lnTo>
                    <a:pt x="76899" y="6748"/>
                  </a:lnTo>
                  <a:lnTo>
                    <a:pt x="76947" y="6779"/>
                  </a:lnTo>
                  <a:lnTo>
                    <a:pt x="76987" y="6805"/>
                  </a:lnTo>
                  <a:lnTo>
                    <a:pt x="77010" y="6821"/>
                  </a:lnTo>
                  <a:lnTo>
                    <a:pt x="77031" y="6835"/>
                  </a:lnTo>
                  <a:lnTo>
                    <a:pt x="77043" y="6847"/>
                  </a:lnTo>
                  <a:lnTo>
                    <a:pt x="77050" y="6852"/>
                  </a:lnTo>
                  <a:lnTo>
                    <a:pt x="77063" y="6859"/>
                  </a:lnTo>
                  <a:lnTo>
                    <a:pt x="77070" y="6866"/>
                  </a:lnTo>
                  <a:lnTo>
                    <a:pt x="77097" y="6886"/>
                  </a:lnTo>
                  <a:lnTo>
                    <a:pt x="77119" y="6900"/>
                  </a:lnTo>
                  <a:lnTo>
                    <a:pt x="77125" y="6905"/>
                  </a:lnTo>
                  <a:lnTo>
                    <a:pt x="77156" y="6926"/>
                  </a:lnTo>
                  <a:lnTo>
                    <a:pt x="77194" y="6943"/>
                  </a:lnTo>
                  <a:lnTo>
                    <a:pt x="77227" y="6952"/>
                  </a:lnTo>
                  <a:lnTo>
                    <a:pt x="77260" y="6962"/>
                  </a:lnTo>
                  <a:lnTo>
                    <a:pt x="77332" y="6995"/>
                  </a:lnTo>
                  <a:lnTo>
                    <a:pt x="77340" y="6997"/>
                  </a:lnTo>
                  <a:lnTo>
                    <a:pt x="77349" y="6998"/>
                  </a:lnTo>
                  <a:lnTo>
                    <a:pt x="77357" y="7003"/>
                  </a:lnTo>
                  <a:lnTo>
                    <a:pt x="77366" y="7017"/>
                  </a:lnTo>
                  <a:lnTo>
                    <a:pt x="77376" y="7021"/>
                  </a:lnTo>
                  <a:lnTo>
                    <a:pt x="77386" y="7026"/>
                  </a:lnTo>
                  <a:lnTo>
                    <a:pt x="77401" y="7032"/>
                  </a:lnTo>
                  <a:lnTo>
                    <a:pt x="77419" y="7041"/>
                  </a:lnTo>
                  <a:lnTo>
                    <a:pt x="77434" y="7050"/>
                  </a:lnTo>
                  <a:lnTo>
                    <a:pt x="77443" y="7055"/>
                  </a:lnTo>
                  <a:lnTo>
                    <a:pt x="77462" y="7066"/>
                  </a:lnTo>
                  <a:lnTo>
                    <a:pt x="77498" y="7086"/>
                  </a:lnTo>
                  <a:lnTo>
                    <a:pt x="77509" y="7093"/>
                  </a:lnTo>
                  <a:lnTo>
                    <a:pt x="77527" y="7102"/>
                  </a:lnTo>
                  <a:lnTo>
                    <a:pt x="77541" y="7107"/>
                  </a:lnTo>
                  <a:lnTo>
                    <a:pt x="77562" y="7120"/>
                  </a:lnTo>
                  <a:lnTo>
                    <a:pt x="77582" y="7131"/>
                  </a:lnTo>
                  <a:lnTo>
                    <a:pt x="77596" y="7138"/>
                  </a:lnTo>
                  <a:lnTo>
                    <a:pt x="77615" y="7146"/>
                  </a:lnTo>
                  <a:lnTo>
                    <a:pt x="77634" y="7153"/>
                  </a:lnTo>
                  <a:lnTo>
                    <a:pt x="77674" y="7171"/>
                  </a:lnTo>
                  <a:lnTo>
                    <a:pt x="77716" y="7189"/>
                  </a:lnTo>
                  <a:lnTo>
                    <a:pt x="77757" y="7206"/>
                  </a:lnTo>
                  <a:lnTo>
                    <a:pt x="78229" y="7305"/>
                  </a:lnTo>
                  <a:lnTo>
                    <a:pt x="78413" y="7343"/>
                  </a:lnTo>
                  <a:lnTo>
                    <a:pt x="78423" y="7345"/>
                  </a:lnTo>
                  <a:lnTo>
                    <a:pt x="78495" y="7360"/>
                  </a:lnTo>
                  <a:lnTo>
                    <a:pt x="78552" y="7371"/>
                  </a:lnTo>
                  <a:lnTo>
                    <a:pt x="78930" y="7445"/>
                  </a:lnTo>
                  <a:lnTo>
                    <a:pt x="78981" y="7455"/>
                  </a:lnTo>
                  <a:lnTo>
                    <a:pt x="78972" y="7415"/>
                  </a:lnTo>
                  <a:lnTo>
                    <a:pt x="78964" y="7373"/>
                  </a:lnTo>
                  <a:lnTo>
                    <a:pt x="78947" y="7375"/>
                  </a:lnTo>
                  <a:lnTo>
                    <a:pt x="78945" y="7365"/>
                  </a:lnTo>
                  <a:lnTo>
                    <a:pt x="78934" y="7307"/>
                  </a:lnTo>
                  <a:lnTo>
                    <a:pt x="78922" y="7254"/>
                  </a:lnTo>
                  <a:lnTo>
                    <a:pt x="78909" y="7201"/>
                  </a:lnTo>
                  <a:lnTo>
                    <a:pt x="78850" y="7194"/>
                  </a:lnTo>
                  <a:lnTo>
                    <a:pt x="78820" y="7190"/>
                  </a:lnTo>
                  <a:lnTo>
                    <a:pt x="78786" y="7186"/>
                  </a:lnTo>
                  <a:lnTo>
                    <a:pt x="78736" y="7181"/>
                  </a:lnTo>
                  <a:lnTo>
                    <a:pt x="78711" y="7177"/>
                  </a:lnTo>
                  <a:lnTo>
                    <a:pt x="78678" y="7177"/>
                  </a:lnTo>
                  <a:lnTo>
                    <a:pt x="78670" y="7178"/>
                  </a:lnTo>
                  <a:lnTo>
                    <a:pt x="78653" y="7185"/>
                  </a:lnTo>
                  <a:lnTo>
                    <a:pt x="78655" y="7169"/>
                  </a:lnTo>
                  <a:lnTo>
                    <a:pt x="78685" y="6986"/>
                  </a:lnTo>
                  <a:lnTo>
                    <a:pt x="78769" y="6997"/>
                  </a:lnTo>
                  <a:lnTo>
                    <a:pt x="78865" y="7008"/>
                  </a:lnTo>
                  <a:lnTo>
                    <a:pt x="78871" y="7009"/>
                  </a:lnTo>
                  <a:lnTo>
                    <a:pt x="78938" y="7018"/>
                  </a:lnTo>
                  <a:lnTo>
                    <a:pt x="78981" y="7021"/>
                  </a:lnTo>
                  <a:lnTo>
                    <a:pt x="78977" y="6999"/>
                  </a:lnTo>
                  <a:lnTo>
                    <a:pt x="78962" y="6930"/>
                  </a:lnTo>
                  <a:lnTo>
                    <a:pt x="78948" y="6865"/>
                  </a:lnTo>
                  <a:lnTo>
                    <a:pt x="78937" y="6814"/>
                  </a:lnTo>
                  <a:lnTo>
                    <a:pt x="78918" y="6725"/>
                  </a:lnTo>
                  <a:lnTo>
                    <a:pt x="78584" y="6625"/>
                  </a:lnTo>
                  <a:lnTo>
                    <a:pt x="78681" y="6270"/>
                  </a:lnTo>
                  <a:lnTo>
                    <a:pt x="78703" y="6254"/>
                  </a:lnTo>
                  <a:lnTo>
                    <a:pt x="78799" y="6386"/>
                  </a:lnTo>
                  <a:lnTo>
                    <a:pt x="79087" y="6476"/>
                  </a:lnTo>
                  <a:lnTo>
                    <a:pt x="79219" y="6438"/>
                  </a:lnTo>
                  <a:lnTo>
                    <a:pt x="79357" y="6744"/>
                  </a:lnTo>
                  <a:lnTo>
                    <a:pt x="79486" y="6823"/>
                  </a:lnTo>
                  <a:lnTo>
                    <a:pt x="79665" y="6931"/>
                  </a:lnTo>
                  <a:lnTo>
                    <a:pt x="79671" y="6927"/>
                  </a:lnTo>
                  <a:lnTo>
                    <a:pt x="79736" y="6887"/>
                  </a:lnTo>
                  <a:lnTo>
                    <a:pt x="79853" y="6814"/>
                  </a:lnTo>
                  <a:lnTo>
                    <a:pt x="80114" y="6622"/>
                  </a:lnTo>
                  <a:lnTo>
                    <a:pt x="80152" y="6601"/>
                  </a:lnTo>
                  <a:lnTo>
                    <a:pt x="80293" y="6519"/>
                  </a:lnTo>
                  <a:lnTo>
                    <a:pt x="80405" y="6454"/>
                  </a:lnTo>
                  <a:lnTo>
                    <a:pt x="80428" y="6278"/>
                  </a:lnTo>
                  <a:lnTo>
                    <a:pt x="80420" y="6005"/>
                  </a:lnTo>
                  <a:lnTo>
                    <a:pt x="81116" y="6064"/>
                  </a:lnTo>
                  <a:lnTo>
                    <a:pt x="81122" y="6064"/>
                  </a:lnTo>
                  <a:lnTo>
                    <a:pt x="81139" y="6079"/>
                  </a:lnTo>
                  <a:lnTo>
                    <a:pt x="81166" y="6104"/>
                  </a:lnTo>
                  <a:lnTo>
                    <a:pt x="81208" y="6145"/>
                  </a:lnTo>
                  <a:lnTo>
                    <a:pt x="81237" y="6130"/>
                  </a:lnTo>
                  <a:lnTo>
                    <a:pt x="81270" y="6113"/>
                  </a:lnTo>
                  <a:lnTo>
                    <a:pt x="81269" y="6103"/>
                  </a:lnTo>
                  <a:lnTo>
                    <a:pt x="81271" y="6098"/>
                  </a:lnTo>
                  <a:lnTo>
                    <a:pt x="81215" y="6050"/>
                  </a:lnTo>
                  <a:lnTo>
                    <a:pt x="81196" y="6028"/>
                  </a:lnTo>
                  <a:lnTo>
                    <a:pt x="81189" y="6015"/>
                  </a:lnTo>
                  <a:lnTo>
                    <a:pt x="81179" y="6000"/>
                  </a:lnTo>
                  <a:lnTo>
                    <a:pt x="81170" y="5986"/>
                  </a:lnTo>
                  <a:lnTo>
                    <a:pt x="81143" y="5951"/>
                  </a:lnTo>
                  <a:lnTo>
                    <a:pt x="81132" y="5933"/>
                  </a:lnTo>
                  <a:lnTo>
                    <a:pt x="81123" y="5920"/>
                  </a:lnTo>
                  <a:lnTo>
                    <a:pt x="80312" y="5576"/>
                  </a:lnTo>
                  <a:lnTo>
                    <a:pt x="80219" y="5537"/>
                  </a:lnTo>
                  <a:lnTo>
                    <a:pt x="80200" y="5540"/>
                  </a:lnTo>
                  <a:lnTo>
                    <a:pt x="80189" y="5533"/>
                  </a:lnTo>
                  <a:lnTo>
                    <a:pt x="80183" y="5530"/>
                  </a:lnTo>
                  <a:lnTo>
                    <a:pt x="80143" y="5523"/>
                  </a:lnTo>
                  <a:lnTo>
                    <a:pt x="80135" y="5523"/>
                  </a:lnTo>
                  <a:lnTo>
                    <a:pt x="80130" y="5523"/>
                  </a:lnTo>
                  <a:lnTo>
                    <a:pt x="80124" y="5523"/>
                  </a:lnTo>
                  <a:lnTo>
                    <a:pt x="80100" y="5524"/>
                  </a:lnTo>
                  <a:lnTo>
                    <a:pt x="80082" y="5524"/>
                  </a:lnTo>
                  <a:lnTo>
                    <a:pt x="80032" y="5516"/>
                  </a:lnTo>
                  <a:lnTo>
                    <a:pt x="80025" y="5515"/>
                  </a:lnTo>
                  <a:lnTo>
                    <a:pt x="80019" y="5515"/>
                  </a:lnTo>
                  <a:lnTo>
                    <a:pt x="80007" y="5518"/>
                  </a:lnTo>
                  <a:lnTo>
                    <a:pt x="79996" y="5521"/>
                  </a:lnTo>
                  <a:lnTo>
                    <a:pt x="79983" y="5545"/>
                  </a:lnTo>
                  <a:lnTo>
                    <a:pt x="79971" y="5556"/>
                  </a:lnTo>
                  <a:lnTo>
                    <a:pt x="79960" y="5552"/>
                  </a:lnTo>
                  <a:lnTo>
                    <a:pt x="79944" y="5555"/>
                  </a:lnTo>
                  <a:lnTo>
                    <a:pt x="79935" y="5557"/>
                  </a:lnTo>
                  <a:lnTo>
                    <a:pt x="79922" y="5559"/>
                  </a:lnTo>
                  <a:lnTo>
                    <a:pt x="79911" y="5567"/>
                  </a:lnTo>
                  <a:lnTo>
                    <a:pt x="79902" y="5554"/>
                  </a:lnTo>
                  <a:lnTo>
                    <a:pt x="79891" y="5541"/>
                  </a:lnTo>
                  <a:lnTo>
                    <a:pt x="79869" y="5533"/>
                  </a:lnTo>
                  <a:lnTo>
                    <a:pt x="79849" y="5512"/>
                  </a:lnTo>
                  <a:lnTo>
                    <a:pt x="79848" y="5490"/>
                  </a:lnTo>
                  <a:lnTo>
                    <a:pt x="79864" y="5470"/>
                  </a:lnTo>
                  <a:lnTo>
                    <a:pt x="79872" y="5422"/>
                  </a:lnTo>
                  <a:lnTo>
                    <a:pt x="79872" y="5395"/>
                  </a:lnTo>
                  <a:lnTo>
                    <a:pt x="79854" y="5384"/>
                  </a:lnTo>
                  <a:lnTo>
                    <a:pt x="79843" y="5379"/>
                  </a:lnTo>
                  <a:lnTo>
                    <a:pt x="79838" y="5347"/>
                  </a:lnTo>
                  <a:lnTo>
                    <a:pt x="79848" y="5303"/>
                  </a:lnTo>
                  <a:lnTo>
                    <a:pt x="79853" y="5276"/>
                  </a:lnTo>
                  <a:lnTo>
                    <a:pt x="79855" y="5269"/>
                  </a:lnTo>
                  <a:lnTo>
                    <a:pt x="79858" y="5256"/>
                  </a:lnTo>
                  <a:lnTo>
                    <a:pt x="79862" y="5240"/>
                  </a:lnTo>
                  <a:lnTo>
                    <a:pt x="79881" y="5179"/>
                  </a:lnTo>
                  <a:lnTo>
                    <a:pt x="79899" y="5115"/>
                  </a:lnTo>
                  <a:lnTo>
                    <a:pt x="79901" y="5105"/>
                  </a:lnTo>
                  <a:lnTo>
                    <a:pt x="79914" y="5058"/>
                  </a:lnTo>
                  <a:lnTo>
                    <a:pt x="79917" y="5047"/>
                  </a:lnTo>
                  <a:lnTo>
                    <a:pt x="79924" y="5021"/>
                  </a:lnTo>
                  <a:lnTo>
                    <a:pt x="79930" y="5000"/>
                  </a:lnTo>
                  <a:lnTo>
                    <a:pt x="79939" y="4967"/>
                  </a:lnTo>
                  <a:lnTo>
                    <a:pt x="79950" y="4927"/>
                  </a:lnTo>
                  <a:lnTo>
                    <a:pt x="79955" y="4919"/>
                  </a:lnTo>
                  <a:lnTo>
                    <a:pt x="79969" y="4894"/>
                  </a:lnTo>
                  <a:lnTo>
                    <a:pt x="80030" y="4822"/>
                  </a:lnTo>
                  <a:lnTo>
                    <a:pt x="80040" y="4811"/>
                  </a:lnTo>
                  <a:lnTo>
                    <a:pt x="80099" y="4741"/>
                  </a:lnTo>
                  <a:lnTo>
                    <a:pt x="80132" y="4699"/>
                  </a:lnTo>
                  <a:lnTo>
                    <a:pt x="80174" y="4657"/>
                  </a:lnTo>
                  <a:lnTo>
                    <a:pt x="80221" y="4645"/>
                  </a:lnTo>
                  <a:lnTo>
                    <a:pt x="80314" y="4628"/>
                  </a:lnTo>
                  <a:lnTo>
                    <a:pt x="80391" y="4603"/>
                  </a:lnTo>
                  <a:lnTo>
                    <a:pt x="80396" y="4603"/>
                  </a:lnTo>
                  <a:lnTo>
                    <a:pt x="80443" y="4598"/>
                  </a:lnTo>
                  <a:lnTo>
                    <a:pt x="80493" y="4584"/>
                  </a:lnTo>
                  <a:lnTo>
                    <a:pt x="80505" y="4581"/>
                  </a:lnTo>
                  <a:lnTo>
                    <a:pt x="80531" y="4574"/>
                  </a:lnTo>
                  <a:lnTo>
                    <a:pt x="80581" y="4561"/>
                  </a:lnTo>
                  <a:lnTo>
                    <a:pt x="80587" y="4559"/>
                  </a:lnTo>
                  <a:lnTo>
                    <a:pt x="80632" y="4549"/>
                  </a:lnTo>
                  <a:lnTo>
                    <a:pt x="80672" y="4539"/>
                  </a:lnTo>
                  <a:lnTo>
                    <a:pt x="80742" y="4529"/>
                  </a:lnTo>
                  <a:lnTo>
                    <a:pt x="80807" y="4507"/>
                  </a:lnTo>
                  <a:lnTo>
                    <a:pt x="80850" y="4498"/>
                  </a:lnTo>
                  <a:lnTo>
                    <a:pt x="80891" y="4490"/>
                  </a:lnTo>
                  <a:lnTo>
                    <a:pt x="80914" y="4485"/>
                  </a:lnTo>
                  <a:lnTo>
                    <a:pt x="80960" y="4474"/>
                  </a:lnTo>
                  <a:lnTo>
                    <a:pt x="81834" y="4027"/>
                  </a:lnTo>
                  <a:lnTo>
                    <a:pt x="81903" y="3965"/>
                  </a:lnTo>
                  <a:lnTo>
                    <a:pt x="82462" y="3812"/>
                  </a:lnTo>
                  <a:lnTo>
                    <a:pt x="82981" y="3764"/>
                  </a:lnTo>
                  <a:lnTo>
                    <a:pt x="83035" y="3796"/>
                  </a:lnTo>
                  <a:lnTo>
                    <a:pt x="83080" y="3805"/>
                  </a:lnTo>
                  <a:lnTo>
                    <a:pt x="83157" y="3895"/>
                  </a:lnTo>
                  <a:lnTo>
                    <a:pt x="83224" y="3930"/>
                  </a:lnTo>
                  <a:lnTo>
                    <a:pt x="83318" y="4105"/>
                  </a:lnTo>
                  <a:lnTo>
                    <a:pt x="83355" y="4327"/>
                  </a:lnTo>
                  <a:lnTo>
                    <a:pt x="83347" y="4443"/>
                  </a:lnTo>
                  <a:lnTo>
                    <a:pt x="83489" y="4479"/>
                  </a:lnTo>
                  <a:lnTo>
                    <a:pt x="83703" y="4533"/>
                  </a:lnTo>
                  <a:lnTo>
                    <a:pt x="83710" y="4530"/>
                  </a:lnTo>
                  <a:lnTo>
                    <a:pt x="83716" y="4529"/>
                  </a:lnTo>
                  <a:lnTo>
                    <a:pt x="83721" y="4531"/>
                  </a:lnTo>
                  <a:lnTo>
                    <a:pt x="83726" y="4528"/>
                  </a:lnTo>
                  <a:lnTo>
                    <a:pt x="83730" y="4524"/>
                  </a:lnTo>
                  <a:lnTo>
                    <a:pt x="83763" y="4516"/>
                  </a:lnTo>
                  <a:lnTo>
                    <a:pt x="83867" y="4494"/>
                  </a:lnTo>
                  <a:lnTo>
                    <a:pt x="83886" y="4490"/>
                  </a:lnTo>
                  <a:lnTo>
                    <a:pt x="83906" y="4500"/>
                  </a:lnTo>
                  <a:lnTo>
                    <a:pt x="83953" y="4520"/>
                  </a:lnTo>
                  <a:lnTo>
                    <a:pt x="84009" y="4548"/>
                  </a:lnTo>
                  <a:lnTo>
                    <a:pt x="84077" y="4584"/>
                  </a:lnTo>
                  <a:lnTo>
                    <a:pt x="84133" y="4619"/>
                  </a:lnTo>
                  <a:lnTo>
                    <a:pt x="84190" y="4657"/>
                  </a:lnTo>
                  <a:lnTo>
                    <a:pt x="84257" y="4701"/>
                  </a:lnTo>
                  <a:lnTo>
                    <a:pt x="84326" y="4745"/>
                  </a:lnTo>
                  <a:lnTo>
                    <a:pt x="84396" y="4789"/>
                  </a:lnTo>
                  <a:lnTo>
                    <a:pt x="84497" y="4853"/>
                  </a:lnTo>
                  <a:lnTo>
                    <a:pt x="84584" y="4908"/>
                  </a:lnTo>
                  <a:lnTo>
                    <a:pt x="84672" y="4963"/>
                  </a:lnTo>
                  <a:lnTo>
                    <a:pt x="84744" y="5006"/>
                  </a:lnTo>
                  <a:lnTo>
                    <a:pt x="84802" y="5038"/>
                  </a:lnTo>
                  <a:lnTo>
                    <a:pt x="84884" y="5082"/>
                  </a:lnTo>
                  <a:lnTo>
                    <a:pt x="84938" y="5118"/>
                  </a:lnTo>
                  <a:lnTo>
                    <a:pt x="84991" y="5146"/>
                  </a:lnTo>
                  <a:lnTo>
                    <a:pt x="85039" y="5178"/>
                  </a:lnTo>
                  <a:lnTo>
                    <a:pt x="85088" y="5209"/>
                  </a:lnTo>
                  <a:lnTo>
                    <a:pt x="85142" y="5246"/>
                  </a:lnTo>
                  <a:lnTo>
                    <a:pt x="85181" y="5272"/>
                  </a:lnTo>
                  <a:lnTo>
                    <a:pt x="85234" y="5310"/>
                  </a:lnTo>
                  <a:lnTo>
                    <a:pt x="85274" y="5338"/>
                  </a:lnTo>
                  <a:lnTo>
                    <a:pt x="85299" y="5355"/>
                  </a:lnTo>
                  <a:lnTo>
                    <a:pt x="85317" y="5367"/>
                  </a:lnTo>
                  <a:lnTo>
                    <a:pt x="85344" y="5385"/>
                  </a:lnTo>
                  <a:lnTo>
                    <a:pt x="85375" y="5407"/>
                  </a:lnTo>
                  <a:lnTo>
                    <a:pt x="85406" y="5426"/>
                  </a:lnTo>
                  <a:lnTo>
                    <a:pt x="85446" y="5455"/>
                  </a:lnTo>
                  <a:lnTo>
                    <a:pt x="85493" y="5483"/>
                  </a:lnTo>
                  <a:lnTo>
                    <a:pt x="85523" y="5499"/>
                  </a:lnTo>
                  <a:lnTo>
                    <a:pt x="85552" y="5516"/>
                  </a:lnTo>
                  <a:lnTo>
                    <a:pt x="85560" y="5520"/>
                  </a:lnTo>
                  <a:lnTo>
                    <a:pt x="85604" y="5546"/>
                  </a:lnTo>
                  <a:lnTo>
                    <a:pt x="85616" y="5554"/>
                  </a:lnTo>
                  <a:lnTo>
                    <a:pt x="85633" y="5559"/>
                  </a:lnTo>
                  <a:lnTo>
                    <a:pt x="85649" y="5568"/>
                  </a:lnTo>
                  <a:lnTo>
                    <a:pt x="85664" y="5581"/>
                  </a:lnTo>
                  <a:lnTo>
                    <a:pt x="85726" y="5626"/>
                  </a:lnTo>
                  <a:lnTo>
                    <a:pt x="85799" y="5671"/>
                  </a:lnTo>
                  <a:lnTo>
                    <a:pt x="85860" y="5713"/>
                  </a:lnTo>
                  <a:lnTo>
                    <a:pt x="85963" y="5785"/>
                  </a:lnTo>
                  <a:lnTo>
                    <a:pt x="86029" y="5827"/>
                  </a:lnTo>
                  <a:lnTo>
                    <a:pt x="86108" y="5878"/>
                  </a:lnTo>
                  <a:lnTo>
                    <a:pt x="86182" y="5927"/>
                  </a:lnTo>
                  <a:lnTo>
                    <a:pt x="86302" y="6003"/>
                  </a:lnTo>
                  <a:lnTo>
                    <a:pt x="86380" y="6052"/>
                  </a:lnTo>
                  <a:lnTo>
                    <a:pt x="86480" y="6116"/>
                  </a:lnTo>
                  <a:lnTo>
                    <a:pt x="86545" y="6158"/>
                  </a:lnTo>
                  <a:lnTo>
                    <a:pt x="86650" y="6228"/>
                  </a:lnTo>
                  <a:lnTo>
                    <a:pt x="86732" y="6281"/>
                  </a:lnTo>
                  <a:lnTo>
                    <a:pt x="86807" y="6328"/>
                  </a:lnTo>
                  <a:lnTo>
                    <a:pt x="86860" y="6363"/>
                  </a:lnTo>
                  <a:lnTo>
                    <a:pt x="86937" y="6411"/>
                  </a:lnTo>
                  <a:lnTo>
                    <a:pt x="87000" y="6452"/>
                  </a:lnTo>
                  <a:lnTo>
                    <a:pt x="87101" y="6515"/>
                  </a:lnTo>
                  <a:lnTo>
                    <a:pt x="87154" y="6549"/>
                  </a:lnTo>
                  <a:lnTo>
                    <a:pt x="87217" y="6586"/>
                  </a:lnTo>
                  <a:lnTo>
                    <a:pt x="87263" y="6614"/>
                  </a:lnTo>
                  <a:lnTo>
                    <a:pt x="87269" y="6617"/>
                  </a:lnTo>
                  <a:lnTo>
                    <a:pt x="87350" y="6661"/>
                  </a:lnTo>
                  <a:lnTo>
                    <a:pt x="87417" y="6699"/>
                  </a:lnTo>
                  <a:lnTo>
                    <a:pt x="87437" y="6710"/>
                  </a:lnTo>
                  <a:lnTo>
                    <a:pt x="87480" y="6733"/>
                  </a:lnTo>
                  <a:lnTo>
                    <a:pt x="87506" y="6748"/>
                  </a:lnTo>
                  <a:lnTo>
                    <a:pt x="87571" y="6783"/>
                  </a:lnTo>
                  <a:lnTo>
                    <a:pt x="87625" y="6812"/>
                  </a:lnTo>
                  <a:lnTo>
                    <a:pt x="87690" y="6846"/>
                  </a:lnTo>
                  <a:lnTo>
                    <a:pt x="87751" y="6876"/>
                  </a:lnTo>
                  <a:lnTo>
                    <a:pt x="87820" y="6915"/>
                  </a:lnTo>
                  <a:lnTo>
                    <a:pt x="87875" y="6944"/>
                  </a:lnTo>
                  <a:lnTo>
                    <a:pt x="87928" y="6972"/>
                  </a:lnTo>
                  <a:lnTo>
                    <a:pt x="87943" y="6982"/>
                  </a:lnTo>
                  <a:lnTo>
                    <a:pt x="87962" y="6989"/>
                  </a:lnTo>
                  <a:lnTo>
                    <a:pt x="87988" y="7002"/>
                  </a:lnTo>
                  <a:lnTo>
                    <a:pt x="88169" y="7101"/>
                  </a:lnTo>
                  <a:lnTo>
                    <a:pt x="88189" y="7102"/>
                  </a:lnTo>
                  <a:lnTo>
                    <a:pt x="88204" y="7108"/>
                  </a:lnTo>
                  <a:lnTo>
                    <a:pt x="88217" y="7116"/>
                  </a:lnTo>
                  <a:lnTo>
                    <a:pt x="88228" y="7122"/>
                  </a:lnTo>
                  <a:lnTo>
                    <a:pt x="88239" y="7128"/>
                  </a:lnTo>
                  <a:lnTo>
                    <a:pt x="88246" y="7131"/>
                  </a:lnTo>
                  <a:lnTo>
                    <a:pt x="88286" y="7148"/>
                  </a:lnTo>
                  <a:lnTo>
                    <a:pt x="88306" y="7156"/>
                  </a:lnTo>
                  <a:lnTo>
                    <a:pt x="88323" y="7163"/>
                  </a:lnTo>
                  <a:lnTo>
                    <a:pt x="88365" y="7183"/>
                  </a:lnTo>
                  <a:lnTo>
                    <a:pt x="88408" y="7205"/>
                  </a:lnTo>
                  <a:lnTo>
                    <a:pt x="88477" y="7239"/>
                  </a:lnTo>
                  <a:lnTo>
                    <a:pt x="88533" y="7268"/>
                  </a:lnTo>
                  <a:lnTo>
                    <a:pt x="88580" y="7292"/>
                  </a:lnTo>
                  <a:lnTo>
                    <a:pt x="88604" y="7305"/>
                  </a:lnTo>
                  <a:lnTo>
                    <a:pt x="88649" y="7325"/>
                  </a:lnTo>
                  <a:lnTo>
                    <a:pt x="88698" y="7348"/>
                  </a:lnTo>
                  <a:lnTo>
                    <a:pt x="88764" y="7382"/>
                  </a:lnTo>
                  <a:lnTo>
                    <a:pt x="88807" y="7402"/>
                  </a:lnTo>
                  <a:lnTo>
                    <a:pt x="88870" y="7424"/>
                  </a:lnTo>
                  <a:lnTo>
                    <a:pt x="88967" y="7463"/>
                  </a:lnTo>
                  <a:lnTo>
                    <a:pt x="89020" y="7484"/>
                  </a:lnTo>
                  <a:lnTo>
                    <a:pt x="89059" y="7501"/>
                  </a:lnTo>
                  <a:lnTo>
                    <a:pt x="89077" y="7507"/>
                  </a:lnTo>
                  <a:lnTo>
                    <a:pt x="89106" y="7516"/>
                  </a:lnTo>
                  <a:lnTo>
                    <a:pt x="89131" y="7527"/>
                  </a:lnTo>
                  <a:lnTo>
                    <a:pt x="89181" y="7547"/>
                  </a:lnTo>
                  <a:lnTo>
                    <a:pt x="89215" y="7562"/>
                  </a:lnTo>
                  <a:lnTo>
                    <a:pt x="89241" y="7570"/>
                  </a:lnTo>
                  <a:lnTo>
                    <a:pt x="89285" y="7581"/>
                  </a:lnTo>
                  <a:lnTo>
                    <a:pt x="89314" y="7591"/>
                  </a:lnTo>
                  <a:lnTo>
                    <a:pt x="89325" y="7594"/>
                  </a:lnTo>
                  <a:lnTo>
                    <a:pt x="89331" y="7596"/>
                  </a:lnTo>
                  <a:lnTo>
                    <a:pt x="89337" y="7597"/>
                  </a:lnTo>
                  <a:lnTo>
                    <a:pt x="89386" y="7611"/>
                  </a:lnTo>
                  <a:lnTo>
                    <a:pt x="89437" y="7626"/>
                  </a:lnTo>
                  <a:lnTo>
                    <a:pt x="89478" y="7639"/>
                  </a:lnTo>
                  <a:lnTo>
                    <a:pt x="89515" y="7648"/>
                  </a:lnTo>
                  <a:lnTo>
                    <a:pt x="89542" y="7656"/>
                  </a:lnTo>
                  <a:lnTo>
                    <a:pt x="89630" y="7676"/>
                  </a:lnTo>
                  <a:lnTo>
                    <a:pt x="89681" y="7686"/>
                  </a:lnTo>
                  <a:lnTo>
                    <a:pt x="89725" y="7694"/>
                  </a:lnTo>
                  <a:lnTo>
                    <a:pt x="89793" y="7707"/>
                  </a:lnTo>
                  <a:lnTo>
                    <a:pt x="89844" y="7717"/>
                  </a:lnTo>
                  <a:lnTo>
                    <a:pt x="89885" y="7725"/>
                  </a:lnTo>
                  <a:lnTo>
                    <a:pt x="89948" y="7731"/>
                  </a:lnTo>
                  <a:lnTo>
                    <a:pt x="90002" y="7735"/>
                  </a:lnTo>
                  <a:lnTo>
                    <a:pt x="90043" y="7736"/>
                  </a:lnTo>
                  <a:lnTo>
                    <a:pt x="90088" y="7741"/>
                  </a:lnTo>
                  <a:lnTo>
                    <a:pt x="90132" y="7739"/>
                  </a:lnTo>
                  <a:lnTo>
                    <a:pt x="90193" y="7741"/>
                  </a:lnTo>
                  <a:lnTo>
                    <a:pt x="90219" y="7744"/>
                  </a:lnTo>
                  <a:lnTo>
                    <a:pt x="90257" y="7743"/>
                  </a:lnTo>
                  <a:lnTo>
                    <a:pt x="90293" y="7740"/>
                  </a:lnTo>
                  <a:lnTo>
                    <a:pt x="90396" y="7732"/>
                  </a:lnTo>
                  <a:lnTo>
                    <a:pt x="90475" y="7723"/>
                  </a:lnTo>
                  <a:lnTo>
                    <a:pt x="90547" y="7715"/>
                  </a:lnTo>
                  <a:lnTo>
                    <a:pt x="90608" y="7707"/>
                  </a:lnTo>
                  <a:lnTo>
                    <a:pt x="90613" y="7706"/>
                  </a:lnTo>
                  <a:lnTo>
                    <a:pt x="90648" y="7699"/>
                  </a:lnTo>
                  <a:lnTo>
                    <a:pt x="90694" y="7691"/>
                  </a:lnTo>
                  <a:lnTo>
                    <a:pt x="90723" y="7681"/>
                  </a:lnTo>
                  <a:lnTo>
                    <a:pt x="90770" y="7662"/>
                  </a:lnTo>
                  <a:lnTo>
                    <a:pt x="90819" y="7641"/>
                  </a:lnTo>
                  <a:lnTo>
                    <a:pt x="90847" y="7633"/>
                  </a:lnTo>
                  <a:lnTo>
                    <a:pt x="90869" y="7629"/>
                  </a:lnTo>
                  <a:lnTo>
                    <a:pt x="90905" y="7627"/>
                  </a:lnTo>
                  <a:lnTo>
                    <a:pt x="90937" y="7625"/>
                  </a:lnTo>
                  <a:lnTo>
                    <a:pt x="90970" y="7618"/>
                  </a:lnTo>
                  <a:lnTo>
                    <a:pt x="90984" y="7616"/>
                  </a:lnTo>
                  <a:lnTo>
                    <a:pt x="91030" y="7610"/>
                  </a:lnTo>
                  <a:lnTo>
                    <a:pt x="91075" y="7608"/>
                  </a:lnTo>
                  <a:lnTo>
                    <a:pt x="91108" y="7603"/>
                  </a:lnTo>
                  <a:lnTo>
                    <a:pt x="91175" y="7598"/>
                  </a:lnTo>
                  <a:lnTo>
                    <a:pt x="91220" y="7598"/>
                  </a:lnTo>
                  <a:lnTo>
                    <a:pt x="91253" y="7596"/>
                  </a:lnTo>
                  <a:lnTo>
                    <a:pt x="91267" y="7595"/>
                  </a:lnTo>
                  <a:lnTo>
                    <a:pt x="91309" y="7594"/>
                  </a:lnTo>
                  <a:lnTo>
                    <a:pt x="91338" y="7597"/>
                  </a:lnTo>
                  <a:lnTo>
                    <a:pt x="91363" y="7604"/>
                  </a:lnTo>
                  <a:lnTo>
                    <a:pt x="91393" y="7618"/>
                  </a:lnTo>
                  <a:lnTo>
                    <a:pt x="91420" y="7635"/>
                  </a:lnTo>
                  <a:lnTo>
                    <a:pt x="91439" y="7643"/>
                  </a:lnTo>
                  <a:lnTo>
                    <a:pt x="91469" y="7647"/>
                  </a:lnTo>
                  <a:lnTo>
                    <a:pt x="91495" y="7650"/>
                  </a:lnTo>
                  <a:lnTo>
                    <a:pt x="91509" y="7657"/>
                  </a:lnTo>
                  <a:lnTo>
                    <a:pt x="91518" y="7668"/>
                  </a:lnTo>
                  <a:lnTo>
                    <a:pt x="91523" y="7680"/>
                  </a:lnTo>
                  <a:lnTo>
                    <a:pt x="91523" y="7688"/>
                  </a:lnTo>
                  <a:lnTo>
                    <a:pt x="91523" y="7695"/>
                  </a:lnTo>
                  <a:lnTo>
                    <a:pt x="91475" y="7742"/>
                  </a:lnTo>
                  <a:lnTo>
                    <a:pt x="91413" y="7801"/>
                  </a:lnTo>
                  <a:lnTo>
                    <a:pt x="91252" y="7853"/>
                  </a:lnTo>
                  <a:lnTo>
                    <a:pt x="91207" y="7868"/>
                  </a:lnTo>
                  <a:lnTo>
                    <a:pt x="91162" y="7917"/>
                  </a:lnTo>
                  <a:lnTo>
                    <a:pt x="91065" y="8026"/>
                  </a:lnTo>
                  <a:lnTo>
                    <a:pt x="91039" y="8352"/>
                  </a:lnTo>
                  <a:lnTo>
                    <a:pt x="91038" y="8365"/>
                  </a:lnTo>
                  <a:lnTo>
                    <a:pt x="91038" y="8398"/>
                  </a:lnTo>
                  <a:lnTo>
                    <a:pt x="91035" y="8492"/>
                  </a:lnTo>
                  <a:lnTo>
                    <a:pt x="91034" y="8536"/>
                  </a:lnTo>
                  <a:lnTo>
                    <a:pt x="91032" y="8623"/>
                  </a:lnTo>
                  <a:lnTo>
                    <a:pt x="91054" y="8648"/>
                  </a:lnTo>
                  <a:lnTo>
                    <a:pt x="91073" y="8672"/>
                  </a:lnTo>
                  <a:lnTo>
                    <a:pt x="91079" y="8679"/>
                  </a:lnTo>
                  <a:lnTo>
                    <a:pt x="91130" y="9036"/>
                  </a:lnTo>
                  <a:lnTo>
                    <a:pt x="91143" y="9129"/>
                  </a:lnTo>
                  <a:lnTo>
                    <a:pt x="91141" y="9137"/>
                  </a:lnTo>
                  <a:lnTo>
                    <a:pt x="91139" y="9144"/>
                  </a:lnTo>
                  <a:lnTo>
                    <a:pt x="91147" y="9150"/>
                  </a:lnTo>
                  <a:lnTo>
                    <a:pt x="91159" y="9172"/>
                  </a:lnTo>
                  <a:lnTo>
                    <a:pt x="91494" y="9873"/>
                  </a:lnTo>
                  <a:lnTo>
                    <a:pt x="91371" y="9939"/>
                  </a:lnTo>
                  <a:lnTo>
                    <a:pt x="91365" y="9943"/>
                  </a:lnTo>
                  <a:lnTo>
                    <a:pt x="91275" y="9992"/>
                  </a:lnTo>
                  <a:lnTo>
                    <a:pt x="91281" y="10017"/>
                  </a:lnTo>
                  <a:lnTo>
                    <a:pt x="91444" y="10467"/>
                  </a:lnTo>
                  <a:lnTo>
                    <a:pt x="91591" y="10617"/>
                  </a:lnTo>
                  <a:lnTo>
                    <a:pt x="91619" y="10618"/>
                  </a:lnTo>
                  <a:lnTo>
                    <a:pt x="91639" y="10585"/>
                  </a:lnTo>
                  <a:lnTo>
                    <a:pt x="91636" y="10430"/>
                  </a:lnTo>
                  <a:lnTo>
                    <a:pt x="91661" y="10362"/>
                  </a:lnTo>
                  <a:lnTo>
                    <a:pt x="91748" y="10256"/>
                  </a:lnTo>
                  <a:lnTo>
                    <a:pt x="91929" y="10036"/>
                  </a:lnTo>
                  <a:lnTo>
                    <a:pt x="92206" y="9894"/>
                  </a:lnTo>
                  <a:lnTo>
                    <a:pt x="92320" y="9875"/>
                  </a:lnTo>
                  <a:lnTo>
                    <a:pt x="92453" y="9798"/>
                  </a:lnTo>
                  <a:lnTo>
                    <a:pt x="92569" y="9559"/>
                  </a:lnTo>
                  <a:lnTo>
                    <a:pt x="92561" y="9495"/>
                  </a:lnTo>
                  <a:lnTo>
                    <a:pt x="92546" y="9375"/>
                  </a:lnTo>
                  <a:lnTo>
                    <a:pt x="92520" y="9157"/>
                  </a:lnTo>
                  <a:lnTo>
                    <a:pt x="92482" y="9030"/>
                  </a:lnTo>
                  <a:lnTo>
                    <a:pt x="92683" y="8797"/>
                  </a:lnTo>
                  <a:lnTo>
                    <a:pt x="92691" y="8714"/>
                  </a:lnTo>
                  <a:lnTo>
                    <a:pt x="92650" y="8679"/>
                  </a:lnTo>
                  <a:lnTo>
                    <a:pt x="92655" y="8674"/>
                  </a:lnTo>
                  <a:lnTo>
                    <a:pt x="92669" y="8658"/>
                  </a:lnTo>
                  <a:lnTo>
                    <a:pt x="92685" y="8645"/>
                  </a:lnTo>
                  <a:lnTo>
                    <a:pt x="92701" y="8638"/>
                  </a:lnTo>
                  <a:lnTo>
                    <a:pt x="92717" y="8637"/>
                  </a:lnTo>
                  <a:lnTo>
                    <a:pt x="92724" y="8637"/>
                  </a:lnTo>
                  <a:lnTo>
                    <a:pt x="92732" y="8638"/>
                  </a:lnTo>
                  <a:lnTo>
                    <a:pt x="92746" y="8643"/>
                  </a:lnTo>
                  <a:lnTo>
                    <a:pt x="92800" y="8679"/>
                  </a:lnTo>
                  <a:lnTo>
                    <a:pt x="92926" y="8750"/>
                  </a:lnTo>
                  <a:lnTo>
                    <a:pt x="92987" y="8769"/>
                  </a:lnTo>
                  <a:lnTo>
                    <a:pt x="93063" y="8793"/>
                  </a:lnTo>
                  <a:lnTo>
                    <a:pt x="93352" y="8885"/>
                  </a:lnTo>
                  <a:lnTo>
                    <a:pt x="93378" y="9250"/>
                  </a:lnTo>
                  <a:lnTo>
                    <a:pt x="93176" y="9560"/>
                  </a:lnTo>
                  <a:lnTo>
                    <a:pt x="93068" y="9977"/>
                  </a:lnTo>
                  <a:lnTo>
                    <a:pt x="93047" y="10058"/>
                  </a:lnTo>
                  <a:lnTo>
                    <a:pt x="93024" y="10146"/>
                  </a:lnTo>
                  <a:lnTo>
                    <a:pt x="93053" y="10237"/>
                  </a:lnTo>
                  <a:lnTo>
                    <a:pt x="93174" y="10406"/>
                  </a:lnTo>
                  <a:lnTo>
                    <a:pt x="93369" y="10583"/>
                  </a:lnTo>
                  <a:lnTo>
                    <a:pt x="93405" y="10581"/>
                  </a:lnTo>
                  <a:lnTo>
                    <a:pt x="93451" y="10630"/>
                  </a:lnTo>
                  <a:lnTo>
                    <a:pt x="93528" y="10756"/>
                  </a:lnTo>
                  <a:lnTo>
                    <a:pt x="93554" y="10951"/>
                  </a:lnTo>
                  <a:lnTo>
                    <a:pt x="93501" y="11023"/>
                  </a:lnTo>
                  <a:lnTo>
                    <a:pt x="93346" y="11068"/>
                  </a:lnTo>
                  <a:lnTo>
                    <a:pt x="93277" y="11049"/>
                  </a:lnTo>
                  <a:lnTo>
                    <a:pt x="93103" y="10984"/>
                  </a:lnTo>
                  <a:lnTo>
                    <a:pt x="93087" y="11025"/>
                  </a:lnTo>
                  <a:lnTo>
                    <a:pt x="92925" y="11296"/>
                  </a:lnTo>
                  <a:lnTo>
                    <a:pt x="92848" y="11358"/>
                  </a:lnTo>
                  <a:lnTo>
                    <a:pt x="92785" y="11360"/>
                  </a:lnTo>
                  <a:lnTo>
                    <a:pt x="92697" y="11326"/>
                  </a:lnTo>
                  <a:lnTo>
                    <a:pt x="92660" y="11293"/>
                  </a:lnTo>
                  <a:lnTo>
                    <a:pt x="92588" y="11227"/>
                  </a:lnTo>
                  <a:lnTo>
                    <a:pt x="92532" y="11177"/>
                  </a:lnTo>
                  <a:lnTo>
                    <a:pt x="92072" y="11261"/>
                  </a:lnTo>
                  <a:lnTo>
                    <a:pt x="92016" y="11322"/>
                  </a:lnTo>
                  <a:lnTo>
                    <a:pt x="92053" y="11374"/>
                  </a:lnTo>
                  <a:lnTo>
                    <a:pt x="92244" y="11460"/>
                  </a:lnTo>
                  <a:lnTo>
                    <a:pt x="92468" y="11278"/>
                  </a:lnTo>
                  <a:lnTo>
                    <a:pt x="92855" y="11491"/>
                  </a:lnTo>
                  <a:lnTo>
                    <a:pt x="92878" y="11734"/>
                  </a:lnTo>
                  <a:lnTo>
                    <a:pt x="92923" y="11765"/>
                  </a:lnTo>
                  <a:lnTo>
                    <a:pt x="92981" y="11749"/>
                  </a:lnTo>
                  <a:lnTo>
                    <a:pt x="93028" y="11686"/>
                  </a:lnTo>
                  <a:lnTo>
                    <a:pt x="93053" y="11652"/>
                  </a:lnTo>
                  <a:lnTo>
                    <a:pt x="93056" y="11647"/>
                  </a:lnTo>
                  <a:lnTo>
                    <a:pt x="93062" y="11640"/>
                  </a:lnTo>
                  <a:lnTo>
                    <a:pt x="93065" y="11636"/>
                  </a:lnTo>
                  <a:lnTo>
                    <a:pt x="93068" y="11631"/>
                  </a:lnTo>
                  <a:lnTo>
                    <a:pt x="93089" y="11584"/>
                  </a:lnTo>
                  <a:lnTo>
                    <a:pt x="93268" y="11467"/>
                  </a:lnTo>
                  <a:lnTo>
                    <a:pt x="93556" y="11424"/>
                  </a:lnTo>
                  <a:lnTo>
                    <a:pt x="93575" y="11427"/>
                  </a:lnTo>
                  <a:lnTo>
                    <a:pt x="93635" y="11592"/>
                  </a:lnTo>
                  <a:lnTo>
                    <a:pt x="93611" y="11766"/>
                  </a:lnTo>
                  <a:lnTo>
                    <a:pt x="93521" y="11930"/>
                  </a:lnTo>
                  <a:lnTo>
                    <a:pt x="93478" y="11947"/>
                  </a:lnTo>
                  <a:lnTo>
                    <a:pt x="93405" y="11928"/>
                  </a:lnTo>
                  <a:lnTo>
                    <a:pt x="93394" y="11871"/>
                  </a:lnTo>
                  <a:lnTo>
                    <a:pt x="93351" y="11831"/>
                  </a:lnTo>
                  <a:lnTo>
                    <a:pt x="93334" y="11829"/>
                  </a:lnTo>
                  <a:lnTo>
                    <a:pt x="93185" y="11808"/>
                  </a:lnTo>
                  <a:lnTo>
                    <a:pt x="93095" y="11873"/>
                  </a:lnTo>
                  <a:lnTo>
                    <a:pt x="93036" y="12069"/>
                  </a:lnTo>
                  <a:lnTo>
                    <a:pt x="93143" y="12032"/>
                  </a:lnTo>
                  <a:lnTo>
                    <a:pt x="93286" y="12059"/>
                  </a:lnTo>
                  <a:lnTo>
                    <a:pt x="93510" y="12508"/>
                  </a:lnTo>
                  <a:lnTo>
                    <a:pt x="93516" y="12505"/>
                  </a:lnTo>
                  <a:lnTo>
                    <a:pt x="93587" y="12477"/>
                  </a:lnTo>
                  <a:lnTo>
                    <a:pt x="93622" y="12463"/>
                  </a:lnTo>
                  <a:lnTo>
                    <a:pt x="93755" y="12532"/>
                  </a:lnTo>
                  <a:lnTo>
                    <a:pt x="93778" y="12580"/>
                  </a:lnTo>
                  <a:lnTo>
                    <a:pt x="93815" y="12689"/>
                  </a:lnTo>
                  <a:lnTo>
                    <a:pt x="93682" y="13181"/>
                  </a:lnTo>
                  <a:lnTo>
                    <a:pt x="93823" y="13368"/>
                  </a:lnTo>
                  <a:lnTo>
                    <a:pt x="93912" y="13487"/>
                  </a:lnTo>
                  <a:lnTo>
                    <a:pt x="93985" y="13612"/>
                  </a:lnTo>
                  <a:lnTo>
                    <a:pt x="93977" y="13633"/>
                  </a:lnTo>
                  <a:lnTo>
                    <a:pt x="93957" y="13679"/>
                  </a:lnTo>
                  <a:lnTo>
                    <a:pt x="93919" y="13744"/>
                  </a:lnTo>
                  <a:lnTo>
                    <a:pt x="93920" y="13850"/>
                  </a:lnTo>
                  <a:lnTo>
                    <a:pt x="94045" y="13930"/>
                  </a:lnTo>
                  <a:lnTo>
                    <a:pt x="94090" y="13963"/>
                  </a:lnTo>
                  <a:lnTo>
                    <a:pt x="94186" y="14042"/>
                  </a:lnTo>
                  <a:lnTo>
                    <a:pt x="94197" y="14060"/>
                  </a:lnTo>
                  <a:lnTo>
                    <a:pt x="94199" y="14077"/>
                  </a:lnTo>
                  <a:lnTo>
                    <a:pt x="94195" y="14113"/>
                  </a:lnTo>
                  <a:lnTo>
                    <a:pt x="94174" y="14143"/>
                  </a:lnTo>
                  <a:lnTo>
                    <a:pt x="94138" y="14147"/>
                  </a:lnTo>
                  <a:lnTo>
                    <a:pt x="94134" y="14158"/>
                  </a:lnTo>
                  <a:lnTo>
                    <a:pt x="94128" y="14179"/>
                  </a:lnTo>
                  <a:lnTo>
                    <a:pt x="94144" y="14193"/>
                  </a:lnTo>
                  <a:lnTo>
                    <a:pt x="94176" y="14207"/>
                  </a:lnTo>
                  <a:lnTo>
                    <a:pt x="94181" y="14210"/>
                  </a:lnTo>
                  <a:lnTo>
                    <a:pt x="94201" y="14221"/>
                  </a:lnTo>
                  <a:lnTo>
                    <a:pt x="94204" y="14231"/>
                  </a:lnTo>
                  <a:lnTo>
                    <a:pt x="94198" y="14250"/>
                  </a:lnTo>
                  <a:lnTo>
                    <a:pt x="94182" y="14276"/>
                  </a:lnTo>
                  <a:lnTo>
                    <a:pt x="94166" y="14311"/>
                  </a:lnTo>
                  <a:lnTo>
                    <a:pt x="94160" y="14323"/>
                  </a:lnTo>
                  <a:lnTo>
                    <a:pt x="94146" y="14347"/>
                  </a:lnTo>
                  <a:lnTo>
                    <a:pt x="94142" y="14362"/>
                  </a:lnTo>
                  <a:lnTo>
                    <a:pt x="94144" y="14382"/>
                  </a:lnTo>
                  <a:lnTo>
                    <a:pt x="94158" y="14411"/>
                  </a:lnTo>
                  <a:lnTo>
                    <a:pt x="94197" y="14470"/>
                  </a:lnTo>
                  <a:lnTo>
                    <a:pt x="94208" y="14511"/>
                  </a:lnTo>
                  <a:lnTo>
                    <a:pt x="94204" y="14538"/>
                  </a:lnTo>
                  <a:lnTo>
                    <a:pt x="94201" y="14564"/>
                  </a:lnTo>
                  <a:lnTo>
                    <a:pt x="94201" y="14578"/>
                  </a:lnTo>
                  <a:lnTo>
                    <a:pt x="94210" y="14603"/>
                  </a:lnTo>
                  <a:lnTo>
                    <a:pt x="94221" y="14614"/>
                  </a:lnTo>
                  <a:lnTo>
                    <a:pt x="94231" y="14613"/>
                  </a:lnTo>
                  <a:lnTo>
                    <a:pt x="94244" y="14605"/>
                  </a:lnTo>
                  <a:lnTo>
                    <a:pt x="94265" y="14524"/>
                  </a:lnTo>
                  <a:lnTo>
                    <a:pt x="94319" y="14317"/>
                  </a:lnTo>
                  <a:lnTo>
                    <a:pt x="94487" y="14078"/>
                  </a:lnTo>
                  <a:lnTo>
                    <a:pt x="94473" y="14071"/>
                  </a:lnTo>
                  <a:lnTo>
                    <a:pt x="94439" y="14055"/>
                  </a:lnTo>
                  <a:lnTo>
                    <a:pt x="94190" y="13940"/>
                  </a:lnTo>
                  <a:lnTo>
                    <a:pt x="94125" y="13910"/>
                  </a:lnTo>
                  <a:lnTo>
                    <a:pt x="94119" y="13898"/>
                  </a:lnTo>
                  <a:lnTo>
                    <a:pt x="94023" y="13850"/>
                  </a:lnTo>
                  <a:lnTo>
                    <a:pt x="94008" y="13789"/>
                  </a:lnTo>
                  <a:lnTo>
                    <a:pt x="94010" y="13763"/>
                  </a:lnTo>
                  <a:lnTo>
                    <a:pt x="94014" y="13700"/>
                  </a:lnTo>
                  <a:lnTo>
                    <a:pt x="94029" y="13662"/>
                  </a:lnTo>
                  <a:lnTo>
                    <a:pt x="94065" y="13566"/>
                  </a:lnTo>
                  <a:lnTo>
                    <a:pt x="94077" y="13537"/>
                  </a:lnTo>
                  <a:lnTo>
                    <a:pt x="94083" y="13522"/>
                  </a:lnTo>
                  <a:lnTo>
                    <a:pt x="94184" y="13413"/>
                  </a:lnTo>
                  <a:lnTo>
                    <a:pt x="94230" y="12840"/>
                  </a:lnTo>
                  <a:lnTo>
                    <a:pt x="94287" y="12824"/>
                  </a:lnTo>
                  <a:lnTo>
                    <a:pt x="94740" y="12837"/>
                  </a:lnTo>
                  <a:lnTo>
                    <a:pt x="95246" y="12854"/>
                  </a:lnTo>
                  <a:lnTo>
                    <a:pt x="95359" y="12930"/>
                  </a:lnTo>
                  <a:lnTo>
                    <a:pt x="95388" y="12950"/>
                  </a:lnTo>
                  <a:lnTo>
                    <a:pt x="95426" y="12975"/>
                  </a:lnTo>
                  <a:lnTo>
                    <a:pt x="95448" y="12953"/>
                  </a:lnTo>
                  <a:lnTo>
                    <a:pt x="95562" y="12935"/>
                  </a:lnTo>
                  <a:lnTo>
                    <a:pt x="95659" y="12575"/>
                  </a:lnTo>
                  <a:lnTo>
                    <a:pt x="95457" y="12266"/>
                  </a:lnTo>
                  <a:lnTo>
                    <a:pt x="95182" y="11762"/>
                  </a:lnTo>
                  <a:lnTo>
                    <a:pt x="95180" y="11752"/>
                  </a:lnTo>
                  <a:lnTo>
                    <a:pt x="95122" y="11485"/>
                  </a:lnTo>
                  <a:lnTo>
                    <a:pt x="95058" y="11188"/>
                  </a:lnTo>
                  <a:lnTo>
                    <a:pt x="94984" y="10687"/>
                  </a:lnTo>
                  <a:lnTo>
                    <a:pt x="94964" y="10383"/>
                  </a:lnTo>
                  <a:lnTo>
                    <a:pt x="94956" y="10272"/>
                  </a:lnTo>
                  <a:lnTo>
                    <a:pt x="94948" y="10141"/>
                  </a:lnTo>
                  <a:lnTo>
                    <a:pt x="94944" y="10135"/>
                  </a:lnTo>
                  <a:lnTo>
                    <a:pt x="94878" y="10026"/>
                  </a:lnTo>
                  <a:lnTo>
                    <a:pt x="94848" y="9990"/>
                  </a:lnTo>
                  <a:lnTo>
                    <a:pt x="94562" y="9654"/>
                  </a:lnTo>
                  <a:lnTo>
                    <a:pt x="94568" y="9603"/>
                  </a:lnTo>
                  <a:lnTo>
                    <a:pt x="94601" y="9335"/>
                  </a:lnTo>
                  <a:lnTo>
                    <a:pt x="94432" y="8679"/>
                  </a:lnTo>
                  <a:lnTo>
                    <a:pt x="94429" y="8672"/>
                  </a:lnTo>
                  <a:lnTo>
                    <a:pt x="94422" y="8657"/>
                  </a:lnTo>
                  <a:lnTo>
                    <a:pt x="94416" y="8647"/>
                  </a:lnTo>
                  <a:lnTo>
                    <a:pt x="94411" y="8637"/>
                  </a:lnTo>
                  <a:lnTo>
                    <a:pt x="94407" y="8633"/>
                  </a:lnTo>
                  <a:lnTo>
                    <a:pt x="94398" y="8627"/>
                  </a:lnTo>
                  <a:lnTo>
                    <a:pt x="94393" y="8622"/>
                  </a:lnTo>
                  <a:lnTo>
                    <a:pt x="94389" y="8612"/>
                  </a:lnTo>
                  <a:lnTo>
                    <a:pt x="94389" y="8603"/>
                  </a:lnTo>
                  <a:lnTo>
                    <a:pt x="94389" y="8595"/>
                  </a:lnTo>
                  <a:lnTo>
                    <a:pt x="94380" y="8578"/>
                  </a:lnTo>
                  <a:lnTo>
                    <a:pt x="94343" y="8506"/>
                  </a:lnTo>
                  <a:lnTo>
                    <a:pt x="94327" y="8475"/>
                  </a:lnTo>
                  <a:lnTo>
                    <a:pt x="94323" y="8446"/>
                  </a:lnTo>
                  <a:lnTo>
                    <a:pt x="94319" y="8413"/>
                  </a:lnTo>
                  <a:lnTo>
                    <a:pt x="94317" y="8399"/>
                  </a:lnTo>
                  <a:lnTo>
                    <a:pt x="94313" y="8363"/>
                  </a:lnTo>
                  <a:lnTo>
                    <a:pt x="94312" y="8357"/>
                  </a:lnTo>
                  <a:lnTo>
                    <a:pt x="94305" y="8302"/>
                  </a:lnTo>
                  <a:lnTo>
                    <a:pt x="94419" y="8222"/>
                  </a:lnTo>
                  <a:lnTo>
                    <a:pt x="94436" y="8210"/>
                  </a:lnTo>
                  <a:lnTo>
                    <a:pt x="94413" y="8170"/>
                  </a:lnTo>
                  <a:lnTo>
                    <a:pt x="94398" y="8160"/>
                  </a:lnTo>
                  <a:lnTo>
                    <a:pt x="94321" y="8112"/>
                  </a:lnTo>
                  <a:lnTo>
                    <a:pt x="94309" y="8105"/>
                  </a:lnTo>
                  <a:lnTo>
                    <a:pt x="94300" y="8099"/>
                  </a:lnTo>
                  <a:lnTo>
                    <a:pt x="94214" y="8083"/>
                  </a:lnTo>
                  <a:lnTo>
                    <a:pt x="94153" y="8072"/>
                  </a:lnTo>
                  <a:lnTo>
                    <a:pt x="94139" y="8069"/>
                  </a:lnTo>
                  <a:lnTo>
                    <a:pt x="94111" y="7976"/>
                  </a:lnTo>
                  <a:lnTo>
                    <a:pt x="94115" y="7955"/>
                  </a:lnTo>
                  <a:lnTo>
                    <a:pt x="94123" y="7903"/>
                  </a:lnTo>
                  <a:lnTo>
                    <a:pt x="94154" y="7872"/>
                  </a:lnTo>
                  <a:lnTo>
                    <a:pt x="94167" y="7859"/>
                  </a:lnTo>
                  <a:lnTo>
                    <a:pt x="94175" y="7851"/>
                  </a:lnTo>
                  <a:lnTo>
                    <a:pt x="94186" y="7872"/>
                  </a:lnTo>
                  <a:lnTo>
                    <a:pt x="94219" y="7931"/>
                  </a:lnTo>
                  <a:lnTo>
                    <a:pt x="94328" y="8036"/>
                  </a:lnTo>
                  <a:lnTo>
                    <a:pt x="94349" y="8056"/>
                  </a:lnTo>
                  <a:lnTo>
                    <a:pt x="94416" y="8096"/>
                  </a:lnTo>
                  <a:lnTo>
                    <a:pt x="94438" y="8108"/>
                  </a:lnTo>
                  <a:lnTo>
                    <a:pt x="94456" y="8119"/>
                  </a:lnTo>
                  <a:lnTo>
                    <a:pt x="94558" y="8109"/>
                  </a:lnTo>
                  <a:lnTo>
                    <a:pt x="94643" y="8055"/>
                  </a:lnTo>
                  <a:lnTo>
                    <a:pt x="94664" y="8021"/>
                  </a:lnTo>
                  <a:lnTo>
                    <a:pt x="94719" y="7930"/>
                  </a:lnTo>
                  <a:lnTo>
                    <a:pt x="94756" y="7868"/>
                  </a:lnTo>
                  <a:lnTo>
                    <a:pt x="94760" y="7861"/>
                  </a:lnTo>
                  <a:lnTo>
                    <a:pt x="94762" y="7851"/>
                  </a:lnTo>
                  <a:lnTo>
                    <a:pt x="94761" y="7829"/>
                  </a:lnTo>
                  <a:lnTo>
                    <a:pt x="94756" y="7806"/>
                  </a:lnTo>
                  <a:lnTo>
                    <a:pt x="94751" y="7775"/>
                  </a:lnTo>
                  <a:lnTo>
                    <a:pt x="94750" y="7762"/>
                  </a:lnTo>
                  <a:lnTo>
                    <a:pt x="94745" y="7744"/>
                  </a:lnTo>
                  <a:lnTo>
                    <a:pt x="94707" y="7706"/>
                  </a:lnTo>
                  <a:lnTo>
                    <a:pt x="94652" y="7649"/>
                  </a:lnTo>
                  <a:lnTo>
                    <a:pt x="94646" y="7643"/>
                  </a:lnTo>
                  <a:lnTo>
                    <a:pt x="94541" y="7614"/>
                  </a:lnTo>
                  <a:lnTo>
                    <a:pt x="94528" y="7582"/>
                  </a:lnTo>
                  <a:lnTo>
                    <a:pt x="94530" y="7572"/>
                  </a:lnTo>
                  <a:lnTo>
                    <a:pt x="94529" y="7554"/>
                  </a:lnTo>
                  <a:lnTo>
                    <a:pt x="94533" y="7547"/>
                  </a:lnTo>
                  <a:lnTo>
                    <a:pt x="94541" y="7537"/>
                  </a:lnTo>
                  <a:lnTo>
                    <a:pt x="94549" y="7527"/>
                  </a:lnTo>
                  <a:lnTo>
                    <a:pt x="94553" y="7516"/>
                  </a:lnTo>
                  <a:lnTo>
                    <a:pt x="94564" y="7491"/>
                  </a:lnTo>
                  <a:lnTo>
                    <a:pt x="94570" y="7483"/>
                  </a:lnTo>
                  <a:lnTo>
                    <a:pt x="94575" y="7444"/>
                  </a:lnTo>
                  <a:lnTo>
                    <a:pt x="94576" y="7438"/>
                  </a:lnTo>
                  <a:lnTo>
                    <a:pt x="94575" y="7403"/>
                  </a:lnTo>
                  <a:lnTo>
                    <a:pt x="94563" y="7401"/>
                  </a:lnTo>
                  <a:lnTo>
                    <a:pt x="94555" y="7396"/>
                  </a:lnTo>
                  <a:lnTo>
                    <a:pt x="94547" y="7395"/>
                  </a:lnTo>
                  <a:lnTo>
                    <a:pt x="94528" y="7401"/>
                  </a:lnTo>
                  <a:lnTo>
                    <a:pt x="94502" y="7410"/>
                  </a:lnTo>
                  <a:lnTo>
                    <a:pt x="94497" y="7414"/>
                  </a:lnTo>
                  <a:lnTo>
                    <a:pt x="94497" y="7422"/>
                  </a:lnTo>
                  <a:lnTo>
                    <a:pt x="94478" y="7430"/>
                  </a:lnTo>
                  <a:lnTo>
                    <a:pt x="94465" y="7434"/>
                  </a:lnTo>
                  <a:lnTo>
                    <a:pt x="94458" y="7439"/>
                  </a:lnTo>
                  <a:lnTo>
                    <a:pt x="94442" y="7454"/>
                  </a:lnTo>
                  <a:lnTo>
                    <a:pt x="94434" y="7462"/>
                  </a:lnTo>
                  <a:lnTo>
                    <a:pt x="94413" y="7483"/>
                  </a:lnTo>
                  <a:lnTo>
                    <a:pt x="94401" y="7496"/>
                  </a:lnTo>
                  <a:lnTo>
                    <a:pt x="94397" y="7511"/>
                  </a:lnTo>
                  <a:lnTo>
                    <a:pt x="94392" y="7523"/>
                  </a:lnTo>
                  <a:lnTo>
                    <a:pt x="94377" y="7560"/>
                  </a:lnTo>
                  <a:lnTo>
                    <a:pt x="94365" y="7592"/>
                  </a:lnTo>
                  <a:lnTo>
                    <a:pt x="94339" y="7641"/>
                  </a:lnTo>
                  <a:lnTo>
                    <a:pt x="94337" y="7649"/>
                  </a:lnTo>
                  <a:lnTo>
                    <a:pt x="94332" y="7654"/>
                  </a:lnTo>
                  <a:lnTo>
                    <a:pt x="94321" y="7666"/>
                  </a:lnTo>
                  <a:lnTo>
                    <a:pt x="94313" y="7674"/>
                  </a:lnTo>
                  <a:lnTo>
                    <a:pt x="94306" y="7683"/>
                  </a:lnTo>
                  <a:lnTo>
                    <a:pt x="94298" y="7689"/>
                  </a:lnTo>
                  <a:lnTo>
                    <a:pt x="94272" y="7716"/>
                  </a:lnTo>
                  <a:lnTo>
                    <a:pt x="94252" y="7732"/>
                  </a:lnTo>
                  <a:lnTo>
                    <a:pt x="94241" y="7737"/>
                  </a:lnTo>
                  <a:lnTo>
                    <a:pt x="94216" y="7739"/>
                  </a:lnTo>
                  <a:lnTo>
                    <a:pt x="94184" y="7732"/>
                  </a:lnTo>
                  <a:lnTo>
                    <a:pt x="94139" y="7723"/>
                  </a:lnTo>
                  <a:lnTo>
                    <a:pt x="94110" y="7718"/>
                  </a:lnTo>
                  <a:lnTo>
                    <a:pt x="94080" y="7712"/>
                  </a:lnTo>
                  <a:lnTo>
                    <a:pt x="94057" y="7665"/>
                  </a:lnTo>
                  <a:lnTo>
                    <a:pt x="94032" y="7607"/>
                  </a:lnTo>
                  <a:lnTo>
                    <a:pt x="94020" y="7582"/>
                  </a:lnTo>
                  <a:lnTo>
                    <a:pt x="93964" y="7517"/>
                  </a:lnTo>
                  <a:lnTo>
                    <a:pt x="93969" y="7509"/>
                  </a:lnTo>
                  <a:lnTo>
                    <a:pt x="93978" y="7499"/>
                  </a:lnTo>
                  <a:lnTo>
                    <a:pt x="93973" y="7472"/>
                  </a:lnTo>
                  <a:lnTo>
                    <a:pt x="93966" y="7442"/>
                  </a:lnTo>
                  <a:lnTo>
                    <a:pt x="93960" y="7410"/>
                  </a:lnTo>
                  <a:lnTo>
                    <a:pt x="93955" y="7385"/>
                  </a:lnTo>
                  <a:lnTo>
                    <a:pt x="93886" y="7379"/>
                  </a:lnTo>
                  <a:lnTo>
                    <a:pt x="93750" y="7367"/>
                  </a:lnTo>
                  <a:lnTo>
                    <a:pt x="93716" y="7364"/>
                  </a:lnTo>
                  <a:lnTo>
                    <a:pt x="93671" y="7374"/>
                  </a:lnTo>
                  <a:lnTo>
                    <a:pt x="93614" y="7387"/>
                  </a:lnTo>
                  <a:lnTo>
                    <a:pt x="93539" y="7404"/>
                  </a:lnTo>
                  <a:lnTo>
                    <a:pt x="93473" y="7419"/>
                  </a:lnTo>
                  <a:lnTo>
                    <a:pt x="93336" y="7446"/>
                  </a:lnTo>
                  <a:lnTo>
                    <a:pt x="93314" y="7450"/>
                  </a:lnTo>
                  <a:lnTo>
                    <a:pt x="93302" y="7452"/>
                  </a:lnTo>
                  <a:lnTo>
                    <a:pt x="93210" y="7452"/>
                  </a:lnTo>
                  <a:lnTo>
                    <a:pt x="93176" y="7452"/>
                  </a:lnTo>
                  <a:lnTo>
                    <a:pt x="93151" y="7452"/>
                  </a:lnTo>
                  <a:lnTo>
                    <a:pt x="93138" y="7452"/>
                  </a:lnTo>
                  <a:lnTo>
                    <a:pt x="93127" y="7457"/>
                  </a:lnTo>
                  <a:lnTo>
                    <a:pt x="93113" y="7465"/>
                  </a:lnTo>
                  <a:lnTo>
                    <a:pt x="93099" y="7473"/>
                  </a:lnTo>
                  <a:lnTo>
                    <a:pt x="93092" y="7483"/>
                  </a:lnTo>
                  <a:lnTo>
                    <a:pt x="93087" y="7492"/>
                  </a:lnTo>
                  <a:lnTo>
                    <a:pt x="93087" y="7502"/>
                  </a:lnTo>
                  <a:lnTo>
                    <a:pt x="93090" y="7510"/>
                  </a:lnTo>
                  <a:lnTo>
                    <a:pt x="93093" y="7516"/>
                  </a:lnTo>
                  <a:lnTo>
                    <a:pt x="93094" y="7534"/>
                  </a:lnTo>
                  <a:lnTo>
                    <a:pt x="93089" y="7554"/>
                  </a:lnTo>
                  <a:lnTo>
                    <a:pt x="93084" y="7570"/>
                  </a:lnTo>
                  <a:lnTo>
                    <a:pt x="93079" y="7581"/>
                  </a:lnTo>
                  <a:lnTo>
                    <a:pt x="93074" y="7589"/>
                  </a:lnTo>
                  <a:lnTo>
                    <a:pt x="93067" y="7596"/>
                  </a:lnTo>
                  <a:lnTo>
                    <a:pt x="93063" y="7600"/>
                  </a:lnTo>
                  <a:lnTo>
                    <a:pt x="93058" y="7605"/>
                  </a:lnTo>
                  <a:lnTo>
                    <a:pt x="93049" y="7612"/>
                  </a:lnTo>
                  <a:lnTo>
                    <a:pt x="93045" y="7615"/>
                  </a:lnTo>
                  <a:lnTo>
                    <a:pt x="93034" y="7620"/>
                  </a:lnTo>
                  <a:lnTo>
                    <a:pt x="93024" y="7623"/>
                  </a:lnTo>
                  <a:lnTo>
                    <a:pt x="93008" y="7625"/>
                  </a:lnTo>
                  <a:lnTo>
                    <a:pt x="92998" y="7626"/>
                  </a:lnTo>
                  <a:lnTo>
                    <a:pt x="92982" y="7623"/>
                  </a:lnTo>
                  <a:lnTo>
                    <a:pt x="92971" y="7619"/>
                  </a:lnTo>
                  <a:lnTo>
                    <a:pt x="92960" y="7613"/>
                  </a:lnTo>
                  <a:lnTo>
                    <a:pt x="92950" y="7606"/>
                  </a:lnTo>
                  <a:lnTo>
                    <a:pt x="92940" y="7596"/>
                  </a:lnTo>
                  <a:lnTo>
                    <a:pt x="92930" y="7589"/>
                  </a:lnTo>
                  <a:lnTo>
                    <a:pt x="92915" y="7580"/>
                  </a:lnTo>
                  <a:lnTo>
                    <a:pt x="92900" y="7574"/>
                  </a:lnTo>
                  <a:lnTo>
                    <a:pt x="92872" y="7565"/>
                  </a:lnTo>
                  <a:lnTo>
                    <a:pt x="92856" y="7562"/>
                  </a:lnTo>
                  <a:lnTo>
                    <a:pt x="92846" y="7558"/>
                  </a:lnTo>
                  <a:lnTo>
                    <a:pt x="92839" y="7553"/>
                  </a:lnTo>
                  <a:lnTo>
                    <a:pt x="92832" y="7541"/>
                  </a:lnTo>
                  <a:lnTo>
                    <a:pt x="92831" y="7535"/>
                  </a:lnTo>
                  <a:lnTo>
                    <a:pt x="92833" y="7520"/>
                  </a:lnTo>
                  <a:lnTo>
                    <a:pt x="92836" y="7505"/>
                  </a:lnTo>
                  <a:lnTo>
                    <a:pt x="92854" y="7399"/>
                  </a:lnTo>
                  <a:lnTo>
                    <a:pt x="92859" y="7373"/>
                  </a:lnTo>
                  <a:lnTo>
                    <a:pt x="92775" y="7029"/>
                  </a:lnTo>
                  <a:lnTo>
                    <a:pt x="92676" y="6861"/>
                  </a:lnTo>
                  <a:lnTo>
                    <a:pt x="92636" y="6839"/>
                  </a:lnTo>
                  <a:lnTo>
                    <a:pt x="92621" y="6830"/>
                  </a:lnTo>
                  <a:lnTo>
                    <a:pt x="92597" y="6817"/>
                  </a:lnTo>
                  <a:lnTo>
                    <a:pt x="92589" y="6817"/>
                  </a:lnTo>
                  <a:lnTo>
                    <a:pt x="92579" y="6819"/>
                  </a:lnTo>
                  <a:lnTo>
                    <a:pt x="92570" y="6817"/>
                  </a:lnTo>
                  <a:lnTo>
                    <a:pt x="92563" y="6814"/>
                  </a:lnTo>
                  <a:lnTo>
                    <a:pt x="92558" y="6810"/>
                  </a:lnTo>
                  <a:lnTo>
                    <a:pt x="92550" y="6804"/>
                  </a:lnTo>
                  <a:lnTo>
                    <a:pt x="92544" y="6798"/>
                  </a:lnTo>
                  <a:lnTo>
                    <a:pt x="92534" y="6787"/>
                  </a:lnTo>
                  <a:lnTo>
                    <a:pt x="92530" y="6779"/>
                  </a:lnTo>
                  <a:lnTo>
                    <a:pt x="92517" y="6746"/>
                  </a:lnTo>
                  <a:lnTo>
                    <a:pt x="92506" y="6721"/>
                  </a:lnTo>
                  <a:lnTo>
                    <a:pt x="92500" y="6700"/>
                  </a:lnTo>
                  <a:lnTo>
                    <a:pt x="92492" y="6678"/>
                  </a:lnTo>
                  <a:lnTo>
                    <a:pt x="92490" y="6671"/>
                  </a:lnTo>
                  <a:lnTo>
                    <a:pt x="92476" y="6638"/>
                  </a:lnTo>
                  <a:lnTo>
                    <a:pt x="92471" y="6613"/>
                  </a:lnTo>
                  <a:lnTo>
                    <a:pt x="92471" y="6590"/>
                  </a:lnTo>
                  <a:lnTo>
                    <a:pt x="92471" y="6581"/>
                  </a:lnTo>
                  <a:lnTo>
                    <a:pt x="92471" y="6565"/>
                  </a:lnTo>
                  <a:lnTo>
                    <a:pt x="92477" y="6546"/>
                  </a:lnTo>
                  <a:lnTo>
                    <a:pt x="92481" y="6536"/>
                  </a:lnTo>
                  <a:lnTo>
                    <a:pt x="92489" y="6513"/>
                  </a:lnTo>
                  <a:lnTo>
                    <a:pt x="92504" y="6464"/>
                  </a:lnTo>
                  <a:lnTo>
                    <a:pt x="92523" y="6205"/>
                  </a:lnTo>
                  <a:lnTo>
                    <a:pt x="92517" y="6023"/>
                  </a:lnTo>
                  <a:lnTo>
                    <a:pt x="92551" y="5837"/>
                  </a:lnTo>
                  <a:lnTo>
                    <a:pt x="92552" y="5831"/>
                  </a:lnTo>
                  <a:lnTo>
                    <a:pt x="92602" y="5375"/>
                  </a:lnTo>
                  <a:lnTo>
                    <a:pt x="92605" y="5353"/>
                  </a:lnTo>
                  <a:lnTo>
                    <a:pt x="92622" y="5247"/>
                  </a:lnTo>
                  <a:lnTo>
                    <a:pt x="92628" y="5205"/>
                  </a:lnTo>
                  <a:lnTo>
                    <a:pt x="92630" y="5194"/>
                  </a:lnTo>
                  <a:lnTo>
                    <a:pt x="92644" y="5144"/>
                  </a:lnTo>
                  <a:lnTo>
                    <a:pt x="92662" y="5083"/>
                  </a:lnTo>
                  <a:lnTo>
                    <a:pt x="92676" y="5036"/>
                  </a:lnTo>
                  <a:lnTo>
                    <a:pt x="92789" y="4856"/>
                  </a:lnTo>
                  <a:lnTo>
                    <a:pt x="92811" y="4822"/>
                  </a:lnTo>
                  <a:lnTo>
                    <a:pt x="92823" y="4802"/>
                  </a:lnTo>
                  <a:lnTo>
                    <a:pt x="92833" y="4786"/>
                  </a:lnTo>
                  <a:lnTo>
                    <a:pt x="92842" y="4773"/>
                  </a:lnTo>
                  <a:lnTo>
                    <a:pt x="92847" y="4766"/>
                  </a:lnTo>
                  <a:lnTo>
                    <a:pt x="92868" y="4677"/>
                  </a:lnTo>
                  <a:lnTo>
                    <a:pt x="92878" y="4633"/>
                  </a:lnTo>
                  <a:lnTo>
                    <a:pt x="92890" y="4584"/>
                  </a:lnTo>
                  <a:lnTo>
                    <a:pt x="92941" y="4583"/>
                  </a:lnTo>
                  <a:lnTo>
                    <a:pt x="93041" y="4404"/>
                  </a:lnTo>
                  <a:lnTo>
                    <a:pt x="93039" y="4381"/>
                  </a:lnTo>
                  <a:lnTo>
                    <a:pt x="93032" y="4312"/>
                  </a:lnTo>
                  <a:lnTo>
                    <a:pt x="93024" y="4225"/>
                  </a:lnTo>
                  <a:lnTo>
                    <a:pt x="93022" y="4210"/>
                  </a:lnTo>
                  <a:lnTo>
                    <a:pt x="93012" y="4111"/>
                  </a:lnTo>
                  <a:lnTo>
                    <a:pt x="92996" y="4098"/>
                  </a:lnTo>
                  <a:lnTo>
                    <a:pt x="92920" y="4037"/>
                  </a:lnTo>
                  <a:lnTo>
                    <a:pt x="92789" y="3963"/>
                  </a:lnTo>
                  <a:lnTo>
                    <a:pt x="92782" y="3953"/>
                  </a:lnTo>
                  <a:lnTo>
                    <a:pt x="92765" y="3932"/>
                  </a:lnTo>
                  <a:lnTo>
                    <a:pt x="92747" y="3908"/>
                  </a:lnTo>
                  <a:lnTo>
                    <a:pt x="92664" y="3797"/>
                  </a:lnTo>
                  <a:lnTo>
                    <a:pt x="92709" y="3718"/>
                  </a:lnTo>
                  <a:lnTo>
                    <a:pt x="93192" y="3521"/>
                  </a:lnTo>
                  <a:lnTo>
                    <a:pt x="93198" y="3518"/>
                  </a:lnTo>
                  <a:lnTo>
                    <a:pt x="93431" y="3385"/>
                  </a:lnTo>
                  <a:lnTo>
                    <a:pt x="93463" y="3374"/>
                  </a:lnTo>
                  <a:lnTo>
                    <a:pt x="93491" y="3360"/>
                  </a:lnTo>
                  <a:lnTo>
                    <a:pt x="93517" y="3345"/>
                  </a:lnTo>
                  <a:lnTo>
                    <a:pt x="93557" y="3321"/>
                  </a:lnTo>
                  <a:lnTo>
                    <a:pt x="93575" y="3306"/>
                  </a:lnTo>
                  <a:lnTo>
                    <a:pt x="93602" y="3283"/>
                  </a:lnTo>
                  <a:lnTo>
                    <a:pt x="93621" y="3265"/>
                  </a:lnTo>
                  <a:lnTo>
                    <a:pt x="93637" y="3246"/>
                  </a:lnTo>
                  <a:lnTo>
                    <a:pt x="93642" y="3230"/>
                  </a:lnTo>
                  <a:lnTo>
                    <a:pt x="93650" y="3204"/>
                  </a:lnTo>
                  <a:lnTo>
                    <a:pt x="93654" y="3193"/>
                  </a:lnTo>
                  <a:lnTo>
                    <a:pt x="93666" y="3183"/>
                  </a:lnTo>
                  <a:lnTo>
                    <a:pt x="93688" y="3168"/>
                  </a:lnTo>
                  <a:lnTo>
                    <a:pt x="93697" y="3155"/>
                  </a:lnTo>
                  <a:lnTo>
                    <a:pt x="93722" y="3133"/>
                  </a:lnTo>
                  <a:lnTo>
                    <a:pt x="93748" y="3112"/>
                  </a:lnTo>
                  <a:lnTo>
                    <a:pt x="93759" y="3105"/>
                  </a:lnTo>
                  <a:lnTo>
                    <a:pt x="93772" y="3093"/>
                  </a:lnTo>
                  <a:lnTo>
                    <a:pt x="93786" y="3068"/>
                  </a:lnTo>
                  <a:lnTo>
                    <a:pt x="93804" y="3033"/>
                  </a:lnTo>
                  <a:lnTo>
                    <a:pt x="93816" y="3012"/>
                  </a:lnTo>
                  <a:lnTo>
                    <a:pt x="93824" y="2987"/>
                  </a:lnTo>
                  <a:lnTo>
                    <a:pt x="93831" y="2971"/>
                  </a:lnTo>
                  <a:lnTo>
                    <a:pt x="93840" y="2954"/>
                  </a:lnTo>
                  <a:lnTo>
                    <a:pt x="93845" y="2933"/>
                  </a:lnTo>
                  <a:lnTo>
                    <a:pt x="93847" y="2910"/>
                  </a:lnTo>
                  <a:lnTo>
                    <a:pt x="93847" y="2896"/>
                  </a:lnTo>
                  <a:lnTo>
                    <a:pt x="93848" y="2884"/>
                  </a:lnTo>
                  <a:lnTo>
                    <a:pt x="93855" y="2861"/>
                  </a:lnTo>
                  <a:lnTo>
                    <a:pt x="93858" y="2854"/>
                  </a:lnTo>
                  <a:lnTo>
                    <a:pt x="93860" y="2837"/>
                  </a:lnTo>
                  <a:lnTo>
                    <a:pt x="93859" y="2822"/>
                  </a:lnTo>
                  <a:lnTo>
                    <a:pt x="93856" y="2808"/>
                  </a:lnTo>
                  <a:lnTo>
                    <a:pt x="93852" y="2788"/>
                  </a:lnTo>
                  <a:lnTo>
                    <a:pt x="93843" y="2776"/>
                  </a:lnTo>
                  <a:lnTo>
                    <a:pt x="93836" y="2771"/>
                  </a:lnTo>
                  <a:lnTo>
                    <a:pt x="93826" y="2766"/>
                  </a:lnTo>
                  <a:lnTo>
                    <a:pt x="93814" y="2760"/>
                  </a:lnTo>
                  <a:lnTo>
                    <a:pt x="93809" y="2753"/>
                  </a:lnTo>
                  <a:lnTo>
                    <a:pt x="93815" y="2748"/>
                  </a:lnTo>
                  <a:lnTo>
                    <a:pt x="93828" y="2743"/>
                  </a:lnTo>
                  <a:lnTo>
                    <a:pt x="93839" y="2738"/>
                  </a:lnTo>
                  <a:lnTo>
                    <a:pt x="93861" y="2725"/>
                  </a:lnTo>
                  <a:lnTo>
                    <a:pt x="93888" y="2718"/>
                  </a:lnTo>
                  <a:lnTo>
                    <a:pt x="93928" y="2718"/>
                  </a:lnTo>
                  <a:lnTo>
                    <a:pt x="93958" y="2718"/>
                  </a:lnTo>
                  <a:lnTo>
                    <a:pt x="94004" y="2716"/>
                  </a:lnTo>
                  <a:lnTo>
                    <a:pt x="94032" y="2713"/>
                  </a:lnTo>
                  <a:lnTo>
                    <a:pt x="94054" y="2708"/>
                  </a:lnTo>
                  <a:lnTo>
                    <a:pt x="94437" y="2784"/>
                  </a:lnTo>
                  <a:lnTo>
                    <a:pt x="94832" y="2862"/>
                  </a:lnTo>
                  <a:lnTo>
                    <a:pt x="94972" y="2889"/>
                  </a:lnTo>
                  <a:lnTo>
                    <a:pt x="95779" y="3045"/>
                  </a:lnTo>
                  <a:lnTo>
                    <a:pt x="95826" y="3044"/>
                  </a:lnTo>
                  <a:lnTo>
                    <a:pt x="95847" y="3044"/>
                  </a:lnTo>
                  <a:lnTo>
                    <a:pt x="95994" y="3041"/>
                  </a:lnTo>
                  <a:lnTo>
                    <a:pt x="96031" y="3029"/>
                  </a:lnTo>
                  <a:lnTo>
                    <a:pt x="96064" y="3013"/>
                  </a:lnTo>
                  <a:lnTo>
                    <a:pt x="96093" y="2998"/>
                  </a:lnTo>
                  <a:lnTo>
                    <a:pt x="96123" y="2981"/>
                  </a:lnTo>
                  <a:lnTo>
                    <a:pt x="96146" y="2966"/>
                  </a:lnTo>
                  <a:lnTo>
                    <a:pt x="96177" y="2944"/>
                  </a:lnTo>
                  <a:lnTo>
                    <a:pt x="96208" y="2925"/>
                  </a:lnTo>
                  <a:lnTo>
                    <a:pt x="96239" y="2899"/>
                  </a:lnTo>
                  <a:lnTo>
                    <a:pt x="96264" y="2874"/>
                  </a:lnTo>
                  <a:lnTo>
                    <a:pt x="96317" y="2825"/>
                  </a:lnTo>
                  <a:lnTo>
                    <a:pt x="96341" y="2805"/>
                  </a:lnTo>
                  <a:lnTo>
                    <a:pt x="96381" y="2772"/>
                  </a:lnTo>
                  <a:lnTo>
                    <a:pt x="96428" y="2726"/>
                  </a:lnTo>
                  <a:lnTo>
                    <a:pt x="96461" y="2696"/>
                  </a:lnTo>
                  <a:lnTo>
                    <a:pt x="96498" y="2658"/>
                  </a:lnTo>
                  <a:lnTo>
                    <a:pt x="96525" y="2626"/>
                  </a:lnTo>
                  <a:lnTo>
                    <a:pt x="96541" y="2609"/>
                  </a:lnTo>
                  <a:lnTo>
                    <a:pt x="96549" y="2597"/>
                  </a:lnTo>
                  <a:lnTo>
                    <a:pt x="96557" y="2590"/>
                  </a:lnTo>
                  <a:lnTo>
                    <a:pt x="96568" y="2582"/>
                  </a:lnTo>
                  <a:lnTo>
                    <a:pt x="96587" y="2568"/>
                  </a:lnTo>
                  <a:lnTo>
                    <a:pt x="96607" y="2559"/>
                  </a:lnTo>
                  <a:lnTo>
                    <a:pt x="96623" y="2547"/>
                  </a:lnTo>
                  <a:lnTo>
                    <a:pt x="96642" y="2528"/>
                  </a:lnTo>
                  <a:lnTo>
                    <a:pt x="96661" y="2512"/>
                  </a:lnTo>
                  <a:lnTo>
                    <a:pt x="96685" y="2497"/>
                  </a:lnTo>
                  <a:lnTo>
                    <a:pt x="96696" y="2489"/>
                  </a:lnTo>
                  <a:lnTo>
                    <a:pt x="96709" y="2477"/>
                  </a:lnTo>
                  <a:lnTo>
                    <a:pt x="96712" y="2471"/>
                  </a:lnTo>
                  <a:lnTo>
                    <a:pt x="96720" y="2459"/>
                  </a:lnTo>
                  <a:lnTo>
                    <a:pt x="96728" y="2449"/>
                  </a:lnTo>
                  <a:lnTo>
                    <a:pt x="96741" y="2438"/>
                  </a:lnTo>
                  <a:lnTo>
                    <a:pt x="96745" y="2429"/>
                  </a:lnTo>
                  <a:lnTo>
                    <a:pt x="96745" y="2416"/>
                  </a:lnTo>
                  <a:lnTo>
                    <a:pt x="96928" y="2081"/>
                  </a:lnTo>
                  <a:lnTo>
                    <a:pt x="96939" y="2059"/>
                  </a:lnTo>
                  <a:lnTo>
                    <a:pt x="97069" y="1821"/>
                  </a:lnTo>
                  <a:lnTo>
                    <a:pt x="97199" y="1749"/>
                  </a:lnTo>
                  <a:lnTo>
                    <a:pt x="97400" y="1638"/>
                  </a:lnTo>
                  <a:lnTo>
                    <a:pt x="97623" y="1050"/>
                  </a:lnTo>
                  <a:lnTo>
                    <a:pt x="97588" y="894"/>
                  </a:lnTo>
                  <a:lnTo>
                    <a:pt x="97585" y="882"/>
                  </a:lnTo>
                  <a:lnTo>
                    <a:pt x="97580" y="858"/>
                  </a:lnTo>
                  <a:lnTo>
                    <a:pt x="97538" y="671"/>
                  </a:lnTo>
                  <a:lnTo>
                    <a:pt x="97500" y="561"/>
                  </a:lnTo>
                  <a:lnTo>
                    <a:pt x="97477" y="495"/>
                  </a:lnTo>
                  <a:lnTo>
                    <a:pt x="97487" y="474"/>
                  </a:lnTo>
                  <a:lnTo>
                    <a:pt x="97501" y="445"/>
                  </a:lnTo>
                  <a:lnTo>
                    <a:pt x="97517" y="413"/>
                  </a:lnTo>
                  <a:lnTo>
                    <a:pt x="98019" y="4"/>
                  </a:lnTo>
                  <a:lnTo>
                    <a:pt x="98025" y="0"/>
                  </a:lnTo>
                  <a:lnTo>
                    <a:pt x="98062" y="32"/>
                  </a:lnTo>
                  <a:lnTo>
                    <a:pt x="98127" y="90"/>
                  </a:lnTo>
                  <a:lnTo>
                    <a:pt x="98157" y="242"/>
                  </a:lnTo>
                  <a:lnTo>
                    <a:pt x="98227" y="517"/>
                  </a:lnTo>
                  <a:lnTo>
                    <a:pt x="98251" y="611"/>
                  </a:lnTo>
                  <a:lnTo>
                    <a:pt x="98336" y="944"/>
                  </a:lnTo>
                  <a:lnTo>
                    <a:pt x="98354" y="984"/>
                  </a:lnTo>
                  <a:lnTo>
                    <a:pt x="98373" y="1023"/>
                  </a:lnTo>
                  <a:lnTo>
                    <a:pt x="98385" y="1041"/>
                  </a:lnTo>
                  <a:lnTo>
                    <a:pt x="98397" y="1061"/>
                  </a:lnTo>
                  <a:lnTo>
                    <a:pt x="98427" y="1103"/>
                  </a:lnTo>
                  <a:lnTo>
                    <a:pt x="98462" y="1159"/>
                  </a:lnTo>
                  <a:lnTo>
                    <a:pt x="98481" y="1182"/>
                  </a:lnTo>
                  <a:lnTo>
                    <a:pt x="98511" y="1214"/>
                  </a:lnTo>
                  <a:lnTo>
                    <a:pt x="98538" y="1244"/>
                  </a:lnTo>
                  <a:lnTo>
                    <a:pt x="98548" y="1255"/>
                  </a:lnTo>
                  <a:lnTo>
                    <a:pt x="98559" y="1268"/>
                  </a:lnTo>
                  <a:lnTo>
                    <a:pt x="98566" y="1279"/>
                  </a:lnTo>
                  <a:lnTo>
                    <a:pt x="98593" y="1329"/>
                  </a:lnTo>
                  <a:lnTo>
                    <a:pt x="98619" y="1369"/>
                  </a:lnTo>
                  <a:lnTo>
                    <a:pt x="98656" y="1418"/>
                  </a:lnTo>
                  <a:lnTo>
                    <a:pt x="98679" y="1458"/>
                  </a:lnTo>
                  <a:lnTo>
                    <a:pt x="98686" y="1471"/>
                  </a:lnTo>
                  <a:lnTo>
                    <a:pt x="98684" y="1490"/>
                  </a:lnTo>
                  <a:lnTo>
                    <a:pt x="98680" y="1509"/>
                  </a:lnTo>
                  <a:lnTo>
                    <a:pt x="98682" y="1524"/>
                  </a:lnTo>
                  <a:lnTo>
                    <a:pt x="98686" y="1549"/>
                  </a:lnTo>
                  <a:lnTo>
                    <a:pt x="98700" y="1576"/>
                  </a:lnTo>
                  <a:lnTo>
                    <a:pt x="98707" y="1588"/>
                  </a:lnTo>
                  <a:lnTo>
                    <a:pt x="98714" y="1614"/>
                  </a:lnTo>
                  <a:lnTo>
                    <a:pt x="98717" y="1640"/>
                  </a:lnTo>
                  <a:lnTo>
                    <a:pt x="98717" y="1654"/>
                  </a:lnTo>
                  <a:lnTo>
                    <a:pt x="98716" y="1694"/>
                  </a:lnTo>
                  <a:lnTo>
                    <a:pt x="98714" y="1729"/>
                  </a:lnTo>
                  <a:lnTo>
                    <a:pt x="98717" y="1741"/>
                  </a:lnTo>
                  <a:lnTo>
                    <a:pt x="98725" y="1782"/>
                  </a:lnTo>
                  <a:lnTo>
                    <a:pt x="98728" y="1804"/>
                  </a:lnTo>
                  <a:lnTo>
                    <a:pt x="98734" y="1837"/>
                  </a:lnTo>
                  <a:lnTo>
                    <a:pt x="98737" y="1868"/>
                  </a:lnTo>
                  <a:lnTo>
                    <a:pt x="98740" y="188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l952"/>
            <p:cNvSpPr/>
            <p:nvPr/>
          </p:nvSpPr>
          <p:spPr>
            <a:xfrm>
              <a:off x="4221473" y="5950927"/>
              <a:ext cx="1830" cy="2528"/>
            </a:xfrm>
            <a:custGeom>
              <a:avLst/>
              <a:pathLst>
                <a:path w="1830" h="2528">
                  <a:moveTo>
                    <a:pt x="196" y="2528"/>
                  </a:moveTo>
                  <a:lnTo>
                    <a:pt x="0" y="2528"/>
                  </a:lnTo>
                  <a:lnTo>
                    <a:pt x="109" y="2365"/>
                  </a:lnTo>
                  <a:lnTo>
                    <a:pt x="630" y="1393"/>
                  </a:lnTo>
                  <a:lnTo>
                    <a:pt x="802" y="891"/>
                  </a:lnTo>
                  <a:lnTo>
                    <a:pt x="959" y="473"/>
                  </a:lnTo>
                  <a:lnTo>
                    <a:pt x="1168" y="394"/>
                  </a:lnTo>
                  <a:lnTo>
                    <a:pt x="1177" y="369"/>
                  </a:lnTo>
                  <a:lnTo>
                    <a:pt x="1202" y="322"/>
                  </a:lnTo>
                  <a:lnTo>
                    <a:pt x="1226" y="299"/>
                  </a:lnTo>
                  <a:lnTo>
                    <a:pt x="1243" y="289"/>
                  </a:lnTo>
                  <a:lnTo>
                    <a:pt x="1249" y="286"/>
                  </a:lnTo>
                  <a:lnTo>
                    <a:pt x="1272" y="279"/>
                  </a:lnTo>
                  <a:lnTo>
                    <a:pt x="1283" y="277"/>
                  </a:lnTo>
                  <a:lnTo>
                    <a:pt x="1316" y="274"/>
                  </a:lnTo>
                  <a:lnTo>
                    <a:pt x="1357" y="273"/>
                  </a:lnTo>
                  <a:lnTo>
                    <a:pt x="1391" y="274"/>
                  </a:lnTo>
                  <a:lnTo>
                    <a:pt x="1402" y="274"/>
                  </a:lnTo>
                  <a:lnTo>
                    <a:pt x="1443" y="223"/>
                  </a:lnTo>
                  <a:lnTo>
                    <a:pt x="1474" y="84"/>
                  </a:lnTo>
                  <a:lnTo>
                    <a:pt x="1517" y="0"/>
                  </a:lnTo>
                  <a:lnTo>
                    <a:pt x="1730" y="100"/>
                  </a:lnTo>
                  <a:lnTo>
                    <a:pt x="1830" y="454"/>
                  </a:lnTo>
                  <a:lnTo>
                    <a:pt x="1810" y="602"/>
                  </a:lnTo>
                  <a:lnTo>
                    <a:pt x="1695" y="661"/>
                  </a:lnTo>
                  <a:lnTo>
                    <a:pt x="1537" y="891"/>
                  </a:lnTo>
                  <a:lnTo>
                    <a:pt x="1493" y="1005"/>
                  </a:lnTo>
                  <a:lnTo>
                    <a:pt x="1488" y="1018"/>
                  </a:lnTo>
                  <a:lnTo>
                    <a:pt x="1480" y="1034"/>
                  </a:lnTo>
                  <a:lnTo>
                    <a:pt x="1471" y="1046"/>
                  </a:lnTo>
                  <a:lnTo>
                    <a:pt x="1451" y="1069"/>
                  </a:lnTo>
                  <a:lnTo>
                    <a:pt x="1088" y="1582"/>
                  </a:lnTo>
                  <a:lnTo>
                    <a:pt x="538" y="2418"/>
                  </a:lnTo>
                  <a:lnTo>
                    <a:pt x="443" y="2528"/>
                  </a:lnTo>
                  <a:lnTo>
                    <a:pt x="275" y="2528"/>
                  </a:lnTo>
                  <a:lnTo>
                    <a:pt x="196" y="252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l953"/>
            <p:cNvSpPr/>
            <p:nvPr/>
          </p:nvSpPr>
          <p:spPr>
            <a:xfrm>
              <a:off x="4221146" y="5941596"/>
              <a:ext cx="334" cy="849"/>
            </a:xfrm>
            <a:custGeom>
              <a:avLst/>
              <a:pathLst>
                <a:path w="334" h="849">
                  <a:moveTo>
                    <a:pt x="161" y="31"/>
                  </a:moveTo>
                  <a:lnTo>
                    <a:pt x="187" y="52"/>
                  </a:lnTo>
                  <a:lnTo>
                    <a:pt x="212" y="50"/>
                  </a:lnTo>
                  <a:lnTo>
                    <a:pt x="253" y="88"/>
                  </a:lnTo>
                  <a:lnTo>
                    <a:pt x="267" y="129"/>
                  </a:lnTo>
                  <a:lnTo>
                    <a:pt x="287" y="238"/>
                  </a:lnTo>
                  <a:lnTo>
                    <a:pt x="320" y="381"/>
                  </a:lnTo>
                  <a:lnTo>
                    <a:pt x="334" y="541"/>
                  </a:lnTo>
                  <a:lnTo>
                    <a:pt x="333" y="629"/>
                  </a:lnTo>
                  <a:lnTo>
                    <a:pt x="326" y="648"/>
                  </a:lnTo>
                  <a:lnTo>
                    <a:pt x="333" y="732"/>
                  </a:lnTo>
                  <a:lnTo>
                    <a:pt x="297" y="812"/>
                  </a:lnTo>
                  <a:lnTo>
                    <a:pt x="241" y="849"/>
                  </a:lnTo>
                  <a:lnTo>
                    <a:pt x="199" y="840"/>
                  </a:lnTo>
                  <a:lnTo>
                    <a:pt x="189" y="818"/>
                  </a:lnTo>
                  <a:lnTo>
                    <a:pt x="202" y="791"/>
                  </a:lnTo>
                  <a:lnTo>
                    <a:pt x="219" y="779"/>
                  </a:lnTo>
                  <a:lnTo>
                    <a:pt x="219" y="747"/>
                  </a:lnTo>
                  <a:lnTo>
                    <a:pt x="202" y="724"/>
                  </a:lnTo>
                  <a:lnTo>
                    <a:pt x="150" y="690"/>
                  </a:lnTo>
                  <a:lnTo>
                    <a:pt x="75" y="525"/>
                  </a:lnTo>
                  <a:lnTo>
                    <a:pt x="43" y="431"/>
                  </a:lnTo>
                  <a:lnTo>
                    <a:pt x="30" y="328"/>
                  </a:lnTo>
                  <a:lnTo>
                    <a:pt x="54" y="248"/>
                  </a:lnTo>
                  <a:lnTo>
                    <a:pt x="52" y="166"/>
                  </a:lnTo>
                  <a:lnTo>
                    <a:pt x="24" y="110"/>
                  </a:lnTo>
                  <a:lnTo>
                    <a:pt x="0" y="56"/>
                  </a:lnTo>
                  <a:lnTo>
                    <a:pt x="1" y="26"/>
                  </a:lnTo>
                  <a:lnTo>
                    <a:pt x="79" y="2"/>
                  </a:lnTo>
                  <a:lnTo>
                    <a:pt x="120" y="0"/>
                  </a:lnTo>
                  <a:lnTo>
                    <a:pt x="161" y="3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l954"/>
            <p:cNvSpPr/>
            <p:nvPr/>
          </p:nvSpPr>
          <p:spPr>
            <a:xfrm>
              <a:off x="4214589" y="5938401"/>
              <a:ext cx="684" cy="1205"/>
            </a:xfrm>
            <a:custGeom>
              <a:avLst/>
              <a:pathLst>
                <a:path w="684" h="1205">
                  <a:moveTo>
                    <a:pt x="199" y="12"/>
                  </a:moveTo>
                  <a:lnTo>
                    <a:pt x="206" y="26"/>
                  </a:lnTo>
                  <a:lnTo>
                    <a:pt x="250" y="26"/>
                  </a:lnTo>
                  <a:lnTo>
                    <a:pt x="263" y="31"/>
                  </a:lnTo>
                  <a:lnTo>
                    <a:pt x="297" y="55"/>
                  </a:lnTo>
                  <a:lnTo>
                    <a:pt x="303" y="59"/>
                  </a:lnTo>
                  <a:lnTo>
                    <a:pt x="316" y="64"/>
                  </a:lnTo>
                  <a:lnTo>
                    <a:pt x="321" y="66"/>
                  </a:lnTo>
                  <a:lnTo>
                    <a:pt x="331" y="76"/>
                  </a:lnTo>
                  <a:lnTo>
                    <a:pt x="337" y="83"/>
                  </a:lnTo>
                  <a:lnTo>
                    <a:pt x="363" y="104"/>
                  </a:lnTo>
                  <a:lnTo>
                    <a:pt x="411" y="151"/>
                  </a:lnTo>
                  <a:lnTo>
                    <a:pt x="418" y="159"/>
                  </a:lnTo>
                  <a:lnTo>
                    <a:pt x="431" y="173"/>
                  </a:lnTo>
                  <a:lnTo>
                    <a:pt x="448" y="193"/>
                  </a:lnTo>
                  <a:lnTo>
                    <a:pt x="473" y="229"/>
                  </a:lnTo>
                  <a:lnTo>
                    <a:pt x="477" y="236"/>
                  </a:lnTo>
                  <a:lnTo>
                    <a:pt x="506" y="280"/>
                  </a:lnTo>
                  <a:lnTo>
                    <a:pt x="538" y="340"/>
                  </a:lnTo>
                  <a:lnTo>
                    <a:pt x="588" y="434"/>
                  </a:lnTo>
                  <a:lnTo>
                    <a:pt x="607" y="462"/>
                  </a:lnTo>
                  <a:lnTo>
                    <a:pt x="618" y="475"/>
                  </a:lnTo>
                  <a:lnTo>
                    <a:pt x="676" y="476"/>
                  </a:lnTo>
                  <a:lnTo>
                    <a:pt x="684" y="514"/>
                  </a:lnTo>
                  <a:lnTo>
                    <a:pt x="676" y="628"/>
                  </a:lnTo>
                  <a:lnTo>
                    <a:pt x="668" y="703"/>
                  </a:lnTo>
                  <a:lnTo>
                    <a:pt x="621" y="709"/>
                  </a:lnTo>
                  <a:lnTo>
                    <a:pt x="602" y="759"/>
                  </a:lnTo>
                  <a:lnTo>
                    <a:pt x="601" y="805"/>
                  </a:lnTo>
                  <a:lnTo>
                    <a:pt x="600" y="827"/>
                  </a:lnTo>
                  <a:lnTo>
                    <a:pt x="595" y="862"/>
                  </a:lnTo>
                  <a:lnTo>
                    <a:pt x="592" y="909"/>
                  </a:lnTo>
                  <a:lnTo>
                    <a:pt x="597" y="938"/>
                  </a:lnTo>
                  <a:lnTo>
                    <a:pt x="607" y="956"/>
                  </a:lnTo>
                  <a:lnTo>
                    <a:pt x="610" y="979"/>
                  </a:lnTo>
                  <a:lnTo>
                    <a:pt x="604" y="1026"/>
                  </a:lnTo>
                  <a:lnTo>
                    <a:pt x="591" y="1051"/>
                  </a:lnTo>
                  <a:lnTo>
                    <a:pt x="574" y="1079"/>
                  </a:lnTo>
                  <a:lnTo>
                    <a:pt x="553" y="1129"/>
                  </a:lnTo>
                  <a:lnTo>
                    <a:pt x="550" y="1139"/>
                  </a:lnTo>
                  <a:lnTo>
                    <a:pt x="543" y="1141"/>
                  </a:lnTo>
                  <a:lnTo>
                    <a:pt x="527" y="1160"/>
                  </a:lnTo>
                  <a:lnTo>
                    <a:pt x="520" y="1164"/>
                  </a:lnTo>
                  <a:lnTo>
                    <a:pt x="503" y="1167"/>
                  </a:lnTo>
                  <a:lnTo>
                    <a:pt x="503" y="1179"/>
                  </a:lnTo>
                  <a:lnTo>
                    <a:pt x="500" y="1200"/>
                  </a:lnTo>
                  <a:lnTo>
                    <a:pt x="489" y="1205"/>
                  </a:lnTo>
                  <a:lnTo>
                    <a:pt x="443" y="1182"/>
                  </a:lnTo>
                  <a:lnTo>
                    <a:pt x="435" y="1178"/>
                  </a:lnTo>
                  <a:lnTo>
                    <a:pt x="419" y="1172"/>
                  </a:lnTo>
                  <a:lnTo>
                    <a:pt x="405" y="1142"/>
                  </a:lnTo>
                  <a:lnTo>
                    <a:pt x="399" y="1130"/>
                  </a:lnTo>
                  <a:lnTo>
                    <a:pt x="361" y="1050"/>
                  </a:lnTo>
                  <a:lnTo>
                    <a:pt x="309" y="942"/>
                  </a:lnTo>
                  <a:lnTo>
                    <a:pt x="273" y="865"/>
                  </a:lnTo>
                  <a:lnTo>
                    <a:pt x="50" y="249"/>
                  </a:lnTo>
                  <a:lnTo>
                    <a:pt x="0" y="133"/>
                  </a:lnTo>
                  <a:lnTo>
                    <a:pt x="21" y="77"/>
                  </a:lnTo>
                  <a:lnTo>
                    <a:pt x="42" y="57"/>
                  </a:lnTo>
                  <a:lnTo>
                    <a:pt x="68" y="35"/>
                  </a:lnTo>
                  <a:lnTo>
                    <a:pt x="95" y="22"/>
                  </a:lnTo>
                  <a:lnTo>
                    <a:pt x="104" y="19"/>
                  </a:lnTo>
                  <a:lnTo>
                    <a:pt x="164" y="2"/>
                  </a:lnTo>
                  <a:lnTo>
                    <a:pt x="194" y="0"/>
                  </a:lnTo>
                  <a:lnTo>
                    <a:pt x="199" y="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l955"/>
            <p:cNvSpPr/>
            <p:nvPr/>
          </p:nvSpPr>
          <p:spPr>
            <a:xfrm>
              <a:off x="4211664" y="5934380"/>
              <a:ext cx="1104" cy="1108"/>
            </a:xfrm>
            <a:custGeom>
              <a:avLst/>
              <a:pathLst>
                <a:path w="1104" h="1108">
                  <a:moveTo>
                    <a:pt x="970" y="1067"/>
                  </a:moveTo>
                  <a:lnTo>
                    <a:pt x="837" y="1108"/>
                  </a:lnTo>
                  <a:lnTo>
                    <a:pt x="730" y="1076"/>
                  </a:lnTo>
                  <a:lnTo>
                    <a:pt x="549" y="949"/>
                  </a:lnTo>
                  <a:lnTo>
                    <a:pt x="291" y="731"/>
                  </a:lnTo>
                  <a:lnTo>
                    <a:pt x="210" y="529"/>
                  </a:lnTo>
                  <a:lnTo>
                    <a:pt x="43" y="237"/>
                  </a:lnTo>
                  <a:lnTo>
                    <a:pt x="0" y="98"/>
                  </a:lnTo>
                  <a:lnTo>
                    <a:pt x="62" y="10"/>
                  </a:lnTo>
                  <a:lnTo>
                    <a:pt x="182" y="0"/>
                  </a:lnTo>
                  <a:lnTo>
                    <a:pt x="360" y="84"/>
                  </a:lnTo>
                  <a:lnTo>
                    <a:pt x="606" y="273"/>
                  </a:lnTo>
                  <a:lnTo>
                    <a:pt x="809" y="508"/>
                  </a:lnTo>
                  <a:lnTo>
                    <a:pt x="875" y="703"/>
                  </a:lnTo>
                  <a:lnTo>
                    <a:pt x="945" y="811"/>
                  </a:lnTo>
                  <a:lnTo>
                    <a:pt x="1010" y="849"/>
                  </a:lnTo>
                  <a:lnTo>
                    <a:pt x="1104" y="892"/>
                  </a:lnTo>
                  <a:lnTo>
                    <a:pt x="1097" y="962"/>
                  </a:lnTo>
                  <a:lnTo>
                    <a:pt x="970" y="106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l956"/>
            <p:cNvSpPr/>
            <p:nvPr/>
          </p:nvSpPr>
          <p:spPr>
            <a:xfrm>
              <a:off x="4214155" y="5933147"/>
              <a:ext cx="1452" cy="1749"/>
            </a:xfrm>
            <a:custGeom>
              <a:avLst/>
              <a:pathLst>
                <a:path w="1452" h="1749">
                  <a:moveTo>
                    <a:pt x="881" y="41"/>
                  </a:moveTo>
                  <a:lnTo>
                    <a:pt x="922" y="69"/>
                  </a:lnTo>
                  <a:lnTo>
                    <a:pt x="949" y="79"/>
                  </a:lnTo>
                  <a:lnTo>
                    <a:pt x="1030" y="132"/>
                  </a:lnTo>
                  <a:lnTo>
                    <a:pt x="1128" y="194"/>
                  </a:lnTo>
                  <a:lnTo>
                    <a:pt x="1129" y="200"/>
                  </a:lnTo>
                  <a:lnTo>
                    <a:pt x="1177" y="258"/>
                  </a:lnTo>
                  <a:lnTo>
                    <a:pt x="1271" y="370"/>
                  </a:lnTo>
                  <a:lnTo>
                    <a:pt x="1299" y="410"/>
                  </a:lnTo>
                  <a:lnTo>
                    <a:pt x="1290" y="519"/>
                  </a:lnTo>
                  <a:lnTo>
                    <a:pt x="1290" y="582"/>
                  </a:lnTo>
                  <a:lnTo>
                    <a:pt x="1311" y="653"/>
                  </a:lnTo>
                  <a:lnTo>
                    <a:pt x="1321" y="665"/>
                  </a:lnTo>
                  <a:lnTo>
                    <a:pt x="1395" y="743"/>
                  </a:lnTo>
                  <a:lnTo>
                    <a:pt x="1439" y="853"/>
                  </a:lnTo>
                  <a:lnTo>
                    <a:pt x="1439" y="927"/>
                  </a:lnTo>
                  <a:lnTo>
                    <a:pt x="1413" y="1118"/>
                  </a:lnTo>
                  <a:lnTo>
                    <a:pt x="1392" y="1154"/>
                  </a:lnTo>
                  <a:lnTo>
                    <a:pt x="1384" y="1207"/>
                  </a:lnTo>
                  <a:lnTo>
                    <a:pt x="1410" y="1303"/>
                  </a:lnTo>
                  <a:lnTo>
                    <a:pt x="1438" y="1540"/>
                  </a:lnTo>
                  <a:lnTo>
                    <a:pt x="1442" y="1556"/>
                  </a:lnTo>
                  <a:lnTo>
                    <a:pt x="1447" y="1574"/>
                  </a:lnTo>
                  <a:lnTo>
                    <a:pt x="1452" y="1624"/>
                  </a:lnTo>
                  <a:lnTo>
                    <a:pt x="1395" y="1699"/>
                  </a:lnTo>
                  <a:lnTo>
                    <a:pt x="1329" y="1749"/>
                  </a:lnTo>
                  <a:lnTo>
                    <a:pt x="1266" y="1749"/>
                  </a:lnTo>
                  <a:lnTo>
                    <a:pt x="1221" y="1666"/>
                  </a:lnTo>
                  <a:lnTo>
                    <a:pt x="1182" y="1557"/>
                  </a:lnTo>
                  <a:lnTo>
                    <a:pt x="1177" y="1544"/>
                  </a:lnTo>
                  <a:lnTo>
                    <a:pt x="1135" y="1413"/>
                  </a:lnTo>
                  <a:lnTo>
                    <a:pt x="1108" y="1325"/>
                  </a:lnTo>
                  <a:lnTo>
                    <a:pt x="1027" y="1258"/>
                  </a:lnTo>
                  <a:lnTo>
                    <a:pt x="1015" y="1237"/>
                  </a:lnTo>
                  <a:lnTo>
                    <a:pt x="983" y="1182"/>
                  </a:lnTo>
                  <a:lnTo>
                    <a:pt x="925" y="1219"/>
                  </a:lnTo>
                  <a:lnTo>
                    <a:pt x="863" y="1258"/>
                  </a:lnTo>
                  <a:lnTo>
                    <a:pt x="849" y="1267"/>
                  </a:lnTo>
                  <a:lnTo>
                    <a:pt x="822" y="1284"/>
                  </a:lnTo>
                  <a:lnTo>
                    <a:pt x="779" y="1311"/>
                  </a:lnTo>
                  <a:lnTo>
                    <a:pt x="732" y="1341"/>
                  </a:lnTo>
                  <a:lnTo>
                    <a:pt x="734" y="1349"/>
                  </a:lnTo>
                  <a:lnTo>
                    <a:pt x="739" y="1373"/>
                  </a:lnTo>
                  <a:lnTo>
                    <a:pt x="764" y="1403"/>
                  </a:lnTo>
                  <a:lnTo>
                    <a:pt x="774" y="1410"/>
                  </a:lnTo>
                  <a:lnTo>
                    <a:pt x="782" y="1417"/>
                  </a:lnTo>
                  <a:lnTo>
                    <a:pt x="789" y="1423"/>
                  </a:lnTo>
                  <a:lnTo>
                    <a:pt x="794" y="1428"/>
                  </a:lnTo>
                  <a:lnTo>
                    <a:pt x="798" y="1458"/>
                  </a:lnTo>
                  <a:lnTo>
                    <a:pt x="792" y="1484"/>
                  </a:lnTo>
                  <a:lnTo>
                    <a:pt x="782" y="1554"/>
                  </a:lnTo>
                  <a:lnTo>
                    <a:pt x="779" y="1578"/>
                  </a:lnTo>
                  <a:lnTo>
                    <a:pt x="764" y="1593"/>
                  </a:lnTo>
                  <a:lnTo>
                    <a:pt x="752" y="1601"/>
                  </a:lnTo>
                  <a:lnTo>
                    <a:pt x="749" y="1612"/>
                  </a:lnTo>
                  <a:lnTo>
                    <a:pt x="694" y="1654"/>
                  </a:lnTo>
                  <a:lnTo>
                    <a:pt x="602" y="1690"/>
                  </a:lnTo>
                  <a:lnTo>
                    <a:pt x="497" y="1681"/>
                  </a:lnTo>
                  <a:lnTo>
                    <a:pt x="458" y="1639"/>
                  </a:lnTo>
                  <a:lnTo>
                    <a:pt x="416" y="1574"/>
                  </a:lnTo>
                  <a:lnTo>
                    <a:pt x="370" y="1562"/>
                  </a:lnTo>
                  <a:lnTo>
                    <a:pt x="298" y="1562"/>
                  </a:lnTo>
                  <a:lnTo>
                    <a:pt x="156" y="1568"/>
                  </a:lnTo>
                  <a:lnTo>
                    <a:pt x="116" y="1544"/>
                  </a:lnTo>
                  <a:lnTo>
                    <a:pt x="101" y="1487"/>
                  </a:lnTo>
                  <a:lnTo>
                    <a:pt x="109" y="1428"/>
                  </a:lnTo>
                  <a:lnTo>
                    <a:pt x="101" y="1316"/>
                  </a:lnTo>
                  <a:lnTo>
                    <a:pt x="0" y="1064"/>
                  </a:lnTo>
                  <a:lnTo>
                    <a:pt x="33" y="1014"/>
                  </a:lnTo>
                  <a:lnTo>
                    <a:pt x="161" y="891"/>
                  </a:lnTo>
                  <a:lnTo>
                    <a:pt x="283" y="822"/>
                  </a:lnTo>
                  <a:lnTo>
                    <a:pt x="303" y="822"/>
                  </a:lnTo>
                  <a:lnTo>
                    <a:pt x="313" y="822"/>
                  </a:lnTo>
                  <a:lnTo>
                    <a:pt x="318" y="823"/>
                  </a:lnTo>
                  <a:lnTo>
                    <a:pt x="329" y="826"/>
                  </a:lnTo>
                  <a:lnTo>
                    <a:pt x="351" y="831"/>
                  </a:lnTo>
                  <a:lnTo>
                    <a:pt x="384" y="839"/>
                  </a:lnTo>
                  <a:lnTo>
                    <a:pt x="401" y="847"/>
                  </a:lnTo>
                  <a:lnTo>
                    <a:pt x="467" y="879"/>
                  </a:lnTo>
                  <a:lnTo>
                    <a:pt x="474" y="868"/>
                  </a:lnTo>
                  <a:lnTo>
                    <a:pt x="483" y="853"/>
                  </a:lnTo>
                  <a:lnTo>
                    <a:pt x="553" y="742"/>
                  </a:lnTo>
                  <a:lnTo>
                    <a:pt x="568" y="719"/>
                  </a:lnTo>
                  <a:lnTo>
                    <a:pt x="575" y="708"/>
                  </a:lnTo>
                  <a:lnTo>
                    <a:pt x="563" y="695"/>
                  </a:lnTo>
                  <a:lnTo>
                    <a:pt x="515" y="669"/>
                  </a:lnTo>
                  <a:lnTo>
                    <a:pt x="476" y="647"/>
                  </a:lnTo>
                  <a:lnTo>
                    <a:pt x="410" y="623"/>
                  </a:lnTo>
                  <a:lnTo>
                    <a:pt x="316" y="626"/>
                  </a:lnTo>
                  <a:lnTo>
                    <a:pt x="250" y="600"/>
                  </a:lnTo>
                  <a:lnTo>
                    <a:pt x="206" y="546"/>
                  </a:lnTo>
                  <a:lnTo>
                    <a:pt x="190" y="474"/>
                  </a:lnTo>
                  <a:lnTo>
                    <a:pt x="263" y="334"/>
                  </a:lnTo>
                  <a:lnTo>
                    <a:pt x="349" y="237"/>
                  </a:lnTo>
                  <a:lnTo>
                    <a:pt x="352" y="232"/>
                  </a:lnTo>
                  <a:lnTo>
                    <a:pt x="369" y="206"/>
                  </a:lnTo>
                  <a:lnTo>
                    <a:pt x="379" y="190"/>
                  </a:lnTo>
                  <a:lnTo>
                    <a:pt x="389" y="174"/>
                  </a:lnTo>
                  <a:lnTo>
                    <a:pt x="408" y="145"/>
                  </a:lnTo>
                  <a:lnTo>
                    <a:pt x="415" y="134"/>
                  </a:lnTo>
                  <a:lnTo>
                    <a:pt x="435" y="102"/>
                  </a:lnTo>
                  <a:lnTo>
                    <a:pt x="512" y="37"/>
                  </a:lnTo>
                  <a:lnTo>
                    <a:pt x="544" y="31"/>
                  </a:lnTo>
                  <a:lnTo>
                    <a:pt x="576" y="48"/>
                  </a:lnTo>
                  <a:lnTo>
                    <a:pt x="710" y="10"/>
                  </a:lnTo>
                  <a:lnTo>
                    <a:pt x="718" y="10"/>
                  </a:lnTo>
                  <a:lnTo>
                    <a:pt x="759" y="0"/>
                  </a:lnTo>
                  <a:lnTo>
                    <a:pt x="774" y="7"/>
                  </a:lnTo>
                  <a:lnTo>
                    <a:pt x="810" y="13"/>
                  </a:lnTo>
                  <a:lnTo>
                    <a:pt x="833" y="25"/>
                  </a:lnTo>
                  <a:lnTo>
                    <a:pt x="881" y="4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l957"/>
            <p:cNvSpPr/>
            <p:nvPr/>
          </p:nvSpPr>
          <p:spPr>
            <a:xfrm>
              <a:off x="4182699" y="5928476"/>
              <a:ext cx="772" cy="1851"/>
            </a:xfrm>
            <a:custGeom>
              <a:avLst/>
              <a:pathLst>
                <a:path w="772" h="1851">
                  <a:moveTo>
                    <a:pt x="320" y="470"/>
                  </a:moveTo>
                  <a:lnTo>
                    <a:pt x="330" y="485"/>
                  </a:lnTo>
                  <a:lnTo>
                    <a:pt x="349" y="485"/>
                  </a:lnTo>
                  <a:lnTo>
                    <a:pt x="399" y="459"/>
                  </a:lnTo>
                  <a:lnTo>
                    <a:pt x="423" y="461"/>
                  </a:lnTo>
                  <a:lnTo>
                    <a:pt x="461" y="488"/>
                  </a:lnTo>
                  <a:lnTo>
                    <a:pt x="479" y="516"/>
                  </a:lnTo>
                  <a:lnTo>
                    <a:pt x="490" y="543"/>
                  </a:lnTo>
                  <a:lnTo>
                    <a:pt x="492" y="557"/>
                  </a:lnTo>
                  <a:lnTo>
                    <a:pt x="488" y="596"/>
                  </a:lnTo>
                  <a:lnTo>
                    <a:pt x="476" y="641"/>
                  </a:lnTo>
                  <a:lnTo>
                    <a:pt x="464" y="645"/>
                  </a:lnTo>
                  <a:lnTo>
                    <a:pt x="394" y="666"/>
                  </a:lnTo>
                  <a:lnTo>
                    <a:pt x="354" y="711"/>
                  </a:lnTo>
                  <a:lnTo>
                    <a:pt x="328" y="744"/>
                  </a:lnTo>
                  <a:lnTo>
                    <a:pt x="289" y="798"/>
                  </a:lnTo>
                  <a:lnTo>
                    <a:pt x="255" y="839"/>
                  </a:lnTo>
                  <a:lnTo>
                    <a:pt x="229" y="863"/>
                  </a:lnTo>
                  <a:lnTo>
                    <a:pt x="221" y="932"/>
                  </a:lnTo>
                  <a:lnTo>
                    <a:pt x="234" y="957"/>
                  </a:lnTo>
                  <a:lnTo>
                    <a:pt x="295" y="1081"/>
                  </a:lnTo>
                  <a:lnTo>
                    <a:pt x="356" y="1201"/>
                  </a:lnTo>
                  <a:lnTo>
                    <a:pt x="391" y="1264"/>
                  </a:lnTo>
                  <a:lnTo>
                    <a:pt x="408" y="1285"/>
                  </a:lnTo>
                  <a:lnTo>
                    <a:pt x="427" y="1309"/>
                  </a:lnTo>
                  <a:lnTo>
                    <a:pt x="431" y="1314"/>
                  </a:lnTo>
                  <a:lnTo>
                    <a:pt x="467" y="1378"/>
                  </a:lnTo>
                  <a:lnTo>
                    <a:pt x="492" y="1420"/>
                  </a:lnTo>
                  <a:lnTo>
                    <a:pt x="519" y="1460"/>
                  </a:lnTo>
                  <a:lnTo>
                    <a:pt x="556" y="1507"/>
                  </a:lnTo>
                  <a:lnTo>
                    <a:pt x="570" y="1532"/>
                  </a:lnTo>
                  <a:lnTo>
                    <a:pt x="578" y="1546"/>
                  </a:lnTo>
                  <a:lnTo>
                    <a:pt x="606" y="1573"/>
                  </a:lnTo>
                  <a:lnTo>
                    <a:pt x="637" y="1622"/>
                  </a:lnTo>
                  <a:lnTo>
                    <a:pt x="702" y="1722"/>
                  </a:lnTo>
                  <a:lnTo>
                    <a:pt x="729" y="1741"/>
                  </a:lnTo>
                  <a:lnTo>
                    <a:pt x="766" y="1797"/>
                  </a:lnTo>
                  <a:lnTo>
                    <a:pt x="772" y="1820"/>
                  </a:lnTo>
                  <a:lnTo>
                    <a:pt x="771" y="1829"/>
                  </a:lnTo>
                  <a:lnTo>
                    <a:pt x="766" y="1839"/>
                  </a:lnTo>
                  <a:lnTo>
                    <a:pt x="746" y="1849"/>
                  </a:lnTo>
                  <a:lnTo>
                    <a:pt x="728" y="1851"/>
                  </a:lnTo>
                  <a:lnTo>
                    <a:pt x="706" y="1851"/>
                  </a:lnTo>
                  <a:lnTo>
                    <a:pt x="689" y="1849"/>
                  </a:lnTo>
                  <a:lnTo>
                    <a:pt x="681" y="1843"/>
                  </a:lnTo>
                  <a:lnTo>
                    <a:pt x="655" y="1816"/>
                  </a:lnTo>
                  <a:lnTo>
                    <a:pt x="636" y="1793"/>
                  </a:lnTo>
                  <a:lnTo>
                    <a:pt x="630" y="1786"/>
                  </a:lnTo>
                  <a:lnTo>
                    <a:pt x="609" y="1751"/>
                  </a:lnTo>
                  <a:lnTo>
                    <a:pt x="554" y="1666"/>
                  </a:lnTo>
                  <a:lnTo>
                    <a:pt x="531" y="1631"/>
                  </a:lnTo>
                  <a:lnTo>
                    <a:pt x="502" y="1571"/>
                  </a:lnTo>
                  <a:lnTo>
                    <a:pt x="490" y="1548"/>
                  </a:lnTo>
                  <a:lnTo>
                    <a:pt x="467" y="1500"/>
                  </a:lnTo>
                  <a:lnTo>
                    <a:pt x="435" y="1454"/>
                  </a:lnTo>
                  <a:lnTo>
                    <a:pt x="404" y="1409"/>
                  </a:lnTo>
                  <a:lnTo>
                    <a:pt x="393" y="1393"/>
                  </a:lnTo>
                  <a:lnTo>
                    <a:pt x="380" y="1374"/>
                  </a:lnTo>
                  <a:lnTo>
                    <a:pt x="319" y="1305"/>
                  </a:lnTo>
                  <a:lnTo>
                    <a:pt x="266" y="1251"/>
                  </a:lnTo>
                  <a:lnTo>
                    <a:pt x="179" y="1174"/>
                  </a:lnTo>
                  <a:lnTo>
                    <a:pt x="134" y="1136"/>
                  </a:lnTo>
                  <a:lnTo>
                    <a:pt x="93" y="1090"/>
                  </a:lnTo>
                  <a:lnTo>
                    <a:pt x="83" y="1068"/>
                  </a:lnTo>
                  <a:lnTo>
                    <a:pt x="81" y="1061"/>
                  </a:lnTo>
                  <a:lnTo>
                    <a:pt x="75" y="1048"/>
                  </a:lnTo>
                  <a:lnTo>
                    <a:pt x="57" y="1007"/>
                  </a:lnTo>
                  <a:lnTo>
                    <a:pt x="43" y="979"/>
                  </a:lnTo>
                  <a:lnTo>
                    <a:pt x="27" y="905"/>
                  </a:lnTo>
                  <a:lnTo>
                    <a:pt x="8" y="868"/>
                  </a:lnTo>
                  <a:lnTo>
                    <a:pt x="3" y="826"/>
                  </a:lnTo>
                  <a:lnTo>
                    <a:pt x="1" y="779"/>
                  </a:lnTo>
                  <a:lnTo>
                    <a:pt x="0" y="743"/>
                  </a:lnTo>
                  <a:lnTo>
                    <a:pt x="14" y="675"/>
                  </a:lnTo>
                  <a:lnTo>
                    <a:pt x="17" y="644"/>
                  </a:lnTo>
                  <a:lnTo>
                    <a:pt x="18" y="632"/>
                  </a:lnTo>
                  <a:lnTo>
                    <a:pt x="28" y="617"/>
                  </a:lnTo>
                  <a:lnTo>
                    <a:pt x="44" y="603"/>
                  </a:lnTo>
                  <a:lnTo>
                    <a:pt x="129" y="482"/>
                  </a:lnTo>
                  <a:lnTo>
                    <a:pt x="127" y="426"/>
                  </a:lnTo>
                  <a:lnTo>
                    <a:pt x="112" y="363"/>
                  </a:lnTo>
                  <a:lnTo>
                    <a:pt x="123" y="292"/>
                  </a:lnTo>
                  <a:lnTo>
                    <a:pt x="143" y="183"/>
                  </a:lnTo>
                  <a:lnTo>
                    <a:pt x="143" y="79"/>
                  </a:lnTo>
                  <a:lnTo>
                    <a:pt x="143" y="54"/>
                  </a:lnTo>
                  <a:lnTo>
                    <a:pt x="177" y="3"/>
                  </a:lnTo>
                  <a:lnTo>
                    <a:pt x="216" y="0"/>
                  </a:lnTo>
                  <a:lnTo>
                    <a:pt x="240" y="3"/>
                  </a:lnTo>
                  <a:lnTo>
                    <a:pt x="265" y="64"/>
                  </a:lnTo>
                  <a:lnTo>
                    <a:pt x="270" y="127"/>
                  </a:lnTo>
                  <a:lnTo>
                    <a:pt x="273" y="203"/>
                  </a:lnTo>
                  <a:lnTo>
                    <a:pt x="269" y="266"/>
                  </a:lnTo>
                  <a:lnTo>
                    <a:pt x="286" y="354"/>
                  </a:lnTo>
                  <a:lnTo>
                    <a:pt x="290" y="359"/>
                  </a:lnTo>
                  <a:lnTo>
                    <a:pt x="296" y="423"/>
                  </a:lnTo>
                  <a:lnTo>
                    <a:pt x="313" y="448"/>
                  </a:lnTo>
                  <a:lnTo>
                    <a:pt x="320" y="47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l958"/>
            <p:cNvSpPr/>
            <p:nvPr/>
          </p:nvSpPr>
          <p:spPr>
            <a:xfrm>
              <a:off x="4157515" y="5921941"/>
              <a:ext cx="728" cy="928"/>
            </a:xfrm>
            <a:custGeom>
              <a:avLst/>
              <a:pathLst>
                <a:path w="728" h="928">
                  <a:moveTo>
                    <a:pt x="172" y="31"/>
                  </a:moveTo>
                  <a:lnTo>
                    <a:pt x="178" y="32"/>
                  </a:lnTo>
                  <a:lnTo>
                    <a:pt x="191" y="30"/>
                  </a:lnTo>
                  <a:lnTo>
                    <a:pt x="201" y="31"/>
                  </a:lnTo>
                  <a:lnTo>
                    <a:pt x="212" y="37"/>
                  </a:lnTo>
                  <a:lnTo>
                    <a:pt x="217" y="46"/>
                  </a:lnTo>
                  <a:lnTo>
                    <a:pt x="223" y="57"/>
                  </a:lnTo>
                  <a:lnTo>
                    <a:pt x="232" y="70"/>
                  </a:lnTo>
                  <a:lnTo>
                    <a:pt x="241" y="82"/>
                  </a:lnTo>
                  <a:lnTo>
                    <a:pt x="250" y="88"/>
                  </a:lnTo>
                  <a:lnTo>
                    <a:pt x="278" y="109"/>
                  </a:lnTo>
                  <a:lnTo>
                    <a:pt x="316" y="141"/>
                  </a:lnTo>
                  <a:lnTo>
                    <a:pt x="357" y="156"/>
                  </a:lnTo>
                  <a:lnTo>
                    <a:pt x="367" y="159"/>
                  </a:lnTo>
                  <a:lnTo>
                    <a:pt x="399" y="157"/>
                  </a:lnTo>
                  <a:lnTo>
                    <a:pt x="426" y="161"/>
                  </a:lnTo>
                  <a:lnTo>
                    <a:pt x="456" y="168"/>
                  </a:lnTo>
                  <a:lnTo>
                    <a:pt x="491" y="182"/>
                  </a:lnTo>
                  <a:lnTo>
                    <a:pt x="506" y="192"/>
                  </a:lnTo>
                  <a:lnTo>
                    <a:pt x="511" y="195"/>
                  </a:lnTo>
                  <a:lnTo>
                    <a:pt x="522" y="209"/>
                  </a:lnTo>
                  <a:lnTo>
                    <a:pt x="545" y="233"/>
                  </a:lnTo>
                  <a:lnTo>
                    <a:pt x="622" y="297"/>
                  </a:lnTo>
                  <a:lnTo>
                    <a:pt x="643" y="322"/>
                  </a:lnTo>
                  <a:lnTo>
                    <a:pt x="673" y="361"/>
                  </a:lnTo>
                  <a:lnTo>
                    <a:pt x="685" y="418"/>
                  </a:lnTo>
                  <a:lnTo>
                    <a:pt x="689" y="435"/>
                  </a:lnTo>
                  <a:lnTo>
                    <a:pt x="719" y="494"/>
                  </a:lnTo>
                  <a:lnTo>
                    <a:pt x="724" y="502"/>
                  </a:lnTo>
                  <a:lnTo>
                    <a:pt x="727" y="513"/>
                  </a:lnTo>
                  <a:lnTo>
                    <a:pt x="727" y="523"/>
                  </a:lnTo>
                  <a:lnTo>
                    <a:pt x="728" y="530"/>
                  </a:lnTo>
                  <a:lnTo>
                    <a:pt x="726" y="544"/>
                  </a:lnTo>
                  <a:lnTo>
                    <a:pt x="723" y="559"/>
                  </a:lnTo>
                  <a:lnTo>
                    <a:pt x="711" y="584"/>
                  </a:lnTo>
                  <a:lnTo>
                    <a:pt x="700" y="605"/>
                  </a:lnTo>
                  <a:lnTo>
                    <a:pt x="689" y="639"/>
                  </a:lnTo>
                  <a:lnTo>
                    <a:pt x="687" y="653"/>
                  </a:lnTo>
                  <a:lnTo>
                    <a:pt x="683" y="677"/>
                  </a:lnTo>
                  <a:lnTo>
                    <a:pt x="678" y="684"/>
                  </a:lnTo>
                  <a:lnTo>
                    <a:pt x="670" y="690"/>
                  </a:lnTo>
                  <a:lnTo>
                    <a:pt x="651" y="709"/>
                  </a:lnTo>
                  <a:lnTo>
                    <a:pt x="639" y="722"/>
                  </a:lnTo>
                  <a:lnTo>
                    <a:pt x="628" y="729"/>
                  </a:lnTo>
                  <a:lnTo>
                    <a:pt x="616" y="737"/>
                  </a:lnTo>
                  <a:lnTo>
                    <a:pt x="606" y="741"/>
                  </a:lnTo>
                  <a:lnTo>
                    <a:pt x="550" y="774"/>
                  </a:lnTo>
                  <a:lnTo>
                    <a:pt x="491" y="808"/>
                  </a:lnTo>
                  <a:lnTo>
                    <a:pt x="488" y="814"/>
                  </a:lnTo>
                  <a:lnTo>
                    <a:pt x="487" y="821"/>
                  </a:lnTo>
                  <a:lnTo>
                    <a:pt x="489" y="832"/>
                  </a:lnTo>
                  <a:lnTo>
                    <a:pt x="496" y="850"/>
                  </a:lnTo>
                  <a:lnTo>
                    <a:pt x="498" y="864"/>
                  </a:lnTo>
                  <a:lnTo>
                    <a:pt x="502" y="873"/>
                  </a:lnTo>
                  <a:lnTo>
                    <a:pt x="503" y="881"/>
                  </a:lnTo>
                  <a:lnTo>
                    <a:pt x="483" y="900"/>
                  </a:lnTo>
                  <a:lnTo>
                    <a:pt x="461" y="918"/>
                  </a:lnTo>
                  <a:lnTo>
                    <a:pt x="439" y="927"/>
                  </a:lnTo>
                  <a:lnTo>
                    <a:pt x="434" y="928"/>
                  </a:lnTo>
                  <a:lnTo>
                    <a:pt x="423" y="926"/>
                  </a:lnTo>
                  <a:lnTo>
                    <a:pt x="410" y="925"/>
                  </a:lnTo>
                  <a:lnTo>
                    <a:pt x="400" y="923"/>
                  </a:lnTo>
                  <a:lnTo>
                    <a:pt x="392" y="915"/>
                  </a:lnTo>
                  <a:lnTo>
                    <a:pt x="378" y="900"/>
                  </a:lnTo>
                  <a:lnTo>
                    <a:pt x="372" y="894"/>
                  </a:lnTo>
                  <a:lnTo>
                    <a:pt x="367" y="886"/>
                  </a:lnTo>
                  <a:lnTo>
                    <a:pt x="365" y="873"/>
                  </a:lnTo>
                  <a:lnTo>
                    <a:pt x="365" y="853"/>
                  </a:lnTo>
                  <a:lnTo>
                    <a:pt x="363" y="845"/>
                  </a:lnTo>
                  <a:lnTo>
                    <a:pt x="355" y="839"/>
                  </a:lnTo>
                  <a:lnTo>
                    <a:pt x="336" y="834"/>
                  </a:lnTo>
                  <a:lnTo>
                    <a:pt x="318" y="834"/>
                  </a:lnTo>
                  <a:lnTo>
                    <a:pt x="300" y="836"/>
                  </a:lnTo>
                  <a:lnTo>
                    <a:pt x="278" y="839"/>
                  </a:lnTo>
                  <a:lnTo>
                    <a:pt x="254" y="845"/>
                  </a:lnTo>
                  <a:lnTo>
                    <a:pt x="241" y="845"/>
                  </a:lnTo>
                  <a:lnTo>
                    <a:pt x="231" y="840"/>
                  </a:lnTo>
                  <a:lnTo>
                    <a:pt x="220" y="825"/>
                  </a:lnTo>
                  <a:lnTo>
                    <a:pt x="206" y="810"/>
                  </a:lnTo>
                  <a:lnTo>
                    <a:pt x="197" y="799"/>
                  </a:lnTo>
                  <a:lnTo>
                    <a:pt x="181" y="773"/>
                  </a:lnTo>
                  <a:lnTo>
                    <a:pt x="167" y="744"/>
                  </a:lnTo>
                  <a:lnTo>
                    <a:pt x="160" y="716"/>
                  </a:lnTo>
                  <a:lnTo>
                    <a:pt x="151" y="693"/>
                  </a:lnTo>
                  <a:lnTo>
                    <a:pt x="138" y="673"/>
                  </a:lnTo>
                  <a:lnTo>
                    <a:pt x="131" y="654"/>
                  </a:lnTo>
                  <a:lnTo>
                    <a:pt x="105" y="609"/>
                  </a:lnTo>
                  <a:lnTo>
                    <a:pt x="86" y="572"/>
                  </a:lnTo>
                  <a:lnTo>
                    <a:pt x="66" y="505"/>
                  </a:lnTo>
                  <a:lnTo>
                    <a:pt x="56" y="455"/>
                  </a:lnTo>
                  <a:lnTo>
                    <a:pt x="50" y="440"/>
                  </a:lnTo>
                  <a:lnTo>
                    <a:pt x="47" y="424"/>
                  </a:lnTo>
                  <a:lnTo>
                    <a:pt x="42" y="413"/>
                  </a:lnTo>
                  <a:lnTo>
                    <a:pt x="38" y="401"/>
                  </a:lnTo>
                  <a:lnTo>
                    <a:pt x="33" y="392"/>
                  </a:lnTo>
                  <a:lnTo>
                    <a:pt x="31" y="372"/>
                  </a:lnTo>
                  <a:lnTo>
                    <a:pt x="31" y="351"/>
                  </a:lnTo>
                  <a:lnTo>
                    <a:pt x="28" y="334"/>
                  </a:lnTo>
                  <a:lnTo>
                    <a:pt x="27" y="297"/>
                  </a:lnTo>
                  <a:lnTo>
                    <a:pt x="26" y="253"/>
                  </a:lnTo>
                  <a:lnTo>
                    <a:pt x="21" y="236"/>
                  </a:lnTo>
                  <a:lnTo>
                    <a:pt x="4" y="208"/>
                  </a:lnTo>
                  <a:lnTo>
                    <a:pt x="0" y="202"/>
                  </a:lnTo>
                  <a:lnTo>
                    <a:pt x="2" y="190"/>
                  </a:lnTo>
                  <a:lnTo>
                    <a:pt x="8" y="185"/>
                  </a:lnTo>
                  <a:lnTo>
                    <a:pt x="18" y="181"/>
                  </a:lnTo>
                  <a:lnTo>
                    <a:pt x="24" y="176"/>
                  </a:lnTo>
                  <a:lnTo>
                    <a:pt x="29" y="168"/>
                  </a:lnTo>
                  <a:lnTo>
                    <a:pt x="42" y="148"/>
                  </a:lnTo>
                  <a:lnTo>
                    <a:pt x="49" y="118"/>
                  </a:lnTo>
                  <a:lnTo>
                    <a:pt x="49" y="102"/>
                  </a:lnTo>
                  <a:lnTo>
                    <a:pt x="42" y="77"/>
                  </a:lnTo>
                  <a:lnTo>
                    <a:pt x="39" y="57"/>
                  </a:lnTo>
                  <a:lnTo>
                    <a:pt x="40" y="49"/>
                  </a:lnTo>
                  <a:lnTo>
                    <a:pt x="42" y="40"/>
                  </a:lnTo>
                  <a:lnTo>
                    <a:pt x="53" y="23"/>
                  </a:lnTo>
                  <a:lnTo>
                    <a:pt x="62" y="16"/>
                  </a:lnTo>
                  <a:lnTo>
                    <a:pt x="79" y="8"/>
                  </a:lnTo>
                  <a:lnTo>
                    <a:pt x="101" y="1"/>
                  </a:lnTo>
                  <a:lnTo>
                    <a:pt x="115" y="0"/>
                  </a:lnTo>
                  <a:lnTo>
                    <a:pt x="131" y="4"/>
                  </a:lnTo>
                  <a:lnTo>
                    <a:pt x="142" y="9"/>
                  </a:lnTo>
                  <a:lnTo>
                    <a:pt x="149" y="15"/>
                  </a:lnTo>
                  <a:lnTo>
                    <a:pt x="164" y="27"/>
                  </a:lnTo>
                  <a:lnTo>
                    <a:pt x="172" y="3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l959"/>
            <p:cNvSpPr/>
            <p:nvPr/>
          </p:nvSpPr>
          <p:spPr>
            <a:xfrm>
              <a:off x="4218050" y="5921593"/>
              <a:ext cx="862" cy="525"/>
            </a:xfrm>
            <a:custGeom>
              <a:avLst/>
              <a:pathLst>
                <a:path w="862" h="525">
                  <a:moveTo>
                    <a:pt x="247" y="26"/>
                  </a:moveTo>
                  <a:lnTo>
                    <a:pt x="255" y="28"/>
                  </a:lnTo>
                  <a:lnTo>
                    <a:pt x="268" y="29"/>
                  </a:lnTo>
                  <a:lnTo>
                    <a:pt x="274" y="30"/>
                  </a:lnTo>
                  <a:lnTo>
                    <a:pt x="284" y="39"/>
                  </a:lnTo>
                  <a:lnTo>
                    <a:pt x="299" y="45"/>
                  </a:lnTo>
                  <a:lnTo>
                    <a:pt x="312" y="50"/>
                  </a:lnTo>
                  <a:lnTo>
                    <a:pt x="324" y="59"/>
                  </a:lnTo>
                  <a:lnTo>
                    <a:pt x="335" y="64"/>
                  </a:lnTo>
                  <a:lnTo>
                    <a:pt x="345" y="68"/>
                  </a:lnTo>
                  <a:lnTo>
                    <a:pt x="371" y="84"/>
                  </a:lnTo>
                  <a:lnTo>
                    <a:pt x="387" y="90"/>
                  </a:lnTo>
                  <a:lnTo>
                    <a:pt x="398" y="96"/>
                  </a:lnTo>
                  <a:lnTo>
                    <a:pt x="403" y="99"/>
                  </a:lnTo>
                  <a:lnTo>
                    <a:pt x="416" y="107"/>
                  </a:lnTo>
                  <a:lnTo>
                    <a:pt x="428" y="115"/>
                  </a:lnTo>
                  <a:lnTo>
                    <a:pt x="444" y="121"/>
                  </a:lnTo>
                  <a:lnTo>
                    <a:pt x="456" y="124"/>
                  </a:lnTo>
                  <a:lnTo>
                    <a:pt x="463" y="124"/>
                  </a:lnTo>
                  <a:lnTo>
                    <a:pt x="472" y="121"/>
                  </a:lnTo>
                  <a:lnTo>
                    <a:pt x="483" y="116"/>
                  </a:lnTo>
                  <a:lnTo>
                    <a:pt x="496" y="111"/>
                  </a:lnTo>
                  <a:lnTo>
                    <a:pt x="508" y="100"/>
                  </a:lnTo>
                  <a:lnTo>
                    <a:pt x="514" y="96"/>
                  </a:lnTo>
                  <a:lnTo>
                    <a:pt x="534" y="66"/>
                  </a:lnTo>
                  <a:lnTo>
                    <a:pt x="537" y="61"/>
                  </a:lnTo>
                  <a:lnTo>
                    <a:pt x="548" y="43"/>
                  </a:lnTo>
                  <a:lnTo>
                    <a:pt x="555" y="38"/>
                  </a:lnTo>
                  <a:lnTo>
                    <a:pt x="573" y="37"/>
                  </a:lnTo>
                  <a:lnTo>
                    <a:pt x="582" y="37"/>
                  </a:lnTo>
                  <a:lnTo>
                    <a:pt x="588" y="41"/>
                  </a:lnTo>
                  <a:lnTo>
                    <a:pt x="604" y="49"/>
                  </a:lnTo>
                  <a:lnTo>
                    <a:pt x="607" y="66"/>
                  </a:lnTo>
                  <a:lnTo>
                    <a:pt x="613" y="113"/>
                  </a:lnTo>
                  <a:lnTo>
                    <a:pt x="620" y="159"/>
                  </a:lnTo>
                  <a:lnTo>
                    <a:pt x="630" y="242"/>
                  </a:lnTo>
                  <a:lnTo>
                    <a:pt x="633" y="251"/>
                  </a:lnTo>
                  <a:lnTo>
                    <a:pt x="638" y="254"/>
                  </a:lnTo>
                  <a:lnTo>
                    <a:pt x="656" y="258"/>
                  </a:lnTo>
                  <a:lnTo>
                    <a:pt x="663" y="262"/>
                  </a:lnTo>
                  <a:lnTo>
                    <a:pt x="667" y="267"/>
                  </a:lnTo>
                  <a:lnTo>
                    <a:pt x="677" y="275"/>
                  </a:lnTo>
                  <a:lnTo>
                    <a:pt x="685" y="277"/>
                  </a:lnTo>
                  <a:lnTo>
                    <a:pt x="709" y="285"/>
                  </a:lnTo>
                  <a:lnTo>
                    <a:pt x="720" y="288"/>
                  </a:lnTo>
                  <a:lnTo>
                    <a:pt x="728" y="287"/>
                  </a:lnTo>
                  <a:lnTo>
                    <a:pt x="736" y="287"/>
                  </a:lnTo>
                  <a:lnTo>
                    <a:pt x="745" y="289"/>
                  </a:lnTo>
                  <a:lnTo>
                    <a:pt x="752" y="293"/>
                  </a:lnTo>
                  <a:lnTo>
                    <a:pt x="762" y="301"/>
                  </a:lnTo>
                  <a:lnTo>
                    <a:pt x="779" y="313"/>
                  </a:lnTo>
                  <a:lnTo>
                    <a:pt x="791" y="326"/>
                  </a:lnTo>
                  <a:lnTo>
                    <a:pt x="799" y="336"/>
                  </a:lnTo>
                  <a:lnTo>
                    <a:pt x="802" y="343"/>
                  </a:lnTo>
                  <a:lnTo>
                    <a:pt x="804" y="355"/>
                  </a:lnTo>
                  <a:lnTo>
                    <a:pt x="805" y="373"/>
                  </a:lnTo>
                  <a:lnTo>
                    <a:pt x="808" y="378"/>
                  </a:lnTo>
                  <a:lnTo>
                    <a:pt x="817" y="387"/>
                  </a:lnTo>
                  <a:lnTo>
                    <a:pt x="838" y="415"/>
                  </a:lnTo>
                  <a:lnTo>
                    <a:pt x="855" y="441"/>
                  </a:lnTo>
                  <a:lnTo>
                    <a:pt x="861" y="461"/>
                  </a:lnTo>
                  <a:lnTo>
                    <a:pt x="862" y="469"/>
                  </a:lnTo>
                  <a:lnTo>
                    <a:pt x="861" y="477"/>
                  </a:lnTo>
                  <a:lnTo>
                    <a:pt x="857" y="485"/>
                  </a:lnTo>
                  <a:lnTo>
                    <a:pt x="849" y="493"/>
                  </a:lnTo>
                  <a:lnTo>
                    <a:pt x="837" y="501"/>
                  </a:lnTo>
                  <a:lnTo>
                    <a:pt x="823" y="515"/>
                  </a:lnTo>
                  <a:lnTo>
                    <a:pt x="811" y="525"/>
                  </a:lnTo>
                  <a:lnTo>
                    <a:pt x="806" y="514"/>
                  </a:lnTo>
                  <a:lnTo>
                    <a:pt x="754" y="469"/>
                  </a:lnTo>
                  <a:lnTo>
                    <a:pt x="693" y="428"/>
                  </a:lnTo>
                  <a:lnTo>
                    <a:pt x="687" y="424"/>
                  </a:lnTo>
                  <a:lnTo>
                    <a:pt x="664" y="407"/>
                  </a:lnTo>
                  <a:lnTo>
                    <a:pt x="648" y="396"/>
                  </a:lnTo>
                  <a:lnTo>
                    <a:pt x="641" y="391"/>
                  </a:lnTo>
                  <a:lnTo>
                    <a:pt x="534" y="316"/>
                  </a:lnTo>
                  <a:lnTo>
                    <a:pt x="507" y="297"/>
                  </a:lnTo>
                  <a:lnTo>
                    <a:pt x="488" y="284"/>
                  </a:lnTo>
                  <a:lnTo>
                    <a:pt x="479" y="280"/>
                  </a:lnTo>
                  <a:lnTo>
                    <a:pt x="382" y="237"/>
                  </a:lnTo>
                  <a:lnTo>
                    <a:pt x="383" y="216"/>
                  </a:lnTo>
                  <a:lnTo>
                    <a:pt x="347" y="203"/>
                  </a:lnTo>
                  <a:lnTo>
                    <a:pt x="336" y="189"/>
                  </a:lnTo>
                  <a:lnTo>
                    <a:pt x="315" y="184"/>
                  </a:lnTo>
                  <a:lnTo>
                    <a:pt x="307" y="197"/>
                  </a:lnTo>
                  <a:lnTo>
                    <a:pt x="297" y="200"/>
                  </a:lnTo>
                  <a:lnTo>
                    <a:pt x="251" y="183"/>
                  </a:lnTo>
                  <a:lnTo>
                    <a:pt x="245" y="179"/>
                  </a:lnTo>
                  <a:lnTo>
                    <a:pt x="206" y="151"/>
                  </a:lnTo>
                  <a:lnTo>
                    <a:pt x="170" y="127"/>
                  </a:lnTo>
                  <a:lnTo>
                    <a:pt x="155" y="120"/>
                  </a:lnTo>
                  <a:lnTo>
                    <a:pt x="150" y="119"/>
                  </a:lnTo>
                  <a:lnTo>
                    <a:pt x="141" y="119"/>
                  </a:lnTo>
                  <a:lnTo>
                    <a:pt x="129" y="117"/>
                  </a:lnTo>
                  <a:lnTo>
                    <a:pt x="115" y="111"/>
                  </a:lnTo>
                  <a:lnTo>
                    <a:pt x="112" y="102"/>
                  </a:lnTo>
                  <a:lnTo>
                    <a:pt x="85" y="88"/>
                  </a:lnTo>
                  <a:lnTo>
                    <a:pt x="79" y="87"/>
                  </a:lnTo>
                  <a:lnTo>
                    <a:pt x="71" y="92"/>
                  </a:lnTo>
                  <a:lnTo>
                    <a:pt x="59" y="91"/>
                  </a:lnTo>
                  <a:lnTo>
                    <a:pt x="44" y="81"/>
                  </a:lnTo>
                  <a:lnTo>
                    <a:pt x="31" y="70"/>
                  </a:lnTo>
                  <a:lnTo>
                    <a:pt x="23" y="65"/>
                  </a:lnTo>
                  <a:lnTo>
                    <a:pt x="18" y="62"/>
                  </a:lnTo>
                  <a:lnTo>
                    <a:pt x="7" y="55"/>
                  </a:lnTo>
                  <a:lnTo>
                    <a:pt x="0" y="49"/>
                  </a:lnTo>
                  <a:lnTo>
                    <a:pt x="2" y="44"/>
                  </a:lnTo>
                  <a:lnTo>
                    <a:pt x="20" y="49"/>
                  </a:lnTo>
                  <a:lnTo>
                    <a:pt x="25" y="50"/>
                  </a:lnTo>
                  <a:lnTo>
                    <a:pt x="32" y="50"/>
                  </a:lnTo>
                  <a:lnTo>
                    <a:pt x="37" y="50"/>
                  </a:lnTo>
                  <a:lnTo>
                    <a:pt x="44" y="44"/>
                  </a:lnTo>
                  <a:lnTo>
                    <a:pt x="50" y="34"/>
                  </a:lnTo>
                  <a:lnTo>
                    <a:pt x="60" y="32"/>
                  </a:lnTo>
                  <a:lnTo>
                    <a:pt x="80" y="29"/>
                  </a:lnTo>
                  <a:lnTo>
                    <a:pt x="100" y="26"/>
                  </a:lnTo>
                  <a:lnTo>
                    <a:pt x="120" y="21"/>
                  </a:lnTo>
                  <a:lnTo>
                    <a:pt x="131" y="15"/>
                  </a:lnTo>
                  <a:lnTo>
                    <a:pt x="140" y="11"/>
                  </a:lnTo>
                  <a:lnTo>
                    <a:pt x="152" y="6"/>
                  </a:lnTo>
                  <a:lnTo>
                    <a:pt x="166" y="0"/>
                  </a:lnTo>
                  <a:lnTo>
                    <a:pt x="174" y="0"/>
                  </a:lnTo>
                  <a:lnTo>
                    <a:pt x="190" y="1"/>
                  </a:lnTo>
                  <a:lnTo>
                    <a:pt x="203" y="4"/>
                  </a:lnTo>
                  <a:lnTo>
                    <a:pt x="223" y="14"/>
                  </a:lnTo>
                  <a:lnTo>
                    <a:pt x="247" y="2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l960"/>
            <p:cNvSpPr/>
            <p:nvPr/>
          </p:nvSpPr>
          <p:spPr>
            <a:xfrm>
              <a:off x="4221221" y="5920346"/>
              <a:ext cx="4207" cy="4490"/>
            </a:xfrm>
            <a:custGeom>
              <a:avLst/>
              <a:pathLst>
                <a:path w="4207" h="4490">
                  <a:moveTo>
                    <a:pt x="2126" y="7"/>
                  </a:moveTo>
                  <a:lnTo>
                    <a:pt x="2152" y="9"/>
                  </a:lnTo>
                  <a:lnTo>
                    <a:pt x="2174" y="10"/>
                  </a:lnTo>
                  <a:lnTo>
                    <a:pt x="2195" y="16"/>
                  </a:lnTo>
                  <a:lnTo>
                    <a:pt x="2236" y="32"/>
                  </a:lnTo>
                  <a:lnTo>
                    <a:pt x="2251" y="41"/>
                  </a:lnTo>
                  <a:lnTo>
                    <a:pt x="2271" y="50"/>
                  </a:lnTo>
                  <a:lnTo>
                    <a:pt x="2283" y="58"/>
                  </a:lnTo>
                  <a:lnTo>
                    <a:pt x="2296" y="61"/>
                  </a:lnTo>
                  <a:lnTo>
                    <a:pt x="2306" y="62"/>
                  </a:lnTo>
                  <a:lnTo>
                    <a:pt x="2317" y="64"/>
                  </a:lnTo>
                  <a:lnTo>
                    <a:pt x="2337" y="78"/>
                  </a:lnTo>
                  <a:lnTo>
                    <a:pt x="2360" y="90"/>
                  </a:lnTo>
                  <a:lnTo>
                    <a:pt x="2391" y="103"/>
                  </a:lnTo>
                  <a:lnTo>
                    <a:pt x="2407" y="105"/>
                  </a:lnTo>
                  <a:lnTo>
                    <a:pt x="2427" y="107"/>
                  </a:lnTo>
                  <a:lnTo>
                    <a:pt x="2445" y="110"/>
                  </a:lnTo>
                  <a:lnTo>
                    <a:pt x="2459" y="117"/>
                  </a:lnTo>
                  <a:lnTo>
                    <a:pt x="2475" y="125"/>
                  </a:lnTo>
                  <a:lnTo>
                    <a:pt x="2490" y="138"/>
                  </a:lnTo>
                  <a:lnTo>
                    <a:pt x="2519" y="163"/>
                  </a:lnTo>
                  <a:lnTo>
                    <a:pt x="2526" y="177"/>
                  </a:lnTo>
                  <a:lnTo>
                    <a:pt x="2533" y="194"/>
                  </a:lnTo>
                  <a:lnTo>
                    <a:pt x="2538" y="210"/>
                  </a:lnTo>
                  <a:lnTo>
                    <a:pt x="2553" y="221"/>
                  </a:lnTo>
                  <a:lnTo>
                    <a:pt x="2567" y="229"/>
                  </a:lnTo>
                  <a:lnTo>
                    <a:pt x="2580" y="231"/>
                  </a:lnTo>
                  <a:lnTo>
                    <a:pt x="2590" y="229"/>
                  </a:lnTo>
                  <a:lnTo>
                    <a:pt x="2601" y="222"/>
                  </a:lnTo>
                  <a:lnTo>
                    <a:pt x="2605" y="219"/>
                  </a:lnTo>
                  <a:lnTo>
                    <a:pt x="2624" y="219"/>
                  </a:lnTo>
                  <a:lnTo>
                    <a:pt x="2634" y="224"/>
                  </a:lnTo>
                  <a:lnTo>
                    <a:pt x="2645" y="230"/>
                  </a:lnTo>
                  <a:lnTo>
                    <a:pt x="2655" y="235"/>
                  </a:lnTo>
                  <a:lnTo>
                    <a:pt x="2667" y="236"/>
                  </a:lnTo>
                  <a:lnTo>
                    <a:pt x="2677" y="244"/>
                  </a:lnTo>
                  <a:lnTo>
                    <a:pt x="2698" y="278"/>
                  </a:lnTo>
                  <a:lnTo>
                    <a:pt x="2718" y="312"/>
                  </a:lnTo>
                  <a:lnTo>
                    <a:pt x="2758" y="367"/>
                  </a:lnTo>
                  <a:lnTo>
                    <a:pt x="2795" y="404"/>
                  </a:lnTo>
                  <a:lnTo>
                    <a:pt x="2831" y="429"/>
                  </a:lnTo>
                  <a:lnTo>
                    <a:pt x="2853" y="442"/>
                  </a:lnTo>
                  <a:lnTo>
                    <a:pt x="2870" y="451"/>
                  </a:lnTo>
                  <a:lnTo>
                    <a:pt x="2915" y="470"/>
                  </a:lnTo>
                  <a:lnTo>
                    <a:pt x="2956" y="483"/>
                  </a:lnTo>
                  <a:lnTo>
                    <a:pt x="2990" y="488"/>
                  </a:lnTo>
                  <a:lnTo>
                    <a:pt x="3008" y="484"/>
                  </a:lnTo>
                  <a:lnTo>
                    <a:pt x="3028" y="480"/>
                  </a:lnTo>
                  <a:lnTo>
                    <a:pt x="3043" y="477"/>
                  </a:lnTo>
                  <a:lnTo>
                    <a:pt x="3057" y="472"/>
                  </a:lnTo>
                  <a:lnTo>
                    <a:pt x="3064" y="463"/>
                  </a:lnTo>
                  <a:lnTo>
                    <a:pt x="3066" y="447"/>
                  </a:lnTo>
                  <a:lnTo>
                    <a:pt x="3066" y="441"/>
                  </a:lnTo>
                  <a:lnTo>
                    <a:pt x="3064" y="429"/>
                  </a:lnTo>
                  <a:lnTo>
                    <a:pt x="3072" y="415"/>
                  </a:lnTo>
                  <a:lnTo>
                    <a:pt x="3089" y="402"/>
                  </a:lnTo>
                  <a:lnTo>
                    <a:pt x="3096" y="395"/>
                  </a:lnTo>
                  <a:lnTo>
                    <a:pt x="3097" y="388"/>
                  </a:lnTo>
                  <a:lnTo>
                    <a:pt x="3095" y="373"/>
                  </a:lnTo>
                  <a:lnTo>
                    <a:pt x="3095" y="364"/>
                  </a:lnTo>
                  <a:lnTo>
                    <a:pt x="3098" y="357"/>
                  </a:lnTo>
                  <a:lnTo>
                    <a:pt x="3103" y="349"/>
                  </a:lnTo>
                  <a:lnTo>
                    <a:pt x="3108" y="344"/>
                  </a:lnTo>
                  <a:lnTo>
                    <a:pt x="3116" y="340"/>
                  </a:lnTo>
                  <a:lnTo>
                    <a:pt x="3121" y="339"/>
                  </a:lnTo>
                  <a:lnTo>
                    <a:pt x="3133" y="340"/>
                  </a:lnTo>
                  <a:lnTo>
                    <a:pt x="3136" y="344"/>
                  </a:lnTo>
                  <a:lnTo>
                    <a:pt x="3142" y="361"/>
                  </a:lnTo>
                  <a:lnTo>
                    <a:pt x="3143" y="371"/>
                  </a:lnTo>
                  <a:lnTo>
                    <a:pt x="3149" y="383"/>
                  </a:lnTo>
                  <a:lnTo>
                    <a:pt x="3155" y="392"/>
                  </a:lnTo>
                  <a:lnTo>
                    <a:pt x="3164" y="405"/>
                  </a:lnTo>
                  <a:lnTo>
                    <a:pt x="3175" y="418"/>
                  </a:lnTo>
                  <a:lnTo>
                    <a:pt x="3200" y="449"/>
                  </a:lnTo>
                  <a:lnTo>
                    <a:pt x="3216" y="459"/>
                  </a:lnTo>
                  <a:lnTo>
                    <a:pt x="3231" y="462"/>
                  </a:lnTo>
                  <a:lnTo>
                    <a:pt x="3244" y="468"/>
                  </a:lnTo>
                  <a:lnTo>
                    <a:pt x="3267" y="480"/>
                  </a:lnTo>
                  <a:lnTo>
                    <a:pt x="3280" y="486"/>
                  </a:lnTo>
                  <a:lnTo>
                    <a:pt x="3291" y="490"/>
                  </a:lnTo>
                  <a:lnTo>
                    <a:pt x="3305" y="507"/>
                  </a:lnTo>
                  <a:lnTo>
                    <a:pt x="3320" y="528"/>
                  </a:lnTo>
                  <a:lnTo>
                    <a:pt x="3334" y="541"/>
                  </a:lnTo>
                  <a:lnTo>
                    <a:pt x="3343" y="545"/>
                  </a:lnTo>
                  <a:lnTo>
                    <a:pt x="3357" y="545"/>
                  </a:lnTo>
                  <a:lnTo>
                    <a:pt x="3369" y="543"/>
                  </a:lnTo>
                  <a:lnTo>
                    <a:pt x="3381" y="541"/>
                  </a:lnTo>
                  <a:lnTo>
                    <a:pt x="3393" y="543"/>
                  </a:lnTo>
                  <a:lnTo>
                    <a:pt x="3410" y="546"/>
                  </a:lnTo>
                  <a:lnTo>
                    <a:pt x="3418" y="555"/>
                  </a:lnTo>
                  <a:lnTo>
                    <a:pt x="3429" y="561"/>
                  </a:lnTo>
                  <a:lnTo>
                    <a:pt x="3440" y="562"/>
                  </a:lnTo>
                  <a:lnTo>
                    <a:pt x="3446" y="557"/>
                  </a:lnTo>
                  <a:lnTo>
                    <a:pt x="3452" y="550"/>
                  </a:lnTo>
                  <a:lnTo>
                    <a:pt x="3465" y="548"/>
                  </a:lnTo>
                  <a:lnTo>
                    <a:pt x="3476" y="547"/>
                  </a:lnTo>
                  <a:lnTo>
                    <a:pt x="3487" y="552"/>
                  </a:lnTo>
                  <a:lnTo>
                    <a:pt x="3491" y="558"/>
                  </a:lnTo>
                  <a:lnTo>
                    <a:pt x="3493" y="565"/>
                  </a:lnTo>
                  <a:lnTo>
                    <a:pt x="3489" y="572"/>
                  </a:lnTo>
                  <a:lnTo>
                    <a:pt x="3483" y="580"/>
                  </a:lnTo>
                  <a:lnTo>
                    <a:pt x="3480" y="591"/>
                  </a:lnTo>
                  <a:lnTo>
                    <a:pt x="3488" y="597"/>
                  </a:lnTo>
                  <a:lnTo>
                    <a:pt x="3508" y="599"/>
                  </a:lnTo>
                  <a:lnTo>
                    <a:pt x="3522" y="596"/>
                  </a:lnTo>
                  <a:lnTo>
                    <a:pt x="3534" y="586"/>
                  </a:lnTo>
                  <a:lnTo>
                    <a:pt x="3558" y="572"/>
                  </a:lnTo>
                  <a:lnTo>
                    <a:pt x="3569" y="567"/>
                  </a:lnTo>
                  <a:lnTo>
                    <a:pt x="3579" y="560"/>
                  </a:lnTo>
                  <a:lnTo>
                    <a:pt x="3584" y="549"/>
                  </a:lnTo>
                  <a:lnTo>
                    <a:pt x="3588" y="539"/>
                  </a:lnTo>
                  <a:lnTo>
                    <a:pt x="3594" y="533"/>
                  </a:lnTo>
                  <a:lnTo>
                    <a:pt x="3598" y="528"/>
                  </a:lnTo>
                  <a:lnTo>
                    <a:pt x="3606" y="523"/>
                  </a:lnTo>
                  <a:lnTo>
                    <a:pt x="3614" y="522"/>
                  </a:lnTo>
                  <a:lnTo>
                    <a:pt x="3623" y="525"/>
                  </a:lnTo>
                  <a:lnTo>
                    <a:pt x="3631" y="531"/>
                  </a:lnTo>
                  <a:lnTo>
                    <a:pt x="3646" y="539"/>
                  </a:lnTo>
                  <a:lnTo>
                    <a:pt x="3657" y="541"/>
                  </a:lnTo>
                  <a:lnTo>
                    <a:pt x="3664" y="537"/>
                  </a:lnTo>
                  <a:lnTo>
                    <a:pt x="3667" y="526"/>
                  </a:lnTo>
                  <a:lnTo>
                    <a:pt x="3674" y="519"/>
                  </a:lnTo>
                  <a:lnTo>
                    <a:pt x="3682" y="524"/>
                  </a:lnTo>
                  <a:lnTo>
                    <a:pt x="3684" y="533"/>
                  </a:lnTo>
                  <a:lnTo>
                    <a:pt x="3685" y="546"/>
                  </a:lnTo>
                  <a:lnTo>
                    <a:pt x="3693" y="555"/>
                  </a:lnTo>
                  <a:lnTo>
                    <a:pt x="3699" y="560"/>
                  </a:lnTo>
                  <a:lnTo>
                    <a:pt x="3712" y="560"/>
                  </a:lnTo>
                  <a:lnTo>
                    <a:pt x="3736" y="560"/>
                  </a:lnTo>
                  <a:lnTo>
                    <a:pt x="3745" y="555"/>
                  </a:lnTo>
                  <a:lnTo>
                    <a:pt x="3752" y="544"/>
                  </a:lnTo>
                  <a:lnTo>
                    <a:pt x="3758" y="537"/>
                  </a:lnTo>
                  <a:lnTo>
                    <a:pt x="3770" y="537"/>
                  </a:lnTo>
                  <a:lnTo>
                    <a:pt x="3781" y="540"/>
                  </a:lnTo>
                  <a:lnTo>
                    <a:pt x="3798" y="550"/>
                  </a:lnTo>
                  <a:lnTo>
                    <a:pt x="3812" y="555"/>
                  </a:lnTo>
                  <a:lnTo>
                    <a:pt x="3825" y="555"/>
                  </a:lnTo>
                  <a:lnTo>
                    <a:pt x="3836" y="551"/>
                  </a:lnTo>
                  <a:lnTo>
                    <a:pt x="3852" y="530"/>
                  </a:lnTo>
                  <a:lnTo>
                    <a:pt x="3861" y="525"/>
                  </a:lnTo>
                  <a:lnTo>
                    <a:pt x="3868" y="518"/>
                  </a:lnTo>
                  <a:lnTo>
                    <a:pt x="3883" y="518"/>
                  </a:lnTo>
                  <a:lnTo>
                    <a:pt x="3891" y="522"/>
                  </a:lnTo>
                  <a:lnTo>
                    <a:pt x="3900" y="533"/>
                  </a:lnTo>
                  <a:lnTo>
                    <a:pt x="3907" y="544"/>
                  </a:lnTo>
                  <a:lnTo>
                    <a:pt x="3914" y="557"/>
                  </a:lnTo>
                  <a:lnTo>
                    <a:pt x="3923" y="580"/>
                  </a:lnTo>
                  <a:lnTo>
                    <a:pt x="3946" y="608"/>
                  </a:lnTo>
                  <a:lnTo>
                    <a:pt x="3958" y="622"/>
                  </a:lnTo>
                  <a:lnTo>
                    <a:pt x="3971" y="638"/>
                  </a:lnTo>
                  <a:lnTo>
                    <a:pt x="3984" y="657"/>
                  </a:lnTo>
                  <a:lnTo>
                    <a:pt x="3995" y="672"/>
                  </a:lnTo>
                  <a:lnTo>
                    <a:pt x="4015" y="693"/>
                  </a:lnTo>
                  <a:lnTo>
                    <a:pt x="4034" y="736"/>
                  </a:lnTo>
                  <a:lnTo>
                    <a:pt x="4034" y="763"/>
                  </a:lnTo>
                  <a:lnTo>
                    <a:pt x="4035" y="784"/>
                  </a:lnTo>
                  <a:lnTo>
                    <a:pt x="4048" y="797"/>
                  </a:lnTo>
                  <a:lnTo>
                    <a:pt x="4067" y="804"/>
                  </a:lnTo>
                  <a:lnTo>
                    <a:pt x="4090" y="808"/>
                  </a:lnTo>
                  <a:lnTo>
                    <a:pt x="4098" y="799"/>
                  </a:lnTo>
                  <a:lnTo>
                    <a:pt x="4124" y="790"/>
                  </a:lnTo>
                  <a:lnTo>
                    <a:pt x="4144" y="792"/>
                  </a:lnTo>
                  <a:lnTo>
                    <a:pt x="4164" y="805"/>
                  </a:lnTo>
                  <a:lnTo>
                    <a:pt x="4170" y="817"/>
                  </a:lnTo>
                  <a:lnTo>
                    <a:pt x="4170" y="837"/>
                  </a:lnTo>
                  <a:lnTo>
                    <a:pt x="4170" y="855"/>
                  </a:lnTo>
                  <a:lnTo>
                    <a:pt x="4170" y="878"/>
                  </a:lnTo>
                  <a:lnTo>
                    <a:pt x="4175" y="897"/>
                  </a:lnTo>
                  <a:lnTo>
                    <a:pt x="4179" y="907"/>
                  </a:lnTo>
                  <a:lnTo>
                    <a:pt x="4183" y="916"/>
                  </a:lnTo>
                  <a:lnTo>
                    <a:pt x="4189" y="937"/>
                  </a:lnTo>
                  <a:lnTo>
                    <a:pt x="4197" y="959"/>
                  </a:lnTo>
                  <a:lnTo>
                    <a:pt x="4204" y="981"/>
                  </a:lnTo>
                  <a:lnTo>
                    <a:pt x="4207" y="1004"/>
                  </a:lnTo>
                  <a:lnTo>
                    <a:pt x="4205" y="1034"/>
                  </a:lnTo>
                  <a:lnTo>
                    <a:pt x="4199" y="1062"/>
                  </a:lnTo>
                  <a:lnTo>
                    <a:pt x="4192" y="1082"/>
                  </a:lnTo>
                  <a:lnTo>
                    <a:pt x="4188" y="1110"/>
                  </a:lnTo>
                  <a:lnTo>
                    <a:pt x="4184" y="1123"/>
                  </a:lnTo>
                  <a:lnTo>
                    <a:pt x="4180" y="1137"/>
                  </a:lnTo>
                  <a:lnTo>
                    <a:pt x="4177" y="1153"/>
                  </a:lnTo>
                  <a:lnTo>
                    <a:pt x="4177" y="1168"/>
                  </a:lnTo>
                  <a:lnTo>
                    <a:pt x="4181" y="1188"/>
                  </a:lnTo>
                  <a:lnTo>
                    <a:pt x="4176" y="1201"/>
                  </a:lnTo>
                  <a:lnTo>
                    <a:pt x="4166" y="1205"/>
                  </a:lnTo>
                  <a:lnTo>
                    <a:pt x="4152" y="1207"/>
                  </a:lnTo>
                  <a:lnTo>
                    <a:pt x="4137" y="1211"/>
                  </a:lnTo>
                  <a:lnTo>
                    <a:pt x="4123" y="1216"/>
                  </a:lnTo>
                  <a:lnTo>
                    <a:pt x="4106" y="1229"/>
                  </a:lnTo>
                  <a:lnTo>
                    <a:pt x="4091" y="1248"/>
                  </a:lnTo>
                  <a:lnTo>
                    <a:pt x="4081" y="1269"/>
                  </a:lnTo>
                  <a:lnTo>
                    <a:pt x="4078" y="1285"/>
                  </a:lnTo>
                  <a:lnTo>
                    <a:pt x="4074" y="1303"/>
                  </a:lnTo>
                  <a:lnTo>
                    <a:pt x="4071" y="1319"/>
                  </a:lnTo>
                  <a:lnTo>
                    <a:pt x="4069" y="1350"/>
                  </a:lnTo>
                  <a:lnTo>
                    <a:pt x="4075" y="1452"/>
                  </a:lnTo>
                  <a:lnTo>
                    <a:pt x="4075" y="1460"/>
                  </a:lnTo>
                  <a:lnTo>
                    <a:pt x="4071" y="1474"/>
                  </a:lnTo>
                  <a:lnTo>
                    <a:pt x="4071" y="1496"/>
                  </a:lnTo>
                  <a:lnTo>
                    <a:pt x="4072" y="1518"/>
                  </a:lnTo>
                  <a:lnTo>
                    <a:pt x="4077" y="1533"/>
                  </a:lnTo>
                  <a:lnTo>
                    <a:pt x="4087" y="1561"/>
                  </a:lnTo>
                  <a:lnTo>
                    <a:pt x="4090" y="1577"/>
                  </a:lnTo>
                  <a:lnTo>
                    <a:pt x="4094" y="1593"/>
                  </a:lnTo>
                  <a:lnTo>
                    <a:pt x="4101" y="1605"/>
                  </a:lnTo>
                  <a:lnTo>
                    <a:pt x="4110" y="1618"/>
                  </a:lnTo>
                  <a:lnTo>
                    <a:pt x="4115" y="1628"/>
                  </a:lnTo>
                  <a:lnTo>
                    <a:pt x="4121" y="1640"/>
                  </a:lnTo>
                  <a:lnTo>
                    <a:pt x="4115" y="1656"/>
                  </a:lnTo>
                  <a:lnTo>
                    <a:pt x="4104" y="1687"/>
                  </a:lnTo>
                  <a:lnTo>
                    <a:pt x="4101" y="1701"/>
                  </a:lnTo>
                  <a:lnTo>
                    <a:pt x="4101" y="1713"/>
                  </a:lnTo>
                  <a:lnTo>
                    <a:pt x="4105" y="1723"/>
                  </a:lnTo>
                  <a:lnTo>
                    <a:pt x="4113" y="1728"/>
                  </a:lnTo>
                  <a:lnTo>
                    <a:pt x="4125" y="1729"/>
                  </a:lnTo>
                  <a:lnTo>
                    <a:pt x="4135" y="1728"/>
                  </a:lnTo>
                  <a:lnTo>
                    <a:pt x="4144" y="1728"/>
                  </a:lnTo>
                  <a:lnTo>
                    <a:pt x="4152" y="1733"/>
                  </a:lnTo>
                  <a:lnTo>
                    <a:pt x="4153" y="1739"/>
                  </a:lnTo>
                  <a:lnTo>
                    <a:pt x="4152" y="1746"/>
                  </a:lnTo>
                  <a:lnTo>
                    <a:pt x="4146" y="1755"/>
                  </a:lnTo>
                  <a:lnTo>
                    <a:pt x="4139" y="1763"/>
                  </a:lnTo>
                  <a:lnTo>
                    <a:pt x="4129" y="1771"/>
                  </a:lnTo>
                  <a:lnTo>
                    <a:pt x="4115" y="1780"/>
                  </a:lnTo>
                  <a:lnTo>
                    <a:pt x="4103" y="1784"/>
                  </a:lnTo>
                  <a:lnTo>
                    <a:pt x="4091" y="1786"/>
                  </a:lnTo>
                  <a:lnTo>
                    <a:pt x="4080" y="1787"/>
                  </a:lnTo>
                  <a:lnTo>
                    <a:pt x="4064" y="1794"/>
                  </a:lnTo>
                  <a:lnTo>
                    <a:pt x="4023" y="1798"/>
                  </a:lnTo>
                  <a:lnTo>
                    <a:pt x="4008" y="1803"/>
                  </a:lnTo>
                  <a:lnTo>
                    <a:pt x="3984" y="1811"/>
                  </a:lnTo>
                  <a:lnTo>
                    <a:pt x="3977" y="1820"/>
                  </a:lnTo>
                  <a:lnTo>
                    <a:pt x="3969" y="1832"/>
                  </a:lnTo>
                  <a:lnTo>
                    <a:pt x="3957" y="1839"/>
                  </a:lnTo>
                  <a:lnTo>
                    <a:pt x="3943" y="1841"/>
                  </a:lnTo>
                  <a:lnTo>
                    <a:pt x="3925" y="1842"/>
                  </a:lnTo>
                  <a:lnTo>
                    <a:pt x="3919" y="1838"/>
                  </a:lnTo>
                  <a:lnTo>
                    <a:pt x="3907" y="1832"/>
                  </a:lnTo>
                  <a:lnTo>
                    <a:pt x="3894" y="1829"/>
                  </a:lnTo>
                  <a:lnTo>
                    <a:pt x="3886" y="1826"/>
                  </a:lnTo>
                  <a:lnTo>
                    <a:pt x="3870" y="1820"/>
                  </a:lnTo>
                  <a:lnTo>
                    <a:pt x="3862" y="1831"/>
                  </a:lnTo>
                  <a:lnTo>
                    <a:pt x="3854" y="1843"/>
                  </a:lnTo>
                  <a:lnTo>
                    <a:pt x="3845" y="1851"/>
                  </a:lnTo>
                  <a:lnTo>
                    <a:pt x="3834" y="1858"/>
                  </a:lnTo>
                  <a:lnTo>
                    <a:pt x="3820" y="1859"/>
                  </a:lnTo>
                  <a:lnTo>
                    <a:pt x="3803" y="1861"/>
                  </a:lnTo>
                  <a:lnTo>
                    <a:pt x="3790" y="1870"/>
                  </a:lnTo>
                  <a:lnTo>
                    <a:pt x="3760" y="1898"/>
                  </a:lnTo>
                  <a:lnTo>
                    <a:pt x="3746" y="1911"/>
                  </a:lnTo>
                  <a:lnTo>
                    <a:pt x="3734" y="1922"/>
                  </a:lnTo>
                  <a:lnTo>
                    <a:pt x="3722" y="1930"/>
                  </a:lnTo>
                  <a:lnTo>
                    <a:pt x="3686" y="1943"/>
                  </a:lnTo>
                  <a:lnTo>
                    <a:pt x="3660" y="1951"/>
                  </a:lnTo>
                  <a:lnTo>
                    <a:pt x="3619" y="1965"/>
                  </a:lnTo>
                  <a:lnTo>
                    <a:pt x="3592" y="1968"/>
                  </a:lnTo>
                  <a:lnTo>
                    <a:pt x="3581" y="1946"/>
                  </a:lnTo>
                  <a:lnTo>
                    <a:pt x="3557" y="1935"/>
                  </a:lnTo>
                  <a:lnTo>
                    <a:pt x="3547" y="1946"/>
                  </a:lnTo>
                  <a:lnTo>
                    <a:pt x="3540" y="1953"/>
                  </a:lnTo>
                  <a:lnTo>
                    <a:pt x="3529" y="1965"/>
                  </a:lnTo>
                  <a:lnTo>
                    <a:pt x="3522" y="1973"/>
                  </a:lnTo>
                  <a:lnTo>
                    <a:pt x="3517" y="1980"/>
                  </a:lnTo>
                  <a:lnTo>
                    <a:pt x="3503" y="2000"/>
                  </a:lnTo>
                  <a:lnTo>
                    <a:pt x="3496" y="2018"/>
                  </a:lnTo>
                  <a:lnTo>
                    <a:pt x="3491" y="2038"/>
                  </a:lnTo>
                  <a:lnTo>
                    <a:pt x="3485" y="2067"/>
                  </a:lnTo>
                  <a:lnTo>
                    <a:pt x="3480" y="2092"/>
                  </a:lnTo>
                  <a:lnTo>
                    <a:pt x="3470" y="2112"/>
                  </a:lnTo>
                  <a:lnTo>
                    <a:pt x="3465" y="2129"/>
                  </a:lnTo>
                  <a:lnTo>
                    <a:pt x="3455" y="2171"/>
                  </a:lnTo>
                  <a:lnTo>
                    <a:pt x="3454" y="2187"/>
                  </a:lnTo>
                  <a:lnTo>
                    <a:pt x="3454" y="2206"/>
                  </a:lnTo>
                  <a:lnTo>
                    <a:pt x="3458" y="2213"/>
                  </a:lnTo>
                  <a:lnTo>
                    <a:pt x="3463" y="2228"/>
                  </a:lnTo>
                  <a:lnTo>
                    <a:pt x="3466" y="2238"/>
                  </a:lnTo>
                  <a:lnTo>
                    <a:pt x="3473" y="2245"/>
                  </a:lnTo>
                  <a:lnTo>
                    <a:pt x="3483" y="2249"/>
                  </a:lnTo>
                  <a:lnTo>
                    <a:pt x="3491" y="2251"/>
                  </a:lnTo>
                  <a:lnTo>
                    <a:pt x="3501" y="2255"/>
                  </a:lnTo>
                  <a:lnTo>
                    <a:pt x="3509" y="2265"/>
                  </a:lnTo>
                  <a:lnTo>
                    <a:pt x="3516" y="2281"/>
                  </a:lnTo>
                  <a:lnTo>
                    <a:pt x="3521" y="2291"/>
                  </a:lnTo>
                  <a:lnTo>
                    <a:pt x="3526" y="2301"/>
                  </a:lnTo>
                  <a:lnTo>
                    <a:pt x="3531" y="2312"/>
                  </a:lnTo>
                  <a:lnTo>
                    <a:pt x="3535" y="2321"/>
                  </a:lnTo>
                  <a:lnTo>
                    <a:pt x="3541" y="2333"/>
                  </a:lnTo>
                  <a:lnTo>
                    <a:pt x="3546" y="2344"/>
                  </a:lnTo>
                  <a:lnTo>
                    <a:pt x="3553" y="2364"/>
                  </a:lnTo>
                  <a:lnTo>
                    <a:pt x="3546" y="2395"/>
                  </a:lnTo>
                  <a:lnTo>
                    <a:pt x="3537" y="2410"/>
                  </a:lnTo>
                  <a:lnTo>
                    <a:pt x="3530" y="2426"/>
                  </a:lnTo>
                  <a:lnTo>
                    <a:pt x="3527" y="2454"/>
                  </a:lnTo>
                  <a:lnTo>
                    <a:pt x="3523" y="2487"/>
                  </a:lnTo>
                  <a:lnTo>
                    <a:pt x="3518" y="2506"/>
                  </a:lnTo>
                  <a:lnTo>
                    <a:pt x="3523" y="2523"/>
                  </a:lnTo>
                  <a:lnTo>
                    <a:pt x="3522" y="2540"/>
                  </a:lnTo>
                  <a:lnTo>
                    <a:pt x="3524" y="2559"/>
                  </a:lnTo>
                  <a:lnTo>
                    <a:pt x="3523" y="2582"/>
                  </a:lnTo>
                  <a:lnTo>
                    <a:pt x="3521" y="2596"/>
                  </a:lnTo>
                  <a:lnTo>
                    <a:pt x="3517" y="2614"/>
                  </a:lnTo>
                  <a:lnTo>
                    <a:pt x="3511" y="2625"/>
                  </a:lnTo>
                  <a:lnTo>
                    <a:pt x="3500" y="2642"/>
                  </a:lnTo>
                  <a:lnTo>
                    <a:pt x="3493" y="2673"/>
                  </a:lnTo>
                  <a:lnTo>
                    <a:pt x="3487" y="2692"/>
                  </a:lnTo>
                  <a:lnTo>
                    <a:pt x="3480" y="2708"/>
                  </a:lnTo>
                  <a:lnTo>
                    <a:pt x="3469" y="2719"/>
                  </a:lnTo>
                  <a:lnTo>
                    <a:pt x="3454" y="2734"/>
                  </a:lnTo>
                  <a:lnTo>
                    <a:pt x="3441" y="2744"/>
                  </a:lnTo>
                  <a:lnTo>
                    <a:pt x="3428" y="2756"/>
                  </a:lnTo>
                  <a:lnTo>
                    <a:pt x="3417" y="2765"/>
                  </a:lnTo>
                  <a:lnTo>
                    <a:pt x="3410" y="2775"/>
                  </a:lnTo>
                  <a:lnTo>
                    <a:pt x="3404" y="2786"/>
                  </a:lnTo>
                  <a:lnTo>
                    <a:pt x="3401" y="2798"/>
                  </a:lnTo>
                  <a:lnTo>
                    <a:pt x="3400" y="2824"/>
                  </a:lnTo>
                  <a:lnTo>
                    <a:pt x="3396" y="2842"/>
                  </a:lnTo>
                  <a:lnTo>
                    <a:pt x="3396" y="2857"/>
                  </a:lnTo>
                  <a:lnTo>
                    <a:pt x="3390" y="2873"/>
                  </a:lnTo>
                  <a:lnTo>
                    <a:pt x="3378" y="2892"/>
                  </a:lnTo>
                  <a:lnTo>
                    <a:pt x="3367" y="2902"/>
                  </a:lnTo>
                  <a:lnTo>
                    <a:pt x="3357" y="2916"/>
                  </a:lnTo>
                  <a:lnTo>
                    <a:pt x="3347" y="2929"/>
                  </a:lnTo>
                  <a:lnTo>
                    <a:pt x="3343" y="2943"/>
                  </a:lnTo>
                  <a:lnTo>
                    <a:pt x="3344" y="2964"/>
                  </a:lnTo>
                  <a:lnTo>
                    <a:pt x="3359" y="2976"/>
                  </a:lnTo>
                  <a:lnTo>
                    <a:pt x="3387" y="2995"/>
                  </a:lnTo>
                  <a:lnTo>
                    <a:pt x="3403" y="3008"/>
                  </a:lnTo>
                  <a:lnTo>
                    <a:pt x="3409" y="3015"/>
                  </a:lnTo>
                  <a:lnTo>
                    <a:pt x="3414" y="3025"/>
                  </a:lnTo>
                  <a:lnTo>
                    <a:pt x="3415" y="3038"/>
                  </a:lnTo>
                  <a:lnTo>
                    <a:pt x="3418" y="3054"/>
                  </a:lnTo>
                  <a:lnTo>
                    <a:pt x="3415" y="3071"/>
                  </a:lnTo>
                  <a:lnTo>
                    <a:pt x="3414" y="3084"/>
                  </a:lnTo>
                  <a:lnTo>
                    <a:pt x="3409" y="3098"/>
                  </a:lnTo>
                  <a:lnTo>
                    <a:pt x="3395" y="3118"/>
                  </a:lnTo>
                  <a:lnTo>
                    <a:pt x="3373" y="3127"/>
                  </a:lnTo>
                  <a:lnTo>
                    <a:pt x="3360" y="3131"/>
                  </a:lnTo>
                  <a:lnTo>
                    <a:pt x="3340" y="3136"/>
                  </a:lnTo>
                  <a:lnTo>
                    <a:pt x="3334" y="3137"/>
                  </a:lnTo>
                  <a:lnTo>
                    <a:pt x="3325" y="3139"/>
                  </a:lnTo>
                  <a:lnTo>
                    <a:pt x="3314" y="3139"/>
                  </a:lnTo>
                  <a:lnTo>
                    <a:pt x="3302" y="3137"/>
                  </a:lnTo>
                  <a:lnTo>
                    <a:pt x="3288" y="3133"/>
                  </a:lnTo>
                  <a:lnTo>
                    <a:pt x="3275" y="3129"/>
                  </a:lnTo>
                  <a:lnTo>
                    <a:pt x="3259" y="3128"/>
                  </a:lnTo>
                  <a:lnTo>
                    <a:pt x="3250" y="3135"/>
                  </a:lnTo>
                  <a:lnTo>
                    <a:pt x="3237" y="3146"/>
                  </a:lnTo>
                  <a:lnTo>
                    <a:pt x="3223" y="3161"/>
                  </a:lnTo>
                  <a:lnTo>
                    <a:pt x="3211" y="3188"/>
                  </a:lnTo>
                  <a:lnTo>
                    <a:pt x="3209" y="3194"/>
                  </a:lnTo>
                  <a:lnTo>
                    <a:pt x="3206" y="3210"/>
                  </a:lnTo>
                  <a:lnTo>
                    <a:pt x="3205" y="3222"/>
                  </a:lnTo>
                  <a:lnTo>
                    <a:pt x="3205" y="3232"/>
                  </a:lnTo>
                  <a:lnTo>
                    <a:pt x="3204" y="3244"/>
                  </a:lnTo>
                  <a:lnTo>
                    <a:pt x="3200" y="3257"/>
                  </a:lnTo>
                  <a:lnTo>
                    <a:pt x="3200" y="3284"/>
                  </a:lnTo>
                  <a:lnTo>
                    <a:pt x="3202" y="3296"/>
                  </a:lnTo>
                  <a:lnTo>
                    <a:pt x="3201" y="3308"/>
                  </a:lnTo>
                  <a:lnTo>
                    <a:pt x="3200" y="3318"/>
                  </a:lnTo>
                  <a:lnTo>
                    <a:pt x="3195" y="3322"/>
                  </a:lnTo>
                  <a:lnTo>
                    <a:pt x="3184" y="3325"/>
                  </a:lnTo>
                  <a:lnTo>
                    <a:pt x="3177" y="3332"/>
                  </a:lnTo>
                  <a:lnTo>
                    <a:pt x="3172" y="3330"/>
                  </a:lnTo>
                  <a:lnTo>
                    <a:pt x="3166" y="3322"/>
                  </a:lnTo>
                  <a:lnTo>
                    <a:pt x="3157" y="3318"/>
                  </a:lnTo>
                  <a:lnTo>
                    <a:pt x="3148" y="3317"/>
                  </a:lnTo>
                  <a:lnTo>
                    <a:pt x="3143" y="3320"/>
                  </a:lnTo>
                  <a:lnTo>
                    <a:pt x="3132" y="3324"/>
                  </a:lnTo>
                  <a:lnTo>
                    <a:pt x="3117" y="3324"/>
                  </a:lnTo>
                  <a:lnTo>
                    <a:pt x="3099" y="3322"/>
                  </a:lnTo>
                  <a:lnTo>
                    <a:pt x="3071" y="3311"/>
                  </a:lnTo>
                  <a:lnTo>
                    <a:pt x="3067" y="3307"/>
                  </a:lnTo>
                  <a:lnTo>
                    <a:pt x="3057" y="3298"/>
                  </a:lnTo>
                  <a:lnTo>
                    <a:pt x="3046" y="3289"/>
                  </a:lnTo>
                  <a:lnTo>
                    <a:pt x="3026" y="3274"/>
                  </a:lnTo>
                  <a:lnTo>
                    <a:pt x="3023" y="3268"/>
                  </a:lnTo>
                  <a:lnTo>
                    <a:pt x="3024" y="3255"/>
                  </a:lnTo>
                  <a:lnTo>
                    <a:pt x="3017" y="3232"/>
                  </a:lnTo>
                  <a:lnTo>
                    <a:pt x="3005" y="3224"/>
                  </a:lnTo>
                  <a:lnTo>
                    <a:pt x="2995" y="3223"/>
                  </a:lnTo>
                  <a:lnTo>
                    <a:pt x="2970" y="3228"/>
                  </a:lnTo>
                  <a:lnTo>
                    <a:pt x="2955" y="3229"/>
                  </a:lnTo>
                  <a:lnTo>
                    <a:pt x="2935" y="3238"/>
                  </a:lnTo>
                  <a:lnTo>
                    <a:pt x="2919" y="3249"/>
                  </a:lnTo>
                  <a:lnTo>
                    <a:pt x="2890" y="3271"/>
                  </a:lnTo>
                  <a:lnTo>
                    <a:pt x="2875" y="3292"/>
                  </a:lnTo>
                  <a:lnTo>
                    <a:pt x="2862" y="3295"/>
                  </a:lnTo>
                  <a:lnTo>
                    <a:pt x="2841" y="3324"/>
                  </a:lnTo>
                  <a:lnTo>
                    <a:pt x="2831" y="3353"/>
                  </a:lnTo>
                  <a:lnTo>
                    <a:pt x="2826" y="3367"/>
                  </a:lnTo>
                  <a:lnTo>
                    <a:pt x="2816" y="3377"/>
                  </a:lnTo>
                  <a:lnTo>
                    <a:pt x="2803" y="3392"/>
                  </a:lnTo>
                  <a:lnTo>
                    <a:pt x="2793" y="3408"/>
                  </a:lnTo>
                  <a:lnTo>
                    <a:pt x="2787" y="3420"/>
                  </a:lnTo>
                  <a:lnTo>
                    <a:pt x="2783" y="3432"/>
                  </a:lnTo>
                  <a:lnTo>
                    <a:pt x="2783" y="3449"/>
                  </a:lnTo>
                  <a:lnTo>
                    <a:pt x="2787" y="3459"/>
                  </a:lnTo>
                  <a:lnTo>
                    <a:pt x="2794" y="3464"/>
                  </a:lnTo>
                  <a:lnTo>
                    <a:pt x="2805" y="3466"/>
                  </a:lnTo>
                  <a:lnTo>
                    <a:pt x="2814" y="3466"/>
                  </a:lnTo>
                  <a:lnTo>
                    <a:pt x="2825" y="3467"/>
                  </a:lnTo>
                  <a:lnTo>
                    <a:pt x="2831" y="3474"/>
                  </a:lnTo>
                  <a:lnTo>
                    <a:pt x="2829" y="3481"/>
                  </a:lnTo>
                  <a:lnTo>
                    <a:pt x="2829" y="3492"/>
                  </a:lnTo>
                  <a:lnTo>
                    <a:pt x="2834" y="3512"/>
                  </a:lnTo>
                  <a:lnTo>
                    <a:pt x="2794" y="3585"/>
                  </a:lnTo>
                  <a:lnTo>
                    <a:pt x="2787" y="3609"/>
                  </a:lnTo>
                  <a:lnTo>
                    <a:pt x="2782" y="3625"/>
                  </a:lnTo>
                  <a:lnTo>
                    <a:pt x="2773" y="3638"/>
                  </a:lnTo>
                  <a:lnTo>
                    <a:pt x="2760" y="3643"/>
                  </a:lnTo>
                  <a:lnTo>
                    <a:pt x="2747" y="3643"/>
                  </a:lnTo>
                  <a:lnTo>
                    <a:pt x="2738" y="3646"/>
                  </a:lnTo>
                  <a:lnTo>
                    <a:pt x="2734" y="3657"/>
                  </a:lnTo>
                  <a:lnTo>
                    <a:pt x="2722" y="3709"/>
                  </a:lnTo>
                  <a:lnTo>
                    <a:pt x="2722" y="3719"/>
                  </a:lnTo>
                  <a:lnTo>
                    <a:pt x="2730" y="3727"/>
                  </a:lnTo>
                  <a:lnTo>
                    <a:pt x="2737" y="3733"/>
                  </a:lnTo>
                  <a:lnTo>
                    <a:pt x="2745" y="3741"/>
                  </a:lnTo>
                  <a:lnTo>
                    <a:pt x="2751" y="3750"/>
                  </a:lnTo>
                  <a:lnTo>
                    <a:pt x="2755" y="3763"/>
                  </a:lnTo>
                  <a:lnTo>
                    <a:pt x="2757" y="3780"/>
                  </a:lnTo>
                  <a:lnTo>
                    <a:pt x="2751" y="3803"/>
                  </a:lnTo>
                  <a:lnTo>
                    <a:pt x="2737" y="3839"/>
                  </a:lnTo>
                  <a:lnTo>
                    <a:pt x="2737" y="3850"/>
                  </a:lnTo>
                  <a:lnTo>
                    <a:pt x="2738" y="3868"/>
                  </a:lnTo>
                  <a:lnTo>
                    <a:pt x="2732" y="3882"/>
                  </a:lnTo>
                  <a:lnTo>
                    <a:pt x="2726" y="3894"/>
                  </a:lnTo>
                  <a:lnTo>
                    <a:pt x="2691" y="3916"/>
                  </a:lnTo>
                  <a:lnTo>
                    <a:pt x="2689" y="3933"/>
                  </a:lnTo>
                  <a:lnTo>
                    <a:pt x="2688" y="3965"/>
                  </a:lnTo>
                  <a:lnTo>
                    <a:pt x="2691" y="3985"/>
                  </a:lnTo>
                  <a:lnTo>
                    <a:pt x="2694" y="4003"/>
                  </a:lnTo>
                  <a:lnTo>
                    <a:pt x="2681" y="4006"/>
                  </a:lnTo>
                  <a:lnTo>
                    <a:pt x="2686" y="4042"/>
                  </a:lnTo>
                  <a:lnTo>
                    <a:pt x="2694" y="4103"/>
                  </a:lnTo>
                  <a:lnTo>
                    <a:pt x="2714" y="4094"/>
                  </a:lnTo>
                  <a:lnTo>
                    <a:pt x="2732" y="4085"/>
                  </a:lnTo>
                  <a:lnTo>
                    <a:pt x="2762" y="4151"/>
                  </a:lnTo>
                  <a:lnTo>
                    <a:pt x="2772" y="4176"/>
                  </a:lnTo>
                  <a:lnTo>
                    <a:pt x="2777" y="4188"/>
                  </a:lnTo>
                  <a:lnTo>
                    <a:pt x="2764" y="4195"/>
                  </a:lnTo>
                  <a:lnTo>
                    <a:pt x="2757" y="4202"/>
                  </a:lnTo>
                  <a:lnTo>
                    <a:pt x="2747" y="4209"/>
                  </a:lnTo>
                  <a:lnTo>
                    <a:pt x="2737" y="4210"/>
                  </a:lnTo>
                  <a:lnTo>
                    <a:pt x="2726" y="4211"/>
                  </a:lnTo>
                  <a:lnTo>
                    <a:pt x="2708" y="4218"/>
                  </a:lnTo>
                  <a:lnTo>
                    <a:pt x="2691" y="4223"/>
                  </a:lnTo>
                  <a:lnTo>
                    <a:pt x="2667" y="4235"/>
                  </a:lnTo>
                  <a:lnTo>
                    <a:pt x="2652" y="4244"/>
                  </a:lnTo>
                  <a:lnTo>
                    <a:pt x="2639" y="4249"/>
                  </a:lnTo>
                  <a:lnTo>
                    <a:pt x="2622" y="4254"/>
                  </a:lnTo>
                  <a:lnTo>
                    <a:pt x="2579" y="4256"/>
                  </a:lnTo>
                  <a:lnTo>
                    <a:pt x="2558" y="4258"/>
                  </a:lnTo>
                  <a:lnTo>
                    <a:pt x="2551" y="4259"/>
                  </a:lnTo>
                  <a:lnTo>
                    <a:pt x="2536" y="4265"/>
                  </a:lnTo>
                  <a:lnTo>
                    <a:pt x="2518" y="4271"/>
                  </a:lnTo>
                  <a:lnTo>
                    <a:pt x="2509" y="4279"/>
                  </a:lnTo>
                  <a:lnTo>
                    <a:pt x="2504" y="4288"/>
                  </a:lnTo>
                  <a:lnTo>
                    <a:pt x="2501" y="4297"/>
                  </a:lnTo>
                  <a:lnTo>
                    <a:pt x="2489" y="4303"/>
                  </a:lnTo>
                  <a:lnTo>
                    <a:pt x="2475" y="4311"/>
                  </a:lnTo>
                  <a:lnTo>
                    <a:pt x="2456" y="4321"/>
                  </a:lnTo>
                  <a:lnTo>
                    <a:pt x="2438" y="4329"/>
                  </a:lnTo>
                  <a:lnTo>
                    <a:pt x="2425" y="4331"/>
                  </a:lnTo>
                  <a:lnTo>
                    <a:pt x="2407" y="4328"/>
                  </a:lnTo>
                  <a:lnTo>
                    <a:pt x="2379" y="4315"/>
                  </a:lnTo>
                  <a:lnTo>
                    <a:pt x="2350" y="4308"/>
                  </a:lnTo>
                  <a:lnTo>
                    <a:pt x="2324" y="4312"/>
                  </a:lnTo>
                  <a:lnTo>
                    <a:pt x="2313" y="4319"/>
                  </a:lnTo>
                  <a:lnTo>
                    <a:pt x="2304" y="4325"/>
                  </a:lnTo>
                  <a:lnTo>
                    <a:pt x="2292" y="4335"/>
                  </a:lnTo>
                  <a:lnTo>
                    <a:pt x="2278" y="4349"/>
                  </a:lnTo>
                  <a:lnTo>
                    <a:pt x="2270" y="4358"/>
                  </a:lnTo>
                  <a:lnTo>
                    <a:pt x="2260" y="4371"/>
                  </a:lnTo>
                  <a:lnTo>
                    <a:pt x="2250" y="4382"/>
                  </a:lnTo>
                  <a:lnTo>
                    <a:pt x="2238" y="4394"/>
                  </a:lnTo>
                  <a:lnTo>
                    <a:pt x="2225" y="4402"/>
                  </a:lnTo>
                  <a:lnTo>
                    <a:pt x="2216" y="4409"/>
                  </a:lnTo>
                  <a:lnTo>
                    <a:pt x="2198" y="4415"/>
                  </a:lnTo>
                  <a:lnTo>
                    <a:pt x="2192" y="4416"/>
                  </a:lnTo>
                  <a:lnTo>
                    <a:pt x="2183" y="4419"/>
                  </a:lnTo>
                  <a:lnTo>
                    <a:pt x="2161" y="4419"/>
                  </a:lnTo>
                  <a:lnTo>
                    <a:pt x="2149" y="4416"/>
                  </a:lnTo>
                  <a:lnTo>
                    <a:pt x="2138" y="4413"/>
                  </a:lnTo>
                  <a:lnTo>
                    <a:pt x="2122" y="4405"/>
                  </a:lnTo>
                  <a:lnTo>
                    <a:pt x="2120" y="4392"/>
                  </a:lnTo>
                  <a:lnTo>
                    <a:pt x="2119" y="4380"/>
                  </a:lnTo>
                  <a:lnTo>
                    <a:pt x="2124" y="4372"/>
                  </a:lnTo>
                  <a:lnTo>
                    <a:pt x="2136" y="4364"/>
                  </a:lnTo>
                  <a:lnTo>
                    <a:pt x="2144" y="4356"/>
                  </a:lnTo>
                  <a:lnTo>
                    <a:pt x="2134" y="4351"/>
                  </a:lnTo>
                  <a:lnTo>
                    <a:pt x="2121" y="4350"/>
                  </a:lnTo>
                  <a:lnTo>
                    <a:pt x="2096" y="4349"/>
                  </a:lnTo>
                  <a:lnTo>
                    <a:pt x="2075" y="4350"/>
                  </a:lnTo>
                  <a:lnTo>
                    <a:pt x="2058" y="4354"/>
                  </a:lnTo>
                  <a:lnTo>
                    <a:pt x="2041" y="4358"/>
                  </a:lnTo>
                  <a:lnTo>
                    <a:pt x="2028" y="4364"/>
                  </a:lnTo>
                  <a:lnTo>
                    <a:pt x="2015" y="4369"/>
                  </a:lnTo>
                  <a:lnTo>
                    <a:pt x="2002" y="4372"/>
                  </a:lnTo>
                  <a:lnTo>
                    <a:pt x="1986" y="4384"/>
                  </a:lnTo>
                  <a:lnTo>
                    <a:pt x="1969" y="4398"/>
                  </a:lnTo>
                  <a:lnTo>
                    <a:pt x="1961" y="4412"/>
                  </a:lnTo>
                  <a:lnTo>
                    <a:pt x="1958" y="4418"/>
                  </a:lnTo>
                  <a:lnTo>
                    <a:pt x="1957" y="4425"/>
                  </a:lnTo>
                  <a:lnTo>
                    <a:pt x="1954" y="4432"/>
                  </a:lnTo>
                  <a:lnTo>
                    <a:pt x="1945" y="4435"/>
                  </a:lnTo>
                  <a:lnTo>
                    <a:pt x="1939" y="4437"/>
                  </a:lnTo>
                  <a:lnTo>
                    <a:pt x="1932" y="4441"/>
                  </a:lnTo>
                  <a:lnTo>
                    <a:pt x="1919" y="4449"/>
                  </a:lnTo>
                  <a:lnTo>
                    <a:pt x="1912" y="4449"/>
                  </a:lnTo>
                  <a:lnTo>
                    <a:pt x="1903" y="4451"/>
                  </a:lnTo>
                  <a:lnTo>
                    <a:pt x="1891" y="4455"/>
                  </a:lnTo>
                  <a:lnTo>
                    <a:pt x="1883" y="4456"/>
                  </a:lnTo>
                  <a:lnTo>
                    <a:pt x="1872" y="4450"/>
                  </a:lnTo>
                  <a:lnTo>
                    <a:pt x="1866" y="4445"/>
                  </a:lnTo>
                  <a:lnTo>
                    <a:pt x="1861" y="4443"/>
                  </a:lnTo>
                  <a:lnTo>
                    <a:pt x="1852" y="4443"/>
                  </a:lnTo>
                  <a:lnTo>
                    <a:pt x="1843" y="4445"/>
                  </a:lnTo>
                  <a:lnTo>
                    <a:pt x="1836" y="4446"/>
                  </a:lnTo>
                  <a:lnTo>
                    <a:pt x="1828" y="4449"/>
                  </a:lnTo>
                  <a:lnTo>
                    <a:pt x="1822" y="4453"/>
                  </a:lnTo>
                  <a:lnTo>
                    <a:pt x="1812" y="4460"/>
                  </a:lnTo>
                  <a:lnTo>
                    <a:pt x="1801" y="4461"/>
                  </a:lnTo>
                  <a:lnTo>
                    <a:pt x="1781" y="4467"/>
                  </a:lnTo>
                  <a:lnTo>
                    <a:pt x="1772" y="4473"/>
                  </a:lnTo>
                  <a:lnTo>
                    <a:pt x="1757" y="4479"/>
                  </a:lnTo>
                  <a:lnTo>
                    <a:pt x="1741" y="4485"/>
                  </a:lnTo>
                  <a:lnTo>
                    <a:pt x="1725" y="4490"/>
                  </a:lnTo>
                  <a:lnTo>
                    <a:pt x="1701" y="4482"/>
                  </a:lnTo>
                  <a:lnTo>
                    <a:pt x="1681" y="4467"/>
                  </a:lnTo>
                  <a:lnTo>
                    <a:pt x="1673" y="4455"/>
                  </a:lnTo>
                  <a:lnTo>
                    <a:pt x="1671" y="4439"/>
                  </a:lnTo>
                  <a:lnTo>
                    <a:pt x="1673" y="4428"/>
                  </a:lnTo>
                  <a:lnTo>
                    <a:pt x="1678" y="4422"/>
                  </a:lnTo>
                  <a:lnTo>
                    <a:pt x="1686" y="4420"/>
                  </a:lnTo>
                  <a:lnTo>
                    <a:pt x="1692" y="4421"/>
                  </a:lnTo>
                  <a:lnTo>
                    <a:pt x="1698" y="4427"/>
                  </a:lnTo>
                  <a:lnTo>
                    <a:pt x="1705" y="4435"/>
                  </a:lnTo>
                  <a:lnTo>
                    <a:pt x="1709" y="4438"/>
                  </a:lnTo>
                  <a:lnTo>
                    <a:pt x="1718" y="4441"/>
                  </a:lnTo>
                  <a:lnTo>
                    <a:pt x="1725" y="4440"/>
                  </a:lnTo>
                  <a:lnTo>
                    <a:pt x="1731" y="4433"/>
                  </a:lnTo>
                  <a:lnTo>
                    <a:pt x="1738" y="4425"/>
                  </a:lnTo>
                  <a:lnTo>
                    <a:pt x="1734" y="4419"/>
                  </a:lnTo>
                  <a:lnTo>
                    <a:pt x="1725" y="4420"/>
                  </a:lnTo>
                  <a:lnTo>
                    <a:pt x="1720" y="4427"/>
                  </a:lnTo>
                  <a:lnTo>
                    <a:pt x="1714" y="4429"/>
                  </a:lnTo>
                  <a:lnTo>
                    <a:pt x="1709" y="4425"/>
                  </a:lnTo>
                  <a:lnTo>
                    <a:pt x="1706" y="4418"/>
                  </a:lnTo>
                  <a:lnTo>
                    <a:pt x="1692" y="4398"/>
                  </a:lnTo>
                  <a:lnTo>
                    <a:pt x="1681" y="4378"/>
                  </a:lnTo>
                  <a:lnTo>
                    <a:pt x="1655" y="4360"/>
                  </a:lnTo>
                  <a:lnTo>
                    <a:pt x="1624" y="4340"/>
                  </a:lnTo>
                  <a:lnTo>
                    <a:pt x="1602" y="4335"/>
                  </a:lnTo>
                  <a:lnTo>
                    <a:pt x="1591" y="4332"/>
                  </a:lnTo>
                  <a:lnTo>
                    <a:pt x="1589" y="4344"/>
                  </a:lnTo>
                  <a:lnTo>
                    <a:pt x="1578" y="4343"/>
                  </a:lnTo>
                  <a:lnTo>
                    <a:pt x="1573" y="4340"/>
                  </a:lnTo>
                  <a:lnTo>
                    <a:pt x="1564" y="4337"/>
                  </a:lnTo>
                  <a:lnTo>
                    <a:pt x="1551" y="4336"/>
                  </a:lnTo>
                  <a:lnTo>
                    <a:pt x="1551" y="4328"/>
                  </a:lnTo>
                  <a:lnTo>
                    <a:pt x="1535" y="4327"/>
                  </a:lnTo>
                  <a:lnTo>
                    <a:pt x="1507" y="4327"/>
                  </a:lnTo>
                  <a:lnTo>
                    <a:pt x="1460" y="4327"/>
                  </a:lnTo>
                  <a:lnTo>
                    <a:pt x="1426" y="4326"/>
                  </a:lnTo>
                  <a:lnTo>
                    <a:pt x="1392" y="4326"/>
                  </a:lnTo>
                  <a:lnTo>
                    <a:pt x="1318" y="4311"/>
                  </a:lnTo>
                  <a:lnTo>
                    <a:pt x="1285" y="4310"/>
                  </a:lnTo>
                  <a:lnTo>
                    <a:pt x="1258" y="4310"/>
                  </a:lnTo>
                  <a:lnTo>
                    <a:pt x="1229" y="4311"/>
                  </a:lnTo>
                  <a:lnTo>
                    <a:pt x="1211" y="4317"/>
                  </a:lnTo>
                  <a:lnTo>
                    <a:pt x="1203" y="4326"/>
                  </a:lnTo>
                  <a:lnTo>
                    <a:pt x="1197" y="4337"/>
                  </a:lnTo>
                  <a:lnTo>
                    <a:pt x="1183" y="4343"/>
                  </a:lnTo>
                  <a:lnTo>
                    <a:pt x="1170" y="4349"/>
                  </a:lnTo>
                  <a:lnTo>
                    <a:pt x="1154" y="4341"/>
                  </a:lnTo>
                  <a:lnTo>
                    <a:pt x="1150" y="4334"/>
                  </a:lnTo>
                  <a:lnTo>
                    <a:pt x="1150" y="4327"/>
                  </a:lnTo>
                  <a:lnTo>
                    <a:pt x="1154" y="4322"/>
                  </a:lnTo>
                  <a:lnTo>
                    <a:pt x="1168" y="4313"/>
                  </a:lnTo>
                  <a:lnTo>
                    <a:pt x="1179" y="4304"/>
                  </a:lnTo>
                  <a:lnTo>
                    <a:pt x="1191" y="4282"/>
                  </a:lnTo>
                  <a:lnTo>
                    <a:pt x="1183" y="4260"/>
                  </a:lnTo>
                  <a:lnTo>
                    <a:pt x="1158" y="4241"/>
                  </a:lnTo>
                  <a:lnTo>
                    <a:pt x="1136" y="4226"/>
                  </a:lnTo>
                  <a:lnTo>
                    <a:pt x="1114" y="4213"/>
                  </a:lnTo>
                  <a:lnTo>
                    <a:pt x="1087" y="4206"/>
                  </a:lnTo>
                  <a:lnTo>
                    <a:pt x="1058" y="4200"/>
                  </a:lnTo>
                  <a:lnTo>
                    <a:pt x="1020" y="4196"/>
                  </a:lnTo>
                  <a:lnTo>
                    <a:pt x="987" y="4196"/>
                  </a:lnTo>
                  <a:lnTo>
                    <a:pt x="953" y="4201"/>
                  </a:lnTo>
                  <a:lnTo>
                    <a:pt x="923" y="4210"/>
                  </a:lnTo>
                  <a:lnTo>
                    <a:pt x="885" y="4223"/>
                  </a:lnTo>
                  <a:lnTo>
                    <a:pt x="852" y="4229"/>
                  </a:lnTo>
                  <a:lnTo>
                    <a:pt x="838" y="4235"/>
                  </a:lnTo>
                  <a:lnTo>
                    <a:pt x="810" y="4241"/>
                  </a:lnTo>
                  <a:lnTo>
                    <a:pt x="792" y="4248"/>
                  </a:lnTo>
                  <a:lnTo>
                    <a:pt x="782" y="4248"/>
                  </a:lnTo>
                  <a:lnTo>
                    <a:pt x="768" y="4245"/>
                  </a:lnTo>
                  <a:lnTo>
                    <a:pt x="755" y="4241"/>
                  </a:lnTo>
                  <a:lnTo>
                    <a:pt x="739" y="4234"/>
                  </a:lnTo>
                  <a:lnTo>
                    <a:pt x="727" y="4224"/>
                  </a:lnTo>
                  <a:lnTo>
                    <a:pt x="713" y="4220"/>
                  </a:lnTo>
                  <a:lnTo>
                    <a:pt x="697" y="4219"/>
                  </a:lnTo>
                  <a:lnTo>
                    <a:pt x="679" y="4214"/>
                  </a:lnTo>
                  <a:lnTo>
                    <a:pt x="652" y="4201"/>
                  </a:lnTo>
                  <a:lnTo>
                    <a:pt x="631" y="4198"/>
                  </a:lnTo>
                  <a:lnTo>
                    <a:pt x="623" y="4194"/>
                  </a:lnTo>
                  <a:lnTo>
                    <a:pt x="619" y="4190"/>
                  </a:lnTo>
                  <a:lnTo>
                    <a:pt x="622" y="4182"/>
                  </a:lnTo>
                  <a:lnTo>
                    <a:pt x="617" y="4172"/>
                  </a:lnTo>
                  <a:lnTo>
                    <a:pt x="605" y="4159"/>
                  </a:lnTo>
                  <a:lnTo>
                    <a:pt x="606" y="4147"/>
                  </a:lnTo>
                  <a:lnTo>
                    <a:pt x="615" y="4126"/>
                  </a:lnTo>
                  <a:lnTo>
                    <a:pt x="622" y="4119"/>
                  </a:lnTo>
                  <a:lnTo>
                    <a:pt x="600" y="4105"/>
                  </a:lnTo>
                  <a:lnTo>
                    <a:pt x="606" y="4083"/>
                  </a:lnTo>
                  <a:lnTo>
                    <a:pt x="611" y="4080"/>
                  </a:lnTo>
                  <a:lnTo>
                    <a:pt x="618" y="4080"/>
                  </a:lnTo>
                  <a:lnTo>
                    <a:pt x="615" y="4074"/>
                  </a:lnTo>
                  <a:lnTo>
                    <a:pt x="611" y="4067"/>
                  </a:lnTo>
                  <a:lnTo>
                    <a:pt x="606" y="4033"/>
                  </a:lnTo>
                  <a:lnTo>
                    <a:pt x="598" y="4028"/>
                  </a:lnTo>
                  <a:lnTo>
                    <a:pt x="587" y="4008"/>
                  </a:lnTo>
                  <a:lnTo>
                    <a:pt x="577" y="3991"/>
                  </a:lnTo>
                  <a:lnTo>
                    <a:pt x="572" y="3975"/>
                  </a:lnTo>
                  <a:lnTo>
                    <a:pt x="584" y="3960"/>
                  </a:lnTo>
                  <a:lnTo>
                    <a:pt x="592" y="3949"/>
                  </a:lnTo>
                  <a:lnTo>
                    <a:pt x="569" y="3923"/>
                  </a:lnTo>
                  <a:lnTo>
                    <a:pt x="555" y="3911"/>
                  </a:lnTo>
                  <a:lnTo>
                    <a:pt x="536" y="3896"/>
                  </a:lnTo>
                  <a:lnTo>
                    <a:pt x="505" y="3881"/>
                  </a:lnTo>
                  <a:lnTo>
                    <a:pt x="481" y="3866"/>
                  </a:lnTo>
                  <a:lnTo>
                    <a:pt x="470" y="3862"/>
                  </a:lnTo>
                  <a:lnTo>
                    <a:pt x="418" y="3844"/>
                  </a:lnTo>
                  <a:lnTo>
                    <a:pt x="397" y="3832"/>
                  </a:lnTo>
                  <a:lnTo>
                    <a:pt x="393" y="3824"/>
                  </a:lnTo>
                  <a:lnTo>
                    <a:pt x="402" y="3820"/>
                  </a:lnTo>
                  <a:lnTo>
                    <a:pt x="417" y="3820"/>
                  </a:lnTo>
                  <a:lnTo>
                    <a:pt x="425" y="3818"/>
                  </a:lnTo>
                  <a:lnTo>
                    <a:pt x="447" y="3811"/>
                  </a:lnTo>
                  <a:lnTo>
                    <a:pt x="469" y="3803"/>
                  </a:lnTo>
                  <a:lnTo>
                    <a:pt x="490" y="3798"/>
                  </a:lnTo>
                  <a:lnTo>
                    <a:pt x="509" y="3781"/>
                  </a:lnTo>
                  <a:lnTo>
                    <a:pt x="517" y="3760"/>
                  </a:lnTo>
                  <a:lnTo>
                    <a:pt x="514" y="3749"/>
                  </a:lnTo>
                  <a:lnTo>
                    <a:pt x="501" y="3739"/>
                  </a:lnTo>
                  <a:lnTo>
                    <a:pt x="496" y="3727"/>
                  </a:lnTo>
                  <a:lnTo>
                    <a:pt x="497" y="3718"/>
                  </a:lnTo>
                  <a:lnTo>
                    <a:pt x="502" y="3669"/>
                  </a:lnTo>
                  <a:lnTo>
                    <a:pt x="503" y="3655"/>
                  </a:lnTo>
                  <a:lnTo>
                    <a:pt x="510" y="3601"/>
                  </a:lnTo>
                  <a:lnTo>
                    <a:pt x="508" y="3563"/>
                  </a:lnTo>
                  <a:lnTo>
                    <a:pt x="502" y="3489"/>
                  </a:lnTo>
                  <a:lnTo>
                    <a:pt x="496" y="3449"/>
                  </a:lnTo>
                  <a:lnTo>
                    <a:pt x="489" y="3426"/>
                  </a:lnTo>
                  <a:lnTo>
                    <a:pt x="482" y="3398"/>
                  </a:lnTo>
                  <a:lnTo>
                    <a:pt x="482" y="3391"/>
                  </a:lnTo>
                  <a:lnTo>
                    <a:pt x="489" y="3392"/>
                  </a:lnTo>
                  <a:lnTo>
                    <a:pt x="498" y="3396"/>
                  </a:lnTo>
                  <a:lnTo>
                    <a:pt x="502" y="3400"/>
                  </a:lnTo>
                  <a:lnTo>
                    <a:pt x="509" y="3405"/>
                  </a:lnTo>
                  <a:lnTo>
                    <a:pt x="516" y="3415"/>
                  </a:lnTo>
                  <a:lnTo>
                    <a:pt x="523" y="3436"/>
                  </a:lnTo>
                  <a:lnTo>
                    <a:pt x="526" y="3445"/>
                  </a:lnTo>
                  <a:lnTo>
                    <a:pt x="527" y="3456"/>
                  </a:lnTo>
                  <a:lnTo>
                    <a:pt x="526" y="3467"/>
                  </a:lnTo>
                  <a:lnTo>
                    <a:pt x="524" y="3476"/>
                  </a:lnTo>
                  <a:lnTo>
                    <a:pt x="525" y="3489"/>
                  </a:lnTo>
                  <a:lnTo>
                    <a:pt x="532" y="3505"/>
                  </a:lnTo>
                  <a:lnTo>
                    <a:pt x="536" y="3555"/>
                  </a:lnTo>
                  <a:lnTo>
                    <a:pt x="543" y="3620"/>
                  </a:lnTo>
                  <a:lnTo>
                    <a:pt x="547" y="3655"/>
                  </a:lnTo>
                  <a:lnTo>
                    <a:pt x="547" y="3668"/>
                  </a:lnTo>
                  <a:lnTo>
                    <a:pt x="547" y="3705"/>
                  </a:lnTo>
                  <a:lnTo>
                    <a:pt x="548" y="3769"/>
                  </a:lnTo>
                  <a:lnTo>
                    <a:pt x="550" y="3789"/>
                  </a:lnTo>
                  <a:lnTo>
                    <a:pt x="569" y="3789"/>
                  </a:lnTo>
                  <a:lnTo>
                    <a:pt x="608" y="3788"/>
                  </a:lnTo>
                  <a:lnTo>
                    <a:pt x="606" y="3773"/>
                  </a:lnTo>
                  <a:lnTo>
                    <a:pt x="625" y="3754"/>
                  </a:lnTo>
                  <a:lnTo>
                    <a:pt x="633" y="3750"/>
                  </a:lnTo>
                  <a:lnTo>
                    <a:pt x="640" y="3747"/>
                  </a:lnTo>
                  <a:lnTo>
                    <a:pt x="663" y="3736"/>
                  </a:lnTo>
                  <a:lnTo>
                    <a:pt x="667" y="3730"/>
                  </a:lnTo>
                  <a:lnTo>
                    <a:pt x="671" y="3726"/>
                  </a:lnTo>
                  <a:lnTo>
                    <a:pt x="654" y="3692"/>
                  </a:lnTo>
                  <a:lnTo>
                    <a:pt x="639" y="3666"/>
                  </a:lnTo>
                  <a:lnTo>
                    <a:pt x="623" y="3642"/>
                  </a:lnTo>
                  <a:lnTo>
                    <a:pt x="615" y="3625"/>
                  </a:lnTo>
                  <a:lnTo>
                    <a:pt x="615" y="3608"/>
                  </a:lnTo>
                  <a:lnTo>
                    <a:pt x="615" y="3589"/>
                  </a:lnTo>
                  <a:lnTo>
                    <a:pt x="613" y="3576"/>
                  </a:lnTo>
                  <a:lnTo>
                    <a:pt x="612" y="3560"/>
                  </a:lnTo>
                  <a:lnTo>
                    <a:pt x="617" y="3555"/>
                  </a:lnTo>
                  <a:lnTo>
                    <a:pt x="616" y="3543"/>
                  </a:lnTo>
                  <a:lnTo>
                    <a:pt x="610" y="3527"/>
                  </a:lnTo>
                  <a:lnTo>
                    <a:pt x="610" y="3510"/>
                  </a:lnTo>
                  <a:lnTo>
                    <a:pt x="613" y="3503"/>
                  </a:lnTo>
                  <a:lnTo>
                    <a:pt x="616" y="3493"/>
                  </a:lnTo>
                  <a:lnTo>
                    <a:pt x="616" y="3475"/>
                  </a:lnTo>
                  <a:lnTo>
                    <a:pt x="611" y="3459"/>
                  </a:lnTo>
                  <a:lnTo>
                    <a:pt x="613" y="3436"/>
                  </a:lnTo>
                  <a:lnTo>
                    <a:pt x="620" y="3413"/>
                  </a:lnTo>
                  <a:lnTo>
                    <a:pt x="627" y="3407"/>
                  </a:lnTo>
                  <a:lnTo>
                    <a:pt x="632" y="3402"/>
                  </a:lnTo>
                  <a:lnTo>
                    <a:pt x="633" y="3390"/>
                  </a:lnTo>
                  <a:lnTo>
                    <a:pt x="631" y="3382"/>
                  </a:lnTo>
                  <a:lnTo>
                    <a:pt x="635" y="3377"/>
                  </a:lnTo>
                  <a:lnTo>
                    <a:pt x="646" y="3377"/>
                  </a:lnTo>
                  <a:lnTo>
                    <a:pt x="653" y="3382"/>
                  </a:lnTo>
                  <a:lnTo>
                    <a:pt x="660" y="3389"/>
                  </a:lnTo>
                  <a:lnTo>
                    <a:pt x="669" y="3399"/>
                  </a:lnTo>
                  <a:lnTo>
                    <a:pt x="682" y="3410"/>
                  </a:lnTo>
                  <a:lnTo>
                    <a:pt x="689" y="3405"/>
                  </a:lnTo>
                  <a:lnTo>
                    <a:pt x="718" y="3377"/>
                  </a:lnTo>
                  <a:lnTo>
                    <a:pt x="746" y="3350"/>
                  </a:lnTo>
                  <a:lnTo>
                    <a:pt x="777" y="3320"/>
                  </a:lnTo>
                  <a:lnTo>
                    <a:pt x="748" y="3307"/>
                  </a:lnTo>
                  <a:lnTo>
                    <a:pt x="709" y="3290"/>
                  </a:lnTo>
                  <a:lnTo>
                    <a:pt x="720" y="3264"/>
                  </a:lnTo>
                  <a:lnTo>
                    <a:pt x="730" y="3237"/>
                  </a:lnTo>
                  <a:lnTo>
                    <a:pt x="727" y="3216"/>
                  </a:lnTo>
                  <a:lnTo>
                    <a:pt x="724" y="3211"/>
                  </a:lnTo>
                  <a:lnTo>
                    <a:pt x="717" y="3207"/>
                  </a:lnTo>
                  <a:lnTo>
                    <a:pt x="704" y="3179"/>
                  </a:lnTo>
                  <a:lnTo>
                    <a:pt x="696" y="3150"/>
                  </a:lnTo>
                  <a:lnTo>
                    <a:pt x="694" y="3141"/>
                  </a:lnTo>
                  <a:lnTo>
                    <a:pt x="697" y="3133"/>
                  </a:lnTo>
                  <a:lnTo>
                    <a:pt x="734" y="3111"/>
                  </a:lnTo>
                  <a:lnTo>
                    <a:pt x="733" y="3105"/>
                  </a:lnTo>
                  <a:lnTo>
                    <a:pt x="725" y="3090"/>
                  </a:lnTo>
                  <a:lnTo>
                    <a:pt x="713" y="3093"/>
                  </a:lnTo>
                  <a:lnTo>
                    <a:pt x="694" y="3100"/>
                  </a:lnTo>
                  <a:lnTo>
                    <a:pt x="667" y="3113"/>
                  </a:lnTo>
                  <a:lnTo>
                    <a:pt x="660" y="3122"/>
                  </a:lnTo>
                  <a:lnTo>
                    <a:pt x="669" y="3140"/>
                  </a:lnTo>
                  <a:lnTo>
                    <a:pt x="563" y="3222"/>
                  </a:lnTo>
                  <a:lnTo>
                    <a:pt x="510" y="3269"/>
                  </a:lnTo>
                  <a:lnTo>
                    <a:pt x="500" y="3292"/>
                  </a:lnTo>
                  <a:lnTo>
                    <a:pt x="495" y="3303"/>
                  </a:lnTo>
                  <a:lnTo>
                    <a:pt x="494" y="3320"/>
                  </a:lnTo>
                  <a:lnTo>
                    <a:pt x="498" y="3336"/>
                  </a:lnTo>
                  <a:lnTo>
                    <a:pt x="503" y="3351"/>
                  </a:lnTo>
                  <a:lnTo>
                    <a:pt x="508" y="3359"/>
                  </a:lnTo>
                  <a:lnTo>
                    <a:pt x="506" y="3366"/>
                  </a:lnTo>
                  <a:lnTo>
                    <a:pt x="500" y="3364"/>
                  </a:lnTo>
                  <a:lnTo>
                    <a:pt x="493" y="3359"/>
                  </a:lnTo>
                  <a:lnTo>
                    <a:pt x="487" y="3354"/>
                  </a:lnTo>
                  <a:lnTo>
                    <a:pt x="480" y="3344"/>
                  </a:lnTo>
                  <a:lnTo>
                    <a:pt x="473" y="3335"/>
                  </a:lnTo>
                  <a:lnTo>
                    <a:pt x="470" y="3326"/>
                  </a:lnTo>
                  <a:lnTo>
                    <a:pt x="460" y="3297"/>
                  </a:lnTo>
                  <a:lnTo>
                    <a:pt x="454" y="3297"/>
                  </a:lnTo>
                  <a:lnTo>
                    <a:pt x="440" y="3298"/>
                  </a:lnTo>
                  <a:lnTo>
                    <a:pt x="384" y="3303"/>
                  </a:lnTo>
                  <a:lnTo>
                    <a:pt x="347" y="3307"/>
                  </a:lnTo>
                  <a:lnTo>
                    <a:pt x="327" y="3303"/>
                  </a:lnTo>
                  <a:lnTo>
                    <a:pt x="313" y="3293"/>
                  </a:lnTo>
                  <a:lnTo>
                    <a:pt x="303" y="3279"/>
                  </a:lnTo>
                  <a:lnTo>
                    <a:pt x="287" y="3228"/>
                  </a:lnTo>
                  <a:lnTo>
                    <a:pt x="270" y="3174"/>
                  </a:lnTo>
                  <a:lnTo>
                    <a:pt x="266" y="3161"/>
                  </a:lnTo>
                  <a:lnTo>
                    <a:pt x="246" y="3168"/>
                  </a:lnTo>
                  <a:lnTo>
                    <a:pt x="230" y="3116"/>
                  </a:lnTo>
                  <a:lnTo>
                    <a:pt x="249" y="3107"/>
                  </a:lnTo>
                  <a:lnTo>
                    <a:pt x="208" y="2978"/>
                  </a:lnTo>
                  <a:lnTo>
                    <a:pt x="180" y="2893"/>
                  </a:lnTo>
                  <a:lnTo>
                    <a:pt x="214" y="2879"/>
                  </a:lnTo>
                  <a:lnTo>
                    <a:pt x="201" y="2849"/>
                  </a:lnTo>
                  <a:lnTo>
                    <a:pt x="190" y="2830"/>
                  </a:lnTo>
                  <a:lnTo>
                    <a:pt x="197" y="2826"/>
                  </a:lnTo>
                  <a:lnTo>
                    <a:pt x="207" y="2820"/>
                  </a:lnTo>
                  <a:lnTo>
                    <a:pt x="215" y="2814"/>
                  </a:lnTo>
                  <a:lnTo>
                    <a:pt x="208" y="2806"/>
                  </a:lnTo>
                  <a:lnTo>
                    <a:pt x="199" y="2794"/>
                  </a:lnTo>
                  <a:lnTo>
                    <a:pt x="175" y="2755"/>
                  </a:lnTo>
                  <a:lnTo>
                    <a:pt x="168" y="2753"/>
                  </a:lnTo>
                  <a:lnTo>
                    <a:pt x="154" y="2741"/>
                  </a:lnTo>
                  <a:lnTo>
                    <a:pt x="126" y="2710"/>
                  </a:lnTo>
                  <a:lnTo>
                    <a:pt x="118" y="2717"/>
                  </a:lnTo>
                  <a:lnTo>
                    <a:pt x="82" y="2668"/>
                  </a:lnTo>
                  <a:lnTo>
                    <a:pt x="67" y="2681"/>
                  </a:lnTo>
                  <a:lnTo>
                    <a:pt x="46" y="2647"/>
                  </a:lnTo>
                  <a:lnTo>
                    <a:pt x="55" y="2641"/>
                  </a:lnTo>
                  <a:lnTo>
                    <a:pt x="59" y="2634"/>
                  </a:lnTo>
                  <a:lnTo>
                    <a:pt x="60" y="2628"/>
                  </a:lnTo>
                  <a:lnTo>
                    <a:pt x="61" y="2619"/>
                  </a:lnTo>
                  <a:lnTo>
                    <a:pt x="58" y="2603"/>
                  </a:lnTo>
                  <a:lnTo>
                    <a:pt x="41" y="2571"/>
                  </a:lnTo>
                  <a:lnTo>
                    <a:pt x="31" y="2554"/>
                  </a:lnTo>
                  <a:lnTo>
                    <a:pt x="16" y="2522"/>
                  </a:lnTo>
                  <a:lnTo>
                    <a:pt x="14" y="2509"/>
                  </a:lnTo>
                  <a:lnTo>
                    <a:pt x="0" y="2506"/>
                  </a:lnTo>
                  <a:lnTo>
                    <a:pt x="0" y="2490"/>
                  </a:lnTo>
                  <a:lnTo>
                    <a:pt x="20" y="2492"/>
                  </a:lnTo>
                  <a:lnTo>
                    <a:pt x="29" y="2490"/>
                  </a:lnTo>
                  <a:lnTo>
                    <a:pt x="49" y="2465"/>
                  </a:lnTo>
                  <a:lnTo>
                    <a:pt x="58" y="2460"/>
                  </a:lnTo>
                  <a:lnTo>
                    <a:pt x="65" y="2452"/>
                  </a:lnTo>
                  <a:lnTo>
                    <a:pt x="71" y="2443"/>
                  </a:lnTo>
                  <a:lnTo>
                    <a:pt x="77" y="2431"/>
                  </a:lnTo>
                  <a:lnTo>
                    <a:pt x="79" y="2426"/>
                  </a:lnTo>
                  <a:lnTo>
                    <a:pt x="81" y="2420"/>
                  </a:lnTo>
                  <a:lnTo>
                    <a:pt x="86" y="2414"/>
                  </a:lnTo>
                  <a:lnTo>
                    <a:pt x="94" y="2408"/>
                  </a:lnTo>
                  <a:lnTo>
                    <a:pt x="104" y="2398"/>
                  </a:lnTo>
                  <a:lnTo>
                    <a:pt x="128" y="2374"/>
                  </a:lnTo>
                  <a:lnTo>
                    <a:pt x="131" y="2369"/>
                  </a:lnTo>
                  <a:lnTo>
                    <a:pt x="137" y="2358"/>
                  </a:lnTo>
                  <a:lnTo>
                    <a:pt x="143" y="2343"/>
                  </a:lnTo>
                  <a:lnTo>
                    <a:pt x="145" y="2330"/>
                  </a:lnTo>
                  <a:lnTo>
                    <a:pt x="148" y="2325"/>
                  </a:lnTo>
                  <a:lnTo>
                    <a:pt x="152" y="2320"/>
                  </a:lnTo>
                  <a:lnTo>
                    <a:pt x="155" y="2311"/>
                  </a:lnTo>
                  <a:lnTo>
                    <a:pt x="160" y="2301"/>
                  </a:lnTo>
                  <a:lnTo>
                    <a:pt x="163" y="2291"/>
                  </a:lnTo>
                  <a:lnTo>
                    <a:pt x="164" y="2279"/>
                  </a:lnTo>
                  <a:lnTo>
                    <a:pt x="168" y="2272"/>
                  </a:lnTo>
                  <a:lnTo>
                    <a:pt x="175" y="2268"/>
                  </a:lnTo>
                  <a:lnTo>
                    <a:pt x="186" y="2263"/>
                  </a:lnTo>
                  <a:lnTo>
                    <a:pt x="198" y="2255"/>
                  </a:lnTo>
                  <a:lnTo>
                    <a:pt x="215" y="2242"/>
                  </a:lnTo>
                  <a:lnTo>
                    <a:pt x="233" y="2223"/>
                  </a:lnTo>
                  <a:lnTo>
                    <a:pt x="246" y="2210"/>
                  </a:lnTo>
                  <a:lnTo>
                    <a:pt x="253" y="2197"/>
                  </a:lnTo>
                  <a:lnTo>
                    <a:pt x="252" y="2188"/>
                  </a:lnTo>
                  <a:lnTo>
                    <a:pt x="258" y="2177"/>
                  </a:lnTo>
                  <a:lnTo>
                    <a:pt x="269" y="2172"/>
                  </a:lnTo>
                  <a:lnTo>
                    <a:pt x="285" y="2164"/>
                  </a:lnTo>
                  <a:lnTo>
                    <a:pt x="306" y="2146"/>
                  </a:lnTo>
                  <a:lnTo>
                    <a:pt x="311" y="2141"/>
                  </a:lnTo>
                  <a:lnTo>
                    <a:pt x="332" y="2123"/>
                  </a:lnTo>
                  <a:lnTo>
                    <a:pt x="350" y="2108"/>
                  </a:lnTo>
                  <a:lnTo>
                    <a:pt x="380" y="2090"/>
                  </a:lnTo>
                  <a:lnTo>
                    <a:pt x="388" y="2085"/>
                  </a:lnTo>
                  <a:lnTo>
                    <a:pt x="398" y="2084"/>
                  </a:lnTo>
                  <a:lnTo>
                    <a:pt x="406" y="2084"/>
                  </a:lnTo>
                  <a:lnTo>
                    <a:pt x="411" y="2090"/>
                  </a:lnTo>
                  <a:lnTo>
                    <a:pt x="415" y="2097"/>
                  </a:lnTo>
                  <a:lnTo>
                    <a:pt x="425" y="2104"/>
                  </a:lnTo>
                  <a:lnTo>
                    <a:pt x="435" y="2111"/>
                  </a:lnTo>
                  <a:lnTo>
                    <a:pt x="452" y="2118"/>
                  </a:lnTo>
                  <a:lnTo>
                    <a:pt x="465" y="2120"/>
                  </a:lnTo>
                  <a:lnTo>
                    <a:pt x="470" y="2112"/>
                  </a:lnTo>
                  <a:lnTo>
                    <a:pt x="500" y="2066"/>
                  </a:lnTo>
                  <a:lnTo>
                    <a:pt x="503" y="2062"/>
                  </a:lnTo>
                  <a:lnTo>
                    <a:pt x="526" y="2075"/>
                  </a:lnTo>
                  <a:lnTo>
                    <a:pt x="575" y="2082"/>
                  </a:lnTo>
                  <a:lnTo>
                    <a:pt x="581" y="2084"/>
                  </a:lnTo>
                  <a:lnTo>
                    <a:pt x="646" y="2109"/>
                  </a:lnTo>
                  <a:lnTo>
                    <a:pt x="657" y="2110"/>
                  </a:lnTo>
                  <a:lnTo>
                    <a:pt x="665" y="2109"/>
                  </a:lnTo>
                  <a:lnTo>
                    <a:pt x="671" y="2111"/>
                  </a:lnTo>
                  <a:lnTo>
                    <a:pt x="675" y="2115"/>
                  </a:lnTo>
                  <a:lnTo>
                    <a:pt x="683" y="2121"/>
                  </a:lnTo>
                  <a:lnTo>
                    <a:pt x="690" y="2121"/>
                  </a:lnTo>
                  <a:lnTo>
                    <a:pt x="698" y="2120"/>
                  </a:lnTo>
                  <a:lnTo>
                    <a:pt x="705" y="2117"/>
                  </a:lnTo>
                  <a:lnTo>
                    <a:pt x="719" y="2105"/>
                  </a:lnTo>
                  <a:lnTo>
                    <a:pt x="721" y="2098"/>
                  </a:lnTo>
                  <a:lnTo>
                    <a:pt x="725" y="2070"/>
                  </a:lnTo>
                  <a:lnTo>
                    <a:pt x="727" y="2057"/>
                  </a:lnTo>
                  <a:lnTo>
                    <a:pt x="728" y="2034"/>
                  </a:lnTo>
                  <a:lnTo>
                    <a:pt x="729" y="2004"/>
                  </a:lnTo>
                  <a:lnTo>
                    <a:pt x="719" y="2007"/>
                  </a:lnTo>
                  <a:lnTo>
                    <a:pt x="707" y="2006"/>
                  </a:lnTo>
                  <a:lnTo>
                    <a:pt x="702" y="2000"/>
                  </a:lnTo>
                  <a:lnTo>
                    <a:pt x="698" y="1990"/>
                  </a:lnTo>
                  <a:lnTo>
                    <a:pt x="700" y="1977"/>
                  </a:lnTo>
                  <a:lnTo>
                    <a:pt x="699" y="1961"/>
                  </a:lnTo>
                  <a:lnTo>
                    <a:pt x="697" y="1932"/>
                  </a:lnTo>
                  <a:lnTo>
                    <a:pt x="699" y="1916"/>
                  </a:lnTo>
                  <a:lnTo>
                    <a:pt x="716" y="1900"/>
                  </a:lnTo>
                  <a:lnTo>
                    <a:pt x="731" y="1887"/>
                  </a:lnTo>
                  <a:lnTo>
                    <a:pt x="735" y="1871"/>
                  </a:lnTo>
                  <a:lnTo>
                    <a:pt x="736" y="1859"/>
                  </a:lnTo>
                  <a:lnTo>
                    <a:pt x="737" y="1836"/>
                  </a:lnTo>
                  <a:lnTo>
                    <a:pt x="738" y="1828"/>
                  </a:lnTo>
                  <a:lnTo>
                    <a:pt x="736" y="1811"/>
                  </a:lnTo>
                  <a:lnTo>
                    <a:pt x="737" y="1801"/>
                  </a:lnTo>
                  <a:lnTo>
                    <a:pt x="739" y="1792"/>
                  </a:lnTo>
                  <a:lnTo>
                    <a:pt x="739" y="1775"/>
                  </a:lnTo>
                  <a:lnTo>
                    <a:pt x="738" y="1759"/>
                  </a:lnTo>
                  <a:lnTo>
                    <a:pt x="731" y="1739"/>
                  </a:lnTo>
                  <a:lnTo>
                    <a:pt x="728" y="1730"/>
                  </a:lnTo>
                  <a:lnTo>
                    <a:pt x="728" y="1716"/>
                  </a:lnTo>
                  <a:lnTo>
                    <a:pt x="736" y="1708"/>
                  </a:lnTo>
                  <a:lnTo>
                    <a:pt x="755" y="1684"/>
                  </a:lnTo>
                  <a:lnTo>
                    <a:pt x="765" y="1666"/>
                  </a:lnTo>
                  <a:lnTo>
                    <a:pt x="776" y="1646"/>
                  </a:lnTo>
                  <a:lnTo>
                    <a:pt x="782" y="1636"/>
                  </a:lnTo>
                  <a:lnTo>
                    <a:pt x="792" y="1634"/>
                  </a:lnTo>
                  <a:lnTo>
                    <a:pt x="802" y="1643"/>
                  </a:lnTo>
                  <a:lnTo>
                    <a:pt x="813" y="1635"/>
                  </a:lnTo>
                  <a:lnTo>
                    <a:pt x="861" y="1603"/>
                  </a:lnTo>
                  <a:lnTo>
                    <a:pt x="894" y="1581"/>
                  </a:lnTo>
                  <a:lnTo>
                    <a:pt x="931" y="1555"/>
                  </a:lnTo>
                  <a:lnTo>
                    <a:pt x="946" y="1585"/>
                  </a:lnTo>
                  <a:lnTo>
                    <a:pt x="949" y="1593"/>
                  </a:lnTo>
                  <a:lnTo>
                    <a:pt x="967" y="1642"/>
                  </a:lnTo>
                  <a:lnTo>
                    <a:pt x="984" y="1687"/>
                  </a:lnTo>
                  <a:lnTo>
                    <a:pt x="987" y="1695"/>
                  </a:lnTo>
                  <a:lnTo>
                    <a:pt x="996" y="1677"/>
                  </a:lnTo>
                  <a:lnTo>
                    <a:pt x="1003" y="1662"/>
                  </a:lnTo>
                  <a:lnTo>
                    <a:pt x="1008" y="1649"/>
                  </a:lnTo>
                  <a:lnTo>
                    <a:pt x="1018" y="1622"/>
                  </a:lnTo>
                  <a:lnTo>
                    <a:pt x="1019" y="1602"/>
                  </a:lnTo>
                  <a:lnTo>
                    <a:pt x="1016" y="1581"/>
                  </a:lnTo>
                  <a:lnTo>
                    <a:pt x="1007" y="1561"/>
                  </a:lnTo>
                  <a:lnTo>
                    <a:pt x="1007" y="1545"/>
                  </a:lnTo>
                  <a:lnTo>
                    <a:pt x="998" y="1532"/>
                  </a:lnTo>
                  <a:lnTo>
                    <a:pt x="987" y="1517"/>
                  </a:lnTo>
                  <a:lnTo>
                    <a:pt x="984" y="1501"/>
                  </a:lnTo>
                  <a:lnTo>
                    <a:pt x="983" y="1495"/>
                  </a:lnTo>
                  <a:lnTo>
                    <a:pt x="974" y="1475"/>
                  </a:lnTo>
                  <a:lnTo>
                    <a:pt x="970" y="1465"/>
                  </a:lnTo>
                  <a:lnTo>
                    <a:pt x="966" y="1440"/>
                  </a:lnTo>
                  <a:lnTo>
                    <a:pt x="966" y="1429"/>
                  </a:lnTo>
                  <a:lnTo>
                    <a:pt x="967" y="1419"/>
                  </a:lnTo>
                  <a:lnTo>
                    <a:pt x="972" y="1409"/>
                  </a:lnTo>
                  <a:lnTo>
                    <a:pt x="980" y="1402"/>
                  </a:lnTo>
                  <a:lnTo>
                    <a:pt x="991" y="1408"/>
                  </a:lnTo>
                  <a:lnTo>
                    <a:pt x="993" y="1416"/>
                  </a:lnTo>
                  <a:lnTo>
                    <a:pt x="996" y="1426"/>
                  </a:lnTo>
                  <a:lnTo>
                    <a:pt x="999" y="1438"/>
                  </a:lnTo>
                  <a:lnTo>
                    <a:pt x="1001" y="1448"/>
                  </a:lnTo>
                  <a:lnTo>
                    <a:pt x="1007" y="1466"/>
                  </a:lnTo>
                  <a:lnTo>
                    <a:pt x="1008" y="1477"/>
                  </a:lnTo>
                  <a:lnTo>
                    <a:pt x="1008" y="1491"/>
                  </a:lnTo>
                  <a:lnTo>
                    <a:pt x="1009" y="1503"/>
                  </a:lnTo>
                  <a:lnTo>
                    <a:pt x="1014" y="1515"/>
                  </a:lnTo>
                  <a:lnTo>
                    <a:pt x="1021" y="1522"/>
                  </a:lnTo>
                  <a:lnTo>
                    <a:pt x="1035" y="1525"/>
                  </a:lnTo>
                  <a:lnTo>
                    <a:pt x="1063" y="1527"/>
                  </a:lnTo>
                  <a:lnTo>
                    <a:pt x="1076" y="1526"/>
                  </a:lnTo>
                  <a:lnTo>
                    <a:pt x="1092" y="1526"/>
                  </a:lnTo>
                  <a:lnTo>
                    <a:pt x="1109" y="1524"/>
                  </a:lnTo>
                  <a:lnTo>
                    <a:pt x="1126" y="1520"/>
                  </a:lnTo>
                  <a:lnTo>
                    <a:pt x="1144" y="1504"/>
                  </a:lnTo>
                  <a:lnTo>
                    <a:pt x="1145" y="1490"/>
                  </a:lnTo>
                  <a:lnTo>
                    <a:pt x="1144" y="1469"/>
                  </a:lnTo>
                  <a:lnTo>
                    <a:pt x="1145" y="1458"/>
                  </a:lnTo>
                  <a:lnTo>
                    <a:pt x="1145" y="1448"/>
                  </a:lnTo>
                  <a:lnTo>
                    <a:pt x="1145" y="1437"/>
                  </a:lnTo>
                  <a:lnTo>
                    <a:pt x="1149" y="1429"/>
                  </a:lnTo>
                  <a:lnTo>
                    <a:pt x="1156" y="1423"/>
                  </a:lnTo>
                  <a:lnTo>
                    <a:pt x="1165" y="1424"/>
                  </a:lnTo>
                  <a:lnTo>
                    <a:pt x="1171" y="1429"/>
                  </a:lnTo>
                  <a:lnTo>
                    <a:pt x="1176" y="1435"/>
                  </a:lnTo>
                  <a:lnTo>
                    <a:pt x="1193" y="1446"/>
                  </a:lnTo>
                  <a:lnTo>
                    <a:pt x="1208" y="1450"/>
                  </a:lnTo>
                  <a:lnTo>
                    <a:pt x="1218" y="1449"/>
                  </a:lnTo>
                  <a:lnTo>
                    <a:pt x="1228" y="1449"/>
                  </a:lnTo>
                  <a:lnTo>
                    <a:pt x="1242" y="1446"/>
                  </a:lnTo>
                  <a:lnTo>
                    <a:pt x="1262" y="1437"/>
                  </a:lnTo>
                  <a:lnTo>
                    <a:pt x="1282" y="1425"/>
                  </a:lnTo>
                  <a:lnTo>
                    <a:pt x="1286" y="1420"/>
                  </a:lnTo>
                  <a:lnTo>
                    <a:pt x="1306" y="1398"/>
                  </a:lnTo>
                  <a:lnTo>
                    <a:pt x="1331" y="1372"/>
                  </a:lnTo>
                  <a:lnTo>
                    <a:pt x="1342" y="1358"/>
                  </a:lnTo>
                  <a:lnTo>
                    <a:pt x="1346" y="1335"/>
                  </a:lnTo>
                  <a:lnTo>
                    <a:pt x="1342" y="1305"/>
                  </a:lnTo>
                  <a:lnTo>
                    <a:pt x="1331" y="1271"/>
                  </a:lnTo>
                  <a:lnTo>
                    <a:pt x="1331" y="1259"/>
                  </a:lnTo>
                  <a:lnTo>
                    <a:pt x="1339" y="1240"/>
                  </a:lnTo>
                  <a:lnTo>
                    <a:pt x="1349" y="1212"/>
                  </a:lnTo>
                  <a:lnTo>
                    <a:pt x="1353" y="1184"/>
                  </a:lnTo>
                  <a:lnTo>
                    <a:pt x="1348" y="1171"/>
                  </a:lnTo>
                  <a:lnTo>
                    <a:pt x="1350" y="1159"/>
                  </a:lnTo>
                  <a:lnTo>
                    <a:pt x="1362" y="1139"/>
                  </a:lnTo>
                  <a:lnTo>
                    <a:pt x="1364" y="1127"/>
                  </a:lnTo>
                  <a:lnTo>
                    <a:pt x="1365" y="1114"/>
                  </a:lnTo>
                  <a:lnTo>
                    <a:pt x="1365" y="1106"/>
                  </a:lnTo>
                  <a:lnTo>
                    <a:pt x="1357" y="1090"/>
                  </a:lnTo>
                  <a:lnTo>
                    <a:pt x="1354" y="1083"/>
                  </a:lnTo>
                  <a:lnTo>
                    <a:pt x="1339" y="1062"/>
                  </a:lnTo>
                  <a:lnTo>
                    <a:pt x="1336" y="1040"/>
                  </a:lnTo>
                  <a:lnTo>
                    <a:pt x="1344" y="1022"/>
                  </a:lnTo>
                  <a:lnTo>
                    <a:pt x="1351" y="1006"/>
                  </a:lnTo>
                  <a:lnTo>
                    <a:pt x="1357" y="994"/>
                  </a:lnTo>
                  <a:lnTo>
                    <a:pt x="1357" y="976"/>
                  </a:lnTo>
                  <a:lnTo>
                    <a:pt x="1352" y="969"/>
                  </a:lnTo>
                  <a:lnTo>
                    <a:pt x="1343" y="960"/>
                  </a:lnTo>
                  <a:lnTo>
                    <a:pt x="1339" y="953"/>
                  </a:lnTo>
                  <a:lnTo>
                    <a:pt x="1334" y="944"/>
                  </a:lnTo>
                  <a:lnTo>
                    <a:pt x="1333" y="917"/>
                  </a:lnTo>
                  <a:lnTo>
                    <a:pt x="1338" y="906"/>
                  </a:lnTo>
                  <a:lnTo>
                    <a:pt x="1351" y="878"/>
                  </a:lnTo>
                  <a:lnTo>
                    <a:pt x="1356" y="850"/>
                  </a:lnTo>
                  <a:lnTo>
                    <a:pt x="1360" y="833"/>
                  </a:lnTo>
                  <a:lnTo>
                    <a:pt x="1363" y="821"/>
                  </a:lnTo>
                  <a:lnTo>
                    <a:pt x="1372" y="787"/>
                  </a:lnTo>
                  <a:lnTo>
                    <a:pt x="1372" y="773"/>
                  </a:lnTo>
                  <a:lnTo>
                    <a:pt x="1380" y="754"/>
                  </a:lnTo>
                  <a:lnTo>
                    <a:pt x="1388" y="742"/>
                  </a:lnTo>
                  <a:lnTo>
                    <a:pt x="1402" y="727"/>
                  </a:lnTo>
                  <a:lnTo>
                    <a:pt x="1417" y="700"/>
                  </a:lnTo>
                  <a:lnTo>
                    <a:pt x="1442" y="672"/>
                  </a:lnTo>
                  <a:lnTo>
                    <a:pt x="1446" y="662"/>
                  </a:lnTo>
                  <a:lnTo>
                    <a:pt x="1452" y="656"/>
                  </a:lnTo>
                  <a:lnTo>
                    <a:pt x="1460" y="651"/>
                  </a:lnTo>
                  <a:lnTo>
                    <a:pt x="1483" y="652"/>
                  </a:lnTo>
                  <a:lnTo>
                    <a:pt x="1525" y="645"/>
                  </a:lnTo>
                  <a:lnTo>
                    <a:pt x="1552" y="637"/>
                  </a:lnTo>
                  <a:lnTo>
                    <a:pt x="1576" y="632"/>
                  </a:lnTo>
                  <a:lnTo>
                    <a:pt x="1617" y="611"/>
                  </a:lnTo>
                  <a:lnTo>
                    <a:pt x="1629" y="605"/>
                  </a:lnTo>
                  <a:lnTo>
                    <a:pt x="1635" y="605"/>
                  </a:lnTo>
                  <a:lnTo>
                    <a:pt x="1643" y="606"/>
                  </a:lnTo>
                  <a:lnTo>
                    <a:pt x="1652" y="611"/>
                  </a:lnTo>
                  <a:lnTo>
                    <a:pt x="1661" y="617"/>
                  </a:lnTo>
                  <a:lnTo>
                    <a:pt x="1672" y="627"/>
                  </a:lnTo>
                  <a:lnTo>
                    <a:pt x="1682" y="636"/>
                  </a:lnTo>
                  <a:lnTo>
                    <a:pt x="1692" y="646"/>
                  </a:lnTo>
                  <a:lnTo>
                    <a:pt x="1698" y="662"/>
                  </a:lnTo>
                  <a:lnTo>
                    <a:pt x="1698" y="682"/>
                  </a:lnTo>
                  <a:lnTo>
                    <a:pt x="1690" y="698"/>
                  </a:lnTo>
                  <a:lnTo>
                    <a:pt x="1674" y="704"/>
                  </a:lnTo>
                  <a:lnTo>
                    <a:pt x="1662" y="705"/>
                  </a:lnTo>
                  <a:lnTo>
                    <a:pt x="1651" y="709"/>
                  </a:lnTo>
                  <a:lnTo>
                    <a:pt x="1643" y="726"/>
                  </a:lnTo>
                  <a:lnTo>
                    <a:pt x="1641" y="739"/>
                  </a:lnTo>
                  <a:lnTo>
                    <a:pt x="1645" y="751"/>
                  </a:lnTo>
                  <a:lnTo>
                    <a:pt x="1658" y="758"/>
                  </a:lnTo>
                  <a:lnTo>
                    <a:pt x="1680" y="777"/>
                  </a:lnTo>
                  <a:lnTo>
                    <a:pt x="1694" y="792"/>
                  </a:lnTo>
                  <a:lnTo>
                    <a:pt x="1705" y="827"/>
                  </a:lnTo>
                  <a:lnTo>
                    <a:pt x="1731" y="878"/>
                  </a:lnTo>
                  <a:lnTo>
                    <a:pt x="1751" y="901"/>
                  </a:lnTo>
                  <a:lnTo>
                    <a:pt x="1758" y="909"/>
                  </a:lnTo>
                  <a:lnTo>
                    <a:pt x="1764" y="914"/>
                  </a:lnTo>
                  <a:lnTo>
                    <a:pt x="1775" y="918"/>
                  </a:lnTo>
                  <a:lnTo>
                    <a:pt x="1787" y="918"/>
                  </a:lnTo>
                  <a:lnTo>
                    <a:pt x="1799" y="918"/>
                  </a:lnTo>
                  <a:lnTo>
                    <a:pt x="1809" y="914"/>
                  </a:lnTo>
                  <a:lnTo>
                    <a:pt x="1819" y="909"/>
                  </a:lnTo>
                  <a:lnTo>
                    <a:pt x="1825" y="904"/>
                  </a:lnTo>
                  <a:lnTo>
                    <a:pt x="1832" y="894"/>
                  </a:lnTo>
                  <a:lnTo>
                    <a:pt x="1840" y="881"/>
                  </a:lnTo>
                  <a:lnTo>
                    <a:pt x="1842" y="873"/>
                  </a:lnTo>
                  <a:lnTo>
                    <a:pt x="1843" y="864"/>
                  </a:lnTo>
                  <a:lnTo>
                    <a:pt x="1848" y="859"/>
                  </a:lnTo>
                  <a:lnTo>
                    <a:pt x="1853" y="857"/>
                  </a:lnTo>
                  <a:lnTo>
                    <a:pt x="1862" y="857"/>
                  </a:lnTo>
                  <a:lnTo>
                    <a:pt x="1870" y="856"/>
                  </a:lnTo>
                  <a:lnTo>
                    <a:pt x="1880" y="853"/>
                  </a:lnTo>
                  <a:lnTo>
                    <a:pt x="1889" y="839"/>
                  </a:lnTo>
                  <a:lnTo>
                    <a:pt x="1886" y="834"/>
                  </a:lnTo>
                  <a:lnTo>
                    <a:pt x="1882" y="829"/>
                  </a:lnTo>
                  <a:lnTo>
                    <a:pt x="1887" y="817"/>
                  </a:lnTo>
                  <a:lnTo>
                    <a:pt x="1893" y="809"/>
                  </a:lnTo>
                  <a:lnTo>
                    <a:pt x="1899" y="801"/>
                  </a:lnTo>
                  <a:lnTo>
                    <a:pt x="1910" y="790"/>
                  </a:lnTo>
                  <a:lnTo>
                    <a:pt x="1917" y="789"/>
                  </a:lnTo>
                  <a:lnTo>
                    <a:pt x="1927" y="794"/>
                  </a:lnTo>
                  <a:lnTo>
                    <a:pt x="1933" y="787"/>
                  </a:lnTo>
                  <a:lnTo>
                    <a:pt x="1955" y="744"/>
                  </a:lnTo>
                  <a:lnTo>
                    <a:pt x="1958" y="727"/>
                  </a:lnTo>
                  <a:lnTo>
                    <a:pt x="1961" y="706"/>
                  </a:lnTo>
                  <a:lnTo>
                    <a:pt x="1980" y="555"/>
                  </a:lnTo>
                  <a:lnTo>
                    <a:pt x="1973" y="558"/>
                  </a:lnTo>
                  <a:lnTo>
                    <a:pt x="1967" y="563"/>
                  </a:lnTo>
                  <a:lnTo>
                    <a:pt x="1956" y="571"/>
                  </a:lnTo>
                  <a:lnTo>
                    <a:pt x="1950" y="577"/>
                  </a:lnTo>
                  <a:lnTo>
                    <a:pt x="1943" y="585"/>
                  </a:lnTo>
                  <a:lnTo>
                    <a:pt x="1928" y="596"/>
                  </a:lnTo>
                  <a:lnTo>
                    <a:pt x="1921" y="602"/>
                  </a:lnTo>
                  <a:lnTo>
                    <a:pt x="1906" y="612"/>
                  </a:lnTo>
                  <a:lnTo>
                    <a:pt x="1896" y="617"/>
                  </a:lnTo>
                  <a:lnTo>
                    <a:pt x="1884" y="616"/>
                  </a:lnTo>
                  <a:lnTo>
                    <a:pt x="1873" y="613"/>
                  </a:lnTo>
                  <a:lnTo>
                    <a:pt x="1863" y="608"/>
                  </a:lnTo>
                  <a:lnTo>
                    <a:pt x="1852" y="598"/>
                  </a:lnTo>
                  <a:lnTo>
                    <a:pt x="1848" y="590"/>
                  </a:lnTo>
                  <a:lnTo>
                    <a:pt x="1847" y="582"/>
                  </a:lnTo>
                  <a:lnTo>
                    <a:pt x="1848" y="573"/>
                  </a:lnTo>
                  <a:lnTo>
                    <a:pt x="1850" y="562"/>
                  </a:lnTo>
                  <a:lnTo>
                    <a:pt x="1851" y="554"/>
                  </a:lnTo>
                  <a:lnTo>
                    <a:pt x="1854" y="533"/>
                  </a:lnTo>
                  <a:lnTo>
                    <a:pt x="1856" y="514"/>
                  </a:lnTo>
                  <a:lnTo>
                    <a:pt x="1851" y="503"/>
                  </a:lnTo>
                  <a:lnTo>
                    <a:pt x="1841" y="492"/>
                  </a:lnTo>
                  <a:lnTo>
                    <a:pt x="1831" y="487"/>
                  </a:lnTo>
                  <a:lnTo>
                    <a:pt x="1821" y="481"/>
                  </a:lnTo>
                  <a:lnTo>
                    <a:pt x="1816" y="475"/>
                  </a:lnTo>
                  <a:lnTo>
                    <a:pt x="1810" y="468"/>
                  </a:lnTo>
                  <a:lnTo>
                    <a:pt x="1807" y="461"/>
                  </a:lnTo>
                  <a:lnTo>
                    <a:pt x="1805" y="454"/>
                  </a:lnTo>
                  <a:lnTo>
                    <a:pt x="1804" y="445"/>
                  </a:lnTo>
                  <a:lnTo>
                    <a:pt x="1803" y="439"/>
                  </a:lnTo>
                  <a:lnTo>
                    <a:pt x="1798" y="430"/>
                  </a:lnTo>
                  <a:lnTo>
                    <a:pt x="1791" y="422"/>
                  </a:lnTo>
                  <a:lnTo>
                    <a:pt x="1783" y="415"/>
                  </a:lnTo>
                  <a:lnTo>
                    <a:pt x="1772" y="406"/>
                  </a:lnTo>
                  <a:lnTo>
                    <a:pt x="1768" y="400"/>
                  </a:lnTo>
                  <a:lnTo>
                    <a:pt x="1768" y="393"/>
                  </a:lnTo>
                  <a:lnTo>
                    <a:pt x="1770" y="386"/>
                  </a:lnTo>
                  <a:lnTo>
                    <a:pt x="1776" y="379"/>
                  </a:lnTo>
                  <a:lnTo>
                    <a:pt x="1782" y="375"/>
                  </a:lnTo>
                  <a:lnTo>
                    <a:pt x="1787" y="372"/>
                  </a:lnTo>
                  <a:lnTo>
                    <a:pt x="1796" y="359"/>
                  </a:lnTo>
                  <a:lnTo>
                    <a:pt x="1812" y="337"/>
                  </a:lnTo>
                  <a:lnTo>
                    <a:pt x="1821" y="318"/>
                  </a:lnTo>
                  <a:lnTo>
                    <a:pt x="1828" y="306"/>
                  </a:lnTo>
                  <a:lnTo>
                    <a:pt x="1833" y="294"/>
                  </a:lnTo>
                  <a:lnTo>
                    <a:pt x="1837" y="279"/>
                  </a:lnTo>
                  <a:lnTo>
                    <a:pt x="1837" y="269"/>
                  </a:lnTo>
                  <a:lnTo>
                    <a:pt x="1833" y="259"/>
                  </a:lnTo>
                  <a:lnTo>
                    <a:pt x="1819" y="249"/>
                  </a:lnTo>
                  <a:lnTo>
                    <a:pt x="1793" y="234"/>
                  </a:lnTo>
                  <a:lnTo>
                    <a:pt x="1792" y="229"/>
                  </a:lnTo>
                  <a:lnTo>
                    <a:pt x="1792" y="222"/>
                  </a:lnTo>
                  <a:lnTo>
                    <a:pt x="1793" y="210"/>
                  </a:lnTo>
                  <a:lnTo>
                    <a:pt x="1798" y="190"/>
                  </a:lnTo>
                  <a:lnTo>
                    <a:pt x="1799" y="184"/>
                  </a:lnTo>
                  <a:lnTo>
                    <a:pt x="1801" y="174"/>
                  </a:lnTo>
                  <a:lnTo>
                    <a:pt x="1801" y="159"/>
                  </a:lnTo>
                  <a:lnTo>
                    <a:pt x="1797" y="151"/>
                  </a:lnTo>
                  <a:lnTo>
                    <a:pt x="1791" y="143"/>
                  </a:lnTo>
                  <a:lnTo>
                    <a:pt x="1785" y="132"/>
                  </a:lnTo>
                  <a:lnTo>
                    <a:pt x="1773" y="114"/>
                  </a:lnTo>
                  <a:lnTo>
                    <a:pt x="1763" y="109"/>
                  </a:lnTo>
                  <a:lnTo>
                    <a:pt x="1751" y="104"/>
                  </a:lnTo>
                  <a:lnTo>
                    <a:pt x="1748" y="98"/>
                  </a:lnTo>
                  <a:lnTo>
                    <a:pt x="1749" y="91"/>
                  </a:lnTo>
                  <a:lnTo>
                    <a:pt x="1760" y="81"/>
                  </a:lnTo>
                  <a:lnTo>
                    <a:pt x="1766" y="76"/>
                  </a:lnTo>
                  <a:lnTo>
                    <a:pt x="1773" y="71"/>
                  </a:lnTo>
                  <a:lnTo>
                    <a:pt x="1786" y="56"/>
                  </a:lnTo>
                  <a:lnTo>
                    <a:pt x="1791" y="48"/>
                  </a:lnTo>
                  <a:lnTo>
                    <a:pt x="1794" y="42"/>
                  </a:lnTo>
                  <a:lnTo>
                    <a:pt x="1800" y="37"/>
                  </a:lnTo>
                  <a:lnTo>
                    <a:pt x="1809" y="35"/>
                  </a:lnTo>
                  <a:lnTo>
                    <a:pt x="1820" y="35"/>
                  </a:lnTo>
                  <a:lnTo>
                    <a:pt x="1832" y="38"/>
                  </a:lnTo>
                  <a:lnTo>
                    <a:pt x="1850" y="41"/>
                  </a:lnTo>
                  <a:lnTo>
                    <a:pt x="1866" y="40"/>
                  </a:lnTo>
                  <a:lnTo>
                    <a:pt x="1909" y="22"/>
                  </a:lnTo>
                  <a:lnTo>
                    <a:pt x="1924" y="15"/>
                  </a:lnTo>
                  <a:lnTo>
                    <a:pt x="1947" y="13"/>
                  </a:lnTo>
                  <a:lnTo>
                    <a:pt x="1973" y="7"/>
                  </a:lnTo>
                  <a:lnTo>
                    <a:pt x="1980" y="1"/>
                  </a:lnTo>
                  <a:lnTo>
                    <a:pt x="1998" y="0"/>
                  </a:lnTo>
                  <a:lnTo>
                    <a:pt x="2010" y="0"/>
                  </a:lnTo>
                  <a:lnTo>
                    <a:pt x="2024" y="1"/>
                  </a:lnTo>
                  <a:lnTo>
                    <a:pt x="2045" y="5"/>
                  </a:lnTo>
                  <a:lnTo>
                    <a:pt x="2060" y="6"/>
                  </a:lnTo>
                  <a:lnTo>
                    <a:pt x="2100" y="4"/>
                  </a:lnTo>
                  <a:lnTo>
                    <a:pt x="2126" y="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l961"/>
            <p:cNvSpPr/>
            <p:nvPr/>
          </p:nvSpPr>
          <p:spPr>
            <a:xfrm>
              <a:off x="4204729" y="5918547"/>
              <a:ext cx="2221" cy="2061"/>
            </a:xfrm>
            <a:custGeom>
              <a:avLst/>
              <a:pathLst>
                <a:path w="2221" h="2061">
                  <a:moveTo>
                    <a:pt x="1312" y="469"/>
                  </a:moveTo>
                  <a:lnTo>
                    <a:pt x="1384" y="477"/>
                  </a:lnTo>
                  <a:lnTo>
                    <a:pt x="1436" y="478"/>
                  </a:lnTo>
                  <a:lnTo>
                    <a:pt x="1557" y="496"/>
                  </a:lnTo>
                  <a:lnTo>
                    <a:pt x="1634" y="504"/>
                  </a:lnTo>
                  <a:lnTo>
                    <a:pt x="1761" y="521"/>
                  </a:lnTo>
                  <a:lnTo>
                    <a:pt x="1811" y="523"/>
                  </a:lnTo>
                  <a:lnTo>
                    <a:pt x="1826" y="525"/>
                  </a:lnTo>
                  <a:lnTo>
                    <a:pt x="1841" y="527"/>
                  </a:lnTo>
                  <a:lnTo>
                    <a:pt x="1852" y="528"/>
                  </a:lnTo>
                  <a:lnTo>
                    <a:pt x="1901" y="531"/>
                  </a:lnTo>
                  <a:lnTo>
                    <a:pt x="1952" y="538"/>
                  </a:lnTo>
                  <a:lnTo>
                    <a:pt x="1993" y="545"/>
                  </a:lnTo>
                  <a:lnTo>
                    <a:pt x="2126" y="560"/>
                  </a:lnTo>
                  <a:lnTo>
                    <a:pt x="2130" y="798"/>
                  </a:lnTo>
                  <a:lnTo>
                    <a:pt x="2139" y="987"/>
                  </a:lnTo>
                  <a:lnTo>
                    <a:pt x="2171" y="979"/>
                  </a:lnTo>
                  <a:lnTo>
                    <a:pt x="2188" y="982"/>
                  </a:lnTo>
                  <a:lnTo>
                    <a:pt x="2194" y="993"/>
                  </a:lnTo>
                  <a:lnTo>
                    <a:pt x="2201" y="1094"/>
                  </a:lnTo>
                  <a:lnTo>
                    <a:pt x="2193" y="1104"/>
                  </a:lnTo>
                  <a:lnTo>
                    <a:pt x="2197" y="1118"/>
                  </a:lnTo>
                  <a:lnTo>
                    <a:pt x="2205" y="1149"/>
                  </a:lnTo>
                  <a:lnTo>
                    <a:pt x="2221" y="1166"/>
                  </a:lnTo>
                  <a:lnTo>
                    <a:pt x="2221" y="1172"/>
                  </a:lnTo>
                  <a:lnTo>
                    <a:pt x="2217" y="1177"/>
                  </a:lnTo>
                  <a:lnTo>
                    <a:pt x="2136" y="1210"/>
                  </a:lnTo>
                  <a:lnTo>
                    <a:pt x="2081" y="1224"/>
                  </a:lnTo>
                  <a:lnTo>
                    <a:pt x="1939" y="1245"/>
                  </a:lnTo>
                  <a:lnTo>
                    <a:pt x="1888" y="1251"/>
                  </a:lnTo>
                  <a:lnTo>
                    <a:pt x="1763" y="1260"/>
                  </a:lnTo>
                  <a:lnTo>
                    <a:pt x="1728" y="1264"/>
                  </a:lnTo>
                  <a:lnTo>
                    <a:pt x="1694" y="1269"/>
                  </a:lnTo>
                  <a:lnTo>
                    <a:pt x="1610" y="1295"/>
                  </a:lnTo>
                  <a:lnTo>
                    <a:pt x="1569" y="1307"/>
                  </a:lnTo>
                  <a:lnTo>
                    <a:pt x="1515" y="1325"/>
                  </a:lnTo>
                  <a:lnTo>
                    <a:pt x="1464" y="1342"/>
                  </a:lnTo>
                  <a:lnTo>
                    <a:pt x="1367" y="1386"/>
                  </a:lnTo>
                  <a:lnTo>
                    <a:pt x="1318" y="1407"/>
                  </a:lnTo>
                  <a:lnTo>
                    <a:pt x="1271" y="1426"/>
                  </a:lnTo>
                  <a:lnTo>
                    <a:pt x="1177" y="1473"/>
                  </a:lnTo>
                  <a:lnTo>
                    <a:pt x="1138" y="1493"/>
                  </a:lnTo>
                  <a:lnTo>
                    <a:pt x="1083" y="1523"/>
                  </a:lnTo>
                  <a:lnTo>
                    <a:pt x="971" y="1586"/>
                  </a:lnTo>
                  <a:lnTo>
                    <a:pt x="886" y="1633"/>
                  </a:lnTo>
                  <a:lnTo>
                    <a:pt x="797" y="1684"/>
                  </a:lnTo>
                  <a:lnTo>
                    <a:pt x="682" y="1756"/>
                  </a:lnTo>
                  <a:lnTo>
                    <a:pt x="641" y="1775"/>
                  </a:lnTo>
                  <a:lnTo>
                    <a:pt x="560" y="1833"/>
                  </a:lnTo>
                  <a:lnTo>
                    <a:pt x="429" y="1925"/>
                  </a:lnTo>
                  <a:lnTo>
                    <a:pt x="354" y="1983"/>
                  </a:lnTo>
                  <a:lnTo>
                    <a:pt x="338" y="1991"/>
                  </a:lnTo>
                  <a:lnTo>
                    <a:pt x="247" y="2038"/>
                  </a:lnTo>
                  <a:lnTo>
                    <a:pt x="228" y="2052"/>
                  </a:lnTo>
                  <a:lnTo>
                    <a:pt x="174" y="2061"/>
                  </a:lnTo>
                  <a:lnTo>
                    <a:pt x="111" y="2036"/>
                  </a:lnTo>
                  <a:lnTo>
                    <a:pt x="47" y="2002"/>
                  </a:lnTo>
                  <a:lnTo>
                    <a:pt x="23" y="1968"/>
                  </a:lnTo>
                  <a:lnTo>
                    <a:pt x="12" y="1946"/>
                  </a:lnTo>
                  <a:lnTo>
                    <a:pt x="12" y="1935"/>
                  </a:lnTo>
                  <a:lnTo>
                    <a:pt x="13" y="1926"/>
                  </a:lnTo>
                  <a:lnTo>
                    <a:pt x="17" y="1859"/>
                  </a:lnTo>
                  <a:lnTo>
                    <a:pt x="6" y="1826"/>
                  </a:lnTo>
                  <a:lnTo>
                    <a:pt x="0" y="1772"/>
                  </a:lnTo>
                  <a:lnTo>
                    <a:pt x="0" y="1745"/>
                  </a:lnTo>
                  <a:lnTo>
                    <a:pt x="2" y="1711"/>
                  </a:lnTo>
                  <a:lnTo>
                    <a:pt x="10" y="1704"/>
                  </a:lnTo>
                  <a:lnTo>
                    <a:pt x="18" y="1699"/>
                  </a:lnTo>
                  <a:lnTo>
                    <a:pt x="29" y="1698"/>
                  </a:lnTo>
                  <a:lnTo>
                    <a:pt x="52" y="1696"/>
                  </a:lnTo>
                  <a:lnTo>
                    <a:pt x="51" y="1671"/>
                  </a:lnTo>
                  <a:lnTo>
                    <a:pt x="41" y="1618"/>
                  </a:lnTo>
                  <a:lnTo>
                    <a:pt x="27" y="1492"/>
                  </a:lnTo>
                  <a:lnTo>
                    <a:pt x="27" y="1420"/>
                  </a:lnTo>
                  <a:lnTo>
                    <a:pt x="48" y="1328"/>
                  </a:lnTo>
                  <a:lnTo>
                    <a:pt x="66" y="1283"/>
                  </a:lnTo>
                  <a:lnTo>
                    <a:pt x="64" y="1274"/>
                  </a:lnTo>
                  <a:lnTo>
                    <a:pt x="61" y="1253"/>
                  </a:lnTo>
                  <a:lnTo>
                    <a:pt x="59" y="1244"/>
                  </a:lnTo>
                  <a:lnTo>
                    <a:pt x="54" y="1212"/>
                  </a:lnTo>
                  <a:lnTo>
                    <a:pt x="47" y="1191"/>
                  </a:lnTo>
                  <a:lnTo>
                    <a:pt x="74" y="1154"/>
                  </a:lnTo>
                  <a:lnTo>
                    <a:pt x="101" y="1141"/>
                  </a:lnTo>
                  <a:lnTo>
                    <a:pt x="110" y="1097"/>
                  </a:lnTo>
                  <a:lnTo>
                    <a:pt x="118" y="1018"/>
                  </a:lnTo>
                  <a:lnTo>
                    <a:pt x="126" y="959"/>
                  </a:lnTo>
                  <a:lnTo>
                    <a:pt x="132" y="830"/>
                  </a:lnTo>
                  <a:lnTo>
                    <a:pt x="133" y="715"/>
                  </a:lnTo>
                  <a:lnTo>
                    <a:pt x="140" y="678"/>
                  </a:lnTo>
                  <a:lnTo>
                    <a:pt x="145" y="617"/>
                  </a:lnTo>
                  <a:lnTo>
                    <a:pt x="149" y="547"/>
                  </a:lnTo>
                  <a:lnTo>
                    <a:pt x="155" y="522"/>
                  </a:lnTo>
                  <a:lnTo>
                    <a:pt x="187" y="456"/>
                  </a:lnTo>
                  <a:lnTo>
                    <a:pt x="222" y="375"/>
                  </a:lnTo>
                  <a:lnTo>
                    <a:pt x="232" y="351"/>
                  </a:lnTo>
                  <a:lnTo>
                    <a:pt x="247" y="317"/>
                  </a:lnTo>
                  <a:lnTo>
                    <a:pt x="265" y="279"/>
                  </a:lnTo>
                  <a:lnTo>
                    <a:pt x="271" y="265"/>
                  </a:lnTo>
                  <a:lnTo>
                    <a:pt x="285" y="237"/>
                  </a:lnTo>
                  <a:lnTo>
                    <a:pt x="409" y="0"/>
                  </a:lnTo>
                  <a:lnTo>
                    <a:pt x="491" y="45"/>
                  </a:lnTo>
                  <a:lnTo>
                    <a:pt x="579" y="96"/>
                  </a:lnTo>
                  <a:lnTo>
                    <a:pt x="731" y="182"/>
                  </a:lnTo>
                  <a:lnTo>
                    <a:pt x="972" y="317"/>
                  </a:lnTo>
                  <a:lnTo>
                    <a:pt x="1130" y="406"/>
                  </a:lnTo>
                  <a:lnTo>
                    <a:pt x="1169" y="431"/>
                  </a:lnTo>
                  <a:lnTo>
                    <a:pt x="1191" y="454"/>
                  </a:lnTo>
                  <a:lnTo>
                    <a:pt x="1228" y="457"/>
                  </a:lnTo>
                  <a:lnTo>
                    <a:pt x="1312" y="46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l962"/>
            <p:cNvSpPr/>
            <p:nvPr/>
          </p:nvSpPr>
          <p:spPr>
            <a:xfrm>
              <a:off x="4151821" y="5913789"/>
              <a:ext cx="2684" cy="3366"/>
            </a:xfrm>
            <a:custGeom>
              <a:avLst/>
              <a:pathLst>
                <a:path w="2684" h="3366">
                  <a:moveTo>
                    <a:pt x="2494" y="1762"/>
                  </a:moveTo>
                  <a:lnTo>
                    <a:pt x="2126" y="2546"/>
                  </a:lnTo>
                  <a:lnTo>
                    <a:pt x="1933" y="2823"/>
                  </a:lnTo>
                  <a:lnTo>
                    <a:pt x="1898" y="2825"/>
                  </a:lnTo>
                  <a:lnTo>
                    <a:pt x="1861" y="2805"/>
                  </a:lnTo>
                  <a:lnTo>
                    <a:pt x="1791" y="2670"/>
                  </a:lnTo>
                  <a:lnTo>
                    <a:pt x="1734" y="2639"/>
                  </a:lnTo>
                  <a:lnTo>
                    <a:pt x="1378" y="2485"/>
                  </a:lnTo>
                  <a:lnTo>
                    <a:pt x="1249" y="2294"/>
                  </a:lnTo>
                  <a:lnTo>
                    <a:pt x="1210" y="2259"/>
                  </a:lnTo>
                  <a:lnTo>
                    <a:pt x="1155" y="2236"/>
                  </a:lnTo>
                  <a:lnTo>
                    <a:pt x="1079" y="2225"/>
                  </a:lnTo>
                  <a:lnTo>
                    <a:pt x="996" y="2226"/>
                  </a:lnTo>
                  <a:lnTo>
                    <a:pt x="934" y="2237"/>
                  </a:lnTo>
                  <a:lnTo>
                    <a:pt x="828" y="2275"/>
                  </a:lnTo>
                  <a:lnTo>
                    <a:pt x="711" y="2337"/>
                  </a:lnTo>
                  <a:lnTo>
                    <a:pt x="617" y="2408"/>
                  </a:lnTo>
                  <a:lnTo>
                    <a:pt x="528" y="2518"/>
                  </a:lnTo>
                  <a:lnTo>
                    <a:pt x="475" y="2602"/>
                  </a:lnTo>
                  <a:lnTo>
                    <a:pt x="455" y="2661"/>
                  </a:lnTo>
                  <a:lnTo>
                    <a:pt x="454" y="2713"/>
                  </a:lnTo>
                  <a:lnTo>
                    <a:pt x="527" y="2940"/>
                  </a:lnTo>
                  <a:lnTo>
                    <a:pt x="596" y="3022"/>
                  </a:lnTo>
                  <a:lnTo>
                    <a:pt x="645" y="3064"/>
                  </a:lnTo>
                  <a:lnTo>
                    <a:pt x="718" y="3063"/>
                  </a:lnTo>
                  <a:lnTo>
                    <a:pt x="741" y="3055"/>
                  </a:lnTo>
                  <a:lnTo>
                    <a:pt x="754" y="3063"/>
                  </a:lnTo>
                  <a:lnTo>
                    <a:pt x="797" y="3127"/>
                  </a:lnTo>
                  <a:lnTo>
                    <a:pt x="788" y="3216"/>
                  </a:lnTo>
                  <a:lnTo>
                    <a:pt x="743" y="3356"/>
                  </a:lnTo>
                  <a:lnTo>
                    <a:pt x="732" y="3366"/>
                  </a:lnTo>
                  <a:lnTo>
                    <a:pt x="718" y="3363"/>
                  </a:lnTo>
                  <a:lnTo>
                    <a:pt x="529" y="3212"/>
                  </a:lnTo>
                  <a:lnTo>
                    <a:pt x="173" y="3008"/>
                  </a:lnTo>
                  <a:lnTo>
                    <a:pt x="157" y="2984"/>
                  </a:lnTo>
                  <a:lnTo>
                    <a:pt x="127" y="2886"/>
                  </a:lnTo>
                  <a:lnTo>
                    <a:pt x="99" y="2750"/>
                  </a:lnTo>
                  <a:lnTo>
                    <a:pt x="94" y="2639"/>
                  </a:lnTo>
                  <a:lnTo>
                    <a:pt x="101" y="2439"/>
                  </a:lnTo>
                  <a:lnTo>
                    <a:pt x="124" y="2309"/>
                  </a:lnTo>
                  <a:lnTo>
                    <a:pt x="221" y="2097"/>
                  </a:lnTo>
                  <a:lnTo>
                    <a:pt x="225" y="2051"/>
                  </a:lnTo>
                  <a:lnTo>
                    <a:pt x="212" y="2007"/>
                  </a:lnTo>
                  <a:lnTo>
                    <a:pt x="176" y="1948"/>
                  </a:lnTo>
                  <a:lnTo>
                    <a:pt x="145" y="1913"/>
                  </a:lnTo>
                  <a:lnTo>
                    <a:pt x="108" y="1826"/>
                  </a:lnTo>
                  <a:lnTo>
                    <a:pt x="48" y="1602"/>
                  </a:lnTo>
                  <a:lnTo>
                    <a:pt x="0" y="1314"/>
                  </a:lnTo>
                  <a:lnTo>
                    <a:pt x="7" y="1186"/>
                  </a:lnTo>
                  <a:lnTo>
                    <a:pt x="115" y="1029"/>
                  </a:lnTo>
                  <a:lnTo>
                    <a:pt x="246" y="1015"/>
                  </a:lnTo>
                  <a:lnTo>
                    <a:pt x="298" y="954"/>
                  </a:lnTo>
                  <a:lnTo>
                    <a:pt x="398" y="736"/>
                  </a:lnTo>
                  <a:lnTo>
                    <a:pt x="681" y="530"/>
                  </a:lnTo>
                  <a:lnTo>
                    <a:pt x="1301" y="171"/>
                  </a:lnTo>
                  <a:lnTo>
                    <a:pt x="1486" y="103"/>
                  </a:lnTo>
                  <a:lnTo>
                    <a:pt x="1828" y="0"/>
                  </a:lnTo>
                  <a:lnTo>
                    <a:pt x="2086" y="10"/>
                  </a:lnTo>
                  <a:lnTo>
                    <a:pt x="2163" y="29"/>
                  </a:lnTo>
                  <a:lnTo>
                    <a:pt x="2210" y="54"/>
                  </a:lnTo>
                  <a:lnTo>
                    <a:pt x="2326" y="161"/>
                  </a:lnTo>
                  <a:lnTo>
                    <a:pt x="2543" y="441"/>
                  </a:lnTo>
                  <a:lnTo>
                    <a:pt x="2599" y="524"/>
                  </a:lnTo>
                  <a:lnTo>
                    <a:pt x="2627" y="607"/>
                  </a:lnTo>
                  <a:lnTo>
                    <a:pt x="2675" y="819"/>
                  </a:lnTo>
                  <a:lnTo>
                    <a:pt x="2684" y="898"/>
                  </a:lnTo>
                  <a:lnTo>
                    <a:pt x="2655" y="1272"/>
                  </a:lnTo>
                  <a:lnTo>
                    <a:pt x="2625" y="1432"/>
                  </a:lnTo>
                  <a:lnTo>
                    <a:pt x="2494" y="176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l963"/>
            <p:cNvSpPr/>
            <p:nvPr/>
          </p:nvSpPr>
          <p:spPr>
            <a:xfrm>
              <a:off x="4215191" y="5913393"/>
              <a:ext cx="1111" cy="835"/>
            </a:xfrm>
            <a:custGeom>
              <a:avLst/>
              <a:pathLst>
                <a:path w="1111" h="835">
                  <a:moveTo>
                    <a:pt x="1025" y="835"/>
                  </a:moveTo>
                  <a:lnTo>
                    <a:pt x="492" y="835"/>
                  </a:lnTo>
                  <a:lnTo>
                    <a:pt x="0" y="392"/>
                  </a:lnTo>
                  <a:lnTo>
                    <a:pt x="305" y="0"/>
                  </a:lnTo>
                  <a:lnTo>
                    <a:pt x="1111" y="728"/>
                  </a:lnTo>
                  <a:lnTo>
                    <a:pt x="1025" y="83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l964"/>
            <p:cNvSpPr/>
            <p:nvPr/>
          </p:nvSpPr>
          <p:spPr>
            <a:xfrm>
              <a:off x="4207175" y="5912540"/>
              <a:ext cx="14152" cy="9171"/>
            </a:xfrm>
            <a:custGeom>
              <a:avLst/>
              <a:pathLst>
                <a:path w="14152" h="9171">
                  <a:moveTo>
                    <a:pt x="7553" y="1077"/>
                  </a:moveTo>
                  <a:lnTo>
                    <a:pt x="7847" y="1722"/>
                  </a:lnTo>
                  <a:lnTo>
                    <a:pt x="7859" y="1752"/>
                  </a:lnTo>
                  <a:lnTo>
                    <a:pt x="7859" y="1773"/>
                  </a:lnTo>
                  <a:lnTo>
                    <a:pt x="7865" y="1919"/>
                  </a:lnTo>
                  <a:lnTo>
                    <a:pt x="7866" y="1937"/>
                  </a:lnTo>
                  <a:lnTo>
                    <a:pt x="7867" y="1944"/>
                  </a:lnTo>
                  <a:lnTo>
                    <a:pt x="7874" y="1957"/>
                  </a:lnTo>
                  <a:lnTo>
                    <a:pt x="7900" y="2000"/>
                  </a:lnTo>
                  <a:lnTo>
                    <a:pt x="7921" y="2014"/>
                  </a:lnTo>
                  <a:lnTo>
                    <a:pt x="7977" y="2050"/>
                  </a:lnTo>
                  <a:lnTo>
                    <a:pt x="8019" y="2049"/>
                  </a:lnTo>
                  <a:lnTo>
                    <a:pt x="8105" y="2043"/>
                  </a:lnTo>
                  <a:lnTo>
                    <a:pt x="8143" y="2037"/>
                  </a:lnTo>
                  <a:lnTo>
                    <a:pt x="8380" y="2159"/>
                  </a:lnTo>
                  <a:lnTo>
                    <a:pt x="8439" y="2198"/>
                  </a:lnTo>
                  <a:lnTo>
                    <a:pt x="8482" y="2220"/>
                  </a:lnTo>
                  <a:lnTo>
                    <a:pt x="8535" y="2239"/>
                  </a:lnTo>
                  <a:lnTo>
                    <a:pt x="8683" y="2255"/>
                  </a:lnTo>
                  <a:lnTo>
                    <a:pt x="8709" y="2253"/>
                  </a:lnTo>
                  <a:lnTo>
                    <a:pt x="8739" y="2249"/>
                  </a:lnTo>
                  <a:lnTo>
                    <a:pt x="8758" y="2245"/>
                  </a:lnTo>
                  <a:lnTo>
                    <a:pt x="8805" y="2236"/>
                  </a:lnTo>
                  <a:lnTo>
                    <a:pt x="9019" y="2142"/>
                  </a:lnTo>
                  <a:lnTo>
                    <a:pt x="9158" y="2103"/>
                  </a:lnTo>
                  <a:lnTo>
                    <a:pt x="9301" y="2093"/>
                  </a:lnTo>
                  <a:lnTo>
                    <a:pt x="9614" y="2070"/>
                  </a:lnTo>
                  <a:lnTo>
                    <a:pt x="9645" y="2071"/>
                  </a:lnTo>
                  <a:lnTo>
                    <a:pt x="9662" y="2073"/>
                  </a:lnTo>
                  <a:lnTo>
                    <a:pt x="9668" y="2074"/>
                  </a:lnTo>
                  <a:lnTo>
                    <a:pt x="9738" y="2096"/>
                  </a:lnTo>
                  <a:lnTo>
                    <a:pt x="9815" y="2111"/>
                  </a:lnTo>
                  <a:lnTo>
                    <a:pt x="9983" y="2145"/>
                  </a:lnTo>
                  <a:lnTo>
                    <a:pt x="10224" y="2193"/>
                  </a:lnTo>
                  <a:lnTo>
                    <a:pt x="10306" y="2157"/>
                  </a:lnTo>
                  <a:lnTo>
                    <a:pt x="10864" y="1907"/>
                  </a:lnTo>
                  <a:lnTo>
                    <a:pt x="10865" y="1496"/>
                  </a:lnTo>
                  <a:lnTo>
                    <a:pt x="11274" y="1302"/>
                  </a:lnTo>
                  <a:lnTo>
                    <a:pt x="11391" y="1247"/>
                  </a:lnTo>
                  <a:lnTo>
                    <a:pt x="11682" y="1132"/>
                  </a:lnTo>
                  <a:lnTo>
                    <a:pt x="12235" y="915"/>
                  </a:lnTo>
                  <a:lnTo>
                    <a:pt x="12369" y="893"/>
                  </a:lnTo>
                  <a:lnTo>
                    <a:pt x="12458" y="892"/>
                  </a:lnTo>
                  <a:lnTo>
                    <a:pt x="12473" y="894"/>
                  </a:lnTo>
                  <a:lnTo>
                    <a:pt x="12480" y="894"/>
                  </a:lnTo>
                  <a:lnTo>
                    <a:pt x="12490" y="896"/>
                  </a:lnTo>
                  <a:lnTo>
                    <a:pt x="12782" y="959"/>
                  </a:lnTo>
                  <a:lnTo>
                    <a:pt x="12903" y="1023"/>
                  </a:lnTo>
                  <a:lnTo>
                    <a:pt x="12999" y="1102"/>
                  </a:lnTo>
                  <a:lnTo>
                    <a:pt x="13050" y="1153"/>
                  </a:lnTo>
                  <a:lnTo>
                    <a:pt x="13198" y="1287"/>
                  </a:lnTo>
                  <a:lnTo>
                    <a:pt x="13272" y="1353"/>
                  </a:lnTo>
                  <a:lnTo>
                    <a:pt x="13323" y="1371"/>
                  </a:lnTo>
                  <a:lnTo>
                    <a:pt x="13348" y="1374"/>
                  </a:lnTo>
                  <a:lnTo>
                    <a:pt x="13417" y="1361"/>
                  </a:lnTo>
                  <a:lnTo>
                    <a:pt x="13469" y="1338"/>
                  </a:lnTo>
                  <a:lnTo>
                    <a:pt x="13529" y="1332"/>
                  </a:lnTo>
                  <a:lnTo>
                    <a:pt x="13576" y="1335"/>
                  </a:lnTo>
                  <a:lnTo>
                    <a:pt x="13655" y="1352"/>
                  </a:lnTo>
                  <a:lnTo>
                    <a:pt x="13729" y="1373"/>
                  </a:lnTo>
                  <a:lnTo>
                    <a:pt x="13806" y="1418"/>
                  </a:lnTo>
                  <a:lnTo>
                    <a:pt x="13918" y="1502"/>
                  </a:lnTo>
                  <a:lnTo>
                    <a:pt x="13989" y="1565"/>
                  </a:lnTo>
                  <a:lnTo>
                    <a:pt x="14035" y="1612"/>
                  </a:lnTo>
                  <a:lnTo>
                    <a:pt x="14079" y="1662"/>
                  </a:lnTo>
                  <a:lnTo>
                    <a:pt x="14124" y="1722"/>
                  </a:lnTo>
                  <a:lnTo>
                    <a:pt x="14137" y="1741"/>
                  </a:lnTo>
                  <a:lnTo>
                    <a:pt x="14147" y="1779"/>
                  </a:lnTo>
                  <a:lnTo>
                    <a:pt x="14152" y="1866"/>
                  </a:lnTo>
                  <a:lnTo>
                    <a:pt x="14148" y="1922"/>
                  </a:lnTo>
                  <a:lnTo>
                    <a:pt x="14095" y="2309"/>
                  </a:lnTo>
                  <a:lnTo>
                    <a:pt x="14071" y="2483"/>
                  </a:lnTo>
                  <a:lnTo>
                    <a:pt x="14044" y="2651"/>
                  </a:lnTo>
                  <a:lnTo>
                    <a:pt x="13937" y="3143"/>
                  </a:lnTo>
                  <a:lnTo>
                    <a:pt x="13917" y="3202"/>
                  </a:lnTo>
                  <a:lnTo>
                    <a:pt x="13884" y="3297"/>
                  </a:lnTo>
                  <a:lnTo>
                    <a:pt x="13867" y="3347"/>
                  </a:lnTo>
                  <a:lnTo>
                    <a:pt x="13802" y="3534"/>
                  </a:lnTo>
                  <a:lnTo>
                    <a:pt x="13739" y="3703"/>
                  </a:lnTo>
                  <a:lnTo>
                    <a:pt x="13710" y="3786"/>
                  </a:lnTo>
                  <a:lnTo>
                    <a:pt x="13545" y="4263"/>
                  </a:lnTo>
                  <a:lnTo>
                    <a:pt x="13525" y="4320"/>
                  </a:lnTo>
                  <a:lnTo>
                    <a:pt x="13269" y="5076"/>
                  </a:lnTo>
                  <a:lnTo>
                    <a:pt x="13177" y="5369"/>
                  </a:lnTo>
                  <a:lnTo>
                    <a:pt x="13123" y="5571"/>
                  </a:lnTo>
                  <a:lnTo>
                    <a:pt x="13074" y="5799"/>
                  </a:lnTo>
                  <a:lnTo>
                    <a:pt x="13042" y="6020"/>
                  </a:lnTo>
                  <a:lnTo>
                    <a:pt x="13019" y="6223"/>
                  </a:lnTo>
                  <a:lnTo>
                    <a:pt x="13007" y="6339"/>
                  </a:lnTo>
                  <a:lnTo>
                    <a:pt x="12992" y="6563"/>
                  </a:lnTo>
                  <a:lnTo>
                    <a:pt x="12987" y="6750"/>
                  </a:lnTo>
                  <a:lnTo>
                    <a:pt x="13002" y="7238"/>
                  </a:lnTo>
                  <a:lnTo>
                    <a:pt x="13012" y="7354"/>
                  </a:lnTo>
                  <a:lnTo>
                    <a:pt x="13025" y="7476"/>
                  </a:lnTo>
                  <a:lnTo>
                    <a:pt x="13045" y="7636"/>
                  </a:lnTo>
                  <a:lnTo>
                    <a:pt x="13068" y="7763"/>
                  </a:lnTo>
                  <a:lnTo>
                    <a:pt x="13084" y="7882"/>
                  </a:lnTo>
                  <a:lnTo>
                    <a:pt x="13097" y="8063"/>
                  </a:lnTo>
                  <a:lnTo>
                    <a:pt x="13112" y="8393"/>
                  </a:lnTo>
                  <a:lnTo>
                    <a:pt x="13112" y="8546"/>
                  </a:lnTo>
                  <a:lnTo>
                    <a:pt x="13106" y="8613"/>
                  </a:lnTo>
                  <a:lnTo>
                    <a:pt x="13092" y="8713"/>
                  </a:lnTo>
                  <a:lnTo>
                    <a:pt x="13069" y="8780"/>
                  </a:lnTo>
                  <a:lnTo>
                    <a:pt x="13020" y="8882"/>
                  </a:lnTo>
                  <a:lnTo>
                    <a:pt x="12977" y="8953"/>
                  </a:lnTo>
                  <a:lnTo>
                    <a:pt x="12909" y="9047"/>
                  </a:lnTo>
                  <a:lnTo>
                    <a:pt x="12852" y="9090"/>
                  </a:lnTo>
                  <a:lnTo>
                    <a:pt x="12813" y="9104"/>
                  </a:lnTo>
                  <a:lnTo>
                    <a:pt x="12611" y="9161"/>
                  </a:lnTo>
                  <a:lnTo>
                    <a:pt x="12544" y="9171"/>
                  </a:lnTo>
                  <a:lnTo>
                    <a:pt x="12503" y="9171"/>
                  </a:lnTo>
                  <a:lnTo>
                    <a:pt x="12463" y="9165"/>
                  </a:lnTo>
                  <a:lnTo>
                    <a:pt x="12331" y="9144"/>
                  </a:lnTo>
                  <a:lnTo>
                    <a:pt x="12299" y="9135"/>
                  </a:lnTo>
                  <a:lnTo>
                    <a:pt x="12041" y="9064"/>
                  </a:lnTo>
                  <a:lnTo>
                    <a:pt x="12017" y="9051"/>
                  </a:lnTo>
                  <a:lnTo>
                    <a:pt x="11988" y="9032"/>
                  </a:lnTo>
                  <a:lnTo>
                    <a:pt x="11932" y="8983"/>
                  </a:lnTo>
                  <a:lnTo>
                    <a:pt x="11901" y="8939"/>
                  </a:lnTo>
                  <a:lnTo>
                    <a:pt x="11887" y="8916"/>
                  </a:lnTo>
                  <a:lnTo>
                    <a:pt x="11873" y="8856"/>
                  </a:lnTo>
                  <a:lnTo>
                    <a:pt x="11865" y="8809"/>
                  </a:lnTo>
                  <a:lnTo>
                    <a:pt x="11857" y="8752"/>
                  </a:lnTo>
                  <a:lnTo>
                    <a:pt x="11860" y="8706"/>
                  </a:lnTo>
                  <a:lnTo>
                    <a:pt x="11872" y="8659"/>
                  </a:lnTo>
                  <a:lnTo>
                    <a:pt x="11887" y="8641"/>
                  </a:lnTo>
                  <a:lnTo>
                    <a:pt x="11898" y="8635"/>
                  </a:lnTo>
                  <a:lnTo>
                    <a:pt x="11884" y="8486"/>
                  </a:lnTo>
                  <a:lnTo>
                    <a:pt x="11787" y="8353"/>
                  </a:lnTo>
                  <a:lnTo>
                    <a:pt x="11644" y="8126"/>
                  </a:lnTo>
                  <a:lnTo>
                    <a:pt x="11638" y="8094"/>
                  </a:lnTo>
                  <a:lnTo>
                    <a:pt x="11631" y="8058"/>
                  </a:lnTo>
                  <a:lnTo>
                    <a:pt x="11634" y="8044"/>
                  </a:lnTo>
                  <a:lnTo>
                    <a:pt x="11638" y="8021"/>
                  </a:lnTo>
                  <a:lnTo>
                    <a:pt x="11645" y="8010"/>
                  </a:lnTo>
                  <a:lnTo>
                    <a:pt x="11677" y="7963"/>
                  </a:lnTo>
                  <a:lnTo>
                    <a:pt x="11787" y="7796"/>
                  </a:lnTo>
                  <a:lnTo>
                    <a:pt x="11808" y="7750"/>
                  </a:lnTo>
                  <a:lnTo>
                    <a:pt x="11844" y="7669"/>
                  </a:lnTo>
                  <a:lnTo>
                    <a:pt x="11851" y="7653"/>
                  </a:lnTo>
                  <a:lnTo>
                    <a:pt x="11879" y="7590"/>
                  </a:lnTo>
                  <a:lnTo>
                    <a:pt x="11874" y="7535"/>
                  </a:lnTo>
                  <a:lnTo>
                    <a:pt x="11872" y="7518"/>
                  </a:lnTo>
                  <a:lnTo>
                    <a:pt x="11869" y="7496"/>
                  </a:lnTo>
                  <a:lnTo>
                    <a:pt x="11855" y="7358"/>
                  </a:lnTo>
                  <a:lnTo>
                    <a:pt x="11823" y="7303"/>
                  </a:lnTo>
                  <a:lnTo>
                    <a:pt x="11814" y="7288"/>
                  </a:lnTo>
                  <a:lnTo>
                    <a:pt x="11808" y="7278"/>
                  </a:lnTo>
                  <a:lnTo>
                    <a:pt x="11578" y="7242"/>
                  </a:lnTo>
                  <a:lnTo>
                    <a:pt x="11485" y="7301"/>
                  </a:lnTo>
                  <a:lnTo>
                    <a:pt x="11473" y="7309"/>
                  </a:lnTo>
                  <a:lnTo>
                    <a:pt x="11452" y="7323"/>
                  </a:lnTo>
                  <a:lnTo>
                    <a:pt x="11410" y="7262"/>
                  </a:lnTo>
                  <a:lnTo>
                    <a:pt x="11369" y="7205"/>
                  </a:lnTo>
                  <a:lnTo>
                    <a:pt x="11351" y="7180"/>
                  </a:lnTo>
                  <a:lnTo>
                    <a:pt x="11346" y="7174"/>
                  </a:lnTo>
                  <a:lnTo>
                    <a:pt x="11319" y="7122"/>
                  </a:lnTo>
                  <a:lnTo>
                    <a:pt x="11235" y="6960"/>
                  </a:lnTo>
                  <a:lnTo>
                    <a:pt x="11100" y="6692"/>
                  </a:lnTo>
                  <a:lnTo>
                    <a:pt x="11014" y="6520"/>
                  </a:lnTo>
                  <a:lnTo>
                    <a:pt x="10960" y="6413"/>
                  </a:lnTo>
                  <a:lnTo>
                    <a:pt x="10915" y="6351"/>
                  </a:lnTo>
                  <a:lnTo>
                    <a:pt x="10490" y="5767"/>
                  </a:lnTo>
                  <a:lnTo>
                    <a:pt x="10384" y="5584"/>
                  </a:lnTo>
                  <a:lnTo>
                    <a:pt x="10329" y="5490"/>
                  </a:lnTo>
                  <a:lnTo>
                    <a:pt x="10249" y="5352"/>
                  </a:lnTo>
                  <a:lnTo>
                    <a:pt x="10208" y="5282"/>
                  </a:lnTo>
                  <a:lnTo>
                    <a:pt x="10193" y="5275"/>
                  </a:lnTo>
                  <a:lnTo>
                    <a:pt x="10144" y="5277"/>
                  </a:lnTo>
                  <a:lnTo>
                    <a:pt x="10124" y="5274"/>
                  </a:lnTo>
                  <a:lnTo>
                    <a:pt x="10086" y="5270"/>
                  </a:lnTo>
                  <a:lnTo>
                    <a:pt x="10021" y="5261"/>
                  </a:lnTo>
                  <a:lnTo>
                    <a:pt x="9953" y="5239"/>
                  </a:lnTo>
                  <a:lnTo>
                    <a:pt x="9838" y="5198"/>
                  </a:lnTo>
                  <a:lnTo>
                    <a:pt x="9823" y="5194"/>
                  </a:lnTo>
                  <a:lnTo>
                    <a:pt x="9802" y="5188"/>
                  </a:lnTo>
                  <a:lnTo>
                    <a:pt x="9782" y="5183"/>
                  </a:lnTo>
                  <a:lnTo>
                    <a:pt x="9757" y="5178"/>
                  </a:lnTo>
                  <a:lnTo>
                    <a:pt x="9696" y="5168"/>
                  </a:lnTo>
                  <a:lnTo>
                    <a:pt x="9671" y="5169"/>
                  </a:lnTo>
                  <a:lnTo>
                    <a:pt x="9540" y="5177"/>
                  </a:lnTo>
                  <a:lnTo>
                    <a:pt x="9510" y="5179"/>
                  </a:lnTo>
                  <a:lnTo>
                    <a:pt x="9231" y="5213"/>
                  </a:lnTo>
                  <a:lnTo>
                    <a:pt x="9048" y="5229"/>
                  </a:lnTo>
                  <a:lnTo>
                    <a:pt x="9019" y="5235"/>
                  </a:lnTo>
                  <a:lnTo>
                    <a:pt x="9007" y="5238"/>
                  </a:lnTo>
                  <a:lnTo>
                    <a:pt x="8827" y="5277"/>
                  </a:lnTo>
                  <a:lnTo>
                    <a:pt x="8732" y="5309"/>
                  </a:lnTo>
                  <a:lnTo>
                    <a:pt x="8699" y="5320"/>
                  </a:lnTo>
                  <a:lnTo>
                    <a:pt x="8633" y="5343"/>
                  </a:lnTo>
                  <a:lnTo>
                    <a:pt x="8288" y="5279"/>
                  </a:lnTo>
                  <a:lnTo>
                    <a:pt x="8106" y="5203"/>
                  </a:lnTo>
                  <a:lnTo>
                    <a:pt x="7971" y="5146"/>
                  </a:lnTo>
                  <a:lnTo>
                    <a:pt x="7920" y="5077"/>
                  </a:lnTo>
                  <a:lnTo>
                    <a:pt x="7899" y="5049"/>
                  </a:lnTo>
                  <a:lnTo>
                    <a:pt x="7870" y="5014"/>
                  </a:lnTo>
                  <a:lnTo>
                    <a:pt x="7822" y="4974"/>
                  </a:lnTo>
                  <a:lnTo>
                    <a:pt x="7796" y="4962"/>
                  </a:lnTo>
                  <a:lnTo>
                    <a:pt x="7785" y="4957"/>
                  </a:lnTo>
                  <a:lnTo>
                    <a:pt x="7728" y="4935"/>
                  </a:lnTo>
                  <a:lnTo>
                    <a:pt x="7670" y="4922"/>
                  </a:lnTo>
                  <a:lnTo>
                    <a:pt x="7639" y="4916"/>
                  </a:lnTo>
                  <a:lnTo>
                    <a:pt x="7590" y="4912"/>
                  </a:lnTo>
                  <a:lnTo>
                    <a:pt x="7542" y="4912"/>
                  </a:lnTo>
                  <a:lnTo>
                    <a:pt x="7502" y="4913"/>
                  </a:lnTo>
                  <a:lnTo>
                    <a:pt x="7458" y="4918"/>
                  </a:lnTo>
                  <a:lnTo>
                    <a:pt x="7414" y="4924"/>
                  </a:lnTo>
                  <a:lnTo>
                    <a:pt x="7322" y="4948"/>
                  </a:lnTo>
                  <a:lnTo>
                    <a:pt x="7234" y="4971"/>
                  </a:lnTo>
                  <a:lnTo>
                    <a:pt x="7223" y="4974"/>
                  </a:lnTo>
                  <a:lnTo>
                    <a:pt x="7100" y="5021"/>
                  </a:lnTo>
                  <a:lnTo>
                    <a:pt x="7057" y="5039"/>
                  </a:lnTo>
                  <a:lnTo>
                    <a:pt x="6979" y="5075"/>
                  </a:lnTo>
                  <a:lnTo>
                    <a:pt x="6846" y="5146"/>
                  </a:lnTo>
                  <a:lnTo>
                    <a:pt x="6617" y="5258"/>
                  </a:lnTo>
                  <a:lnTo>
                    <a:pt x="6383" y="5363"/>
                  </a:lnTo>
                  <a:lnTo>
                    <a:pt x="6371" y="5367"/>
                  </a:lnTo>
                  <a:lnTo>
                    <a:pt x="6357" y="5372"/>
                  </a:lnTo>
                  <a:lnTo>
                    <a:pt x="6319" y="5380"/>
                  </a:lnTo>
                  <a:lnTo>
                    <a:pt x="6108" y="5390"/>
                  </a:lnTo>
                  <a:lnTo>
                    <a:pt x="6079" y="5391"/>
                  </a:lnTo>
                  <a:lnTo>
                    <a:pt x="5861" y="5350"/>
                  </a:lnTo>
                  <a:lnTo>
                    <a:pt x="5790" y="5336"/>
                  </a:lnTo>
                  <a:lnTo>
                    <a:pt x="5748" y="5328"/>
                  </a:lnTo>
                  <a:lnTo>
                    <a:pt x="5748" y="5321"/>
                  </a:lnTo>
                  <a:lnTo>
                    <a:pt x="5667" y="5295"/>
                  </a:lnTo>
                  <a:lnTo>
                    <a:pt x="5571" y="5279"/>
                  </a:lnTo>
                  <a:lnTo>
                    <a:pt x="5131" y="5235"/>
                  </a:lnTo>
                  <a:lnTo>
                    <a:pt x="5103" y="5236"/>
                  </a:lnTo>
                  <a:lnTo>
                    <a:pt x="5016" y="5246"/>
                  </a:lnTo>
                  <a:lnTo>
                    <a:pt x="4770" y="5281"/>
                  </a:lnTo>
                  <a:lnTo>
                    <a:pt x="4723" y="5288"/>
                  </a:lnTo>
                  <a:lnTo>
                    <a:pt x="4667" y="5296"/>
                  </a:lnTo>
                  <a:lnTo>
                    <a:pt x="4573" y="5310"/>
                  </a:lnTo>
                  <a:lnTo>
                    <a:pt x="4455" y="5327"/>
                  </a:lnTo>
                  <a:lnTo>
                    <a:pt x="4428" y="5332"/>
                  </a:lnTo>
                  <a:lnTo>
                    <a:pt x="4392" y="5344"/>
                  </a:lnTo>
                  <a:lnTo>
                    <a:pt x="4309" y="5378"/>
                  </a:lnTo>
                  <a:lnTo>
                    <a:pt x="4256" y="5401"/>
                  </a:lnTo>
                  <a:lnTo>
                    <a:pt x="4240" y="5410"/>
                  </a:lnTo>
                  <a:lnTo>
                    <a:pt x="4209" y="5427"/>
                  </a:lnTo>
                  <a:lnTo>
                    <a:pt x="4138" y="5469"/>
                  </a:lnTo>
                  <a:lnTo>
                    <a:pt x="4100" y="5495"/>
                  </a:lnTo>
                  <a:lnTo>
                    <a:pt x="4016" y="5557"/>
                  </a:lnTo>
                  <a:lnTo>
                    <a:pt x="3684" y="5817"/>
                  </a:lnTo>
                  <a:lnTo>
                    <a:pt x="3467" y="5987"/>
                  </a:lnTo>
                  <a:lnTo>
                    <a:pt x="3398" y="6039"/>
                  </a:lnTo>
                  <a:lnTo>
                    <a:pt x="3334" y="6086"/>
                  </a:lnTo>
                  <a:lnTo>
                    <a:pt x="3288" y="6117"/>
                  </a:lnTo>
                  <a:lnTo>
                    <a:pt x="3146" y="6194"/>
                  </a:lnTo>
                  <a:lnTo>
                    <a:pt x="3134" y="6199"/>
                  </a:lnTo>
                  <a:lnTo>
                    <a:pt x="3123" y="6200"/>
                  </a:lnTo>
                  <a:lnTo>
                    <a:pt x="3113" y="6198"/>
                  </a:lnTo>
                  <a:lnTo>
                    <a:pt x="3102" y="6195"/>
                  </a:lnTo>
                  <a:lnTo>
                    <a:pt x="3087" y="6197"/>
                  </a:lnTo>
                  <a:lnTo>
                    <a:pt x="3036" y="6204"/>
                  </a:lnTo>
                  <a:lnTo>
                    <a:pt x="3019" y="6207"/>
                  </a:lnTo>
                  <a:lnTo>
                    <a:pt x="3003" y="6212"/>
                  </a:lnTo>
                  <a:lnTo>
                    <a:pt x="2984" y="6225"/>
                  </a:lnTo>
                  <a:lnTo>
                    <a:pt x="2945" y="6256"/>
                  </a:lnTo>
                  <a:lnTo>
                    <a:pt x="2848" y="6337"/>
                  </a:lnTo>
                  <a:lnTo>
                    <a:pt x="2797" y="6380"/>
                  </a:lnTo>
                  <a:lnTo>
                    <a:pt x="2763" y="6412"/>
                  </a:lnTo>
                  <a:lnTo>
                    <a:pt x="2733" y="6440"/>
                  </a:lnTo>
                  <a:lnTo>
                    <a:pt x="2641" y="6520"/>
                  </a:lnTo>
                  <a:lnTo>
                    <a:pt x="2612" y="6538"/>
                  </a:lnTo>
                  <a:lnTo>
                    <a:pt x="2577" y="6557"/>
                  </a:lnTo>
                  <a:lnTo>
                    <a:pt x="2563" y="6565"/>
                  </a:lnTo>
                  <a:lnTo>
                    <a:pt x="2419" y="6607"/>
                  </a:lnTo>
                  <a:lnTo>
                    <a:pt x="2335" y="6628"/>
                  </a:lnTo>
                  <a:lnTo>
                    <a:pt x="2134" y="6679"/>
                  </a:lnTo>
                  <a:lnTo>
                    <a:pt x="2097" y="6689"/>
                  </a:lnTo>
                  <a:lnTo>
                    <a:pt x="2043" y="6705"/>
                  </a:lnTo>
                  <a:lnTo>
                    <a:pt x="1789" y="6780"/>
                  </a:lnTo>
                  <a:lnTo>
                    <a:pt x="1652" y="6820"/>
                  </a:lnTo>
                  <a:lnTo>
                    <a:pt x="1494" y="6866"/>
                  </a:lnTo>
                  <a:lnTo>
                    <a:pt x="1462" y="6875"/>
                  </a:lnTo>
                  <a:lnTo>
                    <a:pt x="1112" y="6988"/>
                  </a:lnTo>
                  <a:lnTo>
                    <a:pt x="983" y="6983"/>
                  </a:lnTo>
                  <a:lnTo>
                    <a:pt x="960" y="6984"/>
                  </a:lnTo>
                  <a:lnTo>
                    <a:pt x="899" y="6992"/>
                  </a:lnTo>
                  <a:lnTo>
                    <a:pt x="894" y="6993"/>
                  </a:lnTo>
                  <a:lnTo>
                    <a:pt x="860" y="7007"/>
                  </a:lnTo>
                  <a:lnTo>
                    <a:pt x="835" y="7017"/>
                  </a:lnTo>
                  <a:lnTo>
                    <a:pt x="774" y="7046"/>
                  </a:lnTo>
                  <a:lnTo>
                    <a:pt x="585" y="7136"/>
                  </a:lnTo>
                  <a:lnTo>
                    <a:pt x="249" y="7252"/>
                  </a:lnTo>
                  <a:lnTo>
                    <a:pt x="172" y="7277"/>
                  </a:lnTo>
                  <a:lnTo>
                    <a:pt x="126" y="7290"/>
                  </a:lnTo>
                  <a:lnTo>
                    <a:pt x="112" y="7292"/>
                  </a:lnTo>
                  <a:lnTo>
                    <a:pt x="80" y="7296"/>
                  </a:lnTo>
                  <a:lnTo>
                    <a:pt x="36" y="7291"/>
                  </a:lnTo>
                  <a:lnTo>
                    <a:pt x="27" y="7289"/>
                  </a:lnTo>
                  <a:lnTo>
                    <a:pt x="4" y="7274"/>
                  </a:lnTo>
                  <a:lnTo>
                    <a:pt x="0" y="7059"/>
                  </a:lnTo>
                  <a:lnTo>
                    <a:pt x="4" y="7003"/>
                  </a:lnTo>
                  <a:lnTo>
                    <a:pt x="16" y="6967"/>
                  </a:lnTo>
                  <a:lnTo>
                    <a:pt x="26" y="6950"/>
                  </a:lnTo>
                  <a:lnTo>
                    <a:pt x="31" y="6942"/>
                  </a:lnTo>
                  <a:lnTo>
                    <a:pt x="35" y="6938"/>
                  </a:lnTo>
                  <a:lnTo>
                    <a:pt x="50" y="6927"/>
                  </a:lnTo>
                  <a:lnTo>
                    <a:pt x="70" y="6918"/>
                  </a:lnTo>
                  <a:lnTo>
                    <a:pt x="96" y="6910"/>
                  </a:lnTo>
                  <a:lnTo>
                    <a:pt x="117" y="6903"/>
                  </a:lnTo>
                  <a:lnTo>
                    <a:pt x="128" y="6901"/>
                  </a:lnTo>
                  <a:lnTo>
                    <a:pt x="140" y="6900"/>
                  </a:lnTo>
                  <a:lnTo>
                    <a:pt x="179" y="6914"/>
                  </a:lnTo>
                  <a:lnTo>
                    <a:pt x="214" y="6936"/>
                  </a:lnTo>
                  <a:lnTo>
                    <a:pt x="271" y="6915"/>
                  </a:lnTo>
                  <a:lnTo>
                    <a:pt x="342" y="6792"/>
                  </a:lnTo>
                  <a:lnTo>
                    <a:pt x="323" y="6708"/>
                  </a:lnTo>
                  <a:lnTo>
                    <a:pt x="308" y="6695"/>
                  </a:lnTo>
                  <a:lnTo>
                    <a:pt x="280" y="6703"/>
                  </a:lnTo>
                  <a:lnTo>
                    <a:pt x="260" y="6715"/>
                  </a:lnTo>
                  <a:lnTo>
                    <a:pt x="245" y="6722"/>
                  </a:lnTo>
                  <a:lnTo>
                    <a:pt x="229" y="6727"/>
                  </a:lnTo>
                  <a:lnTo>
                    <a:pt x="170" y="6702"/>
                  </a:lnTo>
                  <a:lnTo>
                    <a:pt x="146" y="6689"/>
                  </a:lnTo>
                  <a:lnTo>
                    <a:pt x="141" y="6683"/>
                  </a:lnTo>
                  <a:lnTo>
                    <a:pt x="131" y="6636"/>
                  </a:lnTo>
                  <a:lnTo>
                    <a:pt x="133" y="6623"/>
                  </a:lnTo>
                  <a:lnTo>
                    <a:pt x="135" y="6605"/>
                  </a:lnTo>
                  <a:lnTo>
                    <a:pt x="139" y="6577"/>
                  </a:lnTo>
                  <a:lnTo>
                    <a:pt x="153" y="6496"/>
                  </a:lnTo>
                  <a:lnTo>
                    <a:pt x="167" y="6439"/>
                  </a:lnTo>
                  <a:lnTo>
                    <a:pt x="178" y="6422"/>
                  </a:lnTo>
                  <a:lnTo>
                    <a:pt x="430" y="6016"/>
                  </a:lnTo>
                  <a:lnTo>
                    <a:pt x="763" y="5547"/>
                  </a:lnTo>
                  <a:lnTo>
                    <a:pt x="849" y="5447"/>
                  </a:lnTo>
                  <a:lnTo>
                    <a:pt x="973" y="5352"/>
                  </a:lnTo>
                  <a:lnTo>
                    <a:pt x="1055" y="5291"/>
                  </a:lnTo>
                  <a:lnTo>
                    <a:pt x="1091" y="5220"/>
                  </a:lnTo>
                  <a:lnTo>
                    <a:pt x="1100" y="5166"/>
                  </a:lnTo>
                  <a:lnTo>
                    <a:pt x="1146" y="5099"/>
                  </a:lnTo>
                  <a:lnTo>
                    <a:pt x="1152" y="5077"/>
                  </a:lnTo>
                  <a:lnTo>
                    <a:pt x="1331" y="4490"/>
                  </a:lnTo>
                  <a:lnTo>
                    <a:pt x="1406" y="4241"/>
                  </a:lnTo>
                  <a:lnTo>
                    <a:pt x="1509" y="4056"/>
                  </a:lnTo>
                  <a:lnTo>
                    <a:pt x="1544" y="4000"/>
                  </a:lnTo>
                  <a:lnTo>
                    <a:pt x="1982" y="3581"/>
                  </a:lnTo>
                  <a:lnTo>
                    <a:pt x="2056" y="3455"/>
                  </a:lnTo>
                  <a:lnTo>
                    <a:pt x="2110" y="3386"/>
                  </a:lnTo>
                  <a:lnTo>
                    <a:pt x="2163" y="3317"/>
                  </a:lnTo>
                  <a:lnTo>
                    <a:pt x="2241" y="3287"/>
                  </a:lnTo>
                  <a:lnTo>
                    <a:pt x="2294" y="3266"/>
                  </a:lnTo>
                  <a:lnTo>
                    <a:pt x="2395" y="3284"/>
                  </a:lnTo>
                  <a:lnTo>
                    <a:pt x="2683" y="3437"/>
                  </a:lnTo>
                  <a:lnTo>
                    <a:pt x="2919" y="3577"/>
                  </a:lnTo>
                  <a:lnTo>
                    <a:pt x="2964" y="3604"/>
                  </a:lnTo>
                  <a:lnTo>
                    <a:pt x="3041" y="3654"/>
                  </a:lnTo>
                  <a:lnTo>
                    <a:pt x="3196" y="3602"/>
                  </a:lnTo>
                  <a:lnTo>
                    <a:pt x="3380" y="3585"/>
                  </a:lnTo>
                  <a:lnTo>
                    <a:pt x="3475" y="3580"/>
                  </a:lnTo>
                  <a:lnTo>
                    <a:pt x="3483" y="3575"/>
                  </a:lnTo>
                  <a:lnTo>
                    <a:pt x="3505" y="3522"/>
                  </a:lnTo>
                  <a:lnTo>
                    <a:pt x="3502" y="3498"/>
                  </a:lnTo>
                  <a:lnTo>
                    <a:pt x="3489" y="3427"/>
                  </a:lnTo>
                  <a:lnTo>
                    <a:pt x="3487" y="3421"/>
                  </a:lnTo>
                  <a:lnTo>
                    <a:pt x="3484" y="3413"/>
                  </a:lnTo>
                  <a:lnTo>
                    <a:pt x="3473" y="3406"/>
                  </a:lnTo>
                  <a:lnTo>
                    <a:pt x="3433" y="3389"/>
                  </a:lnTo>
                  <a:lnTo>
                    <a:pt x="3402" y="3375"/>
                  </a:lnTo>
                  <a:lnTo>
                    <a:pt x="3234" y="3413"/>
                  </a:lnTo>
                  <a:lnTo>
                    <a:pt x="2980" y="3018"/>
                  </a:lnTo>
                  <a:lnTo>
                    <a:pt x="2936" y="2866"/>
                  </a:lnTo>
                  <a:lnTo>
                    <a:pt x="2971" y="2768"/>
                  </a:lnTo>
                  <a:lnTo>
                    <a:pt x="2990" y="2686"/>
                  </a:lnTo>
                  <a:lnTo>
                    <a:pt x="2960" y="2572"/>
                  </a:lnTo>
                  <a:lnTo>
                    <a:pt x="2823" y="2305"/>
                  </a:lnTo>
                  <a:lnTo>
                    <a:pt x="2836" y="2283"/>
                  </a:lnTo>
                  <a:lnTo>
                    <a:pt x="2943" y="2258"/>
                  </a:lnTo>
                  <a:lnTo>
                    <a:pt x="3063" y="2314"/>
                  </a:lnTo>
                  <a:lnTo>
                    <a:pt x="3210" y="2195"/>
                  </a:lnTo>
                  <a:lnTo>
                    <a:pt x="3261" y="2154"/>
                  </a:lnTo>
                  <a:lnTo>
                    <a:pt x="3260" y="2146"/>
                  </a:lnTo>
                  <a:lnTo>
                    <a:pt x="3253" y="2114"/>
                  </a:lnTo>
                  <a:lnTo>
                    <a:pt x="3246" y="2079"/>
                  </a:lnTo>
                  <a:lnTo>
                    <a:pt x="3177" y="1764"/>
                  </a:lnTo>
                  <a:lnTo>
                    <a:pt x="3114" y="1644"/>
                  </a:lnTo>
                  <a:lnTo>
                    <a:pt x="3083" y="1585"/>
                  </a:lnTo>
                  <a:lnTo>
                    <a:pt x="2980" y="1389"/>
                  </a:lnTo>
                  <a:lnTo>
                    <a:pt x="2937" y="1362"/>
                  </a:lnTo>
                  <a:lnTo>
                    <a:pt x="2862" y="1336"/>
                  </a:lnTo>
                  <a:lnTo>
                    <a:pt x="2828" y="1335"/>
                  </a:lnTo>
                  <a:lnTo>
                    <a:pt x="2811" y="1335"/>
                  </a:lnTo>
                  <a:lnTo>
                    <a:pt x="2674" y="1327"/>
                  </a:lnTo>
                  <a:lnTo>
                    <a:pt x="2617" y="1313"/>
                  </a:lnTo>
                  <a:lnTo>
                    <a:pt x="2519" y="1290"/>
                  </a:lnTo>
                  <a:lnTo>
                    <a:pt x="2510" y="1259"/>
                  </a:lnTo>
                  <a:lnTo>
                    <a:pt x="2499" y="1224"/>
                  </a:lnTo>
                  <a:lnTo>
                    <a:pt x="2526" y="1215"/>
                  </a:lnTo>
                  <a:lnTo>
                    <a:pt x="2565" y="1202"/>
                  </a:lnTo>
                  <a:lnTo>
                    <a:pt x="2839" y="1166"/>
                  </a:lnTo>
                  <a:lnTo>
                    <a:pt x="2891" y="1159"/>
                  </a:lnTo>
                  <a:lnTo>
                    <a:pt x="2929" y="1154"/>
                  </a:lnTo>
                  <a:lnTo>
                    <a:pt x="3180" y="1121"/>
                  </a:lnTo>
                  <a:lnTo>
                    <a:pt x="3210" y="1117"/>
                  </a:lnTo>
                  <a:lnTo>
                    <a:pt x="3337" y="1100"/>
                  </a:lnTo>
                  <a:lnTo>
                    <a:pt x="3376" y="1117"/>
                  </a:lnTo>
                  <a:lnTo>
                    <a:pt x="3385" y="1121"/>
                  </a:lnTo>
                  <a:lnTo>
                    <a:pt x="3530" y="1143"/>
                  </a:lnTo>
                  <a:lnTo>
                    <a:pt x="3557" y="1147"/>
                  </a:lnTo>
                  <a:lnTo>
                    <a:pt x="3596" y="1152"/>
                  </a:lnTo>
                  <a:lnTo>
                    <a:pt x="3748" y="1172"/>
                  </a:lnTo>
                  <a:lnTo>
                    <a:pt x="3782" y="1161"/>
                  </a:lnTo>
                  <a:lnTo>
                    <a:pt x="3803" y="1153"/>
                  </a:lnTo>
                  <a:lnTo>
                    <a:pt x="3840" y="1139"/>
                  </a:lnTo>
                  <a:lnTo>
                    <a:pt x="3889" y="1114"/>
                  </a:lnTo>
                  <a:lnTo>
                    <a:pt x="3921" y="1080"/>
                  </a:lnTo>
                  <a:lnTo>
                    <a:pt x="3957" y="1056"/>
                  </a:lnTo>
                  <a:lnTo>
                    <a:pt x="3981" y="1059"/>
                  </a:lnTo>
                  <a:lnTo>
                    <a:pt x="4013" y="1049"/>
                  </a:lnTo>
                  <a:lnTo>
                    <a:pt x="4117" y="1039"/>
                  </a:lnTo>
                  <a:lnTo>
                    <a:pt x="4214" y="1030"/>
                  </a:lnTo>
                  <a:lnTo>
                    <a:pt x="4223" y="1032"/>
                  </a:lnTo>
                  <a:lnTo>
                    <a:pt x="4253" y="1037"/>
                  </a:lnTo>
                  <a:lnTo>
                    <a:pt x="4269" y="1040"/>
                  </a:lnTo>
                  <a:lnTo>
                    <a:pt x="4304" y="1077"/>
                  </a:lnTo>
                  <a:lnTo>
                    <a:pt x="4311" y="1085"/>
                  </a:lnTo>
                  <a:lnTo>
                    <a:pt x="4340" y="1091"/>
                  </a:lnTo>
                  <a:lnTo>
                    <a:pt x="4364" y="1091"/>
                  </a:lnTo>
                  <a:lnTo>
                    <a:pt x="4390" y="1091"/>
                  </a:lnTo>
                  <a:lnTo>
                    <a:pt x="4442" y="1085"/>
                  </a:lnTo>
                  <a:lnTo>
                    <a:pt x="4454" y="1084"/>
                  </a:lnTo>
                  <a:lnTo>
                    <a:pt x="4518" y="1076"/>
                  </a:lnTo>
                  <a:lnTo>
                    <a:pt x="4623" y="1045"/>
                  </a:lnTo>
                  <a:lnTo>
                    <a:pt x="4744" y="1001"/>
                  </a:lnTo>
                  <a:lnTo>
                    <a:pt x="4806" y="979"/>
                  </a:lnTo>
                  <a:lnTo>
                    <a:pt x="4877" y="1001"/>
                  </a:lnTo>
                  <a:lnTo>
                    <a:pt x="5046" y="1034"/>
                  </a:lnTo>
                  <a:lnTo>
                    <a:pt x="5272" y="1093"/>
                  </a:lnTo>
                  <a:lnTo>
                    <a:pt x="5407" y="1139"/>
                  </a:lnTo>
                  <a:lnTo>
                    <a:pt x="5453" y="1166"/>
                  </a:lnTo>
                  <a:lnTo>
                    <a:pt x="5466" y="1138"/>
                  </a:lnTo>
                  <a:lnTo>
                    <a:pt x="5470" y="956"/>
                  </a:lnTo>
                  <a:lnTo>
                    <a:pt x="5511" y="844"/>
                  </a:lnTo>
                  <a:lnTo>
                    <a:pt x="5573" y="742"/>
                  </a:lnTo>
                  <a:lnTo>
                    <a:pt x="5672" y="642"/>
                  </a:lnTo>
                  <a:lnTo>
                    <a:pt x="6013" y="381"/>
                  </a:lnTo>
                  <a:lnTo>
                    <a:pt x="6423" y="155"/>
                  </a:lnTo>
                  <a:lnTo>
                    <a:pt x="6503" y="111"/>
                  </a:lnTo>
                  <a:lnTo>
                    <a:pt x="6693" y="57"/>
                  </a:lnTo>
                  <a:lnTo>
                    <a:pt x="6843" y="4"/>
                  </a:lnTo>
                  <a:lnTo>
                    <a:pt x="6865" y="0"/>
                  </a:lnTo>
                  <a:lnTo>
                    <a:pt x="6890" y="3"/>
                  </a:lnTo>
                  <a:lnTo>
                    <a:pt x="6896" y="7"/>
                  </a:lnTo>
                  <a:lnTo>
                    <a:pt x="7157" y="207"/>
                  </a:lnTo>
                  <a:lnTo>
                    <a:pt x="7294" y="342"/>
                  </a:lnTo>
                  <a:lnTo>
                    <a:pt x="7432" y="547"/>
                  </a:lnTo>
                  <a:lnTo>
                    <a:pt x="7467" y="698"/>
                  </a:lnTo>
                  <a:lnTo>
                    <a:pt x="7533" y="989"/>
                  </a:lnTo>
                  <a:lnTo>
                    <a:pt x="7553" y="107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l965"/>
            <p:cNvSpPr/>
            <p:nvPr/>
          </p:nvSpPr>
          <p:spPr>
            <a:xfrm>
              <a:off x="4213791" y="5911556"/>
              <a:ext cx="1517" cy="766"/>
            </a:xfrm>
            <a:custGeom>
              <a:avLst/>
              <a:pathLst>
                <a:path w="1517" h="766">
                  <a:moveTo>
                    <a:pt x="1492" y="496"/>
                  </a:moveTo>
                  <a:lnTo>
                    <a:pt x="1507" y="596"/>
                  </a:lnTo>
                  <a:lnTo>
                    <a:pt x="1508" y="607"/>
                  </a:lnTo>
                  <a:lnTo>
                    <a:pt x="1517" y="675"/>
                  </a:lnTo>
                  <a:lnTo>
                    <a:pt x="1503" y="679"/>
                  </a:lnTo>
                  <a:lnTo>
                    <a:pt x="1435" y="699"/>
                  </a:lnTo>
                  <a:lnTo>
                    <a:pt x="1327" y="764"/>
                  </a:lnTo>
                  <a:lnTo>
                    <a:pt x="1287" y="766"/>
                  </a:lnTo>
                  <a:lnTo>
                    <a:pt x="1256" y="757"/>
                  </a:lnTo>
                  <a:lnTo>
                    <a:pt x="1202" y="742"/>
                  </a:lnTo>
                  <a:lnTo>
                    <a:pt x="985" y="657"/>
                  </a:lnTo>
                  <a:lnTo>
                    <a:pt x="910" y="618"/>
                  </a:lnTo>
                  <a:lnTo>
                    <a:pt x="866" y="588"/>
                  </a:lnTo>
                  <a:lnTo>
                    <a:pt x="844" y="560"/>
                  </a:lnTo>
                  <a:lnTo>
                    <a:pt x="819" y="548"/>
                  </a:lnTo>
                  <a:lnTo>
                    <a:pt x="710" y="538"/>
                  </a:lnTo>
                  <a:lnTo>
                    <a:pt x="645" y="537"/>
                  </a:lnTo>
                  <a:lnTo>
                    <a:pt x="472" y="548"/>
                  </a:lnTo>
                  <a:lnTo>
                    <a:pt x="452" y="549"/>
                  </a:lnTo>
                  <a:lnTo>
                    <a:pt x="347" y="556"/>
                  </a:lnTo>
                  <a:lnTo>
                    <a:pt x="337" y="554"/>
                  </a:lnTo>
                  <a:lnTo>
                    <a:pt x="0" y="492"/>
                  </a:lnTo>
                  <a:lnTo>
                    <a:pt x="69" y="397"/>
                  </a:lnTo>
                  <a:lnTo>
                    <a:pt x="109" y="361"/>
                  </a:lnTo>
                  <a:lnTo>
                    <a:pt x="183" y="296"/>
                  </a:lnTo>
                  <a:lnTo>
                    <a:pt x="273" y="256"/>
                  </a:lnTo>
                  <a:lnTo>
                    <a:pt x="327" y="232"/>
                  </a:lnTo>
                  <a:lnTo>
                    <a:pt x="372" y="212"/>
                  </a:lnTo>
                  <a:lnTo>
                    <a:pt x="525" y="144"/>
                  </a:lnTo>
                  <a:lnTo>
                    <a:pt x="803" y="24"/>
                  </a:lnTo>
                  <a:lnTo>
                    <a:pt x="849" y="4"/>
                  </a:lnTo>
                  <a:lnTo>
                    <a:pt x="985" y="0"/>
                  </a:lnTo>
                  <a:lnTo>
                    <a:pt x="1011" y="8"/>
                  </a:lnTo>
                  <a:lnTo>
                    <a:pt x="1159" y="67"/>
                  </a:lnTo>
                  <a:lnTo>
                    <a:pt x="1207" y="85"/>
                  </a:lnTo>
                  <a:lnTo>
                    <a:pt x="1309" y="131"/>
                  </a:lnTo>
                  <a:lnTo>
                    <a:pt x="1368" y="193"/>
                  </a:lnTo>
                  <a:lnTo>
                    <a:pt x="1374" y="199"/>
                  </a:lnTo>
                  <a:lnTo>
                    <a:pt x="1403" y="229"/>
                  </a:lnTo>
                  <a:lnTo>
                    <a:pt x="1466" y="342"/>
                  </a:lnTo>
                  <a:lnTo>
                    <a:pt x="1468" y="357"/>
                  </a:lnTo>
                  <a:lnTo>
                    <a:pt x="1492" y="49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l966"/>
            <p:cNvSpPr/>
            <p:nvPr/>
          </p:nvSpPr>
          <p:spPr>
            <a:xfrm>
              <a:off x="4214950" y="5908763"/>
              <a:ext cx="1216" cy="739"/>
            </a:xfrm>
            <a:custGeom>
              <a:avLst/>
              <a:pathLst>
                <a:path w="1216" h="739">
                  <a:moveTo>
                    <a:pt x="997" y="739"/>
                  </a:moveTo>
                  <a:lnTo>
                    <a:pt x="461" y="714"/>
                  </a:lnTo>
                  <a:lnTo>
                    <a:pt x="199" y="663"/>
                  </a:lnTo>
                  <a:lnTo>
                    <a:pt x="157" y="637"/>
                  </a:lnTo>
                  <a:lnTo>
                    <a:pt x="0" y="412"/>
                  </a:lnTo>
                  <a:lnTo>
                    <a:pt x="1" y="365"/>
                  </a:lnTo>
                  <a:lnTo>
                    <a:pt x="10" y="346"/>
                  </a:lnTo>
                  <a:lnTo>
                    <a:pt x="85" y="256"/>
                  </a:lnTo>
                  <a:lnTo>
                    <a:pt x="295" y="65"/>
                  </a:lnTo>
                  <a:lnTo>
                    <a:pt x="325" y="41"/>
                  </a:lnTo>
                  <a:lnTo>
                    <a:pt x="384" y="11"/>
                  </a:lnTo>
                  <a:lnTo>
                    <a:pt x="563" y="21"/>
                  </a:lnTo>
                  <a:lnTo>
                    <a:pt x="919" y="21"/>
                  </a:lnTo>
                  <a:lnTo>
                    <a:pt x="1055" y="17"/>
                  </a:lnTo>
                  <a:lnTo>
                    <a:pt x="1077" y="14"/>
                  </a:lnTo>
                  <a:lnTo>
                    <a:pt x="1130" y="0"/>
                  </a:lnTo>
                  <a:lnTo>
                    <a:pt x="1193" y="18"/>
                  </a:lnTo>
                  <a:lnTo>
                    <a:pt x="1216" y="67"/>
                  </a:lnTo>
                  <a:lnTo>
                    <a:pt x="1209" y="281"/>
                  </a:lnTo>
                  <a:lnTo>
                    <a:pt x="1193" y="355"/>
                  </a:lnTo>
                  <a:lnTo>
                    <a:pt x="1166" y="420"/>
                  </a:lnTo>
                  <a:lnTo>
                    <a:pt x="1032" y="709"/>
                  </a:lnTo>
                  <a:lnTo>
                    <a:pt x="1015" y="732"/>
                  </a:lnTo>
                  <a:lnTo>
                    <a:pt x="997" y="73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l967"/>
            <p:cNvSpPr/>
            <p:nvPr/>
          </p:nvSpPr>
          <p:spPr>
            <a:xfrm>
              <a:off x="4219048" y="5906185"/>
              <a:ext cx="557" cy="347"/>
            </a:xfrm>
            <a:custGeom>
              <a:avLst/>
              <a:pathLst>
                <a:path w="557" h="347">
                  <a:moveTo>
                    <a:pt x="535" y="347"/>
                  </a:moveTo>
                  <a:lnTo>
                    <a:pt x="423" y="347"/>
                  </a:lnTo>
                  <a:lnTo>
                    <a:pt x="346" y="327"/>
                  </a:lnTo>
                  <a:lnTo>
                    <a:pt x="290" y="315"/>
                  </a:lnTo>
                  <a:lnTo>
                    <a:pt x="238" y="291"/>
                  </a:lnTo>
                  <a:lnTo>
                    <a:pt x="50" y="139"/>
                  </a:lnTo>
                  <a:lnTo>
                    <a:pt x="11" y="94"/>
                  </a:lnTo>
                  <a:lnTo>
                    <a:pt x="0" y="58"/>
                  </a:lnTo>
                  <a:lnTo>
                    <a:pt x="0" y="16"/>
                  </a:lnTo>
                  <a:lnTo>
                    <a:pt x="12" y="9"/>
                  </a:lnTo>
                  <a:lnTo>
                    <a:pt x="30" y="0"/>
                  </a:lnTo>
                  <a:lnTo>
                    <a:pt x="89" y="7"/>
                  </a:lnTo>
                  <a:lnTo>
                    <a:pt x="297" y="34"/>
                  </a:lnTo>
                  <a:lnTo>
                    <a:pt x="372" y="60"/>
                  </a:lnTo>
                  <a:lnTo>
                    <a:pt x="496" y="146"/>
                  </a:lnTo>
                  <a:lnTo>
                    <a:pt x="557" y="273"/>
                  </a:lnTo>
                  <a:lnTo>
                    <a:pt x="553" y="328"/>
                  </a:lnTo>
                  <a:lnTo>
                    <a:pt x="535" y="34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l968"/>
            <p:cNvSpPr/>
            <p:nvPr/>
          </p:nvSpPr>
          <p:spPr>
            <a:xfrm>
              <a:off x="4215583" y="5906118"/>
              <a:ext cx="9043" cy="6647"/>
            </a:xfrm>
            <a:custGeom>
              <a:avLst/>
              <a:pathLst>
                <a:path w="9043" h="6647">
                  <a:moveTo>
                    <a:pt x="9038" y="231"/>
                  </a:moveTo>
                  <a:lnTo>
                    <a:pt x="9017" y="314"/>
                  </a:lnTo>
                  <a:lnTo>
                    <a:pt x="8987" y="479"/>
                  </a:lnTo>
                  <a:lnTo>
                    <a:pt x="8995" y="542"/>
                  </a:lnTo>
                  <a:lnTo>
                    <a:pt x="8987" y="659"/>
                  </a:lnTo>
                  <a:lnTo>
                    <a:pt x="9004" y="820"/>
                  </a:lnTo>
                  <a:lnTo>
                    <a:pt x="9043" y="1058"/>
                  </a:lnTo>
                  <a:lnTo>
                    <a:pt x="8918" y="1273"/>
                  </a:lnTo>
                  <a:lnTo>
                    <a:pt x="8709" y="1595"/>
                  </a:lnTo>
                  <a:lnTo>
                    <a:pt x="8619" y="1680"/>
                  </a:lnTo>
                  <a:lnTo>
                    <a:pt x="8053" y="2642"/>
                  </a:lnTo>
                  <a:lnTo>
                    <a:pt x="7966" y="2870"/>
                  </a:lnTo>
                  <a:lnTo>
                    <a:pt x="7907" y="3024"/>
                  </a:lnTo>
                  <a:lnTo>
                    <a:pt x="7810" y="3278"/>
                  </a:lnTo>
                  <a:lnTo>
                    <a:pt x="7747" y="3566"/>
                  </a:lnTo>
                  <a:lnTo>
                    <a:pt x="7677" y="3770"/>
                  </a:lnTo>
                  <a:lnTo>
                    <a:pt x="7571" y="4026"/>
                  </a:lnTo>
                  <a:lnTo>
                    <a:pt x="7305" y="4815"/>
                  </a:lnTo>
                  <a:lnTo>
                    <a:pt x="7272" y="4955"/>
                  </a:lnTo>
                  <a:lnTo>
                    <a:pt x="7189" y="5234"/>
                  </a:lnTo>
                  <a:lnTo>
                    <a:pt x="6976" y="5819"/>
                  </a:lnTo>
                  <a:lnTo>
                    <a:pt x="6883" y="5983"/>
                  </a:lnTo>
                  <a:lnTo>
                    <a:pt x="6740" y="6185"/>
                  </a:lnTo>
                  <a:lnTo>
                    <a:pt x="6582" y="6387"/>
                  </a:lnTo>
                  <a:lnTo>
                    <a:pt x="6504" y="6455"/>
                  </a:lnTo>
                  <a:lnTo>
                    <a:pt x="6448" y="6477"/>
                  </a:lnTo>
                  <a:lnTo>
                    <a:pt x="6332" y="6447"/>
                  </a:lnTo>
                  <a:lnTo>
                    <a:pt x="6268" y="6441"/>
                  </a:lnTo>
                  <a:lnTo>
                    <a:pt x="6160" y="6446"/>
                  </a:lnTo>
                  <a:lnTo>
                    <a:pt x="5476" y="6618"/>
                  </a:lnTo>
                  <a:lnTo>
                    <a:pt x="5326" y="6637"/>
                  </a:lnTo>
                  <a:lnTo>
                    <a:pt x="5152" y="6647"/>
                  </a:lnTo>
                  <a:lnTo>
                    <a:pt x="5030" y="6629"/>
                  </a:lnTo>
                  <a:lnTo>
                    <a:pt x="4993" y="6612"/>
                  </a:lnTo>
                  <a:lnTo>
                    <a:pt x="4962" y="6589"/>
                  </a:lnTo>
                  <a:lnTo>
                    <a:pt x="4921" y="6541"/>
                  </a:lnTo>
                  <a:lnTo>
                    <a:pt x="4733" y="6164"/>
                  </a:lnTo>
                  <a:lnTo>
                    <a:pt x="4722" y="6129"/>
                  </a:lnTo>
                  <a:lnTo>
                    <a:pt x="4739" y="6006"/>
                  </a:lnTo>
                  <a:lnTo>
                    <a:pt x="4752" y="5990"/>
                  </a:lnTo>
                  <a:lnTo>
                    <a:pt x="4805" y="5952"/>
                  </a:lnTo>
                  <a:lnTo>
                    <a:pt x="4823" y="5952"/>
                  </a:lnTo>
                  <a:lnTo>
                    <a:pt x="4953" y="5919"/>
                  </a:lnTo>
                  <a:lnTo>
                    <a:pt x="4966" y="5916"/>
                  </a:lnTo>
                  <a:lnTo>
                    <a:pt x="4950" y="5396"/>
                  </a:lnTo>
                  <a:lnTo>
                    <a:pt x="4946" y="5390"/>
                  </a:lnTo>
                  <a:lnTo>
                    <a:pt x="4722" y="5046"/>
                  </a:lnTo>
                  <a:lnTo>
                    <a:pt x="4699" y="5029"/>
                  </a:lnTo>
                  <a:lnTo>
                    <a:pt x="4476" y="5058"/>
                  </a:lnTo>
                  <a:lnTo>
                    <a:pt x="4454" y="5121"/>
                  </a:lnTo>
                  <a:lnTo>
                    <a:pt x="4361" y="5169"/>
                  </a:lnTo>
                  <a:lnTo>
                    <a:pt x="4297" y="5194"/>
                  </a:lnTo>
                  <a:lnTo>
                    <a:pt x="4264" y="5193"/>
                  </a:lnTo>
                  <a:lnTo>
                    <a:pt x="4115" y="4763"/>
                  </a:lnTo>
                  <a:lnTo>
                    <a:pt x="4097" y="4625"/>
                  </a:lnTo>
                  <a:lnTo>
                    <a:pt x="4116" y="4449"/>
                  </a:lnTo>
                  <a:lnTo>
                    <a:pt x="4102" y="4410"/>
                  </a:lnTo>
                  <a:lnTo>
                    <a:pt x="4062" y="4360"/>
                  </a:lnTo>
                  <a:lnTo>
                    <a:pt x="3964" y="4311"/>
                  </a:lnTo>
                  <a:lnTo>
                    <a:pt x="3930" y="4261"/>
                  </a:lnTo>
                  <a:lnTo>
                    <a:pt x="3926" y="4226"/>
                  </a:lnTo>
                  <a:lnTo>
                    <a:pt x="3906" y="4126"/>
                  </a:lnTo>
                  <a:lnTo>
                    <a:pt x="3899" y="4042"/>
                  </a:lnTo>
                  <a:lnTo>
                    <a:pt x="3896" y="3981"/>
                  </a:lnTo>
                  <a:lnTo>
                    <a:pt x="3909" y="3927"/>
                  </a:lnTo>
                  <a:lnTo>
                    <a:pt x="3937" y="3885"/>
                  </a:lnTo>
                  <a:lnTo>
                    <a:pt x="3960" y="3846"/>
                  </a:lnTo>
                  <a:lnTo>
                    <a:pt x="4008" y="3812"/>
                  </a:lnTo>
                  <a:lnTo>
                    <a:pt x="4092" y="3727"/>
                  </a:lnTo>
                  <a:lnTo>
                    <a:pt x="4095" y="3670"/>
                  </a:lnTo>
                  <a:lnTo>
                    <a:pt x="4092" y="3620"/>
                  </a:lnTo>
                  <a:lnTo>
                    <a:pt x="4072" y="3601"/>
                  </a:lnTo>
                  <a:lnTo>
                    <a:pt x="3977" y="3585"/>
                  </a:lnTo>
                  <a:lnTo>
                    <a:pt x="3909" y="3558"/>
                  </a:lnTo>
                  <a:lnTo>
                    <a:pt x="3889" y="3547"/>
                  </a:lnTo>
                  <a:lnTo>
                    <a:pt x="3903" y="3501"/>
                  </a:lnTo>
                  <a:lnTo>
                    <a:pt x="3937" y="3459"/>
                  </a:lnTo>
                  <a:lnTo>
                    <a:pt x="4024" y="3401"/>
                  </a:lnTo>
                  <a:lnTo>
                    <a:pt x="4035" y="3378"/>
                  </a:lnTo>
                  <a:lnTo>
                    <a:pt x="4048" y="3282"/>
                  </a:lnTo>
                  <a:lnTo>
                    <a:pt x="4089" y="3144"/>
                  </a:lnTo>
                  <a:lnTo>
                    <a:pt x="4099" y="3071"/>
                  </a:lnTo>
                  <a:lnTo>
                    <a:pt x="4116" y="3025"/>
                  </a:lnTo>
                  <a:lnTo>
                    <a:pt x="4153" y="2983"/>
                  </a:lnTo>
                  <a:lnTo>
                    <a:pt x="4170" y="2948"/>
                  </a:lnTo>
                  <a:lnTo>
                    <a:pt x="4169" y="2937"/>
                  </a:lnTo>
                  <a:lnTo>
                    <a:pt x="4112" y="2845"/>
                  </a:lnTo>
                  <a:lnTo>
                    <a:pt x="4041" y="2885"/>
                  </a:lnTo>
                  <a:lnTo>
                    <a:pt x="4019" y="2897"/>
                  </a:lnTo>
                  <a:lnTo>
                    <a:pt x="3981" y="2919"/>
                  </a:lnTo>
                  <a:lnTo>
                    <a:pt x="3945" y="2942"/>
                  </a:lnTo>
                  <a:lnTo>
                    <a:pt x="3928" y="2966"/>
                  </a:lnTo>
                  <a:lnTo>
                    <a:pt x="3927" y="2988"/>
                  </a:lnTo>
                  <a:lnTo>
                    <a:pt x="3950" y="3027"/>
                  </a:lnTo>
                  <a:lnTo>
                    <a:pt x="3964" y="3100"/>
                  </a:lnTo>
                  <a:lnTo>
                    <a:pt x="3956" y="3219"/>
                  </a:lnTo>
                  <a:lnTo>
                    <a:pt x="3927" y="3333"/>
                  </a:lnTo>
                  <a:lnTo>
                    <a:pt x="3803" y="3349"/>
                  </a:lnTo>
                  <a:lnTo>
                    <a:pt x="3784" y="3378"/>
                  </a:lnTo>
                  <a:lnTo>
                    <a:pt x="3768" y="3443"/>
                  </a:lnTo>
                  <a:lnTo>
                    <a:pt x="3757" y="3501"/>
                  </a:lnTo>
                  <a:lnTo>
                    <a:pt x="3663" y="3624"/>
                  </a:lnTo>
                  <a:lnTo>
                    <a:pt x="3555" y="3670"/>
                  </a:lnTo>
                  <a:lnTo>
                    <a:pt x="3426" y="3662"/>
                  </a:lnTo>
                  <a:lnTo>
                    <a:pt x="3331" y="3601"/>
                  </a:lnTo>
                  <a:lnTo>
                    <a:pt x="3247" y="3497"/>
                  </a:lnTo>
                  <a:lnTo>
                    <a:pt x="3173" y="3355"/>
                  </a:lnTo>
                  <a:lnTo>
                    <a:pt x="3173" y="3313"/>
                  </a:lnTo>
                  <a:lnTo>
                    <a:pt x="3190" y="3244"/>
                  </a:lnTo>
                  <a:lnTo>
                    <a:pt x="3188" y="3213"/>
                  </a:lnTo>
                  <a:lnTo>
                    <a:pt x="3041" y="3149"/>
                  </a:lnTo>
                  <a:lnTo>
                    <a:pt x="2995" y="3150"/>
                  </a:lnTo>
                  <a:lnTo>
                    <a:pt x="2810" y="3192"/>
                  </a:lnTo>
                  <a:lnTo>
                    <a:pt x="2786" y="3209"/>
                  </a:lnTo>
                  <a:lnTo>
                    <a:pt x="2709" y="3437"/>
                  </a:lnTo>
                  <a:lnTo>
                    <a:pt x="2695" y="3483"/>
                  </a:lnTo>
                  <a:lnTo>
                    <a:pt x="2760" y="3518"/>
                  </a:lnTo>
                  <a:lnTo>
                    <a:pt x="2775" y="3549"/>
                  </a:lnTo>
                  <a:lnTo>
                    <a:pt x="2841" y="3680"/>
                  </a:lnTo>
                  <a:lnTo>
                    <a:pt x="2844" y="3711"/>
                  </a:lnTo>
                  <a:lnTo>
                    <a:pt x="2834" y="3719"/>
                  </a:lnTo>
                  <a:lnTo>
                    <a:pt x="2802" y="3745"/>
                  </a:lnTo>
                  <a:lnTo>
                    <a:pt x="2766" y="3758"/>
                  </a:lnTo>
                  <a:lnTo>
                    <a:pt x="2644" y="3766"/>
                  </a:lnTo>
                  <a:lnTo>
                    <a:pt x="2601" y="3754"/>
                  </a:lnTo>
                  <a:lnTo>
                    <a:pt x="2303" y="3609"/>
                  </a:lnTo>
                  <a:lnTo>
                    <a:pt x="2107" y="3499"/>
                  </a:lnTo>
                  <a:lnTo>
                    <a:pt x="1962" y="3406"/>
                  </a:lnTo>
                  <a:lnTo>
                    <a:pt x="1763" y="3296"/>
                  </a:lnTo>
                  <a:lnTo>
                    <a:pt x="1674" y="3268"/>
                  </a:lnTo>
                  <a:lnTo>
                    <a:pt x="1527" y="3242"/>
                  </a:lnTo>
                  <a:lnTo>
                    <a:pt x="1394" y="3217"/>
                  </a:lnTo>
                  <a:lnTo>
                    <a:pt x="1362" y="3196"/>
                  </a:lnTo>
                  <a:lnTo>
                    <a:pt x="1256" y="3080"/>
                  </a:lnTo>
                  <a:lnTo>
                    <a:pt x="1146" y="2949"/>
                  </a:lnTo>
                  <a:lnTo>
                    <a:pt x="1067" y="2803"/>
                  </a:lnTo>
                  <a:lnTo>
                    <a:pt x="1001" y="2653"/>
                  </a:lnTo>
                  <a:lnTo>
                    <a:pt x="999" y="2631"/>
                  </a:lnTo>
                  <a:lnTo>
                    <a:pt x="1031" y="2539"/>
                  </a:lnTo>
                  <a:lnTo>
                    <a:pt x="1001" y="2276"/>
                  </a:lnTo>
                  <a:lnTo>
                    <a:pt x="961" y="2267"/>
                  </a:lnTo>
                  <a:lnTo>
                    <a:pt x="904" y="2305"/>
                  </a:lnTo>
                  <a:lnTo>
                    <a:pt x="746" y="2350"/>
                  </a:lnTo>
                  <a:lnTo>
                    <a:pt x="349" y="2387"/>
                  </a:lnTo>
                  <a:lnTo>
                    <a:pt x="305" y="2389"/>
                  </a:lnTo>
                  <a:lnTo>
                    <a:pt x="99" y="2363"/>
                  </a:lnTo>
                  <a:lnTo>
                    <a:pt x="65" y="2347"/>
                  </a:lnTo>
                  <a:lnTo>
                    <a:pt x="46" y="2307"/>
                  </a:lnTo>
                  <a:lnTo>
                    <a:pt x="20" y="2207"/>
                  </a:lnTo>
                  <a:lnTo>
                    <a:pt x="26" y="2072"/>
                  </a:lnTo>
                  <a:lnTo>
                    <a:pt x="81" y="2124"/>
                  </a:lnTo>
                  <a:lnTo>
                    <a:pt x="116" y="2140"/>
                  </a:lnTo>
                  <a:lnTo>
                    <a:pt x="189" y="2136"/>
                  </a:lnTo>
                  <a:lnTo>
                    <a:pt x="239" y="2123"/>
                  </a:lnTo>
                  <a:lnTo>
                    <a:pt x="204" y="2044"/>
                  </a:lnTo>
                  <a:lnTo>
                    <a:pt x="201" y="2037"/>
                  </a:lnTo>
                  <a:lnTo>
                    <a:pt x="174" y="1974"/>
                  </a:lnTo>
                  <a:lnTo>
                    <a:pt x="98" y="1967"/>
                  </a:lnTo>
                  <a:lnTo>
                    <a:pt x="90" y="1977"/>
                  </a:lnTo>
                  <a:lnTo>
                    <a:pt x="82" y="1988"/>
                  </a:lnTo>
                  <a:lnTo>
                    <a:pt x="3" y="1781"/>
                  </a:lnTo>
                  <a:lnTo>
                    <a:pt x="0" y="1740"/>
                  </a:lnTo>
                  <a:lnTo>
                    <a:pt x="8" y="1699"/>
                  </a:lnTo>
                  <a:lnTo>
                    <a:pt x="45" y="1655"/>
                  </a:lnTo>
                  <a:lnTo>
                    <a:pt x="66" y="1642"/>
                  </a:lnTo>
                  <a:lnTo>
                    <a:pt x="758" y="1542"/>
                  </a:lnTo>
                  <a:lnTo>
                    <a:pt x="875" y="1559"/>
                  </a:lnTo>
                  <a:lnTo>
                    <a:pt x="1003" y="1564"/>
                  </a:lnTo>
                  <a:lnTo>
                    <a:pt x="1062" y="1550"/>
                  </a:lnTo>
                  <a:lnTo>
                    <a:pt x="1163" y="1500"/>
                  </a:lnTo>
                  <a:lnTo>
                    <a:pt x="1269" y="1434"/>
                  </a:lnTo>
                  <a:lnTo>
                    <a:pt x="1394" y="1349"/>
                  </a:lnTo>
                  <a:lnTo>
                    <a:pt x="1512" y="1249"/>
                  </a:lnTo>
                  <a:lnTo>
                    <a:pt x="1581" y="1191"/>
                  </a:lnTo>
                  <a:lnTo>
                    <a:pt x="1613" y="1164"/>
                  </a:lnTo>
                  <a:lnTo>
                    <a:pt x="1668" y="1118"/>
                  </a:lnTo>
                  <a:lnTo>
                    <a:pt x="1674" y="1113"/>
                  </a:lnTo>
                  <a:lnTo>
                    <a:pt x="1697" y="1076"/>
                  </a:lnTo>
                  <a:lnTo>
                    <a:pt x="1702" y="1069"/>
                  </a:lnTo>
                  <a:lnTo>
                    <a:pt x="1784" y="940"/>
                  </a:lnTo>
                  <a:lnTo>
                    <a:pt x="1786" y="929"/>
                  </a:lnTo>
                  <a:lnTo>
                    <a:pt x="1783" y="910"/>
                  </a:lnTo>
                  <a:lnTo>
                    <a:pt x="1761" y="892"/>
                  </a:lnTo>
                  <a:lnTo>
                    <a:pt x="1678" y="888"/>
                  </a:lnTo>
                  <a:lnTo>
                    <a:pt x="1599" y="871"/>
                  </a:lnTo>
                  <a:lnTo>
                    <a:pt x="1574" y="860"/>
                  </a:lnTo>
                  <a:lnTo>
                    <a:pt x="1545" y="826"/>
                  </a:lnTo>
                  <a:lnTo>
                    <a:pt x="1522" y="759"/>
                  </a:lnTo>
                  <a:lnTo>
                    <a:pt x="1527" y="721"/>
                  </a:lnTo>
                  <a:lnTo>
                    <a:pt x="1581" y="610"/>
                  </a:lnTo>
                  <a:lnTo>
                    <a:pt x="1608" y="580"/>
                  </a:lnTo>
                  <a:lnTo>
                    <a:pt x="1693" y="557"/>
                  </a:lnTo>
                  <a:lnTo>
                    <a:pt x="1834" y="550"/>
                  </a:lnTo>
                  <a:lnTo>
                    <a:pt x="1936" y="548"/>
                  </a:lnTo>
                  <a:lnTo>
                    <a:pt x="2052" y="564"/>
                  </a:lnTo>
                  <a:lnTo>
                    <a:pt x="2115" y="578"/>
                  </a:lnTo>
                  <a:lnTo>
                    <a:pt x="2159" y="608"/>
                  </a:lnTo>
                  <a:lnTo>
                    <a:pt x="2141" y="684"/>
                  </a:lnTo>
                  <a:lnTo>
                    <a:pt x="2145" y="701"/>
                  </a:lnTo>
                  <a:lnTo>
                    <a:pt x="2330" y="701"/>
                  </a:lnTo>
                  <a:lnTo>
                    <a:pt x="2479" y="552"/>
                  </a:lnTo>
                  <a:lnTo>
                    <a:pt x="2628" y="403"/>
                  </a:lnTo>
                  <a:lnTo>
                    <a:pt x="2642" y="388"/>
                  </a:lnTo>
                  <a:lnTo>
                    <a:pt x="2707" y="323"/>
                  </a:lnTo>
                  <a:lnTo>
                    <a:pt x="2885" y="131"/>
                  </a:lnTo>
                  <a:lnTo>
                    <a:pt x="2950" y="44"/>
                  </a:lnTo>
                  <a:lnTo>
                    <a:pt x="3019" y="6"/>
                  </a:lnTo>
                  <a:lnTo>
                    <a:pt x="3044" y="0"/>
                  </a:lnTo>
                  <a:lnTo>
                    <a:pt x="3236" y="38"/>
                  </a:lnTo>
                  <a:lnTo>
                    <a:pt x="3272" y="56"/>
                  </a:lnTo>
                  <a:lnTo>
                    <a:pt x="3301" y="98"/>
                  </a:lnTo>
                  <a:lnTo>
                    <a:pt x="3608" y="494"/>
                  </a:lnTo>
                  <a:lnTo>
                    <a:pt x="3633" y="526"/>
                  </a:lnTo>
                  <a:lnTo>
                    <a:pt x="3679" y="616"/>
                  </a:lnTo>
                  <a:lnTo>
                    <a:pt x="3835" y="935"/>
                  </a:lnTo>
                  <a:lnTo>
                    <a:pt x="3861" y="1032"/>
                  </a:lnTo>
                  <a:lnTo>
                    <a:pt x="3873" y="1093"/>
                  </a:lnTo>
                  <a:lnTo>
                    <a:pt x="3888" y="1165"/>
                  </a:lnTo>
                  <a:lnTo>
                    <a:pt x="3890" y="1224"/>
                  </a:lnTo>
                  <a:lnTo>
                    <a:pt x="3847" y="1354"/>
                  </a:lnTo>
                  <a:lnTo>
                    <a:pt x="3825" y="1393"/>
                  </a:lnTo>
                  <a:lnTo>
                    <a:pt x="3759" y="1450"/>
                  </a:lnTo>
                  <a:lnTo>
                    <a:pt x="3680" y="1455"/>
                  </a:lnTo>
                  <a:lnTo>
                    <a:pt x="3595" y="1459"/>
                  </a:lnTo>
                  <a:lnTo>
                    <a:pt x="3586" y="1465"/>
                  </a:lnTo>
                  <a:lnTo>
                    <a:pt x="3427" y="1719"/>
                  </a:lnTo>
                  <a:lnTo>
                    <a:pt x="3430" y="1740"/>
                  </a:lnTo>
                  <a:lnTo>
                    <a:pt x="3452" y="1765"/>
                  </a:lnTo>
                  <a:lnTo>
                    <a:pt x="3584" y="1792"/>
                  </a:lnTo>
                  <a:lnTo>
                    <a:pt x="3671" y="1797"/>
                  </a:lnTo>
                  <a:lnTo>
                    <a:pt x="3877" y="1718"/>
                  </a:lnTo>
                  <a:lnTo>
                    <a:pt x="4050" y="1652"/>
                  </a:lnTo>
                  <a:lnTo>
                    <a:pt x="4056" y="1649"/>
                  </a:lnTo>
                  <a:lnTo>
                    <a:pt x="4060" y="1645"/>
                  </a:lnTo>
                  <a:lnTo>
                    <a:pt x="4064" y="1641"/>
                  </a:lnTo>
                  <a:lnTo>
                    <a:pt x="4324" y="1343"/>
                  </a:lnTo>
                  <a:lnTo>
                    <a:pt x="4392" y="1271"/>
                  </a:lnTo>
                  <a:lnTo>
                    <a:pt x="4601" y="1163"/>
                  </a:lnTo>
                  <a:lnTo>
                    <a:pt x="4801" y="1062"/>
                  </a:lnTo>
                  <a:lnTo>
                    <a:pt x="4857" y="1034"/>
                  </a:lnTo>
                  <a:lnTo>
                    <a:pt x="4946" y="1011"/>
                  </a:lnTo>
                  <a:lnTo>
                    <a:pt x="5041" y="1003"/>
                  </a:lnTo>
                  <a:lnTo>
                    <a:pt x="5126" y="1005"/>
                  </a:lnTo>
                  <a:lnTo>
                    <a:pt x="5236" y="1012"/>
                  </a:lnTo>
                  <a:lnTo>
                    <a:pt x="5294" y="1021"/>
                  </a:lnTo>
                  <a:lnTo>
                    <a:pt x="5344" y="1049"/>
                  </a:lnTo>
                  <a:lnTo>
                    <a:pt x="5379" y="1057"/>
                  </a:lnTo>
                  <a:lnTo>
                    <a:pt x="5658" y="884"/>
                  </a:lnTo>
                  <a:lnTo>
                    <a:pt x="5808" y="788"/>
                  </a:lnTo>
                  <a:lnTo>
                    <a:pt x="5884" y="712"/>
                  </a:lnTo>
                  <a:lnTo>
                    <a:pt x="5906" y="670"/>
                  </a:lnTo>
                  <a:lnTo>
                    <a:pt x="5954" y="652"/>
                  </a:lnTo>
                  <a:lnTo>
                    <a:pt x="5994" y="647"/>
                  </a:lnTo>
                  <a:lnTo>
                    <a:pt x="6123" y="649"/>
                  </a:lnTo>
                  <a:lnTo>
                    <a:pt x="6234" y="635"/>
                  </a:lnTo>
                  <a:lnTo>
                    <a:pt x="7079" y="645"/>
                  </a:lnTo>
                  <a:lnTo>
                    <a:pt x="7160" y="718"/>
                  </a:lnTo>
                  <a:lnTo>
                    <a:pt x="7173" y="839"/>
                  </a:lnTo>
                  <a:lnTo>
                    <a:pt x="7220" y="942"/>
                  </a:lnTo>
                  <a:lnTo>
                    <a:pt x="7293" y="1039"/>
                  </a:lnTo>
                  <a:lnTo>
                    <a:pt x="7409" y="1054"/>
                  </a:lnTo>
                  <a:lnTo>
                    <a:pt x="7619" y="1034"/>
                  </a:lnTo>
                  <a:lnTo>
                    <a:pt x="7863" y="946"/>
                  </a:lnTo>
                  <a:lnTo>
                    <a:pt x="8013" y="904"/>
                  </a:lnTo>
                  <a:lnTo>
                    <a:pt x="8066" y="866"/>
                  </a:lnTo>
                  <a:lnTo>
                    <a:pt x="8154" y="850"/>
                  </a:lnTo>
                  <a:lnTo>
                    <a:pt x="8160" y="852"/>
                  </a:lnTo>
                  <a:lnTo>
                    <a:pt x="8288" y="771"/>
                  </a:lnTo>
                  <a:lnTo>
                    <a:pt x="8502" y="567"/>
                  </a:lnTo>
                  <a:lnTo>
                    <a:pt x="8579" y="432"/>
                  </a:lnTo>
                  <a:lnTo>
                    <a:pt x="8659" y="252"/>
                  </a:lnTo>
                  <a:lnTo>
                    <a:pt x="8687" y="230"/>
                  </a:lnTo>
                  <a:lnTo>
                    <a:pt x="8734" y="218"/>
                  </a:lnTo>
                  <a:lnTo>
                    <a:pt x="8827" y="228"/>
                  </a:lnTo>
                  <a:lnTo>
                    <a:pt x="8969" y="175"/>
                  </a:lnTo>
                  <a:lnTo>
                    <a:pt x="9038" y="23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l969"/>
            <p:cNvSpPr/>
            <p:nvPr/>
          </p:nvSpPr>
          <p:spPr>
            <a:xfrm>
              <a:off x="4151905" y="5891352"/>
              <a:ext cx="1156" cy="319"/>
            </a:xfrm>
            <a:custGeom>
              <a:avLst/>
              <a:pathLst>
                <a:path w="1156" h="319">
                  <a:moveTo>
                    <a:pt x="1074" y="154"/>
                  </a:moveTo>
                  <a:lnTo>
                    <a:pt x="638" y="245"/>
                  </a:lnTo>
                  <a:lnTo>
                    <a:pt x="25" y="319"/>
                  </a:lnTo>
                  <a:lnTo>
                    <a:pt x="15" y="314"/>
                  </a:lnTo>
                  <a:lnTo>
                    <a:pt x="0" y="281"/>
                  </a:lnTo>
                  <a:lnTo>
                    <a:pt x="48" y="156"/>
                  </a:lnTo>
                  <a:lnTo>
                    <a:pt x="57" y="153"/>
                  </a:lnTo>
                  <a:lnTo>
                    <a:pt x="103" y="146"/>
                  </a:lnTo>
                  <a:lnTo>
                    <a:pt x="109" y="171"/>
                  </a:lnTo>
                  <a:lnTo>
                    <a:pt x="630" y="112"/>
                  </a:lnTo>
                  <a:lnTo>
                    <a:pt x="867" y="69"/>
                  </a:lnTo>
                  <a:lnTo>
                    <a:pt x="1092" y="0"/>
                  </a:lnTo>
                  <a:lnTo>
                    <a:pt x="1118" y="8"/>
                  </a:lnTo>
                  <a:lnTo>
                    <a:pt x="1141" y="48"/>
                  </a:lnTo>
                  <a:lnTo>
                    <a:pt x="1156" y="119"/>
                  </a:lnTo>
                  <a:lnTo>
                    <a:pt x="1074" y="15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l970"/>
            <p:cNvSpPr/>
            <p:nvPr/>
          </p:nvSpPr>
          <p:spPr>
            <a:xfrm>
              <a:off x="4250995" y="5896679"/>
              <a:ext cx="589" cy="853"/>
            </a:xfrm>
            <a:custGeom>
              <a:avLst/>
              <a:pathLst>
                <a:path w="589" h="853">
                  <a:moveTo>
                    <a:pt x="580" y="378"/>
                  </a:moveTo>
                  <a:lnTo>
                    <a:pt x="494" y="510"/>
                  </a:lnTo>
                  <a:lnTo>
                    <a:pt x="475" y="510"/>
                  </a:lnTo>
                  <a:lnTo>
                    <a:pt x="457" y="499"/>
                  </a:lnTo>
                  <a:lnTo>
                    <a:pt x="434" y="458"/>
                  </a:lnTo>
                  <a:lnTo>
                    <a:pt x="407" y="431"/>
                  </a:lnTo>
                  <a:lnTo>
                    <a:pt x="373" y="431"/>
                  </a:lnTo>
                  <a:lnTo>
                    <a:pt x="346" y="451"/>
                  </a:lnTo>
                  <a:lnTo>
                    <a:pt x="276" y="553"/>
                  </a:lnTo>
                  <a:lnTo>
                    <a:pt x="190" y="726"/>
                  </a:lnTo>
                  <a:lnTo>
                    <a:pt x="163" y="841"/>
                  </a:lnTo>
                  <a:lnTo>
                    <a:pt x="138" y="853"/>
                  </a:lnTo>
                  <a:lnTo>
                    <a:pt x="110" y="849"/>
                  </a:lnTo>
                  <a:lnTo>
                    <a:pt x="89" y="836"/>
                  </a:lnTo>
                  <a:lnTo>
                    <a:pt x="5" y="684"/>
                  </a:lnTo>
                  <a:lnTo>
                    <a:pt x="0" y="655"/>
                  </a:lnTo>
                  <a:lnTo>
                    <a:pt x="8" y="420"/>
                  </a:lnTo>
                  <a:lnTo>
                    <a:pt x="13" y="385"/>
                  </a:lnTo>
                  <a:lnTo>
                    <a:pt x="37" y="350"/>
                  </a:lnTo>
                  <a:lnTo>
                    <a:pt x="360" y="39"/>
                  </a:lnTo>
                  <a:lnTo>
                    <a:pt x="379" y="24"/>
                  </a:lnTo>
                  <a:lnTo>
                    <a:pt x="444" y="19"/>
                  </a:lnTo>
                  <a:lnTo>
                    <a:pt x="520" y="0"/>
                  </a:lnTo>
                  <a:lnTo>
                    <a:pt x="567" y="1"/>
                  </a:lnTo>
                  <a:lnTo>
                    <a:pt x="589" y="292"/>
                  </a:lnTo>
                  <a:lnTo>
                    <a:pt x="580" y="37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l971"/>
            <p:cNvSpPr/>
            <p:nvPr/>
          </p:nvSpPr>
          <p:spPr>
            <a:xfrm>
              <a:off x="4244311" y="5890630"/>
              <a:ext cx="507" cy="522"/>
            </a:xfrm>
            <a:custGeom>
              <a:avLst/>
              <a:pathLst>
                <a:path w="507" h="522">
                  <a:moveTo>
                    <a:pt x="493" y="438"/>
                  </a:moveTo>
                  <a:lnTo>
                    <a:pt x="489" y="443"/>
                  </a:lnTo>
                  <a:lnTo>
                    <a:pt x="480" y="451"/>
                  </a:lnTo>
                  <a:lnTo>
                    <a:pt x="474" y="453"/>
                  </a:lnTo>
                  <a:lnTo>
                    <a:pt x="466" y="453"/>
                  </a:lnTo>
                  <a:lnTo>
                    <a:pt x="456" y="448"/>
                  </a:lnTo>
                  <a:lnTo>
                    <a:pt x="436" y="437"/>
                  </a:lnTo>
                  <a:lnTo>
                    <a:pt x="430" y="435"/>
                  </a:lnTo>
                  <a:lnTo>
                    <a:pt x="424" y="435"/>
                  </a:lnTo>
                  <a:lnTo>
                    <a:pt x="415" y="438"/>
                  </a:lnTo>
                  <a:lnTo>
                    <a:pt x="408" y="456"/>
                  </a:lnTo>
                  <a:lnTo>
                    <a:pt x="401" y="477"/>
                  </a:lnTo>
                  <a:lnTo>
                    <a:pt x="392" y="494"/>
                  </a:lnTo>
                  <a:lnTo>
                    <a:pt x="383" y="508"/>
                  </a:lnTo>
                  <a:lnTo>
                    <a:pt x="368" y="515"/>
                  </a:lnTo>
                  <a:lnTo>
                    <a:pt x="335" y="520"/>
                  </a:lnTo>
                  <a:lnTo>
                    <a:pt x="305" y="522"/>
                  </a:lnTo>
                  <a:lnTo>
                    <a:pt x="283" y="522"/>
                  </a:lnTo>
                  <a:lnTo>
                    <a:pt x="275" y="520"/>
                  </a:lnTo>
                  <a:lnTo>
                    <a:pt x="259" y="514"/>
                  </a:lnTo>
                  <a:lnTo>
                    <a:pt x="250" y="508"/>
                  </a:lnTo>
                  <a:lnTo>
                    <a:pt x="241" y="501"/>
                  </a:lnTo>
                  <a:lnTo>
                    <a:pt x="236" y="496"/>
                  </a:lnTo>
                  <a:lnTo>
                    <a:pt x="230" y="494"/>
                  </a:lnTo>
                  <a:lnTo>
                    <a:pt x="223" y="493"/>
                  </a:lnTo>
                  <a:lnTo>
                    <a:pt x="142" y="487"/>
                  </a:lnTo>
                  <a:lnTo>
                    <a:pt x="78" y="485"/>
                  </a:lnTo>
                  <a:lnTo>
                    <a:pt x="48" y="485"/>
                  </a:lnTo>
                  <a:lnTo>
                    <a:pt x="36" y="486"/>
                  </a:lnTo>
                  <a:lnTo>
                    <a:pt x="30" y="485"/>
                  </a:lnTo>
                  <a:lnTo>
                    <a:pt x="26" y="481"/>
                  </a:lnTo>
                  <a:lnTo>
                    <a:pt x="16" y="440"/>
                  </a:lnTo>
                  <a:lnTo>
                    <a:pt x="13" y="421"/>
                  </a:lnTo>
                  <a:lnTo>
                    <a:pt x="1" y="361"/>
                  </a:lnTo>
                  <a:lnTo>
                    <a:pt x="0" y="345"/>
                  </a:lnTo>
                  <a:lnTo>
                    <a:pt x="0" y="339"/>
                  </a:lnTo>
                  <a:lnTo>
                    <a:pt x="1" y="320"/>
                  </a:lnTo>
                  <a:lnTo>
                    <a:pt x="3" y="314"/>
                  </a:lnTo>
                  <a:lnTo>
                    <a:pt x="13" y="295"/>
                  </a:lnTo>
                  <a:lnTo>
                    <a:pt x="30" y="211"/>
                  </a:lnTo>
                  <a:lnTo>
                    <a:pt x="28" y="201"/>
                  </a:lnTo>
                  <a:lnTo>
                    <a:pt x="23" y="169"/>
                  </a:lnTo>
                  <a:lnTo>
                    <a:pt x="21" y="145"/>
                  </a:lnTo>
                  <a:lnTo>
                    <a:pt x="21" y="137"/>
                  </a:lnTo>
                  <a:lnTo>
                    <a:pt x="24" y="115"/>
                  </a:lnTo>
                  <a:lnTo>
                    <a:pt x="30" y="107"/>
                  </a:lnTo>
                  <a:lnTo>
                    <a:pt x="63" y="74"/>
                  </a:lnTo>
                  <a:lnTo>
                    <a:pt x="111" y="30"/>
                  </a:lnTo>
                  <a:lnTo>
                    <a:pt x="149" y="0"/>
                  </a:lnTo>
                  <a:lnTo>
                    <a:pt x="157" y="0"/>
                  </a:lnTo>
                  <a:lnTo>
                    <a:pt x="183" y="2"/>
                  </a:lnTo>
                  <a:lnTo>
                    <a:pt x="219" y="22"/>
                  </a:lnTo>
                  <a:lnTo>
                    <a:pt x="270" y="68"/>
                  </a:lnTo>
                  <a:lnTo>
                    <a:pt x="305" y="100"/>
                  </a:lnTo>
                  <a:lnTo>
                    <a:pt x="323" y="117"/>
                  </a:lnTo>
                  <a:lnTo>
                    <a:pt x="371" y="162"/>
                  </a:lnTo>
                  <a:lnTo>
                    <a:pt x="397" y="200"/>
                  </a:lnTo>
                  <a:lnTo>
                    <a:pt x="470" y="304"/>
                  </a:lnTo>
                  <a:lnTo>
                    <a:pt x="504" y="356"/>
                  </a:lnTo>
                  <a:lnTo>
                    <a:pt x="505" y="363"/>
                  </a:lnTo>
                  <a:lnTo>
                    <a:pt x="507" y="373"/>
                  </a:lnTo>
                  <a:lnTo>
                    <a:pt x="507" y="381"/>
                  </a:lnTo>
                  <a:lnTo>
                    <a:pt x="506" y="394"/>
                  </a:lnTo>
                  <a:lnTo>
                    <a:pt x="505" y="404"/>
                  </a:lnTo>
                  <a:lnTo>
                    <a:pt x="501" y="419"/>
                  </a:lnTo>
                  <a:lnTo>
                    <a:pt x="496" y="434"/>
                  </a:lnTo>
                  <a:lnTo>
                    <a:pt x="493" y="43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l972"/>
            <p:cNvSpPr/>
            <p:nvPr/>
          </p:nvSpPr>
          <p:spPr>
            <a:xfrm>
              <a:off x="4132385" y="5884651"/>
              <a:ext cx="1306" cy="1062"/>
            </a:xfrm>
            <a:custGeom>
              <a:avLst/>
              <a:pathLst>
                <a:path w="1306" h="1062">
                  <a:moveTo>
                    <a:pt x="1306" y="315"/>
                  </a:moveTo>
                  <a:lnTo>
                    <a:pt x="865" y="811"/>
                  </a:lnTo>
                  <a:lnTo>
                    <a:pt x="753" y="889"/>
                  </a:lnTo>
                  <a:lnTo>
                    <a:pt x="685" y="908"/>
                  </a:lnTo>
                  <a:lnTo>
                    <a:pt x="625" y="903"/>
                  </a:lnTo>
                  <a:lnTo>
                    <a:pt x="441" y="796"/>
                  </a:lnTo>
                  <a:lnTo>
                    <a:pt x="381" y="782"/>
                  </a:lnTo>
                  <a:lnTo>
                    <a:pt x="107" y="1059"/>
                  </a:lnTo>
                  <a:lnTo>
                    <a:pt x="32" y="1062"/>
                  </a:lnTo>
                  <a:lnTo>
                    <a:pt x="12" y="1040"/>
                  </a:lnTo>
                  <a:lnTo>
                    <a:pt x="0" y="1010"/>
                  </a:lnTo>
                  <a:lnTo>
                    <a:pt x="423" y="505"/>
                  </a:lnTo>
                  <a:lnTo>
                    <a:pt x="488" y="563"/>
                  </a:lnTo>
                  <a:lnTo>
                    <a:pt x="786" y="249"/>
                  </a:lnTo>
                  <a:lnTo>
                    <a:pt x="1033" y="0"/>
                  </a:lnTo>
                  <a:lnTo>
                    <a:pt x="1066" y="43"/>
                  </a:lnTo>
                  <a:lnTo>
                    <a:pt x="1306" y="31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l973"/>
            <p:cNvSpPr/>
            <p:nvPr/>
          </p:nvSpPr>
          <p:spPr>
            <a:xfrm>
              <a:off x="4149363" y="5883531"/>
              <a:ext cx="1705" cy="1554"/>
            </a:xfrm>
            <a:custGeom>
              <a:avLst/>
              <a:pathLst>
                <a:path w="1705" h="1554">
                  <a:moveTo>
                    <a:pt x="219" y="1551"/>
                  </a:moveTo>
                  <a:lnTo>
                    <a:pt x="173" y="1554"/>
                  </a:lnTo>
                  <a:lnTo>
                    <a:pt x="150" y="1549"/>
                  </a:lnTo>
                  <a:lnTo>
                    <a:pt x="55" y="1527"/>
                  </a:lnTo>
                  <a:lnTo>
                    <a:pt x="27" y="1495"/>
                  </a:lnTo>
                  <a:lnTo>
                    <a:pt x="25" y="1489"/>
                  </a:lnTo>
                  <a:lnTo>
                    <a:pt x="0" y="1420"/>
                  </a:lnTo>
                  <a:lnTo>
                    <a:pt x="17" y="1357"/>
                  </a:lnTo>
                  <a:lnTo>
                    <a:pt x="43" y="1264"/>
                  </a:lnTo>
                  <a:lnTo>
                    <a:pt x="71" y="1166"/>
                  </a:lnTo>
                  <a:lnTo>
                    <a:pt x="77" y="1145"/>
                  </a:lnTo>
                  <a:lnTo>
                    <a:pt x="106" y="1039"/>
                  </a:lnTo>
                  <a:lnTo>
                    <a:pt x="272" y="936"/>
                  </a:lnTo>
                  <a:lnTo>
                    <a:pt x="306" y="925"/>
                  </a:lnTo>
                  <a:lnTo>
                    <a:pt x="895" y="633"/>
                  </a:lnTo>
                  <a:lnTo>
                    <a:pt x="1017" y="525"/>
                  </a:lnTo>
                  <a:lnTo>
                    <a:pt x="1047" y="477"/>
                  </a:lnTo>
                  <a:lnTo>
                    <a:pt x="1160" y="362"/>
                  </a:lnTo>
                  <a:lnTo>
                    <a:pt x="1265" y="273"/>
                  </a:lnTo>
                  <a:lnTo>
                    <a:pt x="1640" y="8"/>
                  </a:lnTo>
                  <a:lnTo>
                    <a:pt x="1676" y="0"/>
                  </a:lnTo>
                  <a:lnTo>
                    <a:pt x="1705" y="11"/>
                  </a:lnTo>
                  <a:lnTo>
                    <a:pt x="1570" y="514"/>
                  </a:lnTo>
                  <a:lnTo>
                    <a:pt x="1542" y="560"/>
                  </a:lnTo>
                  <a:lnTo>
                    <a:pt x="1390" y="735"/>
                  </a:lnTo>
                  <a:lnTo>
                    <a:pt x="1311" y="798"/>
                  </a:lnTo>
                  <a:lnTo>
                    <a:pt x="1213" y="844"/>
                  </a:lnTo>
                  <a:lnTo>
                    <a:pt x="1203" y="849"/>
                  </a:lnTo>
                  <a:lnTo>
                    <a:pt x="1115" y="907"/>
                  </a:lnTo>
                  <a:lnTo>
                    <a:pt x="1046" y="947"/>
                  </a:lnTo>
                  <a:lnTo>
                    <a:pt x="990" y="969"/>
                  </a:lnTo>
                  <a:lnTo>
                    <a:pt x="931" y="993"/>
                  </a:lnTo>
                  <a:lnTo>
                    <a:pt x="794" y="1048"/>
                  </a:lnTo>
                  <a:lnTo>
                    <a:pt x="757" y="1081"/>
                  </a:lnTo>
                  <a:lnTo>
                    <a:pt x="708" y="1124"/>
                  </a:lnTo>
                  <a:lnTo>
                    <a:pt x="594" y="1225"/>
                  </a:lnTo>
                  <a:lnTo>
                    <a:pt x="574" y="1243"/>
                  </a:lnTo>
                  <a:lnTo>
                    <a:pt x="493" y="1316"/>
                  </a:lnTo>
                  <a:lnTo>
                    <a:pt x="451" y="1353"/>
                  </a:lnTo>
                  <a:lnTo>
                    <a:pt x="412" y="1387"/>
                  </a:lnTo>
                  <a:lnTo>
                    <a:pt x="320" y="1483"/>
                  </a:lnTo>
                  <a:lnTo>
                    <a:pt x="313" y="1488"/>
                  </a:lnTo>
                  <a:lnTo>
                    <a:pt x="275" y="1513"/>
                  </a:lnTo>
                  <a:lnTo>
                    <a:pt x="219" y="155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l974"/>
            <p:cNvSpPr/>
            <p:nvPr/>
          </p:nvSpPr>
          <p:spPr>
            <a:xfrm>
              <a:off x="4116833" y="5881328"/>
              <a:ext cx="247" cy="610"/>
            </a:xfrm>
            <a:custGeom>
              <a:avLst/>
              <a:pathLst>
                <a:path w="247" h="610">
                  <a:moveTo>
                    <a:pt x="52" y="610"/>
                  </a:moveTo>
                  <a:lnTo>
                    <a:pt x="39" y="610"/>
                  </a:lnTo>
                  <a:lnTo>
                    <a:pt x="27" y="589"/>
                  </a:lnTo>
                  <a:lnTo>
                    <a:pt x="23" y="580"/>
                  </a:lnTo>
                  <a:lnTo>
                    <a:pt x="22" y="565"/>
                  </a:lnTo>
                  <a:lnTo>
                    <a:pt x="22" y="549"/>
                  </a:lnTo>
                  <a:lnTo>
                    <a:pt x="24" y="542"/>
                  </a:lnTo>
                  <a:lnTo>
                    <a:pt x="27" y="533"/>
                  </a:lnTo>
                  <a:lnTo>
                    <a:pt x="36" y="514"/>
                  </a:lnTo>
                  <a:lnTo>
                    <a:pt x="43" y="499"/>
                  </a:lnTo>
                  <a:lnTo>
                    <a:pt x="93" y="385"/>
                  </a:lnTo>
                  <a:lnTo>
                    <a:pt x="86" y="380"/>
                  </a:lnTo>
                  <a:lnTo>
                    <a:pt x="71" y="369"/>
                  </a:lnTo>
                  <a:lnTo>
                    <a:pt x="66" y="365"/>
                  </a:lnTo>
                  <a:lnTo>
                    <a:pt x="59" y="358"/>
                  </a:lnTo>
                  <a:lnTo>
                    <a:pt x="50" y="349"/>
                  </a:lnTo>
                  <a:lnTo>
                    <a:pt x="45" y="342"/>
                  </a:lnTo>
                  <a:lnTo>
                    <a:pt x="37" y="330"/>
                  </a:lnTo>
                  <a:lnTo>
                    <a:pt x="10" y="281"/>
                  </a:lnTo>
                  <a:lnTo>
                    <a:pt x="8" y="276"/>
                  </a:lnTo>
                  <a:lnTo>
                    <a:pt x="0" y="211"/>
                  </a:lnTo>
                  <a:lnTo>
                    <a:pt x="3" y="186"/>
                  </a:lnTo>
                  <a:lnTo>
                    <a:pt x="5" y="178"/>
                  </a:lnTo>
                  <a:lnTo>
                    <a:pt x="76" y="65"/>
                  </a:lnTo>
                  <a:lnTo>
                    <a:pt x="81" y="60"/>
                  </a:lnTo>
                  <a:lnTo>
                    <a:pt x="87" y="54"/>
                  </a:lnTo>
                  <a:lnTo>
                    <a:pt x="92" y="49"/>
                  </a:lnTo>
                  <a:lnTo>
                    <a:pt x="100" y="43"/>
                  </a:lnTo>
                  <a:lnTo>
                    <a:pt x="112" y="32"/>
                  </a:lnTo>
                  <a:lnTo>
                    <a:pt x="121" y="20"/>
                  </a:lnTo>
                  <a:lnTo>
                    <a:pt x="126" y="3"/>
                  </a:lnTo>
                  <a:lnTo>
                    <a:pt x="137" y="2"/>
                  </a:lnTo>
                  <a:lnTo>
                    <a:pt x="154" y="0"/>
                  </a:lnTo>
                  <a:lnTo>
                    <a:pt x="168" y="3"/>
                  </a:lnTo>
                  <a:lnTo>
                    <a:pt x="198" y="85"/>
                  </a:lnTo>
                  <a:lnTo>
                    <a:pt x="206" y="108"/>
                  </a:lnTo>
                  <a:lnTo>
                    <a:pt x="211" y="122"/>
                  </a:lnTo>
                  <a:lnTo>
                    <a:pt x="214" y="130"/>
                  </a:lnTo>
                  <a:lnTo>
                    <a:pt x="245" y="224"/>
                  </a:lnTo>
                  <a:lnTo>
                    <a:pt x="246" y="259"/>
                  </a:lnTo>
                  <a:lnTo>
                    <a:pt x="247" y="325"/>
                  </a:lnTo>
                  <a:lnTo>
                    <a:pt x="215" y="407"/>
                  </a:lnTo>
                  <a:lnTo>
                    <a:pt x="158" y="551"/>
                  </a:lnTo>
                  <a:lnTo>
                    <a:pt x="153" y="558"/>
                  </a:lnTo>
                  <a:lnTo>
                    <a:pt x="81" y="597"/>
                  </a:lnTo>
                  <a:lnTo>
                    <a:pt x="75" y="600"/>
                  </a:lnTo>
                  <a:lnTo>
                    <a:pt x="65" y="605"/>
                  </a:lnTo>
                  <a:lnTo>
                    <a:pt x="52" y="6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l975"/>
            <p:cNvSpPr/>
            <p:nvPr/>
          </p:nvSpPr>
          <p:spPr>
            <a:xfrm>
              <a:off x="4151084" y="5882401"/>
              <a:ext cx="208" cy="588"/>
            </a:xfrm>
            <a:custGeom>
              <a:avLst/>
              <a:pathLst>
                <a:path w="208" h="588">
                  <a:moveTo>
                    <a:pt x="131" y="579"/>
                  </a:moveTo>
                  <a:lnTo>
                    <a:pt x="123" y="588"/>
                  </a:lnTo>
                  <a:lnTo>
                    <a:pt x="9" y="370"/>
                  </a:lnTo>
                  <a:lnTo>
                    <a:pt x="0" y="324"/>
                  </a:lnTo>
                  <a:lnTo>
                    <a:pt x="2" y="282"/>
                  </a:lnTo>
                  <a:lnTo>
                    <a:pt x="24" y="204"/>
                  </a:lnTo>
                  <a:lnTo>
                    <a:pt x="70" y="111"/>
                  </a:lnTo>
                  <a:lnTo>
                    <a:pt x="104" y="76"/>
                  </a:lnTo>
                  <a:lnTo>
                    <a:pt x="208" y="0"/>
                  </a:lnTo>
                  <a:lnTo>
                    <a:pt x="165" y="46"/>
                  </a:lnTo>
                  <a:lnTo>
                    <a:pt x="105" y="135"/>
                  </a:lnTo>
                  <a:lnTo>
                    <a:pt x="84" y="185"/>
                  </a:lnTo>
                  <a:lnTo>
                    <a:pt x="83" y="314"/>
                  </a:lnTo>
                  <a:lnTo>
                    <a:pt x="103" y="454"/>
                  </a:lnTo>
                  <a:lnTo>
                    <a:pt x="133" y="537"/>
                  </a:lnTo>
                  <a:lnTo>
                    <a:pt x="131" y="57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l976"/>
            <p:cNvSpPr/>
            <p:nvPr/>
          </p:nvSpPr>
          <p:spPr>
            <a:xfrm>
              <a:off x="4115986" y="5881041"/>
              <a:ext cx="2906" cy="6671"/>
            </a:xfrm>
            <a:custGeom>
              <a:avLst/>
              <a:pathLst>
                <a:path w="2906" h="6671">
                  <a:moveTo>
                    <a:pt x="2388" y="806"/>
                  </a:moveTo>
                  <a:lnTo>
                    <a:pt x="2524" y="850"/>
                  </a:lnTo>
                  <a:lnTo>
                    <a:pt x="2583" y="852"/>
                  </a:lnTo>
                  <a:lnTo>
                    <a:pt x="2590" y="853"/>
                  </a:lnTo>
                  <a:lnTo>
                    <a:pt x="2602" y="856"/>
                  </a:lnTo>
                  <a:lnTo>
                    <a:pt x="2625" y="869"/>
                  </a:lnTo>
                  <a:lnTo>
                    <a:pt x="2656" y="894"/>
                  </a:lnTo>
                  <a:lnTo>
                    <a:pt x="2692" y="941"/>
                  </a:lnTo>
                  <a:lnTo>
                    <a:pt x="2700" y="958"/>
                  </a:lnTo>
                  <a:lnTo>
                    <a:pt x="2784" y="1028"/>
                  </a:lnTo>
                  <a:lnTo>
                    <a:pt x="2906" y="1128"/>
                  </a:lnTo>
                  <a:lnTo>
                    <a:pt x="2901" y="1158"/>
                  </a:lnTo>
                  <a:lnTo>
                    <a:pt x="2875" y="1298"/>
                  </a:lnTo>
                  <a:lnTo>
                    <a:pt x="2861" y="1376"/>
                  </a:lnTo>
                  <a:lnTo>
                    <a:pt x="2834" y="1422"/>
                  </a:lnTo>
                  <a:lnTo>
                    <a:pt x="2794" y="1482"/>
                  </a:lnTo>
                  <a:lnTo>
                    <a:pt x="2791" y="1487"/>
                  </a:lnTo>
                  <a:lnTo>
                    <a:pt x="2554" y="1843"/>
                  </a:lnTo>
                  <a:lnTo>
                    <a:pt x="2463" y="1936"/>
                  </a:lnTo>
                  <a:lnTo>
                    <a:pt x="2438" y="1948"/>
                  </a:lnTo>
                  <a:lnTo>
                    <a:pt x="2369" y="1942"/>
                  </a:lnTo>
                  <a:lnTo>
                    <a:pt x="2318" y="1938"/>
                  </a:lnTo>
                  <a:lnTo>
                    <a:pt x="2313" y="1941"/>
                  </a:lnTo>
                  <a:lnTo>
                    <a:pt x="2235" y="1994"/>
                  </a:lnTo>
                  <a:lnTo>
                    <a:pt x="1945" y="2192"/>
                  </a:lnTo>
                  <a:lnTo>
                    <a:pt x="1937" y="2197"/>
                  </a:lnTo>
                  <a:lnTo>
                    <a:pt x="1927" y="2204"/>
                  </a:lnTo>
                  <a:lnTo>
                    <a:pt x="1918" y="2221"/>
                  </a:lnTo>
                  <a:lnTo>
                    <a:pt x="1887" y="2290"/>
                  </a:lnTo>
                  <a:lnTo>
                    <a:pt x="1749" y="2605"/>
                  </a:lnTo>
                  <a:lnTo>
                    <a:pt x="1870" y="2840"/>
                  </a:lnTo>
                  <a:lnTo>
                    <a:pt x="1822" y="2992"/>
                  </a:lnTo>
                  <a:lnTo>
                    <a:pt x="1786" y="3064"/>
                  </a:lnTo>
                  <a:lnTo>
                    <a:pt x="1774" y="3115"/>
                  </a:lnTo>
                  <a:lnTo>
                    <a:pt x="1777" y="3188"/>
                  </a:lnTo>
                  <a:lnTo>
                    <a:pt x="1789" y="3201"/>
                  </a:lnTo>
                  <a:lnTo>
                    <a:pt x="1815" y="3248"/>
                  </a:lnTo>
                  <a:lnTo>
                    <a:pt x="1850" y="3338"/>
                  </a:lnTo>
                  <a:lnTo>
                    <a:pt x="1902" y="3487"/>
                  </a:lnTo>
                  <a:lnTo>
                    <a:pt x="1984" y="3565"/>
                  </a:lnTo>
                  <a:lnTo>
                    <a:pt x="2052" y="3675"/>
                  </a:lnTo>
                  <a:lnTo>
                    <a:pt x="2050" y="3729"/>
                  </a:lnTo>
                  <a:lnTo>
                    <a:pt x="1937" y="3944"/>
                  </a:lnTo>
                  <a:lnTo>
                    <a:pt x="1874" y="4007"/>
                  </a:lnTo>
                  <a:lnTo>
                    <a:pt x="1793" y="3989"/>
                  </a:lnTo>
                  <a:lnTo>
                    <a:pt x="1790" y="3994"/>
                  </a:lnTo>
                  <a:lnTo>
                    <a:pt x="1765" y="4037"/>
                  </a:lnTo>
                  <a:lnTo>
                    <a:pt x="1642" y="4257"/>
                  </a:lnTo>
                  <a:lnTo>
                    <a:pt x="1618" y="4281"/>
                  </a:lnTo>
                  <a:lnTo>
                    <a:pt x="1547" y="4528"/>
                  </a:lnTo>
                  <a:lnTo>
                    <a:pt x="1448" y="5032"/>
                  </a:lnTo>
                  <a:lnTo>
                    <a:pt x="1357" y="5080"/>
                  </a:lnTo>
                  <a:lnTo>
                    <a:pt x="1146" y="5056"/>
                  </a:lnTo>
                  <a:lnTo>
                    <a:pt x="885" y="4976"/>
                  </a:lnTo>
                  <a:lnTo>
                    <a:pt x="758" y="5000"/>
                  </a:lnTo>
                  <a:lnTo>
                    <a:pt x="730" y="5072"/>
                  </a:lnTo>
                  <a:lnTo>
                    <a:pt x="836" y="5344"/>
                  </a:lnTo>
                  <a:lnTo>
                    <a:pt x="920" y="5448"/>
                  </a:lnTo>
                  <a:lnTo>
                    <a:pt x="1047" y="5488"/>
                  </a:lnTo>
                  <a:lnTo>
                    <a:pt x="1153" y="5559"/>
                  </a:lnTo>
                  <a:lnTo>
                    <a:pt x="1308" y="5639"/>
                  </a:lnTo>
                  <a:lnTo>
                    <a:pt x="1491" y="5791"/>
                  </a:lnTo>
                  <a:lnTo>
                    <a:pt x="1505" y="5903"/>
                  </a:lnTo>
                  <a:lnTo>
                    <a:pt x="1336" y="6631"/>
                  </a:lnTo>
                  <a:lnTo>
                    <a:pt x="1251" y="6671"/>
                  </a:lnTo>
                  <a:lnTo>
                    <a:pt x="1131" y="6623"/>
                  </a:lnTo>
                  <a:lnTo>
                    <a:pt x="892" y="6471"/>
                  </a:lnTo>
                  <a:lnTo>
                    <a:pt x="653" y="6239"/>
                  </a:lnTo>
                  <a:lnTo>
                    <a:pt x="491" y="6119"/>
                  </a:lnTo>
                  <a:lnTo>
                    <a:pt x="441" y="5951"/>
                  </a:lnTo>
                  <a:lnTo>
                    <a:pt x="336" y="5312"/>
                  </a:lnTo>
                  <a:lnTo>
                    <a:pt x="311" y="5117"/>
                  </a:lnTo>
                  <a:lnTo>
                    <a:pt x="306" y="5117"/>
                  </a:lnTo>
                  <a:lnTo>
                    <a:pt x="0" y="4158"/>
                  </a:lnTo>
                  <a:lnTo>
                    <a:pt x="92" y="3747"/>
                  </a:lnTo>
                  <a:lnTo>
                    <a:pt x="148" y="3500"/>
                  </a:lnTo>
                  <a:lnTo>
                    <a:pt x="195" y="3388"/>
                  </a:lnTo>
                  <a:lnTo>
                    <a:pt x="259" y="3235"/>
                  </a:lnTo>
                  <a:lnTo>
                    <a:pt x="389" y="3219"/>
                  </a:lnTo>
                  <a:lnTo>
                    <a:pt x="559" y="3198"/>
                  </a:lnTo>
                  <a:lnTo>
                    <a:pt x="727" y="3131"/>
                  </a:lnTo>
                  <a:lnTo>
                    <a:pt x="794" y="2818"/>
                  </a:lnTo>
                  <a:lnTo>
                    <a:pt x="844" y="2397"/>
                  </a:lnTo>
                  <a:lnTo>
                    <a:pt x="862" y="2307"/>
                  </a:lnTo>
                  <a:lnTo>
                    <a:pt x="872" y="2258"/>
                  </a:lnTo>
                  <a:lnTo>
                    <a:pt x="929" y="2063"/>
                  </a:lnTo>
                  <a:lnTo>
                    <a:pt x="988" y="1864"/>
                  </a:lnTo>
                  <a:lnTo>
                    <a:pt x="1017" y="1781"/>
                  </a:lnTo>
                  <a:lnTo>
                    <a:pt x="1225" y="1460"/>
                  </a:lnTo>
                  <a:lnTo>
                    <a:pt x="1287" y="1365"/>
                  </a:lnTo>
                  <a:lnTo>
                    <a:pt x="1379" y="1181"/>
                  </a:lnTo>
                  <a:lnTo>
                    <a:pt x="1460" y="990"/>
                  </a:lnTo>
                  <a:lnTo>
                    <a:pt x="1471" y="964"/>
                  </a:lnTo>
                  <a:lnTo>
                    <a:pt x="1402" y="886"/>
                  </a:lnTo>
                  <a:lnTo>
                    <a:pt x="1377" y="839"/>
                  </a:lnTo>
                  <a:lnTo>
                    <a:pt x="1372" y="817"/>
                  </a:lnTo>
                  <a:lnTo>
                    <a:pt x="1330" y="639"/>
                  </a:lnTo>
                  <a:lnTo>
                    <a:pt x="1322" y="601"/>
                  </a:lnTo>
                  <a:lnTo>
                    <a:pt x="1321" y="591"/>
                  </a:lnTo>
                  <a:lnTo>
                    <a:pt x="1323" y="571"/>
                  </a:lnTo>
                  <a:lnTo>
                    <a:pt x="1327" y="512"/>
                  </a:lnTo>
                  <a:lnTo>
                    <a:pt x="1328" y="506"/>
                  </a:lnTo>
                  <a:lnTo>
                    <a:pt x="1364" y="465"/>
                  </a:lnTo>
                  <a:lnTo>
                    <a:pt x="1404" y="421"/>
                  </a:lnTo>
                  <a:lnTo>
                    <a:pt x="1408" y="416"/>
                  </a:lnTo>
                  <a:lnTo>
                    <a:pt x="1415" y="410"/>
                  </a:lnTo>
                  <a:lnTo>
                    <a:pt x="1420" y="407"/>
                  </a:lnTo>
                  <a:lnTo>
                    <a:pt x="1507" y="357"/>
                  </a:lnTo>
                  <a:lnTo>
                    <a:pt x="1765" y="177"/>
                  </a:lnTo>
                  <a:lnTo>
                    <a:pt x="1858" y="9"/>
                  </a:lnTo>
                  <a:lnTo>
                    <a:pt x="1873" y="3"/>
                  </a:lnTo>
                  <a:lnTo>
                    <a:pt x="1882" y="0"/>
                  </a:lnTo>
                  <a:lnTo>
                    <a:pt x="2076" y="256"/>
                  </a:lnTo>
                  <a:lnTo>
                    <a:pt x="2081" y="262"/>
                  </a:lnTo>
                  <a:lnTo>
                    <a:pt x="2090" y="277"/>
                  </a:lnTo>
                  <a:lnTo>
                    <a:pt x="2318" y="661"/>
                  </a:lnTo>
                  <a:lnTo>
                    <a:pt x="2335" y="701"/>
                  </a:lnTo>
                  <a:lnTo>
                    <a:pt x="2348" y="722"/>
                  </a:lnTo>
                  <a:lnTo>
                    <a:pt x="2348" y="751"/>
                  </a:lnTo>
                  <a:lnTo>
                    <a:pt x="2388" y="8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l977"/>
            <p:cNvSpPr/>
            <p:nvPr/>
          </p:nvSpPr>
          <p:spPr>
            <a:xfrm>
              <a:off x="4116299" y="5879415"/>
              <a:ext cx="410" cy="941"/>
            </a:xfrm>
            <a:custGeom>
              <a:avLst/>
              <a:pathLst>
                <a:path w="410" h="941">
                  <a:moveTo>
                    <a:pt x="167" y="904"/>
                  </a:moveTo>
                  <a:lnTo>
                    <a:pt x="93" y="941"/>
                  </a:lnTo>
                  <a:lnTo>
                    <a:pt x="81" y="939"/>
                  </a:lnTo>
                  <a:lnTo>
                    <a:pt x="32" y="929"/>
                  </a:lnTo>
                  <a:lnTo>
                    <a:pt x="27" y="925"/>
                  </a:lnTo>
                  <a:lnTo>
                    <a:pt x="22" y="920"/>
                  </a:lnTo>
                  <a:lnTo>
                    <a:pt x="17" y="912"/>
                  </a:lnTo>
                  <a:lnTo>
                    <a:pt x="13" y="902"/>
                  </a:lnTo>
                  <a:lnTo>
                    <a:pt x="11" y="895"/>
                  </a:lnTo>
                  <a:lnTo>
                    <a:pt x="1" y="721"/>
                  </a:lnTo>
                  <a:lnTo>
                    <a:pt x="0" y="690"/>
                  </a:lnTo>
                  <a:lnTo>
                    <a:pt x="0" y="669"/>
                  </a:lnTo>
                  <a:lnTo>
                    <a:pt x="0" y="654"/>
                  </a:lnTo>
                  <a:lnTo>
                    <a:pt x="13" y="508"/>
                  </a:lnTo>
                  <a:lnTo>
                    <a:pt x="14" y="499"/>
                  </a:lnTo>
                  <a:lnTo>
                    <a:pt x="15" y="488"/>
                  </a:lnTo>
                  <a:lnTo>
                    <a:pt x="18" y="463"/>
                  </a:lnTo>
                  <a:lnTo>
                    <a:pt x="51" y="278"/>
                  </a:lnTo>
                  <a:lnTo>
                    <a:pt x="53" y="270"/>
                  </a:lnTo>
                  <a:lnTo>
                    <a:pt x="56" y="258"/>
                  </a:lnTo>
                  <a:lnTo>
                    <a:pt x="64" y="229"/>
                  </a:lnTo>
                  <a:lnTo>
                    <a:pt x="75" y="207"/>
                  </a:lnTo>
                  <a:lnTo>
                    <a:pt x="103" y="152"/>
                  </a:lnTo>
                  <a:lnTo>
                    <a:pt x="130" y="101"/>
                  </a:lnTo>
                  <a:lnTo>
                    <a:pt x="141" y="82"/>
                  </a:lnTo>
                  <a:lnTo>
                    <a:pt x="196" y="3"/>
                  </a:lnTo>
                  <a:lnTo>
                    <a:pt x="204" y="0"/>
                  </a:lnTo>
                  <a:lnTo>
                    <a:pt x="233" y="9"/>
                  </a:lnTo>
                  <a:lnTo>
                    <a:pt x="231" y="74"/>
                  </a:lnTo>
                  <a:lnTo>
                    <a:pt x="231" y="82"/>
                  </a:lnTo>
                  <a:lnTo>
                    <a:pt x="231" y="101"/>
                  </a:lnTo>
                  <a:lnTo>
                    <a:pt x="238" y="133"/>
                  </a:lnTo>
                  <a:lnTo>
                    <a:pt x="267" y="226"/>
                  </a:lnTo>
                  <a:lnTo>
                    <a:pt x="276" y="254"/>
                  </a:lnTo>
                  <a:lnTo>
                    <a:pt x="282" y="261"/>
                  </a:lnTo>
                  <a:lnTo>
                    <a:pt x="287" y="265"/>
                  </a:lnTo>
                  <a:lnTo>
                    <a:pt x="312" y="288"/>
                  </a:lnTo>
                  <a:lnTo>
                    <a:pt x="345" y="323"/>
                  </a:lnTo>
                  <a:lnTo>
                    <a:pt x="352" y="332"/>
                  </a:lnTo>
                  <a:lnTo>
                    <a:pt x="372" y="378"/>
                  </a:lnTo>
                  <a:lnTo>
                    <a:pt x="402" y="445"/>
                  </a:lnTo>
                  <a:lnTo>
                    <a:pt x="405" y="452"/>
                  </a:lnTo>
                  <a:lnTo>
                    <a:pt x="408" y="461"/>
                  </a:lnTo>
                  <a:lnTo>
                    <a:pt x="409" y="468"/>
                  </a:lnTo>
                  <a:lnTo>
                    <a:pt x="409" y="524"/>
                  </a:lnTo>
                  <a:lnTo>
                    <a:pt x="409" y="541"/>
                  </a:lnTo>
                  <a:lnTo>
                    <a:pt x="410" y="605"/>
                  </a:lnTo>
                  <a:lnTo>
                    <a:pt x="406" y="618"/>
                  </a:lnTo>
                  <a:lnTo>
                    <a:pt x="403" y="628"/>
                  </a:lnTo>
                  <a:lnTo>
                    <a:pt x="396" y="645"/>
                  </a:lnTo>
                  <a:lnTo>
                    <a:pt x="390" y="658"/>
                  </a:lnTo>
                  <a:lnTo>
                    <a:pt x="387" y="663"/>
                  </a:lnTo>
                  <a:lnTo>
                    <a:pt x="382" y="671"/>
                  </a:lnTo>
                  <a:lnTo>
                    <a:pt x="259" y="810"/>
                  </a:lnTo>
                  <a:lnTo>
                    <a:pt x="199" y="876"/>
                  </a:lnTo>
                  <a:lnTo>
                    <a:pt x="176" y="896"/>
                  </a:lnTo>
                  <a:lnTo>
                    <a:pt x="167" y="90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l978"/>
            <p:cNvSpPr/>
            <p:nvPr/>
          </p:nvSpPr>
          <p:spPr>
            <a:xfrm>
              <a:off x="4140819" y="5878645"/>
              <a:ext cx="364" cy="748"/>
            </a:xfrm>
            <a:custGeom>
              <a:avLst/>
              <a:pathLst>
                <a:path w="364" h="748">
                  <a:moveTo>
                    <a:pt x="126" y="738"/>
                  </a:moveTo>
                  <a:lnTo>
                    <a:pt x="40" y="748"/>
                  </a:lnTo>
                  <a:lnTo>
                    <a:pt x="12" y="728"/>
                  </a:lnTo>
                  <a:lnTo>
                    <a:pt x="0" y="705"/>
                  </a:lnTo>
                  <a:lnTo>
                    <a:pt x="100" y="88"/>
                  </a:lnTo>
                  <a:lnTo>
                    <a:pt x="142" y="26"/>
                  </a:lnTo>
                  <a:lnTo>
                    <a:pt x="168" y="1"/>
                  </a:lnTo>
                  <a:lnTo>
                    <a:pt x="230" y="0"/>
                  </a:lnTo>
                  <a:lnTo>
                    <a:pt x="259" y="11"/>
                  </a:lnTo>
                  <a:lnTo>
                    <a:pt x="295" y="51"/>
                  </a:lnTo>
                  <a:lnTo>
                    <a:pt x="342" y="133"/>
                  </a:lnTo>
                  <a:lnTo>
                    <a:pt x="364" y="274"/>
                  </a:lnTo>
                  <a:lnTo>
                    <a:pt x="341" y="436"/>
                  </a:lnTo>
                  <a:lnTo>
                    <a:pt x="240" y="654"/>
                  </a:lnTo>
                  <a:lnTo>
                    <a:pt x="173" y="710"/>
                  </a:lnTo>
                  <a:lnTo>
                    <a:pt x="126" y="73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l979"/>
            <p:cNvSpPr/>
            <p:nvPr/>
          </p:nvSpPr>
          <p:spPr>
            <a:xfrm>
              <a:off x="4127815" y="5877755"/>
              <a:ext cx="919" cy="1290"/>
            </a:xfrm>
            <a:custGeom>
              <a:avLst/>
              <a:pathLst>
                <a:path w="919" h="1290">
                  <a:moveTo>
                    <a:pt x="749" y="62"/>
                  </a:moveTo>
                  <a:lnTo>
                    <a:pt x="866" y="202"/>
                  </a:lnTo>
                  <a:lnTo>
                    <a:pt x="912" y="277"/>
                  </a:lnTo>
                  <a:lnTo>
                    <a:pt x="919" y="585"/>
                  </a:lnTo>
                  <a:lnTo>
                    <a:pt x="908" y="642"/>
                  </a:lnTo>
                  <a:lnTo>
                    <a:pt x="727" y="1103"/>
                  </a:lnTo>
                  <a:lnTo>
                    <a:pt x="496" y="1290"/>
                  </a:lnTo>
                  <a:lnTo>
                    <a:pt x="422" y="1178"/>
                  </a:lnTo>
                  <a:lnTo>
                    <a:pt x="501" y="1119"/>
                  </a:lnTo>
                  <a:lnTo>
                    <a:pt x="355" y="903"/>
                  </a:lnTo>
                  <a:lnTo>
                    <a:pt x="325" y="755"/>
                  </a:lnTo>
                  <a:lnTo>
                    <a:pt x="286" y="699"/>
                  </a:lnTo>
                  <a:lnTo>
                    <a:pt x="0" y="180"/>
                  </a:lnTo>
                  <a:lnTo>
                    <a:pt x="201" y="0"/>
                  </a:lnTo>
                  <a:lnTo>
                    <a:pt x="314" y="13"/>
                  </a:lnTo>
                  <a:lnTo>
                    <a:pt x="473" y="70"/>
                  </a:lnTo>
                  <a:lnTo>
                    <a:pt x="604" y="77"/>
                  </a:lnTo>
                  <a:lnTo>
                    <a:pt x="666" y="11"/>
                  </a:lnTo>
                  <a:lnTo>
                    <a:pt x="749" y="6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l980"/>
            <p:cNvSpPr/>
            <p:nvPr/>
          </p:nvSpPr>
          <p:spPr>
            <a:xfrm>
              <a:off x="4298102" y="5887320"/>
              <a:ext cx="1370" cy="882"/>
            </a:xfrm>
            <a:custGeom>
              <a:avLst/>
              <a:pathLst>
                <a:path w="1370" h="882">
                  <a:moveTo>
                    <a:pt x="750" y="375"/>
                  </a:moveTo>
                  <a:lnTo>
                    <a:pt x="805" y="414"/>
                  </a:lnTo>
                  <a:lnTo>
                    <a:pt x="1130" y="409"/>
                  </a:lnTo>
                  <a:lnTo>
                    <a:pt x="1304" y="410"/>
                  </a:lnTo>
                  <a:lnTo>
                    <a:pt x="1364" y="483"/>
                  </a:lnTo>
                  <a:lnTo>
                    <a:pt x="1370" y="601"/>
                  </a:lnTo>
                  <a:lnTo>
                    <a:pt x="1278" y="680"/>
                  </a:lnTo>
                  <a:lnTo>
                    <a:pt x="1084" y="704"/>
                  </a:lnTo>
                  <a:lnTo>
                    <a:pt x="769" y="735"/>
                  </a:lnTo>
                  <a:lnTo>
                    <a:pt x="612" y="741"/>
                  </a:lnTo>
                  <a:lnTo>
                    <a:pt x="408" y="809"/>
                  </a:lnTo>
                  <a:lnTo>
                    <a:pt x="304" y="870"/>
                  </a:lnTo>
                  <a:lnTo>
                    <a:pt x="199" y="882"/>
                  </a:lnTo>
                  <a:lnTo>
                    <a:pt x="69" y="788"/>
                  </a:lnTo>
                  <a:lnTo>
                    <a:pt x="13" y="600"/>
                  </a:lnTo>
                  <a:lnTo>
                    <a:pt x="0" y="413"/>
                  </a:lnTo>
                  <a:lnTo>
                    <a:pt x="39" y="248"/>
                  </a:lnTo>
                  <a:lnTo>
                    <a:pt x="130" y="151"/>
                  </a:lnTo>
                  <a:lnTo>
                    <a:pt x="331" y="79"/>
                  </a:lnTo>
                  <a:lnTo>
                    <a:pt x="564" y="32"/>
                  </a:lnTo>
                  <a:lnTo>
                    <a:pt x="712" y="0"/>
                  </a:lnTo>
                  <a:lnTo>
                    <a:pt x="774" y="46"/>
                  </a:lnTo>
                  <a:lnTo>
                    <a:pt x="781" y="113"/>
                  </a:lnTo>
                  <a:lnTo>
                    <a:pt x="756" y="280"/>
                  </a:lnTo>
                  <a:lnTo>
                    <a:pt x="750" y="37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l981"/>
            <p:cNvSpPr/>
            <p:nvPr/>
          </p:nvSpPr>
          <p:spPr>
            <a:xfrm>
              <a:off x="4127504" y="5877192"/>
              <a:ext cx="284" cy="605"/>
            </a:xfrm>
            <a:custGeom>
              <a:avLst/>
              <a:pathLst>
                <a:path w="284" h="605">
                  <a:moveTo>
                    <a:pt x="253" y="592"/>
                  </a:moveTo>
                  <a:lnTo>
                    <a:pt x="203" y="605"/>
                  </a:lnTo>
                  <a:lnTo>
                    <a:pt x="189" y="590"/>
                  </a:lnTo>
                  <a:lnTo>
                    <a:pt x="28" y="183"/>
                  </a:lnTo>
                  <a:lnTo>
                    <a:pt x="0" y="75"/>
                  </a:lnTo>
                  <a:lnTo>
                    <a:pt x="4" y="24"/>
                  </a:lnTo>
                  <a:lnTo>
                    <a:pt x="30" y="2"/>
                  </a:lnTo>
                  <a:lnTo>
                    <a:pt x="47" y="0"/>
                  </a:lnTo>
                  <a:lnTo>
                    <a:pt x="155" y="58"/>
                  </a:lnTo>
                  <a:lnTo>
                    <a:pt x="284" y="304"/>
                  </a:lnTo>
                  <a:lnTo>
                    <a:pt x="281" y="515"/>
                  </a:lnTo>
                  <a:lnTo>
                    <a:pt x="253" y="5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l982"/>
            <p:cNvSpPr/>
            <p:nvPr/>
          </p:nvSpPr>
          <p:spPr>
            <a:xfrm>
              <a:off x="4127309" y="5876202"/>
              <a:ext cx="1222" cy="1033"/>
            </a:xfrm>
            <a:custGeom>
              <a:avLst/>
              <a:pathLst>
                <a:path w="1222" h="1033">
                  <a:moveTo>
                    <a:pt x="1222" y="498"/>
                  </a:moveTo>
                  <a:lnTo>
                    <a:pt x="1146" y="792"/>
                  </a:lnTo>
                  <a:lnTo>
                    <a:pt x="1048" y="848"/>
                  </a:lnTo>
                  <a:lnTo>
                    <a:pt x="815" y="854"/>
                  </a:lnTo>
                  <a:lnTo>
                    <a:pt x="731" y="1033"/>
                  </a:lnTo>
                  <a:lnTo>
                    <a:pt x="630" y="980"/>
                  </a:lnTo>
                  <a:lnTo>
                    <a:pt x="547" y="795"/>
                  </a:lnTo>
                  <a:lnTo>
                    <a:pt x="443" y="737"/>
                  </a:lnTo>
                  <a:lnTo>
                    <a:pt x="416" y="738"/>
                  </a:lnTo>
                  <a:lnTo>
                    <a:pt x="343" y="681"/>
                  </a:lnTo>
                  <a:lnTo>
                    <a:pt x="0" y="241"/>
                  </a:lnTo>
                  <a:lnTo>
                    <a:pt x="8" y="207"/>
                  </a:lnTo>
                  <a:lnTo>
                    <a:pt x="87" y="121"/>
                  </a:lnTo>
                  <a:lnTo>
                    <a:pt x="308" y="15"/>
                  </a:lnTo>
                  <a:lnTo>
                    <a:pt x="418" y="0"/>
                  </a:lnTo>
                  <a:lnTo>
                    <a:pt x="470" y="5"/>
                  </a:lnTo>
                  <a:lnTo>
                    <a:pt x="782" y="88"/>
                  </a:lnTo>
                  <a:lnTo>
                    <a:pt x="842" y="113"/>
                  </a:lnTo>
                  <a:lnTo>
                    <a:pt x="1172" y="336"/>
                  </a:lnTo>
                  <a:lnTo>
                    <a:pt x="1222" y="49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l983"/>
            <p:cNvSpPr/>
            <p:nvPr/>
          </p:nvSpPr>
          <p:spPr>
            <a:xfrm>
              <a:off x="4127262" y="5875775"/>
              <a:ext cx="503" cy="555"/>
            </a:xfrm>
            <a:custGeom>
              <a:avLst/>
              <a:pathLst>
                <a:path w="503" h="555">
                  <a:moveTo>
                    <a:pt x="503" y="314"/>
                  </a:moveTo>
                  <a:lnTo>
                    <a:pt x="460" y="371"/>
                  </a:lnTo>
                  <a:lnTo>
                    <a:pt x="448" y="377"/>
                  </a:lnTo>
                  <a:lnTo>
                    <a:pt x="380" y="357"/>
                  </a:lnTo>
                  <a:lnTo>
                    <a:pt x="224" y="413"/>
                  </a:lnTo>
                  <a:lnTo>
                    <a:pt x="62" y="548"/>
                  </a:lnTo>
                  <a:lnTo>
                    <a:pt x="44" y="555"/>
                  </a:lnTo>
                  <a:lnTo>
                    <a:pt x="0" y="401"/>
                  </a:lnTo>
                  <a:lnTo>
                    <a:pt x="8" y="41"/>
                  </a:lnTo>
                  <a:lnTo>
                    <a:pt x="41" y="6"/>
                  </a:lnTo>
                  <a:lnTo>
                    <a:pt x="63" y="0"/>
                  </a:lnTo>
                  <a:lnTo>
                    <a:pt x="163" y="13"/>
                  </a:lnTo>
                  <a:lnTo>
                    <a:pt x="414" y="164"/>
                  </a:lnTo>
                  <a:lnTo>
                    <a:pt x="503" y="299"/>
                  </a:lnTo>
                  <a:lnTo>
                    <a:pt x="503" y="31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l984"/>
            <p:cNvSpPr/>
            <p:nvPr/>
          </p:nvSpPr>
          <p:spPr>
            <a:xfrm>
              <a:off x="4296415" y="5884521"/>
              <a:ext cx="305" cy="621"/>
            </a:xfrm>
            <a:custGeom>
              <a:avLst/>
              <a:pathLst>
                <a:path w="305" h="621">
                  <a:moveTo>
                    <a:pt x="113" y="621"/>
                  </a:moveTo>
                  <a:lnTo>
                    <a:pt x="36" y="616"/>
                  </a:lnTo>
                  <a:lnTo>
                    <a:pt x="0" y="563"/>
                  </a:lnTo>
                  <a:lnTo>
                    <a:pt x="125" y="0"/>
                  </a:lnTo>
                  <a:lnTo>
                    <a:pt x="239" y="107"/>
                  </a:lnTo>
                  <a:lnTo>
                    <a:pt x="263" y="154"/>
                  </a:lnTo>
                  <a:lnTo>
                    <a:pt x="305" y="422"/>
                  </a:lnTo>
                  <a:lnTo>
                    <a:pt x="265" y="568"/>
                  </a:lnTo>
                  <a:lnTo>
                    <a:pt x="124" y="617"/>
                  </a:lnTo>
                  <a:lnTo>
                    <a:pt x="113" y="6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l985"/>
            <p:cNvSpPr/>
            <p:nvPr/>
          </p:nvSpPr>
          <p:spPr>
            <a:xfrm>
              <a:off x="4327307" y="5886322"/>
              <a:ext cx="1144" cy="805"/>
            </a:xfrm>
            <a:custGeom>
              <a:avLst/>
              <a:pathLst>
                <a:path w="1144" h="805">
                  <a:moveTo>
                    <a:pt x="451" y="805"/>
                  </a:moveTo>
                  <a:lnTo>
                    <a:pt x="289" y="805"/>
                  </a:lnTo>
                  <a:lnTo>
                    <a:pt x="161" y="783"/>
                  </a:lnTo>
                  <a:lnTo>
                    <a:pt x="100" y="761"/>
                  </a:lnTo>
                  <a:lnTo>
                    <a:pt x="0" y="721"/>
                  </a:lnTo>
                  <a:lnTo>
                    <a:pt x="9" y="693"/>
                  </a:lnTo>
                  <a:lnTo>
                    <a:pt x="76" y="627"/>
                  </a:lnTo>
                  <a:lnTo>
                    <a:pt x="295" y="435"/>
                  </a:lnTo>
                  <a:lnTo>
                    <a:pt x="363" y="378"/>
                  </a:lnTo>
                  <a:lnTo>
                    <a:pt x="412" y="363"/>
                  </a:lnTo>
                  <a:lnTo>
                    <a:pt x="446" y="357"/>
                  </a:lnTo>
                  <a:lnTo>
                    <a:pt x="483" y="341"/>
                  </a:lnTo>
                  <a:lnTo>
                    <a:pt x="608" y="225"/>
                  </a:lnTo>
                  <a:lnTo>
                    <a:pt x="868" y="31"/>
                  </a:lnTo>
                  <a:lnTo>
                    <a:pt x="883" y="17"/>
                  </a:lnTo>
                  <a:lnTo>
                    <a:pt x="961" y="0"/>
                  </a:lnTo>
                  <a:lnTo>
                    <a:pt x="1141" y="24"/>
                  </a:lnTo>
                  <a:lnTo>
                    <a:pt x="1144" y="139"/>
                  </a:lnTo>
                  <a:lnTo>
                    <a:pt x="1097" y="336"/>
                  </a:lnTo>
                  <a:lnTo>
                    <a:pt x="1093" y="350"/>
                  </a:lnTo>
                  <a:lnTo>
                    <a:pt x="1073" y="401"/>
                  </a:lnTo>
                  <a:lnTo>
                    <a:pt x="1064" y="421"/>
                  </a:lnTo>
                  <a:lnTo>
                    <a:pt x="988" y="551"/>
                  </a:lnTo>
                  <a:lnTo>
                    <a:pt x="976" y="558"/>
                  </a:lnTo>
                  <a:lnTo>
                    <a:pt x="796" y="601"/>
                  </a:lnTo>
                  <a:lnTo>
                    <a:pt x="496" y="791"/>
                  </a:lnTo>
                  <a:lnTo>
                    <a:pt x="451" y="80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l986"/>
            <p:cNvSpPr/>
            <p:nvPr/>
          </p:nvSpPr>
          <p:spPr>
            <a:xfrm>
              <a:off x="4317197" y="5885264"/>
              <a:ext cx="1078" cy="658"/>
            </a:xfrm>
            <a:custGeom>
              <a:avLst/>
              <a:pathLst>
                <a:path w="1078" h="658">
                  <a:moveTo>
                    <a:pt x="938" y="360"/>
                  </a:moveTo>
                  <a:lnTo>
                    <a:pt x="607" y="568"/>
                  </a:lnTo>
                  <a:lnTo>
                    <a:pt x="566" y="593"/>
                  </a:lnTo>
                  <a:lnTo>
                    <a:pt x="339" y="658"/>
                  </a:lnTo>
                  <a:lnTo>
                    <a:pt x="321" y="647"/>
                  </a:lnTo>
                  <a:lnTo>
                    <a:pt x="312" y="608"/>
                  </a:lnTo>
                  <a:lnTo>
                    <a:pt x="325" y="518"/>
                  </a:lnTo>
                  <a:lnTo>
                    <a:pt x="86" y="452"/>
                  </a:lnTo>
                  <a:lnTo>
                    <a:pt x="8" y="478"/>
                  </a:lnTo>
                  <a:lnTo>
                    <a:pt x="0" y="470"/>
                  </a:lnTo>
                  <a:lnTo>
                    <a:pt x="0" y="323"/>
                  </a:lnTo>
                  <a:lnTo>
                    <a:pt x="11" y="291"/>
                  </a:lnTo>
                  <a:lnTo>
                    <a:pt x="35" y="248"/>
                  </a:lnTo>
                  <a:lnTo>
                    <a:pt x="218" y="96"/>
                  </a:lnTo>
                  <a:lnTo>
                    <a:pt x="516" y="2"/>
                  </a:lnTo>
                  <a:lnTo>
                    <a:pt x="839" y="0"/>
                  </a:lnTo>
                  <a:lnTo>
                    <a:pt x="856" y="4"/>
                  </a:lnTo>
                  <a:lnTo>
                    <a:pt x="953" y="42"/>
                  </a:lnTo>
                  <a:lnTo>
                    <a:pt x="1062" y="113"/>
                  </a:lnTo>
                  <a:lnTo>
                    <a:pt x="1078" y="127"/>
                  </a:lnTo>
                  <a:lnTo>
                    <a:pt x="1078" y="136"/>
                  </a:lnTo>
                  <a:lnTo>
                    <a:pt x="971" y="322"/>
                  </a:lnTo>
                  <a:lnTo>
                    <a:pt x="938" y="3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l987"/>
            <p:cNvSpPr/>
            <p:nvPr/>
          </p:nvSpPr>
          <p:spPr>
            <a:xfrm>
              <a:off x="4295296" y="5882803"/>
              <a:ext cx="579" cy="611"/>
            </a:xfrm>
            <a:custGeom>
              <a:avLst/>
              <a:pathLst>
                <a:path w="579" h="611">
                  <a:moveTo>
                    <a:pt x="118" y="593"/>
                  </a:moveTo>
                  <a:lnTo>
                    <a:pt x="57" y="611"/>
                  </a:lnTo>
                  <a:lnTo>
                    <a:pt x="42" y="610"/>
                  </a:lnTo>
                  <a:lnTo>
                    <a:pt x="30" y="598"/>
                  </a:lnTo>
                  <a:lnTo>
                    <a:pt x="0" y="243"/>
                  </a:lnTo>
                  <a:lnTo>
                    <a:pt x="12" y="194"/>
                  </a:lnTo>
                  <a:lnTo>
                    <a:pt x="47" y="162"/>
                  </a:lnTo>
                  <a:lnTo>
                    <a:pt x="309" y="25"/>
                  </a:lnTo>
                  <a:lnTo>
                    <a:pt x="360" y="0"/>
                  </a:lnTo>
                  <a:lnTo>
                    <a:pt x="466" y="2"/>
                  </a:lnTo>
                  <a:lnTo>
                    <a:pt x="488" y="11"/>
                  </a:lnTo>
                  <a:lnTo>
                    <a:pt x="572" y="121"/>
                  </a:lnTo>
                  <a:lnTo>
                    <a:pt x="579" y="183"/>
                  </a:lnTo>
                  <a:lnTo>
                    <a:pt x="568" y="216"/>
                  </a:lnTo>
                  <a:lnTo>
                    <a:pt x="415" y="410"/>
                  </a:lnTo>
                  <a:lnTo>
                    <a:pt x="293" y="543"/>
                  </a:lnTo>
                  <a:lnTo>
                    <a:pt x="247" y="566"/>
                  </a:lnTo>
                  <a:lnTo>
                    <a:pt x="134" y="581"/>
                  </a:lnTo>
                  <a:lnTo>
                    <a:pt x="118" y="59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l988"/>
            <p:cNvSpPr/>
            <p:nvPr/>
          </p:nvSpPr>
          <p:spPr>
            <a:xfrm>
              <a:off x="4320597" y="5884846"/>
              <a:ext cx="892" cy="629"/>
            </a:xfrm>
            <a:custGeom>
              <a:avLst/>
              <a:pathLst>
                <a:path w="892" h="629">
                  <a:moveTo>
                    <a:pt x="654" y="0"/>
                  </a:moveTo>
                  <a:lnTo>
                    <a:pt x="860" y="137"/>
                  </a:lnTo>
                  <a:lnTo>
                    <a:pt x="888" y="171"/>
                  </a:lnTo>
                  <a:lnTo>
                    <a:pt x="892" y="199"/>
                  </a:lnTo>
                  <a:lnTo>
                    <a:pt x="869" y="215"/>
                  </a:lnTo>
                  <a:lnTo>
                    <a:pt x="834" y="215"/>
                  </a:lnTo>
                  <a:lnTo>
                    <a:pt x="747" y="175"/>
                  </a:lnTo>
                  <a:lnTo>
                    <a:pt x="706" y="154"/>
                  </a:lnTo>
                  <a:lnTo>
                    <a:pt x="668" y="129"/>
                  </a:lnTo>
                  <a:lnTo>
                    <a:pt x="609" y="104"/>
                  </a:lnTo>
                  <a:lnTo>
                    <a:pt x="540" y="127"/>
                  </a:lnTo>
                  <a:lnTo>
                    <a:pt x="486" y="164"/>
                  </a:lnTo>
                  <a:lnTo>
                    <a:pt x="447" y="192"/>
                  </a:lnTo>
                  <a:lnTo>
                    <a:pt x="355" y="318"/>
                  </a:lnTo>
                  <a:lnTo>
                    <a:pt x="352" y="341"/>
                  </a:lnTo>
                  <a:lnTo>
                    <a:pt x="362" y="368"/>
                  </a:lnTo>
                  <a:lnTo>
                    <a:pt x="419" y="451"/>
                  </a:lnTo>
                  <a:lnTo>
                    <a:pt x="438" y="511"/>
                  </a:lnTo>
                  <a:lnTo>
                    <a:pt x="424" y="568"/>
                  </a:lnTo>
                  <a:lnTo>
                    <a:pt x="352" y="614"/>
                  </a:lnTo>
                  <a:lnTo>
                    <a:pt x="323" y="629"/>
                  </a:lnTo>
                  <a:lnTo>
                    <a:pt x="293" y="614"/>
                  </a:lnTo>
                  <a:lnTo>
                    <a:pt x="101" y="507"/>
                  </a:lnTo>
                  <a:lnTo>
                    <a:pt x="0" y="432"/>
                  </a:lnTo>
                  <a:lnTo>
                    <a:pt x="3" y="399"/>
                  </a:lnTo>
                  <a:lnTo>
                    <a:pt x="115" y="110"/>
                  </a:lnTo>
                  <a:lnTo>
                    <a:pt x="131" y="72"/>
                  </a:lnTo>
                  <a:lnTo>
                    <a:pt x="464" y="3"/>
                  </a:lnTo>
                  <a:lnTo>
                    <a:pt x="644" y="3"/>
                  </a:lnTo>
                  <a:lnTo>
                    <a:pt x="654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l989"/>
            <p:cNvSpPr/>
            <p:nvPr/>
          </p:nvSpPr>
          <p:spPr>
            <a:xfrm>
              <a:off x="4280743" y="5881814"/>
              <a:ext cx="10130" cy="5855"/>
            </a:xfrm>
            <a:custGeom>
              <a:avLst/>
              <a:pathLst>
                <a:path w="10130" h="5855">
                  <a:moveTo>
                    <a:pt x="5879" y="625"/>
                  </a:moveTo>
                  <a:lnTo>
                    <a:pt x="5930" y="743"/>
                  </a:lnTo>
                  <a:lnTo>
                    <a:pt x="6327" y="1149"/>
                  </a:lnTo>
                  <a:lnTo>
                    <a:pt x="6581" y="980"/>
                  </a:lnTo>
                  <a:lnTo>
                    <a:pt x="6700" y="906"/>
                  </a:lnTo>
                  <a:lnTo>
                    <a:pt x="6799" y="876"/>
                  </a:lnTo>
                  <a:lnTo>
                    <a:pt x="6825" y="876"/>
                  </a:lnTo>
                  <a:lnTo>
                    <a:pt x="6842" y="921"/>
                  </a:lnTo>
                  <a:lnTo>
                    <a:pt x="6870" y="962"/>
                  </a:lnTo>
                  <a:lnTo>
                    <a:pt x="6992" y="1052"/>
                  </a:lnTo>
                  <a:lnTo>
                    <a:pt x="7024" y="1055"/>
                  </a:lnTo>
                  <a:lnTo>
                    <a:pt x="7100" y="954"/>
                  </a:lnTo>
                  <a:lnTo>
                    <a:pt x="7175" y="799"/>
                  </a:lnTo>
                  <a:lnTo>
                    <a:pt x="7167" y="731"/>
                  </a:lnTo>
                  <a:lnTo>
                    <a:pt x="7120" y="584"/>
                  </a:lnTo>
                  <a:lnTo>
                    <a:pt x="7124" y="559"/>
                  </a:lnTo>
                  <a:lnTo>
                    <a:pt x="7147" y="519"/>
                  </a:lnTo>
                  <a:lnTo>
                    <a:pt x="7184" y="485"/>
                  </a:lnTo>
                  <a:lnTo>
                    <a:pt x="7256" y="424"/>
                  </a:lnTo>
                  <a:lnTo>
                    <a:pt x="7280" y="417"/>
                  </a:lnTo>
                  <a:lnTo>
                    <a:pt x="7291" y="422"/>
                  </a:lnTo>
                  <a:lnTo>
                    <a:pt x="7433" y="577"/>
                  </a:lnTo>
                  <a:lnTo>
                    <a:pt x="7500" y="700"/>
                  </a:lnTo>
                  <a:lnTo>
                    <a:pt x="7472" y="870"/>
                  </a:lnTo>
                  <a:lnTo>
                    <a:pt x="7668" y="1089"/>
                  </a:lnTo>
                  <a:lnTo>
                    <a:pt x="7764" y="1148"/>
                  </a:lnTo>
                  <a:lnTo>
                    <a:pt x="7893" y="1149"/>
                  </a:lnTo>
                  <a:lnTo>
                    <a:pt x="8040" y="1125"/>
                  </a:lnTo>
                  <a:lnTo>
                    <a:pt x="8051" y="1027"/>
                  </a:lnTo>
                  <a:lnTo>
                    <a:pt x="8044" y="995"/>
                  </a:lnTo>
                  <a:lnTo>
                    <a:pt x="8095" y="826"/>
                  </a:lnTo>
                  <a:lnTo>
                    <a:pt x="8119" y="791"/>
                  </a:lnTo>
                  <a:lnTo>
                    <a:pt x="8439" y="538"/>
                  </a:lnTo>
                  <a:lnTo>
                    <a:pt x="8683" y="483"/>
                  </a:lnTo>
                  <a:lnTo>
                    <a:pt x="8702" y="486"/>
                  </a:lnTo>
                  <a:lnTo>
                    <a:pt x="8896" y="578"/>
                  </a:lnTo>
                  <a:lnTo>
                    <a:pt x="9314" y="898"/>
                  </a:lnTo>
                  <a:lnTo>
                    <a:pt x="9446" y="1046"/>
                  </a:lnTo>
                  <a:lnTo>
                    <a:pt x="9480" y="1045"/>
                  </a:lnTo>
                  <a:lnTo>
                    <a:pt x="9684" y="981"/>
                  </a:lnTo>
                  <a:lnTo>
                    <a:pt x="10014" y="1126"/>
                  </a:lnTo>
                  <a:lnTo>
                    <a:pt x="10044" y="1187"/>
                  </a:lnTo>
                  <a:lnTo>
                    <a:pt x="10130" y="1571"/>
                  </a:lnTo>
                  <a:lnTo>
                    <a:pt x="10102" y="1695"/>
                  </a:lnTo>
                  <a:lnTo>
                    <a:pt x="10075" y="1732"/>
                  </a:lnTo>
                  <a:lnTo>
                    <a:pt x="9878" y="1918"/>
                  </a:lnTo>
                  <a:lnTo>
                    <a:pt x="9865" y="1922"/>
                  </a:lnTo>
                  <a:lnTo>
                    <a:pt x="9818" y="1910"/>
                  </a:lnTo>
                  <a:lnTo>
                    <a:pt x="9799" y="1913"/>
                  </a:lnTo>
                  <a:lnTo>
                    <a:pt x="9712" y="2033"/>
                  </a:lnTo>
                  <a:lnTo>
                    <a:pt x="9593" y="2373"/>
                  </a:lnTo>
                  <a:lnTo>
                    <a:pt x="9436" y="2436"/>
                  </a:lnTo>
                  <a:lnTo>
                    <a:pt x="9300" y="2423"/>
                  </a:lnTo>
                  <a:lnTo>
                    <a:pt x="9297" y="2394"/>
                  </a:lnTo>
                  <a:lnTo>
                    <a:pt x="9208" y="2314"/>
                  </a:lnTo>
                  <a:lnTo>
                    <a:pt x="9134" y="2293"/>
                  </a:lnTo>
                  <a:lnTo>
                    <a:pt x="9043" y="2280"/>
                  </a:lnTo>
                  <a:lnTo>
                    <a:pt x="8894" y="2304"/>
                  </a:lnTo>
                  <a:lnTo>
                    <a:pt x="8780" y="2343"/>
                  </a:lnTo>
                  <a:lnTo>
                    <a:pt x="8405" y="2535"/>
                  </a:lnTo>
                  <a:lnTo>
                    <a:pt x="8008" y="2769"/>
                  </a:lnTo>
                  <a:lnTo>
                    <a:pt x="7940" y="2812"/>
                  </a:lnTo>
                  <a:lnTo>
                    <a:pt x="7631" y="3019"/>
                  </a:lnTo>
                  <a:lnTo>
                    <a:pt x="7599" y="3052"/>
                  </a:lnTo>
                  <a:lnTo>
                    <a:pt x="7556" y="3142"/>
                  </a:lnTo>
                  <a:lnTo>
                    <a:pt x="7547" y="3183"/>
                  </a:lnTo>
                  <a:lnTo>
                    <a:pt x="7241" y="3270"/>
                  </a:lnTo>
                  <a:lnTo>
                    <a:pt x="7221" y="3243"/>
                  </a:lnTo>
                  <a:lnTo>
                    <a:pt x="7212" y="3165"/>
                  </a:lnTo>
                  <a:lnTo>
                    <a:pt x="7229" y="3093"/>
                  </a:lnTo>
                  <a:lnTo>
                    <a:pt x="7226" y="3079"/>
                  </a:lnTo>
                  <a:lnTo>
                    <a:pt x="7175" y="3051"/>
                  </a:lnTo>
                  <a:lnTo>
                    <a:pt x="7104" y="3038"/>
                  </a:lnTo>
                  <a:lnTo>
                    <a:pt x="6957" y="3054"/>
                  </a:lnTo>
                  <a:lnTo>
                    <a:pt x="6840" y="3093"/>
                  </a:lnTo>
                  <a:lnTo>
                    <a:pt x="6726" y="3149"/>
                  </a:lnTo>
                  <a:lnTo>
                    <a:pt x="6706" y="3179"/>
                  </a:lnTo>
                  <a:lnTo>
                    <a:pt x="6701" y="3202"/>
                  </a:lnTo>
                  <a:lnTo>
                    <a:pt x="6702" y="3215"/>
                  </a:lnTo>
                  <a:lnTo>
                    <a:pt x="6726" y="3250"/>
                  </a:lnTo>
                  <a:lnTo>
                    <a:pt x="6722" y="3289"/>
                  </a:lnTo>
                  <a:lnTo>
                    <a:pt x="6640" y="3235"/>
                  </a:lnTo>
                  <a:lnTo>
                    <a:pt x="6595" y="3139"/>
                  </a:lnTo>
                  <a:lnTo>
                    <a:pt x="6563" y="3004"/>
                  </a:lnTo>
                  <a:lnTo>
                    <a:pt x="6596" y="2902"/>
                  </a:lnTo>
                  <a:lnTo>
                    <a:pt x="6593" y="2876"/>
                  </a:lnTo>
                  <a:lnTo>
                    <a:pt x="6574" y="2855"/>
                  </a:lnTo>
                  <a:lnTo>
                    <a:pt x="6494" y="2815"/>
                  </a:lnTo>
                  <a:lnTo>
                    <a:pt x="6422" y="2798"/>
                  </a:lnTo>
                  <a:lnTo>
                    <a:pt x="6149" y="2840"/>
                  </a:lnTo>
                  <a:lnTo>
                    <a:pt x="6127" y="2850"/>
                  </a:lnTo>
                  <a:lnTo>
                    <a:pt x="6086" y="2870"/>
                  </a:lnTo>
                  <a:lnTo>
                    <a:pt x="6047" y="2897"/>
                  </a:lnTo>
                  <a:lnTo>
                    <a:pt x="5789" y="3076"/>
                  </a:lnTo>
                  <a:lnTo>
                    <a:pt x="5760" y="3106"/>
                  </a:lnTo>
                  <a:lnTo>
                    <a:pt x="5747" y="3121"/>
                  </a:lnTo>
                  <a:lnTo>
                    <a:pt x="5739" y="3130"/>
                  </a:lnTo>
                  <a:lnTo>
                    <a:pt x="5717" y="3141"/>
                  </a:lnTo>
                  <a:lnTo>
                    <a:pt x="5708" y="3143"/>
                  </a:lnTo>
                  <a:lnTo>
                    <a:pt x="5696" y="3143"/>
                  </a:lnTo>
                  <a:lnTo>
                    <a:pt x="5687" y="3138"/>
                  </a:lnTo>
                  <a:lnTo>
                    <a:pt x="5679" y="3131"/>
                  </a:lnTo>
                  <a:lnTo>
                    <a:pt x="5660" y="3110"/>
                  </a:lnTo>
                  <a:lnTo>
                    <a:pt x="5644" y="3090"/>
                  </a:lnTo>
                  <a:lnTo>
                    <a:pt x="5639" y="3080"/>
                  </a:lnTo>
                  <a:lnTo>
                    <a:pt x="5636" y="3065"/>
                  </a:lnTo>
                  <a:lnTo>
                    <a:pt x="5624" y="3062"/>
                  </a:lnTo>
                  <a:lnTo>
                    <a:pt x="5590" y="3058"/>
                  </a:lnTo>
                  <a:lnTo>
                    <a:pt x="5578" y="3059"/>
                  </a:lnTo>
                  <a:lnTo>
                    <a:pt x="5557" y="3056"/>
                  </a:lnTo>
                  <a:lnTo>
                    <a:pt x="5533" y="3058"/>
                  </a:lnTo>
                  <a:lnTo>
                    <a:pt x="5507" y="3066"/>
                  </a:lnTo>
                  <a:lnTo>
                    <a:pt x="5499" y="3069"/>
                  </a:lnTo>
                  <a:lnTo>
                    <a:pt x="5499" y="3076"/>
                  </a:lnTo>
                  <a:lnTo>
                    <a:pt x="5503" y="3088"/>
                  </a:lnTo>
                  <a:lnTo>
                    <a:pt x="5505" y="3092"/>
                  </a:lnTo>
                  <a:lnTo>
                    <a:pt x="5506" y="3099"/>
                  </a:lnTo>
                  <a:lnTo>
                    <a:pt x="5506" y="3108"/>
                  </a:lnTo>
                  <a:lnTo>
                    <a:pt x="5499" y="3111"/>
                  </a:lnTo>
                  <a:lnTo>
                    <a:pt x="5492" y="3112"/>
                  </a:lnTo>
                  <a:lnTo>
                    <a:pt x="5463" y="3115"/>
                  </a:lnTo>
                  <a:lnTo>
                    <a:pt x="5432" y="3120"/>
                  </a:lnTo>
                  <a:lnTo>
                    <a:pt x="5347" y="3137"/>
                  </a:lnTo>
                  <a:lnTo>
                    <a:pt x="5314" y="3147"/>
                  </a:lnTo>
                  <a:lnTo>
                    <a:pt x="5303" y="3150"/>
                  </a:lnTo>
                  <a:lnTo>
                    <a:pt x="5268" y="3165"/>
                  </a:lnTo>
                  <a:lnTo>
                    <a:pt x="5173" y="3207"/>
                  </a:lnTo>
                  <a:lnTo>
                    <a:pt x="5135" y="3225"/>
                  </a:lnTo>
                  <a:lnTo>
                    <a:pt x="5114" y="3236"/>
                  </a:lnTo>
                  <a:lnTo>
                    <a:pt x="4821" y="3426"/>
                  </a:lnTo>
                  <a:lnTo>
                    <a:pt x="4410" y="3731"/>
                  </a:lnTo>
                  <a:lnTo>
                    <a:pt x="4334" y="3802"/>
                  </a:lnTo>
                  <a:lnTo>
                    <a:pt x="4091" y="4076"/>
                  </a:lnTo>
                  <a:lnTo>
                    <a:pt x="3845" y="4279"/>
                  </a:lnTo>
                  <a:lnTo>
                    <a:pt x="3547" y="4540"/>
                  </a:lnTo>
                  <a:lnTo>
                    <a:pt x="3232" y="4832"/>
                  </a:lnTo>
                  <a:lnTo>
                    <a:pt x="3125" y="4917"/>
                  </a:lnTo>
                  <a:lnTo>
                    <a:pt x="2949" y="5072"/>
                  </a:lnTo>
                  <a:lnTo>
                    <a:pt x="2756" y="5254"/>
                  </a:lnTo>
                  <a:lnTo>
                    <a:pt x="2748" y="5265"/>
                  </a:lnTo>
                  <a:lnTo>
                    <a:pt x="2726" y="5389"/>
                  </a:lnTo>
                  <a:lnTo>
                    <a:pt x="2703" y="5447"/>
                  </a:lnTo>
                  <a:lnTo>
                    <a:pt x="2633" y="5542"/>
                  </a:lnTo>
                  <a:lnTo>
                    <a:pt x="2603" y="5559"/>
                  </a:lnTo>
                  <a:lnTo>
                    <a:pt x="2551" y="5551"/>
                  </a:lnTo>
                  <a:lnTo>
                    <a:pt x="2322" y="5476"/>
                  </a:lnTo>
                  <a:lnTo>
                    <a:pt x="2311" y="5472"/>
                  </a:lnTo>
                  <a:lnTo>
                    <a:pt x="2266" y="5426"/>
                  </a:lnTo>
                  <a:lnTo>
                    <a:pt x="2253" y="5390"/>
                  </a:lnTo>
                  <a:lnTo>
                    <a:pt x="2270" y="5333"/>
                  </a:lnTo>
                  <a:lnTo>
                    <a:pt x="2316" y="5280"/>
                  </a:lnTo>
                  <a:lnTo>
                    <a:pt x="2320" y="5229"/>
                  </a:lnTo>
                  <a:lnTo>
                    <a:pt x="2311" y="5202"/>
                  </a:lnTo>
                  <a:lnTo>
                    <a:pt x="2243" y="5084"/>
                  </a:lnTo>
                  <a:lnTo>
                    <a:pt x="2203" y="5049"/>
                  </a:lnTo>
                  <a:lnTo>
                    <a:pt x="2107" y="5026"/>
                  </a:lnTo>
                  <a:lnTo>
                    <a:pt x="2062" y="5025"/>
                  </a:lnTo>
                  <a:lnTo>
                    <a:pt x="1801" y="5072"/>
                  </a:lnTo>
                  <a:lnTo>
                    <a:pt x="1605" y="5133"/>
                  </a:lnTo>
                  <a:lnTo>
                    <a:pt x="1575" y="5148"/>
                  </a:lnTo>
                  <a:lnTo>
                    <a:pt x="1266" y="5333"/>
                  </a:lnTo>
                  <a:lnTo>
                    <a:pt x="1256" y="5379"/>
                  </a:lnTo>
                  <a:lnTo>
                    <a:pt x="1182" y="5455"/>
                  </a:lnTo>
                  <a:lnTo>
                    <a:pt x="924" y="5574"/>
                  </a:lnTo>
                  <a:lnTo>
                    <a:pt x="843" y="5517"/>
                  </a:lnTo>
                  <a:lnTo>
                    <a:pt x="834" y="5496"/>
                  </a:lnTo>
                  <a:lnTo>
                    <a:pt x="813" y="5479"/>
                  </a:lnTo>
                  <a:lnTo>
                    <a:pt x="771" y="5466"/>
                  </a:lnTo>
                  <a:lnTo>
                    <a:pt x="607" y="5467"/>
                  </a:lnTo>
                  <a:lnTo>
                    <a:pt x="595" y="5476"/>
                  </a:lnTo>
                  <a:lnTo>
                    <a:pt x="547" y="5615"/>
                  </a:lnTo>
                  <a:lnTo>
                    <a:pt x="485" y="5701"/>
                  </a:lnTo>
                  <a:lnTo>
                    <a:pt x="111" y="5855"/>
                  </a:lnTo>
                  <a:lnTo>
                    <a:pt x="25" y="5771"/>
                  </a:lnTo>
                  <a:lnTo>
                    <a:pt x="0" y="5678"/>
                  </a:lnTo>
                  <a:lnTo>
                    <a:pt x="81" y="5620"/>
                  </a:lnTo>
                  <a:lnTo>
                    <a:pt x="134" y="5598"/>
                  </a:lnTo>
                  <a:lnTo>
                    <a:pt x="175" y="5534"/>
                  </a:lnTo>
                  <a:lnTo>
                    <a:pt x="147" y="5343"/>
                  </a:lnTo>
                  <a:lnTo>
                    <a:pt x="157" y="5127"/>
                  </a:lnTo>
                  <a:lnTo>
                    <a:pt x="179" y="5039"/>
                  </a:lnTo>
                  <a:lnTo>
                    <a:pt x="224" y="5037"/>
                  </a:lnTo>
                  <a:lnTo>
                    <a:pt x="276" y="5061"/>
                  </a:lnTo>
                  <a:lnTo>
                    <a:pt x="301" y="5093"/>
                  </a:lnTo>
                  <a:lnTo>
                    <a:pt x="384" y="5121"/>
                  </a:lnTo>
                  <a:lnTo>
                    <a:pt x="491" y="5152"/>
                  </a:lnTo>
                  <a:lnTo>
                    <a:pt x="560" y="5118"/>
                  </a:lnTo>
                  <a:lnTo>
                    <a:pt x="601" y="5082"/>
                  </a:lnTo>
                  <a:lnTo>
                    <a:pt x="613" y="5046"/>
                  </a:lnTo>
                  <a:lnTo>
                    <a:pt x="552" y="4966"/>
                  </a:lnTo>
                  <a:lnTo>
                    <a:pt x="562" y="4895"/>
                  </a:lnTo>
                  <a:lnTo>
                    <a:pt x="583" y="4850"/>
                  </a:lnTo>
                  <a:lnTo>
                    <a:pt x="658" y="4759"/>
                  </a:lnTo>
                  <a:lnTo>
                    <a:pt x="755" y="4786"/>
                  </a:lnTo>
                  <a:lnTo>
                    <a:pt x="821" y="4816"/>
                  </a:lnTo>
                  <a:lnTo>
                    <a:pt x="888" y="4870"/>
                  </a:lnTo>
                  <a:lnTo>
                    <a:pt x="1085" y="4777"/>
                  </a:lnTo>
                  <a:lnTo>
                    <a:pt x="1187" y="4489"/>
                  </a:lnTo>
                  <a:lnTo>
                    <a:pt x="1184" y="4454"/>
                  </a:lnTo>
                  <a:lnTo>
                    <a:pt x="1108" y="4282"/>
                  </a:lnTo>
                  <a:lnTo>
                    <a:pt x="1077" y="4240"/>
                  </a:lnTo>
                  <a:lnTo>
                    <a:pt x="908" y="4132"/>
                  </a:lnTo>
                  <a:lnTo>
                    <a:pt x="832" y="4101"/>
                  </a:lnTo>
                  <a:lnTo>
                    <a:pt x="933" y="4018"/>
                  </a:lnTo>
                  <a:lnTo>
                    <a:pt x="972" y="3996"/>
                  </a:lnTo>
                  <a:lnTo>
                    <a:pt x="1016" y="3919"/>
                  </a:lnTo>
                  <a:lnTo>
                    <a:pt x="1055" y="3766"/>
                  </a:lnTo>
                  <a:lnTo>
                    <a:pt x="1141" y="3666"/>
                  </a:lnTo>
                  <a:lnTo>
                    <a:pt x="1281" y="3552"/>
                  </a:lnTo>
                  <a:lnTo>
                    <a:pt x="1481" y="3432"/>
                  </a:lnTo>
                  <a:lnTo>
                    <a:pt x="1802" y="3443"/>
                  </a:lnTo>
                  <a:lnTo>
                    <a:pt x="1968" y="3214"/>
                  </a:lnTo>
                  <a:lnTo>
                    <a:pt x="2253" y="2949"/>
                  </a:lnTo>
                  <a:lnTo>
                    <a:pt x="2352" y="2646"/>
                  </a:lnTo>
                  <a:lnTo>
                    <a:pt x="2378" y="2496"/>
                  </a:lnTo>
                  <a:lnTo>
                    <a:pt x="2372" y="2424"/>
                  </a:lnTo>
                  <a:lnTo>
                    <a:pt x="2368" y="2409"/>
                  </a:lnTo>
                  <a:lnTo>
                    <a:pt x="2277" y="2054"/>
                  </a:lnTo>
                  <a:lnTo>
                    <a:pt x="2266" y="2022"/>
                  </a:lnTo>
                  <a:lnTo>
                    <a:pt x="2037" y="1590"/>
                  </a:lnTo>
                  <a:lnTo>
                    <a:pt x="2013" y="1566"/>
                  </a:lnTo>
                  <a:lnTo>
                    <a:pt x="1829" y="1459"/>
                  </a:lnTo>
                  <a:lnTo>
                    <a:pt x="1680" y="1512"/>
                  </a:lnTo>
                  <a:lnTo>
                    <a:pt x="1384" y="1435"/>
                  </a:lnTo>
                  <a:lnTo>
                    <a:pt x="1335" y="1410"/>
                  </a:lnTo>
                  <a:lnTo>
                    <a:pt x="1320" y="1378"/>
                  </a:lnTo>
                  <a:lnTo>
                    <a:pt x="1350" y="1258"/>
                  </a:lnTo>
                  <a:lnTo>
                    <a:pt x="1367" y="1223"/>
                  </a:lnTo>
                  <a:lnTo>
                    <a:pt x="1599" y="798"/>
                  </a:lnTo>
                  <a:lnTo>
                    <a:pt x="1981" y="448"/>
                  </a:lnTo>
                  <a:lnTo>
                    <a:pt x="2001" y="439"/>
                  </a:lnTo>
                  <a:lnTo>
                    <a:pt x="2041" y="443"/>
                  </a:lnTo>
                  <a:lnTo>
                    <a:pt x="2094" y="476"/>
                  </a:lnTo>
                  <a:lnTo>
                    <a:pt x="2127" y="584"/>
                  </a:lnTo>
                  <a:lnTo>
                    <a:pt x="2214" y="736"/>
                  </a:lnTo>
                  <a:lnTo>
                    <a:pt x="2254" y="731"/>
                  </a:lnTo>
                  <a:lnTo>
                    <a:pt x="2352" y="740"/>
                  </a:lnTo>
                  <a:lnTo>
                    <a:pt x="2394" y="755"/>
                  </a:lnTo>
                  <a:lnTo>
                    <a:pt x="2736" y="879"/>
                  </a:lnTo>
                  <a:lnTo>
                    <a:pt x="3098" y="1089"/>
                  </a:lnTo>
                  <a:lnTo>
                    <a:pt x="3321" y="1219"/>
                  </a:lnTo>
                  <a:lnTo>
                    <a:pt x="3482" y="1218"/>
                  </a:lnTo>
                  <a:lnTo>
                    <a:pt x="3554" y="1127"/>
                  </a:lnTo>
                  <a:lnTo>
                    <a:pt x="3526" y="1081"/>
                  </a:lnTo>
                  <a:lnTo>
                    <a:pt x="3538" y="1042"/>
                  </a:lnTo>
                  <a:lnTo>
                    <a:pt x="3564" y="1023"/>
                  </a:lnTo>
                  <a:lnTo>
                    <a:pt x="3625" y="992"/>
                  </a:lnTo>
                  <a:lnTo>
                    <a:pt x="3685" y="999"/>
                  </a:lnTo>
                  <a:lnTo>
                    <a:pt x="3962" y="1067"/>
                  </a:lnTo>
                  <a:lnTo>
                    <a:pt x="4099" y="1112"/>
                  </a:lnTo>
                  <a:lnTo>
                    <a:pt x="4260" y="972"/>
                  </a:lnTo>
                  <a:lnTo>
                    <a:pt x="4544" y="610"/>
                  </a:lnTo>
                  <a:lnTo>
                    <a:pt x="4500" y="505"/>
                  </a:lnTo>
                  <a:lnTo>
                    <a:pt x="4461" y="432"/>
                  </a:lnTo>
                  <a:lnTo>
                    <a:pt x="4465" y="406"/>
                  </a:lnTo>
                  <a:lnTo>
                    <a:pt x="4707" y="320"/>
                  </a:lnTo>
                  <a:lnTo>
                    <a:pt x="4739" y="323"/>
                  </a:lnTo>
                  <a:lnTo>
                    <a:pt x="4756" y="347"/>
                  </a:lnTo>
                  <a:lnTo>
                    <a:pt x="4841" y="553"/>
                  </a:lnTo>
                  <a:lnTo>
                    <a:pt x="5104" y="368"/>
                  </a:lnTo>
                  <a:lnTo>
                    <a:pt x="5239" y="240"/>
                  </a:lnTo>
                  <a:lnTo>
                    <a:pt x="5340" y="119"/>
                  </a:lnTo>
                  <a:lnTo>
                    <a:pt x="5350" y="36"/>
                  </a:lnTo>
                  <a:lnTo>
                    <a:pt x="5447" y="1"/>
                  </a:lnTo>
                  <a:lnTo>
                    <a:pt x="5500" y="0"/>
                  </a:lnTo>
                  <a:lnTo>
                    <a:pt x="5559" y="11"/>
                  </a:lnTo>
                  <a:lnTo>
                    <a:pt x="5702" y="59"/>
                  </a:lnTo>
                  <a:lnTo>
                    <a:pt x="5910" y="140"/>
                  </a:lnTo>
                  <a:lnTo>
                    <a:pt x="5949" y="184"/>
                  </a:lnTo>
                  <a:lnTo>
                    <a:pt x="5963" y="222"/>
                  </a:lnTo>
                  <a:lnTo>
                    <a:pt x="5939" y="414"/>
                  </a:lnTo>
                  <a:lnTo>
                    <a:pt x="5920" y="553"/>
                  </a:lnTo>
                  <a:lnTo>
                    <a:pt x="5880" y="586"/>
                  </a:lnTo>
                  <a:lnTo>
                    <a:pt x="5879" y="62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l990"/>
            <p:cNvSpPr/>
            <p:nvPr/>
          </p:nvSpPr>
          <p:spPr>
            <a:xfrm>
              <a:off x="4321203" y="5884282"/>
              <a:ext cx="398" cy="337"/>
            </a:xfrm>
            <a:custGeom>
              <a:avLst/>
              <a:pathLst>
                <a:path w="398" h="337">
                  <a:moveTo>
                    <a:pt x="397" y="278"/>
                  </a:moveTo>
                  <a:lnTo>
                    <a:pt x="398" y="287"/>
                  </a:lnTo>
                  <a:lnTo>
                    <a:pt x="393" y="293"/>
                  </a:lnTo>
                  <a:lnTo>
                    <a:pt x="389" y="298"/>
                  </a:lnTo>
                  <a:lnTo>
                    <a:pt x="364" y="302"/>
                  </a:lnTo>
                  <a:lnTo>
                    <a:pt x="337" y="305"/>
                  </a:lnTo>
                  <a:lnTo>
                    <a:pt x="328" y="303"/>
                  </a:lnTo>
                  <a:lnTo>
                    <a:pt x="303" y="298"/>
                  </a:lnTo>
                  <a:lnTo>
                    <a:pt x="285" y="283"/>
                  </a:lnTo>
                  <a:lnTo>
                    <a:pt x="251" y="274"/>
                  </a:lnTo>
                  <a:lnTo>
                    <a:pt x="208" y="277"/>
                  </a:lnTo>
                  <a:lnTo>
                    <a:pt x="169" y="286"/>
                  </a:lnTo>
                  <a:lnTo>
                    <a:pt x="147" y="301"/>
                  </a:lnTo>
                  <a:lnTo>
                    <a:pt x="112" y="337"/>
                  </a:lnTo>
                  <a:lnTo>
                    <a:pt x="106" y="337"/>
                  </a:lnTo>
                  <a:lnTo>
                    <a:pt x="85" y="335"/>
                  </a:lnTo>
                  <a:lnTo>
                    <a:pt x="48" y="310"/>
                  </a:lnTo>
                  <a:lnTo>
                    <a:pt x="0" y="166"/>
                  </a:lnTo>
                  <a:lnTo>
                    <a:pt x="0" y="141"/>
                  </a:lnTo>
                  <a:lnTo>
                    <a:pt x="68" y="74"/>
                  </a:lnTo>
                  <a:lnTo>
                    <a:pt x="181" y="1"/>
                  </a:lnTo>
                  <a:lnTo>
                    <a:pt x="223" y="0"/>
                  </a:lnTo>
                  <a:lnTo>
                    <a:pt x="330" y="22"/>
                  </a:lnTo>
                  <a:lnTo>
                    <a:pt x="331" y="41"/>
                  </a:lnTo>
                  <a:lnTo>
                    <a:pt x="333" y="67"/>
                  </a:lnTo>
                  <a:lnTo>
                    <a:pt x="325" y="93"/>
                  </a:lnTo>
                  <a:lnTo>
                    <a:pt x="302" y="117"/>
                  </a:lnTo>
                  <a:lnTo>
                    <a:pt x="279" y="138"/>
                  </a:lnTo>
                  <a:lnTo>
                    <a:pt x="279" y="149"/>
                  </a:lnTo>
                  <a:lnTo>
                    <a:pt x="289" y="200"/>
                  </a:lnTo>
                  <a:lnTo>
                    <a:pt x="323" y="234"/>
                  </a:lnTo>
                  <a:lnTo>
                    <a:pt x="375" y="261"/>
                  </a:lnTo>
                  <a:lnTo>
                    <a:pt x="397" y="27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l991"/>
            <p:cNvSpPr/>
            <p:nvPr/>
          </p:nvSpPr>
          <p:spPr>
            <a:xfrm>
              <a:off x="4330526" y="5884447"/>
              <a:ext cx="2096" cy="1008"/>
            </a:xfrm>
            <a:custGeom>
              <a:avLst/>
              <a:pathLst>
                <a:path w="2096" h="1008">
                  <a:moveTo>
                    <a:pt x="1111" y="46"/>
                  </a:moveTo>
                  <a:lnTo>
                    <a:pt x="1389" y="122"/>
                  </a:lnTo>
                  <a:lnTo>
                    <a:pt x="1501" y="126"/>
                  </a:lnTo>
                  <a:lnTo>
                    <a:pt x="1850" y="222"/>
                  </a:lnTo>
                  <a:lnTo>
                    <a:pt x="1931" y="256"/>
                  </a:lnTo>
                  <a:lnTo>
                    <a:pt x="2069" y="316"/>
                  </a:lnTo>
                  <a:lnTo>
                    <a:pt x="2085" y="330"/>
                  </a:lnTo>
                  <a:lnTo>
                    <a:pt x="2096" y="374"/>
                  </a:lnTo>
                  <a:lnTo>
                    <a:pt x="2040" y="517"/>
                  </a:lnTo>
                  <a:lnTo>
                    <a:pt x="1968" y="586"/>
                  </a:lnTo>
                  <a:lnTo>
                    <a:pt x="1568" y="827"/>
                  </a:lnTo>
                  <a:lnTo>
                    <a:pt x="1418" y="965"/>
                  </a:lnTo>
                  <a:lnTo>
                    <a:pt x="1187" y="1007"/>
                  </a:lnTo>
                  <a:lnTo>
                    <a:pt x="1089" y="957"/>
                  </a:lnTo>
                  <a:lnTo>
                    <a:pt x="1095" y="932"/>
                  </a:lnTo>
                  <a:lnTo>
                    <a:pt x="1087" y="919"/>
                  </a:lnTo>
                  <a:lnTo>
                    <a:pt x="972" y="842"/>
                  </a:lnTo>
                  <a:lnTo>
                    <a:pt x="814" y="780"/>
                  </a:lnTo>
                  <a:lnTo>
                    <a:pt x="791" y="790"/>
                  </a:lnTo>
                  <a:lnTo>
                    <a:pt x="732" y="837"/>
                  </a:lnTo>
                  <a:lnTo>
                    <a:pt x="666" y="895"/>
                  </a:lnTo>
                  <a:lnTo>
                    <a:pt x="516" y="982"/>
                  </a:lnTo>
                  <a:lnTo>
                    <a:pt x="453" y="1008"/>
                  </a:lnTo>
                  <a:lnTo>
                    <a:pt x="380" y="1003"/>
                  </a:lnTo>
                  <a:lnTo>
                    <a:pt x="353" y="999"/>
                  </a:lnTo>
                  <a:lnTo>
                    <a:pt x="299" y="959"/>
                  </a:lnTo>
                  <a:lnTo>
                    <a:pt x="283" y="889"/>
                  </a:lnTo>
                  <a:lnTo>
                    <a:pt x="298" y="864"/>
                  </a:lnTo>
                  <a:lnTo>
                    <a:pt x="361" y="810"/>
                  </a:lnTo>
                  <a:lnTo>
                    <a:pt x="371" y="779"/>
                  </a:lnTo>
                  <a:lnTo>
                    <a:pt x="375" y="740"/>
                  </a:lnTo>
                  <a:lnTo>
                    <a:pt x="367" y="417"/>
                  </a:lnTo>
                  <a:lnTo>
                    <a:pt x="361" y="411"/>
                  </a:lnTo>
                  <a:lnTo>
                    <a:pt x="197" y="444"/>
                  </a:lnTo>
                  <a:lnTo>
                    <a:pt x="128" y="488"/>
                  </a:lnTo>
                  <a:lnTo>
                    <a:pt x="27" y="577"/>
                  </a:lnTo>
                  <a:lnTo>
                    <a:pt x="0" y="587"/>
                  </a:lnTo>
                  <a:lnTo>
                    <a:pt x="0" y="567"/>
                  </a:lnTo>
                  <a:lnTo>
                    <a:pt x="194" y="319"/>
                  </a:lnTo>
                  <a:lnTo>
                    <a:pt x="216" y="306"/>
                  </a:lnTo>
                  <a:lnTo>
                    <a:pt x="297" y="264"/>
                  </a:lnTo>
                  <a:lnTo>
                    <a:pt x="418" y="212"/>
                  </a:lnTo>
                  <a:lnTo>
                    <a:pt x="455" y="205"/>
                  </a:lnTo>
                  <a:lnTo>
                    <a:pt x="494" y="215"/>
                  </a:lnTo>
                  <a:lnTo>
                    <a:pt x="592" y="198"/>
                  </a:lnTo>
                  <a:lnTo>
                    <a:pt x="679" y="170"/>
                  </a:lnTo>
                  <a:lnTo>
                    <a:pt x="799" y="92"/>
                  </a:lnTo>
                  <a:lnTo>
                    <a:pt x="949" y="4"/>
                  </a:lnTo>
                  <a:lnTo>
                    <a:pt x="970" y="0"/>
                  </a:lnTo>
                  <a:lnTo>
                    <a:pt x="1111" y="4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l992"/>
            <p:cNvSpPr/>
            <p:nvPr/>
          </p:nvSpPr>
          <p:spPr>
            <a:xfrm>
              <a:off x="4281394" y="5879908"/>
              <a:ext cx="612" cy="1205"/>
            </a:xfrm>
            <a:custGeom>
              <a:avLst/>
              <a:pathLst>
                <a:path w="612" h="1205">
                  <a:moveTo>
                    <a:pt x="404" y="531"/>
                  </a:moveTo>
                  <a:lnTo>
                    <a:pt x="612" y="1130"/>
                  </a:lnTo>
                  <a:lnTo>
                    <a:pt x="414" y="1204"/>
                  </a:lnTo>
                  <a:lnTo>
                    <a:pt x="408" y="1205"/>
                  </a:lnTo>
                  <a:lnTo>
                    <a:pt x="205" y="617"/>
                  </a:lnTo>
                  <a:lnTo>
                    <a:pt x="135" y="625"/>
                  </a:lnTo>
                  <a:lnTo>
                    <a:pt x="0" y="285"/>
                  </a:lnTo>
                  <a:lnTo>
                    <a:pt x="141" y="51"/>
                  </a:lnTo>
                  <a:lnTo>
                    <a:pt x="202" y="0"/>
                  </a:lnTo>
                  <a:lnTo>
                    <a:pt x="404" y="53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l993"/>
            <p:cNvSpPr/>
            <p:nvPr/>
          </p:nvSpPr>
          <p:spPr>
            <a:xfrm>
              <a:off x="4279935" y="5879748"/>
              <a:ext cx="934" cy="1414"/>
            </a:xfrm>
            <a:custGeom>
              <a:avLst/>
              <a:pathLst>
                <a:path w="934" h="1414">
                  <a:moveTo>
                    <a:pt x="499" y="224"/>
                  </a:moveTo>
                  <a:lnTo>
                    <a:pt x="635" y="422"/>
                  </a:lnTo>
                  <a:lnTo>
                    <a:pt x="646" y="421"/>
                  </a:lnTo>
                  <a:lnTo>
                    <a:pt x="669" y="399"/>
                  </a:lnTo>
                  <a:lnTo>
                    <a:pt x="848" y="346"/>
                  </a:lnTo>
                  <a:lnTo>
                    <a:pt x="934" y="424"/>
                  </a:lnTo>
                  <a:lnTo>
                    <a:pt x="926" y="453"/>
                  </a:lnTo>
                  <a:lnTo>
                    <a:pt x="844" y="602"/>
                  </a:lnTo>
                  <a:lnTo>
                    <a:pt x="747" y="680"/>
                  </a:lnTo>
                  <a:lnTo>
                    <a:pt x="655" y="838"/>
                  </a:lnTo>
                  <a:lnTo>
                    <a:pt x="626" y="930"/>
                  </a:lnTo>
                  <a:lnTo>
                    <a:pt x="559" y="1083"/>
                  </a:lnTo>
                  <a:lnTo>
                    <a:pt x="430" y="1298"/>
                  </a:lnTo>
                  <a:lnTo>
                    <a:pt x="311" y="1350"/>
                  </a:lnTo>
                  <a:lnTo>
                    <a:pt x="284" y="1410"/>
                  </a:lnTo>
                  <a:lnTo>
                    <a:pt x="270" y="1414"/>
                  </a:lnTo>
                  <a:lnTo>
                    <a:pt x="148" y="1414"/>
                  </a:lnTo>
                  <a:lnTo>
                    <a:pt x="101" y="1383"/>
                  </a:lnTo>
                  <a:lnTo>
                    <a:pt x="58" y="1262"/>
                  </a:lnTo>
                  <a:lnTo>
                    <a:pt x="40" y="1164"/>
                  </a:lnTo>
                  <a:lnTo>
                    <a:pt x="20" y="967"/>
                  </a:lnTo>
                  <a:lnTo>
                    <a:pt x="5" y="785"/>
                  </a:lnTo>
                  <a:lnTo>
                    <a:pt x="0" y="613"/>
                  </a:lnTo>
                  <a:lnTo>
                    <a:pt x="1" y="561"/>
                  </a:lnTo>
                  <a:lnTo>
                    <a:pt x="64" y="269"/>
                  </a:lnTo>
                  <a:lnTo>
                    <a:pt x="155" y="90"/>
                  </a:lnTo>
                  <a:lnTo>
                    <a:pt x="188" y="56"/>
                  </a:lnTo>
                  <a:lnTo>
                    <a:pt x="274" y="2"/>
                  </a:lnTo>
                  <a:lnTo>
                    <a:pt x="289" y="0"/>
                  </a:lnTo>
                  <a:lnTo>
                    <a:pt x="406" y="3"/>
                  </a:lnTo>
                  <a:lnTo>
                    <a:pt x="435" y="28"/>
                  </a:lnTo>
                  <a:lnTo>
                    <a:pt x="493" y="106"/>
                  </a:lnTo>
                  <a:lnTo>
                    <a:pt x="491" y="180"/>
                  </a:lnTo>
                  <a:lnTo>
                    <a:pt x="499" y="22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l994"/>
            <p:cNvSpPr/>
            <p:nvPr/>
          </p:nvSpPr>
          <p:spPr>
            <a:xfrm>
              <a:off x="4127702" y="5869564"/>
              <a:ext cx="2464" cy="2785"/>
            </a:xfrm>
            <a:custGeom>
              <a:avLst/>
              <a:pathLst>
                <a:path w="2464" h="2785">
                  <a:moveTo>
                    <a:pt x="2435" y="608"/>
                  </a:moveTo>
                  <a:lnTo>
                    <a:pt x="2382" y="694"/>
                  </a:lnTo>
                  <a:lnTo>
                    <a:pt x="2378" y="700"/>
                  </a:lnTo>
                  <a:lnTo>
                    <a:pt x="2350" y="728"/>
                  </a:lnTo>
                  <a:lnTo>
                    <a:pt x="2137" y="940"/>
                  </a:lnTo>
                  <a:lnTo>
                    <a:pt x="1831" y="1191"/>
                  </a:lnTo>
                  <a:lnTo>
                    <a:pt x="1824" y="1197"/>
                  </a:lnTo>
                  <a:lnTo>
                    <a:pt x="1814" y="1201"/>
                  </a:lnTo>
                  <a:lnTo>
                    <a:pt x="1689" y="1251"/>
                  </a:lnTo>
                  <a:lnTo>
                    <a:pt x="1652" y="1266"/>
                  </a:lnTo>
                  <a:lnTo>
                    <a:pt x="1515" y="1290"/>
                  </a:lnTo>
                  <a:lnTo>
                    <a:pt x="1487" y="1295"/>
                  </a:lnTo>
                  <a:lnTo>
                    <a:pt x="1277" y="1479"/>
                  </a:lnTo>
                  <a:lnTo>
                    <a:pt x="1238" y="1549"/>
                  </a:lnTo>
                  <a:lnTo>
                    <a:pt x="1203" y="1613"/>
                  </a:lnTo>
                  <a:lnTo>
                    <a:pt x="1191" y="1636"/>
                  </a:lnTo>
                  <a:lnTo>
                    <a:pt x="1186" y="1643"/>
                  </a:lnTo>
                  <a:lnTo>
                    <a:pt x="1056" y="1779"/>
                  </a:lnTo>
                  <a:lnTo>
                    <a:pt x="1025" y="1792"/>
                  </a:lnTo>
                  <a:lnTo>
                    <a:pt x="980" y="1812"/>
                  </a:lnTo>
                  <a:lnTo>
                    <a:pt x="972" y="1821"/>
                  </a:lnTo>
                  <a:lnTo>
                    <a:pt x="961" y="1833"/>
                  </a:lnTo>
                  <a:lnTo>
                    <a:pt x="926" y="1869"/>
                  </a:lnTo>
                  <a:lnTo>
                    <a:pt x="860" y="1937"/>
                  </a:lnTo>
                  <a:lnTo>
                    <a:pt x="855" y="1943"/>
                  </a:lnTo>
                  <a:lnTo>
                    <a:pt x="823" y="1976"/>
                  </a:lnTo>
                  <a:lnTo>
                    <a:pt x="806" y="2005"/>
                  </a:lnTo>
                  <a:lnTo>
                    <a:pt x="780" y="2145"/>
                  </a:lnTo>
                  <a:lnTo>
                    <a:pt x="778" y="2154"/>
                  </a:lnTo>
                  <a:lnTo>
                    <a:pt x="771" y="2191"/>
                  </a:lnTo>
                  <a:lnTo>
                    <a:pt x="775" y="2235"/>
                  </a:lnTo>
                  <a:lnTo>
                    <a:pt x="788" y="2391"/>
                  </a:lnTo>
                  <a:lnTo>
                    <a:pt x="709" y="2532"/>
                  </a:lnTo>
                  <a:lnTo>
                    <a:pt x="702" y="2545"/>
                  </a:lnTo>
                  <a:lnTo>
                    <a:pt x="679" y="2585"/>
                  </a:lnTo>
                  <a:lnTo>
                    <a:pt x="665" y="2611"/>
                  </a:lnTo>
                  <a:lnTo>
                    <a:pt x="580" y="2684"/>
                  </a:lnTo>
                  <a:lnTo>
                    <a:pt x="562" y="2699"/>
                  </a:lnTo>
                  <a:lnTo>
                    <a:pt x="553" y="2703"/>
                  </a:lnTo>
                  <a:lnTo>
                    <a:pt x="528" y="2714"/>
                  </a:lnTo>
                  <a:lnTo>
                    <a:pt x="490" y="2731"/>
                  </a:lnTo>
                  <a:lnTo>
                    <a:pt x="380" y="2781"/>
                  </a:lnTo>
                  <a:lnTo>
                    <a:pt x="372" y="2785"/>
                  </a:lnTo>
                  <a:lnTo>
                    <a:pt x="366" y="2783"/>
                  </a:lnTo>
                  <a:lnTo>
                    <a:pt x="317" y="2765"/>
                  </a:lnTo>
                  <a:lnTo>
                    <a:pt x="310" y="2763"/>
                  </a:lnTo>
                  <a:lnTo>
                    <a:pt x="301" y="2735"/>
                  </a:lnTo>
                  <a:lnTo>
                    <a:pt x="284" y="2688"/>
                  </a:lnTo>
                  <a:lnTo>
                    <a:pt x="280" y="2676"/>
                  </a:lnTo>
                  <a:lnTo>
                    <a:pt x="257" y="2549"/>
                  </a:lnTo>
                  <a:lnTo>
                    <a:pt x="258" y="2519"/>
                  </a:lnTo>
                  <a:lnTo>
                    <a:pt x="532" y="2018"/>
                  </a:lnTo>
                  <a:lnTo>
                    <a:pt x="693" y="1863"/>
                  </a:lnTo>
                  <a:lnTo>
                    <a:pt x="703" y="1856"/>
                  </a:lnTo>
                  <a:lnTo>
                    <a:pt x="777" y="1805"/>
                  </a:lnTo>
                  <a:lnTo>
                    <a:pt x="800" y="1803"/>
                  </a:lnTo>
                  <a:lnTo>
                    <a:pt x="826" y="1799"/>
                  </a:lnTo>
                  <a:lnTo>
                    <a:pt x="833" y="1789"/>
                  </a:lnTo>
                  <a:lnTo>
                    <a:pt x="839" y="1781"/>
                  </a:lnTo>
                  <a:lnTo>
                    <a:pt x="854" y="1759"/>
                  </a:lnTo>
                  <a:lnTo>
                    <a:pt x="897" y="1667"/>
                  </a:lnTo>
                  <a:lnTo>
                    <a:pt x="908" y="1643"/>
                  </a:lnTo>
                  <a:lnTo>
                    <a:pt x="835" y="1539"/>
                  </a:lnTo>
                  <a:lnTo>
                    <a:pt x="820" y="1526"/>
                  </a:lnTo>
                  <a:lnTo>
                    <a:pt x="814" y="1521"/>
                  </a:lnTo>
                  <a:lnTo>
                    <a:pt x="785" y="1496"/>
                  </a:lnTo>
                  <a:lnTo>
                    <a:pt x="759" y="1502"/>
                  </a:lnTo>
                  <a:lnTo>
                    <a:pt x="729" y="1509"/>
                  </a:lnTo>
                  <a:lnTo>
                    <a:pt x="652" y="1508"/>
                  </a:lnTo>
                  <a:lnTo>
                    <a:pt x="504" y="1492"/>
                  </a:lnTo>
                  <a:lnTo>
                    <a:pt x="459" y="1471"/>
                  </a:lnTo>
                  <a:lnTo>
                    <a:pt x="385" y="1422"/>
                  </a:lnTo>
                  <a:lnTo>
                    <a:pt x="337" y="1390"/>
                  </a:lnTo>
                  <a:lnTo>
                    <a:pt x="259" y="1322"/>
                  </a:lnTo>
                  <a:lnTo>
                    <a:pt x="0" y="887"/>
                  </a:lnTo>
                  <a:lnTo>
                    <a:pt x="1" y="870"/>
                  </a:lnTo>
                  <a:lnTo>
                    <a:pt x="61" y="544"/>
                  </a:lnTo>
                  <a:lnTo>
                    <a:pt x="92" y="527"/>
                  </a:lnTo>
                  <a:lnTo>
                    <a:pt x="140" y="514"/>
                  </a:lnTo>
                  <a:lnTo>
                    <a:pt x="176" y="505"/>
                  </a:lnTo>
                  <a:lnTo>
                    <a:pt x="191" y="502"/>
                  </a:lnTo>
                  <a:lnTo>
                    <a:pt x="292" y="488"/>
                  </a:lnTo>
                  <a:lnTo>
                    <a:pt x="308" y="486"/>
                  </a:lnTo>
                  <a:lnTo>
                    <a:pt x="347" y="498"/>
                  </a:lnTo>
                  <a:lnTo>
                    <a:pt x="478" y="539"/>
                  </a:lnTo>
                  <a:lnTo>
                    <a:pt x="539" y="532"/>
                  </a:lnTo>
                  <a:lnTo>
                    <a:pt x="592" y="511"/>
                  </a:lnTo>
                  <a:lnTo>
                    <a:pt x="641" y="492"/>
                  </a:lnTo>
                  <a:lnTo>
                    <a:pt x="656" y="485"/>
                  </a:lnTo>
                  <a:lnTo>
                    <a:pt x="666" y="480"/>
                  </a:lnTo>
                  <a:lnTo>
                    <a:pt x="783" y="420"/>
                  </a:lnTo>
                  <a:lnTo>
                    <a:pt x="892" y="357"/>
                  </a:lnTo>
                  <a:lnTo>
                    <a:pt x="903" y="350"/>
                  </a:lnTo>
                  <a:lnTo>
                    <a:pt x="918" y="342"/>
                  </a:lnTo>
                  <a:lnTo>
                    <a:pt x="948" y="317"/>
                  </a:lnTo>
                  <a:lnTo>
                    <a:pt x="989" y="296"/>
                  </a:lnTo>
                  <a:lnTo>
                    <a:pt x="1028" y="262"/>
                  </a:lnTo>
                  <a:lnTo>
                    <a:pt x="1151" y="191"/>
                  </a:lnTo>
                  <a:lnTo>
                    <a:pt x="1219" y="152"/>
                  </a:lnTo>
                  <a:lnTo>
                    <a:pt x="1321" y="94"/>
                  </a:lnTo>
                  <a:lnTo>
                    <a:pt x="1369" y="66"/>
                  </a:lnTo>
                  <a:lnTo>
                    <a:pt x="1382" y="58"/>
                  </a:lnTo>
                  <a:lnTo>
                    <a:pt x="1412" y="41"/>
                  </a:lnTo>
                  <a:lnTo>
                    <a:pt x="1427" y="31"/>
                  </a:lnTo>
                  <a:lnTo>
                    <a:pt x="1477" y="0"/>
                  </a:lnTo>
                  <a:lnTo>
                    <a:pt x="1486" y="3"/>
                  </a:lnTo>
                  <a:lnTo>
                    <a:pt x="1492" y="6"/>
                  </a:lnTo>
                  <a:lnTo>
                    <a:pt x="1522" y="18"/>
                  </a:lnTo>
                  <a:lnTo>
                    <a:pt x="1647" y="64"/>
                  </a:lnTo>
                  <a:lnTo>
                    <a:pt x="1761" y="104"/>
                  </a:lnTo>
                  <a:lnTo>
                    <a:pt x="2140" y="182"/>
                  </a:lnTo>
                  <a:lnTo>
                    <a:pt x="2152" y="186"/>
                  </a:lnTo>
                  <a:lnTo>
                    <a:pt x="2185" y="197"/>
                  </a:lnTo>
                  <a:lnTo>
                    <a:pt x="2271" y="223"/>
                  </a:lnTo>
                  <a:lnTo>
                    <a:pt x="2334" y="284"/>
                  </a:lnTo>
                  <a:lnTo>
                    <a:pt x="2382" y="330"/>
                  </a:lnTo>
                  <a:lnTo>
                    <a:pt x="2396" y="344"/>
                  </a:lnTo>
                  <a:lnTo>
                    <a:pt x="2433" y="417"/>
                  </a:lnTo>
                  <a:lnTo>
                    <a:pt x="2446" y="454"/>
                  </a:lnTo>
                  <a:lnTo>
                    <a:pt x="2464" y="506"/>
                  </a:lnTo>
                  <a:lnTo>
                    <a:pt x="2456" y="537"/>
                  </a:lnTo>
                  <a:lnTo>
                    <a:pt x="2442" y="597"/>
                  </a:lnTo>
                  <a:lnTo>
                    <a:pt x="2435" y="60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l995"/>
            <p:cNvSpPr/>
            <p:nvPr/>
          </p:nvSpPr>
          <p:spPr>
            <a:xfrm>
              <a:off x="4281042" y="5878174"/>
              <a:ext cx="377" cy="615"/>
            </a:xfrm>
            <a:custGeom>
              <a:avLst/>
              <a:pathLst>
                <a:path w="377" h="615">
                  <a:moveTo>
                    <a:pt x="322" y="484"/>
                  </a:moveTo>
                  <a:lnTo>
                    <a:pt x="186" y="615"/>
                  </a:lnTo>
                  <a:lnTo>
                    <a:pt x="29" y="599"/>
                  </a:lnTo>
                  <a:lnTo>
                    <a:pt x="16" y="595"/>
                  </a:lnTo>
                  <a:lnTo>
                    <a:pt x="0" y="571"/>
                  </a:lnTo>
                  <a:lnTo>
                    <a:pt x="0" y="525"/>
                  </a:lnTo>
                  <a:lnTo>
                    <a:pt x="24" y="462"/>
                  </a:lnTo>
                  <a:lnTo>
                    <a:pt x="246" y="29"/>
                  </a:lnTo>
                  <a:lnTo>
                    <a:pt x="298" y="0"/>
                  </a:lnTo>
                  <a:lnTo>
                    <a:pt x="339" y="127"/>
                  </a:lnTo>
                  <a:lnTo>
                    <a:pt x="377" y="435"/>
                  </a:lnTo>
                  <a:lnTo>
                    <a:pt x="322" y="48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l996"/>
            <p:cNvSpPr/>
            <p:nvPr/>
          </p:nvSpPr>
          <p:spPr>
            <a:xfrm>
              <a:off x="4310385" y="5880451"/>
              <a:ext cx="1389" cy="2110"/>
            </a:xfrm>
            <a:custGeom>
              <a:avLst/>
              <a:pathLst>
                <a:path w="1389" h="2110">
                  <a:moveTo>
                    <a:pt x="1389" y="1002"/>
                  </a:moveTo>
                  <a:lnTo>
                    <a:pt x="1303" y="1209"/>
                  </a:lnTo>
                  <a:lnTo>
                    <a:pt x="1279" y="1222"/>
                  </a:lnTo>
                  <a:lnTo>
                    <a:pt x="1082" y="1382"/>
                  </a:lnTo>
                  <a:lnTo>
                    <a:pt x="1067" y="1407"/>
                  </a:lnTo>
                  <a:lnTo>
                    <a:pt x="1040" y="1600"/>
                  </a:lnTo>
                  <a:lnTo>
                    <a:pt x="1050" y="1627"/>
                  </a:lnTo>
                  <a:lnTo>
                    <a:pt x="1079" y="1652"/>
                  </a:lnTo>
                  <a:lnTo>
                    <a:pt x="1115" y="1635"/>
                  </a:lnTo>
                  <a:lnTo>
                    <a:pt x="1147" y="1660"/>
                  </a:lnTo>
                  <a:lnTo>
                    <a:pt x="1152" y="1714"/>
                  </a:lnTo>
                  <a:lnTo>
                    <a:pt x="1148" y="1796"/>
                  </a:lnTo>
                  <a:lnTo>
                    <a:pt x="1123" y="1852"/>
                  </a:lnTo>
                  <a:lnTo>
                    <a:pt x="1008" y="2042"/>
                  </a:lnTo>
                  <a:lnTo>
                    <a:pt x="938" y="2110"/>
                  </a:lnTo>
                  <a:lnTo>
                    <a:pt x="565" y="2100"/>
                  </a:lnTo>
                  <a:lnTo>
                    <a:pt x="456" y="2095"/>
                  </a:lnTo>
                  <a:lnTo>
                    <a:pt x="423" y="2084"/>
                  </a:lnTo>
                  <a:lnTo>
                    <a:pt x="393" y="2063"/>
                  </a:lnTo>
                  <a:lnTo>
                    <a:pt x="372" y="2031"/>
                  </a:lnTo>
                  <a:lnTo>
                    <a:pt x="316" y="1915"/>
                  </a:lnTo>
                  <a:lnTo>
                    <a:pt x="127" y="1790"/>
                  </a:lnTo>
                  <a:lnTo>
                    <a:pt x="34" y="1747"/>
                  </a:lnTo>
                  <a:lnTo>
                    <a:pt x="23" y="1734"/>
                  </a:lnTo>
                  <a:lnTo>
                    <a:pt x="12" y="1701"/>
                  </a:lnTo>
                  <a:lnTo>
                    <a:pt x="21" y="1625"/>
                  </a:lnTo>
                  <a:lnTo>
                    <a:pt x="51" y="1577"/>
                  </a:lnTo>
                  <a:lnTo>
                    <a:pt x="102" y="1555"/>
                  </a:lnTo>
                  <a:lnTo>
                    <a:pt x="2" y="1479"/>
                  </a:lnTo>
                  <a:lnTo>
                    <a:pt x="0" y="1409"/>
                  </a:lnTo>
                  <a:lnTo>
                    <a:pt x="24" y="1340"/>
                  </a:lnTo>
                  <a:lnTo>
                    <a:pt x="75" y="1304"/>
                  </a:lnTo>
                  <a:lnTo>
                    <a:pt x="196" y="1293"/>
                  </a:lnTo>
                  <a:lnTo>
                    <a:pt x="218" y="1294"/>
                  </a:lnTo>
                  <a:lnTo>
                    <a:pt x="286" y="1174"/>
                  </a:lnTo>
                  <a:lnTo>
                    <a:pt x="364" y="1012"/>
                  </a:lnTo>
                  <a:lnTo>
                    <a:pt x="399" y="1004"/>
                  </a:lnTo>
                  <a:lnTo>
                    <a:pt x="435" y="1024"/>
                  </a:lnTo>
                  <a:lnTo>
                    <a:pt x="465" y="1058"/>
                  </a:lnTo>
                  <a:lnTo>
                    <a:pt x="476" y="1059"/>
                  </a:lnTo>
                  <a:lnTo>
                    <a:pt x="536" y="1029"/>
                  </a:lnTo>
                  <a:lnTo>
                    <a:pt x="584" y="993"/>
                  </a:lnTo>
                  <a:lnTo>
                    <a:pt x="700" y="886"/>
                  </a:lnTo>
                  <a:lnTo>
                    <a:pt x="706" y="872"/>
                  </a:lnTo>
                  <a:lnTo>
                    <a:pt x="823" y="594"/>
                  </a:lnTo>
                  <a:lnTo>
                    <a:pt x="845" y="578"/>
                  </a:lnTo>
                  <a:lnTo>
                    <a:pt x="1030" y="423"/>
                  </a:lnTo>
                  <a:lnTo>
                    <a:pt x="1069" y="314"/>
                  </a:lnTo>
                  <a:lnTo>
                    <a:pt x="1068" y="298"/>
                  </a:lnTo>
                  <a:lnTo>
                    <a:pt x="1049" y="238"/>
                  </a:lnTo>
                  <a:lnTo>
                    <a:pt x="1034" y="213"/>
                  </a:lnTo>
                  <a:lnTo>
                    <a:pt x="1007" y="206"/>
                  </a:lnTo>
                  <a:lnTo>
                    <a:pt x="947" y="122"/>
                  </a:lnTo>
                  <a:lnTo>
                    <a:pt x="945" y="84"/>
                  </a:lnTo>
                  <a:lnTo>
                    <a:pt x="968" y="46"/>
                  </a:lnTo>
                  <a:lnTo>
                    <a:pt x="1031" y="2"/>
                  </a:lnTo>
                  <a:lnTo>
                    <a:pt x="1059" y="0"/>
                  </a:lnTo>
                  <a:lnTo>
                    <a:pt x="1342" y="81"/>
                  </a:lnTo>
                  <a:lnTo>
                    <a:pt x="1354" y="118"/>
                  </a:lnTo>
                  <a:lnTo>
                    <a:pt x="1352" y="149"/>
                  </a:lnTo>
                  <a:lnTo>
                    <a:pt x="1238" y="350"/>
                  </a:lnTo>
                  <a:lnTo>
                    <a:pt x="1334" y="513"/>
                  </a:lnTo>
                  <a:lnTo>
                    <a:pt x="1389" y="100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l997"/>
            <p:cNvSpPr/>
            <p:nvPr/>
          </p:nvSpPr>
          <p:spPr>
            <a:xfrm>
              <a:off x="4280991" y="5877788"/>
              <a:ext cx="178" cy="208"/>
            </a:xfrm>
            <a:custGeom>
              <a:avLst/>
              <a:pathLst>
                <a:path w="178" h="208">
                  <a:moveTo>
                    <a:pt x="20" y="208"/>
                  </a:moveTo>
                  <a:lnTo>
                    <a:pt x="2" y="208"/>
                  </a:lnTo>
                  <a:lnTo>
                    <a:pt x="0" y="191"/>
                  </a:lnTo>
                  <a:lnTo>
                    <a:pt x="13" y="51"/>
                  </a:lnTo>
                  <a:lnTo>
                    <a:pt x="23" y="7"/>
                  </a:lnTo>
                  <a:lnTo>
                    <a:pt x="60" y="0"/>
                  </a:lnTo>
                  <a:lnTo>
                    <a:pt x="103" y="10"/>
                  </a:lnTo>
                  <a:lnTo>
                    <a:pt x="161" y="29"/>
                  </a:lnTo>
                  <a:lnTo>
                    <a:pt x="178" y="44"/>
                  </a:lnTo>
                  <a:lnTo>
                    <a:pt x="178" y="72"/>
                  </a:lnTo>
                  <a:lnTo>
                    <a:pt x="154" y="125"/>
                  </a:lnTo>
                  <a:lnTo>
                    <a:pt x="134" y="156"/>
                  </a:lnTo>
                  <a:lnTo>
                    <a:pt x="113" y="169"/>
                  </a:lnTo>
                  <a:lnTo>
                    <a:pt x="34" y="198"/>
                  </a:lnTo>
                  <a:lnTo>
                    <a:pt x="20" y="20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l998"/>
            <p:cNvSpPr/>
            <p:nvPr/>
          </p:nvSpPr>
          <p:spPr>
            <a:xfrm>
              <a:off x="4314580" y="5879060"/>
              <a:ext cx="6862" cy="6925"/>
            </a:xfrm>
            <a:custGeom>
              <a:avLst/>
              <a:pathLst>
                <a:path w="6862" h="6925">
                  <a:moveTo>
                    <a:pt x="6327" y="454"/>
                  </a:moveTo>
                  <a:lnTo>
                    <a:pt x="6347" y="459"/>
                  </a:lnTo>
                  <a:lnTo>
                    <a:pt x="6372" y="444"/>
                  </a:lnTo>
                  <a:lnTo>
                    <a:pt x="6388" y="423"/>
                  </a:lnTo>
                  <a:lnTo>
                    <a:pt x="6421" y="356"/>
                  </a:lnTo>
                  <a:lnTo>
                    <a:pt x="6445" y="155"/>
                  </a:lnTo>
                  <a:lnTo>
                    <a:pt x="6568" y="84"/>
                  </a:lnTo>
                  <a:lnTo>
                    <a:pt x="6649" y="412"/>
                  </a:lnTo>
                  <a:lnTo>
                    <a:pt x="6637" y="523"/>
                  </a:lnTo>
                  <a:lnTo>
                    <a:pt x="6710" y="655"/>
                  </a:lnTo>
                  <a:lnTo>
                    <a:pt x="6827" y="913"/>
                  </a:lnTo>
                  <a:lnTo>
                    <a:pt x="6854" y="973"/>
                  </a:lnTo>
                  <a:lnTo>
                    <a:pt x="6862" y="1010"/>
                  </a:lnTo>
                  <a:lnTo>
                    <a:pt x="6856" y="1046"/>
                  </a:lnTo>
                  <a:lnTo>
                    <a:pt x="6842" y="1118"/>
                  </a:lnTo>
                  <a:lnTo>
                    <a:pt x="6695" y="1571"/>
                  </a:lnTo>
                  <a:lnTo>
                    <a:pt x="6685" y="1600"/>
                  </a:lnTo>
                  <a:lnTo>
                    <a:pt x="6659" y="1616"/>
                  </a:lnTo>
                  <a:lnTo>
                    <a:pt x="6532" y="1668"/>
                  </a:lnTo>
                  <a:lnTo>
                    <a:pt x="6439" y="1635"/>
                  </a:lnTo>
                  <a:lnTo>
                    <a:pt x="6417" y="1617"/>
                  </a:lnTo>
                  <a:lnTo>
                    <a:pt x="6322" y="1642"/>
                  </a:lnTo>
                  <a:lnTo>
                    <a:pt x="5971" y="1899"/>
                  </a:lnTo>
                  <a:lnTo>
                    <a:pt x="5460" y="2113"/>
                  </a:lnTo>
                  <a:lnTo>
                    <a:pt x="5421" y="2135"/>
                  </a:lnTo>
                  <a:lnTo>
                    <a:pt x="5357" y="2268"/>
                  </a:lnTo>
                  <a:lnTo>
                    <a:pt x="5309" y="2442"/>
                  </a:lnTo>
                  <a:lnTo>
                    <a:pt x="5301" y="2525"/>
                  </a:lnTo>
                  <a:lnTo>
                    <a:pt x="5302" y="2640"/>
                  </a:lnTo>
                  <a:lnTo>
                    <a:pt x="5365" y="2926"/>
                  </a:lnTo>
                  <a:lnTo>
                    <a:pt x="5377" y="2959"/>
                  </a:lnTo>
                  <a:lnTo>
                    <a:pt x="5366" y="3066"/>
                  </a:lnTo>
                  <a:lnTo>
                    <a:pt x="5360" y="3086"/>
                  </a:lnTo>
                  <a:lnTo>
                    <a:pt x="5327" y="3138"/>
                  </a:lnTo>
                  <a:lnTo>
                    <a:pt x="5292" y="3158"/>
                  </a:lnTo>
                  <a:lnTo>
                    <a:pt x="5251" y="3153"/>
                  </a:lnTo>
                  <a:lnTo>
                    <a:pt x="5245" y="3167"/>
                  </a:lnTo>
                  <a:lnTo>
                    <a:pt x="5249" y="3243"/>
                  </a:lnTo>
                  <a:lnTo>
                    <a:pt x="5291" y="3374"/>
                  </a:lnTo>
                  <a:lnTo>
                    <a:pt x="5366" y="3477"/>
                  </a:lnTo>
                  <a:lnTo>
                    <a:pt x="5381" y="3475"/>
                  </a:lnTo>
                  <a:lnTo>
                    <a:pt x="5397" y="3461"/>
                  </a:lnTo>
                  <a:lnTo>
                    <a:pt x="5411" y="3418"/>
                  </a:lnTo>
                  <a:lnTo>
                    <a:pt x="5438" y="3408"/>
                  </a:lnTo>
                  <a:lnTo>
                    <a:pt x="5488" y="3411"/>
                  </a:lnTo>
                  <a:lnTo>
                    <a:pt x="5619" y="3441"/>
                  </a:lnTo>
                  <a:lnTo>
                    <a:pt x="5641" y="3463"/>
                  </a:lnTo>
                  <a:lnTo>
                    <a:pt x="5667" y="3528"/>
                  </a:lnTo>
                  <a:lnTo>
                    <a:pt x="5695" y="3625"/>
                  </a:lnTo>
                  <a:lnTo>
                    <a:pt x="5681" y="3655"/>
                  </a:lnTo>
                  <a:lnTo>
                    <a:pt x="5631" y="3689"/>
                  </a:lnTo>
                  <a:lnTo>
                    <a:pt x="5636" y="3731"/>
                  </a:lnTo>
                  <a:lnTo>
                    <a:pt x="5642" y="3747"/>
                  </a:lnTo>
                  <a:lnTo>
                    <a:pt x="5653" y="3772"/>
                  </a:lnTo>
                  <a:lnTo>
                    <a:pt x="5832" y="3897"/>
                  </a:lnTo>
                  <a:lnTo>
                    <a:pt x="5878" y="3904"/>
                  </a:lnTo>
                  <a:lnTo>
                    <a:pt x="5916" y="3879"/>
                  </a:lnTo>
                  <a:lnTo>
                    <a:pt x="6158" y="3852"/>
                  </a:lnTo>
                  <a:lnTo>
                    <a:pt x="6428" y="3890"/>
                  </a:lnTo>
                  <a:lnTo>
                    <a:pt x="6573" y="3965"/>
                  </a:lnTo>
                  <a:lnTo>
                    <a:pt x="6593" y="4015"/>
                  </a:lnTo>
                  <a:lnTo>
                    <a:pt x="6486" y="4287"/>
                  </a:lnTo>
                  <a:lnTo>
                    <a:pt x="6410" y="4376"/>
                  </a:lnTo>
                  <a:lnTo>
                    <a:pt x="6392" y="4388"/>
                  </a:lnTo>
                  <a:lnTo>
                    <a:pt x="6235" y="4442"/>
                  </a:lnTo>
                  <a:lnTo>
                    <a:pt x="6204" y="4440"/>
                  </a:lnTo>
                  <a:lnTo>
                    <a:pt x="6104" y="4404"/>
                  </a:lnTo>
                  <a:lnTo>
                    <a:pt x="6088" y="4397"/>
                  </a:lnTo>
                  <a:lnTo>
                    <a:pt x="6044" y="4376"/>
                  </a:lnTo>
                  <a:lnTo>
                    <a:pt x="6021" y="4347"/>
                  </a:lnTo>
                  <a:lnTo>
                    <a:pt x="5907" y="4323"/>
                  </a:lnTo>
                  <a:lnTo>
                    <a:pt x="5472" y="4294"/>
                  </a:lnTo>
                  <a:lnTo>
                    <a:pt x="5334" y="4311"/>
                  </a:lnTo>
                  <a:lnTo>
                    <a:pt x="5254" y="4335"/>
                  </a:lnTo>
                  <a:lnTo>
                    <a:pt x="5181" y="4375"/>
                  </a:lnTo>
                  <a:lnTo>
                    <a:pt x="5128" y="4413"/>
                  </a:lnTo>
                  <a:lnTo>
                    <a:pt x="5075" y="4462"/>
                  </a:lnTo>
                  <a:lnTo>
                    <a:pt x="5018" y="4529"/>
                  </a:lnTo>
                  <a:lnTo>
                    <a:pt x="4955" y="4718"/>
                  </a:lnTo>
                  <a:lnTo>
                    <a:pt x="4956" y="4730"/>
                  </a:lnTo>
                  <a:lnTo>
                    <a:pt x="4989" y="4761"/>
                  </a:lnTo>
                  <a:lnTo>
                    <a:pt x="5028" y="4780"/>
                  </a:lnTo>
                  <a:lnTo>
                    <a:pt x="5116" y="4803"/>
                  </a:lnTo>
                  <a:lnTo>
                    <a:pt x="5141" y="4820"/>
                  </a:lnTo>
                  <a:lnTo>
                    <a:pt x="5157" y="4839"/>
                  </a:lnTo>
                  <a:lnTo>
                    <a:pt x="5162" y="4849"/>
                  </a:lnTo>
                  <a:lnTo>
                    <a:pt x="5158" y="4872"/>
                  </a:lnTo>
                  <a:lnTo>
                    <a:pt x="5117" y="4923"/>
                  </a:lnTo>
                  <a:lnTo>
                    <a:pt x="4772" y="5164"/>
                  </a:lnTo>
                  <a:lnTo>
                    <a:pt x="4764" y="5167"/>
                  </a:lnTo>
                  <a:lnTo>
                    <a:pt x="4747" y="5128"/>
                  </a:lnTo>
                  <a:lnTo>
                    <a:pt x="4687" y="5111"/>
                  </a:lnTo>
                  <a:lnTo>
                    <a:pt x="4526" y="5175"/>
                  </a:lnTo>
                  <a:lnTo>
                    <a:pt x="4505" y="5198"/>
                  </a:lnTo>
                  <a:lnTo>
                    <a:pt x="4493" y="5243"/>
                  </a:lnTo>
                  <a:lnTo>
                    <a:pt x="4500" y="5284"/>
                  </a:lnTo>
                  <a:lnTo>
                    <a:pt x="4520" y="5448"/>
                  </a:lnTo>
                  <a:lnTo>
                    <a:pt x="4528" y="5744"/>
                  </a:lnTo>
                  <a:lnTo>
                    <a:pt x="4526" y="5763"/>
                  </a:lnTo>
                  <a:lnTo>
                    <a:pt x="4515" y="5769"/>
                  </a:lnTo>
                  <a:lnTo>
                    <a:pt x="4470" y="5768"/>
                  </a:lnTo>
                  <a:lnTo>
                    <a:pt x="4395" y="5730"/>
                  </a:lnTo>
                  <a:lnTo>
                    <a:pt x="4361" y="5668"/>
                  </a:lnTo>
                  <a:lnTo>
                    <a:pt x="4296" y="5544"/>
                  </a:lnTo>
                  <a:lnTo>
                    <a:pt x="4293" y="5516"/>
                  </a:lnTo>
                  <a:lnTo>
                    <a:pt x="4310" y="5489"/>
                  </a:lnTo>
                  <a:lnTo>
                    <a:pt x="4282" y="5437"/>
                  </a:lnTo>
                  <a:lnTo>
                    <a:pt x="4243" y="5415"/>
                  </a:lnTo>
                  <a:lnTo>
                    <a:pt x="4206" y="5408"/>
                  </a:lnTo>
                  <a:lnTo>
                    <a:pt x="3934" y="5419"/>
                  </a:lnTo>
                  <a:lnTo>
                    <a:pt x="3881" y="5427"/>
                  </a:lnTo>
                  <a:lnTo>
                    <a:pt x="3844" y="5443"/>
                  </a:lnTo>
                  <a:lnTo>
                    <a:pt x="3772" y="5514"/>
                  </a:lnTo>
                  <a:lnTo>
                    <a:pt x="3719" y="5571"/>
                  </a:lnTo>
                  <a:lnTo>
                    <a:pt x="3717" y="5645"/>
                  </a:lnTo>
                  <a:lnTo>
                    <a:pt x="3739" y="5666"/>
                  </a:lnTo>
                  <a:lnTo>
                    <a:pt x="3762" y="5670"/>
                  </a:lnTo>
                  <a:lnTo>
                    <a:pt x="3828" y="5743"/>
                  </a:lnTo>
                  <a:lnTo>
                    <a:pt x="3829" y="5753"/>
                  </a:lnTo>
                  <a:lnTo>
                    <a:pt x="3808" y="5794"/>
                  </a:lnTo>
                  <a:lnTo>
                    <a:pt x="3800" y="5802"/>
                  </a:lnTo>
                  <a:lnTo>
                    <a:pt x="3744" y="5803"/>
                  </a:lnTo>
                  <a:lnTo>
                    <a:pt x="3632" y="5800"/>
                  </a:lnTo>
                  <a:lnTo>
                    <a:pt x="3610" y="5794"/>
                  </a:lnTo>
                  <a:lnTo>
                    <a:pt x="3516" y="5750"/>
                  </a:lnTo>
                  <a:lnTo>
                    <a:pt x="3476" y="5712"/>
                  </a:lnTo>
                  <a:lnTo>
                    <a:pt x="3449" y="5673"/>
                  </a:lnTo>
                  <a:lnTo>
                    <a:pt x="3447" y="5644"/>
                  </a:lnTo>
                  <a:lnTo>
                    <a:pt x="3479" y="5546"/>
                  </a:lnTo>
                  <a:lnTo>
                    <a:pt x="3522" y="5495"/>
                  </a:lnTo>
                  <a:lnTo>
                    <a:pt x="3534" y="5452"/>
                  </a:lnTo>
                  <a:lnTo>
                    <a:pt x="3519" y="5415"/>
                  </a:lnTo>
                  <a:lnTo>
                    <a:pt x="3433" y="5342"/>
                  </a:lnTo>
                  <a:lnTo>
                    <a:pt x="3331" y="5308"/>
                  </a:lnTo>
                  <a:lnTo>
                    <a:pt x="3172" y="5304"/>
                  </a:lnTo>
                  <a:lnTo>
                    <a:pt x="3073" y="5330"/>
                  </a:lnTo>
                  <a:lnTo>
                    <a:pt x="3053" y="5338"/>
                  </a:lnTo>
                  <a:lnTo>
                    <a:pt x="2891" y="5377"/>
                  </a:lnTo>
                  <a:lnTo>
                    <a:pt x="2780" y="5396"/>
                  </a:lnTo>
                  <a:lnTo>
                    <a:pt x="2757" y="5392"/>
                  </a:lnTo>
                  <a:lnTo>
                    <a:pt x="2747" y="5388"/>
                  </a:lnTo>
                  <a:lnTo>
                    <a:pt x="2703" y="5359"/>
                  </a:lnTo>
                  <a:lnTo>
                    <a:pt x="2672" y="5330"/>
                  </a:lnTo>
                  <a:lnTo>
                    <a:pt x="2689" y="5180"/>
                  </a:lnTo>
                  <a:lnTo>
                    <a:pt x="2443" y="5023"/>
                  </a:lnTo>
                  <a:lnTo>
                    <a:pt x="2224" y="4978"/>
                  </a:lnTo>
                  <a:lnTo>
                    <a:pt x="2066" y="4963"/>
                  </a:lnTo>
                  <a:lnTo>
                    <a:pt x="1886" y="5122"/>
                  </a:lnTo>
                  <a:lnTo>
                    <a:pt x="1835" y="5181"/>
                  </a:lnTo>
                  <a:lnTo>
                    <a:pt x="1827" y="5199"/>
                  </a:lnTo>
                  <a:lnTo>
                    <a:pt x="1850" y="5241"/>
                  </a:lnTo>
                  <a:lnTo>
                    <a:pt x="1856" y="5271"/>
                  </a:lnTo>
                  <a:lnTo>
                    <a:pt x="1836" y="5300"/>
                  </a:lnTo>
                  <a:lnTo>
                    <a:pt x="1381" y="5558"/>
                  </a:lnTo>
                  <a:lnTo>
                    <a:pt x="1177" y="5642"/>
                  </a:lnTo>
                  <a:lnTo>
                    <a:pt x="1076" y="5635"/>
                  </a:lnTo>
                  <a:lnTo>
                    <a:pt x="872" y="5742"/>
                  </a:lnTo>
                  <a:lnTo>
                    <a:pt x="846" y="5780"/>
                  </a:lnTo>
                  <a:lnTo>
                    <a:pt x="829" y="6011"/>
                  </a:lnTo>
                  <a:lnTo>
                    <a:pt x="871" y="6247"/>
                  </a:lnTo>
                  <a:lnTo>
                    <a:pt x="964" y="6312"/>
                  </a:lnTo>
                  <a:lnTo>
                    <a:pt x="1293" y="6470"/>
                  </a:lnTo>
                  <a:lnTo>
                    <a:pt x="1374" y="6499"/>
                  </a:lnTo>
                  <a:lnTo>
                    <a:pt x="1453" y="6516"/>
                  </a:lnTo>
                  <a:lnTo>
                    <a:pt x="1482" y="6519"/>
                  </a:lnTo>
                  <a:lnTo>
                    <a:pt x="1504" y="6515"/>
                  </a:lnTo>
                  <a:lnTo>
                    <a:pt x="1523" y="6492"/>
                  </a:lnTo>
                  <a:lnTo>
                    <a:pt x="1543" y="6444"/>
                  </a:lnTo>
                  <a:lnTo>
                    <a:pt x="1633" y="6469"/>
                  </a:lnTo>
                  <a:lnTo>
                    <a:pt x="1735" y="6569"/>
                  </a:lnTo>
                  <a:lnTo>
                    <a:pt x="1741" y="6589"/>
                  </a:lnTo>
                  <a:lnTo>
                    <a:pt x="1719" y="6622"/>
                  </a:lnTo>
                  <a:lnTo>
                    <a:pt x="1680" y="6657"/>
                  </a:lnTo>
                  <a:lnTo>
                    <a:pt x="1595" y="6703"/>
                  </a:lnTo>
                  <a:lnTo>
                    <a:pt x="1548" y="6727"/>
                  </a:lnTo>
                  <a:lnTo>
                    <a:pt x="1530" y="6719"/>
                  </a:lnTo>
                  <a:lnTo>
                    <a:pt x="1263" y="6749"/>
                  </a:lnTo>
                  <a:lnTo>
                    <a:pt x="1072" y="6872"/>
                  </a:lnTo>
                  <a:lnTo>
                    <a:pt x="1067" y="6870"/>
                  </a:lnTo>
                  <a:lnTo>
                    <a:pt x="1038" y="6810"/>
                  </a:lnTo>
                  <a:lnTo>
                    <a:pt x="989" y="6703"/>
                  </a:lnTo>
                  <a:lnTo>
                    <a:pt x="966" y="6608"/>
                  </a:lnTo>
                  <a:lnTo>
                    <a:pt x="973" y="6556"/>
                  </a:lnTo>
                  <a:lnTo>
                    <a:pt x="975" y="6503"/>
                  </a:lnTo>
                  <a:lnTo>
                    <a:pt x="933" y="6466"/>
                  </a:lnTo>
                  <a:lnTo>
                    <a:pt x="883" y="6443"/>
                  </a:lnTo>
                  <a:lnTo>
                    <a:pt x="533" y="6550"/>
                  </a:lnTo>
                  <a:lnTo>
                    <a:pt x="504" y="6624"/>
                  </a:lnTo>
                  <a:lnTo>
                    <a:pt x="466" y="6693"/>
                  </a:lnTo>
                  <a:lnTo>
                    <a:pt x="392" y="6820"/>
                  </a:lnTo>
                  <a:lnTo>
                    <a:pt x="321" y="6909"/>
                  </a:lnTo>
                  <a:lnTo>
                    <a:pt x="304" y="6922"/>
                  </a:lnTo>
                  <a:lnTo>
                    <a:pt x="257" y="6925"/>
                  </a:lnTo>
                  <a:lnTo>
                    <a:pt x="62" y="6827"/>
                  </a:lnTo>
                  <a:lnTo>
                    <a:pt x="23" y="6763"/>
                  </a:lnTo>
                  <a:lnTo>
                    <a:pt x="0" y="6546"/>
                  </a:lnTo>
                  <a:lnTo>
                    <a:pt x="33" y="6463"/>
                  </a:lnTo>
                  <a:lnTo>
                    <a:pt x="56" y="6448"/>
                  </a:lnTo>
                  <a:lnTo>
                    <a:pt x="172" y="6450"/>
                  </a:lnTo>
                  <a:lnTo>
                    <a:pt x="232" y="6469"/>
                  </a:lnTo>
                  <a:lnTo>
                    <a:pt x="349" y="6437"/>
                  </a:lnTo>
                  <a:lnTo>
                    <a:pt x="419" y="6360"/>
                  </a:lnTo>
                  <a:lnTo>
                    <a:pt x="510" y="6219"/>
                  </a:lnTo>
                  <a:lnTo>
                    <a:pt x="515" y="6207"/>
                  </a:lnTo>
                  <a:lnTo>
                    <a:pt x="501" y="6069"/>
                  </a:lnTo>
                  <a:lnTo>
                    <a:pt x="480" y="6026"/>
                  </a:lnTo>
                  <a:lnTo>
                    <a:pt x="353" y="5956"/>
                  </a:lnTo>
                  <a:lnTo>
                    <a:pt x="334" y="5952"/>
                  </a:lnTo>
                  <a:lnTo>
                    <a:pt x="295" y="5956"/>
                  </a:lnTo>
                  <a:lnTo>
                    <a:pt x="252" y="5988"/>
                  </a:lnTo>
                  <a:lnTo>
                    <a:pt x="229" y="5980"/>
                  </a:lnTo>
                  <a:lnTo>
                    <a:pt x="214" y="5947"/>
                  </a:lnTo>
                  <a:lnTo>
                    <a:pt x="177" y="5773"/>
                  </a:lnTo>
                  <a:lnTo>
                    <a:pt x="188" y="5763"/>
                  </a:lnTo>
                  <a:lnTo>
                    <a:pt x="276" y="5742"/>
                  </a:lnTo>
                  <a:lnTo>
                    <a:pt x="312" y="5761"/>
                  </a:lnTo>
                  <a:lnTo>
                    <a:pt x="403" y="5795"/>
                  </a:lnTo>
                  <a:lnTo>
                    <a:pt x="562" y="5786"/>
                  </a:lnTo>
                  <a:lnTo>
                    <a:pt x="583" y="5768"/>
                  </a:lnTo>
                  <a:lnTo>
                    <a:pt x="611" y="5719"/>
                  </a:lnTo>
                  <a:lnTo>
                    <a:pt x="641" y="5612"/>
                  </a:lnTo>
                  <a:lnTo>
                    <a:pt x="634" y="5526"/>
                  </a:lnTo>
                  <a:lnTo>
                    <a:pt x="605" y="5515"/>
                  </a:lnTo>
                  <a:lnTo>
                    <a:pt x="528" y="5508"/>
                  </a:lnTo>
                  <a:lnTo>
                    <a:pt x="321" y="5405"/>
                  </a:lnTo>
                  <a:lnTo>
                    <a:pt x="301" y="5383"/>
                  </a:lnTo>
                  <a:lnTo>
                    <a:pt x="301" y="5364"/>
                  </a:lnTo>
                  <a:lnTo>
                    <a:pt x="399" y="5205"/>
                  </a:lnTo>
                  <a:lnTo>
                    <a:pt x="455" y="5148"/>
                  </a:lnTo>
                  <a:lnTo>
                    <a:pt x="652" y="4795"/>
                  </a:lnTo>
                  <a:lnTo>
                    <a:pt x="655" y="4757"/>
                  </a:lnTo>
                  <a:lnTo>
                    <a:pt x="620" y="4722"/>
                  </a:lnTo>
                  <a:lnTo>
                    <a:pt x="574" y="4666"/>
                  </a:lnTo>
                  <a:lnTo>
                    <a:pt x="598" y="4617"/>
                  </a:lnTo>
                  <a:lnTo>
                    <a:pt x="889" y="4168"/>
                  </a:lnTo>
                  <a:lnTo>
                    <a:pt x="900" y="4158"/>
                  </a:lnTo>
                  <a:lnTo>
                    <a:pt x="935" y="4150"/>
                  </a:lnTo>
                  <a:lnTo>
                    <a:pt x="977" y="4212"/>
                  </a:lnTo>
                  <a:lnTo>
                    <a:pt x="979" y="4267"/>
                  </a:lnTo>
                  <a:lnTo>
                    <a:pt x="969" y="4286"/>
                  </a:lnTo>
                  <a:lnTo>
                    <a:pt x="934" y="4316"/>
                  </a:lnTo>
                  <a:lnTo>
                    <a:pt x="922" y="4367"/>
                  </a:lnTo>
                  <a:lnTo>
                    <a:pt x="929" y="4379"/>
                  </a:lnTo>
                  <a:lnTo>
                    <a:pt x="1125" y="4583"/>
                  </a:lnTo>
                  <a:lnTo>
                    <a:pt x="1167" y="4583"/>
                  </a:lnTo>
                  <a:lnTo>
                    <a:pt x="1268" y="4546"/>
                  </a:lnTo>
                  <a:lnTo>
                    <a:pt x="1272" y="4538"/>
                  </a:lnTo>
                  <a:lnTo>
                    <a:pt x="1244" y="4486"/>
                  </a:lnTo>
                  <a:lnTo>
                    <a:pt x="1275" y="4443"/>
                  </a:lnTo>
                  <a:lnTo>
                    <a:pt x="1392" y="4333"/>
                  </a:lnTo>
                  <a:lnTo>
                    <a:pt x="1497" y="4355"/>
                  </a:lnTo>
                  <a:lnTo>
                    <a:pt x="1522" y="4380"/>
                  </a:lnTo>
                  <a:lnTo>
                    <a:pt x="1553" y="4395"/>
                  </a:lnTo>
                  <a:lnTo>
                    <a:pt x="1577" y="4393"/>
                  </a:lnTo>
                  <a:lnTo>
                    <a:pt x="1663" y="4355"/>
                  </a:lnTo>
                  <a:lnTo>
                    <a:pt x="1718" y="4286"/>
                  </a:lnTo>
                  <a:lnTo>
                    <a:pt x="1873" y="4041"/>
                  </a:lnTo>
                  <a:lnTo>
                    <a:pt x="1971" y="3931"/>
                  </a:lnTo>
                  <a:lnTo>
                    <a:pt x="2086" y="3885"/>
                  </a:lnTo>
                  <a:lnTo>
                    <a:pt x="2169" y="3845"/>
                  </a:lnTo>
                  <a:lnTo>
                    <a:pt x="2300" y="3764"/>
                  </a:lnTo>
                  <a:lnTo>
                    <a:pt x="2307" y="3423"/>
                  </a:lnTo>
                  <a:lnTo>
                    <a:pt x="2311" y="3234"/>
                  </a:lnTo>
                  <a:lnTo>
                    <a:pt x="2234" y="3200"/>
                  </a:lnTo>
                  <a:lnTo>
                    <a:pt x="1994" y="3091"/>
                  </a:lnTo>
                  <a:lnTo>
                    <a:pt x="1721" y="2956"/>
                  </a:lnTo>
                  <a:lnTo>
                    <a:pt x="1715" y="2942"/>
                  </a:lnTo>
                  <a:lnTo>
                    <a:pt x="1728" y="2635"/>
                  </a:lnTo>
                  <a:lnTo>
                    <a:pt x="1734" y="2611"/>
                  </a:lnTo>
                  <a:lnTo>
                    <a:pt x="1852" y="2575"/>
                  </a:lnTo>
                  <a:lnTo>
                    <a:pt x="1883" y="2585"/>
                  </a:lnTo>
                  <a:lnTo>
                    <a:pt x="1961" y="2657"/>
                  </a:lnTo>
                  <a:lnTo>
                    <a:pt x="2145" y="2656"/>
                  </a:lnTo>
                  <a:lnTo>
                    <a:pt x="2181" y="2616"/>
                  </a:lnTo>
                  <a:lnTo>
                    <a:pt x="2181" y="2579"/>
                  </a:lnTo>
                  <a:lnTo>
                    <a:pt x="2164" y="2557"/>
                  </a:lnTo>
                  <a:lnTo>
                    <a:pt x="2149" y="2497"/>
                  </a:lnTo>
                  <a:lnTo>
                    <a:pt x="2243" y="2319"/>
                  </a:lnTo>
                  <a:lnTo>
                    <a:pt x="2255" y="2312"/>
                  </a:lnTo>
                  <a:lnTo>
                    <a:pt x="2312" y="2311"/>
                  </a:lnTo>
                  <a:lnTo>
                    <a:pt x="2383" y="2357"/>
                  </a:lnTo>
                  <a:lnTo>
                    <a:pt x="2401" y="2381"/>
                  </a:lnTo>
                  <a:lnTo>
                    <a:pt x="2493" y="2422"/>
                  </a:lnTo>
                  <a:lnTo>
                    <a:pt x="2528" y="2425"/>
                  </a:lnTo>
                  <a:lnTo>
                    <a:pt x="2686" y="2393"/>
                  </a:lnTo>
                  <a:lnTo>
                    <a:pt x="3060" y="2237"/>
                  </a:lnTo>
                  <a:lnTo>
                    <a:pt x="3268" y="1724"/>
                  </a:lnTo>
                  <a:lnTo>
                    <a:pt x="3266" y="1679"/>
                  </a:lnTo>
                  <a:lnTo>
                    <a:pt x="3244" y="1564"/>
                  </a:lnTo>
                  <a:lnTo>
                    <a:pt x="3232" y="1546"/>
                  </a:lnTo>
                  <a:lnTo>
                    <a:pt x="3200" y="1528"/>
                  </a:lnTo>
                  <a:lnTo>
                    <a:pt x="3151" y="1503"/>
                  </a:lnTo>
                  <a:lnTo>
                    <a:pt x="3108" y="1467"/>
                  </a:lnTo>
                  <a:lnTo>
                    <a:pt x="3084" y="1436"/>
                  </a:lnTo>
                  <a:lnTo>
                    <a:pt x="3078" y="1411"/>
                  </a:lnTo>
                  <a:lnTo>
                    <a:pt x="3082" y="1391"/>
                  </a:lnTo>
                  <a:lnTo>
                    <a:pt x="3152" y="1284"/>
                  </a:lnTo>
                  <a:lnTo>
                    <a:pt x="3163" y="1271"/>
                  </a:lnTo>
                  <a:lnTo>
                    <a:pt x="3199" y="1240"/>
                  </a:lnTo>
                  <a:lnTo>
                    <a:pt x="3989" y="720"/>
                  </a:lnTo>
                  <a:lnTo>
                    <a:pt x="4112" y="682"/>
                  </a:lnTo>
                  <a:lnTo>
                    <a:pt x="4309" y="690"/>
                  </a:lnTo>
                  <a:lnTo>
                    <a:pt x="4394" y="653"/>
                  </a:lnTo>
                  <a:lnTo>
                    <a:pt x="4476" y="602"/>
                  </a:lnTo>
                  <a:lnTo>
                    <a:pt x="4526" y="585"/>
                  </a:lnTo>
                  <a:lnTo>
                    <a:pt x="4578" y="576"/>
                  </a:lnTo>
                  <a:lnTo>
                    <a:pt x="4645" y="578"/>
                  </a:lnTo>
                  <a:lnTo>
                    <a:pt x="4703" y="609"/>
                  </a:lnTo>
                  <a:lnTo>
                    <a:pt x="4712" y="639"/>
                  </a:lnTo>
                  <a:lnTo>
                    <a:pt x="4722" y="720"/>
                  </a:lnTo>
                  <a:lnTo>
                    <a:pt x="4719" y="788"/>
                  </a:lnTo>
                  <a:lnTo>
                    <a:pt x="4727" y="801"/>
                  </a:lnTo>
                  <a:lnTo>
                    <a:pt x="4806" y="855"/>
                  </a:lnTo>
                  <a:lnTo>
                    <a:pt x="4934" y="920"/>
                  </a:lnTo>
                  <a:lnTo>
                    <a:pt x="4984" y="919"/>
                  </a:lnTo>
                  <a:lnTo>
                    <a:pt x="5066" y="886"/>
                  </a:lnTo>
                  <a:lnTo>
                    <a:pt x="5078" y="869"/>
                  </a:lnTo>
                  <a:lnTo>
                    <a:pt x="5060" y="802"/>
                  </a:lnTo>
                  <a:lnTo>
                    <a:pt x="5071" y="563"/>
                  </a:lnTo>
                  <a:lnTo>
                    <a:pt x="5105" y="429"/>
                  </a:lnTo>
                  <a:lnTo>
                    <a:pt x="5172" y="359"/>
                  </a:lnTo>
                  <a:lnTo>
                    <a:pt x="5195" y="348"/>
                  </a:lnTo>
                  <a:lnTo>
                    <a:pt x="5251" y="326"/>
                  </a:lnTo>
                  <a:lnTo>
                    <a:pt x="5317" y="323"/>
                  </a:lnTo>
                  <a:lnTo>
                    <a:pt x="5501" y="266"/>
                  </a:lnTo>
                  <a:lnTo>
                    <a:pt x="5632" y="200"/>
                  </a:lnTo>
                  <a:lnTo>
                    <a:pt x="5661" y="166"/>
                  </a:lnTo>
                  <a:lnTo>
                    <a:pt x="5676" y="134"/>
                  </a:lnTo>
                  <a:lnTo>
                    <a:pt x="5722" y="87"/>
                  </a:lnTo>
                  <a:lnTo>
                    <a:pt x="5839" y="32"/>
                  </a:lnTo>
                  <a:lnTo>
                    <a:pt x="5915" y="3"/>
                  </a:lnTo>
                  <a:lnTo>
                    <a:pt x="6012" y="0"/>
                  </a:lnTo>
                  <a:lnTo>
                    <a:pt x="6027" y="2"/>
                  </a:lnTo>
                  <a:lnTo>
                    <a:pt x="6058" y="33"/>
                  </a:lnTo>
                  <a:lnTo>
                    <a:pt x="6086" y="130"/>
                  </a:lnTo>
                  <a:lnTo>
                    <a:pt x="6105" y="224"/>
                  </a:lnTo>
                  <a:lnTo>
                    <a:pt x="6104" y="284"/>
                  </a:lnTo>
                  <a:lnTo>
                    <a:pt x="6109" y="292"/>
                  </a:lnTo>
                  <a:lnTo>
                    <a:pt x="6327" y="45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l999"/>
            <p:cNvSpPr/>
            <p:nvPr/>
          </p:nvSpPr>
          <p:spPr>
            <a:xfrm>
              <a:off x="4321847" y="5879119"/>
              <a:ext cx="601" cy="810"/>
            </a:xfrm>
            <a:custGeom>
              <a:avLst/>
              <a:pathLst>
                <a:path w="601" h="810">
                  <a:moveTo>
                    <a:pt x="148" y="810"/>
                  </a:moveTo>
                  <a:lnTo>
                    <a:pt x="88" y="806"/>
                  </a:lnTo>
                  <a:lnTo>
                    <a:pt x="63" y="786"/>
                  </a:lnTo>
                  <a:lnTo>
                    <a:pt x="19" y="741"/>
                  </a:lnTo>
                  <a:lnTo>
                    <a:pt x="0" y="677"/>
                  </a:lnTo>
                  <a:lnTo>
                    <a:pt x="29" y="410"/>
                  </a:lnTo>
                  <a:lnTo>
                    <a:pt x="101" y="360"/>
                  </a:lnTo>
                  <a:lnTo>
                    <a:pt x="123" y="360"/>
                  </a:lnTo>
                  <a:lnTo>
                    <a:pt x="154" y="354"/>
                  </a:lnTo>
                  <a:lnTo>
                    <a:pt x="192" y="334"/>
                  </a:lnTo>
                  <a:lnTo>
                    <a:pt x="223" y="303"/>
                  </a:lnTo>
                  <a:lnTo>
                    <a:pt x="362" y="126"/>
                  </a:lnTo>
                  <a:lnTo>
                    <a:pt x="439" y="0"/>
                  </a:lnTo>
                  <a:lnTo>
                    <a:pt x="458" y="2"/>
                  </a:lnTo>
                  <a:lnTo>
                    <a:pt x="479" y="16"/>
                  </a:lnTo>
                  <a:lnTo>
                    <a:pt x="455" y="103"/>
                  </a:lnTo>
                  <a:lnTo>
                    <a:pt x="432" y="166"/>
                  </a:lnTo>
                  <a:lnTo>
                    <a:pt x="406" y="238"/>
                  </a:lnTo>
                  <a:lnTo>
                    <a:pt x="405" y="293"/>
                  </a:lnTo>
                  <a:lnTo>
                    <a:pt x="420" y="330"/>
                  </a:lnTo>
                  <a:lnTo>
                    <a:pt x="454" y="374"/>
                  </a:lnTo>
                  <a:lnTo>
                    <a:pt x="470" y="379"/>
                  </a:lnTo>
                  <a:lnTo>
                    <a:pt x="532" y="412"/>
                  </a:lnTo>
                  <a:lnTo>
                    <a:pt x="577" y="556"/>
                  </a:lnTo>
                  <a:lnTo>
                    <a:pt x="599" y="647"/>
                  </a:lnTo>
                  <a:lnTo>
                    <a:pt x="601" y="686"/>
                  </a:lnTo>
                  <a:lnTo>
                    <a:pt x="583" y="713"/>
                  </a:lnTo>
                  <a:lnTo>
                    <a:pt x="538" y="736"/>
                  </a:lnTo>
                  <a:lnTo>
                    <a:pt x="148" y="8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l1000"/>
            <p:cNvSpPr/>
            <p:nvPr/>
          </p:nvSpPr>
          <p:spPr>
            <a:xfrm>
              <a:off x="4323300" y="5875761"/>
              <a:ext cx="7993" cy="11279"/>
            </a:xfrm>
            <a:custGeom>
              <a:avLst/>
              <a:pathLst>
                <a:path w="7993" h="11279">
                  <a:moveTo>
                    <a:pt x="6893" y="300"/>
                  </a:moveTo>
                  <a:lnTo>
                    <a:pt x="7078" y="347"/>
                  </a:lnTo>
                  <a:lnTo>
                    <a:pt x="7347" y="322"/>
                  </a:lnTo>
                  <a:lnTo>
                    <a:pt x="7360" y="257"/>
                  </a:lnTo>
                  <a:lnTo>
                    <a:pt x="7370" y="245"/>
                  </a:lnTo>
                  <a:lnTo>
                    <a:pt x="7450" y="206"/>
                  </a:lnTo>
                  <a:lnTo>
                    <a:pt x="7499" y="196"/>
                  </a:lnTo>
                  <a:lnTo>
                    <a:pt x="7904" y="225"/>
                  </a:lnTo>
                  <a:lnTo>
                    <a:pt x="7961" y="254"/>
                  </a:lnTo>
                  <a:lnTo>
                    <a:pt x="7987" y="275"/>
                  </a:lnTo>
                  <a:lnTo>
                    <a:pt x="7993" y="292"/>
                  </a:lnTo>
                  <a:lnTo>
                    <a:pt x="7987" y="328"/>
                  </a:lnTo>
                  <a:lnTo>
                    <a:pt x="7908" y="416"/>
                  </a:lnTo>
                  <a:lnTo>
                    <a:pt x="7765" y="463"/>
                  </a:lnTo>
                  <a:lnTo>
                    <a:pt x="7763" y="473"/>
                  </a:lnTo>
                  <a:lnTo>
                    <a:pt x="7768" y="528"/>
                  </a:lnTo>
                  <a:lnTo>
                    <a:pt x="7850" y="799"/>
                  </a:lnTo>
                  <a:lnTo>
                    <a:pt x="7888" y="870"/>
                  </a:lnTo>
                  <a:lnTo>
                    <a:pt x="7914" y="892"/>
                  </a:lnTo>
                  <a:lnTo>
                    <a:pt x="7962" y="903"/>
                  </a:lnTo>
                  <a:lnTo>
                    <a:pt x="7978" y="949"/>
                  </a:lnTo>
                  <a:lnTo>
                    <a:pt x="7976" y="983"/>
                  </a:lnTo>
                  <a:lnTo>
                    <a:pt x="7794" y="1321"/>
                  </a:lnTo>
                  <a:lnTo>
                    <a:pt x="7651" y="1462"/>
                  </a:lnTo>
                  <a:lnTo>
                    <a:pt x="7401" y="1799"/>
                  </a:lnTo>
                  <a:lnTo>
                    <a:pt x="7355" y="1832"/>
                  </a:lnTo>
                  <a:lnTo>
                    <a:pt x="7315" y="1834"/>
                  </a:lnTo>
                  <a:lnTo>
                    <a:pt x="6997" y="1764"/>
                  </a:lnTo>
                  <a:lnTo>
                    <a:pt x="6845" y="1787"/>
                  </a:lnTo>
                  <a:lnTo>
                    <a:pt x="6820" y="1890"/>
                  </a:lnTo>
                  <a:lnTo>
                    <a:pt x="6822" y="1977"/>
                  </a:lnTo>
                  <a:lnTo>
                    <a:pt x="6784" y="2018"/>
                  </a:lnTo>
                  <a:lnTo>
                    <a:pt x="6701" y="2032"/>
                  </a:lnTo>
                  <a:lnTo>
                    <a:pt x="6470" y="2047"/>
                  </a:lnTo>
                  <a:lnTo>
                    <a:pt x="6263" y="2047"/>
                  </a:lnTo>
                  <a:lnTo>
                    <a:pt x="6021" y="2019"/>
                  </a:lnTo>
                  <a:lnTo>
                    <a:pt x="5965" y="1998"/>
                  </a:lnTo>
                  <a:lnTo>
                    <a:pt x="5946" y="1961"/>
                  </a:lnTo>
                  <a:lnTo>
                    <a:pt x="5821" y="1820"/>
                  </a:lnTo>
                  <a:lnTo>
                    <a:pt x="5793" y="1790"/>
                  </a:lnTo>
                  <a:lnTo>
                    <a:pt x="5733" y="1744"/>
                  </a:lnTo>
                  <a:lnTo>
                    <a:pt x="5685" y="1746"/>
                  </a:lnTo>
                  <a:lnTo>
                    <a:pt x="5684" y="1770"/>
                  </a:lnTo>
                  <a:lnTo>
                    <a:pt x="5696" y="1787"/>
                  </a:lnTo>
                  <a:lnTo>
                    <a:pt x="5718" y="1810"/>
                  </a:lnTo>
                  <a:lnTo>
                    <a:pt x="5731" y="1809"/>
                  </a:lnTo>
                  <a:lnTo>
                    <a:pt x="5759" y="1791"/>
                  </a:lnTo>
                  <a:lnTo>
                    <a:pt x="5774" y="1794"/>
                  </a:lnTo>
                  <a:lnTo>
                    <a:pt x="5813" y="1895"/>
                  </a:lnTo>
                  <a:lnTo>
                    <a:pt x="5809" y="1914"/>
                  </a:lnTo>
                  <a:lnTo>
                    <a:pt x="5664" y="2200"/>
                  </a:lnTo>
                  <a:lnTo>
                    <a:pt x="5648" y="2216"/>
                  </a:lnTo>
                  <a:lnTo>
                    <a:pt x="5612" y="2232"/>
                  </a:lnTo>
                  <a:lnTo>
                    <a:pt x="5564" y="2242"/>
                  </a:lnTo>
                  <a:lnTo>
                    <a:pt x="5492" y="2334"/>
                  </a:lnTo>
                  <a:lnTo>
                    <a:pt x="5445" y="2406"/>
                  </a:lnTo>
                  <a:lnTo>
                    <a:pt x="5401" y="2498"/>
                  </a:lnTo>
                  <a:lnTo>
                    <a:pt x="5389" y="2613"/>
                  </a:lnTo>
                  <a:lnTo>
                    <a:pt x="5177" y="3044"/>
                  </a:lnTo>
                  <a:lnTo>
                    <a:pt x="5115" y="3189"/>
                  </a:lnTo>
                  <a:lnTo>
                    <a:pt x="5077" y="3322"/>
                  </a:lnTo>
                  <a:lnTo>
                    <a:pt x="5134" y="3366"/>
                  </a:lnTo>
                  <a:lnTo>
                    <a:pt x="5146" y="3375"/>
                  </a:lnTo>
                  <a:lnTo>
                    <a:pt x="5192" y="3432"/>
                  </a:lnTo>
                  <a:lnTo>
                    <a:pt x="5203" y="3457"/>
                  </a:lnTo>
                  <a:lnTo>
                    <a:pt x="5012" y="3615"/>
                  </a:lnTo>
                  <a:lnTo>
                    <a:pt x="4928" y="3669"/>
                  </a:lnTo>
                  <a:lnTo>
                    <a:pt x="4860" y="3740"/>
                  </a:lnTo>
                  <a:lnTo>
                    <a:pt x="4816" y="3794"/>
                  </a:lnTo>
                  <a:lnTo>
                    <a:pt x="4770" y="3887"/>
                  </a:lnTo>
                  <a:lnTo>
                    <a:pt x="4707" y="4021"/>
                  </a:lnTo>
                  <a:lnTo>
                    <a:pt x="4584" y="4450"/>
                  </a:lnTo>
                  <a:lnTo>
                    <a:pt x="4535" y="4645"/>
                  </a:lnTo>
                  <a:lnTo>
                    <a:pt x="4522" y="4714"/>
                  </a:lnTo>
                  <a:lnTo>
                    <a:pt x="4503" y="4912"/>
                  </a:lnTo>
                  <a:lnTo>
                    <a:pt x="4507" y="5142"/>
                  </a:lnTo>
                  <a:lnTo>
                    <a:pt x="4524" y="5282"/>
                  </a:lnTo>
                  <a:lnTo>
                    <a:pt x="4613" y="5340"/>
                  </a:lnTo>
                  <a:lnTo>
                    <a:pt x="4655" y="5341"/>
                  </a:lnTo>
                  <a:lnTo>
                    <a:pt x="4712" y="5356"/>
                  </a:lnTo>
                  <a:lnTo>
                    <a:pt x="4929" y="5496"/>
                  </a:lnTo>
                  <a:lnTo>
                    <a:pt x="4938" y="5529"/>
                  </a:lnTo>
                  <a:lnTo>
                    <a:pt x="4908" y="5656"/>
                  </a:lnTo>
                  <a:lnTo>
                    <a:pt x="4890" y="5691"/>
                  </a:lnTo>
                  <a:lnTo>
                    <a:pt x="4883" y="5765"/>
                  </a:lnTo>
                  <a:lnTo>
                    <a:pt x="4913" y="5913"/>
                  </a:lnTo>
                  <a:lnTo>
                    <a:pt x="4946" y="6016"/>
                  </a:lnTo>
                  <a:lnTo>
                    <a:pt x="4996" y="6104"/>
                  </a:lnTo>
                  <a:lnTo>
                    <a:pt x="5043" y="6096"/>
                  </a:lnTo>
                  <a:lnTo>
                    <a:pt x="5086" y="6091"/>
                  </a:lnTo>
                  <a:lnTo>
                    <a:pt x="5218" y="6232"/>
                  </a:lnTo>
                  <a:lnTo>
                    <a:pt x="5250" y="6294"/>
                  </a:lnTo>
                  <a:lnTo>
                    <a:pt x="5297" y="6428"/>
                  </a:lnTo>
                  <a:lnTo>
                    <a:pt x="5296" y="6461"/>
                  </a:lnTo>
                  <a:lnTo>
                    <a:pt x="5120" y="6720"/>
                  </a:lnTo>
                  <a:lnTo>
                    <a:pt x="5109" y="6731"/>
                  </a:lnTo>
                  <a:lnTo>
                    <a:pt x="5088" y="6743"/>
                  </a:lnTo>
                  <a:lnTo>
                    <a:pt x="5012" y="6760"/>
                  </a:lnTo>
                  <a:lnTo>
                    <a:pt x="4934" y="6792"/>
                  </a:lnTo>
                  <a:lnTo>
                    <a:pt x="4896" y="6824"/>
                  </a:lnTo>
                  <a:lnTo>
                    <a:pt x="4640" y="7141"/>
                  </a:lnTo>
                  <a:lnTo>
                    <a:pt x="4447" y="7333"/>
                  </a:lnTo>
                  <a:lnTo>
                    <a:pt x="4330" y="7645"/>
                  </a:lnTo>
                  <a:lnTo>
                    <a:pt x="4321" y="7681"/>
                  </a:lnTo>
                  <a:lnTo>
                    <a:pt x="4330" y="7743"/>
                  </a:lnTo>
                  <a:lnTo>
                    <a:pt x="4229" y="7923"/>
                  </a:lnTo>
                  <a:lnTo>
                    <a:pt x="4145" y="8037"/>
                  </a:lnTo>
                  <a:lnTo>
                    <a:pt x="4001" y="8360"/>
                  </a:lnTo>
                  <a:lnTo>
                    <a:pt x="3998" y="8370"/>
                  </a:lnTo>
                  <a:lnTo>
                    <a:pt x="4006" y="8473"/>
                  </a:lnTo>
                  <a:lnTo>
                    <a:pt x="4075" y="8774"/>
                  </a:lnTo>
                  <a:lnTo>
                    <a:pt x="4137" y="8943"/>
                  </a:lnTo>
                  <a:lnTo>
                    <a:pt x="4178" y="9020"/>
                  </a:lnTo>
                  <a:lnTo>
                    <a:pt x="4436" y="9212"/>
                  </a:lnTo>
                  <a:lnTo>
                    <a:pt x="4389" y="9406"/>
                  </a:lnTo>
                  <a:lnTo>
                    <a:pt x="4381" y="9642"/>
                  </a:lnTo>
                  <a:lnTo>
                    <a:pt x="4380" y="9674"/>
                  </a:lnTo>
                  <a:lnTo>
                    <a:pt x="4390" y="9690"/>
                  </a:lnTo>
                  <a:lnTo>
                    <a:pt x="4423" y="9717"/>
                  </a:lnTo>
                  <a:lnTo>
                    <a:pt x="4440" y="9719"/>
                  </a:lnTo>
                  <a:lnTo>
                    <a:pt x="4587" y="9686"/>
                  </a:lnTo>
                  <a:lnTo>
                    <a:pt x="4735" y="9608"/>
                  </a:lnTo>
                  <a:lnTo>
                    <a:pt x="4823" y="9586"/>
                  </a:lnTo>
                  <a:lnTo>
                    <a:pt x="4832" y="9589"/>
                  </a:lnTo>
                  <a:lnTo>
                    <a:pt x="4848" y="9599"/>
                  </a:lnTo>
                  <a:lnTo>
                    <a:pt x="4867" y="9634"/>
                  </a:lnTo>
                  <a:lnTo>
                    <a:pt x="4876" y="9836"/>
                  </a:lnTo>
                  <a:lnTo>
                    <a:pt x="5035" y="10063"/>
                  </a:lnTo>
                  <a:lnTo>
                    <a:pt x="5036" y="10078"/>
                  </a:lnTo>
                  <a:lnTo>
                    <a:pt x="4886" y="10232"/>
                  </a:lnTo>
                  <a:lnTo>
                    <a:pt x="4800" y="10285"/>
                  </a:lnTo>
                  <a:lnTo>
                    <a:pt x="4731" y="10341"/>
                  </a:lnTo>
                  <a:lnTo>
                    <a:pt x="4641" y="10461"/>
                  </a:lnTo>
                  <a:lnTo>
                    <a:pt x="4642" y="10481"/>
                  </a:lnTo>
                  <a:lnTo>
                    <a:pt x="4377" y="10674"/>
                  </a:lnTo>
                  <a:lnTo>
                    <a:pt x="4082" y="10814"/>
                  </a:lnTo>
                  <a:lnTo>
                    <a:pt x="4041" y="10826"/>
                  </a:lnTo>
                  <a:lnTo>
                    <a:pt x="3999" y="10836"/>
                  </a:lnTo>
                  <a:lnTo>
                    <a:pt x="3874" y="10839"/>
                  </a:lnTo>
                  <a:lnTo>
                    <a:pt x="3759" y="10812"/>
                  </a:lnTo>
                  <a:lnTo>
                    <a:pt x="3717" y="10898"/>
                  </a:lnTo>
                  <a:lnTo>
                    <a:pt x="3601" y="11039"/>
                  </a:lnTo>
                  <a:lnTo>
                    <a:pt x="3590" y="11049"/>
                  </a:lnTo>
                  <a:lnTo>
                    <a:pt x="3498" y="11124"/>
                  </a:lnTo>
                  <a:lnTo>
                    <a:pt x="3260" y="11240"/>
                  </a:lnTo>
                  <a:lnTo>
                    <a:pt x="3177" y="11274"/>
                  </a:lnTo>
                  <a:lnTo>
                    <a:pt x="3092" y="11279"/>
                  </a:lnTo>
                  <a:lnTo>
                    <a:pt x="2997" y="11265"/>
                  </a:lnTo>
                  <a:lnTo>
                    <a:pt x="2997" y="11243"/>
                  </a:lnTo>
                  <a:lnTo>
                    <a:pt x="3085" y="11158"/>
                  </a:lnTo>
                  <a:lnTo>
                    <a:pt x="3059" y="11098"/>
                  </a:lnTo>
                  <a:lnTo>
                    <a:pt x="3028" y="11065"/>
                  </a:lnTo>
                  <a:lnTo>
                    <a:pt x="2769" y="10934"/>
                  </a:lnTo>
                  <a:lnTo>
                    <a:pt x="2720" y="10950"/>
                  </a:lnTo>
                  <a:lnTo>
                    <a:pt x="2673" y="10979"/>
                  </a:lnTo>
                  <a:lnTo>
                    <a:pt x="2597" y="11010"/>
                  </a:lnTo>
                  <a:lnTo>
                    <a:pt x="2562" y="11011"/>
                  </a:lnTo>
                  <a:lnTo>
                    <a:pt x="2549" y="10995"/>
                  </a:lnTo>
                  <a:lnTo>
                    <a:pt x="2549" y="10976"/>
                  </a:lnTo>
                  <a:lnTo>
                    <a:pt x="2609" y="10840"/>
                  </a:lnTo>
                  <a:lnTo>
                    <a:pt x="2642" y="10802"/>
                  </a:lnTo>
                  <a:lnTo>
                    <a:pt x="2673" y="10787"/>
                  </a:lnTo>
                  <a:lnTo>
                    <a:pt x="2931" y="10554"/>
                  </a:lnTo>
                  <a:lnTo>
                    <a:pt x="3096" y="10309"/>
                  </a:lnTo>
                  <a:lnTo>
                    <a:pt x="3204" y="10142"/>
                  </a:lnTo>
                  <a:lnTo>
                    <a:pt x="3178" y="10074"/>
                  </a:lnTo>
                  <a:lnTo>
                    <a:pt x="3093" y="9937"/>
                  </a:lnTo>
                  <a:lnTo>
                    <a:pt x="3054" y="9883"/>
                  </a:lnTo>
                  <a:lnTo>
                    <a:pt x="2985" y="9857"/>
                  </a:lnTo>
                  <a:lnTo>
                    <a:pt x="2908" y="9881"/>
                  </a:lnTo>
                  <a:lnTo>
                    <a:pt x="2717" y="9961"/>
                  </a:lnTo>
                  <a:lnTo>
                    <a:pt x="2699" y="9970"/>
                  </a:lnTo>
                  <a:lnTo>
                    <a:pt x="2500" y="10138"/>
                  </a:lnTo>
                  <a:lnTo>
                    <a:pt x="2447" y="10182"/>
                  </a:lnTo>
                  <a:lnTo>
                    <a:pt x="2353" y="10286"/>
                  </a:lnTo>
                  <a:lnTo>
                    <a:pt x="2312" y="10349"/>
                  </a:lnTo>
                  <a:lnTo>
                    <a:pt x="2273" y="10367"/>
                  </a:lnTo>
                  <a:lnTo>
                    <a:pt x="2247" y="10369"/>
                  </a:lnTo>
                  <a:lnTo>
                    <a:pt x="2138" y="10297"/>
                  </a:lnTo>
                  <a:lnTo>
                    <a:pt x="2123" y="10266"/>
                  </a:lnTo>
                  <a:lnTo>
                    <a:pt x="2126" y="9946"/>
                  </a:lnTo>
                  <a:lnTo>
                    <a:pt x="2134" y="9923"/>
                  </a:lnTo>
                  <a:lnTo>
                    <a:pt x="2172" y="9835"/>
                  </a:lnTo>
                  <a:lnTo>
                    <a:pt x="2233" y="9788"/>
                  </a:lnTo>
                  <a:lnTo>
                    <a:pt x="2277" y="9793"/>
                  </a:lnTo>
                  <a:lnTo>
                    <a:pt x="2304" y="9812"/>
                  </a:lnTo>
                  <a:lnTo>
                    <a:pt x="2353" y="9801"/>
                  </a:lnTo>
                  <a:lnTo>
                    <a:pt x="2391" y="9750"/>
                  </a:lnTo>
                  <a:lnTo>
                    <a:pt x="2391" y="9715"/>
                  </a:lnTo>
                  <a:lnTo>
                    <a:pt x="2284" y="9523"/>
                  </a:lnTo>
                  <a:lnTo>
                    <a:pt x="2233" y="9490"/>
                  </a:lnTo>
                  <a:lnTo>
                    <a:pt x="2310" y="9243"/>
                  </a:lnTo>
                  <a:lnTo>
                    <a:pt x="2337" y="9177"/>
                  </a:lnTo>
                  <a:lnTo>
                    <a:pt x="2374" y="9117"/>
                  </a:lnTo>
                  <a:lnTo>
                    <a:pt x="2411" y="9082"/>
                  </a:lnTo>
                  <a:lnTo>
                    <a:pt x="2492" y="9063"/>
                  </a:lnTo>
                  <a:lnTo>
                    <a:pt x="2522" y="9067"/>
                  </a:lnTo>
                  <a:lnTo>
                    <a:pt x="2551" y="9054"/>
                  </a:lnTo>
                  <a:lnTo>
                    <a:pt x="2759" y="8966"/>
                  </a:lnTo>
                  <a:lnTo>
                    <a:pt x="2733" y="8827"/>
                  </a:lnTo>
                  <a:lnTo>
                    <a:pt x="2557" y="8827"/>
                  </a:lnTo>
                  <a:lnTo>
                    <a:pt x="2516" y="8831"/>
                  </a:lnTo>
                  <a:lnTo>
                    <a:pt x="2460" y="8828"/>
                  </a:lnTo>
                  <a:lnTo>
                    <a:pt x="2365" y="8805"/>
                  </a:lnTo>
                  <a:lnTo>
                    <a:pt x="2354" y="8782"/>
                  </a:lnTo>
                  <a:lnTo>
                    <a:pt x="2351" y="8755"/>
                  </a:lnTo>
                  <a:lnTo>
                    <a:pt x="2357" y="8653"/>
                  </a:lnTo>
                  <a:lnTo>
                    <a:pt x="2367" y="8640"/>
                  </a:lnTo>
                  <a:lnTo>
                    <a:pt x="2387" y="8635"/>
                  </a:lnTo>
                  <a:lnTo>
                    <a:pt x="2408" y="8592"/>
                  </a:lnTo>
                  <a:lnTo>
                    <a:pt x="2408" y="8567"/>
                  </a:lnTo>
                  <a:lnTo>
                    <a:pt x="2395" y="8534"/>
                  </a:lnTo>
                  <a:lnTo>
                    <a:pt x="2367" y="8495"/>
                  </a:lnTo>
                  <a:lnTo>
                    <a:pt x="2301" y="8459"/>
                  </a:lnTo>
                  <a:lnTo>
                    <a:pt x="2225" y="8535"/>
                  </a:lnTo>
                  <a:lnTo>
                    <a:pt x="2085" y="8764"/>
                  </a:lnTo>
                  <a:lnTo>
                    <a:pt x="2043" y="8846"/>
                  </a:lnTo>
                  <a:lnTo>
                    <a:pt x="2031" y="8870"/>
                  </a:lnTo>
                  <a:lnTo>
                    <a:pt x="1979" y="9007"/>
                  </a:lnTo>
                  <a:lnTo>
                    <a:pt x="1934" y="9052"/>
                  </a:lnTo>
                  <a:lnTo>
                    <a:pt x="1687" y="9213"/>
                  </a:lnTo>
                  <a:lnTo>
                    <a:pt x="1464" y="9256"/>
                  </a:lnTo>
                  <a:lnTo>
                    <a:pt x="1290" y="9278"/>
                  </a:lnTo>
                  <a:lnTo>
                    <a:pt x="1202" y="9272"/>
                  </a:lnTo>
                  <a:lnTo>
                    <a:pt x="1189" y="9255"/>
                  </a:lnTo>
                  <a:lnTo>
                    <a:pt x="1155" y="9145"/>
                  </a:lnTo>
                  <a:lnTo>
                    <a:pt x="1110" y="8882"/>
                  </a:lnTo>
                  <a:lnTo>
                    <a:pt x="1111" y="8759"/>
                  </a:lnTo>
                  <a:lnTo>
                    <a:pt x="1173" y="8617"/>
                  </a:lnTo>
                  <a:lnTo>
                    <a:pt x="1247" y="8508"/>
                  </a:lnTo>
                  <a:lnTo>
                    <a:pt x="1346" y="8441"/>
                  </a:lnTo>
                  <a:lnTo>
                    <a:pt x="1376" y="8429"/>
                  </a:lnTo>
                  <a:lnTo>
                    <a:pt x="1551" y="8298"/>
                  </a:lnTo>
                  <a:lnTo>
                    <a:pt x="1575" y="8252"/>
                  </a:lnTo>
                  <a:lnTo>
                    <a:pt x="1570" y="8158"/>
                  </a:lnTo>
                  <a:lnTo>
                    <a:pt x="1546" y="8106"/>
                  </a:lnTo>
                  <a:lnTo>
                    <a:pt x="1470" y="8107"/>
                  </a:lnTo>
                  <a:lnTo>
                    <a:pt x="1455" y="8085"/>
                  </a:lnTo>
                  <a:lnTo>
                    <a:pt x="1459" y="8060"/>
                  </a:lnTo>
                  <a:lnTo>
                    <a:pt x="1500" y="7863"/>
                  </a:lnTo>
                  <a:lnTo>
                    <a:pt x="1529" y="7837"/>
                  </a:lnTo>
                  <a:lnTo>
                    <a:pt x="1682" y="7806"/>
                  </a:lnTo>
                  <a:lnTo>
                    <a:pt x="1850" y="7736"/>
                  </a:lnTo>
                  <a:lnTo>
                    <a:pt x="1900" y="7704"/>
                  </a:lnTo>
                  <a:lnTo>
                    <a:pt x="1907" y="7661"/>
                  </a:lnTo>
                  <a:lnTo>
                    <a:pt x="1968" y="7341"/>
                  </a:lnTo>
                  <a:lnTo>
                    <a:pt x="2048" y="7284"/>
                  </a:lnTo>
                  <a:lnTo>
                    <a:pt x="2067" y="7112"/>
                  </a:lnTo>
                  <a:lnTo>
                    <a:pt x="2078" y="6989"/>
                  </a:lnTo>
                  <a:lnTo>
                    <a:pt x="2048" y="6939"/>
                  </a:lnTo>
                  <a:lnTo>
                    <a:pt x="2054" y="6908"/>
                  </a:lnTo>
                  <a:lnTo>
                    <a:pt x="2068" y="6890"/>
                  </a:lnTo>
                  <a:lnTo>
                    <a:pt x="2206" y="6814"/>
                  </a:lnTo>
                  <a:lnTo>
                    <a:pt x="2273" y="6806"/>
                  </a:lnTo>
                  <a:lnTo>
                    <a:pt x="2666" y="6784"/>
                  </a:lnTo>
                  <a:lnTo>
                    <a:pt x="2747" y="6794"/>
                  </a:lnTo>
                  <a:lnTo>
                    <a:pt x="2759" y="6826"/>
                  </a:lnTo>
                  <a:lnTo>
                    <a:pt x="2773" y="7026"/>
                  </a:lnTo>
                  <a:lnTo>
                    <a:pt x="2757" y="7047"/>
                  </a:lnTo>
                  <a:lnTo>
                    <a:pt x="2715" y="7070"/>
                  </a:lnTo>
                  <a:lnTo>
                    <a:pt x="2715" y="7128"/>
                  </a:lnTo>
                  <a:lnTo>
                    <a:pt x="2868" y="7142"/>
                  </a:lnTo>
                  <a:lnTo>
                    <a:pt x="2900" y="7137"/>
                  </a:lnTo>
                  <a:lnTo>
                    <a:pt x="2974" y="7101"/>
                  </a:lnTo>
                  <a:lnTo>
                    <a:pt x="3231" y="6970"/>
                  </a:lnTo>
                  <a:lnTo>
                    <a:pt x="3275" y="7018"/>
                  </a:lnTo>
                  <a:lnTo>
                    <a:pt x="3296" y="7032"/>
                  </a:lnTo>
                  <a:lnTo>
                    <a:pt x="3321" y="7043"/>
                  </a:lnTo>
                  <a:lnTo>
                    <a:pt x="3376" y="7021"/>
                  </a:lnTo>
                  <a:lnTo>
                    <a:pt x="3405" y="7008"/>
                  </a:lnTo>
                  <a:lnTo>
                    <a:pt x="3495" y="6863"/>
                  </a:lnTo>
                  <a:lnTo>
                    <a:pt x="3534" y="6781"/>
                  </a:lnTo>
                  <a:lnTo>
                    <a:pt x="3603" y="6625"/>
                  </a:lnTo>
                  <a:lnTo>
                    <a:pt x="3613" y="6554"/>
                  </a:lnTo>
                  <a:lnTo>
                    <a:pt x="3534" y="6363"/>
                  </a:lnTo>
                  <a:lnTo>
                    <a:pt x="3522" y="6349"/>
                  </a:lnTo>
                  <a:lnTo>
                    <a:pt x="3495" y="6344"/>
                  </a:lnTo>
                  <a:lnTo>
                    <a:pt x="3425" y="6354"/>
                  </a:lnTo>
                  <a:lnTo>
                    <a:pt x="3418" y="6345"/>
                  </a:lnTo>
                  <a:lnTo>
                    <a:pt x="3412" y="6331"/>
                  </a:lnTo>
                  <a:lnTo>
                    <a:pt x="3406" y="6294"/>
                  </a:lnTo>
                  <a:lnTo>
                    <a:pt x="3424" y="6147"/>
                  </a:lnTo>
                  <a:lnTo>
                    <a:pt x="3444" y="6139"/>
                  </a:lnTo>
                  <a:lnTo>
                    <a:pt x="3542" y="6134"/>
                  </a:lnTo>
                  <a:lnTo>
                    <a:pt x="3602" y="6151"/>
                  </a:lnTo>
                  <a:lnTo>
                    <a:pt x="3608" y="6163"/>
                  </a:lnTo>
                  <a:lnTo>
                    <a:pt x="3623" y="6165"/>
                  </a:lnTo>
                  <a:lnTo>
                    <a:pt x="3745" y="6030"/>
                  </a:lnTo>
                  <a:lnTo>
                    <a:pt x="3767" y="5979"/>
                  </a:lnTo>
                  <a:lnTo>
                    <a:pt x="3765" y="5951"/>
                  </a:lnTo>
                  <a:lnTo>
                    <a:pt x="3749" y="5861"/>
                  </a:lnTo>
                  <a:lnTo>
                    <a:pt x="3683" y="5611"/>
                  </a:lnTo>
                  <a:lnTo>
                    <a:pt x="3559" y="5431"/>
                  </a:lnTo>
                  <a:lnTo>
                    <a:pt x="3637" y="5332"/>
                  </a:lnTo>
                  <a:lnTo>
                    <a:pt x="3654" y="5329"/>
                  </a:lnTo>
                  <a:lnTo>
                    <a:pt x="3695" y="5394"/>
                  </a:lnTo>
                  <a:lnTo>
                    <a:pt x="3775" y="5555"/>
                  </a:lnTo>
                  <a:lnTo>
                    <a:pt x="3789" y="5468"/>
                  </a:lnTo>
                  <a:lnTo>
                    <a:pt x="3787" y="5165"/>
                  </a:lnTo>
                  <a:lnTo>
                    <a:pt x="3759" y="5141"/>
                  </a:lnTo>
                  <a:lnTo>
                    <a:pt x="3749" y="5132"/>
                  </a:lnTo>
                  <a:lnTo>
                    <a:pt x="3507" y="5160"/>
                  </a:lnTo>
                  <a:lnTo>
                    <a:pt x="3476" y="5193"/>
                  </a:lnTo>
                  <a:lnTo>
                    <a:pt x="3297" y="5400"/>
                  </a:lnTo>
                  <a:lnTo>
                    <a:pt x="3031" y="5161"/>
                  </a:lnTo>
                  <a:lnTo>
                    <a:pt x="2919" y="5059"/>
                  </a:lnTo>
                  <a:lnTo>
                    <a:pt x="2600" y="4874"/>
                  </a:lnTo>
                  <a:lnTo>
                    <a:pt x="2531" y="4968"/>
                  </a:lnTo>
                  <a:lnTo>
                    <a:pt x="2389" y="5036"/>
                  </a:lnTo>
                  <a:lnTo>
                    <a:pt x="2260" y="4993"/>
                  </a:lnTo>
                  <a:lnTo>
                    <a:pt x="2166" y="4960"/>
                  </a:lnTo>
                  <a:lnTo>
                    <a:pt x="2107" y="4946"/>
                  </a:lnTo>
                  <a:lnTo>
                    <a:pt x="2077" y="4990"/>
                  </a:lnTo>
                  <a:lnTo>
                    <a:pt x="1855" y="5323"/>
                  </a:lnTo>
                  <a:lnTo>
                    <a:pt x="1825" y="5518"/>
                  </a:lnTo>
                  <a:lnTo>
                    <a:pt x="1827" y="5554"/>
                  </a:lnTo>
                  <a:lnTo>
                    <a:pt x="1844" y="5572"/>
                  </a:lnTo>
                  <a:lnTo>
                    <a:pt x="1843" y="5588"/>
                  </a:lnTo>
                  <a:lnTo>
                    <a:pt x="1833" y="5601"/>
                  </a:lnTo>
                  <a:lnTo>
                    <a:pt x="1746" y="5681"/>
                  </a:lnTo>
                  <a:lnTo>
                    <a:pt x="1296" y="5848"/>
                  </a:lnTo>
                  <a:lnTo>
                    <a:pt x="1271" y="5852"/>
                  </a:lnTo>
                  <a:lnTo>
                    <a:pt x="1215" y="5838"/>
                  </a:lnTo>
                  <a:lnTo>
                    <a:pt x="1203" y="5830"/>
                  </a:lnTo>
                  <a:lnTo>
                    <a:pt x="1163" y="5780"/>
                  </a:lnTo>
                  <a:lnTo>
                    <a:pt x="1139" y="5695"/>
                  </a:lnTo>
                  <a:lnTo>
                    <a:pt x="1088" y="5585"/>
                  </a:lnTo>
                  <a:lnTo>
                    <a:pt x="1028" y="5461"/>
                  </a:lnTo>
                  <a:lnTo>
                    <a:pt x="963" y="5363"/>
                  </a:lnTo>
                  <a:lnTo>
                    <a:pt x="892" y="5300"/>
                  </a:lnTo>
                  <a:lnTo>
                    <a:pt x="667" y="5213"/>
                  </a:lnTo>
                  <a:lnTo>
                    <a:pt x="602" y="5221"/>
                  </a:lnTo>
                  <a:lnTo>
                    <a:pt x="587" y="5255"/>
                  </a:lnTo>
                  <a:lnTo>
                    <a:pt x="586" y="5298"/>
                  </a:lnTo>
                  <a:lnTo>
                    <a:pt x="554" y="5369"/>
                  </a:lnTo>
                  <a:lnTo>
                    <a:pt x="532" y="5399"/>
                  </a:lnTo>
                  <a:lnTo>
                    <a:pt x="463" y="5448"/>
                  </a:lnTo>
                  <a:lnTo>
                    <a:pt x="363" y="5489"/>
                  </a:lnTo>
                  <a:lnTo>
                    <a:pt x="327" y="5492"/>
                  </a:lnTo>
                  <a:lnTo>
                    <a:pt x="287" y="5429"/>
                  </a:lnTo>
                  <a:lnTo>
                    <a:pt x="290" y="5411"/>
                  </a:lnTo>
                  <a:lnTo>
                    <a:pt x="324" y="5390"/>
                  </a:lnTo>
                  <a:lnTo>
                    <a:pt x="327" y="5339"/>
                  </a:lnTo>
                  <a:lnTo>
                    <a:pt x="319" y="5260"/>
                  </a:lnTo>
                  <a:lnTo>
                    <a:pt x="289" y="5217"/>
                  </a:lnTo>
                  <a:lnTo>
                    <a:pt x="136" y="5245"/>
                  </a:lnTo>
                  <a:lnTo>
                    <a:pt x="118" y="5260"/>
                  </a:lnTo>
                  <a:lnTo>
                    <a:pt x="68" y="5254"/>
                  </a:lnTo>
                  <a:lnTo>
                    <a:pt x="49" y="5237"/>
                  </a:lnTo>
                  <a:lnTo>
                    <a:pt x="37" y="5209"/>
                  </a:lnTo>
                  <a:lnTo>
                    <a:pt x="38" y="5196"/>
                  </a:lnTo>
                  <a:lnTo>
                    <a:pt x="52" y="5080"/>
                  </a:lnTo>
                  <a:lnTo>
                    <a:pt x="102" y="4994"/>
                  </a:lnTo>
                  <a:lnTo>
                    <a:pt x="234" y="4789"/>
                  </a:lnTo>
                  <a:lnTo>
                    <a:pt x="340" y="4690"/>
                  </a:lnTo>
                  <a:lnTo>
                    <a:pt x="410" y="4669"/>
                  </a:lnTo>
                  <a:lnTo>
                    <a:pt x="439" y="4679"/>
                  </a:lnTo>
                  <a:lnTo>
                    <a:pt x="533" y="4684"/>
                  </a:lnTo>
                  <a:lnTo>
                    <a:pt x="560" y="4655"/>
                  </a:lnTo>
                  <a:lnTo>
                    <a:pt x="581" y="4603"/>
                  </a:lnTo>
                  <a:lnTo>
                    <a:pt x="582" y="4589"/>
                  </a:lnTo>
                  <a:lnTo>
                    <a:pt x="556" y="4519"/>
                  </a:lnTo>
                  <a:lnTo>
                    <a:pt x="419" y="4291"/>
                  </a:lnTo>
                  <a:lnTo>
                    <a:pt x="382" y="4255"/>
                  </a:lnTo>
                  <a:lnTo>
                    <a:pt x="265" y="4213"/>
                  </a:lnTo>
                  <a:lnTo>
                    <a:pt x="235" y="4208"/>
                  </a:lnTo>
                  <a:lnTo>
                    <a:pt x="220" y="4218"/>
                  </a:lnTo>
                  <a:lnTo>
                    <a:pt x="181" y="4276"/>
                  </a:lnTo>
                  <a:lnTo>
                    <a:pt x="157" y="4283"/>
                  </a:lnTo>
                  <a:lnTo>
                    <a:pt x="22" y="4228"/>
                  </a:lnTo>
                  <a:lnTo>
                    <a:pt x="0" y="4187"/>
                  </a:lnTo>
                  <a:lnTo>
                    <a:pt x="12" y="4164"/>
                  </a:lnTo>
                  <a:lnTo>
                    <a:pt x="43" y="4114"/>
                  </a:lnTo>
                  <a:lnTo>
                    <a:pt x="298" y="3823"/>
                  </a:lnTo>
                  <a:lnTo>
                    <a:pt x="525" y="3656"/>
                  </a:lnTo>
                  <a:lnTo>
                    <a:pt x="547" y="3649"/>
                  </a:lnTo>
                  <a:lnTo>
                    <a:pt x="613" y="3670"/>
                  </a:lnTo>
                  <a:lnTo>
                    <a:pt x="641" y="3691"/>
                  </a:lnTo>
                  <a:lnTo>
                    <a:pt x="667" y="3701"/>
                  </a:lnTo>
                  <a:lnTo>
                    <a:pt x="724" y="3692"/>
                  </a:lnTo>
                  <a:lnTo>
                    <a:pt x="809" y="3638"/>
                  </a:lnTo>
                  <a:lnTo>
                    <a:pt x="867" y="3590"/>
                  </a:lnTo>
                  <a:lnTo>
                    <a:pt x="892" y="3556"/>
                  </a:lnTo>
                  <a:lnTo>
                    <a:pt x="918" y="3496"/>
                  </a:lnTo>
                  <a:lnTo>
                    <a:pt x="915" y="3432"/>
                  </a:lnTo>
                  <a:lnTo>
                    <a:pt x="908" y="3404"/>
                  </a:lnTo>
                  <a:lnTo>
                    <a:pt x="874" y="3376"/>
                  </a:lnTo>
                  <a:lnTo>
                    <a:pt x="836" y="3396"/>
                  </a:lnTo>
                  <a:lnTo>
                    <a:pt x="824" y="3392"/>
                  </a:lnTo>
                  <a:lnTo>
                    <a:pt x="817" y="3385"/>
                  </a:lnTo>
                  <a:lnTo>
                    <a:pt x="764" y="3302"/>
                  </a:lnTo>
                  <a:lnTo>
                    <a:pt x="774" y="3179"/>
                  </a:lnTo>
                  <a:lnTo>
                    <a:pt x="805" y="3117"/>
                  </a:lnTo>
                  <a:lnTo>
                    <a:pt x="861" y="3082"/>
                  </a:lnTo>
                  <a:lnTo>
                    <a:pt x="874" y="3082"/>
                  </a:lnTo>
                  <a:lnTo>
                    <a:pt x="995" y="3001"/>
                  </a:lnTo>
                  <a:lnTo>
                    <a:pt x="1294" y="2779"/>
                  </a:lnTo>
                  <a:lnTo>
                    <a:pt x="1526" y="2677"/>
                  </a:lnTo>
                  <a:lnTo>
                    <a:pt x="1576" y="2680"/>
                  </a:lnTo>
                  <a:lnTo>
                    <a:pt x="1762" y="2748"/>
                  </a:lnTo>
                  <a:lnTo>
                    <a:pt x="1947" y="2823"/>
                  </a:lnTo>
                  <a:lnTo>
                    <a:pt x="2083" y="2824"/>
                  </a:lnTo>
                  <a:lnTo>
                    <a:pt x="2077" y="2761"/>
                  </a:lnTo>
                  <a:lnTo>
                    <a:pt x="2023" y="2702"/>
                  </a:lnTo>
                  <a:lnTo>
                    <a:pt x="1988" y="2625"/>
                  </a:lnTo>
                  <a:lnTo>
                    <a:pt x="1984" y="2598"/>
                  </a:lnTo>
                  <a:lnTo>
                    <a:pt x="1993" y="2570"/>
                  </a:lnTo>
                  <a:lnTo>
                    <a:pt x="2047" y="2549"/>
                  </a:lnTo>
                  <a:lnTo>
                    <a:pt x="2305" y="2494"/>
                  </a:lnTo>
                  <a:lnTo>
                    <a:pt x="2360" y="2485"/>
                  </a:lnTo>
                  <a:lnTo>
                    <a:pt x="2383" y="2490"/>
                  </a:lnTo>
                  <a:lnTo>
                    <a:pt x="2405" y="2517"/>
                  </a:lnTo>
                  <a:lnTo>
                    <a:pt x="2530" y="2709"/>
                  </a:lnTo>
                  <a:lnTo>
                    <a:pt x="2548" y="2797"/>
                  </a:lnTo>
                  <a:lnTo>
                    <a:pt x="2549" y="2817"/>
                  </a:lnTo>
                  <a:lnTo>
                    <a:pt x="2531" y="2864"/>
                  </a:lnTo>
                  <a:lnTo>
                    <a:pt x="2499" y="2896"/>
                  </a:lnTo>
                  <a:lnTo>
                    <a:pt x="2481" y="2941"/>
                  </a:lnTo>
                  <a:lnTo>
                    <a:pt x="2463" y="3023"/>
                  </a:lnTo>
                  <a:lnTo>
                    <a:pt x="2450" y="3158"/>
                  </a:lnTo>
                  <a:lnTo>
                    <a:pt x="2448" y="3247"/>
                  </a:lnTo>
                  <a:lnTo>
                    <a:pt x="2468" y="3275"/>
                  </a:lnTo>
                  <a:lnTo>
                    <a:pt x="2545" y="3363"/>
                  </a:lnTo>
                  <a:lnTo>
                    <a:pt x="2704" y="3246"/>
                  </a:lnTo>
                  <a:lnTo>
                    <a:pt x="2716" y="3226"/>
                  </a:lnTo>
                  <a:lnTo>
                    <a:pt x="2752" y="3138"/>
                  </a:lnTo>
                  <a:lnTo>
                    <a:pt x="2765" y="3080"/>
                  </a:lnTo>
                  <a:lnTo>
                    <a:pt x="3030" y="2931"/>
                  </a:lnTo>
                  <a:lnTo>
                    <a:pt x="3138" y="2737"/>
                  </a:lnTo>
                  <a:lnTo>
                    <a:pt x="3124" y="2670"/>
                  </a:lnTo>
                  <a:lnTo>
                    <a:pt x="3033" y="2613"/>
                  </a:lnTo>
                  <a:lnTo>
                    <a:pt x="3187" y="2367"/>
                  </a:lnTo>
                  <a:lnTo>
                    <a:pt x="3209" y="2356"/>
                  </a:lnTo>
                  <a:lnTo>
                    <a:pt x="3264" y="2334"/>
                  </a:lnTo>
                  <a:lnTo>
                    <a:pt x="3551" y="2184"/>
                  </a:lnTo>
                  <a:lnTo>
                    <a:pt x="3608" y="2092"/>
                  </a:lnTo>
                  <a:lnTo>
                    <a:pt x="3656" y="1932"/>
                  </a:lnTo>
                  <a:lnTo>
                    <a:pt x="3653" y="1862"/>
                  </a:lnTo>
                  <a:lnTo>
                    <a:pt x="3637" y="1805"/>
                  </a:lnTo>
                  <a:lnTo>
                    <a:pt x="3594" y="1745"/>
                  </a:lnTo>
                  <a:lnTo>
                    <a:pt x="3569" y="1722"/>
                  </a:lnTo>
                  <a:lnTo>
                    <a:pt x="3548" y="1713"/>
                  </a:lnTo>
                  <a:lnTo>
                    <a:pt x="3494" y="1704"/>
                  </a:lnTo>
                  <a:lnTo>
                    <a:pt x="3450" y="1700"/>
                  </a:lnTo>
                  <a:lnTo>
                    <a:pt x="3403" y="1703"/>
                  </a:lnTo>
                  <a:lnTo>
                    <a:pt x="3320" y="1616"/>
                  </a:lnTo>
                  <a:lnTo>
                    <a:pt x="3273" y="1471"/>
                  </a:lnTo>
                  <a:lnTo>
                    <a:pt x="3260" y="1422"/>
                  </a:lnTo>
                  <a:lnTo>
                    <a:pt x="3275" y="1382"/>
                  </a:lnTo>
                  <a:lnTo>
                    <a:pt x="3339" y="1368"/>
                  </a:lnTo>
                  <a:lnTo>
                    <a:pt x="3390" y="1341"/>
                  </a:lnTo>
                  <a:lnTo>
                    <a:pt x="3445" y="1272"/>
                  </a:lnTo>
                  <a:lnTo>
                    <a:pt x="3404" y="1079"/>
                  </a:lnTo>
                  <a:lnTo>
                    <a:pt x="3380" y="966"/>
                  </a:lnTo>
                  <a:lnTo>
                    <a:pt x="3367" y="906"/>
                  </a:lnTo>
                  <a:lnTo>
                    <a:pt x="3553" y="460"/>
                  </a:lnTo>
                  <a:lnTo>
                    <a:pt x="3624" y="431"/>
                  </a:lnTo>
                  <a:lnTo>
                    <a:pt x="3676" y="508"/>
                  </a:lnTo>
                  <a:lnTo>
                    <a:pt x="3676" y="525"/>
                  </a:lnTo>
                  <a:lnTo>
                    <a:pt x="3666" y="577"/>
                  </a:lnTo>
                  <a:lnTo>
                    <a:pt x="3655" y="598"/>
                  </a:lnTo>
                  <a:lnTo>
                    <a:pt x="3628" y="617"/>
                  </a:lnTo>
                  <a:lnTo>
                    <a:pt x="3572" y="615"/>
                  </a:lnTo>
                  <a:lnTo>
                    <a:pt x="3535" y="647"/>
                  </a:lnTo>
                  <a:lnTo>
                    <a:pt x="3525" y="664"/>
                  </a:lnTo>
                  <a:lnTo>
                    <a:pt x="3520" y="694"/>
                  </a:lnTo>
                  <a:lnTo>
                    <a:pt x="3523" y="888"/>
                  </a:lnTo>
                  <a:lnTo>
                    <a:pt x="3535" y="938"/>
                  </a:lnTo>
                  <a:lnTo>
                    <a:pt x="3616" y="991"/>
                  </a:lnTo>
                  <a:lnTo>
                    <a:pt x="3759" y="1009"/>
                  </a:lnTo>
                  <a:lnTo>
                    <a:pt x="3898" y="1013"/>
                  </a:lnTo>
                  <a:lnTo>
                    <a:pt x="3932" y="1040"/>
                  </a:lnTo>
                  <a:lnTo>
                    <a:pt x="4045" y="1142"/>
                  </a:lnTo>
                  <a:lnTo>
                    <a:pt x="4363" y="1107"/>
                  </a:lnTo>
                  <a:lnTo>
                    <a:pt x="4427" y="1050"/>
                  </a:lnTo>
                  <a:lnTo>
                    <a:pt x="4459" y="1022"/>
                  </a:lnTo>
                  <a:lnTo>
                    <a:pt x="4478" y="993"/>
                  </a:lnTo>
                  <a:lnTo>
                    <a:pt x="4446" y="906"/>
                  </a:lnTo>
                  <a:lnTo>
                    <a:pt x="4438" y="763"/>
                  </a:lnTo>
                  <a:lnTo>
                    <a:pt x="4480" y="656"/>
                  </a:lnTo>
                  <a:lnTo>
                    <a:pt x="4517" y="599"/>
                  </a:lnTo>
                  <a:lnTo>
                    <a:pt x="4620" y="485"/>
                  </a:lnTo>
                  <a:lnTo>
                    <a:pt x="4633" y="474"/>
                  </a:lnTo>
                  <a:lnTo>
                    <a:pt x="4661" y="471"/>
                  </a:lnTo>
                  <a:lnTo>
                    <a:pt x="4732" y="516"/>
                  </a:lnTo>
                  <a:lnTo>
                    <a:pt x="4766" y="573"/>
                  </a:lnTo>
                  <a:lnTo>
                    <a:pt x="4754" y="621"/>
                  </a:lnTo>
                  <a:lnTo>
                    <a:pt x="4761" y="625"/>
                  </a:lnTo>
                  <a:lnTo>
                    <a:pt x="4966" y="662"/>
                  </a:lnTo>
                  <a:lnTo>
                    <a:pt x="5142" y="549"/>
                  </a:lnTo>
                  <a:lnTo>
                    <a:pt x="5317" y="480"/>
                  </a:lnTo>
                  <a:lnTo>
                    <a:pt x="5479" y="447"/>
                  </a:lnTo>
                  <a:lnTo>
                    <a:pt x="5646" y="325"/>
                  </a:lnTo>
                  <a:lnTo>
                    <a:pt x="5700" y="255"/>
                  </a:lnTo>
                  <a:lnTo>
                    <a:pt x="5723" y="244"/>
                  </a:lnTo>
                  <a:lnTo>
                    <a:pt x="5830" y="244"/>
                  </a:lnTo>
                  <a:lnTo>
                    <a:pt x="5861" y="116"/>
                  </a:lnTo>
                  <a:lnTo>
                    <a:pt x="5919" y="55"/>
                  </a:lnTo>
                  <a:lnTo>
                    <a:pt x="5973" y="10"/>
                  </a:lnTo>
                  <a:lnTo>
                    <a:pt x="6028" y="0"/>
                  </a:lnTo>
                  <a:lnTo>
                    <a:pt x="6458" y="12"/>
                  </a:lnTo>
                  <a:lnTo>
                    <a:pt x="6466" y="17"/>
                  </a:lnTo>
                  <a:lnTo>
                    <a:pt x="6653" y="152"/>
                  </a:lnTo>
                  <a:lnTo>
                    <a:pt x="6667" y="170"/>
                  </a:lnTo>
                  <a:lnTo>
                    <a:pt x="6893" y="30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l1001"/>
            <p:cNvSpPr/>
            <p:nvPr/>
          </p:nvSpPr>
          <p:spPr>
            <a:xfrm>
              <a:off x="4337513" y="5870061"/>
              <a:ext cx="1918" cy="2088"/>
            </a:xfrm>
            <a:custGeom>
              <a:avLst/>
              <a:pathLst>
                <a:path w="1918" h="2088">
                  <a:moveTo>
                    <a:pt x="1889" y="925"/>
                  </a:moveTo>
                  <a:lnTo>
                    <a:pt x="1835" y="1208"/>
                  </a:lnTo>
                  <a:lnTo>
                    <a:pt x="1759" y="1321"/>
                  </a:lnTo>
                  <a:lnTo>
                    <a:pt x="1664" y="1437"/>
                  </a:lnTo>
                  <a:lnTo>
                    <a:pt x="1648" y="1446"/>
                  </a:lnTo>
                  <a:lnTo>
                    <a:pt x="1416" y="1490"/>
                  </a:lnTo>
                  <a:lnTo>
                    <a:pt x="1248" y="1450"/>
                  </a:lnTo>
                  <a:lnTo>
                    <a:pt x="1196" y="1421"/>
                  </a:lnTo>
                  <a:lnTo>
                    <a:pt x="1154" y="1410"/>
                  </a:lnTo>
                  <a:lnTo>
                    <a:pt x="1031" y="1422"/>
                  </a:lnTo>
                  <a:lnTo>
                    <a:pt x="966" y="1437"/>
                  </a:lnTo>
                  <a:lnTo>
                    <a:pt x="889" y="1482"/>
                  </a:lnTo>
                  <a:lnTo>
                    <a:pt x="860" y="1507"/>
                  </a:lnTo>
                  <a:lnTo>
                    <a:pt x="757" y="1617"/>
                  </a:lnTo>
                  <a:lnTo>
                    <a:pt x="714" y="1667"/>
                  </a:lnTo>
                  <a:lnTo>
                    <a:pt x="710" y="1704"/>
                  </a:lnTo>
                  <a:lnTo>
                    <a:pt x="721" y="1727"/>
                  </a:lnTo>
                  <a:lnTo>
                    <a:pt x="714" y="1796"/>
                  </a:lnTo>
                  <a:lnTo>
                    <a:pt x="701" y="1836"/>
                  </a:lnTo>
                  <a:lnTo>
                    <a:pt x="632" y="1997"/>
                  </a:lnTo>
                  <a:lnTo>
                    <a:pt x="594" y="2082"/>
                  </a:lnTo>
                  <a:lnTo>
                    <a:pt x="570" y="2088"/>
                  </a:lnTo>
                  <a:lnTo>
                    <a:pt x="560" y="2074"/>
                  </a:lnTo>
                  <a:lnTo>
                    <a:pt x="554" y="2037"/>
                  </a:lnTo>
                  <a:lnTo>
                    <a:pt x="554" y="2019"/>
                  </a:lnTo>
                  <a:lnTo>
                    <a:pt x="561" y="1990"/>
                  </a:lnTo>
                  <a:lnTo>
                    <a:pt x="581" y="1972"/>
                  </a:lnTo>
                  <a:lnTo>
                    <a:pt x="585" y="1957"/>
                  </a:lnTo>
                  <a:lnTo>
                    <a:pt x="588" y="1810"/>
                  </a:lnTo>
                  <a:lnTo>
                    <a:pt x="578" y="1709"/>
                  </a:lnTo>
                  <a:lnTo>
                    <a:pt x="532" y="1587"/>
                  </a:lnTo>
                  <a:lnTo>
                    <a:pt x="468" y="1489"/>
                  </a:lnTo>
                  <a:lnTo>
                    <a:pt x="386" y="1337"/>
                  </a:lnTo>
                  <a:lnTo>
                    <a:pt x="351" y="1095"/>
                  </a:lnTo>
                  <a:lnTo>
                    <a:pt x="310" y="947"/>
                  </a:lnTo>
                  <a:lnTo>
                    <a:pt x="213" y="862"/>
                  </a:lnTo>
                  <a:lnTo>
                    <a:pt x="75" y="788"/>
                  </a:lnTo>
                  <a:lnTo>
                    <a:pt x="19" y="798"/>
                  </a:lnTo>
                  <a:lnTo>
                    <a:pt x="0" y="747"/>
                  </a:lnTo>
                  <a:lnTo>
                    <a:pt x="49" y="665"/>
                  </a:lnTo>
                  <a:lnTo>
                    <a:pt x="62" y="650"/>
                  </a:lnTo>
                  <a:lnTo>
                    <a:pt x="282" y="400"/>
                  </a:lnTo>
                  <a:lnTo>
                    <a:pt x="302" y="398"/>
                  </a:lnTo>
                  <a:lnTo>
                    <a:pt x="461" y="389"/>
                  </a:lnTo>
                  <a:lnTo>
                    <a:pt x="591" y="378"/>
                  </a:lnTo>
                  <a:lnTo>
                    <a:pt x="639" y="361"/>
                  </a:lnTo>
                  <a:lnTo>
                    <a:pt x="668" y="336"/>
                  </a:lnTo>
                  <a:lnTo>
                    <a:pt x="718" y="269"/>
                  </a:lnTo>
                  <a:lnTo>
                    <a:pt x="721" y="242"/>
                  </a:lnTo>
                  <a:lnTo>
                    <a:pt x="711" y="189"/>
                  </a:lnTo>
                  <a:lnTo>
                    <a:pt x="793" y="183"/>
                  </a:lnTo>
                  <a:lnTo>
                    <a:pt x="932" y="176"/>
                  </a:lnTo>
                  <a:lnTo>
                    <a:pt x="1163" y="152"/>
                  </a:lnTo>
                  <a:lnTo>
                    <a:pt x="1201" y="141"/>
                  </a:lnTo>
                  <a:lnTo>
                    <a:pt x="1225" y="118"/>
                  </a:lnTo>
                  <a:lnTo>
                    <a:pt x="1242" y="62"/>
                  </a:lnTo>
                  <a:lnTo>
                    <a:pt x="1398" y="0"/>
                  </a:lnTo>
                  <a:lnTo>
                    <a:pt x="1637" y="5"/>
                  </a:lnTo>
                  <a:lnTo>
                    <a:pt x="1647" y="13"/>
                  </a:lnTo>
                  <a:lnTo>
                    <a:pt x="1654" y="28"/>
                  </a:lnTo>
                  <a:lnTo>
                    <a:pt x="1733" y="291"/>
                  </a:lnTo>
                  <a:lnTo>
                    <a:pt x="1918" y="761"/>
                  </a:lnTo>
                  <a:lnTo>
                    <a:pt x="1889" y="92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l1002"/>
            <p:cNvSpPr/>
            <p:nvPr/>
          </p:nvSpPr>
          <p:spPr>
            <a:xfrm>
              <a:off x="4343522" y="5870447"/>
              <a:ext cx="3209" cy="2172"/>
            </a:xfrm>
            <a:custGeom>
              <a:avLst/>
              <a:pathLst>
                <a:path w="3209" h="2172">
                  <a:moveTo>
                    <a:pt x="1644" y="137"/>
                  </a:moveTo>
                  <a:lnTo>
                    <a:pt x="1658" y="180"/>
                  </a:lnTo>
                  <a:lnTo>
                    <a:pt x="1621" y="234"/>
                  </a:lnTo>
                  <a:lnTo>
                    <a:pt x="1615" y="259"/>
                  </a:lnTo>
                  <a:lnTo>
                    <a:pt x="1701" y="528"/>
                  </a:lnTo>
                  <a:lnTo>
                    <a:pt x="1716" y="558"/>
                  </a:lnTo>
                  <a:lnTo>
                    <a:pt x="1760" y="603"/>
                  </a:lnTo>
                  <a:lnTo>
                    <a:pt x="1984" y="771"/>
                  </a:lnTo>
                  <a:lnTo>
                    <a:pt x="2026" y="781"/>
                  </a:lnTo>
                  <a:lnTo>
                    <a:pt x="2180" y="780"/>
                  </a:lnTo>
                  <a:lnTo>
                    <a:pt x="2232" y="772"/>
                  </a:lnTo>
                  <a:lnTo>
                    <a:pt x="2283" y="745"/>
                  </a:lnTo>
                  <a:lnTo>
                    <a:pt x="2488" y="517"/>
                  </a:lnTo>
                  <a:lnTo>
                    <a:pt x="2583" y="409"/>
                  </a:lnTo>
                  <a:lnTo>
                    <a:pt x="2610" y="361"/>
                  </a:lnTo>
                  <a:lnTo>
                    <a:pt x="2614" y="335"/>
                  </a:lnTo>
                  <a:lnTo>
                    <a:pt x="2621" y="280"/>
                  </a:lnTo>
                  <a:lnTo>
                    <a:pt x="2784" y="195"/>
                  </a:lnTo>
                  <a:lnTo>
                    <a:pt x="3066" y="231"/>
                  </a:lnTo>
                  <a:lnTo>
                    <a:pt x="3115" y="252"/>
                  </a:lnTo>
                  <a:lnTo>
                    <a:pt x="3173" y="343"/>
                  </a:lnTo>
                  <a:lnTo>
                    <a:pt x="3209" y="413"/>
                  </a:lnTo>
                  <a:lnTo>
                    <a:pt x="3208" y="425"/>
                  </a:lnTo>
                  <a:lnTo>
                    <a:pt x="3135" y="625"/>
                  </a:lnTo>
                  <a:lnTo>
                    <a:pt x="3094" y="671"/>
                  </a:lnTo>
                  <a:lnTo>
                    <a:pt x="2996" y="763"/>
                  </a:lnTo>
                  <a:lnTo>
                    <a:pt x="2637" y="1007"/>
                  </a:lnTo>
                  <a:lnTo>
                    <a:pt x="2576" y="1003"/>
                  </a:lnTo>
                  <a:lnTo>
                    <a:pt x="2425" y="1019"/>
                  </a:lnTo>
                  <a:lnTo>
                    <a:pt x="2349" y="1054"/>
                  </a:lnTo>
                  <a:lnTo>
                    <a:pt x="2330" y="1073"/>
                  </a:lnTo>
                  <a:lnTo>
                    <a:pt x="2316" y="1116"/>
                  </a:lnTo>
                  <a:lnTo>
                    <a:pt x="2316" y="1137"/>
                  </a:lnTo>
                  <a:lnTo>
                    <a:pt x="2329" y="1163"/>
                  </a:lnTo>
                  <a:lnTo>
                    <a:pt x="2366" y="1194"/>
                  </a:lnTo>
                  <a:lnTo>
                    <a:pt x="2400" y="1251"/>
                  </a:lnTo>
                  <a:lnTo>
                    <a:pt x="2410" y="1300"/>
                  </a:lnTo>
                  <a:lnTo>
                    <a:pt x="2342" y="1385"/>
                  </a:lnTo>
                  <a:lnTo>
                    <a:pt x="2304" y="1402"/>
                  </a:lnTo>
                  <a:lnTo>
                    <a:pt x="2286" y="1407"/>
                  </a:lnTo>
                  <a:lnTo>
                    <a:pt x="2113" y="1418"/>
                  </a:lnTo>
                  <a:lnTo>
                    <a:pt x="2092" y="1417"/>
                  </a:lnTo>
                  <a:lnTo>
                    <a:pt x="2077" y="1400"/>
                  </a:lnTo>
                  <a:lnTo>
                    <a:pt x="2072" y="1369"/>
                  </a:lnTo>
                  <a:lnTo>
                    <a:pt x="2084" y="1308"/>
                  </a:lnTo>
                  <a:lnTo>
                    <a:pt x="2035" y="1150"/>
                  </a:lnTo>
                  <a:lnTo>
                    <a:pt x="2026" y="1125"/>
                  </a:lnTo>
                  <a:lnTo>
                    <a:pt x="1990" y="1088"/>
                  </a:lnTo>
                  <a:lnTo>
                    <a:pt x="1935" y="1049"/>
                  </a:lnTo>
                  <a:lnTo>
                    <a:pt x="1845" y="1053"/>
                  </a:lnTo>
                  <a:lnTo>
                    <a:pt x="1747" y="1076"/>
                  </a:lnTo>
                  <a:lnTo>
                    <a:pt x="1643" y="1088"/>
                  </a:lnTo>
                  <a:lnTo>
                    <a:pt x="1627" y="1075"/>
                  </a:lnTo>
                  <a:lnTo>
                    <a:pt x="1623" y="980"/>
                  </a:lnTo>
                  <a:lnTo>
                    <a:pt x="1606" y="965"/>
                  </a:lnTo>
                  <a:lnTo>
                    <a:pt x="1555" y="954"/>
                  </a:lnTo>
                  <a:lnTo>
                    <a:pt x="1437" y="973"/>
                  </a:lnTo>
                  <a:lnTo>
                    <a:pt x="1340" y="1010"/>
                  </a:lnTo>
                  <a:lnTo>
                    <a:pt x="1207" y="1062"/>
                  </a:lnTo>
                  <a:lnTo>
                    <a:pt x="939" y="1280"/>
                  </a:lnTo>
                  <a:lnTo>
                    <a:pt x="788" y="1417"/>
                  </a:lnTo>
                  <a:lnTo>
                    <a:pt x="467" y="1873"/>
                  </a:lnTo>
                  <a:lnTo>
                    <a:pt x="389" y="1999"/>
                  </a:lnTo>
                  <a:lnTo>
                    <a:pt x="348" y="2134"/>
                  </a:lnTo>
                  <a:lnTo>
                    <a:pt x="256" y="2172"/>
                  </a:lnTo>
                  <a:lnTo>
                    <a:pt x="114" y="1905"/>
                  </a:lnTo>
                  <a:lnTo>
                    <a:pt x="1" y="1335"/>
                  </a:lnTo>
                  <a:lnTo>
                    <a:pt x="0" y="1283"/>
                  </a:lnTo>
                  <a:lnTo>
                    <a:pt x="1" y="1061"/>
                  </a:lnTo>
                  <a:lnTo>
                    <a:pt x="2" y="995"/>
                  </a:lnTo>
                  <a:lnTo>
                    <a:pt x="24" y="542"/>
                  </a:lnTo>
                  <a:lnTo>
                    <a:pt x="59" y="318"/>
                  </a:lnTo>
                  <a:lnTo>
                    <a:pt x="118" y="227"/>
                  </a:lnTo>
                  <a:lnTo>
                    <a:pt x="154" y="180"/>
                  </a:lnTo>
                  <a:lnTo>
                    <a:pt x="206" y="141"/>
                  </a:lnTo>
                  <a:lnTo>
                    <a:pt x="239" y="136"/>
                  </a:lnTo>
                  <a:lnTo>
                    <a:pt x="294" y="147"/>
                  </a:lnTo>
                  <a:lnTo>
                    <a:pt x="389" y="216"/>
                  </a:lnTo>
                  <a:lnTo>
                    <a:pt x="530" y="367"/>
                  </a:lnTo>
                  <a:lnTo>
                    <a:pt x="553" y="401"/>
                  </a:lnTo>
                  <a:lnTo>
                    <a:pt x="600" y="538"/>
                  </a:lnTo>
                  <a:lnTo>
                    <a:pt x="634" y="587"/>
                  </a:lnTo>
                  <a:lnTo>
                    <a:pt x="685" y="643"/>
                  </a:lnTo>
                  <a:lnTo>
                    <a:pt x="735" y="669"/>
                  </a:lnTo>
                  <a:lnTo>
                    <a:pt x="784" y="679"/>
                  </a:lnTo>
                  <a:lnTo>
                    <a:pt x="920" y="677"/>
                  </a:lnTo>
                  <a:lnTo>
                    <a:pt x="969" y="660"/>
                  </a:lnTo>
                  <a:lnTo>
                    <a:pt x="1152" y="515"/>
                  </a:lnTo>
                  <a:lnTo>
                    <a:pt x="1289" y="319"/>
                  </a:lnTo>
                  <a:lnTo>
                    <a:pt x="1330" y="246"/>
                  </a:lnTo>
                  <a:lnTo>
                    <a:pt x="1334" y="178"/>
                  </a:lnTo>
                  <a:lnTo>
                    <a:pt x="1317" y="141"/>
                  </a:lnTo>
                  <a:lnTo>
                    <a:pt x="1252" y="179"/>
                  </a:lnTo>
                  <a:lnTo>
                    <a:pt x="1188" y="133"/>
                  </a:lnTo>
                  <a:lnTo>
                    <a:pt x="1172" y="109"/>
                  </a:lnTo>
                  <a:lnTo>
                    <a:pt x="1196" y="94"/>
                  </a:lnTo>
                  <a:lnTo>
                    <a:pt x="1231" y="92"/>
                  </a:lnTo>
                  <a:lnTo>
                    <a:pt x="1273" y="19"/>
                  </a:lnTo>
                  <a:lnTo>
                    <a:pt x="1319" y="0"/>
                  </a:lnTo>
                  <a:lnTo>
                    <a:pt x="1376" y="4"/>
                  </a:lnTo>
                  <a:lnTo>
                    <a:pt x="1402" y="6"/>
                  </a:lnTo>
                  <a:lnTo>
                    <a:pt x="1443" y="14"/>
                  </a:lnTo>
                  <a:lnTo>
                    <a:pt x="1620" y="104"/>
                  </a:lnTo>
                  <a:lnTo>
                    <a:pt x="1644" y="1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l1003"/>
            <p:cNvSpPr/>
            <p:nvPr/>
          </p:nvSpPr>
          <p:spPr>
            <a:xfrm>
              <a:off x="4342985" y="5867076"/>
              <a:ext cx="1567" cy="2205"/>
            </a:xfrm>
            <a:custGeom>
              <a:avLst/>
              <a:pathLst>
                <a:path w="1567" h="2205">
                  <a:moveTo>
                    <a:pt x="75" y="2156"/>
                  </a:moveTo>
                  <a:lnTo>
                    <a:pt x="17" y="2205"/>
                  </a:lnTo>
                  <a:lnTo>
                    <a:pt x="0" y="2203"/>
                  </a:lnTo>
                  <a:lnTo>
                    <a:pt x="10" y="2103"/>
                  </a:lnTo>
                  <a:lnTo>
                    <a:pt x="55" y="1809"/>
                  </a:lnTo>
                  <a:lnTo>
                    <a:pt x="172" y="1485"/>
                  </a:lnTo>
                  <a:lnTo>
                    <a:pt x="246" y="1426"/>
                  </a:lnTo>
                  <a:lnTo>
                    <a:pt x="326" y="1403"/>
                  </a:lnTo>
                  <a:lnTo>
                    <a:pt x="441" y="1343"/>
                  </a:lnTo>
                  <a:lnTo>
                    <a:pt x="535" y="1293"/>
                  </a:lnTo>
                  <a:lnTo>
                    <a:pt x="699" y="1053"/>
                  </a:lnTo>
                  <a:lnTo>
                    <a:pt x="705" y="1016"/>
                  </a:lnTo>
                  <a:lnTo>
                    <a:pt x="690" y="970"/>
                  </a:lnTo>
                  <a:lnTo>
                    <a:pt x="614" y="926"/>
                  </a:lnTo>
                  <a:lnTo>
                    <a:pt x="568" y="866"/>
                  </a:lnTo>
                  <a:lnTo>
                    <a:pt x="563" y="710"/>
                  </a:lnTo>
                  <a:lnTo>
                    <a:pt x="577" y="601"/>
                  </a:lnTo>
                  <a:lnTo>
                    <a:pt x="638" y="407"/>
                  </a:lnTo>
                  <a:lnTo>
                    <a:pt x="667" y="365"/>
                  </a:lnTo>
                  <a:lnTo>
                    <a:pt x="680" y="349"/>
                  </a:lnTo>
                  <a:lnTo>
                    <a:pt x="935" y="135"/>
                  </a:lnTo>
                  <a:lnTo>
                    <a:pt x="1151" y="0"/>
                  </a:lnTo>
                  <a:lnTo>
                    <a:pt x="1182" y="6"/>
                  </a:lnTo>
                  <a:lnTo>
                    <a:pt x="1532" y="445"/>
                  </a:lnTo>
                  <a:lnTo>
                    <a:pt x="1565" y="521"/>
                  </a:lnTo>
                  <a:lnTo>
                    <a:pt x="1567" y="557"/>
                  </a:lnTo>
                  <a:lnTo>
                    <a:pt x="1480" y="894"/>
                  </a:lnTo>
                  <a:lnTo>
                    <a:pt x="1470" y="921"/>
                  </a:lnTo>
                  <a:lnTo>
                    <a:pt x="1427" y="964"/>
                  </a:lnTo>
                  <a:lnTo>
                    <a:pt x="1397" y="993"/>
                  </a:lnTo>
                  <a:lnTo>
                    <a:pt x="1370" y="1020"/>
                  </a:lnTo>
                  <a:lnTo>
                    <a:pt x="1240" y="1114"/>
                  </a:lnTo>
                  <a:lnTo>
                    <a:pt x="1009" y="1231"/>
                  </a:lnTo>
                  <a:lnTo>
                    <a:pt x="839" y="1258"/>
                  </a:lnTo>
                  <a:lnTo>
                    <a:pt x="688" y="1315"/>
                  </a:lnTo>
                  <a:lnTo>
                    <a:pt x="658" y="1360"/>
                  </a:lnTo>
                  <a:lnTo>
                    <a:pt x="642" y="1407"/>
                  </a:lnTo>
                  <a:lnTo>
                    <a:pt x="655" y="1436"/>
                  </a:lnTo>
                  <a:lnTo>
                    <a:pt x="651" y="1485"/>
                  </a:lnTo>
                  <a:lnTo>
                    <a:pt x="414" y="1771"/>
                  </a:lnTo>
                  <a:lnTo>
                    <a:pt x="229" y="1977"/>
                  </a:lnTo>
                  <a:lnTo>
                    <a:pt x="75" y="21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l1004"/>
            <p:cNvSpPr/>
            <p:nvPr/>
          </p:nvSpPr>
          <p:spPr>
            <a:xfrm>
              <a:off x="4384810" y="5870520"/>
              <a:ext cx="1119" cy="1279"/>
            </a:xfrm>
            <a:custGeom>
              <a:avLst/>
              <a:pathLst>
                <a:path w="1119" h="1279">
                  <a:moveTo>
                    <a:pt x="374" y="745"/>
                  </a:moveTo>
                  <a:lnTo>
                    <a:pt x="366" y="801"/>
                  </a:lnTo>
                  <a:lnTo>
                    <a:pt x="212" y="1240"/>
                  </a:lnTo>
                  <a:lnTo>
                    <a:pt x="206" y="1244"/>
                  </a:lnTo>
                  <a:lnTo>
                    <a:pt x="182" y="1256"/>
                  </a:lnTo>
                  <a:lnTo>
                    <a:pt x="138" y="1268"/>
                  </a:lnTo>
                  <a:lnTo>
                    <a:pt x="104" y="1276"/>
                  </a:lnTo>
                  <a:lnTo>
                    <a:pt x="35" y="1279"/>
                  </a:lnTo>
                  <a:lnTo>
                    <a:pt x="13" y="1273"/>
                  </a:lnTo>
                  <a:lnTo>
                    <a:pt x="0" y="1251"/>
                  </a:lnTo>
                  <a:lnTo>
                    <a:pt x="22" y="1199"/>
                  </a:lnTo>
                  <a:lnTo>
                    <a:pt x="50" y="1162"/>
                  </a:lnTo>
                  <a:lnTo>
                    <a:pt x="72" y="1148"/>
                  </a:lnTo>
                  <a:lnTo>
                    <a:pt x="80" y="1144"/>
                  </a:lnTo>
                  <a:lnTo>
                    <a:pt x="109" y="1127"/>
                  </a:lnTo>
                  <a:lnTo>
                    <a:pt x="117" y="1119"/>
                  </a:lnTo>
                  <a:lnTo>
                    <a:pt x="132" y="1080"/>
                  </a:lnTo>
                  <a:lnTo>
                    <a:pt x="145" y="1030"/>
                  </a:lnTo>
                  <a:lnTo>
                    <a:pt x="147" y="1023"/>
                  </a:lnTo>
                  <a:lnTo>
                    <a:pt x="151" y="1009"/>
                  </a:lnTo>
                  <a:lnTo>
                    <a:pt x="162" y="962"/>
                  </a:lnTo>
                  <a:lnTo>
                    <a:pt x="169" y="932"/>
                  </a:lnTo>
                  <a:lnTo>
                    <a:pt x="177" y="898"/>
                  </a:lnTo>
                  <a:lnTo>
                    <a:pt x="194" y="828"/>
                  </a:lnTo>
                  <a:lnTo>
                    <a:pt x="196" y="804"/>
                  </a:lnTo>
                  <a:lnTo>
                    <a:pt x="194" y="793"/>
                  </a:lnTo>
                  <a:lnTo>
                    <a:pt x="187" y="776"/>
                  </a:lnTo>
                  <a:lnTo>
                    <a:pt x="183" y="770"/>
                  </a:lnTo>
                  <a:lnTo>
                    <a:pt x="165" y="774"/>
                  </a:lnTo>
                  <a:lnTo>
                    <a:pt x="152" y="777"/>
                  </a:lnTo>
                  <a:lnTo>
                    <a:pt x="134" y="770"/>
                  </a:lnTo>
                  <a:lnTo>
                    <a:pt x="101" y="733"/>
                  </a:lnTo>
                  <a:lnTo>
                    <a:pt x="98" y="630"/>
                  </a:lnTo>
                  <a:lnTo>
                    <a:pt x="149" y="522"/>
                  </a:lnTo>
                  <a:lnTo>
                    <a:pt x="181" y="486"/>
                  </a:lnTo>
                  <a:lnTo>
                    <a:pt x="297" y="378"/>
                  </a:lnTo>
                  <a:lnTo>
                    <a:pt x="362" y="317"/>
                  </a:lnTo>
                  <a:lnTo>
                    <a:pt x="437" y="246"/>
                  </a:lnTo>
                  <a:lnTo>
                    <a:pt x="447" y="242"/>
                  </a:lnTo>
                  <a:lnTo>
                    <a:pt x="628" y="161"/>
                  </a:lnTo>
                  <a:lnTo>
                    <a:pt x="658" y="148"/>
                  </a:lnTo>
                  <a:lnTo>
                    <a:pt x="735" y="113"/>
                  </a:lnTo>
                  <a:lnTo>
                    <a:pt x="813" y="78"/>
                  </a:lnTo>
                  <a:lnTo>
                    <a:pt x="969" y="8"/>
                  </a:lnTo>
                  <a:lnTo>
                    <a:pt x="1059" y="0"/>
                  </a:lnTo>
                  <a:lnTo>
                    <a:pt x="1096" y="13"/>
                  </a:lnTo>
                  <a:lnTo>
                    <a:pt x="1119" y="58"/>
                  </a:lnTo>
                  <a:lnTo>
                    <a:pt x="1115" y="71"/>
                  </a:lnTo>
                  <a:lnTo>
                    <a:pt x="1105" y="85"/>
                  </a:lnTo>
                  <a:lnTo>
                    <a:pt x="1016" y="197"/>
                  </a:lnTo>
                  <a:lnTo>
                    <a:pt x="1012" y="202"/>
                  </a:lnTo>
                  <a:lnTo>
                    <a:pt x="930" y="282"/>
                  </a:lnTo>
                  <a:lnTo>
                    <a:pt x="923" y="284"/>
                  </a:lnTo>
                  <a:lnTo>
                    <a:pt x="859" y="328"/>
                  </a:lnTo>
                  <a:lnTo>
                    <a:pt x="845" y="343"/>
                  </a:lnTo>
                  <a:lnTo>
                    <a:pt x="812" y="363"/>
                  </a:lnTo>
                  <a:lnTo>
                    <a:pt x="792" y="376"/>
                  </a:lnTo>
                  <a:lnTo>
                    <a:pt x="777" y="392"/>
                  </a:lnTo>
                  <a:lnTo>
                    <a:pt x="770" y="399"/>
                  </a:lnTo>
                  <a:lnTo>
                    <a:pt x="755" y="410"/>
                  </a:lnTo>
                  <a:lnTo>
                    <a:pt x="734" y="423"/>
                  </a:lnTo>
                  <a:lnTo>
                    <a:pt x="572" y="472"/>
                  </a:lnTo>
                  <a:lnTo>
                    <a:pt x="537" y="489"/>
                  </a:lnTo>
                  <a:lnTo>
                    <a:pt x="518" y="499"/>
                  </a:lnTo>
                  <a:lnTo>
                    <a:pt x="487" y="512"/>
                  </a:lnTo>
                  <a:lnTo>
                    <a:pt x="479" y="513"/>
                  </a:lnTo>
                  <a:lnTo>
                    <a:pt x="462" y="519"/>
                  </a:lnTo>
                  <a:lnTo>
                    <a:pt x="392" y="548"/>
                  </a:lnTo>
                  <a:lnTo>
                    <a:pt x="358" y="700"/>
                  </a:lnTo>
                  <a:lnTo>
                    <a:pt x="357" y="720"/>
                  </a:lnTo>
                  <a:lnTo>
                    <a:pt x="374" y="74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l1005"/>
            <p:cNvSpPr/>
            <p:nvPr/>
          </p:nvSpPr>
          <p:spPr>
            <a:xfrm>
              <a:off x="4307562" y="5863413"/>
              <a:ext cx="402" cy="354"/>
            </a:xfrm>
            <a:custGeom>
              <a:avLst/>
              <a:pathLst>
                <a:path w="402" h="354">
                  <a:moveTo>
                    <a:pt x="42" y="348"/>
                  </a:moveTo>
                  <a:lnTo>
                    <a:pt x="25" y="354"/>
                  </a:lnTo>
                  <a:lnTo>
                    <a:pt x="16" y="352"/>
                  </a:lnTo>
                  <a:lnTo>
                    <a:pt x="5" y="340"/>
                  </a:lnTo>
                  <a:lnTo>
                    <a:pt x="0" y="328"/>
                  </a:lnTo>
                  <a:lnTo>
                    <a:pt x="0" y="303"/>
                  </a:lnTo>
                  <a:lnTo>
                    <a:pt x="0" y="284"/>
                  </a:lnTo>
                  <a:lnTo>
                    <a:pt x="1" y="208"/>
                  </a:lnTo>
                  <a:lnTo>
                    <a:pt x="10" y="194"/>
                  </a:lnTo>
                  <a:lnTo>
                    <a:pt x="10" y="178"/>
                  </a:lnTo>
                  <a:lnTo>
                    <a:pt x="15" y="163"/>
                  </a:lnTo>
                  <a:lnTo>
                    <a:pt x="26" y="153"/>
                  </a:lnTo>
                  <a:lnTo>
                    <a:pt x="48" y="142"/>
                  </a:lnTo>
                  <a:lnTo>
                    <a:pt x="68" y="143"/>
                  </a:lnTo>
                  <a:lnTo>
                    <a:pt x="95" y="124"/>
                  </a:lnTo>
                  <a:lnTo>
                    <a:pt x="132" y="64"/>
                  </a:lnTo>
                  <a:lnTo>
                    <a:pt x="163" y="43"/>
                  </a:lnTo>
                  <a:lnTo>
                    <a:pt x="307" y="5"/>
                  </a:lnTo>
                  <a:lnTo>
                    <a:pt x="363" y="0"/>
                  </a:lnTo>
                  <a:lnTo>
                    <a:pt x="385" y="8"/>
                  </a:lnTo>
                  <a:lnTo>
                    <a:pt x="395" y="11"/>
                  </a:lnTo>
                  <a:lnTo>
                    <a:pt x="399" y="15"/>
                  </a:lnTo>
                  <a:lnTo>
                    <a:pt x="402" y="22"/>
                  </a:lnTo>
                  <a:lnTo>
                    <a:pt x="402" y="34"/>
                  </a:lnTo>
                  <a:lnTo>
                    <a:pt x="358" y="92"/>
                  </a:lnTo>
                  <a:lnTo>
                    <a:pt x="337" y="115"/>
                  </a:lnTo>
                  <a:lnTo>
                    <a:pt x="315" y="138"/>
                  </a:lnTo>
                  <a:lnTo>
                    <a:pt x="292" y="162"/>
                  </a:lnTo>
                  <a:lnTo>
                    <a:pt x="279" y="174"/>
                  </a:lnTo>
                  <a:lnTo>
                    <a:pt x="195" y="254"/>
                  </a:lnTo>
                  <a:lnTo>
                    <a:pt x="102" y="314"/>
                  </a:lnTo>
                  <a:lnTo>
                    <a:pt x="91" y="321"/>
                  </a:lnTo>
                  <a:lnTo>
                    <a:pt x="42" y="34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l1006"/>
            <p:cNvSpPr/>
            <p:nvPr/>
          </p:nvSpPr>
          <p:spPr>
            <a:xfrm>
              <a:off x="4344849" y="5866198"/>
              <a:ext cx="464" cy="681"/>
            </a:xfrm>
            <a:custGeom>
              <a:avLst/>
              <a:pathLst>
                <a:path w="464" h="681">
                  <a:moveTo>
                    <a:pt x="378" y="681"/>
                  </a:moveTo>
                  <a:lnTo>
                    <a:pt x="322" y="678"/>
                  </a:lnTo>
                  <a:lnTo>
                    <a:pt x="233" y="657"/>
                  </a:lnTo>
                  <a:lnTo>
                    <a:pt x="129" y="551"/>
                  </a:lnTo>
                  <a:lnTo>
                    <a:pt x="88" y="470"/>
                  </a:lnTo>
                  <a:lnTo>
                    <a:pt x="1" y="245"/>
                  </a:lnTo>
                  <a:lnTo>
                    <a:pt x="0" y="237"/>
                  </a:lnTo>
                  <a:lnTo>
                    <a:pt x="17" y="126"/>
                  </a:lnTo>
                  <a:lnTo>
                    <a:pt x="40" y="84"/>
                  </a:lnTo>
                  <a:lnTo>
                    <a:pt x="90" y="25"/>
                  </a:lnTo>
                  <a:lnTo>
                    <a:pt x="130" y="16"/>
                  </a:lnTo>
                  <a:lnTo>
                    <a:pt x="436" y="0"/>
                  </a:lnTo>
                  <a:lnTo>
                    <a:pt x="464" y="32"/>
                  </a:lnTo>
                  <a:lnTo>
                    <a:pt x="459" y="95"/>
                  </a:lnTo>
                  <a:lnTo>
                    <a:pt x="453" y="113"/>
                  </a:lnTo>
                  <a:lnTo>
                    <a:pt x="294" y="310"/>
                  </a:lnTo>
                  <a:lnTo>
                    <a:pt x="262" y="331"/>
                  </a:lnTo>
                  <a:lnTo>
                    <a:pt x="287" y="352"/>
                  </a:lnTo>
                  <a:lnTo>
                    <a:pt x="329" y="396"/>
                  </a:lnTo>
                  <a:lnTo>
                    <a:pt x="437" y="556"/>
                  </a:lnTo>
                  <a:lnTo>
                    <a:pt x="428" y="602"/>
                  </a:lnTo>
                  <a:lnTo>
                    <a:pt x="386" y="671"/>
                  </a:lnTo>
                  <a:lnTo>
                    <a:pt x="378" y="68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l1007"/>
            <p:cNvSpPr/>
            <p:nvPr/>
          </p:nvSpPr>
          <p:spPr>
            <a:xfrm>
              <a:off x="4386113" y="5868508"/>
              <a:ext cx="1966" cy="1610"/>
            </a:xfrm>
            <a:custGeom>
              <a:avLst/>
              <a:pathLst>
                <a:path w="1966" h="1610">
                  <a:moveTo>
                    <a:pt x="1387" y="89"/>
                  </a:moveTo>
                  <a:lnTo>
                    <a:pt x="1387" y="142"/>
                  </a:lnTo>
                  <a:lnTo>
                    <a:pt x="1387" y="159"/>
                  </a:lnTo>
                  <a:lnTo>
                    <a:pt x="1393" y="170"/>
                  </a:lnTo>
                  <a:lnTo>
                    <a:pt x="1406" y="188"/>
                  </a:lnTo>
                  <a:lnTo>
                    <a:pt x="1416" y="195"/>
                  </a:lnTo>
                  <a:lnTo>
                    <a:pt x="1421" y="200"/>
                  </a:lnTo>
                  <a:lnTo>
                    <a:pt x="1425" y="211"/>
                  </a:lnTo>
                  <a:lnTo>
                    <a:pt x="1425" y="229"/>
                  </a:lnTo>
                  <a:lnTo>
                    <a:pt x="1425" y="244"/>
                  </a:lnTo>
                  <a:lnTo>
                    <a:pt x="1427" y="258"/>
                  </a:lnTo>
                  <a:lnTo>
                    <a:pt x="1436" y="273"/>
                  </a:lnTo>
                  <a:lnTo>
                    <a:pt x="1448" y="287"/>
                  </a:lnTo>
                  <a:lnTo>
                    <a:pt x="1452" y="300"/>
                  </a:lnTo>
                  <a:lnTo>
                    <a:pt x="1438" y="337"/>
                  </a:lnTo>
                  <a:lnTo>
                    <a:pt x="1401" y="390"/>
                  </a:lnTo>
                  <a:lnTo>
                    <a:pt x="1388" y="407"/>
                  </a:lnTo>
                  <a:lnTo>
                    <a:pt x="1335" y="432"/>
                  </a:lnTo>
                  <a:lnTo>
                    <a:pt x="1307" y="445"/>
                  </a:lnTo>
                  <a:lnTo>
                    <a:pt x="1262" y="477"/>
                  </a:lnTo>
                  <a:lnTo>
                    <a:pt x="1255" y="483"/>
                  </a:lnTo>
                  <a:lnTo>
                    <a:pt x="1242" y="495"/>
                  </a:lnTo>
                  <a:lnTo>
                    <a:pt x="1233" y="500"/>
                  </a:lnTo>
                  <a:lnTo>
                    <a:pt x="1226" y="502"/>
                  </a:lnTo>
                  <a:lnTo>
                    <a:pt x="1218" y="510"/>
                  </a:lnTo>
                  <a:lnTo>
                    <a:pt x="1218" y="517"/>
                  </a:lnTo>
                  <a:lnTo>
                    <a:pt x="1218" y="533"/>
                  </a:lnTo>
                  <a:lnTo>
                    <a:pt x="1215" y="546"/>
                  </a:lnTo>
                  <a:lnTo>
                    <a:pt x="1208" y="566"/>
                  </a:lnTo>
                  <a:lnTo>
                    <a:pt x="1201" y="609"/>
                  </a:lnTo>
                  <a:lnTo>
                    <a:pt x="1211" y="641"/>
                  </a:lnTo>
                  <a:lnTo>
                    <a:pt x="1217" y="649"/>
                  </a:lnTo>
                  <a:lnTo>
                    <a:pt x="1226" y="661"/>
                  </a:lnTo>
                  <a:lnTo>
                    <a:pt x="1235" y="676"/>
                  </a:lnTo>
                  <a:lnTo>
                    <a:pt x="1241" y="686"/>
                  </a:lnTo>
                  <a:lnTo>
                    <a:pt x="1255" y="690"/>
                  </a:lnTo>
                  <a:lnTo>
                    <a:pt x="1278" y="691"/>
                  </a:lnTo>
                  <a:lnTo>
                    <a:pt x="1288" y="691"/>
                  </a:lnTo>
                  <a:lnTo>
                    <a:pt x="1298" y="690"/>
                  </a:lnTo>
                  <a:lnTo>
                    <a:pt x="1344" y="694"/>
                  </a:lnTo>
                  <a:lnTo>
                    <a:pt x="1389" y="704"/>
                  </a:lnTo>
                  <a:lnTo>
                    <a:pt x="1404" y="710"/>
                  </a:lnTo>
                  <a:lnTo>
                    <a:pt x="1418" y="715"/>
                  </a:lnTo>
                  <a:lnTo>
                    <a:pt x="1427" y="720"/>
                  </a:lnTo>
                  <a:lnTo>
                    <a:pt x="1433" y="725"/>
                  </a:lnTo>
                  <a:lnTo>
                    <a:pt x="1440" y="735"/>
                  </a:lnTo>
                  <a:lnTo>
                    <a:pt x="1444" y="747"/>
                  </a:lnTo>
                  <a:lnTo>
                    <a:pt x="1487" y="761"/>
                  </a:lnTo>
                  <a:lnTo>
                    <a:pt x="1517" y="763"/>
                  </a:lnTo>
                  <a:lnTo>
                    <a:pt x="1523" y="763"/>
                  </a:lnTo>
                  <a:lnTo>
                    <a:pt x="1531" y="761"/>
                  </a:lnTo>
                  <a:lnTo>
                    <a:pt x="1561" y="748"/>
                  </a:lnTo>
                  <a:lnTo>
                    <a:pt x="1574" y="743"/>
                  </a:lnTo>
                  <a:lnTo>
                    <a:pt x="1586" y="740"/>
                  </a:lnTo>
                  <a:lnTo>
                    <a:pt x="1603" y="732"/>
                  </a:lnTo>
                  <a:lnTo>
                    <a:pt x="1626" y="721"/>
                  </a:lnTo>
                  <a:lnTo>
                    <a:pt x="1637" y="715"/>
                  </a:lnTo>
                  <a:lnTo>
                    <a:pt x="1648" y="708"/>
                  </a:lnTo>
                  <a:lnTo>
                    <a:pt x="1808" y="602"/>
                  </a:lnTo>
                  <a:lnTo>
                    <a:pt x="1824" y="579"/>
                  </a:lnTo>
                  <a:lnTo>
                    <a:pt x="1833" y="567"/>
                  </a:lnTo>
                  <a:lnTo>
                    <a:pt x="1840" y="555"/>
                  </a:lnTo>
                  <a:lnTo>
                    <a:pt x="1846" y="545"/>
                  </a:lnTo>
                  <a:lnTo>
                    <a:pt x="1852" y="495"/>
                  </a:lnTo>
                  <a:lnTo>
                    <a:pt x="1868" y="479"/>
                  </a:lnTo>
                  <a:lnTo>
                    <a:pt x="1904" y="464"/>
                  </a:lnTo>
                  <a:lnTo>
                    <a:pt x="1915" y="465"/>
                  </a:lnTo>
                  <a:lnTo>
                    <a:pt x="1923" y="478"/>
                  </a:lnTo>
                  <a:lnTo>
                    <a:pt x="1947" y="553"/>
                  </a:lnTo>
                  <a:lnTo>
                    <a:pt x="1966" y="628"/>
                  </a:lnTo>
                  <a:lnTo>
                    <a:pt x="1957" y="649"/>
                  </a:lnTo>
                  <a:lnTo>
                    <a:pt x="1949" y="654"/>
                  </a:lnTo>
                  <a:lnTo>
                    <a:pt x="1666" y="846"/>
                  </a:lnTo>
                  <a:lnTo>
                    <a:pt x="1662" y="850"/>
                  </a:lnTo>
                  <a:lnTo>
                    <a:pt x="1648" y="862"/>
                  </a:lnTo>
                  <a:lnTo>
                    <a:pt x="1637" y="869"/>
                  </a:lnTo>
                  <a:lnTo>
                    <a:pt x="1630" y="872"/>
                  </a:lnTo>
                  <a:lnTo>
                    <a:pt x="1624" y="875"/>
                  </a:lnTo>
                  <a:lnTo>
                    <a:pt x="1419" y="1006"/>
                  </a:lnTo>
                  <a:lnTo>
                    <a:pt x="1362" y="1034"/>
                  </a:lnTo>
                  <a:lnTo>
                    <a:pt x="1356" y="1035"/>
                  </a:lnTo>
                  <a:lnTo>
                    <a:pt x="1230" y="1065"/>
                  </a:lnTo>
                  <a:lnTo>
                    <a:pt x="1172" y="1065"/>
                  </a:lnTo>
                  <a:lnTo>
                    <a:pt x="1123" y="1051"/>
                  </a:lnTo>
                  <a:lnTo>
                    <a:pt x="1113" y="1047"/>
                  </a:lnTo>
                  <a:lnTo>
                    <a:pt x="1105" y="1042"/>
                  </a:lnTo>
                  <a:lnTo>
                    <a:pt x="1099" y="1038"/>
                  </a:lnTo>
                  <a:lnTo>
                    <a:pt x="1014" y="1023"/>
                  </a:lnTo>
                  <a:lnTo>
                    <a:pt x="970" y="1005"/>
                  </a:lnTo>
                  <a:lnTo>
                    <a:pt x="918" y="981"/>
                  </a:lnTo>
                  <a:lnTo>
                    <a:pt x="883" y="955"/>
                  </a:lnTo>
                  <a:lnTo>
                    <a:pt x="880" y="951"/>
                  </a:lnTo>
                  <a:lnTo>
                    <a:pt x="874" y="944"/>
                  </a:lnTo>
                  <a:lnTo>
                    <a:pt x="866" y="942"/>
                  </a:lnTo>
                  <a:lnTo>
                    <a:pt x="802" y="955"/>
                  </a:lnTo>
                  <a:lnTo>
                    <a:pt x="728" y="973"/>
                  </a:lnTo>
                  <a:lnTo>
                    <a:pt x="593" y="1016"/>
                  </a:lnTo>
                  <a:lnTo>
                    <a:pt x="586" y="1023"/>
                  </a:lnTo>
                  <a:lnTo>
                    <a:pt x="580" y="1031"/>
                  </a:lnTo>
                  <a:lnTo>
                    <a:pt x="566" y="1045"/>
                  </a:lnTo>
                  <a:lnTo>
                    <a:pt x="538" y="1067"/>
                  </a:lnTo>
                  <a:lnTo>
                    <a:pt x="529" y="1074"/>
                  </a:lnTo>
                  <a:lnTo>
                    <a:pt x="518" y="1084"/>
                  </a:lnTo>
                  <a:lnTo>
                    <a:pt x="513" y="1093"/>
                  </a:lnTo>
                  <a:lnTo>
                    <a:pt x="485" y="1145"/>
                  </a:lnTo>
                  <a:lnTo>
                    <a:pt x="476" y="1270"/>
                  </a:lnTo>
                  <a:lnTo>
                    <a:pt x="448" y="1431"/>
                  </a:lnTo>
                  <a:lnTo>
                    <a:pt x="291" y="1543"/>
                  </a:lnTo>
                  <a:lnTo>
                    <a:pt x="252" y="1563"/>
                  </a:lnTo>
                  <a:lnTo>
                    <a:pt x="168" y="1597"/>
                  </a:lnTo>
                  <a:lnTo>
                    <a:pt x="154" y="1603"/>
                  </a:lnTo>
                  <a:lnTo>
                    <a:pt x="152" y="1608"/>
                  </a:lnTo>
                  <a:lnTo>
                    <a:pt x="142" y="1610"/>
                  </a:lnTo>
                  <a:lnTo>
                    <a:pt x="48" y="1489"/>
                  </a:lnTo>
                  <a:lnTo>
                    <a:pt x="0" y="1381"/>
                  </a:lnTo>
                  <a:lnTo>
                    <a:pt x="0" y="1330"/>
                  </a:lnTo>
                  <a:lnTo>
                    <a:pt x="20" y="1268"/>
                  </a:lnTo>
                  <a:lnTo>
                    <a:pt x="64" y="1196"/>
                  </a:lnTo>
                  <a:lnTo>
                    <a:pt x="69" y="1187"/>
                  </a:lnTo>
                  <a:lnTo>
                    <a:pt x="234" y="975"/>
                  </a:lnTo>
                  <a:lnTo>
                    <a:pt x="248" y="959"/>
                  </a:lnTo>
                  <a:lnTo>
                    <a:pt x="255" y="958"/>
                  </a:lnTo>
                  <a:lnTo>
                    <a:pt x="261" y="958"/>
                  </a:lnTo>
                  <a:lnTo>
                    <a:pt x="275" y="959"/>
                  </a:lnTo>
                  <a:lnTo>
                    <a:pt x="291" y="960"/>
                  </a:lnTo>
                  <a:lnTo>
                    <a:pt x="311" y="950"/>
                  </a:lnTo>
                  <a:lnTo>
                    <a:pt x="343" y="924"/>
                  </a:lnTo>
                  <a:lnTo>
                    <a:pt x="359" y="912"/>
                  </a:lnTo>
                  <a:lnTo>
                    <a:pt x="375" y="896"/>
                  </a:lnTo>
                  <a:lnTo>
                    <a:pt x="384" y="887"/>
                  </a:lnTo>
                  <a:lnTo>
                    <a:pt x="389" y="883"/>
                  </a:lnTo>
                  <a:lnTo>
                    <a:pt x="396" y="878"/>
                  </a:lnTo>
                  <a:lnTo>
                    <a:pt x="405" y="876"/>
                  </a:lnTo>
                  <a:lnTo>
                    <a:pt x="423" y="873"/>
                  </a:lnTo>
                  <a:lnTo>
                    <a:pt x="453" y="867"/>
                  </a:lnTo>
                  <a:lnTo>
                    <a:pt x="467" y="864"/>
                  </a:lnTo>
                  <a:lnTo>
                    <a:pt x="481" y="860"/>
                  </a:lnTo>
                  <a:lnTo>
                    <a:pt x="492" y="853"/>
                  </a:lnTo>
                  <a:lnTo>
                    <a:pt x="500" y="846"/>
                  </a:lnTo>
                  <a:lnTo>
                    <a:pt x="514" y="835"/>
                  </a:lnTo>
                  <a:lnTo>
                    <a:pt x="525" y="822"/>
                  </a:lnTo>
                  <a:lnTo>
                    <a:pt x="534" y="815"/>
                  </a:lnTo>
                  <a:lnTo>
                    <a:pt x="548" y="809"/>
                  </a:lnTo>
                  <a:lnTo>
                    <a:pt x="555" y="806"/>
                  </a:lnTo>
                  <a:lnTo>
                    <a:pt x="564" y="798"/>
                  </a:lnTo>
                  <a:lnTo>
                    <a:pt x="577" y="787"/>
                  </a:lnTo>
                  <a:lnTo>
                    <a:pt x="587" y="780"/>
                  </a:lnTo>
                  <a:lnTo>
                    <a:pt x="619" y="765"/>
                  </a:lnTo>
                  <a:lnTo>
                    <a:pt x="637" y="756"/>
                  </a:lnTo>
                  <a:lnTo>
                    <a:pt x="691" y="746"/>
                  </a:lnTo>
                  <a:lnTo>
                    <a:pt x="702" y="750"/>
                  </a:lnTo>
                  <a:lnTo>
                    <a:pt x="711" y="754"/>
                  </a:lnTo>
                  <a:lnTo>
                    <a:pt x="750" y="749"/>
                  </a:lnTo>
                  <a:lnTo>
                    <a:pt x="774" y="745"/>
                  </a:lnTo>
                  <a:lnTo>
                    <a:pt x="801" y="737"/>
                  </a:lnTo>
                  <a:lnTo>
                    <a:pt x="833" y="728"/>
                  </a:lnTo>
                  <a:lnTo>
                    <a:pt x="1029" y="670"/>
                  </a:lnTo>
                  <a:lnTo>
                    <a:pt x="1053" y="650"/>
                  </a:lnTo>
                  <a:lnTo>
                    <a:pt x="1057" y="645"/>
                  </a:lnTo>
                  <a:lnTo>
                    <a:pt x="1127" y="583"/>
                  </a:lnTo>
                  <a:lnTo>
                    <a:pt x="1141" y="565"/>
                  </a:lnTo>
                  <a:lnTo>
                    <a:pt x="1153" y="539"/>
                  </a:lnTo>
                  <a:lnTo>
                    <a:pt x="1162" y="512"/>
                  </a:lnTo>
                  <a:lnTo>
                    <a:pt x="1164" y="500"/>
                  </a:lnTo>
                  <a:lnTo>
                    <a:pt x="1165" y="487"/>
                  </a:lnTo>
                  <a:lnTo>
                    <a:pt x="1162" y="476"/>
                  </a:lnTo>
                  <a:lnTo>
                    <a:pt x="1161" y="469"/>
                  </a:lnTo>
                  <a:lnTo>
                    <a:pt x="1153" y="383"/>
                  </a:lnTo>
                  <a:lnTo>
                    <a:pt x="1192" y="209"/>
                  </a:lnTo>
                  <a:lnTo>
                    <a:pt x="1198" y="191"/>
                  </a:lnTo>
                  <a:lnTo>
                    <a:pt x="1200" y="183"/>
                  </a:lnTo>
                  <a:lnTo>
                    <a:pt x="1210" y="162"/>
                  </a:lnTo>
                  <a:lnTo>
                    <a:pt x="1212" y="152"/>
                  </a:lnTo>
                  <a:lnTo>
                    <a:pt x="1213" y="132"/>
                  </a:lnTo>
                  <a:lnTo>
                    <a:pt x="1214" y="109"/>
                  </a:lnTo>
                  <a:lnTo>
                    <a:pt x="1228" y="81"/>
                  </a:lnTo>
                  <a:lnTo>
                    <a:pt x="1257" y="71"/>
                  </a:lnTo>
                  <a:lnTo>
                    <a:pt x="1262" y="73"/>
                  </a:lnTo>
                  <a:lnTo>
                    <a:pt x="1268" y="77"/>
                  </a:lnTo>
                  <a:lnTo>
                    <a:pt x="1277" y="78"/>
                  </a:lnTo>
                  <a:lnTo>
                    <a:pt x="1286" y="71"/>
                  </a:lnTo>
                  <a:lnTo>
                    <a:pt x="1296" y="56"/>
                  </a:lnTo>
                  <a:lnTo>
                    <a:pt x="1305" y="40"/>
                  </a:lnTo>
                  <a:lnTo>
                    <a:pt x="1314" y="24"/>
                  </a:lnTo>
                  <a:lnTo>
                    <a:pt x="1335" y="7"/>
                  </a:lnTo>
                  <a:lnTo>
                    <a:pt x="1355" y="0"/>
                  </a:lnTo>
                  <a:lnTo>
                    <a:pt x="1376" y="4"/>
                  </a:lnTo>
                  <a:lnTo>
                    <a:pt x="1378" y="11"/>
                  </a:lnTo>
                  <a:lnTo>
                    <a:pt x="1379" y="20"/>
                  </a:lnTo>
                  <a:lnTo>
                    <a:pt x="1379" y="34"/>
                  </a:lnTo>
                  <a:lnTo>
                    <a:pt x="1374" y="60"/>
                  </a:lnTo>
                  <a:lnTo>
                    <a:pt x="1375" y="68"/>
                  </a:lnTo>
                  <a:lnTo>
                    <a:pt x="1381" y="75"/>
                  </a:lnTo>
                  <a:lnTo>
                    <a:pt x="1387" y="8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l1008"/>
            <p:cNvSpPr/>
            <p:nvPr/>
          </p:nvSpPr>
          <p:spPr>
            <a:xfrm>
              <a:off x="4308732" y="5860842"/>
              <a:ext cx="141" cy="494"/>
            </a:xfrm>
            <a:custGeom>
              <a:avLst/>
              <a:pathLst>
                <a:path w="141" h="494">
                  <a:moveTo>
                    <a:pt x="35" y="492"/>
                  </a:moveTo>
                  <a:lnTo>
                    <a:pt x="28" y="494"/>
                  </a:lnTo>
                  <a:lnTo>
                    <a:pt x="21" y="491"/>
                  </a:lnTo>
                  <a:lnTo>
                    <a:pt x="13" y="477"/>
                  </a:lnTo>
                  <a:lnTo>
                    <a:pt x="7" y="454"/>
                  </a:lnTo>
                  <a:lnTo>
                    <a:pt x="3" y="430"/>
                  </a:lnTo>
                  <a:lnTo>
                    <a:pt x="0" y="352"/>
                  </a:lnTo>
                  <a:lnTo>
                    <a:pt x="0" y="345"/>
                  </a:lnTo>
                  <a:lnTo>
                    <a:pt x="3" y="325"/>
                  </a:lnTo>
                  <a:lnTo>
                    <a:pt x="10" y="291"/>
                  </a:lnTo>
                  <a:lnTo>
                    <a:pt x="13" y="284"/>
                  </a:lnTo>
                  <a:lnTo>
                    <a:pt x="21" y="264"/>
                  </a:lnTo>
                  <a:lnTo>
                    <a:pt x="83" y="144"/>
                  </a:lnTo>
                  <a:lnTo>
                    <a:pt x="53" y="18"/>
                  </a:lnTo>
                  <a:lnTo>
                    <a:pt x="53" y="12"/>
                  </a:lnTo>
                  <a:lnTo>
                    <a:pt x="57" y="6"/>
                  </a:lnTo>
                  <a:lnTo>
                    <a:pt x="64" y="1"/>
                  </a:lnTo>
                  <a:lnTo>
                    <a:pt x="72" y="0"/>
                  </a:lnTo>
                  <a:lnTo>
                    <a:pt x="77" y="0"/>
                  </a:lnTo>
                  <a:lnTo>
                    <a:pt x="85" y="3"/>
                  </a:lnTo>
                  <a:lnTo>
                    <a:pt x="102" y="17"/>
                  </a:lnTo>
                  <a:lnTo>
                    <a:pt x="123" y="53"/>
                  </a:lnTo>
                  <a:lnTo>
                    <a:pt x="130" y="72"/>
                  </a:lnTo>
                  <a:lnTo>
                    <a:pt x="134" y="82"/>
                  </a:lnTo>
                  <a:lnTo>
                    <a:pt x="140" y="109"/>
                  </a:lnTo>
                  <a:lnTo>
                    <a:pt x="141" y="133"/>
                  </a:lnTo>
                  <a:lnTo>
                    <a:pt x="133" y="189"/>
                  </a:lnTo>
                  <a:lnTo>
                    <a:pt x="125" y="243"/>
                  </a:lnTo>
                  <a:lnTo>
                    <a:pt x="114" y="293"/>
                  </a:lnTo>
                  <a:lnTo>
                    <a:pt x="111" y="302"/>
                  </a:lnTo>
                  <a:lnTo>
                    <a:pt x="55" y="454"/>
                  </a:lnTo>
                  <a:lnTo>
                    <a:pt x="42" y="482"/>
                  </a:lnTo>
                  <a:lnTo>
                    <a:pt x="35" y="4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l1009"/>
            <p:cNvSpPr/>
            <p:nvPr/>
          </p:nvSpPr>
          <p:spPr>
            <a:xfrm>
              <a:off x="4370953" y="5866129"/>
              <a:ext cx="1720" cy="1745"/>
            </a:xfrm>
            <a:custGeom>
              <a:avLst/>
              <a:pathLst>
                <a:path w="1720" h="1745">
                  <a:moveTo>
                    <a:pt x="634" y="50"/>
                  </a:moveTo>
                  <a:lnTo>
                    <a:pt x="834" y="163"/>
                  </a:lnTo>
                  <a:lnTo>
                    <a:pt x="937" y="158"/>
                  </a:lnTo>
                  <a:lnTo>
                    <a:pt x="1253" y="226"/>
                  </a:lnTo>
                  <a:lnTo>
                    <a:pt x="1346" y="283"/>
                  </a:lnTo>
                  <a:lnTo>
                    <a:pt x="1407" y="323"/>
                  </a:lnTo>
                  <a:lnTo>
                    <a:pt x="1451" y="359"/>
                  </a:lnTo>
                  <a:lnTo>
                    <a:pt x="1455" y="386"/>
                  </a:lnTo>
                  <a:lnTo>
                    <a:pt x="1424" y="451"/>
                  </a:lnTo>
                  <a:lnTo>
                    <a:pt x="1369" y="512"/>
                  </a:lnTo>
                  <a:lnTo>
                    <a:pt x="1349" y="550"/>
                  </a:lnTo>
                  <a:lnTo>
                    <a:pt x="1607" y="575"/>
                  </a:lnTo>
                  <a:lnTo>
                    <a:pt x="1655" y="556"/>
                  </a:lnTo>
                  <a:lnTo>
                    <a:pt x="1678" y="560"/>
                  </a:lnTo>
                  <a:lnTo>
                    <a:pt x="1699" y="592"/>
                  </a:lnTo>
                  <a:lnTo>
                    <a:pt x="1720" y="727"/>
                  </a:lnTo>
                  <a:lnTo>
                    <a:pt x="1715" y="807"/>
                  </a:lnTo>
                  <a:lnTo>
                    <a:pt x="1345" y="1384"/>
                  </a:lnTo>
                  <a:lnTo>
                    <a:pt x="1283" y="1442"/>
                  </a:lnTo>
                  <a:lnTo>
                    <a:pt x="1097" y="1558"/>
                  </a:lnTo>
                  <a:lnTo>
                    <a:pt x="1048" y="1587"/>
                  </a:lnTo>
                  <a:lnTo>
                    <a:pt x="952" y="1574"/>
                  </a:lnTo>
                  <a:lnTo>
                    <a:pt x="824" y="1549"/>
                  </a:lnTo>
                  <a:lnTo>
                    <a:pt x="753" y="1523"/>
                  </a:lnTo>
                  <a:lnTo>
                    <a:pt x="736" y="1524"/>
                  </a:lnTo>
                  <a:lnTo>
                    <a:pt x="663" y="1554"/>
                  </a:lnTo>
                  <a:lnTo>
                    <a:pt x="628" y="1586"/>
                  </a:lnTo>
                  <a:lnTo>
                    <a:pt x="626" y="1611"/>
                  </a:lnTo>
                  <a:lnTo>
                    <a:pt x="642" y="1666"/>
                  </a:lnTo>
                  <a:lnTo>
                    <a:pt x="622" y="1692"/>
                  </a:lnTo>
                  <a:lnTo>
                    <a:pt x="596" y="1725"/>
                  </a:lnTo>
                  <a:lnTo>
                    <a:pt x="518" y="1742"/>
                  </a:lnTo>
                  <a:lnTo>
                    <a:pt x="365" y="1745"/>
                  </a:lnTo>
                  <a:lnTo>
                    <a:pt x="338" y="1745"/>
                  </a:lnTo>
                  <a:lnTo>
                    <a:pt x="225" y="1673"/>
                  </a:lnTo>
                  <a:lnTo>
                    <a:pt x="228" y="1618"/>
                  </a:lnTo>
                  <a:lnTo>
                    <a:pt x="290" y="1401"/>
                  </a:lnTo>
                  <a:lnTo>
                    <a:pt x="312" y="1325"/>
                  </a:lnTo>
                  <a:lnTo>
                    <a:pt x="276" y="1152"/>
                  </a:lnTo>
                  <a:lnTo>
                    <a:pt x="266" y="1150"/>
                  </a:lnTo>
                  <a:lnTo>
                    <a:pt x="98" y="1082"/>
                  </a:lnTo>
                  <a:lnTo>
                    <a:pt x="82" y="1065"/>
                  </a:lnTo>
                  <a:lnTo>
                    <a:pt x="71" y="1031"/>
                  </a:lnTo>
                  <a:lnTo>
                    <a:pt x="119" y="726"/>
                  </a:lnTo>
                  <a:lnTo>
                    <a:pt x="141" y="661"/>
                  </a:lnTo>
                  <a:lnTo>
                    <a:pt x="176" y="637"/>
                  </a:lnTo>
                  <a:lnTo>
                    <a:pt x="198" y="607"/>
                  </a:lnTo>
                  <a:lnTo>
                    <a:pt x="239" y="474"/>
                  </a:lnTo>
                  <a:lnTo>
                    <a:pt x="201" y="440"/>
                  </a:lnTo>
                  <a:lnTo>
                    <a:pt x="151" y="441"/>
                  </a:lnTo>
                  <a:lnTo>
                    <a:pt x="1" y="461"/>
                  </a:lnTo>
                  <a:lnTo>
                    <a:pt x="0" y="428"/>
                  </a:lnTo>
                  <a:lnTo>
                    <a:pt x="68" y="288"/>
                  </a:lnTo>
                  <a:lnTo>
                    <a:pt x="123" y="229"/>
                  </a:lnTo>
                  <a:lnTo>
                    <a:pt x="528" y="21"/>
                  </a:lnTo>
                  <a:lnTo>
                    <a:pt x="573" y="0"/>
                  </a:lnTo>
                  <a:lnTo>
                    <a:pt x="604" y="15"/>
                  </a:lnTo>
                  <a:lnTo>
                    <a:pt x="607" y="29"/>
                  </a:lnTo>
                  <a:lnTo>
                    <a:pt x="634" y="5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l1010"/>
            <p:cNvSpPr/>
            <p:nvPr/>
          </p:nvSpPr>
          <p:spPr>
            <a:xfrm>
              <a:off x="4369333" y="5865719"/>
              <a:ext cx="1349" cy="1277"/>
            </a:xfrm>
            <a:custGeom>
              <a:avLst/>
              <a:pathLst>
                <a:path w="1349" h="1277">
                  <a:moveTo>
                    <a:pt x="1187" y="889"/>
                  </a:moveTo>
                  <a:lnTo>
                    <a:pt x="1221" y="931"/>
                  </a:lnTo>
                  <a:lnTo>
                    <a:pt x="1334" y="927"/>
                  </a:lnTo>
                  <a:lnTo>
                    <a:pt x="1349" y="936"/>
                  </a:lnTo>
                  <a:lnTo>
                    <a:pt x="1345" y="960"/>
                  </a:lnTo>
                  <a:lnTo>
                    <a:pt x="1312" y="1008"/>
                  </a:lnTo>
                  <a:lnTo>
                    <a:pt x="1223" y="1104"/>
                  </a:lnTo>
                  <a:lnTo>
                    <a:pt x="1144" y="1163"/>
                  </a:lnTo>
                  <a:lnTo>
                    <a:pt x="1132" y="1155"/>
                  </a:lnTo>
                  <a:lnTo>
                    <a:pt x="1123" y="1086"/>
                  </a:lnTo>
                  <a:lnTo>
                    <a:pt x="1159" y="1012"/>
                  </a:lnTo>
                  <a:lnTo>
                    <a:pt x="1148" y="981"/>
                  </a:lnTo>
                  <a:lnTo>
                    <a:pt x="1127" y="954"/>
                  </a:lnTo>
                  <a:lnTo>
                    <a:pt x="1110" y="949"/>
                  </a:lnTo>
                  <a:lnTo>
                    <a:pt x="1047" y="961"/>
                  </a:lnTo>
                  <a:lnTo>
                    <a:pt x="631" y="1056"/>
                  </a:lnTo>
                  <a:lnTo>
                    <a:pt x="463" y="1162"/>
                  </a:lnTo>
                  <a:lnTo>
                    <a:pt x="420" y="1224"/>
                  </a:lnTo>
                  <a:lnTo>
                    <a:pt x="360" y="1253"/>
                  </a:lnTo>
                  <a:lnTo>
                    <a:pt x="337" y="1260"/>
                  </a:lnTo>
                  <a:lnTo>
                    <a:pt x="168" y="1277"/>
                  </a:lnTo>
                  <a:lnTo>
                    <a:pt x="135" y="1277"/>
                  </a:lnTo>
                  <a:lnTo>
                    <a:pt x="51" y="1234"/>
                  </a:lnTo>
                  <a:lnTo>
                    <a:pt x="38" y="1226"/>
                  </a:lnTo>
                  <a:lnTo>
                    <a:pt x="5" y="1167"/>
                  </a:lnTo>
                  <a:lnTo>
                    <a:pt x="0" y="1138"/>
                  </a:lnTo>
                  <a:lnTo>
                    <a:pt x="91" y="1013"/>
                  </a:lnTo>
                  <a:lnTo>
                    <a:pt x="76" y="733"/>
                  </a:lnTo>
                  <a:lnTo>
                    <a:pt x="72" y="723"/>
                  </a:lnTo>
                  <a:lnTo>
                    <a:pt x="113" y="617"/>
                  </a:lnTo>
                  <a:lnTo>
                    <a:pt x="124" y="609"/>
                  </a:lnTo>
                  <a:lnTo>
                    <a:pt x="173" y="601"/>
                  </a:lnTo>
                  <a:lnTo>
                    <a:pt x="204" y="528"/>
                  </a:lnTo>
                  <a:lnTo>
                    <a:pt x="275" y="404"/>
                  </a:lnTo>
                  <a:lnTo>
                    <a:pt x="471" y="71"/>
                  </a:lnTo>
                  <a:lnTo>
                    <a:pt x="493" y="53"/>
                  </a:lnTo>
                  <a:lnTo>
                    <a:pt x="600" y="0"/>
                  </a:lnTo>
                  <a:lnTo>
                    <a:pt x="676" y="3"/>
                  </a:lnTo>
                  <a:lnTo>
                    <a:pt x="887" y="110"/>
                  </a:lnTo>
                  <a:lnTo>
                    <a:pt x="1219" y="299"/>
                  </a:lnTo>
                  <a:lnTo>
                    <a:pt x="1218" y="401"/>
                  </a:lnTo>
                  <a:lnTo>
                    <a:pt x="1173" y="476"/>
                  </a:lnTo>
                  <a:lnTo>
                    <a:pt x="1151" y="521"/>
                  </a:lnTo>
                  <a:lnTo>
                    <a:pt x="1170" y="763"/>
                  </a:lnTo>
                  <a:lnTo>
                    <a:pt x="1187" y="88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l1011"/>
            <p:cNvSpPr/>
            <p:nvPr/>
          </p:nvSpPr>
          <p:spPr>
            <a:xfrm>
              <a:off x="4372237" y="5863827"/>
              <a:ext cx="1781" cy="1895"/>
            </a:xfrm>
            <a:custGeom>
              <a:avLst/>
              <a:pathLst>
                <a:path w="1781" h="1895">
                  <a:moveTo>
                    <a:pt x="1660" y="387"/>
                  </a:moveTo>
                  <a:lnTo>
                    <a:pt x="1694" y="458"/>
                  </a:lnTo>
                  <a:lnTo>
                    <a:pt x="1717" y="464"/>
                  </a:lnTo>
                  <a:lnTo>
                    <a:pt x="1767" y="444"/>
                  </a:lnTo>
                  <a:lnTo>
                    <a:pt x="1781" y="459"/>
                  </a:lnTo>
                  <a:lnTo>
                    <a:pt x="1781" y="474"/>
                  </a:lnTo>
                  <a:lnTo>
                    <a:pt x="1696" y="708"/>
                  </a:lnTo>
                  <a:lnTo>
                    <a:pt x="1685" y="731"/>
                  </a:lnTo>
                  <a:lnTo>
                    <a:pt x="1710" y="906"/>
                  </a:lnTo>
                  <a:lnTo>
                    <a:pt x="1711" y="967"/>
                  </a:lnTo>
                  <a:lnTo>
                    <a:pt x="1692" y="1104"/>
                  </a:lnTo>
                  <a:lnTo>
                    <a:pt x="1666" y="1158"/>
                  </a:lnTo>
                  <a:lnTo>
                    <a:pt x="1639" y="1189"/>
                  </a:lnTo>
                  <a:lnTo>
                    <a:pt x="1428" y="1383"/>
                  </a:lnTo>
                  <a:lnTo>
                    <a:pt x="1397" y="1406"/>
                  </a:lnTo>
                  <a:lnTo>
                    <a:pt x="1373" y="1422"/>
                  </a:lnTo>
                  <a:lnTo>
                    <a:pt x="1319" y="1408"/>
                  </a:lnTo>
                  <a:lnTo>
                    <a:pt x="1263" y="1363"/>
                  </a:lnTo>
                  <a:lnTo>
                    <a:pt x="1220" y="1326"/>
                  </a:lnTo>
                  <a:lnTo>
                    <a:pt x="1196" y="1330"/>
                  </a:lnTo>
                  <a:lnTo>
                    <a:pt x="1189" y="1363"/>
                  </a:lnTo>
                  <a:lnTo>
                    <a:pt x="1210" y="1572"/>
                  </a:lnTo>
                  <a:lnTo>
                    <a:pt x="1216" y="1728"/>
                  </a:lnTo>
                  <a:lnTo>
                    <a:pt x="1208" y="1767"/>
                  </a:lnTo>
                  <a:lnTo>
                    <a:pt x="1159" y="1844"/>
                  </a:lnTo>
                  <a:lnTo>
                    <a:pt x="1124" y="1881"/>
                  </a:lnTo>
                  <a:lnTo>
                    <a:pt x="1104" y="1890"/>
                  </a:lnTo>
                  <a:lnTo>
                    <a:pt x="996" y="1895"/>
                  </a:lnTo>
                  <a:lnTo>
                    <a:pt x="950" y="1876"/>
                  </a:lnTo>
                  <a:lnTo>
                    <a:pt x="789" y="1776"/>
                  </a:lnTo>
                  <a:lnTo>
                    <a:pt x="758" y="1732"/>
                  </a:lnTo>
                  <a:lnTo>
                    <a:pt x="751" y="1669"/>
                  </a:lnTo>
                  <a:lnTo>
                    <a:pt x="810" y="1550"/>
                  </a:lnTo>
                  <a:lnTo>
                    <a:pt x="810" y="1468"/>
                  </a:lnTo>
                  <a:lnTo>
                    <a:pt x="800" y="1454"/>
                  </a:lnTo>
                  <a:lnTo>
                    <a:pt x="681" y="1338"/>
                  </a:lnTo>
                  <a:lnTo>
                    <a:pt x="554" y="1331"/>
                  </a:lnTo>
                  <a:lnTo>
                    <a:pt x="541" y="1343"/>
                  </a:lnTo>
                  <a:lnTo>
                    <a:pt x="525" y="1341"/>
                  </a:lnTo>
                  <a:lnTo>
                    <a:pt x="448" y="1282"/>
                  </a:lnTo>
                  <a:lnTo>
                    <a:pt x="385" y="1116"/>
                  </a:lnTo>
                  <a:lnTo>
                    <a:pt x="377" y="1042"/>
                  </a:lnTo>
                  <a:lnTo>
                    <a:pt x="382" y="987"/>
                  </a:lnTo>
                  <a:lnTo>
                    <a:pt x="421" y="924"/>
                  </a:lnTo>
                  <a:lnTo>
                    <a:pt x="422" y="904"/>
                  </a:lnTo>
                  <a:lnTo>
                    <a:pt x="407" y="882"/>
                  </a:lnTo>
                  <a:lnTo>
                    <a:pt x="315" y="787"/>
                  </a:lnTo>
                  <a:lnTo>
                    <a:pt x="122" y="635"/>
                  </a:lnTo>
                  <a:lnTo>
                    <a:pt x="49" y="592"/>
                  </a:lnTo>
                  <a:lnTo>
                    <a:pt x="43" y="580"/>
                  </a:lnTo>
                  <a:lnTo>
                    <a:pt x="0" y="429"/>
                  </a:lnTo>
                  <a:lnTo>
                    <a:pt x="4" y="382"/>
                  </a:lnTo>
                  <a:lnTo>
                    <a:pt x="22" y="352"/>
                  </a:lnTo>
                  <a:lnTo>
                    <a:pt x="38" y="344"/>
                  </a:lnTo>
                  <a:lnTo>
                    <a:pt x="235" y="284"/>
                  </a:lnTo>
                  <a:lnTo>
                    <a:pt x="579" y="245"/>
                  </a:lnTo>
                  <a:lnTo>
                    <a:pt x="768" y="260"/>
                  </a:lnTo>
                  <a:lnTo>
                    <a:pt x="824" y="295"/>
                  </a:lnTo>
                  <a:lnTo>
                    <a:pt x="1061" y="348"/>
                  </a:lnTo>
                  <a:lnTo>
                    <a:pt x="1119" y="341"/>
                  </a:lnTo>
                  <a:lnTo>
                    <a:pt x="1151" y="319"/>
                  </a:lnTo>
                  <a:lnTo>
                    <a:pt x="1163" y="256"/>
                  </a:lnTo>
                  <a:lnTo>
                    <a:pt x="1152" y="202"/>
                  </a:lnTo>
                  <a:lnTo>
                    <a:pt x="1168" y="31"/>
                  </a:lnTo>
                  <a:lnTo>
                    <a:pt x="1434" y="0"/>
                  </a:lnTo>
                  <a:lnTo>
                    <a:pt x="1538" y="46"/>
                  </a:lnTo>
                  <a:lnTo>
                    <a:pt x="1621" y="148"/>
                  </a:lnTo>
                  <a:lnTo>
                    <a:pt x="1655" y="254"/>
                  </a:lnTo>
                  <a:lnTo>
                    <a:pt x="1667" y="318"/>
                  </a:lnTo>
                  <a:lnTo>
                    <a:pt x="1660" y="38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l1012"/>
            <p:cNvSpPr/>
            <p:nvPr/>
          </p:nvSpPr>
          <p:spPr>
            <a:xfrm>
              <a:off x="4390471" y="5865286"/>
              <a:ext cx="944" cy="535"/>
            </a:xfrm>
            <a:custGeom>
              <a:avLst/>
              <a:pathLst>
                <a:path w="944" h="535">
                  <a:moveTo>
                    <a:pt x="944" y="61"/>
                  </a:moveTo>
                  <a:lnTo>
                    <a:pt x="911" y="86"/>
                  </a:lnTo>
                  <a:lnTo>
                    <a:pt x="904" y="81"/>
                  </a:lnTo>
                  <a:lnTo>
                    <a:pt x="899" y="75"/>
                  </a:lnTo>
                  <a:lnTo>
                    <a:pt x="895" y="73"/>
                  </a:lnTo>
                  <a:lnTo>
                    <a:pt x="887" y="78"/>
                  </a:lnTo>
                  <a:lnTo>
                    <a:pt x="867" y="100"/>
                  </a:lnTo>
                  <a:lnTo>
                    <a:pt x="830" y="131"/>
                  </a:lnTo>
                  <a:lnTo>
                    <a:pt x="811" y="150"/>
                  </a:lnTo>
                  <a:lnTo>
                    <a:pt x="769" y="190"/>
                  </a:lnTo>
                  <a:lnTo>
                    <a:pt x="752" y="206"/>
                  </a:lnTo>
                  <a:lnTo>
                    <a:pt x="745" y="210"/>
                  </a:lnTo>
                  <a:lnTo>
                    <a:pt x="689" y="238"/>
                  </a:lnTo>
                  <a:lnTo>
                    <a:pt x="678" y="240"/>
                  </a:lnTo>
                  <a:lnTo>
                    <a:pt x="463" y="298"/>
                  </a:lnTo>
                  <a:lnTo>
                    <a:pt x="443" y="304"/>
                  </a:lnTo>
                  <a:lnTo>
                    <a:pt x="410" y="309"/>
                  </a:lnTo>
                  <a:lnTo>
                    <a:pt x="403" y="308"/>
                  </a:lnTo>
                  <a:lnTo>
                    <a:pt x="400" y="296"/>
                  </a:lnTo>
                  <a:lnTo>
                    <a:pt x="394" y="290"/>
                  </a:lnTo>
                  <a:lnTo>
                    <a:pt x="369" y="287"/>
                  </a:lnTo>
                  <a:lnTo>
                    <a:pt x="357" y="298"/>
                  </a:lnTo>
                  <a:lnTo>
                    <a:pt x="340" y="308"/>
                  </a:lnTo>
                  <a:lnTo>
                    <a:pt x="330" y="298"/>
                  </a:lnTo>
                  <a:lnTo>
                    <a:pt x="327" y="293"/>
                  </a:lnTo>
                  <a:lnTo>
                    <a:pt x="321" y="293"/>
                  </a:lnTo>
                  <a:lnTo>
                    <a:pt x="316" y="298"/>
                  </a:lnTo>
                  <a:lnTo>
                    <a:pt x="306" y="318"/>
                  </a:lnTo>
                  <a:lnTo>
                    <a:pt x="299" y="329"/>
                  </a:lnTo>
                  <a:lnTo>
                    <a:pt x="289" y="338"/>
                  </a:lnTo>
                  <a:lnTo>
                    <a:pt x="271" y="346"/>
                  </a:lnTo>
                  <a:lnTo>
                    <a:pt x="266" y="348"/>
                  </a:lnTo>
                  <a:lnTo>
                    <a:pt x="255" y="348"/>
                  </a:lnTo>
                  <a:lnTo>
                    <a:pt x="226" y="363"/>
                  </a:lnTo>
                  <a:lnTo>
                    <a:pt x="220" y="370"/>
                  </a:lnTo>
                  <a:lnTo>
                    <a:pt x="211" y="379"/>
                  </a:lnTo>
                  <a:lnTo>
                    <a:pt x="184" y="412"/>
                  </a:lnTo>
                  <a:lnTo>
                    <a:pt x="169" y="431"/>
                  </a:lnTo>
                  <a:lnTo>
                    <a:pt x="155" y="449"/>
                  </a:lnTo>
                  <a:lnTo>
                    <a:pt x="111" y="501"/>
                  </a:lnTo>
                  <a:lnTo>
                    <a:pt x="101" y="515"/>
                  </a:lnTo>
                  <a:lnTo>
                    <a:pt x="87" y="528"/>
                  </a:lnTo>
                  <a:lnTo>
                    <a:pt x="71" y="535"/>
                  </a:lnTo>
                  <a:lnTo>
                    <a:pt x="29" y="499"/>
                  </a:lnTo>
                  <a:lnTo>
                    <a:pt x="0" y="448"/>
                  </a:lnTo>
                  <a:lnTo>
                    <a:pt x="1" y="401"/>
                  </a:lnTo>
                  <a:lnTo>
                    <a:pt x="34" y="371"/>
                  </a:lnTo>
                  <a:lnTo>
                    <a:pt x="54" y="358"/>
                  </a:lnTo>
                  <a:lnTo>
                    <a:pt x="68" y="352"/>
                  </a:lnTo>
                  <a:lnTo>
                    <a:pt x="82" y="334"/>
                  </a:lnTo>
                  <a:lnTo>
                    <a:pt x="90" y="324"/>
                  </a:lnTo>
                  <a:lnTo>
                    <a:pt x="511" y="59"/>
                  </a:lnTo>
                  <a:lnTo>
                    <a:pt x="652" y="15"/>
                  </a:lnTo>
                  <a:lnTo>
                    <a:pt x="665" y="13"/>
                  </a:lnTo>
                  <a:lnTo>
                    <a:pt x="674" y="9"/>
                  </a:lnTo>
                  <a:lnTo>
                    <a:pt x="679" y="7"/>
                  </a:lnTo>
                  <a:lnTo>
                    <a:pt x="699" y="1"/>
                  </a:lnTo>
                  <a:lnTo>
                    <a:pt x="763" y="0"/>
                  </a:lnTo>
                  <a:lnTo>
                    <a:pt x="770" y="1"/>
                  </a:lnTo>
                  <a:lnTo>
                    <a:pt x="783" y="6"/>
                  </a:lnTo>
                  <a:lnTo>
                    <a:pt x="795" y="11"/>
                  </a:lnTo>
                  <a:lnTo>
                    <a:pt x="824" y="15"/>
                  </a:lnTo>
                  <a:lnTo>
                    <a:pt x="839" y="17"/>
                  </a:lnTo>
                  <a:lnTo>
                    <a:pt x="893" y="28"/>
                  </a:lnTo>
                  <a:lnTo>
                    <a:pt x="939" y="52"/>
                  </a:lnTo>
                  <a:lnTo>
                    <a:pt x="944" y="6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l1013"/>
            <p:cNvSpPr/>
            <p:nvPr/>
          </p:nvSpPr>
          <p:spPr>
            <a:xfrm>
              <a:off x="4375212" y="5863395"/>
              <a:ext cx="665" cy="387"/>
            </a:xfrm>
            <a:custGeom>
              <a:avLst/>
              <a:pathLst>
                <a:path w="665" h="387">
                  <a:moveTo>
                    <a:pt x="339" y="290"/>
                  </a:moveTo>
                  <a:lnTo>
                    <a:pt x="377" y="314"/>
                  </a:lnTo>
                  <a:lnTo>
                    <a:pt x="486" y="265"/>
                  </a:lnTo>
                  <a:lnTo>
                    <a:pt x="575" y="201"/>
                  </a:lnTo>
                  <a:lnTo>
                    <a:pt x="632" y="185"/>
                  </a:lnTo>
                  <a:lnTo>
                    <a:pt x="659" y="199"/>
                  </a:lnTo>
                  <a:lnTo>
                    <a:pt x="665" y="236"/>
                  </a:lnTo>
                  <a:lnTo>
                    <a:pt x="615" y="298"/>
                  </a:lnTo>
                  <a:lnTo>
                    <a:pt x="574" y="332"/>
                  </a:lnTo>
                  <a:lnTo>
                    <a:pt x="418" y="381"/>
                  </a:lnTo>
                  <a:lnTo>
                    <a:pt x="337" y="387"/>
                  </a:lnTo>
                  <a:lnTo>
                    <a:pt x="122" y="314"/>
                  </a:lnTo>
                  <a:lnTo>
                    <a:pt x="91" y="297"/>
                  </a:lnTo>
                  <a:lnTo>
                    <a:pt x="22" y="250"/>
                  </a:lnTo>
                  <a:lnTo>
                    <a:pt x="2" y="236"/>
                  </a:lnTo>
                  <a:lnTo>
                    <a:pt x="0" y="170"/>
                  </a:lnTo>
                  <a:lnTo>
                    <a:pt x="12" y="113"/>
                  </a:lnTo>
                  <a:lnTo>
                    <a:pt x="73" y="76"/>
                  </a:lnTo>
                  <a:lnTo>
                    <a:pt x="140" y="41"/>
                  </a:lnTo>
                  <a:lnTo>
                    <a:pt x="152" y="27"/>
                  </a:lnTo>
                  <a:lnTo>
                    <a:pt x="212" y="0"/>
                  </a:lnTo>
                  <a:lnTo>
                    <a:pt x="251" y="8"/>
                  </a:lnTo>
                  <a:lnTo>
                    <a:pt x="306" y="129"/>
                  </a:lnTo>
                  <a:lnTo>
                    <a:pt x="306" y="188"/>
                  </a:lnTo>
                  <a:lnTo>
                    <a:pt x="339" y="29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l1014"/>
            <p:cNvSpPr/>
            <p:nvPr/>
          </p:nvSpPr>
          <p:spPr>
            <a:xfrm>
              <a:off x="4376134" y="5863479"/>
              <a:ext cx="880" cy="849"/>
            </a:xfrm>
            <a:custGeom>
              <a:avLst/>
              <a:pathLst>
                <a:path w="880" h="849">
                  <a:moveTo>
                    <a:pt x="318" y="416"/>
                  </a:moveTo>
                  <a:lnTo>
                    <a:pt x="325" y="417"/>
                  </a:lnTo>
                  <a:lnTo>
                    <a:pt x="334" y="416"/>
                  </a:lnTo>
                  <a:lnTo>
                    <a:pt x="342" y="412"/>
                  </a:lnTo>
                  <a:lnTo>
                    <a:pt x="347" y="409"/>
                  </a:lnTo>
                  <a:lnTo>
                    <a:pt x="381" y="393"/>
                  </a:lnTo>
                  <a:lnTo>
                    <a:pt x="394" y="388"/>
                  </a:lnTo>
                  <a:lnTo>
                    <a:pt x="410" y="385"/>
                  </a:lnTo>
                  <a:lnTo>
                    <a:pt x="431" y="385"/>
                  </a:lnTo>
                  <a:lnTo>
                    <a:pt x="442" y="389"/>
                  </a:lnTo>
                  <a:lnTo>
                    <a:pt x="459" y="395"/>
                  </a:lnTo>
                  <a:lnTo>
                    <a:pt x="468" y="393"/>
                  </a:lnTo>
                  <a:lnTo>
                    <a:pt x="475" y="386"/>
                  </a:lnTo>
                  <a:lnTo>
                    <a:pt x="483" y="385"/>
                  </a:lnTo>
                  <a:lnTo>
                    <a:pt x="515" y="385"/>
                  </a:lnTo>
                  <a:lnTo>
                    <a:pt x="527" y="390"/>
                  </a:lnTo>
                  <a:lnTo>
                    <a:pt x="537" y="394"/>
                  </a:lnTo>
                  <a:lnTo>
                    <a:pt x="543" y="394"/>
                  </a:lnTo>
                  <a:lnTo>
                    <a:pt x="549" y="391"/>
                  </a:lnTo>
                  <a:lnTo>
                    <a:pt x="560" y="378"/>
                  </a:lnTo>
                  <a:lnTo>
                    <a:pt x="576" y="351"/>
                  </a:lnTo>
                  <a:lnTo>
                    <a:pt x="676" y="294"/>
                  </a:lnTo>
                  <a:lnTo>
                    <a:pt x="878" y="246"/>
                  </a:lnTo>
                  <a:lnTo>
                    <a:pt x="880" y="258"/>
                  </a:lnTo>
                  <a:lnTo>
                    <a:pt x="795" y="483"/>
                  </a:lnTo>
                  <a:lnTo>
                    <a:pt x="752" y="536"/>
                  </a:lnTo>
                  <a:lnTo>
                    <a:pt x="709" y="588"/>
                  </a:lnTo>
                  <a:lnTo>
                    <a:pt x="512" y="812"/>
                  </a:lnTo>
                  <a:lnTo>
                    <a:pt x="389" y="849"/>
                  </a:lnTo>
                  <a:lnTo>
                    <a:pt x="358" y="849"/>
                  </a:lnTo>
                  <a:lnTo>
                    <a:pt x="193" y="813"/>
                  </a:lnTo>
                  <a:lnTo>
                    <a:pt x="120" y="794"/>
                  </a:lnTo>
                  <a:lnTo>
                    <a:pt x="93" y="780"/>
                  </a:lnTo>
                  <a:lnTo>
                    <a:pt x="62" y="740"/>
                  </a:lnTo>
                  <a:lnTo>
                    <a:pt x="60" y="568"/>
                  </a:lnTo>
                  <a:lnTo>
                    <a:pt x="28" y="237"/>
                  </a:lnTo>
                  <a:lnTo>
                    <a:pt x="5" y="218"/>
                  </a:lnTo>
                  <a:lnTo>
                    <a:pt x="0" y="88"/>
                  </a:lnTo>
                  <a:lnTo>
                    <a:pt x="43" y="35"/>
                  </a:lnTo>
                  <a:lnTo>
                    <a:pt x="98" y="23"/>
                  </a:lnTo>
                  <a:lnTo>
                    <a:pt x="205" y="17"/>
                  </a:lnTo>
                  <a:lnTo>
                    <a:pt x="248" y="0"/>
                  </a:lnTo>
                  <a:lnTo>
                    <a:pt x="261" y="1"/>
                  </a:lnTo>
                  <a:lnTo>
                    <a:pt x="273" y="14"/>
                  </a:lnTo>
                  <a:lnTo>
                    <a:pt x="261" y="71"/>
                  </a:lnTo>
                  <a:lnTo>
                    <a:pt x="204" y="152"/>
                  </a:lnTo>
                  <a:lnTo>
                    <a:pt x="290" y="378"/>
                  </a:lnTo>
                  <a:lnTo>
                    <a:pt x="296" y="395"/>
                  </a:lnTo>
                  <a:lnTo>
                    <a:pt x="302" y="404"/>
                  </a:lnTo>
                  <a:lnTo>
                    <a:pt x="311" y="412"/>
                  </a:lnTo>
                  <a:lnTo>
                    <a:pt x="318" y="41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l1015"/>
            <p:cNvSpPr/>
            <p:nvPr/>
          </p:nvSpPr>
          <p:spPr>
            <a:xfrm>
              <a:off x="4370020" y="5862085"/>
              <a:ext cx="1595" cy="1202"/>
            </a:xfrm>
            <a:custGeom>
              <a:avLst/>
              <a:pathLst>
                <a:path w="1595" h="1202">
                  <a:moveTo>
                    <a:pt x="1213" y="337"/>
                  </a:moveTo>
                  <a:lnTo>
                    <a:pt x="1201" y="343"/>
                  </a:lnTo>
                  <a:lnTo>
                    <a:pt x="1151" y="369"/>
                  </a:lnTo>
                  <a:lnTo>
                    <a:pt x="1133" y="372"/>
                  </a:lnTo>
                  <a:lnTo>
                    <a:pt x="1086" y="362"/>
                  </a:lnTo>
                  <a:lnTo>
                    <a:pt x="879" y="598"/>
                  </a:lnTo>
                  <a:lnTo>
                    <a:pt x="866" y="619"/>
                  </a:lnTo>
                  <a:lnTo>
                    <a:pt x="818" y="699"/>
                  </a:lnTo>
                  <a:lnTo>
                    <a:pt x="888" y="700"/>
                  </a:lnTo>
                  <a:lnTo>
                    <a:pt x="908" y="692"/>
                  </a:lnTo>
                  <a:lnTo>
                    <a:pt x="1112" y="572"/>
                  </a:lnTo>
                  <a:lnTo>
                    <a:pt x="1182" y="508"/>
                  </a:lnTo>
                  <a:lnTo>
                    <a:pt x="1214" y="460"/>
                  </a:lnTo>
                  <a:lnTo>
                    <a:pt x="1244" y="442"/>
                  </a:lnTo>
                  <a:lnTo>
                    <a:pt x="1411" y="442"/>
                  </a:lnTo>
                  <a:lnTo>
                    <a:pt x="1431" y="442"/>
                  </a:lnTo>
                  <a:lnTo>
                    <a:pt x="1450" y="446"/>
                  </a:lnTo>
                  <a:lnTo>
                    <a:pt x="1504" y="479"/>
                  </a:lnTo>
                  <a:lnTo>
                    <a:pt x="1591" y="701"/>
                  </a:lnTo>
                  <a:lnTo>
                    <a:pt x="1595" y="745"/>
                  </a:lnTo>
                  <a:lnTo>
                    <a:pt x="1531" y="821"/>
                  </a:lnTo>
                  <a:lnTo>
                    <a:pt x="1346" y="1017"/>
                  </a:lnTo>
                  <a:lnTo>
                    <a:pt x="1334" y="1027"/>
                  </a:lnTo>
                  <a:lnTo>
                    <a:pt x="1252" y="1083"/>
                  </a:lnTo>
                  <a:lnTo>
                    <a:pt x="1006" y="1200"/>
                  </a:lnTo>
                  <a:lnTo>
                    <a:pt x="894" y="1202"/>
                  </a:lnTo>
                  <a:lnTo>
                    <a:pt x="879" y="1200"/>
                  </a:lnTo>
                  <a:lnTo>
                    <a:pt x="870" y="1173"/>
                  </a:lnTo>
                  <a:lnTo>
                    <a:pt x="861" y="1097"/>
                  </a:lnTo>
                  <a:lnTo>
                    <a:pt x="744" y="1135"/>
                  </a:lnTo>
                  <a:lnTo>
                    <a:pt x="498" y="1201"/>
                  </a:lnTo>
                  <a:lnTo>
                    <a:pt x="460" y="1194"/>
                  </a:lnTo>
                  <a:lnTo>
                    <a:pt x="447" y="1179"/>
                  </a:lnTo>
                  <a:lnTo>
                    <a:pt x="418" y="922"/>
                  </a:lnTo>
                  <a:lnTo>
                    <a:pt x="450" y="852"/>
                  </a:lnTo>
                  <a:lnTo>
                    <a:pt x="477" y="810"/>
                  </a:lnTo>
                  <a:lnTo>
                    <a:pt x="492" y="760"/>
                  </a:lnTo>
                  <a:lnTo>
                    <a:pt x="496" y="719"/>
                  </a:lnTo>
                  <a:lnTo>
                    <a:pt x="486" y="680"/>
                  </a:lnTo>
                  <a:lnTo>
                    <a:pt x="440" y="626"/>
                  </a:lnTo>
                  <a:lnTo>
                    <a:pt x="397" y="599"/>
                  </a:lnTo>
                  <a:lnTo>
                    <a:pt x="377" y="606"/>
                  </a:lnTo>
                  <a:lnTo>
                    <a:pt x="335" y="647"/>
                  </a:lnTo>
                  <a:lnTo>
                    <a:pt x="290" y="655"/>
                  </a:lnTo>
                  <a:lnTo>
                    <a:pt x="225" y="645"/>
                  </a:lnTo>
                  <a:lnTo>
                    <a:pt x="84" y="600"/>
                  </a:lnTo>
                  <a:lnTo>
                    <a:pt x="63" y="579"/>
                  </a:lnTo>
                  <a:lnTo>
                    <a:pt x="0" y="500"/>
                  </a:lnTo>
                  <a:lnTo>
                    <a:pt x="2" y="440"/>
                  </a:lnTo>
                  <a:lnTo>
                    <a:pt x="113" y="280"/>
                  </a:lnTo>
                  <a:lnTo>
                    <a:pt x="243" y="137"/>
                  </a:lnTo>
                  <a:lnTo>
                    <a:pt x="338" y="66"/>
                  </a:lnTo>
                  <a:lnTo>
                    <a:pt x="361" y="76"/>
                  </a:lnTo>
                  <a:lnTo>
                    <a:pt x="364" y="84"/>
                  </a:lnTo>
                  <a:lnTo>
                    <a:pt x="341" y="109"/>
                  </a:lnTo>
                  <a:lnTo>
                    <a:pt x="306" y="168"/>
                  </a:lnTo>
                  <a:lnTo>
                    <a:pt x="317" y="203"/>
                  </a:lnTo>
                  <a:lnTo>
                    <a:pt x="337" y="234"/>
                  </a:lnTo>
                  <a:lnTo>
                    <a:pt x="507" y="277"/>
                  </a:lnTo>
                  <a:lnTo>
                    <a:pt x="546" y="260"/>
                  </a:lnTo>
                  <a:lnTo>
                    <a:pt x="824" y="27"/>
                  </a:lnTo>
                  <a:lnTo>
                    <a:pt x="988" y="0"/>
                  </a:lnTo>
                  <a:lnTo>
                    <a:pt x="1173" y="20"/>
                  </a:lnTo>
                  <a:lnTo>
                    <a:pt x="1251" y="69"/>
                  </a:lnTo>
                  <a:lnTo>
                    <a:pt x="1259" y="96"/>
                  </a:lnTo>
                  <a:lnTo>
                    <a:pt x="1261" y="151"/>
                  </a:lnTo>
                  <a:lnTo>
                    <a:pt x="1253" y="205"/>
                  </a:lnTo>
                  <a:lnTo>
                    <a:pt x="1230" y="285"/>
                  </a:lnTo>
                  <a:lnTo>
                    <a:pt x="1213" y="3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l1016"/>
            <p:cNvSpPr/>
            <p:nvPr/>
          </p:nvSpPr>
          <p:spPr>
            <a:xfrm>
              <a:off x="4368578" y="5861509"/>
              <a:ext cx="498" cy="964"/>
            </a:xfrm>
            <a:custGeom>
              <a:avLst/>
              <a:pathLst>
                <a:path w="498" h="964">
                  <a:moveTo>
                    <a:pt x="251" y="964"/>
                  </a:moveTo>
                  <a:lnTo>
                    <a:pt x="184" y="958"/>
                  </a:lnTo>
                  <a:lnTo>
                    <a:pt x="113" y="940"/>
                  </a:lnTo>
                  <a:lnTo>
                    <a:pt x="84" y="892"/>
                  </a:lnTo>
                  <a:lnTo>
                    <a:pt x="82" y="874"/>
                  </a:lnTo>
                  <a:lnTo>
                    <a:pt x="134" y="763"/>
                  </a:lnTo>
                  <a:lnTo>
                    <a:pt x="182" y="707"/>
                  </a:lnTo>
                  <a:lnTo>
                    <a:pt x="257" y="656"/>
                  </a:lnTo>
                  <a:lnTo>
                    <a:pt x="278" y="617"/>
                  </a:lnTo>
                  <a:lnTo>
                    <a:pt x="284" y="585"/>
                  </a:lnTo>
                  <a:lnTo>
                    <a:pt x="280" y="369"/>
                  </a:lnTo>
                  <a:lnTo>
                    <a:pt x="274" y="360"/>
                  </a:lnTo>
                  <a:lnTo>
                    <a:pt x="216" y="354"/>
                  </a:lnTo>
                  <a:lnTo>
                    <a:pt x="115" y="329"/>
                  </a:lnTo>
                  <a:lnTo>
                    <a:pt x="61" y="307"/>
                  </a:lnTo>
                  <a:lnTo>
                    <a:pt x="25" y="262"/>
                  </a:lnTo>
                  <a:lnTo>
                    <a:pt x="0" y="174"/>
                  </a:lnTo>
                  <a:lnTo>
                    <a:pt x="20" y="140"/>
                  </a:lnTo>
                  <a:lnTo>
                    <a:pt x="66" y="85"/>
                  </a:lnTo>
                  <a:lnTo>
                    <a:pt x="190" y="0"/>
                  </a:lnTo>
                  <a:lnTo>
                    <a:pt x="399" y="32"/>
                  </a:lnTo>
                  <a:lnTo>
                    <a:pt x="401" y="44"/>
                  </a:lnTo>
                  <a:lnTo>
                    <a:pt x="399" y="77"/>
                  </a:lnTo>
                  <a:lnTo>
                    <a:pt x="437" y="366"/>
                  </a:lnTo>
                  <a:lnTo>
                    <a:pt x="471" y="524"/>
                  </a:lnTo>
                  <a:lnTo>
                    <a:pt x="498" y="579"/>
                  </a:lnTo>
                  <a:lnTo>
                    <a:pt x="490" y="614"/>
                  </a:lnTo>
                  <a:lnTo>
                    <a:pt x="251" y="96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l1017"/>
            <p:cNvSpPr/>
            <p:nvPr/>
          </p:nvSpPr>
          <p:spPr>
            <a:xfrm>
              <a:off x="4390320" y="5863763"/>
              <a:ext cx="2328" cy="1020"/>
            </a:xfrm>
            <a:custGeom>
              <a:avLst/>
              <a:pathLst>
                <a:path w="2328" h="1020">
                  <a:moveTo>
                    <a:pt x="2260" y="379"/>
                  </a:moveTo>
                  <a:lnTo>
                    <a:pt x="2082" y="491"/>
                  </a:lnTo>
                  <a:lnTo>
                    <a:pt x="2008" y="534"/>
                  </a:lnTo>
                  <a:lnTo>
                    <a:pt x="1993" y="606"/>
                  </a:lnTo>
                  <a:lnTo>
                    <a:pt x="1991" y="637"/>
                  </a:lnTo>
                  <a:lnTo>
                    <a:pt x="1997" y="648"/>
                  </a:lnTo>
                  <a:lnTo>
                    <a:pt x="2000" y="652"/>
                  </a:lnTo>
                  <a:lnTo>
                    <a:pt x="2014" y="672"/>
                  </a:lnTo>
                  <a:lnTo>
                    <a:pt x="2019" y="679"/>
                  </a:lnTo>
                  <a:lnTo>
                    <a:pt x="2022" y="685"/>
                  </a:lnTo>
                  <a:lnTo>
                    <a:pt x="2026" y="703"/>
                  </a:lnTo>
                  <a:lnTo>
                    <a:pt x="2034" y="708"/>
                  </a:lnTo>
                  <a:lnTo>
                    <a:pt x="2063" y="719"/>
                  </a:lnTo>
                  <a:lnTo>
                    <a:pt x="2065" y="740"/>
                  </a:lnTo>
                  <a:lnTo>
                    <a:pt x="2062" y="781"/>
                  </a:lnTo>
                  <a:lnTo>
                    <a:pt x="2045" y="803"/>
                  </a:lnTo>
                  <a:lnTo>
                    <a:pt x="1944" y="858"/>
                  </a:lnTo>
                  <a:lnTo>
                    <a:pt x="1937" y="861"/>
                  </a:lnTo>
                  <a:lnTo>
                    <a:pt x="1531" y="1002"/>
                  </a:lnTo>
                  <a:lnTo>
                    <a:pt x="1463" y="1020"/>
                  </a:lnTo>
                  <a:lnTo>
                    <a:pt x="1417" y="1018"/>
                  </a:lnTo>
                  <a:lnTo>
                    <a:pt x="1374" y="1011"/>
                  </a:lnTo>
                  <a:lnTo>
                    <a:pt x="1359" y="1003"/>
                  </a:lnTo>
                  <a:lnTo>
                    <a:pt x="1352" y="1002"/>
                  </a:lnTo>
                  <a:lnTo>
                    <a:pt x="1298" y="980"/>
                  </a:lnTo>
                  <a:lnTo>
                    <a:pt x="1292" y="978"/>
                  </a:lnTo>
                  <a:lnTo>
                    <a:pt x="1169" y="928"/>
                  </a:lnTo>
                  <a:lnTo>
                    <a:pt x="1074" y="890"/>
                  </a:lnTo>
                  <a:lnTo>
                    <a:pt x="851" y="801"/>
                  </a:lnTo>
                  <a:lnTo>
                    <a:pt x="792" y="817"/>
                  </a:lnTo>
                  <a:lnTo>
                    <a:pt x="781" y="833"/>
                  </a:lnTo>
                  <a:lnTo>
                    <a:pt x="730" y="887"/>
                  </a:lnTo>
                  <a:lnTo>
                    <a:pt x="684" y="916"/>
                  </a:lnTo>
                  <a:lnTo>
                    <a:pt x="660" y="928"/>
                  </a:lnTo>
                  <a:lnTo>
                    <a:pt x="651" y="930"/>
                  </a:lnTo>
                  <a:lnTo>
                    <a:pt x="640" y="930"/>
                  </a:lnTo>
                  <a:lnTo>
                    <a:pt x="624" y="927"/>
                  </a:lnTo>
                  <a:lnTo>
                    <a:pt x="607" y="920"/>
                  </a:lnTo>
                  <a:lnTo>
                    <a:pt x="596" y="914"/>
                  </a:lnTo>
                  <a:lnTo>
                    <a:pt x="561" y="888"/>
                  </a:lnTo>
                  <a:lnTo>
                    <a:pt x="548" y="882"/>
                  </a:lnTo>
                  <a:lnTo>
                    <a:pt x="538" y="882"/>
                  </a:lnTo>
                  <a:lnTo>
                    <a:pt x="502" y="878"/>
                  </a:lnTo>
                  <a:lnTo>
                    <a:pt x="457" y="873"/>
                  </a:lnTo>
                  <a:lnTo>
                    <a:pt x="408" y="870"/>
                  </a:lnTo>
                  <a:lnTo>
                    <a:pt x="383" y="871"/>
                  </a:lnTo>
                  <a:lnTo>
                    <a:pt x="368" y="872"/>
                  </a:lnTo>
                  <a:lnTo>
                    <a:pt x="353" y="873"/>
                  </a:lnTo>
                  <a:lnTo>
                    <a:pt x="261" y="892"/>
                  </a:lnTo>
                  <a:lnTo>
                    <a:pt x="112" y="921"/>
                  </a:lnTo>
                  <a:lnTo>
                    <a:pt x="96" y="923"/>
                  </a:lnTo>
                  <a:lnTo>
                    <a:pt x="49" y="912"/>
                  </a:lnTo>
                  <a:lnTo>
                    <a:pt x="5" y="871"/>
                  </a:lnTo>
                  <a:lnTo>
                    <a:pt x="0" y="857"/>
                  </a:lnTo>
                  <a:lnTo>
                    <a:pt x="8" y="829"/>
                  </a:lnTo>
                  <a:lnTo>
                    <a:pt x="48" y="811"/>
                  </a:lnTo>
                  <a:lnTo>
                    <a:pt x="60" y="807"/>
                  </a:lnTo>
                  <a:lnTo>
                    <a:pt x="67" y="802"/>
                  </a:lnTo>
                  <a:lnTo>
                    <a:pt x="73" y="799"/>
                  </a:lnTo>
                  <a:lnTo>
                    <a:pt x="79" y="798"/>
                  </a:lnTo>
                  <a:lnTo>
                    <a:pt x="94" y="798"/>
                  </a:lnTo>
                  <a:lnTo>
                    <a:pt x="110" y="800"/>
                  </a:lnTo>
                  <a:lnTo>
                    <a:pt x="129" y="803"/>
                  </a:lnTo>
                  <a:lnTo>
                    <a:pt x="304" y="710"/>
                  </a:lnTo>
                  <a:lnTo>
                    <a:pt x="315" y="704"/>
                  </a:lnTo>
                  <a:lnTo>
                    <a:pt x="333" y="696"/>
                  </a:lnTo>
                  <a:lnTo>
                    <a:pt x="351" y="687"/>
                  </a:lnTo>
                  <a:lnTo>
                    <a:pt x="364" y="677"/>
                  </a:lnTo>
                  <a:lnTo>
                    <a:pt x="379" y="663"/>
                  </a:lnTo>
                  <a:lnTo>
                    <a:pt x="398" y="646"/>
                  </a:lnTo>
                  <a:lnTo>
                    <a:pt x="449" y="608"/>
                  </a:lnTo>
                  <a:lnTo>
                    <a:pt x="497" y="587"/>
                  </a:lnTo>
                  <a:lnTo>
                    <a:pt x="510" y="583"/>
                  </a:lnTo>
                  <a:lnTo>
                    <a:pt x="538" y="575"/>
                  </a:lnTo>
                  <a:lnTo>
                    <a:pt x="554" y="570"/>
                  </a:lnTo>
                  <a:lnTo>
                    <a:pt x="577" y="557"/>
                  </a:lnTo>
                  <a:lnTo>
                    <a:pt x="610" y="539"/>
                  </a:lnTo>
                  <a:lnTo>
                    <a:pt x="627" y="537"/>
                  </a:lnTo>
                  <a:lnTo>
                    <a:pt x="812" y="585"/>
                  </a:lnTo>
                  <a:lnTo>
                    <a:pt x="816" y="589"/>
                  </a:lnTo>
                  <a:lnTo>
                    <a:pt x="819" y="595"/>
                  </a:lnTo>
                  <a:lnTo>
                    <a:pt x="834" y="615"/>
                  </a:lnTo>
                  <a:lnTo>
                    <a:pt x="839" y="623"/>
                  </a:lnTo>
                  <a:lnTo>
                    <a:pt x="926" y="612"/>
                  </a:lnTo>
                  <a:lnTo>
                    <a:pt x="1063" y="595"/>
                  </a:lnTo>
                  <a:lnTo>
                    <a:pt x="1086" y="594"/>
                  </a:lnTo>
                  <a:lnTo>
                    <a:pt x="1107" y="593"/>
                  </a:lnTo>
                  <a:lnTo>
                    <a:pt x="1120" y="590"/>
                  </a:lnTo>
                  <a:lnTo>
                    <a:pt x="1128" y="586"/>
                  </a:lnTo>
                  <a:lnTo>
                    <a:pt x="1232" y="509"/>
                  </a:lnTo>
                  <a:lnTo>
                    <a:pt x="1284" y="471"/>
                  </a:lnTo>
                  <a:lnTo>
                    <a:pt x="1352" y="421"/>
                  </a:lnTo>
                  <a:lnTo>
                    <a:pt x="1362" y="415"/>
                  </a:lnTo>
                  <a:lnTo>
                    <a:pt x="1373" y="408"/>
                  </a:lnTo>
                  <a:lnTo>
                    <a:pt x="1376" y="402"/>
                  </a:lnTo>
                  <a:lnTo>
                    <a:pt x="1377" y="394"/>
                  </a:lnTo>
                  <a:lnTo>
                    <a:pt x="1374" y="386"/>
                  </a:lnTo>
                  <a:lnTo>
                    <a:pt x="1368" y="379"/>
                  </a:lnTo>
                  <a:lnTo>
                    <a:pt x="1364" y="368"/>
                  </a:lnTo>
                  <a:lnTo>
                    <a:pt x="1355" y="342"/>
                  </a:lnTo>
                  <a:lnTo>
                    <a:pt x="1304" y="310"/>
                  </a:lnTo>
                  <a:lnTo>
                    <a:pt x="1292" y="295"/>
                  </a:lnTo>
                  <a:lnTo>
                    <a:pt x="1273" y="222"/>
                  </a:lnTo>
                  <a:lnTo>
                    <a:pt x="1274" y="188"/>
                  </a:lnTo>
                  <a:lnTo>
                    <a:pt x="1283" y="150"/>
                  </a:lnTo>
                  <a:lnTo>
                    <a:pt x="1298" y="100"/>
                  </a:lnTo>
                  <a:lnTo>
                    <a:pt x="1299" y="94"/>
                  </a:lnTo>
                  <a:lnTo>
                    <a:pt x="1306" y="72"/>
                  </a:lnTo>
                  <a:lnTo>
                    <a:pt x="1307" y="59"/>
                  </a:lnTo>
                  <a:lnTo>
                    <a:pt x="1307" y="47"/>
                  </a:lnTo>
                  <a:lnTo>
                    <a:pt x="1309" y="40"/>
                  </a:lnTo>
                  <a:lnTo>
                    <a:pt x="1325" y="10"/>
                  </a:lnTo>
                  <a:lnTo>
                    <a:pt x="1338" y="2"/>
                  </a:lnTo>
                  <a:lnTo>
                    <a:pt x="1404" y="18"/>
                  </a:lnTo>
                  <a:lnTo>
                    <a:pt x="1468" y="63"/>
                  </a:lnTo>
                  <a:lnTo>
                    <a:pt x="1483" y="73"/>
                  </a:lnTo>
                  <a:lnTo>
                    <a:pt x="1490" y="99"/>
                  </a:lnTo>
                  <a:lnTo>
                    <a:pt x="1573" y="233"/>
                  </a:lnTo>
                  <a:lnTo>
                    <a:pt x="1703" y="349"/>
                  </a:lnTo>
                  <a:lnTo>
                    <a:pt x="1708" y="354"/>
                  </a:lnTo>
                  <a:lnTo>
                    <a:pt x="1713" y="354"/>
                  </a:lnTo>
                  <a:lnTo>
                    <a:pt x="1719" y="350"/>
                  </a:lnTo>
                  <a:lnTo>
                    <a:pt x="1724" y="345"/>
                  </a:lnTo>
                  <a:lnTo>
                    <a:pt x="1795" y="276"/>
                  </a:lnTo>
                  <a:lnTo>
                    <a:pt x="1846" y="208"/>
                  </a:lnTo>
                  <a:lnTo>
                    <a:pt x="1852" y="196"/>
                  </a:lnTo>
                  <a:lnTo>
                    <a:pt x="1852" y="187"/>
                  </a:lnTo>
                  <a:lnTo>
                    <a:pt x="1850" y="168"/>
                  </a:lnTo>
                  <a:lnTo>
                    <a:pt x="1908" y="119"/>
                  </a:lnTo>
                  <a:lnTo>
                    <a:pt x="2126" y="7"/>
                  </a:lnTo>
                  <a:lnTo>
                    <a:pt x="2145" y="0"/>
                  </a:lnTo>
                  <a:lnTo>
                    <a:pt x="2168" y="0"/>
                  </a:lnTo>
                  <a:lnTo>
                    <a:pt x="2188" y="12"/>
                  </a:lnTo>
                  <a:lnTo>
                    <a:pt x="2223" y="33"/>
                  </a:lnTo>
                  <a:lnTo>
                    <a:pt x="2277" y="70"/>
                  </a:lnTo>
                  <a:lnTo>
                    <a:pt x="2286" y="99"/>
                  </a:lnTo>
                  <a:lnTo>
                    <a:pt x="2293" y="112"/>
                  </a:lnTo>
                  <a:lnTo>
                    <a:pt x="2292" y="118"/>
                  </a:lnTo>
                  <a:lnTo>
                    <a:pt x="2319" y="212"/>
                  </a:lnTo>
                  <a:lnTo>
                    <a:pt x="2328" y="284"/>
                  </a:lnTo>
                  <a:lnTo>
                    <a:pt x="2318" y="304"/>
                  </a:lnTo>
                  <a:lnTo>
                    <a:pt x="2279" y="354"/>
                  </a:lnTo>
                  <a:lnTo>
                    <a:pt x="2276" y="361"/>
                  </a:lnTo>
                  <a:lnTo>
                    <a:pt x="2268" y="373"/>
                  </a:lnTo>
                  <a:lnTo>
                    <a:pt x="2260" y="37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l1018"/>
            <p:cNvSpPr/>
            <p:nvPr/>
          </p:nvSpPr>
          <p:spPr>
            <a:xfrm>
              <a:off x="4369945" y="5861236"/>
              <a:ext cx="382" cy="483"/>
            </a:xfrm>
            <a:custGeom>
              <a:avLst/>
              <a:pathLst>
                <a:path w="382" h="483">
                  <a:moveTo>
                    <a:pt x="221" y="447"/>
                  </a:moveTo>
                  <a:lnTo>
                    <a:pt x="81" y="483"/>
                  </a:lnTo>
                  <a:lnTo>
                    <a:pt x="62" y="478"/>
                  </a:lnTo>
                  <a:lnTo>
                    <a:pt x="42" y="421"/>
                  </a:lnTo>
                  <a:lnTo>
                    <a:pt x="0" y="267"/>
                  </a:lnTo>
                  <a:lnTo>
                    <a:pt x="0" y="258"/>
                  </a:lnTo>
                  <a:lnTo>
                    <a:pt x="29" y="224"/>
                  </a:lnTo>
                  <a:lnTo>
                    <a:pt x="62" y="220"/>
                  </a:lnTo>
                  <a:lnTo>
                    <a:pt x="178" y="149"/>
                  </a:lnTo>
                  <a:lnTo>
                    <a:pt x="217" y="105"/>
                  </a:lnTo>
                  <a:lnTo>
                    <a:pt x="265" y="17"/>
                  </a:lnTo>
                  <a:lnTo>
                    <a:pt x="282" y="0"/>
                  </a:lnTo>
                  <a:lnTo>
                    <a:pt x="313" y="0"/>
                  </a:lnTo>
                  <a:lnTo>
                    <a:pt x="376" y="40"/>
                  </a:lnTo>
                  <a:lnTo>
                    <a:pt x="382" y="49"/>
                  </a:lnTo>
                  <a:lnTo>
                    <a:pt x="335" y="208"/>
                  </a:lnTo>
                  <a:lnTo>
                    <a:pt x="271" y="344"/>
                  </a:lnTo>
                  <a:lnTo>
                    <a:pt x="226" y="438"/>
                  </a:lnTo>
                  <a:lnTo>
                    <a:pt x="221" y="44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l1019"/>
            <p:cNvSpPr/>
            <p:nvPr/>
          </p:nvSpPr>
          <p:spPr>
            <a:xfrm>
              <a:off x="4357941" y="5859759"/>
              <a:ext cx="678" cy="798"/>
            </a:xfrm>
            <a:custGeom>
              <a:avLst/>
              <a:pathLst>
                <a:path w="678" h="798">
                  <a:moveTo>
                    <a:pt x="474" y="411"/>
                  </a:moveTo>
                  <a:lnTo>
                    <a:pt x="301" y="690"/>
                  </a:lnTo>
                  <a:lnTo>
                    <a:pt x="79" y="794"/>
                  </a:lnTo>
                  <a:lnTo>
                    <a:pt x="64" y="798"/>
                  </a:lnTo>
                  <a:lnTo>
                    <a:pt x="22" y="784"/>
                  </a:lnTo>
                  <a:lnTo>
                    <a:pt x="0" y="764"/>
                  </a:lnTo>
                  <a:lnTo>
                    <a:pt x="39" y="639"/>
                  </a:lnTo>
                  <a:lnTo>
                    <a:pt x="118" y="468"/>
                  </a:lnTo>
                  <a:lnTo>
                    <a:pt x="177" y="397"/>
                  </a:lnTo>
                  <a:lnTo>
                    <a:pt x="278" y="353"/>
                  </a:lnTo>
                  <a:lnTo>
                    <a:pt x="300" y="355"/>
                  </a:lnTo>
                  <a:lnTo>
                    <a:pt x="321" y="395"/>
                  </a:lnTo>
                  <a:lnTo>
                    <a:pt x="352" y="406"/>
                  </a:lnTo>
                  <a:lnTo>
                    <a:pt x="393" y="387"/>
                  </a:lnTo>
                  <a:lnTo>
                    <a:pt x="434" y="356"/>
                  </a:lnTo>
                  <a:lnTo>
                    <a:pt x="506" y="236"/>
                  </a:lnTo>
                  <a:lnTo>
                    <a:pt x="590" y="108"/>
                  </a:lnTo>
                  <a:lnTo>
                    <a:pt x="612" y="75"/>
                  </a:lnTo>
                  <a:lnTo>
                    <a:pt x="655" y="13"/>
                  </a:lnTo>
                  <a:lnTo>
                    <a:pt x="675" y="0"/>
                  </a:lnTo>
                  <a:lnTo>
                    <a:pt x="678" y="14"/>
                  </a:lnTo>
                  <a:lnTo>
                    <a:pt x="612" y="147"/>
                  </a:lnTo>
                  <a:lnTo>
                    <a:pt x="474" y="41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l1020"/>
            <p:cNvSpPr/>
            <p:nvPr/>
          </p:nvSpPr>
          <p:spPr>
            <a:xfrm>
              <a:off x="4392981" y="5863151"/>
              <a:ext cx="2241" cy="1158"/>
            </a:xfrm>
            <a:custGeom>
              <a:avLst/>
              <a:pathLst>
                <a:path w="2241" h="1158">
                  <a:moveTo>
                    <a:pt x="1863" y="83"/>
                  </a:moveTo>
                  <a:lnTo>
                    <a:pt x="1945" y="148"/>
                  </a:lnTo>
                  <a:lnTo>
                    <a:pt x="1954" y="157"/>
                  </a:lnTo>
                  <a:lnTo>
                    <a:pt x="1974" y="197"/>
                  </a:lnTo>
                  <a:lnTo>
                    <a:pt x="2018" y="300"/>
                  </a:lnTo>
                  <a:lnTo>
                    <a:pt x="1994" y="393"/>
                  </a:lnTo>
                  <a:lnTo>
                    <a:pt x="1973" y="464"/>
                  </a:lnTo>
                  <a:lnTo>
                    <a:pt x="1943" y="563"/>
                  </a:lnTo>
                  <a:lnTo>
                    <a:pt x="1924" y="618"/>
                  </a:lnTo>
                  <a:lnTo>
                    <a:pt x="1894" y="710"/>
                  </a:lnTo>
                  <a:lnTo>
                    <a:pt x="1866" y="768"/>
                  </a:lnTo>
                  <a:lnTo>
                    <a:pt x="2025" y="811"/>
                  </a:lnTo>
                  <a:lnTo>
                    <a:pt x="2117" y="775"/>
                  </a:lnTo>
                  <a:lnTo>
                    <a:pt x="2158" y="768"/>
                  </a:lnTo>
                  <a:lnTo>
                    <a:pt x="2230" y="771"/>
                  </a:lnTo>
                  <a:lnTo>
                    <a:pt x="2241" y="778"/>
                  </a:lnTo>
                  <a:lnTo>
                    <a:pt x="2241" y="792"/>
                  </a:lnTo>
                  <a:lnTo>
                    <a:pt x="2236" y="797"/>
                  </a:lnTo>
                  <a:lnTo>
                    <a:pt x="2216" y="822"/>
                  </a:lnTo>
                  <a:lnTo>
                    <a:pt x="2213" y="827"/>
                  </a:lnTo>
                  <a:lnTo>
                    <a:pt x="2201" y="837"/>
                  </a:lnTo>
                  <a:lnTo>
                    <a:pt x="2188" y="850"/>
                  </a:lnTo>
                  <a:lnTo>
                    <a:pt x="2181" y="855"/>
                  </a:lnTo>
                  <a:lnTo>
                    <a:pt x="2095" y="913"/>
                  </a:lnTo>
                  <a:lnTo>
                    <a:pt x="1953" y="965"/>
                  </a:lnTo>
                  <a:lnTo>
                    <a:pt x="1948" y="967"/>
                  </a:lnTo>
                  <a:lnTo>
                    <a:pt x="1904" y="972"/>
                  </a:lnTo>
                  <a:lnTo>
                    <a:pt x="1896" y="972"/>
                  </a:lnTo>
                  <a:lnTo>
                    <a:pt x="1810" y="965"/>
                  </a:lnTo>
                  <a:lnTo>
                    <a:pt x="1792" y="967"/>
                  </a:lnTo>
                  <a:lnTo>
                    <a:pt x="1768" y="970"/>
                  </a:lnTo>
                  <a:lnTo>
                    <a:pt x="1754" y="970"/>
                  </a:lnTo>
                  <a:lnTo>
                    <a:pt x="1749" y="971"/>
                  </a:lnTo>
                  <a:lnTo>
                    <a:pt x="1742" y="975"/>
                  </a:lnTo>
                  <a:lnTo>
                    <a:pt x="1736" y="979"/>
                  </a:lnTo>
                  <a:lnTo>
                    <a:pt x="1730" y="980"/>
                  </a:lnTo>
                  <a:lnTo>
                    <a:pt x="1718" y="972"/>
                  </a:lnTo>
                  <a:lnTo>
                    <a:pt x="1715" y="954"/>
                  </a:lnTo>
                  <a:lnTo>
                    <a:pt x="1714" y="940"/>
                  </a:lnTo>
                  <a:lnTo>
                    <a:pt x="1711" y="933"/>
                  </a:lnTo>
                  <a:lnTo>
                    <a:pt x="1704" y="929"/>
                  </a:lnTo>
                  <a:lnTo>
                    <a:pt x="1688" y="923"/>
                  </a:lnTo>
                  <a:lnTo>
                    <a:pt x="1675" y="914"/>
                  </a:lnTo>
                  <a:lnTo>
                    <a:pt x="1664" y="909"/>
                  </a:lnTo>
                  <a:lnTo>
                    <a:pt x="1643" y="905"/>
                  </a:lnTo>
                  <a:lnTo>
                    <a:pt x="1617" y="905"/>
                  </a:lnTo>
                  <a:lnTo>
                    <a:pt x="1143" y="891"/>
                  </a:lnTo>
                  <a:lnTo>
                    <a:pt x="1136" y="891"/>
                  </a:lnTo>
                  <a:lnTo>
                    <a:pt x="1128" y="891"/>
                  </a:lnTo>
                  <a:lnTo>
                    <a:pt x="1121" y="892"/>
                  </a:lnTo>
                  <a:lnTo>
                    <a:pt x="1074" y="893"/>
                  </a:lnTo>
                  <a:lnTo>
                    <a:pt x="915" y="912"/>
                  </a:lnTo>
                  <a:lnTo>
                    <a:pt x="903" y="918"/>
                  </a:lnTo>
                  <a:lnTo>
                    <a:pt x="890" y="924"/>
                  </a:lnTo>
                  <a:lnTo>
                    <a:pt x="872" y="928"/>
                  </a:lnTo>
                  <a:lnTo>
                    <a:pt x="852" y="935"/>
                  </a:lnTo>
                  <a:lnTo>
                    <a:pt x="841" y="938"/>
                  </a:lnTo>
                  <a:lnTo>
                    <a:pt x="828" y="939"/>
                  </a:lnTo>
                  <a:lnTo>
                    <a:pt x="808" y="941"/>
                  </a:lnTo>
                  <a:lnTo>
                    <a:pt x="797" y="944"/>
                  </a:lnTo>
                  <a:lnTo>
                    <a:pt x="783" y="947"/>
                  </a:lnTo>
                  <a:lnTo>
                    <a:pt x="773" y="948"/>
                  </a:lnTo>
                  <a:lnTo>
                    <a:pt x="720" y="1001"/>
                  </a:lnTo>
                  <a:lnTo>
                    <a:pt x="695" y="1049"/>
                  </a:lnTo>
                  <a:lnTo>
                    <a:pt x="637" y="1076"/>
                  </a:lnTo>
                  <a:lnTo>
                    <a:pt x="625" y="1082"/>
                  </a:lnTo>
                  <a:lnTo>
                    <a:pt x="545" y="1119"/>
                  </a:lnTo>
                  <a:lnTo>
                    <a:pt x="507" y="1136"/>
                  </a:lnTo>
                  <a:lnTo>
                    <a:pt x="494" y="1142"/>
                  </a:lnTo>
                  <a:lnTo>
                    <a:pt x="457" y="1158"/>
                  </a:lnTo>
                  <a:lnTo>
                    <a:pt x="395" y="1154"/>
                  </a:lnTo>
                  <a:lnTo>
                    <a:pt x="303" y="1126"/>
                  </a:lnTo>
                  <a:lnTo>
                    <a:pt x="293" y="1124"/>
                  </a:lnTo>
                  <a:lnTo>
                    <a:pt x="275" y="1121"/>
                  </a:lnTo>
                  <a:lnTo>
                    <a:pt x="260" y="1119"/>
                  </a:lnTo>
                  <a:lnTo>
                    <a:pt x="244" y="1113"/>
                  </a:lnTo>
                  <a:lnTo>
                    <a:pt x="232" y="1111"/>
                  </a:lnTo>
                  <a:lnTo>
                    <a:pt x="222" y="1111"/>
                  </a:lnTo>
                  <a:lnTo>
                    <a:pt x="216" y="1111"/>
                  </a:lnTo>
                  <a:lnTo>
                    <a:pt x="209" y="1112"/>
                  </a:lnTo>
                  <a:lnTo>
                    <a:pt x="200" y="1112"/>
                  </a:lnTo>
                  <a:lnTo>
                    <a:pt x="187" y="1108"/>
                  </a:lnTo>
                  <a:lnTo>
                    <a:pt x="115" y="1087"/>
                  </a:lnTo>
                  <a:lnTo>
                    <a:pt x="99" y="1072"/>
                  </a:lnTo>
                  <a:lnTo>
                    <a:pt x="68" y="1043"/>
                  </a:lnTo>
                  <a:lnTo>
                    <a:pt x="64" y="1040"/>
                  </a:lnTo>
                  <a:lnTo>
                    <a:pt x="44" y="1006"/>
                  </a:lnTo>
                  <a:lnTo>
                    <a:pt x="35" y="971"/>
                  </a:lnTo>
                  <a:lnTo>
                    <a:pt x="1" y="598"/>
                  </a:lnTo>
                  <a:lnTo>
                    <a:pt x="0" y="565"/>
                  </a:lnTo>
                  <a:lnTo>
                    <a:pt x="0" y="556"/>
                  </a:lnTo>
                  <a:lnTo>
                    <a:pt x="11" y="461"/>
                  </a:lnTo>
                  <a:lnTo>
                    <a:pt x="18" y="405"/>
                  </a:lnTo>
                  <a:lnTo>
                    <a:pt x="91" y="63"/>
                  </a:lnTo>
                  <a:lnTo>
                    <a:pt x="152" y="20"/>
                  </a:lnTo>
                  <a:lnTo>
                    <a:pt x="181" y="0"/>
                  </a:lnTo>
                  <a:lnTo>
                    <a:pt x="330" y="21"/>
                  </a:lnTo>
                  <a:lnTo>
                    <a:pt x="365" y="41"/>
                  </a:lnTo>
                  <a:lnTo>
                    <a:pt x="380" y="49"/>
                  </a:lnTo>
                  <a:lnTo>
                    <a:pt x="629" y="36"/>
                  </a:lnTo>
                  <a:lnTo>
                    <a:pt x="983" y="80"/>
                  </a:lnTo>
                  <a:lnTo>
                    <a:pt x="1489" y="99"/>
                  </a:lnTo>
                  <a:lnTo>
                    <a:pt x="1502" y="100"/>
                  </a:lnTo>
                  <a:lnTo>
                    <a:pt x="1532" y="101"/>
                  </a:lnTo>
                  <a:lnTo>
                    <a:pt x="1548" y="102"/>
                  </a:lnTo>
                  <a:lnTo>
                    <a:pt x="1560" y="101"/>
                  </a:lnTo>
                  <a:lnTo>
                    <a:pt x="1571" y="98"/>
                  </a:lnTo>
                  <a:lnTo>
                    <a:pt x="1712" y="94"/>
                  </a:lnTo>
                  <a:lnTo>
                    <a:pt x="1773" y="65"/>
                  </a:lnTo>
                  <a:lnTo>
                    <a:pt x="1799" y="46"/>
                  </a:lnTo>
                  <a:lnTo>
                    <a:pt x="1816" y="44"/>
                  </a:lnTo>
                  <a:lnTo>
                    <a:pt x="1863" y="8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l1021"/>
            <p:cNvSpPr/>
            <p:nvPr/>
          </p:nvSpPr>
          <p:spPr>
            <a:xfrm>
              <a:off x="4357478" y="5859423"/>
              <a:ext cx="434" cy="599"/>
            </a:xfrm>
            <a:custGeom>
              <a:avLst/>
              <a:pathLst>
                <a:path w="434" h="599">
                  <a:moveTo>
                    <a:pt x="210" y="578"/>
                  </a:moveTo>
                  <a:lnTo>
                    <a:pt x="159" y="599"/>
                  </a:lnTo>
                  <a:lnTo>
                    <a:pt x="145" y="597"/>
                  </a:lnTo>
                  <a:lnTo>
                    <a:pt x="24" y="582"/>
                  </a:lnTo>
                  <a:lnTo>
                    <a:pt x="20" y="557"/>
                  </a:lnTo>
                  <a:lnTo>
                    <a:pt x="0" y="334"/>
                  </a:lnTo>
                  <a:lnTo>
                    <a:pt x="71" y="127"/>
                  </a:lnTo>
                  <a:lnTo>
                    <a:pt x="91" y="117"/>
                  </a:lnTo>
                  <a:lnTo>
                    <a:pt x="335" y="0"/>
                  </a:lnTo>
                  <a:lnTo>
                    <a:pt x="434" y="23"/>
                  </a:lnTo>
                  <a:lnTo>
                    <a:pt x="356" y="113"/>
                  </a:lnTo>
                  <a:lnTo>
                    <a:pt x="305" y="243"/>
                  </a:lnTo>
                  <a:lnTo>
                    <a:pt x="300" y="256"/>
                  </a:lnTo>
                  <a:lnTo>
                    <a:pt x="297" y="332"/>
                  </a:lnTo>
                  <a:lnTo>
                    <a:pt x="295" y="376"/>
                  </a:lnTo>
                  <a:lnTo>
                    <a:pt x="250" y="541"/>
                  </a:lnTo>
                  <a:lnTo>
                    <a:pt x="239" y="557"/>
                  </a:lnTo>
                  <a:lnTo>
                    <a:pt x="210" y="57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l1022"/>
            <p:cNvSpPr/>
            <p:nvPr/>
          </p:nvSpPr>
          <p:spPr>
            <a:xfrm>
              <a:off x="4380117" y="5861517"/>
              <a:ext cx="477" cy="521"/>
            </a:xfrm>
            <a:custGeom>
              <a:avLst/>
              <a:pathLst>
                <a:path w="477" h="521">
                  <a:moveTo>
                    <a:pt x="145" y="509"/>
                  </a:moveTo>
                  <a:lnTo>
                    <a:pt x="106" y="521"/>
                  </a:lnTo>
                  <a:lnTo>
                    <a:pt x="73" y="505"/>
                  </a:lnTo>
                  <a:lnTo>
                    <a:pt x="60" y="491"/>
                  </a:lnTo>
                  <a:lnTo>
                    <a:pt x="0" y="412"/>
                  </a:lnTo>
                  <a:lnTo>
                    <a:pt x="29" y="316"/>
                  </a:lnTo>
                  <a:lnTo>
                    <a:pt x="51" y="271"/>
                  </a:lnTo>
                  <a:lnTo>
                    <a:pt x="117" y="149"/>
                  </a:lnTo>
                  <a:lnTo>
                    <a:pt x="129" y="131"/>
                  </a:lnTo>
                  <a:lnTo>
                    <a:pt x="139" y="123"/>
                  </a:lnTo>
                  <a:lnTo>
                    <a:pt x="390" y="19"/>
                  </a:lnTo>
                  <a:lnTo>
                    <a:pt x="446" y="0"/>
                  </a:lnTo>
                  <a:lnTo>
                    <a:pt x="456" y="6"/>
                  </a:lnTo>
                  <a:lnTo>
                    <a:pt x="477" y="51"/>
                  </a:lnTo>
                  <a:lnTo>
                    <a:pt x="474" y="172"/>
                  </a:lnTo>
                  <a:lnTo>
                    <a:pt x="467" y="193"/>
                  </a:lnTo>
                  <a:lnTo>
                    <a:pt x="313" y="375"/>
                  </a:lnTo>
                  <a:lnTo>
                    <a:pt x="234" y="462"/>
                  </a:lnTo>
                  <a:lnTo>
                    <a:pt x="145" y="50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l1023"/>
            <p:cNvSpPr/>
            <p:nvPr/>
          </p:nvSpPr>
          <p:spPr>
            <a:xfrm>
              <a:off x="4359968" y="5859581"/>
              <a:ext cx="907" cy="1005"/>
            </a:xfrm>
            <a:custGeom>
              <a:avLst/>
              <a:pathLst>
                <a:path w="907" h="1005">
                  <a:moveTo>
                    <a:pt x="805" y="956"/>
                  </a:moveTo>
                  <a:lnTo>
                    <a:pt x="700" y="1005"/>
                  </a:lnTo>
                  <a:lnTo>
                    <a:pt x="626" y="929"/>
                  </a:lnTo>
                  <a:lnTo>
                    <a:pt x="70" y="232"/>
                  </a:lnTo>
                  <a:lnTo>
                    <a:pt x="0" y="115"/>
                  </a:lnTo>
                  <a:lnTo>
                    <a:pt x="217" y="9"/>
                  </a:lnTo>
                  <a:lnTo>
                    <a:pt x="241" y="0"/>
                  </a:lnTo>
                  <a:lnTo>
                    <a:pt x="254" y="1"/>
                  </a:lnTo>
                  <a:lnTo>
                    <a:pt x="279" y="19"/>
                  </a:lnTo>
                  <a:lnTo>
                    <a:pt x="364" y="94"/>
                  </a:lnTo>
                  <a:lnTo>
                    <a:pt x="519" y="271"/>
                  </a:lnTo>
                  <a:lnTo>
                    <a:pt x="893" y="827"/>
                  </a:lnTo>
                  <a:lnTo>
                    <a:pt x="907" y="907"/>
                  </a:lnTo>
                  <a:lnTo>
                    <a:pt x="805" y="9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l1024"/>
            <p:cNvSpPr/>
            <p:nvPr/>
          </p:nvSpPr>
          <p:spPr>
            <a:xfrm>
              <a:off x="4384814" y="5861664"/>
              <a:ext cx="534" cy="672"/>
            </a:xfrm>
            <a:custGeom>
              <a:avLst/>
              <a:pathLst>
                <a:path w="534" h="672">
                  <a:moveTo>
                    <a:pt x="256" y="630"/>
                  </a:moveTo>
                  <a:lnTo>
                    <a:pt x="239" y="638"/>
                  </a:lnTo>
                  <a:lnTo>
                    <a:pt x="226" y="638"/>
                  </a:lnTo>
                  <a:lnTo>
                    <a:pt x="216" y="631"/>
                  </a:lnTo>
                  <a:lnTo>
                    <a:pt x="207" y="627"/>
                  </a:lnTo>
                  <a:lnTo>
                    <a:pt x="201" y="627"/>
                  </a:lnTo>
                  <a:lnTo>
                    <a:pt x="191" y="626"/>
                  </a:lnTo>
                  <a:lnTo>
                    <a:pt x="163" y="631"/>
                  </a:lnTo>
                  <a:lnTo>
                    <a:pt x="122" y="641"/>
                  </a:lnTo>
                  <a:lnTo>
                    <a:pt x="21" y="670"/>
                  </a:lnTo>
                  <a:lnTo>
                    <a:pt x="14" y="672"/>
                  </a:lnTo>
                  <a:lnTo>
                    <a:pt x="2" y="663"/>
                  </a:lnTo>
                  <a:lnTo>
                    <a:pt x="0" y="652"/>
                  </a:lnTo>
                  <a:lnTo>
                    <a:pt x="2" y="606"/>
                  </a:lnTo>
                  <a:lnTo>
                    <a:pt x="42" y="513"/>
                  </a:lnTo>
                  <a:lnTo>
                    <a:pt x="128" y="438"/>
                  </a:lnTo>
                  <a:lnTo>
                    <a:pt x="140" y="424"/>
                  </a:lnTo>
                  <a:lnTo>
                    <a:pt x="147" y="411"/>
                  </a:lnTo>
                  <a:lnTo>
                    <a:pt x="223" y="195"/>
                  </a:lnTo>
                  <a:lnTo>
                    <a:pt x="227" y="179"/>
                  </a:lnTo>
                  <a:lnTo>
                    <a:pt x="228" y="166"/>
                  </a:lnTo>
                  <a:lnTo>
                    <a:pt x="229" y="129"/>
                  </a:lnTo>
                  <a:lnTo>
                    <a:pt x="228" y="82"/>
                  </a:lnTo>
                  <a:lnTo>
                    <a:pt x="228" y="69"/>
                  </a:lnTo>
                  <a:lnTo>
                    <a:pt x="245" y="33"/>
                  </a:lnTo>
                  <a:lnTo>
                    <a:pt x="267" y="9"/>
                  </a:lnTo>
                  <a:lnTo>
                    <a:pt x="280" y="0"/>
                  </a:lnTo>
                  <a:lnTo>
                    <a:pt x="299" y="0"/>
                  </a:lnTo>
                  <a:lnTo>
                    <a:pt x="321" y="31"/>
                  </a:lnTo>
                  <a:lnTo>
                    <a:pt x="377" y="110"/>
                  </a:lnTo>
                  <a:lnTo>
                    <a:pt x="386" y="121"/>
                  </a:lnTo>
                  <a:lnTo>
                    <a:pt x="487" y="262"/>
                  </a:lnTo>
                  <a:lnTo>
                    <a:pt x="520" y="393"/>
                  </a:lnTo>
                  <a:lnTo>
                    <a:pt x="525" y="402"/>
                  </a:lnTo>
                  <a:lnTo>
                    <a:pt x="527" y="412"/>
                  </a:lnTo>
                  <a:lnTo>
                    <a:pt x="528" y="424"/>
                  </a:lnTo>
                  <a:lnTo>
                    <a:pt x="532" y="439"/>
                  </a:lnTo>
                  <a:lnTo>
                    <a:pt x="534" y="448"/>
                  </a:lnTo>
                  <a:lnTo>
                    <a:pt x="530" y="458"/>
                  </a:lnTo>
                  <a:lnTo>
                    <a:pt x="509" y="504"/>
                  </a:lnTo>
                  <a:lnTo>
                    <a:pt x="502" y="509"/>
                  </a:lnTo>
                  <a:lnTo>
                    <a:pt x="496" y="512"/>
                  </a:lnTo>
                  <a:lnTo>
                    <a:pt x="459" y="532"/>
                  </a:lnTo>
                  <a:lnTo>
                    <a:pt x="440" y="542"/>
                  </a:lnTo>
                  <a:lnTo>
                    <a:pt x="416" y="555"/>
                  </a:lnTo>
                  <a:lnTo>
                    <a:pt x="409" y="560"/>
                  </a:lnTo>
                  <a:lnTo>
                    <a:pt x="372" y="580"/>
                  </a:lnTo>
                  <a:lnTo>
                    <a:pt x="322" y="603"/>
                  </a:lnTo>
                  <a:lnTo>
                    <a:pt x="315" y="604"/>
                  </a:lnTo>
                  <a:lnTo>
                    <a:pt x="269" y="623"/>
                  </a:lnTo>
                  <a:lnTo>
                    <a:pt x="256" y="63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l1025"/>
            <p:cNvSpPr/>
            <p:nvPr/>
          </p:nvSpPr>
          <p:spPr>
            <a:xfrm>
              <a:off x="4380650" y="5861061"/>
              <a:ext cx="878" cy="901"/>
            </a:xfrm>
            <a:custGeom>
              <a:avLst/>
              <a:pathLst>
                <a:path w="878" h="901">
                  <a:moveTo>
                    <a:pt x="202" y="901"/>
                  </a:moveTo>
                  <a:lnTo>
                    <a:pt x="167" y="900"/>
                  </a:lnTo>
                  <a:lnTo>
                    <a:pt x="55" y="844"/>
                  </a:lnTo>
                  <a:lnTo>
                    <a:pt x="20" y="790"/>
                  </a:lnTo>
                  <a:lnTo>
                    <a:pt x="0" y="714"/>
                  </a:lnTo>
                  <a:lnTo>
                    <a:pt x="39" y="433"/>
                  </a:lnTo>
                  <a:lnTo>
                    <a:pt x="48" y="405"/>
                  </a:lnTo>
                  <a:lnTo>
                    <a:pt x="76" y="354"/>
                  </a:lnTo>
                  <a:lnTo>
                    <a:pt x="99" y="336"/>
                  </a:lnTo>
                  <a:lnTo>
                    <a:pt x="147" y="283"/>
                  </a:lnTo>
                  <a:lnTo>
                    <a:pt x="187" y="204"/>
                  </a:lnTo>
                  <a:lnTo>
                    <a:pt x="192" y="171"/>
                  </a:lnTo>
                  <a:lnTo>
                    <a:pt x="192" y="134"/>
                  </a:lnTo>
                  <a:lnTo>
                    <a:pt x="175" y="56"/>
                  </a:lnTo>
                  <a:lnTo>
                    <a:pt x="179" y="38"/>
                  </a:lnTo>
                  <a:lnTo>
                    <a:pt x="236" y="0"/>
                  </a:lnTo>
                  <a:lnTo>
                    <a:pt x="314" y="149"/>
                  </a:lnTo>
                  <a:lnTo>
                    <a:pt x="322" y="178"/>
                  </a:lnTo>
                  <a:lnTo>
                    <a:pt x="595" y="278"/>
                  </a:lnTo>
                  <a:lnTo>
                    <a:pt x="877" y="553"/>
                  </a:lnTo>
                  <a:lnTo>
                    <a:pt x="878" y="655"/>
                  </a:lnTo>
                  <a:lnTo>
                    <a:pt x="846" y="688"/>
                  </a:lnTo>
                  <a:lnTo>
                    <a:pt x="696" y="723"/>
                  </a:lnTo>
                  <a:lnTo>
                    <a:pt x="410" y="752"/>
                  </a:lnTo>
                  <a:lnTo>
                    <a:pt x="349" y="813"/>
                  </a:lnTo>
                  <a:lnTo>
                    <a:pt x="202" y="90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l1026"/>
            <p:cNvSpPr/>
            <p:nvPr/>
          </p:nvSpPr>
          <p:spPr>
            <a:xfrm>
              <a:off x="4385184" y="5861355"/>
              <a:ext cx="505" cy="407"/>
            </a:xfrm>
            <a:custGeom>
              <a:avLst/>
              <a:pathLst>
                <a:path w="505" h="407">
                  <a:moveTo>
                    <a:pt x="320" y="7"/>
                  </a:moveTo>
                  <a:lnTo>
                    <a:pt x="325" y="12"/>
                  </a:lnTo>
                  <a:lnTo>
                    <a:pt x="426" y="18"/>
                  </a:lnTo>
                  <a:lnTo>
                    <a:pt x="431" y="18"/>
                  </a:lnTo>
                  <a:lnTo>
                    <a:pt x="479" y="67"/>
                  </a:lnTo>
                  <a:lnTo>
                    <a:pt x="487" y="81"/>
                  </a:lnTo>
                  <a:lnTo>
                    <a:pt x="505" y="114"/>
                  </a:lnTo>
                  <a:lnTo>
                    <a:pt x="504" y="141"/>
                  </a:lnTo>
                  <a:lnTo>
                    <a:pt x="463" y="182"/>
                  </a:lnTo>
                  <a:lnTo>
                    <a:pt x="418" y="205"/>
                  </a:lnTo>
                  <a:lnTo>
                    <a:pt x="369" y="203"/>
                  </a:lnTo>
                  <a:lnTo>
                    <a:pt x="352" y="202"/>
                  </a:lnTo>
                  <a:lnTo>
                    <a:pt x="256" y="298"/>
                  </a:lnTo>
                  <a:lnTo>
                    <a:pt x="219" y="348"/>
                  </a:lnTo>
                  <a:lnTo>
                    <a:pt x="176" y="407"/>
                  </a:lnTo>
                  <a:lnTo>
                    <a:pt x="133" y="378"/>
                  </a:lnTo>
                  <a:lnTo>
                    <a:pt x="110" y="366"/>
                  </a:lnTo>
                  <a:lnTo>
                    <a:pt x="76" y="346"/>
                  </a:lnTo>
                  <a:lnTo>
                    <a:pt x="52" y="325"/>
                  </a:lnTo>
                  <a:lnTo>
                    <a:pt x="27" y="296"/>
                  </a:lnTo>
                  <a:lnTo>
                    <a:pt x="18" y="291"/>
                  </a:lnTo>
                  <a:lnTo>
                    <a:pt x="10" y="290"/>
                  </a:lnTo>
                  <a:lnTo>
                    <a:pt x="0" y="280"/>
                  </a:lnTo>
                  <a:lnTo>
                    <a:pt x="13" y="247"/>
                  </a:lnTo>
                  <a:lnTo>
                    <a:pt x="163" y="0"/>
                  </a:lnTo>
                  <a:lnTo>
                    <a:pt x="176" y="0"/>
                  </a:lnTo>
                  <a:lnTo>
                    <a:pt x="190" y="3"/>
                  </a:lnTo>
                  <a:lnTo>
                    <a:pt x="220" y="5"/>
                  </a:lnTo>
                  <a:lnTo>
                    <a:pt x="267" y="8"/>
                  </a:lnTo>
                  <a:lnTo>
                    <a:pt x="300" y="8"/>
                  </a:lnTo>
                  <a:lnTo>
                    <a:pt x="308" y="4"/>
                  </a:lnTo>
                  <a:lnTo>
                    <a:pt x="315" y="4"/>
                  </a:lnTo>
                  <a:lnTo>
                    <a:pt x="320" y="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l1027"/>
            <p:cNvSpPr/>
            <p:nvPr/>
          </p:nvSpPr>
          <p:spPr>
            <a:xfrm>
              <a:off x="4384161" y="5861044"/>
              <a:ext cx="531" cy="754"/>
            </a:xfrm>
            <a:custGeom>
              <a:avLst/>
              <a:pathLst>
                <a:path w="531" h="754">
                  <a:moveTo>
                    <a:pt x="513" y="241"/>
                  </a:moveTo>
                  <a:lnTo>
                    <a:pt x="420" y="403"/>
                  </a:lnTo>
                  <a:lnTo>
                    <a:pt x="377" y="554"/>
                  </a:lnTo>
                  <a:lnTo>
                    <a:pt x="372" y="619"/>
                  </a:lnTo>
                  <a:lnTo>
                    <a:pt x="319" y="723"/>
                  </a:lnTo>
                  <a:lnTo>
                    <a:pt x="296" y="754"/>
                  </a:lnTo>
                  <a:lnTo>
                    <a:pt x="286" y="754"/>
                  </a:lnTo>
                  <a:lnTo>
                    <a:pt x="250" y="734"/>
                  </a:lnTo>
                  <a:lnTo>
                    <a:pt x="228" y="715"/>
                  </a:lnTo>
                  <a:lnTo>
                    <a:pt x="162" y="636"/>
                  </a:lnTo>
                  <a:lnTo>
                    <a:pt x="154" y="623"/>
                  </a:lnTo>
                  <a:lnTo>
                    <a:pt x="150" y="566"/>
                  </a:lnTo>
                  <a:lnTo>
                    <a:pt x="160" y="513"/>
                  </a:lnTo>
                  <a:lnTo>
                    <a:pt x="173" y="470"/>
                  </a:lnTo>
                  <a:lnTo>
                    <a:pt x="198" y="246"/>
                  </a:lnTo>
                  <a:lnTo>
                    <a:pt x="169" y="260"/>
                  </a:lnTo>
                  <a:lnTo>
                    <a:pt x="56" y="301"/>
                  </a:lnTo>
                  <a:lnTo>
                    <a:pt x="32" y="304"/>
                  </a:lnTo>
                  <a:lnTo>
                    <a:pt x="0" y="183"/>
                  </a:lnTo>
                  <a:lnTo>
                    <a:pt x="2" y="142"/>
                  </a:lnTo>
                  <a:lnTo>
                    <a:pt x="23" y="91"/>
                  </a:lnTo>
                  <a:lnTo>
                    <a:pt x="45" y="50"/>
                  </a:lnTo>
                  <a:lnTo>
                    <a:pt x="84" y="0"/>
                  </a:lnTo>
                  <a:lnTo>
                    <a:pt x="307" y="39"/>
                  </a:lnTo>
                  <a:lnTo>
                    <a:pt x="466" y="141"/>
                  </a:lnTo>
                  <a:lnTo>
                    <a:pt x="513" y="151"/>
                  </a:lnTo>
                  <a:lnTo>
                    <a:pt x="522" y="158"/>
                  </a:lnTo>
                  <a:lnTo>
                    <a:pt x="531" y="169"/>
                  </a:lnTo>
                  <a:lnTo>
                    <a:pt x="531" y="175"/>
                  </a:lnTo>
                  <a:lnTo>
                    <a:pt x="527" y="196"/>
                  </a:lnTo>
                  <a:lnTo>
                    <a:pt x="523" y="208"/>
                  </a:lnTo>
                  <a:lnTo>
                    <a:pt x="519" y="217"/>
                  </a:lnTo>
                  <a:lnTo>
                    <a:pt x="513" y="24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l1028"/>
            <p:cNvSpPr/>
            <p:nvPr/>
          </p:nvSpPr>
          <p:spPr>
            <a:xfrm>
              <a:off x="4383375" y="5860383"/>
              <a:ext cx="462" cy="518"/>
            </a:xfrm>
            <a:custGeom>
              <a:avLst/>
              <a:pathLst>
                <a:path w="462" h="518">
                  <a:moveTo>
                    <a:pt x="396" y="518"/>
                  </a:moveTo>
                  <a:lnTo>
                    <a:pt x="206" y="514"/>
                  </a:lnTo>
                  <a:lnTo>
                    <a:pt x="61" y="392"/>
                  </a:lnTo>
                  <a:lnTo>
                    <a:pt x="44" y="367"/>
                  </a:lnTo>
                  <a:lnTo>
                    <a:pt x="14" y="294"/>
                  </a:lnTo>
                  <a:lnTo>
                    <a:pt x="1" y="70"/>
                  </a:lnTo>
                  <a:lnTo>
                    <a:pt x="0" y="33"/>
                  </a:lnTo>
                  <a:lnTo>
                    <a:pt x="9" y="25"/>
                  </a:lnTo>
                  <a:lnTo>
                    <a:pt x="136" y="14"/>
                  </a:lnTo>
                  <a:lnTo>
                    <a:pt x="153" y="0"/>
                  </a:lnTo>
                  <a:lnTo>
                    <a:pt x="175" y="2"/>
                  </a:lnTo>
                  <a:lnTo>
                    <a:pt x="201" y="23"/>
                  </a:lnTo>
                  <a:lnTo>
                    <a:pt x="209" y="31"/>
                  </a:lnTo>
                  <a:lnTo>
                    <a:pt x="446" y="320"/>
                  </a:lnTo>
                  <a:lnTo>
                    <a:pt x="462" y="400"/>
                  </a:lnTo>
                  <a:lnTo>
                    <a:pt x="458" y="410"/>
                  </a:lnTo>
                  <a:lnTo>
                    <a:pt x="408" y="501"/>
                  </a:lnTo>
                  <a:lnTo>
                    <a:pt x="396" y="51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l1029"/>
            <p:cNvSpPr/>
            <p:nvPr/>
          </p:nvSpPr>
          <p:spPr>
            <a:xfrm>
              <a:off x="4370228" y="5858269"/>
              <a:ext cx="550" cy="501"/>
            </a:xfrm>
            <a:custGeom>
              <a:avLst/>
              <a:pathLst>
                <a:path w="550" h="501">
                  <a:moveTo>
                    <a:pt x="486" y="500"/>
                  </a:moveTo>
                  <a:lnTo>
                    <a:pt x="466" y="501"/>
                  </a:lnTo>
                  <a:lnTo>
                    <a:pt x="142" y="389"/>
                  </a:lnTo>
                  <a:lnTo>
                    <a:pt x="72" y="339"/>
                  </a:lnTo>
                  <a:lnTo>
                    <a:pt x="4" y="230"/>
                  </a:lnTo>
                  <a:lnTo>
                    <a:pt x="0" y="221"/>
                  </a:lnTo>
                  <a:lnTo>
                    <a:pt x="26" y="118"/>
                  </a:lnTo>
                  <a:lnTo>
                    <a:pt x="61" y="31"/>
                  </a:lnTo>
                  <a:lnTo>
                    <a:pt x="68" y="20"/>
                  </a:lnTo>
                  <a:lnTo>
                    <a:pt x="123" y="0"/>
                  </a:lnTo>
                  <a:lnTo>
                    <a:pt x="180" y="0"/>
                  </a:lnTo>
                  <a:lnTo>
                    <a:pt x="289" y="26"/>
                  </a:lnTo>
                  <a:lnTo>
                    <a:pt x="335" y="55"/>
                  </a:lnTo>
                  <a:lnTo>
                    <a:pt x="535" y="316"/>
                  </a:lnTo>
                  <a:lnTo>
                    <a:pt x="543" y="330"/>
                  </a:lnTo>
                  <a:lnTo>
                    <a:pt x="550" y="399"/>
                  </a:lnTo>
                  <a:lnTo>
                    <a:pt x="521" y="490"/>
                  </a:lnTo>
                  <a:lnTo>
                    <a:pt x="501" y="498"/>
                  </a:lnTo>
                  <a:lnTo>
                    <a:pt x="486" y="50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l1030"/>
            <p:cNvSpPr/>
            <p:nvPr/>
          </p:nvSpPr>
          <p:spPr>
            <a:xfrm>
              <a:off x="4394986" y="5860291"/>
              <a:ext cx="4797" cy="2519"/>
            </a:xfrm>
            <a:custGeom>
              <a:avLst/>
              <a:pathLst>
                <a:path w="4797" h="2519">
                  <a:moveTo>
                    <a:pt x="4763" y="47"/>
                  </a:moveTo>
                  <a:lnTo>
                    <a:pt x="4792" y="119"/>
                  </a:lnTo>
                  <a:lnTo>
                    <a:pt x="4797" y="152"/>
                  </a:lnTo>
                  <a:lnTo>
                    <a:pt x="4797" y="159"/>
                  </a:lnTo>
                  <a:lnTo>
                    <a:pt x="4790" y="185"/>
                  </a:lnTo>
                  <a:lnTo>
                    <a:pt x="4751" y="324"/>
                  </a:lnTo>
                  <a:lnTo>
                    <a:pt x="4736" y="361"/>
                  </a:lnTo>
                  <a:lnTo>
                    <a:pt x="4731" y="375"/>
                  </a:lnTo>
                  <a:lnTo>
                    <a:pt x="4277" y="491"/>
                  </a:lnTo>
                  <a:lnTo>
                    <a:pt x="4175" y="765"/>
                  </a:lnTo>
                  <a:lnTo>
                    <a:pt x="4108" y="940"/>
                  </a:lnTo>
                  <a:lnTo>
                    <a:pt x="4101" y="960"/>
                  </a:lnTo>
                  <a:lnTo>
                    <a:pt x="4089" y="992"/>
                  </a:lnTo>
                  <a:lnTo>
                    <a:pt x="4082" y="1009"/>
                  </a:lnTo>
                  <a:lnTo>
                    <a:pt x="4049" y="1095"/>
                  </a:lnTo>
                  <a:lnTo>
                    <a:pt x="4009" y="1192"/>
                  </a:lnTo>
                  <a:lnTo>
                    <a:pt x="3674" y="1394"/>
                  </a:lnTo>
                  <a:lnTo>
                    <a:pt x="3668" y="1404"/>
                  </a:lnTo>
                  <a:lnTo>
                    <a:pt x="3654" y="1414"/>
                  </a:lnTo>
                  <a:lnTo>
                    <a:pt x="3621" y="1429"/>
                  </a:lnTo>
                  <a:lnTo>
                    <a:pt x="3596" y="1438"/>
                  </a:lnTo>
                  <a:lnTo>
                    <a:pt x="3521" y="1480"/>
                  </a:lnTo>
                  <a:lnTo>
                    <a:pt x="3512" y="1484"/>
                  </a:lnTo>
                  <a:lnTo>
                    <a:pt x="3434" y="1486"/>
                  </a:lnTo>
                  <a:lnTo>
                    <a:pt x="3422" y="1486"/>
                  </a:lnTo>
                  <a:lnTo>
                    <a:pt x="3414" y="1482"/>
                  </a:lnTo>
                  <a:lnTo>
                    <a:pt x="3411" y="1478"/>
                  </a:lnTo>
                  <a:lnTo>
                    <a:pt x="3411" y="1471"/>
                  </a:lnTo>
                  <a:lnTo>
                    <a:pt x="3410" y="1462"/>
                  </a:lnTo>
                  <a:lnTo>
                    <a:pt x="3407" y="1452"/>
                  </a:lnTo>
                  <a:lnTo>
                    <a:pt x="3402" y="1445"/>
                  </a:lnTo>
                  <a:lnTo>
                    <a:pt x="3395" y="1440"/>
                  </a:lnTo>
                  <a:lnTo>
                    <a:pt x="3386" y="1438"/>
                  </a:lnTo>
                  <a:lnTo>
                    <a:pt x="3379" y="1438"/>
                  </a:lnTo>
                  <a:lnTo>
                    <a:pt x="3364" y="1444"/>
                  </a:lnTo>
                  <a:lnTo>
                    <a:pt x="3355" y="1449"/>
                  </a:lnTo>
                  <a:lnTo>
                    <a:pt x="3352" y="1453"/>
                  </a:lnTo>
                  <a:lnTo>
                    <a:pt x="3349" y="1460"/>
                  </a:lnTo>
                  <a:lnTo>
                    <a:pt x="3344" y="1466"/>
                  </a:lnTo>
                  <a:lnTo>
                    <a:pt x="3325" y="1476"/>
                  </a:lnTo>
                  <a:lnTo>
                    <a:pt x="3311" y="1488"/>
                  </a:lnTo>
                  <a:lnTo>
                    <a:pt x="3302" y="1490"/>
                  </a:lnTo>
                  <a:lnTo>
                    <a:pt x="3292" y="1490"/>
                  </a:lnTo>
                  <a:lnTo>
                    <a:pt x="3236" y="1480"/>
                  </a:lnTo>
                  <a:lnTo>
                    <a:pt x="3222" y="1477"/>
                  </a:lnTo>
                  <a:lnTo>
                    <a:pt x="3076" y="1449"/>
                  </a:lnTo>
                  <a:lnTo>
                    <a:pt x="2949" y="1441"/>
                  </a:lnTo>
                  <a:lnTo>
                    <a:pt x="2938" y="1443"/>
                  </a:lnTo>
                  <a:lnTo>
                    <a:pt x="2901" y="1448"/>
                  </a:lnTo>
                  <a:lnTo>
                    <a:pt x="2679" y="1553"/>
                  </a:lnTo>
                  <a:lnTo>
                    <a:pt x="2637" y="1572"/>
                  </a:lnTo>
                  <a:lnTo>
                    <a:pt x="2632" y="1584"/>
                  </a:lnTo>
                  <a:lnTo>
                    <a:pt x="2620" y="1604"/>
                  </a:lnTo>
                  <a:lnTo>
                    <a:pt x="2620" y="1611"/>
                  </a:lnTo>
                  <a:lnTo>
                    <a:pt x="2637" y="1634"/>
                  </a:lnTo>
                  <a:lnTo>
                    <a:pt x="2644" y="1642"/>
                  </a:lnTo>
                  <a:lnTo>
                    <a:pt x="2645" y="1649"/>
                  </a:lnTo>
                  <a:lnTo>
                    <a:pt x="2642" y="1656"/>
                  </a:lnTo>
                  <a:lnTo>
                    <a:pt x="2633" y="1666"/>
                  </a:lnTo>
                  <a:lnTo>
                    <a:pt x="2622" y="1672"/>
                  </a:lnTo>
                  <a:lnTo>
                    <a:pt x="2592" y="1681"/>
                  </a:lnTo>
                  <a:lnTo>
                    <a:pt x="2569" y="1686"/>
                  </a:lnTo>
                  <a:lnTo>
                    <a:pt x="2524" y="1684"/>
                  </a:lnTo>
                  <a:lnTo>
                    <a:pt x="2489" y="1683"/>
                  </a:lnTo>
                  <a:lnTo>
                    <a:pt x="2458" y="1684"/>
                  </a:lnTo>
                  <a:lnTo>
                    <a:pt x="2445" y="1683"/>
                  </a:lnTo>
                  <a:lnTo>
                    <a:pt x="2432" y="1684"/>
                  </a:lnTo>
                  <a:lnTo>
                    <a:pt x="2226" y="1794"/>
                  </a:lnTo>
                  <a:lnTo>
                    <a:pt x="2166" y="1851"/>
                  </a:lnTo>
                  <a:lnTo>
                    <a:pt x="2099" y="1900"/>
                  </a:lnTo>
                  <a:lnTo>
                    <a:pt x="2083" y="1909"/>
                  </a:lnTo>
                  <a:lnTo>
                    <a:pt x="2033" y="1920"/>
                  </a:lnTo>
                  <a:lnTo>
                    <a:pt x="1981" y="1920"/>
                  </a:lnTo>
                  <a:lnTo>
                    <a:pt x="1957" y="1919"/>
                  </a:lnTo>
                  <a:lnTo>
                    <a:pt x="1929" y="1915"/>
                  </a:lnTo>
                  <a:lnTo>
                    <a:pt x="1918" y="1912"/>
                  </a:lnTo>
                  <a:lnTo>
                    <a:pt x="1908" y="1913"/>
                  </a:lnTo>
                  <a:lnTo>
                    <a:pt x="1866" y="1929"/>
                  </a:lnTo>
                  <a:lnTo>
                    <a:pt x="1858" y="1933"/>
                  </a:lnTo>
                  <a:lnTo>
                    <a:pt x="1851" y="1933"/>
                  </a:lnTo>
                  <a:lnTo>
                    <a:pt x="1839" y="1928"/>
                  </a:lnTo>
                  <a:lnTo>
                    <a:pt x="1823" y="1920"/>
                  </a:lnTo>
                  <a:lnTo>
                    <a:pt x="1787" y="1916"/>
                  </a:lnTo>
                  <a:lnTo>
                    <a:pt x="1780" y="1912"/>
                  </a:lnTo>
                  <a:lnTo>
                    <a:pt x="1779" y="1904"/>
                  </a:lnTo>
                  <a:lnTo>
                    <a:pt x="1777" y="1892"/>
                  </a:lnTo>
                  <a:lnTo>
                    <a:pt x="1768" y="1888"/>
                  </a:lnTo>
                  <a:lnTo>
                    <a:pt x="1751" y="1885"/>
                  </a:lnTo>
                  <a:lnTo>
                    <a:pt x="1744" y="1885"/>
                  </a:lnTo>
                  <a:lnTo>
                    <a:pt x="1729" y="1893"/>
                  </a:lnTo>
                  <a:lnTo>
                    <a:pt x="1719" y="1900"/>
                  </a:lnTo>
                  <a:lnTo>
                    <a:pt x="1697" y="1909"/>
                  </a:lnTo>
                  <a:lnTo>
                    <a:pt x="1619" y="1926"/>
                  </a:lnTo>
                  <a:lnTo>
                    <a:pt x="1581" y="1938"/>
                  </a:lnTo>
                  <a:lnTo>
                    <a:pt x="1571" y="1941"/>
                  </a:lnTo>
                  <a:lnTo>
                    <a:pt x="1565" y="1944"/>
                  </a:lnTo>
                  <a:lnTo>
                    <a:pt x="1513" y="1955"/>
                  </a:lnTo>
                  <a:lnTo>
                    <a:pt x="1505" y="1953"/>
                  </a:lnTo>
                  <a:lnTo>
                    <a:pt x="1480" y="1948"/>
                  </a:lnTo>
                  <a:lnTo>
                    <a:pt x="1459" y="1944"/>
                  </a:lnTo>
                  <a:lnTo>
                    <a:pt x="1449" y="1945"/>
                  </a:lnTo>
                  <a:lnTo>
                    <a:pt x="1442" y="1949"/>
                  </a:lnTo>
                  <a:lnTo>
                    <a:pt x="1439" y="1963"/>
                  </a:lnTo>
                  <a:lnTo>
                    <a:pt x="1436" y="1972"/>
                  </a:lnTo>
                  <a:lnTo>
                    <a:pt x="1413" y="1996"/>
                  </a:lnTo>
                  <a:lnTo>
                    <a:pt x="1410" y="2002"/>
                  </a:lnTo>
                  <a:lnTo>
                    <a:pt x="1405" y="2009"/>
                  </a:lnTo>
                  <a:lnTo>
                    <a:pt x="1398" y="2013"/>
                  </a:lnTo>
                  <a:lnTo>
                    <a:pt x="1282" y="2081"/>
                  </a:lnTo>
                  <a:lnTo>
                    <a:pt x="1258" y="2096"/>
                  </a:lnTo>
                  <a:lnTo>
                    <a:pt x="1236" y="2100"/>
                  </a:lnTo>
                  <a:lnTo>
                    <a:pt x="1213" y="2105"/>
                  </a:lnTo>
                  <a:lnTo>
                    <a:pt x="1199" y="2110"/>
                  </a:lnTo>
                  <a:lnTo>
                    <a:pt x="1183" y="2111"/>
                  </a:lnTo>
                  <a:lnTo>
                    <a:pt x="1163" y="2116"/>
                  </a:lnTo>
                  <a:lnTo>
                    <a:pt x="1099" y="2129"/>
                  </a:lnTo>
                  <a:lnTo>
                    <a:pt x="1049" y="2125"/>
                  </a:lnTo>
                  <a:lnTo>
                    <a:pt x="1040" y="2120"/>
                  </a:lnTo>
                  <a:lnTo>
                    <a:pt x="1031" y="2115"/>
                  </a:lnTo>
                  <a:lnTo>
                    <a:pt x="973" y="2121"/>
                  </a:lnTo>
                  <a:lnTo>
                    <a:pt x="947" y="2124"/>
                  </a:lnTo>
                  <a:lnTo>
                    <a:pt x="917" y="2126"/>
                  </a:lnTo>
                  <a:lnTo>
                    <a:pt x="910" y="2128"/>
                  </a:lnTo>
                  <a:lnTo>
                    <a:pt x="816" y="2155"/>
                  </a:lnTo>
                  <a:lnTo>
                    <a:pt x="795" y="2170"/>
                  </a:lnTo>
                  <a:lnTo>
                    <a:pt x="794" y="2182"/>
                  </a:lnTo>
                  <a:lnTo>
                    <a:pt x="791" y="2194"/>
                  </a:lnTo>
                  <a:lnTo>
                    <a:pt x="781" y="2206"/>
                  </a:lnTo>
                  <a:lnTo>
                    <a:pt x="767" y="2219"/>
                  </a:lnTo>
                  <a:lnTo>
                    <a:pt x="751" y="2226"/>
                  </a:lnTo>
                  <a:lnTo>
                    <a:pt x="734" y="2227"/>
                  </a:lnTo>
                  <a:lnTo>
                    <a:pt x="722" y="2227"/>
                  </a:lnTo>
                  <a:lnTo>
                    <a:pt x="712" y="2228"/>
                  </a:lnTo>
                  <a:lnTo>
                    <a:pt x="706" y="2230"/>
                  </a:lnTo>
                  <a:lnTo>
                    <a:pt x="687" y="2239"/>
                  </a:lnTo>
                  <a:lnTo>
                    <a:pt x="677" y="2246"/>
                  </a:lnTo>
                  <a:lnTo>
                    <a:pt x="661" y="2256"/>
                  </a:lnTo>
                  <a:lnTo>
                    <a:pt x="620" y="2301"/>
                  </a:lnTo>
                  <a:lnTo>
                    <a:pt x="587" y="2327"/>
                  </a:lnTo>
                  <a:lnTo>
                    <a:pt x="547" y="2361"/>
                  </a:lnTo>
                  <a:lnTo>
                    <a:pt x="538" y="2369"/>
                  </a:lnTo>
                  <a:lnTo>
                    <a:pt x="533" y="2376"/>
                  </a:lnTo>
                  <a:lnTo>
                    <a:pt x="528" y="2378"/>
                  </a:lnTo>
                  <a:lnTo>
                    <a:pt x="485" y="2433"/>
                  </a:lnTo>
                  <a:lnTo>
                    <a:pt x="459" y="2505"/>
                  </a:lnTo>
                  <a:lnTo>
                    <a:pt x="454" y="2509"/>
                  </a:lnTo>
                  <a:lnTo>
                    <a:pt x="428" y="2507"/>
                  </a:lnTo>
                  <a:lnTo>
                    <a:pt x="417" y="2505"/>
                  </a:lnTo>
                  <a:lnTo>
                    <a:pt x="406" y="2504"/>
                  </a:lnTo>
                  <a:lnTo>
                    <a:pt x="396" y="2506"/>
                  </a:lnTo>
                  <a:lnTo>
                    <a:pt x="378" y="2516"/>
                  </a:lnTo>
                  <a:lnTo>
                    <a:pt x="318" y="2519"/>
                  </a:lnTo>
                  <a:lnTo>
                    <a:pt x="283" y="2505"/>
                  </a:lnTo>
                  <a:lnTo>
                    <a:pt x="245" y="2475"/>
                  </a:lnTo>
                  <a:lnTo>
                    <a:pt x="214" y="2459"/>
                  </a:lnTo>
                  <a:lnTo>
                    <a:pt x="127" y="2435"/>
                  </a:lnTo>
                  <a:lnTo>
                    <a:pt x="2" y="2373"/>
                  </a:lnTo>
                  <a:lnTo>
                    <a:pt x="0" y="2352"/>
                  </a:lnTo>
                  <a:lnTo>
                    <a:pt x="28" y="2192"/>
                  </a:lnTo>
                  <a:lnTo>
                    <a:pt x="29" y="2186"/>
                  </a:lnTo>
                  <a:lnTo>
                    <a:pt x="218" y="1975"/>
                  </a:lnTo>
                  <a:lnTo>
                    <a:pt x="295" y="1903"/>
                  </a:lnTo>
                  <a:lnTo>
                    <a:pt x="311" y="1900"/>
                  </a:lnTo>
                  <a:lnTo>
                    <a:pt x="360" y="1887"/>
                  </a:lnTo>
                  <a:lnTo>
                    <a:pt x="376" y="1874"/>
                  </a:lnTo>
                  <a:lnTo>
                    <a:pt x="545" y="1810"/>
                  </a:lnTo>
                  <a:lnTo>
                    <a:pt x="566" y="1807"/>
                  </a:lnTo>
                  <a:lnTo>
                    <a:pt x="619" y="1792"/>
                  </a:lnTo>
                  <a:lnTo>
                    <a:pt x="639" y="1782"/>
                  </a:lnTo>
                  <a:lnTo>
                    <a:pt x="649" y="1770"/>
                  </a:lnTo>
                  <a:lnTo>
                    <a:pt x="653" y="1758"/>
                  </a:lnTo>
                  <a:lnTo>
                    <a:pt x="675" y="1717"/>
                  </a:lnTo>
                  <a:lnTo>
                    <a:pt x="725" y="1643"/>
                  </a:lnTo>
                  <a:lnTo>
                    <a:pt x="741" y="1631"/>
                  </a:lnTo>
                  <a:lnTo>
                    <a:pt x="754" y="1625"/>
                  </a:lnTo>
                  <a:lnTo>
                    <a:pt x="762" y="1621"/>
                  </a:lnTo>
                  <a:lnTo>
                    <a:pt x="769" y="1612"/>
                  </a:lnTo>
                  <a:lnTo>
                    <a:pt x="777" y="1607"/>
                  </a:lnTo>
                  <a:lnTo>
                    <a:pt x="793" y="1601"/>
                  </a:lnTo>
                  <a:lnTo>
                    <a:pt x="820" y="1591"/>
                  </a:lnTo>
                  <a:lnTo>
                    <a:pt x="900" y="1561"/>
                  </a:lnTo>
                  <a:lnTo>
                    <a:pt x="970" y="1535"/>
                  </a:lnTo>
                  <a:lnTo>
                    <a:pt x="1030" y="1520"/>
                  </a:lnTo>
                  <a:lnTo>
                    <a:pt x="1144" y="1500"/>
                  </a:lnTo>
                  <a:lnTo>
                    <a:pt x="1169" y="1492"/>
                  </a:lnTo>
                  <a:lnTo>
                    <a:pt x="1373" y="1453"/>
                  </a:lnTo>
                  <a:lnTo>
                    <a:pt x="1467" y="1437"/>
                  </a:lnTo>
                  <a:lnTo>
                    <a:pt x="1487" y="1430"/>
                  </a:lnTo>
                  <a:lnTo>
                    <a:pt x="1536" y="1399"/>
                  </a:lnTo>
                  <a:lnTo>
                    <a:pt x="1541" y="1397"/>
                  </a:lnTo>
                  <a:lnTo>
                    <a:pt x="1551" y="1390"/>
                  </a:lnTo>
                  <a:lnTo>
                    <a:pt x="1602" y="1342"/>
                  </a:lnTo>
                  <a:lnTo>
                    <a:pt x="1608" y="1337"/>
                  </a:lnTo>
                  <a:lnTo>
                    <a:pt x="1610" y="1331"/>
                  </a:lnTo>
                  <a:lnTo>
                    <a:pt x="1610" y="1315"/>
                  </a:lnTo>
                  <a:lnTo>
                    <a:pt x="1609" y="1302"/>
                  </a:lnTo>
                  <a:lnTo>
                    <a:pt x="1602" y="1282"/>
                  </a:lnTo>
                  <a:lnTo>
                    <a:pt x="1588" y="1268"/>
                  </a:lnTo>
                  <a:lnTo>
                    <a:pt x="1609" y="1251"/>
                  </a:lnTo>
                  <a:lnTo>
                    <a:pt x="1818" y="1218"/>
                  </a:lnTo>
                  <a:lnTo>
                    <a:pt x="1840" y="1215"/>
                  </a:lnTo>
                  <a:lnTo>
                    <a:pt x="1867" y="1218"/>
                  </a:lnTo>
                  <a:lnTo>
                    <a:pt x="2059" y="1240"/>
                  </a:lnTo>
                  <a:lnTo>
                    <a:pt x="2068" y="1241"/>
                  </a:lnTo>
                  <a:lnTo>
                    <a:pt x="2077" y="1244"/>
                  </a:lnTo>
                  <a:lnTo>
                    <a:pt x="2143" y="1255"/>
                  </a:lnTo>
                  <a:lnTo>
                    <a:pt x="2164" y="1251"/>
                  </a:lnTo>
                  <a:lnTo>
                    <a:pt x="2187" y="1244"/>
                  </a:lnTo>
                  <a:lnTo>
                    <a:pt x="2210" y="1241"/>
                  </a:lnTo>
                  <a:lnTo>
                    <a:pt x="2224" y="1242"/>
                  </a:lnTo>
                  <a:lnTo>
                    <a:pt x="2233" y="1241"/>
                  </a:lnTo>
                  <a:lnTo>
                    <a:pt x="2237" y="1233"/>
                  </a:lnTo>
                  <a:lnTo>
                    <a:pt x="2214" y="1172"/>
                  </a:lnTo>
                  <a:lnTo>
                    <a:pt x="2190" y="1136"/>
                  </a:lnTo>
                  <a:lnTo>
                    <a:pt x="2370" y="1016"/>
                  </a:lnTo>
                  <a:lnTo>
                    <a:pt x="2404" y="997"/>
                  </a:lnTo>
                  <a:lnTo>
                    <a:pt x="2704" y="830"/>
                  </a:lnTo>
                  <a:lnTo>
                    <a:pt x="2765" y="796"/>
                  </a:lnTo>
                  <a:lnTo>
                    <a:pt x="2774" y="791"/>
                  </a:lnTo>
                  <a:lnTo>
                    <a:pt x="2826" y="779"/>
                  </a:lnTo>
                  <a:lnTo>
                    <a:pt x="2840" y="775"/>
                  </a:lnTo>
                  <a:lnTo>
                    <a:pt x="3287" y="764"/>
                  </a:lnTo>
                  <a:lnTo>
                    <a:pt x="3699" y="758"/>
                  </a:lnTo>
                  <a:lnTo>
                    <a:pt x="3770" y="761"/>
                  </a:lnTo>
                  <a:lnTo>
                    <a:pt x="3862" y="748"/>
                  </a:lnTo>
                  <a:lnTo>
                    <a:pt x="3874" y="743"/>
                  </a:lnTo>
                  <a:lnTo>
                    <a:pt x="3892" y="728"/>
                  </a:lnTo>
                  <a:lnTo>
                    <a:pt x="4139" y="481"/>
                  </a:lnTo>
                  <a:lnTo>
                    <a:pt x="4145" y="475"/>
                  </a:lnTo>
                  <a:lnTo>
                    <a:pt x="4148" y="470"/>
                  </a:lnTo>
                  <a:lnTo>
                    <a:pt x="4148" y="463"/>
                  </a:lnTo>
                  <a:lnTo>
                    <a:pt x="4148" y="456"/>
                  </a:lnTo>
                  <a:lnTo>
                    <a:pt x="4146" y="450"/>
                  </a:lnTo>
                  <a:lnTo>
                    <a:pt x="4142" y="443"/>
                  </a:lnTo>
                  <a:lnTo>
                    <a:pt x="4078" y="361"/>
                  </a:lnTo>
                  <a:lnTo>
                    <a:pt x="4073" y="358"/>
                  </a:lnTo>
                  <a:lnTo>
                    <a:pt x="4067" y="357"/>
                  </a:lnTo>
                  <a:lnTo>
                    <a:pt x="4055" y="355"/>
                  </a:lnTo>
                  <a:lnTo>
                    <a:pt x="4036" y="353"/>
                  </a:lnTo>
                  <a:lnTo>
                    <a:pt x="4013" y="348"/>
                  </a:lnTo>
                  <a:lnTo>
                    <a:pt x="3997" y="338"/>
                  </a:lnTo>
                  <a:lnTo>
                    <a:pt x="3908" y="251"/>
                  </a:lnTo>
                  <a:lnTo>
                    <a:pt x="3915" y="227"/>
                  </a:lnTo>
                  <a:lnTo>
                    <a:pt x="3946" y="200"/>
                  </a:lnTo>
                  <a:lnTo>
                    <a:pt x="3966" y="182"/>
                  </a:lnTo>
                  <a:lnTo>
                    <a:pt x="3994" y="167"/>
                  </a:lnTo>
                  <a:lnTo>
                    <a:pt x="4017" y="157"/>
                  </a:lnTo>
                  <a:lnTo>
                    <a:pt x="4028" y="151"/>
                  </a:lnTo>
                  <a:lnTo>
                    <a:pt x="4079" y="126"/>
                  </a:lnTo>
                  <a:lnTo>
                    <a:pt x="4107" y="112"/>
                  </a:lnTo>
                  <a:lnTo>
                    <a:pt x="4136" y="106"/>
                  </a:lnTo>
                  <a:lnTo>
                    <a:pt x="4170" y="97"/>
                  </a:lnTo>
                  <a:lnTo>
                    <a:pt x="4190" y="91"/>
                  </a:lnTo>
                  <a:lnTo>
                    <a:pt x="4203" y="88"/>
                  </a:lnTo>
                  <a:lnTo>
                    <a:pt x="4211" y="87"/>
                  </a:lnTo>
                  <a:lnTo>
                    <a:pt x="4258" y="63"/>
                  </a:lnTo>
                  <a:lnTo>
                    <a:pt x="4278" y="53"/>
                  </a:lnTo>
                  <a:lnTo>
                    <a:pt x="4290" y="44"/>
                  </a:lnTo>
                  <a:lnTo>
                    <a:pt x="4327" y="24"/>
                  </a:lnTo>
                  <a:lnTo>
                    <a:pt x="4399" y="19"/>
                  </a:lnTo>
                  <a:lnTo>
                    <a:pt x="4423" y="29"/>
                  </a:lnTo>
                  <a:lnTo>
                    <a:pt x="4432" y="33"/>
                  </a:lnTo>
                  <a:lnTo>
                    <a:pt x="4464" y="33"/>
                  </a:lnTo>
                  <a:lnTo>
                    <a:pt x="4488" y="28"/>
                  </a:lnTo>
                  <a:lnTo>
                    <a:pt x="4494" y="28"/>
                  </a:lnTo>
                  <a:lnTo>
                    <a:pt x="4501" y="27"/>
                  </a:lnTo>
                  <a:lnTo>
                    <a:pt x="4508" y="23"/>
                  </a:lnTo>
                  <a:lnTo>
                    <a:pt x="4534" y="18"/>
                  </a:lnTo>
                  <a:lnTo>
                    <a:pt x="4552" y="17"/>
                  </a:lnTo>
                  <a:lnTo>
                    <a:pt x="4563" y="16"/>
                  </a:lnTo>
                  <a:lnTo>
                    <a:pt x="4579" y="9"/>
                  </a:lnTo>
                  <a:lnTo>
                    <a:pt x="4619" y="0"/>
                  </a:lnTo>
                  <a:lnTo>
                    <a:pt x="4644" y="6"/>
                  </a:lnTo>
                  <a:lnTo>
                    <a:pt x="4756" y="35"/>
                  </a:lnTo>
                  <a:lnTo>
                    <a:pt x="4761" y="39"/>
                  </a:lnTo>
                  <a:lnTo>
                    <a:pt x="4763" y="4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l1031"/>
            <p:cNvSpPr/>
            <p:nvPr/>
          </p:nvSpPr>
          <p:spPr>
            <a:xfrm>
              <a:off x="4385776" y="5857798"/>
              <a:ext cx="1304" cy="1267"/>
            </a:xfrm>
            <a:custGeom>
              <a:avLst/>
              <a:pathLst>
                <a:path w="1304" h="1267">
                  <a:moveTo>
                    <a:pt x="860" y="15"/>
                  </a:moveTo>
                  <a:lnTo>
                    <a:pt x="1172" y="433"/>
                  </a:lnTo>
                  <a:lnTo>
                    <a:pt x="1212" y="532"/>
                  </a:lnTo>
                  <a:lnTo>
                    <a:pt x="1219" y="545"/>
                  </a:lnTo>
                  <a:lnTo>
                    <a:pt x="1224" y="557"/>
                  </a:lnTo>
                  <a:lnTo>
                    <a:pt x="1228" y="573"/>
                  </a:lnTo>
                  <a:lnTo>
                    <a:pt x="1304" y="877"/>
                  </a:lnTo>
                  <a:lnTo>
                    <a:pt x="1291" y="929"/>
                  </a:lnTo>
                  <a:lnTo>
                    <a:pt x="1274" y="986"/>
                  </a:lnTo>
                  <a:lnTo>
                    <a:pt x="1212" y="1168"/>
                  </a:lnTo>
                  <a:lnTo>
                    <a:pt x="1125" y="1261"/>
                  </a:lnTo>
                  <a:lnTo>
                    <a:pt x="1120" y="1267"/>
                  </a:lnTo>
                  <a:lnTo>
                    <a:pt x="1104" y="1266"/>
                  </a:lnTo>
                  <a:lnTo>
                    <a:pt x="1075" y="1266"/>
                  </a:lnTo>
                  <a:lnTo>
                    <a:pt x="1057" y="1263"/>
                  </a:lnTo>
                  <a:lnTo>
                    <a:pt x="1051" y="1257"/>
                  </a:lnTo>
                  <a:lnTo>
                    <a:pt x="1047" y="1247"/>
                  </a:lnTo>
                  <a:lnTo>
                    <a:pt x="1042" y="1236"/>
                  </a:lnTo>
                  <a:lnTo>
                    <a:pt x="1006" y="1204"/>
                  </a:lnTo>
                  <a:lnTo>
                    <a:pt x="989" y="1180"/>
                  </a:lnTo>
                  <a:lnTo>
                    <a:pt x="981" y="1170"/>
                  </a:lnTo>
                  <a:lnTo>
                    <a:pt x="898" y="1061"/>
                  </a:lnTo>
                  <a:lnTo>
                    <a:pt x="893" y="1055"/>
                  </a:lnTo>
                  <a:lnTo>
                    <a:pt x="883" y="1051"/>
                  </a:lnTo>
                  <a:lnTo>
                    <a:pt x="876" y="1052"/>
                  </a:lnTo>
                  <a:lnTo>
                    <a:pt x="818" y="1056"/>
                  </a:lnTo>
                  <a:lnTo>
                    <a:pt x="799" y="1059"/>
                  </a:lnTo>
                  <a:lnTo>
                    <a:pt x="779" y="1073"/>
                  </a:lnTo>
                  <a:lnTo>
                    <a:pt x="768" y="1086"/>
                  </a:lnTo>
                  <a:lnTo>
                    <a:pt x="746" y="1122"/>
                  </a:lnTo>
                  <a:lnTo>
                    <a:pt x="741" y="1125"/>
                  </a:lnTo>
                  <a:lnTo>
                    <a:pt x="734" y="1125"/>
                  </a:lnTo>
                  <a:lnTo>
                    <a:pt x="731" y="1119"/>
                  </a:lnTo>
                  <a:lnTo>
                    <a:pt x="730" y="1110"/>
                  </a:lnTo>
                  <a:lnTo>
                    <a:pt x="727" y="1104"/>
                  </a:lnTo>
                  <a:lnTo>
                    <a:pt x="722" y="1101"/>
                  </a:lnTo>
                  <a:lnTo>
                    <a:pt x="699" y="1085"/>
                  </a:lnTo>
                  <a:lnTo>
                    <a:pt x="690" y="1080"/>
                  </a:lnTo>
                  <a:lnTo>
                    <a:pt x="685" y="1076"/>
                  </a:lnTo>
                  <a:lnTo>
                    <a:pt x="674" y="1063"/>
                  </a:lnTo>
                  <a:lnTo>
                    <a:pt x="310" y="993"/>
                  </a:lnTo>
                  <a:lnTo>
                    <a:pt x="294" y="988"/>
                  </a:lnTo>
                  <a:lnTo>
                    <a:pt x="276" y="974"/>
                  </a:lnTo>
                  <a:lnTo>
                    <a:pt x="161" y="910"/>
                  </a:lnTo>
                  <a:lnTo>
                    <a:pt x="133" y="895"/>
                  </a:lnTo>
                  <a:lnTo>
                    <a:pt x="121" y="870"/>
                  </a:lnTo>
                  <a:lnTo>
                    <a:pt x="113" y="849"/>
                  </a:lnTo>
                  <a:lnTo>
                    <a:pt x="110" y="834"/>
                  </a:lnTo>
                  <a:lnTo>
                    <a:pt x="98" y="811"/>
                  </a:lnTo>
                  <a:lnTo>
                    <a:pt x="66" y="773"/>
                  </a:lnTo>
                  <a:lnTo>
                    <a:pt x="29" y="739"/>
                  </a:lnTo>
                  <a:lnTo>
                    <a:pt x="13" y="718"/>
                  </a:lnTo>
                  <a:lnTo>
                    <a:pt x="0" y="678"/>
                  </a:lnTo>
                  <a:lnTo>
                    <a:pt x="0" y="657"/>
                  </a:lnTo>
                  <a:lnTo>
                    <a:pt x="6" y="468"/>
                  </a:lnTo>
                  <a:lnTo>
                    <a:pt x="81" y="396"/>
                  </a:lnTo>
                  <a:lnTo>
                    <a:pt x="90" y="401"/>
                  </a:lnTo>
                  <a:lnTo>
                    <a:pt x="124" y="419"/>
                  </a:lnTo>
                  <a:lnTo>
                    <a:pt x="150" y="428"/>
                  </a:lnTo>
                  <a:lnTo>
                    <a:pt x="287" y="402"/>
                  </a:lnTo>
                  <a:lnTo>
                    <a:pt x="294" y="401"/>
                  </a:lnTo>
                  <a:lnTo>
                    <a:pt x="312" y="366"/>
                  </a:lnTo>
                  <a:lnTo>
                    <a:pt x="353" y="286"/>
                  </a:lnTo>
                  <a:lnTo>
                    <a:pt x="367" y="225"/>
                  </a:lnTo>
                  <a:lnTo>
                    <a:pt x="388" y="199"/>
                  </a:lnTo>
                  <a:lnTo>
                    <a:pt x="400" y="181"/>
                  </a:lnTo>
                  <a:lnTo>
                    <a:pt x="401" y="171"/>
                  </a:lnTo>
                  <a:lnTo>
                    <a:pt x="402" y="160"/>
                  </a:lnTo>
                  <a:lnTo>
                    <a:pt x="405" y="152"/>
                  </a:lnTo>
                  <a:lnTo>
                    <a:pt x="430" y="125"/>
                  </a:lnTo>
                  <a:lnTo>
                    <a:pt x="452" y="113"/>
                  </a:lnTo>
                  <a:lnTo>
                    <a:pt x="490" y="87"/>
                  </a:lnTo>
                  <a:lnTo>
                    <a:pt x="582" y="53"/>
                  </a:lnTo>
                  <a:lnTo>
                    <a:pt x="593" y="53"/>
                  </a:lnTo>
                  <a:lnTo>
                    <a:pt x="607" y="56"/>
                  </a:lnTo>
                  <a:lnTo>
                    <a:pt x="615" y="69"/>
                  </a:lnTo>
                  <a:lnTo>
                    <a:pt x="617" y="82"/>
                  </a:lnTo>
                  <a:lnTo>
                    <a:pt x="623" y="109"/>
                  </a:lnTo>
                  <a:lnTo>
                    <a:pt x="657" y="131"/>
                  </a:lnTo>
                  <a:lnTo>
                    <a:pt x="665" y="128"/>
                  </a:lnTo>
                  <a:lnTo>
                    <a:pt x="682" y="118"/>
                  </a:lnTo>
                  <a:lnTo>
                    <a:pt x="696" y="109"/>
                  </a:lnTo>
                  <a:lnTo>
                    <a:pt x="739" y="49"/>
                  </a:lnTo>
                  <a:lnTo>
                    <a:pt x="750" y="48"/>
                  </a:lnTo>
                  <a:lnTo>
                    <a:pt x="761" y="46"/>
                  </a:lnTo>
                  <a:lnTo>
                    <a:pt x="773" y="41"/>
                  </a:lnTo>
                  <a:lnTo>
                    <a:pt x="785" y="31"/>
                  </a:lnTo>
                  <a:lnTo>
                    <a:pt x="804" y="7"/>
                  </a:lnTo>
                  <a:lnTo>
                    <a:pt x="812" y="1"/>
                  </a:lnTo>
                  <a:lnTo>
                    <a:pt x="824" y="0"/>
                  </a:lnTo>
                  <a:lnTo>
                    <a:pt x="860" y="1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l1032"/>
            <p:cNvSpPr/>
            <p:nvPr/>
          </p:nvSpPr>
          <p:spPr>
            <a:xfrm>
              <a:off x="4379080" y="5856996"/>
              <a:ext cx="770" cy="802"/>
            </a:xfrm>
            <a:custGeom>
              <a:avLst/>
              <a:pathLst>
                <a:path w="770" h="802">
                  <a:moveTo>
                    <a:pt x="352" y="802"/>
                  </a:moveTo>
                  <a:lnTo>
                    <a:pt x="308" y="799"/>
                  </a:lnTo>
                  <a:lnTo>
                    <a:pt x="51" y="740"/>
                  </a:lnTo>
                  <a:lnTo>
                    <a:pt x="33" y="732"/>
                  </a:lnTo>
                  <a:lnTo>
                    <a:pt x="12" y="713"/>
                  </a:lnTo>
                  <a:lnTo>
                    <a:pt x="0" y="651"/>
                  </a:lnTo>
                  <a:lnTo>
                    <a:pt x="172" y="143"/>
                  </a:lnTo>
                  <a:lnTo>
                    <a:pt x="334" y="52"/>
                  </a:lnTo>
                  <a:lnTo>
                    <a:pt x="349" y="36"/>
                  </a:lnTo>
                  <a:lnTo>
                    <a:pt x="399" y="16"/>
                  </a:lnTo>
                  <a:lnTo>
                    <a:pt x="456" y="2"/>
                  </a:lnTo>
                  <a:lnTo>
                    <a:pt x="475" y="0"/>
                  </a:lnTo>
                  <a:lnTo>
                    <a:pt x="623" y="70"/>
                  </a:lnTo>
                  <a:lnTo>
                    <a:pt x="678" y="156"/>
                  </a:lnTo>
                  <a:lnTo>
                    <a:pt x="770" y="320"/>
                  </a:lnTo>
                  <a:lnTo>
                    <a:pt x="752" y="438"/>
                  </a:lnTo>
                  <a:lnTo>
                    <a:pt x="659" y="605"/>
                  </a:lnTo>
                  <a:lnTo>
                    <a:pt x="631" y="631"/>
                  </a:lnTo>
                  <a:lnTo>
                    <a:pt x="462" y="757"/>
                  </a:lnTo>
                  <a:lnTo>
                    <a:pt x="434" y="775"/>
                  </a:lnTo>
                  <a:lnTo>
                    <a:pt x="352" y="80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l1033"/>
            <p:cNvSpPr/>
            <p:nvPr/>
          </p:nvSpPr>
          <p:spPr>
            <a:xfrm>
              <a:off x="4370583" y="5855996"/>
              <a:ext cx="617" cy="459"/>
            </a:xfrm>
            <a:custGeom>
              <a:avLst/>
              <a:pathLst>
                <a:path w="617" h="459">
                  <a:moveTo>
                    <a:pt x="589" y="32"/>
                  </a:moveTo>
                  <a:lnTo>
                    <a:pt x="617" y="168"/>
                  </a:lnTo>
                  <a:lnTo>
                    <a:pt x="404" y="357"/>
                  </a:lnTo>
                  <a:lnTo>
                    <a:pt x="291" y="431"/>
                  </a:lnTo>
                  <a:lnTo>
                    <a:pt x="261" y="442"/>
                  </a:lnTo>
                  <a:lnTo>
                    <a:pt x="197" y="451"/>
                  </a:lnTo>
                  <a:lnTo>
                    <a:pt x="126" y="459"/>
                  </a:lnTo>
                  <a:lnTo>
                    <a:pt x="117" y="459"/>
                  </a:lnTo>
                  <a:lnTo>
                    <a:pt x="20" y="433"/>
                  </a:lnTo>
                  <a:lnTo>
                    <a:pt x="0" y="390"/>
                  </a:lnTo>
                  <a:lnTo>
                    <a:pt x="15" y="83"/>
                  </a:lnTo>
                  <a:lnTo>
                    <a:pt x="19" y="62"/>
                  </a:lnTo>
                  <a:lnTo>
                    <a:pt x="39" y="37"/>
                  </a:lnTo>
                  <a:lnTo>
                    <a:pt x="67" y="29"/>
                  </a:lnTo>
                  <a:lnTo>
                    <a:pt x="181" y="15"/>
                  </a:lnTo>
                  <a:lnTo>
                    <a:pt x="328" y="0"/>
                  </a:lnTo>
                  <a:lnTo>
                    <a:pt x="367" y="3"/>
                  </a:lnTo>
                  <a:lnTo>
                    <a:pt x="380" y="13"/>
                  </a:lnTo>
                  <a:lnTo>
                    <a:pt x="383" y="41"/>
                  </a:lnTo>
                  <a:lnTo>
                    <a:pt x="377" y="70"/>
                  </a:lnTo>
                  <a:lnTo>
                    <a:pt x="387" y="87"/>
                  </a:lnTo>
                  <a:lnTo>
                    <a:pt x="401" y="95"/>
                  </a:lnTo>
                  <a:lnTo>
                    <a:pt x="477" y="93"/>
                  </a:lnTo>
                  <a:lnTo>
                    <a:pt x="544" y="36"/>
                  </a:lnTo>
                  <a:lnTo>
                    <a:pt x="575" y="2"/>
                  </a:lnTo>
                  <a:lnTo>
                    <a:pt x="589" y="3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l1034"/>
            <p:cNvSpPr/>
            <p:nvPr/>
          </p:nvSpPr>
          <p:spPr>
            <a:xfrm>
              <a:off x="4362866" y="5854939"/>
              <a:ext cx="2781" cy="3016"/>
            </a:xfrm>
            <a:custGeom>
              <a:avLst/>
              <a:pathLst>
                <a:path w="2781" h="3016">
                  <a:moveTo>
                    <a:pt x="2269" y="42"/>
                  </a:moveTo>
                  <a:lnTo>
                    <a:pt x="2607" y="1072"/>
                  </a:lnTo>
                  <a:lnTo>
                    <a:pt x="2781" y="1622"/>
                  </a:lnTo>
                  <a:lnTo>
                    <a:pt x="2780" y="1647"/>
                  </a:lnTo>
                  <a:lnTo>
                    <a:pt x="2764" y="1673"/>
                  </a:lnTo>
                  <a:lnTo>
                    <a:pt x="2659" y="1715"/>
                  </a:lnTo>
                  <a:lnTo>
                    <a:pt x="2635" y="1717"/>
                  </a:lnTo>
                  <a:lnTo>
                    <a:pt x="2607" y="1698"/>
                  </a:lnTo>
                  <a:lnTo>
                    <a:pt x="2426" y="1132"/>
                  </a:lnTo>
                  <a:lnTo>
                    <a:pt x="2370" y="996"/>
                  </a:lnTo>
                  <a:lnTo>
                    <a:pt x="2000" y="735"/>
                  </a:lnTo>
                  <a:lnTo>
                    <a:pt x="1794" y="1213"/>
                  </a:lnTo>
                  <a:lnTo>
                    <a:pt x="1802" y="1358"/>
                  </a:lnTo>
                  <a:lnTo>
                    <a:pt x="1940" y="1641"/>
                  </a:lnTo>
                  <a:lnTo>
                    <a:pt x="2180" y="1692"/>
                  </a:lnTo>
                  <a:lnTo>
                    <a:pt x="2219" y="1637"/>
                  </a:lnTo>
                  <a:lnTo>
                    <a:pt x="2359" y="1638"/>
                  </a:lnTo>
                  <a:lnTo>
                    <a:pt x="2426" y="1687"/>
                  </a:lnTo>
                  <a:lnTo>
                    <a:pt x="2511" y="1873"/>
                  </a:lnTo>
                  <a:lnTo>
                    <a:pt x="2511" y="1972"/>
                  </a:lnTo>
                  <a:lnTo>
                    <a:pt x="2375" y="2092"/>
                  </a:lnTo>
                  <a:lnTo>
                    <a:pt x="1925" y="2290"/>
                  </a:lnTo>
                  <a:lnTo>
                    <a:pt x="1828" y="2272"/>
                  </a:lnTo>
                  <a:lnTo>
                    <a:pt x="1707" y="2191"/>
                  </a:lnTo>
                  <a:lnTo>
                    <a:pt x="1667" y="2195"/>
                  </a:lnTo>
                  <a:lnTo>
                    <a:pt x="1638" y="2212"/>
                  </a:lnTo>
                  <a:lnTo>
                    <a:pt x="1580" y="2273"/>
                  </a:lnTo>
                  <a:lnTo>
                    <a:pt x="1527" y="2357"/>
                  </a:lnTo>
                  <a:lnTo>
                    <a:pt x="1486" y="2438"/>
                  </a:lnTo>
                  <a:lnTo>
                    <a:pt x="1439" y="2578"/>
                  </a:lnTo>
                  <a:lnTo>
                    <a:pt x="1453" y="2661"/>
                  </a:lnTo>
                  <a:lnTo>
                    <a:pt x="1619" y="2702"/>
                  </a:lnTo>
                  <a:lnTo>
                    <a:pt x="1632" y="2723"/>
                  </a:lnTo>
                  <a:lnTo>
                    <a:pt x="1636" y="2809"/>
                  </a:lnTo>
                  <a:lnTo>
                    <a:pt x="1465" y="2898"/>
                  </a:lnTo>
                  <a:lnTo>
                    <a:pt x="1205" y="2896"/>
                  </a:lnTo>
                  <a:lnTo>
                    <a:pt x="1048" y="2846"/>
                  </a:lnTo>
                  <a:lnTo>
                    <a:pt x="807" y="3016"/>
                  </a:lnTo>
                  <a:lnTo>
                    <a:pt x="719" y="3014"/>
                  </a:lnTo>
                  <a:lnTo>
                    <a:pt x="501" y="2892"/>
                  </a:lnTo>
                  <a:lnTo>
                    <a:pt x="490" y="2630"/>
                  </a:lnTo>
                  <a:lnTo>
                    <a:pt x="565" y="2332"/>
                  </a:lnTo>
                  <a:lnTo>
                    <a:pt x="587" y="1345"/>
                  </a:lnTo>
                  <a:lnTo>
                    <a:pt x="580" y="1146"/>
                  </a:lnTo>
                  <a:lnTo>
                    <a:pt x="329" y="788"/>
                  </a:lnTo>
                  <a:lnTo>
                    <a:pt x="129" y="611"/>
                  </a:lnTo>
                  <a:lnTo>
                    <a:pt x="105" y="575"/>
                  </a:lnTo>
                  <a:lnTo>
                    <a:pt x="23" y="316"/>
                  </a:lnTo>
                  <a:lnTo>
                    <a:pt x="0" y="185"/>
                  </a:lnTo>
                  <a:lnTo>
                    <a:pt x="189" y="95"/>
                  </a:lnTo>
                  <a:lnTo>
                    <a:pt x="605" y="0"/>
                  </a:lnTo>
                  <a:lnTo>
                    <a:pt x="1338" y="53"/>
                  </a:lnTo>
                  <a:lnTo>
                    <a:pt x="1586" y="80"/>
                  </a:lnTo>
                  <a:lnTo>
                    <a:pt x="1867" y="235"/>
                  </a:lnTo>
                  <a:lnTo>
                    <a:pt x="2154" y="132"/>
                  </a:lnTo>
                  <a:lnTo>
                    <a:pt x="2142" y="81"/>
                  </a:lnTo>
                  <a:lnTo>
                    <a:pt x="2162" y="36"/>
                  </a:lnTo>
                  <a:lnTo>
                    <a:pt x="2226" y="15"/>
                  </a:lnTo>
                  <a:lnTo>
                    <a:pt x="2251" y="24"/>
                  </a:lnTo>
                  <a:lnTo>
                    <a:pt x="2269" y="4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l1035"/>
            <p:cNvSpPr/>
            <p:nvPr/>
          </p:nvSpPr>
          <p:spPr>
            <a:xfrm>
              <a:off x="4375754" y="5855310"/>
              <a:ext cx="1025" cy="2046"/>
            </a:xfrm>
            <a:custGeom>
              <a:avLst/>
              <a:pathLst>
                <a:path w="1025" h="2046">
                  <a:moveTo>
                    <a:pt x="508" y="563"/>
                  </a:moveTo>
                  <a:lnTo>
                    <a:pt x="537" y="596"/>
                  </a:lnTo>
                  <a:lnTo>
                    <a:pt x="635" y="604"/>
                  </a:lnTo>
                  <a:lnTo>
                    <a:pt x="912" y="868"/>
                  </a:lnTo>
                  <a:lnTo>
                    <a:pt x="922" y="878"/>
                  </a:lnTo>
                  <a:lnTo>
                    <a:pt x="970" y="1000"/>
                  </a:lnTo>
                  <a:lnTo>
                    <a:pt x="1025" y="1224"/>
                  </a:lnTo>
                  <a:lnTo>
                    <a:pt x="989" y="1385"/>
                  </a:lnTo>
                  <a:lnTo>
                    <a:pt x="831" y="1556"/>
                  </a:lnTo>
                  <a:lnTo>
                    <a:pt x="775" y="1622"/>
                  </a:lnTo>
                  <a:lnTo>
                    <a:pt x="680" y="1779"/>
                  </a:lnTo>
                  <a:lnTo>
                    <a:pt x="633" y="1862"/>
                  </a:lnTo>
                  <a:lnTo>
                    <a:pt x="610" y="1991"/>
                  </a:lnTo>
                  <a:lnTo>
                    <a:pt x="574" y="2040"/>
                  </a:lnTo>
                  <a:lnTo>
                    <a:pt x="560" y="2046"/>
                  </a:lnTo>
                  <a:lnTo>
                    <a:pt x="270" y="1945"/>
                  </a:lnTo>
                  <a:lnTo>
                    <a:pt x="207" y="1882"/>
                  </a:lnTo>
                  <a:lnTo>
                    <a:pt x="189" y="1823"/>
                  </a:lnTo>
                  <a:lnTo>
                    <a:pt x="188" y="1793"/>
                  </a:lnTo>
                  <a:lnTo>
                    <a:pt x="163" y="1657"/>
                  </a:lnTo>
                  <a:lnTo>
                    <a:pt x="139" y="1531"/>
                  </a:lnTo>
                  <a:lnTo>
                    <a:pt x="128" y="1483"/>
                  </a:lnTo>
                  <a:lnTo>
                    <a:pt x="95" y="1426"/>
                  </a:lnTo>
                  <a:lnTo>
                    <a:pt x="71" y="1433"/>
                  </a:lnTo>
                  <a:lnTo>
                    <a:pt x="33" y="1478"/>
                  </a:lnTo>
                  <a:lnTo>
                    <a:pt x="8" y="1473"/>
                  </a:lnTo>
                  <a:lnTo>
                    <a:pt x="0" y="1450"/>
                  </a:lnTo>
                  <a:lnTo>
                    <a:pt x="20" y="1328"/>
                  </a:lnTo>
                  <a:lnTo>
                    <a:pt x="80" y="1235"/>
                  </a:lnTo>
                  <a:lnTo>
                    <a:pt x="302" y="1085"/>
                  </a:lnTo>
                  <a:lnTo>
                    <a:pt x="317" y="641"/>
                  </a:lnTo>
                  <a:lnTo>
                    <a:pt x="302" y="558"/>
                  </a:lnTo>
                  <a:lnTo>
                    <a:pt x="291" y="507"/>
                  </a:lnTo>
                  <a:lnTo>
                    <a:pt x="257" y="443"/>
                  </a:lnTo>
                  <a:lnTo>
                    <a:pt x="145" y="219"/>
                  </a:lnTo>
                  <a:lnTo>
                    <a:pt x="122" y="140"/>
                  </a:lnTo>
                  <a:lnTo>
                    <a:pt x="189" y="61"/>
                  </a:lnTo>
                  <a:lnTo>
                    <a:pt x="478" y="6"/>
                  </a:lnTo>
                  <a:lnTo>
                    <a:pt x="534" y="0"/>
                  </a:lnTo>
                  <a:lnTo>
                    <a:pt x="554" y="22"/>
                  </a:lnTo>
                  <a:lnTo>
                    <a:pt x="556" y="36"/>
                  </a:lnTo>
                  <a:lnTo>
                    <a:pt x="545" y="90"/>
                  </a:lnTo>
                  <a:lnTo>
                    <a:pt x="540" y="134"/>
                  </a:lnTo>
                  <a:lnTo>
                    <a:pt x="509" y="432"/>
                  </a:lnTo>
                  <a:lnTo>
                    <a:pt x="508" y="56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l1036"/>
            <p:cNvSpPr/>
            <p:nvPr/>
          </p:nvSpPr>
          <p:spPr>
            <a:xfrm>
              <a:off x="4374952" y="5854290"/>
              <a:ext cx="808" cy="952"/>
            </a:xfrm>
            <a:custGeom>
              <a:avLst/>
              <a:pathLst>
                <a:path w="808" h="952">
                  <a:moveTo>
                    <a:pt x="321" y="0"/>
                  </a:moveTo>
                  <a:lnTo>
                    <a:pt x="339" y="5"/>
                  </a:lnTo>
                  <a:lnTo>
                    <a:pt x="374" y="6"/>
                  </a:lnTo>
                  <a:lnTo>
                    <a:pt x="392" y="22"/>
                  </a:lnTo>
                  <a:lnTo>
                    <a:pt x="406" y="90"/>
                  </a:lnTo>
                  <a:lnTo>
                    <a:pt x="398" y="178"/>
                  </a:lnTo>
                  <a:lnTo>
                    <a:pt x="349" y="240"/>
                  </a:lnTo>
                  <a:lnTo>
                    <a:pt x="344" y="258"/>
                  </a:lnTo>
                  <a:lnTo>
                    <a:pt x="344" y="276"/>
                  </a:lnTo>
                  <a:lnTo>
                    <a:pt x="363" y="409"/>
                  </a:lnTo>
                  <a:lnTo>
                    <a:pt x="392" y="431"/>
                  </a:lnTo>
                  <a:lnTo>
                    <a:pt x="438" y="413"/>
                  </a:lnTo>
                  <a:lnTo>
                    <a:pt x="503" y="344"/>
                  </a:lnTo>
                  <a:lnTo>
                    <a:pt x="796" y="769"/>
                  </a:lnTo>
                  <a:lnTo>
                    <a:pt x="808" y="792"/>
                  </a:lnTo>
                  <a:lnTo>
                    <a:pt x="764" y="882"/>
                  </a:lnTo>
                  <a:lnTo>
                    <a:pt x="721" y="952"/>
                  </a:lnTo>
                  <a:lnTo>
                    <a:pt x="437" y="804"/>
                  </a:lnTo>
                  <a:lnTo>
                    <a:pt x="199" y="673"/>
                  </a:lnTo>
                  <a:lnTo>
                    <a:pt x="40" y="584"/>
                  </a:lnTo>
                  <a:lnTo>
                    <a:pt x="33" y="577"/>
                  </a:lnTo>
                  <a:lnTo>
                    <a:pt x="3" y="504"/>
                  </a:lnTo>
                  <a:lnTo>
                    <a:pt x="0" y="492"/>
                  </a:lnTo>
                  <a:lnTo>
                    <a:pt x="81" y="81"/>
                  </a:lnTo>
                  <a:lnTo>
                    <a:pt x="103" y="64"/>
                  </a:lnTo>
                  <a:lnTo>
                    <a:pt x="321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l1037"/>
            <p:cNvSpPr/>
            <p:nvPr/>
          </p:nvSpPr>
          <p:spPr>
            <a:xfrm>
              <a:off x="4364081" y="5853166"/>
              <a:ext cx="268" cy="508"/>
            </a:xfrm>
            <a:custGeom>
              <a:avLst/>
              <a:pathLst>
                <a:path w="268" h="508">
                  <a:moveTo>
                    <a:pt x="259" y="488"/>
                  </a:moveTo>
                  <a:lnTo>
                    <a:pt x="243" y="501"/>
                  </a:lnTo>
                  <a:lnTo>
                    <a:pt x="231" y="508"/>
                  </a:lnTo>
                  <a:lnTo>
                    <a:pt x="223" y="508"/>
                  </a:lnTo>
                  <a:lnTo>
                    <a:pt x="211" y="508"/>
                  </a:lnTo>
                  <a:lnTo>
                    <a:pt x="180" y="506"/>
                  </a:lnTo>
                  <a:lnTo>
                    <a:pt x="136" y="498"/>
                  </a:lnTo>
                  <a:lnTo>
                    <a:pt x="112" y="490"/>
                  </a:lnTo>
                  <a:lnTo>
                    <a:pt x="89" y="481"/>
                  </a:lnTo>
                  <a:lnTo>
                    <a:pt x="77" y="480"/>
                  </a:lnTo>
                  <a:lnTo>
                    <a:pt x="62" y="470"/>
                  </a:lnTo>
                  <a:lnTo>
                    <a:pt x="40" y="464"/>
                  </a:lnTo>
                  <a:lnTo>
                    <a:pt x="26" y="455"/>
                  </a:lnTo>
                  <a:lnTo>
                    <a:pt x="0" y="434"/>
                  </a:lnTo>
                  <a:lnTo>
                    <a:pt x="0" y="428"/>
                  </a:lnTo>
                  <a:lnTo>
                    <a:pt x="5" y="426"/>
                  </a:lnTo>
                  <a:lnTo>
                    <a:pt x="23" y="426"/>
                  </a:lnTo>
                  <a:lnTo>
                    <a:pt x="30" y="419"/>
                  </a:lnTo>
                  <a:lnTo>
                    <a:pt x="34" y="403"/>
                  </a:lnTo>
                  <a:lnTo>
                    <a:pt x="26" y="395"/>
                  </a:lnTo>
                  <a:lnTo>
                    <a:pt x="20" y="391"/>
                  </a:lnTo>
                  <a:lnTo>
                    <a:pt x="17" y="385"/>
                  </a:lnTo>
                  <a:lnTo>
                    <a:pt x="12" y="297"/>
                  </a:lnTo>
                  <a:lnTo>
                    <a:pt x="8" y="188"/>
                  </a:lnTo>
                  <a:lnTo>
                    <a:pt x="12" y="174"/>
                  </a:lnTo>
                  <a:lnTo>
                    <a:pt x="16" y="163"/>
                  </a:lnTo>
                  <a:lnTo>
                    <a:pt x="19" y="155"/>
                  </a:lnTo>
                  <a:lnTo>
                    <a:pt x="21" y="147"/>
                  </a:lnTo>
                  <a:lnTo>
                    <a:pt x="27" y="128"/>
                  </a:lnTo>
                  <a:lnTo>
                    <a:pt x="33" y="100"/>
                  </a:lnTo>
                  <a:lnTo>
                    <a:pt x="32" y="83"/>
                  </a:lnTo>
                  <a:lnTo>
                    <a:pt x="25" y="74"/>
                  </a:lnTo>
                  <a:lnTo>
                    <a:pt x="18" y="62"/>
                  </a:lnTo>
                  <a:lnTo>
                    <a:pt x="10" y="45"/>
                  </a:lnTo>
                  <a:lnTo>
                    <a:pt x="10" y="24"/>
                  </a:lnTo>
                  <a:lnTo>
                    <a:pt x="11" y="15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30" y="9"/>
                  </a:lnTo>
                  <a:lnTo>
                    <a:pt x="41" y="18"/>
                  </a:lnTo>
                  <a:lnTo>
                    <a:pt x="51" y="26"/>
                  </a:lnTo>
                  <a:lnTo>
                    <a:pt x="79" y="50"/>
                  </a:lnTo>
                  <a:lnTo>
                    <a:pt x="107" y="81"/>
                  </a:lnTo>
                  <a:lnTo>
                    <a:pt x="126" y="94"/>
                  </a:lnTo>
                  <a:lnTo>
                    <a:pt x="147" y="110"/>
                  </a:lnTo>
                  <a:lnTo>
                    <a:pt x="154" y="121"/>
                  </a:lnTo>
                  <a:lnTo>
                    <a:pt x="168" y="130"/>
                  </a:lnTo>
                  <a:lnTo>
                    <a:pt x="175" y="138"/>
                  </a:lnTo>
                  <a:lnTo>
                    <a:pt x="186" y="148"/>
                  </a:lnTo>
                  <a:lnTo>
                    <a:pt x="198" y="158"/>
                  </a:lnTo>
                  <a:lnTo>
                    <a:pt x="208" y="175"/>
                  </a:lnTo>
                  <a:lnTo>
                    <a:pt x="225" y="184"/>
                  </a:lnTo>
                  <a:lnTo>
                    <a:pt x="235" y="193"/>
                  </a:lnTo>
                  <a:lnTo>
                    <a:pt x="246" y="204"/>
                  </a:lnTo>
                  <a:lnTo>
                    <a:pt x="249" y="210"/>
                  </a:lnTo>
                  <a:lnTo>
                    <a:pt x="256" y="223"/>
                  </a:lnTo>
                  <a:lnTo>
                    <a:pt x="258" y="237"/>
                  </a:lnTo>
                  <a:lnTo>
                    <a:pt x="258" y="257"/>
                  </a:lnTo>
                  <a:lnTo>
                    <a:pt x="252" y="270"/>
                  </a:lnTo>
                  <a:lnTo>
                    <a:pt x="251" y="283"/>
                  </a:lnTo>
                  <a:lnTo>
                    <a:pt x="255" y="315"/>
                  </a:lnTo>
                  <a:lnTo>
                    <a:pt x="257" y="327"/>
                  </a:lnTo>
                  <a:lnTo>
                    <a:pt x="258" y="333"/>
                  </a:lnTo>
                  <a:lnTo>
                    <a:pt x="259" y="349"/>
                  </a:lnTo>
                  <a:lnTo>
                    <a:pt x="261" y="355"/>
                  </a:lnTo>
                  <a:lnTo>
                    <a:pt x="265" y="366"/>
                  </a:lnTo>
                  <a:lnTo>
                    <a:pt x="268" y="389"/>
                  </a:lnTo>
                  <a:lnTo>
                    <a:pt x="266" y="446"/>
                  </a:lnTo>
                  <a:lnTo>
                    <a:pt x="259" y="48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l1038"/>
            <p:cNvSpPr/>
            <p:nvPr/>
          </p:nvSpPr>
          <p:spPr>
            <a:xfrm>
              <a:off x="4379883" y="5854713"/>
              <a:ext cx="884" cy="751"/>
            </a:xfrm>
            <a:custGeom>
              <a:avLst/>
              <a:pathLst>
                <a:path w="884" h="751">
                  <a:moveTo>
                    <a:pt x="774" y="457"/>
                  </a:moveTo>
                  <a:lnTo>
                    <a:pt x="788" y="536"/>
                  </a:lnTo>
                  <a:lnTo>
                    <a:pt x="787" y="568"/>
                  </a:lnTo>
                  <a:lnTo>
                    <a:pt x="774" y="574"/>
                  </a:lnTo>
                  <a:lnTo>
                    <a:pt x="517" y="608"/>
                  </a:lnTo>
                  <a:lnTo>
                    <a:pt x="310" y="672"/>
                  </a:lnTo>
                  <a:lnTo>
                    <a:pt x="289" y="705"/>
                  </a:lnTo>
                  <a:lnTo>
                    <a:pt x="249" y="739"/>
                  </a:lnTo>
                  <a:lnTo>
                    <a:pt x="190" y="751"/>
                  </a:lnTo>
                  <a:lnTo>
                    <a:pt x="86" y="664"/>
                  </a:lnTo>
                  <a:lnTo>
                    <a:pt x="41" y="626"/>
                  </a:lnTo>
                  <a:lnTo>
                    <a:pt x="12" y="589"/>
                  </a:lnTo>
                  <a:lnTo>
                    <a:pt x="0" y="556"/>
                  </a:lnTo>
                  <a:lnTo>
                    <a:pt x="8" y="497"/>
                  </a:lnTo>
                  <a:lnTo>
                    <a:pt x="27" y="470"/>
                  </a:lnTo>
                  <a:lnTo>
                    <a:pt x="85" y="413"/>
                  </a:lnTo>
                  <a:lnTo>
                    <a:pt x="144" y="370"/>
                  </a:lnTo>
                  <a:lnTo>
                    <a:pt x="248" y="353"/>
                  </a:lnTo>
                  <a:lnTo>
                    <a:pt x="287" y="383"/>
                  </a:lnTo>
                  <a:lnTo>
                    <a:pt x="318" y="422"/>
                  </a:lnTo>
                  <a:lnTo>
                    <a:pt x="354" y="417"/>
                  </a:lnTo>
                  <a:lnTo>
                    <a:pt x="470" y="337"/>
                  </a:lnTo>
                  <a:lnTo>
                    <a:pt x="540" y="255"/>
                  </a:lnTo>
                  <a:lnTo>
                    <a:pt x="545" y="233"/>
                  </a:lnTo>
                  <a:lnTo>
                    <a:pt x="475" y="151"/>
                  </a:lnTo>
                  <a:lnTo>
                    <a:pt x="480" y="121"/>
                  </a:lnTo>
                  <a:lnTo>
                    <a:pt x="491" y="50"/>
                  </a:lnTo>
                  <a:lnTo>
                    <a:pt x="518" y="21"/>
                  </a:lnTo>
                  <a:lnTo>
                    <a:pt x="569" y="7"/>
                  </a:lnTo>
                  <a:lnTo>
                    <a:pt x="600" y="0"/>
                  </a:lnTo>
                  <a:lnTo>
                    <a:pt x="764" y="27"/>
                  </a:lnTo>
                  <a:lnTo>
                    <a:pt x="793" y="45"/>
                  </a:lnTo>
                  <a:lnTo>
                    <a:pt x="856" y="85"/>
                  </a:lnTo>
                  <a:lnTo>
                    <a:pt x="875" y="102"/>
                  </a:lnTo>
                  <a:lnTo>
                    <a:pt x="881" y="112"/>
                  </a:lnTo>
                  <a:lnTo>
                    <a:pt x="884" y="145"/>
                  </a:lnTo>
                  <a:lnTo>
                    <a:pt x="853" y="173"/>
                  </a:lnTo>
                  <a:lnTo>
                    <a:pt x="745" y="392"/>
                  </a:lnTo>
                  <a:lnTo>
                    <a:pt x="774" y="45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l1039"/>
            <p:cNvSpPr/>
            <p:nvPr/>
          </p:nvSpPr>
          <p:spPr>
            <a:xfrm>
              <a:off x="4364318" y="5852315"/>
              <a:ext cx="715" cy="950"/>
            </a:xfrm>
            <a:custGeom>
              <a:avLst/>
              <a:pathLst>
                <a:path w="715" h="950">
                  <a:moveTo>
                    <a:pt x="125" y="950"/>
                  </a:moveTo>
                  <a:lnTo>
                    <a:pt x="88" y="950"/>
                  </a:lnTo>
                  <a:lnTo>
                    <a:pt x="67" y="932"/>
                  </a:lnTo>
                  <a:lnTo>
                    <a:pt x="58" y="907"/>
                  </a:lnTo>
                  <a:lnTo>
                    <a:pt x="59" y="867"/>
                  </a:lnTo>
                  <a:lnTo>
                    <a:pt x="60" y="806"/>
                  </a:lnTo>
                  <a:lnTo>
                    <a:pt x="61" y="789"/>
                  </a:lnTo>
                  <a:lnTo>
                    <a:pt x="64" y="756"/>
                  </a:lnTo>
                  <a:lnTo>
                    <a:pt x="64" y="625"/>
                  </a:lnTo>
                  <a:lnTo>
                    <a:pt x="75" y="530"/>
                  </a:lnTo>
                  <a:lnTo>
                    <a:pt x="77" y="464"/>
                  </a:lnTo>
                  <a:lnTo>
                    <a:pt x="75" y="423"/>
                  </a:lnTo>
                  <a:lnTo>
                    <a:pt x="77" y="405"/>
                  </a:lnTo>
                  <a:lnTo>
                    <a:pt x="78" y="350"/>
                  </a:lnTo>
                  <a:lnTo>
                    <a:pt x="74" y="327"/>
                  </a:lnTo>
                  <a:lnTo>
                    <a:pt x="72" y="320"/>
                  </a:lnTo>
                  <a:lnTo>
                    <a:pt x="68" y="313"/>
                  </a:lnTo>
                  <a:lnTo>
                    <a:pt x="57" y="297"/>
                  </a:lnTo>
                  <a:lnTo>
                    <a:pt x="34" y="285"/>
                  </a:lnTo>
                  <a:lnTo>
                    <a:pt x="13" y="275"/>
                  </a:lnTo>
                  <a:lnTo>
                    <a:pt x="0" y="247"/>
                  </a:lnTo>
                  <a:lnTo>
                    <a:pt x="0" y="178"/>
                  </a:lnTo>
                  <a:lnTo>
                    <a:pt x="3" y="170"/>
                  </a:lnTo>
                  <a:lnTo>
                    <a:pt x="11" y="152"/>
                  </a:lnTo>
                  <a:lnTo>
                    <a:pt x="28" y="125"/>
                  </a:lnTo>
                  <a:lnTo>
                    <a:pt x="43" y="102"/>
                  </a:lnTo>
                  <a:lnTo>
                    <a:pt x="49" y="93"/>
                  </a:lnTo>
                  <a:lnTo>
                    <a:pt x="58" y="76"/>
                  </a:lnTo>
                  <a:lnTo>
                    <a:pt x="82" y="37"/>
                  </a:lnTo>
                  <a:lnTo>
                    <a:pt x="91" y="23"/>
                  </a:lnTo>
                  <a:lnTo>
                    <a:pt x="119" y="7"/>
                  </a:lnTo>
                  <a:lnTo>
                    <a:pt x="263" y="9"/>
                  </a:lnTo>
                  <a:lnTo>
                    <a:pt x="378" y="0"/>
                  </a:lnTo>
                  <a:lnTo>
                    <a:pt x="459" y="1"/>
                  </a:lnTo>
                  <a:lnTo>
                    <a:pt x="491" y="11"/>
                  </a:lnTo>
                  <a:lnTo>
                    <a:pt x="639" y="56"/>
                  </a:lnTo>
                  <a:lnTo>
                    <a:pt x="663" y="64"/>
                  </a:lnTo>
                  <a:lnTo>
                    <a:pt x="690" y="72"/>
                  </a:lnTo>
                  <a:lnTo>
                    <a:pt x="699" y="80"/>
                  </a:lnTo>
                  <a:lnTo>
                    <a:pt x="710" y="91"/>
                  </a:lnTo>
                  <a:lnTo>
                    <a:pt x="715" y="115"/>
                  </a:lnTo>
                  <a:lnTo>
                    <a:pt x="702" y="142"/>
                  </a:lnTo>
                  <a:lnTo>
                    <a:pt x="587" y="341"/>
                  </a:lnTo>
                  <a:lnTo>
                    <a:pt x="562" y="392"/>
                  </a:lnTo>
                  <a:lnTo>
                    <a:pt x="545" y="428"/>
                  </a:lnTo>
                  <a:lnTo>
                    <a:pt x="517" y="500"/>
                  </a:lnTo>
                  <a:lnTo>
                    <a:pt x="515" y="517"/>
                  </a:lnTo>
                  <a:lnTo>
                    <a:pt x="512" y="553"/>
                  </a:lnTo>
                  <a:lnTo>
                    <a:pt x="514" y="775"/>
                  </a:lnTo>
                  <a:lnTo>
                    <a:pt x="513" y="868"/>
                  </a:lnTo>
                  <a:lnTo>
                    <a:pt x="495" y="892"/>
                  </a:lnTo>
                  <a:lnTo>
                    <a:pt x="435" y="935"/>
                  </a:lnTo>
                  <a:lnTo>
                    <a:pt x="408" y="949"/>
                  </a:lnTo>
                  <a:lnTo>
                    <a:pt x="125" y="95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l1040"/>
            <p:cNvSpPr/>
            <p:nvPr/>
          </p:nvSpPr>
          <p:spPr>
            <a:xfrm>
              <a:off x="4380188" y="5853752"/>
              <a:ext cx="742" cy="530"/>
            </a:xfrm>
            <a:custGeom>
              <a:avLst/>
              <a:pathLst>
                <a:path w="742" h="530">
                  <a:moveTo>
                    <a:pt x="403" y="524"/>
                  </a:moveTo>
                  <a:lnTo>
                    <a:pt x="24" y="491"/>
                  </a:lnTo>
                  <a:lnTo>
                    <a:pt x="6" y="471"/>
                  </a:lnTo>
                  <a:lnTo>
                    <a:pt x="0" y="437"/>
                  </a:lnTo>
                  <a:lnTo>
                    <a:pt x="1" y="416"/>
                  </a:lnTo>
                  <a:lnTo>
                    <a:pt x="28" y="290"/>
                  </a:lnTo>
                  <a:lnTo>
                    <a:pt x="45" y="288"/>
                  </a:lnTo>
                  <a:lnTo>
                    <a:pt x="39" y="150"/>
                  </a:lnTo>
                  <a:lnTo>
                    <a:pt x="49" y="14"/>
                  </a:lnTo>
                  <a:lnTo>
                    <a:pt x="63" y="1"/>
                  </a:lnTo>
                  <a:lnTo>
                    <a:pt x="79" y="0"/>
                  </a:lnTo>
                  <a:lnTo>
                    <a:pt x="143" y="25"/>
                  </a:lnTo>
                  <a:lnTo>
                    <a:pt x="498" y="228"/>
                  </a:lnTo>
                  <a:lnTo>
                    <a:pt x="640" y="316"/>
                  </a:lnTo>
                  <a:lnTo>
                    <a:pt x="663" y="334"/>
                  </a:lnTo>
                  <a:lnTo>
                    <a:pt x="700" y="366"/>
                  </a:lnTo>
                  <a:lnTo>
                    <a:pt x="733" y="428"/>
                  </a:lnTo>
                  <a:lnTo>
                    <a:pt x="742" y="448"/>
                  </a:lnTo>
                  <a:lnTo>
                    <a:pt x="677" y="488"/>
                  </a:lnTo>
                  <a:lnTo>
                    <a:pt x="650" y="498"/>
                  </a:lnTo>
                  <a:lnTo>
                    <a:pt x="486" y="530"/>
                  </a:lnTo>
                  <a:lnTo>
                    <a:pt x="403" y="52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l1041"/>
            <p:cNvSpPr/>
            <p:nvPr/>
          </p:nvSpPr>
          <p:spPr>
            <a:xfrm>
              <a:off x="4383838" y="5852988"/>
              <a:ext cx="599" cy="745"/>
            </a:xfrm>
            <a:custGeom>
              <a:avLst/>
              <a:pathLst>
                <a:path w="599" h="745">
                  <a:moveTo>
                    <a:pt x="403" y="733"/>
                  </a:moveTo>
                  <a:lnTo>
                    <a:pt x="372" y="745"/>
                  </a:lnTo>
                  <a:lnTo>
                    <a:pt x="346" y="742"/>
                  </a:lnTo>
                  <a:lnTo>
                    <a:pt x="138" y="579"/>
                  </a:lnTo>
                  <a:lnTo>
                    <a:pt x="72" y="521"/>
                  </a:lnTo>
                  <a:lnTo>
                    <a:pt x="67" y="509"/>
                  </a:lnTo>
                  <a:lnTo>
                    <a:pt x="42" y="497"/>
                  </a:lnTo>
                  <a:lnTo>
                    <a:pt x="3" y="449"/>
                  </a:lnTo>
                  <a:lnTo>
                    <a:pt x="0" y="421"/>
                  </a:lnTo>
                  <a:lnTo>
                    <a:pt x="2" y="357"/>
                  </a:lnTo>
                  <a:lnTo>
                    <a:pt x="33" y="240"/>
                  </a:lnTo>
                  <a:lnTo>
                    <a:pt x="79" y="167"/>
                  </a:lnTo>
                  <a:lnTo>
                    <a:pt x="134" y="93"/>
                  </a:lnTo>
                  <a:lnTo>
                    <a:pt x="210" y="22"/>
                  </a:lnTo>
                  <a:lnTo>
                    <a:pt x="240" y="0"/>
                  </a:lnTo>
                  <a:lnTo>
                    <a:pt x="321" y="9"/>
                  </a:lnTo>
                  <a:lnTo>
                    <a:pt x="347" y="18"/>
                  </a:lnTo>
                  <a:lnTo>
                    <a:pt x="384" y="38"/>
                  </a:lnTo>
                  <a:lnTo>
                    <a:pt x="406" y="64"/>
                  </a:lnTo>
                  <a:lnTo>
                    <a:pt x="595" y="428"/>
                  </a:lnTo>
                  <a:lnTo>
                    <a:pt x="599" y="473"/>
                  </a:lnTo>
                  <a:lnTo>
                    <a:pt x="580" y="557"/>
                  </a:lnTo>
                  <a:lnTo>
                    <a:pt x="568" y="605"/>
                  </a:lnTo>
                  <a:lnTo>
                    <a:pt x="550" y="634"/>
                  </a:lnTo>
                  <a:lnTo>
                    <a:pt x="403" y="73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l1042"/>
            <p:cNvSpPr/>
            <p:nvPr/>
          </p:nvSpPr>
          <p:spPr>
            <a:xfrm>
              <a:off x="4396503" y="5854141"/>
              <a:ext cx="1162" cy="1378"/>
            </a:xfrm>
            <a:custGeom>
              <a:avLst/>
              <a:pathLst>
                <a:path w="1162" h="1378">
                  <a:moveTo>
                    <a:pt x="823" y="107"/>
                  </a:moveTo>
                  <a:lnTo>
                    <a:pt x="827" y="120"/>
                  </a:lnTo>
                  <a:lnTo>
                    <a:pt x="832" y="115"/>
                  </a:lnTo>
                  <a:lnTo>
                    <a:pt x="846" y="114"/>
                  </a:lnTo>
                  <a:lnTo>
                    <a:pt x="852" y="114"/>
                  </a:lnTo>
                  <a:lnTo>
                    <a:pt x="859" y="105"/>
                  </a:lnTo>
                  <a:lnTo>
                    <a:pt x="872" y="118"/>
                  </a:lnTo>
                  <a:lnTo>
                    <a:pt x="875" y="132"/>
                  </a:lnTo>
                  <a:lnTo>
                    <a:pt x="878" y="141"/>
                  </a:lnTo>
                  <a:lnTo>
                    <a:pt x="882" y="144"/>
                  </a:lnTo>
                  <a:lnTo>
                    <a:pt x="888" y="144"/>
                  </a:lnTo>
                  <a:lnTo>
                    <a:pt x="893" y="142"/>
                  </a:lnTo>
                  <a:lnTo>
                    <a:pt x="914" y="138"/>
                  </a:lnTo>
                  <a:lnTo>
                    <a:pt x="1001" y="204"/>
                  </a:lnTo>
                  <a:lnTo>
                    <a:pt x="1010" y="215"/>
                  </a:lnTo>
                  <a:lnTo>
                    <a:pt x="1032" y="252"/>
                  </a:lnTo>
                  <a:lnTo>
                    <a:pt x="1038" y="270"/>
                  </a:lnTo>
                  <a:lnTo>
                    <a:pt x="1042" y="283"/>
                  </a:lnTo>
                  <a:lnTo>
                    <a:pt x="1087" y="430"/>
                  </a:lnTo>
                  <a:lnTo>
                    <a:pt x="1089" y="436"/>
                  </a:lnTo>
                  <a:lnTo>
                    <a:pt x="1064" y="505"/>
                  </a:lnTo>
                  <a:lnTo>
                    <a:pt x="1142" y="848"/>
                  </a:lnTo>
                  <a:lnTo>
                    <a:pt x="1157" y="938"/>
                  </a:lnTo>
                  <a:lnTo>
                    <a:pt x="1162" y="952"/>
                  </a:lnTo>
                  <a:lnTo>
                    <a:pt x="1162" y="965"/>
                  </a:lnTo>
                  <a:lnTo>
                    <a:pt x="1151" y="989"/>
                  </a:lnTo>
                  <a:lnTo>
                    <a:pt x="1146" y="995"/>
                  </a:lnTo>
                  <a:lnTo>
                    <a:pt x="1137" y="999"/>
                  </a:lnTo>
                  <a:lnTo>
                    <a:pt x="1120" y="997"/>
                  </a:lnTo>
                  <a:lnTo>
                    <a:pt x="1110" y="993"/>
                  </a:lnTo>
                  <a:lnTo>
                    <a:pt x="1101" y="993"/>
                  </a:lnTo>
                  <a:lnTo>
                    <a:pt x="1095" y="997"/>
                  </a:lnTo>
                  <a:lnTo>
                    <a:pt x="1090" y="1000"/>
                  </a:lnTo>
                  <a:lnTo>
                    <a:pt x="1082" y="1002"/>
                  </a:lnTo>
                  <a:lnTo>
                    <a:pt x="1074" y="1002"/>
                  </a:lnTo>
                  <a:lnTo>
                    <a:pt x="1066" y="1002"/>
                  </a:lnTo>
                  <a:lnTo>
                    <a:pt x="1055" y="993"/>
                  </a:lnTo>
                  <a:lnTo>
                    <a:pt x="1046" y="986"/>
                  </a:lnTo>
                  <a:lnTo>
                    <a:pt x="1038" y="987"/>
                  </a:lnTo>
                  <a:lnTo>
                    <a:pt x="1026" y="998"/>
                  </a:lnTo>
                  <a:lnTo>
                    <a:pt x="1022" y="999"/>
                  </a:lnTo>
                  <a:lnTo>
                    <a:pt x="997" y="1003"/>
                  </a:lnTo>
                  <a:lnTo>
                    <a:pt x="988" y="1004"/>
                  </a:lnTo>
                  <a:lnTo>
                    <a:pt x="982" y="1006"/>
                  </a:lnTo>
                  <a:lnTo>
                    <a:pt x="973" y="1005"/>
                  </a:lnTo>
                  <a:lnTo>
                    <a:pt x="970" y="990"/>
                  </a:lnTo>
                  <a:lnTo>
                    <a:pt x="966" y="984"/>
                  </a:lnTo>
                  <a:lnTo>
                    <a:pt x="958" y="981"/>
                  </a:lnTo>
                  <a:lnTo>
                    <a:pt x="952" y="983"/>
                  </a:lnTo>
                  <a:lnTo>
                    <a:pt x="950" y="1000"/>
                  </a:lnTo>
                  <a:lnTo>
                    <a:pt x="948" y="1006"/>
                  </a:lnTo>
                  <a:lnTo>
                    <a:pt x="938" y="1012"/>
                  </a:lnTo>
                  <a:lnTo>
                    <a:pt x="926" y="1016"/>
                  </a:lnTo>
                  <a:lnTo>
                    <a:pt x="916" y="1018"/>
                  </a:lnTo>
                  <a:lnTo>
                    <a:pt x="905" y="1016"/>
                  </a:lnTo>
                  <a:lnTo>
                    <a:pt x="896" y="1006"/>
                  </a:lnTo>
                  <a:lnTo>
                    <a:pt x="893" y="999"/>
                  </a:lnTo>
                  <a:lnTo>
                    <a:pt x="893" y="977"/>
                  </a:lnTo>
                  <a:lnTo>
                    <a:pt x="888" y="969"/>
                  </a:lnTo>
                  <a:lnTo>
                    <a:pt x="881" y="969"/>
                  </a:lnTo>
                  <a:lnTo>
                    <a:pt x="876" y="972"/>
                  </a:lnTo>
                  <a:lnTo>
                    <a:pt x="868" y="981"/>
                  </a:lnTo>
                  <a:lnTo>
                    <a:pt x="856" y="994"/>
                  </a:lnTo>
                  <a:lnTo>
                    <a:pt x="845" y="997"/>
                  </a:lnTo>
                  <a:lnTo>
                    <a:pt x="835" y="996"/>
                  </a:lnTo>
                  <a:lnTo>
                    <a:pt x="828" y="994"/>
                  </a:lnTo>
                  <a:lnTo>
                    <a:pt x="822" y="997"/>
                  </a:lnTo>
                  <a:lnTo>
                    <a:pt x="816" y="1000"/>
                  </a:lnTo>
                  <a:lnTo>
                    <a:pt x="809" y="1001"/>
                  </a:lnTo>
                  <a:lnTo>
                    <a:pt x="803" y="1001"/>
                  </a:lnTo>
                  <a:lnTo>
                    <a:pt x="795" y="996"/>
                  </a:lnTo>
                  <a:lnTo>
                    <a:pt x="785" y="992"/>
                  </a:lnTo>
                  <a:lnTo>
                    <a:pt x="771" y="995"/>
                  </a:lnTo>
                  <a:lnTo>
                    <a:pt x="764" y="995"/>
                  </a:lnTo>
                  <a:lnTo>
                    <a:pt x="755" y="978"/>
                  </a:lnTo>
                  <a:lnTo>
                    <a:pt x="758" y="963"/>
                  </a:lnTo>
                  <a:lnTo>
                    <a:pt x="772" y="949"/>
                  </a:lnTo>
                  <a:lnTo>
                    <a:pt x="773" y="940"/>
                  </a:lnTo>
                  <a:lnTo>
                    <a:pt x="773" y="891"/>
                  </a:lnTo>
                  <a:lnTo>
                    <a:pt x="768" y="883"/>
                  </a:lnTo>
                  <a:lnTo>
                    <a:pt x="764" y="878"/>
                  </a:lnTo>
                  <a:lnTo>
                    <a:pt x="758" y="876"/>
                  </a:lnTo>
                  <a:lnTo>
                    <a:pt x="699" y="890"/>
                  </a:lnTo>
                  <a:lnTo>
                    <a:pt x="690" y="892"/>
                  </a:lnTo>
                  <a:lnTo>
                    <a:pt x="672" y="916"/>
                  </a:lnTo>
                  <a:lnTo>
                    <a:pt x="650" y="948"/>
                  </a:lnTo>
                  <a:lnTo>
                    <a:pt x="636" y="971"/>
                  </a:lnTo>
                  <a:lnTo>
                    <a:pt x="615" y="1001"/>
                  </a:lnTo>
                  <a:lnTo>
                    <a:pt x="585" y="1035"/>
                  </a:lnTo>
                  <a:lnTo>
                    <a:pt x="566" y="1058"/>
                  </a:lnTo>
                  <a:lnTo>
                    <a:pt x="557" y="1066"/>
                  </a:lnTo>
                  <a:lnTo>
                    <a:pt x="532" y="1099"/>
                  </a:lnTo>
                  <a:lnTo>
                    <a:pt x="523" y="1110"/>
                  </a:lnTo>
                  <a:lnTo>
                    <a:pt x="532" y="1137"/>
                  </a:lnTo>
                  <a:lnTo>
                    <a:pt x="553" y="1161"/>
                  </a:lnTo>
                  <a:lnTo>
                    <a:pt x="553" y="1184"/>
                  </a:lnTo>
                  <a:lnTo>
                    <a:pt x="532" y="1214"/>
                  </a:lnTo>
                  <a:lnTo>
                    <a:pt x="527" y="1218"/>
                  </a:lnTo>
                  <a:lnTo>
                    <a:pt x="411" y="1315"/>
                  </a:lnTo>
                  <a:lnTo>
                    <a:pt x="359" y="1341"/>
                  </a:lnTo>
                  <a:lnTo>
                    <a:pt x="262" y="1373"/>
                  </a:lnTo>
                  <a:lnTo>
                    <a:pt x="238" y="1378"/>
                  </a:lnTo>
                  <a:lnTo>
                    <a:pt x="232" y="1364"/>
                  </a:lnTo>
                  <a:lnTo>
                    <a:pt x="271" y="1298"/>
                  </a:lnTo>
                  <a:lnTo>
                    <a:pt x="284" y="1277"/>
                  </a:lnTo>
                  <a:lnTo>
                    <a:pt x="322" y="1227"/>
                  </a:lnTo>
                  <a:lnTo>
                    <a:pt x="333" y="1220"/>
                  </a:lnTo>
                  <a:lnTo>
                    <a:pt x="341" y="1216"/>
                  </a:lnTo>
                  <a:lnTo>
                    <a:pt x="347" y="1212"/>
                  </a:lnTo>
                  <a:lnTo>
                    <a:pt x="388" y="1147"/>
                  </a:lnTo>
                  <a:lnTo>
                    <a:pt x="390" y="1138"/>
                  </a:lnTo>
                  <a:lnTo>
                    <a:pt x="359" y="1086"/>
                  </a:lnTo>
                  <a:lnTo>
                    <a:pt x="143" y="985"/>
                  </a:lnTo>
                  <a:lnTo>
                    <a:pt x="46" y="907"/>
                  </a:lnTo>
                  <a:lnTo>
                    <a:pt x="15" y="874"/>
                  </a:lnTo>
                  <a:lnTo>
                    <a:pt x="2" y="801"/>
                  </a:lnTo>
                  <a:lnTo>
                    <a:pt x="0" y="787"/>
                  </a:lnTo>
                  <a:lnTo>
                    <a:pt x="6" y="773"/>
                  </a:lnTo>
                  <a:lnTo>
                    <a:pt x="23" y="759"/>
                  </a:lnTo>
                  <a:lnTo>
                    <a:pt x="27" y="754"/>
                  </a:lnTo>
                  <a:lnTo>
                    <a:pt x="38" y="738"/>
                  </a:lnTo>
                  <a:lnTo>
                    <a:pt x="52" y="718"/>
                  </a:lnTo>
                  <a:lnTo>
                    <a:pt x="55" y="705"/>
                  </a:lnTo>
                  <a:lnTo>
                    <a:pt x="49" y="696"/>
                  </a:lnTo>
                  <a:lnTo>
                    <a:pt x="54" y="685"/>
                  </a:lnTo>
                  <a:lnTo>
                    <a:pt x="58" y="677"/>
                  </a:lnTo>
                  <a:lnTo>
                    <a:pt x="64" y="672"/>
                  </a:lnTo>
                  <a:lnTo>
                    <a:pt x="69" y="667"/>
                  </a:lnTo>
                  <a:lnTo>
                    <a:pt x="71" y="657"/>
                  </a:lnTo>
                  <a:lnTo>
                    <a:pt x="87" y="636"/>
                  </a:lnTo>
                  <a:lnTo>
                    <a:pt x="101" y="619"/>
                  </a:lnTo>
                  <a:lnTo>
                    <a:pt x="106" y="608"/>
                  </a:lnTo>
                  <a:lnTo>
                    <a:pt x="112" y="592"/>
                  </a:lnTo>
                  <a:lnTo>
                    <a:pt x="118" y="551"/>
                  </a:lnTo>
                  <a:lnTo>
                    <a:pt x="124" y="526"/>
                  </a:lnTo>
                  <a:lnTo>
                    <a:pt x="274" y="318"/>
                  </a:lnTo>
                  <a:lnTo>
                    <a:pt x="697" y="23"/>
                  </a:lnTo>
                  <a:lnTo>
                    <a:pt x="740" y="8"/>
                  </a:lnTo>
                  <a:lnTo>
                    <a:pt x="746" y="7"/>
                  </a:lnTo>
                  <a:lnTo>
                    <a:pt x="755" y="4"/>
                  </a:lnTo>
                  <a:lnTo>
                    <a:pt x="765" y="0"/>
                  </a:lnTo>
                  <a:lnTo>
                    <a:pt x="787" y="2"/>
                  </a:lnTo>
                  <a:lnTo>
                    <a:pt x="791" y="7"/>
                  </a:lnTo>
                  <a:lnTo>
                    <a:pt x="810" y="32"/>
                  </a:lnTo>
                  <a:lnTo>
                    <a:pt x="823" y="10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l1043"/>
            <p:cNvSpPr/>
            <p:nvPr/>
          </p:nvSpPr>
          <p:spPr>
            <a:xfrm>
              <a:off x="4396211" y="5853646"/>
              <a:ext cx="627" cy="613"/>
            </a:xfrm>
            <a:custGeom>
              <a:avLst/>
              <a:pathLst>
                <a:path w="627" h="613">
                  <a:moveTo>
                    <a:pt x="602" y="82"/>
                  </a:moveTo>
                  <a:lnTo>
                    <a:pt x="616" y="138"/>
                  </a:lnTo>
                  <a:lnTo>
                    <a:pt x="627" y="268"/>
                  </a:lnTo>
                  <a:lnTo>
                    <a:pt x="591" y="390"/>
                  </a:lnTo>
                  <a:lnTo>
                    <a:pt x="504" y="481"/>
                  </a:lnTo>
                  <a:lnTo>
                    <a:pt x="457" y="514"/>
                  </a:lnTo>
                  <a:lnTo>
                    <a:pt x="434" y="527"/>
                  </a:lnTo>
                  <a:lnTo>
                    <a:pt x="411" y="541"/>
                  </a:lnTo>
                  <a:lnTo>
                    <a:pt x="407" y="543"/>
                  </a:lnTo>
                  <a:lnTo>
                    <a:pt x="393" y="549"/>
                  </a:lnTo>
                  <a:lnTo>
                    <a:pt x="375" y="557"/>
                  </a:lnTo>
                  <a:lnTo>
                    <a:pt x="370" y="560"/>
                  </a:lnTo>
                  <a:lnTo>
                    <a:pt x="355" y="567"/>
                  </a:lnTo>
                  <a:lnTo>
                    <a:pt x="342" y="574"/>
                  </a:lnTo>
                  <a:lnTo>
                    <a:pt x="330" y="578"/>
                  </a:lnTo>
                  <a:lnTo>
                    <a:pt x="43" y="613"/>
                  </a:lnTo>
                  <a:lnTo>
                    <a:pt x="35" y="603"/>
                  </a:lnTo>
                  <a:lnTo>
                    <a:pt x="0" y="413"/>
                  </a:lnTo>
                  <a:lnTo>
                    <a:pt x="2" y="105"/>
                  </a:lnTo>
                  <a:lnTo>
                    <a:pt x="7" y="102"/>
                  </a:lnTo>
                  <a:lnTo>
                    <a:pt x="30" y="87"/>
                  </a:lnTo>
                  <a:lnTo>
                    <a:pt x="36" y="83"/>
                  </a:lnTo>
                  <a:lnTo>
                    <a:pt x="51" y="85"/>
                  </a:lnTo>
                  <a:lnTo>
                    <a:pt x="60" y="82"/>
                  </a:lnTo>
                  <a:lnTo>
                    <a:pt x="167" y="76"/>
                  </a:lnTo>
                  <a:lnTo>
                    <a:pt x="258" y="54"/>
                  </a:lnTo>
                  <a:lnTo>
                    <a:pt x="272" y="56"/>
                  </a:lnTo>
                  <a:lnTo>
                    <a:pt x="282" y="48"/>
                  </a:lnTo>
                  <a:lnTo>
                    <a:pt x="314" y="39"/>
                  </a:lnTo>
                  <a:lnTo>
                    <a:pt x="328" y="36"/>
                  </a:lnTo>
                  <a:lnTo>
                    <a:pt x="334" y="34"/>
                  </a:lnTo>
                  <a:lnTo>
                    <a:pt x="362" y="28"/>
                  </a:lnTo>
                  <a:lnTo>
                    <a:pt x="416" y="14"/>
                  </a:lnTo>
                  <a:lnTo>
                    <a:pt x="450" y="10"/>
                  </a:lnTo>
                  <a:lnTo>
                    <a:pt x="454" y="6"/>
                  </a:lnTo>
                  <a:lnTo>
                    <a:pt x="467" y="0"/>
                  </a:lnTo>
                  <a:lnTo>
                    <a:pt x="538" y="9"/>
                  </a:lnTo>
                  <a:lnTo>
                    <a:pt x="555" y="16"/>
                  </a:lnTo>
                  <a:lnTo>
                    <a:pt x="560" y="21"/>
                  </a:lnTo>
                  <a:lnTo>
                    <a:pt x="589" y="64"/>
                  </a:lnTo>
                  <a:lnTo>
                    <a:pt x="602" y="8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l1044"/>
            <p:cNvSpPr/>
            <p:nvPr/>
          </p:nvSpPr>
          <p:spPr>
            <a:xfrm>
              <a:off x="4398071" y="5853648"/>
              <a:ext cx="320" cy="500"/>
            </a:xfrm>
            <a:custGeom>
              <a:avLst/>
              <a:pathLst>
                <a:path w="320" h="500">
                  <a:moveTo>
                    <a:pt x="292" y="444"/>
                  </a:moveTo>
                  <a:lnTo>
                    <a:pt x="266" y="484"/>
                  </a:lnTo>
                  <a:lnTo>
                    <a:pt x="260" y="488"/>
                  </a:lnTo>
                  <a:lnTo>
                    <a:pt x="240" y="500"/>
                  </a:lnTo>
                  <a:lnTo>
                    <a:pt x="208" y="495"/>
                  </a:lnTo>
                  <a:lnTo>
                    <a:pt x="191" y="493"/>
                  </a:lnTo>
                  <a:lnTo>
                    <a:pt x="179" y="490"/>
                  </a:lnTo>
                  <a:lnTo>
                    <a:pt x="173" y="487"/>
                  </a:lnTo>
                  <a:lnTo>
                    <a:pt x="166" y="479"/>
                  </a:lnTo>
                  <a:lnTo>
                    <a:pt x="161" y="477"/>
                  </a:lnTo>
                  <a:lnTo>
                    <a:pt x="156" y="480"/>
                  </a:lnTo>
                  <a:lnTo>
                    <a:pt x="147" y="481"/>
                  </a:lnTo>
                  <a:lnTo>
                    <a:pt x="136" y="480"/>
                  </a:lnTo>
                  <a:lnTo>
                    <a:pt x="93" y="456"/>
                  </a:lnTo>
                  <a:lnTo>
                    <a:pt x="88" y="454"/>
                  </a:lnTo>
                  <a:lnTo>
                    <a:pt x="77" y="455"/>
                  </a:lnTo>
                  <a:lnTo>
                    <a:pt x="67" y="461"/>
                  </a:lnTo>
                  <a:lnTo>
                    <a:pt x="59" y="459"/>
                  </a:lnTo>
                  <a:lnTo>
                    <a:pt x="55" y="455"/>
                  </a:lnTo>
                  <a:lnTo>
                    <a:pt x="53" y="448"/>
                  </a:lnTo>
                  <a:lnTo>
                    <a:pt x="56" y="427"/>
                  </a:lnTo>
                  <a:lnTo>
                    <a:pt x="34" y="364"/>
                  </a:lnTo>
                  <a:lnTo>
                    <a:pt x="3" y="250"/>
                  </a:lnTo>
                  <a:lnTo>
                    <a:pt x="0" y="234"/>
                  </a:lnTo>
                  <a:lnTo>
                    <a:pt x="12" y="203"/>
                  </a:lnTo>
                  <a:lnTo>
                    <a:pt x="37" y="176"/>
                  </a:lnTo>
                  <a:lnTo>
                    <a:pt x="48" y="161"/>
                  </a:lnTo>
                  <a:lnTo>
                    <a:pt x="175" y="25"/>
                  </a:lnTo>
                  <a:lnTo>
                    <a:pt x="198" y="0"/>
                  </a:lnTo>
                  <a:lnTo>
                    <a:pt x="224" y="1"/>
                  </a:lnTo>
                  <a:lnTo>
                    <a:pt x="272" y="40"/>
                  </a:lnTo>
                  <a:lnTo>
                    <a:pt x="313" y="80"/>
                  </a:lnTo>
                  <a:lnTo>
                    <a:pt x="315" y="86"/>
                  </a:lnTo>
                  <a:lnTo>
                    <a:pt x="317" y="96"/>
                  </a:lnTo>
                  <a:lnTo>
                    <a:pt x="319" y="108"/>
                  </a:lnTo>
                  <a:lnTo>
                    <a:pt x="319" y="116"/>
                  </a:lnTo>
                  <a:lnTo>
                    <a:pt x="319" y="126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6" y="162"/>
                  </a:lnTo>
                  <a:lnTo>
                    <a:pt x="320" y="180"/>
                  </a:lnTo>
                  <a:lnTo>
                    <a:pt x="320" y="196"/>
                  </a:lnTo>
                  <a:lnTo>
                    <a:pt x="304" y="372"/>
                  </a:lnTo>
                  <a:lnTo>
                    <a:pt x="301" y="404"/>
                  </a:lnTo>
                  <a:lnTo>
                    <a:pt x="298" y="422"/>
                  </a:lnTo>
                  <a:lnTo>
                    <a:pt x="292" y="44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l1045"/>
            <p:cNvSpPr/>
            <p:nvPr/>
          </p:nvSpPr>
          <p:spPr>
            <a:xfrm>
              <a:off x="4365477" y="5850304"/>
              <a:ext cx="295" cy="277"/>
            </a:xfrm>
            <a:custGeom>
              <a:avLst/>
              <a:pathLst>
                <a:path w="295" h="277">
                  <a:moveTo>
                    <a:pt x="266" y="22"/>
                  </a:moveTo>
                  <a:lnTo>
                    <a:pt x="279" y="34"/>
                  </a:lnTo>
                  <a:lnTo>
                    <a:pt x="283" y="48"/>
                  </a:lnTo>
                  <a:lnTo>
                    <a:pt x="286" y="59"/>
                  </a:lnTo>
                  <a:lnTo>
                    <a:pt x="282" y="69"/>
                  </a:lnTo>
                  <a:lnTo>
                    <a:pt x="278" y="80"/>
                  </a:lnTo>
                  <a:lnTo>
                    <a:pt x="272" y="102"/>
                  </a:lnTo>
                  <a:lnTo>
                    <a:pt x="272" y="132"/>
                  </a:lnTo>
                  <a:lnTo>
                    <a:pt x="278" y="148"/>
                  </a:lnTo>
                  <a:lnTo>
                    <a:pt x="285" y="166"/>
                  </a:lnTo>
                  <a:lnTo>
                    <a:pt x="295" y="191"/>
                  </a:lnTo>
                  <a:lnTo>
                    <a:pt x="295" y="212"/>
                  </a:lnTo>
                  <a:lnTo>
                    <a:pt x="290" y="226"/>
                  </a:lnTo>
                  <a:lnTo>
                    <a:pt x="284" y="241"/>
                  </a:lnTo>
                  <a:lnTo>
                    <a:pt x="260" y="268"/>
                  </a:lnTo>
                  <a:lnTo>
                    <a:pt x="248" y="273"/>
                  </a:lnTo>
                  <a:lnTo>
                    <a:pt x="235" y="275"/>
                  </a:lnTo>
                  <a:lnTo>
                    <a:pt x="224" y="277"/>
                  </a:lnTo>
                  <a:lnTo>
                    <a:pt x="214" y="273"/>
                  </a:lnTo>
                  <a:lnTo>
                    <a:pt x="207" y="271"/>
                  </a:lnTo>
                  <a:lnTo>
                    <a:pt x="188" y="246"/>
                  </a:lnTo>
                  <a:lnTo>
                    <a:pt x="185" y="219"/>
                  </a:lnTo>
                  <a:lnTo>
                    <a:pt x="179" y="208"/>
                  </a:lnTo>
                  <a:lnTo>
                    <a:pt x="175" y="203"/>
                  </a:lnTo>
                  <a:lnTo>
                    <a:pt x="163" y="192"/>
                  </a:lnTo>
                  <a:lnTo>
                    <a:pt x="147" y="185"/>
                  </a:lnTo>
                  <a:lnTo>
                    <a:pt x="125" y="187"/>
                  </a:lnTo>
                  <a:lnTo>
                    <a:pt x="113" y="193"/>
                  </a:lnTo>
                  <a:lnTo>
                    <a:pt x="83" y="223"/>
                  </a:lnTo>
                  <a:lnTo>
                    <a:pt x="64" y="236"/>
                  </a:lnTo>
                  <a:lnTo>
                    <a:pt x="46" y="242"/>
                  </a:lnTo>
                  <a:lnTo>
                    <a:pt x="28" y="242"/>
                  </a:lnTo>
                  <a:lnTo>
                    <a:pt x="13" y="231"/>
                  </a:lnTo>
                  <a:lnTo>
                    <a:pt x="0" y="205"/>
                  </a:lnTo>
                  <a:lnTo>
                    <a:pt x="0" y="199"/>
                  </a:lnTo>
                  <a:lnTo>
                    <a:pt x="0" y="186"/>
                  </a:lnTo>
                  <a:lnTo>
                    <a:pt x="3" y="169"/>
                  </a:lnTo>
                  <a:lnTo>
                    <a:pt x="6" y="160"/>
                  </a:lnTo>
                  <a:lnTo>
                    <a:pt x="10" y="150"/>
                  </a:lnTo>
                  <a:lnTo>
                    <a:pt x="23" y="137"/>
                  </a:lnTo>
                  <a:lnTo>
                    <a:pt x="37" y="126"/>
                  </a:lnTo>
                  <a:lnTo>
                    <a:pt x="47" y="118"/>
                  </a:lnTo>
                  <a:lnTo>
                    <a:pt x="51" y="102"/>
                  </a:lnTo>
                  <a:lnTo>
                    <a:pt x="56" y="80"/>
                  </a:lnTo>
                  <a:lnTo>
                    <a:pt x="66" y="51"/>
                  </a:lnTo>
                  <a:lnTo>
                    <a:pt x="78" y="30"/>
                  </a:lnTo>
                  <a:lnTo>
                    <a:pt x="94" y="11"/>
                  </a:lnTo>
                  <a:lnTo>
                    <a:pt x="116" y="0"/>
                  </a:lnTo>
                  <a:lnTo>
                    <a:pt x="128" y="0"/>
                  </a:lnTo>
                  <a:lnTo>
                    <a:pt x="136" y="2"/>
                  </a:lnTo>
                  <a:lnTo>
                    <a:pt x="155" y="8"/>
                  </a:lnTo>
                  <a:lnTo>
                    <a:pt x="162" y="11"/>
                  </a:lnTo>
                  <a:lnTo>
                    <a:pt x="166" y="13"/>
                  </a:lnTo>
                  <a:lnTo>
                    <a:pt x="178" y="13"/>
                  </a:lnTo>
                  <a:lnTo>
                    <a:pt x="193" y="8"/>
                  </a:lnTo>
                  <a:lnTo>
                    <a:pt x="197" y="6"/>
                  </a:lnTo>
                  <a:lnTo>
                    <a:pt x="212" y="0"/>
                  </a:lnTo>
                  <a:lnTo>
                    <a:pt x="228" y="0"/>
                  </a:lnTo>
                  <a:lnTo>
                    <a:pt x="244" y="6"/>
                  </a:lnTo>
                  <a:lnTo>
                    <a:pt x="251" y="9"/>
                  </a:lnTo>
                  <a:lnTo>
                    <a:pt x="258" y="15"/>
                  </a:lnTo>
                  <a:lnTo>
                    <a:pt x="266" y="2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l1046"/>
            <p:cNvSpPr/>
            <p:nvPr/>
          </p:nvSpPr>
          <p:spPr>
            <a:xfrm>
              <a:off x="4385486" y="5851851"/>
              <a:ext cx="1142" cy="1485"/>
            </a:xfrm>
            <a:custGeom>
              <a:avLst/>
              <a:pathLst>
                <a:path w="1142" h="1485">
                  <a:moveTo>
                    <a:pt x="826" y="881"/>
                  </a:moveTo>
                  <a:lnTo>
                    <a:pt x="840" y="888"/>
                  </a:lnTo>
                  <a:lnTo>
                    <a:pt x="856" y="889"/>
                  </a:lnTo>
                  <a:lnTo>
                    <a:pt x="861" y="886"/>
                  </a:lnTo>
                  <a:lnTo>
                    <a:pt x="866" y="882"/>
                  </a:lnTo>
                  <a:lnTo>
                    <a:pt x="882" y="869"/>
                  </a:lnTo>
                  <a:lnTo>
                    <a:pt x="893" y="861"/>
                  </a:lnTo>
                  <a:lnTo>
                    <a:pt x="898" y="854"/>
                  </a:lnTo>
                  <a:lnTo>
                    <a:pt x="900" y="847"/>
                  </a:lnTo>
                  <a:lnTo>
                    <a:pt x="905" y="836"/>
                  </a:lnTo>
                  <a:lnTo>
                    <a:pt x="909" y="832"/>
                  </a:lnTo>
                  <a:lnTo>
                    <a:pt x="920" y="819"/>
                  </a:lnTo>
                  <a:lnTo>
                    <a:pt x="936" y="810"/>
                  </a:lnTo>
                  <a:lnTo>
                    <a:pt x="947" y="806"/>
                  </a:lnTo>
                  <a:lnTo>
                    <a:pt x="958" y="801"/>
                  </a:lnTo>
                  <a:lnTo>
                    <a:pt x="969" y="794"/>
                  </a:lnTo>
                  <a:lnTo>
                    <a:pt x="996" y="792"/>
                  </a:lnTo>
                  <a:lnTo>
                    <a:pt x="1006" y="797"/>
                  </a:lnTo>
                  <a:lnTo>
                    <a:pt x="1047" y="817"/>
                  </a:lnTo>
                  <a:lnTo>
                    <a:pt x="1057" y="820"/>
                  </a:lnTo>
                  <a:lnTo>
                    <a:pt x="1064" y="826"/>
                  </a:lnTo>
                  <a:lnTo>
                    <a:pt x="1136" y="942"/>
                  </a:lnTo>
                  <a:lnTo>
                    <a:pt x="1142" y="950"/>
                  </a:lnTo>
                  <a:lnTo>
                    <a:pt x="1139" y="955"/>
                  </a:lnTo>
                  <a:lnTo>
                    <a:pt x="1039" y="1090"/>
                  </a:lnTo>
                  <a:lnTo>
                    <a:pt x="915" y="1183"/>
                  </a:lnTo>
                  <a:lnTo>
                    <a:pt x="845" y="1159"/>
                  </a:lnTo>
                  <a:lnTo>
                    <a:pt x="790" y="1071"/>
                  </a:lnTo>
                  <a:lnTo>
                    <a:pt x="783" y="1069"/>
                  </a:lnTo>
                  <a:lnTo>
                    <a:pt x="748" y="1080"/>
                  </a:lnTo>
                  <a:lnTo>
                    <a:pt x="739" y="1082"/>
                  </a:lnTo>
                  <a:lnTo>
                    <a:pt x="723" y="1088"/>
                  </a:lnTo>
                  <a:lnTo>
                    <a:pt x="712" y="1091"/>
                  </a:lnTo>
                  <a:lnTo>
                    <a:pt x="640" y="1115"/>
                  </a:lnTo>
                  <a:lnTo>
                    <a:pt x="627" y="1120"/>
                  </a:lnTo>
                  <a:lnTo>
                    <a:pt x="621" y="1121"/>
                  </a:lnTo>
                  <a:lnTo>
                    <a:pt x="606" y="1127"/>
                  </a:lnTo>
                  <a:lnTo>
                    <a:pt x="569" y="1202"/>
                  </a:lnTo>
                  <a:lnTo>
                    <a:pt x="541" y="1275"/>
                  </a:lnTo>
                  <a:lnTo>
                    <a:pt x="537" y="1282"/>
                  </a:lnTo>
                  <a:lnTo>
                    <a:pt x="370" y="1414"/>
                  </a:lnTo>
                  <a:lnTo>
                    <a:pt x="351" y="1422"/>
                  </a:lnTo>
                  <a:lnTo>
                    <a:pt x="344" y="1425"/>
                  </a:lnTo>
                  <a:lnTo>
                    <a:pt x="330" y="1431"/>
                  </a:lnTo>
                  <a:lnTo>
                    <a:pt x="317" y="1436"/>
                  </a:lnTo>
                  <a:lnTo>
                    <a:pt x="237" y="1470"/>
                  </a:lnTo>
                  <a:lnTo>
                    <a:pt x="210" y="1485"/>
                  </a:lnTo>
                  <a:lnTo>
                    <a:pt x="52" y="1368"/>
                  </a:lnTo>
                  <a:lnTo>
                    <a:pt x="49" y="1360"/>
                  </a:lnTo>
                  <a:lnTo>
                    <a:pt x="0" y="1244"/>
                  </a:lnTo>
                  <a:lnTo>
                    <a:pt x="5" y="1199"/>
                  </a:lnTo>
                  <a:lnTo>
                    <a:pt x="298" y="966"/>
                  </a:lnTo>
                  <a:lnTo>
                    <a:pt x="404" y="964"/>
                  </a:lnTo>
                  <a:lnTo>
                    <a:pt x="488" y="949"/>
                  </a:lnTo>
                  <a:lnTo>
                    <a:pt x="493" y="944"/>
                  </a:lnTo>
                  <a:lnTo>
                    <a:pt x="497" y="933"/>
                  </a:lnTo>
                  <a:lnTo>
                    <a:pt x="547" y="839"/>
                  </a:lnTo>
                  <a:lnTo>
                    <a:pt x="547" y="830"/>
                  </a:lnTo>
                  <a:lnTo>
                    <a:pt x="546" y="824"/>
                  </a:lnTo>
                  <a:lnTo>
                    <a:pt x="545" y="800"/>
                  </a:lnTo>
                  <a:lnTo>
                    <a:pt x="542" y="781"/>
                  </a:lnTo>
                  <a:lnTo>
                    <a:pt x="537" y="748"/>
                  </a:lnTo>
                  <a:lnTo>
                    <a:pt x="531" y="716"/>
                  </a:lnTo>
                  <a:lnTo>
                    <a:pt x="519" y="696"/>
                  </a:lnTo>
                  <a:lnTo>
                    <a:pt x="437" y="619"/>
                  </a:lnTo>
                  <a:lnTo>
                    <a:pt x="324" y="529"/>
                  </a:lnTo>
                  <a:lnTo>
                    <a:pt x="393" y="221"/>
                  </a:lnTo>
                  <a:lnTo>
                    <a:pt x="429" y="141"/>
                  </a:lnTo>
                  <a:lnTo>
                    <a:pt x="439" y="128"/>
                  </a:lnTo>
                  <a:lnTo>
                    <a:pt x="447" y="118"/>
                  </a:lnTo>
                  <a:lnTo>
                    <a:pt x="450" y="112"/>
                  </a:lnTo>
                  <a:lnTo>
                    <a:pt x="459" y="93"/>
                  </a:lnTo>
                  <a:lnTo>
                    <a:pt x="811" y="0"/>
                  </a:lnTo>
                  <a:lnTo>
                    <a:pt x="829" y="6"/>
                  </a:lnTo>
                  <a:lnTo>
                    <a:pt x="836" y="10"/>
                  </a:lnTo>
                  <a:lnTo>
                    <a:pt x="844" y="15"/>
                  </a:lnTo>
                  <a:lnTo>
                    <a:pt x="873" y="55"/>
                  </a:lnTo>
                  <a:lnTo>
                    <a:pt x="879" y="74"/>
                  </a:lnTo>
                  <a:lnTo>
                    <a:pt x="886" y="326"/>
                  </a:lnTo>
                  <a:lnTo>
                    <a:pt x="886" y="335"/>
                  </a:lnTo>
                  <a:lnTo>
                    <a:pt x="869" y="341"/>
                  </a:lnTo>
                  <a:lnTo>
                    <a:pt x="784" y="371"/>
                  </a:lnTo>
                  <a:lnTo>
                    <a:pt x="779" y="375"/>
                  </a:lnTo>
                  <a:lnTo>
                    <a:pt x="771" y="382"/>
                  </a:lnTo>
                  <a:lnTo>
                    <a:pt x="759" y="394"/>
                  </a:lnTo>
                  <a:lnTo>
                    <a:pt x="753" y="401"/>
                  </a:lnTo>
                  <a:lnTo>
                    <a:pt x="737" y="403"/>
                  </a:lnTo>
                  <a:lnTo>
                    <a:pt x="732" y="404"/>
                  </a:lnTo>
                  <a:lnTo>
                    <a:pt x="714" y="405"/>
                  </a:lnTo>
                  <a:lnTo>
                    <a:pt x="697" y="404"/>
                  </a:lnTo>
                  <a:lnTo>
                    <a:pt x="689" y="403"/>
                  </a:lnTo>
                  <a:lnTo>
                    <a:pt x="674" y="402"/>
                  </a:lnTo>
                  <a:lnTo>
                    <a:pt x="629" y="428"/>
                  </a:lnTo>
                  <a:lnTo>
                    <a:pt x="620" y="440"/>
                  </a:lnTo>
                  <a:lnTo>
                    <a:pt x="617" y="444"/>
                  </a:lnTo>
                  <a:lnTo>
                    <a:pt x="608" y="454"/>
                  </a:lnTo>
                  <a:lnTo>
                    <a:pt x="602" y="463"/>
                  </a:lnTo>
                  <a:lnTo>
                    <a:pt x="584" y="485"/>
                  </a:lnTo>
                  <a:lnTo>
                    <a:pt x="567" y="517"/>
                  </a:lnTo>
                  <a:lnTo>
                    <a:pt x="562" y="563"/>
                  </a:lnTo>
                  <a:lnTo>
                    <a:pt x="567" y="616"/>
                  </a:lnTo>
                  <a:lnTo>
                    <a:pt x="613" y="710"/>
                  </a:lnTo>
                  <a:lnTo>
                    <a:pt x="651" y="762"/>
                  </a:lnTo>
                  <a:lnTo>
                    <a:pt x="665" y="780"/>
                  </a:lnTo>
                  <a:lnTo>
                    <a:pt x="711" y="822"/>
                  </a:lnTo>
                  <a:lnTo>
                    <a:pt x="724" y="830"/>
                  </a:lnTo>
                  <a:lnTo>
                    <a:pt x="774" y="855"/>
                  </a:lnTo>
                  <a:lnTo>
                    <a:pt x="779" y="858"/>
                  </a:lnTo>
                  <a:lnTo>
                    <a:pt x="785" y="860"/>
                  </a:lnTo>
                  <a:lnTo>
                    <a:pt x="801" y="867"/>
                  </a:lnTo>
                  <a:lnTo>
                    <a:pt x="809" y="872"/>
                  </a:lnTo>
                  <a:lnTo>
                    <a:pt x="820" y="877"/>
                  </a:lnTo>
                  <a:lnTo>
                    <a:pt x="826" y="88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l1047"/>
            <p:cNvSpPr/>
            <p:nvPr/>
          </p:nvSpPr>
          <p:spPr>
            <a:xfrm>
              <a:off x="4389559" y="5850894"/>
              <a:ext cx="2709" cy="3411"/>
            </a:xfrm>
            <a:custGeom>
              <a:avLst/>
              <a:pathLst>
                <a:path w="2709" h="3411">
                  <a:moveTo>
                    <a:pt x="812" y="514"/>
                  </a:moveTo>
                  <a:lnTo>
                    <a:pt x="813" y="529"/>
                  </a:lnTo>
                  <a:lnTo>
                    <a:pt x="810" y="533"/>
                  </a:lnTo>
                  <a:lnTo>
                    <a:pt x="808" y="549"/>
                  </a:lnTo>
                  <a:lnTo>
                    <a:pt x="810" y="557"/>
                  </a:lnTo>
                  <a:lnTo>
                    <a:pt x="809" y="572"/>
                  </a:lnTo>
                  <a:lnTo>
                    <a:pt x="810" y="583"/>
                  </a:lnTo>
                  <a:lnTo>
                    <a:pt x="812" y="626"/>
                  </a:lnTo>
                  <a:lnTo>
                    <a:pt x="851" y="651"/>
                  </a:lnTo>
                  <a:lnTo>
                    <a:pt x="860" y="655"/>
                  </a:lnTo>
                  <a:lnTo>
                    <a:pt x="865" y="657"/>
                  </a:lnTo>
                  <a:lnTo>
                    <a:pt x="875" y="661"/>
                  </a:lnTo>
                  <a:lnTo>
                    <a:pt x="882" y="664"/>
                  </a:lnTo>
                  <a:lnTo>
                    <a:pt x="891" y="670"/>
                  </a:lnTo>
                  <a:lnTo>
                    <a:pt x="898" y="676"/>
                  </a:lnTo>
                  <a:lnTo>
                    <a:pt x="900" y="684"/>
                  </a:lnTo>
                  <a:lnTo>
                    <a:pt x="912" y="691"/>
                  </a:lnTo>
                  <a:lnTo>
                    <a:pt x="949" y="723"/>
                  </a:lnTo>
                  <a:lnTo>
                    <a:pt x="953" y="727"/>
                  </a:lnTo>
                  <a:lnTo>
                    <a:pt x="999" y="766"/>
                  </a:lnTo>
                  <a:lnTo>
                    <a:pt x="1026" y="789"/>
                  </a:lnTo>
                  <a:lnTo>
                    <a:pt x="1063" y="850"/>
                  </a:lnTo>
                  <a:lnTo>
                    <a:pt x="1097" y="937"/>
                  </a:lnTo>
                  <a:lnTo>
                    <a:pt x="1086" y="938"/>
                  </a:lnTo>
                  <a:lnTo>
                    <a:pt x="1072" y="935"/>
                  </a:lnTo>
                  <a:lnTo>
                    <a:pt x="1061" y="936"/>
                  </a:lnTo>
                  <a:lnTo>
                    <a:pt x="1048" y="955"/>
                  </a:lnTo>
                  <a:lnTo>
                    <a:pt x="1047" y="1005"/>
                  </a:lnTo>
                  <a:lnTo>
                    <a:pt x="1052" y="1020"/>
                  </a:lnTo>
                  <a:lnTo>
                    <a:pt x="1132" y="1137"/>
                  </a:lnTo>
                  <a:lnTo>
                    <a:pt x="1140" y="1147"/>
                  </a:lnTo>
                  <a:lnTo>
                    <a:pt x="1148" y="1156"/>
                  </a:lnTo>
                  <a:lnTo>
                    <a:pt x="1166" y="1164"/>
                  </a:lnTo>
                  <a:lnTo>
                    <a:pt x="1178" y="1169"/>
                  </a:lnTo>
                  <a:lnTo>
                    <a:pt x="1195" y="1176"/>
                  </a:lnTo>
                  <a:lnTo>
                    <a:pt x="1212" y="1183"/>
                  </a:lnTo>
                  <a:lnTo>
                    <a:pt x="1226" y="1189"/>
                  </a:lnTo>
                  <a:lnTo>
                    <a:pt x="1238" y="1202"/>
                  </a:lnTo>
                  <a:lnTo>
                    <a:pt x="1247" y="1208"/>
                  </a:lnTo>
                  <a:lnTo>
                    <a:pt x="1252" y="1216"/>
                  </a:lnTo>
                  <a:lnTo>
                    <a:pt x="1258" y="1234"/>
                  </a:lnTo>
                  <a:lnTo>
                    <a:pt x="1268" y="1244"/>
                  </a:lnTo>
                  <a:lnTo>
                    <a:pt x="1311" y="1233"/>
                  </a:lnTo>
                  <a:lnTo>
                    <a:pt x="1324" y="1227"/>
                  </a:lnTo>
                  <a:lnTo>
                    <a:pt x="1325" y="1222"/>
                  </a:lnTo>
                  <a:lnTo>
                    <a:pt x="1330" y="1210"/>
                  </a:lnTo>
                  <a:lnTo>
                    <a:pt x="1357" y="1166"/>
                  </a:lnTo>
                  <a:lnTo>
                    <a:pt x="1363" y="1158"/>
                  </a:lnTo>
                  <a:lnTo>
                    <a:pt x="1370" y="1148"/>
                  </a:lnTo>
                  <a:lnTo>
                    <a:pt x="1374" y="1136"/>
                  </a:lnTo>
                  <a:lnTo>
                    <a:pt x="1377" y="1124"/>
                  </a:lnTo>
                  <a:lnTo>
                    <a:pt x="1416" y="1065"/>
                  </a:lnTo>
                  <a:lnTo>
                    <a:pt x="1426" y="1060"/>
                  </a:lnTo>
                  <a:lnTo>
                    <a:pt x="1434" y="1056"/>
                  </a:lnTo>
                  <a:lnTo>
                    <a:pt x="1443" y="1052"/>
                  </a:lnTo>
                  <a:lnTo>
                    <a:pt x="1447" y="1049"/>
                  </a:lnTo>
                  <a:lnTo>
                    <a:pt x="1451" y="1046"/>
                  </a:lnTo>
                  <a:lnTo>
                    <a:pt x="1455" y="1048"/>
                  </a:lnTo>
                  <a:lnTo>
                    <a:pt x="1517" y="1084"/>
                  </a:lnTo>
                  <a:lnTo>
                    <a:pt x="1529" y="1087"/>
                  </a:lnTo>
                  <a:lnTo>
                    <a:pt x="1543" y="1098"/>
                  </a:lnTo>
                  <a:lnTo>
                    <a:pt x="1595" y="1218"/>
                  </a:lnTo>
                  <a:lnTo>
                    <a:pt x="1606" y="1315"/>
                  </a:lnTo>
                  <a:lnTo>
                    <a:pt x="1601" y="1332"/>
                  </a:lnTo>
                  <a:lnTo>
                    <a:pt x="1588" y="1356"/>
                  </a:lnTo>
                  <a:lnTo>
                    <a:pt x="1582" y="1368"/>
                  </a:lnTo>
                  <a:lnTo>
                    <a:pt x="1565" y="1401"/>
                  </a:lnTo>
                  <a:lnTo>
                    <a:pt x="1561" y="1408"/>
                  </a:lnTo>
                  <a:lnTo>
                    <a:pt x="1557" y="1414"/>
                  </a:lnTo>
                  <a:lnTo>
                    <a:pt x="1536" y="1444"/>
                  </a:lnTo>
                  <a:lnTo>
                    <a:pt x="1469" y="1510"/>
                  </a:lnTo>
                  <a:lnTo>
                    <a:pt x="1307" y="1626"/>
                  </a:lnTo>
                  <a:lnTo>
                    <a:pt x="1270" y="1652"/>
                  </a:lnTo>
                  <a:lnTo>
                    <a:pt x="1177" y="1676"/>
                  </a:lnTo>
                  <a:lnTo>
                    <a:pt x="1163" y="1674"/>
                  </a:lnTo>
                  <a:lnTo>
                    <a:pt x="1131" y="1688"/>
                  </a:lnTo>
                  <a:lnTo>
                    <a:pt x="1122" y="1702"/>
                  </a:lnTo>
                  <a:lnTo>
                    <a:pt x="1108" y="1826"/>
                  </a:lnTo>
                  <a:lnTo>
                    <a:pt x="1108" y="1886"/>
                  </a:lnTo>
                  <a:lnTo>
                    <a:pt x="1108" y="1896"/>
                  </a:lnTo>
                  <a:lnTo>
                    <a:pt x="1119" y="1917"/>
                  </a:lnTo>
                  <a:lnTo>
                    <a:pt x="1128" y="1934"/>
                  </a:lnTo>
                  <a:lnTo>
                    <a:pt x="1131" y="1939"/>
                  </a:lnTo>
                  <a:lnTo>
                    <a:pt x="1135" y="1948"/>
                  </a:lnTo>
                  <a:lnTo>
                    <a:pt x="1155" y="1984"/>
                  </a:lnTo>
                  <a:lnTo>
                    <a:pt x="1265" y="2104"/>
                  </a:lnTo>
                  <a:lnTo>
                    <a:pt x="1271" y="2109"/>
                  </a:lnTo>
                  <a:lnTo>
                    <a:pt x="1302" y="1985"/>
                  </a:lnTo>
                  <a:lnTo>
                    <a:pt x="1330" y="1914"/>
                  </a:lnTo>
                  <a:lnTo>
                    <a:pt x="1342" y="1889"/>
                  </a:lnTo>
                  <a:lnTo>
                    <a:pt x="1346" y="1884"/>
                  </a:lnTo>
                  <a:lnTo>
                    <a:pt x="1359" y="1874"/>
                  </a:lnTo>
                  <a:lnTo>
                    <a:pt x="1376" y="1862"/>
                  </a:lnTo>
                  <a:lnTo>
                    <a:pt x="1384" y="1856"/>
                  </a:lnTo>
                  <a:lnTo>
                    <a:pt x="1399" y="1845"/>
                  </a:lnTo>
                  <a:lnTo>
                    <a:pt x="1423" y="1827"/>
                  </a:lnTo>
                  <a:lnTo>
                    <a:pt x="1475" y="1789"/>
                  </a:lnTo>
                  <a:lnTo>
                    <a:pt x="1502" y="1778"/>
                  </a:lnTo>
                  <a:lnTo>
                    <a:pt x="1508" y="1776"/>
                  </a:lnTo>
                  <a:lnTo>
                    <a:pt x="1541" y="1763"/>
                  </a:lnTo>
                  <a:lnTo>
                    <a:pt x="1546" y="1761"/>
                  </a:lnTo>
                  <a:lnTo>
                    <a:pt x="1577" y="1750"/>
                  </a:lnTo>
                  <a:lnTo>
                    <a:pt x="1587" y="1747"/>
                  </a:lnTo>
                  <a:lnTo>
                    <a:pt x="1733" y="1718"/>
                  </a:lnTo>
                  <a:lnTo>
                    <a:pt x="1779" y="1728"/>
                  </a:lnTo>
                  <a:lnTo>
                    <a:pt x="1786" y="1731"/>
                  </a:lnTo>
                  <a:lnTo>
                    <a:pt x="1821" y="1739"/>
                  </a:lnTo>
                  <a:lnTo>
                    <a:pt x="1847" y="1745"/>
                  </a:lnTo>
                  <a:lnTo>
                    <a:pt x="1884" y="1765"/>
                  </a:lnTo>
                  <a:lnTo>
                    <a:pt x="2061" y="1680"/>
                  </a:lnTo>
                  <a:lnTo>
                    <a:pt x="2067" y="1673"/>
                  </a:lnTo>
                  <a:lnTo>
                    <a:pt x="2074" y="1668"/>
                  </a:lnTo>
                  <a:lnTo>
                    <a:pt x="2078" y="1659"/>
                  </a:lnTo>
                  <a:lnTo>
                    <a:pt x="2084" y="1648"/>
                  </a:lnTo>
                  <a:lnTo>
                    <a:pt x="2090" y="1637"/>
                  </a:lnTo>
                  <a:lnTo>
                    <a:pt x="2094" y="1630"/>
                  </a:lnTo>
                  <a:lnTo>
                    <a:pt x="2110" y="1620"/>
                  </a:lnTo>
                  <a:lnTo>
                    <a:pt x="2128" y="1620"/>
                  </a:lnTo>
                  <a:lnTo>
                    <a:pt x="2141" y="1625"/>
                  </a:lnTo>
                  <a:lnTo>
                    <a:pt x="2161" y="1628"/>
                  </a:lnTo>
                  <a:lnTo>
                    <a:pt x="2171" y="1625"/>
                  </a:lnTo>
                  <a:lnTo>
                    <a:pt x="2178" y="1623"/>
                  </a:lnTo>
                  <a:lnTo>
                    <a:pt x="2184" y="1621"/>
                  </a:lnTo>
                  <a:lnTo>
                    <a:pt x="2201" y="1611"/>
                  </a:lnTo>
                  <a:lnTo>
                    <a:pt x="2214" y="1591"/>
                  </a:lnTo>
                  <a:lnTo>
                    <a:pt x="2229" y="1575"/>
                  </a:lnTo>
                  <a:lnTo>
                    <a:pt x="2238" y="1573"/>
                  </a:lnTo>
                  <a:lnTo>
                    <a:pt x="2245" y="1573"/>
                  </a:lnTo>
                  <a:lnTo>
                    <a:pt x="2254" y="1574"/>
                  </a:lnTo>
                  <a:lnTo>
                    <a:pt x="2276" y="1575"/>
                  </a:lnTo>
                  <a:lnTo>
                    <a:pt x="2290" y="1573"/>
                  </a:lnTo>
                  <a:lnTo>
                    <a:pt x="2314" y="1573"/>
                  </a:lnTo>
                  <a:lnTo>
                    <a:pt x="2318" y="1582"/>
                  </a:lnTo>
                  <a:lnTo>
                    <a:pt x="2324" y="1597"/>
                  </a:lnTo>
                  <a:lnTo>
                    <a:pt x="2320" y="1627"/>
                  </a:lnTo>
                  <a:lnTo>
                    <a:pt x="2612" y="1668"/>
                  </a:lnTo>
                  <a:lnTo>
                    <a:pt x="2620" y="1669"/>
                  </a:lnTo>
                  <a:lnTo>
                    <a:pt x="2627" y="1669"/>
                  </a:lnTo>
                  <a:lnTo>
                    <a:pt x="2638" y="1675"/>
                  </a:lnTo>
                  <a:lnTo>
                    <a:pt x="2646" y="1680"/>
                  </a:lnTo>
                  <a:lnTo>
                    <a:pt x="2660" y="1687"/>
                  </a:lnTo>
                  <a:lnTo>
                    <a:pt x="2666" y="1694"/>
                  </a:lnTo>
                  <a:lnTo>
                    <a:pt x="2675" y="1703"/>
                  </a:lnTo>
                  <a:lnTo>
                    <a:pt x="2679" y="1707"/>
                  </a:lnTo>
                  <a:lnTo>
                    <a:pt x="2706" y="1751"/>
                  </a:lnTo>
                  <a:lnTo>
                    <a:pt x="2708" y="1767"/>
                  </a:lnTo>
                  <a:lnTo>
                    <a:pt x="2709" y="1778"/>
                  </a:lnTo>
                  <a:lnTo>
                    <a:pt x="2703" y="1805"/>
                  </a:lnTo>
                  <a:lnTo>
                    <a:pt x="2702" y="1812"/>
                  </a:lnTo>
                  <a:lnTo>
                    <a:pt x="2699" y="1826"/>
                  </a:lnTo>
                  <a:lnTo>
                    <a:pt x="2586" y="1981"/>
                  </a:lnTo>
                  <a:lnTo>
                    <a:pt x="2573" y="1998"/>
                  </a:lnTo>
                  <a:lnTo>
                    <a:pt x="2501" y="2010"/>
                  </a:lnTo>
                  <a:lnTo>
                    <a:pt x="2474" y="2007"/>
                  </a:lnTo>
                  <a:lnTo>
                    <a:pt x="2439" y="1992"/>
                  </a:lnTo>
                  <a:lnTo>
                    <a:pt x="2435" y="1988"/>
                  </a:lnTo>
                  <a:lnTo>
                    <a:pt x="2430" y="1986"/>
                  </a:lnTo>
                  <a:lnTo>
                    <a:pt x="2423" y="1984"/>
                  </a:lnTo>
                  <a:lnTo>
                    <a:pt x="2417" y="1983"/>
                  </a:lnTo>
                  <a:lnTo>
                    <a:pt x="2370" y="1935"/>
                  </a:lnTo>
                  <a:lnTo>
                    <a:pt x="2365" y="1921"/>
                  </a:lnTo>
                  <a:lnTo>
                    <a:pt x="2363" y="1915"/>
                  </a:lnTo>
                  <a:lnTo>
                    <a:pt x="2356" y="1894"/>
                  </a:lnTo>
                  <a:lnTo>
                    <a:pt x="2349" y="1887"/>
                  </a:lnTo>
                  <a:lnTo>
                    <a:pt x="2335" y="1877"/>
                  </a:lnTo>
                  <a:lnTo>
                    <a:pt x="2310" y="1871"/>
                  </a:lnTo>
                  <a:lnTo>
                    <a:pt x="2295" y="1870"/>
                  </a:lnTo>
                  <a:lnTo>
                    <a:pt x="2284" y="1881"/>
                  </a:lnTo>
                  <a:lnTo>
                    <a:pt x="2236" y="1922"/>
                  </a:lnTo>
                  <a:lnTo>
                    <a:pt x="2198" y="1956"/>
                  </a:lnTo>
                  <a:lnTo>
                    <a:pt x="2119" y="2025"/>
                  </a:lnTo>
                  <a:lnTo>
                    <a:pt x="1790" y="2248"/>
                  </a:lnTo>
                  <a:lnTo>
                    <a:pt x="1783" y="2257"/>
                  </a:lnTo>
                  <a:lnTo>
                    <a:pt x="1775" y="2260"/>
                  </a:lnTo>
                  <a:lnTo>
                    <a:pt x="1769" y="2263"/>
                  </a:lnTo>
                  <a:lnTo>
                    <a:pt x="1758" y="2271"/>
                  </a:lnTo>
                  <a:lnTo>
                    <a:pt x="1750" y="2276"/>
                  </a:lnTo>
                  <a:lnTo>
                    <a:pt x="1715" y="2364"/>
                  </a:lnTo>
                  <a:lnTo>
                    <a:pt x="1720" y="2376"/>
                  </a:lnTo>
                  <a:lnTo>
                    <a:pt x="1727" y="2383"/>
                  </a:lnTo>
                  <a:lnTo>
                    <a:pt x="1731" y="2393"/>
                  </a:lnTo>
                  <a:lnTo>
                    <a:pt x="1735" y="2410"/>
                  </a:lnTo>
                  <a:lnTo>
                    <a:pt x="1750" y="2446"/>
                  </a:lnTo>
                  <a:lnTo>
                    <a:pt x="1757" y="2453"/>
                  </a:lnTo>
                  <a:lnTo>
                    <a:pt x="1762" y="2459"/>
                  </a:lnTo>
                  <a:lnTo>
                    <a:pt x="1767" y="2465"/>
                  </a:lnTo>
                  <a:lnTo>
                    <a:pt x="1778" y="2471"/>
                  </a:lnTo>
                  <a:lnTo>
                    <a:pt x="1787" y="2475"/>
                  </a:lnTo>
                  <a:lnTo>
                    <a:pt x="1799" y="2482"/>
                  </a:lnTo>
                  <a:lnTo>
                    <a:pt x="1820" y="2457"/>
                  </a:lnTo>
                  <a:lnTo>
                    <a:pt x="1828" y="2447"/>
                  </a:lnTo>
                  <a:lnTo>
                    <a:pt x="1843" y="2420"/>
                  </a:lnTo>
                  <a:lnTo>
                    <a:pt x="1928" y="2579"/>
                  </a:lnTo>
                  <a:lnTo>
                    <a:pt x="2182" y="3110"/>
                  </a:lnTo>
                  <a:lnTo>
                    <a:pt x="2184" y="3116"/>
                  </a:lnTo>
                  <a:lnTo>
                    <a:pt x="2198" y="3162"/>
                  </a:lnTo>
                  <a:lnTo>
                    <a:pt x="2200" y="3168"/>
                  </a:lnTo>
                  <a:lnTo>
                    <a:pt x="2202" y="3182"/>
                  </a:lnTo>
                  <a:lnTo>
                    <a:pt x="2202" y="3198"/>
                  </a:lnTo>
                  <a:lnTo>
                    <a:pt x="2189" y="3215"/>
                  </a:lnTo>
                  <a:lnTo>
                    <a:pt x="2182" y="3224"/>
                  </a:lnTo>
                  <a:lnTo>
                    <a:pt x="2124" y="3222"/>
                  </a:lnTo>
                  <a:lnTo>
                    <a:pt x="1999" y="3103"/>
                  </a:lnTo>
                  <a:lnTo>
                    <a:pt x="1907" y="3015"/>
                  </a:lnTo>
                  <a:lnTo>
                    <a:pt x="1896" y="2994"/>
                  </a:lnTo>
                  <a:lnTo>
                    <a:pt x="1883" y="2983"/>
                  </a:lnTo>
                  <a:lnTo>
                    <a:pt x="1874" y="2975"/>
                  </a:lnTo>
                  <a:lnTo>
                    <a:pt x="1852" y="2956"/>
                  </a:lnTo>
                  <a:lnTo>
                    <a:pt x="1819" y="2930"/>
                  </a:lnTo>
                  <a:lnTo>
                    <a:pt x="1783" y="2896"/>
                  </a:lnTo>
                  <a:lnTo>
                    <a:pt x="1770" y="2880"/>
                  </a:lnTo>
                  <a:lnTo>
                    <a:pt x="1764" y="2877"/>
                  </a:lnTo>
                  <a:lnTo>
                    <a:pt x="1753" y="2867"/>
                  </a:lnTo>
                  <a:lnTo>
                    <a:pt x="1625" y="2727"/>
                  </a:lnTo>
                  <a:lnTo>
                    <a:pt x="1619" y="2682"/>
                  </a:lnTo>
                  <a:lnTo>
                    <a:pt x="1614" y="2675"/>
                  </a:lnTo>
                  <a:lnTo>
                    <a:pt x="1610" y="2672"/>
                  </a:lnTo>
                  <a:lnTo>
                    <a:pt x="1604" y="2668"/>
                  </a:lnTo>
                  <a:lnTo>
                    <a:pt x="1572" y="2653"/>
                  </a:lnTo>
                  <a:lnTo>
                    <a:pt x="1558" y="2649"/>
                  </a:lnTo>
                  <a:lnTo>
                    <a:pt x="1552" y="2651"/>
                  </a:lnTo>
                  <a:lnTo>
                    <a:pt x="1547" y="2653"/>
                  </a:lnTo>
                  <a:lnTo>
                    <a:pt x="1547" y="2660"/>
                  </a:lnTo>
                  <a:lnTo>
                    <a:pt x="1536" y="2665"/>
                  </a:lnTo>
                  <a:lnTo>
                    <a:pt x="1535" y="2671"/>
                  </a:lnTo>
                  <a:lnTo>
                    <a:pt x="1530" y="2674"/>
                  </a:lnTo>
                  <a:lnTo>
                    <a:pt x="1524" y="2682"/>
                  </a:lnTo>
                  <a:lnTo>
                    <a:pt x="1520" y="2686"/>
                  </a:lnTo>
                  <a:lnTo>
                    <a:pt x="1511" y="2690"/>
                  </a:lnTo>
                  <a:lnTo>
                    <a:pt x="1502" y="2690"/>
                  </a:lnTo>
                  <a:lnTo>
                    <a:pt x="1498" y="2697"/>
                  </a:lnTo>
                  <a:lnTo>
                    <a:pt x="1479" y="2719"/>
                  </a:lnTo>
                  <a:lnTo>
                    <a:pt x="1484" y="2739"/>
                  </a:lnTo>
                  <a:lnTo>
                    <a:pt x="1484" y="2746"/>
                  </a:lnTo>
                  <a:lnTo>
                    <a:pt x="1486" y="2753"/>
                  </a:lnTo>
                  <a:lnTo>
                    <a:pt x="1478" y="2784"/>
                  </a:lnTo>
                  <a:lnTo>
                    <a:pt x="1479" y="2816"/>
                  </a:lnTo>
                  <a:lnTo>
                    <a:pt x="1477" y="2824"/>
                  </a:lnTo>
                  <a:lnTo>
                    <a:pt x="1477" y="2841"/>
                  </a:lnTo>
                  <a:lnTo>
                    <a:pt x="1477" y="2853"/>
                  </a:lnTo>
                  <a:lnTo>
                    <a:pt x="1468" y="2889"/>
                  </a:lnTo>
                  <a:lnTo>
                    <a:pt x="1466" y="2910"/>
                  </a:lnTo>
                  <a:lnTo>
                    <a:pt x="1502" y="2934"/>
                  </a:lnTo>
                  <a:lnTo>
                    <a:pt x="1517" y="2941"/>
                  </a:lnTo>
                  <a:lnTo>
                    <a:pt x="1540" y="2960"/>
                  </a:lnTo>
                  <a:lnTo>
                    <a:pt x="1626" y="3167"/>
                  </a:lnTo>
                  <a:lnTo>
                    <a:pt x="1635" y="3227"/>
                  </a:lnTo>
                  <a:lnTo>
                    <a:pt x="1638" y="3242"/>
                  </a:lnTo>
                  <a:lnTo>
                    <a:pt x="1637" y="3251"/>
                  </a:lnTo>
                  <a:lnTo>
                    <a:pt x="1638" y="3279"/>
                  </a:lnTo>
                  <a:lnTo>
                    <a:pt x="1632" y="3372"/>
                  </a:lnTo>
                  <a:lnTo>
                    <a:pt x="1617" y="3405"/>
                  </a:lnTo>
                  <a:lnTo>
                    <a:pt x="1614" y="3411"/>
                  </a:lnTo>
                  <a:lnTo>
                    <a:pt x="1587" y="3402"/>
                  </a:lnTo>
                  <a:lnTo>
                    <a:pt x="1584" y="3395"/>
                  </a:lnTo>
                  <a:lnTo>
                    <a:pt x="1574" y="3388"/>
                  </a:lnTo>
                  <a:lnTo>
                    <a:pt x="1566" y="3373"/>
                  </a:lnTo>
                  <a:lnTo>
                    <a:pt x="1547" y="3357"/>
                  </a:lnTo>
                  <a:lnTo>
                    <a:pt x="1534" y="3349"/>
                  </a:lnTo>
                  <a:lnTo>
                    <a:pt x="1524" y="3340"/>
                  </a:lnTo>
                  <a:lnTo>
                    <a:pt x="1502" y="3319"/>
                  </a:lnTo>
                  <a:lnTo>
                    <a:pt x="1465" y="3274"/>
                  </a:lnTo>
                  <a:lnTo>
                    <a:pt x="1424" y="3188"/>
                  </a:lnTo>
                  <a:lnTo>
                    <a:pt x="1419" y="3168"/>
                  </a:lnTo>
                  <a:lnTo>
                    <a:pt x="1413" y="3156"/>
                  </a:lnTo>
                  <a:lnTo>
                    <a:pt x="1405" y="3139"/>
                  </a:lnTo>
                  <a:lnTo>
                    <a:pt x="1398" y="3125"/>
                  </a:lnTo>
                  <a:lnTo>
                    <a:pt x="1393" y="3119"/>
                  </a:lnTo>
                  <a:lnTo>
                    <a:pt x="1386" y="3110"/>
                  </a:lnTo>
                  <a:lnTo>
                    <a:pt x="1377" y="3108"/>
                  </a:lnTo>
                  <a:lnTo>
                    <a:pt x="1367" y="3107"/>
                  </a:lnTo>
                  <a:lnTo>
                    <a:pt x="1362" y="3111"/>
                  </a:lnTo>
                  <a:lnTo>
                    <a:pt x="1358" y="3122"/>
                  </a:lnTo>
                  <a:lnTo>
                    <a:pt x="1352" y="3135"/>
                  </a:lnTo>
                  <a:lnTo>
                    <a:pt x="1345" y="3138"/>
                  </a:lnTo>
                  <a:lnTo>
                    <a:pt x="1336" y="3139"/>
                  </a:lnTo>
                  <a:lnTo>
                    <a:pt x="1328" y="3140"/>
                  </a:lnTo>
                  <a:lnTo>
                    <a:pt x="1302" y="3161"/>
                  </a:lnTo>
                  <a:lnTo>
                    <a:pt x="1286" y="3181"/>
                  </a:lnTo>
                  <a:lnTo>
                    <a:pt x="1281" y="3184"/>
                  </a:lnTo>
                  <a:lnTo>
                    <a:pt x="1263" y="3204"/>
                  </a:lnTo>
                  <a:lnTo>
                    <a:pt x="1241" y="3261"/>
                  </a:lnTo>
                  <a:lnTo>
                    <a:pt x="1194" y="3332"/>
                  </a:lnTo>
                  <a:lnTo>
                    <a:pt x="1172" y="3358"/>
                  </a:lnTo>
                  <a:lnTo>
                    <a:pt x="1142" y="3365"/>
                  </a:lnTo>
                  <a:lnTo>
                    <a:pt x="1117" y="3371"/>
                  </a:lnTo>
                  <a:lnTo>
                    <a:pt x="1108" y="3372"/>
                  </a:lnTo>
                  <a:lnTo>
                    <a:pt x="1069" y="3382"/>
                  </a:lnTo>
                  <a:lnTo>
                    <a:pt x="1060" y="3383"/>
                  </a:lnTo>
                  <a:lnTo>
                    <a:pt x="1057" y="3377"/>
                  </a:lnTo>
                  <a:lnTo>
                    <a:pt x="1050" y="3368"/>
                  </a:lnTo>
                  <a:lnTo>
                    <a:pt x="1046" y="3362"/>
                  </a:lnTo>
                  <a:lnTo>
                    <a:pt x="1049" y="3357"/>
                  </a:lnTo>
                  <a:lnTo>
                    <a:pt x="1049" y="3339"/>
                  </a:lnTo>
                  <a:lnTo>
                    <a:pt x="1053" y="3327"/>
                  </a:lnTo>
                  <a:lnTo>
                    <a:pt x="1059" y="3319"/>
                  </a:lnTo>
                  <a:lnTo>
                    <a:pt x="1045" y="3314"/>
                  </a:lnTo>
                  <a:lnTo>
                    <a:pt x="1028" y="3303"/>
                  </a:lnTo>
                  <a:lnTo>
                    <a:pt x="1016" y="3297"/>
                  </a:lnTo>
                  <a:lnTo>
                    <a:pt x="1009" y="3293"/>
                  </a:lnTo>
                  <a:lnTo>
                    <a:pt x="1001" y="3288"/>
                  </a:lnTo>
                  <a:lnTo>
                    <a:pt x="996" y="3273"/>
                  </a:lnTo>
                  <a:lnTo>
                    <a:pt x="996" y="3266"/>
                  </a:lnTo>
                  <a:lnTo>
                    <a:pt x="987" y="3261"/>
                  </a:lnTo>
                  <a:lnTo>
                    <a:pt x="977" y="3231"/>
                  </a:lnTo>
                  <a:lnTo>
                    <a:pt x="964" y="3221"/>
                  </a:lnTo>
                  <a:lnTo>
                    <a:pt x="947" y="3217"/>
                  </a:lnTo>
                  <a:lnTo>
                    <a:pt x="933" y="3222"/>
                  </a:lnTo>
                  <a:lnTo>
                    <a:pt x="919" y="3227"/>
                  </a:lnTo>
                  <a:lnTo>
                    <a:pt x="915" y="3240"/>
                  </a:lnTo>
                  <a:lnTo>
                    <a:pt x="913" y="3249"/>
                  </a:lnTo>
                  <a:lnTo>
                    <a:pt x="906" y="3256"/>
                  </a:lnTo>
                  <a:lnTo>
                    <a:pt x="887" y="3290"/>
                  </a:lnTo>
                  <a:lnTo>
                    <a:pt x="872" y="3297"/>
                  </a:lnTo>
                  <a:lnTo>
                    <a:pt x="864" y="3296"/>
                  </a:lnTo>
                  <a:lnTo>
                    <a:pt x="854" y="3294"/>
                  </a:lnTo>
                  <a:lnTo>
                    <a:pt x="839" y="3296"/>
                  </a:lnTo>
                  <a:lnTo>
                    <a:pt x="823" y="3298"/>
                  </a:lnTo>
                  <a:lnTo>
                    <a:pt x="798" y="3296"/>
                  </a:lnTo>
                  <a:lnTo>
                    <a:pt x="786" y="3296"/>
                  </a:lnTo>
                  <a:lnTo>
                    <a:pt x="765" y="3294"/>
                  </a:lnTo>
                  <a:lnTo>
                    <a:pt x="743" y="3291"/>
                  </a:lnTo>
                  <a:lnTo>
                    <a:pt x="725" y="3288"/>
                  </a:lnTo>
                  <a:lnTo>
                    <a:pt x="713" y="3286"/>
                  </a:lnTo>
                  <a:lnTo>
                    <a:pt x="700" y="3273"/>
                  </a:lnTo>
                  <a:lnTo>
                    <a:pt x="692" y="3263"/>
                  </a:lnTo>
                  <a:lnTo>
                    <a:pt x="687" y="3256"/>
                  </a:lnTo>
                  <a:lnTo>
                    <a:pt x="680" y="3234"/>
                  </a:lnTo>
                  <a:lnTo>
                    <a:pt x="648" y="3220"/>
                  </a:lnTo>
                  <a:lnTo>
                    <a:pt x="625" y="3211"/>
                  </a:lnTo>
                  <a:lnTo>
                    <a:pt x="603" y="3207"/>
                  </a:lnTo>
                  <a:lnTo>
                    <a:pt x="587" y="3202"/>
                  </a:lnTo>
                  <a:lnTo>
                    <a:pt x="580" y="3194"/>
                  </a:lnTo>
                  <a:lnTo>
                    <a:pt x="574" y="3187"/>
                  </a:lnTo>
                  <a:lnTo>
                    <a:pt x="567" y="3165"/>
                  </a:lnTo>
                  <a:lnTo>
                    <a:pt x="551" y="3146"/>
                  </a:lnTo>
                  <a:lnTo>
                    <a:pt x="546" y="3139"/>
                  </a:lnTo>
                  <a:lnTo>
                    <a:pt x="537" y="3124"/>
                  </a:lnTo>
                  <a:lnTo>
                    <a:pt x="521" y="3106"/>
                  </a:lnTo>
                  <a:lnTo>
                    <a:pt x="519" y="3098"/>
                  </a:lnTo>
                  <a:lnTo>
                    <a:pt x="514" y="3080"/>
                  </a:lnTo>
                  <a:lnTo>
                    <a:pt x="512" y="3073"/>
                  </a:lnTo>
                  <a:lnTo>
                    <a:pt x="509" y="3068"/>
                  </a:lnTo>
                  <a:lnTo>
                    <a:pt x="510" y="3062"/>
                  </a:lnTo>
                  <a:lnTo>
                    <a:pt x="513" y="3045"/>
                  </a:lnTo>
                  <a:lnTo>
                    <a:pt x="514" y="3012"/>
                  </a:lnTo>
                  <a:lnTo>
                    <a:pt x="510" y="2995"/>
                  </a:lnTo>
                  <a:lnTo>
                    <a:pt x="536" y="2914"/>
                  </a:lnTo>
                  <a:lnTo>
                    <a:pt x="566" y="2871"/>
                  </a:lnTo>
                  <a:lnTo>
                    <a:pt x="583" y="2858"/>
                  </a:lnTo>
                  <a:lnTo>
                    <a:pt x="592" y="2851"/>
                  </a:lnTo>
                  <a:lnTo>
                    <a:pt x="639" y="2841"/>
                  </a:lnTo>
                  <a:lnTo>
                    <a:pt x="652" y="2841"/>
                  </a:lnTo>
                  <a:lnTo>
                    <a:pt x="661" y="2839"/>
                  </a:lnTo>
                  <a:lnTo>
                    <a:pt x="667" y="2838"/>
                  </a:lnTo>
                  <a:lnTo>
                    <a:pt x="684" y="2831"/>
                  </a:lnTo>
                  <a:lnTo>
                    <a:pt x="825" y="2707"/>
                  </a:lnTo>
                  <a:lnTo>
                    <a:pt x="833" y="2700"/>
                  </a:lnTo>
                  <a:lnTo>
                    <a:pt x="893" y="2152"/>
                  </a:lnTo>
                  <a:lnTo>
                    <a:pt x="895" y="2144"/>
                  </a:lnTo>
                  <a:lnTo>
                    <a:pt x="895" y="2135"/>
                  </a:lnTo>
                  <a:lnTo>
                    <a:pt x="897" y="2117"/>
                  </a:lnTo>
                  <a:lnTo>
                    <a:pt x="903" y="2059"/>
                  </a:lnTo>
                  <a:lnTo>
                    <a:pt x="902" y="2021"/>
                  </a:lnTo>
                  <a:lnTo>
                    <a:pt x="900" y="1932"/>
                  </a:lnTo>
                  <a:lnTo>
                    <a:pt x="891" y="1629"/>
                  </a:lnTo>
                  <a:lnTo>
                    <a:pt x="891" y="1621"/>
                  </a:lnTo>
                  <a:lnTo>
                    <a:pt x="888" y="1604"/>
                  </a:lnTo>
                  <a:lnTo>
                    <a:pt x="887" y="1598"/>
                  </a:lnTo>
                  <a:lnTo>
                    <a:pt x="859" y="1443"/>
                  </a:lnTo>
                  <a:lnTo>
                    <a:pt x="792" y="1236"/>
                  </a:lnTo>
                  <a:lnTo>
                    <a:pt x="795" y="1230"/>
                  </a:lnTo>
                  <a:lnTo>
                    <a:pt x="799" y="1222"/>
                  </a:lnTo>
                  <a:lnTo>
                    <a:pt x="803" y="1216"/>
                  </a:lnTo>
                  <a:lnTo>
                    <a:pt x="802" y="1207"/>
                  </a:lnTo>
                  <a:lnTo>
                    <a:pt x="797" y="1198"/>
                  </a:lnTo>
                  <a:lnTo>
                    <a:pt x="786" y="1190"/>
                  </a:lnTo>
                  <a:lnTo>
                    <a:pt x="781" y="1186"/>
                  </a:lnTo>
                  <a:lnTo>
                    <a:pt x="767" y="1186"/>
                  </a:lnTo>
                  <a:lnTo>
                    <a:pt x="760" y="1189"/>
                  </a:lnTo>
                  <a:lnTo>
                    <a:pt x="749" y="1195"/>
                  </a:lnTo>
                  <a:lnTo>
                    <a:pt x="744" y="1197"/>
                  </a:lnTo>
                  <a:lnTo>
                    <a:pt x="678" y="1157"/>
                  </a:lnTo>
                  <a:lnTo>
                    <a:pt x="658" y="1149"/>
                  </a:lnTo>
                  <a:lnTo>
                    <a:pt x="555" y="1106"/>
                  </a:lnTo>
                  <a:lnTo>
                    <a:pt x="547" y="1107"/>
                  </a:lnTo>
                  <a:lnTo>
                    <a:pt x="542" y="1108"/>
                  </a:lnTo>
                  <a:lnTo>
                    <a:pt x="536" y="1111"/>
                  </a:lnTo>
                  <a:lnTo>
                    <a:pt x="533" y="1116"/>
                  </a:lnTo>
                  <a:lnTo>
                    <a:pt x="520" y="1124"/>
                  </a:lnTo>
                  <a:lnTo>
                    <a:pt x="515" y="1126"/>
                  </a:lnTo>
                  <a:lnTo>
                    <a:pt x="504" y="1132"/>
                  </a:lnTo>
                  <a:lnTo>
                    <a:pt x="497" y="1133"/>
                  </a:lnTo>
                  <a:lnTo>
                    <a:pt x="486" y="1140"/>
                  </a:lnTo>
                  <a:lnTo>
                    <a:pt x="487" y="1151"/>
                  </a:lnTo>
                  <a:lnTo>
                    <a:pt x="486" y="1161"/>
                  </a:lnTo>
                  <a:lnTo>
                    <a:pt x="487" y="1166"/>
                  </a:lnTo>
                  <a:lnTo>
                    <a:pt x="489" y="1253"/>
                  </a:lnTo>
                  <a:lnTo>
                    <a:pt x="488" y="1360"/>
                  </a:lnTo>
                  <a:lnTo>
                    <a:pt x="489" y="1423"/>
                  </a:lnTo>
                  <a:lnTo>
                    <a:pt x="475" y="1444"/>
                  </a:lnTo>
                  <a:lnTo>
                    <a:pt x="439" y="1469"/>
                  </a:lnTo>
                  <a:lnTo>
                    <a:pt x="216" y="1604"/>
                  </a:lnTo>
                  <a:lnTo>
                    <a:pt x="38" y="1609"/>
                  </a:lnTo>
                  <a:lnTo>
                    <a:pt x="9" y="1598"/>
                  </a:lnTo>
                  <a:lnTo>
                    <a:pt x="2" y="1583"/>
                  </a:lnTo>
                  <a:lnTo>
                    <a:pt x="3" y="1577"/>
                  </a:lnTo>
                  <a:lnTo>
                    <a:pt x="2" y="1571"/>
                  </a:lnTo>
                  <a:lnTo>
                    <a:pt x="2" y="1562"/>
                  </a:lnTo>
                  <a:lnTo>
                    <a:pt x="2" y="1551"/>
                  </a:lnTo>
                  <a:lnTo>
                    <a:pt x="1" y="1544"/>
                  </a:lnTo>
                  <a:lnTo>
                    <a:pt x="2" y="1534"/>
                  </a:lnTo>
                  <a:lnTo>
                    <a:pt x="2" y="1517"/>
                  </a:lnTo>
                  <a:lnTo>
                    <a:pt x="1" y="1509"/>
                  </a:lnTo>
                  <a:lnTo>
                    <a:pt x="0" y="1500"/>
                  </a:lnTo>
                  <a:lnTo>
                    <a:pt x="0" y="1292"/>
                  </a:lnTo>
                  <a:lnTo>
                    <a:pt x="0" y="1255"/>
                  </a:lnTo>
                  <a:lnTo>
                    <a:pt x="0" y="1240"/>
                  </a:lnTo>
                  <a:lnTo>
                    <a:pt x="39" y="1160"/>
                  </a:lnTo>
                  <a:lnTo>
                    <a:pt x="60" y="1118"/>
                  </a:lnTo>
                  <a:lnTo>
                    <a:pt x="71" y="1096"/>
                  </a:lnTo>
                  <a:lnTo>
                    <a:pt x="76" y="1089"/>
                  </a:lnTo>
                  <a:lnTo>
                    <a:pt x="79" y="1081"/>
                  </a:lnTo>
                  <a:lnTo>
                    <a:pt x="82" y="1074"/>
                  </a:lnTo>
                  <a:lnTo>
                    <a:pt x="92" y="1063"/>
                  </a:lnTo>
                  <a:lnTo>
                    <a:pt x="99" y="1056"/>
                  </a:lnTo>
                  <a:lnTo>
                    <a:pt x="103" y="1050"/>
                  </a:lnTo>
                  <a:lnTo>
                    <a:pt x="111" y="1042"/>
                  </a:lnTo>
                  <a:lnTo>
                    <a:pt x="117" y="1028"/>
                  </a:lnTo>
                  <a:lnTo>
                    <a:pt x="164" y="973"/>
                  </a:lnTo>
                  <a:lnTo>
                    <a:pt x="177" y="964"/>
                  </a:lnTo>
                  <a:lnTo>
                    <a:pt x="183" y="959"/>
                  </a:lnTo>
                  <a:lnTo>
                    <a:pt x="191" y="949"/>
                  </a:lnTo>
                  <a:lnTo>
                    <a:pt x="196" y="938"/>
                  </a:lnTo>
                  <a:lnTo>
                    <a:pt x="201" y="927"/>
                  </a:lnTo>
                  <a:lnTo>
                    <a:pt x="208" y="919"/>
                  </a:lnTo>
                  <a:lnTo>
                    <a:pt x="280" y="879"/>
                  </a:lnTo>
                  <a:lnTo>
                    <a:pt x="298" y="869"/>
                  </a:lnTo>
                  <a:lnTo>
                    <a:pt x="341" y="882"/>
                  </a:lnTo>
                  <a:lnTo>
                    <a:pt x="379" y="870"/>
                  </a:lnTo>
                  <a:lnTo>
                    <a:pt x="388" y="840"/>
                  </a:lnTo>
                  <a:lnTo>
                    <a:pt x="393" y="822"/>
                  </a:lnTo>
                  <a:lnTo>
                    <a:pt x="394" y="816"/>
                  </a:lnTo>
                  <a:lnTo>
                    <a:pt x="393" y="793"/>
                  </a:lnTo>
                  <a:lnTo>
                    <a:pt x="388" y="775"/>
                  </a:lnTo>
                  <a:lnTo>
                    <a:pt x="385" y="770"/>
                  </a:lnTo>
                  <a:lnTo>
                    <a:pt x="338" y="557"/>
                  </a:lnTo>
                  <a:lnTo>
                    <a:pt x="334" y="545"/>
                  </a:lnTo>
                  <a:lnTo>
                    <a:pt x="328" y="533"/>
                  </a:lnTo>
                  <a:lnTo>
                    <a:pt x="315" y="526"/>
                  </a:lnTo>
                  <a:lnTo>
                    <a:pt x="305" y="524"/>
                  </a:lnTo>
                  <a:lnTo>
                    <a:pt x="291" y="519"/>
                  </a:lnTo>
                  <a:lnTo>
                    <a:pt x="284" y="515"/>
                  </a:lnTo>
                  <a:lnTo>
                    <a:pt x="264" y="507"/>
                  </a:lnTo>
                  <a:lnTo>
                    <a:pt x="248" y="501"/>
                  </a:lnTo>
                  <a:lnTo>
                    <a:pt x="226" y="494"/>
                  </a:lnTo>
                  <a:lnTo>
                    <a:pt x="217" y="483"/>
                  </a:lnTo>
                  <a:lnTo>
                    <a:pt x="212" y="471"/>
                  </a:lnTo>
                  <a:lnTo>
                    <a:pt x="208" y="465"/>
                  </a:lnTo>
                  <a:lnTo>
                    <a:pt x="199" y="462"/>
                  </a:lnTo>
                  <a:lnTo>
                    <a:pt x="190" y="471"/>
                  </a:lnTo>
                  <a:lnTo>
                    <a:pt x="190" y="479"/>
                  </a:lnTo>
                  <a:lnTo>
                    <a:pt x="184" y="477"/>
                  </a:lnTo>
                  <a:lnTo>
                    <a:pt x="179" y="472"/>
                  </a:lnTo>
                  <a:lnTo>
                    <a:pt x="166" y="463"/>
                  </a:lnTo>
                  <a:lnTo>
                    <a:pt x="140" y="442"/>
                  </a:lnTo>
                  <a:lnTo>
                    <a:pt x="135" y="434"/>
                  </a:lnTo>
                  <a:lnTo>
                    <a:pt x="128" y="431"/>
                  </a:lnTo>
                  <a:lnTo>
                    <a:pt x="126" y="397"/>
                  </a:lnTo>
                  <a:lnTo>
                    <a:pt x="125" y="379"/>
                  </a:lnTo>
                  <a:lnTo>
                    <a:pt x="132" y="373"/>
                  </a:lnTo>
                  <a:lnTo>
                    <a:pt x="193" y="321"/>
                  </a:lnTo>
                  <a:lnTo>
                    <a:pt x="198" y="316"/>
                  </a:lnTo>
                  <a:lnTo>
                    <a:pt x="220" y="297"/>
                  </a:lnTo>
                  <a:lnTo>
                    <a:pt x="226" y="292"/>
                  </a:lnTo>
                  <a:lnTo>
                    <a:pt x="320" y="250"/>
                  </a:lnTo>
                  <a:lnTo>
                    <a:pt x="326" y="248"/>
                  </a:lnTo>
                  <a:lnTo>
                    <a:pt x="655" y="80"/>
                  </a:lnTo>
                  <a:lnTo>
                    <a:pt x="656" y="73"/>
                  </a:lnTo>
                  <a:lnTo>
                    <a:pt x="679" y="31"/>
                  </a:lnTo>
                  <a:lnTo>
                    <a:pt x="684" y="28"/>
                  </a:lnTo>
                  <a:lnTo>
                    <a:pt x="691" y="24"/>
                  </a:lnTo>
                  <a:lnTo>
                    <a:pt x="697" y="12"/>
                  </a:lnTo>
                  <a:lnTo>
                    <a:pt x="709" y="0"/>
                  </a:lnTo>
                  <a:lnTo>
                    <a:pt x="877" y="120"/>
                  </a:lnTo>
                  <a:lnTo>
                    <a:pt x="885" y="126"/>
                  </a:lnTo>
                  <a:lnTo>
                    <a:pt x="907" y="143"/>
                  </a:lnTo>
                  <a:lnTo>
                    <a:pt x="910" y="149"/>
                  </a:lnTo>
                  <a:lnTo>
                    <a:pt x="913" y="156"/>
                  </a:lnTo>
                  <a:lnTo>
                    <a:pt x="926" y="182"/>
                  </a:lnTo>
                  <a:lnTo>
                    <a:pt x="930" y="188"/>
                  </a:lnTo>
                  <a:lnTo>
                    <a:pt x="932" y="194"/>
                  </a:lnTo>
                  <a:lnTo>
                    <a:pt x="940" y="211"/>
                  </a:lnTo>
                  <a:lnTo>
                    <a:pt x="944" y="231"/>
                  </a:lnTo>
                  <a:lnTo>
                    <a:pt x="940" y="245"/>
                  </a:lnTo>
                  <a:lnTo>
                    <a:pt x="939" y="258"/>
                  </a:lnTo>
                  <a:lnTo>
                    <a:pt x="938" y="269"/>
                  </a:lnTo>
                  <a:lnTo>
                    <a:pt x="934" y="279"/>
                  </a:lnTo>
                  <a:lnTo>
                    <a:pt x="915" y="322"/>
                  </a:lnTo>
                  <a:lnTo>
                    <a:pt x="894" y="369"/>
                  </a:lnTo>
                  <a:lnTo>
                    <a:pt x="885" y="376"/>
                  </a:lnTo>
                  <a:lnTo>
                    <a:pt x="863" y="385"/>
                  </a:lnTo>
                  <a:lnTo>
                    <a:pt x="861" y="392"/>
                  </a:lnTo>
                  <a:lnTo>
                    <a:pt x="852" y="395"/>
                  </a:lnTo>
                  <a:lnTo>
                    <a:pt x="843" y="397"/>
                  </a:lnTo>
                  <a:lnTo>
                    <a:pt x="827" y="427"/>
                  </a:lnTo>
                  <a:lnTo>
                    <a:pt x="817" y="449"/>
                  </a:lnTo>
                  <a:lnTo>
                    <a:pt x="812" y="507"/>
                  </a:lnTo>
                  <a:lnTo>
                    <a:pt x="812" y="51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l1048"/>
            <p:cNvSpPr/>
            <p:nvPr/>
          </p:nvSpPr>
          <p:spPr>
            <a:xfrm>
              <a:off x="4364784" y="5848287"/>
              <a:ext cx="464" cy="692"/>
            </a:xfrm>
            <a:custGeom>
              <a:avLst/>
              <a:pathLst>
                <a:path w="464" h="692">
                  <a:moveTo>
                    <a:pt x="226" y="656"/>
                  </a:moveTo>
                  <a:lnTo>
                    <a:pt x="56" y="692"/>
                  </a:lnTo>
                  <a:lnTo>
                    <a:pt x="29" y="683"/>
                  </a:lnTo>
                  <a:lnTo>
                    <a:pt x="4" y="634"/>
                  </a:lnTo>
                  <a:lnTo>
                    <a:pt x="0" y="538"/>
                  </a:lnTo>
                  <a:lnTo>
                    <a:pt x="21" y="509"/>
                  </a:lnTo>
                  <a:lnTo>
                    <a:pt x="52" y="486"/>
                  </a:lnTo>
                  <a:lnTo>
                    <a:pt x="111" y="485"/>
                  </a:lnTo>
                  <a:lnTo>
                    <a:pt x="184" y="469"/>
                  </a:lnTo>
                  <a:lnTo>
                    <a:pt x="241" y="380"/>
                  </a:lnTo>
                  <a:lnTo>
                    <a:pt x="99" y="181"/>
                  </a:lnTo>
                  <a:lnTo>
                    <a:pt x="190" y="0"/>
                  </a:lnTo>
                  <a:lnTo>
                    <a:pt x="208" y="1"/>
                  </a:lnTo>
                  <a:lnTo>
                    <a:pt x="294" y="267"/>
                  </a:lnTo>
                  <a:lnTo>
                    <a:pt x="355" y="299"/>
                  </a:lnTo>
                  <a:lnTo>
                    <a:pt x="418" y="307"/>
                  </a:lnTo>
                  <a:lnTo>
                    <a:pt x="455" y="336"/>
                  </a:lnTo>
                  <a:lnTo>
                    <a:pt x="464" y="360"/>
                  </a:lnTo>
                  <a:lnTo>
                    <a:pt x="454" y="403"/>
                  </a:lnTo>
                  <a:lnTo>
                    <a:pt x="398" y="483"/>
                  </a:lnTo>
                  <a:lnTo>
                    <a:pt x="226" y="6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l1049"/>
            <p:cNvSpPr/>
            <p:nvPr/>
          </p:nvSpPr>
          <p:spPr>
            <a:xfrm>
              <a:off x="4391491" y="5850647"/>
              <a:ext cx="880" cy="909"/>
            </a:xfrm>
            <a:custGeom>
              <a:avLst/>
              <a:pathLst>
                <a:path w="880" h="909">
                  <a:moveTo>
                    <a:pt x="879" y="906"/>
                  </a:moveTo>
                  <a:lnTo>
                    <a:pt x="843" y="909"/>
                  </a:lnTo>
                  <a:lnTo>
                    <a:pt x="818" y="899"/>
                  </a:lnTo>
                  <a:lnTo>
                    <a:pt x="813" y="889"/>
                  </a:lnTo>
                  <a:lnTo>
                    <a:pt x="807" y="884"/>
                  </a:lnTo>
                  <a:lnTo>
                    <a:pt x="798" y="876"/>
                  </a:lnTo>
                  <a:lnTo>
                    <a:pt x="793" y="872"/>
                  </a:lnTo>
                  <a:lnTo>
                    <a:pt x="452" y="493"/>
                  </a:lnTo>
                  <a:lnTo>
                    <a:pt x="373" y="379"/>
                  </a:lnTo>
                  <a:lnTo>
                    <a:pt x="208" y="319"/>
                  </a:lnTo>
                  <a:lnTo>
                    <a:pt x="164" y="220"/>
                  </a:lnTo>
                  <a:lnTo>
                    <a:pt x="128" y="181"/>
                  </a:lnTo>
                  <a:lnTo>
                    <a:pt x="122" y="176"/>
                  </a:lnTo>
                  <a:lnTo>
                    <a:pt x="93" y="159"/>
                  </a:lnTo>
                  <a:lnTo>
                    <a:pt x="61" y="140"/>
                  </a:lnTo>
                  <a:lnTo>
                    <a:pt x="35" y="129"/>
                  </a:lnTo>
                  <a:lnTo>
                    <a:pt x="0" y="109"/>
                  </a:lnTo>
                  <a:lnTo>
                    <a:pt x="50" y="52"/>
                  </a:lnTo>
                  <a:lnTo>
                    <a:pt x="62" y="45"/>
                  </a:lnTo>
                  <a:lnTo>
                    <a:pt x="135" y="43"/>
                  </a:lnTo>
                  <a:lnTo>
                    <a:pt x="154" y="42"/>
                  </a:lnTo>
                  <a:lnTo>
                    <a:pt x="184" y="21"/>
                  </a:lnTo>
                  <a:lnTo>
                    <a:pt x="227" y="13"/>
                  </a:lnTo>
                  <a:lnTo>
                    <a:pt x="310" y="5"/>
                  </a:lnTo>
                  <a:lnTo>
                    <a:pt x="643" y="0"/>
                  </a:lnTo>
                  <a:lnTo>
                    <a:pt x="700" y="12"/>
                  </a:lnTo>
                  <a:lnTo>
                    <a:pt x="724" y="27"/>
                  </a:lnTo>
                  <a:lnTo>
                    <a:pt x="731" y="36"/>
                  </a:lnTo>
                  <a:lnTo>
                    <a:pt x="752" y="87"/>
                  </a:lnTo>
                  <a:lnTo>
                    <a:pt x="795" y="275"/>
                  </a:lnTo>
                  <a:lnTo>
                    <a:pt x="797" y="288"/>
                  </a:lnTo>
                  <a:lnTo>
                    <a:pt x="800" y="328"/>
                  </a:lnTo>
                  <a:lnTo>
                    <a:pt x="809" y="351"/>
                  </a:lnTo>
                  <a:lnTo>
                    <a:pt x="809" y="359"/>
                  </a:lnTo>
                  <a:lnTo>
                    <a:pt x="803" y="370"/>
                  </a:lnTo>
                  <a:lnTo>
                    <a:pt x="814" y="503"/>
                  </a:lnTo>
                  <a:lnTo>
                    <a:pt x="815" y="513"/>
                  </a:lnTo>
                  <a:lnTo>
                    <a:pt x="831" y="708"/>
                  </a:lnTo>
                  <a:lnTo>
                    <a:pt x="880" y="891"/>
                  </a:lnTo>
                  <a:lnTo>
                    <a:pt x="879" y="9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l1050"/>
            <p:cNvSpPr/>
            <p:nvPr/>
          </p:nvSpPr>
          <p:spPr>
            <a:xfrm>
              <a:off x="4385928" y="5849953"/>
              <a:ext cx="983" cy="939"/>
            </a:xfrm>
            <a:custGeom>
              <a:avLst/>
              <a:pathLst>
                <a:path w="983" h="939">
                  <a:moveTo>
                    <a:pt x="893" y="263"/>
                  </a:moveTo>
                  <a:lnTo>
                    <a:pt x="935" y="583"/>
                  </a:lnTo>
                  <a:lnTo>
                    <a:pt x="963" y="634"/>
                  </a:lnTo>
                  <a:lnTo>
                    <a:pt x="966" y="640"/>
                  </a:lnTo>
                  <a:lnTo>
                    <a:pt x="974" y="654"/>
                  </a:lnTo>
                  <a:lnTo>
                    <a:pt x="983" y="672"/>
                  </a:lnTo>
                  <a:lnTo>
                    <a:pt x="979" y="689"/>
                  </a:lnTo>
                  <a:lnTo>
                    <a:pt x="976" y="701"/>
                  </a:lnTo>
                  <a:lnTo>
                    <a:pt x="935" y="813"/>
                  </a:lnTo>
                  <a:lnTo>
                    <a:pt x="869" y="931"/>
                  </a:lnTo>
                  <a:lnTo>
                    <a:pt x="853" y="936"/>
                  </a:lnTo>
                  <a:lnTo>
                    <a:pt x="835" y="937"/>
                  </a:lnTo>
                  <a:lnTo>
                    <a:pt x="820" y="938"/>
                  </a:lnTo>
                  <a:lnTo>
                    <a:pt x="812" y="939"/>
                  </a:lnTo>
                  <a:lnTo>
                    <a:pt x="793" y="933"/>
                  </a:lnTo>
                  <a:lnTo>
                    <a:pt x="762" y="892"/>
                  </a:lnTo>
                  <a:lnTo>
                    <a:pt x="756" y="885"/>
                  </a:lnTo>
                  <a:lnTo>
                    <a:pt x="736" y="874"/>
                  </a:lnTo>
                  <a:lnTo>
                    <a:pt x="725" y="871"/>
                  </a:lnTo>
                  <a:lnTo>
                    <a:pt x="720" y="870"/>
                  </a:lnTo>
                  <a:lnTo>
                    <a:pt x="715" y="869"/>
                  </a:lnTo>
                  <a:lnTo>
                    <a:pt x="710" y="868"/>
                  </a:lnTo>
                  <a:lnTo>
                    <a:pt x="696" y="865"/>
                  </a:lnTo>
                  <a:lnTo>
                    <a:pt x="683" y="853"/>
                  </a:lnTo>
                  <a:lnTo>
                    <a:pt x="673" y="843"/>
                  </a:lnTo>
                  <a:lnTo>
                    <a:pt x="662" y="832"/>
                  </a:lnTo>
                  <a:lnTo>
                    <a:pt x="647" y="750"/>
                  </a:lnTo>
                  <a:lnTo>
                    <a:pt x="646" y="742"/>
                  </a:lnTo>
                  <a:lnTo>
                    <a:pt x="643" y="725"/>
                  </a:lnTo>
                  <a:lnTo>
                    <a:pt x="640" y="707"/>
                  </a:lnTo>
                  <a:lnTo>
                    <a:pt x="591" y="527"/>
                  </a:lnTo>
                  <a:lnTo>
                    <a:pt x="591" y="520"/>
                  </a:lnTo>
                  <a:lnTo>
                    <a:pt x="587" y="511"/>
                  </a:lnTo>
                  <a:lnTo>
                    <a:pt x="575" y="496"/>
                  </a:lnTo>
                  <a:lnTo>
                    <a:pt x="563" y="484"/>
                  </a:lnTo>
                  <a:lnTo>
                    <a:pt x="287" y="228"/>
                  </a:lnTo>
                  <a:lnTo>
                    <a:pt x="259" y="234"/>
                  </a:lnTo>
                  <a:lnTo>
                    <a:pt x="199" y="249"/>
                  </a:lnTo>
                  <a:lnTo>
                    <a:pt x="185" y="249"/>
                  </a:lnTo>
                  <a:lnTo>
                    <a:pt x="147" y="248"/>
                  </a:lnTo>
                  <a:lnTo>
                    <a:pt x="62" y="247"/>
                  </a:lnTo>
                  <a:lnTo>
                    <a:pt x="52" y="230"/>
                  </a:lnTo>
                  <a:lnTo>
                    <a:pt x="4" y="154"/>
                  </a:lnTo>
                  <a:lnTo>
                    <a:pt x="5" y="143"/>
                  </a:lnTo>
                  <a:lnTo>
                    <a:pt x="0" y="113"/>
                  </a:lnTo>
                  <a:lnTo>
                    <a:pt x="14" y="97"/>
                  </a:lnTo>
                  <a:lnTo>
                    <a:pt x="83" y="41"/>
                  </a:lnTo>
                  <a:lnTo>
                    <a:pt x="178" y="22"/>
                  </a:lnTo>
                  <a:lnTo>
                    <a:pt x="295" y="0"/>
                  </a:lnTo>
                  <a:lnTo>
                    <a:pt x="740" y="19"/>
                  </a:lnTo>
                  <a:lnTo>
                    <a:pt x="756" y="26"/>
                  </a:lnTo>
                  <a:lnTo>
                    <a:pt x="762" y="30"/>
                  </a:lnTo>
                  <a:lnTo>
                    <a:pt x="868" y="87"/>
                  </a:lnTo>
                  <a:lnTo>
                    <a:pt x="871" y="93"/>
                  </a:lnTo>
                  <a:lnTo>
                    <a:pt x="880" y="105"/>
                  </a:lnTo>
                  <a:lnTo>
                    <a:pt x="887" y="121"/>
                  </a:lnTo>
                  <a:lnTo>
                    <a:pt x="892" y="132"/>
                  </a:lnTo>
                  <a:lnTo>
                    <a:pt x="896" y="241"/>
                  </a:lnTo>
                  <a:lnTo>
                    <a:pt x="893" y="26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l1051"/>
            <p:cNvSpPr/>
            <p:nvPr/>
          </p:nvSpPr>
          <p:spPr>
            <a:xfrm>
              <a:off x="4386892" y="5849619"/>
              <a:ext cx="450" cy="416"/>
            </a:xfrm>
            <a:custGeom>
              <a:avLst/>
              <a:pathLst>
                <a:path w="450" h="416">
                  <a:moveTo>
                    <a:pt x="415" y="63"/>
                  </a:moveTo>
                  <a:lnTo>
                    <a:pt x="434" y="88"/>
                  </a:lnTo>
                  <a:lnTo>
                    <a:pt x="447" y="111"/>
                  </a:lnTo>
                  <a:lnTo>
                    <a:pt x="450" y="122"/>
                  </a:lnTo>
                  <a:lnTo>
                    <a:pt x="443" y="143"/>
                  </a:lnTo>
                  <a:lnTo>
                    <a:pt x="371" y="263"/>
                  </a:lnTo>
                  <a:lnTo>
                    <a:pt x="343" y="299"/>
                  </a:lnTo>
                  <a:lnTo>
                    <a:pt x="326" y="315"/>
                  </a:lnTo>
                  <a:lnTo>
                    <a:pt x="190" y="414"/>
                  </a:lnTo>
                  <a:lnTo>
                    <a:pt x="169" y="416"/>
                  </a:lnTo>
                  <a:lnTo>
                    <a:pt x="95" y="406"/>
                  </a:lnTo>
                  <a:lnTo>
                    <a:pt x="84" y="373"/>
                  </a:lnTo>
                  <a:lnTo>
                    <a:pt x="75" y="363"/>
                  </a:lnTo>
                  <a:lnTo>
                    <a:pt x="42" y="363"/>
                  </a:lnTo>
                  <a:lnTo>
                    <a:pt x="15" y="351"/>
                  </a:lnTo>
                  <a:lnTo>
                    <a:pt x="0" y="316"/>
                  </a:lnTo>
                  <a:lnTo>
                    <a:pt x="1" y="271"/>
                  </a:lnTo>
                  <a:lnTo>
                    <a:pt x="32" y="240"/>
                  </a:lnTo>
                  <a:lnTo>
                    <a:pt x="31" y="218"/>
                  </a:lnTo>
                  <a:lnTo>
                    <a:pt x="18" y="183"/>
                  </a:lnTo>
                  <a:lnTo>
                    <a:pt x="13" y="165"/>
                  </a:lnTo>
                  <a:lnTo>
                    <a:pt x="35" y="138"/>
                  </a:lnTo>
                  <a:lnTo>
                    <a:pt x="105" y="107"/>
                  </a:lnTo>
                  <a:lnTo>
                    <a:pt x="124" y="93"/>
                  </a:lnTo>
                  <a:lnTo>
                    <a:pt x="157" y="43"/>
                  </a:lnTo>
                  <a:lnTo>
                    <a:pt x="187" y="35"/>
                  </a:lnTo>
                  <a:lnTo>
                    <a:pt x="204" y="51"/>
                  </a:lnTo>
                  <a:lnTo>
                    <a:pt x="216" y="50"/>
                  </a:lnTo>
                  <a:lnTo>
                    <a:pt x="246" y="27"/>
                  </a:lnTo>
                  <a:lnTo>
                    <a:pt x="273" y="13"/>
                  </a:lnTo>
                  <a:lnTo>
                    <a:pt x="338" y="0"/>
                  </a:lnTo>
                  <a:lnTo>
                    <a:pt x="398" y="11"/>
                  </a:lnTo>
                  <a:lnTo>
                    <a:pt x="405" y="36"/>
                  </a:lnTo>
                  <a:lnTo>
                    <a:pt x="415" y="6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l1052"/>
            <p:cNvSpPr/>
            <p:nvPr/>
          </p:nvSpPr>
          <p:spPr>
            <a:xfrm>
              <a:off x="4397944" y="5849945"/>
              <a:ext cx="871" cy="1043"/>
            </a:xfrm>
            <a:custGeom>
              <a:avLst/>
              <a:pathLst>
                <a:path w="871" h="1043">
                  <a:moveTo>
                    <a:pt x="721" y="937"/>
                  </a:moveTo>
                  <a:lnTo>
                    <a:pt x="461" y="1043"/>
                  </a:lnTo>
                  <a:lnTo>
                    <a:pt x="329" y="1012"/>
                  </a:lnTo>
                  <a:lnTo>
                    <a:pt x="97" y="818"/>
                  </a:lnTo>
                  <a:lnTo>
                    <a:pt x="57" y="780"/>
                  </a:lnTo>
                  <a:lnTo>
                    <a:pt x="52" y="777"/>
                  </a:lnTo>
                  <a:lnTo>
                    <a:pt x="17" y="744"/>
                  </a:lnTo>
                  <a:lnTo>
                    <a:pt x="7" y="735"/>
                  </a:lnTo>
                  <a:lnTo>
                    <a:pt x="0" y="719"/>
                  </a:lnTo>
                  <a:lnTo>
                    <a:pt x="2" y="712"/>
                  </a:lnTo>
                  <a:lnTo>
                    <a:pt x="4" y="704"/>
                  </a:lnTo>
                  <a:lnTo>
                    <a:pt x="13" y="697"/>
                  </a:lnTo>
                  <a:lnTo>
                    <a:pt x="25" y="687"/>
                  </a:lnTo>
                  <a:lnTo>
                    <a:pt x="30" y="680"/>
                  </a:lnTo>
                  <a:lnTo>
                    <a:pt x="34" y="657"/>
                  </a:lnTo>
                  <a:lnTo>
                    <a:pt x="33" y="647"/>
                  </a:lnTo>
                  <a:lnTo>
                    <a:pt x="34" y="636"/>
                  </a:lnTo>
                  <a:lnTo>
                    <a:pt x="33" y="625"/>
                  </a:lnTo>
                  <a:lnTo>
                    <a:pt x="33" y="608"/>
                  </a:lnTo>
                  <a:lnTo>
                    <a:pt x="30" y="581"/>
                  </a:lnTo>
                  <a:lnTo>
                    <a:pt x="28" y="559"/>
                  </a:lnTo>
                  <a:lnTo>
                    <a:pt x="24" y="543"/>
                  </a:lnTo>
                  <a:lnTo>
                    <a:pt x="17" y="529"/>
                  </a:lnTo>
                  <a:lnTo>
                    <a:pt x="10" y="504"/>
                  </a:lnTo>
                  <a:lnTo>
                    <a:pt x="31" y="455"/>
                  </a:lnTo>
                  <a:lnTo>
                    <a:pt x="51" y="408"/>
                  </a:lnTo>
                  <a:lnTo>
                    <a:pt x="104" y="329"/>
                  </a:lnTo>
                  <a:lnTo>
                    <a:pt x="115" y="312"/>
                  </a:lnTo>
                  <a:lnTo>
                    <a:pt x="144" y="287"/>
                  </a:lnTo>
                  <a:lnTo>
                    <a:pt x="170" y="264"/>
                  </a:lnTo>
                  <a:lnTo>
                    <a:pt x="185" y="250"/>
                  </a:lnTo>
                  <a:lnTo>
                    <a:pt x="207" y="231"/>
                  </a:lnTo>
                  <a:lnTo>
                    <a:pt x="695" y="7"/>
                  </a:lnTo>
                  <a:lnTo>
                    <a:pt x="708" y="4"/>
                  </a:lnTo>
                  <a:lnTo>
                    <a:pt x="721" y="0"/>
                  </a:lnTo>
                  <a:lnTo>
                    <a:pt x="737" y="3"/>
                  </a:lnTo>
                  <a:lnTo>
                    <a:pt x="753" y="5"/>
                  </a:lnTo>
                  <a:lnTo>
                    <a:pt x="802" y="133"/>
                  </a:lnTo>
                  <a:lnTo>
                    <a:pt x="808" y="147"/>
                  </a:lnTo>
                  <a:lnTo>
                    <a:pt x="817" y="171"/>
                  </a:lnTo>
                  <a:lnTo>
                    <a:pt x="821" y="176"/>
                  </a:lnTo>
                  <a:lnTo>
                    <a:pt x="833" y="213"/>
                  </a:lnTo>
                  <a:lnTo>
                    <a:pt x="831" y="226"/>
                  </a:lnTo>
                  <a:lnTo>
                    <a:pt x="754" y="338"/>
                  </a:lnTo>
                  <a:lnTo>
                    <a:pt x="764" y="347"/>
                  </a:lnTo>
                  <a:lnTo>
                    <a:pt x="779" y="361"/>
                  </a:lnTo>
                  <a:lnTo>
                    <a:pt x="851" y="453"/>
                  </a:lnTo>
                  <a:lnTo>
                    <a:pt x="856" y="458"/>
                  </a:lnTo>
                  <a:lnTo>
                    <a:pt x="863" y="469"/>
                  </a:lnTo>
                  <a:lnTo>
                    <a:pt x="869" y="486"/>
                  </a:lnTo>
                  <a:lnTo>
                    <a:pt x="871" y="500"/>
                  </a:lnTo>
                  <a:lnTo>
                    <a:pt x="858" y="600"/>
                  </a:lnTo>
                  <a:lnTo>
                    <a:pt x="752" y="902"/>
                  </a:lnTo>
                  <a:lnTo>
                    <a:pt x="739" y="924"/>
                  </a:lnTo>
                  <a:lnTo>
                    <a:pt x="734" y="931"/>
                  </a:lnTo>
                  <a:lnTo>
                    <a:pt x="721" y="9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l1053"/>
            <p:cNvSpPr/>
            <p:nvPr/>
          </p:nvSpPr>
          <p:spPr>
            <a:xfrm>
              <a:off x="4386342" y="5848165"/>
              <a:ext cx="580" cy="651"/>
            </a:xfrm>
            <a:custGeom>
              <a:avLst/>
              <a:pathLst>
                <a:path w="580" h="651">
                  <a:moveTo>
                    <a:pt x="495" y="61"/>
                  </a:moveTo>
                  <a:lnTo>
                    <a:pt x="453" y="108"/>
                  </a:lnTo>
                  <a:lnTo>
                    <a:pt x="446" y="115"/>
                  </a:lnTo>
                  <a:lnTo>
                    <a:pt x="419" y="126"/>
                  </a:lnTo>
                  <a:lnTo>
                    <a:pt x="410" y="130"/>
                  </a:lnTo>
                  <a:lnTo>
                    <a:pt x="403" y="135"/>
                  </a:lnTo>
                  <a:lnTo>
                    <a:pt x="387" y="143"/>
                  </a:lnTo>
                  <a:lnTo>
                    <a:pt x="379" y="145"/>
                  </a:lnTo>
                  <a:lnTo>
                    <a:pt x="361" y="150"/>
                  </a:lnTo>
                  <a:lnTo>
                    <a:pt x="349" y="153"/>
                  </a:lnTo>
                  <a:lnTo>
                    <a:pt x="332" y="164"/>
                  </a:lnTo>
                  <a:lnTo>
                    <a:pt x="320" y="172"/>
                  </a:lnTo>
                  <a:lnTo>
                    <a:pt x="315" y="180"/>
                  </a:lnTo>
                  <a:lnTo>
                    <a:pt x="309" y="190"/>
                  </a:lnTo>
                  <a:lnTo>
                    <a:pt x="304" y="199"/>
                  </a:lnTo>
                  <a:lnTo>
                    <a:pt x="301" y="204"/>
                  </a:lnTo>
                  <a:lnTo>
                    <a:pt x="297" y="210"/>
                  </a:lnTo>
                  <a:lnTo>
                    <a:pt x="285" y="226"/>
                  </a:lnTo>
                  <a:lnTo>
                    <a:pt x="276" y="229"/>
                  </a:lnTo>
                  <a:lnTo>
                    <a:pt x="262" y="222"/>
                  </a:lnTo>
                  <a:lnTo>
                    <a:pt x="255" y="219"/>
                  </a:lnTo>
                  <a:lnTo>
                    <a:pt x="248" y="218"/>
                  </a:lnTo>
                  <a:lnTo>
                    <a:pt x="236" y="237"/>
                  </a:lnTo>
                  <a:lnTo>
                    <a:pt x="232" y="255"/>
                  </a:lnTo>
                  <a:lnTo>
                    <a:pt x="230" y="261"/>
                  </a:lnTo>
                  <a:lnTo>
                    <a:pt x="225" y="266"/>
                  </a:lnTo>
                  <a:lnTo>
                    <a:pt x="219" y="272"/>
                  </a:lnTo>
                  <a:lnTo>
                    <a:pt x="210" y="277"/>
                  </a:lnTo>
                  <a:lnTo>
                    <a:pt x="214" y="311"/>
                  </a:lnTo>
                  <a:lnTo>
                    <a:pt x="252" y="370"/>
                  </a:lnTo>
                  <a:lnTo>
                    <a:pt x="277" y="387"/>
                  </a:lnTo>
                  <a:lnTo>
                    <a:pt x="304" y="391"/>
                  </a:lnTo>
                  <a:lnTo>
                    <a:pt x="314" y="389"/>
                  </a:lnTo>
                  <a:lnTo>
                    <a:pt x="328" y="383"/>
                  </a:lnTo>
                  <a:lnTo>
                    <a:pt x="332" y="377"/>
                  </a:lnTo>
                  <a:lnTo>
                    <a:pt x="335" y="371"/>
                  </a:lnTo>
                  <a:lnTo>
                    <a:pt x="331" y="332"/>
                  </a:lnTo>
                  <a:lnTo>
                    <a:pt x="362" y="287"/>
                  </a:lnTo>
                  <a:lnTo>
                    <a:pt x="373" y="282"/>
                  </a:lnTo>
                  <a:lnTo>
                    <a:pt x="395" y="274"/>
                  </a:lnTo>
                  <a:lnTo>
                    <a:pt x="414" y="266"/>
                  </a:lnTo>
                  <a:lnTo>
                    <a:pt x="423" y="262"/>
                  </a:lnTo>
                  <a:lnTo>
                    <a:pt x="443" y="265"/>
                  </a:lnTo>
                  <a:lnTo>
                    <a:pt x="451" y="266"/>
                  </a:lnTo>
                  <a:lnTo>
                    <a:pt x="467" y="268"/>
                  </a:lnTo>
                  <a:lnTo>
                    <a:pt x="498" y="272"/>
                  </a:lnTo>
                  <a:lnTo>
                    <a:pt x="507" y="278"/>
                  </a:lnTo>
                  <a:lnTo>
                    <a:pt x="514" y="286"/>
                  </a:lnTo>
                  <a:lnTo>
                    <a:pt x="573" y="412"/>
                  </a:lnTo>
                  <a:lnTo>
                    <a:pt x="579" y="417"/>
                  </a:lnTo>
                  <a:lnTo>
                    <a:pt x="580" y="427"/>
                  </a:lnTo>
                  <a:lnTo>
                    <a:pt x="564" y="465"/>
                  </a:lnTo>
                  <a:lnTo>
                    <a:pt x="516" y="555"/>
                  </a:lnTo>
                  <a:lnTo>
                    <a:pt x="511" y="566"/>
                  </a:lnTo>
                  <a:lnTo>
                    <a:pt x="506" y="575"/>
                  </a:lnTo>
                  <a:lnTo>
                    <a:pt x="501" y="584"/>
                  </a:lnTo>
                  <a:lnTo>
                    <a:pt x="428" y="631"/>
                  </a:lnTo>
                  <a:lnTo>
                    <a:pt x="412" y="633"/>
                  </a:lnTo>
                  <a:lnTo>
                    <a:pt x="328" y="641"/>
                  </a:lnTo>
                  <a:lnTo>
                    <a:pt x="298" y="646"/>
                  </a:lnTo>
                  <a:lnTo>
                    <a:pt x="292" y="648"/>
                  </a:lnTo>
                  <a:lnTo>
                    <a:pt x="274" y="651"/>
                  </a:lnTo>
                  <a:lnTo>
                    <a:pt x="267" y="645"/>
                  </a:lnTo>
                  <a:lnTo>
                    <a:pt x="245" y="621"/>
                  </a:lnTo>
                  <a:lnTo>
                    <a:pt x="237" y="615"/>
                  </a:lnTo>
                  <a:lnTo>
                    <a:pt x="218" y="603"/>
                  </a:lnTo>
                  <a:lnTo>
                    <a:pt x="208" y="597"/>
                  </a:lnTo>
                  <a:lnTo>
                    <a:pt x="199" y="592"/>
                  </a:lnTo>
                  <a:lnTo>
                    <a:pt x="190" y="594"/>
                  </a:lnTo>
                  <a:lnTo>
                    <a:pt x="177" y="594"/>
                  </a:lnTo>
                  <a:lnTo>
                    <a:pt x="168" y="595"/>
                  </a:lnTo>
                  <a:lnTo>
                    <a:pt x="161" y="596"/>
                  </a:lnTo>
                  <a:lnTo>
                    <a:pt x="153" y="595"/>
                  </a:lnTo>
                  <a:lnTo>
                    <a:pt x="123" y="574"/>
                  </a:lnTo>
                  <a:lnTo>
                    <a:pt x="102" y="509"/>
                  </a:lnTo>
                  <a:lnTo>
                    <a:pt x="24" y="231"/>
                  </a:lnTo>
                  <a:lnTo>
                    <a:pt x="0" y="141"/>
                  </a:lnTo>
                  <a:lnTo>
                    <a:pt x="51" y="84"/>
                  </a:lnTo>
                  <a:lnTo>
                    <a:pt x="57" y="82"/>
                  </a:lnTo>
                  <a:lnTo>
                    <a:pt x="126" y="52"/>
                  </a:lnTo>
                  <a:lnTo>
                    <a:pt x="134" y="50"/>
                  </a:lnTo>
                  <a:lnTo>
                    <a:pt x="141" y="48"/>
                  </a:lnTo>
                  <a:lnTo>
                    <a:pt x="149" y="50"/>
                  </a:lnTo>
                  <a:lnTo>
                    <a:pt x="175" y="55"/>
                  </a:lnTo>
                  <a:lnTo>
                    <a:pt x="192" y="60"/>
                  </a:lnTo>
                  <a:lnTo>
                    <a:pt x="210" y="57"/>
                  </a:lnTo>
                  <a:lnTo>
                    <a:pt x="216" y="52"/>
                  </a:lnTo>
                  <a:lnTo>
                    <a:pt x="219" y="46"/>
                  </a:lnTo>
                  <a:lnTo>
                    <a:pt x="229" y="34"/>
                  </a:lnTo>
                  <a:lnTo>
                    <a:pt x="248" y="21"/>
                  </a:lnTo>
                  <a:lnTo>
                    <a:pt x="286" y="15"/>
                  </a:lnTo>
                  <a:lnTo>
                    <a:pt x="321" y="9"/>
                  </a:lnTo>
                  <a:lnTo>
                    <a:pt x="356" y="3"/>
                  </a:lnTo>
                  <a:lnTo>
                    <a:pt x="380" y="0"/>
                  </a:lnTo>
                  <a:lnTo>
                    <a:pt x="437" y="3"/>
                  </a:lnTo>
                  <a:lnTo>
                    <a:pt x="442" y="8"/>
                  </a:lnTo>
                  <a:lnTo>
                    <a:pt x="504" y="46"/>
                  </a:lnTo>
                  <a:lnTo>
                    <a:pt x="504" y="52"/>
                  </a:lnTo>
                  <a:lnTo>
                    <a:pt x="495" y="6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l1054"/>
            <p:cNvSpPr/>
            <p:nvPr/>
          </p:nvSpPr>
          <p:spPr>
            <a:xfrm>
              <a:off x="4390185" y="5848117"/>
              <a:ext cx="6864" cy="5304"/>
            </a:xfrm>
            <a:custGeom>
              <a:avLst/>
              <a:pathLst>
                <a:path w="6864" h="5304">
                  <a:moveTo>
                    <a:pt x="5295" y="514"/>
                  </a:moveTo>
                  <a:lnTo>
                    <a:pt x="5314" y="527"/>
                  </a:lnTo>
                  <a:lnTo>
                    <a:pt x="5376" y="525"/>
                  </a:lnTo>
                  <a:lnTo>
                    <a:pt x="5398" y="525"/>
                  </a:lnTo>
                  <a:lnTo>
                    <a:pt x="5457" y="506"/>
                  </a:lnTo>
                  <a:lnTo>
                    <a:pt x="5488" y="500"/>
                  </a:lnTo>
                  <a:lnTo>
                    <a:pt x="5514" y="487"/>
                  </a:lnTo>
                  <a:lnTo>
                    <a:pt x="5549" y="476"/>
                  </a:lnTo>
                  <a:lnTo>
                    <a:pt x="5576" y="450"/>
                  </a:lnTo>
                  <a:lnTo>
                    <a:pt x="5614" y="464"/>
                  </a:lnTo>
                  <a:lnTo>
                    <a:pt x="5741" y="589"/>
                  </a:lnTo>
                  <a:lnTo>
                    <a:pt x="5757" y="605"/>
                  </a:lnTo>
                  <a:lnTo>
                    <a:pt x="5801" y="648"/>
                  </a:lnTo>
                  <a:lnTo>
                    <a:pt x="5809" y="656"/>
                  </a:lnTo>
                  <a:lnTo>
                    <a:pt x="5821" y="667"/>
                  </a:lnTo>
                  <a:lnTo>
                    <a:pt x="5859" y="704"/>
                  </a:lnTo>
                  <a:lnTo>
                    <a:pt x="5896" y="741"/>
                  </a:lnTo>
                  <a:lnTo>
                    <a:pt x="6004" y="964"/>
                  </a:lnTo>
                  <a:lnTo>
                    <a:pt x="6061" y="1083"/>
                  </a:lnTo>
                  <a:lnTo>
                    <a:pt x="5938" y="1235"/>
                  </a:lnTo>
                  <a:lnTo>
                    <a:pt x="6003" y="1323"/>
                  </a:lnTo>
                  <a:lnTo>
                    <a:pt x="6033" y="1327"/>
                  </a:lnTo>
                  <a:lnTo>
                    <a:pt x="6095" y="1275"/>
                  </a:lnTo>
                  <a:lnTo>
                    <a:pt x="6120" y="1254"/>
                  </a:lnTo>
                  <a:lnTo>
                    <a:pt x="6165" y="1258"/>
                  </a:lnTo>
                  <a:lnTo>
                    <a:pt x="6275" y="1268"/>
                  </a:lnTo>
                  <a:lnTo>
                    <a:pt x="6545" y="1522"/>
                  </a:lnTo>
                  <a:lnTo>
                    <a:pt x="6633" y="1620"/>
                  </a:lnTo>
                  <a:lnTo>
                    <a:pt x="6679" y="1671"/>
                  </a:lnTo>
                  <a:lnTo>
                    <a:pt x="6620" y="1706"/>
                  </a:lnTo>
                  <a:lnTo>
                    <a:pt x="6593" y="1728"/>
                  </a:lnTo>
                  <a:lnTo>
                    <a:pt x="6581" y="1766"/>
                  </a:lnTo>
                  <a:lnTo>
                    <a:pt x="6580" y="1804"/>
                  </a:lnTo>
                  <a:lnTo>
                    <a:pt x="6587" y="1827"/>
                  </a:lnTo>
                  <a:lnTo>
                    <a:pt x="6599" y="1870"/>
                  </a:lnTo>
                  <a:lnTo>
                    <a:pt x="6618" y="1880"/>
                  </a:lnTo>
                  <a:lnTo>
                    <a:pt x="6625" y="1894"/>
                  </a:lnTo>
                  <a:lnTo>
                    <a:pt x="6644" y="1953"/>
                  </a:lnTo>
                  <a:lnTo>
                    <a:pt x="6645" y="1969"/>
                  </a:lnTo>
                  <a:lnTo>
                    <a:pt x="6550" y="2355"/>
                  </a:lnTo>
                  <a:lnTo>
                    <a:pt x="6535" y="2384"/>
                  </a:lnTo>
                  <a:lnTo>
                    <a:pt x="6507" y="2413"/>
                  </a:lnTo>
                  <a:lnTo>
                    <a:pt x="6497" y="2418"/>
                  </a:lnTo>
                  <a:lnTo>
                    <a:pt x="6288" y="2514"/>
                  </a:lnTo>
                  <a:lnTo>
                    <a:pt x="6281" y="2515"/>
                  </a:lnTo>
                  <a:lnTo>
                    <a:pt x="6266" y="2516"/>
                  </a:lnTo>
                  <a:lnTo>
                    <a:pt x="6244" y="2484"/>
                  </a:lnTo>
                  <a:lnTo>
                    <a:pt x="6241" y="2479"/>
                  </a:lnTo>
                  <a:lnTo>
                    <a:pt x="6221" y="2450"/>
                  </a:lnTo>
                  <a:lnTo>
                    <a:pt x="6162" y="2490"/>
                  </a:lnTo>
                  <a:lnTo>
                    <a:pt x="6154" y="2516"/>
                  </a:lnTo>
                  <a:lnTo>
                    <a:pt x="6164" y="2545"/>
                  </a:lnTo>
                  <a:lnTo>
                    <a:pt x="6172" y="2569"/>
                  </a:lnTo>
                  <a:lnTo>
                    <a:pt x="6189" y="2601"/>
                  </a:lnTo>
                  <a:lnTo>
                    <a:pt x="6194" y="2609"/>
                  </a:lnTo>
                  <a:lnTo>
                    <a:pt x="6200" y="2620"/>
                  </a:lnTo>
                  <a:lnTo>
                    <a:pt x="6220" y="2655"/>
                  </a:lnTo>
                  <a:lnTo>
                    <a:pt x="6252" y="2710"/>
                  </a:lnTo>
                  <a:lnTo>
                    <a:pt x="6304" y="2713"/>
                  </a:lnTo>
                  <a:lnTo>
                    <a:pt x="6340" y="2727"/>
                  </a:lnTo>
                  <a:lnTo>
                    <a:pt x="6349" y="2732"/>
                  </a:lnTo>
                  <a:lnTo>
                    <a:pt x="6378" y="2790"/>
                  </a:lnTo>
                  <a:lnTo>
                    <a:pt x="6382" y="2799"/>
                  </a:lnTo>
                  <a:lnTo>
                    <a:pt x="6506" y="3082"/>
                  </a:lnTo>
                  <a:lnTo>
                    <a:pt x="6506" y="3103"/>
                  </a:lnTo>
                  <a:lnTo>
                    <a:pt x="6503" y="3116"/>
                  </a:lnTo>
                  <a:lnTo>
                    <a:pt x="6442" y="3321"/>
                  </a:lnTo>
                  <a:lnTo>
                    <a:pt x="6410" y="3428"/>
                  </a:lnTo>
                  <a:lnTo>
                    <a:pt x="6361" y="3464"/>
                  </a:lnTo>
                  <a:lnTo>
                    <a:pt x="6343" y="3509"/>
                  </a:lnTo>
                  <a:lnTo>
                    <a:pt x="6356" y="3526"/>
                  </a:lnTo>
                  <a:lnTo>
                    <a:pt x="6361" y="3531"/>
                  </a:lnTo>
                  <a:lnTo>
                    <a:pt x="6381" y="3554"/>
                  </a:lnTo>
                  <a:lnTo>
                    <a:pt x="6387" y="3560"/>
                  </a:lnTo>
                  <a:lnTo>
                    <a:pt x="6392" y="3570"/>
                  </a:lnTo>
                  <a:lnTo>
                    <a:pt x="6396" y="3597"/>
                  </a:lnTo>
                  <a:lnTo>
                    <a:pt x="6396" y="3620"/>
                  </a:lnTo>
                  <a:lnTo>
                    <a:pt x="6396" y="3628"/>
                  </a:lnTo>
                  <a:lnTo>
                    <a:pt x="6409" y="3653"/>
                  </a:lnTo>
                  <a:lnTo>
                    <a:pt x="6435" y="3697"/>
                  </a:lnTo>
                  <a:lnTo>
                    <a:pt x="6466" y="3735"/>
                  </a:lnTo>
                  <a:lnTo>
                    <a:pt x="6497" y="3785"/>
                  </a:lnTo>
                  <a:lnTo>
                    <a:pt x="6521" y="3826"/>
                  </a:lnTo>
                  <a:lnTo>
                    <a:pt x="6532" y="3869"/>
                  </a:lnTo>
                  <a:lnTo>
                    <a:pt x="6541" y="3908"/>
                  </a:lnTo>
                  <a:lnTo>
                    <a:pt x="6547" y="3930"/>
                  </a:lnTo>
                  <a:lnTo>
                    <a:pt x="6551" y="3948"/>
                  </a:lnTo>
                  <a:lnTo>
                    <a:pt x="6575" y="4047"/>
                  </a:lnTo>
                  <a:lnTo>
                    <a:pt x="6580" y="4248"/>
                  </a:lnTo>
                  <a:lnTo>
                    <a:pt x="6592" y="4302"/>
                  </a:lnTo>
                  <a:lnTo>
                    <a:pt x="6591" y="4307"/>
                  </a:lnTo>
                  <a:lnTo>
                    <a:pt x="6586" y="4323"/>
                  </a:lnTo>
                  <a:lnTo>
                    <a:pt x="6575" y="4337"/>
                  </a:lnTo>
                  <a:lnTo>
                    <a:pt x="6568" y="4346"/>
                  </a:lnTo>
                  <a:lnTo>
                    <a:pt x="6551" y="4354"/>
                  </a:lnTo>
                  <a:lnTo>
                    <a:pt x="6544" y="4359"/>
                  </a:lnTo>
                  <a:lnTo>
                    <a:pt x="6536" y="4362"/>
                  </a:lnTo>
                  <a:lnTo>
                    <a:pt x="6536" y="4369"/>
                  </a:lnTo>
                  <a:lnTo>
                    <a:pt x="6563" y="4409"/>
                  </a:lnTo>
                  <a:lnTo>
                    <a:pt x="6575" y="4413"/>
                  </a:lnTo>
                  <a:lnTo>
                    <a:pt x="6591" y="4414"/>
                  </a:lnTo>
                  <a:lnTo>
                    <a:pt x="6608" y="4412"/>
                  </a:lnTo>
                  <a:lnTo>
                    <a:pt x="6623" y="4407"/>
                  </a:lnTo>
                  <a:lnTo>
                    <a:pt x="6674" y="4377"/>
                  </a:lnTo>
                  <a:lnTo>
                    <a:pt x="6692" y="4383"/>
                  </a:lnTo>
                  <a:lnTo>
                    <a:pt x="6729" y="4395"/>
                  </a:lnTo>
                  <a:lnTo>
                    <a:pt x="6853" y="4532"/>
                  </a:lnTo>
                  <a:lnTo>
                    <a:pt x="6864" y="4567"/>
                  </a:lnTo>
                  <a:lnTo>
                    <a:pt x="6851" y="4591"/>
                  </a:lnTo>
                  <a:lnTo>
                    <a:pt x="6828" y="4622"/>
                  </a:lnTo>
                  <a:lnTo>
                    <a:pt x="6785" y="4623"/>
                  </a:lnTo>
                  <a:lnTo>
                    <a:pt x="6670" y="4618"/>
                  </a:lnTo>
                  <a:lnTo>
                    <a:pt x="6663" y="4617"/>
                  </a:lnTo>
                  <a:lnTo>
                    <a:pt x="6655" y="4609"/>
                  </a:lnTo>
                  <a:lnTo>
                    <a:pt x="6650" y="4598"/>
                  </a:lnTo>
                  <a:lnTo>
                    <a:pt x="6649" y="4589"/>
                  </a:lnTo>
                  <a:lnTo>
                    <a:pt x="6650" y="4577"/>
                  </a:lnTo>
                  <a:lnTo>
                    <a:pt x="6646" y="4564"/>
                  </a:lnTo>
                  <a:lnTo>
                    <a:pt x="6641" y="4554"/>
                  </a:lnTo>
                  <a:lnTo>
                    <a:pt x="6625" y="4550"/>
                  </a:lnTo>
                  <a:lnTo>
                    <a:pt x="6620" y="4548"/>
                  </a:lnTo>
                  <a:lnTo>
                    <a:pt x="6611" y="4545"/>
                  </a:lnTo>
                  <a:lnTo>
                    <a:pt x="6601" y="4546"/>
                  </a:lnTo>
                  <a:lnTo>
                    <a:pt x="6436" y="4552"/>
                  </a:lnTo>
                  <a:lnTo>
                    <a:pt x="6404" y="4579"/>
                  </a:lnTo>
                  <a:lnTo>
                    <a:pt x="6401" y="4584"/>
                  </a:lnTo>
                  <a:lnTo>
                    <a:pt x="6392" y="4590"/>
                  </a:lnTo>
                  <a:lnTo>
                    <a:pt x="6379" y="4592"/>
                  </a:lnTo>
                  <a:lnTo>
                    <a:pt x="6339" y="4601"/>
                  </a:lnTo>
                  <a:lnTo>
                    <a:pt x="6330" y="4603"/>
                  </a:lnTo>
                  <a:lnTo>
                    <a:pt x="6312" y="4607"/>
                  </a:lnTo>
                  <a:lnTo>
                    <a:pt x="6287" y="4612"/>
                  </a:lnTo>
                  <a:lnTo>
                    <a:pt x="6246" y="4621"/>
                  </a:lnTo>
                  <a:lnTo>
                    <a:pt x="6232" y="4623"/>
                  </a:lnTo>
                  <a:lnTo>
                    <a:pt x="6210" y="4624"/>
                  </a:lnTo>
                  <a:lnTo>
                    <a:pt x="6183" y="4625"/>
                  </a:lnTo>
                  <a:lnTo>
                    <a:pt x="6135" y="4613"/>
                  </a:lnTo>
                  <a:lnTo>
                    <a:pt x="6126" y="4609"/>
                  </a:lnTo>
                  <a:lnTo>
                    <a:pt x="6112" y="4607"/>
                  </a:lnTo>
                  <a:lnTo>
                    <a:pt x="6059" y="4594"/>
                  </a:lnTo>
                  <a:lnTo>
                    <a:pt x="6039" y="4585"/>
                  </a:lnTo>
                  <a:lnTo>
                    <a:pt x="6011" y="4562"/>
                  </a:lnTo>
                  <a:lnTo>
                    <a:pt x="6000" y="4559"/>
                  </a:lnTo>
                  <a:lnTo>
                    <a:pt x="5994" y="4560"/>
                  </a:lnTo>
                  <a:lnTo>
                    <a:pt x="5980" y="4556"/>
                  </a:lnTo>
                  <a:lnTo>
                    <a:pt x="5935" y="4491"/>
                  </a:lnTo>
                  <a:lnTo>
                    <a:pt x="5925" y="4462"/>
                  </a:lnTo>
                  <a:lnTo>
                    <a:pt x="5916" y="4401"/>
                  </a:lnTo>
                  <a:lnTo>
                    <a:pt x="5929" y="4389"/>
                  </a:lnTo>
                  <a:lnTo>
                    <a:pt x="5960" y="4397"/>
                  </a:lnTo>
                  <a:lnTo>
                    <a:pt x="5984" y="4382"/>
                  </a:lnTo>
                  <a:lnTo>
                    <a:pt x="5995" y="4371"/>
                  </a:lnTo>
                  <a:lnTo>
                    <a:pt x="5999" y="4362"/>
                  </a:lnTo>
                  <a:lnTo>
                    <a:pt x="6003" y="4354"/>
                  </a:lnTo>
                  <a:lnTo>
                    <a:pt x="6006" y="4341"/>
                  </a:lnTo>
                  <a:lnTo>
                    <a:pt x="6001" y="4270"/>
                  </a:lnTo>
                  <a:lnTo>
                    <a:pt x="5962" y="4106"/>
                  </a:lnTo>
                  <a:lnTo>
                    <a:pt x="5957" y="4085"/>
                  </a:lnTo>
                  <a:lnTo>
                    <a:pt x="5939" y="4010"/>
                  </a:lnTo>
                  <a:lnTo>
                    <a:pt x="5937" y="4004"/>
                  </a:lnTo>
                  <a:lnTo>
                    <a:pt x="5932" y="3997"/>
                  </a:lnTo>
                  <a:lnTo>
                    <a:pt x="5928" y="3991"/>
                  </a:lnTo>
                  <a:lnTo>
                    <a:pt x="5922" y="3986"/>
                  </a:lnTo>
                  <a:lnTo>
                    <a:pt x="5909" y="3976"/>
                  </a:lnTo>
                  <a:lnTo>
                    <a:pt x="5897" y="3968"/>
                  </a:lnTo>
                  <a:lnTo>
                    <a:pt x="5787" y="3990"/>
                  </a:lnTo>
                  <a:lnTo>
                    <a:pt x="5769" y="3994"/>
                  </a:lnTo>
                  <a:lnTo>
                    <a:pt x="5739" y="4000"/>
                  </a:lnTo>
                  <a:lnTo>
                    <a:pt x="5662" y="3824"/>
                  </a:lnTo>
                  <a:lnTo>
                    <a:pt x="5655" y="3801"/>
                  </a:lnTo>
                  <a:lnTo>
                    <a:pt x="5649" y="3775"/>
                  </a:lnTo>
                  <a:lnTo>
                    <a:pt x="5685" y="3646"/>
                  </a:lnTo>
                  <a:lnTo>
                    <a:pt x="5685" y="3641"/>
                  </a:lnTo>
                  <a:lnTo>
                    <a:pt x="5684" y="3635"/>
                  </a:lnTo>
                  <a:lnTo>
                    <a:pt x="5676" y="3538"/>
                  </a:lnTo>
                  <a:lnTo>
                    <a:pt x="5672" y="3494"/>
                  </a:lnTo>
                  <a:lnTo>
                    <a:pt x="5673" y="3489"/>
                  </a:lnTo>
                  <a:lnTo>
                    <a:pt x="5670" y="3479"/>
                  </a:lnTo>
                  <a:lnTo>
                    <a:pt x="5657" y="3330"/>
                  </a:lnTo>
                  <a:lnTo>
                    <a:pt x="5648" y="3281"/>
                  </a:lnTo>
                  <a:lnTo>
                    <a:pt x="5640" y="3235"/>
                  </a:lnTo>
                  <a:lnTo>
                    <a:pt x="5638" y="3222"/>
                  </a:lnTo>
                  <a:lnTo>
                    <a:pt x="5606" y="3042"/>
                  </a:lnTo>
                  <a:lnTo>
                    <a:pt x="5561" y="2790"/>
                  </a:lnTo>
                  <a:lnTo>
                    <a:pt x="5557" y="2768"/>
                  </a:lnTo>
                  <a:lnTo>
                    <a:pt x="5427" y="2760"/>
                  </a:lnTo>
                  <a:lnTo>
                    <a:pt x="5381" y="2754"/>
                  </a:lnTo>
                  <a:lnTo>
                    <a:pt x="5345" y="2749"/>
                  </a:lnTo>
                  <a:lnTo>
                    <a:pt x="5328" y="2746"/>
                  </a:lnTo>
                  <a:lnTo>
                    <a:pt x="5252" y="2735"/>
                  </a:lnTo>
                  <a:lnTo>
                    <a:pt x="5192" y="2635"/>
                  </a:lnTo>
                  <a:lnTo>
                    <a:pt x="5153" y="2484"/>
                  </a:lnTo>
                  <a:lnTo>
                    <a:pt x="5150" y="2476"/>
                  </a:lnTo>
                  <a:lnTo>
                    <a:pt x="5121" y="2479"/>
                  </a:lnTo>
                  <a:lnTo>
                    <a:pt x="5108" y="2481"/>
                  </a:lnTo>
                  <a:lnTo>
                    <a:pt x="5098" y="2484"/>
                  </a:lnTo>
                  <a:lnTo>
                    <a:pt x="5073" y="2490"/>
                  </a:lnTo>
                  <a:lnTo>
                    <a:pt x="5058" y="2504"/>
                  </a:lnTo>
                  <a:lnTo>
                    <a:pt x="5045" y="2517"/>
                  </a:lnTo>
                  <a:lnTo>
                    <a:pt x="5028" y="2534"/>
                  </a:lnTo>
                  <a:lnTo>
                    <a:pt x="5023" y="2538"/>
                  </a:lnTo>
                  <a:lnTo>
                    <a:pt x="4987" y="2575"/>
                  </a:lnTo>
                  <a:lnTo>
                    <a:pt x="4984" y="2580"/>
                  </a:lnTo>
                  <a:lnTo>
                    <a:pt x="5012" y="2627"/>
                  </a:lnTo>
                  <a:lnTo>
                    <a:pt x="5092" y="2759"/>
                  </a:lnTo>
                  <a:lnTo>
                    <a:pt x="5179" y="2902"/>
                  </a:lnTo>
                  <a:lnTo>
                    <a:pt x="5184" y="2910"/>
                  </a:lnTo>
                  <a:lnTo>
                    <a:pt x="5207" y="2909"/>
                  </a:lnTo>
                  <a:lnTo>
                    <a:pt x="5231" y="2918"/>
                  </a:lnTo>
                  <a:lnTo>
                    <a:pt x="5236" y="2920"/>
                  </a:lnTo>
                  <a:lnTo>
                    <a:pt x="5274" y="2935"/>
                  </a:lnTo>
                  <a:lnTo>
                    <a:pt x="5289" y="2941"/>
                  </a:lnTo>
                  <a:lnTo>
                    <a:pt x="5314" y="2967"/>
                  </a:lnTo>
                  <a:lnTo>
                    <a:pt x="5318" y="2970"/>
                  </a:lnTo>
                  <a:lnTo>
                    <a:pt x="5324" y="2996"/>
                  </a:lnTo>
                  <a:lnTo>
                    <a:pt x="5355" y="3132"/>
                  </a:lnTo>
                  <a:lnTo>
                    <a:pt x="5361" y="3158"/>
                  </a:lnTo>
                  <a:lnTo>
                    <a:pt x="5367" y="3183"/>
                  </a:lnTo>
                  <a:lnTo>
                    <a:pt x="5369" y="3196"/>
                  </a:lnTo>
                  <a:lnTo>
                    <a:pt x="5370" y="3206"/>
                  </a:lnTo>
                  <a:lnTo>
                    <a:pt x="5383" y="3278"/>
                  </a:lnTo>
                  <a:lnTo>
                    <a:pt x="5356" y="3372"/>
                  </a:lnTo>
                  <a:lnTo>
                    <a:pt x="5343" y="3378"/>
                  </a:lnTo>
                  <a:lnTo>
                    <a:pt x="5334" y="3381"/>
                  </a:lnTo>
                  <a:lnTo>
                    <a:pt x="5326" y="3384"/>
                  </a:lnTo>
                  <a:lnTo>
                    <a:pt x="5318" y="3385"/>
                  </a:lnTo>
                  <a:lnTo>
                    <a:pt x="5298" y="3388"/>
                  </a:lnTo>
                  <a:lnTo>
                    <a:pt x="5272" y="3391"/>
                  </a:lnTo>
                  <a:lnTo>
                    <a:pt x="5264" y="3392"/>
                  </a:lnTo>
                  <a:lnTo>
                    <a:pt x="5246" y="3392"/>
                  </a:lnTo>
                  <a:lnTo>
                    <a:pt x="5241" y="3391"/>
                  </a:lnTo>
                  <a:lnTo>
                    <a:pt x="5229" y="3385"/>
                  </a:lnTo>
                  <a:lnTo>
                    <a:pt x="5206" y="3373"/>
                  </a:lnTo>
                  <a:lnTo>
                    <a:pt x="5198" y="3369"/>
                  </a:lnTo>
                  <a:lnTo>
                    <a:pt x="5193" y="3365"/>
                  </a:lnTo>
                  <a:lnTo>
                    <a:pt x="5171" y="3347"/>
                  </a:lnTo>
                  <a:lnTo>
                    <a:pt x="5164" y="3340"/>
                  </a:lnTo>
                  <a:lnTo>
                    <a:pt x="5149" y="3315"/>
                  </a:lnTo>
                  <a:lnTo>
                    <a:pt x="5138" y="3294"/>
                  </a:lnTo>
                  <a:lnTo>
                    <a:pt x="5125" y="3272"/>
                  </a:lnTo>
                  <a:lnTo>
                    <a:pt x="5112" y="3259"/>
                  </a:lnTo>
                  <a:lnTo>
                    <a:pt x="5108" y="3252"/>
                  </a:lnTo>
                  <a:lnTo>
                    <a:pt x="5104" y="3244"/>
                  </a:lnTo>
                  <a:lnTo>
                    <a:pt x="5102" y="3238"/>
                  </a:lnTo>
                  <a:lnTo>
                    <a:pt x="5093" y="3224"/>
                  </a:lnTo>
                  <a:lnTo>
                    <a:pt x="5090" y="3218"/>
                  </a:lnTo>
                  <a:lnTo>
                    <a:pt x="5083" y="3214"/>
                  </a:lnTo>
                  <a:lnTo>
                    <a:pt x="5076" y="3213"/>
                  </a:lnTo>
                  <a:lnTo>
                    <a:pt x="5070" y="3213"/>
                  </a:lnTo>
                  <a:lnTo>
                    <a:pt x="5065" y="3214"/>
                  </a:lnTo>
                  <a:lnTo>
                    <a:pt x="5060" y="3216"/>
                  </a:lnTo>
                  <a:lnTo>
                    <a:pt x="5054" y="3219"/>
                  </a:lnTo>
                  <a:lnTo>
                    <a:pt x="5049" y="3224"/>
                  </a:lnTo>
                  <a:lnTo>
                    <a:pt x="5047" y="3235"/>
                  </a:lnTo>
                  <a:lnTo>
                    <a:pt x="5055" y="3257"/>
                  </a:lnTo>
                  <a:lnTo>
                    <a:pt x="5055" y="3277"/>
                  </a:lnTo>
                  <a:lnTo>
                    <a:pt x="5052" y="3287"/>
                  </a:lnTo>
                  <a:lnTo>
                    <a:pt x="5037" y="3306"/>
                  </a:lnTo>
                  <a:lnTo>
                    <a:pt x="5018" y="3317"/>
                  </a:lnTo>
                  <a:lnTo>
                    <a:pt x="5012" y="3328"/>
                  </a:lnTo>
                  <a:lnTo>
                    <a:pt x="5000" y="3356"/>
                  </a:lnTo>
                  <a:lnTo>
                    <a:pt x="4996" y="3372"/>
                  </a:lnTo>
                  <a:lnTo>
                    <a:pt x="4986" y="3395"/>
                  </a:lnTo>
                  <a:lnTo>
                    <a:pt x="4971" y="3412"/>
                  </a:lnTo>
                  <a:lnTo>
                    <a:pt x="4825" y="3542"/>
                  </a:lnTo>
                  <a:lnTo>
                    <a:pt x="4669" y="3681"/>
                  </a:lnTo>
                  <a:lnTo>
                    <a:pt x="4637" y="3786"/>
                  </a:lnTo>
                  <a:lnTo>
                    <a:pt x="4622" y="3845"/>
                  </a:lnTo>
                  <a:lnTo>
                    <a:pt x="4622" y="3852"/>
                  </a:lnTo>
                  <a:lnTo>
                    <a:pt x="4625" y="3858"/>
                  </a:lnTo>
                  <a:lnTo>
                    <a:pt x="4630" y="3873"/>
                  </a:lnTo>
                  <a:lnTo>
                    <a:pt x="4631" y="3886"/>
                  </a:lnTo>
                  <a:lnTo>
                    <a:pt x="4632" y="3902"/>
                  </a:lnTo>
                  <a:lnTo>
                    <a:pt x="4632" y="3916"/>
                  </a:lnTo>
                  <a:lnTo>
                    <a:pt x="4631" y="3932"/>
                  </a:lnTo>
                  <a:lnTo>
                    <a:pt x="4646" y="3972"/>
                  </a:lnTo>
                  <a:lnTo>
                    <a:pt x="4860" y="4112"/>
                  </a:lnTo>
                  <a:lnTo>
                    <a:pt x="4887" y="4110"/>
                  </a:lnTo>
                  <a:lnTo>
                    <a:pt x="4928" y="4126"/>
                  </a:lnTo>
                  <a:lnTo>
                    <a:pt x="4979" y="4145"/>
                  </a:lnTo>
                  <a:lnTo>
                    <a:pt x="4996" y="4152"/>
                  </a:lnTo>
                  <a:lnTo>
                    <a:pt x="5000" y="4164"/>
                  </a:lnTo>
                  <a:lnTo>
                    <a:pt x="5015" y="4200"/>
                  </a:lnTo>
                  <a:lnTo>
                    <a:pt x="5023" y="4222"/>
                  </a:lnTo>
                  <a:lnTo>
                    <a:pt x="5033" y="4305"/>
                  </a:lnTo>
                  <a:lnTo>
                    <a:pt x="5024" y="4313"/>
                  </a:lnTo>
                  <a:lnTo>
                    <a:pt x="4932" y="4390"/>
                  </a:lnTo>
                  <a:lnTo>
                    <a:pt x="4843" y="4455"/>
                  </a:lnTo>
                  <a:lnTo>
                    <a:pt x="4838" y="4460"/>
                  </a:lnTo>
                  <a:lnTo>
                    <a:pt x="4832" y="4465"/>
                  </a:lnTo>
                  <a:lnTo>
                    <a:pt x="4820" y="4475"/>
                  </a:lnTo>
                  <a:lnTo>
                    <a:pt x="4812" y="4498"/>
                  </a:lnTo>
                  <a:lnTo>
                    <a:pt x="4814" y="4504"/>
                  </a:lnTo>
                  <a:lnTo>
                    <a:pt x="4821" y="4513"/>
                  </a:lnTo>
                  <a:lnTo>
                    <a:pt x="4839" y="4549"/>
                  </a:lnTo>
                  <a:lnTo>
                    <a:pt x="4846" y="4575"/>
                  </a:lnTo>
                  <a:lnTo>
                    <a:pt x="4850" y="4590"/>
                  </a:lnTo>
                  <a:lnTo>
                    <a:pt x="4856" y="4601"/>
                  </a:lnTo>
                  <a:lnTo>
                    <a:pt x="4909" y="4694"/>
                  </a:lnTo>
                  <a:lnTo>
                    <a:pt x="4967" y="4798"/>
                  </a:lnTo>
                  <a:lnTo>
                    <a:pt x="5056" y="4954"/>
                  </a:lnTo>
                  <a:lnTo>
                    <a:pt x="5087" y="5061"/>
                  </a:lnTo>
                  <a:lnTo>
                    <a:pt x="5098" y="5107"/>
                  </a:lnTo>
                  <a:lnTo>
                    <a:pt x="5073" y="5183"/>
                  </a:lnTo>
                  <a:lnTo>
                    <a:pt x="5059" y="5208"/>
                  </a:lnTo>
                  <a:lnTo>
                    <a:pt x="5052" y="5212"/>
                  </a:lnTo>
                  <a:lnTo>
                    <a:pt x="5045" y="5216"/>
                  </a:lnTo>
                  <a:lnTo>
                    <a:pt x="4983" y="5240"/>
                  </a:lnTo>
                  <a:lnTo>
                    <a:pt x="4962" y="5245"/>
                  </a:lnTo>
                  <a:lnTo>
                    <a:pt x="4846" y="5271"/>
                  </a:lnTo>
                  <a:lnTo>
                    <a:pt x="4624" y="5304"/>
                  </a:lnTo>
                  <a:lnTo>
                    <a:pt x="4579" y="5262"/>
                  </a:lnTo>
                  <a:lnTo>
                    <a:pt x="4538" y="5217"/>
                  </a:lnTo>
                  <a:lnTo>
                    <a:pt x="4505" y="5179"/>
                  </a:lnTo>
                  <a:lnTo>
                    <a:pt x="4501" y="5163"/>
                  </a:lnTo>
                  <a:lnTo>
                    <a:pt x="4499" y="5157"/>
                  </a:lnTo>
                  <a:lnTo>
                    <a:pt x="4495" y="5143"/>
                  </a:lnTo>
                  <a:lnTo>
                    <a:pt x="4492" y="5129"/>
                  </a:lnTo>
                  <a:lnTo>
                    <a:pt x="4492" y="5122"/>
                  </a:lnTo>
                  <a:lnTo>
                    <a:pt x="4494" y="5094"/>
                  </a:lnTo>
                  <a:lnTo>
                    <a:pt x="4494" y="5087"/>
                  </a:lnTo>
                  <a:lnTo>
                    <a:pt x="4496" y="5063"/>
                  </a:lnTo>
                  <a:lnTo>
                    <a:pt x="4497" y="5051"/>
                  </a:lnTo>
                  <a:lnTo>
                    <a:pt x="4495" y="5036"/>
                  </a:lnTo>
                  <a:lnTo>
                    <a:pt x="4487" y="5012"/>
                  </a:lnTo>
                  <a:lnTo>
                    <a:pt x="4482" y="4976"/>
                  </a:lnTo>
                  <a:lnTo>
                    <a:pt x="4482" y="4965"/>
                  </a:lnTo>
                  <a:lnTo>
                    <a:pt x="4507" y="4592"/>
                  </a:lnTo>
                  <a:lnTo>
                    <a:pt x="4513" y="4523"/>
                  </a:lnTo>
                  <a:lnTo>
                    <a:pt x="4518" y="4514"/>
                  </a:lnTo>
                  <a:lnTo>
                    <a:pt x="4521" y="4506"/>
                  </a:lnTo>
                  <a:lnTo>
                    <a:pt x="4570" y="4399"/>
                  </a:lnTo>
                  <a:lnTo>
                    <a:pt x="4580" y="4396"/>
                  </a:lnTo>
                  <a:lnTo>
                    <a:pt x="4591" y="4395"/>
                  </a:lnTo>
                  <a:lnTo>
                    <a:pt x="4597" y="4396"/>
                  </a:lnTo>
                  <a:lnTo>
                    <a:pt x="4602" y="4396"/>
                  </a:lnTo>
                  <a:lnTo>
                    <a:pt x="4617" y="4396"/>
                  </a:lnTo>
                  <a:lnTo>
                    <a:pt x="4624" y="4392"/>
                  </a:lnTo>
                  <a:lnTo>
                    <a:pt x="4660" y="4353"/>
                  </a:lnTo>
                  <a:lnTo>
                    <a:pt x="4666" y="4341"/>
                  </a:lnTo>
                  <a:lnTo>
                    <a:pt x="4668" y="4334"/>
                  </a:lnTo>
                  <a:lnTo>
                    <a:pt x="4671" y="4323"/>
                  </a:lnTo>
                  <a:lnTo>
                    <a:pt x="4669" y="4294"/>
                  </a:lnTo>
                  <a:lnTo>
                    <a:pt x="4667" y="4284"/>
                  </a:lnTo>
                  <a:lnTo>
                    <a:pt x="4634" y="4195"/>
                  </a:lnTo>
                  <a:lnTo>
                    <a:pt x="4601" y="4111"/>
                  </a:lnTo>
                  <a:lnTo>
                    <a:pt x="4591" y="4097"/>
                  </a:lnTo>
                  <a:lnTo>
                    <a:pt x="4516" y="4015"/>
                  </a:lnTo>
                  <a:lnTo>
                    <a:pt x="4483" y="3995"/>
                  </a:lnTo>
                  <a:lnTo>
                    <a:pt x="4446" y="3994"/>
                  </a:lnTo>
                  <a:lnTo>
                    <a:pt x="4315" y="4082"/>
                  </a:lnTo>
                  <a:lnTo>
                    <a:pt x="4309" y="4086"/>
                  </a:lnTo>
                  <a:lnTo>
                    <a:pt x="4257" y="4180"/>
                  </a:lnTo>
                  <a:lnTo>
                    <a:pt x="4165" y="4304"/>
                  </a:lnTo>
                  <a:lnTo>
                    <a:pt x="4158" y="4303"/>
                  </a:lnTo>
                  <a:lnTo>
                    <a:pt x="4138" y="4301"/>
                  </a:lnTo>
                  <a:lnTo>
                    <a:pt x="4112" y="4299"/>
                  </a:lnTo>
                  <a:lnTo>
                    <a:pt x="4097" y="4297"/>
                  </a:lnTo>
                  <a:lnTo>
                    <a:pt x="4089" y="4297"/>
                  </a:lnTo>
                  <a:lnTo>
                    <a:pt x="4080" y="4294"/>
                  </a:lnTo>
                  <a:lnTo>
                    <a:pt x="4068" y="4293"/>
                  </a:lnTo>
                  <a:lnTo>
                    <a:pt x="4061" y="4288"/>
                  </a:lnTo>
                  <a:lnTo>
                    <a:pt x="4049" y="4293"/>
                  </a:lnTo>
                  <a:lnTo>
                    <a:pt x="4042" y="4299"/>
                  </a:lnTo>
                  <a:lnTo>
                    <a:pt x="4030" y="4313"/>
                  </a:lnTo>
                  <a:lnTo>
                    <a:pt x="4014" y="4334"/>
                  </a:lnTo>
                  <a:lnTo>
                    <a:pt x="4003" y="4350"/>
                  </a:lnTo>
                  <a:lnTo>
                    <a:pt x="3999" y="4361"/>
                  </a:lnTo>
                  <a:lnTo>
                    <a:pt x="3988" y="4391"/>
                  </a:lnTo>
                  <a:lnTo>
                    <a:pt x="3982" y="4400"/>
                  </a:lnTo>
                  <a:lnTo>
                    <a:pt x="3978" y="4407"/>
                  </a:lnTo>
                  <a:lnTo>
                    <a:pt x="3969" y="4417"/>
                  </a:lnTo>
                  <a:lnTo>
                    <a:pt x="3962" y="4424"/>
                  </a:lnTo>
                  <a:lnTo>
                    <a:pt x="3940" y="4435"/>
                  </a:lnTo>
                  <a:lnTo>
                    <a:pt x="3928" y="4441"/>
                  </a:lnTo>
                  <a:lnTo>
                    <a:pt x="3914" y="4441"/>
                  </a:lnTo>
                  <a:lnTo>
                    <a:pt x="3906" y="4441"/>
                  </a:lnTo>
                  <a:lnTo>
                    <a:pt x="3862" y="4437"/>
                  </a:lnTo>
                  <a:lnTo>
                    <a:pt x="3832" y="4427"/>
                  </a:lnTo>
                  <a:lnTo>
                    <a:pt x="3824" y="4408"/>
                  </a:lnTo>
                  <a:lnTo>
                    <a:pt x="3812" y="4337"/>
                  </a:lnTo>
                  <a:lnTo>
                    <a:pt x="3822" y="4294"/>
                  </a:lnTo>
                  <a:lnTo>
                    <a:pt x="3823" y="4283"/>
                  </a:lnTo>
                  <a:lnTo>
                    <a:pt x="3823" y="4274"/>
                  </a:lnTo>
                  <a:lnTo>
                    <a:pt x="3831" y="4230"/>
                  </a:lnTo>
                  <a:lnTo>
                    <a:pt x="3841" y="4209"/>
                  </a:lnTo>
                  <a:lnTo>
                    <a:pt x="3880" y="4162"/>
                  </a:lnTo>
                  <a:lnTo>
                    <a:pt x="3908" y="4142"/>
                  </a:lnTo>
                  <a:lnTo>
                    <a:pt x="3962" y="4103"/>
                  </a:lnTo>
                  <a:lnTo>
                    <a:pt x="3972" y="4096"/>
                  </a:lnTo>
                  <a:lnTo>
                    <a:pt x="3981" y="4089"/>
                  </a:lnTo>
                  <a:lnTo>
                    <a:pt x="3930" y="3863"/>
                  </a:lnTo>
                  <a:lnTo>
                    <a:pt x="3909" y="3854"/>
                  </a:lnTo>
                  <a:lnTo>
                    <a:pt x="3897" y="3849"/>
                  </a:lnTo>
                  <a:lnTo>
                    <a:pt x="3840" y="3828"/>
                  </a:lnTo>
                  <a:lnTo>
                    <a:pt x="3810" y="3819"/>
                  </a:lnTo>
                  <a:lnTo>
                    <a:pt x="3802" y="3817"/>
                  </a:lnTo>
                  <a:lnTo>
                    <a:pt x="3797" y="3815"/>
                  </a:lnTo>
                  <a:lnTo>
                    <a:pt x="3778" y="3799"/>
                  </a:lnTo>
                  <a:lnTo>
                    <a:pt x="3770" y="3794"/>
                  </a:lnTo>
                  <a:lnTo>
                    <a:pt x="3722" y="3755"/>
                  </a:lnTo>
                  <a:lnTo>
                    <a:pt x="3704" y="3739"/>
                  </a:lnTo>
                  <a:lnTo>
                    <a:pt x="3695" y="3730"/>
                  </a:lnTo>
                  <a:lnTo>
                    <a:pt x="3673" y="3714"/>
                  </a:lnTo>
                  <a:lnTo>
                    <a:pt x="3667" y="3702"/>
                  </a:lnTo>
                  <a:lnTo>
                    <a:pt x="3666" y="3690"/>
                  </a:lnTo>
                  <a:lnTo>
                    <a:pt x="3682" y="3684"/>
                  </a:lnTo>
                  <a:lnTo>
                    <a:pt x="3749" y="3696"/>
                  </a:lnTo>
                  <a:lnTo>
                    <a:pt x="3763" y="3695"/>
                  </a:lnTo>
                  <a:lnTo>
                    <a:pt x="3770" y="3695"/>
                  </a:lnTo>
                  <a:lnTo>
                    <a:pt x="3778" y="3694"/>
                  </a:lnTo>
                  <a:lnTo>
                    <a:pt x="3813" y="3692"/>
                  </a:lnTo>
                  <a:lnTo>
                    <a:pt x="3820" y="3692"/>
                  </a:lnTo>
                  <a:lnTo>
                    <a:pt x="3842" y="3676"/>
                  </a:lnTo>
                  <a:lnTo>
                    <a:pt x="3870" y="3627"/>
                  </a:lnTo>
                  <a:lnTo>
                    <a:pt x="3872" y="3610"/>
                  </a:lnTo>
                  <a:lnTo>
                    <a:pt x="3885" y="3221"/>
                  </a:lnTo>
                  <a:lnTo>
                    <a:pt x="3884" y="3159"/>
                  </a:lnTo>
                  <a:lnTo>
                    <a:pt x="3873" y="3102"/>
                  </a:lnTo>
                  <a:lnTo>
                    <a:pt x="3866" y="3089"/>
                  </a:lnTo>
                  <a:lnTo>
                    <a:pt x="3861" y="3081"/>
                  </a:lnTo>
                  <a:lnTo>
                    <a:pt x="3819" y="3005"/>
                  </a:lnTo>
                  <a:lnTo>
                    <a:pt x="3790" y="2985"/>
                  </a:lnTo>
                  <a:lnTo>
                    <a:pt x="3762" y="2965"/>
                  </a:lnTo>
                  <a:lnTo>
                    <a:pt x="3746" y="2955"/>
                  </a:lnTo>
                  <a:lnTo>
                    <a:pt x="3726" y="2945"/>
                  </a:lnTo>
                  <a:lnTo>
                    <a:pt x="3713" y="2941"/>
                  </a:lnTo>
                  <a:lnTo>
                    <a:pt x="3700" y="2940"/>
                  </a:lnTo>
                  <a:lnTo>
                    <a:pt x="3679" y="2940"/>
                  </a:lnTo>
                  <a:lnTo>
                    <a:pt x="3676" y="2947"/>
                  </a:lnTo>
                  <a:lnTo>
                    <a:pt x="3661" y="2977"/>
                  </a:lnTo>
                  <a:lnTo>
                    <a:pt x="3597" y="3040"/>
                  </a:lnTo>
                  <a:lnTo>
                    <a:pt x="3554" y="3057"/>
                  </a:lnTo>
                  <a:lnTo>
                    <a:pt x="3537" y="3056"/>
                  </a:lnTo>
                  <a:lnTo>
                    <a:pt x="3507" y="3053"/>
                  </a:lnTo>
                  <a:lnTo>
                    <a:pt x="3484" y="3052"/>
                  </a:lnTo>
                  <a:lnTo>
                    <a:pt x="3476" y="3045"/>
                  </a:lnTo>
                  <a:lnTo>
                    <a:pt x="3422" y="2992"/>
                  </a:lnTo>
                  <a:lnTo>
                    <a:pt x="3399" y="2957"/>
                  </a:lnTo>
                  <a:lnTo>
                    <a:pt x="3386" y="2936"/>
                  </a:lnTo>
                  <a:lnTo>
                    <a:pt x="3363" y="2901"/>
                  </a:lnTo>
                  <a:lnTo>
                    <a:pt x="3360" y="2896"/>
                  </a:lnTo>
                  <a:lnTo>
                    <a:pt x="3339" y="2864"/>
                  </a:lnTo>
                  <a:lnTo>
                    <a:pt x="3328" y="2833"/>
                  </a:lnTo>
                  <a:lnTo>
                    <a:pt x="3327" y="2822"/>
                  </a:lnTo>
                  <a:lnTo>
                    <a:pt x="3327" y="2794"/>
                  </a:lnTo>
                  <a:lnTo>
                    <a:pt x="3332" y="2756"/>
                  </a:lnTo>
                  <a:lnTo>
                    <a:pt x="3347" y="2744"/>
                  </a:lnTo>
                  <a:lnTo>
                    <a:pt x="3356" y="2729"/>
                  </a:lnTo>
                  <a:lnTo>
                    <a:pt x="3364" y="2727"/>
                  </a:lnTo>
                  <a:lnTo>
                    <a:pt x="3370" y="2728"/>
                  </a:lnTo>
                  <a:lnTo>
                    <a:pt x="3377" y="2728"/>
                  </a:lnTo>
                  <a:lnTo>
                    <a:pt x="3382" y="2727"/>
                  </a:lnTo>
                  <a:lnTo>
                    <a:pt x="3388" y="2725"/>
                  </a:lnTo>
                  <a:lnTo>
                    <a:pt x="3393" y="2721"/>
                  </a:lnTo>
                  <a:lnTo>
                    <a:pt x="3396" y="2716"/>
                  </a:lnTo>
                  <a:lnTo>
                    <a:pt x="3399" y="2702"/>
                  </a:lnTo>
                  <a:lnTo>
                    <a:pt x="3408" y="2676"/>
                  </a:lnTo>
                  <a:lnTo>
                    <a:pt x="3408" y="2668"/>
                  </a:lnTo>
                  <a:lnTo>
                    <a:pt x="3406" y="2654"/>
                  </a:lnTo>
                  <a:lnTo>
                    <a:pt x="3404" y="2644"/>
                  </a:lnTo>
                  <a:lnTo>
                    <a:pt x="3402" y="2638"/>
                  </a:lnTo>
                  <a:lnTo>
                    <a:pt x="3400" y="2625"/>
                  </a:lnTo>
                  <a:lnTo>
                    <a:pt x="3393" y="2608"/>
                  </a:lnTo>
                  <a:lnTo>
                    <a:pt x="3375" y="2587"/>
                  </a:lnTo>
                  <a:lnTo>
                    <a:pt x="3301" y="2524"/>
                  </a:lnTo>
                  <a:lnTo>
                    <a:pt x="3289" y="2522"/>
                  </a:lnTo>
                  <a:lnTo>
                    <a:pt x="3132" y="2546"/>
                  </a:lnTo>
                  <a:lnTo>
                    <a:pt x="3032" y="2563"/>
                  </a:lnTo>
                  <a:lnTo>
                    <a:pt x="3024" y="2566"/>
                  </a:lnTo>
                  <a:lnTo>
                    <a:pt x="3011" y="2572"/>
                  </a:lnTo>
                  <a:lnTo>
                    <a:pt x="3002" y="2575"/>
                  </a:lnTo>
                  <a:lnTo>
                    <a:pt x="2990" y="2579"/>
                  </a:lnTo>
                  <a:lnTo>
                    <a:pt x="2969" y="2601"/>
                  </a:lnTo>
                  <a:lnTo>
                    <a:pt x="2965" y="2608"/>
                  </a:lnTo>
                  <a:lnTo>
                    <a:pt x="2954" y="2616"/>
                  </a:lnTo>
                  <a:lnTo>
                    <a:pt x="2936" y="2710"/>
                  </a:lnTo>
                  <a:lnTo>
                    <a:pt x="2919" y="2749"/>
                  </a:lnTo>
                  <a:lnTo>
                    <a:pt x="2911" y="2760"/>
                  </a:lnTo>
                  <a:lnTo>
                    <a:pt x="2905" y="2768"/>
                  </a:lnTo>
                  <a:lnTo>
                    <a:pt x="2891" y="2786"/>
                  </a:lnTo>
                  <a:lnTo>
                    <a:pt x="2883" y="2792"/>
                  </a:lnTo>
                  <a:lnTo>
                    <a:pt x="2877" y="2796"/>
                  </a:lnTo>
                  <a:lnTo>
                    <a:pt x="2865" y="2805"/>
                  </a:lnTo>
                  <a:lnTo>
                    <a:pt x="2858" y="2822"/>
                  </a:lnTo>
                  <a:lnTo>
                    <a:pt x="2854" y="2846"/>
                  </a:lnTo>
                  <a:lnTo>
                    <a:pt x="2847" y="2864"/>
                  </a:lnTo>
                  <a:lnTo>
                    <a:pt x="2847" y="2871"/>
                  </a:lnTo>
                  <a:lnTo>
                    <a:pt x="2844" y="2880"/>
                  </a:lnTo>
                  <a:lnTo>
                    <a:pt x="2841" y="2888"/>
                  </a:lnTo>
                  <a:lnTo>
                    <a:pt x="2818" y="2909"/>
                  </a:lnTo>
                  <a:lnTo>
                    <a:pt x="2777" y="2997"/>
                  </a:lnTo>
                  <a:lnTo>
                    <a:pt x="2770" y="3017"/>
                  </a:lnTo>
                  <a:lnTo>
                    <a:pt x="2763" y="3031"/>
                  </a:lnTo>
                  <a:lnTo>
                    <a:pt x="2749" y="3057"/>
                  </a:lnTo>
                  <a:lnTo>
                    <a:pt x="2747" y="3064"/>
                  </a:lnTo>
                  <a:lnTo>
                    <a:pt x="2746" y="3102"/>
                  </a:lnTo>
                  <a:lnTo>
                    <a:pt x="2747" y="3109"/>
                  </a:lnTo>
                  <a:lnTo>
                    <a:pt x="2748" y="3131"/>
                  </a:lnTo>
                  <a:lnTo>
                    <a:pt x="2745" y="3157"/>
                  </a:lnTo>
                  <a:lnTo>
                    <a:pt x="2726" y="3229"/>
                  </a:lnTo>
                  <a:lnTo>
                    <a:pt x="2694" y="3349"/>
                  </a:lnTo>
                  <a:lnTo>
                    <a:pt x="2626" y="3394"/>
                  </a:lnTo>
                  <a:lnTo>
                    <a:pt x="2590" y="3377"/>
                  </a:lnTo>
                  <a:lnTo>
                    <a:pt x="2517" y="3331"/>
                  </a:lnTo>
                  <a:lnTo>
                    <a:pt x="2508" y="3325"/>
                  </a:lnTo>
                  <a:lnTo>
                    <a:pt x="2423" y="3272"/>
                  </a:lnTo>
                  <a:lnTo>
                    <a:pt x="2398" y="3249"/>
                  </a:lnTo>
                  <a:lnTo>
                    <a:pt x="2387" y="3239"/>
                  </a:lnTo>
                  <a:lnTo>
                    <a:pt x="2373" y="3226"/>
                  </a:lnTo>
                  <a:lnTo>
                    <a:pt x="2355" y="3208"/>
                  </a:lnTo>
                  <a:lnTo>
                    <a:pt x="2283" y="2968"/>
                  </a:lnTo>
                  <a:lnTo>
                    <a:pt x="2274" y="2940"/>
                  </a:lnTo>
                  <a:lnTo>
                    <a:pt x="2276" y="2927"/>
                  </a:lnTo>
                  <a:lnTo>
                    <a:pt x="2290" y="2907"/>
                  </a:lnTo>
                  <a:lnTo>
                    <a:pt x="2328" y="2856"/>
                  </a:lnTo>
                  <a:lnTo>
                    <a:pt x="2333" y="2766"/>
                  </a:lnTo>
                  <a:lnTo>
                    <a:pt x="2290" y="2595"/>
                  </a:lnTo>
                  <a:lnTo>
                    <a:pt x="2259" y="2546"/>
                  </a:lnTo>
                  <a:lnTo>
                    <a:pt x="2086" y="2491"/>
                  </a:lnTo>
                  <a:lnTo>
                    <a:pt x="2072" y="2486"/>
                  </a:lnTo>
                  <a:lnTo>
                    <a:pt x="1992" y="2461"/>
                  </a:lnTo>
                  <a:lnTo>
                    <a:pt x="1607" y="2415"/>
                  </a:lnTo>
                  <a:lnTo>
                    <a:pt x="1586" y="2412"/>
                  </a:lnTo>
                  <a:lnTo>
                    <a:pt x="1436" y="2394"/>
                  </a:lnTo>
                  <a:lnTo>
                    <a:pt x="1310" y="2403"/>
                  </a:lnTo>
                  <a:lnTo>
                    <a:pt x="1294" y="2402"/>
                  </a:lnTo>
                  <a:lnTo>
                    <a:pt x="1183" y="2395"/>
                  </a:lnTo>
                  <a:lnTo>
                    <a:pt x="1012" y="2385"/>
                  </a:lnTo>
                  <a:lnTo>
                    <a:pt x="972" y="2378"/>
                  </a:lnTo>
                  <a:lnTo>
                    <a:pt x="946" y="2365"/>
                  </a:lnTo>
                  <a:lnTo>
                    <a:pt x="940" y="2362"/>
                  </a:lnTo>
                  <a:lnTo>
                    <a:pt x="934" y="2359"/>
                  </a:lnTo>
                  <a:lnTo>
                    <a:pt x="924" y="2349"/>
                  </a:lnTo>
                  <a:lnTo>
                    <a:pt x="888" y="2314"/>
                  </a:lnTo>
                  <a:lnTo>
                    <a:pt x="879" y="2305"/>
                  </a:lnTo>
                  <a:lnTo>
                    <a:pt x="779" y="2197"/>
                  </a:lnTo>
                  <a:lnTo>
                    <a:pt x="740" y="2071"/>
                  </a:lnTo>
                  <a:lnTo>
                    <a:pt x="742" y="2060"/>
                  </a:lnTo>
                  <a:lnTo>
                    <a:pt x="742" y="2045"/>
                  </a:lnTo>
                  <a:lnTo>
                    <a:pt x="740" y="2029"/>
                  </a:lnTo>
                  <a:lnTo>
                    <a:pt x="739" y="2019"/>
                  </a:lnTo>
                  <a:lnTo>
                    <a:pt x="739" y="2011"/>
                  </a:lnTo>
                  <a:lnTo>
                    <a:pt x="703" y="1953"/>
                  </a:lnTo>
                  <a:lnTo>
                    <a:pt x="670" y="1904"/>
                  </a:lnTo>
                  <a:lnTo>
                    <a:pt x="660" y="1888"/>
                  </a:lnTo>
                  <a:lnTo>
                    <a:pt x="494" y="1613"/>
                  </a:lnTo>
                  <a:lnTo>
                    <a:pt x="386" y="1425"/>
                  </a:lnTo>
                  <a:lnTo>
                    <a:pt x="369" y="1402"/>
                  </a:lnTo>
                  <a:lnTo>
                    <a:pt x="175" y="1143"/>
                  </a:lnTo>
                  <a:lnTo>
                    <a:pt x="75" y="1032"/>
                  </a:lnTo>
                  <a:lnTo>
                    <a:pt x="46" y="1016"/>
                  </a:lnTo>
                  <a:lnTo>
                    <a:pt x="33" y="1009"/>
                  </a:lnTo>
                  <a:lnTo>
                    <a:pt x="31" y="1003"/>
                  </a:lnTo>
                  <a:lnTo>
                    <a:pt x="23" y="998"/>
                  </a:lnTo>
                  <a:lnTo>
                    <a:pt x="0" y="973"/>
                  </a:lnTo>
                  <a:lnTo>
                    <a:pt x="0" y="941"/>
                  </a:lnTo>
                  <a:lnTo>
                    <a:pt x="0" y="928"/>
                  </a:lnTo>
                  <a:lnTo>
                    <a:pt x="3" y="903"/>
                  </a:lnTo>
                  <a:lnTo>
                    <a:pt x="5" y="891"/>
                  </a:lnTo>
                  <a:lnTo>
                    <a:pt x="8" y="864"/>
                  </a:lnTo>
                  <a:lnTo>
                    <a:pt x="32" y="756"/>
                  </a:lnTo>
                  <a:lnTo>
                    <a:pt x="35" y="745"/>
                  </a:lnTo>
                  <a:lnTo>
                    <a:pt x="38" y="736"/>
                  </a:lnTo>
                  <a:lnTo>
                    <a:pt x="42" y="713"/>
                  </a:lnTo>
                  <a:lnTo>
                    <a:pt x="45" y="706"/>
                  </a:lnTo>
                  <a:lnTo>
                    <a:pt x="46" y="699"/>
                  </a:lnTo>
                  <a:lnTo>
                    <a:pt x="78" y="645"/>
                  </a:lnTo>
                  <a:lnTo>
                    <a:pt x="103" y="627"/>
                  </a:lnTo>
                  <a:lnTo>
                    <a:pt x="131" y="610"/>
                  </a:lnTo>
                  <a:lnTo>
                    <a:pt x="138" y="607"/>
                  </a:lnTo>
                  <a:lnTo>
                    <a:pt x="156" y="601"/>
                  </a:lnTo>
                  <a:lnTo>
                    <a:pt x="407" y="509"/>
                  </a:lnTo>
                  <a:lnTo>
                    <a:pt x="529" y="476"/>
                  </a:lnTo>
                  <a:lnTo>
                    <a:pt x="582" y="421"/>
                  </a:lnTo>
                  <a:lnTo>
                    <a:pt x="610" y="391"/>
                  </a:lnTo>
                  <a:lnTo>
                    <a:pt x="669" y="333"/>
                  </a:lnTo>
                  <a:lnTo>
                    <a:pt x="721" y="280"/>
                  </a:lnTo>
                  <a:lnTo>
                    <a:pt x="754" y="247"/>
                  </a:lnTo>
                  <a:lnTo>
                    <a:pt x="827" y="210"/>
                  </a:lnTo>
                  <a:lnTo>
                    <a:pt x="851" y="199"/>
                  </a:lnTo>
                  <a:lnTo>
                    <a:pt x="887" y="188"/>
                  </a:lnTo>
                  <a:lnTo>
                    <a:pt x="894" y="186"/>
                  </a:lnTo>
                  <a:lnTo>
                    <a:pt x="927" y="177"/>
                  </a:lnTo>
                  <a:lnTo>
                    <a:pt x="934" y="175"/>
                  </a:lnTo>
                  <a:lnTo>
                    <a:pt x="975" y="163"/>
                  </a:lnTo>
                  <a:lnTo>
                    <a:pt x="982" y="161"/>
                  </a:lnTo>
                  <a:lnTo>
                    <a:pt x="1039" y="145"/>
                  </a:lnTo>
                  <a:lnTo>
                    <a:pt x="1047" y="142"/>
                  </a:lnTo>
                  <a:lnTo>
                    <a:pt x="1055" y="138"/>
                  </a:lnTo>
                  <a:lnTo>
                    <a:pt x="1060" y="134"/>
                  </a:lnTo>
                  <a:lnTo>
                    <a:pt x="1068" y="136"/>
                  </a:lnTo>
                  <a:lnTo>
                    <a:pt x="1158" y="161"/>
                  </a:lnTo>
                  <a:lnTo>
                    <a:pt x="1569" y="270"/>
                  </a:lnTo>
                  <a:lnTo>
                    <a:pt x="2091" y="409"/>
                  </a:lnTo>
                  <a:lnTo>
                    <a:pt x="2763" y="589"/>
                  </a:lnTo>
                  <a:lnTo>
                    <a:pt x="3000" y="652"/>
                  </a:lnTo>
                  <a:lnTo>
                    <a:pt x="3014" y="652"/>
                  </a:lnTo>
                  <a:lnTo>
                    <a:pt x="3073" y="624"/>
                  </a:lnTo>
                  <a:lnTo>
                    <a:pt x="3108" y="607"/>
                  </a:lnTo>
                  <a:lnTo>
                    <a:pt x="3492" y="422"/>
                  </a:lnTo>
                  <a:lnTo>
                    <a:pt x="3499" y="406"/>
                  </a:lnTo>
                  <a:lnTo>
                    <a:pt x="3581" y="226"/>
                  </a:lnTo>
                  <a:lnTo>
                    <a:pt x="3673" y="56"/>
                  </a:lnTo>
                  <a:lnTo>
                    <a:pt x="3690" y="24"/>
                  </a:lnTo>
                  <a:lnTo>
                    <a:pt x="3696" y="12"/>
                  </a:lnTo>
                  <a:lnTo>
                    <a:pt x="3715" y="0"/>
                  </a:lnTo>
                  <a:lnTo>
                    <a:pt x="3734" y="0"/>
                  </a:lnTo>
                  <a:lnTo>
                    <a:pt x="4278" y="24"/>
                  </a:lnTo>
                  <a:lnTo>
                    <a:pt x="4431" y="31"/>
                  </a:lnTo>
                  <a:lnTo>
                    <a:pt x="4498" y="34"/>
                  </a:lnTo>
                  <a:lnTo>
                    <a:pt x="4643" y="41"/>
                  </a:lnTo>
                  <a:lnTo>
                    <a:pt x="4692" y="80"/>
                  </a:lnTo>
                  <a:lnTo>
                    <a:pt x="4765" y="139"/>
                  </a:lnTo>
                  <a:lnTo>
                    <a:pt x="4890" y="188"/>
                  </a:lnTo>
                  <a:lnTo>
                    <a:pt x="5013" y="248"/>
                  </a:lnTo>
                  <a:lnTo>
                    <a:pt x="5122" y="365"/>
                  </a:lnTo>
                  <a:lnTo>
                    <a:pt x="5159" y="404"/>
                  </a:lnTo>
                  <a:lnTo>
                    <a:pt x="5157" y="411"/>
                  </a:lnTo>
                  <a:lnTo>
                    <a:pt x="5187" y="441"/>
                  </a:lnTo>
                  <a:lnTo>
                    <a:pt x="5295" y="51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l1055"/>
            <p:cNvSpPr/>
            <p:nvPr/>
          </p:nvSpPr>
          <p:spPr>
            <a:xfrm>
              <a:off x="4379582" y="5846446"/>
              <a:ext cx="3275" cy="1813"/>
            </a:xfrm>
            <a:custGeom>
              <a:avLst/>
              <a:pathLst>
                <a:path w="3275" h="1813">
                  <a:moveTo>
                    <a:pt x="2521" y="159"/>
                  </a:moveTo>
                  <a:lnTo>
                    <a:pt x="2423" y="427"/>
                  </a:lnTo>
                  <a:lnTo>
                    <a:pt x="2376" y="500"/>
                  </a:lnTo>
                  <a:lnTo>
                    <a:pt x="2416" y="530"/>
                  </a:lnTo>
                  <a:lnTo>
                    <a:pt x="2544" y="505"/>
                  </a:lnTo>
                  <a:lnTo>
                    <a:pt x="2591" y="438"/>
                  </a:lnTo>
                  <a:lnTo>
                    <a:pt x="2704" y="92"/>
                  </a:lnTo>
                  <a:lnTo>
                    <a:pt x="2767" y="78"/>
                  </a:lnTo>
                  <a:lnTo>
                    <a:pt x="2930" y="99"/>
                  </a:lnTo>
                  <a:lnTo>
                    <a:pt x="3131" y="164"/>
                  </a:lnTo>
                  <a:lnTo>
                    <a:pt x="3156" y="217"/>
                  </a:lnTo>
                  <a:lnTo>
                    <a:pt x="3222" y="256"/>
                  </a:lnTo>
                  <a:lnTo>
                    <a:pt x="3272" y="292"/>
                  </a:lnTo>
                  <a:lnTo>
                    <a:pt x="3275" y="356"/>
                  </a:lnTo>
                  <a:lnTo>
                    <a:pt x="3159" y="715"/>
                  </a:lnTo>
                  <a:lnTo>
                    <a:pt x="3096" y="740"/>
                  </a:lnTo>
                  <a:lnTo>
                    <a:pt x="3015" y="726"/>
                  </a:lnTo>
                  <a:lnTo>
                    <a:pt x="2789" y="608"/>
                  </a:lnTo>
                  <a:lnTo>
                    <a:pt x="2651" y="583"/>
                  </a:lnTo>
                  <a:lnTo>
                    <a:pt x="2504" y="612"/>
                  </a:lnTo>
                  <a:lnTo>
                    <a:pt x="2353" y="651"/>
                  </a:lnTo>
                  <a:lnTo>
                    <a:pt x="2287" y="722"/>
                  </a:lnTo>
                  <a:lnTo>
                    <a:pt x="2256" y="808"/>
                  </a:lnTo>
                  <a:lnTo>
                    <a:pt x="2259" y="875"/>
                  </a:lnTo>
                  <a:lnTo>
                    <a:pt x="2306" y="1028"/>
                  </a:lnTo>
                  <a:lnTo>
                    <a:pt x="2287" y="1164"/>
                  </a:lnTo>
                  <a:lnTo>
                    <a:pt x="2231" y="1253"/>
                  </a:lnTo>
                  <a:lnTo>
                    <a:pt x="2181" y="1310"/>
                  </a:lnTo>
                  <a:lnTo>
                    <a:pt x="2152" y="1399"/>
                  </a:lnTo>
                  <a:lnTo>
                    <a:pt x="2133" y="1470"/>
                  </a:lnTo>
                  <a:lnTo>
                    <a:pt x="2174" y="1565"/>
                  </a:lnTo>
                  <a:lnTo>
                    <a:pt x="2108" y="1639"/>
                  </a:lnTo>
                  <a:lnTo>
                    <a:pt x="1989" y="1768"/>
                  </a:lnTo>
                  <a:lnTo>
                    <a:pt x="1964" y="1792"/>
                  </a:lnTo>
                  <a:lnTo>
                    <a:pt x="1899" y="1813"/>
                  </a:lnTo>
                  <a:lnTo>
                    <a:pt x="1855" y="1786"/>
                  </a:lnTo>
                  <a:lnTo>
                    <a:pt x="1110" y="1535"/>
                  </a:lnTo>
                  <a:lnTo>
                    <a:pt x="647" y="1548"/>
                  </a:lnTo>
                  <a:lnTo>
                    <a:pt x="481" y="1574"/>
                  </a:lnTo>
                  <a:lnTo>
                    <a:pt x="298" y="1628"/>
                  </a:lnTo>
                  <a:lnTo>
                    <a:pt x="146" y="1626"/>
                  </a:lnTo>
                  <a:lnTo>
                    <a:pt x="114" y="1613"/>
                  </a:lnTo>
                  <a:lnTo>
                    <a:pt x="83" y="1581"/>
                  </a:lnTo>
                  <a:lnTo>
                    <a:pt x="67" y="1522"/>
                  </a:lnTo>
                  <a:lnTo>
                    <a:pt x="75" y="1484"/>
                  </a:lnTo>
                  <a:lnTo>
                    <a:pt x="261" y="1212"/>
                  </a:lnTo>
                  <a:lnTo>
                    <a:pt x="267" y="1159"/>
                  </a:lnTo>
                  <a:lnTo>
                    <a:pt x="232" y="1051"/>
                  </a:lnTo>
                  <a:lnTo>
                    <a:pt x="172" y="894"/>
                  </a:lnTo>
                  <a:lnTo>
                    <a:pt x="149" y="876"/>
                  </a:lnTo>
                  <a:lnTo>
                    <a:pt x="43" y="846"/>
                  </a:lnTo>
                  <a:lnTo>
                    <a:pt x="8" y="812"/>
                  </a:lnTo>
                  <a:lnTo>
                    <a:pt x="0" y="789"/>
                  </a:lnTo>
                  <a:lnTo>
                    <a:pt x="0" y="749"/>
                  </a:lnTo>
                  <a:lnTo>
                    <a:pt x="13" y="722"/>
                  </a:lnTo>
                  <a:lnTo>
                    <a:pt x="34" y="699"/>
                  </a:lnTo>
                  <a:lnTo>
                    <a:pt x="1937" y="1"/>
                  </a:lnTo>
                  <a:lnTo>
                    <a:pt x="1969" y="0"/>
                  </a:lnTo>
                  <a:lnTo>
                    <a:pt x="1996" y="21"/>
                  </a:lnTo>
                  <a:lnTo>
                    <a:pt x="2040" y="154"/>
                  </a:lnTo>
                  <a:lnTo>
                    <a:pt x="2056" y="169"/>
                  </a:lnTo>
                  <a:lnTo>
                    <a:pt x="2422" y="68"/>
                  </a:lnTo>
                  <a:lnTo>
                    <a:pt x="2475" y="7"/>
                  </a:lnTo>
                  <a:lnTo>
                    <a:pt x="2486" y="8"/>
                  </a:lnTo>
                  <a:lnTo>
                    <a:pt x="2518" y="31"/>
                  </a:lnTo>
                  <a:lnTo>
                    <a:pt x="2534" y="59"/>
                  </a:lnTo>
                  <a:lnTo>
                    <a:pt x="2521" y="15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l1056"/>
            <p:cNvSpPr/>
            <p:nvPr/>
          </p:nvSpPr>
          <p:spPr>
            <a:xfrm>
              <a:off x="4377094" y="5845175"/>
              <a:ext cx="10342" cy="8137"/>
            </a:xfrm>
            <a:custGeom>
              <a:avLst/>
              <a:pathLst>
                <a:path w="10342" h="8137">
                  <a:moveTo>
                    <a:pt x="9845" y="65"/>
                  </a:moveTo>
                  <a:lnTo>
                    <a:pt x="9858" y="67"/>
                  </a:lnTo>
                  <a:lnTo>
                    <a:pt x="9871" y="61"/>
                  </a:lnTo>
                  <a:lnTo>
                    <a:pt x="9883" y="60"/>
                  </a:lnTo>
                  <a:lnTo>
                    <a:pt x="9908" y="61"/>
                  </a:lnTo>
                  <a:lnTo>
                    <a:pt x="9916" y="61"/>
                  </a:lnTo>
                  <a:lnTo>
                    <a:pt x="9937" y="70"/>
                  </a:lnTo>
                  <a:lnTo>
                    <a:pt x="10035" y="137"/>
                  </a:lnTo>
                  <a:lnTo>
                    <a:pt x="10097" y="216"/>
                  </a:lnTo>
                  <a:lnTo>
                    <a:pt x="10141" y="272"/>
                  </a:lnTo>
                  <a:lnTo>
                    <a:pt x="10219" y="371"/>
                  </a:lnTo>
                  <a:lnTo>
                    <a:pt x="10224" y="377"/>
                  </a:lnTo>
                  <a:lnTo>
                    <a:pt x="10339" y="635"/>
                  </a:lnTo>
                  <a:lnTo>
                    <a:pt x="10342" y="641"/>
                  </a:lnTo>
                  <a:lnTo>
                    <a:pt x="10327" y="661"/>
                  </a:lnTo>
                  <a:lnTo>
                    <a:pt x="10227" y="706"/>
                  </a:lnTo>
                  <a:lnTo>
                    <a:pt x="10217" y="765"/>
                  </a:lnTo>
                  <a:lnTo>
                    <a:pt x="10207" y="823"/>
                  </a:lnTo>
                  <a:lnTo>
                    <a:pt x="10202" y="850"/>
                  </a:lnTo>
                  <a:lnTo>
                    <a:pt x="10191" y="910"/>
                  </a:lnTo>
                  <a:lnTo>
                    <a:pt x="10090" y="1492"/>
                  </a:lnTo>
                  <a:lnTo>
                    <a:pt x="10095" y="1505"/>
                  </a:lnTo>
                  <a:lnTo>
                    <a:pt x="10101" y="1512"/>
                  </a:lnTo>
                  <a:lnTo>
                    <a:pt x="10106" y="1519"/>
                  </a:lnTo>
                  <a:lnTo>
                    <a:pt x="10108" y="1524"/>
                  </a:lnTo>
                  <a:lnTo>
                    <a:pt x="10110" y="1531"/>
                  </a:lnTo>
                  <a:lnTo>
                    <a:pt x="10110" y="1537"/>
                  </a:lnTo>
                  <a:lnTo>
                    <a:pt x="10110" y="1546"/>
                  </a:lnTo>
                  <a:lnTo>
                    <a:pt x="10112" y="1554"/>
                  </a:lnTo>
                  <a:lnTo>
                    <a:pt x="10116" y="1566"/>
                  </a:lnTo>
                  <a:lnTo>
                    <a:pt x="10166" y="1669"/>
                  </a:lnTo>
                  <a:lnTo>
                    <a:pt x="10192" y="1757"/>
                  </a:lnTo>
                  <a:lnTo>
                    <a:pt x="10207" y="1880"/>
                  </a:lnTo>
                  <a:lnTo>
                    <a:pt x="10206" y="1889"/>
                  </a:lnTo>
                  <a:lnTo>
                    <a:pt x="10203" y="1962"/>
                  </a:lnTo>
                  <a:lnTo>
                    <a:pt x="10196" y="1979"/>
                  </a:lnTo>
                  <a:lnTo>
                    <a:pt x="10127" y="2017"/>
                  </a:lnTo>
                  <a:lnTo>
                    <a:pt x="9851" y="2168"/>
                  </a:lnTo>
                  <a:lnTo>
                    <a:pt x="9844" y="2172"/>
                  </a:lnTo>
                  <a:lnTo>
                    <a:pt x="9823" y="2176"/>
                  </a:lnTo>
                  <a:lnTo>
                    <a:pt x="9768" y="2188"/>
                  </a:lnTo>
                  <a:lnTo>
                    <a:pt x="9757" y="2190"/>
                  </a:lnTo>
                  <a:lnTo>
                    <a:pt x="9731" y="2196"/>
                  </a:lnTo>
                  <a:lnTo>
                    <a:pt x="9722" y="2198"/>
                  </a:lnTo>
                  <a:lnTo>
                    <a:pt x="9560" y="2232"/>
                  </a:lnTo>
                  <a:lnTo>
                    <a:pt x="9444" y="2240"/>
                  </a:lnTo>
                  <a:lnTo>
                    <a:pt x="9331" y="2209"/>
                  </a:lnTo>
                  <a:lnTo>
                    <a:pt x="9218" y="2136"/>
                  </a:lnTo>
                  <a:lnTo>
                    <a:pt x="9200" y="2117"/>
                  </a:lnTo>
                  <a:lnTo>
                    <a:pt x="9194" y="2110"/>
                  </a:lnTo>
                  <a:lnTo>
                    <a:pt x="9162" y="2075"/>
                  </a:lnTo>
                  <a:lnTo>
                    <a:pt x="9123" y="2029"/>
                  </a:lnTo>
                  <a:lnTo>
                    <a:pt x="8922" y="1903"/>
                  </a:lnTo>
                  <a:lnTo>
                    <a:pt x="8842" y="1985"/>
                  </a:lnTo>
                  <a:lnTo>
                    <a:pt x="8811" y="2006"/>
                  </a:lnTo>
                  <a:lnTo>
                    <a:pt x="8796" y="2016"/>
                  </a:lnTo>
                  <a:lnTo>
                    <a:pt x="8715" y="2017"/>
                  </a:lnTo>
                  <a:lnTo>
                    <a:pt x="8699" y="2013"/>
                  </a:lnTo>
                  <a:lnTo>
                    <a:pt x="8692" y="2012"/>
                  </a:lnTo>
                  <a:lnTo>
                    <a:pt x="8601" y="1989"/>
                  </a:lnTo>
                  <a:lnTo>
                    <a:pt x="8523" y="2003"/>
                  </a:lnTo>
                  <a:lnTo>
                    <a:pt x="8496" y="1997"/>
                  </a:lnTo>
                  <a:lnTo>
                    <a:pt x="8485" y="1990"/>
                  </a:lnTo>
                  <a:lnTo>
                    <a:pt x="8476" y="1981"/>
                  </a:lnTo>
                  <a:lnTo>
                    <a:pt x="8467" y="1973"/>
                  </a:lnTo>
                  <a:lnTo>
                    <a:pt x="8461" y="1972"/>
                  </a:lnTo>
                  <a:lnTo>
                    <a:pt x="8457" y="1975"/>
                  </a:lnTo>
                  <a:lnTo>
                    <a:pt x="8446" y="1981"/>
                  </a:lnTo>
                  <a:lnTo>
                    <a:pt x="8419" y="1997"/>
                  </a:lnTo>
                  <a:lnTo>
                    <a:pt x="8408" y="2011"/>
                  </a:lnTo>
                  <a:lnTo>
                    <a:pt x="8404" y="2020"/>
                  </a:lnTo>
                  <a:lnTo>
                    <a:pt x="8397" y="2025"/>
                  </a:lnTo>
                  <a:lnTo>
                    <a:pt x="8350" y="2235"/>
                  </a:lnTo>
                  <a:lnTo>
                    <a:pt x="8326" y="2343"/>
                  </a:lnTo>
                  <a:lnTo>
                    <a:pt x="8489" y="2396"/>
                  </a:lnTo>
                  <a:lnTo>
                    <a:pt x="8500" y="2399"/>
                  </a:lnTo>
                  <a:lnTo>
                    <a:pt x="8525" y="2407"/>
                  </a:lnTo>
                  <a:lnTo>
                    <a:pt x="8527" y="2470"/>
                  </a:lnTo>
                  <a:lnTo>
                    <a:pt x="8526" y="2486"/>
                  </a:lnTo>
                  <a:lnTo>
                    <a:pt x="8519" y="2494"/>
                  </a:lnTo>
                  <a:lnTo>
                    <a:pt x="8513" y="2495"/>
                  </a:lnTo>
                  <a:lnTo>
                    <a:pt x="8471" y="2517"/>
                  </a:lnTo>
                  <a:lnTo>
                    <a:pt x="8464" y="2520"/>
                  </a:lnTo>
                  <a:lnTo>
                    <a:pt x="8459" y="2521"/>
                  </a:lnTo>
                  <a:lnTo>
                    <a:pt x="8452" y="2524"/>
                  </a:lnTo>
                  <a:lnTo>
                    <a:pt x="8441" y="2529"/>
                  </a:lnTo>
                  <a:lnTo>
                    <a:pt x="8434" y="2530"/>
                  </a:lnTo>
                  <a:lnTo>
                    <a:pt x="8421" y="2535"/>
                  </a:lnTo>
                  <a:lnTo>
                    <a:pt x="8413" y="2538"/>
                  </a:lnTo>
                  <a:lnTo>
                    <a:pt x="8406" y="2540"/>
                  </a:lnTo>
                  <a:lnTo>
                    <a:pt x="8398" y="2540"/>
                  </a:lnTo>
                  <a:lnTo>
                    <a:pt x="8336" y="2534"/>
                  </a:lnTo>
                  <a:lnTo>
                    <a:pt x="8328" y="2534"/>
                  </a:lnTo>
                  <a:lnTo>
                    <a:pt x="8296" y="2543"/>
                  </a:lnTo>
                  <a:lnTo>
                    <a:pt x="8283" y="2576"/>
                  </a:lnTo>
                  <a:lnTo>
                    <a:pt x="8277" y="2631"/>
                  </a:lnTo>
                  <a:lnTo>
                    <a:pt x="8283" y="2677"/>
                  </a:lnTo>
                  <a:lnTo>
                    <a:pt x="8299" y="2720"/>
                  </a:lnTo>
                  <a:lnTo>
                    <a:pt x="8307" y="2724"/>
                  </a:lnTo>
                  <a:lnTo>
                    <a:pt x="8423" y="2778"/>
                  </a:lnTo>
                  <a:lnTo>
                    <a:pt x="8431" y="2779"/>
                  </a:lnTo>
                  <a:lnTo>
                    <a:pt x="8491" y="2762"/>
                  </a:lnTo>
                  <a:lnTo>
                    <a:pt x="8518" y="2788"/>
                  </a:lnTo>
                  <a:lnTo>
                    <a:pt x="8527" y="2788"/>
                  </a:lnTo>
                  <a:lnTo>
                    <a:pt x="8633" y="2698"/>
                  </a:lnTo>
                  <a:lnTo>
                    <a:pt x="8675" y="2659"/>
                  </a:lnTo>
                  <a:lnTo>
                    <a:pt x="8737" y="2634"/>
                  </a:lnTo>
                  <a:lnTo>
                    <a:pt x="8780" y="2672"/>
                  </a:lnTo>
                  <a:lnTo>
                    <a:pt x="8792" y="2683"/>
                  </a:lnTo>
                  <a:lnTo>
                    <a:pt x="8805" y="2703"/>
                  </a:lnTo>
                  <a:lnTo>
                    <a:pt x="8804" y="2709"/>
                  </a:lnTo>
                  <a:lnTo>
                    <a:pt x="8802" y="2721"/>
                  </a:lnTo>
                  <a:lnTo>
                    <a:pt x="8801" y="2730"/>
                  </a:lnTo>
                  <a:lnTo>
                    <a:pt x="8799" y="2740"/>
                  </a:lnTo>
                  <a:lnTo>
                    <a:pt x="8788" y="2816"/>
                  </a:lnTo>
                  <a:lnTo>
                    <a:pt x="8761" y="2853"/>
                  </a:lnTo>
                  <a:lnTo>
                    <a:pt x="8720" y="2908"/>
                  </a:lnTo>
                  <a:lnTo>
                    <a:pt x="8667" y="2978"/>
                  </a:lnTo>
                  <a:lnTo>
                    <a:pt x="8662" y="2974"/>
                  </a:lnTo>
                  <a:lnTo>
                    <a:pt x="8629" y="2944"/>
                  </a:lnTo>
                  <a:lnTo>
                    <a:pt x="8617" y="2934"/>
                  </a:lnTo>
                  <a:lnTo>
                    <a:pt x="8610" y="2929"/>
                  </a:lnTo>
                  <a:lnTo>
                    <a:pt x="8595" y="2915"/>
                  </a:lnTo>
                  <a:lnTo>
                    <a:pt x="8589" y="2912"/>
                  </a:lnTo>
                  <a:lnTo>
                    <a:pt x="8552" y="2882"/>
                  </a:lnTo>
                  <a:lnTo>
                    <a:pt x="8539" y="2871"/>
                  </a:lnTo>
                  <a:lnTo>
                    <a:pt x="8520" y="2880"/>
                  </a:lnTo>
                  <a:lnTo>
                    <a:pt x="8502" y="2909"/>
                  </a:lnTo>
                  <a:lnTo>
                    <a:pt x="8486" y="2937"/>
                  </a:lnTo>
                  <a:lnTo>
                    <a:pt x="8481" y="2957"/>
                  </a:lnTo>
                  <a:lnTo>
                    <a:pt x="8479" y="2983"/>
                  </a:lnTo>
                  <a:lnTo>
                    <a:pt x="8473" y="3198"/>
                  </a:lnTo>
                  <a:lnTo>
                    <a:pt x="8479" y="3219"/>
                  </a:lnTo>
                  <a:lnTo>
                    <a:pt x="8480" y="3225"/>
                  </a:lnTo>
                  <a:lnTo>
                    <a:pt x="8499" y="3301"/>
                  </a:lnTo>
                  <a:lnTo>
                    <a:pt x="8512" y="3326"/>
                  </a:lnTo>
                  <a:lnTo>
                    <a:pt x="8520" y="3332"/>
                  </a:lnTo>
                  <a:lnTo>
                    <a:pt x="8578" y="3382"/>
                  </a:lnTo>
                  <a:lnTo>
                    <a:pt x="8596" y="3382"/>
                  </a:lnTo>
                  <a:lnTo>
                    <a:pt x="8648" y="3465"/>
                  </a:lnTo>
                  <a:lnTo>
                    <a:pt x="8649" y="3526"/>
                  </a:lnTo>
                  <a:lnTo>
                    <a:pt x="8649" y="3542"/>
                  </a:lnTo>
                  <a:lnTo>
                    <a:pt x="8650" y="3627"/>
                  </a:lnTo>
                  <a:lnTo>
                    <a:pt x="8651" y="3730"/>
                  </a:lnTo>
                  <a:lnTo>
                    <a:pt x="8653" y="3914"/>
                  </a:lnTo>
                  <a:lnTo>
                    <a:pt x="8628" y="4121"/>
                  </a:lnTo>
                  <a:lnTo>
                    <a:pt x="8626" y="4134"/>
                  </a:lnTo>
                  <a:lnTo>
                    <a:pt x="8620" y="4178"/>
                  </a:lnTo>
                  <a:lnTo>
                    <a:pt x="8608" y="4270"/>
                  </a:lnTo>
                  <a:lnTo>
                    <a:pt x="8600" y="4337"/>
                  </a:lnTo>
                  <a:lnTo>
                    <a:pt x="8545" y="4361"/>
                  </a:lnTo>
                  <a:lnTo>
                    <a:pt x="8436" y="4410"/>
                  </a:lnTo>
                  <a:lnTo>
                    <a:pt x="8407" y="4413"/>
                  </a:lnTo>
                  <a:lnTo>
                    <a:pt x="8396" y="4414"/>
                  </a:lnTo>
                  <a:lnTo>
                    <a:pt x="8379" y="4414"/>
                  </a:lnTo>
                  <a:lnTo>
                    <a:pt x="8367" y="4410"/>
                  </a:lnTo>
                  <a:lnTo>
                    <a:pt x="8362" y="4411"/>
                  </a:lnTo>
                  <a:lnTo>
                    <a:pt x="8351" y="4411"/>
                  </a:lnTo>
                  <a:lnTo>
                    <a:pt x="8328" y="4419"/>
                  </a:lnTo>
                  <a:lnTo>
                    <a:pt x="8316" y="4421"/>
                  </a:lnTo>
                  <a:lnTo>
                    <a:pt x="8252" y="4418"/>
                  </a:lnTo>
                  <a:lnTo>
                    <a:pt x="8106" y="4344"/>
                  </a:lnTo>
                  <a:lnTo>
                    <a:pt x="8085" y="4331"/>
                  </a:lnTo>
                  <a:lnTo>
                    <a:pt x="8079" y="4324"/>
                  </a:lnTo>
                  <a:lnTo>
                    <a:pt x="8077" y="4309"/>
                  </a:lnTo>
                  <a:lnTo>
                    <a:pt x="8080" y="4301"/>
                  </a:lnTo>
                  <a:lnTo>
                    <a:pt x="8086" y="4297"/>
                  </a:lnTo>
                  <a:lnTo>
                    <a:pt x="8088" y="4290"/>
                  </a:lnTo>
                  <a:lnTo>
                    <a:pt x="8086" y="4264"/>
                  </a:lnTo>
                  <a:lnTo>
                    <a:pt x="8080" y="4249"/>
                  </a:lnTo>
                  <a:lnTo>
                    <a:pt x="8073" y="4239"/>
                  </a:lnTo>
                  <a:lnTo>
                    <a:pt x="8064" y="4230"/>
                  </a:lnTo>
                  <a:lnTo>
                    <a:pt x="8055" y="4224"/>
                  </a:lnTo>
                  <a:lnTo>
                    <a:pt x="8050" y="4225"/>
                  </a:lnTo>
                  <a:lnTo>
                    <a:pt x="8022" y="4225"/>
                  </a:lnTo>
                  <a:lnTo>
                    <a:pt x="7755" y="4041"/>
                  </a:lnTo>
                  <a:lnTo>
                    <a:pt x="7736" y="4035"/>
                  </a:lnTo>
                  <a:lnTo>
                    <a:pt x="7729" y="4032"/>
                  </a:lnTo>
                  <a:lnTo>
                    <a:pt x="7716" y="4027"/>
                  </a:lnTo>
                  <a:lnTo>
                    <a:pt x="7705" y="4024"/>
                  </a:lnTo>
                  <a:lnTo>
                    <a:pt x="7687" y="4027"/>
                  </a:lnTo>
                  <a:lnTo>
                    <a:pt x="7641" y="4046"/>
                  </a:lnTo>
                  <a:lnTo>
                    <a:pt x="7600" y="4071"/>
                  </a:lnTo>
                  <a:lnTo>
                    <a:pt x="7580" y="4089"/>
                  </a:lnTo>
                  <a:lnTo>
                    <a:pt x="7557" y="4111"/>
                  </a:lnTo>
                  <a:lnTo>
                    <a:pt x="7554" y="4115"/>
                  </a:lnTo>
                  <a:lnTo>
                    <a:pt x="7547" y="4125"/>
                  </a:lnTo>
                  <a:lnTo>
                    <a:pt x="7533" y="4149"/>
                  </a:lnTo>
                  <a:lnTo>
                    <a:pt x="7527" y="4160"/>
                  </a:lnTo>
                  <a:lnTo>
                    <a:pt x="7525" y="4166"/>
                  </a:lnTo>
                  <a:lnTo>
                    <a:pt x="7511" y="4196"/>
                  </a:lnTo>
                  <a:lnTo>
                    <a:pt x="7495" y="4230"/>
                  </a:lnTo>
                  <a:lnTo>
                    <a:pt x="7487" y="4248"/>
                  </a:lnTo>
                  <a:lnTo>
                    <a:pt x="7408" y="4332"/>
                  </a:lnTo>
                  <a:lnTo>
                    <a:pt x="7345" y="4385"/>
                  </a:lnTo>
                  <a:lnTo>
                    <a:pt x="7343" y="4398"/>
                  </a:lnTo>
                  <a:lnTo>
                    <a:pt x="7341" y="4404"/>
                  </a:lnTo>
                  <a:lnTo>
                    <a:pt x="7367" y="4409"/>
                  </a:lnTo>
                  <a:lnTo>
                    <a:pt x="7393" y="4402"/>
                  </a:lnTo>
                  <a:lnTo>
                    <a:pt x="7398" y="4399"/>
                  </a:lnTo>
                  <a:lnTo>
                    <a:pt x="7403" y="4397"/>
                  </a:lnTo>
                  <a:lnTo>
                    <a:pt x="7507" y="4350"/>
                  </a:lnTo>
                  <a:lnTo>
                    <a:pt x="7523" y="4346"/>
                  </a:lnTo>
                  <a:lnTo>
                    <a:pt x="7535" y="4347"/>
                  </a:lnTo>
                  <a:lnTo>
                    <a:pt x="7580" y="4369"/>
                  </a:lnTo>
                  <a:lnTo>
                    <a:pt x="7694" y="4552"/>
                  </a:lnTo>
                  <a:lnTo>
                    <a:pt x="7749" y="4581"/>
                  </a:lnTo>
                  <a:lnTo>
                    <a:pt x="7808" y="4610"/>
                  </a:lnTo>
                  <a:lnTo>
                    <a:pt x="7827" y="4625"/>
                  </a:lnTo>
                  <a:lnTo>
                    <a:pt x="7845" y="4636"/>
                  </a:lnTo>
                  <a:lnTo>
                    <a:pt x="7873" y="4648"/>
                  </a:lnTo>
                  <a:lnTo>
                    <a:pt x="7881" y="4654"/>
                  </a:lnTo>
                  <a:lnTo>
                    <a:pt x="7886" y="4659"/>
                  </a:lnTo>
                  <a:lnTo>
                    <a:pt x="8115" y="5002"/>
                  </a:lnTo>
                  <a:lnTo>
                    <a:pt x="8121" y="5013"/>
                  </a:lnTo>
                  <a:lnTo>
                    <a:pt x="8154" y="5087"/>
                  </a:lnTo>
                  <a:lnTo>
                    <a:pt x="8159" y="5101"/>
                  </a:lnTo>
                  <a:lnTo>
                    <a:pt x="8158" y="5107"/>
                  </a:lnTo>
                  <a:lnTo>
                    <a:pt x="8152" y="5119"/>
                  </a:lnTo>
                  <a:lnTo>
                    <a:pt x="8134" y="5138"/>
                  </a:lnTo>
                  <a:lnTo>
                    <a:pt x="7869" y="5281"/>
                  </a:lnTo>
                  <a:lnTo>
                    <a:pt x="7865" y="5285"/>
                  </a:lnTo>
                  <a:lnTo>
                    <a:pt x="7855" y="5290"/>
                  </a:lnTo>
                  <a:lnTo>
                    <a:pt x="7850" y="5292"/>
                  </a:lnTo>
                  <a:lnTo>
                    <a:pt x="7839" y="5297"/>
                  </a:lnTo>
                  <a:lnTo>
                    <a:pt x="7826" y="5299"/>
                  </a:lnTo>
                  <a:lnTo>
                    <a:pt x="7791" y="5292"/>
                  </a:lnTo>
                  <a:lnTo>
                    <a:pt x="7785" y="5287"/>
                  </a:lnTo>
                  <a:lnTo>
                    <a:pt x="7780" y="5284"/>
                  </a:lnTo>
                  <a:lnTo>
                    <a:pt x="7773" y="5283"/>
                  </a:lnTo>
                  <a:lnTo>
                    <a:pt x="7767" y="5284"/>
                  </a:lnTo>
                  <a:lnTo>
                    <a:pt x="7760" y="5288"/>
                  </a:lnTo>
                  <a:lnTo>
                    <a:pt x="7752" y="5294"/>
                  </a:lnTo>
                  <a:lnTo>
                    <a:pt x="7747" y="5301"/>
                  </a:lnTo>
                  <a:lnTo>
                    <a:pt x="7745" y="5311"/>
                  </a:lnTo>
                  <a:lnTo>
                    <a:pt x="7739" y="5317"/>
                  </a:lnTo>
                  <a:lnTo>
                    <a:pt x="7729" y="5323"/>
                  </a:lnTo>
                  <a:lnTo>
                    <a:pt x="7683" y="5315"/>
                  </a:lnTo>
                  <a:lnTo>
                    <a:pt x="7658" y="5292"/>
                  </a:lnTo>
                  <a:lnTo>
                    <a:pt x="7620" y="5321"/>
                  </a:lnTo>
                  <a:lnTo>
                    <a:pt x="7610" y="5345"/>
                  </a:lnTo>
                  <a:lnTo>
                    <a:pt x="7580" y="5417"/>
                  </a:lnTo>
                  <a:lnTo>
                    <a:pt x="7575" y="5428"/>
                  </a:lnTo>
                  <a:lnTo>
                    <a:pt x="7569" y="5427"/>
                  </a:lnTo>
                  <a:lnTo>
                    <a:pt x="7554" y="5434"/>
                  </a:lnTo>
                  <a:lnTo>
                    <a:pt x="7553" y="5447"/>
                  </a:lnTo>
                  <a:lnTo>
                    <a:pt x="7552" y="5464"/>
                  </a:lnTo>
                  <a:lnTo>
                    <a:pt x="7561" y="5468"/>
                  </a:lnTo>
                  <a:lnTo>
                    <a:pt x="7566" y="5480"/>
                  </a:lnTo>
                  <a:lnTo>
                    <a:pt x="7565" y="5492"/>
                  </a:lnTo>
                  <a:lnTo>
                    <a:pt x="7548" y="5497"/>
                  </a:lnTo>
                  <a:lnTo>
                    <a:pt x="7520" y="5494"/>
                  </a:lnTo>
                  <a:lnTo>
                    <a:pt x="7506" y="5513"/>
                  </a:lnTo>
                  <a:lnTo>
                    <a:pt x="7495" y="5518"/>
                  </a:lnTo>
                  <a:lnTo>
                    <a:pt x="7453" y="5549"/>
                  </a:lnTo>
                  <a:lnTo>
                    <a:pt x="7405" y="5567"/>
                  </a:lnTo>
                  <a:lnTo>
                    <a:pt x="7399" y="5570"/>
                  </a:lnTo>
                  <a:lnTo>
                    <a:pt x="7337" y="5606"/>
                  </a:lnTo>
                  <a:lnTo>
                    <a:pt x="7302" y="5617"/>
                  </a:lnTo>
                  <a:lnTo>
                    <a:pt x="7295" y="5625"/>
                  </a:lnTo>
                  <a:lnTo>
                    <a:pt x="7287" y="5635"/>
                  </a:lnTo>
                  <a:lnTo>
                    <a:pt x="7278" y="5645"/>
                  </a:lnTo>
                  <a:lnTo>
                    <a:pt x="7276" y="5652"/>
                  </a:lnTo>
                  <a:lnTo>
                    <a:pt x="7270" y="5673"/>
                  </a:lnTo>
                  <a:lnTo>
                    <a:pt x="7271" y="5691"/>
                  </a:lnTo>
                  <a:lnTo>
                    <a:pt x="7273" y="5697"/>
                  </a:lnTo>
                  <a:lnTo>
                    <a:pt x="7275" y="5708"/>
                  </a:lnTo>
                  <a:lnTo>
                    <a:pt x="7278" y="5716"/>
                  </a:lnTo>
                  <a:lnTo>
                    <a:pt x="7281" y="5723"/>
                  </a:lnTo>
                  <a:lnTo>
                    <a:pt x="7284" y="5729"/>
                  </a:lnTo>
                  <a:lnTo>
                    <a:pt x="7291" y="5742"/>
                  </a:lnTo>
                  <a:lnTo>
                    <a:pt x="7294" y="5747"/>
                  </a:lnTo>
                  <a:lnTo>
                    <a:pt x="7298" y="5752"/>
                  </a:lnTo>
                  <a:lnTo>
                    <a:pt x="7303" y="5759"/>
                  </a:lnTo>
                  <a:lnTo>
                    <a:pt x="7310" y="5769"/>
                  </a:lnTo>
                  <a:lnTo>
                    <a:pt x="7331" y="5791"/>
                  </a:lnTo>
                  <a:lnTo>
                    <a:pt x="7341" y="5793"/>
                  </a:lnTo>
                  <a:lnTo>
                    <a:pt x="7355" y="5782"/>
                  </a:lnTo>
                  <a:lnTo>
                    <a:pt x="7361" y="5763"/>
                  </a:lnTo>
                  <a:lnTo>
                    <a:pt x="7370" y="5768"/>
                  </a:lnTo>
                  <a:lnTo>
                    <a:pt x="7394" y="5788"/>
                  </a:lnTo>
                  <a:lnTo>
                    <a:pt x="7401" y="5792"/>
                  </a:lnTo>
                  <a:lnTo>
                    <a:pt x="7429" y="5807"/>
                  </a:lnTo>
                  <a:lnTo>
                    <a:pt x="7441" y="5808"/>
                  </a:lnTo>
                  <a:lnTo>
                    <a:pt x="7451" y="5805"/>
                  </a:lnTo>
                  <a:lnTo>
                    <a:pt x="7456" y="5800"/>
                  </a:lnTo>
                  <a:lnTo>
                    <a:pt x="7460" y="5789"/>
                  </a:lnTo>
                  <a:lnTo>
                    <a:pt x="7464" y="5785"/>
                  </a:lnTo>
                  <a:lnTo>
                    <a:pt x="7478" y="5771"/>
                  </a:lnTo>
                  <a:lnTo>
                    <a:pt x="7485" y="5768"/>
                  </a:lnTo>
                  <a:lnTo>
                    <a:pt x="7501" y="5750"/>
                  </a:lnTo>
                  <a:lnTo>
                    <a:pt x="7524" y="5736"/>
                  </a:lnTo>
                  <a:lnTo>
                    <a:pt x="7532" y="5739"/>
                  </a:lnTo>
                  <a:lnTo>
                    <a:pt x="7534" y="5745"/>
                  </a:lnTo>
                  <a:lnTo>
                    <a:pt x="7535" y="5752"/>
                  </a:lnTo>
                  <a:lnTo>
                    <a:pt x="7537" y="5768"/>
                  </a:lnTo>
                  <a:lnTo>
                    <a:pt x="7542" y="5774"/>
                  </a:lnTo>
                  <a:lnTo>
                    <a:pt x="7549" y="5785"/>
                  </a:lnTo>
                  <a:lnTo>
                    <a:pt x="7548" y="5795"/>
                  </a:lnTo>
                  <a:lnTo>
                    <a:pt x="7552" y="5802"/>
                  </a:lnTo>
                  <a:lnTo>
                    <a:pt x="7554" y="5810"/>
                  </a:lnTo>
                  <a:lnTo>
                    <a:pt x="7555" y="5816"/>
                  </a:lnTo>
                  <a:lnTo>
                    <a:pt x="7552" y="5821"/>
                  </a:lnTo>
                  <a:lnTo>
                    <a:pt x="7547" y="5826"/>
                  </a:lnTo>
                  <a:lnTo>
                    <a:pt x="7546" y="5839"/>
                  </a:lnTo>
                  <a:lnTo>
                    <a:pt x="7547" y="5846"/>
                  </a:lnTo>
                  <a:lnTo>
                    <a:pt x="7550" y="5851"/>
                  </a:lnTo>
                  <a:lnTo>
                    <a:pt x="7555" y="5858"/>
                  </a:lnTo>
                  <a:lnTo>
                    <a:pt x="7575" y="5882"/>
                  </a:lnTo>
                  <a:lnTo>
                    <a:pt x="7580" y="5887"/>
                  </a:lnTo>
                  <a:lnTo>
                    <a:pt x="7743" y="6077"/>
                  </a:lnTo>
                  <a:lnTo>
                    <a:pt x="7771" y="6107"/>
                  </a:lnTo>
                  <a:lnTo>
                    <a:pt x="7832" y="6146"/>
                  </a:lnTo>
                  <a:lnTo>
                    <a:pt x="7931" y="6148"/>
                  </a:lnTo>
                  <a:lnTo>
                    <a:pt x="7968" y="6135"/>
                  </a:lnTo>
                  <a:lnTo>
                    <a:pt x="8088" y="6126"/>
                  </a:lnTo>
                  <a:lnTo>
                    <a:pt x="8510" y="6259"/>
                  </a:lnTo>
                  <a:lnTo>
                    <a:pt x="8529" y="6286"/>
                  </a:lnTo>
                  <a:lnTo>
                    <a:pt x="8547" y="6309"/>
                  </a:lnTo>
                  <a:lnTo>
                    <a:pt x="8542" y="6324"/>
                  </a:lnTo>
                  <a:lnTo>
                    <a:pt x="8426" y="6493"/>
                  </a:lnTo>
                  <a:lnTo>
                    <a:pt x="8406" y="6524"/>
                  </a:lnTo>
                  <a:lnTo>
                    <a:pt x="8408" y="6533"/>
                  </a:lnTo>
                  <a:lnTo>
                    <a:pt x="8409" y="6540"/>
                  </a:lnTo>
                  <a:lnTo>
                    <a:pt x="8407" y="6550"/>
                  </a:lnTo>
                  <a:lnTo>
                    <a:pt x="8402" y="6556"/>
                  </a:lnTo>
                  <a:lnTo>
                    <a:pt x="8396" y="6559"/>
                  </a:lnTo>
                  <a:lnTo>
                    <a:pt x="8386" y="6557"/>
                  </a:lnTo>
                  <a:lnTo>
                    <a:pt x="8381" y="6559"/>
                  </a:lnTo>
                  <a:lnTo>
                    <a:pt x="8371" y="6558"/>
                  </a:lnTo>
                  <a:lnTo>
                    <a:pt x="8363" y="6561"/>
                  </a:lnTo>
                  <a:lnTo>
                    <a:pt x="8080" y="6814"/>
                  </a:lnTo>
                  <a:lnTo>
                    <a:pt x="7965" y="6881"/>
                  </a:lnTo>
                  <a:lnTo>
                    <a:pt x="7960" y="6886"/>
                  </a:lnTo>
                  <a:lnTo>
                    <a:pt x="7954" y="6894"/>
                  </a:lnTo>
                  <a:lnTo>
                    <a:pt x="7948" y="6894"/>
                  </a:lnTo>
                  <a:lnTo>
                    <a:pt x="7815" y="6995"/>
                  </a:lnTo>
                  <a:lnTo>
                    <a:pt x="7814" y="7021"/>
                  </a:lnTo>
                  <a:lnTo>
                    <a:pt x="7813" y="7028"/>
                  </a:lnTo>
                  <a:lnTo>
                    <a:pt x="7788" y="7117"/>
                  </a:lnTo>
                  <a:lnTo>
                    <a:pt x="7783" y="7123"/>
                  </a:lnTo>
                  <a:lnTo>
                    <a:pt x="7776" y="7129"/>
                  </a:lnTo>
                  <a:lnTo>
                    <a:pt x="7770" y="7127"/>
                  </a:lnTo>
                  <a:lnTo>
                    <a:pt x="7764" y="7125"/>
                  </a:lnTo>
                  <a:lnTo>
                    <a:pt x="7745" y="7119"/>
                  </a:lnTo>
                  <a:lnTo>
                    <a:pt x="7737" y="7118"/>
                  </a:lnTo>
                  <a:lnTo>
                    <a:pt x="7731" y="7117"/>
                  </a:lnTo>
                  <a:lnTo>
                    <a:pt x="7723" y="7116"/>
                  </a:lnTo>
                  <a:lnTo>
                    <a:pt x="7703" y="7117"/>
                  </a:lnTo>
                  <a:lnTo>
                    <a:pt x="7690" y="7119"/>
                  </a:lnTo>
                  <a:lnTo>
                    <a:pt x="7682" y="7121"/>
                  </a:lnTo>
                  <a:lnTo>
                    <a:pt x="7672" y="7123"/>
                  </a:lnTo>
                  <a:lnTo>
                    <a:pt x="7667" y="7125"/>
                  </a:lnTo>
                  <a:lnTo>
                    <a:pt x="7653" y="7129"/>
                  </a:lnTo>
                  <a:lnTo>
                    <a:pt x="7635" y="7135"/>
                  </a:lnTo>
                  <a:lnTo>
                    <a:pt x="7627" y="7140"/>
                  </a:lnTo>
                  <a:lnTo>
                    <a:pt x="7611" y="7141"/>
                  </a:lnTo>
                  <a:lnTo>
                    <a:pt x="7603" y="7130"/>
                  </a:lnTo>
                  <a:lnTo>
                    <a:pt x="7603" y="7124"/>
                  </a:lnTo>
                  <a:lnTo>
                    <a:pt x="7602" y="7114"/>
                  </a:lnTo>
                  <a:lnTo>
                    <a:pt x="7599" y="7098"/>
                  </a:lnTo>
                  <a:lnTo>
                    <a:pt x="7597" y="7089"/>
                  </a:lnTo>
                  <a:lnTo>
                    <a:pt x="7599" y="7078"/>
                  </a:lnTo>
                  <a:lnTo>
                    <a:pt x="7600" y="7072"/>
                  </a:lnTo>
                  <a:lnTo>
                    <a:pt x="7602" y="7065"/>
                  </a:lnTo>
                  <a:lnTo>
                    <a:pt x="7603" y="7056"/>
                  </a:lnTo>
                  <a:lnTo>
                    <a:pt x="7600" y="7041"/>
                  </a:lnTo>
                  <a:lnTo>
                    <a:pt x="7593" y="7019"/>
                  </a:lnTo>
                  <a:lnTo>
                    <a:pt x="7586" y="7014"/>
                  </a:lnTo>
                  <a:lnTo>
                    <a:pt x="7580" y="7013"/>
                  </a:lnTo>
                  <a:lnTo>
                    <a:pt x="7558" y="6957"/>
                  </a:lnTo>
                  <a:lnTo>
                    <a:pt x="7549" y="6944"/>
                  </a:lnTo>
                  <a:lnTo>
                    <a:pt x="7538" y="6930"/>
                  </a:lnTo>
                  <a:lnTo>
                    <a:pt x="7469" y="6941"/>
                  </a:lnTo>
                  <a:lnTo>
                    <a:pt x="7464" y="6943"/>
                  </a:lnTo>
                  <a:lnTo>
                    <a:pt x="7389" y="6963"/>
                  </a:lnTo>
                  <a:lnTo>
                    <a:pt x="7346" y="6984"/>
                  </a:lnTo>
                  <a:lnTo>
                    <a:pt x="7346" y="7038"/>
                  </a:lnTo>
                  <a:lnTo>
                    <a:pt x="7315" y="7080"/>
                  </a:lnTo>
                  <a:lnTo>
                    <a:pt x="7309" y="7086"/>
                  </a:lnTo>
                  <a:lnTo>
                    <a:pt x="7299" y="7096"/>
                  </a:lnTo>
                  <a:lnTo>
                    <a:pt x="7286" y="7110"/>
                  </a:lnTo>
                  <a:lnTo>
                    <a:pt x="7096" y="7255"/>
                  </a:lnTo>
                  <a:lnTo>
                    <a:pt x="7072" y="7260"/>
                  </a:lnTo>
                  <a:lnTo>
                    <a:pt x="7019" y="7270"/>
                  </a:lnTo>
                  <a:lnTo>
                    <a:pt x="6970" y="7277"/>
                  </a:lnTo>
                  <a:lnTo>
                    <a:pt x="6963" y="7271"/>
                  </a:lnTo>
                  <a:lnTo>
                    <a:pt x="6674" y="7022"/>
                  </a:lnTo>
                  <a:lnTo>
                    <a:pt x="6654" y="6989"/>
                  </a:lnTo>
                  <a:lnTo>
                    <a:pt x="6660" y="6954"/>
                  </a:lnTo>
                  <a:lnTo>
                    <a:pt x="6720" y="6928"/>
                  </a:lnTo>
                  <a:lnTo>
                    <a:pt x="6733" y="6906"/>
                  </a:lnTo>
                  <a:lnTo>
                    <a:pt x="6743" y="6888"/>
                  </a:lnTo>
                  <a:lnTo>
                    <a:pt x="6754" y="6869"/>
                  </a:lnTo>
                  <a:lnTo>
                    <a:pt x="6794" y="6799"/>
                  </a:lnTo>
                  <a:lnTo>
                    <a:pt x="6802" y="6782"/>
                  </a:lnTo>
                  <a:lnTo>
                    <a:pt x="6808" y="6767"/>
                  </a:lnTo>
                  <a:lnTo>
                    <a:pt x="6823" y="6735"/>
                  </a:lnTo>
                  <a:lnTo>
                    <a:pt x="6826" y="6727"/>
                  </a:lnTo>
                  <a:lnTo>
                    <a:pt x="6837" y="6704"/>
                  </a:lnTo>
                  <a:lnTo>
                    <a:pt x="6793" y="6641"/>
                  </a:lnTo>
                  <a:lnTo>
                    <a:pt x="6758" y="6588"/>
                  </a:lnTo>
                  <a:lnTo>
                    <a:pt x="6743" y="6567"/>
                  </a:lnTo>
                  <a:lnTo>
                    <a:pt x="6663" y="6492"/>
                  </a:lnTo>
                  <a:lnTo>
                    <a:pt x="6640" y="6469"/>
                  </a:lnTo>
                  <a:lnTo>
                    <a:pt x="6579" y="6428"/>
                  </a:lnTo>
                  <a:lnTo>
                    <a:pt x="6526" y="6404"/>
                  </a:lnTo>
                  <a:lnTo>
                    <a:pt x="6528" y="6385"/>
                  </a:lnTo>
                  <a:lnTo>
                    <a:pt x="6582" y="6211"/>
                  </a:lnTo>
                  <a:lnTo>
                    <a:pt x="6599" y="6164"/>
                  </a:lnTo>
                  <a:lnTo>
                    <a:pt x="6607" y="6141"/>
                  </a:lnTo>
                  <a:lnTo>
                    <a:pt x="6618" y="6112"/>
                  </a:lnTo>
                  <a:lnTo>
                    <a:pt x="6700" y="6041"/>
                  </a:lnTo>
                  <a:lnTo>
                    <a:pt x="6654" y="5888"/>
                  </a:lnTo>
                  <a:lnTo>
                    <a:pt x="6640" y="5843"/>
                  </a:lnTo>
                  <a:lnTo>
                    <a:pt x="6605" y="5832"/>
                  </a:lnTo>
                  <a:lnTo>
                    <a:pt x="6524" y="5807"/>
                  </a:lnTo>
                  <a:lnTo>
                    <a:pt x="6515" y="5804"/>
                  </a:lnTo>
                  <a:lnTo>
                    <a:pt x="6321" y="5744"/>
                  </a:lnTo>
                  <a:lnTo>
                    <a:pt x="6310" y="5744"/>
                  </a:lnTo>
                  <a:lnTo>
                    <a:pt x="6295" y="5751"/>
                  </a:lnTo>
                  <a:lnTo>
                    <a:pt x="6239" y="5777"/>
                  </a:lnTo>
                  <a:lnTo>
                    <a:pt x="6063" y="5876"/>
                  </a:lnTo>
                  <a:lnTo>
                    <a:pt x="6038" y="5890"/>
                  </a:lnTo>
                  <a:lnTo>
                    <a:pt x="5828" y="6008"/>
                  </a:lnTo>
                  <a:lnTo>
                    <a:pt x="5814" y="6039"/>
                  </a:lnTo>
                  <a:lnTo>
                    <a:pt x="5775" y="6124"/>
                  </a:lnTo>
                  <a:lnTo>
                    <a:pt x="5753" y="6140"/>
                  </a:lnTo>
                  <a:lnTo>
                    <a:pt x="5745" y="6146"/>
                  </a:lnTo>
                  <a:lnTo>
                    <a:pt x="5738" y="6150"/>
                  </a:lnTo>
                  <a:lnTo>
                    <a:pt x="5635" y="6181"/>
                  </a:lnTo>
                  <a:lnTo>
                    <a:pt x="5574" y="6126"/>
                  </a:lnTo>
                  <a:lnTo>
                    <a:pt x="5506" y="6107"/>
                  </a:lnTo>
                  <a:lnTo>
                    <a:pt x="5456" y="6092"/>
                  </a:lnTo>
                  <a:lnTo>
                    <a:pt x="5439" y="6090"/>
                  </a:lnTo>
                  <a:lnTo>
                    <a:pt x="5387" y="6085"/>
                  </a:lnTo>
                  <a:lnTo>
                    <a:pt x="5333" y="6080"/>
                  </a:lnTo>
                  <a:lnTo>
                    <a:pt x="5315" y="6083"/>
                  </a:lnTo>
                  <a:lnTo>
                    <a:pt x="5283" y="6089"/>
                  </a:lnTo>
                  <a:lnTo>
                    <a:pt x="5255" y="6094"/>
                  </a:lnTo>
                  <a:lnTo>
                    <a:pt x="5131" y="6141"/>
                  </a:lnTo>
                  <a:lnTo>
                    <a:pt x="4971" y="6201"/>
                  </a:lnTo>
                  <a:lnTo>
                    <a:pt x="4867" y="6249"/>
                  </a:lnTo>
                  <a:lnTo>
                    <a:pt x="4519" y="6408"/>
                  </a:lnTo>
                  <a:lnTo>
                    <a:pt x="4505" y="6421"/>
                  </a:lnTo>
                  <a:lnTo>
                    <a:pt x="4458" y="6466"/>
                  </a:lnTo>
                  <a:lnTo>
                    <a:pt x="4464" y="6508"/>
                  </a:lnTo>
                  <a:lnTo>
                    <a:pt x="4466" y="6529"/>
                  </a:lnTo>
                  <a:lnTo>
                    <a:pt x="4448" y="6540"/>
                  </a:lnTo>
                  <a:lnTo>
                    <a:pt x="4412" y="6563"/>
                  </a:lnTo>
                  <a:lnTo>
                    <a:pt x="4401" y="6570"/>
                  </a:lnTo>
                  <a:lnTo>
                    <a:pt x="4275" y="6604"/>
                  </a:lnTo>
                  <a:lnTo>
                    <a:pt x="4268" y="6606"/>
                  </a:lnTo>
                  <a:lnTo>
                    <a:pt x="4234" y="6617"/>
                  </a:lnTo>
                  <a:lnTo>
                    <a:pt x="4213" y="6623"/>
                  </a:lnTo>
                  <a:lnTo>
                    <a:pt x="4201" y="6627"/>
                  </a:lnTo>
                  <a:lnTo>
                    <a:pt x="4154" y="6640"/>
                  </a:lnTo>
                  <a:lnTo>
                    <a:pt x="4124" y="6601"/>
                  </a:lnTo>
                  <a:lnTo>
                    <a:pt x="4112" y="6585"/>
                  </a:lnTo>
                  <a:lnTo>
                    <a:pt x="4083" y="6548"/>
                  </a:lnTo>
                  <a:lnTo>
                    <a:pt x="4066" y="6555"/>
                  </a:lnTo>
                  <a:lnTo>
                    <a:pt x="3927" y="6649"/>
                  </a:lnTo>
                  <a:lnTo>
                    <a:pt x="3902" y="6672"/>
                  </a:lnTo>
                  <a:lnTo>
                    <a:pt x="3786" y="6782"/>
                  </a:lnTo>
                  <a:lnTo>
                    <a:pt x="3724" y="6841"/>
                  </a:lnTo>
                  <a:lnTo>
                    <a:pt x="3645" y="6916"/>
                  </a:lnTo>
                  <a:lnTo>
                    <a:pt x="3654" y="6927"/>
                  </a:lnTo>
                  <a:lnTo>
                    <a:pt x="3664" y="6938"/>
                  </a:lnTo>
                  <a:lnTo>
                    <a:pt x="3808" y="6974"/>
                  </a:lnTo>
                  <a:lnTo>
                    <a:pt x="3820" y="6977"/>
                  </a:lnTo>
                  <a:lnTo>
                    <a:pt x="3882" y="6993"/>
                  </a:lnTo>
                  <a:lnTo>
                    <a:pt x="3888" y="6994"/>
                  </a:lnTo>
                  <a:lnTo>
                    <a:pt x="3931" y="7005"/>
                  </a:lnTo>
                  <a:lnTo>
                    <a:pt x="3953" y="7010"/>
                  </a:lnTo>
                  <a:lnTo>
                    <a:pt x="3972" y="7000"/>
                  </a:lnTo>
                  <a:lnTo>
                    <a:pt x="3978" y="6997"/>
                  </a:lnTo>
                  <a:lnTo>
                    <a:pt x="4009" y="6980"/>
                  </a:lnTo>
                  <a:lnTo>
                    <a:pt x="4019" y="6973"/>
                  </a:lnTo>
                  <a:lnTo>
                    <a:pt x="4053" y="6947"/>
                  </a:lnTo>
                  <a:lnTo>
                    <a:pt x="4062" y="6944"/>
                  </a:lnTo>
                  <a:lnTo>
                    <a:pt x="4115" y="6925"/>
                  </a:lnTo>
                  <a:lnTo>
                    <a:pt x="4123" y="6928"/>
                  </a:lnTo>
                  <a:lnTo>
                    <a:pt x="4210" y="6978"/>
                  </a:lnTo>
                  <a:lnTo>
                    <a:pt x="4230" y="6990"/>
                  </a:lnTo>
                  <a:lnTo>
                    <a:pt x="4321" y="7113"/>
                  </a:lnTo>
                  <a:lnTo>
                    <a:pt x="4303" y="7377"/>
                  </a:lnTo>
                  <a:lnTo>
                    <a:pt x="4212" y="7411"/>
                  </a:lnTo>
                  <a:lnTo>
                    <a:pt x="4163" y="7429"/>
                  </a:lnTo>
                  <a:lnTo>
                    <a:pt x="4155" y="7432"/>
                  </a:lnTo>
                  <a:lnTo>
                    <a:pt x="3997" y="7491"/>
                  </a:lnTo>
                  <a:lnTo>
                    <a:pt x="3953" y="7500"/>
                  </a:lnTo>
                  <a:lnTo>
                    <a:pt x="3898" y="7511"/>
                  </a:lnTo>
                  <a:lnTo>
                    <a:pt x="3844" y="7522"/>
                  </a:lnTo>
                  <a:lnTo>
                    <a:pt x="3804" y="7516"/>
                  </a:lnTo>
                  <a:lnTo>
                    <a:pt x="3789" y="7484"/>
                  </a:lnTo>
                  <a:lnTo>
                    <a:pt x="3765" y="7430"/>
                  </a:lnTo>
                  <a:lnTo>
                    <a:pt x="3733" y="7394"/>
                  </a:lnTo>
                  <a:lnTo>
                    <a:pt x="3709" y="7367"/>
                  </a:lnTo>
                  <a:lnTo>
                    <a:pt x="3695" y="7352"/>
                  </a:lnTo>
                  <a:lnTo>
                    <a:pt x="3671" y="7337"/>
                  </a:lnTo>
                  <a:lnTo>
                    <a:pt x="3641" y="7319"/>
                  </a:lnTo>
                  <a:lnTo>
                    <a:pt x="3584" y="7285"/>
                  </a:lnTo>
                  <a:lnTo>
                    <a:pt x="3577" y="7290"/>
                  </a:lnTo>
                  <a:lnTo>
                    <a:pt x="3561" y="7301"/>
                  </a:lnTo>
                  <a:lnTo>
                    <a:pt x="3535" y="7317"/>
                  </a:lnTo>
                  <a:lnTo>
                    <a:pt x="3523" y="7324"/>
                  </a:lnTo>
                  <a:lnTo>
                    <a:pt x="3522" y="7371"/>
                  </a:lnTo>
                  <a:lnTo>
                    <a:pt x="3522" y="7396"/>
                  </a:lnTo>
                  <a:lnTo>
                    <a:pt x="3522" y="7430"/>
                  </a:lnTo>
                  <a:lnTo>
                    <a:pt x="3521" y="7455"/>
                  </a:lnTo>
                  <a:lnTo>
                    <a:pt x="3474" y="7530"/>
                  </a:lnTo>
                  <a:lnTo>
                    <a:pt x="3453" y="7564"/>
                  </a:lnTo>
                  <a:lnTo>
                    <a:pt x="3445" y="7569"/>
                  </a:lnTo>
                  <a:lnTo>
                    <a:pt x="3419" y="7587"/>
                  </a:lnTo>
                  <a:lnTo>
                    <a:pt x="3384" y="7573"/>
                  </a:lnTo>
                  <a:lnTo>
                    <a:pt x="3378" y="7571"/>
                  </a:lnTo>
                  <a:lnTo>
                    <a:pt x="3355" y="7561"/>
                  </a:lnTo>
                  <a:lnTo>
                    <a:pt x="3334" y="7551"/>
                  </a:lnTo>
                  <a:lnTo>
                    <a:pt x="3309" y="7536"/>
                  </a:lnTo>
                  <a:lnTo>
                    <a:pt x="3232" y="7491"/>
                  </a:lnTo>
                  <a:lnTo>
                    <a:pt x="3224" y="7487"/>
                  </a:lnTo>
                  <a:lnTo>
                    <a:pt x="3202" y="7474"/>
                  </a:lnTo>
                  <a:lnTo>
                    <a:pt x="3198" y="7467"/>
                  </a:lnTo>
                  <a:lnTo>
                    <a:pt x="3164" y="7411"/>
                  </a:lnTo>
                  <a:lnTo>
                    <a:pt x="3158" y="7402"/>
                  </a:lnTo>
                  <a:lnTo>
                    <a:pt x="3134" y="7363"/>
                  </a:lnTo>
                  <a:lnTo>
                    <a:pt x="3127" y="7357"/>
                  </a:lnTo>
                  <a:lnTo>
                    <a:pt x="3117" y="7349"/>
                  </a:lnTo>
                  <a:lnTo>
                    <a:pt x="2976" y="7237"/>
                  </a:lnTo>
                  <a:lnTo>
                    <a:pt x="2913" y="7195"/>
                  </a:lnTo>
                  <a:lnTo>
                    <a:pt x="2891" y="7181"/>
                  </a:lnTo>
                  <a:lnTo>
                    <a:pt x="2808" y="7155"/>
                  </a:lnTo>
                  <a:lnTo>
                    <a:pt x="2764" y="7080"/>
                  </a:lnTo>
                  <a:lnTo>
                    <a:pt x="2732" y="7026"/>
                  </a:lnTo>
                  <a:lnTo>
                    <a:pt x="2703" y="6959"/>
                  </a:lnTo>
                  <a:lnTo>
                    <a:pt x="2698" y="6949"/>
                  </a:lnTo>
                  <a:lnTo>
                    <a:pt x="2756" y="6908"/>
                  </a:lnTo>
                  <a:lnTo>
                    <a:pt x="2767" y="6860"/>
                  </a:lnTo>
                  <a:lnTo>
                    <a:pt x="2777" y="6819"/>
                  </a:lnTo>
                  <a:lnTo>
                    <a:pt x="2778" y="6814"/>
                  </a:lnTo>
                  <a:lnTo>
                    <a:pt x="2766" y="6770"/>
                  </a:lnTo>
                  <a:lnTo>
                    <a:pt x="2759" y="6744"/>
                  </a:lnTo>
                  <a:lnTo>
                    <a:pt x="2742" y="6740"/>
                  </a:lnTo>
                  <a:lnTo>
                    <a:pt x="2720" y="6735"/>
                  </a:lnTo>
                  <a:lnTo>
                    <a:pt x="2557" y="6692"/>
                  </a:lnTo>
                  <a:lnTo>
                    <a:pt x="2439" y="6701"/>
                  </a:lnTo>
                  <a:lnTo>
                    <a:pt x="2211" y="6790"/>
                  </a:lnTo>
                  <a:lnTo>
                    <a:pt x="2096" y="6855"/>
                  </a:lnTo>
                  <a:lnTo>
                    <a:pt x="2086" y="6860"/>
                  </a:lnTo>
                  <a:lnTo>
                    <a:pt x="2052" y="6879"/>
                  </a:lnTo>
                  <a:lnTo>
                    <a:pt x="1932" y="7072"/>
                  </a:lnTo>
                  <a:lnTo>
                    <a:pt x="1921" y="7091"/>
                  </a:lnTo>
                  <a:lnTo>
                    <a:pt x="1821" y="7242"/>
                  </a:lnTo>
                  <a:lnTo>
                    <a:pt x="1782" y="7302"/>
                  </a:lnTo>
                  <a:lnTo>
                    <a:pt x="1750" y="7307"/>
                  </a:lnTo>
                  <a:lnTo>
                    <a:pt x="1709" y="7314"/>
                  </a:lnTo>
                  <a:lnTo>
                    <a:pt x="1665" y="7321"/>
                  </a:lnTo>
                  <a:lnTo>
                    <a:pt x="1612" y="7357"/>
                  </a:lnTo>
                  <a:lnTo>
                    <a:pt x="1601" y="7364"/>
                  </a:lnTo>
                  <a:lnTo>
                    <a:pt x="1537" y="7408"/>
                  </a:lnTo>
                  <a:lnTo>
                    <a:pt x="1416" y="7559"/>
                  </a:lnTo>
                  <a:lnTo>
                    <a:pt x="1375" y="7610"/>
                  </a:lnTo>
                  <a:lnTo>
                    <a:pt x="1352" y="7639"/>
                  </a:lnTo>
                  <a:lnTo>
                    <a:pt x="1330" y="7724"/>
                  </a:lnTo>
                  <a:lnTo>
                    <a:pt x="1327" y="7736"/>
                  </a:lnTo>
                  <a:lnTo>
                    <a:pt x="1325" y="7743"/>
                  </a:lnTo>
                  <a:lnTo>
                    <a:pt x="1320" y="7760"/>
                  </a:lnTo>
                  <a:lnTo>
                    <a:pt x="1315" y="7780"/>
                  </a:lnTo>
                  <a:lnTo>
                    <a:pt x="1281" y="7791"/>
                  </a:lnTo>
                  <a:lnTo>
                    <a:pt x="1170" y="7828"/>
                  </a:lnTo>
                  <a:lnTo>
                    <a:pt x="1145" y="7820"/>
                  </a:lnTo>
                  <a:lnTo>
                    <a:pt x="1152" y="7794"/>
                  </a:lnTo>
                  <a:lnTo>
                    <a:pt x="1169" y="7739"/>
                  </a:lnTo>
                  <a:lnTo>
                    <a:pt x="1173" y="7728"/>
                  </a:lnTo>
                  <a:lnTo>
                    <a:pt x="1171" y="7716"/>
                  </a:lnTo>
                  <a:lnTo>
                    <a:pt x="1083" y="7699"/>
                  </a:lnTo>
                  <a:lnTo>
                    <a:pt x="1074" y="7697"/>
                  </a:lnTo>
                  <a:lnTo>
                    <a:pt x="1037" y="7690"/>
                  </a:lnTo>
                  <a:lnTo>
                    <a:pt x="1032" y="7689"/>
                  </a:lnTo>
                  <a:lnTo>
                    <a:pt x="1003" y="7698"/>
                  </a:lnTo>
                  <a:lnTo>
                    <a:pt x="931" y="7720"/>
                  </a:lnTo>
                  <a:lnTo>
                    <a:pt x="848" y="7745"/>
                  </a:lnTo>
                  <a:lnTo>
                    <a:pt x="799" y="7765"/>
                  </a:lnTo>
                  <a:lnTo>
                    <a:pt x="792" y="7768"/>
                  </a:lnTo>
                  <a:lnTo>
                    <a:pt x="787" y="7770"/>
                  </a:lnTo>
                  <a:lnTo>
                    <a:pt x="782" y="7772"/>
                  </a:lnTo>
                  <a:lnTo>
                    <a:pt x="756" y="7782"/>
                  </a:lnTo>
                  <a:lnTo>
                    <a:pt x="658" y="7823"/>
                  </a:lnTo>
                  <a:lnTo>
                    <a:pt x="649" y="7827"/>
                  </a:lnTo>
                  <a:lnTo>
                    <a:pt x="639" y="7847"/>
                  </a:lnTo>
                  <a:lnTo>
                    <a:pt x="597" y="7937"/>
                  </a:lnTo>
                  <a:lnTo>
                    <a:pt x="593" y="7948"/>
                  </a:lnTo>
                  <a:lnTo>
                    <a:pt x="616" y="7998"/>
                  </a:lnTo>
                  <a:lnTo>
                    <a:pt x="633" y="8009"/>
                  </a:lnTo>
                  <a:lnTo>
                    <a:pt x="676" y="8039"/>
                  </a:lnTo>
                  <a:lnTo>
                    <a:pt x="686" y="8046"/>
                  </a:lnTo>
                  <a:lnTo>
                    <a:pt x="668" y="8090"/>
                  </a:lnTo>
                  <a:lnTo>
                    <a:pt x="582" y="8121"/>
                  </a:lnTo>
                  <a:lnTo>
                    <a:pt x="574" y="8124"/>
                  </a:lnTo>
                  <a:lnTo>
                    <a:pt x="364" y="8137"/>
                  </a:lnTo>
                  <a:lnTo>
                    <a:pt x="292" y="8071"/>
                  </a:lnTo>
                  <a:lnTo>
                    <a:pt x="306" y="8043"/>
                  </a:lnTo>
                  <a:lnTo>
                    <a:pt x="315" y="8026"/>
                  </a:lnTo>
                  <a:lnTo>
                    <a:pt x="341" y="7977"/>
                  </a:lnTo>
                  <a:lnTo>
                    <a:pt x="408" y="7849"/>
                  </a:lnTo>
                  <a:lnTo>
                    <a:pt x="439" y="7729"/>
                  </a:lnTo>
                  <a:lnTo>
                    <a:pt x="410" y="7677"/>
                  </a:lnTo>
                  <a:lnTo>
                    <a:pt x="310" y="7671"/>
                  </a:lnTo>
                  <a:lnTo>
                    <a:pt x="289" y="7660"/>
                  </a:lnTo>
                  <a:lnTo>
                    <a:pt x="242" y="7632"/>
                  </a:lnTo>
                  <a:lnTo>
                    <a:pt x="236" y="7629"/>
                  </a:lnTo>
                  <a:lnTo>
                    <a:pt x="218" y="7618"/>
                  </a:lnTo>
                  <a:lnTo>
                    <a:pt x="205" y="7611"/>
                  </a:lnTo>
                  <a:lnTo>
                    <a:pt x="161" y="7561"/>
                  </a:lnTo>
                  <a:lnTo>
                    <a:pt x="133" y="7529"/>
                  </a:lnTo>
                  <a:lnTo>
                    <a:pt x="123" y="7518"/>
                  </a:lnTo>
                  <a:lnTo>
                    <a:pt x="115" y="7509"/>
                  </a:lnTo>
                  <a:lnTo>
                    <a:pt x="112" y="7505"/>
                  </a:lnTo>
                  <a:lnTo>
                    <a:pt x="98" y="7490"/>
                  </a:lnTo>
                  <a:lnTo>
                    <a:pt x="96" y="7466"/>
                  </a:lnTo>
                  <a:lnTo>
                    <a:pt x="95" y="7449"/>
                  </a:lnTo>
                  <a:lnTo>
                    <a:pt x="89" y="7386"/>
                  </a:lnTo>
                  <a:lnTo>
                    <a:pt x="87" y="7363"/>
                  </a:lnTo>
                  <a:lnTo>
                    <a:pt x="86" y="7346"/>
                  </a:lnTo>
                  <a:lnTo>
                    <a:pt x="83" y="7313"/>
                  </a:lnTo>
                  <a:lnTo>
                    <a:pt x="119" y="7282"/>
                  </a:lnTo>
                  <a:lnTo>
                    <a:pt x="159" y="7282"/>
                  </a:lnTo>
                  <a:lnTo>
                    <a:pt x="194" y="7139"/>
                  </a:lnTo>
                  <a:lnTo>
                    <a:pt x="195" y="7112"/>
                  </a:lnTo>
                  <a:lnTo>
                    <a:pt x="196" y="7104"/>
                  </a:lnTo>
                  <a:lnTo>
                    <a:pt x="196" y="7095"/>
                  </a:lnTo>
                  <a:lnTo>
                    <a:pt x="170" y="7045"/>
                  </a:lnTo>
                  <a:lnTo>
                    <a:pt x="163" y="7032"/>
                  </a:lnTo>
                  <a:lnTo>
                    <a:pt x="91" y="6975"/>
                  </a:lnTo>
                  <a:lnTo>
                    <a:pt x="82" y="6968"/>
                  </a:lnTo>
                  <a:lnTo>
                    <a:pt x="76" y="6963"/>
                  </a:lnTo>
                  <a:lnTo>
                    <a:pt x="28" y="6925"/>
                  </a:lnTo>
                  <a:lnTo>
                    <a:pt x="0" y="6820"/>
                  </a:lnTo>
                  <a:lnTo>
                    <a:pt x="0" y="6781"/>
                  </a:lnTo>
                  <a:lnTo>
                    <a:pt x="0" y="6774"/>
                  </a:lnTo>
                  <a:lnTo>
                    <a:pt x="2" y="6713"/>
                  </a:lnTo>
                  <a:lnTo>
                    <a:pt x="2" y="6707"/>
                  </a:lnTo>
                  <a:lnTo>
                    <a:pt x="2" y="6677"/>
                  </a:lnTo>
                  <a:lnTo>
                    <a:pt x="4" y="6603"/>
                  </a:lnTo>
                  <a:lnTo>
                    <a:pt x="6" y="6589"/>
                  </a:lnTo>
                  <a:lnTo>
                    <a:pt x="14" y="6535"/>
                  </a:lnTo>
                  <a:lnTo>
                    <a:pt x="47" y="6306"/>
                  </a:lnTo>
                  <a:lnTo>
                    <a:pt x="72" y="6151"/>
                  </a:lnTo>
                  <a:lnTo>
                    <a:pt x="77" y="6115"/>
                  </a:lnTo>
                  <a:lnTo>
                    <a:pt x="78" y="6110"/>
                  </a:lnTo>
                  <a:lnTo>
                    <a:pt x="104" y="6082"/>
                  </a:lnTo>
                  <a:lnTo>
                    <a:pt x="121" y="6064"/>
                  </a:lnTo>
                  <a:lnTo>
                    <a:pt x="140" y="6043"/>
                  </a:lnTo>
                  <a:lnTo>
                    <a:pt x="257" y="6027"/>
                  </a:lnTo>
                  <a:lnTo>
                    <a:pt x="273" y="6024"/>
                  </a:lnTo>
                  <a:lnTo>
                    <a:pt x="314" y="6062"/>
                  </a:lnTo>
                  <a:lnTo>
                    <a:pt x="322" y="6071"/>
                  </a:lnTo>
                  <a:lnTo>
                    <a:pt x="344" y="6092"/>
                  </a:lnTo>
                  <a:lnTo>
                    <a:pt x="386" y="6131"/>
                  </a:lnTo>
                  <a:lnTo>
                    <a:pt x="398" y="6142"/>
                  </a:lnTo>
                  <a:lnTo>
                    <a:pt x="412" y="6203"/>
                  </a:lnTo>
                  <a:lnTo>
                    <a:pt x="419" y="6235"/>
                  </a:lnTo>
                  <a:lnTo>
                    <a:pt x="432" y="6288"/>
                  </a:lnTo>
                  <a:lnTo>
                    <a:pt x="452" y="6288"/>
                  </a:lnTo>
                  <a:lnTo>
                    <a:pt x="502" y="6287"/>
                  </a:lnTo>
                  <a:lnTo>
                    <a:pt x="514" y="6286"/>
                  </a:lnTo>
                  <a:lnTo>
                    <a:pt x="534" y="6256"/>
                  </a:lnTo>
                  <a:lnTo>
                    <a:pt x="540" y="6246"/>
                  </a:lnTo>
                  <a:lnTo>
                    <a:pt x="555" y="6223"/>
                  </a:lnTo>
                  <a:lnTo>
                    <a:pt x="567" y="6203"/>
                  </a:lnTo>
                  <a:lnTo>
                    <a:pt x="572" y="6195"/>
                  </a:lnTo>
                  <a:lnTo>
                    <a:pt x="575" y="6190"/>
                  </a:lnTo>
                  <a:lnTo>
                    <a:pt x="587" y="6172"/>
                  </a:lnTo>
                  <a:lnTo>
                    <a:pt x="599" y="6153"/>
                  </a:lnTo>
                  <a:lnTo>
                    <a:pt x="599" y="6144"/>
                  </a:lnTo>
                  <a:lnTo>
                    <a:pt x="603" y="6047"/>
                  </a:lnTo>
                  <a:lnTo>
                    <a:pt x="603" y="6031"/>
                  </a:lnTo>
                  <a:lnTo>
                    <a:pt x="603" y="6022"/>
                  </a:lnTo>
                  <a:lnTo>
                    <a:pt x="604" y="6010"/>
                  </a:lnTo>
                  <a:lnTo>
                    <a:pt x="602" y="5991"/>
                  </a:lnTo>
                  <a:lnTo>
                    <a:pt x="597" y="5947"/>
                  </a:lnTo>
                  <a:lnTo>
                    <a:pt x="589" y="5866"/>
                  </a:lnTo>
                  <a:lnTo>
                    <a:pt x="587" y="5848"/>
                  </a:lnTo>
                  <a:lnTo>
                    <a:pt x="535" y="5762"/>
                  </a:lnTo>
                  <a:lnTo>
                    <a:pt x="524" y="5717"/>
                  </a:lnTo>
                  <a:lnTo>
                    <a:pt x="522" y="5648"/>
                  </a:lnTo>
                  <a:lnTo>
                    <a:pt x="528" y="5637"/>
                  </a:lnTo>
                  <a:lnTo>
                    <a:pt x="537" y="5617"/>
                  </a:lnTo>
                  <a:lnTo>
                    <a:pt x="544" y="5602"/>
                  </a:lnTo>
                  <a:lnTo>
                    <a:pt x="584" y="5580"/>
                  </a:lnTo>
                  <a:lnTo>
                    <a:pt x="659" y="5538"/>
                  </a:lnTo>
                  <a:lnTo>
                    <a:pt x="663" y="5535"/>
                  </a:lnTo>
                  <a:lnTo>
                    <a:pt x="923" y="5433"/>
                  </a:lnTo>
                  <a:lnTo>
                    <a:pt x="1014" y="5404"/>
                  </a:lnTo>
                  <a:lnTo>
                    <a:pt x="1013" y="5398"/>
                  </a:lnTo>
                  <a:lnTo>
                    <a:pt x="998" y="5294"/>
                  </a:lnTo>
                  <a:lnTo>
                    <a:pt x="985" y="5203"/>
                  </a:lnTo>
                  <a:lnTo>
                    <a:pt x="974" y="5132"/>
                  </a:lnTo>
                  <a:lnTo>
                    <a:pt x="973" y="5124"/>
                  </a:lnTo>
                  <a:lnTo>
                    <a:pt x="995" y="5083"/>
                  </a:lnTo>
                  <a:lnTo>
                    <a:pt x="1015" y="5049"/>
                  </a:lnTo>
                  <a:lnTo>
                    <a:pt x="632" y="5092"/>
                  </a:lnTo>
                  <a:lnTo>
                    <a:pt x="625" y="5090"/>
                  </a:lnTo>
                  <a:lnTo>
                    <a:pt x="573" y="4985"/>
                  </a:lnTo>
                  <a:lnTo>
                    <a:pt x="556" y="4925"/>
                  </a:lnTo>
                  <a:lnTo>
                    <a:pt x="576" y="4886"/>
                  </a:lnTo>
                  <a:lnTo>
                    <a:pt x="735" y="4750"/>
                  </a:lnTo>
                  <a:lnTo>
                    <a:pt x="764" y="4730"/>
                  </a:lnTo>
                  <a:lnTo>
                    <a:pt x="830" y="4685"/>
                  </a:lnTo>
                  <a:lnTo>
                    <a:pt x="864" y="4665"/>
                  </a:lnTo>
                  <a:lnTo>
                    <a:pt x="899" y="4652"/>
                  </a:lnTo>
                  <a:lnTo>
                    <a:pt x="946" y="4639"/>
                  </a:lnTo>
                  <a:lnTo>
                    <a:pt x="953" y="4638"/>
                  </a:lnTo>
                  <a:lnTo>
                    <a:pt x="1063" y="4644"/>
                  </a:lnTo>
                  <a:lnTo>
                    <a:pt x="1103" y="4735"/>
                  </a:lnTo>
                  <a:lnTo>
                    <a:pt x="1110" y="4789"/>
                  </a:lnTo>
                  <a:lnTo>
                    <a:pt x="1126" y="4788"/>
                  </a:lnTo>
                  <a:lnTo>
                    <a:pt x="1140" y="4782"/>
                  </a:lnTo>
                  <a:lnTo>
                    <a:pt x="1169" y="4768"/>
                  </a:lnTo>
                  <a:lnTo>
                    <a:pt x="1184" y="4761"/>
                  </a:lnTo>
                  <a:lnTo>
                    <a:pt x="1213" y="4714"/>
                  </a:lnTo>
                  <a:lnTo>
                    <a:pt x="1258" y="4638"/>
                  </a:lnTo>
                  <a:lnTo>
                    <a:pt x="1285" y="4595"/>
                  </a:lnTo>
                  <a:lnTo>
                    <a:pt x="1355" y="4481"/>
                  </a:lnTo>
                  <a:lnTo>
                    <a:pt x="1364" y="4467"/>
                  </a:lnTo>
                  <a:lnTo>
                    <a:pt x="1401" y="4406"/>
                  </a:lnTo>
                  <a:lnTo>
                    <a:pt x="1583" y="4240"/>
                  </a:lnTo>
                  <a:lnTo>
                    <a:pt x="1754" y="4207"/>
                  </a:lnTo>
                  <a:lnTo>
                    <a:pt x="2107" y="4175"/>
                  </a:lnTo>
                  <a:lnTo>
                    <a:pt x="2160" y="4216"/>
                  </a:lnTo>
                  <a:lnTo>
                    <a:pt x="2204" y="4250"/>
                  </a:lnTo>
                  <a:lnTo>
                    <a:pt x="2217" y="4254"/>
                  </a:lnTo>
                  <a:lnTo>
                    <a:pt x="2233" y="4258"/>
                  </a:lnTo>
                  <a:lnTo>
                    <a:pt x="2248" y="4246"/>
                  </a:lnTo>
                  <a:lnTo>
                    <a:pt x="2256" y="4239"/>
                  </a:lnTo>
                  <a:lnTo>
                    <a:pt x="2260" y="4236"/>
                  </a:lnTo>
                  <a:lnTo>
                    <a:pt x="2263" y="4212"/>
                  </a:lnTo>
                  <a:lnTo>
                    <a:pt x="2277" y="4089"/>
                  </a:lnTo>
                  <a:lnTo>
                    <a:pt x="2257" y="4036"/>
                  </a:lnTo>
                  <a:lnTo>
                    <a:pt x="2228" y="4012"/>
                  </a:lnTo>
                  <a:lnTo>
                    <a:pt x="2215" y="4001"/>
                  </a:lnTo>
                  <a:lnTo>
                    <a:pt x="2186" y="3977"/>
                  </a:lnTo>
                  <a:lnTo>
                    <a:pt x="2176" y="3948"/>
                  </a:lnTo>
                  <a:lnTo>
                    <a:pt x="2173" y="3939"/>
                  </a:lnTo>
                  <a:lnTo>
                    <a:pt x="2165" y="3916"/>
                  </a:lnTo>
                  <a:lnTo>
                    <a:pt x="2172" y="3841"/>
                  </a:lnTo>
                  <a:lnTo>
                    <a:pt x="2179" y="3820"/>
                  </a:lnTo>
                  <a:lnTo>
                    <a:pt x="2203" y="3740"/>
                  </a:lnTo>
                  <a:lnTo>
                    <a:pt x="2214" y="3736"/>
                  </a:lnTo>
                  <a:lnTo>
                    <a:pt x="2252" y="3723"/>
                  </a:lnTo>
                  <a:lnTo>
                    <a:pt x="2286" y="3711"/>
                  </a:lnTo>
                  <a:lnTo>
                    <a:pt x="2322" y="3699"/>
                  </a:lnTo>
                  <a:lnTo>
                    <a:pt x="2351" y="3682"/>
                  </a:lnTo>
                  <a:lnTo>
                    <a:pt x="2445" y="3629"/>
                  </a:lnTo>
                  <a:lnTo>
                    <a:pt x="2457" y="3622"/>
                  </a:lnTo>
                  <a:lnTo>
                    <a:pt x="2513" y="3564"/>
                  </a:lnTo>
                  <a:lnTo>
                    <a:pt x="2564" y="3509"/>
                  </a:lnTo>
                  <a:lnTo>
                    <a:pt x="2565" y="3483"/>
                  </a:lnTo>
                  <a:lnTo>
                    <a:pt x="2566" y="3430"/>
                  </a:lnTo>
                  <a:lnTo>
                    <a:pt x="2568" y="3343"/>
                  </a:lnTo>
                  <a:lnTo>
                    <a:pt x="2572" y="3218"/>
                  </a:lnTo>
                  <a:lnTo>
                    <a:pt x="2592" y="3180"/>
                  </a:lnTo>
                  <a:lnTo>
                    <a:pt x="2601" y="3165"/>
                  </a:lnTo>
                  <a:lnTo>
                    <a:pt x="2607" y="3152"/>
                  </a:lnTo>
                  <a:lnTo>
                    <a:pt x="2679" y="3068"/>
                  </a:lnTo>
                  <a:lnTo>
                    <a:pt x="2711" y="3030"/>
                  </a:lnTo>
                  <a:lnTo>
                    <a:pt x="3038" y="2941"/>
                  </a:lnTo>
                  <a:lnTo>
                    <a:pt x="3062" y="2934"/>
                  </a:lnTo>
                  <a:lnTo>
                    <a:pt x="3080" y="2934"/>
                  </a:lnTo>
                  <a:lnTo>
                    <a:pt x="3604" y="2946"/>
                  </a:lnTo>
                  <a:lnTo>
                    <a:pt x="3615" y="2949"/>
                  </a:lnTo>
                  <a:lnTo>
                    <a:pt x="3628" y="2952"/>
                  </a:lnTo>
                  <a:lnTo>
                    <a:pt x="3701" y="2973"/>
                  </a:lnTo>
                  <a:lnTo>
                    <a:pt x="3867" y="3018"/>
                  </a:lnTo>
                  <a:lnTo>
                    <a:pt x="3885" y="3023"/>
                  </a:lnTo>
                  <a:lnTo>
                    <a:pt x="3894" y="3028"/>
                  </a:lnTo>
                  <a:lnTo>
                    <a:pt x="3956" y="3063"/>
                  </a:lnTo>
                  <a:lnTo>
                    <a:pt x="3972" y="3072"/>
                  </a:lnTo>
                  <a:lnTo>
                    <a:pt x="3987" y="3097"/>
                  </a:lnTo>
                  <a:lnTo>
                    <a:pt x="4136" y="3455"/>
                  </a:lnTo>
                  <a:lnTo>
                    <a:pt x="4146" y="3493"/>
                  </a:lnTo>
                  <a:lnTo>
                    <a:pt x="4155" y="3528"/>
                  </a:lnTo>
                  <a:lnTo>
                    <a:pt x="4258" y="3618"/>
                  </a:lnTo>
                  <a:lnTo>
                    <a:pt x="4368" y="3565"/>
                  </a:lnTo>
                  <a:lnTo>
                    <a:pt x="4381" y="3558"/>
                  </a:lnTo>
                  <a:lnTo>
                    <a:pt x="4390" y="3554"/>
                  </a:lnTo>
                  <a:lnTo>
                    <a:pt x="4408" y="3480"/>
                  </a:lnTo>
                  <a:lnTo>
                    <a:pt x="4481" y="3300"/>
                  </a:lnTo>
                  <a:lnTo>
                    <a:pt x="4484" y="3294"/>
                  </a:lnTo>
                  <a:lnTo>
                    <a:pt x="4495" y="3266"/>
                  </a:lnTo>
                  <a:lnTo>
                    <a:pt x="4505" y="3240"/>
                  </a:lnTo>
                  <a:lnTo>
                    <a:pt x="4577" y="3063"/>
                  </a:lnTo>
                  <a:lnTo>
                    <a:pt x="4742" y="2891"/>
                  </a:lnTo>
                  <a:lnTo>
                    <a:pt x="4756" y="2884"/>
                  </a:lnTo>
                  <a:lnTo>
                    <a:pt x="4764" y="2879"/>
                  </a:lnTo>
                  <a:lnTo>
                    <a:pt x="5043" y="2735"/>
                  </a:lnTo>
                  <a:lnTo>
                    <a:pt x="5077" y="2717"/>
                  </a:lnTo>
                  <a:lnTo>
                    <a:pt x="5083" y="2714"/>
                  </a:lnTo>
                  <a:lnTo>
                    <a:pt x="5096" y="2714"/>
                  </a:lnTo>
                  <a:lnTo>
                    <a:pt x="5110" y="2713"/>
                  </a:lnTo>
                  <a:lnTo>
                    <a:pt x="5320" y="2698"/>
                  </a:lnTo>
                  <a:lnTo>
                    <a:pt x="5443" y="2702"/>
                  </a:lnTo>
                  <a:lnTo>
                    <a:pt x="5530" y="2735"/>
                  </a:lnTo>
                  <a:lnTo>
                    <a:pt x="5605" y="2706"/>
                  </a:lnTo>
                  <a:lnTo>
                    <a:pt x="5730" y="2657"/>
                  </a:lnTo>
                  <a:lnTo>
                    <a:pt x="5987" y="2593"/>
                  </a:lnTo>
                  <a:lnTo>
                    <a:pt x="6015" y="2586"/>
                  </a:lnTo>
                  <a:lnTo>
                    <a:pt x="6041" y="2579"/>
                  </a:lnTo>
                  <a:lnTo>
                    <a:pt x="6052" y="2576"/>
                  </a:lnTo>
                  <a:lnTo>
                    <a:pt x="6065" y="2572"/>
                  </a:lnTo>
                  <a:lnTo>
                    <a:pt x="6201" y="2531"/>
                  </a:lnTo>
                  <a:lnTo>
                    <a:pt x="6295" y="2480"/>
                  </a:lnTo>
                  <a:lnTo>
                    <a:pt x="6317" y="2466"/>
                  </a:lnTo>
                  <a:lnTo>
                    <a:pt x="6499" y="2354"/>
                  </a:lnTo>
                  <a:lnTo>
                    <a:pt x="6619" y="2166"/>
                  </a:lnTo>
                  <a:lnTo>
                    <a:pt x="6841" y="2021"/>
                  </a:lnTo>
                  <a:lnTo>
                    <a:pt x="6901" y="1982"/>
                  </a:lnTo>
                  <a:lnTo>
                    <a:pt x="6938" y="1957"/>
                  </a:lnTo>
                  <a:lnTo>
                    <a:pt x="7157" y="1927"/>
                  </a:lnTo>
                  <a:lnTo>
                    <a:pt x="7215" y="1892"/>
                  </a:lnTo>
                  <a:lnTo>
                    <a:pt x="7359" y="1755"/>
                  </a:lnTo>
                  <a:lnTo>
                    <a:pt x="7448" y="1624"/>
                  </a:lnTo>
                  <a:lnTo>
                    <a:pt x="7552" y="1471"/>
                  </a:lnTo>
                  <a:lnTo>
                    <a:pt x="7580" y="1438"/>
                  </a:lnTo>
                  <a:lnTo>
                    <a:pt x="7591" y="1441"/>
                  </a:lnTo>
                  <a:lnTo>
                    <a:pt x="7597" y="1445"/>
                  </a:lnTo>
                  <a:lnTo>
                    <a:pt x="7620" y="1442"/>
                  </a:lnTo>
                  <a:lnTo>
                    <a:pt x="7644" y="1437"/>
                  </a:lnTo>
                  <a:lnTo>
                    <a:pt x="7670" y="1428"/>
                  </a:lnTo>
                  <a:lnTo>
                    <a:pt x="7683" y="1421"/>
                  </a:lnTo>
                  <a:lnTo>
                    <a:pt x="7712" y="1405"/>
                  </a:lnTo>
                  <a:lnTo>
                    <a:pt x="7721" y="1401"/>
                  </a:lnTo>
                  <a:lnTo>
                    <a:pt x="8113" y="1193"/>
                  </a:lnTo>
                  <a:lnTo>
                    <a:pt x="8123" y="1187"/>
                  </a:lnTo>
                  <a:lnTo>
                    <a:pt x="8128" y="1179"/>
                  </a:lnTo>
                  <a:lnTo>
                    <a:pt x="8132" y="1164"/>
                  </a:lnTo>
                  <a:lnTo>
                    <a:pt x="8245" y="996"/>
                  </a:lnTo>
                  <a:lnTo>
                    <a:pt x="8462" y="832"/>
                  </a:lnTo>
                  <a:lnTo>
                    <a:pt x="8538" y="775"/>
                  </a:lnTo>
                  <a:lnTo>
                    <a:pt x="8701" y="814"/>
                  </a:lnTo>
                  <a:lnTo>
                    <a:pt x="8716" y="857"/>
                  </a:lnTo>
                  <a:lnTo>
                    <a:pt x="8647" y="997"/>
                  </a:lnTo>
                  <a:lnTo>
                    <a:pt x="8633" y="1025"/>
                  </a:lnTo>
                  <a:lnTo>
                    <a:pt x="8554" y="1127"/>
                  </a:lnTo>
                  <a:lnTo>
                    <a:pt x="8554" y="1144"/>
                  </a:lnTo>
                  <a:lnTo>
                    <a:pt x="8559" y="1165"/>
                  </a:lnTo>
                  <a:lnTo>
                    <a:pt x="8584" y="1166"/>
                  </a:lnTo>
                  <a:lnTo>
                    <a:pt x="8630" y="1146"/>
                  </a:lnTo>
                  <a:lnTo>
                    <a:pt x="8666" y="1126"/>
                  </a:lnTo>
                  <a:lnTo>
                    <a:pt x="8709" y="1097"/>
                  </a:lnTo>
                  <a:lnTo>
                    <a:pt x="8748" y="1063"/>
                  </a:lnTo>
                  <a:lnTo>
                    <a:pt x="8771" y="1039"/>
                  </a:lnTo>
                  <a:lnTo>
                    <a:pt x="8831" y="963"/>
                  </a:lnTo>
                  <a:lnTo>
                    <a:pt x="8842" y="945"/>
                  </a:lnTo>
                  <a:lnTo>
                    <a:pt x="8872" y="905"/>
                  </a:lnTo>
                  <a:lnTo>
                    <a:pt x="8876" y="894"/>
                  </a:lnTo>
                  <a:lnTo>
                    <a:pt x="8879" y="882"/>
                  </a:lnTo>
                  <a:lnTo>
                    <a:pt x="8880" y="876"/>
                  </a:lnTo>
                  <a:lnTo>
                    <a:pt x="8881" y="868"/>
                  </a:lnTo>
                  <a:lnTo>
                    <a:pt x="8888" y="836"/>
                  </a:lnTo>
                  <a:lnTo>
                    <a:pt x="8888" y="830"/>
                  </a:lnTo>
                  <a:lnTo>
                    <a:pt x="8886" y="824"/>
                  </a:lnTo>
                  <a:lnTo>
                    <a:pt x="8879" y="810"/>
                  </a:lnTo>
                  <a:lnTo>
                    <a:pt x="8876" y="802"/>
                  </a:lnTo>
                  <a:lnTo>
                    <a:pt x="8878" y="788"/>
                  </a:lnTo>
                  <a:lnTo>
                    <a:pt x="8883" y="782"/>
                  </a:lnTo>
                  <a:lnTo>
                    <a:pt x="8892" y="772"/>
                  </a:lnTo>
                  <a:lnTo>
                    <a:pt x="8899" y="765"/>
                  </a:lnTo>
                  <a:lnTo>
                    <a:pt x="8951" y="711"/>
                  </a:lnTo>
                  <a:lnTo>
                    <a:pt x="8970" y="689"/>
                  </a:lnTo>
                  <a:lnTo>
                    <a:pt x="8985" y="670"/>
                  </a:lnTo>
                  <a:lnTo>
                    <a:pt x="8999" y="642"/>
                  </a:lnTo>
                  <a:lnTo>
                    <a:pt x="9009" y="623"/>
                  </a:lnTo>
                  <a:lnTo>
                    <a:pt x="9018" y="610"/>
                  </a:lnTo>
                  <a:lnTo>
                    <a:pt x="9044" y="592"/>
                  </a:lnTo>
                  <a:lnTo>
                    <a:pt x="9069" y="589"/>
                  </a:lnTo>
                  <a:lnTo>
                    <a:pt x="9127" y="611"/>
                  </a:lnTo>
                  <a:lnTo>
                    <a:pt x="9155" y="622"/>
                  </a:lnTo>
                  <a:lnTo>
                    <a:pt x="9397" y="467"/>
                  </a:lnTo>
                  <a:lnTo>
                    <a:pt x="9512" y="344"/>
                  </a:lnTo>
                  <a:lnTo>
                    <a:pt x="9574" y="278"/>
                  </a:lnTo>
                  <a:lnTo>
                    <a:pt x="9670" y="120"/>
                  </a:lnTo>
                  <a:lnTo>
                    <a:pt x="9681" y="54"/>
                  </a:lnTo>
                  <a:lnTo>
                    <a:pt x="9686" y="45"/>
                  </a:lnTo>
                  <a:lnTo>
                    <a:pt x="9690" y="39"/>
                  </a:lnTo>
                  <a:lnTo>
                    <a:pt x="9693" y="32"/>
                  </a:lnTo>
                  <a:lnTo>
                    <a:pt x="9703" y="26"/>
                  </a:lnTo>
                  <a:lnTo>
                    <a:pt x="9711" y="20"/>
                  </a:lnTo>
                  <a:lnTo>
                    <a:pt x="9738" y="0"/>
                  </a:lnTo>
                  <a:lnTo>
                    <a:pt x="9749" y="0"/>
                  </a:lnTo>
                  <a:lnTo>
                    <a:pt x="9756" y="8"/>
                  </a:lnTo>
                  <a:lnTo>
                    <a:pt x="9767" y="23"/>
                  </a:lnTo>
                  <a:lnTo>
                    <a:pt x="9771" y="28"/>
                  </a:lnTo>
                  <a:lnTo>
                    <a:pt x="9783" y="36"/>
                  </a:lnTo>
                  <a:lnTo>
                    <a:pt x="9799" y="41"/>
                  </a:lnTo>
                  <a:lnTo>
                    <a:pt x="9808" y="42"/>
                  </a:lnTo>
                  <a:lnTo>
                    <a:pt x="9822" y="51"/>
                  </a:lnTo>
                  <a:lnTo>
                    <a:pt x="9845" y="6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l1057"/>
            <p:cNvSpPr/>
            <p:nvPr/>
          </p:nvSpPr>
          <p:spPr>
            <a:xfrm>
              <a:off x="4401761" y="5846597"/>
              <a:ext cx="409" cy="774"/>
            </a:xfrm>
            <a:custGeom>
              <a:avLst/>
              <a:pathLst>
                <a:path w="409" h="774">
                  <a:moveTo>
                    <a:pt x="266" y="14"/>
                  </a:moveTo>
                  <a:lnTo>
                    <a:pt x="344" y="151"/>
                  </a:lnTo>
                  <a:lnTo>
                    <a:pt x="398" y="294"/>
                  </a:lnTo>
                  <a:lnTo>
                    <a:pt x="401" y="306"/>
                  </a:lnTo>
                  <a:lnTo>
                    <a:pt x="403" y="314"/>
                  </a:lnTo>
                  <a:lnTo>
                    <a:pt x="406" y="330"/>
                  </a:lnTo>
                  <a:lnTo>
                    <a:pt x="408" y="468"/>
                  </a:lnTo>
                  <a:lnTo>
                    <a:pt x="409" y="542"/>
                  </a:lnTo>
                  <a:lnTo>
                    <a:pt x="409" y="552"/>
                  </a:lnTo>
                  <a:lnTo>
                    <a:pt x="409" y="567"/>
                  </a:lnTo>
                  <a:lnTo>
                    <a:pt x="328" y="759"/>
                  </a:lnTo>
                  <a:lnTo>
                    <a:pt x="322" y="769"/>
                  </a:lnTo>
                  <a:lnTo>
                    <a:pt x="314" y="774"/>
                  </a:lnTo>
                  <a:lnTo>
                    <a:pt x="273" y="765"/>
                  </a:lnTo>
                  <a:lnTo>
                    <a:pt x="254" y="749"/>
                  </a:lnTo>
                  <a:lnTo>
                    <a:pt x="243" y="744"/>
                  </a:lnTo>
                  <a:lnTo>
                    <a:pt x="216" y="726"/>
                  </a:lnTo>
                  <a:lnTo>
                    <a:pt x="190" y="695"/>
                  </a:lnTo>
                  <a:lnTo>
                    <a:pt x="53" y="378"/>
                  </a:lnTo>
                  <a:lnTo>
                    <a:pt x="22" y="298"/>
                  </a:lnTo>
                  <a:lnTo>
                    <a:pt x="6" y="245"/>
                  </a:lnTo>
                  <a:lnTo>
                    <a:pt x="0" y="128"/>
                  </a:lnTo>
                  <a:lnTo>
                    <a:pt x="16" y="60"/>
                  </a:lnTo>
                  <a:lnTo>
                    <a:pt x="59" y="28"/>
                  </a:lnTo>
                  <a:lnTo>
                    <a:pt x="78" y="22"/>
                  </a:lnTo>
                  <a:lnTo>
                    <a:pt x="104" y="17"/>
                  </a:lnTo>
                  <a:lnTo>
                    <a:pt x="118" y="17"/>
                  </a:lnTo>
                  <a:lnTo>
                    <a:pt x="132" y="18"/>
                  </a:lnTo>
                  <a:lnTo>
                    <a:pt x="140" y="27"/>
                  </a:lnTo>
                  <a:lnTo>
                    <a:pt x="152" y="29"/>
                  </a:lnTo>
                  <a:lnTo>
                    <a:pt x="189" y="17"/>
                  </a:lnTo>
                  <a:lnTo>
                    <a:pt x="197" y="13"/>
                  </a:lnTo>
                  <a:lnTo>
                    <a:pt x="211" y="0"/>
                  </a:lnTo>
                  <a:lnTo>
                    <a:pt x="254" y="0"/>
                  </a:lnTo>
                  <a:lnTo>
                    <a:pt x="266" y="1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l1058"/>
            <p:cNvSpPr/>
            <p:nvPr/>
          </p:nvSpPr>
          <p:spPr>
            <a:xfrm>
              <a:off x="4398541" y="5846028"/>
              <a:ext cx="444" cy="517"/>
            </a:xfrm>
            <a:custGeom>
              <a:avLst/>
              <a:pathLst>
                <a:path w="444" h="517">
                  <a:moveTo>
                    <a:pt x="321" y="517"/>
                  </a:moveTo>
                  <a:lnTo>
                    <a:pt x="298" y="516"/>
                  </a:lnTo>
                  <a:lnTo>
                    <a:pt x="245" y="503"/>
                  </a:lnTo>
                  <a:lnTo>
                    <a:pt x="228" y="498"/>
                  </a:lnTo>
                  <a:lnTo>
                    <a:pt x="220" y="494"/>
                  </a:lnTo>
                  <a:lnTo>
                    <a:pt x="212" y="492"/>
                  </a:lnTo>
                  <a:lnTo>
                    <a:pt x="201" y="489"/>
                  </a:lnTo>
                  <a:lnTo>
                    <a:pt x="168" y="473"/>
                  </a:lnTo>
                  <a:lnTo>
                    <a:pt x="161" y="470"/>
                  </a:lnTo>
                  <a:lnTo>
                    <a:pt x="142" y="460"/>
                  </a:lnTo>
                  <a:lnTo>
                    <a:pt x="127" y="452"/>
                  </a:lnTo>
                  <a:lnTo>
                    <a:pt x="117" y="440"/>
                  </a:lnTo>
                  <a:lnTo>
                    <a:pt x="112" y="436"/>
                  </a:lnTo>
                  <a:lnTo>
                    <a:pt x="106" y="430"/>
                  </a:lnTo>
                  <a:lnTo>
                    <a:pt x="0" y="231"/>
                  </a:lnTo>
                  <a:lnTo>
                    <a:pt x="0" y="201"/>
                  </a:lnTo>
                  <a:lnTo>
                    <a:pt x="36" y="9"/>
                  </a:lnTo>
                  <a:lnTo>
                    <a:pt x="38" y="0"/>
                  </a:lnTo>
                  <a:lnTo>
                    <a:pt x="68" y="2"/>
                  </a:lnTo>
                  <a:lnTo>
                    <a:pt x="94" y="14"/>
                  </a:lnTo>
                  <a:lnTo>
                    <a:pt x="113" y="27"/>
                  </a:lnTo>
                  <a:lnTo>
                    <a:pt x="175" y="88"/>
                  </a:lnTo>
                  <a:lnTo>
                    <a:pt x="196" y="108"/>
                  </a:lnTo>
                  <a:lnTo>
                    <a:pt x="239" y="148"/>
                  </a:lnTo>
                  <a:lnTo>
                    <a:pt x="288" y="193"/>
                  </a:lnTo>
                  <a:lnTo>
                    <a:pt x="314" y="217"/>
                  </a:lnTo>
                  <a:lnTo>
                    <a:pt x="328" y="231"/>
                  </a:lnTo>
                  <a:lnTo>
                    <a:pt x="351" y="252"/>
                  </a:lnTo>
                  <a:lnTo>
                    <a:pt x="372" y="271"/>
                  </a:lnTo>
                  <a:lnTo>
                    <a:pt x="424" y="319"/>
                  </a:lnTo>
                  <a:lnTo>
                    <a:pt x="442" y="342"/>
                  </a:lnTo>
                  <a:lnTo>
                    <a:pt x="444" y="379"/>
                  </a:lnTo>
                  <a:lnTo>
                    <a:pt x="403" y="472"/>
                  </a:lnTo>
                  <a:lnTo>
                    <a:pt x="396" y="481"/>
                  </a:lnTo>
                  <a:lnTo>
                    <a:pt x="375" y="502"/>
                  </a:lnTo>
                  <a:lnTo>
                    <a:pt x="348" y="516"/>
                  </a:lnTo>
                  <a:lnTo>
                    <a:pt x="321" y="51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l1059"/>
            <p:cNvSpPr/>
            <p:nvPr/>
          </p:nvSpPr>
          <p:spPr>
            <a:xfrm>
              <a:off x="4401068" y="5846304"/>
              <a:ext cx="509" cy="753"/>
            </a:xfrm>
            <a:custGeom>
              <a:avLst/>
              <a:pathLst>
                <a:path w="509" h="753">
                  <a:moveTo>
                    <a:pt x="491" y="156"/>
                  </a:moveTo>
                  <a:lnTo>
                    <a:pt x="354" y="499"/>
                  </a:lnTo>
                  <a:lnTo>
                    <a:pt x="117" y="735"/>
                  </a:lnTo>
                  <a:lnTo>
                    <a:pt x="106" y="749"/>
                  </a:lnTo>
                  <a:lnTo>
                    <a:pt x="97" y="753"/>
                  </a:lnTo>
                  <a:lnTo>
                    <a:pt x="82" y="747"/>
                  </a:lnTo>
                  <a:lnTo>
                    <a:pt x="63" y="731"/>
                  </a:lnTo>
                  <a:lnTo>
                    <a:pt x="45" y="676"/>
                  </a:lnTo>
                  <a:lnTo>
                    <a:pt x="35" y="644"/>
                  </a:lnTo>
                  <a:lnTo>
                    <a:pt x="27" y="622"/>
                  </a:lnTo>
                  <a:lnTo>
                    <a:pt x="24" y="612"/>
                  </a:lnTo>
                  <a:lnTo>
                    <a:pt x="2" y="543"/>
                  </a:lnTo>
                  <a:lnTo>
                    <a:pt x="0" y="522"/>
                  </a:lnTo>
                  <a:lnTo>
                    <a:pt x="5" y="470"/>
                  </a:lnTo>
                  <a:lnTo>
                    <a:pt x="61" y="287"/>
                  </a:lnTo>
                  <a:lnTo>
                    <a:pt x="88" y="228"/>
                  </a:lnTo>
                  <a:lnTo>
                    <a:pt x="146" y="141"/>
                  </a:lnTo>
                  <a:lnTo>
                    <a:pt x="155" y="129"/>
                  </a:lnTo>
                  <a:lnTo>
                    <a:pt x="161" y="123"/>
                  </a:lnTo>
                  <a:lnTo>
                    <a:pt x="185" y="102"/>
                  </a:lnTo>
                  <a:lnTo>
                    <a:pt x="193" y="84"/>
                  </a:lnTo>
                  <a:lnTo>
                    <a:pt x="201" y="74"/>
                  </a:lnTo>
                  <a:lnTo>
                    <a:pt x="210" y="72"/>
                  </a:lnTo>
                  <a:lnTo>
                    <a:pt x="245" y="96"/>
                  </a:lnTo>
                  <a:lnTo>
                    <a:pt x="263" y="114"/>
                  </a:lnTo>
                  <a:lnTo>
                    <a:pt x="276" y="124"/>
                  </a:lnTo>
                  <a:lnTo>
                    <a:pt x="286" y="138"/>
                  </a:lnTo>
                  <a:lnTo>
                    <a:pt x="312" y="165"/>
                  </a:lnTo>
                  <a:lnTo>
                    <a:pt x="320" y="167"/>
                  </a:lnTo>
                  <a:lnTo>
                    <a:pt x="332" y="164"/>
                  </a:lnTo>
                  <a:lnTo>
                    <a:pt x="356" y="155"/>
                  </a:lnTo>
                  <a:lnTo>
                    <a:pt x="367" y="147"/>
                  </a:lnTo>
                  <a:lnTo>
                    <a:pt x="377" y="133"/>
                  </a:lnTo>
                  <a:lnTo>
                    <a:pt x="383" y="120"/>
                  </a:lnTo>
                  <a:lnTo>
                    <a:pt x="392" y="108"/>
                  </a:lnTo>
                  <a:lnTo>
                    <a:pt x="394" y="95"/>
                  </a:lnTo>
                  <a:lnTo>
                    <a:pt x="403" y="46"/>
                  </a:lnTo>
                  <a:lnTo>
                    <a:pt x="413" y="17"/>
                  </a:lnTo>
                  <a:lnTo>
                    <a:pt x="415" y="11"/>
                  </a:lnTo>
                  <a:lnTo>
                    <a:pt x="424" y="3"/>
                  </a:lnTo>
                  <a:lnTo>
                    <a:pt x="441" y="0"/>
                  </a:lnTo>
                  <a:lnTo>
                    <a:pt x="503" y="20"/>
                  </a:lnTo>
                  <a:lnTo>
                    <a:pt x="509" y="50"/>
                  </a:lnTo>
                  <a:lnTo>
                    <a:pt x="507" y="82"/>
                  </a:lnTo>
                  <a:lnTo>
                    <a:pt x="506" y="104"/>
                  </a:lnTo>
                  <a:lnTo>
                    <a:pt x="505" y="118"/>
                  </a:lnTo>
                  <a:lnTo>
                    <a:pt x="496" y="142"/>
                  </a:lnTo>
                  <a:lnTo>
                    <a:pt x="493" y="149"/>
                  </a:lnTo>
                  <a:lnTo>
                    <a:pt x="491" y="1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l1060"/>
            <p:cNvSpPr/>
            <p:nvPr/>
          </p:nvSpPr>
          <p:spPr>
            <a:xfrm>
              <a:off x="4387247" y="5844728"/>
              <a:ext cx="568" cy="718"/>
            </a:xfrm>
            <a:custGeom>
              <a:avLst/>
              <a:pathLst>
                <a:path w="568" h="718">
                  <a:moveTo>
                    <a:pt x="310" y="689"/>
                  </a:moveTo>
                  <a:lnTo>
                    <a:pt x="232" y="718"/>
                  </a:lnTo>
                  <a:lnTo>
                    <a:pt x="226" y="715"/>
                  </a:lnTo>
                  <a:lnTo>
                    <a:pt x="133" y="605"/>
                  </a:lnTo>
                  <a:lnTo>
                    <a:pt x="118" y="584"/>
                  </a:lnTo>
                  <a:lnTo>
                    <a:pt x="0" y="390"/>
                  </a:lnTo>
                  <a:lnTo>
                    <a:pt x="5" y="367"/>
                  </a:lnTo>
                  <a:lnTo>
                    <a:pt x="8" y="360"/>
                  </a:lnTo>
                  <a:lnTo>
                    <a:pt x="8" y="352"/>
                  </a:lnTo>
                  <a:lnTo>
                    <a:pt x="10" y="345"/>
                  </a:lnTo>
                  <a:lnTo>
                    <a:pt x="88" y="63"/>
                  </a:lnTo>
                  <a:lnTo>
                    <a:pt x="105" y="31"/>
                  </a:lnTo>
                  <a:lnTo>
                    <a:pt x="125" y="18"/>
                  </a:lnTo>
                  <a:lnTo>
                    <a:pt x="181" y="11"/>
                  </a:lnTo>
                  <a:lnTo>
                    <a:pt x="270" y="1"/>
                  </a:lnTo>
                  <a:lnTo>
                    <a:pt x="489" y="0"/>
                  </a:lnTo>
                  <a:lnTo>
                    <a:pt x="496" y="0"/>
                  </a:lnTo>
                  <a:lnTo>
                    <a:pt x="515" y="24"/>
                  </a:lnTo>
                  <a:lnTo>
                    <a:pt x="518" y="42"/>
                  </a:lnTo>
                  <a:lnTo>
                    <a:pt x="508" y="161"/>
                  </a:lnTo>
                  <a:lnTo>
                    <a:pt x="483" y="380"/>
                  </a:lnTo>
                  <a:lnTo>
                    <a:pt x="488" y="387"/>
                  </a:lnTo>
                  <a:lnTo>
                    <a:pt x="557" y="511"/>
                  </a:lnTo>
                  <a:lnTo>
                    <a:pt x="568" y="549"/>
                  </a:lnTo>
                  <a:lnTo>
                    <a:pt x="562" y="554"/>
                  </a:lnTo>
                  <a:lnTo>
                    <a:pt x="481" y="625"/>
                  </a:lnTo>
                  <a:lnTo>
                    <a:pt x="402" y="654"/>
                  </a:lnTo>
                  <a:lnTo>
                    <a:pt x="382" y="662"/>
                  </a:lnTo>
                  <a:lnTo>
                    <a:pt x="310" y="68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l1061"/>
            <p:cNvSpPr/>
            <p:nvPr/>
          </p:nvSpPr>
          <p:spPr>
            <a:xfrm>
              <a:off x="4399619" y="5845487"/>
              <a:ext cx="721" cy="856"/>
            </a:xfrm>
            <a:custGeom>
              <a:avLst/>
              <a:pathLst>
                <a:path w="721" h="856">
                  <a:moveTo>
                    <a:pt x="690" y="753"/>
                  </a:moveTo>
                  <a:lnTo>
                    <a:pt x="603" y="815"/>
                  </a:lnTo>
                  <a:lnTo>
                    <a:pt x="601" y="824"/>
                  </a:lnTo>
                  <a:lnTo>
                    <a:pt x="596" y="840"/>
                  </a:lnTo>
                  <a:lnTo>
                    <a:pt x="534" y="853"/>
                  </a:lnTo>
                  <a:lnTo>
                    <a:pt x="508" y="856"/>
                  </a:lnTo>
                  <a:lnTo>
                    <a:pt x="457" y="802"/>
                  </a:lnTo>
                  <a:lnTo>
                    <a:pt x="451" y="791"/>
                  </a:lnTo>
                  <a:lnTo>
                    <a:pt x="449" y="783"/>
                  </a:lnTo>
                  <a:lnTo>
                    <a:pt x="443" y="780"/>
                  </a:lnTo>
                  <a:lnTo>
                    <a:pt x="432" y="776"/>
                  </a:lnTo>
                  <a:lnTo>
                    <a:pt x="422" y="773"/>
                  </a:lnTo>
                  <a:lnTo>
                    <a:pt x="418" y="777"/>
                  </a:lnTo>
                  <a:lnTo>
                    <a:pt x="423" y="786"/>
                  </a:lnTo>
                  <a:lnTo>
                    <a:pt x="426" y="792"/>
                  </a:lnTo>
                  <a:lnTo>
                    <a:pt x="420" y="797"/>
                  </a:lnTo>
                  <a:lnTo>
                    <a:pt x="412" y="800"/>
                  </a:lnTo>
                  <a:lnTo>
                    <a:pt x="407" y="798"/>
                  </a:lnTo>
                  <a:lnTo>
                    <a:pt x="393" y="795"/>
                  </a:lnTo>
                  <a:lnTo>
                    <a:pt x="375" y="788"/>
                  </a:lnTo>
                  <a:lnTo>
                    <a:pt x="370" y="783"/>
                  </a:lnTo>
                  <a:lnTo>
                    <a:pt x="360" y="778"/>
                  </a:lnTo>
                  <a:lnTo>
                    <a:pt x="346" y="766"/>
                  </a:lnTo>
                  <a:lnTo>
                    <a:pt x="339" y="764"/>
                  </a:lnTo>
                  <a:lnTo>
                    <a:pt x="329" y="778"/>
                  </a:lnTo>
                  <a:lnTo>
                    <a:pt x="321" y="789"/>
                  </a:lnTo>
                  <a:lnTo>
                    <a:pt x="305" y="802"/>
                  </a:lnTo>
                  <a:lnTo>
                    <a:pt x="293" y="810"/>
                  </a:lnTo>
                  <a:lnTo>
                    <a:pt x="293" y="818"/>
                  </a:lnTo>
                  <a:lnTo>
                    <a:pt x="295" y="828"/>
                  </a:lnTo>
                  <a:lnTo>
                    <a:pt x="291" y="833"/>
                  </a:lnTo>
                  <a:lnTo>
                    <a:pt x="285" y="836"/>
                  </a:lnTo>
                  <a:lnTo>
                    <a:pt x="276" y="838"/>
                  </a:lnTo>
                  <a:lnTo>
                    <a:pt x="268" y="838"/>
                  </a:lnTo>
                  <a:lnTo>
                    <a:pt x="256" y="837"/>
                  </a:lnTo>
                  <a:lnTo>
                    <a:pt x="247" y="837"/>
                  </a:lnTo>
                  <a:lnTo>
                    <a:pt x="207" y="812"/>
                  </a:lnTo>
                  <a:lnTo>
                    <a:pt x="155" y="669"/>
                  </a:lnTo>
                  <a:lnTo>
                    <a:pt x="153" y="664"/>
                  </a:lnTo>
                  <a:lnTo>
                    <a:pt x="144" y="639"/>
                  </a:lnTo>
                  <a:lnTo>
                    <a:pt x="135" y="613"/>
                  </a:lnTo>
                  <a:lnTo>
                    <a:pt x="104" y="519"/>
                  </a:lnTo>
                  <a:lnTo>
                    <a:pt x="101" y="510"/>
                  </a:lnTo>
                  <a:lnTo>
                    <a:pt x="8" y="222"/>
                  </a:lnTo>
                  <a:lnTo>
                    <a:pt x="0" y="195"/>
                  </a:lnTo>
                  <a:lnTo>
                    <a:pt x="3" y="174"/>
                  </a:lnTo>
                  <a:lnTo>
                    <a:pt x="62" y="83"/>
                  </a:lnTo>
                  <a:lnTo>
                    <a:pt x="65" y="78"/>
                  </a:lnTo>
                  <a:lnTo>
                    <a:pt x="70" y="74"/>
                  </a:lnTo>
                  <a:lnTo>
                    <a:pt x="75" y="72"/>
                  </a:lnTo>
                  <a:lnTo>
                    <a:pt x="97" y="72"/>
                  </a:lnTo>
                  <a:lnTo>
                    <a:pt x="155" y="73"/>
                  </a:lnTo>
                  <a:lnTo>
                    <a:pt x="162" y="73"/>
                  </a:lnTo>
                  <a:lnTo>
                    <a:pt x="181" y="66"/>
                  </a:lnTo>
                  <a:lnTo>
                    <a:pt x="195" y="60"/>
                  </a:lnTo>
                  <a:lnTo>
                    <a:pt x="249" y="24"/>
                  </a:lnTo>
                  <a:lnTo>
                    <a:pt x="277" y="10"/>
                  </a:lnTo>
                  <a:lnTo>
                    <a:pt x="316" y="0"/>
                  </a:lnTo>
                  <a:lnTo>
                    <a:pt x="386" y="20"/>
                  </a:lnTo>
                  <a:lnTo>
                    <a:pt x="420" y="30"/>
                  </a:lnTo>
                  <a:lnTo>
                    <a:pt x="499" y="63"/>
                  </a:lnTo>
                  <a:lnTo>
                    <a:pt x="706" y="427"/>
                  </a:lnTo>
                  <a:lnTo>
                    <a:pt x="708" y="438"/>
                  </a:lnTo>
                  <a:lnTo>
                    <a:pt x="716" y="482"/>
                  </a:lnTo>
                  <a:lnTo>
                    <a:pt x="721" y="550"/>
                  </a:lnTo>
                  <a:lnTo>
                    <a:pt x="721" y="559"/>
                  </a:lnTo>
                  <a:lnTo>
                    <a:pt x="718" y="691"/>
                  </a:lnTo>
                  <a:lnTo>
                    <a:pt x="718" y="704"/>
                  </a:lnTo>
                  <a:lnTo>
                    <a:pt x="701" y="743"/>
                  </a:lnTo>
                  <a:lnTo>
                    <a:pt x="690" y="7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l1062"/>
            <p:cNvSpPr/>
            <p:nvPr/>
          </p:nvSpPr>
          <p:spPr>
            <a:xfrm>
              <a:off x="4401746" y="5845607"/>
              <a:ext cx="356" cy="554"/>
            </a:xfrm>
            <a:custGeom>
              <a:avLst/>
              <a:pathLst>
                <a:path w="356" h="554">
                  <a:moveTo>
                    <a:pt x="356" y="163"/>
                  </a:moveTo>
                  <a:lnTo>
                    <a:pt x="296" y="500"/>
                  </a:lnTo>
                  <a:lnTo>
                    <a:pt x="295" y="508"/>
                  </a:lnTo>
                  <a:lnTo>
                    <a:pt x="245" y="541"/>
                  </a:lnTo>
                  <a:lnTo>
                    <a:pt x="226" y="554"/>
                  </a:lnTo>
                  <a:lnTo>
                    <a:pt x="220" y="550"/>
                  </a:lnTo>
                  <a:lnTo>
                    <a:pt x="211" y="552"/>
                  </a:lnTo>
                  <a:lnTo>
                    <a:pt x="177" y="549"/>
                  </a:lnTo>
                  <a:lnTo>
                    <a:pt x="165" y="547"/>
                  </a:lnTo>
                  <a:lnTo>
                    <a:pt x="161" y="539"/>
                  </a:lnTo>
                  <a:lnTo>
                    <a:pt x="153" y="527"/>
                  </a:lnTo>
                  <a:lnTo>
                    <a:pt x="147" y="522"/>
                  </a:lnTo>
                  <a:lnTo>
                    <a:pt x="145" y="517"/>
                  </a:lnTo>
                  <a:lnTo>
                    <a:pt x="136" y="507"/>
                  </a:lnTo>
                  <a:lnTo>
                    <a:pt x="125" y="496"/>
                  </a:lnTo>
                  <a:lnTo>
                    <a:pt x="120" y="490"/>
                  </a:lnTo>
                  <a:lnTo>
                    <a:pt x="110" y="486"/>
                  </a:lnTo>
                  <a:lnTo>
                    <a:pt x="98" y="483"/>
                  </a:lnTo>
                  <a:lnTo>
                    <a:pt x="93" y="486"/>
                  </a:lnTo>
                  <a:lnTo>
                    <a:pt x="88" y="484"/>
                  </a:lnTo>
                  <a:lnTo>
                    <a:pt x="83" y="471"/>
                  </a:lnTo>
                  <a:lnTo>
                    <a:pt x="77" y="470"/>
                  </a:lnTo>
                  <a:lnTo>
                    <a:pt x="69" y="471"/>
                  </a:lnTo>
                  <a:lnTo>
                    <a:pt x="62" y="471"/>
                  </a:lnTo>
                  <a:lnTo>
                    <a:pt x="51" y="476"/>
                  </a:lnTo>
                  <a:lnTo>
                    <a:pt x="44" y="472"/>
                  </a:lnTo>
                  <a:lnTo>
                    <a:pt x="19" y="398"/>
                  </a:lnTo>
                  <a:lnTo>
                    <a:pt x="4" y="302"/>
                  </a:lnTo>
                  <a:lnTo>
                    <a:pt x="1" y="254"/>
                  </a:lnTo>
                  <a:lnTo>
                    <a:pt x="0" y="223"/>
                  </a:lnTo>
                  <a:lnTo>
                    <a:pt x="6" y="209"/>
                  </a:lnTo>
                  <a:lnTo>
                    <a:pt x="11" y="202"/>
                  </a:lnTo>
                  <a:lnTo>
                    <a:pt x="16" y="196"/>
                  </a:lnTo>
                  <a:lnTo>
                    <a:pt x="25" y="184"/>
                  </a:lnTo>
                  <a:lnTo>
                    <a:pt x="29" y="171"/>
                  </a:lnTo>
                  <a:lnTo>
                    <a:pt x="29" y="160"/>
                  </a:lnTo>
                  <a:lnTo>
                    <a:pt x="26" y="154"/>
                  </a:lnTo>
                  <a:lnTo>
                    <a:pt x="27" y="143"/>
                  </a:lnTo>
                  <a:lnTo>
                    <a:pt x="25" y="134"/>
                  </a:lnTo>
                  <a:lnTo>
                    <a:pt x="25" y="127"/>
                  </a:lnTo>
                  <a:lnTo>
                    <a:pt x="20" y="119"/>
                  </a:lnTo>
                  <a:lnTo>
                    <a:pt x="24" y="113"/>
                  </a:lnTo>
                  <a:lnTo>
                    <a:pt x="24" y="106"/>
                  </a:lnTo>
                  <a:lnTo>
                    <a:pt x="18" y="84"/>
                  </a:lnTo>
                  <a:lnTo>
                    <a:pt x="20" y="72"/>
                  </a:lnTo>
                  <a:lnTo>
                    <a:pt x="24" y="59"/>
                  </a:lnTo>
                  <a:lnTo>
                    <a:pt x="24" y="50"/>
                  </a:lnTo>
                  <a:lnTo>
                    <a:pt x="26" y="42"/>
                  </a:lnTo>
                  <a:lnTo>
                    <a:pt x="47" y="39"/>
                  </a:lnTo>
                  <a:lnTo>
                    <a:pt x="227" y="24"/>
                  </a:lnTo>
                  <a:lnTo>
                    <a:pt x="238" y="12"/>
                  </a:lnTo>
                  <a:lnTo>
                    <a:pt x="247" y="4"/>
                  </a:lnTo>
                  <a:lnTo>
                    <a:pt x="288" y="0"/>
                  </a:lnTo>
                  <a:lnTo>
                    <a:pt x="320" y="19"/>
                  </a:lnTo>
                  <a:lnTo>
                    <a:pt x="346" y="49"/>
                  </a:lnTo>
                  <a:lnTo>
                    <a:pt x="350" y="76"/>
                  </a:lnTo>
                  <a:lnTo>
                    <a:pt x="350" y="84"/>
                  </a:lnTo>
                  <a:lnTo>
                    <a:pt x="350" y="93"/>
                  </a:lnTo>
                  <a:lnTo>
                    <a:pt x="350" y="103"/>
                  </a:lnTo>
                  <a:lnTo>
                    <a:pt x="346" y="124"/>
                  </a:lnTo>
                  <a:lnTo>
                    <a:pt x="345" y="130"/>
                  </a:lnTo>
                  <a:lnTo>
                    <a:pt x="354" y="150"/>
                  </a:lnTo>
                  <a:lnTo>
                    <a:pt x="356" y="16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l1063"/>
            <p:cNvSpPr/>
            <p:nvPr/>
          </p:nvSpPr>
          <p:spPr>
            <a:xfrm>
              <a:off x="4388416" y="5844306"/>
              <a:ext cx="1830" cy="2025"/>
            </a:xfrm>
            <a:custGeom>
              <a:avLst/>
              <a:pathLst>
                <a:path w="1830" h="2025">
                  <a:moveTo>
                    <a:pt x="1178" y="15"/>
                  </a:moveTo>
                  <a:lnTo>
                    <a:pt x="1232" y="29"/>
                  </a:lnTo>
                  <a:lnTo>
                    <a:pt x="1274" y="29"/>
                  </a:lnTo>
                  <a:lnTo>
                    <a:pt x="1339" y="30"/>
                  </a:lnTo>
                  <a:lnTo>
                    <a:pt x="1348" y="33"/>
                  </a:lnTo>
                  <a:lnTo>
                    <a:pt x="1404" y="152"/>
                  </a:lnTo>
                  <a:lnTo>
                    <a:pt x="1426" y="227"/>
                  </a:lnTo>
                  <a:lnTo>
                    <a:pt x="1424" y="280"/>
                  </a:lnTo>
                  <a:lnTo>
                    <a:pt x="1422" y="350"/>
                  </a:lnTo>
                  <a:lnTo>
                    <a:pt x="1435" y="486"/>
                  </a:lnTo>
                  <a:lnTo>
                    <a:pt x="1449" y="529"/>
                  </a:lnTo>
                  <a:lnTo>
                    <a:pt x="1483" y="639"/>
                  </a:lnTo>
                  <a:lnTo>
                    <a:pt x="1486" y="650"/>
                  </a:lnTo>
                  <a:lnTo>
                    <a:pt x="1577" y="895"/>
                  </a:lnTo>
                  <a:lnTo>
                    <a:pt x="1603" y="985"/>
                  </a:lnTo>
                  <a:lnTo>
                    <a:pt x="1830" y="1760"/>
                  </a:lnTo>
                  <a:lnTo>
                    <a:pt x="1753" y="1857"/>
                  </a:lnTo>
                  <a:lnTo>
                    <a:pt x="1730" y="1885"/>
                  </a:lnTo>
                  <a:lnTo>
                    <a:pt x="1660" y="1949"/>
                  </a:lnTo>
                  <a:lnTo>
                    <a:pt x="1609" y="1954"/>
                  </a:lnTo>
                  <a:lnTo>
                    <a:pt x="1478" y="1964"/>
                  </a:lnTo>
                  <a:lnTo>
                    <a:pt x="1465" y="1965"/>
                  </a:lnTo>
                  <a:lnTo>
                    <a:pt x="1453" y="1966"/>
                  </a:lnTo>
                  <a:lnTo>
                    <a:pt x="1442" y="1966"/>
                  </a:lnTo>
                  <a:lnTo>
                    <a:pt x="1422" y="1968"/>
                  </a:lnTo>
                  <a:lnTo>
                    <a:pt x="1379" y="1969"/>
                  </a:lnTo>
                  <a:lnTo>
                    <a:pt x="1364" y="1970"/>
                  </a:lnTo>
                  <a:lnTo>
                    <a:pt x="1287" y="1973"/>
                  </a:lnTo>
                  <a:lnTo>
                    <a:pt x="1192" y="1905"/>
                  </a:lnTo>
                  <a:lnTo>
                    <a:pt x="1177" y="1904"/>
                  </a:lnTo>
                  <a:lnTo>
                    <a:pt x="1087" y="1917"/>
                  </a:lnTo>
                  <a:lnTo>
                    <a:pt x="769" y="1964"/>
                  </a:lnTo>
                  <a:lnTo>
                    <a:pt x="706" y="2023"/>
                  </a:lnTo>
                  <a:lnTo>
                    <a:pt x="612" y="2025"/>
                  </a:lnTo>
                  <a:lnTo>
                    <a:pt x="591" y="1978"/>
                  </a:lnTo>
                  <a:lnTo>
                    <a:pt x="585" y="1964"/>
                  </a:lnTo>
                  <a:lnTo>
                    <a:pt x="572" y="1937"/>
                  </a:lnTo>
                  <a:lnTo>
                    <a:pt x="539" y="1865"/>
                  </a:lnTo>
                  <a:lnTo>
                    <a:pt x="514" y="1824"/>
                  </a:lnTo>
                  <a:lnTo>
                    <a:pt x="507" y="1812"/>
                  </a:lnTo>
                  <a:lnTo>
                    <a:pt x="488" y="1781"/>
                  </a:lnTo>
                  <a:lnTo>
                    <a:pt x="480" y="1767"/>
                  </a:lnTo>
                  <a:lnTo>
                    <a:pt x="525" y="1632"/>
                  </a:lnTo>
                  <a:lnTo>
                    <a:pt x="554" y="1539"/>
                  </a:lnTo>
                  <a:lnTo>
                    <a:pt x="558" y="1527"/>
                  </a:lnTo>
                  <a:lnTo>
                    <a:pt x="559" y="1521"/>
                  </a:lnTo>
                  <a:lnTo>
                    <a:pt x="564" y="1515"/>
                  </a:lnTo>
                  <a:lnTo>
                    <a:pt x="567" y="1511"/>
                  </a:lnTo>
                  <a:lnTo>
                    <a:pt x="648" y="1374"/>
                  </a:lnTo>
                  <a:lnTo>
                    <a:pt x="652" y="1365"/>
                  </a:lnTo>
                  <a:lnTo>
                    <a:pt x="586" y="1175"/>
                  </a:lnTo>
                  <a:lnTo>
                    <a:pt x="554" y="1124"/>
                  </a:lnTo>
                  <a:lnTo>
                    <a:pt x="540" y="1101"/>
                  </a:lnTo>
                  <a:lnTo>
                    <a:pt x="506" y="1077"/>
                  </a:lnTo>
                  <a:lnTo>
                    <a:pt x="491" y="1075"/>
                  </a:lnTo>
                  <a:lnTo>
                    <a:pt x="462" y="1070"/>
                  </a:lnTo>
                  <a:lnTo>
                    <a:pt x="436" y="1065"/>
                  </a:lnTo>
                  <a:lnTo>
                    <a:pt x="429" y="1064"/>
                  </a:lnTo>
                  <a:lnTo>
                    <a:pt x="420" y="1062"/>
                  </a:lnTo>
                  <a:lnTo>
                    <a:pt x="321" y="1046"/>
                  </a:lnTo>
                  <a:lnTo>
                    <a:pt x="300" y="1043"/>
                  </a:lnTo>
                  <a:lnTo>
                    <a:pt x="250" y="1036"/>
                  </a:lnTo>
                  <a:lnTo>
                    <a:pt x="266" y="888"/>
                  </a:lnTo>
                  <a:lnTo>
                    <a:pt x="273" y="829"/>
                  </a:lnTo>
                  <a:lnTo>
                    <a:pt x="219" y="683"/>
                  </a:lnTo>
                  <a:lnTo>
                    <a:pt x="216" y="677"/>
                  </a:lnTo>
                  <a:lnTo>
                    <a:pt x="132" y="681"/>
                  </a:lnTo>
                  <a:lnTo>
                    <a:pt x="114" y="682"/>
                  </a:lnTo>
                  <a:lnTo>
                    <a:pt x="107" y="675"/>
                  </a:lnTo>
                  <a:lnTo>
                    <a:pt x="66" y="632"/>
                  </a:lnTo>
                  <a:lnTo>
                    <a:pt x="43" y="592"/>
                  </a:lnTo>
                  <a:lnTo>
                    <a:pt x="40" y="573"/>
                  </a:lnTo>
                  <a:lnTo>
                    <a:pt x="4" y="311"/>
                  </a:lnTo>
                  <a:lnTo>
                    <a:pt x="0" y="275"/>
                  </a:lnTo>
                  <a:lnTo>
                    <a:pt x="56" y="217"/>
                  </a:lnTo>
                  <a:lnTo>
                    <a:pt x="80" y="206"/>
                  </a:lnTo>
                  <a:lnTo>
                    <a:pt x="102" y="201"/>
                  </a:lnTo>
                  <a:lnTo>
                    <a:pt x="118" y="199"/>
                  </a:lnTo>
                  <a:lnTo>
                    <a:pt x="152" y="190"/>
                  </a:lnTo>
                  <a:lnTo>
                    <a:pt x="169" y="185"/>
                  </a:lnTo>
                  <a:lnTo>
                    <a:pt x="179" y="181"/>
                  </a:lnTo>
                  <a:lnTo>
                    <a:pt x="271" y="126"/>
                  </a:lnTo>
                  <a:lnTo>
                    <a:pt x="314" y="108"/>
                  </a:lnTo>
                  <a:lnTo>
                    <a:pt x="448" y="51"/>
                  </a:lnTo>
                  <a:lnTo>
                    <a:pt x="505" y="48"/>
                  </a:lnTo>
                  <a:lnTo>
                    <a:pt x="516" y="76"/>
                  </a:lnTo>
                  <a:lnTo>
                    <a:pt x="516" y="111"/>
                  </a:lnTo>
                  <a:lnTo>
                    <a:pt x="523" y="114"/>
                  </a:lnTo>
                  <a:lnTo>
                    <a:pt x="531" y="113"/>
                  </a:lnTo>
                  <a:lnTo>
                    <a:pt x="553" y="113"/>
                  </a:lnTo>
                  <a:lnTo>
                    <a:pt x="566" y="113"/>
                  </a:lnTo>
                  <a:lnTo>
                    <a:pt x="584" y="112"/>
                  </a:lnTo>
                  <a:lnTo>
                    <a:pt x="624" y="111"/>
                  </a:lnTo>
                  <a:lnTo>
                    <a:pt x="655" y="110"/>
                  </a:lnTo>
                  <a:lnTo>
                    <a:pt x="682" y="109"/>
                  </a:lnTo>
                  <a:lnTo>
                    <a:pt x="706" y="108"/>
                  </a:lnTo>
                  <a:lnTo>
                    <a:pt x="733" y="108"/>
                  </a:lnTo>
                  <a:lnTo>
                    <a:pt x="747" y="107"/>
                  </a:lnTo>
                  <a:lnTo>
                    <a:pt x="793" y="106"/>
                  </a:lnTo>
                  <a:lnTo>
                    <a:pt x="806" y="106"/>
                  </a:lnTo>
                  <a:lnTo>
                    <a:pt x="819" y="105"/>
                  </a:lnTo>
                  <a:lnTo>
                    <a:pt x="830" y="99"/>
                  </a:lnTo>
                  <a:lnTo>
                    <a:pt x="888" y="65"/>
                  </a:lnTo>
                  <a:lnTo>
                    <a:pt x="977" y="9"/>
                  </a:lnTo>
                  <a:lnTo>
                    <a:pt x="1022" y="0"/>
                  </a:lnTo>
                  <a:lnTo>
                    <a:pt x="1124" y="4"/>
                  </a:lnTo>
                  <a:lnTo>
                    <a:pt x="1138" y="7"/>
                  </a:lnTo>
                  <a:lnTo>
                    <a:pt x="1178" y="1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l1064"/>
            <p:cNvSpPr/>
            <p:nvPr/>
          </p:nvSpPr>
          <p:spPr>
            <a:xfrm>
              <a:off x="4379049" y="5843297"/>
              <a:ext cx="426" cy="784"/>
            </a:xfrm>
            <a:custGeom>
              <a:avLst/>
              <a:pathLst>
                <a:path w="426" h="784">
                  <a:moveTo>
                    <a:pt x="355" y="777"/>
                  </a:moveTo>
                  <a:lnTo>
                    <a:pt x="279" y="784"/>
                  </a:lnTo>
                  <a:lnTo>
                    <a:pt x="239" y="703"/>
                  </a:lnTo>
                  <a:lnTo>
                    <a:pt x="150" y="359"/>
                  </a:lnTo>
                  <a:lnTo>
                    <a:pt x="0" y="87"/>
                  </a:lnTo>
                  <a:lnTo>
                    <a:pt x="20" y="15"/>
                  </a:lnTo>
                  <a:lnTo>
                    <a:pt x="142" y="0"/>
                  </a:lnTo>
                  <a:lnTo>
                    <a:pt x="310" y="154"/>
                  </a:lnTo>
                  <a:lnTo>
                    <a:pt x="426" y="470"/>
                  </a:lnTo>
                  <a:lnTo>
                    <a:pt x="419" y="702"/>
                  </a:lnTo>
                  <a:lnTo>
                    <a:pt x="355" y="77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l1065"/>
            <p:cNvSpPr/>
            <p:nvPr/>
          </p:nvSpPr>
          <p:spPr>
            <a:xfrm>
              <a:off x="4398314" y="5843665"/>
              <a:ext cx="432" cy="1224"/>
            </a:xfrm>
            <a:custGeom>
              <a:avLst/>
              <a:pathLst>
                <a:path w="432" h="1224">
                  <a:moveTo>
                    <a:pt x="298" y="9"/>
                  </a:moveTo>
                  <a:lnTo>
                    <a:pt x="304" y="20"/>
                  </a:lnTo>
                  <a:lnTo>
                    <a:pt x="316" y="12"/>
                  </a:lnTo>
                  <a:lnTo>
                    <a:pt x="332" y="23"/>
                  </a:lnTo>
                  <a:lnTo>
                    <a:pt x="326" y="56"/>
                  </a:lnTo>
                  <a:lnTo>
                    <a:pt x="319" y="94"/>
                  </a:lnTo>
                  <a:lnTo>
                    <a:pt x="313" y="101"/>
                  </a:lnTo>
                  <a:lnTo>
                    <a:pt x="308" y="106"/>
                  </a:lnTo>
                  <a:lnTo>
                    <a:pt x="303" y="113"/>
                  </a:lnTo>
                  <a:lnTo>
                    <a:pt x="296" y="119"/>
                  </a:lnTo>
                  <a:lnTo>
                    <a:pt x="286" y="115"/>
                  </a:lnTo>
                  <a:lnTo>
                    <a:pt x="281" y="105"/>
                  </a:lnTo>
                  <a:lnTo>
                    <a:pt x="274" y="103"/>
                  </a:lnTo>
                  <a:lnTo>
                    <a:pt x="264" y="107"/>
                  </a:lnTo>
                  <a:lnTo>
                    <a:pt x="252" y="123"/>
                  </a:lnTo>
                  <a:lnTo>
                    <a:pt x="283" y="228"/>
                  </a:lnTo>
                  <a:lnTo>
                    <a:pt x="293" y="260"/>
                  </a:lnTo>
                  <a:lnTo>
                    <a:pt x="338" y="412"/>
                  </a:lnTo>
                  <a:lnTo>
                    <a:pt x="351" y="453"/>
                  </a:lnTo>
                  <a:lnTo>
                    <a:pt x="361" y="488"/>
                  </a:lnTo>
                  <a:lnTo>
                    <a:pt x="385" y="675"/>
                  </a:lnTo>
                  <a:lnTo>
                    <a:pt x="432" y="1039"/>
                  </a:lnTo>
                  <a:lnTo>
                    <a:pt x="417" y="1188"/>
                  </a:lnTo>
                  <a:lnTo>
                    <a:pt x="400" y="1218"/>
                  </a:lnTo>
                  <a:lnTo>
                    <a:pt x="392" y="1224"/>
                  </a:lnTo>
                  <a:lnTo>
                    <a:pt x="379" y="1219"/>
                  </a:lnTo>
                  <a:lnTo>
                    <a:pt x="375" y="1216"/>
                  </a:lnTo>
                  <a:lnTo>
                    <a:pt x="371" y="1205"/>
                  </a:lnTo>
                  <a:lnTo>
                    <a:pt x="370" y="1198"/>
                  </a:lnTo>
                  <a:lnTo>
                    <a:pt x="370" y="1191"/>
                  </a:lnTo>
                  <a:lnTo>
                    <a:pt x="360" y="1189"/>
                  </a:lnTo>
                  <a:lnTo>
                    <a:pt x="353" y="1196"/>
                  </a:lnTo>
                  <a:lnTo>
                    <a:pt x="344" y="1204"/>
                  </a:lnTo>
                  <a:lnTo>
                    <a:pt x="332" y="1193"/>
                  </a:lnTo>
                  <a:lnTo>
                    <a:pt x="248" y="964"/>
                  </a:lnTo>
                  <a:lnTo>
                    <a:pt x="233" y="922"/>
                  </a:lnTo>
                  <a:lnTo>
                    <a:pt x="212" y="830"/>
                  </a:lnTo>
                  <a:lnTo>
                    <a:pt x="213" y="809"/>
                  </a:lnTo>
                  <a:lnTo>
                    <a:pt x="207" y="794"/>
                  </a:lnTo>
                  <a:lnTo>
                    <a:pt x="91" y="584"/>
                  </a:lnTo>
                  <a:lnTo>
                    <a:pt x="33" y="509"/>
                  </a:lnTo>
                  <a:lnTo>
                    <a:pt x="30" y="504"/>
                  </a:lnTo>
                  <a:lnTo>
                    <a:pt x="16" y="486"/>
                  </a:lnTo>
                  <a:lnTo>
                    <a:pt x="0" y="465"/>
                  </a:lnTo>
                  <a:lnTo>
                    <a:pt x="22" y="408"/>
                  </a:lnTo>
                  <a:lnTo>
                    <a:pt x="123" y="155"/>
                  </a:lnTo>
                  <a:lnTo>
                    <a:pt x="132" y="148"/>
                  </a:lnTo>
                  <a:lnTo>
                    <a:pt x="145" y="142"/>
                  </a:lnTo>
                  <a:lnTo>
                    <a:pt x="152" y="129"/>
                  </a:lnTo>
                  <a:lnTo>
                    <a:pt x="158" y="108"/>
                  </a:lnTo>
                  <a:lnTo>
                    <a:pt x="159" y="95"/>
                  </a:lnTo>
                  <a:lnTo>
                    <a:pt x="162" y="83"/>
                  </a:lnTo>
                  <a:lnTo>
                    <a:pt x="176" y="73"/>
                  </a:lnTo>
                  <a:lnTo>
                    <a:pt x="188" y="71"/>
                  </a:lnTo>
                  <a:lnTo>
                    <a:pt x="208" y="66"/>
                  </a:lnTo>
                  <a:lnTo>
                    <a:pt x="214" y="63"/>
                  </a:lnTo>
                  <a:lnTo>
                    <a:pt x="226" y="50"/>
                  </a:lnTo>
                  <a:lnTo>
                    <a:pt x="235" y="36"/>
                  </a:lnTo>
                  <a:lnTo>
                    <a:pt x="239" y="25"/>
                  </a:lnTo>
                  <a:lnTo>
                    <a:pt x="277" y="0"/>
                  </a:lnTo>
                  <a:lnTo>
                    <a:pt x="288" y="3"/>
                  </a:lnTo>
                  <a:lnTo>
                    <a:pt x="298" y="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l1066"/>
            <p:cNvSpPr/>
            <p:nvPr/>
          </p:nvSpPr>
          <p:spPr>
            <a:xfrm>
              <a:off x="4399854" y="5843582"/>
              <a:ext cx="429" cy="615"/>
            </a:xfrm>
            <a:custGeom>
              <a:avLst/>
              <a:pathLst>
                <a:path w="429" h="615">
                  <a:moveTo>
                    <a:pt x="157" y="67"/>
                  </a:moveTo>
                  <a:lnTo>
                    <a:pt x="163" y="74"/>
                  </a:lnTo>
                  <a:lnTo>
                    <a:pt x="169" y="73"/>
                  </a:lnTo>
                  <a:lnTo>
                    <a:pt x="174" y="53"/>
                  </a:lnTo>
                  <a:lnTo>
                    <a:pt x="181" y="45"/>
                  </a:lnTo>
                  <a:lnTo>
                    <a:pt x="194" y="44"/>
                  </a:lnTo>
                  <a:lnTo>
                    <a:pt x="207" y="49"/>
                  </a:lnTo>
                  <a:lnTo>
                    <a:pt x="212" y="51"/>
                  </a:lnTo>
                  <a:lnTo>
                    <a:pt x="223" y="56"/>
                  </a:lnTo>
                  <a:lnTo>
                    <a:pt x="261" y="75"/>
                  </a:lnTo>
                  <a:lnTo>
                    <a:pt x="276" y="83"/>
                  </a:lnTo>
                  <a:lnTo>
                    <a:pt x="300" y="96"/>
                  </a:lnTo>
                  <a:lnTo>
                    <a:pt x="404" y="178"/>
                  </a:lnTo>
                  <a:lnTo>
                    <a:pt x="418" y="193"/>
                  </a:lnTo>
                  <a:lnTo>
                    <a:pt x="419" y="218"/>
                  </a:lnTo>
                  <a:lnTo>
                    <a:pt x="422" y="261"/>
                  </a:lnTo>
                  <a:lnTo>
                    <a:pt x="426" y="297"/>
                  </a:lnTo>
                  <a:lnTo>
                    <a:pt x="428" y="320"/>
                  </a:lnTo>
                  <a:lnTo>
                    <a:pt x="429" y="328"/>
                  </a:lnTo>
                  <a:lnTo>
                    <a:pt x="428" y="338"/>
                  </a:lnTo>
                  <a:lnTo>
                    <a:pt x="392" y="548"/>
                  </a:lnTo>
                  <a:lnTo>
                    <a:pt x="386" y="584"/>
                  </a:lnTo>
                  <a:lnTo>
                    <a:pt x="381" y="611"/>
                  </a:lnTo>
                  <a:lnTo>
                    <a:pt x="375" y="614"/>
                  </a:lnTo>
                  <a:lnTo>
                    <a:pt x="337" y="615"/>
                  </a:lnTo>
                  <a:lnTo>
                    <a:pt x="315" y="600"/>
                  </a:lnTo>
                  <a:lnTo>
                    <a:pt x="314" y="587"/>
                  </a:lnTo>
                  <a:lnTo>
                    <a:pt x="316" y="577"/>
                  </a:lnTo>
                  <a:lnTo>
                    <a:pt x="319" y="569"/>
                  </a:lnTo>
                  <a:lnTo>
                    <a:pt x="318" y="564"/>
                  </a:lnTo>
                  <a:lnTo>
                    <a:pt x="315" y="558"/>
                  </a:lnTo>
                  <a:lnTo>
                    <a:pt x="309" y="548"/>
                  </a:lnTo>
                  <a:lnTo>
                    <a:pt x="257" y="433"/>
                  </a:lnTo>
                  <a:lnTo>
                    <a:pt x="248" y="405"/>
                  </a:lnTo>
                  <a:lnTo>
                    <a:pt x="242" y="392"/>
                  </a:lnTo>
                  <a:lnTo>
                    <a:pt x="127" y="335"/>
                  </a:lnTo>
                  <a:lnTo>
                    <a:pt x="103" y="324"/>
                  </a:lnTo>
                  <a:lnTo>
                    <a:pt x="79" y="303"/>
                  </a:lnTo>
                  <a:lnTo>
                    <a:pt x="60" y="288"/>
                  </a:lnTo>
                  <a:lnTo>
                    <a:pt x="0" y="238"/>
                  </a:lnTo>
                  <a:lnTo>
                    <a:pt x="1" y="215"/>
                  </a:lnTo>
                  <a:lnTo>
                    <a:pt x="10" y="84"/>
                  </a:lnTo>
                  <a:lnTo>
                    <a:pt x="17" y="67"/>
                  </a:lnTo>
                  <a:lnTo>
                    <a:pt x="23" y="57"/>
                  </a:lnTo>
                  <a:lnTo>
                    <a:pt x="23" y="50"/>
                  </a:lnTo>
                  <a:lnTo>
                    <a:pt x="25" y="42"/>
                  </a:lnTo>
                  <a:lnTo>
                    <a:pt x="45" y="39"/>
                  </a:lnTo>
                  <a:lnTo>
                    <a:pt x="79" y="34"/>
                  </a:lnTo>
                  <a:lnTo>
                    <a:pt x="76" y="7"/>
                  </a:lnTo>
                  <a:lnTo>
                    <a:pt x="85" y="0"/>
                  </a:lnTo>
                  <a:lnTo>
                    <a:pt x="90" y="1"/>
                  </a:lnTo>
                  <a:lnTo>
                    <a:pt x="100" y="8"/>
                  </a:lnTo>
                  <a:lnTo>
                    <a:pt x="115" y="12"/>
                  </a:lnTo>
                  <a:lnTo>
                    <a:pt x="119" y="25"/>
                  </a:lnTo>
                  <a:lnTo>
                    <a:pt x="131" y="38"/>
                  </a:lnTo>
                  <a:lnTo>
                    <a:pt x="137" y="43"/>
                  </a:lnTo>
                  <a:lnTo>
                    <a:pt x="153" y="61"/>
                  </a:lnTo>
                  <a:lnTo>
                    <a:pt x="157" y="6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l1067"/>
            <p:cNvSpPr/>
            <p:nvPr/>
          </p:nvSpPr>
          <p:spPr>
            <a:xfrm>
              <a:off x="4398906" y="5843399"/>
              <a:ext cx="1275" cy="2067"/>
            </a:xfrm>
            <a:custGeom>
              <a:avLst/>
              <a:pathLst>
                <a:path w="1275" h="2067">
                  <a:moveTo>
                    <a:pt x="800" y="448"/>
                  </a:moveTo>
                  <a:lnTo>
                    <a:pt x="884" y="577"/>
                  </a:lnTo>
                  <a:lnTo>
                    <a:pt x="892" y="583"/>
                  </a:lnTo>
                  <a:lnTo>
                    <a:pt x="899" y="593"/>
                  </a:lnTo>
                  <a:lnTo>
                    <a:pt x="939" y="735"/>
                  </a:lnTo>
                  <a:lnTo>
                    <a:pt x="955" y="821"/>
                  </a:lnTo>
                  <a:lnTo>
                    <a:pt x="955" y="865"/>
                  </a:lnTo>
                  <a:lnTo>
                    <a:pt x="955" y="884"/>
                  </a:lnTo>
                  <a:lnTo>
                    <a:pt x="954" y="1091"/>
                  </a:lnTo>
                  <a:lnTo>
                    <a:pt x="1009" y="1116"/>
                  </a:lnTo>
                  <a:lnTo>
                    <a:pt x="1042" y="1132"/>
                  </a:lnTo>
                  <a:lnTo>
                    <a:pt x="1095" y="1157"/>
                  </a:lnTo>
                  <a:lnTo>
                    <a:pt x="1107" y="1163"/>
                  </a:lnTo>
                  <a:lnTo>
                    <a:pt x="1233" y="1240"/>
                  </a:lnTo>
                  <a:lnTo>
                    <a:pt x="1247" y="1252"/>
                  </a:lnTo>
                  <a:lnTo>
                    <a:pt x="1255" y="1266"/>
                  </a:lnTo>
                  <a:lnTo>
                    <a:pt x="1269" y="1306"/>
                  </a:lnTo>
                  <a:lnTo>
                    <a:pt x="1275" y="1321"/>
                  </a:lnTo>
                  <a:lnTo>
                    <a:pt x="1271" y="1594"/>
                  </a:lnTo>
                  <a:lnTo>
                    <a:pt x="1143" y="1968"/>
                  </a:lnTo>
                  <a:lnTo>
                    <a:pt x="1112" y="2016"/>
                  </a:lnTo>
                  <a:lnTo>
                    <a:pt x="1097" y="2032"/>
                  </a:lnTo>
                  <a:lnTo>
                    <a:pt x="1070" y="2062"/>
                  </a:lnTo>
                  <a:lnTo>
                    <a:pt x="1011" y="2066"/>
                  </a:lnTo>
                  <a:lnTo>
                    <a:pt x="996" y="2067"/>
                  </a:lnTo>
                  <a:lnTo>
                    <a:pt x="966" y="2058"/>
                  </a:lnTo>
                  <a:lnTo>
                    <a:pt x="961" y="2055"/>
                  </a:lnTo>
                  <a:lnTo>
                    <a:pt x="934" y="2043"/>
                  </a:lnTo>
                  <a:lnTo>
                    <a:pt x="909" y="2035"/>
                  </a:lnTo>
                  <a:lnTo>
                    <a:pt x="790" y="1998"/>
                  </a:lnTo>
                  <a:lnTo>
                    <a:pt x="729" y="2002"/>
                  </a:lnTo>
                  <a:lnTo>
                    <a:pt x="547" y="2011"/>
                  </a:lnTo>
                  <a:lnTo>
                    <a:pt x="525" y="2013"/>
                  </a:lnTo>
                  <a:lnTo>
                    <a:pt x="479" y="1990"/>
                  </a:lnTo>
                  <a:lnTo>
                    <a:pt x="467" y="1984"/>
                  </a:lnTo>
                  <a:lnTo>
                    <a:pt x="326" y="1875"/>
                  </a:lnTo>
                  <a:lnTo>
                    <a:pt x="248" y="1789"/>
                  </a:lnTo>
                  <a:lnTo>
                    <a:pt x="238" y="1769"/>
                  </a:lnTo>
                  <a:lnTo>
                    <a:pt x="221" y="1732"/>
                  </a:lnTo>
                  <a:lnTo>
                    <a:pt x="215" y="1719"/>
                  </a:lnTo>
                  <a:lnTo>
                    <a:pt x="160" y="1601"/>
                  </a:lnTo>
                  <a:lnTo>
                    <a:pt x="139" y="1550"/>
                  </a:lnTo>
                  <a:lnTo>
                    <a:pt x="137" y="1525"/>
                  </a:lnTo>
                  <a:lnTo>
                    <a:pt x="140" y="1515"/>
                  </a:lnTo>
                  <a:lnTo>
                    <a:pt x="157" y="1489"/>
                  </a:lnTo>
                  <a:lnTo>
                    <a:pt x="168" y="1470"/>
                  </a:lnTo>
                  <a:lnTo>
                    <a:pt x="170" y="1457"/>
                  </a:lnTo>
                  <a:lnTo>
                    <a:pt x="172" y="1449"/>
                  </a:lnTo>
                  <a:lnTo>
                    <a:pt x="171" y="1437"/>
                  </a:lnTo>
                  <a:lnTo>
                    <a:pt x="158" y="1407"/>
                  </a:lnTo>
                  <a:lnTo>
                    <a:pt x="183" y="1382"/>
                  </a:lnTo>
                  <a:lnTo>
                    <a:pt x="221" y="1342"/>
                  </a:lnTo>
                  <a:lnTo>
                    <a:pt x="275" y="1282"/>
                  </a:lnTo>
                  <a:lnTo>
                    <a:pt x="285" y="1265"/>
                  </a:lnTo>
                  <a:lnTo>
                    <a:pt x="292" y="1255"/>
                  </a:lnTo>
                  <a:lnTo>
                    <a:pt x="302" y="1233"/>
                  </a:lnTo>
                  <a:lnTo>
                    <a:pt x="283" y="1095"/>
                  </a:lnTo>
                  <a:lnTo>
                    <a:pt x="267" y="984"/>
                  </a:lnTo>
                  <a:lnTo>
                    <a:pt x="250" y="900"/>
                  </a:lnTo>
                  <a:lnTo>
                    <a:pt x="247" y="883"/>
                  </a:lnTo>
                  <a:lnTo>
                    <a:pt x="240" y="846"/>
                  </a:lnTo>
                  <a:lnTo>
                    <a:pt x="239" y="840"/>
                  </a:lnTo>
                  <a:lnTo>
                    <a:pt x="238" y="826"/>
                  </a:lnTo>
                  <a:lnTo>
                    <a:pt x="227" y="784"/>
                  </a:lnTo>
                  <a:lnTo>
                    <a:pt x="204" y="669"/>
                  </a:lnTo>
                  <a:lnTo>
                    <a:pt x="184" y="566"/>
                  </a:lnTo>
                  <a:lnTo>
                    <a:pt x="172" y="509"/>
                  </a:lnTo>
                  <a:lnTo>
                    <a:pt x="33" y="266"/>
                  </a:lnTo>
                  <a:lnTo>
                    <a:pt x="23" y="196"/>
                  </a:lnTo>
                  <a:lnTo>
                    <a:pt x="18" y="166"/>
                  </a:lnTo>
                  <a:lnTo>
                    <a:pt x="12" y="122"/>
                  </a:lnTo>
                  <a:lnTo>
                    <a:pt x="0" y="40"/>
                  </a:lnTo>
                  <a:lnTo>
                    <a:pt x="2" y="33"/>
                  </a:lnTo>
                  <a:lnTo>
                    <a:pt x="8" y="16"/>
                  </a:lnTo>
                  <a:lnTo>
                    <a:pt x="17" y="12"/>
                  </a:lnTo>
                  <a:lnTo>
                    <a:pt x="39" y="5"/>
                  </a:lnTo>
                  <a:lnTo>
                    <a:pt x="55" y="0"/>
                  </a:lnTo>
                  <a:lnTo>
                    <a:pt x="106" y="1"/>
                  </a:lnTo>
                  <a:lnTo>
                    <a:pt x="217" y="28"/>
                  </a:lnTo>
                  <a:lnTo>
                    <a:pt x="240" y="37"/>
                  </a:lnTo>
                  <a:lnTo>
                    <a:pt x="244" y="49"/>
                  </a:lnTo>
                  <a:lnTo>
                    <a:pt x="263" y="107"/>
                  </a:lnTo>
                  <a:lnTo>
                    <a:pt x="270" y="139"/>
                  </a:lnTo>
                  <a:lnTo>
                    <a:pt x="273" y="168"/>
                  </a:lnTo>
                  <a:lnTo>
                    <a:pt x="275" y="193"/>
                  </a:lnTo>
                  <a:lnTo>
                    <a:pt x="265" y="207"/>
                  </a:lnTo>
                  <a:lnTo>
                    <a:pt x="248" y="213"/>
                  </a:lnTo>
                  <a:lnTo>
                    <a:pt x="240" y="231"/>
                  </a:lnTo>
                  <a:lnTo>
                    <a:pt x="235" y="247"/>
                  </a:lnTo>
                  <a:lnTo>
                    <a:pt x="243" y="257"/>
                  </a:lnTo>
                  <a:lnTo>
                    <a:pt x="243" y="268"/>
                  </a:lnTo>
                  <a:lnTo>
                    <a:pt x="232" y="280"/>
                  </a:lnTo>
                  <a:lnTo>
                    <a:pt x="226" y="280"/>
                  </a:lnTo>
                  <a:lnTo>
                    <a:pt x="223" y="274"/>
                  </a:lnTo>
                  <a:lnTo>
                    <a:pt x="213" y="281"/>
                  </a:lnTo>
                  <a:lnTo>
                    <a:pt x="172" y="358"/>
                  </a:lnTo>
                  <a:lnTo>
                    <a:pt x="201" y="401"/>
                  </a:lnTo>
                  <a:lnTo>
                    <a:pt x="212" y="400"/>
                  </a:lnTo>
                  <a:lnTo>
                    <a:pt x="226" y="396"/>
                  </a:lnTo>
                  <a:lnTo>
                    <a:pt x="231" y="393"/>
                  </a:lnTo>
                  <a:lnTo>
                    <a:pt x="290" y="371"/>
                  </a:lnTo>
                  <a:lnTo>
                    <a:pt x="344" y="268"/>
                  </a:lnTo>
                  <a:lnTo>
                    <a:pt x="357" y="243"/>
                  </a:lnTo>
                  <a:lnTo>
                    <a:pt x="365" y="227"/>
                  </a:lnTo>
                  <a:lnTo>
                    <a:pt x="377" y="203"/>
                  </a:lnTo>
                  <a:lnTo>
                    <a:pt x="419" y="116"/>
                  </a:lnTo>
                  <a:lnTo>
                    <a:pt x="427" y="99"/>
                  </a:lnTo>
                  <a:lnTo>
                    <a:pt x="433" y="87"/>
                  </a:lnTo>
                  <a:lnTo>
                    <a:pt x="438" y="76"/>
                  </a:lnTo>
                  <a:lnTo>
                    <a:pt x="446" y="64"/>
                  </a:lnTo>
                  <a:lnTo>
                    <a:pt x="483" y="45"/>
                  </a:lnTo>
                  <a:lnTo>
                    <a:pt x="508" y="32"/>
                  </a:lnTo>
                  <a:lnTo>
                    <a:pt x="528" y="21"/>
                  </a:lnTo>
                  <a:lnTo>
                    <a:pt x="558" y="14"/>
                  </a:lnTo>
                  <a:lnTo>
                    <a:pt x="574" y="9"/>
                  </a:lnTo>
                  <a:lnTo>
                    <a:pt x="584" y="13"/>
                  </a:lnTo>
                  <a:lnTo>
                    <a:pt x="592" y="16"/>
                  </a:lnTo>
                  <a:lnTo>
                    <a:pt x="609" y="23"/>
                  </a:lnTo>
                  <a:lnTo>
                    <a:pt x="806" y="136"/>
                  </a:lnTo>
                  <a:lnTo>
                    <a:pt x="818" y="155"/>
                  </a:lnTo>
                  <a:lnTo>
                    <a:pt x="821" y="163"/>
                  </a:lnTo>
                  <a:lnTo>
                    <a:pt x="816" y="171"/>
                  </a:lnTo>
                  <a:lnTo>
                    <a:pt x="812" y="227"/>
                  </a:lnTo>
                  <a:lnTo>
                    <a:pt x="809" y="264"/>
                  </a:lnTo>
                  <a:lnTo>
                    <a:pt x="798" y="410"/>
                  </a:lnTo>
                  <a:lnTo>
                    <a:pt x="800" y="44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l1068"/>
            <p:cNvSpPr/>
            <p:nvPr/>
          </p:nvSpPr>
          <p:spPr>
            <a:xfrm>
              <a:off x="4374337" y="5840960"/>
              <a:ext cx="1759" cy="1393"/>
            </a:xfrm>
            <a:custGeom>
              <a:avLst/>
              <a:pathLst>
                <a:path w="1759" h="1393">
                  <a:moveTo>
                    <a:pt x="859" y="260"/>
                  </a:moveTo>
                  <a:lnTo>
                    <a:pt x="953" y="287"/>
                  </a:lnTo>
                  <a:lnTo>
                    <a:pt x="1086" y="290"/>
                  </a:lnTo>
                  <a:lnTo>
                    <a:pt x="1116" y="261"/>
                  </a:lnTo>
                  <a:lnTo>
                    <a:pt x="1141" y="202"/>
                  </a:lnTo>
                  <a:lnTo>
                    <a:pt x="1185" y="174"/>
                  </a:lnTo>
                  <a:lnTo>
                    <a:pt x="1261" y="215"/>
                  </a:lnTo>
                  <a:lnTo>
                    <a:pt x="1292" y="242"/>
                  </a:lnTo>
                  <a:lnTo>
                    <a:pt x="1438" y="427"/>
                  </a:lnTo>
                  <a:lnTo>
                    <a:pt x="1447" y="512"/>
                  </a:lnTo>
                  <a:lnTo>
                    <a:pt x="1472" y="644"/>
                  </a:lnTo>
                  <a:lnTo>
                    <a:pt x="1524" y="778"/>
                  </a:lnTo>
                  <a:lnTo>
                    <a:pt x="1568" y="826"/>
                  </a:lnTo>
                  <a:lnTo>
                    <a:pt x="1624" y="879"/>
                  </a:lnTo>
                  <a:lnTo>
                    <a:pt x="1678" y="884"/>
                  </a:lnTo>
                  <a:lnTo>
                    <a:pt x="1705" y="926"/>
                  </a:lnTo>
                  <a:lnTo>
                    <a:pt x="1747" y="1049"/>
                  </a:lnTo>
                  <a:lnTo>
                    <a:pt x="1759" y="1116"/>
                  </a:lnTo>
                  <a:lnTo>
                    <a:pt x="1752" y="1325"/>
                  </a:lnTo>
                  <a:lnTo>
                    <a:pt x="1730" y="1365"/>
                  </a:lnTo>
                  <a:lnTo>
                    <a:pt x="1716" y="1372"/>
                  </a:lnTo>
                  <a:lnTo>
                    <a:pt x="1625" y="1393"/>
                  </a:lnTo>
                  <a:lnTo>
                    <a:pt x="1281" y="1313"/>
                  </a:lnTo>
                  <a:lnTo>
                    <a:pt x="1146" y="1270"/>
                  </a:lnTo>
                  <a:lnTo>
                    <a:pt x="990" y="1178"/>
                  </a:lnTo>
                  <a:lnTo>
                    <a:pt x="816" y="1058"/>
                  </a:lnTo>
                  <a:lnTo>
                    <a:pt x="762" y="961"/>
                  </a:lnTo>
                  <a:lnTo>
                    <a:pt x="761" y="865"/>
                  </a:lnTo>
                  <a:lnTo>
                    <a:pt x="684" y="806"/>
                  </a:lnTo>
                  <a:lnTo>
                    <a:pt x="546" y="714"/>
                  </a:lnTo>
                  <a:lnTo>
                    <a:pt x="327" y="612"/>
                  </a:lnTo>
                  <a:lnTo>
                    <a:pt x="220" y="562"/>
                  </a:lnTo>
                  <a:lnTo>
                    <a:pt x="137" y="533"/>
                  </a:lnTo>
                  <a:lnTo>
                    <a:pt x="72" y="529"/>
                  </a:lnTo>
                  <a:lnTo>
                    <a:pt x="34" y="514"/>
                  </a:lnTo>
                  <a:lnTo>
                    <a:pt x="4" y="466"/>
                  </a:lnTo>
                  <a:lnTo>
                    <a:pt x="0" y="408"/>
                  </a:lnTo>
                  <a:lnTo>
                    <a:pt x="36" y="335"/>
                  </a:lnTo>
                  <a:lnTo>
                    <a:pt x="53" y="326"/>
                  </a:lnTo>
                  <a:lnTo>
                    <a:pt x="232" y="259"/>
                  </a:lnTo>
                  <a:lnTo>
                    <a:pt x="267" y="258"/>
                  </a:lnTo>
                  <a:lnTo>
                    <a:pt x="325" y="270"/>
                  </a:lnTo>
                  <a:lnTo>
                    <a:pt x="328" y="334"/>
                  </a:lnTo>
                  <a:lnTo>
                    <a:pt x="359" y="388"/>
                  </a:lnTo>
                  <a:lnTo>
                    <a:pt x="375" y="401"/>
                  </a:lnTo>
                  <a:lnTo>
                    <a:pt x="406" y="404"/>
                  </a:lnTo>
                  <a:lnTo>
                    <a:pt x="467" y="394"/>
                  </a:lnTo>
                  <a:lnTo>
                    <a:pt x="533" y="349"/>
                  </a:lnTo>
                  <a:lnTo>
                    <a:pt x="561" y="325"/>
                  </a:lnTo>
                  <a:lnTo>
                    <a:pt x="584" y="262"/>
                  </a:lnTo>
                  <a:lnTo>
                    <a:pt x="588" y="127"/>
                  </a:lnTo>
                  <a:lnTo>
                    <a:pt x="592" y="70"/>
                  </a:lnTo>
                  <a:lnTo>
                    <a:pt x="629" y="25"/>
                  </a:lnTo>
                  <a:lnTo>
                    <a:pt x="712" y="0"/>
                  </a:lnTo>
                  <a:lnTo>
                    <a:pt x="782" y="23"/>
                  </a:lnTo>
                  <a:lnTo>
                    <a:pt x="810" y="50"/>
                  </a:lnTo>
                  <a:lnTo>
                    <a:pt x="827" y="107"/>
                  </a:lnTo>
                  <a:lnTo>
                    <a:pt x="823" y="146"/>
                  </a:lnTo>
                  <a:lnTo>
                    <a:pt x="807" y="183"/>
                  </a:lnTo>
                  <a:lnTo>
                    <a:pt x="809" y="214"/>
                  </a:lnTo>
                  <a:lnTo>
                    <a:pt x="820" y="235"/>
                  </a:lnTo>
                  <a:lnTo>
                    <a:pt x="859" y="2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l1069"/>
            <p:cNvSpPr/>
            <p:nvPr/>
          </p:nvSpPr>
          <p:spPr>
            <a:xfrm>
              <a:off x="4366165" y="5840176"/>
              <a:ext cx="2444" cy="2860"/>
            </a:xfrm>
            <a:custGeom>
              <a:avLst/>
              <a:pathLst>
                <a:path w="2444" h="2860">
                  <a:moveTo>
                    <a:pt x="2152" y="259"/>
                  </a:moveTo>
                  <a:lnTo>
                    <a:pt x="2236" y="310"/>
                  </a:lnTo>
                  <a:lnTo>
                    <a:pt x="2282" y="336"/>
                  </a:lnTo>
                  <a:lnTo>
                    <a:pt x="2296" y="342"/>
                  </a:lnTo>
                  <a:lnTo>
                    <a:pt x="2344" y="315"/>
                  </a:lnTo>
                  <a:lnTo>
                    <a:pt x="2415" y="338"/>
                  </a:lnTo>
                  <a:lnTo>
                    <a:pt x="2444" y="481"/>
                  </a:lnTo>
                  <a:lnTo>
                    <a:pt x="2356" y="631"/>
                  </a:lnTo>
                  <a:lnTo>
                    <a:pt x="2321" y="654"/>
                  </a:lnTo>
                  <a:lnTo>
                    <a:pt x="2278" y="669"/>
                  </a:lnTo>
                  <a:lnTo>
                    <a:pt x="2208" y="726"/>
                  </a:lnTo>
                  <a:lnTo>
                    <a:pt x="2194" y="794"/>
                  </a:lnTo>
                  <a:lnTo>
                    <a:pt x="2208" y="885"/>
                  </a:lnTo>
                  <a:lnTo>
                    <a:pt x="2227" y="937"/>
                  </a:lnTo>
                  <a:lnTo>
                    <a:pt x="2273" y="989"/>
                  </a:lnTo>
                  <a:lnTo>
                    <a:pt x="2299" y="998"/>
                  </a:lnTo>
                  <a:lnTo>
                    <a:pt x="2385" y="1211"/>
                  </a:lnTo>
                  <a:lnTo>
                    <a:pt x="2389" y="1231"/>
                  </a:lnTo>
                  <a:lnTo>
                    <a:pt x="2378" y="1249"/>
                  </a:lnTo>
                  <a:lnTo>
                    <a:pt x="2290" y="1320"/>
                  </a:lnTo>
                  <a:lnTo>
                    <a:pt x="2068" y="1496"/>
                  </a:lnTo>
                  <a:lnTo>
                    <a:pt x="1995" y="1538"/>
                  </a:lnTo>
                  <a:lnTo>
                    <a:pt x="1909" y="1563"/>
                  </a:lnTo>
                  <a:lnTo>
                    <a:pt x="1816" y="1563"/>
                  </a:lnTo>
                  <a:lnTo>
                    <a:pt x="1778" y="1586"/>
                  </a:lnTo>
                  <a:lnTo>
                    <a:pt x="1736" y="1639"/>
                  </a:lnTo>
                  <a:lnTo>
                    <a:pt x="1711" y="1688"/>
                  </a:lnTo>
                  <a:lnTo>
                    <a:pt x="1654" y="1843"/>
                  </a:lnTo>
                  <a:lnTo>
                    <a:pt x="1653" y="1927"/>
                  </a:lnTo>
                  <a:lnTo>
                    <a:pt x="1657" y="1957"/>
                  </a:lnTo>
                  <a:lnTo>
                    <a:pt x="1666" y="1970"/>
                  </a:lnTo>
                  <a:lnTo>
                    <a:pt x="1737" y="1977"/>
                  </a:lnTo>
                  <a:lnTo>
                    <a:pt x="1761" y="1995"/>
                  </a:lnTo>
                  <a:lnTo>
                    <a:pt x="1776" y="2025"/>
                  </a:lnTo>
                  <a:lnTo>
                    <a:pt x="1783" y="2081"/>
                  </a:lnTo>
                  <a:lnTo>
                    <a:pt x="1776" y="2134"/>
                  </a:lnTo>
                  <a:lnTo>
                    <a:pt x="1691" y="2317"/>
                  </a:lnTo>
                  <a:lnTo>
                    <a:pt x="1682" y="2333"/>
                  </a:lnTo>
                  <a:lnTo>
                    <a:pt x="1667" y="2345"/>
                  </a:lnTo>
                  <a:lnTo>
                    <a:pt x="1604" y="2386"/>
                  </a:lnTo>
                  <a:lnTo>
                    <a:pt x="1525" y="2407"/>
                  </a:lnTo>
                  <a:lnTo>
                    <a:pt x="1479" y="2410"/>
                  </a:lnTo>
                  <a:lnTo>
                    <a:pt x="1465" y="2403"/>
                  </a:lnTo>
                  <a:lnTo>
                    <a:pt x="1434" y="2329"/>
                  </a:lnTo>
                  <a:lnTo>
                    <a:pt x="1389" y="2294"/>
                  </a:lnTo>
                  <a:lnTo>
                    <a:pt x="1371" y="2289"/>
                  </a:lnTo>
                  <a:lnTo>
                    <a:pt x="1356" y="2292"/>
                  </a:lnTo>
                  <a:lnTo>
                    <a:pt x="1129" y="2375"/>
                  </a:lnTo>
                  <a:lnTo>
                    <a:pt x="1084" y="2402"/>
                  </a:lnTo>
                  <a:lnTo>
                    <a:pt x="958" y="2499"/>
                  </a:lnTo>
                  <a:lnTo>
                    <a:pt x="912" y="2546"/>
                  </a:lnTo>
                  <a:lnTo>
                    <a:pt x="887" y="2584"/>
                  </a:lnTo>
                  <a:lnTo>
                    <a:pt x="885" y="2609"/>
                  </a:lnTo>
                  <a:lnTo>
                    <a:pt x="918" y="2716"/>
                  </a:lnTo>
                  <a:lnTo>
                    <a:pt x="914" y="2764"/>
                  </a:lnTo>
                  <a:lnTo>
                    <a:pt x="905" y="2797"/>
                  </a:lnTo>
                  <a:lnTo>
                    <a:pt x="861" y="2846"/>
                  </a:lnTo>
                  <a:lnTo>
                    <a:pt x="809" y="2860"/>
                  </a:lnTo>
                  <a:lnTo>
                    <a:pt x="740" y="2855"/>
                  </a:lnTo>
                  <a:lnTo>
                    <a:pt x="584" y="2790"/>
                  </a:lnTo>
                  <a:lnTo>
                    <a:pt x="313" y="2647"/>
                  </a:lnTo>
                  <a:lnTo>
                    <a:pt x="220" y="2591"/>
                  </a:lnTo>
                  <a:lnTo>
                    <a:pt x="195" y="2573"/>
                  </a:lnTo>
                  <a:lnTo>
                    <a:pt x="190" y="2560"/>
                  </a:lnTo>
                  <a:lnTo>
                    <a:pt x="0" y="1929"/>
                  </a:lnTo>
                  <a:lnTo>
                    <a:pt x="15" y="1794"/>
                  </a:lnTo>
                  <a:lnTo>
                    <a:pt x="183" y="773"/>
                  </a:lnTo>
                  <a:lnTo>
                    <a:pt x="292" y="696"/>
                  </a:lnTo>
                  <a:lnTo>
                    <a:pt x="323" y="702"/>
                  </a:lnTo>
                  <a:lnTo>
                    <a:pt x="318" y="631"/>
                  </a:lnTo>
                  <a:lnTo>
                    <a:pt x="321" y="618"/>
                  </a:lnTo>
                  <a:lnTo>
                    <a:pt x="349" y="508"/>
                  </a:lnTo>
                  <a:lnTo>
                    <a:pt x="462" y="539"/>
                  </a:lnTo>
                  <a:lnTo>
                    <a:pt x="499" y="578"/>
                  </a:lnTo>
                  <a:lnTo>
                    <a:pt x="524" y="665"/>
                  </a:lnTo>
                  <a:lnTo>
                    <a:pt x="528" y="743"/>
                  </a:lnTo>
                  <a:lnTo>
                    <a:pt x="620" y="761"/>
                  </a:lnTo>
                  <a:lnTo>
                    <a:pt x="889" y="766"/>
                  </a:lnTo>
                  <a:lnTo>
                    <a:pt x="1018" y="738"/>
                  </a:lnTo>
                  <a:lnTo>
                    <a:pt x="1242" y="530"/>
                  </a:lnTo>
                  <a:lnTo>
                    <a:pt x="1179" y="378"/>
                  </a:lnTo>
                  <a:lnTo>
                    <a:pt x="1167" y="215"/>
                  </a:lnTo>
                  <a:lnTo>
                    <a:pt x="1175" y="182"/>
                  </a:lnTo>
                  <a:lnTo>
                    <a:pt x="1185" y="172"/>
                  </a:lnTo>
                  <a:lnTo>
                    <a:pt x="1341" y="98"/>
                  </a:lnTo>
                  <a:lnTo>
                    <a:pt x="1362" y="93"/>
                  </a:lnTo>
                  <a:lnTo>
                    <a:pt x="1403" y="101"/>
                  </a:lnTo>
                  <a:lnTo>
                    <a:pt x="1453" y="131"/>
                  </a:lnTo>
                  <a:lnTo>
                    <a:pt x="1477" y="176"/>
                  </a:lnTo>
                  <a:lnTo>
                    <a:pt x="1509" y="193"/>
                  </a:lnTo>
                  <a:lnTo>
                    <a:pt x="1631" y="216"/>
                  </a:lnTo>
                  <a:lnTo>
                    <a:pt x="1748" y="237"/>
                  </a:lnTo>
                  <a:lnTo>
                    <a:pt x="1775" y="232"/>
                  </a:lnTo>
                  <a:lnTo>
                    <a:pt x="1789" y="215"/>
                  </a:lnTo>
                  <a:lnTo>
                    <a:pt x="1782" y="123"/>
                  </a:lnTo>
                  <a:lnTo>
                    <a:pt x="1807" y="77"/>
                  </a:lnTo>
                  <a:lnTo>
                    <a:pt x="1848" y="56"/>
                  </a:lnTo>
                  <a:lnTo>
                    <a:pt x="1964" y="4"/>
                  </a:lnTo>
                  <a:lnTo>
                    <a:pt x="2043" y="0"/>
                  </a:lnTo>
                  <a:lnTo>
                    <a:pt x="2030" y="26"/>
                  </a:lnTo>
                  <a:lnTo>
                    <a:pt x="2014" y="93"/>
                  </a:lnTo>
                  <a:lnTo>
                    <a:pt x="2051" y="154"/>
                  </a:lnTo>
                  <a:lnTo>
                    <a:pt x="2152" y="25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l1070"/>
            <p:cNvSpPr/>
            <p:nvPr/>
          </p:nvSpPr>
          <p:spPr>
            <a:xfrm>
              <a:off x="4376859" y="5836650"/>
              <a:ext cx="531" cy="568"/>
            </a:xfrm>
            <a:custGeom>
              <a:avLst/>
              <a:pathLst>
                <a:path w="531" h="568">
                  <a:moveTo>
                    <a:pt x="394" y="568"/>
                  </a:moveTo>
                  <a:lnTo>
                    <a:pt x="386" y="568"/>
                  </a:lnTo>
                  <a:lnTo>
                    <a:pt x="294" y="482"/>
                  </a:lnTo>
                  <a:lnTo>
                    <a:pt x="0" y="196"/>
                  </a:lnTo>
                  <a:lnTo>
                    <a:pt x="42" y="108"/>
                  </a:lnTo>
                  <a:lnTo>
                    <a:pt x="128" y="12"/>
                  </a:lnTo>
                  <a:lnTo>
                    <a:pt x="166" y="0"/>
                  </a:lnTo>
                  <a:lnTo>
                    <a:pt x="392" y="214"/>
                  </a:lnTo>
                  <a:lnTo>
                    <a:pt x="531" y="396"/>
                  </a:lnTo>
                  <a:lnTo>
                    <a:pt x="439" y="515"/>
                  </a:lnTo>
                  <a:lnTo>
                    <a:pt x="394" y="56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l1071"/>
            <p:cNvSpPr/>
            <p:nvPr/>
          </p:nvSpPr>
          <p:spPr>
            <a:xfrm>
              <a:off x="4414862" y="5839792"/>
              <a:ext cx="832" cy="869"/>
            </a:xfrm>
            <a:custGeom>
              <a:avLst/>
              <a:pathLst>
                <a:path w="832" h="869">
                  <a:moveTo>
                    <a:pt x="596" y="7"/>
                  </a:moveTo>
                  <a:lnTo>
                    <a:pt x="607" y="9"/>
                  </a:lnTo>
                  <a:lnTo>
                    <a:pt x="612" y="8"/>
                  </a:lnTo>
                  <a:lnTo>
                    <a:pt x="622" y="8"/>
                  </a:lnTo>
                  <a:lnTo>
                    <a:pt x="715" y="20"/>
                  </a:lnTo>
                  <a:lnTo>
                    <a:pt x="758" y="30"/>
                  </a:lnTo>
                  <a:lnTo>
                    <a:pt x="811" y="43"/>
                  </a:lnTo>
                  <a:lnTo>
                    <a:pt x="822" y="46"/>
                  </a:lnTo>
                  <a:lnTo>
                    <a:pt x="832" y="61"/>
                  </a:lnTo>
                  <a:lnTo>
                    <a:pt x="831" y="69"/>
                  </a:lnTo>
                  <a:lnTo>
                    <a:pt x="771" y="182"/>
                  </a:lnTo>
                  <a:lnTo>
                    <a:pt x="721" y="268"/>
                  </a:lnTo>
                  <a:lnTo>
                    <a:pt x="708" y="299"/>
                  </a:lnTo>
                  <a:lnTo>
                    <a:pt x="611" y="515"/>
                  </a:lnTo>
                  <a:lnTo>
                    <a:pt x="644" y="550"/>
                  </a:lnTo>
                  <a:lnTo>
                    <a:pt x="648" y="558"/>
                  </a:lnTo>
                  <a:lnTo>
                    <a:pt x="645" y="568"/>
                  </a:lnTo>
                  <a:lnTo>
                    <a:pt x="618" y="601"/>
                  </a:lnTo>
                  <a:lnTo>
                    <a:pt x="606" y="614"/>
                  </a:lnTo>
                  <a:lnTo>
                    <a:pt x="415" y="766"/>
                  </a:lnTo>
                  <a:lnTo>
                    <a:pt x="401" y="811"/>
                  </a:lnTo>
                  <a:lnTo>
                    <a:pt x="392" y="821"/>
                  </a:lnTo>
                  <a:lnTo>
                    <a:pt x="379" y="829"/>
                  </a:lnTo>
                  <a:lnTo>
                    <a:pt x="362" y="830"/>
                  </a:lnTo>
                  <a:lnTo>
                    <a:pt x="349" y="819"/>
                  </a:lnTo>
                  <a:lnTo>
                    <a:pt x="346" y="814"/>
                  </a:lnTo>
                  <a:lnTo>
                    <a:pt x="315" y="784"/>
                  </a:lnTo>
                  <a:lnTo>
                    <a:pt x="283" y="763"/>
                  </a:lnTo>
                  <a:lnTo>
                    <a:pt x="245" y="763"/>
                  </a:lnTo>
                  <a:lnTo>
                    <a:pt x="236" y="768"/>
                  </a:lnTo>
                  <a:lnTo>
                    <a:pt x="186" y="791"/>
                  </a:lnTo>
                  <a:lnTo>
                    <a:pt x="170" y="803"/>
                  </a:lnTo>
                  <a:lnTo>
                    <a:pt x="155" y="829"/>
                  </a:lnTo>
                  <a:lnTo>
                    <a:pt x="139" y="857"/>
                  </a:lnTo>
                  <a:lnTo>
                    <a:pt x="80" y="869"/>
                  </a:lnTo>
                  <a:lnTo>
                    <a:pt x="57" y="864"/>
                  </a:lnTo>
                  <a:lnTo>
                    <a:pt x="53" y="863"/>
                  </a:lnTo>
                  <a:lnTo>
                    <a:pt x="35" y="860"/>
                  </a:lnTo>
                  <a:lnTo>
                    <a:pt x="16" y="854"/>
                  </a:lnTo>
                  <a:lnTo>
                    <a:pt x="0" y="804"/>
                  </a:lnTo>
                  <a:lnTo>
                    <a:pt x="6" y="762"/>
                  </a:lnTo>
                  <a:lnTo>
                    <a:pt x="9" y="756"/>
                  </a:lnTo>
                  <a:lnTo>
                    <a:pt x="229" y="408"/>
                  </a:lnTo>
                  <a:lnTo>
                    <a:pt x="247" y="379"/>
                  </a:lnTo>
                  <a:lnTo>
                    <a:pt x="375" y="182"/>
                  </a:lnTo>
                  <a:lnTo>
                    <a:pt x="405" y="162"/>
                  </a:lnTo>
                  <a:lnTo>
                    <a:pt x="411" y="159"/>
                  </a:lnTo>
                  <a:lnTo>
                    <a:pt x="422" y="152"/>
                  </a:lnTo>
                  <a:lnTo>
                    <a:pt x="494" y="84"/>
                  </a:lnTo>
                  <a:lnTo>
                    <a:pt x="530" y="50"/>
                  </a:lnTo>
                  <a:lnTo>
                    <a:pt x="549" y="30"/>
                  </a:lnTo>
                  <a:lnTo>
                    <a:pt x="555" y="27"/>
                  </a:lnTo>
                  <a:lnTo>
                    <a:pt x="565" y="16"/>
                  </a:lnTo>
                  <a:lnTo>
                    <a:pt x="570" y="7"/>
                  </a:lnTo>
                  <a:lnTo>
                    <a:pt x="577" y="0"/>
                  </a:lnTo>
                  <a:lnTo>
                    <a:pt x="586" y="1"/>
                  </a:lnTo>
                  <a:lnTo>
                    <a:pt x="592" y="3"/>
                  </a:lnTo>
                  <a:lnTo>
                    <a:pt x="596" y="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l1072"/>
            <p:cNvSpPr/>
            <p:nvPr/>
          </p:nvSpPr>
          <p:spPr>
            <a:xfrm>
              <a:off x="4377004" y="5835904"/>
              <a:ext cx="647" cy="752"/>
            </a:xfrm>
            <a:custGeom>
              <a:avLst/>
              <a:pathLst>
                <a:path w="647" h="752">
                  <a:moveTo>
                    <a:pt x="493" y="315"/>
                  </a:moveTo>
                  <a:lnTo>
                    <a:pt x="630" y="423"/>
                  </a:lnTo>
                  <a:lnTo>
                    <a:pt x="646" y="465"/>
                  </a:lnTo>
                  <a:lnTo>
                    <a:pt x="647" y="714"/>
                  </a:lnTo>
                  <a:lnTo>
                    <a:pt x="570" y="752"/>
                  </a:lnTo>
                  <a:lnTo>
                    <a:pt x="546" y="752"/>
                  </a:lnTo>
                  <a:lnTo>
                    <a:pt x="361" y="647"/>
                  </a:lnTo>
                  <a:lnTo>
                    <a:pt x="349" y="636"/>
                  </a:lnTo>
                  <a:lnTo>
                    <a:pt x="116" y="386"/>
                  </a:lnTo>
                  <a:lnTo>
                    <a:pt x="95" y="369"/>
                  </a:lnTo>
                  <a:lnTo>
                    <a:pt x="71" y="368"/>
                  </a:lnTo>
                  <a:lnTo>
                    <a:pt x="24" y="267"/>
                  </a:lnTo>
                  <a:lnTo>
                    <a:pt x="3" y="157"/>
                  </a:lnTo>
                  <a:lnTo>
                    <a:pt x="0" y="135"/>
                  </a:lnTo>
                  <a:lnTo>
                    <a:pt x="17" y="80"/>
                  </a:lnTo>
                  <a:lnTo>
                    <a:pt x="44" y="43"/>
                  </a:lnTo>
                  <a:lnTo>
                    <a:pt x="89" y="0"/>
                  </a:lnTo>
                  <a:lnTo>
                    <a:pt x="106" y="14"/>
                  </a:lnTo>
                  <a:lnTo>
                    <a:pt x="180" y="161"/>
                  </a:lnTo>
                  <a:lnTo>
                    <a:pt x="312" y="226"/>
                  </a:lnTo>
                  <a:lnTo>
                    <a:pt x="493" y="31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l1073"/>
            <p:cNvSpPr/>
            <p:nvPr/>
          </p:nvSpPr>
          <p:spPr>
            <a:xfrm>
              <a:off x="4401407" y="5837710"/>
              <a:ext cx="635" cy="1143"/>
            </a:xfrm>
            <a:custGeom>
              <a:avLst/>
              <a:pathLst>
                <a:path w="635" h="1143">
                  <a:moveTo>
                    <a:pt x="317" y="4"/>
                  </a:moveTo>
                  <a:lnTo>
                    <a:pt x="327" y="7"/>
                  </a:lnTo>
                  <a:lnTo>
                    <a:pt x="332" y="7"/>
                  </a:lnTo>
                  <a:lnTo>
                    <a:pt x="480" y="56"/>
                  </a:lnTo>
                  <a:lnTo>
                    <a:pt x="491" y="70"/>
                  </a:lnTo>
                  <a:lnTo>
                    <a:pt x="495" y="79"/>
                  </a:lnTo>
                  <a:lnTo>
                    <a:pt x="501" y="90"/>
                  </a:lnTo>
                  <a:lnTo>
                    <a:pt x="507" y="99"/>
                  </a:lnTo>
                  <a:lnTo>
                    <a:pt x="518" y="124"/>
                  </a:lnTo>
                  <a:lnTo>
                    <a:pt x="526" y="139"/>
                  </a:lnTo>
                  <a:lnTo>
                    <a:pt x="531" y="153"/>
                  </a:lnTo>
                  <a:lnTo>
                    <a:pt x="635" y="534"/>
                  </a:lnTo>
                  <a:lnTo>
                    <a:pt x="635" y="552"/>
                  </a:lnTo>
                  <a:lnTo>
                    <a:pt x="634" y="570"/>
                  </a:lnTo>
                  <a:lnTo>
                    <a:pt x="631" y="728"/>
                  </a:lnTo>
                  <a:lnTo>
                    <a:pt x="631" y="735"/>
                  </a:lnTo>
                  <a:lnTo>
                    <a:pt x="524" y="962"/>
                  </a:lnTo>
                  <a:lnTo>
                    <a:pt x="498" y="1017"/>
                  </a:lnTo>
                  <a:lnTo>
                    <a:pt x="493" y="1026"/>
                  </a:lnTo>
                  <a:lnTo>
                    <a:pt x="486" y="1042"/>
                  </a:lnTo>
                  <a:lnTo>
                    <a:pt x="404" y="1126"/>
                  </a:lnTo>
                  <a:lnTo>
                    <a:pt x="384" y="1133"/>
                  </a:lnTo>
                  <a:lnTo>
                    <a:pt x="359" y="1143"/>
                  </a:lnTo>
                  <a:lnTo>
                    <a:pt x="318" y="1141"/>
                  </a:lnTo>
                  <a:lnTo>
                    <a:pt x="296" y="1135"/>
                  </a:lnTo>
                  <a:lnTo>
                    <a:pt x="259" y="1107"/>
                  </a:lnTo>
                  <a:lnTo>
                    <a:pt x="238" y="1084"/>
                  </a:lnTo>
                  <a:lnTo>
                    <a:pt x="234" y="1074"/>
                  </a:lnTo>
                  <a:lnTo>
                    <a:pt x="228" y="1059"/>
                  </a:lnTo>
                  <a:lnTo>
                    <a:pt x="211" y="782"/>
                  </a:lnTo>
                  <a:lnTo>
                    <a:pt x="206" y="732"/>
                  </a:lnTo>
                  <a:lnTo>
                    <a:pt x="203" y="702"/>
                  </a:lnTo>
                  <a:lnTo>
                    <a:pt x="195" y="623"/>
                  </a:lnTo>
                  <a:lnTo>
                    <a:pt x="191" y="585"/>
                  </a:lnTo>
                  <a:lnTo>
                    <a:pt x="163" y="468"/>
                  </a:lnTo>
                  <a:lnTo>
                    <a:pt x="122" y="404"/>
                  </a:lnTo>
                  <a:lnTo>
                    <a:pt x="113" y="389"/>
                  </a:lnTo>
                  <a:lnTo>
                    <a:pt x="110" y="380"/>
                  </a:lnTo>
                  <a:lnTo>
                    <a:pt x="109" y="374"/>
                  </a:lnTo>
                  <a:lnTo>
                    <a:pt x="106" y="362"/>
                  </a:lnTo>
                  <a:lnTo>
                    <a:pt x="101" y="346"/>
                  </a:lnTo>
                  <a:lnTo>
                    <a:pt x="97" y="338"/>
                  </a:lnTo>
                  <a:lnTo>
                    <a:pt x="86" y="337"/>
                  </a:lnTo>
                  <a:lnTo>
                    <a:pt x="72" y="342"/>
                  </a:lnTo>
                  <a:lnTo>
                    <a:pt x="53" y="346"/>
                  </a:lnTo>
                  <a:lnTo>
                    <a:pt x="9" y="313"/>
                  </a:lnTo>
                  <a:lnTo>
                    <a:pt x="0" y="306"/>
                  </a:lnTo>
                  <a:lnTo>
                    <a:pt x="5" y="294"/>
                  </a:lnTo>
                  <a:lnTo>
                    <a:pt x="10" y="289"/>
                  </a:lnTo>
                  <a:lnTo>
                    <a:pt x="11" y="282"/>
                  </a:lnTo>
                  <a:lnTo>
                    <a:pt x="17" y="272"/>
                  </a:lnTo>
                  <a:lnTo>
                    <a:pt x="24" y="267"/>
                  </a:lnTo>
                  <a:lnTo>
                    <a:pt x="24" y="258"/>
                  </a:lnTo>
                  <a:lnTo>
                    <a:pt x="217" y="55"/>
                  </a:lnTo>
                  <a:lnTo>
                    <a:pt x="222" y="50"/>
                  </a:lnTo>
                  <a:lnTo>
                    <a:pt x="236" y="39"/>
                  </a:lnTo>
                  <a:lnTo>
                    <a:pt x="247" y="34"/>
                  </a:lnTo>
                  <a:lnTo>
                    <a:pt x="252" y="28"/>
                  </a:lnTo>
                  <a:lnTo>
                    <a:pt x="262" y="26"/>
                  </a:lnTo>
                  <a:lnTo>
                    <a:pt x="279" y="16"/>
                  </a:lnTo>
                  <a:lnTo>
                    <a:pt x="281" y="7"/>
                  </a:lnTo>
                  <a:lnTo>
                    <a:pt x="287" y="2"/>
                  </a:lnTo>
                  <a:lnTo>
                    <a:pt x="293" y="1"/>
                  </a:lnTo>
                  <a:lnTo>
                    <a:pt x="299" y="0"/>
                  </a:lnTo>
                  <a:lnTo>
                    <a:pt x="305" y="0"/>
                  </a:lnTo>
                  <a:lnTo>
                    <a:pt x="317" y="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l1074"/>
            <p:cNvSpPr/>
            <p:nvPr/>
          </p:nvSpPr>
          <p:spPr>
            <a:xfrm>
              <a:off x="4413844" y="5838326"/>
              <a:ext cx="1690" cy="1242"/>
            </a:xfrm>
            <a:custGeom>
              <a:avLst/>
              <a:pathLst>
                <a:path w="1690" h="1242">
                  <a:moveTo>
                    <a:pt x="810" y="116"/>
                  </a:moveTo>
                  <a:lnTo>
                    <a:pt x="1019" y="361"/>
                  </a:lnTo>
                  <a:lnTo>
                    <a:pt x="1026" y="370"/>
                  </a:lnTo>
                  <a:lnTo>
                    <a:pt x="1081" y="373"/>
                  </a:lnTo>
                  <a:lnTo>
                    <a:pt x="1142" y="376"/>
                  </a:lnTo>
                  <a:lnTo>
                    <a:pt x="1333" y="387"/>
                  </a:lnTo>
                  <a:lnTo>
                    <a:pt x="1345" y="380"/>
                  </a:lnTo>
                  <a:lnTo>
                    <a:pt x="1358" y="376"/>
                  </a:lnTo>
                  <a:lnTo>
                    <a:pt x="1368" y="371"/>
                  </a:lnTo>
                  <a:lnTo>
                    <a:pt x="1378" y="358"/>
                  </a:lnTo>
                  <a:lnTo>
                    <a:pt x="1386" y="348"/>
                  </a:lnTo>
                  <a:lnTo>
                    <a:pt x="1391" y="342"/>
                  </a:lnTo>
                  <a:lnTo>
                    <a:pt x="1396" y="338"/>
                  </a:lnTo>
                  <a:lnTo>
                    <a:pt x="1454" y="301"/>
                  </a:lnTo>
                  <a:lnTo>
                    <a:pt x="1480" y="284"/>
                  </a:lnTo>
                  <a:lnTo>
                    <a:pt x="1501" y="282"/>
                  </a:lnTo>
                  <a:lnTo>
                    <a:pt x="1532" y="278"/>
                  </a:lnTo>
                  <a:lnTo>
                    <a:pt x="1574" y="272"/>
                  </a:lnTo>
                  <a:lnTo>
                    <a:pt x="1590" y="270"/>
                  </a:lnTo>
                  <a:lnTo>
                    <a:pt x="1597" y="276"/>
                  </a:lnTo>
                  <a:lnTo>
                    <a:pt x="1687" y="364"/>
                  </a:lnTo>
                  <a:lnTo>
                    <a:pt x="1690" y="379"/>
                  </a:lnTo>
                  <a:lnTo>
                    <a:pt x="1690" y="399"/>
                  </a:lnTo>
                  <a:lnTo>
                    <a:pt x="1685" y="471"/>
                  </a:lnTo>
                  <a:lnTo>
                    <a:pt x="1683" y="483"/>
                  </a:lnTo>
                  <a:lnTo>
                    <a:pt x="1681" y="490"/>
                  </a:lnTo>
                  <a:lnTo>
                    <a:pt x="1676" y="514"/>
                  </a:lnTo>
                  <a:lnTo>
                    <a:pt x="1477" y="946"/>
                  </a:lnTo>
                  <a:lnTo>
                    <a:pt x="1462" y="945"/>
                  </a:lnTo>
                  <a:lnTo>
                    <a:pt x="1453" y="933"/>
                  </a:lnTo>
                  <a:lnTo>
                    <a:pt x="1451" y="922"/>
                  </a:lnTo>
                  <a:lnTo>
                    <a:pt x="1445" y="910"/>
                  </a:lnTo>
                  <a:lnTo>
                    <a:pt x="1436" y="907"/>
                  </a:lnTo>
                  <a:lnTo>
                    <a:pt x="1429" y="910"/>
                  </a:lnTo>
                  <a:lnTo>
                    <a:pt x="1419" y="916"/>
                  </a:lnTo>
                  <a:lnTo>
                    <a:pt x="1358" y="929"/>
                  </a:lnTo>
                  <a:lnTo>
                    <a:pt x="1297" y="925"/>
                  </a:lnTo>
                  <a:lnTo>
                    <a:pt x="1251" y="922"/>
                  </a:lnTo>
                  <a:lnTo>
                    <a:pt x="1213" y="917"/>
                  </a:lnTo>
                  <a:lnTo>
                    <a:pt x="1196" y="912"/>
                  </a:lnTo>
                  <a:lnTo>
                    <a:pt x="1178" y="907"/>
                  </a:lnTo>
                  <a:lnTo>
                    <a:pt x="1146" y="898"/>
                  </a:lnTo>
                  <a:lnTo>
                    <a:pt x="1134" y="894"/>
                  </a:lnTo>
                  <a:lnTo>
                    <a:pt x="1119" y="891"/>
                  </a:lnTo>
                  <a:lnTo>
                    <a:pt x="841" y="920"/>
                  </a:lnTo>
                  <a:lnTo>
                    <a:pt x="800" y="949"/>
                  </a:lnTo>
                  <a:lnTo>
                    <a:pt x="785" y="983"/>
                  </a:lnTo>
                  <a:lnTo>
                    <a:pt x="775" y="1013"/>
                  </a:lnTo>
                  <a:lnTo>
                    <a:pt x="769" y="1032"/>
                  </a:lnTo>
                  <a:lnTo>
                    <a:pt x="757" y="1050"/>
                  </a:lnTo>
                  <a:lnTo>
                    <a:pt x="661" y="1127"/>
                  </a:lnTo>
                  <a:lnTo>
                    <a:pt x="657" y="1131"/>
                  </a:lnTo>
                  <a:lnTo>
                    <a:pt x="648" y="1137"/>
                  </a:lnTo>
                  <a:lnTo>
                    <a:pt x="599" y="1176"/>
                  </a:lnTo>
                  <a:lnTo>
                    <a:pt x="521" y="1210"/>
                  </a:lnTo>
                  <a:lnTo>
                    <a:pt x="447" y="1242"/>
                  </a:lnTo>
                  <a:lnTo>
                    <a:pt x="405" y="1241"/>
                  </a:lnTo>
                  <a:lnTo>
                    <a:pt x="371" y="1218"/>
                  </a:lnTo>
                  <a:lnTo>
                    <a:pt x="288" y="1080"/>
                  </a:lnTo>
                  <a:lnTo>
                    <a:pt x="253" y="1021"/>
                  </a:lnTo>
                  <a:lnTo>
                    <a:pt x="243" y="990"/>
                  </a:lnTo>
                  <a:lnTo>
                    <a:pt x="230" y="952"/>
                  </a:lnTo>
                  <a:lnTo>
                    <a:pt x="221" y="906"/>
                  </a:lnTo>
                  <a:lnTo>
                    <a:pt x="221" y="846"/>
                  </a:lnTo>
                  <a:lnTo>
                    <a:pt x="220" y="821"/>
                  </a:lnTo>
                  <a:lnTo>
                    <a:pt x="218" y="795"/>
                  </a:lnTo>
                  <a:lnTo>
                    <a:pt x="217" y="762"/>
                  </a:lnTo>
                  <a:lnTo>
                    <a:pt x="205" y="728"/>
                  </a:lnTo>
                  <a:lnTo>
                    <a:pt x="197" y="704"/>
                  </a:lnTo>
                  <a:lnTo>
                    <a:pt x="172" y="493"/>
                  </a:lnTo>
                  <a:lnTo>
                    <a:pt x="165" y="481"/>
                  </a:lnTo>
                  <a:lnTo>
                    <a:pt x="153" y="477"/>
                  </a:lnTo>
                  <a:lnTo>
                    <a:pt x="105" y="464"/>
                  </a:lnTo>
                  <a:lnTo>
                    <a:pt x="92" y="464"/>
                  </a:lnTo>
                  <a:lnTo>
                    <a:pt x="50" y="488"/>
                  </a:lnTo>
                  <a:lnTo>
                    <a:pt x="32" y="481"/>
                  </a:lnTo>
                  <a:lnTo>
                    <a:pt x="13" y="439"/>
                  </a:lnTo>
                  <a:lnTo>
                    <a:pt x="10" y="420"/>
                  </a:lnTo>
                  <a:lnTo>
                    <a:pt x="0" y="357"/>
                  </a:lnTo>
                  <a:lnTo>
                    <a:pt x="0" y="348"/>
                  </a:lnTo>
                  <a:lnTo>
                    <a:pt x="0" y="335"/>
                  </a:lnTo>
                  <a:lnTo>
                    <a:pt x="17" y="314"/>
                  </a:lnTo>
                  <a:lnTo>
                    <a:pt x="108" y="256"/>
                  </a:lnTo>
                  <a:lnTo>
                    <a:pt x="121" y="251"/>
                  </a:lnTo>
                  <a:lnTo>
                    <a:pt x="137" y="245"/>
                  </a:lnTo>
                  <a:lnTo>
                    <a:pt x="161" y="234"/>
                  </a:lnTo>
                  <a:lnTo>
                    <a:pt x="190" y="228"/>
                  </a:lnTo>
                  <a:lnTo>
                    <a:pt x="219" y="221"/>
                  </a:lnTo>
                  <a:lnTo>
                    <a:pt x="226" y="216"/>
                  </a:lnTo>
                  <a:lnTo>
                    <a:pt x="233" y="206"/>
                  </a:lnTo>
                  <a:lnTo>
                    <a:pt x="239" y="193"/>
                  </a:lnTo>
                  <a:lnTo>
                    <a:pt x="246" y="183"/>
                  </a:lnTo>
                  <a:lnTo>
                    <a:pt x="252" y="170"/>
                  </a:lnTo>
                  <a:lnTo>
                    <a:pt x="272" y="159"/>
                  </a:lnTo>
                  <a:lnTo>
                    <a:pt x="315" y="163"/>
                  </a:lnTo>
                  <a:lnTo>
                    <a:pt x="369" y="168"/>
                  </a:lnTo>
                  <a:lnTo>
                    <a:pt x="382" y="169"/>
                  </a:lnTo>
                  <a:lnTo>
                    <a:pt x="399" y="193"/>
                  </a:lnTo>
                  <a:lnTo>
                    <a:pt x="442" y="221"/>
                  </a:lnTo>
                  <a:lnTo>
                    <a:pt x="468" y="233"/>
                  </a:lnTo>
                  <a:lnTo>
                    <a:pt x="485" y="234"/>
                  </a:lnTo>
                  <a:lnTo>
                    <a:pt x="513" y="230"/>
                  </a:lnTo>
                  <a:lnTo>
                    <a:pt x="537" y="217"/>
                  </a:lnTo>
                  <a:lnTo>
                    <a:pt x="584" y="167"/>
                  </a:lnTo>
                  <a:lnTo>
                    <a:pt x="593" y="158"/>
                  </a:lnTo>
                  <a:lnTo>
                    <a:pt x="728" y="0"/>
                  </a:lnTo>
                  <a:lnTo>
                    <a:pt x="748" y="28"/>
                  </a:lnTo>
                  <a:lnTo>
                    <a:pt x="786" y="81"/>
                  </a:lnTo>
                  <a:lnTo>
                    <a:pt x="791" y="88"/>
                  </a:lnTo>
                  <a:lnTo>
                    <a:pt x="796" y="96"/>
                  </a:lnTo>
                  <a:lnTo>
                    <a:pt x="805" y="104"/>
                  </a:lnTo>
                  <a:lnTo>
                    <a:pt x="810" y="11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l1075"/>
            <p:cNvSpPr/>
            <p:nvPr/>
          </p:nvSpPr>
          <p:spPr>
            <a:xfrm>
              <a:off x="4401524" y="5836723"/>
              <a:ext cx="388" cy="479"/>
            </a:xfrm>
            <a:custGeom>
              <a:avLst/>
              <a:pathLst>
                <a:path w="388" h="479">
                  <a:moveTo>
                    <a:pt x="301" y="207"/>
                  </a:moveTo>
                  <a:lnTo>
                    <a:pt x="294" y="226"/>
                  </a:lnTo>
                  <a:lnTo>
                    <a:pt x="288" y="225"/>
                  </a:lnTo>
                  <a:lnTo>
                    <a:pt x="241" y="302"/>
                  </a:lnTo>
                  <a:lnTo>
                    <a:pt x="149" y="419"/>
                  </a:lnTo>
                  <a:lnTo>
                    <a:pt x="116" y="449"/>
                  </a:lnTo>
                  <a:lnTo>
                    <a:pt x="109" y="454"/>
                  </a:lnTo>
                  <a:lnTo>
                    <a:pt x="112" y="464"/>
                  </a:lnTo>
                  <a:lnTo>
                    <a:pt x="102" y="479"/>
                  </a:lnTo>
                  <a:lnTo>
                    <a:pt x="88" y="464"/>
                  </a:lnTo>
                  <a:lnTo>
                    <a:pt x="50" y="359"/>
                  </a:lnTo>
                  <a:lnTo>
                    <a:pt x="0" y="218"/>
                  </a:lnTo>
                  <a:lnTo>
                    <a:pt x="52" y="58"/>
                  </a:lnTo>
                  <a:lnTo>
                    <a:pt x="138" y="16"/>
                  </a:lnTo>
                  <a:lnTo>
                    <a:pt x="149" y="12"/>
                  </a:lnTo>
                  <a:lnTo>
                    <a:pt x="187" y="0"/>
                  </a:lnTo>
                  <a:lnTo>
                    <a:pt x="197" y="1"/>
                  </a:lnTo>
                  <a:lnTo>
                    <a:pt x="241" y="8"/>
                  </a:lnTo>
                  <a:lnTo>
                    <a:pt x="377" y="39"/>
                  </a:lnTo>
                  <a:lnTo>
                    <a:pt x="388" y="55"/>
                  </a:lnTo>
                  <a:lnTo>
                    <a:pt x="385" y="65"/>
                  </a:lnTo>
                  <a:lnTo>
                    <a:pt x="325" y="163"/>
                  </a:lnTo>
                  <a:lnTo>
                    <a:pt x="303" y="201"/>
                  </a:lnTo>
                  <a:lnTo>
                    <a:pt x="301" y="20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l1076"/>
            <p:cNvSpPr/>
            <p:nvPr/>
          </p:nvSpPr>
          <p:spPr>
            <a:xfrm>
              <a:off x="4398676" y="5835570"/>
              <a:ext cx="1218" cy="1178"/>
            </a:xfrm>
            <a:custGeom>
              <a:avLst/>
              <a:pathLst>
                <a:path w="1218" h="1178">
                  <a:moveTo>
                    <a:pt x="838" y="819"/>
                  </a:moveTo>
                  <a:lnTo>
                    <a:pt x="811" y="820"/>
                  </a:lnTo>
                  <a:lnTo>
                    <a:pt x="805" y="819"/>
                  </a:lnTo>
                  <a:lnTo>
                    <a:pt x="794" y="816"/>
                  </a:lnTo>
                  <a:lnTo>
                    <a:pt x="780" y="816"/>
                  </a:lnTo>
                  <a:lnTo>
                    <a:pt x="760" y="828"/>
                  </a:lnTo>
                  <a:lnTo>
                    <a:pt x="755" y="835"/>
                  </a:lnTo>
                  <a:lnTo>
                    <a:pt x="749" y="851"/>
                  </a:lnTo>
                  <a:lnTo>
                    <a:pt x="713" y="951"/>
                  </a:lnTo>
                  <a:lnTo>
                    <a:pt x="709" y="962"/>
                  </a:lnTo>
                  <a:lnTo>
                    <a:pt x="703" y="974"/>
                  </a:lnTo>
                  <a:lnTo>
                    <a:pt x="693" y="979"/>
                  </a:lnTo>
                  <a:lnTo>
                    <a:pt x="689" y="975"/>
                  </a:lnTo>
                  <a:lnTo>
                    <a:pt x="674" y="971"/>
                  </a:lnTo>
                  <a:lnTo>
                    <a:pt x="658" y="974"/>
                  </a:lnTo>
                  <a:lnTo>
                    <a:pt x="637" y="972"/>
                  </a:lnTo>
                  <a:lnTo>
                    <a:pt x="630" y="968"/>
                  </a:lnTo>
                  <a:lnTo>
                    <a:pt x="604" y="943"/>
                  </a:lnTo>
                  <a:lnTo>
                    <a:pt x="589" y="930"/>
                  </a:lnTo>
                  <a:lnTo>
                    <a:pt x="556" y="911"/>
                  </a:lnTo>
                  <a:lnTo>
                    <a:pt x="550" y="903"/>
                  </a:lnTo>
                  <a:lnTo>
                    <a:pt x="546" y="897"/>
                  </a:lnTo>
                  <a:lnTo>
                    <a:pt x="357" y="1089"/>
                  </a:lnTo>
                  <a:lnTo>
                    <a:pt x="351" y="1093"/>
                  </a:lnTo>
                  <a:lnTo>
                    <a:pt x="236" y="1144"/>
                  </a:lnTo>
                  <a:lnTo>
                    <a:pt x="190" y="1165"/>
                  </a:lnTo>
                  <a:lnTo>
                    <a:pt x="174" y="1172"/>
                  </a:lnTo>
                  <a:lnTo>
                    <a:pt x="168" y="1175"/>
                  </a:lnTo>
                  <a:lnTo>
                    <a:pt x="161" y="1178"/>
                  </a:lnTo>
                  <a:lnTo>
                    <a:pt x="149" y="1172"/>
                  </a:lnTo>
                  <a:lnTo>
                    <a:pt x="114" y="1155"/>
                  </a:lnTo>
                  <a:lnTo>
                    <a:pt x="106" y="1150"/>
                  </a:lnTo>
                  <a:lnTo>
                    <a:pt x="89" y="1130"/>
                  </a:lnTo>
                  <a:lnTo>
                    <a:pt x="84" y="1126"/>
                  </a:lnTo>
                  <a:lnTo>
                    <a:pt x="79" y="1120"/>
                  </a:lnTo>
                  <a:lnTo>
                    <a:pt x="64" y="1104"/>
                  </a:lnTo>
                  <a:lnTo>
                    <a:pt x="33" y="1067"/>
                  </a:lnTo>
                  <a:lnTo>
                    <a:pt x="23" y="1055"/>
                  </a:lnTo>
                  <a:lnTo>
                    <a:pt x="0" y="1025"/>
                  </a:lnTo>
                  <a:lnTo>
                    <a:pt x="26" y="816"/>
                  </a:lnTo>
                  <a:lnTo>
                    <a:pt x="33" y="769"/>
                  </a:lnTo>
                  <a:lnTo>
                    <a:pt x="39" y="767"/>
                  </a:lnTo>
                  <a:lnTo>
                    <a:pt x="116" y="748"/>
                  </a:lnTo>
                  <a:lnTo>
                    <a:pt x="192" y="730"/>
                  </a:lnTo>
                  <a:lnTo>
                    <a:pt x="283" y="720"/>
                  </a:lnTo>
                  <a:lnTo>
                    <a:pt x="298" y="774"/>
                  </a:lnTo>
                  <a:lnTo>
                    <a:pt x="315" y="836"/>
                  </a:lnTo>
                  <a:lnTo>
                    <a:pt x="336" y="857"/>
                  </a:lnTo>
                  <a:lnTo>
                    <a:pt x="343" y="864"/>
                  </a:lnTo>
                  <a:lnTo>
                    <a:pt x="388" y="870"/>
                  </a:lnTo>
                  <a:lnTo>
                    <a:pt x="395" y="871"/>
                  </a:lnTo>
                  <a:lnTo>
                    <a:pt x="451" y="832"/>
                  </a:lnTo>
                  <a:lnTo>
                    <a:pt x="471" y="803"/>
                  </a:lnTo>
                  <a:lnTo>
                    <a:pt x="554" y="686"/>
                  </a:lnTo>
                  <a:lnTo>
                    <a:pt x="558" y="681"/>
                  </a:lnTo>
                  <a:lnTo>
                    <a:pt x="636" y="517"/>
                  </a:lnTo>
                  <a:lnTo>
                    <a:pt x="645" y="497"/>
                  </a:lnTo>
                  <a:lnTo>
                    <a:pt x="691" y="400"/>
                  </a:lnTo>
                  <a:lnTo>
                    <a:pt x="693" y="357"/>
                  </a:lnTo>
                  <a:lnTo>
                    <a:pt x="655" y="180"/>
                  </a:lnTo>
                  <a:lnTo>
                    <a:pt x="616" y="90"/>
                  </a:lnTo>
                  <a:lnTo>
                    <a:pt x="607" y="74"/>
                  </a:lnTo>
                  <a:lnTo>
                    <a:pt x="598" y="59"/>
                  </a:lnTo>
                  <a:lnTo>
                    <a:pt x="605" y="49"/>
                  </a:lnTo>
                  <a:lnTo>
                    <a:pt x="631" y="6"/>
                  </a:lnTo>
                  <a:lnTo>
                    <a:pt x="642" y="0"/>
                  </a:lnTo>
                  <a:lnTo>
                    <a:pt x="695" y="8"/>
                  </a:lnTo>
                  <a:lnTo>
                    <a:pt x="867" y="100"/>
                  </a:lnTo>
                  <a:lnTo>
                    <a:pt x="872" y="104"/>
                  </a:lnTo>
                  <a:lnTo>
                    <a:pt x="912" y="143"/>
                  </a:lnTo>
                  <a:lnTo>
                    <a:pt x="922" y="151"/>
                  </a:lnTo>
                  <a:lnTo>
                    <a:pt x="938" y="168"/>
                  </a:lnTo>
                  <a:lnTo>
                    <a:pt x="1207" y="497"/>
                  </a:lnTo>
                  <a:lnTo>
                    <a:pt x="1218" y="511"/>
                  </a:lnTo>
                  <a:lnTo>
                    <a:pt x="1216" y="516"/>
                  </a:lnTo>
                  <a:lnTo>
                    <a:pt x="1213" y="528"/>
                  </a:lnTo>
                  <a:lnTo>
                    <a:pt x="1065" y="677"/>
                  </a:lnTo>
                  <a:lnTo>
                    <a:pt x="980" y="762"/>
                  </a:lnTo>
                  <a:lnTo>
                    <a:pt x="971" y="769"/>
                  </a:lnTo>
                  <a:lnTo>
                    <a:pt x="927" y="794"/>
                  </a:lnTo>
                  <a:lnTo>
                    <a:pt x="862" y="807"/>
                  </a:lnTo>
                  <a:lnTo>
                    <a:pt x="838" y="81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l1077"/>
            <p:cNvSpPr/>
            <p:nvPr/>
          </p:nvSpPr>
          <p:spPr>
            <a:xfrm>
              <a:off x="4367026" y="5832054"/>
              <a:ext cx="1372" cy="1549"/>
            </a:xfrm>
            <a:custGeom>
              <a:avLst/>
              <a:pathLst>
                <a:path w="1372" h="1549">
                  <a:moveTo>
                    <a:pt x="1304" y="619"/>
                  </a:moveTo>
                  <a:lnTo>
                    <a:pt x="332" y="1549"/>
                  </a:lnTo>
                  <a:lnTo>
                    <a:pt x="173" y="1275"/>
                  </a:lnTo>
                  <a:lnTo>
                    <a:pt x="0" y="973"/>
                  </a:lnTo>
                  <a:lnTo>
                    <a:pt x="0" y="966"/>
                  </a:lnTo>
                  <a:lnTo>
                    <a:pt x="49" y="920"/>
                  </a:lnTo>
                  <a:lnTo>
                    <a:pt x="419" y="574"/>
                  </a:lnTo>
                  <a:lnTo>
                    <a:pt x="593" y="399"/>
                  </a:lnTo>
                  <a:lnTo>
                    <a:pt x="1017" y="0"/>
                  </a:lnTo>
                  <a:lnTo>
                    <a:pt x="1317" y="459"/>
                  </a:lnTo>
                  <a:lnTo>
                    <a:pt x="1372" y="544"/>
                  </a:lnTo>
                  <a:lnTo>
                    <a:pt x="1304" y="61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l1078"/>
            <p:cNvSpPr/>
            <p:nvPr/>
          </p:nvSpPr>
          <p:spPr>
            <a:xfrm>
              <a:off x="4399252" y="5834952"/>
              <a:ext cx="652" cy="790"/>
            </a:xfrm>
            <a:custGeom>
              <a:avLst/>
              <a:pathLst>
                <a:path w="652" h="790">
                  <a:moveTo>
                    <a:pt x="652" y="206"/>
                  </a:moveTo>
                  <a:lnTo>
                    <a:pt x="608" y="703"/>
                  </a:lnTo>
                  <a:lnTo>
                    <a:pt x="583" y="758"/>
                  </a:lnTo>
                  <a:lnTo>
                    <a:pt x="558" y="773"/>
                  </a:lnTo>
                  <a:lnTo>
                    <a:pt x="541" y="784"/>
                  </a:lnTo>
                  <a:lnTo>
                    <a:pt x="536" y="786"/>
                  </a:lnTo>
                  <a:lnTo>
                    <a:pt x="530" y="790"/>
                  </a:lnTo>
                  <a:lnTo>
                    <a:pt x="374" y="690"/>
                  </a:lnTo>
                  <a:lnTo>
                    <a:pt x="254" y="601"/>
                  </a:lnTo>
                  <a:lnTo>
                    <a:pt x="13" y="468"/>
                  </a:lnTo>
                  <a:lnTo>
                    <a:pt x="12" y="459"/>
                  </a:lnTo>
                  <a:lnTo>
                    <a:pt x="14" y="450"/>
                  </a:lnTo>
                  <a:lnTo>
                    <a:pt x="14" y="429"/>
                  </a:lnTo>
                  <a:lnTo>
                    <a:pt x="8" y="363"/>
                  </a:lnTo>
                  <a:lnTo>
                    <a:pt x="7" y="352"/>
                  </a:lnTo>
                  <a:lnTo>
                    <a:pt x="0" y="266"/>
                  </a:lnTo>
                  <a:lnTo>
                    <a:pt x="6" y="239"/>
                  </a:lnTo>
                  <a:lnTo>
                    <a:pt x="16" y="224"/>
                  </a:lnTo>
                  <a:lnTo>
                    <a:pt x="20" y="220"/>
                  </a:lnTo>
                  <a:lnTo>
                    <a:pt x="37" y="202"/>
                  </a:lnTo>
                  <a:lnTo>
                    <a:pt x="47" y="194"/>
                  </a:lnTo>
                  <a:lnTo>
                    <a:pt x="54" y="182"/>
                  </a:lnTo>
                  <a:lnTo>
                    <a:pt x="60" y="166"/>
                  </a:lnTo>
                  <a:lnTo>
                    <a:pt x="74" y="144"/>
                  </a:lnTo>
                  <a:lnTo>
                    <a:pt x="89" y="140"/>
                  </a:lnTo>
                  <a:lnTo>
                    <a:pt x="105" y="136"/>
                  </a:lnTo>
                  <a:lnTo>
                    <a:pt x="194" y="203"/>
                  </a:lnTo>
                  <a:lnTo>
                    <a:pt x="263" y="331"/>
                  </a:lnTo>
                  <a:lnTo>
                    <a:pt x="265" y="336"/>
                  </a:lnTo>
                  <a:lnTo>
                    <a:pt x="288" y="390"/>
                  </a:lnTo>
                  <a:lnTo>
                    <a:pt x="292" y="402"/>
                  </a:lnTo>
                  <a:lnTo>
                    <a:pt x="294" y="408"/>
                  </a:lnTo>
                  <a:lnTo>
                    <a:pt x="296" y="416"/>
                  </a:lnTo>
                  <a:lnTo>
                    <a:pt x="298" y="423"/>
                  </a:lnTo>
                  <a:lnTo>
                    <a:pt x="295" y="442"/>
                  </a:lnTo>
                  <a:lnTo>
                    <a:pt x="298" y="476"/>
                  </a:lnTo>
                  <a:lnTo>
                    <a:pt x="332" y="493"/>
                  </a:lnTo>
                  <a:lnTo>
                    <a:pt x="346" y="494"/>
                  </a:lnTo>
                  <a:lnTo>
                    <a:pt x="354" y="494"/>
                  </a:lnTo>
                  <a:lnTo>
                    <a:pt x="370" y="491"/>
                  </a:lnTo>
                  <a:lnTo>
                    <a:pt x="428" y="458"/>
                  </a:lnTo>
                  <a:lnTo>
                    <a:pt x="453" y="433"/>
                  </a:lnTo>
                  <a:lnTo>
                    <a:pt x="483" y="393"/>
                  </a:lnTo>
                  <a:lnTo>
                    <a:pt x="489" y="386"/>
                  </a:lnTo>
                  <a:lnTo>
                    <a:pt x="513" y="340"/>
                  </a:lnTo>
                  <a:lnTo>
                    <a:pt x="529" y="306"/>
                  </a:lnTo>
                  <a:lnTo>
                    <a:pt x="533" y="288"/>
                  </a:lnTo>
                  <a:lnTo>
                    <a:pt x="532" y="280"/>
                  </a:lnTo>
                  <a:lnTo>
                    <a:pt x="528" y="272"/>
                  </a:lnTo>
                  <a:lnTo>
                    <a:pt x="504" y="227"/>
                  </a:lnTo>
                  <a:lnTo>
                    <a:pt x="483" y="171"/>
                  </a:lnTo>
                  <a:lnTo>
                    <a:pt x="484" y="165"/>
                  </a:lnTo>
                  <a:lnTo>
                    <a:pt x="483" y="154"/>
                  </a:lnTo>
                  <a:lnTo>
                    <a:pt x="484" y="142"/>
                  </a:lnTo>
                  <a:lnTo>
                    <a:pt x="490" y="125"/>
                  </a:lnTo>
                  <a:lnTo>
                    <a:pt x="495" y="106"/>
                  </a:lnTo>
                  <a:lnTo>
                    <a:pt x="496" y="84"/>
                  </a:lnTo>
                  <a:lnTo>
                    <a:pt x="492" y="76"/>
                  </a:lnTo>
                  <a:lnTo>
                    <a:pt x="491" y="64"/>
                  </a:lnTo>
                  <a:lnTo>
                    <a:pt x="493" y="54"/>
                  </a:lnTo>
                  <a:lnTo>
                    <a:pt x="493" y="43"/>
                  </a:lnTo>
                  <a:lnTo>
                    <a:pt x="504" y="25"/>
                  </a:lnTo>
                  <a:lnTo>
                    <a:pt x="537" y="9"/>
                  </a:lnTo>
                  <a:lnTo>
                    <a:pt x="556" y="4"/>
                  </a:lnTo>
                  <a:lnTo>
                    <a:pt x="571" y="0"/>
                  </a:lnTo>
                  <a:lnTo>
                    <a:pt x="581" y="14"/>
                  </a:lnTo>
                  <a:lnTo>
                    <a:pt x="623" y="118"/>
                  </a:lnTo>
                  <a:lnTo>
                    <a:pt x="637" y="156"/>
                  </a:lnTo>
                  <a:lnTo>
                    <a:pt x="640" y="161"/>
                  </a:lnTo>
                  <a:lnTo>
                    <a:pt x="641" y="168"/>
                  </a:lnTo>
                  <a:lnTo>
                    <a:pt x="647" y="189"/>
                  </a:lnTo>
                  <a:lnTo>
                    <a:pt x="652" y="2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l1079"/>
            <p:cNvSpPr/>
            <p:nvPr/>
          </p:nvSpPr>
          <p:spPr>
            <a:xfrm>
              <a:off x="4398229" y="5834006"/>
              <a:ext cx="1385" cy="1242"/>
            </a:xfrm>
            <a:custGeom>
              <a:avLst/>
              <a:pathLst>
                <a:path w="1385" h="1242">
                  <a:moveTo>
                    <a:pt x="492" y="244"/>
                  </a:moveTo>
                  <a:lnTo>
                    <a:pt x="825" y="278"/>
                  </a:lnTo>
                  <a:lnTo>
                    <a:pt x="832" y="277"/>
                  </a:lnTo>
                  <a:lnTo>
                    <a:pt x="851" y="269"/>
                  </a:lnTo>
                  <a:lnTo>
                    <a:pt x="863" y="263"/>
                  </a:lnTo>
                  <a:lnTo>
                    <a:pt x="871" y="258"/>
                  </a:lnTo>
                  <a:lnTo>
                    <a:pt x="880" y="252"/>
                  </a:lnTo>
                  <a:lnTo>
                    <a:pt x="883" y="244"/>
                  </a:lnTo>
                  <a:lnTo>
                    <a:pt x="889" y="231"/>
                  </a:lnTo>
                  <a:lnTo>
                    <a:pt x="891" y="221"/>
                  </a:lnTo>
                  <a:lnTo>
                    <a:pt x="894" y="210"/>
                  </a:lnTo>
                  <a:lnTo>
                    <a:pt x="909" y="208"/>
                  </a:lnTo>
                  <a:lnTo>
                    <a:pt x="920" y="218"/>
                  </a:lnTo>
                  <a:lnTo>
                    <a:pt x="926" y="232"/>
                  </a:lnTo>
                  <a:lnTo>
                    <a:pt x="945" y="242"/>
                  </a:lnTo>
                  <a:lnTo>
                    <a:pt x="974" y="251"/>
                  </a:lnTo>
                  <a:lnTo>
                    <a:pt x="1002" y="258"/>
                  </a:lnTo>
                  <a:lnTo>
                    <a:pt x="1025" y="257"/>
                  </a:lnTo>
                  <a:lnTo>
                    <a:pt x="1047" y="255"/>
                  </a:lnTo>
                  <a:lnTo>
                    <a:pt x="1109" y="248"/>
                  </a:lnTo>
                  <a:lnTo>
                    <a:pt x="1148" y="243"/>
                  </a:lnTo>
                  <a:lnTo>
                    <a:pt x="1200" y="236"/>
                  </a:lnTo>
                  <a:lnTo>
                    <a:pt x="1328" y="270"/>
                  </a:lnTo>
                  <a:lnTo>
                    <a:pt x="1385" y="288"/>
                  </a:lnTo>
                  <a:lnTo>
                    <a:pt x="1378" y="298"/>
                  </a:lnTo>
                  <a:lnTo>
                    <a:pt x="1326" y="366"/>
                  </a:lnTo>
                  <a:lnTo>
                    <a:pt x="1317" y="370"/>
                  </a:lnTo>
                  <a:lnTo>
                    <a:pt x="1305" y="375"/>
                  </a:lnTo>
                  <a:lnTo>
                    <a:pt x="1202" y="416"/>
                  </a:lnTo>
                  <a:lnTo>
                    <a:pt x="1190" y="421"/>
                  </a:lnTo>
                  <a:lnTo>
                    <a:pt x="1185" y="423"/>
                  </a:lnTo>
                  <a:lnTo>
                    <a:pt x="1177" y="426"/>
                  </a:lnTo>
                  <a:lnTo>
                    <a:pt x="919" y="483"/>
                  </a:lnTo>
                  <a:lnTo>
                    <a:pt x="914" y="486"/>
                  </a:lnTo>
                  <a:lnTo>
                    <a:pt x="902" y="511"/>
                  </a:lnTo>
                  <a:lnTo>
                    <a:pt x="899" y="521"/>
                  </a:lnTo>
                  <a:lnTo>
                    <a:pt x="893" y="537"/>
                  </a:lnTo>
                  <a:lnTo>
                    <a:pt x="886" y="542"/>
                  </a:lnTo>
                  <a:lnTo>
                    <a:pt x="880" y="544"/>
                  </a:lnTo>
                  <a:lnTo>
                    <a:pt x="863" y="545"/>
                  </a:lnTo>
                  <a:lnTo>
                    <a:pt x="847" y="548"/>
                  </a:lnTo>
                  <a:lnTo>
                    <a:pt x="816" y="557"/>
                  </a:lnTo>
                  <a:lnTo>
                    <a:pt x="805" y="561"/>
                  </a:lnTo>
                  <a:lnTo>
                    <a:pt x="798" y="569"/>
                  </a:lnTo>
                  <a:lnTo>
                    <a:pt x="790" y="569"/>
                  </a:lnTo>
                  <a:lnTo>
                    <a:pt x="781" y="566"/>
                  </a:lnTo>
                  <a:lnTo>
                    <a:pt x="776" y="561"/>
                  </a:lnTo>
                  <a:lnTo>
                    <a:pt x="770" y="544"/>
                  </a:lnTo>
                  <a:lnTo>
                    <a:pt x="770" y="527"/>
                  </a:lnTo>
                  <a:lnTo>
                    <a:pt x="767" y="516"/>
                  </a:lnTo>
                  <a:lnTo>
                    <a:pt x="757" y="499"/>
                  </a:lnTo>
                  <a:lnTo>
                    <a:pt x="749" y="492"/>
                  </a:lnTo>
                  <a:lnTo>
                    <a:pt x="741" y="481"/>
                  </a:lnTo>
                  <a:lnTo>
                    <a:pt x="591" y="353"/>
                  </a:lnTo>
                  <a:lnTo>
                    <a:pt x="566" y="346"/>
                  </a:lnTo>
                  <a:lnTo>
                    <a:pt x="558" y="347"/>
                  </a:lnTo>
                  <a:lnTo>
                    <a:pt x="551" y="350"/>
                  </a:lnTo>
                  <a:lnTo>
                    <a:pt x="541" y="355"/>
                  </a:lnTo>
                  <a:lnTo>
                    <a:pt x="535" y="362"/>
                  </a:lnTo>
                  <a:lnTo>
                    <a:pt x="530" y="367"/>
                  </a:lnTo>
                  <a:lnTo>
                    <a:pt x="519" y="379"/>
                  </a:lnTo>
                  <a:lnTo>
                    <a:pt x="514" y="378"/>
                  </a:lnTo>
                  <a:lnTo>
                    <a:pt x="502" y="373"/>
                  </a:lnTo>
                  <a:lnTo>
                    <a:pt x="488" y="369"/>
                  </a:lnTo>
                  <a:lnTo>
                    <a:pt x="442" y="367"/>
                  </a:lnTo>
                  <a:lnTo>
                    <a:pt x="434" y="375"/>
                  </a:lnTo>
                  <a:lnTo>
                    <a:pt x="351" y="467"/>
                  </a:lnTo>
                  <a:lnTo>
                    <a:pt x="342" y="560"/>
                  </a:lnTo>
                  <a:lnTo>
                    <a:pt x="346" y="606"/>
                  </a:lnTo>
                  <a:lnTo>
                    <a:pt x="347" y="620"/>
                  </a:lnTo>
                  <a:lnTo>
                    <a:pt x="595" y="883"/>
                  </a:lnTo>
                  <a:lnTo>
                    <a:pt x="702" y="973"/>
                  </a:lnTo>
                  <a:lnTo>
                    <a:pt x="709" y="979"/>
                  </a:lnTo>
                  <a:lnTo>
                    <a:pt x="716" y="985"/>
                  </a:lnTo>
                  <a:lnTo>
                    <a:pt x="752" y="1015"/>
                  </a:lnTo>
                  <a:lnTo>
                    <a:pt x="837" y="1006"/>
                  </a:lnTo>
                  <a:lnTo>
                    <a:pt x="848" y="1007"/>
                  </a:lnTo>
                  <a:lnTo>
                    <a:pt x="852" y="1010"/>
                  </a:lnTo>
                  <a:lnTo>
                    <a:pt x="865" y="1012"/>
                  </a:lnTo>
                  <a:lnTo>
                    <a:pt x="870" y="1009"/>
                  </a:lnTo>
                  <a:lnTo>
                    <a:pt x="876" y="994"/>
                  </a:lnTo>
                  <a:lnTo>
                    <a:pt x="896" y="1005"/>
                  </a:lnTo>
                  <a:lnTo>
                    <a:pt x="903" y="1009"/>
                  </a:lnTo>
                  <a:lnTo>
                    <a:pt x="911" y="1036"/>
                  </a:lnTo>
                  <a:lnTo>
                    <a:pt x="913" y="1048"/>
                  </a:lnTo>
                  <a:lnTo>
                    <a:pt x="916" y="1058"/>
                  </a:lnTo>
                  <a:lnTo>
                    <a:pt x="921" y="1078"/>
                  </a:lnTo>
                  <a:lnTo>
                    <a:pt x="918" y="1086"/>
                  </a:lnTo>
                  <a:lnTo>
                    <a:pt x="872" y="1242"/>
                  </a:lnTo>
                  <a:lnTo>
                    <a:pt x="722" y="1162"/>
                  </a:lnTo>
                  <a:lnTo>
                    <a:pt x="715" y="1153"/>
                  </a:lnTo>
                  <a:lnTo>
                    <a:pt x="687" y="1113"/>
                  </a:lnTo>
                  <a:lnTo>
                    <a:pt x="665" y="1082"/>
                  </a:lnTo>
                  <a:lnTo>
                    <a:pt x="654" y="1068"/>
                  </a:lnTo>
                  <a:lnTo>
                    <a:pt x="610" y="1007"/>
                  </a:lnTo>
                  <a:lnTo>
                    <a:pt x="602" y="1004"/>
                  </a:lnTo>
                  <a:lnTo>
                    <a:pt x="595" y="1013"/>
                  </a:lnTo>
                  <a:lnTo>
                    <a:pt x="576" y="1054"/>
                  </a:lnTo>
                  <a:lnTo>
                    <a:pt x="551" y="1066"/>
                  </a:lnTo>
                  <a:lnTo>
                    <a:pt x="488" y="1075"/>
                  </a:lnTo>
                  <a:lnTo>
                    <a:pt x="483" y="1065"/>
                  </a:lnTo>
                  <a:lnTo>
                    <a:pt x="476" y="1062"/>
                  </a:lnTo>
                  <a:lnTo>
                    <a:pt x="459" y="1074"/>
                  </a:lnTo>
                  <a:lnTo>
                    <a:pt x="367" y="1141"/>
                  </a:lnTo>
                  <a:lnTo>
                    <a:pt x="22" y="1193"/>
                  </a:lnTo>
                  <a:lnTo>
                    <a:pt x="0" y="1100"/>
                  </a:lnTo>
                  <a:lnTo>
                    <a:pt x="63" y="906"/>
                  </a:lnTo>
                  <a:lnTo>
                    <a:pt x="70" y="904"/>
                  </a:lnTo>
                  <a:lnTo>
                    <a:pt x="119" y="886"/>
                  </a:lnTo>
                  <a:lnTo>
                    <a:pt x="201" y="893"/>
                  </a:lnTo>
                  <a:lnTo>
                    <a:pt x="268" y="913"/>
                  </a:lnTo>
                  <a:lnTo>
                    <a:pt x="304" y="906"/>
                  </a:lnTo>
                  <a:lnTo>
                    <a:pt x="349" y="897"/>
                  </a:lnTo>
                  <a:lnTo>
                    <a:pt x="368" y="893"/>
                  </a:lnTo>
                  <a:lnTo>
                    <a:pt x="386" y="885"/>
                  </a:lnTo>
                  <a:lnTo>
                    <a:pt x="395" y="876"/>
                  </a:lnTo>
                  <a:lnTo>
                    <a:pt x="396" y="863"/>
                  </a:lnTo>
                  <a:lnTo>
                    <a:pt x="389" y="852"/>
                  </a:lnTo>
                  <a:lnTo>
                    <a:pt x="208" y="500"/>
                  </a:lnTo>
                  <a:lnTo>
                    <a:pt x="182" y="413"/>
                  </a:lnTo>
                  <a:lnTo>
                    <a:pt x="176" y="392"/>
                  </a:lnTo>
                  <a:lnTo>
                    <a:pt x="118" y="198"/>
                  </a:lnTo>
                  <a:lnTo>
                    <a:pt x="112" y="169"/>
                  </a:lnTo>
                  <a:lnTo>
                    <a:pt x="110" y="159"/>
                  </a:lnTo>
                  <a:lnTo>
                    <a:pt x="107" y="142"/>
                  </a:lnTo>
                  <a:lnTo>
                    <a:pt x="104" y="124"/>
                  </a:lnTo>
                  <a:lnTo>
                    <a:pt x="116" y="92"/>
                  </a:lnTo>
                  <a:lnTo>
                    <a:pt x="190" y="21"/>
                  </a:lnTo>
                  <a:lnTo>
                    <a:pt x="208" y="7"/>
                  </a:lnTo>
                  <a:lnTo>
                    <a:pt x="222" y="4"/>
                  </a:lnTo>
                  <a:lnTo>
                    <a:pt x="254" y="0"/>
                  </a:lnTo>
                  <a:lnTo>
                    <a:pt x="320" y="23"/>
                  </a:lnTo>
                  <a:lnTo>
                    <a:pt x="332" y="40"/>
                  </a:lnTo>
                  <a:lnTo>
                    <a:pt x="339" y="58"/>
                  </a:lnTo>
                  <a:lnTo>
                    <a:pt x="338" y="89"/>
                  </a:lnTo>
                  <a:lnTo>
                    <a:pt x="333" y="94"/>
                  </a:lnTo>
                  <a:lnTo>
                    <a:pt x="314" y="113"/>
                  </a:lnTo>
                  <a:lnTo>
                    <a:pt x="312" y="124"/>
                  </a:lnTo>
                  <a:lnTo>
                    <a:pt x="309" y="135"/>
                  </a:lnTo>
                  <a:lnTo>
                    <a:pt x="307" y="143"/>
                  </a:lnTo>
                  <a:lnTo>
                    <a:pt x="317" y="179"/>
                  </a:lnTo>
                  <a:lnTo>
                    <a:pt x="321" y="191"/>
                  </a:lnTo>
                  <a:lnTo>
                    <a:pt x="354" y="228"/>
                  </a:lnTo>
                  <a:lnTo>
                    <a:pt x="492" y="24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l1080"/>
            <p:cNvSpPr/>
            <p:nvPr/>
          </p:nvSpPr>
          <p:spPr>
            <a:xfrm>
              <a:off x="4404809" y="5834127"/>
              <a:ext cx="773" cy="839"/>
            </a:xfrm>
            <a:custGeom>
              <a:avLst/>
              <a:pathLst>
                <a:path w="773" h="839">
                  <a:moveTo>
                    <a:pt x="249" y="292"/>
                  </a:moveTo>
                  <a:lnTo>
                    <a:pt x="258" y="317"/>
                  </a:lnTo>
                  <a:lnTo>
                    <a:pt x="262" y="336"/>
                  </a:lnTo>
                  <a:lnTo>
                    <a:pt x="262" y="352"/>
                  </a:lnTo>
                  <a:lnTo>
                    <a:pt x="262" y="379"/>
                  </a:lnTo>
                  <a:lnTo>
                    <a:pt x="264" y="389"/>
                  </a:lnTo>
                  <a:lnTo>
                    <a:pt x="288" y="438"/>
                  </a:lnTo>
                  <a:lnTo>
                    <a:pt x="481" y="596"/>
                  </a:lnTo>
                  <a:lnTo>
                    <a:pt x="527" y="624"/>
                  </a:lnTo>
                  <a:lnTo>
                    <a:pt x="541" y="625"/>
                  </a:lnTo>
                  <a:lnTo>
                    <a:pt x="553" y="620"/>
                  </a:lnTo>
                  <a:lnTo>
                    <a:pt x="562" y="613"/>
                  </a:lnTo>
                  <a:lnTo>
                    <a:pt x="609" y="585"/>
                  </a:lnTo>
                  <a:lnTo>
                    <a:pt x="651" y="593"/>
                  </a:lnTo>
                  <a:lnTo>
                    <a:pt x="740" y="620"/>
                  </a:lnTo>
                  <a:lnTo>
                    <a:pt x="745" y="622"/>
                  </a:lnTo>
                  <a:lnTo>
                    <a:pt x="766" y="649"/>
                  </a:lnTo>
                  <a:lnTo>
                    <a:pt x="773" y="672"/>
                  </a:lnTo>
                  <a:lnTo>
                    <a:pt x="770" y="681"/>
                  </a:lnTo>
                  <a:lnTo>
                    <a:pt x="765" y="686"/>
                  </a:lnTo>
                  <a:lnTo>
                    <a:pt x="698" y="788"/>
                  </a:lnTo>
                  <a:lnTo>
                    <a:pt x="643" y="815"/>
                  </a:lnTo>
                  <a:lnTo>
                    <a:pt x="606" y="824"/>
                  </a:lnTo>
                  <a:lnTo>
                    <a:pt x="560" y="836"/>
                  </a:lnTo>
                  <a:lnTo>
                    <a:pt x="547" y="838"/>
                  </a:lnTo>
                  <a:lnTo>
                    <a:pt x="504" y="839"/>
                  </a:lnTo>
                  <a:lnTo>
                    <a:pt x="467" y="832"/>
                  </a:lnTo>
                  <a:lnTo>
                    <a:pt x="394" y="806"/>
                  </a:lnTo>
                  <a:lnTo>
                    <a:pt x="362" y="781"/>
                  </a:lnTo>
                  <a:lnTo>
                    <a:pt x="333" y="764"/>
                  </a:lnTo>
                  <a:lnTo>
                    <a:pt x="298" y="732"/>
                  </a:lnTo>
                  <a:lnTo>
                    <a:pt x="276" y="715"/>
                  </a:lnTo>
                  <a:lnTo>
                    <a:pt x="247" y="698"/>
                  </a:lnTo>
                  <a:lnTo>
                    <a:pt x="220" y="679"/>
                  </a:lnTo>
                  <a:lnTo>
                    <a:pt x="205" y="674"/>
                  </a:lnTo>
                  <a:lnTo>
                    <a:pt x="178" y="672"/>
                  </a:lnTo>
                  <a:lnTo>
                    <a:pt x="162" y="676"/>
                  </a:lnTo>
                  <a:lnTo>
                    <a:pt x="140" y="683"/>
                  </a:lnTo>
                  <a:lnTo>
                    <a:pt x="127" y="687"/>
                  </a:lnTo>
                  <a:lnTo>
                    <a:pt x="119" y="687"/>
                  </a:lnTo>
                  <a:lnTo>
                    <a:pt x="92" y="665"/>
                  </a:lnTo>
                  <a:lnTo>
                    <a:pt x="37" y="566"/>
                  </a:lnTo>
                  <a:lnTo>
                    <a:pt x="23" y="540"/>
                  </a:lnTo>
                  <a:lnTo>
                    <a:pt x="22" y="532"/>
                  </a:lnTo>
                  <a:lnTo>
                    <a:pt x="16" y="446"/>
                  </a:lnTo>
                  <a:lnTo>
                    <a:pt x="21" y="420"/>
                  </a:lnTo>
                  <a:lnTo>
                    <a:pt x="24" y="394"/>
                  </a:lnTo>
                  <a:lnTo>
                    <a:pt x="23" y="355"/>
                  </a:lnTo>
                  <a:lnTo>
                    <a:pt x="29" y="328"/>
                  </a:lnTo>
                  <a:lnTo>
                    <a:pt x="29" y="314"/>
                  </a:lnTo>
                  <a:lnTo>
                    <a:pt x="20" y="300"/>
                  </a:lnTo>
                  <a:lnTo>
                    <a:pt x="9" y="288"/>
                  </a:lnTo>
                  <a:lnTo>
                    <a:pt x="4" y="288"/>
                  </a:lnTo>
                  <a:lnTo>
                    <a:pt x="0" y="230"/>
                  </a:lnTo>
                  <a:lnTo>
                    <a:pt x="3" y="218"/>
                  </a:lnTo>
                  <a:lnTo>
                    <a:pt x="8" y="190"/>
                  </a:lnTo>
                  <a:lnTo>
                    <a:pt x="9" y="167"/>
                  </a:lnTo>
                  <a:lnTo>
                    <a:pt x="14" y="139"/>
                  </a:lnTo>
                  <a:lnTo>
                    <a:pt x="18" y="123"/>
                  </a:lnTo>
                  <a:lnTo>
                    <a:pt x="19" y="106"/>
                  </a:lnTo>
                  <a:lnTo>
                    <a:pt x="22" y="87"/>
                  </a:lnTo>
                  <a:lnTo>
                    <a:pt x="41" y="73"/>
                  </a:lnTo>
                  <a:lnTo>
                    <a:pt x="52" y="71"/>
                  </a:lnTo>
                  <a:lnTo>
                    <a:pt x="60" y="67"/>
                  </a:lnTo>
                  <a:lnTo>
                    <a:pt x="125" y="43"/>
                  </a:lnTo>
                  <a:lnTo>
                    <a:pt x="141" y="29"/>
                  </a:lnTo>
                  <a:lnTo>
                    <a:pt x="166" y="12"/>
                  </a:lnTo>
                  <a:lnTo>
                    <a:pt x="193" y="0"/>
                  </a:lnTo>
                  <a:lnTo>
                    <a:pt x="226" y="184"/>
                  </a:lnTo>
                  <a:lnTo>
                    <a:pt x="229" y="201"/>
                  </a:lnTo>
                  <a:lnTo>
                    <a:pt x="240" y="233"/>
                  </a:lnTo>
                  <a:lnTo>
                    <a:pt x="247" y="261"/>
                  </a:lnTo>
                  <a:lnTo>
                    <a:pt x="249" y="278"/>
                  </a:lnTo>
                  <a:lnTo>
                    <a:pt x="249" y="2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l1081"/>
            <p:cNvSpPr/>
            <p:nvPr/>
          </p:nvSpPr>
          <p:spPr>
            <a:xfrm>
              <a:off x="4424225" y="5835950"/>
              <a:ext cx="701" cy="739"/>
            </a:xfrm>
            <a:custGeom>
              <a:avLst/>
              <a:pathLst>
                <a:path w="701" h="739">
                  <a:moveTo>
                    <a:pt x="437" y="160"/>
                  </a:moveTo>
                  <a:lnTo>
                    <a:pt x="454" y="173"/>
                  </a:lnTo>
                  <a:lnTo>
                    <a:pt x="571" y="159"/>
                  </a:lnTo>
                  <a:lnTo>
                    <a:pt x="576" y="159"/>
                  </a:lnTo>
                  <a:lnTo>
                    <a:pt x="589" y="157"/>
                  </a:lnTo>
                  <a:lnTo>
                    <a:pt x="617" y="151"/>
                  </a:lnTo>
                  <a:lnTo>
                    <a:pt x="653" y="162"/>
                  </a:lnTo>
                  <a:lnTo>
                    <a:pt x="671" y="183"/>
                  </a:lnTo>
                  <a:lnTo>
                    <a:pt x="680" y="193"/>
                  </a:lnTo>
                  <a:lnTo>
                    <a:pt x="690" y="205"/>
                  </a:lnTo>
                  <a:lnTo>
                    <a:pt x="701" y="295"/>
                  </a:lnTo>
                  <a:lnTo>
                    <a:pt x="696" y="316"/>
                  </a:lnTo>
                  <a:lnTo>
                    <a:pt x="682" y="346"/>
                  </a:lnTo>
                  <a:lnTo>
                    <a:pt x="631" y="389"/>
                  </a:lnTo>
                  <a:lnTo>
                    <a:pt x="621" y="393"/>
                  </a:lnTo>
                  <a:lnTo>
                    <a:pt x="601" y="389"/>
                  </a:lnTo>
                  <a:lnTo>
                    <a:pt x="566" y="365"/>
                  </a:lnTo>
                  <a:lnTo>
                    <a:pt x="358" y="446"/>
                  </a:lnTo>
                  <a:lnTo>
                    <a:pt x="341" y="464"/>
                  </a:lnTo>
                  <a:lnTo>
                    <a:pt x="272" y="536"/>
                  </a:lnTo>
                  <a:lnTo>
                    <a:pt x="159" y="653"/>
                  </a:lnTo>
                  <a:lnTo>
                    <a:pt x="154" y="710"/>
                  </a:lnTo>
                  <a:lnTo>
                    <a:pt x="123" y="733"/>
                  </a:lnTo>
                  <a:lnTo>
                    <a:pt x="78" y="739"/>
                  </a:lnTo>
                  <a:lnTo>
                    <a:pt x="54" y="734"/>
                  </a:lnTo>
                  <a:lnTo>
                    <a:pt x="33" y="715"/>
                  </a:lnTo>
                  <a:lnTo>
                    <a:pt x="0" y="518"/>
                  </a:lnTo>
                  <a:lnTo>
                    <a:pt x="7" y="434"/>
                  </a:lnTo>
                  <a:lnTo>
                    <a:pt x="9" y="362"/>
                  </a:lnTo>
                  <a:lnTo>
                    <a:pt x="7" y="346"/>
                  </a:lnTo>
                  <a:lnTo>
                    <a:pt x="17" y="291"/>
                  </a:lnTo>
                  <a:lnTo>
                    <a:pt x="61" y="215"/>
                  </a:lnTo>
                  <a:lnTo>
                    <a:pt x="67" y="197"/>
                  </a:lnTo>
                  <a:lnTo>
                    <a:pt x="133" y="120"/>
                  </a:lnTo>
                  <a:lnTo>
                    <a:pt x="157" y="97"/>
                  </a:lnTo>
                  <a:lnTo>
                    <a:pt x="184" y="68"/>
                  </a:lnTo>
                  <a:lnTo>
                    <a:pt x="207" y="43"/>
                  </a:lnTo>
                  <a:lnTo>
                    <a:pt x="247" y="14"/>
                  </a:lnTo>
                  <a:lnTo>
                    <a:pt x="303" y="0"/>
                  </a:lnTo>
                  <a:lnTo>
                    <a:pt x="314" y="14"/>
                  </a:lnTo>
                  <a:lnTo>
                    <a:pt x="363" y="82"/>
                  </a:lnTo>
                  <a:lnTo>
                    <a:pt x="424" y="143"/>
                  </a:lnTo>
                  <a:lnTo>
                    <a:pt x="437" y="1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l1082"/>
            <p:cNvSpPr/>
            <p:nvPr/>
          </p:nvSpPr>
          <p:spPr>
            <a:xfrm>
              <a:off x="4414708" y="5832113"/>
              <a:ext cx="945" cy="1437"/>
            </a:xfrm>
            <a:custGeom>
              <a:avLst/>
              <a:pathLst>
                <a:path w="945" h="1437">
                  <a:moveTo>
                    <a:pt x="246" y="92"/>
                  </a:moveTo>
                  <a:lnTo>
                    <a:pt x="251" y="95"/>
                  </a:lnTo>
                  <a:lnTo>
                    <a:pt x="270" y="88"/>
                  </a:lnTo>
                  <a:lnTo>
                    <a:pt x="275" y="90"/>
                  </a:lnTo>
                  <a:lnTo>
                    <a:pt x="285" y="92"/>
                  </a:lnTo>
                  <a:lnTo>
                    <a:pt x="293" y="98"/>
                  </a:lnTo>
                  <a:lnTo>
                    <a:pt x="326" y="173"/>
                  </a:lnTo>
                  <a:lnTo>
                    <a:pt x="340" y="224"/>
                  </a:lnTo>
                  <a:lnTo>
                    <a:pt x="338" y="235"/>
                  </a:lnTo>
                  <a:lnTo>
                    <a:pt x="328" y="240"/>
                  </a:lnTo>
                  <a:lnTo>
                    <a:pt x="302" y="255"/>
                  </a:lnTo>
                  <a:lnTo>
                    <a:pt x="277" y="257"/>
                  </a:lnTo>
                  <a:lnTo>
                    <a:pt x="242" y="274"/>
                  </a:lnTo>
                  <a:lnTo>
                    <a:pt x="251" y="303"/>
                  </a:lnTo>
                  <a:lnTo>
                    <a:pt x="261" y="310"/>
                  </a:lnTo>
                  <a:lnTo>
                    <a:pt x="266" y="314"/>
                  </a:lnTo>
                  <a:lnTo>
                    <a:pt x="275" y="333"/>
                  </a:lnTo>
                  <a:lnTo>
                    <a:pt x="283" y="343"/>
                  </a:lnTo>
                  <a:lnTo>
                    <a:pt x="292" y="364"/>
                  </a:lnTo>
                  <a:lnTo>
                    <a:pt x="301" y="373"/>
                  </a:lnTo>
                  <a:lnTo>
                    <a:pt x="319" y="394"/>
                  </a:lnTo>
                  <a:lnTo>
                    <a:pt x="352" y="420"/>
                  </a:lnTo>
                  <a:lnTo>
                    <a:pt x="356" y="423"/>
                  </a:lnTo>
                  <a:lnTo>
                    <a:pt x="568" y="511"/>
                  </a:lnTo>
                  <a:lnTo>
                    <a:pt x="721" y="575"/>
                  </a:lnTo>
                  <a:lnTo>
                    <a:pt x="830" y="709"/>
                  </a:lnTo>
                  <a:lnTo>
                    <a:pt x="854" y="800"/>
                  </a:lnTo>
                  <a:lnTo>
                    <a:pt x="861" y="827"/>
                  </a:lnTo>
                  <a:lnTo>
                    <a:pt x="881" y="900"/>
                  </a:lnTo>
                  <a:lnTo>
                    <a:pt x="902" y="979"/>
                  </a:lnTo>
                  <a:lnTo>
                    <a:pt x="914" y="1022"/>
                  </a:lnTo>
                  <a:lnTo>
                    <a:pt x="927" y="1072"/>
                  </a:lnTo>
                  <a:lnTo>
                    <a:pt x="938" y="1112"/>
                  </a:lnTo>
                  <a:lnTo>
                    <a:pt x="933" y="1174"/>
                  </a:lnTo>
                  <a:lnTo>
                    <a:pt x="932" y="1182"/>
                  </a:lnTo>
                  <a:lnTo>
                    <a:pt x="929" y="1223"/>
                  </a:lnTo>
                  <a:lnTo>
                    <a:pt x="925" y="1269"/>
                  </a:lnTo>
                  <a:lnTo>
                    <a:pt x="919" y="1344"/>
                  </a:lnTo>
                  <a:lnTo>
                    <a:pt x="919" y="1378"/>
                  </a:lnTo>
                  <a:lnTo>
                    <a:pt x="931" y="1385"/>
                  </a:lnTo>
                  <a:lnTo>
                    <a:pt x="945" y="1392"/>
                  </a:lnTo>
                  <a:lnTo>
                    <a:pt x="941" y="1407"/>
                  </a:lnTo>
                  <a:lnTo>
                    <a:pt x="937" y="1425"/>
                  </a:lnTo>
                  <a:lnTo>
                    <a:pt x="934" y="1434"/>
                  </a:lnTo>
                  <a:lnTo>
                    <a:pt x="909" y="1437"/>
                  </a:lnTo>
                  <a:lnTo>
                    <a:pt x="911" y="1427"/>
                  </a:lnTo>
                  <a:lnTo>
                    <a:pt x="902" y="1425"/>
                  </a:lnTo>
                  <a:lnTo>
                    <a:pt x="894" y="1428"/>
                  </a:lnTo>
                  <a:lnTo>
                    <a:pt x="874" y="1414"/>
                  </a:lnTo>
                  <a:lnTo>
                    <a:pt x="803" y="1363"/>
                  </a:lnTo>
                  <a:lnTo>
                    <a:pt x="798" y="1354"/>
                  </a:lnTo>
                  <a:lnTo>
                    <a:pt x="793" y="1345"/>
                  </a:lnTo>
                  <a:lnTo>
                    <a:pt x="796" y="1335"/>
                  </a:lnTo>
                  <a:lnTo>
                    <a:pt x="803" y="1326"/>
                  </a:lnTo>
                  <a:lnTo>
                    <a:pt x="799" y="1321"/>
                  </a:lnTo>
                  <a:lnTo>
                    <a:pt x="791" y="1319"/>
                  </a:lnTo>
                  <a:lnTo>
                    <a:pt x="784" y="1316"/>
                  </a:lnTo>
                  <a:lnTo>
                    <a:pt x="780" y="1310"/>
                  </a:lnTo>
                  <a:lnTo>
                    <a:pt x="779" y="1293"/>
                  </a:lnTo>
                  <a:lnTo>
                    <a:pt x="773" y="1288"/>
                  </a:lnTo>
                  <a:lnTo>
                    <a:pt x="767" y="1288"/>
                  </a:lnTo>
                  <a:lnTo>
                    <a:pt x="752" y="1288"/>
                  </a:lnTo>
                  <a:lnTo>
                    <a:pt x="747" y="1288"/>
                  </a:lnTo>
                  <a:lnTo>
                    <a:pt x="736" y="1227"/>
                  </a:lnTo>
                  <a:lnTo>
                    <a:pt x="731" y="1130"/>
                  </a:lnTo>
                  <a:lnTo>
                    <a:pt x="692" y="986"/>
                  </a:lnTo>
                  <a:lnTo>
                    <a:pt x="646" y="816"/>
                  </a:lnTo>
                  <a:lnTo>
                    <a:pt x="612" y="746"/>
                  </a:lnTo>
                  <a:lnTo>
                    <a:pt x="581" y="705"/>
                  </a:lnTo>
                  <a:lnTo>
                    <a:pt x="568" y="698"/>
                  </a:lnTo>
                  <a:lnTo>
                    <a:pt x="559" y="696"/>
                  </a:lnTo>
                  <a:lnTo>
                    <a:pt x="537" y="687"/>
                  </a:lnTo>
                  <a:lnTo>
                    <a:pt x="529" y="681"/>
                  </a:lnTo>
                  <a:lnTo>
                    <a:pt x="494" y="669"/>
                  </a:lnTo>
                  <a:lnTo>
                    <a:pt x="470" y="664"/>
                  </a:lnTo>
                  <a:lnTo>
                    <a:pt x="450" y="663"/>
                  </a:lnTo>
                  <a:lnTo>
                    <a:pt x="417" y="660"/>
                  </a:lnTo>
                  <a:lnTo>
                    <a:pt x="405" y="663"/>
                  </a:lnTo>
                  <a:lnTo>
                    <a:pt x="410" y="672"/>
                  </a:lnTo>
                  <a:lnTo>
                    <a:pt x="407" y="677"/>
                  </a:lnTo>
                  <a:lnTo>
                    <a:pt x="380" y="678"/>
                  </a:lnTo>
                  <a:lnTo>
                    <a:pt x="355" y="684"/>
                  </a:lnTo>
                  <a:lnTo>
                    <a:pt x="297" y="714"/>
                  </a:lnTo>
                  <a:lnTo>
                    <a:pt x="168" y="763"/>
                  </a:lnTo>
                  <a:lnTo>
                    <a:pt x="160" y="766"/>
                  </a:lnTo>
                  <a:lnTo>
                    <a:pt x="143" y="771"/>
                  </a:lnTo>
                  <a:lnTo>
                    <a:pt x="31" y="437"/>
                  </a:lnTo>
                  <a:lnTo>
                    <a:pt x="15" y="389"/>
                  </a:lnTo>
                  <a:lnTo>
                    <a:pt x="0" y="343"/>
                  </a:lnTo>
                  <a:lnTo>
                    <a:pt x="1" y="307"/>
                  </a:lnTo>
                  <a:lnTo>
                    <a:pt x="7" y="191"/>
                  </a:lnTo>
                  <a:lnTo>
                    <a:pt x="15" y="175"/>
                  </a:lnTo>
                  <a:lnTo>
                    <a:pt x="158" y="19"/>
                  </a:lnTo>
                  <a:lnTo>
                    <a:pt x="192" y="3"/>
                  </a:lnTo>
                  <a:lnTo>
                    <a:pt x="201" y="0"/>
                  </a:lnTo>
                  <a:lnTo>
                    <a:pt x="212" y="1"/>
                  </a:lnTo>
                  <a:lnTo>
                    <a:pt x="220" y="11"/>
                  </a:lnTo>
                  <a:lnTo>
                    <a:pt x="227" y="34"/>
                  </a:lnTo>
                  <a:lnTo>
                    <a:pt x="246" y="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l1083"/>
            <p:cNvSpPr/>
            <p:nvPr/>
          </p:nvSpPr>
          <p:spPr>
            <a:xfrm>
              <a:off x="4418548" y="5832060"/>
              <a:ext cx="383" cy="614"/>
            </a:xfrm>
            <a:custGeom>
              <a:avLst/>
              <a:pathLst>
                <a:path w="383" h="614">
                  <a:moveTo>
                    <a:pt x="333" y="552"/>
                  </a:moveTo>
                  <a:lnTo>
                    <a:pt x="257" y="605"/>
                  </a:lnTo>
                  <a:lnTo>
                    <a:pt x="244" y="614"/>
                  </a:lnTo>
                  <a:lnTo>
                    <a:pt x="207" y="602"/>
                  </a:lnTo>
                  <a:lnTo>
                    <a:pt x="197" y="593"/>
                  </a:lnTo>
                  <a:lnTo>
                    <a:pt x="185" y="587"/>
                  </a:lnTo>
                  <a:lnTo>
                    <a:pt x="179" y="585"/>
                  </a:lnTo>
                  <a:lnTo>
                    <a:pt x="165" y="567"/>
                  </a:lnTo>
                  <a:lnTo>
                    <a:pt x="155" y="566"/>
                  </a:lnTo>
                  <a:lnTo>
                    <a:pt x="150" y="566"/>
                  </a:lnTo>
                  <a:lnTo>
                    <a:pt x="138" y="562"/>
                  </a:lnTo>
                  <a:lnTo>
                    <a:pt x="127" y="552"/>
                  </a:lnTo>
                  <a:lnTo>
                    <a:pt x="29" y="473"/>
                  </a:lnTo>
                  <a:lnTo>
                    <a:pt x="20" y="461"/>
                  </a:lnTo>
                  <a:lnTo>
                    <a:pt x="15" y="453"/>
                  </a:lnTo>
                  <a:lnTo>
                    <a:pt x="5" y="445"/>
                  </a:lnTo>
                  <a:lnTo>
                    <a:pt x="0" y="438"/>
                  </a:lnTo>
                  <a:lnTo>
                    <a:pt x="1" y="426"/>
                  </a:lnTo>
                  <a:lnTo>
                    <a:pt x="1" y="413"/>
                  </a:lnTo>
                  <a:lnTo>
                    <a:pt x="0" y="391"/>
                  </a:lnTo>
                  <a:lnTo>
                    <a:pt x="0" y="361"/>
                  </a:lnTo>
                  <a:lnTo>
                    <a:pt x="1" y="336"/>
                  </a:lnTo>
                  <a:lnTo>
                    <a:pt x="0" y="322"/>
                  </a:lnTo>
                  <a:lnTo>
                    <a:pt x="14" y="193"/>
                  </a:lnTo>
                  <a:lnTo>
                    <a:pt x="29" y="124"/>
                  </a:lnTo>
                  <a:lnTo>
                    <a:pt x="106" y="81"/>
                  </a:lnTo>
                  <a:lnTo>
                    <a:pt x="94" y="68"/>
                  </a:lnTo>
                  <a:lnTo>
                    <a:pt x="94" y="56"/>
                  </a:lnTo>
                  <a:lnTo>
                    <a:pt x="94" y="33"/>
                  </a:lnTo>
                  <a:lnTo>
                    <a:pt x="87" y="16"/>
                  </a:lnTo>
                  <a:lnTo>
                    <a:pt x="87" y="10"/>
                  </a:lnTo>
                  <a:lnTo>
                    <a:pt x="105" y="0"/>
                  </a:lnTo>
                  <a:lnTo>
                    <a:pt x="123" y="0"/>
                  </a:lnTo>
                  <a:lnTo>
                    <a:pt x="159" y="16"/>
                  </a:lnTo>
                  <a:lnTo>
                    <a:pt x="179" y="30"/>
                  </a:lnTo>
                  <a:lnTo>
                    <a:pt x="200" y="74"/>
                  </a:lnTo>
                  <a:lnTo>
                    <a:pt x="207" y="83"/>
                  </a:lnTo>
                  <a:lnTo>
                    <a:pt x="228" y="105"/>
                  </a:lnTo>
                  <a:lnTo>
                    <a:pt x="257" y="124"/>
                  </a:lnTo>
                  <a:lnTo>
                    <a:pt x="266" y="134"/>
                  </a:lnTo>
                  <a:lnTo>
                    <a:pt x="375" y="453"/>
                  </a:lnTo>
                  <a:lnTo>
                    <a:pt x="383" y="480"/>
                  </a:lnTo>
                  <a:lnTo>
                    <a:pt x="383" y="486"/>
                  </a:lnTo>
                  <a:lnTo>
                    <a:pt x="381" y="495"/>
                  </a:lnTo>
                  <a:lnTo>
                    <a:pt x="375" y="506"/>
                  </a:lnTo>
                  <a:lnTo>
                    <a:pt x="333" y="55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l1084"/>
            <p:cNvSpPr/>
            <p:nvPr/>
          </p:nvSpPr>
          <p:spPr>
            <a:xfrm>
              <a:off x="4364878" y="5824747"/>
              <a:ext cx="5400" cy="8282"/>
            </a:xfrm>
            <a:custGeom>
              <a:avLst/>
              <a:pathLst>
                <a:path w="5400" h="8282">
                  <a:moveTo>
                    <a:pt x="2603" y="497"/>
                  </a:moveTo>
                  <a:lnTo>
                    <a:pt x="2744" y="727"/>
                  </a:lnTo>
                  <a:lnTo>
                    <a:pt x="2864" y="654"/>
                  </a:lnTo>
                  <a:lnTo>
                    <a:pt x="2879" y="651"/>
                  </a:lnTo>
                  <a:lnTo>
                    <a:pt x="2889" y="660"/>
                  </a:lnTo>
                  <a:lnTo>
                    <a:pt x="3028" y="915"/>
                  </a:lnTo>
                  <a:lnTo>
                    <a:pt x="3029" y="933"/>
                  </a:lnTo>
                  <a:lnTo>
                    <a:pt x="2726" y="1125"/>
                  </a:lnTo>
                  <a:lnTo>
                    <a:pt x="2730" y="1150"/>
                  </a:lnTo>
                  <a:lnTo>
                    <a:pt x="2938" y="1518"/>
                  </a:lnTo>
                  <a:lnTo>
                    <a:pt x="2951" y="1518"/>
                  </a:lnTo>
                  <a:lnTo>
                    <a:pt x="3016" y="1475"/>
                  </a:lnTo>
                  <a:lnTo>
                    <a:pt x="3008" y="1419"/>
                  </a:lnTo>
                  <a:lnTo>
                    <a:pt x="3018" y="1394"/>
                  </a:lnTo>
                  <a:lnTo>
                    <a:pt x="3048" y="1371"/>
                  </a:lnTo>
                  <a:lnTo>
                    <a:pt x="3188" y="1290"/>
                  </a:lnTo>
                  <a:lnTo>
                    <a:pt x="3215" y="1289"/>
                  </a:lnTo>
                  <a:lnTo>
                    <a:pt x="3251" y="1313"/>
                  </a:lnTo>
                  <a:lnTo>
                    <a:pt x="3596" y="1948"/>
                  </a:lnTo>
                  <a:lnTo>
                    <a:pt x="3676" y="2069"/>
                  </a:lnTo>
                  <a:lnTo>
                    <a:pt x="4006" y="2662"/>
                  </a:lnTo>
                  <a:lnTo>
                    <a:pt x="4223" y="3100"/>
                  </a:lnTo>
                  <a:lnTo>
                    <a:pt x="4175" y="3158"/>
                  </a:lnTo>
                  <a:lnTo>
                    <a:pt x="4146" y="3156"/>
                  </a:lnTo>
                  <a:lnTo>
                    <a:pt x="4091" y="3134"/>
                  </a:lnTo>
                  <a:lnTo>
                    <a:pt x="4065" y="3140"/>
                  </a:lnTo>
                  <a:lnTo>
                    <a:pt x="4061" y="3152"/>
                  </a:lnTo>
                  <a:lnTo>
                    <a:pt x="4086" y="3193"/>
                  </a:lnTo>
                  <a:lnTo>
                    <a:pt x="4140" y="3271"/>
                  </a:lnTo>
                  <a:lnTo>
                    <a:pt x="4163" y="3287"/>
                  </a:lnTo>
                  <a:lnTo>
                    <a:pt x="4309" y="3330"/>
                  </a:lnTo>
                  <a:lnTo>
                    <a:pt x="4335" y="3330"/>
                  </a:lnTo>
                  <a:lnTo>
                    <a:pt x="4359" y="3414"/>
                  </a:lnTo>
                  <a:lnTo>
                    <a:pt x="4349" y="3428"/>
                  </a:lnTo>
                  <a:lnTo>
                    <a:pt x="3996" y="3555"/>
                  </a:lnTo>
                  <a:lnTo>
                    <a:pt x="4003" y="3587"/>
                  </a:lnTo>
                  <a:lnTo>
                    <a:pt x="4039" y="3689"/>
                  </a:lnTo>
                  <a:lnTo>
                    <a:pt x="4055" y="3697"/>
                  </a:lnTo>
                  <a:lnTo>
                    <a:pt x="4163" y="3686"/>
                  </a:lnTo>
                  <a:lnTo>
                    <a:pt x="4406" y="3600"/>
                  </a:lnTo>
                  <a:lnTo>
                    <a:pt x="4426" y="3602"/>
                  </a:lnTo>
                  <a:lnTo>
                    <a:pt x="4479" y="3614"/>
                  </a:lnTo>
                  <a:lnTo>
                    <a:pt x="4692" y="4249"/>
                  </a:lnTo>
                  <a:lnTo>
                    <a:pt x="4899" y="5258"/>
                  </a:lnTo>
                  <a:lnTo>
                    <a:pt x="5036" y="6151"/>
                  </a:lnTo>
                  <a:lnTo>
                    <a:pt x="5116" y="6533"/>
                  </a:lnTo>
                  <a:lnTo>
                    <a:pt x="5176" y="6817"/>
                  </a:lnTo>
                  <a:lnTo>
                    <a:pt x="5321" y="7487"/>
                  </a:lnTo>
                  <a:lnTo>
                    <a:pt x="5336" y="7556"/>
                  </a:lnTo>
                  <a:lnTo>
                    <a:pt x="5382" y="7781"/>
                  </a:lnTo>
                  <a:lnTo>
                    <a:pt x="5390" y="7988"/>
                  </a:lnTo>
                  <a:lnTo>
                    <a:pt x="5400" y="8221"/>
                  </a:lnTo>
                  <a:lnTo>
                    <a:pt x="5389" y="8262"/>
                  </a:lnTo>
                  <a:lnTo>
                    <a:pt x="5353" y="8278"/>
                  </a:lnTo>
                  <a:lnTo>
                    <a:pt x="5343" y="8282"/>
                  </a:lnTo>
                  <a:lnTo>
                    <a:pt x="5293" y="8266"/>
                  </a:lnTo>
                  <a:lnTo>
                    <a:pt x="5090" y="7903"/>
                  </a:lnTo>
                  <a:lnTo>
                    <a:pt x="4813" y="7499"/>
                  </a:lnTo>
                  <a:lnTo>
                    <a:pt x="4301" y="6736"/>
                  </a:lnTo>
                  <a:lnTo>
                    <a:pt x="4152" y="6409"/>
                  </a:lnTo>
                  <a:lnTo>
                    <a:pt x="4064" y="6176"/>
                  </a:lnTo>
                  <a:lnTo>
                    <a:pt x="3749" y="4931"/>
                  </a:lnTo>
                  <a:lnTo>
                    <a:pt x="3740" y="4896"/>
                  </a:lnTo>
                  <a:lnTo>
                    <a:pt x="3665" y="4553"/>
                  </a:lnTo>
                  <a:lnTo>
                    <a:pt x="3610" y="4423"/>
                  </a:lnTo>
                  <a:lnTo>
                    <a:pt x="3478" y="4203"/>
                  </a:lnTo>
                  <a:lnTo>
                    <a:pt x="3481" y="4190"/>
                  </a:lnTo>
                  <a:lnTo>
                    <a:pt x="3524" y="4163"/>
                  </a:lnTo>
                  <a:lnTo>
                    <a:pt x="3920" y="3836"/>
                  </a:lnTo>
                  <a:lnTo>
                    <a:pt x="3923" y="3826"/>
                  </a:lnTo>
                  <a:lnTo>
                    <a:pt x="3900" y="3799"/>
                  </a:lnTo>
                  <a:lnTo>
                    <a:pt x="3895" y="3795"/>
                  </a:lnTo>
                  <a:lnTo>
                    <a:pt x="3882" y="3801"/>
                  </a:lnTo>
                  <a:lnTo>
                    <a:pt x="3479" y="4140"/>
                  </a:lnTo>
                  <a:lnTo>
                    <a:pt x="3449" y="4158"/>
                  </a:lnTo>
                  <a:lnTo>
                    <a:pt x="2837" y="3432"/>
                  </a:lnTo>
                  <a:lnTo>
                    <a:pt x="2500" y="3050"/>
                  </a:lnTo>
                  <a:lnTo>
                    <a:pt x="2478" y="3022"/>
                  </a:lnTo>
                  <a:lnTo>
                    <a:pt x="2280" y="2766"/>
                  </a:lnTo>
                  <a:lnTo>
                    <a:pt x="2069" y="2492"/>
                  </a:lnTo>
                  <a:lnTo>
                    <a:pt x="2050" y="2473"/>
                  </a:lnTo>
                  <a:lnTo>
                    <a:pt x="2026" y="2448"/>
                  </a:lnTo>
                  <a:lnTo>
                    <a:pt x="1756" y="2174"/>
                  </a:lnTo>
                  <a:lnTo>
                    <a:pt x="1267" y="1792"/>
                  </a:lnTo>
                  <a:lnTo>
                    <a:pt x="1251" y="1782"/>
                  </a:lnTo>
                  <a:lnTo>
                    <a:pt x="985" y="1605"/>
                  </a:lnTo>
                  <a:lnTo>
                    <a:pt x="962" y="1604"/>
                  </a:lnTo>
                  <a:lnTo>
                    <a:pt x="910" y="1645"/>
                  </a:lnTo>
                  <a:lnTo>
                    <a:pt x="716" y="1619"/>
                  </a:lnTo>
                  <a:lnTo>
                    <a:pt x="672" y="1601"/>
                  </a:lnTo>
                  <a:lnTo>
                    <a:pt x="337" y="1290"/>
                  </a:lnTo>
                  <a:lnTo>
                    <a:pt x="264" y="1208"/>
                  </a:lnTo>
                  <a:lnTo>
                    <a:pt x="106" y="865"/>
                  </a:lnTo>
                  <a:lnTo>
                    <a:pt x="36" y="695"/>
                  </a:lnTo>
                  <a:lnTo>
                    <a:pt x="91" y="544"/>
                  </a:lnTo>
                  <a:lnTo>
                    <a:pt x="23" y="302"/>
                  </a:lnTo>
                  <a:lnTo>
                    <a:pt x="19" y="279"/>
                  </a:lnTo>
                  <a:lnTo>
                    <a:pt x="0" y="168"/>
                  </a:lnTo>
                  <a:lnTo>
                    <a:pt x="22" y="143"/>
                  </a:lnTo>
                  <a:lnTo>
                    <a:pt x="67" y="130"/>
                  </a:lnTo>
                  <a:lnTo>
                    <a:pt x="240" y="151"/>
                  </a:lnTo>
                  <a:lnTo>
                    <a:pt x="367" y="198"/>
                  </a:lnTo>
                  <a:lnTo>
                    <a:pt x="411" y="235"/>
                  </a:lnTo>
                  <a:lnTo>
                    <a:pt x="477" y="269"/>
                  </a:lnTo>
                  <a:lnTo>
                    <a:pt x="574" y="320"/>
                  </a:lnTo>
                  <a:lnTo>
                    <a:pt x="935" y="449"/>
                  </a:lnTo>
                  <a:lnTo>
                    <a:pt x="1154" y="538"/>
                  </a:lnTo>
                  <a:lnTo>
                    <a:pt x="1261" y="669"/>
                  </a:lnTo>
                  <a:lnTo>
                    <a:pt x="1677" y="332"/>
                  </a:lnTo>
                  <a:lnTo>
                    <a:pt x="2113" y="0"/>
                  </a:lnTo>
                  <a:lnTo>
                    <a:pt x="2129" y="5"/>
                  </a:lnTo>
                  <a:lnTo>
                    <a:pt x="2603" y="49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l1085"/>
            <p:cNvSpPr/>
            <p:nvPr/>
          </p:nvSpPr>
          <p:spPr>
            <a:xfrm>
              <a:off x="4415210" y="5828005"/>
              <a:ext cx="216" cy="429"/>
            </a:xfrm>
            <a:custGeom>
              <a:avLst/>
              <a:pathLst>
                <a:path w="216" h="429">
                  <a:moveTo>
                    <a:pt x="147" y="0"/>
                  </a:moveTo>
                  <a:lnTo>
                    <a:pt x="187" y="0"/>
                  </a:lnTo>
                  <a:lnTo>
                    <a:pt x="199" y="13"/>
                  </a:lnTo>
                  <a:lnTo>
                    <a:pt x="212" y="28"/>
                  </a:lnTo>
                  <a:lnTo>
                    <a:pt x="208" y="331"/>
                  </a:lnTo>
                  <a:lnTo>
                    <a:pt x="214" y="350"/>
                  </a:lnTo>
                  <a:lnTo>
                    <a:pt x="216" y="378"/>
                  </a:lnTo>
                  <a:lnTo>
                    <a:pt x="195" y="408"/>
                  </a:lnTo>
                  <a:lnTo>
                    <a:pt x="142" y="427"/>
                  </a:lnTo>
                  <a:lnTo>
                    <a:pt x="97" y="429"/>
                  </a:lnTo>
                  <a:lnTo>
                    <a:pt x="67" y="407"/>
                  </a:lnTo>
                  <a:lnTo>
                    <a:pt x="59" y="403"/>
                  </a:lnTo>
                  <a:lnTo>
                    <a:pt x="2" y="348"/>
                  </a:lnTo>
                  <a:lnTo>
                    <a:pt x="0" y="320"/>
                  </a:lnTo>
                  <a:lnTo>
                    <a:pt x="16" y="235"/>
                  </a:lnTo>
                  <a:lnTo>
                    <a:pt x="7" y="144"/>
                  </a:lnTo>
                  <a:lnTo>
                    <a:pt x="9" y="37"/>
                  </a:lnTo>
                  <a:lnTo>
                    <a:pt x="55" y="4"/>
                  </a:lnTo>
                  <a:lnTo>
                    <a:pt x="147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l1086"/>
            <p:cNvSpPr/>
            <p:nvPr/>
          </p:nvSpPr>
          <p:spPr>
            <a:xfrm>
              <a:off x="4413136" y="5827579"/>
              <a:ext cx="580" cy="641"/>
            </a:xfrm>
            <a:custGeom>
              <a:avLst/>
              <a:pathLst>
                <a:path w="580" h="641">
                  <a:moveTo>
                    <a:pt x="291" y="41"/>
                  </a:moveTo>
                  <a:lnTo>
                    <a:pt x="310" y="49"/>
                  </a:lnTo>
                  <a:lnTo>
                    <a:pt x="320" y="49"/>
                  </a:lnTo>
                  <a:lnTo>
                    <a:pt x="331" y="60"/>
                  </a:lnTo>
                  <a:lnTo>
                    <a:pt x="350" y="75"/>
                  </a:lnTo>
                  <a:lnTo>
                    <a:pt x="357" y="82"/>
                  </a:lnTo>
                  <a:lnTo>
                    <a:pt x="369" y="87"/>
                  </a:lnTo>
                  <a:lnTo>
                    <a:pt x="385" y="92"/>
                  </a:lnTo>
                  <a:lnTo>
                    <a:pt x="397" y="90"/>
                  </a:lnTo>
                  <a:lnTo>
                    <a:pt x="409" y="85"/>
                  </a:lnTo>
                  <a:lnTo>
                    <a:pt x="427" y="78"/>
                  </a:lnTo>
                  <a:lnTo>
                    <a:pt x="445" y="72"/>
                  </a:lnTo>
                  <a:lnTo>
                    <a:pt x="459" y="72"/>
                  </a:lnTo>
                  <a:lnTo>
                    <a:pt x="465" y="73"/>
                  </a:lnTo>
                  <a:lnTo>
                    <a:pt x="480" y="78"/>
                  </a:lnTo>
                  <a:lnTo>
                    <a:pt x="491" y="83"/>
                  </a:lnTo>
                  <a:lnTo>
                    <a:pt x="499" y="88"/>
                  </a:lnTo>
                  <a:lnTo>
                    <a:pt x="506" y="92"/>
                  </a:lnTo>
                  <a:lnTo>
                    <a:pt x="517" y="90"/>
                  </a:lnTo>
                  <a:lnTo>
                    <a:pt x="528" y="90"/>
                  </a:lnTo>
                  <a:lnTo>
                    <a:pt x="547" y="98"/>
                  </a:lnTo>
                  <a:lnTo>
                    <a:pt x="554" y="107"/>
                  </a:lnTo>
                  <a:lnTo>
                    <a:pt x="563" y="117"/>
                  </a:lnTo>
                  <a:lnTo>
                    <a:pt x="580" y="168"/>
                  </a:lnTo>
                  <a:lnTo>
                    <a:pt x="579" y="193"/>
                  </a:lnTo>
                  <a:lnTo>
                    <a:pt x="553" y="244"/>
                  </a:lnTo>
                  <a:lnTo>
                    <a:pt x="345" y="502"/>
                  </a:lnTo>
                  <a:lnTo>
                    <a:pt x="328" y="523"/>
                  </a:lnTo>
                  <a:lnTo>
                    <a:pt x="315" y="539"/>
                  </a:lnTo>
                  <a:lnTo>
                    <a:pt x="209" y="611"/>
                  </a:lnTo>
                  <a:lnTo>
                    <a:pt x="195" y="618"/>
                  </a:lnTo>
                  <a:lnTo>
                    <a:pt x="181" y="618"/>
                  </a:lnTo>
                  <a:lnTo>
                    <a:pt x="167" y="617"/>
                  </a:lnTo>
                  <a:lnTo>
                    <a:pt x="154" y="610"/>
                  </a:lnTo>
                  <a:lnTo>
                    <a:pt x="144" y="619"/>
                  </a:lnTo>
                  <a:lnTo>
                    <a:pt x="106" y="641"/>
                  </a:lnTo>
                  <a:lnTo>
                    <a:pt x="89" y="637"/>
                  </a:lnTo>
                  <a:lnTo>
                    <a:pt x="77" y="619"/>
                  </a:lnTo>
                  <a:lnTo>
                    <a:pt x="70" y="612"/>
                  </a:lnTo>
                  <a:lnTo>
                    <a:pt x="58" y="603"/>
                  </a:lnTo>
                  <a:lnTo>
                    <a:pt x="43" y="601"/>
                  </a:lnTo>
                  <a:lnTo>
                    <a:pt x="10" y="595"/>
                  </a:lnTo>
                  <a:lnTo>
                    <a:pt x="3" y="595"/>
                  </a:lnTo>
                  <a:lnTo>
                    <a:pt x="0" y="574"/>
                  </a:lnTo>
                  <a:lnTo>
                    <a:pt x="8" y="544"/>
                  </a:lnTo>
                  <a:lnTo>
                    <a:pt x="15" y="528"/>
                  </a:lnTo>
                  <a:lnTo>
                    <a:pt x="34" y="512"/>
                  </a:lnTo>
                  <a:lnTo>
                    <a:pt x="42" y="503"/>
                  </a:lnTo>
                  <a:lnTo>
                    <a:pt x="43" y="489"/>
                  </a:lnTo>
                  <a:lnTo>
                    <a:pt x="38" y="478"/>
                  </a:lnTo>
                  <a:lnTo>
                    <a:pt x="38" y="468"/>
                  </a:lnTo>
                  <a:lnTo>
                    <a:pt x="34" y="446"/>
                  </a:lnTo>
                  <a:lnTo>
                    <a:pt x="37" y="439"/>
                  </a:lnTo>
                  <a:lnTo>
                    <a:pt x="40" y="434"/>
                  </a:lnTo>
                  <a:lnTo>
                    <a:pt x="44" y="420"/>
                  </a:lnTo>
                  <a:lnTo>
                    <a:pt x="49" y="411"/>
                  </a:lnTo>
                  <a:lnTo>
                    <a:pt x="54" y="402"/>
                  </a:lnTo>
                  <a:lnTo>
                    <a:pt x="64" y="386"/>
                  </a:lnTo>
                  <a:lnTo>
                    <a:pt x="70" y="377"/>
                  </a:lnTo>
                  <a:lnTo>
                    <a:pt x="77" y="364"/>
                  </a:lnTo>
                  <a:lnTo>
                    <a:pt x="84" y="358"/>
                  </a:lnTo>
                  <a:lnTo>
                    <a:pt x="97" y="338"/>
                  </a:lnTo>
                  <a:lnTo>
                    <a:pt x="101" y="326"/>
                  </a:lnTo>
                  <a:lnTo>
                    <a:pt x="113" y="308"/>
                  </a:lnTo>
                  <a:lnTo>
                    <a:pt x="126" y="282"/>
                  </a:lnTo>
                  <a:lnTo>
                    <a:pt x="131" y="269"/>
                  </a:lnTo>
                  <a:lnTo>
                    <a:pt x="137" y="237"/>
                  </a:lnTo>
                  <a:lnTo>
                    <a:pt x="139" y="217"/>
                  </a:lnTo>
                  <a:lnTo>
                    <a:pt x="157" y="179"/>
                  </a:lnTo>
                  <a:lnTo>
                    <a:pt x="239" y="5"/>
                  </a:lnTo>
                  <a:lnTo>
                    <a:pt x="245" y="0"/>
                  </a:lnTo>
                  <a:lnTo>
                    <a:pt x="254" y="0"/>
                  </a:lnTo>
                  <a:lnTo>
                    <a:pt x="264" y="5"/>
                  </a:lnTo>
                  <a:lnTo>
                    <a:pt x="272" y="15"/>
                  </a:lnTo>
                  <a:lnTo>
                    <a:pt x="279" y="27"/>
                  </a:lnTo>
                  <a:lnTo>
                    <a:pt x="291" y="4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l1087"/>
            <p:cNvSpPr/>
            <p:nvPr/>
          </p:nvSpPr>
          <p:spPr>
            <a:xfrm>
              <a:off x="4415147" y="5827438"/>
              <a:ext cx="280" cy="567"/>
            </a:xfrm>
            <a:custGeom>
              <a:avLst/>
              <a:pathLst>
                <a:path w="280" h="567">
                  <a:moveTo>
                    <a:pt x="211" y="567"/>
                  </a:moveTo>
                  <a:lnTo>
                    <a:pt x="135" y="548"/>
                  </a:lnTo>
                  <a:lnTo>
                    <a:pt x="89" y="518"/>
                  </a:lnTo>
                  <a:lnTo>
                    <a:pt x="0" y="516"/>
                  </a:lnTo>
                  <a:lnTo>
                    <a:pt x="2" y="388"/>
                  </a:lnTo>
                  <a:lnTo>
                    <a:pt x="4" y="305"/>
                  </a:lnTo>
                  <a:lnTo>
                    <a:pt x="112" y="298"/>
                  </a:lnTo>
                  <a:lnTo>
                    <a:pt x="118" y="294"/>
                  </a:lnTo>
                  <a:lnTo>
                    <a:pt x="124" y="288"/>
                  </a:lnTo>
                  <a:lnTo>
                    <a:pt x="126" y="271"/>
                  </a:lnTo>
                  <a:lnTo>
                    <a:pt x="123" y="251"/>
                  </a:lnTo>
                  <a:lnTo>
                    <a:pt x="118" y="179"/>
                  </a:lnTo>
                  <a:lnTo>
                    <a:pt x="111" y="148"/>
                  </a:lnTo>
                  <a:lnTo>
                    <a:pt x="86" y="48"/>
                  </a:lnTo>
                  <a:lnTo>
                    <a:pt x="99" y="29"/>
                  </a:lnTo>
                  <a:lnTo>
                    <a:pt x="109" y="26"/>
                  </a:lnTo>
                  <a:lnTo>
                    <a:pt x="114" y="19"/>
                  </a:lnTo>
                  <a:lnTo>
                    <a:pt x="141" y="0"/>
                  </a:lnTo>
                  <a:lnTo>
                    <a:pt x="152" y="0"/>
                  </a:lnTo>
                  <a:lnTo>
                    <a:pt x="157" y="5"/>
                  </a:lnTo>
                  <a:lnTo>
                    <a:pt x="164" y="17"/>
                  </a:lnTo>
                  <a:lnTo>
                    <a:pt x="251" y="289"/>
                  </a:lnTo>
                  <a:lnTo>
                    <a:pt x="277" y="431"/>
                  </a:lnTo>
                  <a:lnTo>
                    <a:pt x="279" y="500"/>
                  </a:lnTo>
                  <a:lnTo>
                    <a:pt x="280" y="532"/>
                  </a:lnTo>
                  <a:lnTo>
                    <a:pt x="258" y="561"/>
                  </a:lnTo>
                  <a:lnTo>
                    <a:pt x="211" y="56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l1088"/>
            <p:cNvSpPr/>
            <p:nvPr/>
          </p:nvSpPr>
          <p:spPr>
            <a:xfrm>
              <a:off x="4412220" y="5825352"/>
              <a:ext cx="695" cy="362"/>
            </a:xfrm>
            <a:custGeom>
              <a:avLst/>
              <a:pathLst>
                <a:path w="695" h="362">
                  <a:moveTo>
                    <a:pt x="552" y="336"/>
                  </a:moveTo>
                  <a:lnTo>
                    <a:pt x="539" y="345"/>
                  </a:lnTo>
                  <a:lnTo>
                    <a:pt x="526" y="350"/>
                  </a:lnTo>
                  <a:lnTo>
                    <a:pt x="512" y="350"/>
                  </a:lnTo>
                  <a:lnTo>
                    <a:pt x="499" y="349"/>
                  </a:lnTo>
                  <a:lnTo>
                    <a:pt x="480" y="342"/>
                  </a:lnTo>
                  <a:lnTo>
                    <a:pt x="464" y="343"/>
                  </a:lnTo>
                  <a:lnTo>
                    <a:pt x="445" y="339"/>
                  </a:lnTo>
                  <a:lnTo>
                    <a:pt x="418" y="329"/>
                  </a:lnTo>
                  <a:lnTo>
                    <a:pt x="410" y="334"/>
                  </a:lnTo>
                  <a:lnTo>
                    <a:pt x="403" y="340"/>
                  </a:lnTo>
                  <a:lnTo>
                    <a:pt x="398" y="351"/>
                  </a:lnTo>
                  <a:lnTo>
                    <a:pt x="390" y="353"/>
                  </a:lnTo>
                  <a:lnTo>
                    <a:pt x="377" y="362"/>
                  </a:lnTo>
                  <a:lnTo>
                    <a:pt x="362" y="360"/>
                  </a:lnTo>
                  <a:lnTo>
                    <a:pt x="342" y="359"/>
                  </a:lnTo>
                  <a:lnTo>
                    <a:pt x="327" y="356"/>
                  </a:lnTo>
                  <a:lnTo>
                    <a:pt x="318" y="350"/>
                  </a:lnTo>
                  <a:lnTo>
                    <a:pt x="308" y="341"/>
                  </a:lnTo>
                  <a:lnTo>
                    <a:pt x="300" y="335"/>
                  </a:lnTo>
                  <a:lnTo>
                    <a:pt x="293" y="335"/>
                  </a:lnTo>
                  <a:lnTo>
                    <a:pt x="281" y="346"/>
                  </a:lnTo>
                  <a:lnTo>
                    <a:pt x="266" y="353"/>
                  </a:lnTo>
                  <a:lnTo>
                    <a:pt x="253" y="357"/>
                  </a:lnTo>
                  <a:lnTo>
                    <a:pt x="238" y="361"/>
                  </a:lnTo>
                  <a:lnTo>
                    <a:pt x="220" y="362"/>
                  </a:lnTo>
                  <a:lnTo>
                    <a:pt x="202" y="359"/>
                  </a:lnTo>
                  <a:lnTo>
                    <a:pt x="183" y="353"/>
                  </a:lnTo>
                  <a:lnTo>
                    <a:pt x="169" y="344"/>
                  </a:lnTo>
                  <a:lnTo>
                    <a:pt x="166" y="334"/>
                  </a:lnTo>
                  <a:lnTo>
                    <a:pt x="156" y="325"/>
                  </a:lnTo>
                  <a:lnTo>
                    <a:pt x="151" y="321"/>
                  </a:lnTo>
                  <a:lnTo>
                    <a:pt x="129" y="315"/>
                  </a:lnTo>
                  <a:lnTo>
                    <a:pt x="124" y="315"/>
                  </a:lnTo>
                  <a:lnTo>
                    <a:pt x="121" y="324"/>
                  </a:lnTo>
                  <a:lnTo>
                    <a:pt x="118" y="334"/>
                  </a:lnTo>
                  <a:lnTo>
                    <a:pt x="101" y="343"/>
                  </a:lnTo>
                  <a:lnTo>
                    <a:pt x="36" y="329"/>
                  </a:lnTo>
                  <a:lnTo>
                    <a:pt x="15" y="317"/>
                  </a:lnTo>
                  <a:lnTo>
                    <a:pt x="1" y="292"/>
                  </a:lnTo>
                  <a:lnTo>
                    <a:pt x="1" y="275"/>
                  </a:lnTo>
                  <a:lnTo>
                    <a:pt x="6" y="259"/>
                  </a:lnTo>
                  <a:lnTo>
                    <a:pt x="11" y="245"/>
                  </a:lnTo>
                  <a:lnTo>
                    <a:pt x="11" y="229"/>
                  </a:lnTo>
                  <a:lnTo>
                    <a:pt x="5" y="211"/>
                  </a:lnTo>
                  <a:lnTo>
                    <a:pt x="0" y="198"/>
                  </a:lnTo>
                  <a:lnTo>
                    <a:pt x="0" y="188"/>
                  </a:lnTo>
                  <a:lnTo>
                    <a:pt x="6" y="181"/>
                  </a:lnTo>
                  <a:lnTo>
                    <a:pt x="198" y="74"/>
                  </a:lnTo>
                  <a:lnTo>
                    <a:pt x="207" y="69"/>
                  </a:lnTo>
                  <a:lnTo>
                    <a:pt x="536" y="3"/>
                  </a:lnTo>
                  <a:lnTo>
                    <a:pt x="565" y="0"/>
                  </a:lnTo>
                  <a:lnTo>
                    <a:pt x="584" y="5"/>
                  </a:lnTo>
                  <a:lnTo>
                    <a:pt x="598" y="29"/>
                  </a:lnTo>
                  <a:lnTo>
                    <a:pt x="604" y="48"/>
                  </a:lnTo>
                  <a:lnTo>
                    <a:pt x="618" y="54"/>
                  </a:lnTo>
                  <a:lnTo>
                    <a:pt x="632" y="58"/>
                  </a:lnTo>
                  <a:lnTo>
                    <a:pt x="649" y="69"/>
                  </a:lnTo>
                  <a:lnTo>
                    <a:pt x="663" y="82"/>
                  </a:lnTo>
                  <a:lnTo>
                    <a:pt x="679" y="92"/>
                  </a:lnTo>
                  <a:lnTo>
                    <a:pt x="690" y="101"/>
                  </a:lnTo>
                  <a:lnTo>
                    <a:pt x="694" y="115"/>
                  </a:lnTo>
                  <a:lnTo>
                    <a:pt x="695" y="134"/>
                  </a:lnTo>
                  <a:lnTo>
                    <a:pt x="690" y="147"/>
                  </a:lnTo>
                  <a:lnTo>
                    <a:pt x="552" y="33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l1089"/>
            <p:cNvSpPr/>
            <p:nvPr/>
          </p:nvSpPr>
          <p:spPr>
            <a:xfrm>
              <a:off x="4458858" y="5828767"/>
              <a:ext cx="227" cy="146"/>
            </a:xfrm>
            <a:custGeom>
              <a:avLst/>
              <a:pathLst>
                <a:path w="227" h="146">
                  <a:moveTo>
                    <a:pt x="196" y="21"/>
                  </a:moveTo>
                  <a:lnTo>
                    <a:pt x="209" y="39"/>
                  </a:lnTo>
                  <a:lnTo>
                    <a:pt x="220" y="56"/>
                  </a:lnTo>
                  <a:lnTo>
                    <a:pt x="226" y="65"/>
                  </a:lnTo>
                  <a:lnTo>
                    <a:pt x="227" y="72"/>
                  </a:lnTo>
                  <a:lnTo>
                    <a:pt x="209" y="89"/>
                  </a:lnTo>
                  <a:lnTo>
                    <a:pt x="193" y="101"/>
                  </a:lnTo>
                  <a:lnTo>
                    <a:pt x="182" y="116"/>
                  </a:lnTo>
                  <a:lnTo>
                    <a:pt x="170" y="127"/>
                  </a:lnTo>
                  <a:lnTo>
                    <a:pt x="141" y="139"/>
                  </a:lnTo>
                  <a:lnTo>
                    <a:pt x="120" y="143"/>
                  </a:lnTo>
                  <a:lnTo>
                    <a:pt x="98" y="146"/>
                  </a:lnTo>
                  <a:lnTo>
                    <a:pt x="85" y="142"/>
                  </a:lnTo>
                  <a:lnTo>
                    <a:pt x="70" y="143"/>
                  </a:lnTo>
                  <a:lnTo>
                    <a:pt x="51" y="144"/>
                  </a:lnTo>
                  <a:lnTo>
                    <a:pt x="45" y="142"/>
                  </a:lnTo>
                  <a:lnTo>
                    <a:pt x="33" y="135"/>
                  </a:lnTo>
                  <a:lnTo>
                    <a:pt x="28" y="129"/>
                  </a:lnTo>
                  <a:lnTo>
                    <a:pt x="23" y="118"/>
                  </a:lnTo>
                  <a:lnTo>
                    <a:pt x="10" y="108"/>
                  </a:lnTo>
                  <a:lnTo>
                    <a:pt x="5" y="103"/>
                  </a:lnTo>
                  <a:lnTo>
                    <a:pt x="0" y="89"/>
                  </a:lnTo>
                  <a:lnTo>
                    <a:pt x="0" y="82"/>
                  </a:lnTo>
                  <a:lnTo>
                    <a:pt x="6" y="77"/>
                  </a:lnTo>
                  <a:lnTo>
                    <a:pt x="24" y="67"/>
                  </a:lnTo>
                  <a:lnTo>
                    <a:pt x="33" y="64"/>
                  </a:lnTo>
                  <a:lnTo>
                    <a:pt x="41" y="62"/>
                  </a:lnTo>
                  <a:lnTo>
                    <a:pt x="49" y="60"/>
                  </a:lnTo>
                  <a:lnTo>
                    <a:pt x="60" y="55"/>
                  </a:lnTo>
                  <a:lnTo>
                    <a:pt x="68" y="50"/>
                  </a:lnTo>
                  <a:lnTo>
                    <a:pt x="61" y="40"/>
                  </a:lnTo>
                  <a:lnTo>
                    <a:pt x="54" y="36"/>
                  </a:lnTo>
                  <a:lnTo>
                    <a:pt x="52" y="27"/>
                  </a:lnTo>
                  <a:lnTo>
                    <a:pt x="55" y="22"/>
                  </a:lnTo>
                  <a:lnTo>
                    <a:pt x="58" y="16"/>
                  </a:lnTo>
                  <a:lnTo>
                    <a:pt x="67" y="6"/>
                  </a:lnTo>
                  <a:lnTo>
                    <a:pt x="79" y="4"/>
                  </a:lnTo>
                  <a:lnTo>
                    <a:pt x="86" y="2"/>
                  </a:lnTo>
                  <a:lnTo>
                    <a:pt x="93" y="10"/>
                  </a:lnTo>
                  <a:lnTo>
                    <a:pt x="101" y="12"/>
                  </a:lnTo>
                  <a:lnTo>
                    <a:pt x="107" y="10"/>
                  </a:lnTo>
                  <a:lnTo>
                    <a:pt x="115" y="3"/>
                  </a:lnTo>
                  <a:lnTo>
                    <a:pt x="124" y="3"/>
                  </a:lnTo>
                  <a:lnTo>
                    <a:pt x="130" y="3"/>
                  </a:lnTo>
                  <a:lnTo>
                    <a:pt x="134" y="0"/>
                  </a:lnTo>
                  <a:lnTo>
                    <a:pt x="139" y="0"/>
                  </a:lnTo>
                  <a:lnTo>
                    <a:pt x="150" y="1"/>
                  </a:lnTo>
                  <a:lnTo>
                    <a:pt x="169" y="2"/>
                  </a:lnTo>
                  <a:lnTo>
                    <a:pt x="184" y="8"/>
                  </a:lnTo>
                  <a:lnTo>
                    <a:pt x="190" y="12"/>
                  </a:lnTo>
                  <a:lnTo>
                    <a:pt x="196" y="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l1090"/>
            <p:cNvSpPr/>
            <p:nvPr/>
          </p:nvSpPr>
          <p:spPr>
            <a:xfrm>
              <a:off x="4428608" y="5824333"/>
              <a:ext cx="1044" cy="1286"/>
            </a:xfrm>
            <a:custGeom>
              <a:avLst/>
              <a:pathLst>
                <a:path w="1044" h="1286">
                  <a:moveTo>
                    <a:pt x="884" y="197"/>
                  </a:moveTo>
                  <a:lnTo>
                    <a:pt x="899" y="201"/>
                  </a:lnTo>
                  <a:lnTo>
                    <a:pt x="923" y="168"/>
                  </a:lnTo>
                  <a:lnTo>
                    <a:pt x="972" y="206"/>
                  </a:lnTo>
                  <a:lnTo>
                    <a:pt x="992" y="232"/>
                  </a:lnTo>
                  <a:lnTo>
                    <a:pt x="1001" y="254"/>
                  </a:lnTo>
                  <a:lnTo>
                    <a:pt x="1044" y="349"/>
                  </a:lnTo>
                  <a:lnTo>
                    <a:pt x="1039" y="383"/>
                  </a:lnTo>
                  <a:lnTo>
                    <a:pt x="1035" y="406"/>
                  </a:lnTo>
                  <a:lnTo>
                    <a:pt x="843" y="1286"/>
                  </a:lnTo>
                  <a:lnTo>
                    <a:pt x="811" y="1268"/>
                  </a:lnTo>
                  <a:lnTo>
                    <a:pt x="562" y="1131"/>
                  </a:lnTo>
                  <a:lnTo>
                    <a:pt x="69" y="777"/>
                  </a:lnTo>
                  <a:lnTo>
                    <a:pt x="55" y="764"/>
                  </a:lnTo>
                  <a:lnTo>
                    <a:pt x="49" y="755"/>
                  </a:lnTo>
                  <a:lnTo>
                    <a:pt x="1" y="533"/>
                  </a:lnTo>
                  <a:lnTo>
                    <a:pt x="0" y="522"/>
                  </a:lnTo>
                  <a:lnTo>
                    <a:pt x="1" y="438"/>
                  </a:lnTo>
                  <a:lnTo>
                    <a:pt x="4" y="401"/>
                  </a:lnTo>
                  <a:lnTo>
                    <a:pt x="196" y="122"/>
                  </a:lnTo>
                  <a:lnTo>
                    <a:pt x="210" y="106"/>
                  </a:lnTo>
                  <a:lnTo>
                    <a:pt x="232" y="85"/>
                  </a:lnTo>
                  <a:lnTo>
                    <a:pt x="237" y="79"/>
                  </a:lnTo>
                  <a:lnTo>
                    <a:pt x="256" y="64"/>
                  </a:lnTo>
                  <a:lnTo>
                    <a:pt x="409" y="0"/>
                  </a:lnTo>
                  <a:lnTo>
                    <a:pt x="575" y="10"/>
                  </a:lnTo>
                  <a:lnTo>
                    <a:pt x="571" y="46"/>
                  </a:lnTo>
                  <a:lnTo>
                    <a:pt x="569" y="83"/>
                  </a:lnTo>
                  <a:lnTo>
                    <a:pt x="861" y="189"/>
                  </a:lnTo>
                  <a:lnTo>
                    <a:pt x="879" y="195"/>
                  </a:lnTo>
                  <a:lnTo>
                    <a:pt x="884" y="19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l1091"/>
            <p:cNvSpPr/>
            <p:nvPr/>
          </p:nvSpPr>
          <p:spPr>
            <a:xfrm>
              <a:off x="4440617" y="5823809"/>
              <a:ext cx="487" cy="371"/>
            </a:xfrm>
            <a:custGeom>
              <a:avLst/>
              <a:pathLst>
                <a:path w="487" h="371">
                  <a:moveTo>
                    <a:pt x="459" y="110"/>
                  </a:moveTo>
                  <a:lnTo>
                    <a:pt x="487" y="294"/>
                  </a:lnTo>
                  <a:lnTo>
                    <a:pt x="482" y="326"/>
                  </a:lnTo>
                  <a:lnTo>
                    <a:pt x="467" y="341"/>
                  </a:lnTo>
                  <a:lnTo>
                    <a:pt x="443" y="360"/>
                  </a:lnTo>
                  <a:lnTo>
                    <a:pt x="436" y="367"/>
                  </a:lnTo>
                  <a:lnTo>
                    <a:pt x="428" y="368"/>
                  </a:lnTo>
                  <a:lnTo>
                    <a:pt x="418" y="363"/>
                  </a:lnTo>
                  <a:lnTo>
                    <a:pt x="409" y="347"/>
                  </a:lnTo>
                  <a:lnTo>
                    <a:pt x="406" y="336"/>
                  </a:lnTo>
                  <a:lnTo>
                    <a:pt x="397" y="320"/>
                  </a:lnTo>
                  <a:lnTo>
                    <a:pt x="386" y="313"/>
                  </a:lnTo>
                  <a:lnTo>
                    <a:pt x="374" y="312"/>
                  </a:lnTo>
                  <a:lnTo>
                    <a:pt x="365" y="308"/>
                  </a:lnTo>
                  <a:lnTo>
                    <a:pt x="363" y="295"/>
                  </a:lnTo>
                  <a:lnTo>
                    <a:pt x="343" y="275"/>
                  </a:lnTo>
                  <a:lnTo>
                    <a:pt x="332" y="268"/>
                  </a:lnTo>
                  <a:lnTo>
                    <a:pt x="326" y="268"/>
                  </a:lnTo>
                  <a:lnTo>
                    <a:pt x="312" y="280"/>
                  </a:lnTo>
                  <a:lnTo>
                    <a:pt x="307" y="292"/>
                  </a:lnTo>
                  <a:lnTo>
                    <a:pt x="304" y="316"/>
                  </a:lnTo>
                  <a:lnTo>
                    <a:pt x="293" y="329"/>
                  </a:lnTo>
                  <a:lnTo>
                    <a:pt x="279" y="338"/>
                  </a:lnTo>
                  <a:lnTo>
                    <a:pt x="273" y="341"/>
                  </a:lnTo>
                  <a:lnTo>
                    <a:pt x="261" y="350"/>
                  </a:lnTo>
                  <a:lnTo>
                    <a:pt x="235" y="371"/>
                  </a:lnTo>
                  <a:lnTo>
                    <a:pt x="195" y="353"/>
                  </a:lnTo>
                  <a:lnTo>
                    <a:pt x="15" y="271"/>
                  </a:lnTo>
                  <a:lnTo>
                    <a:pt x="1" y="257"/>
                  </a:lnTo>
                  <a:lnTo>
                    <a:pt x="0" y="247"/>
                  </a:lnTo>
                  <a:lnTo>
                    <a:pt x="4" y="170"/>
                  </a:lnTo>
                  <a:lnTo>
                    <a:pt x="6" y="155"/>
                  </a:lnTo>
                  <a:lnTo>
                    <a:pt x="152" y="42"/>
                  </a:lnTo>
                  <a:lnTo>
                    <a:pt x="185" y="22"/>
                  </a:lnTo>
                  <a:lnTo>
                    <a:pt x="196" y="22"/>
                  </a:lnTo>
                  <a:lnTo>
                    <a:pt x="202" y="20"/>
                  </a:lnTo>
                  <a:lnTo>
                    <a:pt x="217" y="4"/>
                  </a:lnTo>
                  <a:lnTo>
                    <a:pt x="233" y="0"/>
                  </a:lnTo>
                  <a:lnTo>
                    <a:pt x="248" y="0"/>
                  </a:lnTo>
                  <a:lnTo>
                    <a:pt x="263" y="1"/>
                  </a:lnTo>
                  <a:lnTo>
                    <a:pt x="269" y="1"/>
                  </a:lnTo>
                  <a:lnTo>
                    <a:pt x="379" y="5"/>
                  </a:lnTo>
                  <a:lnTo>
                    <a:pt x="410" y="15"/>
                  </a:lnTo>
                  <a:lnTo>
                    <a:pt x="422" y="19"/>
                  </a:lnTo>
                  <a:lnTo>
                    <a:pt x="440" y="43"/>
                  </a:lnTo>
                  <a:lnTo>
                    <a:pt x="459" y="1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l1092"/>
            <p:cNvSpPr/>
            <p:nvPr/>
          </p:nvSpPr>
          <p:spPr>
            <a:xfrm>
              <a:off x="4436901" y="5821507"/>
              <a:ext cx="466" cy="797"/>
            </a:xfrm>
            <a:custGeom>
              <a:avLst/>
              <a:pathLst>
                <a:path w="466" h="797">
                  <a:moveTo>
                    <a:pt x="230" y="564"/>
                  </a:moveTo>
                  <a:lnTo>
                    <a:pt x="182" y="601"/>
                  </a:lnTo>
                  <a:lnTo>
                    <a:pt x="175" y="604"/>
                  </a:lnTo>
                  <a:lnTo>
                    <a:pt x="155" y="599"/>
                  </a:lnTo>
                  <a:lnTo>
                    <a:pt x="143" y="597"/>
                  </a:lnTo>
                  <a:lnTo>
                    <a:pt x="136" y="600"/>
                  </a:lnTo>
                  <a:lnTo>
                    <a:pt x="129" y="607"/>
                  </a:lnTo>
                  <a:lnTo>
                    <a:pt x="125" y="622"/>
                  </a:lnTo>
                  <a:lnTo>
                    <a:pt x="116" y="634"/>
                  </a:lnTo>
                  <a:lnTo>
                    <a:pt x="97" y="648"/>
                  </a:lnTo>
                  <a:lnTo>
                    <a:pt x="86" y="673"/>
                  </a:lnTo>
                  <a:lnTo>
                    <a:pt x="122" y="719"/>
                  </a:lnTo>
                  <a:lnTo>
                    <a:pt x="107" y="742"/>
                  </a:lnTo>
                  <a:lnTo>
                    <a:pt x="72" y="797"/>
                  </a:lnTo>
                  <a:lnTo>
                    <a:pt x="50" y="796"/>
                  </a:lnTo>
                  <a:lnTo>
                    <a:pt x="16" y="795"/>
                  </a:lnTo>
                  <a:lnTo>
                    <a:pt x="7" y="783"/>
                  </a:lnTo>
                  <a:lnTo>
                    <a:pt x="0" y="728"/>
                  </a:lnTo>
                  <a:lnTo>
                    <a:pt x="22" y="706"/>
                  </a:lnTo>
                  <a:lnTo>
                    <a:pt x="34" y="680"/>
                  </a:lnTo>
                  <a:lnTo>
                    <a:pt x="45" y="656"/>
                  </a:lnTo>
                  <a:lnTo>
                    <a:pt x="57" y="631"/>
                  </a:lnTo>
                  <a:lnTo>
                    <a:pt x="60" y="625"/>
                  </a:lnTo>
                  <a:lnTo>
                    <a:pt x="72" y="605"/>
                  </a:lnTo>
                  <a:lnTo>
                    <a:pt x="74" y="593"/>
                  </a:lnTo>
                  <a:lnTo>
                    <a:pt x="76" y="365"/>
                  </a:lnTo>
                  <a:lnTo>
                    <a:pt x="73" y="312"/>
                  </a:lnTo>
                  <a:lnTo>
                    <a:pt x="51" y="234"/>
                  </a:lnTo>
                  <a:lnTo>
                    <a:pt x="17" y="168"/>
                  </a:lnTo>
                  <a:lnTo>
                    <a:pt x="18" y="152"/>
                  </a:lnTo>
                  <a:lnTo>
                    <a:pt x="31" y="126"/>
                  </a:lnTo>
                  <a:lnTo>
                    <a:pt x="33" y="108"/>
                  </a:lnTo>
                  <a:lnTo>
                    <a:pt x="38" y="94"/>
                  </a:lnTo>
                  <a:lnTo>
                    <a:pt x="148" y="30"/>
                  </a:lnTo>
                  <a:lnTo>
                    <a:pt x="272" y="0"/>
                  </a:lnTo>
                  <a:lnTo>
                    <a:pt x="334" y="12"/>
                  </a:lnTo>
                  <a:lnTo>
                    <a:pt x="371" y="20"/>
                  </a:lnTo>
                  <a:lnTo>
                    <a:pt x="404" y="39"/>
                  </a:lnTo>
                  <a:lnTo>
                    <a:pt x="422" y="52"/>
                  </a:lnTo>
                  <a:lnTo>
                    <a:pt x="441" y="88"/>
                  </a:lnTo>
                  <a:lnTo>
                    <a:pt x="463" y="187"/>
                  </a:lnTo>
                  <a:lnTo>
                    <a:pt x="466" y="200"/>
                  </a:lnTo>
                  <a:lnTo>
                    <a:pt x="454" y="212"/>
                  </a:lnTo>
                  <a:lnTo>
                    <a:pt x="399" y="242"/>
                  </a:lnTo>
                  <a:lnTo>
                    <a:pt x="312" y="277"/>
                  </a:lnTo>
                  <a:lnTo>
                    <a:pt x="301" y="284"/>
                  </a:lnTo>
                  <a:lnTo>
                    <a:pt x="278" y="294"/>
                  </a:lnTo>
                  <a:lnTo>
                    <a:pt x="241" y="307"/>
                  </a:lnTo>
                  <a:lnTo>
                    <a:pt x="223" y="315"/>
                  </a:lnTo>
                  <a:lnTo>
                    <a:pt x="223" y="375"/>
                  </a:lnTo>
                  <a:lnTo>
                    <a:pt x="226" y="392"/>
                  </a:lnTo>
                  <a:lnTo>
                    <a:pt x="215" y="482"/>
                  </a:lnTo>
                  <a:lnTo>
                    <a:pt x="213" y="497"/>
                  </a:lnTo>
                  <a:lnTo>
                    <a:pt x="216" y="509"/>
                  </a:lnTo>
                  <a:lnTo>
                    <a:pt x="230" y="516"/>
                  </a:lnTo>
                  <a:lnTo>
                    <a:pt x="239" y="525"/>
                  </a:lnTo>
                  <a:lnTo>
                    <a:pt x="244" y="538"/>
                  </a:lnTo>
                  <a:lnTo>
                    <a:pt x="246" y="550"/>
                  </a:lnTo>
                  <a:lnTo>
                    <a:pt x="230" y="56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l1093"/>
            <p:cNvSpPr/>
            <p:nvPr/>
          </p:nvSpPr>
          <p:spPr>
            <a:xfrm>
              <a:off x="4744735" y="5866292"/>
              <a:ext cx="524" cy="556"/>
            </a:xfrm>
            <a:custGeom>
              <a:avLst/>
              <a:pathLst>
                <a:path w="524" h="556">
                  <a:moveTo>
                    <a:pt x="234" y="556"/>
                  </a:moveTo>
                  <a:lnTo>
                    <a:pt x="209" y="554"/>
                  </a:lnTo>
                  <a:lnTo>
                    <a:pt x="195" y="546"/>
                  </a:lnTo>
                  <a:lnTo>
                    <a:pt x="189" y="539"/>
                  </a:lnTo>
                  <a:lnTo>
                    <a:pt x="179" y="524"/>
                  </a:lnTo>
                  <a:lnTo>
                    <a:pt x="163" y="506"/>
                  </a:lnTo>
                  <a:lnTo>
                    <a:pt x="153" y="488"/>
                  </a:lnTo>
                  <a:lnTo>
                    <a:pt x="150" y="475"/>
                  </a:lnTo>
                  <a:lnTo>
                    <a:pt x="138" y="347"/>
                  </a:lnTo>
                  <a:lnTo>
                    <a:pt x="135" y="335"/>
                  </a:lnTo>
                  <a:lnTo>
                    <a:pt x="127" y="309"/>
                  </a:lnTo>
                  <a:lnTo>
                    <a:pt x="116" y="289"/>
                  </a:lnTo>
                  <a:lnTo>
                    <a:pt x="106" y="280"/>
                  </a:lnTo>
                  <a:lnTo>
                    <a:pt x="91" y="271"/>
                  </a:lnTo>
                  <a:lnTo>
                    <a:pt x="79" y="264"/>
                  </a:lnTo>
                  <a:lnTo>
                    <a:pt x="70" y="258"/>
                  </a:lnTo>
                  <a:lnTo>
                    <a:pt x="63" y="247"/>
                  </a:lnTo>
                  <a:lnTo>
                    <a:pt x="60" y="242"/>
                  </a:lnTo>
                  <a:lnTo>
                    <a:pt x="49" y="220"/>
                  </a:lnTo>
                  <a:lnTo>
                    <a:pt x="26" y="190"/>
                  </a:lnTo>
                  <a:lnTo>
                    <a:pt x="13" y="172"/>
                  </a:lnTo>
                  <a:lnTo>
                    <a:pt x="7" y="163"/>
                  </a:lnTo>
                  <a:lnTo>
                    <a:pt x="0" y="152"/>
                  </a:lnTo>
                  <a:lnTo>
                    <a:pt x="1" y="141"/>
                  </a:lnTo>
                  <a:lnTo>
                    <a:pt x="4" y="137"/>
                  </a:lnTo>
                  <a:lnTo>
                    <a:pt x="12" y="125"/>
                  </a:lnTo>
                  <a:lnTo>
                    <a:pt x="16" y="121"/>
                  </a:lnTo>
                  <a:lnTo>
                    <a:pt x="22" y="113"/>
                  </a:lnTo>
                  <a:lnTo>
                    <a:pt x="39" y="106"/>
                  </a:lnTo>
                  <a:lnTo>
                    <a:pt x="51" y="103"/>
                  </a:lnTo>
                  <a:lnTo>
                    <a:pt x="69" y="99"/>
                  </a:lnTo>
                  <a:lnTo>
                    <a:pt x="106" y="101"/>
                  </a:lnTo>
                  <a:lnTo>
                    <a:pt x="113" y="101"/>
                  </a:lnTo>
                  <a:lnTo>
                    <a:pt x="123" y="100"/>
                  </a:lnTo>
                  <a:lnTo>
                    <a:pt x="373" y="7"/>
                  </a:lnTo>
                  <a:lnTo>
                    <a:pt x="408" y="2"/>
                  </a:lnTo>
                  <a:lnTo>
                    <a:pt x="442" y="0"/>
                  </a:lnTo>
                  <a:lnTo>
                    <a:pt x="468" y="13"/>
                  </a:lnTo>
                  <a:lnTo>
                    <a:pt x="494" y="41"/>
                  </a:lnTo>
                  <a:lnTo>
                    <a:pt x="497" y="67"/>
                  </a:lnTo>
                  <a:lnTo>
                    <a:pt x="514" y="190"/>
                  </a:lnTo>
                  <a:lnTo>
                    <a:pt x="517" y="213"/>
                  </a:lnTo>
                  <a:lnTo>
                    <a:pt x="524" y="354"/>
                  </a:lnTo>
                  <a:lnTo>
                    <a:pt x="510" y="395"/>
                  </a:lnTo>
                  <a:lnTo>
                    <a:pt x="507" y="403"/>
                  </a:lnTo>
                  <a:lnTo>
                    <a:pt x="485" y="466"/>
                  </a:lnTo>
                  <a:lnTo>
                    <a:pt x="480" y="473"/>
                  </a:lnTo>
                  <a:lnTo>
                    <a:pt x="475" y="478"/>
                  </a:lnTo>
                  <a:lnTo>
                    <a:pt x="234" y="5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l1094"/>
            <p:cNvSpPr/>
            <p:nvPr/>
          </p:nvSpPr>
          <p:spPr>
            <a:xfrm>
              <a:off x="4739811" y="5859242"/>
              <a:ext cx="4821" cy="4579"/>
            </a:xfrm>
            <a:custGeom>
              <a:avLst/>
              <a:pathLst>
                <a:path w="4821" h="4579">
                  <a:moveTo>
                    <a:pt x="3378" y="357"/>
                  </a:moveTo>
                  <a:lnTo>
                    <a:pt x="3333" y="492"/>
                  </a:lnTo>
                  <a:lnTo>
                    <a:pt x="3312" y="527"/>
                  </a:lnTo>
                  <a:lnTo>
                    <a:pt x="3306" y="536"/>
                  </a:lnTo>
                  <a:lnTo>
                    <a:pt x="3250" y="596"/>
                  </a:lnTo>
                  <a:lnTo>
                    <a:pt x="3251" y="604"/>
                  </a:lnTo>
                  <a:lnTo>
                    <a:pt x="3282" y="1017"/>
                  </a:lnTo>
                  <a:lnTo>
                    <a:pt x="3298" y="1048"/>
                  </a:lnTo>
                  <a:lnTo>
                    <a:pt x="3356" y="1113"/>
                  </a:lnTo>
                  <a:lnTo>
                    <a:pt x="3405" y="1145"/>
                  </a:lnTo>
                  <a:lnTo>
                    <a:pt x="3418" y="1153"/>
                  </a:lnTo>
                  <a:lnTo>
                    <a:pt x="3485" y="1200"/>
                  </a:lnTo>
                  <a:lnTo>
                    <a:pt x="3539" y="1249"/>
                  </a:lnTo>
                  <a:lnTo>
                    <a:pt x="3631" y="1364"/>
                  </a:lnTo>
                  <a:lnTo>
                    <a:pt x="3634" y="1369"/>
                  </a:lnTo>
                  <a:lnTo>
                    <a:pt x="3627" y="1375"/>
                  </a:lnTo>
                  <a:lnTo>
                    <a:pt x="3600" y="1367"/>
                  </a:lnTo>
                  <a:lnTo>
                    <a:pt x="3532" y="1347"/>
                  </a:lnTo>
                  <a:lnTo>
                    <a:pt x="3379" y="1370"/>
                  </a:lnTo>
                  <a:lnTo>
                    <a:pt x="3356" y="1374"/>
                  </a:lnTo>
                  <a:lnTo>
                    <a:pt x="3178" y="1476"/>
                  </a:lnTo>
                  <a:lnTo>
                    <a:pt x="3167" y="1482"/>
                  </a:lnTo>
                  <a:lnTo>
                    <a:pt x="3139" y="1519"/>
                  </a:lnTo>
                  <a:lnTo>
                    <a:pt x="3055" y="1669"/>
                  </a:lnTo>
                  <a:lnTo>
                    <a:pt x="3047" y="1743"/>
                  </a:lnTo>
                  <a:lnTo>
                    <a:pt x="3045" y="1761"/>
                  </a:lnTo>
                  <a:lnTo>
                    <a:pt x="3059" y="1891"/>
                  </a:lnTo>
                  <a:lnTo>
                    <a:pt x="3060" y="1898"/>
                  </a:lnTo>
                  <a:lnTo>
                    <a:pt x="3062" y="1918"/>
                  </a:lnTo>
                  <a:lnTo>
                    <a:pt x="3081" y="1958"/>
                  </a:lnTo>
                  <a:lnTo>
                    <a:pt x="3163" y="2130"/>
                  </a:lnTo>
                  <a:lnTo>
                    <a:pt x="3251" y="2317"/>
                  </a:lnTo>
                  <a:lnTo>
                    <a:pt x="3259" y="2333"/>
                  </a:lnTo>
                  <a:lnTo>
                    <a:pt x="3258" y="2343"/>
                  </a:lnTo>
                  <a:lnTo>
                    <a:pt x="3257" y="2420"/>
                  </a:lnTo>
                  <a:lnTo>
                    <a:pt x="3257" y="2435"/>
                  </a:lnTo>
                  <a:lnTo>
                    <a:pt x="3282" y="2458"/>
                  </a:lnTo>
                  <a:lnTo>
                    <a:pt x="3524" y="2675"/>
                  </a:lnTo>
                  <a:lnTo>
                    <a:pt x="3536" y="2685"/>
                  </a:lnTo>
                  <a:lnTo>
                    <a:pt x="3605" y="2742"/>
                  </a:lnTo>
                  <a:lnTo>
                    <a:pt x="3697" y="2807"/>
                  </a:lnTo>
                  <a:lnTo>
                    <a:pt x="3916" y="2940"/>
                  </a:lnTo>
                  <a:lnTo>
                    <a:pt x="3983" y="2972"/>
                  </a:lnTo>
                  <a:lnTo>
                    <a:pt x="4027" y="2985"/>
                  </a:lnTo>
                  <a:lnTo>
                    <a:pt x="4052" y="2993"/>
                  </a:lnTo>
                  <a:lnTo>
                    <a:pt x="4164" y="3026"/>
                  </a:lnTo>
                  <a:lnTo>
                    <a:pt x="4203" y="3038"/>
                  </a:lnTo>
                  <a:lnTo>
                    <a:pt x="4222" y="3047"/>
                  </a:lnTo>
                  <a:lnTo>
                    <a:pt x="4288" y="3077"/>
                  </a:lnTo>
                  <a:lnTo>
                    <a:pt x="4306" y="3086"/>
                  </a:lnTo>
                  <a:lnTo>
                    <a:pt x="4411" y="3160"/>
                  </a:lnTo>
                  <a:lnTo>
                    <a:pt x="4434" y="3176"/>
                  </a:lnTo>
                  <a:lnTo>
                    <a:pt x="4581" y="3279"/>
                  </a:lnTo>
                  <a:lnTo>
                    <a:pt x="4652" y="3329"/>
                  </a:lnTo>
                  <a:lnTo>
                    <a:pt x="4697" y="3365"/>
                  </a:lnTo>
                  <a:lnTo>
                    <a:pt x="4715" y="3394"/>
                  </a:lnTo>
                  <a:lnTo>
                    <a:pt x="4729" y="3416"/>
                  </a:lnTo>
                  <a:lnTo>
                    <a:pt x="4786" y="3505"/>
                  </a:lnTo>
                  <a:lnTo>
                    <a:pt x="4821" y="3673"/>
                  </a:lnTo>
                  <a:lnTo>
                    <a:pt x="4816" y="3678"/>
                  </a:lnTo>
                  <a:lnTo>
                    <a:pt x="4733" y="3779"/>
                  </a:lnTo>
                  <a:lnTo>
                    <a:pt x="4697" y="3804"/>
                  </a:lnTo>
                  <a:lnTo>
                    <a:pt x="4663" y="3828"/>
                  </a:lnTo>
                  <a:lnTo>
                    <a:pt x="4610" y="3911"/>
                  </a:lnTo>
                  <a:lnTo>
                    <a:pt x="4606" y="3928"/>
                  </a:lnTo>
                  <a:lnTo>
                    <a:pt x="4573" y="4080"/>
                  </a:lnTo>
                  <a:lnTo>
                    <a:pt x="4527" y="4266"/>
                  </a:lnTo>
                  <a:lnTo>
                    <a:pt x="4519" y="4292"/>
                  </a:lnTo>
                  <a:lnTo>
                    <a:pt x="4508" y="4327"/>
                  </a:lnTo>
                  <a:lnTo>
                    <a:pt x="4495" y="4368"/>
                  </a:lnTo>
                  <a:lnTo>
                    <a:pt x="4471" y="4444"/>
                  </a:lnTo>
                  <a:lnTo>
                    <a:pt x="4429" y="4483"/>
                  </a:lnTo>
                  <a:lnTo>
                    <a:pt x="4405" y="4497"/>
                  </a:lnTo>
                  <a:lnTo>
                    <a:pt x="4331" y="4530"/>
                  </a:lnTo>
                  <a:lnTo>
                    <a:pt x="4250" y="4558"/>
                  </a:lnTo>
                  <a:lnTo>
                    <a:pt x="4187" y="4570"/>
                  </a:lnTo>
                  <a:lnTo>
                    <a:pt x="4136" y="4579"/>
                  </a:lnTo>
                  <a:lnTo>
                    <a:pt x="4123" y="4575"/>
                  </a:lnTo>
                  <a:lnTo>
                    <a:pt x="4106" y="4570"/>
                  </a:lnTo>
                  <a:lnTo>
                    <a:pt x="4083" y="4564"/>
                  </a:lnTo>
                  <a:lnTo>
                    <a:pt x="4053" y="4555"/>
                  </a:lnTo>
                  <a:lnTo>
                    <a:pt x="4040" y="4552"/>
                  </a:lnTo>
                  <a:lnTo>
                    <a:pt x="4015" y="4528"/>
                  </a:lnTo>
                  <a:lnTo>
                    <a:pt x="3945" y="4460"/>
                  </a:lnTo>
                  <a:lnTo>
                    <a:pt x="3922" y="4407"/>
                  </a:lnTo>
                  <a:lnTo>
                    <a:pt x="3857" y="4388"/>
                  </a:lnTo>
                  <a:lnTo>
                    <a:pt x="3833" y="4381"/>
                  </a:lnTo>
                  <a:lnTo>
                    <a:pt x="3778" y="4387"/>
                  </a:lnTo>
                  <a:lnTo>
                    <a:pt x="3749" y="4390"/>
                  </a:lnTo>
                  <a:lnTo>
                    <a:pt x="3707" y="4394"/>
                  </a:lnTo>
                  <a:lnTo>
                    <a:pt x="3420" y="4422"/>
                  </a:lnTo>
                  <a:lnTo>
                    <a:pt x="3323" y="4158"/>
                  </a:lnTo>
                  <a:lnTo>
                    <a:pt x="3287" y="4106"/>
                  </a:lnTo>
                  <a:lnTo>
                    <a:pt x="3255" y="4059"/>
                  </a:lnTo>
                  <a:lnTo>
                    <a:pt x="3147" y="3900"/>
                  </a:lnTo>
                  <a:lnTo>
                    <a:pt x="3097" y="3828"/>
                  </a:lnTo>
                  <a:lnTo>
                    <a:pt x="2988" y="3667"/>
                  </a:lnTo>
                  <a:lnTo>
                    <a:pt x="2984" y="3663"/>
                  </a:lnTo>
                  <a:lnTo>
                    <a:pt x="2770" y="3444"/>
                  </a:lnTo>
                  <a:lnTo>
                    <a:pt x="2702" y="3395"/>
                  </a:lnTo>
                  <a:lnTo>
                    <a:pt x="2560" y="3290"/>
                  </a:lnTo>
                  <a:lnTo>
                    <a:pt x="2554" y="3286"/>
                  </a:lnTo>
                  <a:lnTo>
                    <a:pt x="2538" y="3279"/>
                  </a:lnTo>
                  <a:lnTo>
                    <a:pt x="2430" y="3237"/>
                  </a:lnTo>
                  <a:lnTo>
                    <a:pt x="2348" y="3210"/>
                  </a:lnTo>
                  <a:lnTo>
                    <a:pt x="2336" y="3209"/>
                  </a:lnTo>
                  <a:lnTo>
                    <a:pt x="2195" y="3198"/>
                  </a:lnTo>
                  <a:lnTo>
                    <a:pt x="2161" y="3196"/>
                  </a:lnTo>
                  <a:lnTo>
                    <a:pt x="2133" y="3210"/>
                  </a:lnTo>
                  <a:lnTo>
                    <a:pt x="2062" y="3243"/>
                  </a:lnTo>
                  <a:lnTo>
                    <a:pt x="2035" y="3256"/>
                  </a:lnTo>
                  <a:lnTo>
                    <a:pt x="2028" y="3259"/>
                  </a:lnTo>
                  <a:lnTo>
                    <a:pt x="2018" y="3262"/>
                  </a:lnTo>
                  <a:lnTo>
                    <a:pt x="1975" y="3278"/>
                  </a:lnTo>
                  <a:lnTo>
                    <a:pt x="1897" y="3306"/>
                  </a:lnTo>
                  <a:lnTo>
                    <a:pt x="1855" y="3299"/>
                  </a:lnTo>
                  <a:lnTo>
                    <a:pt x="1841" y="3297"/>
                  </a:lnTo>
                  <a:lnTo>
                    <a:pt x="1804" y="3282"/>
                  </a:lnTo>
                  <a:lnTo>
                    <a:pt x="1784" y="3274"/>
                  </a:lnTo>
                  <a:lnTo>
                    <a:pt x="1762" y="3266"/>
                  </a:lnTo>
                  <a:lnTo>
                    <a:pt x="1734" y="3251"/>
                  </a:lnTo>
                  <a:lnTo>
                    <a:pt x="1662" y="3211"/>
                  </a:lnTo>
                  <a:lnTo>
                    <a:pt x="1646" y="3203"/>
                  </a:lnTo>
                  <a:lnTo>
                    <a:pt x="1319" y="2827"/>
                  </a:lnTo>
                  <a:lnTo>
                    <a:pt x="1309" y="2795"/>
                  </a:lnTo>
                  <a:lnTo>
                    <a:pt x="1306" y="2786"/>
                  </a:lnTo>
                  <a:lnTo>
                    <a:pt x="1289" y="2708"/>
                  </a:lnTo>
                  <a:lnTo>
                    <a:pt x="1261" y="2635"/>
                  </a:lnTo>
                  <a:lnTo>
                    <a:pt x="1235" y="2589"/>
                  </a:lnTo>
                  <a:lnTo>
                    <a:pt x="1180" y="2544"/>
                  </a:lnTo>
                  <a:lnTo>
                    <a:pt x="1125" y="2499"/>
                  </a:lnTo>
                  <a:lnTo>
                    <a:pt x="1106" y="2483"/>
                  </a:lnTo>
                  <a:lnTo>
                    <a:pt x="1099" y="2483"/>
                  </a:lnTo>
                  <a:lnTo>
                    <a:pt x="997" y="2442"/>
                  </a:lnTo>
                  <a:lnTo>
                    <a:pt x="989" y="2435"/>
                  </a:lnTo>
                  <a:lnTo>
                    <a:pt x="950" y="2402"/>
                  </a:lnTo>
                  <a:lnTo>
                    <a:pt x="566" y="2078"/>
                  </a:lnTo>
                  <a:lnTo>
                    <a:pt x="551" y="1986"/>
                  </a:lnTo>
                  <a:lnTo>
                    <a:pt x="541" y="1923"/>
                  </a:lnTo>
                  <a:lnTo>
                    <a:pt x="527" y="1830"/>
                  </a:lnTo>
                  <a:lnTo>
                    <a:pt x="523" y="1824"/>
                  </a:lnTo>
                  <a:lnTo>
                    <a:pt x="401" y="1642"/>
                  </a:lnTo>
                  <a:lnTo>
                    <a:pt x="395" y="1633"/>
                  </a:lnTo>
                  <a:lnTo>
                    <a:pt x="426" y="1521"/>
                  </a:lnTo>
                  <a:lnTo>
                    <a:pt x="445" y="1452"/>
                  </a:lnTo>
                  <a:lnTo>
                    <a:pt x="473" y="1347"/>
                  </a:lnTo>
                  <a:lnTo>
                    <a:pt x="536" y="1143"/>
                  </a:lnTo>
                  <a:lnTo>
                    <a:pt x="546" y="1110"/>
                  </a:lnTo>
                  <a:lnTo>
                    <a:pt x="548" y="1101"/>
                  </a:lnTo>
                  <a:lnTo>
                    <a:pt x="548" y="1092"/>
                  </a:lnTo>
                  <a:lnTo>
                    <a:pt x="544" y="1058"/>
                  </a:lnTo>
                  <a:lnTo>
                    <a:pt x="483" y="836"/>
                  </a:lnTo>
                  <a:lnTo>
                    <a:pt x="478" y="825"/>
                  </a:lnTo>
                  <a:lnTo>
                    <a:pt x="421" y="705"/>
                  </a:lnTo>
                  <a:lnTo>
                    <a:pt x="418" y="700"/>
                  </a:lnTo>
                  <a:lnTo>
                    <a:pt x="412" y="697"/>
                  </a:lnTo>
                  <a:lnTo>
                    <a:pt x="344" y="665"/>
                  </a:lnTo>
                  <a:lnTo>
                    <a:pt x="340" y="660"/>
                  </a:lnTo>
                  <a:lnTo>
                    <a:pt x="238" y="553"/>
                  </a:lnTo>
                  <a:lnTo>
                    <a:pt x="219" y="532"/>
                  </a:lnTo>
                  <a:lnTo>
                    <a:pt x="17" y="318"/>
                  </a:lnTo>
                  <a:lnTo>
                    <a:pt x="8" y="309"/>
                  </a:lnTo>
                  <a:lnTo>
                    <a:pt x="0" y="274"/>
                  </a:lnTo>
                  <a:lnTo>
                    <a:pt x="23" y="159"/>
                  </a:lnTo>
                  <a:lnTo>
                    <a:pt x="35" y="147"/>
                  </a:lnTo>
                  <a:lnTo>
                    <a:pt x="94" y="88"/>
                  </a:lnTo>
                  <a:lnTo>
                    <a:pt x="181" y="46"/>
                  </a:lnTo>
                  <a:lnTo>
                    <a:pt x="189" y="41"/>
                  </a:lnTo>
                  <a:lnTo>
                    <a:pt x="211" y="31"/>
                  </a:lnTo>
                  <a:lnTo>
                    <a:pt x="279" y="0"/>
                  </a:lnTo>
                  <a:lnTo>
                    <a:pt x="288" y="3"/>
                  </a:lnTo>
                  <a:lnTo>
                    <a:pt x="310" y="19"/>
                  </a:lnTo>
                  <a:lnTo>
                    <a:pt x="312" y="31"/>
                  </a:lnTo>
                  <a:lnTo>
                    <a:pt x="315" y="51"/>
                  </a:lnTo>
                  <a:lnTo>
                    <a:pt x="351" y="81"/>
                  </a:lnTo>
                  <a:lnTo>
                    <a:pt x="436" y="146"/>
                  </a:lnTo>
                  <a:lnTo>
                    <a:pt x="575" y="247"/>
                  </a:lnTo>
                  <a:lnTo>
                    <a:pt x="589" y="253"/>
                  </a:lnTo>
                  <a:lnTo>
                    <a:pt x="616" y="264"/>
                  </a:lnTo>
                  <a:lnTo>
                    <a:pt x="639" y="263"/>
                  </a:lnTo>
                  <a:lnTo>
                    <a:pt x="720" y="260"/>
                  </a:lnTo>
                  <a:lnTo>
                    <a:pt x="740" y="259"/>
                  </a:lnTo>
                  <a:lnTo>
                    <a:pt x="882" y="252"/>
                  </a:lnTo>
                  <a:lnTo>
                    <a:pt x="966" y="248"/>
                  </a:lnTo>
                  <a:lnTo>
                    <a:pt x="972" y="246"/>
                  </a:lnTo>
                  <a:lnTo>
                    <a:pt x="1242" y="173"/>
                  </a:lnTo>
                  <a:lnTo>
                    <a:pt x="1261" y="167"/>
                  </a:lnTo>
                  <a:lnTo>
                    <a:pt x="1677" y="224"/>
                  </a:lnTo>
                  <a:lnTo>
                    <a:pt x="1700" y="221"/>
                  </a:lnTo>
                  <a:lnTo>
                    <a:pt x="1711" y="219"/>
                  </a:lnTo>
                  <a:lnTo>
                    <a:pt x="2057" y="162"/>
                  </a:lnTo>
                  <a:lnTo>
                    <a:pt x="2102" y="157"/>
                  </a:lnTo>
                  <a:lnTo>
                    <a:pt x="2159" y="151"/>
                  </a:lnTo>
                  <a:lnTo>
                    <a:pt x="2261" y="141"/>
                  </a:lnTo>
                  <a:lnTo>
                    <a:pt x="2341" y="133"/>
                  </a:lnTo>
                  <a:lnTo>
                    <a:pt x="2686" y="120"/>
                  </a:lnTo>
                  <a:lnTo>
                    <a:pt x="2720" y="121"/>
                  </a:lnTo>
                  <a:lnTo>
                    <a:pt x="2756" y="149"/>
                  </a:lnTo>
                  <a:lnTo>
                    <a:pt x="2766" y="168"/>
                  </a:lnTo>
                  <a:lnTo>
                    <a:pt x="2767" y="176"/>
                  </a:lnTo>
                  <a:lnTo>
                    <a:pt x="2772" y="211"/>
                  </a:lnTo>
                  <a:lnTo>
                    <a:pt x="2793" y="240"/>
                  </a:lnTo>
                  <a:lnTo>
                    <a:pt x="2818" y="261"/>
                  </a:lnTo>
                  <a:lnTo>
                    <a:pt x="2828" y="269"/>
                  </a:lnTo>
                  <a:lnTo>
                    <a:pt x="2838" y="276"/>
                  </a:lnTo>
                  <a:lnTo>
                    <a:pt x="2844" y="278"/>
                  </a:lnTo>
                  <a:lnTo>
                    <a:pt x="2873" y="277"/>
                  </a:lnTo>
                  <a:lnTo>
                    <a:pt x="2881" y="275"/>
                  </a:lnTo>
                  <a:lnTo>
                    <a:pt x="2913" y="258"/>
                  </a:lnTo>
                  <a:lnTo>
                    <a:pt x="2983" y="219"/>
                  </a:lnTo>
                  <a:lnTo>
                    <a:pt x="2991" y="213"/>
                  </a:lnTo>
                  <a:lnTo>
                    <a:pt x="3081" y="148"/>
                  </a:lnTo>
                  <a:lnTo>
                    <a:pt x="3123" y="112"/>
                  </a:lnTo>
                  <a:lnTo>
                    <a:pt x="3236" y="11"/>
                  </a:lnTo>
                  <a:lnTo>
                    <a:pt x="3309" y="113"/>
                  </a:lnTo>
                  <a:lnTo>
                    <a:pt x="3338" y="152"/>
                  </a:lnTo>
                  <a:lnTo>
                    <a:pt x="3367" y="193"/>
                  </a:lnTo>
                  <a:lnTo>
                    <a:pt x="3376" y="226"/>
                  </a:lnTo>
                  <a:lnTo>
                    <a:pt x="3388" y="270"/>
                  </a:lnTo>
                  <a:lnTo>
                    <a:pt x="3386" y="290"/>
                  </a:lnTo>
                  <a:lnTo>
                    <a:pt x="3385" y="296"/>
                  </a:lnTo>
                  <a:lnTo>
                    <a:pt x="3383" y="314"/>
                  </a:lnTo>
                  <a:lnTo>
                    <a:pt x="3378" y="35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l1095"/>
            <p:cNvSpPr/>
            <p:nvPr/>
          </p:nvSpPr>
          <p:spPr>
            <a:xfrm>
              <a:off x="4446550" y="5815117"/>
              <a:ext cx="180" cy="186"/>
            </a:xfrm>
            <a:custGeom>
              <a:avLst/>
              <a:pathLst>
                <a:path w="180" h="186">
                  <a:moveTo>
                    <a:pt x="73" y="185"/>
                  </a:moveTo>
                  <a:lnTo>
                    <a:pt x="36" y="186"/>
                  </a:lnTo>
                  <a:lnTo>
                    <a:pt x="30" y="183"/>
                  </a:lnTo>
                  <a:lnTo>
                    <a:pt x="19" y="179"/>
                  </a:lnTo>
                  <a:lnTo>
                    <a:pt x="9" y="173"/>
                  </a:lnTo>
                  <a:lnTo>
                    <a:pt x="0" y="162"/>
                  </a:lnTo>
                  <a:lnTo>
                    <a:pt x="0" y="153"/>
                  </a:lnTo>
                  <a:lnTo>
                    <a:pt x="6" y="144"/>
                  </a:lnTo>
                  <a:lnTo>
                    <a:pt x="14" y="134"/>
                  </a:lnTo>
                  <a:lnTo>
                    <a:pt x="15" y="124"/>
                  </a:lnTo>
                  <a:lnTo>
                    <a:pt x="20" y="112"/>
                  </a:lnTo>
                  <a:lnTo>
                    <a:pt x="29" y="102"/>
                  </a:lnTo>
                  <a:lnTo>
                    <a:pt x="52" y="76"/>
                  </a:lnTo>
                  <a:lnTo>
                    <a:pt x="54" y="69"/>
                  </a:lnTo>
                  <a:lnTo>
                    <a:pt x="54" y="57"/>
                  </a:lnTo>
                  <a:lnTo>
                    <a:pt x="55" y="45"/>
                  </a:lnTo>
                  <a:lnTo>
                    <a:pt x="61" y="39"/>
                  </a:lnTo>
                  <a:lnTo>
                    <a:pt x="67" y="32"/>
                  </a:lnTo>
                  <a:lnTo>
                    <a:pt x="67" y="26"/>
                  </a:lnTo>
                  <a:lnTo>
                    <a:pt x="66" y="12"/>
                  </a:lnTo>
                  <a:lnTo>
                    <a:pt x="69" y="3"/>
                  </a:lnTo>
                  <a:lnTo>
                    <a:pt x="77" y="0"/>
                  </a:lnTo>
                  <a:lnTo>
                    <a:pt x="87" y="2"/>
                  </a:lnTo>
                  <a:lnTo>
                    <a:pt x="92" y="13"/>
                  </a:lnTo>
                  <a:lnTo>
                    <a:pt x="96" y="28"/>
                  </a:lnTo>
                  <a:lnTo>
                    <a:pt x="98" y="38"/>
                  </a:lnTo>
                  <a:lnTo>
                    <a:pt x="108" y="55"/>
                  </a:lnTo>
                  <a:lnTo>
                    <a:pt x="124" y="72"/>
                  </a:lnTo>
                  <a:lnTo>
                    <a:pt x="130" y="85"/>
                  </a:lnTo>
                  <a:lnTo>
                    <a:pt x="137" y="99"/>
                  </a:lnTo>
                  <a:lnTo>
                    <a:pt x="157" y="131"/>
                  </a:lnTo>
                  <a:lnTo>
                    <a:pt x="168" y="150"/>
                  </a:lnTo>
                  <a:lnTo>
                    <a:pt x="175" y="162"/>
                  </a:lnTo>
                  <a:lnTo>
                    <a:pt x="180" y="171"/>
                  </a:lnTo>
                  <a:lnTo>
                    <a:pt x="180" y="177"/>
                  </a:lnTo>
                  <a:lnTo>
                    <a:pt x="177" y="183"/>
                  </a:lnTo>
                  <a:lnTo>
                    <a:pt x="171" y="184"/>
                  </a:lnTo>
                  <a:lnTo>
                    <a:pt x="148" y="184"/>
                  </a:lnTo>
                  <a:lnTo>
                    <a:pt x="116" y="182"/>
                  </a:lnTo>
                  <a:lnTo>
                    <a:pt x="97" y="182"/>
                  </a:lnTo>
                  <a:lnTo>
                    <a:pt x="73" y="18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l1096"/>
            <p:cNvSpPr/>
            <p:nvPr/>
          </p:nvSpPr>
          <p:spPr>
            <a:xfrm>
              <a:off x="4685517" y="5844734"/>
              <a:ext cx="1711" cy="1813"/>
            </a:xfrm>
            <a:custGeom>
              <a:avLst/>
              <a:pathLst>
                <a:path w="1711" h="1813">
                  <a:moveTo>
                    <a:pt x="327" y="1813"/>
                  </a:moveTo>
                  <a:lnTo>
                    <a:pt x="255" y="1808"/>
                  </a:lnTo>
                  <a:lnTo>
                    <a:pt x="194" y="1794"/>
                  </a:lnTo>
                  <a:lnTo>
                    <a:pt x="131" y="1773"/>
                  </a:lnTo>
                  <a:lnTo>
                    <a:pt x="113" y="1767"/>
                  </a:lnTo>
                  <a:lnTo>
                    <a:pt x="100" y="1763"/>
                  </a:lnTo>
                  <a:lnTo>
                    <a:pt x="89" y="1755"/>
                  </a:lnTo>
                  <a:lnTo>
                    <a:pt x="56" y="1730"/>
                  </a:lnTo>
                  <a:lnTo>
                    <a:pt x="40" y="1718"/>
                  </a:lnTo>
                  <a:lnTo>
                    <a:pt x="25" y="1693"/>
                  </a:lnTo>
                  <a:lnTo>
                    <a:pt x="8" y="1662"/>
                  </a:lnTo>
                  <a:lnTo>
                    <a:pt x="6" y="1653"/>
                  </a:lnTo>
                  <a:lnTo>
                    <a:pt x="3" y="1626"/>
                  </a:lnTo>
                  <a:lnTo>
                    <a:pt x="0" y="1599"/>
                  </a:lnTo>
                  <a:lnTo>
                    <a:pt x="16" y="1496"/>
                  </a:lnTo>
                  <a:lnTo>
                    <a:pt x="27" y="1468"/>
                  </a:lnTo>
                  <a:lnTo>
                    <a:pt x="32" y="1456"/>
                  </a:lnTo>
                  <a:lnTo>
                    <a:pt x="38" y="1445"/>
                  </a:lnTo>
                  <a:lnTo>
                    <a:pt x="60" y="1407"/>
                  </a:lnTo>
                  <a:lnTo>
                    <a:pt x="75" y="1381"/>
                  </a:lnTo>
                  <a:lnTo>
                    <a:pt x="79" y="1375"/>
                  </a:lnTo>
                  <a:lnTo>
                    <a:pt x="128" y="1320"/>
                  </a:lnTo>
                  <a:lnTo>
                    <a:pt x="177" y="1287"/>
                  </a:lnTo>
                  <a:lnTo>
                    <a:pt x="211" y="1264"/>
                  </a:lnTo>
                  <a:lnTo>
                    <a:pt x="226" y="1255"/>
                  </a:lnTo>
                  <a:lnTo>
                    <a:pt x="300" y="1201"/>
                  </a:lnTo>
                  <a:lnTo>
                    <a:pt x="324" y="1184"/>
                  </a:lnTo>
                  <a:lnTo>
                    <a:pt x="361" y="1111"/>
                  </a:lnTo>
                  <a:lnTo>
                    <a:pt x="423" y="918"/>
                  </a:lnTo>
                  <a:lnTo>
                    <a:pt x="448" y="764"/>
                  </a:lnTo>
                  <a:lnTo>
                    <a:pt x="411" y="630"/>
                  </a:lnTo>
                  <a:lnTo>
                    <a:pt x="395" y="574"/>
                  </a:lnTo>
                  <a:lnTo>
                    <a:pt x="390" y="537"/>
                  </a:lnTo>
                  <a:lnTo>
                    <a:pt x="384" y="498"/>
                  </a:lnTo>
                  <a:lnTo>
                    <a:pt x="668" y="227"/>
                  </a:lnTo>
                  <a:lnTo>
                    <a:pt x="677" y="218"/>
                  </a:lnTo>
                  <a:lnTo>
                    <a:pt x="687" y="214"/>
                  </a:lnTo>
                  <a:lnTo>
                    <a:pt x="699" y="208"/>
                  </a:lnTo>
                  <a:lnTo>
                    <a:pt x="768" y="177"/>
                  </a:lnTo>
                  <a:lnTo>
                    <a:pt x="787" y="169"/>
                  </a:lnTo>
                  <a:lnTo>
                    <a:pt x="1044" y="57"/>
                  </a:lnTo>
                  <a:lnTo>
                    <a:pt x="1057" y="51"/>
                  </a:lnTo>
                  <a:lnTo>
                    <a:pt x="1152" y="15"/>
                  </a:lnTo>
                  <a:lnTo>
                    <a:pt x="1170" y="10"/>
                  </a:lnTo>
                  <a:lnTo>
                    <a:pt x="1208" y="0"/>
                  </a:lnTo>
                  <a:lnTo>
                    <a:pt x="1266" y="0"/>
                  </a:lnTo>
                  <a:lnTo>
                    <a:pt x="1276" y="2"/>
                  </a:lnTo>
                  <a:lnTo>
                    <a:pt x="1346" y="34"/>
                  </a:lnTo>
                  <a:lnTo>
                    <a:pt x="1363" y="47"/>
                  </a:lnTo>
                  <a:lnTo>
                    <a:pt x="1652" y="270"/>
                  </a:lnTo>
                  <a:lnTo>
                    <a:pt x="1670" y="289"/>
                  </a:lnTo>
                  <a:lnTo>
                    <a:pt x="1688" y="311"/>
                  </a:lnTo>
                  <a:lnTo>
                    <a:pt x="1693" y="324"/>
                  </a:lnTo>
                  <a:lnTo>
                    <a:pt x="1711" y="407"/>
                  </a:lnTo>
                  <a:lnTo>
                    <a:pt x="1700" y="486"/>
                  </a:lnTo>
                  <a:lnTo>
                    <a:pt x="1690" y="547"/>
                  </a:lnTo>
                  <a:lnTo>
                    <a:pt x="1663" y="637"/>
                  </a:lnTo>
                  <a:lnTo>
                    <a:pt x="1611" y="726"/>
                  </a:lnTo>
                  <a:lnTo>
                    <a:pt x="1580" y="757"/>
                  </a:lnTo>
                  <a:lnTo>
                    <a:pt x="1539" y="794"/>
                  </a:lnTo>
                  <a:lnTo>
                    <a:pt x="1515" y="810"/>
                  </a:lnTo>
                  <a:lnTo>
                    <a:pt x="1454" y="845"/>
                  </a:lnTo>
                  <a:lnTo>
                    <a:pt x="1259" y="957"/>
                  </a:lnTo>
                  <a:lnTo>
                    <a:pt x="1117" y="1038"/>
                  </a:lnTo>
                  <a:lnTo>
                    <a:pt x="988" y="1154"/>
                  </a:lnTo>
                  <a:lnTo>
                    <a:pt x="958" y="1180"/>
                  </a:lnTo>
                  <a:lnTo>
                    <a:pt x="861" y="1308"/>
                  </a:lnTo>
                  <a:lnTo>
                    <a:pt x="835" y="1349"/>
                  </a:lnTo>
                  <a:lnTo>
                    <a:pt x="827" y="1382"/>
                  </a:lnTo>
                  <a:lnTo>
                    <a:pt x="800" y="1437"/>
                  </a:lnTo>
                  <a:lnTo>
                    <a:pt x="791" y="1456"/>
                  </a:lnTo>
                  <a:lnTo>
                    <a:pt x="773" y="1484"/>
                  </a:lnTo>
                  <a:lnTo>
                    <a:pt x="768" y="1492"/>
                  </a:lnTo>
                  <a:lnTo>
                    <a:pt x="735" y="1543"/>
                  </a:lnTo>
                  <a:lnTo>
                    <a:pt x="725" y="1553"/>
                  </a:lnTo>
                  <a:lnTo>
                    <a:pt x="709" y="1568"/>
                  </a:lnTo>
                  <a:lnTo>
                    <a:pt x="682" y="1593"/>
                  </a:lnTo>
                  <a:lnTo>
                    <a:pt x="553" y="1701"/>
                  </a:lnTo>
                  <a:lnTo>
                    <a:pt x="453" y="1771"/>
                  </a:lnTo>
                  <a:lnTo>
                    <a:pt x="439" y="1782"/>
                  </a:lnTo>
                  <a:lnTo>
                    <a:pt x="386" y="1796"/>
                  </a:lnTo>
                  <a:lnTo>
                    <a:pt x="358" y="1804"/>
                  </a:lnTo>
                  <a:lnTo>
                    <a:pt x="327" y="181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l1097"/>
            <p:cNvSpPr/>
            <p:nvPr/>
          </p:nvSpPr>
          <p:spPr>
            <a:xfrm>
              <a:off x="4681247" y="5830727"/>
              <a:ext cx="2597" cy="3379"/>
            </a:xfrm>
            <a:custGeom>
              <a:avLst/>
              <a:pathLst>
                <a:path w="2597" h="3379">
                  <a:moveTo>
                    <a:pt x="670" y="345"/>
                  </a:moveTo>
                  <a:lnTo>
                    <a:pt x="747" y="437"/>
                  </a:lnTo>
                  <a:lnTo>
                    <a:pt x="804" y="536"/>
                  </a:lnTo>
                  <a:lnTo>
                    <a:pt x="847" y="669"/>
                  </a:lnTo>
                  <a:lnTo>
                    <a:pt x="936" y="841"/>
                  </a:lnTo>
                  <a:lnTo>
                    <a:pt x="1072" y="1040"/>
                  </a:lnTo>
                  <a:lnTo>
                    <a:pt x="1200" y="1263"/>
                  </a:lnTo>
                  <a:lnTo>
                    <a:pt x="1314" y="1468"/>
                  </a:lnTo>
                  <a:lnTo>
                    <a:pt x="1412" y="1680"/>
                  </a:lnTo>
                  <a:lnTo>
                    <a:pt x="1425" y="1755"/>
                  </a:lnTo>
                  <a:lnTo>
                    <a:pt x="1708" y="2107"/>
                  </a:lnTo>
                  <a:lnTo>
                    <a:pt x="1878" y="2315"/>
                  </a:lnTo>
                  <a:lnTo>
                    <a:pt x="2597" y="3273"/>
                  </a:lnTo>
                  <a:lnTo>
                    <a:pt x="2596" y="3285"/>
                  </a:lnTo>
                  <a:lnTo>
                    <a:pt x="2560" y="3340"/>
                  </a:lnTo>
                  <a:lnTo>
                    <a:pt x="2518" y="3368"/>
                  </a:lnTo>
                  <a:lnTo>
                    <a:pt x="2483" y="3379"/>
                  </a:lnTo>
                  <a:lnTo>
                    <a:pt x="2461" y="3373"/>
                  </a:lnTo>
                  <a:lnTo>
                    <a:pt x="2351" y="3321"/>
                  </a:lnTo>
                  <a:lnTo>
                    <a:pt x="2109" y="3157"/>
                  </a:lnTo>
                  <a:lnTo>
                    <a:pt x="1961" y="2967"/>
                  </a:lnTo>
                  <a:lnTo>
                    <a:pt x="1938" y="2786"/>
                  </a:lnTo>
                  <a:lnTo>
                    <a:pt x="1928" y="2768"/>
                  </a:lnTo>
                  <a:lnTo>
                    <a:pt x="1843" y="2633"/>
                  </a:lnTo>
                  <a:lnTo>
                    <a:pt x="1095" y="1613"/>
                  </a:lnTo>
                  <a:lnTo>
                    <a:pt x="956" y="1443"/>
                  </a:lnTo>
                  <a:lnTo>
                    <a:pt x="812" y="1246"/>
                  </a:lnTo>
                  <a:lnTo>
                    <a:pt x="786" y="1207"/>
                  </a:lnTo>
                  <a:lnTo>
                    <a:pt x="719" y="1088"/>
                  </a:lnTo>
                  <a:lnTo>
                    <a:pt x="498" y="738"/>
                  </a:lnTo>
                  <a:lnTo>
                    <a:pt x="400" y="597"/>
                  </a:lnTo>
                  <a:lnTo>
                    <a:pt x="163" y="300"/>
                  </a:lnTo>
                  <a:lnTo>
                    <a:pt x="98" y="252"/>
                  </a:lnTo>
                  <a:lnTo>
                    <a:pt x="71" y="246"/>
                  </a:lnTo>
                  <a:lnTo>
                    <a:pt x="32" y="256"/>
                  </a:lnTo>
                  <a:lnTo>
                    <a:pt x="0" y="134"/>
                  </a:lnTo>
                  <a:lnTo>
                    <a:pt x="35" y="72"/>
                  </a:lnTo>
                  <a:lnTo>
                    <a:pt x="93" y="0"/>
                  </a:lnTo>
                  <a:lnTo>
                    <a:pt x="163" y="28"/>
                  </a:lnTo>
                  <a:lnTo>
                    <a:pt x="426" y="152"/>
                  </a:lnTo>
                  <a:lnTo>
                    <a:pt x="566" y="247"/>
                  </a:lnTo>
                  <a:lnTo>
                    <a:pt x="670" y="34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l1098"/>
            <p:cNvSpPr/>
            <p:nvPr/>
          </p:nvSpPr>
          <p:spPr>
            <a:xfrm>
              <a:off x="4740241" y="5828593"/>
              <a:ext cx="108" cy="113"/>
            </a:xfrm>
            <a:custGeom>
              <a:avLst/>
              <a:pathLst>
                <a:path w="108" h="113">
                  <a:moveTo>
                    <a:pt x="100" y="100"/>
                  </a:moveTo>
                  <a:lnTo>
                    <a:pt x="96" y="107"/>
                  </a:lnTo>
                  <a:lnTo>
                    <a:pt x="90" y="107"/>
                  </a:lnTo>
                  <a:lnTo>
                    <a:pt x="83" y="105"/>
                  </a:lnTo>
                  <a:lnTo>
                    <a:pt x="78" y="101"/>
                  </a:lnTo>
                  <a:lnTo>
                    <a:pt x="70" y="101"/>
                  </a:lnTo>
                  <a:lnTo>
                    <a:pt x="69" y="111"/>
                  </a:lnTo>
                  <a:lnTo>
                    <a:pt x="63" y="113"/>
                  </a:lnTo>
                  <a:lnTo>
                    <a:pt x="56" y="111"/>
                  </a:lnTo>
                  <a:lnTo>
                    <a:pt x="43" y="108"/>
                  </a:lnTo>
                  <a:lnTo>
                    <a:pt x="38" y="105"/>
                  </a:lnTo>
                  <a:lnTo>
                    <a:pt x="31" y="100"/>
                  </a:lnTo>
                  <a:lnTo>
                    <a:pt x="24" y="95"/>
                  </a:lnTo>
                  <a:lnTo>
                    <a:pt x="15" y="94"/>
                  </a:lnTo>
                  <a:lnTo>
                    <a:pt x="8" y="87"/>
                  </a:lnTo>
                  <a:lnTo>
                    <a:pt x="3" y="78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5" y="55"/>
                  </a:lnTo>
                  <a:lnTo>
                    <a:pt x="10" y="53"/>
                  </a:lnTo>
                  <a:lnTo>
                    <a:pt x="22" y="47"/>
                  </a:lnTo>
                  <a:lnTo>
                    <a:pt x="28" y="40"/>
                  </a:lnTo>
                  <a:lnTo>
                    <a:pt x="34" y="33"/>
                  </a:lnTo>
                  <a:lnTo>
                    <a:pt x="37" y="23"/>
                  </a:lnTo>
                  <a:lnTo>
                    <a:pt x="47" y="15"/>
                  </a:lnTo>
                  <a:lnTo>
                    <a:pt x="56" y="9"/>
                  </a:lnTo>
                  <a:lnTo>
                    <a:pt x="62" y="7"/>
                  </a:lnTo>
                  <a:lnTo>
                    <a:pt x="77" y="0"/>
                  </a:lnTo>
                  <a:lnTo>
                    <a:pt x="83" y="0"/>
                  </a:lnTo>
                  <a:lnTo>
                    <a:pt x="93" y="8"/>
                  </a:lnTo>
                  <a:lnTo>
                    <a:pt x="96" y="15"/>
                  </a:lnTo>
                  <a:lnTo>
                    <a:pt x="94" y="21"/>
                  </a:lnTo>
                  <a:lnTo>
                    <a:pt x="88" y="26"/>
                  </a:lnTo>
                  <a:lnTo>
                    <a:pt x="82" y="31"/>
                  </a:lnTo>
                  <a:lnTo>
                    <a:pt x="77" y="37"/>
                  </a:lnTo>
                  <a:lnTo>
                    <a:pt x="78" y="44"/>
                  </a:lnTo>
                  <a:lnTo>
                    <a:pt x="82" y="47"/>
                  </a:lnTo>
                  <a:lnTo>
                    <a:pt x="93" y="49"/>
                  </a:lnTo>
                  <a:lnTo>
                    <a:pt x="98" y="54"/>
                  </a:lnTo>
                  <a:lnTo>
                    <a:pt x="104" y="57"/>
                  </a:lnTo>
                  <a:lnTo>
                    <a:pt x="104" y="64"/>
                  </a:lnTo>
                  <a:lnTo>
                    <a:pt x="106" y="70"/>
                  </a:lnTo>
                  <a:lnTo>
                    <a:pt x="108" y="76"/>
                  </a:lnTo>
                  <a:lnTo>
                    <a:pt x="107" y="84"/>
                  </a:lnTo>
                  <a:lnTo>
                    <a:pt x="103" y="93"/>
                  </a:lnTo>
                  <a:lnTo>
                    <a:pt x="100" y="10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l1099"/>
            <p:cNvSpPr/>
            <p:nvPr/>
          </p:nvSpPr>
          <p:spPr>
            <a:xfrm>
              <a:off x="4738142" y="5827402"/>
              <a:ext cx="2165" cy="2346"/>
            </a:xfrm>
            <a:custGeom>
              <a:avLst/>
              <a:pathLst>
                <a:path w="2165" h="2346">
                  <a:moveTo>
                    <a:pt x="2136" y="129"/>
                  </a:moveTo>
                  <a:lnTo>
                    <a:pt x="2149" y="314"/>
                  </a:lnTo>
                  <a:lnTo>
                    <a:pt x="2163" y="529"/>
                  </a:lnTo>
                  <a:lnTo>
                    <a:pt x="2165" y="551"/>
                  </a:lnTo>
                  <a:lnTo>
                    <a:pt x="2164" y="647"/>
                  </a:lnTo>
                  <a:lnTo>
                    <a:pt x="2154" y="681"/>
                  </a:lnTo>
                  <a:lnTo>
                    <a:pt x="2152" y="690"/>
                  </a:lnTo>
                  <a:lnTo>
                    <a:pt x="2127" y="776"/>
                  </a:lnTo>
                  <a:lnTo>
                    <a:pt x="2124" y="788"/>
                  </a:lnTo>
                  <a:lnTo>
                    <a:pt x="2088" y="914"/>
                  </a:lnTo>
                  <a:lnTo>
                    <a:pt x="2066" y="972"/>
                  </a:lnTo>
                  <a:lnTo>
                    <a:pt x="1993" y="1162"/>
                  </a:lnTo>
                  <a:lnTo>
                    <a:pt x="1966" y="1233"/>
                  </a:lnTo>
                  <a:lnTo>
                    <a:pt x="1995" y="1231"/>
                  </a:lnTo>
                  <a:lnTo>
                    <a:pt x="2034" y="1241"/>
                  </a:lnTo>
                  <a:lnTo>
                    <a:pt x="2058" y="1257"/>
                  </a:lnTo>
                  <a:lnTo>
                    <a:pt x="2061" y="1279"/>
                  </a:lnTo>
                  <a:lnTo>
                    <a:pt x="2051" y="1290"/>
                  </a:lnTo>
                  <a:lnTo>
                    <a:pt x="2030" y="1298"/>
                  </a:lnTo>
                  <a:lnTo>
                    <a:pt x="2002" y="1305"/>
                  </a:lnTo>
                  <a:lnTo>
                    <a:pt x="1986" y="1362"/>
                  </a:lnTo>
                  <a:lnTo>
                    <a:pt x="1986" y="1383"/>
                  </a:lnTo>
                  <a:lnTo>
                    <a:pt x="1978" y="1399"/>
                  </a:lnTo>
                  <a:lnTo>
                    <a:pt x="1924" y="1410"/>
                  </a:lnTo>
                  <a:lnTo>
                    <a:pt x="1893" y="1397"/>
                  </a:lnTo>
                  <a:lnTo>
                    <a:pt x="1858" y="1383"/>
                  </a:lnTo>
                  <a:lnTo>
                    <a:pt x="1823" y="1377"/>
                  </a:lnTo>
                  <a:lnTo>
                    <a:pt x="1788" y="1390"/>
                  </a:lnTo>
                  <a:lnTo>
                    <a:pt x="1734" y="1445"/>
                  </a:lnTo>
                  <a:lnTo>
                    <a:pt x="1719" y="1451"/>
                  </a:lnTo>
                  <a:lnTo>
                    <a:pt x="1711" y="1480"/>
                  </a:lnTo>
                  <a:lnTo>
                    <a:pt x="1673" y="1566"/>
                  </a:lnTo>
                  <a:lnTo>
                    <a:pt x="1628" y="1732"/>
                  </a:lnTo>
                  <a:lnTo>
                    <a:pt x="1665" y="1769"/>
                  </a:lnTo>
                  <a:lnTo>
                    <a:pt x="1751" y="1810"/>
                  </a:lnTo>
                  <a:lnTo>
                    <a:pt x="1758" y="1813"/>
                  </a:lnTo>
                  <a:lnTo>
                    <a:pt x="1780" y="1835"/>
                  </a:lnTo>
                  <a:lnTo>
                    <a:pt x="1910" y="2164"/>
                  </a:lnTo>
                  <a:lnTo>
                    <a:pt x="1945" y="2251"/>
                  </a:lnTo>
                  <a:lnTo>
                    <a:pt x="1878" y="2301"/>
                  </a:lnTo>
                  <a:lnTo>
                    <a:pt x="1775" y="2314"/>
                  </a:lnTo>
                  <a:lnTo>
                    <a:pt x="1505" y="2346"/>
                  </a:lnTo>
                  <a:lnTo>
                    <a:pt x="1447" y="2236"/>
                  </a:lnTo>
                  <a:lnTo>
                    <a:pt x="1445" y="2232"/>
                  </a:lnTo>
                  <a:lnTo>
                    <a:pt x="1388" y="2114"/>
                  </a:lnTo>
                  <a:lnTo>
                    <a:pt x="1382" y="2102"/>
                  </a:lnTo>
                  <a:lnTo>
                    <a:pt x="1369" y="2076"/>
                  </a:lnTo>
                  <a:lnTo>
                    <a:pt x="1360" y="2068"/>
                  </a:lnTo>
                  <a:lnTo>
                    <a:pt x="1111" y="1859"/>
                  </a:lnTo>
                  <a:lnTo>
                    <a:pt x="1106" y="1855"/>
                  </a:lnTo>
                  <a:lnTo>
                    <a:pt x="1090" y="1846"/>
                  </a:lnTo>
                  <a:lnTo>
                    <a:pt x="1062" y="1831"/>
                  </a:lnTo>
                  <a:lnTo>
                    <a:pt x="1030" y="1813"/>
                  </a:lnTo>
                  <a:lnTo>
                    <a:pt x="1014" y="1804"/>
                  </a:lnTo>
                  <a:lnTo>
                    <a:pt x="1009" y="1801"/>
                  </a:lnTo>
                  <a:lnTo>
                    <a:pt x="998" y="1797"/>
                  </a:lnTo>
                  <a:lnTo>
                    <a:pt x="988" y="1793"/>
                  </a:lnTo>
                  <a:lnTo>
                    <a:pt x="938" y="1773"/>
                  </a:lnTo>
                  <a:lnTo>
                    <a:pt x="911" y="1762"/>
                  </a:lnTo>
                  <a:lnTo>
                    <a:pt x="886" y="1752"/>
                  </a:lnTo>
                  <a:lnTo>
                    <a:pt x="879" y="1749"/>
                  </a:lnTo>
                  <a:lnTo>
                    <a:pt x="872" y="1747"/>
                  </a:lnTo>
                  <a:lnTo>
                    <a:pt x="836" y="1732"/>
                  </a:lnTo>
                  <a:lnTo>
                    <a:pt x="790" y="1714"/>
                  </a:lnTo>
                  <a:lnTo>
                    <a:pt x="698" y="1712"/>
                  </a:lnTo>
                  <a:lnTo>
                    <a:pt x="661" y="1711"/>
                  </a:lnTo>
                  <a:lnTo>
                    <a:pt x="496" y="1690"/>
                  </a:lnTo>
                  <a:lnTo>
                    <a:pt x="483" y="1688"/>
                  </a:lnTo>
                  <a:lnTo>
                    <a:pt x="467" y="1685"/>
                  </a:lnTo>
                  <a:lnTo>
                    <a:pt x="460" y="1682"/>
                  </a:lnTo>
                  <a:lnTo>
                    <a:pt x="420" y="1664"/>
                  </a:lnTo>
                  <a:lnTo>
                    <a:pt x="410" y="1659"/>
                  </a:lnTo>
                  <a:lnTo>
                    <a:pt x="407" y="1649"/>
                  </a:lnTo>
                  <a:lnTo>
                    <a:pt x="433" y="1594"/>
                  </a:lnTo>
                  <a:lnTo>
                    <a:pt x="452" y="1552"/>
                  </a:lnTo>
                  <a:lnTo>
                    <a:pt x="461" y="1534"/>
                  </a:lnTo>
                  <a:lnTo>
                    <a:pt x="467" y="1521"/>
                  </a:lnTo>
                  <a:lnTo>
                    <a:pt x="472" y="1502"/>
                  </a:lnTo>
                  <a:lnTo>
                    <a:pt x="474" y="1493"/>
                  </a:lnTo>
                  <a:lnTo>
                    <a:pt x="491" y="1427"/>
                  </a:lnTo>
                  <a:lnTo>
                    <a:pt x="494" y="1418"/>
                  </a:lnTo>
                  <a:lnTo>
                    <a:pt x="521" y="1124"/>
                  </a:lnTo>
                  <a:lnTo>
                    <a:pt x="526" y="1068"/>
                  </a:lnTo>
                  <a:lnTo>
                    <a:pt x="454" y="918"/>
                  </a:lnTo>
                  <a:lnTo>
                    <a:pt x="391" y="826"/>
                  </a:lnTo>
                  <a:lnTo>
                    <a:pt x="370" y="799"/>
                  </a:lnTo>
                  <a:lnTo>
                    <a:pt x="157" y="522"/>
                  </a:lnTo>
                  <a:lnTo>
                    <a:pt x="137" y="497"/>
                  </a:lnTo>
                  <a:lnTo>
                    <a:pt x="133" y="492"/>
                  </a:lnTo>
                  <a:lnTo>
                    <a:pt x="75" y="416"/>
                  </a:lnTo>
                  <a:lnTo>
                    <a:pt x="67" y="404"/>
                  </a:lnTo>
                  <a:lnTo>
                    <a:pt x="56" y="388"/>
                  </a:lnTo>
                  <a:lnTo>
                    <a:pt x="42" y="368"/>
                  </a:lnTo>
                  <a:lnTo>
                    <a:pt x="32" y="353"/>
                  </a:lnTo>
                  <a:lnTo>
                    <a:pt x="1" y="282"/>
                  </a:lnTo>
                  <a:lnTo>
                    <a:pt x="0" y="269"/>
                  </a:lnTo>
                  <a:lnTo>
                    <a:pt x="0" y="250"/>
                  </a:lnTo>
                  <a:lnTo>
                    <a:pt x="4" y="232"/>
                  </a:lnTo>
                  <a:lnTo>
                    <a:pt x="8" y="214"/>
                  </a:lnTo>
                  <a:lnTo>
                    <a:pt x="36" y="93"/>
                  </a:lnTo>
                  <a:lnTo>
                    <a:pt x="42" y="85"/>
                  </a:lnTo>
                  <a:lnTo>
                    <a:pt x="65" y="52"/>
                  </a:lnTo>
                  <a:lnTo>
                    <a:pt x="178" y="56"/>
                  </a:lnTo>
                  <a:lnTo>
                    <a:pt x="201" y="58"/>
                  </a:lnTo>
                  <a:lnTo>
                    <a:pt x="210" y="58"/>
                  </a:lnTo>
                  <a:lnTo>
                    <a:pt x="279" y="63"/>
                  </a:lnTo>
                  <a:lnTo>
                    <a:pt x="336" y="84"/>
                  </a:lnTo>
                  <a:lnTo>
                    <a:pt x="369" y="104"/>
                  </a:lnTo>
                  <a:lnTo>
                    <a:pt x="396" y="121"/>
                  </a:lnTo>
                  <a:lnTo>
                    <a:pt x="409" y="128"/>
                  </a:lnTo>
                  <a:lnTo>
                    <a:pt x="429" y="132"/>
                  </a:lnTo>
                  <a:lnTo>
                    <a:pt x="496" y="144"/>
                  </a:lnTo>
                  <a:lnTo>
                    <a:pt x="658" y="172"/>
                  </a:lnTo>
                  <a:lnTo>
                    <a:pt x="683" y="170"/>
                  </a:lnTo>
                  <a:lnTo>
                    <a:pt x="771" y="162"/>
                  </a:lnTo>
                  <a:lnTo>
                    <a:pt x="938" y="35"/>
                  </a:lnTo>
                  <a:lnTo>
                    <a:pt x="984" y="8"/>
                  </a:lnTo>
                  <a:lnTo>
                    <a:pt x="1092" y="1"/>
                  </a:lnTo>
                  <a:lnTo>
                    <a:pt x="1108" y="0"/>
                  </a:lnTo>
                  <a:lnTo>
                    <a:pt x="1228" y="7"/>
                  </a:lnTo>
                  <a:lnTo>
                    <a:pt x="1265" y="9"/>
                  </a:lnTo>
                  <a:lnTo>
                    <a:pt x="1258" y="49"/>
                  </a:lnTo>
                  <a:lnTo>
                    <a:pt x="1262" y="74"/>
                  </a:lnTo>
                  <a:lnTo>
                    <a:pt x="1312" y="128"/>
                  </a:lnTo>
                  <a:lnTo>
                    <a:pt x="1340" y="139"/>
                  </a:lnTo>
                  <a:lnTo>
                    <a:pt x="1384" y="155"/>
                  </a:lnTo>
                  <a:lnTo>
                    <a:pt x="1600" y="142"/>
                  </a:lnTo>
                  <a:lnTo>
                    <a:pt x="1609" y="142"/>
                  </a:lnTo>
                  <a:lnTo>
                    <a:pt x="1616" y="141"/>
                  </a:lnTo>
                  <a:lnTo>
                    <a:pt x="1638" y="138"/>
                  </a:lnTo>
                  <a:lnTo>
                    <a:pt x="1756" y="116"/>
                  </a:lnTo>
                  <a:lnTo>
                    <a:pt x="1769" y="112"/>
                  </a:lnTo>
                  <a:lnTo>
                    <a:pt x="1973" y="36"/>
                  </a:lnTo>
                  <a:lnTo>
                    <a:pt x="1986" y="31"/>
                  </a:lnTo>
                  <a:lnTo>
                    <a:pt x="1997" y="27"/>
                  </a:lnTo>
                  <a:lnTo>
                    <a:pt x="2134" y="103"/>
                  </a:lnTo>
                  <a:lnTo>
                    <a:pt x="2136" y="12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l1100"/>
            <p:cNvSpPr/>
            <p:nvPr/>
          </p:nvSpPr>
          <p:spPr>
            <a:xfrm>
              <a:off x="4539980" y="5795890"/>
              <a:ext cx="346" cy="445"/>
            </a:xfrm>
            <a:custGeom>
              <a:avLst/>
              <a:pathLst>
                <a:path w="346" h="445">
                  <a:moveTo>
                    <a:pt x="334" y="15"/>
                  </a:moveTo>
                  <a:lnTo>
                    <a:pt x="346" y="53"/>
                  </a:lnTo>
                  <a:lnTo>
                    <a:pt x="340" y="71"/>
                  </a:lnTo>
                  <a:lnTo>
                    <a:pt x="263" y="286"/>
                  </a:lnTo>
                  <a:lnTo>
                    <a:pt x="257" y="304"/>
                  </a:lnTo>
                  <a:lnTo>
                    <a:pt x="198" y="427"/>
                  </a:lnTo>
                  <a:lnTo>
                    <a:pt x="180" y="444"/>
                  </a:lnTo>
                  <a:lnTo>
                    <a:pt x="163" y="445"/>
                  </a:lnTo>
                  <a:lnTo>
                    <a:pt x="157" y="444"/>
                  </a:lnTo>
                  <a:lnTo>
                    <a:pt x="152" y="444"/>
                  </a:lnTo>
                  <a:lnTo>
                    <a:pt x="141" y="445"/>
                  </a:lnTo>
                  <a:lnTo>
                    <a:pt x="133" y="443"/>
                  </a:lnTo>
                  <a:lnTo>
                    <a:pt x="123" y="436"/>
                  </a:lnTo>
                  <a:lnTo>
                    <a:pt x="118" y="433"/>
                  </a:lnTo>
                  <a:lnTo>
                    <a:pt x="112" y="432"/>
                  </a:lnTo>
                  <a:lnTo>
                    <a:pt x="102" y="431"/>
                  </a:lnTo>
                  <a:lnTo>
                    <a:pt x="92" y="428"/>
                  </a:lnTo>
                  <a:lnTo>
                    <a:pt x="16" y="355"/>
                  </a:lnTo>
                  <a:lnTo>
                    <a:pt x="5" y="290"/>
                  </a:lnTo>
                  <a:lnTo>
                    <a:pt x="3" y="283"/>
                  </a:lnTo>
                  <a:lnTo>
                    <a:pt x="0" y="263"/>
                  </a:lnTo>
                  <a:lnTo>
                    <a:pt x="3" y="233"/>
                  </a:lnTo>
                  <a:lnTo>
                    <a:pt x="10" y="226"/>
                  </a:lnTo>
                  <a:lnTo>
                    <a:pt x="213" y="24"/>
                  </a:lnTo>
                  <a:lnTo>
                    <a:pt x="222" y="16"/>
                  </a:lnTo>
                  <a:lnTo>
                    <a:pt x="245" y="4"/>
                  </a:lnTo>
                  <a:lnTo>
                    <a:pt x="251" y="5"/>
                  </a:lnTo>
                  <a:lnTo>
                    <a:pt x="256" y="6"/>
                  </a:lnTo>
                  <a:lnTo>
                    <a:pt x="262" y="8"/>
                  </a:lnTo>
                  <a:lnTo>
                    <a:pt x="267" y="8"/>
                  </a:lnTo>
                  <a:lnTo>
                    <a:pt x="292" y="0"/>
                  </a:lnTo>
                  <a:lnTo>
                    <a:pt x="311" y="0"/>
                  </a:lnTo>
                  <a:lnTo>
                    <a:pt x="334" y="1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l1101"/>
            <p:cNvSpPr/>
            <p:nvPr/>
          </p:nvSpPr>
          <p:spPr>
            <a:xfrm>
              <a:off x="4540838" y="5794977"/>
              <a:ext cx="275" cy="463"/>
            </a:xfrm>
            <a:custGeom>
              <a:avLst/>
              <a:pathLst>
                <a:path w="275" h="463">
                  <a:moveTo>
                    <a:pt x="197" y="9"/>
                  </a:moveTo>
                  <a:lnTo>
                    <a:pt x="211" y="19"/>
                  </a:lnTo>
                  <a:lnTo>
                    <a:pt x="231" y="69"/>
                  </a:lnTo>
                  <a:lnTo>
                    <a:pt x="271" y="196"/>
                  </a:lnTo>
                  <a:lnTo>
                    <a:pt x="275" y="264"/>
                  </a:lnTo>
                  <a:lnTo>
                    <a:pt x="269" y="293"/>
                  </a:lnTo>
                  <a:lnTo>
                    <a:pt x="234" y="338"/>
                  </a:lnTo>
                  <a:lnTo>
                    <a:pt x="185" y="384"/>
                  </a:lnTo>
                  <a:lnTo>
                    <a:pt x="80" y="456"/>
                  </a:lnTo>
                  <a:lnTo>
                    <a:pt x="72" y="463"/>
                  </a:lnTo>
                  <a:lnTo>
                    <a:pt x="49" y="457"/>
                  </a:lnTo>
                  <a:lnTo>
                    <a:pt x="22" y="428"/>
                  </a:lnTo>
                  <a:lnTo>
                    <a:pt x="21" y="372"/>
                  </a:lnTo>
                  <a:lnTo>
                    <a:pt x="7" y="340"/>
                  </a:lnTo>
                  <a:lnTo>
                    <a:pt x="0" y="323"/>
                  </a:lnTo>
                  <a:lnTo>
                    <a:pt x="3" y="274"/>
                  </a:lnTo>
                  <a:lnTo>
                    <a:pt x="12" y="216"/>
                  </a:lnTo>
                  <a:lnTo>
                    <a:pt x="18" y="199"/>
                  </a:lnTo>
                  <a:lnTo>
                    <a:pt x="20" y="191"/>
                  </a:lnTo>
                  <a:lnTo>
                    <a:pt x="14" y="181"/>
                  </a:lnTo>
                  <a:lnTo>
                    <a:pt x="4" y="160"/>
                  </a:lnTo>
                  <a:lnTo>
                    <a:pt x="8" y="113"/>
                  </a:lnTo>
                  <a:lnTo>
                    <a:pt x="46" y="35"/>
                  </a:lnTo>
                  <a:lnTo>
                    <a:pt x="83" y="8"/>
                  </a:lnTo>
                  <a:lnTo>
                    <a:pt x="107" y="0"/>
                  </a:lnTo>
                  <a:lnTo>
                    <a:pt x="114" y="1"/>
                  </a:lnTo>
                  <a:lnTo>
                    <a:pt x="158" y="11"/>
                  </a:lnTo>
                  <a:lnTo>
                    <a:pt x="197" y="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l1102"/>
            <p:cNvSpPr/>
            <p:nvPr/>
          </p:nvSpPr>
          <p:spPr>
            <a:xfrm>
              <a:off x="4531281" y="5784151"/>
              <a:ext cx="318" cy="557"/>
            </a:xfrm>
            <a:custGeom>
              <a:avLst/>
              <a:pathLst>
                <a:path w="318" h="557">
                  <a:moveTo>
                    <a:pt x="56" y="546"/>
                  </a:moveTo>
                  <a:lnTo>
                    <a:pt x="27" y="557"/>
                  </a:lnTo>
                  <a:lnTo>
                    <a:pt x="16" y="551"/>
                  </a:lnTo>
                  <a:lnTo>
                    <a:pt x="10" y="456"/>
                  </a:lnTo>
                  <a:lnTo>
                    <a:pt x="7" y="414"/>
                  </a:lnTo>
                  <a:lnTo>
                    <a:pt x="11" y="387"/>
                  </a:lnTo>
                  <a:lnTo>
                    <a:pt x="16" y="361"/>
                  </a:lnTo>
                  <a:lnTo>
                    <a:pt x="8" y="337"/>
                  </a:lnTo>
                  <a:lnTo>
                    <a:pt x="0" y="298"/>
                  </a:lnTo>
                  <a:lnTo>
                    <a:pt x="10" y="273"/>
                  </a:lnTo>
                  <a:lnTo>
                    <a:pt x="18" y="251"/>
                  </a:lnTo>
                  <a:lnTo>
                    <a:pt x="28" y="224"/>
                  </a:lnTo>
                  <a:lnTo>
                    <a:pt x="140" y="119"/>
                  </a:lnTo>
                  <a:lnTo>
                    <a:pt x="157" y="103"/>
                  </a:lnTo>
                  <a:lnTo>
                    <a:pt x="163" y="100"/>
                  </a:lnTo>
                  <a:lnTo>
                    <a:pt x="174" y="96"/>
                  </a:lnTo>
                  <a:lnTo>
                    <a:pt x="188" y="80"/>
                  </a:lnTo>
                  <a:lnTo>
                    <a:pt x="207" y="66"/>
                  </a:lnTo>
                  <a:lnTo>
                    <a:pt x="218" y="64"/>
                  </a:lnTo>
                  <a:lnTo>
                    <a:pt x="222" y="53"/>
                  </a:lnTo>
                  <a:lnTo>
                    <a:pt x="269" y="0"/>
                  </a:lnTo>
                  <a:lnTo>
                    <a:pt x="282" y="3"/>
                  </a:lnTo>
                  <a:lnTo>
                    <a:pt x="294" y="19"/>
                  </a:lnTo>
                  <a:lnTo>
                    <a:pt x="308" y="79"/>
                  </a:lnTo>
                  <a:lnTo>
                    <a:pt x="318" y="121"/>
                  </a:lnTo>
                  <a:lnTo>
                    <a:pt x="314" y="150"/>
                  </a:lnTo>
                  <a:lnTo>
                    <a:pt x="314" y="172"/>
                  </a:lnTo>
                  <a:lnTo>
                    <a:pt x="309" y="184"/>
                  </a:lnTo>
                  <a:lnTo>
                    <a:pt x="306" y="201"/>
                  </a:lnTo>
                  <a:lnTo>
                    <a:pt x="156" y="454"/>
                  </a:lnTo>
                  <a:lnTo>
                    <a:pt x="56" y="54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l1103"/>
            <p:cNvSpPr/>
            <p:nvPr/>
          </p:nvSpPr>
          <p:spPr>
            <a:xfrm>
              <a:off x="4523914" y="5783992"/>
              <a:ext cx="9925" cy="5012"/>
            </a:xfrm>
            <a:custGeom>
              <a:avLst/>
              <a:pathLst>
                <a:path w="9925" h="5012">
                  <a:moveTo>
                    <a:pt x="8769" y="277"/>
                  </a:moveTo>
                  <a:lnTo>
                    <a:pt x="8807" y="382"/>
                  </a:lnTo>
                  <a:lnTo>
                    <a:pt x="8871" y="562"/>
                  </a:lnTo>
                  <a:lnTo>
                    <a:pt x="8877" y="569"/>
                  </a:lnTo>
                  <a:lnTo>
                    <a:pt x="8884" y="590"/>
                  </a:lnTo>
                  <a:lnTo>
                    <a:pt x="8876" y="767"/>
                  </a:lnTo>
                  <a:lnTo>
                    <a:pt x="8870" y="783"/>
                  </a:lnTo>
                  <a:lnTo>
                    <a:pt x="8859" y="792"/>
                  </a:lnTo>
                  <a:lnTo>
                    <a:pt x="8853" y="794"/>
                  </a:lnTo>
                  <a:lnTo>
                    <a:pt x="8842" y="791"/>
                  </a:lnTo>
                  <a:lnTo>
                    <a:pt x="8831" y="789"/>
                  </a:lnTo>
                  <a:lnTo>
                    <a:pt x="8660" y="834"/>
                  </a:lnTo>
                  <a:lnTo>
                    <a:pt x="8629" y="909"/>
                  </a:lnTo>
                  <a:lnTo>
                    <a:pt x="8550" y="1057"/>
                  </a:lnTo>
                  <a:lnTo>
                    <a:pt x="8545" y="1079"/>
                  </a:lnTo>
                  <a:lnTo>
                    <a:pt x="8539" y="1100"/>
                  </a:lnTo>
                  <a:lnTo>
                    <a:pt x="8521" y="1169"/>
                  </a:lnTo>
                  <a:lnTo>
                    <a:pt x="8525" y="1196"/>
                  </a:lnTo>
                  <a:lnTo>
                    <a:pt x="8608" y="1367"/>
                  </a:lnTo>
                  <a:lnTo>
                    <a:pt x="8656" y="1448"/>
                  </a:lnTo>
                  <a:lnTo>
                    <a:pt x="8660" y="1457"/>
                  </a:lnTo>
                  <a:lnTo>
                    <a:pt x="8690" y="1484"/>
                  </a:lnTo>
                  <a:lnTo>
                    <a:pt x="8767" y="1518"/>
                  </a:lnTo>
                  <a:lnTo>
                    <a:pt x="8809" y="1534"/>
                  </a:lnTo>
                  <a:lnTo>
                    <a:pt x="9013" y="1519"/>
                  </a:lnTo>
                  <a:lnTo>
                    <a:pt x="9032" y="1507"/>
                  </a:lnTo>
                  <a:lnTo>
                    <a:pt x="9046" y="1492"/>
                  </a:lnTo>
                  <a:lnTo>
                    <a:pt x="9154" y="1394"/>
                  </a:lnTo>
                  <a:lnTo>
                    <a:pt x="9343" y="1269"/>
                  </a:lnTo>
                  <a:lnTo>
                    <a:pt x="9353" y="1262"/>
                  </a:lnTo>
                  <a:lnTo>
                    <a:pt x="9375" y="1274"/>
                  </a:lnTo>
                  <a:lnTo>
                    <a:pt x="9392" y="1299"/>
                  </a:lnTo>
                  <a:lnTo>
                    <a:pt x="9474" y="1580"/>
                  </a:lnTo>
                  <a:lnTo>
                    <a:pt x="9472" y="1616"/>
                  </a:lnTo>
                  <a:lnTo>
                    <a:pt x="9474" y="1631"/>
                  </a:lnTo>
                  <a:lnTo>
                    <a:pt x="9469" y="1689"/>
                  </a:lnTo>
                  <a:lnTo>
                    <a:pt x="9559" y="1884"/>
                  </a:lnTo>
                  <a:lnTo>
                    <a:pt x="9621" y="1910"/>
                  </a:lnTo>
                  <a:lnTo>
                    <a:pt x="9834" y="2003"/>
                  </a:lnTo>
                  <a:lnTo>
                    <a:pt x="9897" y="2065"/>
                  </a:lnTo>
                  <a:lnTo>
                    <a:pt x="9909" y="2093"/>
                  </a:lnTo>
                  <a:lnTo>
                    <a:pt x="9914" y="2097"/>
                  </a:lnTo>
                  <a:lnTo>
                    <a:pt x="9925" y="2130"/>
                  </a:lnTo>
                  <a:lnTo>
                    <a:pt x="9920" y="2179"/>
                  </a:lnTo>
                  <a:lnTo>
                    <a:pt x="9900" y="2183"/>
                  </a:lnTo>
                  <a:lnTo>
                    <a:pt x="9786" y="2126"/>
                  </a:lnTo>
                  <a:lnTo>
                    <a:pt x="9774" y="2124"/>
                  </a:lnTo>
                  <a:lnTo>
                    <a:pt x="9750" y="2119"/>
                  </a:lnTo>
                  <a:lnTo>
                    <a:pt x="9729" y="2134"/>
                  </a:lnTo>
                  <a:lnTo>
                    <a:pt x="9702" y="2171"/>
                  </a:lnTo>
                  <a:lnTo>
                    <a:pt x="9688" y="2200"/>
                  </a:lnTo>
                  <a:lnTo>
                    <a:pt x="9676" y="2225"/>
                  </a:lnTo>
                  <a:lnTo>
                    <a:pt x="9673" y="2240"/>
                  </a:lnTo>
                  <a:lnTo>
                    <a:pt x="9667" y="2245"/>
                  </a:lnTo>
                  <a:lnTo>
                    <a:pt x="9654" y="2271"/>
                  </a:lnTo>
                  <a:lnTo>
                    <a:pt x="9652" y="2277"/>
                  </a:lnTo>
                  <a:lnTo>
                    <a:pt x="9647" y="2285"/>
                  </a:lnTo>
                  <a:lnTo>
                    <a:pt x="9631" y="2317"/>
                  </a:lnTo>
                  <a:lnTo>
                    <a:pt x="9457" y="2203"/>
                  </a:lnTo>
                  <a:lnTo>
                    <a:pt x="9371" y="2109"/>
                  </a:lnTo>
                  <a:lnTo>
                    <a:pt x="9343" y="2101"/>
                  </a:lnTo>
                  <a:lnTo>
                    <a:pt x="9323" y="2102"/>
                  </a:lnTo>
                  <a:lnTo>
                    <a:pt x="9303" y="2110"/>
                  </a:lnTo>
                  <a:lnTo>
                    <a:pt x="9288" y="2119"/>
                  </a:lnTo>
                  <a:lnTo>
                    <a:pt x="9263" y="2127"/>
                  </a:lnTo>
                  <a:lnTo>
                    <a:pt x="9245" y="2134"/>
                  </a:lnTo>
                  <a:lnTo>
                    <a:pt x="9139" y="2201"/>
                  </a:lnTo>
                  <a:lnTo>
                    <a:pt x="9112" y="2233"/>
                  </a:lnTo>
                  <a:lnTo>
                    <a:pt x="9071" y="2281"/>
                  </a:lnTo>
                  <a:lnTo>
                    <a:pt x="9014" y="2384"/>
                  </a:lnTo>
                  <a:lnTo>
                    <a:pt x="8996" y="2415"/>
                  </a:lnTo>
                  <a:lnTo>
                    <a:pt x="8991" y="2440"/>
                  </a:lnTo>
                  <a:lnTo>
                    <a:pt x="8974" y="2523"/>
                  </a:lnTo>
                  <a:lnTo>
                    <a:pt x="8972" y="2560"/>
                  </a:lnTo>
                  <a:lnTo>
                    <a:pt x="8969" y="2610"/>
                  </a:lnTo>
                  <a:lnTo>
                    <a:pt x="8980" y="2666"/>
                  </a:lnTo>
                  <a:lnTo>
                    <a:pt x="9052" y="2739"/>
                  </a:lnTo>
                  <a:lnTo>
                    <a:pt x="9105" y="2752"/>
                  </a:lnTo>
                  <a:lnTo>
                    <a:pt x="9126" y="2788"/>
                  </a:lnTo>
                  <a:lnTo>
                    <a:pt x="9135" y="2816"/>
                  </a:lnTo>
                  <a:lnTo>
                    <a:pt x="9139" y="2832"/>
                  </a:lnTo>
                  <a:lnTo>
                    <a:pt x="9147" y="2858"/>
                  </a:lnTo>
                  <a:lnTo>
                    <a:pt x="9163" y="2914"/>
                  </a:lnTo>
                  <a:lnTo>
                    <a:pt x="9180" y="2970"/>
                  </a:lnTo>
                  <a:lnTo>
                    <a:pt x="9179" y="2989"/>
                  </a:lnTo>
                  <a:lnTo>
                    <a:pt x="9109" y="3130"/>
                  </a:lnTo>
                  <a:lnTo>
                    <a:pt x="9090" y="3138"/>
                  </a:lnTo>
                  <a:lnTo>
                    <a:pt x="9067" y="3147"/>
                  </a:lnTo>
                  <a:lnTo>
                    <a:pt x="8999" y="3152"/>
                  </a:lnTo>
                  <a:lnTo>
                    <a:pt x="8983" y="3161"/>
                  </a:lnTo>
                  <a:lnTo>
                    <a:pt x="8973" y="3195"/>
                  </a:lnTo>
                  <a:lnTo>
                    <a:pt x="8976" y="3232"/>
                  </a:lnTo>
                  <a:lnTo>
                    <a:pt x="9012" y="3308"/>
                  </a:lnTo>
                  <a:lnTo>
                    <a:pt x="9045" y="3331"/>
                  </a:lnTo>
                  <a:lnTo>
                    <a:pt x="9134" y="3390"/>
                  </a:lnTo>
                  <a:lnTo>
                    <a:pt x="9147" y="3394"/>
                  </a:lnTo>
                  <a:lnTo>
                    <a:pt x="9168" y="3411"/>
                  </a:lnTo>
                  <a:lnTo>
                    <a:pt x="9172" y="3432"/>
                  </a:lnTo>
                  <a:lnTo>
                    <a:pt x="9188" y="3461"/>
                  </a:lnTo>
                  <a:lnTo>
                    <a:pt x="9191" y="3474"/>
                  </a:lnTo>
                  <a:lnTo>
                    <a:pt x="9243" y="3487"/>
                  </a:lnTo>
                  <a:lnTo>
                    <a:pt x="9282" y="3470"/>
                  </a:lnTo>
                  <a:lnTo>
                    <a:pt x="9290" y="3468"/>
                  </a:lnTo>
                  <a:lnTo>
                    <a:pt x="9305" y="3464"/>
                  </a:lnTo>
                  <a:lnTo>
                    <a:pt x="9315" y="3465"/>
                  </a:lnTo>
                  <a:lnTo>
                    <a:pt x="9331" y="3473"/>
                  </a:lnTo>
                  <a:lnTo>
                    <a:pt x="9440" y="3697"/>
                  </a:lnTo>
                  <a:lnTo>
                    <a:pt x="9450" y="3719"/>
                  </a:lnTo>
                  <a:lnTo>
                    <a:pt x="9449" y="3742"/>
                  </a:lnTo>
                  <a:lnTo>
                    <a:pt x="9451" y="3771"/>
                  </a:lnTo>
                  <a:lnTo>
                    <a:pt x="9448" y="3785"/>
                  </a:lnTo>
                  <a:lnTo>
                    <a:pt x="9446" y="3826"/>
                  </a:lnTo>
                  <a:lnTo>
                    <a:pt x="9447" y="3848"/>
                  </a:lnTo>
                  <a:lnTo>
                    <a:pt x="9445" y="3870"/>
                  </a:lnTo>
                  <a:lnTo>
                    <a:pt x="9413" y="4051"/>
                  </a:lnTo>
                  <a:lnTo>
                    <a:pt x="9401" y="4119"/>
                  </a:lnTo>
                  <a:lnTo>
                    <a:pt x="9393" y="4164"/>
                  </a:lnTo>
                  <a:lnTo>
                    <a:pt x="9371" y="4257"/>
                  </a:lnTo>
                  <a:lnTo>
                    <a:pt x="9328" y="4434"/>
                  </a:lnTo>
                  <a:lnTo>
                    <a:pt x="9270" y="4492"/>
                  </a:lnTo>
                  <a:lnTo>
                    <a:pt x="9257" y="4505"/>
                  </a:lnTo>
                  <a:lnTo>
                    <a:pt x="9228" y="4533"/>
                  </a:lnTo>
                  <a:lnTo>
                    <a:pt x="9195" y="4567"/>
                  </a:lnTo>
                  <a:lnTo>
                    <a:pt x="9143" y="4619"/>
                  </a:lnTo>
                  <a:lnTo>
                    <a:pt x="9121" y="4637"/>
                  </a:lnTo>
                  <a:lnTo>
                    <a:pt x="9085" y="4644"/>
                  </a:lnTo>
                  <a:lnTo>
                    <a:pt x="9068" y="4648"/>
                  </a:lnTo>
                  <a:lnTo>
                    <a:pt x="9055" y="4636"/>
                  </a:lnTo>
                  <a:lnTo>
                    <a:pt x="9052" y="4622"/>
                  </a:lnTo>
                  <a:lnTo>
                    <a:pt x="9045" y="4606"/>
                  </a:lnTo>
                  <a:lnTo>
                    <a:pt x="9036" y="4598"/>
                  </a:lnTo>
                  <a:lnTo>
                    <a:pt x="9031" y="4589"/>
                  </a:lnTo>
                  <a:lnTo>
                    <a:pt x="8978" y="4565"/>
                  </a:lnTo>
                  <a:lnTo>
                    <a:pt x="8964" y="4562"/>
                  </a:lnTo>
                  <a:lnTo>
                    <a:pt x="8954" y="4560"/>
                  </a:lnTo>
                  <a:lnTo>
                    <a:pt x="8933" y="4562"/>
                  </a:lnTo>
                  <a:lnTo>
                    <a:pt x="8913" y="4564"/>
                  </a:lnTo>
                  <a:lnTo>
                    <a:pt x="8774" y="4674"/>
                  </a:lnTo>
                  <a:lnTo>
                    <a:pt x="8728" y="4738"/>
                  </a:lnTo>
                  <a:lnTo>
                    <a:pt x="8715" y="4807"/>
                  </a:lnTo>
                  <a:lnTo>
                    <a:pt x="8689" y="4881"/>
                  </a:lnTo>
                  <a:lnTo>
                    <a:pt x="8643" y="4965"/>
                  </a:lnTo>
                  <a:lnTo>
                    <a:pt x="8628" y="4981"/>
                  </a:lnTo>
                  <a:lnTo>
                    <a:pt x="8615" y="4987"/>
                  </a:lnTo>
                  <a:lnTo>
                    <a:pt x="8586" y="5002"/>
                  </a:lnTo>
                  <a:lnTo>
                    <a:pt x="8571" y="5009"/>
                  </a:lnTo>
                  <a:lnTo>
                    <a:pt x="8558" y="5012"/>
                  </a:lnTo>
                  <a:lnTo>
                    <a:pt x="8408" y="4931"/>
                  </a:lnTo>
                  <a:lnTo>
                    <a:pt x="8391" y="4912"/>
                  </a:lnTo>
                  <a:lnTo>
                    <a:pt x="8371" y="4788"/>
                  </a:lnTo>
                  <a:lnTo>
                    <a:pt x="8373" y="4771"/>
                  </a:lnTo>
                  <a:lnTo>
                    <a:pt x="8374" y="4760"/>
                  </a:lnTo>
                  <a:lnTo>
                    <a:pt x="8374" y="4737"/>
                  </a:lnTo>
                  <a:lnTo>
                    <a:pt x="8371" y="4710"/>
                  </a:lnTo>
                  <a:lnTo>
                    <a:pt x="8380" y="4682"/>
                  </a:lnTo>
                  <a:lnTo>
                    <a:pt x="8386" y="4682"/>
                  </a:lnTo>
                  <a:lnTo>
                    <a:pt x="8392" y="4682"/>
                  </a:lnTo>
                  <a:lnTo>
                    <a:pt x="8412" y="4683"/>
                  </a:lnTo>
                  <a:lnTo>
                    <a:pt x="8424" y="4673"/>
                  </a:lnTo>
                  <a:lnTo>
                    <a:pt x="8433" y="4647"/>
                  </a:lnTo>
                  <a:lnTo>
                    <a:pt x="8432" y="4632"/>
                  </a:lnTo>
                  <a:lnTo>
                    <a:pt x="8402" y="4586"/>
                  </a:lnTo>
                  <a:lnTo>
                    <a:pt x="8327" y="4507"/>
                  </a:lnTo>
                  <a:lnTo>
                    <a:pt x="8301" y="4481"/>
                  </a:lnTo>
                  <a:lnTo>
                    <a:pt x="8144" y="4426"/>
                  </a:lnTo>
                  <a:lnTo>
                    <a:pt x="8120" y="4425"/>
                  </a:lnTo>
                  <a:lnTo>
                    <a:pt x="8104" y="4424"/>
                  </a:lnTo>
                  <a:lnTo>
                    <a:pt x="8087" y="4434"/>
                  </a:lnTo>
                  <a:lnTo>
                    <a:pt x="8064" y="4445"/>
                  </a:lnTo>
                  <a:lnTo>
                    <a:pt x="8007" y="4458"/>
                  </a:lnTo>
                  <a:lnTo>
                    <a:pt x="7942" y="4476"/>
                  </a:lnTo>
                  <a:lnTo>
                    <a:pt x="7868" y="4514"/>
                  </a:lnTo>
                  <a:lnTo>
                    <a:pt x="7783" y="4568"/>
                  </a:lnTo>
                  <a:lnTo>
                    <a:pt x="7695" y="4669"/>
                  </a:lnTo>
                  <a:lnTo>
                    <a:pt x="7687" y="4692"/>
                  </a:lnTo>
                  <a:lnTo>
                    <a:pt x="7682" y="4707"/>
                  </a:lnTo>
                  <a:lnTo>
                    <a:pt x="7670" y="4720"/>
                  </a:lnTo>
                  <a:lnTo>
                    <a:pt x="7665" y="4726"/>
                  </a:lnTo>
                  <a:lnTo>
                    <a:pt x="7656" y="4737"/>
                  </a:lnTo>
                  <a:lnTo>
                    <a:pt x="7493" y="4826"/>
                  </a:lnTo>
                  <a:lnTo>
                    <a:pt x="7480" y="4818"/>
                  </a:lnTo>
                  <a:lnTo>
                    <a:pt x="7478" y="4803"/>
                  </a:lnTo>
                  <a:lnTo>
                    <a:pt x="7469" y="4781"/>
                  </a:lnTo>
                  <a:lnTo>
                    <a:pt x="7474" y="4771"/>
                  </a:lnTo>
                  <a:lnTo>
                    <a:pt x="7479" y="4757"/>
                  </a:lnTo>
                  <a:lnTo>
                    <a:pt x="7479" y="4739"/>
                  </a:lnTo>
                  <a:lnTo>
                    <a:pt x="7482" y="4727"/>
                  </a:lnTo>
                  <a:lnTo>
                    <a:pt x="7489" y="4723"/>
                  </a:lnTo>
                  <a:lnTo>
                    <a:pt x="7499" y="4718"/>
                  </a:lnTo>
                  <a:lnTo>
                    <a:pt x="7506" y="4718"/>
                  </a:lnTo>
                  <a:lnTo>
                    <a:pt x="7521" y="4732"/>
                  </a:lnTo>
                  <a:lnTo>
                    <a:pt x="7539" y="4732"/>
                  </a:lnTo>
                  <a:lnTo>
                    <a:pt x="7553" y="4721"/>
                  </a:lnTo>
                  <a:lnTo>
                    <a:pt x="7559" y="4704"/>
                  </a:lnTo>
                  <a:lnTo>
                    <a:pt x="7568" y="4682"/>
                  </a:lnTo>
                  <a:lnTo>
                    <a:pt x="7575" y="4666"/>
                  </a:lnTo>
                  <a:lnTo>
                    <a:pt x="7581" y="4646"/>
                  </a:lnTo>
                  <a:lnTo>
                    <a:pt x="7582" y="4630"/>
                  </a:lnTo>
                  <a:lnTo>
                    <a:pt x="7581" y="4625"/>
                  </a:lnTo>
                  <a:lnTo>
                    <a:pt x="7580" y="4306"/>
                  </a:lnTo>
                  <a:lnTo>
                    <a:pt x="7572" y="4291"/>
                  </a:lnTo>
                  <a:lnTo>
                    <a:pt x="7516" y="4222"/>
                  </a:lnTo>
                  <a:lnTo>
                    <a:pt x="7455" y="4162"/>
                  </a:lnTo>
                  <a:lnTo>
                    <a:pt x="7418" y="4136"/>
                  </a:lnTo>
                  <a:lnTo>
                    <a:pt x="7349" y="4106"/>
                  </a:lnTo>
                  <a:lnTo>
                    <a:pt x="6956" y="3964"/>
                  </a:lnTo>
                  <a:lnTo>
                    <a:pt x="6909" y="3956"/>
                  </a:lnTo>
                  <a:lnTo>
                    <a:pt x="6900" y="3955"/>
                  </a:lnTo>
                  <a:lnTo>
                    <a:pt x="6774" y="3935"/>
                  </a:lnTo>
                  <a:lnTo>
                    <a:pt x="6759" y="3932"/>
                  </a:lnTo>
                  <a:lnTo>
                    <a:pt x="6713" y="3925"/>
                  </a:lnTo>
                  <a:lnTo>
                    <a:pt x="6524" y="3933"/>
                  </a:lnTo>
                  <a:lnTo>
                    <a:pt x="6398" y="3953"/>
                  </a:lnTo>
                  <a:lnTo>
                    <a:pt x="6171" y="4010"/>
                  </a:lnTo>
                  <a:lnTo>
                    <a:pt x="6136" y="4019"/>
                  </a:lnTo>
                  <a:lnTo>
                    <a:pt x="6027" y="4045"/>
                  </a:lnTo>
                  <a:lnTo>
                    <a:pt x="5975" y="4058"/>
                  </a:lnTo>
                  <a:lnTo>
                    <a:pt x="5839" y="4090"/>
                  </a:lnTo>
                  <a:lnTo>
                    <a:pt x="5824" y="4094"/>
                  </a:lnTo>
                  <a:lnTo>
                    <a:pt x="5817" y="4095"/>
                  </a:lnTo>
                  <a:lnTo>
                    <a:pt x="5799" y="4101"/>
                  </a:lnTo>
                  <a:lnTo>
                    <a:pt x="5715" y="4132"/>
                  </a:lnTo>
                  <a:lnTo>
                    <a:pt x="5655" y="4155"/>
                  </a:lnTo>
                  <a:lnTo>
                    <a:pt x="5638" y="4161"/>
                  </a:lnTo>
                  <a:lnTo>
                    <a:pt x="5625" y="4166"/>
                  </a:lnTo>
                  <a:lnTo>
                    <a:pt x="5572" y="4186"/>
                  </a:lnTo>
                  <a:lnTo>
                    <a:pt x="5495" y="4232"/>
                  </a:lnTo>
                  <a:lnTo>
                    <a:pt x="5391" y="4300"/>
                  </a:lnTo>
                  <a:lnTo>
                    <a:pt x="5320" y="4358"/>
                  </a:lnTo>
                  <a:lnTo>
                    <a:pt x="5311" y="4368"/>
                  </a:lnTo>
                  <a:lnTo>
                    <a:pt x="5302" y="4413"/>
                  </a:lnTo>
                  <a:lnTo>
                    <a:pt x="5283" y="4428"/>
                  </a:lnTo>
                  <a:lnTo>
                    <a:pt x="5275" y="4432"/>
                  </a:lnTo>
                  <a:lnTo>
                    <a:pt x="5194" y="4427"/>
                  </a:lnTo>
                  <a:lnTo>
                    <a:pt x="5099" y="4429"/>
                  </a:lnTo>
                  <a:lnTo>
                    <a:pt x="5052" y="4425"/>
                  </a:lnTo>
                  <a:lnTo>
                    <a:pt x="5007" y="4407"/>
                  </a:lnTo>
                  <a:lnTo>
                    <a:pt x="4996" y="4393"/>
                  </a:lnTo>
                  <a:lnTo>
                    <a:pt x="4987" y="4377"/>
                  </a:lnTo>
                  <a:lnTo>
                    <a:pt x="4969" y="4356"/>
                  </a:lnTo>
                  <a:lnTo>
                    <a:pt x="4785" y="4262"/>
                  </a:lnTo>
                  <a:lnTo>
                    <a:pt x="4689" y="4235"/>
                  </a:lnTo>
                  <a:lnTo>
                    <a:pt x="4646" y="4247"/>
                  </a:lnTo>
                  <a:lnTo>
                    <a:pt x="4609" y="4257"/>
                  </a:lnTo>
                  <a:lnTo>
                    <a:pt x="4595" y="4257"/>
                  </a:lnTo>
                  <a:lnTo>
                    <a:pt x="4558" y="4257"/>
                  </a:lnTo>
                  <a:lnTo>
                    <a:pt x="4518" y="4257"/>
                  </a:lnTo>
                  <a:lnTo>
                    <a:pt x="4492" y="4247"/>
                  </a:lnTo>
                  <a:lnTo>
                    <a:pt x="4431" y="4226"/>
                  </a:lnTo>
                  <a:lnTo>
                    <a:pt x="4412" y="4216"/>
                  </a:lnTo>
                  <a:lnTo>
                    <a:pt x="4366" y="4181"/>
                  </a:lnTo>
                  <a:lnTo>
                    <a:pt x="4324" y="4149"/>
                  </a:lnTo>
                  <a:lnTo>
                    <a:pt x="4297" y="4129"/>
                  </a:lnTo>
                  <a:lnTo>
                    <a:pt x="4241" y="4086"/>
                  </a:lnTo>
                  <a:lnTo>
                    <a:pt x="4164" y="4028"/>
                  </a:lnTo>
                  <a:lnTo>
                    <a:pt x="4100" y="3970"/>
                  </a:lnTo>
                  <a:lnTo>
                    <a:pt x="4111" y="3904"/>
                  </a:lnTo>
                  <a:lnTo>
                    <a:pt x="4115" y="3753"/>
                  </a:lnTo>
                  <a:lnTo>
                    <a:pt x="4115" y="3730"/>
                  </a:lnTo>
                  <a:lnTo>
                    <a:pt x="4080" y="3702"/>
                  </a:lnTo>
                  <a:lnTo>
                    <a:pt x="3975" y="3654"/>
                  </a:lnTo>
                  <a:lnTo>
                    <a:pt x="3925" y="3641"/>
                  </a:lnTo>
                  <a:lnTo>
                    <a:pt x="3866" y="3629"/>
                  </a:lnTo>
                  <a:lnTo>
                    <a:pt x="3736" y="3625"/>
                  </a:lnTo>
                  <a:lnTo>
                    <a:pt x="3514" y="3621"/>
                  </a:lnTo>
                  <a:lnTo>
                    <a:pt x="3485" y="3621"/>
                  </a:lnTo>
                  <a:lnTo>
                    <a:pt x="3094" y="3598"/>
                  </a:lnTo>
                  <a:lnTo>
                    <a:pt x="3030" y="3594"/>
                  </a:lnTo>
                  <a:lnTo>
                    <a:pt x="2851" y="3584"/>
                  </a:lnTo>
                  <a:lnTo>
                    <a:pt x="2834" y="3583"/>
                  </a:lnTo>
                  <a:lnTo>
                    <a:pt x="2798" y="3581"/>
                  </a:lnTo>
                  <a:lnTo>
                    <a:pt x="2769" y="3579"/>
                  </a:lnTo>
                  <a:lnTo>
                    <a:pt x="2752" y="3578"/>
                  </a:lnTo>
                  <a:lnTo>
                    <a:pt x="2744" y="3578"/>
                  </a:lnTo>
                  <a:lnTo>
                    <a:pt x="2709" y="3576"/>
                  </a:lnTo>
                  <a:lnTo>
                    <a:pt x="2695" y="3568"/>
                  </a:lnTo>
                  <a:lnTo>
                    <a:pt x="2684" y="3563"/>
                  </a:lnTo>
                  <a:lnTo>
                    <a:pt x="2670" y="3563"/>
                  </a:lnTo>
                  <a:lnTo>
                    <a:pt x="2655" y="3563"/>
                  </a:lnTo>
                  <a:lnTo>
                    <a:pt x="2589" y="3545"/>
                  </a:lnTo>
                  <a:lnTo>
                    <a:pt x="2558" y="3537"/>
                  </a:lnTo>
                  <a:lnTo>
                    <a:pt x="2490" y="3518"/>
                  </a:lnTo>
                  <a:lnTo>
                    <a:pt x="2475" y="3515"/>
                  </a:lnTo>
                  <a:lnTo>
                    <a:pt x="1993" y="3573"/>
                  </a:lnTo>
                  <a:lnTo>
                    <a:pt x="1685" y="3627"/>
                  </a:lnTo>
                  <a:lnTo>
                    <a:pt x="1622" y="3628"/>
                  </a:lnTo>
                  <a:lnTo>
                    <a:pt x="1508" y="3630"/>
                  </a:lnTo>
                  <a:lnTo>
                    <a:pt x="1415" y="3632"/>
                  </a:lnTo>
                  <a:lnTo>
                    <a:pt x="1401" y="3631"/>
                  </a:lnTo>
                  <a:lnTo>
                    <a:pt x="1368" y="3629"/>
                  </a:lnTo>
                  <a:lnTo>
                    <a:pt x="1354" y="3624"/>
                  </a:lnTo>
                  <a:lnTo>
                    <a:pt x="1335" y="3619"/>
                  </a:lnTo>
                  <a:lnTo>
                    <a:pt x="1324" y="3619"/>
                  </a:lnTo>
                  <a:lnTo>
                    <a:pt x="1210" y="3594"/>
                  </a:lnTo>
                  <a:lnTo>
                    <a:pt x="1195" y="3588"/>
                  </a:lnTo>
                  <a:lnTo>
                    <a:pt x="1167" y="3582"/>
                  </a:lnTo>
                  <a:lnTo>
                    <a:pt x="1111" y="3571"/>
                  </a:lnTo>
                  <a:lnTo>
                    <a:pt x="1102" y="3566"/>
                  </a:lnTo>
                  <a:lnTo>
                    <a:pt x="1086" y="3554"/>
                  </a:lnTo>
                  <a:lnTo>
                    <a:pt x="1062" y="3539"/>
                  </a:lnTo>
                  <a:lnTo>
                    <a:pt x="1050" y="3535"/>
                  </a:lnTo>
                  <a:lnTo>
                    <a:pt x="1020" y="3532"/>
                  </a:lnTo>
                  <a:lnTo>
                    <a:pt x="978" y="3515"/>
                  </a:lnTo>
                  <a:lnTo>
                    <a:pt x="936" y="3515"/>
                  </a:lnTo>
                  <a:lnTo>
                    <a:pt x="908" y="3515"/>
                  </a:lnTo>
                  <a:lnTo>
                    <a:pt x="895" y="3515"/>
                  </a:lnTo>
                  <a:lnTo>
                    <a:pt x="863" y="3491"/>
                  </a:lnTo>
                  <a:lnTo>
                    <a:pt x="844" y="3458"/>
                  </a:lnTo>
                  <a:lnTo>
                    <a:pt x="841" y="3450"/>
                  </a:lnTo>
                  <a:lnTo>
                    <a:pt x="831" y="3438"/>
                  </a:lnTo>
                  <a:lnTo>
                    <a:pt x="782" y="3401"/>
                  </a:lnTo>
                  <a:lnTo>
                    <a:pt x="770" y="3396"/>
                  </a:lnTo>
                  <a:lnTo>
                    <a:pt x="580" y="3389"/>
                  </a:lnTo>
                  <a:lnTo>
                    <a:pt x="510" y="3387"/>
                  </a:lnTo>
                  <a:lnTo>
                    <a:pt x="432" y="3384"/>
                  </a:lnTo>
                  <a:lnTo>
                    <a:pt x="383" y="3381"/>
                  </a:lnTo>
                  <a:lnTo>
                    <a:pt x="332" y="3377"/>
                  </a:lnTo>
                  <a:lnTo>
                    <a:pt x="299" y="3375"/>
                  </a:lnTo>
                  <a:lnTo>
                    <a:pt x="283" y="3374"/>
                  </a:lnTo>
                  <a:lnTo>
                    <a:pt x="265" y="3372"/>
                  </a:lnTo>
                  <a:lnTo>
                    <a:pt x="165" y="3312"/>
                  </a:lnTo>
                  <a:lnTo>
                    <a:pt x="149" y="3307"/>
                  </a:lnTo>
                  <a:lnTo>
                    <a:pt x="63" y="3263"/>
                  </a:lnTo>
                  <a:lnTo>
                    <a:pt x="57" y="3248"/>
                  </a:lnTo>
                  <a:lnTo>
                    <a:pt x="54" y="3239"/>
                  </a:lnTo>
                  <a:lnTo>
                    <a:pt x="42" y="3216"/>
                  </a:lnTo>
                  <a:lnTo>
                    <a:pt x="32" y="3193"/>
                  </a:lnTo>
                  <a:lnTo>
                    <a:pt x="30" y="3181"/>
                  </a:lnTo>
                  <a:lnTo>
                    <a:pt x="31" y="3151"/>
                  </a:lnTo>
                  <a:lnTo>
                    <a:pt x="26" y="3122"/>
                  </a:lnTo>
                  <a:lnTo>
                    <a:pt x="19" y="3100"/>
                  </a:lnTo>
                  <a:lnTo>
                    <a:pt x="0" y="3037"/>
                  </a:lnTo>
                  <a:lnTo>
                    <a:pt x="1" y="3023"/>
                  </a:lnTo>
                  <a:lnTo>
                    <a:pt x="1" y="3001"/>
                  </a:lnTo>
                  <a:lnTo>
                    <a:pt x="7" y="2959"/>
                  </a:lnTo>
                  <a:lnTo>
                    <a:pt x="13" y="2933"/>
                  </a:lnTo>
                  <a:lnTo>
                    <a:pt x="19" y="2904"/>
                  </a:lnTo>
                  <a:lnTo>
                    <a:pt x="47" y="2802"/>
                  </a:lnTo>
                  <a:lnTo>
                    <a:pt x="68" y="2761"/>
                  </a:lnTo>
                  <a:lnTo>
                    <a:pt x="76" y="2747"/>
                  </a:lnTo>
                  <a:lnTo>
                    <a:pt x="218" y="2477"/>
                  </a:lnTo>
                  <a:lnTo>
                    <a:pt x="429" y="2154"/>
                  </a:lnTo>
                  <a:lnTo>
                    <a:pt x="579" y="2078"/>
                  </a:lnTo>
                  <a:lnTo>
                    <a:pt x="836" y="1947"/>
                  </a:lnTo>
                  <a:lnTo>
                    <a:pt x="928" y="1878"/>
                  </a:lnTo>
                  <a:lnTo>
                    <a:pt x="1182" y="1688"/>
                  </a:lnTo>
                  <a:lnTo>
                    <a:pt x="1328" y="1491"/>
                  </a:lnTo>
                  <a:lnTo>
                    <a:pt x="1371" y="1462"/>
                  </a:lnTo>
                  <a:lnTo>
                    <a:pt x="1893" y="1200"/>
                  </a:lnTo>
                  <a:lnTo>
                    <a:pt x="1928" y="1214"/>
                  </a:lnTo>
                  <a:lnTo>
                    <a:pt x="1952" y="1224"/>
                  </a:lnTo>
                  <a:lnTo>
                    <a:pt x="1964" y="1229"/>
                  </a:lnTo>
                  <a:lnTo>
                    <a:pt x="2079" y="1297"/>
                  </a:lnTo>
                  <a:lnTo>
                    <a:pt x="2086" y="1304"/>
                  </a:lnTo>
                  <a:lnTo>
                    <a:pt x="2090" y="1309"/>
                  </a:lnTo>
                  <a:lnTo>
                    <a:pt x="2109" y="1336"/>
                  </a:lnTo>
                  <a:lnTo>
                    <a:pt x="2122" y="1361"/>
                  </a:lnTo>
                  <a:lnTo>
                    <a:pt x="2131" y="1374"/>
                  </a:lnTo>
                  <a:lnTo>
                    <a:pt x="2218" y="1437"/>
                  </a:lnTo>
                  <a:lnTo>
                    <a:pt x="2242" y="1440"/>
                  </a:lnTo>
                  <a:lnTo>
                    <a:pt x="2338" y="1432"/>
                  </a:lnTo>
                  <a:lnTo>
                    <a:pt x="2455" y="1423"/>
                  </a:lnTo>
                  <a:lnTo>
                    <a:pt x="2595" y="1399"/>
                  </a:lnTo>
                  <a:lnTo>
                    <a:pt x="2810" y="1644"/>
                  </a:lnTo>
                  <a:lnTo>
                    <a:pt x="2823" y="1661"/>
                  </a:lnTo>
                  <a:lnTo>
                    <a:pt x="2856" y="1802"/>
                  </a:lnTo>
                  <a:lnTo>
                    <a:pt x="2922" y="1983"/>
                  </a:lnTo>
                  <a:lnTo>
                    <a:pt x="2927" y="1988"/>
                  </a:lnTo>
                  <a:lnTo>
                    <a:pt x="2975" y="2128"/>
                  </a:lnTo>
                  <a:lnTo>
                    <a:pt x="3029" y="2177"/>
                  </a:lnTo>
                  <a:lnTo>
                    <a:pt x="3175" y="2281"/>
                  </a:lnTo>
                  <a:lnTo>
                    <a:pt x="3268" y="2347"/>
                  </a:lnTo>
                  <a:lnTo>
                    <a:pt x="3341" y="2437"/>
                  </a:lnTo>
                  <a:lnTo>
                    <a:pt x="3429" y="2584"/>
                  </a:lnTo>
                  <a:lnTo>
                    <a:pt x="3631" y="2630"/>
                  </a:lnTo>
                  <a:lnTo>
                    <a:pt x="3794" y="2656"/>
                  </a:lnTo>
                  <a:lnTo>
                    <a:pt x="3844" y="2664"/>
                  </a:lnTo>
                  <a:lnTo>
                    <a:pt x="3882" y="2660"/>
                  </a:lnTo>
                  <a:lnTo>
                    <a:pt x="3924" y="2630"/>
                  </a:lnTo>
                  <a:lnTo>
                    <a:pt x="3952" y="2609"/>
                  </a:lnTo>
                  <a:lnTo>
                    <a:pt x="3939" y="2470"/>
                  </a:lnTo>
                  <a:lnTo>
                    <a:pt x="3939" y="2390"/>
                  </a:lnTo>
                  <a:lnTo>
                    <a:pt x="3941" y="2318"/>
                  </a:lnTo>
                  <a:lnTo>
                    <a:pt x="3965" y="2262"/>
                  </a:lnTo>
                  <a:lnTo>
                    <a:pt x="3998" y="2192"/>
                  </a:lnTo>
                  <a:lnTo>
                    <a:pt x="4001" y="2181"/>
                  </a:lnTo>
                  <a:lnTo>
                    <a:pt x="4055" y="2157"/>
                  </a:lnTo>
                  <a:lnTo>
                    <a:pt x="4119" y="2142"/>
                  </a:lnTo>
                  <a:lnTo>
                    <a:pt x="4276" y="2134"/>
                  </a:lnTo>
                  <a:lnTo>
                    <a:pt x="4392" y="2087"/>
                  </a:lnTo>
                  <a:lnTo>
                    <a:pt x="4440" y="1966"/>
                  </a:lnTo>
                  <a:lnTo>
                    <a:pt x="4505" y="1802"/>
                  </a:lnTo>
                  <a:lnTo>
                    <a:pt x="4633" y="1738"/>
                  </a:lnTo>
                  <a:lnTo>
                    <a:pt x="4817" y="1632"/>
                  </a:lnTo>
                  <a:lnTo>
                    <a:pt x="4902" y="1525"/>
                  </a:lnTo>
                  <a:lnTo>
                    <a:pt x="4915" y="1495"/>
                  </a:lnTo>
                  <a:lnTo>
                    <a:pt x="5012" y="1214"/>
                  </a:lnTo>
                  <a:lnTo>
                    <a:pt x="5020" y="1188"/>
                  </a:lnTo>
                  <a:lnTo>
                    <a:pt x="5015" y="1056"/>
                  </a:lnTo>
                  <a:lnTo>
                    <a:pt x="5041" y="967"/>
                  </a:lnTo>
                  <a:lnTo>
                    <a:pt x="5104" y="877"/>
                  </a:lnTo>
                  <a:lnTo>
                    <a:pt x="5222" y="756"/>
                  </a:lnTo>
                  <a:lnTo>
                    <a:pt x="5371" y="678"/>
                  </a:lnTo>
                  <a:lnTo>
                    <a:pt x="5618" y="552"/>
                  </a:lnTo>
                  <a:lnTo>
                    <a:pt x="5808" y="490"/>
                  </a:lnTo>
                  <a:lnTo>
                    <a:pt x="6176" y="493"/>
                  </a:lnTo>
                  <a:lnTo>
                    <a:pt x="6200" y="497"/>
                  </a:lnTo>
                  <a:lnTo>
                    <a:pt x="6237" y="536"/>
                  </a:lnTo>
                  <a:lnTo>
                    <a:pt x="6257" y="557"/>
                  </a:lnTo>
                  <a:lnTo>
                    <a:pt x="6339" y="642"/>
                  </a:lnTo>
                  <a:lnTo>
                    <a:pt x="6505" y="875"/>
                  </a:lnTo>
                  <a:lnTo>
                    <a:pt x="6523" y="904"/>
                  </a:lnTo>
                  <a:lnTo>
                    <a:pt x="6532" y="1094"/>
                  </a:lnTo>
                  <a:lnTo>
                    <a:pt x="6550" y="1154"/>
                  </a:lnTo>
                  <a:lnTo>
                    <a:pt x="6560" y="1180"/>
                  </a:lnTo>
                  <a:lnTo>
                    <a:pt x="6563" y="1185"/>
                  </a:lnTo>
                  <a:lnTo>
                    <a:pt x="6676" y="1249"/>
                  </a:lnTo>
                  <a:lnTo>
                    <a:pt x="6749" y="1280"/>
                  </a:lnTo>
                  <a:lnTo>
                    <a:pt x="6979" y="1363"/>
                  </a:lnTo>
                  <a:lnTo>
                    <a:pt x="7005" y="1350"/>
                  </a:lnTo>
                  <a:lnTo>
                    <a:pt x="7136" y="1273"/>
                  </a:lnTo>
                  <a:lnTo>
                    <a:pt x="7151" y="1264"/>
                  </a:lnTo>
                  <a:lnTo>
                    <a:pt x="7542" y="1033"/>
                  </a:lnTo>
                  <a:lnTo>
                    <a:pt x="7614" y="990"/>
                  </a:lnTo>
                  <a:lnTo>
                    <a:pt x="7637" y="963"/>
                  </a:lnTo>
                  <a:lnTo>
                    <a:pt x="7665" y="913"/>
                  </a:lnTo>
                  <a:lnTo>
                    <a:pt x="7681" y="888"/>
                  </a:lnTo>
                  <a:lnTo>
                    <a:pt x="7683" y="881"/>
                  </a:lnTo>
                  <a:lnTo>
                    <a:pt x="7720" y="817"/>
                  </a:lnTo>
                  <a:lnTo>
                    <a:pt x="7750" y="763"/>
                  </a:lnTo>
                  <a:lnTo>
                    <a:pt x="7783" y="686"/>
                  </a:lnTo>
                  <a:lnTo>
                    <a:pt x="7792" y="665"/>
                  </a:lnTo>
                  <a:lnTo>
                    <a:pt x="7802" y="638"/>
                  </a:lnTo>
                  <a:lnTo>
                    <a:pt x="7809" y="607"/>
                  </a:lnTo>
                  <a:lnTo>
                    <a:pt x="7813" y="588"/>
                  </a:lnTo>
                  <a:lnTo>
                    <a:pt x="7814" y="579"/>
                  </a:lnTo>
                  <a:lnTo>
                    <a:pt x="7801" y="538"/>
                  </a:lnTo>
                  <a:lnTo>
                    <a:pt x="7920" y="348"/>
                  </a:lnTo>
                  <a:lnTo>
                    <a:pt x="7938" y="341"/>
                  </a:lnTo>
                  <a:lnTo>
                    <a:pt x="7992" y="319"/>
                  </a:lnTo>
                  <a:lnTo>
                    <a:pt x="8025" y="312"/>
                  </a:lnTo>
                  <a:lnTo>
                    <a:pt x="8176" y="278"/>
                  </a:lnTo>
                  <a:lnTo>
                    <a:pt x="8203" y="285"/>
                  </a:lnTo>
                  <a:lnTo>
                    <a:pt x="8220" y="301"/>
                  </a:lnTo>
                  <a:lnTo>
                    <a:pt x="8353" y="301"/>
                  </a:lnTo>
                  <a:lnTo>
                    <a:pt x="8384" y="284"/>
                  </a:lnTo>
                  <a:lnTo>
                    <a:pt x="8391" y="274"/>
                  </a:lnTo>
                  <a:lnTo>
                    <a:pt x="8544" y="40"/>
                  </a:lnTo>
                  <a:lnTo>
                    <a:pt x="8571" y="17"/>
                  </a:lnTo>
                  <a:lnTo>
                    <a:pt x="8587" y="11"/>
                  </a:lnTo>
                  <a:lnTo>
                    <a:pt x="8614" y="0"/>
                  </a:lnTo>
                  <a:lnTo>
                    <a:pt x="8630" y="0"/>
                  </a:lnTo>
                  <a:lnTo>
                    <a:pt x="8658" y="0"/>
                  </a:lnTo>
                  <a:lnTo>
                    <a:pt x="8690" y="7"/>
                  </a:lnTo>
                  <a:lnTo>
                    <a:pt x="8708" y="11"/>
                  </a:lnTo>
                  <a:lnTo>
                    <a:pt x="8721" y="28"/>
                  </a:lnTo>
                  <a:lnTo>
                    <a:pt x="8743" y="206"/>
                  </a:lnTo>
                  <a:lnTo>
                    <a:pt x="8754" y="234"/>
                  </a:lnTo>
                  <a:lnTo>
                    <a:pt x="8769" y="27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l1104"/>
            <p:cNvSpPr/>
            <p:nvPr/>
          </p:nvSpPr>
          <p:spPr>
            <a:xfrm>
              <a:off x="4640894" y="5798199"/>
              <a:ext cx="1760" cy="1777"/>
            </a:xfrm>
            <a:custGeom>
              <a:avLst/>
              <a:pathLst>
                <a:path w="1760" h="1777">
                  <a:moveTo>
                    <a:pt x="1557" y="906"/>
                  </a:moveTo>
                  <a:lnTo>
                    <a:pt x="1536" y="1072"/>
                  </a:lnTo>
                  <a:lnTo>
                    <a:pt x="1529" y="1126"/>
                  </a:lnTo>
                  <a:lnTo>
                    <a:pt x="1508" y="1127"/>
                  </a:lnTo>
                  <a:lnTo>
                    <a:pt x="1410" y="1048"/>
                  </a:lnTo>
                  <a:lnTo>
                    <a:pt x="1390" y="1042"/>
                  </a:lnTo>
                  <a:lnTo>
                    <a:pt x="1288" y="1043"/>
                  </a:lnTo>
                  <a:lnTo>
                    <a:pt x="1236" y="1046"/>
                  </a:lnTo>
                  <a:lnTo>
                    <a:pt x="1214" y="1047"/>
                  </a:lnTo>
                  <a:lnTo>
                    <a:pt x="1187" y="1063"/>
                  </a:lnTo>
                  <a:lnTo>
                    <a:pt x="1184" y="1068"/>
                  </a:lnTo>
                  <a:lnTo>
                    <a:pt x="1178" y="1080"/>
                  </a:lnTo>
                  <a:lnTo>
                    <a:pt x="1172" y="1093"/>
                  </a:lnTo>
                  <a:lnTo>
                    <a:pt x="1170" y="1100"/>
                  </a:lnTo>
                  <a:lnTo>
                    <a:pt x="1166" y="1111"/>
                  </a:lnTo>
                  <a:lnTo>
                    <a:pt x="1164" y="1116"/>
                  </a:lnTo>
                  <a:lnTo>
                    <a:pt x="1162" y="1121"/>
                  </a:lnTo>
                  <a:lnTo>
                    <a:pt x="1159" y="1126"/>
                  </a:lnTo>
                  <a:lnTo>
                    <a:pt x="1155" y="1131"/>
                  </a:lnTo>
                  <a:lnTo>
                    <a:pt x="1138" y="1150"/>
                  </a:lnTo>
                  <a:lnTo>
                    <a:pt x="1132" y="1156"/>
                  </a:lnTo>
                  <a:lnTo>
                    <a:pt x="1125" y="1162"/>
                  </a:lnTo>
                  <a:lnTo>
                    <a:pt x="1116" y="1169"/>
                  </a:lnTo>
                  <a:lnTo>
                    <a:pt x="1108" y="1175"/>
                  </a:lnTo>
                  <a:lnTo>
                    <a:pt x="1099" y="1182"/>
                  </a:lnTo>
                  <a:lnTo>
                    <a:pt x="1003" y="1241"/>
                  </a:lnTo>
                  <a:lnTo>
                    <a:pt x="930" y="1310"/>
                  </a:lnTo>
                  <a:lnTo>
                    <a:pt x="918" y="1322"/>
                  </a:lnTo>
                  <a:lnTo>
                    <a:pt x="897" y="1370"/>
                  </a:lnTo>
                  <a:lnTo>
                    <a:pt x="894" y="1377"/>
                  </a:lnTo>
                  <a:lnTo>
                    <a:pt x="894" y="1389"/>
                  </a:lnTo>
                  <a:lnTo>
                    <a:pt x="893" y="1404"/>
                  </a:lnTo>
                  <a:lnTo>
                    <a:pt x="891" y="1427"/>
                  </a:lnTo>
                  <a:lnTo>
                    <a:pt x="889" y="1447"/>
                  </a:lnTo>
                  <a:lnTo>
                    <a:pt x="890" y="1456"/>
                  </a:lnTo>
                  <a:lnTo>
                    <a:pt x="893" y="1462"/>
                  </a:lnTo>
                  <a:lnTo>
                    <a:pt x="894" y="1485"/>
                  </a:lnTo>
                  <a:lnTo>
                    <a:pt x="915" y="1559"/>
                  </a:lnTo>
                  <a:lnTo>
                    <a:pt x="910" y="1777"/>
                  </a:lnTo>
                  <a:lnTo>
                    <a:pt x="685" y="1632"/>
                  </a:lnTo>
                  <a:lnTo>
                    <a:pt x="645" y="1607"/>
                  </a:lnTo>
                  <a:lnTo>
                    <a:pt x="597" y="1575"/>
                  </a:lnTo>
                  <a:lnTo>
                    <a:pt x="528" y="1358"/>
                  </a:lnTo>
                  <a:lnTo>
                    <a:pt x="494" y="1202"/>
                  </a:lnTo>
                  <a:lnTo>
                    <a:pt x="495" y="1183"/>
                  </a:lnTo>
                  <a:lnTo>
                    <a:pt x="501" y="1027"/>
                  </a:lnTo>
                  <a:lnTo>
                    <a:pt x="496" y="984"/>
                  </a:lnTo>
                  <a:lnTo>
                    <a:pt x="489" y="961"/>
                  </a:lnTo>
                  <a:lnTo>
                    <a:pt x="462" y="925"/>
                  </a:lnTo>
                  <a:lnTo>
                    <a:pt x="455" y="914"/>
                  </a:lnTo>
                  <a:lnTo>
                    <a:pt x="436" y="891"/>
                  </a:lnTo>
                  <a:lnTo>
                    <a:pt x="413" y="861"/>
                  </a:lnTo>
                  <a:lnTo>
                    <a:pt x="251" y="694"/>
                  </a:lnTo>
                  <a:lnTo>
                    <a:pt x="220" y="663"/>
                  </a:lnTo>
                  <a:lnTo>
                    <a:pt x="190" y="632"/>
                  </a:lnTo>
                  <a:lnTo>
                    <a:pt x="180" y="614"/>
                  </a:lnTo>
                  <a:lnTo>
                    <a:pt x="174" y="606"/>
                  </a:lnTo>
                  <a:lnTo>
                    <a:pt x="163" y="594"/>
                  </a:lnTo>
                  <a:lnTo>
                    <a:pt x="150" y="583"/>
                  </a:lnTo>
                  <a:lnTo>
                    <a:pt x="131" y="569"/>
                  </a:lnTo>
                  <a:lnTo>
                    <a:pt x="122" y="563"/>
                  </a:lnTo>
                  <a:lnTo>
                    <a:pt x="99" y="544"/>
                  </a:lnTo>
                  <a:lnTo>
                    <a:pt x="0" y="429"/>
                  </a:lnTo>
                  <a:lnTo>
                    <a:pt x="1" y="373"/>
                  </a:lnTo>
                  <a:lnTo>
                    <a:pt x="20" y="338"/>
                  </a:lnTo>
                  <a:lnTo>
                    <a:pt x="25" y="336"/>
                  </a:lnTo>
                  <a:lnTo>
                    <a:pt x="224" y="262"/>
                  </a:lnTo>
                  <a:lnTo>
                    <a:pt x="402" y="236"/>
                  </a:lnTo>
                  <a:lnTo>
                    <a:pt x="468" y="226"/>
                  </a:lnTo>
                  <a:lnTo>
                    <a:pt x="479" y="223"/>
                  </a:lnTo>
                  <a:lnTo>
                    <a:pt x="513" y="211"/>
                  </a:lnTo>
                  <a:lnTo>
                    <a:pt x="720" y="148"/>
                  </a:lnTo>
                  <a:lnTo>
                    <a:pt x="727" y="147"/>
                  </a:lnTo>
                  <a:lnTo>
                    <a:pt x="779" y="139"/>
                  </a:lnTo>
                  <a:lnTo>
                    <a:pt x="832" y="119"/>
                  </a:lnTo>
                  <a:lnTo>
                    <a:pt x="837" y="117"/>
                  </a:lnTo>
                  <a:lnTo>
                    <a:pt x="859" y="109"/>
                  </a:lnTo>
                  <a:lnTo>
                    <a:pt x="871" y="104"/>
                  </a:lnTo>
                  <a:lnTo>
                    <a:pt x="877" y="102"/>
                  </a:lnTo>
                  <a:lnTo>
                    <a:pt x="903" y="91"/>
                  </a:lnTo>
                  <a:lnTo>
                    <a:pt x="984" y="66"/>
                  </a:lnTo>
                  <a:lnTo>
                    <a:pt x="1143" y="53"/>
                  </a:lnTo>
                  <a:lnTo>
                    <a:pt x="1170" y="51"/>
                  </a:lnTo>
                  <a:lnTo>
                    <a:pt x="1202" y="46"/>
                  </a:lnTo>
                  <a:lnTo>
                    <a:pt x="1267" y="32"/>
                  </a:lnTo>
                  <a:lnTo>
                    <a:pt x="1302" y="22"/>
                  </a:lnTo>
                  <a:lnTo>
                    <a:pt x="1311" y="20"/>
                  </a:lnTo>
                  <a:lnTo>
                    <a:pt x="1317" y="19"/>
                  </a:lnTo>
                  <a:lnTo>
                    <a:pt x="1349" y="7"/>
                  </a:lnTo>
                  <a:lnTo>
                    <a:pt x="1355" y="5"/>
                  </a:lnTo>
                  <a:lnTo>
                    <a:pt x="1378" y="0"/>
                  </a:lnTo>
                  <a:lnTo>
                    <a:pt x="1441" y="0"/>
                  </a:lnTo>
                  <a:lnTo>
                    <a:pt x="1625" y="39"/>
                  </a:lnTo>
                  <a:lnTo>
                    <a:pt x="1739" y="96"/>
                  </a:lnTo>
                  <a:lnTo>
                    <a:pt x="1760" y="106"/>
                  </a:lnTo>
                  <a:lnTo>
                    <a:pt x="1728" y="174"/>
                  </a:lnTo>
                  <a:lnTo>
                    <a:pt x="1710" y="216"/>
                  </a:lnTo>
                  <a:lnTo>
                    <a:pt x="1693" y="244"/>
                  </a:lnTo>
                  <a:lnTo>
                    <a:pt x="1642" y="285"/>
                  </a:lnTo>
                  <a:lnTo>
                    <a:pt x="1595" y="341"/>
                  </a:lnTo>
                  <a:lnTo>
                    <a:pt x="1564" y="424"/>
                  </a:lnTo>
                  <a:lnTo>
                    <a:pt x="1560" y="444"/>
                  </a:lnTo>
                  <a:lnTo>
                    <a:pt x="1559" y="456"/>
                  </a:lnTo>
                  <a:lnTo>
                    <a:pt x="1559" y="470"/>
                  </a:lnTo>
                  <a:lnTo>
                    <a:pt x="1560" y="482"/>
                  </a:lnTo>
                  <a:lnTo>
                    <a:pt x="1563" y="538"/>
                  </a:lnTo>
                  <a:lnTo>
                    <a:pt x="1563" y="571"/>
                  </a:lnTo>
                  <a:lnTo>
                    <a:pt x="1553" y="595"/>
                  </a:lnTo>
                  <a:lnTo>
                    <a:pt x="1548" y="610"/>
                  </a:lnTo>
                  <a:lnTo>
                    <a:pt x="1544" y="621"/>
                  </a:lnTo>
                  <a:lnTo>
                    <a:pt x="1541" y="636"/>
                  </a:lnTo>
                  <a:lnTo>
                    <a:pt x="1539" y="652"/>
                  </a:lnTo>
                  <a:lnTo>
                    <a:pt x="1541" y="672"/>
                  </a:lnTo>
                  <a:lnTo>
                    <a:pt x="1542" y="680"/>
                  </a:lnTo>
                  <a:lnTo>
                    <a:pt x="1544" y="688"/>
                  </a:lnTo>
                  <a:lnTo>
                    <a:pt x="1544" y="699"/>
                  </a:lnTo>
                  <a:lnTo>
                    <a:pt x="1536" y="709"/>
                  </a:lnTo>
                  <a:lnTo>
                    <a:pt x="1520" y="721"/>
                  </a:lnTo>
                  <a:lnTo>
                    <a:pt x="1510" y="737"/>
                  </a:lnTo>
                  <a:lnTo>
                    <a:pt x="1501" y="756"/>
                  </a:lnTo>
                  <a:lnTo>
                    <a:pt x="1494" y="780"/>
                  </a:lnTo>
                  <a:lnTo>
                    <a:pt x="1489" y="796"/>
                  </a:lnTo>
                  <a:lnTo>
                    <a:pt x="1486" y="807"/>
                  </a:lnTo>
                  <a:lnTo>
                    <a:pt x="1526" y="858"/>
                  </a:lnTo>
                  <a:lnTo>
                    <a:pt x="1558" y="900"/>
                  </a:lnTo>
                  <a:lnTo>
                    <a:pt x="1557" y="9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l1105"/>
            <p:cNvSpPr/>
            <p:nvPr/>
          </p:nvSpPr>
          <p:spPr>
            <a:xfrm>
              <a:off x="4671130" y="5802758"/>
              <a:ext cx="435" cy="862"/>
            </a:xfrm>
            <a:custGeom>
              <a:avLst/>
              <a:pathLst>
                <a:path w="435" h="862">
                  <a:moveTo>
                    <a:pt x="72" y="862"/>
                  </a:moveTo>
                  <a:lnTo>
                    <a:pt x="9" y="855"/>
                  </a:lnTo>
                  <a:lnTo>
                    <a:pt x="0" y="822"/>
                  </a:lnTo>
                  <a:lnTo>
                    <a:pt x="5" y="726"/>
                  </a:lnTo>
                  <a:lnTo>
                    <a:pt x="24" y="650"/>
                  </a:lnTo>
                  <a:lnTo>
                    <a:pt x="47" y="609"/>
                  </a:lnTo>
                  <a:lnTo>
                    <a:pt x="105" y="502"/>
                  </a:lnTo>
                  <a:lnTo>
                    <a:pt x="285" y="208"/>
                  </a:lnTo>
                  <a:lnTo>
                    <a:pt x="370" y="86"/>
                  </a:lnTo>
                  <a:lnTo>
                    <a:pt x="416" y="20"/>
                  </a:lnTo>
                  <a:lnTo>
                    <a:pt x="435" y="0"/>
                  </a:lnTo>
                  <a:lnTo>
                    <a:pt x="434" y="16"/>
                  </a:lnTo>
                  <a:lnTo>
                    <a:pt x="423" y="103"/>
                  </a:lnTo>
                  <a:lnTo>
                    <a:pt x="413" y="180"/>
                  </a:lnTo>
                  <a:lnTo>
                    <a:pt x="410" y="200"/>
                  </a:lnTo>
                  <a:lnTo>
                    <a:pt x="409" y="208"/>
                  </a:lnTo>
                  <a:lnTo>
                    <a:pt x="405" y="222"/>
                  </a:lnTo>
                  <a:lnTo>
                    <a:pt x="400" y="244"/>
                  </a:lnTo>
                  <a:lnTo>
                    <a:pt x="394" y="270"/>
                  </a:lnTo>
                  <a:lnTo>
                    <a:pt x="107" y="832"/>
                  </a:lnTo>
                  <a:lnTo>
                    <a:pt x="99" y="849"/>
                  </a:lnTo>
                  <a:lnTo>
                    <a:pt x="72" y="86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l1106"/>
            <p:cNvSpPr/>
            <p:nvPr/>
          </p:nvSpPr>
          <p:spPr>
            <a:xfrm>
              <a:off x="4645715" y="5795850"/>
              <a:ext cx="461" cy="497"/>
            </a:xfrm>
            <a:custGeom>
              <a:avLst/>
              <a:pathLst>
                <a:path w="461" h="497">
                  <a:moveTo>
                    <a:pt x="359" y="41"/>
                  </a:moveTo>
                  <a:lnTo>
                    <a:pt x="385" y="57"/>
                  </a:lnTo>
                  <a:lnTo>
                    <a:pt x="408" y="49"/>
                  </a:lnTo>
                  <a:lnTo>
                    <a:pt x="429" y="46"/>
                  </a:lnTo>
                  <a:lnTo>
                    <a:pt x="437" y="44"/>
                  </a:lnTo>
                  <a:lnTo>
                    <a:pt x="445" y="47"/>
                  </a:lnTo>
                  <a:lnTo>
                    <a:pt x="456" y="118"/>
                  </a:lnTo>
                  <a:lnTo>
                    <a:pt x="461" y="153"/>
                  </a:lnTo>
                  <a:lnTo>
                    <a:pt x="459" y="161"/>
                  </a:lnTo>
                  <a:lnTo>
                    <a:pt x="453" y="163"/>
                  </a:lnTo>
                  <a:lnTo>
                    <a:pt x="440" y="169"/>
                  </a:lnTo>
                  <a:lnTo>
                    <a:pt x="421" y="180"/>
                  </a:lnTo>
                  <a:lnTo>
                    <a:pt x="404" y="185"/>
                  </a:lnTo>
                  <a:lnTo>
                    <a:pt x="394" y="189"/>
                  </a:lnTo>
                  <a:lnTo>
                    <a:pt x="340" y="227"/>
                  </a:lnTo>
                  <a:lnTo>
                    <a:pt x="323" y="237"/>
                  </a:lnTo>
                  <a:lnTo>
                    <a:pt x="315" y="247"/>
                  </a:lnTo>
                  <a:lnTo>
                    <a:pt x="182" y="425"/>
                  </a:lnTo>
                  <a:lnTo>
                    <a:pt x="170" y="483"/>
                  </a:lnTo>
                  <a:lnTo>
                    <a:pt x="90" y="489"/>
                  </a:lnTo>
                  <a:lnTo>
                    <a:pt x="0" y="497"/>
                  </a:lnTo>
                  <a:lnTo>
                    <a:pt x="59" y="345"/>
                  </a:lnTo>
                  <a:lnTo>
                    <a:pt x="87" y="289"/>
                  </a:lnTo>
                  <a:lnTo>
                    <a:pt x="96" y="258"/>
                  </a:lnTo>
                  <a:lnTo>
                    <a:pt x="99" y="233"/>
                  </a:lnTo>
                  <a:lnTo>
                    <a:pt x="104" y="202"/>
                  </a:lnTo>
                  <a:lnTo>
                    <a:pt x="106" y="143"/>
                  </a:lnTo>
                  <a:lnTo>
                    <a:pt x="127" y="127"/>
                  </a:lnTo>
                  <a:lnTo>
                    <a:pt x="142" y="111"/>
                  </a:lnTo>
                  <a:lnTo>
                    <a:pt x="180" y="78"/>
                  </a:lnTo>
                  <a:lnTo>
                    <a:pt x="200" y="67"/>
                  </a:lnTo>
                  <a:lnTo>
                    <a:pt x="207" y="62"/>
                  </a:lnTo>
                  <a:lnTo>
                    <a:pt x="247" y="43"/>
                  </a:lnTo>
                  <a:lnTo>
                    <a:pt x="253" y="37"/>
                  </a:lnTo>
                  <a:lnTo>
                    <a:pt x="266" y="16"/>
                  </a:lnTo>
                  <a:lnTo>
                    <a:pt x="272" y="11"/>
                  </a:lnTo>
                  <a:lnTo>
                    <a:pt x="316" y="0"/>
                  </a:lnTo>
                  <a:lnTo>
                    <a:pt x="331" y="3"/>
                  </a:lnTo>
                  <a:lnTo>
                    <a:pt x="331" y="17"/>
                  </a:lnTo>
                  <a:lnTo>
                    <a:pt x="333" y="25"/>
                  </a:lnTo>
                  <a:lnTo>
                    <a:pt x="359" y="4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l1107"/>
            <p:cNvSpPr/>
            <p:nvPr/>
          </p:nvSpPr>
          <p:spPr>
            <a:xfrm>
              <a:off x="4650271" y="5796471"/>
              <a:ext cx="611" cy="479"/>
            </a:xfrm>
            <a:custGeom>
              <a:avLst/>
              <a:pathLst>
                <a:path w="611" h="479">
                  <a:moveTo>
                    <a:pt x="591" y="28"/>
                  </a:moveTo>
                  <a:lnTo>
                    <a:pt x="611" y="49"/>
                  </a:lnTo>
                  <a:lnTo>
                    <a:pt x="609" y="74"/>
                  </a:lnTo>
                  <a:lnTo>
                    <a:pt x="607" y="109"/>
                  </a:lnTo>
                  <a:lnTo>
                    <a:pt x="568" y="315"/>
                  </a:lnTo>
                  <a:lnTo>
                    <a:pt x="547" y="423"/>
                  </a:lnTo>
                  <a:lnTo>
                    <a:pt x="541" y="421"/>
                  </a:lnTo>
                  <a:lnTo>
                    <a:pt x="532" y="420"/>
                  </a:lnTo>
                  <a:lnTo>
                    <a:pt x="525" y="421"/>
                  </a:lnTo>
                  <a:lnTo>
                    <a:pt x="518" y="423"/>
                  </a:lnTo>
                  <a:lnTo>
                    <a:pt x="499" y="431"/>
                  </a:lnTo>
                  <a:lnTo>
                    <a:pt x="486" y="442"/>
                  </a:lnTo>
                  <a:lnTo>
                    <a:pt x="479" y="445"/>
                  </a:lnTo>
                  <a:lnTo>
                    <a:pt x="441" y="455"/>
                  </a:lnTo>
                  <a:lnTo>
                    <a:pt x="428" y="461"/>
                  </a:lnTo>
                  <a:lnTo>
                    <a:pt x="413" y="471"/>
                  </a:lnTo>
                  <a:lnTo>
                    <a:pt x="382" y="479"/>
                  </a:lnTo>
                  <a:lnTo>
                    <a:pt x="318" y="467"/>
                  </a:lnTo>
                  <a:lnTo>
                    <a:pt x="299" y="457"/>
                  </a:lnTo>
                  <a:lnTo>
                    <a:pt x="284" y="442"/>
                  </a:lnTo>
                  <a:lnTo>
                    <a:pt x="261" y="420"/>
                  </a:lnTo>
                  <a:lnTo>
                    <a:pt x="232" y="414"/>
                  </a:lnTo>
                  <a:lnTo>
                    <a:pt x="212" y="410"/>
                  </a:lnTo>
                  <a:lnTo>
                    <a:pt x="192" y="405"/>
                  </a:lnTo>
                  <a:lnTo>
                    <a:pt x="166" y="397"/>
                  </a:lnTo>
                  <a:lnTo>
                    <a:pt x="123" y="371"/>
                  </a:lnTo>
                  <a:lnTo>
                    <a:pt x="13" y="253"/>
                  </a:lnTo>
                  <a:lnTo>
                    <a:pt x="3" y="241"/>
                  </a:lnTo>
                  <a:lnTo>
                    <a:pt x="0" y="212"/>
                  </a:lnTo>
                  <a:lnTo>
                    <a:pt x="8" y="119"/>
                  </a:lnTo>
                  <a:lnTo>
                    <a:pt x="15" y="116"/>
                  </a:lnTo>
                  <a:lnTo>
                    <a:pt x="214" y="28"/>
                  </a:lnTo>
                  <a:lnTo>
                    <a:pt x="244" y="22"/>
                  </a:lnTo>
                  <a:lnTo>
                    <a:pt x="263" y="20"/>
                  </a:lnTo>
                  <a:lnTo>
                    <a:pt x="341" y="2"/>
                  </a:lnTo>
                  <a:lnTo>
                    <a:pt x="348" y="1"/>
                  </a:lnTo>
                  <a:lnTo>
                    <a:pt x="396" y="0"/>
                  </a:lnTo>
                  <a:lnTo>
                    <a:pt x="404" y="8"/>
                  </a:lnTo>
                  <a:lnTo>
                    <a:pt x="408" y="12"/>
                  </a:lnTo>
                  <a:lnTo>
                    <a:pt x="415" y="15"/>
                  </a:lnTo>
                  <a:lnTo>
                    <a:pt x="466" y="25"/>
                  </a:lnTo>
                  <a:lnTo>
                    <a:pt x="515" y="30"/>
                  </a:lnTo>
                  <a:lnTo>
                    <a:pt x="526" y="32"/>
                  </a:lnTo>
                  <a:lnTo>
                    <a:pt x="539" y="33"/>
                  </a:lnTo>
                  <a:lnTo>
                    <a:pt x="551" y="32"/>
                  </a:lnTo>
                  <a:lnTo>
                    <a:pt x="560" y="31"/>
                  </a:lnTo>
                  <a:lnTo>
                    <a:pt x="567" y="29"/>
                  </a:lnTo>
                  <a:lnTo>
                    <a:pt x="574" y="27"/>
                  </a:lnTo>
                  <a:lnTo>
                    <a:pt x="591" y="2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l1108"/>
            <p:cNvSpPr/>
            <p:nvPr/>
          </p:nvSpPr>
          <p:spPr>
            <a:xfrm>
              <a:off x="4529626" y="5779149"/>
              <a:ext cx="899" cy="809"/>
            </a:xfrm>
            <a:custGeom>
              <a:avLst/>
              <a:pathLst>
                <a:path w="899" h="809">
                  <a:moveTo>
                    <a:pt x="753" y="166"/>
                  </a:moveTo>
                  <a:lnTo>
                    <a:pt x="818" y="231"/>
                  </a:lnTo>
                  <a:lnTo>
                    <a:pt x="829" y="252"/>
                  </a:lnTo>
                  <a:lnTo>
                    <a:pt x="858" y="308"/>
                  </a:lnTo>
                  <a:lnTo>
                    <a:pt x="862" y="338"/>
                  </a:lnTo>
                  <a:lnTo>
                    <a:pt x="899" y="584"/>
                  </a:lnTo>
                  <a:lnTo>
                    <a:pt x="895" y="597"/>
                  </a:lnTo>
                  <a:lnTo>
                    <a:pt x="845" y="695"/>
                  </a:lnTo>
                  <a:lnTo>
                    <a:pt x="835" y="708"/>
                  </a:lnTo>
                  <a:lnTo>
                    <a:pt x="806" y="745"/>
                  </a:lnTo>
                  <a:lnTo>
                    <a:pt x="714" y="809"/>
                  </a:lnTo>
                  <a:lnTo>
                    <a:pt x="688" y="790"/>
                  </a:lnTo>
                  <a:lnTo>
                    <a:pt x="689" y="749"/>
                  </a:lnTo>
                  <a:lnTo>
                    <a:pt x="668" y="719"/>
                  </a:lnTo>
                  <a:lnTo>
                    <a:pt x="645" y="705"/>
                  </a:lnTo>
                  <a:lnTo>
                    <a:pt x="620" y="693"/>
                  </a:lnTo>
                  <a:lnTo>
                    <a:pt x="601" y="688"/>
                  </a:lnTo>
                  <a:lnTo>
                    <a:pt x="590" y="690"/>
                  </a:lnTo>
                  <a:lnTo>
                    <a:pt x="478" y="664"/>
                  </a:lnTo>
                  <a:lnTo>
                    <a:pt x="326" y="633"/>
                  </a:lnTo>
                  <a:lnTo>
                    <a:pt x="256" y="612"/>
                  </a:lnTo>
                  <a:lnTo>
                    <a:pt x="187" y="592"/>
                  </a:lnTo>
                  <a:lnTo>
                    <a:pt x="148" y="559"/>
                  </a:lnTo>
                  <a:lnTo>
                    <a:pt x="135" y="550"/>
                  </a:lnTo>
                  <a:lnTo>
                    <a:pt x="58" y="459"/>
                  </a:lnTo>
                  <a:lnTo>
                    <a:pt x="29" y="419"/>
                  </a:lnTo>
                  <a:lnTo>
                    <a:pt x="24" y="380"/>
                  </a:lnTo>
                  <a:lnTo>
                    <a:pt x="18" y="344"/>
                  </a:lnTo>
                  <a:lnTo>
                    <a:pt x="3" y="211"/>
                  </a:lnTo>
                  <a:lnTo>
                    <a:pt x="13" y="154"/>
                  </a:lnTo>
                  <a:lnTo>
                    <a:pt x="12" y="134"/>
                  </a:lnTo>
                  <a:lnTo>
                    <a:pt x="0" y="120"/>
                  </a:lnTo>
                  <a:lnTo>
                    <a:pt x="20" y="97"/>
                  </a:lnTo>
                  <a:lnTo>
                    <a:pt x="53" y="103"/>
                  </a:lnTo>
                  <a:lnTo>
                    <a:pt x="76" y="102"/>
                  </a:lnTo>
                  <a:lnTo>
                    <a:pt x="171" y="53"/>
                  </a:lnTo>
                  <a:lnTo>
                    <a:pt x="324" y="9"/>
                  </a:lnTo>
                  <a:lnTo>
                    <a:pt x="373" y="1"/>
                  </a:lnTo>
                  <a:lnTo>
                    <a:pt x="394" y="0"/>
                  </a:lnTo>
                  <a:lnTo>
                    <a:pt x="540" y="4"/>
                  </a:lnTo>
                  <a:lnTo>
                    <a:pt x="595" y="14"/>
                  </a:lnTo>
                  <a:lnTo>
                    <a:pt x="683" y="99"/>
                  </a:lnTo>
                  <a:lnTo>
                    <a:pt x="689" y="103"/>
                  </a:lnTo>
                  <a:lnTo>
                    <a:pt x="753" y="16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l1109"/>
            <p:cNvSpPr/>
            <p:nvPr/>
          </p:nvSpPr>
          <p:spPr>
            <a:xfrm>
              <a:off x="4527626" y="5778818"/>
              <a:ext cx="1038" cy="867"/>
            </a:xfrm>
            <a:custGeom>
              <a:avLst/>
              <a:pathLst>
                <a:path w="1038" h="867">
                  <a:moveTo>
                    <a:pt x="969" y="219"/>
                  </a:moveTo>
                  <a:lnTo>
                    <a:pt x="1038" y="397"/>
                  </a:lnTo>
                  <a:lnTo>
                    <a:pt x="1032" y="504"/>
                  </a:lnTo>
                  <a:lnTo>
                    <a:pt x="1022" y="519"/>
                  </a:lnTo>
                  <a:lnTo>
                    <a:pt x="1015" y="528"/>
                  </a:lnTo>
                  <a:lnTo>
                    <a:pt x="1002" y="534"/>
                  </a:lnTo>
                  <a:lnTo>
                    <a:pt x="986" y="539"/>
                  </a:lnTo>
                  <a:lnTo>
                    <a:pt x="980" y="540"/>
                  </a:lnTo>
                  <a:lnTo>
                    <a:pt x="949" y="551"/>
                  </a:lnTo>
                  <a:lnTo>
                    <a:pt x="891" y="571"/>
                  </a:lnTo>
                  <a:lnTo>
                    <a:pt x="716" y="843"/>
                  </a:lnTo>
                  <a:lnTo>
                    <a:pt x="524" y="867"/>
                  </a:lnTo>
                  <a:lnTo>
                    <a:pt x="533" y="856"/>
                  </a:lnTo>
                  <a:lnTo>
                    <a:pt x="544" y="845"/>
                  </a:lnTo>
                  <a:lnTo>
                    <a:pt x="553" y="831"/>
                  </a:lnTo>
                  <a:lnTo>
                    <a:pt x="551" y="769"/>
                  </a:lnTo>
                  <a:lnTo>
                    <a:pt x="544" y="756"/>
                  </a:lnTo>
                  <a:lnTo>
                    <a:pt x="538" y="745"/>
                  </a:lnTo>
                  <a:lnTo>
                    <a:pt x="523" y="718"/>
                  </a:lnTo>
                  <a:lnTo>
                    <a:pt x="519" y="711"/>
                  </a:lnTo>
                  <a:lnTo>
                    <a:pt x="506" y="698"/>
                  </a:lnTo>
                  <a:lnTo>
                    <a:pt x="481" y="679"/>
                  </a:lnTo>
                  <a:lnTo>
                    <a:pt x="467" y="671"/>
                  </a:lnTo>
                  <a:lnTo>
                    <a:pt x="435" y="657"/>
                  </a:lnTo>
                  <a:lnTo>
                    <a:pt x="403" y="647"/>
                  </a:lnTo>
                  <a:lnTo>
                    <a:pt x="375" y="642"/>
                  </a:lnTo>
                  <a:lnTo>
                    <a:pt x="339" y="634"/>
                  </a:lnTo>
                  <a:lnTo>
                    <a:pt x="281" y="625"/>
                  </a:lnTo>
                  <a:lnTo>
                    <a:pt x="240" y="620"/>
                  </a:lnTo>
                  <a:lnTo>
                    <a:pt x="206" y="619"/>
                  </a:lnTo>
                  <a:lnTo>
                    <a:pt x="197" y="619"/>
                  </a:lnTo>
                  <a:lnTo>
                    <a:pt x="171" y="613"/>
                  </a:lnTo>
                  <a:lnTo>
                    <a:pt x="152" y="615"/>
                  </a:lnTo>
                  <a:lnTo>
                    <a:pt x="146" y="615"/>
                  </a:lnTo>
                  <a:lnTo>
                    <a:pt x="135" y="616"/>
                  </a:lnTo>
                  <a:lnTo>
                    <a:pt x="0" y="177"/>
                  </a:lnTo>
                  <a:lnTo>
                    <a:pt x="5" y="169"/>
                  </a:lnTo>
                  <a:lnTo>
                    <a:pt x="19" y="164"/>
                  </a:lnTo>
                  <a:lnTo>
                    <a:pt x="29" y="148"/>
                  </a:lnTo>
                  <a:lnTo>
                    <a:pt x="36" y="131"/>
                  </a:lnTo>
                  <a:lnTo>
                    <a:pt x="57" y="111"/>
                  </a:lnTo>
                  <a:lnTo>
                    <a:pt x="70" y="104"/>
                  </a:lnTo>
                  <a:lnTo>
                    <a:pt x="87" y="103"/>
                  </a:lnTo>
                  <a:lnTo>
                    <a:pt x="106" y="105"/>
                  </a:lnTo>
                  <a:lnTo>
                    <a:pt x="124" y="98"/>
                  </a:lnTo>
                  <a:lnTo>
                    <a:pt x="134" y="87"/>
                  </a:lnTo>
                  <a:lnTo>
                    <a:pt x="146" y="82"/>
                  </a:lnTo>
                  <a:lnTo>
                    <a:pt x="160" y="81"/>
                  </a:lnTo>
                  <a:lnTo>
                    <a:pt x="175" y="87"/>
                  </a:lnTo>
                  <a:lnTo>
                    <a:pt x="186" y="105"/>
                  </a:lnTo>
                  <a:lnTo>
                    <a:pt x="222" y="162"/>
                  </a:lnTo>
                  <a:lnTo>
                    <a:pt x="343" y="217"/>
                  </a:lnTo>
                  <a:lnTo>
                    <a:pt x="452" y="240"/>
                  </a:lnTo>
                  <a:lnTo>
                    <a:pt x="496" y="240"/>
                  </a:lnTo>
                  <a:lnTo>
                    <a:pt x="562" y="235"/>
                  </a:lnTo>
                  <a:lnTo>
                    <a:pt x="584" y="224"/>
                  </a:lnTo>
                  <a:lnTo>
                    <a:pt x="621" y="172"/>
                  </a:lnTo>
                  <a:lnTo>
                    <a:pt x="662" y="91"/>
                  </a:lnTo>
                  <a:lnTo>
                    <a:pt x="667" y="68"/>
                  </a:lnTo>
                  <a:lnTo>
                    <a:pt x="668" y="62"/>
                  </a:lnTo>
                  <a:lnTo>
                    <a:pt x="679" y="34"/>
                  </a:lnTo>
                  <a:lnTo>
                    <a:pt x="700" y="22"/>
                  </a:lnTo>
                  <a:lnTo>
                    <a:pt x="716" y="5"/>
                  </a:lnTo>
                  <a:lnTo>
                    <a:pt x="723" y="0"/>
                  </a:lnTo>
                  <a:lnTo>
                    <a:pt x="784" y="8"/>
                  </a:lnTo>
                  <a:lnTo>
                    <a:pt x="813" y="29"/>
                  </a:lnTo>
                  <a:lnTo>
                    <a:pt x="884" y="111"/>
                  </a:lnTo>
                  <a:lnTo>
                    <a:pt x="896" y="124"/>
                  </a:lnTo>
                  <a:lnTo>
                    <a:pt x="948" y="185"/>
                  </a:lnTo>
                  <a:lnTo>
                    <a:pt x="962" y="201"/>
                  </a:lnTo>
                  <a:lnTo>
                    <a:pt x="969" y="21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l1110"/>
            <p:cNvSpPr/>
            <p:nvPr/>
          </p:nvSpPr>
          <p:spPr>
            <a:xfrm>
              <a:off x="4645285" y="5795442"/>
              <a:ext cx="352" cy="292"/>
            </a:xfrm>
            <a:custGeom>
              <a:avLst/>
              <a:pathLst>
                <a:path w="352" h="292">
                  <a:moveTo>
                    <a:pt x="303" y="16"/>
                  </a:moveTo>
                  <a:lnTo>
                    <a:pt x="323" y="64"/>
                  </a:lnTo>
                  <a:lnTo>
                    <a:pt x="351" y="127"/>
                  </a:lnTo>
                  <a:lnTo>
                    <a:pt x="352" y="137"/>
                  </a:lnTo>
                  <a:lnTo>
                    <a:pt x="351" y="178"/>
                  </a:lnTo>
                  <a:lnTo>
                    <a:pt x="341" y="292"/>
                  </a:lnTo>
                  <a:lnTo>
                    <a:pt x="219" y="282"/>
                  </a:lnTo>
                  <a:lnTo>
                    <a:pt x="74" y="232"/>
                  </a:lnTo>
                  <a:lnTo>
                    <a:pt x="35" y="166"/>
                  </a:lnTo>
                  <a:lnTo>
                    <a:pt x="30" y="157"/>
                  </a:lnTo>
                  <a:lnTo>
                    <a:pt x="0" y="103"/>
                  </a:lnTo>
                  <a:lnTo>
                    <a:pt x="1" y="98"/>
                  </a:lnTo>
                  <a:lnTo>
                    <a:pt x="4" y="21"/>
                  </a:lnTo>
                  <a:lnTo>
                    <a:pt x="5" y="7"/>
                  </a:lnTo>
                  <a:lnTo>
                    <a:pt x="73" y="0"/>
                  </a:lnTo>
                  <a:lnTo>
                    <a:pt x="117" y="13"/>
                  </a:lnTo>
                  <a:lnTo>
                    <a:pt x="174" y="29"/>
                  </a:lnTo>
                  <a:lnTo>
                    <a:pt x="189" y="27"/>
                  </a:lnTo>
                  <a:lnTo>
                    <a:pt x="203" y="22"/>
                  </a:lnTo>
                  <a:lnTo>
                    <a:pt x="278" y="1"/>
                  </a:lnTo>
                  <a:lnTo>
                    <a:pt x="292" y="3"/>
                  </a:lnTo>
                  <a:lnTo>
                    <a:pt x="303" y="1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l1111"/>
            <p:cNvSpPr/>
            <p:nvPr/>
          </p:nvSpPr>
          <p:spPr>
            <a:xfrm>
              <a:off x="4652971" y="5795959"/>
              <a:ext cx="630" cy="1020"/>
            </a:xfrm>
            <a:custGeom>
              <a:avLst/>
              <a:pathLst>
                <a:path w="630" h="1020">
                  <a:moveTo>
                    <a:pt x="603" y="53"/>
                  </a:moveTo>
                  <a:lnTo>
                    <a:pt x="630" y="88"/>
                  </a:lnTo>
                  <a:lnTo>
                    <a:pt x="630" y="119"/>
                  </a:lnTo>
                  <a:lnTo>
                    <a:pt x="590" y="336"/>
                  </a:lnTo>
                  <a:lnTo>
                    <a:pt x="580" y="364"/>
                  </a:lnTo>
                  <a:lnTo>
                    <a:pt x="567" y="381"/>
                  </a:lnTo>
                  <a:lnTo>
                    <a:pt x="545" y="411"/>
                  </a:lnTo>
                  <a:lnTo>
                    <a:pt x="530" y="431"/>
                  </a:lnTo>
                  <a:lnTo>
                    <a:pt x="479" y="460"/>
                  </a:lnTo>
                  <a:lnTo>
                    <a:pt x="461" y="470"/>
                  </a:lnTo>
                  <a:lnTo>
                    <a:pt x="400" y="528"/>
                  </a:lnTo>
                  <a:lnTo>
                    <a:pt x="395" y="538"/>
                  </a:lnTo>
                  <a:lnTo>
                    <a:pt x="390" y="567"/>
                  </a:lnTo>
                  <a:lnTo>
                    <a:pt x="387" y="576"/>
                  </a:lnTo>
                  <a:lnTo>
                    <a:pt x="385" y="581"/>
                  </a:lnTo>
                  <a:lnTo>
                    <a:pt x="383" y="586"/>
                  </a:lnTo>
                  <a:lnTo>
                    <a:pt x="378" y="592"/>
                  </a:lnTo>
                  <a:lnTo>
                    <a:pt x="372" y="599"/>
                  </a:lnTo>
                  <a:lnTo>
                    <a:pt x="356" y="615"/>
                  </a:lnTo>
                  <a:lnTo>
                    <a:pt x="351" y="622"/>
                  </a:lnTo>
                  <a:lnTo>
                    <a:pt x="339" y="645"/>
                  </a:lnTo>
                  <a:lnTo>
                    <a:pt x="337" y="672"/>
                  </a:lnTo>
                  <a:lnTo>
                    <a:pt x="340" y="681"/>
                  </a:lnTo>
                  <a:lnTo>
                    <a:pt x="350" y="701"/>
                  </a:lnTo>
                  <a:lnTo>
                    <a:pt x="353" y="709"/>
                  </a:lnTo>
                  <a:lnTo>
                    <a:pt x="367" y="828"/>
                  </a:lnTo>
                  <a:lnTo>
                    <a:pt x="364" y="838"/>
                  </a:lnTo>
                  <a:lnTo>
                    <a:pt x="315" y="1010"/>
                  </a:lnTo>
                  <a:lnTo>
                    <a:pt x="312" y="1019"/>
                  </a:lnTo>
                  <a:lnTo>
                    <a:pt x="300" y="1020"/>
                  </a:lnTo>
                  <a:lnTo>
                    <a:pt x="288" y="1005"/>
                  </a:lnTo>
                  <a:lnTo>
                    <a:pt x="285" y="1000"/>
                  </a:lnTo>
                  <a:lnTo>
                    <a:pt x="279" y="992"/>
                  </a:lnTo>
                  <a:lnTo>
                    <a:pt x="234" y="937"/>
                  </a:lnTo>
                  <a:lnTo>
                    <a:pt x="66" y="716"/>
                  </a:lnTo>
                  <a:lnTo>
                    <a:pt x="47" y="690"/>
                  </a:lnTo>
                  <a:lnTo>
                    <a:pt x="38" y="678"/>
                  </a:lnTo>
                  <a:lnTo>
                    <a:pt x="98" y="545"/>
                  </a:lnTo>
                  <a:lnTo>
                    <a:pt x="119" y="439"/>
                  </a:lnTo>
                  <a:lnTo>
                    <a:pt x="122" y="411"/>
                  </a:lnTo>
                  <a:lnTo>
                    <a:pt x="121" y="405"/>
                  </a:lnTo>
                  <a:lnTo>
                    <a:pt x="116" y="396"/>
                  </a:lnTo>
                  <a:lnTo>
                    <a:pt x="108" y="389"/>
                  </a:lnTo>
                  <a:lnTo>
                    <a:pt x="75" y="362"/>
                  </a:lnTo>
                  <a:lnTo>
                    <a:pt x="68" y="353"/>
                  </a:lnTo>
                  <a:lnTo>
                    <a:pt x="62" y="347"/>
                  </a:lnTo>
                  <a:lnTo>
                    <a:pt x="57" y="342"/>
                  </a:lnTo>
                  <a:lnTo>
                    <a:pt x="23" y="304"/>
                  </a:lnTo>
                  <a:lnTo>
                    <a:pt x="0" y="264"/>
                  </a:lnTo>
                  <a:lnTo>
                    <a:pt x="0" y="241"/>
                  </a:lnTo>
                  <a:lnTo>
                    <a:pt x="3" y="232"/>
                  </a:lnTo>
                  <a:lnTo>
                    <a:pt x="11" y="204"/>
                  </a:lnTo>
                  <a:lnTo>
                    <a:pt x="28" y="141"/>
                  </a:lnTo>
                  <a:lnTo>
                    <a:pt x="46" y="111"/>
                  </a:lnTo>
                  <a:lnTo>
                    <a:pt x="76" y="84"/>
                  </a:lnTo>
                  <a:lnTo>
                    <a:pt x="111" y="70"/>
                  </a:lnTo>
                  <a:lnTo>
                    <a:pt x="118" y="68"/>
                  </a:lnTo>
                  <a:lnTo>
                    <a:pt x="127" y="67"/>
                  </a:lnTo>
                  <a:lnTo>
                    <a:pt x="150" y="66"/>
                  </a:lnTo>
                  <a:lnTo>
                    <a:pt x="156" y="65"/>
                  </a:lnTo>
                  <a:lnTo>
                    <a:pt x="163" y="64"/>
                  </a:lnTo>
                  <a:lnTo>
                    <a:pt x="171" y="62"/>
                  </a:lnTo>
                  <a:lnTo>
                    <a:pt x="178" y="60"/>
                  </a:lnTo>
                  <a:lnTo>
                    <a:pt x="186" y="56"/>
                  </a:lnTo>
                  <a:lnTo>
                    <a:pt x="228" y="33"/>
                  </a:lnTo>
                  <a:lnTo>
                    <a:pt x="232" y="30"/>
                  </a:lnTo>
                  <a:lnTo>
                    <a:pt x="261" y="8"/>
                  </a:lnTo>
                  <a:lnTo>
                    <a:pt x="281" y="0"/>
                  </a:lnTo>
                  <a:lnTo>
                    <a:pt x="298" y="0"/>
                  </a:lnTo>
                  <a:lnTo>
                    <a:pt x="306" y="2"/>
                  </a:lnTo>
                  <a:lnTo>
                    <a:pt x="362" y="24"/>
                  </a:lnTo>
                  <a:lnTo>
                    <a:pt x="370" y="27"/>
                  </a:lnTo>
                  <a:lnTo>
                    <a:pt x="377" y="28"/>
                  </a:lnTo>
                  <a:lnTo>
                    <a:pt x="385" y="29"/>
                  </a:lnTo>
                  <a:lnTo>
                    <a:pt x="396" y="29"/>
                  </a:lnTo>
                  <a:lnTo>
                    <a:pt x="415" y="29"/>
                  </a:lnTo>
                  <a:lnTo>
                    <a:pt x="492" y="12"/>
                  </a:lnTo>
                  <a:lnTo>
                    <a:pt x="504" y="10"/>
                  </a:lnTo>
                  <a:lnTo>
                    <a:pt x="524" y="11"/>
                  </a:lnTo>
                  <a:lnTo>
                    <a:pt x="603" y="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l1112"/>
            <p:cNvSpPr/>
            <p:nvPr/>
          </p:nvSpPr>
          <p:spPr>
            <a:xfrm>
              <a:off x="4540175" y="5777643"/>
              <a:ext cx="500" cy="574"/>
            </a:xfrm>
            <a:custGeom>
              <a:avLst/>
              <a:pathLst>
                <a:path w="500" h="574">
                  <a:moveTo>
                    <a:pt x="407" y="437"/>
                  </a:moveTo>
                  <a:lnTo>
                    <a:pt x="396" y="451"/>
                  </a:lnTo>
                  <a:lnTo>
                    <a:pt x="373" y="459"/>
                  </a:lnTo>
                  <a:lnTo>
                    <a:pt x="366" y="451"/>
                  </a:lnTo>
                  <a:lnTo>
                    <a:pt x="353" y="445"/>
                  </a:lnTo>
                  <a:lnTo>
                    <a:pt x="260" y="451"/>
                  </a:lnTo>
                  <a:lnTo>
                    <a:pt x="183" y="459"/>
                  </a:lnTo>
                  <a:lnTo>
                    <a:pt x="128" y="470"/>
                  </a:lnTo>
                  <a:lnTo>
                    <a:pt x="124" y="481"/>
                  </a:lnTo>
                  <a:lnTo>
                    <a:pt x="119" y="487"/>
                  </a:lnTo>
                  <a:lnTo>
                    <a:pt x="103" y="517"/>
                  </a:lnTo>
                  <a:lnTo>
                    <a:pt x="98" y="531"/>
                  </a:lnTo>
                  <a:lnTo>
                    <a:pt x="79" y="564"/>
                  </a:lnTo>
                  <a:lnTo>
                    <a:pt x="67" y="569"/>
                  </a:lnTo>
                  <a:lnTo>
                    <a:pt x="42" y="574"/>
                  </a:lnTo>
                  <a:lnTo>
                    <a:pt x="22" y="570"/>
                  </a:lnTo>
                  <a:lnTo>
                    <a:pt x="16" y="552"/>
                  </a:lnTo>
                  <a:lnTo>
                    <a:pt x="26" y="532"/>
                  </a:lnTo>
                  <a:lnTo>
                    <a:pt x="41" y="504"/>
                  </a:lnTo>
                  <a:lnTo>
                    <a:pt x="41" y="477"/>
                  </a:lnTo>
                  <a:lnTo>
                    <a:pt x="12" y="429"/>
                  </a:lnTo>
                  <a:lnTo>
                    <a:pt x="0" y="414"/>
                  </a:lnTo>
                  <a:lnTo>
                    <a:pt x="0" y="382"/>
                  </a:lnTo>
                  <a:lnTo>
                    <a:pt x="13" y="372"/>
                  </a:lnTo>
                  <a:lnTo>
                    <a:pt x="24" y="367"/>
                  </a:lnTo>
                  <a:lnTo>
                    <a:pt x="34" y="354"/>
                  </a:lnTo>
                  <a:lnTo>
                    <a:pt x="32" y="343"/>
                  </a:lnTo>
                  <a:lnTo>
                    <a:pt x="29" y="335"/>
                  </a:lnTo>
                  <a:lnTo>
                    <a:pt x="29" y="317"/>
                  </a:lnTo>
                  <a:lnTo>
                    <a:pt x="29" y="302"/>
                  </a:lnTo>
                  <a:lnTo>
                    <a:pt x="261" y="4"/>
                  </a:lnTo>
                  <a:lnTo>
                    <a:pt x="265" y="0"/>
                  </a:lnTo>
                  <a:lnTo>
                    <a:pt x="296" y="8"/>
                  </a:lnTo>
                  <a:lnTo>
                    <a:pt x="397" y="55"/>
                  </a:lnTo>
                  <a:lnTo>
                    <a:pt x="431" y="83"/>
                  </a:lnTo>
                  <a:lnTo>
                    <a:pt x="447" y="118"/>
                  </a:lnTo>
                  <a:lnTo>
                    <a:pt x="488" y="211"/>
                  </a:lnTo>
                  <a:lnTo>
                    <a:pt x="492" y="217"/>
                  </a:lnTo>
                  <a:lnTo>
                    <a:pt x="496" y="228"/>
                  </a:lnTo>
                  <a:lnTo>
                    <a:pt x="497" y="259"/>
                  </a:lnTo>
                  <a:lnTo>
                    <a:pt x="500" y="272"/>
                  </a:lnTo>
                  <a:lnTo>
                    <a:pt x="499" y="297"/>
                  </a:lnTo>
                  <a:lnTo>
                    <a:pt x="499" y="308"/>
                  </a:lnTo>
                  <a:lnTo>
                    <a:pt x="490" y="329"/>
                  </a:lnTo>
                  <a:lnTo>
                    <a:pt x="439" y="396"/>
                  </a:lnTo>
                  <a:lnTo>
                    <a:pt x="420" y="421"/>
                  </a:lnTo>
                  <a:lnTo>
                    <a:pt x="407" y="4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l1113"/>
            <p:cNvSpPr/>
            <p:nvPr/>
          </p:nvSpPr>
          <p:spPr>
            <a:xfrm>
              <a:off x="4541347" y="5777108"/>
              <a:ext cx="1013" cy="562"/>
            </a:xfrm>
            <a:custGeom>
              <a:avLst/>
              <a:pathLst>
                <a:path w="1013" h="562">
                  <a:moveTo>
                    <a:pt x="825" y="275"/>
                  </a:moveTo>
                  <a:lnTo>
                    <a:pt x="678" y="288"/>
                  </a:lnTo>
                  <a:lnTo>
                    <a:pt x="625" y="275"/>
                  </a:lnTo>
                  <a:lnTo>
                    <a:pt x="556" y="267"/>
                  </a:lnTo>
                  <a:lnTo>
                    <a:pt x="488" y="279"/>
                  </a:lnTo>
                  <a:lnTo>
                    <a:pt x="474" y="294"/>
                  </a:lnTo>
                  <a:lnTo>
                    <a:pt x="465" y="363"/>
                  </a:lnTo>
                  <a:lnTo>
                    <a:pt x="462" y="381"/>
                  </a:lnTo>
                  <a:lnTo>
                    <a:pt x="416" y="529"/>
                  </a:lnTo>
                  <a:lnTo>
                    <a:pt x="387" y="549"/>
                  </a:lnTo>
                  <a:lnTo>
                    <a:pt x="340" y="554"/>
                  </a:lnTo>
                  <a:lnTo>
                    <a:pt x="265" y="520"/>
                  </a:lnTo>
                  <a:lnTo>
                    <a:pt x="255" y="517"/>
                  </a:lnTo>
                  <a:lnTo>
                    <a:pt x="238" y="517"/>
                  </a:lnTo>
                  <a:lnTo>
                    <a:pt x="220" y="531"/>
                  </a:lnTo>
                  <a:lnTo>
                    <a:pt x="206" y="541"/>
                  </a:lnTo>
                  <a:lnTo>
                    <a:pt x="175" y="550"/>
                  </a:lnTo>
                  <a:lnTo>
                    <a:pt x="158" y="548"/>
                  </a:lnTo>
                  <a:lnTo>
                    <a:pt x="144" y="554"/>
                  </a:lnTo>
                  <a:lnTo>
                    <a:pt x="128" y="562"/>
                  </a:lnTo>
                  <a:lnTo>
                    <a:pt x="81" y="561"/>
                  </a:lnTo>
                  <a:lnTo>
                    <a:pt x="56" y="552"/>
                  </a:lnTo>
                  <a:lnTo>
                    <a:pt x="52" y="536"/>
                  </a:lnTo>
                  <a:lnTo>
                    <a:pt x="46" y="524"/>
                  </a:lnTo>
                  <a:lnTo>
                    <a:pt x="35" y="507"/>
                  </a:lnTo>
                  <a:lnTo>
                    <a:pt x="30" y="485"/>
                  </a:lnTo>
                  <a:lnTo>
                    <a:pt x="0" y="454"/>
                  </a:lnTo>
                  <a:lnTo>
                    <a:pt x="2" y="405"/>
                  </a:lnTo>
                  <a:lnTo>
                    <a:pt x="186" y="125"/>
                  </a:lnTo>
                  <a:lnTo>
                    <a:pt x="370" y="77"/>
                  </a:lnTo>
                  <a:lnTo>
                    <a:pt x="524" y="38"/>
                  </a:lnTo>
                  <a:lnTo>
                    <a:pt x="629" y="10"/>
                  </a:lnTo>
                  <a:lnTo>
                    <a:pt x="988" y="0"/>
                  </a:lnTo>
                  <a:lnTo>
                    <a:pt x="1005" y="12"/>
                  </a:lnTo>
                  <a:lnTo>
                    <a:pt x="1013" y="28"/>
                  </a:lnTo>
                  <a:lnTo>
                    <a:pt x="995" y="125"/>
                  </a:lnTo>
                  <a:lnTo>
                    <a:pt x="978" y="149"/>
                  </a:lnTo>
                  <a:lnTo>
                    <a:pt x="900" y="239"/>
                  </a:lnTo>
                  <a:lnTo>
                    <a:pt x="825" y="27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l1114"/>
            <p:cNvSpPr/>
            <p:nvPr/>
          </p:nvSpPr>
          <p:spPr>
            <a:xfrm>
              <a:off x="4672852" y="5796223"/>
              <a:ext cx="532" cy="1106"/>
            </a:xfrm>
            <a:custGeom>
              <a:avLst/>
              <a:pathLst>
                <a:path w="532" h="1106">
                  <a:moveTo>
                    <a:pt x="109" y="1053"/>
                  </a:moveTo>
                  <a:lnTo>
                    <a:pt x="88" y="1106"/>
                  </a:lnTo>
                  <a:lnTo>
                    <a:pt x="27" y="1034"/>
                  </a:lnTo>
                  <a:lnTo>
                    <a:pt x="6" y="1009"/>
                  </a:lnTo>
                  <a:lnTo>
                    <a:pt x="0" y="971"/>
                  </a:lnTo>
                  <a:lnTo>
                    <a:pt x="7" y="923"/>
                  </a:lnTo>
                  <a:lnTo>
                    <a:pt x="87" y="766"/>
                  </a:lnTo>
                  <a:lnTo>
                    <a:pt x="210" y="525"/>
                  </a:lnTo>
                  <a:lnTo>
                    <a:pt x="317" y="296"/>
                  </a:lnTo>
                  <a:lnTo>
                    <a:pt x="340" y="235"/>
                  </a:lnTo>
                  <a:lnTo>
                    <a:pt x="352" y="172"/>
                  </a:lnTo>
                  <a:lnTo>
                    <a:pt x="356" y="151"/>
                  </a:lnTo>
                  <a:lnTo>
                    <a:pt x="389" y="83"/>
                  </a:lnTo>
                  <a:lnTo>
                    <a:pt x="406" y="57"/>
                  </a:lnTo>
                  <a:lnTo>
                    <a:pt x="423" y="35"/>
                  </a:lnTo>
                  <a:lnTo>
                    <a:pt x="438" y="21"/>
                  </a:lnTo>
                  <a:lnTo>
                    <a:pt x="451" y="11"/>
                  </a:lnTo>
                  <a:lnTo>
                    <a:pt x="473" y="5"/>
                  </a:lnTo>
                  <a:lnTo>
                    <a:pt x="502" y="0"/>
                  </a:lnTo>
                  <a:lnTo>
                    <a:pt x="518" y="0"/>
                  </a:lnTo>
                  <a:lnTo>
                    <a:pt x="532" y="4"/>
                  </a:lnTo>
                  <a:lnTo>
                    <a:pt x="523" y="7"/>
                  </a:lnTo>
                  <a:lnTo>
                    <a:pt x="497" y="16"/>
                  </a:lnTo>
                  <a:lnTo>
                    <a:pt x="459" y="62"/>
                  </a:lnTo>
                  <a:lnTo>
                    <a:pt x="455" y="67"/>
                  </a:lnTo>
                  <a:lnTo>
                    <a:pt x="418" y="115"/>
                  </a:lnTo>
                  <a:lnTo>
                    <a:pt x="348" y="365"/>
                  </a:lnTo>
                  <a:lnTo>
                    <a:pt x="275" y="744"/>
                  </a:lnTo>
                  <a:lnTo>
                    <a:pt x="247" y="807"/>
                  </a:lnTo>
                  <a:lnTo>
                    <a:pt x="183" y="906"/>
                  </a:lnTo>
                  <a:lnTo>
                    <a:pt x="174" y="921"/>
                  </a:lnTo>
                  <a:lnTo>
                    <a:pt x="109" y="10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l1115"/>
            <p:cNvSpPr/>
            <p:nvPr/>
          </p:nvSpPr>
          <p:spPr>
            <a:xfrm>
              <a:off x="4646012" y="5789977"/>
              <a:ext cx="1101" cy="731"/>
            </a:xfrm>
            <a:custGeom>
              <a:avLst/>
              <a:pathLst>
                <a:path w="1101" h="731">
                  <a:moveTo>
                    <a:pt x="1080" y="417"/>
                  </a:moveTo>
                  <a:lnTo>
                    <a:pt x="1041" y="447"/>
                  </a:lnTo>
                  <a:lnTo>
                    <a:pt x="1035" y="436"/>
                  </a:lnTo>
                  <a:lnTo>
                    <a:pt x="1026" y="430"/>
                  </a:lnTo>
                  <a:lnTo>
                    <a:pt x="1019" y="427"/>
                  </a:lnTo>
                  <a:lnTo>
                    <a:pt x="1008" y="425"/>
                  </a:lnTo>
                  <a:lnTo>
                    <a:pt x="990" y="429"/>
                  </a:lnTo>
                  <a:lnTo>
                    <a:pt x="978" y="434"/>
                  </a:lnTo>
                  <a:lnTo>
                    <a:pt x="968" y="438"/>
                  </a:lnTo>
                  <a:lnTo>
                    <a:pt x="963" y="440"/>
                  </a:lnTo>
                  <a:lnTo>
                    <a:pt x="954" y="444"/>
                  </a:lnTo>
                  <a:lnTo>
                    <a:pt x="946" y="447"/>
                  </a:lnTo>
                  <a:lnTo>
                    <a:pt x="903" y="467"/>
                  </a:lnTo>
                  <a:lnTo>
                    <a:pt x="892" y="470"/>
                  </a:lnTo>
                  <a:lnTo>
                    <a:pt x="882" y="470"/>
                  </a:lnTo>
                  <a:lnTo>
                    <a:pt x="873" y="466"/>
                  </a:lnTo>
                  <a:lnTo>
                    <a:pt x="855" y="456"/>
                  </a:lnTo>
                  <a:lnTo>
                    <a:pt x="833" y="447"/>
                  </a:lnTo>
                  <a:lnTo>
                    <a:pt x="813" y="438"/>
                  </a:lnTo>
                  <a:lnTo>
                    <a:pt x="788" y="434"/>
                  </a:lnTo>
                  <a:lnTo>
                    <a:pt x="776" y="435"/>
                  </a:lnTo>
                  <a:lnTo>
                    <a:pt x="752" y="435"/>
                  </a:lnTo>
                  <a:lnTo>
                    <a:pt x="711" y="411"/>
                  </a:lnTo>
                  <a:lnTo>
                    <a:pt x="704" y="404"/>
                  </a:lnTo>
                  <a:lnTo>
                    <a:pt x="699" y="396"/>
                  </a:lnTo>
                  <a:lnTo>
                    <a:pt x="694" y="393"/>
                  </a:lnTo>
                  <a:lnTo>
                    <a:pt x="685" y="393"/>
                  </a:lnTo>
                  <a:lnTo>
                    <a:pt x="643" y="403"/>
                  </a:lnTo>
                  <a:lnTo>
                    <a:pt x="531" y="468"/>
                  </a:lnTo>
                  <a:lnTo>
                    <a:pt x="444" y="520"/>
                  </a:lnTo>
                  <a:lnTo>
                    <a:pt x="412" y="550"/>
                  </a:lnTo>
                  <a:lnTo>
                    <a:pt x="401" y="561"/>
                  </a:lnTo>
                  <a:lnTo>
                    <a:pt x="354" y="606"/>
                  </a:lnTo>
                  <a:lnTo>
                    <a:pt x="344" y="616"/>
                  </a:lnTo>
                  <a:lnTo>
                    <a:pt x="325" y="679"/>
                  </a:lnTo>
                  <a:lnTo>
                    <a:pt x="247" y="731"/>
                  </a:lnTo>
                  <a:lnTo>
                    <a:pt x="235" y="725"/>
                  </a:lnTo>
                  <a:lnTo>
                    <a:pt x="225" y="721"/>
                  </a:lnTo>
                  <a:lnTo>
                    <a:pt x="216" y="718"/>
                  </a:lnTo>
                  <a:lnTo>
                    <a:pt x="184" y="706"/>
                  </a:lnTo>
                  <a:lnTo>
                    <a:pt x="122" y="659"/>
                  </a:lnTo>
                  <a:lnTo>
                    <a:pt x="40" y="595"/>
                  </a:lnTo>
                  <a:lnTo>
                    <a:pt x="35" y="591"/>
                  </a:lnTo>
                  <a:lnTo>
                    <a:pt x="11" y="568"/>
                  </a:lnTo>
                  <a:lnTo>
                    <a:pt x="0" y="531"/>
                  </a:lnTo>
                  <a:lnTo>
                    <a:pt x="19" y="484"/>
                  </a:lnTo>
                  <a:lnTo>
                    <a:pt x="29" y="461"/>
                  </a:lnTo>
                  <a:lnTo>
                    <a:pt x="31" y="446"/>
                  </a:lnTo>
                  <a:lnTo>
                    <a:pt x="51" y="393"/>
                  </a:lnTo>
                  <a:lnTo>
                    <a:pt x="101" y="386"/>
                  </a:lnTo>
                  <a:lnTo>
                    <a:pt x="134" y="399"/>
                  </a:lnTo>
                  <a:lnTo>
                    <a:pt x="185" y="440"/>
                  </a:lnTo>
                  <a:lnTo>
                    <a:pt x="228" y="448"/>
                  </a:lnTo>
                  <a:lnTo>
                    <a:pt x="235" y="447"/>
                  </a:lnTo>
                  <a:lnTo>
                    <a:pt x="244" y="446"/>
                  </a:lnTo>
                  <a:lnTo>
                    <a:pt x="264" y="439"/>
                  </a:lnTo>
                  <a:lnTo>
                    <a:pt x="284" y="429"/>
                  </a:lnTo>
                  <a:lnTo>
                    <a:pt x="310" y="415"/>
                  </a:lnTo>
                  <a:lnTo>
                    <a:pt x="325" y="405"/>
                  </a:lnTo>
                  <a:lnTo>
                    <a:pt x="332" y="397"/>
                  </a:lnTo>
                  <a:lnTo>
                    <a:pt x="412" y="327"/>
                  </a:lnTo>
                  <a:lnTo>
                    <a:pt x="422" y="311"/>
                  </a:lnTo>
                  <a:lnTo>
                    <a:pt x="426" y="305"/>
                  </a:lnTo>
                  <a:lnTo>
                    <a:pt x="430" y="297"/>
                  </a:lnTo>
                  <a:lnTo>
                    <a:pt x="517" y="143"/>
                  </a:lnTo>
                  <a:lnTo>
                    <a:pt x="565" y="131"/>
                  </a:lnTo>
                  <a:lnTo>
                    <a:pt x="571" y="131"/>
                  </a:lnTo>
                  <a:lnTo>
                    <a:pt x="577" y="129"/>
                  </a:lnTo>
                  <a:lnTo>
                    <a:pt x="675" y="91"/>
                  </a:lnTo>
                  <a:lnTo>
                    <a:pt x="770" y="55"/>
                  </a:lnTo>
                  <a:lnTo>
                    <a:pt x="796" y="39"/>
                  </a:lnTo>
                  <a:lnTo>
                    <a:pt x="807" y="35"/>
                  </a:lnTo>
                  <a:lnTo>
                    <a:pt x="816" y="30"/>
                  </a:lnTo>
                  <a:lnTo>
                    <a:pt x="831" y="18"/>
                  </a:lnTo>
                  <a:lnTo>
                    <a:pt x="881" y="10"/>
                  </a:lnTo>
                  <a:lnTo>
                    <a:pt x="927" y="8"/>
                  </a:lnTo>
                  <a:lnTo>
                    <a:pt x="940" y="8"/>
                  </a:lnTo>
                  <a:lnTo>
                    <a:pt x="955" y="0"/>
                  </a:lnTo>
                  <a:lnTo>
                    <a:pt x="967" y="5"/>
                  </a:lnTo>
                  <a:lnTo>
                    <a:pt x="1018" y="64"/>
                  </a:lnTo>
                  <a:lnTo>
                    <a:pt x="1034" y="89"/>
                  </a:lnTo>
                  <a:lnTo>
                    <a:pt x="1046" y="111"/>
                  </a:lnTo>
                  <a:lnTo>
                    <a:pt x="1093" y="240"/>
                  </a:lnTo>
                  <a:lnTo>
                    <a:pt x="1101" y="285"/>
                  </a:lnTo>
                  <a:lnTo>
                    <a:pt x="1098" y="302"/>
                  </a:lnTo>
                  <a:lnTo>
                    <a:pt x="1080" y="41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l1116"/>
            <p:cNvSpPr/>
            <p:nvPr/>
          </p:nvSpPr>
          <p:spPr>
            <a:xfrm>
              <a:off x="4636341" y="5787966"/>
              <a:ext cx="794" cy="734"/>
            </a:xfrm>
            <a:custGeom>
              <a:avLst/>
              <a:pathLst>
                <a:path w="794" h="734">
                  <a:moveTo>
                    <a:pt x="508" y="664"/>
                  </a:moveTo>
                  <a:lnTo>
                    <a:pt x="253" y="734"/>
                  </a:lnTo>
                  <a:lnTo>
                    <a:pt x="239" y="732"/>
                  </a:lnTo>
                  <a:lnTo>
                    <a:pt x="221" y="732"/>
                  </a:lnTo>
                  <a:lnTo>
                    <a:pt x="215" y="732"/>
                  </a:lnTo>
                  <a:lnTo>
                    <a:pt x="206" y="726"/>
                  </a:lnTo>
                  <a:lnTo>
                    <a:pt x="198" y="725"/>
                  </a:lnTo>
                  <a:lnTo>
                    <a:pt x="176" y="720"/>
                  </a:lnTo>
                  <a:lnTo>
                    <a:pt x="73" y="700"/>
                  </a:lnTo>
                  <a:lnTo>
                    <a:pt x="36" y="675"/>
                  </a:lnTo>
                  <a:lnTo>
                    <a:pt x="23" y="645"/>
                  </a:lnTo>
                  <a:lnTo>
                    <a:pt x="1" y="541"/>
                  </a:lnTo>
                  <a:lnTo>
                    <a:pt x="0" y="518"/>
                  </a:lnTo>
                  <a:lnTo>
                    <a:pt x="3" y="514"/>
                  </a:lnTo>
                  <a:lnTo>
                    <a:pt x="15" y="473"/>
                  </a:lnTo>
                  <a:lnTo>
                    <a:pt x="59" y="445"/>
                  </a:lnTo>
                  <a:lnTo>
                    <a:pt x="92" y="424"/>
                  </a:lnTo>
                  <a:lnTo>
                    <a:pt x="130" y="417"/>
                  </a:lnTo>
                  <a:lnTo>
                    <a:pt x="138" y="411"/>
                  </a:lnTo>
                  <a:lnTo>
                    <a:pt x="145" y="404"/>
                  </a:lnTo>
                  <a:lnTo>
                    <a:pt x="149" y="399"/>
                  </a:lnTo>
                  <a:lnTo>
                    <a:pt x="152" y="394"/>
                  </a:lnTo>
                  <a:lnTo>
                    <a:pt x="155" y="389"/>
                  </a:lnTo>
                  <a:lnTo>
                    <a:pt x="157" y="383"/>
                  </a:lnTo>
                  <a:lnTo>
                    <a:pt x="200" y="275"/>
                  </a:lnTo>
                  <a:lnTo>
                    <a:pt x="203" y="269"/>
                  </a:lnTo>
                  <a:lnTo>
                    <a:pt x="218" y="214"/>
                  </a:lnTo>
                  <a:lnTo>
                    <a:pt x="221" y="208"/>
                  </a:lnTo>
                  <a:lnTo>
                    <a:pt x="224" y="196"/>
                  </a:lnTo>
                  <a:lnTo>
                    <a:pt x="225" y="190"/>
                  </a:lnTo>
                  <a:lnTo>
                    <a:pt x="225" y="184"/>
                  </a:lnTo>
                  <a:lnTo>
                    <a:pt x="225" y="163"/>
                  </a:lnTo>
                  <a:lnTo>
                    <a:pt x="221" y="16"/>
                  </a:lnTo>
                  <a:lnTo>
                    <a:pt x="232" y="0"/>
                  </a:lnTo>
                  <a:lnTo>
                    <a:pt x="258" y="1"/>
                  </a:lnTo>
                  <a:lnTo>
                    <a:pt x="324" y="28"/>
                  </a:lnTo>
                  <a:lnTo>
                    <a:pt x="709" y="240"/>
                  </a:lnTo>
                  <a:lnTo>
                    <a:pt x="762" y="284"/>
                  </a:lnTo>
                  <a:lnTo>
                    <a:pt x="766" y="292"/>
                  </a:lnTo>
                  <a:lnTo>
                    <a:pt x="775" y="304"/>
                  </a:lnTo>
                  <a:lnTo>
                    <a:pt x="780" y="320"/>
                  </a:lnTo>
                  <a:lnTo>
                    <a:pt x="782" y="327"/>
                  </a:lnTo>
                  <a:lnTo>
                    <a:pt x="787" y="335"/>
                  </a:lnTo>
                  <a:lnTo>
                    <a:pt x="791" y="340"/>
                  </a:lnTo>
                  <a:lnTo>
                    <a:pt x="793" y="350"/>
                  </a:lnTo>
                  <a:lnTo>
                    <a:pt x="794" y="358"/>
                  </a:lnTo>
                  <a:lnTo>
                    <a:pt x="634" y="591"/>
                  </a:lnTo>
                  <a:lnTo>
                    <a:pt x="625" y="604"/>
                  </a:lnTo>
                  <a:lnTo>
                    <a:pt x="617" y="612"/>
                  </a:lnTo>
                  <a:lnTo>
                    <a:pt x="556" y="641"/>
                  </a:lnTo>
                  <a:lnTo>
                    <a:pt x="553" y="647"/>
                  </a:lnTo>
                  <a:lnTo>
                    <a:pt x="548" y="649"/>
                  </a:lnTo>
                  <a:lnTo>
                    <a:pt x="541" y="649"/>
                  </a:lnTo>
                  <a:lnTo>
                    <a:pt x="513" y="662"/>
                  </a:lnTo>
                  <a:lnTo>
                    <a:pt x="508" y="66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l1117"/>
            <p:cNvSpPr/>
            <p:nvPr/>
          </p:nvSpPr>
          <p:spPr>
            <a:xfrm>
              <a:off x="4644509" y="5788774"/>
              <a:ext cx="1354" cy="2338"/>
            </a:xfrm>
            <a:custGeom>
              <a:avLst/>
              <a:pathLst>
                <a:path w="1354" h="2338">
                  <a:moveTo>
                    <a:pt x="511" y="340"/>
                  </a:moveTo>
                  <a:lnTo>
                    <a:pt x="524" y="345"/>
                  </a:lnTo>
                  <a:lnTo>
                    <a:pt x="532" y="346"/>
                  </a:lnTo>
                  <a:lnTo>
                    <a:pt x="540" y="345"/>
                  </a:lnTo>
                  <a:lnTo>
                    <a:pt x="546" y="342"/>
                  </a:lnTo>
                  <a:lnTo>
                    <a:pt x="550" y="337"/>
                  </a:lnTo>
                  <a:lnTo>
                    <a:pt x="557" y="332"/>
                  </a:lnTo>
                  <a:lnTo>
                    <a:pt x="564" y="330"/>
                  </a:lnTo>
                  <a:lnTo>
                    <a:pt x="572" y="327"/>
                  </a:lnTo>
                  <a:lnTo>
                    <a:pt x="578" y="328"/>
                  </a:lnTo>
                  <a:lnTo>
                    <a:pt x="585" y="335"/>
                  </a:lnTo>
                  <a:lnTo>
                    <a:pt x="591" y="338"/>
                  </a:lnTo>
                  <a:lnTo>
                    <a:pt x="600" y="347"/>
                  </a:lnTo>
                  <a:lnTo>
                    <a:pt x="613" y="355"/>
                  </a:lnTo>
                  <a:lnTo>
                    <a:pt x="657" y="387"/>
                  </a:lnTo>
                  <a:lnTo>
                    <a:pt x="662" y="392"/>
                  </a:lnTo>
                  <a:lnTo>
                    <a:pt x="666" y="396"/>
                  </a:lnTo>
                  <a:lnTo>
                    <a:pt x="670" y="400"/>
                  </a:lnTo>
                  <a:lnTo>
                    <a:pt x="674" y="403"/>
                  </a:lnTo>
                  <a:lnTo>
                    <a:pt x="681" y="406"/>
                  </a:lnTo>
                  <a:lnTo>
                    <a:pt x="687" y="406"/>
                  </a:lnTo>
                  <a:lnTo>
                    <a:pt x="693" y="405"/>
                  </a:lnTo>
                  <a:lnTo>
                    <a:pt x="698" y="404"/>
                  </a:lnTo>
                  <a:lnTo>
                    <a:pt x="704" y="400"/>
                  </a:lnTo>
                  <a:lnTo>
                    <a:pt x="719" y="385"/>
                  </a:lnTo>
                  <a:lnTo>
                    <a:pt x="815" y="277"/>
                  </a:lnTo>
                  <a:lnTo>
                    <a:pt x="820" y="274"/>
                  </a:lnTo>
                  <a:lnTo>
                    <a:pt x="829" y="261"/>
                  </a:lnTo>
                  <a:lnTo>
                    <a:pt x="960" y="463"/>
                  </a:lnTo>
                  <a:lnTo>
                    <a:pt x="1025" y="797"/>
                  </a:lnTo>
                  <a:lnTo>
                    <a:pt x="1030" y="890"/>
                  </a:lnTo>
                  <a:lnTo>
                    <a:pt x="1030" y="898"/>
                  </a:lnTo>
                  <a:lnTo>
                    <a:pt x="1026" y="1109"/>
                  </a:lnTo>
                  <a:lnTo>
                    <a:pt x="1003" y="1264"/>
                  </a:lnTo>
                  <a:lnTo>
                    <a:pt x="995" y="1317"/>
                  </a:lnTo>
                  <a:lnTo>
                    <a:pt x="1013" y="1362"/>
                  </a:lnTo>
                  <a:lnTo>
                    <a:pt x="1046" y="1397"/>
                  </a:lnTo>
                  <a:lnTo>
                    <a:pt x="1098" y="1418"/>
                  </a:lnTo>
                  <a:lnTo>
                    <a:pt x="1139" y="1422"/>
                  </a:lnTo>
                  <a:lnTo>
                    <a:pt x="1199" y="1416"/>
                  </a:lnTo>
                  <a:lnTo>
                    <a:pt x="1234" y="1401"/>
                  </a:lnTo>
                  <a:lnTo>
                    <a:pt x="1256" y="1391"/>
                  </a:lnTo>
                  <a:lnTo>
                    <a:pt x="1286" y="1377"/>
                  </a:lnTo>
                  <a:lnTo>
                    <a:pt x="1305" y="1396"/>
                  </a:lnTo>
                  <a:lnTo>
                    <a:pt x="1313" y="1416"/>
                  </a:lnTo>
                  <a:lnTo>
                    <a:pt x="1318" y="1422"/>
                  </a:lnTo>
                  <a:lnTo>
                    <a:pt x="1328" y="1434"/>
                  </a:lnTo>
                  <a:lnTo>
                    <a:pt x="1333" y="1439"/>
                  </a:lnTo>
                  <a:lnTo>
                    <a:pt x="1337" y="1443"/>
                  </a:lnTo>
                  <a:lnTo>
                    <a:pt x="1350" y="1457"/>
                  </a:lnTo>
                  <a:lnTo>
                    <a:pt x="1354" y="1471"/>
                  </a:lnTo>
                  <a:lnTo>
                    <a:pt x="1354" y="1479"/>
                  </a:lnTo>
                  <a:lnTo>
                    <a:pt x="1350" y="1502"/>
                  </a:lnTo>
                  <a:lnTo>
                    <a:pt x="1344" y="1526"/>
                  </a:lnTo>
                  <a:lnTo>
                    <a:pt x="1321" y="1559"/>
                  </a:lnTo>
                  <a:lnTo>
                    <a:pt x="1305" y="1569"/>
                  </a:lnTo>
                  <a:lnTo>
                    <a:pt x="1279" y="1584"/>
                  </a:lnTo>
                  <a:lnTo>
                    <a:pt x="1239" y="1605"/>
                  </a:lnTo>
                  <a:lnTo>
                    <a:pt x="1200" y="1626"/>
                  </a:lnTo>
                  <a:lnTo>
                    <a:pt x="1175" y="1639"/>
                  </a:lnTo>
                  <a:lnTo>
                    <a:pt x="1122" y="1625"/>
                  </a:lnTo>
                  <a:lnTo>
                    <a:pt x="1078" y="1633"/>
                  </a:lnTo>
                  <a:lnTo>
                    <a:pt x="1005" y="1692"/>
                  </a:lnTo>
                  <a:lnTo>
                    <a:pt x="986" y="1737"/>
                  </a:lnTo>
                  <a:lnTo>
                    <a:pt x="981" y="1804"/>
                  </a:lnTo>
                  <a:lnTo>
                    <a:pt x="990" y="1895"/>
                  </a:lnTo>
                  <a:lnTo>
                    <a:pt x="1003" y="2013"/>
                  </a:lnTo>
                  <a:lnTo>
                    <a:pt x="1005" y="2037"/>
                  </a:lnTo>
                  <a:lnTo>
                    <a:pt x="1075" y="2180"/>
                  </a:lnTo>
                  <a:lnTo>
                    <a:pt x="887" y="2238"/>
                  </a:lnTo>
                  <a:lnTo>
                    <a:pt x="875" y="2229"/>
                  </a:lnTo>
                  <a:lnTo>
                    <a:pt x="861" y="2219"/>
                  </a:lnTo>
                  <a:lnTo>
                    <a:pt x="853" y="2215"/>
                  </a:lnTo>
                  <a:lnTo>
                    <a:pt x="846" y="2212"/>
                  </a:lnTo>
                  <a:lnTo>
                    <a:pt x="815" y="2200"/>
                  </a:lnTo>
                  <a:lnTo>
                    <a:pt x="809" y="2199"/>
                  </a:lnTo>
                  <a:lnTo>
                    <a:pt x="802" y="2198"/>
                  </a:lnTo>
                  <a:lnTo>
                    <a:pt x="792" y="2196"/>
                  </a:lnTo>
                  <a:lnTo>
                    <a:pt x="780" y="2196"/>
                  </a:lnTo>
                  <a:lnTo>
                    <a:pt x="741" y="2197"/>
                  </a:lnTo>
                  <a:lnTo>
                    <a:pt x="734" y="2198"/>
                  </a:lnTo>
                  <a:lnTo>
                    <a:pt x="727" y="2199"/>
                  </a:lnTo>
                  <a:lnTo>
                    <a:pt x="719" y="2202"/>
                  </a:lnTo>
                  <a:lnTo>
                    <a:pt x="710" y="2205"/>
                  </a:lnTo>
                  <a:lnTo>
                    <a:pt x="691" y="2213"/>
                  </a:lnTo>
                  <a:lnTo>
                    <a:pt x="682" y="2217"/>
                  </a:lnTo>
                  <a:lnTo>
                    <a:pt x="673" y="2222"/>
                  </a:lnTo>
                  <a:lnTo>
                    <a:pt x="667" y="2226"/>
                  </a:lnTo>
                  <a:lnTo>
                    <a:pt x="661" y="2230"/>
                  </a:lnTo>
                  <a:lnTo>
                    <a:pt x="657" y="2234"/>
                  </a:lnTo>
                  <a:lnTo>
                    <a:pt x="654" y="2238"/>
                  </a:lnTo>
                  <a:lnTo>
                    <a:pt x="651" y="2243"/>
                  </a:lnTo>
                  <a:lnTo>
                    <a:pt x="646" y="2247"/>
                  </a:lnTo>
                  <a:lnTo>
                    <a:pt x="638" y="2251"/>
                  </a:lnTo>
                  <a:lnTo>
                    <a:pt x="628" y="2256"/>
                  </a:lnTo>
                  <a:lnTo>
                    <a:pt x="620" y="2261"/>
                  </a:lnTo>
                  <a:lnTo>
                    <a:pt x="607" y="2271"/>
                  </a:lnTo>
                  <a:lnTo>
                    <a:pt x="599" y="2275"/>
                  </a:lnTo>
                  <a:lnTo>
                    <a:pt x="589" y="2277"/>
                  </a:lnTo>
                  <a:lnTo>
                    <a:pt x="569" y="2277"/>
                  </a:lnTo>
                  <a:lnTo>
                    <a:pt x="553" y="2270"/>
                  </a:lnTo>
                  <a:lnTo>
                    <a:pt x="543" y="2264"/>
                  </a:lnTo>
                  <a:lnTo>
                    <a:pt x="533" y="2258"/>
                  </a:lnTo>
                  <a:lnTo>
                    <a:pt x="519" y="2253"/>
                  </a:lnTo>
                  <a:lnTo>
                    <a:pt x="503" y="2250"/>
                  </a:lnTo>
                  <a:lnTo>
                    <a:pt x="487" y="2250"/>
                  </a:lnTo>
                  <a:lnTo>
                    <a:pt x="468" y="2252"/>
                  </a:lnTo>
                  <a:lnTo>
                    <a:pt x="455" y="2257"/>
                  </a:lnTo>
                  <a:lnTo>
                    <a:pt x="443" y="2262"/>
                  </a:lnTo>
                  <a:lnTo>
                    <a:pt x="438" y="2266"/>
                  </a:lnTo>
                  <a:lnTo>
                    <a:pt x="431" y="2271"/>
                  </a:lnTo>
                  <a:lnTo>
                    <a:pt x="414" y="2277"/>
                  </a:lnTo>
                  <a:lnTo>
                    <a:pt x="400" y="2280"/>
                  </a:lnTo>
                  <a:lnTo>
                    <a:pt x="372" y="2284"/>
                  </a:lnTo>
                  <a:lnTo>
                    <a:pt x="348" y="2287"/>
                  </a:lnTo>
                  <a:lnTo>
                    <a:pt x="333" y="2291"/>
                  </a:lnTo>
                  <a:lnTo>
                    <a:pt x="321" y="2291"/>
                  </a:lnTo>
                  <a:lnTo>
                    <a:pt x="294" y="2292"/>
                  </a:lnTo>
                  <a:lnTo>
                    <a:pt x="287" y="2292"/>
                  </a:lnTo>
                  <a:lnTo>
                    <a:pt x="270" y="2291"/>
                  </a:lnTo>
                  <a:lnTo>
                    <a:pt x="249" y="2293"/>
                  </a:lnTo>
                  <a:lnTo>
                    <a:pt x="240" y="2298"/>
                  </a:lnTo>
                  <a:lnTo>
                    <a:pt x="230" y="2307"/>
                  </a:lnTo>
                  <a:lnTo>
                    <a:pt x="222" y="2314"/>
                  </a:lnTo>
                  <a:lnTo>
                    <a:pt x="213" y="2322"/>
                  </a:lnTo>
                  <a:lnTo>
                    <a:pt x="202" y="2329"/>
                  </a:lnTo>
                  <a:lnTo>
                    <a:pt x="198" y="2331"/>
                  </a:lnTo>
                  <a:lnTo>
                    <a:pt x="194" y="2334"/>
                  </a:lnTo>
                  <a:lnTo>
                    <a:pt x="189" y="2336"/>
                  </a:lnTo>
                  <a:lnTo>
                    <a:pt x="184" y="2338"/>
                  </a:lnTo>
                  <a:lnTo>
                    <a:pt x="179" y="2338"/>
                  </a:lnTo>
                  <a:lnTo>
                    <a:pt x="174" y="2337"/>
                  </a:lnTo>
                  <a:lnTo>
                    <a:pt x="170" y="2329"/>
                  </a:lnTo>
                  <a:lnTo>
                    <a:pt x="167" y="2319"/>
                  </a:lnTo>
                  <a:lnTo>
                    <a:pt x="165" y="2312"/>
                  </a:lnTo>
                  <a:lnTo>
                    <a:pt x="164" y="2304"/>
                  </a:lnTo>
                  <a:lnTo>
                    <a:pt x="161" y="2296"/>
                  </a:lnTo>
                  <a:lnTo>
                    <a:pt x="158" y="2290"/>
                  </a:lnTo>
                  <a:lnTo>
                    <a:pt x="151" y="2282"/>
                  </a:lnTo>
                  <a:lnTo>
                    <a:pt x="145" y="2274"/>
                  </a:lnTo>
                  <a:lnTo>
                    <a:pt x="138" y="2268"/>
                  </a:lnTo>
                  <a:lnTo>
                    <a:pt x="129" y="2261"/>
                  </a:lnTo>
                  <a:lnTo>
                    <a:pt x="118" y="2255"/>
                  </a:lnTo>
                  <a:lnTo>
                    <a:pt x="109" y="2250"/>
                  </a:lnTo>
                  <a:lnTo>
                    <a:pt x="102" y="2248"/>
                  </a:lnTo>
                  <a:lnTo>
                    <a:pt x="85" y="2243"/>
                  </a:lnTo>
                  <a:lnTo>
                    <a:pt x="70" y="2241"/>
                  </a:lnTo>
                  <a:lnTo>
                    <a:pt x="60" y="2239"/>
                  </a:lnTo>
                  <a:lnTo>
                    <a:pt x="46" y="2234"/>
                  </a:lnTo>
                  <a:lnTo>
                    <a:pt x="20" y="2211"/>
                  </a:lnTo>
                  <a:lnTo>
                    <a:pt x="0" y="2183"/>
                  </a:lnTo>
                  <a:lnTo>
                    <a:pt x="33" y="2123"/>
                  </a:lnTo>
                  <a:lnTo>
                    <a:pt x="99" y="2056"/>
                  </a:lnTo>
                  <a:lnTo>
                    <a:pt x="128" y="2027"/>
                  </a:lnTo>
                  <a:lnTo>
                    <a:pt x="136" y="2019"/>
                  </a:lnTo>
                  <a:lnTo>
                    <a:pt x="149" y="1995"/>
                  </a:lnTo>
                  <a:lnTo>
                    <a:pt x="151" y="1990"/>
                  </a:lnTo>
                  <a:lnTo>
                    <a:pt x="160" y="1940"/>
                  </a:lnTo>
                  <a:lnTo>
                    <a:pt x="198" y="1892"/>
                  </a:lnTo>
                  <a:lnTo>
                    <a:pt x="225" y="1857"/>
                  </a:lnTo>
                  <a:lnTo>
                    <a:pt x="258" y="1816"/>
                  </a:lnTo>
                  <a:lnTo>
                    <a:pt x="262" y="1811"/>
                  </a:lnTo>
                  <a:lnTo>
                    <a:pt x="266" y="1807"/>
                  </a:lnTo>
                  <a:lnTo>
                    <a:pt x="269" y="1802"/>
                  </a:lnTo>
                  <a:lnTo>
                    <a:pt x="345" y="1732"/>
                  </a:lnTo>
                  <a:lnTo>
                    <a:pt x="361" y="1718"/>
                  </a:lnTo>
                  <a:lnTo>
                    <a:pt x="366" y="1707"/>
                  </a:lnTo>
                  <a:lnTo>
                    <a:pt x="370" y="1699"/>
                  </a:lnTo>
                  <a:lnTo>
                    <a:pt x="376" y="1684"/>
                  </a:lnTo>
                  <a:lnTo>
                    <a:pt x="381" y="1674"/>
                  </a:lnTo>
                  <a:lnTo>
                    <a:pt x="381" y="1668"/>
                  </a:lnTo>
                  <a:lnTo>
                    <a:pt x="380" y="1654"/>
                  </a:lnTo>
                  <a:lnTo>
                    <a:pt x="368" y="1348"/>
                  </a:lnTo>
                  <a:lnTo>
                    <a:pt x="357" y="1239"/>
                  </a:lnTo>
                  <a:lnTo>
                    <a:pt x="335" y="1016"/>
                  </a:lnTo>
                  <a:lnTo>
                    <a:pt x="398" y="619"/>
                  </a:lnTo>
                  <a:lnTo>
                    <a:pt x="412" y="582"/>
                  </a:lnTo>
                  <a:lnTo>
                    <a:pt x="414" y="575"/>
                  </a:lnTo>
                  <a:lnTo>
                    <a:pt x="416" y="569"/>
                  </a:lnTo>
                  <a:lnTo>
                    <a:pt x="421" y="542"/>
                  </a:lnTo>
                  <a:lnTo>
                    <a:pt x="423" y="521"/>
                  </a:lnTo>
                  <a:lnTo>
                    <a:pt x="424" y="514"/>
                  </a:lnTo>
                  <a:lnTo>
                    <a:pt x="425" y="507"/>
                  </a:lnTo>
                  <a:lnTo>
                    <a:pt x="427" y="500"/>
                  </a:lnTo>
                  <a:lnTo>
                    <a:pt x="425" y="490"/>
                  </a:lnTo>
                  <a:lnTo>
                    <a:pt x="424" y="482"/>
                  </a:lnTo>
                  <a:lnTo>
                    <a:pt x="423" y="474"/>
                  </a:lnTo>
                  <a:lnTo>
                    <a:pt x="420" y="467"/>
                  </a:lnTo>
                  <a:lnTo>
                    <a:pt x="415" y="462"/>
                  </a:lnTo>
                  <a:lnTo>
                    <a:pt x="262" y="211"/>
                  </a:lnTo>
                  <a:lnTo>
                    <a:pt x="243" y="196"/>
                  </a:lnTo>
                  <a:lnTo>
                    <a:pt x="228" y="183"/>
                  </a:lnTo>
                  <a:lnTo>
                    <a:pt x="215" y="174"/>
                  </a:lnTo>
                  <a:lnTo>
                    <a:pt x="206" y="164"/>
                  </a:lnTo>
                  <a:lnTo>
                    <a:pt x="190" y="154"/>
                  </a:lnTo>
                  <a:lnTo>
                    <a:pt x="160" y="131"/>
                  </a:lnTo>
                  <a:lnTo>
                    <a:pt x="144" y="105"/>
                  </a:lnTo>
                  <a:lnTo>
                    <a:pt x="150" y="92"/>
                  </a:lnTo>
                  <a:lnTo>
                    <a:pt x="174" y="50"/>
                  </a:lnTo>
                  <a:lnTo>
                    <a:pt x="180" y="36"/>
                  </a:lnTo>
                  <a:lnTo>
                    <a:pt x="185" y="24"/>
                  </a:lnTo>
                  <a:lnTo>
                    <a:pt x="193" y="10"/>
                  </a:lnTo>
                  <a:lnTo>
                    <a:pt x="221" y="3"/>
                  </a:lnTo>
                  <a:lnTo>
                    <a:pt x="234" y="1"/>
                  </a:lnTo>
                  <a:lnTo>
                    <a:pt x="304" y="0"/>
                  </a:lnTo>
                  <a:lnTo>
                    <a:pt x="346" y="2"/>
                  </a:lnTo>
                  <a:lnTo>
                    <a:pt x="357" y="5"/>
                  </a:lnTo>
                  <a:lnTo>
                    <a:pt x="364" y="10"/>
                  </a:lnTo>
                  <a:lnTo>
                    <a:pt x="371" y="19"/>
                  </a:lnTo>
                  <a:lnTo>
                    <a:pt x="484" y="146"/>
                  </a:lnTo>
                  <a:lnTo>
                    <a:pt x="489" y="152"/>
                  </a:lnTo>
                  <a:lnTo>
                    <a:pt x="509" y="234"/>
                  </a:lnTo>
                  <a:lnTo>
                    <a:pt x="510" y="260"/>
                  </a:lnTo>
                  <a:lnTo>
                    <a:pt x="511" y="282"/>
                  </a:lnTo>
                  <a:lnTo>
                    <a:pt x="512" y="296"/>
                  </a:lnTo>
                  <a:lnTo>
                    <a:pt x="510" y="304"/>
                  </a:lnTo>
                  <a:lnTo>
                    <a:pt x="510" y="317"/>
                  </a:lnTo>
                  <a:lnTo>
                    <a:pt x="511" y="34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l1118"/>
            <p:cNvSpPr/>
            <p:nvPr/>
          </p:nvSpPr>
          <p:spPr>
            <a:xfrm>
              <a:off x="4552455" y="5770224"/>
              <a:ext cx="572" cy="712"/>
            </a:xfrm>
            <a:custGeom>
              <a:avLst/>
              <a:pathLst>
                <a:path w="572" h="712">
                  <a:moveTo>
                    <a:pt x="557" y="707"/>
                  </a:moveTo>
                  <a:lnTo>
                    <a:pt x="537" y="711"/>
                  </a:lnTo>
                  <a:lnTo>
                    <a:pt x="473" y="703"/>
                  </a:lnTo>
                  <a:lnTo>
                    <a:pt x="433" y="697"/>
                  </a:lnTo>
                  <a:lnTo>
                    <a:pt x="377" y="699"/>
                  </a:lnTo>
                  <a:lnTo>
                    <a:pt x="287" y="712"/>
                  </a:lnTo>
                  <a:lnTo>
                    <a:pt x="274" y="711"/>
                  </a:lnTo>
                  <a:lnTo>
                    <a:pt x="253" y="698"/>
                  </a:lnTo>
                  <a:lnTo>
                    <a:pt x="233" y="692"/>
                  </a:lnTo>
                  <a:lnTo>
                    <a:pt x="213" y="684"/>
                  </a:lnTo>
                  <a:lnTo>
                    <a:pt x="180" y="670"/>
                  </a:lnTo>
                  <a:lnTo>
                    <a:pt x="125" y="641"/>
                  </a:lnTo>
                  <a:lnTo>
                    <a:pt x="36" y="579"/>
                  </a:lnTo>
                  <a:lnTo>
                    <a:pt x="0" y="492"/>
                  </a:lnTo>
                  <a:lnTo>
                    <a:pt x="0" y="476"/>
                  </a:lnTo>
                  <a:lnTo>
                    <a:pt x="18" y="467"/>
                  </a:lnTo>
                  <a:lnTo>
                    <a:pt x="25" y="461"/>
                  </a:lnTo>
                  <a:lnTo>
                    <a:pt x="51" y="461"/>
                  </a:lnTo>
                  <a:lnTo>
                    <a:pt x="169" y="457"/>
                  </a:lnTo>
                  <a:lnTo>
                    <a:pt x="277" y="307"/>
                  </a:lnTo>
                  <a:lnTo>
                    <a:pt x="257" y="282"/>
                  </a:lnTo>
                  <a:lnTo>
                    <a:pt x="236" y="255"/>
                  </a:lnTo>
                  <a:lnTo>
                    <a:pt x="223" y="226"/>
                  </a:lnTo>
                  <a:lnTo>
                    <a:pt x="184" y="101"/>
                  </a:lnTo>
                  <a:lnTo>
                    <a:pt x="175" y="75"/>
                  </a:lnTo>
                  <a:lnTo>
                    <a:pt x="196" y="56"/>
                  </a:lnTo>
                  <a:lnTo>
                    <a:pt x="289" y="1"/>
                  </a:lnTo>
                  <a:lnTo>
                    <a:pt x="299" y="0"/>
                  </a:lnTo>
                  <a:lnTo>
                    <a:pt x="306" y="10"/>
                  </a:lnTo>
                  <a:lnTo>
                    <a:pt x="315" y="23"/>
                  </a:lnTo>
                  <a:lnTo>
                    <a:pt x="311" y="38"/>
                  </a:lnTo>
                  <a:lnTo>
                    <a:pt x="300" y="47"/>
                  </a:lnTo>
                  <a:lnTo>
                    <a:pt x="294" y="59"/>
                  </a:lnTo>
                  <a:lnTo>
                    <a:pt x="284" y="78"/>
                  </a:lnTo>
                  <a:lnTo>
                    <a:pt x="280" y="111"/>
                  </a:lnTo>
                  <a:lnTo>
                    <a:pt x="286" y="143"/>
                  </a:lnTo>
                  <a:lnTo>
                    <a:pt x="293" y="147"/>
                  </a:lnTo>
                  <a:lnTo>
                    <a:pt x="321" y="160"/>
                  </a:lnTo>
                  <a:lnTo>
                    <a:pt x="331" y="162"/>
                  </a:lnTo>
                  <a:lnTo>
                    <a:pt x="384" y="234"/>
                  </a:lnTo>
                  <a:lnTo>
                    <a:pt x="422" y="278"/>
                  </a:lnTo>
                  <a:lnTo>
                    <a:pt x="479" y="413"/>
                  </a:lnTo>
                  <a:lnTo>
                    <a:pt x="572" y="657"/>
                  </a:lnTo>
                  <a:lnTo>
                    <a:pt x="571" y="687"/>
                  </a:lnTo>
                  <a:lnTo>
                    <a:pt x="566" y="701"/>
                  </a:lnTo>
                  <a:lnTo>
                    <a:pt x="557" y="70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l1119"/>
            <p:cNvSpPr/>
            <p:nvPr/>
          </p:nvSpPr>
          <p:spPr>
            <a:xfrm>
              <a:off x="4645551" y="5783326"/>
              <a:ext cx="1646" cy="801"/>
            </a:xfrm>
            <a:custGeom>
              <a:avLst/>
              <a:pathLst>
                <a:path w="1646" h="801">
                  <a:moveTo>
                    <a:pt x="919" y="615"/>
                  </a:moveTo>
                  <a:lnTo>
                    <a:pt x="880" y="618"/>
                  </a:lnTo>
                  <a:lnTo>
                    <a:pt x="875" y="617"/>
                  </a:lnTo>
                  <a:lnTo>
                    <a:pt x="870" y="616"/>
                  </a:lnTo>
                  <a:lnTo>
                    <a:pt x="862" y="617"/>
                  </a:lnTo>
                  <a:lnTo>
                    <a:pt x="847" y="620"/>
                  </a:lnTo>
                  <a:lnTo>
                    <a:pt x="838" y="620"/>
                  </a:lnTo>
                  <a:lnTo>
                    <a:pt x="826" y="619"/>
                  </a:lnTo>
                  <a:lnTo>
                    <a:pt x="808" y="615"/>
                  </a:lnTo>
                  <a:lnTo>
                    <a:pt x="799" y="614"/>
                  </a:lnTo>
                  <a:lnTo>
                    <a:pt x="790" y="614"/>
                  </a:lnTo>
                  <a:lnTo>
                    <a:pt x="763" y="613"/>
                  </a:lnTo>
                  <a:lnTo>
                    <a:pt x="705" y="622"/>
                  </a:lnTo>
                  <a:lnTo>
                    <a:pt x="666" y="628"/>
                  </a:lnTo>
                  <a:lnTo>
                    <a:pt x="406" y="668"/>
                  </a:lnTo>
                  <a:lnTo>
                    <a:pt x="296" y="708"/>
                  </a:lnTo>
                  <a:lnTo>
                    <a:pt x="257" y="761"/>
                  </a:lnTo>
                  <a:lnTo>
                    <a:pt x="236" y="779"/>
                  </a:lnTo>
                  <a:lnTo>
                    <a:pt x="192" y="788"/>
                  </a:lnTo>
                  <a:lnTo>
                    <a:pt x="138" y="801"/>
                  </a:lnTo>
                  <a:lnTo>
                    <a:pt x="108" y="798"/>
                  </a:lnTo>
                  <a:lnTo>
                    <a:pt x="77" y="780"/>
                  </a:lnTo>
                  <a:lnTo>
                    <a:pt x="68" y="772"/>
                  </a:lnTo>
                  <a:lnTo>
                    <a:pt x="61" y="766"/>
                  </a:lnTo>
                  <a:lnTo>
                    <a:pt x="52" y="761"/>
                  </a:lnTo>
                  <a:lnTo>
                    <a:pt x="29" y="741"/>
                  </a:lnTo>
                  <a:lnTo>
                    <a:pt x="7" y="703"/>
                  </a:lnTo>
                  <a:lnTo>
                    <a:pt x="0" y="674"/>
                  </a:lnTo>
                  <a:lnTo>
                    <a:pt x="0" y="627"/>
                  </a:lnTo>
                  <a:lnTo>
                    <a:pt x="5" y="614"/>
                  </a:lnTo>
                  <a:lnTo>
                    <a:pt x="11" y="589"/>
                  </a:lnTo>
                  <a:lnTo>
                    <a:pt x="14" y="582"/>
                  </a:lnTo>
                  <a:lnTo>
                    <a:pt x="17" y="568"/>
                  </a:lnTo>
                  <a:lnTo>
                    <a:pt x="20" y="562"/>
                  </a:lnTo>
                  <a:lnTo>
                    <a:pt x="25" y="556"/>
                  </a:lnTo>
                  <a:lnTo>
                    <a:pt x="34" y="538"/>
                  </a:lnTo>
                  <a:lnTo>
                    <a:pt x="36" y="532"/>
                  </a:lnTo>
                  <a:lnTo>
                    <a:pt x="37" y="524"/>
                  </a:lnTo>
                  <a:lnTo>
                    <a:pt x="38" y="517"/>
                  </a:lnTo>
                  <a:lnTo>
                    <a:pt x="38" y="510"/>
                  </a:lnTo>
                  <a:lnTo>
                    <a:pt x="38" y="501"/>
                  </a:lnTo>
                  <a:lnTo>
                    <a:pt x="37" y="495"/>
                  </a:lnTo>
                  <a:lnTo>
                    <a:pt x="35" y="487"/>
                  </a:lnTo>
                  <a:lnTo>
                    <a:pt x="33" y="480"/>
                  </a:lnTo>
                  <a:lnTo>
                    <a:pt x="32" y="474"/>
                  </a:lnTo>
                  <a:lnTo>
                    <a:pt x="30" y="463"/>
                  </a:lnTo>
                  <a:lnTo>
                    <a:pt x="29" y="457"/>
                  </a:lnTo>
                  <a:lnTo>
                    <a:pt x="29" y="450"/>
                  </a:lnTo>
                  <a:lnTo>
                    <a:pt x="28" y="429"/>
                  </a:lnTo>
                  <a:lnTo>
                    <a:pt x="30" y="397"/>
                  </a:lnTo>
                  <a:lnTo>
                    <a:pt x="37" y="378"/>
                  </a:lnTo>
                  <a:lnTo>
                    <a:pt x="58" y="361"/>
                  </a:lnTo>
                  <a:lnTo>
                    <a:pt x="94" y="352"/>
                  </a:lnTo>
                  <a:lnTo>
                    <a:pt x="128" y="356"/>
                  </a:lnTo>
                  <a:lnTo>
                    <a:pt x="154" y="367"/>
                  </a:lnTo>
                  <a:lnTo>
                    <a:pt x="171" y="383"/>
                  </a:lnTo>
                  <a:lnTo>
                    <a:pt x="176" y="394"/>
                  </a:lnTo>
                  <a:lnTo>
                    <a:pt x="199" y="470"/>
                  </a:lnTo>
                  <a:lnTo>
                    <a:pt x="224" y="563"/>
                  </a:lnTo>
                  <a:lnTo>
                    <a:pt x="244" y="601"/>
                  </a:lnTo>
                  <a:lnTo>
                    <a:pt x="281" y="625"/>
                  </a:lnTo>
                  <a:lnTo>
                    <a:pt x="306" y="629"/>
                  </a:lnTo>
                  <a:lnTo>
                    <a:pt x="366" y="621"/>
                  </a:lnTo>
                  <a:lnTo>
                    <a:pt x="389" y="619"/>
                  </a:lnTo>
                  <a:lnTo>
                    <a:pt x="400" y="612"/>
                  </a:lnTo>
                  <a:lnTo>
                    <a:pt x="407" y="600"/>
                  </a:lnTo>
                  <a:lnTo>
                    <a:pt x="445" y="559"/>
                  </a:lnTo>
                  <a:lnTo>
                    <a:pt x="558" y="435"/>
                  </a:lnTo>
                  <a:lnTo>
                    <a:pt x="559" y="422"/>
                  </a:lnTo>
                  <a:lnTo>
                    <a:pt x="563" y="392"/>
                  </a:lnTo>
                  <a:lnTo>
                    <a:pt x="564" y="384"/>
                  </a:lnTo>
                  <a:lnTo>
                    <a:pt x="703" y="282"/>
                  </a:lnTo>
                  <a:lnTo>
                    <a:pt x="949" y="132"/>
                  </a:lnTo>
                  <a:lnTo>
                    <a:pt x="965" y="122"/>
                  </a:lnTo>
                  <a:lnTo>
                    <a:pt x="1007" y="113"/>
                  </a:lnTo>
                  <a:lnTo>
                    <a:pt x="1016" y="113"/>
                  </a:lnTo>
                  <a:lnTo>
                    <a:pt x="1129" y="97"/>
                  </a:lnTo>
                  <a:lnTo>
                    <a:pt x="1278" y="97"/>
                  </a:lnTo>
                  <a:lnTo>
                    <a:pt x="1284" y="92"/>
                  </a:lnTo>
                  <a:lnTo>
                    <a:pt x="1291" y="85"/>
                  </a:lnTo>
                  <a:lnTo>
                    <a:pt x="1296" y="79"/>
                  </a:lnTo>
                  <a:lnTo>
                    <a:pt x="1299" y="73"/>
                  </a:lnTo>
                  <a:lnTo>
                    <a:pt x="1304" y="65"/>
                  </a:lnTo>
                  <a:lnTo>
                    <a:pt x="1311" y="48"/>
                  </a:lnTo>
                  <a:lnTo>
                    <a:pt x="1318" y="30"/>
                  </a:lnTo>
                  <a:lnTo>
                    <a:pt x="1329" y="12"/>
                  </a:lnTo>
                  <a:lnTo>
                    <a:pt x="1359" y="0"/>
                  </a:lnTo>
                  <a:lnTo>
                    <a:pt x="1387" y="17"/>
                  </a:lnTo>
                  <a:lnTo>
                    <a:pt x="1408" y="31"/>
                  </a:lnTo>
                  <a:lnTo>
                    <a:pt x="1450" y="63"/>
                  </a:lnTo>
                  <a:lnTo>
                    <a:pt x="1492" y="92"/>
                  </a:lnTo>
                  <a:lnTo>
                    <a:pt x="1497" y="95"/>
                  </a:lnTo>
                  <a:lnTo>
                    <a:pt x="1508" y="99"/>
                  </a:lnTo>
                  <a:lnTo>
                    <a:pt x="1513" y="102"/>
                  </a:lnTo>
                  <a:lnTo>
                    <a:pt x="1518" y="105"/>
                  </a:lnTo>
                  <a:lnTo>
                    <a:pt x="1524" y="110"/>
                  </a:lnTo>
                  <a:lnTo>
                    <a:pt x="1534" y="121"/>
                  </a:lnTo>
                  <a:lnTo>
                    <a:pt x="1541" y="128"/>
                  </a:lnTo>
                  <a:lnTo>
                    <a:pt x="1547" y="132"/>
                  </a:lnTo>
                  <a:lnTo>
                    <a:pt x="1554" y="135"/>
                  </a:lnTo>
                  <a:lnTo>
                    <a:pt x="1562" y="138"/>
                  </a:lnTo>
                  <a:lnTo>
                    <a:pt x="1608" y="152"/>
                  </a:lnTo>
                  <a:lnTo>
                    <a:pt x="1616" y="155"/>
                  </a:lnTo>
                  <a:lnTo>
                    <a:pt x="1635" y="166"/>
                  </a:lnTo>
                  <a:lnTo>
                    <a:pt x="1646" y="186"/>
                  </a:lnTo>
                  <a:lnTo>
                    <a:pt x="1644" y="217"/>
                  </a:lnTo>
                  <a:lnTo>
                    <a:pt x="1637" y="234"/>
                  </a:lnTo>
                  <a:lnTo>
                    <a:pt x="1625" y="241"/>
                  </a:lnTo>
                  <a:lnTo>
                    <a:pt x="1535" y="259"/>
                  </a:lnTo>
                  <a:lnTo>
                    <a:pt x="1528" y="259"/>
                  </a:lnTo>
                  <a:lnTo>
                    <a:pt x="1461" y="264"/>
                  </a:lnTo>
                  <a:lnTo>
                    <a:pt x="1347" y="309"/>
                  </a:lnTo>
                  <a:lnTo>
                    <a:pt x="1339" y="314"/>
                  </a:lnTo>
                  <a:lnTo>
                    <a:pt x="1332" y="320"/>
                  </a:lnTo>
                  <a:lnTo>
                    <a:pt x="1300" y="341"/>
                  </a:lnTo>
                  <a:lnTo>
                    <a:pt x="1259" y="369"/>
                  </a:lnTo>
                  <a:lnTo>
                    <a:pt x="1152" y="453"/>
                  </a:lnTo>
                  <a:lnTo>
                    <a:pt x="1144" y="460"/>
                  </a:lnTo>
                  <a:lnTo>
                    <a:pt x="1138" y="465"/>
                  </a:lnTo>
                  <a:lnTo>
                    <a:pt x="1131" y="470"/>
                  </a:lnTo>
                  <a:lnTo>
                    <a:pt x="1119" y="480"/>
                  </a:lnTo>
                  <a:lnTo>
                    <a:pt x="1113" y="484"/>
                  </a:lnTo>
                  <a:lnTo>
                    <a:pt x="1091" y="502"/>
                  </a:lnTo>
                  <a:lnTo>
                    <a:pt x="1086" y="506"/>
                  </a:lnTo>
                  <a:lnTo>
                    <a:pt x="1082" y="509"/>
                  </a:lnTo>
                  <a:lnTo>
                    <a:pt x="1078" y="512"/>
                  </a:lnTo>
                  <a:lnTo>
                    <a:pt x="1057" y="528"/>
                  </a:lnTo>
                  <a:lnTo>
                    <a:pt x="1051" y="533"/>
                  </a:lnTo>
                  <a:lnTo>
                    <a:pt x="1030" y="549"/>
                  </a:lnTo>
                  <a:lnTo>
                    <a:pt x="919" y="61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l1120"/>
            <p:cNvSpPr/>
            <p:nvPr/>
          </p:nvSpPr>
          <p:spPr>
            <a:xfrm>
              <a:off x="4560045" y="5768090"/>
              <a:ext cx="845" cy="532"/>
            </a:xfrm>
            <a:custGeom>
              <a:avLst/>
              <a:pathLst>
                <a:path w="845" h="532">
                  <a:moveTo>
                    <a:pt x="194" y="10"/>
                  </a:moveTo>
                  <a:lnTo>
                    <a:pt x="198" y="21"/>
                  </a:lnTo>
                  <a:lnTo>
                    <a:pt x="538" y="58"/>
                  </a:lnTo>
                  <a:lnTo>
                    <a:pt x="621" y="106"/>
                  </a:lnTo>
                  <a:lnTo>
                    <a:pt x="648" y="122"/>
                  </a:lnTo>
                  <a:lnTo>
                    <a:pt x="745" y="179"/>
                  </a:lnTo>
                  <a:lnTo>
                    <a:pt x="755" y="185"/>
                  </a:lnTo>
                  <a:lnTo>
                    <a:pt x="761" y="191"/>
                  </a:lnTo>
                  <a:lnTo>
                    <a:pt x="781" y="207"/>
                  </a:lnTo>
                  <a:lnTo>
                    <a:pt x="787" y="213"/>
                  </a:lnTo>
                  <a:lnTo>
                    <a:pt x="803" y="249"/>
                  </a:lnTo>
                  <a:lnTo>
                    <a:pt x="845" y="423"/>
                  </a:lnTo>
                  <a:lnTo>
                    <a:pt x="842" y="439"/>
                  </a:lnTo>
                  <a:lnTo>
                    <a:pt x="837" y="449"/>
                  </a:lnTo>
                  <a:lnTo>
                    <a:pt x="829" y="447"/>
                  </a:lnTo>
                  <a:lnTo>
                    <a:pt x="817" y="443"/>
                  </a:lnTo>
                  <a:lnTo>
                    <a:pt x="809" y="444"/>
                  </a:lnTo>
                  <a:lnTo>
                    <a:pt x="794" y="444"/>
                  </a:lnTo>
                  <a:lnTo>
                    <a:pt x="787" y="435"/>
                  </a:lnTo>
                  <a:lnTo>
                    <a:pt x="786" y="424"/>
                  </a:lnTo>
                  <a:lnTo>
                    <a:pt x="783" y="418"/>
                  </a:lnTo>
                  <a:lnTo>
                    <a:pt x="778" y="406"/>
                  </a:lnTo>
                  <a:lnTo>
                    <a:pt x="772" y="400"/>
                  </a:lnTo>
                  <a:lnTo>
                    <a:pt x="757" y="394"/>
                  </a:lnTo>
                  <a:lnTo>
                    <a:pt x="747" y="389"/>
                  </a:lnTo>
                  <a:lnTo>
                    <a:pt x="730" y="381"/>
                  </a:lnTo>
                  <a:lnTo>
                    <a:pt x="713" y="380"/>
                  </a:lnTo>
                  <a:lnTo>
                    <a:pt x="703" y="373"/>
                  </a:lnTo>
                  <a:lnTo>
                    <a:pt x="658" y="328"/>
                  </a:lnTo>
                  <a:lnTo>
                    <a:pt x="468" y="452"/>
                  </a:lnTo>
                  <a:lnTo>
                    <a:pt x="456" y="474"/>
                  </a:lnTo>
                  <a:lnTo>
                    <a:pt x="450" y="485"/>
                  </a:lnTo>
                  <a:lnTo>
                    <a:pt x="440" y="489"/>
                  </a:lnTo>
                  <a:lnTo>
                    <a:pt x="428" y="486"/>
                  </a:lnTo>
                  <a:lnTo>
                    <a:pt x="422" y="480"/>
                  </a:lnTo>
                  <a:lnTo>
                    <a:pt x="415" y="480"/>
                  </a:lnTo>
                  <a:lnTo>
                    <a:pt x="394" y="487"/>
                  </a:lnTo>
                  <a:lnTo>
                    <a:pt x="384" y="493"/>
                  </a:lnTo>
                  <a:lnTo>
                    <a:pt x="374" y="495"/>
                  </a:lnTo>
                  <a:lnTo>
                    <a:pt x="355" y="488"/>
                  </a:lnTo>
                  <a:lnTo>
                    <a:pt x="343" y="487"/>
                  </a:lnTo>
                  <a:lnTo>
                    <a:pt x="322" y="500"/>
                  </a:lnTo>
                  <a:lnTo>
                    <a:pt x="300" y="509"/>
                  </a:lnTo>
                  <a:lnTo>
                    <a:pt x="273" y="532"/>
                  </a:lnTo>
                  <a:lnTo>
                    <a:pt x="253" y="522"/>
                  </a:lnTo>
                  <a:lnTo>
                    <a:pt x="241" y="522"/>
                  </a:lnTo>
                  <a:lnTo>
                    <a:pt x="230" y="523"/>
                  </a:lnTo>
                  <a:lnTo>
                    <a:pt x="215" y="477"/>
                  </a:lnTo>
                  <a:lnTo>
                    <a:pt x="165" y="310"/>
                  </a:lnTo>
                  <a:lnTo>
                    <a:pt x="125" y="248"/>
                  </a:lnTo>
                  <a:lnTo>
                    <a:pt x="100" y="210"/>
                  </a:lnTo>
                  <a:lnTo>
                    <a:pt x="43" y="121"/>
                  </a:lnTo>
                  <a:lnTo>
                    <a:pt x="30" y="91"/>
                  </a:lnTo>
                  <a:lnTo>
                    <a:pt x="28" y="79"/>
                  </a:lnTo>
                  <a:lnTo>
                    <a:pt x="26" y="66"/>
                  </a:lnTo>
                  <a:lnTo>
                    <a:pt x="19" y="48"/>
                  </a:lnTo>
                  <a:lnTo>
                    <a:pt x="5" y="31"/>
                  </a:lnTo>
                  <a:lnTo>
                    <a:pt x="0" y="9"/>
                  </a:lnTo>
                  <a:lnTo>
                    <a:pt x="5" y="0"/>
                  </a:lnTo>
                  <a:lnTo>
                    <a:pt x="14" y="0"/>
                  </a:lnTo>
                  <a:lnTo>
                    <a:pt x="171" y="16"/>
                  </a:lnTo>
                  <a:lnTo>
                    <a:pt x="177" y="10"/>
                  </a:lnTo>
                  <a:lnTo>
                    <a:pt x="186" y="9"/>
                  </a:lnTo>
                  <a:lnTo>
                    <a:pt x="194" y="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l1121"/>
            <p:cNvSpPr/>
            <p:nvPr/>
          </p:nvSpPr>
          <p:spPr>
            <a:xfrm>
              <a:off x="4558846" y="5767773"/>
              <a:ext cx="511" cy="526"/>
            </a:xfrm>
            <a:custGeom>
              <a:avLst/>
              <a:pathLst>
                <a:path w="511" h="526">
                  <a:moveTo>
                    <a:pt x="374" y="216"/>
                  </a:moveTo>
                  <a:lnTo>
                    <a:pt x="394" y="287"/>
                  </a:lnTo>
                  <a:lnTo>
                    <a:pt x="406" y="307"/>
                  </a:lnTo>
                  <a:lnTo>
                    <a:pt x="413" y="309"/>
                  </a:lnTo>
                  <a:lnTo>
                    <a:pt x="420" y="306"/>
                  </a:lnTo>
                  <a:lnTo>
                    <a:pt x="426" y="302"/>
                  </a:lnTo>
                  <a:lnTo>
                    <a:pt x="436" y="309"/>
                  </a:lnTo>
                  <a:lnTo>
                    <a:pt x="441" y="315"/>
                  </a:lnTo>
                  <a:lnTo>
                    <a:pt x="451" y="328"/>
                  </a:lnTo>
                  <a:lnTo>
                    <a:pt x="474" y="360"/>
                  </a:lnTo>
                  <a:lnTo>
                    <a:pt x="497" y="400"/>
                  </a:lnTo>
                  <a:lnTo>
                    <a:pt x="511" y="470"/>
                  </a:lnTo>
                  <a:lnTo>
                    <a:pt x="500" y="526"/>
                  </a:lnTo>
                  <a:lnTo>
                    <a:pt x="466" y="518"/>
                  </a:lnTo>
                  <a:lnTo>
                    <a:pt x="344" y="491"/>
                  </a:lnTo>
                  <a:lnTo>
                    <a:pt x="336" y="485"/>
                  </a:lnTo>
                  <a:lnTo>
                    <a:pt x="331" y="478"/>
                  </a:lnTo>
                  <a:lnTo>
                    <a:pt x="322" y="467"/>
                  </a:lnTo>
                  <a:lnTo>
                    <a:pt x="311" y="456"/>
                  </a:lnTo>
                  <a:lnTo>
                    <a:pt x="305" y="449"/>
                  </a:lnTo>
                  <a:lnTo>
                    <a:pt x="307" y="418"/>
                  </a:lnTo>
                  <a:lnTo>
                    <a:pt x="311" y="412"/>
                  </a:lnTo>
                  <a:lnTo>
                    <a:pt x="311" y="400"/>
                  </a:lnTo>
                  <a:lnTo>
                    <a:pt x="310" y="385"/>
                  </a:lnTo>
                  <a:lnTo>
                    <a:pt x="309" y="379"/>
                  </a:lnTo>
                  <a:lnTo>
                    <a:pt x="288" y="308"/>
                  </a:lnTo>
                  <a:lnTo>
                    <a:pt x="268" y="288"/>
                  </a:lnTo>
                  <a:lnTo>
                    <a:pt x="150" y="226"/>
                  </a:lnTo>
                  <a:lnTo>
                    <a:pt x="124" y="205"/>
                  </a:lnTo>
                  <a:lnTo>
                    <a:pt x="112" y="199"/>
                  </a:lnTo>
                  <a:lnTo>
                    <a:pt x="96" y="198"/>
                  </a:lnTo>
                  <a:lnTo>
                    <a:pt x="28" y="217"/>
                  </a:lnTo>
                  <a:lnTo>
                    <a:pt x="17" y="208"/>
                  </a:lnTo>
                  <a:lnTo>
                    <a:pt x="7" y="199"/>
                  </a:lnTo>
                  <a:lnTo>
                    <a:pt x="0" y="194"/>
                  </a:lnTo>
                  <a:lnTo>
                    <a:pt x="1" y="176"/>
                  </a:lnTo>
                  <a:lnTo>
                    <a:pt x="12" y="157"/>
                  </a:lnTo>
                  <a:lnTo>
                    <a:pt x="30" y="124"/>
                  </a:lnTo>
                  <a:lnTo>
                    <a:pt x="42" y="104"/>
                  </a:lnTo>
                  <a:lnTo>
                    <a:pt x="52" y="85"/>
                  </a:lnTo>
                  <a:lnTo>
                    <a:pt x="72" y="78"/>
                  </a:lnTo>
                  <a:lnTo>
                    <a:pt x="305" y="0"/>
                  </a:lnTo>
                  <a:lnTo>
                    <a:pt x="313" y="2"/>
                  </a:lnTo>
                  <a:lnTo>
                    <a:pt x="315" y="9"/>
                  </a:lnTo>
                  <a:lnTo>
                    <a:pt x="353" y="48"/>
                  </a:lnTo>
                  <a:lnTo>
                    <a:pt x="355" y="60"/>
                  </a:lnTo>
                  <a:lnTo>
                    <a:pt x="347" y="99"/>
                  </a:lnTo>
                  <a:lnTo>
                    <a:pt x="372" y="145"/>
                  </a:lnTo>
                  <a:lnTo>
                    <a:pt x="378" y="162"/>
                  </a:lnTo>
                  <a:lnTo>
                    <a:pt x="374" y="21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l1122"/>
            <p:cNvSpPr/>
            <p:nvPr/>
          </p:nvSpPr>
          <p:spPr>
            <a:xfrm>
              <a:off x="4560772" y="5767444"/>
              <a:ext cx="389" cy="266"/>
            </a:xfrm>
            <a:custGeom>
              <a:avLst/>
              <a:pathLst>
                <a:path w="389" h="266">
                  <a:moveTo>
                    <a:pt x="335" y="261"/>
                  </a:moveTo>
                  <a:lnTo>
                    <a:pt x="302" y="266"/>
                  </a:lnTo>
                  <a:lnTo>
                    <a:pt x="270" y="259"/>
                  </a:lnTo>
                  <a:lnTo>
                    <a:pt x="23" y="162"/>
                  </a:lnTo>
                  <a:lnTo>
                    <a:pt x="1" y="99"/>
                  </a:lnTo>
                  <a:lnTo>
                    <a:pt x="0" y="61"/>
                  </a:lnTo>
                  <a:lnTo>
                    <a:pt x="10" y="13"/>
                  </a:lnTo>
                  <a:lnTo>
                    <a:pt x="14" y="7"/>
                  </a:lnTo>
                  <a:lnTo>
                    <a:pt x="25" y="0"/>
                  </a:lnTo>
                  <a:lnTo>
                    <a:pt x="341" y="0"/>
                  </a:lnTo>
                  <a:lnTo>
                    <a:pt x="358" y="2"/>
                  </a:lnTo>
                  <a:lnTo>
                    <a:pt x="368" y="6"/>
                  </a:lnTo>
                  <a:lnTo>
                    <a:pt x="376" y="16"/>
                  </a:lnTo>
                  <a:lnTo>
                    <a:pt x="379" y="27"/>
                  </a:lnTo>
                  <a:lnTo>
                    <a:pt x="389" y="181"/>
                  </a:lnTo>
                  <a:lnTo>
                    <a:pt x="351" y="246"/>
                  </a:lnTo>
                  <a:lnTo>
                    <a:pt x="335" y="26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l1123"/>
            <p:cNvSpPr/>
            <p:nvPr/>
          </p:nvSpPr>
          <p:spPr>
            <a:xfrm>
              <a:off x="4558185" y="5766787"/>
              <a:ext cx="360" cy="890"/>
            </a:xfrm>
            <a:custGeom>
              <a:avLst/>
              <a:pathLst>
                <a:path w="360" h="890">
                  <a:moveTo>
                    <a:pt x="243" y="885"/>
                  </a:moveTo>
                  <a:lnTo>
                    <a:pt x="224" y="890"/>
                  </a:lnTo>
                  <a:lnTo>
                    <a:pt x="220" y="886"/>
                  </a:lnTo>
                  <a:lnTo>
                    <a:pt x="222" y="877"/>
                  </a:lnTo>
                  <a:lnTo>
                    <a:pt x="218" y="869"/>
                  </a:lnTo>
                  <a:lnTo>
                    <a:pt x="217" y="859"/>
                  </a:lnTo>
                  <a:lnTo>
                    <a:pt x="207" y="851"/>
                  </a:lnTo>
                  <a:lnTo>
                    <a:pt x="202" y="841"/>
                  </a:lnTo>
                  <a:lnTo>
                    <a:pt x="194" y="832"/>
                  </a:lnTo>
                  <a:lnTo>
                    <a:pt x="181" y="830"/>
                  </a:lnTo>
                  <a:lnTo>
                    <a:pt x="179" y="822"/>
                  </a:lnTo>
                  <a:lnTo>
                    <a:pt x="171" y="818"/>
                  </a:lnTo>
                  <a:lnTo>
                    <a:pt x="141" y="808"/>
                  </a:lnTo>
                  <a:lnTo>
                    <a:pt x="128" y="792"/>
                  </a:lnTo>
                  <a:lnTo>
                    <a:pt x="124" y="780"/>
                  </a:lnTo>
                  <a:lnTo>
                    <a:pt x="117" y="755"/>
                  </a:lnTo>
                  <a:lnTo>
                    <a:pt x="109" y="741"/>
                  </a:lnTo>
                  <a:lnTo>
                    <a:pt x="106" y="733"/>
                  </a:lnTo>
                  <a:lnTo>
                    <a:pt x="97" y="686"/>
                  </a:lnTo>
                  <a:lnTo>
                    <a:pt x="95" y="677"/>
                  </a:lnTo>
                  <a:lnTo>
                    <a:pt x="90" y="653"/>
                  </a:lnTo>
                  <a:lnTo>
                    <a:pt x="94" y="648"/>
                  </a:lnTo>
                  <a:lnTo>
                    <a:pt x="99" y="638"/>
                  </a:lnTo>
                  <a:lnTo>
                    <a:pt x="98" y="629"/>
                  </a:lnTo>
                  <a:lnTo>
                    <a:pt x="96" y="615"/>
                  </a:lnTo>
                  <a:lnTo>
                    <a:pt x="101" y="604"/>
                  </a:lnTo>
                  <a:lnTo>
                    <a:pt x="96" y="591"/>
                  </a:lnTo>
                  <a:lnTo>
                    <a:pt x="93" y="579"/>
                  </a:lnTo>
                  <a:lnTo>
                    <a:pt x="76" y="544"/>
                  </a:lnTo>
                  <a:lnTo>
                    <a:pt x="72" y="518"/>
                  </a:lnTo>
                  <a:lnTo>
                    <a:pt x="62" y="486"/>
                  </a:lnTo>
                  <a:lnTo>
                    <a:pt x="58" y="477"/>
                  </a:lnTo>
                  <a:lnTo>
                    <a:pt x="52" y="459"/>
                  </a:lnTo>
                  <a:lnTo>
                    <a:pt x="45" y="448"/>
                  </a:lnTo>
                  <a:lnTo>
                    <a:pt x="32" y="420"/>
                  </a:lnTo>
                  <a:lnTo>
                    <a:pt x="12" y="275"/>
                  </a:lnTo>
                  <a:lnTo>
                    <a:pt x="15" y="263"/>
                  </a:lnTo>
                  <a:lnTo>
                    <a:pt x="10" y="255"/>
                  </a:lnTo>
                  <a:lnTo>
                    <a:pt x="18" y="239"/>
                  </a:lnTo>
                  <a:lnTo>
                    <a:pt x="19" y="227"/>
                  </a:lnTo>
                  <a:lnTo>
                    <a:pt x="19" y="203"/>
                  </a:lnTo>
                  <a:lnTo>
                    <a:pt x="10" y="171"/>
                  </a:lnTo>
                  <a:lnTo>
                    <a:pt x="0" y="132"/>
                  </a:lnTo>
                  <a:lnTo>
                    <a:pt x="8" y="113"/>
                  </a:lnTo>
                  <a:lnTo>
                    <a:pt x="9" y="106"/>
                  </a:lnTo>
                  <a:lnTo>
                    <a:pt x="27" y="57"/>
                  </a:lnTo>
                  <a:lnTo>
                    <a:pt x="32" y="40"/>
                  </a:lnTo>
                  <a:lnTo>
                    <a:pt x="61" y="13"/>
                  </a:lnTo>
                  <a:lnTo>
                    <a:pt x="66" y="12"/>
                  </a:lnTo>
                  <a:lnTo>
                    <a:pt x="75" y="0"/>
                  </a:lnTo>
                  <a:lnTo>
                    <a:pt x="88" y="3"/>
                  </a:lnTo>
                  <a:lnTo>
                    <a:pt x="119" y="37"/>
                  </a:lnTo>
                  <a:lnTo>
                    <a:pt x="179" y="170"/>
                  </a:lnTo>
                  <a:lnTo>
                    <a:pt x="182" y="179"/>
                  </a:lnTo>
                  <a:lnTo>
                    <a:pt x="218" y="304"/>
                  </a:lnTo>
                  <a:lnTo>
                    <a:pt x="220" y="318"/>
                  </a:lnTo>
                  <a:lnTo>
                    <a:pt x="221" y="332"/>
                  </a:lnTo>
                  <a:lnTo>
                    <a:pt x="218" y="355"/>
                  </a:lnTo>
                  <a:lnTo>
                    <a:pt x="218" y="382"/>
                  </a:lnTo>
                  <a:lnTo>
                    <a:pt x="203" y="557"/>
                  </a:lnTo>
                  <a:lnTo>
                    <a:pt x="254" y="640"/>
                  </a:lnTo>
                  <a:lnTo>
                    <a:pt x="310" y="729"/>
                  </a:lnTo>
                  <a:lnTo>
                    <a:pt x="330" y="732"/>
                  </a:lnTo>
                  <a:lnTo>
                    <a:pt x="360" y="761"/>
                  </a:lnTo>
                  <a:lnTo>
                    <a:pt x="357" y="775"/>
                  </a:lnTo>
                  <a:lnTo>
                    <a:pt x="337" y="823"/>
                  </a:lnTo>
                  <a:lnTo>
                    <a:pt x="320" y="840"/>
                  </a:lnTo>
                  <a:lnTo>
                    <a:pt x="301" y="851"/>
                  </a:lnTo>
                  <a:lnTo>
                    <a:pt x="243" y="88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l1124"/>
            <p:cNvSpPr/>
            <p:nvPr/>
          </p:nvSpPr>
          <p:spPr>
            <a:xfrm>
              <a:off x="4562437" y="5766087"/>
              <a:ext cx="419" cy="261"/>
            </a:xfrm>
            <a:custGeom>
              <a:avLst/>
              <a:pathLst>
                <a:path w="419" h="261">
                  <a:moveTo>
                    <a:pt x="408" y="104"/>
                  </a:moveTo>
                  <a:lnTo>
                    <a:pt x="391" y="122"/>
                  </a:lnTo>
                  <a:lnTo>
                    <a:pt x="370" y="138"/>
                  </a:lnTo>
                  <a:lnTo>
                    <a:pt x="354" y="144"/>
                  </a:lnTo>
                  <a:lnTo>
                    <a:pt x="337" y="145"/>
                  </a:lnTo>
                  <a:lnTo>
                    <a:pt x="323" y="142"/>
                  </a:lnTo>
                  <a:lnTo>
                    <a:pt x="318" y="144"/>
                  </a:lnTo>
                  <a:lnTo>
                    <a:pt x="312" y="148"/>
                  </a:lnTo>
                  <a:lnTo>
                    <a:pt x="305" y="153"/>
                  </a:lnTo>
                  <a:lnTo>
                    <a:pt x="300" y="165"/>
                  </a:lnTo>
                  <a:lnTo>
                    <a:pt x="295" y="184"/>
                  </a:lnTo>
                  <a:lnTo>
                    <a:pt x="290" y="192"/>
                  </a:lnTo>
                  <a:lnTo>
                    <a:pt x="279" y="197"/>
                  </a:lnTo>
                  <a:lnTo>
                    <a:pt x="267" y="200"/>
                  </a:lnTo>
                  <a:lnTo>
                    <a:pt x="251" y="201"/>
                  </a:lnTo>
                  <a:lnTo>
                    <a:pt x="239" y="205"/>
                  </a:lnTo>
                  <a:lnTo>
                    <a:pt x="223" y="204"/>
                  </a:lnTo>
                  <a:lnTo>
                    <a:pt x="207" y="204"/>
                  </a:lnTo>
                  <a:lnTo>
                    <a:pt x="190" y="205"/>
                  </a:lnTo>
                  <a:lnTo>
                    <a:pt x="180" y="205"/>
                  </a:lnTo>
                  <a:lnTo>
                    <a:pt x="171" y="203"/>
                  </a:lnTo>
                  <a:lnTo>
                    <a:pt x="161" y="198"/>
                  </a:lnTo>
                  <a:lnTo>
                    <a:pt x="151" y="194"/>
                  </a:lnTo>
                  <a:lnTo>
                    <a:pt x="143" y="195"/>
                  </a:lnTo>
                  <a:lnTo>
                    <a:pt x="134" y="202"/>
                  </a:lnTo>
                  <a:lnTo>
                    <a:pt x="116" y="215"/>
                  </a:lnTo>
                  <a:lnTo>
                    <a:pt x="105" y="228"/>
                  </a:lnTo>
                  <a:lnTo>
                    <a:pt x="100" y="237"/>
                  </a:lnTo>
                  <a:lnTo>
                    <a:pt x="85" y="247"/>
                  </a:lnTo>
                  <a:lnTo>
                    <a:pt x="68" y="252"/>
                  </a:lnTo>
                  <a:lnTo>
                    <a:pt x="48" y="255"/>
                  </a:lnTo>
                  <a:lnTo>
                    <a:pt x="33" y="260"/>
                  </a:lnTo>
                  <a:lnTo>
                    <a:pt x="20" y="261"/>
                  </a:lnTo>
                  <a:lnTo>
                    <a:pt x="14" y="256"/>
                  </a:lnTo>
                  <a:lnTo>
                    <a:pt x="5" y="246"/>
                  </a:lnTo>
                  <a:lnTo>
                    <a:pt x="0" y="234"/>
                  </a:lnTo>
                  <a:lnTo>
                    <a:pt x="1" y="217"/>
                  </a:lnTo>
                  <a:lnTo>
                    <a:pt x="17" y="189"/>
                  </a:lnTo>
                  <a:lnTo>
                    <a:pt x="36" y="170"/>
                  </a:lnTo>
                  <a:lnTo>
                    <a:pt x="59" y="149"/>
                  </a:lnTo>
                  <a:lnTo>
                    <a:pt x="78" y="121"/>
                  </a:lnTo>
                  <a:lnTo>
                    <a:pt x="91" y="109"/>
                  </a:lnTo>
                  <a:lnTo>
                    <a:pt x="103" y="99"/>
                  </a:lnTo>
                  <a:lnTo>
                    <a:pt x="123" y="89"/>
                  </a:lnTo>
                  <a:lnTo>
                    <a:pt x="149" y="84"/>
                  </a:lnTo>
                  <a:lnTo>
                    <a:pt x="179" y="88"/>
                  </a:lnTo>
                  <a:lnTo>
                    <a:pt x="186" y="93"/>
                  </a:lnTo>
                  <a:lnTo>
                    <a:pt x="197" y="93"/>
                  </a:lnTo>
                  <a:lnTo>
                    <a:pt x="209" y="90"/>
                  </a:lnTo>
                  <a:lnTo>
                    <a:pt x="214" y="88"/>
                  </a:lnTo>
                  <a:lnTo>
                    <a:pt x="218" y="83"/>
                  </a:lnTo>
                  <a:lnTo>
                    <a:pt x="223" y="73"/>
                  </a:lnTo>
                  <a:lnTo>
                    <a:pt x="231" y="64"/>
                  </a:lnTo>
                  <a:lnTo>
                    <a:pt x="243" y="54"/>
                  </a:lnTo>
                  <a:lnTo>
                    <a:pt x="264" y="46"/>
                  </a:lnTo>
                  <a:lnTo>
                    <a:pt x="287" y="43"/>
                  </a:lnTo>
                  <a:lnTo>
                    <a:pt x="300" y="42"/>
                  </a:lnTo>
                  <a:lnTo>
                    <a:pt x="306" y="38"/>
                  </a:lnTo>
                  <a:lnTo>
                    <a:pt x="310" y="35"/>
                  </a:lnTo>
                  <a:lnTo>
                    <a:pt x="321" y="16"/>
                  </a:lnTo>
                  <a:lnTo>
                    <a:pt x="339" y="3"/>
                  </a:lnTo>
                  <a:lnTo>
                    <a:pt x="368" y="0"/>
                  </a:lnTo>
                  <a:lnTo>
                    <a:pt x="384" y="2"/>
                  </a:lnTo>
                  <a:lnTo>
                    <a:pt x="395" y="6"/>
                  </a:lnTo>
                  <a:lnTo>
                    <a:pt x="401" y="10"/>
                  </a:lnTo>
                  <a:lnTo>
                    <a:pt x="404" y="15"/>
                  </a:lnTo>
                  <a:lnTo>
                    <a:pt x="406" y="22"/>
                  </a:lnTo>
                  <a:lnTo>
                    <a:pt x="409" y="34"/>
                  </a:lnTo>
                  <a:lnTo>
                    <a:pt x="408" y="44"/>
                  </a:lnTo>
                  <a:lnTo>
                    <a:pt x="408" y="60"/>
                  </a:lnTo>
                  <a:lnTo>
                    <a:pt x="413" y="66"/>
                  </a:lnTo>
                  <a:lnTo>
                    <a:pt x="417" y="71"/>
                  </a:lnTo>
                  <a:lnTo>
                    <a:pt x="419" y="77"/>
                  </a:lnTo>
                  <a:lnTo>
                    <a:pt x="419" y="84"/>
                  </a:lnTo>
                  <a:lnTo>
                    <a:pt x="417" y="93"/>
                  </a:lnTo>
                  <a:lnTo>
                    <a:pt x="408" y="10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l1125"/>
            <p:cNvSpPr/>
            <p:nvPr/>
          </p:nvSpPr>
          <p:spPr>
            <a:xfrm>
              <a:off x="4668886" y="5781950"/>
              <a:ext cx="4448" cy="3496"/>
            </a:xfrm>
            <a:custGeom>
              <a:avLst/>
              <a:pathLst>
                <a:path w="4448" h="3496">
                  <a:moveTo>
                    <a:pt x="4448" y="624"/>
                  </a:moveTo>
                  <a:lnTo>
                    <a:pt x="4360" y="678"/>
                  </a:lnTo>
                  <a:lnTo>
                    <a:pt x="4291" y="626"/>
                  </a:lnTo>
                  <a:lnTo>
                    <a:pt x="4123" y="620"/>
                  </a:lnTo>
                  <a:lnTo>
                    <a:pt x="4001" y="626"/>
                  </a:lnTo>
                  <a:lnTo>
                    <a:pt x="3909" y="640"/>
                  </a:lnTo>
                  <a:lnTo>
                    <a:pt x="3652" y="832"/>
                  </a:lnTo>
                  <a:lnTo>
                    <a:pt x="3598" y="886"/>
                  </a:lnTo>
                  <a:lnTo>
                    <a:pt x="3279" y="1126"/>
                  </a:lnTo>
                  <a:lnTo>
                    <a:pt x="3254" y="1132"/>
                  </a:lnTo>
                  <a:lnTo>
                    <a:pt x="3212" y="1164"/>
                  </a:lnTo>
                  <a:lnTo>
                    <a:pt x="3128" y="1245"/>
                  </a:lnTo>
                  <a:lnTo>
                    <a:pt x="3024" y="1451"/>
                  </a:lnTo>
                  <a:lnTo>
                    <a:pt x="3024" y="1468"/>
                  </a:lnTo>
                  <a:lnTo>
                    <a:pt x="3079" y="1483"/>
                  </a:lnTo>
                  <a:lnTo>
                    <a:pt x="3132" y="1466"/>
                  </a:lnTo>
                  <a:lnTo>
                    <a:pt x="3240" y="1452"/>
                  </a:lnTo>
                  <a:lnTo>
                    <a:pt x="3273" y="1563"/>
                  </a:lnTo>
                  <a:lnTo>
                    <a:pt x="3212" y="1745"/>
                  </a:lnTo>
                  <a:lnTo>
                    <a:pt x="3204" y="1761"/>
                  </a:lnTo>
                  <a:lnTo>
                    <a:pt x="3161" y="1803"/>
                  </a:lnTo>
                  <a:lnTo>
                    <a:pt x="3138" y="1793"/>
                  </a:lnTo>
                  <a:lnTo>
                    <a:pt x="3033" y="1724"/>
                  </a:lnTo>
                  <a:lnTo>
                    <a:pt x="2891" y="1716"/>
                  </a:lnTo>
                  <a:lnTo>
                    <a:pt x="2603" y="1713"/>
                  </a:lnTo>
                  <a:lnTo>
                    <a:pt x="2696" y="1807"/>
                  </a:lnTo>
                  <a:lnTo>
                    <a:pt x="2854" y="1828"/>
                  </a:lnTo>
                  <a:lnTo>
                    <a:pt x="2915" y="1845"/>
                  </a:lnTo>
                  <a:lnTo>
                    <a:pt x="2932" y="1871"/>
                  </a:lnTo>
                  <a:lnTo>
                    <a:pt x="2979" y="1948"/>
                  </a:lnTo>
                  <a:lnTo>
                    <a:pt x="2898" y="2318"/>
                  </a:lnTo>
                  <a:lnTo>
                    <a:pt x="2882" y="2328"/>
                  </a:lnTo>
                  <a:lnTo>
                    <a:pt x="2807" y="2365"/>
                  </a:lnTo>
                  <a:lnTo>
                    <a:pt x="2719" y="2407"/>
                  </a:lnTo>
                  <a:lnTo>
                    <a:pt x="2514" y="2413"/>
                  </a:lnTo>
                  <a:lnTo>
                    <a:pt x="2468" y="2404"/>
                  </a:lnTo>
                  <a:lnTo>
                    <a:pt x="2437" y="2362"/>
                  </a:lnTo>
                  <a:lnTo>
                    <a:pt x="2437" y="2355"/>
                  </a:lnTo>
                  <a:lnTo>
                    <a:pt x="2476" y="2300"/>
                  </a:lnTo>
                  <a:lnTo>
                    <a:pt x="2594" y="2294"/>
                  </a:lnTo>
                  <a:lnTo>
                    <a:pt x="2674" y="2253"/>
                  </a:lnTo>
                  <a:lnTo>
                    <a:pt x="2693" y="2234"/>
                  </a:lnTo>
                  <a:lnTo>
                    <a:pt x="2697" y="2215"/>
                  </a:lnTo>
                  <a:lnTo>
                    <a:pt x="2677" y="2181"/>
                  </a:lnTo>
                  <a:lnTo>
                    <a:pt x="2582" y="2021"/>
                  </a:lnTo>
                  <a:lnTo>
                    <a:pt x="2500" y="1915"/>
                  </a:lnTo>
                  <a:lnTo>
                    <a:pt x="2426" y="1920"/>
                  </a:lnTo>
                  <a:lnTo>
                    <a:pt x="2410" y="1931"/>
                  </a:lnTo>
                  <a:lnTo>
                    <a:pt x="2400" y="1975"/>
                  </a:lnTo>
                  <a:lnTo>
                    <a:pt x="2461" y="1983"/>
                  </a:lnTo>
                  <a:lnTo>
                    <a:pt x="2467" y="1996"/>
                  </a:lnTo>
                  <a:lnTo>
                    <a:pt x="2470" y="2074"/>
                  </a:lnTo>
                  <a:lnTo>
                    <a:pt x="2472" y="2162"/>
                  </a:lnTo>
                  <a:lnTo>
                    <a:pt x="2397" y="2273"/>
                  </a:lnTo>
                  <a:lnTo>
                    <a:pt x="2382" y="2289"/>
                  </a:lnTo>
                  <a:lnTo>
                    <a:pt x="2282" y="2367"/>
                  </a:lnTo>
                  <a:lnTo>
                    <a:pt x="2142" y="2466"/>
                  </a:lnTo>
                  <a:lnTo>
                    <a:pt x="2077" y="2492"/>
                  </a:lnTo>
                  <a:lnTo>
                    <a:pt x="1972" y="2520"/>
                  </a:lnTo>
                  <a:lnTo>
                    <a:pt x="1965" y="2520"/>
                  </a:lnTo>
                  <a:lnTo>
                    <a:pt x="1957" y="2518"/>
                  </a:lnTo>
                  <a:lnTo>
                    <a:pt x="1847" y="2493"/>
                  </a:lnTo>
                  <a:lnTo>
                    <a:pt x="1733" y="2447"/>
                  </a:lnTo>
                  <a:lnTo>
                    <a:pt x="1722" y="2430"/>
                  </a:lnTo>
                  <a:lnTo>
                    <a:pt x="1724" y="2416"/>
                  </a:lnTo>
                  <a:lnTo>
                    <a:pt x="1734" y="2384"/>
                  </a:lnTo>
                  <a:lnTo>
                    <a:pt x="1765" y="2353"/>
                  </a:lnTo>
                  <a:lnTo>
                    <a:pt x="1762" y="2337"/>
                  </a:lnTo>
                  <a:lnTo>
                    <a:pt x="1685" y="2211"/>
                  </a:lnTo>
                  <a:lnTo>
                    <a:pt x="1672" y="2205"/>
                  </a:lnTo>
                  <a:lnTo>
                    <a:pt x="1633" y="2193"/>
                  </a:lnTo>
                  <a:lnTo>
                    <a:pt x="1605" y="2191"/>
                  </a:lnTo>
                  <a:lnTo>
                    <a:pt x="1589" y="2198"/>
                  </a:lnTo>
                  <a:lnTo>
                    <a:pt x="1314" y="2389"/>
                  </a:lnTo>
                  <a:lnTo>
                    <a:pt x="1245" y="2452"/>
                  </a:lnTo>
                  <a:lnTo>
                    <a:pt x="1226" y="2473"/>
                  </a:lnTo>
                  <a:lnTo>
                    <a:pt x="1126" y="2603"/>
                  </a:lnTo>
                  <a:lnTo>
                    <a:pt x="1117" y="2625"/>
                  </a:lnTo>
                  <a:lnTo>
                    <a:pt x="1012" y="2869"/>
                  </a:lnTo>
                  <a:lnTo>
                    <a:pt x="1018" y="2915"/>
                  </a:lnTo>
                  <a:lnTo>
                    <a:pt x="1080" y="3036"/>
                  </a:lnTo>
                  <a:lnTo>
                    <a:pt x="1107" y="3215"/>
                  </a:lnTo>
                  <a:lnTo>
                    <a:pt x="1111" y="3398"/>
                  </a:lnTo>
                  <a:lnTo>
                    <a:pt x="1075" y="3448"/>
                  </a:lnTo>
                  <a:lnTo>
                    <a:pt x="1061" y="3453"/>
                  </a:lnTo>
                  <a:lnTo>
                    <a:pt x="899" y="3494"/>
                  </a:lnTo>
                  <a:lnTo>
                    <a:pt x="787" y="3496"/>
                  </a:lnTo>
                  <a:lnTo>
                    <a:pt x="676" y="3487"/>
                  </a:lnTo>
                  <a:lnTo>
                    <a:pt x="617" y="3442"/>
                  </a:lnTo>
                  <a:lnTo>
                    <a:pt x="607" y="3417"/>
                  </a:lnTo>
                  <a:lnTo>
                    <a:pt x="665" y="3192"/>
                  </a:lnTo>
                  <a:lnTo>
                    <a:pt x="677" y="3151"/>
                  </a:lnTo>
                  <a:lnTo>
                    <a:pt x="726" y="3003"/>
                  </a:lnTo>
                  <a:lnTo>
                    <a:pt x="748" y="2991"/>
                  </a:lnTo>
                  <a:lnTo>
                    <a:pt x="849" y="2993"/>
                  </a:lnTo>
                  <a:lnTo>
                    <a:pt x="867" y="2980"/>
                  </a:lnTo>
                  <a:lnTo>
                    <a:pt x="873" y="2971"/>
                  </a:lnTo>
                  <a:lnTo>
                    <a:pt x="875" y="2963"/>
                  </a:lnTo>
                  <a:lnTo>
                    <a:pt x="869" y="2951"/>
                  </a:lnTo>
                  <a:lnTo>
                    <a:pt x="803" y="2920"/>
                  </a:lnTo>
                  <a:lnTo>
                    <a:pt x="795" y="2916"/>
                  </a:lnTo>
                  <a:lnTo>
                    <a:pt x="740" y="2914"/>
                  </a:lnTo>
                  <a:lnTo>
                    <a:pt x="684" y="2927"/>
                  </a:lnTo>
                  <a:lnTo>
                    <a:pt x="610" y="2958"/>
                  </a:lnTo>
                  <a:lnTo>
                    <a:pt x="528" y="3002"/>
                  </a:lnTo>
                  <a:lnTo>
                    <a:pt x="405" y="3157"/>
                  </a:lnTo>
                  <a:lnTo>
                    <a:pt x="295" y="3322"/>
                  </a:lnTo>
                  <a:lnTo>
                    <a:pt x="210" y="3278"/>
                  </a:lnTo>
                  <a:lnTo>
                    <a:pt x="136" y="3244"/>
                  </a:lnTo>
                  <a:lnTo>
                    <a:pt x="41" y="3104"/>
                  </a:lnTo>
                  <a:lnTo>
                    <a:pt x="0" y="2999"/>
                  </a:lnTo>
                  <a:lnTo>
                    <a:pt x="35" y="2854"/>
                  </a:lnTo>
                  <a:lnTo>
                    <a:pt x="149" y="2718"/>
                  </a:lnTo>
                  <a:lnTo>
                    <a:pt x="377" y="2473"/>
                  </a:lnTo>
                  <a:lnTo>
                    <a:pt x="710" y="2121"/>
                  </a:lnTo>
                  <a:lnTo>
                    <a:pt x="1244" y="1734"/>
                  </a:lnTo>
                  <a:lnTo>
                    <a:pt x="1471" y="1621"/>
                  </a:lnTo>
                  <a:lnTo>
                    <a:pt x="1969" y="1279"/>
                  </a:lnTo>
                  <a:lnTo>
                    <a:pt x="2012" y="1250"/>
                  </a:lnTo>
                  <a:lnTo>
                    <a:pt x="2278" y="1051"/>
                  </a:lnTo>
                  <a:lnTo>
                    <a:pt x="2315" y="1005"/>
                  </a:lnTo>
                  <a:lnTo>
                    <a:pt x="2423" y="926"/>
                  </a:lnTo>
                  <a:lnTo>
                    <a:pt x="2743" y="701"/>
                  </a:lnTo>
                  <a:lnTo>
                    <a:pt x="2930" y="581"/>
                  </a:lnTo>
                  <a:lnTo>
                    <a:pt x="3117" y="455"/>
                  </a:lnTo>
                  <a:lnTo>
                    <a:pt x="3305" y="304"/>
                  </a:lnTo>
                  <a:lnTo>
                    <a:pt x="3425" y="169"/>
                  </a:lnTo>
                  <a:lnTo>
                    <a:pt x="3560" y="85"/>
                  </a:lnTo>
                  <a:lnTo>
                    <a:pt x="3815" y="0"/>
                  </a:lnTo>
                  <a:lnTo>
                    <a:pt x="3830" y="4"/>
                  </a:lnTo>
                  <a:lnTo>
                    <a:pt x="4015" y="58"/>
                  </a:lnTo>
                  <a:lnTo>
                    <a:pt x="4098" y="104"/>
                  </a:lnTo>
                  <a:lnTo>
                    <a:pt x="4255" y="197"/>
                  </a:lnTo>
                  <a:lnTo>
                    <a:pt x="4359" y="303"/>
                  </a:lnTo>
                  <a:lnTo>
                    <a:pt x="4367" y="316"/>
                  </a:lnTo>
                  <a:lnTo>
                    <a:pt x="4445" y="446"/>
                  </a:lnTo>
                  <a:lnTo>
                    <a:pt x="4448" y="62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l1126"/>
            <p:cNvSpPr/>
            <p:nvPr/>
          </p:nvSpPr>
          <p:spPr>
            <a:xfrm>
              <a:off x="4675682" y="5781814"/>
              <a:ext cx="499" cy="398"/>
            </a:xfrm>
            <a:custGeom>
              <a:avLst/>
              <a:pathLst>
                <a:path w="499" h="398">
                  <a:moveTo>
                    <a:pt x="186" y="389"/>
                  </a:moveTo>
                  <a:lnTo>
                    <a:pt x="151" y="383"/>
                  </a:lnTo>
                  <a:lnTo>
                    <a:pt x="103" y="362"/>
                  </a:lnTo>
                  <a:lnTo>
                    <a:pt x="98" y="357"/>
                  </a:lnTo>
                  <a:lnTo>
                    <a:pt x="73" y="336"/>
                  </a:lnTo>
                  <a:lnTo>
                    <a:pt x="36" y="288"/>
                  </a:lnTo>
                  <a:lnTo>
                    <a:pt x="31" y="280"/>
                  </a:lnTo>
                  <a:lnTo>
                    <a:pt x="16" y="163"/>
                  </a:lnTo>
                  <a:lnTo>
                    <a:pt x="0" y="29"/>
                  </a:lnTo>
                  <a:lnTo>
                    <a:pt x="29" y="0"/>
                  </a:lnTo>
                  <a:lnTo>
                    <a:pt x="135" y="26"/>
                  </a:lnTo>
                  <a:lnTo>
                    <a:pt x="147" y="29"/>
                  </a:lnTo>
                  <a:lnTo>
                    <a:pt x="157" y="32"/>
                  </a:lnTo>
                  <a:lnTo>
                    <a:pt x="173" y="36"/>
                  </a:lnTo>
                  <a:lnTo>
                    <a:pt x="252" y="80"/>
                  </a:lnTo>
                  <a:lnTo>
                    <a:pt x="380" y="151"/>
                  </a:lnTo>
                  <a:lnTo>
                    <a:pt x="385" y="153"/>
                  </a:lnTo>
                  <a:lnTo>
                    <a:pt x="428" y="183"/>
                  </a:lnTo>
                  <a:lnTo>
                    <a:pt x="459" y="230"/>
                  </a:lnTo>
                  <a:lnTo>
                    <a:pt x="489" y="277"/>
                  </a:lnTo>
                  <a:lnTo>
                    <a:pt x="499" y="304"/>
                  </a:lnTo>
                  <a:lnTo>
                    <a:pt x="462" y="371"/>
                  </a:lnTo>
                  <a:lnTo>
                    <a:pt x="438" y="392"/>
                  </a:lnTo>
                  <a:lnTo>
                    <a:pt x="400" y="398"/>
                  </a:lnTo>
                  <a:lnTo>
                    <a:pt x="259" y="398"/>
                  </a:lnTo>
                  <a:lnTo>
                    <a:pt x="192" y="390"/>
                  </a:lnTo>
                  <a:lnTo>
                    <a:pt x="186" y="38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l1127"/>
            <p:cNvSpPr/>
            <p:nvPr/>
          </p:nvSpPr>
          <p:spPr>
            <a:xfrm>
              <a:off x="4647083" y="5777315"/>
              <a:ext cx="7224" cy="5501"/>
            </a:xfrm>
            <a:custGeom>
              <a:avLst/>
              <a:pathLst>
                <a:path w="7224" h="5501">
                  <a:moveTo>
                    <a:pt x="5466" y="175"/>
                  </a:moveTo>
                  <a:lnTo>
                    <a:pt x="5472" y="208"/>
                  </a:lnTo>
                  <a:lnTo>
                    <a:pt x="5491" y="310"/>
                  </a:lnTo>
                  <a:lnTo>
                    <a:pt x="5493" y="366"/>
                  </a:lnTo>
                  <a:lnTo>
                    <a:pt x="5454" y="417"/>
                  </a:lnTo>
                  <a:lnTo>
                    <a:pt x="5446" y="429"/>
                  </a:lnTo>
                  <a:lnTo>
                    <a:pt x="5441" y="440"/>
                  </a:lnTo>
                  <a:lnTo>
                    <a:pt x="5418" y="492"/>
                  </a:lnTo>
                  <a:lnTo>
                    <a:pt x="5415" y="534"/>
                  </a:lnTo>
                  <a:lnTo>
                    <a:pt x="5420" y="545"/>
                  </a:lnTo>
                  <a:lnTo>
                    <a:pt x="5595" y="942"/>
                  </a:lnTo>
                  <a:lnTo>
                    <a:pt x="5610" y="977"/>
                  </a:lnTo>
                  <a:lnTo>
                    <a:pt x="5672" y="1049"/>
                  </a:lnTo>
                  <a:lnTo>
                    <a:pt x="5730" y="1092"/>
                  </a:lnTo>
                  <a:lnTo>
                    <a:pt x="5814" y="1109"/>
                  </a:lnTo>
                  <a:lnTo>
                    <a:pt x="6012" y="1005"/>
                  </a:lnTo>
                  <a:lnTo>
                    <a:pt x="6031" y="974"/>
                  </a:lnTo>
                  <a:lnTo>
                    <a:pt x="6056" y="917"/>
                  </a:lnTo>
                  <a:lnTo>
                    <a:pt x="6071" y="881"/>
                  </a:lnTo>
                  <a:lnTo>
                    <a:pt x="6065" y="745"/>
                  </a:lnTo>
                  <a:lnTo>
                    <a:pt x="6061" y="644"/>
                  </a:lnTo>
                  <a:lnTo>
                    <a:pt x="6185" y="566"/>
                  </a:lnTo>
                  <a:lnTo>
                    <a:pt x="6264" y="701"/>
                  </a:lnTo>
                  <a:lnTo>
                    <a:pt x="6411" y="958"/>
                  </a:lnTo>
                  <a:lnTo>
                    <a:pt x="6426" y="985"/>
                  </a:lnTo>
                  <a:lnTo>
                    <a:pt x="6436" y="1004"/>
                  </a:lnTo>
                  <a:lnTo>
                    <a:pt x="6627" y="1361"/>
                  </a:lnTo>
                  <a:lnTo>
                    <a:pt x="6631" y="1487"/>
                  </a:lnTo>
                  <a:lnTo>
                    <a:pt x="6638" y="1681"/>
                  </a:lnTo>
                  <a:lnTo>
                    <a:pt x="6602" y="1693"/>
                  </a:lnTo>
                  <a:lnTo>
                    <a:pt x="6592" y="1728"/>
                  </a:lnTo>
                  <a:lnTo>
                    <a:pt x="6577" y="1863"/>
                  </a:lnTo>
                  <a:lnTo>
                    <a:pt x="6573" y="1890"/>
                  </a:lnTo>
                  <a:lnTo>
                    <a:pt x="6571" y="1903"/>
                  </a:lnTo>
                  <a:lnTo>
                    <a:pt x="6574" y="1929"/>
                  </a:lnTo>
                  <a:lnTo>
                    <a:pt x="6703" y="2331"/>
                  </a:lnTo>
                  <a:lnTo>
                    <a:pt x="6715" y="2369"/>
                  </a:lnTo>
                  <a:lnTo>
                    <a:pt x="6740" y="2413"/>
                  </a:lnTo>
                  <a:lnTo>
                    <a:pt x="6788" y="2461"/>
                  </a:lnTo>
                  <a:lnTo>
                    <a:pt x="6804" y="2475"/>
                  </a:lnTo>
                  <a:lnTo>
                    <a:pt x="6816" y="2486"/>
                  </a:lnTo>
                  <a:lnTo>
                    <a:pt x="6830" y="2499"/>
                  </a:lnTo>
                  <a:lnTo>
                    <a:pt x="6841" y="2510"/>
                  </a:lnTo>
                  <a:lnTo>
                    <a:pt x="6857" y="2526"/>
                  </a:lnTo>
                  <a:lnTo>
                    <a:pt x="6864" y="2533"/>
                  </a:lnTo>
                  <a:lnTo>
                    <a:pt x="6877" y="2547"/>
                  </a:lnTo>
                  <a:lnTo>
                    <a:pt x="6889" y="2560"/>
                  </a:lnTo>
                  <a:lnTo>
                    <a:pt x="6956" y="2590"/>
                  </a:lnTo>
                  <a:lnTo>
                    <a:pt x="6970" y="2594"/>
                  </a:lnTo>
                  <a:lnTo>
                    <a:pt x="6978" y="2595"/>
                  </a:lnTo>
                  <a:lnTo>
                    <a:pt x="6986" y="2597"/>
                  </a:lnTo>
                  <a:lnTo>
                    <a:pt x="7006" y="2602"/>
                  </a:lnTo>
                  <a:lnTo>
                    <a:pt x="7023" y="2606"/>
                  </a:lnTo>
                  <a:lnTo>
                    <a:pt x="7097" y="2630"/>
                  </a:lnTo>
                  <a:lnTo>
                    <a:pt x="7165" y="2663"/>
                  </a:lnTo>
                  <a:lnTo>
                    <a:pt x="7191" y="2671"/>
                  </a:lnTo>
                  <a:lnTo>
                    <a:pt x="7204" y="2681"/>
                  </a:lnTo>
                  <a:lnTo>
                    <a:pt x="7224" y="2918"/>
                  </a:lnTo>
                  <a:lnTo>
                    <a:pt x="7206" y="2939"/>
                  </a:lnTo>
                  <a:lnTo>
                    <a:pt x="7153" y="2954"/>
                  </a:lnTo>
                  <a:lnTo>
                    <a:pt x="6836" y="3045"/>
                  </a:lnTo>
                  <a:lnTo>
                    <a:pt x="6808" y="3053"/>
                  </a:lnTo>
                  <a:lnTo>
                    <a:pt x="6798" y="3053"/>
                  </a:lnTo>
                  <a:lnTo>
                    <a:pt x="6474" y="3139"/>
                  </a:lnTo>
                  <a:lnTo>
                    <a:pt x="6406" y="3124"/>
                  </a:lnTo>
                  <a:lnTo>
                    <a:pt x="6356" y="3086"/>
                  </a:lnTo>
                  <a:lnTo>
                    <a:pt x="6307" y="2995"/>
                  </a:lnTo>
                  <a:lnTo>
                    <a:pt x="6299" y="2981"/>
                  </a:lnTo>
                  <a:lnTo>
                    <a:pt x="6300" y="2960"/>
                  </a:lnTo>
                  <a:lnTo>
                    <a:pt x="6348" y="2914"/>
                  </a:lnTo>
                  <a:lnTo>
                    <a:pt x="6384" y="2899"/>
                  </a:lnTo>
                  <a:lnTo>
                    <a:pt x="6420" y="2875"/>
                  </a:lnTo>
                  <a:lnTo>
                    <a:pt x="6428" y="2846"/>
                  </a:lnTo>
                  <a:lnTo>
                    <a:pt x="6422" y="2820"/>
                  </a:lnTo>
                  <a:lnTo>
                    <a:pt x="6411" y="2780"/>
                  </a:lnTo>
                  <a:lnTo>
                    <a:pt x="6406" y="2757"/>
                  </a:lnTo>
                  <a:lnTo>
                    <a:pt x="6387" y="2692"/>
                  </a:lnTo>
                  <a:lnTo>
                    <a:pt x="6190" y="2598"/>
                  </a:lnTo>
                  <a:lnTo>
                    <a:pt x="6063" y="2561"/>
                  </a:lnTo>
                  <a:lnTo>
                    <a:pt x="6022" y="2565"/>
                  </a:lnTo>
                  <a:lnTo>
                    <a:pt x="5975" y="2569"/>
                  </a:lnTo>
                  <a:lnTo>
                    <a:pt x="5902" y="2593"/>
                  </a:lnTo>
                  <a:lnTo>
                    <a:pt x="5787" y="2661"/>
                  </a:lnTo>
                  <a:lnTo>
                    <a:pt x="5748" y="2665"/>
                  </a:lnTo>
                  <a:lnTo>
                    <a:pt x="5735" y="2664"/>
                  </a:lnTo>
                  <a:lnTo>
                    <a:pt x="5728" y="2662"/>
                  </a:lnTo>
                  <a:lnTo>
                    <a:pt x="5715" y="2659"/>
                  </a:lnTo>
                  <a:lnTo>
                    <a:pt x="5689" y="2657"/>
                  </a:lnTo>
                  <a:lnTo>
                    <a:pt x="5674" y="2658"/>
                  </a:lnTo>
                  <a:lnTo>
                    <a:pt x="5650" y="2655"/>
                  </a:lnTo>
                  <a:lnTo>
                    <a:pt x="5641" y="2653"/>
                  </a:lnTo>
                  <a:lnTo>
                    <a:pt x="5625" y="2647"/>
                  </a:lnTo>
                  <a:lnTo>
                    <a:pt x="5590" y="2640"/>
                  </a:lnTo>
                  <a:lnTo>
                    <a:pt x="5575" y="2636"/>
                  </a:lnTo>
                  <a:lnTo>
                    <a:pt x="5556" y="2633"/>
                  </a:lnTo>
                  <a:lnTo>
                    <a:pt x="5486" y="2631"/>
                  </a:lnTo>
                  <a:lnTo>
                    <a:pt x="5465" y="2630"/>
                  </a:lnTo>
                  <a:lnTo>
                    <a:pt x="5455" y="2631"/>
                  </a:lnTo>
                  <a:lnTo>
                    <a:pt x="5441" y="2632"/>
                  </a:lnTo>
                  <a:lnTo>
                    <a:pt x="5423" y="2630"/>
                  </a:lnTo>
                  <a:lnTo>
                    <a:pt x="5387" y="2628"/>
                  </a:lnTo>
                  <a:lnTo>
                    <a:pt x="5357" y="2626"/>
                  </a:lnTo>
                  <a:lnTo>
                    <a:pt x="5298" y="2631"/>
                  </a:lnTo>
                  <a:lnTo>
                    <a:pt x="5274" y="2637"/>
                  </a:lnTo>
                  <a:lnTo>
                    <a:pt x="5258" y="2641"/>
                  </a:lnTo>
                  <a:lnTo>
                    <a:pt x="5229" y="2643"/>
                  </a:lnTo>
                  <a:lnTo>
                    <a:pt x="5200" y="2646"/>
                  </a:lnTo>
                  <a:lnTo>
                    <a:pt x="5169" y="2646"/>
                  </a:lnTo>
                  <a:lnTo>
                    <a:pt x="5116" y="2646"/>
                  </a:lnTo>
                  <a:lnTo>
                    <a:pt x="5084" y="2647"/>
                  </a:lnTo>
                  <a:lnTo>
                    <a:pt x="5045" y="2648"/>
                  </a:lnTo>
                  <a:lnTo>
                    <a:pt x="4949" y="2658"/>
                  </a:lnTo>
                  <a:lnTo>
                    <a:pt x="4819" y="2730"/>
                  </a:lnTo>
                  <a:lnTo>
                    <a:pt x="4757" y="2775"/>
                  </a:lnTo>
                  <a:lnTo>
                    <a:pt x="4692" y="2841"/>
                  </a:lnTo>
                  <a:lnTo>
                    <a:pt x="4661" y="2892"/>
                  </a:lnTo>
                  <a:lnTo>
                    <a:pt x="4206" y="3337"/>
                  </a:lnTo>
                  <a:lnTo>
                    <a:pt x="4093" y="3416"/>
                  </a:lnTo>
                  <a:lnTo>
                    <a:pt x="4090" y="3425"/>
                  </a:lnTo>
                  <a:lnTo>
                    <a:pt x="4084" y="3435"/>
                  </a:lnTo>
                  <a:lnTo>
                    <a:pt x="4075" y="3439"/>
                  </a:lnTo>
                  <a:lnTo>
                    <a:pt x="4052" y="3444"/>
                  </a:lnTo>
                  <a:lnTo>
                    <a:pt x="3765" y="3643"/>
                  </a:lnTo>
                  <a:lnTo>
                    <a:pt x="3528" y="3806"/>
                  </a:lnTo>
                  <a:lnTo>
                    <a:pt x="3431" y="3869"/>
                  </a:lnTo>
                  <a:lnTo>
                    <a:pt x="3421" y="3876"/>
                  </a:lnTo>
                  <a:lnTo>
                    <a:pt x="3416" y="3879"/>
                  </a:lnTo>
                  <a:lnTo>
                    <a:pt x="3407" y="3884"/>
                  </a:lnTo>
                  <a:lnTo>
                    <a:pt x="3375" y="3946"/>
                  </a:lnTo>
                  <a:lnTo>
                    <a:pt x="3369" y="3959"/>
                  </a:lnTo>
                  <a:lnTo>
                    <a:pt x="3330" y="4068"/>
                  </a:lnTo>
                  <a:lnTo>
                    <a:pt x="3289" y="4129"/>
                  </a:lnTo>
                  <a:lnTo>
                    <a:pt x="3231" y="4216"/>
                  </a:lnTo>
                  <a:lnTo>
                    <a:pt x="3126" y="4298"/>
                  </a:lnTo>
                  <a:lnTo>
                    <a:pt x="3047" y="4362"/>
                  </a:lnTo>
                  <a:lnTo>
                    <a:pt x="3019" y="4414"/>
                  </a:lnTo>
                  <a:lnTo>
                    <a:pt x="2992" y="4552"/>
                  </a:lnTo>
                  <a:lnTo>
                    <a:pt x="3023" y="4615"/>
                  </a:lnTo>
                  <a:lnTo>
                    <a:pt x="3053" y="4666"/>
                  </a:lnTo>
                  <a:lnTo>
                    <a:pt x="3082" y="4717"/>
                  </a:lnTo>
                  <a:lnTo>
                    <a:pt x="3149" y="4715"/>
                  </a:lnTo>
                  <a:lnTo>
                    <a:pt x="3165" y="4715"/>
                  </a:lnTo>
                  <a:lnTo>
                    <a:pt x="3179" y="4714"/>
                  </a:lnTo>
                  <a:lnTo>
                    <a:pt x="3229" y="4712"/>
                  </a:lnTo>
                  <a:lnTo>
                    <a:pt x="3238" y="4709"/>
                  </a:lnTo>
                  <a:lnTo>
                    <a:pt x="3243" y="4706"/>
                  </a:lnTo>
                  <a:lnTo>
                    <a:pt x="3248" y="4699"/>
                  </a:lnTo>
                  <a:lnTo>
                    <a:pt x="3280" y="4678"/>
                  </a:lnTo>
                  <a:lnTo>
                    <a:pt x="3317" y="4690"/>
                  </a:lnTo>
                  <a:lnTo>
                    <a:pt x="3328" y="4705"/>
                  </a:lnTo>
                  <a:lnTo>
                    <a:pt x="3333" y="4733"/>
                  </a:lnTo>
                  <a:lnTo>
                    <a:pt x="3329" y="4749"/>
                  </a:lnTo>
                  <a:lnTo>
                    <a:pt x="3303" y="4876"/>
                  </a:lnTo>
                  <a:lnTo>
                    <a:pt x="3269" y="4900"/>
                  </a:lnTo>
                  <a:lnTo>
                    <a:pt x="3225" y="4931"/>
                  </a:lnTo>
                  <a:lnTo>
                    <a:pt x="3214" y="4938"/>
                  </a:lnTo>
                  <a:lnTo>
                    <a:pt x="3146" y="4974"/>
                  </a:lnTo>
                  <a:lnTo>
                    <a:pt x="3155" y="5221"/>
                  </a:lnTo>
                  <a:lnTo>
                    <a:pt x="3158" y="5253"/>
                  </a:lnTo>
                  <a:lnTo>
                    <a:pt x="3156" y="5273"/>
                  </a:lnTo>
                  <a:lnTo>
                    <a:pt x="3159" y="5352"/>
                  </a:lnTo>
                  <a:lnTo>
                    <a:pt x="3161" y="5407"/>
                  </a:lnTo>
                  <a:lnTo>
                    <a:pt x="3149" y="5437"/>
                  </a:lnTo>
                  <a:lnTo>
                    <a:pt x="3137" y="5468"/>
                  </a:lnTo>
                  <a:lnTo>
                    <a:pt x="3088" y="5477"/>
                  </a:lnTo>
                  <a:lnTo>
                    <a:pt x="3050" y="5467"/>
                  </a:lnTo>
                  <a:lnTo>
                    <a:pt x="2911" y="5417"/>
                  </a:lnTo>
                  <a:lnTo>
                    <a:pt x="2871" y="5403"/>
                  </a:lnTo>
                  <a:lnTo>
                    <a:pt x="2857" y="5396"/>
                  </a:lnTo>
                  <a:lnTo>
                    <a:pt x="2759" y="5273"/>
                  </a:lnTo>
                  <a:lnTo>
                    <a:pt x="2697" y="5185"/>
                  </a:lnTo>
                  <a:lnTo>
                    <a:pt x="2602" y="5195"/>
                  </a:lnTo>
                  <a:lnTo>
                    <a:pt x="2342" y="5222"/>
                  </a:lnTo>
                  <a:lnTo>
                    <a:pt x="2258" y="5242"/>
                  </a:lnTo>
                  <a:lnTo>
                    <a:pt x="2243" y="5253"/>
                  </a:lnTo>
                  <a:lnTo>
                    <a:pt x="2243" y="5264"/>
                  </a:lnTo>
                  <a:lnTo>
                    <a:pt x="2258" y="5279"/>
                  </a:lnTo>
                  <a:lnTo>
                    <a:pt x="2259" y="5284"/>
                  </a:lnTo>
                  <a:lnTo>
                    <a:pt x="2256" y="5294"/>
                  </a:lnTo>
                  <a:lnTo>
                    <a:pt x="2208" y="5331"/>
                  </a:lnTo>
                  <a:lnTo>
                    <a:pt x="2201" y="5332"/>
                  </a:lnTo>
                  <a:lnTo>
                    <a:pt x="2104" y="5378"/>
                  </a:lnTo>
                  <a:lnTo>
                    <a:pt x="2094" y="5385"/>
                  </a:lnTo>
                  <a:lnTo>
                    <a:pt x="2068" y="5397"/>
                  </a:lnTo>
                  <a:lnTo>
                    <a:pt x="2042" y="5403"/>
                  </a:lnTo>
                  <a:lnTo>
                    <a:pt x="2033" y="5405"/>
                  </a:lnTo>
                  <a:lnTo>
                    <a:pt x="2013" y="5399"/>
                  </a:lnTo>
                  <a:lnTo>
                    <a:pt x="1989" y="5394"/>
                  </a:lnTo>
                  <a:lnTo>
                    <a:pt x="1958" y="5393"/>
                  </a:lnTo>
                  <a:lnTo>
                    <a:pt x="1925" y="5400"/>
                  </a:lnTo>
                  <a:lnTo>
                    <a:pt x="1896" y="5404"/>
                  </a:lnTo>
                  <a:lnTo>
                    <a:pt x="1868" y="5406"/>
                  </a:lnTo>
                  <a:lnTo>
                    <a:pt x="1843" y="5404"/>
                  </a:lnTo>
                  <a:lnTo>
                    <a:pt x="1825" y="5398"/>
                  </a:lnTo>
                  <a:lnTo>
                    <a:pt x="1801" y="5396"/>
                  </a:lnTo>
                  <a:lnTo>
                    <a:pt x="1780" y="5395"/>
                  </a:lnTo>
                  <a:lnTo>
                    <a:pt x="1757" y="5400"/>
                  </a:lnTo>
                  <a:lnTo>
                    <a:pt x="1734" y="5419"/>
                  </a:lnTo>
                  <a:lnTo>
                    <a:pt x="1727" y="5432"/>
                  </a:lnTo>
                  <a:lnTo>
                    <a:pt x="1725" y="5454"/>
                  </a:lnTo>
                  <a:lnTo>
                    <a:pt x="1713" y="5466"/>
                  </a:lnTo>
                  <a:lnTo>
                    <a:pt x="1697" y="5477"/>
                  </a:lnTo>
                  <a:lnTo>
                    <a:pt x="1660" y="5491"/>
                  </a:lnTo>
                  <a:lnTo>
                    <a:pt x="1633" y="5501"/>
                  </a:lnTo>
                  <a:lnTo>
                    <a:pt x="1562" y="5495"/>
                  </a:lnTo>
                  <a:lnTo>
                    <a:pt x="1489" y="5469"/>
                  </a:lnTo>
                  <a:lnTo>
                    <a:pt x="1441" y="5437"/>
                  </a:lnTo>
                  <a:lnTo>
                    <a:pt x="1405" y="5369"/>
                  </a:lnTo>
                  <a:lnTo>
                    <a:pt x="1403" y="5337"/>
                  </a:lnTo>
                  <a:lnTo>
                    <a:pt x="1397" y="5260"/>
                  </a:lnTo>
                  <a:lnTo>
                    <a:pt x="1394" y="5234"/>
                  </a:lnTo>
                  <a:lnTo>
                    <a:pt x="1399" y="5199"/>
                  </a:lnTo>
                  <a:lnTo>
                    <a:pt x="1439" y="5125"/>
                  </a:lnTo>
                  <a:lnTo>
                    <a:pt x="1506" y="5042"/>
                  </a:lnTo>
                  <a:lnTo>
                    <a:pt x="1519" y="5028"/>
                  </a:lnTo>
                  <a:lnTo>
                    <a:pt x="1537" y="5003"/>
                  </a:lnTo>
                  <a:lnTo>
                    <a:pt x="1546" y="4983"/>
                  </a:lnTo>
                  <a:lnTo>
                    <a:pt x="1548" y="4970"/>
                  </a:lnTo>
                  <a:lnTo>
                    <a:pt x="1549" y="4962"/>
                  </a:lnTo>
                  <a:lnTo>
                    <a:pt x="1548" y="4946"/>
                  </a:lnTo>
                  <a:lnTo>
                    <a:pt x="1545" y="4937"/>
                  </a:lnTo>
                  <a:lnTo>
                    <a:pt x="1541" y="4916"/>
                  </a:lnTo>
                  <a:lnTo>
                    <a:pt x="1529" y="4862"/>
                  </a:lnTo>
                  <a:lnTo>
                    <a:pt x="1524" y="4847"/>
                  </a:lnTo>
                  <a:lnTo>
                    <a:pt x="1519" y="4840"/>
                  </a:lnTo>
                  <a:lnTo>
                    <a:pt x="1511" y="4807"/>
                  </a:lnTo>
                  <a:lnTo>
                    <a:pt x="1503" y="4767"/>
                  </a:lnTo>
                  <a:lnTo>
                    <a:pt x="1493" y="4731"/>
                  </a:lnTo>
                  <a:lnTo>
                    <a:pt x="1486" y="4724"/>
                  </a:lnTo>
                  <a:lnTo>
                    <a:pt x="1478" y="4713"/>
                  </a:lnTo>
                  <a:lnTo>
                    <a:pt x="1380" y="4608"/>
                  </a:lnTo>
                  <a:lnTo>
                    <a:pt x="1347" y="4587"/>
                  </a:lnTo>
                  <a:lnTo>
                    <a:pt x="1340" y="4584"/>
                  </a:lnTo>
                  <a:lnTo>
                    <a:pt x="1333" y="4580"/>
                  </a:lnTo>
                  <a:lnTo>
                    <a:pt x="1311" y="4567"/>
                  </a:lnTo>
                  <a:lnTo>
                    <a:pt x="1294" y="4559"/>
                  </a:lnTo>
                  <a:lnTo>
                    <a:pt x="1277" y="4552"/>
                  </a:lnTo>
                  <a:lnTo>
                    <a:pt x="1260" y="4544"/>
                  </a:lnTo>
                  <a:lnTo>
                    <a:pt x="1243" y="4537"/>
                  </a:lnTo>
                  <a:lnTo>
                    <a:pt x="1235" y="4535"/>
                  </a:lnTo>
                  <a:lnTo>
                    <a:pt x="1228" y="4532"/>
                  </a:lnTo>
                  <a:lnTo>
                    <a:pt x="1220" y="4529"/>
                  </a:lnTo>
                  <a:lnTo>
                    <a:pt x="1165" y="4513"/>
                  </a:lnTo>
                  <a:lnTo>
                    <a:pt x="1155" y="4511"/>
                  </a:lnTo>
                  <a:lnTo>
                    <a:pt x="1145" y="4508"/>
                  </a:lnTo>
                  <a:lnTo>
                    <a:pt x="1134" y="4506"/>
                  </a:lnTo>
                  <a:lnTo>
                    <a:pt x="1111" y="4501"/>
                  </a:lnTo>
                  <a:lnTo>
                    <a:pt x="1086" y="4496"/>
                  </a:lnTo>
                  <a:lnTo>
                    <a:pt x="1078" y="4495"/>
                  </a:lnTo>
                  <a:lnTo>
                    <a:pt x="1070" y="4494"/>
                  </a:lnTo>
                  <a:lnTo>
                    <a:pt x="1062" y="4494"/>
                  </a:lnTo>
                  <a:lnTo>
                    <a:pt x="1055" y="4493"/>
                  </a:lnTo>
                  <a:lnTo>
                    <a:pt x="1048" y="4493"/>
                  </a:lnTo>
                  <a:lnTo>
                    <a:pt x="1025" y="4504"/>
                  </a:lnTo>
                  <a:lnTo>
                    <a:pt x="1012" y="4523"/>
                  </a:lnTo>
                  <a:lnTo>
                    <a:pt x="968" y="4590"/>
                  </a:lnTo>
                  <a:lnTo>
                    <a:pt x="923" y="4615"/>
                  </a:lnTo>
                  <a:lnTo>
                    <a:pt x="904" y="4618"/>
                  </a:lnTo>
                  <a:lnTo>
                    <a:pt x="887" y="4619"/>
                  </a:lnTo>
                  <a:lnTo>
                    <a:pt x="777" y="4643"/>
                  </a:lnTo>
                  <a:lnTo>
                    <a:pt x="749" y="4645"/>
                  </a:lnTo>
                  <a:lnTo>
                    <a:pt x="731" y="4633"/>
                  </a:lnTo>
                  <a:lnTo>
                    <a:pt x="717" y="4613"/>
                  </a:lnTo>
                  <a:lnTo>
                    <a:pt x="707" y="4599"/>
                  </a:lnTo>
                  <a:lnTo>
                    <a:pt x="697" y="4590"/>
                  </a:lnTo>
                  <a:lnTo>
                    <a:pt x="671" y="4556"/>
                  </a:lnTo>
                  <a:lnTo>
                    <a:pt x="576" y="4377"/>
                  </a:lnTo>
                  <a:lnTo>
                    <a:pt x="594" y="4342"/>
                  </a:lnTo>
                  <a:lnTo>
                    <a:pt x="600" y="4334"/>
                  </a:lnTo>
                  <a:lnTo>
                    <a:pt x="604" y="4326"/>
                  </a:lnTo>
                  <a:lnTo>
                    <a:pt x="614" y="4308"/>
                  </a:lnTo>
                  <a:lnTo>
                    <a:pt x="617" y="4300"/>
                  </a:lnTo>
                  <a:lnTo>
                    <a:pt x="617" y="4294"/>
                  </a:lnTo>
                  <a:lnTo>
                    <a:pt x="615" y="4285"/>
                  </a:lnTo>
                  <a:lnTo>
                    <a:pt x="615" y="4279"/>
                  </a:lnTo>
                  <a:lnTo>
                    <a:pt x="611" y="4267"/>
                  </a:lnTo>
                  <a:lnTo>
                    <a:pt x="608" y="4260"/>
                  </a:lnTo>
                  <a:lnTo>
                    <a:pt x="602" y="4248"/>
                  </a:lnTo>
                  <a:lnTo>
                    <a:pt x="600" y="4242"/>
                  </a:lnTo>
                  <a:lnTo>
                    <a:pt x="596" y="4229"/>
                  </a:lnTo>
                  <a:lnTo>
                    <a:pt x="590" y="4214"/>
                  </a:lnTo>
                  <a:lnTo>
                    <a:pt x="586" y="4205"/>
                  </a:lnTo>
                  <a:lnTo>
                    <a:pt x="416" y="3858"/>
                  </a:lnTo>
                  <a:lnTo>
                    <a:pt x="401" y="3824"/>
                  </a:lnTo>
                  <a:lnTo>
                    <a:pt x="393" y="3810"/>
                  </a:lnTo>
                  <a:lnTo>
                    <a:pt x="383" y="3804"/>
                  </a:lnTo>
                  <a:lnTo>
                    <a:pt x="353" y="3788"/>
                  </a:lnTo>
                  <a:lnTo>
                    <a:pt x="346" y="3785"/>
                  </a:lnTo>
                  <a:lnTo>
                    <a:pt x="342" y="3783"/>
                  </a:lnTo>
                  <a:lnTo>
                    <a:pt x="325" y="3780"/>
                  </a:lnTo>
                  <a:lnTo>
                    <a:pt x="310" y="3779"/>
                  </a:lnTo>
                  <a:lnTo>
                    <a:pt x="304" y="3780"/>
                  </a:lnTo>
                  <a:lnTo>
                    <a:pt x="302" y="3790"/>
                  </a:lnTo>
                  <a:lnTo>
                    <a:pt x="292" y="3796"/>
                  </a:lnTo>
                  <a:lnTo>
                    <a:pt x="265" y="3808"/>
                  </a:lnTo>
                  <a:lnTo>
                    <a:pt x="227" y="3826"/>
                  </a:lnTo>
                  <a:lnTo>
                    <a:pt x="214" y="3832"/>
                  </a:lnTo>
                  <a:lnTo>
                    <a:pt x="199" y="3839"/>
                  </a:lnTo>
                  <a:lnTo>
                    <a:pt x="180" y="3843"/>
                  </a:lnTo>
                  <a:lnTo>
                    <a:pt x="148" y="3860"/>
                  </a:lnTo>
                  <a:lnTo>
                    <a:pt x="106" y="3877"/>
                  </a:lnTo>
                  <a:lnTo>
                    <a:pt x="0" y="3808"/>
                  </a:lnTo>
                  <a:lnTo>
                    <a:pt x="13" y="3685"/>
                  </a:lnTo>
                  <a:lnTo>
                    <a:pt x="9" y="3654"/>
                  </a:lnTo>
                  <a:lnTo>
                    <a:pt x="5" y="3621"/>
                  </a:lnTo>
                  <a:lnTo>
                    <a:pt x="1" y="3610"/>
                  </a:lnTo>
                  <a:lnTo>
                    <a:pt x="0" y="3604"/>
                  </a:lnTo>
                  <a:lnTo>
                    <a:pt x="1" y="3596"/>
                  </a:lnTo>
                  <a:lnTo>
                    <a:pt x="6" y="3591"/>
                  </a:lnTo>
                  <a:lnTo>
                    <a:pt x="23" y="3552"/>
                  </a:lnTo>
                  <a:lnTo>
                    <a:pt x="35" y="3522"/>
                  </a:lnTo>
                  <a:lnTo>
                    <a:pt x="39" y="3500"/>
                  </a:lnTo>
                  <a:lnTo>
                    <a:pt x="57" y="3454"/>
                  </a:lnTo>
                  <a:lnTo>
                    <a:pt x="91" y="3411"/>
                  </a:lnTo>
                  <a:lnTo>
                    <a:pt x="252" y="3222"/>
                  </a:lnTo>
                  <a:lnTo>
                    <a:pt x="254" y="3200"/>
                  </a:lnTo>
                  <a:lnTo>
                    <a:pt x="261" y="3176"/>
                  </a:lnTo>
                  <a:lnTo>
                    <a:pt x="268" y="3153"/>
                  </a:lnTo>
                  <a:lnTo>
                    <a:pt x="269" y="3143"/>
                  </a:lnTo>
                  <a:lnTo>
                    <a:pt x="303" y="3018"/>
                  </a:lnTo>
                  <a:lnTo>
                    <a:pt x="324" y="2987"/>
                  </a:lnTo>
                  <a:lnTo>
                    <a:pt x="352" y="2996"/>
                  </a:lnTo>
                  <a:lnTo>
                    <a:pt x="367" y="3036"/>
                  </a:lnTo>
                  <a:lnTo>
                    <a:pt x="449" y="3256"/>
                  </a:lnTo>
                  <a:lnTo>
                    <a:pt x="471" y="3314"/>
                  </a:lnTo>
                  <a:lnTo>
                    <a:pt x="466" y="3401"/>
                  </a:lnTo>
                  <a:lnTo>
                    <a:pt x="467" y="3407"/>
                  </a:lnTo>
                  <a:lnTo>
                    <a:pt x="467" y="3427"/>
                  </a:lnTo>
                  <a:lnTo>
                    <a:pt x="463" y="3460"/>
                  </a:lnTo>
                  <a:lnTo>
                    <a:pt x="463" y="3475"/>
                  </a:lnTo>
                  <a:lnTo>
                    <a:pt x="459" y="3511"/>
                  </a:lnTo>
                  <a:lnTo>
                    <a:pt x="433" y="3630"/>
                  </a:lnTo>
                  <a:lnTo>
                    <a:pt x="454" y="3723"/>
                  </a:lnTo>
                  <a:lnTo>
                    <a:pt x="531" y="3779"/>
                  </a:lnTo>
                  <a:lnTo>
                    <a:pt x="653" y="3827"/>
                  </a:lnTo>
                  <a:lnTo>
                    <a:pt x="661" y="3829"/>
                  </a:lnTo>
                  <a:lnTo>
                    <a:pt x="675" y="3831"/>
                  </a:lnTo>
                  <a:lnTo>
                    <a:pt x="686" y="3836"/>
                  </a:lnTo>
                  <a:lnTo>
                    <a:pt x="695" y="3843"/>
                  </a:lnTo>
                  <a:lnTo>
                    <a:pt x="712" y="3847"/>
                  </a:lnTo>
                  <a:lnTo>
                    <a:pt x="732" y="3854"/>
                  </a:lnTo>
                  <a:lnTo>
                    <a:pt x="736" y="3860"/>
                  </a:lnTo>
                  <a:lnTo>
                    <a:pt x="742" y="3921"/>
                  </a:lnTo>
                  <a:lnTo>
                    <a:pt x="743" y="3927"/>
                  </a:lnTo>
                  <a:lnTo>
                    <a:pt x="743" y="3938"/>
                  </a:lnTo>
                  <a:lnTo>
                    <a:pt x="756" y="4075"/>
                  </a:lnTo>
                  <a:lnTo>
                    <a:pt x="751" y="4096"/>
                  </a:lnTo>
                  <a:lnTo>
                    <a:pt x="742" y="4115"/>
                  </a:lnTo>
                  <a:lnTo>
                    <a:pt x="723" y="4138"/>
                  </a:lnTo>
                  <a:lnTo>
                    <a:pt x="695" y="4164"/>
                  </a:lnTo>
                  <a:lnTo>
                    <a:pt x="659" y="4186"/>
                  </a:lnTo>
                  <a:lnTo>
                    <a:pt x="636" y="4204"/>
                  </a:lnTo>
                  <a:lnTo>
                    <a:pt x="627" y="4221"/>
                  </a:lnTo>
                  <a:lnTo>
                    <a:pt x="632" y="4252"/>
                  </a:lnTo>
                  <a:lnTo>
                    <a:pt x="635" y="4267"/>
                  </a:lnTo>
                  <a:lnTo>
                    <a:pt x="640" y="4279"/>
                  </a:lnTo>
                  <a:lnTo>
                    <a:pt x="643" y="4286"/>
                  </a:lnTo>
                  <a:lnTo>
                    <a:pt x="643" y="4292"/>
                  </a:lnTo>
                  <a:lnTo>
                    <a:pt x="641" y="4299"/>
                  </a:lnTo>
                  <a:lnTo>
                    <a:pt x="638" y="4309"/>
                  </a:lnTo>
                  <a:lnTo>
                    <a:pt x="638" y="4322"/>
                  </a:lnTo>
                  <a:lnTo>
                    <a:pt x="651" y="4351"/>
                  </a:lnTo>
                  <a:lnTo>
                    <a:pt x="702" y="4409"/>
                  </a:lnTo>
                  <a:lnTo>
                    <a:pt x="721" y="4424"/>
                  </a:lnTo>
                  <a:lnTo>
                    <a:pt x="737" y="4430"/>
                  </a:lnTo>
                  <a:lnTo>
                    <a:pt x="745" y="4434"/>
                  </a:lnTo>
                  <a:lnTo>
                    <a:pt x="752" y="4439"/>
                  </a:lnTo>
                  <a:lnTo>
                    <a:pt x="755" y="4447"/>
                  </a:lnTo>
                  <a:lnTo>
                    <a:pt x="759" y="4460"/>
                  </a:lnTo>
                  <a:lnTo>
                    <a:pt x="762" y="4466"/>
                  </a:lnTo>
                  <a:lnTo>
                    <a:pt x="801" y="4478"/>
                  </a:lnTo>
                  <a:lnTo>
                    <a:pt x="868" y="4482"/>
                  </a:lnTo>
                  <a:lnTo>
                    <a:pt x="876" y="4480"/>
                  </a:lnTo>
                  <a:lnTo>
                    <a:pt x="888" y="4478"/>
                  </a:lnTo>
                  <a:lnTo>
                    <a:pt x="896" y="4476"/>
                  </a:lnTo>
                  <a:lnTo>
                    <a:pt x="901" y="4475"/>
                  </a:lnTo>
                  <a:lnTo>
                    <a:pt x="920" y="4469"/>
                  </a:lnTo>
                  <a:lnTo>
                    <a:pt x="945" y="4456"/>
                  </a:lnTo>
                  <a:lnTo>
                    <a:pt x="951" y="4449"/>
                  </a:lnTo>
                  <a:lnTo>
                    <a:pt x="953" y="4439"/>
                  </a:lnTo>
                  <a:lnTo>
                    <a:pt x="953" y="4430"/>
                  </a:lnTo>
                  <a:lnTo>
                    <a:pt x="949" y="4423"/>
                  </a:lnTo>
                  <a:lnTo>
                    <a:pt x="1042" y="4325"/>
                  </a:lnTo>
                  <a:lnTo>
                    <a:pt x="1168" y="4219"/>
                  </a:lnTo>
                  <a:lnTo>
                    <a:pt x="1233" y="4210"/>
                  </a:lnTo>
                  <a:lnTo>
                    <a:pt x="1263" y="4224"/>
                  </a:lnTo>
                  <a:lnTo>
                    <a:pt x="1294" y="4230"/>
                  </a:lnTo>
                  <a:lnTo>
                    <a:pt x="1337" y="4220"/>
                  </a:lnTo>
                  <a:lnTo>
                    <a:pt x="1374" y="4200"/>
                  </a:lnTo>
                  <a:lnTo>
                    <a:pt x="1400" y="4186"/>
                  </a:lnTo>
                  <a:lnTo>
                    <a:pt x="1446" y="4185"/>
                  </a:lnTo>
                  <a:lnTo>
                    <a:pt x="1452" y="4202"/>
                  </a:lnTo>
                  <a:lnTo>
                    <a:pt x="1485" y="4306"/>
                  </a:lnTo>
                  <a:lnTo>
                    <a:pt x="1469" y="4444"/>
                  </a:lnTo>
                  <a:lnTo>
                    <a:pt x="1453" y="4511"/>
                  </a:lnTo>
                  <a:lnTo>
                    <a:pt x="1509" y="4666"/>
                  </a:lnTo>
                  <a:lnTo>
                    <a:pt x="1521" y="4687"/>
                  </a:lnTo>
                  <a:lnTo>
                    <a:pt x="1532" y="4715"/>
                  </a:lnTo>
                  <a:lnTo>
                    <a:pt x="1539" y="4735"/>
                  </a:lnTo>
                  <a:lnTo>
                    <a:pt x="1545" y="4748"/>
                  </a:lnTo>
                  <a:lnTo>
                    <a:pt x="1551" y="4772"/>
                  </a:lnTo>
                  <a:lnTo>
                    <a:pt x="1554" y="4791"/>
                  </a:lnTo>
                  <a:lnTo>
                    <a:pt x="1623" y="4772"/>
                  </a:lnTo>
                  <a:lnTo>
                    <a:pt x="1654" y="4763"/>
                  </a:lnTo>
                  <a:lnTo>
                    <a:pt x="1685" y="4752"/>
                  </a:lnTo>
                  <a:lnTo>
                    <a:pt x="1752" y="4731"/>
                  </a:lnTo>
                  <a:lnTo>
                    <a:pt x="1769" y="4715"/>
                  </a:lnTo>
                  <a:lnTo>
                    <a:pt x="1776" y="4707"/>
                  </a:lnTo>
                  <a:lnTo>
                    <a:pt x="1823" y="4657"/>
                  </a:lnTo>
                  <a:lnTo>
                    <a:pt x="1889" y="4493"/>
                  </a:lnTo>
                  <a:lnTo>
                    <a:pt x="1890" y="4482"/>
                  </a:lnTo>
                  <a:lnTo>
                    <a:pt x="1893" y="4433"/>
                  </a:lnTo>
                  <a:lnTo>
                    <a:pt x="1894" y="4420"/>
                  </a:lnTo>
                  <a:lnTo>
                    <a:pt x="1892" y="4414"/>
                  </a:lnTo>
                  <a:lnTo>
                    <a:pt x="1890" y="4408"/>
                  </a:lnTo>
                  <a:lnTo>
                    <a:pt x="1888" y="4398"/>
                  </a:lnTo>
                  <a:lnTo>
                    <a:pt x="1885" y="4393"/>
                  </a:lnTo>
                  <a:lnTo>
                    <a:pt x="1880" y="4389"/>
                  </a:lnTo>
                  <a:lnTo>
                    <a:pt x="1871" y="4384"/>
                  </a:lnTo>
                  <a:lnTo>
                    <a:pt x="1863" y="4382"/>
                  </a:lnTo>
                  <a:lnTo>
                    <a:pt x="1857" y="4382"/>
                  </a:lnTo>
                  <a:lnTo>
                    <a:pt x="1844" y="4348"/>
                  </a:lnTo>
                  <a:lnTo>
                    <a:pt x="1846" y="4318"/>
                  </a:lnTo>
                  <a:lnTo>
                    <a:pt x="1850" y="4295"/>
                  </a:lnTo>
                  <a:lnTo>
                    <a:pt x="1848" y="4288"/>
                  </a:lnTo>
                  <a:lnTo>
                    <a:pt x="1848" y="4283"/>
                  </a:lnTo>
                  <a:lnTo>
                    <a:pt x="1849" y="4275"/>
                  </a:lnTo>
                  <a:lnTo>
                    <a:pt x="1850" y="4264"/>
                  </a:lnTo>
                  <a:lnTo>
                    <a:pt x="1849" y="4259"/>
                  </a:lnTo>
                  <a:lnTo>
                    <a:pt x="1860" y="4202"/>
                  </a:lnTo>
                  <a:lnTo>
                    <a:pt x="1872" y="4181"/>
                  </a:lnTo>
                  <a:lnTo>
                    <a:pt x="1877" y="4181"/>
                  </a:lnTo>
                  <a:lnTo>
                    <a:pt x="1884" y="4181"/>
                  </a:lnTo>
                  <a:lnTo>
                    <a:pt x="1895" y="4180"/>
                  </a:lnTo>
                  <a:lnTo>
                    <a:pt x="1901" y="4177"/>
                  </a:lnTo>
                  <a:lnTo>
                    <a:pt x="1939" y="4160"/>
                  </a:lnTo>
                  <a:lnTo>
                    <a:pt x="1949" y="4158"/>
                  </a:lnTo>
                  <a:lnTo>
                    <a:pt x="1956" y="4151"/>
                  </a:lnTo>
                  <a:lnTo>
                    <a:pt x="1963" y="4148"/>
                  </a:lnTo>
                  <a:lnTo>
                    <a:pt x="2267" y="4221"/>
                  </a:lnTo>
                  <a:lnTo>
                    <a:pt x="2424" y="4385"/>
                  </a:lnTo>
                  <a:lnTo>
                    <a:pt x="2433" y="4401"/>
                  </a:lnTo>
                  <a:lnTo>
                    <a:pt x="2438" y="4404"/>
                  </a:lnTo>
                  <a:lnTo>
                    <a:pt x="2450" y="4415"/>
                  </a:lnTo>
                  <a:lnTo>
                    <a:pt x="2481" y="4440"/>
                  </a:lnTo>
                  <a:lnTo>
                    <a:pt x="2535" y="4463"/>
                  </a:lnTo>
                  <a:lnTo>
                    <a:pt x="2552" y="4471"/>
                  </a:lnTo>
                  <a:lnTo>
                    <a:pt x="2578" y="4468"/>
                  </a:lnTo>
                  <a:lnTo>
                    <a:pt x="2587" y="4469"/>
                  </a:lnTo>
                  <a:lnTo>
                    <a:pt x="2596" y="4466"/>
                  </a:lnTo>
                  <a:lnTo>
                    <a:pt x="2712" y="4308"/>
                  </a:lnTo>
                  <a:lnTo>
                    <a:pt x="2719" y="4300"/>
                  </a:lnTo>
                  <a:lnTo>
                    <a:pt x="2734" y="4277"/>
                  </a:lnTo>
                  <a:lnTo>
                    <a:pt x="2740" y="4265"/>
                  </a:lnTo>
                  <a:lnTo>
                    <a:pt x="2742" y="4249"/>
                  </a:lnTo>
                  <a:lnTo>
                    <a:pt x="2741" y="4206"/>
                  </a:lnTo>
                  <a:lnTo>
                    <a:pt x="2728" y="4192"/>
                  </a:lnTo>
                  <a:lnTo>
                    <a:pt x="2702" y="4175"/>
                  </a:lnTo>
                  <a:lnTo>
                    <a:pt x="2655" y="4142"/>
                  </a:lnTo>
                  <a:lnTo>
                    <a:pt x="2633" y="4105"/>
                  </a:lnTo>
                  <a:lnTo>
                    <a:pt x="2616" y="4076"/>
                  </a:lnTo>
                  <a:lnTo>
                    <a:pt x="2602" y="4053"/>
                  </a:lnTo>
                  <a:lnTo>
                    <a:pt x="2599" y="4048"/>
                  </a:lnTo>
                  <a:lnTo>
                    <a:pt x="2584" y="4028"/>
                  </a:lnTo>
                  <a:lnTo>
                    <a:pt x="2580" y="4022"/>
                  </a:lnTo>
                  <a:lnTo>
                    <a:pt x="2579" y="4014"/>
                  </a:lnTo>
                  <a:lnTo>
                    <a:pt x="2571" y="3980"/>
                  </a:lnTo>
                  <a:lnTo>
                    <a:pt x="2568" y="3972"/>
                  </a:lnTo>
                  <a:lnTo>
                    <a:pt x="2566" y="3965"/>
                  </a:lnTo>
                  <a:lnTo>
                    <a:pt x="2556" y="3947"/>
                  </a:lnTo>
                  <a:lnTo>
                    <a:pt x="2550" y="3942"/>
                  </a:lnTo>
                  <a:lnTo>
                    <a:pt x="2544" y="3934"/>
                  </a:lnTo>
                  <a:lnTo>
                    <a:pt x="2540" y="3930"/>
                  </a:lnTo>
                  <a:lnTo>
                    <a:pt x="2537" y="3925"/>
                  </a:lnTo>
                  <a:lnTo>
                    <a:pt x="2544" y="3860"/>
                  </a:lnTo>
                  <a:lnTo>
                    <a:pt x="2557" y="3844"/>
                  </a:lnTo>
                  <a:lnTo>
                    <a:pt x="2561" y="3841"/>
                  </a:lnTo>
                  <a:lnTo>
                    <a:pt x="2566" y="3837"/>
                  </a:lnTo>
                  <a:lnTo>
                    <a:pt x="2569" y="3833"/>
                  </a:lnTo>
                  <a:lnTo>
                    <a:pt x="2580" y="3820"/>
                  </a:lnTo>
                  <a:lnTo>
                    <a:pt x="2591" y="3801"/>
                  </a:lnTo>
                  <a:lnTo>
                    <a:pt x="2606" y="3784"/>
                  </a:lnTo>
                  <a:lnTo>
                    <a:pt x="2644" y="3793"/>
                  </a:lnTo>
                  <a:lnTo>
                    <a:pt x="2690" y="3829"/>
                  </a:lnTo>
                  <a:lnTo>
                    <a:pt x="2711" y="3831"/>
                  </a:lnTo>
                  <a:lnTo>
                    <a:pt x="2728" y="3831"/>
                  </a:lnTo>
                  <a:lnTo>
                    <a:pt x="2741" y="3830"/>
                  </a:lnTo>
                  <a:lnTo>
                    <a:pt x="2747" y="3827"/>
                  </a:lnTo>
                  <a:lnTo>
                    <a:pt x="2911" y="3743"/>
                  </a:lnTo>
                  <a:lnTo>
                    <a:pt x="2922" y="3738"/>
                  </a:lnTo>
                  <a:lnTo>
                    <a:pt x="2925" y="3730"/>
                  </a:lnTo>
                  <a:lnTo>
                    <a:pt x="2895" y="3334"/>
                  </a:lnTo>
                  <a:lnTo>
                    <a:pt x="2890" y="3329"/>
                  </a:lnTo>
                  <a:lnTo>
                    <a:pt x="2759" y="3192"/>
                  </a:lnTo>
                  <a:lnTo>
                    <a:pt x="2637" y="3126"/>
                  </a:lnTo>
                  <a:lnTo>
                    <a:pt x="2499" y="3071"/>
                  </a:lnTo>
                  <a:lnTo>
                    <a:pt x="2399" y="3065"/>
                  </a:lnTo>
                  <a:lnTo>
                    <a:pt x="2358" y="3091"/>
                  </a:lnTo>
                  <a:lnTo>
                    <a:pt x="2347" y="3098"/>
                  </a:lnTo>
                  <a:lnTo>
                    <a:pt x="2337" y="3102"/>
                  </a:lnTo>
                  <a:lnTo>
                    <a:pt x="2254" y="3138"/>
                  </a:lnTo>
                  <a:lnTo>
                    <a:pt x="2151" y="3232"/>
                  </a:lnTo>
                  <a:lnTo>
                    <a:pt x="2025" y="3301"/>
                  </a:lnTo>
                  <a:lnTo>
                    <a:pt x="2008" y="3302"/>
                  </a:lnTo>
                  <a:lnTo>
                    <a:pt x="1670" y="3354"/>
                  </a:lnTo>
                  <a:lnTo>
                    <a:pt x="1508" y="3417"/>
                  </a:lnTo>
                  <a:lnTo>
                    <a:pt x="1387" y="3391"/>
                  </a:lnTo>
                  <a:lnTo>
                    <a:pt x="1299" y="3361"/>
                  </a:lnTo>
                  <a:lnTo>
                    <a:pt x="1157" y="3268"/>
                  </a:lnTo>
                  <a:lnTo>
                    <a:pt x="1133" y="3259"/>
                  </a:lnTo>
                  <a:lnTo>
                    <a:pt x="1026" y="3219"/>
                  </a:lnTo>
                  <a:lnTo>
                    <a:pt x="1005" y="3211"/>
                  </a:lnTo>
                  <a:lnTo>
                    <a:pt x="963" y="2967"/>
                  </a:lnTo>
                  <a:lnTo>
                    <a:pt x="990" y="2885"/>
                  </a:lnTo>
                  <a:lnTo>
                    <a:pt x="1021" y="2851"/>
                  </a:lnTo>
                  <a:lnTo>
                    <a:pt x="1069" y="2869"/>
                  </a:lnTo>
                  <a:lnTo>
                    <a:pt x="1078" y="2874"/>
                  </a:lnTo>
                  <a:lnTo>
                    <a:pt x="1164" y="2901"/>
                  </a:lnTo>
                  <a:lnTo>
                    <a:pt x="1252" y="2931"/>
                  </a:lnTo>
                  <a:lnTo>
                    <a:pt x="1491" y="3008"/>
                  </a:lnTo>
                  <a:lnTo>
                    <a:pt x="1637" y="2956"/>
                  </a:lnTo>
                  <a:lnTo>
                    <a:pt x="1826" y="2495"/>
                  </a:lnTo>
                  <a:lnTo>
                    <a:pt x="1691" y="2360"/>
                  </a:lnTo>
                  <a:lnTo>
                    <a:pt x="1651" y="2321"/>
                  </a:lnTo>
                  <a:lnTo>
                    <a:pt x="1622" y="2293"/>
                  </a:lnTo>
                  <a:lnTo>
                    <a:pt x="1613" y="2285"/>
                  </a:lnTo>
                  <a:lnTo>
                    <a:pt x="1571" y="2244"/>
                  </a:lnTo>
                  <a:lnTo>
                    <a:pt x="1442" y="2388"/>
                  </a:lnTo>
                  <a:lnTo>
                    <a:pt x="1416" y="2405"/>
                  </a:lnTo>
                  <a:lnTo>
                    <a:pt x="1398" y="2417"/>
                  </a:lnTo>
                  <a:lnTo>
                    <a:pt x="1355" y="2444"/>
                  </a:lnTo>
                  <a:lnTo>
                    <a:pt x="1334" y="2457"/>
                  </a:lnTo>
                  <a:lnTo>
                    <a:pt x="1211" y="2537"/>
                  </a:lnTo>
                  <a:lnTo>
                    <a:pt x="1162" y="2537"/>
                  </a:lnTo>
                  <a:lnTo>
                    <a:pt x="943" y="2541"/>
                  </a:lnTo>
                  <a:lnTo>
                    <a:pt x="932" y="2526"/>
                  </a:lnTo>
                  <a:lnTo>
                    <a:pt x="908" y="2527"/>
                  </a:lnTo>
                  <a:lnTo>
                    <a:pt x="864" y="2529"/>
                  </a:lnTo>
                  <a:lnTo>
                    <a:pt x="832" y="2532"/>
                  </a:lnTo>
                  <a:lnTo>
                    <a:pt x="868" y="2476"/>
                  </a:lnTo>
                  <a:lnTo>
                    <a:pt x="880" y="2453"/>
                  </a:lnTo>
                  <a:lnTo>
                    <a:pt x="888" y="2439"/>
                  </a:lnTo>
                  <a:lnTo>
                    <a:pt x="898" y="2425"/>
                  </a:lnTo>
                  <a:lnTo>
                    <a:pt x="902" y="2419"/>
                  </a:lnTo>
                  <a:lnTo>
                    <a:pt x="905" y="2405"/>
                  </a:lnTo>
                  <a:lnTo>
                    <a:pt x="907" y="2398"/>
                  </a:lnTo>
                  <a:lnTo>
                    <a:pt x="909" y="2392"/>
                  </a:lnTo>
                  <a:lnTo>
                    <a:pt x="1015" y="2181"/>
                  </a:lnTo>
                  <a:lnTo>
                    <a:pt x="1196" y="1949"/>
                  </a:lnTo>
                  <a:lnTo>
                    <a:pt x="1227" y="1897"/>
                  </a:lnTo>
                  <a:lnTo>
                    <a:pt x="1237" y="1872"/>
                  </a:lnTo>
                  <a:lnTo>
                    <a:pt x="1238" y="1865"/>
                  </a:lnTo>
                  <a:lnTo>
                    <a:pt x="1235" y="1829"/>
                  </a:lnTo>
                  <a:lnTo>
                    <a:pt x="1196" y="1720"/>
                  </a:lnTo>
                  <a:lnTo>
                    <a:pt x="1136" y="1628"/>
                  </a:lnTo>
                  <a:lnTo>
                    <a:pt x="986" y="1412"/>
                  </a:lnTo>
                  <a:lnTo>
                    <a:pt x="972" y="1333"/>
                  </a:lnTo>
                  <a:lnTo>
                    <a:pt x="984" y="1315"/>
                  </a:lnTo>
                  <a:lnTo>
                    <a:pt x="1363" y="1313"/>
                  </a:lnTo>
                  <a:lnTo>
                    <a:pt x="1577" y="1312"/>
                  </a:lnTo>
                  <a:lnTo>
                    <a:pt x="1618" y="1299"/>
                  </a:lnTo>
                  <a:lnTo>
                    <a:pt x="1673" y="1281"/>
                  </a:lnTo>
                  <a:lnTo>
                    <a:pt x="1690" y="1269"/>
                  </a:lnTo>
                  <a:lnTo>
                    <a:pt x="1913" y="1064"/>
                  </a:lnTo>
                  <a:lnTo>
                    <a:pt x="1918" y="1060"/>
                  </a:lnTo>
                  <a:lnTo>
                    <a:pt x="1924" y="1053"/>
                  </a:lnTo>
                  <a:lnTo>
                    <a:pt x="1929" y="1046"/>
                  </a:lnTo>
                  <a:lnTo>
                    <a:pt x="1931" y="1040"/>
                  </a:lnTo>
                  <a:lnTo>
                    <a:pt x="1978" y="1017"/>
                  </a:lnTo>
                  <a:lnTo>
                    <a:pt x="2104" y="1121"/>
                  </a:lnTo>
                  <a:lnTo>
                    <a:pt x="2113" y="1139"/>
                  </a:lnTo>
                  <a:lnTo>
                    <a:pt x="2121" y="1159"/>
                  </a:lnTo>
                  <a:lnTo>
                    <a:pt x="2127" y="1183"/>
                  </a:lnTo>
                  <a:lnTo>
                    <a:pt x="2130" y="1212"/>
                  </a:lnTo>
                  <a:lnTo>
                    <a:pt x="2129" y="1227"/>
                  </a:lnTo>
                  <a:lnTo>
                    <a:pt x="2124" y="1245"/>
                  </a:lnTo>
                  <a:lnTo>
                    <a:pt x="2122" y="1252"/>
                  </a:lnTo>
                  <a:lnTo>
                    <a:pt x="2121" y="1260"/>
                  </a:lnTo>
                  <a:lnTo>
                    <a:pt x="2121" y="1268"/>
                  </a:lnTo>
                  <a:lnTo>
                    <a:pt x="2119" y="1275"/>
                  </a:lnTo>
                  <a:lnTo>
                    <a:pt x="2113" y="1283"/>
                  </a:lnTo>
                  <a:lnTo>
                    <a:pt x="2048" y="1342"/>
                  </a:lnTo>
                  <a:lnTo>
                    <a:pt x="2025" y="1356"/>
                  </a:lnTo>
                  <a:lnTo>
                    <a:pt x="2006" y="1368"/>
                  </a:lnTo>
                  <a:lnTo>
                    <a:pt x="1957" y="1427"/>
                  </a:lnTo>
                  <a:lnTo>
                    <a:pt x="1967" y="1606"/>
                  </a:lnTo>
                  <a:lnTo>
                    <a:pt x="2115" y="1953"/>
                  </a:lnTo>
                  <a:lnTo>
                    <a:pt x="2119" y="1959"/>
                  </a:lnTo>
                  <a:lnTo>
                    <a:pt x="2126" y="1964"/>
                  </a:lnTo>
                  <a:lnTo>
                    <a:pt x="2129" y="1971"/>
                  </a:lnTo>
                  <a:lnTo>
                    <a:pt x="2131" y="1978"/>
                  </a:lnTo>
                  <a:lnTo>
                    <a:pt x="2137" y="1989"/>
                  </a:lnTo>
                  <a:lnTo>
                    <a:pt x="2186" y="2024"/>
                  </a:lnTo>
                  <a:lnTo>
                    <a:pt x="2222" y="2025"/>
                  </a:lnTo>
                  <a:lnTo>
                    <a:pt x="2301" y="2011"/>
                  </a:lnTo>
                  <a:lnTo>
                    <a:pt x="2519" y="1963"/>
                  </a:lnTo>
                  <a:lnTo>
                    <a:pt x="2663" y="1902"/>
                  </a:lnTo>
                  <a:lnTo>
                    <a:pt x="2770" y="1814"/>
                  </a:lnTo>
                  <a:lnTo>
                    <a:pt x="2786" y="1795"/>
                  </a:lnTo>
                  <a:lnTo>
                    <a:pt x="2791" y="1789"/>
                  </a:lnTo>
                  <a:lnTo>
                    <a:pt x="2788" y="1782"/>
                  </a:lnTo>
                  <a:lnTo>
                    <a:pt x="2725" y="1649"/>
                  </a:lnTo>
                  <a:lnTo>
                    <a:pt x="2702" y="1459"/>
                  </a:lnTo>
                  <a:lnTo>
                    <a:pt x="2705" y="1452"/>
                  </a:lnTo>
                  <a:lnTo>
                    <a:pt x="2710" y="1446"/>
                  </a:lnTo>
                  <a:lnTo>
                    <a:pt x="2720" y="1435"/>
                  </a:lnTo>
                  <a:lnTo>
                    <a:pt x="2723" y="1425"/>
                  </a:lnTo>
                  <a:lnTo>
                    <a:pt x="2725" y="1418"/>
                  </a:lnTo>
                  <a:lnTo>
                    <a:pt x="2748" y="1406"/>
                  </a:lnTo>
                  <a:lnTo>
                    <a:pt x="2754" y="1394"/>
                  </a:lnTo>
                  <a:lnTo>
                    <a:pt x="2758" y="1384"/>
                  </a:lnTo>
                  <a:lnTo>
                    <a:pt x="2768" y="1380"/>
                  </a:lnTo>
                  <a:lnTo>
                    <a:pt x="2785" y="1377"/>
                  </a:lnTo>
                  <a:lnTo>
                    <a:pt x="2799" y="1370"/>
                  </a:lnTo>
                  <a:lnTo>
                    <a:pt x="2807" y="1359"/>
                  </a:lnTo>
                  <a:lnTo>
                    <a:pt x="2813" y="1350"/>
                  </a:lnTo>
                  <a:lnTo>
                    <a:pt x="2822" y="1347"/>
                  </a:lnTo>
                  <a:lnTo>
                    <a:pt x="2832" y="1347"/>
                  </a:lnTo>
                  <a:lnTo>
                    <a:pt x="2865" y="1352"/>
                  </a:lnTo>
                  <a:lnTo>
                    <a:pt x="2911" y="1353"/>
                  </a:lnTo>
                  <a:lnTo>
                    <a:pt x="3093" y="1314"/>
                  </a:lnTo>
                  <a:lnTo>
                    <a:pt x="3109" y="1289"/>
                  </a:lnTo>
                  <a:lnTo>
                    <a:pt x="3116" y="1252"/>
                  </a:lnTo>
                  <a:lnTo>
                    <a:pt x="3152" y="865"/>
                  </a:lnTo>
                  <a:lnTo>
                    <a:pt x="2972" y="645"/>
                  </a:lnTo>
                  <a:lnTo>
                    <a:pt x="2952" y="628"/>
                  </a:lnTo>
                  <a:lnTo>
                    <a:pt x="2935" y="617"/>
                  </a:lnTo>
                  <a:lnTo>
                    <a:pt x="2920" y="548"/>
                  </a:lnTo>
                  <a:lnTo>
                    <a:pt x="2920" y="506"/>
                  </a:lnTo>
                  <a:lnTo>
                    <a:pt x="2919" y="496"/>
                  </a:lnTo>
                  <a:lnTo>
                    <a:pt x="2922" y="491"/>
                  </a:lnTo>
                  <a:lnTo>
                    <a:pt x="2925" y="486"/>
                  </a:lnTo>
                  <a:lnTo>
                    <a:pt x="2932" y="473"/>
                  </a:lnTo>
                  <a:lnTo>
                    <a:pt x="2940" y="461"/>
                  </a:lnTo>
                  <a:lnTo>
                    <a:pt x="2953" y="458"/>
                  </a:lnTo>
                  <a:lnTo>
                    <a:pt x="2998" y="450"/>
                  </a:lnTo>
                  <a:lnTo>
                    <a:pt x="3024" y="450"/>
                  </a:lnTo>
                  <a:lnTo>
                    <a:pt x="3036" y="438"/>
                  </a:lnTo>
                  <a:lnTo>
                    <a:pt x="3042" y="426"/>
                  </a:lnTo>
                  <a:lnTo>
                    <a:pt x="3042" y="411"/>
                  </a:lnTo>
                  <a:lnTo>
                    <a:pt x="3043" y="401"/>
                  </a:lnTo>
                  <a:lnTo>
                    <a:pt x="3041" y="379"/>
                  </a:lnTo>
                  <a:lnTo>
                    <a:pt x="3041" y="372"/>
                  </a:lnTo>
                  <a:lnTo>
                    <a:pt x="3041" y="363"/>
                  </a:lnTo>
                  <a:lnTo>
                    <a:pt x="3041" y="353"/>
                  </a:lnTo>
                  <a:lnTo>
                    <a:pt x="3041" y="341"/>
                  </a:lnTo>
                  <a:lnTo>
                    <a:pt x="3041" y="331"/>
                  </a:lnTo>
                  <a:lnTo>
                    <a:pt x="3043" y="321"/>
                  </a:lnTo>
                  <a:lnTo>
                    <a:pt x="3044" y="301"/>
                  </a:lnTo>
                  <a:lnTo>
                    <a:pt x="3054" y="224"/>
                  </a:lnTo>
                  <a:lnTo>
                    <a:pt x="3272" y="226"/>
                  </a:lnTo>
                  <a:lnTo>
                    <a:pt x="3282" y="225"/>
                  </a:lnTo>
                  <a:lnTo>
                    <a:pt x="3289" y="224"/>
                  </a:lnTo>
                  <a:lnTo>
                    <a:pt x="3367" y="218"/>
                  </a:lnTo>
                  <a:lnTo>
                    <a:pt x="3382" y="217"/>
                  </a:lnTo>
                  <a:lnTo>
                    <a:pt x="3384" y="236"/>
                  </a:lnTo>
                  <a:lnTo>
                    <a:pt x="3405" y="424"/>
                  </a:lnTo>
                  <a:lnTo>
                    <a:pt x="3410" y="425"/>
                  </a:lnTo>
                  <a:lnTo>
                    <a:pt x="3455" y="461"/>
                  </a:lnTo>
                  <a:lnTo>
                    <a:pt x="3506" y="479"/>
                  </a:lnTo>
                  <a:lnTo>
                    <a:pt x="3573" y="480"/>
                  </a:lnTo>
                  <a:lnTo>
                    <a:pt x="3655" y="456"/>
                  </a:lnTo>
                  <a:lnTo>
                    <a:pt x="3771" y="416"/>
                  </a:lnTo>
                  <a:lnTo>
                    <a:pt x="3806" y="371"/>
                  </a:lnTo>
                  <a:lnTo>
                    <a:pt x="3806" y="352"/>
                  </a:lnTo>
                  <a:lnTo>
                    <a:pt x="3784" y="285"/>
                  </a:lnTo>
                  <a:lnTo>
                    <a:pt x="3747" y="169"/>
                  </a:lnTo>
                  <a:lnTo>
                    <a:pt x="3808" y="159"/>
                  </a:lnTo>
                  <a:lnTo>
                    <a:pt x="3856" y="148"/>
                  </a:lnTo>
                  <a:lnTo>
                    <a:pt x="3969" y="143"/>
                  </a:lnTo>
                  <a:lnTo>
                    <a:pt x="3989" y="150"/>
                  </a:lnTo>
                  <a:lnTo>
                    <a:pt x="4032" y="163"/>
                  </a:lnTo>
                  <a:lnTo>
                    <a:pt x="4063" y="169"/>
                  </a:lnTo>
                  <a:lnTo>
                    <a:pt x="4151" y="176"/>
                  </a:lnTo>
                  <a:lnTo>
                    <a:pt x="4203" y="163"/>
                  </a:lnTo>
                  <a:lnTo>
                    <a:pt x="4212" y="161"/>
                  </a:lnTo>
                  <a:lnTo>
                    <a:pt x="4225" y="161"/>
                  </a:lnTo>
                  <a:lnTo>
                    <a:pt x="4232" y="166"/>
                  </a:lnTo>
                  <a:lnTo>
                    <a:pt x="4241" y="175"/>
                  </a:lnTo>
                  <a:lnTo>
                    <a:pt x="4243" y="257"/>
                  </a:lnTo>
                  <a:lnTo>
                    <a:pt x="4219" y="294"/>
                  </a:lnTo>
                  <a:lnTo>
                    <a:pt x="4150" y="336"/>
                  </a:lnTo>
                  <a:lnTo>
                    <a:pt x="4085" y="355"/>
                  </a:lnTo>
                  <a:lnTo>
                    <a:pt x="4078" y="361"/>
                  </a:lnTo>
                  <a:lnTo>
                    <a:pt x="4068" y="376"/>
                  </a:lnTo>
                  <a:lnTo>
                    <a:pt x="4058" y="398"/>
                  </a:lnTo>
                  <a:lnTo>
                    <a:pt x="4052" y="425"/>
                  </a:lnTo>
                  <a:lnTo>
                    <a:pt x="4049" y="438"/>
                  </a:lnTo>
                  <a:lnTo>
                    <a:pt x="4007" y="476"/>
                  </a:lnTo>
                  <a:lnTo>
                    <a:pt x="3992" y="509"/>
                  </a:lnTo>
                  <a:lnTo>
                    <a:pt x="3950" y="1010"/>
                  </a:lnTo>
                  <a:lnTo>
                    <a:pt x="3949" y="1021"/>
                  </a:lnTo>
                  <a:lnTo>
                    <a:pt x="3939" y="1246"/>
                  </a:lnTo>
                  <a:lnTo>
                    <a:pt x="3954" y="1655"/>
                  </a:lnTo>
                  <a:lnTo>
                    <a:pt x="3979" y="1670"/>
                  </a:lnTo>
                  <a:lnTo>
                    <a:pt x="4118" y="1591"/>
                  </a:lnTo>
                  <a:lnTo>
                    <a:pt x="4151" y="1572"/>
                  </a:lnTo>
                  <a:lnTo>
                    <a:pt x="4206" y="1483"/>
                  </a:lnTo>
                  <a:lnTo>
                    <a:pt x="4278" y="1358"/>
                  </a:lnTo>
                  <a:lnTo>
                    <a:pt x="4388" y="1101"/>
                  </a:lnTo>
                  <a:lnTo>
                    <a:pt x="4390" y="1092"/>
                  </a:lnTo>
                  <a:lnTo>
                    <a:pt x="4392" y="1086"/>
                  </a:lnTo>
                  <a:lnTo>
                    <a:pt x="4393" y="1080"/>
                  </a:lnTo>
                  <a:lnTo>
                    <a:pt x="4401" y="1013"/>
                  </a:lnTo>
                  <a:lnTo>
                    <a:pt x="4395" y="983"/>
                  </a:lnTo>
                  <a:lnTo>
                    <a:pt x="4387" y="956"/>
                  </a:lnTo>
                  <a:lnTo>
                    <a:pt x="4372" y="903"/>
                  </a:lnTo>
                  <a:lnTo>
                    <a:pt x="4347" y="831"/>
                  </a:lnTo>
                  <a:lnTo>
                    <a:pt x="4338" y="776"/>
                  </a:lnTo>
                  <a:lnTo>
                    <a:pt x="4355" y="749"/>
                  </a:lnTo>
                  <a:lnTo>
                    <a:pt x="4552" y="581"/>
                  </a:lnTo>
                  <a:lnTo>
                    <a:pt x="4559" y="581"/>
                  </a:lnTo>
                  <a:lnTo>
                    <a:pt x="4567" y="579"/>
                  </a:lnTo>
                  <a:lnTo>
                    <a:pt x="4580" y="579"/>
                  </a:lnTo>
                  <a:lnTo>
                    <a:pt x="4593" y="575"/>
                  </a:lnTo>
                  <a:lnTo>
                    <a:pt x="4644" y="568"/>
                  </a:lnTo>
                  <a:lnTo>
                    <a:pt x="4663" y="573"/>
                  </a:lnTo>
                  <a:lnTo>
                    <a:pt x="4668" y="579"/>
                  </a:lnTo>
                  <a:lnTo>
                    <a:pt x="4675" y="587"/>
                  </a:lnTo>
                  <a:lnTo>
                    <a:pt x="4685" y="600"/>
                  </a:lnTo>
                  <a:lnTo>
                    <a:pt x="4740" y="715"/>
                  </a:lnTo>
                  <a:lnTo>
                    <a:pt x="4744" y="724"/>
                  </a:lnTo>
                  <a:lnTo>
                    <a:pt x="4740" y="735"/>
                  </a:lnTo>
                  <a:lnTo>
                    <a:pt x="4685" y="861"/>
                  </a:lnTo>
                  <a:lnTo>
                    <a:pt x="4639" y="906"/>
                  </a:lnTo>
                  <a:lnTo>
                    <a:pt x="4633" y="912"/>
                  </a:lnTo>
                  <a:lnTo>
                    <a:pt x="4588" y="948"/>
                  </a:lnTo>
                  <a:lnTo>
                    <a:pt x="4576" y="985"/>
                  </a:lnTo>
                  <a:lnTo>
                    <a:pt x="4591" y="1023"/>
                  </a:lnTo>
                  <a:lnTo>
                    <a:pt x="4666" y="1210"/>
                  </a:lnTo>
                  <a:lnTo>
                    <a:pt x="4708" y="1241"/>
                  </a:lnTo>
                  <a:lnTo>
                    <a:pt x="4732" y="1259"/>
                  </a:lnTo>
                  <a:lnTo>
                    <a:pt x="4822" y="1209"/>
                  </a:lnTo>
                  <a:lnTo>
                    <a:pt x="4838" y="1200"/>
                  </a:lnTo>
                  <a:lnTo>
                    <a:pt x="4852" y="1183"/>
                  </a:lnTo>
                  <a:lnTo>
                    <a:pt x="4856" y="1164"/>
                  </a:lnTo>
                  <a:lnTo>
                    <a:pt x="4866" y="1095"/>
                  </a:lnTo>
                  <a:lnTo>
                    <a:pt x="4768" y="1044"/>
                  </a:lnTo>
                  <a:lnTo>
                    <a:pt x="4802" y="936"/>
                  </a:lnTo>
                  <a:lnTo>
                    <a:pt x="4807" y="920"/>
                  </a:lnTo>
                  <a:lnTo>
                    <a:pt x="4815" y="884"/>
                  </a:lnTo>
                  <a:lnTo>
                    <a:pt x="4822" y="869"/>
                  </a:lnTo>
                  <a:lnTo>
                    <a:pt x="4839" y="835"/>
                  </a:lnTo>
                  <a:lnTo>
                    <a:pt x="4851" y="814"/>
                  </a:lnTo>
                  <a:lnTo>
                    <a:pt x="4853" y="804"/>
                  </a:lnTo>
                  <a:lnTo>
                    <a:pt x="4850" y="795"/>
                  </a:lnTo>
                  <a:lnTo>
                    <a:pt x="4852" y="785"/>
                  </a:lnTo>
                  <a:lnTo>
                    <a:pt x="4856" y="769"/>
                  </a:lnTo>
                  <a:lnTo>
                    <a:pt x="4857" y="757"/>
                  </a:lnTo>
                  <a:lnTo>
                    <a:pt x="4860" y="747"/>
                  </a:lnTo>
                  <a:lnTo>
                    <a:pt x="4874" y="736"/>
                  </a:lnTo>
                  <a:lnTo>
                    <a:pt x="4890" y="731"/>
                  </a:lnTo>
                  <a:lnTo>
                    <a:pt x="4933" y="727"/>
                  </a:lnTo>
                  <a:lnTo>
                    <a:pt x="4938" y="725"/>
                  </a:lnTo>
                  <a:lnTo>
                    <a:pt x="4945" y="722"/>
                  </a:lnTo>
                  <a:lnTo>
                    <a:pt x="4977" y="709"/>
                  </a:lnTo>
                  <a:lnTo>
                    <a:pt x="4987" y="687"/>
                  </a:lnTo>
                  <a:lnTo>
                    <a:pt x="4986" y="597"/>
                  </a:lnTo>
                  <a:lnTo>
                    <a:pt x="4987" y="542"/>
                  </a:lnTo>
                  <a:lnTo>
                    <a:pt x="4993" y="478"/>
                  </a:lnTo>
                  <a:lnTo>
                    <a:pt x="4998" y="472"/>
                  </a:lnTo>
                  <a:lnTo>
                    <a:pt x="5038" y="438"/>
                  </a:lnTo>
                  <a:lnTo>
                    <a:pt x="5049" y="423"/>
                  </a:lnTo>
                  <a:lnTo>
                    <a:pt x="5071" y="387"/>
                  </a:lnTo>
                  <a:lnTo>
                    <a:pt x="5072" y="380"/>
                  </a:lnTo>
                  <a:lnTo>
                    <a:pt x="5129" y="142"/>
                  </a:lnTo>
                  <a:lnTo>
                    <a:pt x="5124" y="146"/>
                  </a:lnTo>
                  <a:lnTo>
                    <a:pt x="5115" y="151"/>
                  </a:lnTo>
                  <a:lnTo>
                    <a:pt x="5102" y="158"/>
                  </a:lnTo>
                  <a:lnTo>
                    <a:pt x="5093" y="161"/>
                  </a:lnTo>
                  <a:lnTo>
                    <a:pt x="5069" y="169"/>
                  </a:lnTo>
                  <a:lnTo>
                    <a:pt x="5060" y="171"/>
                  </a:lnTo>
                  <a:lnTo>
                    <a:pt x="5041" y="177"/>
                  </a:lnTo>
                  <a:lnTo>
                    <a:pt x="5024" y="181"/>
                  </a:lnTo>
                  <a:lnTo>
                    <a:pt x="5010" y="178"/>
                  </a:lnTo>
                  <a:lnTo>
                    <a:pt x="4997" y="176"/>
                  </a:lnTo>
                  <a:lnTo>
                    <a:pt x="4988" y="177"/>
                  </a:lnTo>
                  <a:lnTo>
                    <a:pt x="4979" y="175"/>
                  </a:lnTo>
                  <a:lnTo>
                    <a:pt x="4991" y="152"/>
                  </a:lnTo>
                  <a:lnTo>
                    <a:pt x="5043" y="117"/>
                  </a:lnTo>
                  <a:lnTo>
                    <a:pt x="5158" y="18"/>
                  </a:lnTo>
                  <a:lnTo>
                    <a:pt x="5212" y="0"/>
                  </a:lnTo>
                  <a:lnTo>
                    <a:pt x="5367" y="72"/>
                  </a:lnTo>
                  <a:lnTo>
                    <a:pt x="5381" y="77"/>
                  </a:lnTo>
                  <a:lnTo>
                    <a:pt x="5395" y="85"/>
                  </a:lnTo>
                  <a:lnTo>
                    <a:pt x="5402" y="95"/>
                  </a:lnTo>
                  <a:lnTo>
                    <a:pt x="5405" y="104"/>
                  </a:lnTo>
                  <a:lnTo>
                    <a:pt x="5405" y="115"/>
                  </a:lnTo>
                  <a:lnTo>
                    <a:pt x="5408" y="122"/>
                  </a:lnTo>
                  <a:lnTo>
                    <a:pt x="5415" y="130"/>
                  </a:lnTo>
                  <a:lnTo>
                    <a:pt x="5428" y="139"/>
                  </a:lnTo>
                  <a:lnTo>
                    <a:pt x="5447" y="152"/>
                  </a:lnTo>
                  <a:lnTo>
                    <a:pt x="5455" y="161"/>
                  </a:lnTo>
                  <a:lnTo>
                    <a:pt x="5466" y="17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l1128"/>
            <p:cNvSpPr/>
            <p:nvPr/>
          </p:nvSpPr>
          <p:spPr>
            <a:xfrm>
              <a:off x="4649721" y="5776648"/>
              <a:ext cx="802" cy="713"/>
            </a:xfrm>
            <a:custGeom>
              <a:avLst/>
              <a:pathLst>
                <a:path w="802" h="713">
                  <a:moveTo>
                    <a:pt x="642" y="90"/>
                  </a:moveTo>
                  <a:lnTo>
                    <a:pt x="659" y="95"/>
                  </a:lnTo>
                  <a:lnTo>
                    <a:pt x="665" y="95"/>
                  </a:lnTo>
                  <a:lnTo>
                    <a:pt x="672" y="96"/>
                  </a:lnTo>
                  <a:lnTo>
                    <a:pt x="679" y="97"/>
                  </a:lnTo>
                  <a:lnTo>
                    <a:pt x="686" y="98"/>
                  </a:lnTo>
                  <a:lnTo>
                    <a:pt x="694" y="101"/>
                  </a:lnTo>
                  <a:lnTo>
                    <a:pt x="702" y="104"/>
                  </a:lnTo>
                  <a:lnTo>
                    <a:pt x="708" y="106"/>
                  </a:lnTo>
                  <a:lnTo>
                    <a:pt x="715" y="108"/>
                  </a:lnTo>
                  <a:lnTo>
                    <a:pt x="721" y="109"/>
                  </a:lnTo>
                  <a:lnTo>
                    <a:pt x="727" y="109"/>
                  </a:lnTo>
                  <a:lnTo>
                    <a:pt x="736" y="108"/>
                  </a:lnTo>
                  <a:lnTo>
                    <a:pt x="742" y="107"/>
                  </a:lnTo>
                  <a:lnTo>
                    <a:pt x="750" y="106"/>
                  </a:lnTo>
                  <a:lnTo>
                    <a:pt x="767" y="105"/>
                  </a:lnTo>
                  <a:lnTo>
                    <a:pt x="782" y="123"/>
                  </a:lnTo>
                  <a:lnTo>
                    <a:pt x="787" y="168"/>
                  </a:lnTo>
                  <a:lnTo>
                    <a:pt x="799" y="287"/>
                  </a:lnTo>
                  <a:lnTo>
                    <a:pt x="800" y="297"/>
                  </a:lnTo>
                  <a:lnTo>
                    <a:pt x="802" y="421"/>
                  </a:lnTo>
                  <a:lnTo>
                    <a:pt x="802" y="432"/>
                  </a:lnTo>
                  <a:lnTo>
                    <a:pt x="792" y="450"/>
                  </a:lnTo>
                  <a:lnTo>
                    <a:pt x="746" y="523"/>
                  </a:lnTo>
                  <a:lnTo>
                    <a:pt x="615" y="639"/>
                  </a:lnTo>
                  <a:lnTo>
                    <a:pt x="604" y="642"/>
                  </a:lnTo>
                  <a:lnTo>
                    <a:pt x="589" y="641"/>
                  </a:lnTo>
                  <a:lnTo>
                    <a:pt x="476" y="661"/>
                  </a:lnTo>
                  <a:lnTo>
                    <a:pt x="411" y="678"/>
                  </a:lnTo>
                  <a:lnTo>
                    <a:pt x="388" y="698"/>
                  </a:lnTo>
                  <a:lnTo>
                    <a:pt x="383" y="707"/>
                  </a:lnTo>
                  <a:lnTo>
                    <a:pt x="345" y="713"/>
                  </a:lnTo>
                  <a:lnTo>
                    <a:pt x="318" y="682"/>
                  </a:lnTo>
                  <a:lnTo>
                    <a:pt x="304" y="666"/>
                  </a:lnTo>
                  <a:lnTo>
                    <a:pt x="297" y="646"/>
                  </a:lnTo>
                  <a:lnTo>
                    <a:pt x="287" y="624"/>
                  </a:lnTo>
                  <a:lnTo>
                    <a:pt x="285" y="617"/>
                  </a:lnTo>
                  <a:lnTo>
                    <a:pt x="304" y="572"/>
                  </a:lnTo>
                  <a:lnTo>
                    <a:pt x="293" y="556"/>
                  </a:lnTo>
                  <a:lnTo>
                    <a:pt x="266" y="544"/>
                  </a:lnTo>
                  <a:lnTo>
                    <a:pt x="200" y="513"/>
                  </a:lnTo>
                  <a:lnTo>
                    <a:pt x="210" y="492"/>
                  </a:lnTo>
                  <a:lnTo>
                    <a:pt x="156" y="467"/>
                  </a:lnTo>
                  <a:lnTo>
                    <a:pt x="151" y="463"/>
                  </a:lnTo>
                  <a:lnTo>
                    <a:pt x="127" y="443"/>
                  </a:lnTo>
                  <a:lnTo>
                    <a:pt x="35" y="366"/>
                  </a:lnTo>
                  <a:lnTo>
                    <a:pt x="15" y="326"/>
                  </a:lnTo>
                  <a:lnTo>
                    <a:pt x="4" y="304"/>
                  </a:lnTo>
                  <a:lnTo>
                    <a:pt x="0" y="296"/>
                  </a:lnTo>
                  <a:lnTo>
                    <a:pt x="3" y="269"/>
                  </a:lnTo>
                  <a:lnTo>
                    <a:pt x="3" y="252"/>
                  </a:lnTo>
                  <a:lnTo>
                    <a:pt x="14" y="246"/>
                  </a:lnTo>
                  <a:lnTo>
                    <a:pt x="45" y="255"/>
                  </a:lnTo>
                  <a:lnTo>
                    <a:pt x="93" y="283"/>
                  </a:lnTo>
                  <a:lnTo>
                    <a:pt x="110" y="282"/>
                  </a:lnTo>
                  <a:lnTo>
                    <a:pt x="115" y="281"/>
                  </a:lnTo>
                  <a:lnTo>
                    <a:pt x="140" y="278"/>
                  </a:lnTo>
                  <a:lnTo>
                    <a:pt x="182" y="272"/>
                  </a:lnTo>
                  <a:lnTo>
                    <a:pt x="216" y="272"/>
                  </a:lnTo>
                  <a:lnTo>
                    <a:pt x="249" y="264"/>
                  </a:lnTo>
                  <a:lnTo>
                    <a:pt x="269" y="244"/>
                  </a:lnTo>
                  <a:lnTo>
                    <a:pt x="384" y="122"/>
                  </a:lnTo>
                  <a:lnTo>
                    <a:pt x="400" y="105"/>
                  </a:lnTo>
                  <a:lnTo>
                    <a:pt x="431" y="73"/>
                  </a:lnTo>
                  <a:lnTo>
                    <a:pt x="472" y="0"/>
                  </a:lnTo>
                  <a:lnTo>
                    <a:pt x="526" y="33"/>
                  </a:lnTo>
                  <a:lnTo>
                    <a:pt x="532" y="36"/>
                  </a:lnTo>
                  <a:lnTo>
                    <a:pt x="536" y="38"/>
                  </a:lnTo>
                  <a:lnTo>
                    <a:pt x="542" y="43"/>
                  </a:lnTo>
                  <a:lnTo>
                    <a:pt x="549" y="48"/>
                  </a:lnTo>
                  <a:lnTo>
                    <a:pt x="560" y="54"/>
                  </a:lnTo>
                  <a:lnTo>
                    <a:pt x="567" y="57"/>
                  </a:lnTo>
                  <a:lnTo>
                    <a:pt x="572" y="59"/>
                  </a:lnTo>
                  <a:lnTo>
                    <a:pt x="576" y="61"/>
                  </a:lnTo>
                  <a:lnTo>
                    <a:pt x="583" y="67"/>
                  </a:lnTo>
                  <a:lnTo>
                    <a:pt x="592" y="73"/>
                  </a:lnTo>
                  <a:lnTo>
                    <a:pt x="599" y="76"/>
                  </a:lnTo>
                  <a:lnTo>
                    <a:pt x="608" y="79"/>
                  </a:lnTo>
                  <a:lnTo>
                    <a:pt x="613" y="82"/>
                  </a:lnTo>
                  <a:lnTo>
                    <a:pt x="619" y="85"/>
                  </a:lnTo>
                  <a:lnTo>
                    <a:pt x="624" y="86"/>
                  </a:lnTo>
                  <a:lnTo>
                    <a:pt x="630" y="88"/>
                  </a:lnTo>
                  <a:lnTo>
                    <a:pt x="636" y="89"/>
                  </a:lnTo>
                  <a:lnTo>
                    <a:pt x="642" y="9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l1129"/>
            <p:cNvSpPr/>
            <p:nvPr/>
          </p:nvSpPr>
          <p:spPr>
            <a:xfrm>
              <a:off x="4643590" y="5775206"/>
              <a:ext cx="3607" cy="4820"/>
            </a:xfrm>
            <a:custGeom>
              <a:avLst/>
              <a:pathLst>
                <a:path w="3607" h="4820">
                  <a:moveTo>
                    <a:pt x="2403" y="73"/>
                  </a:moveTo>
                  <a:lnTo>
                    <a:pt x="2414" y="78"/>
                  </a:lnTo>
                  <a:lnTo>
                    <a:pt x="2443" y="81"/>
                  </a:lnTo>
                  <a:lnTo>
                    <a:pt x="2452" y="81"/>
                  </a:lnTo>
                  <a:lnTo>
                    <a:pt x="2463" y="86"/>
                  </a:lnTo>
                  <a:lnTo>
                    <a:pt x="2471" y="116"/>
                  </a:lnTo>
                  <a:lnTo>
                    <a:pt x="2470" y="167"/>
                  </a:lnTo>
                  <a:lnTo>
                    <a:pt x="2441" y="242"/>
                  </a:lnTo>
                  <a:lnTo>
                    <a:pt x="2470" y="283"/>
                  </a:lnTo>
                  <a:lnTo>
                    <a:pt x="2587" y="363"/>
                  </a:lnTo>
                  <a:lnTo>
                    <a:pt x="2620" y="368"/>
                  </a:lnTo>
                  <a:lnTo>
                    <a:pt x="2643" y="368"/>
                  </a:lnTo>
                  <a:lnTo>
                    <a:pt x="2656" y="362"/>
                  </a:lnTo>
                  <a:lnTo>
                    <a:pt x="2671" y="328"/>
                  </a:lnTo>
                  <a:lnTo>
                    <a:pt x="2696" y="309"/>
                  </a:lnTo>
                  <a:lnTo>
                    <a:pt x="2714" y="301"/>
                  </a:lnTo>
                  <a:lnTo>
                    <a:pt x="2721" y="302"/>
                  </a:lnTo>
                  <a:lnTo>
                    <a:pt x="2727" y="305"/>
                  </a:lnTo>
                  <a:lnTo>
                    <a:pt x="2729" y="318"/>
                  </a:lnTo>
                  <a:lnTo>
                    <a:pt x="2731" y="325"/>
                  </a:lnTo>
                  <a:lnTo>
                    <a:pt x="2733" y="337"/>
                  </a:lnTo>
                  <a:lnTo>
                    <a:pt x="2732" y="345"/>
                  </a:lnTo>
                  <a:lnTo>
                    <a:pt x="2735" y="363"/>
                  </a:lnTo>
                  <a:lnTo>
                    <a:pt x="2737" y="373"/>
                  </a:lnTo>
                  <a:lnTo>
                    <a:pt x="2742" y="381"/>
                  </a:lnTo>
                  <a:lnTo>
                    <a:pt x="2828" y="450"/>
                  </a:lnTo>
                  <a:lnTo>
                    <a:pt x="2840" y="461"/>
                  </a:lnTo>
                  <a:lnTo>
                    <a:pt x="2919" y="501"/>
                  </a:lnTo>
                  <a:lnTo>
                    <a:pt x="2965" y="523"/>
                  </a:lnTo>
                  <a:lnTo>
                    <a:pt x="2996" y="536"/>
                  </a:lnTo>
                  <a:lnTo>
                    <a:pt x="3052" y="543"/>
                  </a:lnTo>
                  <a:lnTo>
                    <a:pt x="3078" y="549"/>
                  </a:lnTo>
                  <a:lnTo>
                    <a:pt x="3173" y="565"/>
                  </a:lnTo>
                  <a:lnTo>
                    <a:pt x="3221" y="564"/>
                  </a:lnTo>
                  <a:lnTo>
                    <a:pt x="3270" y="553"/>
                  </a:lnTo>
                  <a:lnTo>
                    <a:pt x="3444" y="470"/>
                  </a:lnTo>
                  <a:lnTo>
                    <a:pt x="3464" y="464"/>
                  </a:lnTo>
                  <a:lnTo>
                    <a:pt x="3533" y="455"/>
                  </a:lnTo>
                  <a:lnTo>
                    <a:pt x="3557" y="454"/>
                  </a:lnTo>
                  <a:lnTo>
                    <a:pt x="3594" y="452"/>
                  </a:lnTo>
                  <a:lnTo>
                    <a:pt x="3607" y="452"/>
                  </a:lnTo>
                  <a:lnTo>
                    <a:pt x="3600" y="477"/>
                  </a:lnTo>
                  <a:lnTo>
                    <a:pt x="3566" y="548"/>
                  </a:lnTo>
                  <a:lnTo>
                    <a:pt x="3537" y="609"/>
                  </a:lnTo>
                  <a:lnTo>
                    <a:pt x="3449" y="794"/>
                  </a:lnTo>
                  <a:lnTo>
                    <a:pt x="3438" y="809"/>
                  </a:lnTo>
                  <a:lnTo>
                    <a:pt x="3424" y="817"/>
                  </a:lnTo>
                  <a:lnTo>
                    <a:pt x="3412" y="827"/>
                  </a:lnTo>
                  <a:lnTo>
                    <a:pt x="3399" y="837"/>
                  </a:lnTo>
                  <a:lnTo>
                    <a:pt x="3392" y="841"/>
                  </a:lnTo>
                  <a:lnTo>
                    <a:pt x="3379" y="849"/>
                  </a:lnTo>
                  <a:lnTo>
                    <a:pt x="3364" y="832"/>
                  </a:lnTo>
                  <a:lnTo>
                    <a:pt x="3349" y="815"/>
                  </a:lnTo>
                  <a:lnTo>
                    <a:pt x="3316" y="807"/>
                  </a:lnTo>
                  <a:lnTo>
                    <a:pt x="3310" y="812"/>
                  </a:lnTo>
                  <a:lnTo>
                    <a:pt x="3214" y="841"/>
                  </a:lnTo>
                  <a:lnTo>
                    <a:pt x="3080" y="882"/>
                  </a:lnTo>
                  <a:lnTo>
                    <a:pt x="3017" y="919"/>
                  </a:lnTo>
                  <a:lnTo>
                    <a:pt x="2989" y="973"/>
                  </a:lnTo>
                  <a:lnTo>
                    <a:pt x="2978" y="995"/>
                  </a:lnTo>
                  <a:lnTo>
                    <a:pt x="2940" y="1009"/>
                  </a:lnTo>
                  <a:lnTo>
                    <a:pt x="2917" y="1009"/>
                  </a:lnTo>
                  <a:lnTo>
                    <a:pt x="2879" y="1003"/>
                  </a:lnTo>
                  <a:lnTo>
                    <a:pt x="2710" y="988"/>
                  </a:lnTo>
                  <a:lnTo>
                    <a:pt x="2689" y="978"/>
                  </a:lnTo>
                  <a:lnTo>
                    <a:pt x="2649" y="959"/>
                  </a:lnTo>
                  <a:lnTo>
                    <a:pt x="2597" y="948"/>
                  </a:lnTo>
                  <a:lnTo>
                    <a:pt x="2566" y="946"/>
                  </a:lnTo>
                  <a:lnTo>
                    <a:pt x="2504" y="984"/>
                  </a:lnTo>
                  <a:lnTo>
                    <a:pt x="2420" y="1053"/>
                  </a:lnTo>
                  <a:lnTo>
                    <a:pt x="2403" y="1083"/>
                  </a:lnTo>
                  <a:lnTo>
                    <a:pt x="2401" y="1087"/>
                  </a:lnTo>
                  <a:lnTo>
                    <a:pt x="2396" y="1094"/>
                  </a:lnTo>
                  <a:lnTo>
                    <a:pt x="2370" y="1165"/>
                  </a:lnTo>
                  <a:lnTo>
                    <a:pt x="2357" y="1212"/>
                  </a:lnTo>
                  <a:lnTo>
                    <a:pt x="2470" y="1421"/>
                  </a:lnTo>
                  <a:lnTo>
                    <a:pt x="2514" y="1483"/>
                  </a:lnTo>
                  <a:lnTo>
                    <a:pt x="2535" y="1513"/>
                  </a:lnTo>
                  <a:lnTo>
                    <a:pt x="2536" y="1523"/>
                  </a:lnTo>
                  <a:lnTo>
                    <a:pt x="2565" y="1823"/>
                  </a:lnTo>
                  <a:lnTo>
                    <a:pt x="2564" y="1837"/>
                  </a:lnTo>
                  <a:lnTo>
                    <a:pt x="2563" y="1846"/>
                  </a:lnTo>
                  <a:lnTo>
                    <a:pt x="2562" y="1859"/>
                  </a:lnTo>
                  <a:lnTo>
                    <a:pt x="2562" y="1869"/>
                  </a:lnTo>
                  <a:lnTo>
                    <a:pt x="2561" y="1875"/>
                  </a:lnTo>
                  <a:lnTo>
                    <a:pt x="2559" y="1886"/>
                  </a:lnTo>
                  <a:lnTo>
                    <a:pt x="2557" y="1897"/>
                  </a:lnTo>
                  <a:lnTo>
                    <a:pt x="2555" y="1903"/>
                  </a:lnTo>
                  <a:lnTo>
                    <a:pt x="2541" y="1964"/>
                  </a:lnTo>
                  <a:lnTo>
                    <a:pt x="2528" y="1968"/>
                  </a:lnTo>
                  <a:lnTo>
                    <a:pt x="2490" y="1982"/>
                  </a:lnTo>
                  <a:lnTo>
                    <a:pt x="2480" y="2019"/>
                  </a:lnTo>
                  <a:lnTo>
                    <a:pt x="2478" y="2031"/>
                  </a:lnTo>
                  <a:lnTo>
                    <a:pt x="2476" y="2038"/>
                  </a:lnTo>
                  <a:lnTo>
                    <a:pt x="2472" y="2048"/>
                  </a:lnTo>
                  <a:lnTo>
                    <a:pt x="2512" y="2156"/>
                  </a:lnTo>
                  <a:lnTo>
                    <a:pt x="2539" y="2188"/>
                  </a:lnTo>
                  <a:lnTo>
                    <a:pt x="2549" y="2199"/>
                  </a:lnTo>
                  <a:lnTo>
                    <a:pt x="2559" y="2205"/>
                  </a:lnTo>
                  <a:lnTo>
                    <a:pt x="2562" y="2210"/>
                  </a:lnTo>
                  <a:lnTo>
                    <a:pt x="2566" y="2221"/>
                  </a:lnTo>
                  <a:lnTo>
                    <a:pt x="2567" y="2238"/>
                  </a:lnTo>
                  <a:lnTo>
                    <a:pt x="2622" y="2363"/>
                  </a:lnTo>
                  <a:lnTo>
                    <a:pt x="2626" y="2378"/>
                  </a:lnTo>
                  <a:lnTo>
                    <a:pt x="2626" y="2386"/>
                  </a:lnTo>
                  <a:lnTo>
                    <a:pt x="2629" y="2519"/>
                  </a:lnTo>
                  <a:lnTo>
                    <a:pt x="2630" y="2552"/>
                  </a:lnTo>
                  <a:lnTo>
                    <a:pt x="2618" y="2581"/>
                  </a:lnTo>
                  <a:lnTo>
                    <a:pt x="2560" y="2717"/>
                  </a:lnTo>
                  <a:lnTo>
                    <a:pt x="2557" y="2727"/>
                  </a:lnTo>
                  <a:lnTo>
                    <a:pt x="2555" y="2738"/>
                  </a:lnTo>
                  <a:lnTo>
                    <a:pt x="2550" y="2749"/>
                  </a:lnTo>
                  <a:lnTo>
                    <a:pt x="2546" y="2759"/>
                  </a:lnTo>
                  <a:lnTo>
                    <a:pt x="2538" y="2773"/>
                  </a:lnTo>
                  <a:lnTo>
                    <a:pt x="2535" y="2780"/>
                  </a:lnTo>
                  <a:lnTo>
                    <a:pt x="2532" y="2787"/>
                  </a:lnTo>
                  <a:lnTo>
                    <a:pt x="2529" y="2794"/>
                  </a:lnTo>
                  <a:lnTo>
                    <a:pt x="2522" y="2805"/>
                  </a:lnTo>
                  <a:lnTo>
                    <a:pt x="2479" y="2908"/>
                  </a:lnTo>
                  <a:lnTo>
                    <a:pt x="2468" y="2933"/>
                  </a:lnTo>
                  <a:lnTo>
                    <a:pt x="2452" y="2944"/>
                  </a:lnTo>
                  <a:lnTo>
                    <a:pt x="2440" y="2946"/>
                  </a:lnTo>
                  <a:lnTo>
                    <a:pt x="2379" y="2955"/>
                  </a:lnTo>
                  <a:lnTo>
                    <a:pt x="2368" y="2957"/>
                  </a:lnTo>
                  <a:lnTo>
                    <a:pt x="2330" y="2920"/>
                  </a:lnTo>
                  <a:lnTo>
                    <a:pt x="2241" y="2935"/>
                  </a:lnTo>
                  <a:lnTo>
                    <a:pt x="2119" y="3060"/>
                  </a:lnTo>
                  <a:lnTo>
                    <a:pt x="2119" y="3083"/>
                  </a:lnTo>
                  <a:lnTo>
                    <a:pt x="2127" y="3094"/>
                  </a:lnTo>
                  <a:lnTo>
                    <a:pt x="2134" y="3102"/>
                  </a:lnTo>
                  <a:lnTo>
                    <a:pt x="2154" y="3125"/>
                  </a:lnTo>
                  <a:lnTo>
                    <a:pt x="2167" y="3143"/>
                  </a:lnTo>
                  <a:lnTo>
                    <a:pt x="2177" y="3163"/>
                  </a:lnTo>
                  <a:lnTo>
                    <a:pt x="2183" y="3171"/>
                  </a:lnTo>
                  <a:lnTo>
                    <a:pt x="2188" y="3180"/>
                  </a:lnTo>
                  <a:lnTo>
                    <a:pt x="2194" y="3192"/>
                  </a:lnTo>
                  <a:lnTo>
                    <a:pt x="2199" y="3201"/>
                  </a:lnTo>
                  <a:lnTo>
                    <a:pt x="2201" y="3207"/>
                  </a:lnTo>
                  <a:lnTo>
                    <a:pt x="2203" y="3213"/>
                  </a:lnTo>
                  <a:lnTo>
                    <a:pt x="2204" y="3220"/>
                  </a:lnTo>
                  <a:lnTo>
                    <a:pt x="2205" y="3231"/>
                  </a:lnTo>
                  <a:lnTo>
                    <a:pt x="2205" y="3244"/>
                  </a:lnTo>
                  <a:lnTo>
                    <a:pt x="2206" y="3252"/>
                  </a:lnTo>
                  <a:lnTo>
                    <a:pt x="2210" y="3273"/>
                  </a:lnTo>
                  <a:lnTo>
                    <a:pt x="2212" y="3281"/>
                  </a:lnTo>
                  <a:lnTo>
                    <a:pt x="2223" y="3306"/>
                  </a:lnTo>
                  <a:lnTo>
                    <a:pt x="2283" y="3383"/>
                  </a:lnTo>
                  <a:lnTo>
                    <a:pt x="2311" y="3419"/>
                  </a:lnTo>
                  <a:lnTo>
                    <a:pt x="2310" y="3486"/>
                  </a:lnTo>
                  <a:lnTo>
                    <a:pt x="2291" y="3534"/>
                  </a:lnTo>
                  <a:lnTo>
                    <a:pt x="2284" y="3540"/>
                  </a:lnTo>
                  <a:lnTo>
                    <a:pt x="2280" y="3544"/>
                  </a:lnTo>
                  <a:lnTo>
                    <a:pt x="2272" y="3550"/>
                  </a:lnTo>
                  <a:lnTo>
                    <a:pt x="2266" y="3555"/>
                  </a:lnTo>
                  <a:lnTo>
                    <a:pt x="2246" y="3571"/>
                  </a:lnTo>
                  <a:lnTo>
                    <a:pt x="2231" y="3582"/>
                  </a:lnTo>
                  <a:lnTo>
                    <a:pt x="2199" y="3582"/>
                  </a:lnTo>
                  <a:lnTo>
                    <a:pt x="2159" y="3583"/>
                  </a:lnTo>
                  <a:lnTo>
                    <a:pt x="2154" y="3583"/>
                  </a:lnTo>
                  <a:lnTo>
                    <a:pt x="2145" y="3583"/>
                  </a:lnTo>
                  <a:lnTo>
                    <a:pt x="2097" y="3608"/>
                  </a:lnTo>
                  <a:lnTo>
                    <a:pt x="2097" y="3747"/>
                  </a:lnTo>
                  <a:lnTo>
                    <a:pt x="2119" y="3930"/>
                  </a:lnTo>
                  <a:lnTo>
                    <a:pt x="2159" y="4223"/>
                  </a:lnTo>
                  <a:lnTo>
                    <a:pt x="2183" y="4290"/>
                  </a:lnTo>
                  <a:lnTo>
                    <a:pt x="2238" y="4351"/>
                  </a:lnTo>
                  <a:lnTo>
                    <a:pt x="2267" y="4358"/>
                  </a:lnTo>
                  <a:lnTo>
                    <a:pt x="2280" y="4358"/>
                  </a:lnTo>
                  <a:lnTo>
                    <a:pt x="2305" y="4359"/>
                  </a:lnTo>
                  <a:lnTo>
                    <a:pt x="2318" y="4358"/>
                  </a:lnTo>
                  <a:lnTo>
                    <a:pt x="2356" y="4358"/>
                  </a:lnTo>
                  <a:lnTo>
                    <a:pt x="2385" y="4376"/>
                  </a:lnTo>
                  <a:lnTo>
                    <a:pt x="2391" y="4388"/>
                  </a:lnTo>
                  <a:lnTo>
                    <a:pt x="2393" y="4396"/>
                  </a:lnTo>
                  <a:lnTo>
                    <a:pt x="2393" y="4407"/>
                  </a:lnTo>
                  <a:lnTo>
                    <a:pt x="2388" y="4418"/>
                  </a:lnTo>
                  <a:lnTo>
                    <a:pt x="2308" y="4532"/>
                  </a:lnTo>
                  <a:lnTo>
                    <a:pt x="2299" y="4541"/>
                  </a:lnTo>
                  <a:lnTo>
                    <a:pt x="2294" y="4545"/>
                  </a:lnTo>
                  <a:lnTo>
                    <a:pt x="2284" y="4555"/>
                  </a:lnTo>
                  <a:lnTo>
                    <a:pt x="2244" y="4572"/>
                  </a:lnTo>
                  <a:lnTo>
                    <a:pt x="2094" y="4561"/>
                  </a:lnTo>
                  <a:lnTo>
                    <a:pt x="2087" y="4560"/>
                  </a:lnTo>
                  <a:lnTo>
                    <a:pt x="1953" y="4508"/>
                  </a:lnTo>
                  <a:lnTo>
                    <a:pt x="1837" y="4469"/>
                  </a:lnTo>
                  <a:lnTo>
                    <a:pt x="1748" y="4440"/>
                  </a:lnTo>
                  <a:lnTo>
                    <a:pt x="1520" y="4366"/>
                  </a:lnTo>
                  <a:lnTo>
                    <a:pt x="1452" y="4346"/>
                  </a:lnTo>
                  <a:lnTo>
                    <a:pt x="1417" y="4342"/>
                  </a:lnTo>
                  <a:lnTo>
                    <a:pt x="1407" y="4341"/>
                  </a:lnTo>
                  <a:lnTo>
                    <a:pt x="1396" y="4341"/>
                  </a:lnTo>
                  <a:lnTo>
                    <a:pt x="1389" y="4341"/>
                  </a:lnTo>
                  <a:lnTo>
                    <a:pt x="1380" y="4344"/>
                  </a:lnTo>
                  <a:lnTo>
                    <a:pt x="1374" y="4348"/>
                  </a:lnTo>
                  <a:lnTo>
                    <a:pt x="1362" y="4350"/>
                  </a:lnTo>
                  <a:lnTo>
                    <a:pt x="1353" y="4351"/>
                  </a:lnTo>
                  <a:lnTo>
                    <a:pt x="1339" y="4355"/>
                  </a:lnTo>
                  <a:lnTo>
                    <a:pt x="1333" y="4361"/>
                  </a:lnTo>
                  <a:lnTo>
                    <a:pt x="1326" y="4365"/>
                  </a:lnTo>
                  <a:lnTo>
                    <a:pt x="1318" y="4368"/>
                  </a:lnTo>
                  <a:lnTo>
                    <a:pt x="1311" y="4371"/>
                  </a:lnTo>
                  <a:lnTo>
                    <a:pt x="1304" y="4375"/>
                  </a:lnTo>
                  <a:lnTo>
                    <a:pt x="1298" y="4378"/>
                  </a:lnTo>
                  <a:lnTo>
                    <a:pt x="1291" y="4380"/>
                  </a:lnTo>
                  <a:lnTo>
                    <a:pt x="1282" y="4379"/>
                  </a:lnTo>
                  <a:lnTo>
                    <a:pt x="1271" y="4380"/>
                  </a:lnTo>
                  <a:lnTo>
                    <a:pt x="1263" y="4380"/>
                  </a:lnTo>
                  <a:lnTo>
                    <a:pt x="1247" y="4384"/>
                  </a:lnTo>
                  <a:lnTo>
                    <a:pt x="1218" y="4402"/>
                  </a:lnTo>
                  <a:lnTo>
                    <a:pt x="1213" y="4406"/>
                  </a:lnTo>
                  <a:lnTo>
                    <a:pt x="1151" y="4467"/>
                  </a:lnTo>
                  <a:lnTo>
                    <a:pt x="1148" y="4501"/>
                  </a:lnTo>
                  <a:lnTo>
                    <a:pt x="1146" y="4517"/>
                  </a:lnTo>
                  <a:lnTo>
                    <a:pt x="1145" y="4539"/>
                  </a:lnTo>
                  <a:lnTo>
                    <a:pt x="1122" y="4592"/>
                  </a:lnTo>
                  <a:lnTo>
                    <a:pt x="1111" y="4607"/>
                  </a:lnTo>
                  <a:lnTo>
                    <a:pt x="1043" y="4641"/>
                  </a:lnTo>
                  <a:lnTo>
                    <a:pt x="970" y="4624"/>
                  </a:lnTo>
                  <a:lnTo>
                    <a:pt x="963" y="4622"/>
                  </a:lnTo>
                  <a:lnTo>
                    <a:pt x="922" y="4611"/>
                  </a:lnTo>
                  <a:lnTo>
                    <a:pt x="854" y="4598"/>
                  </a:lnTo>
                  <a:lnTo>
                    <a:pt x="817" y="4584"/>
                  </a:lnTo>
                  <a:lnTo>
                    <a:pt x="800" y="4578"/>
                  </a:lnTo>
                  <a:lnTo>
                    <a:pt x="734" y="4553"/>
                  </a:lnTo>
                  <a:lnTo>
                    <a:pt x="635" y="4550"/>
                  </a:lnTo>
                  <a:lnTo>
                    <a:pt x="582" y="4568"/>
                  </a:lnTo>
                  <a:lnTo>
                    <a:pt x="565" y="4574"/>
                  </a:lnTo>
                  <a:lnTo>
                    <a:pt x="551" y="4593"/>
                  </a:lnTo>
                  <a:lnTo>
                    <a:pt x="546" y="4633"/>
                  </a:lnTo>
                  <a:lnTo>
                    <a:pt x="532" y="4665"/>
                  </a:lnTo>
                  <a:lnTo>
                    <a:pt x="520" y="4690"/>
                  </a:lnTo>
                  <a:lnTo>
                    <a:pt x="458" y="4764"/>
                  </a:lnTo>
                  <a:lnTo>
                    <a:pt x="436" y="4782"/>
                  </a:lnTo>
                  <a:lnTo>
                    <a:pt x="422" y="4793"/>
                  </a:lnTo>
                  <a:lnTo>
                    <a:pt x="416" y="4794"/>
                  </a:lnTo>
                  <a:lnTo>
                    <a:pt x="409" y="4792"/>
                  </a:lnTo>
                  <a:lnTo>
                    <a:pt x="402" y="4791"/>
                  </a:lnTo>
                  <a:lnTo>
                    <a:pt x="388" y="4790"/>
                  </a:lnTo>
                  <a:lnTo>
                    <a:pt x="380" y="4788"/>
                  </a:lnTo>
                  <a:lnTo>
                    <a:pt x="374" y="4786"/>
                  </a:lnTo>
                  <a:lnTo>
                    <a:pt x="369" y="4786"/>
                  </a:lnTo>
                  <a:lnTo>
                    <a:pt x="347" y="4783"/>
                  </a:lnTo>
                  <a:lnTo>
                    <a:pt x="341" y="4782"/>
                  </a:lnTo>
                  <a:lnTo>
                    <a:pt x="334" y="4781"/>
                  </a:lnTo>
                  <a:lnTo>
                    <a:pt x="323" y="4780"/>
                  </a:lnTo>
                  <a:lnTo>
                    <a:pt x="314" y="4780"/>
                  </a:lnTo>
                  <a:lnTo>
                    <a:pt x="306" y="4781"/>
                  </a:lnTo>
                  <a:lnTo>
                    <a:pt x="298" y="4786"/>
                  </a:lnTo>
                  <a:lnTo>
                    <a:pt x="291" y="4792"/>
                  </a:lnTo>
                  <a:lnTo>
                    <a:pt x="285" y="4796"/>
                  </a:lnTo>
                  <a:lnTo>
                    <a:pt x="275" y="4803"/>
                  </a:lnTo>
                  <a:lnTo>
                    <a:pt x="270" y="4805"/>
                  </a:lnTo>
                  <a:lnTo>
                    <a:pt x="263" y="4809"/>
                  </a:lnTo>
                  <a:lnTo>
                    <a:pt x="259" y="4811"/>
                  </a:lnTo>
                  <a:lnTo>
                    <a:pt x="246" y="4816"/>
                  </a:lnTo>
                  <a:lnTo>
                    <a:pt x="210" y="4820"/>
                  </a:lnTo>
                  <a:lnTo>
                    <a:pt x="186" y="4811"/>
                  </a:lnTo>
                  <a:lnTo>
                    <a:pt x="181" y="4809"/>
                  </a:lnTo>
                  <a:lnTo>
                    <a:pt x="176" y="4806"/>
                  </a:lnTo>
                  <a:lnTo>
                    <a:pt x="172" y="4803"/>
                  </a:lnTo>
                  <a:lnTo>
                    <a:pt x="165" y="4800"/>
                  </a:lnTo>
                  <a:lnTo>
                    <a:pt x="157" y="4794"/>
                  </a:lnTo>
                  <a:lnTo>
                    <a:pt x="151" y="4790"/>
                  </a:lnTo>
                  <a:lnTo>
                    <a:pt x="146" y="4788"/>
                  </a:lnTo>
                  <a:lnTo>
                    <a:pt x="136" y="4782"/>
                  </a:lnTo>
                  <a:lnTo>
                    <a:pt x="129" y="4779"/>
                  </a:lnTo>
                  <a:lnTo>
                    <a:pt x="119" y="4776"/>
                  </a:lnTo>
                  <a:lnTo>
                    <a:pt x="111" y="4773"/>
                  </a:lnTo>
                  <a:lnTo>
                    <a:pt x="102" y="4770"/>
                  </a:lnTo>
                  <a:lnTo>
                    <a:pt x="94" y="4769"/>
                  </a:lnTo>
                  <a:lnTo>
                    <a:pt x="86" y="4765"/>
                  </a:lnTo>
                  <a:lnTo>
                    <a:pt x="76" y="4763"/>
                  </a:lnTo>
                  <a:lnTo>
                    <a:pt x="70" y="4763"/>
                  </a:lnTo>
                  <a:lnTo>
                    <a:pt x="56" y="4761"/>
                  </a:lnTo>
                  <a:lnTo>
                    <a:pt x="48" y="4758"/>
                  </a:lnTo>
                  <a:lnTo>
                    <a:pt x="22" y="4744"/>
                  </a:lnTo>
                  <a:lnTo>
                    <a:pt x="7" y="4721"/>
                  </a:lnTo>
                  <a:lnTo>
                    <a:pt x="0" y="4678"/>
                  </a:lnTo>
                  <a:lnTo>
                    <a:pt x="22" y="4616"/>
                  </a:lnTo>
                  <a:lnTo>
                    <a:pt x="34" y="4598"/>
                  </a:lnTo>
                  <a:lnTo>
                    <a:pt x="38" y="4591"/>
                  </a:lnTo>
                  <a:lnTo>
                    <a:pt x="43" y="4582"/>
                  </a:lnTo>
                  <a:lnTo>
                    <a:pt x="49" y="4572"/>
                  </a:lnTo>
                  <a:lnTo>
                    <a:pt x="54" y="4560"/>
                  </a:lnTo>
                  <a:lnTo>
                    <a:pt x="69" y="4544"/>
                  </a:lnTo>
                  <a:lnTo>
                    <a:pt x="74" y="4535"/>
                  </a:lnTo>
                  <a:lnTo>
                    <a:pt x="78" y="4529"/>
                  </a:lnTo>
                  <a:lnTo>
                    <a:pt x="82" y="4525"/>
                  </a:lnTo>
                  <a:lnTo>
                    <a:pt x="86" y="4519"/>
                  </a:lnTo>
                  <a:lnTo>
                    <a:pt x="93" y="4515"/>
                  </a:lnTo>
                  <a:lnTo>
                    <a:pt x="97" y="4512"/>
                  </a:lnTo>
                  <a:lnTo>
                    <a:pt x="104" y="4506"/>
                  </a:lnTo>
                  <a:lnTo>
                    <a:pt x="115" y="4501"/>
                  </a:lnTo>
                  <a:lnTo>
                    <a:pt x="120" y="4499"/>
                  </a:lnTo>
                  <a:lnTo>
                    <a:pt x="126" y="4495"/>
                  </a:lnTo>
                  <a:lnTo>
                    <a:pt x="133" y="4491"/>
                  </a:lnTo>
                  <a:lnTo>
                    <a:pt x="138" y="4488"/>
                  </a:lnTo>
                  <a:lnTo>
                    <a:pt x="148" y="4483"/>
                  </a:lnTo>
                  <a:lnTo>
                    <a:pt x="231" y="4449"/>
                  </a:lnTo>
                  <a:lnTo>
                    <a:pt x="238" y="4447"/>
                  </a:lnTo>
                  <a:lnTo>
                    <a:pt x="246" y="4444"/>
                  </a:lnTo>
                  <a:lnTo>
                    <a:pt x="251" y="4441"/>
                  </a:lnTo>
                  <a:lnTo>
                    <a:pt x="258" y="4439"/>
                  </a:lnTo>
                  <a:lnTo>
                    <a:pt x="265" y="4437"/>
                  </a:lnTo>
                  <a:lnTo>
                    <a:pt x="271" y="4435"/>
                  </a:lnTo>
                  <a:lnTo>
                    <a:pt x="312" y="4413"/>
                  </a:lnTo>
                  <a:lnTo>
                    <a:pt x="439" y="4350"/>
                  </a:lnTo>
                  <a:lnTo>
                    <a:pt x="446" y="4346"/>
                  </a:lnTo>
                  <a:lnTo>
                    <a:pt x="453" y="4342"/>
                  </a:lnTo>
                  <a:lnTo>
                    <a:pt x="461" y="4338"/>
                  </a:lnTo>
                  <a:lnTo>
                    <a:pt x="469" y="4333"/>
                  </a:lnTo>
                  <a:lnTo>
                    <a:pt x="480" y="4326"/>
                  </a:lnTo>
                  <a:lnTo>
                    <a:pt x="492" y="4316"/>
                  </a:lnTo>
                  <a:lnTo>
                    <a:pt x="497" y="4308"/>
                  </a:lnTo>
                  <a:lnTo>
                    <a:pt x="502" y="4300"/>
                  </a:lnTo>
                  <a:lnTo>
                    <a:pt x="506" y="4293"/>
                  </a:lnTo>
                  <a:lnTo>
                    <a:pt x="512" y="4287"/>
                  </a:lnTo>
                  <a:lnTo>
                    <a:pt x="516" y="4278"/>
                  </a:lnTo>
                  <a:lnTo>
                    <a:pt x="523" y="4270"/>
                  </a:lnTo>
                  <a:lnTo>
                    <a:pt x="528" y="4265"/>
                  </a:lnTo>
                  <a:lnTo>
                    <a:pt x="530" y="4259"/>
                  </a:lnTo>
                  <a:lnTo>
                    <a:pt x="534" y="4252"/>
                  </a:lnTo>
                  <a:lnTo>
                    <a:pt x="537" y="4243"/>
                  </a:lnTo>
                  <a:lnTo>
                    <a:pt x="580" y="4174"/>
                  </a:lnTo>
                  <a:lnTo>
                    <a:pt x="637" y="4064"/>
                  </a:lnTo>
                  <a:lnTo>
                    <a:pt x="638" y="4058"/>
                  </a:lnTo>
                  <a:lnTo>
                    <a:pt x="639" y="4049"/>
                  </a:lnTo>
                  <a:lnTo>
                    <a:pt x="642" y="4023"/>
                  </a:lnTo>
                  <a:lnTo>
                    <a:pt x="648" y="4016"/>
                  </a:lnTo>
                  <a:lnTo>
                    <a:pt x="652" y="4011"/>
                  </a:lnTo>
                  <a:lnTo>
                    <a:pt x="657" y="4005"/>
                  </a:lnTo>
                  <a:lnTo>
                    <a:pt x="664" y="3996"/>
                  </a:lnTo>
                  <a:lnTo>
                    <a:pt x="680" y="3988"/>
                  </a:lnTo>
                  <a:lnTo>
                    <a:pt x="689" y="3984"/>
                  </a:lnTo>
                  <a:lnTo>
                    <a:pt x="697" y="3980"/>
                  </a:lnTo>
                  <a:lnTo>
                    <a:pt x="708" y="3974"/>
                  </a:lnTo>
                  <a:lnTo>
                    <a:pt x="745" y="3979"/>
                  </a:lnTo>
                  <a:lnTo>
                    <a:pt x="772" y="3996"/>
                  </a:lnTo>
                  <a:lnTo>
                    <a:pt x="923" y="4133"/>
                  </a:lnTo>
                  <a:lnTo>
                    <a:pt x="971" y="4201"/>
                  </a:lnTo>
                  <a:lnTo>
                    <a:pt x="971" y="4213"/>
                  </a:lnTo>
                  <a:lnTo>
                    <a:pt x="972" y="4232"/>
                  </a:lnTo>
                  <a:lnTo>
                    <a:pt x="994" y="4247"/>
                  </a:lnTo>
                  <a:lnTo>
                    <a:pt x="1004" y="4248"/>
                  </a:lnTo>
                  <a:lnTo>
                    <a:pt x="1012" y="4249"/>
                  </a:lnTo>
                  <a:lnTo>
                    <a:pt x="1020" y="4250"/>
                  </a:lnTo>
                  <a:lnTo>
                    <a:pt x="1029" y="4251"/>
                  </a:lnTo>
                  <a:lnTo>
                    <a:pt x="1034" y="4252"/>
                  </a:lnTo>
                  <a:lnTo>
                    <a:pt x="1041" y="4255"/>
                  </a:lnTo>
                  <a:lnTo>
                    <a:pt x="1049" y="4257"/>
                  </a:lnTo>
                  <a:lnTo>
                    <a:pt x="1062" y="4259"/>
                  </a:lnTo>
                  <a:lnTo>
                    <a:pt x="1087" y="4258"/>
                  </a:lnTo>
                  <a:lnTo>
                    <a:pt x="1103" y="4255"/>
                  </a:lnTo>
                  <a:lnTo>
                    <a:pt x="1126" y="4255"/>
                  </a:lnTo>
                  <a:lnTo>
                    <a:pt x="1134" y="4258"/>
                  </a:lnTo>
                  <a:lnTo>
                    <a:pt x="1140" y="4260"/>
                  </a:lnTo>
                  <a:lnTo>
                    <a:pt x="1152" y="4264"/>
                  </a:lnTo>
                  <a:lnTo>
                    <a:pt x="1159" y="4266"/>
                  </a:lnTo>
                  <a:lnTo>
                    <a:pt x="1166" y="4267"/>
                  </a:lnTo>
                  <a:lnTo>
                    <a:pt x="1177" y="4270"/>
                  </a:lnTo>
                  <a:lnTo>
                    <a:pt x="1185" y="4270"/>
                  </a:lnTo>
                  <a:lnTo>
                    <a:pt x="1203" y="4269"/>
                  </a:lnTo>
                  <a:lnTo>
                    <a:pt x="1211" y="4269"/>
                  </a:lnTo>
                  <a:lnTo>
                    <a:pt x="1217" y="4269"/>
                  </a:lnTo>
                  <a:lnTo>
                    <a:pt x="1222" y="4268"/>
                  </a:lnTo>
                  <a:lnTo>
                    <a:pt x="1228" y="4267"/>
                  </a:lnTo>
                  <a:lnTo>
                    <a:pt x="1233" y="4265"/>
                  </a:lnTo>
                  <a:lnTo>
                    <a:pt x="1238" y="4263"/>
                  </a:lnTo>
                  <a:lnTo>
                    <a:pt x="1245" y="4258"/>
                  </a:lnTo>
                  <a:lnTo>
                    <a:pt x="1253" y="4254"/>
                  </a:lnTo>
                  <a:lnTo>
                    <a:pt x="1261" y="4250"/>
                  </a:lnTo>
                  <a:lnTo>
                    <a:pt x="1269" y="4243"/>
                  </a:lnTo>
                  <a:lnTo>
                    <a:pt x="1276" y="4240"/>
                  </a:lnTo>
                  <a:lnTo>
                    <a:pt x="1283" y="4235"/>
                  </a:lnTo>
                  <a:lnTo>
                    <a:pt x="1290" y="4231"/>
                  </a:lnTo>
                  <a:lnTo>
                    <a:pt x="1294" y="4227"/>
                  </a:lnTo>
                  <a:lnTo>
                    <a:pt x="1300" y="4223"/>
                  </a:lnTo>
                  <a:lnTo>
                    <a:pt x="1304" y="4219"/>
                  </a:lnTo>
                  <a:lnTo>
                    <a:pt x="1309" y="4215"/>
                  </a:lnTo>
                  <a:lnTo>
                    <a:pt x="1317" y="4208"/>
                  </a:lnTo>
                  <a:lnTo>
                    <a:pt x="1322" y="4206"/>
                  </a:lnTo>
                  <a:lnTo>
                    <a:pt x="1327" y="4202"/>
                  </a:lnTo>
                  <a:lnTo>
                    <a:pt x="1332" y="4197"/>
                  </a:lnTo>
                  <a:lnTo>
                    <a:pt x="1337" y="4194"/>
                  </a:lnTo>
                  <a:lnTo>
                    <a:pt x="1340" y="4189"/>
                  </a:lnTo>
                  <a:lnTo>
                    <a:pt x="1348" y="4181"/>
                  </a:lnTo>
                  <a:lnTo>
                    <a:pt x="1557" y="4004"/>
                  </a:lnTo>
                  <a:lnTo>
                    <a:pt x="1570" y="3983"/>
                  </a:lnTo>
                  <a:lnTo>
                    <a:pt x="1668" y="3818"/>
                  </a:lnTo>
                  <a:lnTo>
                    <a:pt x="1681" y="3801"/>
                  </a:lnTo>
                  <a:lnTo>
                    <a:pt x="1691" y="3783"/>
                  </a:lnTo>
                  <a:lnTo>
                    <a:pt x="1703" y="3756"/>
                  </a:lnTo>
                  <a:lnTo>
                    <a:pt x="1706" y="3745"/>
                  </a:lnTo>
                  <a:lnTo>
                    <a:pt x="1712" y="3729"/>
                  </a:lnTo>
                  <a:lnTo>
                    <a:pt x="1711" y="3717"/>
                  </a:lnTo>
                  <a:lnTo>
                    <a:pt x="1719" y="3679"/>
                  </a:lnTo>
                  <a:lnTo>
                    <a:pt x="1743" y="3400"/>
                  </a:lnTo>
                  <a:lnTo>
                    <a:pt x="1744" y="3392"/>
                  </a:lnTo>
                  <a:lnTo>
                    <a:pt x="1745" y="3379"/>
                  </a:lnTo>
                  <a:lnTo>
                    <a:pt x="1747" y="3361"/>
                  </a:lnTo>
                  <a:lnTo>
                    <a:pt x="1747" y="3353"/>
                  </a:lnTo>
                  <a:lnTo>
                    <a:pt x="1747" y="3343"/>
                  </a:lnTo>
                  <a:lnTo>
                    <a:pt x="1745" y="3329"/>
                  </a:lnTo>
                  <a:lnTo>
                    <a:pt x="1737" y="3285"/>
                  </a:lnTo>
                  <a:lnTo>
                    <a:pt x="1726" y="3256"/>
                  </a:lnTo>
                  <a:lnTo>
                    <a:pt x="1724" y="3249"/>
                  </a:lnTo>
                  <a:lnTo>
                    <a:pt x="1717" y="3233"/>
                  </a:lnTo>
                  <a:lnTo>
                    <a:pt x="1709" y="3219"/>
                  </a:lnTo>
                  <a:lnTo>
                    <a:pt x="1573" y="3089"/>
                  </a:lnTo>
                  <a:lnTo>
                    <a:pt x="1565" y="3081"/>
                  </a:lnTo>
                  <a:lnTo>
                    <a:pt x="1539" y="3063"/>
                  </a:lnTo>
                  <a:lnTo>
                    <a:pt x="1456" y="3005"/>
                  </a:lnTo>
                  <a:lnTo>
                    <a:pt x="1451" y="3001"/>
                  </a:lnTo>
                  <a:lnTo>
                    <a:pt x="1445" y="2998"/>
                  </a:lnTo>
                  <a:lnTo>
                    <a:pt x="1438" y="2996"/>
                  </a:lnTo>
                  <a:lnTo>
                    <a:pt x="1431" y="2993"/>
                  </a:lnTo>
                  <a:lnTo>
                    <a:pt x="1422" y="2991"/>
                  </a:lnTo>
                  <a:lnTo>
                    <a:pt x="1417" y="2989"/>
                  </a:lnTo>
                  <a:lnTo>
                    <a:pt x="1349" y="2981"/>
                  </a:lnTo>
                  <a:lnTo>
                    <a:pt x="1338" y="2976"/>
                  </a:lnTo>
                  <a:lnTo>
                    <a:pt x="1330" y="2972"/>
                  </a:lnTo>
                  <a:lnTo>
                    <a:pt x="1325" y="2970"/>
                  </a:lnTo>
                  <a:lnTo>
                    <a:pt x="1319" y="2969"/>
                  </a:lnTo>
                  <a:lnTo>
                    <a:pt x="1313" y="2967"/>
                  </a:lnTo>
                  <a:lnTo>
                    <a:pt x="1306" y="2965"/>
                  </a:lnTo>
                  <a:lnTo>
                    <a:pt x="1299" y="2961"/>
                  </a:lnTo>
                  <a:lnTo>
                    <a:pt x="1293" y="2959"/>
                  </a:lnTo>
                  <a:lnTo>
                    <a:pt x="1286" y="2956"/>
                  </a:lnTo>
                  <a:lnTo>
                    <a:pt x="1281" y="2955"/>
                  </a:lnTo>
                  <a:lnTo>
                    <a:pt x="1275" y="2953"/>
                  </a:lnTo>
                  <a:lnTo>
                    <a:pt x="1269" y="2952"/>
                  </a:lnTo>
                  <a:lnTo>
                    <a:pt x="1262" y="2951"/>
                  </a:lnTo>
                  <a:lnTo>
                    <a:pt x="1255" y="2950"/>
                  </a:lnTo>
                  <a:lnTo>
                    <a:pt x="1249" y="2950"/>
                  </a:lnTo>
                  <a:lnTo>
                    <a:pt x="1245" y="2952"/>
                  </a:lnTo>
                  <a:lnTo>
                    <a:pt x="1239" y="2952"/>
                  </a:lnTo>
                  <a:lnTo>
                    <a:pt x="1222" y="2948"/>
                  </a:lnTo>
                  <a:lnTo>
                    <a:pt x="1209" y="2936"/>
                  </a:lnTo>
                  <a:lnTo>
                    <a:pt x="1199" y="2924"/>
                  </a:lnTo>
                  <a:lnTo>
                    <a:pt x="1195" y="2921"/>
                  </a:lnTo>
                  <a:lnTo>
                    <a:pt x="1190" y="2919"/>
                  </a:lnTo>
                  <a:lnTo>
                    <a:pt x="1181" y="2911"/>
                  </a:lnTo>
                  <a:lnTo>
                    <a:pt x="1233" y="2714"/>
                  </a:lnTo>
                  <a:lnTo>
                    <a:pt x="1263" y="2680"/>
                  </a:lnTo>
                  <a:lnTo>
                    <a:pt x="1278" y="2676"/>
                  </a:lnTo>
                  <a:lnTo>
                    <a:pt x="1286" y="2673"/>
                  </a:lnTo>
                  <a:lnTo>
                    <a:pt x="1298" y="2670"/>
                  </a:lnTo>
                  <a:lnTo>
                    <a:pt x="1316" y="2669"/>
                  </a:lnTo>
                  <a:lnTo>
                    <a:pt x="1360" y="2669"/>
                  </a:lnTo>
                  <a:lnTo>
                    <a:pt x="1383" y="2681"/>
                  </a:lnTo>
                  <a:lnTo>
                    <a:pt x="1398" y="2716"/>
                  </a:lnTo>
                  <a:lnTo>
                    <a:pt x="1392" y="2749"/>
                  </a:lnTo>
                  <a:lnTo>
                    <a:pt x="1389" y="2763"/>
                  </a:lnTo>
                  <a:lnTo>
                    <a:pt x="1399" y="2800"/>
                  </a:lnTo>
                  <a:lnTo>
                    <a:pt x="1440" y="2862"/>
                  </a:lnTo>
                  <a:lnTo>
                    <a:pt x="1482" y="2890"/>
                  </a:lnTo>
                  <a:lnTo>
                    <a:pt x="1489" y="2891"/>
                  </a:lnTo>
                  <a:lnTo>
                    <a:pt x="1497" y="2892"/>
                  </a:lnTo>
                  <a:lnTo>
                    <a:pt x="1503" y="2892"/>
                  </a:lnTo>
                  <a:lnTo>
                    <a:pt x="1508" y="2892"/>
                  </a:lnTo>
                  <a:lnTo>
                    <a:pt x="1515" y="2891"/>
                  </a:lnTo>
                  <a:lnTo>
                    <a:pt x="1522" y="2891"/>
                  </a:lnTo>
                  <a:lnTo>
                    <a:pt x="1531" y="2891"/>
                  </a:lnTo>
                  <a:lnTo>
                    <a:pt x="1539" y="2889"/>
                  </a:lnTo>
                  <a:lnTo>
                    <a:pt x="1553" y="2887"/>
                  </a:lnTo>
                  <a:lnTo>
                    <a:pt x="1636" y="2863"/>
                  </a:lnTo>
                  <a:lnTo>
                    <a:pt x="1673" y="2844"/>
                  </a:lnTo>
                  <a:lnTo>
                    <a:pt x="1707" y="2825"/>
                  </a:lnTo>
                  <a:lnTo>
                    <a:pt x="1729" y="2810"/>
                  </a:lnTo>
                  <a:lnTo>
                    <a:pt x="1745" y="2788"/>
                  </a:lnTo>
                  <a:lnTo>
                    <a:pt x="1755" y="2737"/>
                  </a:lnTo>
                  <a:lnTo>
                    <a:pt x="1754" y="2709"/>
                  </a:lnTo>
                  <a:lnTo>
                    <a:pt x="1738" y="2667"/>
                  </a:lnTo>
                  <a:lnTo>
                    <a:pt x="1734" y="2657"/>
                  </a:lnTo>
                  <a:lnTo>
                    <a:pt x="1724" y="2648"/>
                  </a:lnTo>
                  <a:lnTo>
                    <a:pt x="1708" y="2632"/>
                  </a:lnTo>
                  <a:lnTo>
                    <a:pt x="1681" y="2608"/>
                  </a:lnTo>
                  <a:lnTo>
                    <a:pt x="1682" y="2602"/>
                  </a:lnTo>
                  <a:lnTo>
                    <a:pt x="1681" y="2587"/>
                  </a:lnTo>
                  <a:lnTo>
                    <a:pt x="1678" y="2571"/>
                  </a:lnTo>
                  <a:lnTo>
                    <a:pt x="1673" y="2553"/>
                  </a:lnTo>
                  <a:lnTo>
                    <a:pt x="1669" y="2525"/>
                  </a:lnTo>
                  <a:lnTo>
                    <a:pt x="1670" y="2470"/>
                  </a:lnTo>
                  <a:lnTo>
                    <a:pt x="1685" y="2428"/>
                  </a:lnTo>
                  <a:lnTo>
                    <a:pt x="1712" y="2355"/>
                  </a:lnTo>
                  <a:lnTo>
                    <a:pt x="1737" y="2289"/>
                  </a:lnTo>
                  <a:lnTo>
                    <a:pt x="1745" y="2284"/>
                  </a:lnTo>
                  <a:lnTo>
                    <a:pt x="1752" y="2279"/>
                  </a:lnTo>
                  <a:lnTo>
                    <a:pt x="1756" y="2273"/>
                  </a:lnTo>
                  <a:lnTo>
                    <a:pt x="1761" y="2263"/>
                  </a:lnTo>
                  <a:lnTo>
                    <a:pt x="1772" y="2236"/>
                  </a:lnTo>
                  <a:lnTo>
                    <a:pt x="1774" y="2230"/>
                  </a:lnTo>
                  <a:lnTo>
                    <a:pt x="1778" y="2219"/>
                  </a:lnTo>
                  <a:lnTo>
                    <a:pt x="1781" y="2209"/>
                  </a:lnTo>
                  <a:lnTo>
                    <a:pt x="1782" y="2202"/>
                  </a:lnTo>
                  <a:lnTo>
                    <a:pt x="1784" y="2187"/>
                  </a:lnTo>
                  <a:lnTo>
                    <a:pt x="1786" y="2177"/>
                  </a:lnTo>
                  <a:lnTo>
                    <a:pt x="1787" y="2166"/>
                  </a:lnTo>
                  <a:lnTo>
                    <a:pt x="1787" y="2159"/>
                  </a:lnTo>
                  <a:lnTo>
                    <a:pt x="1789" y="2147"/>
                  </a:lnTo>
                  <a:lnTo>
                    <a:pt x="1809" y="2107"/>
                  </a:lnTo>
                  <a:lnTo>
                    <a:pt x="1832" y="2092"/>
                  </a:lnTo>
                  <a:lnTo>
                    <a:pt x="1887" y="2085"/>
                  </a:lnTo>
                  <a:lnTo>
                    <a:pt x="1911" y="2076"/>
                  </a:lnTo>
                  <a:lnTo>
                    <a:pt x="1918" y="2072"/>
                  </a:lnTo>
                  <a:lnTo>
                    <a:pt x="1922" y="2069"/>
                  </a:lnTo>
                  <a:lnTo>
                    <a:pt x="1929" y="2061"/>
                  </a:lnTo>
                  <a:lnTo>
                    <a:pt x="1933" y="2056"/>
                  </a:lnTo>
                  <a:lnTo>
                    <a:pt x="1942" y="2047"/>
                  </a:lnTo>
                  <a:lnTo>
                    <a:pt x="1955" y="2021"/>
                  </a:lnTo>
                  <a:lnTo>
                    <a:pt x="1962" y="1993"/>
                  </a:lnTo>
                  <a:lnTo>
                    <a:pt x="1966" y="1975"/>
                  </a:lnTo>
                  <a:lnTo>
                    <a:pt x="1962" y="1955"/>
                  </a:lnTo>
                  <a:lnTo>
                    <a:pt x="1956" y="1939"/>
                  </a:lnTo>
                  <a:lnTo>
                    <a:pt x="1948" y="1926"/>
                  </a:lnTo>
                  <a:lnTo>
                    <a:pt x="1883" y="1847"/>
                  </a:lnTo>
                  <a:lnTo>
                    <a:pt x="1725" y="1793"/>
                  </a:lnTo>
                  <a:lnTo>
                    <a:pt x="1683" y="1758"/>
                  </a:lnTo>
                  <a:lnTo>
                    <a:pt x="1676" y="1754"/>
                  </a:lnTo>
                  <a:lnTo>
                    <a:pt x="1667" y="1750"/>
                  </a:lnTo>
                  <a:lnTo>
                    <a:pt x="1656" y="1744"/>
                  </a:lnTo>
                  <a:lnTo>
                    <a:pt x="1627" y="1724"/>
                  </a:lnTo>
                  <a:lnTo>
                    <a:pt x="1605" y="1688"/>
                  </a:lnTo>
                  <a:lnTo>
                    <a:pt x="1602" y="1679"/>
                  </a:lnTo>
                  <a:lnTo>
                    <a:pt x="1598" y="1671"/>
                  </a:lnTo>
                  <a:lnTo>
                    <a:pt x="1593" y="1663"/>
                  </a:lnTo>
                  <a:lnTo>
                    <a:pt x="1580" y="1641"/>
                  </a:lnTo>
                  <a:lnTo>
                    <a:pt x="1567" y="1625"/>
                  </a:lnTo>
                  <a:lnTo>
                    <a:pt x="1552" y="1602"/>
                  </a:lnTo>
                  <a:lnTo>
                    <a:pt x="1550" y="1531"/>
                  </a:lnTo>
                  <a:lnTo>
                    <a:pt x="1593" y="1481"/>
                  </a:lnTo>
                  <a:lnTo>
                    <a:pt x="1604" y="1473"/>
                  </a:lnTo>
                  <a:lnTo>
                    <a:pt x="1610" y="1470"/>
                  </a:lnTo>
                  <a:lnTo>
                    <a:pt x="1642" y="1447"/>
                  </a:lnTo>
                  <a:lnTo>
                    <a:pt x="1673" y="1426"/>
                  </a:lnTo>
                  <a:lnTo>
                    <a:pt x="1724" y="1376"/>
                  </a:lnTo>
                  <a:lnTo>
                    <a:pt x="1727" y="1372"/>
                  </a:lnTo>
                  <a:lnTo>
                    <a:pt x="1730" y="1368"/>
                  </a:lnTo>
                  <a:lnTo>
                    <a:pt x="1734" y="1360"/>
                  </a:lnTo>
                  <a:lnTo>
                    <a:pt x="1738" y="1352"/>
                  </a:lnTo>
                  <a:lnTo>
                    <a:pt x="1739" y="1342"/>
                  </a:lnTo>
                  <a:lnTo>
                    <a:pt x="1741" y="1327"/>
                  </a:lnTo>
                  <a:lnTo>
                    <a:pt x="1741" y="1318"/>
                  </a:lnTo>
                  <a:lnTo>
                    <a:pt x="1742" y="1310"/>
                  </a:lnTo>
                  <a:lnTo>
                    <a:pt x="1741" y="1303"/>
                  </a:lnTo>
                  <a:lnTo>
                    <a:pt x="1743" y="1286"/>
                  </a:lnTo>
                  <a:lnTo>
                    <a:pt x="1742" y="1274"/>
                  </a:lnTo>
                  <a:lnTo>
                    <a:pt x="1741" y="1261"/>
                  </a:lnTo>
                  <a:lnTo>
                    <a:pt x="1735" y="1248"/>
                  </a:lnTo>
                  <a:lnTo>
                    <a:pt x="1716" y="1207"/>
                  </a:lnTo>
                  <a:lnTo>
                    <a:pt x="1711" y="1198"/>
                  </a:lnTo>
                  <a:lnTo>
                    <a:pt x="1663" y="1143"/>
                  </a:lnTo>
                  <a:lnTo>
                    <a:pt x="1661" y="1126"/>
                  </a:lnTo>
                  <a:lnTo>
                    <a:pt x="1661" y="1119"/>
                  </a:lnTo>
                  <a:lnTo>
                    <a:pt x="1640" y="993"/>
                  </a:lnTo>
                  <a:lnTo>
                    <a:pt x="1643" y="966"/>
                  </a:lnTo>
                  <a:lnTo>
                    <a:pt x="1658" y="953"/>
                  </a:lnTo>
                  <a:lnTo>
                    <a:pt x="1668" y="934"/>
                  </a:lnTo>
                  <a:lnTo>
                    <a:pt x="1674" y="909"/>
                  </a:lnTo>
                  <a:lnTo>
                    <a:pt x="1676" y="897"/>
                  </a:lnTo>
                  <a:lnTo>
                    <a:pt x="1684" y="884"/>
                  </a:lnTo>
                  <a:lnTo>
                    <a:pt x="1687" y="870"/>
                  </a:lnTo>
                  <a:lnTo>
                    <a:pt x="1690" y="860"/>
                  </a:lnTo>
                  <a:lnTo>
                    <a:pt x="1694" y="833"/>
                  </a:lnTo>
                  <a:lnTo>
                    <a:pt x="1696" y="824"/>
                  </a:lnTo>
                  <a:lnTo>
                    <a:pt x="1696" y="809"/>
                  </a:lnTo>
                  <a:lnTo>
                    <a:pt x="1697" y="799"/>
                  </a:lnTo>
                  <a:lnTo>
                    <a:pt x="1699" y="788"/>
                  </a:lnTo>
                  <a:lnTo>
                    <a:pt x="1706" y="779"/>
                  </a:lnTo>
                  <a:lnTo>
                    <a:pt x="1714" y="768"/>
                  </a:lnTo>
                  <a:lnTo>
                    <a:pt x="1721" y="749"/>
                  </a:lnTo>
                  <a:lnTo>
                    <a:pt x="1726" y="731"/>
                  </a:lnTo>
                  <a:lnTo>
                    <a:pt x="1766" y="699"/>
                  </a:lnTo>
                  <a:lnTo>
                    <a:pt x="1790" y="703"/>
                  </a:lnTo>
                  <a:lnTo>
                    <a:pt x="1804" y="716"/>
                  </a:lnTo>
                  <a:lnTo>
                    <a:pt x="1820" y="731"/>
                  </a:lnTo>
                  <a:lnTo>
                    <a:pt x="1840" y="735"/>
                  </a:lnTo>
                  <a:lnTo>
                    <a:pt x="1853" y="733"/>
                  </a:lnTo>
                  <a:lnTo>
                    <a:pt x="1863" y="728"/>
                  </a:lnTo>
                  <a:lnTo>
                    <a:pt x="1881" y="715"/>
                  </a:lnTo>
                  <a:lnTo>
                    <a:pt x="1888" y="708"/>
                  </a:lnTo>
                  <a:lnTo>
                    <a:pt x="1892" y="705"/>
                  </a:lnTo>
                  <a:lnTo>
                    <a:pt x="1895" y="697"/>
                  </a:lnTo>
                  <a:lnTo>
                    <a:pt x="2000" y="410"/>
                  </a:lnTo>
                  <a:lnTo>
                    <a:pt x="2009" y="342"/>
                  </a:lnTo>
                  <a:lnTo>
                    <a:pt x="2009" y="334"/>
                  </a:lnTo>
                  <a:lnTo>
                    <a:pt x="2010" y="324"/>
                  </a:lnTo>
                  <a:lnTo>
                    <a:pt x="2010" y="316"/>
                  </a:lnTo>
                  <a:lnTo>
                    <a:pt x="2014" y="305"/>
                  </a:lnTo>
                  <a:lnTo>
                    <a:pt x="2022" y="280"/>
                  </a:lnTo>
                  <a:lnTo>
                    <a:pt x="2026" y="270"/>
                  </a:lnTo>
                  <a:lnTo>
                    <a:pt x="2033" y="256"/>
                  </a:lnTo>
                  <a:lnTo>
                    <a:pt x="2038" y="241"/>
                  </a:lnTo>
                  <a:lnTo>
                    <a:pt x="2042" y="229"/>
                  </a:lnTo>
                  <a:lnTo>
                    <a:pt x="2043" y="219"/>
                  </a:lnTo>
                  <a:lnTo>
                    <a:pt x="2045" y="207"/>
                  </a:lnTo>
                  <a:lnTo>
                    <a:pt x="2093" y="78"/>
                  </a:lnTo>
                  <a:lnTo>
                    <a:pt x="2102" y="52"/>
                  </a:lnTo>
                  <a:lnTo>
                    <a:pt x="2125" y="31"/>
                  </a:lnTo>
                  <a:lnTo>
                    <a:pt x="2153" y="26"/>
                  </a:lnTo>
                  <a:lnTo>
                    <a:pt x="2249" y="12"/>
                  </a:lnTo>
                  <a:lnTo>
                    <a:pt x="2336" y="0"/>
                  </a:lnTo>
                  <a:lnTo>
                    <a:pt x="2344" y="7"/>
                  </a:lnTo>
                  <a:lnTo>
                    <a:pt x="2360" y="27"/>
                  </a:lnTo>
                  <a:lnTo>
                    <a:pt x="2377" y="48"/>
                  </a:lnTo>
                  <a:lnTo>
                    <a:pt x="2394" y="65"/>
                  </a:lnTo>
                  <a:lnTo>
                    <a:pt x="2403" y="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l1130"/>
            <p:cNvSpPr/>
            <p:nvPr/>
          </p:nvSpPr>
          <p:spPr>
            <a:xfrm>
              <a:off x="4645773" y="5774864"/>
              <a:ext cx="511" cy="405"/>
            </a:xfrm>
            <a:custGeom>
              <a:avLst/>
              <a:pathLst>
                <a:path w="511" h="405">
                  <a:moveTo>
                    <a:pt x="442" y="13"/>
                  </a:moveTo>
                  <a:lnTo>
                    <a:pt x="447" y="15"/>
                  </a:lnTo>
                  <a:lnTo>
                    <a:pt x="455" y="14"/>
                  </a:lnTo>
                  <a:lnTo>
                    <a:pt x="464" y="12"/>
                  </a:lnTo>
                  <a:lnTo>
                    <a:pt x="472" y="14"/>
                  </a:lnTo>
                  <a:lnTo>
                    <a:pt x="506" y="39"/>
                  </a:lnTo>
                  <a:lnTo>
                    <a:pt x="509" y="71"/>
                  </a:lnTo>
                  <a:lnTo>
                    <a:pt x="511" y="95"/>
                  </a:lnTo>
                  <a:lnTo>
                    <a:pt x="488" y="213"/>
                  </a:lnTo>
                  <a:lnTo>
                    <a:pt x="487" y="220"/>
                  </a:lnTo>
                  <a:lnTo>
                    <a:pt x="485" y="226"/>
                  </a:lnTo>
                  <a:lnTo>
                    <a:pt x="480" y="234"/>
                  </a:lnTo>
                  <a:lnTo>
                    <a:pt x="427" y="306"/>
                  </a:lnTo>
                  <a:lnTo>
                    <a:pt x="363" y="381"/>
                  </a:lnTo>
                  <a:lnTo>
                    <a:pt x="358" y="385"/>
                  </a:lnTo>
                  <a:lnTo>
                    <a:pt x="352" y="388"/>
                  </a:lnTo>
                  <a:lnTo>
                    <a:pt x="345" y="390"/>
                  </a:lnTo>
                  <a:lnTo>
                    <a:pt x="335" y="392"/>
                  </a:lnTo>
                  <a:lnTo>
                    <a:pt x="329" y="395"/>
                  </a:lnTo>
                  <a:lnTo>
                    <a:pt x="314" y="398"/>
                  </a:lnTo>
                  <a:lnTo>
                    <a:pt x="304" y="402"/>
                  </a:lnTo>
                  <a:lnTo>
                    <a:pt x="292" y="405"/>
                  </a:lnTo>
                  <a:lnTo>
                    <a:pt x="288" y="399"/>
                  </a:lnTo>
                  <a:lnTo>
                    <a:pt x="281" y="315"/>
                  </a:lnTo>
                  <a:lnTo>
                    <a:pt x="161" y="156"/>
                  </a:lnTo>
                  <a:lnTo>
                    <a:pt x="148" y="150"/>
                  </a:lnTo>
                  <a:lnTo>
                    <a:pt x="142" y="149"/>
                  </a:lnTo>
                  <a:lnTo>
                    <a:pt x="88" y="191"/>
                  </a:lnTo>
                  <a:lnTo>
                    <a:pt x="55" y="185"/>
                  </a:lnTo>
                  <a:lnTo>
                    <a:pt x="47" y="177"/>
                  </a:lnTo>
                  <a:lnTo>
                    <a:pt x="45" y="172"/>
                  </a:lnTo>
                  <a:lnTo>
                    <a:pt x="46" y="160"/>
                  </a:lnTo>
                  <a:lnTo>
                    <a:pt x="43" y="152"/>
                  </a:lnTo>
                  <a:lnTo>
                    <a:pt x="38" y="148"/>
                  </a:lnTo>
                  <a:lnTo>
                    <a:pt x="32" y="142"/>
                  </a:lnTo>
                  <a:lnTo>
                    <a:pt x="28" y="139"/>
                  </a:lnTo>
                  <a:lnTo>
                    <a:pt x="21" y="131"/>
                  </a:lnTo>
                  <a:lnTo>
                    <a:pt x="2" y="89"/>
                  </a:lnTo>
                  <a:lnTo>
                    <a:pt x="0" y="72"/>
                  </a:lnTo>
                  <a:lnTo>
                    <a:pt x="7" y="59"/>
                  </a:lnTo>
                  <a:lnTo>
                    <a:pt x="21" y="57"/>
                  </a:lnTo>
                  <a:lnTo>
                    <a:pt x="36" y="56"/>
                  </a:lnTo>
                  <a:lnTo>
                    <a:pt x="44" y="55"/>
                  </a:lnTo>
                  <a:lnTo>
                    <a:pt x="53" y="56"/>
                  </a:lnTo>
                  <a:lnTo>
                    <a:pt x="60" y="59"/>
                  </a:lnTo>
                  <a:lnTo>
                    <a:pt x="72" y="59"/>
                  </a:lnTo>
                  <a:lnTo>
                    <a:pt x="82" y="58"/>
                  </a:lnTo>
                  <a:lnTo>
                    <a:pt x="89" y="56"/>
                  </a:lnTo>
                  <a:lnTo>
                    <a:pt x="98" y="49"/>
                  </a:lnTo>
                  <a:lnTo>
                    <a:pt x="103" y="43"/>
                  </a:lnTo>
                  <a:lnTo>
                    <a:pt x="138" y="37"/>
                  </a:lnTo>
                  <a:lnTo>
                    <a:pt x="294" y="11"/>
                  </a:lnTo>
                  <a:lnTo>
                    <a:pt x="340" y="6"/>
                  </a:lnTo>
                  <a:lnTo>
                    <a:pt x="409" y="0"/>
                  </a:lnTo>
                  <a:lnTo>
                    <a:pt x="415" y="0"/>
                  </a:lnTo>
                  <a:lnTo>
                    <a:pt x="426" y="3"/>
                  </a:lnTo>
                  <a:lnTo>
                    <a:pt x="432" y="7"/>
                  </a:lnTo>
                  <a:lnTo>
                    <a:pt x="442" y="1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l1131"/>
            <p:cNvSpPr/>
            <p:nvPr/>
          </p:nvSpPr>
          <p:spPr>
            <a:xfrm>
              <a:off x="4547108" y="5760041"/>
              <a:ext cx="615" cy="480"/>
            </a:xfrm>
            <a:custGeom>
              <a:avLst/>
              <a:pathLst>
                <a:path w="615" h="480">
                  <a:moveTo>
                    <a:pt x="589" y="274"/>
                  </a:moveTo>
                  <a:lnTo>
                    <a:pt x="491" y="470"/>
                  </a:lnTo>
                  <a:lnTo>
                    <a:pt x="482" y="479"/>
                  </a:lnTo>
                  <a:lnTo>
                    <a:pt x="469" y="480"/>
                  </a:lnTo>
                  <a:lnTo>
                    <a:pt x="434" y="464"/>
                  </a:lnTo>
                  <a:lnTo>
                    <a:pt x="368" y="433"/>
                  </a:lnTo>
                  <a:lnTo>
                    <a:pt x="351" y="424"/>
                  </a:lnTo>
                  <a:lnTo>
                    <a:pt x="333" y="416"/>
                  </a:lnTo>
                  <a:lnTo>
                    <a:pt x="308" y="404"/>
                  </a:lnTo>
                  <a:lnTo>
                    <a:pt x="297" y="403"/>
                  </a:lnTo>
                  <a:lnTo>
                    <a:pt x="288" y="402"/>
                  </a:lnTo>
                  <a:lnTo>
                    <a:pt x="236" y="382"/>
                  </a:lnTo>
                  <a:lnTo>
                    <a:pt x="213" y="374"/>
                  </a:lnTo>
                  <a:lnTo>
                    <a:pt x="171" y="358"/>
                  </a:lnTo>
                  <a:lnTo>
                    <a:pt x="74" y="323"/>
                  </a:lnTo>
                  <a:lnTo>
                    <a:pt x="63" y="307"/>
                  </a:lnTo>
                  <a:lnTo>
                    <a:pt x="58" y="303"/>
                  </a:lnTo>
                  <a:lnTo>
                    <a:pt x="39" y="292"/>
                  </a:lnTo>
                  <a:lnTo>
                    <a:pt x="30" y="288"/>
                  </a:lnTo>
                  <a:lnTo>
                    <a:pt x="22" y="285"/>
                  </a:lnTo>
                  <a:lnTo>
                    <a:pt x="14" y="269"/>
                  </a:lnTo>
                  <a:lnTo>
                    <a:pt x="20" y="213"/>
                  </a:lnTo>
                  <a:lnTo>
                    <a:pt x="26" y="182"/>
                  </a:lnTo>
                  <a:lnTo>
                    <a:pt x="13" y="135"/>
                  </a:lnTo>
                  <a:lnTo>
                    <a:pt x="10" y="102"/>
                  </a:lnTo>
                  <a:lnTo>
                    <a:pt x="4" y="78"/>
                  </a:lnTo>
                  <a:lnTo>
                    <a:pt x="3" y="63"/>
                  </a:lnTo>
                  <a:lnTo>
                    <a:pt x="0" y="35"/>
                  </a:lnTo>
                  <a:lnTo>
                    <a:pt x="14" y="28"/>
                  </a:lnTo>
                  <a:lnTo>
                    <a:pt x="51" y="11"/>
                  </a:lnTo>
                  <a:lnTo>
                    <a:pt x="171" y="0"/>
                  </a:lnTo>
                  <a:lnTo>
                    <a:pt x="301" y="46"/>
                  </a:lnTo>
                  <a:lnTo>
                    <a:pt x="308" y="47"/>
                  </a:lnTo>
                  <a:lnTo>
                    <a:pt x="360" y="66"/>
                  </a:lnTo>
                  <a:lnTo>
                    <a:pt x="373" y="71"/>
                  </a:lnTo>
                  <a:lnTo>
                    <a:pt x="476" y="132"/>
                  </a:lnTo>
                  <a:lnTo>
                    <a:pt x="521" y="156"/>
                  </a:lnTo>
                  <a:lnTo>
                    <a:pt x="550" y="174"/>
                  </a:lnTo>
                  <a:lnTo>
                    <a:pt x="611" y="212"/>
                  </a:lnTo>
                  <a:lnTo>
                    <a:pt x="615" y="221"/>
                  </a:lnTo>
                  <a:lnTo>
                    <a:pt x="589" y="27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l1132"/>
            <p:cNvSpPr/>
            <p:nvPr/>
          </p:nvSpPr>
          <p:spPr>
            <a:xfrm>
              <a:off x="4647541" y="5773680"/>
              <a:ext cx="2901" cy="2967"/>
            </a:xfrm>
            <a:custGeom>
              <a:avLst/>
              <a:pathLst>
                <a:path w="2901" h="2967">
                  <a:moveTo>
                    <a:pt x="1866" y="300"/>
                  </a:moveTo>
                  <a:lnTo>
                    <a:pt x="1934" y="319"/>
                  </a:lnTo>
                  <a:lnTo>
                    <a:pt x="1974" y="321"/>
                  </a:lnTo>
                  <a:lnTo>
                    <a:pt x="1980" y="321"/>
                  </a:lnTo>
                  <a:lnTo>
                    <a:pt x="1992" y="321"/>
                  </a:lnTo>
                  <a:lnTo>
                    <a:pt x="2006" y="319"/>
                  </a:lnTo>
                  <a:lnTo>
                    <a:pt x="2019" y="317"/>
                  </a:lnTo>
                  <a:lnTo>
                    <a:pt x="2029" y="315"/>
                  </a:lnTo>
                  <a:lnTo>
                    <a:pt x="2036" y="313"/>
                  </a:lnTo>
                  <a:lnTo>
                    <a:pt x="2054" y="307"/>
                  </a:lnTo>
                  <a:lnTo>
                    <a:pt x="2077" y="298"/>
                  </a:lnTo>
                  <a:lnTo>
                    <a:pt x="2303" y="309"/>
                  </a:lnTo>
                  <a:lnTo>
                    <a:pt x="2495" y="456"/>
                  </a:lnTo>
                  <a:lnTo>
                    <a:pt x="2609" y="766"/>
                  </a:lnTo>
                  <a:lnTo>
                    <a:pt x="2644" y="913"/>
                  </a:lnTo>
                  <a:lnTo>
                    <a:pt x="2624" y="976"/>
                  </a:lnTo>
                  <a:lnTo>
                    <a:pt x="2654" y="1074"/>
                  </a:lnTo>
                  <a:lnTo>
                    <a:pt x="2714" y="1147"/>
                  </a:lnTo>
                  <a:lnTo>
                    <a:pt x="2745" y="1190"/>
                  </a:lnTo>
                  <a:lnTo>
                    <a:pt x="2796" y="1245"/>
                  </a:lnTo>
                  <a:lnTo>
                    <a:pt x="2901" y="1324"/>
                  </a:lnTo>
                  <a:lnTo>
                    <a:pt x="2899" y="1334"/>
                  </a:lnTo>
                  <a:lnTo>
                    <a:pt x="2877" y="1436"/>
                  </a:lnTo>
                  <a:lnTo>
                    <a:pt x="2868" y="1479"/>
                  </a:lnTo>
                  <a:lnTo>
                    <a:pt x="2812" y="1555"/>
                  </a:lnTo>
                  <a:lnTo>
                    <a:pt x="2796" y="1576"/>
                  </a:lnTo>
                  <a:lnTo>
                    <a:pt x="2615" y="1533"/>
                  </a:lnTo>
                  <a:lnTo>
                    <a:pt x="2571" y="1522"/>
                  </a:lnTo>
                  <a:lnTo>
                    <a:pt x="2511" y="1510"/>
                  </a:lnTo>
                  <a:lnTo>
                    <a:pt x="2482" y="1511"/>
                  </a:lnTo>
                  <a:lnTo>
                    <a:pt x="2361" y="1573"/>
                  </a:lnTo>
                  <a:lnTo>
                    <a:pt x="2362" y="1593"/>
                  </a:lnTo>
                  <a:lnTo>
                    <a:pt x="2362" y="1599"/>
                  </a:lnTo>
                  <a:lnTo>
                    <a:pt x="2359" y="1640"/>
                  </a:lnTo>
                  <a:lnTo>
                    <a:pt x="2359" y="1691"/>
                  </a:lnTo>
                  <a:lnTo>
                    <a:pt x="2358" y="1698"/>
                  </a:lnTo>
                  <a:lnTo>
                    <a:pt x="2354" y="1720"/>
                  </a:lnTo>
                  <a:lnTo>
                    <a:pt x="2397" y="1833"/>
                  </a:lnTo>
                  <a:lnTo>
                    <a:pt x="2408" y="1870"/>
                  </a:lnTo>
                  <a:lnTo>
                    <a:pt x="2329" y="1917"/>
                  </a:lnTo>
                  <a:lnTo>
                    <a:pt x="2201" y="1947"/>
                  </a:lnTo>
                  <a:lnTo>
                    <a:pt x="2196" y="2047"/>
                  </a:lnTo>
                  <a:lnTo>
                    <a:pt x="2281" y="2222"/>
                  </a:lnTo>
                  <a:lnTo>
                    <a:pt x="2414" y="2349"/>
                  </a:lnTo>
                  <a:lnTo>
                    <a:pt x="2487" y="2365"/>
                  </a:lnTo>
                  <a:lnTo>
                    <a:pt x="2494" y="2362"/>
                  </a:lnTo>
                  <a:lnTo>
                    <a:pt x="2543" y="2331"/>
                  </a:lnTo>
                  <a:lnTo>
                    <a:pt x="2548" y="2325"/>
                  </a:lnTo>
                  <a:lnTo>
                    <a:pt x="2581" y="2283"/>
                  </a:lnTo>
                  <a:lnTo>
                    <a:pt x="2589" y="2275"/>
                  </a:lnTo>
                  <a:lnTo>
                    <a:pt x="2593" y="2271"/>
                  </a:lnTo>
                  <a:lnTo>
                    <a:pt x="2597" y="2253"/>
                  </a:lnTo>
                  <a:lnTo>
                    <a:pt x="2603" y="2240"/>
                  </a:lnTo>
                  <a:lnTo>
                    <a:pt x="2617" y="2225"/>
                  </a:lnTo>
                  <a:lnTo>
                    <a:pt x="2625" y="2219"/>
                  </a:lnTo>
                  <a:lnTo>
                    <a:pt x="2635" y="2204"/>
                  </a:lnTo>
                  <a:lnTo>
                    <a:pt x="2651" y="2196"/>
                  </a:lnTo>
                  <a:lnTo>
                    <a:pt x="2679" y="2200"/>
                  </a:lnTo>
                  <a:lnTo>
                    <a:pt x="2799" y="2239"/>
                  </a:lnTo>
                  <a:lnTo>
                    <a:pt x="2814" y="2247"/>
                  </a:lnTo>
                  <a:lnTo>
                    <a:pt x="2813" y="2276"/>
                  </a:lnTo>
                  <a:lnTo>
                    <a:pt x="2804" y="2360"/>
                  </a:lnTo>
                  <a:lnTo>
                    <a:pt x="2775" y="2406"/>
                  </a:lnTo>
                  <a:lnTo>
                    <a:pt x="2684" y="2428"/>
                  </a:lnTo>
                  <a:lnTo>
                    <a:pt x="2665" y="2422"/>
                  </a:lnTo>
                  <a:lnTo>
                    <a:pt x="2654" y="2417"/>
                  </a:lnTo>
                  <a:lnTo>
                    <a:pt x="2646" y="2415"/>
                  </a:lnTo>
                  <a:lnTo>
                    <a:pt x="2623" y="2420"/>
                  </a:lnTo>
                  <a:lnTo>
                    <a:pt x="2596" y="2439"/>
                  </a:lnTo>
                  <a:lnTo>
                    <a:pt x="2589" y="2451"/>
                  </a:lnTo>
                  <a:lnTo>
                    <a:pt x="2585" y="2460"/>
                  </a:lnTo>
                  <a:lnTo>
                    <a:pt x="2579" y="2472"/>
                  </a:lnTo>
                  <a:lnTo>
                    <a:pt x="2574" y="2476"/>
                  </a:lnTo>
                  <a:lnTo>
                    <a:pt x="2518" y="2519"/>
                  </a:lnTo>
                  <a:lnTo>
                    <a:pt x="2496" y="2538"/>
                  </a:lnTo>
                  <a:lnTo>
                    <a:pt x="2440" y="2593"/>
                  </a:lnTo>
                  <a:lnTo>
                    <a:pt x="2433" y="2627"/>
                  </a:lnTo>
                  <a:lnTo>
                    <a:pt x="2533" y="2825"/>
                  </a:lnTo>
                  <a:lnTo>
                    <a:pt x="2519" y="2830"/>
                  </a:lnTo>
                  <a:lnTo>
                    <a:pt x="2515" y="2835"/>
                  </a:lnTo>
                  <a:lnTo>
                    <a:pt x="2511" y="2840"/>
                  </a:lnTo>
                  <a:lnTo>
                    <a:pt x="2506" y="2846"/>
                  </a:lnTo>
                  <a:lnTo>
                    <a:pt x="2502" y="2852"/>
                  </a:lnTo>
                  <a:lnTo>
                    <a:pt x="2498" y="2857"/>
                  </a:lnTo>
                  <a:lnTo>
                    <a:pt x="2491" y="2860"/>
                  </a:lnTo>
                  <a:lnTo>
                    <a:pt x="2484" y="2861"/>
                  </a:lnTo>
                  <a:lnTo>
                    <a:pt x="2476" y="2862"/>
                  </a:lnTo>
                  <a:lnTo>
                    <a:pt x="2469" y="2863"/>
                  </a:lnTo>
                  <a:lnTo>
                    <a:pt x="2462" y="2864"/>
                  </a:lnTo>
                  <a:lnTo>
                    <a:pt x="2456" y="2863"/>
                  </a:lnTo>
                  <a:lnTo>
                    <a:pt x="2451" y="2862"/>
                  </a:lnTo>
                  <a:lnTo>
                    <a:pt x="2444" y="2862"/>
                  </a:lnTo>
                  <a:lnTo>
                    <a:pt x="2436" y="2863"/>
                  </a:lnTo>
                  <a:lnTo>
                    <a:pt x="2428" y="2866"/>
                  </a:lnTo>
                  <a:lnTo>
                    <a:pt x="2229" y="2895"/>
                  </a:lnTo>
                  <a:lnTo>
                    <a:pt x="2223" y="2892"/>
                  </a:lnTo>
                  <a:lnTo>
                    <a:pt x="2215" y="2888"/>
                  </a:lnTo>
                  <a:lnTo>
                    <a:pt x="2207" y="2885"/>
                  </a:lnTo>
                  <a:lnTo>
                    <a:pt x="2200" y="2882"/>
                  </a:lnTo>
                  <a:lnTo>
                    <a:pt x="2179" y="2872"/>
                  </a:lnTo>
                  <a:lnTo>
                    <a:pt x="2172" y="2868"/>
                  </a:lnTo>
                  <a:lnTo>
                    <a:pt x="2163" y="2864"/>
                  </a:lnTo>
                  <a:lnTo>
                    <a:pt x="2156" y="2861"/>
                  </a:lnTo>
                  <a:lnTo>
                    <a:pt x="2116" y="2843"/>
                  </a:lnTo>
                  <a:lnTo>
                    <a:pt x="2109" y="2841"/>
                  </a:lnTo>
                  <a:lnTo>
                    <a:pt x="2101" y="2840"/>
                  </a:lnTo>
                  <a:lnTo>
                    <a:pt x="2094" y="2840"/>
                  </a:lnTo>
                  <a:lnTo>
                    <a:pt x="2089" y="2840"/>
                  </a:lnTo>
                  <a:lnTo>
                    <a:pt x="2083" y="2840"/>
                  </a:lnTo>
                  <a:lnTo>
                    <a:pt x="2076" y="2840"/>
                  </a:lnTo>
                  <a:lnTo>
                    <a:pt x="2069" y="2841"/>
                  </a:lnTo>
                  <a:lnTo>
                    <a:pt x="2061" y="2842"/>
                  </a:lnTo>
                  <a:lnTo>
                    <a:pt x="2052" y="2843"/>
                  </a:lnTo>
                  <a:lnTo>
                    <a:pt x="2043" y="2844"/>
                  </a:lnTo>
                  <a:lnTo>
                    <a:pt x="2038" y="2845"/>
                  </a:lnTo>
                  <a:lnTo>
                    <a:pt x="2033" y="2845"/>
                  </a:lnTo>
                  <a:lnTo>
                    <a:pt x="2028" y="2845"/>
                  </a:lnTo>
                  <a:lnTo>
                    <a:pt x="2021" y="2844"/>
                  </a:lnTo>
                  <a:lnTo>
                    <a:pt x="2012" y="2844"/>
                  </a:lnTo>
                  <a:lnTo>
                    <a:pt x="2000" y="2844"/>
                  </a:lnTo>
                  <a:lnTo>
                    <a:pt x="1929" y="2869"/>
                  </a:lnTo>
                  <a:lnTo>
                    <a:pt x="1908" y="2885"/>
                  </a:lnTo>
                  <a:lnTo>
                    <a:pt x="1898" y="2902"/>
                  </a:lnTo>
                  <a:lnTo>
                    <a:pt x="1879" y="2938"/>
                  </a:lnTo>
                  <a:lnTo>
                    <a:pt x="1839" y="2967"/>
                  </a:lnTo>
                  <a:lnTo>
                    <a:pt x="1800" y="2959"/>
                  </a:lnTo>
                  <a:lnTo>
                    <a:pt x="1793" y="2958"/>
                  </a:lnTo>
                  <a:lnTo>
                    <a:pt x="1777" y="2943"/>
                  </a:lnTo>
                  <a:lnTo>
                    <a:pt x="1809" y="2812"/>
                  </a:lnTo>
                  <a:lnTo>
                    <a:pt x="1891" y="2593"/>
                  </a:lnTo>
                  <a:lnTo>
                    <a:pt x="1942" y="2535"/>
                  </a:lnTo>
                  <a:lnTo>
                    <a:pt x="1988" y="2491"/>
                  </a:lnTo>
                  <a:lnTo>
                    <a:pt x="2030" y="2464"/>
                  </a:lnTo>
                  <a:lnTo>
                    <a:pt x="2061" y="2435"/>
                  </a:lnTo>
                  <a:lnTo>
                    <a:pt x="2095" y="2393"/>
                  </a:lnTo>
                  <a:lnTo>
                    <a:pt x="2105" y="2377"/>
                  </a:lnTo>
                  <a:lnTo>
                    <a:pt x="2117" y="2357"/>
                  </a:lnTo>
                  <a:lnTo>
                    <a:pt x="2119" y="2351"/>
                  </a:lnTo>
                  <a:lnTo>
                    <a:pt x="2119" y="2346"/>
                  </a:lnTo>
                  <a:lnTo>
                    <a:pt x="2119" y="2340"/>
                  </a:lnTo>
                  <a:lnTo>
                    <a:pt x="2120" y="2329"/>
                  </a:lnTo>
                  <a:lnTo>
                    <a:pt x="2121" y="2322"/>
                  </a:lnTo>
                  <a:lnTo>
                    <a:pt x="2124" y="2310"/>
                  </a:lnTo>
                  <a:lnTo>
                    <a:pt x="2124" y="2301"/>
                  </a:lnTo>
                  <a:lnTo>
                    <a:pt x="2124" y="2283"/>
                  </a:lnTo>
                  <a:lnTo>
                    <a:pt x="2124" y="2276"/>
                  </a:lnTo>
                  <a:lnTo>
                    <a:pt x="2123" y="2266"/>
                  </a:lnTo>
                  <a:lnTo>
                    <a:pt x="2122" y="2258"/>
                  </a:lnTo>
                  <a:lnTo>
                    <a:pt x="2071" y="2011"/>
                  </a:lnTo>
                  <a:lnTo>
                    <a:pt x="2067" y="1995"/>
                  </a:lnTo>
                  <a:lnTo>
                    <a:pt x="2065" y="1989"/>
                  </a:lnTo>
                  <a:lnTo>
                    <a:pt x="2061" y="1983"/>
                  </a:lnTo>
                  <a:lnTo>
                    <a:pt x="2046" y="1962"/>
                  </a:lnTo>
                  <a:lnTo>
                    <a:pt x="2042" y="1956"/>
                  </a:lnTo>
                  <a:lnTo>
                    <a:pt x="2038" y="1950"/>
                  </a:lnTo>
                  <a:lnTo>
                    <a:pt x="2033" y="1943"/>
                  </a:lnTo>
                  <a:lnTo>
                    <a:pt x="1771" y="1624"/>
                  </a:lnTo>
                  <a:lnTo>
                    <a:pt x="1691" y="1542"/>
                  </a:lnTo>
                  <a:lnTo>
                    <a:pt x="1541" y="1386"/>
                  </a:lnTo>
                  <a:lnTo>
                    <a:pt x="1490" y="1338"/>
                  </a:lnTo>
                  <a:lnTo>
                    <a:pt x="1489" y="1331"/>
                  </a:lnTo>
                  <a:lnTo>
                    <a:pt x="1490" y="1320"/>
                  </a:lnTo>
                  <a:lnTo>
                    <a:pt x="1490" y="1312"/>
                  </a:lnTo>
                  <a:lnTo>
                    <a:pt x="1482" y="1289"/>
                  </a:lnTo>
                  <a:lnTo>
                    <a:pt x="1470" y="1266"/>
                  </a:lnTo>
                  <a:lnTo>
                    <a:pt x="1466" y="1254"/>
                  </a:lnTo>
                  <a:lnTo>
                    <a:pt x="1472" y="1243"/>
                  </a:lnTo>
                  <a:lnTo>
                    <a:pt x="1485" y="1239"/>
                  </a:lnTo>
                  <a:lnTo>
                    <a:pt x="1502" y="1237"/>
                  </a:lnTo>
                  <a:lnTo>
                    <a:pt x="1507" y="1233"/>
                  </a:lnTo>
                  <a:lnTo>
                    <a:pt x="1511" y="1230"/>
                  </a:lnTo>
                  <a:lnTo>
                    <a:pt x="1523" y="1213"/>
                  </a:lnTo>
                  <a:lnTo>
                    <a:pt x="1526" y="1205"/>
                  </a:lnTo>
                  <a:lnTo>
                    <a:pt x="1524" y="1184"/>
                  </a:lnTo>
                  <a:lnTo>
                    <a:pt x="1503" y="1039"/>
                  </a:lnTo>
                  <a:lnTo>
                    <a:pt x="1449" y="888"/>
                  </a:lnTo>
                  <a:lnTo>
                    <a:pt x="1443" y="877"/>
                  </a:lnTo>
                  <a:lnTo>
                    <a:pt x="1438" y="872"/>
                  </a:lnTo>
                  <a:lnTo>
                    <a:pt x="1420" y="845"/>
                  </a:lnTo>
                  <a:lnTo>
                    <a:pt x="1415" y="842"/>
                  </a:lnTo>
                  <a:lnTo>
                    <a:pt x="1410" y="842"/>
                  </a:lnTo>
                  <a:lnTo>
                    <a:pt x="1285" y="808"/>
                  </a:lnTo>
                  <a:lnTo>
                    <a:pt x="1278" y="806"/>
                  </a:lnTo>
                  <a:lnTo>
                    <a:pt x="1268" y="804"/>
                  </a:lnTo>
                  <a:lnTo>
                    <a:pt x="1262" y="803"/>
                  </a:lnTo>
                  <a:lnTo>
                    <a:pt x="1091" y="799"/>
                  </a:lnTo>
                  <a:lnTo>
                    <a:pt x="1085" y="798"/>
                  </a:lnTo>
                  <a:lnTo>
                    <a:pt x="1072" y="797"/>
                  </a:lnTo>
                  <a:lnTo>
                    <a:pt x="1061" y="797"/>
                  </a:lnTo>
                  <a:lnTo>
                    <a:pt x="1052" y="798"/>
                  </a:lnTo>
                  <a:lnTo>
                    <a:pt x="1028" y="798"/>
                  </a:lnTo>
                  <a:lnTo>
                    <a:pt x="1021" y="798"/>
                  </a:lnTo>
                  <a:lnTo>
                    <a:pt x="952" y="818"/>
                  </a:lnTo>
                  <a:lnTo>
                    <a:pt x="940" y="826"/>
                  </a:lnTo>
                  <a:lnTo>
                    <a:pt x="935" y="830"/>
                  </a:lnTo>
                  <a:lnTo>
                    <a:pt x="930" y="835"/>
                  </a:lnTo>
                  <a:lnTo>
                    <a:pt x="925" y="840"/>
                  </a:lnTo>
                  <a:lnTo>
                    <a:pt x="914" y="848"/>
                  </a:lnTo>
                  <a:lnTo>
                    <a:pt x="907" y="853"/>
                  </a:lnTo>
                  <a:lnTo>
                    <a:pt x="899" y="858"/>
                  </a:lnTo>
                  <a:lnTo>
                    <a:pt x="894" y="862"/>
                  </a:lnTo>
                  <a:lnTo>
                    <a:pt x="886" y="865"/>
                  </a:lnTo>
                  <a:lnTo>
                    <a:pt x="873" y="872"/>
                  </a:lnTo>
                  <a:lnTo>
                    <a:pt x="867" y="878"/>
                  </a:lnTo>
                  <a:lnTo>
                    <a:pt x="863" y="882"/>
                  </a:lnTo>
                  <a:lnTo>
                    <a:pt x="857" y="888"/>
                  </a:lnTo>
                  <a:lnTo>
                    <a:pt x="849" y="895"/>
                  </a:lnTo>
                  <a:lnTo>
                    <a:pt x="840" y="896"/>
                  </a:lnTo>
                  <a:lnTo>
                    <a:pt x="831" y="900"/>
                  </a:lnTo>
                  <a:lnTo>
                    <a:pt x="821" y="905"/>
                  </a:lnTo>
                  <a:lnTo>
                    <a:pt x="811" y="910"/>
                  </a:lnTo>
                  <a:lnTo>
                    <a:pt x="802" y="915"/>
                  </a:lnTo>
                  <a:lnTo>
                    <a:pt x="782" y="932"/>
                  </a:lnTo>
                  <a:lnTo>
                    <a:pt x="776" y="944"/>
                  </a:lnTo>
                  <a:lnTo>
                    <a:pt x="771" y="955"/>
                  </a:lnTo>
                  <a:lnTo>
                    <a:pt x="766" y="962"/>
                  </a:lnTo>
                  <a:lnTo>
                    <a:pt x="754" y="984"/>
                  </a:lnTo>
                  <a:lnTo>
                    <a:pt x="753" y="1000"/>
                  </a:lnTo>
                  <a:lnTo>
                    <a:pt x="753" y="1007"/>
                  </a:lnTo>
                  <a:lnTo>
                    <a:pt x="752" y="1012"/>
                  </a:lnTo>
                  <a:lnTo>
                    <a:pt x="751" y="1026"/>
                  </a:lnTo>
                  <a:lnTo>
                    <a:pt x="748" y="1059"/>
                  </a:lnTo>
                  <a:lnTo>
                    <a:pt x="737" y="1105"/>
                  </a:lnTo>
                  <a:lnTo>
                    <a:pt x="721" y="1133"/>
                  </a:lnTo>
                  <a:lnTo>
                    <a:pt x="700" y="1172"/>
                  </a:lnTo>
                  <a:lnTo>
                    <a:pt x="642" y="1249"/>
                  </a:lnTo>
                  <a:lnTo>
                    <a:pt x="549" y="1351"/>
                  </a:lnTo>
                  <a:lnTo>
                    <a:pt x="363" y="1173"/>
                  </a:lnTo>
                  <a:lnTo>
                    <a:pt x="169" y="1076"/>
                  </a:lnTo>
                  <a:lnTo>
                    <a:pt x="152" y="1069"/>
                  </a:lnTo>
                  <a:lnTo>
                    <a:pt x="129" y="1043"/>
                  </a:lnTo>
                  <a:lnTo>
                    <a:pt x="60" y="966"/>
                  </a:lnTo>
                  <a:lnTo>
                    <a:pt x="46" y="935"/>
                  </a:lnTo>
                  <a:lnTo>
                    <a:pt x="43" y="909"/>
                  </a:lnTo>
                  <a:lnTo>
                    <a:pt x="37" y="899"/>
                  </a:lnTo>
                  <a:lnTo>
                    <a:pt x="6" y="836"/>
                  </a:lnTo>
                  <a:lnTo>
                    <a:pt x="0" y="795"/>
                  </a:lnTo>
                  <a:lnTo>
                    <a:pt x="95" y="615"/>
                  </a:lnTo>
                  <a:lnTo>
                    <a:pt x="193" y="480"/>
                  </a:lnTo>
                  <a:lnTo>
                    <a:pt x="213" y="471"/>
                  </a:lnTo>
                  <a:lnTo>
                    <a:pt x="435" y="376"/>
                  </a:lnTo>
                  <a:lnTo>
                    <a:pt x="521" y="358"/>
                  </a:lnTo>
                  <a:lnTo>
                    <a:pt x="528" y="357"/>
                  </a:lnTo>
                  <a:lnTo>
                    <a:pt x="541" y="357"/>
                  </a:lnTo>
                  <a:lnTo>
                    <a:pt x="551" y="357"/>
                  </a:lnTo>
                  <a:lnTo>
                    <a:pt x="561" y="358"/>
                  </a:lnTo>
                  <a:lnTo>
                    <a:pt x="571" y="359"/>
                  </a:lnTo>
                  <a:lnTo>
                    <a:pt x="578" y="359"/>
                  </a:lnTo>
                  <a:lnTo>
                    <a:pt x="624" y="352"/>
                  </a:lnTo>
                  <a:lnTo>
                    <a:pt x="651" y="349"/>
                  </a:lnTo>
                  <a:lnTo>
                    <a:pt x="701" y="340"/>
                  </a:lnTo>
                  <a:lnTo>
                    <a:pt x="766" y="324"/>
                  </a:lnTo>
                  <a:lnTo>
                    <a:pt x="778" y="320"/>
                  </a:lnTo>
                  <a:lnTo>
                    <a:pt x="786" y="317"/>
                  </a:lnTo>
                  <a:lnTo>
                    <a:pt x="820" y="308"/>
                  </a:lnTo>
                  <a:lnTo>
                    <a:pt x="1027" y="255"/>
                  </a:lnTo>
                  <a:lnTo>
                    <a:pt x="1035" y="253"/>
                  </a:lnTo>
                  <a:lnTo>
                    <a:pt x="1048" y="252"/>
                  </a:lnTo>
                  <a:lnTo>
                    <a:pt x="1056" y="252"/>
                  </a:lnTo>
                  <a:lnTo>
                    <a:pt x="1070" y="244"/>
                  </a:lnTo>
                  <a:lnTo>
                    <a:pt x="1094" y="241"/>
                  </a:lnTo>
                  <a:lnTo>
                    <a:pt x="1118" y="236"/>
                  </a:lnTo>
                  <a:lnTo>
                    <a:pt x="1205" y="199"/>
                  </a:lnTo>
                  <a:lnTo>
                    <a:pt x="1220" y="192"/>
                  </a:lnTo>
                  <a:lnTo>
                    <a:pt x="1244" y="179"/>
                  </a:lnTo>
                  <a:lnTo>
                    <a:pt x="1259" y="167"/>
                  </a:lnTo>
                  <a:lnTo>
                    <a:pt x="1273" y="156"/>
                  </a:lnTo>
                  <a:lnTo>
                    <a:pt x="1278" y="152"/>
                  </a:lnTo>
                  <a:lnTo>
                    <a:pt x="1315" y="108"/>
                  </a:lnTo>
                  <a:lnTo>
                    <a:pt x="1322" y="96"/>
                  </a:lnTo>
                  <a:lnTo>
                    <a:pt x="1322" y="88"/>
                  </a:lnTo>
                  <a:lnTo>
                    <a:pt x="1325" y="77"/>
                  </a:lnTo>
                  <a:lnTo>
                    <a:pt x="1341" y="67"/>
                  </a:lnTo>
                  <a:lnTo>
                    <a:pt x="1354" y="65"/>
                  </a:lnTo>
                  <a:lnTo>
                    <a:pt x="1367" y="59"/>
                  </a:lnTo>
                  <a:lnTo>
                    <a:pt x="1375" y="56"/>
                  </a:lnTo>
                  <a:lnTo>
                    <a:pt x="1384" y="47"/>
                  </a:lnTo>
                  <a:lnTo>
                    <a:pt x="1388" y="43"/>
                  </a:lnTo>
                  <a:lnTo>
                    <a:pt x="1392" y="38"/>
                  </a:lnTo>
                  <a:lnTo>
                    <a:pt x="1400" y="29"/>
                  </a:lnTo>
                  <a:lnTo>
                    <a:pt x="1406" y="26"/>
                  </a:lnTo>
                  <a:lnTo>
                    <a:pt x="1412" y="25"/>
                  </a:lnTo>
                  <a:lnTo>
                    <a:pt x="1418" y="23"/>
                  </a:lnTo>
                  <a:lnTo>
                    <a:pt x="1424" y="21"/>
                  </a:lnTo>
                  <a:lnTo>
                    <a:pt x="1436" y="18"/>
                  </a:lnTo>
                  <a:lnTo>
                    <a:pt x="1444" y="16"/>
                  </a:lnTo>
                  <a:lnTo>
                    <a:pt x="1452" y="14"/>
                  </a:lnTo>
                  <a:lnTo>
                    <a:pt x="1457" y="11"/>
                  </a:lnTo>
                  <a:lnTo>
                    <a:pt x="1462" y="8"/>
                  </a:lnTo>
                  <a:lnTo>
                    <a:pt x="1467" y="5"/>
                  </a:lnTo>
                  <a:lnTo>
                    <a:pt x="1482" y="0"/>
                  </a:lnTo>
                  <a:lnTo>
                    <a:pt x="1503" y="6"/>
                  </a:lnTo>
                  <a:lnTo>
                    <a:pt x="1600" y="57"/>
                  </a:lnTo>
                  <a:lnTo>
                    <a:pt x="1625" y="70"/>
                  </a:lnTo>
                  <a:lnTo>
                    <a:pt x="1645" y="94"/>
                  </a:lnTo>
                  <a:lnTo>
                    <a:pt x="1687" y="146"/>
                  </a:lnTo>
                  <a:lnTo>
                    <a:pt x="1694" y="155"/>
                  </a:lnTo>
                  <a:lnTo>
                    <a:pt x="1701" y="195"/>
                  </a:lnTo>
                  <a:lnTo>
                    <a:pt x="1704" y="216"/>
                  </a:lnTo>
                  <a:lnTo>
                    <a:pt x="1730" y="245"/>
                  </a:lnTo>
                  <a:lnTo>
                    <a:pt x="1736" y="249"/>
                  </a:lnTo>
                  <a:lnTo>
                    <a:pt x="1774" y="268"/>
                  </a:lnTo>
                  <a:lnTo>
                    <a:pt x="1782" y="271"/>
                  </a:lnTo>
                  <a:lnTo>
                    <a:pt x="1794" y="278"/>
                  </a:lnTo>
                  <a:lnTo>
                    <a:pt x="1812" y="285"/>
                  </a:lnTo>
                  <a:lnTo>
                    <a:pt x="1841" y="293"/>
                  </a:lnTo>
                  <a:lnTo>
                    <a:pt x="1860" y="298"/>
                  </a:lnTo>
                  <a:lnTo>
                    <a:pt x="1866" y="30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l1133"/>
            <p:cNvSpPr/>
            <p:nvPr/>
          </p:nvSpPr>
          <p:spPr>
            <a:xfrm>
              <a:off x="4649699" y="5769466"/>
              <a:ext cx="1228" cy="1350"/>
            </a:xfrm>
            <a:custGeom>
              <a:avLst/>
              <a:pathLst>
                <a:path w="1228" h="1350">
                  <a:moveTo>
                    <a:pt x="1085" y="772"/>
                  </a:moveTo>
                  <a:lnTo>
                    <a:pt x="891" y="803"/>
                  </a:lnTo>
                  <a:lnTo>
                    <a:pt x="786" y="793"/>
                  </a:lnTo>
                  <a:lnTo>
                    <a:pt x="758" y="769"/>
                  </a:lnTo>
                  <a:lnTo>
                    <a:pt x="749" y="762"/>
                  </a:lnTo>
                  <a:lnTo>
                    <a:pt x="741" y="759"/>
                  </a:lnTo>
                  <a:lnTo>
                    <a:pt x="704" y="771"/>
                  </a:lnTo>
                  <a:lnTo>
                    <a:pt x="677" y="787"/>
                  </a:lnTo>
                  <a:lnTo>
                    <a:pt x="667" y="798"/>
                  </a:lnTo>
                  <a:lnTo>
                    <a:pt x="485" y="1004"/>
                  </a:lnTo>
                  <a:lnTo>
                    <a:pt x="466" y="1036"/>
                  </a:lnTo>
                  <a:lnTo>
                    <a:pt x="455" y="1057"/>
                  </a:lnTo>
                  <a:lnTo>
                    <a:pt x="449" y="1066"/>
                  </a:lnTo>
                  <a:lnTo>
                    <a:pt x="447" y="1071"/>
                  </a:lnTo>
                  <a:lnTo>
                    <a:pt x="443" y="1081"/>
                  </a:lnTo>
                  <a:lnTo>
                    <a:pt x="436" y="1096"/>
                  </a:lnTo>
                  <a:lnTo>
                    <a:pt x="430" y="1115"/>
                  </a:lnTo>
                  <a:lnTo>
                    <a:pt x="427" y="1121"/>
                  </a:lnTo>
                  <a:lnTo>
                    <a:pt x="425" y="1127"/>
                  </a:lnTo>
                  <a:lnTo>
                    <a:pt x="417" y="1141"/>
                  </a:lnTo>
                  <a:lnTo>
                    <a:pt x="413" y="1149"/>
                  </a:lnTo>
                  <a:lnTo>
                    <a:pt x="410" y="1158"/>
                  </a:lnTo>
                  <a:lnTo>
                    <a:pt x="392" y="1218"/>
                  </a:lnTo>
                  <a:lnTo>
                    <a:pt x="389" y="1224"/>
                  </a:lnTo>
                  <a:lnTo>
                    <a:pt x="377" y="1234"/>
                  </a:lnTo>
                  <a:lnTo>
                    <a:pt x="329" y="1270"/>
                  </a:lnTo>
                  <a:lnTo>
                    <a:pt x="261" y="1350"/>
                  </a:lnTo>
                  <a:lnTo>
                    <a:pt x="259" y="1338"/>
                  </a:lnTo>
                  <a:lnTo>
                    <a:pt x="256" y="1326"/>
                  </a:lnTo>
                  <a:lnTo>
                    <a:pt x="252" y="1316"/>
                  </a:lnTo>
                  <a:lnTo>
                    <a:pt x="246" y="1299"/>
                  </a:lnTo>
                  <a:lnTo>
                    <a:pt x="236" y="1274"/>
                  </a:lnTo>
                  <a:lnTo>
                    <a:pt x="233" y="1263"/>
                  </a:lnTo>
                  <a:lnTo>
                    <a:pt x="231" y="1257"/>
                  </a:lnTo>
                  <a:lnTo>
                    <a:pt x="224" y="1239"/>
                  </a:lnTo>
                  <a:lnTo>
                    <a:pt x="208" y="1190"/>
                  </a:lnTo>
                  <a:lnTo>
                    <a:pt x="204" y="1177"/>
                  </a:lnTo>
                  <a:lnTo>
                    <a:pt x="198" y="1159"/>
                  </a:lnTo>
                  <a:lnTo>
                    <a:pt x="195" y="1151"/>
                  </a:lnTo>
                  <a:lnTo>
                    <a:pt x="190" y="1137"/>
                  </a:lnTo>
                  <a:lnTo>
                    <a:pt x="175" y="1110"/>
                  </a:lnTo>
                  <a:lnTo>
                    <a:pt x="168" y="1098"/>
                  </a:lnTo>
                  <a:lnTo>
                    <a:pt x="149" y="1071"/>
                  </a:lnTo>
                  <a:lnTo>
                    <a:pt x="145" y="1067"/>
                  </a:lnTo>
                  <a:lnTo>
                    <a:pt x="134" y="1053"/>
                  </a:lnTo>
                  <a:lnTo>
                    <a:pt x="129" y="1048"/>
                  </a:lnTo>
                  <a:lnTo>
                    <a:pt x="120" y="1042"/>
                  </a:lnTo>
                  <a:lnTo>
                    <a:pt x="115" y="1038"/>
                  </a:lnTo>
                  <a:lnTo>
                    <a:pt x="109" y="1034"/>
                  </a:lnTo>
                  <a:lnTo>
                    <a:pt x="95" y="1022"/>
                  </a:lnTo>
                  <a:lnTo>
                    <a:pt x="84" y="1018"/>
                  </a:lnTo>
                  <a:lnTo>
                    <a:pt x="76" y="1018"/>
                  </a:lnTo>
                  <a:lnTo>
                    <a:pt x="62" y="1021"/>
                  </a:lnTo>
                  <a:lnTo>
                    <a:pt x="54" y="1022"/>
                  </a:lnTo>
                  <a:lnTo>
                    <a:pt x="40" y="1023"/>
                  </a:lnTo>
                  <a:lnTo>
                    <a:pt x="11" y="1007"/>
                  </a:lnTo>
                  <a:lnTo>
                    <a:pt x="0" y="976"/>
                  </a:lnTo>
                  <a:lnTo>
                    <a:pt x="3" y="946"/>
                  </a:lnTo>
                  <a:lnTo>
                    <a:pt x="17" y="911"/>
                  </a:lnTo>
                  <a:lnTo>
                    <a:pt x="22" y="902"/>
                  </a:lnTo>
                  <a:lnTo>
                    <a:pt x="26" y="894"/>
                  </a:lnTo>
                  <a:lnTo>
                    <a:pt x="28" y="889"/>
                  </a:lnTo>
                  <a:lnTo>
                    <a:pt x="33" y="879"/>
                  </a:lnTo>
                  <a:lnTo>
                    <a:pt x="38" y="870"/>
                  </a:lnTo>
                  <a:lnTo>
                    <a:pt x="42" y="861"/>
                  </a:lnTo>
                  <a:lnTo>
                    <a:pt x="46" y="851"/>
                  </a:lnTo>
                  <a:lnTo>
                    <a:pt x="52" y="836"/>
                  </a:lnTo>
                  <a:lnTo>
                    <a:pt x="54" y="828"/>
                  </a:lnTo>
                  <a:lnTo>
                    <a:pt x="57" y="817"/>
                  </a:lnTo>
                  <a:lnTo>
                    <a:pt x="60" y="807"/>
                  </a:lnTo>
                  <a:lnTo>
                    <a:pt x="62" y="800"/>
                  </a:lnTo>
                  <a:lnTo>
                    <a:pt x="66" y="791"/>
                  </a:lnTo>
                  <a:lnTo>
                    <a:pt x="69" y="783"/>
                  </a:lnTo>
                  <a:lnTo>
                    <a:pt x="85" y="759"/>
                  </a:lnTo>
                  <a:lnTo>
                    <a:pt x="95" y="749"/>
                  </a:lnTo>
                  <a:lnTo>
                    <a:pt x="102" y="741"/>
                  </a:lnTo>
                  <a:lnTo>
                    <a:pt x="110" y="734"/>
                  </a:lnTo>
                  <a:lnTo>
                    <a:pt x="117" y="727"/>
                  </a:lnTo>
                  <a:lnTo>
                    <a:pt x="122" y="720"/>
                  </a:lnTo>
                  <a:lnTo>
                    <a:pt x="135" y="706"/>
                  </a:lnTo>
                  <a:lnTo>
                    <a:pt x="149" y="699"/>
                  </a:lnTo>
                  <a:lnTo>
                    <a:pt x="159" y="696"/>
                  </a:lnTo>
                  <a:lnTo>
                    <a:pt x="172" y="688"/>
                  </a:lnTo>
                  <a:lnTo>
                    <a:pt x="183" y="682"/>
                  </a:lnTo>
                  <a:lnTo>
                    <a:pt x="199" y="675"/>
                  </a:lnTo>
                  <a:lnTo>
                    <a:pt x="204" y="672"/>
                  </a:lnTo>
                  <a:lnTo>
                    <a:pt x="215" y="664"/>
                  </a:lnTo>
                  <a:lnTo>
                    <a:pt x="236" y="657"/>
                  </a:lnTo>
                  <a:lnTo>
                    <a:pt x="243" y="655"/>
                  </a:lnTo>
                  <a:lnTo>
                    <a:pt x="250" y="653"/>
                  </a:lnTo>
                  <a:lnTo>
                    <a:pt x="258" y="650"/>
                  </a:lnTo>
                  <a:lnTo>
                    <a:pt x="267" y="646"/>
                  </a:lnTo>
                  <a:lnTo>
                    <a:pt x="277" y="641"/>
                  </a:lnTo>
                  <a:lnTo>
                    <a:pt x="283" y="636"/>
                  </a:lnTo>
                  <a:lnTo>
                    <a:pt x="291" y="630"/>
                  </a:lnTo>
                  <a:lnTo>
                    <a:pt x="298" y="621"/>
                  </a:lnTo>
                  <a:lnTo>
                    <a:pt x="526" y="285"/>
                  </a:lnTo>
                  <a:lnTo>
                    <a:pt x="582" y="197"/>
                  </a:lnTo>
                  <a:lnTo>
                    <a:pt x="587" y="190"/>
                  </a:lnTo>
                  <a:lnTo>
                    <a:pt x="591" y="184"/>
                  </a:lnTo>
                  <a:lnTo>
                    <a:pt x="594" y="178"/>
                  </a:lnTo>
                  <a:lnTo>
                    <a:pt x="598" y="171"/>
                  </a:lnTo>
                  <a:lnTo>
                    <a:pt x="606" y="153"/>
                  </a:lnTo>
                  <a:lnTo>
                    <a:pt x="608" y="145"/>
                  </a:lnTo>
                  <a:lnTo>
                    <a:pt x="609" y="139"/>
                  </a:lnTo>
                  <a:lnTo>
                    <a:pt x="643" y="0"/>
                  </a:lnTo>
                  <a:lnTo>
                    <a:pt x="722" y="45"/>
                  </a:lnTo>
                  <a:lnTo>
                    <a:pt x="1107" y="325"/>
                  </a:lnTo>
                  <a:lnTo>
                    <a:pt x="1117" y="332"/>
                  </a:lnTo>
                  <a:lnTo>
                    <a:pt x="1127" y="340"/>
                  </a:lnTo>
                  <a:lnTo>
                    <a:pt x="1137" y="350"/>
                  </a:lnTo>
                  <a:lnTo>
                    <a:pt x="1185" y="413"/>
                  </a:lnTo>
                  <a:lnTo>
                    <a:pt x="1187" y="420"/>
                  </a:lnTo>
                  <a:lnTo>
                    <a:pt x="1202" y="488"/>
                  </a:lnTo>
                  <a:lnTo>
                    <a:pt x="1211" y="549"/>
                  </a:lnTo>
                  <a:lnTo>
                    <a:pt x="1214" y="555"/>
                  </a:lnTo>
                  <a:lnTo>
                    <a:pt x="1214" y="564"/>
                  </a:lnTo>
                  <a:lnTo>
                    <a:pt x="1228" y="660"/>
                  </a:lnTo>
                  <a:lnTo>
                    <a:pt x="1225" y="667"/>
                  </a:lnTo>
                  <a:lnTo>
                    <a:pt x="1085" y="77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l1134"/>
            <p:cNvSpPr/>
            <p:nvPr/>
          </p:nvSpPr>
          <p:spPr>
            <a:xfrm>
              <a:off x="4675265" y="5773291"/>
              <a:ext cx="685" cy="2114"/>
            </a:xfrm>
            <a:custGeom>
              <a:avLst/>
              <a:pathLst>
                <a:path w="685" h="2114">
                  <a:moveTo>
                    <a:pt x="51" y="2112"/>
                  </a:moveTo>
                  <a:lnTo>
                    <a:pt x="42" y="2114"/>
                  </a:lnTo>
                  <a:lnTo>
                    <a:pt x="8" y="2026"/>
                  </a:lnTo>
                  <a:lnTo>
                    <a:pt x="0" y="1933"/>
                  </a:lnTo>
                  <a:lnTo>
                    <a:pt x="3" y="1871"/>
                  </a:lnTo>
                  <a:lnTo>
                    <a:pt x="7" y="1814"/>
                  </a:lnTo>
                  <a:lnTo>
                    <a:pt x="36" y="1324"/>
                  </a:lnTo>
                  <a:lnTo>
                    <a:pt x="40" y="1286"/>
                  </a:lnTo>
                  <a:lnTo>
                    <a:pt x="57" y="1123"/>
                  </a:lnTo>
                  <a:lnTo>
                    <a:pt x="68" y="1076"/>
                  </a:lnTo>
                  <a:lnTo>
                    <a:pt x="96" y="989"/>
                  </a:lnTo>
                  <a:lnTo>
                    <a:pt x="115" y="967"/>
                  </a:lnTo>
                  <a:lnTo>
                    <a:pt x="214" y="754"/>
                  </a:lnTo>
                  <a:lnTo>
                    <a:pt x="221" y="739"/>
                  </a:lnTo>
                  <a:lnTo>
                    <a:pt x="255" y="655"/>
                  </a:lnTo>
                  <a:lnTo>
                    <a:pt x="297" y="550"/>
                  </a:lnTo>
                  <a:lnTo>
                    <a:pt x="345" y="433"/>
                  </a:lnTo>
                  <a:lnTo>
                    <a:pt x="365" y="384"/>
                  </a:lnTo>
                  <a:lnTo>
                    <a:pt x="387" y="329"/>
                  </a:lnTo>
                  <a:lnTo>
                    <a:pt x="424" y="260"/>
                  </a:lnTo>
                  <a:lnTo>
                    <a:pt x="472" y="171"/>
                  </a:lnTo>
                  <a:lnTo>
                    <a:pt x="526" y="91"/>
                  </a:lnTo>
                  <a:lnTo>
                    <a:pt x="546" y="71"/>
                  </a:lnTo>
                  <a:lnTo>
                    <a:pt x="608" y="12"/>
                  </a:lnTo>
                  <a:lnTo>
                    <a:pt x="630" y="0"/>
                  </a:lnTo>
                  <a:lnTo>
                    <a:pt x="659" y="2"/>
                  </a:lnTo>
                  <a:lnTo>
                    <a:pt x="675" y="18"/>
                  </a:lnTo>
                  <a:lnTo>
                    <a:pt x="680" y="36"/>
                  </a:lnTo>
                  <a:lnTo>
                    <a:pt x="685" y="54"/>
                  </a:lnTo>
                  <a:lnTo>
                    <a:pt x="681" y="81"/>
                  </a:lnTo>
                  <a:lnTo>
                    <a:pt x="655" y="159"/>
                  </a:lnTo>
                  <a:lnTo>
                    <a:pt x="543" y="280"/>
                  </a:lnTo>
                  <a:lnTo>
                    <a:pt x="519" y="311"/>
                  </a:lnTo>
                  <a:lnTo>
                    <a:pt x="480" y="381"/>
                  </a:lnTo>
                  <a:lnTo>
                    <a:pt x="335" y="662"/>
                  </a:lnTo>
                  <a:lnTo>
                    <a:pt x="235" y="890"/>
                  </a:lnTo>
                  <a:lnTo>
                    <a:pt x="202" y="990"/>
                  </a:lnTo>
                  <a:lnTo>
                    <a:pt x="190" y="1034"/>
                  </a:lnTo>
                  <a:lnTo>
                    <a:pt x="183" y="1106"/>
                  </a:lnTo>
                  <a:lnTo>
                    <a:pt x="177" y="1245"/>
                  </a:lnTo>
                  <a:lnTo>
                    <a:pt x="176" y="1276"/>
                  </a:lnTo>
                  <a:lnTo>
                    <a:pt x="167" y="1482"/>
                  </a:lnTo>
                  <a:lnTo>
                    <a:pt x="166" y="1500"/>
                  </a:lnTo>
                  <a:lnTo>
                    <a:pt x="105" y="1888"/>
                  </a:lnTo>
                  <a:lnTo>
                    <a:pt x="51" y="21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l1135"/>
            <p:cNvSpPr/>
            <p:nvPr/>
          </p:nvSpPr>
          <p:spPr>
            <a:xfrm>
              <a:off x="4676078" y="5770401"/>
              <a:ext cx="715" cy="1128"/>
            </a:xfrm>
            <a:custGeom>
              <a:avLst/>
              <a:pathLst>
                <a:path w="715" h="1128">
                  <a:moveTo>
                    <a:pt x="518" y="1128"/>
                  </a:moveTo>
                  <a:lnTo>
                    <a:pt x="0" y="1123"/>
                  </a:lnTo>
                  <a:lnTo>
                    <a:pt x="135" y="0"/>
                  </a:lnTo>
                  <a:lnTo>
                    <a:pt x="715" y="79"/>
                  </a:lnTo>
                  <a:lnTo>
                    <a:pt x="623" y="855"/>
                  </a:lnTo>
                  <a:lnTo>
                    <a:pt x="602" y="1029"/>
                  </a:lnTo>
                  <a:lnTo>
                    <a:pt x="599" y="1062"/>
                  </a:lnTo>
                  <a:lnTo>
                    <a:pt x="566" y="1108"/>
                  </a:lnTo>
                  <a:lnTo>
                    <a:pt x="518" y="112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l1136"/>
            <p:cNvSpPr/>
            <p:nvPr/>
          </p:nvSpPr>
          <p:spPr>
            <a:xfrm>
              <a:off x="4679640" y="5764954"/>
              <a:ext cx="980" cy="766"/>
            </a:xfrm>
            <a:custGeom>
              <a:avLst/>
              <a:pathLst>
                <a:path w="980" h="766">
                  <a:moveTo>
                    <a:pt x="517" y="147"/>
                  </a:moveTo>
                  <a:lnTo>
                    <a:pt x="638" y="177"/>
                  </a:lnTo>
                  <a:lnTo>
                    <a:pt x="682" y="165"/>
                  </a:lnTo>
                  <a:lnTo>
                    <a:pt x="730" y="164"/>
                  </a:lnTo>
                  <a:lnTo>
                    <a:pt x="764" y="173"/>
                  </a:lnTo>
                  <a:lnTo>
                    <a:pt x="828" y="188"/>
                  </a:lnTo>
                  <a:lnTo>
                    <a:pt x="891" y="204"/>
                  </a:lnTo>
                  <a:lnTo>
                    <a:pt x="948" y="267"/>
                  </a:lnTo>
                  <a:lnTo>
                    <a:pt x="965" y="286"/>
                  </a:lnTo>
                  <a:lnTo>
                    <a:pt x="979" y="302"/>
                  </a:lnTo>
                  <a:lnTo>
                    <a:pt x="979" y="311"/>
                  </a:lnTo>
                  <a:lnTo>
                    <a:pt x="980" y="361"/>
                  </a:lnTo>
                  <a:lnTo>
                    <a:pt x="955" y="389"/>
                  </a:lnTo>
                  <a:lnTo>
                    <a:pt x="854" y="474"/>
                  </a:lnTo>
                  <a:lnTo>
                    <a:pt x="850" y="485"/>
                  </a:lnTo>
                  <a:lnTo>
                    <a:pt x="804" y="614"/>
                  </a:lnTo>
                  <a:lnTo>
                    <a:pt x="785" y="666"/>
                  </a:lnTo>
                  <a:lnTo>
                    <a:pt x="739" y="766"/>
                  </a:lnTo>
                  <a:lnTo>
                    <a:pt x="706" y="734"/>
                  </a:lnTo>
                  <a:lnTo>
                    <a:pt x="650" y="679"/>
                  </a:lnTo>
                  <a:lnTo>
                    <a:pt x="607" y="622"/>
                  </a:lnTo>
                  <a:lnTo>
                    <a:pt x="532" y="522"/>
                  </a:lnTo>
                  <a:lnTo>
                    <a:pt x="319" y="425"/>
                  </a:lnTo>
                  <a:lnTo>
                    <a:pt x="311" y="421"/>
                  </a:lnTo>
                  <a:lnTo>
                    <a:pt x="147" y="346"/>
                  </a:lnTo>
                  <a:lnTo>
                    <a:pt x="81" y="312"/>
                  </a:lnTo>
                  <a:lnTo>
                    <a:pt x="46" y="293"/>
                  </a:lnTo>
                  <a:lnTo>
                    <a:pt x="0" y="140"/>
                  </a:lnTo>
                  <a:lnTo>
                    <a:pt x="33" y="11"/>
                  </a:lnTo>
                  <a:lnTo>
                    <a:pt x="37" y="0"/>
                  </a:lnTo>
                  <a:lnTo>
                    <a:pt x="121" y="23"/>
                  </a:lnTo>
                  <a:lnTo>
                    <a:pt x="198" y="44"/>
                  </a:lnTo>
                  <a:lnTo>
                    <a:pt x="348" y="96"/>
                  </a:lnTo>
                  <a:lnTo>
                    <a:pt x="474" y="136"/>
                  </a:lnTo>
                  <a:lnTo>
                    <a:pt x="503" y="144"/>
                  </a:lnTo>
                  <a:lnTo>
                    <a:pt x="517" y="14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l1137"/>
            <p:cNvSpPr/>
            <p:nvPr/>
          </p:nvSpPr>
          <p:spPr>
            <a:xfrm>
              <a:off x="4580754" y="5737999"/>
              <a:ext cx="500" cy="1068"/>
            </a:xfrm>
            <a:custGeom>
              <a:avLst/>
              <a:pathLst>
                <a:path w="500" h="1068">
                  <a:moveTo>
                    <a:pt x="361" y="787"/>
                  </a:moveTo>
                  <a:lnTo>
                    <a:pt x="426" y="849"/>
                  </a:lnTo>
                  <a:lnTo>
                    <a:pt x="479" y="855"/>
                  </a:lnTo>
                  <a:lnTo>
                    <a:pt x="500" y="892"/>
                  </a:lnTo>
                  <a:lnTo>
                    <a:pt x="404" y="1025"/>
                  </a:lnTo>
                  <a:lnTo>
                    <a:pt x="250" y="1068"/>
                  </a:lnTo>
                  <a:lnTo>
                    <a:pt x="208" y="1062"/>
                  </a:lnTo>
                  <a:lnTo>
                    <a:pt x="177" y="1011"/>
                  </a:lnTo>
                  <a:lnTo>
                    <a:pt x="84" y="584"/>
                  </a:lnTo>
                  <a:lnTo>
                    <a:pt x="0" y="99"/>
                  </a:lnTo>
                  <a:lnTo>
                    <a:pt x="37" y="17"/>
                  </a:lnTo>
                  <a:lnTo>
                    <a:pt x="111" y="0"/>
                  </a:lnTo>
                  <a:lnTo>
                    <a:pt x="169" y="8"/>
                  </a:lnTo>
                  <a:lnTo>
                    <a:pt x="363" y="157"/>
                  </a:lnTo>
                  <a:lnTo>
                    <a:pt x="492" y="366"/>
                  </a:lnTo>
                  <a:lnTo>
                    <a:pt x="486" y="423"/>
                  </a:lnTo>
                  <a:lnTo>
                    <a:pt x="376" y="444"/>
                  </a:lnTo>
                  <a:lnTo>
                    <a:pt x="318" y="470"/>
                  </a:lnTo>
                  <a:lnTo>
                    <a:pt x="275" y="540"/>
                  </a:lnTo>
                  <a:lnTo>
                    <a:pt x="260" y="633"/>
                  </a:lnTo>
                  <a:lnTo>
                    <a:pt x="274" y="688"/>
                  </a:lnTo>
                  <a:lnTo>
                    <a:pt x="361" y="78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l1138"/>
            <p:cNvSpPr/>
            <p:nvPr/>
          </p:nvSpPr>
          <p:spPr>
            <a:xfrm>
              <a:off x="4576995" y="5735601"/>
              <a:ext cx="767" cy="804"/>
            </a:xfrm>
            <a:custGeom>
              <a:avLst/>
              <a:pathLst>
                <a:path w="767" h="804">
                  <a:moveTo>
                    <a:pt x="767" y="394"/>
                  </a:moveTo>
                  <a:lnTo>
                    <a:pt x="754" y="512"/>
                  </a:lnTo>
                  <a:lnTo>
                    <a:pt x="721" y="604"/>
                  </a:lnTo>
                  <a:lnTo>
                    <a:pt x="664" y="677"/>
                  </a:lnTo>
                  <a:lnTo>
                    <a:pt x="589" y="750"/>
                  </a:lnTo>
                  <a:lnTo>
                    <a:pt x="459" y="798"/>
                  </a:lnTo>
                  <a:lnTo>
                    <a:pt x="419" y="801"/>
                  </a:lnTo>
                  <a:lnTo>
                    <a:pt x="362" y="732"/>
                  </a:lnTo>
                  <a:lnTo>
                    <a:pt x="348" y="728"/>
                  </a:lnTo>
                  <a:lnTo>
                    <a:pt x="334" y="729"/>
                  </a:lnTo>
                  <a:lnTo>
                    <a:pt x="327" y="744"/>
                  </a:lnTo>
                  <a:lnTo>
                    <a:pt x="352" y="790"/>
                  </a:lnTo>
                  <a:lnTo>
                    <a:pt x="344" y="804"/>
                  </a:lnTo>
                  <a:lnTo>
                    <a:pt x="296" y="797"/>
                  </a:lnTo>
                  <a:lnTo>
                    <a:pt x="247" y="785"/>
                  </a:lnTo>
                  <a:lnTo>
                    <a:pt x="198" y="765"/>
                  </a:lnTo>
                  <a:lnTo>
                    <a:pt x="136" y="718"/>
                  </a:lnTo>
                  <a:lnTo>
                    <a:pt x="97" y="674"/>
                  </a:lnTo>
                  <a:lnTo>
                    <a:pt x="60" y="626"/>
                  </a:lnTo>
                  <a:lnTo>
                    <a:pt x="61" y="607"/>
                  </a:lnTo>
                  <a:lnTo>
                    <a:pt x="84" y="551"/>
                  </a:lnTo>
                  <a:lnTo>
                    <a:pt x="81" y="516"/>
                  </a:lnTo>
                  <a:lnTo>
                    <a:pt x="50" y="439"/>
                  </a:lnTo>
                  <a:lnTo>
                    <a:pt x="19" y="373"/>
                  </a:lnTo>
                  <a:lnTo>
                    <a:pt x="0" y="371"/>
                  </a:lnTo>
                  <a:lnTo>
                    <a:pt x="9" y="292"/>
                  </a:lnTo>
                  <a:lnTo>
                    <a:pt x="70" y="168"/>
                  </a:lnTo>
                  <a:lnTo>
                    <a:pt x="101" y="132"/>
                  </a:lnTo>
                  <a:lnTo>
                    <a:pt x="113" y="118"/>
                  </a:lnTo>
                  <a:lnTo>
                    <a:pt x="195" y="56"/>
                  </a:lnTo>
                  <a:lnTo>
                    <a:pt x="235" y="37"/>
                  </a:lnTo>
                  <a:lnTo>
                    <a:pt x="281" y="15"/>
                  </a:lnTo>
                  <a:lnTo>
                    <a:pt x="374" y="0"/>
                  </a:lnTo>
                  <a:lnTo>
                    <a:pt x="487" y="11"/>
                  </a:lnTo>
                  <a:lnTo>
                    <a:pt x="482" y="21"/>
                  </a:lnTo>
                  <a:lnTo>
                    <a:pt x="487" y="21"/>
                  </a:lnTo>
                  <a:lnTo>
                    <a:pt x="577" y="56"/>
                  </a:lnTo>
                  <a:lnTo>
                    <a:pt x="610" y="86"/>
                  </a:lnTo>
                  <a:lnTo>
                    <a:pt x="676" y="145"/>
                  </a:lnTo>
                  <a:lnTo>
                    <a:pt x="710" y="189"/>
                  </a:lnTo>
                  <a:lnTo>
                    <a:pt x="749" y="271"/>
                  </a:lnTo>
                  <a:lnTo>
                    <a:pt x="767" y="39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l1139"/>
            <p:cNvSpPr/>
            <p:nvPr/>
          </p:nvSpPr>
          <p:spPr>
            <a:xfrm>
              <a:off x="4569589" y="5734458"/>
              <a:ext cx="1020" cy="298"/>
            </a:xfrm>
            <a:custGeom>
              <a:avLst/>
              <a:pathLst>
                <a:path w="1020" h="298">
                  <a:moveTo>
                    <a:pt x="486" y="297"/>
                  </a:moveTo>
                  <a:lnTo>
                    <a:pt x="208" y="298"/>
                  </a:lnTo>
                  <a:lnTo>
                    <a:pt x="57" y="220"/>
                  </a:lnTo>
                  <a:lnTo>
                    <a:pt x="0" y="161"/>
                  </a:lnTo>
                  <a:lnTo>
                    <a:pt x="40" y="105"/>
                  </a:lnTo>
                  <a:lnTo>
                    <a:pt x="407" y="21"/>
                  </a:lnTo>
                  <a:lnTo>
                    <a:pt x="520" y="15"/>
                  </a:lnTo>
                  <a:lnTo>
                    <a:pt x="922" y="0"/>
                  </a:lnTo>
                  <a:lnTo>
                    <a:pt x="1016" y="29"/>
                  </a:lnTo>
                  <a:lnTo>
                    <a:pt x="1020" y="66"/>
                  </a:lnTo>
                  <a:lnTo>
                    <a:pt x="1017" y="88"/>
                  </a:lnTo>
                  <a:lnTo>
                    <a:pt x="938" y="140"/>
                  </a:lnTo>
                  <a:lnTo>
                    <a:pt x="486" y="29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l1140"/>
            <p:cNvSpPr/>
            <p:nvPr/>
          </p:nvSpPr>
          <p:spPr>
            <a:xfrm>
              <a:off x="4686113" y="5751718"/>
              <a:ext cx="2556" cy="1506"/>
            </a:xfrm>
            <a:custGeom>
              <a:avLst/>
              <a:pathLst>
                <a:path w="2556" h="1506">
                  <a:moveTo>
                    <a:pt x="131" y="1506"/>
                  </a:moveTo>
                  <a:lnTo>
                    <a:pt x="61" y="1502"/>
                  </a:lnTo>
                  <a:lnTo>
                    <a:pt x="14" y="1468"/>
                  </a:lnTo>
                  <a:lnTo>
                    <a:pt x="0" y="1425"/>
                  </a:lnTo>
                  <a:lnTo>
                    <a:pt x="5" y="1376"/>
                  </a:lnTo>
                  <a:lnTo>
                    <a:pt x="523" y="107"/>
                  </a:lnTo>
                  <a:lnTo>
                    <a:pt x="561" y="63"/>
                  </a:lnTo>
                  <a:lnTo>
                    <a:pt x="567" y="56"/>
                  </a:lnTo>
                  <a:lnTo>
                    <a:pt x="607" y="40"/>
                  </a:lnTo>
                  <a:lnTo>
                    <a:pt x="619" y="39"/>
                  </a:lnTo>
                  <a:lnTo>
                    <a:pt x="625" y="38"/>
                  </a:lnTo>
                  <a:lnTo>
                    <a:pt x="636" y="38"/>
                  </a:lnTo>
                  <a:lnTo>
                    <a:pt x="641" y="37"/>
                  </a:lnTo>
                  <a:lnTo>
                    <a:pt x="667" y="37"/>
                  </a:lnTo>
                  <a:lnTo>
                    <a:pt x="726" y="36"/>
                  </a:lnTo>
                  <a:lnTo>
                    <a:pt x="793" y="34"/>
                  </a:lnTo>
                  <a:lnTo>
                    <a:pt x="854" y="33"/>
                  </a:lnTo>
                  <a:lnTo>
                    <a:pt x="908" y="32"/>
                  </a:lnTo>
                  <a:lnTo>
                    <a:pt x="967" y="31"/>
                  </a:lnTo>
                  <a:lnTo>
                    <a:pt x="1031" y="29"/>
                  </a:lnTo>
                  <a:lnTo>
                    <a:pt x="1092" y="28"/>
                  </a:lnTo>
                  <a:lnTo>
                    <a:pt x="1330" y="24"/>
                  </a:lnTo>
                  <a:lnTo>
                    <a:pt x="1556" y="19"/>
                  </a:lnTo>
                  <a:lnTo>
                    <a:pt x="1811" y="14"/>
                  </a:lnTo>
                  <a:lnTo>
                    <a:pt x="2290" y="5"/>
                  </a:lnTo>
                  <a:lnTo>
                    <a:pt x="2556" y="0"/>
                  </a:lnTo>
                  <a:lnTo>
                    <a:pt x="2532" y="58"/>
                  </a:lnTo>
                  <a:lnTo>
                    <a:pt x="2337" y="526"/>
                  </a:lnTo>
                  <a:lnTo>
                    <a:pt x="2325" y="555"/>
                  </a:lnTo>
                  <a:lnTo>
                    <a:pt x="2306" y="583"/>
                  </a:lnTo>
                  <a:lnTo>
                    <a:pt x="2244" y="653"/>
                  </a:lnTo>
                  <a:lnTo>
                    <a:pt x="2232" y="658"/>
                  </a:lnTo>
                  <a:lnTo>
                    <a:pt x="2153" y="688"/>
                  </a:lnTo>
                  <a:lnTo>
                    <a:pt x="2115" y="713"/>
                  </a:lnTo>
                  <a:lnTo>
                    <a:pt x="2074" y="757"/>
                  </a:lnTo>
                  <a:lnTo>
                    <a:pt x="2047" y="807"/>
                  </a:lnTo>
                  <a:lnTo>
                    <a:pt x="1898" y="1208"/>
                  </a:lnTo>
                  <a:lnTo>
                    <a:pt x="1801" y="1351"/>
                  </a:lnTo>
                  <a:lnTo>
                    <a:pt x="1767" y="1381"/>
                  </a:lnTo>
                  <a:lnTo>
                    <a:pt x="1721" y="1419"/>
                  </a:lnTo>
                  <a:lnTo>
                    <a:pt x="1678" y="1444"/>
                  </a:lnTo>
                  <a:lnTo>
                    <a:pt x="1612" y="1464"/>
                  </a:lnTo>
                  <a:lnTo>
                    <a:pt x="1601" y="1467"/>
                  </a:lnTo>
                  <a:lnTo>
                    <a:pt x="1588" y="1471"/>
                  </a:lnTo>
                  <a:lnTo>
                    <a:pt x="1570" y="1476"/>
                  </a:lnTo>
                  <a:lnTo>
                    <a:pt x="1554" y="1476"/>
                  </a:lnTo>
                  <a:lnTo>
                    <a:pt x="1525" y="1477"/>
                  </a:lnTo>
                  <a:lnTo>
                    <a:pt x="1474" y="1478"/>
                  </a:lnTo>
                  <a:lnTo>
                    <a:pt x="1384" y="1480"/>
                  </a:lnTo>
                  <a:lnTo>
                    <a:pt x="1305" y="1482"/>
                  </a:lnTo>
                  <a:lnTo>
                    <a:pt x="1300" y="1482"/>
                  </a:lnTo>
                  <a:lnTo>
                    <a:pt x="1293" y="1482"/>
                  </a:lnTo>
                  <a:lnTo>
                    <a:pt x="1284" y="1483"/>
                  </a:lnTo>
                  <a:lnTo>
                    <a:pt x="1279" y="1483"/>
                  </a:lnTo>
                  <a:lnTo>
                    <a:pt x="1272" y="1483"/>
                  </a:lnTo>
                  <a:lnTo>
                    <a:pt x="1266" y="1483"/>
                  </a:lnTo>
                  <a:lnTo>
                    <a:pt x="1260" y="1483"/>
                  </a:lnTo>
                  <a:lnTo>
                    <a:pt x="1254" y="1483"/>
                  </a:lnTo>
                  <a:lnTo>
                    <a:pt x="1247" y="1483"/>
                  </a:lnTo>
                  <a:lnTo>
                    <a:pt x="1241" y="1484"/>
                  </a:lnTo>
                  <a:lnTo>
                    <a:pt x="1234" y="1484"/>
                  </a:lnTo>
                  <a:lnTo>
                    <a:pt x="1228" y="1484"/>
                  </a:lnTo>
                  <a:lnTo>
                    <a:pt x="1222" y="1484"/>
                  </a:lnTo>
                  <a:lnTo>
                    <a:pt x="1216" y="1484"/>
                  </a:lnTo>
                  <a:lnTo>
                    <a:pt x="1210" y="1484"/>
                  </a:lnTo>
                  <a:lnTo>
                    <a:pt x="1205" y="1484"/>
                  </a:lnTo>
                  <a:lnTo>
                    <a:pt x="1199" y="1485"/>
                  </a:lnTo>
                  <a:lnTo>
                    <a:pt x="1194" y="1485"/>
                  </a:lnTo>
                  <a:lnTo>
                    <a:pt x="1188" y="1485"/>
                  </a:lnTo>
                  <a:lnTo>
                    <a:pt x="1179" y="1485"/>
                  </a:lnTo>
                  <a:lnTo>
                    <a:pt x="1172" y="1485"/>
                  </a:lnTo>
                  <a:lnTo>
                    <a:pt x="1167" y="1485"/>
                  </a:lnTo>
                  <a:lnTo>
                    <a:pt x="1162" y="1485"/>
                  </a:lnTo>
                  <a:lnTo>
                    <a:pt x="1157" y="1486"/>
                  </a:lnTo>
                  <a:lnTo>
                    <a:pt x="1151" y="1486"/>
                  </a:lnTo>
                  <a:lnTo>
                    <a:pt x="1144" y="1486"/>
                  </a:lnTo>
                  <a:lnTo>
                    <a:pt x="1135" y="1486"/>
                  </a:lnTo>
                  <a:lnTo>
                    <a:pt x="1130" y="1486"/>
                  </a:lnTo>
                  <a:lnTo>
                    <a:pt x="1125" y="1486"/>
                  </a:lnTo>
                  <a:lnTo>
                    <a:pt x="1119" y="1486"/>
                  </a:lnTo>
                  <a:lnTo>
                    <a:pt x="1112" y="1487"/>
                  </a:lnTo>
                  <a:lnTo>
                    <a:pt x="1105" y="1487"/>
                  </a:lnTo>
                  <a:lnTo>
                    <a:pt x="1100" y="1487"/>
                  </a:lnTo>
                  <a:lnTo>
                    <a:pt x="1093" y="1487"/>
                  </a:lnTo>
                  <a:lnTo>
                    <a:pt x="1086" y="1487"/>
                  </a:lnTo>
                  <a:lnTo>
                    <a:pt x="1080" y="1487"/>
                  </a:lnTo>
                  <a:lnTo>
                    <a:pt x="1073" y="1488"/>
                  </a:lnTo>
                  <a:lnTo>
                    <a:pt x="1067" y="1488"/>
                  </a:lnTo>
                  <a:lnTo>
                    <a:pt x="1059" y="1488"/>
                  </a:lnTo>
                  <a:lnTo>
                    <a:pt x="1051" y="1488"/>
                  </a:lnTo>
                  <a:lnTo>
                    <a:pt x="1045" y="1488"/>
                  </a:lnTo>
                  <a:lnTo>
                    <a:pt x="1038" y="1488"/>
                  </a:lnTo>
                  <a:lnTo>
                    <a:pt x="1029" y="1489"/>
                  </a:lnTo>
                  <a:lnTo>
                    <a:pt x="1019" y="1489"/>
                  </a:lnTo>
                  <a:lnTo>
                    <a:pt x="1010" y="1489"/>
                  </a:lnTo>
                  <a:lnTo>
                    <a:pt x="1002" y="1489"/>
                  </a:lnTo>
                  <a:lnTo>
                    <a:pt x="993" y="1489"/>
                  </a:lnTo>
                  <a:lnTo>
                    <a:pt x="986" y="1490"/>
                  </a:lnTo>
                  <a:lnTo>
                    <a:pt x="980" y="1490"/>
                  </a:lnTo>
                  <a:lnTo>
                    <a:pt x="131" y="15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l1141"/>
            <p:cNvSpPr/>
            <p:nvPr/>
          </p:nvSpPr>
          <p:spPr>
            <a:xfrm>
              <a:off x="4571132" y="5733901"/>
              <a:ext cx="1954" cy="792"/>
            </a:xfrm>
            <a:custGeom>
              <a:avLst/>
              <a:pathLst>
                <a:path w="1954" h="792">
                  <a:moveTo>
                    <a:pt x="997" y="788"/>
                  </a:moveTo>
                  <a:lnTo>
                    <a:pt x="943" y="792"/>
                  </a:lnTo>
                  <a:lnTo>
                    <a:pt x="231" y="630"/>
                  </a:lnTo>
                  <a:lnTo>
                    <a:pt x="151" y="592"/>
                  </a:lnTo>
                  <a:lnTo>
                    <a:pt x="0" y="480"/>
                  </a:lnTo>
                  <a:lnTo>
                    <a:pt x="4" y="464"/>
                  </a:lnTo>
                  <a:lnTo>
                    <a:pt x="239" y="338"/>
                  </a:lnTo>
                  <a:lnTo>
                    <a:pt x="872" y="22"/>
                  </a:lnTo>
                  <a:lnTo>
                    <a:pt x="981" y="0"/>
                  </a:lnTo>
                  <a:lnTo>
                    <a:pt x="1006" y="10"/>
                  </a:lnTo>
                  <a:lnTo>
                    <a:pt x="1065" y="36"/>
                  </a:lnTo>
                  <a:lnTo>
                    <a:pt x="1936" y="187"/>
                  </a:lnTo>
                  <a:lnTo>
                    <a:pt x="1954" y="217"/>
                  </a:lnTo>
                  <a:lnTo>
                    <a:pt x="1881" y="530"/>
                  </a:lnTo>
                  <a:lnTo>
                    <a:pt x="1829" y="567"/>
                  </a:lnTo>
                  <a:lnTo>
                    <a:pt x="1640" y="573"/>
                  </a:lnTo>
                  <a:lnTo>
                    <a:pt x="997" y="78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l1142"/>
            <p:cNvSpPr/>
            <p:nvPr/>
          </p:nvSpPr>
          <p:spPr>
            <a:xfrm>
              <a:off x="4581612" y="5735040"/>
              <a:ext cx="658" cy="628"/>
            </a:xfrm>
            <a:custGeom>
              <a:avLst/>
              <a:pathLst>
                <a:path w="658" h="628">
                  <a:moveTo>
                    <a:pt x="307" y="397"/>
                  </a:moveTo>
                  <a:lnTo>
                    <a:pt x="454" y="441"/>
                  </a:lnTo>
                  <a:lnTo>
                    <a:pt x="600" y="413"/>
                  </a:lnTo>
                  <a:lnTo>
                    <a:pt x="658" y="426"/>
                  </a:lnTo>
                  <a:lnTo>
                    <a:pt x="643" y="561"/>
                  </a:lnTo>
                  <a:lnTo>
                    <a:pt x="424" y="628"/>
                  </a:lnTo>
                  <a:lnTo>
                    <a:pt x="335" y="582"/>
                  </a:lnTo>
                  <a:lnTo>
                    <a:pt x="218" y="494"/>
                  </a:lnTo>
                  <a:lnTo>
                    <a:pt x="6" y="169"/>
                  </a:lnTo>
                  <a:lnTo>
                    <a:pt x="0" y="111"/>
                  </a:lnTo>
                  <a:lnTo>
                    <a:pt x="111" y="0"/>
                  </a:lnTo>
                  <a:lnTo>
                    <a:pt x="284" y="38"/>
                  </a:lnTo>
                  <a:lnTo>
                    <a:pt x="287" y="67"/>
                  </a:lnTo>
                  <a:lnTo>
                    <a:pt x="251" y="135"/>
                  </a:lnTo>
                  <a:lnTo>
                    <a:pt x="236" y="207"/>
                  </a:lnTo>
                  <a:lnTo>
                    <a:pt x="255" y="312"/>
                  </a:lnTo>
                  <a:lnTo>
                    <a:pt x="307" y="39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l1143"/>
            <p:cNvSpPr/>
            <p:nvPr/>
          </p:nvSpPr>
          <p:spPr>
            <a:xfrm>
              <a:off x="4576633" y="5731835"/>
              <a:ext cx="841" cy="899"/>
            </a:xfrm>
            <a:custGeom>
              <a:avLst/>
              <a:pathLst>
                <a:path w="841" h="899">
                  <a:moveTo>
                    <a:pt x="841" y="632"/>
                  </a:moveTo>
                  <a:lnTo>
                    <a:pt x="751" y="792"/>
                  </a:lnTo>
                  <a:lnTo>
                    <a:pt x="592" y="899"/>
                  </a:lnTo>
                  <a:lnTo>
                    <a:pt x="592" y="820"/>
                  </a:lnTo>
                  <a:lnTo>
                    <a:pt x="516" y="745"/>
                  </a:lnTo>
                  <a:lnTo>
                    <a:pt x="473" y="723"/>
                  </a:lnTo>
                  <a:lnTo>
                    <a:pt x="232" y="700"/>
                  </a:lnTo>
                  <a:lnTo>
                    <a:pt x="0" y="585"/>
                  </a:lnTo>
                  <a:lnTo>
                    <a:pt x="19" y="359"/>
                  </a:lnTo>
                  <a:lnTo>
                    <a:pt x="116" y="83"/>
                  </a:lnTo>
                  <a:lnTo>
                    <a:pt x="336" y="0"/>
                  </a:lnTo>
                  <a:lnTo>
                    <a:pt x="387" y="3"/>
                  </a:lnTo>
                  <a:lnTo>
                    <a:pt x="801" y="456"/>
                  </a:lnTo>
                  <a:lnTo>
                    <a:pt x="841" y="63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l1144"/>
            <p:cNvSpPr/>
            <p:nvPr/>
          </p:nvSpPr>
          <p:spPr>
            <a:xfrm>
              <a:off x="4569624" y="5730651"/>
              <a:ext cx="947" cy="762"/>
            </a:xfrm>
            <a:custGeom>
              <a:avLst/>
              <a:pathLst>
                <a:path w="947" h="762">
                  <a:moveTo>
                    <a:pt x="688" y="368"/>
                  </a:moveTo>
                  <a:lnTo>
                    <a:pt x="664" y="395"/>
                  </a:lnTo>
                  <a:lnTo>
                    <a:pt x="637" y="407"/>
                  </a:lnTo>
                  <a:lnTo>
                    <a:pt x="612" y="401"/>
                  </a:lnTo>
                  <a:lnTo>
                    <a:pt x="569" y="382"/>
                  </a:lnTo>
                  <a:lnTo>
                    <a:pt x="504" y="355"/>
                  </a:lnTo>
                  <a:lnTo>
                    <a:pt x="495" y="352"/>
                  </a:lnTo>
                  <a:lnTo>
                    <a:pt x="478" y="405"/>
                  </a:lnTo>
                  <a:lnTo>
                    <a:pt x="552" y="448"/>
                  </a:lnTo>
                  <a:lnTo>
                    <a:pt x="622" y="503"/>
                  </a:lnTo>
                  <a:lnTo>
                    <a:pt x="723" y="559"/>
                  </a:lnTo>
                  <a:lnTo>
                    <a:pt x="810" y="583"/>
                  </a:lnTo>
                  <a:lnTo>
                    <a:pt x="823" y="586"/>
                  </a:lnTo>
                  <a:lnTo>
                    <a:pt x="884" y="611"/>
                  </a:lnTo>
                  <a:lnTo>
                    <a:pt x="880" y="622"/>
                  </a:lnTo>
                  <a:lnTo>
                    <a:pt x="873" y="656"/>
                  </a:lnTo>
                  <a:lnTo>
                    <a:pt x="893" y="667"/>
                  </a:lnTo>
                  <a:lnTo>
                    <a:pt x="897" y="670"/>
                  </a:lnTo>
                  <a:lnTo>
                    <a:pt x="896" y="680"/>
                  </a:lnTo>
                  <a:lnTo>
                    <a:pt x="894" y="693"/>
                  </a:lnTo>
                  <a:lnTo>
                    <a:pt x="925" y="715"/>
                  </a:lnTo>
                  <a:lnTo>
                    <a:pt x="946" y="734"/>
                  </a:lnTo>
                  <a:lnTo>
                    <a:pt x="947" y="744"/>
                  </a:lnTo>
                  <a:lnTo>
                    <a:pt x="940" y="762"/>
                  </a:lnTo>
                  <a:lnTo>
                    <a:pt x="922" y="761"/>
                  </a:lnTo>
                  <a:lnTo>
                    <a:pt x="875" y="735"/>
                  </a:lnTo>
                  <a:lnTo>
                    <a:pt x="820" y="716"/>
                  </a:lnTo>
                  <a:lnTo>
                    <a:pt x="720" y="681"/>
                  </a:lnTo>
                  <a:lnTo>
                    <a:pt x="700" y="670"/>
                  </a:lnTo>
                  <a:lnTo>
                    <a:pt x="652" y="645"/>
                  </a:lnTo>
                  <a:lnTo>
                    <a:pt x="617" y="626"/>
                  </a:lnTo>
                  <a:lnTo>
                    <a:pt x="557" y="593"/>
                  </a:lnTo>
                  <a:lnTo>
                    <a:pt x="459" y="526"/>
                  </a:lnTo>
                  <a:lnTo>
                    <a:pt x="314" y="400"/>
                  </a:lnTo>
                  <a:lnTo>
                    <a:pt x="309" y="395"/>
                  </a:lnTo>
                  <a:lnTo>
                    <a:pt x="297" y="382"/>
                  </a:lnTo>
                  <a:lnTo>
                    <a:pt x="233" y="313"/>
                  </a:lnTo>
                  <a:lnTo>
                    <a:pt x="218" y="297"/>
                  </a:lnTo>
                  <a:lnTo>
                    <a:pt x="192" y="269"/>
                  </a:lnTo>
                  <a:lnTo>
                    <a:pt x="115" y="174"/>
                  </a:lnTo>
                  <a:lnTo>
                    <a:pt x="2" y="40"/>
                  </a:lnTo>
                  <a:lnTo>
                    <a:pt x="0" y="35"/>
                  </a:lnTo>
                  <a:lnTo>
                    <a:pt x="1" y="22"/>
                  </a:lnTo>
                  <a:lnTo>
                    <a:pt x="16" y="7"/>
                  </a:lnTo>
                  <a:lnTo>
                    <a:pt x="95" y="8"/>
                  </a:lnTo>
                  <a:lnTo>
                    <a:pt x="137" y="7"/>
                  </a:lnTo>
                  <a:lnTo>
                    <a:pt x="199" y="0"/>
                  </a:lnTo>
                  <a:lnTo>
                    <a:pt x="216" y="0"/>
                  </a:lnTo>
                  <a:lnTo>
                    <a:pt x="225" y="3"/>
                  </a:lnTo>
                  <a:lnTo>
                    <a:pt x="229" y="6"/>
                  </a:lnTo>
                  <a:lnTo>
                    <a:pt x="252" y="20"/>
                  </a:lnTo>
                  <a:lnTo>
                    <a:pt x="320" y="54"/>
                  </a:lnTo>
                  <a:lnTo>
                    <a:pt x="388" y="73"/>
                  </a:lnTo>
                  <a:lnTo>
                    <a:pt x="421" y="87"/>
                  </a:lnTo>
                  <a:lnTo>
                    <a:pt x="409" y="129"/>
                  </a:lnTo>
                  <a:lnTo>
                    <a:pt x="543" y="197"/>
                  </a:lnTo>
                  <a:lnTo>
                    <a:pt x="659" y="292"/>
                  </a:lnTo>
                  <a:lnTo>
                    <a:pt x="666" y="326"/>
                  </a:lnTo>
                  <a:lnTo>
                    <a:pt x="687" y="354"/>
                  </a:lnTo>
                  <a:lnTo>
                    <a:pt x="688" y="36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l1145"/>
            <p:cNvSpPr/>
            <p:nvPr/>
          </p:nvSpPr>
          <p:spPr>
            <a:xfrm>
              <a:off x="4584137" y="5731997"/>
              <a:ext cx="2634" cy="2550"/>
            </a:xfrm>
            <a:custGeom>
              <a:avLst/>
              <a:pathLst>
                <a:path w="2634" h="2550">
                  <a:moveTo>
                    <a:pt x="2278" y="366"/>
                  </a:moveTo>
                  <a:lnTo>
                    <a:pt x="2486" y="502"/>
                  </a:lnTo>
                  <a:lnTo>
                    <a:pt x="2634" y="520"/>
                  </a:lnTo>
                  <a:lnTo>
                    <a:pt x="2600" y="834"/>
                  </a:lnTo>
                  <a:lnTo>
                    <a:pt x="2392" y="1631"/>
                  </a:lnTo>
                  <a:lnTo>
                    <a:pt x="2310" y="1625"/>
                  </a:lnTo>
                  <a:lnTo>
                    <a:pt x="2278" y="1534"/>
                  </a:lnTo>
                  <a:lnTo>
                    <a:pt x="2158" y="1477"/>
                  </a:lnTo>
                  <a:lnTo>
                    <a:pt x="2039" y="1475"/>
                  </a:lnTo>
                  <a:lnTo>
                    <a:pt x="1847" y="1536"/>
                  </a:lnTo>
                  <a:lnTo>
                    <a:pt x="1711" y="1634"/>
                  </a:lnTo>
                  <a:lnTo>
                    <a:pt x="1631" y="1746"/>
                  </a:lnTo>
                  <a:lnTo>
                    <a:pt x="1586" y="1842"/>
                  </a:lnTo>
                  <a:lnTo>
                    <a:pt x="958" y="2152"/>
                  </a:lnTo>
                  <a:lnTo>
                    <a:pt x="848" y="2258"/>
                  </a:lnTo>
                  <a:lnTo>
                    <a:pt x="652" y="2550"/>
                  </a:lnTo>
                  <a:lnTo>
                    <a:pt x="610" y="2545"/>
                  </a:lnTo>
                  <a:lnTo>
                    <a:pt x="103" y="2316"/>
                  </a:lnTo>
                  <a:lnTo>
                    <a:pt x="59" y="2276"/>
                  </a:lnTo>
                  <a:lnTo>
                    <a:pt x="0" y="2183"/>
                  </a:lnTo>
                  <a:lnTo>
                    <a:pt x="356" y="2035"/>
                  </a:lnTo>
                  <a:lnTo>
                    <a:pt x="383" y="1918"/>
                  </a:lnTo>
                  <a:lnTo>
                    <a:pt x="373" y="1791"/>
                  </a:lnTo>
                  <a:lnTo>
                    <a:pt x="241" y="1471"/>
                  </a:lnTo>
                  <a:lnTo>
                    <a:pt x="337" y="1289"/>
                  </a:lnTo>
                  <a:lnTo>
                    <a:pt x="370" y="1263"/>
                  </a:lnTo>
                  <a:lnTo>
                    <a:pt x="401" y="1263"/>
                  </a:lnTo>
                  <a:lnTo>
                    <a:pt x="466" y="1328"/>
                  </a:lnTo>
                  <a:lnTo>
                    <a:pt x="410" y="1328"/>
                  </a:lnTo>
                  <a:lnTo>
                    <a:pt x="383" y="1299"/>
                  </a:lnTo>
                  <a:lnTo>
                    <a:pt x="359" y="1305"/>
                  </a:lnTo>
                  <a:lnTo>
                    <a:pt x="334" y="1372"/>
                  </a:lnTo>
                  <a:lnTo>
                    <a:pt x="357" y="1428"/>
                  </a:lnTo>
                  <a:lnTo>
                    <a:pt x="511" y="1426"/>
                  </a:lnTo>
                  <a:lnTo>
                    <a:pt x="692" y="1354"/>
                  </a:lnTo>
                  <a:lnTo>
                    <a:pt x="787" y="876"/>
                  </a:lnTo>
                  <a:lnTo>
                    <a:pt x="814" y="467"/>
                  </a:lnTo>
                  <a:lnTo>
                    <a:pt x="843" y="335"/>
                  </a:lnTo>
                  <a:lnTo>
                    <a:pt x="938" y="241"/>
                  </a:lnTo>
                  <a:lnTo>
                    <a:pt x="1021" y="198"/>
                  </a:lnTo>
                  <a:lnTo>
                    <a:pt x="1626" y="0"/>
                  </a:lnTo>
                  <a:lnTo>
                    <a:pt x="1843" y="27"/>
                  </a:lnTo>
                  <a:lnTo>
                    <a:pt x="2278" y="36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l1146"/>
            <p:cNvSpPr/>
            <p:nvPr/>
          </p:nvSpPr>
          <p:spPr>
            <a:xfrm>
              <a:off x="4577233" y="5726239"/>
              <a:ext cx="6207" cy="7322"/>
            </a:xfrm>
            <a:custGeom>
              <a:avLst/>
              <a:pathLst>
                <a:path w="6207" h="7322">
                  <a:moveTo>
                    <a:pt x="4114" y="688"/>
                  </a:moveTo>
                  <a:lnTo>
                    <a:pt x="4185" y="715"/>
                  </a:lnTo>
                  <a:lnTo>
                    <a:pt x="4472" y="719"/>
                  </a:lnTo>
                  <a:lnTo>
                    <a:pt x="4958" y="938"/>
                  </a:lnTo>
                  <a:lnTo>
                    <a:pt x="4891" y="1074"/>
                  </a:lnTo>
                  <a:lnTo>
                    <a:pt x="4736" y="1198"/>
                  </a:lnTo>
                  <a:lnTo>
                    <a:pt x="4702" y="1248"/>
                  </a:lnTo>
                  <a:lnTo>
                    <a:pt x="4682" y="1318"/>
                  </a:lnTo>
                  <a:lnTo>
                    <a:pt x="4689" y="1415"/>
                  </a:lnTo>
                  <a:lnTo>
                    <a:pt x="4882" y="1666"/>
                  </a:lnTo>
                  <a:lnTo>
                    <a:pt x="4891" y="1864"/>
                  </a:lnTo>
                  <a:lnTo>
                    <a:pt x="4865" y="1967"/>
                  </a:lnTo>
                  <a:lnTo>
                    <a:pt x="4831" y="2043"/>
                  </a:lnTo>
                  <a:lnTo>
                    <a:pt x="4770" y="2117"/>
                  </a:lnTo>
                  <a:lnTo>
                    <a:pt x="4701" y="2154"/>
                  </a:lnTo>
                  <a:lnTo>
                    <a:pt x="4490" y="2207"/>
                  </a:lnTo>
                  <a:lnTo>
                    <a:pt x="4452" y="2268"/>
                  </a:lnTo>
                  <a:lnTo>
                    <a:pt x="4451" y="2347"/>
                  </a:lnTo>
                  <a:lnTo>
                    <a:pt x="4491" y="2392"/>
                  </a:lnTo>
                  <a:lnTo>
                    <a:pt x="4522" y="2396"/>
                  </a:lnTo>
                  <a:lnTo>
                    <a:pt x="4758" y="2285"/>
                  </a:lnTo>
                  <a:lnTo>
                    <a:pt x="4922" y="2155"/>
                  </a:lnTo>
                  <a:lnTo>
                    <a:pt x="5271" y="1681"/>
                  </a:lnTo>
                  <a:lnTo>
                    <a:pt x="5276" y="1589"/>
                  </a:lnTo>
                  <a:lnTo>
                    <a:pt x="5192" y="1336"/>
                  </a:lnTo>
                  <a:lnTo>
                    <a:pt x="5125" y="1054"/>
                  </a:lnTo>
                  <a:lnTo>
                    <a:pt x="5145" y="1024"/>
                  </a:lnTo>
                  <a:lnTo>
                    <a:pt x="5641" y="1299"/>
                  </a:lnTo>
                  <a:lnTo>
                    <a:pt x="5879" y="1457"/>
                  </a:lnTo>
                  <a:lnTo>
                    <a:pt x="6037" y="1691"/>
                  </a:lnTo>
                  <a:lnTo>
                    <a:pt x="6016" y="1819"/>
                  </a:lnTo>
                  <a:lnTo>
                    <a:pt x="6025" y="2514"/>
                  </a:lnTo>
                  <a:lnTo>
                    <a:pt x="6044" y="2943"/>
                  </a:lnTo>
                  <a:lnTo>
                    <a:pt x="6068" y="3455"/>
                  </a:lnTo>
                  <a:lnTo>
                    <a:pt x="6152" y="3935"/>
                  </a:lnTo>
                  <a:lnTo>
                    <a:pt x="6207" y="4020"/>
                  </a:lnTo>
                  <a:lnTo>
                    <a:pt x="6148" y="4288"/>
                  </a:lnTo>
                  <a:lnTo>
                    <a:pt x="5971" y="4667"/>
                  </a:lnTo>
                  <a:lnTo>
                    <a:pt x="5893" y="4800"/>
                  </a:lnTo>
                  <a:lnTo>
                    <a:pt x="5847" y="4819"/>
                  </a:lnTo>
                  <a:lnTo>
                    <a:pt x="5809" y="4809"/>
                  </a:lnTo>
                  <a:lnTo>
                    <a:pt x="5661" y="4701"/>
                  </a:lnTo>
                  <a:lnTo>
                    <a:pt x="5210" y="5387"/>
                  </a:lnTo>
                  <a:lnTo>
                    <a:pt x="4733" y="5813"/>
                  </a:lnTo>
                  <a:lnTo>
                    <a:pt x="3904" y="6479"/>
                  </a:lnTo>
                  <a:lnTo>
                    <a:pt x="3356" y="6960"/>
                  </a:lnTo>
                  <a:lnTo>
                    <a:pt x="3264" y="7070"/>
                  </a:lnTo>
                  <a:lnTo>
                    <a:pt x="3174" y="7236"/>
                  </a:lnTo>
                  <a:lnTo>
                    <a:pt x="3107" y="7322"/>
                  </a:lnTo>
                  <a:lnTo>
                    <a:pt x="2484" y="7117"/>
                  </a:lnTo>
                  <a:lnTo>
                    <a:pt x="2304" y="6984"/>
                  </a:lnTo>
                  <a:lnTo>
                    <a:pt x="1827" y="6948"/>
                  </a:lnTo>
                  <a:lnTo>
                    <a:pt x="1660" y="6966"/>
                  </a:lnTo>
                  <a:lnTo>
                    <a:pt x="1339" y="6737"/>
                  </a:lnTo>
                  <a:lnTo>
                    <a:pt x="887" y="6656"/>
                  </a:lnTo>
                  <a:lnTo>
                    <a:pt x="729" y="6476"/>
                  </a:lnTo>
                  <a:lnTo>
                    <a:pt x="320" y="5818"/>
                  </a:lnTo>
                  <a:lnTo>
                    <a:pt x="139" y="5602"/>
                  </a:lnTo>
                  <a:lnTo>
                    <a:pt x="30" y="5429"/>
                  </a:lnTo>
                  <a:lnTo>
                    <a:pt x="0" y="5222"/>
                  </a:lnTo>
                  <a:lnTo>
                    <a:pt x="23" y="5080"/>
                  </a:lnTo>
                  <a:lnTo>
                    <a:pt x="200" y="4404"/>
                  </a:lnTo>
                  <a:lnTo>
                    <a:pt x="198" y="4397"/>
                  </a:lnTo>
                  <a:lnTo>
                    <a:pt x="183" y="4343"/>
                  </a:lnTo>
                  <a:lnTo>
                    <a:pt x="141" y="3994"/>
                  </a:lnTo>
                  <a:lnTo>
                    <a:pt x="237" y="3353"/>
                  </a:lnTo>
                  <a:lnTo>
                    <a:pt x="324" y="3137"/>
                  </a:lnTo>
                  <a:lnTo>
                    <a:pt x="557" y="2654"/>
                  </a:lnTo>
                  <a:lnTo>
                    <a:pt x="725" y="2039"/>
                  </a:lnTo>
                  <a:lnTo>
                    <a:pt x="721" y="1998"/>
                  </a:lnTo>
                  <a:lnTo>
                    <a:pt x="1025" y="1042"/>
                  </a:lnTo>
                  <a:lnTo>
                    <a:pt x="1291" y="718"/>
                  </a:lnTo>
                  <a:lnTo>
                    <a:pt x="1461" y="546"/>
                  </a:lnTo>
                  <a:lnTo>
                    <a:pt x="1624" y="329"/>
                  </a:lnTo>
                  <a:lnTo>
                    <a:pt x="1699" y="260"/>
                  </a:lnTo>
                  <a:lnTo>
                    <a:pt x="2157" y="244"/>
                  </a:lnTo>
                  <a:lnTo>
                    <a:pt x="3190" y="75"/>
                  </a:lnTo>
                  <a:lnTo>
                    <a:pt x="3242" y="62"/>
                  </a:lnTo>
                  <a:lnTo>
                    <a:pt x="3315" y="13"/>
                  </a:lnTo>
                  <a:lnTo>
                    <a:pt x="3376" y="0"/>
                  </a:lnTo>
                  <a:lnTo>
                    <a:pt x="3508" y="10"/>
                  </a:lnTo>
                  <a:lnTo>
                    <a:pt x="3557" y="39"/>
                  </a:lnTo>
                  <a:lnTo>
                    <a:pt x="3818" y="379"/>
                  </a:lnTo>
                  <a:lnTo>
                    <a:pt x="4114" y="68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l1147"/>
            <p:cNvSpPr/>
            <p:nvPr/>
          </p:nvSpPr>
          <p:spPr>
            <a:xfrm>
              <a:off x="4587267" y="5727963"/>
              <a:ext cx="9228" cy="7639"/>
            </a:xfrm>
            <a:custGeom>
              <a:avLst/>
              <a:pathLst>
                <a:path w="9228" h="7639">
                  <a:moveTo>
                    <a:pt x="7307" y="1006"/>
                  </a:moveTo>
                  <a:lnTo>
                    <a:pt x="7359" y="1028"/>
                  </a:lnTo>
                  <a:lnTo>
                    <a:pt x="7569" y="991"/>
                  </a:lnTo>
                  <a:lnTo>
                    <a:pt x="7868" y="999"/>
                  </a:lnTo>
                  <a:lnTo>
                    <a:pt x="8085" y="1023"/>
                  </a:lnTo>
                  <a:lnTo>
                    <a:pt x="8130" y="1028"/>
                  </a:lnTo>
                  <a:lnTo>
                    <a:pt x="8117" y="1059"/>
                  </a:lnTo>
                  <a:lnTo>
                    <a:pt x="8098" y="1104"/>
                  </a:lnTo>
                  <a:lnTo>
                    <a:pt x="8074" y="1160"/>
                  </a:lnTo>
                  <a:lnTo>
                    <a:pt x="8050" y="1216"/>
                  </a:lnTo>
                  <a:lnTo>
                    <a:pt x="8024" y="1277"/>
                  </a:lnTo>
                  <a:lnTo>
                    <a:pt x="8020" y="1287"/>
                  </a:lnTo>
                  <a:lnTo>
                    <a:pt x="8017" y="1458"/>
                  </a:lnTo>
                  <a:lnTo>
                    <a:pt x="8026" y="1497"/>
                  </a:lnTo>
                  <a:lnTo>
                    <a:pt x="8046" y="1584"/>
                  </a:lnTo>
                  <a:lnTo>
                    <a:pt x="8087" y="1685"/>
                  </a:lnTo>
                  <a:lnTo>
                    <a:pt x="8378" y="2346"/>
                  </a:lnTo>
                  <a:lnTo>
                    <a:pt x="8408" y="2415"/>
                  </a:lnTo>
                  <a:lnTo>
                    <a:pt x="8516" y="2552"/>
                  </a:lnTo>
                  <a:lnTo>
                    <a:pt x="8671" y="2630"/>
                  </a:lnTo>
                  <a:lnTo>
                    <a:pt x="8677" y="2729"/>
                  </a:lnTo>
                  <a:lnTo>
                    <a:pt x="8681" y="2819"/>
                  </a:lnTo>
                  <a:lnTo>
                    <a:pt x="8673" y="2981"/>
                  </a:lnTo>
                  <a:lnTo>
                    <a:pt x="8669" y="3064"/>
                  </a:lnTo>
                  <a:lnTo>
                    <a:pt x="8670" y="3084"/>
                  </a:lnTo>
                  <a:lnTo>
                    <a:pt x="8680" y="3220"/>
                  </a:lnTo>
                  <a:lnTo>
                    <a:pt x="8695" y="3418"/>
                  </a:lnTo>
                  <a:lnTo>
                    <a:pt x="8786" y="3866"/>
                  </a:lnTo>
                  <a:lnTo>
                    <a:pt x="8801" y="3890"/>
                  </a:lnTo>
                  <a:lnTo>
                    <a:pt x="8905" y="4070"/>
                  </a:lnTo>
                  <a:lnTo>
                    <a:pt x="9007" y="4158"/>
                  </a:lnTo>
                  <a:lnTo>
                    <a:pt x="9044" y="4148"/>
                  </a:lnTo>
                  <a:lnTo>
                    <a:pt x="9064" y="4143"/>
                  </a:lnTo>
                  <a:lnTo>
                    <a:pt x="9099" y="4134"/>
                  </a:lnTo>
                  <a:lnTo>
                    <a:pt x="9116" y="4129"/>
                  </a:lnTo>
                  <a:lnTo>
                    <a:pt x="9174" y="4113"/>
                  </a:lnTo>
                  <a:lnTo>
                    <a:pt x="9213" y="4140"/>
                  </a:lnTo>
                  <a:lnTo>
                    <a:pt x="9215" y="4148"/>
                  </a:lnTo>
                  <a:lnTo>
                    <a:pt x="9221" y="4176"/>
                  </a:lnTo>
                  <a:lnTo>
                    <a:pt x="9228" y="4204"/>
                  </a:lnTo>
                  <a:lnTo>
                    <a:pt x="9222" y="4328"/>
                  </a:lnTo>
                  <a:lnTo>
                    <a:pt x="9221" y="4336"/>
                  </a:lnTo>
                  <a:lnTo>
                    <a:pt x="9213" y="4478"/>
                  </a:lnTo>
                  <a:lnTo>
                    <a:pt x="9211" y="4516"/>
                  </a:lnTo>
                  <a:lnTo>
                    <a:pt x="9205" y="4633"/>
                  </a:lnTo>
                  <a:lnTo>
                    <a:pt x="9204" y="4648"/>
                  </a:lnTo>
                  <a:lnTo>
                    <a:pt x="9105" y="4700"/>
                  </a:lnTo>
                  <a:lnTo>
                    <a:pt x="9093" y="4700"/>
                  </a:lnTo>
                  <a:lnTo>
                    <a:pt x="9062" y="4690"/>
                  </a:lnTo>
                  <a:lnTo>
                    <a:pt x="9029" y="4651"/>
                  </a:lnTo>
                  <a:lnTo>
                    <a:pt x="8991" y="4615"/>
                  </a:lnTo>
                  <a:lnTo>
                    <a:pt x="8922" y="4606"/>
                  </a:lnTo>
                  <a:lnTo>
                    <a:pt x="8826" y="4633"/>
                  </a:lnTo>
                  <a:lnTo>
                    <a:pt x="8718" y="4716"/>
                  </a:lnTo>
                  <a:lnTo>
                    <a:pt x="8657" y="4797"/>
                  </a:lnTo>
                  <a:lnTo>
                    <a:pt x="8620" y="4847"/>
                  </a:lnTo>
                  <a:lnTo>
                    <a:pt x="8610" y="4880"/>
                  </a:lnTo>
                  <a:lnTo>
                    <a:pt x="8590" y="4945"/>
                  </a:lnTo>
                  <a:lnTo>
                    <a:pt x="8600" y="4965"/>
                  </a:lnTo>
                  <a:lnTo>
                    <a:pt x="8606" y="4979"/>
                  </a:lnTo>
                  <a:lnTo>
                    <a:pt x="8644" y="5063"/>
                  </a:lnTo>
                  <a:lnTo>
                    <a:pt x="8762" y="5245"/>
                  </a:lnTo>
                  <a:lnTo>
                    <a:pt x="8808" y="5314"/>
                  </a:lnTo>
                  <a:lnTo>
                    <a:pt x="8764" y="5411"/>
                  </a:lnTo>
                  <a:lnTo>
                    <a:pt x="8691" y="5507"/>
                  </a:lnTo>
                  <a:lnTo>
                    <a:pt x="8680" y="5521"/>
                  </a:lnTo>
                  <a:lnTo>
                    <a:pt x="8664" y="5543"/>
                  </a:lnTo>
                  <a:lnTo>
                    <a:pt x="8394" y="5782"/>
                  </a:lnTo>
                  <a:lnTo>
                    <a:pt x="8134" y="6014"/>
                  </a:lnTo>
                  <a:lnTo>
                    <a:pt x="8006" y="6083"/>
                  </a:lnTo>
                  <a:lnTo>
                    <a:pt x="7741" y="6228"/>
                  </a:lnTo>
                  <a:lnTo>
                    <a:pt x="7723" y="6237"/>
                  </a:lnTo>
                  <a:lnTo>
                    <a:pt x="7554" y="6329"/>
                  </a:lnTo>
                  <a:lnTo>
                    <a:pt x="7530" y="6342"/>
                  </a:lnTo>
                  <a:lnTo>
                    <a:pt x="7515" y="6385"/>
                  </a:lnTo>
                  <a:lnTo>
                    <a:pt x="7456" y="6444"/>
                  </a:lnTo>
                  <a:lnTo>
                    <a:pt x="7407" y="6465"/>
                  </a:lnTo>
                  <a:lnTo>
                    <a:pt x="7079" y="6504"/>
                  </a:lnTo>
                  <a:lnTo>
                    <a:pt x="7047" y="6495"/>
                  </a:lnTo>
                  <a:lnTo>
                    <a:pt x="7067" y="6427"/>
                  </a:lnTo>
                  <a:lnTo>
                    <a:pt x="7353" y="6323"/>
                  </a:lnTo>
                  <a:lnTo>
                    <a:pt x="7391" y="6130"/>
                  </a:lnTo>
                  <a:lnTo>
                    <a:pt x="7271" y="5814"/>
                  </a:lnTo>
                  <a:lnTo>
                    <a:pt x="7104" y="5622"/>
                  </a:lnTo>
                  <a:lnTo>
                    <a:pt x="6808" y="5474"/>
                  </a:lnTo>
                  <a:lnTo>
                    <a:pt x="6516" y="5394"/>
                  </a:lnTo>
                  <a:lnTo>
                    <a:pt x="6403" y="5363"/>
                  </a:lnTo>
                  <a:lnTo>
                    <a:pt x="6303" y="5336"/>
                  </a:lnTo>
                  <a:lnTo>
                    <a:pt x="6278" y="5329"/>
                  </a:lnTo>
                  <a:lnTo>
                    <a:pt x="6274" y="5322"/>
                  </a:lnTo>
                  <a:lnTo>
                    <a:pt x="6231" y="5252"/>
                  </a:lnTo>
                  <a:lnTo>
                    <a:pt x="6219" y="5231"/>
                  </a:lnTo>
                  <a:lnTo>
                    <a:pt x="6177" y="5162"/>
                  </a:lnTo>
                  <a:lnTo>
                    <a:pt x="6110" y="5122"/>
                  </a:lnTo>
                  <a:lnTo>
                    <a:pt x="5905" y="5001"/>
                  </a:lnTo>
                  <a:lnTo>
                    <a:pt x="5855" y="4988"/>
                  </a:lnTo>
                  <a:lnTo>
                    <a:pt x="5781" y="4968"/>
                  </a:lnTo>
                  <a:lnTo>
                    <a:pt x="5759" y="4966"/>
                  </a:lnTo>
                  <a:lnTo>
                    <a:pt x="5548" y="4948"/>
                  </a:lnTo>
                  <a:lnTo>
                    <a:pt x="5136" y="4975"/>
                  </a:lnTo>
                  <a:lnTo>
                    <a:pt x="5084" y="4988"/>
                  </a:lnTo>
                  <a:lnTo>
                    <a:pt x="4563" y="5113"/>
                  </a:lnTo>
                  <a:lnTo>
                    <a:pt x="3967" y="5399"/>
                  </a:lnTo>
                  <a:lnTo>
                    <a:pt x="3717" y="5550"/>
                  </a:lnTo>
                  <a:lnTo>
                    <a:pt x="3659" y="5585"/>
                  </a:lnTo>
                  <a:lnTo>
                    <a:pt x="3409" y="5770"/>
                  </a:lnTo>
                  <a:lnTo>
                    <a:pt x="3391" y="5790"/>
                  </a:lnTo>
                  <a:lnTo>
                    <a:pt x="3156" y="6062"/>
                  </a:lnTo>
                  <a:lnTo>
                    <a:pt x="2924" y="6420"/>
                  </a:lnTo>
                  <a:lnTo>
                    <a:pt x="2871" y="6503"/>
                  </a:lnTo>
                  <a:lnTo>
                    <a:pt x="2844" y="6554"/>
                  </a:lnTo>
                  <a:lnTo>
                    <a:pt x="2806" y="6627"/>
                  </a:lnTo>
                  <a:lnTo>
                    <a:pt x="2795" y="6648"/>
                  </a:lnTo>
                  <a:lnTo>
                    <a:pt x="2741" y="6752"/>
                  </a:lnTo>
                  <a:lnTo>
                    <a:pt x="2723" y="6818"/>
                  </a:lnTo>
                  <a:lnTo>
                    <a:pt x="2668" y="7134"/>
                  </a:lnTo>
                  <a:lnTo>
                    <a:pt x="2666" y="7144"/>
                  </a:lnTo>
                  <a:lnTo>
                    <a:pt x="2494" y="7493"/>
                  </a:lnTo>
                  <a:lnTo>
                    <a:pt x="2480" y="7500"/>
                  </a:lnTo>
                  <a:lnTo>
                    <a:pt x="2432" y="7525"/>
                  </a:lnTo>
                  <a:lnTo>
                    <a:pt x="2425" y="7529"/>
                  </a:lnTo>
                  <a:lnTo>
                    <a:pt x="2349" y="7569"/>
                  </a:lnTo>
                  <a:lnTo>
                    <a:pt x="2341" y="7573"/>
                  </a:lnTo>
                  <a:lnTo>
                    <a:pt x="2169" y="7629"/>
                  </a:lnTo>
                  <a:lnTo>
                    <a:pt x="2125" y="7632"/>
                  </a:lnTo>
                  <a:lnTo>
                    <a:pt x="2088" y="7634"/>
                  </a:lnTo>
                  <a:lnTo>
                    <a:pt x="2026" y="7637"/>
                  </a:lnTo>
                  <a:lnTo>
                    <a:pt x="1991" y="7639"/>
                  </a:lnTo>
                  <a:lnTo>
                    <a:pt x="1979" y="7618"/>
                  </a:lnTo>
                  <a:lnTo>
                    <a:pt x="1916" y="7508"/>
                  </a:lnTo>
                  <a:lnTo>
                    <a:pt x="1906" y="7502"/>
                  </a:lnTo>
                  <a:lnTo>
                    <a:pt x="1791" y="7436"/>
                  </a:lnTo>
                  <a:lnTo>
                    <a:pt x="1338" y="7172"/>
                  </a:lnTo>
                  <a:lnTo>
                    <a:pt x="1062" y="7076"/>
                  </a:lnTo>
                  <a:lnTo>
                    <a:pt x="724" y="6830"/>
                  </a:lnTo>
                  <a:lnTo>
                    <a:pt x="706" y="6808"/>
                  </a:lnTo>
                  <a:lnTo>
                    <a:pt x="697" y="6798"/>
                  </a:lnTo>
                  <a:lnTo>
                    <a:pt x="614" y="6726"/>
                  </a:lnTo>
                  <a:lnTo>
                    <a:pt x="130" y="6307"/>
                  </a:lnTo>
                  <a:lnTo>
                    <a:pt x="112" y="6286"/>
                  </a:lnTo>
                  <a:lnTo>
                    <a:pt x="13" y="6167"/>
                  </a:lnTo>
                  <a:lnTo>
                    <a:pt x="0" y="6151"/>
                  </a:lnTo>
                  <a:lnTo>
                    <a:pt x="8" y="6132"/>
                  </a:lnTo>
                  <a:lnTo>
                    <a:pt x="24" y="6100"/>
                  </a:lnTo>
                  <a:lnTo>
                    <a:pt x="35" y="6078"/>
                  </a:lnTo>
                  <a:lnTo>
                    <a:pt x="92" y="6069"/>
                  </a:lnTo>
                  <a:lnTo>
                    <a:pt x="110" y="6067"/>
                  </a:lnTo>
                  <a:lnTo>
                    <a:pt x="157" y="6060"/>
                  </a:lnTo>
                  <a:lnTo>
                    <a:pt x="187" y="6055"/>
                  </a:lnTo>
                  <a:lnTo>
                    <a:pt x="392" y="6024"/>
                  </a:lnTo>
                  <a:lnTo>
                    <a:pt x="497" y="6009"/>
                  </a:lnTo>
                  <a:lnTo>
                    <a:pt x="519" y="6005"/>
                  </a:lnTo>
                  <a:lnTo>
                    <a:pt x="1054" y="5898"/>
                  </a:lnTo>
                  <a:lnTo>
                    <a:pt x="1403" y="5490"/>
                  </a:lnTo>
                  <a:lnTo>
                    <a:pt x="1453" y="5283"/>
                  </a:lnTo>
                  <a:lnTo>
                    <a:pt x="1474" y="5195"/>
                  </a:lnTo>
                  <a:lnTo>
                    <a:pt x="1484" y="5157"/>
                  </a:lnTo>
                  <a:lnTo>
                    <a:pt x="1482" y="5121"/>
                  </a:lnTo>
                  <a:lnTo>
                    <a:pt x="1473" y="4821"/>
                  </a:lnTo>
                  <a:lnTo>
                    <a:pt x="1468" y="4670"/>
                  </a:lnTo>
                  <a:lnTo>
                    <a:pt x="1246" y="4083"/>
                  </a:lnTo>
                  <a:lnTo>
                    <a:pt x="1150" y="3613"/>
                  </a:lnTo>
                  <a:lnTo>
                    <a:pt x="1154" y="3607"/>
                  </a:lnTo>
                  <a:lnTo>
                    <a:pt x="1182" y="3563"/>
                  </a:lnTo>
                  <a:lnTo>
                    <a:pt x="1082" y="3495"/>
                  </a:lnTo>
                  <a:lnTo>
                    <a:pt x="1059" y="3480"/>
                  </a:lnTo>
                  <a:lnTo>
                    <a:pt x="1042" y="3468"/>
                  </a:lnTo>
                  <a:lnTo>
                    <a:pt x="1012" y="3448"/>
                  </a:lnTo>
                  <a:lnTo>
                    <a:pt x="987" y="3437"/>
                  </a:lnTo>
                  <a:lnTo>
                    <a:pt x="949" y="3422"/>
                  </a:lnTo>
                  <a:lnTo>
                    <a:pt x="896" y="3400"/>
                  </a:lnTo>
                  <a:lnTo>
                    <a:pt x="829" y="3352"/>
                  </a:lnTo>
                  <a:lnTo>
                    <a:pt x="603" y="3190"/>
                  </a:lnTo>
                  <a:lnTo>
                    <a:pt x="496" y="3114"/>
                  </a:lnTo>
                  <a:lnTo>
                    <a:pt x="509" y="3073"/>
                  </a:lnTo>
                  <a:lnTo>
                    <a:pt x="577" y="2859"/>
                  </a:lnTo>
                  <a:lnTo>
                    <a:pt x="583" y="2849"/>
                  </a:lnTo>
                  <a:lnTo>
                    <a:pt x="673" y="2674"/>
                  </a:lnTo>
                  <a:lnTo>
                    <a:pt x="785" y="2587"/>
                  </a:lnTo>
                  <a:lnTo>
                    <a:pt x="816" y="2563"/>
                  </a:lnTo>
                  <a:lnTo>
                    <a:pt x="1190" y="2273"/>
                  </a:lnTo>
                  <a:lnTo>
                    <a:pt x="1556" y="2061"/>
                  </a:lnTo>
                  <a:lnTo>
                    <a:pt x="1566" y="2055"/>
                  </a:lnTo>
                  <a:lnTo>
                    <a:pt x="1608" y="2062"/>
                  </a:lnTo>
                  <a:lnTo>
                    <a:pt x="1628" y="2065"/>
                  </a:lnTo>
                  <a:lnTo>
                    <a:pt x="1677" y="2072"/>
                  </a:lnTo>
                  <a:lnTo>
                    <a:pt x="1689" y="2074"/>
                  </a:lnTo>
                  <a:lnTo>
                    <a:pt x="1836" y="2156"/>
                  </a:lnTo>
                  <a:lnTo>
                    <a:pt x="1988" y="2269"/>
                  </a:lnTo>
                  <a:lnTo>
                    <a:pt x="2464" y="2758"/>
                  </a:lnTo>
                  <a:lnTo>
                    <a:pt x="2516" y="2811"/>
                  </a:lnTo>
                  <a:lnTo>
                    <a:pt x="2890" y="3101"/>
                  </a:lnTo>
                  <a:lnTo>
                    <a:pt x="2940" y="3140"/>
                  </a:lnTo>
                  <a:lnTo>
                    <a:pt x="3348" y="3358"/>
                  </a:lnTo>
                  <a:lnTo>
                    <a:pt x="3456" y="3415"/>
                  </a:lnTo>
                  <a:lnTo>
                    <a:pt x="4128" y="3561"/>
                  </a:lnTo>
                  <a:lnTo>
                    <a:pt x="4329" y="3604"/>
                  </a:lnTo>
                  <a:lnTo>
                    <a:pt x="4404" y="3606"/>
                  </a:lnTo>
                  <a:lnTo>
                    <a:pt x="4691" y="3612"/>
                  </a:lnTo>
                  <a:lnTo>
                    <a:pt x="4696" y="3607"/>
                  </a:lnTo>
                  <a:lnTo>
                    <a:pt x="5023" y="3277"/>
                  </a:lnTo>
                  <a:lnTo>
                    <a:pt x="5098" y="3144"/>
                  </a:lnTo>
                  <a:lnTo>
                    <a:pt x="5146" y="2989"/>
                  </a:lnTo>
                  <a:lnTo>
                    <a:pt x="5121" y="2771"/>
                  </a:lnTo>
                  <a:lnTo>
                    <a:pt x="5118" y="2745"/>
                  </a:lnTo>
                  <a:lnTo>
                    <a:pt x="5126" y="2703"/>
                  </a:lnTo>
                  <a:lnTo>
                    <a:pt x="5182" y="2405"/>
                  </a:lnTo>
                  <a:lnTo>
                    <a:pt x="5222" y="2376"/>
                  </a:lnTo>
                  <a:lnTo>
                    <a:pt x="5530" y="2014"/>
                  </a:lnTo>
                  <a:lnTo>
                    <a:pt x="5557" y="1931"/>
                  </a:lnTo>
                  <a:lnTo>
                    <a:pt x="5531" y="1772"/>
                  </a:lnTo>
                  <a:lnTo>
                    <a:pt x="5489" y="1516"/>
                  </a:lnTo>
                  <a:lnTo>
                    <a:pt x="5489" y="1507"/>
                  </a:lnTo>
                  <a:lnTo>
                    <a:pt x="5490" y="1411"/>
                  </a:lnTo>
                  <a:lnTo>
                    <a:pt x="5491" y="1136"/>
                  </a:lnTo>
                  <a:lnTo>
                    <a:pt x="5922" y="826"/>
                  </a:lnTo>
                  <a:lnTo>
                    <a:pt x="5928" y="822"/>
                  </a:lnTo>
                  <a:lnTo>
                    <a:pt x="6267" y="608"/>
                  </a:lnTo>
                  <a:lnTo>
                    <a:pt x="6318" y="557"/>
                  </a:lnTo>
                  <a:lnTo>
                    <a:pt x="6338" y="503"/>
                  </a:lnTo>
                  <a:lnTo>
                    <a:pt x="6347" y="480"/>
                  </a:lnTo>
                  <a:lnTo>
                    <a:pt x="6323" y="376"/>
                  </a:lnTo>
                  <a:lnTo>
                    <a:pt x="6318" y="123"/>
                  </a:lnTo>
                  <a:lnTo>
                    <a:pt x="6611" y="18"/>
                  </a:lnTo>
                  <a:lnTo>
                    <a:pt x="6629" y="12"/>
                  </a:lnTo>
                  <a:lnTo>
                    <a:pt x="6663" y="0"/>
                  </a:lnTo>
                  <a:lnTo>
                    <a:pt x="6674" y="1"/>
                  </a:lnTo>
                  <a:lnTo>
                    <a:pt x="6839" y="44"/>
                  </a:lnTo>
                  <a:lnTo>
                    <a:pt x="6948" y="149"/>
                  </a:lnTo>
                  <a:lnTo>
                    <a:pt x="6983" y="207"/>
                  </a:lnTo>
                  <a:lnTo>
                    <a:pt x="7063" y="339"/>
                  </a:lnTo>
                  <a:lnTo>
                    <a:pt x="7083" y="432"/>
                  </a:lnTo>
                  <a:lnTo>
                    <a:pt x="7096" y="494"/>
                  </a:lnTo>
                  <a:lnTo>
                    <a:pt x="7124" y="629"/>
                  </a:lnTo>
                  <a:lnTo>
                    <a:pt x="7211" y="848"/>
                  </a:lnTo>
                  <a:lnTo>
                    <a:pt x="7307" y="10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l1148"/>
            <p:cNvSpPr/>
            <p:nvPr/>
          </p:nvSpPr>
          <p:spPr>
            <a:xfrm>
              <a:off x="4587848" y="5725346"/>
              <a:ext cx="3953" cy="2124"/>
            </a:xfrm>
            <a:custGeom>
              <a:avLst/>
              <a:pathLst>
                <a:path w="3953" h="2124">
                  <a:moveTo>
                    <a:pt x="1590" y="371"/>
                  </a:moveTo>
                  <a:lnTo>
                    <a:pt x="1606" y="391"/>
                  </a:lnTo>
                  <a:lnTo>
                    <a:pt x="1709" y="364"/>
                  </a:lnTo>
                  <a:lnTo>
                    <a:pt x="1833" y="331"/>
                  </a:lnTo>
                  <a:lnTo>
                    <a:pt x="2438" y="410"/>
                  </a:lnTo>
                  <a:lnTo>
                    <a:pt x="2445" y="415"/>
                  </a:lnTo>
                  <a:lnTo>
                    <a:pt x="2453" y="421"/>
                  </a:lnTo>
                  <a:lnTo>
                    <a:pt x="2464" y="414"/>
                  </a:lnTo>
                  <a:lnTo>
                    <a:pt x="2485" y="419"/>
                  </a:lnTo>
                  <a:lnTo>
                    <a:pt x="2642" y="444"/>
                  </a:lnTo>
                  <a:lnTo>
                    <a:pt x="2700" y="453"/>
                  </a:lnTo>
                  <a:lnTo>
                    <a:pt x="2816" y="475"/>
                  </a:lnTo>
                  <a:lnTo>
                    <a:pt x="3067" y="523"/>
                  </a:lnTo>
                  <a:lnTo>
                    <a:pt x="3188" y="489"/>
                  </a:lnTo>
                  <a:lnTo>
                    <a:pt x="3198" y="492"/>
                  </a:lnTo>
                  <a:lnTo>
                    <a:pt x="3218" y="565"/>
                  </a:lnTo>
                  <a:lnTo>
                    <a:pt x="3230" y="575"/>
                  </a:lnTo>
                  <a:lnTo>
                    <a:pt x="3385" y="604"/>
                  </a:lnTo>
                  <a:lnTo>
                    <a:pt x="3400" y="608"/>
                  </a:lnTo>
                  <a:lnTo>
                    <a:pt x="3601" y="660"/>
                  </a:lnTo>
                  <a:lnTo>
                    <a:pt x="3754" y="689"/>
                  </a:lnTo>
                  <a:lnTo>
                    <a:pt x="3889" y="767"/>
                  </a:lnTo>
                  <a:lnTo>
                    <a:pt x="3935" y="857"/>
                  </a:lnTo>
                  <a:lnTo>
                    <a:pt x="3950" y="924"/>
                  </a:lnTo>
                  <a:lnTo>
                    <a:pt x="3953" y="938"/>
                  </a:lnTo>
                  <a:lnTo>
                    <a:pt x="3934" y="952"/>
                  </a:lnTo>
                  <a:lnTo>
                    <a:pt x="3828" y="1034"/>
                  </a:lnTo>
                  <a:lnTo>
                    <a:pt x="3708" y="1054"/>
                  </a:lnTo>
                  <a:lnTo>
                    <a:pt x="3279" y="1123"/>
                  </a:lnTo>
                  <a:lnTo>
                    <a:pt x="3094" y="1056"/>
                  </a:lnTo>
                  <a:lnTo>
                    <a:pt x="3089" y="1109"/>
                  </a:lnTo>
                  <a:lnTo>
                    <a:pt x="3083" y="1117"/>
                  </a:lnTo>
                  <a:lnTo>
                    <a:pt x="3057" y="1120"/>
                  </a:lnTo>
                  <a:lnTo>
                    <a:pt x="2828" y="1035"/>
                  </a:lnTo>
                  <a:lnTo>
                    <a:pt x="2715" y="993"/>
                  </a:lnTo>
                  <a:lnTo>
                    <a:pt x="2705" y="988"/>
                  </a:lnTo>
                  <a:lnTo>
                    <a:pt x="2691" y="1027"/>
                  </a:lnTo>
                  <a:lnTo>
                    <a:pt x="2738" y="1049"/>
                  </a:lnTo>
                  <a:lnTo>
                    <a:pt x="3010" y="1144"/>
                  </a:lnTo>
                  <a:lnTo>
                    <a:pt x="3025" y="1156"/>
                  </a:lnTo>
                  <a:lnTo>
                    <a:pt x="3029" y="1166"/>
                  </a:lnTo>
                  <a:lnTo>
                    <a:pt x="3292" y="1253"/>
                  </a:lnTo>
                  <a:lnTo>
                    <a:pt x="3548" y="1210"/>
                  </a:lnTo>
                  <a:lnTo>
                    <a:pt x="3815" y="1165"/>
                  </a:lnTo>
                  <a:lnTo>
                    <a:pt x="3825" y="1198"/>
                  </a:lnTo>
                  <a:lnTo>
                    <a:pt x="3285" y="1656"/>
                  </a:lnTo>
                  <a:lnTo>
                    <a:pt x="3186" y="1740"/>
                  </a:lnTo>
                  <a:lnTo>
                    <a:pt x="3035" y="1870"/>
                  </a:lnTo>
                  <a:lnTo>
                    <a:pt x="2878" y="1972"/>
                  </a:lnTo>
                  <a:lnTo>
                    <a:pt x="2831" y="2003"/>
                  </a:lnTo>
                  <a:lnTo>
                    <a:pt x="2799" y="2016"/>
                  </a:lnTo>
                  <a:lnTo>
                    <a:pt x="2728" y="2046"/>
                  </a:lnTo>
                  <a:lnTo>
                    <a:pt x="2712" y="2052"/>
                  </a:lnTo>
                  <a:lnTo>
                    <a:pt x="2703" y="2055"/>
                  </a:lnTo>
                  <a:lnTo>
                    <a:pt x="2493" y="2124"/>
                  </a:lnTo>
                  <a:lnTo>
                    <a:pt x="2384" y="2121"/>
                  </a:lnTo>
                  <a:lnTo>
                    <a:pt x="2306" y="2120"/>
                  </a:lnTo>
                  <a:lnTo>
                    <a:pt x="2256" y="2109"/>
                  </a:lnTo>
                  <a:lnTo>
                    <a:pt x="2214" y="2099"/>
                  </a:lnTo>
                  <a:lnTo>
                    <a:pt x="2211" y="2074"/>
                  </a:lnTo>
                  <a:lnTo>
                    <a:pt x="2410" y="1664"/>
                  </a:lnTo>
                  <a:lnTo>
                    <a:pt x="2409" y="1650"/>
                  </a:lnTo>
                  <a:lnTo>
                    <a:pt x="2200" y="1811"/>
                  </a:lnTo>
                  <a:lnTo>
                    <a:pt x="2087" y="1802"/>
                  </a:lnTo>
                  <a:lnTo>
                    <a:pt x="1752" y="1777"/>
                  </a:lnTo>
                  <a:lnTo>
                    <a:pt x="1746" y="1776"/>
                  </a:lnTo>
                  <a:lnTo>
                    <a:pt x="1437" y="1708"/>
                  </a:lnTo>
                  <a:lnTo>
                    <a:pt x="1321" y="1613"/>
                  </a:lnTo>
                  <a:lnTo>
                    <a:pt x="1310" y="1581"/>
                  </a:lnTo>
                  <a:lnTo>
                    <a:pt x="1282" y="1504"/>
                  </a:lnTo>
                  <a:lnTo>
                    <a:pt x="1298" y="1464"/>
                  </a:lnTo>
                  <a:lnTo>
                    <a:pt x="1271" y="1427"/>
                  </a:lnTo>
                  <a:lnTo>
                    <a:pt x="1167" y="1287"/>
                  </a:lnTo>
                  <a:lnTo>
                    <a:pt x="1000" y="1178"/>
                  </a:lnTo>
                  <a:lnTo>
                    <a:pt x="841" y="1075"/>
                  </a:lnTo>
                  <a:lnTo>
                    <a:pt x="836" y="1072"/>
                  </a:lnTo>
                  <a:lnTo>
                    <a:pt x="736" y="1030"/>
                  </a:lnTo>
                  <a:lnTo>
                    <a:pt x="715" y="1021"/>
                  </a:lnTo>
                  <a:lnTo>
                    <a:pt x="702" y="1015"/>
                  </a:lnTo>
                  <a:lnTo>
                    <a:pt x="653" y="995"/>
                  </a:lnTo>
                  <a:lnTo>
                    <a:pt x="631" y="985"/>
                  </a:lnTo>
                  <a:lnTo>
                    <a:pt x="526" y="1165"/>
                  </a:lnTo>
                  <a:lnTo>
                    <a:pt x="231" y="1006"/>
                  </a:lnTo>
                  <a:lnTo>
                    <a:pt x="0" y="775"/>
                  </a:lnTo>
                  <a:lnTo>
                    <a:pt x="58" y="468"/>
                  </a:lnTo>
                  <a:lnTo>
                    <a:pt x="580" y="137"/>
                  </a:lnTo>
                  <a:lnTo>
                    <a:pt x="704" y="59"/>
                  </a:lnTo>
                  <a:lnTo>
                    <a:pt x="848" y="31"/>
                  </a:lnTo>
                  <a:lnTo>
                    <a:pt x="1177" y="2"/>
                  </a:lnTo>
                  <a:lnTo>
                    <a:pt x="1199" y="0"/>
                  </a:lnTo>
                  <a:lnTo>
                    <a:pt x="1309" y="41"/>
                  </a:lnTo>
                  <a:lnTo>
                    <a:pt x="1553" y="327"/>
                  </a:lnTo>
                  <a:lnTo>
                    <a:pt x="1590" y="37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l1149"/>
            <p:cNvSpPr/>
            <p:nvPr/>
          </p:nvSpPr>
          <p:spPr>
            <a:xfrm>
              <a:off x="4610308" y="5711492"/>
              <a:ext cx="581" cy="344"/>
            </a:xfrm>
            <a:custGeom>
              <a:avLst/>
              <a:pathLst>
                <a:path w="581" h="344">
                  <a:moveTo>
                    <a:pt x="570" y="278"/>
                  </a:moveTo>
                  <a:lnTo>
                    <a:pt x="543" y="319"/>
                  </a:lnTo>
                  <a:lnTo>
                    <a:pt x="499" y="339"/>
                  </a:lnTo>
                  <a:lnTo>
                    <a:pt x="472" y="344"/>
                  </a:lnTo>
                  <a:lnTo>
                    <a:pt x="453" y="339"/>
                  </a:lnTo>
                  <a:lnTo>
                    <a:pt x="431" y="320"/>
                  </a:lnTo>
                  <a:lnTo>
                    <a:pt x="397" y="292"/>
                  </a:lnTo>
                  <a:lnTo>
                    <a:pt x="379" y="284"/>
                  </a:lnTo>
                  <a:lnTo>
                    <a:pt x="12" y="306"/>
                  </a:lnTo>
                  <a:lnTo>
                    <a:pt x="0" y="202"/>
                  </a:lnTo>
                  <a:lnTo>
                    <a:pt x="10" y="164"/>
                  </a:lnTo>
                  <a:lnTo>
                    <a:pt x="51" y="143"/>
                  </a:lnTo>
                  <a:lnTo>
                    <a:pt x="83" y="141"/>
                  </a:lnTo>
                  <a:lnTo>
                    <a:pt x="159" y="128"/>
                  </a:lnTo>
                  <a:lnTo>
                    <a:pt x="211" y="95"/>
                  </a:lnTo>
                  <a:lnTo>
                    <a:pt x="372" y="20"/>
                  </a:lnTo>
                  <a:lnTo>
                    <a:pt x="381" y="12"/>
                  </a:lnTo>
                  <a:lnTo>
                    <a:pt x="417" y="3"/>
                  </a:lnTo>
                  <a:lnTo>
                    <a:pt x="432" y="0"/>
                  </a:lnTo>
                  <a:lnTo>
                    <a:pt x="454" y="3"/>
                  </a:lnTo>
                  <a:lnTo>
                    <a:pt x="469" y="25"/>
                  </a:lnTo>
                  <a:lnTo>
                    <a:pt x="573" y="211"/>
                  </a:lnTo>
                  <a:lnTo>
                    <a:pt x="581" y="253"/>
                  </a:lnTo>
                  <a:lnTo>
                    <a:pt x="570" y="27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l1150"/>
            <p:cNvSpPr/>
            <p:nvPr/>
          </p:nvSpPr>
          <p:spPr>
            <a:xfrm>
              <a:off x="4622452" y="5700279"/>
              <a:ext cx="389" cy="635"/>
            </a:xfrm>
            <a:custGeom>
              <a:avLst/>
              <a:pathLst>
                <a:path w="389" h="635">
                  <a:moveTo>
                    <a:pt x="299" y="633"/>
                  </a:moveTo>
                  <a:lnTo>
                    <a:pt x="259" y="635"/>
                  </a:lnTo>
                  <a:lnTo>
                    <a:pt x="161" y="598"/>
                  </a:lnTo>
                  <a:lnTo>
                    <a:pt x="140" y="559"/>
                  </a:lnTo>
                  <a:lnTo>
                    <a:pt x="141" y="502"/>
                  </a:lnTo>
                  <a:lnTo>
                    <a:pt x="129" y="421"/>
                  </a:lnTo>
                  <a:lnTo>
                    <a:pt x="124" y="406"/>
                  </a:lnTo>
                  <a:lnTo>
                    <a:pt x="84" y="338"/>
                  </a:lnTo>
                  <a:lnTo>
                    <a:pt x="42" y="229"/>
                  </a:lnTo>
                  <a:lnTo>
                    <a:pt x="34" y="216"/>
                  </a:lnTo>
                  <a:lnTo>
                    <a:pt x="7" y="148"/>
                  </a:lnTo>
                  <a:lnTo>
                    <a:pt x="0" y="111"/>
                  </a:lnTo>
                  <a:lnTo>
                    <a:pt x="0" y="55"/>
                  </a:lnTo>
                  <a:lnTo>
                    <a:pt x="10" y="28"/>
                  </a:lnTo>
                  <a:lnTo>
                    <a:pt x="46" y="0"/>
                  </a:lnTo>
                  <a:lnTo>
                    <a:pt x="76" y="0"/>
                  </a:lnTo>
                  <a:lnTo>
                    <a:pt x="171" y="35"/>
                  </a:lnTo>
                  <a:lnTo>
                    <a:pt x="199" y="45"/>
                  </a:lnTo>
                  <a:lnTo>
                    <a:pt x="231" y="70"/>
                  </a:lnTo>
                  <a:lnTo>
                    <a:pt x="250" y="80"/>
                  </a:lnTo>
                  <a:lnTo>
                    <a:pt x="292" y="108"/>
                  </a:lnTo>
                  <a:lnTo>
                    <a:pt x="296" y="124"/>
                  </a:lnTo>
                  <a:lnTo>
                    <a:pt x="283" y="136"/>
                  </a:lnTo>
                  <a:lnTo>
                    <a:pt x="261" y="156"/>
                  </a:lnTo>
                  <a:lnTo>
                    <a:pt x="246" y="202"/>
                  </a:lnTo>
                  <a:lnTo>
                    <a:pt x="235" y="246"/>
                  </a:lnTo>
                  <a:lnTo>
                    <a:pt x="242" y="293"/>
                  </a:lnTo>
                  <a:lnTo>
                    <a:pt x="268" y="340"/>
                  </a:lnTo>
                  <a:lnTo>
                    <a:pt x="318" y="385"/>
                  </a:lnTo>
                  <a:lnTo>
                    <a:pt x="357" y="428"/>
                  </a:lnTo>
                  <a:lnTo>
                    <a:pt x="384" y="484"/>
                  </a:lnTo>
                  <a:lnTo>
                    <a:pt x="389" y="508"/>
                  </a:lnTo>
                  <a:lnTo>
                    <a:pt x="384" y="522"/>
                  </a:lnTo>
                  <a:lnTo>
                    <a:pt x="368" y="579"/>
                  </a:lnTo>
                  <a:lnTo>
                    <a:pt x="299" y="63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l1151"/>
            <p:cNvSpPr/>
            <p:nvPr/>
          </p:nvSpPr>
          <p:spPr>
            <a:xfrm>
              <a:off x="4642506" y="5702773"/>
              <a:ext cx="803" cy="480"/>
            </a:xfrm>
            <a:custGeom>
              <a:avLst/>
              <a:pathLst>
                <a:path w="803" h="480">
                  <a:moveTo>
                    <a:pt x="571" y="407"/>
                  </a:moveTo>
                  <a:lnTo>
                    <a:pt x="527" y="480"/>
                  </a:lnTo>
                  <a:lnTo>
                    <a:pt x="362" y="418"/>
                  </a:lnTo>
                  <a:lnTo>
                    <a:pt x="11" y="104"/>
                  </a:lnTo>
                  <a:lnTo>
                    <a:pt x="0" y="51"/>
                  </a:lnTo>
                  <a:lnTo>
                    <a:pt x="19" y="26"/>
                  </a:lnTo>
                  <a:lnTo>
                    <a:pt x="134" y="0"/>
                  </a:lnTo>
                  <a:lnTo>
                    <a:pt x="464" y="33"/>
                  </a:lnTo>
                  <a:lnTo>
                    <a:pt x="637" y="81"/>
                  </a:lnTo>
                  <a:lnTo>
                    <a:pt x="753" y="151"/>
                  </a:lnTo>
                  <a:lnTo>
                    <a:pt x="803" y="216"/>
                  </a:lnTo>
                  <a:lnTo>
                    <a:pt x="764" y="412"/>
                  </a:lnTo>
                  <a:lnTo>
                    <a:pt x="610" y="392"/>
                  </a:lnTo>
                  <a:lnTo>
                    <a:pt x="571" y="40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l1152"/>
            <p:cNvSpPr/>
            <p:nvPr/>
          </p:nvSpPr>
          <p:spPr>
            <a:xfrm>
              <a:off x="4623070" y="5698021"/>
              <a:ext cx="396" cy="501"/>
            </a:xfrm>
            <a:custGeom>
              <a:avLst/>
              <a:pathLst>
                <a:path w="396" h="501">
                  <a:moveTo>
                    <a:pt x="195" y="501"/>
                  </a:moveTo>
                  <a:lnTo>
                    <a:pt x="80" y="494"/>
                  </a:lnTo>
                  <a:lnTo>
                    <a:pt x="0" y="250"/>
                  </a:lnTo>
                  <a:lnTo>
                    <a:pt x="200" y="70"/>
                  </a:lnTo>
                  <a:lnTo>
                    <a:pt x="321" y="0"/>
                  </a:lnTo>
                  <a:lnTo>
                    <a:pt x="390" y="97"/>
                  </a:lnTo>
                  <a:lnTo>
                    <a:pt x="396" y="146"/>
                  </a:lnTo>
                  <a:lnTo>
                    <a:pt x="372" y="252"/>
                  </a:lnTo>
                  <a:lnTo>
                    <a:pt x="330" y="324"/>
                  </a:lnTo>
                  <a:lnTo>
                    <a:pt x="195" y="50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l1153"/>
            <p:cNvSpPr/>
            <p:nvPr/>
          </p:nvSpPr>
          <p:spPr>
            <a:xfrm>
              <a:off x="4625745" y="5696939"/>
              <a:ext cx="2947" cy="4250"/>
            </a:xfrm>
            <a:custGeom>
              <a:avLst/>
              <a:pathLst>
                <a:path w="2947" h="4250">
                  <a:moveTo>
                    <a:pt x="2652" y="586"/>
                  </a:moveTo>
                  <a:lnTo>
                    <a:pt x="2639" y="609"/>
                  </a:lnTo>
                  <a:lnTo>
                    <a:pt x="2624" y="640"/>
                  </a:lnTo>
                  <a:lnTo>
                    <a:pt x="2586" y="718"/>
                  </a:lnTo>
                  <a:lnTo>
                    <a:pt x="2526" y="798"/>
                  </a:lnTo>
                  <a:lnTo>
                    <a:pt x="2523" y="803"/>
                  </a:lnTo>
                  <a:lnTo>
                    <a:pt x="2435" y="912"/>
                  </a:lnTo>
                  <a:lnTo>
                    <a:pt x="2374" y="952"/>
                  </a:lnTo>
                  <a:lnTo>
                    <a:pt x="2355" y="965"/>
                  </a:lnTo>
                  <a:lnTo>
                    <a:pt x="2337" y="976"/>
                  </a:lnTo>
                  <a:lnTo>
                    <a:pt x="2320" y="976"/>
                  </a:lnTo>
                  <a:lnTo>
                    <a:pt x="2250" y="977"/>
                  </a:lnTo>
                  <a:lnTo>
                    <a:pt x="2174" y="958"/>
                  </a:lnTo>
                  <a:lnTo>
                    <a:pt x="2119" y="927"/>
                  </a:lnTo>
                  <a:lnTo>
                    <a:pt x="2054" y="946"/>
                  </a:lnTo>
                  <a:lnTo>
                    <a:pt x="2004" y="1004"/>
                  </a:lnTo>
                  <a:lnTo>
                    <a:pt x="1931" y="1157"/>
                  </a:lnTo>
                  <a:lnTo>
                    <a:pt x="1860" y="1305"/>
                  </a:lnTo>
                  <a:lnTo>
                    <a:pt x="1833" y="1409"/>
                  </a:lnTo>
                  <a:lnTo>
                    <a:pt x="1829" y="1442"/>
                  </a:lnTo>
                  <a:lnTo>
                    <a:pt x="1822" y="1599"/>
                  </a:lnTo>
                  <a:lnTo>
                    <a:pt x="1828" y="1680"/>
                  </a:lnTo>
                  <a:lnTo>
                    <a:pt x="1847" y="1769"/>
                  </a:lnTo>
                  <a:lnTo>
                    <a:pt x="1863" y="1818"/>
                  </a:lnTo>
                  <a:lnTo>
                    <a:pt x="1881" y="1848"/>
                  </a:lnTo>
                  <a:lnTo>
                    <a:pt x="1896" y="1862"/>
                  </a:lnTo>
                  <a:lnTo>
                    <a:pt x="1908" y="1874"/>
                  </a:lnTo>
                  <a:lnTo>
                    <a:pt x="1931" y="1896"/>
                  </a:lnTo>
                  <a:lnTo>
                    <a:pt x="1961" y="1920"/>
                  </a:lnTo>
                  <a:lnTo>
                    <a:pt x="1998" y="1921"/>
                  </a:lnTo>
                  <a:lnTo>
                    <a:pt x="2019" y="1921"/>
                  </a:lnTo>
                  <a:lnTo>
                    <a:pt x="2097" y="1896"/>
                  </a:lnTo>
                  <a:lnTo>
                    <a:pt x="2124" y="1894"/>
                  </a:lnTo>
                  <a:lnTo>
                    <a:pt x="2146" y="1893"/>
                  </a:lnTo>
                  <a:lnTo>
                    <a:pt x="2175" y="1918"/>
                  </a:lnTo>
                  <a:lnTo>
                    <a:pt x="2199" y="1955"/>
                  </a:lnTo>
                  <a:lnTo>
                    <a:pt x="2209" y="2050"/>
                  </a:lnTo>
                  <a:lnTo>
                    <a:pt x="2163" y="2087"/>
                  </a:lnTo>
                  <a:lnTo>
                    <a:pt x="2144" y="2090"/>
                  </a:lnTo>
                  <a:lnTo>
                    <a:pt x="2120" y="2092"/>
                  </a:lnTo>
                  <a:lnTo>
                    <a:pt x="2085" y="2080"/>
                  </a:lnTo>
                  <a:lnTo>
                    <a:pt x="2064" y="2090"/>
                  </a:lnTo>
                  <a:lnTo>
                    <a:pt x="2029" y="2142"/>
                  </a:lnTo>
                  <a:lnTo>
                    <a:pt x="2005" y="2189"/>
                  </a:lnTo>
                  <a:lnTo>
                    <a:pt x="1976" y="2284"/>
                  </a:lnTo>
                  <a:lnTo>
                    <a:pt x="1967" y="2360"/>
                  </a:lnTo>
                  <a:lnTo>
                    <a:pt x="1969" y="2380"/>
                  </a:lnTo>
                  <a:lnTo>
                    <a:pt x="1971" y="2400"/>
                  </a:lnTo>
                  <a:lnTo>
                    <a:pt x="1977" y="2418"/>
                  </a:lnTo>
                  <a:lnTo>
                    <a:pt x="1999" y="2476"/>
                  </a:lnTo>
                  <a:lnTo>
                    <a:pt x="2012" y="2508"/>
                  </a:lnTo>
                  <a:lnTo>
                    <a:pt x="2032" y="2534"/>
                  </a:lnTo>
                  <a:lnTo>
                    <a:pt x="2047" y="2555"/>
                  </a:lnTo>
                  <a:lnTo>
                    <a:pt x="2062" y="2566"/>
                  </a:lnTo>
                  <a:lnTo>
                    <a:pt x="2091" y="2568"/>
                  </a:lnTo>
                  <a:lnTo>
                    <a:pt x="2121" y="2560"/>
                  </a:lnTo>
                  <a:lnTo>
                    <a:pt x="2141" y="2555"/>
                  </a:lnTo>
                  <a:lnTo>
                    <a:pt x="2245" y="2530"/>
                  </a:lnTo>
                  <a:lnTo>
                    <a:pt x="2253" y="2528"/>
                  </a:lnTo>
                  <a:lnTo>
                    <a:pt x="2283" y="2515"/>
                  </a:lnTo>
                  <a:lnTo>
                    <a:pt x="2336" y="2478"/>
                  </a:lnTo>
                  <a:lnTo>
                    <a:pt x="2375" y="2490"/>
                  </a:lnTo>
                  <a:lnTo>
                    <a:pt x="2380" y="2494"/>
                  </a:lnTo>
                  <a:lnTo>
                    <a:pt x="2403" y="2513"/>
                  </a:lnTo>
                  <a:lnTo>
                    <a:pt x="2402" y="2525"/>
                  </a:lnTo>
                  <a:lnTo>
                    <a:pt x="2402" y="2548"/>
                  </a:lnTo>
                  <a:lnTo>
                    <a:pt x="2372" y="2648"/>
                  </a:lnTo>
                  <a:lnTo>
                    <a:pt x="2366" y="2657"/>
                  </a:lnTo>
                  <a:lnTo>
                    <a:pt x="2359" y="2666"/>
                  </a:lnTo>
                  <a:lnTo>
                    <a:pt x="2348" y="2682"/>
                  </a:lnTo>
                  <a:lnTo>
                    <a:pt x="2321" y="2730"/>
                  </a:lnTo>
                  <a:lnTo>
                    <a:pt x="2306" y="2735"/>
                  </a:lnTo>
                  <a:lnTo>
                    <a:pt x="2290" y="2740"/>
                  </a:lnTo>
                  <a:lnTo>
                    <a:pt x="2207" y="2713"/>
                  </a:lnTo>
                  <a:lnTo>
                    <a:pt x="2182" y="2704"/>
                  </a:lnTo>
                  <a:lnTo>
                    <a:pt x="2168" y="2704"/>
                  </a:lnTo>
                  <a:lnTo>
                    <a:pt x="2158" y="2704"/>
                  </a:lnTo>
                  <a:lnTo>
                    <a:pt x="2152" y="2704"/>
                  </a:lnTo>
                  <a:lnTo>
                    <a:pt x="2143" y="2701"/>
                  </a:lnTo>
                  <a:lnTo>
                    <a:pt x="2131" y="2701"/>
                  </a:lnTo>
                  <a:lnTo>
                    <a:pt x="2084" y="2706"/>
                  </a:lnTo>
                  <a:lnTo>
                    <a:pt x="2076" y="2707"/>
                  </a:lnTo>
                  <a:lnTo>
                    <a:pt x="2063" y="2711"/>
                  </a:lnTo>
                  <a:lnTo>
                    <a:pt x="2056" y="2721"/>
                  </a:lnTo>
                  <a:lnTo>
                    <a:pt x="1959" y="2776"/>
                  </a:lnTo>
                  <a:lnTo>
                    <a:pt x="1904" y="2840"/>
                  </a:lnTo>
                  <a:lnTo>
                    <a:pt x="1892" y="2864"/>
                  </a:lnTo>
                  <a:lnTo>
                    <a:pt x="1886" y="2877"/>
                  </a:lnTo>
                  <a:lnTo>
                    <a:pt x="1864" y="2969"/>
                  </a:lnTo>
                  <a:lnTo>
                    <a:pt x="1861" y="2982"/>
                  </a:lnTo>
                  <a:lnTo>
                    <a:pt x="1853" y="3021"/>
                  </a:lnTo>
                  <a:lnTo>
                    <a:pt x="1844" y="3061"/>
                  </a:lnTo>
                  <a:lnTo>
                    <a:pt x="1830" y="3132"/>
                  </a:lnTo>
                  <a:lnTo>
                    <a:pt x="1807" y="3164"/>
                  </a:lnTo>
                  <a:lnTo>
                    <a:pt x="1781" y="3179"/>
                  </a:lnTo>
                  <a:lnTo>
                    <a:pt x="1724" y="3191"/>
                  </a:lnTo>
                  <a:lnTo>
                    <a:pt x="1717" y="3193"/>
                  </a:lnTo>
                  <a:lnTo>
                    <a:pt x="1706" y="3195"/>
                  </a:lnTo>
                  <a:lnTo>
                    <a:pt x="1693" y="3203"/>
                  </a:lnTo>
                  <a:lnTo>
                    <a:pt x="1687" y="3213"/>
                  </a:lnTo>
                  <a:lnTo>
                    <a:pt x="1671" y="3258"/>
                  </a:lnTo>
                  <a:lnTo>
                    <a:pt x="1661" y="3327"/>
                  </a:lnTo>
                  <a:lnTo>
                    <a:pt x="1645" y="3378"/>
                  </a:lnTo>
                  <a:lnTo>
                    <a:pt x="1621" y="3429"/>
                  </a:lnTo>
                  <a:lnTo>
                    <a:pt x="1600" y="3470"/>
                  </a:lnTo>
                  <a:lnTo>
                    <a:pt x="1589" y="3499"/>
                  </a:lnTo>
                  <a:lnTo>
                    <a:pt x="1586" y="3516"/>
                  </a:lnTo>
                  <a:lnTo>
                    <a:pt x="1584" y="3529"/>
                  </a:lnTo>
                  <a:lnTo>
                    <a:pt x="1582" y="3621"/>
                  </a:lnTo>
                  <a:lnTo>
                    <a:pt x="1582" y="3629"/>
                  </a:lnTo>
                  <a:lnTo>
                    <a:pt x="1584" y="3676"/>
                  </a:lnTo>
                  <a:lnTo>
                    <a:pt x="1584" y="3693"/>
                  </a:lnTo>
                  <a:lnTo>
                    <a:pt x="1579" y="3721"/>
                  </a:lnTo>
                  <a:lnTo>
                    <a:pt x="1552" y="3753"/>
                  </a:lnTo>
                  <a:lnTo>
                    <a:pt x="1546" y="3759"/>
                  </a:lnTo>
                  <a:lnTo>
                    <a:pt x="1541" y="3760"/>
                  </a:lnTo>
                  <a:lnTo>
                    <a:pt x="1513" y="3766"/>
                  </a:lnTo>
                  <a:lnTo>
                    <a:pt x="1486" y="3772"/>
                  </a:lnTo>
                  <a:lnTo>
                    <a:pt x="1453" y="3779"/>
                  </a:lnTo>
                  <a:lnTo>
                    <a:pt x="1442" y="3784"/>
                  </a:lnTo>
                  <a:lnTo>
                    <a:pt x="1393" y="3806"/>
                  </a:lnTo>
                  <a:lnTo>
                    <a:pt x="1366" y="3835"/>
                  </a:lnTo>
                  <a:lnTo>
                    <a:pt x="1352" y="3891"/>
                  </a:lnTo>
                  <a:lnTo>
                    <a:pt x="1357" y="3931"/>
                  </a:lnTo>
                  <a:lnTo>
                    <a:pt x="1359" y="3950"/>
                  </a:lnTo>
                  <a:lnTo>
                    <a:pt x="1372" y="3983"/>
                  </a:lnTo>
                  <a:lnTo>
                    <a:pt x="1388" y="4022"/>
                  </a:lnTo>
                  <a:lnTo>
                    <a:pt x="1438" y="4071"/>
                  </a:lnTo>
                  <a:lnTo>
                    <a:pt x="1487" y="4134"/>
                  </a:lnTo>
                  <a:lnTo>
                    <a:pt x="1495" y="4143"/>
                  </a:lnTo>
                  <a:lnTo>
                    <a:pt x="1501" y="4143"/>
                  </a:lnTo>
                  <a:lnTo>
                    <a:pt x="1514" y="4157"/>
                  </a:lnTo>
                  <a:lnTo>
                    <a:pt x="1517" y="4192"/>
                  </a:lnTo>
                  <a:lnTo>
                    <a:pt x="1463" y="4228"/>
                  </a:lnTo>
                  <a:lnTo>
                    <a:pt x="1311" y="4250"/>
                  </a:lnTo>
                  <a:lnTo>
                    <a:pt x="1272" y="4250"/>
                  </a:lnTo>
                  <a:lnTo>
                    <a:pt x="1205" y="4248"/>
                  </a:lnTo>
                  <a:lnTo>
                    <a:pt x="1166" y="4236"/>
                  </a:lnTo>
                  <a:lnTo>
                    <a:pt x="1158" y="4199"/>
                  </a:lnTo>
                  <a:lnTo>
                    <a:pt x="1156" y="4184"/>
                  </a:lnTo>
                  <a:lnTo>
                    <a:pt x="1146" y="4082"/>
                  </a:lnTo>
                  <a:lnTo>
                    <a:pt x="1157" y="4035"/>
                  </a:lnTo>
                  <a:lnTo>
                    <a:pt x="1160" y="4022"/>
                  </a:lnTo>
                  <a:lnTo>
                    <a:pt x="1186" y="3993"/>
                  </a:lnTo>
                  <a:lnTo>
                    <a:pt x="1193" y="3986"/>
                  </a:lnTo>
                  <a:lnTo>
                    <a:pt x="1236" y="3973"/>
                  </a:lnTo>
                  <a:lnTo>
                    <a:pt x="1239" y="3968"/>
                  </a:lnTo>
                  <a:lnTo>
                    <a:pt x="1242" y="3956"/>
                  </a:lnTo>
                  <a:lnTo>
                    <a:pt x="1246" y="3937"/>
                  </a:lnTo>
                  <a:lnTo>
                    <a:pt x="1245" y="3901"/>
                  </a:lnTo>
                  <a:lnTo>
                    <a:pt x="1228" y="3863"/>
                  </a:lnTo>
                  <a:lnTo>
                    <a:pt x="1199" y="3819"/>
                  </a:lnTo>
                  <a:lnTo>
                    <a:pt x="1174" y="3794"/>
                  </a:lnTo>
                  <a:lnTo>
                    <a:pt x="1170" y="3790"/>
                  </a:lnTo>
                  <a:lnTo>
                    <a:pt x="1141" y="3744"/>
                  </a:lnTo>
                  <a:lnTo>
                    <a:pt x="1063" y="3664"/>
                  </a:lnTo>
                  <a:lnTo>
                    <a:pt x="963" y="3524"/>
                  </a:lnTo>
                  <a:lnTo>
                    <a:pt x="937" y="3431"/>
                  </a:lnTo>
                  <a:lnTo>
                    <a:pt x="925" y="3364"/>
                  </a:lnTo>
                  <a:lnTo>
                    <a:pt x="878" y="3279"/>
                  </a:lnTo>
                  <a:lnTo>
                    <a:pt x="811" y="3214"/>
                  </a:lnTo>
                  <a:lnTo>
                    <a:pt x="758" y="3174"/>
                  </a:lnTo>
                  <a:lnTo>
                    <a:pt x="695" y="3143"/>
                  </a:lnTo>
                  <a:lnTo>
                    <a:pt x="578" y="3094"/>
                  </a:lnTo>
                  <a:lnTo>
                    <a:pt x="545" y="3082"/>
                  </a:lnTo>
                  <a:lnTo>
                    <a:pt x="490" y="3070"/>
                  </a:lnTo>
                  <a:lnTo>
                    <a:pt x="436" y="3062"/>
                  </a:lnTo>
                  <a:lnTo>
                    <a:pt x="314" y="3034"/>
                  </a:lnTo>
                  <a:lnTo>
                    <a:pt x="269" y="3023"/>
                  </a:lnTo>
                  <a:lnTo>
                    <a:pt x="156" y="2968"/>
                  </a:lnTo>
                  <a:lnTo>
                    <a:pt x="122" y="2947"/>
                  </a:lnTo>
                  <a:lnTo>
                    <a:pt x="87" y="2919"/>
                  </a:lnTo>
                  <a:lnTo>
                    <a:pt x="54" y="2893"/>
                  </a:lnTo>
                  <a:lnTo>
                    <a:pt x="41" y="2875"/>
                  </a:lnTo>
                  <a:lnTo>
                    <a:pt x="31" y="2867"/>
                  </a:lnTo>
                  <a:lnTo>
                    <a:pt x="0" y="2794"/>
                  </a:lnTo>
                  <a:lnTo>
                    <a:pt x="2" y="2766"/>
                  </a:lnTo>
                  <a:lnTo>
                    <a:pt x="5" y="2735"/>
                  </a:lnTo>
                  <a:lnTo>
                    <a:pt x="13" y="2712"/>
                  </a:lnTo>
                  <a:lnTo>
                    <a:pt x="22" y="2705"/>
                  </a:lnTo>
                  <a:lnTo>
                    <a:pt x="28" y="2700"/>
                  </a:lnTo>
                  <a:lnTo>
                    <a:pt x="73" y="2700"/>
                  </a:lnTo>
                  <a:lnTo>
                    <a:pt x="335" y="2774"/>
                  </a:lnTo>
                  <a:lnTo>
                    <a:pt x="348" y="2783"/>
                  </a:lnTo>
                  <a:lnTo>
                    <a:pt x="363" y="2793"/>
                  </a:lnTo>
                  <a:lnTo>
                    <a:pt x="371" y="2813"/>
                  </a:lnTo>
                  <a:lnTo>
                    <a:pt x="386" y="2844"/>
                  </a:lnTo>
                  <a:lnTo>
                    <a:pt x="389" y="2849"/>
                  </a:lnTo>
                  <a:lnTo>
                    <a:pt x="428" y="2914"/>
                  </a:lnTo>
                  <a:lnTo>
                    <a:pt x="445" y="2921"/>
                  </a:lnTo>
                  <a:lnTo>
                    <a:pt x="468" y="2933"/>
                  </a:lnTo>
                  <a:lnTo>
                    <a:pt x="485" y="2941"/>
                  </a:lnTo>
                  <a:lnTo>
                    <a:pt x="514" y="2948"/>
                  </a:lnTo>
                  <a:lnTo>
                    <a:pt x="555" y="2959"/>
                  </a:lnTo>
                  <a:lnTo>
                    <a:pt x="595" y="2966"/>
                  </a:lnTo>
                  <a:lnTo>
                    <a:pt x="748" y="2980"/>
                  </a:lnTo>
                  <a:lnTo>
                    <a:pt x="822" y="2982"/>
                  </a:lnTo>
                  <a:lnTo>
                    <a:pt x="878" y="2980"/>
                  </a:lnTo>
                  <a:lnTo>
                    <a:pt x="1000" y="2982"/>
                  </a:lnTo>
                  <a:lnTo>
                    <a:pt x="1018" y="2981"/>
                  </a:lnTo>
                  <a:lnTo>
                    <a:pt x="1080" y="2949"/>
                  </a:lnTo>
                  <a:lnTo>
                    <a:pt x="1103" y="2930"/>
                  </a:lnTo>
                  <a:lnTo>
                    <a:pt x="1128" y="2909"/>
                  </a:lnTo>
                  <a:lnTo>
                    <a:pt x="1188" y="2868"/>
                  </a:lnTo>
                  <a:lnTo>
                    <a:pt x="1199" y="2856"/>
                  </a:lnTo>
                  <a:lnTo>
                    <a:pt x="1202" y="2850"/>
                  </a:lnTo>
                  <a:lnTo>
                    <a:pt x="1217" y="2826"/>
                  </a:lnTo>
                  <a:lnTo>
                    <a:pt x="1225" y="2805"/>
                  </a:lnTo>
                  <a:lnTo>
                    <a:pt x="1244" y="2765"/>
                  </a:lnTo>
                  <a:lnTo>
                    <a:pt x="1248" y="2735"/>
                  </a:lnTo>
                  <a:lnTo>
                    <a:pt x="1267" y="2648"/>
                  </a:lnTo>
                  <a:lnTo>
                    <a:pt x="1287" y="2548"/>
                  </a:lnTo>
                  <a:lnTo>
                    <a:pt x="1288" y="2526"/>
                  </a:lnTo>
                  <a:lnTo>
                    <a:pt x="1297" y="2448"/>
                  </a:lnTo>
                  <a:lnTo>
                    <a:pt x="1302" y="2411"/>
                  </a:lnTo>
                  <a:lnTo>
                    <a:pt x="1301" y="2405"/>
                  </a:lnTo>
                  <a:lnTo>
                    <a:pt x="1296" y="2396"/>
                  </a:lnTo>
                  <a:lnTo>
                    <a:pt x="1286" y="2372"/>
                  </a:lnTo>
                  <a:lnTo>
                    <a:pt x="1278" y="2358"/>
                  </a:lnTo>
                  <a:lnTo>
                    <a:pt x="1272" y="2319"/>
                  </a:lnTo>
                  <a:lnTo>
                    <a:pt x="1262" y="2260"/>
                  </a:lnTo>
                  <a:lnTo>
                    <a:pt x="1257" y="2239"/>
                  </a:lnTo>
                  <a:lnTo>
                    <a:pt x="1244" y="2184"/>
                  </a:lnTo>
                  <a:lnTo>
                    <a:pt x="1225" y="2137"/>
                  </a:lnTo>
                  <a:lnTo>
                    <a:pt x="1192" y="2077"/>
                  </a:lnTo>
                  <a:lnTo>
                    <a:pt x="1157" y="2028"/>
                  </a:lnTo>
                  <a:lnTo>
                    <a:pt x="1087" y="1938"/>
                  </a:lnTo>
                  <a:lnTo>
                    <a:pt x="1019" y="1874"/>
                  </a:lnTo>
                  <a:lnTo>
                    <a:pt x="980" y="1847"/>
                  </a:lnTo>
                  <a:lnTo>
                    <a:pt x="943" y="1798"/>
                  </a:lnTo>
                  <a:lnTo>
                    <a:pt x="918" y="1765"/>
                  </a:lnTo>
                  <a:lnTo>
                    <a:pt x="909" y="1747"/>
                  </a:lnTo>
                  <a:lnTo>
                    <a:pt x="899" y="1704"/>
                  </a:lnTo>
                  <a:lnTo>
                    <a:pt x="895" y="1681"/>
                  </a:lnTo>
                  <a:lnTo>
                    <a:pt x="882" y="1659"/>
                  </a:lnTo>
                  <a:lnTo>
                    <a:pt x="858" y="1609"/>
                  </a:lnTo>
                  <a:lnTo>
                    <a:pt x="810" y="1535"/>
                  </a:lnTo>
                  <a:lnTo>
                    <a:pt x="800" y="1518"/>
                  </a:lnTo>
                  <a:lnTo>
                    <a:pt x="790" y="1503"/>
                  </a:lnTo>
                  <a:lnTo>
                    <a:pt x="784" y="1482"/>
                  </a:lnTo>
                  <a:lnTo>
                    <a:pt x="773" y="1425"/>
                  </a:lnTo>
                  <a:lnTo>
                    <a:pt x="762" y="1352"/>
                  </a:lnTo>
                  <a:lnTo>
                    <a:pt x="759" y="1339"/>
                  </a:lnTo>
                  <a:lnTo>
                    <a:pt x="751" y="1286"/>
                  </a:lnTo>
                  <a:lnTo>
                    <a:pt x="753" y="1279"/>
                  </a:lnTo>
                  <a:lnTo>
                    <a:pt x="767" y="1285"/>
                  </a:lnTo>
                  <a:lnTo>
                    <a:pt x="814" y="1301"/>
                  </a:lnTo>
                  <a:lnTo>
                    <a:pt x="854" y="1312"/>
                  </a:lnTo>
                  <a:lnTo>
                    <a:pt x="906" y="1316"/>
                  </a:lnTo>
                  <a:lnTo>
                    <a:pt x="926" y="1312"/>
                  </a:lnTo>
                  <a:lnTo>
                    <a:pt x="982" y="1310"/>
                  </a:lnTo>
                  <a:lnTo>
                    <a:pt x="1095" y="1267"/>
                  </a:lnTo>
                  <a:lnTo>
                    <a:pt x="1136" y="1226"/>
                  </a:lnTo>
                  <a:lnTo>
                    <a:pt x="1136" y="1213"/>
                  </a:lnTo>
                  <a:lnTo>
                    <a:pt x="1138" y="1108"/>
                  </a:lnTo>
                  <a:lnTo>
                    <a:pt x="1205" y="971"/>
                  </a:lnTo>
                  <a:lnTo>
                    <a:pt x="1326" y="849"/>
                  </a:lnTo>
                  <a:lnTo>
                    <a:pt x="1343" y="832"/>
                  </a:lnTo>
                  <a:lnTo>
                    <a:pt x="1360" y="825"/>
                  </a:lnTo>
                  <a:lnTo>
                    <a:pt x="1466" y="779"/>
                  </a:lnTo>
                  <a:lnTo>
                    <a:pt x="1589" y="649"/>
                  </a:lnTo>
                  <a:lnTo>
                    <a:pt x="1660" y="550"/>
                  </a:lnTo>
                  <a:lnTo>
                    <a:pt x="1668" y="538"/>
                  </a:lnTo>
                  <a:lnTo>
                    <a:pt x="1718" y="526"/>
                  </a:lnTo>
                  <a:lnTo>
                    <a:pt x="1760" y="536"/>
                  </a:lnTo>
                  <a:lnTo>
                    <a:pt x="1820" y="551"/>
                  </a:lnTo>
                  <a:lnTo>
                    <a:pt x="1888" y="570"/>
                  </a:lnTo>
                  <a:lnTo>
                    <a:pt x="1923" y="580"/>
                  </a:lnTo>
                  <a:lnTo>
                    <a:pt x="1928" y="581"/>
                  </a:lnTo>
                  <a:lnTo>
                    <a:pt x="2073" y="556"/>
                  </a:lnTo>
                  <a:lnTo>
                    <a:pt x="2133" y="545"/>
                  </a:lnTo>
                  <a:lnTo>
                    <a:pt x="2262" y="519"/>
                  </a:lnTo>
                  <a:lnTo>
                    <a:pt x="2281" y="521"/>
                  </a:lnTo>
                  <a:lnTo>
                    <a:pt x="2303" y="528"/>
                  </a:lnTo>
                  <a:lnTo>
                    <a:pt x="2320" y="535"/>
                  </a:lnTo>
                  <a:lnTo>
                    <a:pt x="2353" y="547"/>
                  </a:lnTo>
                  <a:lnTo>
                    <a:pt x="2402" y="559"/>
                  </a:lnTo>
                  <a:lnTo>
                    <a:pt x="2426" y="534"/>
                  </a:lnTo>
                  <a:lnTo>
                    <a:pt x="2452" y="507"/>
                  </a:lnTo>
                  <a:lnTo>
                    <a:pt x="2489" y="462"/>
                  </a:lnTo>
                  <a:lnTo>
                    <a:pt x="2504" y="443"/>
                  </a:lnTo>
                  <a:lnTo>
                    <a:pt x="2533" y="378"/>
                  </a:lnTo>
                  <a:lnTo>
                    <a:pt x="2615" y="246"/>
                  </a:lnTo>
                  <a:lnTo>
                    <a:pt x="2619" y="238"/>
                  </a:lnTo>
                  <a:lnTo>
                    <a:pt x="2625" y="226"/>
                  </a:lnTo>
                  <a:lnTo>
                    <a:pt x="2631" y="214"/>
                  </a:lnTo>
                  <a:lnTo>
                    <a:pt x="2645" y="196"/>
                  </a:lnTo>
                  <a:lnTo>
                    <a:pt x="2665" y="171"/>
                  </a:lnTo>
                  <a:lnTo>
                    <a:pt x="2754" y="89"/>
                  </a:lnTo>
                  <a:lnTo>
                    <a:pt x="2833" y="38"/>
                  </a:lnTo>
                  <a:lnTo>
                    <a:pt x="2857" y="22"/>
                  </a:lnTo>
                  <a:lnTo>
                    <a:pt x="2878" y="9"/>
                  </a:lnTo>
                  <a:lnTo>
                    <a:pt x="2914" y="0"/>
                  </a:lnTo>
                  <a:lnTo>
                    <a:pt x="2925" y="7"/>
                  </a:lnTo>
                  <a:lnTo>
                    <a:pt x="2937" y="40"/>
                  </a:lnTo>
                  <a:lnTo>
                    <a:pt x="2939" y="87"/>
                  </a:lnTo>
                  <a:lnTo>
                    <a:pt x="2946" y="193"/>
                  </a:lnTo>
                  <a:lnTo>
                    <a:pt x="2947" y="221"/>
                  </a:lnTo>
                  <a:lnTo>
                    <a:pt x="2947" y="240"/>
                  </a:lnTo>
                  <a:lnTo>
                    <a:pt x="2930" y="266"/>
                  </a:lnTo>
                  <a:lnTo>
                    <a:pt x="2911" y="292"/>
                  </a:lnTo>
                  <a:lnTo>
                    <a:pt x="2898" y="325"/>
                  </a:lnTo>
                  <a:lnTo>
                    <a:pt x="2904" y="383"/>
                  </a:lnTo>
                  <a:lnTo>
                    <a:pt x="2936" y="480"/>
                  </a:lnTo>
                  <a:lnTo>
                    <a:pt x="2936" y="491"/>
                  </a:lnTo>
                  <a:lnTo>
                    <a:pt x="2936" y="501"/>
                  </a:lnTo>
                  <a:lnTo>
                    <a:pt x="2913" y="512"/>
                  </a:lnTo>
                  <a:lnTo>
                    <a:pt x="2872" y="507"/>
                  </a:lnTo>
                  <a:lnTo>
                    <a:pt x="2822" y="507"/>
                  </a:lnTo>
                  <a:lnTo>
                    <a:pt x="2792" y="506"/>
                  </a:lnTo>
                  <a:lnTo>
                    <a:pt x="2741" y="513"/>
                  </a:lnTo>
                  <a:lnTo>
                    <a:pt x="2725" y="517"/>
                  </a:lnTo>
                  <a:lnTo>
                    <a:pt x="2700" y="537"/>
                  </a:lnTo>
                  <a:lnTo>
                    <a:pt x="2695" y="541"/>
                  </a:lnTo>
                  <a:lnTo>
                    <a:pt x="2679" y="555"/>
                  </a:lnTo>
                  <a:lnTo>
                    <a:pt x="2652" y="58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l1154"/>
            <p:cNvSpPr/>
            <p:nvPr/>
          </p:nvSpPr>
          <p:spPr>
            <a:xfrm>
              <a:off x="4638602" y="5695532"/>
              <a:ext cx="505" cy="642"/>
            </a:xfrm>
            <a:custGeom>
              <a:avLst/>
              <a:pathLst>
                <a:path w="505" h="642">
                  <a:moveTo>
                    <a:pt x="232" y="345"/>
                  </a:moveTo>
                  <a:lnTo>
                    <a:pt x="355" y="465"/>
                  </a:lnTo>
                  <a:lnTo>
                    <a:pt x="408" y="418"/>
                  </a:lnTo>
                  <a:lnTo>
                    <a:pt x="497" y="410"/>
                  </a:lnTo>
                  <a:lnTo>
                    <a:pt x="505" y="431"/>
                  </a:lnTo>
                  <a:lnTo>
                    <a:pt x="423" y="567"/>
                  </a:lnTo>
                  <a:lnTo>
                    <a:pt x="316" y="642"/>
                  </a:lnTo>
                  <a:lnTo>
                    <a:pt x="106" y="608"/>
                  </a:lnTo>
                  <a:lnTo>
                    <a:pt x="0" y="549"/>
                  </a:lnTo>
                  <a:lnTo>
                    <a:pt x="6" y="376"/>
                  </a:lnTo>
                  <a:lnTo>
                    <a:pt x="54" y="78"/>
                  </a:lnTo>
                  <a:lnTo>
                    <a:pt x="143" y="0"/>
                  </a:lnTo>
                  <a:lnTo>
                    <a:pt x="201" y="25"/>
                  </a:lnTo>
                  <a:lnTo>
                    <a:pt x="266" y="226"/>
                  </a:lnTo>
                  <a:lnTo>
                    <a:pt x="232" y="34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l1155"/>
            <p:cNvSpPr/>
            <p:nvPr/>
          </p:nvSpPr>
          <p:spPr>
            <a:xfrm>
              <a:off x="4622086" y="5692696"/>
              <a:ext cx="573" cy="545"/>
            </a:xfrm>
            <a:custGeom>
              <a:avLst/>
              <a:pathLst>
                <a:path w="573" h="545">
                  <a:moveTo>
                    <a:pt x="275" y="512"/>
                  </a:moveTo>
                  <a:lnTo>
                    <a:pt x="175" y="545"/>
                  </a:lnTo>
                  <a:lnTo>
                    <a:pt x="17" y="423"/>
                  </a:lnTo>
                  <a:lnTo>
                    <a:pt x="0" y="389"/>
                  </a:lnTo>
                  <a:lnTo>
                    <a:pt x="25" y="146"/>
                  </a:lnTo>
                  <a:lnTo>
                    <a:pt x="123" y="59"/>
                  </a:lnTo>
                  <a:lnTo>
                    <a:pt x="315" y="0"/>
                  </a:lnTo>
                  <a:lnTo>
                    <a:pt x="561" y="173"/>
                  </a:lnTo>
                  <a:lnTo>
                    <a:pt x="573" y="209"/>
                  </a:lnTo>
                  <a:lnTo>
                    <a:pt x="484" y="413"/>
                  </a:lnTo>
                  <a:lnTo>
                    <a:pt x="411" y="509"/>
                  </a:lnTo>
                  <a:lnTo>
                    <a:pt x="275" y="5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l1156"/>
            <p:cNvSpPr/>
            <p:nvPr/>
          </p:nvSpPr>
          <p:spPr>
            <a:xfrm>
              <a:off x="4620968" y="5692386"/>
              <a:ext cx="500" cy="810"/>
            </a:xfrm>
            <a:custGeom>
              <a:avLst/>
              <a:pathLst>
                <a:path w="500" h="810">
                  <a:moveTo>
                    <a:pt x="202" y="509"/>
                  </a:moveTo>
                  <a:lnTo>
                    <a:pt x="80" y="810"/>
                  </a:lnTo>
                  <a:lnTo>
                    <a:pt x="32" y="797"/>
                  </a:lnTo>
                  <a:lnTo>
                    <a:pt x="0" y="547"/>
                  </a:lnTo>
                  <a:lnTo>
                    <a:pt x="49" y="437"/>
                  </a:lnTo>
                  <a:lnTo>
                    <a:pt x="387" y="13"/>
                  </a:lnTo>
                  <a:lnTo>
                    <a:pt x="500" y="0"/>
                  </a:lnTo>
                  <a:lnTo>
                    <a:pt x="484" y="198"/>
                  </a:lnTo>
                  <a:lnTo>
                    <a:pt x="301" y="381"/>
                  </a:lnTo>
                  <a:lnTo>
                    <a:pt x="202" y="50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l1157"/>
            <p:cNvSpPr/>
            <p:nvPr/>
          </p:nvSpPr>
          <p:spPr>
            <a:xfrm>
              <a:off x="4760640" y="5710612"/>
              <a:ext cx="1196" cy="816"/>
            </a:xfrm>
            <a:custGeom>
              <a:avLst/>
              <a:pathLst>
                <a:path w="1196" h="816">
                  <a:moveTo>
                    <a:pt x="399" y="765"/>
                  </a:moveTo>
                  <a:lnTo>
                    <a:pt x="305" y="752"/>
                  </a:lnTo>
                  <a:lnTo>
                    <a:pt x="146" y="696"/>
                  </a:lnTo>
                  <a:lnTo>
                    <a:pt x="90" y="653"/>
                  </a:lnTo>
                  <a:lnTo>
                    <a:pt x="28" y="561"/>
                  </a:lnTo>
                  <a:lnTo>
                    <a:pt x="0" y="452"/>
                  </a:lnTo>
                  <a:lnTo>
                    <a:pt x="19" y="369"/>
                  </a:lnTo>
                  <a:lnTo>
                    <a:pt x="23" y="366"/>
                  </a:lnTo>
                  <a:lnTo>
                    <a:pt x="109" y="294"/>
                  </a:lnTo>
                  <a:lnTo>
                    <a:pt x="440" y="16"/>
                  </a:lnTo>
                  <a:lnTo>
                    <a:pt x="542" y="0"/>
                  </a:lnTo>
                  <a:lnTo>
                    <a:pt x="568" y="0"/>
                  </a:lnTo>
                  <a:lnTo>
                    <a:pt x="582" y="1"/>
                  </a:lnTo>
                  <a:lnTo>
                    <a:pt x="595" y="3"/>
                  </a:lnTo>
                  <a:lnTo>
                    <a:pt x="606" y="4"/>
                  </a:lnTo>
                  <a:lnTo>
                    <a:pt x="624" y="9"/>
                  </a:lnTo>
                  <a:lnTo>
                    <a:pt x="642" y="13"/>
                  </a:lnTo>
                  <a:lnTo>
                    <a:pt x="706" y="33"/>
                  </a:lnTo>
                  <a:lnTo>
                    <a:pt x="742" y="44"/>
                  </a:lnTo>
                  <a:lnTo>
                    <a:pt x="774" y="55"/>
                  </a:lnTo>
                  <a:lnTo>
                    <a:pt x="818" y="83"/>
                  </a:lnTo>
                  <a:lnTo>
                    <a:pt x="906" y="168"/>
                  </a:lnTo>
                  <a:lnTo>
                    <a:pt x="1196" y="579"/>
                  </a:lnTo>
                  <a:lnTo>
                    <a:pt x="1193" y="749"/>
                  </a:lnTo>
                  <a:lnTo>
                    <a:pt x="1156" y="781"/>
                  </a:lnTo>
                  <a:lnTo>
                    <a:pt x="1112" y="799"/>
                  </a:lnTo>
                  <a:lnTo>
                    <a:pt x="1077" y="813"/>
                  </a:lnTo>
                  <a:lnTo>
                    <a:pt x="1029" y="816"/>
                  </a:lnTo>
                  <a:lnTo>
                    <a:pt x="612" y="782"/>
                  </a:lnTo>
                  <a:lnTo>
                    <a:pt x="399" y="76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l1158"/>
            <p:cNvSpPr/>
            <p:nvPr/>
          </p:nvSpPr>
          <p:spPr>
            <a:xfrm>
              <a:off x="4649223" y="5691984"/>
              <a:ext cx="498" cy="434"/>
            </a:xfrm>
            <a:custGeom>
              <a:avLst/>
              <a:pathLst>
                <a:path w="498" h="434">
                  <a:moveTo>
                    <a:pt x="439" y="433"/>
                  </a:moveTo>
                  <a:lnTo>
                    <a:pt x="409" y="434"/>
                  </a:lnTo>
                  <a:lnTo>
                    <a:pt x="85" y="340"/>
                  </a:lnTo>
                  <a:lnTo>
                    <a:pt x="47" y="319"/>
                  </a:lnTo>
                  <a:lnTo>
                    <a:pt x="0" y="232"/>
                  </a:lnTo>
                  <a:lnTo>
                    <a:pt x="191" y="16"/>
                  </a:lnTo>
                  <a:lnTo>
                    <a:pt x="368" y="0"/>
                  </a:lnTo>
                  <a:lnTo>
                    <a:pt x="498" y="289"/>
                  </a:lnTo>
                  <a:lnTo>
                    <a:pt x="488" y="360"/>
                  </a:lnTo>
                  <a:lnTo>
                    <a:pt x="439" y="43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l1159"/>
            <p:cNvSpPr/>
            <p:nvPr/>
          </p:nvSpPr>
          <p:spPr>
            <a:xfrm>
              <a:off x="4651456" y="5689939"/>
              <a:ext cx="458" cy="277"/>
            </a:xfrm>
            <a:custGeom>
              <a:avLst/>
              <a:pathLst>
                <a:path w="458" h="277">
                  <a:moveTo>
                    <a:pt x="428" y="253"/>
                  </a:moveTo>
                  <a:lnTo>
                    <a:pt x="376" y="277"/>
                  </a:lnTo>
                  <a:lnTo>
                    <a:pt x="71" y="226"/>
                  </a:lnTo>
                  <a:lnTo>
                    <a:pt x="33" y="199"/>
                  </a:lnTo>
                  <a:lnTo>
                    <a:pt x="1" y="132"/>
                  </a:lnTo>
                  <a:lnTo>
                    <a:pt x="0" y="53"/>
                  </a:lnTo>
                  <a:lnTo>
                    <a:pt x="222" y="0"/>
                  </a:lnTo>
                  <a:lnTo>
                    <a:pt x="329" y="35"/>
                  </a:lnTo>
                  <a:lnTo>
                    <a:pt x="440" y="134"/>
                  </a:lnTo>
                  <a:lnTo>
                    <a:pt x="458" y="219"/>
                  </a:lnTo>
                  <a:lnTo>
                    <a:pt x="428" y="2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l1160"/>
            <p:cNvSpPr/>
            <p:nvPr/>
          </p:nvSpPr>
          <p:spPr>
            <a:xfrm>
              <a:off x="4642088" y="5688537"/>
              <a:ext cx="6468" cy="5146"/>
            </a:xfrm>
            <a:custGeom>
              <a:avLst/>
              <a:pathLst>
                <a:path w="6468" h="5146">
                  <a:moveTo>
                    <a:pt x="1929" y="991"/>
                  </a:moveTo>
                  <a:lnTo>
                    <a:pt x="2146" y="1080"/>
                  </a:lnTo>
                  <a:lnTo>
                    <a:pt x="2272" y="1060"/>
                  </a:lnTo>
                  <a:lnTo>
                    <a:pt x="2365" y="987"/>
                  </a:lnTo>
                  <a:lnTo>
                    <a:pt x="2377" y="952"/>
                  </a:lnTo>
                  <a:lnTo>
                    <a:pt x="2354" y="865"/>
                  </a:lnTo>
                  <a:lnTo>
                    <a:pt x="2295" y="844"/>
                  </a:lnTo>
                  <a:lnTo>
                    <a:pt x="2274" y="879"/>
                  </a:lnTo>
                  <a:lnTo>
                    <a:pt x="2236" y="860"/>
                  </a:lnTo>
                  <a:lnTo>
                    <a:pt x="2241" y="771"/>
                  </a:lnTo>
                  <a:lnTo>
                    <a:pt x="2338" y="695"/>
                  </a:lnTo>
                  <a:lnTo>
                    <a:pt x="2597" y="851"/>
                  </a:lnTo>
                  <a:lnTo>
                    <a:pt x="2631" y="888"/>
                  </a:lnTo>
                  <a:lnTo>
                    <a:pt x="2649" y="1615"/>
                  </a:lnTo>
                  <a:lnTo>
                    <a:pt x="2613" y="1726"/>
                  </a:lnTo>
                  <a:lnTo>
                    <a:pt x="2590" y="1754"/>
                  </a:lnTo>
                  <a:lnTo>
                    <a:pt x="2581" y="1939"/>
                  </a:lnTo>
                  <a:lnTo>
                    <a:pt x="2658" y="2071"/>
                  </a:lnTo>
                  <a:lnTo>
                    <a:pt x="2830" y="2263"/>
                  </a:lnTo>
                  <a:lnTo>
                    <a:pt x="3245" y="2589"/>
                  </a:lnTo>
                  <a:lnTo>
                    <a:pt x="3849" y="2948"/>
                  </a:lnTo>
                  <a:lnTo>
                    <a:pt x="4410" y="3136"/>
                  </a:lnTo>
                  <a:lnTo>
                    <a:pt x="4687" y="3171"/>
                  </a:lnTo>
                  <a:lnTo>
                    <a:pt x="4752" y="3161"/>
                  </a:lnTo>
                  <a:lnTo>
                    <a:pt x="4849" y="3114"/>
                  </a:lnTo>
                  <a:lnTo>
                    <a:pt x="4864" y="3035"/>
                  </a:lnTo>
                  <a:lnTo>
                    <a:pt x="4873" y="2878"/>
                  </a:lnTo>
                  <a:lnTo>
                    <a:pt x="4937" y="2667"/>
                  </a:lnTo>
                  <a:lnTo>
                    <a:pt x="4997" y="2640"/>
                  </a:lnTo>
                  <a:lnTo>
                    <a:pt x="5026" y="2653"/>
                  </a:lnTo>
                  <a:lnTo>
                    <a:pt x="5040" y="2703"/>
                  </a:lnTo>
                  <a:lnTo>
                    <a:pt x="5077" y="2848"/>
                  </a:lnTo>
                  <a:lnTo>
                    <a:pt x="5131" y="2942"/>
                  </a:lnTo>
                  <a:lnTo>
                    <a:pt x="5158" y="2946"/>
                  </a:lnTo>
                  <a:lnTo>
                    <a:pt x="5227" y="2925"/>
                  </a:lnTo>
                  <a:lnTo>
                    <a:pt x="5302" y="2912"/>
                  </a:lnTo>
                  <a:lnTo>
                    <a:pt x="5370" y="2931"/>
                  </a:lnTo>
                  <a:lnTo>
                    <a:pt x="5400" y="2960"/>
                  </a:lnTo>
                  <a:lnTo>
                    <a:pt x="5404" y="3040"/>
                  </a:lnTo>
                  <a:lnTo>
                    <a:pt x="5418" y="3108"/>
                  </a:lnTo>
                  <a:lnTo>
                    <a:pt x="5447" y="3127"/>
                  </a:lnTo>
                  <a:lnTo>
                    <a:pt x="5477" y="3136"/>
                  </a:lnTo>
                  <a:lnTo>
                    <a:pt x="5543" y="3120"/>
                  </a:lnTo>
                  <a:lnTo>
                    <a:pt x="5613" y="3060"/>
                  </a:lnTo>
                  <a:lnTo>
                    <a:pt x="5664" y="3019"/>
                  </a:lnTo>
                  <a:lnTo>
                    <a:pt x="5685" y="3018"/>
                  </a:lnTo>
                  <a:lnTo>
                    <a:pt x="5816" y="2993"/>
                  </a:lnTo>
                  <a:lnTo>
                    <a:pt x="5870" y="2891"/>
                  </a:lnTo>
                  <a:lnTo>
                    <a:pt x="5890" y="2802"/>
                  </a:lnTo>
                  <a:lnTo>
                    <a:pt x="6013" y="2713"/>
                  </a:lnTo>
                  <a:lnTo>
                    <a:pt x="6229" y="2641"/>
                  </a:lnTo>
                  <a:lnTo>
                    <a:pt x="6452" y="2756"/>
                  </a:lnTo>
                  <a:lnTo>
                    <a:pt x="6468" y="2824"/>
                  </a:lnTo>
                  <a:lnTo>
                    <a:pt x="6460" y="2865"/>
                  </a:lnTo>
                  <a:lnTo>
                    <a:pt x="6422" y="2882"/>
                  </a:lnTo>
                  <a:lnTo>
                    <a:pt x="6271" y="2848"/>
                  </a:lnTo>
                  <a:lnTo>
                    <a:pt x="6169" y="2861"/>
                  </a:lnTo>
                  <a:lnTo>
                    <a:pt x="6120" y="2910"/>
                  </a:lnTo>
                  <a:lnTo>
                    <a:pt x="6086" y="2992"/>
                  </a:lnTo>
                  <a:lnTo>
                    <a:pt x="6085" y="3051"/>
                  </a:lnTo>
                  <a:lnTo>
                    <a:pt x="6134" y="3110"/>
                  </a:lnTo>
                  <a:lnTo>
                    <a:pt x="6232" y="3131"/>
                  </a:lnTo>
                  <a:lnTo>
                    <a:pt x="6357" y="3176"/>
                  </a:lnTo>
                  <a:lnTo>
                    <a:pt x="6380" y="3211"/>
                  </a:lnTo>
                  <a:lnTo>
                    <a:pt x="6381" y="3216"/>
                  </a:lnTo>
                  <a:lnTo>
                    <a:pt x="6311" y="3307"/>
                  </a:lnTo>
                  <a:lnTo>
                    <a:pt x="6145" y="3395"/>
                  </a:lnTo>
                  <a:lnTo>
                    <a:pt x="5854" y="3360"/>
                  </a:lnTo>
                  <a:lnTo>
                    <a:pt x="5847" y="3355"/>
                  </a:lnTo>
                  <a:lnTo>
                    <a:pt x="5822" y="3360"/>
                  </a:lnTo>
                  <a:lnTo>
                    <a:pt x="5727" y="3312"/>
                  </a:lnTo>
                  <a:lnTo>
                    <a:pt x="5643" y="3224"/>
                  </a:lnTo>
                  <a:lnTo>
                    <a:pt x="5577" y="3201"/>
                  </a:lnTo>
                  <a:lnTo>
                    <a:pt x="5460" y="3223"/>
                  </a:lnTo>
                  <a:lnTo>
                    <a:pt x="5402" y="3252"/>
                  </a:lnTo>
                  <a:lnTo>
                    <a:pt x="5106" y="3457"/>
                  </a:lnTo>
                  <a:lnTo>
                    <a:pt x="4727" y="4005"/>
                  </a:lnTo>
                  <a:lnTo>
                    <a:pt x="4696" y="4123"/>
                  </a:lnTo>
                  <a:lnTo>
                    <a:pt x="4722" y="4184"/>
                  </a:lnTo>
                  <a:lnTo>
                    <a:pt x="4802" y="4181"/>
                  </a:lnTo>
                  <a:lnTo>
                    <a:pt x="5034" y="4232"/>
                  </a:lnTo>
                  <a:lnTo>
                    <a:pt x="5327" y="4633"/>
                  </a:lnTo>
                  <a:lnTo>
                    <a:pt x="5364" y="4878"/>
                  </a:lnTo>
                  <a:lnTo>
                    <a:pt x="5366" y="4892"/>
                  </a:lnTo>
                  <a:lnTo>
                    <a:pt x="5388" y="5032"/>
                  </a:lnTo>
                  <a:lnTo>
                    <a:pt x="5270" y="5080"/>
                  </a:lnTo>
                  <a:lnTo>
                    <a:pt x="4884" y="5146"/>
                  </a:lnTo>
                  <a:lnTo>
                    <a:pt x="4591" y="5144"/>
                  </a:lnTo>
                  <a:lnTo>
                    <a:pt x="4036" y="5050"/>
                  </a:lnTo>
                  <a:lnTo>
                    <a:pt x="3546" y="4660"/>
                  </a:lnTo>
                  <a:lnTo>
                    <a:pt x="3316" y="4378"/>
                  </a:lnTo>
                  <a:lnTo>
                    <a:pt x="3313" y="4074"/>
                  </a:lnTo>
                  <a:lnTo>
                    <a:pt x="3269" y="4013"/>
                  </a:lnTo>
                  <a:lnTo>
                    <a:pt x="2249" y="3620"/>
                  </a:lnTo>
                  <a:lnTo>
                    <a:pt x="2143" y="3633"/>
                  </a:lnTo>
                  <a:lnTo>
                    <a:pt x="2067" y="3585"/>
                  </a:lnTo>
                  <a:lnTo>
                    <a:pt x="1694" y="3195"/>
                  </a:lnTo>
                  <a:lnTo>
                    <a:pt x="1584" y="3139"/>
                  </a:lnTo>
                  <a:lnTo>
                    <a:pt x="1389" y="3088"/>
                  </a:lnTo>
                  <a:lnTo>
                    <a:pt x="1032" y="3038"/>
                  </a:lnTo>
                  <a:lnTo>
                    <a:pt x="757" y="3032"/>
                  </a:lnTo>
                  <a:lnTo>
                    <a:pt x="602" y="3067"/>
                  </a:lnTo>
                  <a:lnTo>
                    <a:pt x="281" y="2924"/>
                  </a:lnTo>
                  <a:lnTo>
                    <a:pt x="216" y="2619"/>
                  </a:lnTo>
                  <a:lnTo>
                    <a:pt x="241" y="2355"/>
                  </a:lnTo>
                  <a:lnTo>
                    <a:pt x="422" y="2232"/>
                  </a:lnTo>
                  <a:lnTo>
                    <a:pt x="467" y="2179"/>
                  </a:lnTo>
                  <a:lnTo>
                    <a:pt x="509" y="2070"/>
                  </a:lnTo>
                  <a:lnTo>
                    <a:pt x="448" y="1818"/>
                  </a:lnTo>
                  <a:lnTo>
                    <a:pt x="263" y="1575"/>
                  </a:lnTo>
                  <a:lnTo>
                    <a:pt x="207" y="1524"/>
                  </a:lnTo>
                  <a:lnTo>
                    <a:pt x="146" y="1519"/>
                  </a:lnTo>
                  <a:lnTo>
                    <a:pt x="136" y="1561"/>
                  </a:lnTo>
                  <a:lnTo>
                    <a:pt x="114" y="1568"/>
                  </a:lnTo>
                  <a:lnTo>
                    <a:pt x="0" y="1459"/>
                  </a:lnTo>
                  <a:lnTo>
                    <a:pt x="76" y="1173"/>
                  </a:lnTo>
                  <a:lnTo>
                    <a:pt x="118" y="1180"/>
                  </a:lnTo>
                  <a:lnTo>
                    <a:pt x="211" y="1264"/>
                  </a:lnTo>
                  <a:lnTo>
                    <a:pt x="379" y="1458"/>
                  </a:lnTo>
                  <a:lnTo>
                    <a:pt x="389" y="1503"/>
                  </a:lnTo>
                  <a:lnTo>
                    <a:pt x="465" y="1551"/>
                  </a:lnTo>
                  <a:lnTo>
                    <a:pt x="605" y="1549"/>
                  </a:lnTo>
                  <a:lnTo>
                    <a:pt x="805" y="1483"/>
                  </a:lnTo>
                  <a:lnTo>
                    <a:pt x="855" y="1445"/>
                  </a:lnTo>
                  <a:lnTo>
                    <a:pt x="912" y="1316"/>
                  </a:lnTo>
                  <a:lnTo>
                    <a:pt x="1014" y="837"/>
                  </a:lnTo>
                  <a:lnTo>
                    <a:pt x="1336" y="853"/>
                  </a:lnTo>
                  <a:lnTo>
                    <a:pt x="1417" y="778"/>
                  </a:lnTo>
                  <a:lnTo>
                    <a:pt x="1366" y="578"/>
                  </a:lnTo>
                  <a:lnTo>
                    <a:pt x="1335" y="536"/>
                  </a:lnTo>
                  <a:lnTo>
                    <a:pt x="1343" y="393"/>
                  </a:lnTo>
                  <a:lnTo>
                    <a:pt x="1468" y="65"/>
                  </a:lnTo>
                  <a:lnTo>
                    <a:pt x="1523" y="0"/>
                  </a:lnTo>
                  <a:lnTo>
                    <a:pt x="1561" y="0"/>
                  </a:lnTo>
                  <a:lnTo>
                    <a:pt x="1721" y="189"/>
                  </a:lnTo>
                  <a:lnTo>
                    <a:pt x="1776" y="432"/>
                  </a:lnTo>
                  <a:lnTo>
                    <a:pt x="1778" y="634"/>
                  </a:lnTo>
                  <a:lnTo>
                    <a:pt x="1758" y="666"/>
                  </a:lnTo>
                  <a:lnTo>
                    <a:pt x="1737" y="778"/>
                  </a:lnTo>
                  <a:lnTo>
                    <a:pt x="1761" y="857"/>
                  </a:lnTo>
                  <a:lnTo>
                    <a:pt x="1822" y="922"/>
                  </a:lnTo>
                  <a:lnTo>
                    <a:pt x="1929" y="99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l1161"/>
            <p:cNvSpPr/>
            <p:nvPr/>
          </p:nvSpPr>
          <p:spPr>
            <a:xfrm>
              <a:off x="4649112" y="5689399"/>
              <a:ext cx="532" cy="330"/>
            </a:xfrm>
            <a:custGeom>
              <a:avLst/>
              <a:pathLst>
                <a:path w="532" h="330">
                  <a:moveTo>
                    <a:pt x="518" y="203"/>
                  </a:moveTo>
                  <a:lnTo>
                    <a:pt x="311" y="330"/>
                  </a:lnTo>
                  <a:lnTo>
                    <a:pt x="78" y="267"/>
                  </a:lnTo>
                  <a:lnTo>
                    <a:pt x="0" y="190"/>
                  </a:lnTo>
                  <a:lnTo>
                    <a:pt x="9" y="145"/>
                  </a:lnTo>
                  <a:lnTo>
                    <a:pt x="173" y="21"/>
                  </a:lnTo>
                  <a:lnTo>
                    <a:pt x="369" y="0"/>
                  </a:lnTo>
                  <a:lnTo>
                    <a:pt x="455" y="57"/>
                  </a:lnTo>
                  <a:lnTo>
                    <a:pt x="527" y="180"/>
                  </a:lnTo>
                  <a:lnTo>
                    <a:pt x="532" y="194"/>
                  </a:lnTo>
                  <a:lnTo>
                    <a:pt x="518" y="20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l1162"/>
            <p:cNvSpPr/>
            <p:nvPr/>
          </p:nvSpPr>
          <p:spPr>
            <a:xfrm>
              <a:off x="4648694" y="5688890"/>
              <a:ext cx="423" cy="477"/>
            </a:xfrm>
            <a:custGeom>
              <a:avLst/>
              <a:pathLst>
                <a:path w="423" h="477">
                  <a:moveTo>
                    <a:pt x="418" y="190"/>
                  </a:moveTo>
                  <a:lnTo>
                    <a:pt x="322" y="477"/>
                  </a:lnTo>
                  <a:lnTo>
                    <a:pt x="219" y="384"/>
                  </a:lnTo>
                  <a:lnTo>
                    <a:pt x="110" y="248"/>
                  </a:lnTo>
                  <a:lnTo>
                    <a:pt x="0" y="76"/>
                  </a:lnTo>
                  <a:lnTo>
                    <a:pt x="1" y="39"/>
                  </a:lnTo>
                  <a:lnTo>
                    <a:pt x="26" y="19"/>
                  </a:lnTo>
                  <a:lnTo>
                    <a:pt x="140" y="0"/>
                  </a:lnTo>
                  <a:lnTo>
                    <a:pt x="323" y="71"/>
                  </a:lnTo>
                  <a:lnTo>
                    <a:pt x="423" y="139"/>
                  </a:lnTo>
                  <a:lnTo>
                    <a:pt x="418" y="19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l1163"/>
            <p:cNvSpPr/>
            <p:nvPr/>
          </p:nvSpPr>
          <p:spPr>
            <a:xfrm>
              <a:off x="4650859" y="5688540"/>
              <a:ext cx="489" cy="272"/>
            </a:xfrm>
            <a:custGeom>
              <a:avLst/>
              <a:pathLst>
                <a:path w="489" h="272">
                  <a:moveTo>
                    <a:pt x="448" y="151"/>
                  </a:moveTo>
                  <a:lnTo>
                    <a:pt x="148" y="272"/>
                  </a:lnTo>
                  <a:lnTo>
                    <a:pt x="29" y="234"/>
                  </a:lnTo>
                  <a:lnTo>
                    <a:pt x="0" y="177"/>
                  </a:lnTo>
                  <a:lnTo>
                    <a:pt x="3" y="127"/>
                  </a:lnTo>
                  <a:lnTo>
                    <a:pt x="57" y="39"/>
                  </a:lnTo>
                  <a:lnTo>
                    <a:pt x="230" y="0"/>
                  </a:lnTo>
                  <a:lnTo>
                    <a:pt x="462" y="34"/>
                  </a:lnTo>
                  <a:lnTo>
                    <a:pt x="489" y="68"/>
                  </a:lnTo>
                  <a:lnTo>
                    <a:pt x="448" y="15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l1164"/>
            <p:cNvSpPr/>
            <p:nvPr/>
          </p:nvSpPr>
          <p:spPr>
            <a:xfrm>
              <a:off x="4648300" y="5688031"/>
              <a:ext cx="418" cy="393"/>
            </a:xfrm>
            <a:custGeom>
              <a:avLst/>
              <a:pathLst>
                <a:path w="418" h="393">
                  <a:moveTo>
                    <a:pt x="335" y="285"/>
                  </a:moveTo>
                  <a:lnTo>
                    <a:pt x="10" y="393"/>
                  </a:lnTo>
                  <a:lnTo>
                    <a:pt x="0" y="299"/>
                  </a:lnTo>
                  <a:lnTo>
                    <a:pt x="65" y="9"/>
                  </a:lnTo>
                  <a:lnTo>
                    <a:pt x="268" y="0"/>
                  </a:lnTo>
                  <a:lnTo>
                    <a:pt x="418" y="77"/>
                  </a:lnTo>
                  <a:lnTo>
                    <a:pt x="335" y="28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l1165"/>
            <p:cNvSpPr/>
            <p:nvPr/>
          </p:nvSpPr>
          <p:spPr>
            <a:xfrm>
              <a:off x="4645559" y="5687370"/>
              <a:ext cx="723" cy="823"/>
            </a:xfrm>
            <a:custGeom>
              <a:avLst/>
              <a:pathLst>
                <a:path w="723" h="823">
                  <a:moveTo>
                    <a:pt x="719" y="651"/>
                  </a:moveTo>
                  <a:lnTo>
                    <a:pt x="704" y="697"/>
                  </a:lnTo>
                  <a:lnTo>
                    <a:pt x="487" y="647"/>
                  </a:lnTo>
                  <a:lnTo>
                    <a:pt x="317" y="694"/>
                  </a:lnTo>
                  <a:lnTo>
                    <a:pt x="247" y="746"/>
                  </a:lnTo>
                  <a:lnTo>
                    <a:pt x="187" y="823"/>
                  </a:lnTo>
                  <a:lnTo>
                    <a:pt x="65" y="727"/>
                  </a:lnTo>
                  <a:lnTo>
                    <a:pt x="20" y="647"/>
                  </a:lnTo>
                  <a:lnTo>
                    <a:pt x="0" y="479"/>
                  </a:lnTo>
                  <a:lnTo>
                    <a:pt x="18" y="442"/>
                  </a:lnTo>
                  <a:lnTo>
                    <a:pt x="116" y="419"/>
                  </a:lnTo>
                  <a:lnTo>
                    <a:pt x="210" y="362"/>
                  </a:lnTo>
                  <a:lnTo>
                    <a:pt x="278" y="86"/>
                  </a:lnTo>
                  <a:lnTo>
                    <a:pt x="149" y="39"/>
                  </a:lnTo>
                  <a:lnTo>
                    <a:pt x="140" y="24"/>
                  </a:lnTo>
                  <a:lnTo>
                    <a:pt x="187" y="0"/>
                  </a:lnTo>
                  <a:lnTo>
                    <a:pt x="339" y="37"/>
                  </a:lnTo>
                  <a:lnTo>
                    <a:pt x="723" y="393"/>
                  </a:lnTo>
                  <a:lnTo>
                    <a:pt x="719" y="65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l1166"/>
            <p:cNvSpPr/>
            <p:nvPr/>
          </p:nvSpPr>
          <p:spPr>
            <a:xfrm>
              <a:off x="4638295" y="5684519"/>
              <a:ext cx="736" cy="431"/>
            </a:xfrm>
            <a:custGeom>
              <a:avLst/>
              <a:pathLst>
                <a:path w="736" h="431">
                  <a:moveTo>
                    <a:pt x="670" y="431"/>
                  </a:moveTo>
                  <a:lnTo>
                    <a:pt x="556" y="428"/>
                  </a:lnTo>
                  <a:lnTo>
                    <a:pt x="224" y="271"/>
                  </a:lnTo>
                  <a:lnTo>
                    <a:pt x="67" y="141"/>
                  </a:lnTo>
                  <a:lnTo>
                    <a:pt x="0" y="87"/>
                  </a:lnTo>
                  <a:lnTo>
                    <a:pt x="15" y="26"/>
                  </a:lnTo>
                  <a:lnTo>
                    <a:pt x="56" y="0"/>
                  </a:lnTo>
                  <a:lnTo>
                    <a:pt x="207" y="46"/>
                  </a:lnTo>
                  <a:lnTo>
                    <a:pt x="329" y="110"/>
                  </a:lnTo>
                  <a:lnTo>
                    <a:pt x="650" y="301"/>
                  </a:lnTo>
                  <a:lnTo>
                    <a:pt x="736" y="389"/>
                  </a:lnTo>
                  <a:lnTo>
                    <a:pt x="713" y="419"/>
                  </a:lnTo>
                  <a:lnTo>
                    <a:pt x="670" y="43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l1167"/>
            <p:cNvSpPr/>
            <p:nvPr/>
          </p:nvSpPr>
          <p:spPr>
            <a:xfrm>
              <a:off x="4633408" y="5683215"/>
              <a:ext cx="322" cy="470"/>
            </a:xfrm>
            <a:custGeom>
              <a:avLst/>
              <a:pathLst>
                <a:path w="322" h="470">
                  <a:moveTo>
                    <a:pt x="134" y="465"/>
                  </a:moveTo>
                  <a:lnTo>
                    <a:pt x="67" y="470"/>
                  </a:lnTo>
                  <a:lnTo>
                    <a:pt x="25" y="365"/>
                  </a:lnTo>
                  <a:lnTo>
                    <a:pt x="0" y="196"/>
                  </a:lnTo>
                  <a:lnTo>
                    <a:pt x="7" y="151"/>
                  </a:lnTo>
                  <a:lnTo>
                    <a:pt x="111" y="21"/>
                  </a:lnTo>
                  <a:lnTo>
                    <a:pt x="151" y="0"/>
                  </a:lnTo>
                  <a:lnTo>
                    <a:pt x="309" y="52"/>
                  </a:lnTo>
                  <a:lnTo>
                    <a:pt x="322" y="99"/>
                  </a:lnTo>
                  <a:lnTo>
                    <a:pt x="322" y="186"/>
                  </a:lnTo>
                  <a:lnTo>
                    <a:pt x="301" y="240"/>
                  </a:lnTo>
                  <a:lnTo>
                    <a:pt x="159" y="439"/>
                  </a:lnTo>
                  <a:lnTo>
                    <a:pt x="134" y="46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l1168"/>
            <p:cNvSpPr/>
            <p:nvPr/>
          </p:nvSpPr>
          <p:spPr>
            <a:xfrm>
              <a:off x="4657149" y="5686184"/>
              <a:ext cx="430" cy="646"/>
            </a:xfrm>
            <a:custGeom>
              <a:avLst/>
              <a:pathLst>
                <a:path w="430" h="646">
                  <a:moveTo>
                    <a:pt x="253" y="603"/>
                  </a:moveTo>
                  <a:lnTo>
                    <a:pt x="137" y="646"/>
                  </a:lnTo>
                  <a:lnTo>
                    <a:pt x="115" y="638"/>
                  </a:lnTo>
                  <a:lnTo>
                    <a:pt x="15" y="327"/>
                  </a:lnTo>
                  <a:lnTo>
                    <a:pt x="0" y="234"/>
                  </a:lnTo>
                  <a:lnTo>
                    <a:pt x="21" y="153"/>
                  </a:lnTo>
                  <a:lnTo>
                    <a:pt x="110" y="0"/>
                  </a:lnTo>
                  <a:lnTo>
                    <a:pt x="210" y="6"/>
                  </a:lnTo>
                  <a:lnTo>
                    <a:pt x="390" y="214"/>
                  </a:lnTo>
                  <a:lnTo>
                    <a:pt x="430" y="488"/>
                  </a:lnTo>
                  <a:lnTo>
                    <a:pt x="253" y="60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l1169"/>
            <p:cNvSpPr/>
            <p:nvPr/>
          </p:nvSpPr>
          <p:spPr>
            <a:xfrm>
              <a:off x="4643339" y="5683545"/>
              <a:ext cx="1060" cy="1144"/>
            </a:xfrm>
            <a:custGeom>
              <a:avLst/>
              <a:pathLst>
                <a:path w="1060" h="1144">
                  <a:moveTo>
                    <a:pt x="1060" y="1034"/>
                  </a:moveTo>
                  <a:lnTo>
                    <a:pt x="1053" y="1081"/>
                  </a:lnTo>
                  <a:lnTo>
                    <a:pt x="1027" y="1117"/>
                  </a:lnTo>
                  <a:lnTo>
                    <a:pt x="961" y="1144"/>
                  </a:lnTo>
                  <a:lnTo>
                    <a:pt x="765" y="1132"/>
                  </a:lnTo>
                  <a:lnTo>
                    <a:pt x="748" y="1117"/>
                  </a:lnTo>
                  <a:lnTo>
                    <a:pt x="724" y="1057"/>
                  </a:lnTo>
                  <a:lnTo>
                    <a:pt x="633" y="989"/>
                  </a:lnTo>
                  <a:lnTo>
                    <a:pt x="515" y="1011"/>
                  </a:lnTo>
                  <a:lnTo>
                    <a:pt x="333" y="993"/>
                  </a:lnTo>
                  <a:lnTo>
                    <a:pt x="0" y="900"/>
                  </a:lnTo>
                  <a:lnTo>
                    <a:pt x="218" y="361"/>
                  </a:lnTo>
                  <a:lnTo>
                    <a:pt x="345" y="243"/>
                  </a:lnTo>
                  <a:lnTo>
                    <a:pt x="614" y="118"/>
                  </a:lnTo>
                  <a:lnTo>
                    <a:pt x="842" y="39"/>
                  </a:lnTo>
                  <a:lnTo>
                    <a:pt x="1024" y="0"/>
                  </a:lnTo>
                  <a:lnTo>
                    <a:pt x="1030" y="18"/>
                  </a:lnTo>
                  <a:lnTo>
                    <a:pt x="879" y="611"/>
                  </a:lnTo>
                  <a:lnTo>
                    <a:pt x="910" y="794"/>
                  </a:lnTo>
                  <a:lnTo>
                    <a:pt x="999" y="879"/>
                  </a:lnTo>
                  <a:lnTo>
                    <a:pt x="1038" y="946"/>
                  </a:lnTo>
                  <a:lnTo>
                    <a:pt x="1060" y="103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l1170"/>
            <p:cNvSpPr/>
            <p:nvPr/>
          </p:nvSpPr>
          <p:spPr>
            <a:xfrm>
              <a:off x="4653835" y="5684086"/>
              <a:ext cx="1130" cy="1916"/>
            </a:xfrm>
            <a:custGeom>
              <a:avLst/>
              <a:pathLst>
                <a:path w="1130" h="1916">
                  <a:moveTo>
                    <a:pt x="760" y="433"/>
                  </a:moveTo>
                  <a:lnTo>
                    <a:pt x="712" y="484"/>
                  </a:lnTo>
                  <a:lnTo>
                    <a:pt x="682" y="476"/>
                  </a:lnTo>
                  <a:lnTo>
                    <a:pt x="629" y="426"/>
                  </a:lnTo>
                  <a:lnTo>
                    <a:pt x="535" y="435"/>
                  </a:lnTo>
                  <a:lnTo>
                    <a:pt x="487" y="478"/>
                  </a:lnTo>
                  <a:lnTo>
                    <a:pt x="449" y="684"/>
                  </a:lnTo>
                  <a:lnTo>
                    <a:pt x="468" y="827"/>
                  </a:lnTo>
                  <a:lnTo>
                    <a:pt x="561" y="1051"/>
                  </a:lnTo>
                  <a:lnTo>
                    <a:pt x="705" y="1207"/>
                  </a:lnTo>
                  <a:lnTo>
                    <a:pt x="838" y="1238"/>
                  </a:lnTo>
                  <a:lnTo>
                    <a:pt x="908" y="1175"/>
                  </a:lnTo>
                  <a:lnTo>
                    <a:pt x="974" y="1141"/>
                  </a:lnTo>
                  <a:lnTo>
                    <a:pt x="1071" y="1119"/>
                  </a:lnTo>
                  <a:lnTo>
                    <a:pt x="1098" y="1160"/>
                  </a:lnTo>
                  <a:lnTo>
                    <a:pt x="1130" y="1226"/>
                  </a:lnTo>
                  <a:lnTo>
                    <a:pt x="1118" y="1337"/>
                  </a:lnTo>
                  <a:lnTo>
                    <a:pt x="1099" y="1375"/>
                  </a:lnTo>
                  <a:lnTo>
                    <a:pt x="1075" y="1399"/>
                  </a:lnTo>
                  <a:lnTo>
                    <a:pt x="1052" y="1397"/>
                  </a:lnTo>
                  <a:lnTo>
                    <a:pt x="983" y="1350"/>
                  </a:lnTo>
                  <a:lnTo>
                    <a:pt x="903" y="1291"/>
                  </a:lnTo>
                  <a:lnTo>
                    <a:pt x="845" y="1302"/>
                  </a:lnTo>
                  <a:lnTo>
                    <a:pt x="813" y="1330"/>
                  </a:lnTo>
                  <a:lnTo>
                    <a:pt x="791" y="1385"/>
                  </a:lnTo>
                  <a:lnTo>
                    <a:pt x="767" y="1478"/>
                  </a:lnTo>
                  <a:lnTo>
                    <a:pt x="737" y="1501"/>
                  </a:lnTo>
                  <a:lnTo>
                    <a:pt x="698" y="1489"/>
                  </a:lnTo>
                  <a:lnTo>
                    <a:pt x="527" y="1478"/>
                  </a:lnTo>
                  <a:lnTo>
                    <a:pt x="417" y="1531"/>
                  </a:lnTo>
                  <a:lnTo>
                    <a:pt x="321" y="1595"/>
                  </a:lnTo>
                  <a:lnTo>
                    <a:pt x="248" y="1668"/>
                  </a:lnTo>
                  <a:lnTo>
                    <a:pt x="231" y="1721"/>
                  </a:lnTo>
                  <a:lnTo>
                    <a:pt x="222" y="1854"/>
                  </a:lnTo>
                  <a:lnTo>
                    <a:pt x="203" y="1899"/>
                  </a:lnTo>
                  <a:lnTo>
                    <a:pt x="101" y="1916"/>
                  </a:lnTo>
                  <a:lnTo>
                    <a:pt x="18" y="1866"/>
                  </a:lnTo>
                  <a:lnTo>
                    <a:pt x="14" y="1845"/>
                  </a:lnTo>
                  <a:lnTo>
                    <a:pt x="36" y="1768"/>
                  </a:lnTo>
                  <a:lnTo>
                    <a:pt x="90" y="1627"/>
                  </a:lnTo>
                  <a:lnTo>
                    <a:pt x="116" y="1589"/>
                  </a:lnTo>
                  <a:lnTo>
                    <a:pt x="189" y="1566"/>
                  </a:lnTo>
                  <a:lnTo>
                    <a:pt x="312" y="1500"/>
                  </a:lnTo>
                  <a:lnTo>
                    <a:pt x="347" y="1433"/>
                  </a:lnTo>
                  <a:lnTo>
                    <a:pt x="361" y="1417"/>
                  </a:lnTo>
                  <a:lnTo>
                    <a:pt x="376" y="1370"/>
                  </a:lnTo>
                  <a:lnTo>
                    <a:pt x="376" y="1296"/>
                  </a:lnTo>
                  <a:lnTo>
                    <a:pt x="352" y="1246"/>
                  </a:lnTo>
                  <a:lnTo>
                    <a:pt x="304" y="1210"/>
                  </a:lnTo>
                  <a:lnTo>
                    <a:pt x="95" y="1133"/>
                  </a:lnTo>
                  <a:lnTo>
                    <a:pt x="30" y="1108"/>
                  </a:lnTo>
                  <a:lnTo>
                    <a:pt x="0" y="961"/>
                  </a:lnTo>
                  <a:lnTo>
                    <a:pt x="6" y="712"/>
                  </a:lnTo>
                  <a:lnTo>
                    <a:pt x="23" y="659"/>
                  </a:lnTo>
                  <a:lnTo>
                    <a:pt x="36" y="634"/>
                  </a:lnTo>
                  <a:lnTo>
                    <a:pt x="118" y="580"/>
                  </a:lnTo>
                  <a:lnTo>
                    <a:pt x="193" y="575"/>
                  </a:lnTo>
                  <a:lnTo>
                    <a:pt x="252" y="534"/>
                  </a:lnTo>
                  <a:lnTo>
                    <a:pt x="280" y="492"/>
                  </a:lnTo>
                  <a:lnTo>
                    <a:pt x="303" y="388"/>
                  </a:lnTo>
                  <a:lnTo>
                    <a:pt x="259" y="355"/>
                  </a:lnTo>
                  <a:lnTo>
                    <a:pt x="261" y="313"/>
                  </a:lnTo>
                  <a:lnTo>
                    <a:pt x="605" y="0"/>
                  </a:lnTo>
                  <a:lnTo>
                    <a:pt x="643" y="6"/>
                  </a:lnTo>
                  <a:lnTo>
                    <a:pt x="703" y="116"/>
                  </a:lnTo>
                  <a:lnTo>
                    <a:pt x="760" y="43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l1171"/>
            <p:cNvSpPr/>
            <p:nvPr/>
          </p:nvSpPr>
          <p:spPr>
            <a:xfrm>
              <a:off x="4654310" y="5682093"/>
              <a:ext cx="1785" cy="1273"/>
            </a:xfrm>
            <a:custGeom>
              <a:avLst/>
              <a:pathLst>
                <a:path w="1785" h="1273">
                  <a:moveTo>
                    <a:pt x="1417" y="280"/>
                  </a:moveTo>
                  <a:lnTo>
                    <a:pt x="1382" y="286"/>
                  </a:lnTo>
                  <a:lnTo>
                    <a:pt x="1335" y="295"/>
                  </a:lnTo>
                  <a:lnTo>
                    <a:pt x="1295" y="271"/>
                  </a:lnTo>
                  <a:lnTo>
                    <a:pt x="1276" y="284"/>
                  </a:lnTo>
                  <a:lnTo>
                    <a:pt x="1267" y="303"/>
                  </a:lnTo>
                  <a:lnTo>
                    <a:pt x="1268" y="367"/>
                  </a:lnTo>
                  <a:lnTo>
                    <a:pt x="1306" y="496"/>
                  </a:lnTo>
                  <a:lnTo>
                    <a:pt x="1333" y="555"/>
                  </a:lnTo>
                  <a:lnTo>
                    <a:pt x="1403" y="608"/>
                  </a:lnTo>
                  <a:lnTo>
                    <a:pt x="1499" y="658"/>
                  </a:lnTo>
                  <a:lnTo>
                    <a:pt x="1576" y="656"/>
                  </a:lnTo>
                  <a:lnTo>
                    <a:pt x="1655" y="639"/>
                  </a:lnTo>
                  <a:lnTo>
                    <a:pt x="1673" y="643"/>
                  </a:lnTo>
                  <a:lnTo>
                    <a:pt x="1775" y="770"/>
                  </a:lnTo>
                  <a:lnTo>
                    <a:pt x="1785" y="809"/>
                  </a:lnTo>
                  <a:lnTo>
                    <a:pt x="1763" y="849"/>
                  </a:lnTo>
                  <a:lnTo>
                    <a:pt x="1516" y="946"/>
                  </a:lnTo>
                  <a:lnTo>
                    <a:pt x="1445" y="1020"/>
                  </a:lnTo>
                  <a:lnTo>
                    <a:pt x="1433" y="1026"/>
                  </a:lnTo>
                  <a:lnTo>
                    <a:pt x="1408" y="1041"/>
                  </a:lnTo>
                  <a:lnTo>
                    <a:pt x="1046" y="1168"/>
                  </a:lnTo>
                  <a:lnTo>
                    <a:pt x="482" y="1273"/>
                  </a:lnTo>
                  <a:lnTo>
                    <a:pt x="361" y="1253"/>
                  </a:lnTo>
                  <a:lnTo>
                    <a:pt x="115" y="1072"/>
                  </a:lnTo>
                  <a:lnTo>
                    <a:pt x="0" y="705"/>
                  </a:lnTo>
                  <a:lnTo>
                    <a:pt x="0" y="674"/>
                  </a:lnTo>
                  <a:lnTo>
                    <a:pt x="7" y="648"/>
                  </a:lnTo>
                  <a:lnTo>
                    <a:pt x="46" y="604"/>
                  </a:lnTo>
                  <a:lnTo>
                    <a:pt x="250" y="638"/>
                  </a:lnTo>
                  <a:lnTo>
                    <a:pt x="441" y="606"/>
                  </a:lnTo>
                  <a:lnTo>
                    <a:pt x="544" y="589"/>
                  </a:lnTo>
                  <a:lnTo>
                    <a:pt x="564" y="535"/>
                  </a:lnTo>
                  <a:lnTo>
                    <a:pt x="558" y="480"/>
                  </a:lnTo>
                  <a:lnTo>
                    <a:pt x="534" y="461"/>
                  </a:lnTo>
                  <a:lnTo>
                    <a:pt x="451" y="427"/>
                  </a:lnTo>
                  <a:lnTo>
                    <a:pt x="340" y="366"/>
                  </a:lnTo>
                  <a:lnTo>
                    <a:pt x="284" y="349"/>
                  </a:lnTo>
                  <a:lnTo>
                    <a:pt x="272" y="327"/>
                  </a:lnTo>
                  <a:lnTo>
                    <a:pt x="295" y="253"/>
                  </a:lnTo>
                  <a:lnTo>
                    <a:pt x="411" y="214"/>
                  </a:lnTo>
                  <a:lnTo>
                    <a:pt x="638" y="267"/>
                  </a:lnTo>
                  <a:lnTo>
                    <a:pt x="717" y="326"/>
                  </a:lnTo>
                  <a:lnTo>
                    <a:pt x="748" y="350"/>
                  </a:lnTo>
                  <a:lnTo>
                    <a:pt x="871" y="413"/>
                  </a:lnTo>
                  <a:lnTo>
                    <a:pt x="1006" y="378"/>
                  </a:lnTo>
                  <a:lnTo>
                    <a:pt x="1112" y="348"/>
                  </a:lnTo>
                  <a:lnTo>
                    <a:pt x="1135" y="310"/>
                  </a:lnTo>
                  <a:lnTo>
                    <a:pt x="1136" y="278"/>
                  </a:lnTo>
                  <a:lnTo>
                    <a:pt x="1130" y="229"/>
                  </a:lnTo>
                  <a:lnTo>
                    <a:pt x="1093" y="219"/>
                  </a:lnTo>
                  <a:lnTo>
                    <a:pt x="1072" y="173"/>
                  </a:lnTo>
                  <a:lnTo>
                    <a:pt x="1074" y="119"/>
                  </a:lnTo>
                  <a:lnTo>
                    <a:pt x="1096" y="84"/>
                  </a:lnTo>
                  <a:lnTo>
                    <a:pt x="1113" y="66"/>
                  </a:lnTo>
                  <a:lnTo>
                    <a:pt x="1186" y="20"/>
                  </a:lnTo>
                  <a:lnTo>
                    <a:pt x="1264" y="0"/>
                  </a:lnTo>
                  <a:lnTo>
                    <a:pt x="1453" y="90"/>
                  </a:lnTo>
                  <a:lnTo>
                    <a:pt x="1501" y="203"/>
                  </a:lnTo>
                  <a:lnTo>
                    <a:pt x="1500" y="229"/>
                  </a:lnTo>
                  <a:lnTo>
                    <a:pt x="1417" y="28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l1172"/>
            <p:cNvSpPr/>
            <p:nvPr/>
          </p:nvSpPr>
          <p:spPr>
            <a:xfrm>
              <a:off x="4639675" y="5678644"/>
              <a:ext cx="609" cy="515"/>
            </a:xfrm>
            <a:custGeom>
              <a:avLst/>
              <a:pathLst>
                <a:path w="609" h="515">
                  <a:moveTo>
                    <a:pt x="496" y="406"/>
                  </a:moveTo>
                  <a:lnTo>
                    <a:pt x="605" y="451"/>
                  </a:lnTo>
                  <a:lnTo>
                    <a:pt x="609" y="457"/>
                  </a:lnTo>
                  <a:lnTo>
                    <a:pt x="607" y="479"/>
                  </a:lnTo>
                  <a:lnTo>
                    <a:pt x="572" y="493"/>
                  </a:lnTo>
                  <a:lnTo>
                    <a:pt x="535" y="515"/>
                  </a:lnTo>
                  <a:lnTo>
                    <a:pt x="505" y="511"/>
                  </a:lnTo>
                  <a:lnTo>
                    <a:pt x="483" y="495"/>
                  </a:lnTo>
                  <a:lnTo>
                    <a:pt x="454" y="454"/>
                  </a:lnTo>
                  <a:lnTo>
                    <a:pt x="448" y="428"/>
                  </a:lnTo>
                  <a:lnTo>
                    <a:pt x="434" y="406"/>
                  </a:lnTo>
                  <a:lnTo>
                    <a:pt x="420" y="400"/>
                  </a:lnTo>
                  <a:lnTo>
                    <a:pt x="383" y="396"/>
                  </a:lnTo>
                  <a:lnTo>
                    <a:pt x="114" y="403"/>
                  </a:lnTo>
                  <a:lnTo>
                    <a:pt x="4" y="386"/>
                  </a:lnTo>
                  <a:lnTo>
                    <a:pt x="0" y="369"/>
                  </a:lnTo>
                  <a:lnTo>
                    <a:pt x="91" y="145"/>
                  </a:lnTo>
                  <a:lnTo>
                    <a:pt x="161" y="101"/>
                  </a:lnTo>
                  <a:lnTo>
                    <a:pt x="205" y="70"/>
                  </a:lnTo>
                  <a:lnTo>
                    <a:pt x="260" y="21"/>
                  </a:lnTo>
                  <a:lnTo>
                    <a:pt x="297" y="0"/>
                  </a:lnTo>
                  <a:lnTo>
                    <a:pt x="308" y="0"/>
                  </a:lnTo>
                  <a:lnTo>
                    <a:pt x="320" y="14"/>
                  </a:lnTo>
                  <a:lnTo>
                    <a:pt x="314" y="25"/>
                  </a:lnTo>
                  <a:lnTo>
                    <a:pt x="298" y="58"/>
                  </a:lnTo>
                  <a:lnTo>
                    <a:pt x="269" y="104"/>
                  </a:lnTo>
                  <a:lnTo>
                    <a:pt x="253" y="131"/>
                  </a:lnTo>
                  <a:lnTo>
                    <a:pt x="352" y="289"/>
                  </a:lnTo>
                  <a:lnTo>
                    <a:pt x="433" y="364"/>
                  </a:lnTo>
                  <a:lnTo>
                    <a:pt x="496" y="4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l1173"/>
            <p:cNvSpPr/>
            <p:nvPr/>
          </p:nvSpPr>
          <p:spPr>
            <a:xfrm>
              <a:off x="4652562" y="5679515"/>
              <a:ext cx="501" cy="1238"/>
            </a:xfrm>
            <a:custGeom>
              <a:avLst/>
              <a:pathLst>
                <a:path w="501" h="1238">
                  <a:moveTo>
                    <a:pt x="319" y="1222"/>
                  </a:moveTo>
                  <a:lnTo>
                    <a:pt x="238" y="1238"/>
                  </a:lnTo>
                  <a:lnTo>
                    <a:pt x="145" y="1148"/>
                  </a:lnTo>
                  <a:lnTo>
                    <a:pt x="29" y="962"/>
                  </a:lnTo>
                  <a:lnTo>
                    <a:pt x="5" y="775"/>
                  </a:lnTo>
                  <a:lnTo>
                    <a:pt x="26" y="673"/>
                  </a:lnTo>
                  <a:lnTo>
                    <a:pt x="107" y="567"/>
                  </a:lnTo>
                  <a:lnTo>
                    <a:pt x="162" y="516"/>
                  </a:lnTo>
                  <a:lnTo>
                    <a:pt x="166" y="480"/>
                  </a:lnTo>
                  <a:lnTo>
                    <a:pt x="140" y="440"/>
                  </a:lnTo>
                  <a:lnTo>
                    <a:pt x="94" y="409"/>
                  </a:lnTo>
                  <a:lnTo>
                    <a:pt x="51" y="390"/>
                  </a:lnTo>
                  <a:lnTo>
                    <a:pt x="28" y="361"/>
                  </a:lnTo>
                  <a:lnTo>
                    <a:pt x="26" y="297"/>
                  </a:lnTo>
                  <a:lnTo>
                    <a:pt x="0" y="75"/>
                  </a:lnTo>
                  <a:lnTo>
                    <a:pt x="3" y="35"/>
                  </a:lnTo>
                  <a:lnTo>
                    <a:pt x="11" y="22"/>
                  </a:lnTo>
                  <a:lnTo>
                    <a:pt x="38" y="3"/>
                  </a:lnTo>
                  <a:lnTo>
                    <a:pt x="93" y="0"/>
                  </a:lnTo>
                  <a:lnTo>
                    <a:pt x="248" y="16"/>
                  </a:lnTo>
                  <a:lnTo>
                    <a:pt x="345" y="27"/>
                  </a:lnTo>
                  <a:lnTo>
                    <a:pt x="365" y="38"/>
                  </a:lnTo>
                  <a:lnTo>
                    <a:pt x="419" y="93"/>
                  </a:lnTo>
                  <a:lnTo>
                    <a:pt x="490" y="267"/>
                  </a:lnTo>
                  <a:lnTo>
                    <a:pt x="501" y="348"/>
                  </a:lnTo>
                  <a:lnTo>
                    <a:pt x="476" y="459"/>
                  </a:lnTo>
                  <a:lnTo>
                    <a:pt x="425" y="472"/>
                  </a:lnTo>
                  <a:lnTo>
                    <a:pt x="372" y="513"/>
                  </a:lnTo>
                  <a:lnTo>
                    <a:pt x="317" y="614"/>
                  </a:lnTo>
                  <a:lnTo>
                    <a:pt x="305" y="685"/>
                  </a:lnTo>
                  <a:lnTo>
                    <a:pt x="343" y="845"/>
                  </a:lnTo>
                  <a:lnTo>
                    <a:pt x="362" y="963"/>
                  </a:lnTo>
                  <a:lnTo>
                    <a:pt x="350" y="1016"/>
                  </a:lnTo>
                  <a:lnTo>
                    <a:pt x="319" y="122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l1174"/>
            <p:cNvSpPr/>
            <p:nvPr/>
          </p:nvSpPr>
          <p:spPr>
            <a:xfrm>
              <a:off x="4752017" y="5693791"/>
              <a:ext cx="893" cy="602"/>
            </a:xfrm>
            <a:custGeom>
              <a:avLst/>
              <a:pathLst>
                <a:path w="893" h="602">
                  <a:moveTo>
                    <a:pt x="326" y="558"/>
                  </a:moveTo>
                  <a:lnTo>
                    <a:pt x="199" y="602"/>
                  </a:lnTo>
                  <a:lnTo>
                    <a:pt x="189" y="592"/>
                  </a:lnTo>
                  <a:lnTo>
                    <a:pt x="103" y="488"/>
                  </a:lnTo>
                  <a:lnTo>
                    <a:pt x="0" y="236"/>
                  </a:lnTo>
                  <a:lnTo>
                    <a:pt x="0" y="203"/>
                  </a:lnTo>
                  <a:lnTo>
                    <a:pt x="15" y="141"/>
                  </a:lnTo>
                  <a:lnTo>
                    <a:pt x="312" y="0"/>
                  </a:lnTo>
                  <a:lnTo>
                    <a:pt x="356" y="4"/>
                  </a:lnTo>
                  <a:lnTo>
                    <a:pt x="482" y="58"/>
                  </a:lnTo>
                  <a:lnTo>
                    <a:pt x="796" y="215"/>
                  </a:lnTo>
                  <a:lnTo>
                    <a:pt x="893" y="303"/>
                  </a:lnTo>
                  <a:lnTo>
                    <a:pt x="326" y="55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l1175"/>
            <p:cNvSpPr/>
            <p:nvPr/>
          </p:nvSpPr>
          <p:spPr>
            <a:xfrm>
              <a:off x="4659311" y="5678432"/>
              <a:ext cx="506" cy="623"/>
            </a:xfrm>
            <a:custGeom>
              <a:avLst/>
              <a:pathLst>
                <a:path w="506" h="623">
                  <a:moveTo>
                    <a:pt x="368" y="480"/>
                  </a:moveTo>
                  <a:lnTo>
                    <a:pt x="404" y="498"/>
                  </a:lnTo>
                  <a:lnTo>
                    <a:pt x="449" y="488"/>
                  </a:lnTo>
                  <a:lnTo>
                    <a:pt x="470" y="487"/>
                  </a:lnTo>
                  <a:lnTo>
                    <a:pt x="505" y="514"/>
                  </a:lnTo>
                  <a:lnTo>
                    <a:pt x="506" y="544"/>
                  </a:lnTo>
                  <a:lnTo>
                    <a:pt x="461" y="584"/>
                  </a:lnTo>
                  <a:lnTo>
                    <a:pt x="231" y="623"/>
                  </a:lnTo>
                  <a:lnTo>
                    <a:pt x="203" y="585"/>
                  </a:lnTo>
                  <a:lnTo>
                    <a:pt x="134" y="421"/>
                  </a:lnTo>
                  <a:lnTo>
                    <a:pt x="135" y="412"/>
                  </a:lnTo>
                  <a:lnTo>
                    <a:pt x="137" y="345"/>
                  </a:lnTo>
                  <a:lnTo>
                    <a:pt x="133" y="283"/>
                  </a:lnTo>
                  <a:lnTo>
                    <a:pt x="120" y="230"/>
                  </a:lnTo>
                  <a:lnTo>
                    <a:pt x="82" y="135"/>
                  </a:lnTo>
                  <a:lnTo>
                    <a:pt x="24" y="122"/>
                  </a:lnTo>
                  <a:lnTo>
                    <a:pt x="6" y="114"/>
                  </a:lnTo>
                  <a:lnTo>
                    <a:pt x="0" y="100"/>
                  </a:lnTo>
                  <a:lnTo>
                    <a:pt x="12" y="33"/>
                  </a:lnTo>
                  <a:lnTo>
                    <a:pt x="39" y="0"/>
                  </a:lnTo>
                  <a:lnTo>
                    <a:pt x="107" y="2"/>
                  </a:lnTo>
                  <a:lnTo>
                    <a:pt x="166" y="41"/>
                  </a:lnTo>
                  <a:lnTo>
                    <a:pt x="204" y="93"/>
                  </a:lnTo>
                  <a:lnTo>
                    <a:pt x="212" y="112"/>
                  </a:lnTo>
                  <a:lnTo>
                    <a:pt x="215" y="148"/>
                  </a:lnTo>
                  <a:lnTo>
                    <a:pt x="281" y="314"/>
                  </a:lnTo>
                  <a:lnTo>
                    <a:pt x="299" y="400"/>
                  </a:lnTo>
                  <a:lnTo>
                    <a:pt x="311" y="425"/>
                  </a:lnTo>
                  <a:lnTo>
                    <a:pt x="368" y="48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l1176"/>
            <p:cNvSpPr/>
            <p:nvPr/>
          </p:nvSpPr>
          <p:spPr>
            <a:xfrm>
              <a:off x="4670488" y="5686509"/>
              <a:ext cx="93014" cy="182890"/>
            </a:xfrm>
            <a:custGeom>
              <a:avLst/>
              <a:pathLst>
                <a:path w="93014" h="182890">
                  <a:moveTo>
                    <a:pt x="73452" y="335"/>
                  </a:moveTo>
                  <a:lnTo>
                    <a:pt x="73468" y="384"/>
                  </a:lnTo>
                  <a:lnTo>
                    <a:pt x="73706" y="423"/>
                  </a:lnTo>
                  <a:lnTo>
                    <a:pt x="73810" y="443"/>
                  </a:lnTo>
                  <a:lnTo>
                    <a:pt x="73826" y="448"/>
                  </a:lnTo>
                  <a:lnTo>
                    <a:pt x="73876" y="472"/>
                  </a:lnTo>
                  <a:lnTo>
                    <a:pt x="73909" y="488"/>
                  </a:lnTo>
                  <a:lnTo>
                    <a:pt x="73980" y="525"/>
                  </a:lnTo>
                  <a:lnTo>
                    <a:pt x="74020" y="550"/>
                  </a:lnTo>
                  <a:lnTo>
                    <a:pt x="74038" y="562"/>
                  </a:lnTo>
                  <a:lnTo>
                    <a:pt x="74122" y="615"/>
                  </a:lnTo>
                  <a:lnTo>
                    <a:pt x="74311" y="743"/>
                  </a:lnTo>
                  <a:lnTo>
                    <a:pt x="74871" y="1122"/>
                  </a:lnTo>
                  <a:lnTo>
                    <a:pt x="74922" y="1159"/>
                  </a:lnTo>
                  <a:lnTo>
                    <a:pt x="74942" y="1176"/>
                  </a:lnTo>
                  <a:lnTo>
                    <a:pt x="74965" y="1198"/>
                  </a:lnTo>
                  <a:lnTo>
                    <a:pt x="75138" y="1377"/>
                  </a:lnTo>
                  <a:lnTo>
                    <a:pt x="75303" y="1548"/>
                  </a:lnTo>
                  <a:lnTo>
                    <a:pt x="75335" y="1586"/>
                  </a:lnTo>
                  <a:lnTo>
                    <a:pt x="75368" y="1623"/>
                  </a:lnTo>
                  <a:lnTo>
                    <a:pt x="75378" y="1636"/>
                  </a:lnTo>
                  <a:lnTo>
                    <a:pt x="75509" y="1830"/>
                  </a:lnTo>
                  <a:lnTo>
                    <a:pt x="75548" y="1888"/>
                  </a:lnTo>
                  <a:lnTo>
                    <a:pt x="75661" y="2138"/>
                  </a:lnTo>
                  <a:lnTo>
                    <a:pt x="75672" y="2164"/>
                  </a:lnTo>
                  <a:lnTo>
                    <a:pt x="75674" y="2173"/>
                  </a:lnTo>
                  <a:lnTo>
                    <a:pt x="75742" y="2586"/>
                  </a:lnTo>
                  <a:lnTo>
                    <a:pt x="75743" y="2594"/>
                  </a:lnTo>
                  <a:lnTo>
                    <a:pt x="75744" y="2603"/>
                  </a:lnTo>
                  <a:lnTo>
                    <a:pt x="75745" y="2614"/>
                  </a:lnTo>
                  <a:lnTo>
                    <a:pt x="75745" y="2643"/>
                  </a:lnTo>
                  <a:lnTo>
                    <a:pt x="75727" y="2909"/>
                  </a:lnTo>
                  <a:lnTo>
                    <a:pt x="75726" y="2929"/>
                  </a:lnTo>
                  <a:lnTo>
                    <a:pt x="75718" y="2971"/>
                  </a:lnTo>
                  <a:lnTo>
                    <a:pt x="75714" y="2990"/>
                  </a:lnTo>
                  <a:lnTo>
                    <a:pt x="75709" y="3004"/>
                  </a:lnTo>
                  <a:lnTo>
                    <a:pt x="75703" y="3014"/>
                  </a:lnTo>
                  <a:lnTo>
                    <a:pt x="75699" y="3019"/>
                  </a:lnTo>
                  <a:lnTo>
                    <a:pt x="75696" y="3034"/>
                  </a:lnTo>
                  <a:lnTo>
                    <a:pt x="75690" y="3065"/>
                  </a:lnTo>
                  <a:lnTo>
                    <a:pt x="75686" y="3094"/>
                  </a:lnTo>
                  <a:lnTo>
                    <a:pt x="75682" y="3137"/>
                  </a:lnTo>
                  <a:lnTo>
                    <a:pt x="75687" y="3187"/>
                  </a:lnTo>
                  <a:lnTo>
                    <a:pt x="75693" y="3206"/>
                  </a:lnTo>
                  <a:lnTo>
                    <a:pt x="75717" y="3246"/>
                  </a:lnTo>
                  <a:lnTo>
                    <a:pt x="75729" y="3261"/>
                  </a:lnTo>
                  <a:lnTo>
                    <a:pt x="75781" y="3329"/>
                  </a:lnTo>
                  <a:lnTo>
                    <a:pt x="75837" y="3390"/>
                  </a:lnTo>
                  <a:lnTo>
                    <a:pt x="75975" y="3532"/>
                  </a:lnTo>
                  <a:lnTo>
                    <a:pt x="75987" y="3627"/>
                  </a:lnTo>
                  <a:lnTo>
                    <a:pt x="75966" y="3707"/>
                  </a:lnTo>
                  <a:lnTo>
                    <a:pt x="76083" y="3647"/>
                  </a:lnTo>
                  <a:lnTo>
                    <a:pt x="76097" y="3640"/>
                  </a:lnTo>
                  <a:lnTo>
                    <a:pt x="76514" y="3539"/>
                  </a:lnTo>
                  <a:lnTo>
                    <a:pt x="76521" y="3541"/>
                  </a:lnTo>
                  <a:lnTo>
                    <a:pt x="76526" y="3544"/>
                  </a:lnTo>
                  <a:lnTo>
                    <a:pt x="76528" y="3551"/>
                  </a:lnTo>
                  <a:lnTo>
                    <a:pt x="76562" y="3751"/>
                  </a:lnTo>
                  <a:lnTo>
                    <a:pt x="76453" y="3984"/>
                  </a:lnTo>
                  <a:lnTo>
                    <a:pt x="76439" y="4020"/>
                  </a:lnTo>
                  <a:lnTo>
                    <a:pt x="76432" y="4054"/>
                  </a:lnTo>
                  <a:lnTo>
                    <a:pt x="76436" y="4087"/>
                  </a:lnTo>
                  <a:lnTo>
                    <a:pt x="76449" y="4123"/>
                  </a:lnTo>
                  <a:lnTo>
                    <a:pt x="76483" y="4217"/>
                  </a:lnTo>
                  <a:lnTo>
                    <a:pt x="76502" y="4256"/>
                  </a:lnTo>
                  <a:lnTo>
                    <a:pt x="76509" y="4272"/>
                  </a:lnTo>
                  <a:lnTo>
                    <a:pt x="76525" y="4303"/>
                  </a:lnTo>
                  <a:lnTo>
                    <a:pt x="76557" y="4361"/>
                  </a:lnTo>
                  <a:lnTo>
                    <a:pt x="76597" y="4425"/>
                  </a:lnTo>
                  <a:lnTo>
                    <a:pt x="76616" y="4457"/>
                  </a:lnTo>
                  <a:lnTo>
                    <a:pt x="76694" y="4570"/>
                  </a:lnTo>
                  <a:lnTo>
                    <a:pt x="76756" y="4645"/>
                  </a:lnTo>
                  <a:lnTo>
                    <a:pt x="76778" y="4670"/>
                  </a:lnTo>
                  <a:lnTo>
                    <a:pt x="76913" y="4804"/>
                  </a:lnTo>
                  <a:lnTo>
                    <a:pt x="77018" y="4899"/>
                  </a:lnTo>
                  <a:lnTo>
                    <a:pt x="77110" y="4972"/>
                  </a:lnTo>
                  <a:lnTo>
                    <a:pt x="77376" y="5160"/>
                  </a:lnTo>
                  <a:lnTo>
                    <a:pt x="77448" y="5203"/>
                  </a:lnTo>
                  <a:lnTo>
                    <a:pt x="77487" y="5213"/>
                  </a:lnTo>
                  <a:lnTo>
                    <a:pt x="77507" y="5218"/>
                  </a:lnTo>
                  <a:lnTo>
                    <a:pt x="77544" y="5220"/>
                  </a:lnTo>
                  <a:lnTo>
                    <a:pt x="77677" y="5229"/>
                  </a:lnTo>
                  <a:lnTo>
                    <a:pt x="77790" y="5236"/>
                  </a:lnTo>
                  <a:lnTo>
                    <a:pt x="78280" y="4979"/>
                  </a:lnTo>
                  <a:lnTo>
                    <a:pt x="78450" y="4879"/>
                  </a:lnTo>
                  <a:lnTo>
                    <a:pt x="78654" y="4606"/>
                  </a:lnTo>
                  <a:lnTo>
                    <a:pt x="78657" y="4593"/>
                  </a:lnTo>
                  <a:lnTo>
                    <a:pt x="78665" y="4581"/>
                  </a:lnTo>
                  <a:lnTo>
                    <a:pt x="78680" y="4565"/>
                  </a:lnTo>
                  <a:lnTo>
                    <a:pt x="78692" y="4553"/>
                  </a:lnTo>
                  <a:lnTo>
                    <a:pt x="78759" y="4493"/>
                  </a:lnTo>
                  <a:lnTo>
                    <a:pt x="78815" y="4446"/>
                  </a:lnTo>
                  <a:lnTo>
                    <a:pt x="78830" y="4437"/>
                  </a:lnTo>
                  <a:lnTo>
                    <a:pt x="78882" y="4432"/>
                  </a:lnTo>
                  <a:lnTo>
                    <a:pt x="78883" y="4442"/>
                  </a:lnTo>
                  <a:lnTo>
                    <a:pt x="78884" y="4476"/>
                  </a:lnTo>
                  <a:lnTo>
                    <a:pt x="78884" y="4526"/>
                  </a:lnTo>
                  <a:lnTo>
                    <a:pt x="78849" y="4583"/>
                  </a:lnTo>
                  <a:lnTo>
                    <a:pt x="78821" y="4629"/>
                  </a:lnTo>
                  <a:lnTo>
                    <a:pt x="78668" y="4871"/>
                  </a:lnTo>
                  <a:lnTo>
                    <a:pt x="78553" y="5151"/>
                  </a:lnTo>
                  <a:lnTo>
                    <a:pt x="78536" y="5191"/>
                  </a:lnTo>
                  <a:lnTo>
                    <a:pt x="78222" y="5579"/>
                  </a:lnTo>
                  <a:lnTo>
                    <a:pt x="78190" y="5650"/>
                  </a:lnTo>
                  <a:lnTo>
                    <a:pt x="78180" y="5672"/>
                  </a:lnTo>
                  <a:lnTo>
                    <a:pt x="78172" y="5701"/>
                  </a:lnTo>
                  <a:lnTo>
                    <a:pt x="78167" y="5721"/>
                  </a:lnTo>
                  <a:lnTo>
                    <a:pt x="78162" y="5744"/>
                  </a:lnTo>
                  <a:lnTo>
                    <a:pt x="78160" y="5759"/>
                  </a:lnTo>
                  <a:lnTo>
                    <a:pt x="78150" y="5847"/>
                  </a:lnTo>
                  <a:lnTo>
                    <a:pt x="78152" y="5871"/>
                  </a:lnTo>
                  <a:lnTo>
                    <a:pt x="78164" y="5912"/>
                  </a:lnTo>
                  <a:lnTo>
                    <a:pt x="78212" y="6028"/>
                  </a:lnTo>
                  <a:lnTo>
                    <a:pt x="78237" y="6086"/>
                  </a:lnTo>
                  <a:lnTo>
                    <a:pt x="78245" y="6104"/>
                  </a:lnTo>
                  <a:lnTo>
                    <a:pt x="78256" y="6123"/>
                  </a:lnTo>
                  <a:lnTo>
                    <a:pt x="78275" y="6159"/>
                  </a:lnTo>
                  <a:lnTo>
                    <a:pt x="78307" y="6208"/>
                  </a:lnTo>
                  <a:lnTo>
                    <a:pt x="78324" y="6233"/>
                  </a:lnTo>
                  <a:lnTo>
                    <a:pt x="78342" y="6260"/>
                  </a:lnTo>
                  <a:lnTo>
                    <a:pt x="78354" y="6278"/>
                  </a:lnTo>
                  <a:lnTo>
                    <a:pt x="78369" y="6295"/>
                  </a:lnTo>
                  <a:lnTo>
                    <a:pt x="78403" y="6329"/>
                  </a:lnTo>
                  <a:lnTo>
                    <a:pt x="78452" y="6370"/>
                  </a:lnTo>
                  <a:lnTo>
                    <a:pt x="78465" y="6378"/>
                  </a:lnTo>
                  <a:lnTo>
                    <a:pt x="78477" y="6381"/>
                  </a:lnTo>
                  <a:lnTo>
                    <a:pt x="78564" y="6353"/>
                  </a:lnTo>
                  <a:lnTo>
                    <a:pt x="78707" y="6330"/>
                  </a:lnTo>
                  <a:lnTo>
                    <a:pt x="78726" y="6341"/>
                  </a:lnTo>
                  <a:lnTo>
                    <a:pt x="78881" y="6438"/>
                  </a:lnTo>
                  <a:lnTo>
                    <a:pt x="78914" y="6460"/>
                  </a:lnTo>
                  <a:lnTo>
                    <a:pt x="79030" y="6534"/>
                  </a:lnTo>
                  <a:lnTo>
                    <a:pt x="79066" y="6557"/>
                  </a:lnTo>
                  <a:lnTo>
                    <a:pt x="79071" y="6561"/>
                  </a:lnTo>
                  <a:lnTo>
                    <a:pt x="79212" y="6651"/>
                  </a:lnTo>
                  <a:lnTo>
                    <a:pt x="79222" y="6658"/>
                  </a:lnTo>
                  <a:lnTo>
                    <a:pt x="79228" y="6670"/>
                  </a:lnTo>
                  <a:lnTo>
                    <a:pt x="79229" y="6700"/>
                  </a:lnTo>
                  <a:lnTo>
                    <a:pt x="79230" y="6724"/>
                  </a:lnTo>
                  <a:lnTo>
                    <a:pt x="79230" y="6732"/>
                  </a:lnTo>
                  <a:lnTo>
                    <a:pt x="79230" y="6758"/>
                  </a:lnTo>
                  <a:lnTo>
                    <a:pt x="79230" y="6766"/>
                  </a:lnTo>
                  <a:lnTo>
                    <a:pt x="79229" y="6863"/>
                  </a:lnTo>
                  <a:lnTo>
                    <a:pt x="79196" y="6989"/>
                  </a:lnTo>
                  <a:lnTo>
                    <a:pt x="79184" y="7002"/>
                  </a:lnTo>
                  <a:lnTo>
                    <a:pt x="79181" y="7008"/>
                  </a:lnTo>
                  <a:lnTo>
                    <a:pt x="79140" y="7150"/>
                  </a:lnTo>
                  <a:lnTo>
                    <a:pt x="79139" y="7159"/>
                  </a:lnTo>
                  <a:lnTo>
                    <a:pt x="79143" y="7179"/>
                  </a:lnTo>
                  <a:lnTo>
                    <a:pt x="79152" y="7197"/>
                  </a:lnTo>
                  <a:lnTo>
                    <a:pt x="79164" y="7212"/>
                  </a:lnTo>
                  <a:lnTo>
                    <a:pt x="79179" y="7220"/>
                  </a:lnTo>
                  <a:lnTo>
                    <a:pt x="79252" y="7242"/>
                  </a:lnTo>
                  <a:lnTo>
                    <a:pt x="79341" y="7252"/>
                  </a:lnTo>
                  <a:lnTo>
                    <a:pt x="79733" y="7228"/>
                  </a:lnTo>
                  <a:lnTo>
                    <a:pt x="79995" y="7212"/>
                  </a:lnTo>
                  <a:lnTo>
                    <a:pt x="80007" y="7215"/>
                  </a:lnTo>
                  <a:lnTo>
                    <a:pt x="80066" y="7236"/>
                  </a:lnTo>
                  <a:lnTo>
                    <a:pt x="80189" y="7278"/>
                  </a:lnTo>
                  <a:lnTo>
                    <a:pt x="80243" y="7297"/>
                  </a:lnTo>
                  <a:lnTo>
                    <a:pt x="80264" y="7320"/>
                  </a:lnTo>
                  <a:lnTo>
                    <a:pt x="80355" y="7423"/>
                  </a:lnTo>
                  <a:lnTo>
                    <a:pt x="80380" y="7487"/>
                  </a:lnTo>
                  <a:lnTo>
                    <a:pt x="80386" y="7542"/>
                  </a:lnTo>
                  <a:lnTo>
                    <a:pt x="80399" y="7553"/>
                  </a:lnTo>
                  <a:lnTo>
                    <a:pt x="80423" y="7572"/>
                  </a:lnTo>
                  <a:lnTo>
                    <a:pt x="80811" y="7637"/>
                  </a:lnTo>
                  <a:lnTo>
                    <a:pt x="80859" y="7644"/>
                  </a:lnTo>
                  <a:lnTo>
                    <a:pt x="81159" y="7753"/>
                  </a:lnTo>
                  <a:lnTo>
                    <a:pt x="81172" y="7770"/>
                  </a:lnTo>
                  <a:lnTo>
                    <a:pt x="81255" y="7886"/>
                  </a:lnTo>
                  <a:lnTo>
                    <a:pt x="81289" y="7934"/>
                  </a:lnTo>
                  <a:lnTo>
                    <a:pt x="81313" y="7981"/>
                  </a:lnTo>
                  <a:lnTo>
                    <a:pt x="81336" y="8094"/>
                  </a:lnTo>
                  <a:lnTo>
                    <a:pt x="81339" y="8108"/>
                  </a:lnTo>
                  <a:lnTo>
                    <a:pt x="81347" y="8170"/>
                  </a:lnTo>
                  <a:lnTo>
                    <a:pt x="81359" y="8254"/>
                  </a:lnTo>
                  <a:lnTo>
                    <a:pt x="81306" y="8316"/>
                  </a:lnTo>
                  <a:lnTo>
                    <a:pt x="81191" y="8406"/>
                  </a:lnTo>
                  <a:lnTo>
                    <a:pt x="81073" y="8498"/>
                  </a:lnTo>
                  <a:lnTo>
                    <a:pt x="80936" y="8567"/>
                  </a:lnTo>
                  <a:lnTo>
                    <a:pt x="80835" y="8504"/>
                  </a:lnTo>
                  <a:lnTo>
                    <a:pt x="80757" y="8872"/>
                  </a:lnTo>
                  <a:lnTo>
                    <a:pt x="80730" y="9005"/>
                  </a:lnTo>
                  <a:lnTo>
                    <a:pt x="80737" y="9009"/>
                  </a:lnTo>
                  <a:lnTo>
                    <a:pt x="80748" y="9016"/>
                  </a:lnTo>
                  <a:lnTo>
                    <a:pt x="80819" y="9060"/>
                  </a:lnTo>
                  <a:lnTo>
                    <a:pt x="80852" y="9005"/>
                  </a:lnTo>
                  <a:lnTo>
                    <a:pt x="80949" y="8839"/>
                  </a:lnTo>
                  <a:lnTo>
                    <a:pt x="81016" y="8723"/>
                  </a:lnTo>
                  <a:lnTo>
                    <a:pt x="81191" y="8602"/>
                  </a:lnTo>
                  <a:lnTo>
                    <a:pt x="81567" y="8361"/>
                  </a:lnTo>
                  <a:lnTo>
                    <a:pt x="81660" y="8199"/>
                  </a:lnTo>
                  <a:lnTo>
                    <a:pt x="81746" y="8076"/>
                  </a:lnTo>
                  <a:lnTo>
                    <a:pt x="81781" y="8035"/>
                  </a:lnTo>
                  <a:lnTo>
                    <a:pt x="81824" y="7997"/>
                  </a:lnTo>
                  <a:lnTo>
                    <a:pt x="81877" y="7951"/>
                  </a:lnTo>
                  <a:lnTo>
                    <a:pt x="82170" y="7744"/>
                  </a:lnTo>
                  <a:lnTo>
                    <a:pt x="82264" y="7721"/>
                  </a:lnTo>
                  <a:lnTo>
                    <a:pt x="82269" y="7723"/>
                  </a:lnTo>
                  <a:lnTo>
                    <a:pt x="82305" y="7742"/>
                  </a:lnTo>
                  <a:lnTo>
                    <a:pt x="82548" y="7955"/>
                  </a:lnTo>
                  <a:lnTo>
                    <a:pt x="82701" y="8075"/>
                  </a:lnTo>
                  <a:lnTo>
                    <a:pt x="82945" y="8268"/>
                  </a:lnTo>
                  <a:lnTo>
                    <a:pt x="83012" y="8303"/>
                  </a:lnTo>
                  <a:lnTo>
                    <a:pt x="83121" y="8362"/>
                  </a:lnTo>
                  <a:lnTo>
                    <a:pt x="83153" y="8379"/>
                  </a:lnTo>
                  <a:lnTo>
                    <a:pt x="83309" y="8309"/>
                  </a:lnTo>
                  <a:lnTo>
                    <a:pt x="83249" y="8227"/>
                  </a:lnTo>
                  <a:lnTo>
                    <a:pt x="83244" y="8184"/>
                  </a:lnTo>
                  <a:lnTo>
                    <a:pt x="83352" y="8140"/>
                  </a:lnTo>
                  <a:lnTo>
                    <a:pt x="83367" y="8139"/>
                  </a:lnTo>
                  <a:lnTo>
                    <a:pt x="83419" y="8135"/>
                  </a:lnTo>
                  <a:lnTo>
                    <a:pt x="83429" y="8135"/>
                  </a:lnTo>
                  <a:lnTo>
                    <a:pt x="83861" y="8106"/>
                  </a:lnTo>
                  <a:lnTo>
                    <a:pt x="83900" y="8160"/>
                  </a:lnTo>
                  <a:lnTo>
                    <a:pt x="83904" y="8181"/>
                  </a:lnTo>
                  <a:lnTo>
                    <a:pt x="83718" y="8406"/>
                  </a:lnTo>
                  <a:lnTo>
                    <a:pt x="83633" y="8501"/>
                  </a:lnTo>
                  <a:lnTo>
                    <a:pt x="83633" y="8536"/>
                  </a:lnTo>
                  <a:lnTo>
                    <a:pt x="83651" y="8656"/>
                  </a:lnTo>
                  <a:lnTo>
                    <a:pt x="83655" y="8680"/>
                  </a:lnTo>
                  <a:lnTo>
                    <a:pt x="83658" y="8701"/>
                  </a:lnTo>
                  <a:lnTo>
                    <a:pt x="83660" y="8707"/>
                  </a:lnTo>
                  <a:lnTo>
                    <a:pt x="83673" y="8733"/>
                  </a:lnTo>
                  <a:lnTo>
                    <a:pt x="83688" y="8764"/>
                  </a:lnTo>
                  <a:lnTo>
                    <a:pt x="83695" y="8774"/>
                  </a:lnTo>
                  <a:lnTo>
                    <a:pt x="83699" y="8778"/>
                  </a:lnTo>
                  <a:lnTo>
                    <a:pt x="83720" y="8792"/>
                  </a:lnTo>
                  <a:lnTo>
                    <a:pt x="83751" y="8812"/>
                  </a:lnTo>
                  <a:lnTo>
                    <a:pt x="83902" y="8908"/>
                  </a:lnTo>
                  <a:lnTo>
                    <a:pt x="83918" y="8918"/>
                  </a:lnTo>
                  <a:lnTo>
                    <a:pt x="83925" y="8922"/>
                  </a:lnTo>
                  <a:lnTo>
                    <a:pt x="83932" y="8926"/>
                  </a:lnTo>
                  <a:lnTo>
                    <a:pt x="83964" y="8931"/>
                  </a:lnTo>
                  <a:lnTo>
                    <a:pt x="84050" y="8939"/>
                  </a:lnTo>
                  <a:lnTo>
                    <a:pt x="84072" y="8937"/>
                  </a:lnTo>
                  <a:lnTo>
                    <a:pt x="84114" y="8928"/>
                  </a:lnTo>
                  <a:lnTo>
                    <a:pt x="84349" y="8881"/>
                  </a:lnTo>
                  <a:lnTo>
                    <a:pt x="84483" y="8854"/>
                  </a:lnTo>
                  <a:lnTo>
                    <a:pt x="84546" y="8879"/>
                  </a:lnTo>
                  <a:lnTo>
                    <a:pt x="84608" y="8903"/>
                  </a:lnTo>
                  <a:lnTo>
                    <a:pt x="84521" y="8964"/>
                  </a:lnTo>
                  <a:lnTo>
                    <a:pt x="84468" y="9058"/>
                  </a:lnTo>
                  <a:lnTo>
                    <a:pt x="84448" y="9092"/>
                  </a:lnTo>
                  <a:lnTo>
                    <a:pt x="84427" y="9163"/>
                  </a:lnTo>
                  <a:lnTo>
                    <a:pt x="84427" y="9174"/>
                  </a:lnTo>
                  <a:lnTo>
                    <a:pt x="84429" y="9188"/>
                  </a:lnTo>
                  <a:lnTo>
                    <a:pt x="84443" y="9265"/>
                  </a:lnTo>
                  <a:lnTo>
                    <a:pt x="84454" y="9322"/>
                  </a:lnTo>
                  <a:lnTo>
                    <a:pt x="84460" y="9347"/>
                  </a:lnTo>
                  <a:lnTo>
                    <a:pt x="84485" y="9451"/>
                  </a:lnTo>
                  <a:lnTo>
                    <a:pt x="84488" y="9461"/>
                  </a:lnTo>
                  <a:lnTo>
                    <a:pt x="84491" y="9469"/>
                  </a:lnTo>
                  <a:lnTo>
                    <a:pt x="84497" y="9479"/>
                  </a:lnTo>
                  <a:lnTo>
                    <a:pt x="84553" y="9536"/>
                  </a:lnTo>
                  <a:lnTo>
                    <a:pt x="84569" y="9545"/>
                  </a:lnTo>
                  <a:lnTo>
                    <a:pt x="84576" y="9549"/>
                  </a:lnTo>
                  <a:lnTo>
                    <a:pt x="84596" y="9552"/>
                  </a:lnTo>
                  <a:lnTo>
                    <a:pt x="84712" y="9567"/>
                  </a:lnTo>
                  <a:lnTo>
                    <a:pt x="84720" y="9568"/>
                  </a:lnTo>
                  <a:lnTo>
                    <a:pt x="84744" y="9568"/>
                  </a:lnTo>
                  <a:lnTo>
                    <a:pt x="84754" y="9568"/>
                  </a:lnTo>
                  <a:lnTo>
                    <a:pt x="84764" y="9566"/>
                  </a:lnTo>
                  <a:lnTo>
                    <a:pt x="84771" y="9563"/>
                  </a:lnTo>
                  <a:lnTo>
                    <a:pt x="84776" y="9560"/>
                  </a:lnTo>
                  <a:lnTo>
                    <a:pt x="84898" y="9464"/>
                  </a:lnTo>
                  <a:lnTo>
                    <a:pt x="84948" y="9394"/>
                  </a:lnTo>
                  <a:lnTo>
                    <a:pt x="84949" y="9382"/>
                  </a:lnTo>
                  <a:lnTo>
                    <a:pt x="85008" y="9293"/>
                  </a:lnTo>
                  <a:lnTo>
                    <a:pt x="85186" y="9223"/>
                  </a:lnTo>
                  <a:lnTo>
                    <a:pt x="85191" y="9221"/>
                  </a:lnTo>
                  <a:lnTo>
                    <a:pt x="85267" y="9195"/>
                  </a:lnTo>
                  <a:lnTo>
                    <a:pt x="85359" y="9202"/>
                  </a:lnTo>
                  <a:lnTo>
                    <a:pt x="85795" y="9232"/>
                  </a:lnTo>
                  <a:lnTo>
                    <a:pt x="85810" y="9233"/>
                  </a:lnTo>
                  <a:lnTo>
                    <a:pt x="85829" y="9234"/>
                  </a:lnTo>
                  <a:lnTo>
                    <a:pt x="85869" y="9243"/>
                  </a:lnTo>
                  <a:lnTo>
                    <a:pt x="85975" y="9274"/>
                  </a:lnTo>
                  <a:lnTo>
                    <a:pt x="86558" y="9463"/>
                  </a:lnTo>
                  <a:lnTo>
                    <a:pt x="86579" y="9475"/>
                  </a:lnTo>
                  <a:lnTo>
                    <a:pt x="86593" y="9482"/>
                  </a:lnTo>
                  <a:lnTo>
                    <a:pt x="86603" y="9487"/>
                  </a:lnTo>
                  <a:lnTo>
                    <a:pt x="86608" y="9489"/>
                  </a:lnTo>
                  <a:lnTo>
                    <a:pt x="86613" y="9491"/>
                  </a:lnTo>
                  <a:lnTo>
                    <a:pt x="86618" y="9493"/>
                  </a:lnTo>
                  <a:lnTo>
                    <a:pt x="86664" y="9505"/>
                  </a:lnTo>
                  <a:lnTo>
                    <a:pt x="86672" y="9506"/>
                  </a:lnTo>
                  <a:lnTo>
                    <a:pt x="86681" y="9506"/>
                  </a:lnTo>
                  <a:lnTo>
                    <a:pt x="86708" y="9505"/>
                  </a:lnTo>
                  <a:lnTo>
                    <a:pt x="87180" y="9449"/>
                  </a:lnTo>
                  <a:lnTo>
                    <a:pt x="87589" y="9448"/>
                  </a:lnTo>
                  <a:lnTo>
                    <a:pt x="87732" y="9527"/>
                  </a:lnTo>
                  <a:lnTo>
                    <a:pt x="87808" y="9570"/>
                  </a:lnTo>
                  <a:lnTo>
                    <a:pt x="87924" y="9622"/>
                  </a:lnTo>
                  <a:lnTo>
                    <a:pt x="88192" y="9648"/>
                  </a:lnTo>
                  <a:lnTo>
                    <a:pt x="88208" y="9647"/>
                  </a:lnTo>
                  <a:lnTo>
                    <a:pt x="88218" y="9647"/>
                  </a:lnTo>
                  <a:lnTo>
                    <a:pt x="88230" y="9645"/>
                  </a:lnTo>
                  <a:lnTo>
                    <a:pt x="88251" y="9643"/>
                  </a:lnTo>
                  <a:lnTo>
                    <a:pt x="88564" y="9557"/>
                  </a:lnTo>
                  <a:lnTo>
                    <a:pt x="88648" y="9534"/>
                  </a:lnTo>
                  <a:lnTo>
                    <a:pt x="88663" y="9529"/>
                  </a:lnTo>
                  <a:lnTo>
                    <a:pt x="88757" y="9494"/>
                  </a:lnTo>
                  <a:lnTo>
                    <a:pt x="88988" y="9387"/>
                  </a:lnTo>
                  <a:lnTo>
                    <a:pt x="89020" y="9339"/>
                  </a:lnTo>
                  <a:lnTo>
                    <a:pt x="89035" y="9295"/>
                  </a:lnTo>
                  <a:lnTo>
                    <a:pt x="89046" y="9273"/>
                  </a:lnTo>
                  <a:lnTo>
                    <a:pt x="89074" y="9257"/>
                  </a:lnTo>
                  <a:lnTo>
                    <a:pt x="89104" y="9240"/>
                  </a:lnTo>
                  <a:lnTo>
                    <a:pt x="89320" y="9158"/>
                  </a:lnTo>
                  <a:lnTo>
                    <a:pt x="89393" y="9130"/>
                  </a:lnTo>
                  <a:lnTo>
                    <a:pt x="89417" y="9121"/>
                  </a:lnTo>
                  <a:lnTo>
                    <a:pt x="89432" y="9120"/>
                  </a:lnTo>
                  <a:lnTo>
                    <a:pt x="89442" y="9126"/>
                  </a:lnTo>
                  <a:lnTo>
                    <a:pt x="89449" y="9131"/>
                  </a:lnTo>
                  <a:lnTo>
                    <a:pt x="89464" y="9155"/>
                  </a:lnTo>
                  <a:lnTo>
                    <a:pt x="89468" y="9160"/>
                  </a:lnTo>
                  <a:lnTo>
                    <a:pt x="89472" y="9173"/>
                  </a:lnTo>
                  <a:lnTo>
                    <a:pt x="89390" y="9409"/>
                  </a:lnTo>
                  <a:lnTo>
                    <a:pt x="89386" y="9421"/>
                  </a:lnTo>
                  <a:lnTo>
                    <a:pt x="89373" y="9442"/>
                  </a:lnTo>
                  <a:lnTo>
                    <a:pt x="89237" y="9621"/>
                  </a:lnTo>
                  <a:lnTo>
                    <a:pt x="89309" y="9967"/>
                  </a:lnTo>
                  <a:lnTo>
                    <a:pt x="89322" y="9971"/>
                  </a:lnTo>
                  <a:lnTo>
                    <a:pt x="89331" y="9979"/>
                  </a:lnTo>
                  <a:lnTo>
                    <a:pt x="89376" y="10104"/>
                  </a:lnTo>
                  <a:lnTo>
                    <a:pt x="89381" y="10119"/>
                  </a:lnTo>
                  <a:lnTo>
                    <a:pt x="89383" y="10140"/>
                  </a:lnTo>
                  <a:lnTo>
                    <a:pt x="89394" y="10417"/>
                  </a:lnTo>
                  <a:lnTo>
                    <a:pt x="89395" y="10451"/>
                  </a:lnTo>
                  <a:lnTo>
                    <a:pt x="89356" y="10489"/>
                  </a:lnTo>
                  <a:lnTo>
                    <a:pt x="89329" y="10477"/>
                  </a:lnTo>
                  <a:lnTo>
                    <a:pt x="89312" y="10478"/>
                  </a:lnTo>
                  <a:lnTo>
                    <a:pt x="89289" y="10483"/>
                  </a:lnTo>
                  <a:lnTo>
                    <a:pt x="89260" y="10496"/>
                  </a:lnTo>
                  <a:lnTo>
                    <a:pt x="89240" y="10510"/>
                  </a:lnTo>
                  <a:lnTo>
                    <a:pt x="89222" y="10524"/>
                  </a:lnTo>
                  <a:lnTo>
                    <a:pt x="89186" y="10595"/>
                  </a:lnTo>
                  <a:lnTo>
                    <a:pt x="89177" y="10613"/>
                  </a:lnTo>
                  <a:lnTo>
                    <a:pt x="89148" y="10678"/>
                  </a:lnTo>
                  <a:lnTo>
                    <a:pt x="89133" y="10719"/>
                  </a:lnTo>
                  <a:lnTo>
                    <a:pt x="89124" y="10742"/>
                  </a:lnTo>
                  <a:lnTo>
                    <a:pt x="89072" y="10902"/>
                  </a:lnTo>
                  <a:lnTo>
                    <a:pt x="88941" y="11300"/>
                  </a:lnTo>
                  <a:lnTo>
                    <a:pt x="88922" y="11477"/>
                  </a:lnTo>
                  <a:lnTo>
                    <a:pt x="88922" y="11493"/>
                  </a:lnTo>
                  <a:lnTo>
                    <a:pt x="88925" y="11508"/>
                  </a:lnTo>
                  <a:lnTo>
                    <a:pt x="89008" y="11926"/>
                  </a:lnTo>
                  <a:lnTo>
                    <a:pt x="89089" y="12035"/>
                  </a:lnTo>
                  <a:lnTo>
                    <a:pt x="89097" y="12039"/>
                  </a:lnTo>
                  <a:lnTo>
                    <a:pt x="89325" y="12158"/>
                  </a:lnTo>
                  <a:lnTo>
                    <a:pt x="89436" y="12264"/>
                  </a:lnTo>
                  <a:lnTo>
                    <a:pt x="89751" y="12635"/>
                  </a:lnTo>
                  <a:lnTo>
                    <a:pt x="89756" y="12641"/>
                  </a:lnTo>
                  <a:lnTo>
                    <a:pt x="89780" y="12674"/>
                  </a:lnTo>
                  <a:lnTo>
                    <a:pt x="89790" y="12695"/>
                  </a:lnTo>
                  <a:lnTo>
                    <a:pt x="89794" y="12711"/>
                  </a:lnTo>
                  <a:lnTo>
                    <a:pt x="89792" y="12746"/>
                  </a:lnTo>
                  <a:lnTo>
                    <a:pt x="89787" y="12773"/>
                  </a:lnTo>
                  <a:lnTo>
                    <a:pt x="89722" y="13120"/>
                  </a:lnTo>
                  <a:lnTo>
                    <a:pt x="89621" y="13396"/>
                  </a:lnTo>
                  <a:lnTo>
                    <a:pt x="89616" y="13409"/>
                  </a:lnTo>
                  <a:lnTo>
                    <a:pt x="89618" y="13604"/>
                  </a:lnTo>
                  <a:lnTo>
                    <a:pt x="89619" y="13674"/>
                  </a:lnTo>
                  <a:lnTo>
                    <a:pt x="89620" y="13711"/>
                  </a:lnTo>
                  <a:lnTo>
                    <a:pt x="89620" y="13756"/>
                  </a:lnTo>
                  <a:lnTo>
                    <a:pt x="89621" y="13817"/>
                  </a:lnTo>
                  <a:lnTo>
                    <a:pt x="89624" y="13868"/>
                  </a:lnTo>
                  <a:lnTo>
                    <a:pt x="89628" y="13884"/>
                  </a:lnTo>
                  <a:lnTo>
                    <a:pt x="89673" y="13979"/>
                  </a:lnTo>
                  <a:lnTo>
                    <a:pt x="89763" y="14170"/>
                  </a:lnTo>
                  <a:lnTo>
                    <a:pt x="89825" y="14288"/>
                  </a:lnTo>
                  <a:lnTo>
                    <a:pt x="89846" y="14321"/>
                  </a:lnTo>
                  <a:lnTo>
                    <a:pt x="89913" y="14412"/>
                  </a:lnTo>
                  <a:lnTo>
                    <a:pt x="89938" y="14444"/>
                  </a:lnTo>
                  <a:lnTo>
                    <a:pt x="89992" y="14509"/>
                  </a:lnTo>
                  <a:lnTo>
                    <a:pt x="90066" y="14590"/>
                  </a:lnTo>
                  <a:lnTo>
                    <a:pt x="90078" y="14653"/>
                  </a:lnTo>
                  <a:lnTo>
                    <a:pt x="89974" y="14851"/>
                  </a:lnTo>
                  <a:lnTo>
                    <a:pt x="90039" y="14886"/>
                  </a:lnTo>
                  <a:lnTo>
                    <a:pt x="90430" y="15030"/>
                  </a:lnTo>
                  <a:lnTo>
                    <a:pt x="90456" y="15035"/>
                  </a:lnTo>
                  <a:lnTo>
                    <a:pt x="90472" y="15036"/>
                  </a:lnTo>
                  <a:lnTo>
                    <a:pt x="90513" y="15034"/>
                  </a:lnTo>
                  <a:lnTo>
                    <a:pt x="90663" y="15024"/>
                  </a:lnTo>
                  <a:lnTo>
                    <a:pt x="91149" y="14917"/>
                  </a:lnTo>
                  <a:lnTo>
                    <a:pt x="91435" y="14835"/>
                  </a:lnTo>
                  <a:lnTo>
                    <a:pt x="91527" y="14789"/>
                  </a:lnTo>
                  <a:lnTo>
                    <a:pt x="91675" y="14720"/>
                  </a:lnTo>
                  <a:lnTo>
                    <a:pt x="91726" y="14714"/>
                  </a:lnTo>
                  <a:lnTo>
                    <a:pt x="91910" y="14709"/>
                  </a:lnTo>
                  <a:lnTo>
                    <a:pt x="92527" y="14953"/>
                  </a:lnTo>
                  <a:lnTo>
                    <a:pt x="92532" y="14959"/>
                  </a:lnTo>
                  <a:lnTo>
                    <a:pt x="92534" y="14967"/>
                  </a:lnTo>
                  <a:lnTo>
                    <a:pt x="92534" y="14979"/>
                  </a:lnTo>
                  <a:lnTo>
                    <a:pt x="92525" y="15028"/>
                  </a:lnTo>
                  <a:lnTo>
                    <a:pt x="92511" y="15121"/>
                  </a:lnTo>
                  <a:lnTo>
                    <a:pt x="92511" y="15130"/>
                  </a:lnTo>
                  <a:lnTo>
                    <a:pt x="92521" y="15304"/>
                  </a:lnTo>
                  <a:lnTo>
                    <a:pt x="92524" y="15338"/>
                  </a:lnTo>
                  <a:lnTo>
                    <a:pt x="92542" y="15396"/>
                  </a:lnTo>
                  <a:lnTo>
                    <a:pt x="92546" y="15401"/>
                  </a:lnTo>
                  <a:lnTo>
                    <a:pt x="92558" y="15412"/>
                  </a:lnTo>
                  <a:lnTo>
                    <a:pt x="92565" y="15417"/>
                  </a:lnTo>
                  <a:lnTo>
                    <a:pt x="92578" y="15422"/>
                  </a:lnTo>
                  <a:lnTo>
                    <a:pt x="92587" y="15424"/>
                  </a:lnTo>
                  <a:lnTo>
                    <a:pt x="92594" y="15425"/>
                  </a:lnTo>
                  <a:lnTo>
                    <a:pt x="92608" y="15422"/>
                  </a:lnTo>
                  <a:lnTo>
                    <a:pt x="92627" y="15410"/>
                  </a:lnTo>
                  <a:lnTo>
                    <a:pt x="92644" y="15394"/>
                  </a:lnTo>
                  <a:lnTo>
                    <a:pt x="92737" y="15293"/>
                  </a:lnTo>
                  <a:lnTo>
                    <a:pt x="92758" y="15267"/>
                  </a:lnTo>
                  <a:lnTo>
                    <a:pt x="92783" y="15233"/>
                  </a:lnTo>
                  <a:lnTo>
                    <a:pt x="92854" y="15177"/>
                  </a:lnTo>
                  <a:lnTo>
                    <a:pt x="92899" y="15180"/>
                  </a:lnTo>
                  <a:lnTo>
                    <a:pt x="92958" y="15203"/>
                  </a:lnTo>
                  <a:lnTo>
                    <a:pt x="92996" y="15303"/>
                  </a:lnTo>
                  <a:lnTo>
                    <a:pt x="93014" y="15603"/>
                  </a:lnTo>
                  <a:lnTo>
                    <a:pt x="93000" y="15767"/>
                  </a:lnTo>
                  <a:lnTo>
                    <a:pt x="92935" y="15887"/>
                  </a:lnTo>
                  <a:lnTo>
                    <a:pt x="92916" y="15903"/>
                  </a:lnTo>
                  <a:lnTo>
                    <a:pt x="92838" y="15956"/>
                  </a:lnTo>
                  <a:lnTo>
                    <a:pt x="92825" y="15961"/>
                  </a:lnTo>
                  <a:lnTo>
                    <a:pt x="92802" y="15973"/>
                  </a:lnTo>
                  <a:lnTo>
                    <a:pt x="92542" y="16152"/>
                  </a:lnTo>
                  <a:lnTo>
                    <a:pt x="92480" y="16195"/>
                  </a:lnTo>
                  <a:lnTo>
                    <a:pt x="92375" y="16267"/>
                  </a:lnTo>
                  <a:lnTo>
                    <a:pt x="91942" y="16509"/>
                  </a:lnTo>
                  <a:lnTo>
                    <a:pt x="91640" y="16805"/>
                  </a:lnTo>
                  <a:lnTo>
                    <a:pt x="91418" y="16933"/>
                  </a:lnTo>
                  <a:lnTo>
                    <a:pt x="91397" y="16938"/>
                  </a:lnTo>
                  <a:lnTo>
                    <a:pt x="91239" y="16975"/>
                  </a:lnTo>
                  <a:lnTo>
                    <a:pt x="91231" y="16974"/>
                  </a:lnTo>
                  <a:lnTo>
                    <a:pt x="91208" y="16971"/>
                  </a:lnTo>
                  <a:lnTo>
                    <a:pt x="91202" y="16971"/>
                  </a:lnTo>
                  <a:lnTo>
                    <a:pt x="91195" y="16971"/>
                  </a:lnTo>
                  <a:lnTo>
                    <a:pt x="91186" y="16971"/>
                  </a:lnTo>
                  <a:lnTo>
                    <a:pt x="91087" y="16979"/>
                  </a:lnTo>
                  <a:lnTo>
                    <a:pt x="90975" y="16996"/>
                  </a:lnTo>
                  <a:lnTo>
                    <a:pt x="90963" y="17000"/>
                  </a:lnTo>
                  <a:lnTo>
                    <a:pt x="90957" y="17002"/>
                  </a:lnTo>
                  <a:lnTo>
                    <a:pt x="90948" y="17006"/>
                  </a:lnTo>
                  <a:lnTo>
                    <a:pt x="90915" y="17023"/>
                  </a:lnTo>
                  <a:lnTo>
                    <a:pt x="90719" y="17125"/>
                  </a:lnTo>
                  <a:lnTo>
                    <a:pt x="90460" y="17259"/>
                  </a:lnTo>
                  <a:lnTo>
                    <a:pt x="89820" y="17559"/>
                  </a:lnTo>
                  <a:lnTo>
                    <a:pt x="89760" y="17585"/>
                  </a:lnTo>
                  <a:lnTo>
                    <a:pt x="89744" y="17593"/>
                  </a:lnTo>
                  <a:lnTo>
                    <a:pt x="89579" y="17698"/>
                  </a:lnTo>
                  <a:lnTo>
                    <a:pt x="89555" y="17713"/>
                  </a:lnTo>
                  <a:lnTo>
                    <a:pt x="89534" y="17729"/>
                  </a:lnTo>
                  <a:lnTo>
                    <a:pt x="89517" y="17745"/>
                  </a:lnTo>
                  <a:lnTo>
                    <a:pt x="89496" y="17770"/>
                  </a:lnTo>
                  <a:lnTo>
                    <a:pt x="89461" y="17817"/>
                  </a:lnTo>
                  <a:lnTo>
                    <a:pt x="89455" y="17826"/>
                  </a:lnTo>
                  <a:lnTo>
                    <a:pt x="89446" y="17839"/>
                  </a:lnTo>
                  <a:lnTo>
                    <a:pt x="89378" y="17944"/>
                  </a:lnTo>
                  <a:lnTo>
                    <a:pt x="89371" y="17957"/>
                  </a:lnTo>
                  <a:lnTo>
                    <a:pt x="89162" y="18339"/>
                  </a:lnTo>
                  <a:lnTo>
                    <a:pt x="89153" y="18361"/>
                  </a:lnTo>
                  <a:lnTo>
                    <a:pt x="88812" y="18718"/>
                  </a:lnTo>
                  <a:lnTo>
                    <a:pt x="88740" y="18771"/>
                  </a:lnTo>
                  <a:lnTo>
                    <a:pt x="88515" y="18934"/>
                  </a:lnTo>
                  <a:lnTo>
                    <a:pt x="88508" y="18940"/>
                  </a:lnTo>
                  <a:lnTo>
                    <a:pt x="88503" y="18946"/>
                  </a:lnTo>
                  <a:lnTo>
                    <a:pt x="88499" y="18952"/>
                  </a:lnTo>
                  <a:lnTo>
                    <a:pt x="88495" y="18959"/>
                  </a:lnTo>
                  <a:lnTo>
                    <a:pt x="88491" y="18965"/>
                  </a:lnTo>
                  <a:lnTo>
                    <a:pt x="88488" y="18972"/>
                  </a:lnTo>
                  <a:lnTo>
                    <a:pt x="88485" y="18978"/>
                  </a:lnTo>
                  <a:lnTo>
                    <a:pt x="88483" y="18985"/>
                  </a:lnTo>
                  <a:lnTo>
                    <a:pt x="88480" y="18992"/>
                  </a:lnTo>
                  <a:lnTo>
                    <a:pt x="88467" y="19053"/>
                  </a:lnTo>
                  <a:lnTo>
                    <a:pt x="88465" y="19064"/>
                  </a:lnTo>
                  <a:lnTo>
                    <a:pt x="88464" y="19077"/>
                  </a:lnTo>
                  <a:lnTo>
                    <a:pt x="88464" y="19082"/>
                  </a:lnTo>
                  <a:lnTo>
                    <a:pt x="88201" y="19194"/>
                  </a:lnTo>
                  <a:lnTo>
                    <a:pt x="88015" y="19272"/>
                  </a:lnTo>
                  <a:lnTo>
                    <a:pt x="87782" y="19449"/>
                  </a:lnTo>
                  <a:lnTo>
                    <a:pt x="87778" y="19453"/>
                  </a:lnTo>
                  <a:lnTo>
                    <a:pt x="87775" y="19457"/>
                  </a:lnTo>
                  <a:lnTo>
                    <a:pt x="87746" y="19497"/>
                  </a:lnTo>
                  <a:lnTo>
                    <a:pt x="87716" y="19541"/>
                  </a:lnTo>
                  <a:lnTo>
                    <a:pt x="87658" y="19628"/>
                  </a:lnTo>
                  <a:lnTo>
                    <a:pt x="87655" y="19632"/>
                  </a:lnTo>
                  <a:lnTo>
                    <a:pt x="87652" y="19637"/>
                  </a:lnTo>
                  <a:lnTo>
                    <a:pt x="87649" y="19645"/>
                  </a:lnTo>
                  <a:lnTo>
                    <a:pt x="87618" y="19782"/>
                  </a:lnTo>
                  <a:lnTo>
                    <a:pt x="87616" y="19789"/>
                  </a:lnTo>
                  <a:lnTo>
                    <a:pt x="87615" y="19797"/>
                  </a:lnTo>
                  <a:lnTo>
                    <a:pt x="87614" y="19805"/>
                  </a:lnTo>
                  <a:lnTo>
                    <a:pt x="87615" y="19814"/>
                  </a:lnTo>
                  <a:lnTo>
                    <a:pt x="87615" y="19822"/>
                  </a:lnTo>
                  <a:lnTo>
                    <a:pt x="87616" y="19829"/>
                  </a:lnTo>
                  <a:lnTo>
                    <a:pt x="87619" y="19837"/>
                  </a:lnTo>
                  <a:lnTo>
                    <a:pt x="87623" y="19846"/>
                  </a:lnTo>
                  <a:lnTo>
                    <a:pt x="87630" y="19856"/>
                  </a:lnTo>
                  <a:lnTo>
                    <a:pt x="87670" y="19882"/>
                  </a:lnTo>
                  <a:lnTo>
                    <a:pt x="87675" y="19886"/>
                  </a:lnTo>
                  <a:lnTo>
                    <a:pt x="87702" y="19945"/>
                  </a:lnTo>
                  <a:lnTo>
                    <a:pt x="87701" y="20010"/>
                  </a:lnTo>
                  <a:lnTo>
                    <a:pt x="87581" y="20484"/>
                  </a:lnTo>
                  <a:lnTo>
                    <a:pt x="87578" y="20491"/>
                  </a:lnTo>
                  <a:lnTo>
                    <a:pt x="87575" y="20499"/>
                  </a:lnTo>
                  <a:lnTo>
                    <a:pt x="87571" y="20507"/>
                  </a:lnTo>
                  <a:lnTo>
                    <a:pt x="87566" y="20515"/>
                  </a:lnTo>
                  <a:lnTo>
                    <a:pt x="87559" y="20522"/>
                  </a:lnTo>
                  <a:lnTo>
                    <a:pt x="87476" y="20606"/>
                  </a:lnTo>
                  <a:lnTo>
                    <a:pt x="87198" y="20890"/>
                  </a:lnTo>
                  <a:lnTo>
                    <a:pt x="87021" y="21070"/>
                  </a:lnTo>
                  <a:lnTo>
                    <a:pt x="86315" y="21788"/>
                  </a:lnTo>
                  <a:lnTo>
                    <a:pt x="86280" y="21807"/>
                  </a:lnTo>
                  <a:lnTo>
                    <a:pt x="86188" y="21852"/>
                  </a:lnTo>
                  <a:lnTo>
                    <a:pt x="86179" y="21857"/>
                  </a:lnTo>
                  <a:lnTo>
                    <a:pt x="86172" y="21859"/>
                  </a:lnTo>
                  <a:lnTo>
                    <a:pt x="86164" y="21860"/>
                  </a:lnTo>
                  <a:lnTo>
                    <a:pt x="86157" y="21859"/>
                  </a:lnTo>
                  <a:lnTo>
                    <a:pt x="86151" y="21860"/>
                  </a:lnTo>
                  <a:lnTo>
                    <a:pt x="86143" y="21862"/>
                  </a:lnTo>
                  <a:lnTo>
                    <a:pt x="86135" y="21865"/>
                  </a:lnTo>
                  <a:lnTo>
                    <a:pt x="86022" y="21913"/>
                  </a:lnTo>
                  <a:lnTo>
                    <a:pt x="86015" y="21917"/>
                  </a:lnTo>
                  <a:lnTo>
                    <a:pt x="86008" y="21921"/>
                  </a:lnTo>
                  <a:lnTo>
                    <a:pt x="85999" y="21928"/>
                  </a:lnTo>
                  <a:lnTo>
                    <a:pt x="85989" y="21936"/>
                  </a:lnTo>
                  <a:lnTo>
                    <a:pt x="85980" y="21944"/>
                  </a:lnTo>
                  <a:lnTo>
                    <a:pt x="85974" y="21952"/>
                  </a:lnTo>
                  <a:lnTo>
                    <a:pt x="85948" y="21989"/>
                  </a:lnTo>
                  <a:lnTo>
                    <a:pt x="85644" y="22504"/>
                  </a:lnTo>
                  <a:lnTo>
                    <a:pt x="85283" y="23021"/>
                  </a:lnTo>
                  <a:lnTo>
                    <a:pt x="85243" y="23078"/>
                  </a:lnTo>
                  <a:lnTo>
                    <a:pt x="85199" y="23185"/>
                  </a:lnTo>
                  <a:lnTo>
                    <a:pt x="85146" y="23313"/>
                  </a:lnTo>
                  <a:lnTo>
                    <a:pt x="85140" y="23340"/>
                  </a:lnTo>
                  <a:lnTo>
                    <a:pt x="85155" y="23407"/>
                  </a:lnTo>
                  <a:lnTo>
                    <a:pt x="85170" y="23425"/>
                  </a:lnTo>
                  <a:lnTo>
                    <a:pt x="85185" y="23442"/>
                  </a:lnTo>
                  <a:lnTo>
                    <a:pt x="85190" y="23483"/>
                  </a:lnTo>
                  <a:lnTo>
                    <a:pt x="85189" y="23573"/>
                  </a:lnTo>
                  <a:lnTo>
                    <a:pt x="85189" y="23586"/>
                  </a:lnTo>
                  <a:lnTo>
                    <a:pt x="85150" y="23688"/>
                  </a:lnTo>
                  <a:lnTo>
                    <a:pt x="84924" y="24292"/>
                  </a:lnTo>
                  <a:lnTo>
                    <a:pt x="84899" y="24364"/>
                  </a:lnTo>
                  <a:lnTo>
                    <a:pt x="84833" y="24550"/>
                  </a:lnTo>
                  <a:lnTo>
                    <a:pt x="84828" y="24565"/>
                  </a:lnTo>
                  <a:lnTo>
                    <a:pt x="84820" y="24681"/>
                  </a:lnTo>
                  <a:lnTo>
                    <a:pt x="84820" y="24690"/>
                  </a:lnTo>
                  <a:lnTo>
                    <a:pt x="84819" y="24696"/>
                  </a:lnTo>
                  <a:lnTo>
                    <a:pt x="84749" y="25038"/>
                  </a:lnTo>
                  <a:lnTo>
                    <a:pt x="84711" y="25208"/>
                  </a:lnTo>
                  <a:lnTo>
                    <a:pt x="84707" y="25227"/>
                  </a:lnTo>
                  <a:lnTo>
                    <a:pt x="84702" y="25248"/>
                  </a:lnTo>
                  <a:lnTo>
                    <a:pt x="84686" y="25326"/>
                  </a:lnTo>
                  <a:lnTo>
                    <a:pt x="84655" y="25510"/>
                  </a:lnTo>
                  <a:lnTo>
                    <a:pt x="84642" y="25588"/>
                  </a:lnTo>
                  <a:lnTo>
                    <a:pt x="84619" y="25749"/>
                  </a:lnTo>
                  <a:lnTo>
                    <a:pt x="84571" y="26076"/>
                  </a:lnTo>
                  <a:lnTo>
                    <a:pt x="84500" y="26589"/>
                  </a:lnTo>
                  <a:lnTo>
                    <a:pt x="84486" y="26702"/>
                  </a:lnTo>
                  <a:lnTo>
                    <a:pt x="84479" y="26766"/>
                  </a:lnTo>
                  <a:lnTo>
                    <a:pt x="84468" y="26860"/>
                  </a:lnTo>
                  <a:lnTo>
                    <a:pt x="84431" y="27193"/>
                  </a:lnTo>
                  <a:lnTo>
                    <a:pt x="84424" y="27329"/>
                  </a:lnTo>
                  <a:lnTo>
                    <a:pt x="84412" y="27612"/>
                  </a:lnTo>
                  <a:lnTo>
                    <a:pt x="84406" y="27745"/>
                  </a:lnTo>
                  <a:lnTo>
                    <a:pt x="84402" y="27955"/>
                  </a:lnTo>
                  <a:lnTo>
                    <a:pt x="84401" y="28017"/>
                  </a:lnTo>
                  <a:lnTo>
                    <a:pt x="84406" y="28283"/>
                  </a:lnTo>
                  <a:lnTo>
                    <a:pt x="84409" y="28461"/>
                  </a:lnTo>
                  <a:lnTo>
                    <a:pt x="84419" y="28666"/>
                  </a:lnTo>
                  <a:lnTo>
                    <a:pt x="84431" y="28824"/>
                  </a:lnTo>
                  <a:lnTo>
                    <a:pt x="84447" y="29013"/>
                  </a:lnTo>
                  <a:lnTo>
                    <a:pt x="84459" y="29112"/>
                  </a:lnTo>
                  <a:lnTo>
                    <a:pt x="84491" y="29351"/>
                  </a:lnTo>
                  <a:lnTo>
                    <a:pt x="84501" y="29421"/>
                  </a:lnTo>
                  <a:lnTo>
                    <a:pt x="84553" y="29699"/>
                  </a:lnTo>
                  <a:lnTo>
                    <a:pt x="84575" y="29807"/>
                  </a:lnTo>
                  <a:lnTo>
                    <a:pt x="84593" y="29890"/>
                  </a:lnTo>
                  <a:lnTo>
                    <a:pt x="84604" y="29939"/>
                  </a:lnTo>
                  <a:lnTo>
                    <a:pt x="84645" y="30092"/>
                  </a:lnTo>
                  <a:lnTo>
                    <a:pt x="84675" y="30181"/>
                  </a:lnTo>
                  <a:lnTo>
                    <a:pt x="84776" y="30438"/>
                  </a:lnTo>
                  <a:lnTo>
                    <a:pt x="84796" y="30488"/>
                  </a:lnTo>
                  <a:lnTo>
                    <a:pt x="84818" y="30542"/>
                  </a:lnTo>
                  <a:lnTo>
                    <a:pt x="84866" y="30649"/>
                  </a:lnTo>
                  <a:lnTo>
                    <a:pt x="84955" y="30842"/>
                  </a:lnTo>
                  <a:lnTo>
                    <a:pt x="85023" y="30986"/>
                  </a:lnTo>
                  <a:lnTo>
                    <a:pt x="85029" y="30997"/>
                  </a:lnTo>
                  <a:lnTo>
                    <a:pt x="85059" y="31061"/>
                  </a:lnTo>
                  <a:lnTo>
                    <a:pt x="85089" y="31127"/>
                  </a:lnTo>
                  <a:lnTo>
                    <a:pt x="85146" y="31278"/>
                  </a:lnTo>
                  <a:lnTo>
                    <a:pt x="85149" y="31305"/>
                  </a:lnTo>
                  <a:lnTo>
                    <a:pt x="85150" y="31346"/>
                  </a:lnTo>
                  <a:lnTo>
                    <a:pt x="85147" y="31358"/>
                  </a:lnTo>
                  <a:lnTo>
                    <a:pt x="84982" y="31391"/>
                  </a:lnTo>
                  <a:lnTo>
                    <a:pt x="84943" y="31435"/>
                  </a:lnTo>
                  <a:lnTo>
                    <a:pt x="84910" y="31457"/>
                  </a:lnTo>
                  <a:lnTo>
                    <a:pt x="84863" y="31486"/>
                  </a:lnTo>
                  <a:lnTo>
                    <a:pt x="84838" y="31500"/>
                  </a:lnTo>
                  <a:lnTo>
                    <a:pt x="84798" y="31519"/>
                  </a:lnTo>
                  <a:lnTo>
                    <a:pt x="84776" y="31530"/>
                  </a:lnTo>
                  <a:lnTo>
                    <a:pt x="84637" y="31591"/>
                  </a:lnTo>
                  <a:lnTo>
                    <a:pt x="84604" y="31604"/>
                  </a:lnTo>
                  <a:lnTo>
                    <a:pt x="84492" y="31648"/>
                  </a:lnTo>
                  <a:lnTo>
                    <a:pt x="84487" y="31690"/>
                  </a:lnTo>
                  <a:lnTo>
                    <a:pt x="84635" y="31736"/>
                  </a:lnTo>
                  <a:lnTo>
                    <a:pt x="84652" y="31740"/>
                  </a:lnTo>
                  <a:lnTo>
                    <a:pt x="84681" y="31746"/>
                  </a:lnTo>
                  <a:lnTo>
                    <a:pt x="84699" y="31749"/>
                  </a:lnTo>
                  <a:lnTo>
                    <a:pt x="84716" y="31750"/>
                  </a:lnTo>
                  <a:lnTo>
                    <a:pt x="84731" y="31751"/>
                  </a:lnTo>
                  <a:lnTo>
                    <a:pt x="84744" y="31752"/>
                  </a:lnTo>
                  <a:lnTo>
                    <a:pt x="84755" y="31751"/>
                  </a:lnTo>
                  <a:lnTo>
                    <a:pt x="84766" y="31749"/>
                  </a:lnTo>
                  <a:lnTo>
                    <a:pt x="84792" y="31744"/>
                  </a:lnTo>
                  <a:lnTo>
                    <a:pt x="84812" y="31739"/>
                  </a:lnTo>
                  <a:lnTo>
                    <a:pt x="84822" y="31737"/>
                  </a:lnTo>
                  <a:lnTo>
                    <a:pt x="84836" y="31736"/>
                  </a:lnTo>
                  <a:lnTo>
                    <a:pt x="84857" y="31737"/>
                  </a:lnTo>
                  <a:lnTo>
                    <a:pt x="84881" y="31739"/>
                  </a:lnTo>
                  <a:lnTo>
                    <a:pt x="84904" y="31742"/>
                  </a:lnTo>
                  <a:lnTo>
                    <a:pt x="84922" y="31747"/>
                  </a:lnTo>
                  <a:lnTo>
                    <a:pt x="84936" y="31751"/>
                  </a:lnTo>
                  <a:lnTo>
                    <a:pt x="85008" y="31778"/>
                  </a:lnTo>
                  <a:lnTo>
                    <a:pt x="85031" y="31788"/>
                  </a:lnTo>
                  <a:lnTo>
                    <a:pt x="85044" y="31794"/>
                  </a:lnTo>
                  <a:lnTo>
                    <a:pt x="85056" y="31801"/>
                  </a:lnTo>
                  <a:lnTo>
                    <a:pt x="85087" y="31821"/>
                  </a:lnTo>
                  <a:lnTo>
                    <a:pt x="85092" y="31825"/>
                  </a:lnTo>
                  <a:lnTo>
                    <a:pt x="85097" y="31831"/>
                  </a:lnTo>
                  <a:lnTo>
                    <a:pt x="85103" y="31838"/>
                  </a:lnTo>
                  <a:lnTo>
                    <a:pt x="85151" y="31904"/>
                  </a:lnTo>
                  <a:lnTo>
                    <a:pt x="85218" y="31870"/>
                  </a:lnTo>
                  <a:lnTo>
                    <a:pt x="85246" y="32057"/>
                  </a:lnTo>
                  <a:lnTo>
                    <a:pt x="85259" y="32138"/>
                  </a:lnTo>
                  <a:lnTo>
                    <a:pt x="85261" y="32267"/>
                  </a:lnTo>
                  <a:lnTo>
                    <a:pt x="85265" y="32457"/>
                  </a:lnTo>
                  <a:lnTo>
                    <a:pt x="85268" y="32590"/>
                  </a:lnTo>
                  <a:lnTo>
                    <a:pt x="85272" y="32767"/>
                  </a:lnTo>
                  <a:lnTo>
                    <a:pt x="85294" y="33158"/>
                  </a:lnTo>
                  <a:lnTo>
                    <a:pt x="85304" y="33325"/>
                  </a:lnTo>
                  <a:lnTo>
                    <a:pt x="85327" y="33603"/>
                  </a:lnTo>
                  <a:lnTo>
                    <a:pt x="85336" y="33680"/>
                  </a:lnTo>
                  <a:lnTo>
                    <a:pt x="85358" y="33838"/>
                  </a:lnTo>
                  <a:lnTo>
                    <a:pt x="85383" y="34000"/>
                  </a:lnTo>
                  <a:lnTo>
                    <a:pt x="85410" y="34159"/>
                  </a:lnTo>
                  <a:lnTo>
                    <a:pt x="85417" y="34199"/>
                  </a:lnTo>
                  <a:lnTo>
                    <a:pt x="85434" y="34291"/>
                  </a:lnTo>
                  <a:lnTo>
                    <a:pt x="85447" y="34354"/>
                  </a:lnTo>
                  <a:lnTo>
                    <a:pt x="85452" y="34380"/>
                  </a:lnTo>
                  <a:lnTo>
                    <a:pt x="85516" y="34677"/>
                  </a:lnTo>
                  <a:lnTo>
                    <a:pt x="85554" y="34819"/>
                  </a:lnTo>
                  <a:lnTo>
                    <a:pt x="85560" y="34839"/>
                  </a:lnTo>
                  <a:lnTo>
                    <a:pt x="85638" y="35118"/>
                  </a:lnTo>
                  <a:lnTo>
                    <a:pt x="85720" y="35369"/>
                  </a:lnTo>
                  <a:lnTo>
                    <a:pt x="85760" y="35472"/>
                  </a:lnTo>
                  <a:lnTo>
                    <a:pt x="85772" y="35500"/>
                  </a:lnTo>
                  <a:lnTo>
                    <a:pt x="85782" y="35528"/>
                  </a:lnTo>
                  <a:lnTo>
                    <a:pt x="85811" y="35608"/>
                  </a:lnTo>
                  <a:lnTo>
                    <a:pt x="85902" y="35878"/>
                  </a:lnTo>
                  <a:lnTo>
                    <a:pt x="85906" y="35905"/>
                  </a:lnTo>
                  <a:lnTo>
                    <a:pt x="85914" y="35980"/>
                  </a:lnTo>
                  <a:lnTo>
                    <a:pt x="85951" y="36011"/>
                  </a:lnTo>
                  <a:lnTo>
                    <a:pt x="85978" y="36042"/>
                  </a:lnTo>
                  <a:lnTo>
                    <a:pt x="86103" y="36295"/>
                  </a:lnTo>
                  <a:lnTo>
                    <a:pt x="86231" y="36548"/>
                  </a:lnTo>
                  <a:lnTo>
                    <a:pt x="86314" y="36701"/>
                  </a:lnTo>
                  <a:lnTo>
                    <a:pt x="86327" y="36720"/>
                  </a:lnTo>
                  <a:lnTo>
                    <a:pt x="86369" y="36776"/>
                  </a:lnTo>
                  <a:lnTo>
                    <a:pt x="86425" y="36843"/>
                  </a:lnTo>
                  <a:lnTo>
                    <a:pt x="86615" y="37067"/>
                  </a:lnTo>
                  <a:lnTo>
                    <a:pt x="86641" y="37098"/>
                  </a:lnTo>
                  <a:lnTo>
                    <a:pt x="87330" y="37284"/>
                  </a:lnTo>
                  <a:lnTo>
                    <a:pt x="87365" y="37292"/>
                  </a:lnTo>
                  <a:lnTo>
                    <a:pt x="87371" y="37295"/>
                  </a:lnTo>
                  <a:lnTo>
                    <a:pt x="87394" y="37316"/>
                  </a:lnTo>
                  <a:lnTo>
                    <a:pt x="87576" y="37549"/>
                  </a:lnTo>
                  <a:lnTo>
                    <a:pt x="87600" y="37583"/>
                  </a:lnTo>
                  <a:lnTo>
                    <a:pt x="87617" y="37607"/>
                  </a:lnTo>
                  <a:lnTo>
                    <a:pt x="87605" y="37608"/>
                  </a:lnTo>
                  <a:lnTo>
                    <a:pt x="87310" y="37628"/>
                  </a:lnTo>
                  <a:lnTo>
                    <a:pt x="87065" y="37545"/>
                  </a:lnTo>
                  <a:lnTo>
                    <a:pt x="86944" y="37493"/>
                  </a:lnTo>
                  <a:lnTo>
                    <a:pt x="86845" y="37449"/>
                  </a:lnTo>
                  <a:lnTo>
                    <a:pt x="86817" y="37420"/>
                  </a:lnTo>
                  <a:lnTo>
                    <a:pt x="86726" y="37328"/>
                  </a:lnTo>
                  <a:lnTo>
                    <a:pt x="86670" y="37318"/>
                  </a:lnTo>
                  <a:lnTo>
                    <a:pt x="86657" y="37316"/>
                  </a:lnTo>
                  <a:lnTo>
                    <a:pt x="86374" y="37371"/>
                  </a:lnTo>
                  <a:lnTo>
                    <a:pt x="86356" y="37391"/>
                  </a:lnTo>
                  <a:lnTo>
                    <a:pt x="86341" y="37412"/>
                  </a:lnTo>
                  <a:lnTo>
                    <a:pt x="86259" y="37600"/>
                  </a:lnTo>
                  <a:lnTo>
                    <a:pt x="86262" y="37610"/>
                  </a:lnTo>
                  <a:lnTo>
                    <a:pt x="86306" y="37743"/>
                  </a:lnTo>
                  <a:lnTo>
                    <a:pt x="86334" y="37770"/>
                  </a:lnTo>
                  <a:lnTo>
                    <a:pt x="86409" y="37840"/>
                  </a:lnTo>
                  <a:lnTo>
                    <a:pt x="86508" y="37929"/>
                  </a:lnTo>
                  <a:lnTo>
                    <a:pt x="86516" y="37938"/>
                  </a:lnTo>
                  <a:lnTo>
                    <a:pt x="86554" y="38076"/>
                  </a:lnTo>
                  <a:lnTo>
                    <a:pt x="86593" y="38269"/>
                  </a:lnTo>
                  <a:lnTo>
                    <a:pt x="86634" y="38290"/>
                  </a:lnTo>
                  <a:lnTo>
                    <a:pt x="86675" y="38311"/>
                  </a:lnTo>
                  <a:lnTo>
                    <a:pt x="86815" y="38288"/>
                  </a:lnTo>
                  <a:lnTo>
                    <a:pt x="86889" y="38280"/>
                  </a:lnTo>
                  <a:lnTo>
                    <a:pt x="86939" y="38280"/>
                  </a:lnTo>
                  <a:lnTo>
                    <a:pt x="86987" y="38335"/>
                  </a:lnTo>
                  <a:lnTo>
                    <a:pt x="86999" y="38350"/>
                  </a:lnTo>
                  <a:lnTo>
                    <a:pt x="87165" y="38602"/>
                  </a:lnTo>
                  <a:lnTo>
                    <a:pt x="87209" y="38688"/>
                  </a:lnTo>
                  <a:lnTo>
                    <a:pt x="87207" y="38695"/>
                  </a:lnTo>
                  <a:lnTo>
                    <a:pt x="87202" y="38699"/>
                  </a:lnTo>
                  <a:lnTo>
                    <a:pt x="87055" y="38758"/>
                  </a:lnTo>
                  <a:lnTo>
                    <a:pt x="86972" y="38773"/>
                  </a:lnTo>
                  <a:lnTo>
                    <a:pt x="86948" y="38777"/>
                  </a:lnTo>
                  <a:lnTo>
                    <a:pt x="86897" y="38825"/>
                  </a:lnTo>
                  <a:lnTo>
                    <a:pt x="86893" y="38829"/>
                  </a:lnTo>
                  <a:lnTo>
                    <a:pt x="86889" y="38836"/>
                  </a:lnTo>
                  <a:lnTo>
                    <a:pt x="86882" y="38849"/>
                  </a:lnTo>
                  <a:lnTo>
                    <a:pt x="86864" y="38887"/>
                  </a:lnTo>
                  <a:lnTo>
                    <a:pt x="86858" y="38902"/>
                  </a:lnTo>
                  <a:lnTo>
                    <a:pt x="86853" y="38915"/>
                  </a:lnTo>
                  <a:lnTo>
                    <a:pt x="86849" y="38930"/>
                  </a:lnTo>
                  <a:lnTo>
                    <a:pt x="86846" y="38946"/>
                  </a:lnTo>
                  <a:lnTo>
                    <a:pt x="86844" y="38962"/>
                  </a:lnTo>
                  <a:lnTo>
                    <a:pt x="86843" y="38969"/>
                  </a:lnTo>
                  <a:lnTo>
                    <a:pt x="86844" y="39141"/>
                  </a:lnTo>
                  <a:lnTo>
                    <a:pt x="86862" y="39444"/>
                  </a:lnTo>
                  <a:lnTo>
                    <a:pt x="86887" y="39872"/>
                  </a:lnTo>
                  <a:lnTo>
                    <a:pt x="86889" y="39895"/>
                  </a:lnTo>
                  <a:lnTo>
                    <a:pt x="86890" y="39903"/>
                  </a:lnTo>
                  <a:lnTo>
                    <a:pt x="86951" y="40312"/>
                  </a:lnTo>
                  <a:lnTo>
                    <a:pt x="86953" y="40327"/>
                  </a:lnTo>
                  <a:lnTo>
                    <a:pt x="87041" y="41095"/>
                  </a:lnTo>
                  <a:lnTo>
                    <a:pt x="86983" y="41258"/>
                  </a:lnTo>
                  <a:lnTo>
                    <a:pt x="86979" y="41264"/>
                  </a:lnTo>
                  <a:lnTo>
                    <a:pt x="86850" y="41437"/>
                  </a:lnTo>
                  <a:lnTo>
                    <a:pt x="86844" y="41441"/>
                  </a:lnTo>
                  <a:lnTo>
                    <a:pt x="86808" y="41449"/>
                  </a:lnTo>
                  <a:lnTo>
                    <a:pt x="86656" y="41474"/>
                  </a:lnTo>
                  <a:lnTo>
                    <a:pt x="86639" y="41476"/>
                  </a:lnTo>
                  <a:lnTo>
                    <a:pt x="86632" y="41476"/>
                  </a:lnTo>
                  <a:lnTo>
                    <a:pt x="86627" y="41477"/>
                  </a:lnTo>
                  <a:lnTo>
                    <a:pt x="86622" y="41476"/>
                  </a:lnTo>
                  <a:lnTo>
                    <a:pt x="85819" y="41765"/>
                  </a:lnTo>
                  <a:lnTo>
                    <a:pt x="85728" y="41772"/>
                  </a:lnTo>
                  <a:lnTo>
                    <a:pt x="85722" y="41773"/>
                  </a:lnTo>
                  <a:lnTo>
                    <a:pt x="85717" y="41774"/>
                  </a:lnTo>
                  <a:lnTo>
                    <a:pt x="85712" y="41775"/>
                  </a:lnTo>
                  <a:lnTo>
                    <a:pt x="85659" y="41790"/>
                  </a:lnTo>
                  <a:lnTo>
                    <a:pt x="85644" y="41794"/>
                  </a:lnTo>
                  <a:lnTo>
                    <a:pt x="85595" y="41810"/>
                  </a:lnTo>
                  <a:lnTo>
                    <a:pt x="85583" y="41816"/>
                  </a:lnTo>
                  <a:lnTo>
                    <a:pt x="85572" y="41822"/>
                  </a:lnTo>
                  <a:lnTo>
                    <a:pt x="85563" y="41827"/>
                  </a:lnTo>
                  <a:lnTo>
                    <a:pt x="85557" y="41832"/>
                  </a:lnTo>
                  <a:lnTo>
                    <a:pt x="85544" y="41844"/>
                  </a:lnTo>
                  <a:lnTo>
                    <a:pt x="85520" y="41877"/>
                  </a:lnTo>
                  <a:lnTo>
                    <a:pt x="85507" y="41902"/>
                  </a:lnTo>
                  <a:lnTo>
                    <a:pt x="85482" y="41959"/>
                  </a:lnTo>
                  <a:lnTo>
                    <a:pt x="85472" y="41983"/>
                  </a:lnTo>
                  <a:lnTo>
                    <a:pt x="85440" y="42069"/>
                  </a:lnTo>
                  <a:lnTo>
                    <a:pt x="85437" y="42081"/>
                  </a:lnTo>
                  <a:lnTo>
                    <a:pt x="85402" y="42227"/>
                  </a:lnTo>
                  <a:lnTo>
                    <a:pt x="85397" y="42248"/>
                  </a:lnTo>
                  <a:lnTo>
                    <a:pt x="85386" y="42313"/>
                  </a:lnTo>
                  <a:lnTo>
                    <a:pt x="85378" y="42376"/>
                  </a:lnTo>
                  <a:lnTo>
                    <a:pt x="85368" y="42470"/>
                  </a:lnTo>
                  <a:lnTo>
                    <a:pt x="85362" y="42523"/>
                  </a:lnTo>
                  <a:lnTo>
                    <a:pt x="85360" y="42560"/>
                  </a:lnTo>
                  <a:lnTo>
                    <a:pt x="85360" y="42610"/>
                  </a:lnTo>
                  <a:lnTo>
                    <a:pt x="85364" y="42754"/>
                  </a:lnTo>
                  <a:lnTo>
                    <a:pt x="85365" y="42771"/>
                  </a:lnTo>
                  <a:lnTo>
                    <a:pt x="85376" y="42861"/>
                  </a:lnTo>
                  <a:lnTo>
                    <a:pt x="85380" y="42887"/>
                  </a:lnTo>
                  <a:lnTo>
                    <a:pt x="85385" y="42909"/>
                  </a:lnTo>
                  <a:lnTo>
                    <a:pt x="85388" y="42922"/>
                  </a:lnTo>
                  <a:lnTo>
                    <a:pt x="85401" y="42962"/>
                  </a:lnTo>
                  <a:lnTo>
                    <a:pt x="85411" y="42987"/>
                  </a:lnTo>
                  <a:lnTo>
                    <a:pt x="85418" y="43003"/>
                  </a:lnTo>
                  <a:lnTo>
                    <a:pt x="85432" y="43028"/>
                  </a:lnTo>
                  <a:lnTo>
                    <a:pt x="85439" y="43040"/>
                  </a:lnTo>
                  <a:lnTo>
                    <a:pt x="85445" y="43050"/>
                  </a:lnTo>
                  <a:lnTo>
                    <a:pt x="85452" y="43058"/>
                  </a:lnTo>
                  <a:lnTo>
                    <a:pt x="85461" y="43065"/>
                  </a:lnTo>
                  <a:lnTo>
                    <a:pt x="85469" y="43072"/>
                  </a:lnTo>
                  <a:lnTo>
                    <a:pt x="85481" y="43081"/>
                  </a:lnTo>
                  <a:lnTo>
                    <a:pt x="85488" y="43084"/>
                  </a:lnTo>
                  <a:lnTo>
                    <a:pt x="85496" y="43087"/>
                  </a:lnTo>
                  <a:lnTo>
                    <a:pt x="85731" y="43145"/>
                  </a:lnTo>
                  <a:lnTo>
                    <a:pt x="85814" y="43144"/>
                  </a:lnTo>
                  <a:lnTo>
                    <a:pt x="85824" y="43149"/>
                  </a:lnTo>
                  <a:lnTo>
                    <a:pt x="85930" y="43246"/>
                  </a:lnTo>
                  <a:lnTo>
                    <a:pt x="86004" y="43823"/>
                  </a:lnTo>
                  <a:lnTo>
                    <a:pt x="85886" y="44036"/>
                  </a:lnTo>
                  <a:lnTo>
                    <a:pt x="85881" y="44038"/>
                  </a:lnTo>
                  <a:lnTo>
                    <a:pt x="85624" y="44165"/>
                  </a:lnTo>
                  <a:lnTo>
                    <a:pt x="85617" y="44168"/>
                  </a:lnTo>
                  <a:lnTo>
                    <a:pt x="85610" y="44173"/>
                  </a:lnTo>
                  <a:lnTo>
                    <a:pt x="85601" y="44180"/>
                  </a:lnTo>
                  <a:lnTo>
                    <a:pt x="85577" y="44201"/>
                  </a:lnTo>
                  <a:lnTo>
                    <a:pt x="85540" y="44236"/>
                  </a:lnTo>
                  <a:lnTo>
                    <a:pt x="85528" y="44250"/>
                  </a:lnTo>
                  <a:lnTo>
                    <a:pt x="85483" y="44306"/>
                  </a:lnTo>
                  <a:lnTo>
                    <a:pt x="85464" y="44333"/>
                  </a:lnTo>
                  <a:lnTo>
                    <a:pt x="85456" y="44345"/>
                  </a:lnTo>
                  <a:lnTo>
                    <a:pt x="85449" y="44362"/>
                  </a:lnTo>
                  <a:lnTo>
                    <a:pt x="85446" y="44371"/>
                  </a:lnTo>
                  <a:lnTo>
                    <a:pt x="85442" y="44377"/>
                  </a:lnTo>
                  <a:lnTo>
                    <a:pt x="85438" y="44384"/>
                  </a:lnTo>
                  <a:lnTo>
                    <a:pt x="85432" y="44394"/>
                  </a:lnTo>
                  <a:lnTo>
                    <a:pt x="85370" y="44480"/>
                  </a:lnTo>
                  <a:lnTo>
                    <a:pt x="85366" y="44484"/>
                  </a:lnTo>
                  <a:lnTo>
                    <a:pt x="85361" y="44488"/>
                  </a:lnTo>
                  <a:lnTo>
                    <a:pt x="85356" y="44492"/>
                  </a:lnTo>
                  <a:lnTo>
                    <a:pt x="84989" y="44701"/>
                  </a:lnTo>
                  <a:lnTo>
                    <a:pt x="84882" y="44754"/>
                  </a:lnTo>
                  <a:lnTo>
                    <a:pt x="84739" y="44819"/>
                  </a:lnTo>
                  <a:lnTo>
                    <a:pt x="84725" y="44826"/>
                  </a:lnTo>
                  <a:lnTo>
                    <a:pt x="84573" y="44944"/>
                  </a:lnTo>
                  <a:lnTo>
                    <a:pt x="84521" y="44985"/>
                  </a:lnTo>
                  <a:lnTo>
                    <a:pt x="84511" y="45003"/>
                  </a:lnTo>
                  <a:lnTo>
                    <a:pt x="84505" y="45100"/>
                  </a:lnTo>
                  <a:lnTo>
                    <a:pt x="84501" y="45152"/>
                  </a:lnTo>
                  <a:lnTo>
                    <a:pt x="84501" y="45162"/>
                  </a:lnTo>
                  <a:lnTo>
                    <a:pt x="84502" y="45170"/>
                  </a:lnTo>
                  <a:lnTo>
                    <a:pt x="84506" y="45187"/>
                  </a:lnTo>
                  <a:lnTo>
                    <a:pt x="84454" y="45454"/>
                  </a:lnTo>
                  <a:lnTo>
                    <a:pt x="84263" y="45741"/>
                  </a:lnTo>
                  <a:lnTo>
                    <a:pt x="84287" y="45745"/>
                  </a:lnTo>
                  <a:lnTo>
                    <a:pt x="84271" y="45795"/>
                  </a:lnTo>
                  <a:lnTo>
                    <a:pt x="84268" y="45801"/>
                  </a:lnTo>
                  <a:lnTo>
                    <a:pt x="84265" y="45807"/>
                  </a:lnTo>
                  <a:lnTo>
                    <a:pt x="84261" y="45814"/>
                  </a:lnTo>
                  <a:lnTo>
                    <a:pt x="84249" y="45832"/>
                  </a:lnTo>
                  <a:lnTo>
                    <a:pt x="84233" y="45854"/>
                  </a:lnTo>
                  <a:lnTo>
                    <a:pt x="84218" y="45872"/>
                  </a:lnTo>
                  <a:lnTo>
                    <a:pt x="84177" y="45916"/>
                  </a:lnTo>
                  <a:lnTo>
                    <a:pt x="84061" y="46027"/>
                  </a:lnTo>
                  <a:lnTo>
                    <a:pt x="83924" y="46147"/>
                  </a:lnTo>
                  <a:lnTo>
                    <a:pt x="83908" y="46159"/>
                  </a:lnTo>
                  <a:lnTo>
                    <a:pt x="83895" y="46169"/>
                  </a:lnTo>
                  <a:lnTo>
                    <a:pt x="83871" y="46185"/>
                  </a:lnTo>
                  <a:lnTo>
                    <a:pt x="83827" y="46214"/>
                  </a:lnTo>
                  <a:lnTo>
                    <a:pt x="83809" y="46228"/>
                  </a:lnTo>
                  <a:lnTo>
                    <a:pt x="83791" y="46243"/>
                  </a:lnTo>
                  <a:lnTo>
                    <a:pt x="83773" y="46260"/>
                  </a:lnTo>
                  <a:lnTo>
                    <a:pt x="83708" y="46324"/>
                  </a:lnTo>
                  <a:lnTo>
                    <a:pt x="83664" y="46375"/>
                  </a:lnTo>
                  <a:lnTo>
                    <a:pt x="83603" y="46458"/>
                  </a:lnTo>
                  <a:lnTo>
                    <a:pt x="83599" y="46463"/>
                  </a:lnTo>
                  <a:lnTo>
                    <a:pt x="83564" y="46519"/>
                  </a:lnTo>
                  <a:lnTo>
                    <a:pt x="83553" y="46536"/>
                  </a:lnTo>
                  <a:lnTo>
                    <a:pt x="83541" y="46558"/>
                  </a:lnTo>
                  <a:lnTo>
                    <a:pt x="83529" y="46583"/>
                  </a:lnTo>
                  <a:lnTo>
                    <a:pt x="83517" y="46608"/>
                  </a:lnTo>
                  <a:lnTo>
                    <a:pt x="83390" y="46913"/>
                  </a:lnTo>
                  <a:lnTo>
                    <a:pt x="83369" y="46965"/>
                  </a:lnTo>
                  <a:lnTo>
                    <a:pt x="83366" y="46973"/>
                  </a:lnTo>
                  <a:lnTo>
                    <a:pt x="83208" y="47440"/>
                  </a:lnTo>
                  <a:lnTo>
                    <a:pt x="83180" y="47530"/>
                  </a:lnTo>
                  <a:lnTo>
                    <a:pt x="83165" y="47581"/>
                  </a:lnTo>
                  <a:lnTo>
                    <a:pt x="83130" y="47754"/>
                  </a:lnTo>
                  <a:lnTo>
                    <a:pt x="83094" y="47929"/>
                  </a:lnTo>
                  <a:lnTo>
                    <a:pt x="83065" y="48082"/>
                  </a:lnTo>
                  <a:lnTo>
                    <a:pt x="83021" y="48387"/>
                  </a:lnTo>
                  <a:lnTo>
                    <a:pt x="83015" y="48428"/>
                  </a:lnTo>
                  <a:lnTo>
                    <a:pt x="83009" y="48501"/>
                  </a:lnTo>
                  <a:lnTo>
                    <a:pt x="82962" y="49125"/>
                  </a:lnTo>
                  <a:lnTo>
                    <a:pt x="82956" y="49209"/>
                  </a:lnTo>
                  <a:lnTo>
                    <a:pt x="82939" y="49541"/>
                  </a:lnTo>
                  <a:lnTo>
                    <a:pt x="82749" y="50130"/>
                  </a:lnTo>
                  <a:lnTo>
                    <a:pt x="82538" y="50650"/>
                  </a:lnTo>
                  <a:lnTo>
                    <a:pt x="82535" y="50658"/>
                  </a:lnTo>
                  <a:lnTo>
                    <a:pt x="82523" y="50686"/>
                  </a:lnTo>
                  <a:lnTo>
                    <a:pt x="82284" y="51335"/>
                  </a:lnTo>
                  <a:lnTo>
                    <a:pt x="82268" y="51382"/>
                  </a:lnTo>
                  <a:lnTo>
                    <a:pt x="82196" y="51630"/>
                  </a:lnTo>
                  <a:lnTo>
                    <a:pt x="82179" y="51689"/>
                  </a:lnTo>
                  <a:lnTo>
                    <a:pt x="82173" y="51719"/>
                  </a:lnTo>
                  <a:lnTo>
                    <a:pt x="82168" y="51748"/>
                  </a:lnTo>
                  <a:lnTo>
                    <a:pt x="82159" y="51802"/>
                  </a:lnTo>
                  <a:lnTo>
                    <a:pt x="82159" y="51817"/>
                  </a:lnTo>
                  <a:lnTo>
                    <a:pt x="82157" y="51879"/>
                  </a:lnTo>
                  <a:lnTo>
                    <a:pt x="82157" y="51910"/>
                  </a:lnTo>
                  <a:lnTo>
                    <a:pt x="82179" y="52025"/>
                  </a:lnTo>
                  <a:lnTo>
                    <a:pt x="82248" y="52390"/>
                  </a:lnTo>
                  <a:lnTo>
                    <a:pt x="82253" y="52420"/>
                  </a:lnTo>
                  <a:lnTo>
                    <a:pt x="82268" y="52517"/>
                  </a:lnTo>
                  <a:lnTo>
                    <a:pt x="82275" y="52563"/>
                  </a:lnTo>
                  <a:lnTo>
                    <a:pt x="82279" y="52595"/>
                  </a:lnTo>
                  <a:lnTo>
                    <a:pt x="82286" y="52691"/>
                  </a:lnTo>
                  <a:lnTo>
                    <a:pt x="82288" y="52735"/>
                  </a:lnTo>
                  <a:lnTo>
                    <a:pt x="82289" y="52743"/>
                  </a:lnTo>
                  <a:lnTo>
                    <a:pt x="82290" y="52778"/>
                  </a:lnTo>
                  <a:lnTo>
                    <a:pt x="82289" y="52823"/>
                  </a:lnTo>
                  <a:lnTo>
                    <a:pt x="82289" y="52841"/>
                  </a:lnTo>
                  <a:lnTo>
                    <a:pt x="82287" y="52882"/>
                  </a:lnTo>
                  <a:lnTo>
                    <a:pt x="82284" y="52924"/>
                  </a:lnTo>
                  <a:lnTo>
                    <a:pt x="82271" y="53034"/>
                  </a:lnTo>
                  <a:lnTo>
                    <a:pt x="82241" y="53243"/>
                  </a:lnTo>
                  <a:lnTo>
                    <a:pt x="82238" y="53260"/>
                  </a:lnTo>
                  <a:lnTo>
                    <a:pt x="82237" y="53269"/>
                  </a:lnTo>
                  <a:lnTo>
                    <a:pt x="82234" y="53281"/>
                  </a:lnTo>
                  <a:lnTo>
                    <a:pt x="82226" y="53320"/>
                  </a:lnTo>
                  <a:lnTo>
                    <a:pt x="82210" y="53393"/>
                  </a:lnTo>
                  <a:lnTo>
                    <a:pt x="82182" y="53430"/>
                  </a:lnTo>
                  <a:lnTo>
                    <a:pt x="82169" y="53448"/>
                  </a:lnTo>
                  <a:lnTo>
                    <a:pt x="82133" y="53488"/>
                  </a:lnTo>
                  <a:lnTo>
                    <a:pt x="82063" y="53504"/>
                  </a:lnTo>
                  <a:lnTo>
                    <a:pt x="81992" y="53505"/>
                  </a:lnTo>
                  <a:lnTo>
                    <a:pt x="81955" y="53483"/>
                  </a:lnTo>
                  <a:lnTo>
                    <a:pt x="81907" y="53441"/>
                  </a:lnTo>
                  <a:lnTo>
                    <a:pt x="81894" y="53431"/>
                  </a:lnTo>
                  <a:lnTo>
                    <a:pt x="81869" y="53415"/>
                  </a:lnTo>
                  <a:lnTo>
                    <a:pt x="81752" y="53363"/>
                  </a:lnTo>
                  <a:lnTo>
                    <a:pt x="81701" y="53346"/>
                  </a:lnTo>
                  <a:lnTo>
                    <a:pt x="81677" y="53341"/>
                  </a:lnTo>
                  <a:lnTo>
                    <a:pt x="81648" y="53337"/>
                  </a:lnTo>
                  <a:lnTo>
                    <a:pt x="81633" y="53339"/>
                  </a:lnTo>
                  <a:lnTo>
                    <a:pt x="81625" y="53343"/>
                  </a:lnTo>
                  <a:lnTo>
                    <a:pt x="81597" y="53399"/>
                  </a:lnTo>
                  <a:lnTo>
                    <a:pt x="81255" y="54401"/>
                  </a:lnTo>
                  <a:lnTo>
                    <a:pt x="81224" y="54461"/>
                  </a:lnTo>
                  <a:lnTo>
                    <a:pt x="81205" y="54507"/>
                  </a:lnTo>
                  <a:lnTo>
                    <a:pt x="81117" y="54718"/>
                  </a:lnTo>
                  <a:lnTo>
                    <a:pt x="81104" y="54751"/>
                  </a:lnTo>
                  <a:lnTo>
                    <a:pt x="81048" y="54918"/>
                  </a:lnTo>
                  <a:lnTo>
                    <a:pt x="81035" y="54963"/>
                  </a:lnTo>
                  <a:lnTo>
                    <a:pt x="81004" y="55086"/>
                  </a:lnTo>
                  <a:lnTo>
                    <a:pt x="80914" y="55549"/>
                  </a:lnTo>
                  <a:lnTo>
                    <a:pt x="80907" y="55595"/>
                  </a:lnTo>
                  <a:lnTo>
                    <a:pt x="80902" y="55632"/>
                  </a:lnTo>
                  <a:lnTo>
                    <a:pt x="80764" y="55925"/>
                  </a:lnTo>
                  <a:lnTo>
                    <a:pt x="80388" y="56349"/>
                  </a:lnTo>
                  <a:lnTo>
                    <a:pt x="80134" y="56603"/>
                  </a:lnTo>
                  <a:lnTo>
                    <a:pt x="80123" y="56609"/>
                  </a:lnTo>
                  <a:lnTo>
                    <a:pt x="80037" y="56649"/>
                  </a:lnTo>
                  <a:lnTo>
                    <a:pt x="79993" y="56669"/>
                  </a:lnTo>
                  <a:lnTo>
                    <a:pt x="79955" y="56685"/>
                  </a:lnTo>
                  <a:lnTo>
                    <a:pt x="79949" y="56687"/>
                  </a:lnTo>
                  <a:lnTo>
                    <a:pt x="79919" y="56697"/>
                  </a:lnTo>
                  <a:lnTo>
                    <a:pt x="79908" y="56699"/>
                  </a:lnTo>
                  <a:lnTo>
                    <a:pt x="79867" y="56704"/>
                  </a:lnTo>
                  <a:lnTo>
                    <a:pt x="79831" y="56698"/>
                  </a:lnTo>
                  <a:lnTo>
                    <a:pt x="79770" y="56688"/>
                  </a:lnTo>
                  <a:lnTo>
                    <a:pt x="79763" y="56690"/>
                  </a:lnTo>
                  <a:lnTo>
                    <a:pt x="79754" y="56693"/>
                  </a:lnTo>
                  <a:lnTo>
                    <a:pt x="79742" y="56699"/>
                  </a:lnTo>
                  <a:lnTo>
                    <a:pt x="79731" y="56703"/>
                  </a:lnTo>
                  <a:lnTo>
                    <a:pt x="79722" y="56709"/>
                  </a:lnTo>
                  <a:lnTo>
                    <a:pt x="79671" y="56738"/>
                  </a:lnTo>
                  <a:lnTo>
                    <a:pt x="79655" y="56749"/>
                  </a:lnTo>
                  <a:lnTo>
                    <a:pt x="79636" y="56763"/>
                  </a:lnTo>
                  <a:lnTo>
                    <a:pt x="79618" y="56777"/>
                  </a:lnTo>
                  <a:lnTo>
                    <a:pt x="79569" y="56820"/>
                  </a:lnTo>
                  <a:lnTo>
                    <a:pt x="79551" y="56837"/>
                  </a:lnTo>
                  <a:lnTo>
                    <a:pt x="79533" y="56856"/>
                  </a:lnTo>
                  <a:lnTo>
                    <a:pt x="79517" y="56874"/>
                  </a:lnTo>
                  <a:lnTo>
                    <a:pt x="79497" y="56899"/>
                  </a:lnTo>
                  <a:lnTo>
                    <a:pt x="79483" y="56917"/>
                  </a:lnTo>
                  <a:lnTo>
                    <a:pt x="79405" y="57024"/>
                  </a:lnTo>
                  <a:lnTo>
                    <a:pt x="79371" y="57076"/>
                  </a:lnTo>
                  <a:lnTo>
                    <a:pt x="79364" y="57089"/>
                  </a:lnTo>
                  <a:lnTo>
                    <a:pt x="79340" y="57127"/>
                  </a:lnTo>
                  <a:lnTo>
                    <a:pt x="79264" y="57262"/>
                  </a:lnTo>
                  <a:lnTo>
                    <a:pt x="79243" y="57301"/>
                  </a:lnTo>
                  <a:lnTo>
                    <a:pt x="79194" y="57396"/>
                  </a:lnTo>
                  <a:lnTo>
                    <a:pt x="79191" y="57406"/>
                  </a:lnTo>
                  <a:lnTo>
                    <a:pt x="79188" y="57417"/>
                  </a:lnTo>
                  <a:lnTo>
                    <a:pt x="79184" y="57450"/>
                  </a:lnTo>
                  <a:lnTo>
                    <a:pt x="79184" y="57460"/>
                  </a:lnTo>
                  <a:lnTo>
                    <a:pt x="79184" y="57491"/>
                  </a:lnTo>
                  <a:lnTo>
                    <a:pt x="79111" y="57680"/>
                  </a:lnTo>
                  <a:lnTo>
                    <a:pt x="79095" y="57696"/>
                  </a:lnTo>
                  <a:lnTo>
                    <a:pt x="79078" y="57711"/>
                  </a:lnTo>
                  <a:lnTo>
                    <a:pt x="79040" y="57747"/>
                  </a:lnTo>
                  <a:lnTo>
                    <a:pt x="79012" y="57769"/>
                  </a:lnTo>
                  <a:lnTo>
                    <a:pt x="79005" y="57774"/>
                  </a:lnTo>
                  <a:lnTo>
                    <a:pt x="78804" y="57876"/>
                  </a:lnTo>
                  <a:lnTo>
                    <a:pt x="78567" y="58061"/>
                  </a:lnTo>
                  <a:lnTo>
                    <a:pt x="78204" y="58346"/>
                  </a:lnTo>
                  <a:lnTo>
                    <a:pt x="78167" y="58377"/>
                  </a:lnTo>
                  <a:lnTo>
                    <a:pt x="78045" y="58455"/>
                  </a:lnTo>
                  <a:lnTo>
                    <a:pt x="78031" y="58460"/>
                  </a:lnTo>
                  <a:lnTo>
                    <a:pt x="78022" y="58463"/>
                  </a:lnTo>
                  <a:lnTo>
                    <a:pt x="78017" y="58464"/>
                  </a:lnTo>
                  <a:lnTo>
                    <a:pt x="77999" y="58462"/>
                  </a:lnTo>
                  <a:lnTo>
                    <a:pt x="77988" y="58462"/>
                  </a:lnTo>
                  <a:lnTo>
                    <a:pt x="77971" y="58467"/>
                  </a:lnTo>
                  <a:lnTo>
                    <a:pt x="77929" y="58484"/>
                  </a:lnTo>
                  <a:lnTo>
                    <a:pt x="77873" y="58512"/>
                  </a:lnTo>
                  <a:lnTo>
                    <a:pt x="77630" y="58629"/>
                  </a:lnTo>
                  <a:lnTo>
                    <a:pt x="77582" y="58666"/>
                  </a:lnTo>
                  <a:lnTo>
                    <a:pt x="77576" y="58672"/>
                  </a:lnTo>
                  <a:lnTo>
                    <a:pt x="77548" y="58701"/>
                  </a:lnTo>
                  <a:lnTo>
                    <a:pt x="77501" y="58755"/>
                  </a:lnTo>
                  <a:lnTo>
                    <a:pt x="77480" y="58780"/>
                  </a:lnTo>
                  <a:lnTo>
                    <a:pt x="77163" y="59292"/>
                  </a:lnTo>
                  <a:lnTo>
                    <a:pt x="77145" y="59324"/>
                  </a:lnTo>
                  <a:lnTo>
                    <a:pt x="77116" y="59384"/>
                  </a:lnTo>
                  <a:lnTo>
                    <a:pt x="76989" y="59686"/>
                  </a:lnTo>
                  <a:lnTo>
                    <a:pt x="76953" y="59788"/>
                  </a:lnTo>
                  <a:lnTo>
                    <a:pt x="76919" y="59903"/>
                  </a:lnTo>
                  <a:lnTo>
                    <a:pt x="76896" y="60001"/>
                  </a:lnTo>
                  <a:lnTo>
                    <a:pt x="76858" y="60211"/>
                  </a:lnTo>
                  <a:lnTo>
                    <a:pt x="76848" y="60278"/>
                  </a:lnTo>
                  <a:lnTo>
                    <a:pt x="76843" y="60326"/>
                  </a:lnTo>
                  <a:lnTo>
                    <a:pt x="76840" y="60372"/>
                  </a:lnTo>
                  <a:lnTo>
                    <a:pt x="76837" y="60436"/>
                  </a:lnTo>
                  <a:lnTo>
                    <a:pt x="76836" y="60460"/>
                  </a:lnTo>
                  <a:lnTo>
                    <a:pt x="76836" y="60533"/>
                  </a:lnTo>
                  <a:lnTo>
                    <a:pt x="76836" y="60568"/>
                  </a:lnTo>
                  <a:lnTo>
                    <a:pt x="76839" y="60640"/>
                  </a:lnTo>
                  <a:lnTo>
                    <a:pt x="76841" y="60671"/>
                  </a:lnTo>
                  <a:lnTo>
                    <a:pt x="76846" y="60733"/>
                  </a:lnTo>
                  <a:lnTo>
                    <a:pt x="76856" y="60824"/>
                  </a:lnTo>
                  <a:lnTo>
                    <a:pt x="76862" y="60850"/>
                  </a:lnTo>
                  <a:lnTo>
                    <a:pt x="76888" y="60949"/>
                  </a:lnTo>
                  <a:lnTo>
                    <a:pt x="76899" y="60991"/>
                  </a:lnTo>
                  <a:lnTo>
                    <a:pt x="76907" y="61018"/>
                  </a:lnTo>
                  <a:lnTo>
                    <a:pt x="76914" y="61040"/>
                  </a:lnTo>
                  <a:lnTo>
                    <a:pt x="76926" y="61075"/>
                  </a:lnTo>
                  <a:lnTo>
                    <a:pt x="76938" y="61108"/>
                  </a:lnTo>
                  <a:lnTo>
                    <a:pt x="76949" y="61134"/>
                  </a:lnTo>
                  <a:lnTo>
                    <a:pt x="77026" y="61306"/>
                  </a:lnTo>
                  <a:lnTo>
                    <a:pt x="77073" y="61390"/>
                  </a:lnTo>
                  <a:lnTo>
                    <a:pt x="77110" y="61533"/>
                  </a:lnTo>
                  <a:lnTo>
                    <a:pt x="77158" y="61908"/>
                  </a:lnTo>
                  <a:lnTo>
                    <a:pt x="77161" y="61937"/>
                  </a:lnTo>
                  <a:lnTo>
                    <a:pt x="77164" y="61972"/>
                  </a:lnTo>
                  <a:lnTo>
                    <a:pt x="77171" y="62051"/>
                  </a:lnTo>
                  <a:lnTo>
                    <a:pt x="77172" y="62087"/>
                  </a:lnTo>
                  <a:lnTo>
                    <a:pt x="77170" y="62120"/>
                  </a:lnTo>
                  <a:lnTo>
                    <a:pt x="77164" y="62167"/>
                  </a:lnTo>
                  <a:lnTo>
                    <a:pt x="77150" y="62251"/>
                  </a:lnTo>
                  <a:lnTo>
                    <a:pt x="77144" y="62281"/>
                  </a:lnTo>
                  <a:lnTo>
                    <a:pt x="77124" y="62375"/>
                  </a:lnTo>
                  <a:lnTo>
                    <a:pt x="77118" y="62404"/>
                  </a:lnTo>
                  <a:lnTo>
                    <a:pt x="77088" y="62506"/>
                  </a:lnTo>
                  <a:lnTo>
                    <a:pt x="77081" y="62524"/>
                  </a:lnTo>
                  <a:lnTo>
                    <a:pt x="77069" y="62548"/>
                  </a:lnTo>
                  <a:lnTo>
                    <a:pt x="77030" y="62622"/>
                  </a:lnTo>
                  <a:lnTo>
                    <a:pt x="76751" y="63120"/>
                  </a:lnTo>
                  <a:lnTo>
                    <a:pt x="76747" y="63126"/>
                  </a:lnTo>
                  <a:lnTo>
                    <a:pt x="76704" y="63202"/>
                  </a:lnTo>
                  <a:lnTo>
                    <a:pt x="76673" y="63250"/>
                  </a:lnTo>
                  <a:lnTo>
                    <a:pt x="76651" y="63281"/>
                  </a:lnTo>
                  <a:lnTo>
                    <a:pt x="76606" y="63344"/>
                  </a:lnTo>
                  <a:lnTo>
                    <a:pt x="76543" y="63411"/>
                  </a:lnTo>
                  <a:lnTo>
                    <a:pt x="76507" y="63446"/>
                  </a:lnTo>
                  <a:lnTo>
                    <a:pt x="76457" y="63493"/>
                  </a:lnTo>
                  <a:lnTo>
                    <a:pt x="76399" y="63544"/>
                  </a:lnTo>
                  <a:lnTo>
                    <a:pt x="76339" y="63594"/>
                  </a:lnTo>
                  <a:lnTo>
                    <a:pt x="76283" y="63635"/>
                  </a:lnTo>
                  <a:lnTo>
                    <a:pt x="76208" y="63689"/>
                  </a:lnTo>
                  <a:lnTo>
                    <a:pt x="76094" y="63760"/>
                  </a:lnTo>
                  <a:lnTo>
                    <a:pt x="76020" y="63806"/>
                  </a:lnTo>
                  <a:lnTo>
                    <a:pt x="75995" y="63819"/>
                  </a:lnTo>
                  <a:lnTo>
                    <a:pt x="75963" y="63837"/>
                  </a:lnTo>
                  <a:lnTo>
                    <a:pt x="75921" y="63865"/>
                  </a:lnTo>
                  <a:lnTo>
                    <a:pt x="75785" y="63957"/>
                  </a:lnTo>
                  <a:lnTo>
                    <a:pt x="75719" y="64006"/>
                  </a:lnTo>
                  <a:lnTo>
                    <a:pt x="75665" y="64046"/>
                  </a:lnTo>
                  <a:lnTo>
                    <a:pt x="75614" y="64090"/>
                  </a:lnTo>
                  <a:lnTo>
                    <a:pt x="75571" y="64128"/>
                  </a:lnTo>
                  <a:lnTo>
                    <a:pt x="75477" y="64231"/>
                  </a:lnTo>
                  <a:lnTo>
                    <a:pt x="75436" y="64281"/>
                  </a:lnTo>
                  <a:lnTo>
                    <a:pt x="75391" y="64341"/>
                  </a:lnTo>
                  <a:lnTo>
                    <a:pt x="75323" y="64439"/>
                  </a:lnTo>
                  <a:lnTo>
                    <a:pt x="75299" y="64481"/>
                  </a:lnTo>
                  <a:lnTo>
                    <a:pt x="75270" y="64533"/>
                  </a:lnTo>
                  <a:lnTo>
                    <a:pt x="75244" y="64579"/>
                  </a:lnTo>
                  <a:lnTo>
                    <a:pt x="75218" y="64631"/>
                  </a:lnTo>
                  <a:lnTo>
                    <a:pt x="75167" y="64733"/>
                  </a:lnTo>
                  <a:lnTo>
                    <a:pt x="75162" y="64746"/>
                  </a:lnTo>
                  <a:lnTo>
                    <a:pt x="75109" y="64874"/>
                  </a:lnTo>
                  <a:lnTo>
                    <a:pt x="75106" y="64880"/>
                  </a:lnTo>
                  <a:lnTo>
                    <a:pt x="75058" y="64964"/>
                  </a:lnTo>
                  <a:lnTo>
                    <a:pt x="75034" y="65005"/>
                  </a:lnTo>
                  <a:lnTo>
                    <a:pt x="75021" y="65028"/>
                  </a:lnTo>
                  <a:lnTo>
                    <a:pt x="75003" y="65064"/>
                  </a:lnTo>
                  <a:lnTo>
                    <a:pt x="74981" y="65113"/>
                  </a:lnTo>
                  <a:lnTo>
                    <a:pt x="74964" y="65156"/>
                  </a:lnTo>
                  <a:lnTo>
                    <a:pt x="74940" y="65225"/>
                  </a:lnTo>
                  <a:lnTo>
                    <a:pt x="74898" y="65359"/>
                  </a:lnTo>
                  <a:lnTo>
                    <a:pt x="74892" y="65389"/>
                  </a:lnTo>
                  <a:lnTo>
                    <a:pt x="74883" y="65430"/>
                  </a:lnTo>
                  <a:lnTo>
                    <a:pt x="74866" y="65516"/>
                  </a:lnTo>
                  <a:lnTo>
                    <a:pt x="74847" y="65616"/>
                  </a:lnTo>
                  <a:lnTo>
                    <a:pt x="74839" y="65669"/>
                  </a:lnTo>
                  <a:lnTo>
                    <a:pt x="74825" y="65791"/>
                  </a:lnTo>
                  <a:lnTo>
                    <a:pt x="74821" y="65843"/>
                  </a:lnTo>
                  <a:lnTo>
                    <a:pt x="74815" y="65941"/>
                  </a:lnTo>
                  <a:lnTo>
                    <a:pt x="74815" y="66072"/>
                  </a:lnTo>
                  <a:lnTo>
                    <a:pt x="74817" y="66131"/>
                  </a:lnTo>
                  <a:lnTo>
                    <a:pt x="74829" y="66306"/>
                  </a:lnTo>
                  <a:lnTo>
                    <a:pt x="74842" y="66470"/>
                  </a:lnTo>
                  <a:lnTo>
                    <a:pt x="74847" y="66505"/>
                  </a:lnTo>
                  <a:lnTo>
                    <a:pt x="74855" y="66545"/>
                  </a:lnTo>
                  <a:lnTo>
                    <a:pt x="74864" y="66586"/>
                  </a:lnTo>
                  <a:lnTo>
                    <a:pt x="74982" y="67028"/>
                  </a:lnTo>
                  <a:lnTo>
                    <a:pt x="74997" y="67081"/>
                  </a:lnTo>
                  <a:lnTo>
                    <a:pt x="75003" y="67098"/>
                  </a:lnTo>
                  <a:lnTo>
                    <a:pt x="75075" y="67296"/>
                  </a:lnTo>
                  <a:lnTo>
                    <a:pt x="75096" y="67347"/>
                  </a:lnTo>
                  <a:lnTo>
                    <a:pt x="75334" y="67891"/>
                  </a:lnTo>
                  <a:lnTo>
                    <a:pt x="75359" y="67948"/>
                  </a:lnTo>
                  <a:lnTo>
                    <a:pt x="75379" y="67992"/>
                  </a:lnTo>
                  <a:lnTo>
                    <a:pt x="75423" y="68076"/>
                  </a:lnTo>
                  <a:lnTo>
                    <a:pt x="75471" y="68155"/>
                  </a:lnTo>
                  <a:lnTo>
                    <a:pt x="75503" y="68202"/>
                  </a:lnTo>
                  <a:lnTo>
                    <a:pt x="75560" y="68279"/>
                  </a:lnTo>
                  <a:lnTo>
                    <a:pt x="75646" y="68396"/>
                  </a:lnTo>
                  <a:lnTo>
                    <a:pt x="75702" y="68469"/>
                  </a:lnTo>
                  <a:lnTo>
                    <a:pt x="75729" y="68502"/>
                  </a:lnTo>
                  <a:lnTo>
                    <a:pt x="75763" y="68538"/>
                  </a:lnTo>
                  <a:lnTo>
                    <a:pt x="75827" y="68604"/>
                  </a:lnTo>
                  <a:lnTo>
                    <a:pt x="75879" y="68650"/>
                  </a:lnTo>
                  <a:lnTo>
                    <a:pt x="75892" y="68660"/>
                  </a:lnTo>
                  <a:lnTo>
                    <a:pt x="75990" y="68728"/>
                  </a:lnTo>
                  <a:lnTo>
                    <a:pt x="76023" y="68746"/>
                  </a:lnTo>
                  <a:lnTo>
                    <a:pt x="76075" y="68772"/>
                  </a:lnTo>
                  <a:lnTo>
                    <a:pt x="76103" y="68787"/>
                  </a:lnTo>
                  <a:lnTo>
                    <a:pt x="76117" y="68795"/>
                  </a:lnTo>
                  <a:lnTo>
                    <a:pt x="76125" y="68802"/>
                  </a:lnTo>
                  <a:lnTo>
                    <a:pt x="76131" y="68809"/>
                  </a:lnTo>
                  <a:lnTo>
                    <a:pt x="76140" y="68819"/>
                  </a:lnTo>
                  <a:lnTo>
                    <a:pt x="76147" y="68832"/>
                  </a:lnTo>
                  <a:lnTo>
                    <a:pt x="76152" y="68842"/>
                  </a:lnTo>
                  <a:lnTo>
                    <a:pt x="76155" y="68851"/>
                  </a:lnTo>
                  <a:lnTo>
                    <a:pt x="76200" y="68963"/>
                  </a:lnTo>
                  <a:lnTo>
                    <a:pt x="76207" y="68980"/>
                  </a:lnTo>
                  <a:lnTo>
                    <a:pt x="76211" y="68990"/>
                  </a:lnTo>
                  <a:lnTo>
                    <a:pt x="76238" y="69067"/>
                  </a:lnTo>
                  <a:lnTo>
                    <a:pt x="76306" y="69324"/>
                  </a:lnTo>
                  <a:lnTo>
                    <a:pt x="76312" y="69349"/>
                  </a:lnTo>
                  <a:lnTo>
                    <a:pt x="76313" y="69367"/>
                  </a:lnTo>
                  <a:lnTo>
                    <a:pt x="76313" y="69385"/>
                  </a:lnTo>
                  <a:lnTo>
                    <a:pt x="76310" y="69402"/>
                  </a:lnTo>
                  <a:lnTo>
                    <a:pt x="76307" y="69417"/>
                  </a:lnTo>
                  <a:lnTo>
                    <a:pt x="76291" y="69467"/>
                  </a:lnTo>
                  <a:lnTo>
                    <a:pt x="76285" y="69486"/>
                  </a:lnTo>
                  <a:lnTo>
                    <a:pt x="76203" y="69648"/>
                  </a:lnTo>
                  <a:lnTo>
                    <a:pt x="76110" y="69832"/>
                  </a:lnTo>
                  <a:lnTo>
                    <a:pt x="75996" y="70040"/>
                  </a:lnTo>
                  <a:lnTo>
                    <a:pt x="75817" y="70202"/>
                  </a:lnTo>
                  <a:lnTo>
                    <a:pt x="75719" y="70434"/>
                  </a:lnTo>
                  <a:lnTo>
                    <a:pt x="75604" y="70592"/>
                  </a:lnTo>
                  <a:lnTo>
                    <a:pt x="75410" y="70733"/>
                  </a:lnTo>
                  <a:lnTo>
                    <a:pt x="75217" y="70903"/>
                  </a:lnTo>
                  <a:lnTo>
                    <a:pt x="75042" y="71059"/>
                  </a:lnTo>
                  <a:lnTo>
                    <a:pt x="75029" y="71070"/>
                  </a:lnTo>
                  <a:lnTo>
                    <a:pt x="75022" y="71076"/>
                  </a:lnTo>
                  <a:lnTo>
                    <a:pt x="74952" y="71137"/>
                  </a:lnTo>
                  <a:lnTo>
                    <a:pt x="74902" y="71181"/>
                  </a:lnTo>
                  <a:lnTo>
                    <a:pt x="74877" y="71202"/>
                  </a:lnTo>
                  <a:lnTo>
                    <a:pt x="74729" y="71434"/>
                  </a:lnTo>
                  <a:lnTo>
                    <a:pt x="74474" y="71832"/>
                  </a:lnTo>
                  <a:lnTo>
                    <a:pt x="74451" y="71906"/>
                  </a:lnTo>
                  <a:lnTo>
                    <a:pt x="74385" y="72126"/>
                  </a:lnTo>
                  <a:lnTo>
                    <a:pt x="74367" y="72235"/>
                  </a:lnTo>
                  <a:lnTo>
                    <a:pt x="74368" y="72374"/>
                  </a:lnTo>
                  <a:lnTo>
                    <a:pt x="74372" y="72388"/>
                  </a:lnTo>
                  <a:lnTo>
                    <a:pt x="74379" y="72416"/>
                  </a:lnTo>
                  <a:lnTo>
                    <a:pt x="74421" y="72581"/>
                  </a:lnTo>
                  <a:lnTo>
                    <a:pt x="74470" y="72693"/>
                  </a:lnTo>
                  <a:lnTo>
                    <a:pt x="74474" y="72702"/>
                  </a:lnTo>
                  <a:lnTo>
                    <a:pt x="74516" y="72764"/>
                  </a:lnTo>
                  <a:lnTo>
                    <a:pt x="74536" y="72795"/>
                  </a:lnTo>
                  <a:lnTo>
                    <a:pt x="74546" y="72826"/>
                  </a:lnTo>
                  <a:lnTo>
                    <a:pt x="74567" y="72906"/>
                  </a:lnTo>
                  <a:lnTo>
                    <a:pt x="74568" y="72912"/>
                  </a:lnTo>
                  <a:lnTo>
                    <a:pt x="74622" y="73397"/>
                  </a:lnTo>
                  <a:lnTo>
                    <a:pt x="74606" y="73464"/>
                  </a:lnTo>
                  <a:lnTo>
                    <a:pt x="74548" y="73565"/>
                  </a:lnTo>
                  <a:lnTo>
                    <a:pt x="74534" y="73590"/>
                  </a:lnTo>
                  <a:lnTo>
                    <a:pt x="74509" y="73717"/>
                  </a:lnTo>
                  <a:lnTo>
                    <a:pt x="74489" y="73814"/>
                  </a:lnTo>
                  <a:lnTo>
                    <a:pt x="74488" y="73918"/>
                  </a:lnTo>
                  <a:lnTo>
                    <a:pt x="74475" y="74029"/>
                  </a:lnTo>
                  <a:lnTo>
                    <a:pt x="74448" y="74096"/>
                  </a:lnTo>
                  <a:lnTo>
                    <a:pt x="74445" y="74102"/>
                  </a:lnTo>
                  <a:lnTo>
                    <a:pt x="74411" y="74143"/>
                  </a:lnTo>
                  <a:lnTo>
                    <a:pt x="74392" y="74195"/>
                  </a:lnTo>
                  <a:lnTo>
                    <a:pt x="74345" y="74346"/>
                  </a:lnTo>
                  <a:lnTo>
                    <a:pt x="74341" y="74359"/>
                  </a:lnTo>
                  <a:lnTo>
                    <a:pt x="74332" y="74412"/>
                  </a:lnTo>
                  <a:lnTo>
                    <a:pt x="74288" y="74695"/>
                  </a:lnTo>
                  <a:lnTo>
                    <a:pt x="74282" y="74732"/>
                  </a:lnTo>
                  <a:lnTo>
                    <a:pt x="74282" y="74783"/>
                  </a:lnTo>
                  <a:lnTo>
                    <a:pt x="74282" y="74804"/>
                  </a:lnTo>
                  <a:lnTo>
                    <a:pt x="74281" y="74876"/>
                  </a:lnTo>
                  <a:lnTo>
                    <a:pt x="74281" y="74903"/>
                  </a:lnTo>
                  <a:lnTo>
                    <a:pt x="74280" y="74938"/>
                  </a:lnTo>
                  <a:lnTo>
                    <a:pt x="74280" y="74973"/>
                  </a:lnTo>
                  <a:lnTo>
                    <a:pt x="74280" y="74997"/>
                  </a:lnTo>
                  <a:lnTo>
                    <a:pt x="74280" y="75007"/>
                  </a:lnTo>
                  <a:lnTo>
                    <a:pt x="74313" y="75312"/>
                  </a:lnTo>
                  <a:lnTo>
                    <a:pt x="74298" y="75467"/>
                  </a:lnTo>
                  <a:lnTo>
                    <a:pt x="74276" y="75702"/>
                  </a:lnTo>
                  <a:lnTo>
                    <a:pt x="74250" y="75978"/>
                  </a:lnTo>
                  <a:lnTo>
                    <a:pt x="74180" y="76398"/>
                  </a:lnTo>
                  <a:lnTo>
                    <a:pt x="73997" y="77319"/>
                  </a:lnTo>
                  <a:lnTo>
                    <a:pt x="73994" y="77330"/>
                  </a:lnTo>
                  <a:lnTo>
                    <a:pt x="73957" y="77478"/>
                  </a:lnTo>
                  <a:lnTo>
                    <a:pt x="73954" y="77491"/>
                  </a:lnTo>
                  <a:lnTo>
                    <a:pt x="73941" y="77533"/>
                  </a:lnTo>
                  <a:lnTo>
                    <a:pt x="73935" y="77556"/>
                  </a:lnTo>
                  <a:lnTo>
                    <a:pt x="73889" y="77715"/>
                  </a:lnTo>
                  <a:lnTo>
                    <a:pt x="73857" y="77824"/>
                  </a:lnTo>
                  <a:lnTo>
                    <a:pt x="73766" y="78139"/>
                  </a:lnTo>
                  <a:lnTo>
                    <a:pt x="73760" y="78157"/>
                  </a:lnTo>
                  <a:lnTo>
                    <a:pt x="73751" y="78181"/>
                  </a:lnTo>
                  <a:lnTo>
                    <a:pt x="73717" y="78273"/>
                  </a:lnTo>
                  <a:lnTo>
                    <a:pt x="73688" y="78353"/>
                  </a:lnTo>
                  <a:lnTo>
                    <a:pt x="73646" y="78421"/>
                  </a:lnTo>
                  <a:lnTo>
                    <a:pt x="73619" y="78466"/>
                  </a:lnTo>
                  <a:lnTo>
                    <a:pt x="73589" y="78549"/>
                  </a:lnTo>
                  <a:lnTo>
                    <a:pt x="73583" y="78564"/>
                  </a:lnTo>
                  <a:lnTo>
                    <a:pt x="73549" y="78714"/>
                  </a:lnTo>
                  <a:lnTo>
                    <a:pt x="73519" y="78846"/>
                  </a:lnTo>
                  <a:lnTo>
                    <a:pt x="73514" y="78870"/>
                  </a:lnTo>
                  <a:lnTo>
                    <a:pt x="73510" y="78885"/>
                  </a:lnTo>
                  <a:lnTo>
                    <a:pt x="73503" y="78919"/>
                  </a:lnTo>
                  <a:lnTo>
                    <a:pt x="73494" y="78957"/>
                  </a:lnTo>
                  <a:lnTo>
                    <a:pt x="73472" y="79010"/>
                  </a:lnTo>
                  <a:lnTo>
                    <a:pt x="73442" y="79002"/>
                  </a:lnTo>
                  <a:lnTo>
                    <a:pt x="73431" y="79004"/>
                  </a:lnTo>
                  <a:lnTo>
                    <a:pt x="73418" y="79006"/>
                  </a:lnTo>
                  <a:lnTo>
                    <a:pt x="73390" y="79012"/>
                  </a:lnTo>
                  <a:lnTo>
                    <a:pt x="73383" y="79019"/>
                  </a:lnTo>
                  <a:lnTo>
                    <a:pt x="73375" y="79026"/>
                  </a:lnTo>
                  <a:lnTo>
                    <a:pt x="73363" y="79038"/>
                  </a:lnTo>
                  <a:lnTo>
                    <a:pt x="73344" y="79111"/>
                  </a:lnTo>
                  <a:lnTo>
                    <a:pt x="73341" y="79147"/>
                  </a:lnTo>
                  <a:lnTo>
                    <a:pt x="73333" y="79253"/>
                  </a:lnTo>
                  <a:lnTo>
                    <a:pt x="73307" y="79398"/>
                  </a:lnTo>
                  <a:lnTo>
                    <a:pt x="73278" y="79481"/>
                  </a:lnTo>
                  <a:lnTo>
                    <a:pt x="73250" y="79563"/>
                  </a:lnTo>
                  <a:lnTo>
                    <a:pt x="73235" y="79592"/>
                  </a:lnTo>
                  <a:lnTo>
                    <a:pt x="73186" y="79685"/>
                  </a:lnTo>
                  <a:lnTo>
                    <a:pt x="73168" y="79720"/>
                  </a:lnTo>
                  <a:lnTo>
                    <a:pt x="73135" y="79755"/>
                  </a:lnTo>
                  <a:lnTo>
                    <a:pt x="73108" y="79784"/>
                  </a:lnTo>
                  <a:lnTo>
                    <a:pt x="73089" y="79804"/>
                  </a:lnTo>
                  <a:lnTo>
                    <a:pt x="72985" y="79928"/>
                  </a:lnTo>
                  <a:lnTo>
                    <a:pt x="72948" y="79980"/>
                  </a:lnTo>
                  <a:lnTo>
                    <a:pt x="72943" y="79992"/>
                  </a:lnTo>
                  <a:lnTo>
                    <a:pt x="72940" y="80000"/>
                  </a:lnTo>
                  <a:lnTo>
                    <a:pt x="72923" y="80041"/>
                  </a:lnTo>
                  <a:lnTo>
                    <a:pt x="72913" y="80066"/>
                  </a:lnTo>
                  <a:lnTo>
                    <a:pt x="72900" y="80108"/>
                  </a:lnTo>
                  <a:lnTo>
                    <a:pt x="72856" y="80250"/>
                  </a:lnTo>
                  <a:lnTo>
                    <a:pt x="72829" y="80338"/>
                  </a:lnTo>
                  <a:lnTo>
                    <a:pt x="72821" y="80365"/>
                  </a:lnTo>
                  <a:lnTo>
                    <a:pt x="72808" y="80407"/>
                  </a:lnTo>
                  <a:lnTo>
                    <a:pt x="72797" y="80445"/>
                  </a:lnTo>
                  <a:lnTo>
                    <a:pt x="72786" y="80479"/>
                  </a:lnTo>
                  <a:lnTo>
                    <a:pt x="72781" y="80496"/>
                  </a:lnTo>
                  <a:lnTo>
                    <a:pt x="72780" y="80503"/>
                  </a:lnTo>
                  <a:lnTo>
                    <a:pt x="72779" y="80511"/>
                  </a:lnTo>
                  <a:lnTo>
                    <a:pt x="72776" y="80529"/>
                  </a:lnTo>
                  <a:lnTo>
                    <a:pt x="72771" y="80557"/>
                  </a:lnTo>
                  <a:lnTo>
                    <a:pt x="72770" y="80563"/>
                  </a:lnTo>
                  <a:lnTo>
                    <a:pt x="72745" y="80719"/>
                  </a:lnTo>
                  <a:lnTo>
                    <a:pt x="72743" y="80729"/>
                  </a:lnTo>
                  <a:lnTo>
                    <a:pt x="72741" y="80755"/>
                  </a:lnTo>
                  <a:lnTo>
                    <a:pt x="72739" y="80780"/>
                  </a:lnTo>
                  <a:lnTo>
                    <a:pt x="72738" y="80791"/>
                  </a:lnTo>
                  <a:lnTo>
                    <a:pt x="72737" y="80809"/>
                  </a:lnTo>
                  <a:lnTo>
                    <a:pt x="72669" y="81634"/>
                  </a:lnTo>
                  <a:lnTo>
                    <a:pt x="72669" y="81674"/>
                  </a:lnTo>
                  <a:lnTo>
                    <a:pt x="72670" y="81728"/>
                  </a:lnTo>
                  <a:lnTo>
                    <a:pt x="72671" y="81826"/>
                  </a:lnTo>
                  <a:lnTo>
                    <a:pt x="72671" y="81833"/>
                  </a:lnTo>
                  <a:lnTo>
                    <a:pt x="72672" y="81892"/>
                  </a:lnTo>
                  <a:lnTo>
                    <a:pt x="72673" y="81944"/>
                  </a:lnTo>
                  <a:lnTo>
                    <a:pt x="72676" y="82139"/>
                  </a:lnTo>
                  <a:lnTo>
                    <a:pt x="72678" y="82178"/>
                  </a:lnTo>
                  <a:lnTo>
                    <a:pt x="72691" y="82460"/>
                  </a:lnTo>
                  <a:lnTo>
                    <a:pt x="72692" y="82483"/>
                  </a:lnTo>
                  <a:lnTo>
                    <a:pt x="72696" y="82506"/>
                  </a:lnTo>
                  <a:lnTo>
                    <a:pt x="72713" y="82595"/>
                  </a:lnTo>
                  <a:lnTo>
                    <a:pt x="72714" y="82602"/>
                  </a:lnTo>
                  <a:lnTo>
                    <a:pt x="72727" y="82608"/>
                  </a:lnTo>
                  <a:lnTo>
                    <a:pt x="72739" y="82606"/>
                  </a:lnTo>
                  <a:lnTo>
                    <a:pt x="72754" y="82604"/>
                  </a:lnTo>
                  <a:lnTo>
                    <a:pt x="72767" y="82615"/>
                  </a:lnTo>
                  <a:lnTo>
                    <a:pt x="72771" y="82619"/>
                  </a:lnTo>
                  <a:lnTo>
                    <a:pt x="72774" y="82623"/>
                  </a:lnTo>
                  <a:lnTo>
                    <a:pt x="72781" y="82636"/>
                  </a:lnTo>
                  <a:lnTo>
                    <a:pt x="72797" y="82701"/>
                  </a:lnTo>
                  <a:lnTo>
                    <a:pt x="72801" y="82720"/>
                  </a:lnTo>
                  <a:lnTo>
                    <a:pt x="72797" y="82739"/>
                  </a:lnTo>
                  <a:lnTo>
                    <a:pt x="72755" y="82910"/>
                  </a:lnTo>
                  <a:lnTo>
                    <a:pt x="72751" y="82930"/>
                  </a:lnTo>
                  <a:lnTo>
                    <a:pt x="72699" y="83076"/>
                  </a:lnTo>
                  <a:lnTo>
                    <a:pt x="72668" y="83163"/>
                  </a:lnTo>
                  <a:lnTo>
                    <a:pt x="72654" y="83203"/>
                  </a:lnTo>
                  <a:lnTo>
                    <a:pt x="72650" y="83214"/>
                  </a:lnTo>
                  <a:lnTo>
                    <a:pt x="72516" y="83593"/>
                  </a:lnTo>
                  <a:lnTo>
                    <a:pt x="72513" y="83600"/>
                  </a:lnTo>
                  <a:lnTo>
                    <a:pt x="72483" y="83677"/>
                  </a:lnTo>
                  <a:lnTo>
                    <a:pt x="72480" y="83683"/>
                  </a:lnTo>
                  <a:lnTo>
                    <a:pt x="72431" y="83791"/>
                  </a:lnTo>
                  <a:lnTo>
                    <a:pt x="72428" y="83798"/>
                  </a:lnTo>
                  <a:lnTo>
                    <a:pt x="72383" y="83843"/>
                  </a:lnTo>
                  <a:lnTo>
                    <a:pt x="72381" y="83848"/>
                  </a:lnTo>
                  <a:lnTo>
                    <a:pt x="72374" y="83861"/>
                  </a:lnTo>
                  <a:lnTo>
                    <a:pt x="72363" y="83881"/>
                  </a:lnTo>
                  <a:lnTo>
                    <a:pt x="72359" y="83889"/>
                  </a:lnTo>
                  <a:lnTo>
                    <a:pt x="72352" y="83902"/>
                  </a:lnTo>
                  <a:lnTo>
                    <a:pt x="72250" y="84109"/>
                  </a:lnTo>
                  <a:lnTo>
                    <a:pt x="72241" y="84127"/>
                  </a:lnTo>
                  <a:lnTo>
                    <a:pt x="72235" y="84149"/>
                  </a:lnTo>
                  <a:lnTo>
                    <a:pt x="72207" y="84271"/>
                  </a:lnTo>
                  <a:lnTo>
                    <a:pt x="72203" y="84286"/>
                  </a:lnTo>
                  <a:lnTo>
                    <a:pt x="72190" y="84336"/>
                  </a:lnTo>
                  <a:lnTo>
                    <a:pt x="72180" y="84372"/>
                  </a:lnTo>
                  <a:lnTo>
                    <a:pt x="72175" y="84380"/>
                  </a:lnTo>
                  <a:lnTo>
                    <a:pt x="72075" y="84538"/>
                  </a:lnTo>
                  <a:lnTo>
                    <a:pt x="72067" y="84549"/>
                  </a:lnTo>
                  <a:lnTo>
                    <a:pt x="72036" y="84590"/>
                  </a:lnTo>
                  <a:lnTo>
                    <a:pt x="71998" y="84603"/>
                  </a:lnTo>
                  <a:lnTo>
                    <a:pt x="71952" y="84607"/>
                  </a:lnTo>
                  <a:lnTo>
                    <a:pt x="71930" y="84616"/>
                  </a:lnTo>
                  <a:lnTo>
                    <a:pt x="71867" y="84643"/>
                  </a:lnTo>
                  <a:lnTo>
                    <a:pt x="71857" y="84654"/>
                  </a:lnTo>
                  <a:lnTo>
                    <a:pt x="71851" y="84660"/>
                  </a:lnTo>
                  <a:lnTo>
                    <a:pt x="71848" y="84665"/>
                  </a:lnTo>
                  <a:lnTo>
                    <a:pt x="71819" y="84714"/>
                  </a:lnTo>
                  <a:lnTo>
                    <a:pt x="71815" y="84722"/>
                  </a:lnTo>
                  <a:lnTo>
                    <a:pt x="71702" y="84968"/>
                  </a:lnTo>
                  <a:lnTo>
                    <a:pt x="71694" y="84992"/>
                  </a:lnTo>
                  <a:lnTo>
                    <a:pt x="71664" y="85239"/>
                  </a:lnTo>
                  <a:lnTo>
                    <a:pt x="71657" y="85376"/>
                  </a:lnTo>
                  <a:lnTo>
                    <a:pt x="71658" y="85445"/>
                  </a:lnTo>
                  <a:lnTo>
                    <a:pt x="71690" y="85751"/>
                  </a:lnTo>
                  <a:lnTo>
                    <a:pt x="71710" y="85866"/>
                  </a:lnTo>
                  <a:lnTo>
                    <a:pt x="71713" y="85874"/>
                  </a:lnTo>
                  <a:lnTo>
                    <a:pt x="71730" y="85914"/>
                  </a:lnTo>
                  <a:lnTo>
                    <a:pt x="71745" y="85949"/>
                  </a:lnTo>
                  <a:lnTo>
                    <a:pt x="71798" y="85997"/>
                  </a:lnTo>
                  <a:lnTo>
                    <a:pt x="71770" y="86294"/>
                  </a:lnTo>
                  <a:lnTo>
                    <a:pt x="71718" y="86472"/>
                  </a:lnTo>
                  <a:lnTo>
                    <a:pt x="71698" y="86541"/>
                  </a:lnTo>
                  <a:lnTo>
                    <a:pt x="71656" y="86684"/>
                  </a:lnTo>
                  <a:lnTo>
                    <a:pt x="71620" y="86805"/>
                  </a:lnTo>
                  <a:lnTo>
                    <a:pt x="71611" y="86836"/>
                  </a:lnTo>
                  <a:lnTo>
                    <a:pt x="71583" y="86932"/>
                  </a:lnTo>
                  <a:lnTo>
                    <a:pt x="71575" y="86964"/>
                  </a:lnTo>
                  <a:lnTo>
                    <a:pt x="71572" y="86974"/>
                  </a:lnTo>
                  <a:lnTo>
                    <a:pt x="71555" y="87061"/>
                  </a:lnTo>
                  <a:lnTo>
                    <a:pt x="71547" y="87100"/>
                  </a:lnTo>
                  <a:lnTo>
                    <a:pt x="71525" y="87205"/>
                  </a:lnTo>
                  <a:lnTo>
                    <a:pt x="71517" y="87274"/>
                  </a:lnTo>
                  <a:lnTo>
                    <a:pt x="71515" y="87293"/>
                  </a:lnTo>
                  <a:lnTo>
                    <a:pt x="71512" y="87322"/>
                  </a:lnTo>
                  <a:lnTo>
                    <a:pt x="71511" y="87328"/>
                  </a:lnTo>
                  <a:lnTo>
                    <a:pt x="71530" y="87357"/>
                  </a:lnTo>
                  <a:lnTo>
                    <a:pt x="71537" y="87367"/>
                  </a:lnTo>
                  <a:lnTo>
                    <a:pt x="71544" y="87378"/>
                  </a:lnTo>
                  <a:lnTo>
                    <a:pt x="71548" y="87384"/>
                  </a:lnTo>
                  <a:lnTo>
                    <a:pt x="71550" y="87403"/>
                  </a:lnTo>
                  <a:lnTo>
                    <a:pt x="71459" y="87800"/>
                  </a:lnTo>
                  <a:lnTo>
                    <a:pt x="71424" y="87850"/>
                  </a:lnTo>
                  <a:lnTo>
                    <a:pt x="71412" y="87862"/>
                  </a:lnTo>
                  <a:lnTo>
                    <a:pt x="71369" y="87903"/>
                  </a:lnTo>
                  <a:lnTo>
                    <a:pt x="71363" y="87919"/>
                  </a:lnTo>
                  <a:lnTo>
                    <a:pt x="71318" y="88043"/>
                  </a:lnTo>
                  <a:lnTo>
                    <a:pt x="71300" y="88093"/>
                  </a:lnTo>
                  <a:lnTo>
                    <a:pt x="71308" y="88155"/>
                  </a:lnTo>
                  <a:lnTo>
                    <a:pt x="71336" y="88217"/>
                  </a:lnTo>
                  <a:lnTo>
                    <a:pt x="71351" y="88238"/>
                  </a:lnTo>
                  <a:lnTo>
                    <a:pt x="71400" y="88311"/>
                  </a:lnTo>
                  <a:lnTo>
                    <a:pt x="71399" y="88347"/>
                  </a:lnTo>
                  <a:lnTo>
                    <a:pt x="71396" y="88361"/>
                  </a:lnTo>
                  <a:lnTo>
                    <a:pt x="71387" y="88399"/>
                  </a:lnTo>
                  <a:lnTo>
                    <a:pt x="71351" y="88481"/>
                  </a:lnTo>
                  <a:lnTo>
                    <a:pt x="71333" y="88494"/>
                  </a:lnTo>
                  <a:lnTo>
                    <a:pt x="71303" y="88497"/>
                  </a:lnTo>
                  <a:lnTo>
                    <a:pt x="71272" y="88501"/>
                  </a:lnTo>
                  <a:lnTo>
                    <a:pt x="71242" y="88505"/>
                  </a:lnTo>
                  <a:lnTo>
                    <a:pt x="71226" y="88514"/>
                  </a:lnTo>
                  <a:lnTo>
                    <a:pt x="71183" y="88538"/>
                  </a:lnTo>
                  <a:lnTo>
                    <a:pt x="71175" y="88542"/>
                  </a:lnTo>
                  <a:lnTo>
                    <a:pt x="71153" y="88561"/>
                  </a:lnTo>
                  <a:lnTo>
                    <a:pt x="71144" y="88569"/>
                  </a:lnTo>
                  <a:lnTo>
                    <a:pt x="71107" y="88601"/>
                  </a:lnTo>
                  <a:lnTo>
                    <a:pt x="71071" y="88653"/>
                  </a:lnTo>
                  <a:lnTo>
                    <a:pt x="71052" y="88697"/>
                  </a:lnTo>
                  <a:lnTo>
                    <a:pt x="71018" y="88779"/>
                  </a:lnTo>
                  <a:lnTo>
                    <a:pt x="71009" y="88814"/>
                  </a:lnTo>
                  <a:lnTo>
                    <a:pt x="70984" y="88910"/>
                  </a:lnTo>
                  <a:lnTo>
                    <a:pt x="70822" y="89630"/>
                  </a:lnTo>
                  <a:lnTo>
                    <a:pt x="70820" y="89638"/>
                  </a:lnTo>
                  <a:lnTo>
                    <a:pt x="70798" y="89769"/>
                  </a:lnTo>
                  <a:lnTo>
                    <a:pt x="70779" y="89881"/>
                  </a:lnTo>
                  <a:lnTo>
                    <a:pt x="70773" y="89917"/>
                  </a:lnTo>
                  <a:lnTo>
                    <a:pt x="70772" y="89925"/>
                  </a:lnTo>
                  <a:lnTo>
                    <a:pt x="70760" y="90123"/>
                  </a:lnTo>
                  <a:lnTo>
                    <a:pt x="70752" y="90269"/>
                  </a:lnTo>
                  <a:lnTo>
                    <a:pt x="70752" y="90280"/>
                  </a:lnTo>
                  <a:lnTo>
                    <a:pt x="70743" y="90565"/>
                  </a:lnTo>
                  <a:lnTo>
                    <a:pt x="70739" y="90928"/>
                  </a:lnTo>
                  <a:lnTo>
                    <a:pt x="70739" y="90974"/>
                  </a:lnTo>
                  <a:lnTo>
                    <a:pt x="70740" y="91314"/>
                  </a:lnTo>
                  <a:lnTo>
                    <a:pt x="70743" y="91372"/>
                  </a:lnTo>
                  <a:lnTo>
                    <a:pt x="70748" y="91491"/>
                  </a:lnTo>
                  <a:lnTo>
                    <a:pt x="70740" y="91545"/>
                  </a:lnTo>
                  <a:lnTo>
                    <a:pt x="70731" y="91606"/>
                  </a:lnTo>
                  <a:lnTo>
                    <a:pt x="70728" y="91622"/>
                  </a:lnTo>
                  <a:lnTo>
                    <a:pt x="70653" y="91918"/>
                  </a:lnTo>
                  <a:lnTo>
                    <a:pt x="70614" y="92078"/>
                  </a:lnTo>
                  <a:lnTo>
                    <a:pt x="70568" y="92270"/>
                  </a:lnTo>
                  <a:lnTo>
                    <a:pt x="70561" y="92389"/>
                  </a:lnTo>
                  <a:lnTo>
                    <a:pt x="70579" y="92516"/>
                  </a:lnTo>
                  <a:lnTo>
                    <a:pt x="70581" y="92530"/>
                  </a:lnTo>
                  <a:lnTo>
                    <a:pt x="70575" y="92545"/>
                  </a:lnTo>
                  <a:lnTo>
                    <a:pt x="70551" y="92605"/>
                  </a:lnTo>
                  <a:lnTo>
                    <a:pt x="70534" y="92648"/>
                  </a:lnTo>
                  <a:lnTo>
                    <a:pt x="70390" y="92960"/>
                  </a:lnTo>
                  <a:lnTo>
                    <a:pt x="70342" y="93065"/>
                  </a:lnTo>
                  <a:lnTo>
                    <a:pt x="70321" y="93082"/>
                  </a:lnTo>
                  <a:lnTo>
                    <a:pt x="70298" y="93113"/>
                  </a:lnTo>
                  <a:lnTo>
                    <a:pt x="70242" y="93192"/>
                  </a:lnTo>
                  <a:lnTo>
                    <a:pt x="70216" y="93230"/>
                  </a:lnTo>
                  <a:lnTo>
                    <a:pt x="70211" y="93239"/>
                  </a:lnTo>
                  <a:lnTo>
                    <a:pt x="69903" y="93813"/>
                  </a:lnTo>
                  <a:lnTo>
                    <a:pt x="69888" y="93844"/>
                  </a:lnTo>
                  <a:lnTo>
                    <a:pt x="69842" y="94025"/>
                  </a:lnTo>
                  <a:lnTo>
                    <a:pt x="69840" y="94035"/>
                  </a:lnTo>
                  <a:lnTo>
                    <a:pt x="69831" y="94086"/>
                  </a:lnTo>
                  <a:lnTo>
                    <a:pt x="69815" y="94172"/>
                  </a:lnTo>
                  <a:lnTo>
                    <a:pt x="69802" y="94241"/>
                  </a:lnTo>
                  <a:lnTo>
                    <a:pt x="69715" y="94637"/>
                  </a:lnTo>
                  <a:lnTo>
                    <a:pt x="69712" y="94646"/>
                  </a:lnTo>
                  <a:lnTo>
                    <a:pt x="69710" y="94656"/>
                  </a:lnTo>
                  <a:lnTo>
                    <a:pt x="69656" y="94863"/>
                  </a:lnTo>
                  <a:lnTo>
                    <a:pt x="69601" y="95072"/>
                  </a:lnTo>
                  <a:lnTo>
                    <a:pt x="69574" y="95114"/>
                  </a:lnTo>
                  <a:lnTo>
                    <a:pt x="69571" y="95130"/>
                  </a:lnTo>
                  <a:lnTo>
                    <a:pt x="69537" y="95300"/>
                  </a:lnTo>
                  <a:lnTo>
                    <a:pt x="69536" y="95306"/>
                  </a:lnTo>
                  <a:lnTo>
                    <a:pt x="69500" y="95555"/>
                  </a:lnTo>
                  <a:lnTo>
                    <a:pt x="69496" y="95582"/>
                  </a:lnTo>
                  <a:lnTo>
                    <a:pt x="69489" y="95632"/>
                  </a:lnTo>
                  <a:lnTo>
                    <a:pt x="69483" y="95676"/>
                  </a:lnTo>
                  <a:lnTo>
                    <a:pt x="69483" y="95686"/>
                  </a:lnTo>
                  <a:lnTo>
                    <a:pt x="69484" y="95701"/>
                  </a:lnTo>
                  <a:lnTo>
                    <a:pt x="69486" y="95790"/>
                  </a:lnTo>
                  <a:lnTo>
                    <a:pt x="69487" y="95798"/>
                  </a:lnTo>
                  <a:lnTo>
                    <a:pt x="69530" y="96009"/>
                  </a:lnTo>
                  <a:lnTo>
                    <a:pt x="69544" y="96147"/>
                  </a:lnTo>
                  <a:lnTo>
                    <a:pt x="69548" y="96186"/>
                  </a:lnTo>
                  <a:lnTo>
                    <a:pt x="69550" y="96201"/>
                  </a:lnTo>
                  <a:lnTo>
                    <a:pt x="69577" y="96507"/>
                  </a:lnTo>
                  <a:lnTo>
                    <a:pt x="69588" y="96633"/>
                  </a:lnTo>
                  <a:lnTo>
                    <a:pt x="69586" y="96728"/>
                  </a:lnTo>
                  <a:lnTo>
                    <a:pt x="69586" y="96753"/>
                  </a:lnTo>
                  <a:lnTo>
                    <a:pt x="69586" y="96762"/>
                  </a:lnTo>
                  <a:lnTo>
                    <a:pt x="69598" y="96892"/>
                  </a:lnTo>
                  <a:lnTo>
                    <a:pt x="69609" y="97010"/>
                  </a:lnTo>
                  <a:lnTo>
                    <a:pt x="69611" y="97027"/>
                  </a:lnTo>
                  <a:lnTo>
                    <a:pt x="69659" y="97154"/>
                  </a:lnTo>
                  <a:lnTo>
                    <a:pt x="69663" y="97165"/>
                  </a:lnTo>
                  <a:lnTo>
                    <a:pt x="69675" y="97167"/>
                  </a:lnTo>
                  <a:lnTo>
                    <a:pt x="69731" y="97177"/>
                  </a:lnTo>
                  <a:lnTo>
                    <a:pt x="69740" y="97178"/>
                  </a:lnTo>
                  <a:lnTo>
                    <a:pt x="69792" y="97163"/>
                  </a:lnTo>
                  <a:lnTo>
                    <a:pt x="69833" y="97130"/>
                  </a:lnTo>
                  <a:lnTo>
                    <a:pt x="69870" y="97115"/>
                  </a:lnTo>
                  <a:lnTo>
                    <a:pt x="69893" y="97108"/>
                  </a:lnTo>
                  <a:lnTo>
                    <a:pt x="70029" y="97303"/>
                  </a:lnTo>
                  <a:lnTo>
                    <a:pt x="70035" y="97315"/>
                  </a:lnTo>
                  <a:lnTo>
                    <a:pt x="69941" y="97533"/>
                  </a:lnTo>
                  <a:lnTo>
                    <a:pt x="69933" y="97553"/>
                  </a:lnTo>
                  <a:lnTo>
                    <a:pt x="69926" y="97569"/>
                  </a:lnTo>
                  <a:lnTo>
                    <a:pt x="69794" y="97748"/>
                  </a:lnTo>
                  <a:lnTo>
                    <a:pt x="69767" y="97813"/>
                  </a:lnTo>
                  <a:lnTo>
                    <a:pt x="69755" y="97843"/>
                  </a:lnTo>
                  <a:lnTo>
                    <a:pt x="69482" y="98507"/>
                  </a:lnTo>
                  <a:lnTo>
                    <a:pt x="69473" y="98536"/>
                  </a:lnTo>
                  <a:lnTo>
                    <a:pt x="69404" y="98746"/>
                  </a:lnTo>
                  <a:lnTo>
                    <a:pt x="69381" y="98815"/>
                  </a:lnTo>
                  <a:lnTo>
                    <a:pt x="69312" y="99082"/>
                  </a:lnTo>
                  <a:lnTo>
                    <a:pt x="69238" y="99429"/>
                  </a:lnTo>
                  <a:lnTo>
                    <a:pt x="69188" y="99878"/>
                  </a:lnTo>
                  <a:lnTo>
                    <a:pt x="69075" y="100188"/>
                  </a:lnTo>
                  <a:lnTo>
                    <a:pt x="68885" y="100708"/>
                  </a:lnTo>
                  <a:lnTo>
                    <a:pt x="68876" y="100733"/>
                  </a:lnTo>
                  <a:lnTo>
                    <a:pt x="68807" y="100923"/>
                  </a:lnTo>
                  <a:lnTo>
                    <a:pt x="68627" y="101417"/>
                  </a:lnTo>
                  <a:lnTo>
                    <a:pt x="68563" y="101591"/>
                  </a:lnTo>
                  <a:lnTo>
                    <a:pt x="68389" y="102070"/>
                  </a:lnTo>
                  <a:lnTo>
                    <a:pt x="68307" y="102293"/>
                  </a:lnTo>
                  <a:lnTo>
                    <a:pt x="68239" y="102479"/>
                  </a:lnTo>
                  <a:lnTo>
                    <a:pt x="68197" y="102595"/>
                  </a:lnTo>
                  <a:lnTo>
                    <a:pt x="68147" y="102765"/>
                  </a:lnTo>
                  <a:lnTo>
                    <a:pt x="68139" y="102791"/>
                  </a:lnTo>
                  <a:lnTo>
                    <a:pt x="68132" y="102814"/>
                  </a:lnTo>
                  <a:lnTo>
                    <a:pt x="68132" y="102823"/>
                  </a:lnTo>
                  <a:lnTo>
                    <a:pt x="68120" y="103017"/>
                  </a:lnTo>
                  <a:lnTo>
                    <a:pt x="68117" y="103035"/>
                  </a:lnTo>
                  <a:lnTo>
                    <a:pt x="68112" y="103066"/>
                  </a:lnTo>
                  <a:lnTo>
                    <a:pt x="68097" y="103165"/>
                  </a:lnTo>
                  <a:lnTo>
                    <a:pt x="68068" y="103345"/>
                  </a:lnTo>
                  <a:lnTo>
                    <a:pt x="68047" y="103418"/>
                  </a:lnTo>
                  <a:lnTo>
                    <a:pt x="68029" y="103481"/>
                  </a:lnTo>
                  <a:lnTo>
                    <a:pt x="68027" y="103487"/>
                  </a:lnTo>
                  <a:lnTo>
                    <a:pt x="68003" y="103716"/>
                  </a:lnTo>
                  <a:lnTo>
                    <a:pt x="67893" y="104745"/>
                  </a:lnTo>
                  <a:lnTo>
                    <a:pt x="67886" y="104812"/>
                  </a:lnTo>
                  <a:lnTo>
                    <a:pt x="67824" y="105392"/>
                  </a:lnTo>
                  <a:lnTo>
                    <a:pt x="67781" y="105790"/>
                  </a:lnTo>
                  <a:lnTo>
                    <a:pt x="67732" y="106257"/>
                  </a:lnTo>
                  <a:lnTo>
                    <a:pt x="67731" y="106287"/>
                  </a:lnTo>
                  <a:lnTo>
                    <a:pt x="67726" y="106296"/>
                  </a:lnTo>
                  <a:lnTo>
                    <a:pt x="67568" y="106585"/>
                  </a:lnTo>
                  <a:lnTo>
                    <a:pt x="67389" y="106754"/>
                  </a:lnTo>
                  <a:lnTo>
                    <a:pt x="67337" y="106724"/>
                  </a:lnTo>
                  <a:lnTo>
                    <a:pt x="67303" y="106719"/>
                  </a:lnTo>
                  <a:lnTo>
                    <a:pt x="67256" y="106716"/>
                  </a:lnTo>
                  <a:lnTo>
                    <a:pt x="67199" y="106714"/>
                  </a:lnTo>
                  <a:lnTo>
                    <a:pt x="67183" y="106720"/>
                  </a:lnTo>
                  <a:lnTo>
                    <a:pt x="67153" y="106733"/>
                  </a:lnTo>
                  <a:lnTo>
                    <a:pt x="67132" y="106742"/>
                  </a:lnTo>
                  <a:lnTo>
                    <a:pt x="67032" y="106798"/>
                  </a:lnTo>
                  <a:lnTo>
                    <a:pt x="66936" y="106852"/>
                  </a:lnTo>
                  <a:lnTo>
                    <a:pt x="66857" y="106920"/>
                  </a:lnTo>
                  <a:lnTo>
                    <a:pt x="66633" y="107197"/>
                  </a:lnTo>
                  <a:lnTo>
                    <a:pt x="66620" y="107217"/>
                  </a:lnTo>
                  <a:lnTo>
                    <a:pt x="66447" y="107478"/>
                  </a:lnTo>
                  <a:lnTo>
                    <a:pt x="66438" y="107494"/>
                  </a:lnTo>
                  <a:lnTo>
                    <a:pt x="66224" y="107896"/>
                  </a:lnTo>
                  <a:lnTo>
                    <a:pt x="66213" y="107917"/>
                  </a:lnTo>
                  <a:lnTo>
                    <a:pt x="66044" y="108193"/>
                  </a:lnTo>
                  <a:lnTo>
                    <a:pt x="66033" y="108210"/>
                  </a:lnTo>
                  <a:lnTo>
                    <a:pt x="66022" y="108235"/>
                  </a:lnTo>
                  <a:lnTo>
                    <a:pt x="65978" y="108336"/>
                  </a:lnTo>
                  <a:lnTo>
                    <a:pt x="65975" y="108347"/>
                  </a:lnTo>
                  <a:lnTo>
                    <a:pt x="65967" y="108371"/>
                  </a:lnTo>
                  <a:lnTo>
                    <a:pt x="65947" y="108430"/>
                  </a:lnTo>
                  <a:lnTo>
                    <a:pt x="65940" y="108455"/>
                  </a:lnTo>
                  <a:lnTo>
                    <a:pt x="65933" y="108480"/>
                  </a:lnTo>
                  <a:lnTo>
                    <a:pt x="65932" y="108486"/>
                  </a:lnTo>
                  <a:lnTo>
                    <a:pt x="65911" y="108563"/>
                  </a:lnTo>
                  <a:lnTo>
                    <a:pt x="65669" y="109451"/>
                  </a:lnTo>
                  <a:lnTo>
                    <a:pt x="65666" y="109462"/>
                  </a:lnTo>
                  <a:lnTo>
                    <a:pt x="65635" y="109576"/>
                  </a:lnTo>
                  <a:lnTo>
                    <a:pt x="65598" y="109711"/>
                  </a:lnTo>
                  <a:lnTo>
                    <a:pt x="65560" y="109870"/>
                  </a:lnTo>
                  <a:lnTo>
                    <a:pt x="65546" y="109931"/>
                  </a:lnTo>
                  <a:lnTo>
                    <a:pt x="65534" y="109999"/>
                  </a:lnTo>
                  <a:lnTo>
                    <a:pt x="65531" y="110042"/>
                  </a:lnTo>
                  <a:lnTo>
                    <a:pt x="65523" y="110171"/>
                  </a:lnTo>
                  <a:lnTo>
                    <a:pt x="65473" y="110474"/>
                  </a:lnTo>
                  <a:lnTo>
                    <a:pt x="65386" y="110817"/>
                  </a:lnTo>
                  <a:lnTo>
                    <a:pt x="65366" y="110856"/>
                  </a:lnTo>
                  <a:lnTo>
                    <a:pt x="65348" y="110871"/>
                  </a:lnTo>
                  <a:lnTo>
                    <a:pt x="65337" y="110880"/>
                  </a:lnTo>
                  <a:lnTo>
                    <a:pt x="65314" y="110926"/>
                  </a:lnTo>
                  <a:lnTo>
                    <a:pt x="65281" y="111036"/>
                  </a:lnTo>
                  <a:lnTo>
                    <a:pt x="65286" y="111143"/>
                  </a:lnTo>
                  <a:lnTo>
                    <a:pt x="65326" y="111308"/>
                  </a:lnTo>
                  <a:lnTo>
                    <a:pt x="65348" y="111374"/>
                  </a:lnTo>
                  <a:lnTo>
                    <a:pt x="65396" y="111365"/>
                  </a:lnTo>
                  <a:lnTo>
                    <a:pt x="65475" y="111316"/>
                  </a:lnTo>
                  <a:lnTo>
                    <a:pt x="65489" y="111314"/>
                  </a:lnTo>
                  <a:lnTo>
                    <a:pt x="65503" y="111328"/>
                  </a:lnTo>
                  <a:lnTo>
                    <a:pt x="65508" y="111332"/>
                  </a:lnTo>
                  <a:lnTo>
                    <a:pt x="65522" y="111345"/>
                  </a:lnTo>
                  <a:lnTo>
                    <a:pt x="65551" y="111386"/>
                  </a:lnTo>
                  <a:lnTo>
                    <a:pt x="65555" y="111393"/>
                  </a:lnTo>
                  <a:lnTo>
                    <a:pt x="65562" y="111402"/>
                  </a:lnTo>
                  <a:lnTo>
                    <a:pt x="65567" y="111432"/>
                  </a:lnTo>
                  <a:lnTo>
                    <a:pt x="65568" y="111445"/>
                  </a:lnTo>
                  <a:lnTo>
                    <a:pt x="65433" y="111657"/>
                  </a:lnTo>
                  <a:lnTo>
                    <a:pt x="65226" y="111887"/>
                  </a:lnTo>
                  <a:lnTo>
                    <a:pt x="65182" y="111936"/>
                  </a:lnTo>
                  <a:lnTo>
                    <a:pt x="65140" y="111980"/>
                  </a:lnTo>
                  <a:lnTo>
                    <a:pt x="65059" y="112064"/>
                  </a:lnTo>
                  <a:lnTo>
                    <a:pt x="65049" y="112074"/>
                  </a:lnTo>
                  <a:lnTo>
                    <a:pt x="65025" y="112099"/>
                  </a:lnTo>
                  <a:lnTo>
                    <a:pt x="65009" y="112114"/>
                  </a:lnTo>
                  <a:lnTo>
                    <a:pt x="64995" y="112128"/>
                  </a:lnTo>
                  <a:lnTo>
                    <a:pt x="64990" y="112134"/>
                  </a:lnTo>
                  <a:lnTo>
                    <a:pt x="64964" y="112133"/>
                  </a:lnTo>
                  <a:lnTo>
                    <a:pt x="64955" y="112122"/>
                  </a:lnTo>
                  <a:lnTo>
                    <a:pt x="64926" y="112123"/>
                  </a:lnTo>
                  <a:lnTo>
                    <a:pt x="64921" y="112123"/>
                  </a:lnTo>
                  <a:lnTo>
                    <a:pt x="64794" y="112147"/>
                  </a:lnTo>
                  <a:lnTo>
                    <a:pt x="64753" y="112169"/>
                  </a:lnTo>
                  <a:lnTo>
                    <a:pt x="64721" y="112200"/>
                  </a:lnTo>
                  <a:lnTo>
                    <a:pt x="64510" y="112410"/>
                  </a:lnTo>
                  <a:lnTo>
                    <a:pt x="64487" y="112432"/>
                  </a:lnTo>
                  <a:lnTo>
                    <a:pt x="64479" y="112445"/>
                  </a:lnTo>
                  <a:lnTo>
                    <a:pt x="64465" y="112466"/>
                  </a:lnTo>
                  <a:lnTo>
                    <a:pt x="64429" y="112593"/>
                  </a:lnTo>
                  <a:lnTo>
                    <a:pt x="64417" y="112667"/>
                  </a:lnTo>
                  <a:lnTo>
                    <a:pt x="64413" y="112711"/>
                  </a:lnTo>
                  <a:lnTo>
                    <a:pt x="64412" y="112731"/>
                  </a:lnTo>
                  <a:lnTo>
                    <a:pt x="64397" y="112920"/>
                  </a:lnTo>
                  <a:lnTo>
                    <a:pt x="64398" y="112970"/>
                  </a:lnTo>
                  <a:lnTo>
                    <a:pt x="64404" y="113037"/>
                  </a:lnTo>
                  <a:lnTo>
                    <a:pt x="64411" y="113122"/>
                  </a:lnTo>
                  <a:lnTo>
                    <a:pt x="64413" y="113135"/>
                  </a:lnTo>
                  <a:lnTo>
                    <a:pt x="64456" y="113370"/>
                  </a:lnTo>
                  <a:lnTo>
                    <a:pt x="64459" y="113386"/>
                  </a:lnTo>
                  <a:lnTo>
                    <a:pt x="64480" y="113501"/>
                  </a:lnTo>
                  <a:lnTo>
                    <a:pt x="64488" y="113539"/>
                  </a:lnTo>
                  <a:lnTo>
                    <a:pt x="64525" y="113672"/>
                  </a:lnTo>
                  <a:lnTo>
                    <a:pt x="64547" y="113754"/>
                  </a:lnTo>
                  <a:lnTo>
                    <a:pt x="64551" y="113764"/>
                  </a:lnTo>
                  <a:lnTo>
                    <a:pt x="64699" y="114101"/>
                  </a:lnTo>
                  <a:lnTo>
                    <a:pt x="64907" y="114535"/>
                  </a:lnTo>
                  <a:lnTo>
                    <a:pt x="64934" y="114593"/>
                  </a:lnTo>
                  <a:lnTo>
                    <a:pt x="64947" y="114677"/>
                  </a:lnTo>
                  <a:lnTo>
                    <a:pt x="64924" y="114791"/>
                  </a:lnTo>
                  <a:lnTo>
                    <a:pt x="64816" y="115270"/>
                  </a:lnTo>
                  <a:lnTo>
                    <a:pt x="64814" y="115277"/>
                  </a:lnTo>
                  <a:lnTo>
                    <a:pt x="64745" y="115371"/>
                  </a:lnTo>
                  <a:lnTo>
                    <a:pt x="64635" y="115471"/>
                  </a:lnTo>
                  <a:lnTo>
                    <a:pt x="64615" y="115488"/>
                  </a:lnTo>
                  <a:lnTo>
                    <a:pt x="64595" y="115528"/>
                  </a:lnTo>
                  <a:lnTo>
                    <a:pt x="64578" y="115588"/>
                  </a:lnTo>
                  <a:lnTo>
                    <a:pt x="64568" y="115666"/>
                  </a:lnTo>
                  <a:lnTo>
                    <a:pt x="64555" y="116074"/>
                  </a:lnTo>
                  <a:lnTo>
                    <a:pt x="64559" y="116248"/>
                  </a:lnTo>
                  <a:lnTo>
                    <a:pt x="64561" y="116255"/>
                  </a:lnTo>
                  <a:lnTo>
                    <a:pt x="64592" y="116368"/>
                  </a:lnTo>
                  <a:lnTo>
                    <a:pt x="64614" y="116452"/>
                  </a:lnTo>
                  <a:lnTo>
                    <a:pt x="64628" y="116495"/>
                  </a:lnTo>
                  <a:lnTo>
                    <a:pt x="64694" y="116633"/>
                  </a:lnTo>
                  <a:lnTo>
                    <a:pt x="64728" y="116677"/>
                  </a:lnTo>
                  <a:lnTo>
                    <a:pt x="64872" y="116816"/>
                  </a:lnTo>
                  <a:lnTo>
                    <a:pt x="64961" y="116865"/>
                  </a:lnTo>
                  <a:lnTo>
                    <a:pt x="65021" y="116891"/>
                  </a:lnTo>
                  <a:lnTo>
                    <a:pt x="65036" y="116898"/>
                  </a:lnTo>
                  <a:lnTo>
                    <a:pt x="65040" y="116899"/>
                  </a:lnTo>
                  <a:lnTo>
                    <a:pt x="65046" y="116901"/>
                  </a:lnTo>
                  <a:lnTo>
                    <a:pt x="65054" y="116903"/>
                  </a:lnTo>
                  <a:lnTo>
                    <a:pt x="65071" y="116905"/>
                  </a:lnTo>
                  <a:lnTo>
                    <a:pt x="65075" y="116909"/>
                  </a:lnTo>
                  <a:lnTo>
                    <a:pt x="65079" y="116917"/>
                  </a:lnTo>
                  <a:lnTo>
                    <a:pt x="65088" y="116930"/>
                  </a:lnTo>
                  <a:lnTo>
                    <a:pt x="65092" y="116935"/>
                  </a:lnTo>
                  <a:lnTo>
                    <a:pt x="65100" y="116942"/>
                  </a:lnTo>
                  <a:lnTo>
                    <a:pt x="65107" y="116947"/>
                  </a:lnTo>
                  <a:lnTo>
                    <a:pt x="65126" y="116948"/>
                  </a:lnTo>
                  <a:lnTo>
                    <a:pt x="65143" y="116945"/>
                  </a:lnTo>
                  <a:lnTo>
                    <a:pt x="65150" y="116945"/>
                  </a:lnTo>
                  <a:lnTo>
                    <a:pt x="65155" y="116946"/>
                  </a:lnTo>
                  <a:lnTo>
                    <a:pt x="65178" y="116953"/>
                  </a:lnTo>
                  <a:lnTo>
                    <a:pt x="65184" y="116960"/>
                  </a:lnTo>
                  <a:lnTo>
                    <a:pt x="65185" y="116965"/>
                  </a:lnTo>
                  <a:lnTo>
                    <a:pt x="65182" y="116971"/>
                  </a:lnTo>
                  <a:lnTo>
                    <a:pt x="65168" y="116979"/>
                  </a:lnTo>
                  <a:lnTo>
                    <a:pt x="65162" y="116986"/>
                  </a:lnTo>
                  <a:lnTo>
                    <a:pt x="65160" y="116996"/>
                  </a:lnTo>
                  <a:lnTo>
                    <a:pt x="65162" y="117015"/>
                  </a:lnTo>
                  <a:lnTo>
                    <a:pt x="65159" y="117019"/>
                  </a:lnTo>
                  <a:lnTo>
                    <a:pt x="65142" y="117020"/>
                  </a:lnTo>
                  <a:lnTo>
                    <a:pt x="65137" y="117021"/>
                  </a:lnTo>
                  <a:lnTo>
                    <a:pt x="65131" y="117022"/>
                  </a:lnTo>
                  <a:lnTo>
                    <a:pt x="65117" y="117033"/>
                  </a:lnTo>
                  <a:lnTo>
                    <a:pt x="64857" y="117349"/>
                  </a:lnTo>
                  <a:lnTo>
                    <a:pt x="64848" y="117361"/>
                  </a:lnTo>
                  <a:lnTo>
                    <a:pt x="64823" y="117384"/>
                  </a:lnTo>
                  <a:lnTo>
                    <a:pt x="64725" y="117439"/>
                  </a:lnTo>
                  <a:lnTo>
                    <a:pt x="64683" y="117451"/>
                  </a:lnTo>
                  <a:lnTo>
                    <a:pt x="64654" y="117445"/>
                  </a:lnTo>
                  <a:lnTo>
                    <a:pt x="64587" y="117392"/>
                  </a:lnTo>
                  <a:lnTo>
                    <a:pt x="64541" y="117331"/>
                  </a:lnTo>
                  <a:lnTo>
                    <a:pt x="64531" y="117318"/>
                  </a:lnTo>
                  <a:lnTo>
                    <a:pt x="64456" y="117281"/>
                  </a:lnTo>
                  <a:lnTo>
                    <a:pt x="64441" y="117289"/>
                  </a:lnTo>
                  <a:lnTo>
                    <a:pt x="64362" y="117423"/>
                  </a:lnTo>
                  <a:lnTo>
                    <a:pt x="64331" y="117476"/>
                  </a:lnTo>
                  <a:lnTo>
                    <a:pt x="64322" y="117490"/>
                  </a:lnTo>
                  <a:lnTo>
                    <a:pt x="64187" y="117752"/>
                  </a:lnTo>
                  <a:lnTo>
                    <a:pt x="63889" y="118239"/>
                  </a:lnTo>
                  <a:lnTo>
                    <a:pt x="63857" y="118291"/>
                  </a:lnTo>
                  <a:lnTo>
                    <a:pt x="63825" y="118330"/>
                  </a:lnTo>
                  <a:lnTo>
                    <a:pt x="63800" y="118360"/>
                  </a:lnTo>
                  <a:lnTo>
                    <a:pt x="63782" y="118382"/>
                  </a:lnTo>
                  <a:lnTo>
                    <a:pt x="63527" y="118402"/>
                  </a:lnTo>
                  <a:lnTo>
                    <a:pt x="63450" y="118408"/>
                  </a:lnTo>
                  <a:lnTo>
                    <a:pt x="63363" y="118415"/>
                  </a:lnTo>
                  <a:lnTo>
                    <a:pt x="63352" y="118415"/>
                  </a:lnTo>
                  <a:lnTo>
                    <a:pt x="63308" y="118419"/>
                  </a:lnTo>
                  <a:lnTo>
                    <a:pt x="63173" y="118418"/>
                  </a:lnTo>
                  <a:lnTo>
                    <a:pt x="63165" y="118418"/>
                  </a:lnTo>
                  <a:lnTo>
                    <a:pt x="63125" y="118409"/>
                  </a:lnTo>
                  <a:lnTo>
                    <a:pt x="63121" y="118406"/>
                  </a:lnTo>
                  <a:lnTo>
                    <a:pt x="63085" y="118382"/>
                  </a:lnTo>
                  <a:lnTo>
                    <a:pt x="63038" y="118385"/>
                  </a:lnTo>
                  <a:lnTo>
                    <a:pt x="62985" y="118419"/>
                  </a:lnTo>
                  <a:lnTo>
                    <a:pt x="62845" y="118549"/>
                  </a:lnTo>
                  <a:lnTo>
                    <a:pt x="62688" y="118798"/>
                  </a:lnTo>
                  <a:lnTo>
                    <a:pt x="62636" y="118916"/>
                  </a:lnTo>
                  <a:lnTo>
                    <a:pt x="62622" y="118948"/>
                  </a:lnTo>
                  <a:lnTo>
                    <a:pt x="62589" y="119023"/>
                  </a:lnTo>
                  <a:lnTo>
                    <a:pt x="62481" y="119283"/>
                  </a:lnTo>
                  <a:lnTo>
                    <a:pt x="62456" y="119342"/>
                  </a:lnTo>
                  <a:lnTo>
                    <a:pt x="62186" y="119875"/>
                  </a:lnTo>
                  <a:lnTo>
                    <a:pt x="62147" y="119987"/>
                  </a:lnTo>
                  <a:lnTo>
                    <a:pt x="62078" y="120284"/>
                  </a:lnTo>
                  <a:lnTo>
                    <a:pt x="62060" y="120364"/>
                  </a:lnTo>
                  <a:lnTo>
                    <a:pt x="62028" y="120569"/>
                  </a:lnTo>
                  <a:lnTo>
                    <a:pt x="62025" y="120623"/>
                  </a:lnTo>
                  <a:lnTo>
                    <a:pt x="62037" y="120748"/>
                  </a:lnTo>
                  <a:lnTo>
                    <a:pt x="62042" y="120790"/>
                  </a:lnTo>
                  <a:lnTo>
                    <a:pt x="62047" y="120839"/>
                  </a:lnTo>
                  <a:lnTo>
                    <a:pt x="61939" y="121140"/>
                  </a:lnTo>
                  <a:lnTo>
                    <a:pt x="61897" y="121255"/>
                  </a:lnTo>
                  <a:lnTo>
                    <a:pt x="61745" y="121682"/>
                  </a:lnTo>
                  <a:lnTo>
                    <a:pt x="61737" y="121703"/>
                  </a:lnTo>
                  <a:lnTo>
                    <a:pt x="61706" y="121791"/>
                  </a:lnTo>
                  <a:lnTo>
                    <a:pt x="61698" y="121812"/>
                  </a:lnTo>
                  <a:lnTo>
                    <a:pt x="61549" y="122228"/>
                  </a:lnTo>
                  <a:lnTo>
                    <a:pt x="61547" y="122234"/>
                  </a:lnTo>
                  <a:lnTo>
                    <a:pt x="61495" y="122379"/>
                  </a:lnTo>
                  <a:lnTo>
                    <a:pt x="61493" y="122386"/>
                  </a:lnTo>
                  <a:lnTo>
                    <a:pt x="61455" y="122493"/>
                  </a:lnTo>
                  <a:lnTo>
                    <a:pt x="61407" y="122626"/>
                  </a:lnTo>
                  <a:lnTo>
                    <a:pt x="60934" y="123949"/>
                  </a:lnTo>
                  <a:lnTo>
                    <a:pt x="60661" y="124541"/>
                  </a:lnTo>
                  <a:lnTo>
                    <a:pt x="60624" y="124618"/>
                  </a:lnTo>
                  <a:lnTo>
                    <a:pt x="60496" y="124864"/>
                  </a:lnTo>
                  <a:lnTo>
                    <a:pt x="60478" y="124894"/>
                  </a:lnTo>
                  <a:lnTo>
                    <a:pt x="60445" y="124951"/>
                  </a:lnTo>
                  <a:lnTo>
                    <a:pt x="60417" y="124999"/>
                  </a:lnTo>
                  <a:lnTo>
                    <a:pt x="60382" y="125060"/>
                  </a:lnTo>
                  <a:lnTo>
                    <a:pt x="60062" y="125426"/>
                  </a:lnTo>
                  <a:lnTo>
                    <a:pt x="59847" y="125752"/>
                  </a:lnTo>
                  <a:lnTo>
                    <a:pt x="59661" y="125936"/>
                  </a:lnTo>
                  <a:lnTo>
                    <a:pt x="59635" y="125962"/>
                  </a:lnTo>
                  <a:lnTo>
                    <a:pt x="59582" y="126014"/>
                  </a:lnTo>
                  <a:lnTo>
                    <a:pt x="59551" y="126021"/>
                  </a:lnTo>
                  <a:lnTo>
                    <a:pt x="59449" y="126038"/>
                  </a:lnTo>
                  <a:lnTo>
                    <a:pt x="59372" y="126058"/>
                  </a:lnTo>
                  <a:lnTo>
                    <a:pt x="59336" y="126075"/>
                  </a:lnTo>
                  <a:lnTo>
                    <a:pt x="59266" y="126125"/>
                  </a:lnTo>
                  <a:lnTo>
                    <a:pt x="59108" y="126323"/>
                  </a:lnTo>
                  <a:lnTo>
                    <a:pt x="59088" y="126361"/>
                  </a:lnTo>
                  <a:lnTo>
                    <a:pt x="59071" y="126393"/>
                  </a:lnTo>
                  <a:lnTo>
                    <a:pt x="59057" y="126421"/>
                  </a:lnTo>
                  <a:lnTo>
                    <a:pt x="59040" y="126453"/>
                  </a:lnTo>
                  <a:lnTo>
                    <a:pt x="58973" y="126663"/>
                  </a:lnTo>
                  <a:lnTo>
                    <a:pt x="58934" y="126809"/>
                  </a:lnTo>
                  <a:lnTo>
                    <a:pt x="58930" y="126832"/>
                  </a:lnTo>
                  <a:lnTo>
                    <a:pt x="58913" y="126918"/>
                  </a:lnTo>
                  <a:lnTo>
                    <a:pt x="58903" y="126968"/>
                  </a:lnTo>
                  <a:lnTo>
                    <a:pt x="58890" y="127034"/>
                  </a:lnTo>
                  <a:lnTo>
                    <a:pt x="58007" y="128682"/>
                  </a:lnTo>
                  <a:lnTo>
                    <a:pt x="57826" y="129101"/>
                  </a:lnTo>
                  <a:lnTo>
                    <a:pt x="57675" y="129443"/>
                  </a:lnTo>
                  <a:lnTo>
                    <a:pt x="57612" y="129585"/>
                  </a:lnTo>
                  <a:lnTo>
                    <a:pt x="57593" y="129602"/>
                  </a:lnTo>
                  <a:lnTo>
                    <a:pt x="57157" y="129973"/>
                  </a:lnTo>
                  <a:lnTo>
                    <a:pt x="57038" y="130042"/>
                  </a:lnTo>
                  <a:lnTo>
                    <a:pt x="56972" y="130121"/>
                  </a:lnTo>
                  <a:lnTo>
                    <a:pt x="56941" y="130157"/>
                  </a:lnTo>
                  <a:lnTo>
                    <a:pt x="56919" y="130202"/>
                  </a:lnTo>
                  <a:lnTo>
                    <a:pt x="56912" y="130219"/>
                  </a:lnTo>
                  <a:lnTo>
                    <a:pt x="56906" y="130234"/>
                  </a:lnTo>
                  <a:lnTo>
                    <a:pt x="56896" y="130261"/>
                  </a:lnTo>
                  <a:lnTo>
                    <a:pt x="56891" y="130272"/>
                  </a:lnTo>
                  <a:lnTo>
                    <a:pt x="56863" y="130344"/>
                  </a:lnTo>
                  <a:lnTo>
                    <a:pt x="56856" y="130362"/>
                  </a:lnTo>
                  <a:lnTo>
                    <a:pt x="56837" y="130409"/>
                  </a:lnTo>
                  <a:lnTo>
                    <a:pt x="56821" y="130449"/>
                  </a:lnTo>
                  <a:lnTo>
                    <a:pt x="56798" y="130542"/>
                  </a:lnTo>
                  <a:lnTo>
                    <a:pt x="56797" y="130605"/>
                  </a:lnTo>
                  <a:lnTo>
                    <a:pt x="56805" y="130622"/>
                  </a:lnTo>
                  <a:lnTo>
                    <a:pt x="56827" y="130665"/>
                  </a:lnTo>
                  <a:lnTo>
                    <a:pt x="56821" y="130700"/>
                  </a:lnTo>
                  <a:lnTo>
                    <a:pt x="56796" y="130745"/>
                  </a:lnTo>
                  <a:lnTo>
                    <a:pt x="56782" y="130758"/>
                  </a:lnTo>
                  <a:lnTo>
                    <a:pt x="56771" y="130769"/>
                  </a:lnTo>
                  <a:lnTo>
                    <a:pt x="56746" y="130792"/>
                  </a:lnTo>
                  <a:lnTo>
                    <a:pt x="56726" y="130811"/>
                  </a:lnTo>
                  <a:lnTo>
                    <a:pt x="56718" y="130819"/>
                  </a:lnTo>
                  <a:lnTo>
                    <a:pt x="56712" y="130822"/>
                  </a:lnTo>
                  <a:lnTo>
                    <a:pt x="56669" y="130848"/>
                  </a:lnTo>
                  <a:lnTo>
                    <a:pt x="56651" y="130859"/>
                  </a:lnTo>
                  <a:lnTo>
                    <a:pt x="56490" y="130763"/>
                  </a:lnTo>
                  <a:lnTo>
                    <a:pt x="56471" y="130732"/>
                  </a:lnTo>
                  <a:lnTo>
                    <a:pt x="56464" y="130720"/>
                  </a:lnTo>
                  <a:lnTo>
                    <a:pt x="56439" y="130695"/>
                  </a:lnTo>
                  <a:lnTo>
                    <a:pt x="56360" y="130676"/>
                  </a:lnTo>
                  <a:lnTo>
                    <a:pt x="56261" y="130691"/>
                  </a:lnTo>
                  <a:lnTo>
                    <a:pt x="56217" y="130708"/>
                  </a:lnTo>
                  <a:lnTo>
                    <a:pt x="56190" y="130719"/>
                  </a:lnTo>
                  <a:lnTo>
                    <a:pt x="56162" y="130730"/>
                  </a:lnTo>
                  <a:lnTo>
                    <a:pt x="55916" y="130817"/>
                  </a:lnTo>
                  <a:lnTo>
                    <a:pt x="55613" y="130868"/>
                  </a:lnTo>
                  <a:lnTo>
                    <a:pt x="55421" y="130998"/>
                  </a:lnTo>
                  <a:lnTo>
                    <a:pt x="55377" y="131028"/>
                  </a:lnTo>
                  <a:lnTo>
                    <a:pt x="55364" y="131037"/>
                  </a:lnTo>
                  <a:lnTo>
                    <a:pt x="55297" y="131083"/>
                  </a:lnTo>
                  <a:lnTo>
                    <a:pt x="55100" y="131221"/>
                  </a:lnTo>
                  <a:lnTo>
                    <a:pt x="54831" y="131487"/>
                  </a:lnTo>
                  <a:lnTo>
                    <a:pt x="54807" y="131520"/>
                  </a:lnTo>
                  <a:lnTo>
                    <a:pt x="54665" y="131716"/>
                  </a:lnTo>
                  <a:lnTo>
                    <a:pt x="54648" y="131740"/>
                  </a:lnTo>
                  <a:lnTo>
                    <a:pt x="54630" y="131787"/>
                  </a:lnTo>
                  <a:lnTo>
                    <a:pt x="54470" y="132500"/>
                  </a:lnTo>
                  <a:lnTo>
                    <a:pt x="54458" y="132550"/>
                  </a:lnTo>
                  <a:lnTo>
                    <a:pt x="54491" y="132705"/>
                  </a:lnTo>
                  <a:lnTo>
                    <a:pt x="54538" y="132802"/>
                  </a:lnTo>
                  <a:lnTo>
                    <a:pt x="54569" y="132849"/>
                  </a:lnTo>
                  <a:lnTo>
                    <a:pt x="54592" y="132858"/>
                  </a:lnTo>
                  <a:lnTo>
                    <a:pt x="54716" y="133081"/>
                  </a:lnTo>
                  <a:lnTo>
                    <a:pt x="54873" y="133426"/>
                  </a:lnTo>
                  <a:lnTo>
                    <a:pt x="54929" y="133579"/>
                  </a:lnTo>
                  <a:lnTo>
                    <a:pt x="54942" y="133621"/>
                  </a:lnTo>
                  <a:lnTo>
                    <a:pt x="54946" y="133636"/>
                  </a:lnTo>
                  <a:lnTo>
                    <a:pt x="55045" y="133963"/>
                  </a:lnTo>
                  <a:lnTo>
                    <a:pt x="55141" y="134413"/>
                  </a:lnTo>
                  <a:lnTo>
                    <a:pt x="55145" y="134457"/>
                  </a:lnTo>
                  <a:lnTo>
                    <a:pt x="55138" y="134511"/>
                  </a:lnTo>
                  <a:lnTo>
                    <a:pt x="55131" y="134533"/>
                  </a:lnTo>
                  <a:lnTo>
                    <a:pt x="55024" y="134669"/>
                  </a:lnTo>
                  <a:lnTo>
                    <a:pt x="55009" y="134678"/>
                  </a:lnTo>
                  <a:lnTo>
                    <a:pt x="54954" y="134712"/>
                  </a:lnTo>
                  <a:lnTo>
                    <a:pt x="54895" y="134748"/>
                  </a:lnTo>
                  <a:lnTo>
                    <a:pt x="54881" y="134756"/>
                  </a:lnTo>
                  <a:lnTo>
                    <a:pt x="54868" y="134764"/>
                  </a:lnTo>
                  <a:lnTo>
                    <a:pt x="54836" y="134784"/>
                  </a:lnTo>
                  <a:lnTo>
                    <a:pt x="54795" y="134808"/>
                  </a:lnTo>
                  <a:lnTo>
                    <a:pt x="54735" y="134811"/>
                  </a:lnTo>
                  <a:lnTo>
                    <a:pt x="54686" y="134784"/>
                  </a:lnTo>
                  <a:lnTo>
                    <a:pt x="54647" y="134763"/>
                  </a:lnTo>
                  <a:lnTo>
                    <a:pt x="54604" y="134774"/>
                  </a:lnTo>
                  <a:lnTo>
                    <a:pt x="54569" y="134794"/>
                  </a:lnTo>
                  <a:lnTo>
                    <a:pt x="54401" y="134926"/>
                  </a:lnTo>
                  <a:lnTo>
                    <a:pt x="54338" y="135005"/>
                  </a:lnTo>
                  <a:lnTo>
                    <a:pt x="54300" y="135074"/>
                  </a:lnTo>
                  <a:lnTo>
                    <a:pt x="54264" y="135140"/>
                  </a:lnTo>
                  <a:lnTo>
                    <a:pt x="54187" y="135329"/>
                  </a:lnTo>
                  <a:lnTo>
                    <a:pt x="54168" y="135407"/>
                  </a:lnTo>
                  <a:lnTo>
                    <a:pt x="54153" y="135520"/>
                  </a:lnTo>
                  <a:lnTo>
                    <a:pt x="54130" y="136017"/>
                  </a:lnTo>
                  <a:lnTo>
                    <a:pt x="54086" y="136221"/>
                  </a:lnTo>
                  <a:lnTo>
                    <a:pt x="54065" y="136320"/>
                  </a:lnTo>
                  <a:lnTo>
                    <a:pt x="53980" y="136484"/>
                  </a:lnTo>
                  <a:lnTo>
                    <a:pt x="53917" y="136605"/>
                  </a:lnTo>
                  <a:lnTo>
                    <a:pt x="53881" y="136644"/>
                  </a:lnTo>
                  <a:lnTo>
                    <a:pt x="53822" y="136709"/>
                  </a:lnTo>
                  <a:lnTo>
                    <a:pt x="53777" y="136757"/>
                  </a:lnTo>
                  <a:lnTo>
                    <a:pt x="53751" y="136773"/>
                  </a:lnTo>
                  <a:lnTo>
                    <a:pt x="53741" y="136779"/>
                  </a:lnTo>
                  <a:lnTo>
                    <a:pt x="53536" y="136901"/>
                  </a:lnTo>
                  <a:lnTo>
                    <a:pt x="53326" y="137016"/>
                  </a:lnTo>
                  <a:lnTo>
                    <a:pt x="53199" y="137077"/>
                  </a:lnTo>
                  <a:lnTo>
                    <a:pt x="53145" y="137111"/>
                  </a:lnTo>
                  <a:lnTo>
                    <a:pt x="53088" y="137162"/>
                  </a:lnTo>
                  <a:lnTo>
                    <a:pt x="53061" y="137186"/>
                  </a:lnTo>
                  <a:lnTo>
                    <a:pt x="52970" y="137282"/>
                  </a:lnTo>
                  <a:lnTo>
                    <a:pt x="52808" y="137500"/>
                  </a:lnTo>
                  <a:lnTo>
                    <a:pt x="52800" y="137508"/>
                  </a:lnTo>
                  <a:lnTo>
                    <a:pt x="52748" y="137556"/>
                  </a:lnTo>
                  <a:lnTo>
                    <a:pt x="52702" y="137592"/>
                  </a:lnTo>
                  <a:lnTo>
                    <a:pt x="52558" y="137705"/>
                  </a:lnTo>
                  <a:lnTo>
                    <a:pt x="52447" y="137820"/>
                  </a:lnTo>
                  <a:lnTo>
                    <a:pt x="52226" y="138046"/>
                  </a:lnTo>
                  <a:lnTo>
                    <a:pt x="52117" y="138158"/>
                  </a:lnTo>
                  <a:lnTo>
                    <a:pt x="52049" y="138244"/>
                  </a:lnTo>
                  <a:lnTo>
                    <a:pt x="52021" y="138293"/>
                  </a:lnTo>
                  <a:lnTo>
                    <a:pt x="51983" y="138362"/>
                  </a:lnTo>
                  <a:lnTo>
                    <a:pt x="51952" y="138402"/>
                  </a:lnTo>
                  <a:lnTo>
                    <a:pt x="51928" y="138435"/>
                  </a:lnTo>
                  <a:lnTo>
                    <a:pt x="51912" y="138455"/>
                  </a:lnTo>
                  <a:lnTo>
                    <a:pt x="51887" y="138488"/>
                  </a:lnTo>
                  <a:lnTo>
                    <a:pt x="51687" y="138689"/>
                  </a:lnTo>
                  <a:lnTo>
                    <a:pt x="51651" y="138724"/>
                  </a:lnTo>
                  <a:lnTo>
                    <a:pt x="51546" y="138798"/>
                  </a:lnTo>
                  <a:lnTo>
                    <a:pt x="51505" y="138827"/>
                  </a:lnTo>
                  <a:lnTo>
                    <a:pt x="51467" y="138849"/>
                  </a:lnTo>
                  <a:lnTo>
                    <a:pt x="51347" y="138923"/>
                  </a:lnTo>
                  <a:lnTo>
                    <a:pt x="51293" y="138935"/>
                  </a:lnTo>
                  <a:lnTo>
                    <a:pt x="51211" y="138954"/>
                  </a:lnTo>
                  <a:lnTo>
                    <a:pt x="51079" y="139023"/>
                  </a:lnTo>
                  <a:lnTo>
                    <a:pt x="51047" y="139045"/>
                  </a:lnTo>
                  <a:lnTo>
                    <a:pt x="50806" y="139208"/>
                  </a:lnTo>
                  <a:lnTo>
                    <a:pt x="50533" y="139388"/>
                  </a:lnTo>
                  <a:lnTo>
                    <a:pt x="50471" y="139410"/>
                  </a:lnTo>
                  <a:lnTo>
                    <a:pt x="50447" y="139419"/>
                  </a:lnTo>
                  <a:lnTo>
                    <a:pt x="50426" y="139426"/>
                  </a:lnTo>
                  <a:lnTo>
                    <a:pt x="50329" y="139440"/>
                  </a:lnTo>
                  <a:lnTo>
                    <a:pt x="50324" y="139440"/>
                  </a:lnTo>
                  <a:lnTo>
                    <a:pt x="50265" y="139449"/>
                  </a:lnTo>
                  <a:lnTo>
                    <a:pt x="50196" y="139458"/>
                  </a:lnTo>
                  <a:lnTo>
                    <a:pt x="50095" y="139492"/>
                  </a:lnTo>
                  <a:lnTo>
                    <a:pt x="49973" y="139555"/>
                  </a:lnTo>
                  <a:lnTo>
                    <a:pt x="49891" y="139598"/>
                  </a:lnTo>
                  <a:lnTo>
                    <a:pt x="49559" y="139769"/>
                  </a:lnTo>
                  <a:lnTo>
                    <a:pt x="49468" y="139830"/>
                  </a:lnTo>
                  <a:lnTo>
                    <a:pt x="49392" y="139883"/>
                  </a:lnTo>
                  <a:lnTo>
                    <a:pt x="49229" y="140018"/>
                  </a:lnTo>
                  <a:lnTo>
                    <a:pt x="49178" y="140074"/>
                  </a:lnTo>
                  <a:lnTo>
                    <a:pt x="49054" y="140208"/>
                  </a:lnTo>
                  <a:lnTo>
                    <a:pt x="48973" y="140296"/>
                  </a:lnTo>
                  <a:lnTo>
                    <a:pt x="48775" y="140527"/>
                  </a:lnTo>
                  <a:lnTo>
                    <a:pt x="48695" y="140621"/>
                  </a:lnTo>
                  <a:lnTo>
                    <a:pt x="48688" y="140627"/>
                  </a:lnTo>
                  <a:lnTo>
                    <a:pt x="48567" y="140728"/>
                  </a:lnTo>
                  <a:lnTo>
                    <a:pt x="48486" y="140790"/>
                  </a:lnTo>
                  <a:lnTo>
                    <a:pt x="48421" y="140839"/>
                  </a:lnTo>
                  <a:lnTo>
                    <a:pt x="48380" y="140872"/>
                  </a:lnTo>
                  <a:lnTo>
                    <a:pt x="48278" y="140950"/>
                  </a:lnTo>
                  <a:lnTo>
                    <a:pt x="48131" y="141026"/>
                  </a:lnTo>
                  <a:lnTo>
                    <a:pt x="48058" y="141064"/>
                  </a:lnTo>
                  <a:lnTo>
                    <a:pt x="47880" y="141147"/>
                  </a:lnTo>
                  <a:lnTo>
                    <a:pt x="47808" y="141177"/>
                  </a:lnTo>
                  <a:lnTo>
                    <a:pt x="47659" y="141241"/>
                  </a:lnTo>
                  <a:lnTo>
                    <a:pt x="47586" y="141273"/>
                  </a:lnTo>
                  <a:lnTo>
                    <a:pt x="47486" y="141328"/>
                  </a:lnTo>
                  <a:lnTo>
                    <a:pt x="47419" y="141375"/>
                  </a:lnTo>
                  <a:lnTo>
                    <a:pt x="47336" y="141448"/>
                  </a:lnTo>
                  <a:lnTo>
                    <a:pt x="47296" y="141483"/>
                  </a:lnTo>
                  <a:lnTo>
                    <a:pt x="47264" y="141523"/>
                  </a:lnTo>
                  <a:lnTo>
                    <a:pt x="47228" y="141567"/>
                  </a:lnTo>
                  <a:lnTo>
                    <a:pt x="47145" y="141671"/>
                  </a:lnTo>
                  <a:lnTo>
                    <a:pt x="47125" y="141698"/>
                  </a:lnTo>
                  <a:lnTo>
                    <a:pt x="47008" y="141856"/>
                  </a:lnTo>
                  <a:lnTo>
                    <a:pt x="46944" y="141960"/>
                  </a:lnTo>
                  <a:lnTo>
                    <a:pt x="46908" y="142019"/>
                  </a:lnTo>
                  <a:lnTo>
                    <a:pt x="46787" y="142271"/>
                  </a:lnTo>
                  <a:lnTo>
                    <a:pt x="46702" y="142472"/>
                  </a:lnTo>
                  <a:lnTo>
                    <a:pt x="46596" y="142765"/>
                  </a:lnTo>
                  <a:lnTo>
                    <a:pt x="46587" y="142790"/>
                  </a:lnTo>
                  <a:lnTo>
                    <a:pt x="46506" y="143015"/>
                  </a:lnTo>
                  <a:lnTo>
                    <a:pt x="46383" y="143444"/>
                  </a:lnTo>
                  <a:lnTo>
                    <a:pt x="46370" y="143501"/>
                  </a:lnTo>
                  <a:lnTo>
                    <a:pt x="46346" y="143603"/>
                  </a:lnTo>
                  <a:lnTo>
                    <a:pt x="46338" y="143639"/>
                  </a:lnTo>
                  <a:lnTo>
                    <a:pt x="46309" y="143763"/>
                  </a:lnTo>
                  <a:lnTo>
                    <a:pt x="46256" y="143991"/>
                  </a:lnTo>
                  <a:lnTo>
                    <a:pt x="46217" y="144185"/>
                  </a:lnTo>
                  <a:lnTo>
                    <a:pt x="46190" y="144427"/>
                  </a:lnTo>
                  <a:lnTo>
                    <a:pt x="46186" y="144473"/>
                  </a:lnTo>
                  <a:lnTo>
                    <a:pt x="46139" y="144905"/>
                  </a:lnTo>
                  <a:lnTo>
                    <a:pt x="46099" y="145271"/>
                  </a:lnTo>
                  <a:lnTo>
                    <a:pt x="46089" y="145358"/>
                  </a:lnTo>
                  <a:lnTo>
                    <a:pt x="46064" y="145469"/>
                  </a:lnTo>
                  <a:lnTo>
                    <a:pt x="46045" y="145549"/>
                  </a:lnTo>
                  <a:lnTo>
                    <a:pt x="46024" y="145642"/>
                  </a:lnTo>
                  <a:lnTo>
                    <a:pt x="45936" y="145793"/>
                  </a:lnTo>
                  <a:lnTo>
                    <a:pt x="45585" y="146199"/>
                  </a:lnTo>
                  <a:lnTo>
                    <a:pt x="45498" y="146279"/>
                  </a:lnTo>
                  <a:lnTo>
                    <a:pt x="45433" y="146338"/>
                  </a:lnTo>
                  <a:lnTo>
                    <a:pt x="45144" y="146551"/>
                  </a:lnTo>
                  <a:lnTo>
                    <a:pt x="45073" y="146627"/>
                  </a:lnTo>
                  <a:lnTo>
                    <a:pt x="44993" y="146713"/>
                  </a:lnTo>
                  <a:lnTo>
                    <a:pt x="44956" y="146753"/>
                  </a:lnTo>
                  <a:lnTo>
                    <a:pt x="44919" y="146804"/>
                  </a:lnTo>
                  <a:lnTo>
                    <a:pt x="44864" y="146899"/>
                  </a:lnTo>
                  <a:lnTo>
                    <a:pt x="44808" y="146996"/>
                  </a:lnTo>
                  <a:lnTo>
                    <a:pt x="44673" y="147303"/>
                  </a:lnTo>
                  <a:lnTo>
                    <a:pt x="44625" y="147427"/>
                  </a:lnTo>
                  <a:lnTo>
                    <a:pt x="44604" y="147479"/>
                  </a:lnTo>
                  <a:lnTo>
                    <a:pt x="44566" y="147577"/>
                  </a:lnTo>
                  <a:lnTo>
                    <a:pt x="44468" y="147870"/>
                  </a:lnTo>
                  <a:lnTo>
                    <a:pt x="44457" y="147905"/>
                  </a:lnTo>
                  <a:lnTo>
                    <a:pt x="44404" y="148083"/>
                  </a:lnTo>
                  <a:lnTo>
                    <a:pt x="44347" y="148272"/>
                  </a:lnTo>
                  <a:lnTo>
                    <a:pt x="44327" y="148357"/>
                  </a:lnTo>
                  <a:lnTo>
                    <a:pt x="44298" y="148480"/>
                  </a:lnTo>
                  <a:lnTo>
                    <a:pt x="44283" y="148534"/>
                  </a:lnTo>
                  <a:lnTo>
                    <a:pt x="44200" y="148822"/>
                  </a:lnTo>
                  <a:lnTo>
                    <a:pt x="44144" y="149003"/>
                  </a:lnTo>
                  <a:lnTo>
                    <a:pt x="44065" y="149261"/>
                  </a:lnTo>
                  <a:lnTo>
                    <a:pt x="43809" y="149974"/>
                  </a:lnTo>
                  <a:lnTo>
                    <a:pt x="43761" y="150101"/>
                  </a:lnTo>
                  <a:lnTo>
                    <a:pt x="43719" y="150209"/>
                  </a:lnTo>
                  <a:lnTo>
                    <a:pt x="43704" y="150249"/>
                  </a:lnTo>
                  <a:lnTo>
                    <a:pt x="43699" y="150261"/>
                  </a:lnTo>
                  <a:lnTo>
                    <a:pt x="43596" y="150692"/>
                  </a:lnTo>
                  <a:lnTo>
                    <a:pt x="43485" y="151129"/>
                  </a:lnTo>
                  <a:lnTo>
                    <a:pt x="43408" y="151428"/>
                  </a:lnTo>
                  <a:lnTo>
                    <a:pt x="43298" y="151842"/>
                  </a:lnTo>
                  <a:lnTo>
                    <a:pt x="43280" y="151924"/>
                  </a:lnTo>
                  <a:lnTo>
                    <a:pt x="43211" y="152227"/>
                  </a:lnTo>
                  <a:lnTo>
                    <a:pt x="43120" y="152644"/>
                  </a:lnTo>
                  <a:lnTo>
                    <a:pt x="43113" y="152676"/>
                  </a:lnTo>
                  <a:lnTo>
                    <a:pt x="43099" y="152723"/>
                  </a:lnTo>
                  <a:lnTo>
                    <a:pt x="43007" y="153035"/>
                  </a:lnTo>
                  <a:lnTo>
                    <a:pt x="42800" y="153575"/>
                  </a:lnTo>
                  <a:lnTo>
                    <a:pt x="42726" y="153804"/>
                  </a:lnTo>
                  <a:lnTo>
                    <a:pt x="42573" y="154263"/>
                  </a:lnTo>
                  <a:lnTo>
                    <a:pt x="42438" y="154663"/>
                  </a:lnTo>
                  <a:lnTo>
                    <a:pt x="42414" y="154735"/>
                  </a:lnTo>
                  <a:lnTo>
                    <a:pt x="42411" y="154740"/>
                  </a:lnTo>
                  <a:lnTo>
                    <a:pt x="42391" y="154774"/>
                  </a:lnTo>
                  <a:lnTo>
                    <a:pt x="42285" y="154901"/>
                  </a:lnTo>
                  <a:lnTo>
                    <a:pt x="42247" y="154959"/>
                  </a:lnTo>
                  <a:lnTo>
                    <a:pt x="42208" y="155041"/>
                  </a:lnTo>
                  <a:lnTo>
                    <a:pt x="42197" y="155072"/>
                  </a:lnTo>
                  <a:lnTo>
                    <a:pt x="42115" y="155319"/>
                  </a:lnTo>
                  <a:lnTo>
                    <a:pt x="42097" y="155376"/>
                  </a:lnTo>
                  <a:lnTo>
                    <a:pt x="42035" y="155568"/>
                  </a:lnTo>
                  <a:lnTo>
                    <a:pt x="42006" y="155695"/>
                  </a:lnTo>
                  <a:lnTo>
                    <a:pt x="42002" y="155716"/>
                  </a:lnTo>
                  <a:lnTo>
                    <a:pt x="41993" y="155758"/>
                  </a:lnTo>
                  <a:lnTo>
                    <a:pt x="41992" y="155775"/>
                  </a:lnTo>
                  <a:lnTo>
                    <a:pt x="41990" y="155814"/>
                  </a:lnTo>
                  <a:lnTo>
                    <a:pt x="41967" y="155929"/>
                  </a:lnTo>
                  <a:lnTo>
                    <a:pt x="41966" y="155936"/>
                  </a:lnTo>
                  <a:lnTo>
                    <a:pt x="41916" y="156059"/>
                  </a:lnTo>
                  <a:lnTo>
                    <a:pt x="41894" y="156115"/>
                  </a:lnTo>
                  <a:lnTo>
                    <a:pt x="41814" y="156215"/>
                  </a:lnTo>
                  <a:lnTo>
                    <a:pt x="41771" y="156270"/>
                  </a:lnTo>
                  <a:lnTo>
                    <a:pt x="41640" y="156540"/>
                  </a:lnTo>
                  <a:lnTo>
                    <a:pt x="41555" y="156791"/>
                  </a:lnTo>
                  <a:lnTo>
                    <a:pt x="41540" y="156865"/>
                  </a:lnTo>
                  <a:lnTo>
                    <a:pt x="41524" y="156946"/>
                  </a:lnTo>
                  <a:lnTo>
                    <a:pt x="41507" y="157029"/>
                  </a:lnTo>
                  <a:lnTo>
                    <a:pt x="41456" y="157284"/>
                  </a:lnTo>
                  <a:lnTo>
                    <a:pt x="41390" y="157613"/>
                  </a:lnTo>
                  <a:lnTo>
                    <a:pt x="41374" y="157711"/>
                  </a:lnTo>
                  <a:lnTo>
                    <a:pt x="41351" y="157853"/>
                  </a:lnTo>
                  <a:lnTo>
                    <a:pt x="41354" y="157897"/>
                  </a:lnTo>
                  <a:lnTo>
                    <a:pt x="41354" y="157903"/>
                  </a:lnTo>
                  <a:lnTo>
                    <a:pt x="41352" y="157913"/>
                  </a:lnTo>
                  <a:lnTo>
                    <a:pt x="41348" y="157936"/>
                  </a:lnTo>
                  <a:lnTo>
                    <a:pt x="41346" y="157947"/>
                  </a:lnTo>
                  <a:lnTo>
                    <a:pt x="41334" y="157980"/>
                  </a:lnTo>
                  <a:lnTo>
                    <a:pt x="41305" y="158058"/>
                  </a:lnTo>
                  <a:lnTo>
                    <a:pt x="41296" y="158081"/>
                  </a:lnTo>
                  <a:lnTo>
                    <a:pt x="41257" y="158134"/>
                  </a:lnTo>
                  <a:lnTo>
                    <a:pt x="41211" y="158171"/>
                  </a:lnTo>
                  <a:lnTo>
                    <a:pt x="41121" y="158245"/>
                  </a:lnTo>
                  <a:lnTo>
                    <a:pt x="41076" y="158306"/>
                  </a:lnTo>
                  <a:lnTo>
                    <a:pt x="41068" y="158317"/>
                  </a:lnTo>
                  <a:lnTo>
                    <a:pt x="41015" y="158441"/>
                  </a:lnTo>
                  <a:lnTo>
                    <a:pt x="40864" y="158833"/>
                  </a:lnTo>
                  <a:lnTo>
                    <a:pt x="40803" y="159052"/>
                  </a:lnTo>
                  <a:lnTo>
                    <a:pt x="40797" y="159076"/>
                  </a:lnTo>
                  <a:lnTo>
                    <a:pt x="40759" y="159211"/>
                  </a:lnTo>
                  <a:lnTo>
                    <a:pt x="40749" y="159214"/>
                  </a:lnTo>
                  <a:lnTo>
                    <a:pt x="40745" y="159221"/>
                  </a:lnTo>
                  <a:lnTo>
                    <a:pt x="40713" y="159279"/>
                  </a:lnTo>
                  <a:lnTo>
                    <a:pt x="40661" y="159371"/>
                  </a:lnTo>
                  <a:lnTo>
                    <a:pt x="40657" y="159382"/>
                  </a:lnTo>
                  <a:lnTo>
                    <a:pt x="40640" y="159452"/>
                  </a:lnTo>
                  <a:lnTo>
                    <a:pt x="40625" y="159518"/>
                  </a:lnTo>
                  <a:lnTo>
                    <a:pt x="40590" y="159749"/>
                  </a:lnTo>
                  <a:lnTo>
                    <a:pt x="40579" y="159881"/>
                  </a:lnTo>
                  <a:lnTo>
                    <a:pt x="40559" y="160103"/>
                  </a:lnTo>
                  <a:lnTo>
                    <a:pt x="40553" y="160190"/>
                  </a:lnTo>
                  <a:lnTo>
                    <a:pt x="40516" y="160809"/>
                  </a:lnTo>
                  <a:lnTo>
                    <a:pt x="40514" y="160931"/>
                  </a:lnTo>
                  <a:lnTo>
                    <a:pt x="40511" y="161116"/>
                  </a:lnTo>
                  <a:lnTo>
                    <a:pt x="40509" y="161182"/>
                  </a:lnTo>
                  <a:lnTo>
                    <a:pt x="40503" y="161573"/>
                  </a:lnTo>
                  <a:lnTo>
                    <a:pt x="40501" y="161668"/>
                  </a:lnTo>
                  <a:lnTo>
                    <a:pt x="40499" y="161788"/>
                  </a:lnTo>
                  <a:lnTo>
                    <a:pt x="40504" y="162168"/>
                  </a:lnTo>
                  <a:lnTo>
                    <a:pt x="40505" y="162250"/>
                  </a:lnTo>
                  <a:lnTo>
                    <a:pt x="40510" y="162365"/>
                  </a:lnTo>
                  <a:lnTo>
                    <a:pt x="40526" y="162591"/>
                  </a:lnTo>
                  <a:lnTo>
                    <a:pt x="40570" y="163198"/>
                  </a:lnTo>
                  <a:lnTo>
                    <a:pt x="40570" y="163213"/>
                  </a:lnTo>
                  <a:lnTo>
                    <a:pt x="40583" y="164154"/>
                  </a:lnTo>
                  <a:lnTo>
                    <a:pt x="40616" y="166669"/>
                  </a:lnTo>
                  <a:lnTo>
                    <a:pt x="40617" y="166695"/>
                  </a:lnTo>
                  <a:lnTo>
                    <a:pt x="40655" y="169570"/>
                  </a:lnTo>
                  <a:lnTo>
                    <a:pt x="40659" y="169887"/>
                  </a:lnTo>
                  <a:lnTo>
                    <a:pt x="40242" y="170408"/>
                  </a:lnTo>
                  <a:lnTo>
                    <a:pt x="40259" y="170500"/>
                  </a:lnTo>
                  <a:lnTo>
                    <a:pt x="40263" y="170522"/>
                  </a:lnTo>
                  <a:lnTo>
                    <a:pt x="40284" y="170717"/>
                  </a:lnTo>
                  <a:lnTo>
                    <a:pt x="40316" y="170864"/>
                  </a:lnTo>
                  <a:lnTo>
                    <a:pt x="40361" y="171077"/>
                  </a:lnTo>
                  <a:lnTo>
                    <a:pt x="40393" y="171193"/>
                  </a:lnTo>
                  <a:lnTo>
                    <a:pt x="40468" y="171359"/>
                  </a:lnTo>
                  <a:lnTo>
                    <a:pt x="40529" y="171494"/>
                  </a:lnTo>
                  <a:lnTo>
                    <a:pt x="40560" y="171513"/>
                  </a:lnTo>
                  <a:lnTo>
                    <a:pt x="40659" y="171542"/>
                  </a:lnTo>
                  <a:lnTo>
                    <a:pt x="40675" y="171547"/>
                  </a:lnTo>
                  <a:lnTo>
                    <a:pt x="40744" y="171578"/>
                  </a:lnTo>
                  <a:lnTo>
                    <a:pt x="40764" y="171593"/>
                  </a:lnTo>
                  <a:lnTo>
                    <a:pt x="40844" y="171650"/>
                  </a:lnTo>
                  <a:lnTo>
                    <a:pt x="40869" y="171669"/>
                  </a:lnTo>
                  <a:lnTo>
                    <a:pt x="40902" y="171703"/>
                  </a:lnTo>
                  <a:lnTo>
                    <a:pt x="40936" y="171744"/>
                  </a:lnTo>
                  <a:lnTo>
                    <a:pt x="40914" y="171789"/>
                  </a:lnTo>
                  <a:lnTo>
                    <a:pt x="40873" y="171874"/>
                  </a:lnTo>
                  <a:lnTo>
                    <a:pt x="40868" y="171883"/>
                  </a:lnTo>
                  <a:lnTo>
                    <a:pt x="40485" y="172665"/>
                  </a:lnTo>
                  <a:lnTo>
                    <a:pt x="40483" y="172670"/>
                  </a:lnTo>
                  <a:lnTo>
                    <a:pt x="40482" y="172699"/>
                  </a:lnTo>
                  <a:lnTo>
                    <a:pt x="40473" y="173069"/>
                  </a:lnTo>
                  <a:lnTo>
                    <a:pt x="40471" y="173126"/>
                  </a:lnTo>
                  <a:lnTo>
                    <a:pt x="40492" y="173303"/>
                  </a:lnTo>
                  <a:lnTo>
                    <a:pt x="40515" y="173359"/>
                  </a:lnTo>
                  <a:lnTo>
                    <a:pt x="40523" y="173374"/>
                  </a:lnTo>
                  <a:lnTo>
                    <a:pt x="40565" y="173449"/>
                  </a:lnTo>
                  <a:lnTo>
                    <a:pt x="40583" y="173593"/>
                  </a:lnTo>
                  <a:lnTo>
                    <a:pt x="40583" y="173610"/>
                  </a:lnTo>
                  <a:lnTo>
                    <a:pt x="40595" y="174117"/>
                  </a:lnTo>
                  <a:lnTo>
                    <a:pt x="40594" y="174155"/>
                  </a:lnTo>
                  <a:lnTo>
                    <a:pt x="40594" y="174167"/>
                  </a:lnTo>
                  <a:lnTo>
                    <a:pt x="40594" y="174230"/>
                  </a:lnTo>
                  <a:lnTo>
                    <a:pt x="40594" y="174282"/>
                  </a:lnTo>
                  <a:lnTo>
                    <a:pt x="40593" y="174440"/>
                  </a:lnTo>
                  <a:lnTo>
                    <a:pt x="40585" y="174555"/>
                  </a:lnTo>
                  <a:lnTo>
                    <a:pt x="40588" y="174622"/>
                  </a:lnTo>
                  <a:lnTo>
                    <a:pt x="40633" y="174817"/>
                  </a:lnTo>
                  <a:lnTo>
                    <a:pt x="40637" y="174828"/>
                  </a:lnTo>
                  <a:lnTo>
                    <a:pt x="40642" y="174841"/>
                  </a:lnTo>
                  <a:lnTo>
                    <a:pt x="40766" y="175161"/>
                  </a:lnTo>
                  <a:lnTo>
                    <a:pt x="40769" y="175167"/>
                  </a:lnTo>
                  <a:lnTo>
                    <a:pt x="40824" y="175305"/>
                  </a:lnTo>
                  <a:lnTo>
                    <a:pt x="40832" y="175326"/>
                  </a:lnTo>
                  <a:lnTo>
                    <a:pt x="40872" y="175402"/>
                  </a:lnTo>
                  <a:lnTo>
                    <a:pt x="40930" y="175483"/>
                  </a:lnTo>
                  <a:lnTo>
                    <a:pt x="40933" y="175500"/>
                  </a:lnTo>
                  <a:lnTo>
                    <a:pt x="40908" y="175536"/>
                  </a:lnTo>
                  <a:lnTo>
                    <a:pt x="40757" y="175621"/>
                  </a:lnTo>
                  <a:lnTo>
                    <a:pt x="40748" y="175626"/>
                  </a:lnTo>
                  <a:lnTo>
                    <a:pt x="40711" y="175645"/>
                  </a:lnTo>
                  <a:lnTo>
                    <a:pt x="40651" y="175676"/>
                  </a:lnTo>
                  <a:lnTo>
                    <a:pt x="40624" y="175691"/>
                  </a:lnTo>
                  <a:lnTo>
                    <a:pt x="40610" y="175703"/>
                  </a:lnTo>
                  <a:lnTo>
                    <a:pt x="40483" y="175815"/>
                  </a:lnTo>
                  <a:lnTo>
                    <a:pt x="40382" y="175904"/>
                  </a:lnTo>
                  <a:lnTo>
                    <a:pt x="40325" y="176016"/>
                  </a:lnTo>
                  <a:lnTo>
                    <a:pt x="40324" y="176090"/>
                  </a:lnTo>
                  <a:lnTo>
                    <a:pt x="40324" y="176142"/>
                  </a:lnTo>
                  <a:lnTo>
                    <a:pt x="40323" y="176147"/>
                  </a:lnTo>
                  <a:lnTo>
                    <a:pt x="40282" y="176393"/>
                  </a:lnTo>
                  <a:lnTo>
                    <a:pt x="40254" y="176434"/>
                  </a:lnTo>
                  <a:lnTo>
                    <a:pt x="39870" y="176997"/>
                  </a:lnTo>
                  <a:lnTo>
                    <a:pt x="39790" y="177238"/>
                  </a:lnTo>
                  <a:lnTo>
                    <a:pt x="39767" y="177288"/>
                  </a:lnTo>
                  <a:lnTo>
                    <a:pt x="39724" y="177341"/>
                  </a:lnTo>
                  <a:lnTo>
                    <a:pt x="39720" y="177347"/>
                  </a:lnTo>
                  <a:lnTo>
                    <a:pt x="39713" y="177356"/>
                  </a:lnTo>
                  <a:lnTo>
                    <a:pt x="39652" y="177409"/>
                  </a:lnTo>
                  <a:lnTo>
                    <a:pt x="39513" y="177469"/>
                  </a:lnTo>
                  <a:lnTo>
                    <a:pt x="39455" y="177499"/>
                  </a:lnTo>
                  <a:lnTo>
                    <a:pt x="39331" y="177573"/>
                  </a:lnTo>
                  <a:lnTo>
                    <a:pt x="39223" y="177674"/>
                  </a:lnTo>
                  <a:lnTo>
                    <a:pt x="39072" y="177757"/>
                  </a:lnTo>
                  <a:lnTo>
                    <a:pt x="38773" y="177904"/>
                  </a:lnTo>
                  <a:lnTo>
                    <a:pt x="38751" y="177909"/>
                  </a:lnTo>
                  <a:lnTo>
                    <a:pt x="38672" y="177903"/>
                  </a:lnTo>
                  <a:lnTo>
                    <a:pt x="38607" y="177895"/>
                  </a:lnTo>
                  <a:lnTo>
                    <a:pt x="38529" y="177896"/>
                  </a:lnTo>
                  <a:lnTo>
                    <a:pt x="38424" y="177945"/>
                  </a:lnTo>
                  <a:lnTo>
                    <a:pt x="38358" y="178018"/>
                  </a:lnTo>
                  <a:lnTo>
                    <a:pt x="38344" y="178065"/>
                  </a:lnTo>
                  <a:lnTo>
                    <a:pt x="38302" y="178214"/>
                  </a:lnTo>
                  <a:lnTo>
                    <a:pt x="38261" y="178428"/>
                  </a:lnTo>
                  <a:lnTo>
                    <a:pt x="38279" y="178494"/>
                  </a:lnTo>
                  <a:lnTo>
                    <a:pt x="38322" y="178625"/>
                  </a:lnTo>
                  <a:lnTo>
                    <a:pt x="38316" y="178775"/>
                  </a:lnTo>
                  <a:lnTo>
                    <a:pt x="38309" y="178845"/>
                  </a:lnTo>
                  <a:lnTo>
                    <a:pt x="38283" y="179027"/>
                  </a:lnTo>
                  <a:lnTo>
                    <a:pt x="38196" y="179257"/>
                  </a:lnTo>
                  <a:lnTo>
                    <a:pt x="38154" y="179384"/>
                  </a:lnTo>
                  <a:lnTo>
                    <a:pt x="38112" y="179563"/>
                  </a:lnTo>
                  <a:lnTo>
                    <a:pt x="38099" y="179657"/>
                  </a:lnTo>
                  <a:lnTo>
                    <a:pt x="38125" y="180010"/>
                  </a:lnTo>
                  <a:lnTo>
                    <a:pt x="38133" y="180048"/>
                  </a:lnTo>
                  <a:lnTo>
                    <a:pt x="38326" y="180574"/>
                  </a:lnTo>
                  <a:lnTo>
                    <a:pt x="38468" y="180937"/>
                  </a:lnTo>
                  <a:lnTo>
                    <a:pt x="38495" y="180997"/>
                  </a:lnTo>
                  <a:lnTo>
                    <a:pt x="38581" y="181034"/>
                  </a:lnTo>
                  <a:lnTo>
                    <a:pt x="38655" y="181096"/>
                  </a:lnTo>
                  <a:lnTo>
                    <a:pt x="38760" y="181234"/>
                  </a:lnTo>
                  <a:lnTo>
                    <a:pt x="38788" y="181325"/>
                  </a:lnTo>
                  <a:lnTo>
                    <a:pt x="38857" y="181458"/>
                  </a:lnTo>
                  <a:lnTo>
                    <a:pt x="38965" y="181651"/>
                  </a:lnTo>
                  <a:lnTo>
                    <a:pt x="39029" y="181753"/>
                  </a:lnTo>
                  <a:lnTo>
                    <a:pt x="39095" y="181821"/>
                  </a:lnTo>
                  <a:lnTo>
                    <a:pt x="39109" y="182056"/>
                  </a:lnTo>
                  <a:lnTo>
                    <a:pt x="39083" y="182116"/>
                  </a:lnTo>
                  <a:lnTo>
                    <a:pt x="39066" y="182211"/>
                  </a:lnTo>
                  <a:lnTo>
                    <a:pt x="39067" y="182239"/>
                  </a:lnTo>
                  <a:lnTo>
                    <a:pt x="39123" y="182404"/>
                  </a:lnTo>
                  <a:lnTo>
                    <a:pt x="39191" y="182535"/>
                  </a:lnTo>
                  <a:lnTo>
                    <a:pt x="39243" y="182599"/>
                  </a:lnTo>
                  <a:lnTo>
                    <a:pt x="39274" y="182597"/>
                  </a:lnTo>
                  <a:lnTo>
                    <a:pt x="39297" y="182608"/>
                  </a:lnTo>
                  <a:lnTo>
                    <a:pt x="39336" y="182653"/>
                  </a:lnTo>
                  <a:lnTo>
                    <a:pt x="39342" y="182683"/>
                  </a:lnTo>
                  <a:lnTo>
                    <a:pt x="39338" y="182699"/>
                  </a:lnTo>
                  <a:lnTo>
                    <a:pt x="39268" y="182771"/>
                  </a:lnTo>
                  <a:lnTo>
                    <a:pt x="39192" y="182828"/>
                  </a:lnTo>
                  <a:lnTo>
                    <a:pt x="39085" y="182880"/>
                  </a:lnTo>
                  <a:lnTo>
                    <a:pt x="39036" y="182890"/>
                  </a:lnTo>
                  <a:lnTo>
                    <a:pt x="38763" y="182874"/>
                  </a:lnTo>
                  <a:lnTo>
                    <a:pt x="38708" y="182863"/>
                  </a:lnTo>
                  <a:lnTo>
                    <a:pt x="38602" y="182790"/>
                  </a:lnTo>
                  <a:lnTo>
                    <a:pt x="38522" y="182708"/>
                  </a:lnTo>
                  <a:lnTo>
                    <a:pt x="38504" y="182682"/>
                  </a:lnTo>
                  <a:lnTo>
                    <a:pt x="38442" y="182359"/>
                  </a:lnTo>
                  <a:lnTo>
                    <a:pt x="38445" y="182116"/>
                  </a:lnTo>
                  <a:lnTo>
                    <a:pt x="38439" y="182007"/>
                  </a:lnTo>
                  <a:lnTo>
                    <a:pt x="38345" y="181924"/>
                  </a:lnTo>
                  <a:lnTo>
                    <a:pt x="38248" y="181924"/>
                  </a:lnTo>
                  <a:lnTo>
                    <a:pt x="38092" y="181896"/>
                  </a:lnTo>
                  <a:lnTo>
                    <a:pt x="38004" y="181866"/>
                  </a:lnTo>
                  <a:lnTo>
                    <a:pt x="37930" y="181818"/>
                  </a:lnTo>
                  <a:lnTo>
                    <a:pt x="37880" y="181766"/>
                  </a:lnTo>
                  <a:lnTo>
                    <a:pt x="37843" y="181705"/>
                  </a:lnTo>
                  <a:lnTo>
                    <a:pt x="37770" y="181481"/>
                  </a:lnTo>
                  <a:lnTo>
                    <a:pt x="37731" y="181411"/>
                  </a:lnTo>
                  <a:lnTo>
                    <a:pt x="37700" y="181391"/>
                  </a:lnTo>
                  <a:lnTo>
                    <a:pt x="37613" y="181317"/>
                  </a:lnTo>
                  <a:lnTo>
                    <a:pt x="37434" y="181136"/>
                  </a:lnTo>
                  <a:lnTo>
                    <a:pt x="37342" y="181019"/>
                  </a:lnTo>
                  <a:lnTo>
                    <a:pt x="37308" y="180941"/>
                  </a:lnTo>
                  <a:lnTo>
                    <a:pt x="37250" y="180845"/>
                  </a:lnTo>
                  <a:lnTo>
                    <a:pt x="37145" y="180821"/>
                  </a:lnTo>
                  <a:lnTo>
                    <a:pt x="37024" y="180882"/>
                  </a:lnTo>
                  <a:lnTo>
                    <a:pt x="36855" y="180908"/>
                  </a:lnTo>
                  <a:lnTo>
                    <a:pt x="36719" y="180875"/>
                  </a:lnTo>
                  <a:lnTo>
                    <a:pt x="36261" y="180713"/>
                  </a:lnTo>
                  <a:lnTo>
                    <a:pt x="36204" y="180712"/>
                  </a:lnTo>
                  <a:lnTo>
                    <a:pt x="36163" y="180694"/>
                  </a:lnTo>
                  <a:lnTo>
                    <a:pt x="35372" y="180291"/>
                  </a:lnTo>
                  <a:lnTo>
                    <a:pt x="34849" y="179915"/>
                  </a:lnTo>
                  <a:lnTo>
                    <a:pt x="34726" y="179736"/>
                  </a:lnTo>
                  <a:lnTo>
                    <a:pt x="34683" y="179668"/>
                  </a:lnTo>
                  <a:lnTo>
                    <a:pt x="34628" y="179567"/>
                  </a:lnTo>
                  <a:lnTo>
                    <a:pt x="34593" y="179539"/>
                  </a:lnTo>
                  <a:lnTo>
                    <a:pt x="34438" y="179544"/>
                  </a:lnTo>
                  <a:lnTo>
                    <a:pt x="34343" y="179562"/>
                  </a:lnTo>
                  <a:lnTo>
                    <a:pt x="34076" y="179682"/>
                  </a:lnTo>
                  <a:lnTo>
                    <a:pt x="34007" y="179735"/>
                  </a:lnTo>
                  <a:lnTo>
                    <a:pt x="33658" y="180105"/>
                  </a:lnTo>
                  <a:lnTo>
                    <a:pt x="33608" y="180189"/>
                  </a:lnTo>
                  <a:lnTo>
                    <a:pt x="33582" y="180487"/>
                  </a:lnTo>
                  <a:lnTo>
                    <a:pt x="33618" y="180606"/>
                  </a:lnTo>
                  <a:lnTo>
                    <a:pt x="33679" y="180877"/>
                  </a:lnTo>
                  <a:lnTo>
                    <a:pt x="33697" y="181011"/>
                  </a:lnTo>
                  <a:lnTo>
                    <a:pt x="33694" y="181022"/>
                  </a:lnTo>
                  <a:lnTo>
                    <a:pt x="33612" y="181326"/>
                  </a:lnTo>
                  <a:lnTo>
                    <a:pt x="33325" y="181652"/>
                  </a:lnTo>
                  <a:lnTo>
                    <a:pt x="33271" y="181668"/>
                  </a:lnTo>
                  <a:lnTo>
                    <a:pt x="33185" y="181689"/>
                  </a:lnTo>
                  <a:lnTo>
                    <a:pt x="32846" y="181729"/>
                  </a:lnTo>
                  <a:lnTo>
                    <a:pt x="32817" y="181729"/>
                  </a:lnTo>
                  <a:lnTo>
                    <a:pt x="32744" y="181706"/>
                  </a:lnTo>
                  <a:lnTo>
                    <a:pt x="32623" y="181613"/>
                  </a:lnTo>
                  <a:lnTo>
                    <a:pt x="32574" y="181560"/>
                  </a:lnTo>
                  <a:lnTo>
                    <a:pt x="32387" y="181231"/>
                  </a:lnTo>
                  <a:lnTo>
                    <a:pt x="32049" y="180893"/>
                  </a:lnTo>
                  <a:lnTo>
                    <a:pt x="32014" y="180875"/>
                  </a:lnTo>
                  <a:lnTo>
                    <a:pt x="32002" y="180858"/>
                  </a:lnTo>
                  <a:lnTo>
                    <a:pt x="31965" y="180610"/>
                  </a:lnTo>
                  <a:lnTo>
                    <a:pt x="31965" y="180569"/>
                  </a:lnTo>
                  <a:lnTo>
                    <a:pt x="32026" y="180197"/>
                  </a:lnTo>
                  <a:lnTo>
                    <a:pt x="32049" y="179929"/>
                  </a:lnTo>
                  <a:lnTo>
                    <a:pt x="32064" y="179654"/>
                  </a:lnTo>
                  <a:lnTo>
                    <a:pt x="32071" y="179418"/>
                  </a:lnTo>
                  <a:lnTo>
                    <a:pt x="32063" y="179237"/>
                  </a:lnTo>
                  <a:lnTo>
                    <a:pt x="32077" y="179179"/>
                  </a:lnTo>
                  <a:lnTo>
                    <a:pt x="32183" y="178925"/>
                  </a:lnTo>
                  <a:lnTo>
                    <a:pt x="32202" y="178932"/>
                  </a:lnTo>
                  <a:lnTo>
                    <a:pt x="32234" y="178851"/>
                  </a:lnTo>
                  <a:lnTo>
                    <a:pt x="32195" y="178619"/>
                  </a:lnTo>
                  <a:lnTo>
                    <a:pt x="32171" y="178479"/>
                  </a:lnTo>
                  <a:lnTo>
                    <a:pt x="32131" y="178332"/>
                  </a:lnTo>
                  <a:lnTo>
                    <a:pt x="32109" y="178287"/>
                  </a:lnTo>
                  <a:lnTo>
                    <a:pt x="32079" y="178238"/>
                  </a:lnTo>
                  <a:lnTo>
                    <a:pt x="32015" y="178153"/>
                  </a:lnTo>
                  <a:lnTo>
                    <a:pt x="31852" y="177946"/>
                  </a:lnTo>
                  <a:lnTo>
                    <a:pt x="31425" y="177430"/>
                  </a:lnTo>
                  <a:lnTo>
                    <a:pt x="31369" y="177340"/>
                  </a:lnTo>
                  <a:lnTo>
                    <a:pt x="31351" y="177312"/>
                  </a:lnTo>
                  <a:lnTo>
                    <a:pt x="31323" y="177267"/>
                  </a:lnTo>
                  <a:lnTo>
                    <a:pt x="31277" y="177195"/>
                  </a:lnTo>
                  <a:lnTo>
                    <a:pt x="31245" y="177145"/>
                  </a:lnTo>
                  <a:lnTo>
                    <a:pt x="31197" y="177068"/>
                  </a:lnTo>
                  <a:lnTo>
                    <a:pt x="31128" y="176868"/>
                  </a:lnTo>
                  <a:lnTo>
                    <a:pt x="31124" y="176849"/>
                  </a:lnTo>
                  <a:lnTo>
                    <a:pt x="31042" y="176631"/>
                  </a:lnTo>
                  <a:lnTo>
                    <a:pt x="30999" y="176517"/>
                  </a:lnTo>
                  <a:lnTo>
                    <a:pt x="30979" y="176473"/>
                  </a:lnTo>
                  <a:lnTo>
                    <a:pt x="30955" y="176421"/>
                  </a:lnTo>
                  <a:lnTo>
                    <a:pt x="30878" y="176254"/>
                  </a:lnTo>
                  <a:lnTo>
                    <a:pt x="30863" y="176223"/>
                  </a:lnTo>
                  <a:lnTo>
                    <a:pt x="30844" y="176184"/>
                  </a:lnTo>
                  <a:lnTo>
                    <a:pt x="30840" y="176167"/>
                  </a:lnTo>
                  <a:lnTo>
                    <a:pt x="30803" y="175996"/>
                  </a:lnTo>
                  <a:lnTo>
                    <a:pt x="30802" y="175981"/>
                  </a:lnTo>
                  <a:lnTo>
                    <a:pt x="30797" y="175898"/>
                  </a:lnTo>
                  <a:lnTo>
                    <a:pt x="30828" y="175723"/>
                  </a:lnTo>
                  <a:lnTo>
                    <a:pt x="30842" y="175679"/>
                  </a:lnTo>
                  <a:lnTo>
                    <a:pt x="30864" y="175609"/>
                  </a:lnTo>
                  <a:lnTo>
                    <a:pt x="31003" y="175386"/>
                  </a:lnTo>
                  <a:lnTo>
                    <a:pt x="31030" y="175357"/>
                  </a:lnTo>
                  <a:lnTo>
                    <a:pt x="31221" y="175217"/>
                  </a:lnTo>
                  <a:lnTo>
                    <a:pt x="31251" y="175201"/>
                  </a:lnTo>
                  <a:lnTo>
                    <a:pt x="31340" y="175152"/>
                  </a:lnTo>
                  <a:lnTo>
                    <a:pt x="31375" y="175110"/>
                  </a:lnTo>
                  <a:lnTo>
                    <a:pt x="31385" y="175065"/>
                  </a:lnTo>
                  <a:lnTo>
                    <a:pt x="31374" y="175036"/>
                  </a:lnTo>
                  <a:lnTo>
                    <a:pt x="31353" y="175008"/>
                  </a:lnTo>
                  <a:lnTo>
                    <a:pt x="31305" y="174977"/>
                  </a:lnTo>
                  <a:lnTo>
                    <a:pt x="31274" y="174957"/>
                  </a:lnTo>
                  <a:lnTo>
                    <a:pt x="31236" y="174839"/>
                  </a:lnTo>
                  <a:lnTo>
                    <a:pt x="31225" y="174781"/>
                  </a:lnTo>
                  <a:lnTo>
                    <a:pt x="31230" y="174751"/>
                  </a:lnTo>
                  <a:lnTo>
                    <a:pt x="31243" y="174671"/>
                  </a:lnTo>
                  <a:lnTo>
                    <a:pt x="31259" y="174613"/>
                  </a:lnTo>
                  <a:lnTo>
                    <a:pt x="31277" y="174554"/>
                  </a:lnTo>
                  <a:lnTo>
                    <a:pt x="31346" y="174425"/>
                  </a:lnTo>
                  <a:lnTo>
                    <a:pt x="31382" y="174377"/>
                  </a:lnTo>
                  <a:lnTo>
                    <a:pt x="31423" y="174345"/>
                  </a:lnTo>
                  <a:lnTo>
                    <a:pt x="31483" y="174349"/>
                  </a:lnTo>
                  <a:lnTo>
                    <a:pt x="31506" y="174365"/>
                  </a:lnTo>
                  <a:lnTo>
                    <a:pt x="31556" y="174398"/>
                  </a:lnTo>
                  <a:lnTo>
                    <a:pt x="31641" y="174397"/>
                  </a:lnTo>
                  <a:lnTo>
                    <a:pt x="31696" y="174384"/>
                  </a:lnTo>
                  <a:lnTo>
                    <a:pt x="31713" y="174372"/>
                  </a:lnTo>
                  <a:lnTo>
                    <a:pt x="31724" y="174365"/>
                  </a:lnTo>
                  <a:lnTo>
                    <a:pt x="31783" y="174325"/>
                  </a:lnTo>
                  <a:lnTo>
                    <a:pt x="31790" y="174296"/>
                  </a:lnTo>
                  <a:lnTo>
                    <a:pt x="31796" y="174268"/>
                  </a:lnTo>
                  <a:lnTo>
                    <a:pt x="31806" y="174023"/>
                  </a:lnTo>
                  <a:lnTo>
                    <a:pt x="31807" y="173989"/>
                  </a:lnTo>
                  <a:lnTo>
                    <a:pt x="31808" y="173953"/>
                  </a:lnTo>
                  <a:lnTo>
                    <a:pt x="31809" y="173942"/>
                  </a:lnTo>
                  <a:lnTo>
                    <a:pt x="31813" y="173801"/>
                  </a:lnTo>
                  <a:lnTo>
                    <a:pt x="31778" y="173602"/>
                  </a:lnTo>
                  <a:lnTo>
                    <a:pt x="31735" y="173457"/>
                  </a:lnTo>
                  <a:lnTo>
                    <a:pt x="31665" y="173225"/>
                  </a:lnTo>
                  <a:lnTo>
                    <a:pt x="31523" y="172940"/>
                  </a:lnTo>
                  <a:lnTo>
                    <a:pt x="31511" y="172903"/>
                  </a:lnTo>
                  <a:lnTo>
                    <a:pt x="31510" y="172868"/>
                  </a:lnTo>
                  <a:lnTo>
                    <a:pt x="31541" y="172800"/>
                  </a:lnTo>
                  <a:lnTo>
                    <a:pt x="31562" y="172771"/>
                  </a:lnTo>
                  <a:lnTo>
                    <a:pt x="31583" y="172757"/>
                  </a:lnTo>
                  <a:lnTo>
                    <a:pt x="31638" y="172731"/>
                  </a:lnTo>
                  <a:lnTo>
                    <a:pt x="31825" y="172679"/>
                  </a:lnTo>
                  <a:lnTo>
                    <a:pt x="31891" y="172650"/>
                  </a:lnTo>
                  <a:lnTo>
                    <a:pt x="32225" y="172505"/>
                  </a:lnTo>
                  <a:lnTo>
                    <a:pt x="32247" y="172458"/>
                  </a:lnTo>
                  <a:lnTo>
                    <a:pt x="32299" y="172273"/>
                  </a:lnTo>
                  <a:lnTo>
                    <a:pt x="32295" y="172256"/>
                  </a:lnTo>
                  <a:lnTo>
                    <a:pt x="32229" y="171987"/>
                  </a:lnTo>
                  <a:lnTo>
                    <a:pt x="32112" y="171510"/>
                  </a:lnTo>
                  <a:lnTo>
                    <a:pt x="32086" y="171404"/>
                  </a:lnTo>
                  <a:lnTo>
                    <a:pt x="32015" y="171115"/>
                  </a:lnTo>
                  <a:lnTo>
                    <a:pt x="31942" y="170818"/>
                  </a:lnTo>
                  <a:lnTo>
                    <a:pt x="31900" y="170644"/>
                  </a:lnTo>
                  <a:lnTo>
                    <a:pt x="31884" y="170579"/>
                  </a:lnTo>
                  <a:lnTo>
                    <a:pt x="30970" y="166853"/>
                  </a:lnTo>
                  <a:lnTo>
                    <a:pt x="30829" y="166280"/>
                  </a:lnTo>
                  <a:lnTo>
                    <a:pt x="30788" y="166115"/>
                  </a:lnTo>
                  <a:lnTo>
                    <a:pt x="30750" y="166033"/>
                  </a:lnTo>
                  <a:lnTo>
                    <a:pt x="30699" y="165925"/>
                  </a:lnTo>
                  <a:lnTo>
                    <a:pt x="30602" y="165748"/>
                  </a:lnTo>
                  <a:lnTo>
                    <a:pt x="30554" y="165680"/>
                  </a:lnTo>
                  <a:lnTo>
                    <a:pt x="30525" y="165648"/>
                  </a:lnTo>
                  <a:lnTo>
                    <a:pt x="30495" y="165614"/>
                  </a:lnTo>
                  <a:lnTo>
                    <a:pt x="30472" y="165599"/>
                  </a:lnTo>
                  <a:lnTo>
                    <a:pt x="30455" y="165565"/>
                  </a:lnTo>
                  <a:lnTo>
                    <a:pt x="30433" y="165510"/>
                  </a:lnTo>
                  <a:lnTo>
                    <a:pt x="30388" y="165397"/>
                  </a:lnTo>
                  <a:lnTo>
                    <a:pt x="30337" y="165226"/>
                  </a:lnTo>
                  <a:lnTo>
                    <a:pt x="30310" y="165146"/>
                  </a:lnTo>
                  <a:lnTo>
                    <a:pt x="30273" y="165033"/>
                  </a:lnTo>
                  <a:lnTo>
                    <a:pt x="30258" y="164999"/>
                  </a:lnTo>
                  <a:lnTo>
                    <a:pt x="30211" y="164893"/>
                  </a:lnTo>
                  <a:lnTo>
                    <a:pt x="30166" y="164812"/>
                  </a:lnTo>
                  <a:lnTo>
                    <a:pt x="30134" y="164753"/>
                  </a:lnTo>
                  <a:lnTo>
                    <a:pt x="30069" y="164667"/>
                  </a:lnTo>
                  <a:lnTo>
                    <a:pt x="29910" y="164457"/>
                  </a:lnTo>
                  <a:lnTo>
                    <a:pt x="29906" y="164451"/>
                  </a:lnTo>
                  <a:lnTo>
                    <a:pt x="29874" y="164409"/>
                  </a:lnTo>
                  <a:lnTo>
                    <a:pt x="29530" y="164041"/>
                  </a:lnTo>
                  <a:lnTo>
                    <a:pt x="29469" y="163989"/>
                  </a:lnTo>
                  <a:lnTo>
                    <a:pt x="29319" y="163871"/>
                  </a:lnTo>
                  <a:lnTo>
                    <a:pt x="29257" y="163831"/>
                  </a:lnTo>
                  <a:lnTo>
                    <a:pt x="29225" y="163811"/>
                  </a:lnTo>
                  <a:lnTo>
                    <a:pt x="29215" y="163816"/>
                  </a:lnTo>
                  <a:lnTo>
                    <a:pt x="29170" y="163787"/>
                  </a:lnTo>
                  <a:lnTo>
                    <a:pt x="29140" y="163764"/>
                  </a:lnTo>
                  <a:lnTo>
                    <a:pt x="29086" y="163698"/>
                  </a:lnTo>
                  <a:lnTo>
                    <a:pt x="29073" y="163583"/>
                  </a:lnTo>
                  <a:lnTo>
                    <a:pt x="29078" y="163526"/>
                  </a:lnTo>
                  <a:lnTo>
                    <a:pt x="29125" y="163328"/>
                  </a:lnTo>
                  <a:lnTo>
                    <a:pt x="29157" y="163194"/>
                  </a:lnTo>
                  <a:lnTo>
                    <a:pt x="29209" y="163103"/>
                  </a:lnTo>
                  <a:lnTo>
                    <a:pt x="29209" y="163068"/>
                  </a:lnTo>
                  <a:lnTo>
                    <a:pt x="29207" y="162975"/>
                  </a:lnTo>
                  <a:lnTo>
                    <a:pt x="29193" y="162920"/>
                  </a:lnTo>
                  <a:lnTo>
                    <a:pt x="29155" y="162779"/>
                  </a:lnTo>
                  <a:lnTo>
                    <a:pt x="29034" y="162331"/>
                  </a:lnTo>
                  <a:lnTo>
                    <a:pt x="28971" y="162180"/>
                  </a:lnTo>
                  <a:lnTo>
                    <a:pt x="28926" y="162075"/>
                  </a:lnTo>
                  <a:lnTo>
                    <a:pt x="28908" y="162050"/>
                  </a:lnTo>
                  <a:lnTo>
                    <a:pt x="28900" y="162039"/>
                  </a:lnTo>
                  <a:lnTo>
                    <a:pt x="28886" y="162021"/>
                  </a:lnTo>
                  <a:lnTo>
                    <a:pt x="28867" y="161981"/>
                  </a:lnTo>
                  <a:lnTo>
                    <a:pt x="28857" y="161946"/>
                  </a:lnTo>
                  <a:lnTo>
                    <a:pt x="28850" y="161922"/>
                  </a:lnTo>
                  <a:lnTo>
                    <a:pt x="28834" y="161870"/>
                  </a:lnTo>
                  <a:lnTo>
                    <a:pt x="28793" y="161724"/>
                  </a:lnTo>
                  <a:lnTo>
                    <a:pt x="28785" y="161687"/>
                  </a:lnTo>
                  <a:lnTo>
                    <a:pt x="28783" y="161680"/>
                  </a:lnTo>
                  <a:lnTo>
                    <a:pt x="28762" y="161362"/>
                  </a:lnTo>
                  <a:lnTo>
                    <a:pt x="28776" y="161179"/>
                  </a:lnTo>
                  <a:lnTo>
                    <a:pt x="28770" y="161125"/>
                  </a:lnTo>
                  <a:lnTo>
                    <a:pt x="28752" y="161053"/>
                  </a:lnTo>
                  <a:lnTo>
                    <a:pt x="28701" y="160956"/>
                  </a:lnTo>
                  <a:lnTo>
                    <a:pt x="28592" y="160821"/>
                  </a:lnTo>
                  <a:lnTo>
                    <a:pt x="28555" y="160776"/>
                  </a:lnTo>
                  <a:lnTo>
                    <a:pt x="28550" y="160765"/>
                  </a:lnTo>
                  <a:lnTo>
                    <a:pt x="28518" y="160701"/>
                  </a:lnTo>
                  <a:lnTo>
                    <a:pt x="28455" y="160534"/>
                  </a:lnTo>
                  <a:lnTo>
                    <a:pt x="28390" y="160445"/>
                  </a:lnTo>
                  <a:lnTo>
                    <a:pt x="28176" y="160179"/>
                  </a:lnTo>
                  <a:lnTo>
                    <a:pt x="27792" y="159765"/>
                  </a:lnTo>
                  <a:lnTo>
                    <a:pt x="27743" y="159716"/>
                  </a:lnTo>
                  <a:lnTo>
                    <a:pt x="27614" y="159587"/>
                  </a:lnTo>
                  <a:lnTo>
                    <a:pt x="27534" y="159521"/>
                  </a:lnTo>
                  <a:lnTo>
                    <a:pt x="27482" y="159503"/>
                  </a:lnTo>
                  <a:lnTo>
                    <a:pt x="27402" y="159426"/>
                  </a:lnTo>
                  <a:lnTo>
                    <a:pt x="27384" y="159409"/>
                  </a:lnTo>
                  <a:lnTo>
                    <a:pt x="27096" y="159134"/>
                  </a:lnTo>
                  <a:lnTo>
                    <a:pt x="27042" y="159065"/>
                  </a:lnTo>
                  <a:lnTo>
                    <a:pt x="27039" y="159058"/>
                  </a:lnTo>
                  <a:lnTo>
                    <a:pt x="27035" y="159049"/>
                  </a:lnTo>
                  <a:lnTo>
                    <a:pt x="27032" y="159044"/>
                  </a:lnTo>
                  <a:lnTo>
                    <a:pt x="26955" y="158886"/>
                  </a:lnTo>
                  <a:lnTo>
                    <a:pt x="26932" y="158832"/>
                  </a:lnTo>
                  <a:lnTo>
                    <a:pt x="26861" y="158663"/>
                  </a:lnTo>
                  <a:lnTo>
                    <a:pt x="26841" y="158605"/>
                  </a:lnTo>
                  <a:lnTo>
                    <a:pt x="26817" y="158503"/>
                  </a:lnTo>
                  <a:lnTo>
                    <a:pt x="26810" y="158472"/>
                  </a:lnTo>
                  <a:lnTo>
                    <a:pt x="26780" y="158387"/>
                  </a:lnTo>
                  <a:lnTo>
                    <a:pt x="26764" y="158339"/>
                  </a:lnTo>
                  <a:lnTo>
                    <a:pt x="26734" y="158290"/>
                  </a:lnTo>
                  <a:lnTo>
                    <a:pt x="26657" y="158163"/>
                  </a:lnTo>
                  <a:lnTo>
                    <a:pt x="26607" y="158099"/>
                  </a:lnTo>
                  <a:lnTo>
                    <a:pt x="26583" y="158074"/>
                  </a:lnTo>
                  <a:lnTo>
                    <a:pt x="26536" y="158025"/>
                  </a:lnTo>
                  <a:lnTo>
                    <a:pt x="26499" y="157973"/>
                  </a:lnTo>
                  <a:lnTo>
                    <a:pt x="26484" y="157950"/>
                  </a:lnTo>
                  <a:lnTo>
                    <a:pt x="26417" y="157856"/>
                  </a:lnTo>
                  <a:lnTo>
                    <a:pt x="26403" y="157807"/>
                  </a:lnTo>
                  <a:lnTo>
                    <a:pt x="26405" y="157766"/>
                  </a:lnTo>
                  <a:lnTo>
                    <a:pt x="26379" y="157734"/>
                  </a:lnTo>
                  <a:lnTo>
                    <a:pt x="26235" y="157560"/>
                  </a:lnTo>
                  <a:lnTo>
                    <a:pt x="26076" y="157396"/>
                  </a:lnTo>
                  <a:lnTo>
                    <a:pt x="26020" y="157339"/>
                  </a:lnTo>
                  <a:lnTo>
                    <a:pt x="26009" y="157329"/>
                  </a:lnTo>
                  <a:lnTo>
                    <a:pt x="25813" y="157167"/>
                  </a:lnTo>
                  <a:lnTo>
                    <a:pt x="25699" y="157073"/>
                  </a:lnTo>
                  <a:lnTo>
                    <a:pt x="25674" y="157054"/>
                  </a:lnTo>
                  <a:lnTo>
                    <a:pt x="25177" y="156670"/>
                  </a:lnTo>
                  <a:lnTo>
                    <a:pt x="25072" y="156598"/>
                  </a:lnTo>
                  <a:lnTo>
                    <a:pt x="24727" y="156350"/>
                  </a:lnTo>
                  <a:lnTo>
                    <a:pt x="24728" y="156343"/>
                  </a:lnTo>
                  <a:lnTo>
                    <a:pt x="24277" y="156032"/>
                  </a:lnTo>
                  <a:lnTo>
                    <a:pt x="24176" y="155972"/>
                  </a:lnTo>
                  <a:lnTo>
                    <a:pt x="24153" y="155957"/>
                  </a:lnTo>
                  <a:lnTo>
                    <a:pt x="23684" y="155686"/>
                  </a:lnTo>
                  <a:lnTo>
                    <a:pt x="23549" y="155608"/>
                  </a:lnTo>
                  <a:lnTo>
                    <a:pt x="23518" y="155590"/>
                  </a:lnTo>
                  <a:lnTo>
                    <a:pt x="23198" y="155406"/>
                  </a:lnTo>
                  <a:lnTo>
                    <a:pt x="23187" y="155401"/>
                  </a:lnTo>
                  <a:lnTo>
                    <a:pt x="22809" y="155176"/>
                  </a:lnTo>
                  <a:lnTo>
                    <a:pt x="22682" y="155116"/>
                  </a:lnTo>
                  <a:lnTo>
                    <a:pt x="22471" y="155015"/>
                  </a:lnTo>
                  <a:lnTo>
                    <a:pt x="22322" y="154909"/>
                  </a:lnTo>
                  <a:lnTo>
                    <a:pt x="22235" y="154848"/>
                  </a:lnTo>
                  <a:lnTo>
                    <a:pt x="22165" y="154798"/>
                  </a:lnTo>
                  <a:lnTo>
                    <a:pt x="22074" y="154734"/>
                  </a:lnTo>
                  <a:lnTo>
                    <a:pt x="22024" y="154699"/>
                  </a:lnTo>
                  <a:lnTo>
                    <a:pt x="21996" y="154681"/>
                  </a:lnTo>
                  <a:lnTo>
                    <a:pt x="21936" y="154643"/>
                  </a:lnTo>
                  <a:lnTo>
                    <a:pt x="21551" y="154429"/>
                  </a:lnTo>
                  <a:lnTo>
                    <a:pt x="21195" y="154242"/>
                  </a:lnTo>
                  <a:lnTo>
                    <a:pt x="21015" y="154134"/>
                  </a:lnTo>
                  <a:lnTo>
                    <a:pt x="20913" y="154071"/>
                  </a:lnTo>
                  <a:lnTo>
                    <a:pt x="20615" y="153886"/>
                  </a:lnTo>
                  <a:lnTo>
                    <a:pt x="20479" y="153789"/>
                  </a:lnTo>
                  <a:lnTo>
                    <a:pt x="20433" y="153757"/>
                  </a:lnTo>
                  <a:lnTo>
                    <a:pt x="20421" y="153748"/>
                  </a:lnTo>
                  <a:lnTo>
                    <a:pt x="20232" y="153614"/>
                  </a:lnTo>
                  <a:lnTo>
                    <a:pt x="19733" y="153249"/>
                  </a:lnTo>
                  <a:lnTo>
                    <a:pt x="19678" y="153163"/>
                  </a:lnTo>
                  <a:lnTo>
                    <a:pt x="19581" y="153050"/>
                  </a:lnTo>
                  <a:lnTo>
                    <a:pt x="19485" y="152937"/>
                  </a:lnTo>
                  <a:lnTo>
                    <a:pt x="19399" y="152841"/>
                  </a:lnTo>
                  <a:lnTo>
                    <a:pt x="19355" y="152807"/>
                  </a:lnTo>
                  <a:lnTo>
                    <a:pt x="19298" y="152739"/>
                  </a:lnTo>
                  <a:lnTo>
                    <a:pt x="19284" y="152722"/>
                  </a:lnTo>
                  <a:lnTo>
                    <a:pt x="19280" y="152716"/>
                  </a:lnTo>
                  <a:lnTo>
                    <a:pt x="19254" y="152681"/>
                  </a:lnTo>
                  <a:lnTo>
                    <a:pt x="19231" y="152649"/>
                  </a:lnTo>
                  <a:lnTo>
                    <a:pt x="19180" y="152579"/>
                  </a:lnTo>
                  <a:lnTo>
                    <a:pt x="19162" y="152554"/>
                  </a:lnTo>
                  <a:lnTo>
                    <a:pt x="19110" y="152453"/>
                  </a:lnTo>
                  <a:lnTo>
                    <a:pt x="19093" y="152422"/>
                  </a:lnTo>
                  <a:lnTo>
                    <a:pt x="19025" y="152351"/>
                  </a:lnTo>
                  <a:lnTo>
                    <a:pt x="18977" y="152235"/>
                  </a:lnTo>
                  <a:lnTo>
                    <a:pt x="18941" y="152149"/>
                  </a:lnTo>
                  <a:lnTo>
                    <a:pt x="18922" y="152106"/>
                  </a:lnTo>
                  <a:lnTo>
                    <a:pt x="18879" y="152002"/>
                  </a:lnTo>
                  <a:lnTo>
                    <a:pt x="18865" y="151968"/>
                  </a:lnTo>
                  <a:lnTo>
                    <a:pt x="18586" y="151739"/>
                  </a:lnTo>
                  <a:lnTo>
                    <a:pt x="18561" y="151726"/>
                  </a:lnTo>
                  <a:lnTo>
                    <a:pt x="18470" y="151679"/>
                  </a:lnTo>
                  <a:lnTo>
                    <a:pt x="18451" y="151670"/>
                  </a:lnTo>
                  <a:lnTo>
                    <a:pt x="18433" y="151661"/>
                  </a:lnTo>
                  <a:lnTo>
                    <a:pt x="18427" y="151657"/>
                  </a:lnTo>
                  <a:lnTo>
                    <a:pt x="18205" y="151599"/>
                  </a:lnTo>
                  <a:lnTo>
                    <a:pt x="18051" y="151557"/>
                  </a:lnTo>
                  <a:lnTo>
                    <a:pt x="18002" y="151545"/>
                  </a:lnTo>
                  <a:lnTo>
                    <a:pt x="17955" y="151539"/>
                  </a:lnTo>
                  <a:lnTo>
                    <a:pt x="17965" y="151628"/>
                  </a:lnTo>
                  <a:lnTo>
                    <a:pt x="17968" y="151655"/>
                  </a:lnTo>
                  <a:lnTo>
                    <a:pt x="17973" y="151703"/>
                  </a:lnTo>
                  <a:lnTo>
                    <a:pt x="17975" y="151720"/>
                  </a:lnTo>
                  <a:lnTo>
                    <a:pt x="17960" y="151757"/>
                  </a:lnTo>
                  <a:lnTo>
                    <a:pt x="17956" y="151767"/>
                  </a:lnTo>
                  <a:lnTo>
                    <a:pt x="17946" y="151767"/>
                  </a:lnTo>
                  <a:lnTo>
                    <a:pt x="17934" y="151767"/>
                  </a:lnTo>
                  <a:lnTo>
                    <a:pt x="17866" y="151767"/>
                  </a:lnTo>
                  <a:lnTo>
                    <a:pt x="17849" y="151761"/>
                  </a:lnTo>
                  <a:lnTo>
                    <a:pt x="17721" y="151721"/>
                  </a:lnTo>
                  <a:lnTo>
                    <a:pt x="17605" y="151679"/>
                  </a:lnTo>
                  <a:lnTo>
                    <a:pt x="17371" y="151566"/>
                  </a:lnTo>
                  <a:lnTo>
                    <a:pt x="17291" y="151527"/>
                  </a:lnTo>
                  <a:lnTo>
                    <a:pt x="17242" y="151504"/>
                  </a:lnTo>
                  <a:lnTo>
                    <a:pt x="17116" y="151442"/>
                  </a:lnTo>
                  <a:lnTo>
                    <a:pt x="16672" y="151088"/>
                  </a:lnTo>
                  <a:lnTo>
                    <a:pt x="16659" y="151078"/>
                  </a:lnTo>
                  <a:lnTo>
                    <a:pt x="16431" y="150895"/>
                  </a:lnTo>
                  <a:lnTo>
                    <a:pt x="16425" y="150890"/>
                  </a:lnTo>
                  <a:lnTo>
                    <a:pt x="16302" y="150793"/>
                  </a:lnTo>
                  <a:lnTo>
                    <a:pt x="15635" y="150259"/>
                  </a:lnTo>
                  <a:lnTo>
                    <a:pt x="15522" y="150156"/>
                  </a:lnTo>
                  <a:lnTo>
                    <a:pt x="15390" y="150058"/>
                  </a:lnTo>
                  <a:lnTo>
                    <a:pt x="15156" y="149885"/>
                  </a:lnTo>
                  <a:lnTo>
                    <a:pt x="15084" y="149969"/>
                  </a:lnTo>
                  <a:lnTo>
                    <a:pt x="14957" y="150020"/>
                  </a:lnTo>
                  <a:lnTo>
                    <a:pt x="14512" y="149600"/>
                  </a:lnTo>
                  <a:lnTo>
                    <a:pt x="14173" y="149280"/>
                  </a:lnTo>
                  <a:lnTo>
                    <a:pt x="13925" y="149053"/>
                  </a:lnTo>
                  <a:lnTo>
                    <a:pt x="13769" y="148866"/>
                  </a:lnTo>
                  <a:lnTo>
                    <a:pt x="13942" y="148700"/>
                  </a:lnTo>
                  <a:lnTo>
                    <a:pt x="13950" y="148625"/>
                  </a:lnTo>
                  <a:lnTo>
                    <a:pt x="13712" y="148427"/>
                  </a:lnTo>
                  <a:lnTo>
                    <a:pt x="13465" y="148221"/>
                  </a:lnTo>
                  <a:lnTo>
                    <a:pt x="13438" y="148211"/>
                  </a:lnTo>
                  <a:lnTo>
                    <a:pt x="13230" y="147927"/>
                  </a:lnTo>
                  <a:lnTo>
                    <a:pt x="13288" y="147851"/>
                  </a:lnTo>
                  <a:lnTo>
                    <a:pt x="13339" y="147784"/>
                  </a:lnTo>
                  <a:lnTo>
                    <a:pt x="13416" y="147723"/>
                  </a:lnTo>
                  <a:lnTo>
                    <a:pt x="13605" y="147780"/>
                  </a:lnTo>
                  <a:lnTo>
                    <a:pt x="13676" y="147879"/>
                  </a:lnTo>
                  <a:lnTo>
                    <a:pt x="13831" y="148109"/>
                  </a:lnTo>
                  <a:lnTo>
                    <a:pt x="13941" y="148274"/>
                  </a:lnTo>
                  <a:lnTo>
                    <a:pt x="13938" y="148342"/>
                  </a:lnTo>
                  <a:lnTo>
                    <a:pt x="14001" y="148414"/>
                  </a:lnTo>
                  <a:lnTo>
                    <a:pt x="14190" y="148367"/>
                  </a:lnTo>
                  <a:lnTo>
                    <a:pt x="14321" y="148265"/>
                  </a:lnTo>
                  <a:lnTo>
                    <a:pt x="14434" y="148244"/>
                  </a:lnTo>
                  <a:lnTo>
                    <a:pt x="14490" y="148127"/>
                  </a:lnTo>
                  <a:lnTo>
                    <a:pt x="14436" y="148085"/>
                  </a:lnTo>
                  <a:lnTo>
                    <a:pt x="14426" y="148077"/>
                  </a:lnTo>
                  <a:lnTo>
                    <a:pt x="14421" y="148074"/>
                  </a:lnTo>
                  <a:lnTo>
                    <a:pt x="14065" y="147800"/>
                  </a:lnTo>
                  <a:lnTo>
                    <a:pt x="13973" y="147730"/>
                  </a:lnTo>
                  <a:lnTo>
                    <a:pt x="13546" y="147402"/>
                  </a:lnTo>
                  <a:lnTo>
                    <a:pt x="13419" y="147233"/>
                  </a:lnTo>
                  <a:lnTo>
                    <a:pt x="13384" y="147187"/>
                  </a:lnTo>
                  <a:lnTo>
                    <a:pt x="13237" y="146991"/>
                  </a:lnTo>
                  <a:lnTo>
                    <a:pt x="13230" y="146982"/>
                  </a:lnTo>
                  <a:lnTo>
                    <a:pt x="13052" y="146743"/>
                  </a:lnTo>
                  <a:lnTo>
                    <a:pt x="13004" y="146672"/>
                  </a:lnTo>
                  <a:lnTo>
                    <a:pt x="12997" y="146660"/>
                  </a:lnTo>
                  <a:lnTo>
                    <a:pt x="12940" y="146585"/>
                  </a:lnTo>
                  <a:lnTo>
                    <a:pt x="12906" y="146539"/>
                  </a:lnTo>
                  <a:lnTo>
                    <a:pt x="12791" y="146387"/>
                  </a:lnTo>
                  <a:lnTo>
                    <a:pt x="12529" y="146039"/>
                  </a:lnTo>
                  <a:lnTo>
                    <a:pt x="12440" y="145962"/>
                  </a:lnTo>
                  <a:lnTo>
                    <a:pt x="12413" y="145938"/>
                  </a:lnTo>
                  <a:lnTo>
                    <a:pt x="11992" y="145189"/>
                  </a:lnTo>
                  <a:lnTo>
                    <a:pt x="11960" y="145091"/>
                  </a:lnTo>
                  <a:lnTo>
                    <a:pt x="11953" y="145072"/>
                  </a:lnTo>
                  <a:lnTo>
                    <a:pt x="11750" y="144710"/>
                  </a:lnTo>
                  <a:lnTo>
                    <a:pt x="11665" y="144558"/>
                  </a:lnTo>
                  <a:lnTo>
                    <a:pt x="11748" y="144509"/>
                  </a:lnTo>
                  <a:lnTo>
                    <a:pt x="12021" y="144652"/>
                  </a:lnTo>
                  <a:lnTo>
                    <a:pt x="12140" y="144715"/>
                  </a:lnTo>
                  <a:lnTo>
                    <a:pt x="12346" y="144600"/>
                  </a:lnTo>
                  <a:lnTo>
                    <a:pt x="12324" y="144588"/>
                  </a:lnTo>
                  <a:lnTo>
                    <a:pt x="12047" y="144443"/>
                  </a:lnTo>
                  <a:lnTo>
                    <a:pt x="12180" y="144163"/>
                  </a:lnTo>
                  <a:lnTo>
                    <a:pt x="12180" y="144144"/>
                  </a:lnTo>
                  <a:lnTo>
                    <a:pt x="12172" y="144122"/>
                  </a:lnTo>
                  <a:lnTo>
                    <a:pt x="12131" y="144129"/>
                  </a:lnTo>
                  <a:lnTo>
                    <a:pt x="12102" y="144114"/>
                  </a:lnTo>
                  <a:lnTo>
                    <a:pt x="12122" y="144072"/>
                  </a:lnTo>
                  <a:lnTo>
                    <a:pt x="12103" y="144063"/>
                  </a:lnTo>
                  <a:lnTo>
                    <a:pt x="12106" y="144056"/>
                  </a:lnTo>
                  <a:lnTo>
                    <a:pt x="12082" y="144042"/>
                  </a:lnTo>
                  <a:lnTo>
                    <a:pt x="12060" y="144046"/>
                  </a:lnTo>
                  <a:lnTo>
                    <a:pt x="12039" y="144052"/>
                  </a:lnTo>
                  <a:lnTo>
                    <a:pt x="12039" y="144061"/>
                  </a:lnTo>
                  <a:lnTo>
                    <a:pt x="12049" y="144078"/>
                  </a:lnTo>
                  <a:lnTo>
                    <a:pt x="12061" y="144086"/>
                  </a:lnTo>
                  <a:lnTo>
                    <a:pt x="12044" y="144124"/>
                  </a:lnTo>
                  <a:lnTo>
                    <a:pt x="12033" y="144119"/>
                  </a:lnTo>
                  <a:lnTo>
                    <a:pt x="11983" y="144221"/>
                  </a:lnTo>
                  <a:lnTo>
                    <a:pt x="11579" y="144010"/>
                  </a:lnTo>
                  <a:lnTo>
                    <a:pt x="11545" y="144022"/>
                  </a:lnTo>
                  <a:lnTo>
                    <a:pt x="11402" y="144072"/>
                  </a:lnTo>
                  <a:lnTo>
                    <a:pt x="10943" y="144189"/>
                  </a:lnTo>
                  <a:lnTo>
                    <a:pt x="10910" y="144171"/>
                  </a:lnTo>
                  <a:lnTo>
                    <a:pt x="10907" y="144149"/>
                  </a:lnTo>
                  <a:lnTo>
                    <a:pt x="10905" y="144135"/>
                  </a:lnTo>
                  <a:lnTo>
                    <a:pt x="10919" y="144028"/>
                  </a:lnTo>
                  <a:lnTo>
                    <a:pt x="10912" y="143986"/>
                  </a:lnTo>
                  <a:lnTo>
                    <a:pt x="10898" y="143928"/>
                  </a:lnTo>
                  <a:lnTo>
                    <a:pt x="10785" y="143592"/>
                  </a:lnTo>
                  <a:lnTo>
                    <a:pt x="10669" y="143362"/>
                  </a:lnTo>
                  <a:lnTo>
                    <a:pt x="10604" y="143264"/>
                  </a:lnTo>
                  <a:lnTo>
                    <a:pt x="10552" y="143223"/>
                  </a:lnTo>
                  <a:lnTo>
                    <a:pt x="10544" y="143217"/>
                  </a:lnTo>
                  <a:lnTo>
                    <a:pt x="10511" y="143201"/>
                  </a:lnTo>
                  <a:lnTo>
                    <a:pt x="10462" y="143157"/>
                  </a:lnTo>
                  <a:lnTo>
                    <a:pt x="10454" y="143150"/>
                  </a:lnTo>
                  <a:lnTo>
                    <a:pt x="10447" y="143135"/>
                  </a:lnTo>
                  <a:lnTo>
                    <a:pt x="10285" y="142771"/>
                  </a:lnTo>
                  <a:lnTo>
                    <a:pt x="10237" y="142654"/>
                  </a:lnTo>
                  <a:lnTo>
                    <a:pt x="10222" y="142571"/>
                  </a:lnTo>
                  <a:lnTo>
                    <a:pt x="10202" y="142412"/>
                  </a:lnTo>
                  <a:lnTo>
                    <a:pt x="10201" y="142406"/>
                  </a:lnTo>
                  <a:lnTo>
                    <a:pt x="10200" y="142397"/>
                  </a:lnTo>
                  <a:lnTo>
                    <a:pt x="10199" y="142386"/>
                  </a:lnTo>
                  <a:lnTo>
                    <a:pt x="10191" y="142266"/>
                  </a:lnTo>
                  <a:lnTo>
                    <a:pt x="10176" y="142055"/>
                  </a:lnTo>
                  <a:lnTo>
                    <a:pt x="10180" y="142033"/>
                  </a:lnTo>
                  <a:lnTo>
                    <a:pt x="10183" y="142019"/>
                  </a:lnTo>
                  <a:lnTo>
                    <a:pt x="10228" y="141782"/>
                  </a:lnTo>
                  <a:lnTo>
                    <a:pt x="10237" y="141732"/>
                  </a:lnTo>
                  <a:lnTo>
                    <a:pt x="10262" y="141685"/>
                  </a:lnTo>
                  <a:lnTo>
                    <a:pt x="10281" y="141656"/>
                  </a:lnTo>
                  <a:lnTo>
                    <a:pt x="10292" y="141640"/>
                  </a:lnTo>
                  <a:lnTo>
                    <a:pt x="10334" y="141578"/>
                  </a:lnTo>
                  <a:lnTo>
                    <a:pt x="10343" y="141564"/>
                  </a:lnTo>
                  <a:lnTo>
                    <a:pt x="10454" y="141411"/>
                  </a:lnTo>
                  <a:lnTo>
                    <a:pt x="10468" y="141406"/>
                  </a:lnTo>
                  <a:lnTo>
                    <a:pt x="10511" y="141398"/>
                  </a:lnTo>
                  <a:lnTo>
                    <a:pt x="10564" y="141389"/>
                  </a:lnTo>
                  <a:lnTo>
                    <a:pt x="10589" y="141398"/>
                  </a:lnTo>
                  <a:lnTo>
                    <a:pt x="10604" y="141387"/>
                  </a:lnTo>
                  <a:lnTo>
                    <a:pt x="10619" y="141374"/>
                  </a:lnTo>
                  <a:lnTo>
                    <a:pt x="10644" y="141351"/>
                  </a:lnTo>
                  <a:lnTo>
                    <a:pt x="10692" y="141288"/>
                  </a:lnTo>
                  <a:lnTo>
                    <a:pt x="10713" y="141260"/>
                  </a:lnTo>
                  <a:lnTo>
                    <a:pt x="10718" y="141254"/>
                  </a:lnTo>
                  <a:lnTo>
                    <a:pt x="10726" y="141244"/>
                  </a:lnTo>
                  <a:lnTo>
                    <a:pt x="10780" y="141173"/>
                  </a:lnTo>
                  <a:lnTo>
                    <a:pt x="10795" y="141158"/>
                  </a:lnTo>
                  <a:lnTo>
                    <a:pt x="10834" y="141116"/>
                  </a:lnTo>
                  <a:lnTo>
                    <a:pt x="10854" y="141095"/>
                  </a:lnTo>
                  <a:lnTo>
                    <a:pt x="11099" y="140836"/>
                  </a:lnTo>
                  <a:lnTo>
                    <a:pt x="11108" y="140836"/>
                  </a:lnTo>
                  <a:lnTo>
                    <a:pt x="11332" y="140584"/>
                  </a:lnTo>
                  <a:lnTo>
                    <a:pt x="11293" y="140219"/>
                  </a:lnTo>
                  <a:lnTo>
                    <a:pt x="11329" y="139945"/>
                  </a:lnTo>
                  <a:lnTo>
                    <a:pt x="11335" y="139416"/>
                  </a:lnTo>
                  <a:lnTo>
                    <a:pt x="11335" y="139404"/>
                  </a:lnTo>
                  <a:lnTo>
                    <a:pt x="11335" y="139354"/>
                  </a:lnTo>
                  <a:lnTo>
                    <a:pt x="11299" y="139338"/>
                  </a:lnTo>
                  <a:lnTo>
                    <a:pt x="11284" y="139331"/>
                  </a:lnTo>
                  <a:lnTo>
                    <a:pt x="11254" y="139317"/>
                  </a:lnTo>
                  <a:lnTo>
                    <a:pt x="11224" y="139303"/>
                  </a:lnTo>
                  <a:lnTo>
                    <a:pt x="11031" y="139215"/>
                  </a:lnTo>
                  <a:lnTo>
                    <a:pt x="10951" y="139235"/>
                  </a:lnTo>
                  <a:lnTo>
                    <a:pt x="10878" y="139254"/>
                  </a:lnTo>
                  <a:lnTo>
                    <a:pt x="10830" y="139286"/>
                  </a:lnTo>
                  <a:lnTo>
                    <a:pt x="10807" y="139445"/>
                  </a:lnTo>
                  <a:lnTo>
                    <a:pt x="10804" y="139463"/>
                  </a:lnTo>
                  <a:lnTo>
                    <a:pt x="10772" y="139679"/>
                  </a:lnTo>
                  <a:lnTo>
                    <a:pt x="10720" y="139640"/>
                  </a:lnTo>
                  <a:lnTo>
                    <a:pt x="10708" y="139631"/>
                  </a:lnTo>
                  <a:lnTo>
                    <a:pt x="10494" y="139069"/>
                  </a:lnTo>
                  <a:lnTo>
                    <a:pt x="10487" y="139050"/>
                  </a:lnTo>
                  <a:lnTo>
                    <a:pt x="10488" y="139017"/>
                  </a:lnTo>
                  <a:lnTo>
                    <a:pt x="10501" y="139002"/>
                  </a:lnTo>
                  <a:lnTo>
                    <a:pt x="10496" y="138973"/>
                  </a:lnTo>
                  <a:lnTo>
                    <a:pt x="10490" y="138939"/>
                  </a:lnTo>
                  <a:lnTo>
                    <a:pt x="10461" y="138772"/>
                  </a:lnTo>
                  <a:lnTo>
                    <a:pt x="10456" y="138740"/>
                  </a:lnTo>
                  <a:lnTo>
                    <a:pt x="10437" y="138718"/>
                  </a:lnTo>
                  <a:lnTo>
                    <a:pt x="10421" y="138699"/>
                  </a:lnTo>
                  <a:lnTo>
                    <a:pt x="10417" y="138695"/>
                  </a:lnTo>
                  <a:lnTo>
                    <a:pt x="10395" y="138653"/>
                  </a:lnTo>
                  <a:lnTo>
                    <a:pt x="10386" y="138636"/>
                  </a:lnTo>
                  <a:lnTo>
                    <a:pt x="10379" y="138623"/>
                  </a:lnTo>
                  <a:lnTo>
                    <a:pt x="10358" y="138584"/>
                  </a:lnTo>
                  <a:lnTo>
                    <a:pt x="10202" y="138288"/>
                  </a:lnTo>
                  <a:lnTo>
                    <a:pt x="10189" y="138264"/>
                  </a:lnTo>
                  <a:lnTo>
                    <a:pt x="10168" y="138222"/>
                  </a:lnTo>
                  <a:lnTo>
                    <a:pt x="10131" y="138150"/>
                  </a:lnTo>
                  <a:lnTo>
                    <a:pt x="10101" y="138091"/>
                  </a:lnTo>
                  <a:lnTo>
                    <a:pt x="9933" y="137690"/>
                  </a:lnTo>
                  <a:lnTo>
                    <a:pt x="9940" y="137667"/>
                  </a:lnTo>
                  <a:lnTo>
                    <a:pt x="9945" y="137650"/>
                  </a:lnTo>
                  <a:lnTo>
                    <a:pt x="9929" y="137571"/>
                  </a:lnTo>
                  <a:lnTo>
                    <a:pt x="9924" y="137547"/>
                  </a:lnTo>
                  <a:lnTo>
                    <a:pt x="9862" y="137403"/>
                  </a:lnTo>
                  <a:lnTo>
                    <a:pt x="9860" y="137398"/>
                  </a:lnTo>
                  <a:lnTo>
                    <a:pt x="9739" y="137157"/>
                  </a:lnTo>
                  <a:lnTo>
                    <a:pt x="9658" y="136996"/>
                  </a:lnTo>
                  <a:lnTo>
                    <a:pt x="9633" y="136949"/>
                  </a:lnTo>
                  <a:lnTo>
                    <a:pt x="9586" y="136861"/>
                  </a:lnTo>
                  <a:lnTo>
                    <a:pt x="9582" y="136853"/>
                  </a:lnTo>
                  <a:lnTo>
                    <a:pt x="9380" y="136398"/>
                  </a:lnTo>
                  <a:lnTo>
                    <a:pt x="9379" y="136378"/>
                  </a:lnTo>
                  <a:lnTo>
                    <a:pt x="9376" y="136315"/>
                  </a:lnTo>
                  <a:lnTo>
                    <a:pt x="9375" y="136298"/>
                  </a:lnTo>
                  <a:lnTo>
                    <a:pt x="9087" y="135580"/>
                  </a:lnTo>
                  <a:lnTo>
                    <a:pt x="9067" y="135531"/>
                  </a:lnTo>
                  <a:lnTo>
                    <a:pt x="8819" y="134919"/>
                  </a:lnTo>
                  <a:lnTo>
                    <a:pt x="8785" y="134846"/>
                  </a:lnTo>
                  <a:lnTo>
                    <a:pt x="8762" y="134795"/>
                  </a:lnTo>
                  <a:lnTo>
                    <a:pt x="8649" y="134548"/>
                  </a:lnTo>
                  <a:lnTo>
                    <a:pt x="8639" y="134526"/>
                  </a:lnTo>
                  <a:lnTo>
                    <a:pt x="8555" y="134277"/>
                  </a:lnTo>
                  <a:lnTo>
                    <a:pt x="8541" y="134235"/>
                  </a:lnTo>
                  <a:lnTo>
                    <a:pt x="8542" y="134193"/>
                  </a:lnTo>
                  <a:lnTo>
                    <a:pt x="8517" y="134134"/>
                  </a:lnTo>
                  <a:lnTo>
                    <a:pt x="8500" y="134093"/>
                  </a:lnTo>
                  <a:lnTo>
                    <a:pt x="8421" y="133953"/>
                  </a:lnTo>
                  <a:lnTo>
                    <a:pt x="8417" y="133946"/>
                  </a:lnTo>
                  <a:lnTo>
                    <a:pt x="8391" y="133927"/>
                  </a:lnTo>
                  <a:lnTo>
                    <a:pt x="8366" y="133932"/>
                  </a:lnTo>
                  <a:lnTo>
                    <a:pt x="8056" y="133995"/>
                  </a:lnTo>
                  <a:lnTo>
                    <a:pt x="7965" y="134002"/>
                  </a:lnTo>
                  <a:lnTo>
                    <a:pt x="7958" y="133975"/>
                  </a:lnTo>
                  <a:lnTo>
                    <a:pt x="7956" y="133969"/>
                  </a:lnTo>
                  <a:lnTo>
                    <a:pt x="7902" y="133656"/>
                  </a:lnTo>
                  <a:lnTo>
                    <a:pt x="7931" y="133634"/>
                  </a:lnTo>
                  <a:lnTo>
                    <a:pt x="8193" y="133586"/>
                  </a:lnTo>
                  <a:lnTo>
                    <a:pt x="8209" y="133563"/>
                  </a:lnTo>
                  <a:lnTo>
                    <a:pt x="8214" y="133538"/>
                  </a:lnTo>
                  <a:lnTo>
                    <a:pt x="8221" y="133507"/>
                  </a:lnTo>
                  <a:lnTo>
                    <a:pt x="8224" y="133437"/>
                  </a:lnTo>
                  <a:lnTo>
                    <a:pt x="8226" y="133383"/>
                  </a:lnTo>
                  <a:lnTo>
                    <a:pt x="8210" y="133322"/>
                  </a:lnTo>
                  <a:lnTo>
                    <a:pt x="8189" y="133262"/>
                  </a:lnTo>
                  <a:lnTo>
                    <a:pt x="8127" y="133094"/>
                  </a:lnTo>
                  <a:lnTo>
                    <a:pt x="8089" y="132993"/>
                  </a:lnTo>
                  <a:lnTo>
                    <a:pt x="8076" y="132958"/>
                  </a:lnTo>
                  <a:lnTo>
                    <a:pt x="7956" y="132559"/>
                  </a:lnTo>
                  <a:lnTo>
                    <a:pt x="7762" y="131988"/>
                  </a:lnTo>
                  <a:lnTo>
                    <a:pt x="7755" y="131969"/>
                  </a:lnTo>
                  <a:lnTo>
                    <a:pt x="7748" y="131948"/>
                  </a:lnTo>
                  <a:lnTo>
                    <a:pt x="7665" y="131704"/>
                  </a:lnTo>
                  <a:lnTo>
                    <a:pt x="7652" y="131664"/>
                  </a:lnTo>
                  <a:lnTo>
                    <a:pt x="7631" y="131649"/>
                  </a:lnTo>
                  <a:lnTo>
                    <a:pt x="7568" y="131661"/>
                  </a:lnTo>
                  <a:lnTo>
                    <a:pt x="7464" y="131741"/>
                  </a:lnTo>
                  <a:lnTo>
                    <a:pt x="7317" y="131254"/>
                  </a:lnTo>
                  <a:lnTo>
                    <a:pt x="7361" y="131195"/>
                  </a:lnTo>
                  <a:lnTo>
                    <a:pt x="7474" y="131049"/>
                  </a:lnTo>
                  <a:lnTo>
                    <a:pt x="7463" y="130970"/>
                  </a:lnTo>
                  <a:lnTo>
                    <a:pt x="7453" y="130901"/>
                  </a:lnTo>
                  <a:lnTo>
                    <a:pt x="7447" y="130862"/>
                  </a:lnTo>
                  <a:lnTo>
                    <a:pt x="7441" y="130824"/>
                  </a:lnTo>
                  <a:lnTo>
                    <a:pt x="7439" y="130812"/>
                  </a:lnTo>
                  <a:lnTo>
                    <a:pt x="7429" y="130772"/>
                  </a:lnTo>
                  <a:lnTo>
                    <a:pt x="7400" y="130655"/>
                  </a:lnTo>
                  <a:lnTo>
                    <a:pt x="7316" y="130369"/>
                  </a:lnTo>
                  <a:lnTo>
                    <a:pt x="7219" y="130061"/>
                  </a:lnTo>
                  <a:lnTo>
                    <a:pt x="7010" y="129515"/>
                  </a:lnTo>
                  <a:lnTo>
                    <a:pt x="6968" y="129406"/>
                  </a:lnTo>
                  <a:lnTo>
                    <a:pt x="6943" y="129344"/>
                  </a:lnTo>
                  <a:lnTo>
                    <a:pt x="6886" y="129201"/>
                  </a:lnTo>
                  <a:lnTo>
                    <a:pt x="6824" y="129038"/>
                  </a:lnTo>
                  <a:lnTo>
                    <a:pt x="6779" y="128878"/>
                  </a:lnTo>
                  <a:lnTo>
                    <a:pt x="6684" y="128534"/>
                  </a:lnTo>
                  <a:lnTo>
                    <a:pt x="6653" y="128421"/>
                  </a:lnTo>
                  <a:lnTo>
                    <a:pt x="6644" y="128389"/>
                  </a:lnTo>
                  <a:lnTo>
                    <a:pt x="6642" y="128379"/>
                  </a:lnTo>
                  <a:lnTo>
                    <a:pt x="6628" y="128322"/>
                  </a:lnTo>
                  <a:lnTo>
                    <a:pt x="6587" y="128148"/>
                  </a:lnTo>
                  <a:lnTo>
                    <a:pt x="6584" y="128129"/>
                  </a:lnTo>
                  <a:lnTo>
                    <a:pt x="6573" y="128064"/>
                  </a:lnTo>
                  <a:lnTo>
                    <a:pt x="6585" y="127881"/>
                  </a:lnTo>
                  <a:lnTo>
                    <a:pt x="6596" y="127806"/>
                  </a:lnTo>
                  <a:lnTo>
                    <a:pt x="6602" y="127768"/>
                  </a:lnTo>
                  <a:lnTo>
                    <a:pt x="6625" y="127615"/>
                  </a:lnTo>
                  <a:lnTo>
                    <a:pt x="6629" y="127591"/>
                  </a:lnTo>
                  <a:lnTo>
                    <a:pt x="6632" y="127568"/>
                  </a:lnTo>
                  <a:lnTo>
                    <a:pt x="6635" y="127550"/>
                  </a:lnTo>
                  <a:lnTo>
                    <a:pt x="6638" y="127526"/>
                  </a:lnTo>
                  <a:lnTo>
                    <a:pt x="6641" y="127351"/>
                  </a:lnTo>
                  <a:lnTo>
                    <a:pt x="6642" y="127303"/>
                  </a:lnTo>
                  <a:lnTo>
                    <a:pt x="6642" y="127292"/>
                  </a:lnTo>
                  <a:lnTo>
                    <a:pt x="6643" y="127261"/>
                  </a:lnTo>
                  <a:lnTo>
                    <a:pt x="6643" y="127234"/>
                  </a:lnTo>
                  <a:lnTo>
                    <a:pt x="6641" y="127207"/>
                  </a:lnTo>
                  <a:lnTo>
                    <a:pt x="6637" y="127150"/>
                  </a:lnTo>
                  <a:lnTo>
                    <a:pt x="6635" y="127132"/>
                  </a:lnTo>
                  <a:lnTo>
                    <a:pt x="6602" y="126915"/>
                  </a:lnTo>
                  <a:lnTo>
                    <a:pt x="6506" y="126440"/>
                  </a:lnTo>
                  <a:lnTo>
                    <a:pt x="6481" y="126343"/>
                  </a:lnTo>
                  <a:lnTo>
                    <a:pt x="6456" y="126272"/>
                  </a:lnTo>
                  <a:lnTo>
                    <a:pt x="6412" y="126146"/>
                  </a:lnTo>
                  <a:lnTo>
                    <a:pt x="6230" y="125753"/>
                  </a:lnTo>
                  <a:lnTo>
                    <a:pt x="6153" y="125601"/>
                  </a:lnTo>
                  <a:lnTo>
                    <a:pt x="6081" y="125469"/>
                  </a:lnTo>
                  <a:lnTo>
                    <a:pt x="6068" y="125442"/>
                  </a:lnTo>
                  <a:lnTo>
                    <a:pt x="6059" y="125424"/>
                  </a:lnTo>
                  <a:lnTo>
                    <a:pt x="5939" y="125181"/>
                  </a:lnTo>
                  <a:lnTo>
                    <a:pt x="5909" y="125121"/>
                  </a:lnTo>
                  <a:lnTo>
                    <a:pt x="5783" y="124868"/>
                  </a:lnTo>
                  <a:lnTo>
                    <a:pt x="5765" y="124831"/>
                  </a:lnTo>
                  <a:lnTo>
                    <a:pt x="5745" y="124790"/>
                  </a:lnTo>
                  <a:lnTo>
                    <a:pt x="5740" y="124778"/>
                  </a:lnTo>
                  <a:lnTo>
                    <a:pt x="5732" y="124763"/>
                  </a:lnTo>
                  <a:lnTo>
                    <a:pt x="5717" y="124731"/>
                  </a:lnTo>
                  <a:lnTo>
                    <a:pt x="5606" y="124584"/>
                  </a:lnTo>
                  <a:lnTo>
                    <a:pt x="5413" y="124330"/>
                  </a:lnTo>
                  <a:lnTo>
                    <a:pt x="5330" y="124231"/>
                  </a:lnTo>
                  <a:lnTo>
                    <a:pt x="5094" y="123992"/>
                  </a:lnTo>
                  <a:lnTo>
                    <a:pt x="5036" y="123947"/>
                  </a:lnTo>
                  <a:lnTo>
                    <a:pt x="5023" y="123839"/>
                  </a:lnTo>
                  <a:lnTo>
                    <a:pt x="4993" y="123772"/>
                  </a:lnTo>
                  <a:lnTo>
                    <a:pt x="4967" y="123744"/>
                  </a:lnTo>
                  <a:lnTo>
                    <a:pt x="4952" y="123728"/>
                  </a:lnTo>
                  <a:lnTo>
                    <a:pt x="4879" y="123684"/>
                  </a:lnTo>
                  <a:lnTo>
                    <a:pt x="4822" y="123668"/>
                  </a:lnTo>
                  <a:lnTo>
                    <a:pt x="4717" y="123606"/>
                  </a:lnTo>
                  <a:lnTo>
                    <a:pt x="4624" y="123534"/>
                  </a:lnTo>
                  <a:lnTo>
                    <a:pt x="4255" y="123216"/>
                  </a:lnTo>
                  <a:lnTo>
                    <a:pt x="3958" y="122957"/>
                  </a:lnTo>
                  <a:lnTo>
                    <a:pt x="3880" y="122890"/>
                  </a:lnTo>
                  <a:lnTo>
                    <a:pt x="3589" y="122637"/>
                  </a:lnTo>
                  <a:lnTo>
                    <a:pt x="3508" y="122567"/>
                  </a:lnTo>
                  <a:lnTo>
                    <a:pt x="3475" y="122542"/>
                  </a:lnTo>
                  <a:lnTo>
                    <a:pt x="3438" y="122516"/>
                  </a:lnTo>
                  <a:lnTo>
                    <a:pt x="3386" y="122478"/>
                  </a:lnTo>
                  <a:lnTo>
                    <a:pt x="3299" y="122414"/>
                  </a:lnTo>
                  <a:lnTo>
                    <a:pt x="2767" y="122064"/>
                  </a:lnTo>
                  <a:lnTo>
                    <a:pt x="2396" y="121820"/>
                  </a:lnTo>
                  <a:lnTo>
                    <a:pt x="2178" y="121677"/>
                  </a:lnTo>
                  <a:lnTo>
                    <a:pt x="1987" y="121551"/>
                  </a:lnTo>
                  <a:lnTo>
                    <a:pt x="1891" y="121503"/>
                  </a:lnTo>
                  <a:lnTo>
                    <a:pt x="1618" y="121409"/>
                  </a:lnTo>
                  <a:lnTo>
                    <a:pt x="1505" y="121337"/>
                  </a:lnTo>
                  <a:lnTo>
                    <a:pt x="1498" y="121310"/>
                  </a:lnTo>
                  <a:lnTo>
                    <a:pt x="1519" y="121269"/>
                  </a:lnTo>
                  <a:lnTo>
                    <a:pt x="1592" y="121128"/>
                  </a:lnTo>
                  <a:lnTo>
                    <a:pt x="1596" y="121110"/>
                  </a:lnTo>
                  <a:lnTo>
                    <a:pt x="1623" y="121000"/>
                  </a:lnTo>
                  <a:lnTo>
                    <a:pt x="1586" y="120839"/>
                  </a:lnTo>
                  <a:lnTo>
                    <a:pt x="1583" y="120824"/>
                  </a:lnTo>
                  <a:lnTo>
                    <a:pt x="1548" y="120783"/>
                  </a:lnTo>
                  <a:lnTo>
                    <a:pt x="1507" y="120735"/>
                  </a:lnTo>
                  <a:lnTo>
                    <a:pt x="1491" y="120716"/>
                  </a:lnTo>
                  <a:lnTo>
                    <a:pt x="1378" y="120811"/>
                  </a:lnTo>
                  <a:lnTo>
                    <a:pt x="1320" y="120861"/>
                  </a:lnTo>
                  <a:lnTo>
                    <a:pt x="1241" y="120928"/>
                  </a:lnTo>
                  <a:lnTo>
                    <a:pt x="1236" y="120934"/>
                  </a:lnTo>
                  <a:lnTo>
                    <a:pt x="1230" y="120956"/>
                  </a:lnTo>
                  <a:lnTo>
                    <a:pt x="1203" y="120974"/>
                  </a:lnTo>
                  <a:lnTo>
                    <a:pt x="1162" y="120984"/>
                  </a:lnTo>
                  <a:lnTo>
                    <a:pt x="926" y="120866"/>
                  </a:lnTo>
                  <a:lnTo>
                    <a:pt x="858" y="120754"/>
                  </a:lnTo>
                  <a:lnTo>
                    <a:pt x="800" y="120658"/>
                  </a:lnTo>
                  <a:lnTo>
                    <a:pt x="776" y="120595"/>
                  </a:lnTo>
                  <a:lnTo>
                    <a:pt x="761" y="120557"/>
                  </a:lnTo>
                  <a:lnTo>
                    <a:pt x="728" y="120555"/>
                  </a:lnTo>
                  <a:lnTo>
                    <a:pt x="465" y="120409"/>
                  </a:lnTo>
                  <a:lnTo>
                    <a:pt x="313" y="120348"/>
                  </a:lnTo>
                  <a:lnTo>
                    <a:pt x="286" y="120352"/>
                  </a:lnTo>
                  <a:lnTo>
                    <a:pt x="254" y="120466"/>
                  </a:lnTo>
                  <a:lnTo>
                    <a:pt x="306" y="120526"/>
                  </a:lnTo>
                  <a:lnTo>
                    <a:pt x="239" y="120614"/>
                  </a:lnTo>
                  <a:lnTo>
                    <a:pt x="175" y="120573"/>
                  </a:lnTo>
                  <a:lnTo>
                    <a:pt x="60" y="120039"/>
                  </a:lnTo>
                  <a:lnTo>
                    <a:pt x="53" y="119835"/>
                  </a:lnTo>
                  <a:lnTo>
                    <a:pt x="152" y="119378"/>
                  </a:lnTo>
                  <a:lnTo>
                    <a:pt x="167" y="119336"/>
                  </a:lnTo>
                  <a:lnTo>
                    <a:pt x="153" y="119334"/>
                  </a:lnTo>
                  <a:lnTo>
                    <a:pt x="91" y="119321"/>
                  </a:lnTo>
                  <a:lnTo>
                    <a:pt x="83" y="119208"/>
                  </a:lnTo>
                  <a:lnTo>
                    <a:pt x="58" y="118815"/>
                  </a:lnTo>
                  <a:lnTo>
                    <a:pt x="12" y="118763"/>
                  </a:lnTo>
                  <a:lnTo>
                    <a:pt x="7" y="118627"/>
                  </a:lnTo>
                  <a:lnTo>
                    <a:pt x="3" y="118399"/>
                  </a:lnTo>
                  <a:lnTo>
                    <a:pt x="3" y="118382"/>
                  </a:lnTo>
                  <a:lnTo>
                    <a:pt x="1" y="118205"/>
                  </a:lnTo>
                  <a:lnTo>
                    <a:pt x="0" y="118134"/>
                  </a:lnTo>
                  <a:lnTo>
                    <a:pt x="28" y="118068"/>
                  </a:lnTo>
                  <a:lnTo>
                    <a:pt x="88" y="117926"/>
                  </a:lnTo>
                  <a:lnTo>
                    <a:pt x="184" y="117812"/>
                  </a:lnTo>
                  <a:lnTo>
                    <a:pt x="212" y="117709"/>
                  </a:lnTo>
                  <a:lnTo>
                    <a:pt x="244" y="117540"/>
                  </a:lnTo>
                  <a:lnTo>
                    <a:pt x="271" y="117475"/>
                  </a:lnTo>
                  <a:lnTo>
                    <a:pt x="320" y="117408"/>
                  </a:lnTo>
                  <a:lnTo>
                    <a:pt x="370" y="117358"/>
                  </a:lnTo>
                  <a:lnTo>
                    <a:pt x="426" y="117319"/>
                  </a:lnTo>
                  <a:lnTo>
                    <a:pt x="635" y="117228"/>
                  </a:lnTo>
                  <a:lnTo>
                    <a:pt x="702" y="117210"/>
                  </a:lnTo>
                  <a:lnTo>
                    <a:pt x="713" y="117215"/>
                  </a:lnTo>
                  <a:lnTo>
                    <a:pt x="723" y="117223"/>
                  </a:lnTo>
                  <a:lnTo>
                    <a:pt x="730" y="117234"/>
                  </a:lnTo>
                  <a:lnTo>
                    <a:pt x="735" y="117248"/>
                  </a:lnTo>
                  <a:lnTo>
                    <a:pt x="674" y="117256"/>
                  </a:lnTo>
                  <a:lnTo>
                    <a:pt x="658" y="117260"/>
                  </a:lnTo>
                  <a:lnTo>
                    <a:pt x="449" y="117416"/>
                  </a:lnTo>
                  <a:lnTo>
                    <a:pt x="420" y="117459"/>
                  </a:lnTo>
                  <a:lnTo>
                    <a:pt x="339" y="117591"/>
                  </a:lnTo>
                  <a:lnTo>
                    <a:pt x="215" y="117848"/>
                  </a:lnTo>
                  <a:lnTo>
                    <a:pt x="210" y="117918"/>
                  </a:lnTo>
                  <a:lnTo>
                    <a:pt x="222" y="117933"/>
                  </a:lnTo>
                  <a:lnTo>
                    <a:pt x="260" y="117913"/>
                  </a:lnTo>
                  <a:lnTo>
                    <a:pt x="716" y="117553"/>
                  </a:lnTo>
                  <a:lnTo>
                    <a:pt x="732" y="117540"/>
                  </a:lnTo>
                  <a:lnTo>
                    <a:pt x="784" y="117502"/>
                  </a:lnTo>
                  <a:lnTo>
                    <a:pt x="800" y="117492"/>
                  </a:lnTo>
                  <a:lnTo>
                    <a:pt x="806" y="117488"/>
                  </a:lnTo>
                  <a:lnTo>
                    <a:pt x="815" y="117483"/>
                  </a:lnTo>
                  <a:lnTo>
                    <a:pt x="823" y="117478"/>
                  </a:lnTo>
                  <a:lnTo>
                    <a:pt x="831" y="117473"/>
                  </a:lnTo>
                  <a:lnTo>
                    <a:pt x="874" y="117446"/>
                  </a:lnTo>
                  <a:lnTo>
                    <a:pt x="1653" y="117043"/>
                  </a:lnTo>
                  <a:lnTo>
                    <a:pt x="1793" y="116970"/>
                  </a:lnTo>
                  <a:lnTo>
                    <a:pt x="2263" y="116921"/>
                  </a:lnTo>
                  <a:lnTo>
                    <a:pt x="2292" y="116925"/>
                  </a:lnTo>
                  <a:lnTo>
                    <a:pt x="2333" y="116864"/>
                  </a:lnTo>
                  <a:lnTo>
                    <a:pt x="2383" y="116789"/>
                  </a:lnTo>
                  <a:lnTo>
                    <a:pt x="2339" y="116655"/>
                  </a:lnTo>
                  <a:lnTo>
                    <a:pt x="2332" y="116608"/>
                  </a:lnTo>
                  <a:lnTo>
                    <a:pt x="2342" y="116534"/>
                  </a:lnTo>
                  <a:lnTo>
                    <a:pt x="2368" y="116460"/>
                  </a:lnTo>
                  <a:lnTo>
                    <a:pt x="2389" y="116399"/>
                  </a:lnTo>
                  <a:lnTo>
                    <a:pt x="2414" y="116327"/>
                  </a:lnTo>
                  <a:lnTo>
                    <a:pt x="2421" y="116315"/>
                  </a:lnTo>
                  <a:lnTo>
                    <a:pt x="2417" y="116295"/>
                  </a:lnTo>
                  <a:lnTo>
                    <a:pt x="2407" y="116251"/>
                  </a:lnTo>
                  <a:lnTo>
                    <a:pt x="2397" y="116233"/>
                  </a:lnTo>
                  <a:lnTo>
                    <a:pt x="2340" y="116006"/>
                  </a:lnTo>
                  <a:lnTo>
                    <a:pt x="2350" y="115943"/>
                  </a:lnTo>
                  <a:lnTo>
                    <a:pt x="2350" y="115932"/>
                  </a:lnTo>
                  <a:lnTo>
                    <a:pt x="2351" y="115829"/>
                  </a:lnTo>
                  <a:lnTo>
                    <a:pt x="2339" y="115825"/>
                  </a:lnTo>
                  <a:lnTo>
                    <a:pt x="1945" y="115832"/>
                  </a:lnTo>
                  <a:lnTo>
                    <a:pt x="1918" y="114374"/>
                  </a:lnTo>
                  <a:lnTo>
                    <a:pt x="1910" y="114349"/>
                  </a:lnTo>
                  <a:lnTo>
                    <a:pt x="1902" y="114322"/>
                  </a:lnTo>
                  <a:lnTo>
                    <a:pt x="1852" y="114302"/>
                  </a:lnTo>
                  <a:lnTo>
                    <a:pt x="1788" y="114252"/>
                  </a:lnTo>
                  <a:lnTo>
                    <a:pt x="1672" y="114077"/>
                  </a:lnTo>
                  <a:lnTo>
                    <a:pt x="1652" y="114011"/>
                  </a:lnTo>
                  <a:lnTo>
                    <a:pt x="1618" y="113833"/>
                  </a:lnTo>
                  <a:lnTo>
                    <a:pt x="1593" y="113703"/>
                  </a:lnTo>
                  <a:lnTo>
                    <a:pt x="1586" y="113668"/>
                  </a:lnTo>
                  <a:lnTo>
                    <a:pt x="1604" y="113646"/>
                  </a:lnTo>
                  <a:lnTo>
                    <a:pt x="1686" y="113543"/>
                  </a:lnTo>
                  <a:lnTo>
                    <a:pt x="1732" y="113486"/>
                  </a:lnTo>
                  <a:lnTo>
                    <a:pt x="1894" y="113134"/>
                  </a:lnTo>
                  <a:lnTo>
                    <a:pt x="1974" y="112962"/>
                  </a:lnTo>
                  <a:lnTo>
                    <a:pt x="1988" y="112930"/>
                  </a:lnTo>
                  <a:lnTo>
                    <a:pt x="2032" y="112836"/>
                  </a:lnTo>
                  <a:lnTo>
                    <a:pt x="2103" y="112682"/>
                  </a:lnTo>
                  <a:lnTo>
                    <a:pt x="2117" y="112630"/>
                  </a:lnTo>
                  <a:lnTo>
                    <a:pt x="2125" y="112565"/>
                  </a:lnTo>
                  <a:lnTo>
                    <a:pt x="2130" y="112522"/>
                  </a:lnTo>
                  <a:lnTo>
                    <a:pt x="2143" y="112460"/>
                  </a:lnTo>
                  <a:lnTo>
                    <a:pt x="2153" y="112408"/>
                  </a:lnTo>
                  <a:lnTo>
                    <a:pt x="2186" y="112321"/>
                  </a:lnTo>
                  <a:lnTo>
                    <a:pt x="2209" y="112322"/>
                  </a:lnTo>
                  <a:lnTo>
                    <a:pt x="2218" y="112323"/>
                  </a:lnTo>
                  <a:lnTo>
                    <a:pt x="2250" y="112322"/>
                  </a:lnTo>
                  <a:lnTo>
                    <a:pt x="2265" y="112326"/>
                  </a:lnTo>
                  <a:lnTo>
                    <a:pt x="2304" y="112337"/>
                  </a:lnTo>
                  <a:lnTo>
                    <a:pt x="2352" y="112376"/>
                  </a:lnTo>
                  <a:lnTo>
                    <a:pt x="2420" y="112444"/>
                  </a:lnTo>
                  <a:lnTo>
                    <a:pt x="2482" y="112453"/>
                  </a:lnTo>
                  <a:lnTo>
                    <a:pt x="2490" y="112396"/>
                  </a:lnTo>
                  <a:lnTo>
                    <a:pt x="2516" y="112198"/>
                  </a:lnTo>
                  <a:lnTo>
                    <a:pt x="2533" y="112067"/>
                  </a:lnTo>
                  <a:lnTo>
                    <a:pt x="2412" y="112039"/>
                  </a:lnTo>
                  <a:lnTo>
                    <a:pt x="2373" y="112030"/>
                  </a:lnTo>
                  <a:lnTo>
                    <a:pt x="2328" y="112023"/>
                  </a:lnTo>
                  <a:lnTo>
                    <a:pt x="2209" y="112058"/>
                  </a:lnTo>
                  <a:lnTo>
                    <a:pt x="2182" y="112057"/>
                  </a:lnTo>
                  <a:lnTo>
                    <a:pt x="2176" y="112057"/>
                  </a:lnTo>
                  <a:lnTo>
                    <a:pt x="2153" y="112056"/>
                  </a:lnTo>
                  <a:lnTo>
                    <a:pt x="2129" y="112042"/>
                  </a:lnTo>
                  <a:lnTo>
                    <a:pt x="2110" y="112019"/>
                  </a:lnTo>
                  <a:lnTo>
                    <a:pt x="2218" y="111854"/>
                  </a:lnTo>
                  <a:lnTo>
                    <a:pt x="2228" y="111829"/>
                  </a:lnTo>
                  <a:lnTo>
                    <a:pt x="2235" y="111812"/>
                  </a:lnTo>
                  <a:lnTo>
                    <a:pt x="2237" y="111801"/>
                  </a:lnTo>
                  <a:lnTo>
                    <a:pt x="2254" y="111713"/>
                  </a:lnTo>
                  <a:lnTo>
                    <a:pt x="2262" y="111674"/>
                  </a:lnTo>
                  <a:lnTo>
                    <a:pt x="2275" y="111525"/>
                  </a:lnTo>
                  <a:lnTo>
                    <a:pt x="2268" y="111448"/>
                  </a:lnTo>
                  <a:lnTo>
                    <a:pt x="2235" y="111341"/>
                  </a:lnTo>
                  <a:lnTo>
                    <a:pt x="2212" y="111267"/>
                  </a:lnTo>
                  <a:lnTo>
                    <a:pt x="2226" y="110983"/>
                  </a:lnTo>
                  <a:lnTo>
                    <a:pt x="2226" y="110974"/>
                  </a:lnTo>
                  <a:lnTo>
                    <a:pt x="2244" y="110967"/>
                  </a:lnTo>
                  <a:lnTo>
                    <a:pt x="2321" y="110935"/>
                  </a:lnTo>
                  <a:lnTo>
                    <a:pt x="2343" y="110959"/>
                  </a:lnTo>
                  <a:lnTo>
                    <a:pt x="2415" y="111057"/>
                  </a:lnTo>
                  <a:lnTo>
                    <a:pt x="2421" y="111066"/>
                  </a:lnTo>
                  <a:lnTo>
                    <a:pt x="2423" y="111094"/>
                  </a:lnTo>
                  <a:lnTo>
                    <a:pt x="2401" y="111122"/>
                  </a:lnTo>
                  <a:lnTo>
                    <a:pt x="2394" y="111131"/>
                  </a:lnTo>
                  <a:lnTo>
                    <a:pt x="2391" y="111148"/>
                  </a:lnTo>
                  <a:lnTo>
                    <a:pt x="2367" y="111366"/>
                  </a:lnTo>
                  <a:lnTo>
                    <a:pt x="2361" y="111467"/>
                  </a:lnTo>
                  <a:lnTo>
                    <a:pt x="2373" y="111491"/>
                  </a:lnTo>
                  <a:lnTo>
                    <a:pt x="2402" y="111511"/>
                  </a:lnTo>
                  <a:lnTo>
                    <a:pt x="2429" y="111516"/>
                  </a:lnTo>
                  <a:lnTo>
                    <a:pt x="2453" y="111520"/>
                  </a:lnTo>
                  <a:lnTo>
                    <a:pt x="2527" y="111545"/>
                  </a:lnTo>
                  <a:lnTo>
                    <a:pt x="2602" y="111571"/>
                  </a:lnTo>
                  <a:lnTo>
                    <a:pt x="2622" y="111585"/>
                  </a:lnTo>
                  <a:lnTo>
                    <a:pt x="2640" y="111611"/>
                  </a:lnTo>
                  <a:lnTo>
                    <a:pt x="2651" y="111646"/>
                  </a:lnTo>
                  <a:lnTo>
                    <a:pt x="2653" y="111730"/>
                  </a:lnTo>
                  <a:lnTo>
                    <a:pt x="2655" y="111857"/>
                  </a:lnTo>
                  <a:lnTo>
                    <a:pt x="2682" y="111857"/>
                  </a:lnTo>
                  <a:lnTo>
                    <a:pt x="2708" y="111858"/>
                  </a:lnTo>
                  <a:lnTo>
                    <a:pt x="2828" y="111829"/>
                  </a:lnTo>
                  <a:lnTo>
                    <a:pt x="2863" y="111662"/>
                  </a:lnTo>
                  <a:lnTo>
                    <a:pt x="2869" y="111613"/>
                  </a:lnTo>
                  <a:lnTo>
                    <a:pt x="2881" y="111512"/>
                  </a:lnTo>
                  <a:lnTo>
                    <a:pt x="2883" y="111497"/>
                  </a:lnTo>
                  <a:lnTo>
                    <a:pt x="2874" y="111393"/>
                  </a:lnTo>
                  <a:lnTo>
                    <a:pt x="2867" y="111295"/>
                  </a:lnTo>
                  <a:lnTo>
                    <a:pt x="2865" y="111284"/>
                  </a:lnTo>
                  <a:lnTo>
                    <a:pt x="2846" y="111150"/>
                  </a:lnTo>
                  <a:lnTo>
                    <a:pt x="2840" y="111132"/>
                  </a:lnTo>
                  <a:lnTo>
                    <a:pt x="2832" y="111109"/>
                  </a:lnTo>
                  <a:lnTo>
                    <a:pt x="2821" y="111076"/>
                  </a:lnTo>
                  <a:lnTo>
                    <a:pt x="2824" y="111056"/>
                  </a:lnTo>
                  <a:lnTo>
                    <a:pt x="2827" y="111037"/>
                  </a:lnTo>
                  <a:lnTo>
                    <a:pt x="2839" y="110964"/>
                  </a:lnTo>
                  <a:lnTo>
                    <a:pt x="2846" y="110922"/>
                  </a:lnTo>
                  <a:lnTo>
                    <a:pt x="2850" y="110898"/>
                  </a:lnTo>
                  <a:lnTo>
                    <a:pt x="2853" y="110880"/>
                  </a:lnTo>
                  <a:lnTo>
                    <a:pt x="3077" y="110438"/>
                  </a:lnTo>
                  <a:lnTo>
                    <a:pt x="3091" y="110418"/>
                  </a:lnTo>
                  <a:lnTo>
                    <a:pt x="3174" y="110307"/>
                  </a:lnTo>
                  <a:lnTo>
                    <a:pt x="3212" y="110269"/>
                  </a:lnTo>
                  <a:lnTo>
                    <a:pt x="3308" y="110174"/>
                  </a:lnTo>
                  <a:lnTo>
                    <a:pt x="3438" y="110052"/>
                  </a:lnTo>
                  <a:lnTo>
                    <a:pt x="3447" y="110044"/>
                  </a:lnTo>
                  <a:lnTo>
                    <a:pt x="3460" y="110005"/>
                  </a:lnTo>
                  <a:lnTo>
                    <a:pt x="3500" y="109879"/>
                  </a:lnTo>
                  <a:lnTo>
                    <a:pt x="3496" y="109843"/>
                  </a:lnTo>
                  <a:lnTo>
                    <a:pt x="3453" y="109777"/>
                  </a:lnTo>
                  <a:lnTo>
                    <a:pt x="3421" y="109753"/>
                  </a:lnTo>
                  <a:lnTo>
                    <a:pt x="3365" y="109728"/>
                  </a:lnTo>
                  <a:lnTo>
                    <a:pt x="3346" y="109719"/>
                  </a:lnTo>
                  <a:lnTo>
                    <a:pt x="3336" y="109706"/>
                  </a:lnTo>
                  <a:lnTo>
                    <a:pt x="3316" y="109623"/>
                  </a:lnTo>
                  <a:lnTo>
                    <a:pt x="3341" y="109479"/>
                  </a:lnTo>
                  <a:lnTo>
                    <a:pt x="3344" y="109462"/>
                  </a:lnTo>
                  <a:lnTo>
                    <a:pt x="3416" y="109331"/>
                  </a:lnTo>
                  <a:lnTo>
                    <a:pt x="3453" y="109263"/>
                  </a:lnTo>
                  <a:lnTo>
                    <a:pt x="3513" y="109186"/>
                  </a:lnTo>
                  <a:lnTo>
                    <a:pt x="3571" y="109153"/>
                  </a:lnTo>
                  <a:lnTo>
                    <a:pt x="3599" y="109148"/>
                  </a:lnTo>
                  <a:lnTo>
                    <a:pt x="3673" y="109134"/>
                  </a:lnTo>
                  <a:lnTo>
                    <a:pt x="3708" y="109127"/>
                  </a:lnTo>
                  <a:lnTo>
                    <a:pt x="3767" y="109093"/>
                  </a:lnTo>
                  <a:lnTo>
                    <a:pt x="3862" y="109028"/>
                  </a:lnTo>
                  <a:lnTo>
                    <a:pt x="3878" y="109017"/>
                  </a:lnTo>
                  <a:lnTo>
                    <a:pt x="3888" y="109002"/>
                  </a:lnTo>
                  <a:lnTo>
                    <a:pt x="3897" y="108986"/>
                  </a:lnTo>
                  <a:lnTo>
                    <a:pt x="3830" y="108906"/>
                  </a:lnTo>
                  <a:lnTo>
                    <a:pt x="3795" y="108883"/>
                  </a:lnTo>
                  <a:lnTo>
                    <a:pt x="3760" y="108859"/>
                  </a:lnTo>
                  <a:lnTo>
                    <a:pt x="3601" y="108975"/>
                  </a:lnTo>
                  <a:lnTo>
                    <a:pt x="3561" y="109004"/>
                  </a:lnTo>
                  <a:lnTo>
                    <a:pt x="3500" y="109048"/>
                  </a:lnTo>
                  <a:lnTo>
                    <a:pt x="3421" y="109106"/>
                  </a:lnTo>
                  <a:lnTo>
                    <a:pt x="3340" y="109145"/>
                  </a:lnTo>
                  <a:lnTo>
                    <a:pt x="3269" y="109154"/>
                  </a:lnTo>
                  <a:lnTo>
                    <a:pt x="3235" y="109154"/>
                  </a:lnTo>
                  <a:lnTo>
                    <a:pt x="3181" y="109149"/>
                  </a:lnTo>
                  <a:lnTo>
                    <a:pt x="3144" y="109138"/>
                  </a:lnTo>
                  <a:lnTo>
                    <a:pt x="3109" y="109124"/>
                  </a:lnTo>
                  <a:lnTo>
                    <a:pt x="3078" y="109110"/>
                  </a:lnTo>
                  <a:lnTo>
                    <a:pt x="2919" y="109026"/>
                  </a:lnTo>
                  <a:lnTo>
                    <a:pt x="2908" y="109020"/>
                  </a:lnTo>
                  <a:lnTo>
                    <a:pt x="2896" y="109001"/>
                  </a:lnTo>
                  <a:lnTo>
                    <a:pt x="2869" y="108910"/>
                  </a:lnTo>
                  <a:lnTo>
                    <a:pt x="2862" y="108842"/>
                  </a:lnTo>
                  <a:lnTo>
                    <a:pt x="2849" y="108582"/>
                  </a:lnTo>
                  <a:lnTo>
                    <a:pt x="2847" y="108511"/>
                  </a:lnTo>
                  <a:lnTo>
                    <a:pt x="2876" y="108034"/>
                  </a:lnTo>
                  <a:lnTo>
                    <a:pt x="2888" y="107952"/>
                  </a:lnTo>
                  <a:lnTo>
                    <a:pt x="2892" y="107923"/>
                  </a:lnTo>
                  <a:lnTo>
                    <a:pt x="2903" y="107868"/>
                  </a:lnTo>
                  <a:lnTo>
                    <a:pt x="2914" y="107840"/>
                  </a:lnTo>
                  <a:lnTo>
                    <a:pt x="2933" y="107812"/>
                  </a:lnTo>
                  <a:lnTo>
                    <a:pt x="2954" y="107781"/>
                  </a:lnTo>
                  <a:lnTo>
                    <a:pt x="2980" y="107757"/>
                  </a:lnTo>
                  <a:lnTo>
                    <a:pt x="3029" y="107737"/>
                  </a:lnTo>
                  <a:lnTo>
                    <a:pt x="3056" y="107732"/>
                  </a:lnTo>
                  <a:lnTo>
                    <a:pt x="3128" y="107726"/>
                  </a:lnTo>
                  <a:lnTo>
                    <a:pt x="3139" y="107726"/>
                  </a:lnTo>
                  <a:lnTo>
                    <a:pt x="3250" y="107721"/>
                  </a:lnTo>
                  <a:lnTo>
                    <a:pt x="3263" y="107725"/>
                  </a:lnTo>
                  <a:lnTo>
                    <a:pt x="3278" y="107733"/>
                  </a:lnTo>
                  <a:lnTo>
                    <a:pt x="3297" y="107747"/>
                  </a:lnTo>
                  <a:lnTo>
                    <a:pt x="3301" y="107752"/>
                  </a:lnTo>
                  <a:lnTo>
                    <a:pt x="3290" y="107796"/>
                  </a:lnTo>
                  <a:lnTo>
                    <a:pt x="3734" y="107814"/>
                  </a:lnTo>
                  <a:lnTo>
                    <a:pt x="3761" y="107704"/>
                  </a:lnTo>
                  <a:lnTo>
                    <a:pt x="3768" y="107675"/>
                  </a:lnTo>
                  <a:lnTo>
                    <a:pt x="3776" y="107645"/>
                  </a:lnTo>
                  <a:lnTo>
                    <a:pt x="3775" y="107607"/>
                  </a:lnTo>
                  <a:lnTo>
                    <a:pt x="3774" y="107561"/>
                  </a:lnTo>
                  <a:lnTo>
                    <a:pt x="3748" y="107536"/>
                  </a:lnTo>
                  <a:lnTo>
                    <a:pt x="3674" y="107500"/>
                  </a:lnTo>
                  <a:lnTo>
                    <a:pt x="3637" y="107482"/>
                  </a:lnTo>
                  <a:lnTo>
                    <a:pt x="3549" y="107472"/>
                  </a:lnTo>
                  <a:lnTo>
                    <a:pt x="3525" y="107470"/>
                  </a:lnTo>
                  <a:lnTo>
                    <a:pt x="3508" y="107491"/>
                  </a:lnTo>
                  <a:lnTo>
                    <a:pt x="3496" y="107506"/>
                  </a:lnTo>
                  <a:lnTo>
                    <a:pt x="3422" y="107507"/>
                  </a:lnTo>
                  <a:lnTo>
                    <a:pt x="3393" y="107498"/>
                  </a:lnTo>
                  <a:lnTo>
                    <a:pt x="3320" y="107474"/>
                  </a:lnTo>
                  <a:lnTo>
                    <a:pt x="3314" y="107472"/>
                  </a:lnTo>
                  <a:lnTo>
                    <a:pt x="3305" y="107458"/>
                  </a:lnTo>
                  <a:lnTo>
                    <a:pt x="3366" y="107331"/>
                  </a:lnTo>
                  <a:lnTo>
                    <a:pt x="3457" y="107169"/>
                  </a:lnTo>
                  <a:lnTo>
                    <a:pt x="3586" y="106929"/>
                  </a:lnTo>
                  <a:lnTo>
                    <a:pt x="3732" y="106567"/>
                  </a:lnTo>
                  <a:lnTo>
                    <a:pt x="3819" y="106241"/>
                  </a:lnTo>
                  <a:lnTo>
                    <a:pt x="3834" y="106138"/>
                  </a:lnTo>
                  <a:lnTo>
                    <a:pt x="3990" y="106144"/>
                  </a:lnTo>
                  <a:lnTo>
                    <a:pt x="4075" y="106049"/>
                  </a:lnTo>
                  <a:lnTo>
                    <a:pt x="4159" y="105955"/>
                  </a:lnTo>
                  <a:lnTo>
                    <a:pt x="4175" y="105934"/>
                  </a:lnTo>
                  <a:lnTo>
                    <a:pt x="4196" y="105892"/>
                  </a:lnTo>
                  <a:lnTo>
                    <a:pt x="4268" y="105747"/>
                  </a:lnTo>
                  <a:lnTo>
                    <a:pt x="4274" y="105737"/>
                  </a:lnTo>
                  <a:lnTo>
                    <a:pt x="4324" y="105634"/>
                  </a:lnTo>
                  <a:lnTo>
                    <a:pt x="4382" y="105513"/>
                  </a:lnTo>
                  <a:lnTo>
                    <a:pt x="4404" y="105451"/>
                  </a:lnTo>
                  <a:lnTo>
                    <a:pt x="4403" y="105395"/>
                  </a:lnTo>
                  <a:lnTo>
                    <a:pt x="4400" y="105390"/>
                  </a:lnTo>
                  <a:lnTo>
                    <a:pt x="4362" y="105371"/>
                  </a:lnTo>
                  <a:lnTo>
                    <a:pt x="4291" y="105352"/>
                  </a:lnTo>
                  <a:lnTo>
                    <a:pt x="4281" y="105313"/>
                  </a:lnTo>
                  <a:lnTo>
                    <a:pt x="4288" y="105275"/>
                  </a:lnTo>
                  <a:lnTo>
                    <a:pt x="4315" y="105237"/>
                  </a:lnTo>
                  <a:lnTo>
                    <a:pt x="4281" y="105218"/>
                  </a:lnTo>
                  <a:lnTo>
                    <a:pt x="4234" y="105225"/>
                  </a:lnTo>
                  <a:lnTo>
                    <a:pt x="4200" y="105252"/>
                  </a:lnTo>
                  <a:lnTo>
                    <a:pt x="4180" y="105244"/>
                  </a:lnTo>
                  <a:lnTo>
                    <a:pt x="4166" y="105179"/>
                  </a:lnTo>
                  <a:lnTo>
                    <a:pt x="4132" y="105160"/>
                  </a:lnTo>
                  <a:lnTo>
                    <a:pt x="3977" y="105102"/>
                  </a:lnTo>
                  <a:lnTo>
                    <a:pt x="3960" y="105064"/>
                  </a:lnTo>
                  <a:lnTo>
                    <a:pt x="4053" y="104825"/>
                  </a:lnTo>
                  <a:lnTo>
                    <a:pt x="4075" y="104769"/>
                  </a:lnTo>
                  <a:lnTo>
                    <a:pt x="4305" y="104404"/>
                  </a:lnTo>
                  <a:lnTo>
                    <a:pt x="4403" y="104193"/>
                  </a:lnTo>
                  <a:lnTo>
                    <a:pt x="4440" y="104066"/>
                  </a:lnTo>
                  <a:lnTo>
                    <a:pt x="4578" y="103767"/>
                  </a:lnTo>
                  <a:lnTo>
                    <a:pt x="4629" y="103740"/>
                  </a:lnTo>
                  <a:lnTo>
                    <a:pt x="4697" y="103740"/>
                  </a:lnTo>
                  <a:lnTo>
                    <a:pt x="4737" y="103725"/>
                  </a:lnTo>
                  <a:lnTo>
                    <a:pt x="4849" y="103552"/>
                  </a:lnTo>
                  <a:lnTo>
                    <a:pt x="4906" y="103556"/>
                  </a:lnTo>
                  <a:lnTo>
                    <a:pt x="4913" y="103575"/>
                  </a:lnTo>
                  <a:lnTo>
                    <a:pt x="4808" y="103721"/>
                  </a:lnTo>
                  <a:lnTo>
                    <a:pt x="4805" y="103786"/>
                  </a:lnTo>
                  <a:lnTo>
                    <a:pt x="4846" y="103832"/>
                  </a:lnTo>
                  <a:lnTo>
                    <a:pt x="4818" y="103894"/>
                  </a:lnTo>
                  <a:lnTo>
                    <a:pt x="4474" y="104220"/>
                  </a:lnTo>
                  <a:lnTo>
                    <a:pt x="4501" y="104262"/>
                  </a:lnTo>
                  <a:lnTo>
                    <a:pt x="4532" y="104273"/>
                  </a:lnTo>
                  <a:lnTo>
                    <a:pt x="4697" y="104331"/>
                  </a:lnTo>
                  <a:lnTo>
                    <a:pt x="4727" y="104327"/>
                  </a:lnTo>
                  <a:lnTo>
                    <a:pt x="4770" y="104310"/>
                  </a:lnTo>
                  <a:lnTo>
                    <a:pt x="4769" y="104304"/>
                  </a:lnTo>
                  <a:lnTo>
                    <a:pt x="4814" y="104205"/>
                  </a:lnTo>
                  <a:lnTo>
                    <a:pt x="4828" y="104176"/>
                  </a:lnTo>
                  <a:lnTo>
                    <a:pt x="4851" y="104122"/>
                  </a:lnTo>
                  <a:lnTo>
                    <a:pt x="4899" y="104004"/>
                  </a:lnTo>
                  <a:lnTo>
                    <a:pt x="4953" y="103915"/>
                  </a:lnTo>
                  <a:lnTo>
                    <a:pt x="5137" y="103933"/>
                  </a:lnTo>
                  <a:lnTo>
                    <a:pt x="5151" y="103935"/>
                  </a:lnTo>
                  <a:lnTo>
                    <a:pt x="5161" y="103989"/>
                  </a:lnTo>
                  <a:lnTo>
                    <a:pt x="5207" y="104238"/>
                  </a:lnTo>
                  <a:lnTo>
                    <a:pt x="5325" y="104330"/>
                  </a:lnTo>
                  <a:lnTo>
                    <a:pt x="5346" y="104346"/>
                  </a:lnTo>
                  <a:lnTo>
                    <a:pt x="5442" y="104367"/>
                  </a:lnTo>
                  <a:lnTo>
                    <a:pt x="5483" y="104345"/>
                  </a:lnTo>
                  <a:lnTo>
                    <a:pt x="5657" y="104086"/>
                  </a:lnTo>
                  <a:lnTo>
                    <a:pt x="5656" y="103455"/>
                  </a:lnTo>
                  <a:lnTo>
                    <a:pt x="5656" y="103353"/>
                  </a:lnTo>
                  <a:lnTo>
                    <a:pt x="5528" y="103352"/>
                  </a:lnTo>
                  <a:lnTo>
                    <a:pt x="5411" y="103351"/>
                  </a:lnTo>
                  <a:lnTo>
                    <a:pt x="5305" y="103351"/>
                  </a:lnTo>
                  <a:lnTo>
                    <a:pt x="5292" y="103324"/>
                  </a:lnTo>
                  <a:lnTo>
                    <a:pt x="5313" y="103245"/>
                  </a:lnTo>
                  <a:lnTo>
                    <a:pt x="5278" y="103235"/>
                  </a:lnTo>
                  <a:lnTo>
                    <a:pt x="4950" y="103236"/>
                  </a:lnTo>
                  <a:lnTo>
                    <a:pt x="4866" y="103046"/>
                  </a:lnTo>
                  <a:lnTo>
                    <a:pt x="4632" y="103047"/>
                  </a:lnTo>
                  <a:lnTo>
                    <a:pt x="4551" y="103047"/>
                  </a:lnTo>
                  <a:lnTo>
                    <a:pt x="4549" y="102923"/>
                  </a:lnTo>
                  <a:lnTo>
                    <a:pt x="5484" y="102917"/>
                  </a:lnTo>
                  <a:lnTo>
                    <a:pt x="5685" y="102907"/>
                  </a:lnTo>
                  <a:lnTo>
                    <a:pt x="5810" y="102900"/>
                  </a:lnTo>
                  <a:lnTo>
                    <a:pt x="5906" y="102732"/>
                  </a:lnTo>
                  <a:lnTo>
                    <a:pt x="6057" y="102469"/>
                  </a:lnTo>
                  <a:lnTo>
                    <a:pt x="5993" y="102386"/>
                  </a:lnTo>
                  <a:lnTo>
                    <a:pt x="5988" y="102380"/>
                  </a:lnTo>
                  <a:lnTo>
                    <a:pt x="5984" y="102356"/>
                  </a:lnTo>
                  <a:lnTo>
                    <a:pt x="5914" y="101935"/>
                  </a:lnTo>
                  <a:lnTo>
                    <a:pt x="5898" y="101837"/>
                  </a:lnTo>
                  <a:lnTo>
                    <a:pt x="5889" y="101793"/>
                  </a:lnTo>
                  <a:lnTo>
                    <a:pt x="5868" y="101764"/>
                  </a:lnTo>
                  <a:lnTo>
                    <a:pt x="5614" y="101854"/>
                  </a:lnTo>
                  <a:lnTo>
                    <a:pt x="5597" y="102054"/>
                  </a:lnTo>
                  <a:lnTo>
                    <a:pt x="5514" y="102138"/>
                  </a:lnTo>
                  <a:lnTo>
                    <a:pt x="5501" y="102141"/>
                  </a:lnTo>
                  <a:lnTo>
                    <a:pt x="5494" y="102122"/>
                  </a:lnTo>
                  <a:lnTo>
                    <a:pt x="5492" y="102116"/>
                  </a:lnTo>
                  <a:lnTo>
                    <a:pt x="5459" y="102025"/>
                  </a:lnTo>
                  <a:lnTo>
                    <a:pt x="5451" y="101993"/>
                  </a:lnTo>
                  <a:lnTo>
                    <a:pt x="5436" y="101930"/>
                  </a:lnTo>
                  <a:lnTo>
                    <a:pt x="5395" y="101756"/>
                  </a:lnTo>
                  <a:lnTo>
                    <a:pt x="5336" y="101294"/>
                  </a:lnTo>
                  <a:lnTo>
                    <a:pt x="5339" y="101276"/>
                  </a:lnTo>
                  <a:lnTo>
                    <a:pt x="5400" y="100855"/>
                  </a:lnTo>
                  <a:lnTo>
                    <a:pt x="5463" y="100803"/>
                  </a:lnTo>
                  <a:lnTo>
                    <a:pt x="5506" y="100794"/>
                  </a:lnTo>
                  <a:lnTo>
                    <a:pt x="5563" y="100744"/>
                  </a:lnTo>
                  <a:lnTo>
                    <a:pt x="5703" y="100621"/>
                  </a:lnTo>
                  <a:lnTo>
                    <a:pt x="5694" y="100564"/>
                  </a:lnTo>
                  <a:lnTo>
                    <a:pt x="5692" y="100548"/>
                  </a:lnTo>
                  <a:lnTo>
                    <a:pt x="5620" y="100554"/>
                  </a:lnTo>
                  <a:lnTo>
                    <a:pt x="5535" y="100587"/>
                  </a:lnTo>
                  <a:lnTo>
                    <a:pt x="5335" y="100591"/>
                  </a:lnTo>
                  <a:lnTo>
                    <a:pt x="5225" y="100570"/>
                  </a:lnTo>
                  <a:lnTo>
                    <a:pt x="5211" y="100548"/>
                  </a:lnTo>
                  <a:lnTo>
                    <a:pt x="5220" y="100328"/>
                  </a:lnTo>
                  <a:lnTo>
                    <a:pt x="5223" y="100318"/>
                  </a:lnTo>
                  <a:lnTo>
                    <a:pt x="5256" y="100218"/>
                  </a:lnTo>
                  <a:lnTo>
                    <a:pt x="5270" y="100176"/>
                  </a:lnTo>
                  <a:lnTo>
                    <a:pt x="5295" y="100111"/>
                  </a:lnTo>
                  <a:lnTo>
                    <a:pt x="5300" y="100097"/>
                  </a:lnTo>
                  <a:lnTo>
                    <a:pt x="5330" y="100019"/>
                  </a:lnTo>
                  <a:lnTo>
                    <a:pt x="5335" y="100006"/>
                  </a:lnTo>
                  <a:lnTo>
                    <a:pt x="5344" y="99980"/>
                  </a:lnTo>
                  <a:lnTo>
                    <a:pt x="5348" y="99971"/>
                  </a:lnTo>
                  <a:lnTo>
                    <a:pt x="5364" y="99942"/>
                  </a:lnTo>
                  <a:lnTo>
                    <a:pt x="5438" y="99809"/>
                  </a:lnTo>
                  <a:lnTo>
                    <a:pt x="5624" y="99553"/>
                  </a:lnTo>
                  <a:lnTo>
                    <a:pt x="5594" y="99518"/>
                  </a:lnTo>
                  <a:lnTo>
                    <a:pt x="5560" y="99477"/>
                  </a:lnTo>
                  <a:lnTo>
                    <a:pt x="5389" y="99306"/>
                  </a:lnTo>
                  <a:lnTo>
                    <a:pt x="5294" y="99212"/>
                  </a:lnTo>
                  <a:lnTo>
                    <a:pt x="5276" y="99217"/>
                  </a:lnTo>
                  <a:lnTo>
                    <a:pt x="5270" y="99218"/>
                  </a:lnTo>
                  <a:lnTo>
                    <a:pt x="5254" y="99223"/>
                  </a:lnTo>
                  <a:lnTo>
                    <a:pt x="5125" y="99289"/>
                  </a:lnTo>
                  <a:lnTo>
                    <a:pt x="5100" y="99299"/>
                  </a:lnTo>
                  <a:lnTo>
                    <a:pt x="5042" y="99334"/>
                  </a:lnTo>
                  <a:lnTo>
                    <a:pt x="4855" y="99445"/>
                  </a:lnTo>
                  <a:lnTo>
                    <a:pt x="4850" y="99448"/>
                  </a:lnTo>
                  <a:lnTo>
                    <a:pt x="4730" y="99519"/>
                  </a:lnTo>
                  <a:lnTo>
                    <a:pt x="4631" y="99317"/>
                  </a:lnTo>
                  <a:lnTo>
                    <a:pt x="4684" y="99185"/>
                  </a:lnTo>
                  <a:lnTo>
                    <a:pt x="4909" y="98966"/>
                  </a:lnTo>
                  <a:lnTo>
                    <a:pt x="5179" y="98874"/>
                  </a:lnTo>
                  <a:lnTo>
                    <a:pt x="5185" y="98856"/>
                  </a:lnTo>
                  <a:lnTo>
                    <a:pt x="5247" y="98667"/>
                  </a:lnTo>
                  <a:lnTo>
                    <a:pt x="5252" y="98651"/>
                  </a:lnTo>
                  <a:lnTo>
                    <a:pt x="5267" y="98604"/>
                  </a:lnTo>
                  <a:lnTo>
                    <a:pt x="5275" y="98581"/>
                  </a:lnTo>
                  <a:lnTo>
                    <a:pt x="5272" y="98577"/>
                  </a:lnTo>
                  <a:lnTo>
                    <a:pt x="5268" y="98572"/>
                  </a:lnTo>
                  <a:lnTo>
                    <a:pt x="5173" y="98457"/>
                  </a:lnTo>
                  <a:lnTo>
                    <a:pt x="5135" y="98428"/>
                  </a:lnTo>
                  <a:lnTo>
                    <a:pt x="5129" y="98412"/>
                  </a:lnTo>
                  <a:lnTo>
                    <a:pt x="5115" y="98377"/>
                  </a:lnTo>
                  <a:lnTo>
                    <a:pt x="5176" y="98265"/>
                  </a:lnTo>
                  <a:lnTo>
                    <a:pt x="5204" y="98214"/>
                  </a:lnTo>
                  <a:lnTo>
                    <a:pt x="5220" y="98196"/>
                  </a:lnTo>
                  <a:lnTo>
                    <a:pt x="5319" y="98118"/>
                  </a:lnTo>
                  <a:lnTo>
                    <a:pt x="5378" y="98069"/>
                  </a:lnTo>
                  <a:lnTo>
                    <a:pt x="5389" y="98001"/>
                  </a:lnTo>
                  <a:lnTo>
                    <a:pt x="5413" y="97882"/>
                  </a:lnTo>
                  <a:lnTo>
                    <a:pt x="5471" y="97779"/>
                  </a:lnTo>
                  <a:lnTo>
                    <a:pt x="5487" y="97757"/>
                  </a:lnTo>
                  <a:lnTo>
                    <a:pt x="5589" y="97687"/>
                  </a:lnTo>
                  <a:lnTo>
                    <a:pt x="5615" y="97669"/>
                  </a:lnTo>
                  <a:lnTo>
                    <a:pt x="5695" y="97565"/>
                  </a:lnTo>
                  <a:lnTo>
                    <a:pt x="5734" y="97378"/>
                  </a:lnTo>
                  <a:lnTo>
                    <a:pt x="5672" y="97192"/>
                  </a:lnTo>
                  <a:lnTo>
                    <a:pt x="5644" y="97093"/>
                  </a:lnTo>
                  <a:lnTo>
                    <a:pt x="5599" y="97036"/>
                  </a:lnTo>
                  <a:lnTo>
                    <a:pt x="4970" y="97227"/>
                  </a:lnTo>
                  <a:lnTo>
                    <a:pt x="4613" y="97336"/>
                  </a:lnTo>
                  <a:lnTo>
                    <a:pt x="4522" y="97350"/>
                  </a:lnTo>
                  <a:lnTo>
                    <a:pt x="4351" y="97353"/>
                  </a:lnTo>
                  <a:lnTo>
                    <a:pt x="4291" y="97341"/>
                  </a:lnTo>
                  <a:lnTo>
                    <a:pt x="4247" y="97323"/>
                  </a:lnTo>
                  <a:lnTo>
                    <a:pt x="4177" y="97269"/>
                  </a:lnTo>
                  <a:lnTo>
                    <a:pt x="4034" y="97094"/>
                  </a:lnTo>
                  <a:lnTo>
                    <a:pt x="3997" y="97010"/>
                  </a:lnTo>
                  <a:lnTo>
                    <a:pt x="3987" y="96971"/>
                  </a:lnTo>
                  <a:lnTo>
                    <a:pt x="3979" y="96936"/>
                  </a:lnTo>
                  <a:lnTo>
                    <a:pt x="3973" y="96518"/>
                  </a:lnTo>
                  <a:lnTo>
                    <a:pt x="3963" y="95851"/>
                  </a:lnTo>
                  <a:lnTo>
                    <a:pt x="3985" y="95777"/>
                  </a:lnTo>
                  <a:lnTo>
                    <a:pt x="4053" y="95700"/>
                  </a:lnTo>
                  <a:lnTo>
                    <a:pt x="4129" y="95656"/>
                  </a:lnTo>
                  <a:lnTo>
                    <a:pt x="4168" y="95642"/>
                  </a:lnTo>
                  <a:lnTo>
                    <a:pt x="4269" y="95628"/>
                  </a:lnTo>
                  <a:lnTo>
                    <a:pt x="5057" y="95780"/>
                  </a:lnTo>
                  <a:lnTo>
                    <a:pt x="5062" y="95781"/>
                  </a:lnTo>
                  <a:lnTo>
                    <a:pt x="5071" y="95782"/>
                  </a:lnTo>
                  <a:lnTo>
                    <a:pt x="5071" y="95725"/>
                  </a:lnTo>
                  <a:lnTo>
                    <a:pt x="5078" y="95719"/>
                  </a:lnTo>
                  <a:lnTo>
                    <a:pt x="5087" y="95719"/>
                  </a:lnTo>
                  <a:lnTo>
                    <a:pt x="5231" y="95720"/>
                  </a:lnTo>
                  <a:lnTo>
                    <a:pt x="5497" y="95741"/>
                  </a:lnTo>
                  <a:lnTo>
                    <a:pt x="5579" y="95748"/>
                  </a:lnTo>
                  <a:lnTo>
                    <a:pt x="5613" y="95739"/>
                  </a:lnTo>
                  <a:lnTo>
                    <a:pt x="5678" y="95717"/>
                  </a:lnTo>
                  <a:lnTo>
                    <a:pt x="5685" y="95713"/>
                  </a:lnTo>
                  <a:lnTo>
                    <a:pt x="5738" y="95582"/>
                  </a:lnTo>
                  <a:lnTo>
                    <a:pt x="5759" y="95526"/>
                  </a:lnTo>
                  <a:lnTo>
                    <a:pt x="5759" y="95519"/>
                  </a:lnTo>
                  <a:lnTo>
                    <a:pt x="5756" y="95451"/>
                  </a:lnTo>
                  <a:lnTo>
                    <a:pt x="5755" y="95430"/>
                  </a:lnTo>
                  <a:lnTo>
                    <a:pt x="5754" y="95417"/>
                  </a:lnTo>
                  <a:lnTo>
                    <a:pt x="5743" y="95405"/>
                  </a:lnTo>
                  <a:lnTo>
                    <a:pt x="5666" y="95321"/>
                  </a:lnTo>
                  <a:lnTo>
                    <a:pt x="5651" y="95305"/>
                  </a:lnTo>
                  <a:lnTo>
                    <a:pt x="5640" y="95293"/>
                  </a:lnTo>
                  <a:lnTo>
                    <a:pt x="5602" y="95269"/>
                  </a:lnTo>
                  <a:lnTo>
                    <a:pt x="5548" y="95236"/>
                  </a:lnTo>
                  <a:lnTo>
                    <a:pt x="5529" y="95224"/>
                  </a:lnTo>
                  <a:lnTo>
                    <a:pt x="5455" y="95178"/>
                  </a:lnTo>
                  <a:lnTo>
                    <a:pt x="5441" y="94991"/>
                  </a:lnTo>
                  <a:lnTo>
                    <a:pt x="5435" y="94957"/>
                  </a:lnTo>
                  <a:lnTo>
                    <a:pt x="5408" y="94815"/>
                  </a:lnTo>
                  <a:lnTo>
                    <a:pt x="5396" y="94751"/>
                  </a:lnTo>
                  <a:lnTo>
                    <a:pt x="5236" y="94623"/>
                  </a:lnTo>
                  <a:lnTo>
                    <a:pt x="5158" y="94531"/>
                  </a:lnTo>
                  <a:lnTo>
                    <a:pt x="5010" y="94284"/>
                  </a:lnTo>
                  <a:lnTo>
                    <a:pt x="4989" y="94220"/>
                  </a:lnTo>
                  <a:lnTo>
                    <a:pt x="4928" y="94040"/>
                  </a:lnTo>
                  <a:lnTo>
                    <a:pt x="4930" y="94029"/>
                  </a:lnTo>
                  <a:lnTo>
                    <a:pt x="4968" y="93624"/>
                  </a:lnTo>
                  <a:lnTo>
                    <a:pt x="4992" y="93370"/>
                  </a:lnTo>
                  <a:lnTo>
                    <a:pt x="5020" y="93326"/>
                  </a:lnTo>
                  <a:lnTo>
                    <a:pt x="5045" y="93274"/>
                  </a:lnTo>
                  <a:lnTo>
                    <a:pt x="5100" y="93059"/>
                  </a:lnTo>
                  <a:lnTo>
                    <a:pt x="5101" y="93047"/>
                  </a:lnTo>
                  <a:lnTo>
                    <a:pt x="5102" y="93039"/>
                  </a:lnTo>
                  <a:lnTo>
                    <a:pt x="5111" y="92933"/>
                  </a:lnTo>
                  <a:lnTo>
                    <a:pt x="5123" y="92864"/>
                  </a:lnTo>
                  <a:lnTo>
                    <a:pt x="5125" y="92850"/>
                  </a:lnTo>
                  <a:lnTo>
                    <a:pt x="5097" y="92834"/>
                  </a:lnTo>
                  <a:lnTo>
                    <a:pt x="5014" y="92785"/>
                  </a:lnTo>
                  <a:lnTo>
                    <a:pt x="5002" y="92761"/>
                  </a:lnTo>
                  <a:lnTo>
                    <a:pt x="5006" y="92192"/>
                  </a:lnTo>
                  <a:lnTo>
                    <a:pt x="5036" y="91787"/>
                  </a:lnTo>
                  <a:lnTo>
                    <a:pt x="5050" y="91754"/>
                  </a:lnTo>
                  <a:lnTo>
                    <a:pt x="5120" y="91690"/>
                  </a:lnTo>
                  <a:lnTo>
                    <a:pt x="5147" y="91665"/>
                  </a:lnTo>
                  <a:lnTo>
                    <a:pt x="5194" y="91621"/>
                  </a:lnTo>
                  <a:lnTo>
                    <a:pt x="5251" y="91611"/>
                  </a:lnTo>
                  <a:lnTo>
                    <a:pt x="5278" y="91635"/>
                  </a:lnTo>
                  <a:lnTo>
                    <a:pt x="5288" y="91643"/>
                  </a:lnTo>
                  <a:lnTo>
                    <a:pt x="5323" y="91648"/>
                  </a:lnTo>
                  <a:lnTo>
                    <a:pt x="5391" y="91673"/>
                  </a:lnTo>
                  <a:lnTo>
                    <a:pt x="5351" y="91632"/>
                  </a:lnTo>
                  <a:lnTo>
                    <a:pt x="5345" y="91624"/>
                  </a:lnTo>
                  <a:lnTo>
                    <a:pt x="5322" y="91595"/>
                  </a:lnTo>
                  <a:lnTo>
                    <a:pt x="5309" y="91579"/>
                  </a:lnTo>
                  <a:lnTo>
                    <a:pt x="5254" y="91510"/>
                  </a:lnTo>
                  <a:lnTo>
                    <a:pt x="5177" y="91482"/>
                  </a:lnTo>
                  <a:lnTo>
                    <a:pt x="5168" y="91479"/>
                  </a:lnTo>
                  <a:lnTo>
                    <a:pt x="5057" y="91439"/>
                  </a:lnTo>
                  <a:lnTo>
                    <a:pt x="5028" y="91429"/>
                  </a:lnTo>
                  <a:lnTo>
                    <a:pt x="5021" y="91422"/>
                  </a:lnTo>
                  <a:lnTo>
                    <a:pt x="5021" y="91191"/>
                  </a:lnTo>
                  <a:lnTo>
                    <a:pt x="5026" y="90943"/>
                  </a:lnTo>
                  <a:lnTo>
                    <a:pt x="5026" y="90912"/>
                  </a:lnTo>
                  <a:lnTo>
                    <a:pt x="5025" y="90670"/>
                  </a:lnTo>
                  <a:lnTo>
                    <a:pt x="5014" y="90656"/>
                  </a:lnTo>
                  <a:lnTo>
                    <a:pt x="4880" y="90477"/>
                  </a:lnTo>
                  <a:lnTo>
                    <a:pt x="4912" y="90350"/>
                  </a:lnTo>
                  <a:lnTo>
                    <a:pt x="4920" y="90314"/>
                  </a:lnTo>
                  <a:lnTo>
                    <a:pt x="4927" y="90290"/>
                  </a:lnTo>
                  <a:lnTo>
                    <a:pt x="4950" y="90198"/>
                  </a:lnTo>
                  <a:lnTo>
                    <a:pt x="5030" y="89794"/>
                  </a:lnTo>
                  <a:lnTo>
                    <a:pt x="5067" y="89299"/>
                  </a:lnTo>
                  <a:lnTo>
                    <a:pt x="5076" y="89179"/>
                  </a:lnTo>
                  <a:lnTo>
                    <a:pt x="5042" y="89146"/>
                  </a:lnTo>
                  <a:lnTo>
                    <a:pt x="5034" y="89113"/>
                  </a:lnTo>
                  <a:lnTo>
                    <a:pt x="5049" y="89050"/>
                  </a:lnTo>
                  <a:lnTo>
                    <a:pt x="5134" y="88685"/>
                  </a:lnTo>
                  <a:lnTo>
                    <a:pt x="5196" y="88562"/>
                  </a:lnTo>
                  <a:lnTo>
                    <a:pt x="5229" y="88522"/>
                  </a:lnTo>
                  <a:lnTo>
                    <a:pt x="5349" y="88312"/>
                  </a:lnTo>
                  <a:lnTo>
                    <a:pt x="5361" y="88282"/>
                  </a:lnTo>
                  <a:lnTo>
                    <a:pt x="5373" y="88249"/>
                  </a:lnTo>
                  <a:lnTo>
                    <a:pt x="5396" y="88215"/>
                  </a:lnTo>
                  <a:lnTo>
                    <a:pt x="5438" y="88155"/>
                  </a:lnTo>
                  <a:lnTo>
                    <a:pt x="5607" y="87910"/>
                  </a:lnTo>
                  <a:lnTo>
                    <a:pt x="5674" y="87681"/>
                  </a:lnTo>
                  <a:lnTo>
                    <a:pt x="5825" y="87385"/>
                  </a:lnTo>
                  <a:lnTo>
                    <a:pt x="5829" y="87375"/>
                  </a:lnTo>
                  <a:lnTo>
                    <a:pt x="5996" y="86967"/>
                  </a:lnTo>
                  <a:lnTo>
                    <a:pt x="6050" y="86859"/>
                  </a:lnTo>
                  <a:lnTo>
                    <a:pt x="6151" y="86722"/>
                  </a:lnTo>
                  <a:lnTo>
                    <a:pt x="6187" y="86686"/>
                  </a:lnTo>
                  <a:lnTo>
                    <a:pt x="6200" y="86673"/>
                  </a:lnTo>
                  <a:lnTo>
                    <a:pt x="6324" y="86546"/>
                  </a:lnTo>
                  <a:lnTo>
                    <a:pt x="6393" y="86433"/>
                  </a:lnTo>
                  <a:lnTo>
                    <a:pt x="6475" y="86297"/>
                  </a:lnTo>
                  <a:lnTo>
                    <a:pt x="6639" y="86061"/>
                  </a:lnTo>
                  <a:lnTo>
                    <a:pt x="6670" y="86027"/>
                  </a:lnTo>
                  <a:lnTo>
                    <a:pt x="6812" y="85938"/>
                  </a:lnTo>
                  <a:lnTo>
                    <a:pt x="6861" y="85936"/>
                  </a:lnTo>
                  <a:lnTo>
                    <a:pt x="6921" y="85959"/>
                  </a:lnTo>
                  <a:lnTo>
                    <a:pt x="7004" y="86011"/>
                  </a:lnTo>
                  <a:lnTo>
                    <a:pt x="7100" y="86009"/>
                  </a:lnTo>
                  <a:lnTo>
                    <a:pt x="7197" y="85944"/>
                  </a:lnTo>
                  <a:lnTo>
                    <a:pt x="7187" y="85809"/>
                  </a:lnTo>
                  <a:lnTo>
                    <a:pt x="6723" y="85724"/>
                  </a:lnTo>
                  <a:lnTo>
                    <a:pt x="6632" y="85707"/>
                  </a:lnTo>
                  <a:lnTo>
                    <a:pt x="6568" y="85710"/>
                  </a:lnTo>
                  <a:lnTo>
                    <a:pt x="6466" y="85692"/>
                  </a:lnTo>
                  <a:lnTo>
                    <a:pt x="6455" y="85690"/>
                  </a:lnTo>
                  <a:lnTo>
                    <a:pt x="6432" y="85674"/>
                  </a:lnTo>
                  <a:lnTo>
                    <a:pt x="6396" y="85650"/>
                  </a:lnTo>
                  <a:lnTo>
                    <a:pt x="6373" y="85628"/>
                  </a:lnTo>
                  <a:lnTo>
                    <a:pt x="6356" y="85580"/>
                  </a:lnTo>
                  <a:lnTo>
                    <a:pt x="6445" y="84828"/>
                  </a:lnTo>
                  <a:lnTo>
                    <a:pt x="6452" y="84764"/>
                  </a:lnTo>
                  <a:lnTo>
                    <a:pt x="6550" y="83976"/>
                  </a:lnTo>
                  <a:lnTo>
                    <a:pt x="6552" y="83966"/>
                  </a:lnTo>
                  <a:lnTo>
                    <a:pt x="6596" y="83761"/>
                  </a:lnTo>
                  <a:lnTo>
                    <a:pt x="6847" y="83005"/>
                  </a:lnTo>
                  <a:lnTo>
                    <a:pt x="6886" y="82958"/>
                  </a:lnTo>
                  <a:lnTo>
                    <a:pt x="6919" y="82947"/>
                  </a:lnTo>
                  <a:lnTo>
                    <a:pt x="7869" y="82920"/>
                  </a:lnTo>
                  <a:lnTo>
                    <a:pt x="7876" y="82864"/>
                  </a:lnTo>
                  <a:lnTo>
                    <a:pt x="7883" y="82807"/>
                  </a:lnTo>
                  <a:lnTo>
                    <a:pt x="7881" y="82792"/>
                  </a:lnTo>
                  <a:lnTo>
                    <a:pt x="7835" y="82473"/>
                  </a:lnTo>
                  <a:lnTo>
                    <a:pt x="7808" y="82382"/>
                  </a:lnTo>
                  <a:lnTo>
                    <a:pt x="7785" y="82307"/>
                  </a:lnTo>
                  <a:lnTo>
                    <a:pt x="7785" y="82278"/>
                  </a:lnTo>
                  <a:lnTo>
                    <a:pt x="7796" y="82245"/>
                  </a:lnTo>
                  <a:lnTo>
                    <a:pt x="8297" y="81590"/>
                  </a:lnTo>
                  <a:lnTo>
                    <a:pt x="8217" y="81554"/>
                  </a:lnTo>
                  <a:lnTo>
                    <a:pt x="8380" y="81352"/>
                  </a:lnTo>
                  <a:lnTo>
                    <a:pt x="8563" y="81163"/>
                  </a:lnTo>
                  <a:lnTo>
                    <a:pt x="8660" y="81083"/>
                  </a:lnTo>
                  <a:lnTo>
                    <a:pt x="8783" y="81024"/>
                  </a:lnTo>
                  <a:lnTo>
                    <a:pt x="8900" y="81000"/>
                  </a:lnTo>
                  <a:lnTo>
                    <a:pt x="8902" y="80975"/>
                  </a:lnTo>
                  <a:lnTo>
                    <a:pt x="8704" y="80959"/>
                  </a:lnTo>
                  <a:lnTo>
                    <a:pt x="8582" y="80972"/>
                  </a:lnTo>
                  <a:lnTo>
                    <a:pt x="8458" y="81024"/>
                  </a:lnTo>
                  <a:lnTo>
                    <a:pt x="8390" y="81069"/>
                  </a:lnTo>
                  <a:lnTo>
                    <a:pt x="8343" y="81112"/>
                  </a:lnTo>
                  <a:lnTo>
                    <a:pt x="8106" y="81401"/>
                  </a:lnTo>
                  <a:lnTo>
                    <a:pt x="7711" y="81939"/>
                  </a:lnTo>
                  <a:lnTo>
                    <a:pt x="7580" y="82153"/>
                  </a:lnTo>
                  <a:lnTo>
                    <a:pt x="7464" y="82427"/>
                  </a:lnTo>
                  <a:lnTo>
                    <a:pt x="7416" y="82509"/>
                  </a:lnTo>
                  <a:lnTo>
                    <a:pt x="7350" y="82590"/>
                  </a:lnTo>
                  <a:lnTo>
                    <a:pt x="7259" y="82668"/>
                  </a:lnTo>
                  <a:lnTo>
                    <a:pt x="7148" y="82730"/>
                  </a:lnTo>
                  <a:lnTo>
                    <a:pt x="7078" y="82754"/>
                  </a:lnTo>
                  <a:lnTo>
                    <a:pt x="6939" y="82790"/>
                  </a:lnTo>
                  <a:lnTo>
                    <a:pt x="6752" y="82804"/>
                  </a:lnTo>
                  <a:lnTo>
                    <a:pt x="6714" y="82804"/>
                  </a:lnTo>
                  <a:lnTo>
                    <a:pt x="6480" y="82807"/>
                  </a:lnTo>
                  <a:lnTo>
                    <a:pt x="6453" y="82807"/>
                  </a:lnTo>
                  <a:lnTo>
                    <a:pt x="6355" y="82806"/>
                  </a:lnTo>
                  <a:lnTo>
                    <a:pt x="6340" y="82770"/>
                  </a:lnTo>
                  <a:lnTo>
                    <a:pt x="6160" y="82339"/>
                  </a:lnTo>
                  <a:lnTo>
                    <a:pt x="6214" y="82244"/>
                  </a:lnTo>
                  <a:lnTo>
                    <a:pt x="6226" y="82230"/>
                  </a:lnTo>
                  <a:lnTo>
                    <a:pt x="6350" y="82088"/>
                  </a:lnTo>
                  <a:lnTo>
                    <a:pt x="6392" y="82006"/>
                  </a:lnTo>
                  <a:lnTo>
                    <a:pt x="6399" y="81993"/>
                  </a:lnTo>
                  <a:lnTo>
                    <a:pt x="6441" y="81910"/>
                  </a:lnTo>
                  <a:lnTo>
                    <a:pt x="6449" y="81894"/>
                  </a:lnTo>
                  <a:lnTo>
                    <a:pt x="6767" y="81266"/>
                  </a:lnTo>
                  <a:lnTo>
                    <a:pt x="7039" y="80699"/>
                  </a:lnTo>
                  <a:lnTo>
                    <a:pt x="6931" y="80656"/>
                  </a:lnTo>
                  <a:lnTo>
                    <a:pt x="6563" y="80570"/>
                  </a:lnTo>
                  <a:lnTo>
                    <a:pt x="6549" y="80567"/>
                  </a:lnTo>
                  <a:lnTo>
                    <a:pt x="6610" y="80403"/>
                  </a:lnTo>
                  <a:lnTo>
                    <a:pt x="6615" y="80348"/>
                  </a:lnTo>
                  <a:lnTo>
                    <a:pt x="6743" y="80296"/>
                  </a:lnTo>
                  <a:lnTo>
                    <a:pt x="6761" y="80289"/>
                  </a:lnTo>
                  <a:lnTo>
                    <a:pt x="6821" y="80265"/>
                  </a:lnTo>
                  <a:lnTo>
                    <a:pt x="6939" y="80174"/>
                  </a:lnTo>
                  <a:lnTo>
                    <a:pt x="6973" y="80148"/>
                  </a:lnTo>
                  <a:lnTo>
                    <a:pt x="7362" y="79850"/>
                  </a:lnTo>
                  <a:lnTo>
                    <a:pt x="7663" y="79661"/>
                  </a:lnTo>
                  <a:lnTo>
                    <a:pt x="7844" y="79547"/>
                  </a:lnTo>
                  <a:lnTo>
                    <a:pt x="8057" y="79413"/>
                  </a:lnTo>
                  <a:lnTo>
                    <a:pt x="8478" y="79503"/>
                  </a:lnTo>
                  <a:lnTo>
                    <a:pt x="8553" y="79520"/>
                  </a:lnTo>
                  <a:lnTo>
                    <a:pt x="8630" y="79536"/>
                  </a:lnTo>
                  <a:lnTo>
                    <a:pt x="8857" y="79584"/>
                  </a:lnTo>
                  <a:lnTo>
                    <a:pt x="8914" y="79574"/>
                  </a:lnTo>
                  <a:lnTo>
                    <a:pt x="8926" y="79561"/>
                  </a:lnTo>
                  <a:lnTo>
                    <a:pt x="8937" y="79462"/>
                  </a:lnTo>
                  <a:lnTo>
                    <a:pt x="8909" y="79205"/>
                  </a:lnTo>
                  <a:lnTo>
                    <a:pt x="8884" y="79161"/>
                  </a:lnTo>
                  <a:lnTo>
                    <a:pt x="8767" y="79121"/>
                  </a:lnTo>
                  <a:lnTo>
                    <a:pt x="8756" y="79107"/>
                  </a:lnTo>
                  <a:lnTo>
                    <a:pt x="8763" y="79080"/>
                  </a:lnTo>
                  <a:lnTo>
                    <a:pt x="8781" y="79000"/>
                  </a:lnTo>
                  <a:lnTo>
                    <a:pt x="8784" y="78989"/>
                  </a:lnTo>
                  <a:lnTo>
                    <a:pt x="8828" y="78871"/>
                  </a:lnTo>
                  <a:lnTo>
                    <a:pt x="8853" y="78803"/>
                  </a:lnTo>
                  <a:lnTo>
                    <a:pt x="8901" y="78819"/>
                  </a:lnTo>
                  <a:lnTo>
                    <a:pt x="9010" y="78866"/>
                  </a:lnTo>
                  <a:lnTo>
                    <a:pt x="9065" y="78890"/>
                  </a:lnTo>
                  <a:lnTo>
                    <a:pt x="9610" y="79122"/>
                  </a:lnTo>
                  <a:lnTo>
                    <a:pt x="9613" y="79126"/>
                  </a:lnTo>
                  <a:lnTo>
                    <a:pt x="9695" y="79223"/>
                  </a:lnTo>
                  <a:lnTo>
                    <a:pt x="9689" y="79283"/>
                  </a:lnTo>
                  <a:lnTo>
                    <a:pt x="9701" y="79344"/>
                  </a:lnTo>
                  <a:lnTo>
                    <a:pt x="9704" y="79359"/>
                  </a:lnTo>
                  <a:lnTo>
                    <a:pt x="9737" y="79368"/>
                  </a:lnTo>
                  <a:lnTo>
                    <a:pt x="9770" y="79377"/>
                  </a:lnTo>
                  <a:lnTo>
                    <a:pt x="9827" y="79377"/>
                  </a:lnTo>
                  <a:lnTo>
                    <a:pt x="9861" y="79370"/>
                  </a:lnTo>
                  <a:lnTo>
                    <a:pt x="9873" y="79368"/>
                  </a:lnTo>
                  <a:lnTo>
                    <a:pt x="9927" y="79330"/>
                  </a:lnTo>
                  <a:lnTo>
                    <a:pt x="10027" y="79004"/>
                  </a:lnTo>
                  <a:lnTo>
                    <a:pt x="10090" y="78891"/>
                  </a:lnTo>
                  <a:lnTo>
                    <a:pt x="10159" y="78766"/>
                  </a:lnTo>
                  <a:lnTo>
                    <a:pt x="10167" y="78753"/>
                  </a:lnTo>
                  <a:lnTo>
                    <a:pt x="10175" y="78751"/>
                  </a:lnTo>
                  <a:lnTo>
                    <a:pt x="10194" y="78745"/>
                  </a:lnTo>
                  <a:lnTo>
                    <a:pt x="10416" y="78677"/>
                  </a:lnTo>
                  <a:lnTo>
                    <a:pt x="10478" y="78667"/>
                  </a:lnTo>
                  <a:lnTo>
                    <a:pt x="10578" y="78672"/>
                  </a:lnTo>
                  <a:lnTo>
                    <a:pt x="10655" y="78691"/>
                  </a:lnTo>
                  <a:lnTo>
                    <a:pt x="10743" y="78562"/>
                  </a:lnTo>
                  <a:lnTo>
                    <a:pt x="10747" y="78555"/>
                  </a:lnTo>
                  <a:lnTo>
                    <a:pt x="10863" y="78385"/>
                  </a:lnTo>
                  <a:lnTo>
                    <a:pt x="10851" y="78360"/>
                  </a:lnTo>
                  <a:lnTo>
                    <a:pt x="10770" y="78199"/>
                  </a:lnTo>
                  <a:lnTo>
                    <a:pt x="10668" y="78133"/>
                  </a:lnTo>
                  <a:lnTo>
                    <a:pt x="10585" y="78078"/>
                  </a:lnTo>
                  <a:lnTo>
                    <a:pt x="10512" y="78023"/>
                  </a:lnTo>
                  <a:lnTo>
                    <a:pt x="10394" y="77934"/>
                  </a:lnTo>
                  <a:lnTo>
                    <a:pt x="10365" y="77898"/>
                  </a:lnTo>
                  <a:lnTo>
                    <a:pt x="10362" y="77892"/>
                  </a:lnTo>
                  <a:lnTo>
                    <a:pt x="10188" y="77534"/>
                  </a:lnTo>
                  <a:lnTo>
                    <a:pt x="10191" y="77526"/>
                  </a:lnTo>
                  <a:lnTo>
                    <a:pt x="10278" y="77297"/>
                  </a:lnTo>
                  <a:lnTo>
                    <a:pt x="10519" y="77425"/>
                  </a:lnTo>
                  <a:lnTo>
                    <a:pt x="10546" y="77431"/>
                  </a:lnTo>
                  <a:lnTo>
                    <a:pt x="10736" y="77338"/>
                  </a:lnTo>
                  <a:lnTo>
                    <a:pt x="10757" y="77288"/>
                  </a:lnTo>
                  <a:lnTo>
                    <a:pt x="10792" y="77113"/>
                  </a:lnTo>
                  <a:lnTo>
                    <a:pt x="10828" y="77088"/>
                  </a:lnTo>
                  <a:lnTo>
                    <a:pt x="10923" y="77026"/>
                  </a:lnTo>
                  <a:lnTo>
                    <a:pt x="10938" y="77016"/>
                  </a:lnTo>
                  <a:lnTo>
                    <a:pt x="11078" y="77071"/>
                  </a:lnTo>
                  <a:lnTo>
                    <a:pt x="11101" y="77080"/>
                  </a:lnTo>
                  <a:lnTo>
                    <a:pt x="11316" y="77044"/>
                  </a:lnTo>
                  <a:lnTo>
                    <a:pt x="11336" y="77041"/>
                  </a:lnTo>
                  <a:lnTo>
                    <a:pt x="11358" y="77037"/>
                  </a:lnTo>
                  <a:lnTo>
                    <a:pt x="11440" y="76973"/>
                  </a:lnTo>
                  <a:lnTo>
                    <a:pt x="11666" y="76764"/>
                  </a:lnTo>
                  <a:lnTo>
                    <a:pt x="11924" y="76527"/>
                  </a:lnTo>
                  <a:lnTo>
                    <a:pt x="11933" y="76519"/>
                  </a:lnTo>
                  <a:lnTo>
                    <a:pt x="11947" y="76402"/>
                  </a:lnTo>
                  <a:lnTo>
                    <a:pt x="11986" y="76259"/>
                  </a:lnTo>
                  <a:lnTo>
                    <a:pt x="11998" y="76217"/>
                  </a:lnTo>
                  <a:lnTo>
                    <a:pt x="12019" y="76173"/>
                  </a:lnTo>
                  <a:lnTo>
                    <a:pt x="12133" y="76013"/>
                  </a:lnTo>
                  <a:lnTo>
                    <a:pt x="12192" y="75955"/>
                  </a:lnTo>
                  <a:lnTo>
                    <a:pt x="12257" y="75858"/>
                  </a:lnTo>
                  <a:lnTo>
                    <a:pt x="12291" y="75789"/>
                  </a:lnTo>
                  <a:lnTo>
                    <a:pt x="12330" y="75652"/>
                  </a:lnTo>
                  <a:lnTo>
                    <a:pt x="12341" y="75612"/>
                  </a:lnTo>
                  <a:lnTo>
                    <a:pt x="12343" y="75606"/>
                  </a:lnTo>
                  <a:lnTo>
                    <a:pt x="12378" y="75469"/>
                  </a:lnTo>
                  <a:lnTo>
                    <a:pt x="12393" y="75423"/>
                  </a:lnTo>
                  <a:lnTo>
                    <a:pt x="12589" y="75109"/>
                  </a:lnTo>
                  <a:lnTo>
                    <a:pt x="12739" y="74849"/>
                  </a:lnTo>
                  <a:lnTo>
                    <a:pt x="12759" y="74804"/>
                  </a:lnTo>
                  <a:lnTo>
                    <a:pt x="12844" y="74598"/>
                  </a:lnTo>
                  <a:lnTo>
                    <a:pt x="12879" y="74513"/>
                  </a:lnTo>
                  <a:lnTo>
                    <a:pt x="12883" y="74502"/>
                  </a:lnTo>
                  <a:lnTo>
                    <a:pt x="12905" y="74450"/>
                  </a:lnTo>
                  <a:lnTo>
                    <a:pt x="12959" y="74319"/>
                  </a:lnTo>
                  <a:lnTo>
                    <a:pt x="13086" y="74000"/>
                  </a:lnTo>
                  <a:lnTo>
                    <a:pt x="13112" y="73934"/>
                  </a:lnTo>
                  <a:lnTo>
                    <a:pt x="13188" y="73758"/>
                  </a:lnTo>
                  <a:lnTo>
                    <a:pt x="13258" y="73596"/>
                  </a:lnTo>
                  <a:lnTo>
                    <a:pt x="13379" y="73347"/>
                  </a:lnTo>
                  <a:lnTo>
                    <a:pt x="13396" y="73308"/>
                  </a:lnTo>
                  <a:lnTo>
                    <a:pt x="13413" y="73270"/>
                  </a:lnTo>
                  <a:lnTo>
                    <a:pt x="12794" y="73151"/>
                  </a:lnTo>
                  <a:lnTo>
                    <a:pt x="12767" y="73131"/>
                  </a:lnTo>
                  <a:lnTo>
                    <a:pt x="12749" y="73106"/>
                  </a:lnTo>
                  <a:lnTo>
                    <a:pt x="12740" y="73074"/>
                  </a:lnTo>
                  <a:lnTo>
                    <a:pt x="12742" y="73030"/>
                  </a:lnTo>
                  <a:lnTo>
                    <a:pt x="13551" y="71671"/>
                  </a:lnTo>
                  <a:lnTo>
                    <a:pt x="13620" y="71448"/>
                  </a:lnTo>
                  <a:lnTo>
                    <a:pt x="13628" y="71424"/>
                  </a:lnTo>
                  <a:lnTo>
                    <a:pt x="13779" y="70973"/>
                  </a:lnTo>
                  <a:lnTo>
                    <a:pt x="13882" y="70667"/>
                  </a:lnTo>
                  <a:lnTo>
                    <a:pt x="13904" y="70603"/>
                  </a:lnTo>
                  <a:lnTo>
                    <a:pt x="13960" y="70435"/>
                  </a:lnTo>
                  <a:lnTo>
                    <a:pt x="13980" y="70409"/>
                  </a:lnTo>
                  <a:lnTo>
                    <a:pt x="14028" y="70386"/>
                  </a:lnTo>
                  <a:lnTo>
                    <a:pt x="14635" y="70371"/>
                  </a:lnTo>
                  <a:lnTo>
                    <a:pt x="14698" y="70364"/>
                  </a:lnTo>
                  <a:lnTo>
                    <a:pt x="14751" y="70301"/>
                  </a:lnTo>
                  <a:lnTo>
                    <a:pt x="14765" y="70244"/>
                  </a:lnTo>
                  <a:lnTo>
                    <a:pt x="14769" y="70225"/>
                  </a:lnTo>
                  <a:lnTo>
                    <a:pt x="14862" y="69832"/>
                  </a:lnTo>
                  <a:lnTo>
                    <a:pt x="14866" y="69740"/>
                  </a:lnTo>
                  <a:lnTo>
                    <a:pt x="14866" y="69729"/>
                  </a:lnTo>
                  <a:lnTo>
                    <a:pt x="14867" y="69702"/>
                  </a:lnTo>
                  <a:lnTo>
                    <a:pt x="14876" y="69677"/>
                  </a:lnTo>
                  <a:lnTo>
                    <a:pt x="14908" y="69628"/>
                  </a:lnTo>
                  <a:lnTo>
                    <a:pt x="14975" y="69525"/>
                  </a:lnTo>
                  <a:lnTo>
                    <a:pt x="15115" y="69204"/>
                  </a:lnTo>
                  <a:lnTo>
                    <a:pt x="15211" y="68984"/>
                  </a:lnTo>
                  <a:lnTo>
                    <a:pt x="15320" y="68736"/>
                  </a:lnTo>
                  <a:lnTo>
                    <a:pt x="15331" y="68721"/>
                  </a:lnTo>
                  <a:lnTo>
                    <a:pt x="15774" y="68102"/>
                  </a:lnTo>
                  <a:lnTo>
                    <a:pt x="15781" y="68086"/>
                  </a:lnTo>
                  <a:lnTo>
                    <a:pt x="15791" y="68063"/>
                  </a:lnTo>
                  <a:lnTo>
                    <a:pt x="15796" y="68053"/>
                  </a:lnTo>
                  <a:lnTo>
                    <a:pt x="15816" y="67937"/>
                  </a:lnTo>
                  <a:lnTo>
                    <a:pt x="15834" y="67860"/>
                  </a:lnTo>
                  <a:lnTo>
                    <a:pt x="15916" y="67696"/>
                  </a:lnTo>
                  <a:lnTo>
                    <a:pt x="16022" y="67634"/>
                  </a:lnTo>
                  <a:lnTo>
                    <a:pt x="16030" y="67629"/>
                  </a:lnTo>
                  <a:lnTo>
                    <a:pt x="16062" y="67616"/>
                  </a:lnTo>
                  <a:lnTo>
                    <a:pt x="16083" y="67607"/>
                  </a:lnTo>
                  <a:lnTo>
                    <a:pt x="16099" y="67598"/>
                  </a:lnTo>
                  <a:lnTo>
                    <a:pt x="16381" y="67447"/>
                  </a:lnTo>
                  <a:lnTo>
                    <a:pt x="16739" y="67254"/>
                  </a:lnTo>
                  <a:lnTo>
                    <a:pt x="17011" y="67099"/>
                  </a:lnTo>
                  <a:lnTo>
                    <a:pt x="17317" y="66942"/>
                  </a:lnTo>
                  <a:lnTo>
                    <a:pt x="17450" y="66873"/>
                  </a:lnTo>
                  <a:lnTo>
                    <a:pt x="17486" y="66854"/>
                  </a:lnTo>
                  <a:lnTo>
                    <a:pt x="17609" y="66787"/>
                  </a:lnTo>
                  <a:lnTo>
                    <a:pt x="17588" y="66704"/>
                  </a:lnTo>
                  <a:lnTo>
                    <a:pt x="17585" y="66681"/>
                  </a:lnTo>
                  <a:lnTo>
                    <a:pt x="17585" y="66631"/>
                  </a:lnTo>
                  <a:lnTo>
                    <a:pt x="17606" y="66493"/>
                  </a:lnTo>
                  <a:lnTo>
                    <a:pt x="17612" y="66457"/>
                  </a:lnTo>
                  <a:lnTo>
                    <a:pt x="17642" y="66372"/>
                  </a:lnTo>
                  <a:lnTo>
                    <a:pt x="17767" y="66023"/>
                  </a:lnTo>
                  <a:lnTo>
                    <a:pt x="17773" y="66012"/>
                  </a:lnTo>
                  <a:lnTo>
                    <a:pt x="17781" y="66002"/>
                  </a:lnTo>
                  <a:lnTo>
                    <a:pt x="17793" y="65989"/>
                  </a:lnTo>
                  <a:lnTo>
                    <a:pt x="17812" y="65973"/>
                  </a:lnTo>
                  <a:lnTo>
                    <a:pt x="17840" y="65955"/>
                  </a:lnTo>
                  <a:lnTo>
                    <a:pt x="17873" y="65940"/>
                  </a:lnTo>
                  <a:lnTo>
                    <a:pt x="17896" y="65932"/>
                  </a:lnTo>
                  <a:lnTo>
                    <a:pt x="17911" y="65927"/>
                  </a:lnTo>
                  <a:lnTo>
                    <a:pt x="17936" y="65913"/>
                  </a:lnTo>
                  <a:lnTo>
                    <a:pt x="17960" y="65895"/>
                  </a:lnTo>
                  <a:lnTo>
                    <a:pt x="17985" y="65874"/>
                  </a:lnTo>
                  <a:lnTo>
                    <a:pt x="17993" y="65858"/>
                  </a:lnTo>
                  <a:lnTo>
                    <a:pt x="18010" y="65816"/>
                  </a:lnTo>
                  <a:lnTo>
                    <a:pt x="18041" y="65733"/>
                  </a:lnTo>
                  <a:lnTo>
                    <a:pt x="18082" y="65607"/>
                  </a:lnTo>
                  <a:lnTo>
                    <a:pt x="18106" y="65537"/>
                  </a:lnTo>
                  <a:lnTo>
                    <a:pt x="18112" y="65520"/>
                  </a:lnTo>
                  <a:lnTo>
                    <a:pt x="18235" y="65385"/>
                  </a:lnTo>
                  <a:lnTo>
                    <a:pt x="18283" y="65338"/>
                  </a:lnTo>
                  <a:lnTo>
                    <a:pt x="18310" y="65312"/>
                  </a:lnTo>
                  <a:lnTo>
                    <a:pt x="18372" y="65272"/>
                  </a:lnTo>
                  <a:lnTo>
                    <a:pt x="18590" y="65244"/>
                  </a:lnTo>
                  <a:lnTo>
                    <a:pt x="18891" y="64992"/>
                  </a:lnTo>
                  <a:lnTo>
                    <a:pt x="18931" y="64771"/>
                  </a:lnTo>
                  <a:lnTo>
                    <a:pt x="18909" y="64760"/>
                  </a:lnTo>
                  <a:lnTo>
                    <a:pt x="18835" y="64721"/>
                  </a:lnTo>
                  <a:lnTo>
                    <a:pt x="18751" y="64677"/>
                  </a:lnTo>
                  <a:lnTo>
                    <a:pt x="18748" y="64671"/>
                  </a:lnTo>
                  <a:lnTo>
                    <a:pt x="18747" y="64665"/>
                  </a:lnTo>
                  <a:lnTo>
                    <a:pt x="18749" y="64646"/>
                  </a:lnTo>
                  <a:lnTo>
                    <a:pt x="18761" y="64585"/>
                  </a:lnTo>
                  <a:lnTo>
                    <a:pt x="18791" y="64445"/>
                  </a:lnTo>
                  <a:lnTo>
                    <a:pt x="18930" y="63809"/>
                  </a:lnTo>
                  <a:lnTo>
                    <a:pt x="19067" y="63198"/>
                  </a:lnTo>
                  <a:lnTo>
                    <a:pt x="19070" y="63193"/>
                  </a:lnTo>
                  <a:lnTo>
                    <a:pt x="19081" y="63185"/>
                  </a:lnTo>
                  <a:lnTo>
                    <a:pt x="19225" y="63100"/>
                  </a:lnTo>
                  <a:lnTo>
                    <a:pt x="19051" y="63095"/>
                  </a:lnTo>
                  <a:lnTo>
                    <a:pt x="18983" y="63094"/>
                  </a:lnTo>
                  <a:lnTo>
                    <a:pt x="18782" y="63100"/>
                  </a:lnTo>
                  <a:lnTo>
                    <a:pt x="18768" y="63101"/>
                  </a:lnTo>
                  <a:lnTo>
                    <a:pt x="18701" y="63103"/>
                  </a:lnTo>
                  <a:lnTo>
                    <a:pt x="18474" y="63110"/>
                  </a:lnTo>
                  <a:lnTo>
                    <a:pt x="18339" y="63113"/>
                  </a:lnTo>
                  <a:lnTo>
                    <a:pt x="18273" y="63113"/>
                  </a:lnTo>
                  <a:lnTo>
                    <a:pt x="18234" y="63114"/>
                  </a:lnTo>
                  <a:lnTo>
                    <a:pt x="18224" y="63114"/>
                  </a:lnTo>
                  <a:lnTo>
                    <a:pt x="18184" y="63114"/>
                  </a:lnTo>
                  <a:lnTo>
                    <a:pt x="18137" y="63115"/>
                  </a:lnTo>
                  <a:lnTo>
                    <a:pt x="18123" y="63164"/>
                  </a:lnTo>
                  <a:lnTo>
                    <a:pt x="18089" y="63312"/>
                  </a:lnTo>
                  <a:lnTo>
                    <a:pt x="18077" y="63369"/>
                  </a:lnTo>
                  <a:lnTo>
                    <a:pt x="17889" y="64177"/>
                  </a:lnTo>
                  <a:lnTo>
                    <a:pt x="17884" y="64193"/>
                  </a:lnTo>
                  <a:lnTo>
                    <a:pt x="17879" y="64205"/>
                  </a:lnTo>
                  <a:lnTo>
                    <a:pt x="17875" y="64212"/>
                  </a:lnTo>
                  <a:lnTo>
                    <a:pt x="17863" y="64229"/>
                  </a:lnTo>
                  <a:lnTo>
                    <a:pt x="17819" y="64284"/>
                  </a:lnTo>
                  <a:lnTo>
                    <a:pt x="17705" y="64425"/>
                  </a:lnTo>
                  <a:lnTo>
                    <a:pt x="17697" y="64432"/>
                  </a:lnTo>
                  <a:lnTo>
                    <a:pt x="17670" y="64453"/>
                  </a:lnTo>
                  <a:lnTo>
                    <a:pt x="17646" y="64466"/>
                  </a:lnTo>
                  <a:lnTo>
                    <a:pt x="17622" y="64472"/>
                  </a:lnTo>
                  <a:lnTo>
                    <a:pt x="17609" y="64474"/>
                  </a:lnTo>
                  <a:lnTo>
                    <a:pt x="17579" y="64476"/>
                  </a:lnTo>
                  <a:lnTo>
                    <a:pt x="17470" y="64478"/>
                  </a:lnTo>
                  <a:lnTo>
                    <a:pt x="17448" y="64479"/>
                  </a:lnTo>
                  <a:lnTo>
                    <a:pt x="17413" y="64479"/>
                  </a:lnTo>
                  <a:lnTo>
                    <a:pt x="17379" y="64481"/>
                  </a:lnTo>
                  <a:lnTo>
                    <a:pt x="17361" y="64484"/>
                  </a:lnTo>
                  <a:lnTo>
                    <a:pt x="17330" y="64494"/>
                  </a:lnTo>
                  <a:lnTo>
                    <a:pt x="17306" y="64504"/>
                  </a:lnTo>
                  <a:lnTo>
                    <a:pt x="17289" y="64512"/>
                  </a:lnTo>
                  <a:lnTo>
                    <a:pt x="17262" y="64529"/>
                  </a:lnTo>
                  <a:lnTo>
                    <a:pt x="17252" y="64536"/>
                  </a:lnTo>
                  <a:lnTo>
                    <a:pt x="17240" y="64546"/>
                  </a:lnTo>
                  <a:lnTo>
                    <a:pt x="17222" y="64563"/>
                  </a:lnTo>
                  <a:lnTo>
                    <a:pt x="17201" y="64588"/>
                  </a:lnTo>
                  <a:lnTo>
                    <a:pt x="17185" y="64611"/>
                  </a:lnTo>
                  <a:lnTo>
                    <a:pt x="17174" y="64631"/>
                  </a:lnTo>
                  <a:lnTo>
                    <a:pt x="17163" y="64653"/>
                  </a:lnTo>
                  <a:lnTo>
                    <a:pt x="17155" y="64672"/>
                  </a:lnTo>
                  <a:lnTo>
                    <a:pt x="17148" y="64696"/>
                  </a:lnTo>
                  <a:lnTo>
                    <a:pt x="17141" y="64730"/>
                  </a:lnTo>
                  <a:lnTo>
                    <a:pt x="17139" y="64751"/>
                  </a:lnTo>
                  <a:lnTo>
                    <a:pt x="17139" y="64769"/>
                  </a:lnTo>
                  <a:lnTo>
                    <a:pt x="17138" y="64801"/>
                  </a:lnTo>
                  <a:lnTo>
                    <a:pt x="17133" y="64821"/>
                  </a:lnTo>
                  <a:lnTo>
                    <a:pt x="17121" y="64839"/>
                  </a:lnTo>
                  <a:lnTo>
                    <a:pt x="17115" y="64846"/>
                  </a:lnTo>
                  <a:lnTo>
                    <a:pt x="17085" y="64864"/>
                  </a:lnTo>
                  <a:lnTo>
                    <a:pt x="17078" y="64866"/>
                  </a:lnTo>
                  <a:lnTo>
                    <a:pt x="17070" y="64867"/>
                  </a:lnTo>
                  <a:lnTo>
                    <a:pt x="16468" y="64879"/>
                  </a:lnTo>
                  <a:lnTo>
                    <a:pt x="16408" y="64878"/>
                  </a:lnTo>
                  <a:lnTo>
                    <a:pt x="16383" y="64877"/>
                  </a:lnTo>
                  <a:lnTo>
                    <a:pt x="16370" y="64875"/>
                  </a:lnTo>
                  <a:lnTo>
                    <a:pt x="16356" y="64869"/>
                  </a:lnTo>
                  <a:lnTo>
                    <a:pt x="16342" y="64860"/>
                  </a:lnTo>
                  <a:lnTo>
                    <a:pt x="16329" y="64847"/>
                  </a:lnTo>
                  <a:lnTo>
                    <a:pt x="16317" y="64831"/>
                  </a:lnTo>
                  <a:lnTo>
                    <a:pt x="16309" y="64812"/>
                  </a:lnTo>
                  <a:lnTo>
                    <a:pt x="16304" y="64789"/>
                  </a:lnTo>
                  <a:lnTo>
                    <a:pt x="16303" y="64776"/>
                  </a:lnTo>
                  <a:lnTo>
                    <a:pt x="16307" y="64760"/>
                  </a:lnTo>
                  <a:lnTo>
                    <a:pt x="16311" y="64745"/>
                  </a:lnTo>
                  <a:lnTo>
                    <a:pt x="16344" y="64692"/>
                  </a:lnTo>
                  <a:lnTo>
                    <a:pt x="16427" y="64568"/>
                  </a:lnTo>
                  <a:lnTo>
                    <a:pt x="17398" y="63156"/>
                  </a:lnTo>
                  <a:lnTo>
                    <a:pt x="17523" y="63103"/>
                  </a:lnTo>
                  <a:lnTo>
                    <a:pt x="17559" y="63101"/>
                  </a:lnTo>
                  <a:lnTo>
                    <a:pt x="17566" y="63101"/>
                  </a:lnTo>
                  <a:lnTo>
                    <a:pt x="17577" y="63097"/>
                  </a:lnTo>
                  <a:lnTo>
                    <a:pt x="17885" y="62988"/>
                  </a:lnTo>
                  <a:lnTo>
                    <a:pt x="17962" y="62931"/>
                  </a:lnTo>
                  <a:lnTo>
                    <a:pt x="17973" y="62918"/>
                  </a:lnTo>
                  <a:lnTo>
                    <a:pt x="17979" y="62905"/>
                  </a:lnTo>
                  <a:lnTo>
                    <a:pt x="17981" y="62899"/>
                  </a:lnTo>
                  <a:lnTo>
                    <a:pt x="17981" y="62877"/>
                  </a:lnTo>
                  <a:lnTo>
                    <a:pt x="17981" y="62796"/>
                  </a:lnTo>
                  <a:lnTo>
                    <a:pt x="18038" y="62710"/>
                  </a:lnTo>
                  <a:lnTo>
                    <a:pt x="18150" y="62554"/>
                  </a:lnTo>
                  <a:lnTo>
                    <a:pt x="18376" y="62240"/>
                  </a:lnTo>
                  <a:lnTo>
                    <a:pt x="18385" y="62200"/>
                  </a:lnTo>
                  <a:lnTo>
                    <a:pt x="18388" y="62185"/>
                  </a:lnTo>
                  <a:lnTo>
                    <a:pt x="18388" y="62179"/>
                  </a:lnTo>
                  <a:lnTo>
                    <a:pt x="18387" y="62169"/>
                  </a:lnTo>
                  <a:lnTo>
                    <a:pt x="18182" y="62018"/>
                  </a:lnTo>
                  <a:lnTo>
                    <a:pt x="18246" y="61923"/>
                  </a:lnTo>
                  <a:lnTo>
                    <a:pt x="18319" y="61816"/>
                  </a:lnTo>
                  <a:lnTo>
                    <a:pt x="18421" y="61666"/>
                  </a:lnTo>
                  <a:lnTo>
                    <a:pt x="18638" y="61350"/>
                  </a:lnTo>
                  <a:lnTo>
                    <a:pt x="18647" y="61338"/>
                  </a:lnTo>
                  <a:lnTo>
                    <a:pt x="18659" y="61328"/>
                  </a:lnTo>
                  <a:lnTo>
                    <a:pt x="18671" y="61319"/>
                  </a:lnTo>
                  <a:lnTo>
                    <a:pt x="18681" y="61314"/>
                  </a:lnTo>
                  <a:lnTo>
                    <a:pt x="18692" y="61311"/>
                  </a:lnTo>
                  <a:lnTo>
                    <a:pt x="18708" y="61309"/>
                  </a:lnTo>
                  <a:lnTo>
                    <a:pt x="18730" y="61308"/>
                  </a:lnTo>
                  <a:lnTo>
                    <a:pt x="18767" y="61308"/>
                  </a:lnTo>
                  <a:lnTo>
                    <a:pt x="18956" y="61305"/>
                  </a:lnTo>
                  <a:lnTo>
                    <a:pt x="19217" y="61302"/>
                  </a:lnTo>
                  <a:lnTo>
                    <a:pt x="20055" y="61291"/>
                  </a:lnTo>
                  <a:lnTo>
                    <a:pt x="20083" y="61288"/>
                  </a:lnTo>
                  <a:lnTo>
                    <a:pt x="20093" y="61283"/>
                  </a:lnTo>
                  <a:lnTo>
                    <a:pt x="20182" y="61236"/>
                  </a:lnTo>
                  <a:lnTo>
                    <a:pt x="20248" y="61197"/>
                  </a:lnTo>
                  <a:lnTo>
                    <a:pt x="20254" y="61191"/>
                  </a:lnTo>
                  <a:lnTo>
                    <a:pt x="20274" y="61172"/>
                  </a:lnTo>
                  <a:lnTo>
                    <a:pt x="20281" y="61164"/>
                  </a:lnTo>
                  <a:lnTo>
                    <a:pt x="20286" y="61158"/>
                  </a:lnTo>
                  <a:lnTo>
                    <a:pt x="20347" y="61080"/>
                  </a:lnTo>
                  <a:lnTo>
                    <a:pt x="20381" y="61034"/>
                  </a:lnTo>
                  <a:lnTo>
                    <a:pt x="20462" y="60927"/>
                  </a:lnTo>
                  <a:lnTo>
                    <a:pt x="20430" y="60904"/>
                  </a:lnTo>
                  <a:lnTo>
                    <a:pt x="20380" y="60880"/>
                  </a:lnTo>
                  <a:lnTo>
                    <a:pt x="20232" y="60805"/>
                  </a:lnTo>
                  <a:lnTo>
                    <a:pt x="20214" y="60794"/>
                  </a:lnTo>
                  <a:lnTo>
                    <a:pt x="20211" y="60789"/>
                  </a:lnTo>
                  <a:lnTo>
                    <a:pt x="20222" y="60770"/>
                  </a:lnTo>
                  <a:lnTo>
                    <a:pt x="20238" y="60746"/>
                  </a:lnTo>
                  <a:lnTo>
                    <a:pt x="20290" y="60665"/>
                  </a:lnTo>
                  <a:lnTo>
                    <a:pt x="20361" y="60564"/>
                  </a:lnTo>
                  <a:lnTo>
                    <a:pt x="20431" y="60465"/>
                  </a:lnTo>
                  <a:lnTo>
                    <a:pt x="20600" y="60286"/>
                  </a:lnTo>
                  <a:lnTo>
                    <a:pt x="20697" y="60183"/>
                  </a:lnTo>
                  <a:lnTo>
                    <a:pt x="20922" y="59913"/>
                  </a:lnTo>
                  <a:lnTo>
                    <a:pt x="20985" y="59798"/>
                  </a:lnTo>
                  <a:lnTo>
                    <a:pt x="21052" y="59668"/>
                  </a:lnTo>
                  <a:lnTo>
                    <a:pt x="21064" y="59646"/>
                  </a:lnTo>
                  <a:lnTo>
                    <a:pt x="21107" y="59547"/>
                  </a:lnTo>
                  <a:lnTo>
                    <a:pt x="21107" y="59539"/>
                  </a:lnTo>
                  <a:lnTo>
                    <a:pt x="21107" y="59531"/>
                  </a:lnTo>
                  <a:lnTo>
                    <a:pt x="21108" y="59517"/>
                  </a:lnTo>
                  <a:lnTo>
                    <a:pt x="21135" y="59453"/>
                  </a:lnTo>
                  <a:lnTo>
                    <a:pt x="21246" y="59278"/>
                  </a:lnTo>
                  <a:lnTo>
                    <a:pt x="21252" y="59274"/>
                  </a:lnTo>
                  <a:lnTo>
                    <a:pt x="21305" y="59182"/>
                  </a:lnTo>
                  <a:lnTo>
                    <a:pt x="21449" y="58920"/>
                  </a:lnTo>
                  <a:lnTo>
                    <a:pt x="21457" y="58883"/>
                  </a:lnTo>
                  <a:lnTo>
                    <a:pt x="21463" y="58796"/>
                  </a:lnTo>
                  <a:lnTo>
                    <a:pt x="21216" y="58698"/>
                  </a:lnTo>
                  <a:lnTo>
                    <a:pt x="21208" y="58695"/>
                  </a:lnTo>
                  <a:lnTo>
                    <a:pt x="21144" y="58669"/>
                  </a:lnTo>
                  <a:lnTo>
                    <a:pt x="21139" y="58667"/>
                  </a:lnTo>
                  <a:lnTo>
                    <a:pt x="21007" y="58613"/>
                  </a:lnTo>
                  <a:lnTo>
                    <a:pt x="20859" y="58553"/>
                  </a:lnTo>
                  <a:lnTo>
                    <a:pt x="20852" y="58550"/>
                  </a:lnTo>
                  <a:lnTo>
                    <a:pt x="20490" y="58402"/>
                  </a:lnTo>
                  <a:lnTo>
                    <a:pt x="20394" y="58270"/>
                  </a:lnTo>
                  <a:lnTo>
                    <a:pt x="20482" y="58205"/>
                  </a:lnTo>
                  <a:lnTo>
                    <a:pt x="20595" y="58118"/>
                  </a:lnTo>
                  <a:lnTo>
                    <a:pt x="20664" y="57939"/>
                  </a:lnTo>
                  <a:lnTo>
                    <a:pt x="20741" y="57737"/>
                  </a:lnTo>
                  <a:lnTo>
                    <a:pt x="20780" y="57632"/>
                  </a:lnTo>
                  <a:lnTo>
                    <a:pt x="20798" y="57587"/>
                  </a:lnTo>
                  <a:lnTo>
                    <a:pt x="20905" y="57297"/>
                  </a:lnTo>
                  <a:lnTo>
                    <a:pt x="20979" y="57099"/>
                  </a:lnTo>
                  <a:lnTo>
                    <a:pt x="20984" y="57087"/>
                  </a:lnTo>
                  <a:lnTo>
                    <a:pt x="21013" y="57027"/>
                  </a:lnTo>
                  <a:lnTo>
                    <a:pt x="21509" y="55973"/>
                  </a:lnTo>
                  <a:lnTo>
                    <a:pt x="21578" y="55787"/>
                  </a:lnTo>
                  <a:lnTo>
                    <a:pt x="21749" y="55333"/>
                  </a:lnTo>
                  <a:lnTo>
                    <a:pt x="21755" y="55330"/>
                  </a:lnTo>
                  <a:lnTo>
                    <a:pt x="21996" y="55451"/>
                  </a:lnTo>
                  <a:lnTo>
                    <a:pt x="22004" y="55454"/>
                  </a:lnTo>
                  <a:lnTo>
                    <a:pt x="22028" y="55403"/>
                  </a:lnTo>
                  <a:lnTo>
                    <a:pt x="22086" y="55278"/>
                  </a:lnTo>
                  <a:lnTo>
                    <a:pt x="22095" y="55259"/>
                  </a:lnTo>
                  <a:lnTo>
                    <a:pt x="22242" y="54932"/>
                  </a:lnTo>
                  <a:lnTo>
                    <a:pt x="22341" y="54706"/>
                  </a:lnTo>
                  <a:lnTo>
                    <a:pt x="22396" y="54578"/>
                  </a:lnTo>
                  <a:lnTo>
                    <a:pt x="22459" y="54607"/>
                  </a:lnTo>
                  <a:lnTo>
                    <a:pt x="22476" y="54615"/>
                  </a:lnTo>
                  <a:lnTo>
                    <a:pt x="22501" y="54626"/>
                  </a:lnTo>
                  <a:lnTo>
                    <a:pt x="22547" y="54648"/>
                  </a:lnTo>
                  <a:lnTo>
                    <a:pt x="22323" y="55268"/>
                  </a:lnTo>
                  <a:lnTo>
                    <a:pt x="22333" y="55368"/>
                  </a:lnTo>
                  <a:lnTo>
                    <a:pt x="22271" y="55538"/>
                  </a:lnTo>
                  <a:lnTo>
                    <a:pt x="22265" y="55553"/>
                  </a:lnTo>
                  <a:lnTo>
                    <a:pt x="22256" y="55579"/>
                  </a:lnTo>
                  <a:lnTo>
                    <a:pt x="22192" y="55755"/>
                  </a:lnTo>
                  <a:lnTo>
                    <a:pt x="22124" y="55939"/>
                  </a:lnTo>
                  <a:lnTo>
                    <a:pt x="22072" y="56082"/>
                  </a:lnTo>
                  <a:lnTo>
                    <a:pt x="22055" y="56128"/>
                  </a:lnTo>
                  <a:lnTo>
                    <a:pt x="22025" y="56205"/>
                  </a:lnTo>
                  <a:lnTo>
                    <a:pt x="21918" y="56418"/>
                  </a:lnTo>
                  <a:lnTo>
                    <a:pt x="21913" y="56418"/>
                  </a:lnTo>
                  <a:lnTo>
                    <a:pt x="21754" y="56358"/>
                  </a:lnTo>
                  <a:lnTo>
                    <a:pt x="21712" y="56342"/>
                  </a:lnTo>
                  <a:lnTo>
                    <a:pt x="21697" y="56336"/>
                  </a:lnTo>
                  <a:lnTo>
                    <a:pt x="21637" y="56313"/>
                  </a:lnTo>
                  <a:lnTo>
                    <a:pt x="21550" y="56274"/>
                  </a:lnTo>
                  <a:lnTo>
                    <a:pt x="21511" y="56376"/>
                  </a:lnTo>
                  <a:lnTo>
                    <a:pt x="21214" y="57179"/>
                  </a:lnTo>
                  <a:lnTo>
                    <a:pt x="20984" y="57858"/>
                  </a:lnTo>
                  <a:lnTo>
                    <a:pt x="21004" y="57866"/>
                  </a:lnTo>
                  <a:lnTo>
                    <a:pt x="21153" y="57927"/>
                  </a:lnTo>
                  <a:lnTo>
                    <a:pt x="21251" y="57968"/>
                  </a:lnTo>
                  <a:lnTo>
                    <a:pt x="21262" y="57939"/>
                  </a:lnTo>
                  <a:lnTo>
                    <a:pt x="21403" y="57553"/>
                  </a:lnTo>
                  <a:lnTo>
                    <a:pt x="21435" y="57467"/>
                  </a:lnTo>
                  <a:lnTo>
                    <a:pt x="21473" y="57363"/>
                  </a:lnTo>
                  <a:lnTo>
                    <a:pt x="21617" y="56963"/>
                  </a:lnTo>
                  <a:lnTo>
                    <a:pt x="21647" y="56976"/>
                  </a:lnTo>
                  <a:lnTo>
                    <a:pt x="21775" y="57029"/>
                  </a:lnTo>
                  <a:lnTo>
                    <a:pt x="21847" y="57059"/>
                  </a:lnTo>
                  <a:lnTo>
                    <a:pt x="22094" y="57532"/>
                  </a:lnTo>
                  <a:lnTo>
                    <a:pt x="22160" y="57551"/>
                  </a:lnTo>
                  <a:lnTo>
                    <a:pt x="22275" y="57434"/>
                  </a:lnTo>
                  <a:lnTo>
                    <a:pt x="22284" y="57422"/>
                  </a:lnTo>
                  <a:lnTo>
                    <a:pt x="22290" y="57408"/>
                  </a:lnTo>
                  <a:lnTo>
                    <a:pt x="22208" y="57295"/>
                  </a:lnTo>
                  <a:lnTo>
                    <a:pt x="22063" y="56876"/>
                  </a:lnTo>
                  <a:lnTo>
                    <a:pt x="22082" y="56822"/>
                  </a:lnTo>
                  <a:lnTo>
                    <a:pt x="22107" y="56756"/>
                  </a:lnTo>
                  <a:lnTo>
                    <a:pt x="22358" y="56091"/>
                  </a:lnTo>
                  <a:lnTo>
                    <a:pt x="22802" y="54920"/>
                  </a:lnTo>
                  <a:lnTo>
                    <a:pt x="22974" y="54990"/>
                  </a:lnTo>
                  <a:lnTo>
                    <a:pt x="23062" y="55160"/>
                  </a:lnTo>
                  <a:lnTo>
                    <a:pt x="23044" y="55210"/>
                  </a:lnTo>
                  <a:lnTo>
                    <a:pt x="22870" y="55670"/>
                  </a:lnTo>
                  <a:lnTo>
                    <a:pt x="22839" y="55751"/>
                  </a:lnTo>
                  <a:lnTo>
                    <a:pt x="22844" y="55761"/>
                  </a:lnTo>
                  <a:lnTo>
                    <a:pt x="22898" y="55873"/>
                  </a:lnTo>
                  <a:lnTo>
                    <a:pt x="22915" y="55879"/>
                  </a:lnTo>
                  <a:lnTo>
                    <a:pt x="22945" y="55877"/>
                  </a:lnTo>
                  <a:lnTo>
                    <a:pt x="22951" y="55877"/>
                  </a:lnTo>
                  <a:lnTo>
                    <a:pt x="22971" y="55868"/>
                  </a:lnTo>
                  <a:lnTo>
                    <a:pt x="23068" y="55752"/>
                  </a:lnTo>
                  <a:lnTo>
                    <a:pt x="23073" y="55745"/>
                  </a:lnTo>
                  <a:lnTo>
                    <a:pt x="23150" y="55528"/>
                  </a:lnTo>
                  <a:lnTo>
                    <a:pt x="23162" y="55490"/>
                  </a:lnTo>
                  <a:lnTo>
                    <a:pt x="23264" y="55092"/>
                  </a:lnTo>
                  <a:lnTo>
                    <a:pt x="23217" y="55000"/>
                  </a:lnTo>
                  <a:lnTo>
                    <a:pt x="23182" y="54933"/>
                  </a:lnTo>
                  <a:lnTo>
                    <a:pt x="23130" y="54832"/>
                  </a:lnTo>
                  <a:lnTo>
                    <a:pt x="23065" y="54705"/>
                  </a:lnTo>
                  <a:lnTo>
                    <a:pt x="23106" y="54589"/>
                  </a:lnTo>
                  <a:lnTo>
                    <a:pt x="23598" y="54523"/>
                  </a:lnTo>
                  <a:lnTo>
                    <a:pt x="23563" y="54358"/>
                  </a:lnTo>
                  <a:lnTo>
                    <a:pt x="23038" y="54426"/>
                  </a:lnTo>
                  <a:lnTo>
                    <a:pt x="22930" y="54425"/>
                  </a:lnTo>
                  <a:lnTo>
                    <a:pt x="22860" y="54305"/>
                  </a:lnTo>
                  <a:lnTo>
                    <a:pt x="22888" y="54243"/>
                  </a:lnTo>
                  <a:lnTo>
                    <a:pt x="22890" y="54219"/>
                  </a:lnTo>
                  <a:lnTo>
                    <a:pt x="22910" y="54023"/>
                  </a:lnTo>
                  <a:lnTo>
                    <a:pt x="22889" y="54011"/>
                  </a:lnTo>
                  <a:lnTo>
                    <a:pt x="22685" y="53896"/>
                  </a:lnTo>
                  <a:lnTo>
                    <a:pt x="22835" y="53755"/>
                  </a:lnTo>
                  <a:lnTo>
                    <a:pt x="23045" y="53557"/>
                  </a:lnTo>
                  <a:lnTo>
                    <a:pt x="23148" y="53322"/>
                  </a:lnTo>
                  <a:lnTo>
                    <a:pt x="23240" y="53110"/>
                  </a:lnTo>
                  <a:lnTo>
                    <a:pt x="23302" y="52978"/>
                  </a:lnTo>
                  <a:lnTo>
                    <a:pt x="23307" y="52977"/>
                  </a:lnTo>
                  <a:lnTo>
                    <a:pt x="23316" y="52982"/>
                  </a:lnTo>
                  <a:lnTo>
                    <a:pt x="23389" y="53025"/>
                  </a:lnTo>
                  <a:lnTo>
                    <a:pt x="23576" y="53136"/>
                  </a:lnTo>
                  <a:lnTo>
                    <a:pt x="23709" y="53214"/>
                  </a:lnTo>
                  <a:lnTo>
                    <a:pt x="23845" y="53297"/>
                  </a:lnTo>
                  <a:lnTo>
                    <a:pt x="24129" y="53466"/>
                  </a:lnTo>
                  <a:lnTo>
                    <a:pt x="24163" y="53467"/>
                  </a:lnTo>
                  <a:lnTo>
                    <a:pt x="24192" y="53467"/>
                  </a:lnTo>
                  <a:lnTo>
                    <a:pt x="24295" y="53389"/>
                  </a:lnTo>
                  <a:lnTo>
                    <a:pt x="24339" y="53323"/>
                  </a:lnTo>
                  <a:lnTo>
                    <a:pt x="24385" y="53120"/>
                  </a:lnTo>
                  <a:lnTo>
                    <a:pt x="24511" y="52401"/>
                  </a:lnTo>
                  <a:lnTo>
                    <a:pt x="24482" y="52307"/>
                  </a:lnTo>
                  <a:lnTo>
                    <a:pt x="24458" y="52244"/>
                  </a:lnTo>
                  <a:lnTo>
                    <a:pt x="24429" y="52183"/>
                  </a:lnTo>
                  <a:lnTo>
                    <a:pt x="24503" y="52017"/>
                  </a:lnTo>
                  <a:lnTo>
                    <a:pt x="24556" y="51875"/>
                  </a:lnTo>
                  <a:lnTo>
                    <a:pt x="24715" y="51559"/>
                  </a:lnTo>
                  <a:lnTo>
                    <a:pt x="24984" y="51028"/>
                  </a:lnTo>
                  <a:lnTo>
                    <a:pt x="25037" y="50951"/>
                  </a:lnTo>
                  <a:lnTo>
                    <a:pt x="25056" y="50927"/>
                  </a:lnTo>
                  <a:lnTo>
                    <a:pt x="25074" y="50906"/>
                  </a:lnTo>
                  <a:lnTo>
                    <a:pt x="25095" y="50888"/>
                  </a:lnTo>
                  <a:lnTo>
                    <a:pt x="25113" y="50875"/>
                  </a:lnTo>
                  <a:lnTo>
                    <a:pt x="25157" y="50846"/>
                  </a:lnTo>
                  <a:lnTo>
                    <a:pt x="25167" y="50841"/>
                  </a:lnTo>
                  <a:lnTo>
                    <a:pt x="25175" y="50840"/>
                  </a:lnTo>
                  <a:lnTo>
                    <a:pt x="25183" y="50844"/>
                  </a:lnTo>
                  <a:lnTo>
                    <a:pt x="25195" y="50850"/>
                  </a:lnTo>
                  <a:lnTo>
                    <a:pt x="25245" y="50787"/>
                  </a:lnTo>
                  <a:lnTo>
                    <a:pt x="25297" y="50722"/>
                  </a:lnTo>
                  <a:lnTo>
                    <a:pt x="25392" y="50620"/>
                  </a:lnTo>
                  <a:lnTo>
                    <a:pt x="25445" y="50564"/>
                  </a:lnTo>
                  <a:lnTo>
                    <a:pt x="25635" y="50365"/>
                  </a:lnTo>
                  <a:lnTo>
                    <a:pt x="25802" y="50156"/>
                  </a:lnTo>
                  <a:lnTo>
                    <a:pt x="25902" y="50032"/>
                  </a:lnTo>
                  <a:lnTo>
                    <a:pt x="25886" y="49930"/>
                  </a:lnTo>
                  <a:lnTo>
                    <a:pt x="25844" y="49854"/>
                  </a:lnTo>
                  <a:lnTo>
                    <a:pt x="25839" y="49807"/>
                  </a:lnTo>
                  <a:lnTo>
                    <a:pt x="25835" y="49713"/>
                  </a:lnTo>
                  <a:lnTo>
                    <a:pt x="25839" y="49687"/>
                  </a:lnTo>
                  <a:lnTo>
                    <a:pt x="25847" y="49640"/>
                  </a:lnTo>
                  <a:lnTo>
                    <a:pt x="25852" y="49612"/>
                  </a:lnTo>
                  <a:lnTo>
                    <a:pt x="25856" y="49595"/>
                  </a:lnTo>
                  <a:lnTo>
                    <a:pt x="25860" y="49584"/>
                  </a:lnTo>
                  <a:lnTo>
                    <a:pt x="26093" y="49054"/>
                  </a:lnTo>
                  <a:lnTo>
                    <a:pt x="26133" y="48997"/>
                  </a:lnTo>
                  <a:lnTo>
                    <a:pt x="26202" y="48816"/>
                  </a:lnTo>
                  <a:lnTo>
                    <a:pt x="26229" y="48706"/>
                  </a:lnTo>
                  <a:lnTo>
                    <a:pt x="26255" y="48604"/>
                  </a:lnTo>
                  <a:lnTo>
                    <a:pt x="26392" y="48424"/>
                  </a:lnTo>
                  <a:lnTo>
                    <a:pt x="26619" y="48127"/>
                  </a:lnTo>
                  <a:lnTo>
                    <a:pt x="26680" y="48035"/>
                  </a:lnTo>
                  <a:lnTo>
                    <a:pt x="26687" y="48023"/>
                  </a:lnTo>
                  <a:lnTo>
                    <a:pt x="26733" y="47933"/>
                  </a:lnTo>
                  <a:lnTo>
                    <a:pt x="26804" y="47795"/>
                  </a:lnTo>
                  <a:lnTo>
                    <a:pt x="26992" y="47430"/>
                  </a:lnTo>
                  <a:lnTo>
                    <a:pt x="26998" y="47420"/>
                  </a:lnTo>
                  <a:lnTo>
                    <a:pt x="27002" y="47416"/>
                  </a:lnTo>
                  <a:lnTo>
                    <a:pt x="27008" y="47411"/>
                  </a:lnTo>
                  <a:lnTo>
                    <a:pt x="27163" y="47332"/>
                  </a:lnTo>
                  <a:lnTo>
                    <a:pt x="27227" y="47263"/>
                  </a:lnTo>
                  <a:lnTo>
                    <a:pt x="27305" y="47178"/>
                  </a:lnTo>
                  <a:lnTo>
                    <a:pt x="27318" y="47161"/>
                  </a:lnTo>
                  <a:lnTo>
                    <a:pt x="27355" y="47098"/>
                  </a:lnTo>
                  <a:lnTo>
                    <a:pt x="27393" y="47033"/>
                  </a:lnTo>
                  <a:lnTo>
                    <a:pt x="27408" y="47007"/>
                  </a:lnTo>
                  <a:lnTo>
                    <a:pt x="27560" y="46699"/>
                  </a:lnTo>
                  <a:lnTo>
                    <a:pt x="27690" y="46414"/>
                  </a:lnTo>
                  <a:lnTo>
                    <a:pt x="27729" y="46359"/>
                  </a:lnTo>
                  <a:lnTo>
                    <a:pt x="27860" y="46169"/>
                  </a:lnTo>
                  <a:lnTo>
                    <a:pt x="27921" y="46082"/>
                  </a:lnTo>
                  <a:lnTo>
                    <a:pt x="27948" y="46042"/>
                  </a:lnTo>
                  <a:lnTo>
                    <a:pt x="27952" y="46037"/>
                  </a:lnTo>
                  <a:lnTo>
                    <a:pt x="27967" y="46024"/>
                  </a:lnTo>
                  <a:lnTo>
                    <a:pt x="27976" y="46017"/>
                  </a:lnTo>
                  <a:lnTo>
                    <a:pt x="28005" y="45994"/>
                  </a:lnTo>
                  <a:lnTo>
                    <a:pt x="28015" y="45986"/>
                  </a:lnTo>
                  <a:lnTo>
                    <a:pt x="28063" y="45980"/>
                  </a:lnTo>
                  <a:lnTo>
                    <a:pt x="28217" y="45961"/>
                  </a:lnTo>
                  <a:lnTo>
                    <a:pt x="28260" y="45956"/>
                  </a:lnTo>
                  <a:lnTo>
                    <a:pt x="28289" y="45972"/>
                  </a:lnTo>
                  <a:lnTo>
                    <a:pt x="28357" y="45884"/>
                  </a:lnTo>
                  <a:lnTo>
                    <a:pt x="28852" y="45257"/>
                  </a:lnTo>
                  <a:lnTo>
                    <a:pt x="28869" y="45231"/>
                  </a:lnTo>
                  <a:lnTo>
                    <a:pt x="28929" y="45138"/>
                  </a:lnTo>
                  <a:lnTo>
                    <a:pt x="28987" y="45049"/>
                  </a:lnTo>
                  <a:lnTo>
                    <a:pt x="29187" y="44740"/>
                  </a:lnTo>
                  <a:lnTo>
                    <a:pt x="29192" y="44734"/>
                  </a:lnTo>
                  <a:lnTo>
                    <a:pt x="29828" y="43654"/>
                  </a:lnTo>
                  <a:lnTo>
                    <a:pt x="29885" y="43541"/>
                  </a:lnTo>
                  <a:lnTo>
                    <a:pt x="30054" y="43204"/>
                  </a:lnTo>
                  <a:lnTo>
                    <a:pt x="30122" y="43067"/>
                  </a:lnTo>
                  <a:lnTo>
                    <a:pt x="30210" y="42903"/>
                  </a:lnTo>
                  <a:lnTo>
                    <a:pt x="30771" y="41854"/>
                  </a:lnTo>
                  <a:lnTo>
                    <a:pt x="30879" y="41652"/>
                  </a:lnTo>
                  <a:lnTo>
                    <a:pt x="30940" y="41484"/>
                  </a:lnTo>
                  <a:lnTo>
                    <a:pt x="31065" y="41142"/>
                  </a:lnTo>
                  <a:lnTo>
                    <a:pt x="31070" y="41127"/>
                  </a:lnTo>
                  <a:lnTo>
                    <a:pt x="31212" y="40635"/>
                  </a:lnTo>
                  <a:lnTo>
                    <a:pt x="31219" y="40576"/>
                  </a:lnTo>
                  <a:lnTo>
                    <a:pt x="31222" y="40544"/>
                  </a:lnTo>
                  <a:lnTo>
                    <a:pt x="31222" y="40536"/>
                  </a:lnTo>
                  <a:lnTo>
                    <a:pt x="31410" y="40074"/>
                  </a:lnTo>
                  <a:lnTo>
                    <a:pt x="31413" y="40067"/>
                  </a:lnTo>
                  <a:lnTo>
                    <a:pt x="31464" y="39944"/>
                  </a:lnTo>
                  <a:lnTo>
                    <a:pt x="31637" y="39564"/>
                  </a:lnTo>
                  <a:lnTo>
                    <a:pt x="31707" y="39405"/>
                  </a:lnTo>
                  <a:lnTo>
                    <a:pt x="31748" y="39313"/>
                  </a:lnTo>
                  <a:lnTo>
                    <a:pt x="31755" y="39296"/>
                  </a:lnTo>
                  <a:lnTo>
                    <a:pt x="31785" y="39177"/>
                  </a:lnTo>
                  <a:lnTo>
                    <a:pt x="31872" y="38947"/>
                  </a:lnTo>
                  <a:lnTo>
                    <a:pt x="32002" y="38348"/>
                  </a:lnTo>
                  <a:lnTo>
                    <a:pt x="32004" y="38343"/>
                  </a:lnTo>
                  <a:lnTo>
                    <a:pt x="32006" y="38338"/>
                  </a:lnTo>
                  <a:lnTo>
                    <a:pt x="32013" y="38325"/>
                  </a:lnTo>
                  <a:lnTo>
                    <a:pt x="32287" y="37771"/>
                  </a:lnTo>
                  <a:lnTo>
                    <a:pt x="32389" y="37579"/>
                  </a:lnTo>
                  <a:lnTo>
                    <a:pt x="32543" y="37322"/>
                  </a:lnTo>
                  <a:lnTo>
                    <a:pt x="32554" y="37304"/>
                  </a:lnTo>
                  <a:lnTo>
                    <a:pt x="32567" y="37283"/>
                  </a:lnTo>
                  <a:lnTo>
                    <a:pt x="32571" y="37277"/>
                  </a:lnTo>
                  <a:lnTo>
                    <a:pt x="32576" y="37269"/>
                  </a:lnTo>
                  <a:lnTo>
                    <a:pt x="32583" y="37261"/>
                  </a:lnTo>
                  <a:lnTo>
                    <a:pt x="32590" y="37253"/>
                  </a:lnTo>
                  <a:lnTo>
                    <a:pt x="32640" y="37202"/>
                  </a:lnTo>
                  <a:lnTo>
                    <a:pt x="32645" y="37197"/>
                  </a:lnTo>
                  <a:lnTo>
                    <a:pt x="32652" y="37191"/>
                  </a:lnTo>
                  <a:lnTo>
                    <a:pt x="32669" y="37177"/>
                  </a:lnTo>
                  <a:lnTo>
                    <a:pt x="32674" y="37174"/>
                  </a:lnTo>
                  <a:lnTo>
                    <a:pt x="32709" y="37151"/>
                  </a:lnTo>
                  <a:lnTo>
                    <a:pt x="32717" y="37147"/>
                  </a:lnTo>
                  <a:lnTo>
                    <a:pt x="32730" y="37142"/>
                  </a:lnTo>
                  <a:lnTo>
                    <a:pt x="33100" y="36990"/>
                  </a:lnTo>
                  <a:lnTo>
                    <a:pt x="33113" y="36985"/>
                  </a:lnTo>
                  <a:lnTo>
                    <a:pt x="33120" y="36983"/>
                  </a:lnTo>
                  <a:lnTo>
                    <a:pt x="33247" y="36967"/>
                  </a:lnTo>
                  <a:lnTo>
                    <a:pt x="33626" y="36919"/>
                  </a:lnTo>
                  <a:lnTo>
                    <a:pt x="33970" y="36864"/>
                  </a:lnTo>
                  <a:lnTo>
                    <a:pt x="33975" y="36861"/>
                  </a:lnTo>
                  <a:lnTo>
                    <a:pt x="34016" y="36840"/>
                  </a:lnTo>
                  <a:lnTo>
                    <a:pt x="34024" y="36837"/>
                  </a:lnTo>
                  <a:lnTo>
                    <a:pt x="34106" y="36840"/>
                  </a:lnTo>
                  <a:lnTo>
                    <a:pt x="34221" y="36856"/>
                  </a:lnTo>
                  <a:lnTo>
                    <a:pt x="34238" y="36862"/>
                  </a:lnTo>
                  <a:lnTo>
                    <a:pt x="34428" y="36938"/>
                  </a:lnTo>
                  <a:lnTo>
                    <a:pt x="34450" y="36949"/>
                  </a:lnTo>
                  <a:lnTo>
                    <a:pt x="34551" y="37018"/>
                  </a:lnTo>
                  <a:lnTo>
                    <a:pt x="34569" y="37031"/>
                  </a:lnTo>
                  <a:lnTo>
                    <a:pt x="34578" y="37039"/>
                  </a:lnTo>
                  <a:lnTo>
                    <a:pt x="34605" y="37068"/>
                  </a:lnTo>
                  <a:lnTo>
                    <a:pt x="34614" y="37083"/>
                  </a:lnTo>
                  <a:lnTo>
                    <a:pt x="34624" y="37101"/>
                  </a:lnTo>
                  <a:lnTo>
                    <a:pt x="34636" y="37116"/>
                  </a:lnTo>
                  <a:lnTo>
                    <a:pt x="34658" y="37142"/>
                  </a:lnTo>
                  <a:lnTo>
                    <a:pt x="34675" y="37153"/>
                  </a:lnTo>
                  <a:lnTo>
                    <a:pt x="34694" y="37159"/>
                  </a:lnTo>
                  <a:lnTo>
                    <a:pt x="34721" y="37164"/>
                  </a:lnTo>
                  <a:lnTo>
                    <a:pt x="34865" y="37114"/>
                  </a:lnTo>
                  <a:lnTo>
                    <a:pt x="34869" y="37074"/>
                  </a:lnTo>
                  <a:lnTo>
                    <a:pt x="34801" y="36993"/>
                  </a:lnTo>
                  <a:lnTo>
                    <a:pt x="34752" y="36934"/>
                  </a:lnTo>
                  <a:lnTo>
                    <a:pt x="34731" y="36901"/>
                  </a:lnTo>
                  <a:lnTo>
                    <a:pt x="34722" y="36881"/>
                  </a:lnTo>
                  <a:lnTo>
                    <a:pt x="34715" y="36864"/>
                  </a:lnTo>
                  <a:lnTo>
                    <a:pt x="34712" y="36853"/>
                  </a:lnTo>
                  <a:lnTo>
                    <a:pt x="34710" y="36840"/>
                  </a:lnTo>
                  <a:lnTo>
                    <a:pt x="34711" y="36818"/>
                  </a:lnTo>
                  <a:lnTo>
                    <a:pt x="34712" y="36801"/>
                  </a:lnTo>
                  <a:lnTo>
                    <a:pt x="34703" y="36786"/>
                  </a:lnTo>
                  <a:lnTo>
                    <a:pt x="34670" y="36730"/>
                  </a:lnTo>
                  <a:lnTo>
                    <a:pt x="34528" y="36585"/>
                  </a:lnTo>
                  <a:lnTo>
                    <a:pt x="34455" y="36514"/>
                  </a:lnTo>
                  <a:lnTo>
                    <a:pt x="34398" y="36466"/>
                  </a:lnTo>
                  <a:lnTo>
                    <a:pt x="34359" y="36437"/>
                  </a:lnTo>
                  <a:lnTo>
                    <a:pt x="34307" y="36401"/>
                  </a:lnTo>
                  <a:lnTo>
                    <a:pt x="34275" y="36384"/>
                  </a:lnTo>
                  <a:lnTo>
                    <a:pt x="34223" y="36364"/>
                  </a:lnTo>
                  <a:lnTo>
                    <a:pt x="34192" y="36355"/>
                  </a:lnTo>
                  <a:lnTo>
                    <a:pt x="34172" y="36350"/>
                  </a:lnTo>
                  <a:lnTo>
                    <a:pt x="34140" y="36335"/>
                  </a:lnTo>
                  <a:lnTo>
                    <a:pt x="34100" y="36315"/>
                  </a:lnTo>
                  <a:lnTo>
                    <a:pt x="34093" y="36310"/>
                  </a:lnTo>
                  <a:lnTo>
                    <a:pt x="34086" y="36300"/>
                  </a:lnTo>
                  <a:lnTo>
                    <a:pt x="34084" y="36289"/>
                  </a:lnTo>
                  <a:lnTo>
                    <a:pt x="34086" y="36282"/>
                  </a:lnTo>
                  <a:lnTo>
                    <a:pt x="34089" y="36275"/>
                  </a:lnTo>
                  <a:lnTo>
                    <a:pt x="34108" y="36241"/>
                  </a:lnTo>
                  <a:lnTo>
                    <a:pt x="34136" y="36194"/>
                  </a:lnTo>
                  <a:lnTo>
                    <a:pt x="34249" y="36003"/>
                  </a:lnTo>
                  <a:lnTo>
                    <a:pt x="34254" y="35993"/>
                  </a:lnTo>
                  <a:lnTo>
                    <a:pt x="34258" y="35987"/>
                  </a:lnTo>
                  <a:lnTo>
                    <a:pt x="34340" y="35807"/>
                  </a:lnTo>
                  <a:lnTo>
                    <a:pt x="34473" y="35366"/>
                  </a:lnTo>
                  <a:lnTo>
                    <a:pt x="34484" y="35330"/>
                  </a:lnTo>
                  <a:lnTo>
                    <a:pt x="34609" y="35158"/>
                  </a:lnTo>
                  <a:lnTo>
                    <a:pt x="35056" y="34616"/>
                  </a:lnTo>
                  <a:lnTo>
                    <a:pt x="35089" y="34576"/>
                  </a:lnTo>
                  <a:lnTo>
                    <a:pt x="35196" y="34454"/>
                  </a:lnTo>
                  <a:lnTo>
                    <a:pt x="35228" y="34358"/>
                  </a:lnTo>
                  <a:lnTo>
                    <a:pt x="35241" y="34318"/>
                  </a:lnTo>
                  <a:lnTo>
                    <a:pt x="35246" y="34307"/>
                  </a:lnTo>
                  <a:lnTo>
                    <a:pt x="35256" y="34297"/>
                  </a:lnTo>
                  <a:lnTo>
                    <a:pt x="35265" y="34290"/>
                  </a:lnTo>
                  <a:lnTo>
                    <a:pt x="35308" y="34269"/>
                  </a:lnTo>
                  <a:lnTo>
                    <a:pt x="35355" y="34249"/>
                  </a:lnTo>
                  <a:lnTo>
                    <a:pt x="35382" y="34237"/>
                  </a:lnTo>
                  <a:lnTo>
                    <a:pt x="35395" y="34233"/>
                  </a:lnTo>
                  <a:lnTo>
                    <a:pt x="35404" y="34230"/>
                  </a:lnTo>
                  <a:lnTo>
                    <a:pt x="35461" y="34219"/>
                  </a:lnTo>
                  <a:lnTo>
                    <a:pt x="35491" y="34213"/>
                  </a:lnTo>
                  <a:lnTo>
                    <a:pt x="35598" y="34195"/>
                  </a:lnTo>
                  <a:lnTo>
                    <a:pt x="35692" y="34188"/>
                  </a:lnTo>
                  <a:lnTo>
                    <a:pt x="35785" y="34180"/>
                  </a:lnTo>
                  <a:lnTo>
                    <a:pt x="35816" y="34175"/>
                  </a:lnTo>
                  <a:lnTo>
                    <a:pt x="35862" y="34169"/>
                  </a:lnTo>
                  <a:lnTo>
                    <a:pt x="35926" y="34156"/>
                  </a:lnTo>
                  <a:lnTo>
                    <a:pt x="35941" y="34153"/>
                  </a:lnTo>
                  <a:lnTo>
                    <a:pt x="36046" y="34133"/>
                  </a:lnTo>
                  <a:lnTo>
                    <a:pt x="36153" y="34110"/>
                  </a:lnTo>
                  <a:lnTo>
                    <a:pt x="36416" y="34055"/>
                  </a:lnTo>
                  <a:lnTo>
                    <a:pt x="36487" y="34040"/>
                  </a:lnTo>
                  <a:lnTo>
                    <a:pt x="36492" y="34034"/>
                  </a:lnTo>
                  <a:lnTo>
                    <a:pt x="36497" y="34030"/>
                  </a:lnTo>
                  <a:lnTo>
                    <a:pt x="36518" y="34017"/>
                  </a:lnTo>
                  <a:lnTo>
                    <a:pt x="36527" y="34012"/>
                  </a:lnTo>
                  <a:lnTo>
                    <a:pt x="36538" y="34008"/>
                  </a:lnTo>
                  <a:lnTo>
                    <a:pt x="36682" y="33954"/>
                  </a:lnTo>
                  <a:lnTo>
                    <a:pt x="36736" y="33936"/>
                  </a:lnTo>
                  <a:lnTo>
                    <a:pt x="36779" y="33921"/>
                  </a:lnTo>
                  <a:lnTo>
                    <a:pt x="36915" y="33877"/>
                  </a:lnTo>
                  <a:lnTo>
                    <a:pt x="36926" y="33876"/>
                  </a:lnTo>
                  <a:lnTo>
                    <a:pt x="37029" y="33866"/>
                  </a:lnTo>
                  <a:lnTo>
                    <a:pt x="37045" y="33865"/>
                  </a:lnTo>
                  <a:lnTo>
                    <a:pt x="37439" y="33710"/>
                  </a:lnTo>
                  <a:lnTo>
                    <a:pt x="37577" y="33646"/>
                  </a:lnTo>
                  <a:lnTo>
                    <a:pt x="37640" y="33512"/>
                  </a:lnTo>
                  <a:lnTo>
                    <a:pt x="37701" y="33411"/>
                  </a:lnTo>
                  <a:lnTo>
                    <a:pt x="37739" y="33353"/>
                  </a:lnTo>
                  <a:lnTo>
                    <a:pt x="37773" y="33313"/>
                  </a:lnTo>
                  <a:lnTo>
                    <a:pt x="37794" y="33287"/>
                  </a:lnTo>
                  <a:lnTo>
                    <a:pt x="37799" y="33282"/>
                  </a:lnTo>
                  <a:lnTo>
                    <a:pt x="37822" y="33265"/>
                  </a:lnTo>
                  <a:lnTo>
                    <a:pt x="37857" y="33239"/>
                  </a:lnTo>
                  <a:lnTo>
                    <a:pt x="37896" y="33208"/>
                  </a:lnTo>
                  <a:lnTo>
                    <a:pt x="37953" y="33160"/>
                  </a:lnTo>
                  <a:lnTo>
                    <a:pt x="37968" y="33147"/>
                  </a:lnTo>
                  <a:lnTo>
                    <a:pt x="37975" y="33141"/>
                  </a:lnTo>
                  <a:lnTo>
                    <a:pt x="37986" y="33132"/>
                  </a:lnTo>
                  <a:lnTo>
                    <a:pt x="38054" y="33070"/>
                  </a:lnTo>
                  <a:lnTo>
                    <a:pt x="38222" y="32917"/>
                  </a:lnTo>
                  <a:lnTo>
                    <a:pt x="38338" y="32810"/>
                  </a:lnTo>
                  <a:lnTo>
                    <a:pt x="38478" y="32676"/>
                  </a:lnTo>
                  <a:lnTo>
                    <a:pt x="39016" y="32133"/>
                  </a:lnTo>
                  <a:lnTo>
                    <a:pt x="39123" y="31739"/>
                  </a:lnTo>
                  <a:lnTo>
                    <a:pt x="39137" y="31685"/>
                  </a:lnTo>
                  <a:lnTo>
                    <a:pt x="39169" y="31417"/>
                  </a:lnTo>
                  <a:lnTo>
                    <a:pt x="39190" y="31243"/>
                  </a:lnTo>
                  <a:lnTo>
                    <a:pt x="39198" y="31217"/>
                  </a:lnTo>
                  <a:lnTo>
                    <a:pt x="39273" y="30987"/>
                  </a:lnTo>
                  <a:lnTo>
                    <a:pt x="39296" y="30918"/>
                  </a:lnTo>
                  <a:lnTo>
                    <a:pt x="39299" y="30910"/>
                  </a:lnTo>
                  <a:lnTo>
                    <a:pt x="39302" y="30904"/>
                  </a:lnTo>
                  <a:lnTo>
                    <a:pt x="39307" y="30896"/>
                  </a:lnTo>
                  <a:lnTo>
                    <a:pt x="39314" y="30885"/>
                  </a:lnTo>
                  <a:lnTo>
                    <a:pt x="39324" y="30873"/>
                  </a:lnTo>
                  <a:lnTo>
                    <a:pt x="39329" y="30867"/>
                  </a:lnTo>
                  <a:lnTo>
                    <a:pt x="39337" y="30860"/>
                  </a:lnTo>
                  <a:lnTo>
                    <a:pt x="39352" y="30846"/>
                  </a:lnTo>
                  <a:lnTo>
                    <a:pt x="39368" y="30834"/>
                  </a:lnTo>
                  <a:lnTo>
                    <a:pt x="39377" y="30829"/>
                  </a:lnTo>
                  <a:lnTo>
                    <a:pt x="39405" y="30808"/>
                  </a:lnTo>
                  <a:lnTo>
                    <a:pt x="39444" y="30778"/>
                  </a:lnTo>
                  <a:lnTo>
                    <a:pt x="39515" y="30719"/>
                  </a:lnTo>
                  <a:lnTo>
                    <a:pt x="39673" y="30584"/>
                  </a:lnTo>
                  <a:lnTo>
                    <a:pt x="39714" y="30550"/>
                  </a:lnTo>
                  <a:lnTo>
                    <a:pt x="39757" y="30512"/>
                  </a:lnTo>
                  <a:lnTo>
                    <a:pt x="39819" y="30457"/>
                  </a:lnTo>
                  <a:lnTo>
                    <a:pt x="39853" y="30425"/>
                  </a:lnTo>
                  <a:lnTo>
                    <a:pt x="39978" y="30307"/>
                  </a:lnTo>
                  <a:lnTo>
                    <a:pt x="40033" y="30254"/>
                  </a:lnTo>
                  <a:lnTo>
                    <a:pt x="40059" y="30229"/>
                  </a:lnTo>
                  <a:lnTo>
                    <a:pt x="40088" y="30193"/>
                  </a:lnTo>
                  <a:lnTo>
                    <a:pt x="40191" y="30102"/>
                  </a:lnTo>
                  <a:lnTo>
                    <a:pt x="40304" y="30003"/>
                  </a:lnTo>
                  <a:lnTo>
                    <a:pt x="40476" y="29865"/>
                  </a:lnTo>
                  <a:lnTo>
                    <a:pt x="40582" y="29792"/>
                  </a:lnTo>
                  <a:lnTo>
                    <a:pt x="40708" y="29707"/>
                  </a:lnTo>
                  <a:lnTo>
                    <a:pt x="40740" y="29697"/>
                  </a:lnTo>
                  <a:lnTo>
                    <a:pt x="40923" y="29717"/>
                  </a:lnTo>
                  <a:lnTo>
                    <a:pt x="41049" y="29672"/>
                  </a:lnTo>
                  <a:lnTo>
                    <a:pt x="41069" y="29665"/>
                  </a:lnTo>
                  <a:lnTo>
                    <a:pt x="41103" y="29611"/>
                  </a:lnTo>
                  <a:lnTo>
                    <a:pt x="41116" y="29580"/>
                  </a:lnTo>
                  <a:lnTo>
                    <a:pt x="41128" y="29549"/>
                  </a:lnTo>
                  <a:lnTo>
                    <a:pt x="41141" y="29516"/>
                  </a:lnTo>
                  <a:lnTo>
                    <a:pt x="41192" y="29349"/>
                  </a:lnTo>
                  <a:lnTo>
                    <a:pt x="41201" y="29315"/>
                  </a:lnTo>
                  <a:lnTo>
                    <a:pt x="41208" y="29287"/>
                  </a:lnTo>
                  <a:lnTo>
                    <a:pt x="41214" y="29251"/>
                  </a:lnTo>
                  <a:lnTo>
                    <a:pt x="41216" y="29230"/>
                  </a:lnTo>
                  <a:lnTo>
                    <a:pt x="41225" y="29136"/>
                  </a:lnTo>
                  <a:lnTo>
                    <a:pt x="41235" y="29027"/>
                  </a:lnTo>
                  <a:lnTo>
                    <a:pt x="41239" y="29018"/>
                  </a:lnTo>
                  <a:lnTo>
                    <a:pt x="41354" y="28766"/>
                  </a:lnTo>
                  <a:lnTo>
                    <a:pt x="41402" y="28723"/>
                  </a:lnTo>
                  <a:lnTo>
                    <a:pt x="41412" y="28720"/>
                  </a:lnTo>
                  <a:lnTo>
                    <a:pt x="41426" y="28716"/>
                  </a:lnTo>
                  <a:lnTo>
                    <a:pt x="41437" y="28711"/>
                  </a:lnTo>
                  <a:lnTo>
                    <a:pt x="41464" y="28691"/>
                  </a:lnTo>
                  <a:lnTo>
                    <a:pt x="41495" y="28664"/>
                  </a:lnTo>
                  <a:lnTo>
                    <a:pt x="41515" y="28641"/>
                  </a:lnTo>
                  <a:lnTo>
                    <a:pt x="41524" y="28625"/>
                  </a:lnTo>
                  <a:lnTo>
                    <a:pt x="41535" y="28603"/>
                  </a:lnTo>
                  <a:lnTo>
                    <a:pt x="41540" y="28587"/>
                  </a:lnTo>
                  <a:lnTo>
                    <a:pt x="41547" y="28565"/>
                  </a:lnTo>
                  <a:lnTo>
                    <a:pt x="41553" y="28540"/>
                  </a:lnTo>
                  <a:lnTo>
                    <a:pt x="41569" y="28454"/>
                  </a:lnTo>
                  <a:lnTo>
                    <a:pt x="41579" y="28402"/>
                  </a:lnTo>
                  <a:lnTo>
                    <a:pt x="41587" y="28354"/>
                  </a:lnTo>
                  <a:lnTo>
                    <a:pt x="41588" y="28342"/>
                  </a:lnTo>
                  <a:lnTo>
                    <a:pt x="41619" y="28034"/>
                  </a:lnTo>
                  <a:lnTo>
                    <a:pt x="41637" y="27846"/>
                  </a:lnTo>
                  <a:lnTo>
                    <a:pt x="41752" y="26909"/>
                  </a:lnTo>
                  <a:lnTo>
                    <a:pt x="41754" y="26879"/>
                  </a:lnTo>
                  <a:lnTo>
                    <a:pt x="41728" y="26769"/>
                  </a:lnTo>
                  <a:lnTo>
                    <a:pt x="41721" y="26742"/>
                  </a:lnTo>
                  <a:lnTo>
                    <a:pt x="41707" y="26726"/>
                  </a:lnTo>
                  <a:lnTo>
                    <a:pt x="41451" y="26721"/>
                  </a:lnTo>
                  <a:lnTo>
                    <a:pt x="41453" y="26572"/>
                  </a:lnTo>
                  <a:lnTo>
                    <a:pt x="41455" y="26454"/>
                  </a:lnTo>
                  <a:lnTo>
                    <a:pt x="41550" y="26455"/>
                  </a:lnTo>
                  <a:lnTo>
                    <a:pt x="41631" y="26456"/>
                  </a:lnTo>
                  <a:lnTo>
                    <a:pt x="41741" y="26481"/>
                  </a:lnTo>
                  <a:lnTo>
                    <a:pt x="41774" y="26425"/>
                  </a:lnTo>
                  <a:lnTo>
                    <a:pt x="41840" y="26312"/>
                  </a:lnTo>
                  <a:lnTo>
                    <a:pt x="41844" y="26291"/>
                  </a:lnTo>
                  <a:lnTo>
                    <a:pt x="41816" y="26280"/>
                  </a:lnTo>
                  <a:lnTo>
                    <a:pt x="41781" y="26268"/>
                  </a:lnTo>
                  <a:lnTo>
                    <a:pt x="41690" y="26235"/>
                  </a:lnTo>
                  <a:lnTo>
                    <a:pt x="41642" y="26248"/>
                  </a:lnTo>
                  <a:lnTo>
                    <a:pt x="41599" y="26267"/>
                  </a:lnTo>
                  <a:lnTo>
                    <a:pt x="41577" y="26277"/>
                  </a:lnTo>
                  <a:lnTo>
                    <a:pt x="41494" y="26317"/>
                  </a:lnTo>
                  <a:lnTo>
                    <a:pt x="41454" y="26317"/>
                  </a:lnTo>
                  <a:lnTo>
                    <a:pt x="41420" y="26317"/>
                  </a:lnTo>
                  <a:lnTo>
                    <a:pt x="41405" y="26313"/>
                  </a:lnTo>
                  <a:lnTo>
                    <a:pt x="41394" y="26307"/>
                  </a:lnTo>
                  <a:lnTo>
                    <a:pt x="41376" y="26297"/>
                  </a:lnTo>
                  <a:lnTo>
                    <a:pt x="41160" y="26167"/>
                  </a:lnTo>
                  <a:lnTo>
                    <a:pt x="41155" y="26159"/>
                  </a:lnTo>
                  <a:lnTo>
                    <a:pt x="41149" y="26137"/>
                  </a:lnTo>
                  <a:lnTo>
                    <a:pt x="41149" y="26131"/>
                  </a:lnTo>
                  <a:lnTo>
                    <a:pt x="41151" y="26105"/>
                  </a:lnTo>
                  <a:lnTo>
                    <a:pt x="41152" y="26099"/>
                  </a:lnTo>
                  <a:lnTo>
                    <a:pt x="41162" y="26055"/>
                  </a:lnTo>
                  <a:lnTo>
                    <a:pt x="41235" y="25851"/>
                  </a:lnTo>
                  <a:lnTo>
                    <a:pt x="41473" y="25303"/>
                  </a:lnTo>
                  <a:lnTo>
                    <a:pt x="41481" y="25286"/>
                  </a:lnTo>
                  <a:lnTo>
                    <a:pt x="41639" y="25016"/>
                  </a:lnTo>
                  <a:lnTo>
                    <a:pt x="41844" y="24482"/>
                  </a:lnTo>
                  <a:lnTo>
                    <a:pt x="41921" y="24456"/>
                  </a:lnTo>
                  <a:lnTo>
                    <a:pt x="42030" y="24421"/>
                  </a:lnTo>
                  <a:lnTo>
                    <a:pt x="42046" y="24398"/>
                  </a:lnTo>
                  <a:lnTo>
                    <a:pt x="42050" y="24391"/>
                  </a:lnTo>
                  <a:lnTo>
                    <a:pt x="42066" y="24362"/>
                  </a:lnTo>
                  <a:lnTo>
                    <a:pt x="42070" y="24353"/>
                  </a:lnTo>
                  <a:lnTo>
                    <a:pt x="42108" y="24242"/>
                  </a:lnTo>
                  <a:lnTo>
                    <a:pt x="42112" y="24230"/>
                  </a:lnTo>
                  <a:lnTo>
                    <a:pt x="42131" y="24169"/>
                  </a:lnTo>
                  <a:lnTo>
                    <a:pt x="42171" y="24138"/>
                  </a:lnTo>
                  <a:lnTo>
                    <a:pt x="42264" y="24152"/>
                  </a:lnTo>
                  <a:lnTo>
                    <a:pt x="42310" y="24191"/>
                  </a:lnTo>
                  <a:lnTo>
                    <a:pt x="42322" y="24214"/>
                  </a:lnTo>
                  <a:lnTo>
                    <a:pt x="42337" y="24244"/>
                  </a:lnTo>
                  <a:lnTo>
                    <a:pt x="42423" y="24398"/>
                  </a:lnTo>
                  <a:lnTo>
                    <a:pt x="42428" y="24406"/>
                  </a:lnTo>
                  <a:lnTo>
                    <a:pt x="42456" y="24436"/>
                  </a:lnTo>
                  <a:lnTo>
                    <a:pt x="42491" y="24469"/>
                  </a:lnTo>
                  <a:lnTo>
                    <a:pt x="42506" y="24483"/>
                  </a:lnTo>
                  <a:lnTo>
                    <a:pt x="42520" y="24493"/>
                  </a:lnTo>
                  <a:lnTo>
                    <a:pt x="42570" y="24505"/>
                  </a:lnTo>
                  <a:lnTo>
                    <a:pt x="42759" y="24534"/>
                  </a:lnTo>
                  <a:lnTo>
                    <a:pt x="42828" y="24545"/>
                  </a:lnTo>
                  <a:lnTo>
                    <a:pt x="42833" y="24546"/>
                  </a:lnTo>
                  <a:lnTo>
                    <a:pt x="42898" y="24556"/>
                  </a:lnTo>
                  <a:lnTo>
                    <a:pt x="42903" y="24550"/>
                  </a:lnTo>
                  <a:lnTo>
                    <a:pt x="42911" y="24540"/>
                  </a:lnTo>
                  <a:lnTo>
                    <a:pt x="42920" y="24527"/>
                  </a:lnTo>
                  <a:lnTo>
                    <a:pt x="42891" y="24492"/>
                  </a:lnTo>
                  <a:lnTo>
                    <a:pt x="42849" y="24439"/>
                  </a:lnTo>
                  <a:lnTo>
                    <a:pt x="42815" y="24398"/>
                  </a:lnTo>
                  <a:lnTo>
                    <a:pt x="42809" y="24391"/>
                  </a:lnTo>
                  <a:lnTo>
                    <a:pt x="42807" y="24385"/>
                  </a:lnTo>
                  <a:lnTo>
                    <a:pt x="42786" y="24334"/>
                  </a:lnTo>
                  <a:lnTo>
                    <a:pt x="42780" y="24318"/>
                  </a:lnTo>
                  <a:lnTo>
                    <a:pt x="42785" y="24272"/>
                  </a:lnTo>
                  <a:lnTo>
                    <a:pt x="42791" y="24143"/>
                  </a:lnTo>
                  <a:lnTo>
                    <a:pt x="42783" y="24113"/>
                  </a:lnTo>
                  <a:lnTo>
                    <a:pt x="42763" y="24033"/>
                  </a:lnTo>
                  <a:lnTo>
                    <a:pt x="42721" y="24003"/>
                  </a:lnTo>
                  <a:lnTo>
                    <a:pt x="42696" y="23985"/>
                  </a:lnTo>
                  <a:lnTo>
                    <a:pt x="42616" y="23926"/>
                  </a:lnTo>
                  <a:lnTo>
                    <a:pt x="42586" y="23904"/>
                  </a:lnTo>
                  <a:lnTo>
                    <a:pt x="42581" y="23900"/>
                  </a:lnTo>
                  <a:lnTo>
                    <a:pt x="42548" y="23876"/>
                  </a:lnTo>
                  <a:lnTo>
                    <a:pt x="42543" y="23873"/>
                  </a:lnTo>
                  <a:lnTo>
                    <a:pt x="42539" y="23864"/>
                  </a:lnTo>
                  <a:lnTo>
                    <a:pt x="42507" y="23787"/>
                  </a:lnTo>
                  <a:lnTo>
                    <a:pt x="42506" y="23775"/>
                  </a:lnTo>
                  <a:lnTo>
                    <a:pt x="42506" y="23750"/>
                  </a:lnTo>
                  <a:lnTo>
                    <a:pt x="42506" y="23739"/>
                  </a:lnTo>
                  <a:lnTo>
                    <a:pt x="42513" y="23722"/>
                  </a:lnTo>
                  <a:lnTo>
                    <a:pt x="42523" y="23698"/>
                  </a:lnTo>
                  <a:lnTo>
                    <a:pt x="42554" y="23665"/>
                  </a:lnTo>
                  <a:lnTo>
                    <a:pt x="42657" y="23563"/>
                  </a:lnTo>
                  <a:lnTo>
                    <a:pt x="42662" y="23558"/>
                  </a:lnTo>
                  <a:lnTo>
                    <a:pt x="42666" y="23554"/>
                  </a:lnTo>
                  <a:lnTo>
                    <a:pt x="42703" y="23521"/>
                  </a:lnTo>
                  <a:lnTo>
                    <a:pt x="42719" y="23507"/>
                  </a:lnTo>
                  <a:lnTo>
                    <a:pt x="42735" y="23492"/>
                  </a:lnTo>
                  <a:lnTo>
                    <a:pt x="42814" y="23414"/>
                  </a:lnTo>
                  <a:lnTo>
                    <a:pt x="42832" y="23397"/>
                  </a:lnTo>
                  <a:lnTo>
                    <a:pt x="42847" y="23378"/>
                  </a:lnTo>
                  <a:lnTo>
                    <a:pt x="42872" y="23345"/>
                  </a:lnTo>
                  <a:lnTo>
                    <a:pt x="43067" y="23065"/>
                  </a:lnTo>
                  <a:lnTo>
                    <a:pt x="43080" y="23044"/>
                  </a:lnTo>
                  <a:lnTo>
                    <a:pt x="43089" y="23027"/>
                  </a:lnTo>
                  <a:lnTo>
                    <a:pt x="43095" y="23015"/>
                  </a:lnTo>
                  <a:lnTo>
                    <a:pt x="43290" y="22641"/>
                  </a:lnTo>
                  <a:lnTo>
                    <a:pt x="43327" y="22567"/>
                  </a:lnTo>
                  <a:lnTo>
                    <a:pt x="43333" y="22551"/>
                  </a:lnTo>
                  <a:lnTo>
                    <a:pt x="43366" y="22429"/>
                  </a:lnTo>
                  <a:lnTo>
                    <a:pt x="43379" y="22377"/>
                  </a:lnTo>
                  <a:lnTo>
                    <a:pt x="43386" y="22353"/>
                  </a:lnTo>
                  <a:lnTo>
                    <a:pt x="43485" y="22124"/>
                  </a:lnTo>
                  <a:lnTo>
                    <a:pt x="43540" y="22014"/>
                  </a:lnTo>
                  <a:lnTo>
                    <a:pt x="43566" y="21968"/>
                  </a:lnTo>
                  <a:lnTo>
                    <a:pt x="43652" y="21837"/>
                  </a:lnTo>
                  <a:lnTo>
                    <a:pt x="43665" y="21818"/>
                  </a:lnTo>
                  <a:lnTo>
                    <a:pt x="43799" y="21627"/>
                  </a:lnTo>
                  <a:lnTo>
                    <a:pt x="43802" y="21622"/>
                  </a:lnTo>
                  <a:lnTo>
                    <a:pt x="43837" y="21573"/>
                  </a:lnTo>
                  <a:lnTo>
                    <a:pt x="43844" y="21564"/>
                  </a:lnTo>
                  <a:lnTo>
                    <a:pt x="43911" y="21478"/>
                  </a:lnTo>
                  <a:lnTo>
                    <a:pt x="43953" y="21424"/>
                  </a:lnTo>
                  <a:lnTo>
                    <a:pt x="43987" y="21379"/>
                  </a:lnTo>
                  <a:lnTo>
                    <a:pt x="44020" y="21325"/>
                  </a:lnTo>
                  <a:lnTo>
                    <a:pt x="44079" y="21212"/>
                  </a:lnTo>
                  <a:lnTo>
                    <a:pt x="44100" y="21128"/>
                  </a:lnTo>
                  <a:lnTo>
                    <a:pt x="44100" y="21114"/>
                  </a:lnTo>
                  <a:lnTo>
                    <a:pt x="44089" y="20930"/>
                  </a:lnTo>
                  <a:lnTo>
                    <a:pt x="44081" y="20850"/>
                  </a:lnTo>
                  <a:lnTo>
                    <a:pt x="44172" y="20518"/>
                  </a:lnTo>
                  <a:lnTo>
                    <a:pt x="44177" y="20499"/>
                  </a:lnTo>
                  <a:lnTo>
                    <a:pt x="44180" y="20492"/>
                  </a:lnTo>
                  <a:lnTo>
                    <a:pt x="44185" y="20481"/>
                  </a:lnTo>
                  <a:lnTo>
                    <a:pt x="44196" y="20457"/>
                  </a:lnTo>
                  <a:lnTo>
                    <a:pt x="44258" y="20337"/>
                  </a:lnTo>
                  <a:lnTo>
                    <a:pt x="44450" y="19969"/>
                  </a:lnTo>
                  <a:lnTo>
                    <a:pt x="44803" y="19602"/>
                  </a:lnTo>
                  <a:lnTo>
                    <a:pt x="44833" y="19575"/>
                  </a:lnTo>
                  <a:lnTo>
                    <a:pt x="44851" y="19558"/>
                  </a:lnTo>
                  <a:lnTo>
                    <a:pt x="44896" y="19519"/>
                  </a:lnTo>
                  <a:lnTo>
                    <a:pt x="44924" y="19496"/>
                  </a:lnTo>
                  <a:lnTo>
                    <a:pt x="45003" y="19429"/>
                  </a:lnTo>
                  <a:lnTo>
                    <a:pt x="45009" y="19424"/>
                  </a:lnTo>
                  <a:lnTo>
                    <a:pt x="45060" y="19381"/>
                  </a:lnTo>
                  <a:lnTo>
                    <a:pt x="45063" y="19351"/>
                  </a:lnTo>
                  <a:lnTo>
                    <a:pt x="45076" y="19209"/>
                  </a:lnTo>
                  <a:lnTo>
                    <a:pt x="45077" y="19195"/>
                  </a:lnTo>
                  <a:lnTo>
                    <a:pt x="45103" y="19137"/>
                  </a:lnTo>
                  <a:lnTo>
                    <a:pt x="45147" y="19036"/>
                  </a:lnTo>
                  <a:lnTo>
                    <a:pt x="45169" y="18987"/>
                  </a:lnTo>
                  <a:lnTo>
                    <a:pt x="45179" y="18965"/>
                  </a:lnTo>
                  <a:lnTo>
                    <a:pt x="45186" y="18950"/>
                  </a:lnTo>
                  <a:lnTo>
                    <a:pt x="45238" y="18845"/>
                  </a:lnTo>
                  <a:lnTo>
                    <a:pt x="45246" y="18831"/>
                  </a:lnTo>
                  <a:lnTo>
                    <a:pt x="45258" y="18818"/>
                  </a:lnTo>
                  <a:lnTo>
                    <a:pt x="45271" y="18808"/>
                  </a:lnTo>
                  <a:lnTo>
                    <a:pt x="45319" y="18771"/>
                  </a:lnTo>
                  <a:lnTo>
                    <a:pt x="45360" y="18747"/>
                  </a:lnTo>
                  <a:lnTo>
                    <a:pt x="45480" y="18664"/>
                  </a:lnTo>
                  <a:lnTo>
                    <a:pt x="45607" y="18573"/>
                  </a:lnTo>
                  <a:lnTo>
                    <a:pt x="45615" y="18567"/>
                  </a:lnTo>
                  <a:lnTo>
                    <a:pt x="45652" y="18534"/>
                  </a:lnTo>
                  <a:lnTo>
                    <a:pt x="45697" y="18476"/>
                  </a:lnTo>
                  <a:lnTo>
                    <a:pt x="45707" y="18464"/>
                  </a:lnTo>
                  <a:lnTo>
                    <a:pt x="45715" y="18453"/>
                  </a:lnTo>
                  <a:lnTo>
                    <a:pt x="45738" y="18421"/>
                  </a:lnTo>
                  <a:lnTo>
                    <a:pt x="45759" y="18392"/>
                  </a:lnTo>
                  <a:lnTo>
                    <a:pt x="45771" y="18373"/>
                  </a:lnTo>
                  <a:lnTo>
                    <a:pt x="45786" y="18350"/>
                  </a:lnTo>
                  <a:lnTo>
                    <a:pt x="45803" y="18320"/>
                  </a:lnTo>
                  <a:lnTo>
                    <a:pt x="45819" y="18286"/>
                  </a:lnTo>
                  <a:lnTo>
                    <a:pt x="45825" y="18273"/>
                  </a:lnTo>
                  <a:lnTo>
                    <a:pt x="45829" y="18259"/>
                  </a:lnTo>
                  <a:lnTo>
                    <a:pt x="45830" y="18252"/>
                  </a:lnTo>
                  <a:lnTo>
                    <a:pt x="45830" y="18239"/>
                  </a:lnTo>
                  <a:lnTo>
                    <a:pt x="45831" y="18226"/>
                  </a:lnTo>
                  <a:lnTo>
                    <a:pt x="45834" y="18208"/>
                  </a:lnTo>
                  <a:lnTo>
                    <a:pt x="45845" y="18169"/>
                  </a:lnTo>
                  <a:lnTo>
                    <a:pt x="45850" y="18156"/>
                  </a:lnTo>
                  <a:lnTo>
                    <a:pt x="45860" y="18140"/>
                  </a:lnTo>
                  <a:lnTo>
                    <a:pt x="45902" y="18083"/>
                  </a:lnTo>
                  <a:lnTo>
                    <a:pt x="46018" y="17930"/>
                  </a:lnTo>
                  <a:lnTo>
                    <a:pt x="46052" y="17894"/>
                  </a:lnTo>
                  <a:lnTo>
                    <a:pt x="46149" y="17791"/>
                  </a:lnTo>
                  <a:lnTo>
                    <a:pt x="46231" y="17702"/>
                  </a:lnTo>
                  <a:lnTo>
                    <a:pt x="46245" y="17686"/>
                  </a:lnTo>
                  <a:lnTo>
                    <a:pt x="46328" y="17577"/>
                  </a:lnTo>
                  <a:lnTo>
                    <a:pt x="46347" y="17550"/>
                  </a:lnTo>
                  <a:lnTo>
                    <a:pt x="46393" y="17384"/>
                  </a:lnTo>
                  <a:lnTo>
                    <a:pt x="46400" y="17357"/>
                  </a:lnTo>
                  <a:lnTo>
                    <a:pt x="46401" y="17350"/>
                  </a:lnTo>
                  <a:lnTo>
                    <a:pt x="46404" y="17336"/>
                  </a:lnTo>
                  <a:lnTo>
                    <a:pt x="46444" y="17135"/>
                  </a:lnTo>
                  <a:lnTo>
                    <a:pt x="46444" y="17097"/>
                  </a:lnTo>
                  <a:lnTo>
                    <a:pt x="46443" y="17078"/>
                  </a:lnTo>
                  <a:lnTo>
                    <a:pt x="46443" y="17051"/>
                  </a:lnTo>
                  <a:lnTo>
                    <a:pt x="46435" y="16982"/>
                  </a:lnTo>
                  <a:lnTo>
                    <a:pt x="46386" y="16812"/>
                  </a:lnTo>
                  <a:lnTo>
                    <a:pt x="46359" y="16734"/>
                  </a:lnTo>
                  <a:lnTo>
                    <a:pt x="46352" y="16712"/>
                  </a:lnTo>
                  <a:lnTo>
                    <a:pt x="46348" y="16701"/>
                  </a:lnTo>
                  <a:lnTo>
                    <a:pt x="46348" y="16694"/>
                  </a:lnTo>
                  <a:lnTo>
                    <a:pt x="46771" y="15886"/>
                  </a:lnTo>
                  <a:lnTo>
                    <a:pt x="46819" y="15795"/>
                  </a:lnTo>
                  <a:lnTo>
                    <a:pt x="47128" y="15422"/>
                  </a:lnTo>
                  <a:lnTo>
                    <a:pt x="47268" y="15256"/>
                  </a:lnTo>
                  <a:lnTo>
                    <a:pt x="47308" y="15208"/>
                  </a:lnTo>
                  <a:lnTo>
                    <a:pt x="47379" y="15104"/>
                  </a:lnTo>
                  <a:lnTo>
                    <a:pt x="47384" y="14985"/>
                  </a:lnTo>
                  <a:lnTo>
                    <a:pt x="47393" y="14905"/>
                  </a:lnTo>
                  <a:lnTo>
                    <a:pt x="47395" y="14888"/>
                  </a:lnTo>
                  <a:lnTo>
                    <a:pt x="47409" y="14858"/>
                  </a:lnTo>
                  <a:lnTo>
                    <a:pt x="47435" y="14802"/>
                  </a:lnTo>
                  <a:lnTo>
                    <a:pt x="47443" y="14784"/>
                  </a:lnTo>
                  <a:lnTo>
                    <a:pt x="47465" y="14755"/>
                  </a:lnTo>
                  <a:lnTo>
                    <a:pt x="47478" y="14741"/>
                  </a:lnTo>
                  <a:lnTo>
                    <a:pt x="47486" y="14731"/>
                  </a:lnTo>
                  <a:lnTo>
                    <a:pt x="48046" y="14086"/>
                  </a:lnTo>
                  <a:lnTo>
                    <a:pt x="48079" y="14053"/>
                  </a:lnTo>
                  <a:lnTo>
                    <a:pt x="48134" y="13999"/>
                  </a:lnTo>
                  <a:lnTo>
                    <a:pt x="48147" y="13987"/>
                  </a:lnTo>
                  <a:lnTo>
                    <a:pt x="48170" y="13969"/>
                  </a:lnTo>
                  <a:lnTo>
                    <a:pt x="48459" y="13827"/>
                  </a:lnTo>
                  <a:lnTo>
                    <a:pt x="48491" y="13812"/>
                  </a:lnTo>
                  <a:lnTo>
                    <a:pt x="48519" y="13802"/>
                  </a:lnTo>
                  <a:lnTo>
                    <a:pt x="48601" y="13775"/>
                  </a:lnTo>
                  <a:lnTo>
                    <a:pt x="48638" y="13764"/>
                  </a:lnTo>
                  <a:lnTo>
                    <a:pt x="48894" y="13704"/>
                  </a:lnTo>
                  <a:lnTo>
                    <a:pt x="48948" y="13686"/>
                  </a:lnTo>
                  <a:lnTo>
                    <a:pt x="49189" y="13604"/>
                  </a:lnTo>
                  <a:lnTo>
                    <a:pt x="49670" y="13251"/>
                  </a:lnTo>
                  <a:lnTo>
                    <a:pt x="49765" y="13164"/>
                  </a:lnTo>
                  <a:lnTo>
                    <a:pt x="49915" y="13025"/>
                  </a:lnTo>
                  <a:lnTo>
                    <a:pt x="50078" y="12893"/>
                  </a:lnTo>
                  <a:lnTo>
                    <a:pt x="50111" y="12868"/>
                  </a:lnTo>
                  <a:lnTo>
                    <a:pt x="50138" y="12850"/>
                  </a:lnTo>
                  <a:lnTo>
                    <a:pt x="50281" y="12757"/>
                  </a:lnTo>
                  <a:lnTo>
                    <a:pt x="50434" y="12595"/>
                  </a:lnTo>
                  <a:lnTo>
                    <a:pt x="50494" y="12555"/>
                  </a:lnTo>
                  <a:lnTo>
                    <a:pt x="50524" y="12536"/>
                  </a:lnTo>
                  <a:lnTo>
                    <a:pt x="50540" y="12527"/>
                  </a:lnTo>
                  <a:lnTo>
                    <a:pt x="50552" y="12521"/>
                  </a:lnTo>
                  <a:lnTo>
                    <a:pt x="51224" y="12252"/>
                  </a:lnTo>
                  <a:lnTo>
                    <a:pt x="51375" y="12192"/>
                  </a:lnTo>
                  <a:lnTo>
                    <a:pt x="51468" y="12158"/>
                  </a:lnTo>
                  <a:lnTo>
                    <a:pt x="51559" y="12125"/>
                  </a:lnTo>
                  <a:lnTo>
                    <a:pt x="51584" y="12116"/>
                  </a:lnTo>
                  <a:lnTo>
                    <a:pt x="51670" y="12085"/>
                  </a:lnTo>
                  <a:lnTo>
                    <a:pt x="51725" y="12072"/>
                  </a:lnTo>
                  <a:lnTo>
                    <a:pt x="52178" y="11965"/>
                  </a:lnTo>
                  <a:lnTo>
                    <a:pt x="52430" y="11909"/>
                  </a:lnTo>
                  <a:lnTo>
                    <a:pt x="52577" y="11875"/>
                  </a:lnTo>
                  <a:lnTo>
                    <a:pt x="52753" y="11841"/>
                  </a:lnTo>
                  <a:lnTo>
                    <a:pt x="52772" y="11837"/>
                  </a:lnTo>
                  <a:lnTo>
                    <a:pt x="52897" y="11813"/>
                  </a:lnTo>
                  <a:lnTo>
                    <a:pt x="52979" y="11796"/>
                  </a:lnTo>
                  <a:lnTo>
                    <a:pt x="53233" y="11707"/>
                  </a:lnTo>
                  <a:lnTo>
                    <a:pt x="53437" y="11620"/>
                  </a:lnTo>
                  <a:lnTo>
                    <a:pt x="53539" y="11570"/>
                  </a:lnTo>
                  <a:lnTo>
                    <a:pt x="53592" y="11547"/>
                  </a:lnTo>
                  <a:lnTo>
                    <a:pt x="53637" y="11528"/>
                  </a:lnTo>
                  <a:lnTo>
                    <a:pt x="53712" y="11501"/>
                  </a:lnTo>
                  <a:lnTo>
                    <a:pt x="53739" y="11491"/>
                  </a:lnTo>
                  <a:lnTo>
                    <a:pt x="53768" y="11485"/>
                  </a:lnTo>
                  <a:lnTo>
                    <a:pt x="53945" y="11433"/>
                  </a:lnTo>
                  <a:lnTo>
                    <a:pt x="54239" y="11157"/>
                  </a:lnTo>
                  <a:lnTo>
                    <a:pt x="54361" y="11092"/>
                  </a:lnTo>
                  <a:lnTo>
                    <a:pt x="54443" y="11051"/>
                  </a:lnTo>
                  <a:lnTo>
                    <a:pt x="54470" y="11038"/>
                  </a:lnTo>
                  <a:lnTo>
                    <a:pt x="54476" y="11036"/>
                  </a:lnTo>
                  <a:lnTo>
                    <a:pt x="54486" y="11034"/>
                  </a:lnTo>
                  <a:lnTo>
                    <a:pt x="54615" y="10981"/>
                  </a:lnTo>
                  <a:lnTo>
                    <a:pt x="54703" y="10920"/>
                  </a:lnTo>
                  <a:lnTo>
                    <a:pt x="55070" y="10619"/>
                  </a:lnTo>
                  <a:lnTo>
                    <a:pt x="55088" y="10604"/>
                  </a:lnTo>
                  <a:lnTo>
                    <a:pt x="55101" y="10594"/>
                  </a:lnTo>
                  <a:lnTo>
                    <a:pt x="55113" y="10586"/>
                  </a:lnTo>
                  <a:lnTo>
                    <a:pt x="55127" y="10578"/>
                  </a:lnTo>
                  <a:lnTo>
                    <a:pt x="55262" y="10505"/>
                  </a:lnTo>
                  <a:lnTo>
                    <a:pt x="55283" y="10495"/>
                  </a:lnTo>
                  <a:lnTo>
                    <a:pt x="55296" y="10490"/>
                  </a:lnTo>
                  <a:lnTo>
                    <a:pt x="55440" y="10433"/>
                  </a:lnTo>
                  <a:lnTo>
                    <a:pt x="55471" y="10424"/>
                  </a:lnTo>
                  <a:lnTo>
                    <a:pt x="55505" y="10415"/>
                  </a:lnTo>
                  <a:lnTo>
                    <a:pt x="55517" y="10399"/>
                  </a:lnTo>
                  <a:lnTo>
                    <a:pt x="55552" y="10355"/>
                  </a:lnTo>
                  <a:lnTo>
                    <a:pt x="55558" y="10346"/>
                  </a:lnTo>
                  <a:lnTo>
                    <a:pt x="55713" y="10240"/>
                  </a:lnTo>
                  <a:lnTo>
                    <a:pt x="55720" y="10235"/>
                  </a:lnTo>
                  <a:lnTo>
                    <a:pt x="55790" y="10211"/>
                  </a:lnTo>
                  <a:lnTo>
                    <a:pt x="56073" y="10147"/>
                  </a:lnTo>
                  <a:lnTo>
                    <a:pt x="56103" y="10141"/>
                  </a:lnTo>
                  <a:lnTo>
                    <a:pt x="56174" y="10128"/>
                  </a:lnTo>
                  <a:lnTo>
                    <a:pt x="56363" y="10091"/>
                  </a:lnTo>
                  <a:lnTo>
                    <a:pt x="56409" y="10082"/>
                  </a:lnTo>
                  <a:lnTo>
                    <a:pt x="56414" y="10081"/>
                  </a:lnTo>
                  <a:lnTo>
                    <a:pt x="56444" y="10074"/>
                  </a:lnTo>
                  <a:lnTo>
                    <a:pt x="56589" y="10038"/>
                  </a:lnTo>
                  <a:lnTo>
                    <a:pt x="56603" y="10034"/>
                  </a:lnTo>
                  <a:lnTo>
                    <a:pt x="56829" y="9958"/>
                  </a:lnTo>
                  <a:lnTo>
                    <a:pt x="57034" y="9889"/>
                  </a:lnTo>
                  <a:lnTo>
                    <a:pt x="57150" y="9776"/>
                  </a:lnTo>
                  <a:lnTo>
                    <a:pt x="57247" y="9735"/>
                  </a:lnTo>
                  <a:lnTo>
                    <a:pt x="57287" y="9732"/>
                  </a:lnTo>
                  <a:lnTo>
                    <a:pt x="57356" y="9749"/>
                  </a:lnTo>
                  <a:lnTo>
                    <a:pt x="57505" y="9683"/>
                  </a:lnTo>
                  <a:lnTo>
                    <a:pt x="57939" y="9537"/>
                  </a:lnTo>
                  <a:lnTo>
                    <a:pt x="57979" y="9526"/>
                  </a:lnTo>
                  <a:lnTo>
                    <a:pt x="58012" y="9525"/>
                  </a:lnTo>
                  <a:lnTo>
                    <a:pt x="58171" y="9568"/>
                  </a:lnTo>
                  <a:lnTo>
                    <a:pt x="58223" y="9588"/>
                  </a:lnTo>
                  <a:lnTo>
                    <a:pt x="58254" y="9610"/>
                  </a:lnTo>
                  <a:lnTo>
                    <a:pt x="58294" y="9632"/>
                  </a:lnTo>
                  <a:lnTo>
                    <a:pt x="58368" y="9657"/>
                  </a:lnTo>
                  <a:lnTo>
                    <a:pt x="58380" y="9661"/>
                  </a:lnTo>
                  <a:lnTo>
                    <a:pt x="58425" y="9676"/>
                  </a:lnTo>
                  <a:lnTo>
                    <a:pt x="58457" y="9685"/>
                  </a:lnTo>
                  <a:lnTo>
                    <a:pt x="58483" y="9692"/>
                  </a:lnTo>
                  <a:lnTo>
                    <a:pt x="58539" y="9703"/>
                  </a:lnTo>
                  <a:lnTo>
                    <a:pt x="58824" y="9749"/>
                  </a:lnTo>
                  <a:lnTo>
                    <a:pt x="58939" y="9768"/>
                  </a:lnTo>
                  <a:lnTo>
                    <a:pt x="58966" y="9771"/>
                  </a:lnTo>
                  <a:lnTo>
                    <a:pt x="59027" y="9775"/>
                  </a:lnTo>
                  <a:lnTo>
                    <a:pt x="59084" y="9779"/>
                  </a:lnTo>
                  <a:lnTo>
                    <a:pt x="59104" y="9779"/>
                  </a:lnTo>
                  <a:lnTo>
                    <a:pt x="59175" y="9782"/>
                  </a:lnTo>
                  <a:lnTo>
                    <a:pt x="59229" y="9781"/>
                  </a:lnTo>
                  <a:lnTo>
                    <a:pt x="59247" y="9779"/>
                  </a:lnTo>
                  <a:lnTo>
                    <a:pt x="59263" y="9778"/>
                  </a:lnTo>
                  <a:lnTo>
                    <a:pt x="59297" y="9771"/>
                  </a:lnTo>
                  <a:lnTo>
                    <a:pt x="59420" y="9745"/>
                  </a:lnTo>
                  <a:lnTo>
                    <a:pt x="59430" y="9742"/>
                  </a:lnTo>
                  <a:lnTo>
                    <a:pt x="59442" y="9739"/>
                  </a:lnTo>
                  <a:lnTo>
                    <a:pt x="59461" y="9730"/>
                  </a:lnTo>
                  <a:lnTo>
                    <a:pt x="59472" y="9725"/>
                  </a:lnTo>
                  <a:lnTo>
                    <a:pt x="59484" y="9718"/>
                  </a:lnTo>
                  <a:lnTo>
                    <a:pt x="59560" y="9674"/>
                  </a:lnTo>
                  <a:lnTo>
                    <a:pt x="59629" y="9630"/>
                  </a:lnTo>
                  <a:lnTo>
                    <a:pt x="59633" y="9617"/>
                  </a:lnTo>
                  <a:lnTo>
                    <a:pt x="59645" y="9591"/>
                  </a:lnTo>
                  <a:lnTo>
                    <a:pt x="59669" y="9545"/>
                  </a:lnTo>
                  <a:lnTo>
                    <a:pt x="59736" y="9493"/>
                  </a:lnTo>
                  <a:lnTo>
                    <a:pt x="59819" y="9454"/>
                  </a:lnTo>
                  <a:lnTo>
                    <a:pt x="59836" y="9446"/>
                  </a:lnTo>
                  <a:lnTo>
                    <a:pt x="59875" y="9435"/>
                  </a:lnTo>
                  <a:lnTo>
                    <a:pt x="59893" y="9430"/>
                  </a:lnTo>
                  <a:lnTo>
                    <a:pt x="59948" y="9430"/>
                  </a:lnTo>
                  <a:lnTo>
                    <a:pt x="60096" y="9309"/>
                  </a:lnTo>
                  <a:lnTo>
                    <a:pt x="60101" y="9305"/>
                  </a:lnTo>
                  <a:lnTo>
                    <a:pt x="60113" y="9299"/>
                  </a:lnTo>
                  <a:lnTo>
                    <a:pt x="60136" y="9299"/>
                  </a:lnTo>
                  <a:lnTo>
                    <a:pt x="60296" y="9308"/>
                  </a:lnTo>
                  <a:lnTo>
                    <a:pt x="60324" y="9310"/>
                  </a:lnTo>
                  <a:lnTo>
                    <a:pt x="60337" y="9313"/>
                  </a:lnTo>
                  <a:lnTo>
                    <a:pt x="60347" y="9325"/>
                  </a:lnTo>
                  <a:lnTo>
                    <a:pt x="60354" y="9358"/>
                  </a:lnTo>
                  <a:lnTo>
                    <a:pt x="60355" y="9373"/>
                  </a:lnTo>
                  <a:lnTo>
                    <a:pt x="60359" y="9399"/>
                  </a:lnTo>
                  <a:lnTo>
                    <a:pt x="60368" y="9456"/>
                  </a:lnTo>
                  <a:lnTo>
                    <a:pt x="60670" y="9462"/>
                  </a:lnTo>
                  <a:lnTo>
                    <a:pt x="60746" y="9463"/>
                  </a:lnTo>
                  <a:lnTo>
                    <a:pt x="60776" y="9462"/>
                  </a:lnTo>
                  <a:lnTo>
                    <a:pt x="60894" y="9449"/>
                  </a:lnTo>
                  <a:lnTo>
                    <a:pt x="60948" y="9442"/>
                  </a:lnTo>
                  <a:lnTo>
                    <a:pt x="61011" y="9432"/>
                  </a:lnTo>
                  <a:lnTo>
                    <a:pt x="61368" y="9376"/>
                  </a:lnTo>
                  <a:lnTo>
                    <a:pt x="61485" y="9351"/>
                  </a:lnTo>
                  <a:lnTo>
                    <a:pt x="61557" y="9337"/>
                  </a:lnTo>
                  <a:lnTo>
                    <a:pt x="61588" y="9327"/>
                  </a:lnTo>
                  <a:lnTo>
                    <a:pt x="61605" y="9321"/>
                  </a:lnTo>
                  <a:lnTo>
                    <a:pt x="62034" y="9167"/>
                  </a:lnTo>
                  <a:lnTo>
                    <a:pt x="62235" y="9095"/>
                  </a:lnTo>
                  <a:lnTo>
                    <a:pt x="62338" y="9050"/>
                  </a:lnTo>
                  <a:lnTo>
                    <a:pt x="62397" y="9022"/>
                  </a:lnTo>
                  <a:lnTo>
                    <a:pt x="62463" y="8991"/>
                  </a:lnTo>
                  <a:lnTo>
                    <a:pt x="62744" y="8856"/>
                  </a:lnTo>
                  <a:lnTo>
                    <a:pt x="63110" y="8673"/>
                  </a:lnTo>
                  <a:lnTo>
                    <a:pt x="63281" y="8552"/>
                  </a:lnTo>
                  <a:lnTo>
                    <a:pt x="63427" y="8447"/>
                  </a:lnTo>
                  <a:lnTo>
                    <a:pt x="63449" y="8431"/>
                  </a:lnTo>
                  <a:lnTo>
                    <a:pt x="64115" y="8161"/>
                  </a:lnTo>
                  <a:lnTo>
                    <a:pt x="64124" y="8157"/>
                  </a:lnTo>
                  <a:lnTo>
                    <a:pt x="64087" y="8006"/>
                  </a:lnTo>
                  <a:lnTo>
                    <a:pt x="64054" y="7920"/>
                  </a:lnTo>
                  <a:lnTo>
                    <a:pt x="64340" y="7549"/>
                  </a:lnTo>
                  <a:lnTo>
                    <a:pt x="64522" y="7354"/>
                  </a:lnTo>
                  <a:lnTo>
                    <a:pt x="64628" y="7456"/>
                  </a:lnTo>
                  <a:lnTo>
                    <a:pt x="64737" y="7567"/>
                  </a:lnTo>
                  <a:lnTo>
                    <a:pt x="64853" y="7474"/>
                  </a:lnTo>
                  <a:lnTo>
                    <a:pt x="64901" y="7423"/>
                  </a:lnTo>
                  <a:lnTo>
                    <a:pt x="64902" y="7413"/>
                  </a:lnTo>
                  <a:lnTo>
                    <a:pt x="64933" y="7355"/>
                  </a:lnTo>
                  <a:lnTo>
                    <a:pt x="65024" y="7255"/>
                  </a:lnTo>
                  <a:lnTo>
                    <a:pt x="65148" y="7120"/>
                  </a:lnTo>
                  <a:lnTo>
                    <a:pt x="65300" y="7001"/>
                  </a:lnTo>
                  <a:lnTo>
                    <a:pt x="65311" y="6993"/>
                  </a:lnTo>
                  <a:lnTo>
                    <a:pt x="65322" y="6986"/>
                  </a:lnTo>
                  <a:lnTo>
                    <a:pt x="65332" y="6981"/>
                  </a:lnTo>
                  <a:lnTo>
                    <a:pt x="65346" y="6974"/>
                  </a:lnTo>
                  <a:lnTo>
                    <a:pt x="65362" y="6970"/>
                  </a:lnTo>
                  <a:lnTo>
                    <a:pt x="65376" y="6969"/>
                  </a:lnTo>
                  <a:lnTo>
                    <a:pt x="65390" y="6969"/>
                  </a:lnTo>
                  <a:lnTo>
                    <a:pt x="65401" y="6975"/>
                  </a:lnTo>
                  <a:lnTo>
                    <a:pt x="65407" y="6981"/>
                  </a:lnTo>
                  <a:lnTo>
                    <a:pt x="65700" y="7261"/>
                  </a:lnTo>
                  <a:lnTo>
                    <a:pt x="65706" y="7263"/>
                  </a:lnTo>
                  <a:lnTo>
                    <a:pt x="65813" y="7302"/>
                  </a:lnTo>
                  <a:lnTo>
                    <a:pt x="65842" y="7312"/>
                  </a:lnTo>
                  <a:lnTo>
                    <a:pt x="65849" y="7315"/>
                  </a:lnTo>
                  <a:lnTo>
                    <a:pt x="66129" y="7416"/>
                  </a:lnTo>
                  <a:lnTo>
                    <a:pt x="66154" y="7427"/>
                  </a:lnTo>
                  <a:lnTo>
                    <a:pt x="66168" y="7434"/>
                  </a:lnTo>
                  <a:lnTo>
                    <a:pt x="66179" y="7440"/>
                  </a:lnTo>
                  <a:lnTo>
                    <a:pt x="66191" y="7450"/>
                  </a:lnTo>
                  <a:lnTo>
                    <a:pt x="66207" y="7464"/>
                  </a:lnTo>
                  <a:lnTo>
                    <a:pt x="66286" y="7532"/>
                  </a:lnTo>
                  <a:lnTo>
                    <a:pt x="66309" y="7553"/>
                  </a:lnTo>
                  <a:lnTo>
                    <a:pt x="66326" y="7568"/>
                  </a:lnTo>
                  <a:lnTo>
                    <a:pt x="66557" y="7786"/>
                  </a:lnTo>
                  <a:lnTo>
                    <a:pt x="66596" y="7844"/>
                  </a:lnTo>
                  <a:lnTo>
                    <a:pt x="66677" y="7970"/>
                  </a:lnTo>
                  <a:lnTo>
                    <a:pt x="66705" y="8014"/>
                  </a:lnTo>
                  <a:lnTo>
                    <a:pt x="66807" y="8181"/>
                  </a:lnTo>
                  <a:lnTo>
                    <a:pt x="66810" y="8186"/>
                  </a:lnTo>
                  <a:lnTo>
                    <a:pt x="66936" y="8455"/>
                  </a:lnTo>
                  <a:lnTo>
                    <a:pt x="66939" y="8465"/>
                  </a:lnTo>
                  <a:lnTo>
                    <a:pt x="66938" y="8471"/>
                  </a:lnTo>
                  <a:lnTo>
                    <a:pt x="66934" y="8483"/>
                  </a:lnTo>
                  <a:lnTo>
                    <a:pt x="66934" y="8488"/>
                  </a:lnTo>
                  <a:lnTo>
                    <a:pt x="67036" y="8869"/>
                  </a:lnTo>
                  <a:lnTo>
                    <a:pt x="67118" y="9170"/>
                  </a:lnTo>
                  <a:lnTo>
                    <a:pt x="67120" y="9180"/>
                  </a:lnTo>
                  <a:lnTo>
                    <a:pt x="67158" y="9269"/>
                  </a:lnTo>
                  <a:lnTo>
                    <a:pt x="67215" y="9404"/>
                  </a:lnTo>
                  <a:lnTo>
                    <a:pt x="67303" y="9572"/>
                  </a:lnTo>
                  <a:lnTo>
                    <a:pt x="67328" y="9565"/>
                  </a:lnTo>
                  <a:lnTo>
                    <a:pt x="67380" y="9549"/>
                  </a:lnTo>
                  <a:lnTo>
                    <a:pt x="67411" y="9540"/>
                  </a:lnTo>
                  <a:lnTo>
                    <a:pt x="67437" y="9532"/>
                  </a:lnTo>
                  <a:lnTo>
                    <a:pt x="67530" y="9505"/>
                  </a:lnTo>
                  <a:lnTo>
                    <a:pt x="67516" y="9358"/>
                  </a:lnTo>
                  <a:lnTo>
                    <a:pt x="67514" y="9350"/>
                  </a:lnTo>
                  <a:lnTo>
                    <a:pt x="67511" y="9339"/>
                  </a:lnTo>
                  <a:lnTo>
                    <a:pt x="67470" y="9253"/>
                  </a:lnTo>
                  <a:lnTo>
                    <a:pt x="67432" y="9074"/>
                  </a:lnTo>
                  <a:lnTo>
                    <a:pt x="67360" y="8735"/>
                  </a:lnTo>
                  <a:lnTo>
                    <a:pt x="67322" y="8319"/>
                  </a:lnTo>
                  <a:lnTo>
                    <a:pt x="67287" y="8100"/>
                  </a:lnTo>
                  <a:lnTo>
                    <a:pt x="67256" y="7979"/>
                  </a:lnTo>
                  <a:lnTo>
                    <a:pt x="67246" y="7943"/>
                  </a:lnTo>
                  <a:lnTo>
                    <a:pt x="67239" y="7922"/>
                  </a:lnTo>
                  <a:lnTo>
                    <a:pt x="67230" y="7895"/>
                  </a:lnTo>
                  <a:lnTo>
                    <a:pt x="67224" y="7880"/>
                  </a:lnTo>
                  <a:lnTo>
                    <a:pt x="67189" y="7808"/>
                  </a:lnTo>
                  <a:lnTo>
                    <a:pt x="67012" y="7456"/>
                  </a:lnTo>
                  <a:lnTo>
                    <a:pt x="66775" y="7131"/>
                  </a:lnTo>
                  <a:lnTo>
                    <a:pt x="66706" y="7066"/>
                  </a:lnTo>
                  <a:lnTo>
                    <a:pt x="66665" y="7030"/>
                  </a:lnTo>
                  <a:lnTo>
                    <a:pt x="66652" y="7020"/>
                  </a:lnTo>
                  <a:lnTo>
                    <a:pt x="66636" y="7009"/>
                  </a:lnTo>
                  <a:lnTo>
                    <a:pt x="66623" y="7000"/>
                  </a:lnTo>
                  <a:lnTo>
                    <a:pt x="66593" y="6981"/>
                  </a:lnTo>
                  <a:lnTo>
                    <a:pt x="66391" y="6854"/>
                  </a:lnTo>
                  <a:lnTo>
                    <a:pt x="66313" y="6805"/>
                  </a:lnTo>
                  <a:lnTo>
                    <a:pt x="66172" y="6717"/>
                  </a:lnTo>
                  <a:lnTo>
                    <a:pt x="66124" y="6687"/>
                  </a:lnTo>
                  <a:lnTo>
                    <a:pt x="66085" y="6662"/>
                  </a:lnTo>
                  <a:lnTo>
                    <a:pt x="65766" y="6527"/>
                  </a:lnTo>
                  <a:lnTo>
                    <a:pt x="65525" y="6425"/>
                  </a:lnTo>
                  <a:lnTo>
                    <a:pt x="65494" y="6412"/>
                  </a:lnTo>
                  <a:lnTo>
                    <a:pt x="65411" y="6370"/>
                  </a:lnTo>
                  <a:lnTo>
                    <a:pt x="64963" y="6140"/>
                  </a:lnTo>
                  <a:lnTo>
                    <a:pt x="64953" y="6133"/>
                  </a:lnTo>
                  <a:lnTo>
                    <a:pt x="64947" y="6101"/>
                  </a:lnTo>
                  <a:lnTo>
                    <a:pt x="64944" y="6058"/>
                  </a:lnTo>
                  <a:lnTo>
                    <a:pt x="64945" y="6049"/>
                  </a:lnTo>
                  <a:lnTo>
                    <a:pt x="64947" y="6036"/>
                  </a:lnTo>
                  <a:lnTo>
                    <a:pt x="64949" y="6030"/>
                  </a:lnTo>
                  <a:lnTo>
                    <a:pt x="65045" y="5958"/>
                  </a:lnTo>
                  <a:lnTo>
                    <a:pt x="65052" y="5955"/>
                  </a:lnTo>
                  <a:lnTo>
                    <a:pt x="65064" y="5950"/>
                  </a:lnTo>
                  <a:lnTo>
                    <a:pt x="65075" y="5946"/>
                  </a:lnTo>
                  <a:lnTo>
                    <a:pt x="65087" y="5942"/>
                  </a:lnTo>
                  <a:lnTo>
                    <a:pt x="65094" y="5940"/>
                  </a:lnTo>
                  <a:lnTo>
                    <a:pt x="65416" y="5849"/>
                  </a:lnTo>
                  <a:lnTo>
                    <a:pt x="65424" y="5847"/>
                  </a:lnTo>
                  <a:lnTo>
                    <a:pt x="65558" y="5813"/>
                  </a:lnTo>
                  <a:lnTo>
                    <a:pt x="65539" y="5747"/>
                  </a:lnTo>
                  <a:lnTo>
                    <a:pt x="65528" y="5712"/>
                  </a:lnTo>
                  <a:lnTo>
                    <a:pt x="65424" y="5670"/>
                  </a:lnTo>
                  <a:lnTo>
                    <a:pt x="65361" y="5590"/>
                  </a:lnTo>
                  <a:lnTo>
                    <a:pt x="65578" y="5209"/>
                  </a:lnTo>
                  <a:lnTo>
                    <a:pt x="65663" y="5206"/>
                  </a:lnTo>
                  <a:lnTo>
                    <a:pt x="65693" y="5205"/>
                  </a:lnTo>
                  <a:lnTo>
                    <a:pt x="65725" y="5203"/>
                  </a:lnTo>
                  <a:lnTo>
                    <a:pt x="65936" y="4933"/>
                  </a:lnTo>
                  <a:lnTo>
                    <a:pt x="65967" y="4889"/>
                  </a:lnTo>
                  <a:lnTo>
                    <a:pt x="65970" y="4880"/>
                  </a:lnTo>
                  <a:lnTo>
                    <a:pt x="66044" y="4744"/>
                  </a:lnTo>
                  <a:lnTo>
                    <a:pt x="66183" y="4527"/>
                  </a:lnTo>
                  <a:lnTo>
                    <a:pt x="66190" y="4519"/>
                  </a:lnTo>
                  <a:lnTo>
                    <a:pt x="66196" y="4514"/>
                  </a:lnTo>
                  <a:lnTo>
                    <a:pt x="66201" y="4510"/>
                  </a:lnTo>
                  <a:lnTo>
                    <a:pt x="66206" y="4506"/>
                  </a:lnTo>
                  <a:lnTo>
                    <a:pt x="66213" y="4502"/>
                  </a:lnTo>
                  <a:lnTo>
                    <a:pt x="66276" y="4468"/>
                  </a:lnTo>
                  <a:lnTo>
                    <a:pt x="66286" y="4463"/>
                  </a:lnTo>
                  <a:lnTo>
                    <a:pt x="66296" y="4459"/>
                  </a:lnTo>
                  <a:lnTo>
                    <a:pt x="66305" y="4455"/>
                  </a:lnTo>
                  <a:lnTo>
                    <a:pt x="66317" y="4450"/>
                  </a:lnTo>
                  <a:lnTo>
                    <a:pt x="66325" y="4447"/>
                  </a:lnTo>
                  <a:lnTo>
                    <a:pt x="66334" y="4444"/>
                  </a:lnTo>
                  <a:lnTo>
                    <a:pt x="66340" y="4442"/>
                  </a:lnTo>
                  <a:lnTo>
                    <a:pt x="66346" y="4441"/>
                  </a:lnTo>
                  <a:lnTo>
                    <a:pt x="66375" y="4431"/>
                  </a:lnTo>
                  <a:lnTo>
                    <a:pt x="66402" y="4417"/>
                  </a:lnTo>
                  <a:lnTo>
                    <a:pt x="66413" y="4411"/>
                  </a:lnTo>
                  <a:lnTo>
                    <a:pt x="66425" y="4403"/>
                  </a:lnTo>
                  <a:lnTo>
                    <a:pt x="66450" y="4377"/>
                  </a:lnTo>
                  <a:lnTo>
                    <a:pt x="66455" y="4371"/>
                  </a:lnTo>
                  <a:lnTo>
                    <a:pt x="66460" y="4366"/>
                  </a:lnTo>
                  <a:lnTo>
                    <a:pt x="66464" y="4360"/>
                  </a:lnTo>
                  <a:lnTo>
                    <a:pt x="66469" y="4354"/>
                  </a:lnTo>
                  <a:lnTo>
                    <a:pt x="66473" y="4348"/>
                  </a:lnTo>
                  <a:lnTo>
                    <a:pt x="66478" y="4341"/>
                  </a:lnTo>
                  <a:lnTo>
                    <a:pt x="66483" y="4334"/>
                  </a:lnTo>
                  <a:lnTo>
                    <a:pt x="66518" y="4280"/>
                  </a:lnTo>
                  <a:lnTo>
                    <a:pt x="66530" y="4260"/>
                  </a:lnTo>
                  <a:lnTo>
                    <a:pt x="66539" y="4244"/>
                  </a:lnTo>
                  <a:lnTo>
                    <a:pt x="66543" y="4236"/>
                  </a:lnTo>
                  <a:lnTo>
                    <a:pt x="66545" y="4230"/>
                  </a:lnTo>
                  <a:lnTo>
                    <a:pt x="66548" y="4223"/>
                  </a:lnTo>
                  <a:lnTo>
                    <a:pt x="66550" y="4215"/>
                  </a:lnTo>
                  <a:lnTo>
                    <a:pt x="66552" y="4208"/>
                  </a:lnTo>
                  <a:lnTo>
                    <a:pt x="66556" y="4193"/>
                  </a:lnTo>
                  <a:lnTo>
                    <a:pt x="66559" y="4179"/>
                  </a:lnTo>
                  <a:lnTo>
                    <a:pt x="66561" y="4169"/>
                  </a:lnTo>
                  <a:lnTo>
                    <a:pt x="66562" y="4159"/>
                  </a:lnTo>
                  <a:lnTo>
                    <a:pt x="66562" y="4152"/>
                  </a:lnTo>
                  <a:lnTo>
                    <a:pt x="66562" y="4145"/>
                  </a:lnTo>
                  <a:lnTo>
                    <a:pt x="66562" y="4138"/>
                  </a:lnTo>
                  <a:lnTo>
                    <a:pt x="66560" y="3972"/>
                  </a:lnTo>
                  <a:lnTo>
                    <a:pt x="66609" y="3827"/>
                  </a:lnTo>
                  <a:lnTo>
                    <a:pt x="66721" y="3495"/>
                  </a:lnTo>
                  <a:lnTo>
                    <a:pt x="66743" y="3429"/>
                  </a:lnTo>
                  <a:lnTo>
                    <a:pt x="66749" y="3414"/>
                  </a:lnTo>
                  <a:lnTo>
                    <a:pt x="66781" y="3382"/>
                  </a:lnTo>
                  <a:lnTo>
                    <a:pt x="66790" y="3357"/>
                  </a:lnTo>
                  <a:lnTo>
                    <a:pt x="66808" y="3291"/>
                  </a:lnTo>
                  <a:lnTo>
                    <a:pt x="66970" y="2872"/>
                  </a:lnTo>
                  <a:lnTo>
                    <a:pt x="66973" y="2865"/>
                  </a:lnTo>
                  <a:lnTo>
                    <a:pt x="66976" y="2858"/>
                  </a:lnTo>
                  <a:lnTo>
                    <a:pt x="66979" y="2852"/>
                  </a:lnTo>
                  <a:lnTo>
                    <a:pt x="67050" y="2713"/>
                  </a:lnTo>
                  <a:lnTo>
                    <a:pt x="67053" y="2709"/>
                  </a:lnTo>
                  <a:lnTo>
                    <a:pt x="67073" y="2681"/>
                  </a:lnTo>
                  <a:lnTo>
                    <a:pt x="67079" y="2672"/>
                  </a:lnTo>
                  <a:lnTo>
                    <a:pt x="67086" y="2664"/>
                  </a:lnTo>
                  <a:lnTo>
                    <a:pt x="67101" y="2652"/>
                  </a:lnTo>
                  <a:lnTo>
                    <a:pt x="67111" y="2644"/>
                  </a:lnTo>
                  <a:lnTo>
                    <a:pt x="67135" y="2625"/>
                  </a:lnTo>
                  <a:lnTo>
                    <a:pt x="67140" y="2621"/>
                  </a:lnTo>
                  <a:lnTo>
                    <a:pt x="67146" y="2618"/>
                  </a:lnTo>
                  <a:lnTo>
                    <a:pt x="67155" y="2613"/>
                  </a:lnTo>
                  <a:lnTo>
                    <a:pt x="67161" y="2610"/>
                  </a:lnTo>
                  <a:lnTo>
                    <a:pt x="67166" y="2608"/>
                  </a:lnTo>
                  <a:lnTo>
                    <a:pt x="67198" y="2595"/>
                  </a:lnTo>
                  <a:lnTo>
                    <a:pt x="67205" y="2592"/>
                  </a:lnTo>
                  <a:lnTo>
                    <a:pt x="67226" y="2586"/>
                  </a:lnTo>
                  <a:lnTo>
                    <a:pt x="67233" y="2584"/>
                  </a:lnTo>
                  <a:lnTo>
                    <a:pt x="67241" y="2582"/>
                  </a:lnTo>
                  <a:lnTo>
                    <a:pt x="67251" y="2580"/>
                  </a:lnTo>
                  <a:lnTo>
                    <a:pt x="67265" y="2580"/>
                  </a:lnTo>
                  <a:lnTo>
                    <a:pt x="67272" y="2581"/>
                  </a:lnTo>
                  <a:lnTo>
                    <a:pt x="67278" y="2583"/>
                  </a:lnTo>
                  <a:lnTo>
                    <a:pt x="67287" y="2586"/>
                  </a:lnTo>
                  <a:lnTo>
                    <a:pt x="67295" y="2590"/>
                  </a:lnTo>
                  <a:lnTo>
                    <a:pt x="67302" y="2595"/>
                  </a:lnTo>
                  <a:lnTo>
                    <a:pt x="67307" y="2599"/>
                  </a:lnTo>
                  <a:lnTo>
                    <a:pt x="67313" y="2604"/>
                  </a:lnTo>
                  <a:lnTo>
                    <a:pt x="67318" y="2609"/>
                  </a:lnTo>
                  <a:lnTo>
                    <a:pt x="67324" y="2615"/>
                  </a:lnTo>
                  <a:lnTo>
                    <a:pt x="67328" y="2621"/>
                  </a:lnTo>
                  <a:lnTo>
                    <a:pt x="67337" y="2633"/>
                  </a:lnTo>
                  <a:lnTo>
                    <a:pt x="67340" y="2638"/>
                  </a:lnTo>
                  <a:lnTo>
                    <a:pt x="67357" y="2656"/>
                  </a:lnTo>
                  <a:lnTo>
                    <a:pt x="67361" y="2660"/>
                  </a:lnTo>
                  <a:lnTo>
                    <a:pt x="67365" y="2664"/>
                  </a:lnTo>
                  <a:lnTo>
                    <a:pt x="67368" y="2667"/>
                  </a:lnTo>
                  <a:lnTo>
                    <a:pt x="67374" y="2672"/>
                  </a:lnTo>
                  <a:lnTo>
                    <a:pt x="67382" y="2676"/>
                  </a:lnTo>
                  <a:lnTo>
                    <a:pt x="67387" y="2678"/>
                  </a:lnTo>
                  <a:lnTo>
                    <a:pt x="67394" y="2679"/>
                  </a:lnTo>
                  <a:lnTo>
                    <a:pt x="67399" y="2679"/>
                  </a:lnTo>
                  <a:lnTo>
                    <a:pt x="67407" y="2680"/>
                  </a:lnTo>
                  <a:lnTo>
                    <a:pt x="67440" y="2681"/>
                  </a:lnTo>
                  <a:lnTo>
                    <a:pt x="67447" y="2681"/>
                  </a:lnTo>
                  <a:lnTo>
                    <a:pt x="67453" y="2681"/>
                  </a:lnTo>
                  <a:lnTo>
                    <a:pt x="67482" y="2679"/>
                  </a:lnTo>
                  <a:lnTo>
                    <a:pt x="67486" y="2679"/>
                  </a:lnTo>
                  <a:lnTo>
                    <a:pt x="67590" y="2662"/>
                  </a:lnTo>
                  <a:lnTo>
                    <a:pt x="67595" y="2661"/>
                  </a:lnTo>
                  <a:lnTo>
                    <a:pt x="67773" y="2617"/>
                  </a:lnTo>
                  <a:lnTo>
                    <a:pt x="67863" y="2577"/>
                  </a:lnTo>
                  <a:lnTo>
                    <a:pt x="67868" y="2575"/>
                  </a:lnTo>
                  <a:lnTo>
                    <a:pt x="67875" y="2571"/>
                  </a:lnTo>
                  <a:lnTo>
                    <a:pt x="67881" y="2566"/>
                  </a:lnTo>
                  <a:lnTo>
                    <a:pt x="67889" y="2561"/>
                  </a:lnTo>
                  <a:lnTo>
                    <a:pt x="67944" y="2520"/>
                  </a:lnTo>
                  <a:lnTo>
                    <a:pt x="68011" y="2470"/>
                  </a:lnTo>
                  <a:lnTo>
                    <a:pt x="68018" y="2465"/>
                  </a:lnTo>
                  <a:lnTo>
                    <a:pt x="68027" y="2457"/>
                  </a:lnTo>
                  <a:lnTo>
                    <a:pt x="68090" y="2398"/>
                  </a:lnTo>
                  <a:lnTo>
                    <a:pt x="68097" y="2392"/>
                  </a:lnTo>
                  <a:lnTo>
                    <a:pt x="68159" y="2323"/>
                  </a:lnTo>
                  <a:lnTo>
                    <a:pt x="68167" y="2312"/>
                  </a:lnTo>
                  <a:lnTo>
                    <a:pt x="68171" y="2306"/>
                  </a:lnTo>
                  <a:lnTo>
                    <a:pt x="68173" y="2300"/>
                  </a:lnTo>
                  <a:lnTo>
                    <a:pt x="68175" y="2294"/>
                  </a:lnTo>
                  <a:lnTo>
                    <a:pt x="68177" y="2286"/>
                  </a:lnTo>
                  <a:lnTo>
                    <a:pt x="68178" y="2278"/>
                  </a:lnTo>
                  <a:lnTo>
                    <a:pt x="68166" y="2227"/>
                  </a:lnTo>
                  <a:lnTo>
                    <a:pt x="68148" y="2181"/>
                  </a:lnTo>
                  <a:lnTo>
                    <a:pt x="68316" y="1754"/>
                  </a:lnTo>
                  <a:lnTo>
                    <a:pt x="68373" y="1698"/>
                  </a:lnTo>
                  <a:lnTo>
                    <a:pt x="68394" y="1681"/>
                  </a:lnTo>
                  <a:lnTo>
                    <a:pt x="68428" y="1658"/>
                  </a:lnTo>
                  <a:lnTo>
                    <a:pt x="68455" y="1640"/>
                  </a:lnTo>
                  <a:lnTo>
                    <a:pt x="68493" y="1615"/>
                  </a:lnTo>
                  <a:lnTo>
                    <a:pt x="68675" y="1498"/>
                  </a:lnTo>
                  <a:lnTo>
                    <a:pt x="68810" y="1415"/>
                  </a:lnTo>
                  <a:lnTo>
                    <a:pt x="69191" y="1182"/>
                  </a:lnTo>
                  <a:lnTo>
                    <a:pt x="69296" y="1147"/>
                  </a:lnTo>
                  <a:lnTo>
                    <a:pt x="69409" y="1113"/>
                  </a:lnTo>
                  <a:lnTo>
                    <a:pt x="69575" y="1062"/>
                  </a:lnTo>
                  <a:lnTo>
                    <a:pt x="69662" y="1010"/>
                  </a:lnTo>
                  <a:lnTo>
                    <a:pt x="69667" y="1007"/>
                  </a:lnTo>
                  <a:lnTo>
                    <a:pt x="69691" y="991"/>
                  </a:lnTo>
                  <a:lnTo>
                    <a:pt x="69788" y="916"/>
                  </a:lnTo>
                  <a:lnTo>
                    <a:pt x="69794" y="911"/>
                  </a:lnTo>
                  <a:lnTo>
                    <a:pt x="69819" y="889"/>
                  </a:lnTo>
                  <a:lnTo>
                    <a:pt x="69823" y="885"/>
                  </a:lnTo>
                  <a:lnTo>
                    <a:pt x="69829" y="879"/>
                  </a:lnTo>
                  <a:lnTo>
                    <a:pt x="69831" y="874"/>
                  </a:lnTo>
                  <a:lnTo>
                    <a:pt x="69849" y="827"/>
                  </a:lnTo>
                  <a:lnTo>
                    <a:pt x="69851" y="787"/>
                  </a:lnTo>
                  <a:lnTo>
                    <a:pt x="69838" y="782"/>
                  </a:lnTo>
                  <a:lnTo>
                    <a:pt x="69831" y="774"/>
                  </a:lnTo>
                  <a:lnTo>
                    <a:pt x="69821" y="760"/>
                  </a:lnTo>
                  <a:lnTo>
                    <a:pt x="69784" y="640"/>
                  </a:lnTo>
                  <a:lnTo>
                    <a:pt x="69774" y="556"/>
                  </a:lnTo>
                  <a:lnTo>
                    <a:pt x="69777" y="550"/>
                  </a:lnTo>
                  <a:lnTo>
                    <a:pt x="69804" y="504"/>
                  </a:lnTo>
                  <a:lnTo>
                    <a:pt x="69839" y="458"/>
                  </a:lnTo>
                  <a:lnTo>
                    <a:pt x="69883" y="457"/>
                  </a:lnTo>
                  <a:lnTo>
                    <a:pt x="69939" y="498"/>
                  </a:lnTo>
                  <a:lnTo>
                    <a:pt x="69938" y="507"/>
                  </a:lnTo>
                  <a:lnTo>
                    <a:pt x="69932" y="515"/>
                  </a:lnTo>
                  <a:lnTo>
                    <a:pt x="69928" y="521"/>
                  </a:lnTo>
                  <a:lnTo>
                    <a:pt x="69924" y="527"/>
                  </a:lnTo>
                  <a:lnTo>
                    <a:pt x="69919" y="533"/>
                  </a:lnTo>
                  <a:lnTo>
                    <a:pt x="69914" y="539"/>
                  </a:lnTo>
                  <a:lnTo>
                    <a:pt x="69911" y="545"/>
                  </a:lnTo>
                  <a:lnTo>
                    <a:pt x="69909" y="553"/>
                  </a:lnTo>
                  <a:lnTo>
                    <a:pt x="69909" y="559"/>
                  </a:lnTo>
                  <a:lnTo>
                    <a:pt x="69909" y="565"/>
                  </a:lnTo>
                  <a:lnTo>
                    <a:pt x="69909" y="571"/>
                  </a:lnTo>
                  <a:lnTo>
                    <a:pt x="69919" y="636"/>
                  </a:lnTo>
                  <a:lnTo>
                    <a:pt x="69923" y="646"/>
                  </a:lnTo>
                  <a:lnTo>
                    <a:pt x="69956" y="717"/>
                  </a:lnTo>
                  <a:lnTo>
                    <a:pt x="69963" y="725"/>
                  </a:lnTo>
                  <a:lnTo>
                    <a:pt x="69970" y="730"/>
                  </a:lnTo>
                  <a:lnTo>
                    <a:pt x="69974" y="733"/>
                  </a:lnTo>
                  <a:lnTo>
                    <a:pt x="69978" y="736"/>
                  </a:lnTo>
                  <a:lnTo>
                    <a:pt x="69985" y="740"/>
                  </a:lnTo>
                  <a:lnTo>
                    <a:pt x="69993" y="743"/>
                  </a:lnTo>
                  <a:lnTo>
                    <a:pt x="70107" y="782"/>
                  </a:lnTo>
                  <a:lnTo>
                    <a:pt x="70114" y="784"/>
                  </a:lnTo>
                  <a:lnTo>
                    <a:pt x="70121" y="786"/>
                  </a:lnTo>
                  <a:lnTo>
                    <a:pt x="70129" y="788"/>
                  </a:lnTo>
                  <a:lnTo>
                    <a:pt x="70136" y="789"/>
                  </a:lnTo>
                  <a:lnTo>
                    <a:pt x="70144" y="791"/>
                  </a:lnTo>
                  <a:lnTo>
                    <a:pt x="70177" y="796"/>
                  </a:lnTo>
                  <a:lnTo>
                    <a:pt x="70186" y="797"/>
                  </a:lnTo>
                  <a:lnTo>
                    <a:pt x="70195" y="797"/>
                  </a:lnTo>
                  <a:lnTo>
                    <a:pt x="70202" y="797"/>
                  </a:lnTo>
                  <a:lnTo>
                    <a:pt x="70207" y="796"/>
                  </a:lnTo>
                  <a:lnTo>
                    <a:pt x="70223" y="795"/>
                  </a:lnTo>
                  <a:lnTo>
                    <a:pt x="70275" y="789"/>
                  </a:lnTo>
                  <a:lnTo>
                    <a:pt x="70338" y="781"/>
                  </a:lnTo>
                  <a:lnTo>
                    <a:pt x="70625" y="745"/>
                  </a:lnTo>
                  <a:lnTo>
                    <a:pt x="70633" y="744"/>
                  </a:lnTo>
                  <a:lnTo>
                    <a:pt x="70733" y="703"/>
                  </a:lnTo>
                  <a:lnTo>
                    <a:pt x="70747" y="695"/>
                  </a:lnTo>
                  <a:lnTo>
                    <a:pt x="70757" y="689"/>
                  </a:lnTo>
                  <a:lnTo>
                    <a:pt x="70919" y="573"/>
                  </a:lnTo>
                  <a:lnTo>
                    <a:pt x="70926" y="567"/>
                  </a:lnTo>
                  <a:lnTo>
                    <a:pt x="70930" y="559"/>
                  </a:lnTo>
                  <a:lnTo>
                    <a:pt x="71017" y="396"/>
                  </a:lnTo>
                  <a:lnTo>
                    <a:pt x="71022" y="379"/>
                  </a:lnTo>
                  <a:lnTo>
                    <a:pt x="71004" y="307"/>
                  </a:lnTo>
                  <a:lnTo>
                    <a:pt x="71002" y="300"/>
                  </a:lnTo>
                  <a:lnTo>
                    <a:pt x="70997" y="294"/>
                  </a:lnTo>
                  <a:lnTo>
                    <a:pt x="70971" y="274"/>
                  </a:lnTo>
                  <a:lnTo>
                    <a:pt x="70941" y="239"/>
                  </a:lnTo>
                  <a:lnTo>
                    <a:pt x="70938" y="233"/>
                  </a:lnTo>
                  <a:lnTo>
                    <a:pt x="70936" y="227"/>
                  </a:lnTo>
                  <a:lnTo>
                    <a:pt x="70935" y="220"/>
                  </a:lnTo>
                  <a:lnTo>
                    <a:pt x="70934" y="211"/>
                  </a:lnTo>
                  <a:lnTo>
                    <a:pt x="70934" y="203"/>
                  </a:lnTo>
                  <a:lnTo>
                    <a:pt x="70935" y="196"/>
                  </a:lnTo>
                  <a:lnTo>
                    <a:pt x="70977" y="138"/>
                  </a:lnTo>
                  <a:lnTo>
                    <a:pt x="71067" y="14"/>
                  </a:lnTo>
                  <a:lnTo>
                    <a:pt x="71116" y="0"/>
                  </a:lnTo>
                  <a:lnTo>
                    <a:pt x="71140" y="2"/>
                  </a:lnTo>
                  <a:lnTo>
                    <a:pt x="71144" y="4"/>
                  </a:lnTo>
                  <a:lnTo>
                    <a:pt x="71198" y="48"/>
                  </a:lnTo>
                  <a:lnTo>
                    <a:pt x="71237" y="97"/>
                  </a:lnTo>
                  <a:lnTo>
                    <a:pt x="71239" y="103"/>
                  </a:lnTo>
                  <a:lnTo>
                    <a:pt x="71242" y="133"/>
                  </a:lnTo>
                  <a:lnTo>
                    <a:pt x="71241" y="138"/>
                  </a:lnTo>
                  <a:lnTo>
                    <a:pt x="71238" y="144"/>
                  </a:lnTo>
                  <a:lnTo>
                    <a:pt x="71232" y="152"/>
                  </a:lnTo>
                  <a:lnTo>
                    <a:pt x="71219" y="168"/>
                  </a:lnTo>
                  <a:lnTo>
                    <a:pt x="71209" y="179"/>
                  </a:lnTo>
                  <a:lnTo>
                    <a:pt x="71214" y="202"/>
                  </a:lnTo>
                  <a:lnTo>
                    <a:pt x="71222" y="228"/>
                  </a:lnTo>
                  <a:lnTo>
                    <a:pt x="71234" y="248"/>
                  </a:lnTo>
                  <a:lnTo>
                    <a:pt x="71248" y="265"/>
                  </a:lnTo>
                  <a:lnTo>
                    <a:pt x="71264" y="282"/>
                  </a:lnTo>
                  <a:lnTo>
                    <a:pt x="71384" y="345"/>
                  </a:lnTo>
                  <a:lnTo>
                    <a:pt x="71409" y="356"/>
                  </a:lnTo>
                  <a:lnTo>
                    <a:pt x="71530" y="402"/>
                  </a:lnTo>
                  <a:lnTo>
                    <a:pt x="71711" y="436"/>
                  </a:lnTo>
                  <a:lnTo>
                    <a:pt x="71719" y="437"/>
                  </a:lnTo>
                  <a:lnTo>
                    <a:pt x="71726" y="437"/>
                  </a:lnTo>
                  <a:lnTo>
                    <a:pt x="71731" y="438"/>
                  </a:lnTo>
                  <a:lnTo>
                    <a:pt x="71747" y="438"/>
                  </a:lnTo>
                  <a:lnTo>
                    <a:pt x="72221" y="410"/>
                  </a:lnTo>
                  <a:lnTo>
                    <a:pt x="72236" y="408"/>
                  </a:lnTo>
                  <a:lnTo>
                    <a:pt x="72414" y="388"/>
                  </a:lnTo>
                  <a:lnTo>
                    <a:pt x="72469" y="380"/>
                  </a:lnTo>
                  <a:lnTo>
                    <a:pt x="72532" y="319"/>
                  </a:lnTo>
                  <a:lnTo>
                    <a:pt x="72531" y="227"/>
                  </a:lnTo>
                  <a:lnTo>
                    <a:pt x="72586" y="144"/>
                  </a:lnTo>
                  <a:lnTo>
                    <a:pt x="72608" y="122"/>
                  </a:lnTo>
                  <a:lnTo>
                    <a:pt x="72819" y="58"/>
                  </a:lnTo>
                  <a:lnTo>
                    <a:pt x="72824" y="56"/>
                  </a:lnTo>
                  <a:lnTo>
                    <a:pt x="72859" y="51"/>
                  </a:lnTo>
                  <a:lnTo>
                    <a:pt x="72994" y="36"/>
                  </a:lnTo>
                  <a:lnTo>
                    <a:pt x="73001" y="37"/>
                  </a:lnTo>
                  <a:lnTo>
                    <a:pt x="73039" y="58"/>
                  </a:lnTo>
                  <a:lnTo>
                    <a:pt x="73051" y="66"/>
                  </a:lnTo>
                  <a:lnTo>
                    <a:pt x="73120" y="110"/>
                  </a:lnTo>
                  <a:lnTo>
                    <a:pt x="73452" y="33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l1177"/>
            <p:cNvSpPr/>
            <p:nvPr/>
          </p:nvSpPr>
          <p:spPr>
            <a:xfrm>
              <a:off x="4662686" y="5669790"/>
              <a:ext cx="1521" cy="1299"/>
            </a:xfrm>
            <a:custGeom>
              <a:avLst/>
              <a:pathLst>
                <a:path w="1521" h="1299">
                  <a:moveTo>
                    <a:pt x="1403" y="737"/>
                  </a:moveTo>
                  <a:lnTo>
                    <a:pt x="1521" y="909"/>
                  </a:lnTo>
                  <a:lnTo>
                    <a:pt x="1517" y="971"/>
                  </a:lnTo>
                  <a:lnTo>
                    <a:pt x="1464" y="1071"/>
                  </a:lnTo>
                  <a:lnTo>
                    <a:pt x="1361" y="1204"/>
                  </a:lnTo>
                  <a:lnTo>
                    <a:pt x="1199" y="1299"/>
                  </a:lnTo>
                  <a:lnTo>
                    <a:pt x="750" y="1147"/>
                  </a:lnTo>
                  <a:lnTo>
                    <a:pt x="475" y="1193"/>
                  </a:lnTo>
                  <a:lnTo>
                    <a:pt x="50" y="1048"/>
                  </a:lnTo>
                  <a:lnTo>
                    <a:pt x="13" y="974"/>
                  </a:lnTo>
                  <a:lnTo>
                    <a:pt x="0" y="778"/>
                  </a:lnTo>
                  <a:lnTo>
                    <a:pt x="28" y="131"/>
                  </a:lnTo>
                  <a:lnTo>
                    <a:pt x="31" y="125"/>
                  </a:lnTo>
                  <a:lnTo>
                    <a:pt x="66" y="84"/>
                  </a:lnTo>
                  <a:lnTo>
                    <a:pt x="226" y="120"/>
                  </a:lnTo>
                  <a:lnTo>
                    <a:pt x="334" y="181"/>
                  </a:lnTo>
                  <a:lnTo>
                    <a:pt x="359" y="235"/>
                  </a:lnTo>
                  <a:lnTo>
                    <a:pt x="424" y="404"/>
                  </a:lnTo>
                  <a:lnTo>
                    <a:pt x="481" y="480"/>
                  </a:lnTo>
                  <a:lnTo>
                    <a:pt x="494" y="487"/>
                  </a:lnTo>
                  <a:lnTo>
                    <a:pt x="574" y="476"/>
                  </a:lnTo>
                  <a:lnTo>
                    <a:pt x="695" y="436"/>
                  </a:lnTo>
                  <a:lnTo>
                    <a:pt x="835" y="292"/>
                  </a:lnTo>
                  <a:lnTo>
                    <a:pt x="899" y="247"/>
                  </a:lnTo>
                  <a:lnTo>
                    <a:pt x="920" y="241"/>
                  </a:lnTo>
                  <a:lnTo>
                    <a:pt x="937" y="263"/>
                  </a:lnTo>
                  <a:lnTo>
                    <a:pt x="938" y="288"/>
                  </a:lnTo>
                  <a:lnTo>
                    <a:pt x="901" y="379"/>
                  </a:lnTo>
                  <a:lnTo>
                    <a:pt x="785" y="640"/>
                  </a:lnTo>
                  <a:lnTo>
                    <a:pt x="775" y="675"/>
                  </a:lnTo>
                  <a:lnTo>
                    <a:pt x="785" y="698"/>
                  </a:lnTo>
                  <a:lnTo>
                    <a:pt x="825" y="727"/>
                  </a:lnTo>
                  <a:lnTo>
                    <a:pt x="884" y="759"/>
                  </a:lnTo>
                  <a:lnTo>
                    <a:pt x="948" y="776"/>
                  </a:lnTo>
                  <a:lnTo>
                    <a:pt x="1087" y="775"/>
                  </a:lnTo>
                  <a:lnTo>
                    <a:pt x="1142" y="723"/>
                  </a:lnTo>
                  <a:lnTo>
                    <a:pt x="1106" y="497"/>
                  </a:lnTo>
                  <a:lnTo>
                    <a:pt x="1045" y="322"/>
                  </a:lnTo>
                  <a:lnTo>
                    <a:pt x="1049" y="189"/>
                  </a:lnTo>
                  <a:lnTo>
                    <a:pt x="1073" y="50"/>
                  </a:lnTo>
                  <a:lnTo>
                    <a:pt x="1145" y="0"/>
                  </a:lnTo>
                  <a:lnTo>
                    <a:pt x="1218" y="28"/>
                  </a:lnTo>
                  <a:lnTo>
                    <a:pt x="1217" y="73"/>
                  </a:lnTo>
                  <a:lnTo>
                    <a:pt x="1403" y="7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l1178"/>
            <p:cNvSpPr/>
            <p:nvPr/>
          </p:nvSpPr>
          <p:spPr>
            <a:xfrm>
              <a:off x="4648567" y="5665966"/>
              <a:ext cx="697" cy="882"/>
            </a:xfrm>
            <a:custGeom>
              <a:avLst/>
              <a:pathLst>
                <a:path w="697" h="882">
                  <a:moveTo>
                    <a:pt x="214" y="864"/>
                  </a:moveTo>
                  <a:lnTo>
                    <a:pt x="90" y="882"/>
                  </a:lnTo>
                  <a:lnTo>
                    <a:pt x="0" y="776"/>
                  </a:lnTo>
                  <a:lnTo>
                    <a:pt x="7" y="732"/>
                  </a:lnTo>
                  <a:lnTo>
                    <a:pt x="84" y="597"/>
                  </a:lnTo>
                  <a:lnTo>
                    <a:pt x="482" y="36"/>
                  </a:lnTo>
                  <a:lnTo>
                    <a:pt x="654" y="0"/>
                  </a:lnTo>
                  <a:lnTo>
                    <a:pt x="697" y="9"/>
                  </a:lnTo>
                  <a:lnTo>
                    <a:pt x="602" y="321"/>
                  </a:lnTo>
                  <a:lnTo>
                    <a:pt x="375" y="687"/>
                  </a:lnTo>
                  <a:lnTo>
                    <a:pt x="214" y="86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l1179"/>
            <p:cNvSpPr/>
            <p:nvPr/>
          </p:nvSpPr>
          <p:spPr>
            <a:xfrm>
              <a:off x="4652689" y="5666751"/>
              <a:ext cx="2699" cy="1609"/>
            </a:xfrm>
            <a:custGeom>
              <a:avLst/>
              <a:pathLst>
                <a:path w="2699" h="1609">
                  <a:moveTo>
                    <a:pt x="2699" y="1002"/>
                  </a:moveTo>
                  <a:lnTo>
                    <a:pt x="2693" y="1276"/>
                  </a:lnTo>
                  <a:lnTo>
                    <a:pt x="2548" y="1448"/>
                  </a:lnTo>
                  <a:lnTo>
                    <a:pt x="2435" y="1517"/>
                  </a:lnTo>
                  <a:lnTo>
                    <a:pt x="2312" y="1511"/>
                  </a:lnTo>
                  <a:lnTo>
                    <a:pt x="2251" y="1490"/>
                  </a:lnTo>
                  <a:lnTo>
                    <a:pt x="2141" y="1420"/>
                  </a:lnTo>
                  <a:lnTo>
                    <a:pt x="2109" y="1360"/>
                  </a:lnTo>
                  <a:lnTo>
                    <a:pt x="1909" y="1173"/>
                  </a:lnTo>
                  <a:lnTo>
                    <a:pt x="1881" y="1167"/>
                  </a:lnTo>
                  <a:lnTo>
                    <a:pt x="1768" y="1218"/>
                  </a:lnTo>
                  <a:lnTo>
                    <a:pt x="1523" y="1406"/>
                  </a:lnTo>
                  <a:lnTo>
                    <a:pt x="1235" y="1464"/>
                  </a:lnTo>
                  <a:lnTo>
                    <a:pt x="1056" y="1464"/>
                  </a:lnTo>
                  <a:lnTo>
                    <a:pt x="1005" y="1477"/>
                  </a:lnTo>
                  <a:lnTo>
                    <a:pt x="894" y="1588"/>
                  </a:lnTo>
                  <a:lnTo>
                    <a:pt x="729" y="1381"/>
                  </a:lnTo>
                  <a:lnTo>
                    <a:pt x="654" y="1386"/>
                  </a:lnTo>
                  <a:lnTo>
                    <a:pt x="544" y="1558"/>
                  </a:lnTo>
                  <a:lnTo>
                    <a:pt x="478" y="1605"/>
                  </a:lnTo>
                  <a:lnTo>
                    <a:pt x="425" y="1609"/>
                  </a:lnTo>
                  <a:lnTo>
                    <a:pt x="404" y="1568"/>
                  </a:lnTo>
                  <a:lnTo>
                    <a:pt x="350" y="1368"/>
                  </a:lnTo>
                  <a:lnTo>
                    <a:pt x="274" y="1239"/>
                  </a:lnTo>
                  <a:lnTo>
                    <a:pt x="219" y="1157"/>
                  </a:lnTo>
                  <a:lnTo>
                    <a:pt x="160" y="1102"/>
                  </a:lnTo>
                  <a:lnTo>
                    <a:pt x="61" y="1034"/>
                  </a:lnTo>
                  <a:lnTo>
                    <a:pt x="0" y="951"/>
                  </a:lnTo>
                  <a:lnTo>
                    <a:pt x="9" y="902"/>
                  </a:lnTo>
                  <a:lnTo>
                    <a:pt x="179" y="631"/>
                  </a:lnTo>
                  <a:lnTo>
                    <a:pt x="574" y="358"/>
                  </a:lnTo>
                  <a:lnTo>
                    <a:pt x="667" y="346"/>
                  </a:lnTo>
                  <a:lnTo>
                    <a:pt x="714" y="407"/>
                  </a:lnTo>
                  <a:lnTo>
                    <a:pt x="716" y="450"/>
                  </a:lnTo>
                  <a:lnTo>
                    <a:pt x="594" y="711"/>
                  </a:lnTo>
                  <a:lnTo>
                    <a:pt x="626" y="786"/>
                  </a:lnTo>
                  <a:lnTo>
                    <a:pt x="724" y="862"/>
                  </a:lnTo>
                  <a:lnTo>
                    <a:pt x="1013" y="868"/>
                  </a:lnTo>
                  <a:lnTo>
                    <a:pt x="1205" y="693"/>
                  </a:lnTo>
                  <a:lnTo>
                    <a:pt x="1402" y="577"/>
                  </a:lnTo>
                  <a:lnTo>
                    <a:pt x="1779" y="471"/>
                  </a:lnTo>
                  <a:lnTo>
                    <a:pt x="1918" y="472"/>
                  </a:lnTo>
                  <a:lnTo>
                    <a:pt x="2145" y="373"/>
                  </a:lnTo>
                  <a:lnTo>
                    <a:pt x="2302" y="199"/>
                  </a:lnTo>
                  <a:lnTo>
                    <a:pt x="2391" y="66"/>
                  </a:lnTo>
                  <a:lnTo>
                    <a:pt x="2520" y="0"/>
                  </a:lnTo>
                  <a:lnTo>
                    <a:pt x="2643" y="10"/>
                  </a:lnTo>
                  <a:lnTo>
                    <a:pt x="2679" y="65"/>
                  </a:lnTo>
                  <a:lnTo>
                    <a:pt x="2640" y="179"/>
                  </a:lnTo>
                  <a:lnTo>
                    <a:pt x="2554" y="355"/>
                  </a:lnTo>
                  <a:lnTo>
                    <a:pt x="2548" y="455"/>
                  </a:lnTo>
                  <a:lnTo>
                    <a:pt x="2565" y="552"/>
                  </a:lnTo>
                  <a:lnTo>
                    <a:pt x="2643" y="750"/>
                  </a:lnTo>
                  <a:lnTo>
                    <a:pt x="2676" y="810"/>
                  </a:lnTo>
                  <a:lnTo>
                    <a:pt x="2699" y="100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l1180"/>
            <p:cNvSpPr/>
            <p:nvPr/>
          </p:nvSpPr>
          <p:spPr>
            <a:xfrm>
              <a:off x="4651930" y="5666256"/>
              <a:ext cx="1071" cy="1051"/>
            </a:xfrm>
            <a:custGeom>
              <a:avLst/>
              <a:pathLst>
                <a:path w="1071" h="1051">
                  <a:moveTo>
                    <a:pt x="722" y="908"/>
                  </a:moveTo>
                  <a:lnTo>
                    <a:pt x="654" y="909"/>
                  </a:lnTo>
                  <a:lnTo>
                    <a:pt x="566" y="888"/>
                  </a:lnTo>
                  <a:lnTo>
                    <a:pt x="494" y="883"/>
                  </a:lnTo>
                  <a:lnTo>
                    <a:pt x="446" y="892"/>
                  </a:lnTo>
                  <a:lnTo>
                    <a:pt x="335" y="895"/>
                  </a:lnTo>
                  <a:lnTo>
                    <a:pt x="269" y="917"/>
                  </a:lnTo>
                  <a:lnTo>
                    <a:pt x="225" y="944"/>
                  </a:lnTo>
                  <a:lnTo>
                    <a:pt x="200" y="1011"/>
                  </a:lnTo>
                  <a:lnTo>
                    <a:pt x="143" y="1051"/>
                  </a:lnTo>
                  <a:lnTo>
                    <a:pt x="111" y="1038"/>
                  </a:lnTo>
                  <a:lnTo>
                    <a:pt x="60" y="998"/>
                  </a:lnTo>
                  <a:lnTo>
                    <a:pt x="4" y="925"/>
                  </a:lnTo>
                  <a:lnTo>
                    <a:pt x="0" y="894"/>
                  </a:lnTo>
                  <a:lnTo>
                    <a:pt x="18" y="845"/>
                  </a:lnTo>
                  <a:lnTo>
                    <a:pt x="23" y="790"/>
                  </a:lnTo>
                  <a:lnTo>
                    <a:pt x="65" y="707"/>
                  </a:lnTo>
                  <a:lnTo>
                    <a:pt x="136" y="485"/>
                  </a:lnTo>
                  <a:lnTo>
                    <a:pt x="178" y="300"/>
                  </a:lnTo>
                  <a:lnTo>
                    <a:pt x="509" y="23"/>
                  </a:lnTo>
                  <a:lnTo>
                    <a:pt x="564" y="0"/>
                  </a:lnTo>
                  <a:lnTo>
                    <a:pt x="585" y="4"/>
                  </a:lnTo>
                  <a:lnTo>
                    <a:pt x="627" y="81"/>
                  </a:lnTo>
                  <a:lnTo>
                    <a:pt x="716" y="197"/>
                  </a:lnTo>
                  <a:lnTo>
                    <a:pt x="805" y="316"/>
                  </a:lnTo>
                  <a:lnTo>
                    <a:pt x="848" y="445"/>
                  </a:lnTo>
                  <a:lnTo>
                    <a:pt x="982" y="526"/>
                  </a:lnTo>
                  <a:lnTo>
                    <a:pt x="1045" y="552"/>
                  </a:lnTo>
                  <a:lnTo>
                    <a:pt x="1049" y="557"/>
                  </a:lnTo>
                  <a:lnTo>
                    <a:pt x="1066" y="581"/>
                  </a:lnTo>
                  <a:lnTo>
                    <a:pt x="1071" y="641"/>
                  </a:lnTo>
                  <a:lnTo>
                    <a:pt x="984" y="748"/>
                  </a:lnTo>
                  <a:lnTo>
                    <a:pt x="722" y="90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l1181"/>
            <p:cNvSpPr/>
            <p:nvPr/>
          </p:nvSpPr>
          <p:spPr>
            <a:xfrm>
              <a:off x="4647818" y="5665953"/>
              <a:ext cx="2815" cy="2730"/>
            </a:xfrm>
            <a:custGeom>
              <a:avLst/>
              <a:pathLst>
                <a:path w="2815" h="2730">
                  <a:moveTo>
                    <a:pt x="2610" y="390"/>
                  </a:moveTo>
                  <a:lnTo>
                    <a:pt x="2298" y="777"/>
                  </a:lnTo>
                  <a:lnTo>
                    <a:pt x="2306" y="849"/>
                  </a:lnTo>
                  <a:lnTo>
                    <a:pt x="2382" y="1007"/>
                  </a:lnTo>
                  <a:lnTo>
                    <a:pt x="2292" y="1328"/>
                  </a:lnTo>
                  <a:lnTo>
                    <a:pt x="1834" y="1893"/>
                  </a:lnTo>
                  <a:lnTo>
                    <a:pt x="1246" y="2383"/>
                  </a:lnTo>
                  <a:lnTo>
                    <a:pt x="1198" y="2546"/>
                  </a:lnTo>
                  <a:lnTo>
                    <a:pt x="1159" y="2591"/>
                  </a:lnTo>
                  <a:lnTo>
                    <a:pt x="980" y="2716"/>
                  </a:lnTo>
                  <a:lnTo>
                    <a:pt x="835" y="2730"/>
                  </a:lnTo>
                  <a:lnTo>
                    <a:pt x="329" y="2510"/>
                  </a:lnTo>
                  <a:lnTo>
                    <a:pt x="10" y="2323"/>
                  </a:lnTo>
                  <a:lnTo>
                    <a:pt x="0" y="2297"/>
                  </a:lnTo>
                  <a:lnTo>
                    <a:pt x="1" y="2126"/>
                  </a:lnTo>
                  <a:lnTo>
                    <a:pt x="324" y="1760"/>
                  </a:lnTo>
                  <a:lnTo>
                    <a:pt x="428" y="1790"/>
                  </a:lnTo>
                  <a:lnTo>
                    <a:pt x="454" y="1837"/>
                  </a:lnTo>
                  <a:lnTo>
                    <a:pt x="444" y="1883"/>
                  </a:lnTo>
                  <a:lnTo>
                    <a:pt x="423" y="2114"/>
                  </a:lnTo>
                  <a:lnTo>
                    <a:pt x="412" y="2157"/>
                  </a:lnTo>
                  <a:lnTo>
                    <a:pt x="368" y="2203"/>
                  </a:lnTo>
                  <a:lnTo>
                    <a:pt x="347" y="2269"/>
                  </a:lnTo>
                  <a:lnTo>
                    <a:pt x="351" y="2320"/>
                  </a:lnTo>
                  <a:lnTo>
                    <a:pt x="425" y="2391"/>
                  </a:lnTo>
                  <a:lnTo>
                    <a:pt x="546" y="2422"/>
                  </a:lnTo>
                  <a:lnTo>
                    <a:pt x="610" y="2372"/>
                  </a:lnTo>
                  <a:lnTo>
                    <a:pt x="759" y="2146"/>
                  </a:lnTo>
                  <a:lnTo>
                    <a:pt x="854" y="2025"/>
                  </a:lnTo>
                  <a:lnTo>
                    <a:pt x="881" y="1972"/>
                  </a:lnTo>
                  <a:lnTo>
                    <a:pt x="904" y="1927"/>
                  </a:lnTo>
                  <a:lnTo>
                    <a:pt x="926" y="1717"/>
                  </a:lnTo>
                  <a:lnTo>
                    <a:pt x="1386" y="1138"/>
                  </a:lnTo>
                  <a:lnTo>
                    <a:pt x="1464" y="1089"/>
                  </a:lnTo>
                  <a:lnTo>
                    <a:pt x="1649" y="854"/>
                  </a:lnTo>
                  <a:lnTo>
                    <a:pt x="1717" y="789"/>
                  </a:lnTo>
                  <a:lnTo>
                    <a:pt x="1954" y="722"/>
                  </a:lnTo>
                  <a:lnTo>
                    <a:pt x="2041" y="711"/>
                  </a:lnTo>
                  <a:lnTo>
                    <a:pt x="2147" y="743"/>
                  </a:lnTo>
                  <a:lnTo>
                    <a:pt x="2270" y="676"/>
                  </a:lnTo>
                  <a:lnTo>
                    <a:pt x="2340" y="571"/>
                  </a:lnTo>
                  <a:lnTo>
                    <a:pt x="2498" y="372"/>
                  </a:lnTo>
                  <a:lnTo>
                    <a:pt x="2518" y="307"/>
                  </a:lnTo>
                  <a:lnTo>
                    <a:pt x="2774" y="3"/>
                  </a:lnTo>
                  <a:lnTo>
                    <a:pt x="2795" y="0"/>
                  </a:lnTo>
                  <a:lnTo>
                    <a:pt x="2815" y="50"/>
                  </a:lnTo>
                  <a:lnTo>
                    <a:pt x="2801" y="83"/>
                  </a:lnTo>
                  <a:lnTo>
                    <a:pt x="2610" y="39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l1182"/>
            <p:cNvSpPr/>
            <p:nvPr/>
          </p:nvSpPr>
          <p:spPr>
            <a:xfrm>
              <a:off x="4653297" y="5666739"/>
              <a:ext cx="10077" cy="14471"/>
            </a:xfrm>
            <a:custGeom>
              <a:avLst/>
              <a:pathLst>
                <a:path w="10077" h="14471">
                  <a:moveTo>
                    <a:pt x="4586" y="1618"/>
                  </a:moveTo>
                  <a:lnTo>
                    <a:pt x="4684" y="2204"/>
                  </a:lnTo>
                  <a:lnTo>
                    <a:pt x="5109" y="2936"/>
                  </a:lnTo>
                  <a:lnTo>
                    <a:pt x="5227" y="3049"/>
                  </a:lnTo>
                  <a:lnTo>
                    <a:pt x="5281" y="3052"/>
                  </a:lnTo>
                  <a:lnTo>
                    <a:pt x="5439" y="2998"/>
                  </a:lnTo>
                  <a:lnTo>
                    <a:pt x="5739" y="2796"/>
                  </a:lnTo>
                  <a:lnTo>
                    <a:pt x="5840" y="2713"/>
                  </a:lnTo>
                  <a:lnTo>
                    <a:pt x="5838" y="2667"/>
                  </a:lnTo>
                  <a:lnTo>
                    <a:pt x="5974" y="2544"/>
                  </a:lnTo>
                  <a:lnTo>
                    <a:pt x="6216" y="2450"/>
                  </a:lnTo>
                  <a:lnTo>
                    <a:pt x="6488" y="2513"/>
                  </a:lnTo>
                  <a:lnTo>
                    <a:pt x="6671" y="2865"/>
                  </a:lnTo>
                  <a:lnTo>
                    <a:pt x="7503" y="3368"/>
                  </a:lnTo>
                  <a:lnTo>
                    <a:pt x="7661" y="3371"/>
                  </a:lnTo>
                  <a:lnTo>
                    <a:pt x="7731" y="3402"/>
                  </a:lnTo>
                  <a:lnTo>
                    <a:pt x="7759" y="3443"/>
                  </a:lnTo>
                  <a:lnTo>
                    <a:pt x="7815" y="3602"/>
                  </a:lnTo>
                  <a:lnTo>
                    <a:pt x="7814" y="3701"/>
                  </a:lnTo>
                  <a:lnTo>
                    <a:pt x="7746" y="3816"/>
                  </a:lnTo>
                  <a:lnTo>
                    <a:pt x="7720" y="3848"/>
                  </a:lnTo>
                  <a:lnTo>
                    <a:pt x="7607" y="3852"/>
                  </a:lnTo>
                  <a:lnTo>
                    <a:pt x="7282" y="4393"/>
                  </a:lnTo>
                  <a:lnTo>
                    <a:pt x="7140" y="4431"/>
                  </a:lnTo>
                  <a:lnTo>
                    <a:pt x="7047" y="4438"/>
                  </a:lnTo>
                  <a:lnTo>
                    <a:pt x="7026" y="4464"/>
                  </a:lnTo>
                  <a:lnTo>
                    <a:pt x="7377" y="4803"/>
                  </a:lnTo>
                  <a:lnTo>
                    <a:pt x="7690" y="5056"/>
                  </a:lnTo>
                  <a:lnTo>
                    <a:pt x="8189" y="5404"/>
                  </a:lnTo>
                  <a:lnTo>
                    <a:pt x="8578" y="5498"/>
                  </a:lnTo>
                  <a:lnTo>
                    <a:pt x="9031" y="5567"/>
                  </a:lnTo>
                  <a:lnTo>
                    <a:pt x="9320" y="5522"/>
                  </a:lnTo>
                  <a:lnTo>
                    <a:pt x="9534" y="5462"/>
                  </a:lnTo>
                  <a:lnTo>
                    <a:pt x="9608" y="5353"/>
                  </a:lnTo>
                  <a:lnTo>
                    <a:pt x="9913" y="5200"/>
                  </a:lnTo>
                  <a:lnTo>
                    <a:pt x="10025" y="5239"/>
                  </a:lnTo>
                  <a:lnTo>
                    <a:pt x="10077" y="5356"/>
                  </a:lnTo>
                  <a:lnTo>
                    <a:pt x="9525" y="6284"/>
                  </a:lnTo>
                  <a:lnTo>
                    <a:pt x="9275" y="6531"/>
                  </a:lnTo>
                  <a:lnTo>
                    <a:pt x="8904" y="6823"/>
                  </a:lnTo>
                  <a:lnTo>
                    <a:pt x="8712" y="6944"/>
                  </a:lnTo>
                  <a:lnTo>
                    <a:pt x="8612" y="6970"/>
                  </a:lnTo>
                  <a:lnTo>
                    <a:pt x="8594" y="6941"/>
                  </a:lnTo>
                  <a:lnTo>
                    <a:pt x="8708" y="6495"/>
                  </a:lnTo>
                  <a:lnTo>
                    <a:pt x="8686" y="6386"/>
                  </a:lnTo>
                  <a:lnTo>
                    <a:pt x="8437" y="6214"/>
                  </a:lnTo>
                  <a:lnTo>
                    <a:pt x="8029" y="6097"/>
                  </a:lnTo>
                  <a:lnTo>
                    <a:pt x="7639" y="6130"/>
                  </a:lnTo>
                  <a:lnTo>
                    <a:pt x="7520" y="6199"/>
                  </a:lnTo>
                  <a:lnTo>
                    <a:pt x="7357" y="6412"/>
                  </a:lnTo>
                  <a:lnTo>
                    <a:pt x="7186" y="6581"/>
                  </a:lnTo>
                  <a:lnTo>
                    <a:pt x="6851" y="6716"/>
                  </a:lnTo>
                  <a:lnTo>
                    <a:pt x="6704" y="6576"/>
                  </a:lnTo>
                  <a:lnTo>
                    <a:pt x="6583" y="6645"/>
                  </a:lnTo>
                  <a:lnTo>
                    <a:pt x="6547" y="6681"/>
                  </a:lnTo>
                  <a:lnTo>
                    <a:pt x="6343" y="7200"/>
                  </a:lnTo>
                  <a:lnTo>
                    <a:pt x="6223" y="7553"/>
                  </a:lnTo>
                  <a:lnTo>
                    <a:pt x="6232" y="7826"/>
                  </a:lnTo>
                  <a:lnTo>
                    <a:pt x="6270" y="7945"/>
                  </a:lnTo>
                  <a:lnTo>
                    <a:pt x="6317" y="8259"/>
                  </a:lnTo>
                  <a:lnTo>
                    <a:pt x="6228" y="8561"/>
                  </a:lnTo>
                  <a:lnTo>
                    <a:pt x="6254" y="8956"/>
                  </a:lnTo>
                  <a:lnTo>
                    <a:pt x="6233" y="9030"/>
                  </a:lnTo>
                  <a:lnTo>
                    <a:pt x="6244" y="9136"/>
                  </a:lnTo>
                  <a:lnTo>
                    <a:pt x="6283" y="9208"/>
                  </a:lnTo>
                  <a:lnTo>
                    <a:pt x="6347" y="9258"/>
                  </a:lnTo>
                  <a:lnTo>
                    <a:pt x="6450" y="9279"/>
                  </a:lnTo>
                  <a:lnTo>
                    <a:pt x="6486" y="9269"/>
                  </a:lnTo>
                  <a:lnTo>
                    <a:pt x="6652" y="9246"/>
                  </a:lnTo>
                  <a:lnTo>
                    <a:pt x="6726" y="9224"/>
                  </a:lnTo>
                  <a:lnTo>
                    <a:pt x="6814" y="9235"/>
                  </a:lnTo>
                  <a:lnTo>
                    <a:pt x="6925" y="9259"/>
                  </a:lnTo>
                  <a:lnTo>
                    <a:pt x="7053" y="9279"/>
                  </a:lnTo>
                  <a:lnTo>
                    <a:pt x="7154" y="9331"/>
                  </a:lnTo>
                  <a:lnTo>
                    <a:pt x="7207" y="9360"/>
                  </a:lnTo>
                  <a:lnTo>
                    <a:pt x="7252" y="9389"/>
                  </a:lnTo>
                  <a:lnTo>
                    <a:pt x="7266" y="9435"/>
                  </a:lnTo>
                  <a:lnTo>
                    <a:pt x="7270" y="9491"/>
                  </a:lnTo>
                  <a:lnTo>
                    <a:pt x="7270" y="9504"/>
                  </a:lnTo>
                  <a:lnTo>
                    <a:pt x="7192" y="9595"/>
                  </a:lnTo>
                  <a:lnTo>
                    <a:pt x="7165" y="9686"/>
                  </a:lnTo>
                  <a:lnTo>
                    <a:pt x="7141" y="9800"/>
                  </a:lnTo>
                  <a:lnTo>
                    <a:pt x="7147" y="9827"/>
                  </a:lnTo>
                  <a:lnTo>
                    <a:pt x="7166" y="9902"/>
                  </a:lnTo>
                  <a:lnTo>
                    <a:pt x="7179" y="9926"/>
                  </a:lnTo>
                  <a:lnTo>
                    <a:pt x="7231" y="9962"/>
                  </a:lnTo>
                  <a:lnTo>
                    <a:pt x="7538" y="9994"/>
                  </a:lnTo>
                  <a:lnTo>
                    <a:pt x="7822" y="9829"/>
                  </a:lnTo>
                  <a:lnTo>
                    <a:pt x="7828" y="9820"/>
                  </a:lnTo>
                  <a:lnTo>
                    <a:pt x="7880" y="9738"/>
                  </a:lnTo>
                  <a:lnTo>
                    <a:pt x="7930" y="9720"/>
                  </a:lnTo>
                  <a:lnTo>
                    <a:pt x="8011" y="9741"/>
                  </a:lnTo>
                  <a:lnTo>
                    <a:pt x="8088" y="9791"/>
                  </a:lnTo>
                  <a:lnTo>
                    <a:pt x="8164" y="9841"/>
                  </a:lnTo>
                  <a:lnTo>
                    <a:pt x="8294" y="9900"/>
                  </a:lnTo>
                  <a:lnTo>
                    <a:pt x="8418" y="9911"/>
                  </a:lnTo>
                  <a:lnTo>
                    <a:pt x="8675" y="9867"/>
                  </a:lnTo>
                  <a:lnTo>
                    <a:pt x="8729" y="9825"/>
                  </a:lnTo>
                  <a:lnTo>
                    <a:pt x="8766" y="9819"/>
                  </a:lnTo>
                  <a:lnTo>
                    <a:pt x="8819" y="9844"/>
                  </a:lnTo>
                  <a:lnTo>
                    <a:pt x="8857" y="10331"/>
                  </a:lnTo>
                  <a:lnTo>
                    <a:pt x="8850" y="10425"/>
                  </a:lnTo>
                  <a:lnTo>
                    <a:pt x="8647" y="10744"/>
                  </a:lnTo>
                  <a:lnTo>
                    <a:pt x="8546" y="11026"/>
                  </a:lnTo>
                  <a:lnTo>
                    <a:pt x="8506" y="11272"/>
                  </a:lnTo>
                  <a:lnTo>
                    <a:pt x="8483" y="11299"/>
                  </a:lnTo>
                  <a:lnTo>
                    <a:pt x="8240" y="11286"/>
                  </a:lnTo>
                  <a:lnTo>
                    <a:pt x="8105" y="11246"/>
                  </a:lnTo>
                  <a:lnTo>
                    <a:pt x="8125" y="11083"/>
                  </a:lnTo>
                  <a:lnTo>
                    <a:pt x="8071" y="10771"/>
                  </a:lnTo>
                  <a:lnTo>
                    <a:pt x="7855" y="10576"/>
                  </a:lnTo>
                  <a:lnTo>
                    <a:pt x="7474" y="10454"/>
                  </a:lnTo>
                  <a:lnTo>
                    <a:pt x="7064" y="10470"/>
                  </a:lnTo>
                  <a:lnTo>
                    <a:pt x="6734" y="10659"/>
                  </a:lnTo>
                  <a:lnTo>
                    <a:pt x="6580" y="10765"/>
                  </a:lnTo>
                  <a:lnTo>
                    <a:pt x="6570" y="10844"/>
                  </a:lnTo>
                  <a:lnTo>
                    <a:pt x="6439" y="10957"/>
                  </a:lnTo>
                  <a:lnTo>
                    <a:pt x="6100" y="11073"/>
                  </a:lnTo>
                  <a:lnTo>
                    <a:pt x="5782" y="11161"/>
                  </a:lnTo>
                  <a:lnTo>
                    <a:pt x="5559" y="11198"/>
                  </a:lnTo>
                  <a:lnTo>
                    <a:pt x="4959" y="11767"/>
                  </a:lnTo>
                  <a:lnTo>
                    <a:pt x="4884" y="11821"/>
                  </a:lnTo>
                  <a:lnTo>
                    <a:pt x="4265" y="12106"/>
                  </a:lnTo>
                  <a:lnTo>
                    <a:pt x="4146" y="12110"/>
                  </a:lnTo>
                  <a:lnTo>
                    <a:pt x="4060" y="12144"/>
                  </a:lnTo>
                  <a:lnTo>
                    <a:pt x="3627" y="12819"/>
                  </a:lnTo>
                  <a:lnTo>
                    <a:pt x="3618" y="12968"/>
                  </a:lnTo>
                  <a:lnTo>
                    <a:pt x="3732" y="13374"/>
                  </a:lnTo>
                  <a:lnTo>
                    <a:pt x="4167" y="13651"/>
                  </a:lnTo>
                  <a:lnTo>
                    <a:pt x="4321" y="13545"/>
                  </a:lnTo>
                  <a:lnTo>
                    <a:pt x="4250" y="13455"/>
                  </a:lnTo>
                  <a:lnTo>
                    <a:pt x="4254" y="13389"/>
                  </a:lnTo>
                  <a:lnTo>
                    <a:pt x="4489" y="13338"/>
                  </a:lnTo>
                  <a:lnTo>
                    <a:pt x="4535" y="13339"/>
                  </a:lnTo>
                  <a:lnTo>
                    <a:pt x="4932" y="13539"/>
                  </a:lnTo>
                  <a:lnTo>
                    <a:pt x="5009" y="13743"/>
                  </a:lnTo>
                  <a:lnTo>
                    <a:pt x="5004" y="13782"/>
                  </a:lnTo>
                  <a:lnTo>
                    <a:pt x="4729" y="14044"/>
                  </a:lnTo>
                  <a:lnTo>
                    <a:pt x="4692" y="14204"/>
                  </a:lnTo>
                  <a:lnTo>
                    <a:pt x="4600" y="14448"/>
                  </a:lnTo>
                  <a:lnTo>
                    <a:pt x="4568" y="14471"/>
                  </a:lnTo>
                  <a:lnTo>
                    <a:pt x="4434" y="14471"/>
                  </a:lnTo>
                  <a:lnTo>
                    <a:pt x="3569" y="14072"/>
                  </a:lnTo>
                  <a:lnTo>
                    <a:pt x="3344" y="13846"/>
                  </a:lnTo>
                  <a:lnTo>
                    <a:pt x="3310" y="13704"/>
                  </a:lnTo>
                  <a:lnTo>
                    <a:pt x="3300" y="13681"/>
                  </a:lnTo>
                  <a:lnTo>
                    <a:pt x="3305" y="13677"/>
                  </a:lnTo>
                  <a:lnTo>
                    <a:pt x="3292" y="13585"/>
                  </a:lnTo>
                  <a:lnTo>
                    <a:pt x="3006" y="13325"/>
                  </a:lnTo>
                  <a:lnTo>
                    <a:pt x="2849" y="13262"/>
                  </a:lnTo>
                  <a:lnTo>
                    <a:pt x="1993" y="13101"/>
                  </a:lnTo>
                  <a:lnTo>
                    <a:pt x="1948" y="13040"/>
                  </a:lnTo>
                  <a:lnTo>
                    <a:pt x="1938" y="12940"/>
                  </a:lnTo>
                  <a:lnTo>
                    <a:pt x="1876" y="12806"/>
                  </a:lnTo>
                  <a:lnTo>
                    <a:pt x="1748" y="12654"/>
                  </a:lnTo>
                  <a:lnTo>
                    <a:pt x="1691" y="12617"/>
                  </a:lnTo>
                  <a:lnTo>
                    <a:pt x="1662" y="12608"/>
                  </a:lnTo>
                  <a:lnTo>
                    <a:pt x="1651" y="12599"/>
                  </a:lnTo>
                  <a:lnTo>
                    <a:pt x="1488" y="12483"/>
                  </a:lnTo>
                  <a:lnTo>
                    <a:pt x="1436" y="12446"/>
                  </a:lnTo>
                  <a:lnTo>
                    <a:pt x="1409" y="12394"/>
                  </a:lnTo>
                  <a:lnTo>
                    <a:pt x="1400" y="12330"/>
                  </a:lnTo>
                  <a:lnTo>
                    <a:pt x="1389" y="12282"/>
                  </a:lnTo>
                  <a:lnTo>
                    <a:pt x="1359" y="12239"/>
                  </a:lnTo>
                  <a:lnTo>
                    <a:pt x="1350" y="12188"/>
                  </a:lnTo>
                  <a:lnTo>
                    <a:pt x="1352" y="12123"/>
                  </a:lnTo>
                  <a:lnTo>
                    <a:pt x="1358" y="12119"/>
                  </a:lnTo>
                  <a:lnTo>
                    <a:pt x="1359" y="12075"/>
                  </a:lnTo>
                  <a:lnTo>
                    <a:pt x="1376" y="12018"/>
                  </a:lnTo>
                  <a:lnTo>
                    <a:pt x="1412" y="11932"/>
                  </a:lnTo>
                  <a:lnTo>
                    <a:pt x="1421" y="11920"/>
                  </a:lnTo>
                  <a:lnTo>
                    <a:pt x="1434" y="11902"/>
                  </a:lnTo>
                  <a:lnTo>
                    <a:pt x="1589" y="11834"/>
                  </a:lnTo>
                  <a:lnTo>
                    <a:pt x="1650" y="11778"/>
                  </a:lnTo>
                  <a:lnTo>
                    <a:pt x="1456" y="11496"/>
                  </a:lnTo>
                  <a:lnTo>
                    <a:pt x="1351" y="11415"/>
                  </a:lnTo>
                  <a:lnTo>
                    <a:pt x="1281" y="11469"/>
                  </a:lnTo>
                  <a:lnTo>
                    <a:pt x="1074" y="11707"/>
                  </a:lnTo>
                  <a:lnTo>
                    <a:pt x="1069" y="11712"/>
                  </a:lnTo>
                  <a:lnTo>
                    <a:pt x="1006" y="11929"/>
                  </a:lnTo>
                  <a:lnTo>
                    <a:pt x="924" y="11989"/>
                  </a:lnTo>
                  <a:lnTo>
                    <a:pt x="772" y="12059"/>
                  </a:lnTo>
                  <a:lnTo>
                    <a:pt x="705" y="11942"/>
                  </a:lnTo>
                  <a:lnTo>
                    <a:pt x="695" y="11905"/>
                  </a:lnTo>
                  <a:lnTo>
                    <a:pt x="689" y="11901"/>
                  </a:lnTo>
                  <a:lnTo>
                    <a:pt x="684" y="11903"/>
                  </a:lnTo>
                  <a:lnTo>
                    <a:pt x="652" y="11916"/>
                  </a:lnTo>
                  <a:lnTo>
                    <a:pt x="636" y="11908"/>
                  </a:lnTo>
                  <a:lnTo>
                    <a:pt x="633" y="11894"/>
                  </a:lnTo>
                  <a:lnTo>
                    <a:pt x="642" y="11884"/>
                  </a:lnTo>
                  <a:lnTo>
                    <a:pt x="654" y="11867"/>
                  </a:lnTo>
                  <a:lnTo>
                    <a:pt x="651" y="11849"/>
                  </a:lnTo>
                  <a:lnTo>
                    <a:pt x="643" y="11841"/>
                  </a:lnTo>
                  <a:lnTo>
                    <a:pt x="627" y="11819"/>
                  </a:lnTo>
                  <a:lnTo>
                    <a:pt x="605" y="11795"/>
                  </a:lnTo>
                  <a:lnTo>
                    <a:pt x="598" y="11760"/>
                  </a:lnTo>
                  <a:lnTo>
                    <a:pt x="589" y="11726"/>
                  </a:lnTo>
                  <a:lnTo>
                    <a:pt x="586" y="11681"/>
                  </a:lnTo>
                  <a:lnTo>
                    <a:pt x="586" y="11654"/>
                  </a:lnTo>
                  <a:lnTo>
                    <a:pt x="579" y="11634"/>
                  </a:lnTo>
                  <a:lnTo>
                    <a:pt x="569" y="11629"/>
                  </a:lnTo>
                  <a:lnTo>
                    <a:pt x="545" y="11613"/>
                  </a:lnTo>
                  <a:lnTo>
                    <a:pt x="525" y="11604"/>
                  </a:lnTo>
                  <a:lnTo>
                    <a:pt x="499" y="11616"/>
                  </a:lnTo>
                  <a:lnTo>
                    <a:pt x="465" y="11646"/>
                  </a:lnTo>
                  <a:lnTo>
                    <a:pt x="452" y="11659"/>
                  </a:lnTo>
                  <a:lnTo>
                    <a:pt x="455" y="11674"/>
                  </a:lnTo>
                  <a:lnTo>
                    <a:pt x="473" y="11727"/>
                  </a:lnTo>
                  <a:lnTo>
                    <a:pt x="470" y="11736"/>
                  </a:lnTo>
                  <a:lnTo>
                    <a:pt x="464" y="11738"/>
                  </a:lnTo>
                  <a:lnTo>
                    <a:pt x="457" y="11723"/>
                  </a:lnTo>
                  <a:lnTo>
                    <a:pt x="423" y="11683"/>
                  </a:lnTo>
                  <a:lnTo>
                    <a:pt x="393" y="11648"/>
                  </a:lnTo>
                  <a:lnTo>
                    <a:pt x="366" y="11643"/>
                  </a:lnTo>
                  <a:lnTo>
                    <a:pt x="302" y="11657"/>
                  </a:lnTo>
                  <a:lnTo>
                    <a:pt x="296" y="11665"/>
                  </a:lnTo>
                  <a:lnTo>
                    <a:pt x="297" y="11686"/>
                  </a:lnTo>
                  <a:lnTo>
                    <a:pt x="286" y="11691"/>
                  </a:lnTo>
                  <a:lnTo>
                    <a:pt x="222" y="11542"/>
                  </a:lnTo>
                  <a:lnTo>
                    <a:pt x="263" y="11503"/>
                  </a:lnTo>
                  <a:lnTo>
                    <a:pt x="299" y="11469"/>
                  </a:lnTo>
                  <a:lnTo>
                    <a:pt x="329" y="11503"/>
                  </a:lnTo>
                  <a:lnTo>
                    <a:pt x="335" y="11510"/>
                  </a:lnTo>
                  <a:lnTo>
                    <a:pt x="362" y="11536"/>
                  </a:lnTo>
                  <a:lnTo>
                    <a:pt x="394" y="11503"/>
                  </a:lnTo>
                  <a:lnTo>
                    <a:pt x="503" y="11392"/>
                  </a:lnTo>
                  <a:lnTo>
                    <a:pt x="497" y="11379"/>
                  </a:lnTo>
                  <a:lnTo>
                    <a:pt x="493" y="11374"/>
                  </a:lnTo>
                  <a:lnTo>
                    <a:pt x="483" y="11353"/>
                  </a:lnTo>
                  <a:lnTo>
                    <a:pt x="479" y="11335"/>
                  </a:lnTo>
                  <a:lnTo>
                    <a:pt x="480" y="11328"/>
                  </a:lnTo>
                  <a:lnTo>
                    <a:pt x="495" y="11328"/>
                  </a:lnTo>
                  <a:lnTo>
                    <a:pt x="502" y="11319"/>
                  </a:lnTo>
                  <a:lnTo>
                    <a:pt x="516" y="11281"/>
                  </a:lnTo>
                  <a:lnTo>
                    <a:pt x="520" y="11203"/>
                  </a:lnTo>
                  <a:lnTo>
                    <a:pt x="512" y="11149"/>
                  </a:lnTo>
                  <a:lnTo>
                    <a:pt x="494" y="11134"/>
                  </a:lnTo>
                  <a:lnTo>
                    <a:pt x="493" y="11124"/>
                  </a:lnTo>
                  <a:lnTo>
                    <a:pt x="493" y="11117"/>
                  </a:lnTo>
                  <a:lnTo>
                    <a:pt x="511" y="11092"/>
                  </a:lnTo>
                  <a:lnTo>
                    <a:pt x="546" y="11053"/>
                  </a:lnTo>
                  <a:lnTo>
                    <a:pt x="556" y="11053"/>
                  </a:lnTo>
                  <a:lnTo>
                    <a:pt x="556" y="11034"/>
                  </a:lnTo>
                  <a:lnTo>
                    <a:pt x="575" y="10993"/>
                  </a:lnTo>
                  <a:lnTo>
                    <a:pt x="577" y="10947"/>
                  </a:lnTo>
                  <a:lnTo>
                    <a:pt x="559" y="10901"/>
                  </a:lnTo>
                  <a:lnTo>
                    <a:pt x="556" y="10869"/>
                  </a:lnTo>
                  <a:lnTo>
                    <a:pt x="560" y="10863"/>
                  </a:lnTo>
                  <a:lnTo>
                    <a:pt x="574" y="10839"/>
                  </a:lnTo>
                  <a:lnTo>
                    <a:pt x="603" y="10807"/>
                  </a:lnTo>
                  <a:lnTo>
                    <a:pt x="606" y="10798"/>
                  </a:lnTo>
                  <a:lnTo>
                    <a:pt x="611" y="10761"/>
                  </a:lnTo>
                  <a:lnTo>
                    <a:pt x="632" y="10727"/>
                  </a:lnTo>
                  <a:lnTo>
                    <a:pt x="664" y="10694"/>
                  </a:lnTo>
                  <a:lnTo>
                    <a:pt x="679" y="10661"/>
                  </a:lnTo>
                  <a:lnTo>
                    <a:pt x="698" y="10634"/>
                  </a:lnTo>
                  <a:lnTo>
                    <a:pt x="699" y="10628"/>
                  </a:lnTo>
                  <a:lnTo>
                    <a:pt x="702" y="10608"/>
                  </a:lnTo>
                  <a:lnTo>
                    <a:pt x="722" y="10585"/>
                  </a:lnTo>
                  <a:lnTo>
                    <a:pt x="752" y="10573"/>
                  </a:lnTo>
                  <a:lnTo>
                    <a:pt x="767" y="10556"/>
                  </a:lnTo>
                  <a:lnTo>
                    <a:pt x="791" y="10546"/>
                  </a:lnTo>
                  <a:lnTo>
                    <a:pt x="810" y="10533"/>
                  </a:lnTo>
                  <a:lnTo>
                    <a:pt x="822" y="10519"/>
                  </a:lnTo>
                  <a:lnTo>
                    <a:pt x="826" y="10496"/>
                  </a:lnTo>
                  <a:lnTo>
                    <a:pt x="829" y="10478"/>
                  </a:lnTo>
                  <a:lnTo>
                    <a:pt x="840" y="10462"/>
                  </a:lnTo>
                  <a:lnTo>
                    <a:pt x="856" y="10464"/>
                  </a:lnTo>
                  <a:lnTo>
                    <a:pt x="860" y="10492"/>
                  </a:lnTo>
                  <a:lnTo>
                    <a:pt x="871" y="10500"/>
                  </a:lnTo>
                  <a:lnTo>
                    <a:pt x="899" y="10486"/>
                  </a:lnTo>
                  <a:lnTo>
                    <a:pt x="912" y="10498"/>
                  </a:lnTo>
                  <a:lnTo>
                    <a:pt x="898" y="10514"/>
                  </a:lnTo>
                  <a:lnTo>
                    <a:pt x="867" y="10541"/>
                  </a:lnTo>
                  <a:lnTo>
                    <a:pt x="867" y="10552"/>
                  </a:lnTo>
                  <a:lnTo>
                    <a:pt x="887" y="10588"/>
                  </a:lnTo>
                  <a:lnTo>
                    <a:pt x="912" y="10587"/>
                  </a:lnTo>
                  <a:lnTo>
                    <a:pt x="928" y="10595"/>
                  </a:lnTo>
                  <a:lnTo>
                    <a:pt x="955" y="10606"/>
                  </a:lnTo>
                  <a:lnTo>
                    <a:pt x="966" y="10594"/>
                  </a:lnTo>
                  <a:lnTo>
                    <a:pt x="971" y="10569"/>
                  </a:lnTo>
                  <a:lnTo>
                    <a:pt x="954" y="10526"/>
                  </a:lnTo>
                  <a:lnTo>
                    <a:pt x="956" y="10513"/>
                  </a:lnTo>
                  <a:lnTo>
                    <a:pt x="970" y="10495"/>
                  </a:lnTo>
                  <a:lnTo>
                    <a:pt x="972" y="10481"/>
                  </a:lnTo>
                  <a:lnTo>
                    <a:pt x="963" y="10466"/>
                  </a:lnTo>
                  <a:lnTo>
                    <a:pt x="917" y="10431"/>
                  </a:lnTo>
                  <a:lnTo>
                    <a:pt x="877" y="10401"/>
                  </a:lnTo>
                  <a:lnTo>
                    <a:pt x="874" y="10387"/>
                  </a:lnTo>
                  <a:lnTo>
                    <a:pt x="881" y="10360"/>
                  </a:lnTo>
                  <a:lnTo>
                    <a:pt x="920" y="10287"/>
                  </a:lnTo>
                  <a:lnTo>
                    <a:pt x="945" y="10251"/>
                  </a:lnTo>
                  <a:lnTo>
                    <a:pt x="987" y="10225"/>
                  </a:lnTo>
                  <a:lnTo>
                    <a:pt x="992" y="10220"/>
                  </a:lnTo>
                  <a:lnTo>
                    <a:pt x="1018" y="10198"/>
                  </a:lnTo>
                  <a:lnTo>
                    <a:pt x="1029" y="10187"/>
                  </a:lnTo>
                  <a:lnTo>
                    <a:pt x="1032" y="10163"/>
                  </a:lnTo>
                  <a:lnTo>
                    <a:pt x="1051" y="10147"/>
                  </a:lnTo>
                  <a:lnTo>
                    <a:pt x="1080" y="10123"/>
                  </a:lnTo>
                  <a:lnTo>
                    <a:pt x="1109" y="10112"/>
                  </a:lnTo>
                  <a:lnTo>
                    <a:pt x="1124" y="10104"/>
                  </a:lnTo>
                  <a:lnTo>
                    <a:pt x="1153" y="10021"/>
                  </a:lnTo>
                  <a:lnTo>
                    <a:pt x="1144" y="9986"/>
                  </a:lnTo>
                  <a:lnTo>
                    <a:pt x="1128" y="9972"/>
                  </a:lnTo>
                  <a:lnTo>
                    <a:pt x="1110" y="9985"/>
                  </a:lnTo>
                  <a:lnTo>
                    <a:pt x="1085" y="10013"/>
                  </a:lnTo>
                  <a:lnTo>
                    <a:pt x="1073" y="10017"/>
                  </a:lnTo>
                  <a:lnTo>
                    <a:pt x="1055" y="10012"/>
                  </a:lnTo>
                  <a:lnTo>
                    <a:pt x="1044" y="10011"/>
                  </a:lnTo>
                  <a:lnTo>
                    <a:pt x="1038" y="10024"/>
                  </a:lnTo>
                  <a:lnTo>
                    <a:pt x="1022" y="10046"/>
                  </a:lnTo>
                  <a:lnTo>
                    <a:pt x="1012" y="10056"/>
                  </a:lnTo>
                  <a:lnTo>
                    <a:pt x="1013" y="10070"/>
                  </a:lnTo>
                  <a:lnTo>
                    <a:pt x="1013" y="10088"/>
                  </a:lnTo>
                  <a:lnTo>
                    <a:pt x="996" y="10096"/>
                  </a:lnTo>
                  <a:lnTo>
                    <a:pt x="984" y="10088"/>
                  </a:lnTo>
                  <a:lnTo>
                    <a:pt x="970" y="10081"/>
                  </a:lnTo>
                  <a:lnTo>
                    <a:pt x="945" y="10095"/>
                  </a:lnTo>
                  <a:lnTo>
                    <a:pt x="909" y="10132"/>
                  </a:lnTo>
                  <a:lnTo>
                    <a:pt x="897" y="10150"/>
                  </a:lnTo>
                  <a:lnTo>
                    <a:pt x="881" y="10172"/>
                  </a:lnTo>
                  <a:lnTo>
                    <a:pt x="871" y="10185"/>
                  </a:lnTo>
                  <a:lnTo>
                    <a:pt x="865" y="10192"/>
                  </a:lnTo>
                  <a:lnTo>
                    <a:pt x="828" y="10218"/>
                  </a:lnTo>
                  <a:lnTo>
                    <a:pt x="784" y="10248"/>
                  </a:lnTo>
                  <a:lnTo>
                    <a:pt x="744" y="10267"/>
                  </a:lnTo>
                  <a:lnTo>
                    <a:pt x="721" y="10271"/>
                  </a:lnTo>
                  <a:lnTo>
                    <a:pt x="712" y="10285"/>
                  </a:lnTo>
                  <a:lnTo>
                    <a:pt x="715" y="10332"/>
                  </a:lnTo>
                  <a:lnTo>
                    <a:pt x="711" y="10338"/>
                  </a:lnTo>
                  <a:lnTo>
                    <a:pt x="698" y="10327"/>
                  </a:lnTo>
                  <a:lnTo>
                    <a:pt x="664" y="10318"/>
                  </a:lnTo>
                  <a:lnTo>
                    <a:pt x="642" y="10323"/>
                  </a:lnTo>
                  <a:lnTo>
                    <a:pt x="625" y="10355"/>
                  </a:lnTo>
                  <a:lnTo>
                    <a:pt x="618" y="10381"/>
                  </a:lnTo>
                  <a:lnTo>
                    <a:pt x="601" y="10397"/>
                  </a:lnTo>
                  <a:lnTo>
                    <a:pt x="578" y="10403"/>
                  </a:lnTo>
                  <a:lnTo>
                    <a:pt x="569" y="10403"/>
                  </a:lnTo>
                  <a:lnTo>
                    <a:pt x="546" y="10402"/>
                  </a:lnTo>
                  <a:lnTo>
                    <a:pt x="523" y="10388"/>
                  </a:lnTo>
                  <a:lnTo>
                    <a:pt x="516" y="10393"/>
                  </a:lnTo>
                  <a:lnTo>
                    <a:pt x="502" y="10436"/>
                  </a:lnTo>
                  <a:lnTo>
                    <a:pt x="535" y="10480"/>
                  </a:lnTo>
                  <a:lnTo>
                    <a:pt x="543" y="10507"/>
                  </a:lnTo>
                  <a:lnTo>
                    <a:pt x="523" y="10547"/>
                  </a:lnTo>
                  <a:lnTo>
                    <a:pt x="508" y="10556"/>
                  </a:lnTo>
                  <a:lnTo>
                    <a:pt x="502" y="10585"/>
                  </a:lnTo>
                  <a:lnTo>
                    <a:pt x="463" y="10613"/>
                  </a:lnTo>
                  <a:lnTo>
                    <a:pt x="396" y="10693"/>
                  </a:lnTo>
                  <a:lnTo>
                    <a:pt x="385" y="10708"/>
                  </a:lnTo>
                  <a:lnTo>
                    <a:pt x="381" y="10748"/>
                  </a:lnTo>
                  <a:lnTo>
                    <a:pt x="396" y="10770"/>
                  </a:lnTo>
                  <a:lnTo>
                    <a:pt x="394" y="10781"/>
                  </a:lnTo>
                  <a:lnTo>
                    <a:pt x="375" y="10784"/>
                  </a:lnTo>
                  <a:lnTo>
                    <a:pt x="263" y="10885"/>
                  </a:lnTo>
                  <a:lnTo>
                    <a:pt x="256" y="10889"/>
                  </a:lnTo>
                  <a:lnTo>
                    <a:pt x="242" y="10893"/>
                  </a:lnTo>
                  <a:lnTo>
                    <a:pt x="214" y="10892"/>
                  </a:lnTo>
                  <a:lnTo>
                    <a:pt x="146" y="10817"/>
                  </a:lnTo>
                  <a:lnTo>
                    <a:pt x="60" y="10721"/>
                  </a:lnTo>
                  <a:lnTo>
                    <a:pt x="44" y="10731"/>
                  </a:lnTo>
                  <a:lnTo>
                    <a:pt x="36" y="10713"/>
                  </a:lnTo>
                  <a:lnTo>
                    <a:pt x="21" y="10720"/>
                  </a:lnTo>
                  <a:lnTo>
                    <a:pt x="3" y="10665"/>
                  </a:lnTo>
                  <a:lnTo>
                    <a:pt x="52" y="10649"/>
                  </a:lnTo>
                  <a:lnTo>
                    <a:pt x="87" y="10558"/>
                  </a:lnTo>
                  <a:lnTo>
                    <a:pt x="103" y="10516"/>
                  </a:lnTo>
                  <a:lnTo>
                    <a:pt x="106" y="10507"/>
                  </a:lnTo>
                  <a:lnTo>
                    <a:pt x="106" y="10497"/>
                  </a:lnTo>
                  <a:lnTo>
                    <a:pt x="84" y="10492"/>
                  </a:lnTo>
                  <a:lnTo>
                    <a:pt x="89" y="10470"/>
                  </a:lnTo>
                  <a:lnTo>
                    <a:pt x="97" y="10463"/>
                  </a:lnTo>
                  <a:lnTo>
                    <a:pt x="103" y="10458"/>
                  </a:lnTo>
                  <a:lnTo>
                    <a:pt x="113" y="10441"/>
                  </a:lnTo>
                  <a:lnTo>
                    <a:pt x="116" y="10433"/>
                  </a:lnTo>
                  <a:lnTo>
                    <a:pt x="119" y="10425"/>
                  </a:lnTo>
                  <a:lnTo>
                    <a:pt x="1" y="10295"/>
                  </a:lnTo>
                  <a:lnTo>
                    <a:pt x="0" y="10149"/>
                  </a:lnTo>
                  <a:lnTo>
                    <a:pt x="55" y="10065"/>
                  </a:lnTo>
                  <a:lnTo>
                    <a:pt x="195" y="9783"/>
                  </a:lnTo>
                  <a:lnTo>
                    <a:pt x="348" y="9420"/>
                  </a:lnTo>
                  <a:lnTo>
                    <a:pt x="344" y="9236"/>
                  </a:lnTo>
                  <a:lnTo>
                    <a:pt x="298" y="9187"/>
                  </a:lnTo>
                  <a:lnTo>
                    <a:pt x="178" y="9153"/>
                  </a:lnTo>
                  <a:lnTo>
                    <a:pt x="213" y="9039"/>
                  </a:lnTo>
                  <a:lnTo>
                    <a:pt x="487" y="8820"/>
                  </a:lnTo>
                  <a:lnTo>
                    <a:pt x="778" y="8698"/>
                  </a:lnTo>
                  <a:lnTo>
                    <a:pt x="902" y="8733"/>
                  </a:lnTo>
                  <a:lnTo>
                    <a:pt x="943" y="8824"/>
                  </a:lnTo>
                  <a:lnTo>
                    <a:pt x="1107" y="8766"/>
                  </a:lnTo>
                  <a:lnTo>
                    <a:pt x="1119" y="8595"/>
                  </a:lnTo>
                  <a:lnTo>
                    <a:pt x="1048" y="8284"/>
                  </a:lnTo>
                  <a:lnTo>
                    <a:pt x="1107" y="8246"/>
                  </a:lnTo>
                  <a:lnTo>
                    <a:pt x="1395" y="8221"/>
                  </a:lnTo>
                  <a:lnTo>
                    <a:pt x="1620" y="8242"/>
                  </a:lnTo>
                  <a:lnTo>
                    <a:pt x="1670" y="8265"/>
                  </a:lnTo>
                  <a:lnTo>
                    <a:pt x="1851" y="8508"/>
                  </a:lnTo>
                  <a:lnTo>
                    <a:pt x="2324" y="8258"/>
                  </a:lnTo>
                  <a:lnTo>
                    <a:pt x="2437" y="8232"/>
                  </a:lnTo>
                  <a:lnTo>
                    <a:pt x="2781" y="8425"/>
                  </a:lnTo>
                  <a:lnTo>
                    <a:pt x="2829" y="8472"/>
                  </a:lnTo>
                  <a:lnTo>
                    <a:pt x="2846" y="8510"/>
                  </a:lnTo>
                  <a:lnTo>
                    <a:pt x="2872" y="8565"/>
                  </a:lnTo>
                  <a:lnTo>
                    <a:pt x="2879" y="8581"/>
                  </a:lnTo>
                  <a:lnTo>
                    <a:pt x="2956" y="8649"/>
                  </a:lnTo>
                  <a:lnTo>
                    <a:pt x="2964" y="8649"/>
                  </a:lnTo>
                  <a:lnTo>
                    <a:pt x="2979" y="8648"/>
                  </a:lnTo>
                  <a:lnTo>
                    <a:pt x="3037" y="8646"/>
                  </a:lnTo>
                  <a:lnTo>
                    <a:pt x="3070" y="8638"/>
                  </a:lnTo>
                  <a:lnTo>
                    <a:pt x="3093" y="8643"/>
                  </a:lnTo>
                  <a:lnTo>
                    <a:pt x="3104" y="8648"/>
                  </a:lnTo>
                  <a:lnTo>
                    <a:pt x="3157" y="8707"/>
                  </a:lnTo>
                  <a:lnTo>
                    <a:pt x="3197" y="8704"/>
                  </a:lnTo>
                  <a:lnTo>
                    <a:pt x="3226" y="8699"/>
                  </a:lnTo>
                  <a:lnTo>
                    <a:pt x="3236" y="8698"/>
                  </a:lnTo>
                  <a:lnTo>
                    <a:pt x="3261" y="8683"/>
                  </a:lnTo>
                  <a:lnTo>
                    <a:pt x="3273" y="8651"/>
                  </a:lnTo>
                  <a:lnTo>
                    <a:pt x="3278" y="8588"/>
                  </a:lnTo>
                  <a:lnTo>
                    <a:pt x="3262" y="8561"/>
                  </a:lnTo>
                  <a:lnTo>
                    <a:pt x="3237" y="8512"/>
                  </a:lnTo>
                  <a:lnTo>
                    <a:pt x="3236" y="8506"/>
                  </a:lnTo>
                  <a:lnTo>
                    <a:pt x="3230" y="8482"/>
                  </a:lnTo>
                  <a:lnTo>
                    <a:pt x="3235" y="8297"/>
                  </a:lnTo>
                  <a:lnTo>
                    <a:pt x="3239" y="8156"/>
                  </a:lnTo>
                  <a:lnTo>
                    <a:pt x="2934" y="8053"/>
                  </a:lnTo>
                  <a:lnTo>
                    <a:pt x="2676" y="8023"/>
                  </a:lnTo>
                  <a:lnTo>
                    <a:pt x="2507" y="8004"/>
                  </a:lnTo>
                  <a:lnTo>
                    <a:pt x="2372" y="7960"/>
                  </a:lnTo>
                  <a:lnTo>
                    <a:pt x="1775" y="7640"/>
                  </a:lnTo>
                  <a:lnTo>
                    <a:pt x="1768" y="7590"/>
                  </a:lnTo>
                  <a:lnTo>
                    <a:pt x="1935" y="7145"/>
                  </a:lnTo>
                  <a:lnTo>
                    <a:pt x="1958" y="6259"/>
                  </a:lnTo>
                  <a:lnTo>
                    <a:pt x="1948" y="5951"/>
                  </a:lnTo>
                  <a:lnTo>
                    <a:pt x="1928" y="5875"/>
                  </a:lnTo>
                  <a:lnTo>
                    <a:pt x="1750" y="5360"/>
                  </a:lnTo>
                  <a:lnTo>
                    <a:pt x="1556" y="4889"/>
                  </a:lnTo>
                  <a:lnTo>
                    <a:pt x="1332" y="4689"/>
                  </a:lnTo>
                  <a:lnTo>
                    <a:pt x="1170" y="4578"/>
                  </a:lnTo>
                  <a:lnTo>
                    <a:pt x="945" y="4559"/>
                  </a:lnTo>
                  <a:lnTo>
                    <a:pt x="751" y="4327"/>
                  </a:lnTo>
                  <a:lnTo>
                    <a:pt x="829" y="4129"/>
                  </a:lnTo>
                  <a:lnTo>
                    <a:pt x="557" y="3631"/>
                  </a:lnTo>
                  <a:lnTo>
                    <a:pt x="520" y="3532"/>
                  </a:lnTo>
                  <a:lnTo>
                    <a:pt x="522" y="3419"/>
                  </a:lnTo>
                  <a:lnTo>
                    <a:pt x="553" y="3362"/>
                  </a:lnTo>
                  <a:lnTo>
                    <a:pt x="599" y="3440"/>
                  </a:lnTo>
                  <a:lnTo>
                    <a:pt x="652" y="3442"/>
                  </a:lnTo>
                  <a:lnTo>
                    <a:pt x="803" y="3437"/>
                  </a:lnTo>
                  <a:lnTo>
                    <a:pt x="918" y="3373"/>
                  </a:lnTo>
                  <a:lnTo>
                    <a:pt x="1334" y="2556"/>
                  </a:lnTo>
                  <a:lnTo>
                    <a:pt x="1323" y="2452"/>
                  </a:lnTo>
                  <a:lnTo>
                    <a:pt x="1686" y="2190"/>
                  </a:lnTo>
                  <a:lnTo>
                    <a:pt x="1760" y="2160"/>
                  </a:lnTo>
                  <a:lnTo>
                    <a:pt x="1792" y="2182"/>
                  </a:lnTo>
                  <a:lnTo>
                    <a:pt x="1850" y="2335"/>
                  </a:lnTo>
                  <a:lnTo>
                    <a:pt x="1801" y="2449"/>
                  </a:lnTo>
                  <a:lnTo>
                    <a:pt x="1828" y="2487"/>
                  </a:lnTo>
                  <a:lnTo>
                    <a:pt x="1895" y="2514"/>
                  </a:lnTo>
                  <a:lnTo>
                    <a:pt x="1928" y="2511"/>
                  </a:lnTo>
                  <a:lnTo>
                    <a:pt x="2197" y="2305"/>
                  </a:lnTo>
                  <a:lnTo>
                    <a:pt x="2408" y="2058"/>
                  </a:lnTo>
                  <a:lnTo>
                    <a:pt x="2421" y="1995"/>
                  </a:lnTo>
                  <a:lnTo>
                    <a:pt x="2407" y="1905"/>
                  </a:lnTo>
                  <a:lnTo>
                    <a:pt x="2437" y="1719"/>
                  </a:lnTo>
                  <a:lnTo>
                    <a:pt x="2998" y="1097"/>
                  </a:lnTo>
                  <a:lnTo>
                    <a:pt x="3039" y="1086"/>
                  </a:lnTo>
                  <a:lnTo>
                    <a:pt x="3179" y="1267"/>
                  </a:lnTo>
                  <a:lnTo>
                    <a:pt x="3217" y="1575"/>
                  </a:lnTo>
                  <a:lnTo>
                    <a:pt x="3298" y="1950"/>
                  </a:lnTo>
                  <a:lnTo>
                    <a:pt x="3408" y="1977"/>
                  </a:lnTo>
                  <a:lnTo>
                    <a:pt x="3587" y="1919"/>
                  </a:lnTo>
                  <a:lnTo>
                    <a:pt x="3631" y="1829"/>
                  </a:lnTo>
                  <a:lnTo>
                    <a:pt x="3542" y="1719"/>
                  </a:lnTo>
                  <a:lnTo>
                    <a:pt x="3458" y="1505"/>
                  </a:lnTo>
                  <a:lnTo>
                    <a:pt x="3445" y="1390"/>
                  </a:lnTo>
                  <a:lnTo>
                    <a:pt x="3563" y="1100"/>
                  </a:lnTo>
                  <a:lnTo>
                    <a:pt x="3836" y="792"/>
                  </a:lnTo>
                  <a:lnTo>
                    <a:pt x="4205" y="447"/>
                  </a:lnTo>
                  <a:lnTo>
                    <a:pt x="4366" y="372"/>
                  </a:lnTo>
                  <a:lnTo>
                    <a:pt x="5372" y="0"/>
                  </a:lnTo>
                  <a:lnTo>
                    <a:pt x="5474" y="31"/>
                  </a:lnTo>
                  <a:lnTo>
                    <a:pt x="5486" y="143"/>
                  </a:lnTo>
                  <a:lnTo>
                    <a:pt x="5022" y="787"/>
                  </a:lnTo>
                  <a:lnTo>
                    <a:pt x="4873" y="954"/>
                  </a:lnTo>
                  <a:lnTo>
                    <a:pt x="4816" y="951"/>
                  </a:lnTo>
                  <a:lnTo>
                    <a:pt x="4726" y="1029"/>
                  </a:lnTo>
                  <a:lnTo>
                    <a:pt x="4608" y="1225"/>
                  </a:lnTo>
                  <a:lnTo>
                    <a:pt x="4585" y="1465"/>
                  </a:lnTo>
                  <a:lnTo>
                    <a:pt x="4586" y="161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l1183"/>
            <p:cNvSpPr/>
            <p:nvPr/>
          </p:nvSpPr>
          <p:spPr>
            <a:xfrm>
              <a:off x="4651560" y="5665767"/>
              <a:ext cx="910" cy="754"/>
            </a:xfrm>
            <a:custGeom>
              <a:avLst/>
              <a:pathLst>
                <a:path w="910" h="754">
                  <a:moveTo>
                    <a:pt x="887" y="89"/>
                  </a:moveTo>
                  <a:lnTo>
                    <a:pt x="663" y="336"/>
                  </a:lnTo>
                  <a:lnTo>
                    <a:pt x="640" y="352"/>
                  </a:lnTo>
                  <a:lnTo>
                    <a:pt x="573" y="362"/>
                  </a:lnTo>
                  <a:lnTo>
                    <a:pt x="397" y="432"/>
                  </a:lnTo>
                  <a:lnTo>
                    <a:pt x="326" y="475"/>
                  </a:lnTo>
                  <a:lnTo>
                    <a:pt x="272" y="569"/>
                  </a:lnTo>
                  <a:lnTo>
                    <a:pt x="235" y="636"/>
                  </a:lnTo>
                  <a:lnTo>
                    <a:pt x="227" y="641"/>
                  </a:lnTo>
                  <a:lnTo>
                    <a:pt x="32" y="754"/>
                  </a:lnTo>
                  <a:lnTo>
                    <a:pt x="0" y="728"/>
                  </a:lnTo>
                  <a:lnTo>
                    <a:pt x="6" y="553"/>
                  </a:lnTo>
                  <a:lnTo>
                    <a:pt x="157" y="291"/>
                  </a:lnTo>
                  <a:lnTo>
                    <a:pt x="182" y="269"/>
                  </a:lnTo>
                  <a:lnTo>
                    <a:pt x="204" y="259"/>
                  </a:lnTo>
                  <a:lnTo>
                    <a:pt x="290" y="250"/>
                  </a:lnTo>
                  <a:lnTo>
                    <a:pt x="316" y="262"/>
                  </a:lnTo>
                  <a:lnTo>
                    <a:pt x="445" y="218"/>
                  </a:lnTo>
                  <a:lnTo>
                    <a:pt x="498" y="206"/>
                  </a:lnTo>
                  <a:lnTo>
                    <a:pt x="557" y="201"/>
                  </a:lnTo>
                  <a:lnTo>
                    <a:pt x="635" y="169"/>
                  </a:lnTo>
                  <a:lnTo>
                    <a:pt x="672" y="142"/>
                  </a:lnTo>
                  <a:lnTo>
                    <a:pt x="771" y="59"/>
                  </a:lnTo>
                  <a:lnTo>
                    <a:pt x="803" y="16"/>
                  </a:lnTo>
                  <a:lnTo>
                    <a:pt x="821" y="9"/>
                  </a:lnTo>
                  <a:lnTo>
                    <a:pt x="854" y="0"/>
                  </a:lnTo>
                  <a:lnTo>
                    <a:pt x="903" y="22"/>
                  </a:lnTo>
                  <a:lnTo>
                    <a:pt x="910" y="51"/>
                  </a:lnTo>
                  <a:lnTo>
                    <a:pt x="887" y="8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l1184"/>
            <p:cNvSpPr/>
            <p:nvPr/>
          </p:nvSpPr>
          <p:spPr>
            <a:xfrm>
              <a:off x="4652994" y="5661239"/>
              <a:ext cx="604" cy="549"/>
            </a:xfrm>
            <a:custGeom>
              <a:avLst/>
              <a:pathLst>
                <a:path w="604" h="549">
                  <a:moveTo>
                    <a:pt x="474" y="549"/>
                  </a:moveTo>
                  <a:lnTo>
                    <a:pt x="330" y="545"/>
                  </a:lnTo>
                  <a:lnTo>
                    <a:pt x="139" y="474"/>
                  </a:lnTo>
                  <a:lnTo>
                    <a:pt x="44" y="336"/>
                  </a:lnTo>
                  <a:lnTo>
                    <a:pt x="0" y="134"/>
                  </a:lnTo>
                  <a:lnTo>
                    <a:pt x="117" y="0"/>
                  </a:lnTo>
                  <a:lnTo>
                    <a:pt x="455" y="87"/>
                  </a:lnTo>
                  <a:lnTo>
                    <a:pt x="604" y="173"/>
                  </a:lnTo>
                  <a:lnTo>
                    <a:pt x="530" y="500"/>
                  </a:lnTo>
                  <a:lnTo>
                    <a:pt x="474" y="54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l1185"/>
            <p:cNvSpPr/>
            <p:nvPr/>
          </p:nvSpPr>
          <p:spPr>
            <a:xfrm>
              <a:off x="4666920" y="5650133"/>
              <a:ext cx="1327" cy="1503"/>
            </a:xfrm>
            <a:custGeom>
              <a:avLst/>
              <a:pathLst>
                <a:path w="1327" h="1503">
                  <a:moveTo>
                    <a:pt x="928" y="443"/>
                  </a:moveTo>
                  <a:lnTo>
                    <a:pt x="944" y="503"/>
                  </a:lnTo>
                  <a:lnTo>
                    <a:pt x="989" y="502"/>
                  </a:lnTo>
                  <a:lnTo>
                    <a:pt x="1087" y="446"/>
                  </a:lnTo>
                  <a:lnTo>
                    <a:pt x="1102" y="333"/>
                  </a:lnTo>
                  <a:lnTo>
                    <a:pt x="1218" y="315"/>
                  </a:lnTo>
                  <a:lnTo>
                    <a:pt x="1327" y="420"/>
                  </a:lnTo>
                  <a:lnTo>
                    <a:pt x="1314" y="487"/>
                  </a:lnTo>
                  <a:lnTo>
                    <a:pt x="1162" y="744"/>
                  </a:lnTo>
                  <a:lnTo>
                    <a:pt x="1105" y="804"/>
                  </a:lnTo>
                  <a:lnTo>
                    <a:pt x="706" y="1171"/>
                  </a:lnTo>
                  <a:lnTo>
                    <a:pt x="160" y="1503"/>
                  </a:lnTo>
                  <a:lnTo>
                    <a:pt x="81" y="1501"/>
                  </a:lnTo>
                  <a:lnTo>
                    <a:pt x="0" y="1432"/>
                  </a:lnTo>
                  <a:lnTo>
                    <a:pt x="14" y="1389"/>
                  </a:lnTo>
                  <a:lnTo>
                    <a:pt x="433" y="767"/>
                  </a:lnTo>
                  <a:lnTo>
                    <a:pt x="462" y="725"/>
                  </a:lnTo>
                  <a:lnTo>
                    <a:pt x="514" y="489"/>
                  </a:lnTo>
                  <a:lnTo>
                    <a:pt x="596" y="134"/>
                  </a:lnTo>
                  <a:lnTo>
                    <a:pt x="693" y="44"/>
                  </a:lnTo>
                  <a:lnTo>
                    <a:pt x="785" y="0"/>
                  </a:lnTo>
                  <a:lnTo>
                    <a:pt x="836" y="25"/>
                  </a:lnTo>
                  <a:lnTo>
                    <a:pt x="842" y="93"/>
                  </a:lnTo>
                  <a:lnTo>
                    <a:pt x="834" y="145"/>
                  </a:lnTo>
                  <a:lnTo>
                    <a:pt x="819" y="225"/>
                  </a:lnTo>
                  <a:lnTo>
                    <a:pt x="824" y="290"/>
                  </a:lnTo>
                  <a:lnTo>
                    <a:pt x="912" y="419"/>
                  </a:lnTo>
                  <a:lnTo>
                    <a:pt x="928" y="44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l1186"/>
            <p:cNvSpPr/>
            <p:nvPr/>
          </p:nvSpPr>
          <p:spPr>
            <a:xfrm>
              <a:off x="4665200" y="5649840"/>
              <a:ext cx="1157" cy="767"/>
            </a:xfrm>
            <a:custGeom>
              <a:avLst/>
              <a:pathLst>
                <a:path w="1157" h="767">
                  <a:moveTo>
                    <a:pt x="517" y="745"/>
                  </a:moveTo>
                  <a:lnTo>
                    <a:pt x="465" y="767"/>
                  </a:lnTo>
                  <a:lnTo>
                    <a:pt x="209" y="483"/>
                  </a:lnTo>
                  <a:lnTo>
                    <a:pt x="67" y="303"/>
                  </a:lnTo>
                  <a:lnTo>
                    <a:pt x="11" y="194"/>
                  </a:lnTo>
                  <a:lnTo>
                    <a:pt x="0" y="103"/>
                  </a:lnTo>
                  <a:lnTo>
                    <a:pt x="43" y="52"/>
                  </a:lnTo>
                  <a:lnTo>
                    <a:pt x="136" y="39"/>
                  </a:lnTo>
                  <a:lnTo>
                    <a:pt x="542" y="39"/>
                  </a:lnTo>
                  <a:lnTo>
                    <a:pt x="694" y="60"/>
                  </a:lnTo>
                  <a:lnTo>
                    <a:pt x="948" y="57"/>
                  </a:lnTo>
                  <a:lnTo>
                    <a:pt x="1051" y="36"/>
                  </a:lnTo>
                  <a:lnTo>
                    <a:pt x="1123" y="0"/>
                  </a:lnTo>
                  <a:lnTo>
                    <a:pt x="1157" y="52"/>
                  </a:lnTo>
                  <a:lnTo>
                    <a:pt x="1156" y="152"/>
                  </a:lnTo>
                  <a:lnTo>
                    <a:pt x="834" y="477"/>
                  </a:lnTo>
                  <a:lnTo>
                    <a:pt x="517" y="74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l1187"/>
            <p:cNvSpPr/>
            <p:nvPr/>
          </p:nvSpPr>
          <p:spPr>
            <a:xfrm>
              <a:off x="4651283" y="5642221"/>
              <a:ext cx="621" cy="538"/>
            </a:xfrm>
            <a:custGeom>
              <a:avLst/>
              <a:pathLst>
                <a:path w="621" h="538">
                  <a:moveTo>
                    <a:pt x="546" y="512"/>
                  </a:moveTo>
                  <a:lnTo>
                    <a:pt x="495" y="538"/>
                  </a:lnTo>
                  <a:lnTo>
                    <a:pt x="469" y="532"/>
                  </a:lnTo>
                  <a:lnTo>
                    <a:pt x="403" y="476"/>
                  </a:lnTo>
                  <a:lnTo>
                    <a:pt x="401" y="459"/>
                  </a:lnTo>
                  <a:lnTo>
                    <a:pt x="249" y="347"/>
                  </a:lnTo>
                  <a:lnTo>
                    <a:pt x="0" y="103"/>
                  </a:lnTo>
                  <a:lnTo>
                    <a:pt x="128" y="0"/>
                  </a:lnTo>
                  <a:lnTo>
                    <a:pt x="581" y="44"/>
                  </a:lnTo>
                  <a:lnTo>
                    <a:pt x="621" y="64"/>
                  </a:lnTo>
                  <a:lnTo>
                    <a:pt x="546" y="5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l1188"/>
            <p:cNvSpPr/>
            <p:nvPr/>
          </p:nvSpPr>
          <p:spPr>
            <a:xfrm>
              <a:off x="4646962" y="5641707"/>
              <a:ext cx="5246" cy="3977"/>
            </a:xfrm>
            <a:custGeom>
              <a:avLst/>
              <a:pathLst>
                <a:path w="5246" h="3977">
                  <a:moveTo>
                    <a:pt x="2835" y="229"/>
                  </a:moveTo>
                  <a:lnTo>
                    <a:pt x="3131" y="476"/>
                  </a:lnTo>
                  <a:lnTo>
                    <a:pt x="4046" y="728"/>
                  </a:lnTo>
                  <a:lnTo>
                    <a:pt x="4150" y="773"/>
                  </a:lnTo>
                  <a:lnTo>
                    <a:pt x="4510" y="1046"/>
                  </a:lnTo>
                  <a:lnTo>
                    <a:pt x="4591" y="1181"/>
                  </a:lnTo>
                  <a:lnTo>
                    <a:pt x="4427" y="1204"/>
                  </a:lnTo>
                  <a:lnTo>
                    <a:pt x="4394" y="1382"/>
                  </a:lnTo>
                  <a:lnTo>
                    <a:pt x="4709" y="2137"/>
                  </a:lnTo>
                  <a:lnTo>
                    <a:pt x="4823" y="2303"/>
                  </a:lnTo>
                  <a:lnTo>
                    <a:pt x="5175" y="2168"/>
                  </a:lnTo>
                  <a:lnTo>
                    <a:pt x="5246" y="3096"/>
                  </a:lnTo>
                  <a:lnTo>
                    <a:pt x="5220" y="3275"/>
                  </a:lnTo>
                  <a:lnTo>
                    <a:pt x="4860" y="3616"/>
                  </a:lnTo>
                  <a:lnTo>
                    <a:pt x="4701" y="3727"/>
                  </a:lnTo>
                  <a:lnTo>
                    <a:pt x="3940" y="3768"/>
                  </a:lnTo>
                  <a:lnTo>
                    <a:pt x="3684" y="3712"/>
                  </a:lnTo>
                  <a:lnTo>
                    <a:pt x="3355" y="3667"/>
                  </a:lnTo>
                  <a:lnTo>
                    <a:pt x="2783" y="3683"/>
                  </a:lnTo>
                  <a:lnTo>
                    <a:pt x="2312" y="3779"/>
                  </a:lnTo>
                  <a:lnTo>
                    <a:pt x="1957" y="3887"/>
                  </a:lnTo>
                  <a:lnTo>
                    <a:pt x="1665" y="3976"/>
                  </a:lnTo>
                  <a:lnTo>
                    <a:pt x="1572" y="3977"/>
                  </a:lnTo>
                  <a:lnTo>
                    <a:pt x="1418" y="3928"/>
                  </a:lnTo>
                  <a:lnTo>
                    <a:pt x="1297" y="3862"/>
                  </a:lnTo>
                  <a:lnTo>
                    <a:pt x="965" y="3584"/>
                  </a:lnTo>
                  <a:lnTo>
                    <a:pt x="910" y="3457"/>
                  </a:lnTo>
                  <a:lnTo>
                    <a:pt x="902" y="3424"/>
                  </a:lnTo>
                  <a:lnTo>
                    <a:pt x="874" y="3373"/>
                  </a:lnTo>
                  <a:lnTo>
                    <a:pt x="783" y="3237"/>
                  </a:lnTo>
                  <a:lnTo>
                    <a:pt x="773" y="3219"/>
                  </a:lnTo>
                  <a:lnTo>
                    <a:pt x="740" y="3191"/>
                  </a:lnTo>
                  <a:lnTo>
                    <a:pt x="596" y="3077"/>
                  </a:lnTo>
                  <a:lnTo>
                    <a:pt x="563" y="3026"/>
                  </a:lnTo>
                  <a:lnTo>
                    <a:pt x="398" y="2768"/>
                  </a:lnTo>
                  <a:lnTo>
                    <a:pt x="129" y="2713"/>
                  </a:lnTo>
                  <a:lnTo>
                    <a:pt x="65" y="2685"/>
                  </a:lnTo>
                  <a:lnTo>
                    <a:pt x="0" y="2573"/>
                  </a:lnTo>
                  <a:lnTo>
                    <a:pt x="766" y="1403"/>
                  </a:lnTo>
                  <a:lnTo>
                    <a:pt x="1236" y="779"/>
                  </a:lnTo>
                  <a:lnTo>
                    <a:pt x="1489" y="580"/>
                  </a:lnTo>
                  <a:lnTo>
                    <a:pt x="2180" y="234"/>
                  </a:lnTo>
                  <a:lnTo>
                    <a:pt x="2280" y="219"/>
                  </a:lnTo>
                  <a:lnTo>
                    <a:pt x="2401" y="274"/>
                  </a:lnTo>
                  <a:lnTo>
                    <a:pt x="2364" y="191"/>
                  </a:lnTo>
                  <a:lnTo>
                    <a:pt x="2454" y="0"/>
                  </a:lnTo>
                  <a:lnTo>
                    <a:pt x="2684" y="68"/>
                  </a:lnTo>
                  <a:lnTo>
                    <a:pt x="2742" y="108"/>
                  </a:lnTo>
                  <a:lnTo>
                    <a:pt x="2835" y="22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l1189"/>
            <p:cNvSpPr/>
            <p:nvPr/>
          </p:nvSpPr>
          <p:spPr>
            <a:xfrm>
              <a:off x="4652560" y="5641024"/>
              <a:ext cx="1175" cy="1569"/>
            </a:xfrm>
            <a:custGeom>
              <a:avLst/>
              <a:pathLst>
                <a:path w="1175" h="1569">
                  <a:moveTo>
                    <a:pt x="659" y="1561"/>
                  </a:moveTo>
                  <a:lnTo>
                    <a:pt x="601" y="1569"/>
                  </a:lnTo>
                  <a:lnTo>
                    <a:pt x="593" y="1556"/>
                  </a:lnTo>
                  <a:lnTo>
                    <a:pt x="601" y="1380"/>
                  </a:lnTo>
                  <a:lnTo>
                    <a:pt x="620" y="1341"/>
                  </a:lnTo>
                  <a:lnTo>
                    <a:pt x="579" y="1134"/>
                  </a:lnTo>
                  <a:lnTo>
                    <a:pt x="509" y="1026"/>
                  </a:lnTo>
                  <a:lnTo>
                    <a:pt x="1" y="669"/>
                  </a:lnTo>
                  <a:lnTo>
                    <a:pt x="0" y="648"/>
                  </a:lnTo>
                  <a:lnTo>
                    <a:pt x="44" y="442"/>
                  </a:lnTo>
                  <a:lnTo>
                    <a:pt x="548" y="28"/>
                  </a:lnTo>
                  <a:lnTo>
                    <a:pt x="615" y="0"/>
                  </a:lnTo>
                  <a:lnTo>
                    <a:pt x="734" y="13"/>
                  </a:lnTo>
                  <a:lnTo>
                    <a:pt x="975" y="103"/>
                  </a:lnTo>
                  <a:lnTo>
                    <a:pt x="1048" y="166"/>
                  </a:lnTo>
                  <a:lnTo>
                    <a:pt x="1175" y="375"/>
                  </a:lnTo>
                  <a:lnTo>
                    <a:pt x="1124" y="446"/>
                  </a:lnTo>
                  <a:lnTo>
                    <a:pt x="1041" y="454"/>
                  </a:lnTo>
                  <a:lnTo>
                    <a:pt x="846" y="428"/>
                  </a:lnTo>
                  <a:lnTo>
                    <a:pt x="758" y="519"/>
                  </a:lnTo>
                  <a:lnTo>
                    <a:pt x="660" y="694"/>
                  </a:lnTo>
                  <a:lnTo>
                    <a:pt x="633" y="848"/>
                  </a:lnTo>
                  <a:lnTo>
                    <a:pt x="715" y="1087"/>
                  </a:lnTo>
                  <a:lnTo>
                    <a:pt x="742" y="1490"/>
                  </a:lnTo>
                  <a:lnTo>
                    <a:pt x="726" y="1546"/>
                  </a:lnTo>
                  <a:lnTo>
                    <a:pt x="659" y="156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l1190"/>
            <p:cNvSpPr/>
            <p:nvPr/>
          </p:nvSpPr>
          <p:spPr>
            <a:xfrm>
              <a:off x="4649925" y="5639432"/>
              <a:ext cx="2822" cy="2156"/>
            </a:xfrm>
            <a:custGeom>
              <a:avLst/>
              <a:pathLst>
                <a:path w="2822" h="2156">
                  <a:moveTo>
                    <a:pt x="1721" y="793"/>
                  </a:moveTo>
                  <a:lnTo>
                    <a:pt x="1880" y="879"/>
                  </a:lnTo>
                  <a:lnTo>
                    <a:pt x="2021" y="789"/>
                  </a:lnTo>
                  <a:lnTo>
                    <a:pt x="2270" y="778"/>
                  </a:lnTo>
                  <a:lnTo>
                    <a:pt x="2761" y="885"/>
                  </a:lnTo>
                  <a:lnTo>
                    <a:pt x="2822" y="917"/>
                  </a:lnTo>
                  <a:lnTo>
                    <a:pt x="2798" y="968"/>
                  </a:lnTo>
                  <a:lnTo>
                    <a:pt x="2743" y="1004"/>
                  </a:lnTo>
                  <a:lnTo>
                    <a:pt x="2605" y="1008"/>
                  </a:lnTo>
                  <a:lnTo>
                    <a:pt x="2553" y="955"/>
                  </a:lnTo>
                  <a:lnTo>
                    <a:pt x="2512" y="978"/>
                  </a:lnTo>
                  <a:lnTo>
                    <a:pt x="2343" y="1190"/>
                  </a:lnTo>
                  <a:lnTo>
                    <a:pt x="2228" y="1474"/>
                  </a:lnTo>
                  <a:lnTo>
                    <a:pt x="2263" y="1737"/>
                  </a:lnTo>
                  <a:lnTo>
                    <a:pt x="2327" y="1799"/>
                  </a:lnTo>
                  <a:lnTo>
                    <a:pt x="2336" y="1855"/>
                  </a:lnTo>
                  <a:lnTo>
                    <a:pt x="2318" y="2061"/>
                  </a:lnTo>
                  <a:lnTo>
                    <a:pt x="1801" y="2156"/>
                  </a:lnTo>
                  <a:lnTo>
                    <a:pt x="1797" y="2077"/>
                  </a:lnTo>
                  <a:lnTo>
                    <a:pt x="1774" y="2012"/>
                  </a:lnTo>
                  <a:lnTo>
                    <a:pt x="1683" y="1928"/>
                  </a:lnTo>
                  <a:lnTo>
                    <a:pt x="1578" y="1863"/>
                  </a:lnTo>
                  <a:lnTo>
                    <a:pt x="856" y="1688"/>
                  </a:lnTo>
                  <a:lnTo>
                    <a:pt x="589" y="1554"/>
                  </a:lnTo>
                  <a:lnTo>
                    <a:pt x="466" y="1347"/>
                  </a:lnTo>
                  <a:lnTo>
                    <a:pt x="302" y="1203"/>
                  </a:lnTo>
                  <a:lnTo>
                    <a:pt x="125" y="1076"/>
                  </a:lnTo>
                  <a:lnTo>
                    <a:pt x="92" y="1078"/>
                  </a:lnTo>
                  <a:lnTo>
                    <a:pt x="35" y="998"/>
                  </a:lnTo>
                  <a:lnTo>
                    <a:pt x="0" y="870"/>
                  </a:lnTo>
                  <a:lnTo>
                    <a:pt x="74" y="430"/>
                  </a:lnTo>
                  <a:lnTo>
                    <a:pt x="59" y="396"/>
                  </a:lnTo>
                  <a:lnTo>
                    <a:pt x="90" y="125"/>
                  </a:lnTo>
                  <a:lnTo>
                    <a:pt x="104" y="87"/>
                  </a:lnTo>
                  <a:lnTo>
                    <a:pt x="146" y="53"/>
                  </a:lnTo>
                  <a:lnTo>
                    <a:pt x="491" y="0"/>
                  </a:lnTo>
                  <a:lnTo>
                    <a:pt x="802" y="10"/>
                  </a:lnTo>
                  <a:lnTo>
                    <a:pt x="1218" y="78"/>
                  </a:lnTo>
                  <a:lnTo>
                    <a:pt x="1288" y="163"/>
                  </a:lnTo>
                  <a:lnTo>
                    <a:pt x="1290" y="291"/>
                  </a:lnTo>
                  <a:lnTo>
                    <a:pt x="1360" y="429"/>
                  </a:lnTo>
                  <a:lnTo>
                    <a:pt x="1413" y="495"/>
                  </a:lnTo>
                  <a:lnTo>
                    <a:pt x="1721" y="79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l1191"/>
            <p:cNvSpPr/>
            <p:nvPr/>
          </p:nvSpPr>
          <p:spPr>
            <a:xfrm>
              <a:off x="4664499" y="5639409"/>
              <a:ext cx="2657" cy="2015"/>
            </a:xfrm>
            <a:custGeom>
              <a:avLst/>
              <a:pathLst>
                <a:path w="2657" h="2015">
                  <a:moveTo>
                    <a:pt x="813" y="397"/>
                  </a:moveTo>
                  <a:lnTo>
                    <a:pt x="704" y="576"/>
                  </a:lnTo>
                  <a:lnTo>
                    <a:pt x="693" y="684"/>
                  </a:lnTo>
                  <a:lnTo>
                    <a:pt x="742" y="757"/>
                  </a:lnTo>
                  <a:lnTo>
                    <a:pt x="750" y="763"/>
                  </a:lnTo>
                  <a:lnTo>
                    <a:pt x="806" y="746"/>
                  </a:lnTo>
                  <a:lnTo>
                    <a:pt x="977" y="742"/>
                  </a:lnTo>
                  <a:lnTo>
                    <a:pt x="1036" y="737"/>
                  </a:lnTo>
                  <a:lnTo>
                    <a:pt x="1122" y="746"/>
                  </a:lnTo>
                  <a:lnTo>
                    <a:pt x="1233" y="851"/>
                  </a:lnTo>
                  <a:lnTo>
                    <a:pt x="1250" y="945"/>
                  </a:lnTo>
                  <a:lnTo>
                    <a:pt x="1263" y="1126"/>
                  </a:lnTo>
                  <a:lnTo>
                    <a:pt x="1337" y="1129"/>
                  </a:lnTo>
                  <a:lnTo>
                    <a:pt x="1635" y="916"/>
                  </a:lnTo>
                  <a:lnTo>
                    <a:pt x="1632" y="768"/>
                  </a:lnTo>
                  <a:lnTo>
                    <a:pt x="1646" y="582"/>
                  </a:lnTo>
                  <a:lnTo>
                    <a:pt x="1851" y="455"/>
                  </a:lnTo>
                  <a:lnTo>
                    <a:pt x="1896" y="415"/>
                  </a:lnTo>
                  <a:lnTo>
                    <a:pt x="1997" y="375"/>
                  </a:lnTo>
                  <a:lnTo>
                    <a:pt x="2441" y="373"/>
                  </a:lnTo>
                  <a:lnTo>
                    <a:pt x="2647" y="455"/>
                  </a:lnTo>
                  <a:lnTo>
                    <a:pt x="2657" y="492"/>
                  </a:lnTo>
                  <a:lnTo>
                    <a:pt x="2521" y="900"/>
                  </a:lnTo>
                  <a:lnTo>
                    <a:pt x="2312" y="1115"/>
                  </a:lnTo>
                  <a:lnTo>
                    <a:pt x="1564" y="1709"/>
                  </a:lnTo>
                  <a:lnTo>
                    <a:pt x="1384" y="1734"/>
                  </a:lnTo>
                  <a:lnTo>
                    <a:pt x="1342" y="1659"/>
                  </a:lnTo>
                  <a:lnTo>
                    <a:pt x="1345" y="1628"/>
                  </a:lnTo>
                  <a:lnTo>
                    <a:pt x="1331" y="1607"/>
                  </a:lnTo>
                  <a:lnTo>
                    <a:pt x="1285" y="1591"/>
                  </a:lnTo>
                  <a:lnTo>
                    <a:pt x="1193" y="1615"/>
                  </a:lnTo>
                  <a:lnTo>
                    <a:pt x="1047" y="1665"/>
                  </a:lnTo>
                  <a:lnTo>
                    <a:pt x="979" y="1751"/>
                  </a:lnTo>
                  <a:lnTo>
                    <a:pt x="939" y="1804"/>
                  </a:lnTo>
                  <a:lnTo>
                    <a:pt x="955" y="1856"/>
                  </a:lnTo>
                  <a:lnTo>
                    <a:pt x="929" y="1921"/>
                  </a:lnTo>
                  <a:lnTo>
                    <a:pt x="884" y="1982"/>
                  </a:lnTo>
                  <a:lnTo>
                    <a:pt x="774" y="2015"/>
                  </a:lnTo>
                  <a:lnTo>
                    <a:pt x="717" y="2006"/>
                  </a:lnTo>
                  <a:lnTo>
                    <a:pt x="677" y="1978"/>
                  </a:lnTo>
                  <a:lnTo>
                    <a:pt x="688" y="1937"/>
                  </a:lnTo>
                  <a:lnTo>
                    <a:pt x="698" y="1887"/>
                  </a:lnTo>
                  <a:lnTo>
                    <a:pt x="723" y="1845"/>
                  </a:lnTo>
                  <a:lnTo>
                    <a:pt x="717" y="1815"/>
                  </a:lnTo>
                  <a:lnTo>
                    <a:pt x="705" y="1799"/>
                  </a:lnTo>
                  <a:lnTo>
                    <a:pt x="679" y="1782"/>
                  </a:lnTo>
                  <a:lnTo>
                    <a:pt x="662" y="1783"/>
                  </a:lnTo>
                  <a:lnTo>
                    <a:pt x="539" y="1789"/>
                  </a:lnTo>
                  <a:lnTo>
                    <a:pt x="371" y="1831"/>
                  </a:lnTo>
                  <a:lnTo>
                    <a:pt x="55" y="1671"/>
                  </a:lnTo>
                  <a:lnTo>
                    <a:pt x="0" y="1605"/>
                  </a:lnTo>
                  <a:lnTo>
                    <a:pt x="79" y="1373"/>
                  </a:lnTo>
                  <a:lnTo>
                    <a:pt x="291" y="1179"/>
                  </a:lnTo>
                  <a:lnTo>
                    <a:pt x="405" y="933"/>
                  </a:lnTo>
                  <a:lnTo>
                    <a:pt x="480" y="427"/>
                  </a:lnTo>
                  <a:lnTo>
                    <a:pt x="455" y="387"/>
                  </a:lnTo>
                  <a:lnTo>
                    <a:pt x="378" y="397"/>
                  </a:lnTo>
                  <a:lnTo>
                    <a:pt x="295" y="315"/>
                  </a:lnTo>
                  <a:lnTo>
                    <a:pt x="351" y="0"/>
                  </a:lnTo>
                  <a:lnTo>
                    <a:pt x="501" y="27"/>
                  </a:lnTo>
                  <a:lnTo>
                    <a:pt x="900" y="182"/>
                  </a:lnTo>
                  <a:lnTo>
                    <a:pt x="923" y="296"/>
                  </a:lnTo>
                  <a:lnTo>
                    <a:pt x="813" y="39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l1192"/>
            <p:cNvSpPr/>
            <p:nvPr/>
          </p:nvSpPr>
          <p:spPr>
            <a:xfrm>
              <a:off x="4667182" y="5636020"/>
              <a:ext cx="2357" cy="2398"/>
            </a:xfrm>
            <a:custGeom>
              <a:avLst/>
              <a:pathLst>
                <a:path w="2357" h="2398">
                  <a:moveTo>
                    <a:pt x="1688" y="138"/>
                  </a:moveTo>
                  <a:lnTo>
                    <a:pt x="1715" y="244"/>
                  </a:lnTo>
                  <a:lnTo>
                    <a:pt x="1807" y="188"/>
                  </a:lnTo>
                  <a:lnTo>
                    <a:pt x="1818" y="185"/>
                  </a:lnTo>
                  <a:lnTo>
                    <a:pt x="1875" y="195"/>
                  </a:lnTo>
                  <a:lnTo>
                    <a:pt x="1914" y="212"/>
                  </a:lnTo>
                  <a:lnTo>
                    <a:pt x="1929" y="221"/>
                  </a:lnTo>
                  <a:lnTo>
                    <a:pt x="1963" y="591"/>
                  </a:lnTo>
                  <a:lnTo>
                    <a:pt x="1974" y="584"/>
                  </a:lnTo>
                  <a:lnTo>
                    <a:pt x="2100" y="529"/>
                  </a:lnTo>
                  <a:lnTo>
                    <a:pt x="2161" y="518"/>
                  </a:lnTo>
                  <a:lnTo>
                    <a:pt x="2289" y="526"/>
                  </a:lnTo>
                  <a:lnTo>
                    <a:pt x="2331" y="531"/>
                  </a:lnTo>
                  <a:lnTo>
                    <a:pt x="2345" y="538"/>
                  </a:lnTo>
                  <a:lnTo>
                    <a:pt x="2357" y="561"/>
                  </a:lnTo>
                  <a:lnTo>
                    <a:pt x="2323" y="769"/>
                  </a:lnTo>
                  <a:lnTo>
                    <a:pt x="2317" y="785"/>
                  </a:lnTo>
                  <a:lnTo>
                    <a:pt x="2264" y="842"/>
                  </a:lnTo>
                  <a:lnTo>
                    <a:pt x="2206" y="893"/>
                  </a:lnTo>
                  <a:lnTo>
                    <a:pt x="2174" y="1093"/>
                  </a:lnTo>
                  <a:lnTo>
                    <a:pt x="2183" y="1228"/>
                  </a:lnTo>
                  <a:lnTo>
                    <a:pt x="2176" y="1274"/>
                  </a:lnTo>
                  <a:lnTo>
                    <a:pt x="2167" y="1285"/>
                  </a:lnTo>
                  <a:lnTo>
                    <a:pt x="2085" y="1263"/>
                  </a:lnTo>
                  <a:lnTo>
                    <a:pt x="1981" y="1011"/>
                  </a:lnTo>
                  <a:lnTo>
                    <a:pt x="1961" y="960"/>
                  </a:lnTo>
                  <a:lnTo>
                    <a:pt x="1958" y="868"/>
                  </a:lnTo>
                  <a:lnTo>
                    <a:pt x="1939" y="854"/>
                  </a:lnTo>
                  <a:lnTo>
                    <a:pt x="1826" y="830"/>
                  </a:lnTo>
                  <a:lnTo>
                    <a:pt x="1773" y="832"/>
                  </a:lnTo>
                  <a:lnTo>
                    <a:pt x="1748" y="840"/>
                  </a:lnTo>
                  <a:lnTo>
                    <a:pt x="1643" y="1038"/>
                  </a:lnTo>
                  <a:lnTo>
                    <a:pt x="1623" y="1035"/>
                  </a:lnTo>
                  <a:lnTo>
                    <a:pt x="1593" y="1019"/>
                  </a:lnTo>
                  <a:lnTo>
                    <a:pt x="1590" y="1014"/>
                  </a:lnTo>
                  <a:lnTo>
                    <a:pt x="1545" y="1015"/>
                  </a:lnTo>
                  <a:lnTo>
                    <a:pt x="1514" y="1020"/>
                  </a:lnTo>
                  <a:lnTo>
                    <a:pt x="1482" y="1029"/>
                  </a:lnTo>
                  <a:lnTo>
                    <a:pt x="1444" y="1045"/>
                  </a:lnTo>
                  <a:lnTo>
                    <a:pt x="1389" y="1077"/>
                  </a:lnTo>
                  <a:lnTo>
                    <a:pt x="1175" y="1282"/>
                  </a:lnTo>
                  <a:lnTo>
                    <a:pt x="1110" y="1266"/>
                  </a:lnTo>
                  <a:lnTo>
                    <a:pt x="1127" y="1104"/>
                  </a:lnTo>
                  <a:lnTo>
                    <a:pt x="1017" y="1051"/>
                  </a:lnTo>
                  <a:lnTo>
                    <a:pt x="866" y="1056"/>
                  </a:lnTo>
                  <a:lnTo>
                    <a:pt x="490" y="1244"/>
                  </a:lnTo>
                  <a:lnTo>
                    <a:pt x="331" y="1418"/>
                  </a:lnTo>
                  <a:lnTo>
                    <a:pt x="279" y="1646"/>
                  </a:lnTo>
                  <a:lnTo>
                    <a:pt x="321" y="1956"/>
                  </a:lnTo>
                  <a:lnTo>
                    <a:pt x="379" y="2177"/>
                  </a:lnTo>
                  <a:lnTo>
                    <a:pt x="373" y="2288"/>
                  </a:lnTo>
                  <a:lnTo>
                    <a:pt x="331" y="2330"/>
                  </a:lnTo>
                  <a:lnTo>
                    <a:pt x="81" y="2398"/>
                  </a:lnTo>
                  <a:lnTo>
                    <a:pt x="38" y="2375"/>
                  </a:lnTo>
                  <a:lnTo>
                    <a:pt x="0" y="1918"/>
                  </a:lnTo>
                  <a:lnTo>
                    <a:pt x="53" y="1864"/>
                  </a:lnTo>
                  <a:lnTo>
                    <a:pt x="138" y="1554"/>
                  </a:lnTo>
                  <a:lnTo>
                    <a:pt x="181" y="1310"/>
                  </a:lnTo>
                  <a:lnTo>
                    <a:pt x="139" y="1223"/>
                  </a:lnTo>
                  <a:lnTo>
                    <a:pt x="86" y="1027"/>
                  </a:lnTo>
                  <a:lnTo>
                    <a:pt x="79" y="919"/>
                  </a:lnTo>
                  <a:lnTo>
                    <a:pt x="613" y="658"/>
                  </a:lnTo>
                  <a:lnTo>
                    <a:pt x="669" y="658"/>
                  </a:lnTo>
                  <a:lnTo>
                    <a:pt x="700" y="714"/>
                  </a:lnTo>
                  <a:lnTo>
                    <a:pt x="782" y="731"/>
                  </a:lnTo>
                  <a:lnTo>
                    <a:pt x="832" y="716"/>
                  </a:lnTo>
                  <a:lnTo>
                    <a:pt x="1303" y="92"/>
                  </a:lnTo>
                  <a:lnTo>
                    <a:pt x="1404" y="0"/>
                  </a:lnTo>
                  <a:lnTo>
                    <a:pt x="1623" y="15"/>
                  </a:lnTo>
                  <a:lnTo>
                    <a:pt x="1688" y="13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l1193"/>
            <p:cNvSpPr/>
            <p:nvPr/>
          </p:nvSpPr>
          <p:spPr>
            <a:xfrm>
              <a:off x="4668589" y="5635316"/>
              <a:ext cx="537" cy="508"/>
            </a:xfrm>
            <a:custGeom>
              <a:avLst/>
              <a:pathLst>
                <a:path w="537" h="508">
                  <a:moveTo>
                    <a:pt x="523" y="82"/>
                  </a:moveTo>
                  <a:lnTo>
                    <a:pt x="439" y="239"/>
                  </a:lnTo>
                  <a:lnTo>
                    <a:pt x="370" y="337"/>
                  </a:lnTo>
                  <a:lnTo>
                    <a:pt x="338" y="351"/>
                  </a:lnTo>
                  <a:lnTo>
                    <a:pt x="218" y="397"/>
                  </a:lnTo>
                  <a:lnTo>
                    <a:pt x="138" y="476"/>
                  </a:lnTo>
                  <a:lnTo>
                    <a:pt x="112" y="503"/>
                  </a:lnTo>
                  <a:lnTo>
                    <a:pt x="46" y="508"/>
                  </a:lnTo>
                  <a:lnTo>
                    <a:pt x="37" y="508"/>
                  </a:lnTo>
                  <a:lnTo>
                    <a:pt x="3" y="469"/>
                  </a:lnTo>
                  <a:lnTo>
                    <a:pt x="0" y="424"/>
                  </a:lnTo>
                  <a:lnTo>
                    <a:pt x="43" y="290"/>
                  </a:lnTo>
                  <a:lnTo>
                    <a:pt x="60" y="253"/>
                  </a:lnTo>
                  <a:lnTo>
                    <a:pt x="131" y="107"/>
                  </a:lnTo>
                  <a:lnTo>
                    <a:pt x="134" y="99"/>
                  </a:lnTo>
                  <a:lnTo>
                    <a:pt x="168" y="89"/>
                  </a:lnTo>
                  <a:lnTo>
                    <a:pt x="198" y="98"/>
                  </a:lnTo>
                  <a:lnTo>
                    <a:pt x="218" y="100"/>
                  </a:lnTo>
                  <a:lnTo>
                    <a:pt x="390" y="3"/>
                  </a:lnTo>
                  <a:lnTo>
                    <a:pt x="397" y="0"/>
                  </a:lnTo>
                  <a:lnTo>
                    <a:pt x="408" y="1"/>
                  </a:lnTo>
                  <a:lnTo>
                    <a:pt x="519" y="22"/>
                  </a:lnTo>
                  <a:lnTo>
                    <a:pt x="537" y="38"/>
                  </a:lnTo>
                  <a:lnTo>
                    <a:pt x="523" y="8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l1194"/>
            <p:cNvSpPr/>
            <p:nvPr/>
          </p:nvSpPr>
          <p:spPr>
            <a:xfrm>
              <a:off x="4667784" y="5633537"/>
              <a:ext cx="660" cy="973"/>
            </a:xfrm>
            <a:custGeom>
              <a:avLst/>
              <a:pathLst>
                <a:path w="660" h="973">
                  <a:moveTo>
                    <a:pt x="219" y="973"/>
                  </a:moveTo>
                  <a:lnTo>
                    <a:pt x="138" y="963"/>
                  </a:lnTo>
                  <a:lnTo>
                    <a:pt x="21" y="801"/>
                  </a:lnTo>
                  <a:lnTo>
                    <a:pt x="0" y="668"/>
                  </a:lnTo>
                  <a:lnTo>
                    <a:pt x="374" y="101"/>
                  </a:lnTo>
                  <a:lnTo>
                    <a:pt x="402" y="73"/>
                  </a:lnTo>
                  <a:lnTo>
                    <a:pt x="494" y="37"/>
                  </a:lnTo>
                  <a:lnTo>
                    <a:pt x="571" y="0"/>
                  </a:lnTo>
                  <a:lnTo>
                    <a:pt x="610" y="77"/>
                  </a:lnTo>
                  <a:lnTo>
                    <a:pt x="660" y="465"/>
                  </a:lnTo>
                  <a:lnTo>
                    <a:pt x="564" y="792"/>
                  </a:lnTo>
                  <a:lnTo>
                    <a:pt x="514" y="853"/>
                  </a:lnTo>
                  <a:lnTo>
                    <a:pt x="357" y="964"/>
                  </a:lnTo>
                  <a:lnTo>
                    <a:pt x="219" y="9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l1195"/>
            <p:cNvSpPr/>
            <p:nvPr/>
          </p:nvSpPr>
          <p:spPr>
            <a:xfrm>
              <a:off x="4835055" y="5660925"/>
              <a:ext cx="1651" cy="882"/>
            </a:xfrm>
            <a:custGeom>
              <a:avLst/>
              <a:pathLst>
                <a:path w="1651" h="882">
                  <a:moveTo>
                    <a:pt x="1039" y="83"/>
                  </a:moveTo>
                  <a:lnTo>
                    <a:pt x="1073" y="98"/>
                  </a:lnTo>
                  <a:lnTo>
                    <a:pt x="1163" y="114"/>
                  </a:lnTo>
                  <a:lnTo>
                    <a:pt x="1171" y="114"/>
                  </a:lnTo>
                  <a:lnTo>
                    <a:pt x="1186" y="115"/>
                  </a:lnTo>
                  <a:lnTo>
                    <a:pt x="1207" y="116"/>
                  </a:lnTo>
                  <a:lnTo>
                    <a:pt x="1257" y="119"/>
                  </a:lnTo>
                  <a:lnTo>
                    <a:pt x="1316" y="122"/>
                  </a:lnTo>
                  <a:lnTo>
                    <a:pt x="1371" y="139"/>
                  </a:lnTo>
                  <a:lnTo>
                    <a:pt x="1395" y="156"/>
                  </a:lnTo>
                  <a:lnTo>
                    <a:pt x="1419" y="171"/>
                  </a:lnTo>
                  <a:lnTo>
                    <a:pt x="1449" y="200"/>
                  </a:lnTo>
                  <a:lnTo>
                    <a:pt x="1475" y="218"/>
                  </a:lnTo>
                  <a:lnTo>
                    <a:pt x="1486" y="228"/>
                  </a:lnTo>
                  <a:lnTo>
                    <a:pt x="1526" y="261"/>
                  </a:lnTo>
                  <a:lnTo>
                    <a:pt x="1535" y="269"/>
                  </a:lnTo>
                  <a:lnTo>
                    <a:pt x="1550" y="284"/>
                  </a:lnTo>
                  <a:lnTo>
                    <a:pt x="1593" y="327"/>
                  </a:lnTo>
                  <a:lnTo>
                    <a:pt x="1623" y="369"/>
                  </a:lnTo>
                  <a:lnTo>
                    <a:pt x="1628" y="377"/>
                  </a:lnTo>
                  <a:lnTo>
                    <a:pt x="1649" y="418"/>
                  </a:lnTo>
                  <a:lnTo>
                    <a:pt x="1650" y="435"/>
                  </a:lnTo>
                  <a:lnTo>
                    <a:pt x="1651" y="441"/>
                  </a:lnTo>
                  <a:lnTo>
                    <a:pt x="1649" y="449"/>
                  </a:lnTo>
                  <a:lnTo>
                    <a:pt x="1648" y="457"/>
                  </a:lnTo>
                  <a:lnTo>
                    <a:pt x="1643" y="482"/>
                  </a:lnTo>
                  <a:lnTo>
                    <a:pt x="1639" y="486"/>
                  </a:lnTo>
                  <a:lnTo>
                    <a:pt x="1608" y="522"/>
                  </a:lnTo>
                  <a:lnTo>
                    <a:pt x="1600" y="529"/>
                  </a:lnTo>
                  <a:lnTo>
                    <a:pt x="1553" y="551"/>
                  </a:lnTo>
                  <a:lnTo>
                    <a:pt x="1491" y="567"/>
                  </a:lnTo>
                  <a:lnTo>
                    <a:pt x="1477" y="570"/>
                  </a:lnTo>
                  <a:lnTo>
                    <a:pt x="1440" y="579"/>
                  </a:lnTo>
                  <a:lnTo>
                    <a:pt x="1405" y="581"/>
                  </a:lnTo>
                  <a:lnTo>
                    <a:pt x="1399" y="581"/>
                  </a:lnTo>
                  <a:lnTo>
                    <a:pt x="1292" y="577"/>
                  </a:lnTo>
                  <a:lnTo>
                    <a:pt x="1273" y="571"/>
                  </a:lnTo>
                  <a:lnTo>
                    <a:pt x="1246" y="567"/>
                  </a:lnTo>
                  <a:lnTo>
                    <a:pt x="1216" y="565"/>
                  </a:lnTo>
                  <a:lnTo>
                    <a:pt x="1204" y="565"/>
                  </a:lnTo>
                  <a:lnTo>
                    <a:pt x="1192" y="567"/>
                  </a:lnTo>
                  <a:lnTo>
                    <a:pt x="1158" y="574"/>
                  </a:lnTo>
                  <a:lnTo>
                    <a:pt x="1104" y="574"/>
                  </a:lnTo>
                  <a:lnTo>
                    <a:pt x="1098" y="574"/>
                  </a:lnTo>
                  <a:lnTo>
                    <a:pt x="1024" y="566"/>
                  </a:lnTo>
                  <a:lnTo>
                    <a:pt x="977" y="560"/>
                  </a:lnTo>
                  <a:lnTo>
                    <a:pt x="965" y="556"/>
                  </a:lnTo>
                  <a:lnTo>
                    <a:pt x="944" y="552"/>
                  </a:lnTo>
                  <a:lnTo>
                    <a:pt x="923" y="548"/>
                  </a:lnTo>
                  <a:lnTo>
                    <a:pt x="895" y="543"/>
                  </a:lnTo>
                  <a:lnTo>
                    <a:pt x="873" y="547"/>
                  </a:lnTo>
                  <a:lnTo>
                    <a:pt x="862" y="550"/>
                  </a:lnTo>
                  <a:lnTo>
                    <a:pt x="794" y="600"/>
                  </a:lnTo>
                  <a:lnTo>
                    <a:pt x="787" y="604"/>
                  </a:lnTo>
                  <a:lnTo>
                    <a:pt x="763" y="618"/>
                  </a:lnTo>
                  <a:lnTo>
                    <a:pt x="756" y="623"/>
                  </a:lnTo>
                  <a:lnTo>
                    <a:pt x="740" y="630"/>
                  </a:lnTo>
                  <a:lnTo>
                    <a:pt x="669" y="664"/>
                  </a:lnTo>
                  <a:lnTo>
                    <a:pt x="663" y="667"/>
                  </a:lnTo>
                  <a:lnTo>
                    <a:pt x="621" y="687"/>
                  </a:lnTo>
                  <a:lnTo>
                    <a:pt x="600" y="699"/>
                  </a:lnTo>
                  <a:lnTo>
                    <a:pt x="585" y="715"/>
                  </a:lnTo>
                  <a:lnTo>
                    <a:pt x="559" y="739"/>
                  </a:lnTo>
                  <a:lnTo>
                    <a:pt x="508" y="759"/>
                  </a:lnTo>
                  <a:lnTo>
                    <a:pt x="490" y="769"/>
                  </a:lnTo>
                  <a:lnTo>
                    <a:pt x="433" y="791"/>
                  </a:lnTo>
                  <a:lnTo>
                    <a:pt x="386" y="810"/>
                  </a:lnTo>
                  <a:lnTo>
                    <a:pt x="370" y="813"/>
                  </a:lnTo>
                  <a:lnTo>
                    <a:pt x="354" y="816"/>
                  </a:lnTo>
                  <a:lnTo>
                    <a:pt x="339" y="822"/>
                  </a:lnTo>
                  <a:lnTo>
                    <a:pt x="333" y="826"/>
                  </a:lnTo>
                  <a:lnTo>
                    <a:pt x="320" y="842"/>
                  </a:lnTo>
                  <a:lnTo>
                    <a:pt x="313" y="852"/>
                  </a:lnTo>
                  <a:lnTo>
                    <a:pt x="288" y="877"/>
                  </a:lnTo>
                  <a:lnTo>
                    <a:pt x="277" y="882"/>
                  </a:lnTo>
                  <a:lnTo>
                    <a:pt x="269" y="882"/>
                  </a:lnTo>
                  <a:lnTo>
                    <a:pt x="265" y="876"/>
                  </a:lnTo>
                  <a:lnTo>
                    <a:pt x="252" y="867"/>
                  </a:lnTo>
                  <a:lnTo>
                    <a:pt x="235" y="865"/>
                  </a:lnTo>
                  <a:lnTo>
                    <a:pt x="214" y="865"/>
                  </a:lnTo>
                  <a:lnTo>
                    <a:pt x="199" y="865"/>
                  </a:lnTo>
                  <a:lnTo>
                    <a:pt x="181" y="865"/>
                  </a:lnTo>
                  <a:lnTo>
                    <a:pt x="169" y="865"/>
                  </a:lnTo>
                  <a:lnTo>
                    <a:pt x="157" y="865"/>
                  </a:lnTo>
                  <a:lnTo>
                    <a:pt x="146" y="864"/>
                  </a:lnTo>
                  <a:lnTo>
                    <a:pt x="134" y="860"/>
                  </a:lnTo>
                  <a:lnTo>
                    <a:pt x="117" y="837"/>
                  </a:lnTo>
                  <a:lnTo>
                    <a:pt x="108" y="833"/>
                  </a:lnTo>
                  <a:lnTo>
                    <a:pt x="100" y="830"/>
                  </a:lnTo>
                  <a:lnTo>
                    <a:pt x="85" y="839"/>
                  </a:lnTo>
                  <a:lnTo>
                    <a:pt x="71" y="839"/>
                  </a:lnTo>
                  <a:lnTo>
                    <a:pt x="64" y="833"/>
                  </a:lnTo>
                  <a:lnTo>
                    <a:pt x="63" y="827"/>
                  </a:lnTo>
                  <a:lnTo>
                    <a:pt x="61" y="819"/>
                  </a:lnTo>
                  <a:lnTo>
                    <a:pt x="58" y="794"/>
                  </a:lnTo>
                  <a:lnTo>
                    <a:pt x="54" y="787"/>
                  </a:lnTo>
                  <a:lnTo>
                    <a:pt x="51" y="780"/>
                  </a:lnTo>
                  <a:lnTo>
                    <a:pt x="47" y="773"/>
                  </a:lnTo>
                  <a:lnTo>
                    <a:pt x="37" y="762"/>
                  </a:lnTo>
                  <a:lnTo>
                    <a:pt x="29" y="748"/>
                  </a:lnTo>
                  <a:lnTo>
                    <a:pt x="18" y="726"/>
                  </a:lnTo>
                  <a:lnTo>
                    <a:pt x="12" y="704"/>
                  </a:lnTo>
                  <a:lnTo>
                    <a:pt x="1" y="662"/>
                  </a:lnTo>
                  <a:lnTo>
                    <a:pt x="1" y="652"/>
                  </a:lnTo>
                  <a:lnTo>
                    <a:pt x="1" y="639"/>
                  </a:lnTo>
                  <a:lnTo>
                    <a:pt x="0" y="633"/>
                  </a:lnTo>
                  <a:lnTo>
                    <a:pt x="0" y="618"/>
                  </a:lnTo>
                  <a:lnTo>
                    <a:pt x="3" y="585"/>
                  </a:lnTo>
                  <a:lnTo>
                    <a:pt x="10" y="558"/>
                  </a:lnTo>
                  <a:lnTo>
                    <a:pt x="31" y="505"/>
                  </a:lnTo>
                  <a:lnTo>
                    <a:pt x="44" y="470"/>
                  </a:lnTo>
                  <a:lnTo>
                    <a:pt x="73" y="420"/>
                  </a:lnTo>
                  <a:lnTo>
                    <a:pt x="96" y="397"/>
                  </a:lnTo>
                  <a:lnTo>
                    <a:pt x="122" y="372"/>
                  </a:lnTo>
                  <a:lnTo>
                    <a:pt x="134" y="360"/>
                  </a:lnTo>
                  <a:lnTo>
                    <a:pt x="176" y="328"/>
                  </a:lnTo>
                  <a:lnTo>
                    <a:pt x="200" y="310"/>
                  </a:lnTo>
                  <a:lnTo>
                    <a:pt x="205" y="307"/>
                  </a:lnTo>
                  <a:lnTo>
                    <a:pt x="240" y="280"/>
                  </a:lnTo>
                  <a:lnTo>
                    <a:pt x="250" y="271"/>
                  </a:lnTo>
                  <a:lnTo>
                    <a:pt x="261" y="260"/>
                  </a:lnTo>
                  <a:lnTo>
                    <a:pt x="278" y="244"/>
                  </a:lnTo>
                  <a:lnTo>
                    <a:pt x="295" y="228"/>
                  </a:lnTo>
                  <a:lnTo>
                    <a:pt x="317" y="214"/>
                  </a:lnTo>
                  <a:lnTo>
                    <a:pt x="338" y="200"/>
                  </a:lnTo>
                  <a:lnTo>
                    <a:pt x="357" y="188"/>
                  </a:lnTo>
                  <a:lnTo>
                    <a:pt x="365" y="183"/>
                  </a:lnTo>
                  <a:lnTo>
                    <a:pt x="376" y="176"/>
                  </a:lnTo>
                  <a:lnTo>
                    <a:pt x="403" y="163"/>
                  </a:lnTo>
                  <a:lnTo>
                    <a:pt x="454" y="137"/>
                  </a:lnTo>
                  <a:lnTo>
                    <a:pt x="522" y="105"/>
                  </a:lnTo>
                  <a:lnTo>
                    <a:pt x="558" y="86"/>
                  </a:lnTo>
                  <a:lnTo>
                    <a:pt x="567" y="81"/>
                  </a:lnTo>
                  <a:lnTo>
                    <a:pt x="647" y="51"/>
                  </a:lnTo>
                  <a:lnTo>
                    <a:pt x="654" y="48"/>
                  </a:lnTo>
                  <a:lnTo>
                    <a:pt x="674" y="41"/>
                  </a:lnTo>
                  <a:lnTo>
                    <a:pt x="732" y="23"/>
                  </a:lnTo>
                  <a:lnTo>
                    <a:pt x="745" y="21"/>
                  </a:lnTo>
                  <a:lnTo>
                    <a:pt x="820" y="8"/>
                  </a:lnTo>
                  <a:lnTo>
                    <a:pt x="840" y="5"/>
                  </a:lnTo>
                  <a:lnTo>
                    <a:pt x="875" y="0"/>
                  </a:lnTo>
                  <a:lnTo>
                    <a:pt x="894" y="1"/>
                  </a:lnTo>
                  <a:lnTo>
                    <a:pt x="910" y="3"/>
                  </a:lnTo>
                  <a:lnTo>
                    <a:pt x="918" y="7"/>
                  </a:lnTo>
                  <a:lnTo>
                    <a:pt x="931" y="16"/>
                  </a:lnTo>
                  <a:lnTo>
                    <a:pt x="947" y="25"/>
                  </a:lnTo>
                  <a:lnTo>
                    <a:pt x="957" y="32"/>
                  </a:lnTo>
                  <a:lnTo>
                    <a:pt x="1011" y="71"/>
                  </a:lnTo>
                  <a:lnTo>
                    <a:pt x="1019" y="74"/>
                  </a:lnTo>
                  <a:lnTo>
                    <a:pt x="1039" y="8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l1196"/>
            <p:cNvSpPr/>
            <p:nvPr/>
          </p:nvSpPr>
          <p:spPr>
            <a:xfrm>
              <a:off x="4663086" y="5625948"/>
              <a:ext cx="456" cy="583"/>
            </a:xfrm>
            <a:custGeom>
              <a:avLst/>
              <a:pathLst>
                <a:path w="456" h="583">
                  <a:moveTo>
                    <a:pt x="323" y="444"/>
                  </a:moveTo>
                  <a:lnTo>
                    <a:pt x="0" y="583"/>
                  </a:lnTo>
                  <a:lnTo>
                    <a:pt x="62" y="463"/>
                  </a:lnTo>
                  <a:lnTo>
                    <a:pt x="113" y="108"/>
                  </a:lnTo>
                  <a:lnTo>
                    <a:pt x="146" y="12"/>
                  </a:lnTo>
                  <a:lnTo>
                    <a:pt x="171" y="0"/>
                  </a:lnTo>
                  <a:lnTo>
                    <a:pt x="331" y="115"/>
                  </a:lnTo>
                  <a:lnTo>
                    <a:pt x="456" y="327"/>
                  </a:lnTo>
                  <a:lnTo>
                    <a:pt x="415" y="387"/>
                  </a:lnTo>
                  <a:lnTo>
                    <a:pt x="323" y="44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l1197"/>
            <p:cNvSpPr/>
            <p:nvPr/>
          </p:nvSpPr>
          <p:spPr>
            <a:xfrm>
              <a:off x="4664213" y="5625991"/>
              <a:ext cx="662" cy="862"/>
            </a:xfrm>
            <a:custGeom>
              <a:avLst/>
              <a:pathLst>
                <a:path w="662" h="862">
                  <a:moveTo>
                    <a:pt x="220" y="831"/>
                  </a:moveTo>
                  <a:lnTo>
                    <a:pt x="166" y="862"/>
                  </a:lnTo>
                  <a:lnTo>
                    <a:pt x="26" y="762"/>
                  </a:lnTo>
                  <a:lnTo>
                    <a:pt x="0" y="730"/>
                  </a:lnTo>
                  <a:lnTo>
                    <a:pt x="25" y="703"/>
                  </a:lnTo>
                  <a:lnTo>
                    <a:pt x="160" y="608"/>
                  </a:lnTo>
                  <a:lnTo>
                    <a:pt x="437" y="178"/>
                  </a:lnTo>
                  <a:lnTo>
                    <a:pt x="434" y="144"/>
                  </a:lnTo>
                  <a:lnTo>
                    <a:pt x="434" y="99"/>
                  </a:lnTo>
                  <a:lnTo>
                    <a:pt x="442" y="68"/>
                  </a:lnTo>
                  <a:lnTo>
                    <a:pt x="462" y="52"/>
                  </a:lnTo>
                  <a:lnTo>
                    <a:pt x="572" y="0"/>
                  </a:lnTo>
                  <a:lnTo>
                    <a:pt x="654" y="5"/>
                  </a:lnTo>
                  <a:lnTo>
                    <a:pt x="662" y="26"/>
                  </a:lnTo>
                  <a:lnTo>
                    <a:pt x="653" y="50"/>
                  </a:lnTo>
                  <a:lnTo>
                    <a:pt x="562" y="130"/>
                  </a:lnTo>
                  <a:lnTo>
                    <a:pt x="501" y="184"/>
                  </a:lnTo>
                  <a:lnTo>
                    <a:pt x="496" y="221"/>
                  </a:lnTo>
                  <a:lnTo>
                    <a:pt x="530" y="254"/>
                  </a:lnTo>
                  <a:lnTo>
                    <a:pt x="569" y="310"/>
                  </a:lnTo>
                  <a:lnTo>
                    <a:pt x="588" y="351"/>
                  </a:lnTo>
                  <a:lnTo>
                    <a:pt x="578" y="379"/>
                  </a:lnTo>
                  <a:lnTo>
                    <a:pt x="520" y="418"/>
                  </a:lnTo>
                  <a:lnTo>
                    <a:pt x="432" y="461"/>
                  </a:lnTo>
                  <a:lnTo>
                    <a:pt x="421" y="484"/>
                  </a:lnTo>
                  <a:lnTo>
                    <a:pt x="434" y="501"/>
                  </a:lnTo>
                  <a:lnTo>
                    <a:pt x="491" y="531"/>
                  </a:lnTo>
                  <a:lnTo>
                    <a:pt x="529" y="550"/>
                  </a:lnTo>
                  <a:lnTo>
                    <a:pt x="536" y="558"/>
                  </a:lnTo>
                  <a:lnTo>
                    <a:pt x="536" y="631"/>
                  </a:lnTo>
                  <a:lnTo>
                    <a:pt x="424" y="713"/>
                  </a:lnTo>
                  <a:lnTo>
                    <a:pt x="416" y="718"/>
                  </a:lnTo>
                  <a:lnTo>
                    <a:pt x="394" y="716"/>
                  </a:lnTo>
                  <a:lnTo>
                    <a:pt x="361" y="726"/>
                  </a:lnTo>
                  <a:lnTo>
                    <a:pt x="279" y="746"/>
                  </a:lnTo>
                  <a:lnTo>
                    <a:pt x="259" y="760"/>
                  </a:lnTo>
                  <a:lnTo>
                    <a:pt x="238" y="793"/>
                  </a:lnTo>
                  <a:lnTo>
                    <a:pt x="220" y="83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l1198"/>
            <p:cNvSpPr/>
            <p:nvPr/>
          </p:nvSpPr>
          <p:spPr>
            <a:xfrm>
              <a:off x="4691027" y="5628198"/>
              <a:ext cx="1995" cy="1502"/>
            </a:xfrm>
            <a:custGeom>
              <a:avLst/>
              <a:pathLst>
                <a:path w="1995" h="1502">
                  <a:moveTo>
                    <a:pt x="664" y="354"/>
                  </a:moveTo>
                  <a:lnTo>
                    <a:pt x="646" y="381"/>
                  </a:lnTo>
                  <a:lnTo>
                    <a:pt x="610" y="405"/>
                  </a:lnTo>
                  <a:lnTo>
                    <a:pt x="586" y="527"/>
                  </a:lnTo>
                  <a:lnTo>
                    <a:pt x="577" y="682"/>
                  </a:lnTo>
                  <a:lnTo>
                    <a:pt x="762" y="757"/>
                  </a:lnTo>
                  <a:lnTo>
                    <a:pt x="1070" y="711"/>
                  </a:lnTo>
                  <a:lnTo>
                    <a:pt x="1091" y="689"/>
                  </a:lnTo>
                  <a:lnTo>
                    <a:pt x="1099" y="615"/>
                  </a:lnTo>
                  <a:lnTo>
                    <a:pt x="1094" y="480"/>
                  </a:lnTo>
                  <a:lnTo>
                    <a:pt x="1149" y="374"/>
                  </a:lnTo>
                  <a:lnTo>
                    <a:pt x="1224" y="306"/>
                  </a:lnTo>
                  <a:lnTo>
                    <a:pt x="1268" y="285"/>
                  </a:lnTo>
                  <a:lnTo>
                    <a:pt x="1312" y="282"/>
                  </a:lnTo>
                  <a:lnTo>
                    <a:pt x="1441" y="300"/>
                  </a:lnTo>
                  <a:lnTo>
                    <a:pt x="1472" y="320"/>
                  </a:lnTo>
                  <a:lnTo>
                    <a:pt x="1480" y="336"/>
                  </a:lnTo>
                  <a:lnTo>
                    <a:pt x="1477" y="391"/>
                  </a:lnTo>
                  <a:lnTo>
                    <a:pt x="1410" y="530"/>
                  </a:lnTo>
                  <a:lnTo>
                    <a:pt x="1572" y="689"/>
                  </a:lnTo>
                  <a:lnTo>
                    <a:pt x="1581" y="690"/>
                  </a:lnTo>
                  <a:lnTo>
                    <a:pt x="1624" y="673"/>
                  </a:lnTo>
                  <a:lnTo>
                    <a:pt x="1686" y="632"/>
                  </a:lnTo>
                  <a:lnTo>
                    <a:pt x="1737" y="568"/>
                  </a:lnTo>
                  <a:lnTo>
                    <a:pt x="1771" y="583"/>
                  </a:lnTo>
                  <a:lnTo>
                    <a:pt x="1961" y="852"/>
                  </a:lnTo>
                  <a:lnTo>
                    <a:pt x="1995" y="945"/>
                  </a:lnTo>
                  <a:lnTo>
                    <a:pt x="1976" y="1012"/>
                  </a:lnTo>
                  <a:lnTo>
                    <a:pt x="1908" y="1021"/>
                  </a:lnTo>
                  <a:lnTo>
                    <a:pt x="1496" y="993"/>
                  </a:lnTo>
                  <a:lnTo>
                    <a:pt x="1449" y="1079"/>
                  </a:lnTo>
                  <a:lnTo>
                    <a:pt x="1383" y="1141"/>
                  </a:lnTo>
                  <a:lnTo>
                    <a:pt x="1267" y="1226"/>
                  </a:lnTo>
                  <a:lnTo>
                    <a:pt x="1044" y="1369"/>
                  </a:lnTo>
                  <a:lnTo>
                    <a:pt x="715" y="1502"/>
                  </a:lnTo>
                  <a:lnTo>
                    <a:pt x="586" y="1362"/>
                  </a:lnTo>
                  <a:lnTo>
                    <a:pt x="583" y="1330"/>
                  </a:lnTo>
                  <a:lnTo>
                    <a:pt x="597" y="1299"/>
                  </a:lnTo>
                  <a:lnTo>
                    <a:pt x="656" y="1259"/>
                  </a:lnTo>
                  <a:lnTo>
                    <a:pt x="773" y="1058"/>
                  </a:lnTo>
                  <a:lnTo>
                    <a:pt x="808" y="980"/>
                  </a:lnTo>
                  <a:lnTo>
                    <a:pt x="817" y="917"/>
                  </a:lnTo>
                  <a:lnTo>
                    <a:pt x="762" y="787"/>
                  </a:lnTo>
                  <a:lnTo>
                    <a:pt x="712" y="740"/>
                  </a:lnTo>
                  <a:lnTo>
                    <a:pt x="562" y="693"/>
                  </a:lnTo>
                  <a:lnTo>
                    <a:pt x="501" y="759"/>
                  </a:lnTo>
                  <a:lnTo>
                    <a:pt x="408" y="698"/>
                  </a:lnTo>
                  <a:lnTo>
                    <a:pt x="415" y="575"/>
                  </a:lnTo>
                  <a:lnTo>
                    <a:pt x="376" y="339"/>
                  </a:lnTo>
                  <a:lnTo>
                    <a:pt x="323" y="309"/>
                  </a:lnTo>
                  <a:lnTo>
                    <a:pt x="223" y="364"/>
                  </a:lnTo>
                  <a:lnTo>
                    <a:pt x="165" y="521"/>
                  </a:lnTo>
                  <a:lnTo>
                    <a:pt x="118" y="605"/>
                  </a:lnTo>
                  <a:lnTo>
                    <a:pt x="50" y="680"/>
                  </a:lnTo>
                  <a:lnTo>
                    <a:pt x="8" y="675"/>
                  </a:lnTo>
                  <a:lnTo>
                    <a:pt x="0" y="604"/>
                  </a:lnTo>
                  <a:lnTo>
                    <a:pt x="0" y="368"/>
                  </a:lnTo>
                  <a:lnTo>
                    <a:pt x="24" y="335"/>
                  </a:lnTo>
                  <a:lnTo>
                    <a:pt x="354" y="17"/>
                  </a:lnTo>
                  <a:lnTo>
                    <a:pt x="517" y="0"/>
                  </a:lnTo>
                  <a:lnTo>
                    <a:pt x="609" y="171"/>
                  </a:lnTo>
                  <a:lnTo>
                    <a:pt x="664" y="35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l1199"/>
            <p:cNvSpPr/>
            <p:nvPr/>
          </p:nvSpPr>
          <p:spPr>
            <a:xfrm>
              <a:off x="4843542" y="5652113"/>
              <a:ext cx="554" cy="512"/>
            </a:xfrm>
            <a:custGeom>
              <a:avLst/>
              <a:pathLst>
                <a:path w="554" h="512">
                  <a:moveTo>
                    <a:pt x="339" y="512"/>
                  </a:moveTo>
                  <a:lnTo>
                    <a:pt x="162" y="510"/>
                  </a:lnTo>
                  <a:lnTo>
                    <a:pt x="117" y="493"/>
                  </a:lnTo>
                  <a:lnTo>
                    <a:pt x="85" y="483"/>
                  </a:lnTo>
                  <a:lnTo>
                    <a:pt x="32" y="422"/>
                  </a:lnTo>
                  <a:lnTo>
                    <a:pt x="21" y="401"/>
                  </a:lnTo>
                  <a:lnTo>
                    <a:pt x="11" y="381"/>
                  </a:lnTo>
                  <a:lnTo>
                    <a:pt x="0" y="329"/>
                  </a:lnTo>
                  <a:lnTo>
                    <a:pt x="10" y="289"/>
                  </a:lnTo>
                  <a:lnTo>
                    <a:pt x="20" y="227"/>
                  </a:lnTo>
                  <a:lnTo>
                    <a:pt x="31" y="186"/>
                  </a:lnTo>
                  <a:lnTo>
                    <a:pt x="41" y="165"/>
                  </a:lnTo>
                  <a:lnTo>
                    <a:pt x="52" y="144"/>
                  </a:lnTo>
                  <a:lnTo>
                    <a:pt x="62" y="124"/>
                  </a:lnTo>
                  <a:lnTo>
                    <a:pt x="72" y="103"/>
                  </a:lnTo>
                  <a:lnTo>
                    <a:pt x="83" y="83"/>
                  </a:lnTo>
                  <a:lnTo>
                    <a:pt x="125" y="52"/>
                  </a:lnTo>
                  <a:lnTo>
                    <a:pt x="157" y="31"/>
                  </a:lnTo>
                  <a:lnTo>
                    <a:pt x="178" y="21"/>
                  </a:lnTo>
                  <a:lnTo>
                    <a:pt x="199" y="10"/>
                  </a:lnTo>
                  <a:lnTo>
                    <a:pt x="211" y="3"/>
                  </a:lnTo>
                  <a:lnTo>
                    <a:pt x="220" y="0"/>
                  </a:lnTo>
                  <a:lnTo>
                    <a:pt x="268" y="3"/>
                  </a:lnTo>
                  <a:lnTo>
                    <a:pt x="326" y="19"/>
                  </a:lnTo>
                  <a:lnTo>
                    <a:pt x="358" y="40"/>
                  </a:lnTo>
                  <a:lnTo>
                    <a:pt x="493" y="188"/>
                  </a:lnTo>
                  <a:lnTo>
                    <a:pt x="515" y="228"/>
                  </a:lnTo>
                  <a:lnTo>
                    <a:pt x="532" y="250"/>
                  </a:lnTo>
                  <a:lnTo>
                    <a:pt x="539" y="270"/>
                  </a:lnTo>
                  <a:lnTo>
                    <a:pt x="546" y="290"/>
                  </a:lnTo>
                  <a:lnTo>
                    <a:pt x="554" y="327"/>
                  </a:lnTo>
                  <a:lnTo>
                    <a:pt x="549" y="400"/>
                  </a:lnTo>
                  <a:lnTo>
                    <a:pt x="532" y="427"/>
                  </a:lnTo>
                  <a:lnTo>
                    <a:pt x="498" y="470"/>
                  </a:lnTo>
                  <a:lnTo>
                    <a:pt x="466" y="491"/>
                  </a:lnTo>
                  <a:lnTo>
                    <a:pt x="435" y="501"/>
                  </a:lnTo>
                  <a:lnTo>
                    <a:pt x="382" y="512"/>
                  </a:lnTo>
                  <a:lnTo>
                    <a:pt x="350" y="512"/>
                  </a:lnTo>
                  <a:lnTo>
                    <a:pt x="339" y="5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l1200"/>
            <p:cNvSpPr/>
            <p:nvPr/>
          </p:nvSpPr>
          <p:spPr>
            <a:xfrm>
              <a:off x="4674914" y="5622046"/>
              <a:ext cx="616" cy="601"/>
            </a:xfrm>
            <a:custGeom>
              <a:avLst/>
              <a:pathLst>
                <a:path w="616" h="601">
                  <a:moveTo>
                    <a:pt x="222" y="601"/>
                  </a:moveTo>
                  <a:lnTo>
                    <a:pt x="86" y="598"/>
                  </a:lnTo>
                  <a:lnTo>
                    <a:pt x="1" y="210"/>
                  </a:lnTo>
                  <a:lnTo>
                    <a:pt x="0" y="199"/>
                  </a:lnTo>
                  <a:lnTo>
                    <a:pt x="20" y="167"/>
                  </a:lnTo>
                  <a:lnTo>
                    <a:pt x="168" y="129"/>
                  </a:lnTo>
                  <a:lnTo>
                    <a:pt x="237" y="127"/>
                  </a:lnTo>
                  <a:lnTo>
                    <a:pt x="383" y="106"/>
                  </a:lnTo>
                  <a:lnTo>
                    <a:pt x="488" y="9"/>
                  </a:lnTo>
                  <a:lnTo>
                    <a:pt x="557" y="0"/>
                  </a:lnTo>
                  <a:lnTo>
                    <a:pt x="616" y="57"/>
                  </a:lnTo>
                  <a:lnTo>
                    <a:pt x="586" y="217"/>
                  </a:lnTo>
                  <a:lnTo>
                    <a:pt x="354" y="554"/>
                  </a:lnTo>
                  <a:lnTo>
                    <a:pt x="269" y="592"/>
                  </a:lnTo>
                  <a:lnTo>
                    <a:pt x="222" y="60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l1201"/>
            <p:cNvSpPr/>
            <p:nvPr/>
          </p:nvSpPr>
          <p:spPr>
            <a:xfrm>
              <a:off x="4669941" y="5620501"/>
              <a:ext cx="1940" cy="1773"/>
            </a:xfrm>
            <a:custGeom>
              <a:avLst/>
              <a:pathLst>
                <a:path w="1940" h="1773">
                  <a:moveTo>
                    <a:pt x="1940" y="380"/>
                  </a:moveTo>
                  <a:lnTo>
                    <a:pt x="1938" y="614"/>
                  </a:lnTo>
                  <a:lnTo>
                    <a:pt x="1845" y="828"/>
                  </a:lnTo>
                  <a:lnTo>
                    <a:pt x="1810" y="883"/>
                  </a:lnTo>
                  <a:lnTo>
                    <a:pt x="1704" y="1191"/>
                  </a:lnTo>
                  <a:lnTo>
                    <a:pt x="1778" y="1261"/>
                  </a:lnTo>
                  <a:lnTo>
                    <a:pt x="1767" y="1337"/>
                  </a:lnTo>
                  <a:lnTo>
                    <a:pt x="1511" y="1568"/>
                  </a:lnTo>
                  <a:lnTo>
                    <a:pt x="1462" y="1524"/>
                  </a:lnTo>
                  <a:lnTo>
                    <a:pt x="1389" y="1402"/>
                  </a:lnTo>
                  <a:lnTo>
                    <a:pt x="1088" y="1247"/>
                  </a:lnTo>
                  <a:lnTo>
                    <a:pt x="1010" y="1254"/>
                  </a:lnTo>
                  <a:lnTo>
                    <a:pt x="952" y="1289"/>
                  </a:lnTo>
                  <a:lnTo>
                    <a:pt x="863" y="1442"/>
                  </a:lnTo>
                  <a:lnTo>
                    <a:pt x="824" y="1570"/>
                  </a:lnTo>
                  <a:lnTo>
                    <a:pt x="777" y="1648"/>
                  </a:lnTo>
                  <a:lnTo>
                    <a:pt x="673" y="1759"/>
                  </a:lnTo>
                  <a:lnTo>
                    <a:pt x="536" y="1773"/>
                  </a:lnTo>
                  <a:lnTo>
                    <a:pt x="196" y="1772"/>
                  </a:lnTo>
                  <a:lnTo>
                    <a:pt x="183" y="1764"/>
                  </a:lnTo>
                  <a:lnTo>
                    <a:pt x="83" y="1627"/>
                  </a:lnTo>
                  <a:lnTo>
                    <a:pt x="0" y="1377"/>
                  </a:lnTo>
                  <a:lnTo>
                    <a:pt x="212" y="1340"/>
                  </a:lnTo>
                  <a:lnTo>
                    <a:pt x="310" y="1301"/>
                  </a:lnTo>
                  <a:lnTo>
                    <a:pt x="519" y="742"/>
                  </a:lnTo>
                  <a:lnTo>
                    <a:pt x="521" y="721"/>
                  </a:lnTo>
                  <a:lnTo>
                    <a:pt x="509" y="677"/>
                  </a:lnTo>
                  <a:lnTo>
                    <a:pt x="477" y="615"/>
                  </a:lnTo>
                  <a:lnTo>
                    <a:pt x="490" y="522"/>
                  </a:lnTo>
                  <a:lnTo>
                    <a:pt x="581" y="451"/>
                  </a:lnTo>
                  <a:lnTo>
                    <a:pt x="694" y="363"/>
                  </a:lnTo>
                  <a:lnTo>
                    <a:pt x="812" y="320"/>
                  </a:lnTo>
                  <a:lnTo>
                    <a:pt x="974" y="260"/>
                  </a:lnTo>
                  <a:lnTo>
                    <a:pt x="1096" y="283"/>
                  </a:lnTo>
                  <a:lnTo>
                    <a:pt x="1156" y="316"/>
                  </a:lnTo>
                  <a:lnTo>
                    <a:pt x="1219" y="378"/>
                  </a:lnTo>
                  <a:lnTo>
                    <a:pt x="1279" y="482"/>
                  </a:lnTo>
                  <a:lnTo>
                    <a:pt x="1325" y="515"/>
                  </a:lnTo>
                  <a:lnTo>
                    <a:pt x="1409" y="524"/>
                  </a:lnTo>
                  <a:lnTo>
                    <a:pt x="1474" y="504"/>
                  </a:lnTo>
                  <a:lnTo>
                    <a:pt x="1559" y="429"/>
                  </a:lnTo>
                  <a:lnTo>
                    <a:pt x="1591" y="194"/>
                  </a:lnTo>
                  <a:lnTo>
                    <a:pt x="1563" y="167"/>
                  </a:lnTo>
                  <a:lnTo>
                    <a:pt x="1565" y="101"/>
                  </a:lnTo>
                  <a:lnTo>
                    <a:pt x="1682" y="2"/>
                  </a:lnTo>
                  <a:lnTo>
                    <a:pt x="1697" y="0"/>
                  </a:lnTo>
                  <a:lnTo>
                    <a:pt x="1790" y="0"/>
                  </a:lnTo>
                  <a:lnTo>
                    <a:pt x="1806" y="7"/>
                  </a:lnTo>
                  <a:lnTo>
                    <a:pt x="1847" y="40"/>
                  </a:lnTo>
                  <a:lnTo>
                    <a:pt x="1931" y="171"/>
                  </a:lnTo>
                  <a:lnTo>
                    <a:pt x="1940" y="38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l1202"/>
            <p:cNvSpPr/>
            <p:nvPr/>
          </p:nvSpPr>
          <p:spPr>
            <a:xfrm>
              <a:off x="4659221" y="5617887"/>
              <a:ext cx="721" cy="589"/>
            </a:xfrm>
            <a:custGeom>
              <a:avLst/>
              <a:pathLst>
                <a:path w="721" h="589">
                  <a:moveTo>
                    <a:pt x="680" y="254"/>
                  </a:moveTo>
                  <a:lnTo>
                    <a:pt x="642" y="299"/>
                  </a:lnTo>
                  <a:lnTo>
                    <a:pt x="607" y="345"/>
                  </a:lnTo>
                  <a:lnTo>
                    <a:pt x="599" y="367"/>
                  </a:lnTo>
                  <a:lnTo>
                    <a:pt x="597" y="417"/>
                  </a:lnTo>
                  <a:lnTo>
                    <a:pt x="619" y="470"/>
                  </a:lnTo>
                  <a:lnTo>
                    <a:pt x="623" y="497"/>
                  </a:lnTo>
                  <a:lnTo>
                    <a:pt x="606" y="589"/>
                  </a:lnTo>
                  <a:lnTo>
                    <a:pt x="538" y="585"/>
                  </a:lnTo>
                  <a:lnTo>
                    <a:pt x="519" y="561"/>
                  </a:lnTo>
                  <a:lnTo>
                    <a:pt x="489" y="551"/>
                  </a:lnTo>
                  <a:lnTo>
                    <a:pt x="424" y="534"/>
                  </a:lnTo>
                  <a:lnTo>
                    <a:pt x="326" y="498"/>
                  </a:lnTo>
                  <a:lnTo>
                    <a:pt x="280" y="495"/>
                  </a:lnTo>
                  <a:lnTo>
                    <a:pt x="196" y="499"/>
                  </a:lnTo>
                  <a:lnTo>
                    <a:pt x="183" y="493"/>
                  </a:lnTo>
                  <a:lnTo>
                    <a:pt x="0" y="265"/>
                  </a:lnTo>
                  <a:lnTo>
                    <a:pt x="12" y="241"/>
                  </a:lnTo>
                  <a:lnTo>
                    <a:pt x="82" y="178"/>
                  </a:lnTo>
                  <a:lnTo>
                    <a:pt x="90" y="176"/>
                  </a:lnTo>
                  <a:lnTo>
                    <a:pt x="98" y="179"/>
                  </a:lnTo>
                  <a:lnTo>
                    <a:pt x="108" y="180"/>
                  </a:lnTo>
                  <a:lnTo>
                    <a:pt x="150" y="182"/>
                  </a:lnTo>
                  <a:lnTo>
                    <a:pt x="215" y="179"/>
                  </a:lnTo>
                  <a:lnTo>
                    <a:pt x="252" y="180"/>
                  </a:lnTo>
                  <a:lnTo>
                    <a:pt x="348" y="169"/>
                  </a:lnTo>
                  <a:lnTo>
                    <a:pt x="443" y="132"/>
                  </a:lnTo>
                  <a:lnTo>
                    <a:pt x="504" y="90"/>
                  </a:lnTo>
                  <a:lnTo>
                    <a:pt x="623" y="48"/>
                  </a:lnTo>
                  <a:lnTo>
                    <a:pt x="688" y="1"/>
                  </a:lnTo>
                  <a:lnTo>
                    <a:pt x="713" y="0"/>
                  </a:lnTo>
                  <a:lnTo>
                    <a:pt x="721" y="7"/>
                  </a:lnTo>
                  <a:lnTo>
                    <a:pt x="712" y="61"/>
                  </a:lnTo>
                  <a:lnTo>
                    <a:pt x="683" y="230"/>
                  </a:lnTo>
                  <a:lnTo>
                    <a:pt x="680" y="25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l1203"/>
            <p:cNvSpPr/>
            <p:nvPr/>
          </p:nvSpPr>
          <p:spPr>
            <a:xfrm>
              <a:off x="4668527" y="5618951"/>
              <a:ext cx="614" cy="1031"/>
            </a:xfrm>
            <a:custGeom>
              <a:avLst/>
              <a:pathLst>
                <a:path w="614" h="1031">
                  <a:moveTo>
                    <a:pt x="27" y="1030"/>
                  </a:moveTo>
                  <a:lnTo>
                    <a:pt x="0" y="1031"/>
                  </a:lnTo>
                  <a:lnTo>
                    <a:pt x="2" y="976"/>
                  </a:lnTo>
                  <a:lnTo>
                    <a:pt x="49" y="898"/>
                  </a:lnTo>
                  <a:lnTo>
                    <a:pt x="60" y="893"/>
                  </a:lnTo>
                  <a:lnTo>
                    <a:pt x="84" y="881"/>
                  </a:lnTo>
                  <a:lnTo>
                    <a:pt x="109" y="869"/>
                  </a:lnTo>
                  <a:lnTo>
                    <a:pt x="239" y="567"/>
                  </a:lnTo>
                  <a:lnTo>
                    <a:pt x="251" y="539"/>
                  </a:lnTo>
                  <a:lnTo>
                    <a:pt x="267" y="455"/>
                  </a:lnTo>
                  <a:lnTo>
                    <a:pt x="266" y="443"/>
                  </a:lnTo>
                  <a:lnTo>
                    <a:pt x="250" y="259"/>
                  </a:lnTo>
                  <a:lnTo>
                    <a:pt x="222" y="237"/>
                  </a:lnTo>
                  <a:lnTo>
                    <a:pt x="193" y="214"/>
                  </a:lnTo>
                  <a:lnTo>
                    <a:pt x="181" y="89"/>
                  </a:lnTo>
                  <a:lnTo>
                    <a:pt x="236" y="0"/>
                  </a:lnTo>
                  <a:lnTo>
                    <a:pt x="280" y="0"/>
                  </a:lnTo>
                  <a:lnTo>
                    <a:pt x="397" y="19"/>
                  </a:lnTo>
                  <a:lnTo>
                    <a:pt x="417" y="30"/>
                  </a:lnTo>
                  <a:lnTo>
                    <a:pt x="570" y="315"/>
                  </a:lnTo>
                  <a:lnTo>
                    <a:pt x="614" y="419"/>
                  </a:lnTo>
                  <a:lnTo>
                    <a:pt x="588" y="511"/>
                  </a:lnTo>
                  <a:lnTo>
                    <a:pt x="400" y="808"/>
                  </a:lnTo>
                  <a:lnTo>
                    <a:pt x="350" y="866"/>
                  </a:lnTo>
                  <a:lnTo>
                    <a:pt x="280" y="932"/>
                  </a:lnTo>
                  <a:lnTo>
                    <a:pt x="200" y="1003"/>
                  </a:lnTo>
                  <a:lnTo>
                    <a:pt x="173" y="1027"/>
                  </a:lnTo>
                  <a:lnTo>
                    <a:pt x="27" y="103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l1204"/>
            <p:cNvSpPr/>
            <p:nvPr/>
          </p:nvSpPr>
          <p:spPr>
            <a:xfrm>
              <a:off x="4675053" y="5619459"/>
              <a:ext cx="797" cy="796"/>
            </a:xfrm>
            <a:custGeom>
              <a:avLst/>
              <a:pathLst>
                <a:path w="797" h="796">
                  <a:moveTo>
                    <a:pt x="511" y="796"/>
                  </a:moveTo>
                  <a:lnTo>
                    <a:pt x="35" y="773"/>
                  </a:lnTo>
                  <a:lnTo>
                    <a:pt x="20" y="746"/>
                  </a:lnTo>
                  <a:lnTo>
                    <a:pt x="0" y="650"/>
                  </a:lnTo>
                  <a:lnTo>
                    <a:pt x="37" y="590"/>
                  </a:lnTo>
                  <a:lnTo>
                    <a:pt x="153" y="512"/>
                  </a:lnTo>
                  <a:lnTo>
                    <a:pt x="196" y="469"/>
                  </a:lnTo>
                  <a:lnTo>
                    <a:pt x="224" y="412"/>
                  </a:lnTo>
                  <a:lnTo>
                    <a:pt x="220" y="319"/>
                  </a:lnTo>
                  <a:lnTo>
                    <a:pt x="355" y="48"/>
                  </a:lnTo>
                  <a:lnTo>
                    <a:pt x="441" y="0"/>
                  </a:lnTo>
                  <a:lnTo>
                    <a:pt x="456" y="0"/>
                  </a:lnTo>
                  <a:lnTo>
                    <a:pt x="719" y="356"/>
                  </a:lnTo>
                  <a:lnTo>
                    <a:pt x="797" y="535"/>
                  </a:lnTo>
                  <a:lnTo>
                    <a:pt x="511" y="79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l1205"/>
            <p:cNvSpPr/>
            <p:nvPr/>
          </p:nvSpPr>
          <p:spPr>
            <a:xfrm>
              <a:off x="4658973" y="5616081"/>
              <a:ext cx="504" cy="476"/>
            </a:xfrm>
            <a:custGeom>
              <a:avLst/>
              <a:pathLst>
                <a:path w="504" h="476">
                  <a:moveTo>
                    <a:pt x="371" y="469"/>
                  </a:moveTo>
                  <a:lnTo>
                    <a:pt x="39" y="476"/>
                  </a:lnTo>
                  <a:lnTo>
                    <a:pt x="0" y="411"/>
                  </a:lnTo>
                  <a:lnTo>
                    <a:pt x="7" y="357"/>
                  </a:lnTo>
                  <a:lnTo>
                    <a:pt x="117" y="74"/>
                  </a:lnTo>
                  <a:lnTo>
                    <a:pt x="132" y="51"/>
                  </a:lnTo>
                  <a:lnTo>
                    <a:pt x="210" y="5"/>
                  </a:lnTo>
                  <a:lnTo>
                    <a:pt x="267" y="0"/>
                  </a:lnTo>
                  <a:lnTo>
                    <a:pt x="455" y="199"/>
                  </a:lnTo>
                  <a:lnTo>
                    <a:pt x="504" y="304"/>
                  </a:lnTo>
                  <a:lnTo>
                    <a:pt x="498" y="327"/>
                  </a:lnTo>
                  <a:lnTo>
                    <a:pt x="371" y="46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l1206"/>
            <p:cNvSpPr/>
            <p:nvPr/>
          </p:nvSpPr>
          <p:spPr>
            <a:xfrm>
              <a:off x="4675636" y="5618544"/>
              <a:ext cx="738" cy="515"/>
            </a:xfrm>
            <a:custGeom>
              <a:avLst/>
              <a:pathLst>
                <a:path w="738" h="515">
                  <a:moveTo>
                    <a:pt x="313" y="513"/>
                  </a:moveTo>
                  <a:lnTo>
                    <a:pt x="148" y="515"/>
                  </a:lnTo>
                  <a:lnTo>
                    <a:pt x="57" y="486"/>
                  </a:lnTo>
                  <a:lnTo>
                    <a:pt x="3" y="427"/>
                  </a:lnTo>
                  <a:lnTo>
                    <a:pt x="0" y="413"/>
                  </a:lnTo>
                  <a:lnTo>
                    <a:pt x="67" y="278"/>
                  </a:lnTo>
                  <a:lnTo>
                    <a:pt x="129" y="224"/>
                  </a:lnTo>
                  <a:lnTo>
                    <a:pt x="252" y="214"/>
                  </a:lnTo>
                  <a:lnTo>
                    <a:pt x="400" y="101"/>
                  </a:lnTo>
                  <a:lnTo>
                    <a:pt x="421" y="19"/>
                  </a:lnTo>
                  <a:lnTo>
                    <a:pt x="477" y="0"/>
                  </a:lnTo>
                  <a:lnTo>
                    <a:pt x="569" y="35"/>
                  </a:lnTo>
                  <a:lnTo>
                    <a:pt x="738" y="314"/>
                  </a:lnTo>
                  <a:lnTo>
                    <a:pt x="658" y="460"/>
                  </a:lnTo>
                  <a:lnTo>
                    <a:pt x="313" y="51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l1207"/>
            <p:cNvSpPr/>
            <p:nvPr/>
          </p:nvSpPr>
          <p:spPr>
            <a:xfrm>
              <a:off x="4657246" y="5614893"/>
              <a:ext cx="2758" cy="1445"/>
            </a:xfrm>
            <a:custGeom>
              <a:avLst/>
              <a:pathLst>
                <a:path w="2758" h="1445">
                  <a:moveTo>
                    <a:pt x="2480" y="870"/>
                  </a:moveTo>
                  <a:lnTo>
                    <a:pt x="2331" y="912"/>
                  </a:lnTo>
                  <a:lnTo>
                    <a:pt x="2325" y="890"/>
                  </a:lnTo>
                  <a:lnTo>
                    <a:pt x="2261" y="858"/>
                  </a:lnTo>
                  <a:lnTo>
                    <a:pt x="1920" y="857"/>
                  </a:lnTo>
                  <a:lnTo>
                    <a:pt x="1345" y="1165"/>
                  </a:lnTo>
                  <a:lnTo>
                    <a:pt x="784" y="1443"/>
                  </a:lnTo>
                  <a:lnTo>
                    <a:pt x="736" y="1445"/>
                  </a:lnTo>
                  <a:lnTo>
                    <a:pt x="598" y="1167"/>
                  </a:lnTo>
                  <a:lnTo>
                    <a:pt x="378" y="1172"/>
                  </a:lnTo>
                  <a:lnTo>
                    <a:pt x="188" y="1073"/>
                  </a:lnTo>
                  <a:lnTo>
                    <a:pt x="107" y="1003"/>
                  </a:lnTo>
                  <a:lnTo>
                    <a:pt x="0" y="550"/>
                  </a:lnTo>
                  <a:lnTo>
                    <a:pt x="7" y="501"/>
                  </a:lnTo>
                  <a:lnTo>
                    <a:pt x="29" y="473"/>
                  </a:lnTo>
                  <a:lnTo>
                    <a:pt x="528" y="287"/>
                  </a:lnTo>
                  <a:lnTo>
                    <a:pt x="1686" y="0"/>
                  </a:lnTo>
                  <a:lnTo>
                    <a:pt x="1890" y="30"/>
                  </a:lnTo>
                  <a:lnTo>
                    <a:pt x="2432" y="179"/>
                  </a:lnTo>
                  <a:lnTo>
                    <a:pt x="2683" y="347"/>
                  </a:lnTo>
                  <a:lnTo>
                    <a:pt x="2758" y="433"/>
                  </a:lnTo>
                  <a:lnTo>
                    <a:pt x="2480" y="87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l1208"/>
            <p:cNvSpPr/>
            <p:nvPr/>
          </p:nvSpPr>
          <p:spPr>
            <a:xfrm>
              <a:off x="4674226" y="5616196"/>
              <a:ext cx="2393" cy="2766"/>
            </a:xfrm>
            <a:custGeom>
              <a:avLst/>
              <a:pathLst>
                <a:path w="2393" h="2766">
                  <a:moveTo>
                    <a:pt x="2032" y="1584"/>
                  </a:moveTo>
                  <a:lnTo>
                    <a:pt x="1760" y="1747"/>
                  </a:lnTo>
                  <a:lnTo>
                    <a:pt x="1613" y="1777"/>
                  </a:lnTo>
                  <a:lnTo>
                    <a:pt x="1599" y="1678"/>
                  </a:lnTo>
                  <a:lnTo>
                    <a:pt x="1579" y="1663"/>
                  </a:lnTo>
                  <a:lnTo>
                    <a:pt x="1530" y="1658"/>
                  </a:lnTo>
                  <a:lnTo>
                    <a:pt x="1484" y="1668"/>
                  </a:lnTo>
                  <a:lnTo>
                    <a:pt x="1435" y="1687"/>
                  </a:lnTo>
                  <a:lnTo>
                    <a:pt x="1418" y="1702"/>
                  </a:lnTo>
                  <a:lnTo>
                    <a:pt x="1320" y="1945"/>
                  </a:lnTo>
                  <a:lnTo>
                    <a:pt x="1302" y="2073"/>
                  </a:lnTo>
                  <a:lnTo>
                    <a:pt x="1341" y="2219"/>
                  </a:lnTo>
                  <a:lnTo>
                    <a:pt x="1367" y="2269"/>
                  </a:lnTo>
                  <a:lnTo>
                    <a:pt x="1261" y="2400"/>
                  </a:lnTo>
                  <a:lnTo>
                    <a:pt x="960" y="2654"/>
                  </a:lnTo>
                  <a:lnTo>
                    <a:pt x="772" y="2760"/>
                  </a:lnTo>
                  <a:lnTo>
                    <a:pt x="734" y="2766"/>
                  </a:lnTo>
                  <a:lnTo>
                    <a:pt x="661" y="2725"/>
                  </a:lnTo>
                  <a:lnTo>
                    <a:pt x="294" y="2383"/>
                  </a:lnTo>
                  <a:lnTo>
                    <a:pt x="10" y="2065"/>
                  </a:lnTo>
                  <a:lnTo>
                    <a:pt x="0" y="2026"/>
                  </a:lnTo>
                  <a:lnTo>
                    <a:pt x="28" y="1924"/>
                  </a:lnTo>
                  <a:lnTo>
                    <a:pt x="421" y="1573"/>
                  </a:lnTo>
                  <a:lnTo>
                    <a:pt x="468" y="1551"/>
                  </a:lnTo>
                  <a:lnTo>
                    <a:pt x="549" y="1546"/>
                  </a:lnTo>
                  <a:lnTo>
                    <a:pt x="565" y="1554"/>
                  </a:lnTo>
                  <a:lnTo>
                    <a:pt x="597" y="1600"/>
                  </a:lnTo>
                  <a:lnTo>
                    <a:pt x="963" y="1390"/>
                  </a:lnTo>
                  <a:lnTo>
                    <a:pt x="991" y="1348"/>
                  </a:lnTo>
                  <a:lnTo>
                    <a:pt x="1041" y="1113"/>
                  </a:lnTo>
                  <a:lnTo>
                    <a:pt x="1159" y="730"/>
                  </a:lnTo>
                  <a:lnTo>
                    <a:pt x="1212" y="659"/>
                  </a:lnTo>
                  <a:lnTo>
                    <a:pt x="1261" y="632"/>
                  </a:lnTo>
                  <a:lnTo>
                    <a:pt x="1342" y="609"/>
                  </a:lnTo>
                  <a:lnTo>
                    <a:pt x="1583" y="318"/>
                  </a:lnTo>
                  <a:lnTo>
                    <a:pt x="1585" y="300"/>
                  </a:lnTo>
                  <a:lnTo>
                    <a:pt x="1560" y="275"/>
                  </a:lnTo>
                  <a:lnTo>
                    <a:pt x="1575" y="215"/>
                  </a:lnTo>
                  <a:lnTo>
                    <a:pt x="1622" y="115"/>
                  </a:lnTo>
                  <a:lnTo>
                    <a:pt x="1659" y="77"/>
                  </a:lnTo>
                  <a:lnTo>
                    <a:pt x="1819" y="0"/>
                  </a:lnTo>
                  <a:lnTo>
                    <a:pt x="2118" y="51"/>
                  </a:lnTo>
                  <a:lnTo>
                    <a:pt x="2352" y="301"/>
                  </a:lnTo>
                  <a:lnTo>
                    <a:pt x="2379" y="374"/>
                  </a:lnTo>
                  <a:lnTo>
                    <a:pt x="2393" y="631"/>
                  </a:lnTo>
                  <a:lnTo>
                    <a:pt x="2355" y="908"/>
                  </a:lnTo>
                  <a:lnTo>
                    <a:pt x="2171" y="1377"/>
                  </a:lnTo>
                  <a:lnTo>
                    <a:pt x="2095" y="1525"/>
                  </a:lnTo>
                  <a:lnTo>
                    <a:pt x="2032" y="158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l1209"/>
            <p:cNvSpPr/>
            <p:nvPr/>
          </p:nvSpPr>
          <p:spPr>
            <a:xfrm>
              <a:off x="4664704" y="5613837"/>
              <a:ext cx="549" cy="387"/>
            </a:xfrm>
            <a:custGeom>
              <a:avLst/>
              <a:pathLst>
                <a:path w="549" h="387">
                  <a:moveTo>
                    <a:pt x="429" y="14"/>
                  </a:moveTo>
                  <a:lnTo>
                    <a:pt x="549" y="206"/>
                  </a:lnTo>
                  <a:lnTo>
                    <a:pt x="542" y="290"/>
                  </a:lnTo>
                  <a:lnTo>
                    <a:pt x="500" y="355"/>
                  </a:lnTo>
                  <a:lnTo>
                    <a:pt x="350" y="387"/>
                  </a:lnTo>
                  <a:lnTo>
                    <a:pt x="316" y="372"/>
                  </a:lnTo>
                  <a:lnTo>
                    <a:pt x="242" y="242"/>
                  </a:lnTo>
                  <a:lnTo>
                    <a:pt x="150" y="285"/>
                  </a:lnTo>
                  <a:lnTo>
                    <a:pt x="36" y="214"/>
                  </a:lnTo>
                  <a:lnTo>
                    <a:pt x="0" y="16"/>
                  </a:lnTo>
                  <a:lnTo>
                    <a:pt x="39" y="0"/>
                  </a:lnTo>
                  <a:lnTo>
                    <a:pt x="89" y="85"/>
                  </a:lnTo>
                  <a:lnTo>
                    <a:pt x="180" y="102"/>
                  </a:lnTo>
                  <a:lnTo>
                    <a:pt x="407" y="10"/>
                  </a:lnTo>
                  <a:lnTo>
                    <a:pt x="429" y="1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l1210"/>
            <p:cNvSpPr/>
            <p:nvPr/>
          </p:nvSpPr>
          <p:spPr>
            <a:xfrm>
              <a:off x="4652340" y="5612216"/>
              <a:ext cx="4902" cy="2376"/>
            </a:xfrm>
            <a:custGeom>
              <a:avLst/>
              <a:pathLst>
                <a:path w="4902" h="2376">
                  <a:moveTo>
                    <a:pt x="4679" y="818"/>
                  </a:moveTo>
                  <a:lnTo>
                    <a:pt x="4403" y="1055"/>
                  </a:lnTo>
                  <a:lnTo>
                    <a:pt x="4100" y="1121"/>
                  </a:lnTo>
                  <a:lnTo>
                    <a:pt x="3918" y="1117"/>
                  </a:lnTo>
                  <a:lnTo>
                    <a:pt x="3814" y="1083"/>
                  </a:lnTo>
                  <a:lnTo>
                    <a:pt x="3619" y="1196"/>
                  </a:lnTo>
                  <a:lnTo>
                    <a:pt x="3358" y="1374"/>
                  </a:lnTo>
                  <a:lnTo>
                    <a:pt x="3140" y="1642"/>
                  </a:lnTo>
                  <a:lnTo>
                    <a:pt x="3113" y="1868"/>
                  </a:lnTo>
                  <a:lnTo>
                    <a:pt x="3020" y="1992"/>
                  </a:lnTo>
                  <a:lnTo>
                    <a:pt x="2665" y="2151"/>
                  </a:lnTo>
                  <a:lnTo>
                    <a:pt x="1716" y="2340"/>
                  </a:lnTo>
                  <a:lnTo>
                    <a:pt x="1639" y="2340"/>
                  </a:lnTo>
                  <a:lnTo>
                    <a:pt x="1501" y="2300"/>
                  </a:lnTo>
                  <a:lnTo>
                    <a:pt x="877" y="2328"/>
                  </a:lnTo>
                  <a:lnTo>
                    <a:pt x="618" y="2376"/>
                  </a:lnTo>
                  <a:lnTo>
                    <a:pt x="563" y="2326"/>
                  </a:lnTo>
                  <a:lnTo>
                    <a:pt x="469" y="2238"/>
                  </a:lnTo>
                  <a:lnTo>
                    <a:pt x="319" y="2016"/>
                  </a:lnTo>
                  <a:lnTo>
                    <a:pt x="188" y="1742"/>
                  </a:lnTo>
                  <a:lnTo>
                    <a:pt x="109" y="1494"/>
                  </a:lnTo>
                  <a:lnTo>
                    <a:pt x="65" y="1287"/>
                  </a:lnTo>
                  <a:lnTo>
                    <a:pt x="2" y="1063"/>
                  </a:lnTo>
                  <a:lnTo>
                    <a:pt x="0" y="1006"/>
                  </a:lnTo>
                  <a:lnTo>
                    <a:pt x="44" y="933"/>
                  </a:lnTo>
                  <a:lnTo>
                    <a:pt x="216" y="767"/>
                  </a:lnTo>
                  <a:lnTo>
                    <a:pt x="301" y="705"/>
                  </a:lnTo>
                  <a:lnTo>
                    <a:pt x="432" y="547"/>
                  </a:lnTo>
                  <a:lnTo>
                    <a:pt x="728" y="353"/>
                  </a:lnTo>
                  <a:lnTo>
                    <a:pt x="915" y="310"/>
                  </a:lnTo>
                  <a:lnTo>
                    <a:pt x="1452" y="434"/>
                  </a:lnTo>
                  <a:lnTo>
                    <a:pt x="1460" y="435"/>
                  </a:lnTo>
                  <a:lnTo>
                    <a:pt x="1468" y="437"/>
                  </a:lnTo>
                  <a:lnTo>
                    <a:pt x="2388" y="693"/>
                  </a:lnTo>
                  <a:lnTo>
                    <a:pt x="3159" y="610"/>
                  </a:lnTo>
                  <a:lnTo>
                    <a:pt x="3509" y="536"/>
                  </a:lnTo>
                  <a:lnTo>
                    <a:pt x="3764" y="293"/>
                  </a:lnTo>
                  <a:lnTo>
                    <a:pt x="3799" y="241"/>
                  </a:lnTo>
                  <a:lnTo>
                    <a:pt x="3797" y="149"/>
                  </a:lnTo>
                  <a:lnTo>
                    <a:pt x="3879" y="112"/>
                  </a:lnTo>
                  <a:lnTo>
                    <a:pt x="4284" y="0"/>
                  </a:lnTo>
                  <a:lnTo>
                    <a:pt x="4628" y="61"/>
                  </a:lnTo>
                  <a:lnTo>
                    <a:pt x="4823" y="239"/>
                  </a:lnTo>
                  <a:lnTo>
                    <a:pt x="4902" y="452"/>
                  </a:lnTo>
                  <a:lnTo>
                    <a:pt x="4679" y="81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l1211"/>
            <p:cNvSpPr/>
            <p:nvPr/>
          </p:nvSpPr>
          <p:spPr>
            <a:xfrm>
              <a:off x="4659013" y="5611880"/>
              <a:ext cx="1391" cy="966"/>
            </a:xfrm>
            <a:custGeom>
              <a:avLst/>
              <a:pathLst>
                <a:path w="1391" h="966">
                  <a:moveTo>
                    <a:pt x="1391" y="525"/>
                  </a:moveTo>
                  <a:lnTo>
                    <a:pt x="1347" y="637"/>
                  </a:lnTo>
                  <a:lnTo>
                    <a:pt x="1088" y="828"/>
                  </a:lnTo>
                  <a:lnTo>
                    <a:pt x="864" y="966"/>
                  </a:lnTo>
                  <a:lnTo>
                    <a:pt x="787" y="962"/>
                  </a:lnTo>
                  <a:lnTo>
                    <a:pt x="864" y="803"/>
                  </a:lnTo>
                  <a:lnTo>
                    <a:pt x="834" y="639"/>
                  </a:lnTo>
                  <a:lnTo>
                    <a:pt x="664" y="465"/>
                  </a:lnTo>
                  <a:lnTo>
                    <a:pt x="580" y="460"/>
                  </a:lnTo>
                  <a:lnTo>
                    <a:pt x="478" y="513"/>
                  </a:lnTo>
                  <a:lnTo>
                    <a:pt x="441" y="511"/>
                  </a:lnTo>
                  <a:lnTo>
                    <a:pt x="207" y="393"/>
                  </a:lnTo>
                  <a:lnTo>
                    <a:pt x="0" y="178"/>
                  </a:lnTo>
                  <a:lnTo>
                    <a:pt x="24" y="29"/>
                  </a:lnTo>
                  <a:lnTo>
                    <a:pt x="265" y="0"/>
                  </a:lnTo>
                  <a:lnTo>
                    <a:pt x="394" y="27"/>
                  </a:lnTo>
                  <a:lnTo>
                    <a:pt x="1226" y="374"/>
                  </a:lnTo>
                  <a:lnTo>
                    <a:pt x="1391" y="52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l1212"/>
            <p:cNvSpPr/>
            <p:nvPr/>
          </p:nvSpPr>
          <p:spPr>
            <a:xfrm>
              <a:off x="4658029" y="5611612"/>
              <a:ext cx="702" cy="654"/>
            </a:xfrm>
            <a:custGeom>
              <a:avLst/>
              <a:pathLst>
                <a:path w="702" h="654">
                  <a:moveTo>
                    <a:pt x="63" y="652"/>
                  </a:moveTo>
                  <a:lnTo>
                    <a:pt x="31" y="654"/>
                  </a:lnTo>
                  <a:lnTo>
                    <a:pt x="0" y="633"/>
                  </a:lnTo>
                  <a:lnTo>
                    <a:pt x="16" y="362"/>
                  </a:lnTo>
                  <a:lnTo>
                    <a:pt x="75" y="218"/>
                  </a:lnTo>
                  <a:lnTo>
                    <a:pt x="276" y="45"/>
                  </a:lnTo>
                  <a:lnTo>
                    <a:pt x="369" y="0"/>
                  </a:lnTo>
                  <a:lnTo>
                    <a:pt x="604" y="44"/>
                  </a:lnTo>
                  <a:lnTo>
                    <a:pt x="702" y="271"/>
                  </a:lnTo>
                  <a:lnTo>
                    <a:pt x="665" y="329"/>
                  </a:lnTo>
                  <a:lnTo>
                    <a:pt x="594" y="377"/>
                  </a:lnTo>
                  <a:lnTo>
                    <a:pt x="344" y="510"/>
                  </a:lnTo>
                  <a:lnTo>
                    <a:pt x="330" y="528"/>
                  </a:lnTo>
                  <a:lnTo>
                    <a:pt x="63" y="65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l1213"/>
            <p:cNvSpPr/>
            <p:nvPr/>
          </p:nvSpPr>
          <p:spPr>
            <a:xfrm>
              <a:off x="4651046" y="5609429"/>
              <a:ext cx="1590" cy="1490"/>
            </a:xfrm>
            <a:custGeom>
              <a:avLst/>
              <a:pathLst>
                <a:path w="1590" h="1490">
                  <a:moveTo>
                    <a:pt x="1590" y="455"/>
                  </a:moveTo>
                  <a:lnTo>
                    <a:pt x="1440" y="655"/>
                  </a:lnTo>
                  <a:lnTo>
                    <a:pt x="1364" y="649"/>
                  </a:lnTo>
                  <a:lnTo>
                    <a:pt x="1250" y="597"/>
                  </a:lnTo>
                  <a:lnTo>
                    <a:pt x="677" y="725"/>
                  </a:lnTo>
                  <a:lnTo>
                    <a:pt x="615" y="799"/>
                  </a:lnTo>
                  <a:lnTo>
                    <a:pt x="607" y="848"/>
                  </a:lnTo>
                  <a:lnTo>
                    <a:pt x="685" y="816"/>
                  </a:lnTo>
                  <a:lnTo>
                    <a:pt x="931" y="763"/>
                  </a:lnTo>
                  <a:lnTo>
                    <a:pt x="1271" y="718"/>
                  </a:lnTo>
                  <a:lnTo>
                    <a:pt x="1332" y="729"/>
                  </a:lnTo>
                  <a:lnTo>
                    <a:pt x="1432" y="947"/>
                  </a:lnTo>
                  <a:lnTo>
                    <a:pt x="1324" y="1410"/>
                  </a:lnTo>
                  <a:lnTo>
                    <a:pt x="1265" y="1470"/>
                  </a:lnTo>
                  <a:lnTo>
                    <a:pt x="1169" y="1490"/>
                  </a:lnTo>
                  <a:lnTo>
                    <a:pt x="734" y="1405"/>
                  </a:lnTo>
                  <a:lnTo>
                    <a:pt x="711" y="1351"/>
                  </a:lnTo>
                  <a:lnTo>
                    <a:pt x="690" y="1135"/>
                  </a:lnTo>
                  <a:lnTo>
                    <a:pt x="644" y="1105"/>
                  </a:lnTo>
                  <a:lnTo>
                    <a:pt x="559" y="1049"/>
                  </a:lnTo>
                  <a:lnTo>
                    <a:pt x="538" y="1076"/>
                  </a:lnTo>
                  <a:lnTo>
                    <a:pt x="464" y="1086"/>
                  </a:lnTo>
                  <a:lnTo>
                    <a:pt x="460" y="1093"/>
                  </a:lnTo>
                  <a:lnTo>
                    <a:pt x="391" y="1150"/>
                  </a:lnTo>
                  <a:lnTo>
                    <a:pt x="342" y="1172"/>
                  </a:lnTo>
                  <a:lnTo>
                    <a:pt x="325" y="1165"/>
                  </a:lnTo>
                  <a:lnTo>
                    <a:pt x="284" y="1022"/>
                  </a:lnTo>
                  <a:lnTo>
                    <a:pt x="223" y="885"/>
                  </a:lnTo>
                  <a:lnTo>
                    <a:pt x="208" y="862"/>
                  </a:lnTo>
                  <a:lnTo>
                    <a:pt x="159" y="861"/>
                  </a:lnTo>
                  <a:lnTo>
                    <a:pt x="145" y="872"/>
                  </a:lnTo>
                  <a:lnTo>
                    <a:pt x="156" y="941"/>
                  </a:lnTo>
                  <a:lnTo>
                    <a:pt x="192" y="1003"/>
                  </a:lnTo>
                  <a:lnTo>
                    <a:pt x="280" y="1283"/>
                  </a:lnTo>
                  <a:lnTo>
                    <a:pt x="274" y="1348"/>
                  </a:lnTo>
                  <a:lnTo>
                    <a:pt x="202" y="1448"/>
                  </a:lnTo>
                  <a:lnTo>
                    <a:pt x="157" y="1470"/>
                  </a:lnTo>
                  <a:lnTo>
                    <a:pt x="108" y="1393"/>
                  </a:lnTo>
                  <a:lnTo>
                    <a:pt x="42" y="1195"/>
                  </a:lnTo>
                  <a:lnTo>
                    <a:pt x="0" y="957"/>
                  </a:lnTo>
                  <a:lnTo>
                    <a:pt x="11" y="899"/>
                  </a:lnTo>
                  <a:lnTo>
                    <a:pt x="118" y="770"/>
                  </a:lnTo>
                  <a:lnTo>
                    <a:pt x="128" y="694"/>
                  </a:lnTo>
                  <a:lnTo>
                    <a:pt x="205" y="700"/>
                  </a:lnTo>
                  <a:lnTo>
                    <a:pt x="257" y="526"/>
                  </a:lnTo>
                  <a:lnTo>
                    <a:pt x="465" y="320"/>
                  </a:lnTo>
                  <a:lnTo>
                    <a:pt x="882" y="35"/>
                  </a:lnTo>
                  <a:lnTo>
                    <a:pt x="970" y="0"/>
                  </a:lnTo>
                  <a:lnTo>
                    <a:pt x="1233" y="181"/>
                  </a:lnTo>
                  <a:lnTo>
                    <a:pt x="1588" y="426"/>
                  </a:lnTo>
                  <a:lnTo>
                    <a:pt x="1590" y="45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l1214"/>
            <p:cNvSpPr/>
            <p:nvPr/>
          </p:nvSpPr>
          <p:spPr>
            <a:xfrm>
              <a:off x="4664190" y="5611361"/>
              <a:ext cx="2113" cy="1749"/>
            </a:xfrm>
            <a:custGeom>
              <a:avLst/>
              <a:pathLst>
                <a:path w="2113" h="1749">
                  <a:moveTo>
                    <a:pt x="1747" y="25"/>
                  </a:moveTo>
                  <a:lnTo>
                    <a:pt x="1910" y="95"/>
                  </a:lnTo>
                  <a:lnTo>
                    <a:pt x="1961" y="88"/>
                  </a:lnTo>
                  <a:lnTo>
                    <a:pt x="2022" y="89"/>
                  </a:lnTo>
                  <a:lnTo>
                    <a:pt x="2078" y="137"/>
                  </a:lnTo>
                  <a:lnTo>
                    <a:pt x="2113" y="211"/>
                  </a:lnTo>
                  <a:lnTo>
                    <a:pt x="2106" y="220"/>
                  </a:lnTo>
                  <a:lnTo>
                    <a:pt x="1987" y="282"/>
                  </a:lnTo>
                  <a:lnTo>
                    <a:pt x="1925" y="340"/>
                  </a:lnTo>
                  <a:lnTo>
                    <a:pt x="1869" y="412"/>
                  </a:lnTo>
                  <a:lnTo>
                    <a:pt x="1774" y="610"/>
                  </a:lnTo>
                  <a:lnTo>
                    <a:pt x="1650" y="752"/>
                  </a:lnTo>
                  <a:lnTo>
                    <a:pt x="1574" y="788"/>
                  </a:lnTo>
                  <a:lnTo>
                    <a:pt x="1497" y="869"/>
                  </a:lnTo>
                  <a:lnTo>
                    <a:pt x="1450" y="1044"/>
                  </a:lnTo>
                  <a:lnTo>
                    <a:pt x="1450" y="1074"/>
                  </a:lnTo>
                  <a:lnTo>
                    <a:pt x="1446" y="1078"/>
                  </a:lnTo>
                  <a:lnTo>
                    <a:pt x="1442" y="1149"/>
                  </a:lnTo>
                  <a:lnTo>
                    <a:pt x="1457" y="1222"/>
                  </a:lnTo>
                  <a:lnTo>
                    <a:pt x="1513" y="1260"/>
                  </a:lnTo>
                  <a:lnTo>
                    <a:pt x="1570" y="1276"/>
                  </a:lnTo>
                  <a:lnTo>
                    <a:pt x="1773" y="1467"/>
                  </a:lnTo>
                  <a:lnTo>
                    <a:pt x="1872" y="1622"/>
                  </a:lnTo>
                  <a:lnTo>
                    <a:pt x="1899" y="1734"/>
                  </a:lnTo>
                  <a:lnTo>
                    <a:pt x="1877" y="1749"/>
                  </a:lnTo>
                  <a:lnTo>
                    <a:pt x="1528" y="1622"/>
                  </a:lnTo>
                  <a:lnTo>
                    <a:pt x="1457" y="1435"/>
                  </a:lnTo>
                  <a:lnTo>
                    <a:pt x="1380" y="1369"/>
                  </a:lnTo>
                  <a:lnTo>
                    <a:pt x="1298" y="1348"/>
                  </a:lnTo>
                  <a:lnTo>
                    <a:pt x="1226" y="1382"/>
                  </a:lnTo>
                  <a:lnTo>
                    <a:pt x="1205" y="1455"/>
                  </a:lnTo>
                  <a:lnTo>
                    <a:pt x="1169" y="1505"/>
                  </a:lnTo>
                  <a:lnTo>
                    <a:pt x="1117" y="1540"/>
                  </a:lnTo>
                  <a:lnTo>
                    <a:pt x="1051" y="1538"/>
                  </a:lnTo>
                  <a:lnTo>
                    <a:pt x="996" y="1526"/>
                  </a:lnTo>
                  <a:lnTo>
                    <a:pt x="982" y="1522"/>
                  </a:lnTo>
                  <a:lnTo>
                    <a:pt x="977" y="1520"/>
                  </a:lnTo>
                  <a:lnTo>
                    <a:pt x="970" y="1489"/>
                  </a:lnTo>
                  <a:lnTo>
                    <a:pt x="960" y="1445"/>
                  </a:lnTo>
                  <a:lnTo>
                    <a:pt x="1014" y="1371"/>
                  </a:lnTo>
                  <a:lnTo>
                    <a:pt x="1011" y="1354"/>
                  </a:lnTo>
                  <a:lnTo>
                    <a:pt x="1008" y="1342"/>
                  </a:lnTo>
                  <a:lnTo>
                    <a:pt x="1007" y="1331"/>
                  </a:lnTo>
                  <a:lnTo>
                    <a:pt x="1011" y="1319"/>
                  </a:lnTo>
                  <a:lnTo>
                    <a:pt x="976" y="1120"/>
                  </a:lnTo>
                  <a:lnTo>
                    <a:pt x="970" y="1083"/>
                  </a:lnTo>
                  <a:lnTo>
                    <a:pt x="967" y="1062"/>
                  </a:lnTo>
                  <a:lnTo>
                    <a:pt x="955" y="1064"/>
                  </a:lnTo>
                  <a:lnTo>
                    <a:pt x="949" y="1062"/>
                  </a:lnTo>
                  <a:lnTo>
                    <a:pt x="949" y="1054"/>
                  </a:lnTo>
                  <a:lnTo>
                    <a:pt x="956" y="1047"/>
                  </a:lnTo>
                  <a:lnTo>
                    <a:pt x="964" y="1041"/>
                  </a:lnTo>
                  <a:lnTo>
                    <a:pt x="967" y="1034"/>
                  </a:lnTo>
                  <a:lnTo>
                    <a:pt x="971" y="1028"/>
                  </a:lnTo>
                  <a:lnTo>
                    <a:pt x="973" y="1014"/>
                  </a:lnTo>
                  <a:lnTo>
                    <a:pt x="974" y="1000"/>
                  </a:lnTo>
                  <a:lnTo>
                    <a:pt x="973" y="991"/>
                  </a:lnTo>
                  <a:lnTo>
                    <a:pt x="969" y="982"/>
                  </a:lnTo>
                  <a:lnTo>
                    <a:pt x="964" y="976"/>
                  </a:lnTo>
                  <a:lnTo>
                    <a:pt x="959" y="971"/>
                  </a:lnTo>
                  <a:lnTo>
                    <a:pt x="954" y="964"/>
                  </a:lnTo>
                  <a:lnTo>
                    <a:pt x="913" y="925"/>
                  </a:lnTo>
                  <a:lnTo>
                    <a:pt x="900" y="917"/>
                  </a:lnTo>
                  <a:lnTo>
                    <a:pt x="890" y="913"/>
                  </a:lnTo>
                  <a:lnTo>
                    <a:pt x="881" y="911"/>
                  </a:lnTo>
                  <a:lnTo>
                    <a:pt x="873" y="912"/>
                  </a:lnTo>
                  <a:lnTo>
                    <a:pt x="819" y="902"/>
                  </a:lnTo>
                  <a:lnTo>
                    <a:pt x="700" y="954"/>
                  </a:lnTo>
                  <a:lnTo>
                    <a:pt x="465" y="983"/>
                  </a:lnTo>
                  <a:lnTo>
                    <a:pt x="123" y="713"/>
                  </a:lnTo>
                  <a:lnTo>
                    <a:pt x="0" y="512"/>
                  </a:lnTo>
                  <a:lnTo>
                    <a:pt x="11" y="287"/>
                  </a:lnTo>
                  <a:lnTo>
                    <a:pt x="86" y="188"/>
                  </a:lnTo>
                  <a:lnTo>
                    <a:pt x="541" y="102"/>
                  </a:lnTo>
                  <a:lnTo>
                    <a:pt x="655" y="200"/>
                  </a:lnTo>
                  <a:lnTo>
                    <a:pt x="1224" y="208"/>
                  </a:lnTo>
                  <a:lnTo>
                    <a:pt x="1408" y="177"/>
                  </a:lnTo>
                  <a:lnTo>
                    <a:pt x="1499" y="111"/>
                  </a:lnTo>
                  <a:lnTo>
                    <a:pt x="1529" y="39"/>
                  </a:lnTo>
                  <a:lnTo>
                    <a:pt x="1635" y="0"/>
                  </a:lnTo>
                  <a:lnTo>
                    <a:pt x="1747" y="2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l1215"/>
            <p:cNvSpPr/>
            <p:nvPr/>
          </p:nvSpPr>
          <p:spPr>
            <a:xfrm>
              <a:off x="4651533" y="5608767"/>
              <a:ext cx="691" cy="480"/>
            </a:xfrm>
            <a:custGeom>
              <a:avLst/>
              <a:pathLst>
                <a:path w="691" h="480">
                  <a:moveTo>
                    <a:pt x="138" y="140"/>
                  </a:moveTo>
                  <a:lnTo>
                    <a:pt x="150" y="159"/>
                  </a:lnTo>
                  <a:lnTo>
                    <a:pt x="171" y="159"/>
                  </a:lnTo>
                  <a:lnTo>
                    <a:pt x="227" y="135"/>
                  </a:lnTo>
                  <a:lnTo>
                    <a:pt x="271" y="112"/>
                  </a:lnTo>
                  <a:lnTo>
                    <a:pt x="291" y="92"/>
                  </a:lnTo>
                  <a:lnTo>
                    <a:pt x="304" y="76"/>
                  </a:lnTo>
                  <a:lnTo>
                    <a:pt x="315" y="71"/>
                  </a:lnTo>
                  <a:lnTo>
                    <a:pt x="333" y="75"/>
                  </a:lnTo>
                  <a:lnTo>
                    <a:pt x="358" y="96"/>
                  </a:lnTo>
                  <a:lnTo>
                    <a:pt x="407" y="114"/>
                  </a:lnTo>
                  <a:lnTo>
                    <a:pt x="447" y="122"/>
                  </a:lnTo>
                  <a:lnTo>
                    <a:pt x="492" y="136"/>
                  </a:lnTo>
                  <a:lnTo>
                    <a:pt x="530" y="132"/>
                  </a:lnTo>
                  <a:lnTo>
                    <a:pt x="601" y="117"/>
                  </a:lnTo>
                  <a:lnTo>
                    <a:pt x="638" y="108"/>
                  </a:lnTo>
                  <a:lnTo>
                    <a:pt x="668" y="101"/>
                  </a:lnTo>
                  <a:lnTo>
                    <a:pt x="691" y="108"/>
                  </a:lnTo>
                  <a:lnTo>
                    <a:pt x="691" y="121"/>
                  </a:lnTo>
                  <a:lnTo>
                    <a:pt x="686" y="140"/>
                  </a:lnTo>
                  <a:lnTo>
                    <a:pt x="667" y="150"/>
                  </a:lnTo>
                  <a:lnTo>
                    <a:pt x="553" y="217"/>
                  </a:lnTo>
                  <a:lnTo>
                    <a:pt x="545" y="239"/>
                  </a:lnTo>
                  <a:lnTo>
                    <a:pt x="546" y="253"/>
                  </a:lnTo>
                  <a:lnTo>
                    <a:pt x="558" y="270"/>
                  </a:lnTo>
                  <a:lnTo>
                    <a:pt x="563" y="277"/>
                  </a:lnTo>
                  <a:lnTo>
                    <a:pt x="568" y="284"/>
                  </a:lnTo>
                  <a:lnTo>
                    <a:pt x="570" y="307"/>
                  </a:lnTo>
                  <a:lnTo>
                    <a:pt x="566" y="328"/>
                  </a:lnTo>
                  <a:lnTo>
                    <a:pt x="557" y="337"/>
                  </a:lnTo>
                  <a:lnTo>
                    <a:pt x="511" y="341"/>
                  </a:lnTo>
                  <a:lnTo>
                    <a:pt x="229" y="384"/>
                  </a:lnTo>
                  <a:lnTo>
                    <a:pt x="202" y="399"/>
                  </a:lnTo>
                  <a:lnTo>
                    <a:pt x="135" y="480"/>
                  </a:lnTo>
                  <a:lnTo>
                    <a:pt x="80" y="475"/>
                  </a:lnTo>
                  <a:lnTo>
                    <a:pt x="19" y="434"/>
                  </a:lnTo>
                  <a:lnTo>
                    <a:pt x="7" y="388"/>
                  </a:lnTo>
                  <a:lnTo>
                    <a:pt x="8" y="358"/>
                  </a:lnTo>
                  <a:lnTo>
                    <a:pt x="12" y="319"/>
                  </a:lnTo>
                  <a:lnTo>
                    <a:pt x="31" y="240"/>
                  </a:lnTo>
                  <a:lnTo>
                    <a:pt x="40" y="183"/>
                  </a:lnTo>
                  <a:lnTo>
                    <a:pt x="34" y="137"/>
                  </a:lnTo>
                  <a:lnTo>
                    <a:pt x="10" y="87"/>
                  </a:lnTo>
                  <a:lnTo>
                    <a:pt x="0" y="54"/>
                  </a:lnTo>
                  <a:lnTo>
                    <a:pt x="4" y="21"/>
                  </a:lnTo>
                  <a:lnTo>
                    <a:pt x="11" y="16"/>
                  </a:lnTo>
                  <a:lnTo>
                    <a:pt x="26" y="5"/>
                  </a:lnTo>
                  <a:lnTo>
                    <a:pt x="51" y="0"/>
                  </a:lnTo>
                  <a:lnTo>
                    <a:pt x="73" y="4"/>
                  </a:lnTo>
                  <a:lnTo>
                    <a:pt x="87" y="11"/>
                  </a:lnTo>
                  <a:lnTo>
                    <a:pt x="142" y="34"/>
                  </a:lnTo>
                  <a:lnTo>
                    <a:pt x="152" y="71"/>
                  </a:lnTo>
                  <a:lnTo>
                    <a:pt x="141" y="111"/>
                  </a:lnTo>
                  <a:lnTo>
                    <a:pt x="138" y="14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l1216"/>
            <p:cNvSpPr/>
            <p:nvPr/>
          </p:nvSpPr>
          <p:spPr>
            <a:xfrm>
              <a:off x="4685235" y="5613888"/>
              <a:ext cx="914" cy="621"/>
            </a:xfrm>
            <a:custGeom>
              <a:avLst/>
              <a:pathLst>
                <a:path w="914" h="621">
                  <a:moveTo>
                    <a:pt x="786" y="621"/>
                  </a:moveTo>
                  <a:lnTo>
                    <a:pt x="604" y="597"/>
                  </a:lnTo>
                  <a:lnTo>
                    <a:pt x="57" y="455"/>
                  </a:lnTo>
                  <a:lnTo>
                    <a:pt x="17" y="338"/>
                  </a:lnTo>
                  <a:lnTo>
                    <a:pt x="0" y="242"/>
                  </a:lnTo>
                  <a:lnTo>
                    <a:pt x="2" y="200"/>
                  </a:lnTo>
                  <a:lnTo>
                    <a:pt x="199" y="13"/>
                  </a:lnTo>
                  <a:lnTo>
                    <a:pt x="249" y="0"/>
                  </a:lnTo>
                  <a:lnTo>
                    <a:pt x="406" y="4"/>
                  </a:lnTo>
                  <a:lnTo>
                    <a:pt x="441" y="6"/>
                  </a:lnTo>
                  <a:lnTo>
                    <a:pt x="552" y="136"/>
                  </a:lnTo>
                  <a:lnTo>
                    <a:pt x="909" y="267"/>
                  </a:lnTo>
                  <a:lnTo>
                    <a:pt x="914" y="384"/>
                  </a:lnTo>
                  <a:lnTo>
                    <a:pt x="857" y="583"/>
                  </a:lnTo>
                  <a:lnTo>
                    <a:pt x="827" y="610"/>
                  </a:lnTo>
                  <a:lnTo>
                    <a:pt x="786" y="6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l1217"/>
            <p:cNvSpPr/>
            <p:nvPr/>
          </p:nvSpPr>
          <p:spPr>
            <a:xfrm>
              <a:off x="4683833" y="5613526"/>
              <a:ext cx="490" cy="326"/>
            </a:xfrm>
            <a:custGeom>
              <a:avLst/>
              <a:pathLst>
                <a:path w="490" h="326">
                  <a:moveTo>
                    <a:pt x="363" y="269"/>
                  </a:moveTo>
                  <a:lnTo>
                    <a:pt x="47" y="326"/>
                  </a:lnTo>
                  <a:lnTo>
                    <a:pt x="0" y="261"/>
                  </a:lnTo>
                  <a:lnTo>
                    <a:pt x="1" y="208"/>
                  </a:lnTo>
                  <a:lnTo>
                    <a:pt x="165" y="16"/>
                  </a:lnTo>
                  <a:lnTo>
                    <a:pt x="341" y="0"/>
                  </a:lnTo>
                  <a:lnTo>
                    <a:pt x="476" y="60"/>
                  </a:lnTo>
                  <a:lnTo>
                    <a:pt x="490" y="139"/>
                  </a:lnTo>
                  <a:lnTo>
                    <a:pt x="452" y="197"/>
                  </a:lnTo>
                  <a:lnTo>
                    <a:pt x="445" y="203"/>
                  </a:lnTo>
                  <a:lnTo>
                    <a:pt x="363" y="26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l1218"/>
            <p:cNvSpPr/>
            <p:nvPr/>
          </p:nvSpPr>
          <p:spPr>
            <a:xfrm>
              <a:off x="4651818" y="5608099"/>
              <a:ext cx="493" cy="473"/>
            </a:xfrm>
            <a:custGeom>
              <a:avLst/>
              <a:pathLst>
                <a:path w="493" h="473">
                  <a:moveTo>
                    <a:pt x="205" y="473"/>
                  </a:moveTo>
                  <a:lnTo>
                    <a:pt x="82" y="465"/>
                  </a:lnTo>
                  <a:lnTo>
                    <a:pt x="49" y="434"/>
                  </a:lnTo>
                  <a:lnTo>
                    <a:pt x="0" y="160"/>
                  </a:lnTo>
                  <a:lnTo>
                    <a:pt x="267" y="0"/>
                  </a:lnTo>
                  <a:lnTo>
                    <a:pt x="296" y="2"/>
                  </a:lnTo>
                  <a:lnTo>
                    <a:pt x="410" y="95"/>
                  </a:lnTo>
                  <a:lnTo>
                    <a:pt x="486" y="195"/>
                  </a:lnTo>
                  <a:lnTo>
                    <a:pt x="493" y="280"/>
                  </a:lnTo>
                  <a:lnTo>
                    <a:pt x="359" y="427"/>
                  </a:lnTo>
                  <a:lnTo>
                    <a:pt x="205" y="4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l1219"/>
            <p:cNvSpPr/>
            <p:nvPr/>
          </p:nvSpPr>
          <p:spPr>
            <a:xfrm>
              <a:off x="4674344" y="5611248"/>
              <a:ext cx="910" cy="626"/>
            </a:xfrm>
            <a:custGeom>
              <a:avLst/>
              <a:pathLst>
                <a:path w="910" h="626">
                  <a:moveTo>
                    <a:pt x="760" y="578"/>
                  </a:moveTo>
                  <a:lnTo>
                    <a:pt x="659" y="626"/>
                  </a:lnTo>
                  <a:lnTo>
                    <a:pt x="634" y="619"/>
                  </a:lnTo>
                  <a:lnTo>
                    <a:pt x="196" y="371"/>
                  </a:lnTo>
                  <a:lnTo>
                    <a:pt x="18" y="160"/>
                  </a:lnTo>
                  <a:lnTo>
                    <a:pt x="4" y="138"/>
                  </a:lnTo>
                  <a:lnTo>
                    <a:pt x="0" y="111"/>
                  </a:lnTo>
                  <a:lnTo>
                    <a:pt x="5" y="70"/>
                  </a:lnTo>
                  <a:lnTo>
                    <a:pt x="170" y="0"/>
                  </a:lnTo>
                  <a:lnTo>
                    <a:pt x="551" y="34"/>
                  </a:lnTo>
                  <a:lnTo>
                    <a:pt x="625" y="55"/>
                  </a:lnTo>
                  <a:lnTo>
                    <a:pt x="648" y="69"/>
                  </a:lnTo>
                  <a:lnTo>
                    <a:pt x="892" y="251"/>
                  </a:lnTo>
                  <a:lnTo>
                    <a:pt x="896" y="266"/>
                  </a:lnTo>
                  <a:lnTo>
                    <a:pt x="910" y="351"/>
                  </a:lnTo>
                  <a:lnTo>
                    <a:pt x="874" y="440"/>
                  </a:lnTo>
                  <a:lnTo>
                    <a:pt x="816" y="536"/>
                  </a:lnTo>
                  <a:lnTo>
                    <a:pt x="760" y="57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l1220"/>
            <p:cNvSpPr/>
            <p:nvPr/>
          </p:nvSpPr>
          <p:spPr>
            <a:xfrm>
              <a:off x="4648899" y="5606833"/>
              <a:ext cx="1369" cy="1573"/>
            </a:xfrm>
            <a:custGeom>
              <a:avLst/>
              <a:pathLst>
                <a:path w="1369" h="1573">
                  <a:moveTo>
                    <a:pt x="1365" y="376"/>
                  </a:moveTo>
                  <a:lnTo>
                    <a:pt x="1251" y="487"/>
                  </a:lnTo>
                  <a:lnTo>
                    <a:pt x="1187" y="455"/>
                  </a:lnTo>
                  <a:lnTo>
                    <a:pt x="1160" y="482"/>
                  </a:lnTo>
                  <a:lnTo>
                    <a:pt x="1078" y="692"/>
                  </a:lnTo>
                  <a:lnTo>
                    <a:pt x="1091" y="794"/>
                  </a:lnTo>
                  <a:lnTo>
                    <a:pt x="1055" y="989"/>
                  </a:lnTo>
                  <a:lnTo>
                    <a:pt x="806" y="1407"/>
                  </a:lnTo>
                  <a:lnTo>
                    <a:pt x="731" y="1476"/>
                  </a:lnTo>
                  <a:lnTo>
                    <a:pt x="625" y="1520"/>
                  </a:lnTo>
                  <a:lnTo>
                    <a:pt x="395" y="1573"/>
                  </a:lnTo>
                  <a:lnTo>
                    <a:pt x="225" y="1544"/>
                  </a:lnTo>
                  <a:lnTo>
                    <a:pt x="39" y="1450"/>
                  </a:lnTo>
                  <a:lnTo>
                    <a:pt x="16" y="1426"/>
                  </a:lnTo>
                  <a:lnTo>
                    <a:pt x="0" y="1385"/>
                  </a:lnTo>
                  <a:lnTo>
                    <a:pt x="25" y="1214"/>
                  </a:lnTo>
                  <a:lnTo>
                    <a:pt x="203" y="990"/>
                  </a:lnTo>
                  <a:lnTo>
                    <a:pt x="293" y="783"/>
                  </a:lnTo>
                  <a:lnTo>
                    <a:pt x="419" y="288"/>
                  </a:lnTo>
                  <a:lnTo>
                    <a:pt x="455" y="65"/>
                  </a:lnTo>
                  <a:lnTo>
                    <a:pt x="478" y="43"/>
                  </a:lnTo>
                  <a:lnTo>
                    <a:pt x="670" y="0"/>
                  </a:lnTo>
                  <a:lnTo>
                    <a:pt x="1246" y="137"/>
                  </a:lnTo>
                  <a:lnTo>
                    <a:pt x="1311" y="157"/>
                  </a:lnTo>
                  <a:lnTo>
                    <a:pt x="1342" y="186"/>
                  </a:lnTo>
                  <a:lnTo>
                    <a:pt x="1369" y="290"/>
                  </a:lnTo>
                  <a:lnTo>
                    <a:pt x="1365" y="37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l1221"/>
            <p:cNvSpPr/>
            <p:nvPr/>
          </p:nvSpPr>
          <p:spPr>
            <a:xfrm>
              <a:off x="4686756" y="5611939"/>
              <a:ext cx="355" cy="471"/>
            </a:xfrm>
            <a:custGeom>
              <a:avLst/>
              <a:pathLst>
                <a:path w="355" h="471">
                  <a:moveTo>
                    <a:pt x="300" y="95"/>
                  </a:moveTo>
                  <a:lnTo>
                    <a:pt x="347" y="240"/>
                  </a:lnTo>
                  <a:lnTo>
                    <a:pt x="355" y="304"/>
                  </a:lnTo>
                  <a:lnTo>
                    <a:pt x="264" y="454"/>
                  </a:lnTo>
                  <a:lnTo>
                    <a:pt x="215" y="471"/>
                  </a:lnTo>
                  <a:lnTo>
                    <a:pt x="101" y="467"/>
                  </a:lnTo>
                  <a:lnTo>
                    <a:pt x="15" y="440"/>
                  </a:lnTo>
                  <a:lnTo>
                    <a:pt x="11" y="413"/>
                  </a:lnTo>
                  <a:lnTo>
                    <a:pt x="31" y="377"/>
                  </a:lnTo>
                  <a:lnTo>
                    <a:pt x="53" y="359"/>
                  </a:lnTo>
                  <a:lnTo>
                    <a:pt x="146" y="332"/>
                  </a:lnTo>
                  <a:lnTo>
                    <a:pt x="201" y="200"/>
                  </a:lnTo>
                  <a:lnTo>
                    <a:pt x="191" y="141"/>
                  </a:lnTo>
                  <a:lnTo>
                    <a:pt x="141" y="101"/>
                  </a:lnTo>
                  <a:lnTo>
                    <a:pt x="107" y="89"/>
                  </a:lnTo>
                  <a:lnTo>
                    <a:pt x="8" y="99"/>
                  </a:lnTo>
                  <a:lnTo>
                    <a:pt x="0" y="83"/>
                  </a:lnTo>
                  <a:lnTo>
                    <a:pt x="0" y="69"/>
                  </a:lnTo>
                  <a:lnTo>
                    <a:pt x="11" y="54"/>
                  </a:lnTo>
                  <a:lnTo>
                    <a:pt x="51" y="15"/>
                  </a:lnTo>
                  <a:lnTo>
                    <a:pt x="76" y="1"/>
                  </a:lnTo>
                  <a:lnTo>
                    <a:pt x="191" y="0"/>
                  </a:lnTo>
                  <a:lnTo>
                    <a:pt x="225" y="14"/>
                  </a:lnTo>
                  <a:lnTo>
                    <a:pt x="276" y="55"/>
                  </a:lnTo>
                  <a:lnTo>
                    <a:pt x="300" y="9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l1222"/>
            <p:cNvSpPr/>
            <p:nvPr/>
          </p:nvSpPr>
          <p:spPr>
            <a:xfrm>
              <a:off x="4684948" y="5610602"/>
              <a:ext cx="1191" cy="704"/>
            </a:xfrm>
            <a:custGeom>
              <a:avLst/>
              <a:pathLst>
                <a:path w="1191" h="704">
                  <a:moveTo>
                    <a:pt x="799" y="240"/>
                  </a:moveTo>
                  <a:lnTo>
                    <a:pt x="970" y="324"/>
                  </a:lnTo>
                  <a:lnTo>
                    <a:pt x="1111" y="338"/>
                  </a:lnTo>
                  <a:lnTo>
                    <a:pt x="1147" y="348"/>
                  </a:lnTo>
                  <a:lnTo>
                    <a:pt x="1183" y="418"/>
                  </a:lnTo>
                  <a:lnTo>
                    <a:pt x="1190" y="463"/>
                  </a:lnTo>
                  <a:lnTo>
                    <a:pt x="1191" y="469"/>
                  </a:lnTo>
                  <a:lnTo>
                    <a:pt x="1188" y="476"/>
                  </a:lnTo>
                  <a:lnTo>
                    <a:pt x="1184" y="485"/>
                  </a:lnTo>
                  <a:lnTo>
                    <a:pt x="1181" y="490"/>
                  </a:lnTo>
                  <a:lnTo>
                    <a:pt x="1163" y="504"/>
                  </a:lnTo>
                  <a:lnTo>
                    <a:pt x="1079" y="537"/>
                  </a:lnTo>
                  <a:lnTo>
                    <a:pt x="1016" y="550"/>
                  </a:lnTo>
                  <a:lnTo>
                    <a:pt x="952" y="535"/>
                  </a:lnTo>
                  <a:lnTo>
                    <a:pt x="927" y="519"/>
                  </a:lnTo>
                  <a:lnTo>
                    <a:pt x="773" y="535"/>
                  </a:lnTo>
                  <a:lnTo>
                    <a:pt x="517" y="630"/>
                  </a:lnTo>
                  <a:lnTo>
                    <a:pt x="283" y="704"/>
                  </a:lnTo>
                  <a:lnTo>
                    <a:pt x="92" y="642"/>
                  </a:lnTo>
                  <a:lnTo>
                    <a:pt x="4" y="593"/>
                  </a:lnTo>
                  <a:lnTo>
                    <a:pt x="0" y="562"/>
                  </a:lnTo>
                  <a:lnTo>
                    <a:pt x="66" y="418"/>
                  </a:lnTo>
                  <a:lnTo>
                    <a:pt x="114" y="381"/>
                  </a:lnTo>
                  <a:lnTo>
                    <a:pt x="147" y="363"/>
                  </a:lnTo>
                  <a:lnTo>
                    <a:pt x="171" y="350"/>
                  </a:lnTo>
                  <a:lnTo>
                    <a:pt x="394" y="314"/>
                  </a:lnTo>
                  <a:lnTo>
                    <a:pt x="423" y="203"/>
                  </a:lnTo>
                  <a:lnTo>
                    <a:pt x="443" y="162"/>
                  </a:lnTo>
                  <a:lnTo>
                    <a:pt x="617" y="0"/>
                  </a:lnTo>
                  <a:lnTo>
                    <a:pt x="669" y="10"/>
                  </a:lnTo>
                  <a:lnTo>
                    <a:pt x="689" y="26"/>
                  </a:lnTo>
                  <a:lnTo>
                    <a:pt x="695" y="86"/>
                  </a:lnTo>
                  <a:lnTo>
                    <a:pt x="698" y="127"/>
                  </a:lnTo>
                  <a:lnTo>
                    <a:pt x="799" y="24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l1223"/>
            <p:cNvSpPr/>
            <p:nvPr/>
          </p:nvSpPr>
          <p:spPr>
            <a:xfrm>
              <a:off x="4675195" y="5605445"/>
              <a:ext cx="1118" cy="510"/>
            </a:xfrm>
            <a:custGeom>
              <a:avLst/>
              <a:pathLst>
                <a:path w="1118" h="510">
                  <a:moveTo>
                    <a:pt x="1053" y="354"/>
                  </a:moveTo>
                  <a:lnTo>
                    <a:pt x="887" y="439"/>
                  </a:lnTo>
                  <a:lnTo>
                    <a:pt x="796" y="474"/>
                  </a:lnTo>
                  <a:lnTo>
                    <a:pt x="168" y="510"/>
                  </a:lnTo>
                  <a:lnTo>
                    <a:pt x="8" y="403"/>
                  </a:lnTo>
                  <a:lnTo>
                    <a:pt x="0" y="389"/>
                  </a:lnTo>
                  <a:lnTo>
                    <a:pt x="1" y="375"/>
                  </a:lnTo>
                  <a:lnTo>
                    <a:pt x="94" y="293"/>
                  </a:lnTo>
                  <a:lnTo>
                    <a:pt x="264" y="226"/>
                  </a:lnTo>
                  <a:lnTo>
                    <a:pt x="358" y="292"/>
                  </a:lnTo>
                  <a:lnTo>
                    <a:pt x="436" y="322"/>
                  </a:lnTo>
                  <a:lnTo>
                    <a:pt x="637" y="269"/>
                  </a:lnTo>
                  <a:lnTo>
                    <a:pt x="664" y="247"/>
                  </a:lnTo>
                  <a:lnTo>
                    <a:pt x="911" y="53"/>
                  </a:lnTo>
                  <a:lnTo>
                    <a:pt x="914" y="36"/>
                  </a:lnTo>
                  <a:lnTo>
                    <a:pt x="954" y="16"/>
                  </a:lnTo>
                  <a:lnTo>
                    <a:pt x="971" y="8"/>
                  </a:lnTo>
                  <a:lnTo>
                    <a:pt x="989" y="6"/>
                  </a:lnTo>
                  <a:lnTo>
                    <a:pt x="1027" y="0"/>
                  </a:lnTo>
                  <a:lnTo>
                    <a:pt x="1032" y="5"/>
                  </a:lnTo>
                  <a:lnTo>
                    <a:pt x="1041" y="30"/>
                  </a:lnTo>
                  <a:lnTo>
                    <a:pt x="1047" y="50"/>
                  </a:lnTo>
                  <a:lnTo>
                    <a:pt x="1118" y="264"/>
                  </a:lnTo>
                  <a:lnTo>
                    <a:pt x="1053" y="35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l1224"/>
            <p:cNvSpPr/>
            <p:nvPr/>
          </p:nvSpPr>
          <p:spPr>
            <a:xfrm>
              <a:off x="4674134" y="5603951"/>
              <a:ext cx="826" cy="274"/>
            </a:xfrm>
            <a:custGeom>
              <a:avLst/>
              <a:pathLst>
                <a:path w="826" h="274">
                  <a:moveTo>
                    <a:pt x="763" y="113"/>
                  </a:moveTo>
                  <a:lnTo>
                    <a:pt x="688" y="156"/>
                  </a:lnTo>
                  <a:lnTo>
                    <a:pt x="428" y="230"/>
                  </a:lnTo>
                  <a:lnTo>
                    <a:pt x="402" y="233"/>
                  </a:lnTo>
                  <a:lnTo>
                    <a:pt x="0" y="274"/>
                  </a:lnTo>
                  <a:lnTo>
                    <a:pt x="23" y="191"/>
                  </a:lnTo>
                  <a:lnTo>
                    <a:pt x="33" y="181"/>
                  </a:lnTo>
                  <a:lnTo>
                    <a:pt x="205" y="107"/>
                  </a:lnTo>
                  <a:lnTo>
                    <a:pt x="354" y="85"/>
                  </a:lnTo>
                  <a:lnTo>
                    <a:pt x="383" y="107"/>
                  </a:lnTo>
                  <a:lnTo>
                    <a:pt x="406" y="106"/>
                  </a:lnTo>
                  <a:lnTo>
                    <a:pt x="546" y="77"/>
                  </a:lnTo>
                  <a:lnTo>
                    <a:pt x="741" y="7"/>
                  </a:lnTo>
                  <a:lnTo>
                    <a:pt x="748" y="4"/>
                  </a:lnTo>
                  <a:lnTo>
                    <a:pt x="765" y="2"/>
                  </a:lnTo>
                  <a:lnTo>
                    <a:pt x="775" y="1"/>
                  </a:lnTo>
                  <a:lnTo>
                    <a:pt x="788" y="0"/>
                  </a:lnTo>
                  <a:lnTo>
                    <a:pt x="797" y="4"/>
                  </a:lnTo>
                  <a:lnTo>
                    <a:pt x="809" y="11"/>
                  </a:lnTo>
                  <a:lnTo>
                    <a:pt x="818" y="16"/>
                  </a:lnTo>
                  <a:lnTo>
                    <a:pt x="826" y="35"/>
                  </a:lnTo>
                  <a:lnTo>
                    <a:pt x="763" y="11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l1225"/>
            <p:cNvSpPr/>
            <p:nvPr/>
          </p:nvSpPr>
          <p:spPr>
            <a:xfrm>
              <a:off x="4678807" y="5600990"/>
              <a:ext cx="664" cy="736"/>
            </a:xfrm>
            <a:custGeom>
              <a:avLst/>
              <a:pathLst>
                <a:path w="664" h="736">
                  <a:moveTo>
                    <a:pt x="401" y="695"/>
                  </a:moveTo>
                  <a:lnTo>
                    <a:pt x="281" y="736"/>
                  </a:lnTo>
                  <a:lnTo>
                    <a:pt x="220" y="727"/>
                  </a:lnTo>
                  <a:lnTo>
                    <a:pt x="187" y="711"/>
                  </a:lnTo>
                  <a:lnTo>
                    <a:pt x="0" y="435"/>
                  </a:lnTo>
                  <a:lnTo>
                    <a:pt x="14" y="243"/>
                  </a:lnTo>
                  <a:lnTo>
                    <a:pt x="28" y="229"/>
                  </a:lnTo>
                  <a:lnTo>
                    <a:pt x="230" y="124"/>
                  </a:lnTo>
                  <a:lnTo>
                    <a:pt x="554" y="6"/>
                  </a:lnTo>
                  <a:lnTo>
                    <a:pt x="601" y="0"/>
                  </a:lnTo>
                  <a:lnTo>
                    <a:pt x="653" y="51"/>
                  </a:lnTo>
                  <a:lnTo>
                    <a:pt x="664" y="426"/>
                  </a:lnTo>
                  <a:lnTo>
                    <a:pt x="596" y="548"/>
                  </a:lnTo>
                  <a:lnTo>
                    <a:pt x="401" y="69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l1226"/>
            <p:cNvSpPr/>
            <p:nvPr/>
          </p:nvSpPr>
          <p:spPr>
            <a:xfrm>
              <a:off x="4680323" y="5598412"/>
              <a:ext cx="1019" cy="1087"/>
            </a:xfrm>
            <a:custGeom>
              <a:avLst/>
              <a:pathLst>
                <a:path w="1019" h="1087">
                  <a:moveTo>
                    <a:pt x="989" y="56"/>
                  </a:moveTo>
                  <a:lnTo>
                    <a:pt x="654" y="398"/>
                  </a:lnTo>
                  <a:lnTo>
                    <a:pt x="548" y="437"/>
                  </a:lnTo>
                  <a:lnTo>
                    <a:pt x="466" y="451"/>
                  </a:lnTo>
                  <a:lnTo>
                    <a:pt x="418" y="474"/>
                  </a:lnTo>
                  <a:lnTo>
                    <a:pt x="403" y="516"/>
                  </a:lnTo>
                  <a:lnTo>
                    <a:pt x="411" y="553"/>
                  </a:lnTo>
                  <a:lnTo>
                    <a:pt x="503" y="583"/>
                  </a:lnTo>
                  <a:lnTo>
                    <a:pt x="790" y="583"/>
                  </a:lnTo>
                  <a:lnTo>
                    <a:pt x="823" y="581"/>
                  </a:lnTo>
                  <a:lnTo>
                    <a:pt x="888" y="540"/>
                  </a:lnTo>
                  <a:lnTo>
                    <a:pt x="917" y="497"/>
                  </a:lnTo>
                  <a:lnTo>
                    <a:pt x="983" y="505"/>
                  </a:lnTo>
                  <a:lnTo>
                    <a:pt x="1018" y="538"/>
                  </a:lnTo>
                  <a:lnTo>
                    <a:pt x="1019" y="617"/>
                  </a:lnTo>
                  <a:lnTo>
                    <a:pt x="1001" y="680"/>
                  </a:lnTo>
                  <a:lnTo>
                    <a:pt x="851" y="884"/>
                  </a:lnTo>
                  <a:lnTo>
                    <a:pt x="803" y="904"/>
                  </a:lnTo>
                  <a:lnTo>
                    <a:pt x="701" y="862"/>
                  </a:lnTo>
                  <a:lnTo>
                    <a:pt x="639" y="821"/>
                  </a:lnTo>
                  <a:lnTo>
                    <a:pt x="599" y="795"/>
                  </a:lnTo>
                  <a:lnTo>
                    <a:pt x="588" y="792"/>
                  </a:lnTo>
                  <a:lnTo>
                    <a:pt x="463" y="847"/>
                  </a:lnTo>
                  <a:lnTo>
                    <a:pt x="313" y="981"/>
                  </a:lnTo>
                  <a:lnTo>
                    <a:pt x="222" y="1035"/>
                  </a:lnTo>
                  <a:lnTo>
                    <a:pt x="182" y="1064"/>
                  </a:lnTo>
                  <a:lnTo>
                    <a:pt x="154" y="1084"/>
                  </a:lnTo>
                  <a:lnTo>
                    <a:pt x="116" y="1087"/>
                  </a:lnTo>
                  <a:lnTo>
                    <a:pt x="40" y="1077"/>
                  </a:lnTo>
                  <a:lnTo>
                    <a:pt x="13" y="1049"/>
                  </a:lnTo>
                  <a:lnTo>
                    <a:pt x="0" y="976"/>
                  </a:lnTo>
                  <a:lnTo>
                    <a:pt x="113" y="524"/>
                  </a:lnTo>
                  <a:lnTo>
                    <a:pt x="92" y="464"/>
                  </a:lnTo>
                  <a:lnTo>
                    <a:pt x="51" y="162"/>
                  </a:lnTo>
                  <a:lnTo>
                    <a:pt x="58" y="58"/>
                  </a:lnTo>
                  <a:lnTo>
                    <a:pt x="130" y="0"/>
                  </a:lnTo>
                  <a:lnTo>
                    <a:pt x="146" y="0"/>
                  </a:lnTo>
                  <a:lnTo>
                    <a:pt x="244" y="92"/>
                  </a:lnTo>
                  <a:lnTo>
                    <a:pt x="461" y="225"/>
                  </a:lnTo>
                  <a:lnTo>
                    <a:pt x="566" y="266"/>
                  </a:lnTo>
                  <a:lnTo>
                    <a:pt x="571" y="184"/>
                  </a:lnTo>
                  <a:lnTo>
                    <a:pt x="607" y="48"/>
                  </a:lnTo>
                  <a:lnTo>
                    <a:pt x="642" y="38"/>
                  </a:lnTo>
                  <a:lnTo>
                    <a:pt x="980" y="7"/>
                  </a:lnTo>
                  <a:lnTo>
                    <a:pt x="994" y="23"/>
                  </a:lnTo>
                  <a:lnTo>
                    <a:pt x="989" y="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l1227"/>
            <p:cNvSpPr/>
            <p:nvPr/>
          </p:nvSpPr>
          <p:spPr>
            <a:xfrm>
              <a:off x="4682055" y="5598182"/>
              <a:ext cx="1679" cy="882"/>
            </a:xfrm>
            <a:custGeom>
              <a:avLst/>
              <a:pathLst>
                <a:path w="1679" h="882">
                  <a:moveTo>
                    <a:pt x="1374" y="882"/>
                  </a:moveTo>
                  <a:lnTo>
                    <a:pt x="1032" y="836"/>
                  </a:lnTo>
                  <a:lnTo>
                    <a:pt x="530" y="741"/>
                  </a:lnTo>
                  <a:lnTo>
                    <a:pt x="373" y="691"/>
                  </a:lnTo>
                  <a:lnTo>
                    <a:pt x="80" y="503"/>
                  </a:lnTo>
                  <a:lnTo>
                    <a:pt x="0" y="422"/>
                  </a:lnTo>
                  <a:lnTo>
                    <a:pt x="2" y="381"/>
                  </a:lnTo>
                  <a:lnTo>
                    <a:pt x="71" y="313"/>
                  </a:lnTo>
                  <a:lnTo>
                    <a:pt x="75" y="308"/>
                  </a:lnTo>
                  <a:lnTo>
                    <a:pt x="124" y="297"/>
                  </a:lnTo>
                  <a:lnTo>
                    <a:pt x="595" y="189"/>
                  </a:lnTo>
                  <a:lnTo>
                    <a:pt x="787" y="162"/>
                  </a:lnTo>
                  <a:lnTo>
                    <a:pt x="812" y="155"/>
                  </a:lnTo>
                  <a:lnTo>
                    <a:pt x="826" y="82"/>
                  </a:lnTo>
                  <a:lnTo>
                    <a:pt x="834" y="50"/>
                  </a:lnTo>
                  <a:lnTo>
                    <a:pt x="847" y="44"/>
                  </a:lnTo>
                  <a:lnTo>
                    <a:pt x="930" y="7"/>
                  </a:lnTo>
                  <a:lnTo>
                    <a:pt x="1072" y="0"/>
                  </a:lnTo>
                  <a:lnTo>
                    <a:pt x="1175" y="10"/>
                  </a:lnTo>
                  <a:lnTo>
                    <a:pt x="1553" y="103"/>
                  </a:lnTo>
                  <a:lnTo>
                    <a:pt x="1679" y="335"/>
                  </a:lnTo>
                  <a:lnTo>
                    <a:pt x="1667" y="391"/>
                  </a:lnTo>
                  <a:lnTo>
                    <a:pt x="1529" y="418"/>
                  </a:lnTo>
                  <a:lnTo>
                    <a:pt x="1393" y="632"/>
                  </a:lnTo>
                  <a:lnTo>
                    <a:pt x="1381" y="725"/>
                  </a:lnTo>
                  <a:lnTo>
                    <a:pt x="1424" y="791"/>
                  </a:lnTo>
                  <a:lnTo>
                    <a:pt x="1421" y="845"/>
                  </a:lnTo>
                  <a:lnTo>
                    <a:pt x="1398" y="873"/>
                  </a:lnTo>
                  <a:lnTo>
                    <a:pt x="1374" y="88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l1228"/>
            <p:cNvSpPr/>
            <p:nvPr/>
          </p:nvSpPr>
          <p:spPr>
            <a:xfrm>
              <a:off x="4686489" y="5597064"/>
              <a:ext cx="714" cy="302"/>
            </a:xfrm>
            <a:custGeom>
              <a:avLst/>
              <a:pathLst>
                <a:path w="714" h="302">
                  <a:moveTo>
                    <a:pt x="14" y="289"/>
                  </a:moveTo>
                  <a:lnTo>
                    <a:pt x="4" y="288"/>
                  </a:lnTo>
                  <a:lnTo>
                    <a:pt x="4" y="282"/>
                  </a:lnTo>
                  <a:lnTo>
                    <a:pt x="0" y="204"/>
                  </a:lnTo>
                  <a:lnTo>
                    <a:pt x="33" y="143"/>
                  </a:lnTo>
                  <a:lnTo>
                    <a:pt x="47" y="134"/>
                  </a:lnTo>
                  <a:lnTo>
                    <a:pt x="230" y="19"/>
                  </a:lnTo>
                  <a:lnTo>
                    <a:pt x="306" y="0"/>
                  </a:lnTo>
                  <a:lnTo>
                    <a:pt x="434" y="14"/>
                  </a:lnTo>
                  <a:lnTo>
                    <a:pt x="560" y="31"/>
                  </a:lnTo>
                  <a:lnTo>
                    <a:pt x="688" y="64"/>
                  </a:lnTo>
                  <a:lnTo>
                    <a:pt x="693" y="75"/>
                  </a:lnTo>
                  <a:lnTo>
                    <a:pt x="714" y="159"/>
                  </a:lnTo>
                  <a:lnTo>
                    <a:pt x="712" y="165"/>
                  </a:lnTo>
                  <a:lnTo>
                    <a:pt x="710" y="177"/>
                  </a:lnTo>
                  <a:lnTo>
                    <a:pt x="708" y="186"/>
                  </a:lnTo>
                  <a:lnTo>
                    <a:pt x="702" y="189"/>
                  </a:lnTo>
                  <a:lnTo>
                    <a:pt x="686" y="194"/>
                  </a:lnTo>
                  <a:lnTo>
                    <a:pt x="160" y="302"/>
                  </a:lnTo>
                  <a:lnTo>
                    <a:pt x="34" y="291"/>
                  </a:lnTo>
                  <a:lnTo>
                    <a:pt x="14" y="28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l1229"/>
            <p:cNvSpPr/>
            <p:nvPr/>
          </p:nvSpPr>
          <p:spPr>
            <a:xfrm>
              <a:off x="4683894" y="5596614"/>
              <a:ext cx="3413" cy="2636"/>
            </a:xfrm>
            <a:custGeom>
              <a:avLst/>
              <a:pathLst>
                <a:path w="3413" h="2636">
                  <a:moveTo>
                    <a:pt x="1774" y="125"/>
                  </a:moveTo>
                  <a:lnTo>
                    <a:pt x="1767" y="195"/>
                  </a:lnTo>
                  <a:lnTo>
                    <a:pt x="1740" y="212"/>
                  </a:lnTo>
                  <a:lnTo>
                    <a:pt x="1718" y="265"/>
                  </a:lnTo>
                  <a:lnTo>
                    <a:pt x="1715" y="345"/>
                  </a:lnTo>
                  <a:lnTo>
                    <a:pt x="1730" y="384"/>
                  </a:lnTo>
                  <a:lnTo>
                    <a:pt x="1810" y="445"/>
                  </a:lnTo>
                  <a:lnTo>
                    <a:pt x="1860" y="452"/>
                  </a:lnTo>
                  <a:lnTo>
                    <a:pt x="1914" y="438"/>
                  </a:lnTo>
                  <a:lnTo>
                    <a:pt x="1940" y="403"/>
                  </a:lnTo>
                  <a:lnTo>
                    <a:pt x="1988" y="363"/>
                  </a:lnTo>
                  <a:lnTo>
                    <a:pt x="2058" y="363"/>
                  </a:lnTo>
                  <a:lnTo>
                    <a:pt x="2147" y="382"/>
                  </a:lnTo>
                  <a:lnTo>
                    <a:pt x="2462" y="813"/>
                  </a:lnTo>
                  <a:lnTo>
                    <a:pt x="2460" y="1014"/>
                  </a:lnTo>
                  <a:lnTo>
                    <a:pt x="2450" y="1067"/>
                  </a:lnTo>
                  <a:lnTo>
                    <a:pt x="2552" y="1648"/>
                  </a:lnTo>
                  <a:lnTo>
                    <a:pt x="2579" y="1758"/>
                  </a:lnTo>
                  <a:lnTo>
                    <a:pt x="2604" y="1786"/>
                  </a:lnTo>
                  <a:lnTo>
                    <a:pt x="2723" y="1837"/>
                  </a:lnTo>
                  <a:lnTo>
                    <a:pt x="2945" y="1889"/>
                  </a:lnTo>
                  <a:lnTo>
                    <a:pt x="3166" y="1924"/>
                  </a:lnTo>
                  <a:lnTo>
                    <a:pt x="3201" y="1930"/>
                  </a:lnTo>
                  <a:lnTo>
                    <a:pt x="3314" y="1947"/>
                  </a:lnTo>
                  <a:lnTo>
                    <a:pt x="3347" y="1957"/>
                  </a:lnTo>
                  <a:lnTo>
                    <a:pt x="3394" y="2004"/>
                  </a:lnTo>
                  <a:lnTo>
                    <a:pt x="3413" y="2060"/>
                  </a:lnTo>
                  <a:lnTo>
                    <a:pt x="3412" y="2126"/>
                  </a:lnTo>
                  <a:lnTo>
                    <a:pt x="3399" y="2133"/>
                  </a:lnTo>
                  <a:lnTo>
                    <a:pt x="3345" y="2136"/>
                  </a:lnTo>
                  <a:lnTo>
                    <a:pt x="3058" y="2113"/>
                  </a:lnTo>
                  <a:lnTo>
                    <a:pt x="2974" y="2050"/>
                  </a:lnTo>
                  <a:lnTo>
                    <a:pt x="2900" y="2006"/>
                  </a:lnTo>
                  <a:lnTo>
                    <a:pt x="2861" y="1991"/>
                  </a:lnTo>
                  <a:lnTo>
                    <a:pt x="2593" y="2006"/>
                  </a:lnTo>
                  <a:lnTo>
                    <a:pt x="2291" y="2244"/>
                  </a:lnTo>
                  <a:lnTo>
                    <a:pt x="2268" y="2348"/>
                  </a:lnTo>
                  <a:lnTo>
                    <a:pt x="2245" y="2402"/>
                  </a:lnTo>
                  <a:lnTo>
                    <a:pt x="2227" y="2424"/>
                  </a:lnTo>
                  <a:lnTo>
                    <a:pt x="2097" y="2513"/>
                  </a:lnTo>
                  <a:lnTo>
                    <a:pt x="1926" y="2613"/>
                  </a:lnTo>
                  <a:lnTo>
                    <a:pt x="1845" y="2628"/>
                  </a:lnTo>
                  <a:lnTo>
                    <a:pt x="1663" y="2636"/>
                  </a:lnTo>
                  <a:lnTo>
                    <a:pt x="1473" y="2563"/>
                  </a:lnTo>
                  <a:lnTo>
                    <a:pt x="1001" y="2355"/>
                  </a:lnTo>
                  <a:lnTo>
                    <a:pt x="865" y="2270"/>
                  </a:lnTo>
                  <a:lnTo>
                    <a:pt x="440" y="1917"/>
                  </a:lnTo>
                  <a:lnTo>
                    <a:pt x="85" y="1571"/>
                  </a:lnTo>
                  <a:lnTo>
                    <a:pt x="26" y="1471"/>
                  </a:lnTo>
                  <a:lnTo>
                    <a:pt x="27" y="1429"/>
                  </a:lnTo>
                  <a:lnTo>
                    <a:pt x="63" y="1235"/>
                  </a:lnTo>
                  <a:lnTo>
                    <a:pt x="146" y="1070"/>
                  </a:lnTo>
                  <a:lnTo>
                    <a:pt x="180" y="820"/>
                  </a:lnTo>
                  <a:lnTo>
                    <a:pt x="158" y="767"/>
                  </a:lnTo>
                  <a:lnTo>
                    <a:pt x="113" y="747"/>
                  </a:lnTo>
                  <a:lnTo>
                    <a:pt x="61" y="737"/>
                  </a:lnTo>
                  <a:lnTo>
                    <a:pt x="0" y="690"/>
                  </a:lnTo>
                  <a:lnTo>
                    <a:pt x="114" y="467"/>
                  </a:lnTo>
                  <a:lnTo>
                    <a:pt x="118" y="462"/>
                  </a:lnTo>
                  <a:lnTo>
                    <a:pt x="231" y="467"/>
                  </a:lnTo>
                  <a:lnTo>
                    <a:pt x="253" y="467"/>
                  </a:lnTo>
                  <a:lnTo>
                    <a:pt x="548" y="279"/>
                  </a:lnTo>
                  <a:lnTo>
                    <a:pt x="856" y="83"/>
                  </a:lnTo>
                  <a:lnTo>
                    <a:pt x="935" y="43"/>
                  </a:lnTo>
                  <a:lnTo>
                    <a:pt x="1038" y="26"/>
                  </a:lnTo>
                  <a:lnTo>
                    <a:pt x="1111" y="42"/>
                  </a:lnTo>
                  <a:lnTo>
                    <a:pt x="1165" y="55"/>
                  </a:lnTo>
                  <a:lnTo>
                    <a:pt x="1252" y="53"/>
                  </a:lnTo>
                  <a:lnTo>
                    <a:pt x="1347" y="19"/>
                  </a:lnTo>
                  <a:lnTo>
                    <a:pt x="1478" y="0"/>
                  </a:lnTo>
                  <a:lnTo>
                    <a:pt x="1624" y="49"/>
                  </a:lnTo>
                  <a:lnTo>
                    <a:pt x="1774" y="12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l1230"/>
            <p:cNvSpPr/>
            <p:nvPr/>
          </p:nvSpPr>
          <p:spPr>
            <a:xfrm>
              <a:off x="4702338" y="5595354"/>
              <a:ext cx="664" cy="967"/>
            </a:xfrm>
            <a:custGeom>
              <a:avLst/>
              <a:pathLst>
                <a:path w="664" h="967">
                  <a:moveTo>
                    <a:pt x="593" y="356"/>
                  </a:moveTo>
                  <a:lnTo>
                    <a:pt x="404" y="412"/>
                  </a:lnTo>
                  <a:lnTo>
                    <a:pt x="348" y="387"/>
                  </a:lnTo>
                  <a:lnTo>
                    <a:pt x="321" y="350"/>
                  </a:lnTo>
                  <a:lnTo>
                    <a:pt x="280" y="358"/>
                  </a:lnTo>
                  <a:lnTo>
                    <a:pt x="253" y="389"/>
                  </a:lnTo>
                  <a:lnTo>
                    <a:pt x="247" y="398"/>
                  </a:lnTo>
                  <a:lnTo>
                    <a:pt x="249" y="446"/>
                  </a:lnTo>
                  <a:lnTo>
                    <a:pt x="286" y="704"/>
                  </a:lnTo>
                  <a:lnTo>
                    <a:pt x="391" y="781"/>
                  </a:lnTo>
                  <a:lnTo>
                    <a:pt x="402" y="868"/>
                  </a:lnTo>
                  <a:lnTo>
                    <a:pt x="186" y="967"/>
                  </a:lnTo>
                  <a:lnTo>
                    <a:pt x="46" y="888"/>
                  </a:lnTo>
                  <a:lnTo>
                    <a:pt x="17" y="866"/>
                  </a:lnTo>
                  <a:lnTo>
                    <a:pt x="2" y="843"/>
                  </a:lnTo>
                  <a:lnTo>
                    <a:pt x="0" y="756"/>
                  </a:lnTo>
                  <a:lnTo>
                    <a:pt x="33" y="741"/>
                  </a:lnTo>
                  <a:lnTo>
                    <a:pt x="93" y="732"/>
                  </a:lnTo>
                  <a:lnTo>
                    <a:pt x="147" y="698"/>
                  </a:lnTo>
                  <a:lnTo>
                    <a:pt x="160" y="671"/>
                  </a:lnTo>
                  <a:lnTo>
                    <a:pt x="124" y="520"/>
                  </a:lnTo>
                  <a:lnTo>
                    <a:pt x="29" y="390"/>
                  </a:lnTo>
                  <a:lnTo>
                    <a:pt x="179" y="83"/>
                  </a:lnTo>
                  <a:lnTo>
                    <a:pt x="305" y="19"/>
                  </a:lnTo>
                  <a:lnTo>
                    <a:pt x="307" y="14"/>
                  </a:lnTo>
                  <a:lnTo>
                    <a:pt x="368" y="0"/>
                  </a:lnTo>
                  <a:lnTo>
                    <a:pt x="554" y="70"/>
                  </a:lnTo>
                  <a:lnTo>
                    <a:pt x="664" y="262"/>
                  </a:lnTo>
                  <a:lnTo>
                    <a:pt x="644" y="301"/>
                  </a:lnTo>
                  <a:lnTo>
                    <a:pt x="593" y="3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l1231"/>
            <p:cNvSpPr/>
            <p:nvPr/>
          </p:nvSpPr>
          <p:spPr>
            <a:xfrm>
              <a:off x="4701547" y="5594463"/>
              <a:ext cx="594" cy="802"/>
            </a:xfrm>
            <a:custGeom>
              <a:avLst/>
              <a:pathLst>
                <a:path w="594" h="802">
                  <a:moveTo>
                    <a:pt x="118" y="801"/>
                  </a:moveTo>
                  <a:lnTo>
                    <a:pt x="19" y="802"/>
                  </a:lnTo>
                  <a:lnTo>
                    <a:pt x="2" y="791"/>
                  </a:lnTo>
                  <a:lnTo>
                    <a:pt x="0" y="378"/>
                  </a:lnTo>
                  <a:lnTo>
                    <a:pt x="80" y="112"/>
                  </a:lnTo>
                  <a:lnTo>
                    <a:pt x="146" y="9"/>
                  </a:lnTo>
                  <a:lnTo>
                    <a:pt x="180" y="0"/>
                  </a:lnTo>
                  <a:lnTo>
                    <a:pt x="194" y="2"/>
                  </a:lnTo>
                  <a:lnTo>
                    <a:pt x="212" y="10"/>
                  </a:lnTo>
                  <a:lnTo>
                    <a:pt x="224" y="24"/>
                  </a:lnTo>
                  <a:lnTo>
                    <a:pt x="332" y="81"/>
                  </a:lnTo>
                  <a:lnTo>
                    <a:pt x="585" y="162"/>
                  </a:lnTo>
                  <a:lnTo>
                    <a:pt x="594" y="184"/>
                  </a:lnTo>
                  <a:lnTo>
                    <a:pt x="593" y="203"/>
                  </a:lnTo>
                  <a:lnTo>
                    <a:pt x="525" y="259"/>
                  </a:lnTo>
                  <a:lnTo>
                    <a:pt x="257" y="538"/>
                  </a:lnTo>
                  <a:lnTo>
                    <a:pt x="246" y="555"/>
                  </a:lnTo>
                  <a:lnTo>
                    <a:pt x="224" y="670"/>
                  </a:lnTo>
                  <a:lnTo>
                    <a:pt x="194" y="767"/>
                  </a:lnTo>
                  <a:lnTo>
                    <a:pt x="118" y="80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l1232"/>
            <p:cNvSpPr/>
            <p:nvPr/>
          </p:nvSpPr>
          <p:spPr>
            <a:xfrm>
              <a:off x="4687817" y="5589302"/>
              <a:ext cx="908" cy="499"/>
            </a:xfrm>
            <a:custGeom>
              <a:avLst/>
              <a:pathLst>
                <a:path w="908" h="499">
                  <a:moveTo>
                    <a:pt x="449" y="423"/>
                  </a:moveTo>
                  <a:lnTo>
                    <a:pt x="17" y="499"/>
                  </a:lnTo>
                  <a:lnTo>
                    <a:pt x="0" y="475"/>
                  </a:lnTo>
                  <a:lnTo>
                    <a:pt x="1" y="443"/>
                  </a:lnTo>
                  <a:lnTo>
                    <a:pt x="44" y="364"/>
                  </a:lnTo>
                  <a:lnTo>
                    <a:pt x="215" y="183"/>
                  </a:lnTo>
                  <a:lnTo>
                    <a:pt x="260" y="156"/>
                  </a:lnTo>
                  <a:lnTo>
                    <a:pt x="442" y="71"/>
                  </a:lnTo>
                  <a:lnTo>
                    <a:pt x="487" y="57"/>
                  </a:lnTo>
                  <a:lnTo>
                    <a:pt x="546" y="47"/>
                  </a:lnTo>
                  <a:lnTo>
                    <a:pt x="608" y="55"/>
                  </a:lnTo>
                  <a:lnTo>
                    <a:pt x="774" y="50"/>
                  </a:lnTo>
                  <a:lnTo>
                    <a:pt x="816" y="12"/>
                  </a:lnTo>
                  <a:lnTo>
                    <a:pt x="831" y="0"/>
                  </a:lnTo>
                  <a:lnTo>
                    <a:pt x="900" y="12"/>
                  </a:lnTo>
                  <a:lnTo>
                    <a:pt x="908" y="27"/>
                  </a:lnTo>
                  <a:lnTo>
                    <a:pt x="905" y="47"/>
                  </a:lnTo>
                  <a:lnTo>
                    <a:pt x="811" y="194"/>
                  </a:lnTo>
                  <a:lnTo>
                    <a:pt x="725" y="293"/>
                  </a:lnTo>
                  <a:lnTo>
                    <a:pt x="449" y="42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l1233"/>
            <p:cNvSpPr/>
            <p:nvPr/>
          </p:nvSpPr>
          <p:spPr>
            <a:xfrm>
              <a:off x="4690778" y="5586194"/>
              <a:ext cx="976" cy="1162"/>
            </a:xfrm>
            <a:custGeom>
              <a:avLst/>
              <a:pathLst>
                <a:path w="976" h="1162">
                  <a:moveTo>
                    <a:pt x="836" y="750"/>
                  </a:moveTo>
                  <a:lnTo>
                    <a:pt x="956" y="1004"/>
                  </a:lnTo>
                  <a:lnTo>
                    <a:pt x="976" y="1123"/>
                  </a:lnTo>
                  <a:lnTo>
                    <a:pt x="976" y="1133"/>
                  </a:lnTo>
                  <a:lnTo>
                    <a:pt x="952" y="1162"/>
                  </a:lnTo>
                  <a:lnTo>
                    <a:pt x="887" y="1141"/>
                  </a:lnTo>
                  <a:lnTo>
                    <a:pt x="808" y="1101"/>
                  </a:lnTo>
                  <a:lnTo>
                    <a:pt x="759" y="989"/>
                  </a:lnTo>
                  <a:lnTo>
                    <a:pt x="739" y="911"/>
                  </a:lnTo>
                  <a:lnTo>
                    <a:pt x="739" y="854"/>
                  </a:lnTo>
                  <a:lnTo>
                    <a:pt x="707" y="822"/>
                  </a:lnTo>
                  <a:lnTo>
                    <a:pt x="615" y="776"/>
                  </a:lnTo>
                  <a:lnTo>
                    <a:pt x="490" y="747"/>
                  </a:lnTo>
                  <a:lnTo>
                    <a:pt x="260" y="739"/>
                  </a:lnTo>
                  <a:lnTo>
                    <a:pt x="193" y="792"/>
                  </a:lnTo>
                  <a:lnTo>
                    <a:pt x="72" y="686"/>
                  </a:lnTo>
                  <a:lnTo>
                    <a:pt x="28" y="438"/>
                  </a:lnTo>
                  <a:lnTo>
                    <a:pt x="0" y="212"/>
                  </a:lnTo>
                  <a:lnTo>
                    <a:pt x="72" y="36"/>
                  </a:lnTo>
                  <a:lnTo>
                    <a:pt x="91" y="20"/>
                  </a:lnTo>
                  <a:lnTo>
                    <a:pt x="127" y="7"/>
                  </a:lnTo>
                  <a:lnTo>
                    <a:pt x="133" y="6"/>
                  </a:lnTo>
                  <a:lnTo>
                    <a:pt x="226" y="0"/>
                  </a:lnTo>
                  <a:lnTo>
                    <a:pt x="250" y="16"/>
                  </a:lnTo>
                  <a:lnTo>
                    <a:pt x="389" y="126"/>
                  </a:lnTo>
                  <a:lnTo>
                    <a:pt x="440" y="199"/>
                  </a:lnTo>
                  <a:lnTo>
                    <a:pt x="429" y="230"/>
                  </a:lnTo>
                  <a:lnTo>
                    <a:pt x="435" y="286"/>
                  </a:lnTo>
                  <a:lnTo>
                    <a:pt x="568" y="516"/>
                  </a:lnTo>
                  <a:lnTo>
                    <a:pt x="671" y="606"/>
                  </a:lnTo>
                  <a:lnTo>
                    <a:pt x="727" y="635"/>
                  </a:lnTo>
                  <a:lnTo>
                    <a:pt x="836" y="75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l1234"/>
            <p:cNvSpPr/>
            <p:nvPr/>
          </p:nvSpPr>
          <p:spPr>
            <a:xfrm>
              <a:off x="4693091" y="5585197"/>
              <a:ext cx="1055" cy="1843"/>
            </a:xfrm>
            <a:custGeom>
              <a:avLst/>
              <a:pathLst>
                <a:path w="1055" h="1843">
                  <a:moveTo>
                    <a:pt x="434" y="936"/>
                  </a:moveTo>
                  <a:lnTo>
                    <a:pt x="410" y="1056"/>
                  </a:lnTo>
                  <a:lnTo>
                    <a:pt x="414" y="1079"/>
                  </a:lnTo>
                  <a:lnTo>
                    <a:pt x="447" y="1134"/>
                  </a:lnTo>
                  <a:lnTo>
                    <a:pt x="550" y="1075"/>
                  </a:lnTo>
                  <a:lnTo>
                    <a:pt x="567" y="1074"/>
                  </a:lnTo>
                  <a:lnTo>
                    <a:pt x="687" y="1159"/>
                  </a:lnTo>
                  <a:lnTo>
                    <a:pt x="813" y="1304"/>
                  </a:lnTo>
                  <a:lnTo>
                    <a:pt x="797" y="1395"/>
                  </a:lnTo>
                  <a:lnTo>
                    <a:pt x="684" y="1723"/>
                  </a:lnTo>
                  <a:lnTo>
                    <a:pt x="601" y="1786"/>
                  </a:lnTo>
                  <a:lnTo>
                    <a:pt x="485" y="1843"/>
                  </a:lnTo>
                  <a:lnTo>
                    <a:pt x="176" y="1703"/>
                  </a:lnTo>
                  <a:lnTo>
                    <a:pt x="125" y="1672"/>
                  </a:lnTo>
                  <a:lnTo>
                    <a:pt x="24" y="1565"/>
                  </a:lnTo>
                  <a:lnTo>
                    <a:pt x="13" y="1498"/>
                  </a:lnTo>
                  <a:lnTo>
                    <a:pt x="0" y="1089"/>
                  </a:lnTo>
                  <a:lnTo>
                    <a:pt x="151" y="924"/>
                  </a:lnTo>
                  <a:lnTo>
                    <a:pt x="210" y="916"/>
                  </a:lnTo>
                  <a:lnTo>
                    <a:pt x="266" y="934"/>
                  </a:lnTo>
                  <a:lnTo>
                    <a:pt x="287" y="924"/>
                  </a:lnTo>
                  <a:lnTo>
                    <a:pt x="316" y="839"/>
                  </a:lnTo>
                  <a:lnTo>
                    <a:pt x="370" y="379"/>
                  </a:lnTo>
                  <a:lnTo>
                    <a:pt x="377" y="151"/>
                  </a:lnTo>
                  <a:lnTo>
                    <a:pt x="394" y="11"/>
                  </a:lnTo>
                  <a:lnTo>
                    <a:pt x="472" y="0"/>
                  </a:lnTo>
                  <a:lnTo>
                    <a:pt x="563" y="23"/>
                  </a:lnTo>
                  <a:lnTo>
                    <a:pt x="712" y="96"/>
                  </a:lnTo>
                  <a:lnTo>
                    <a:pt x="780" y="138"/>
                  </a:lnTo>
                  <a:lnTo>
                    <a:pt x="1055" y="529"/>
                  </a:lnTo>
                  <a:lnTo>
                    <a:pt x="1043" y="557"/>
                  </a:lnTo>
                  <a:lnTo>
                    <a:pt x="764" y="799"/>
                  </a:lnTo>
                  <a:lnTo>
                    <a:pt x="485" y="874"/>
                  </a:lnTo>
                  <a:lnTo>
                    <a:pt x="434" y="93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l1235"/>
            <p:cNvSpPr/>
            <p:nvPr/>
          </p:nvSpPr>
          <p:spPr>
            <a:xfrm>
              <a:off x="4681803" y="5581642"/>
              <a:ext cx="289" cy="478"/>
            </a:xfrm>
            <a:custGeom>
              <a:avLst/>
              <a:pathLst>
                <a:path w="289" h="478">
                  <a:moveTo>
                    <a:pt x="183" y="473"/>
                  </a:moveTo>
                  <a:lnTo>
                    <a:pt x="156" y="478"/>
                  </a:lnTo>
                  <a:lnTo>
                    <a:pt x="122" y="472"/>
                  </a:lnTo>
                  <a:lnTo>
                    <a:pt x="58" y="421"/>
                  </a:lnTo>
                  <a:lnTo>
                    <a:pt x="37" y="390"/>
                  </a:lnTo>
                  <a:lnTo>
                    <a:pt x="2" y="299"/>
                  </a:lnTo>
                  <a:lnTo>
                    <a:pt x="0" y="275"/>
                  </a:lnTo>
                  <a:lnTo>
                    <a:pt x="90" y="81"/>
                  </a:lnTo>
                  <a:lnTo>
                    <a:pt x="128" y="41"/>
                  </a:lnTo>
                  <a:lnTo>
                    <a:pt x="215" y="0"/>
                  </a:lnTo>
                  <a:lnTo>
                    <a:pt x="244" y="16"/>
                  </a:lnTo>
                  <a:lnTo>
                    <a:pt x="289" y="263"/>
                  </a:lnTo>
                  <a:lnTo>
                    <a:pt x="273" y="381"/>
                  </a:lnTo>
                  <a:lnTo>
                    <a:pt x="251" y="413"/>
                  </a:lnTo>
                  <a:lnTo>
                    <a:pt x="183" y="4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l1236"/>
            <p:cNvSpPr/>
            <p:nvPr/>
          </p:nvSpPr>
          <p:spPr>
            <a:xfrm>
              <a:off x="4694808" y="5581757"/>
              <a:ext cx="645" cy="406"/>
            </a:xfrm>
            <a:custGeom>
              <a:avLst/>
              <a:pathLst>
                <a:path w="645" h="406">
                  <a:moveTo>
                    <a:pt x="216" y="400"/>
                  </a:moveTo>
                  <a:lnTo>
                    <a:pt x="177" y="406"/>
                  </a:lnTo>
                  <a:lnTo>
                    <a:pt x="98" y="352"/>
                  </a:lnTo>
                  <a:lnTo>
                    <a:pt x="64" y="294"/>
                  </a:lnTo>
                  <a:lnTo>
                    <a:pt x="46" y="252"/>
                  </a:lnTo>
                  <a:lnTo>
                    <a:pt x="0" y="26"/>
                  </a:lnTo>
                  <a:lnTo>
                    <a:pt x="19" y="3"/>
                  </a:lnTo>
                  <a:lnTo>
                    <a:pt x="41" y="0"/>
                  </a:lnTo>
                  <a:lnTo>
                    <a:pt x="629" y="87"/>
                  </a:lnTo>
                  <a:lnTo>
                    <a:pt x="640" y="98"/>
                  </a:lnTo>
                  <a:lnTo>
                    <a:pt x="645" y="144"/>
                  </a:lnTo>
                  <a:lnTo>
                    <a:pt x="241" y="386"/>
                  </a:lnTo>
                  <a:lnTo>
                    <a:pt x="216" y="40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l1237"/>
            <p:cNvSpPr/>
            <p:nvPr/>
          </p:nvSpPr>
          <p:spPr>
            <a:xfrm>
              <a:off x="4696253" y="5576160"/>
              <a:ext cx="941" cy="831"/>
            </a:xfrm>
            <a:custGeom>
              <a:avLst/>
              <a:pathLst>
                <a:path w="941" h="831">
                  <a:moveTo>
                    <a:pt x="914" y="136"/>
                  </a:moveTo>
                  <a:lnTo>
                    <a:pt x="696" y="445"/>
                  </a:lnTo>
                  <a:lnTo>
                    <a:pt x="633" y="464"/>
                  </a:lnTo>
                  <a:lnTo>
                    <a:pt x="562" y="468"/>
                  </a:lnTo>
                  <a:lnTo>
                    <a:pt x="450" y="444"/>
                  </a:lnTo>
                  <a:lnTo>
                    <a:pt x="356" y="816"/>
                  </a:lnTo>
                  <a:lnTo>
                    <a:pt x="349" y="823"/>
                  </a:lnTo>
                  <a:lnTo>
                    <a:pt x="323" y="831"/>
                  </a:lnTo>
                  <a:lnTo>
                    <a:pt x="135" y="765"/>
                  </a:lnTo>
                  <a:lnTo>
                    <a:pt x="123" y="748"/>
                  </a:lnTo>
                  <a:lnTo>
                    <a:pt x="0" y="380"/>
                  </a:lnTo>
                  <a:lnTo>
                    <a:pt x="1" y="315"/>
                  </a:lnTo>
                  <a:lnTo>
                    <a:pt x="37" y="276"/>
                  </a:lnTo>
                  <a:lnTo>
                    <a:pt x="196" y="183"/>
                  </a:lnTo>
                  <a:lnTo>
                    <a:pt x="290" y="180"/>
                  </a:lnTo>
                  <a:lnTo>
                    <a:pt x="288" y="237"/>
                  </a:lnTo>
                  <a:lnTo>
                    <a:pt x="332" y="266"/>
                  </a:lnTo>
                  <a:lnTo>
                    <a:pt x="357" y="270"/>
                  </a:lnTo>
                  <a:lnTo>
                    <a:pt x="434" y="209"/>
                  </a:lnTo>
                  <a:lnTo>
                    <a:pt x="481" y="140"/>
                  </a:lnTo>
                  <a:lnTo>
                    <a:pt x="473" y="89"/>
                  </a:lnTo>
                  <a:lnTo>
                    <a:pt x="615" y="0"/>
                  </a:lnTo>
                  <a:lnTo>
                    <a:pt x="921" y="41"/>
                  </a:lnTo>
                  <a:lnTo>
                    <a:pt x="938" y="53"/>
                  </a:lnTo>
                  <a:lnTo>
                    <a:pt x="941" y="67"/>
                  </a:lnTo>
                  <a:lnTo>
                    <a:pt x="914" y="13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l1238"/>
            <p:cNvSpPr/>
            <p:nvPr/>
          </p:nvSpPr>
          <p:spPr>
            <a:xfrm>
              <a:off x="4719513" y="5571601"/>
              <a:ext cx="705" cy="492"/>
            </a:xfrm>
            <a:custGeom>
              <a:avLst/>
              <a:pathLst>
                <a:path w="705" h="492">
                  <a:moveTo>
                    <a:pt x="676" y="440"/>
                  </a:moveTo>
                  <a:lnTo>
                    <a:pt x="505" y="492"/>
                  </a:lnTo>
                  <a:lnTo>
                    <a:pt x="482" y="482"/>
                  </a:lnTo>
                  <a:lnTo>
                    <a:pt x="431" y="458"/>
                  </a:lnTo>
                  <a:lnTo>
                    <a:pt x="4" y="93"/>
                  </a:lnTo>
                  <a:lnTo>
                    <a:pt x="0" y="79"/>
                  </a:lnTo>
                  <a:lnTo>
                    <a:pt x="6" y="65"/>
                  </a:lnTo>
                  <a:lnTo>
                    <a:pt x="42" y="25"/>
                  </a:lnTo>
                  <a:lnTo>
                    <a:pt x="114" y="0"/>
                  </a:lnTo>
                  <a:lnTo>
                    <a:pt x="562" y="94"/>
                  </a:lnTo>
                  <a:lnTo>
                    <a:pt x="645" y="202"/>
                  </a:lnTo>
                  <a:lnTo>
                    <a:pt x="705" y="311"/>
                  </a:lnTo>
                  <a:lnTo>
                    <a:pt x="676" y="44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l1239"/>
            <p:cNvSpPr/>
            <p:nvPr/>
          </p:nvSpPr>
          <p:spPr>
            <a:xfrm>
              <a:off x="4721056" y="5569437"/>
              <a:ext cx="682" cy="509"/>
            </a:xfrm>
            <a:custGeom>
              <a:avLst/>
              <a:pathLst>
                <a:path w="682" h="509">
                  <a:moveTo>
                    <a:pt x="377" y="509"/>
                  </a:moveTo>
                  <a:lnTo>
                    <a:pt x="238" y="498"/>
                  </a:lnTo>
                  <a:lnTo>
                    <a:pt x="138" y="459"/>
                  </a:lnTo>
                  <a:lnTo>
                    <a:pt x="116" y="436"/>
                  </a:lnTo>
                  <a:lnTo>
                    <a:pt x="0" y="46"/>
                  </a:lnTo>
                  <a:lnTo>
                    <a:pt x="0" y="27"/>
                  </a:lnTo>
                  <a:lnTo>
                    <a:pt x="24" y="0"/>
                  </a:lnTo>
                  <a:lnTo>
                    <a:pt x="74" y="3"/>
                  </a:lnTo>
                  <a:lnTo>
                    <a:pt x="173" y="33"/>
                  </a:lnTo>
                  <a:lnTo>
                    <a:pt x="425" y="148"/>
                  </a:lnTo>
                  <a:lnTo>
                    <a:pt x="564" y="251"/>
                  </a:lnTo>
                  <a:lnTo>
                    <a:pt x="682" y="399"/>
                  </a:lnTo>
                  <a:lnTo>
                    <a:pt x="663" y="451"/>
                  </a:lnTo>
                  <a:lnTo>
                    <a:pt x="442" y="509"/>
                  </a:lnTo>
                  <a:lnTo>
                    <a:pt x="377" y="50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l1240"/>
            <p:cNvSpPr/>
            <p:nvPr/>
          </p:nvSpPr>
          <p:spPr>
            <a:xfrm>
              <a:off x="4721896" y="5569469"/>
              <a:ext cx="473" cy="349"/>
            </a:xfrm>
            <a:custGeom>
              <a:avLst/>
              <a:pathLst>
                <a:path w="473" h="349">
                  <a:moveTo>
                    <a:pt x="471" y="294"/>
                  </a:moveTo>
                  <a:lnTo>
                    <a:pt x="344" y="349"/>
                  </a:lnTo>
                  <a:lnTo>
                    <a:pt x="48" y="192"/>
                  </a:lnTo>
                  <a:lnTo>
                    <a:pt x="0" y="131"/>
                  </a:lnTo>
                  <a:lnTo>
                    <a:pt x="41" y="8"/>
                  </a:lnTo>
                  <a:lnTo>
                    <a:pt x="51" y="0"/>
                  </a:lnTo>
                  <a:lnTo>
                    <a:pt x="432" y="120"/>
                  </a:lnTo>
                  <a:lnTo>
                    <a:pt x="459" y="140"/>
                  </a:lnTo>
                  <a:lnTo>
                    <a:pt x="473" y="174"/>
                  </a:lnTo>
                  <a:lnTo>
                    <a:pt x="471" y="29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l1241"/>
            <p:cNvSpPr/>
            <p:nvPr/>
          </p:nvSpPr>
          <p:spPr>
            <a:xfrm>
              <a:off x="4718264" y="5568888"/>
              <a:ext cx="2905" cy="2135"/>
            </a:xfrm>
            <a:custGeom>
              <a:avLst/>
              <a:pathLst>
                <a:path w="2905" h="2135">
                  <a:moveTo>
                    <a:pt x="670" y="35"/>
                  </a:moveTo>
                  <a:lnTo>
                    <a:pt x="685" y="45"/>
                  </a:lnTo>
                  <a:lnTo>
                    <a:pt x="726" y="41"/>
                  </a:lnTo>
                  <a:lnTo>
                    <a:pt x="761" y="80"/>
                  </a:lnTo>
                  <a:lnTo>
                    <a:pt x="851" y="209"/>
                  </a:lnTo>
                  <a:lnTo>
                    <a:pt x="875" y="293"/>
                  </a:lnTo>
                  <a:lnTo>
                    <a:pt x="889" y="314"/>
                  </a:lnTo>
                  <a:lnTo>
                    <a:pt x="978" y="333"/>
                  </a:lnTo>
                  <a:lnTo>
                    <a:pt x="1077" y="403"/>
                  </a:lnTo>
                  <a:lnTo>
                    <a:pt x="1207" y="495"/>
                  </a:lnTo>
                  <a:lnTo>
                    <a:pt x="1439" y="559"/>
                  </a:lnTo>
                  <a:lnTo>
                    <a:pt x="1691" y="653"/>
                  </a:lnTo>
                  <a:lnTo>
                    <a:pt x="1734" y="708"/>
                  </a:lnTo>
                  <a:lnTo>
                    <a:pt x="1897" y="1043"/>
                  </a:lnTo>
                  <a:lnTo>
                    <a:pt x="2352" y="1280"/>
                  </a:lnTo>
                  <a:lnTo>
                    <a:pt x="2472" y="1368"/>
                  </a:lnTo>
                  <a:lnTo>
                    <a:pt x="2526" y="1419"/>
                  </a:lnTo>
                  <a:lnTo>
                    <a:pt x="2659" y="1567"/>
                  </a:lnTo>
                  <a:lnTo>
                    <a:pt x="2685" y="1632"/>
                  </a:lnTo>
                  <a:lnTo>
                    <a:pt x="2676" y="1653"/>
                  </a:lnTo>
                  <a:lnTo>
                    <a:pt x="2595" y="1726"/>
                  </a:lnTo>
                  <a:lnTo>
                    <a:pt x="2745" y="1940"/>
                  </a:lnTo>
                  <a:lnTo>
                    <a:pt x="2902" y="2088"/>
                  </a:lnTo>
                  <a:lnTo>
                    <a:pt x="2905" y="2100"/>
                  </a:lnTo>
                  <a:lnTo>
                    <a:pt x="2878" y="2128"/>
                  </a:lnTo>
                  <a:lnTo>
                    <a:pt x="2861" y="2135"/>
                  </a:lnTo>
                  <a:lnTo>
                    <a:pt x="2671" y="2093"/>
                  </a:lnTo>
                  <a:lnTo>
                    <a:pt x="2519" y="1999"/>
                  </a:lnTo>
                  <a:lnTo>
                    <a:pt x="2489" y="1962"/>
                  </a:lnTo>
                  <a:lnTo>
                    <a:pt x="2475" y="1916"/>
                  </a:lnTo>
                  <a:lnTo>
                    <a:pt x="1926" y="1410"/>
                  </a:lnTo>
                  <a:lnTo>
                    <a:pt x="1760" y="1268"/>
                  </a:lnTo>
                  <a:lnTo>
                    <a:pt x="1719" y="1242"/>
                  </a:lnTo>
                  <a:lnTo>
                    <a:pt x="1702" y="1269"/>
                  </a:lnTo>
                  <a:lnTo>
                    <a:pt x="1813" y="1453"/>
                  </a:lnTo>
                  <a:lnTo>
                    <a:pt x="1851" y="1469"/>
                  </a:lnTo>
                  <a:lnTo>
                    <a:pt x="1888" y="1502"/>
                  </a:lnTo>
                  <a:lnTo>
                    <a:pt x="2074" y="1733"/>
                  </a:lnTo>
                  <a:lnTo>
                    <a:pt x="2084" y="1758"/>
                  </a:lnTo>
                  <a:lnTo>
                    <a:pt x="2083" y="1787"/>
                  </a:lnTo>
                  <a:lnTo>
                    <a:pt x="1989" y="1773"/>
                  </a:lnTo>
                  <a:lnTo>
                    <a:pt x="1954" y="1758"/>
                  </a:lnTo>
                  <a:lnTo>
                    <a:pt x="1225" y="1386"/>
                  </a:lnTo>
                  <a:lnTo>
                    <a:pt x="786" y="1149"/>
                  </a:lnTo>
                  <a:lnTo>
                    <a:pt x="764" y="1164"/>
                  </a:lnTo>
                  <a:lnTo>
                    <a:pt x="663" y="1319"/>
                  </a:lnTo>
                  <a:lnTo>
                    <a:pt x="648" y="1370"/>
                  </a:lnTo>
                  <a:lnTo>
                    <a:pt x="761" y="1602"/>
                  </a:lnTo>
                  <a:lnTo>
                    <a:pt x="801" y="1646"/>
                  </a:lnTo>
                  <a:lnTo>
                    <a:pt x="837" y="1664"/>
                  </a:lnTo>
                  <a:lnTo>
                    <a:pt x="869" y="1691"/>
                  </a:lnTo>
                  <a:lnTo>
                    <a:pt x="998" y="1869"/>
                  </a:lnTo>
                  <a:lnTo>
                    <a:pt x="1058" y="2032"/>
                  </a:lnTo>
                  <a:lnTo>
                    <a:pt x="1049" y="2084"/>
                  </a:lnTo>
                  <a:lnTo>
                    <a:pt x="1032" y="2109"/>
                  </a:lnTo>
                  <a:lnTo>
                    <a:pt x="1014" y="2118"/>
                  </a:lnTo>
                  <a:lnTo>
                    <a:pt x="927" y="2102"/>
                  </a:lnTo>
                  <a:lnTo>
                    <a:pt x="756" y="1977"/>
                  </a:lnTo>
                  <a:lnTo>
                    <a:pt x="726" y="1942"/>
                  </a:lnTo>
                  <a:lnTo>
                    <a:pt x="681" y="1869"/>
                  </a:lnTo>
                  <a:lnTo>
                    <a:pt x="667" y="1813"/>
                  </a:lnTo>
                  <a:lnTo>
                    <a:pt x="411" y="1577"/>
                  </a:lnTo>
                  <a:lnTo>
                    <a:pt x="153" y="1442"/>
                  </a:lnTo>
                  <a:lnTo>
                    <a:pt x="33" y="1366"/>
                  </a:lnTo>
                  <a:lnTo>
                    <a:pt x="13" y="1346"/>
                  </a:lnTo>
                  <a:lnTo>
                    <a:pt x="4" y="1322"/>
                  </a:lnTo>
                  <a:lnTo>
                    <a:pt x="0" y="1239"/>
                  </a:lnTo>
                  <a:lnTo>
                    <a:pt x="103" y="1139"/>
                  </a:lnTo>
                  <a:lnTo>
                    <a:pt x="164" y="1097"/>
                  </a:lnTo>
                  <a:lnTo>
                    <a:pt x="214" y="1087"/>
                  </a:lnTo>
                  <a:lnTo>
                    <a:pt x="254" y="1110"/>
                  </a:lnTo>
                  <a:lnTo>
                    <a:pt x="428" y="1163"/>
                  </a:lnTo>
                  <a:lnTo>
                    <a:pt x="499" y="1172"/>
                  </a:lnTo>
                  <a:lnTo>
                    <a:pt x="540" y="1132"/>
                  </a:lnTo>
                  <a:lnTo>
                    <a:pt x="546" y="1076"/>
                  </a:lnTo>
                  <a:lnTo>
                    <a:pt x="538" y="1032"/>
                  </a:lnTo>
                  <a:lnTo>
                    <a:pt x="445" y="827"/>
                  </a:lnTo>
                  <a:lnTo>
                    <a:pt x="327" y="521"/>
                  </a:lnTo>
                  <a:lnTo>
                    <a:pt x="366" y="501"/>
                  </a:lnTo>
                  <a:lnTo>
                    <a:pt x="401" y="499"/>
                  </a:lnTo>
                  <a:lnTo>
                    <a:pt x="644" y="546"/>
                  </a:lnTo>
                  <a:lnTo>
                    <a:pt x="852" y="657"/>
                  </a:lnTo>
                  <a:lnTo>
                    <a:pt x="899" y="697"/>
                  </a:lnTo>
                  <a:lnTo>
                    <a:pt x="983" y="747"/>
                  </a:lnTo>
                  <a:lnTo>
                    <a:pt x="1065" y="785"/>
                  </a:lnTo>
                  <a:lnTo>
                    <a:pt x="1172" y="796"/>
                  </a:lnTo>
                  <a:lnTo>
                    <a:pt x="1187" y="750"/>
                  </a:lnTo>
                  <a:lnTo>
                    <a:pt x="1167" y="621"/>
                  </a:lnTo>
                  <a:lnTo>
                    <a:pt x="1136" y="579"/>
                  </a:lnTo>
                  <a:lnTo>
                    <a:pt x="1091" y="557"/>
                  </a:lnTo>
                  <a:lnTo>
                    <a:pt x="1005" y="547"/>
                  </a:lnTo>
                  <a:lnTo>
                    <a:pt x="882" y="456"/>
                  </a:lnTo>
                  <a:lnTo>
                    <a:pt x="827" y="421"/>
                  </a:lnTo>
                  <a:lnTo>
                    <a:pt x="823" y="394"/>
                  </a:lnTo>
                  <a:lnTo>
                    <a:pt x="843" y="334"/>
                  </a:lnTo>
                  <a:lnTo>
                    <a:pt x="849" y="327"/>
                  </a:lnTo>
                  <a:lnTo>
                    <a:pt x="847" y="305"/>
                  </a:lnTo>
                  <a:lnTo>
                    <a:pt x="835" y="285"/>
                  </a:lnTo>
                  <a:lnTo>
                    <a:pt x="819" y="273"/>
                  </a:lnTo>
                  <a:lnTo>
                    <a:pt x="668" y="214"/>
                  </a:lnTo>
                  <a:lnTo>
                    <a:pt x="532" y="146"/>
                  </a:lnTo>
                  <a:lnTo>
                    <a:pt x="512" y="121"/>
                  </a:lnTo>
                  <a:lnTo>
                    <a:pt x="490" y="72"/>
                  </a:lnTo>
                  <a:lnTo>
                    <a:pt x="427" y="16"/>
                  </a:lnTo>
                  <a:lnTo>
                    <a:pt x="423" y="9"/>
                  </a:lnTo>
                  <a:lnTo>
                    <a:pt x="427" y="0"/>
                  </a:lnTo>
                  <a:lnTo>
                    <a:pt x="609" y="27"/>
                  </a:lnTo>
                  <a:lnTo>
                    <a:pt x="653" y="25"/>
                  </a:lnTo>
                  <a:lnTo>
                    <a:pt x="670" y="3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l1242"/>
            <p:cNvSpPr/>
            <p:nvPr/>
          </p:nvSpPr>
          <p:spPr>
            <a:xfrm>
              <a:off x="4720060" y="5568351"/>
              <a:ext cx="442" cy="384"/>
            </a:xfrm>
            <a:custGeom>
              <a:avLst/>
              <a:pathLst>
                <a:path w="442" h="384">
                  <a:moveTo>
                    <a:pt x="382" y="382"/>
                  </a:moveTo>
                  <a:lnTo>
                    <a:pt x="338" y="384"/>
                  </a:lnTo>
                  <a:lnTo>
                    <a:pt x="123" y="275"/>
                  </a:lnTo>
                  <a:lnTo>
                    <a:pt x="0" y="91"/>
                  </a:lnTo>
                  <a:lnTo>
                    <a:pt x="91" y="24"/>
                  </a:lnTo>
                  <a:lnTo>
                    <a:pt x="241" y="1"/>
                  </a:lnTo>
                  <a:lnTo>
                    <a:pt x="292" y="0"/>
                  </a:lnTo>
                  <a:lnTo>
                    <a:pt x="347" y="29"/>
                  </a:lnTo>
                  <a:lnTo>
                    <a:pt x="442" y="153"/>
                  </a:lnTo>
                  <a:lnTo>
                    <a:pt x="408" y="357"/>
                  </a:lnTo>
                  <a:lnTo>
                    <a:pt x="382" y="38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l1243"/>
            <p:cNvSpPr/>
            <p:nvPr/>
          </p:nvSpPr>
          <p:spPr>
            <a:xfrm>
              <a:off x="4707605" y="5559977"/>
              <a:ext cx="692" cy="676"/>
            </a:xfrm>
            <a:custGeom>
              <a:avLst/>
              <a:pathLst>
                <a:path w="692" h="676">
                  <a:moveTo>
                    <a:pt x="692" y="92"/>
                  </a:moveTo>
                  <a:lnTo>
                    <a:pt x="555" y="195"/>
                  </a:lnTo>
                  <a:lnTo>
                    <a:pt x="473" y="176"/>
                  </a:lnTo>
                  <a:lnTo>
                    <a:pt x="382" y="211"/>
                  </a:lnTo>
                  <a:lnTo>
                    <a:pt x="305" y="257"/>
                  </a:lnTo>
                  <a:lnTo>
                    <a:pt x="265" y="336"/>
                  </a:lnTo>
                  <a:lnTo>
                    <a:pt x="239" y="432"/>
                  </a:lnTo>
                  <a:lnTo>
                    <a:pt x="121" y="622"/>
                  </a:lnTo>
                  <a:lnTo>
                    <a:pt x="64" y="672"/>
                  </a:lnTo>
                  <a:lnTo>
                    <a:pt x="9" y="676"/>
                  </a:lnTo>
                  <a:lnTo>
                    <a:pt x="0" y="633"/>
                  </a:lnTo>
                  <a:lnTo>
                    <a:pt x="4" y="382"/>
                  </a:lnTo>
                  <a:lnTo>
                    <a:pt x="18" y="263"/>
                  </a:lnTo>
                  <a:lnTo>
                    <a:pt x="91" y="209"/>
                  </a:lnTo>
                  <a:lnTo>
                    <a:pt x="338" y="55"/>
                  </a:lnTo>
                  <a:lnTo>
                    <a:pt x="520" y="0"/>
                  </a:lnTo>
                  <a:lnTo>
                    <a:pt x="671" y="43"/>
                  </a:lnTo>
                  <a:lnTo>
                    <a:pt x="684" y="55"/>
                  </a:lnTo>
                  <a:lnTo>
                    <a:pt x="692" y="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l1244"/>
            <p:cNvSpPr/>
            <p:nvPr/>
          </p:nvSpPr>
          <p:spPr>
            <a:xfrm>
              <a:off x="4726261" y="5561692"/>
              <a:ext cx="519" cy="579"/>
            </a:xfrm>
            <a:custGeom>
              <a:avLst/>
              <a:pathLst>
                <a:path w="519" h="579">
                  <a:moveTo>
                    <a:pt x="277" y="579"/>
                  </a:moveTo>
                  <a:lnTo>
                    <a:pt x="235" y="576"/>
                  </a:lnTo>
                  <a:lnTo>
                    <a:pt x="3" y="313"/>
                  </a:lnTo>
                  <a:lnTo>
                    <a:pt x="0" y="281"/>
                  </a:lnTo>
                  <a:lnTo>
                    <a:pt x="14" y="231"/>
                  </a:lnTo>
                  <a:lnTo>
                    <a:pt x="125" y="64"/>
                  </a:lnTo>
                  <a:lnTo>
                    <a:pt x="190" y="30"/>
                  </a:lnTo>
                  <a:lnTo>
                    <a:pt x="328" y="0"/>
                  </a:lnTo>
                  <a:lnTo>
                    <a:pt x="508" y="69"/>
                  </a:lnTo>
                  <a:lnTo>
                    <a:pt x="519" y="79"/>
                  </a:lnTo>
                  <a:lnTo>
                    <a:pt x="446" y="463"/>
                  </a:lnTo>
                  <a:lnTo>
                    <a:pt x="370" y="538"/>
                  </a:lnTo>
                  <a:lnTo>
                    <a:pt x="326" y="565"/>
                  </a:lnTo>
                  <a:lnTo>
                    <a:pt x="277" y="57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l1245"/>
            <p:cNvSpPr/>
            <p:nvPr/>
          </p:nvSpPr>
          <p:spPr>
            <a:xfrm>
              <a:off x="4725661" y="5561565"/>
              <a:ext cx="559" cy="689"/>
            </a:xfrm>
            <a:custGeom>
              <a:avLst/>
              <a:pathLst>
                <a:path w="559" h="689">
                  <a:moveTo>
                    <a:pt x="61" y="688"/>
                  </a:moveTo>
                  <a:lnTo>
                    <a:pt x="43" y="689"/>
                  </a:lnTo>
                  <a:lnTo>
                    <a:pt x="0" y="568"/>
                  </a:lnTo>
                  <a:lnTo>
                    <a:pt x="0" y="547"/>
                  </a:lnTo>
                  <a:lnTo>
                    <a:pt x="220" y="96"/>
                  </a:lnTo>
                  <a:lnTo>
                    <a:pt x="235" y="81"/>
                  </a:lnTo>
                  <a:lnTo>
                    <a:pt x="394" y="0"/>
                  </a:lnTo>
                  <a:lnTo>
                    <a:pt x="556" y="40"/>
                  </a:lnTo>
                  <a:lnTo>
                    <a:pt x="559" y="49"/>
                  </a:lnTo>
                  <a:lnTo>
                    <a:pt x="441" y="294"/>
                  </a:lnTo>
                  <a:lnTo>
                    <a:pt x="243" y="598"/>
                  </a:lnTo>
                  <a:lnTo>
                    <a:pt x="221" y="615"/>
                  </a:lnTo>
                  <a:lnTo>
                    <a:pt x="142" y="653"/>
                  </a:lnTo>
                  <a:lnTo>
                    <a:pt x="61" y="68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l1246"/>
            <p:cNvSpPr/>
            <p:nvPr/>
          </p:nvSpPr>
          <p:spPr>
            <a:xfrm>
              <a:off x="4723841" y="5560957"/>
              <a:ext cx="548" cy="427"/>
            </a:xfrm>
            <a:custGeom>
              <a:avLst/>
              <a:pathLst>
                <a:path w="548" h="427">
                  <a:moveTo>
                    <a:pt x="272" y="405"/>
                  </a:moveTo>
                  <a:lnTo>
                    <a:pt x="148" y="427"/>
                  </a:lnTo>
                  <a:lnTo>
                    <a:pt x="97" y="413"/>
                  </a:lnTo>
                  <a:lnTo>
                    <a:pt x="1" y="310"/>
                  </a:lnTo>
                  <a:lnTo>
                    <a:pt x="0" y="291"/>
                  </a:lnTo>
                  <a:lnTo>
                    <a:pt x="21" y="200"/>
                  </a:lnTo>
                  <a:lnTo>
                    <a:pt x="103" y="88"/>
                  </a:lnTo>
                  <a:lnTo>
                    <a:pt x="132" y="64"/>
                  </a:lnTo>
                  <a:lnTo>
                    <a:pt x="172" y="46"/>
                  </a:lnTo>
                  <a:lnTo>
                    <a:pt x="303" y="7"/>
                  </a:lnTo>
                  <a:lnTo>
                    <a:pt x="353" y="0"/>
                  </a:lnTo>
                  <a:lnTo>
                    <a:pt x="405" y="3"/>
                  </a:lnTo>
                  <a:lnTo>
                    <a:pt x="442" y="34"/>
                  </a:lnTo>
                  <a:lnTo>
                    <a:pt x="532" y="144"/>
                  </a:lnTo>
                  <a:lnTo>
                    <a:pt x="548" y="169"/>
                  </a:lnTo>
                  <a:lnTo>
                    <a:pt x="548" y="185"/>
                  </a:lnTo>
                  <a:lnTo>
                    <a:pt x="272" y="40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l1247"/>
            <p:cNvSpPr/>
            <p:nvPr/>
          </p:nvSpPr>
          <p:spPr>
            <a:xfrm>
              <a:off x="4707907" y="5557964"/>
              <a:ext cx="632" cy="658"/>
            </a:xfrm>
            <a:custGeom>
              <a:avLst/>
              <a:pathLst>
                <a:path w="632" h="658">
                  <a:moveTo>
                    <a:pt x="395" y="658"/>
                  </a:moveTo>
                  <a:lnTo>
                    <a:pt x="372" y="658"/>
                  </a:lnTo>
                  <a:lnTo>
                    <a:pt x="189" y="447"/>
                  </a:lnTo>
                  <a:lnTo>
                    <a:pt x="0" y="129"/>
                  </a:lnTo>
                  <a:lnTo>
                    <a:pt x="61" y="38"/>
                  </a:lnTo>
                  <a:lnTo>
                    <a:pt x="116" y="2"/>
                  </a:lnTo>
                  <a:lnTo>
                    <a:pt x="140" y="0"/>
                  </a:lnTo>
                  <a:lnTo>
                    <a:pt x="336" y="91"/>
                  </a:lnTo>
                  <a:lnTo>
                    <a:pt x="372" y="123"/>
                  </a:lnTo>
                  <a:lnTo>
                    <a:pt x="557" y="326"/>
                  </a:lnTo>
                  <a:lnTo>
                    <a:pt x="632" y="560"/>
                  </a:lnTo>
                  <a:lnTo>
                    <a:pt x="624" y="572"/>
                  </a:lnTo>
                  <a:lnTo>
                    <a:pt x="567" y="610"/>
                  </a:lnTo>
                  <a:lnTo>
                    <a:pt x="395" y="65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l1248"/>
            <p:cNvSpPr/>
            <p:nvPr/>
          </p:nvSpPr>
          <p:spPr>
            <a:xfrm>
              <a:off x="4725208" y="5560869"/>
              <a:ext cx="1198" cy="960"/>
            </a:xfrm>
            <a:custGeom>
              <a:avLst/>
              <a:pathLst>
                <a:path w="1198" h="960">
                  <a:moveTo>
                    <a:pt x="330" y="929"/>
                  </a:moveTo>
                  <a:lnTo>
                    <a:pt x="118" y="960"/>
                  </a:lnTo>
                  <a:lnTo>
                    <a:pt x="0" y="727"/>
                  </a:lnTo>
                  <a:lnTo>
                    <a:pt x="19" y="606"/>
                  </a:lnTo>
                  <a:lnTo>
                    <a:pt x="140" y="486"/>
                  </a:lnTo>
                  <a:lnTo>
                    <a:pt x="187" y="463"/>
                  </a:lnTo>
                  <a:lnTo>
                    <a:pt x="419" y="389"/>
                  </a:lnTo>
                  <a:lnTo>
                    <a:pt x="457" y="387"/>
                  </a:lnTo>
                  <a:lnTo>
                    <a:pt x="503" y="240"/>
                  </a:lnTo>
                  <a:lnTo>
                    <a:pt x="612" y="59"/>
                  </a:lnTo>
                  <a:lnTo>
                    <a:pt x="640" y="38"/>
                  </a:lnTo>
                  <a:lnTo>
                    <a:pt x="757" y="0"/>
                  </a:lnTo>
                  <a:lnTo>
                    <a:pt x="1093" y="5"/>
                  </a:lnTo>
                  <a:lnTo>
                    <a:pt x="1125" y="8"/>
                  </a:lnTo>
                  <a:lnTo>
                    <a:pt x="1181" y="47"/>
                  </a:lnTo>
                  <a:lnTo>
                    <a:pt x="1198" y="105"/>
                  </a:lnTo>
                  <a:lnTo>
                    <a:pt x="918" y="495"/>
                  </a:lnTo>
                  <a:lnTo>
                    <a:pt x="653" y="752"/>
                  </a:lnTo>
                  <a:lnTo>
                    <a:pt x="597" y="790"/>
                  </a:lnTo>
                  <a:lnTo>
                    <a:pt x="330" y="92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l1249"/>
            <p:cNvSpPr/>
            <p:nvPr/>
          </p:nvSpPr>
          <p:spPr>
            <a:xfrm>
              <a:off x="4714467" y="5558871"/>
              <a:ext cx="881" cy="1367"/>
            </a:xfrm>
            <a:custGeom>
              <a:avLst/>
              <a:pathLst>
                <a:path w="881" h="1367">
                  <a:moveTo>
                    <a:pt x="878" y="387"/>
                  </a:moveTo>
                  <a:lnTo>
                    <a:pt x="881" y="530"/>
                  </a:lnTo>
                  <a:lnTo>
                    <a:pt x="844" y="789"/>
                  </a:lnTo>
                  <a:lnTo>
                    <a:pt x="758" y="933"/>
                  </a:lnTo>
                  <a:lnTo>
                    <a:pt x="323" y="1298"/>
                  </a:lnTo>
                  <a:lnTo>
                    <a:pt x="208" y="1345"/>
                  </a:lnTo>
                  <a:lnTo>
                    <a:pt x="111" y="1367"/>
                  </a:lnTo>
                  <a:lnTo>
                    <a:pt x="96" y="1315"/>
                  </a:lnTo>
                  <a:lnTo>
                    <a:pt x="207" y="1204"/>
                  </a:lnTo>
                  <a:lnTo>
                    <a:pt x="243" y="1125"/>
                  </a:lnTo>
                  <a:lnTo>
                    <a:pt x="207" y="949"/>
                  </a:lnTo>
                  <a:lnTo>
                    <a:pt x="139" y="918"/>
                  </a:lnTo>
                  <a:lnTo>
                    <a:pt x="78" y="830"/>
                  </a:lnTo>
                  <a:lnTo>
                    <a:pt x="5" y="617"/>
                  </a:lnTo>
                  <a:lnTo>
                    <a:pt x="0" y="466"/>
                  </a:lnTo>
                  <a:lnTo>
                    <a:pt x="28" y="379"/>
                  </a:lnTo>
                  <a:lnTo>
                    <a:pt x="75" y="326"/>
                  </a:lnTo>
                  <a:lnTo>
                    <a:pt x="91" y="327"/>
                  </a:lnTo>
                  <a:lnTo>
                    <a:pt x="155" y="368"/>
                  </a:lnTo>
                  <a:lnTo>
                    <a:pt x="213" y="384"/>
                  </a:lnTo>
                  <a:lnTo>
                    <a:pt x="371" y="405"/>
                  </a:lnTo>
                  <a:lnTo>
                    <a:pt x="552" y="224"/>
                  </a:lnTo>
                  <a:lnTo>
                    <a:pt x="519" y="61"/>
                  </a:lnTo>
                  <a:lnTo>
                    <a:pt x="524" y="0"/>
                  </a:lnTo>
                  <a:lnTo>
                    <a:pt x="563" y="0"/>
                  </a:lnTo>
                  <a:lnTo>
                    <a:pt x="605" y="25"/>
                  </a:lnTo>
                  <a:lnTo>
                    <a:pt x="714" y="141"/>
                  </a:lnTo>
                  <a:lnTo>
                    <a:pt x="812" y="274"/>
                  </a:lnTo>
                  <a:lnTo>
                    <a:pt x="878" y="38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l1250"/>
            <p:cNvSpPr/>
            <p:nvPr/>
          </p:nvSpPr>
          <p:spPr>
            <a:xfrm>
              <a:off x="4707070" y="5557533"/>
              <a:ext cx="516" cy="377"/>
            </a:xfrm>
            <a:custGeom>
              <a:avLst/>
              <a:pathLst>
                <a:path w="516" h="377">
                  <a:moveTo>
                    <a:pt x="142" y="356"/>
                  </a:moveTo>
                  <a:lnTo>
                    <a:pt x="70" y="377"/>
                  </a:lnTo>
                  <a:lnTo>
                    <a:pt x="43" y="360"/>
                  </a:lnTo>
                  <a:lnTo>
                    <a:pt x="4" y="307"/>
                  </a:lnTo>
                  <a:lnTo>
                    <a:pt x="0" y="278"/>
                  </a:lnTo>
                  <a:lnTo>
                    <a:pt x="10" y="250"/>
                  </a:lnTo>
                  <a:lnTo>
                    <a:pt x="57" y="179"/>
                  </a:lnTo>
                  <a:lnTo>
                    <a:pt x="191" y="52"/>
                  </a:lnTo>
                  <a:lnTo>
                    <a:pt x="235" y="31"/>
                  </a:lnTo>
                  <a:lnTo>
                    <a:pt x="413" y="0"/>
                  </a:lnTo>
                  <a:lnTo>
                    <a:pt x="463" y="0"/>
                  </a:lnTo>
                  <a:lnTo>
                    <a:pt x="516" y="73"/>
                  </a:lnTo>
                  <a:lnTo>
                    <a:pt x="513" y="93"/>
                  </a:lnTo>
                  <a:lnTo>
                    <a:pt x="458" y="132"/>
                  </a:lnTo>
                  <a:lnTo>
                    <a:pt x="385" y="138"/>
                  </a:lnTo>
                  <a:lnTo>
                    <a:pt x="282" y="220"/>
                  </a:lnTo>
                  <a:lnTo>
                    <a:pt x="205" y="309"/>
                  </a:lnTo>
                  <a:lnTo>
                    <a:pt x="142" y="3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l1251"/>
            <p:cNvSpPr/>
            <p:nvPr/>
          </p:nvSpPr>
          <p:spPr>
            <a:xfrm>
              <a:off x="4711336" y="5557258"/>
              <a:ext cx="457" cy="495"/>
            </a:xfrm>
            <a:custGeom>
              <a:avLst/>
              <a:pathLst>
                <a:path w="457" h="495">
                  <a:moveTo>
                    <a:pt x="446" y="430"/>
                  </a:moveTo>
                  <a:lnTo>
                    <a:pt x="379" y="495"/>
                  </a:lnTo>
                  <a:lnTo>
                    <a:pt x="13" y="284"/>
                  </a:lnTo>
                  <a:lnTo>
                    <a:pt x="0" y="269"/>
                  </a:lnTo>
                  <a:lnTo>
                    <a:pt x="1" y="254"/>
                  </a:lnTo>
                  <a:lnTo>
                    <a:pt x="69" y="207"/>
                  </a:lnTo>
                  <a:lnTo>
                    <a:pt x="162" y="23"/>
                  </a:lnTo>
                  <a:lnTo>
                    <a:pt x="186" y="0"/>
                  </a:lnTo>
                  <a:lnTo>
                    <a:pt x="270" y="0"/>
                  </a:lnTo>
                  <a:lnTo>
                    <a:pt x="431" y="28"/>
                  </a:lnTo>
                  <a:lnTo>
                    <a:pt x="457" y="41"/>
                  </a:lnTo>
                  <a:lnTo>
                    <a:pt x="457" y="86"/>
                  </a:lnTo>
                  <a:lnTo>
                    <a:pt x="397" y="134"/>
                  </a:lnTo>
                  <a:lnTo>
                    <a:pt x="334" y="286"/>
                  </a:lnTo>
                  <a:lnTo>
                    <a:pt x="428" y="398"/>
                  </a:lnTo>
                  <a:lnTo>
                    <a:pt x="442" y="404"/>
                  </a:lnTo>
                  <a:lnTo>
                    <a:pt x="446" y="43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l1252"/>
            <p:cNvSpPr/>
            <p:nvPr/>
          </p:nvSpPr>
          <p:spPr>
            <a:xfrm>
              <a:off x="4710661" y="5556659"/>
              <a:ext cx="676" cy="344"/>
            </a:xfrm>
            <a:custGeom>
              <a:avLst/>
              <a:pathLst>
                <a:path w="676" h="344">
                  <a:moveTo>
                    <a:pt x="306" y="329"/>
                  </a:moveTo>
                  <a:lnTo>
                    <a:pt x="30" y="344"/>
                  </a:lnTo>
                  <a:lnTo>
                    <a:pt x="0" y="316"/>
                  </a:lnTo>
                  <a:lnTo>
                    <a:pt x="15" y="215"/>
                  </a:lnTo>
                  <a:lnTo>
                    <a:pt x="35" y="167"/>
                  </a:lnTo>
                  <a:lnTo>
                    <a:pt x="87" y="128"/>
                  </a:lnTo>
                  <a:lnTo>
                    <a:pt x="415" y="0"/>
                  </a:lnTo>
                  <a:lnTo>
                    <a:pt x="642" y="16"/>
                  </a:lnTo>
                  <a:lnTo>
                    <a:pt x="676" y="28"/>
                  </a:lnTo>
                  <a:lnTo>
                    <a:pt x="673" y="50"/>
                  </a:lnTo>
                  <a:lnTo>
                    <a:pt x="607" y="156"/>
                  </a:lnTo>
                  <a:lnTo>
                    <a:pt x="494" y="247"/>
                  </a:lnTo>
                  <a:lnTo>
                    <a:pt x="409" y="290"/>
                  </a:lnTo>
                  <a:lnTo>
                    <a:pt x="306" y="32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l1253"/>
            <p:cNvSpPr/>
            <p:nvPr/>
          </p:nvSpPr>
          <p:spPr>
            <a:xfrm>
              <a:off x="4722863" y="5553918"/>
              <a:ext cx="407" cy="428"/>
            </a:xfrm>
            <a:custGeom>
              <a:avLst/>
              <a:pathLst>
                <a:path w="407" h="428">
                  <a:moveTo>
                    <a:pt x="217" y="379"/>
                  </a:moveTo>
                  <a:lnTo>
                    <a:pt x="48" y="428"/>
                  </a:lnTo>
                  <a:lnTo>
                    <a:pt x="39" y="424"/>
                  </a:lnTo>
                  <a:lnTo>
                    <a:pt x="10" y="276"/>
                  </a:lnTo>
                  <a:lnTo>
                    <a:pt x="0" y="161"/>
                  </a:lnTo>
                  <a:lnTo>
                    <a:pt x="2" y="120"/>
                  </a:lnTo>
                  <a:lnTo>
                    <a:pt x="26" y="84"/>
                  </a:lnTo>
                  <a:lnTo>
                    <a:pt x="116" y="0"/>
                  </a:lnTo>
                  <a:lnTo>
                    <a:pt x="129" y="1"/>
                  </a:lnTo>
                  <a:lnTo>
                    <a:pt x="355" y="24"/>
                  </a:lnTo>
                  <a:lnTo>
                    <a:pt x="381" y="27"/>
                  </a:lnTo>
                  <a:lnTo>
                    <a:pt x="407" y="61"/>
                  </a:lnTo>
                  <a:lnTo>
                    <a:pt x="344" y="284"/>
                  </a:lnTo>
                  <a:lnTo>
                    <a:pt x="325" y="325"/>
                  </a:lnTo>
                  <a:lnTo>
                    <a:pt x="241" y="366"/>
                  </a:lnTo>
                  <a:lnTo>
                    <a:pt x="217" y="37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l1254"/>
            <p:cNvSpPr/>
            <p:nvPr/>
          </p:nvSpPr>
          <p:spPr>
            <a:xfrm>
              <a:off x="4722138" y="5553789"/>
              <a:ext cx="652" cy="595"/>
            </a:xfrm>
            <a:custGeom>
              <a:avLst/>
              <a:pathLst>
                <a:path w="652" h="595">
                  <a:moveTo>
                    <a:pt x="174" y="595"/>
                  </a:moveTo>
                  <a:lnTo>
                    <a:pt x="94" y="583"/>
                  </a:lnTo>
                  <a:lnTo>
                    <a:pt x="19" y="447"/>
                  </a:lnTo>
                  <a:lnTo>
                    <a:pt x="0" y="241"/>
                  </a:lnTo>
                  <a:lnTo>
                    <a:pt x="34" y="143"/>
                  </a:lnTo>
                  <a:lnTo>
                    <a:pt x="146" y="95"/>
                  </a:lnTo>
                  <a:lnTo>
                    <a:pt x="336" y="11"/>
                  </a:lnTo>
                  <a:lnTo>
                    <a:pt x="379" y="0"/>
                  </a:lnTo>
                  <a:lnTo>
                    <a:pt x="411" y="0"/>
                  </a:lnTo>
                  <a:lnTo>
                    <a:pt x="584" y="138"/>
                  </a:lnTo>
                  <a:lnTo>
                    <a:pt x="596" y="152"/>
                  </a:lnTo>
                  <a:lnTo>
                    <a:pt x="625" y="191"/>
                  </a:lnTo>
                  <a:lnTo>
                    <a:pt x="652" y="326"/>
                  </a:lnTo>
                  <a:lnTo>
                    <a:pt x="506" y="456"/>
                  </a:lnTo>
                  <a:lnTo>
                    <a:pt x="429" y="499"/>
                  </a:lnTo>
                  <a:lnTo>
                    <a:pt x="174" y="59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l1255"/>
            <p:cNvSpPr/>
            <p:nvPr/>
          </p:nvSpPr>
          <p:spPr>
            <a:xfrm>
              <a:off x="4722167" y="5553167"/>
              <a:ext cx="897" cy="491"/>
            </a:xfrm>
            <a:custGeom>
              <a:avLst/>
              <a:pathLst>
                <a:path w="897" h="491">
                  <a:moveTo>
                    <a:pt x="280" y="491"/>
                  </a:moveTo>
                  <a:lnTo>
                    <a:pt x="9" y="468"/>
                  </a:lnTo>
                  <a:lnTo>
                    <a:pt x="0" y="455"/>
                  </a:lnTo>
                  <a:lnTo>
                    <a:pt x="10" y="252"/>
                  </a:lnTo>
                  <a:lnTo>
                    <a:pt x="96" y="165"/>
                  </a:lnTo>
                  <a:lnTo>
                    <a:pt x="112" y="148"/>
                  </a:lnTo>
                  <a:lnTo>
                    <a:pt x="190" y="92"/>
                  </a:lnTo>
                  <a:lnTo>
                    <a:pt x="302" y="11"/>
                  </a:lnTo>
                  <a:lnTo>
                    <a:pt x="318" y="0"/>
                  </a:lnTo>
                  <a:lnTo>
                    <a:pt x="325" y="2"/>
                  </a:lnTo>
                  <a:lnTo>
                    <a:pt x="335" y="6"/>
                  </a:lnTo>
                  <a:lnTo>
                    <a:pt x="648" y="127"/>
                  </a:lnTo>
                  <a:lnTo>
                    <a:pt x="892" y="252"/>
                  </a:lnTo>
                  <a:lnTo>
                    <a:pt x="895" y="261"/>
                  </a:lnTo>
                  <a:lnTo>
                    <a:pt x="897" y="273"/>
                  </a:lnTo>
                  <a:lnTo>
                    <a:pt x="826" y="391"/>
                  </a:lnTo>
                  <a:lnTo>
                    <a:pt x="801" y="402"/>
                  </a:lnTo>
                  <a:lnTo>
                    <a:pt x="796" y="403"/>
                  </a:lnTo>
                  <a:lnTo>
                    <a:pt x="298" y="488"/>
                  </a:lnTo>
                  <a:lnTo>
                    <a:pt x="280" y="49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l1256"/>
            <p:cNvSpPr/>
            <p:nvPr/>
          </p:nvSpPr>
          <p:spPr>
            <a:xfrm>
              <a:off x="4719462" y="5552277"/>
              <a:ext cx="1031" cy="908"/>
            </a:xfrm>
            <a:custGeom>
              <a:avLst/>
              <a:pathLst>
                <a:path w="1031" h="908">
                  <a:moveTo>
                    <a:pt x="698" y="906"/>
                  </a:moveTo>
                  <a:lnTo>
                    <a:pt x="360" y="908"/>
                  </a:lnTo>
                  <a:lnTo>
                    <a:pt x="69" y="819"/>
                  </a:lnTo>
                  <a:lnTo>
                    <a:pt x="0" y="774"/>
                  </a:lnTo>
                  <a:lnTo>
                    <a:pt x="0" y="769"/>
                  </a:lnTo>
                  <a:lnTo>
                    <a:pt x="4" y="753"/>
                  </a:lnTo>
                  <a:lnTo>
                    <a:pt x="77" y="644"/>
                  </a:lnTo>
                  <a:lnTo>
                    <a:pt x="179" y="610"/>
                  </a:lnTo>
                  <a:lnTo>
                    <a:pt x="235" y="603"/>
                  </a:lnTo>
                  <a:lnTo>
                    <a:pt x="319" y="579"/>
                  </a:lnTo>
                  <a:lnTo>
                    <a:pt x="351" y="563"/>
                  </a:lnTo>
                  <a:lnTo>
                    <a:pt x="378" y="500"/>
                  </a:lnTo>
                  <a:lnTo>
                    <a:pt x="399" y="322"/>
                  </a:lnTo>
                  <a:lnTo>
                    <a:pt x="378" y="188"/>
                  </a:lnTo>
                  <a:lnTo>
                    <a:pt x="384" y="171"/>
                  </a:lnTo>
                  <a:lnTo>
                    <a:pt x="458" y="91"/>
                  </a:lnTo>
                  <a:lnTo>
                    <a:pt x="466" y="82"/>
                  </a:lnTo>
                  <a:lnTo>
                    <a:pt x="706" y="3"/>
                  </a:lnTo>
                  <a:lnTo>
                    <a:pt x="773" y="0"/>
                  </a:lnTo>
                  <a:lnTo>
                    <a:pt x="800" y="15"/>
                  </a:lnTo>
                  <a:lnTo>
                    <a:pt x="962" y="231"/>
                  </a:lnTo>
                  <a:lnTo>
                    <a:pt x="997" y="310"/>
                  </a:lnTo>
                  <a:lnTo>
                    <a:pt x="1018" y="420"/>
                  </a:lnTo>
                  <a:lnTo>
                    <a:pt x="1031" y="485"/>
                  </a:lnTo>
                  <a:lnTo>
                    <a:pt x="987" y="665"/>
                  </a:lnTo>
                  <a:lnTo>
                    <a:pt x="927" y="740"/>
                  </a:lnTo>
                  <a:lnTo>
                    <a:pt x="809" y="861"/>
                  </a:lnTo>
                  <a:lnTo>
                    <a:pt x="757" y="897"/>
                  </a:lnTo>
                  <a:lnTo>
                    <a:pt x="698" y="9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l1257"/>
            <p:cNvSpPr/>
            <p:nvPr/>
          </p:nvSpPr>
          <p:spPr>
            <a:xfrm>
              <a:off x="4722158" y="5551005"/>
              <a:ext cx="1237" cy="1569"/>
            </a:xfrm>
            <a:custGeom>
              <a:avLst/>
              <a:pathLst>
                <a:path w="1237" h="1569">
                  <a:moveTo>
                    <a:pt x="544" y="1357"/>
                  </a:moveTo>
                  <a:lnTo>
                    <a:pt x="151" y="1569"/>
                  </a:lnTo>
                  <a:lnTo>
                    <a:pt x="48" y="1517"/>
                  </a:lnTo>
                  <a:lnTo>
                    <a:pt x="30" y="1482"/>
                  </a:lnTo>
                  <a:lnTo>
                    <a:pt x="0" y="1300"/>
                  </a:lnTo>
                  <a:lnTo>
                    <a:pt x="0" y="1264"/>
                  </a:lnTo>
                  <a:lnTo>
                    <a:pt x="21" y="1228"/>
                  </a:lnTo>
                  <a:lnTo>
                    <a:pt x="40" y="1213"/>
                  </a:lnTo>
                  <a:lnTo>
                    <a:pt x="128" y="1190"/>
                  </a:lnTo>
                  <a:lnTo>
                    <a:pt x="136" y="1161"/>
                  </a:lnTo>
                  <a:lnTo>
                    <a:pt x="131" y="1151"/>
                  </a:lnTo>
                  <a:lnTo>
                    <a:pt x="17" y="1009"/>
                  </a:lnTo>
                  <a:lnTo>
                    <a:pt x="18" y="995"/>
                  </a:lnTo>
                  <a:lnTo>
                    <a:pt x="25" y="946"/>
                  </a:lnTo>
                  <a:lnTo>
                    <a:pt x="37" y="929"/>
                  </a:lnTo>
                  <a:lnTo>
                    <a:pt x="122" y="934"/>
                  </a:lnTo>
                  <a:lnTo>
                    <a:pt x="456" y="825"/>
                  </a:lnTo>
                  <a:lnTo>
                    <a:pt x="474" y="816"/>
                  </a:lnTo>
                  <a:lnTo>
                    <a:pt x="813" y="392"/>
                  </a:lnTo>
                  <a:lnTo>
                    <a:pt x="812" y="366"/>
                  </a:lnTo>
                  <a:lnTo>
                    <a:pt x="993" y="169"/>
                  </a:lnTo>
                  <a:lnTo>
                    <a:pt x="1178" y="4"/>
                  </a:lnTo>
                  <a:lnTo>
                    <a:pt x="1213" y="0"/>
                  </a:lnTo>
                  <a:lnTo>
                    <a:pt x="1237" y="26"/>
                  </a:lnTo>
                  <a:lnTo>
                    <a:pt x="1237" y="42"/>
                  </a:lnTo>
                  <a:lnTo>
                    <a:pt x="1192" y="164"/>
                  </a:lnTo>
                  <a:lnTo>
                    <a:pt x="1102" y="254"/>
                  </a:lnTo>
                  <a:lnTo>
                    <a:pt x="1036" y="289"/>
                  </a:lnTo>
                  <a:lnTo>
                    <a:pt x="940" y="499"/>
                  </a:lnTo>
                  <a:lnTo>
                    <a:pt x="926" y="611"/>
                  </a:lnTo>
                  <a:lnTo>
                    <a:pt x="914" y="707"/>
                  </a:lnTo>
                  <a:lnTo>
                    <a:pt x="885" y="815"/>
                  </a:lnTo>
                  <a:lnTo>
                    <a:pt x="638" y="1281"/>
                  </a:lnTo>
                  <a:lnTo>
                    <a:pt x="604" y="1317"/>
                  </a:lnTo>
                  <a:lnTo>
                    <a:pt x="544" y="135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l1258"/>
            <p:cNvSpPr/>
            <p:nvPr/>
          </p:nvSpPr>
          <p:spPr>
            <a:xfrm>
              <a:off x="4726075" y="5550623"/>
              <a:ext cx="525" cy="382"/>
            </a:xfrm>
            <a:custGeom>
              <a:avLst/>
              <a:pathLst>
                <a:path w="525" h="382">
                  <a:moveTo>
                    <a:pt x="275" y="320"/>
                  </a:moveTo>
                  <a:lnTo>
                    <a:pt x="120" y="382"/>
                  </a:lnTo>
                  <a:lnTo>
                    <a:pt x="77" y="370"/>
                  </a:lnTo>
                  <a:lnTo>
                    <a:pt x="47" y="349"/>
                  </a:lnTo>
                  <a:lnTo>
                    <a:pt x="0" y="189"/>
                  </a:lnTo>
                  <a:lnTo>
                    <a:pt x="28" y="153"/>
                  </a:lnTo>
                  <a:lnTo>
                    <a:pt x="206" y="137"/>
                  </a:lnTo>
                  <a:lnTo>
                    <a:pt x="449" y="19"/>
                  </a:lnTo>
                  <a:lnTo>
                    <a:pt x="482" y="0"/>
                  </a:lnTo>
                  <a:lnTo>
                    <a:pt x="525" y="6"/>
                  </a:lnTo>
                  <a:lnTo>
                    <a:pt x="514" y="125"/>
                  </a:lnTo>
                  <a:lnTo>
                    <a:pt x="410" y="249"/>
                  </a:lnTo>
                  <a:lnTo>
                    <a:pt x="275" y="32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l1259"/>
            <p:cNvSpPr/>
            <p:nvPr/>
          </p:nvSpPr>
          <p:spPr>
            <a:xfrm>
              <a:off x="4716941" y="5547828"/>
              <a:ext cx="3235" cy="2089"/>
            </a:xfrm>
            <a:custGeom>
              <a:avLst/>
              <a:pathLst>
                <a:path w="3235" h="2089">
                  <a:moveTo>
                    <a:pt x="1538" y="145"/>
                  </a:moveTo>
                  <a:lnTo>
                    <a:pt x="1513" y="253"/>
                  </a:lnTo>
                  <a:lnTo>
                    <a:pt x="1503" y="347"/>
                  </a:lnTo>
                  <a:lnTo>
                    <a:pt x="1641" y="669"/>
                  </a:lnTo>
                  <a:lnTo>
                    <a:pt x="1692" y="701"/>
                  </a:lnTo>
                  <a:lnTo>
                    <a:pt x="2059" y="872"/>
                  </a:lnTo>
                  <a:lnTo>
                    <a:pt x="2266" y="866"/>
                  </a:lnTo>
                  <a:lnTo>
                    <a:pt x="2321" y="853"/>
                  </a:lnTo>
                  <a:lnTo>
                    <a:pt x="2415" y="804"/>
                  </a:lnTo>
                  <a:lnTo>
                    <a:pt x="2477" y="746"/>
                  </a:lnTo>
                  <a:lnTo>
                    <a:pt x="2666" y="628"/>
                  </a:lnTo>
                  <a:lnTo>
                    <a:pt x="3174" y="542"/>
                  </a:lnTo>
                  <a:lnTo>
                    <a:pt x="3225" y="536"/>
                  </a:lnTo>
                  <a:lnTo>
                    <a:pt x="3235" y="545"/>
                  </a:lnTo>
                  <a:lnTo>
                    <a:pt x="3227" y="585"/>
                  </a:lnTo>
                  <a:lnTo>
                    <a:pt x="2736" y="1085"/>
                  </a:lnTo>
                  <a:lnTo>
                    <a:pt x="2552" y="1204"/>
                  </a:lnTo>
                  <a:lnTo>
                    <a:pt x="2452" y="1230"/>
                  </a:lnTo>
                  <a:lnTo>
                    <a:pt x="2370" y="1264"/>
                  </a:lnTo>
                  <a:lnTo>
                    <a:pt x="2295" y="1314"/>
                  </a:lnTo>
                  <a:lnTo>
                    <a:pt x="2269" y="1389"/>
                  </a:lnTo>
                  <a:lnTo>
                    <a:pt x="2275" y="1462"/>
                  </a:lnTo>
                  <a:lnTo>
                    <a:pt x="2285" y="1474"/>
                  </a:lnTo>
                  <a:lnTo>
                    <a:pt x="2296" y="1474"/>
                  </a:lnTo>
                  <a:lnTo>
                    <a:pt x="2321" y="1460"/>
                  </a:lnTo>
                  <a:lnTo>
                    <a:pt x="2356" y="1456"/>
                  </a:lnTo>
                  <a:lnTo>
                    <a:pt x="2442" y="1529"/>
                  </a:lnTo>
                  <a:lnTo>
                    <a:pt x="2360" y="1697"/>
                  </a:lnTo>
                  <a:lnTo>
                    <a:pt x="2181" y="1837"/>
                  </a:lnTo>
                  <a:lnTo>
                    <a:pt x="2098" y="1833"/>
                  </a:lnTo>
                  <a:lnTo>
                    <a:pt x="2059" y="1803"/>
                  </a:lnTo>
                  <a:lnTo>
                    <a:pt x="2031" y="1532"/>
                  </a:lnTo>
                  <a:lnTo>
                    <a:pt x="1793" y="1514"/>
                  </a:lnTo>
                  <a:lnTo>
                    <a:pt x="1466" y="1344"/>
                  </a:lnTo>
                  <a:lnTo>
                    <a:pt x="1371" y="1336"/>
                  </a:lnTo>
                  <a:lnTo>
                    <a:pt x="1326" y="1340"/>
                  </a:lnTo>
                  <a:lnTo>
                    <a:pt x="1068" y="1410"/>
                  </a:lnTo>
                  <a:lnTo>
                    <a:pt x="665" y="1559"/>
                  </a:lnTo>
                  <a:lnTo>
                    <a:pt x="639" y="1580"/>
                  </a:lnTo>
                  <a:lnTo>
                    <a:pt x="458" y="1820"/>
                  </a:lnTo>
                  <a:lnTo>
                    <a:pt x="326" y="2089"/>
                  </a:lnTo>
                  <a:lnTo>
                    <a:pt x="60" y="1905"/>
                  </a:lnTo>
                  <a:lnTo>
                    <a:pt x="36" y="1860"/>
                  </a:lnTo>
                  <a:lnTo>
                    <a:pt x="5" y="1747"/>
                  </a:lnTo>
                  <a:lnTo>
                    <a:pt x="0" y="1660"/>
                  </a:lnTo>
                  <a:lnTo>
                    <a:pt x="87" y="1554"/>
                  </a:lnTo>
                  <a:lnTo>
                    <a:pt x="140" y="1562"/>
                  </a:lnTo>
                  <a:lnTo>
                    <a:pt x="180" y="1590"/>
                  </a:lnTo>
                  <a:lnTo>
                    <a:pt x="238" y="1610"/>
                  </a:lnTo>
                  <a:lnTo>
                    <a:pt x="333" y="1512"/>
                  </a:lnTo>
                  <a:lnTo>
                    <a:pt x="413" y="1112"/>
                  </a:lnTo>
                  <a:lnTo>
                    <a:pt x="398" y="925"/>
                  </a:lnTo>
                  <a:lnTo>
                    <a:pt x="381" y="890"/>
                  </a:lnTo>
                  <a:lnTo>
                    <a:pt x="335" y="838"/>
                  </a:lnTo>
                  <a:lnTo>
                    <a:pt x="273" y="630"/>
                  </a:lnTo>
                  <a:lnTo>
                    <a:pt x="285" y="615"/>
                  </a:lnTo>
                  <a:lnTo>
                    <a:pt x="335" y="586"/>
                  </a:lnTo>
                  <a:lnTo>
                    <a:pt x="435" y="602"/>
                  </a:lnTo>
                  <a:lnTo>
                    <a:pt x="511" y="614"/>
                  </a:lnTo>
                  <a:lnTo>
                    <a:pt x="578" y="650"/>
                  </a:lnTo>
                  <a:lnTo>
                    <a:pt x="733" y="609"/>
                  </a:lnTo>
                  <a:lnTo>
                    <a:pt x="795" y="358"/>
                  </a:lnTo>
                  <a:lnTo>
                    <a:pt x="842" y="19"/>
                  </a:lnTo>
                  <a:lnTo>
                    <a:pt x="882" y="0"/>
                  </a:lnTo>
                  <a:lnTo>
                    <a:pt x="901" y="44"/>
                  </a:lnTo>
                  <a:lnTo>
                    <a:pt x="929" y="86"/>
                  </a:lnTo>
                  <a:lnTo>
                    <a:pt x="1157" y="122"/>
                  </a:lnTo>
                  <a:lnTo>
                    <a:pt x="1204" y="71"/>
                  </a:lnTo>
                  <a:lnTo>
                    <a:pt x="1267" y="27"/>
                  </a:lnTo>
                  <a:lnTo>
                    <a:pt x="1289" y="25"/>
                  </a:lnTo>
                  <a:lnTo>
                    <a:pt x="1316" y="32"/>
                  </a:lnTo>
                  <a:lnTo>
                    <a:pt x="1417" y="60"/>
                  </a:lnTo>
                  <a:lnTo>
                    <a:pt x="1455" y="78"/>
                  </a:lnTo>
                  <a:lnTo>
                    <a:pt x="1538" y="14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l1260"/>
            <p:cNvSpPr/>
            <p:nvPr/>
          </p:nvSpPr>
          <p:spPr>
            <a:xfrm>
              <a:off x="4720332" y="5548759"/>
              <a:ext cx="4943" cy="2492"/>
            </a:xfrm>
            <a:custGeom>
              <a:avLst/>
              <a:pathLst>
                <a:path w="4943" h="2492">
                  <a:moveTo>
                    <a:pt x="4780" y="137"/>
                  </a:moveTo>
                  <a:lnTo>
                    <a:pt x="4943" y="480"/>
                  </a:lnTo>
                  <a:lnTo>
                    <a:pt x="4928" y="529"/>
                  </a:lnTo>
                  <a:lnTo>
                    <a:pt x="4817" y="698"/>
                  </a:lnTo>
                  <a:lnTo>
                    <a:pt x="4524" y="1057"/>
                  </a:lnTo>
                  <a:lnTo>
                    <a:pt x="4480" y="1098"/>
                  </a:lnTo>
                  <a:lnTo>
                    <a:pt x="4349" y="1017"/>
                  </a:lnTo>
                  <a:lnTo>
                    <a:pt x="4182" y="869"/>
                  </a:lnTo>
                  <a:lnTo>
                    <a:pt x="4139" y="826"/>
                  </a:lnTo>
                  <a:lnTo>
                    <a:pt x="4084" y="767"/>
                  </a:lnTo>
                  <a:lnTo>
                    <a:pt x="3875" y="766"/>
                  </a:lnTo>
                  <a:lnTo>
                    <a:pt x="3850" y="774"/>
                  </a:lnTo>
                  <a:lnTo>
                    <a:pt x="3792" y="812"/>
                  </a:lnTo>
                  <a:lnTo>
                    <a:pt x="3774" y="841"/>
                  </a:lnTo>
                  <a:lnTo>
                    <a:pt x="3773" y="863"/>
                  </a:lnTo>
                  <a:lnTo>
                    <a:pt x="3796" y="898"/>
                  </a:lnTo>
                  <a:lnTo>
                    <a:pt x="4014" y="1099"/>
                  </a:lnTo>
                  <a:lnTo>
                    <a:pt x="4052" y="1121"/>
                  </a:lnTo>
                  <a:lnTo>
                    <a:pt x="4073" y="1206"/>
                  </a:lnTo>
                  <a:lnTo>
                    <a:pt x="3998" y="1323"/>
                  </a:lnTo>
                  <a:lnTo>
                    <a:pt x="3894" y="1449"/>
                  </a:lnTo>
                  <a:lnTo>
                    <a:pt x="3883" y="1481"/>
                  </a:lnTo>
                  <a:lnTo>
                    <a:pt x="3858" y="2081"/>
                  </a:lnTo>
                  <a:lnTo>
                    <a:pt x="3867" y="2107"/>
                  </a:lnTo>
                  <a:lnTo>
                    <a:pt x="3891" y="2127"/>
                  </a:lnTo>
                  <a:lnTo>
                    <a:pt x="3982" y="2127"/>
                  </a:lnTo>
                  <a:lnTo>
                    <a:pt x="4148" y="2073"/>
                  </a:lnTo>
                  <a:lnTo>
                    <a:pt x="4256" y="2073"/>
                  </a:lnTo>
                  <a:lnTo>
                    <a:pt x="4268" y="2099"/>
                  </a:lnTo>
                  <a:lnTo>
                    <a:pt x="4246" y="2184"/>
                  </a:lnTo>
                  <a:lnTo>
                    <a:pt x="4012" y="2403"/>
                  </a:lnTo>
                  <a:lnTo>
                    <a:pt x="3800" y="2488"/>
                  </a:lnTo>
                  <a:lnTo>
                    <a:pt x="3772" y="2492"/>
                  </a:lnTo>
                  <a:lnTo>
                    <a:pt x="3710" y="2485"/>
                  </a:lnTo>
                  <a:lnTo>
                    <a:pt x="3348" y="2193"/>
                  </a:lnTo>
                  <a:lnTo>
                    <a:pt x="3303" y="2011"/>
                  </a:lnTo>
                  <a:lnTo>
                    <a:pt x="3294" y="1994"/>
                  </a:lnTo>
                  <a:lnTo>
                    <a:pt x="3228" y="1952"/>
                  </a:lnTo>
                  <a:lnTo>
                    <a:pt x="2719" y="2119"/>
                  </a:lnTo>
                  <a:lnTo>
                    <a:pt x="2208" y="2369"/>
                  </a:lnTo>
                  <a:lnTo>
                    <a:pt x="1765" y="2372"/>
                  </a:lnTo>
                  <a:lnTo>
                    <a:pt x="1490" y="2343"/>
                  </a:lnTo>
                  <a:lnTo>
                    <a:pt x="1151" y="2174"/>
                  </a:lnTo>
                  <a:lnTo>
                    <a:pt x="1135" y="2172"/>
                  </a:lnTo>
                  <a:lnTo>
                    <a:pt x="935" y="2227"/>
                  </a:lnTo>
                  <a:lnTo>
                    <a:pt x="792" y="2292"/>
                  </a:lnTo>
                  <a:lnTo>
                    <a:pt x="525" y="2218"/>
                  </a:lnTo>
                  <a:lnTo>
                    <a:pt x="163" y="2212"/>
                  </a:lnTo>
                  <a:lnTo>
                    <a:pt x="87" y="2220"/>
                  </a:lnTo>
                  <a:lnTo>
                    <a:pt x="22" y="2200"/>
                  </a:lnTo>
                  <a:lnTo>
                    <a:pt x="16" y="2195"/>
                  </a:lnTo>
                  <a:lnTo>
                    <a:pt x="0" y="2136"/>
                  </a:lnTo>
                  <a:lnTo>
                    <a:pt x="166" y="2029"/>
                  </a:lnTo>
                  <a:lnTo>
                    <a:pt x="249" y="2002"/>
                  </a:lnTo>
                  <a:lnTo>
                    <a:pt x="368" y="1962"/>
                  </a:lnTo>
                  <a:lnTo>
                    <a:pt x="401" y="1956"/>
                  </a:lnTo>
                  <a:lnTo>
                    <a:pt x="540" y="1905"/>
                  </a:lnTo>
                  <a:lnTo>
                    <a:pt x="541" y="1837"/>
                  </a:lnTo>
                  <a:lnTo>
                    <a:pt x="419" y="1803"/>
                  </a:lnTo>
                  <a:lnTo>
                    <a:pt x="319" y="1786"/>
                  </a:lnTo>
                  <a:lnTo>
                    <a:pt x="220" y="1741"/>
                  </a:lnTo>
                  <a:lnTo>
                    <a:pt x="159" y="1682"/>
                  </a:lnTo>
                  <a:lnTo>
                    <a:pt x="173" y="1655"/>
                  </a:lnTo>
                  <a:lnTo>
                    <a:pt x="182" y="1649"/>
                  </a:lnTo>
                  <a:lnTo>
                    <a:pt x="634" y="1537"/>
                  </a:lnTo>
                  <a:lnTo>
                    <a:pt x="868" y="1490"/>
                  </a:lnTo>
                  <a:lnTo>
                    <a:pt x="969" y="1348"/>
                  </a:lnTo>
                  <a:lnTo>
                    <a:pt x="989" y="1315"/>
                  </a:lnTo>
                  <a:lnTo>
                    <a:pt x="1052" y="1210"/>
                  </a:lnTo>
                  <a:lnTo>
                    <a:pt x="1160" y="1100"/>
                  </a:lnTo>
                  <a:lnTo>
                    <a:pt x="1440" y="965"/>
                  </a:lnTo>
                  <a:lnTo>
                    <a:pt x="1542" y="910"/>
                  </a:lnTo>
                  <a:lnTo>
                    <a:pt x="1608" y="861"/>
                  </a:lnTo>
                  <a:lnTo>
                    <a:pt x="1639" y="812"/>
                  </a:lnTo>
                  <a:lnTo>
                    <a:pt x="1644" y="735"/>
                  </a:lnTo>
                  <a:lnTo>
                    <a:pt x="1570" y="694"/>
                  </a:lnTo>
                  <a:lnTo>
                    <a:pt x="1557" y="634"/>
                  </a:lnTo>
                  <a:lnTo>
                    <a:pt x="1622" y="562"/>
                  </a:lnTo>
                  <a:lnTo>
                    <a:pt x="1876" y="436"/>
                  </a:lnTo>
                  <a:lnTo>
                    <a:pt x="2348" y="249"/>
                  </a:lnTo>
                  <a:lnTo>
                    <a:pt x="3053" y="416"/>
                  </a:lnTo>
                  <a:lnTo>
                    <a:pt x="3096" y="333"/>
                  </a:lnTo>
                  <a:lnTo>
                    <a:pt x="3332" y="100"/>
                  </a:lnTo>
                  <a:lnTo>
                    <a:pt x="3727" y="0"/>
                  </a:lnTo>
                  <a:lnTo>
                    <a:pt x="4088" y="88"/>
                  </a:lnTo>
                  <a:lnTo>
                    <a:pt x="4153" y="94"/>
                  </a:lnTo>
                  <a:lnTo>
                    <a:pt x="4230" y="115"/>
                  </a:lnTo>
                  <a:lnTo>
                    <a:pt x="4266" y="125"/>
                  </a:lnTo>
                  <a:lnTo>
                    <a:pt x="4366" y="193"/>
                  </a:lnTo>
                  <a:lnTo>
                    <a:pt x="4372" y="197"/>
                  </a:lnTo>
                  <a:lnTo>
                    <a:pt x="4468" y="195"/>
                  </a:lnTo>
                  <a:lnTo>
                    <a:pt x="4492" y="188"/>
                  </a:lnTo>
                  <a:lnTo>
                    <a:pt x="4659" y="138"/>
                  </a:lnTo>
                  <a:lnTo>
                    <a:pt x="4780" y="1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l1261"/>
            <p:cNvSpPr/>
            <p:nvPr/>
          </p:nvSpPr>
          <p:spPr>
            <a:xfrm>
              <a:off x="4722982" y="5547978"/>
              <a:ext cx="1392" cy="856"/>
            </a:xfrm>
            <a:custGeom>
              <a:avLst/>
              <a:pathLst>
                <a:path w="1392" h="856">
                  <a:moveTo>
                    <a:pt x="91" y="856"/>
                  </a:moveTo>
                  <a:lnTo>
                    <a:pt x="26" y="846"/>
                  </a:lnTo>
                  <a:lnTo>
                    <a:pt x="0" y="834"/>
                  </a:lnTo>
                  <a:lnTo>
                    <a:pt x="11" y="763"/>
                  </a:lnTo>
                  <a:lnTo>
                    <a:pt x="22" y="748"/>
                  </a:lnTo>
                  <a:lnTo>
                    <a:pt x="193" y="542"/>
                  </a:lnTo>
                  <a:lnTo>
                    <a:pt x="309" y="455"/>
                  </a:lnTo>
                  <a:lnTo>
                    <a:pt x="357" y="294"/>
                  </a:lnTo>
                  <a:lnTo>
                    <a:pt x="380" y="228"/>
                  </a:lnTo>
                  <a:lnTo>
                    <a:pt x="453" y="133"/>
                  </a:lnTo>
                  <a:lnTo>
                    <a:pt x="615" y="81"/>
                  </a:lnTo>
                  <a:lnTo>
                    <a:pt x="1057" y="47"/>
                  </a:lnTo>
                  <a:lnTo>
                    <a:pt x="1271" y="0"/>
                  </a:lnTo>
                  <a:lnTo>
                    <a:pt x="1343" y="8"/>
                  </a:lnTo>
                  <a:lnTo>
                    <a:pt x="1382" y="28"/>
                  </a:lnTo>
                  <a:lnTo>
                    <a:pt x="1389" y="53"/>
                  </a:lnTo>
                  <a:lnTo>
                    <a:pt x="1392" y="138"/>
                  </a:lnTo>
                  <a:lnTo>
                    <a:pt x="1359" y="180"/>
                  </a:lnTo>
                  <a:lnTo>
                    <a:pt x="1144" y="395"/>
                  </a:lnTo>
                  <a:lnTo>
                    <a:pt x="463" y="722"/>
                  </a:lnTo>
                  <a:lnTo>
                    <a:pt x="91" y="8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l1262"/>
            <p:cNvSpPr/>
            <p:nvPr/>
          </p:nvSpPr>
          <p:spPr>
            <a:xfrm>
              <a:off x="4720945" y="5546240"/>
              <a:ext cx="2140" cy="2158"/>
            </a:xfrm>
            <a:custGeom>
              <a:avLst/>
              <a:pathLst>
                <a:path w="2140" h="2158">
                  <a:moveTo>
                    <a:pt x="2140" y="670"/>
                  </a:moveTo>
                  <a:lnTo>
                    <a:pt x="2122" y="699"/>
                  </a:lnTo>
                  <a:lnTo>
                    <a:pt x="2089" y="720"/>
                  </a:lnTo>
                  <a:lnTo>
                    <a:pt x="2034" y="729"/>
                  </a:lnTo>
                  <a:lnTo>
                    <a:pt x="1924" y="862"/>
                  </a:lnTo>
                  <a:lnTo>
                    <a:pt x="1893" y="1141"/>
                  </a:lnTo>
                  <a:lnTo>
                    <a:pt x="1756" y="1624"/>
                  </a:lnTo>
                  <a:lnTo>
                    <a:pt x="1741" y="1649"/>
                  </a:lnTo>
                  <a:lnTo>
                    <a:pt x="316" y="2158"/>
                  </a:lnTo>
                  <a:lnTo>
                    <a:pt x="254" y="2148"/>
                  </a:lnTo>
                  <a:lnTo>
                    <a:pt x="72" y="2073"/>
                  </a:lnTo>
                  <a:lnTo>
                    <a:pt x="0" y="1913"/>
                  </a:lnTo>
                  <a:lnTo>
                    <a:pt x="113" y="1721"/>
                  </a:lnTo>
                  <a:lnTo>
                    <a:pt x="491" y="1347"/>
                  </a:lnTo>
                  <a:lnTo>
                    <a:pt x="815" y="1227"/>
                  </a:lnTo>
                  <a:lnTo>
                    <a:pt x="930" y="1162"/>
                  </a:lnTo>
                  <a:lnTo>
                    <a:pt x="941" y="1111"/>
                  </a:lnTo>
                  <a:lnTo>
                    <a:pt x="944" y="1095"/>
                  </a:lnTo>
                  <a:lnTo>
                    <a:pt x="927" y="1070"/>
                  </a:lnTo>
                  <a:lnTo>
                    <a:pt x="896" y="1025"/>
                  </a:lnTo>
                  <a:lnTo>
                    <a:pt x="827" y="983"/>
                  </a:lnTo>
                  <a:lnTo>
                    <a:pt x="673" y="729"/>
                  </a:lnTo>
                  <a:lnTo>
                    <a:pt x="800" y="553"/>
                  </a:lnTo>
                  <a:lnTo>
                    <a:pt x="935" y="473"/>
                  </a:lnTo>
                  <a:lnTo>
                    <a:pt x="1018" y="489"/>
                  </a:lnTo>
                  <a:lnTo>
                    <a:pt x="1349" y="324"/>
                  </a:lnTo>
                  <a:lnTo>
                    <a:pt x="1437" y="231"/>
                  </a:lnTo>
                  <a:lnTo>
                    <a:pt x="1482" y="167"/>
                  </a:lnTo>
                  <a:lnTo>
                    <a:pt x="1564" y="76"/>
                  </a:lnTo>
                  <a:lnTo>
                    <a:pt x="1717" y="13"/>
                  </a:lnTo>
                  <a:lnTo>
                    <a:pt x="1798" y="0"/>
                  </a:lnTo>
                  <a:lnTo>
                    <a:pt x="1833" y="2"/>
                  </a:lnTo>
                  <a:lnTo>
                    <a:pt x="1856" y="19"/>
                  </a:lnTo>
                  <a:lnTo>
                    <a:pt x="1866" y="26"/>
                  </a:lnTo>
                  <a:lnTo>
                    <a:pt x="1854" y="87"/>
                  </a:lnTo>
                  <a:lnTo>
                    <a:pt x="1851" y="100"/>
                  </a:lnTo>
                  <a:lnTo>
                    <a:pt x="1845" y="246"/>
                  </a:lnTo>
                  <a:lnTo>
                    <a:pt x="1886" y="334"/>
                  </a:lnTo>
                  <a:lnTo>
                    <a:pt x="1952" y="367"/>
                  </a:lnTo>
                  <a:lnTo>
                    <a:pt x="1968" y="374"/>
                  </a:lnTo>
                  <a:lnTo>
                    <a:pt x="2124" y="431"/>
                  </a:lnTo>
                  <a:lnTo>
                    <a:pt x="2140" y="441"/>
                  </a:lnTo>
                  <a:lnTo>
                    <a:pt x="2140" y="67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l1263"/>
            <p:cNvSpPr/>
            <p:nvPr/>
          </p:nvSpPr>
          <p:spPr>
            <a:xfrm>
              <a:off x="4721086" y="5545403"/>
              <a:ext cx="726" cy="829"/>
            </a:xfrm>
            <a:custGeom>
              <a:avLst/>
              <a:pathLst>
                <a:path w="726" h="829">
                  <a:moveTo>
                    <a:pt x="574" y="521"/>
                  </a:moveTo>
                  <a:lnTo>
                    <a:pt x="253" y="829"/>
                  </a:lnTo>
                  <a:lnTo>
                    <a:pt x="131" y="749"/>
                  </a:lnTo>
                  <a:lnTo>
                    <a:pt x="0" y="622"/>
                  </a:lnTo>
                  <a:lnTo>
                    <a:pt x="14" y="562"/>
                  </a:lnTo>
                  <a:lnTo>
                    <a:pt x="190" y="178"/>
                  </a:lnTo>
                  <a:lnTo>
                    <a:pt x="294" y="112"/>
                  </a:lnTo>
                  <a:lnTo>
                    <a:pt x="718" y="0"/>
                  </a:lnTo>
                  <a:lnTo>
                    <a:pt x="726" y="75"/>
                  </a:lnTo>
                  <a:lnTo>
                    <a:pt x="574" y="5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l1264"/>
            <p:cNvSpPr/>
            <p:nvPr/>
          </p:nvSpPr>
          <p:spPr>
            <a:xfrm>
              <a:off x="4717861" y="5541991"/>
              <a:ext cx="4686" cy="2444"/>
            </a:xfrm>
            <a:custGeom>
              <a:avLst/>
              <a:pathLst>
                <a:path w="4686" h="2444">
                  <a:moveTo>
                    <a:pt x="4203" y="860"/>
                  </a:moveTo>
                  <a:lnTo>
                    <a:pt x="4549" y="939"/>
                  </a:lnTo>
                  <a:lnTo>
                    <a:pt x="4595" y="940"/>
                  </a:lnTo>
                  <a:lnTo>
                    <a:pt x="4669" y="1022"/>
                  </a:lnTo>
                  <a:lnTo>
                    <a:pt x="4683" y="1038"/>
                  </a:lnTo>
                  <a:lnTo>
                    <a:pt x="4686" y="1205"/>
                  </a:lnTo>
                  <a:lnTo>
                    <a:pt x="4665" y="1252"/>
                  </a:lnTo>
                  <a:lnTo>
                    <a:pt x="4624" y="1347"/>
                  </a:lnTo>
                  <a:lnTo>
                    <a:pt x="4627" y="1552"/>
                  </a:lnTo>
                  <a:lnTo>
                    <a:pt x="4638" y="1570"/>
                  </a:lnTo>
                  <a:lnTo>
                    <a:pt x="4637" y="1662"/>
                  </a:lnTo>
                  <a:lnTo>
                    <a:pt x="4624" y="1680"/>
                  </a:lnTo>
                  <a:lnTo>
                    <a:pt x="4561" y="1729"/>
                  </a:lnTo>
                  <a:lnTo>
                    <a:pt x="4426" y="1786"/>
                  </a:lnTo>
                  <a:lnTo>
                    <a:pt x="4357" y="1805"/>
                  </a:lnTo>
                  <a:lnTo>
                    <a:pt x="4282" y="1813"/>
                  </a:lnTo>
                  <a:lnTo>
                    <a:pt x="4098" y="1888"/>
                  </a:lnTo>
                  <a:lnTo>
                    <a:pt x="3913" y="2035"/>
                  </a:lnTo>
                  <a:lnTo>
                    <a:pt x="3489" y="2156"/>
                  </a:lnTo>
                  <a:lnTo>
                    <a:pt x="3163" y="2199"/>
                  </a:lnTo>
                  <a:lnTo>
                    <a:pt x="3076" y="2166"/>
                  </a:lnTo>
                  <a:lnTo>
                    <a:pt x="3000" y="2114"/>
                  </a:lnTo>
                  <a:lnTo>
                    <a:pt x="2924" y="2108"/>
                  </a:lnTo>
                  <a:lnTo>
                    <a:pt x="2895" y="2112"/>
                  </a:lnTo>
                  <a:lnTo>
                    <a:pt x="2848" y="2136"/>
                  </a:lnTo>
                  <a:lnTo>
                    <a:pt x="2814" y="2276"/>
                  </a:lnTo>
                  <a:lnTo>
                    <a:pt x="2699" y="2423"/>
                  </a:lnTo>
                  <a:lnTo>
                    <a:pt x="2669" y="2444"/>
                  </a:lnTo>
                  <a:lnTo>
                    <a:pt x="2494" y="2329"/>
                  </a:lnTo>
                  <a:lnTo>
                    <a:pt x="2427" y="2221"/>
                  </a:lnTo>
                  <a:lnTo>
                    <a:pt x="2390" y="2093"/>
                  </a:lnTo>
                  <a:lnTo>
                    <a:pt x="2380" y="2031"/>
                  </a:lnTo>
                  <a:lnTo>
                    <a:pt x="2370" y="1966"/>
                  </a:lnTo>
                  <a:lnTo>
                    <a:pt x="1671" y="1657"/>
                  </a:lnTo>
                  <a:lnTo>
                    <a:pt x="1193" y="1665"/>
                  </a:lnTo>
                  <a:lnTo>
                    <a:pt x="774" y="1767"/>
                  </a:lnTo>
                  <a:lnTo>
                    <a:pt x="579" y="1981"/>
                  </a:lnTo>
                  <a:lnTo>
                    <a:pt x="417" y="2045"/>
                  </a:lnTo>
                  <a:lnTo>
                    <a:pt x="228" y="2081"/>
                  </a:lnTo>
                  <a:lnTo>
                    <a:pt x="191" y="2053"/>
                  </a:lnTo>
                  <a:lnTo>
                    <a:pt x="135" y="1961"/>
                  </a:lnTo>
                  <a:lnTo>
                    <a:pt x="0" y="1438"/>
                  </a:lnTo>
                  <a:lnTo>
                    <a:pt x="151" y="1145"/>
                  </a:lnTo>
                  <a:lnTo>
                    <a:pt x="310" y="998"/>
                  </a:lnTo>
                  <a:lnTo>
                    <a:pt x="668" y="829"/>
                  </a:lnTo>
                  <a:lnTo>
                    <a:pt x="860" y="681"/>
                  </a:lnTo>
                  <a:lnTo>
                    <a:pt x="985" y="605"/>
                  </a:lnTo>
                  <a:lnTo>
                    <a:pt x="993" y="599"/>
                  </a:lnTo>
                  <a:lnTo>
                    <a:pt x="1216" y="452"/>
                  </a:lnTo>
                  <a:lnTo>
                    <a:pt x="1224" y="447"/>
                  </a:lnTo>
                  <a:lnTo>
                    <a:pt x="1240" y="428"/>
                  </a:lnTo>
                  <a:lnTo>
                    <a:pt x="1306" y="348"/>
                  </a:lnTo>
                  <a:lnTo>
                    <a:pt x="1334" y="196"/>
                  </a:lnTo>
                  <a:lnTo>
                    <a:pt x="1344" y="179"/>
                  </a:lnTo>
                  <a:lnTo>
                    <a:pt x="1709" y="0"/>
                  </a:lnTo>
                  <a:lnTo>
                    <a:pt x="1727" y="3"/>
                  </a:lnTo>
                  <a:lnTo>
                    <a:pt x="1753" y="29"/>
                  </a:lnTo>
                  <a:lnTo>
                    <a:pt x="1744" y="110"/>
                  </a:lnTo>
                  <a:lnTo>
                    <a:pt x="1713" y="133"/>
                  </a:lnTo>
                  <a:lnTo>
                    <a:pt x="1662" y="223"/>
                  </a:lnTo>
                  <a:lnTo>
                    <a:pt x="1599" y="365"/>
                  </a:lnTo>
                  <a:lnTo>
                    <a:pt x="1597" y="383"/>
                  </a:lnTo>
                  <a:lnTo>
                    <a:pt x="1609" y="412"/>
                  </a:lnTo>
                  <a:lnTo>
                    <a:pt x="1709" y="530"/>
                  </a:lnTo>
                  <a:lnTo>
                    <a:pt x="1741" y="549"/>
                  </a:lnTo>
                  <a:lnTo>
                    <a:pt x="1777" y="541"/>
                  </a:lnTo>
                  <a:lnTo>
                    <a:pt x="2163" y="456"/>
                  </a:lnTo>
                  <a:lnTo>
                    <a:pt x="2322" y="401"/>
                  </a:lnTo>
                  <a:lnTo>
                    <a:pt x="2396" y="347"/>
                  </a:lnTo>
                  <a:lnTo>
                    <a:pt x="2582" y="276"/>
                  </a:lnTo>
                  <a:lnTo>
                    <a:pt x="3265" y="290"/>
                  </a:lnTo>
                  <a:lnTo>
                    <a:pt x="3458" y="165"/>
                  </a:lnTo>
                  <a:lnTo>
                    <a:pt x="3717" y="85"/>
                  </a:lnTo>
                  <a:lnTo>
                    <a:pt x="3904" y="121"/>
                  </a:lnTo>
                  <a:lnTo>
                    <a:pt x="3924" y="362"/>
                  </a:lnTo>
                  <a:lnTo>
                    <a:pt x="3939" y="411"/>
                  </a:lnTo>
                  <a:lnTo>
                    <a:pt x="4203" y="8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l1265"/>
            <p:cNvSpPr/>
            <p:nvPr/>
          </p:nvSpPr>
          <p:spPr>
            <a:xfrm>
              <a:off x="4717959" y="5540741"/>
              <a:ext cx="2210" cy="1369"/>
            </a:xfrm>
            <a:custGeom>
              <a:avLst/>
              <a:pathLst>
                <a:path w="2210" h="1369">
                  <a:moveTo>
                    <a:pt x="1655" y="7"/>
                  </a:moveTo>
                  <a:lnTo>
                    <a:pt x="1880" y="232"/>
                  </a:lnTo>
                  <a:lnTo>
                    <a:pt x="2003" y="106"/>
                  </a:lnTo>
                  <a:lnTo>
                    <a:pt x="2030" y="93"/>
                  </a:lnTo>
                  <a:lnTo>
                    <a:pt x="2040" y="94"/>
                  </a:lnTo>
                  <a:lnTo>
                    <a:pt x="2047" y="96"/>
                  </a:lnTo>
                  <a:lnTo>
                    <a:pt x="2206" y="280"/>
                  </a:lnTo>
                  <a:lnTo>
                    <a:pt x="2210" y="322"/>
                  </a:lnTo>
                  <a:lnTo>
                    <a:pt x="2172" y="439"/>
                  </a:lnTo>
                  <a:lnTo>
                    <a:pt x="2154" y="453"/>
                  </a:lnTo>
                  <a:lnTo>
                    <a:pt x="2001" y="551"/>
                  </a:lnTo>
                  <a:lnTo>
                    <a:pt x="1953" y="563"/>
                  </a:lnTo>
                  <a:lnTo>
                    <a:pt x="1942" y="566"/>
                  </a:lnTo>
                  <a:lnTo>
                    <a:pt x="1798" y="603"/>
                  </a:lnTo>
                  <a:lnTo>
                    <a:pt x="1756" y="632"/>
                  </a:lnTo>
                  <a:lnTo>
                    <a:pt x="1661" y="721"/>
                  </a:lnTo>
                  <a:lnTo>
                    <a:pt x="1330" y="980"/>
                  </a:lnTo>
                  <a:lnTo>
                    <a:pt x="1224" y="1036"/>
                  </a:lnTo>
                  <a:lnTo>
                    <a:pt x="1080" y="1055"/>
                  </a:lnTo>
                  <a:lnTo>
                    <a:pt x="767" y="1113"/>
                  </a:lnTo>
                  <a:lnTo>
                    <a:pt x="550" y="1253"/>
                  </a:lnTo>
                  <a:lnTo>
                    <a:pt x="455" y="1301"/>
                  </a:lnTo>
                  <a:lnTo>
                    <a:pt x="208" y="1350"/>
                  </a:lnTo>
                  <a:lnTo>
                    <a:pt x="1" y="1369"/>
                  </a:lnTo>
                  <a:lnTo>
                    <a:pt x="0" y="1328"/>
                  </a:lnTo>
                  <a:lnTo>
                    <a:pt x="14" y="1049"/>
                  </a:lnTo>
                  <a:lnTo>
                    <a:pt x="123" y="969"/>
                  </a:lnTo>
                  <a:lnTo>
                    <a:pt x="438" y="770"/>
                  </a:lnTo>
                  <a:lnTo>
                    <a:pt x="558" y="749"/>
                  </a:lnTo>
                  <a:lnTo>
                    <a:pt x="815" y="566"/>
                  </a:lnTo>
                  <a:lnTo>
                    <a:pt x="1371" y="223"/>
                  </a:lnTo>
                  <a:lnTo>
                    <a:pt x="1557" y="66"/>
                  </a:lnTo>
                  <a:lnTo>
                    <a:pt x="1600" y="13"/>
                  </a:lnTo>
                  <a:lnTo>
                    <a:pt x="1642" y="0"/>
                  </a:lnTo>
                  <a:lnTo>
                    <a:pt x="1655" y="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l1266"/>
            <p:cNvSpPr/>
            <p:nvPr/>
          </p:nvSpPr>
          <p:spPr>
            <a:xfrm>
              <a:off x="4724159" y="5541188"/>
              <a:ext cx="3138" cy="1881"/>
            </a:xfrm>
            <a:custGeom>
              <a:avLst/>
              <a:pathLst>
                <a:path w="3138" h="1881">
                  <a:moveTo>
                    <a:pt x="3043" y="498"/>
                  </a:moveTo>
                  <a:lnTo>
                    <a:pt x="2237" y="823"/>
                  </a:lnTo>
                  <a:lnTo>
                    <a:pt x="2197" y="834"/>
                  </a:lnTo>
                  <a:lnTo>
                    <a:pt x="2064" y="773"/>
                  </a:lnTo>
                  <a:lnTo>
                    <a:pt x="2044" y="772"/>
                  </a:lnTo>
                  <a:lnTo>
                    <a:pt x="1852" y="919"/>
                  </a:lnTo>
                  <a:lnTo>
                    <a:pt x="1758" y="1048"/>
                  </a:lnTo>
                  <a:lnTo>
                    <a:pt x="1415" y="1086"/>
                  </a:lnTo>
                  <a:lnTo>
                    <a:pt x="1360" y="1024"/>
                  </a:lnTo>
                  <a:lnTo>
                    <a:pt x="1322" y="1020"/>
                  </a:lnTo>
                  <a:lnTo>
                    <a:pt x="1019" y="1092"/>
                  </a:lnTo>
                  <a:lnTo>
                    <a:pt x="939" y="1182"/>
                  </a:lnTo>
                  <a:lnTo>
                    <a:pt x="923" y="1227"/>
                  </a:lnTo>
                  <a:lnTo>
                    <a:pt x="905" y="1296"/>
                  </a:lnTo>
                  <a:lnTo>
                    <a:pt x="916" y="1323"/>
                  </a:lnTo>
                  <a:lnTo>
                    <a:pt x="922" y="1324"/>
                  </a:lnTo>
                  <a:lnTo>
                    <a:pt x="1003" y="1405"/>
                  </a:lnTo>
                  <a:lnTo>
                    <a:pt x="914" y="1619"/>
                  </a:lnTo>
                  <a:lnTo>
                    <a:pt x="743" y="1800"/>
                  </a:lnTo>
                  <a:lnTo>
                    <a:pt x="665" y="1855"/>
                  </a:lnTo>
                  <a:lnTo>
                    <a:pt x="608" y="1881"/>
                  </a:lnTo>
                  <a:lnTo>
                    <a:pt x="589" y="1869"/>
                  </a:lnTo>
                  <a:lnTo>
                    <a:pt x="506" y="1759"/>
                  </a:lnTo>
                  <a:lnTo>
                    <a:pt x="444" y="1555"/>
                  </a:lnTo>
                  <a:lnTo>
                    <a:pt x="476" y="1486"/>
                  </a:lnTo>
                  <a:lnTo>
                    <a:pt x="487" y="1453"/>
                  </a:lnTo>
                  <a:lnTo>
                    <a:pt x="500" y="1413"/>
                  </a:lnTo>
                  <a:lnTo>
                    <a:pt x="503" y="1394"/>
                  </a:lnTo>
                  <a:lnTo>
                    <a:pt x="477" y="1327"/>
                  </a:lnTo>
                  <a:lnTo>
                    <a:pt x="318" y="1158"/>
                  </a:lnTo>
                  <a:lnTo>
                    <a:pt x="257" y="1137"/>
                  </a:lnTo>
                  <a:lnTo>
                    <a:pt x="212" y="1160"/>
                  </a:lnTo>
                  <a:lnTo>
                    <a:pt x="192" y="1182"/>
                  </a:lnTo>
                  <a:lnTo>
                    <a:pt x="143" y="1211"/>
                  </a:lnTo>
                  <a:lnTo>
                    <a:pt x="86" y="1229"/>
                  </a:lnTo>
                  <a:lnTo>
                    <a:pt x="57" y="1192"/>
                  </a:lnTo>
                  <a:lnTo>
                    <a:pt x="0" y="1063"/>
                  </a:lnTo>
                  <a:lnTo>
                    <a:pt x="4" y="998"/>
                  </a:lnTo>
                  <a:lnTo>
                    <a:pt x="49" y="861"/>
                  </a:lnTo>
                  <a:lnTo>
                    <a:pt x="105" y="743"/>
                  </a:lnTo>
                  <a:lnTo>
                    <a:pt x="147" y="660"/>
                  </a:lnTo>
                  <a:lnTo>
                    <a:pt x="203" y="591"/>
                  </a:lnTo>
                  <a:lnTo>
                    <a:pt x="297" y="509"/>
                  </a:lnTo>
                  <a:lnTo>
                    <a:pt x="547" y="361"/>
                  </a:lnTo>
                  <a:lnTo>
                    <a:pt x="774" y="240"/>
                  </a:lnTo>
                  <a:lnTo>
                    <a:pt x="941" y="119"/>
                  </a:lnTo>
                  <a:lnTo>
                    <a:pt x="946" y="116"/>
                  </a:lnTo>
                  <a:lnTo>
                    <a:pt x="1028" y="78"/>
                  </a:lnTo>
                  <a:lnTo>
                    <a:pt x="1084" y="21"/>
                  </a:lnTo>
                  <a:lnTo>
                    <a:pt x="1109" y="10"/>
                  </a:lnTo>
                  <a:lnTo>
                    <a:pt x="1123" y="8"/>
                  </a:lnTo>
                  <a:lnTo>
                    <a:pt x="1129" y="11"/>
                  </a:lnTo>
                  <a:lnTo>
                    <a:pt x="1181" y="0"/>
                  </a:lnTo>
                  <a:lnTo>
                    <a:pt x="1186" y="18"/>
                  </a:lnTo>
                  <a:lnTo>
                    <a:pt x="1136" y="88"/>
                  </a:lnTo>
                  <a:lnTo>
                    <a:pt x="1131" y="118"/>
                  </a:lnTo>
                  <a:lnTo>
                    <a:pt x="1055" y="194"/>
                  </a:lnTo>
                  <a:lnTo>
                    <a:pt x="1003" y="273"/>
                  </a:lnTo>
                  <a:lnTo>
                    <a:pt x="1017" y="294"/>
                  </a:lnTo>
                  <a:lnTo>
                    <a:pt x="1391" y="303"/>
                  </a:lnTo>
                  <a:lnTo>
                    <a:pt x="1870" y="410"/>
                  </a:lnTo>
                  <a:lnTo>
                    <a:pt x="2037" y="509"/>
                  </a:lnTo>
                  <a:lnTo>
                    <a:pt x="2256" y="560"/>
                  </a:lnTo>
                  <a:lnTo>
                    <a:pt x="2305" y="563"/>
                  </a:lnTo>
                  <a:lnTo>
                    <a:pt x="2570" y="502"/>
                  </a:lnTo>
                  <a:lnTo>
                    <a:pt x="2789" y="367"/>
                  </a:lnTo>
                  <a:lnTo>
                    <a:pt x="3124" y="295"/>
                  </a:lnTo>
                  <a:lnTo>
                    <a:pt x="3138" y="309"/>
                  </a:lnTo>
                  <a:lnTo>
                    <a:pt x="3118" y="448"/>
                  </a:lnTo>
                  <a:lnTo>
                    <a:pt x="3043" y="49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l1267"/>
            <p:cNvSpPr/>
            <p:nvPr/>
          </p:nvSpPr>
          <p:spPr>
            <a:xfrm>
              <a:off x="4722871" y="5539975"/>
              <a:ext cx="940" cy="480"/>
            </a:xfrm>
            <a:custGeom>
              <a:avLst/>
              <a:pathLst>
                <a:path w="940" h="480">
                  <a:moveTo>
                    <a:pt x="940" y="23"/>
                  </a:moveTo>
                  <a:lnTo>
                    <a:pt x="830" y="124"/>
                  </a:lnTo>
                  <a:lnTo>
                    <a:pt x="736" y="192"/>
                  </a:lnTo>
                  <a:lnTo>
                    <a:pt x="657" y="228"/>
                  </a:lnTo>
                  <a:lnTo>
                    <a:pt x="626" y="232"/>
                  </a:lnTo>
                  <a:lnTo>
                    <a:pt x="573" y="240"/>
                  </a:lnTo>
                  <a:lnTo>
                    <a:pt x="420" y="283"/>
                  </a:lnTo>
                  <a:lnTo>
                    <a:pt x="215" y="364"/>
                  </a:lnTo>
                  <a:lnTo>
                    <a:pt x="155" y="392"/>
                  </a:lnTo>
                  <a:lnTo>
                    <a:pt x="93" y="456"/>
                  </a:lnTo>
                  <a:lnTo>
                    <a:pt x="59" y="478"/>
                  </a:lnTo>
                  <a:lnTo>
                    <a:pt x="38" y="480"/>
                  </a:lnTo>
                  <a:lnTo>
                    <a:pt x="4" y="451"/>
                  </a:lnTo>
                  <a:lnTo>
                    <a:pt x="0" y="428"/>
                  </a:lnTo>
                  <a:lnTo>
                    <a:pt x="20" y="374"/>
                  </a:lnTo>
                  <a:lnTo>
                    <a:pt x="29" y="350"/>
                  </a:lnTo>
                  <a:lnTo>
                    <a:pt x="208" y="145"/>
                  </a:lnTo>
                  <a:lnTo>
                    <a:pt x="559" y="20"/>
                  </a:lnTo>
                  <a:lnTo>
                    <a:pt x="627" y="14"/>
                  </a:lnTo>
                  <a:lnTo>
                    <a:pt x="642" y="24"/>
                  </a:lnTo>
                  <a:lnTo>
                    <a:pt x="647" y="58"/>
                  </a:lnTo>
                  <a:lnTo>
                    <a:pt x="690" y="70"/>
                  </a:lnTo>
                  <a:lnTo>
                    <a:pt x="758" y="43"/>
                  </a:lnTo>
                  <a:lnTo>
                    <a:pt x="810" y="10"/>
                  </a:lnTo>
                  <a:lnTo>
                    <a:pt x="838" y="0"/>
                  </a:lnTo>
                  <a:lnTo>
                    <a:pt x="923" y="0"/>
                  </a:lnTo>
                  <a:lnTo>
                    <a:pt x="940" y="2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l1268"/>
            <p:cNvSpPr/>
            <p:nvPr/>
          </p:nvSpPr>
          <p:spPr>
            <a:xfrm>
              <a:off x="4727844" y="5538431"/>
              <a:ext cx="486" cy="543"/>
            </a:xfrm>
            <a:custGeom>
              <a:avLst/>
              <a:pathLst>
                <a:path w="486" h="543">
                  <a:moveTo>
                    <a:pt x="398" y="421"/>
                  </a:moveTo>
                  <a:lnTo>
                    <a:pt x="144" y="543"/>
                  </a:lnTo>
                  <a:lnTo>
                    <a:pt x="50" y="473"/>
                  </a:lnTo>
                  <a:lnTo>
                    <a:pt x="30" y="458"/>
                  </a:lnTo>
                  <a:lnTo>
                    <a:pt x="0" y="413"/>
                  </a:lnTo>
                  <a:lnTo>
                    <a:pt x="1" y="389"/>
                  </a:lnTo>
                  <a:lnTo>
                    <a:pt x="6" y="333"/>
                  </a:lnTo>
                  <a:lnTo>
                    <a:pt x="126" y="104"/>
                  </a:lnTo>
                  <a:lnTo>
                    <a:pt x="171" y="43"/>
                  </a:lnTo>
                  <a:lnTo>
                    <a:pt x="194" y="31"/>
                  </a:lnTo>
                  <a:lnTo>
                    <a:pt x="407" y="0"/>
                  </a:lnTo>
                  <a:lnTo>
                    <a:pt x="453" y="17"/>
                  </a:lnTo>
                  <a:lnTo>
                    <a:pt x="469" y="45"/>
                  </a:lnTo>
                  <a:lnTo>
                    <a:pt x="486" y="318"/>
                  </a:lnTo>
                  <a:lnTo>
                    <a:pt x="467" y="364"/>
                  </a:lnTo>
                  <a:lnTo>
                    <a:pt x="416" y="412"/>
                  </a:lnTo>
                  <a:lnTo>
                    <a:pt x="398" y="4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l1269"/>
            <p:cNvSpPr/>
            <p:nvPr/>
          </p:nvSpPr>
          <p:spPr>
            <a:xfrm>
              <a:off x="4729258" y="5537715"/>
              <a:ext cx="649" cy="332"/>
            </a:xfrm>
            <a:custGeom>
              <a:avLst/>
              <a:pathLst>
                <a:path w="649" h="332">
                  <a:moveTo>
                    <a:pt x="411" y="229"/>
                  </a:moveTo>
                  <a:lnTo>
                    <a:pt x="92" y="332"/>
                  </a:lnTo>
                  <a:lnTo>
                    <a:pt x="57" y="306"/>
                  </a:lnTo>
                  <a:lnTo>
                    <a:pt x="0" y="207"/>
                  </a:lnTo>
                  <a:lnTo>
                    <a:pt x="4" y="155"/>
                  </a:lnTo>
                  <a:lnTo>
                    <a:pt x="9" y="144"/>
                  </a:lnTo>
                  <a:lnTo>
                    <a:pt x="20" y="131"/>
                  </a:lnTo>
                  <a:lnTo>
                    <a:pt x="44" y="111"/>
                  </a:lnTo>
                  <a:lnTo>
                    <a:pt x="78" y="87"/>
                  </a:lnTo>
                  <a:lnTo>
                    <a:pt x="110" y="72"/>
                  </a:lnTo>
                  <a:lnTo>
                    <a:pt x="146" y="56"/>
                  </a:lnTo>
                  <a:lnTo>
                    <a:pt x="153" y="53"/>
                  </a:lnTo>
                  <a:lnTo>
                    <a:pt x="217" y="32"/>
                  </a:lnTo>
                  <a:lnTo>
                    <a:pt x="321" y="13"/>
                  </a:lnTo>
                  <a:lnTo>
                    <a:pt x="473" y="0"/>
                  </a:lnTo>
                  <a:lnTo>
                    <a:pt x="555" y="2"/>
                  </a:lnTo>
                  <a:lnTo>
                    <a:pt x="576" y="3"/>
                  </a:lnTo>
                  <a:lnTo>
                    <a:pt x="630" y="7"/>
                  </a:lnTo>
                  <a:lnTo>
                    <a:pt x="641" y="23"/>
                  </a:lnTo>
                  <a:lnTo>
                    <a:pt x="649" y="40"/>
                  </a:lnTo>
                  <a:lnTo>
                    <a:pt x="649" y="52"/>
                  </a:lnTo>
                  <a:lnTo>
                    <a:pt x="644" y="72"/>
                  </a:lnTo>
                  <a:lnTo>
                    <a:pt x="597" y="116"/>
                  </a:lnTo>
                  <a:lnTo>
                    <a:pt x="585" y="125"/>
                  </a:lnTo>
                  <a:lnTo>
                    <a:pt x="411" y="22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l1270"/>
            <p:cNvSpPr/>
            <p:nvPr/>
          </p:nvSpPr>
          <p:spPr>
            <a:xfrm>
              <a:off x="4735140" y="5538097"/>
              <a:ext cx="610" cy="360"/>
            </a:xfrm>
            <a:custGeom>
              <a:avLst/>
              <a:pathLst>
                <a:path w="610" h="360">
                  <a:moveTo>
                    <a:pt x="212" y="360"/>
                  </a:moveTo>
                  <a:lnTo>
                    <a:pt x="0" y="343"/>
                  </a:lnTo>
                  <a:lnTo>
                    <a:pt x="0" y="298"/>
                  </a:lnTo>
                  <a:lnTo>
                    <a:pt x="34" y="242"/>
                  </a:lnTo>
                  <a:lnTo>
                    <a:pt x="105" y="223"/>
                  </a:lnTo>
                  <a:lnTo>
                    <a:pt x="156" y="200"/>
                  </a:lnTo>
                  <a:lnTo>
                    <a:pt x="356" y="111"/>
                  </a:lnTo>
                  <a:lnTo>
                    <a:pt x="576" y="0"/>
                  </a:lnTo>
                  <a:lnTo>
                    <a:pt x="594" y="0"/>
                  </a:lnTo>
                  <a:lnTo>
                    <a:pt x="601" y="14"/>
                  </a:lnTo>
                  <a:lnTo>
                    <a:pt x="610" y="190"/>
                  </a:lnTo>
                  <a:lnTo>
                    <a:pt x="608" y="241"/>
                  </a:lnTo>
                  <a:lnTo>
                    <a:pt x="605" y="290"/>
                  </a:lnTo>
                  <a:lnTo>
                    <a:pt x="597" y="326"/>
                  </a:lnTo>
                  <a:lnTo>
                    <a:pt x="501" y="341"/>
                  </a:lnTo>
                  <a:lnTo>
                    <a:pt x="212" y="3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l1271"/>
            <p:cNvSpPr/>
            <p:nvPr/>
          </p:nvSpPr>
          <p:spPr>
            <a:xfrm>
              <a:off x="4734963" y="5535705"/>
              <a:ext cx="583" cy="1244"/>
            </a:xfrm>
            <a:custGeom>
              <a:avLst/>
              <a:pathLst>
                <a:path w="583" h="1244">
                  <a:moveTo>
                    <a:pt x="252" y="1210"/>
                  </a:moveTo>
                  <a:lnTo>
                    <a:pt x="139" y="1244"/>
                  </a:lnTo>
                  <a:lnTo>
                    <a:pt x="131" y="1238"/>
                  </a:lnTo>
                  <a:lnTo>
                    <a:pt x="102" y="1144"/>
                  </a:lnTo>
                  <a:lnTo>
                    <a:pt x="84" y="1029"/>
                  </a:lnTo>
                  <a:lnTo>
                    <a:pt x="109" y="691"/>
                  </a:lnTo>
                  <a:lnTo>
                    <a:pt x="0" y="482"/>
                  </a:lnTo>
                  <a:lnTo>
                    <a:pt x="37" y="384"/>
                  </a:lnTo>
                  <a:lnTo>
                    <a:pt x="143" y="232"/>
                  </a:lnTo>
                  <a:lnTo>
                    <a:pt x="219" y="156"/>
                  </a:lnTo>
                  <a:lnTo>
                    <a:pt x="367" y="35"/>
                  </a:lnTo>
                  <a:lnTo>
                    <a:pt x="411" y="0"/>
                  </a:lnTo>
                  <a:lnTo>
                    <a:pt x="402" y="71"/>
                  </a:lnTo>
                  <a:lnTo>
                    <a:pt x="397" y="108"/>
                  </a:lnTo>
                  <a:lnTo>
                    <a:pt x="421" y="272"/>
                  </a:lnTo>
                  <a:lnTo>
                    <a:pt x="451" y="483"/>
                  </a:lnTo>
                  <a:lnTo>
                    <a:pt x="537" y="627"/>
                  </a:lnTo>
                  <a:lnTo>
                    <a:pt x="583" y="705"/>
                  </a:lnTo>
                  <a:lnTo>
                    <a:pt x="577" y="785"/>
                  </a:lnTo>
                  <a:lnTo>
                    <a:pt x="565" y="947"/>
                  </a:lnTo>
                  <a:lnTo>
                    <a:pt x="515" y="1041"/>
                  </a:lnTo>
                  <a:lnTo>
                    <a:pt x="471" y="1098"/>
                  </a:lnTo>
                  <a:lnTo>
                    <a:pt x="371" y="1159"/>
                  </a:lnTo>
                  <a:lnTo>
                    <a:pt x="252" y="12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l1272"/>
            <p:cNvSpPr/>
            <p:nvPr/>
          </p:nvSpPr>
          <p:spPr>
            <a:xfrm>
              <a:off x="4732225" y="5535269"/>
              <a:ext cx="1422" cy="1108"/>
            </a:xfrm>
            <a:custGeom>
              <a:avLst/>
              <a:pathLst>
                <a:path w="1422" h="1108">
                  <a:moveTo>
                    <a:pt x="1251" y="605"/>
                  </a:moveTo>
                  <a:lnTo>
                    <a:pt x="572" y="1065"/>
                  </a:lnTo>
                  <a:lnTo>
                    <a:pt x="523" y="1067"/>
                  </a:lnTo>
                  <a:lnTo>
                    <a:pt x="483" y="1057"/>
                  </a:lnTo>
                  <a:lnTo>
                    <a:pt x="237" y="1020"/>
                  </a:lnTo>
                  <a:lnTo>
                    <a:pt x="138" y="1108"/>
                  </a:lnTo>
                  <a:lnTo>
                    <a:pt x="118" y="1106"/>
                  </a:lnTo>
                  <a:lnTo>
                    <a:pt x="0" y="929"/>
                  </a:lnTo>
                  <a:lnTo>
                    <a:pt x="14" y="882"/>
                  </a:lnTo>
                  <a:lnTo>
                    <a:pt x="141" y="774"/>
                  </a:lnTo>
                  <a:lnTo>
                    <a:pt x="505" y="693"/>
                  </a:lnTo>
                  <a:lnTo>
                    <a:pt x="532" y="706"/>
                  </a:lnTo>
                  <a:lnTo>
                    <a:pt x="534" y="725"/>
                  </a:lnTo>
                  <a:lnTo>
                    <a:pt x="629" y="725"/>
                  </a:lnTo>
                  <a:lnTo>
                    <a:pt x="648" y="725"/>
                  </a:lnTo>
                  <a:lnTo>
                    <a:pt x="848" y="644"/>
                  </a:lnTo>
                  <a:lnTo>
                    <a:pt x="1221" y="200"/>
                  </a:lnTo>
                  <a:lnTo>
                    <a:pt x="1345" y="12"/>
                  </a:lnTo>
                  <a:lnTo>
                    <a:pt x="1384" y="0"/>
                  </a:lnTo>
                  <a:lnTo>
                    <a:pt x="1408" y="5"/>
                  </a:lnTo>
                  <a:lnTo>
                    <a:pt x="1422" y="19"/>
                  </a:lnTo>
                  <a:lnTo>
                    <a:pt x="1421" y="68"/>
                  </a:lnTo>
                  <a:lnTo>
                    <a:pt x="1409" y="134"/>
                  </a:lnTo>
                  <a:lnTo>
                    <a:pt x="1336" y="487"/>
                  </a:lnTo>
                  <a:lnTo>
                    <a:pt x="1251" y="60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l1273"/>
            <p:cNvSpPr/>
            <p:nvPr/>
          </p:nvSpPr>
          <p:spPr>
            <a:xfrm>
              <a:off x="4739735" y="5535664"/>
              <a:ext cx="1420" cy="1523"/>
            </a:xfrm>
            <a:custGeom>
              <a:avLst/>
              <a:pathLst>
                <a:path w="1420" h="1523">
                  <a:moveTo>
                    <a:pt x="1240" y="646"/>
                  </a:moveTo>
                  <a:lnTo>
                    <a:pt x="1122" y="796"/>
                  </a:lnTo>
                  <a:lnTo>
                    <a:pt x="1087" y="823"/>
                  </a:lnTo>
                  <a:lnTo>
                    <a:pt x="1062" y="822"/>
                  </a:lnTo>
                  <a:lnTo>
                    <a:pt x="866" y="668"/>
                  </a:lnTo>
                  <a:lnTo>
                    <a:pt x="657" y="647"/>
                  </a:lnTo>
                  <a:lnTo>
                    <a:pt x="623" y="687"/>
                  </a:lnTo>
                  <a:lnTo>
                    <a:pt x="586" y="752"/>
                  </a:lnTo>
                  <a:lnTo>
                    <a:pt x="462" y="974"/>
                  </a:lnTo>
                  <a:lnTo>
                    <a:pt x="422" y="1097"/>
                  </a:lnTo>
                  <a:lnTo>
                    <a:pt x="398" y="1171"/>
                  </a:lnTo>
                  <a:lnTo>
                    <a:pt x="399" y="1200"/>
                  </a:lnTo>
                  <a:lnTo>
                    <a:pt x="402" y="1254"/>
                  </a:lnTo>
                  <a:lnTo>
                    <a:pt x="388" y="1301"/>
                  </a:lnTo>
                  <a:lnTo>
                    <a:pt x="363" y="1323"/>
                  </a:lnTo>
                  <a:lnTo>
                    <a:pt x="149" y="1506"/>
                  </a:lnTo>
                  <a:lnTo>
                    <a:pt x="115" y="1517"/>
                  </a:lnTo>
                  <a:lnTo>
                    <a:pt x="80" y="1523"/>
                  </a:lnTo>
                  <a:lnTo>
                    <a:pt x="6" y="1493"/>
                  </a:lnTo>
                  <a:lnTo>
                    <a:pt x="0" y="1463"/>
                  </a:lnTo>
                  <a:lnTo>
                    <a:pt x="4" y="1294"/>
                  </a:lnTo>
                  <a:lnTo>
                    <a:pt x="96" y="1048"/>
                  </a:lnTo>
                  <a:lnTo>
                    <a:pt x="171" y="892"/>
                  </a:lnTo>
                  <a:lnTo>
                    <a:pt x="332" y="657"/>
                  </a:lnTo>
                  <a:lnTo>
                    <a:pt x="449" y="562"/>
                  </a:lnTo>
                  <a:lnTo>
                    <a:pt x="464" y="567"/>
                  </a:lnTo>
                  <a:lnTo>
                    <a:pt x="491" y="599"/>
                  </a:lnTo>
                  <a:lnTo>
                    <a:pt x="541" y="604"/>
                  </a:lnTo>
                  <a:lnTo>
                    <a:pt x="828" y="497"/>
                  </a:lnTo>
                  <a:lnTo>
                    <a:pt x="869" y="442"/>
                  </a:lnTo>
                  <a:lnTo>
                    <a:pt x="965" y="264"/>
                  </a:lnTo>
                  <a:lnTo>
                    <a:pt x="990" y="167"/>
                  </a:lnTo>
                  <a:lnTo>
                    <a:pt x="1006" y="108"/>
                  </a:lnTo>
                  <a:lnTo>
                    <a:pt x="1118" y="19"/>
                  </a:lnTo>
                  <a:lnTo>
                    <a:pt x="1138" y="15"/>
                  </a:lnTo>
                  <a:lnTo>
                    <a:pt x="1161" y="0"/>
                  </a:lnTo>
                  <a:lnTo>
                    <a:pt x="1185" y="0"/>
                  </a:lnTo>
                  <a:lnTo>
                    <a:pt x="1191" y="8"/>
                  </a:lnTo>
                  <a:lnTo>
                    <a:pt x="1420" y="351"/>
                  </a:lnTo>
                  <a:lnTo>
                    <a:pt x="1417" y="389"/>
                  </a:lnTo>
                  <a:lnTo>
                    <a:pt x="1249" y="634"/>
                  </a:lnTo>
                  <a:lnTo>
                    <a:pt x="1240" y="64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l1274"/>
            <p:cNvSpPr/>
            <p:nvPr/>
          </p:nvSpPr>
          <p:spPr>
            <a:xfrm>
              <a:off x="4734248" y="5534167"/>
              <a:ext cx="828" cy="562"/>
            </a:xfrm>
            <a:custGeom>
              <a:avLst/>
              <a:pathLst>
                <a:path w="828" h="562">
                  <a:moveTo>
                    <a:pt x="508" y="449"/>
                  </a:moveTo>
                  <a:lnTo>
                    <a:pt x="160" y="562"/>
                  </a:lnTo>
                  <a:lnTo>
                    <a:pt x="50" y="553"/>
                  </a:lnTo>
                  <a:lnTo>
                    <a:pt x="17" y="532"/>
                  </a:lnTo>
                  <a:lnTo>
                    <a:pt x="0" y="504"/>
                  </a:lnTo>
                  <a:lnTo>
                    <a:pt x="0" y="482"/>
                  </a:lnTo>
                  <a:lnTo>
                    <a:pt x="65" y="444"/>
                  </a:lnTo>
                  <a:lnTo>
                    <a:pt x="119" y="435"/>
                  </a:lnTo>
                  <a:lnTo>
                    <a:pt x="137" y="451"/>
                  </a:lnTo>
                  <a:lnTo>
                    <a:pt x="195" y="462"/>
                  </a:lnTo>
                  <a:lnTo>
                    <a:pt x="260" y="428"/>
                  </a:lnTo>
                  <a:lnTo>
                    <a:pt x="348" y="383"/>
                  </a:lnTo>
                  <a:lnTo>
                    <a:pt x="602" y="135"/>
                  </a:lnTo>
                  <a:lnTo>
                    <a:pt x="690" y="38"/>
                  </a:lnTo>
                  <a:lnTo>
                    <a:pt x="738" y="1"/>
                  </a:lnTo>
                  <a:lnTo>
                    <a:pt x="748" y="0"/>
                  </a:lnTo>
                  <a:lnTo>
                    <a:pt x="784" y="0"/>
                  </a:lnTo>
                  <a:lnTo>
                    <a:pt x="804" y="2"/>
                  </a:lnTo>
                  <a:lnTo>
                    <a:pt x="811" y="4"/>
                  </a:lnTo>
                  <a:lnTo>
                    <a:pt x="828" y="21"/>
                  </a:lnTo>
                  <a:lnTo>
                    <a:pt x="826" y="37"/>
                  </a:lnTo>
                  <a:lnTo>
                    <a:pt x="815" y="64"/>
                  </a:lnTo>
                  <a:lnTo>
                    <a:pt x="670" y="255"/>
                  </a:lnTo>
                  <a:lnTo>
                    <a:pt x="536" y="430"/>
                  </a:lnTo>
                  <a:lnTo>
                    <a:pt x="508" y="44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l1275"/>
            <p:cNvSpPr/>
            <p:nvPr/>
          </p:nvSpPr>
          <p:spPr>
            <a:xfrm>
              <a:off x="4722940" y="5531724"/>
              <a:ext cx="695" cy="744"/>
            </a:xfrm>
            <a:custGeom>
              <a:avLst/>
              <a:pathLst>
                <a:path w="695" h="744">
                  <a:moveTo>
                    <a:pt x="303" y="740"/>
                  </a:moveTo>
                  <a:lnTo>
                    <a:pt x="45" y="717"/>
                  </a:lnTo>
                  <a:lnTo>
                    <a:pt x="0" y="677"/>
                  </a:lnTo>
                  <a:lnTo>
                    <a:pt x="42" y="388"/>
                  </a:lnTo>
                  <a:lnTo>
                    <a:pt x="56" y="359"/>
                  </a:lnTo>
                  <a:lnTo>
                    <a:pt x="185" y="89"/>
                  </a:lnTo>
                  <a:lnTo>
                    <a:pt x="214" y="53"/>
                  </a:lnTo>
                  <a:lnTo>
                    <a:pt x="339" y="2"/>
                  </a:lnTo>
                  <a:lnTo>
                    <a:pt x="375" y="0"/>
                  </a:lnTo>
                  <a:lnTo>
                    <a:pt x="383" y="9"/>
                  </a:lnTo>
                  <a:lnTo>
                    <a:pt x="516" y="178"/>
                  </a:lnTo>
                  <a:lnTo>
                    <a:pt x="501" y="221"/>
                  </a:lnTo>
                  <a:lnTo>
                    <a:pt x="526" y="447"/>
                  </a:lnTo>
                  <a:lnTo>
                    <a:pt x="644" y="596"/>
                  </a:lnTo>
                  <a:lnTo>
                    <a:pt x="693" y="627"/>
                  </a:lnTo>
                  <a:lnTo>
                    <a:pt x="695" y="637"/>
                  </a:lnTo>
                  <a:lnTo>
                    <a:pt x="604" y="688"/>
                  </a:lnTo>
                  <a:lnTo>
                    <a:pt x="580" y="698"/>
                  </a:lnTo>
                  <a:lnTo>
                    <a:pt x="505" y="719"/>
                  </a:lnTo>
                  <a:lnTo>
                    <a:pt x="377" y="743"/>
                  </a:lnTo>
                  <a:lnTo>
                    <a:pt x="364" y="744"/>
                  </a:lnTo>
                  <a:lnTo>
                    <a:pt x="303" y="74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l1276"/>
            <p:cNvSpPr/>
            <p:nvPr/>
          </p:nvSpPr>
          <p:spPr>
            <a:xfrm>
              <a:off x="4723294" y="5528395"/>
              <a:ext cx="1330" cy="1627"/>
            </a:xfrm>
            <a:custGeom>
              <a:avLst/>
              <a:pathLst>
                <a:path w="1330" h="1627">
                  <a:moveTo>
                    <a:pt x="352" y="1626"/>
                  </a:moveTo>
                  <a:lnTo>
                    <a:pt x="293" y="1627"/>
                  </a:lnTo>
                  <a:lnTo>
                    <a:pt x="246" y="1595"/>
                  </a:lnTo>
                  <a:lnTo>
                    <a:pt x="202" y="1448"/>
                  </a:lnTo>
                  <a:lnTo>
                    <a:pt x="150" y="1016"/>
                  </a:lnTo>
                  <a:lnTo>
                    <a:pt x="131" y="930"/>
                  </a:lnTo>
                  <a:lnTo>
                    <a:pt x="86" y="721"/>
                  </a:lnTo>
                  <a:lnTo>
                    <a:pt x="52" y="700"/>
                  </a:lnTo>
                  <a:lnTo>
                    <a:pt x="25" y="657"/>
                  </a:lnTo>
                  <a:lnTo>
                    <a:pt x="0" y="613"/>
                  </a:lnTo>
                  <a:lnTo>
                    <a:pt x="9" y="581"/>
                  </a:lnTo>
                  <a:lnTo>
                    <a:pt x="643" y="135"/>
                  </a:lnTo>
                  <a:lnTo>
                    <a:pt x="809" y="51"/>
                  </a:lnTo>
                  <a:lnTo>
                    <a:pt x="831" y="40"/>
                  </a:lnTo>
                  <a:lnTo>
                    <a:pt x="1060" y="21"/>
                  </a:lnTo>
                  <a:lnTo>
                    <a:pt x="1128" y="14"/>
                  </a:lnTo>
                  <a:lnTo>
                    <a:pt x="1219" y="0"/>
                  </a:lnTo>
                  <a:lnTo>
                    <a:pt x="1330" y="80"/>
                  </a:lnTo>
                  <a:lnTo>
                    <a:pt x="1164" y="758"/>
                  </a:lnTo>
                  <a:lnTo>
                    <a:pt x="1125" y="855"/>
                  </a:lnTo>
                  <a:lnTo>
                    <a:pt x="1061" y="989"/>
                  </a:lnTo>
                  <a:lnTo>
                    <a:pt x="802" y="1428"/>
                  </a:lnTo>
                  <a:lnTo>
                    <a:pt x="352" y="162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l1277"/>
            <p:cNvSpPr/>
            <p:nvPr/>
          </p:nvSpPr>
          <p:spPr>
            <a:xfrm>
              <a:off x="4723767" y="5527562"/>
              <a:ext cx="499" cy="524"/>
            </a:xfrm>
            <a:custGeom>
              <a:avLst/>
              <a:pathLst>
                <a:path w="499" h="524">
                  <a:moveTo>
                    <a:pt x="110" y="524"/>
                  </a:moveTo>
                  <a:lnTo>
                    <a:pt x="31" y="518"/>
                  </a:lnTo>
                  <a:lnTo>
                    <a:pt x="0" y="508"/>
                  </a:lnTo>
                  <a:lnTo>
                    <a:pt x="35" y="204"/>
                  </a:lnTo>
                  <a:lnTo>
                    <a:pt x="54" y="48"/>
                  </a:lnTo>
                  <a:lnTo>
                    <a:pt x="92" y="26"/>
                  </a:lnTo>
                  <a:lnTo>
                    <a:pt x="113" y="15"/>
                  </a:lnTo>
                  <a:lnTo>
                    <a:pt x="330" y="0"/>
                  </a:lnTo>
                  <a:lnTo>
                    <a:pt x="335" y="2"/>
                  </a:lnTo>
                  <a:lnTo>
                    <a:pt x="369" y="65"/>
                  </a:lnTo>
                  <a:lnTo>
                    <a:pt x="499" y="398"/>
                  </a:lnTo>
                  <a:lnTo>
                    <a:pt x="426" y="477"/>
                  </a:lnTo>
                  <a:lnTo>
                    <a:pt x="375" y="497"/>
                  </a:lnTo>
                  <a:lnTo>
                    <a:pt x="110" y="52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l1278"/>
            <p:cNvSpPr/>
            <p:nvPr/>
          </p:nvSpPr>
          <p:spPr>
            <a:xfrm>
              <a:off x="4722381" y="5526997"/>
              <a:ext cx="335" cy="583"/>
            </a:xfrm>
            <a:custGeom>
              <a:avLst/>
              <a:pathLst>
                <a:path w="335" h="583">
                  <a:moveTo>
                    <a:pt x="335" y="128"/>
                  </a:moveTo>
                  <a:lnTo>
                    <a:pt x="262" y="350"/>
                  </a:lnTo>
                  <a:lnTo>
                    <a:pt x="219" y="330"/>
                  </a:lnTo>
                  <a:lnTo>
                    <a:pt x="213" y="335"/>
                  </a:lnTo>
                  <a:lnTo>
                    <a:pt x="129" y="514"/>
                  </a:lnTo>
                  <a:lnTo>
                    <a:pt x="121" y="569"/>
                  </a:lnTo>
                  <a:lnTo>
                    <a:pt x="110" y="579"/>
                  </a:lnTo>
                  <a:lnTo>
                    <a:pt x="89" y="583"/>
                  </a:lnTo>
                  <a:lnTo>
                    <a:pt x="48" y="565"/>
                  </a:lnTo>
                  <a:lnTo>
                    <a:pt x="13" y="518"/>
                  </a:lnTo>
                  <a:lnTo>
                    <a:pt x="0" y="439"/>
                  </a:lnTo>
                  <a:lnTo>
                    <a:pt x="30" y="91"/>
                  </a:lnTo>
                  <a:lnTo>
                    <a:pt x="54" y="43"/>
                  </a:lnTo>
                  <a:lnTo>
                    <a:pt x="79" y="17"/>
                  </a:lnTo>
                  <a:lnTo>
                    <a:pt x="119" y="0"/>
                  </a:lnTo>
                  <a:lnTo>
                    <a:pt x="287" y="24"/>
                  </a:lnTo>
                  <a:lnTo>
                    <a:pt x="320" y="63"/>
                  </a:lnTo>
                  <a:lnTo>
                    <a:pt x="335" y="12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l1279"/>
            <p:cNvSpPr/>
            <p:nvPr/>
          </p:nvSpPr>
          <p:spPr>
            <a:xfrm>
              <a:off x="4723165" y="5526754"/>
              <a:ext cx="707" cy="682"/>
            </a:xfrm>
            <a:custGeom>
              <a:avLst/>
              <a:pathLst>
                <a:path w="707" h="682">
                  <a:moveTo>
                    <a:pt x="496" y="664"/>
                  </a:moveTo>
                  <a:lnTo>
                    <a:pt x="328" y="682"/>
                  </a:lnTo>
                  <a:lnTo>
                    <a:pt x="262" y="649"/>
                  </a:lnTo>
                  <a:lnTo>
                    <a:pt x="102" y="461"/>
                  </a:lnTo>
                  <a:lnTo>
                    <a:pt x="24" y="323"/>
                  </a:lnTo>
                  <a:lnTo>
                    <a:pt x="0" y="111"/>
                  </a:lnTo>
                  <a:lnTo>
                    <a:pt x="58" y="21"/>
                  </a:lnTo>
                  <a:lnTo>
                    <a:pt x="144" y="0"/>
                  </a:lnTo>
                  <a:lnTo>
                    <a:pt x="283" y="72"/>
                  </a:lnTo>
                  <a:lnTo>
                    <a:pt x="638" y="381"/>
                  </a:lnTo>
                  <a:lnTo>
                    <a:pt x="707" y="588"/>
                  </a:lnTo>
                  <a:lnTo>
                    <a:pt x="496" y="66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l1280"/>
            <p:cNvSpPr/>
            <p:nvPr/>
          </p:nvSpPr>
          <p:spPr>
            <a:xfrm>
              <a:off x="4745918" y="5528640"/>
              <a:ext cx="660" cy="598"/>
            </a:xfrm>
            <a:custGeom>
              <a:avLst/>
              <a:pathLst>
                <a:path w="660" h="598">
                  <a:moveTo>
                    <a:pt x="539" y="500"/>
                  </a:moveTo>
                  <a:lnTo>
                    <a:pt x="292" y="598"/>
                  </a:lnTo>
                  <a:lnTo>
                    <a:pt x="271" y="594"/>
                  </a:lnTo>
                  <a:lnTo>
                    <a:pt x="242" y="566"/>
                  </a:lnTo>
                  <a:lnTo>
                    <a:pt x="185" y="550"/>
                  </a:lnTo>
                  <a:lnTo>
                    <a:pt x="74" y="546"/>
                  </a:lnTo>
                  <a:lnTo>
                    <a:pt x="9" y="569"/>
                  </a:lnTo>
                  <a:lnTo>
                    <a:pt x="0" y="555"/>
                  </a:lnTo>
                  <a:lnTo>
                    <a:pt x="30" y="305"/>
                  </a:lnTo>
                  <a:lnTo>
                    <a:pt x="65" y="238"/>
                  </a:lnTo>
                  <a:lnTo>
                    <a:pt x="112" y="190"/>
                  </a:lnTo>
                  <a:lnTo>
                    <a:pt x="525" y="1"/>
                  </a:lnTo>
                  <a:lnTo>
                    <a:pt x="546" y="0"/>
                  </a:lnTo>
                  <a:lnTo>
                    <a:pt x="629" y="24"/>
                  </a:lnTo>
                  <a:lnTo>
                    <a:pt x="636" y="28"/>
                  </a:lnTo>
                  <a:lnTo>
                    <a:pt x="660" y="58"/>
                  </a:lnTo>
                  <a:lnTo>
                    <a:pt x="571" y="478"/>
                  </a:lnTo>
                  <a:lnTo>
                    <a:pt x="539" y="50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l1281"/>
            <p:cNvSpPr/>
            <p:nvPr/>
          </p:nvSpPr>
          <p:spPr>
            <a:xfrm>
              <a:off x="4724192" y="5522297"/>
              <a:ext cx="1574" cy="1699"/>
            </a:xfrm>
            <a:custGeom>
              <a:avLst/>
              <a:pathLst>
                <a:path w="1574" h="1699">
                  <a:moveTo>
                    <a:pt x="875" y="1699"/>
                  </a:moveTo>
                  <a:lnTo>
                    <a:pt x="748" y="1686"/>
                  </a:lnTo>
                  <a:lnTo>
                    <a:pt x="573" y="1543"/>
                  </a:lnTo>
                  <a:lnTo>
                    <a:pt x="30" y="939"/>
                  </a:lnTo>
                  <a:lnTo>
                    <a:pt x="23" y="921"/>
                  </a:lnTo>
                  <a:lnTo>
                    <a:pt x="0" y="808"/>
                  </a:lnTo>
                  <a:lnTo>
                    <a:pt x="60" y="637"/>
                  </a:lnTo>
                  <a:lnTo>
                    <a:pt x="189" y="366"/>
                  </a:lnTo>
                  <a:lnTo>
                    <a:pt x="212" y="335"/>
                  </a:lnTo>
                  <a:lnTo>
                    <a:pt x="276" y="279"/>
                  </a:lnTo>
                  <a:lnTo>
                    <a:pt x="772" y="6"/>
                  </a:lnTo>
                  <a:lnTo>
                    <a:pt x="803" y="0"/>
                  </a:lnTo>
                  <a:lnTo>
                    <a:pt x="873" y="13"/>
                  </a:lnTo>
                  <a:lnTo>
                    <a:pt x="902" y="32"/>
                  </a:lnTo>
                  <a:lnTo>
                    <a:pt x="942" y="67"/>
                  </a:lnTo>
                  <a:lnTo>
                    <a:pt x="977" y="101"/>
                  </a:lnTo>
                  <a:lnTo>
                    <a:pt x="1024" y="156"/>
                  </a:lnTo>
                  <a:lnTo>
                    <a:pt x="1120" y="271"/>
                  </a:lnTo>
                  <a:lnTo>
                    <a:pt x="1209" y="450"/>
                  </a:lnTo>
                  <a:lnTo>
                    <a:pt x="1419" y="856"/>
                  </a:lnTo>
                  <a:lnTo>
                    <a:pt x="1553" y="1073"/>
                  </a:lnTo>
                  <a:lnTo>
                    <a:pt x="1574" y="1199"/>
                  </a:lnTo>
                  <a:lnTo>
                    <a:pt x="1568" y="1320"/>
                  </a:lnTo>
                  <a:lnTo>
                    <a:pt x="1549" y="1336"/>
                  </a:lnTo>
                  <a:lnTo>
                    <a:pt x="1245" y="1494"/>
                  </a:lnTo>
                  <a:lnTo>
                    <a:pt x="1262" y="1575"/>
                  </a:lnTo>
                  <a:lnTo>
                    <a:pt x="1241" y="1601"/>
                  </a:lnTo>
                  <a:lnTo>
                    <a:pt x="1133" y="1683"/>
                  </a:lnTo>
                  <a:lnTo>
                    <a:pt x="1088" y="1698"/>
                  </a:lnTo>
                  <a:lnTo>
                    <a:pt x="875" y="169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l1282"/>
            <p:cNvSpPr/>
            <p:nvPr/>
          </p:nvSpPr>
          <p:spPr>
            <a:xfrm>
              <a:off x="4748050" y="5525579"/>
              <a:ext cx="574" cy="861"/>
            </a:xfrm>
            <a:custGeom>
              <a:avLst/>
              <a:pathLst>
                <a:path w="574" h="861">
                  <a:moveTo>
                    <a:pt x="518" y="823"/>
                  </a:moveTo>
                  <a:lnTo>
                    <a:pt x="479" y="861"/>
                  </a:lnTo>
                  <a:lnTo>
                    <a:pt x="101" y="677"/>
                  </a:lnTo>
                  <a:lnTo>
                    <a:pt x="26" y="487"/>
                  </a:lnTo>
                  <a:lnTo>
                    <a:pt x="0" y="251"/>
                  </a:lnTo>
                  <a:lnTo>
                    <a:pt x="9" y="218"/>
                  </a:lnTo>
                  <a:lnTo>
                    <a:pt x="61" y="178"/>
                  </a:lnTo>
                  <a:lnTo>
                    <a:pt x="382" y="28"/>
                  </a:lnTo>
                  <a:lnTo>
                    <a:pt x="434" y="5"/>
                  </a:lnTo>
                  <a:lnTo>
                    <a:pt x="462" y="0"/>
                  </a:lnTo>
                  <a:lnTo>
                    <a:pt x="477" y="62"/>
                  </a:lnTo>
                  <a:lnTo>
                    <a:pt x="574" y="442"/>
                  </a:lnTo>
                  <a:lnTo>
                    <a:pt x="554" y="697"/>
                  </a:lnTo>
                  <a:lnTo>
                    <a:pt x="523" y="814"/>
                  </a:lnTo>
                  <a:lnTo>
                    <a:pt x="518" y="82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l1283"/>
            <p:cNvSpPr/>
            <p:nvPr/>
          </p:nvSpPr>
          <p:spPr>
            <a:xfrm>
              <a:off x="4725294" y="5521757"/>
              <a:ext cx="693" cy="1248"/>
            </a:xfrm>
            <a:custGeom>
              <a:avLst/>
              <a:pathLst>
                <a:path w="693" h="1248">
                  <a:moveTo>
                    <a:pt x="693" y="643"/>
                  </a:moveTo>
                  <a:lnTo>
                    <a:pt x="642" y="1186"/>
                  </a:lnTo>
                  <a:lnTo>
                    <a:pt x="634" y="1225"/>
                  </a:lnTo>
                  <a:lnTo>
                    <a:pt x="623" y="1241"/>
                  </a:lnTo>
                  <a:lnTo>
                    <a:pt x="595" y="1248"/>
                  </a:lnTo>
                  <a:lnTo>
                    <a:pt x="499" y="1239"/>
                  </a:lnTo>
                  <a:lnTo>
                    <a:pt x="464" y="1192"/>
                  </a:lnTo>
                  <a:lnTo>
                    <a:pt x="436" y="1082"/>
                  </a:lnTo>
                  <a:lnTo>
                    <a:pt x="443" y="936"/>
                  </a:lnTo>
                  <a:lnTo>
                    <a:pt x="397" y="742"/>
                  </a:lnTo>
                  <a:lnTo>
                    <a:pt x="335" y="704"/>
                  </a:lnTo>
                  <a:lnTo>
                    <a:pt x="170" y="730"/>
                  </a:lnTo>
                  <a:lnTo>
                    <a:pt x="54" y="426"/>
                  </a:lnTo>
                  <a:lnTo>
                    <a:pt x="61" y="352"/>
                  </a:lnTo>
                  <a:lnTo>
                    <a:pt x="36" y="251"/>
                  </a:lnTo>
                  <a:lnTo>
                    <a:pt x="10" y="221"/>
                  </a:lnTo>
                  <a:lnTo>
                    <a:pt x="0" y="195"/>
                  </a:lnTo>
                  <a:lnTo>
                    <a:pt x="3" y="162"/>
                  </a:lnTo>
                  <a:lnTo>
                    <a:pt x="76" y="61"/>
                  </a:lnTo>
                  <a:lnTo>
                    <a:pt x="123" y="38"/>
                  </a:lnTo>
                  <a:lnTo>
                    <a:pt x="238" y="0"/>
                  </a:lnTo>
                  <a:lnTo>
                    <a:pt x="293" y="10"/>
                  </a:lnTo>
                  <a:lnTo>
                    <a:pt x="482" y="122"/>
                  </a:lnTo>
                  <a:lnTo>
                    <a:pt x="558" y="220"/>
                  </a:lnTo>
                  <a:lnTo>
                    <a:pt x="604" y="279"/>
                  </a:lnTo>
                  <a:lnTo>
                    <a:pt x="665" y="386"/>
                  </a:lnTo>
                  <a:lnTo>
                    <a:pt x="692" y="597"/>
                  </a:lnTo>
                  <a:lnTo>
                    <a:pt x="693" y="64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l1284"/>
            <p:cNvSpPr/>
            <p:nvPr/>
          </p:nvSpPr>
          <p:spPr>
            <a:xfrm>
              <a:off x="4747131" y="5525215"/>
              <a:ext cx="296" cy="494"/>
            </a:xfrm>
            <a:custGeom>
              <a:avLst/>
              <a:pathLst>
                <a:path w="296" h="494">
                  <a:moveTo>
                    <a:pt x="175" y="473"/>
                  </a:moveTo>
                  <a:lnTo>
                    <a:pt x="104" y="494"/>
                  </a:lnTo>
                  <a:lnTo>
                    <a:pt x="0" y="465"/>
                  </a:lnTo>
                  <a:lnTo>
                    <a:pt x="0" y="420"/>
                  </a:lnTo>
                  <a:lnTo>
                    <a:pt x="34" y="369"/>
                  </a:lnTo>
                  <a:lnTo>
                    <a:pt x="73" y="313"/>
                  </a:lnTo>
                  <a:lnTo>
                    <a:pt x="59" y="256"/>
                  </a:lnTo>
                  <a:lnTo>
                    <a:pt x="24" y="159"/>
                  </a:lnTo>
                  <a:lnTo>
                    <a:pt x="33" y="128"/>
                  </a:lnTo>
                  <a:lnTo>
                    <a:pt x="40" y="113"/>
                  </a:lnTo>
                  <a:lnTo>
                    <a:pt x="80" y="49"/>
                  </a:lnTo>
                  <a:lnTo>
                    <a:pt x="110" y="22"/>
                  </a:lnTo>
                  <a:lnTo>
                    <a:pt x="207" y="0"/>
                  </a:lnTo>
                  <a:lnTo>
                    <a:pt x="289" y="5"/>
                  </a:lnTo>
                  <a:lnTo>
                    <a:pt x="295" y="17"/>
                  </a:lnTo>
                  <a:lnTo>
                    <a:pt x="296" y="333"/>
                  </a:lnTo>
                  <a:lnTo>
                    <a:pt x="175" y="4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l1285"/>
            <p:cNvSpPr/>
            <p:nvPr/>
          </p:nvSpPr>
          <p:spPr>
            <a:xfrm>
              <a:off x="4746553" y="5524916"/>
              <a:ext cx="437" cy="523"/>
            </a:xfrm>
            <a:custGeom>
              <a:avLst/>
              <a:pathLst>
                <a:path w="437" h="523">
                  <a:moveTo>
                    <a:pt x="125" y="515"/>
                  </a:moveTo>
                  <a:lnTo>
                    <a:pt x="75" y="523"/>
                  </a:lnTo>
                  <a:lnTo>
                    <a:pt x="65" y="519"/>
                  </a:lnTo>
                  <a:lnTo>
                    <a:pt x="19" y="499"/>
                  </a:lnTo>
                  <a:lnTo>
                    <a:pt x="5" y="492"/>
                  </a:lnTo>
                  <a:lnTo>
                    <a:pt x="0" y="485"/>
                  </a:lnTo>
                  <a:lnTo>
                    <a:pt x="49" y="308"/>
                  </a:lnTo>
                  <a:lnTo>
                    <a:pt x="214" y="41"/>
                  </a:lnTo>
                  <a:lnTo>
                    <a:pt x="246" y="0"/>
                  </a:lnTo>
                  <a:lnTo>
                    <a:pt x="344" y="56"/>
                  </a:lnTo>
                  <a:lnTo>
                    <a:pt x="437" y="113"/>
                  </a:lnTo>
                  <a:lnTo>
                    <a:pt x="413" y="241"/>
                  </a:lnTo>
                  <a:lnTo>
                    <a:pt x="409" y="260"/>
                  </a:lnTo>
                  <a:lnTo>
                    <a:pt x="266" y="458"/>
                  </a:lnTo>
                  <a:lnTo>
                    <a:pt x="239" y="472"/>
                  </a:lnTo>
                  <a:lnTo>
                    <a:pt x="125" y="51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l1286"/>
            <p:cNvSpPr/>
            <p:nvPr/>
          </p:nvSpPr>
          <p:spPr>
            <a:xfrm>
              <a:off x="4746404" y="5521515"/>
              <a:ext cx="765" cy="842"/>
            </a:xfrm>
            <a:custGeom>
              <a:avLst/>
              <a:pathLst>
                <a:path w="765" h="842">
                  <a:moveTo>
                    <a:pt x="112" y="837"/>
                  </a:moveTo>
                  <a:lnTo>
                    <a:pt x="40" y="842"/>
                  </a:lnTo>
                  <a:lnTo>
                    <a:pt x="6" y="834"/>
                  </a:lnTo>
                  <a:lnTo>
                    <a:pt x="0" y="819"/>
                  </a:lnTo>
                  <a:lnTo>
                    <a:pt x="14" y="789"/>
                  </a:lnTo>
                  <a:lnTo>
                    <a:pt x="165" y="716"/>
                  </a:lnTo>
                  <a:lnTo>
                    <a:pt x="226" y="699"/>
                  </a:lnTo>
                  <a:lnTo>
                    <a:pt x="519" y="320"/>
                  </a:lnTo>
                  <a:lnTo>
                    <a:pt x="525" y="297"/>
                  </a:lnTo>
                  <a:lnTo>
                    <a:pt x="599" y="161"/>
                  </a:lnTo>
                  <a:lnTo>
                    <a:pt x="665" y="40"/>
                  </a:lnTo>
                  <a:lnTo>
                    <a:pt x="686" y="17"/>
                  </a:lnTo>
                  <a:lnTo>
                    <a:pt x="703" y="0"/>
                  </a:lnTo>
                  <a:lnTo>
                    <a:pt x="710" y="0"/>
                  </a:lnTo>
                  <a:lnTo>
                    <a:pt x="717" y="0"/>
                  </a:lnTo>
                  <a:lnTo>
                    <a:pt x="765" y="1"/>
                  </a:lnTo>
                  <a:lnTo>
                    <a:pt x="672" y="440"/>
                  </a:lnTo>
                  <a:lnTo>
                    <a:pt x="646" y="471"/>
                  </a:lnTo>
                  <a:lnTo>
                    <a:pt x="571" y="545"/>
                  </a:lnTo>
                  <a:lnTo>
                    <a:pt x="337" y="729"/>
                  </a:lnTo>
                  <a:lnTo>
                    <a:pt x="176" y="822"/>
                  </a:lnTo>
                  <a:lnTo>
                    <a:pt x="112" y="8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l1287"/>
            <p:cNvSpPr/>
            <p:nvPr/>
          </p:nvSpPr>
          <p:spPr>
            <a:xfrm>
              <a:off x="4748074" y="5521015"/>
              <a:ext cx="566" cy="346"/>
            </a:xfrm>
            <a:custGeom>
              <a:avLst/>
              <a:pathLst>
                <a:path w="566" h="346">
                  <a:moveTo>
                    <a:pt x="332" y="346"/>
                  </a:moveTo>
                  <a:lnTo>
                    <a:pt x="262" y="337"/>
                  </a:lnTo>
                  <a:lnTo>
                    <a:pt x="0" y="148"/>
                  </a:lnTo>
                  <a:lnTo>
                    <a:pt x="2" y="136"/>
                  </a:lnTo>
                  <a:lnTo>
                    <a:pt x="195" y="30"/>
                  </a:lnTo>
                  <a:lnTo>
                    <a:pt x="219" y="27"/>
                  </a:lnTo>
                  <a:lnTo>
                    <a:pt x="393" y="0"/>
                  </a:lnTo>
                  <a:lnTo>
                    <a:pt x="497" y="77"/>
                  </a:lnTo>
                  <a:lnTo>
                    <a:pt x="566" y="268"/>
                  </a:lnTo>
                  <a:lnTo>
                    <a:pt x="532" y="306"/>
                  </a:lnTo>
                  <a:lnTo>
                    <a:pt x="460" y="320"/>
                  </a:lnTo>
                  <a:lnTo>
                    <a:pt x="332" y="34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l1288"/>
            <p:cNvSpPr/>
            <p:nvPr/>
          </p:nvSpPr>
          <p:spPr>
            <a:xfrm>
              <a:off x="4748459" y="5520453"/>
              <a:ext cx="446" cy="539"/>
            </a:xfrm>
            <a:custGeom>
              <a:avLst/>
              <a:pathLst>
                <a:path w="446" h="539">
                  <a:moveTo>
                    <a:pt x="309" y="434"/>
                  </a:moveTo>
                  <a:lnTo>
                    <a:pt x="21" y="539"/>
                  </a:lnTo>
                  <a:lnTo>
                    <a:pt x="0" y="513"/>
                  </a:lnTo>
                  <a:lnTo>
                    <a:pt x="17" y="420"/>
                  </a:lnTo>
                  <a:lnTo>
                    <a:pt x="29" y="419"/>
                  </a:lnTo>
                  <a:lnTo>
                    <a:pt x="56" y="406"/>
                  </a:lnTo>
                  <a:lnTo>
                    <a:pt x="138" y="305"/>
                  </a:lnTo>
                  <a:lnTo>
                    <a:pt x="215" y="147"/>
                  </a:lnTo>
                  <a:lnTo>
                    <a:pt x="210" y="0"/>
                  </a:lnTo>
                  <a:lnTo>
                    <a:pt x="446" y="213"/>
                  </a:lnTo>
                  <a:lnTo>
                    <a:pt x="445" y="280"/>
                  </a:lnTo>
                  <a:lnTo>
                    <a:pt x="414" y="326"/>
                  </a:lnTo>
                  <a:lnTo>
                    <a:pt x="309" y="43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l1289"/>
            <p:cNvSpPr/>
            <p:nvPr/>
          </p:nvSpPr>
          <p:spPr>
            <a:xfrm>
              <a:off x="4750246" y="5520569"/>
              <a:ext cx="394" cy="405"/>
            </a:xfrm>
            <a:custGeom>
              <a:avLst/>
              <a:pathLst>
                <a:path w="394" h="405">
                  <a:moveTo>
                    <a:pt x="92" y="398"/>
                  </a:moveTo>
                  <a:lnTo>
                    <a:pt x="66" y="395"/>
                  </a:lnTo>
                  <a:lnTo>
                    <a:pt x="36" y="376"/>
                  </a:lnTo>
                  <a:lnTo>
                    <a:pt x="9" y="327"/>
                  </a:lnTo>
                  <a:lnTo>
                    <a:pt x="0" y="279"/>
                  </a:lnTo>
                  <a:lnTo>
                    <a:pt x="54" y="151"/>
                  </a:lnTo>
                  <a:lnTo>
                    <a:pt x="80" y="95"/>
                  </a:lnTo>
                  <a:lnTo>
                    <a:pt x="169" y="33"/>
                  </a:lnTo>
                  <a:lnTo>
                    <a:pt x="250" y="0"/>
                  </a:lnTo>
                  <a:lnTo>
                    <a:pt x="267" y="0"/>
                  </a:lnTo>
                  <a:lnTo>
                    <a:pt x="327" y="65"/>
                  </a:lnTo>
                  <a:lnTo>
                    <a:pt x="390" y="137"/>
                  </a:lnTo>
                  <a:lnTo>
                    <a:pt x="393" y="211"/>
                  </a:lnTo>
                  <a:lnTo>
                    <a:pt x="394" y="288"/>
                  </a:lnTo>
                  <a:lnTo>
                    <a:pt x="294" y="374"/>
                  </a:lnTo>
                  <a:lnTo>
                    <a:pt x="166" y="405"/>
                  </a:lnTo>
                  <a:lnTo>
                    <a:pt x="92" y="39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l1290"/>
            <p:cNvSpPr/>
            <p:nvPr/>
          </p:nvSpPr>
          <p:spPr>
            <a:xfrm>
              <a:off x="4747274" y="5518862"/>
              <a:ext cx="560" cy="592"/>
            </a:xfrm>
            <a:custGeom>
              <a:avLst/>
              <a:pathLst>
                <a:path w="560" h="592">
                  <a:moveTo>
                    <a:pt x="122" y="592"/>
                  </a:moveTo>
                  <a:lnTo>
                    <a:pt x="106" y="591"/>
                  </a:lnTo>
                  <a:lnTo>
                    <a:pt x="24" y="477"/>
                  </a:lnTo>
                  <a:lnTo>
                    <a:pt x="0" y="354"/>
                  </a:lnTo>
                  <a:lnTo>
                    <a:pt x="34" y="320"/>
                  </a:lnTo>
                  <a:lnTo>
                    <a:pt x="429" y="61"/>
                  </a:lnTo>
                  <a:lnTo>
                    <a:pt x="545" y="0"/>
                  </a:lnTo>
                  <a:lnTo>
                    <a:pt x="552" y="26"/>
                  </a:lnTo>
                  <a:lnTo>
                    <a:pt x="560" y="61"/>
                  </a:lnTo>
                  <a:lnTo>
                    <a:pt x="540" y="100"/>
                  </a:lnTo>
                  <a:lnTo>
                    <a:pt x="343" y="457"/>
                  </a:lnTo>
                  <a:lnTo>
                    <a:pt x="245" y="578"/>
                  </a:lnTo>
                  <a:lnTo>
                    <a:pt x="228" y="590"/>
                  </a:lnTo>
                  <a:lnTo>
                    <a:pt x="188" y="591"/>
                  </a:lnTo>
                  <a:lnTo>
                    <a:pt x="122" y="5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l1291"/>
            <p:cNvSpPr/>
            <p:nvPr/>
          </p:nvSpPr>
          <p:spPr>
            <a:xfrm>
              <a:off x="4747779" y="5518854"/>
              <a:ext cx="858" cy="562"/>
            </a:xfrm>
            <a:custGeom>
              <a:avLst/>
              <a:pathLst>
                <a:path w="858" h="562">
                  <a:moveTo>
                    <a:pt x="858" y="374"/>
                  </a:moveTo>
                  <a:lnTo>
                    <a:pt x="856" y="425"/>
                  </a:lnTo>
                  <a:lnTo>
                    <a:pt x="850" y="531"/>
                  </a:lnTo>
                  <a:lnTo>
                    <a:pt x="847" y="539"/>
                  </a:lnTo>
                  <a:lnTo>
                    <a:pt x="838" y="551"/>
                  </a:lnTo>
                  <a:lnTo>
                    <a:pt x="826" y="560"/>
                  </a:lnTo>
                  <a:lnTo>
                    <a:pt x="820" y="562"/>
                  </a:lnTo>
                  <a:lnTo>
                    <a:pt x="661" y="531"/>
                  </a:lnTo>
                  <a:lnTo>
                    <a:pt x="575" y="423"/>
                  </a:lnTo>
                  <a:lnTo>
                    <a:pt x="360" y="333"/>
                  </a:lnTo>
                  <a:lnTo>
                    <a:pt x="213" y="314"/>
                  </a:lnTo>
                  <a:lnTo>
                    <a:pt x="167" y="346"/>
                  </a:lnTo>
                  <a:lnTo>
                    <a:pt x="148" y="381"/>
                  </a:lnTo>
                  <a:lnTo>
                    <a:pt x="130" y="446"/>
                  </a:lnTo>
                  <a:lnTo>
                    <a:pt x="84" y="472"/>
                  </a:lnTo>
                  <a:lnTo>
                    <a:pt x="13" y="393"/>
                  </a:lnTo>
                  <a:lnTo>
                    <a:pt x="0" y="334"/>
                  </a:lnTo>
                  <a:lnTo>
                    <a:pt x="7" y="290"/>
                  </a:lnTo>
                  <a:lnTo>
                    <a:pt x="31" y="193"/>
                  </a:lnTo>
                  <a:lnTo>
                    <a:pt x="70" y="139"/>
                  </a:lnTo>
                  <a:lnTo>
                    <a:pt x="99" y="119"/>
                  </a:lnTo>
                  <a:lnTo>
                    <a:pt x="176" y="83"/>
                  </a:lnTo>
                  <a:lnTo>
                    <a:pt x="328" y="11"/>
                  </a:lnTo>
                  <a:lnTo>
                    <a:pt x="399" y="0"/>
                  </a:lnTo>
                  <a:lnTo>
                    <a:pt x="418" y="0"/>
                  </a:lnTo>
                  <a:lnTo>
                    <a:pt x="792" y="256"/>
                  </a:lnTo>
                  <a:lnTo>
                    <a:pt x="858" y="37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l1292"/>
            <p:cNvSpPr/>
            <p:nvPr/>
          </p:nvSpPr>
          <p:spPr>
            <a:xfrm>
              <a:off x="4746917" y="5518356"/>
              <a:ext cx="969" cy="409"/>
            </a:xfrm>
            <a:custGeom>
              <a:avLst/>
              <a:pathLst>
                <a:path w="969" h="409">
                  <a:moveTo>
                    <a:pt x="219" y="360"/>
                  </a:moveTo>
                  <a:lnTo>
                    <a:pt x="96" y="347"/>
                  </a:lnTo>
                  <a:lnTo>
                    <a:pt x="23" y="321"/>
                  </a:lnTo>
                  <a:lnTo>
                    <a:pt x="0" y="254"/>
                  </a:lnTo>
                  <a:lnTo>
                    <a:pt x="8" y="230"/>
                  </a:lnTo>
                  <a:lnTo>
                    <a:pt x="72" y="179"/>
                  </a:lnTo>
                  <a:lnTo>
                    <a:pt x="91" y="164"/>
                  </a:lnTo>
                  <a:lnTo>
                    <a:pt x="400" y="18"/>
                  </a:lnTo>
                  <a:lnTo>
                    <a:pt x="499" y="0"/>
                  </a:lnTo>
                  <a:lnTo>
                    <a:pt x="591" y="16"/>
                  </a:lnTo>
                  <a:lnTo>
                    <a:pt x="773" y="98"/>
                  </a:lnTo>
                  <a:lnTo>
                    <a:pt x="784" y="103"/>
                  </a:lnTo>
                  <a:lnTo>
                    <a:pt x="969" y="200"/>
                  </a:lnTo>
                  <a:lnTo>
                    <a:pt x="854" y="329"/>
                  </a:lnTo>
                  <a:lnTo>
                    <a:pt x="611" y="400"/>
                  </a:lnTo>
                  <a:lnTo>
                    <a:pt x="553" y="409"/>
                  </a:lnTo>
                  <a:lnTo>
                    <a:pt x="350" y="381"/>
                  </a:lnTo>
                  <a:lnTo>
                    <a:pt x="219" y="3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l1293"/>
            <p:cNvSpPr/>
            <p:nvPr/>
          </p:nvSpPr>
          <p:spPr>
            <a:xfrm>
              <a:off x="4746239" y="5517880"/>
              <a:ext cx="1621" cy="399"/>
            </a:xfrm>
            <a:custGeom>
              <a:avLst/>
              <a:pathLst>
                <a:path w="1621" h="399">
                  <a:moveTo>
                    <a:pt x="1621" y="305"/>
                  </a:moveTo>
                  <a:lnTo>
                    <a:pt x="1619" y="314"/>
                  </a:lnTo>
                  <a:lnTo>
                    <a:pt x="1599" y="326"/>
                  </a:lnTo>
                  <a:lnTo>
                    <a:pt x="1461" y="337"/>
                  </a:lnTo>
                  <a:lnTo>
                    <a:pt x="1423" y="339"/>
                  </a:lnTo>
                  <a:lnTo>
                    <a:pt x="1304" y="308"/>
                  </a:lnTo>
                  <a:lnTo>
                    <a:pt x="1236" y="264"/>
                  </a:lnTo>
                  <a:lnTo>
                    <a:pt x="1213" y="238"/>
                  </a:lnTo>
                  <a:lnTo>
                    <a:pt x="535" y="262"/>
                  </a:lnTo>
                  <a:lnTo>
                    <a:pt x="433" y="305"/>
                  </a:lnTo>
                  <a:lnTo>
                    <a:pt x="413" y="353"/>
                  </a:lnTo>
                  <a:lnTo>
                    <a:pt x="385" y="383"/>
                  </a:lnTo>
                  <a:lnTo>
                    <a:pt x="357" y="396"/>
                  </a:lnTo>
                  <a:lnTo>
                    <a:pt x="324" y="399"/>
                  </a:lnTo>
                  <a:lnTo>
                    <a:pt x="0" y="238"/>
                  </a:lnTo>
                  <a:lnTo>
                    <a:pt x="66" y="9"/>
                  </a:lnTo>
                  <a:lnTo>
                    <a:pt x="79" y="0"/>
                  </a:lnTo>
                  <a:lnTo>
                    <a:pt x="354" y="54"/>
                  </a:lnTo>
                  <a:lnTo>
                    <a:pt x="560" y="119"/>
                  </a:lnTo>
                  <a:lnTo>
                    <a:pt x="692" y="150"/>
                  </a:lnTo>
                  <a:lnTo>
                    <a:pt x="981" y="159"/>
                  </a:lnTo>
                  <a:lnTo>
                    <a:pt x="1159" y="152"/>
                  </a:lnTo>
                  <a:lnTo>
                    <a:pt x="1316" y="121"/>
                  </a:lnTo>
                  <a:lnTo>
                    <a:pt x="1449" y="124"/>
                  </a:lnTo>
                  <a:lnTo>
                    <a:pt x="1614" y="254"/>
                  </a:lnTo>
                  <a:lnTo>
                    <a:pt x="1621" y="30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l1294"/>
            <p:cNvSpPr/>
            <p:nvPr/>
          </p:nvSpPr>
          <p:spPr>
            <a:xfrm>
              <a:off x="4759084" y="5519818"/>
              <a:ext cx="485" cy="470"/>
            </a:xfrm>
            <a:custGeom>
              <a:avLst/>
              <a:pathLst>
                <a:path w="485" h="470">
                  <a:moveTo>
                    <a:pt x="191" y="421"/>
                  </a:moveTo>
                  <a:lnTo>
                    <a:pt x="81" y="470"/>
                  </a:lnTo>
                  <a:lnTo>
                    <a:pt x="41" y="458"/>
                  </a:lnTo>
                  <a:lnTo>
                    <a:pt x="0" y="351"/>
                  </a:lnTo>
                  <a:lnTo>
                    <a:pt x="99" y="109"/>
                  </a:lnTo>
                  <a:lnTo>
                    <a:pt x="157" y="31"/>
                  </a:lnTo>
                  <a:lnTo>
                    <a:pt x="205" y="10"/>
                  </a:lnTo>
                  <a:lnTo>
                    <a:pt x="278" y="0"/>
                  </a:lnTo>
                  <a:lnTo>
                    <a:pt x="485" y="55"/>
                  </a:lnTo>
                  <a:lnTo>
                    <a:pt x="191" y="4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l1295"/>
            <p:cNvSpPr/>
            <p:nvPr/>
          </p:nvSpPr>
          <p:spPr>
            <a:xfrm>
              <a:off x="4745058" y="5514710"/>
              <a:ext cx="2115" cy="1904"/>
            </a:xfrm>
            <a:custGeom>
              <a:avLst/>
              <a:pathLst>
                <a:path w="2115" h="1904">
                  <a:moveTo>
                    <a:pt x="1232" y="1072"/>
                  </a:moveTo>
                  <a:lnTo>
                    <a:pt x="1238" y="1087"/>
                  </a:lnTo>
                  <a:lnTo>
                    <a:pt x="1230" y="1096"/>
                  </a:lnTo>
                  <a:lnTo>
                    <a:pt x="1219" y="1103"/>
                  </a:lnTo>
                  <a:lnTo>
                    <a:pt x="1204" y="1117"/>
                  </a:lnTo>
                  <a:lnTo>
                    <a:pt x="1193" y="1135"/>
                  </a:lnTo>
                  <a:lnTo>
                    <a:pt x="1184" y="1147"/>
                  </a:lnTo>
                  <a:lnTo>
                    <a:pt x="1174" y="1150"/>
                  </a:lnTo>
                  <a:lnTo>
                    <a:pt x="1165" y="1150"/>
                  </a:lnTo>
                  <a:lnTo>
                    <a:pt x="1155" y="1147"/>
                  </a:lnTo>
                  <a:lnTo>
                    <a:pt x="1144" y="1140"/>
                  </a:lnTo>
                  <a:lnTo>
                    <a:pt x="1125" y="1120"/>
                  </a:lnTo>
                  <a:lnTo>
                    <a:pt x="1122" y="1114"/>
                  </a:lnTo>
                  <a:lnTo>
                    <a:pt x="1116" y="1113"/>
                  </a:lnTo>
                  <a:lnTo>
                    <a:pt x="1109" y="1106"/>
                  </a:lnTo>
                  <a:lnTo>
                    <a:pt x="1099" y="1102"/>
                  </a:lnTo>
                  <a:lnTo>
                    <a:pt x="1090" y="1088"/>
                  </a:lnTo>
                  <a:lnTo>
                    <a:pt x="1082" y="1071"/>
                  </a:lnTo>
                  <a:lnTo>
                    <a:pt x="1069" y="1052"/>
                  </a:lnTo>
                  <a:lnTo>
                    <a:pt x="1051" y="1051"/>
                  </a:lnTo>
                  <a:lnTo>
                    <a:pt x="1042" y="1055"/>
                  </a:lnTo>
                  <a:lnTo>
                    <a:pt x="1031" y="1060"/>
                  </a:lnTo>
                  <a:lnTo>
                    <a:pt x="1023" y="1058"/>
                  </a:lnTo>
                  <a:lnTo>
                    <a:pt x="1007" y="1055"/>
                  </a:lnTo>
                  <a:lnTo>
                    <a:pt x="992" y="1062"/>
                  </a:lnTo>
                  <a:lnTo>
                    <a:pt x="982" y="1065"/>
                  </a:lnTo>
                  <a:lnTo>
                    <a:pt x="972" y="1062"/>
                  </a:lnTo>
                  <a:lnTo>
                    <a:pt x="964" y="1062"/>
                  </a:lnTo>
                  <a:lnTo>
                    <a:pt x="958" y="1064"/>
                  </a:lnTo>
                  <a:lnTo>
                    <a:pt x="954" y="1074"/>
                  </a:lnTo>
                  <a:lnTo>
                    <a:pt x="958" y="1082"/>
                  </a:lnTo>
                  <a:lnTo>
                    <a:pt x="969" y="1087"/>
                  </a:lnTo>
                  <a:lnTo>
                    <a:pt x="1001" y="1096"/>
                  </a:lnTo>
                  <a:lnTo>
                    <a:pt x="1009" y="1097"/>
                  </a:lnTo>
                  <a:lnTo>
                    <a:pt x="1015" y="1098"/>
                  </a:lnTo>
                  <a:lnTo>
                    <a:pt x="1021" y="1099"/>
                  </a:lnTo>
                  <a:lnTo>
                    <a:pt x="1026" y="1108"/>
                  </a:lnTo>
                  <a:lnTo>
                    <a:pt x="1018" y="1114"/>
                  </a:lnTo>
                  <a:lnTo>
                    <a:pt x="1012" y="1116"/>
                  </a:lnTo>
                  <a:lnTo>
                    <a:pt x="1005" y="1121"/>
                  </a:lnTo>
                  <a:lnTo>
                    <a:pt x="987" y="1126"/>
                  </a:lnTo>
                  <a:lnTo>
                    <a:pt x="970" y="1121"/>
                  </a:lnTo>
                  <a:lnTo>
                    <a:pt x="942" y="1132"/>
                  </a:lnTo>
                  <a:lnTo>
                    <a:pt x="926" y="1141"/>
                  </a:lnTo>
                  <a:lnTo>
                    <a:pt x="923" y="1149"/>
                  </a:lnTo>
                  <a:lnTo>
                    <a:pt x="927" y="1160"/>
                  </a:lnTo>
                  <a:lnTo>
                    <a:pt x="939" y="1161"/>
                  </a:lnTo>
                  <a:lnTo>
                    <a:pt x="949" y="1166"/>
                  </a:lnTo>
                  <a:lnTo>
                    <a:pt x="957" y="1184"/>
                  </a:lnTo>
                  <a:lnTo>
                    <a:pt x="964" y="1193"/>
                  </a:lnTo>
                  <a:lnTo>
                    <a:pt x="989" y="1209"/>
                  </a:lnTo>
                  <a:lnTo>
                    <a:pt x="1008" y="1214"/>
                  </a:lnTo>
                  <a:lnTo>
                    <a:pt x="1032" y="1215"/>
                  </a:lnTo>
                  <a:lnTo>
                    <a:pt x="1067" y="1219"/>
                  </a:lnTo>
                  <a:lnTo>
                    <a:pt x="1077" y="1228"/>
                  </a:lnTo>
                  <a:lnTo>
                    <a:pt x="1087" y="1236"/>
                  </a:lnTo>
                  <a:lnTo>
                    <a:pt x="1103" y="1245"/>
                  </a:lnTo>
                  <a:lnTo>
                    <a:pt x="1110" y="1255"/>
                  </a:lnTo>
                  <a:lnTo>
                    <a:pt x="1116" y="1267"/>
                  </a:lnTo>
                  <a:lnTo>
                    <a:pt x="1120" y="1272"/>
                  </a:lnTo>
                  <a:lnTo>
                    <a:pt x="1125" y="1274"/>
                  </a:lnTo>
                  <a:lnTo>
                    <a:pt x="1134" y="1275"/>
                  </a:lnTo>
                  <a:lnTo>
                    <a:pt x="1141" y="1276"/>
                  </a:lnTo>
                  <a:lnTo>
                    <a:pt x="1153" y="1274"/>
                  </a:lnTo>
                  <a:lnTo>
                    <a:pt x="1161" y="1273"/>
                  </a:lnTo>
                  <a:lnTo>
                    <a:pt x="1175" y="1266"/>
                  </a:lnTo>
                  <a:lnTo>
                    <a:pt x="1190" y="1258"/>
                  </a:lnTo>
                  <a:lnTo>
                    <a:pt x="1200" y="1264"/>
                  </a:lnTo>
                  <a:lnTo>
                    <a:pt x="1206" y="1274"/>
                  </a:lnTo>
                  <a:lnTo>
                    <a:pt x="1212" y="1299"/>
                  </a:lnTo>
                  <a:lnTo>
                    <a:pt x="1216" y="1305"/>
                  </a:lnTo>
                  <a:lnTo>
                    <a:pt x="1223" y="1310"/>
                  </a:lnTo>
                  <a:lnTo>
                    <a:pt x="1252" y="1310"/>
                  </a:lnTo>
                  <a:lnTo>
                    <a:pt x="1271" y="1303"/>
                  </a:lnTo>
                  <a:lnTo>
                    <a:pt x="1286" y="1301"/>
                  </a:lnTo>
                  <a:lnTo>
                    <a:pt x="1293" y="1307"/>
                  </a:lnTo>
                  <a:lnTo>
                    <a:pt x="1298" y="1321"/>
                  </a:lnTo>
                  <a:lnTo>
                    <a:pt x="1306" y="1345"/>
                  </a:lnTo>
                  <a:lnTo>
                    <a:pt x="1310" y="1363"/>
                  </a:lnTo>
                  <a:lnTo>
                    <a:pt x="1312" y="1384"/>
                  </a:lnTo>
                  <a:lnTo>
                    <a:pt x="1309" y="1400"/>
                  </a:lnTo>
                  <a:lnTo>
                    <a:pt x="1302" y="1421"/>
                  </a:lnTo>
                  <a:lnTo>
                    <a:pt x="1301" y="1428"/>
                  </a:lnTo>
                  <a:lnTo>
                    <a:pt x="1299" y="1436"/>
                  </a:lnTo>
                  <a:lnTo>
                    <a:pt x="1298" y="1446"/>
                  </a:lnTo>
                  <a:lnTo>
                    <a:pt x="1303" y="1459"/>
                  </a:lnTo>
                  <a:lnTo>
                    <a:pt x="1312" y="1463"/>
                  </a:lnTo>
                  <a:lnTo>
                    <a:pt x="1320" y="1459"/>
                  </a:lnTo>
                  <a:lnTo>
                    <a:pt x="1330" y="1452"/>
                  </a:lnTo>
                  <a:lnTo>
                    <a:pt x="1340" y="1444"/>
                  </a:lnTo>
                  <a:lnTo>
                    <a:pt x="1362" y="1435"/>
                  </a:lnTo>
                  <a:lnTo>
                    <a:pt x="1378" y="1427"/>
                  </a:lnTo>
                  <a:lnTo>
                    <a:pt x="1408" y="1389"/>
                  </a:lnTo>
                  <a:lnTo>
                    <a:pt x="1418" y="1355"/>
                  </a:lnTo>
                  <a:lnTo>
                    <a:pt x="1421" y="1319"/>
                  </a:lnTo>
                  <a:lnTo>
                    <a:pt x="1429" y="1316"/>
                  </a:lnTo>
                  <a:lnTo>
                    <a:pt x="1439" y="1324"/>
                  </a:lnTo>
                  <a:lnTo>
                    <a:pt x="1447" y="1329"/>
                  </a:lnTo>
                  <a:lnTo>
                    <a:pt x="1454" y="1332"/>
                  </a:lnTo>
                  <a:lnTo>
                    <a:pt x="1461" y="1333"/>
                  </a:lnTo>
                  <a:lnTo>
                    <a:pt x="1472" y="1332"/>
                  </a:lnTo>
                  <a:lnTo>
                    <a:pt x="1486" y="1324"/>
                  </a:lnTo>
                  <a:lnTo>
                    <a:pt x="1493" y="1318"/>
                  </a:lnTo>
                  <a:lnTo>
                    <a:pt x="1505" y="1326"/>
                  </a:lnTo>
                  <a:lnTo>
                    <a:pt x="1526" y="1331"/>
                  </a:lnTo>
                  <a:lnTo>
                    <a:pt x="1551" y="1329"/>
                  </a:lnTo>
                  <a:lnTo>
                    <a:pt x="1560" y="1338"/>
                  </a:lnTo>
                  <a:lnTo>
                    <a:pt x="1573" y="1315"/>
                  </a:lnTo>
                  <a:lnTo>
                    <a:pt x="1582" y="1288"/>
                  </a:lnTo>
                  <a:lnTo>
                    <a:pt x="1596" y="1272"/>
                  </a:lnTo>
                  <a:lnTo>
                    <a:pt x="1603" y="1262"/>
                  </a:lnTo>
                  <a:lnTo>
                    <a:pt x="1610" y="1259"/>
                  </a:lnTo>
                  <a:lnTo>
                    <a:pt x="1620" y="1260"/>
                  </a:lnTo>
                  <a:lnTo>
                    <a:pt x="1633" y="1264"/>
                  </a:lnTo>
                  <a:lnTo>
                    <a:pt x="1643" y="1271"/>
                  </a:lnTo>
                  <a:lnTo>
                    <a:pt x="1655" y="1283"/>
                  </a:lnTo>
                  <a:lnTo>
                    <a:pt x="1662" y="1286"/>
                  </a:lnTo>
                  <a:lnTo>
                    <a:pt x="1681" y="1295"/>
                  </a:lnTo>
                  <a:lnTo>
                    <a:pt x="1685" y="1309"/>
                  </a:lnTo>
                  <a:lnTo>
                    <a:pt x="1688" y="1325"/>
                  </a:lnTo>
                  <a:lnTo>
                    <a:pt x="1688" y="1335"/>
                  </a:lnTo>
                  <a:lnTo>
                    <a:pt x="1693" y="1337"/>
                  </a:lnTo>
                  <a:lnTo>
                    <a:pt x="1711" y="1340"/>
                  </a:lnTo>
                  <a:lnTo>
                    <a:pt x="1728" y="1340"/>
                  </a:lnTo>
                  <a:lnTo>
                    <a:pt x="1735" y="1337"/>
                  </a:lnTo>
                  <a:lnTo>
                    <a:pt x="1746" y="1335"/>
                  </a:lnTo>
                  <a:lnTo>
                    <a:pt x="1764" y="1335"/>
                  </a:lnTo>
                  <a:lnTo>
                    <a:pt x="1780" y="1337"/>
                  </a:lnTo>
                  <a:lnTo>
                    <a:pt x="1788" y="1339"/>
                  </a:lnTo>
                  <a:lnTo>
                    <a:pt x="1804" y="1345"/>
                  </a:lnTo>
                  <a:lnTo>
                    <a:pt x="1823" y="1349"/>
                  </a:lnTo>
                  <a:lnTo>
                    <a:pt x="1832" y="1344"/>
                  </a:lnTo>
                  <a:lnTo>
                    <a:pt x="1852" y="1337"/>
                  </a:lnTo>
                  <a:lnTo>
                    <a:pt x="1864" y="1340"/>
                  </a:lnTo>
                  <a:lnTo>
                    <a:pt x="1887" y="1359"/>
                  </a:lnTo>
                  <a:lnTo>
                    <a:pt x="1890" y="1371"/>
                  </a:lnTo>
                  <a:lnTo>
                    <a:pt x="1882" y="1381"/>
                  </a:lnTo>
                  <a:lnTo>
                    <a:pt x="1877" y="1400"/>
                  </a:lnTo>
                  <a:lnTo>
                    <a:pt x="1868" y="1422"/>
                  </a:lnTo>
                  <a:lnTo>
                    <a:pt x="1854" y="1438"/>
                  </a:lnTo>
                  <a:lnTo>
                    <a:pt x="1842" y="1452"/>
                  </a:lnTo>
                  <a:lnTo>
                    <a:pt x="1822" y="1461"/>
                  </a:lnTo>
                  <a:lnTo>
                    <a:pt x="1807" y="1466"/>
                  </a:lnTo>
                  <a:lnTo>
                    <a:pt x="1793" y="1476"/>
                  </a:lnTo>
                  <a:lnTo>
                    <a:pt x="1788" y="1498"/>
                  </a:lnTo>
                  <a:lnTo>
                    <a:pt x="1791" y="1511"/>
                  </a:lnTo>
                  <a:lnTo>
                    <a:pt x="1797" y="1515"/>
                  </a:lnTo>
                  <a:lnTo>
                    <a:pt x="1807" y="1506"/>
                  </a:lnTo>
                  <a:lnTo>
                    <a:pt x="1820" y="1513"/>
                  </a:lnTo>
                  <a:lnTo>
                    <a:pt x="1845" y="1510"/>
                  </a:lnTo>
                  <a:lnTo>
                    <a:pt x="1857" y="1498"/>
                  </a:lnTo>
                  <a:lnTo>
                    <a:pt x="1864" y="1493"/>
                  </a:lnTo>
                  <a:lnTo>
                    <a:pt x="1884" y="1504"/>
                  </a:lnTo>
                  <a:lnTo>
                    <a:pt x="1900" y="1514"/>
                  </a:lnTo>
                  <a:lnTo>
                    <a:pt x="1909" y="1515"/>
                  </a:lnTo>
                  <a:lnTo>
                    <a:pt x="1923" y="1512"/>
                  </a:lnTo>
                  <a:lnTo>
                    <a:pt x="1939" y="1510"/>
                  </a:lnTo>
                  <a:lnTo>
                    <a:pt x="1962" y="1513"/>
                  </a:lnTo>
                  <a:lnTo>
                    <a:pt x="1982" y="1524"/>
                  </a:lnTo>
                  <a:lnTo>
                    <a:pt x="2006" y="1537"/>
                  </a:lnTo>
                  <a:lnTo>
                    <a:pt x="2040" y="1551"/>
                  </a:lnTo>
                  <a:lnTo>
                    <a:pt x="2073" y="1563"/>
                  </a:lnTo>
                  <a:lnTo>
                    <a:pt x="2096" y="1569"/>
                  </a:lnTo>
                  <a:lnTo>
                    <a:pt x="2111" y="1577"/>
                  </a:lnTo>
                  <a:lnTo>
                    <a:pt x="2113" y="1597"/>
                  </a:lnTo>
                  <a:lnTo>
                    <a:pt x="2114" y="1618"/>
                  </a:lnTo>
                  <a:lnTo>
                    <a:pt x="2115" y="1642"/>
                  </a:lnTo>
                  <a:lnTo>
                    <a:pt x="2107" y="1665"/>
                  </a:lnTo>
                  <a:lnTo>
                    <a:pt x="2090" y="1666"/>
                  </a:lnTo>
                  <a:lnTo>
                    <a:pt x="2083" y="1668"/>
                  </a:lnTo>
                  <a:lnTo>
                    <a:pt x="2072" y="1676"/>
                  </a:lnTo>
                  <a:lnTo>
                    <a:pt x="2066" y="1683"/>
                  </a:lnTo>
                  <a:lnTo>
                    <a:pt x="2062" y="1699"/>
                  </a:lnTo>
                  <a:lnTo>
                    <a:pt x="2061" y="1715"/>
                  </a:lnTo>
                  <a:lnTo>
                    <a:pt x="2052" y="1732"/>
                  </a:lnTo>
                  <a:lnTo>
                    <a:pt x="2034" y="1760"/>
                  </a:lnTo>
                  <a:lnTo>
                    <a:pt x="2025" y="1764"/>
                  </a:lnTo>
                  <a:lnTo>
                    <a:pt x="2007" y="1762"/>
                  </a:lnTo>
                  <a:lnTo>
                    <a:pt x="1995" y="1753"/>
                  </a:lnTo>
                  <a:lnTo>
                    <a:pt x="1974" y="1739"/>
                  </a:lnTo>
                  <a:lnTo>
                    <a:pt x="1963" y="1732"/>
                  </a:lnTo>
                  <a:lnTo>
                    <a:pt x="1953" y="1729"/>
                  </a:lnTo>
                  <a:lnTo>
                    <a:pt x="1947" y="1729"/>
                  </a:lnTo>
                  <a:lnTo>
                    <a:pt x="1939" y="1732"/>
                  </a:lnTo>
                  <a:lnTo>
                    <a:pt x="1930" y="1739"/>
                  </a:lnTo>
                  <a:lnTo>
                    <a:pt x="1922" y="1745"/>
                  </a:lnTo>
                  <a:lnTo>
                    <a:pt x="1914" y="1748"/>
                  </a:lnTo>
                  <a:lnTo>
                    <a:pt x="1903" y="1752"/>
                  </a:lnTo>
                  <a:lnTo>
                    <a:pt x="1883" y="1738"/>
                  </a:lnTo>
                  <a:lnTo>
                    <a:pt x="1881" y="1754"/>
                  </a:lnTo>
                  <a:lnTo>
                    <a:pt x="1867" y="1756"/>
                  </a:lnTo>
                  <a:lnTo>
                    <a:pt x="1853" y="1758"/>
                  </a:lnTo>
                  <a:lnTo>
                    <a:pt x="1848" y="1768"/>
                  </a:lnTo>
                  <a:lnTo>
                    <a:pt x="1849" y="1779"/>
                  </a:lnTo>
                  <a:lnTo>
                    <a:pt x="1858" y="1785"/>
                  </a:lnTo>
                  <a:lnTo>
                    <a:pt x="1879" y="1788"/>
                  </a:lnTo>
                  <a:lnTo>
                    <a:pt x="1906" y="1787"/>
                  </a:lnTo>
                  <a:lnTo>
                    <a:pt x="1925" y="1787"/>
                  </a:lnTo>
                  <a:lnTo>
                    <a:pt x="1931" y="1795"/>
                  </a:lnTo>
                  <a:lnTo>
                    <a:pt x="1931" y="1805"/>
                  </a:lnTo>
                  <a:lnTo>
                    <a:pt x="1931" y="1817"/>
                  </a:lnTo>
                  <a:lnTo>
                    <a:pt x="1940" y="1827"/>
                  </a:lnTo>
                  <a:lnTo>
                    <a:pt x="1950" y="1835"/>
                  </a:lnTo>
                  <a:lnTo>
                    <a:pt x="1958" y="1851"/>
                  </a:lnTo>
                  <a:lnTo>
                    <a:pt x="1955" y="1861"/>
                  </a:lnTo>
                  <a:lnTo>
                    <a:pt x="1944" y="1873"/>
                  </a:lnTo>
                  <a:lnTo>
                    <a:pt x="1929" y="1887"/>
                  </a:lnTo>
                  <a:lnTo>
                    <a:pt x="1911" y="1899"/>
                  </a:lnTo>
                  <a:lnTo>
                    <a:pt x="1870" y="1904"/>
                  </a:lnTo>
                  <a:lnTo>
                    <a:pt x="1761" y="1873"/>
                  </a:lnTo>
                  <a:lnTo>
                    <a:pt x="1534" y="1831"/>
                  </a:lnTo>
                  <a:lnTo>
                    <a:pt x="1308" y="1784"/>
                  </a:lnTo>
                  <a:lnTo>
                    <a:pt x="1235" y="1767"/>
                  </a:lnTo>
                  <a:lnTo>
                    <a:pt x="1216" y="1763"/>
                  </a:lnTo>
                  <a:lnTo>
                    <a:pt x="1201" y="1754"/>
                  </a:lnTo>
                  <a:lnTo>
                    <a:pt x="1188" y="1733"/>
                  </a:lnTo>
                  <a:lnTo>
                    <a:pt x="1179" y="1729"/>
                  </a:lnTo>
                  <a:lnTo>
                    <a:pt x="1174" y="1726"/>
                  </a:lnTo>
                  <a:lnTo>
                    <a:pt x="1169" y="1725"/>
                  </a:lnTo>
                  <a:lnTo>
                    <a:pt x="1151" y="1731"/>
                  </a:lnTo>
                  <a:lnTo>
                    <a:pt x="1130" y="1745"/>
                  </a:lnTo>
                  <a:lnTo>
                    <a:pt x="1120" y="1753"/>
                  </a:lnTo>
                  <a:lnTo>
                    <a:pt x="1103" y="1747"/>
                  </a:lnTo>
                  <a:lnTo>
                    <a:pt x="1095" y="1747"/>
                  </a:lnTo>
                  <a:lnTo>
                    <a:pt x="1082" y="1742"/>
                  </a:lnTo>
                  <a:lnTo>
                    <a:pt x="1074" y="1742"/>
                  </a:lnTo>
                  <a:lnTo>
                    <a:pt x="1068" y="1746"/>
                  </a:lnTo>
                  <a:lnTo>
                    <a:pt x="1061" y="1747"/>
                  </a:lnTo>
                  <a:lnTo>
                    <a:pt x="1055" y="1742"/>
                  </a:lnTo>
                  <a:lnTo>
                    <a:pt x="1054" y="1735"/>
                  </a:lnTo>
                  <a:lnTo>
                    <a:pt x="1052" y="1724"/>
                  </a:lnTo>
                  <a:lnTo>
                    <a:pt x="1052" y="1712"/>
                  </a:lnTo>
                  <a:lnTo>
                    <a:pt x="1053" y="1705"/>
                  </a:lnTo>
                  <a:lnTo>
                    <a:pt x="1053" y="1699"/>
                  </a:lnTo>
                  <a:lnTo>
                    <a:pt x="1055" y="1693"/>
                  </a:lnTo>
                  <a:lnTo>
                    <a:pt x="1056" y="1684"/>
                  </a:lnTo>
                  <a:lnTo>
                    <a:pt x="1055" y="1677"/>
                  </a:lnTo>
                  <a:lnTo>
                    <a:pt x="1051" y="1667"/>
                  </a:lnTo>
                  <a:lnTo>
                    <a:pt x="1046" y="1661"/>
                  </a:lnTo>
                  <a:lnTo>
                    <a:pt x="1017" y="1666"/>
                  </a:lnTo>
                  <a:lnTo>
                    <a:pt x="1000" y="1681"/>
                  </a:lnTo>
                  <a:lnTo>
                    <a:pt x="979" y="1695"/>
                  </a:lnTo>
                  <a:lnTo>
                    <a:pt x="966" y="1692"/>
                  </a:lnTo>
                  <a:lnTo>
                    <a:pt x="945" y="1682"/>
                  </a:lnTo>
                  <a:lnTo>
                    <a:pt x="930" y="1679"/>
                  </a:lnTo>
                  <a:lnTo>
                    <a:pt x="917" y="1659"/>
                  </a:lnTo>
                  <a:lnTo>
                    <a:pt x="906" y="1628"/>
                  </a:lnTo>
                  <a:lnTo>
                    <a:pt x="892" y="1611"/>
                  </a:lnTo>
                  <a:lnTo>
                    <a:pt x="856" y="1581"/>
                  </a:lnTo>
                  <a:lnTo>
                    <a:pt x="833" y="1559"/>
                  </a:lnTo>
                  <a:lnTo>
                    <a:pt x="799" y="1539"/>
                  </a:lnTo>
                  <a:lnTo>
                    <a:pt x="774" y="1533"/>
                  </a:lnTo>
                  <a:lnTo>
                    <a:pt x="743" y="1532"/>
                  </a:lnTo>
                  <a:lnTo>
                    <a:pt x="721" y="1534"/>
                  </a:lnTo>
                  <a:lnTo>
                    <a:pt x="703" y="1528"/>
                  </a:lnTo>
                  <a:lnTo>
                    <a:pt x="675" y="1518"/>
                  </a:lnTo>
                  <a:lnTo>
                    <a:pt x="650" y="1527"/>
                  </a:lnTo>
                  <a:lnTo>
                    <a:pt x="629" y="1527"/>
                  </a:lnTo>
                  <a:lnTo>
                    <a:pt x="606" y="1527"/>
                  </a:lnTo>
                  <a:lnTo>
                    <a:pt x="545" y="1560"/>
                  </a:lnTo>
                  <a:lnTo>
                    <a:pt x="447" y="1494"/>
                  </a:lnTo>
                  <a:lnTo>
                    <a:pt x="249" y="1359"/>
                  </a:lnTo>
                  <a:lnTo>
                    <a:pt x="158" y="1298"/>
                  </a:lnTo>
                  <a:lnTo>
                    <a:pt x="282" y="1240"/>
                  </a:lnTo>
                  <a:lnTo>
                    <a:pt x="225" y="1183"/>
                  </a:lnTo>
                  <a:lnTo>
                    <a:pt x="250" y="1154"/>
                  </a:lnTo>
                  <a:lnTo>
                    <a:pt x="196" y="1107"/>
                  </a:lnTo>
                  <a:lnTo>
                    <a:pt x="221" y="1072"/>
                  </a:lnTo>
                  <a:lnTo>
                    <a:pt x="172" y="1027"/>
                  </a:lnTo>
                  <a:lnTo>
                    <a:pt x="176" y="1005"/>
                  </a:lnTo>
                  <a:lnTo>
                    <a:pt x="212" y="976"/>
                  </a:lnTo>
                  <a:lnTo>
                    <a:pt x="193" y="948"/>
                  </a:lnTo>
                  <a:lnTo>
                    <a:pt x="212" y="932"/>
                  </a:lnTo>
                  <a:lnTo>
                    <a:pt x="351" y="892"/>
                  </a:lnTo>
                  <a:lnTo>
                    <a:pt x="345" y="860"/>
                  </a:lnTo>
                  <a:lnTo>
                    <a:pt x="311" y="815"/>
                  </a:lnTo>
                  <a:lnTo>
                    <a:pt x="0" y="388"/>
                  </a:lnTo>
                  <a:lnTo>
                    <a:pt x="5" y="348"/>
                  </a:lnTo>
                  <a:lnTo>
                    <a:pt x="21" y="278"/>
                  </a:lnTo>
                  <a:lnTo>
                    <a:pt x="37" y="210"/>
                  </a:lnTo>
                  <a:lnTo>
                    <a:pt x="60" y="184"/>
                  </a:lnTo>
                  <a:lnTo>
                    <a:pt x="123" y="130"/>
                  </a:lnTo>
                  <a:lnTo>
                    <a:pt x="459" y="28"/>
                  </a:lnTo>
                  <a:lnTo>
                    <a:pt x="555" y="0"/>
                  </a:lnTo>
                  <a:lnTo>
                    <a:pt x="661" y="37"/>
                  </a:lnTo>
                  <a:lnTo>
                    <a:pt x="931" y="201"/>
                  </a:lnTo>
                  <a:lnTo>
                    <a:pt x="1225" y="381"/>
                  </a:lnTo>
                  <a:lnTo>
                    <a:pt x="1254" y="421"/>
                  </a:lnTo>
                  <a:lnTo>
                    <a:pt x="1042" y="605"/>
                  </a:lnTo>
                  <a:lnTo>
                    <a:pt x="995" y="646"/>
                  </a:lnTo>
                  <a:lnTo>
                    <a:pt x="1010" y="657"/>
                  </a:lnTo>
                  <a:lnTo>
                    <a:pt x="1024" y="668"/>
                  </a:lnTo>
                  <a:lnTo>
                    <a:pt x="1041" y="680"/>
                  </a:lnTo>
                  <a:lnTo>
                    <a:pt x="1062" y="687"/>
                  </a:lnTo>
                  <a:lnTo>
                    <a:pt x="1083" y="707"/>
                  </a:lnTo>
                  <a:lnTo>
                    <a:pt x="1091" y="721"/>
                  </a:lnTo>
                  <a:lnTo>
                    <a:pt x="1096" y="738"/>
                  </a:lnTo>
                  <a:lnTo>
                    <a:pt x="1104" y="762"/>
                  </a:lnTo>
                  <a:lnTo>
                    <a:pt x="1121" y="792"/>
                  </a:lnTo>
                  <a:lnTo>
                    <a:pt x="1161" y="866"/>
                  </a:lnTo>
                  <a:lnTo>
                    <a:pt x="1180" y="891"/>
                  </a:lnTo>
                  <a:lnTo>
                    <a:pt x="1193" y="913"/>
                  </a:lnTo>
                  <a:lnTo>
                    <a:pt x="1193" y="932"/>
                  </a:lnTo>
                  <a:lnTo>
                    <a:pt x="1198" y="941"/>
                  </a:lnTo>
                  <a:lnTo>
                    <a:pt x="1212" y="954"/>
                  </a:lnTo>
                  <a:lnTo>
                    <a:pt x="1219" y="966"/>
                  </a:lnTo>
                  <a:lnTo>
                    <a:pt x="1230" y="973"/>
                  </a:lnTo>
                  <a:lnTo>
                    <a:pt x="1247" y="985"/>
                  </a:lnTo>
                  <a:lnTo>
                    <a:pt x="1253" y="998"/>
                  </a:lnTo>
                  <a:lnTo>
                    <a:pt x="1251" y="1016"/>
                  </a:lnTo>
                  <a:lnTo>
                    <a:pt x="1246" y="1031"/>
                  </a:lnTo>
                  <a:lnTo>
                    <a:pt x="1233" y="1055"/>
                  </a:lnTo>
                  <a:lnTo>
                    <a:pt x="1232" y="107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l1296"/>
            <p:cNvSpPr/>
            <p:nvPr/>
          </p:nvSpPr>
          <p:spPr>
            <a:xfrm>
              <a:off x="4757453" y="5516225"/>
              <a:ext cx="2128" cy="1816"/>
            </a:xfrm>
            <a:custGeom>
              <a:avLst/>
              <a:pathLst>
                <a:path w="2128" h="1816">
                  <a:moveTo>
                    <a:pt x="1260" y="1203"/>
                  </a:moveTo>
                  <a:lnTo>
                    <a:pt x="1044" y="1418"/>
                  </a:lnTo>
                  <a:lnTo>
                    <a:pt x="880" y="1626"/>
                  </a:lnTo>
                  <a:lnTo>
                    <a:pt x="630" y="1575"/>
                  </a:lnTo>
                  <a:lnTo>
                    <a:pt x="636" y="1461"/>
                  </a:lnTo>
                  <a:lnTo>
                    <a:pt x="614" y="1341"/>
                  </a:lnTo>
                  <a:lnTo>
                    <a:pt x="550" y="1315"/>
                  </a:lnTo>
                  <a:lnTo>
                    <a:pt x="492" y="1349"/>
                  </a:lnTo>
                  <a:lnTo>
                    <a:pt x="422" y="1472"/>
                  </a:lnTo>
                  <a:lnTo>
                    <a:pt x="224" y="1816"/>
                  </a:lnTo>
                  <a:lnTo>
                    <a:pt x="123" y="1797"/>
                  </a:lnTo>
                  <a:lnTo>
                    <a:pt x="0" y="1775"/>
                  </a:lnTo>
                  <a:lnTo>
                    <a:pt x="142" y="1660"/>
                  </a:lnTo>
                  <a:lnTo>
                    <a:pt x="243" y="1468"/>
                  </a:lnTo>
                  <a:lnTo>
                    <a:pt x="202" y="1233"/>
                  </a:lnTo>
                  <a:lnTo>
                    <a:pt x="210" y="1211"/>
                  </a:lnTo>
                  <a:lnTo>
                    <a:pt x="229" y="1169"/>
                  </a:lnTo>
                  <a:lnTo>
                    <a:pt x="423" y="995"/>
                  </a:lnTo>
                  <a:lnTo>
                    <a:pt x="669" y="797"/>
                  </a:lnTo>
                  <a:lnTo>
                    <a:pt x="1102" y="711"/>
                  </a:lnTo>
                  <a:lnTo>
                    <a:pt x="1202" y="694"/>
                  </a:lnTo>
                  <a:lnTo>
                    <a:pt x="1553" y="674"/>
                  </a:lnTo>
                  <a:lnTo>
                    <a:pt x="1561" y="674"/>
                  </a:lnTo>
                  <a:lnTo>
                    <a:pt x="1676" y="667"/>
                  </a:lnTo>
                  <a:lnTo>
                    <a:pt x="1975" y="580"/>
                  </a:lnTo>
                  <a:lnTo>
                    <a:pt x="1981" y="576"/>
                  </a:lnTo>
                  <a:lnTo>
                    <a:pt x="1990" y="569"/>
                  </a:lnTo>
                  <a:lnTo>
                    <a:pt x="1995" y="565"/>
                  </a:lnTo>
                  <a:lnTo>
                    <a:pt x="2044" y="477"/>
                  </a:lnTo>
                  <a:lnTo>
                    <a:pt x="2046" y="441"/>
                  </a:lnTo>
                  <a:lnTo>
                    <a:pt x="2014" y="403"/>
                  </a:lnTo>
                  <a:lnTo>
                    <a:pt x="1980" y="393"/>
                  </a:lnTo>
                  <a:lnTo>
                    <a:pt x="1943" y="365"/>
                  </a:lnTo>
                  <a:lnTo>
                    <a:pt x="1898" y="304"/>
                  </a:lnTo>
                  <a:lnTo>
                    <a:pt x="1895" y="294"/>
                  </a:lnTo>
                  <a:lnTo>
                    <a:pt x="1907" y="187"/>
                  </a:lnTo>
                  <a:lnTo>
                    <a:pt x="1925" y="36"/>
                  </a:lnTo>
                  <a:lnTo>
                    <a:pt x="1953" y="18"/>
                  </a:lnTo>
                  <a:lnTo>
                    <a:pt x="1984" y="3"/>
                  </a:lnTo>
                  <a:lnTo>
                    <a:pt x="1996" y="0"/>
                  </a:lnTo>
                  <a:lnTo>
                    <a:pt x="2055" y="16"/>
                  </a:lnTo>
                  <a:lnTo>
                    <a:pt x="2073" y="21"/>
                  </a:lnTo>
                  <a:lnTo>
                    <a:pt x="2128" y="69"/>
                  </a:lnTo>
                  <a:lnTo>
                    <a:pt x="2111" y="350"/>
                  </a:lnTo>
                  <a:lnTo>
                    <a:pt x="2109" y="380"/>
                  </a:lnTo>
                  <a:lnTo>
                    <a:pt x="2106" y="431"/>
                  </a:lnTo>
                  <a:lnTo>
                    <a:pt x="2081" y="623"/>
                  </a:lnTo>
                  <a:lnTo>
                    <a:pt x="1914" y="899"/>
                  </a:lnTo>
                  <a:lnTo>
                    <a:pt x="1849" y="968"/>
                  </a:lnTo>
                  <a:lnTo>
                    <a:pt x="1835" y="983"/>
                  </a:lnTo>
                  <a:lnTo>
                    <a:pt x="1611" y="1132"/>
                  </a:lnTo>
                  <a:lnTo>
                    <a:pt x="1445" y="1151"/>
                  </a:lnTo>
                  <a:lnTo>
                    <a:pt x="1427" y="1153"/>
                  </a:lnTo>
                  <a:lnTo>
                    <a:pt x="1260" y="120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l1297"/>
            <p:cNvSpPr/>
            <p:nvPr/>
          </p:nvSpPr>
          <p:spPr>
            <a:xfrm>
              <a:off x="4757250" y="5513566"/>
              <a:ext cx="2146" cy="2115"/>
            </a:xfrm>
            <a:custGeom>
              <a:avLst/>
              <a:pathLst>
                <a:path w="2146" h="2115">
                  <a:moveTo>
                    <a:pt x="971" y="249"/>
                  </a:moveTo>
                  <a:lnTo>
                    <a:pt x="990" y="334"/>
                  </a:lnTo>
                  <a:lnTo>
                    <a:pt x="1199" y="702"/>
                  </a:lnTo>
                  <a:lnTo>
                    <a:pt x="1207" y="717"/>
                  </a:lnTo>
                  <a:lnTo>
                    <a:pt x="1265" y="788"/>
                  </a:lnTo>
                  <a:lnTo>
                    <a:pt x="1313" y="813"/>
                  </a:lnTo>
                  <a:lnTo>
                    <a:pt x="1356" y="835"/>
                  </a:lnTo>
                  <a:lnTo>
                    <a:pt x="1526" y="862"/>
                  </a:lnTo>
                  <a:lnTo>
                    <a:pt x="1566" y="853"/>
                  </a:lnTo>
                  <a:lnTo>
                    <a:pt x="1627" y="840"/>
                  </a:lnTo>
                  <a:lnTo>
                    <a:pt x="1678" y="797"/>
                  </a:lnTo>
                  <a:lnTo>
                    <a:pt x="1723" y="737"/>
                  </a:lnTo>
                  <a:lnTo>
                    <a:pt x="1871" y="785"/>
                  </a:lnTo>
                  <a:lnTo>
                    <a:pt x="2146" y="901"/>
                  </a:lnTo>
                  <a:lnTo>
                    <a:pt x="1770" y="1341"/>
                  </a:lnTo>
                  <a:lnTo>
                    <a:pt x="1471" y="1637"/>
                  </a:lnTo>
                  <a:lnTo>
                    <a:pt x="1205" y="1885"/>
                  </a:lnTo>
                  <a:lnTo>
                    <a:pt x="1085" y="1928"/>
                  </a:lnTo>
                  <a:lnTo>
                    <a:pt x="457" y="2115"/>
                  </a:lnTo>
                  <a:lnTo>
                    <a:pt x="310" y="2073"/>
                  </a:lnTo>
                  <a:lnTo>
                    <a:pt x="272" y="2048"/>
                  </a:lnTo>
                  <a:lnTo>
                    <a:pt x="239" y="2023"/>
                  </a:lnTo>
                  <a:lnTo>
                    <a:pt x="200" y="1962"/>
                  </a:lnTo>
                  <a:lnTo>
                    <a:pt x="174" y="1919"/>
                  </a:lnTo>
                  <a:lnTo>
                    <a:pt x="649" y="1572"/>
                  </a:lnTo>
                  <a:lnTo>
                    <a:pt x="702" y="1526"/>
                  </a:lnTo>
                  <a:lnTo>
                    <a:pt x="784" y="1360"/>
                  </a:lnTo>
                  <a:lnTo>
                    <a:pt x="645" y="1136"/>
                  </a:lnTo>
                  <a:lnTo>
                    <a:pt x="641" y="1112"/>
                  </a:lnTo>
                  <a:lnTo>
                    <a:pt x="900" y="869"/>
                  </a:lnTo>
                  <a:lnTo>
                    <a:pt x="910" y="831"/>
                  </a:lnTo>
                  <a:lnTo>
                    <a:pt x="897" y="809"/>
                  </a:lnTo>
                  <a:lnTo>
                    <a:pt x="855" y="782"/>
                  </a:lnTo>
                  <a:lnTo>
                    <a:pt x="410" y="820"/>
                  </a:lnTo>
                  <a:lnTo>
                    <a:pt x="252" y="901"/>
                  </a:lnTo>
                  <a:lnTo>
                    <a:pt x="53" y="977"/>
                  </a:lnTo>
                  <a:lnTo>
                    <a:pt x="31" y="965"/>
                  </a:lnTo>
                  <a:lnTo>
                    <a:pt x="0" y="749"/>
                  </a:lnTo>
                  <a:lnTo>
                    <a:pt x="9" y="698"/>
                  </a:lnTo>
                  <a:lnTo>
                    <a:pt x="65" y="657"/>
                  </a:lnTo>
                  <a:lnTo>
                    <a:pt x="231" y="680"/>
                  </a:lnTo>
                  <a:lnTo>
                    <a:pt x="276" y="702"/>
                  </a:lnTo>
                  <a:lnTo>
                    <a:pt x="301" y="727"/>
                  </a:lnTo>
                  <a:lnTo>
                    <a:pt x="337" y="733"/>
                  </a:lnTo>
                  <a:lnTo>
                    <a:pt x="455" y="722"/>
                  </a:lnTo>
                  <a:lnTo>
                    <a:pt x="512" y="708"/>
                  </a:lnTo>
                  <a:lnTo>
                    <a:pt x="875" y="377"/>
                  </a:lnTo>
                  <a:lnTo>
                    <a:pt x="885" y="332"/>
                  </a:lnTo>
                  <a:lnTo>
                    <a:pt x="884" y="283"/>
                  </a:lnTo>
                  <a:lnTo>
                    <a:pt x="824" y="236"/>
                  </a:lnTo>
                  <a:lnTo>
                    <a:pt x="773" y="229"/>
                  </a:lnTo>
                  <a:lnTo>
                    <a:pt x="723" y="182"/>
                  </a:lnTo>
                  <a:lnTo>
                    <a:pt x="746" y="146"/>
                  </a:lnTo>
                  <a:lnTo>
                    <a:pt x="784" y="114"/>
                  </a:lnTo>
                  <a:lnTo>
                    <a:pt x="1112" y="17"/>
                  </a:lnTo>
                  <a:lnTo>
                    <a:pt x="1157" y="13"/>
                  </a:lnTo>
                  <a:lnTo>
                    <a:pt x="1200" y="1"/>
                  </a:lnTo>
                  <a:lnTo>
                    <a:pt x="1212" y="0"/>
                  </a:lnTo>
                  <a:lnTo>
                    <a:pt x="1230" y="2"/>
                  </a:lnTo>
                  <a:lnTo>
                    <a:pt x="1245" y="12"/>
                  </a:lnTo>
                  <a:lnTo>
                    <a:pt x="1250" y="16"/>
                  </a:lnTo>
                  <a:lnTo>
                    <a:pt x="1250" y="23"/>
                  </a:lnTo>
                  <a:lnTo>
                    <a:pt x="1251" y="72"/>
                  </a:lnTo>
                  <a:lnTo>
                    <a:pt x="1247" y="78"/>
                  </a:lnTo>
                  <a:lnTo>
                    <a:pt x="1215" y="102"/>
                  </a:lnTo>
                  <a:lnTo>
                    <a:pt x="1144" y="154"/>
                  </a:lnTo>
                  <a:lnTo>
                    <a:pt x="1003" y="232"/>
                  </a:lnTo>
                  <a:lnTo>
                    <a:pt x="971" y="24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l1298"/>
            <p:cNvSpPr/>
            <p:nvPr/>
          </p:nvSpPr>
          <p:spPr>
            <a:xfrm>
              <a:off x="4754288" y="5508741"/>
              <a:ext cx="547" cy="347"/>
            </a:xfrm>
            <a:custGeom>
              <a:avLst/>
              <a:pathLst>
                <a:path w="547" h="347">
                  <a:moveTo>
                    <a:pt x="179" y="313"/>
                  </a:moveTo>
                  <a:lnTo>
                    <a:pt x="82" y="347"/>
                  </a:lnTo>
                  <a:lnTo>
                    <a:pt x="40" y="312"/>
                  </a:lnTo>
                  <a:lnTo>
                    <a:pt x="0" y="244"/>
                  </a:lnTo>
                  <a:lnTo>
                    <a:pt x="52" y="180"/>
                  </a:lnTo>
                  <a:lnTo>
                    <a:pt x="155" y="105"/>
                  </a:lnTo>
                  <a:lnTo>
                    <a:pt x="161" y="101"/>
                  </a:lnTo>
                  <a:lnTo>
                    <a:pt x="301" y="28"/>
                  </a:lnTo>
                  <a:lnTo>
                    <a:pt x="399" y="8"/>
                  </a:lnTo>
                  <a:lnTo>
                    <a:pt x="413" y="0"/>
                  </a:lnTo>
                  <a:lnTo>
                    <a:pt x="427" y="5"/>
                  </a:lnTo>
                  <a:lnTo>
                    <a:pt x="539" y="51"/>
                  </a:lnTo>
                  <a:lnTo>
                    <a:pt x="546" y="67"/>
                  </a:lnTo>
                  <a:lnTo>
                    <a:pt x="547" y="141"/>
                  </a:lnTo>
                  <a:lnTo>
                    <a:pt x="539" y="155"/>
                  </a:lnTo>
                  <a:lnTo>
                    <a:pt x="179" y="31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l1299"/>
            <p:cNvSpPr/>
            <p:nvPr/>
          </p:nvSpPr>
          <p:spPr>
            <a:xfrm>
              <a:off x="4754109" y="5508297"/>
              <a:ext cx="879" cy="608"/>
            </a:xfrm>
            <a:custGeom>
              <a:avLst/>
              <a:pathLst>
                <a:path w="879" h="608">
                  <a:moveTo>
                    <a:pt x="831" y="295"/>
                  </a:moveTo>
                  <a:lnTo>
                    <a:pt x="736" y="396"/>
                  </a:lnTo>
                  <a:lnTo>
                    <a:pt x="701" y="405"/>
                  </a:lnTo>
                  <a:lnTo>
                    <a:pt x="683" y="398"/>
                  </a:lnTo>
                  <a:lnTo>
                    <a:pt x="617" y="364"/>
                  </a:lnTo>
                  <a:lnTo>
                    <a:pt x="612" y="339"/>
                  </a:lnTo>
                  <a:lnTo>
                    <a:pt x="477" y="352"/>
                  </a:lnTo>
                  <a:lnTo>
                    <a:pt x="262" y="518"/>
                  </a:lnTo>
                  <a:lnTo>
                    <a:pt x="93" y="591"/>
                  </a:lnTo>
                  <a:lnTo>
                    <a:pt x="14" y="608"/>
                  </a:lnTo>
                  <a:lnTo>
                    <a:pt x="0" y="535"/>
                  </a:lnTo>
                  <a:lnTo>
                    <a:pt x="100" y="326"/>
                  </a:lnTo>
                  <a:lnTo>
                    <a:pt x="141" y="317"/>
                  </a:lnTo>
                  <a:lnTo>
                    <a:pt x="330" y="314"/>
                  </a:lnTo>
                  <a:lnTo>
                    <a:pt x="341" y="313"/>
                  </a:lnTo>
                  <a:lnTo>
                    <a:pt x="368" y="283"/>
                  </a:lnTo>
                  <a:lnTo>
                    <a:pt x="431" y="212"/>
                  </a:lnTo>
                  <a:lnTo>
                    <a:pt x="452" y="133"/>
                  </a:lnTo>
                  <a:lnTo>
                    <a:pt x="455" y="121"/>
                  </a:lnTo>
                  <a:lnTo>
                    <a:pt x="486" y="0"/>
                  </a:lnTo>
                  <a:lnTo>
                    <a:pt x="689" y="37"/>
                  </a:lnTo>
                  <a:lnTo>
                    <a:pt x="879" y="141"/>
                  </a:lnTo>
                  <a:lnTo>
                    <a:pt x="851" y="240"/>
                  </a:lnTo>
                  <a:lnTo>
                    <a:pt x="831" y="29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l1300"/>
            <p:cNvSpPr/>
            <p:nvPr/>
          </p:nvSpPr>
          <p:spPr>
            <a:xfrm>
              <a:off x="4752142" y="5503188"/>
              <a:ext cx="2101" cy="1467"/>
            </a:xfrm>
            <a:custGeom>
              <a:avLst/>
              <a:pathLst>
                <a:path w="2101" h="1467">
                  <a:moveTo>
                    <a:pt x="2096" y="347"/>
                  </a:moveTo>
                  <a:lnTo>
                    <a:pt x="2063" y="360"/>
                  </a:lnTo>
                  <a:lnTo>
                    <a:pt x="2051" y="360"/>
                  </a:lnTo>
                  <a:lnTo>
                    <a:pt x="2048" y="351"/>
                  </a:lnTo>
                  <a:lnTo>
                    <a:pt x="1973" y="370"/>
                  </a:lnTo>
                  <a:lnTo>
                    <a:pt x="1692" y="562"/>
                  </a:lnTo>
                  <a:lnTo>
                    <a:pt x="1604" y="801"/>
                  </a:lnTo>
                  <a:lnTo>
                    <a:pt x="1594" y="829"/>
                  </a:lnTo>
                  <a:lnTo>
                    <a:pt x="1563" y="933"/>
                  </a:lnTo>
                  <a:lnTo>
                    <a:pt x="1567" y="947"/>
                  </a:lnTo>
                  <a:lnTo>
                    <a:pt x="1586" y="1005"/>
                  </a:lnTo>
                  <a:lnTo>
                    <a:pt x="1563" y="1110"/>
                  </a:lnTo>
                  <a:lnTo>
                    <a:pt x="1499" y="1266"/>
                  </a:lnTo>
                  <a:lnTo>
                    <a:pt x="1430" y="1366"/>
                  </a:lnTo>
                  <a:lnTo>
                    <a:pt x="1413" y="1383"/>
                  </a:lnTo>
                  <a:lnTo>
                    <a:pt x="1389" y="1402"/>
                  </a:lnTo>
                  <a:lnTo>
                    <a:pt x="1373" y="1410"/>
                  </a:lnTo>
                  <a:lnTo>
                    <a:pt x="1144" y="1467"/>
                  </a:lnTo>
                  <a:lnTo>
                    <a:pt x="1066" y="1425"/>
                  </a:lnTo>
                  <a:lnTo>
                    <a:pt x="886" y="1231"/>
                  </a:lnTo>
                  <a:lnTo>
                    <a:pt x="850" y="1169"/>
                  </a:lnTo>
                  <a:lnTo>
                    <a:pt x="724" y="953"/>
                  </a:lnTo>
                  <a:lnTo>
                    <a:pt x="396" y="790"/>
                  </a:lnTo>
                  <a:lnTo>
                    <a:pt x="275" y="774"/>
                  </a:lnTo>
                  <a:lnTo>
                    <a:pt x="200" y="776"/>
                  </a:lnTo>
                  <a:lnTo>
                    <a:pt x="165" y="795"/>
                  </a:lnTo>
                  <a:lnTo>
                    <a:pt x="151" y="834"/>
                  </a:lnTo>
                  <a:lnTo>
                    <a:pt x="34" y="755"/>
                  </a:lnTo>
                  <a:lnTo>
                    <a:pt x="0" y="503"/>
                  </a:lnTo>
                  <a:lnTo>
                    <a:pt x="64" y="96"/>
                  </a:lnTo>
                  <a:lnTo>
                    <a:pt x="75" y="80"/>
                  </a:lnTo>
                  <a:lnTo>
                    <a:pt x="111" y="75"/>
                  </a:lnTo>
                  <a:lnTo>
                    <a:pt x="391" y="132"/>
                  </a:lnTo>
                  <a:lnTo>
                    <a:pt x="572" y="179"/>
                  </a:lnTo>
                  <a:lnTo>
                    <a:pt x="680" y="292"/>
                  </a:lnTo>
                  <a:lnTo>
                    <a:pt x="740" y="391"/>
                  </a:lnTo>
                  <a:lnTo>
                    <a:pt x="745" y="417"/>
                  </a:lnTo>
                  <a:lnTo>
                    <a:pt x="707" y="438"/>
                  </a:lnTo>
                  <a:lnTo>
                    <a:pt x="680" y="416"/>
                  </a:lnTo>
                  <a:lnTo>
                    <a:pt x="498" y="636"/>
                  </a:lnTo>
                  <a:lnTo>
                    <a:pt x="1260" y="895"/>
                  </a:lnTo>
                  <a:lnTo>
                    <a:pt x="1290" y="905"/>
                  </a:lnTo>
                  <a:lnTo>
                    <a:pt x="1308" y="896"/>
                  </a:lnTo>
                  <a:lnTo>
                    <a:pt x="1368" y="726"/>
                  </a:lnTo>
                  <a:lnTo>
                    <a:pt x="1477" y="602"/>
                  </a:lnTo>
                  <a:lnTo>
                    <a:pt x="1493" y="584"/>
                  </a:lnTo>
                  <a:lnTo>
                    <a:pt x="1812" y="284"/>
                  </a:lnTo>
                  <a:lnTo>
                    <a:pt x="1937" y="121"/>
                  </a:lnTo>
                  <a:lnTo>
                    <a:pt x="2030" y="0"/>
                  </a:lnTo>
                  <a:lnTo>
                    <a:pt x="2033" y="4"/>
                  </a:lnTo>
                  <a:lnTo>
                    <a:pt x="2085" y="192"/>
                  </a:lnTo>
                  <a:lnTo>
                    <a:pt x="2101" y="332"/>
                  </a:lnTo>
                  <a:lnTo>
                    <a:pt x="2096" y="34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l1301"/>
            <p:cNvSpPr/>
            <p:nvPr/>
          </p:nvSpPr>
          <p:spPr>
            <a:xfrm>
              <a:off x="4759242" y="5502378"/>
              <a:ext cx="1369" cy="821"/>
            </a:xfrm>
            <a:custGeom>
              <a:avLst/>
              <a:pathLst>
                <a:path w="1369" h="821">
                  <a:moveTo>
                    <a:pt x="574" y="691"/>
                  </a:moveTo>
                  <a:lnTo>
                    <a:pt x="379" y="821"/>
                  </a:lnTo>
                  <a:lnTo>
                    <a:pt x="307" y="768"/>
                  </a:lnTo>
                  <a:lnTo>
                    <a:pt x="0" y="346"/>
                  </a:lnTo>
                  <a:lnTo>
                    <a:pt x="0" y="338"/>
                  </a:lnTo>
                  <a:lnTo>
                    <a:pt x="141" y="213"/>
                  </a:lnTo>
                  <a:lnTo>
                    <a:pt x="153" y="202"/>
                  </a:lnTo>
                  <a:lnTo>
                    <a:pt x="383" y="166"/>
                  </a:lnTo>
                  <a:lnTo>
                    <a:pt x="711" y="197"/>
                  </a:lnTo>
                  <a:lnTo>
                    <a:pt x="843" y="143"/>
                  </a:lnTo>
                  <a:lnTo>
                    <a:pt x="847" y="106"/>
                  </a:lnTo>
                  <a:lnTo>
                    <a:pt x="946" y="46"/>
                  </a:lnTo>
                  <a:lnTo>
                    <a:pt x="1304" y="0"/>
                  </a:lnTo>
                  <a:lnTo>
                    <a:pt x="1325" y="9"/>
                  </a:lnTo>
                  <a:lnTo>
                    <a:pt x="1365" y="36"/>
                  </a:lnTo>
                  <a:lnTo>
                    <a:pt x="1369" y="45"/>
                  </a:lnTo>
                  <a:lnTo>
                    <a:pt x="1369" y="55"/>
                  </a:lnTo>
                  <a:lnTo>
                    <a:pt x="1267" y="166"/>
                  </a:lnTo>
                  <a:lnTo>
                    <a:pt x="943" y="434"/>
                  </a:lnTo>
                  <a:lnTo>
                    <a:pt x="702" y="602"/>
                  </a:lnTo>
                  <a:lnTo>
                    <a:pt x="574" y="69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l1302"/>
            <p:cNvSpPr/>
            <p:nvPr/>
          </p:nvSpPr>
          <p:spPr>
            <a:xfrm>
              <a:off x="4756085" y="5500789"/>
              <a:ext cx="1577" cy="1462"/>
            </a:xfrm>
            <a:custGeom>
              <a:avLst/>
              <a:pathLst>
                <a:path w="1577" h="1462">
                  <a:moveTo>
                    <a:pt x="1514" y="190"/>
                  </a:moveTo>
                  <a:lnTo>
                    <a:pt x="1353" y="367"/>
                  </a:lnTo>
                  <a:lnTo>
                    <a:pt x="1217" y="467"/>
                  </a:lnTo>
                  <a:lnTo>
                    <a:pt x="1155" y="463"/>
                  </a:lnTo>
                  <a:lnTo>
                    <a:pt x="1085" y="437"/>
                  </a:lnTo>
                  <a:lnTo>
                    <a:pt x="1074" y="439"/>
                  </a:lnTo>
                  <a:lnTo>
                    <a:pt x="1026" y="473"/>
                  </a:lnTo>
                  <a:lnTo>
                    <a:pt x="751" y="716"/>
                  </a:lnTo>
                  <a:lnTo>
                    <a:pt x="742" y="723"/>
                  </a:lnTo>
                  <a:lnTo>
                    <a:pt x="756" y="756"/>
                  </a:lnTo>
                  <a:lnTo>
                    <a:pt x="831" y="757"/>
                  </a:lnTo>
                  <a:lnTo>
                    <a:pt x="1063" y="842"/>
                  </a:lnTo>
                  <a:lnTo>
                    <a:pt x="1156" y="957"/>
                  </a:lnTo>
                  <a:lnTo>
                    <a:pt x="1228" y="1131"/>
                  </a:lnTo>
                  <a:lnTo>
                    <a:pt x="1205" y="1209"/>
                  </a:lnTo>
                  <a:lnTo>
                    <a:pt x="714" y="1462"/>
                  </a:lnTo>
                  <a:lnTo>
                    <a:pt x="539" y="1444"/>
                  </a:lnTo>
                  <a:lnTo>
                    <a:pt x="527" y="1434"/>
                  </a:lnTo>
                  <a:lnTo>
                    <a:pt x="521" y="1356"/>
                  </a:lnTo>
                  <a:lnTo>
                    <a:pt x="531" y="1328"/>
                  </a:lnTo>
                  <a:lnTo>
                    <a:pt x="602" y="1268"/>
                  </a:lnTo>
                  <a:lnTo>
                    <a:pt x="616" y="1259"/>
                  </a:lnTo>
                  <a:lnTo>
                    <a:pt x="670" y="1237"/>
                  </a:lnTo>
                  <a:lnTo>
                    <a:pt x="659" y="1164"/>
                  </a:lnTo>
                  <a:lnTo>
                    <a:pt x="650" y="1153"/>
                  </a:lnTo>
                  <a:lnTo>
                    <a:pt x="404" y="1097"/>
                  </a:lnTo>
                  <a:lnTo>
                    <a:pt x="314" y="1108"/>
                  </a:lnTo>
                  <a:lnTo>
                    <a:pt x="211" y="1190"/>
                  </a:lnTo>
                  <a:lnTo>
                    <a:pt x="170" y="1199"/>
                  </a:lnTo>
                  <a:lnTo>
                    <a:pt x="50" y="1196"/>
                  </a:lnTo>
                  <a:lnTo>
                    <a:pt x="26" y="1184"/>
                  </a:lnTo>
                  <a:lnTo>
                    <a:pt x="272" y="922"/>
                  </a:lnTo>
                  <a:lnTo>
                    <a:pt x="452" y="837"/>
                  </a:lnTo>
                  <a:lnTo>
                    <a:pt x="466" y="814"/>
                  </a:lnTo>
                  <a:lnTo>
                    <a:pt x="474" y="780"/>
                  </a:lnTo>
                  <a:lnTo>
                    <a:pt x="477" y="771"/>
                  </a:lnTo>
                  <a:lnTo>
                    <a:pt x="477" y="757"/>
                  </a:lnTo>
                  <a:lnTo>
                    <a:pt x="479" y="682"/>
                  </a:lnTo>
                  <a:lnTo>
                    <a:pt x="480" y="668"/>
                  </a:lnTo>
                  <a:lnTo>
                    <a:pt x="476" y="655"/>
                  </a:lnTo>
                  <a:lnTo>
                    <a:pt x="459" y="597"/>
                  </a:lnTo>
                  <a:lnTo>
                    <a:pt x="453" y="591"/>
                  </a:lnTo>
                  <a:lnTo>
                    <a:pt x="245" y="388"/>
                  </a:lnTo>
                  <a:lnTo>
                    <a:pt x="226" y="383"/>
                  </a:lnTo>
                  <a:lnTo>
                    <a:pt x="73" y="424"/>
                  </a:lnTo>
                  <a:lnTo>
                    <a:pt x="46" y="453"/>
                  </a:lnTo>
                  <a:lnTo>
                    <a:pt x="5" y="463"/>
                  </a:lnTo>
                  <a:lnTo>
                    <a:pt x="0" y="454"/>
                  </a:lnTo>
                  <a:lnTo>
                    <a:pt x="39" y="363"/>
                  </a:lnTo>
                  <a:lnTo>
                    <a:pt x="360" y="69"/>
                  </a:lnTo>
                  <a:lnTo>
                    <a:pt x="559" y="31"/>
                  </a:lnTo>
                  <a:lnTo>
                    <a:pt x="573" y="87"/>
                  </a:lnTo>
                  <a:lnTo>
                    <a:pt x="583" y="129"/>
                  </a:lnTo>
                  <a:lnTo>
                    <a:pt x="737" y="240"/>
                  </a:lnTo>
                  <a:lnTo>
                    <a:pt x="1159" y="148"/>
                  </a:lnTo>
                  <a:lnTo>
                    <a:pt x="1396" y="87"/>
                  </a:lnTo>
                  <a:lnTo>
                    <a:pt x="1391" y="70"/>
                  </a:lnTo>
                  <a:lnTo>
                    <a:pt x="1427" y="40"/>
                  </a:lnTo>
                  <a:lnTo>
                    <a:pt x="1555" y="0"/>
                  </a:lnTo>
                  <a:lnTo>
                    <a:pt x="1571" y="2"/>
                  </a:lnTo>
                  <a:lnTo>
                    <a:pt x="1577" y="27"/>
                  </a:lnTo>
                  <a:lnTo>
                    <a:pt x="1514" y="19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l1303"/>
            <p:cNvSpPr/>
            <p:nvPr/>
          </p:nvSpPr>
          <p:spPr>
            <a:xfrm>
              <a:off x="4754671" y="5499825"/>
              <a:ext cx="583" cy="702"/>
            </a:xfrm>
            <a:custGeom>
              <a:avLst/>
              <a:pathLst>
                <a:path w="583" h="702">
                  <a:moveTo>
                    <a:pt x="188" y="668"/>
                  </a:moveTo>
                  <a:lnTo>
                    <a:pt x="125" y="702"/>
                  </a:lnTo>
                  <a:lnTo>
                    <a:pt x="0" y="592"/>
                  </a:lnTo>
                  <a:lnTo>
                    <a:pt x="105" y="520"/>
                  </a:lnTo>
                  <a:lnTo>
                    <a:pt x="176" y="453"/>
                  </a:lnTo>
                  <a:lnTo>
                    <a:pt x="184" y="365"/>
                  </a:lnTo>
                  <a:lnTo>
                    <a:pt x="153" y="241"/>
                  </a:lnTo>
                  <a:lnTo>
                    <a:pt x="195" y="119"/>
                  </a:lnTo>
                  <a:lnTo>
                    <a:pt x="407" y="18"/>
                  </a:lnTo>
                  <a:lnTo>
                    <a:pt x="446" y="0"/>
                  </a:lnTo>
                  <a:lnTo>
                    <a:pt x="530" y="21"/>
                  </a:lnTo>
                  <a:lnTo>
                    <a:pt x="565" y="30"/>
                  </a:lnTo>
                  <a:lnTo>
                    <a:pt x="583" y="63"/>
                  </a:lnTo>
                  <a:lnTo>
                    <a:pt x="330" y="556"/>
                  </a:lnTo>
                  <a:lnTo>
                    <a:pt x="188" y="66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l1304"/>
            <p:cNvSpPr/>
            <p:nvPr/>
          </p:nvSpPr>
          <p:spPr>
            <a:xfrm>
              <a:off x="4757663" y="5500163"/>
              <a:ext cx="1154" cy="651"/>
            </a:xfrm>
            <a:custGeom>
              <a:avLst/>
              <a:pathLst>
                <a:path w="1154" h="651">
                  <a:moveTo>
                    <a:pt x="705" y="17"/>
                  </a:moveTo>
                  <a:lnTo>
                    <a:pt x="753" y="48"/>
                  </a:lnTo>
                  <a:lnTo>
                    <a:pt x="1096" y="91"/>
                  </a:lnTo>
                  <a:lnTo>
                    <a:pt x="1125" y="100"/>
                  </a:lnTo>
                  <a:lnTo>
                    <a:pt x="1142" y="105"/>
                  </a:lnTo>
                  <a:lnTo>
                    <a:pt x="1154" y="131"/>
                  </a:lnTo>
                  <a:lnTo>
                    <a:pt x="1145" y="154"/>
                  </a:lnTo>
                  <a:lnTo>
                    <a:pt x="1068" y="185"/>
                  </a:lnTo>
                  <a:lnTo>
                    <a:pt x="717" y="220"/>
                  </a:lnTo>
                  <a:lnTo>
                    <a:pt x="580" y="345"/>
                  </a:lnTo>
                  <a:lnTo>
                    <a:pt x="571" y="360"/>
                  </a:lnTo>
                  <a:lnTo>
                    <a:pt x="555" y="387"/>
                  </a:lnTo>
                  <a:lnTo>
                    <a:pt x="628" y="423"/>
                  </a:lnTo>
                  <a:lnTo>
                    <a:pt x="894" y="450"/>
                  </a:lnTo>
                  <a:lnTo>
                    <a:pt x="933" y="467"/>
                  </a:lnTo>
                  <a:lnTo>
                    <a:pt x="940" y="499"/>
                  </a:lnTo>
                  <a:lnTo>
                    <a:pt x="814" y="590"/>
                  </a:lnTo>
                  <a:lnTo>
                    <a:pt x="754" y="584"/>
                  </a:lnTo>
                  <a:lnTo>
                    <a:pt x="719" y="561"/>
                  </a:lnTo>
                  <a:lnTo>
                    <a:pt x="603" y="513"/>
                  </a:lnTo>
                  <a:lnTo>
                    <a:pt x="526" y="507"/>
                  </a:lnTo>
                  <a:lnTo>
                    <a:pt x="445" y="548"/>
                  </a:lnTo>
                  <a:lnTo>
                    <a:pt x="177" y="623"/>
                  </a:lnTo>
                  <a:lnTo>
                    <a:pt x="46" y="651"/>
                  </a:lnTo>
                  <a:lnTo>
                    <a:pt x="25" y="645"/>
                  </a:lnTo>
                  <a:lnTo>
                    <a:pt x="9" y="637"/>
                  </a:lnTo>
                  <a:lnTo>
                    <a:pt x="2" y="628"/>
                  </a:lnTo>
                  <a:lnTo>
                    <a:pt x="0" y="621"/>
                  </a:lnTo>
                  <a:lnTo>
                    <a:pt x="8" y="569"/>
                  </a:lnTo>
                  <a:lnTo>
                    <a:pt x="40" y="542"/>
                  </a:lnTo>
                  <a:lnTo>
                    <a:pt x="180" y="476"/>
                  </a:lnTo>
                  <a:lnTo>
                    <a:pt x="251" y="474"/>
                  </a:lnTo>
                  <a:lnTo>
                    <a:pt x="341" y="457"/>
                  </a:lnTo>
                  <a:lnTo>
                    <a:pt x="485" y="270"/>
                  </a:lnTo>
                  <a:lnTo>
                    <a:pt x="532" y="145"/>
                  </a:lnTo>
                  <a:lnTo>
                    <a:pt x="551" y="95"/>
                  </a:lnTo>
                  <a:lnTo>
                    <a:pt x="605" y="14"/>
                  </a:lnTo>
                  <a:lnTo>
                    <a:pt x="661" y="0"/>
                  </a:lnTo>
                  <a:lnTo>
                    <a:pt x="667" y="1"/>
                  </a:lnTo>
                  <a:lnTo>
                    <a:pt x="694" y="10"/>
                  </a:lnTo>
                  <a:lnTo>
                    <a:pt x="705" y="1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l1305"/>
            <p:cNvSpPr/>
            <p:nvPr/>
          </p:nvSpPr>
          <p:spPr>
            <a:xfrm>
              <a:off x="4755629" y="5497428"/>
              <a:ext cx="1821" cy="2287"/>
            </a:xfrm>
            <a:custGeom>
              <a:avLst/>
              <a:pathLst>
                <a:path w="1821" h="2287">
                  <a:moveTo>
                    <a:pt x="1580" y="270"/>
                  </a:moveTo>
                  <a:lnTo>
                    <a:pt x="1820" y="683"/>
                  </a:lnTo>
                  <a:lnTo>
                    <a:pt x="1821" y="704"/>
                  </a:lnTo>
                  <a:lnTo>
                    <a:pt x="1778" y="741"/>
                  </a:lnTo>
                  <a:lnTo>
                    <a:pt x="1663" y="759"/>
                  </a:lnTo>
                  <a:lnTo>
                    <a:pt x="1412" y="718"/>
                  </a:lnTo>
                  <a:lnTo>
                    <a:pt x="1347" y="707"/>
                  </a:lnTo>
                  <a:lnTo>
                    <a:pt x="1292" y="709"/>
                  </a:lnTo>
                  <a:lnTo>
                    <a:pt x="1281" y="715"/>
                  </a:lnTo>
                  <a:lnTo>
                    <a:pt x="1236" y="777"/>
                  </a:lnTo>
                  <a:lnTo>
                    <a:pt x="1226" y="813"/>
                  </a:lnTo>
                  <a:lnTo>
                    <a:pt x="1118" y="1539"/>
                  </a:lnTo>
                  <a:lnTo>
                    <a:pt x="1172" y="1570"/>
                  </a:lnTo>
                  <a:lnTo>
                    <a:pt x="1183" y="1624"/>
                  </a:lnTo>
                  <a:lnTo>
                    <a:pt x="925" y="1830"/>
                  </a:lnTo>
                  <a:lnTo>
                    <a:pt x="916" y="1837"/>
                  </a:lnTo>
                  <a:lnTo>
                    <a:pt x="226" y="2255"/>
                  </a:lnTo>
                  <a:lnTo>
                    <a:pt x="144" y="2287"/>
                  </a:lnTo>
                  <a:lnTo>
                    <a:pt x="53" y="2279"/>
                  </a:lnTo>
                  <a:lnTo>
                    <a:pt x="0" y="2259"/>
                  </a:lnTo>
                  <a:lnTo>
                    <a:pt x="0" y="2220"/>
                  </a:lnTo>
                  <a:lnTo>
                    <a:pt x="6" y="2083"/>
                  </a:lnTo>
                  <a:lnTo>
                    <a:pt x="111" y="2044"/>
                  </a:lnTo>
                  <a:lnTo>
                    <a:pt x="174" y="2036"/>
                  </a:lnTo>
                  <a:lnTo>
                    <a:pt x="191" y="2042"/>
                  </a:lnTo>
                  <a:lnTo>
                    <a:pt x="193" y="2058"/>
                  </a:lnTo>
                  <a:lnTo>
                    <a:pt x="223" y="2086"/>
                  </a:lnTo>
                  <a:lnTo>
                    <a:pt x="244" y="2092"/>
                  </a:lnTo>
                  <a:lnTo>
                    <a:pt x="270" y="2085"/>
                  </a:lnTo>
                  <a:lnTo>
                    <a:pt x="274" y="2081"/>
                  </a:lnTo>
                  <a:lnTo>
                    <a:pt x="497" y="1898"/>
                  </a:lnTo>
                  <a:lnTo>
                    <a:pt x="523" y="1876"/>
                  </a:lnTo>
                  <a:lnTo>
                    <a:pt x="532" y="1861"/>
                  </a:lnTo>
                  <a:lnTo>
                    <a:pt x="553" y="1826"/>
                  </a:lnTo>
                  <a:lnTo>
                    <a:pt x="915" y="1011"/>
                  </a:lnTo>
                  <a:lnTo>
                    <a:pt x="916" y="464"/>
                  </a:lnTo>
                  <a:lnTo>
                    <a:pt x="822" y="461"/>
                  </a:lnTo>
                  <a:lnTo>
                    <a:pt x="659" y="381"/>
                  </a:lnTo>
                  <a:lnTo>
                    <a:pt x="653" y="378"/>
                  </a:lnTo>
                  <a:lnTo>
                    <a:pt x="635" y="359"/>
                  </a:lnTo>
                  <a:lnTo>
                    <a:pt x="636" y="313"/>
                  </a:lnTo>
                  <a:lnTo>
                    <a:pt x="1140" y="4"/>
                  </a:lnTo>
                  <a:lnTo>
                    <a:pt x="1189" y="0"/>
                  </a:lnTo>
                  <a:lnTo>
                    <a:pt x="1358" y="25"/>
                  </a:lnTo>
                  <a:lnTo>
                    <a:pt x="1378" y="28"/>
                  </a:lnTo>
                  <a:lnTo>
                    <a:pt x="1420" y="39"/>
                  </a:lnTo>
                  <a:lnTo>
                    <a:pt x="1580" y="27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l1306"/>
            <p:cNvSpPr/>
            <p:nvPr/>
          </p:nvSpPr>
          <p:spPr>
            <a:xfrm>
              <a:off x="4747243" y="5492595"/>
              <a:ext cx="2106" cy="1121"/>
            </a:xfrm>
            <a:custGeom>
              <a:avLst/>
              <a:pathLst>
                <a:path w="2106" h="1121">
                  <a:moveTo>
                    <a:pt x="2093" y="274"/>
                  </a:moveTo>
                  <a:lnTo>
                    <a:pt x="2106" y="850"/>
                  </a:lnTo>
                  <a:lnTo>
                    <a:pt x="1712" y="1017"/>
                  </a:lnTo>
                  <a:lnTo>
                    <a:pt x="1466" y="1121"/>
                  </a:lnTo>
                  <a:lnTo>
                    <a:pt x="1358" y="757"/>
                  </a:lnTo>
                  <a:lnTo>
                    <a:pt x="1333" y="737"/>
                  </a:lnTo>
                  <a:lnTo>
                    <a:pt x="963" y="559"/>
                  </a:lnTo>
                  <a:lnTo>
                    <a:pt x="771" y="652"/>
                  </a:lnTo>
                  <a:lnTo>
                    <a:pt x="730" y="829"/>
                  </a:lnTo>
                  <a:lnTo>
                    <a:pt x="730" y="1028"/>
                  </a:lnTo>
                  <a:lnTo>
                    <a:pt x="690" y="1023"/>
                  </a:lnTo>
                  <a:lnTo>
                    <a:pt x="523" y="1004"/>
                  </a:lnTo>
                  <a:lnTo>
                    <a:pt x="153" y="783"/>
                  </a:lnTo>
                  <a:lnTo>
                    <a:pt x="96" y="727"/>
                  </a:lnTo>
                  <a:lnTo>
                    <a:pt x="4" y="581"/>
                  </a:lnTo>
                  <a:lnTo>
                    <a:pt x="0" y="544"/>
                  </a:lnTo>
                  <a:lnTo>
                    <a:pt x="29" y="490"/>
                  </a:lnTo>
                  <a:lnTo>
                    <a:pt x="63" y="468"/>
                  </a:lnTo>
                  <a:lnTo>
                    <a:pt x="189" y="421"/>
                  </a:lnTo>
                  <a:lnTo>
                    <a:pt x="322" y="375"/>
                  </a:lnTo>
                  <a:lnTo>
                    <a:pt x="475" y="328"/>
                  </a:lnTo>
                  <a:lnTo>
                    <a:pt x="671" y="253"/>
                  </a:lnTo>
                  <a:lnTo>
                    <a:pt x="725" y="227"/>
                  </a:lnTo>
                  <a:lnTo>
                    <a:pt x="748" y="216"/>
                  </a:lnTo>
                  <a:lnTo>
                    <a:pt x="892" y="112"/>
                  </a:lnTo>
                  <a:lnTo>
                    <a:pt x="1027" y="43"/>
                  </a:lnTo>
                  <a:lnTo>
                    <a:pt x="1134" y="0"/>
                  </a:lnTo>
                  <a:lnTo>
                    <a:pt x="1577" y="34"/>
                  </a:lnTo>
                  <a:lnTo>
                    <a:pt x="1927" y="121"/>
                  </a:lnTo>
                  <a:lnTo>
                    <a:pt x="2093" y="27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l1307"/>
            <p:cNvSpPr/>
            <p:nvPr/>
          </p:nvSpPr>
          <p:spPr>
            <a:xfrm>
              <a:off x="4774227" y="5494723"/>
              <a:ext cx="627" cy="541"/>
            </a:xfrm>
            <a:custGeom>
              <a:avLst/>
              <a:pathLst>
                <a:path w="627" h="541">
                  <a:moveTo>
                    <a:pt x="168" y="539"/>
                  </a:moveTo>
                  <a:lnTo>
                    <a:pt x="128" y="539"/>
                  </a:lnTo>
                  <a:lnTo>
                    <a:pt x="118" y="535"/>
                  </a:lnTo>
                  <a:lnTo>
                    <a:pt x="113" y="532"/>
                  </a:lnTo>
                  <a:lnTo>
                    <a:pt x="0" y="334"/>
                  </a:lnTo>
                  <a:lnTo>
                    <a:pt x="12" y="260"/>
                  </a:lnTo>
                  <a:lnTo>
                    <a:pt x="68" y="156"/>
                  </a:lnTo>
                  <a:lnTo>
                    <a:pt x="111" y="133"/>
                  </a:lnTo>
                  <a:lnTo>
                    <a:pt x="558" y="0"/>
                  </a:lnTo>
                  <a:lnTo>
                    <a:pt x="596" y="19"/>
                  </a:lnTo>
                  <a:lnTo>
                    <a:pt x="613" y="53"/>
                  </a:lnTo>
                  <a:lnTo>
                    <a:pt x="627" y="115"/>
                  </a:lnTo>
                  <a:lnTo>
                    <a:pt x="530" y="425"/>
                  </a:lnTo>
                  <a:lnTo>
                    <a:pt x="483" y="481"/>
                  </a:lnTo>
                  <a:lnTo>
                    <a:pt x="393" y="541"/>
                  </a:lnTo>
                  <a:lnTo>
                    <a:pt x="168" y="53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l1308"/>
            <p:cNvSpPr/>
            <p:nvPr/>
          </p:nvSpPr>
          <p:spPr>
            <a:xfrm>
              <a:off x="4775576" y="5493394"/>
              <a:ext cx="381" cy="449"/>
            </a:xfrm>
            <a:custGeom>
              <a:avLst/>
              <a:pathLst>
                <a:path w="381" h="449">
                  <a:moveTo>
                    <a:pt x="312" y="449"/>
                  </a:moveTo>
                  <a:lnTo>
                    <a:pt x="89" y="446"/>
                  </a:lnTo>
                  <a:lnTo>
                    <a:pt x="6" y="424"/>
                  </a:lnTo>
                  <a:lnTo>
                    <a:pt x="65" y="373"/>
                  </a:lnTo>
                  <a:lnTo>
                    <a:pt x="63" y="318"/>
                  </a:lnTo>
                  <a:lnTo>
                    <a:pt x="0" y="130"/>
                  </a:lnTo>
                  <a:lnTo>
                    <a:pt x="83" y="5"/>
                  </a:lnTo>
                  <a:lnTo>
                    <a:pt x="129" y="0"/>
                  </a:lnTo>
                  <a:lnTo>
                    <a:pt x="201" y="7"/>
                  </a:lnTo>
                  <a:lnTo>
                    <a:pt x="220" y="13"/>
                  </a:lnTo>
                  <a:lnTo>
                    <a:pt x="300" y="57"/>
                  </a:lnTo>
                  <a:lnTo>
                    <a:pt x="371" y="96"/>
                  </a:lnTo>
                  <a:lnTo>
                    <a:pt x="381" y="164"/>
                  </a:lnTo>
                  <a:lnTo>
                    <a:pt x="357" y="346"/>
                  </a:lnTo>
                  <a:lnTo>
                    <a:pt x="312" y="44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l1309"/>
            <p:cNvSpPr/>
            <p:nvPr/>
          </p:nvSpPr>
          <p:spPr>
            <a:xfrm>
              <a:off x="4747147" y="5483948"/>
              <a:ext cx="996" cy="535"/>
            </a:xfrm>
            <a:custGeom>
              <a:avLst/>
              <a:pathLst>
                <a:path w="996" h="535">
                  <a:moveTo>
                    <a:pt x="996" y="225"/>
                  </a:moveTo>
                  <a:lnTo>
                    <a:pt x="965" y="406"/>
                  </a:lnTo>
                  <a:lnTo>
                    <a:pt x="883" y="498"/>
                  </a:lnTo>
                  <a:lnTo>
                    <a:pt x="820" y="530"/>
                  </a:lnTo>
                  <a:lnTo>
                    <a:pt x="783" y="535"/>
                  </a:lnTo>
                  <a:lnTo>
                    <a:pt x="629" y="499"/>
                  </a:lnTo>
                  <a:lnTo>
                    <a:pt x="406" y="322"/>
                  </a:lnTo>
                  <a:lnTo>
                    <a:pt x="206" y="243"/>
                  </a:lnTo>
                  <a:lnTo>
                    <a:pt x="167" y="241"/>
                  </a:lnTo>
                  <a:lnTo>
                    <a:pt x="151" y="237"/>
                  </a:lnTo>
                  <a:lnTo>
                    <a:pt x="80" y="182"/>
                  </a:lnTo>
                  <a:lnTo>
                    <a:pt x="11" y="41"/>
                  </a:lnTo>
                  <a:lnTo>
                    <a:pt x="0" y="2"/>
                  </a:lnTo>
                  <a:lnTo>
                    <a:pt x="376" y="0"/>
                  </a:lnTo>
                  <a:lnTo>
                    <a:pt x="568" y="14"/>
                  </a:lnTo>
                  <a:lnTo>
                    <a:pt x="996" y="22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l1310"/>
            <p:cNvSpPr/>
            <p:nvPr/>
          </p:nvSpPr>
          <p:spPr>
            <a:xfrm>
              <a:off x="4760046" y="5484922"/>
              <a:ext cx="1062" cy="657"/>
            </a:xfrm>
            <a:custGeom>
              <a:avLst/>
              <a:pathLst>
                <a:path w="1062" h="657">
                  <a:moveTo>
                    <a:pt x="435" y="434"/>
                  </a:moveTo>
                  <a:lnTo>
                    <a:pt x="481" y="557"/>
                  </a:lnTo>
                  <a:lnTo>
                    <a:pt x="475" y="606"/>
                  </a:lnTo>
                  <a:lnTo>
                    <a:pt x="325" y="656"/>
                  </a:lnTo>
                  <a:lnTo>
                    <a:pt x="290" y="657"/>
                  </a:lnTo>
                  <a:lnTo>
                    <a:pt x="274" y="638"/>
                  </a:lnTo>
                  <a:lnTo>
                    <a:pt x="296" y="550"/>
                  </a:lnTo>
                  <a:lnTo>
                    <a:pt x="289" y="504"/>
                  </a:lnTo>
                  <a:lnTo>
                    <a:pt x="210" y="462"/>
                  </a:lnTo>
                  <a:lnTo>
                    <a:pt x="121" y="458"/>
                  </a:lnTo>
                  <a:lnTo>
                    <a:pt x="72" y="499"/>
                  </a:lnTo>
                  <a:lnTo>
                    <a:pt x="50" y="509"/>
                  </a:lnTo>
                  <a:lnTo>
                    <a:pt x="33" y="511"/>
                  </a:lnTo>
                  <a:lnTo>
                    <a:pt x="3" y="487"/>
                  </a:lnTo>
                  <a:lnTo>
                    <a:pt x="0" y="459"/>
                  </a:lnTo>
                  <a:lnTo>
                    <a:pt x="13" y="281"/>
                  </a:lnTo>
                  <a:lnTo>
                    <a:pt x="813" y="10"/>
                  </a:lnTo>
                  <a:lnTo>
                    <a:pt x="907" y="2"/>
                  </a:lnTo>
                  <a:lnTo>
                    <a:pt x="938" y="0"/>
                  </a:lnTo>
                  <a:lnTo>
                    <a:pt x="1000" y="7"/>
                  </a:lnTo>
                  <a:lnTo>
                    <a:pt x="1049" y="43"/>
                  </a:lnTo>
                  <a:lnTo>
                    <a:pt x="1062" y="78"/>
                  </a:lnTo>
                  <a:lnTo>
                    <a:pt x="1054" y="116"/>
                  </a:lnTo>
                  <a:lnTo>
                    <a:pt x="625" y="323"/>
                  </a:lnTo>
                  <a:lnTo>
                    <a:pt x="453" y="398"/>
                  </a:lnTo>
                  <a:lnTo>
                    <a:pt x="435" y="43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l1311"/>
            <p:cNvSpPr/>
            <p:nvPr/>
          </p:nvSpPr>
          <p:spPr>
            <a:xfrm>
              <a:off x="4748924" y="5482432"/>
              <a:ext cx="646" cy="733"/>
            </a:xfrm>
            <a:custGeom>
              <a:avLst/>
              <a:pathLst>
                <a:path w="646" h="733">
                  <a:moveTo>
                    <a:pt x="401" y="349"/>
                  </a:moveTo>
                  <a:lnTo>
                    <a:pt x="576" y="432"/>
                  </a:lnTo>
                  <a:lnTo>
                    <a:pt x="646" y="497"/>
                  </a:lnTo>
                  <a:lnTo>
                    <a:pt x="642" y="526"/>
                  </a:lnTo>
                  <a:lnTo>
                    <a:pt x="613" y="597"/>
                  </a:lnTo>
                  <a:lnTo>
                    <a:pt x="601" y="625"/>
                  </a:lnTo>
                  <a:lnTo>
                    <a:pt x="561" y="717"/>
                  </a:lnTo>
                  <a:lnTo>
                    <a:pt x="539" y="733"/>
                  </a:lnTo>
                  <a:lnTo>
                    <a:pt x="519" y="731"/>
                  </a:lnTo>
                  <a:lnTo>
                    <a:pt x="485" y="706"/>
                  </a:lnTo>
                  <a:lnTo>
                    <a:pt x="485" y="691"/>
                  </a:lnTo>
                  <a:lnTo>
                    <a:pt x="524" y="611"/>
                  </a:lnTo>
                  <a:lnTo>
                    <a:pt x="499" y="562"/>
                  </a:lnTo>
                  <a:lnTo>
                    <a:pt x="416" y="448"/>
                  </a:lnTo>
                  <a:lnTo>
                    <a:pt x="259" y="395"/>
                  </a:lnTo>
                  <a:lnTo>
                    <a:pt x="162" y="362"/>
                  </a:lnTo>
                  <a:lnTo>
                    <a:pt x="58" y="371"/>
                  </a:lnTo>
                  <a:lnTo>
                    <a:pt x="0" y="319"/>
                  </a:lnTo>
                  <a:lnTo>
                    <a:pt x="6" y="215"/>
                  </a:lnTo>
                  <a:lnTo>
                    <a:pt x="11" y="121"/>
                  </a:lnTo>
                  <a:lnTo>
                    <a:pt x="35" y="88"/>
                  </a:lnTo>
                  <a:lnTo>
                    <a:pt x="114" y="24"/>
                  </a:lnTo>
                  <a:lnTo>
                    <a:pt x="166" y="0"/>
                  </a:lnTo>
                  <a:lnTo>
                    <a:pt x="208" y="16"/>
                  </a:lnTo>
                  <a:lnTo>
                    <a:pt x="225" y="41"/>
                  </a:lnTo>
                  <a:lnTo>
                    <a:pt x="229" y="70"/>
                  </a:lnTo>
                  <a:lnTo>
                    <a:pt x="194" y="212"/>
                  </a:lnTo>
                  <a:lnTo>
                    <a:pt x="204" y="243"/>
                  </a:lnTo>
                  <a:lnTo>
                    <a:pt x="337" y="338"/>
                  </a:lnTo>
                  <a:lnTo>
                    <a:pt x="401" y="34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l1312"/>
            <p:cNvSpPr/>
            <p:nvPr/>
          </p:nvSpPr>
          <p:spPr>
            <a:xfrm>
              <a:off x="4748277" y="5481487"/>
              <a:ext cx="682" cy="897"/>
            </a:xfrm>
            <a:custGeom>
              <a:avLst/>
              <a:pathLst>
                <a:path w="682" h="897">
                  <a:moveTo>
                    <a:pt x="561" y="897"/>
                  </a:moveTo>
                  <a:lnTo>
                    <a:pt x="477" y="892"/>
                  </a:lnTo>
                  <a:lnTo>
                    <a:pt x="267" y="756"/>
                  </a:lnTo>
                  <a:lnTo>
                    <a:pt x="240" y="704"/>
                  </a:lnTo>
                  <a:lnTo>
                    <a:pt x="48" y="272"/>
                  </a:lnTo>
                  <a:lnTo>
                    <a:pt x="0" y="82"/>
                  </a:lnTo>
                  <a:lnTo>
                    <a:pt x="17" y="37"/>
                  </a:lnTo>
                  <a:lnTo>
                    <a:pt x="75" y="15"/>
                  </a:lnTo>
                  <a:lnTo>
                    <a:pt x="333" y="0"/>
                  </a:lnTo>
                  <a:lnTo>
                    <a:pt x="403" y="32"/>
                  </a:lnTo>
                  <a:lnTo>
                    <a:pt x="557" y="206"/>
                  </a:lnTo>
                  <a:lnTo>
                    <a:pt x="572" y="223"/>
                  </a:lnTo>
                  <a:lnTo>
                    <a:pt x="682" y="532"/>
                  </a:lnTo>
                  <a:lnTo>
                    <a:pt x="676" y="804"/>
                  </a:lnTo>
                  <a:lnTo>
                    <a:pt x="665" y="851"/>
                  </a:lnTo>
                  <a:lnTo>
                    <a:pt x="561" y="89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l1313"/>
            <p:cNvSpPr/>
            <p:nvPr/>
          </p:nvSpPr>
          <p:spPr>
            <a:xfrm>
              <a:off x="4753394" y="5482106"/>
              <a:ext cx="2468" cy="2527"/>
            </a:xfrm>
            <a:custGeom>
              <a:avLst/>
              <a:pathLst>
                <a:path w="2468" h="2527">
                  <a:moveTo>
                    <a:pt x="1798" y="169"/>
                  </a:moveTo>
                  <a:lnTo>
                    <a:pt x="1993" y="306"/>
                  </a:lnTo>
                  <a:lnTo>
                    <a:pt x="2453" y="749"/>
                  </a:lnTo>
                  <a:lnTo>
                    <a:pt x="2468" y="793"/>
                  </a:lnTo>
                  <a:lnTo>
                    <a:pt x="2459" y="804"/>
                  </a:lnTo>
                  <a:lnTo>
                    <a:pt x="2369" y="845"/>
                  </a:lnTo>
                  <a:lnTo>
                    <a:pt x="2319" y="852"/>
                  </a:lnTo>
                  <a:lnTo>
                    <a:pt x="2250" y="826"/>
                  </a:lnTo>
                  <a:lnTo>
                    <a:pt x="2208" y="784"/>
                  </a:lnTo>
                  <a:lnTo>
                    <a:pt x="2049" y="743"/>
                  </a:lnTo>
                  <a:lnTo>
                    <a:pt x="1905" y="771"/>
                  </a:lnTo>
                  <a:lnTo>
                    <a:pt x="1798" y="809"/>
                  </a:lnTo>
                  <a:lnTo>
                    <a:pt x="1795" y="864"/>
                  </a:lnTo>
                  <a:lnTo>
                    <a:pt x="1926" y="1161"/>
                  </a:lnTo>
                  <a:lnTo>
                    <a:pt x="1954" y="1190"/>
                  </a:lnTo>
                  <a:lnTo>
                    <a:pt x="2039" y="1223"/>
                  </a:lnTo>
                  <a:lnTo>
                    <a:pt x="2120" y="1221"/>
                  </a:lnTo>
                  <a:lnTo>
                    <a:pt x="2278" y="1218"/>
                  </a:lnTo>
                  <a:lnTo>
                    <a:pt x="2304" y="1229"/>
                  </a:lnTo>
                  <a:lnTo>
                    <a:pt x="2402" y="1333"/>
                  </a:lnTo>
                  <a:lnTo>
                    <a:pt x="2410" y="1358"/>
                  </a:lnTo>
                  <a:lnTo>
                    <a:pt x="2408" y="1365"/>
                  </a:lnTo>
                  <a:lnTo>
                    <a:pt x="2228" y="1512"/>
                  </a:lnTo>
                  <a:lnTo>
                    <a:pt x="2105" y="1498"/>
                  </a:lnTo>
                  <a:lnTo>
                    <a:pt x="2039" y="1523"/>
                  </a:lnTo>
                  <a:lnTo>
                    <a:pt x="1956" y="1638"/>
                  </a:lnTo>
                  <a:lnTo>
                    <a:pt x="1954" y="1697"/>
                  </a:lnTo>
                  <a:lnTo>
                    <a:pt x="1991" y="1967"/>
                  </a:lnTo>
                  <a:lnTo>
                    <a:pt x="2012" y="2124"/>
                  </a:lnTo>
                  <a:lnTo>
                    <a:pt x="2117" y="2142"/>
                  </a:lnTo>
                  <a:lnTo>
                    <a:pt x="2261" y="2205"/>
                  </a:lnTo>
                  <a:lnTo>
                    <a:pt x="2264" y="2210"/>
                  </a:lnTo>
                  <a:lnTo>
                    <a:pt x="2261" y="2223"/>
                  </a:lnTo>
                  <a:lnTo>
                    <a:pt x="2194" y="2352"/>
                  </a:lnTo>
                  <a:lnTo>
                    <a:pt x="2008" y="2522"/>
                  </a:lnTo>
                  <a:lnTo>
                    <a:pt x="1983" y="2527"/>
                  </a:lnTo>
                  <a:lnTo>
                    <a:pt x="1892" y="2525"/>
                  </a:lnTo>
                  <a:lnTo>
                    <a:pt x="1591" y="2514"/>
                  </a:lnTo>
                  <a:lnTo>
                    <a:pt x="1380" y="2391"/>
                  </a:lnTo>
                  <a:lnTo>
                    <a:pt x="1375" y="2377"/>
                  </a:lnTo>
                  <a:lnTo>
                    <a:pt x="1399" y="2191"/>
                  </a:lnTo>
                  <a:lnTo>
                    <a:pt x="1460" y="2058"/>
                  </a:lnTo>
                  <a:lnTo>
                    <a:pt x="1465" y="2049"/>
                  </a:lnTo>
                  <a:lnTo>
                    <a:pt x="1450" y="1991"/>
                  </a:lnTo>
                  <a:lnTo>
                    <a:pt x="1417" y="1930"/>
                  </a:lnTo>
                  <a:lnTo>
                    <a:pt x="1384" y="1897"/>
                  </a:lnTo>
                  <a:lnTo>
                    <a:pt x="1342" y="1869"/>
                  </a:lnTo>
                  <a:lnTo>
                    <a:pt x="1270" y="1861"/>
                  </a:lnTo>
                  <a:lnTo>
                    <a:pt x="1111" y="1871"/>
                  </a:lnTo>
                  <a:lnTo>
                    <a:pt x="1006" y="1878"/>
                  </a:lnTo>
                  <a:lnTo>
                    <a:pt x="940" y="1953"/>
                  </a:lnTo>
                  <a:lnTo>
                    <a:pt x="837" y="1999"/>
                  </a:lnTo>
                  <a:lnTo>
                    <a:pt x="783" y="1963"/>
                  </a:lnTo>
                  <a:lnTo>
                    <a:pt x="449" y="1600"/>
                  </a:lnTo>
                  <a:lnTo>
                    <a:pt x="371" y="1473"/>
                  </a:lnTo>
                  <a:lnTo>
                    <a:pt x="203" y="1408"/>
                  </a:lnTo>
                  <a:lnTo>
                    <a:pt x="49" y="1264"/>
                  </a:lnTo>
                  <a:lnTo>
                    <a:pt x="22" y="1232"/>
                  </a:lnTo>
                  <a:lnTo>
                    <a:pt x="0" y="1086"/>
                  </a:lnTo>
                  <a:lnTo>
                    <a:pt x="95" y="1048"/>
                  </a:lnTo>
                  <a:lnTo>
                    <a:pt x="104" y="1047"/>
                  </a:lnTo>
                  <a:lnTo>
                    <a:pt x="21" y="275"/>
                  </a:lnTo>
                  <a:lnTo>
                    <a:pt x="35" y="178"/>
                  </a:lnTo>
                  <a:lnTo>
                    <a:pt x="80" y="101"/>
                  </a:lnTo>
                  <a:lnTo>
                    <a:pt x="120" y="75"/>
                  </a:lnTo>
                  <a:lnTo>
                    <a:pt x="913" y="50"/>
                  </a:lnTo>
                  <a:lnTo>
                    <a:pt x="1082" y="118"/>
                  </a:lnTo>
                  <a:lnTo>
                    <a:pt x="1107" y="100"/>
                  </a:lnTo>
                  <a:lnTo>
                    <a:pt x="1284" y="44"/>
                  </a:lnTo>
                  <a:lnTo>
                    <a:pt x="1422" y="0"/>
                  </a:lnTo>
                  <a:lnTo>
                    <a:pt x="1716" y="132"/>
                  </a:lnTo>
                  <a:lnTo>
                    <a:pt x="1798" y="16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l1314"/>
            <p:cNvSpPr/>
            <p:nvPr/>
          </p:nvSpPr>
          <p:spPr>
            <a:xfrm>
              <a:off x="4753042" y="5479340"/>
              <a:ext cx="5108" cy="3471"/>
            </a:xfrm>
            <a:custGeom>
              <a:avLst/>
              <a:pathLst>
                <a:path w="5108" h="3471">
                  <a:moveTo>
                    <a:pt x="4156" y="884"/>
                  </a:moveTo>
                  <a:lnTo>
                    <a:pt x="4042" y="1131"/>
                  </a:lnTo>
                  <a:lnTo>
                    <a:pt x="4016" y="1128"/>
                  </a:lnTo>
                  <a:lnTo>
                    <a:pt x="4014" y="1180"/>
                  </a:lnTo>
                  <a:lnTo>
                    <a:pt x="4031" y="1234"/>
                  </a:lnTo>
                  <a:lnTo>
                    <a:pt x="4143" y="1387"/>
                  </a:lnTo>
                  <a:lnTo>
                    <a:pt x="4207" y="1432"/>
                  </a:lnTo>
                  <a:lnTo>
                    <a:pt x="4273" y="1479"/>
                  </a:lnTo>
                  <a:lnTo>
                    <a:pt x="4311" y="1506"/>
                  </a:lnTo>
                  <a:lnTo>
                    <a:pt x="4505" y="1536"/>
                  </a:lnTo>
                  <a:lnTo>
                    <a:pt x="4709" y="1553"/>
                  </a:lnTo>
                  <a:lnTo>
                    <a:pt x="4724" y="1543"/>
                  </a:lnTo>
                  <a:lnTo>
                    <a:pt x="4776" y="1539"/>
                  </a:lnTo>
                  <a:lnTo>
                    <a:pt x="4859" y="1576"/>
                  </a:lnTo>
                  <a:lnTo>
                    <a:pt x="4940" y="1632"/>
                  </a:lnTo>
                  <a:lnTo>
                    <a:pt x="4988" y="1689"/>
                  </a:lnTo>
                  <a:lnTo>
                    <a:pt x="5003" y="1719"/>
                  </a:lnTo>
                  <a:lnTo>
                    <a:pt x="5098" y="1935"/>
                  </a:lnTo>
                  <a:lnTo>
                    <a:pt x="5108" y="2014"/>
                  </a:lnTo>
                  <a:lnTo>
                    <a:pt x="5104" y="2033"/>
                  </a:lnTo>
                  <a:lnTo>
                    <a:pt x="4967" y="2150"/>
                  </a:lnTo>
                  <a:lnTo>
                    <a:pt x="4907" y="2147"/>
                  </a:lnTo>
                  <a:lnTo>
                    <a:pt x="4799" y="2140"/>
                  </a:lnTo>
                  <a:lnTo>
                    <a:pt x="4686" y="2110"/>
                  </a:lnTo>
                  <a:lnTo>
                    <a:pt x="4619" y="2171"/>
                  </a:lnTo>
                  <a:lnTo>
                    <a:pt x="4614" y="2289"/>
                  </a:lnTo>
                  <a:lnTo>
                    <a:pt x="4641" y="2396"/>
                  </a:lnTo>
                  <a:lnTo>
                    <a:pt x="4640" y="2427"/>
                  </a:lnTo>
                  <a:lnTo>
                    <a:pt x="4637" y="2499"/>
                  </a:lnTo>
                  <a:lnTo>
                    <a:pt x="4646" y="2626"/>
                  </a:lnTo>
                  <a:lnTo>
                    <a:pt x="4615" y="2711"/>
                  </a:lnTo>
                  <a:lnTo>
                    <a:pt x="4402" y="3292"/>
                  </a:lnTo>
                  <a:lnTo>
                    <a:pt x="4353" y="3379"/>
                  </a:lnTo>
                  <a:lnTo>
                    <a:pt x="4069" y="3471"/>
                  </a:lnTo>
                  <a:lnTo>
                    <a:pt x="3789" y="3430"/>
                  </a:lnTo>
                  <a:lnTo>
                    <a:pt x="3704" y="3333"/>
                  </a:lnTo>
                  <a:lnTo>
                    <a:pt x="3735" y="3177"/>
                  </a:lnTo>
                  <a:lnTo>
                    <a:pt x="3530" y="3189"/>
                  </a:lnTo>
                  <a:lnTo>
                    <a:pt x="2939" y="3206"/>
                  </a:lnTo>
                  <a:lnTo>
                    <a:pt x="2792" y="3210"/>
                  </a:lnTo>
                  <a:lnTo>
                    <a:pt x="2666" y="3143"/>
                  </a:lnTo>
                  <a:lnTo>
                    <a:pt x="2601" y="3103"/>
                  </a:lnTo>
                  <a:lnTo>
                    <a:pt x="2349" y="2865"/>
                  </a:lnTo>
                  <a:lnTo>
                    <a:pt x="2347" y="2847"/>
                  </a:lnTo>
                  <a:lnTo>
                    <a:pt x="2375" y="2799"/>
                  </a:lnTo>
                  <a:lnTo>
                    <a:pt x="2386" y="2779"/>
                  </a:lnTo>
                  <a:lnTo>
                    <a:pt x="2408" y="2700"/>
                  </a:lnTo>
                  <a:lnTo>
                    <a:pt x="2394" y="2620"/>
                  </a:lnTo>
                  <a:lnTo>
                    <a:pt x="2357" y="2505"/>
                  </a:lnTo>
                  <a:lnTo>
                    <a:pt x="2239" y="2429"/>
                  </a:lnTo>
                  <a:lnTo>
                    <a:pt x="2148" y="2380"/>
                  </a:lnTo>
                  <a:lnTo>
                    <a:pt x="2070" y="2345"/>
                  </a:lnTo>
                  <a:lnTo>
                    <a:pt x="1580" y="2122"/>
                  </a:lnTo>
                  <a:lnTo>
                    <a:pt x="1539" y="2103"/>
                  </a:lnTo>
                  <a:lnTo>
                    <a:pt x="1374" y="2032"/>
                  </a:lnTo>
                  <a:lnTo>
                    <a:pt x="1163" y="1989"/>
                  </a:lnTo>
                  <a:lnTo>
                    <a:pt x="1119" y="1984"/>
                  </a:lnTo>
                  <a:lnTo>
                    <a:pt x="639" y="1935"/>
                  </a:lnTo>
                  <a:lnTo>
                    <a:pt x="600" y="1937"/>
                  </a:lnTo>
                  <a:lnTo>
                    <a:pt x="417" y="1986"/>
                  </a:lnTo>
                  <a:lnTo>
                    <a:pt x="246" y="2116"/>
                  </a:lnTo>
                  <a:lnTo>
                    <a:pt x="240" y="2114"/>
                  </a:lnTo>
                  <a:lnTo>
                    <a:pt x="209" y="2088"/>
                  </a:lnTo>
                  <a:lnTo>
                    <a:pt x="156" y="1924"/>
                  </a:lnTo>
                  <a:lnTo>
                    <a:pt x="0" y="1317"/>
                  </a:lnTo>
                  <a:lnTo>
                    <a:pt x="6" y="1297"/>
                  </a:lnTo>
                  <a:lnTo>
                    <a:pt x="12" y="1278"/>
                  </a:lnTo>
                  <a:lnTo>
                    <a:pt x="38" y="1226"/>
                  </a:lnTo>
                  <a:lnTo>
                    <a:pt x="121" y="1067"/>
                  </a:lnTo>
                  <a:lnTo>
                    <a:pt x="112" y="852"/>
                  </a:lnTo>
                  <a:lnTo>
                    <a:pt x="115" y="507"/>
                  </a:lnTo>
                  <a:lnTo>
                    <a:pt x="127" y="438"/>
                  </a:lnTo>
                  <a:lnTo>
                    <a:pt x="143" y="347"/>
                  </a:lnTo>
                  <a:lnTo>
                    <a:pt x="170" y="306"/>
                  </a:lnTo>
                  <a:lnTo>
                    <a:pt x="307" y="166"/>
                  </a:lnTo>
                  <a:lnTo>
                    <a:pt x="970" y="0"/>
                  </a:lnTo>
                  <a:lnTo>
                    <a:pt x="1040" y="5"/>
                  </a:lnTo>
                  <a:lnTo>
                    <a:pt x="1524" y="120"/>
                  </a:lnTo>
                  <a:lnTo>
                    <a:pt x="1534" y="133"/>
                  </a:lnTo>
                  <a:lnTo>
                    <a:pt x="1720" y="376"/>
                  </a:lnTo>
                  <a:lnTo>
                    <a:pt x="1778" y="452"/>
                  </a:lnTo>
                  <a:lnTo>
                    <a:pt x="1960" y="519"/>
                  </a:lnTo>
                  <a:lnTo>
                    <a:pt x="2251" y="600"/>
                  </a:lnTo>
                  <a:lnTo>
                    <a:pt x="2416" y="636"/>
                  </a:lnTo>
                  <a:lnTo>
                    <a:pt x="2642" y="638"/>
                  </a:lnTo>
                  <a:lnTo>
                    <a:pt x="2687" y="634"/>
                  </a:lnTo>
                  <a:lnTo>
                    <a:pt x="3025" y="591"/>
                  </a:lnTo>
                  <a:lnTo>
                    <a:pt x="3473" y="523"/>
                  </a:lnTo>
                  <a:lnTo>
                    <a:pt x="3755" y="480"/>
                  </a:lnTo>
                  <a:lnTo>
                    <a:pt x="3802" y="472"/>
                  </a:lnTo>
                  <a:lnTo>
                    <a:pt x="3870" y="462"/>
                  </a:lnTo>
                  <a:lnTo>
                    <a:pt x="4049" y="448"/>
                  </a:lnTo>
                  <a:lnTo>
                    <a:pt x="4151" y="457"/>
                  </a:lnTo>
                  <a:lnTo>
                    <a:pt x="4180" y="467"/>
                  </a:lnTo>
                  <a:lnTo>
                    <a:pt x="4208" y="492"/>
                  </a:lnTo>
                  <a:lnTo>
                    <a:pt x="4221" y="523"/>
                  </a:lnTo>
                  <a:lnTo>
                    <a:pt x="4256" y="621"/>
                  </a:lnTo>
                  <a:lnTo>
                    <a:pt x="4256" y="656"/>
                  </a:lnTo>
                  <a:lnTo>
                    <a:pt x="4185" y="817"/>
                  </a:lnTo>
                  <a:lnTo>
                    <a:pt x="4156" y="88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l1315"/>
            <p:cNvSpPr/>
            <p:nvPr/>
          </p:nvSpPr>
          <p:spPr>
            <a:xfrm>
              <a:off x="4743986" y="5476874"/>
              <a:ext cx="403" cy="355"/>
            </a:xfrm>
            <a:custGeom>
              <a:avLst/>
              <a:pathLst>
                <a:path w="403" h="355">
                  <a:moveTo>
                    <a:pt x="262" y="353"/>
                  </a:moveTo>
                  <a:lnTo>
                    <a:pt x="180" y="355"/>
                  </a:lnTo>
                  <a:lnTo>
                    <a:pt x="153" y="342"/>
                  </a:lnTo>
                  <a:lnTo>
                    <a:pt x="0" y="267"/>
                  </a:lnTo>
                  <a:lnTo>
                    <a:pt x="59" y="159"/>
                  </a:lnTo>
                  <a:lnTo>
                    <a:pt x="267" y="9"/>
                  </a:lnTo>
                  <a:lnTo>
                    <a:pt x="325" y="0"/>
                  </a:lnTo>
                  <a:lnTo>
                    <a:pt x="397" y="11"/>
                  </a:lnTo>
                  <a:lnTo>
                    <a:pt x="403" y="33"/>
                  </a:lnTo>
                  <a:lnTo>
                    <a:pt x="385" y="128"/>
                  </a:lnTo>
                  <a:lnTo>
                    <a:pt x="336" y="319"/>
                  </a:lnTo>
                  <a:lnTo>
                    <a:pt x="315" y="339"/>
                  </a:lnTo>
                  <a:lnTo>
                    <a:pt x="262" y="3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l1316"/>
            <p:cNvSpPr/>
            <p:nvPr/>
          </p:nvSpPr>
          <p:spPr>
            <a:xfrm>
              <a:off x="4756609" y="5478461"/>
              <a:ext cx="972" cy="423"/>
            </a:xfrm>
            <a:custGeom>
              <a:avLst/>
              <a:pathLst>
                <a:path w="972" h="423">
                  <a:moveTo>
                    <a:pt x="366" y="414"/>
                  </a:moveTo>
                  <a:lnTo>
                    <a:pt x="40" y="369"/>
                  </a:lnTo>
                  <a:lnTo>
                    <a:pt x="0" y="317"/>
                  </a:lnTo>
                  <a:lnTo>
                    <a:pt x="143" y="154"/>
                  </a:lnTo>
                  <a:lnTo>
                    <a:pt x="266" y="50"/>
                  </a:lnTo>
                  <a:lnTo>
                    <a:pt x="341" y="14"/>
                  </a:lnTo>
                  <a:lnTo>
                    <a:pt x="413" y="0"/>
                  </a:lnTo>
                  <a:lnTo>
                    <a:pt x="560" y="4"/>
                  </a:lnTo>
                  <a:lnTo>
                    <a:pt x="792" y="51"/>
                  </a:lnTo>
                  <a:lnTo>
                    <a:pt x="863" y="87"/>
                  </a:lnTo>
                  <a:lnTo>
                    <a:pt x="949" y="160"/>
                  </a:lnTo>
                  <a:lnTo>
                    <a:pt x="972" y="215"/>
                  </a:lnTo>
                  <a:lnTo>
                    <a:pt x="956" y="271"/>
                  </a:lnTo>
                  <a:lnTo>
                    <a:pt x="906" y="351"/>
                  </a:lnTo>
                  <a:lnTo>
                    <a:pt x="856" y="384"/>
                  </a:lnTo>
                  <a:lnTo>
                    <a:pt x="640" y="423"/>
                  </a:lnTo>
                  <a:lnTo>
                    <a:pt x="366" y="41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l1317"/>
            <p:cNvSpPr/>
            <p:nvPr/>
          </p:nvSpPr>
          <p:spPr>
            <a:xfrm>
              <a:off x="4757921" y="5478397"/>
              <a:ext cx="972" cy="417"/>
            </a:xfrm>
            <a:custGeom>
              <a:avLst/>
              <a:pathLst>
                <a:path w="972" h="417">
                  <a:moveTo>
                    <a:pt x="181" y="387"/>
                  </a:moveTo>
                  <a:lnTo>
                    <a:pt x="7" y="417"/>
                  </a:lnTo>
                  <a:lnTo>
                    <a:pt x="6" y="398"/>
                  </a:lnTo>
                  <a:lnTo>
                    <a:pt x="0" y="318"/>
                  </a:lnTo>
                  <a:lnTo>
                    <a:pt x="11" y="287"/>
                  </a:lnTo>
                  <a:lnTo>
                    <a:pt x="359" y="75"/>
                  </a:lnTo>
                  <a:lnTo>
                    <a:pt x="605" y="47"/>
                  </a:lnTo>
                  <a:lnTo>
                    <a:pt x="809" y="0"/>
                  </a:lnTo>
                  <a:lnTo>
                    <a:pt x="940" y="42"/>
                  </a:lnTo>
                  <a:lnTo>
                    <a:pt x="966" y="69"/>
                  </a:lnTo>
                  <a:lnTo>
                    <a:pt x="972" y="91"/>
                  </a:lnTo>
                  <a:lnTo>
                    <a:pt x="465" y="325"/>
                  </a:lnTo>
                  <a:lnTo>
                    <a:pt x="181" y="38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l1318"/>
            <p:cNvSpPr/>
            <p:nvPr/>
          </p:nvSpPr>
          <p:spPr>
            <a:xfrm>
              <a:off x="4757233" y="5477603"/>
              <a:ext cx="5466" cy="7179"/>
            </a:xfrm>
            <a:custGeom>
              <a:avLst/>
              <a:pathLst>
                <a:path w="5466" h="7179">
                  <a:moveTo>
                    <a:pt x="5282" y="1909"/>
                  </a:moveTo>
                  <a:lnTo>
                    <a:pt x="5224" y="1961"/>
                  </a:lnTo>
                  <a:lnTo>
                    <a:pt x="5120" y="1935"/>
                  </a:lnTo>
                  <a:lnTo>
                    <a:pt x="5069" y="1902"/>
                  </a:lnTo>
                  <a:lnTo>
                    <a:pt x="5046" y="1898"/>
                  </a:lnTo>
                  <a:lnTo>
                    <a:pt x="5006" y="1905"/>
                  </a:lnTo>
                  <a:lnTo>
                    <a:pt x="4967" y="1961"/>
                  </a:lnTo>
                  <a:lnTo>
                    <a:pt x="4921" y="2235"/>
                  </a:lnTo>
                  <a:lnTo>
                    <a:pt x="4921" y="2370"/>
                  </a:lnTo>
                  <a:lnTo>
                    <a:pt x="4931" y="2430"/>
                  </a:lnTo>
                  <a:lnTo>
                    <a:pt x="5003" y="2605"/>
                  </a:lnTo>
                  <a:lnTo>
                    <a:pt x="5051" y="2618"/>
                  </a:lnTo>
                  <a:lnTo>
                    <a:pt x="5198" y="2629"/>
                  </a:lnTo>
                  <a:lnTo>
                    <a:pt x="5305" y="2837"/>
                  </a:lnTo>
                  <a:lnTo>
                    <a:pt x="5102" y="3039"/>
                  </a:lnTo>
                  <a:lnTo>
                    <a:pt x="5085" y="3069"/>
                  </a:lnTo>
                  <a:lnTo>
                    <a:pt x="5079" y="3097"/>
                  </a:lnTo>
                  <a:lnTo>
                    <a:pt x="5257" y="3288"/>
                  </a:lnTo>
                  <a:lnTo>
                    <a:pt x="5336" y="3387"/>
                  </a:lnTo>
                  <a:lnTo>
                    <a:pt x="5466" y="3794"/>
                  </a:lnTo>
                  <a:lnTo>
                    <a:pt x="5463" y="4041"/>
                  </a:lnTo>
                  <a:lnTo>
                    <a:pt x="5451" y="4086"/>
                  </a:lnTo>
                  <a:lnTo>
                    <a:pt x="5417" y="4141"/>
                  </a:lnTo>
                  <a:lnTo>
                    <a:pt x="5254" y="4254"/>
                  </a:lnTo>
                  <a:lnTo>
                    <a:pt x="5122" y="4276"/>
                  </a:lnTo>
                  <a:lnTo>
                    <a:pt x="5095" y="4263"/>
                  </a:lnTo>
                  <a:lnTo>
                    <a:pt x="5076" y="4262"/>
                  </a:lnTo>
                  <a:lnTo>
                    <a:pt x="5068" y="4265"/>
                  </a:lnTo>
                  <a:lnTo>
                    <a:pt x="4993" y="4297"/>
                  </a:lnTo>
                  <a:lnTo>
                    <a:pt x="4668" y="4496"/>
                  </a:lnTo>
                  <a:lnTo>
                    <a:pt x="4306" y="4717"/>
                  </a:lnTo>
                  <a:lnTo>
                    <a:pt x="4306" y="4758"/>
                  </a:lnTo>
                  <a:lnTo>
                    <a:pt x="4459" y="4914"/>
                  </a:lnTo>
                  <a:lnTo>
                    <a:pt x="4493" y="4940"/>
                  </a:lnTo>
                  <a:lnTo>
                    <a:pt x="4538" y="4957"/>
                  </a:lnTo>
                  <a:lnTo>
                    <a:pt x="4850" y="4942"/>
                  </a:lnTo>
                  <a:lnTo>
                    <a:pt x="4978" y="4893"/>
                  </a:lnTo>
                  <a:lnTo>
                    <a:pt x="5125" y="4893"/>
                  </a:lnTo>
                  <a:lnTo>
                    <a:pt x="5223" y="4920"/>
                  </a:lnTo>
                  <a:lnTo>
                    <a:pt x="5245" y="4932"/>
                  </a:lnTo>
                  <a:lnTo>
                    <a:pt x="5333" y="5117"/>
                  </a:lnTo>
                  <a:lnTo>
                    <a:pt x="5332" y="5136"/>
                  </a:lnTo>
                  <a:lnTo>
                    <a:pt x="5276" y="5181"/>
                  </a:lnTo>
                  <a:lnTo>
                    <a:pt x="4905" y="5435"/>
                  </a:lnTo>
                  <a:lnTo>
                    <a:pt x="4851" y="5463"/>
                  </a:lnTo>
                  <a:lnTo>
                    <a:pt x="4732" y="5458"/>
                  </a:lnTo>
                  <a:lnTo>
                    <a:pt x="4591" y="5460"/>
                  </a:lnTo>
                  <a:lnTo>
                    <a:pt x="4331" y="5621"/>
                  </a:lnTo>
                  <a:lnTo>
                    <a:pt x="4328" y="5632"/>
                  </a:lnTo>
                  <a:lnTo>
                    <a:pt x="4409" y="5747"/>
                  </a:lnTo>
                  <a:lnTo>
                    <a:pt x="4447" y="5921"/>
                  </a:lnTo>
                  <a:lnTo>
                    <a:pt x="4364" y="6187"/>
                  </a:lnTo>
                  <a:lnTo>
                    <a:pt x="4204" y="6247"/>
                  </a:lnTo>
                  <a:lnTo>
                    <a:pt x="4196" y="6405"/>
                  </a:lnTo>
                  <a:lnTo>
                    <a:pt x="4206" y="6598"/>
                  </a:lnTo>
                  <a:lnTo>
                    <a:pt x="4213" y="6738"/>
                  </a:lnTo>
                  <a:lnTo>
                    <a:pt x="4275" y="6851"/>
                  </a:lnTo>
                  <a:lnTo>
                    <a:pt x="3810" y="7165"/>
                  </a:lnTo>
                  <a:lnTo>
                    <a:pt x="3726" y="7179"/>
                  </a:lnTo>
                  <a:lnTo>
                    <a:pt x="3592" y="7121"/>
                  </a:lnTo>
                  <a:lnTo>
                    <a:pt x="3577" y="7106"/>
                  </a:lnTo>
                  <a:lnTo>
                    <a:pt x="3584" y="7086"/>
                  </a:lnTo>
                  <a:lnTo>
                    <a:pt x="3661" y="7060"/>
                  </a:lnTo>
                  <a:lnTo>
                    <a:pt x="3696" y="7056"/>
                  </a:lnTo>
                  <a:lnTo>
                    <a:pt x="3780" y="6928"/>
                  </a:lnTo>
                  <a:lnTo>
                    <a:pt x="3784" y="6908"/>
                  </a:lnTo>
                  <a:lnTo>
                    <a:pt x="3737" y="6810"/>
                  </a:lnTo>
                  <a:lnTo>
                    <a:pt x="3480" y="6795"/>
                  </a:lnTo>
                  <a:lnTo>
                    <a:pt x="3411" y="6804"/>
                  </a:lnTo>
                  <a:lnTo>
                    <a:pt x="3399" y="6845"/>
                  </a:lnTo>
                  <a:lnTo>
                    <a:pt x="3369" y="6903"/>
                  </a:lnTo>
                  <a:lnTo>
                    <a:pt x="3262" y="6949"/>
                  </a:lnTo>
                  <a:lnTo>
                    <a:pt x="2966" y="6889"/>
                  </a:lnTo>
                  <a:lnTo>
                    <a:pt x="2947" y="6877"/>
                  </a:lnTo>
                  <a:lnTo>
                    <a:pt x="2911" y="6812"/>
                  </a:lnTo>
                  <a:lnTo>
                    <a:pt x="2910" y="6795"/>
                  </a:lnTo>
                  <a:lnTo>
                    <a:pt x="2985" y="6731"/>
                  </a:lnTo>
                  <a:lnTo>
                    <a:pt x="3060" y="6668"/>
                  </a:lnTo>
                  <a:lnTo>
                    <a:pt x="3068" y="6637"/>
                  </a:lnTo>
                  <a:lnTo>
                    <a:pt x="3059" y="6507"/>
                  </a:lnTo>
                  <a:lnTo>
                    <a:pt x="3018" y="5938"/>
                  </a:lnTo>
                  <a:lnTo>
                    <a:pt x="3010" y="5911"/>
                  </a:lnTo>
                  <a:lnTo>
                    <a:pt x="2983" y="5882"/>
                  </a:lnTo>
                  <a:lnTo>
                    <a:pt x="2855" y="5776"/>
                  </a:lnTo>
                  <a:lnTo>
                    <a:pt x="2742" y="5741"/>
                  </a:lnTo>
                  <a:lnTo>
                    <a:pt x="2105" y="5599"/>
                  </a:lnTo>
                  <a:lnTo>
                    <a:pt x="2048" y="5609"/>
                  </a:lnTo>
                  <a:lnTo>
                    <a:pt x="1863" y="5836"/>
                  </a:lnTo>
                  <a:lnTo>
                    <a:pt x="1633" y="6007"/>
                  </a:lnTo>
                  <a:lnTo>
                    <a:pt x="1590" y="6034"/>
                  </a:lnTo>
                  <a:lnTo>
                    <a:pt x="1574" y="6030"/>
                  </a:lnTo>
                  <a:lnTo>
                    <a:pt x="1564" y="6021"/>
                  </a:lnTo>
                  <a:lnTo>
                    <a:pt x="1502" y="5966"/>
                  </a:lnTo>
                  <a:lnTo>
                    <a:pt x="1495" y="5907"/>
                  </a:lnTo>
                  <a:lnTo>
                    <a:pt x="1527" y="5835"/>
                  </a:lnTo>
                  <a:lnTo>
                    <a:pt x="1727" y="5645"/>
                  </a:lnTo>
                  <a:lnTo>
                    <a:pt x="1850" y="5494"/>
                  </a:lnTo>
                  <a:lnTo>
                    <a:pt x="1919" y="5265"/>
                  </a:lnTo>
                  <a:lnTo>
                    <a:pt x="1892" y="5129"/>
                  </a:lnTo>
                  <a:lnTo>
                    <a:pt x="1826" y="5032"/>
                  </a:lnTo>
                  <a:lnTo>
                    <a:pt x="1721" y="5027"/>
                  </a:lnTo>
                  <a:lnTo>
                    <a:pt x="1662" y="4982"/>
                  </a:lnTo>
                  <a:lnTo>
                    <a:pt x="1576" y="4846"/>
                  </a:lnTo>
                  <a:lnTo>
                    <a:pt x="1198" y="4098"/>
                  </a:lnTo>
                  <a:lnTo>
                    <a:pt x="1064" y="3968"/>
                  </a:lnTo>
                  <a:lnTo>
                    <a:pt x="1045" y="3949"/>
                  </a:lnTo>
                  <a:lnTo>
                    <a:pt x="982" y="3762"/>
                  </a:lnTo>
                  <a:lnTo>
                    <a:pt x="991" y="3695"/>
                  </a:lnTo>
                  <a:lnTo>
                    <a:pt x="1018" y="3671"/>
                  </a:lnTo>
                  <a:lnTo>
                    <a:pt x="1052" y="3681"/>
                  </a:lnTo>
                  <a:lnTo>
                    <a:pt x="1073" y="3665"/>
                  </a:lnTo>
                  <a:lnTo>
                    <a:pt x="1114" y="3618"/>
                  </a:lnTo>
                  <a:lnTo>
                    <a:pt x="1142" y="3552"/>
                  </a:lnTo>
                  <a:lnTo>
                    <a:pt x="1034" y="3376"/>
                  </a:lnTo>
                  <a:lnTo>
                    <a:pt x="1022" y="3357"/>
                  </a:lnTo>
                  <a:lnTo>
                    <a:pt x="731" y="3107"/>
                  </a:lnTo>
                  <a:lnTo>
                    <a:pt x="690" y="3085"/>
                  </a:lnTo>
                  <a:lnTo>
                    <a:pt x="447" y="3007"/>
                  </a:lnTo>
                  <a:lnTo>
                    <a:pt x="37" y="2943"/>
                  </a:lnTo>
                  <a:lnTo>
                    <a:pt x="6" y="2915"/>
                  </a:lnTo>
                  <a:lnTo>
                    <a:pt x="0" y="2899"/>
                  </a:lnTo>
                  <a:lnTo>
                    <a:pt x="166" y="2675"/>
                  </a:lnTo>
                  <a:lnTo>
                    <a:pt x="247" y="2603"/>
                  </a:lnTo>
                  <a:lnTo>
                    <a:pt x="287" y="2435"/>
                  </a:lnTo>
                  <a:lnTo>
                    <a:pt x="297" y="2276"/>
                  </a:lnTo>
                  <a:lnTo>
                    <a:pt x="308" y="2221"/>
                  </a:lnTo>
                  <a:lnTo>
                    <a:pt x="357" y="2149"/>
                  </a:lnTo>
                  <a:lnTo>
                    <a:pt x="462" y="2032"/>
                  </a:lnTo>
                  <a:lnTo>
                    <a:pt x="957" y="1727"/>
                  </a:lnTo>
                  <a:lnTo>
                    <a:pt x="1497" y="1457"/>
                  </a:lnTo>
                  <a:lnTo>
                    <a:pt x="1640" y="1390"/>
                  </a:lnTo>
                  <a:lnTo>
                    <a:pt x="1658" y="1382"/>
                  </a:lnTo>
                  <a:lnTo>
                    <a:pt x="1913" y="1278"/>
                  </a:lnTo>
                  <a:lnTo>
                    <a:pt x="2019" y="1221"/>
                  </a:lnTo>
                  <a:lnTo>
                    <a:pt x="2296" y="1054"/>
                  </a:lnTo>
                  <a:lnTo>
                    <a:pt x="2623" y="806"/>
                  </a:lnTo>
                  <a:lnTo>
                    <a:pt x="2770" y="595"/>
                  </a:lnTo>
                  <a:lnTo>
                    <a:pt x="2947" y="301"/>
                  </a:lnTo>
                  <a:lnTo>
                    <a:pt x="2927" y="234"/>
                  </a:lnTo>
                  <a:lnTo>
                    <a:pt x="3120" y="98"/>
                  </a:lnTo>
                  <a:lnTo>
                    <a:pt x="3228" y="40"/>
                  </a:lnTo>
                  <a:lnTo>
                    <a:pt x="3283" y="17"/>
                  </a:lnTo>
                  <a:lnTo>
                    <a:pt x="3323" y="4"/>
                  </a:lnTo>
                  <a:lnTo>
                    <a:pt x="3365" y="0"/>
                  </a:lnTo>
                  <a:lnTo>
                    <a:pt x="3568" y="0"/>
                  </a:lnTo>
                  <a:lnTo>
                    <a:pt x="3626" y="8"/>
                  </a:lnTo>
                  <a:lnTo>
                    <a:pt x="3748" y="202"/>
                  </a:lnTo>
                  <a:lnTo>
                    <a:pt x="3788" y="266"/>
                  </a:lnTo>
                  <a:lnTo>
                    <a:pt x="3894" y="434"/>
                  </a:lnTo>
                  <a:lnTo>
                    <a:pt x="4042" y="650"/>
                  </a:lnTo>
                  <a:lnTo>
                    <a:pt x="4201" y="881"/>
                  </a:lnTo>
                  <a:lnTo>
                    <a:pt x="4227" y="913"/>
                  </a:lnTo>
                  <a:lnTo>
                    <a:pt x="4409" y="1075"/>
                  </a:lnTo>
                  <a:lnTo>
                    <a:pt x="4789" y="1357"/>
                  </a:lnTo>
                  <a:lnTo>
                    <a:pt x="4957" y="1469"/>
                  </a:lnTo>
                  <a:lnTo>
                    <a:pt x="5001" y="1481"/>
                  </a:lnTo>
                  <a:lnTo>
                    <a:pt x="5017" y="1498"/>
                  </a:lnTo>
                  <a:lnTo>
                    <a:pt x="5134" y="1630"/>
                  </a:lnTo>
                  <a:lnTo>
                    <a:pt x="5242" y="1815"/>
                  </a:lnTo>
                  <a:lnTo>
                    <a:pt x="5270" y="1863"/>
                  </a:lnTo>
                  <a:lnTo>
                    <a:pt x="5282" y="190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l1319"/>
            <p:cNvSpPr/>
            <p:nvPr/>
          </p:nvSpPr>
          <p:spPr>
            <a:xfrm>
              <a:off x="4761082" y="5477129"/>
              <a:ext cx="1353" cy="1511"/>
            </a:xfrm>
            <a:custGeom>
              <a:avLst/>
              <a:pathLst>
                <a:path w="1353" h="1511">
                  <a:moveTo>
                    <a:pt x="969" y="756"/>
                  </a:moveTo>
                  <a:lnTo>
                    <a:pt x="1050" y="804"/>
                  </a:lnTo>
                  <a:lnTo>
                    <a:pt x="1159" y="822"/>
                  </a:lnTo>
                  <a:lnTo>
                    <a:pt x="1164" y="822"/>
                  </a:lnTo>
                  <a:lnTo>
                    <a:pt x="1186" y="821"/>
                  </a:lnTo>
                  <a:lnTo>
                    <a:pt x="1327" y="815"/>
                  </a:lnTo>
                  <a:lnTo>
                    <a:pt x="1353" y="832"/>
                  </a:lnTo>
                  <a:lnTo>
                    <a:pt x="1330" y="1331"/>
                  </a:lnTo>
                  <a:lnTo>
                    <a:pt x="1327" y="1411"/>
                  </a:lnTo>
                  <a:lnTo>
                    <a:pt x="1257" y="1485"/>
                  </a:lnTo>
                  <a:lnTo>
                    <a:pt x="1173" y="1511"/>
                  </a:lnTo>
                  <a:lnTo>
                    <a:pt x="1056" y="1493"/>
                  </a:lnTo>
                  <a:lnTo>
                    <a:pt x="948" y="1445"/>
                  </a:lnTo>
                  <a:lnTo>
                    <a:pt x="911" y="1429"/>
                  </a:lnTo>
                  <a:lnTo>
                    <a:pt x="736" y="1302"/>
                  </a:lnTo>
                  <a:lnTo>
                    <a:pt x="711" y="1275"/>
                  </a:lnTo>
                  <a:lnTo>
                    <a:pt x="497" y="1005"/>
                  </a:lnTo>
                  <a:lnTo>
                    <a:pt x="235" y="648"/>
                  </a:lnTo>
                  <a:lnTo>
                    <a:pt x="172" y="535"/>
                  </a:lnTo>
                  <a:lnTo>
                    <a:pt x="16" y="458"/>
                  </a:lnTo>
                  <a:lnTo>
                    <a:pt x="0" y="409"/>
                  </a:lnTo>
                  <a:lnTo>
                    <a:pt x="0" y="270"/>
                  </a:lnTo>
                  <a:lnTo>
                    <a:pt x="20" y="232"/>
                  </a:lnTo>
                  <a:lnTo>
                    <a:pt x="69" y="212"/>
                  </a:lnTo>
                  <a:lnTo>
                    <a:pt x="249" y="136"/>
                  </a:lnTo>
                  <a:lnTo>
                    <a:pt x="404" y="72"/>
                  </a:lnTo>
                  <a:lnTo>
                    <a:pt x="682" y="0"/>
                  </a:lnTo>
                  <a:lnTo>
                    <a:pt x="952" y="78"/>
                  </a:lnTo>
                  <a:lnTo>
                    <a:pt x="947" y="192"/>
                  </a:lnTo>
                  <a:lnTo>
                    <a:pt x="892" y="290"/>
                  </a:lnTo>
                  <a:lnTo>
                    <a:pt x="864" y="375"/>
                  </a:lnTo>
                  <a:lnTo>
                    <a:pt x="863" y="578"/>
                  </a:lnTo>
                  <a:lnTo>
                    <a:pt x="886" y="636"/>
                  </a:lnTo>
                  <a:lnTo>
                    <a:pt x="969" y="7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l1320"/>
            <p:cNvSpPr/>
            <p:nvPr/>
          </p:nvSpPr>
          <p:spPr>
            <a:xfrm>
              <a:off x="4761096" y="5475953"/>
              <a:ext cx="741" cy="921"/>
            </a:xfrm>
            <a:custGeom>
              <a:avLst/>
              <a:pathLst>
                <a:path w="741" h="921">
                  <a:moveTo>
                    <a:pt x="90" y="913"/>
                  </a:moveTo>
                  <a:lnTo>
                    <a:pt x="30" y="904"/>
                  </a:lnTo>
                  <a:lnTo>
                    <a:pt x="0" y="890"/>
                  </a:lnTo>
                  <a:lnTo>
                    <a:pt x="3" y="96"/>
                  </a:lnTo>
                  <a:lnTo>
                    <a:pt x="8" y="64"/>
                  </a:lnTo>
                  <a:lnTo>
                    <a:pt x="138" y="0"/>
                  </a:lnTo>
                  <a:lnTo>
                    <a:pt x="274" y="19"/>
                  </a:lnTo>
                  <a:lnTo>
                    <a:pt x="356" y="27"/>
                  </a:lnTo>
                  <a:lnTo>
                    <a:pt x="433" y="24"/>
                  </a:lnTo>
                  <a:lnTo>
                    <a:pt x="447" y="54"/>
                  </a:lnTo>
                  <a:lnTo>
                    <a:pt x="449" y="111"/>
                  </a:lnTo>
                  <a:lnTo>
                    <a:pt x="436" y="314"/>
                  </a:lnTo>
                  <a:lnTo>
                    <a:pt x="421" y="522"/>
                  </a:lnTo>
                  <a:lnTo>
                    <a:pt x="741" y="839"/>
                  </a:lnTo>
                  <a:lnTo>
                    <a:pt x="644" y="921"/>
                  </a:lnTo>
                  <a:lnTo>
                    <a:pt x="280" y="916"/>
                  </a:lnTo>
                  <a:lnTo>
                    <a:pt x="90" y="91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l1321"/>
            <p:cNvSpPr/>
            <p:nvPr/>
          </p:nvSpPr>
          <p:spPr>
            <a:xfrm>
              <a:off x="4764052" y="5476258"/>
              <a:ext cx="2763" cy="2959"/>
            </a:xfrm>
            <a:custGeom>
              <a:avLst/>
              <a:pathLst>
                <a:path w="2763" h="2959">
                  <a:moveTo>
                    <a:pt x="1358" y="1223"/>
                  </a:moveTo>
                  <a:lnTo>
                    <a:pt x="1331" y="1315"/>
                  </a:lnTo>
                  <a:lnTo>
                    <a:pt x="1335" y="1446"/>
                  </a:lnTo>
                  <a:lnTo>
                    <a:pt x="1374" y="1602"/>
                  </a:lnTo>
                  <a:lnTo>
                    <a:pt x="1395" y="1650"/>
                  </a:lnTo>
                  <a:lnTo>
                    <a:pt x="1505" y="1817"/>
                  </a:lnTo>
                  <a:lnTo>
                    <a:pt x="1591" y="1860"/>
                  </a:lnTo>
                  <a:lnTo>
                    <a:pt x="1698" y="1902"/>
                  </a:lnTo>
                  <a:lnTo>
                    <a:pt x="1866" y="1910"/>
                  </a:lnTo>
                  <a:lnTo>
                    <a:pt x="1930" y="1890"/>
                  </a:lnTo>
                  <a:lnTo>
                    <a:pt x="2196" y="1807"/>
                  </a:lnTo>
                  <a:lnTo>
                    <a:pt x="2440" y="1731"/>
                  </a:lnTo>
                  <a:lnTo>
                    <a:pt x="2711" y="1647"/>
                  </a:lnTo>
                  <a:lnTo>
                    <a:pt x="2725" y="1648"/>
                  </a:lnTo>
                  <a:lnTo>
                    <a:pt x="2763" y="1695"/>
                  </a:lnTo>
                  <a:lnTo>
                    <a:pt x="2698" y="1810"/>
                  </a:lnTo>
                  <a:lnTo>
                    <a:pt x="2474" y="2105"/>
                  </a:lnTo>
                  <a:lnTo>
                    <a:pt x="2373" y="2238"/>
                  </a:lnTo>
                  <a:lnTo>
                    <a:pt x="2182" y="2413"/>
                  </a:lnTo>
                  <a:lnTo>
                    <a:pt x="1941" y="2589"/>
                  </a:lnTo>
                  <a:lnTo>
                    <a:pt x="1636" y="2589"/>
                  </a:lnTo>
                  <a:lnTo>
                    <a:pt x="1604" y="2470"/>
                  </a:lnTo>
                  <a:lnTo>
                    <a:pt x="1624" y="2340"/>
                  </a:lnTo>
                  <a:lnTo>
                    <a:pt x="1582" y="2188"/>
                  </a:lnTo>
                  <a:lnTo>
                    <a:pt x="1352" y="2103"/>
                  </a:lnTo>
                  <a:lnTo>
                    <a:pt x="1299" y="2091"/>
                  </a:lnTo>
                  <a:lnTo>
                    <a:pt x="1247" y="2118"/>
                  </a:lnTo>
                  <a:lnTo>
                    <a:pt x="1083" y="2356"/>
                  </a:lnTo>
                  <a:lnTo>
                    <a:pt x="1088" y="2424"/>
                  </a:lnTo>
                  <a:lnTo>
                    <a:pt x="1139" y="2601"/>
                  </a:lnTo>
                  <a:lnTo>
                    <a:pt x="1035" y="2840"/>
                  </a:lnTo>
                  <a:lnTo>
                    <a:pt x="984" y="2907"/>
                  </a:lnTo>
                  <a:lnTo>
                    <a:pt x="23" y="2959"/>
                  </a:lnTo>
                  <a:lnTo>
                    <a:pt x="22" y="2778"/>
                  </a:lnTo>
                  <a:lnTo>
                    <a:pt x="97" y="2708"/>
                  </a:lnTo>
                  <a:lnTo>
                    <a:pt x="122" y="2655"/>
                  </a:lnTo>
                  <a:lnTo>
                    <a:pt x="125" y="2649"/>
                  </a:lnTo>
                  <a:lnTo>
                    <a:pt x="181" y="2247"/>
                  </a:lnTo>
                  <a:lnTo>
                    <a:pt x="34" y="2109"/>
                  </a:lnTo>
                  <a:lnTo>
                    <a:pt x="32" y="2104"/>
                  </a:lnTo>
                  <a:lnTo>
                    <a:pt x="0" y="1988"/>
                  </a:lnTo>
                  <a:lnTo>
                    <a:pt x="8" y="1959"/>
                  </a:lnTo>
                  <a:lnTo>
                    <a:pt x="132" y="1876"/>
                  </a:lnTo>
                  <a:lnTo>
                    <a:pt x="165" y="1864"/>
                  </a:lnTo>
                  <a:lnTo>
                    <a:pt x="286" y="1934"/>
                  </a:lnTo>
                  <a:lnTo>
                    <a:pt x="334" y="1968"/>
                  </a:lnTo>
                  <a:lnTo>
                    <a:pt x="401" y="2036"/>
                  </a:lnTo>
                  <a:lnTo>
                    <a:pt x="692" y="1937"/>
                  </a:lnTo>
                  <a:lnTo>
                    <a:pt x="1135" y="1618"/>
                  </a:lnTo>
                  <a:lnTo>
                    <a:pt x="1137" y="1611"/>
                  </a:lnTo>
                  <a:lnTo>
                    <a:pt x="1185" y="1446"/>
                  </a:lnTo>
                  <a:lnTo>
                    <a:pt x="1198" y="1342"/>
                  </a:lnTo>
                  <a:lnTo>
                    <a:pt x="1160" y="1226"/>
                  </a:lnTo>
                  <a:lnTo>
                    <a:pt x="1130" y="1216"/>
                  </a:lnTo>
                  <a:lnTo>
                    <a:pt x="980" y="1167"/>
                  </a:lnTo>
                  <a:lnTo>
                    <a:pt x="887" y="1153"/>
                  </a:lnTo>
                  <a:lnTo>
                    <a:pt x="814" y="1141"/>
                  </a:lnTo>
                  <a:lnTo>
                    <a:pt x="805" y="1117"/>
                  </a:lnTo>
                  <a:lnTo>
                    <a:pt x="803" y="1044"/>
                  </a:lnTo>
                  <a:lnTo>
                    <a:pt x="941" y="642"/>
                  </a:lnTo>
                  <a:lnTo>
                    <a:pt x="948" y="586"/>
                  </a:lnTo>
                  <a:lnTo>
                    <a:pt x="949" y="567"/>
                  </a:lnTo>
                  <a:lnTo>
                    <a:pt x="955" y="265"/>
                  </a:lnTo>
                  <a:lnTo>
                    <a:pt x="971" y="79"/>
                  </a:lnTo>
                  <a:lnTo>
                    <a:pt x="1058" y="1"/>
                  </a:lnTo>
                  <a:lnTo>
                    <a:pt x="1070" y="0"/>
                  </a:lnTo>
                  <a:lnTo>
                    <a:pt x="1132" y="54"/>
                  </a:lnTo>
                  <a:lnTo>
                    <a:pt x="1383" y="317"/>
                  </a:lnTo>
                  <a:lnTo>
                    <a:pt x="1523" y="464"/>
                  </a:lnTo>
                  <a:lnTo>
                    <a:pt x="1953" y="1035"/>
                  </a:lnTo>
                  <a:lnTo>
                    <a:pt x="1902" y="1064"/>
                  </a:lnTo>
                  <a:lnTo>
                    <a:pt x="1882" y="1066"/>
                  </a:lnTo>
                  <a:lnTo>
                    <a:pt x="1785" y="1054"/>
                  </a:lnTo>
                  <a:lnTo>
                    <a:pt x="1428" y="1151"/>
                  </a:lnTo>
                  <a:lnTo>
                    <a:pt x="1358" y="122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l1322"/>
            <p:cNvSpPr/>
            <p:nvPr/>
          </p:nvSpPr>
          <p:spPr>
            <a:xfrm>
              <a:off x="4762561" y="5475113"/>
              <a:ext cx="825" cy="518"/>
            </a:xfrm>
            <a:custGeom>
              <a:avLst/>
              <a:pathLst>
                <a:path w="825" h="518">
                  <a:moveTo>
                    <a:pt x="609" y="518"/>
                  </a:moveTo>
                  <a:lnTo>
                    <a:pt x="534" y="514"/>
                  </a:lnTo>
                  <a:lnTo>
                    <a:pt x="491" y="490"/>
                  </a:lnTo>
                  <a:lnTo>
                    <a:pt x="372" y="401"/>
                  </a:lnTo>
                  <a:lnTo>
                    <a:pt x="2" y="108"/>
                  </a:lnTo>
                  <a:lnTo>
                    <a:pt x="0" y="64"/>
                  </a:lnTo>
                  <a:lnTo>
                    <a:pt x="37" y="30"/>
                  </a:lnTo>
                  <a:lnTo>
                    <a:pt x="144" y="0"/>
                  </a:lnTo>
                  <a:lnTo>
                    <a:pt x="441" y="61"/>
                  </a:lnTo>
                  <a:lnTo>
                    <a:pt x="538" y="81"/>
                  </a:lnTo>
                  <a:lnTo>
                    <a:pt x="818" y="343"/>
                  </a:lnTo>
                  <a:lnTo>
                    <a:pt x="825" y="376"/>
                  </a:lnTo>
                  <a:lnTo>
                    <a:pt x="693" y="513"/>
                  </a:lnTo>
                  <a:lnTo>
                    <a:pt x="634" y="516"/>
                  </a:lnTo>
                  <a:lnTo>
                    <a:pt x="609" y="51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l1323"/>
            <p:cNvSpPr/>
            <p:nvPr/>
          </p:nvSpPr>
          <p:spPr>
            <a:xfrm>
              <a:off x="4763393" y="5474835"/>
              <a:ext cx="555" cy="563"/>
            </a:xfrm>
            <a:custGeom>
              <a:avLst/>
              <a:pathLst>
                <a:path w="555" h="563">
                  <a:moveTo>
                    <a:pt x="419" y="497"/>
                  </a:moveTo>
                  <a:lnTo>
                    <a:pt x="335" y="563"/>
                  </a:lnTo>
                  <a:lnTo>
                    <a:pt x="144" y="469"/>
                  </a:lnTo>
                  <a:lnTo>
                    <a:pt x="10" y="328"/>
                  </a:lnTo>
                  <a:lnTo>
                    <a:pt x="0" y="288"/>
                  </a:lnTo>
                  <a:lnTo>
                    <a:pt x="1" y="167"/>
                  </a:lnTo>
                  <a:lnTo>
                    <a:pt x="56" y="110"/>
                  </a:lnTo>
                  <a:lnTo>
                    <a:pt x="219" y="43"/>
                  </a:lnTo>
                  <a:lnTo>
                    <a:pt x="326" y="0"/>
                  </a:lnTo>
                  <a:lnTo>
                    <a:pt x="555" y="14"/>
                  </a:lnTo>
                  <a:lnTo>
                    <a:pt x="541" y="126"/>
                  </a:lnTo>
                  <a:lnTo>
                    <a:pt x="530" y="219"/>
                  </a:lnTo>
                  <a:lnTo>
                    <a:pt x="452" y="452"/>
                  </a:lnTo>
                  <a:lnTo>
                    <a:pt x="419" y="49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l1324"/>
            <p:cNvSpPr/>
            <p:nvPr/>
          </p:nvSpPr>
          <p:spPr>
            <a:xfrm>
              <a:off x="4753435" y="5470552"/>
              <a:ext cx="584" cy="1697"/>
            </a:xfrm>
            <a:custGeom>
              <a:avLst/>
              <a:pathLst>
                <a:path w="584" h="1697">
                  <a:moveTo>
                    <a:pt x="276" y="1673"/>
                  </a:moveTo>
                  <a:lnTo>
                    <a:pt x="223" y="1697"/>
                  </a:lnTo>
                  <a:lnTo>
                    <a:pt x="200" y="1690"/>
                  </a:lnTo>
                  <a:lnTo>
                    <a:pt x="188" y="1502"/>
                  </a:lnTo>
                  <a:lnTo>
                    <a:pt x="151" y="1354"/>
                  </a:lnTo>
                  <a:lnTo>
                    <a:pt x="59" y="1129"/>
                  </a:lnTo>
                  <a:lnTo>
                    <a:pt x="42" y="1098"/>
                  </a:lnTo>
                  <a:lnTo>
                    <a:pt x="2" y="1023"/>
                  </a:lnTo>
                  <a:lnTo>
                    <a:pt x="0" y="988"/>
                  </a:lnTo>
                  <a:lnTo>
                    <a:pt x="50" y="845"/>
                  </a:lnTo>
                  <a:lnTo>
                    <a:pt x="104" y="803"/>
                  </a:lnTo>
                  <a:lnTo>
                    <a:pt x="169" y="725"/>
                  </a:lnTo>
                  <a:lnTo>
                    <a:pt x="249" y="534"/>
                  </a:lnTo>
                  <a:lnTo>
                    <a:pt x="293" y="276"/>
                  </a:lnTo>
                  <a:lnTo>
                    <a:pt x="283" y="58"/>
                  </a:lnTo>
                  <a:lnTo>
                    <a:pt x="389" y="0"/>
                  </a:lnTo>
                  <a:lnTo>
                    <a:pt x="414" y="13"/>
                  </a:lnTo>
                  <a:lnTo>
                    <a:pt x="443" y="796"/>
                  </a:lnTo>
                  <a:lnTo>
                    <a:pt x="533" y="949"/>
                  </a:lnTo>
                  <a:lnTo>
                    <a:pt x="551" y="980"/>
                  </a:lnTo>
                  <a:lnTo>
                    <a:pt x="574" y="1066"/>
                  </a:lnTo>
                  <a:lnTo>
                    <a:pt x="584" y="1141"/>
                  </a:lnTo>
                  <a:lnTo>
                    <a:pt x="573" y="1209"/>
                  </a:lnTo>
                  <a:lnTo>
                    <a:pt x="440" y="1475"/>
                  </a:lnTo>
                  <a:lnTo>
                    <a:pt x="408" y="1525"/>
                  </a:lnTo>
                  <a:lnTo>
                    <a:pt x="327" y="1639"/>
                  </a:lnTo>
                  <a:lnTo>
                    <a:pt x="276" y="16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l1325"/>
            <p:cNvSpPr/>
            <p:nvPr/>
          </p:nvSpPr>
          <p:spPr>
            <a:xfrm>
              <a:off x="4761978" y="5468695"/>
              <a:ext cx="676" cy="787"/>
            </a:xfrm>
            <a:custGeom>
              <a:avLst/>
              <a:pathLst>
                <a:path w="676" h="787">
                  <a:moveTo>
                    <a:pt x="386" y="785"/>
                  </a:moveTo>
                  <a:lnTo>
                    <a:pt x="369" y="787"/>
                  </a:lnTo>
                  <a:lnTo>
                    <a:pt x="254" y="738"/>
                  </a:lnTo>
                  <a:lnTo>
                    <a:pt x="27" y="463"/>
                  </a:lnTo>
                  <a:lnTo>
                    <a:pt x="0" y="403"/>
                  </a:lnTo>
                  <a:lnTo>
                    <a:pt x="178" y="202"/>
                  </a:lnTo>
                  <a:lnTo>
                    <a:pt x="222" y="152"/>
                  </a:lnTo>
                  <a:lnTo>
                    <a:pt x="545" y="5"/>
                  </a:lnTo>
                  <a:lnTo>
                    <a:pt x="625" y="0"/>
                  </a:lnTo>
                  <a:lnTo>
                    <a:pt x="656" y="26"/>
                  </a:lnTo>
                  <a:lnTo>
                    <a:pt x="676" y="67"/>
                  </a:lnTo>
                  <a:lnTo>
                    <a:pt x="672" y="78"/>
                  </a:lnTo>
                  <a:lnTo>
                    <a:pt x="421" y="218"/>
                  </a:lnTo>
                  <a:lnTo>
                    <a:pt x="302" y="242"/>
                  </a:lnTo>
                  <a:lnTo>
                    <a:pt x="292" y="254"/>
                  </a:lnTo>
                  <a:lnTo>
                    <a:pt x="273" y="317"/>
                  </a:lnTo>
                  <a:lnTo>
                    <a:pt x="262" y="393"/>
                  </a:lnTo>
                  <a:lnTo>
                    <a:pt x="290" y="464"/>
                  </a:lnTo>
                  <a:lnTo>
                    <a:pt x="448" y="545"/>
                  </a:lnTo>
                  <a:lnTo>
                    <a:pt x="627" y="594"/>
                  </a:lnTo>
                  <a:lnTo>
                    <a:pt x="631" y="612"/>
                  </a:lnTo>
                  <a:lnTo>
                    <a:pt x="500" y="756"/>
                  </a:lnTo>
                  <a:lnTo>
                    <a:pt x="452" y="776"/>
                  </a:lnTo>
                  <a:lnTo>
                    <a:pt x="386" y="78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l1326"/>
            <p:cNvSpPr/>
            <p:nvPr/>
          </p:nvSpPr>
          <p:spPr>
            <a:xfrm>
              <a:off x="4763428" y="5465243"/>
              <a:ext cx="766" cy="404"/>
            </a:xfrm>
            <a:custGeom>
              <a:avLst/>
              <a:pathLst>
                <a:path w="766" h="404">
                  <a:moveTo>
                    <a:pt x="628" y="404"/>
                  </a:moveTo>
                  <a:lnTo>
                    <a:pt x="176" y="399"/>
                  </a:lnTo>
                  <a:lnTo>
                    <a:pt x="103" y="366"/>
                  </a:lnTo>
                  <a:lnTo>
                    <a:pt x="27" y="203"/>
                  </a:lnTo>
                  <a:lnTo>
                    <a:pt x="0" y="124"/>
                  </a:lnTo>
                  <a:lnTo>
                    <a:pt x="0" y="116"/>
                  </a:lnTo>
                  <a:lnTo>
                    <a:pt x="54" y="52"/>
                  </a:lnTo>
                  <a:lnTo>
                    <a:pt x="104" y="25"/>
                  </a:lnTo>
                  <a:lnTo>
                    <a:pt x="189" y="0"/>
                  </a:lnTo>
                  <a:lnTo>
                    <a:pt x="380" y="15"/>
                  </a:lnTo>
                  <a:lnTo>
                    <a:pt x="670" y="109"/>
                  </a:lnTo>
                  <a:lnTo>
                    <a:pt x="761" y="162"/>
                  </a:lnTo>
                  <a:lnTo>
                    <a:pt x="766" y="177"/>
                  </a:lnTo>
                  <a:lnTo>
                    <a:pt x="628" y="40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l1327"/>
            <p:cNvSpPr/>
            <p:nvPr/>
          </p:nvSpPr>
          <p:spPr>
            <a:xfrm>
              <a:off x="4773859" y="5466998"/>
              <a:ext cx="436" cy="313"/>
            </a:xfrm>
            <a:custGeom>
              <a:avLst/>
              <a:pathLst>
                <a:path w="436" h="313">
                  <a:moveTo>
                    <a:pt x="310" y="313"/>
                  </a:moveTo>
                  <a:lnTo>
                    <a:pt x="242" y="305"/>
                  </a:lnTo>
                  <a:lnTo>
                    <a:pt x="0" y="215"/>
                  </a:lnTo>
                  <a:lnTo>
                    <a:pt x="0" y="195"/>
                  </a:lnTo>
                  <a:lnTo>
                    <a:pt x="6" y="185"/>
                  </a:lnTo>
                  <a:lnTo>
                    <a:pt x="86" y="85"/>
                  </a:lnTo>
                  <a:lnTo>
                    <a:pt x="126" y="48"/>
                  </a:lnTo>
                  <a:lnTo>
                    <a:pt x="180" y="42"/>
                  </a:lnTo>
                  <a:lnTo>
                    <a:pt x="204" y="16"/>
                  </a:lnTo>
                  <a:lnTo>
                    <a:pt x="246" y="0"/>
                  </a:lnTo>
                  <a:lnTo>
                    <a:pt x="261" y="1"/>
                  </a:lnTo>
                  <a:lnTo>
                    <a:pt x="303" y="8"/>
                  </a:lnTo>
                  <a:lnTo>
                    <a:pt x="310" y="10"/>
                  </a:lnTo>
                  <a:lnTo>
                    <a:pt x="341" y="22"/>
                  </a:lnTo>
                  <a:lnTo>
                    <a:pt x="366" y="33"/>
                  </a:lnTo>
                  <a:lnTo>
                    <a:pt x="381" y="43"/>
                  </a:lnTo>
                  <a:lnTo>
                    <a:pt x="389" y="53"/>
                  </a:lnTo>
                  <a:lnTo>
                    <a:pt x="421" y="145"/>
                  </a:lnTo>
                  <a:lnTo>
                    <a:pt x="436" y="195"/>
                  </a:lnTo>
                  <a:lnTo>
                    <a:pt x="406" y="243"/>
                  </a:lnTo>
                  <a:lnTo>
                    <a:pt x="376" y="284"/>
                  </a:lnTo>
                  <a:lnTo>
                    <a:pt x="310" y="31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l1328"/>
            <p:cNvSpPr/>
            <p:nvPr/>
          </p:nvSpPr>
          <p:spPr>
            <a:xfrm>
              <a:off x="4771558" y="5465586"/>
              <a:ext cx="539" cy="327"/>
            </a:xfrm>
            <a:custGeom>
              <a:avLst/>
              <a:pathLst>
                <a:path w="539" h="327">
                  <a:moveTo>
                    <a:pt x="283" y="326"/>
                  </a:moveTo>
                  <a:lnTo>
                    <a:pt x="15" y="327"/>
                  </a:lnTo>
                  <a:lnTo>
                    <a:pt x="0" y="307"/>
                  </a:lnTo>
                  <a:lnTo>
                    <a:pt x="23" y="210"/>
                  </a:lnTo>
                  <a:lnTo>
                    <a:pt x="47" y="150"/>
                  </a:lnTo>
                  <a:lnTo>
                    <a:pt x="252" y="18"/>
                  </a:lnTo>
                  <a:lnTo>
                    <a:pt x="310" y="0"/>
                  </a:lnTo>
                  <a:lnTo>
                    <a:pt x="381" y="27"/>
                  </a:lnTo>
                  <a:lnTo>
                    <a:pt x="449" y="86"/>
                  </a:lnTo>
                  <a:lnTo>
                    <a:pt x="473" y="130"/>
                  </a:lnTo>
                  <a:lnTo>
                    <a:pt x="539" y="287"/>
                  </a:lnTo>
                  <a:lnTo>
                    <a:pt x="530" y="314"/>
                  </a:lnTo>
                  <a:lnTo>
                    <a:pt x="525" y="318"/>
                  </a:lnTo>
                  <a:lnTo>
                    <a:pt x="511" y="323"/>
                  </a:lnTo>
                  <a:lnTo>
                    <a:pt x="303" y="326"/>
                  </a:lnTo>
                  <a:lnTo>
                    <a:pt x="283" y="32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l1329"/>
            <p:cNvSpPr/>
            <p:nvPr/>
          </p:nvSpPr>
          <p:spPr>
            <a:xfrm>
              <a:off x="4743434" y="5460784"/>
              <a:ext cx="537" cy="367"/>
            </a:xfrm>
            <a:custGeom>
              <a:avLst/>
              <a:pathLst>
                <a:path w="537" h="367">
                  <a:moveTo>
                    <a:pt x="147" y="349"/>
                  </a:moveTo>
                  <a:lnTo>
                    <a:pt x="16" y="367"/>
                  </a:lnTo>
                  <a:lnTo>
                    <a:pt x="0" y="275"/>
                  </a:lnTo>
                  <a:lnTo>
                    <a:pt x="4" y="253"/>
                  </a:lnTo>
                  <a:lnTo>
                    <a:pt x="30" y="212"/>
                  </a:lnTo>
                  <a:lnTo>
                    <a:pt x="290" y="49"/>
                  </a:lnTo>
                  <a:lnTo>
                    <a:pt x="340" y="27"/>
                  </a:lnTo>
                  <a:lnTo>
                    <a:pt x="500" y="0"/>
                  </a:lnTo>
                  <a:lnTo>
                    <a:pt x="522" y="1"/>
                  </a:lnTo>
                  <a:lnTo>
                    <a:pt x="525" y="17"/>
                  </a:lnTo>
                  <a:lnTo>
                    <a:pt x="537" y="75"/>
                  </a:lnTo>
                  <a:lnTo>
                    <a:pt x="472" y="198"/>
                  </a:lnTo>
                  <a:lnTo>
                    <a:pt x="147" y="34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l1330"/>
            <p:cNvSpPr/>
            <p:nvPr/>
          </p:nvSpPr>
          <p:spPr>
            <a:xfrm>
              <a:off x="4744025" y="5460114"/>
              <a:ext cx="1060" cy="736"/>
            </a:xfrm>
            <a:custGeom>
              <a:avLst/>
              <a:pathLst>
                <a:path w="1060" h="736">
                  <a:moveTo>
                    <a:pt x="83" y="736"/>
                  </a:moveTo>
                  <a:lnTo>
                    <a:pt x="61" y="736"/>
                  </a:lnTo>
                  <a:lnTo>
                    <a:pt x="56" y="733"/>
                  </a:lnTo>
                  <a:lnTo>
                    <a:pt x="0" y="630"/>
                  </a:lnTo>
                  <a:lnTo>
                    <a:pt x="7" y="575"/>
                  </a:lnTo>
                  <a:lnTo>
                    <a:pt x="317" y="264"/>
                  </a:lnTo>
                  <a:lnTo>
                    <a:pt x="447" y="110"/>
                  </a:lnTo>
                  <a:lnTo>
                    <a:pt x="580" y="24"/>
                  </a:lnTo>
                  <a:lnTo>
                    <a:pt x="798" y="57"/>
                  </a:lnTo>
                  <a:lnTo>
                    <a:pt x="894" y="14"/>
                  </a:lnTo>
                  <a:lnTo>
                    <a:pt x="939" y="0"/>
                  </a:lnTo>
                  <a:lnTo>
                    <a:pt x="1060" y="25"/>
                  </a:lnTo>
                  <a:lnTo>
                    <a:pt x="956" y="155"/>
                  </a:lnTo>
                  <a:lnTo>
                    <a:pt x="870" y="230"/>
                  </a:lnTo>
                  <a:lnTo>
                    <a:pt x="83" y="73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l1331"/>
            <p:cNvSpPr/>
            <p:nvPr/>
          </p:nvSpPr>
          <p:spPr>
            <a:xfrm>
              <a:off x="4742491" y="5458861"/>
              <a:ext cx="1382" cy="756"/>
            </a:xfrm>
            <a:custGeom>
              <a:avLst/>
              <a:pathLst>
                <a:path w="1382" h="756">
                  <a:moveTo>
                    <a:pt x="883" y="259"/>
                  </a:moveTo>
                  <a:lnTo>
                    <a:pt x="1077" y="424"/>
                  </a:lnTo>
                  <a:lnTo>
                    <a:pt x="1210" y="445"/>
                  </a:lnTo>
                  <a:lnTo>
                    <a:pt x="1282" y="403"/>
                  </a:lnTo>
                  <a:lnTo>
                    <a:pt x="1382" y="453"/>
                  </a:lnTo>
                  <a:lnTo>
                    <a:pt x="1368" y="710"/>
                  </a:lnTo>
                  <a:lnTo>
                    <a:pt x="1344" y="734"/>
                  </a:lnTo>
                  <a:lnTo>
                    <a:pt x="1293" y="756"/>
                  </a:lnTo>
                  <a:lnTo>
                    <a:pt x="1239" y="753"/>
                  </a:lnTo>
                  <a:lnTo>
                    <a:pt x="947" y="674"/>
                  </a:lnTo>
                  <a:lnTo>
                    <a:pt x="793" y="595"/>
                  </a:lnTo>
                  <a:lnTo>
                    <a:pt x="743" y="543"/>
                  </a:lnTo>
                  <a:lnTo>
                    <a:pt x="438" y="366"/>
                  </a:lnTo>
                  <a:lnTo>
                    <a:pt x="426" y="377"/>
                  </a:lnTo>
                  <a:lnTo>
                    <a:pt x="375" y="423"/>
                  </a:lnTo>
                  <a:lnTo>
                    <a:pt x="309" y="457"/>
                  </a:lnTo>
                  <a:lnTo>
                    <a:pt x="250" y="482"/>
                  </a:lnTo>
                  <a:lnTo>
                    <a:pt x="190" y="463"/>
                  </a:lnTo>
                  <a:lnTo>
                    <a:pt x="67" y="423"/>
                  </a:lnTo>
                  <a:lnTo>
                    <a:pt x="0" y="394"/>
                  </a:lnTo>
                  <a:lnTo>
                    <a:pt x="2" y="388"/>
                  </a:lnTo>
                  <a:lnTo>
                    <a:pt x="36" y="307"/>
                  </a:lnTo>
                  <a:lnTo>
                    <a:pt x="115" y="208"/>
                  </a:lnTo>
                  <a:lnTo>
                    <a:pt x="258" y="51"/>
                  </a:lnTo>
                  <a:lnTo>
                    <a:pt x="499" y="18"/>
                  </a:lnTo>
                  <a:lnTo>
                    <a:pt x="738" y="0"/>
                  </a:lnTo>
                  <a:lnTo>
                    <a:pt x="844" y="3"/>
                  </a:lnTo>
                  <a:lnTo>
                    <a:pt x="853" y="25"/>
                  </a:lnTo>
                  <a:lnTo>
                    <a:pt x="857" y="37"/>
                  </a:lnTo>
                  <a:lnTo>
                    <a:pt x="915" y="188"/>
                  </a:lnTo>
                  <a:lnTo>
                    <a:pt x="878" y="244"/>
                  </a:lnTo>
                  <a:lnTo>
                    <a:pt x="883" y="25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l1332"/>
            <p:cNvSpPr/>
            <p:nvPr/>
          </p:nvSpPr>
          <p:spPr>
            <a:xfrm>
              <a:off x="4771770" y="5463796"/>
              <a:ext cx="2283" cy="1670"/>
            </a:xfrm>
            <a:custGeom>
              <a:avLst/>
              <a:pathLst>
                <a:path w="2283" h="1670">
                  <a:moveTo>
                    <a:pt x="2240" y="266"/>
                  </a:moveTo>
                  <a:lnTo>
                    <a:pt x="2274" y="307"/>
                  </a:lnTo>
                  <a:lnTo>
                    <a:pt x="2280" y="319"/>
                  </a:lnTo>
                  <a:lnTo>
                    <a:pt x="2283" y="333"/>
                  </a:lnTo>
                  <a:lnTo>
                    <a:pt x="2256" y="498"/>
                  </a:lnTo>
                  <a:lnTo>
                    <a:pt x="2253" y="517"/>
                  </a:lnTo>
                  <a:lnTo>
                    <a:pt x="2198" y="534"/>
                  </a:lnTo>
                  <a:lnTo>
                    <a:pt x="1571" y="519"/>
                  </a:lnTo>
                  <a:lnTo>
                    <a:pt x="1538" y="500"/>
                  </a:lnTo>
                  <a:lnTo>
                    <a:pt x="1456" y="395"/>
                  </a:lnTo>
                  <a:lnTo>
                    <a:pt x="1362" y="429"/>
                  </a:lnTo>
                  <a:lnTo>
                    <a:pt x="1167" y="552"/>
                  </a:lnTo>
                  <a:lnTo>
                    <a:pt x="1152" y="561"/>
                  </a:lnTo>
                  <a:lnTo>
                    <a:pt x="1140" y="595"/>
                  </a:lnTo>
                  <a:lnTo>
                    <a:pt x="1178" y="693"/>
                  </a:lnTo>
                  <a:lnTo>
                    <a:pt x="1222" y="695"/>
                  </a:lnTo>
                  <a:lnTo>
                    <a:pt x="1262" y="711"/>
                  </a:lnTo>
                  <a:lnTo>
                    <a:pt x="1367" y="791"/>
                  </a:lnTo>
                  <a:lnTo>
                    <a:pt x="1372" y="801"/>
                  </a:lnTo>
                  <a:lnTo>
                    <a:pt x="1285" y="908"/>
                  </a:lnTo>
                  <a:lnTo>
                    <a:pt x="905" y="1313"/>
                  </a:lnTo>
                  <a:lnTo>
                    <a:pt x="877" y="1334"/>
                  </a:lnTo>
                  <a:lnTo>
                    <a:pt x="842" y="1348"/>
                  </a:lnTo>
                  <a:lnTo>
                    <a:pt x="741" y="1359"/>
                  </a:lnTo>
                  <a:lnTo>
                    <a:pt x="692" y="1351"/>
                  </a:lnTo>
                  <a:lnTo>
                    <a:pt x="593" y="1272"/>
                  </a:lnTo>
                  <a:lnTo>
                    <a:pt x="586" y="1247"/>
                  </a:lnTo>
                  <a:lnTo>
                    <a:pt x="398" y="1227"/>
                  </a:lnTo>
                  <a:lnTo>
                    <a:pt x="307" y="1386"/>
                  </a:lnTo>
                  <a:lnTo>
                    <a:pt x="287" y="1454"/>
                  </a:lnTo>
                  <a:lnTo>
                    <a:pt x="231" y="1644"/>
                  </a:lnTo>
                  <a:lnTo>
                    <a:pt x="221" y="1653"/>
                  </a:lnTo>
                  <a:lnTo>
                    <a:pt x="201" y="1670"/>
                  </a:lnTo>
                  <a:lnTo>
                    <a:pt x="114" y="1636"/>
                  </a:lnTo>
                  <a:lnTo>
                    <a:pt x="61" y="1559"/>
                  </a:lnTo>
                  <a:lnTo>
                    <a:pt x="53" y="1535"/>
                  </a:lnTo>
                  <a:lnTo>
                    <a:pt x="0" y="1113"/>
                  </a:lnTo>
                  <a:lnTo>
                    <a:pt x="2" y="1030"/>
                  </a:lnTo>
                  <a:lnTo>
                    <a:pt x="84" y="805"/>
                  </a:lnTo>
                  <a:lnTo>
                    <a:pt x="97" y="800"/>
                  </a:lnTo>
                  <a:lnTo>
                    <a:pt x="249" y="819"/>
                  </a:lnTo>
                  <a:lnTo>
                    <a:pt x="377" y="897"/>
                  </a:lnTo>
                  <a:lnTo>
                    <a:pt x="438" y="980"/>
                  </a:lnTo>
                  <a:lnTo>
                    <a:pt x="503" y="991"/>
                  </a:lnTo>
                  <a:lnTo>
                    <a:pt x="828" y="871"/>
                  </a:lnTo>
                  <a:lnTo>
                    <a:pt x="943" y="791"/>
                  </a:lnTo>
                  <a:lnTo>
                    <a:pt x="1104" y="535"/>
                  </a:lnTo>
                  <a:lnTo>
                    <a:pt x="1116" y="515"/>
                  </a:lnTo>
                  <a:lnTo>
                    <a:pt x="1133" y="469"/>
                  </a:lnTo>
                  <a:lnTo>
                    <a:pt x="1123" y="448"/>
                  </a:lnTo>
                  <a:lnTo>
                    <a:pt x="1092" y="434"/>
                  </a:lnTo>
                  <a:lnTo>
                    <a:pt x="1059" y="431"/>
                  </a:lnTo>
                  <a:lnTo>
                    <a:pt x="1029" y="397"/>
                  </a:lnTo>
                  <a:lnTo>
                    <a:pt x="958" y="240"/>
                  </a:lnTo>
                  <a:lnTo>
                    <a:pt x="966" y="222"/>
                  </a:lnTo>
                  <a:lnTo>
                    <a:pt x="978" y="200"/>
                  </a:lnTo>
                  <a:lnTo>
                    <a:pt x="1132" y="135"/>
                  </a:lnTo>
                  <a:lnTo>
                    <a:pt x="1229" y="96"/>
                  </a:lnTo>
                  <a:lnTo>
                    <a:pt x="1246" y="97"/>
                  </a:lnTo>
                  <a:lnTo>
                    <a:pt x="1265" y="112"/>
                  </a:lnTo>
                  <a:lnTo>
                    <a:pt x="1353" y="100"/>
                  </a:lnTo>
                  <a:lnTo>
                    <a:pt x="1416" y="59"/>
                  </a:lnTo>
                  <a:lnTo>
                    <a:pt x="1484" y="9"/>
                  </a:lnTo>
                  <a:lnTo>
                    <a:pt x="1540" y="0"/>
                  </a:lnTo>
                  <a:lnTo>
                    <a:pt x="1608" y="7"/>
                  </a:lnTo>
                  <a:lnTo>
                    <a:pt x="2104" y="132"/>
                  </a:lnTo>
                  <a:lnTo>
                    <a:pt x="2156" y="167"/>
                  </a:lnTo>
                  <a:lnTo>
                    <a:pt x="2240" y="26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l1333"/>
            <p:cNvSpPr/>
            <p:nvPr/>
          </p:nvSpPr>
          <p:spPr>
            <a:xfrm>
              <a:off x="4762324" y="5461807"/>
              <a:ext cx="649" cy="432"/>
            </a:xfrm>
            <a:custGeom>
              <a:avLst/>
              <a:pathLst>
                <a:path w="649" h="432">
                  <a:moveTo>
                    <a:pt x="496" y="430"/>
                  </a:moveTo>
                  <a:lnTo>
                    <a:pt x="469" y="432"/>
                  </a:lnTo>
                  <a:lnTo>
                    <a:pt x="353" y="392"/>
                  </a:lnTo>
                  <a:lnTo>
                    <a:pt x="174" y="273"/>
                  </a:lnTo>
                  <a:lnTo>
                    <a:pt x="10" y="68"/>
                  </a:lnTo>
                  <a:lnTo>
                    <a:pt x="0" y="36"/>
                  </a:lnTo>
                  <a:lnTo>
                    <a:pt x="62" y="7"/>
                  </a:lnTo>
                  <a:lnTo>
                    <a:pt x="161" y="0"/>
                  </a:lnTo>
                  <a:lnTo>
                    <a:pt x="400" y="72"/>
                  </a:lnTo>
                  <a:lnTo>
                    <a:pt x="648" y="328"/>
                  </a:lnTo>
                  <a:lnTo>
                    <a:pt x="649" y="339"/>
                  </a:lnTo>
                  <a:lnTo>
                    <a:pt x="648" y="373"/>
                  </a:lnTo>
                  <a:lnTo>
                    <a:pt x="645" y="380"/>
                  </a:lnTo>
                  <a:lnTo>
                    <a:pt x="616" y="407"/>
                  </a:lnTo>
                  <a:lnTo>
                    <a:pt x="567" y="417"/>
                  </a:lnTo>
                  <a:lnTo>
                    <a:pt x="496" y="43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l1334"/>
            <p:cNvSpPr/>
            <p:nvPr/>
          </p:nvSpPr>
          <p:spPr>
            <a:xfrm>
              <a:off x="4743510" y="5458527"/>
              <a:ext cx="387" cy="401"/>
            </a:xfrm>
            <a:custGeom>
              <a:avLst/>
              <a:pathLst>
                <a:path w="387" h="401">
                  <a:moveTo>
                    <a:pt x="272" y="401"/>
                  </a:moveTo>
                  <a:lnTo>
                    <a:pt x="152" y="397"/>
                  </a:lnTo>
                  <a:lnTo>
                    <a:pt x="82" y="384"/>
                  </a:lnTo>
                  <a:lnTo>
                    <a:pt x="6" y="320"/>
                  </a:lnTo>
                  <a:lnTo>
                    <a:pt x="0" y="273"/>
                  </a:lnTo>
                  <a:lnTo>
                    <a:pt x="14" y="175"/>
                  </a:lnTo>
                  <a:lnTo>
                    <a:pt x="157" y="0"/>
                  </a:lnTo>
                  <a:lnTo>
                    <a:pt x="368" y="78"/>
                  </a:lnTo>
                  <a:lnTo>
                    <a:pt x="379" y="83"/>
                  </a:lnTo>
                  <a:lnTo>
                    <a:pt x="384" y="88"/>
                  </a:lnTo>
                  <a:lnTo>
                    <a:pt x="387" y="156"/>
                  </a:lnTo>
                  <a:lnTo>
                    <a:pt x="365" y="259"/>
                  </a:lnTo>
                  <a:lnTo>
                    <a:pt x="361" y="280"/>
                  </a:lnTo>
                  <a:lnTo>
                    <a:pt x="355" y="289"/>
                  </a:lnTo>
                  <a:lnTo>
                    <a:pt x="283" y="386"/>
                  </a:lnTo>
                  <a:lnTo>
                    <a:pt x="272" y="40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l1335"/>
            <p:cNvSpPr/>
            <p:nvPr/>
          </p:nvSpPr>
          <p:spPr>
            <a:xfrm>
              <a:off x="4745062" y="5458473"/>
              <a:ext cx="545" cy="305"/>
            </a:xfrm>
            <a:custGeom>
              <a:avLst/>
              <a:pathLst>
                <a:path w="545" h="305">
                  <a:moveTo>
                    <a:pt x="354" y="278"/>
                  </a:moveTo>
                  <a:lnTo>
                    <a:pt x="83" y="305"/>
                  </a:lnTo>
                  <a:lnTo>
                    <a:pt x="58" y="295"/>
                  </a:lnTo>
                  <a:lnTo>
                    <a:pt x="1" y="274"/>
                  </a:lnTo>
                  <a:lnTo>
                    <a:pt x="0" y="252"/>
                  </a:lnTo>
                  <a:lnTo>
                    <a:pt x="142" y="0"/>
                  </a:lnTo>
                  <a:lnTo>
                    <a:pt x="389" y="19"/>
                  </a:lnTo>
                  <a:lnTo>
                    <a:pt x="433" y="31"/>
                  </a:lnTo>
                  <a:lnTo>
                    <a:pt x="479" y="74"/>
                  </a:lnTo>
                  <a:lnTo>
                    <a:pt x="539" y="171"/>
                  </a:lnTo>
                  <a:lnTo>
                    <a:pt x="545" y="243"/>
                  </a:lnTo>
                  <a:lnTo>
                    <a:pt x="519" y="255"/>
                  </a:lnTo>
                  <a:lnTo>
                    <a:pt x="360" y="278"/>
                  </a:lnTo>
                  <a:lnTo>
                    <a:pt x="354" y="27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l1336"/>
            <p:cNvSpPr/>
            <p:nvPr/>
          </p:nvSpPr>
          <p:spPr>
            <a:xfrm>
              <a:off x="4747213" y="5458434"/>
              <a:ext cx="367" cy="400"/>
            </a:xfrm>
            <a:custGeom>
              <a:avLst/>
              <a:pathLst>
                <a:path w="367" h="400">
                  <a:moveTo>
                    <a:pt x="246" y="380"/>
                  </a:moveTo>
                  <a:lnTo>
                    <a:pt x="192" y="400"/>
                  </a:lnTo>
                  <a:lnTo>
                    <a:pt x="75" y="302"/>
                  </a:lnTo>
                  <a:lnTo>
                    <a:pt x="67" y="294"/>
                  </a:lnTo>
                  <a:lnTo>
                    <a:pt x="28" y="260"/>
                  </a:lnTo>
                  <a:lnTo>
                    <a:pt x="10" y="245"/>
                  </a:lnTo>
                  <a:lnTo>
                    <a:pt x="0" y="92"/>
                  </a:lnTo>
                  <a:lnTo>
                    <a:pt x="70" y="12"/>
                  </a:lnTo>
                  <a:lnTo>
                    <a:pt x="74" y="4"/>
                  </a:lnTo>
                  <a:lnTo>
                    <a:pt x="101" y="0"/>
                  </a:lnTo>
                  <a:lnTo>
                    <a:pt x="203" y="34"/>
                  </a:lnTo>
                  <a:lnTo>
                    <a:pt x="214" y="44"/>
                  </a:lnTo>
                  <a:lnTo>
                    <a:pt x="245" y="88"/>
                  </a:lnTo>
                  <a:lnTo>
                    <a:pt x="367" y="266"/>
                  </a:lnTo>
                  <a:lnTo>
                    <a:pt x="367" y="274"/>
                  </a:lnTo>
                  <a:lnTo>
                    <a:pt x="367" y="287"/>
                  </a:lnTo>
                  <a:lnTo>
                    <a:pt x="365" y="294"/>
                  </a:lnTo>
                  <a:lnTo>
                    <a:pt x="342" y="329"/>
                  </a:lnTo>
                  <a:lnTo>
                    <a:pt x="246" y="38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l1337"/>
            <p:cNvSpPr/>
            <p:nvPr/>
          </p:nvSpPr>
          <p:spPr>
            <a:xfrm>
              <a:off x="4772002" y="5462435"/>
              <a:ext cx="657" cy="640"/>
            </a:xfrm>
            <a:custGeom>
              <a:avLst/>
              <a:pathLst>
                <a:path w="657" h="640">
                  <a:moveTo>
                    <a:pt x="520" y="580"/>
                  </a:moveTo>
                  <a:lnTo>
                    <a:pt x="364" y="640"/>
                  </a:lnTo>
                  <a:lnTo>
                    <a:pt x="272" y="598"/>
                  </a:lnTo>
                  <a:lnTo>
                    <a:pt x="37" y="491"/>
                  </a:lnTo>
                  <a:lnTo>
                    <a:pt x="16" y="474"/>
                  </a:lnTo>
                  <a:lnTo>
                    <a:pt x="0" y="420"/>
                  </a:lnTo>
                  <a:lnTo>
                    <a:pt x="61" y="209"/>
                  </a:lnTo>
                  <a:lnTo>
                    <a:pt x="105" y="181"/>
                  </a:lnTo>
                  <a:lnTo>
                    <a:pt x="275" y="137"/>
                  </a:lnTo>
                  <a:lnTo>
                    <a:pt x="275" y="108"/>
                  </a:lnTo>
                  <a:lnTo>
                    <a:pt x="285" y="84"/>
                  </a:lnTo>
                  <a:lnTo>
                    <a:pt x="339" y="34"/>
                  </a:lnTo>
                  <a:lnTo>
                    <a:pt x="349" y="28"/>
                  </a:lnTo>
                  <a:lnTo>
                    <a:pt x="492" y="0"/>
                  </a:lnTo>
                  <a:lnTo>
                    <a:pt x="654" y="141"/>
                  </a:lnTo>
                  <a:lnTo>
                    <a:pt x="657" y="150"/>
                  </a:lnTo>
                  <a:lnTo>
                    <a:pt x="537" y="566"/>
                  </a:lnTo>
                  <a:lnTo>
                    <a:pt x="533" y="570"/>
                  </a:lnTo>
                  <a:lnTo>
                    <a:pt x="520" y="58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l1338"/>
            <p:cNvSpPr/>
            <p:nvPr/>
          </p:nvSpPr>
          <p:spPr>
            <a:xfrm>
              <a:off x="4762217" y="5460025"/>
              <a:ext cx="1000" cy="698"/>
            </a:xfrm>
            <a:custGeom>
              <a:avLst/>
              <a:pathLst>
                <a:path w="1000" h="698">
                  <a:moveTo>
                    <a:pt x="1000" y="321"/>
                  </a:moveTo>
                  <a:lnTo>
                    <a:pt x="919" y="382"/>
                  </a:lnTo>
                  <a:lnTo>
                    <a:pt x="899" y="388"/>
                  </a:lnTo>
                  <a:lnTo>
                    <a:pt x="864" y="371"/>
                  </a:lnTo>
                  <a:lnTo>
                    <a:pt x="841" y="355"/>
                  </a:lnTo>
                  <a:lnTo>
                    <a:pt x="781" y="333"/>
                  </a:lnTo>
                  <a:lnTo>
                    <a:pt x="538" y="262"/>
                  </a:lnTo>
                  <a:lnTo>
                    <a:pt x="363" y="255"/>
                  </a:lnTo>
                  <a:lnTo>
                    <a:pt x="308" y="284"/>
                  </a:lnTo>
                  <a:lnTo>
                    <a:pt x="222" y="693"/>
                  </a:lnTo>
                  <a:lnTo>
                    <a:pt x="193" y="698"/>
                  </a:lnTo>
                  <a:lnTo>
                    <a:pt x="18" y="555"/>
                  </a:lnTo>
                  <a:lnTo>
                    <a:pt x="0" y="469"/>
                  </a:lnTo>
                  <a:lnTo>
                    <a:pt x="4" y="264"/>
                  </a:lnTo>
                  <a:lnTo>
                    <a:pt x="478" y="44"/>
                  </a:lnTo>
                  <a:lnTo>
                    <a:pt x="631" y="0"/>
                  </a:lnTo>
                  <a:lnTo>
                    <a:pt x="652" y="1"/>
                  </a:lnTo>
                  <a:lnTo>
                    <a:pt x="772" y="13"/>
                  </a:lnTo>
                  <a:lnTo>
                    <a:pt x="904" y="124"/>
                  </a:lnTo>
                  <a:lnTo>
                    <a:pt x="954" y="201"/>
                  </a:lnTo>
                  <a:lnTo>
                    <a:pt x="977" y="241"/>
                  </a:lnTo>
                  <a:lnTo>
                    <a:pt x="1000" y="3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l1339"/>
            <p:cNvSpPr/>
            <p:nvPr/>
          </p:nvSpPr>
          <p:spPr>
            <a:xfrm>
              <a:off x="4747645" y="5457620"/>
              <a:ext cx="1387" cy="796"/>
            </a:xfrm>
            <a:custGeom>
              <a:avLst/>
              <a:pathLst>
                <a:path w="1387" h="796">
                  <a:moveTo>
                    <a:pt x="1122" y="0"/>
                  </a:moveTo>
                  <a:lnTo>
                    <a:pt x="1151" y="102"/>
                  </a:lnTo>
                  <a:lnTo>
                    <a:pt x="1272" y="184"/>
                  </a:lnTo>
                  <a:lnTo>
                    <a:pt x="1354" y="183"/>
                  </a:lnTo>
                  <a:lnTo>
                    <a:pt x="1387" y="345"/>
                  </a:lnTo>
                  <a:lnTo>
                    <a:pt x="1330" y="555"/>
                  </a:lnTo>
                  <a:lnTo>
                    <a:pt x="1245" y="653"/>
                  </a:lnTo>
                  <a:lnTo>
                    <a:pt x="1107" y="687"/>
                  </a:lnTo>
                  <a:lnTo>
                    <a:pt x="589" y="787"/>
                  </a:lnTo>
                  <a:lnTo>
                    <a:pt x="543" y="796"/>
                  </a:lnTo>
                  <a:lnTo>
                    <a:pt x="221" y="735"/>
                  </a:lnTo>
                  <a:lnTo>
                    <a:pt x="210" y="732"/>
                  </a:lnTo>
                  <a:lnTo>
                    <a:pt x="0" y="546"/>
                  </a:lnTo>
                  <a:lnTo>
                    <a:pt x="22" y="474"/>
                  </a:lnTo>
                  <a:lnTo>
                    <a:pt x="201" y="347"/>
                  </a:lnTo>
                  <a:lnTo>
                    <a:pt x="824" y="9"/>
                  </a:lnTo>
                  <a:lnTo>
                    <a:pt x="871" y="8"/>
                  </a:lnTo>
                  <a:lnTo>
                    <a:pt x="930" y="16"/>
                  </a:lnTo>
                  <a:lnTo>
                    <a:pt x="958" y="35"/>
                  </a:lnTo>
                  <a:lnTo>
                    <a:pt x="1067" y="21"/>
                  </a:lnTo>
                  <a:lnTo>
                    <a:pt x="1122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l1340"/>
            <p:cNvSpPr/>
            <p:nvPr/>
          </p:nvSpPr>
          <p:spPr>
            <a:xfrm>
              <a:off x="4751108" y="5455007"/>
              <a:ext cx="618" cy="313"/>
            </a:xfrm>
            <a:custGeom>
              <a:avLst/>
              <a:pathLst>
                <a:path w="618" h="313">
                  <a:moveTo>
                    <a:pt x="98" y="312"/>
                  </a:moveTo>
                  <a:lnTo>
                    <a:pt x="83" y="313"/>
                  </a:lnTo>
                  <a:lnTo>
                    <a:pt x="50" y="296"/>
                  </a:lnTo>
                  <a:lnTo>
                    <a:pt x="0" y="231"/>
                  </a:lnTo>
                  <a:lnTo>
                    <a:pt x="10" y="210"/>
                  </a:lnTo>
                  <a:lnTo>
                    <a:pt x="40" y="189"/>
                  </a:lnTo>
                  <a:lnTo>
                    <a:pt x="89" y="155"/>
                  </a:lnTo>
                  <a:lnTo>
                    <a:pt x="114" y="142"/>
                  </a:lnTo>
                  <a:lnTo>
                    <a:pt x="276" y="63"/>
                  </a:lnTo>
                  <a:lnTo>
                    <a:pt x="479" y="0"/>
                  </a:lnTo>
                  <a:lnTo>
                    <a:pt x="597" y="15"/>
                  </a:lnTo>
                  <a:lnTo>
                    <a:pt x="612" y="28"/>
                  </a:lnTo>
                  <a:lnTo>
                    <a:pt x="618" y="53"/>
                  </a:lnTo>
                  <a:lnTo>
                    <a:pt x="595" y="102"/>
                  </a:lnTo>
                  <a:lnTo>
                    <a:pt x="462" y="239"/>
                  </a:lnTo>
                  <a:lnTo>
                    <a:pt x="350" y="263"/>
                  </a:lnTo>
                  <a:lnTo>
                    <a:pt x="154" y="288"/>
                  </a:lnTo>
                  <a:lnTo>
                    <a:pt x="98" y="3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l1341"/>
            <p:cNvSpPr/>
            <p:nvPr/>
          </p:nvSpPr>
          <p:spPr>
            <a:xfrm>
              <a:off x="4764339" y="5453841"/>
              <a:ext cx="661" cy="1008"/>
            </a:xfrm>
            <a:custGeom>
              <a:avLst/>
              <a:pathLst>
                <a:path w="661" h="1008">
                  <a:moveTo>
                    <a:pt x="231" y="1002"/>
                  </a:moveTo>
                  <a:lnTo>
                    <a:pt x="176" y="1008"/>
                  </a:lnTo>
                  <a:lnTo>
                    <a:pt x="47" y="950"/>
                  </a:lnTo>
                  <a:lnTo>
                    <a:pt x="0" y="858"/>
                  </a:lnTo>
                  <a:lnTo>
                    <a:pt x="0" y="843"/>
                  </a:lnTo>
                  <a:lnTo>
                    <a:pt x="59" y="322"/>
                  </a:lnTo>
                  <a:lnTo>
                    <a:pt x="80" y="261"/>
                  </a:lnTo>
                  <a:lnTo>
                    <a:pt x="268" y="20"/>
                  </a:lnTo>
                  <a:lnTo>
                    <a:pt x="409" y="0"/>
                  </a:lnTo>
                  <a:lnTo>
                    <a:pt x="551" y="53"/>
                  </a:lnTo>
                  <a:lnTo>
                    <a:pt x="612" y="125"/>
                  </a:lnTo>
                  <a:lnTo>
                    <a:pt x="661" y="518"/>
                  </a:lnTo>
                  <a:lnTo>
                    <a:pt x="630" y="583"/>
                  </a:lnTo>
                  <a:lnTo>
                    <a:pt x="340" y="937"/>
                  </a:lnTo>
                  <a:lnTo>
                    <a:pt x="231" y="100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l1342"/>
            <p:cNvSpPr/>
            <p:nvPr/>
          </p:nvSpPr>
          <p:spPr>
            <a:xfrm>
              <a:off x="4763367" y="5453571"/>
              <a:ext cx="388" cy="481"/>
            </a:xfrm>
            <a:custGeom>
              <a:avLst/>
              <a:pathLst>
                <a:path w="388" h="481">
                  <a:moveTo>
                    <a:pt x="188" y="418"/>
                  </a:moveTo>
                  <a:lnTo>
                    <a:pt x="113" y="481"/>
                  </a:lnTo>
                  <a:lnTo>
                    <a:pt x="14" y="424"/>
                  </a:lnTo>
                  <a:lnTo>
                    <a:pt x="0" y="373"/>
                  </a:lnTo>
                  <a:lnTo>
                    <a:pt x="23" y="263"/>
                  </a:lnTo>
                  <a:lnTo>
                    <a:pt x="93" y="126"/>
                  </a:lnTo>
                  <a:lnTo>
                    <a:pt x="146" y="44"/>
                  </a:lnTo>
                  <a:lnTo>
                    <a:pt x="227" y="0"/>
                  </a:lnTo>
                  <a:lnTo>
                    <a:pt x="328" y="73"/>
                  </a:lnTo>
                  <a:lnTo>
                    <a:pt x="368" y="110"/>
                  </a:lnTo>
                  <a:lnTo>
                    <a:pt x="383" y="180"/>
                  </a:lnTo>
                  <a:lnTo>
                    <a:pt x="388" y="228"/>
                  </a:lnTo>
                  <a:lnTo>
                    <a:pt x="248" y="362"/>
                  </a:lnTo>
                  <a:lnTo>
                    <a:pt x="188" y="41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l1343"/>
            <p:cNvSpPr/>
            <p:nvPr/>
          </p:nvSpPr>
          <p:spPr>
            <a:xfrm>
              <a:off x="4770242" y="5454170"/>
              <a:ext cx="664" cy="581"/>
            </a:xfrm>
            <a:custGeom>
              <a:avLst/>
              <a:pathLst>
                <a:path w="664" h="581">
                  <a:moveTo>
                    <a:pt x="134" y="581"/>
                  </a:moveTo>
                  <a:lnTo>
                    <a:pt x="22" y="564"/>
                  </a:lnTo>
                  <a:lnTo>
                    <a:pt x="18" y="556"/>
                  </a:lnTo>
                  <a:lnTo>
                    <a:pt x="0" y="518"/>
                  </a:lnTo>
                  <a:lnTo>
                    <a:pt x="4" y="446"/>
                  </a:lnTo>
                  <a:lnTo>
                    <a:pt x="320" y="57"/>
                  </a:lnTo>
                  <a:lnTo>
                    <a:pt x="440" y="15"/>
                  </a:lnTo>
                  <a:lnTo>
                    <a:pt x="489" y="5"/>
                  </a:lnTo>
                  <a:lnTo>
                    <a:pt x="514" y="0"/>
                  </a:lnTo>
                  <a:lnTo>
                    <a:pt x="578" y="9"/>
                  </a:lnTo>
                  <a:lnTo>
                    <a:pt x="651" y="20"/>
                  </a:lnTo>
                  <a:lnTo>
                    <a:pt x="664" y="37"/>
                  </a:lnTo>
                  <a:lnTo>
                    <a:pt x="654" y="74"/>
                  </a:lnTo>
                  <a:lnTo>
                    <a:pt x="492" y="483"/>
                  </a:lnTo>
                  <a:lnTo>
                    <a:pt x="471" y="509"/>
                  </a:lnTo>
                  <a:lnTo>
                    <a:pt x="439" y="534"/>
                  </a:lnTo>
                  <a:lnTo>
                    <a:pt x="134" y="58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l1344"/>
            <p:cNvSpPr/>
            <p:nvPr/>
          </p:nvSpPr>
          <p:spPr>
            <a:xfrm>
              <a:off x="4773427" y="5453032"/>
              <a:ext cx="828" cy="512"/>
            </a:xfrm>
            <a:custGeom>
              <a:avLst/>
              <a:pathLst>
                <a:path w="828" h="512">
                  <a:moveTo>
                    <a:pt x="334" y="501"/>
                  </a:moveTo>
                  <a:lnTo>
                    <a:pt x="229" y="512"/>
                  </a:lnTo>
                  <a:lnTo>
                    <a:pt x="168" y="497"/>
                  </a:lnTo>
                  <a:lnTo>
                    <a:pt x="137" y="476"/>
                  </a:lnTo>
                  <a:lnTo>
                    <a:pt x="0" y="248"/>
                  </a:lnTo>
                  <a:lnTo>
                    <a:pt x="2" y="215"/>
                  </a:lnTo>
                  <a:lnTo>
                    <a:pt x="95" y="86"/>
                  </a:lnTo>
                  <a:lnTo>
                    <a:pt x="266" y="0"/>
                  </a:lnTo>
                  <a:lnTo>
                    <a:pt x="324" y="0"/>
                  </a:lnTo>
                  <a:lnTo>
                    <a:pt x="721" y="177"/>
                  </a:lnTo>
                  <a:lnTo>
                    <a:pt x="828" y="278"/>
                  </a:lnTo>
                  <a:lnTo>
                    <a:pt x="812" y="348"/>
                  </a:lnTo>
                  <a:lnTo>
                    <a:pt x="803" y="356"/>
                  </a:lnTo>
                  <a:lnTo>
                    <a:pt x="334" y="50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l1345"/>
            <p:cNvSpPr/>
            <p:nvPr/>
          </p:nvSpPr>
          <p:spPr>
            <a:xfrm>
              <a:off x="4774209" y="5451741"/>
              <a:ext cx="766" cy="471"/>
            </a:xfrm>
            <a:custGeom>
              <a:avLst/>
              <a:pathLst>
                <a:path w="766" h="471">
                  <a:moveTo>
                    <a:pt x="738" y="471"/>
                  </a:moveTo>
                  <a:lnTo>
                    <a:pt x="685" y="463"/>
                  </a:lnTo>
                  <a:lnTo>
                    <a:pt x="534" y="385"/>
                  </a:lnTo>
                  <a:lnTo>
                    <a:pt x="483" y="359"/>
                  </a:lnTo>
                  <a:lnTo>
                    <a:pt x="43" y="130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49" y="19"/>
                  </a:lnTo>
                  <a:lnTo>
                    <a:pt x="65" y="4"/>
                  </a:lnTo>
                  <a:lnTo>
                    <a:pt x="86" y="0"/>
                  </a:lnTo>
                  <a:lnTo>
                    <a:pt x="104" y="1"/>
                  </a:lnTo>
                  <a:lnTo>
                    <a:pt x="626" y="146"/>
                  </a:lnTo>
                  <a:lnTo>
                    <a:pt x="651" y="177"/>
                  </a:lnTo>
                  <a:lnTo>
                    <a:pt x="766" y="424"/>
                  </a:lnTo>
                  <a:lnTo>
                    <a:pt x="738" y="47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l1346"/>
            <p:cNvSpPr/>
            <p:nvPr/>
          </p:nvSpPr>
          <p:spPr>
            <a:xfrm>
              <a:off x="4774379" y="5450799"/>
              <a:ext cx="435" cy="548"/>
            </a:xfrm>
            <a:custGeom>
              <a:avLst/>
              <a:pathLst>
                <a:path w="435" h="548">
                  <a:moveTo>
                    <a:pt x="415" y="493"/>
                  </a:moveTo>
                  <a:lnTo>
                    <a:pt x="209" y="548"/>
                  </a:lnTo>
                  <a:lnTo>
                    <a:pt x="179" y="533"/>
                  </a:lnTo>
                  <a:lnTo>
                    <a:pt x="95" y="458"/>
                  </a:lnTo>
                  <a:lnTo>
                    <a:pt x="61" y="428"/>
                  </a:lnTo>
                  <a:lnTo>
                    <a:pt x="5" y="294"/>
                  </a:lnTo>
                  <a:lnTo>
                    <a:pt x="0" y="63"/>
                  </a:lnTo>
                  <a:lnTo>
                    <a:pt x="92" y="0"/>
                  </a:lnTo>
                  <a:lnTo>
                    <a:pt x="109" y="110"/>
                  </a:lnTo>
                  <a:lnTo>
                    <a:pt x="389" y="298"/>
                  </a:lnTo>
                  <a:lnTo>
                    <a:pt x="417" y="328"/>
                  </a:lnTo>
                  <a:lnTo>
                    <a:pt x="435" y="382"/>
                  </a:lnTo>
                  <a:lnTo>
                    <a:pt x="415" y="49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l1347"/>
            <p:cNvSpPr/>
            <p:nvPr/>
          </p:nvSpPr>
          <p:spPr>
            <a:xfrm>
              <a:off x="4773439" y="5450265"/>
              <a:ext cx="759" cy="362"/>
            </a:xfrm>
            <a:custGeom>
              <a:avLst/>
              <a:pathLst>
                <a:path w="759" h="362">
                  <a:moveTo>
                    <a:pt x="759" y="238"/>
                  </a:moveTo>
                  <a:lnTo>
                    <a:pt x="749" y="274"/>
                  </a:lnTo>
                  <a:lnTo>
                    <a:pt x="722" y="288"/>
                  </a:lnTo>
                  <a:lnTo>
                    <a:pt x="693" y="288"/>
                  </a:lnTo>
                  <a:lnTo>
                    <a:pt x="615" y="256"/>
                  </a:lnTo>
                  <a:lnTo>
                    <a:pt x="520" y="226"/>
                  </a:lnTo>
                  <a:lnTo>
                    <a:pt x="438" y="254"/>
                  </a:lnTo>
                  <a:lnTo>
                    <a:pt x="242" y="362"/>
                  </a:lnTo>
                  <a:lnTo>
                    <a:pt x="148" y="357"/>
                  </a:lnTo>
                  <a:lnTo>
                    <a:pt x="0" y="187"/>
                  </a:lnTo>
                  <a:lnTo>
                    <a:pt x="30" y="113"/>
                  </a:lnTo>
                  <a:lnTo>
                    <a:pt x="197" y="21"/>
                  </a:lnTo>
                  <a:lnTo>
                    <a:pt x="244" y="15"/>
                  </a:lnTo>
                  <a:lnTo>
                    <a:pt x="610" y="0"/>
                  </a:lnTo>
                  <a:lnTo>
                    <a:pt x="648" y="8"/>
                  </a:lnTo>
                  <a:lnTo>
                    <a:pt x="710" y="43"/>
                  </a:lnTo>
                  <a:lnTo>
                    <a:pt x="755" y="177"/>
                  </a:lnTo>
                  <a:lnTo>
                    <a:pt x="759" y="23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l1348"/>
            <p:cNvSpPr/>
            <p:nvPr/>
          </p:nvSpPr>
          <p:spPr>
            <a:xfrm>
              <a:off x="4773156" y="5448932"/>
              <a:ext cx="3546" cy="2174"/>
            </a:xfrm>
            <a:custGeom>
              <a:avLst/>
              <a:pathLst>
                <a:path w="3546" h="2174">
                  <a:moveTo>
                    <a:pt x="996" y="396"/>
                  </a:moveTo>
                  <a:lnTo>
                    <a:pt x="1034" y="651"/>
                  </a:lnTo>
                  <a:lnTo>
                    <a:pt x="1065" y="802"/>
                  </a:lnTo>
                  <a:lnTo>
                    <a:pt x="1332" y="1002"/>
                  </a:lnTo>
                  <a:lnTo>
                    <a:pt x="1673" y="1116"/>
                  </a:lnTo>
                  <a:lnTo>
                    <a:pt x="1908" y="1195"/>
                  </a:lnTo>
                  <a:lnTo>
                    <a:pt x="2046" y="1254"/>
                  </a:lnTo>
                  <a:lnTo>
                    <a:pt x="2513" y="1479"/>
                  </a:lnTo>
                  <a:lnTo>
                    <a:pt x="2553" y="1500"/>
                  </a:lnTo>
                  <a:lnTo>
                    <a:pt x="2744" y="1557"/>
                  </a:lnTo>
                  <a:lnTo>
                    <a:pt x="2817" y="1517"/>
                  </a:lnTo>
                  <a:lnTo>
                    <a:pt x="2837" y="1488"/>
                  </a:lnTo>
                  <a:lnTo>
                    <a:pt x="2923" y="1459"/>
                  </a:lnTo>
                  <a:lnTo>
                    <a:pt x="3196" y="1447"/>
                  </a:lnTo>
                  <a:lnTo>
                    <a:pt x="3490" y="1481"/>
                  </a:lnTo>
                  <a:lnTo>
                    <a:pt x="3537" y="1574"/>
                  </a:lnTo>
                  <a:lnTo>
                    <a:pt x="3546" y="1653"/>
                  </a:lnTo>
                  <a:lnTo>
                    <a:pt x="3542" y="1699"/>
                  </a:lnTo>
                  <a:lnTo>
                    <a:pt x="3492" y="1656"/>
                  </a:lnTo>
                  <a:lnTo>
                    <a:pt x="3381" y="1601"/>
                  </a:lnTo>
                  <a:lnTo>
                    <a:pt x="3343" y="1604"/>
                  </a:lnTo>
                  <a:lnTo>
                    <a:pt x="3317" y="1799"/>
                  </a:lnTo>
                  <a:lnTo>
                    <a:pt x="3308" y="1960"/>
                  </a:lnTo>
                  <a:lnTo>
                    <a:pt x="3340" y="2037"/>
                  </a:lnTo>
                  <a:lnTo>
                    <a:pt x="3415" y="2108"/>
                  </a:lnTo>
                  <a:lnTo>
                    <a:pt x="3415" y="2147"/>
                  </a:lnTo>
                  <a:lnTo>
                    <a:pt x="3406" y="2156"/>
                  </a:lnTo>
                  <a:lnTo>
                    <a:pt x="3388" y="2174"/>
                  </a:lnTo>
                  <a:lnTo>
                    <a:pt x="3253" y="2160"/>
                  </a:lnTo>
                  <a:lnTo>
                    <a:pt x="3144" y="2104"/>
                  </a:lnTo>
                  <a:lnTo>
                    <a:pt x="3140" y="2096"/>
                  </a:lnTo>
                  <a:lnTo>
                    <a:pt x="3103" y="2021"/>
                  </a:lnTo>
                  <a:lnTo>
                    <a:pt x="3137" y="2001"/>
                  </a:lnTo>
                  <a:lnTo>
                    <a:pt x="3189" y="1990"/>
                  </a:lnTo>
                  <a:lnTo>
                    <a:pt x="3182" y="1933"/>
                  </a:lnTo>
                  <a:lnTo>
                    <a:pt x="3019" y="1632"/>
                  </a:lnTo>
                  <a:lnTo>
                    <a:pt x="3005" y="1622"/>
                  </a:lnTo>
                  <a:lnTo>
                    <a:pt x="2810" y="1608"/>
                  </a:lnTo>
                  <a:lnTo>
                    <a:pt x="2622" y="1660"/>
                  </a:lnTo>
                  <a:lnTo>
                    <a:pt x="2107" y="1534"/>
                  </a:lnTo>
                  <a:lnTo>
                    <a:pt x="1903" y="1664"/>
                  </a:lnTo>
                  <a:lnTo>
                    <a:pt x="1809" y="1699"/>
                  </a:lnTo>
                  <a:lnTo>
                    <a:pt x="1702" y="1659"/>
                  </a:lnTo>
                  <a:lnTo>
                    <a:pt x="1566" y="1605"/>
                  </a:lnTo>
                  <a:lnTo>
                    <a:pt x="1357" y="1509"/>
                  </a:lnTo>
                  <a:lnTo>
                    <a:pt x="1351" y="1461"/>
                  </a:lnTo>
                  <a:lnTo>
                    <a:pt x="1341" y="1443"/>
                  </a:lnTo>
                  <a:lnTo>
                    <a:pt x="1278" y="1366"/>
                  </a:lnTo>
                  <a:lnTo>
                    <a:pt x="1120" y="1230"/>
                  </a:lnTo>
                  <a:lnTo>
                    <a:pt x="861" y="1030"/>
                  </a:lnTo>
                  <a:lnTo>
                    <a:pt x="834" y="1027"/>
                  </a:lnTo>
                  <a:lnTo>
                    <a:pt x="828" y="1033"/>
                  </a:lnTo>
                  <a:lnTo>
                    <a:pt x="806" y="1090"/>
                  </a:lnTo>
                  <a:lnTo>
                    <a:pt x="733" y="1079"/>
                  </a:lnTo>
                  <a:lnTo>
                    <a:pt x="644" y="1060"/>
                  </a:lnTo>
                  <a:lnTo>
                    <a:pt x="607" y="1044"/>
                  </a:lnTo>
                  <a:lnTo>
                    <a:pt x="325" y="871"/>
                  </a:lnTo>
                  <a:lnTo>
                    <a:pt x="245" y="815"/>
                  </a:lnTo>
                  <a:lnTo>
                    <a:pt x="151" y="722"/>
                  </a:lnTo>
                  <a:lnTo>
                    <a:pt x="61" y="512"/>
                  </a:lnTo>
                  <a:lnTo>
                    <a:pt x="62" y="219"/>
                  </a:lnTo>
                  <a:lnTo>
                    <a:pt x="16" y="152"/>
                  </a:lnTo>
                  <a:lnTo>
                    <a:pt x="0" y="112"/>
                  </a:lnTo>
                  <a:lnTo>
                    <a:pt x="89" y="76"/>
                  </a:lnTo>
                  <a:lnTo>
                    <a:pt x="242" y="55"/>
                  </a:lnTo>
                  <a:lnTo>
                    <a:pt x="284" y="59"/>
                  </a:lnTo>
                  <a:lnTo>
                    <a:pt x="408" y="127"/>
                  </a:lnTo>
                  <a:lnTo>
                    <a:pt x="415" y="255"/>
                  </a:lnTo>
                  <a:lnTo>
                    <a:pt x="504" y="321"/>
                  </a:lnTo>
                  <a:lnTo>
                    <a:pt x="923" y="352"/>
                  </a:lnTo>
                  <a:lnTo>
                    <a:pt x="953" y="343"/>
                  </a:lnTo>
                  <a:lnTo>
                    <a:pt x="957" y="337"/>
                  </a:lnTo>
                  <a:lnTo>
                    <a:pt x="1041" y="199"/>
                  </a:lnTo>
                  <a:lnTo>
                    <a:pt x="1070" y="150"/>
                  </a:lnTo>
                  <a:lnTo>
                    <a:pt x="1083" y="47"/>
                  </a:lnTo>
                  <a:lnTo>
                    <a:pt x="1084" y="41"/>
                  </a:lnTo>
                  <a:lnTo>
                    <a:pt x="1079" y="24"/>
                  </a:lnTo>
                  <a:lnTo>
                    <a:pt x="1184" y="0"/>
                  </a:lnTo>
                  <a:lnTo>
                    <a:pt x="1291" y="20"/>
                  </a:lnTo>
                  <a:lnTo>
                    <a:pt x="1356" y="117"/>
                  </a:lnTo>
                  <a:lnTo>
                    <a:pt x="1331" y="209"/>
                  </a:lnTo>
                  <a:lnTo>
                    <a:pt x="1177" y="253"/>
                  </a:lnTo>
                  <a:lnTo>
                    <a:pt x="1144" y="255"/>
                  </a:lnTo>
                  <a:lnTo>
                    <a:pt x="1085" y="285"/>
                  </a:lnTo>
                  <a:lnTo>
                    <a:pt x="1009" y="338"/>
                  </a:lnTo>
                  <a:lnTo>
                    <a:pt x="996" y="39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l1349"/>
            <p:cNvSpPr/>
            <p:nvPr/>
          </p:nvSpPr>
          <p:spPr>
            <a:xfrm>
              <a:off x="4772696" y="5448293"/>
              <a:ext cx="1085" cy="545"/>
            </a:xfrm>
            <a:custGeom>
              <a:avLst/>
              <a:pathLst>
                <a:path w="1085" h="545">
                  <a:moveTo>
                    <a:pt x="280" y="37"/>
                  </a:moveTo>
                  <a:lnTo>
                    <a:pt x="379" y="90"/>
                  </a:lnTo>
                  <a:lnTo>
                    <a:pt x="631" y="131"/>
                  </a:lnTo>
                  <a:lnTo>
                    <a:pt x="784" y="136"/>
                  </a:lnTo>
                  <a:lnTo>
                    <a:pt x="1032" y="220"/>
                  </a:lnTo>
                  <a:lnTo>
                    <a:pt x="1082" y="276"/>
                  </a:lnTo>
                  <a:lnTo>
                    <a:pt x="1085" y="346"/>
                  </a:lnTo>
                  <a:lnTo>
                    <a:pt x="1082" y="392"/>
                  </a:lnTo>
                  <a:lnTo>
                    <a:pt x="1074" y="485"/>
                  </a:lnTo>
                  <a:lnTo>
                    <a:pt x="1017" y="545"/>
                  </a:lnTo>
                  <a:lnTo>
                    <a:pt x="905" y="540"/>
                  </a:lnTo>
                  <a:lnTo>
                    <a:pt x="542" y="431"/>
                  </a:lnTo>
                  <a:lnTo>
                    <a:pt x="80" y="192"/>
                  </a:lnTo>
                  <a:lnTo>
                    <a:pt x="0" y="87"/>
                  </a:lnTo>
                  <a:lnTo>
                    <a:pt x="21" y="45"/>
                  </a:lnTo>
                  <a:lnTo>
                    <a:pt x="92" y="1"/>
                  </a:lnTo>
                  <a:lnTo>
                    <a:pt x="133" y="0"/>
                  </a:lnTo>
                  <a:lnTo>
                    <a:pt x="158" y="0"/>
                  </a:lnTo>
                  <a:lnTo>
                    <a:pt x="280" y="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l1350"/>
            <p:cNvSpPr/>
            <p:nvPr/>
          </p:nvSpPr>
          <p:spPr>
            <a:xfrm>
              <a:off x="4763900" y="5446592"/>
              <a:ext cx="1483" cy="2480"/>
            </a:xfrm>
            <a:custGeom>
              <a:avLst/>
              <a:pathLst>
                <a:path w="1483" h="2480">
                  <a:moveTo>
                    <a:pt x="518" y="2467"/>
                  </a:moveTo>
                  <a:lnTo>
                    <a:pt x="463" y="2480"/>
                  </a:lnTo>
                  <a:lnTo>
                    <a:pt x="399" y="2469"/>
                  </a:lnTo>
                  <a:lnTo>
                    <a:pt x="315" y="2401"/>
                  </a:lnTo>
                  <a:lnTo>
                    <a:pt x="171" y="2067"/>
                  </a:lnTo>
                  <a:lnTo>
                    <a:pt x="188" y="1797"/>
                  </a:lnTo>
                  <a:lnTo>
                    <a:pt x="209" y="1636"/>
                  </a:lnTo>
                  <a:lnTo>
                    <a:pt x="95" y="1140"/>
                  </a:lnTo>
                  <a:lnTo>
                    <a:pt x="0" y="966"/>
                  </a:lnTo>
                  <a:lnTo>
                    <a:pt x="0" y="954"/>
                  </a:lnTo>
                  <a:lnTo>
                    <a:pt x="60" y="778"/>
                  </a:lnTo>
                  <a:lnTo>
                    <a:pt x="289" y="490"/>
                  </a:lnTo>
                  <a:lnTo>
                    <a:pt x="590" y="253"/>
                  </a:lnTo>
                  <a:lnTo>
                    <a:pt x="674" y="209"/>
                  </a:lnTo>
                  <a:lnTo>
                    <a:pt x="977" y="63"/>
                  </a:lnTo>
                  <a:lnTo>
                    <a:pt x="1111" y="0"/>
                  </a:lnTo>
                  <a:lnTo>
                    <a:pt x="1122" y="2"/>
                  </a:lnTo>
                  <a:lnTo>
                    <a:pt x="1173" y="44"/>
                  </a:lnTo>
                  <a:lnTo>
                    <a:pt x="1360" y="246"/>
                  </a:lnTo>
                  <a:lnTo>
                    <a:pt x="1444" y="338"/>
                  </a:lnTo>
                  <a:lnTo>
                    <a:pt x="1483" y="760"/>
                  </a:lnTo>
                  <a:lnTo>
                    <a:pt x="1478" y="813"/>
                  </a:lnTo>
                  <a:lnTo>
                    <a:pt x="1377" y="885"/>
                  </a:lnTo>
                  <a:lnTo>
                    <a:pt x="1297" y="900"/>
                  </a:lnTo>
                  <a:lnTo>
                    <a:pt x="1242" y="902"/>
                  </a:lnTo>
                  <a:lnTo>
                    <a:pt x="884" y="1129"/>
                  </a:lnTo>
                  <a:lnTo>
                    <a:pt x="823" y="1198"/>
                  </a:lnTo>
                  <a:lnTo>
                    <a:pt x="826" y="1252"/>
                  </a:lnTo>
                  <a:lnTo>
                    <a:pt x="831" y="1344"/>
                  </a:lnTo>
                  <a:lnTo>
                    <a:pt x="837" y="1474"/>
                  </a:lnTo>
                  <a:lnTo>
                    <a:pt x="684" y="1730"/>
                  </a:lnTo>
                  <a:lnTo>
                    <a:pt x="591" y="1727"/>
                  </a:lnTo>
                  <a:lnTo>
                    <a:pt x="607" y="2072"/>
                  </a:lnTo>
                  <a:lnTo>
                    <a:pt x="644" y="2178"/>
                  </a:lnTo>
                  <a:lnTo>
                    <a:pt x="649" y="2288"/>
                  </a:lnTo>
                  <a:lnTo>
                    <a:pt x="518" y="246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l1351"/>
            <p:cNvSpPr/>
            <p:nvPr/>
          </p:nvSpPr>
          <p:spPr>
            <a:xfrm>
              <a:off x="4774007" y="5447617"/>
              <a:ext cx="747" cy="557"/>
            </a:xfrm>
            <a:custGeom>
              <a:avLst/>
              <a:pathLst>
                <a:path w="747" h="557">
                  <a:moveTo>
                    <a:pt x="723" y="557"/>
                  </a:moveTo>
                  <a:lnTo>
                    <a:pt x="670" y="554"/>
                  </a:lnTo>
                  <a:lnTo>
                    <a:pt x="523" y="475"/>
                  </a:lnTo>
                  <a:lnTo>
                    <a:pt x="298" y="383"/>
                  </a:lnTo>
                  <a:lnTo>
                    <a:pt x="31" y="156"/>
                  </a:lnTo>
                  <a:lnTo>
                    <a:pt x="0" y="123"/>
                  </a:lnTo>
                  <a:lnTo>
                    <a:pt x="14" y="94"/>
                  </a:lnTo>
                  <a:lnTo>
                    <a:pt x="46" y="42"/>
                  </a:lnTo>
                  <a:lnTo>
                    <a:pt x="56" y="35"/>
                  </a:lnTo>
                  <a:lnTo>
                    <a:pt x="162" y="0"/>
                  </a:lnTo>
                  <a:lnTo>
                    <a:pt x="332" y="32"/>
                  </a:lnTo>
                  <a:lnTo>
                    <a:pt x="394" y="68"/>
                  </a:lnTo>
                  <a:lnTo>
                    <a:pt x="488" y="160"/>
                  </a:lnTo>
                  <a:lnTo>
                    <a:pt x="735" y="492"/>
                  </a:lnTo>
                  <a:lnTo>
                    <a:pt x="747" y="518"/>
                  </a:lnTo>
                  <a:lnTo>
                    <a:pt x="741" y="539"/>
                  </a:lnTo>
                  <a:lnTo>
                    <a:pt x="723" y="55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l1352"/>
            <p:cNvSpPr/>
            <p:nvPr/>
          </p:nvSpPr>
          <p:spPr>
            <a:xfrm>
              <a:off x="4772301" y="5446306"/>
              <a:ext cx="573" cy="505"/>
            </a:xfrm>
            <a:custGeom>
              <a:avLst/>
              <a:pathLst>
                <a:path w="573" h="505">
                  <a:moveTo>
                    <a:pt x="111" y="504"/>
                  </a:moveTo>
                  <a:lnTo>
                    <a:pt x="37" y="505"/>
                  </a:lnTo>
                  <a:lnTo>
                    <a:pt x="26" y="494"/>
                  </a:lnTo>
                  <a:lnTo>
                    <a:pt x="0" y="449"/>
                  </a:lnTo>
                  <a:lnTo>
                    <a:pt x="204" y="0"/>
                  </a:lnTo>
                  <a:lnTo>
                    <a:pt x="409" y="7"/>
                  </a:lnTo>
                  <a:lnTo>
                    <a:pt x="478" y="9"/>
                  </a:lnTo>
                  <a:lnTo>
                    <a:pt x="510" y="54"/>
                  </a:lnTo>
                  <a:lnTo>
                    <a:pt x="573" y="287"/>
                  </a:lnTo>
                  <a:lnTo>
                    <a:pt x="570" y="301"/>
                  </a:lnTo>
                  <a:lnTo>
                    <a:pt x="406" y="416"/>
                  </a:lnTo>
                  <a:lnTo>
                    <a:pt x="111" y="50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l1353"/>
            <p:cNvSpPr/>
            <p:nvPr/>
          </p:nvSpPr>
          <p:spPr>
            <a:xfrm>
              <a:off x="4765759" y="5444912"/>
              <a:ext cx="7515" cy="7493"/>
            </a:xfrm>
            <a:custGeom>
              <a:avLst/>
              <a:pathLst>
                <a:path w="7515" h="7493">
                  <a:moveTo>
                    <a:pt x="4006" y="954"/>
                  </a:moveTo>
                  <a:lnTo>
                    <a:pt x="3982" y="1091"/>
                  </a:lnTo>
                  <a:lnTo>
                    <a:pt x="3956" y="1184"/>
                  </a:lnTo>
                  <a:lnTo>
                    <a:pt x="3925" y="1232"/>
                  </a:lnTo>
                  <a:lnTo>
                    <a:pt x="3891" y="1252"/>
                  </a:lnTo>
                  <a:lnTo>
                    <a:pt x="3820" y="1580"/>
                  </a:lnTo>
                  <a:lnTo>
                    <a:pt x="3820" y="1601"/>
                  </a:lnTo>
                  <a:lnTo>
                    <a:pt x="3833" y="1944"/>
                  </a:lnTo>
                  <a:lnTo>
                    <a:pt x="4234" y="2351"/>
                  </a:lnTo>
                  <a:lnTo>
                    <a:pt x="4265" y="2413"/>
                  </a:lnTo>
                  <a:lnTo>
                    <a:pt x="4296" y="2474"/>
                  </a:lnTo>
                  <a:lnTo>
                    <a:pt x="4413" y="2706"/>
                  </a:lnTo>
                  <a:lnTo>
                    <a:pt x="4423" y="2726"/>
                  </a:lnTo>
                  <a:lnTo>
                    <a:pt x="4797" y="3251"/>
                  </a:lnTo>
                  <a:lnTo>
                    <a:pt x="5121" y="3308"/>
                  </a:lnTo>
                  <a:lnTo>
                    <a:pt x="5736" y="3530"/>
                  </a:lnTo>
                  <a:lnTo>
                    <a:pt x="5961" y="3741"/>
                  </a:lnTo>
                  <a:lnTo>
                    <a:pt x="5950" y="3671"/>
                  </a:lnTo>
                  <a:lnTo>
                    <a:pt x="5949" y="3665"/>
                  </a:lnTo>
                  <a:lnTo>
                    <a:pt x="5985" y="3659"/>
                  </a:lnTo>
                  <a:lnTo>
                    <a:pt x="5989" y="3651"/>
                  </a:lnTo>
                  <a:lnTo>
                    <a:pt x="5986" y="3640"/>
                  </a:lnTo>
                  <a:lnTo>
                    <a:pt x="5981" y="3635"/>
                  </a:lnTo>
                  <a:lnTo>
                    <a:pt x="5976" y="3634"/>
                  </a:lnTo>
                  <a:lnTo>
                    <a:pt x="5965" y="3636"/>
                  </a:lnTo>
                  <a:lnTo>
                    <a:pt x="5934" y="3626"/>
                  </a:lnTo>
                  <a:lnTo>
                    <a:pt x="5836" y="3523"/>
                  </a:lnTo>
                  <a:lnTo>
                    <a:pt x="5837" y="3513"/>
                  </a:lnTo>
                  <a:lnTo>
                    <a:pt x="5941" y="3434"/>
                  </a:lnTo>
                  <a:lnTo>
                    <a:pt x="5951" y="3426"/>
                  </a:lnTo>
                  <a:lnTo>
                    <a:pt x="5957" y="3431"/>
                  </a:lnTo>
                  <a:lnTo>
                    <a:pt x="5962" y="3427"/>
                  </a:lnTo>
                  <a:lnTo>
                    <a:pt x="5977" y="3415"/>
                  </a:lnTo>
                  <a:lnTo>
                    <a:pt x="5981" y="3419"/>
                  </a:lnTo>
                  <a:lnTo>
                    <a:pt x="5990" y="3425"/>
                  </a:lnTo>
                  <a:lnTo>
                    <a:pt x="5993" y="3420"/>
                  </a:lnTo>
                  <a:lnTo>
                    <a:pt x="6153" y="3575"/>
                  </a:lnTo>
                  <a:lnTo>
                    <a:pt x="6278" y="3699"/>
                  </a:lnTo>
                  <a:lnTo>
                    <a:pt x="6461" y="3876"/>
                  </a:lnTo>
                  <a:lnTo>
                    <a:pt x="6488" y="3901"/>
                  </a:lnTo>
                  <a:lnTo>
                    <a:pt x="6426" y="4058"/>
                  </a:lnTo>
                  <a:lnTo>
                    <a:pt x="6753" y="4226"/>
                  </a:lnTo>
                  <a:lnTo>
                    <a:pt x="6969" y="4291"/>
                  </a:lnTo>
                  <a:lnTo>
                    <a:pt x="7015" y="4319"/>
                  </a:lnTo>
                  <a:lnTo>
                    <a:pt x="7061" y="4503"/>
                  </a:lnTo>
                  <a:lnTo>
                    <a:pt x="7128" y="4771"/>
                  </a:lnTo>
                  <a:lnTo>
                    <a:pt x="7131" y="4916"/>
                  </a:lnTo>
                  <a:lnTo>
                    <a:pt x="7515" y="5378"/>
                  </a:lnTo>
                  <a:lnTo>
                    <a:pt x="7513" y="5403"/>
                  </a:lnTo>
                  <a:lnTo>
                    <a:pt x="7419" y="5471"/>
                  </a:lnTo>
                  <a:lnTo>
                    <a:pt x="7354" y="5465"/>
                  </a:lnTo>
                  <a:lnTo>
                    <a:pt x="7297" y="5438"/>
                  </a:lnTo>
                  <a:lnTo>
                    <a:pt x="7257" y="5420"/>
                  </a:lnTo>
                  <a:lnTo>
                    <a:pt x="7195" y="5412"/>
                  </a:lnTo>
                  <a:lnTo>
                    <a:pt x="7155" y="5434"/>
                  </a:lnTo>
                  <a:lnTo>
                    <a:pt x="7029" y="5669"/>
                  </a:lnTo>
                  <a:lnTo>
                    <a:pt x="6984" y="5891"/>
                  </a:lnTo>
                  <a:lnTo>
                    <a:pt x="7041" y="6018"/>
                  </a:lnTo>
                  <a:lnTo>
                    <a:pt x="7041" y="6041"/>
                  </a:lnTo>
                  <a:lnTo>
                    <a:pt x="7034" y="6243"/>
                  </a:lnTo>
                  <a:lnTo>
                    <a:pt x="6903" y="6493"/>
                  </a:lnTo>
                  <a:lnTo>
                    <a:pt x="6782" y="6660"/>
                  </a:lnTo>
                  <a:lnTo>
                    <a:pt x="6762" y="6688"/>
                  </a:lnTo>
                  <a:lnTo>
                    <a:pt x="6604" y="6905"/>
                  </a:lnTo>
                  <a:lnTo>
                    <a:pt x="6424" y="7127"/>
                  </a:lnTo>
                  <a:lnTo>
                    <a:pt x="6422" y="7132"/>
                  </a:lnTo>
                  <a:lnTo>
                    <a:pt x="6397" y="7213"/>
                  </a:lnTo>
                  <a:lnTo>
                    <a:pt x="6380" y="7385"/>
                  </a:lnTo>
                  <a:lnTo>
                    <a:pt x="6337" y="7407"/>
                  </a:lnTo>
                  <a:lnTo>
                    <a:pt x="6057" y="7493"/>
                  </a:lnTo>
                  <a:lnTo>
                    <a:pt x="5984" y="7481"/>
                  </a:lnTo>
                  <a:lnTo>
                    <a:pt x="5966" y="7397"/>
                  </a:lnTo>
                  <a:lnTo>
                    <a:pt x="5975" y="7313"/>
                  </a:lnTo>
                  <a:lnTo>
                    <a:pt x="5982" y="7261"/>
                  </a:lnTo>
                  <a:lnTo>
                    <a:pt x="5997" y="7137"/>
                  </a:lnTo>
                  <a:lnTo>
                    <a:pt x="6011" y="7027"/>
                  </a:lnTo>
                  <a:lnTo>
                    <a:pt x="6136" y="6801"/>
                  </a:lnTo>
                  <a:lnTo>
                    <a:pt x="6157" y="6770"/>
                  </a:lnTo>
                  <a:lnTo>
                    <a:pt x="6255" y="6625"/>
                  </a:lnTo>
                  <a:lnTo>
                    <a:pt x="6141" y="6395"/>
                  </a:lnTo>
                  <a:lnTo>
                    <a:pt x="6102" y="6370"/>
                  </a:lnTo>
                  <a:lnTo>
                    <a:pt x="6076" y="6381"/>
                  </a:lnTo>
                  <a:lnTo>
                    <a:pt x="5711" y="6540"/>
                  </a:lnTo>
                  <a:lnTo>
                    <a:pt x="5561" y="6678"/>
                  </a:lnTo>
                  <a:lnTo>
                    <a:pt x="5538" y="6699"/>
                  </a:lnTo>
                  <a:lnTo>
                    <a:pt x="5536" y="6708"/>
                  </a:lnTo>
                  <a:lnTo>
                    <a:pt x="5491" y="6884"/>
                  </a:lnTo>
                  <a:lnTo>
                    <a:pt x="5451" y="6970"/>
                  </a:lnTo>
                  <a:lnTo>
                    <a:pt x="5364" y="7035"/>
                  </a:lnTo>
                  <a:lnTo>
                    <a:pt x="5326" y="7046"/>
                  </a:lnTo>
                  <a:lnTo>
                    <a:pt x="5299" y="7054"/>
                  </a:lnTo>
                  <a:lnTo>
                    <a:pt x="5191" y="7067"/>
                  </a:lnTo>
                  <a:lnTo>
                    <a:pt x="5023" y="7059"/>
                  </a:lnTo>
                  <a:lnTo>
                    <a:pt x="4911" y="7023"/>
                  </a:lnTo>
                  <a:lnTo>
                    <a:pt x="4875" y="6998"/>
                  </a:lnTo>
                  <a:lnTo>
                    <a:pt x="4863" y="6990"/>
                  </a:lnTo>
                  <a:lnTo>
                    <a:pt x="4845" y="6978"/>
                  </a:lnTo>
                  <a:lnTo>
                    <a:pt x="4897" y="6888"/>
                  </a:lnTo>
                  <a:lnTo>
                    <a:pt x="4956" y="6863"/>
                  </a:lnTo>
                  <a:lnTo>
                    <a:pt x="5001" y="6862"/>
                  </a:lnTo>
                  <a:lnTo>
                    <a:pt x="5112" y="6862"/>
                  </a:lnTo>
                  <a:lnTo>
                    <a:pt x="5159" y="6718"/>
                  </a:lnTo>
                  <a:lnTo>
                    <a:pt x="4880" y="6373"/>
                  </a:lnTo>
                  <a:lnTo>
                    <a:pt x="4862" y="6366"/>
                  </a:lnTo>
                  <a:lnTo>
                    <a:pt x="4709" y="6429"/>
                  </a:lnTo>
                  <a:lnTo>
                    <a:pt x="4669" y="6454"/>
                  </a:lnTo>
                  <a:lnTo>
                    <a:pt x="4546" y="6704"/>
                  </a:lnTo>
                  <a:lnTo>
                    <a:pt x="4395" y="6877"/>
                  </a:lnTo>
                  <a:lnTo>
                    <a:pt x="4347" y="6924"/>
                  </a:lnTo>
                  <a:lnTo>
                    <a:pt x="4326" y="6944"/>
                  </a:lnTo>
                  <a:lnTo>
                    <a:pt x="4257" y="6942"/>
                  </a:lnTo>
                  <a:lnTo>
                    <a:pt x="4152" y="6881"/>
                  </a:lnTo>
                  <a:lnTo>
                    <a:pt x="4101" y="6808"/>
                  </a:lnTo>
                  <a:lnTo>
                    <a:pt x="4104" y="6715"/>
                  </a:lnTo>
                  <a:lnTo>
                    <a:pt x="4158" y="6655"/>
                  </a:lnTo>
                  <a:lnTo>
                    <a:pt x="4250" y="6552"/>
                  </a:lnTo>
                  <a:lnTo>
                    <a:pt x="4273" y="6464"/>
                  </a:lnTo>
                  <a:lnTo>
                    <a:pt x="4309" y="6268"/>
                  </a:lnTo>
                  <a:lnTo>
                    <a:pt x="4299" y="6161"/>
                  </a:lnTo>
                  <a:lnTo>
                    <a:pt x="4262" y="6131"/>
                  </a:lnTo>
                  <a:lnTo>
                    <a:pt x="4217" y="6160"/>
                  </a:lnTo>
                  <a:lnTo>
                    <a:pt x="4166" y="6244"/>
                  </a:lnTo>
                  <a:lnTo>
                    <a:pt x="4187" y="6267"/>
                  </a:lnTo>
                  <a:lnTo>
                    <a:pt x="4162" y="6317"/>
                  </a:lnTo>
                  <a:lnTo>
                    <a:pt x="4041" y="6403"/>
                  </a:lnTo>
                  <a:lnTo>
                    <a:pt x="4020" y="6406"/>
                  </a:lnTo>
                  <a:lnTo>
                    <a:pt x="3885" y="6370"/>
                  </a:lnTo>
                  <a:lnTo>
                    <a:pt x="3841" y="6317"/>
                  </a:lnTo>
                  <a:lnTo>
                    <a:pt x="3841" y="6302"/>
                  </a:lnTo>
                  <a:lnTo>
                    <a:pt x="3953" y="6168"/>
                  </a:lnTo>
                  <a:lnTo>
                    <a:pt x="4032" y="6075"/>
                  </a:lnTo>
                  <a:lnTo>
                    <a:pt x="4089" y="5972"/>
                  </a:lnTo>
                  <a:lnTo>
                    <a:pt x="4083" y="5953"/>
                  </a:lnTo>
                  <a:lnTo>
                    <a:pt x="3649" y="5049"/>
                  </a:lnTo>
                  <a:lnTo>
                    <a:pt x="3468" y="4882"/>
                  </a:lnTo>
                  <a:lnTo>
                    <a:pt x="3440" y="4900"/>
                  </a:lnTo>
                  <a:lnTo>
                    <a:pt x="3286" y="4897"/>
                  </a:lnTo>
                  <a:lnTo>
                    <a:pt x="2970" y="4873"/>
                  </a:lnTo>
                  <a:lnTo>
                    <a:pt x="2917" y="4837"/>
                  </a:lnTo>
                  <a:lnTo>
                    <a:pt x="2934" y="4590"/>
                  </a:lnTo>
                  <a:lnTo>
                    <a:pt x="2798" y="3878"/>
                  </a:lnTo>
                  <a:lnTo>
                    <a:pt x="2206" y="3713"/>
                  </a:lnTo>
                  <a:lnTo>
                    <a:pt x="1955" y="3870"/>
                  </a:lnTo>
                  <a:lnTo>
                    <a:pt x="1441" y="4377"/>
                  </a:lnTo>
                  <a:lnTo>
                    <a:pt x="1202" y="4644"/>
                  </a:lnTo>
                  <a:lnTo>
                    <a:pt x="1124" y="4644"/>
                  </a:lnTo>
                  <a:lnTo>
                    <a:pt x="896" y="4397"/>
                  </a:lnTo>
                  <a:lnTo>
                    <a:pt x="332" y="4204"/>
                  </a:lnTo>
                  <a:lnTo>
                    <a:pt x="187" y="4195"/>
                  </a:lnTo>
                  <a:lnTo>
                    <a:pt x="119" y="4205"/>
                  </a:lnTo>
                  <a:lnTo>
                    <a:pt x="91" y="4191"/>
                  </a:lnTo>
                  <a:lnTo>
                    <a:pt x="81" y="4185"/>
                  </a:lnTo>
                  <a:lnTo>
                    <a:pt x="39" y="4129"/>
                  </a:lnTo>
                  <a:lnTo>
                    <a:pt x="21" y="4071"/>
                  </a:lnTo>
                  <a:lnTo>
                    <a:pt x="0" y="4004"/>
                  </a:lnTo>
                  <a:lnTo>
                    <a:pt x="24" y="3780"/>
                  </a:lnTo>
                  <a:lnTo>
                    <a:pt x="188" y="3520"/>
                  </a:lnTo>
                  <a:lnTo>
                    <a:pt x="387" y="3134"/>
                  </a:lnTo>
                  <a:lnTo>
                    <a:pt x="437" y="2958"/>
                  </a:lnTo>
                  <a:lnTo>
                    <a:pt x="504" y="2779"/>
                  </a:lnTo>
                  <a:lnTo>
                    <a:pt x="724" y="2188"/>
                  </a:lnTo>
                  <a:lnTo>
                    <a:pt x="757" y="2162"/>
                  </a:lnTo>
                  <a:lnTo>
                    <a:pt x="852" y="2045"/>
                  </a:lnTo>
                  <a:lnTo>
                    <a:pt x="904" y="1856"/>
                  </a:lnTo>
                  <a:lnTo>
                    <a:pt x="1008" y="1284"/>
                  </a:lnTo>
                  <a:lnTo>
                    <a:pt x="958" y="1018"/>
                  </a:lnTo>
                  <a:lnTo>
                    <a:pt x="1035" y="911"/>
                  </a:lnTo>
                  <a:lnTo>
                    <a:pt x="1059" y="888"/>
                  </a:lnTo>
                  <a:lnTo>
                    <a:pt x="1251" y="733"/>
                  </a:lnTo>
                  <a:lnTo>
                    <a:pt x="1355" y="651"/>
                  </a:lnTo>
                  <a:lnTo>
                    <a:pt x="1561" y="569"/>
                  </a:lnTo>
                  <a:lnTo>
                    <a:pt x="1705" y="629"/>
                  </a:lnTo>
                  <a:lnTo>
                    <a:pt x="1995" y="671"/>
                  </a:lnTo>
                  <a:lnTo>
                    <a:pt x="2284" y="640"/>
                  </a:lnTo>
                  <a:lnTo>
                    <a:pt x="2748" y="479"/>
                  </a:lnTo>
                  <a:lnTo>
                    <a:pt x="2780" y="468"/>
                  </a:lnTo>
                  <a:lnTo>
                    <a:pt x="2881" y="427"/>
                  </a:lnTo>
                  <a:lnTo>
                    <a:pt x="2944" y="402"/>
                  </a:lnTo>
                  <a:lnTo>
                    <a:pt x="3169" y="194"/>
                  </a:lnTo>
                  <a:lnTo>
                    <a:pt x="3222" y="108"/>
                  </a:lnTo>
                  <a:lnTo>
                    <a:pt x="3226" y="102"/>
                  </a:lnTo>
                  <a:lnTo>
                    <a:pt x="3229" y="55"/>
                  </a:lnTo>
                  <a:lnTo>
                    <a:pt x="3414" y="4"/>
                  </a:lnTo>
                  <a:lnTo>
                    <a:pt x="3463" y="0"/>
                  </a:lnTo>
                  <a:lnTo>
                    <a:pt x="3596" y="10"/>
                  </a:lnTo>
                  <a:lnTo>
                    <a:pt x="3612" y="18"/>
                  </a:lnTo>
                  <a:lnTo>
                    <a:pt x="3665" y="91"/>
                  </a:lnTo>
                  <a:lnTo>
                    <a:pt x="3923" y="718"/>
                  </a:lnTo>
                  <a:lnTo>
                    <a:pt x="3929" y="736"/>
                  </a:lnTo>
                  <a:lnTo>
                    <a:pt x="4006" y="95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l1354"/>
            <p:cNvSpPr/>
            <p:nvPr/>
          </p:nvSpPr>
          <p:spPr>
            <a:xfrm>
              <a:off x="4773615" y="5445350"/>
              <a:ext cx="4485" cy="2882"/>
            </a:xfrm>
            <a:custGeom>
              <a:avLst/>
              <a:pathLst>
                <a:path w="4485" h="2882">
                  <a:moveTo>
                    <a:pt x="1428" y="342"/>
                  </a:moveTo>
                  <a:lnTo>
                    <a:pt x="1705" y="397"/>
                  </a:lnTo>
                  <a:lnTo>
                    <a:pt x="1917" y="410"/>
                  </a:lnTo>
                  <a:lnTo>
                    <a:pt x="2030" y="544"/>
                  </a:lnTo>
                  <a:lnTo>
                    <a:pt x="1989" y="820"/>
                  </a:lnTo>
                  <a:lnTo>
                    <a:pt x="1712" y="1010"/>
                  </a:lnTo>
                  <a:lnTo>
                    <a:pt x="1500" y="1275"/>
                  </a:lnTo>
                  <a:lnTo>
                    <a:pt x="1388" y="1417"/>
                  </a:lnTo>
                  <a:lnTo>
                    <a:pt x="1409" y="1475"/>
                  </a:lnTo>
                  <a:lnTo>
                    <a:pt x="1491" y="1537"/>
                  </a:lnTo>
                  <a:lnTo>
                    <a:pt x="1508" y="1550"/>
                  </a:lnTo>
                  <a:lnTo>
                    <a:pt x="1815" y="1786"/>
                  </a:lnTo>
                  <a:lnTo>
                    <a:pt x="2011" y="1925"/>
                  </a:lnTo>
                  <a:lnTo>
                    <a:pt x="2279" y="1908"/>
                  </a:lnTo>
                  <a:lnTo>
                    <a:pt x="2547" y="1911"/>
                  </a:lnTo>
                  <a:lnTo>
                    <a:pt x="2584" y="1912"/>
                  </a:lnTo>
                  <a:lnTo>
                    <a:pt x="3155" y="2104"/>
                  </a:lnTo>
                  <a:lnTo>
                    <a:pt x="3354" y="2186"/>
                  </a:lnTo>
                  <a:lnTo>
                    <a:pt x="3501" y="2248"/>
                  </a:lnTo>
                  <a:lnTo>
                    <a:pt x="3568" y="2098"/>
                  </a:lnTo>
                  <a:lnTo>
                    <a:pt x="3860" y="2051"/>
                  </a:lnTo>
                  <a:lnTo>
                    <a:pt x="4055" y="2080"/>
                  </a:lnTo>
                  <a:lnTo>
                    <a:pt x="4259" y="2111"/>
                  </a:lnTo>
                  <a:lnTo>
                    <a:pt x="4272" y="2122"/>
                  </a:lnTo>
                  <a:lnTo>
                    <a:pt x="4332" y="2172"/>
                  </a:lnTo>
                  <a:lnTo>
                    <a:pt x="4485" y="2439"/>
                  </a:lnTo>
                  <a:lnTo>
                    <a:pt x="4464" y="2688"/>
                  </a:lnTo>
                  <a:lnTo>
                    <a:pt x="4397" y="2763"/>
                  </a:lnTo>
                  <a:lnTo>
                    <a:pt x="4370" y="2781"/>
                  </a:lnTo>
                  <a:lnTo>
                    <a:pt x="4228" y="2769"/>
                  </a:lnTo>
                  <a:lnTo>
                    <a:pt x="3895" y="2721"/>
                  </a:lnTo>
                  <a:lnTo>
                    <a:pt x="3678" y="2629"/>
                  </a:lnTo>
                  <a:lnTo>
                    <a:pt x="3642" y="2615"/>
                  </a:lnTo>
                  <a:lnTo>
                    <a:pt x="3476" y="2705"/>
                  </a:lnTo>
                  <a:lnTo>
                    <a:pt x="3334" y="2855"/>
                  </a:lnTo>
                  <a:lnTo>
                    <a:pt x="3319" y="2882"/>
                  </a:lnTo>
                  <a:lnTo>
                    <a:pt x="2843" y="2702"/>
                  </a:lnTo>
                  <a:lnTo>
                    <a:pt x="2455" y="2498"/>
                  </a:lnTo>
                  <a:lnTo>
                    <a:pt x="2150" y="2467"/>
                  </a:lnTo>
                  <a:lnTo>
                    <a:pt x="2132" y="2476"/>
                  </a:lnTo>
                  <a:lnTo>
                    <a:pt x="2123" y="2507"/>
                  </a:lnTo>
                  <a:lnTo>
                    <a:pt x="2148" y="2639"/>
                  </a:lnTo>
                  <a:lnTo>
                    <a:pt x="2136" y="2688"/>
                  </a:lnTo>
                  <a:lnTo>
                    <a:pt x="2118" y="2693"/>
                  </a:lnTo>
                  <a:lnTo>
                    <a:pt x="2090" y="2701"/>
                  </a:lnTo>
                  <a:lnTo>
                    <a:pt x="1984" y="2674"/>
                  </a:lnTo>
                  <a:lnTo>
                    <a:pt x="1443" y="2240"/>
                  </a:lnTo>
                  <a:lnTo>
                    <a:pt x="1398" y="2223"/>
                  </a:lnTo>
                  <a:lnTo>
                    <a:pt x="503" y="1347"/>
                  </a:lnTo>
                  <a:lnTo>
                    <a:pt x="438" y="1283"/>
                  </a:lnTo>
                  <a:lnTo>
                    <a:pt x="69" y="887"/>
                  </a:lnTo>
                  <a:lnTo>
                    <a:pt x="21" y="813"/>
                  </a:lnTo>
                  <a:lnTo>
                    <a:pt x="0" y="764"/>
                  </a:lnTo>
                  <a:lnTo>
                    <a:pt x="0" y="698"/>
                  </a:lnTo>
                  <a:lnTo>
                    <a:pt x="0" y="664"/>
                  </a:lnTo>
                  <a:lnTo>
                    <a:pt x="40" y="506"/>
                  </a:lnTo>
                  <a:lnTo>
                    <a:pt x="159" y="399"/>
                  </a:lnTo>
                  <a:lnTo>
                    <a:pt x="420" y="235"/>
                  </a:lnTo>
                  <a:lnTo>
                    <a:pt x="700" y="113"/>
                  </a:lnTo>
                  <a:lnTo>
                    <a:pt x="820" y="61"/>
                  </a:lnTo>
                  <a:lnTo>
                    <a:pt x="986" y="0"/>
                  </a:lnTo>
                  <a:lnTo>
                    <a:pt x="1304" y="56"/>
                  </a:lnTo>
                  <a:lnTo>
                    <a:pt x="1398" y="82"/>
                  </a:lnTo>
                  <a:lnTo>
                    <a:pt x="1421" y="124"/>
                  </a:lnTo>
                  <a:lnTo>
                    <a:pt x="1422" y="167"/>
                  </a:lnTo>
                  <a:lnTo>
                    <a:pt x="1393" y="172"/>
                  </a:lnTo>
                  <a:lnTo>
                    <a:pt x="1417" y="317"/>
                  </a:lnTo>
                  <a:lnTo>
                    <a:pt x="1428" y="34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l1355"/>
            <p:cNvSpPr/>
            <p:nvPr/>
          </p:nvSpPr>
          <p:spPr>
            <a:xfrm>
              <a:off x="4771581" y="5444608"/>
              <a:ext cx="1217" cy="580"/>
            </a:xfrm>
            <a:custGeom>
              <a:avLst/>
              <a:pathLst>
                <a:path w="1217" h="580">
                  <a:moveTo>
                    <a:pt x="1006" y="62"/>
                  </a:moveTo>
                  <a:lnTo>
                    <a:pt x="1217" y="339"/>
                  </a:lnTo>
                  <a:lnTo>
                    <a:pt x="1129" y="564"/>
                  </a:lnTo>
                  <a:lnTo>
                    <a:pt x="1081" y="575"/>
                  </a:lnTo>
                  <a:lnTo>
                    <a:pt x="1026" y="580"/>
                  </a:lnTo>
                  <a:lnTo>
                    <a:pt x="839" y="536"/>
                  </a:lnTo>
                  <a:lnTo>
                    <a:pt x="413" y="435"/>
                  </a:lnTo>
                  <a:lnTo>
                    <a:pt x="152" y="243"/>
                  </a:lnTo>
                  <a:lnTo>
                    <a:pt x="126" y="209"/>
                  </a:lnTo>
                  <a:lnTo>
                    <a:pt x="82" y="144"/>
                  </a:lnTo>
                  <a:lnTo>
                    <a:pt x="38" y="95"/>
                  </a:lnTo>
                  <a:lnTo>
                    <a:pt x="0" y="45"/>
                  </a:lnTo>
                  <a:lnTo>
                    <a:pt x="3" y="30"/>
                  </a:lnTo>
                  <a:lnTo>
                    <a:pt x="66" y="0"/>
                  </a:lnTo>
                  <a:lnTo>
                    <a:pt x="105" y="10"/>
                  </a:lnTo>
                  <a:lnTo>
                    <a:pt x="507" y="119"/>
                  </a:lnTo>
                  <a:lnTo>
                    <a:pt x="835" y="109"/>
                  </a:lnTo>
                  <a:lnTo>
                    <a:pt x="831" y="94"/>
                  </a:lnTo>
                  <a:lnTo>
                    <a:pt x="843" y="75"/>
                  </a:lnTo>
                  <a:lnTo>
                    <a:pt x="897" y="36"/>
                  </a:lnTo>
                  <a:lnTo>
                    <a:pt x="951" y="29"/>
                  </a:lnTo>
                  <a:lnTo>
                    <a:pt x="1006" y="6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l1356"/>
            <p:cNvSpPr/>
            <p:nvPr/>
          </p:nvSpPr>
          <p:spPr>
            <a:xfrm>
              <a:off x="4759763" y="5443261"/>
              <a:ext cx="5223" cy="4052"/>
            </a:xfrm>
            <a:custGeom>
              <a:avLst/>
              <a:pathLst>
                <a:path w="5223" h="4052">
                  <a:moveTo>
                    <a:pt x="4919" y="1092"/>
                  </a:moveTo>
                  <a:lnTo>
                    <a:pt x="4637" y="1560"/>
                  </a:lnTo>
                  <a:lnTo>
                    <a:pt x="4473" y="1670"/>
                  </a:lnTo>
                  <a:lnTo>
                    <a:pt x="4126" y="2366"/>
                  </a:lnTo>
                  <a:lnTo>
                    <a:pt x="4008" y="2584"/>
                  </a:lnTo>
                  <a:lnTo>
                    <a:pt x="3812" y="2832"/>
                  </a:lnTo>
                  <a:lnTo>
                    <a:pt x="3655" y="2999"/>
                  </a:lnTo>
                  <a:lnTo>
                    <a:pt x="3576" y="3063"/>
                  </a:lnTo>
                  <a:lnTo>
                    <a:pt x="3540" y="3081"/>
                  </a:lnTo>
                  <a:lnTo>
                    <a:pt x="3436" y="3161"/>
                  </a:lnTo>
                  <a:lnTo>
                    <a:pt x="3335" y="3216"/>
                  </a:lnTo>
                  <a:lnTo>
                    <a:pt x="321" y="3897"/>
                  </a:lnTo>
                  <a:lnTo>
                    <a:pt x="207" y="3906"/>
                  </a:lnTo>
                  <a:lnTo>
                    <a:pt x="207" y="3999"/>
                  </a:lnTo>
                  <a:lnTo>
                    <a:pt x="169" y="4046"/>
                  </a:lnTo>
                  <a:lnTo>
                    <a:pt x="60" y="4052"/>
                  </a:lnTo>
                  <a:lnTo>
                    <a:pt x="17" y="4032"/>
                  </a:lnTo>
                  <a:lnTo>
                    <a:pt x="0" y="3990"/>
                  </a:lnTo>
                  <a:lnTo>
                    <a:pt x="2" y="3704"/>
                  </a:lnTo>
                  <a:lnTo>
                    <a:pt x="21" y="3667"/>
                  </a:lnTo>
                  <a:lnTo>
                    <a:pt x="59" y="3653"/>
                  </a:lnTo>
                  <a:lnTo>
                    <a:pt x="152" y="3653"/>
                  </a:lnTo>
                  <a:lnTo>
                    <a:pt x="219" y="3664"/>
                  </a:lnTo>
                  <a:lnTo>
                    <a:pt x="496" y="3261"/>
                  </a:lnTo>
                  <a:lnTo>
                    <a:pt x="941" y="2608"/>
                  </a:lnTo>
                  <a:lnTo>
                    <a:pt x="950" y="2600"/>
                  </a:lnTo>
                  <a:lnTo>
                    <a:pt x="962" y="2590"/>
                  </a:lnTo>
                  <a:lnTo>
                    <a:pt x="972" y="2581"/>
                  </a:lnTo>
                  <a:lnTo>
                    <a:pt x="1206" y="2500"/>
                  </a:lnTo>
                  <a:lnTo>
                    <a:pt x="1918" y="1743"/>
                  </a:lnTo>
                  <a:lnTo>
                    <a:pt x="2406" y="1212"/>
                  </a:lnTo>
                  <a:lnTo>
                    <a:pt x="2702" y="926"/>
                  </a:lnTo>
                  <a:lnTo>
                    <a:pt x="2782" y="865"/>
                  </a:lnTo>
                  <a:lnTo>
                    <a:pt x="2826" y="887"/>
                  </a:lnTo>
                  <a:lnTo>
                    <a:pt x="3142" y="678"/>
                  </a:lnTo>
                  <a:lnTo>
                    <a:pt x="3505" y="485"/>
                  </a:lnTo>
                  <a:lnTo>
                    <a:pt x="4076" y="222"/>
                  </a:lnTo>
                  <a:lnTo>
                    <a:pt x="4254" y="154"/>
                  </a:lnTo>
                  <a:lnTo>
                    <a:pt x="4451" y="80"/>
                  </a:lnTo>
                  <a:lnTo>
                    <a:pt x="4859" y="0"/>
                  </a:lnTo>
                  <a:lnTo>
                    <a:pt x="4885" y="4"/>
                  </a:lnTo>
                  <a:lnTo>
                    <a:pt x="5008" y="73"/>
                  </a:lnTo>
                  <a:lnTo>
                    <a:pt x="5110" y="165"/>
                  </a:lnTo>
                  <a:lnTo>
                    <a:pt x="5201" y="328"/>
                  </a:lnTo>
                  <a:lnTo>
                    <a:pt x="5219" y="431"/>
                  </a:lnTo>
                  <a:lnTo>
                    <a:pt x="5223" y="632"/>
                  </a:lnTo>
                  <a:lnTo>
                    <a:pt x="5223" y="663"/>
                  </a:lnTo>
                  <a:lnTo>
                    <a:pt x="5217" y="787"/>
                  </a:lnTo>
                  <a:lnTo>
                    <a:pt x="5186" y="866"/>
                  </a:lnTo>
                  <a:lnTo>
                    <a:pt x="5130" y="888"/>
                  </a:lnTo>
                  <a:lnTo>
                    <a:pt x="5051" y="940"/>
                  </a:lnTo>
                  <a:lnTo>
                    <a:pt x="4919" y="10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l1357"/>
            <p:cNvSpPr/>
            <p:nvPr/>
          </p:nvSpPr>
          <p:spPr>
            <a:xfrm>
              <a:off x="4770980" y="5444121"/>
              <a:ext cx="825" cy="476"/>
            </a:xfrm>
            <a:custGeom>
              <a:avLst/>
              <a:pathLst>
                <a:path w="825" h="476">
                  <a:moveTo>
                    <a:pt x="423" y="475"/>
                  </a:moveTo>
                  <a:lnTo>
                    <a:pt x="392" y="476"/>
                  </a:lnTo>
                  <a:lnTo>
                    <a:pt x="80" y="252"/>
                  </a:lnTo>
                  <a:lnTo>
                    <a:pt x="0" y="170"/>
                  </a:lnTo>
                  <a:lnTo>
                    <a:pt x="0" y="122"/>
                  </a:lnTo>
                  <a:lnTo>
                    <a:pt x="13" y="103"/>
                  </a:lnTo>
                  <a:lnTo>
                    <a:pt x="157" y="3"/>
                  </a:lnTo>
                  <a:lnTo>
                    <a:pt x="173" y="0"/>
                  </a:lnTo>
                  <a:lnTo>
                    <a:pt x="551" y="60"/>
                  </a:lnTo>
                  <a:lnTo>
                    <a:pt x="825" y="173"/>
                  </a:lnTo>
                  <a:lnTo>
                    <a:pt x="792" y="256"/>
                  </a:lnTo>
                  <a:lnTo>
                    <a:pt x="527" y="430"/>
                  </a:lnTo>
                  <a:lnTo>
                    <a:pt x="423" y="47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l1358"/>
            <p:cNvSpPr/>
            <p:nvPr/>
          </p:nvSpPr>
          <p:spPr>
            <a:xfrm>
              <a:off x="4773918" y="5443953"/>
              <a:ext cx="708" cy="493"/>
            </a:xfrm>
            <a:custGeom>
              <a:avLst/>
              <a:pathLst>
                <a:path w="708" h="493">
                  <a:moveTo>
                    <a:pt x="671" y="493"/>
                  </a:moveTo>
                  <a:lnTo>
                    <a:pt x="230" y="437"/>
                  </a:lnTo>
                  <a:lnTo>
                    <a:pt x="162" y="417"/>
                  </a:lnTo>
                  <a:lnTo>
                    <a:pt x="58" y="360"/>
                  </a:lnTo>
                  <a:lnTo>
                    <a:pt x="50" y="348"/>
                  </a:lnTo>
                  <a:lnTo>
                    <a:pt x="25" y="311"/>
                  </a:lnTo>
                  <a:lnTo>
                    <a:pt x="0" y="274"/>
                  </a:lnTo>
                  <a:lnTo>
                    <a:pt x="9" y="251"/>
                  </a:lnTo>
                  <a:lnTo>
                    <a:pt x="24" y="215"/>
                  </a:lnTo>
                  <a:lnTo>
                    <a:pt x="87" y="107"/>
                  </a:lnTo>
                  <a:lnTo>
                    <a:pt x="150" y="20"/>
                  </a:lnTo>
                  <a:lnTo>
                    <a:pt x="199" y="0"/>
                  </a:lnTo>
                  <a:lnTo>
                    <a:pt x="255" y="4"/>
                  </a:lnTo>
                  <a:lnTo>
                    <a:pt x="495" y="126"/>
                  </a:lnTo>
                  <a:lnTo>
                    <a:pt x="708" y="372"/>
                  </a:lnTo>
                  <a:lnTo>
                    <a:pt x="708" y="417"/>
                  </a:lnTo>
                  <a:lnTo>
                    <a:pt x="702" y="432"/>
                  </a:lnTo>
                  <a:lnTo>
                    <a:pt x="676" y="489"/>
                  </a:lnTo>
                  <a:lnTo>
                    <a:pt x="671" y="49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l1359"/>
            <p:cNvSpPr/>
            <p:nvPr/>
          </p:nvSpPr>
          <p:spPr>
            <a:xfrm>
              <a:off x="4772135" y="5443445"/>
              <a:ext cx="774" cy="625"/>
            </a:xfrm>
            <a:custGeom>
              <a:avLst/>
              <a:pathLst>
                <a:path w="774" h="625">
                  <a:moveTo>
                    <a:pt x="585" y="596"/>
                  </a:moveTo>
                  <a:lnTo>
                    <a:pt x="499" y="625"/>
                  </a:lnTo>
                  <a:lnTo>
                    <a:pt x="345" y="558"/>
                  </a:lnTo>
                  <a:lnTo>
                    <a:pt x="217" y="465"/>
                  </a:lnTo>
                  <a:lnTo>
                    <a:pt x="37" y="280"/>
                  </a:lnTo>
                  <a:lnTo>
                    <a:pt x="0" y="137"/>
                  </a:lnTo>
                  <a:lnTo>
                    <a:pt x="66" y="109"/>
                  </a:lnTo>
                  <a:lnTo>
                    <a:pt x="102" y="94"/>
                  </a:lnTo>
                  <a:lnTo>
                    <a:pt x="241" y="35"/>
                  </a:lnTo>
                  <a:lnTo>
                    <a:pt x="393" y="0"/>
                  </a:lnTo>
                  <a:lnTo>
                    <a:pt x="610" y="114"/>
                  </a:lnTo>
                  <a:lnTo>
                    <a:pt x="689" y="178"/>
                  </a:lnTo>
                  <a:lnTo>
                    <a:pt x="731" y="226"/>
                  </a:lnTo>
                  <a:lnTo>
                    <a:pt x="774" y="333"/>
                  </a:lnTo>
                  <a:lnTo>
                    <a:pt x="748" y="396"/>
                  </a:lnTo>
                  <a:lnTo>
                    <a:pt x="585" y="59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l1360"/>
            <p:cNvSpPr/>
            <p:nvPr/>
          </p:nvSpPr>
          <p:spPr>
            <a:xfrm>
              <a:off x="4773890" y="5441902"/>
              <a:ext cx="4953" cy="4250"/>
            </a:xfrm>
            <a:custGeom>
              <a:avLst/>
              <a:pathLst>
                <a:path w="4953" h="4250">
                  <a:moveTo>
                    <a:pt x="3311" y="410"/>
                  </a:moveTo>
                  <a:lnTo>
                    <a:pt x="3366" y="445"/>
                  </a:lnTo>
                  <a:lnTo>
                    <a:pt x="3686" y="717"/>
                  </a:lnTo>
                  <a:lnTo>
                    <a:pt x="3689" y="746"/>
                  </a:lnTo>
                  <a:lnTo>
                    <a:pt x="3859" y="849"/>
                  </a:lnTo>
                  <a:lnTo>
                    <a:pt x="4072" y="925"/>
                  </a:lnTo>
                  <a:lnTo>
                    <a:pt x="4359" y="960"/>
                  </a:lnTo>
                  <a:lnTo>
                    <a:pt x="4462" y="947"/>
                  </a:lnTo>
                  <a:lnTo>
                    <a:pt x="4509" y="976"/>
                  </a:lnTo>
                  <a:lnTo>
                    <a:pt x="4723" y="1372"/>
                  </a:lnTo>
                  <a:lnTo>
                    <a:pt x="4729" y="1397"/>
                  </a:lnTo>
                  <a:lnTo>
                    <a:pt x="4719" y="1437"/>
                  </a:lnTo>
                  <a:lnTo>
                    <a:pt x="4714" y="1458"/>
                  </a:lnTo>
                  <a:lnTo>
                    <a:pt x="4652" y="1492"/>
                  </a:lnTo>
                  <a:lnTo>
                    <a:pt x="4578" y="1514"/>
                  </a:lnTo>
                  <a:lnTo>
                    <a:pt x="4540" y="1511"/>
                  </a:lnTo>
                  <a:lnTo>
                    <a:pt x="4476" y="1487"/>
                  </a:lnTo>
                  <a:lnTo>
                    <a:pt x="4345" y="1355"/>
                  </a:lnTo>
                  <a:lnTo>
                    <a:pt x="4146" y="1197"/>
                  </a:lnTo>
                  <a:lnTo>
                    <a:pt x="4131" y="1192"/>
                  </a:lnTo>
                  <a:lnTo>
                    <a:pt x="4095" y="1199"/>
                  </a:lnTo>
                  <a:lnTo>
                    <a:pt x="3622" y="1387"/>
                  </a:lnTo>
                  <a:lnTo>
                    <a:pt x="3583" y="1403"/>
                  </a:lnTo>
                  <a:lnTo>
                    <a:pt x="3528" y="1465"/>
                  </a:lnTo>
                  <a:lnTo>
                    <a:pt x="3402" y="1715"/>
                  </a:lnTo>
                  <a:lnTo>
                    <a:pt x="3399" y="1737"/>
                  </a:lnTo>
                  <a:lnTo>
                    <a:pt x="3377" y="1932"/>
                  </a:lnTo>
                  <a:lnTo>
                    <a:pt x="3515" y="1977"/>
                  </a:lnTo>
                  <a:lnTo>
                    <a:pt x="3724" y="1944"/>
                  </a:lnTo>
                  <a:lnTo>
                    <a:pt x="3765" y="1945"/>
                  </a:lnTo>
                  <a:lnTo>
                    <a:pt x="4067" y="2030"/>
                  </a:lnTo>
                  <a:lnTo>
                    <a:pt x="4122" y="2070"/>
                  </a:lnTo>
                  <a:lnTo>
                    <a:pt x="4232" y="2179"/>
                  </a:lnTo>
                  <a:lnTo>
                    <a:pt x="4264" y="2235"/>
                  </a:lnTo>
                  <a:lnTo>
                    <a:pt x="4173" y="2516"/>
                  </a:lnTo>
                  <a:lnTo>
                    <a:pt x="3921" y="2515"/>
                  </a:lnTo>
                  <a:lnTo>
                    <a:pt x="3894" y="2546"/>
                  </a:lnTo>
                  <a:lnTo>
                    <a:pt x="3936" y="2802"/>
                  </a:lnTo>
                  <a:lnTo>
                    <a:pt x="3979" y="2893"/>
                  </a:lnTo>
                  <a:lnTo>
                    <a:pt x="4324" y="3385"/>
                  </a:lnTo>
                  <a:lnTo>
                    <a:pt x="4356" y="3417"/>
                  </a:lnTo>
                  <a:lnTo>
                    <a:pt x="4379" y="3434"/>
                  </a:lnTo>
                  <a:lnTo>
                    <a:pt x="4426" y="3447"/>
                  </a:lnTo>
                  <a:lnTo>
                    <a:pt x="4436" y="3450"/>
                  </a:lnTo>
                  <a:lnTo>
                    <a:pt x="4469" y="3446"/>
                  </a:lnTo>
                  <a:lnTo>
                    <a:pt x="4495" y="3431"/>
                  </a:lnTo>
                  <a:lnTo>
                    <a:pt x="4607" y="3450"/>
                  </a:lnTo>
                  <a:lnTo>
                    <a:pt x="4779" y="3524"/>
                  </a:lnTo>
                  <a:lnTo>
                    <a:pt x="4800" y="3540"/>
                  </a:lnTo>
                  <a:lnTo>
                    <a:pt x="4847" y="3586"/>
                  </a:lnTo>
                  <a:lnTo>
                    <a:pt x="4922" y="3669"/>
                  </a:lnTo>
                  <a:lnTo>
                    <a:pt x="4953" y="3712"/>
                  </a:lnTo>
                  <a:lnTo>
                    <a:pt x="4846" y="3864"/>
                  </a:lnTo>
                  <a:lnTo>
                    <a:pt x="4393" y="3992"/>
                  </a:lnTo>
                  <a:lnTo>
                    <a:pt x="4418" y="4106"/>
                  </a:lnTo>
                  <a:lnTo>
                    <a:pt x="4427" y="4198"/>
                  </a:lnTo>
                  <a:lnTo>
                    <a:pt x="4398" y="4231"/>
                  </a:lnTo>
                  <a:lnTo>
                    <a:pt x="4367" y="4237"/>
                  </a:lnTo>
                  <a:lnTo>
                    <a:pt x="4259" y="4250"/>
                  </a:lnTo>
                  <a:lnTo>
                    <a:pt x="4247" y="4250"/>
                  </a:lnTo>
                  <a:lnTo>
                    <a:pt x="4158" y="4221"/>
                  </a:lnTo>
                  <a:lnTo>
                    <a:pt x="4106" y="4178"/>
                  </a:lnTo>
                  <a:lnTo>
                    <a:pt x="3730" y="3824"/>
                  </a:lnTo>
                  <a:lnTo>
                    <a:pt x="3600" y="3702"/>
                  </a:lnTo>
                  <a:lnTo>
                    <a:pt x="3283" y="3581"/>
                  </a:lnTo>
                  <a:lnTo>
                    <a:pt x="3202" y="3620"/>
                  </a:lnTo>
                  <a:lnTo>
                    <a:pt x="3137" y="3602"/>
                  </a:lnTo>
                  <a:lnTo>
                    <a:pt x="2984" y="3541"/>
                  </a:lnTo>
                  <a:lnTo>
                    <a:pt x="2858" y="3469"/>
                  </a:lnTo>
                  <a:lnTo>
                    <a:pt x="2754" y="3399"/>
                  </a:lnTo>
                  <a:lnTo>
                    <a:pt x="2667" y="3321"/>
                  </a:lnTo>
                  <a:lnTo>
                    <a:pt x="2620" y="3279"/>
                  </a:lnTo>
                  <a:lnTo>
                    <a:pt x="2240" y="2938"/>
                  </a:lnTo>
                  <a:lnTo>
                    <a:pt x="2183" y="2894"/>
                  </a:lnTo>
                  <a:lnTo>
                    <a:pt x="1843" y="2628"/>
                  </a:lnTo>
                  <a:lnTo>
                    <a:pt x="1810" y="2602"/>
                  </a:lnTo>
                  <a:lnTo>
                    <a:pt x="1486" y="2372"/>
                  </a:lnTo>
                  <a:lnTo>
                    <a:pt x="1415" y="2311"/>
                  </a:lnTo>
                  <a:lnTo>
                    <a:pt x="1303" y="2178"/>
                  </a:lnTo>
                  <a:lnTo>
                    <a:pt x="1320" y="2090"/>
                  </a:lnTo>
                  <a:lnTo>
                    <a:pt x="1242" y="1867"/>
                  </a:lnTo>
                  <a:lnTo>
                    <a:pt x="1158" y="1629"/>
                  </a:lnTo>
                  <a:lnTo>
                    <a:pt x="775" y="1241"/>
                  </a:lnTo>
                  <a:lnTo>
                    <a:pt x="515" y="1233"/>
                  </a:lnTo>
                  <a:lnTo>
                    <a:pt x="415" y="1230"/>
                  </a:lnTo>
                  <a:lnTo>
                    <a:pt x="33" y="796"/>
                  </a:lnTo>
                  <a:lnTo>
                    <a:pt x="0" y="605"/>
                  </a:lnTo>
                  <a:lnTo>
                    <a:pt x="204" y="388"/>
                  </a:lnTo>
                  <a:lnTo>
                    <a:pt x="257" y="332"/>
                  </a:lnTo>
                  <a:lnTo>
                    <a:pt x="454" y="183"/>
                  </a:lnTo>
                  <a:lnTo>
                    <a:pt x="499" y="157"/>
                  </a:lnTo>
                  <a:lnTo>
                    <a:pt x="538" y="141"/>
                  </a:lnTo>
                  <a:lnTo>
                    <a:pt x="581" y="123"/>
                  </a:lnTo>
                  <a:lnTo>
                    <a:pt x="729" y="61"/>
                  </a:lnTo>
                  <a:lnTo>
                    <a:pt x="1081" y="0"/>
                  </a:lnTo>
                  <a:lnTo>
                    <a:pt x="1731" y="31"/>
                  </a:lnTo>
                  <a:lnTo>
                    <a:pt x="1946" y="133"/>
                  </a:lnTo>
                  <a:lnTo>
                    <a:pt x="2388" y="257"/>
                  </a:lnTo>
                  <a:lnTo>
                    <a:pt x="2527" y="246"/>
                  </a:lnTo>
                  <a:lnTo>
                    <a:pt x="2562" y="229"/>
                  </a:lnTo>
                  <a:lnTo>
                    <a:pt x="2662" y="179"/>
                  </a:lnTo>
                  <a:lnTo>
                    <a:pt x="2765" y="157"/>
                  </a:lnTo>
                  <a:lnTo>
                    <a:pt x="2914" y="161"/>
                  </a:lnTo>
                  <a:lnTo>
                    <a:pt x="3311" y="4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l1361"/>
            <p:cNvSpPr/>
            <p:nvPr/>
          </p:nvSpPr>
          <p:spPr>
            <a:xfrm>
              <a:off x="4778439" y="5442283"/>
              <a:ext cx="542" cy="767"/>
            </a:xfrm>
            <a:custGeom>
              <a:avLst/>
              <a:pathLst>
                <a:path w="542" h="767">
                  <a:moveTo>
                    <a:pt x="407" y="767"/>
                  </a:moveTo>
                  <a:lnTo>
                    <a:pt x="401" y="766"/>
                  </a:lnTo>
                  <a:lnTo>
                    <a:pt x="393" y="758"/>
                  </a:lnTo>
                  <a:lnTo>
                    <a:pt x="299" y="634"/>
                  </a:lnTo>
                  <a:lnTo>
                    <a:pt x="231" y="521"/>
                  </a:lnTo>
                  <a:lnTo>
                    <a:pt x="186" y="337"/>
                  </a:lnTo>
                  <a:lnTo>
                    <a:pt x="158" y="265"/>
                  </a:lnTo>
                  <a:lnTo>
                    <a:pt x="129" y="208"/>
                  </a:lnTo>
                  <a:lnTo>
                    <a:pt x="32" y="119"/>
                  </a:lnTo>
                  <a:lnTo>
                    <a:pt x="5" y="94"/>
                  </a:lnTo>
                  <a:lnTo>
                    <a:pt x="0" y="65"/>
                  </a:lnTo>
                  <a:lnTo>
                    <a:pt x="21" y="38"/>
                  </a:lnTo>
                  <a:lnTo>
                    <a:pt x="115" y="10"/>
                  </a:lnTo>
                  <a:lnTo>
                    <a:pt x="212" y="0"/>
                  </a:lnTo>
                  <a:lnTo>
                    <a:pt x="307" y="118"/>
                  </a:lnTo>
                  <a:lnTo>
                    <a:pt x="326" y="142"/>
                  </a:lnTo>
                  <a:lnTo>
                    <a:pt x="441" y="286"/>
                  </a:lnTo>
                  <a:lnTo>
                    <a:pt x="482" y="350"/>
                  </a:lnTo>
                  <a:lnTo>
                    <a:pt x="492" y="366"/>
                  </a:lnTo>
                  <a:lnTo>
                    <a:pt x="542" y="472"/>
                  </a:lnTo>
                  <a:lnTo>
                    <a:pt x="506" y="619"/>
                  </a:lnTo>
                  <a:lnTo>
                    <a:pt x="430" y="767"/>
                  </a:lnTo>
                  <a:lnTo>
                    <a:pt x="407" y="76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l1362"/>
            <p:cNvSpPr/>
            <p:nvPr/>
          </p:nvSpPr>
          <p:spPr>
            <a:xfrm>
              <a:off x="4763967" y="5439534"/>
              <a:ext cx="554" cy="800"/>
            </a:xfrm>
            <a:custGeom>
              <a:avLst/>
              <a:pathLst>
                <a:path w="554" h="800">
                  <a:moveTo>
                    <a:pt x="550" y="104"/>
                  </a:moveTo>
                  <a:lnTo>
                    <a:pt x="554" y="163"/>
                  </a:lnTo>
                  <a:lnTo>
                    <a:pt x="542" y="316"/>
                  </a:lnTo>
                  <a:lnTo>
                    <a:pt x="485" y="488"/>
                  </a:lnTo>
                  <a:lnTo>
                    <a:pt x="410" y="602"/>
                  </a:lnTo>
                  <a:lnTo>
                    <a:pt x="242" y="767"/>
                  </a:lnTo>
                  <a:lnTo>
                    <a:pt x="138" y="800"/>
                  </a:lnTo>
                  <a:lnTo>
                    <a:pt x="107" y="795"/>
                  </a:lnTo>
                  <a:lnTo>
                    <a:pt x="92" y="779"/>
                  </a:lnTo>
                  <a:lnTo>
                    <a:pt x="63" y="714"/>
                  </a:lnTo>
                  <a:lnTo>
                    <a:pt x="21" y="435"/>
                  </a:lnTo>
                  <a:lnTo>
                    <a:pt x="0" y="223"/>
                  </a:lnTo>
                  <a:lnTo>
                    <a:pt x="7" y="16"/>
                  </a:lnTo>
                  <a:lnTo>
                    <a:pt x="32" y="7"/>
                  </a:lnTo>
                  <a:lnTo>
                    <a:pt x="121" y="38"/>
                  </a:lnTo>
                  <a:lnTo>
                    <a:pt x="207" y="57"/>
                  </a:lnTo>
                  <a:lnTo>
                    <a:pt x="436" y="0"/>
                  </a:lnTo>
                  <a:lnTo>
                    <a:pt x="498" y="1"/>
                  </a:lnTo>
                  <a:lnTo>
                    <a:pt x="509" y="10"/>
                  </a:lnTo>
                  <a:lnTo>
                    <a:pt x="550" y="10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l1363"/>
            <p:cNvSpPr/>
            <p:nvPr/>
          </p:nvSpPr>
          <p:spPr>
            <a:xfrm>
              <a:off x="4762927" y="5439153"/>
              <a:ext cx="495" cy="411"/>
            </a:xfrm>
            <a:custGeom>
              <a:avLst/>
              <a:pathLst>
                <a:path w="495" h="411">
                  <a:moveTo>
                    <a:pt x="230" y="411"/>
                  </a:moveTo>
                  <a:lnTo>
                    <a:pt x="221" y="410"/>
                  </a:lnTo>
                  <a:lnTo>
                    <a:pt x="72" y="331"/>
                  </a:lnTo>
                  <a:lnTo>
                    <a:pt x="7" y="265"/>
                  </a:lnTo>
                  <a:lnTo>
                    <a:pt x="0" y="241"/>
                  </a:lnTo>
                  <a:lnTo>
                    <a:pt x="16" y="210"/>
                  </a:lnTo>
                  <a:lnTo>
                    <a:pt x="141" y="100"/>
                  </a:lnTo>
                  <a:lnTo>
                    <a:pt x="341" y="0"/>
                  </a:lnTo>
                  <a:lnTo>
                    <a:pt x="369" y="1"/>
                  </a:lnTo>
                  <a:lnTo>
                    <a:pt x="383" y="5"/>
                  </a:lnTo>
                  <a:lnTo>
                    <a:pt x="441" y="99"/>
                  </a:lnTo>
                  <a:lnTo>
                    <a:pt x="456" y="123"/>
                  </a:lnTo>
                  <a:lnTo>
                    <a:pt x="495" y="294"/>
                  </a:lnTo>
                  <a:lnTo>
                    <a:pt x="463" y="352"/>
                  </a:lnTo>
                  <a:lnTo>
                    <a:pt x="446" y="363"/>
                  </a:lnTo>
                  <a:lnTo>
                    <a:pt x="414" y="375"/>
                  </a:lnTo>
                  <a:lnTo>
                    <a:pt x="386" y="381"/>
                  </a:lnTo>
                  <a:lnTo>
                    <a:pt x="230" y="41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l1364"/>
            <p:cNvSpPr/>
            <p:nvPr/>
          </p:nvSpPr>
          <p:spPr>
            <a:xfrm>
              <a:off x="4780358" y="5442128"/>
              <a:ext cx="918" cy="869"/>
            </a:xfrm>
            <a:custGeom>
              <a:avLst/>
              <a:pathLst>
                <a:path w="918" h="869">
                  <a:moveTo>
                    <a:pt x="816" y="869"/>
                  </a:moveTo>
                  <a:lnTo>
                    <a:pt x="746" y="865"/>
                  </a:lnTo>
                  <a:lnTo>
                    <a:pt x="460" y="770"/>
                  </a:lnTo>
                  <a:lnTo>
                    <a:pt x="43" y="365"/>
                  </a:lnTo>
                  <a:lnTo>
                    <a:pt x="0" y="290"/>
                  </a:lnTo>
                  <a:lnTo>
                    <a:pt x="165" y="94"/>
                  </a:lnTo>
                  <a:lnTo>
                    <a:pt x="336" y="39"/>
                  </a:lnTo>
                  <a:lnTo>
                    <a:pt x="531" y="0"/>
                  </a:lnTo>
                  <a:lnTo>
                    <a:pt x="583" y="0"/>
                  </a:lnTo>
                  <a:lnTo>
                    <a:pt x="740" y="44"/>
                  </a:lnTo>
                  <a:lnTo>
                    <a:pt x="758" y="52"/>
                  </a:lnTo>
                  <a:lnTo>
                    <a:pt x="779" y="66"/>
                  </a:lnTo>
                  <a:lnTo>
                    <a:pt x="918" y="525"/>
                  </a:lnTo>
                  <a:lnTo>
                    <a:pt x="893" y="739"/>
                  </a:lnTo>
                  <a:lnTo>
                    <a:pt x="822" y="866"/>
                  </a:lnTo>
                  <a:lnTo>
                    <a:pt x="816" y="86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l1365"/>
            <p:cNvSpPr/>
            <p:nvPr/>
          </p:nvSpPr>
          <p:spPr>
            <a:xfrm>
              <a:off x="4763633" y="5439015"/>
              <a:ext cx="517" cy="380"/>
            </a:xfrm>
            <a:custGeom>
              <a:avLst/>
              <a:pathLst>
                <a:path w="517" h="380">
                  <a:moveTo>
                    <a:pt x="517" y="27"/>
                  </a:moveTo>
                  <a:lnTo>
                    <a:pt x="517" y="187"/>
                  </a:lnTo>
                  <a:lnTo>
                    <a:pt x="365" y="374"/>
                  </a:lnTo>
                  <a:lnTo>
                    <a:pt x="340" y="380"/>
                  </a:lnTo>
                  <a:lnTo>
                    <a:pt x="80" y="375"/>
                  </a:lnTo>
                  <a:lnTo>
                    <a:pt x="74" y="375"/>
                  </a:lnTo>
                  <a:lnTo>
                    <a:pt x="60" y="367"/>
                  </a:lnTo>
                  <a:lnTo>
                    <a:pt x="53" y="358"/>
                  </a:lnTo>
                  <a:lnTo>
                    <a:pt x="42" y="337"/>
                  </a:lnTo>
                  <a:lnTo>
                    <a:pt x="0" y="132"/>
                  </a:lnTo>
                  <a:lnTo>
                    <a:pt x="2" y="97"/>
                  </a:lnTo>
                  <a:lnTo>
                    <a:pt x="13" y="87"/>
                  </a:lnTo>
                  <a:lnTo>
                    <a:pt x="91" y="49"/>
                  </a:lnTo>
                  <a:lnTo>
                    <a:pt x="226" y="29"/>
                  </a:lnTo>
                  <a:lnTo>
                    <a:pt x="261" y="56"/>
                  </a:lnTo>
                  <a:lnTo>
                    <a:pt x="318" y="71"/>
                  </a:lnTo>
                  <a:lnTo>
                    <a:pt x="373" y="75"/>
                  </a:lnTo>
                  <a:lnTo>
                    <a:pt x="481" y="14"/>
                  </a:lnTo>
                  <a:lnTo>
                    <a:pt x="494" y="0"/>
                  </a:lnTo>
                  <a:lnTo>
                    <a:pt x="517" y="2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l1366"/>
            <p:cNvSpPr/>
            <p:nvPr/>
          </p:nvSpPr>
          <p:spPr>
            <a:xfrm>
              <a:off x="4775380" y="5440334"/>
              <a:ext cx="1088" cy="736"/>
            </a:xfrm>
            <a:custGeom>
              <a:avLst/>
              <a:pathLst>
                <a:path w="1088" h="736">
                  <a:moveTo>
                    <a:pt x="512" y="717"/>
                  </a:moveTo>
                  <a:lnTo>
                    <a:pt x="248" y="736"/>
                  </a:lnTo>
                  <a:lnTo>
                    <a:pt x="97" y="490"/>
                  </a:lnTo>
                  <a:lnTo>
                    <a:pt x="73" y="446"/>
                  </a:lnTo>
                  <a:lnTo>
                    <a:pt x="37" y="377"/>
                  </a:lnTo>
                  <a:lnTo>
                    <a:pt x="0" y="101"/>
                  </a:lnTo>
                  <a:lnTo>
                    <a:pt x="72" y="38"/>
                  </a:lnTo>
                  <a:lnTo>
                    <a:pt x="119" y="16"/>
                  </a:lnTo>
                  <a:lnTo>
                    <a:pt x="428" y="0"/>
                  </a:lnTo>
                  <a:lnTo>
                    <a:pt x="479" y="11"/>
                  </a:lnTo>
                  <a:lnTo>
                    <a:pt x="586" y="31"/>
                  </a:lnTo>
                  <a:lnTo>
                    <a:pt x="785" y="189"/>
                  </a:lnTo>
                  <a:lnTo>
                    <a:pt x="1088" y="431"/>
                  </a:lnTo>
                  <a:lnTo>
                    <a:pt x="1079" y="466"/>
                  </a:lnTo>
                  <a:lnTo>
                    <a:pt x="963" y="622"/>
                  </a:lnTo>
                  <a:lnTo>
                    <a:pt x="894" y="660"/>
                  </a:lnTo>
                  <a:lnTo>
                    <a:pt x="876" y="665"/>
                  </a:lnTo>
                  <a:lnTo>
                    <a:pt x="554" y="713"/>
                  </a:lnTo>
                  <a:lnTo>
                    <a:pt x="512" y="71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l1367"/>
            <p:cNvSpPr/>
            <p:nvPr/>
          </p:nvSpPr>
          <p:spPr>
            <a:xfrm>
              <a:off x="4763603" y="5438170"/>
              <a:ext cx="835" cy="784"/>
            </a:xfrm>
            <a:custGeom>
              <a:avLst/>
              <a:pathLst>
                <a:path w="835" h="784">
                  <a:moveTo>
                    <a:pt x="737" y="736"/>
                  </a:moveTo>
                  <a:lnTo>
                    <a:pt x="541" y="784"/>
                  </a:lnTo>
                  <a:lnTo>
                    <a:pt x="511" y="779"/>
                  </a:lnTo>
                  <a:lnTo>
                    <a:pt x="345" y="750"/>
                  </a:lnTo>
                  <a:lnTo>
                    <a:pt x="176" y="668"/>
                  </a:lnTo>
                  <a:lnTo>
                    <a:pt x="61" y="564"/>
                  </a:lnTo>
                  <a:lnTo>
                    <a:pt x="5" y="430"/>
                  </a:lnTo>
                  <a:lnTo>
                    <a:pt x="0" y="344"/>
                  </a:lnTo>
                  <a:lnTo>
                    <a:pt x="13" y="180"/>
                  </a:lnTo>
                  <a:lnTo>
                    <a:pt x="165" y="34"/>
                  </a:lnTo>
                  <a:lnTo>
                    <a:pt x="200" y="11"/>
                  </a:lnTo>
                  <a:lnTo>
                    <a:pt x="213" y="5"/>
                  </a:lnTo>
                  <a:lnTo>
                    <a:pt x="233" y="1"/>
                  </a:lnTo>
                  <a:lnTo>
                    <a:pt x="243" y="0"/>
                  </a:lnTo>
                  <a:lnTo>
                    <a:pt x="268" y="6"/>
                  </a:lnTo>
                  <a:lnTo>
                    <a:pt x="317" y="18"/>
                  </a:lnTo>
                  <a:lnTo>
                    <a:pt x="672" y="204"/>
                  </a:lnTo>
                  <a:lnTo>
                    <a:pt x="815" y="402"/>
                  </a:lnTo>
                  <a:lnTo>
                    <a:pt x="835" y="521"/>
                  </a:lnTo>
                  <a:lnTo>
                    <a:pt x="827" y="614"/>
                  </a:lnTo>
                  <a:lnTo>
                    <a:pt x="747" y="730"/>
                  </a:lnTo>
                  <a:lnTo>
                    <a:pt x="737" y="73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l1368"/>
            <p:cNvSpPr/>
            <p:nvPr/>
          </p:nvSpPr>
          <p:spPr>
            <a:xfrm>
              <a:off x="4776736" y="5439948"/>
              <a:ext cx="3088" cy="1757"/>
            </a:xfrm>
            <a:custGeom>
              <a:avLst/>
              <a:pathLst>
                <a:path w="3088" h="1757">
                  <a:moveTo>
                    <a:pt x="3088" y="350"/>
                  </a:moveTo>
                  <a:lnTo>
                    <a:pt x="3045" y="589"/>
                  </a:lnTo>
                  <a:lnTo>
                    <a:pt x="2988" y="583"/>
                  </a:lnTo>
                  <a:lnTo>
                    <a:pt x="2948" y="568"/>
                  </a:lnTo>
                  <a:lnTo>
                    <a:pt x="2857" y="563"/>
                  </a:lnTo>
                  <a:lnTo>
                    <a:pt x="2849" y="563"/>
                  </a:lnTo>
                  <a:lnTo>
                    <a:pt x="2742" y="563"/>
                  </a:lnTo>
                  <a:lnTo>
                    <a:pt x="2585" y="672"/>
                  </a:lnTo>
                  <a:lnTo>
                    <a:pt x="2584" y="710"/>
                  </a:lnTo>
                  <a:lnTo>
                    <a:pt x="2625" y="817"/>
                  </a:lnTo>
                  <a:lnTo>
                    <a:pt x="2752" y="976"/>
                  </a:lnTo>
                  <a:lnTo>
                    <a:pt x="2762" y="1140"/>
                  </a:lnTo>
                  <a:lnTo>
                    <a:pt x="2741" y="1178"/>
                  </a:lnTo>
                  <a:lnTo>
                    <a:pt x="2726" y="1207"/>
                  </a:lnTo>
                  <a:lnTo>
                    <a:pt x="2604" y="1224"/>
                  </a:lnTo>
                  <a:lnTo>
                    <a:pt x="2575" y="1228"/>
                  </a:lnTo>
                  <a:lnTo>
                    <a:pt x="2299" y="1199"/>
                  </a:lnTo>
                  <a:lnTo>
                    <a:pt x="2243" y="1204"/>
                  </a:lnTo>
                  <a:lnTo>
                    <a:pt x="2112" y="1265"/>
                  </a:lnTo>
                  <a:lnTo>
                    <a:pt x="2092" y="1281"/>
                  </a:lnTo>
                  <a:lnTo>
                    <a:pt x="2080" y="1295"/>
                  </a:lnTo>
                  <a:lnTo>
                    <a:pt x="2005" y="1467"/>
                  </a:lnTo>
                  <a:lnTo>
                    <a:pt x="1764" y="1568"/>
                  </a:lnTo>
                  <a:lnTo>
                    <a:pt x="1673" y="1555"/>
                  </a:lnTo>
                  <a:lnTo>
                    <a:pt x="1517" y="1561"/>
                  </a:lnTo>
                  <a:lnTo>
                    <a:pt x="1301" y="1601"/>
                  </a:lnTo>
                  <a:lnTo>
                    <a:pt x="1165" y="1708"/>
                  </a:lnTo>
                  <a:lnTo>
                    <a:pt x="1102" y="1757"/>
                  </a:lnTo>
                  <a:lnTo>
                    <a:pt x="729" y="1671"/>
                  </a:lnTo>
                  <a:lnTo>
                    <a:pt x="653" y="1643"/>
                  </a:lnTo>
                  <a:lnTo>
                    <a:pt x="288" y="1467"/>
                  </a:lnTo>
                  <a:lnTo>
                    <a:pt x="217" y="1419"/>
                  </a:lnTo>
                  <a:lnTo>
                    <a:pt x="150" y="1351"/>
                  </a:lnTo>
                  <a:lnTo>
                    <a:pt x="29" y="1133"/>
                  </a:lnTo>
                  <a:lnTo>
                    <a:pt x="0" y="552"/>
                  </a:lnTo>
                  <a:lnTo>
                    <a:pt x="9" y="535"/>
                  </a:lnTo>
                  <a:lnTo>
                    <a:pt x="220" y="395"/>
                  </a:lnTo>
                  <a:lnTo>
                    <a:pt x="881" y="0"/>
                  </a:lnTo>
                  <a:lnTo>
                    <a:pt x="889" y="0"/>
                  </a:lnTo>
                  <a:lnTo>
                    <a:pt x="1505" y="159"/>
                  </a:lnTo>
                  <a:lnTo>
                    <a:pt x="1542" y="229"/>
                  </a:lnTo>
                  <a:lnTo>
                    <a:pt x="1624" y="277"/>
                  </a:lnTo>
                  <a:lnTo>
                    <a:pt x="1887" y="379"/>
                  </a:lnTo>
                  <a:lnTo>
                    <a:pt x="2451" y="240"/>
                  </a:lnTo>
                  <a:lnTo>
                    <a:pt x="2476" y="190"/>
                  </a:lnTo>
                  <a:lnTo>
                    <a:pt x="2481" y="160"/>
                  </a:lnTo>
                  <a:lnTo>
                    <a:pt x="2492" y="149"/>
                  </a:lnTo>
                  <a:lnTo>
                    <a:pt x="2647" y="62"/>
                  </a:lnTo>
                  <a:lnTo>
                    <a:pt x="2673" y="65"/>
                  </a:lnTo>
                  <a:lnTo>
                    <a:pt x="2742" y="79"/>
                  </a:lnTo>
                  <a:lnTo>
                    <a:pt x="3077" y="324"/>
                  </a:lnTo>
                  <a:lnTo>
                    <a:pt x="3085" y="337"/>
                  </a:lnTo>
                  <a:lnTo>
                    <a:pt x="3088" y="35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l1369"/>
            <p:cNvSpPr/>
            <p:nvPr/>
          </p:nvSpPr>
          <p:spPr>
            <a:xfrm>
              <a:off x="4759832" y="5436262"/>
              <a:ext cx="3580" cy="3247"/>
            </a:xfrm>
            <a:custGeom>
              <a:avLst/>
              <a:pathLst>
                <a:path w="3580" h="3247">
                  <a:moveTo>
                    <a:pt x="1168" y="3246"/>
                  </a:moveTo>
                  <a:lnTo>
                    <a:pt x="1035" y="3247"/>
                  </a:lnTo>
                  <a:lnTo>
                    <a:pt x="1016" y="3239"/>
                  </a:lnTo>
                  <a:lnTo>
                    <a:pt x="868" y="3113"/>
                  </a:lnTo>
                  <a:lnTo>
                    <a:pt x="833" y="3057"/>
                  </a:lnTo>
                  <a:lnTo>
                    <a:pt x="809" y="2992"/>
                  </a:lnTo>
                  <a:lnTo>
                    <a:pt x="764" y="2920"/>
                  </a:lnTo>
                  <a:lnTo>
                    <a:pt x="476" y="2541"/>
                  </a:lnTo>
                  <a:lnTo>
                    <a:pt x="295" y="2085"/>
                  </a:lnTo>
                  <a:lnTo>
                    <a:pt x="165" y="1730"/>
                  </a:lnTo>
                  <a:lnTo>
                    <a:pt x="0" y="1278"/>
                  </a:lnTo>
                  <a:lnTo>
                    <a:pt x="6" y="1250"/>
                  </a:lnTo>
                  <a:lnTo>
                    <a:pt x="670" y="808"/>
                  </a:lnTo>
                  <a:lnTo>
                    <a:pt x="788" y="739"/>
                  </a:lnTo>
                  <a:lnTo>
                    <a:pt x="962" y="636"/>
                  </a:lnTo>
                  <a:lnTo>
                    <a:pt x="1153" y="523"/>
                  </a:lnTo>
                  <a:lnTo>
                    <a:pt x="1790" y="36"/>
                  </a:lnTo>
                  <a:lnTo>
                    <a:pt x="1887" y="0"/>
                  </a:lnTo>
                  <a:lnTo>
                    <a:pt x="2107" y="123"/>
                  </a:lnTo>
                  <a:lnTo>
                    <a:pt x="2450" y="489"/>
                  </a:lnTo>
                  <a:lnTo>
                    <a:pt x="2478" y="520"/>
                  </a:lnTo>
                  <a:lnTo>
                    <a:pt x="2600" y="744"/>
                  </a:lnTo>
                  <a:lnTo>
                    <a:pt x="2688" y="958"/>
                  </a:lnTo>
                  <a:lnTo>
                    <a:pt x="2710" y="991"/>
                  </a:lnTo>
                  <a:lnTo>
                    <a:pt x="2884" y="1259"/>
                  </a:lnTo>
                  <a:lnTo>
                    <a:pt x="2966" y="1275"/>
                  </a:lnTo>
                  <a:lnTo>
                    <a:pt x="3117" y="1376"/>
                  </a:lnTo>
                  <a:lnTo>
                    <a:pt x="3343" y="1561"/>
                  </a:lnTo>
                  <a:lnTo>
                    <a:pt x="3515" y="1739"/>
                  </a:lnTo>
                  <a:lnTo>
                    <a:pt x="3578" y="1814"/>
                  </a:lnTo>
                  <a:lnTo>
                    <a:pt x="3580" y="1856"/>
                  </a:lnTo>
                  <a:lnTo>
                    <a:pt x="3424" y="2263"/>
                  </a:lnTo>
                  <a:lnTo>
                    <a:pt x="3378" y="2489"/>
                  </a:lnTo>
                  <a:lnTo>
                    <a:pt x="3377" y="2691"/>
                  </a:lnTo>
                  <a:lnTo>
                    <a:pt x="3387" y="2740"/>
                  </a:lnTo>
                  <a:lnTo>
                    <a:pt x="3350" y="2759"/>
                  </a:lnTo>
                  <a:lnTo>
                    <a:pt x="3221" y="2795"/>
                  </a:lnTo>
                  <a:lnTo>
                    <a:pt x="2687" y="2945"/>
                  </a:lnTo>
                  <a:lnTo>
                    <a:pt x="2558" y="2971"/>
                  </a:lnTo>
                  <a:lnTo>
                    <a:pt x="2433" y="2996"/>
                  </a:lnTo>
                  <a:lnTo>
                    <a:pt x="2206" y="2979"/>
                  </a:lnTo>
                  <a:lnTo>
                    <a:pt x="2172" y="2981"/>
                  </a:lnTo>
                  <a:lnTo>
                    <a:pt x="1672" y="3013"/>
                  </a:lnTo>
                  <a:lnTo>
                    <a:pt x="1618" y="3022"/>
                  </a:lnTo>
                  <a:lnTo>
                    <a:pt x="1478" y="3066"/>
                  </a:lnTo>
                  <a:lnTo>
                    <a:pt x="1388" y="3176"/>
                  </a:lnTo>
                  <a:lnTo>
                    <a:pt x="1359" y="3200"/>
                  </a:lnTo>
                  <a:lnTo>
                    <a:pt x="1168" y="324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l1370"/>
            <p:cNvSpPr/>
            <p:nvPr/>
          </p:nvSpPr>
          <p:spPr>
            <a:xfrm>
              <a:off x="4765926" y="5436568"/>
              <a:ext cx="343" cy="487"/>
            </a:xfrm>
            <a:custGeom>
              <a:avLst/>
              <a:pathLst>
                <a:path w="343" h="487">
                  <a:moveTo>
                    <a:pt x="250" y="423"/>
                  </a:moveTo>
                  <a:lnTo>
                    <a:pt x="148" y="487"/>
                  </a:lnTo>
                  <a:lnTo>
                    <a:pt x="89" y="441"/>
                  </a:lnTo>
                  <a:lnTo>
                    <a:pt x="53" y="378"/>
                  </a:lnTo>
                  <a:lnTo>
                    <a:pt x="12" y="258"/>
                  </a:lnTo>
                  <a:lnTo>
                    <a:pt x="0" y="158"/>
                  </a:lnTo>
                  <a:lnTo>
                    <a:pt x="156" y="0"/>
                  </a:lnTo>
                  <a:lnTo>
                    <a:pt x="296" y="0"/>
                  </a:lnTo>
                  <a:lnTo>
                    <a:pt x="315" y="7"/>
                  </a:lnTo>
                  <a:lnTo>
                    <a:pt x="327" y="16"/>
                  </a:lnTo>
                  <a:lnTo>
                    <a:pt x="343" y="41"/>
                  </a:lnTo>
                  <a:lnTo>
                    <a:pt x="323" y="282"/>
                  </a:lnTo>
                  <a:lnTo>
                    <a:pt x="319" y="337"/>
                  </a:lnTo>
                  <a:lnTo>
                    <a:pt x="250" y="42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l1371"/>
            <p:cNvSpPr/>
            <p:nvPr/>
          </p:nvSpPr>
          <p:spPr>
            <a:xfrm>
              <a:off x="4767099" y="5436043"/>
              <a:ext cx="905" cy="1029"/>
            </a:xfrm>
            <a:custGeom>
              <a:avLst/>
              <a:pathLst>
                <a:path w="905" h="1029">
                  <a:moveTo>
                    <a:pt x="718" y="683"/>
                  </a:moveTo>
                  <a:lnTo>
                    <a:pt x="837" y="743"/>
                  </a:lnTo>
                  <a:lnTo>
                    <a:pt x="884" y="736"/>
                  </a:lnTo>
                  <a:lnTo>
                    <a:pt x="891" y="732"/>
                  </a:lnTo>
                  <a:lnTo>
                    <a:pt x="905" y="723"/>
                  </a:lnTo>
                  <a:lnTo>
                    <a:pt x="898" y="745"/>
                  </a:lnTo>
                  <a:lnTo>
                    <a:pt x="888" y="770"/>
                  </a:lnTo>
                  <a:lnTo>
                    <a:pt x="764" y="882"/>
                  </a:lnTo>
                  <a:lnTo>
                    <a:pt x="431" y="983"/>
                  </a:lnTo>
                  <a:lnTo>
                    <a:pt x="316" y="989"/>
                  </a:lnTo>
                  <a:lnTo>
                    <a:pt x="287" y="1015"/>
                  </a:lnTo>
                  <a:lnTo>
                    <a:pt x="156" y="1029"/>
                  </a:lnTo>
                  <a:lnTo>
                    <a:pt x="117" y="928"/>
                  </a:lnTo>
                  <a:lnTo>
                    <a:pt x="4" y="642"/>
                  </a:lnTo>
                  <a:lnTo>
                    <a:pt x="0" y="376"/>
                  </a:lnTo>
                  <a:lnTo>
                    <a:pt x="7" y="309"/>
                  </a:lnTo>
                  <a:lnTo>
                    <a:pt x="34" y="253"/>
                  </a:lnTo>
                  <a:lnTo>
                    <a:pt x="131" y="122"/>
                  </a:lnTo>
                  <a:lnTo>
                    <a:pt x="459" y="0"/>
                  </a:lnTo>
                  <a:lnTo>
                    <a:pt x="653" y="151"/>
                  </a:lnTo>
                  <a:lnTo>
                    <a:pt x="657" y="251"/>
                  </a:lnTo>
                  <a:lnTo>
                    <a:pt x="622" y="471"/>
                  </a:lnTo>
                  <a:lnTo>
                    <a:pt x="631" y="599"/>
                  </a:lnTo>
                  <a:lnTo>
                    <a:pt x="718" y="68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l1372"/>
            <p:cNvSpPr/>
            <p:nvPr/>
          </p:nvSpPr>
          <p:spPr>
            <a:xfrm>
              <a:off x="4764753" y="5435587"/>
              <a:ext cx="1297" cy="1829"/>
            </a:xfrm>
            <a:custGeom>
              <a:avLst/>
              <a:pathLst>
                <a:path w="1297" h="1829">
                  <a:moveTo>
                    <a:pt x="539" y="1762"/>
                  </a:moveTo>
                  <a:lnTo>
                    <a:pt x="402" y="1829"/>
                  </a:lnTo>
                  <a:lnTo>
                    <a:pt x="75" y="1468"/>
                  </a:lnTo>
                  <a:lnTo>
                    <a:pt x="51" y="1434"/>
                  </a:lnTo>
                  <a:lnTo>
                    <a:pt x="32" y="1311"/>
                  </a:lnTo>
                  <a:lnTo>
                    <a:pt x="29" y="1276"/>
                  </a:lnTo>
                  <a:lnTo>
                    <a:pt x="16" y="827"/>
                  </a:lnTo>
                  <a:lnTo>
                    <a:pt x="7" y="823"/>
                  </a:lnTo>
                  <a:lnTo>
                    <a:pt x="0" y="653"/>
                  </a:lnTo>
                  <a:lnTo>
                    <a:pt x="40" y="525"/>
                  </a:lnTo>
                  <a:lnTo>
                    <a:pt x="53" y="486"/>
                  </a:lnTo>
                  <a:lnTo>
                    <a:pt x="648" y="7"/>
                  </a:lnTo>
                  <a:lnTo>
                    <a:pt x="677" y="0"/>
                  </a:lnTo>
                  <a:lnTo>
                    <a:pt x="688" y="2"/>
                  </a:lnTo>
                  <a:lnTo>
                    <a:pt x="927" y="46"/>
                  </a:lnTo>
                  <a:lnTo>
                    <a:pt x="1040" y="92"/>
                  </a:lnTo>
                  <a:lnTo>
                    <a:pt x="1270" y="405"/>
                  </a:lnTo>
                  <a:lnTo>
                    <a:pt x="1297" y="564"/>
                  </a:lnTo>
                  <a:lnTo>
                    <a:pt x="1157" y="953"/>
                  </a:lnTo>
                  <a:lnTo>
                    <a:pt x="1046" y="1139"/>
                  </a:lnTo>
                  <a:lnTo>
                    <a:pt x="851" y="1404"/>
                  </a:lnTo>
                  <a:lnTo>
                    <a:pt x="725" y="1574"/>
                  </a:lnTo>
                  <a:lnTo>
                    <a:pt x="591" y="1709"/>
                  </a:lnTo>
                  <a:lnTo>
                    <a:pt x="539" y="176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l1373"/>
            <p:cNvSpPr/>
            <p:nvPr/>
          </p:nvSpPr>
          <p:spPr>
            <a:xfrm>
              <a:off x="4766730" y="5435640"/>
              <a:ext cx="243" cy="754"/>
            </a:xfrm>
            <a:custGeom>
              <a:avLst/>
              <a:pathLst>
                <a:path w="243" h="754">
                  <a:moveTo>
                    <a:pt x="180" y="752"/>
                  </a:moveTo>
                  <a:lnTo>
                    <a:pt x="170" y="754"/>
                  </a:lnTo>
                  <a:lnTo>
                    <a:pt x="164" y="752"/>
                  </a:lnTo>
                  <a:lnTo>
                    <a:pt x="88" y="670"/>
                  </a:lnTo>
                  <a:lnTo>
                    <a:pt x="61" y="601"/>
                  </a:lnTo>
                  <a:lnTo>
                    <a:pt x="47" y="544"/>
                  </a:lnTo>
                  <a:lnTo>
                    <a:pt x="11" y="363"/>
                  </a:lnTo>
                  <a:lnTo>
                    <a:pt x="0" y="280"/>
                  </a:lnTo>
                  <a:lnTo>
                    <a:pt x="13" y="213"/>
                  </a:lnTo>
                  <a:lnTo>
                    <a:pt x="59" y="9"/>
                  </a:lnTo>
                  <a:lnTo>
                    <a:pt x="89" y="0"/>
                  </a:lnTo>
                  <a:lnTo>
                    <a:pt x="231" y="4"/>
                  </a:lnTo>
                  <a:lnTo>
                    <a:pt x="242" y="14"/>
                  </a:lnTo>
                  <a:lnTo>
                    <a:pt x="243" y="359"/>
                  </a:lnTo>
                  <a:lnTo>
                    <a:pt x="243" y="421"/>
                  </a:lnTo>
                  <a:lnTo>
                    <a:pt x="204" y="705"/>
                  </a:lnTo>
                  <a:lnTo>
                    <a:pt x="191" y="739"/>
                  </a:lnTo>
                  <a:lnTo>
                    <a:pt x="189" y="745"/>
                  </a:lnTo>
                  <a:lnTo>
                    <a:pt x="180" y="75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l1374"/>
            <p:cNvSpPr/>
            <p:nvPr/>
          </p:nvSpPr>
          <p:spPr>
            <a:xfrm>
              <a:off x="4776968" y="5436775"/>
              <a:ext cx="1262" cy="1037"/>
            </a:xfrm>
            <a:custGeom>
              <a:avLst/>
              <a:pathLst>
                <a:path w="1262" h="1037">
                  <a:moveTo>
                    <a:pt x="789" y="1037"/>
                  </a:moveTo>
                  <a:lnTo>
                    <a:pt x="582" y="1015"/>
                  </a:lnTo>
                  <a:lnTo>
                    <a:pt x="225" y="916"/>
                  </a:lnTo>
                  <a:lnTo>
                    <a:pt x="218" y="913"/>
                  </a:lnTo>
                  <a:lnTo>
                    <a:pt x="164" y="806"/>
                  </a:lnTo>
                  <a:lnTo>
                    <a:pt x="21" y="443"/>
                  </a:lnTo>
                  <a:lnTo>
                    <a:pt x="0" y="390"/>
                  </a:lnTo>
                  <a:lnTo>
                    <a:pt x="8" y="365"/>
                  </a:lnTo>
                  <a:lnTo>
                    <a:pt x="40" y="341"/>
                  </a:lnTo>
                  <a:lnTo>
                    <a:pt x="610" y="60"/>
                  </a:lnTo>
                  <a:lnTo>
                    <a:pt x="790" y="14"/>
                  </a:lnTo>
                  <a:lnTo>
                    <a:pt x="881" y="0"/>
                  </a:lnTo>
                  <a:lnTo>
                    <a:pt x="925" y="5"/>
                  </a:lnTo>
                  <a:lnTo>
                    <a:pt x="1092" y="48"/>
                  </a:lnTo>
                  <a:lnTo>
                    <a:pt x="1101" y="52"/>
                  </a:lnTo>
                  <a:lnTo>
                    <a:pt x="1157" y="98"/>
                  </a:lnTo>
                  <a:lnTo>
                    <a:pt x="1187" y="146"/>
                  </a:lnTo>
                  <a:lnTo>
                    <a:pt x="1244" y="337"/>
                  </a:lnTo>
                  <a:lnTo>
                    <a:pt x="1262" y="578"/>
                  </a:lnTo>
                  <a:lnTo>
                    <a:pt x="1191" y="749"/>
                  </a:lnTo>
                  <a:lnTo>
                    <a:pt x="1088" y="880"/>
                  </a:lnTo>
                  <a:lnTo>
                    <a:pt x="923" y="1011"/>
                  </a:lnTo>
                  <a:lnTo>
                    <a:pt x="789" y="10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l1375"/>
            <p:cNvSpPr/>
            <p:nvPr/>
          </p:nvSpPr>
          <p:spPr>
            <a:xfrm>
              <a:off x="4769397" y="5435358"/>
              <a:ext cx="795" cy="388"/>
            </a:xfrm>
            <a:custGeom>
              <a:avLst/>
              <a:pathLst>
                <a:path w="795" h="388">
                  <a:moveTo>
                    <a:pt x="108" y="373"/>
                  </a:moveTo>
                  <a:lnTo>
                    <a:pt x="17" y="366"/>
                  </a:lnTo>
                  <a:lnTo>
                    <a:pt x="0" y="166"/>
                  </a:lnTo>
                  <a:lnTo>
                    <a:pt x="69" y="29"/>
                  </a:lnTo>
                  <a:lnTo>
                    <a:pt x="86" y="23"/>
                  </a:lnTo>
                  <a:lnTo>
                    <a:pt x="232" y="0"/>
                  </a:lnTo>
                  <a:lnTo>
                    <a:pt x="285" y="11"/>
                  </a:lnTo>
                  <a:lnTo>
                    <a:pt x="585" y="74"/>
                  </a:lnTo>
                  <a:lnTo>
                    <a:pt x="771" y="179"/>
                  </a:lnTo>
                  <a:lnTo>
                    <a:pt x="795" y="225"/>
                  </a:lnTo>
                  <a:lnTo>
                    <a:pt x="411" y="376"/>
                  </a:lnTo>
                  <a:lnTo>
                    <a:pt x="363" y="381"/>
                  </a:lnTo>
                  <a:lnTo>
                    <a:pt x="346" y="381"/>
                  </a:lnTo>
                  <a:lnTo>
                    <a:pt x="321" y="388"/>
                  </a:lnTo>
                  <a:lnTo>
                    <a:pt x="108" y="3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l1376"/>
            <p:cNvSpPr/>
            <p:nvPr/>
          </p:nvSpPr>
          <p:spPr>
            <a:xfrm>
              <a:off x="4769619" y="5435495"/>
              <a:ext cx="1727" cy="1132"/>
            </a:xfrm>
            <a:custGeom>
              <a:avLst/>
              <a:pathLst>
                <a:path w="1727" h="1132">
                  <a:moveTo>
                    <a:pt x="1012" y="1073"/>
                  </a:moveTo>
                  <a:lnTo>
                    <a:pt x="357" y="1132"/>
                  </a:lnTo>
                  <a:lnTo>
                    <a:pt x="324" y="1122"/>
                  </a:lnTo>
                  <a:lnTo>
                    <a:pt x="9" y="718"/>
                  </a:lnTo>
                  <a:lnTo>
                    <a:pt x="0" y="548"/>
                  </a:lnTo>
                  <a:lnTo>
                    <a:pt x="3" y="537"/>
                  </a:lnTo>
                  <a:lnTo>
                    <a:pt x="40" y="503"/>
                  </a:lnTo>
                  <a:lnTo>
                    <a:pt x="96" y="451"/>
                  </a:lnTo>
                  <a:lnTo>
                    <a:pt x="265" y="337"/>
                  </a:lnTo>
                  <a:lnTo>
                    <a:pt x="295" y="325"/>
                  </a:lnTo>
                  <a:lnTo>
                    <a:pt x="913" y="104"/>
                  </a:lnTo>
                  <a:lnTo>
                    <a:pt x="1125" y="28"/>
                  </a:lnTo>
                  <a:lnTo>
                    <a:pt x="1328" y="0"/>
                  </a:lnTo>
                  <a:lnTo>
                    <a:pt x="1344" y="4"/>
                  </a:lnTo>
                  <a:lnTo>
                    <a:pt x="1365" y="20"/>
                  </a:lnTo>
                  <a:lnTo>
                    <a:pt x="1380" y="40"/>
                  </a:lnTo>
                  <a:lnTo>
                    <a:pt x="1485" y="185"/>
                  </a:lnTo>
                  <a:lnTo>
                    <a:pt x="1727" y="481"/>
                  </a:lnTo>
                  <a:lnTo>
                    <a:pt x="1725" y="619"/>
                  </a:lnTo>
                  <a:lnTo>
                    <a:pt x="1534" y="860"/>
                  </a:lnTo>
                  <a:lnTo>
                    <a:pt x="1133" y="1039"/>
                  </a:lnTo>
                  <a:lnTo>
                    <a:pt x="1012" y="10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l1377"/>
            <p:cNvSpPr/>
            <p:nvPr/>
          </p:nvSpPr>
          <p:spPr>
            <a:xfrm>
              <a:off x="4773616" y="5435644"/>
              <a:ext cx="1754" cy="1021"/>
            </a:xfrm>
            <a:custGeom>
              <a:avLst/>
              <a:pathLst>
                <a:path w="1754" h="1021">
                  <a:moveTo>
                    <a:pt x="1723" y="989"/>
                  </a:moveTo>
                  <a:lnTo>
                    <a:pt x="1681" y="1021"/>
                  </a:lnTo>
                  <a:lnTo>
                    <a:pt x="1652" y="1011"/>
                  </a:lnTo>
                  <a:lnTo>
                    <a:pt x="1124" y="910"/>
                  </a:lnTo>
                  <a:lnTo>
                    <a:pt x="866" y="825"/>
                  </a:lnTo>
                  <a:lnTo>
                    <a:pt x="820" y="810"/>
                  </a:lnTo>
                  <a:lnTo>
                    <a:pt x="680" y="643"/>
                  </a:lnTo>
                  <a:lnTo>
                    <a:pt x="567" y="533"/>
                  </a:lnTo>
                  <a:lnTo>
                    <a:pt x="563" y="529"/>
                  </a:lnTo>
                  <a:lnTo>
                    <a:pt x="353" y="363"/>
                  </a:lnTo>
                  <a:lnTo>
                    <a:pt x="246" y="307"/>
                  </a:lnTo>
                  <a:lnTo>
                    <a:pt x="239" y="301"/>
                  </a:lnTo>
                  <a:lnTo>
                    <a:pt x="0" y="85"/>
                  </a:lnTo>
                  <a:lnTo>
                    <a:pt x="27" y="8"/>
                  </a:lnTo>
                  <a:lnTo>
                    <a:pt x="38" y="0"/>
                  </a:lnTo>
                  <a:lnTo>
                    <a:pt x="421" y="41"/>
                  </a:lnTo>
                  <a:lnTo>
                    <a:pt x="790" y="155"/>
                  </a:lnTo>
                  <a:lnTo>
                    <a:pt x="912" y="219"/>
                  </a:lnTo>
                  <a:lnTo>
                    <a:pt x="1101" y="335"/>
                  </a:lnTo>
                  <a:lnTo>
                    <a:pt x="1365" y="497"/>
                  </a:lnTo>
                  <a:lnTo>
                    <a:pt x="1502" y="563"/>
                  </a:lnTo>
                  <a:lnTo>
                    <a:pt x="1727" y="722"/>
                  </a:lnTo>
                  <a:lnTo>
                    <a:pt x="1754" y="866"/>
                  </a:lnTo>
                  <a:lnTo>
                    <a:pt x="1748" y="888"/>
                  </a:lnTo>
                  <a:lnTo>
                    <a:pt x="1723" y="98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l1378"/>
            <p:cNvSpPr/>
            <p:nvPr/>
          </p:nvSpPr>
          <p:spPr>
            <a:xfrm>
              <a:off x="4765360" y="5434254"/>
              <a:ext cx="559" cy="589"/>
            </a:xfrm>
            <a:custGeom>
              <a:avLst/>
              <a:pathLst>
                <a:path w="559" h="589">
                  <a:moveTo>
                    <a:pt x="420" y="564"/>
                  </a:moveTo>
                  <a:lnTo>
                    <a:pt x="348" y="589"/>
                  </a:lnTo>
                  <a:lnTo>
                    <a:pt x="23" y="451"/>
                  </a:lnTo>
                  <a:lnTo>
                    <a:pt x="3" y="420"/>
                  </a:lnTo>
                  <a:lnTo>
                    <a:pt x="0" y="411"/>
                  </a:lnTo>
                  <a:lnTo>
                    <a:pt x="22" y="286"/>
                  </a:lnTo>
                  <a:lnTo>
                    <a:pt x="258" y="10"/>
                  </a:lnTo>
                  <a:lnTo>
                    <a:pt x="294" y="6"/>
                  </a:lnTo>
                  <a:lnTo>
                    <a:pt x="385" y="0"/>
                  </a:lnTo>
                  <a:lnTo>
                    <a:pt x="507" y="97"/>
                  </a:lnTo>
                  <a:lnTo>
                    <a:pt x="559" y="440"/>
                  </a:lnTo>
                  <a:lnTo>
                    <a:pt x="553" y="515"/>
                  </a:lnTo>
                  <a:lnTo>
                    <a:pt x="546" y="521"/>
                  </a:lnTo>
                  <a:lnTo>
                    <a:pt x="457" y="523"/>
                  </a:lnTo>
                  <a:lnTo>
                    <a:pt x="420" y="56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l1379"/>
            <p:cNvSpPr/>
            <p:nvPr/>
          </p:nvSpPr>
          <p:spPr>
            <a:xfrm>
              <a:off x="4768474" y="5434743"/>
              <a:ext cx="887" cy="1126"/>
            </a:xfrm>
            <a:custGeom>
              <a:avLst/>
              <a:pathLst>
                <a:path w="887" h="1126">
                  <a:moveTo>
                    <a:pt x="392" y="1111"/>
                  </a:moveTo>
                  <a:lnTo>
                    <a:pt x="152" y="1126"/>
                  </a:lnTo>
                  <a:lnTo>
                    <a:pt x="63" y="1044"/>
                  </a:lnTo>
                  <a:lnTo>
                    <a:pt x="69" y="998"/>
                  </a:lnTo>
                  <a:lnTo>
                    <a:pt x="13" y="874"/>
                  </a:lnTo>
                  <a:lnTo>
                    <a:pt x="0" y="849"/>
                  </a:lnTo>
                  <a:lnTo>
                    <a:pt x="20" y="712"/>
                  </a:lnTo>
                  <a:lnTo>
                    <a:pt x="81" y="375"/>
                  </a:lnTo>
                  <a:lnTo>
                    <a:pt x="139" y="191"/>
                  </a:lnTo>
                  <a:lnTo>
                    <a:pt x="154" y="147"/>
                  </a:lnTo>
                  <a:lnTo>
                    <a:pt x="208" y="98"/>
                  </a:lnTo>
                  <a:lnTo>
                    <a:pt x="346" y="0"/>
                  </a:lnTo>
                  <a:lnTo>
                    <a:pt x="437" y="27"/>
                  </a:lnTo>
                  <a:lnTo>
                    <a:pt x="526" y="54"/>
                  </a:lnTo>
                  <a:lnTo>
                    <a:pt x="816" y="161"/>
                  </a:lnTo>
                  <a:lnTo>
                    <a:pt x="887" y="341"/>
                  </a:lnTo>
                  <a:lnTo>
                    <a:pt x="865" y="536"/>
                  </a:lnTo>
                  <a:lnTo>
                    <a:pt x="794" y="944"/>
                  </a:lnTo>
                  <a:lnTo>
                    <a:pt x="777" y="998"/>
                  </a:lnTo>
                  <a:lnTo>
                    <a:pt x="688" y="1070"/>
                  </a:lnTo>
                  <a:lnTo>
                    <a:pt x="596" y="1083"/>
                  </a:lnTo>
                  <a:lnTo>
                    <a:pt x="392" y="111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l1380"/>
            <p:cNvSpPr/>
            <p:nvPr/>
          </p:nvSpPr>
          <p:spPr>
            <a:xfrm>
              <a:off x="4769645" y="5434403"/>
              <a:ext cx="557" cy="410"/>
            </a:xfrm>
            <a:custGeom>
              <a:avLst/>
              <a:pathLst>
                <a:path w="557" h="410">
                  <a:moveTo>
                    <a:pt x="423" y="410"/>
                  </a:moveTo>
                  <a:lnTo>
                    <a:pt x="369" y="410"/>
                  </a:lnTo>
                  <a:lnTo>
                    <a:pt x="311" y="390"/>
                  </a:lnTo>
                  <a:lnTo>
                    <a:pt x="151" y="282"/>
                  </a:lnTo>
                  <a:lnTo>
                    <a:pt x="18" y="190"/>
                  </a:lnTo>
                  <a:lnTo>
                    <a:pt x="0" y="165"/>
                  </a:lnTo>
                  <a:lnTo>
                    <a:pt x="6" y="139"/>
                  </a:lnTo>
                  <a:lnTo>
                    <a:pt x="406" y="0"/>
                  </a:lnTo>
                  <a:lnTo>
                    <a:pt x="527" y="29"/>
                  </a:lnTo>
                  <a:lnTo>
                    <a:pt x="557" y="80"/>
                  </a:lnTo>
                  <a:lnTo>
                    <a:pt x="437" y="393"/>
                  </a:lnTo>
                  <a:lnTo>
                    <a:pt x="423" y="4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l1381"/>
            <p:cNvSpPr/>
            <p:nvPr/>
          </p:nvSpPr>
          <p:spPr>
            <a:xfrm>
              <a:off x="4779002" y="5436053"/>
              <a:ext cx="4962" cy="6796"/>
            </a:xfrm>
            <a:custGeom>
              <a:avLst/>
              <a:pathLst>
                <a:path w="4962" h="6796">
                  <a:moveTo>
                    <a:pt x="4163" y="1211"/>
                  </a:moveTo>
                  <a:lnTo>
                    <a:pt x="4297" y="1621"/>
                  </a:lnTo>
                  <a:lnTo>
                    <a:pt x="4309" y="1639"/>
                  </a:lnTo>
                  <a:lnTo>
                    <a:pt x="4387" y="1710"/>
                  </a:lnTo>
                  <a:lnTo>
                    <a:pt x="4460" y="1777"/>
                  </a:lnTo>
                  <a:lnTo>
                    <a:pt x="4569" y="1791"/>
                  </a:lnTo>
                  <a:lnTo>
                    <a:pt x="4644" y="1739"/>
                  </a:lnTo>
                  <a:lnTo>
                    <a:pt x="4696" y="1761"/>
                  </a:lnTo>
                  <a:lnTo>
                    <a:pt x="4749" y="1941"/>
                  </a:lnTo>
                  <a:lnTo>
                    <a:pt x="4736" y="2020"/>
                  </a:lnTo>
                  <a:lnTo>
                    <a:pt x="4700" y="2019"/>
                  </a:lnTo>
                  <a:lnTo>
                    <a:pt x="4187" y="1952"/>
                  </a:lnTo>
                  <a:lnTo>
                    <a:pt x="3605" y="1874"/>
                  </a:lnTo>
                  <a:lnTo>
                    <a:pt x="3584" y="1889"/>
                  </a:lnTo>
                  <a:lnTo>
                    <a:pt x="3519" y="2039"/>
                  </a:lnTo>
                  <a:lnTo>
                    <a:pt x="3517" y="2093"/>
                  </a:lnTo>
                  <a:lnTo>
                    <a:pt x="3733" y="2353"/>
                  </a:lnTo>
                  <a:lnTo>
                    <a:pt x="3909" y="2428"/>
                  </a:lnTo>
                  <a:lnTo>
                    <a:pt x="3942" y="2431"/>
                  </a:lnTo>
                  <a:lnTo>
                    <a:pt x="4048" y="2410"/>
                  </a:lnTo>
                  <a:lnTo>
                    <a:pt x="4178" y="2406"/>
                  </a:lnTo>
                  <a:lnTo>
                    <a:pt x="4715" y="2518"/>
                  </a:lnTo>
                  <a:lnTo>
                    <a:pt x="4752" y="2532"/>
                  </a:lnTo>
                  <a:lnTo>
                    <a:pt x="4860" y="2605"/>
                  </a:lnTo>
                  <a:lnTo>
                    <a:pt x="4856" y="2668"/>
                  </a:lnTo>
                  <a:lnTo>
                    <a:pt x="4830" y="2782"/>
                  </a:lnTo>
                  <a:lnTo>
                    <a:pt x="4774" y="2858"/>
                  </a:lnTo>
                  <a:lnTo>
                    <a:pt x="4713" y="2890"/>
                  </a:lnTo>
                  <a:lnTo>
                    <a:pt x="4644" y="2873"/>
                  </a:lnTo>
                  <a:lnTo>
                    <a:pt x="4557" y="2970"/>
                  </a:lnTo>
                  <a:lnTo>
                    <a:pt x="4464" y="3073"/>
                  </a:lnTo>
                  <a:lnTo>
                    <a:pt x="4456" y="3087"/>
                  </a:lnTo>
                  <a:lnTo>
                    <a:pt x="4456" y="3130"/>
                  </a:lnTo>
                  <a:lnTo>
                    <a:pt x="4513" y="3379"/>
                  </a:lnTo>
                  <a:lnTo>
                    <a:pt x="4590" y="3428"/>
                  </a:lnTo>
                  <a:lnTo>
                    <a:pt x="4728" y="3425"/>
                  </a:lnTo>
                  <a:lnTo>
                    <a:pt x="4815" y="3436"/>
                  </a:lnTo>
                  <a:lnTo>
                    <a:pt x="4962" y="3608"/>
                  </a:lnTo>
                  <a:lnTo>
                    <a:pt x="4937" y="3673"/>
                  </a:lnTo>
                  <a:lnTo>
                    <a:pt x="4822" y="3819"/>
                  </a:lnTo>
                  <a:lnTo>
                    <a:pt x="4655" y="3852"/>
                  </a:lnTo>
                  <a:lnTo>
                    <a:pt x="4596" y="3841"/>
                  </a:lnTo>
                  <a:lnTo>
                    <a:pt x="4456" y="3783"/>
                  </a:lnTo>
                  <a:lnTo>
                    <a:pt x="4383" y="3753"/>
                  </a:lnTo>
                  <a:lnTo>
                    <a:pt x="4316" y="3714"/>
                  </a:lnTo>
                  <a:lnTo>
                    <a:pt x="4311" y="3713"/>
                  </a:lnTo>
                  <a:lnTo>
                    <a:pt x="4277" y="3707"/>
                  </a:lnTo>
                  <a:lnTo>
                    <a:pt x="4182" y="3781"/>
                  </a:lnTo>
                  <a:lnTo>
                    <a:pt x="4101" y="3887"/>
                  </a:lnTo>
                  <a:lnTo>
                    <a:pt x="4040" y="4075"/>
                  </a:lnTo>
                  <a:lnTo>
                    <a:pt x="3927" y="4270"/>
                  </a:lnTo>
                  <a:lnTo>
                    <a:pt x="3795" y="4274"/>
                  </a:lnTo>
                  <a:lnTo>
                    <a:pt x="3678" y="4289"/>
                  </a:lnTo>
                  <a:lnTo>
                    <a:pt x="3558" y="4340"/>
                  </a:lnTo>
                  <a:lnTo>
                    <a:pt x="3358" y="4474"/>
                  </a:lnTo>
                  <a:lnTo>
                    <a:pt x="3264" y="4547"/>
                  </a:lnTo>
                  <a:lnTo>
                    <a:pt x="3172" y="4631"/>
                  </a:lnTo>
                  <a:lnTo>
                    <a:pt x="3071" y="4816"/>
                  </a:lnTo>
                  <a:lnTo>
                    <a:pt x="3058" y="4858"/>
                  </a:lnTo>
                  <a:lnTo>
                    <a:pt x="3019" y="5358"/>
                  </a:lnTo>
                  <a:lnTo>
                    <a:pt x="3016" y="5512"/>
                  </a:lnTo>
                  <a:lnTo>
                    <a:pt x="3026" y="5560"/>
                  </a:lnTo>
                  <a:lnTo>
                    <a:pt x="3065" y="5596"/>
                  </a:lnTo>
                  <a:lnTo>
                    <a:pt x="3125" y="5593"/>
                  </a:lnTo>
                  <a:lnTo>
                    <a:pt x="3496" y="5684"/>
                  </a:lnTo>
                  <a:lnTo>
                    <a:pt x="3907" y="5863"/>
                  </a:lnTo>
                  <a:lnTo>
                    <a:pt x="3969" y="5903"/>
                  </a:lnTo>
                  <a:lnTo>
                    <a:pt x="3979" y="5919"/>
                  </a:lnTo>
                  <a:lnTo>
                    <a:pt x="3987" y="5935"/>
                  </a:lnTo>
                  <a:lnTo>
                    <a:pt x="3990" y="5967"/>
                  </a:lnTo>
                  <a:lnTo>
                    <a:pt x="3923" y="6451"/>
                  </a:lnTo>
                  <a:lnTo>
                    <a:pt x="4022" y="6728"/>
                  </a:lnTo>
                  <a:lnTo>
                    <a:pt x="4016" y="6759"/>
                  </a:lnTo>
                  <a:lnTo>
                    <a:pt x="4011" y="6762"/>
                  </a:lnTo>
                  <a:lnTo>
                    <a:pt x="3956" y="6787"/>
                  </a:lnTo>
                  <a:lnTo>
                    <a:pt x="3767" y="6796"/>
                  </a:lnTo>
                  <a:lnTo>
                    <a:pt x="3571" y="6790"/>
                  </a:lnTo>
                  <a:lnTo>
                    <a:pt x="3501" y="6732"/>
                  </a:lnTo>
                  <a:lnTo>
                    <a:pt x="3380" y="6595"/>
                  </a:lnTo>
                  <a:lnTo>
                    <a:pt x="3179" y="6578"/>
                  </a:lnTo>
                  <a:lnTo>
                    <a:pt x="2939" y="6606"/>
                  </a:lnTo>
                  <a:lnTo>
                    <a:pt x="2862" y="6600"/>
                  </a:lnTo>
                  <a:lnTo>
                    <a:pt x="2719" y="6515"/>
                  </a:lnTo>
                  <a:lnTo>
                    <a:pt x="2615" y="6438"/>
                  </a:lnTo>
                  <a:lnTo>
                    <a:pt x="2314" y="6044"/>
                  </a:lnTo>
                  <a:lnTo>
                    <a:pt x="2246" y="5924"/>
                  </a:lnTo>
                  <a:lnTo>
                    <a:pt x="2215" y="5841"/>
                  </a:lnTo>
                  <a:lnTo>
                    <a:pt x="2173" y="5732"/>
                  </a:lnTo>
                  <a:lnTo>
                    <a:pt x="2079" y="5485"/>
                  </a:lnTo>
                  <a:lnTo>
                    <a:pt x="1868" y="5028"/>
                  </a:lnTo>
                  <a:lnTo>
                    <a:pt x="1867" y="5008"/>
                  </a:lnTo>
                  <a:lnTo>
                    <a:pt x="1876" y="4989"/>
                  </a:lnTo>
                  <a:lnTo>
                    <a:pt x="1961" y="4914"/>
                  </a:lnTo>
                  <a:lnTo>
                    <a:pt x="2031" y="4873"/>
                  </a:lnTo>
                  <a:lnTo>
                    <a:pt x="2090" y="4843"/>
                  </a:lnTo>
                  <a:lnTo>
                    <a:pt x="2149" y="4770"/>
                  </a:lnTo>
                  <a:lnTo>
                    <a:pt x="2321" y="4422"/>
                  </a:lnTo>
                  <a:lnTo>
                    <a:pt x="2349" y="4342"/>
                  </a:lnTo>
                  <a:lnTo>
                    <a:pt x="2359" y="4264"/>
                  </a:lnTo>
                  <a:lnTo>
                    <a:pt x="2357" y="3970"/>
                  </a:lnTo>
                  <a:lnTo>
                    <a:pt x="2193" y="3712"/>
                  </a:lnTo>
                  <a:lnTo>
                    <a:pt x="2000" y="3241"/>
                  </a:lnTo>
                  <a:lnTo>
                    <a:pt x="1945" y="3106"/>
                  </a:lnTo>
                  <a:lnTo>
                    <a:pt x="1918" y="3032"/>
                  </a:lnTo>
                  <a:lnTo>
                    <a:pt x="1898" y="2974"/>
                  </a:lnTo>
                  <a:lnTo>
                    <a:pt x="1886" y="2928"/>
                  </a:lnTo>
                  <a:lnTo>
                    <a:pt x="1857" y="2800"/>
                  </a:lnTo>
                  <a:lnTo>
                    <a:pt x="1848" y="2767"/>
                  </a:lnTo>
                  <a:lnTo>
                    <a:pt x="1849" y="2730"/>
                  </a:lnTo>
                  <a:lnTo>
                    <a:pt x="1339" y="2616"/>
                  </a:lnTo>
                  <a:lnTo>
                    <a:pt x="1260" y="2599"/>
                  </a:lnTo>
                  <a:lnTo>
                    <a:pt x="1230" y="2588"/>
                  </a:lnTo>
                  <a:lnTo>
                    <a:pt x="1220" y="2581"/>
                  </a:lnTo>
                  <a:lnTo>
                    <a:pt x="1204" y="2561"/>
                  </a:lnTo>
                  <a:lnTo>
                    <a:pt x="1178" y="2308"/>
                  </a:lnTo>
                  <a:lnTo>
                    <a:pt x="1172" y="2301"/>
                  </a:lnTo>
                  <a:lnTo>
                    <a:pt x="1165" y="2292"/>
                  </a:lnTo>
                  <a:lnTo>
                    <a:pt x="1093" y="2264"/>
                  </a:lnTo>
                  <a:lnTo>
                    <a:pt x="868" y="2175"/>
                  </a:lnTo>
                  <a:lnTo>
                    <a:pt x="793" y="2182"/>
                  </a:lnTo>
                  <a:lnTo>
                    <a:pt x="624" y="2200"/>
                  </a:lnTo>
                  <a:lnTo>
                    <a:pt x="606" y="2184"/>
                  </a:lnTo>
                  <a:lnTo>
                    <a:pt x="557" y="2137"/>
                  </a:lnTo>
                  <a:lnTo>
                    <a:pt x="539" y="2121"/>
                  </a:lnTo>
                  <a:lnTo>
                    <a:pt x="367" y="1959"/>
                  </a:lnTo>
                  <a:lnTo>
                    <a:pt x="52" y="1487"/>
                  </a:lnTo>
                  <a:lnTo>
                    <a:pt x="0" y="1054"/>
                  </a:lnTo>
                  <a:lnTo>
                    <a:pt x="15" y="1037"/>
                  </a:lnTo>
                  <a:lnTo>
                    <a:pt x="48" y="1021"/>
                  </a:lnTo>
                  <a:lnTo>
                    <a:pt x="894" y="0"/>
                  </a:lnTo>
                  <a:lnTo>
                    <a:pt x="951" y="21"/>
                  </a:lnTo>
                  <a:lnTo>
                    <a:pt x="1129" y="252"/>
                  </a:lnTo>
                  <a:lnTo>
                    <a:pt x="1150" y="296"/>
                  </a:lnTo>
                  <a:lnTo>
                    <a:pt x="1148" y="375"/>
                  </a:lnTo>
                  <a:lnTo>
                    <a:pt x="1155" y="396"/>
                  </a:lnTo>
                  <a:lnTo>
                    <a:pt x="1161" y="412"/>
                  </a:lnTo>
                  <a:lnTo>
                    <a:pt x="1599" y="297"/>
                  </a:lnTo>
                  <a:lnTo>
                    <a:pt x="1678" y="256"/>
                  </a:lnTo>
                  <a:lnTo>
                    <a:pt x="1726" y="232"/>
                  </a:lnTo>
                  <a:lnTo>
                    <a:pt x="1863" y="162"/>
                  </a:lnTo>
                  <a:lnTo>
                    <a:pt x="1918" y="177"/>
                  </a:lnTo>
                  <a:lnTo>
                    <a:pt x="1976" y="277"/>
                  </a:lnTo>
                  <a:lnTo>
                    <a:pt x="1976" y="336"/>
                  </a:lnTo>
                  <a:lnTo>
                    <a:pt x="2705" y="585"/>
                  </a:lnTo>
                  <a:lnTo>
                    <a:pt x="2753" y="629"/>
                  </a:lnTo>
                  <a:lnTo>
                    <a:pt x="2786" y="728"/>
                  </a:lnTo>
                  <a:lnTo>
                    <a:pt x="2836" y="828"/>
                  </a:lnTo>
                  <a:lnTo>
                    <a:pt x="2853" y="994"/>
                  </a:lnTo>
                  <a:lnTo>
                    <a:pt x="2874" y="994"/>
                  </a:lnTo>
                  <a:lnTo>
                    <a:pt x="3186" y="905"/>
                  </a:lnTo>
                  <a:lnTo>
                    <a:pt x="3662" y="769"/>
                  </a:lnTo>
                  <a:lnTo>
                    <a:pt x="3766" y="740"/>
                  </a:lnTo>
                  <a:lnTo>
                    <a:pt x="3810" y="717"/>
                  </a:lnTo>
                  <a:lnTo>
                    <a:pt x="3832" y="691"/>
                  </a:lnTo>
                  <a:lnTo>
                    <a:pt x="3880" y="593"/>
                  </a:lnTo>
                  <a:lnTo>
                    <a:pt x="3891" y="552"/>
                  </a:lnTo>
                  <a:lnTo>
                    <a:pt x="4015" y="526"/>
                  </a:lnTo>
                  <a:lnTo>
                    <a:pt x="4063" y="515"/>
                  </a:lnTo>
                  <a:lnTo>
                    <a:pt x="4271" y="487"/>
                  </a:lnTo>
                  <a:lnTo>
                    <a:pt x="4457" y="668"/>
                  </a:lnTo>
                  <a:lnTo>
                    <a:pt x="4458" y="674"/>
                  </a:lnTo>
                  <a:lnTo>
                    <a:pt x="4417" y="763"/>
                  </a:lnTo>
                  <a:lnTo>
                    <a:pt x="4379" y="776"/>
                  </a:lnTo>
                  <a:lnTo>
                    <a:pt x="4335" y="780"/>
                  </a:lnTo>
                  <a:lnTo>
                    <a:pt x="4245" y="825"/>
                  </a:lnTo>
                  <a:lnTo>
                    <a:pt x="4180" y="871"/>
                  </a:lnTo>
                  <a:lnTo>
                    <a:pt x="4159" y="926"/>
                  </a:lnTo>
                  <a:lnTo>
                    <a:pt x="4152" y="1168"/>
                  </a:lnTo>
                  <a:lnTo>
                    <a:pt x="4163" y="121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l1382"/>
            <p:cNvSpPr/>
            <p:nvPr/>
          </p:nvSpPr>
          <p:spPr>
            <a:xfrm>
              <a:off x="4766644" y="5433665"/>
              <a:ext cx="1297" cy="1492"/>
            </a:xfrm>
            <a:custGeom>
              <a:avLst/>
              <a:pathLst>
                <a:path w="1297" h="1492">
                  <a:moveTo>
                    <a:pt x="1260" y="1071"/>
                  </a:moveTo>
                  <a:lnTo>
                    <a:pt x="1297" y="1195"/>
                  </a:lnTo>
                  <a:lnTo>
                    <a:pt x="1179" y="1322"/>
                  </a:lnTo>
                  <a:lnTo>
                    <a:pt x="1012" y="1387"/>
                  </a:lnTo>
                  <a:lnTo>
                    <a:pt x="944" y="1377"/>
                  </a:lnTo>
                  <a:lnTo>
                    <a:pt x="861" y="1332"/>
                  </a:lnTo>
                  <a:lnTo>
                    <a:pt x="820" y="1300"/>
                  </a:lnTo>
                  <a:lnTo>
                    <a:pt x="764" y="1203"/>
                  </a:lnTo>
                  <a:lnTo>
                    <a:pt x="823" y="1107"/>
                  </a:lnTo>
                  <a:lnTo>
                    <a:pt x="806" y="1088"/>
                  </a:lnTo>
                  <a:lnTo>
                    <a:pt x="499" y="1181"/>
                  </a:lnTo>
                  <a:lnTo>
                    <a:pt x="420" y="1280"/>
                  </a:lnTo>
                  <a:lnTo>
                    <a:pt x="322" y="1457"/>
                  </a:lnTo>
                  <a:lnTo>
                    <a:pt x="302" y="1473"/>
                  </a:lnTo>
                  <a:lnTo>
                    <a:pt x="202" y="1492"/>
                  </a:lnTo>
                  <a:lnTo>
                    <a:pt x="161" y="1474"/>
                  </a:lnTo>
                  <a:lnTo>
                    <a:pt x="114" y="1434"/>
                  </a:lnTo>
                  <a:lnTo>
                    <a:pt x="42" y="766"/>
                  </a:lnTo>
                  <a:lnTo>
                    <a:pt x="3" y="406"/>
                  </a:lnTo>
                  <a:lnTo>
                    <a:pt x="2" y="358"/>
                  </a:lnTo>
                  <a:lnTo>
                    <a:pt x="0" y="289"/>
                  </a:lnTo>
                  <a:lnTo>
                    <a:pt x="6" y="271"/>
                  </a:lnTo>
                  <a:lnTo>
                    <a:pt x="231" y="14"/>
                  </a:lnTo>
                  <a:lnTo>
                    <a:pt x="280" y="0"/>
                  </a:lnTo>
                  <a:lnTo>
                    <a:pt x="470" y="121"/>
                  </a:lnTo>
                  <a:lnTo>
                    <a:pt x="986" y="703"/>
                  </a:lnTo>
                  <a:lnTo>
                    <a:pt x="1060" y="787"/>
                  </a:lnTo>
                  <a:lnTo>
                    <a:pt x="1093" y="827"/>
                  </a:lnTo>
                  <a:lnTo>
                    <a:pt x="1127" y="880"/>
                  </a:lnTo>
                  <a:lnTo>
                    <a:pt x="1260" y="107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l1383"/>
            <p:cNvSpPr/>
            <p:nvPr/>
          </p:nvSpPr>
          <p:spPr>
            <a:xfrm>
              <a:off x="4770042" y="5434296"/>
              <a:ext cx="2539" cy="1693"/>
            </a:xfrm>
            <a:custGeom>
              <a:avLst/>
              <a:pathLst>
                <a:path w="2539" h="1693">
                  <a:moveTo>
                    <a:pt x="1961" y="722"/>
                  </a:moveTo>
                  <a:lnTo>
                    <a:pt x="2405" y="1278"/>
                  </a:lnTo>
                  <a:lnTo>
                    <a:pt x="2423" y="1302"/>
                  </a:lnTo>
                  <a:lnTo>
                    <a:pt x="2539" y="1486"/>
                  </a:lnTo>
                  <a:lnTo>
                    <a:pt x="2527" y="1560"/>
                  </a:lnTo>
                  <a:lnTo>
                    <a:pt x="2521" y="1577"/>
                  </a:lnTo>
                  <a:lnTo>
                    <a:pt x="2494" y="1606"/>
                  </a:lnTo>
                  <a:lnTo>
                    <a:pt x="2327" y="1693"/>
                  </a:lnTo>
                  <a:lnTo>
                    <a:pt x="1983" y="1679"/>
                  </a:lnTo>
                  <a:lnTo>
                    <a:pt x="1908" y="1588"/>
                  </a:lnTo>
                  <a:lnTo>
                    <a:pt x="1818" y="1479"/>
                  </a:lnTo>
                  <a:lnTo>
                    <a:pt x="1691" y="1354"/>
                  </a:lnTo>
                  <a:lnTo>
                    <a:pt x="1588" y="1269"/>
                  </a:lnTo>
                  <a:lnTo>
                    <a:pt x="1371" y="1137"/>
                  </a:lnTo>
                  <a:lnTo>
                    <a:pt x="1132" y="1043"/>
                  </a:lnTo>
                  <a:lnTo>
                    <a:pt x="946" y="970"/>
                  </a:lnTo>
                  <a:lnTo>
                    <a:pt x="562" y="888"/>
                  </a:lnTo>
                  <a:lnTo>
                    <a:pt x="374" y="929"/>
                  </a:lnTo>
                  <a:lnTo>
                    <a:pt x="315" y="957"/>
                  </a:lnTo>
                  <a:lnTo>
                    <a:pt x="182" y="994"/>
                  </a:lnTo>
                  <a:lnTo>
                    <a:pt x="45" y="1012"/>
                  </a:lnTo>
                  <a:lnTo>
                    <a:pt x="9" y="951"/>
                  </a:lnTo>
                  <a:lnTo>
                    <a:pt x="0" y="884"/>
                  </a:lnTo>
                  <a:lnTo>
                    <a:pt x="14" y="757"/>
                  </a:lnTo>
                  <a:lnTo>
                    <a:pt x="24" y="735"/>
                  </a:lnTo>
                  <a:lnTo>
                    <a:pt x="60" y="718"/>
                  </a:lnTo>
                  <a:lnTo>
                    <a:pt x="125" y="703"/>
                  </a:lnTo>
                  <a:lnTo>
                    <a:pt x="177" y="706"/>
                  </a:lnTo>
                  <a:lnTo>
                    <a:pt x="326" y="635"/>
                  </a:lnTo>
                  <a:lnTo>
                    <a:pt x="559" y="524"/>
                  </a:lnTo>
                  <a:lnTo>
                    <a:pt x="726" y="399"/>
                  </a:lnTo>
                  <a:lnTo>
                    <a:pt x="970" y="88"/>
                  </a:lnTo>
                  <a:lnTo>
                    <a:pt x="993" y="57"/>
                  </a:lnTo>
                  <a:lnTo>
                    <a:pt x="1046" y="23"/>
                  </a:lnTo>
                  <a:lnTo>
                    <a:pt x="1197" y="0"/>
                  </a:lnTo>
                  <a:lnTo>
                    <a:pt x="1213" y="3"/>
                  </a:lnTo>
                  <a:lnTo>
                    <a:pt x="1260" y="20"/>
                  </a:lnTo>
                  <a:lnTo>
                    <a:pt x="1272" y="28"/>
                  </a:lnTo>
                  <a:lnTo>
                    <a:pt x="1393" y="164"/>
                  </a:lnTo>
                  <a:lnTo>
                    <a:pt x="1416" y="199"/>
                  </a:lnTo>
                  <a:lnTo>
                    <a:pt x="1533" y="374"/>
                  </a:lnTo>
                  <a:lnTo>
                    <a:pt x="1630" y="500"/>
                  </a:lnTo>
                  <a:lnTo>
                    <a:pt x="1759" y="613"/>
                  </a:lnTo>
                  <a:lnTo>
                    <a:pt x="1867" y="686"/>
                  </a:lnTo>
                  <a:lnTo>
                    <a:pt x="1961" y="72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l1384"/>
            <p:cNvSpPr/>
            <p:nvPr/>
          </p:nvSpPr>
          <p:spPr>
            <a:xfrm>
              <a:off x="4784687" y="5436461"/>
              <a:ext cx="526" cy="1188"/>
            </a:xfrm>
            <a:custGeom>
              <a:avLst/>
              <a:pathLst>
                <a:path w="526" h="1188">
                  <a:moveTo>
                    <a:pt x="387" y="933"/>
                  </a:moveTo>
                  <a:lnTo>
                    <a:pt x="305" y="1188"/>
                  </a:lnTo>
                  <a:lnTo>
                    <a:pt x="287" y="1183"/>
                  </a:lnTo>
                  <a:lnTo>
                    <a:pt x="252" y="1158"/>
                  </a:lnTo>
                  <a:lnTo>
                    <a:pt x="106" y="957"/>
                  </a:lnTo>
                  <a:lnTo>
                    <a:pt x="88" y="905"/>
                  </a:lnTo>
                  <a:lnTo>
                    <a:pt x="0" y="505"/>
                  </a:lnTo>
                  <a:lnTo>
                    <a:pt x="12" y="384"/>
                  </a:lnTo>
                  <a:lnTo>
                    <a:pt x="62" y="206"/>
                  </a:lnTo>
                  <a:lnTo>
                    <a:pt x="89" y="157"/>
                  </a:lnTo>
                  <a:lnTo>
                    <a:pt x="299" y="18"/>
                  </a:lnTo>
                  <a:lnTo>
                    <a:pt x="341" y="5"/>
                  </a:lnTo>
                  <a:lnTo>
                    <a:pt x="408" y="0"/>
                  </a:lnTo>
                  <a:lnTo>
                    <a:pt x="526" y="280"/>
                  </a:lnTo>
                  <a:lnTo>
                    <a:pt x="455" y="653"/>
                  </a:lnTo>
                  <a:lnTo>
                    <a:pt x="424" y="817"/>
                  </a:lnTo>
                  <a:lnTo>
                    <a:pt x="387" y="93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l1385"/>
            <p:cNvSpPr/>
            <p:nvPr/>
          </p:nvSpPr>
          <p:spPr>
            <a:xfrm>
              <a:off x="4768073" y="5433594"/>
              <a:ext cx="347" cy="379"/>
            </a:xfrm>
            <a:custGeom>
              <a:avLst/>
              <a:pathLst>
                <a:path w="347" h="379">
                  <a:moveTo>
                    <a:pt x="316" y="373"/>
                  </a:moveTo>
                  <a:lnTo>
                    <a:pt x="284" y="379"/>
                  </a:lnTo>
                  <a:lnTo>
                    <a:pt x="234" y="371"/>
                  </a:lnTo>
                  <a:lnTo>
                    <a:pt x="184" y="363"/>
                  </a:lnTo>
                  <a:lnTo>
                    <a:pt x="140" y="348"/>
                  </a:lnTo>
                  <a:lnTo>
                    <a:pt x="120" y="333"/>
                  </a:lnTo>
                  <a:lnTo>
                    <a:pt x="24" y="189"/>
                  </a:lnTo>
                  <a:lnTo>
                    <a:pt x="0" y="104"/>
                  </a:lnTo>
                  <a:lnTo>
                    <a:pt x="32" y="60"/>
                  </a:lnTo>
                  <a:lnTo>
                    <a:pt x="54" y="37"/>
                  </a:lnTo>
                  <a:lnTo>
                    <a:pt x="128" y="0"/>
                  </a:lnTo>
                  <a:lnTo>
                    <a:pt x="207" y="8"/>
                  </a:lnTo>
                  <a:lnTo>
                    <a:pt x="323" y="83"/>
                  </a:lnTo>
                  <a:lnTo>
                    <a:pt x="347" y="317"/>
                  </a:lnTo>
                  <a:lnTo>
                    <a:pt x="345" y="347"/>
                  </a:lnTo>
                  <a:lnTo>
                    <a:pt x="316" y="3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l1386"/>
            <p:cNvSpPr/>
            <p:nvPr/>
          </p:nvSpPr>
          <p:spPr>
            <a:xfrm>
              <a:off x="4784416" y="5435950"/>
              <a:ext cx="623" cy="564"/>
            </a:xfrm>
            <a:custGeom>
              <a:avLst/>
              <a:pathLst>
                <a:path w="623" h="564">
                  <a:moveTo>
                    <a:pt x="286" y="516"/>
                  </a:moveTo>
                  <a:lnTo>
                    <a:pt x="178" y="564"/>
                  </a:lnTo>
                  <a:lnTo>
                    <a:pt x="132" y="534"/>
                  </a:lnTo>
                  <a:lnTo>
                    <a:pt x="85" y="433"/>
                  </a:lnTo>
                  <a:lnTo>
                    <a:pt x="0" y="148"/>
                  </a:lnTo>
                  <a:lnTo>
                    <a:pt x="52" y="111"/>
                  </a:lnTo>
                  <a:lnTo>
                    <a:pt x="215" y="0"/>
                  </a:lnTo>
                  <a:lnTo>
                    <a:pt x="259" y="13"/>
                  </a:lnTo>
                  <a:lnTo>
                    <a:pt x="472" y="88"/>
                  </a:lnTo>
                  <a:lnTo>
                    <a:pt x="520" y="165"/>
                  </a:lnTo>
                  <a:lnTo>
                    <a:pt x="558" y="228"/>
                  </a:lnTo>
                  <a:lnTo>
                    <a:pt x="619" y="337"/>
                  </a:lnTo>
                  <a:lnTo>
                    <a:pt x="623" y="350"/>
                  </a:lnTo>
                  <a:lnTo>
                    <a:pt x="611" y="361"/>
                  </a:lnTo>
                  <a:lnTo>
                    <a:pt x="580" y="380"/>
                  </a:lnTo>
                  <a:lnTo>
                    <a:pt x="286" y="51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l1387"/>
            <p:cNvSpPr/>
            <p:nvPr/>
          </p:nvSpPr>
          <p:spPr>
            <a:xfrm>
              <a:off x="4784377" y="5435107"/>
              <a:ext cx="412" cy="484"/>
            </a:xfrm>
            <a:custGeom>
              <a:avLst/>
              <a:pathLst>
                <a:path w="412" h="484">
                  <a:moveTo>
                    <a:pt x="295" y="433"/>
                  </a:moveTo>
                  <a:lnTo>
                    <a:pt x="225" y="484"/>
                  </a:lnTo>
                  <a:lnTo>
                    <a:pt x="0" y="298"/>
                  </a:lnTo>
                  <a:lnTo>
                    <a:pt x="104" y="111"/>
                  </a:lnTo>
                  <a:lnTo>
                    <a:pt x="351" y="0"/>
                  </a:lnTo>
                  <a:lnTo>
                    <a:pt x="367" y="10"/>
                  </a:lnTo>
                  <a:lnTo>
                    <a:pt x="386" y="13"/>
                  </a:lnTo>
                  <a:lnTo>
                    <a:pt x="412" y="142"/>
                  </a:lnTo>
                  <a:lnTo>
                    <a:pt x="295" y="43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l1388"/>
            <p:cNvSpPr/>
            <p:nvPr/>
          </p:nvSpPr>
          <p:spPr>
            <a:xfrm>
              <a:off x="4754917" y="5429174"/>
              <a:ext cx="1418" cy="1154"/>
            </a:xfrm>
            <a:custGeom>
              <a:avLst/>
              <a:pathLst>
                <a:path w="1418" h="1154">
                  <a:moveTo>
                    <a:pt x="1092" y="1137"/>
                  </a:moveTo>
                  <a:lnTo>
                    <a:pt x="894" y="1108"/>
                  </a:lnTo>
                  <a:lnTo>
                    <a:pt x="573" y="885"/>
                  </a:lnTo>
                  <a:lnTo>
                    <a:pt x="501" y="836"/>
                  </a:lnTo>
                  <a:lnTo>
                    <a:pt x="317" y="642"/>
                  </a:lnTo>
                  <a:lnTo>
                    <a:pt x="124" y="315"/>
                  </a:lnTo>
                  <a:lnTo>
                    <a:pt x="92" y="261"/>
                  </a:lnTo>
                  <a:lnTo>
                    <a:pt x="1" y="100"/>
                  </a:lnTo>
                  <a:lnTo>
                    <a:pt x="0" y="92"/>
                  </a:lnTo>
                  <a:lnTo>
                    <a:pt x="3" y="87"/>
                  </a:lnTo>
                  <a:lnTo>
                    <a:pt x="176" y="0"/>
                  </a:lnTo>
                  <a:lnTo>
                    <a:pt x="419" y="35"/>
                  </a:lnTo>
                  <a:lnTo>
                    <a:pt x="489" y="61"/>
                  </a:lnTo>
                  <a:lnTo>
                    <a:pt x="826" y="233"/>
                  </a:lnTo>
                  <a:lnTo>
                    <a:pt x="997" y="326"/>
                  </a:lnTo>
                  <a:lnTo>
                    <a:pt x="1135" y="416"/>
                  </a:lnTo>
                  <a:lnTo>
                    <a:pt x="1404" y="801"/>
                  </a:lnTo>
                  <a:lnTo>
                    <a:pt x="1418" y="839"/>
                  </a:lnTo>
                  <a:lnTo>
                    <a:pt x="1402" y="942"/>
                  </a:lnTo>
                  <a:lnTo>
                    <a:pt x="1283" y="1121"/>
                  </a:lnTo>
                  <a:lnTo>
                    <a:pt x="1244" y="1154"/>
                  </a:lnTo>
                  <a:lnTo>
                    <a:pt x="1092" y="11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l1389"/>
            <p:cNvSpPr/>
            <p:nvPr/>
          </p:nvSpPr>
          <p:spPr>
            <a:xfrm>
              <a:off x="4761635" y="5430253"/>
              <a:ext cx="447" cy="755"/>
            </a:xfrm>
            <a:custGeom>
              <a:avLst/>
              <a:pathLst>
                <a:path w="447" h="755">
                  <a:moveTo>
                    <a:pt x="317" y="742"/>
                  </a:moveTo>
                  <a:lnTo>
                    <a:pt x="216" y="755"/>
                  </a:lnTo>
                  <a:lnTo>
                    <a:pt x="177" y="735"/>
                  </a:lnTo>
                  <a:lnTo>
                    <a:pt x="51" y="605"/>
                  </a:lnTo>
                  <a:lnTo>
                    <a:pt x="26" y="426"/>
                  </a:lnTo>
                  <a:lnTo>
                    <a:pt x="0" y="244"/>
                  </a:lnTo>
                  <a:lnTo>
                    <a:pt x="40" y="177"/>
                  </a:lnTo>
                  <a:lnTo>
                    <a:pt x="46" y="170"/>
                  </a:lnTo>
                  <a:lnTo>
                    <a:pt x="166" y="46"/>
                  </a:lnTo>
                  <a:lnTo>
                    <a:pt x="213" y="11"/>
                  </a:lnTo>
                  <a:lnTo>
                    <a:pt x="256" y="0"/>
                  </a:lnTo>
                  <a:lnTo>
                    <a:pt x="350" y="15"/>
                  </a:lnTo>
                  <a:lnTo>
                    <a:pt x="410" y="53"/>
                  </a:lnTo>
                  <a:lnTo>
                    <a:pt x="447" y="111"/>
                  </a:lnTo>
                  <a:lnTo>
                    <a:pt x="437" y="400"/>
                  </a:lnTo>
                  <a:lnTo>
                    <a:pt x="409" y="543"/>
                  </a:lnTo>
                  <a:lnTo>
                    <a:pt x="389" y="600"/>
                  </a:lnTo>
                  <a:lnTo>
                    <a:pt x="352" y="708"/>
                  </a:lnTo>
                  <a:lnTo>
                    <a:pt x="335" y="733"/>
                  </a:lnTo>
                  <a:lnTo>
                    <a:pt x="317" y="74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l1390"/>
            <p:cNvSpPr/>
            <p:nvPr/>
          </p:nvSpPr>
          <p:spPr>
            <a:xfrm>
              <a:off x="4755723" y="5428226"/>
              <a:ext cx="4417" cy="7190"/>
            </a:xfrm>
            <a:custGeom>
              <a:avLst/>
              <a:pathLst>
                <a:path w="4417" h="7190">
                  <a:moveTo>
                    <a:pt x="1125" y="117"/>
                  </a:moveTo>
                  <a:lnTo>
                    <a:pt x="1087" y="175"/>
                  </a:lnTo>
                  <a:lnTo>
                    <a:pt x="1068" y="203"/>
                  </a:lnTo>
                  <a:lnTo>
                    <a:pt x="1267" y="278"/>
                  </a:lnTo>
                  <a:lnTo>
                    <a:pt x="1276" y="273"/>
                  </a:lnTo>
                  <a:lnTo>
                    <a:pt x="1281" y="268"/>
                  </a:lnTo>
                  <a:lnTo>
                    <a:pt x="1294" y="270"/>
                  </a:lnTo>
                  <a:lnTo>
                    <a:pt x="1299" y="279"/>
                  </a:lnTo>
                  <a:lnTo>
                    <a:pt x="1307" y="289"/>
                  </a:lnTo>
                  <a:lnTo>
                    <a:pt x="1312" y="295"/>
                  </a:lnTo>
                  <a:lnTo>
                    <a:pt x="1635" y="419"/>
                  </a:lnTo>
                  <a:lnTo>
                    <a:pt x="1749" y="460"/>
                  </a:lnTo>
                  <a:lnTo>
                    <a:pt x="1912" y="524"/>
                  </a:lnTo>
                  <a:lnTo>
                    <a:pt x="1926" y="529"/>
                  </a:lnTo>
                  <a:lnTo>
                    <a:pt x="1933" y="530"/>
                  </a:lnTo>
                  <a:lnTo>
                    <a:pt x="1943" y="533"/>
                  </a:lnTo>
                  <a:lnTo>
                    <a:pt x="1948" y="542"/>
                  </a:lnTo>
                  <a:lnTo>
                    <a:pt x="1948" y="552"/>
                  </a:lnTo>
                  <a:lnTo>
                    <a:pt x="1944" y="560"/>
                  </a:lnTo>
                  <a:lnTo>
                    <a:pt x="1938" y="565"/>
                  </a:lnTo>
                  <a:lnTo>
                    <a:pt x="1930" y="569"/>
                  </a:lnTo>
                  <a:lnTo>
                    <a:pt x="1925" y="572"/>
                  </a:lnTo>
                  <a:lnTo>
                    <a:pt x="1911" y="580"/>
                  </a:lnTo>
                  <a:lnTo>
                    <a:pt x="1908" y="587"/>
                  </a:lnTo>
                  <a:lnTo>
                    <a:pt x="1911" y="595"/>
                  </a:lnTo>
                  <a:lnTo>
                    <a:pt x="1917" y="604"/>
                  </a:lnTo>
                  <a:lnTo>
                    <a:pt x="1922" y="611"/>
                  </a:lnTo>
                  <a:lnTo>
                    <a:pt x="1922" y="618"/>
                  </a:lnTo>
                  <a:lnTo>
                    <a:pt x="1920" y="623"/>
                  </a:lnTo>
                  <a:lnTo>
                    <a:pt x="1915" y="627"/>
                  </a:lnTo>
                  <a:lnTo>
                    <a:pt x="1911" y="632"/>
                  </a:lnTo>
                  <a:lnTo>
                    <a:pt x="1905" y="637"/>
                  </a:lnTo>
                  <a:lnTo>
                    <a:pt x="1901" y="646"/>
                  </a:lnTo>
                  <a:lnTo>
                    <a:pt x="1902" y="652"/>
                  </a:lnTo>
                  <a:lnTo>
                    <a:pt x="1906" y="657"/>
                  </a:lnTo>
                  <a:lnTo>
                    <a:pt x="1910" y="661"/>
                  </a:lnTo>
                  <a:lnTo>
                    <a:pt x="1923" y="667"/>
                  </a:lnTo>
                  <a:lnTo>
                    <a:pt x="1930" y="663"/>
                  </a:lnTo>
                  <a:lnTo>
                    <a:pt x="1939" y="662"/>
                  </a:lnTo>
                  <a:lnTo>
                    <a:pt x="1945" y="659"/>
                  </a:lnTo>
                  <a:lnTo>
                    <a:pt x="1951" y="655"/>
                  </a:lnTo>
                  <a:lnTo>
                    <a:pt x="1959" y="657"/>
                  </a:lnTo>
                  <a:lnTo>
                    <a:pt x="1965" y="661"/>
                  </a:lnTo>
                  <a:lnTo>
                    <a:pt x="1969" y="668"/>
                  </a:lnTo>
                  <a:lnTo>
                    <a:pt x="1970" y="676"/>
                  </a:lnTo>
                  <a:lnTo>
                    <a:pt x="1971" y="685"/>
                  </a:lnTo>
                  <a:lnTo>
                    <a:pt x="1974" y="696"/>
                  </a:lnTo>
                  <a:lnTo>
                    <a:pt x="1870" y="821"/>
                  </a:lnTo>
                  <a:lnTo>
                    <a:pt x="1858" y="834"/>
                  </a:lnTo>
                  <a:lnTo>
                    <a:pt x="1842" y="835"/>
                  </a:lnTo>
                  <a:lnTo>
                    <a:pt x="1834" y="831"/>
                  </a:lnTo>
                  <a:lnTo>
                    <a:pt x="1803" y="825"/>
                  </a:lnTo>
                  <a:lnTo>
                    <a:pt x="1794" y="829"/>
                  </a:lnTo>
                  <a:lnTo>
                    <a:pt x="1785" y="835"/>
                  </a:lnTo>
                  <a:lnTo>
                    <a:pt x="1809" y="833"/>
                  </a:lnTo>
                  <a:lnTo>
                    <a:pt x="1840" y="841"/>
                  </a:lnTo>
                  <a:lnTo>
                    <a:pt x="1866" y="851"/>
                  </a:lnTo>
                  <a:lnTo>
                    <a:pt x="2358" y="1045"/>
                  </a:lnTo>
                  <a:lnTo>
                    <a:pt x="2442" y="1173"/>
                  </a:lnTo>
                  <a:lnTo>
                    <a:pt x="2346" y="1413"/>
                  </a:lnTo>
                  <a:lnTo>
                    <a:pt x="2700" y="1850"/>
                  </a:lnTo>
                  <a:lnTo>
                    <a:pt x="2916" y="2204"/>
                  </a:lnTo>
                  <a:lnTo>
                    <a:pt x="3004" y="2332"/>
                  </a:lnTo>
                  <a:lnTo>
                    <a:pt x="3217" y="2591"/>
                  </a:lnTo>
                  <a:lnTo>
                    <a:pt x="3362" y="2561"/>
                  </a:lnTo>
                  <a:lnTo>
                    <a:pt x="3369" y="2558"/>
                  </a:lnTo>
                  <a:lnTo>
                    <a:pt x="3437" y="2533"/>
                  </a:lnTo>
                  <a:lnTo>
                    <a:pt x="3631" y="2521"/>
                  </a:lnTo>
                  <a:lnTo>
                    <a:pt x="3805" y="2636"/>
                  </a:lnTo>
                  <a:lnTo>
                    <a:pt x="3963" y="2797"/>
                  </a:lnTo>
                  <a:lnTo>
                    <a:pt x="3968" y="2822"/>
                  </a:lnTo>
                  <a:lnTo>
                    <a:pt x="3935" y="2965"/>
                  </a:lnTo>
                  <a:lnTo>
                    <a:pt x="3897" y="3085"/>
                  </a:lnTo>
                  <a:lnTo>
                    <a:pt x="3882" y="3181"/>
                  </a:lnTo>
                  <a:lnTo>
                    <a:pt x="3903" y="3390"/>
                  </a:lnTo>
                  <a:lnTo>
                    <a:pt x="4017" y="3882"/>
                  </a:lnTo>
                  <a:lnTo>
                    <a:pt x="4179" y="4493"/>
                  </a:lnTo>
                  <a:lnTo>
                    <a:pt x="4229" y="4681"/>
                  </a:lnTo>
                  <a:lnTo>
                    <a:pt x="4256" y="4747"/>
                  </a:lnTo>
                  <a:lnTo>
                    <a:pt x="4335" y="4938"/>
                  </a:lnTo>
                  <a:lnTo>
                    <a:pt x="4404" y="5103"/>
                  </a:lnTo>
                  <a:lnTo>
                    <a:pt x="4417" y="5450"/>
                  </a:lnTo>
                  <a:lnTo>
                    <a:pt x="4404" y="5505"/>
                  </a:lnTo>
                  <a:lnTo>
                    <a:pt x="4310" y="5608"/>
                  </a:lnTo>
                  <a:lnTo>
                    <a:pt x="4227" y="5669"/>
                  </a:lnTo>
                  <a:lnTo>
                    <a:pt x="3914" y="5860"/>
                  </a:lnTo>
                  <a:lnTo>
                    <a:pt x="3301" y="6236"/>
                  </a:lnTo>
                  <a:lnTo>
                    <a:pt x="3105" y="6312"/>
                  </a:lnTo>
                  <a:lnTo>
                    <a:pt x="3002" y="6335"/>
                  </a:lnTo>
                  <a:lnTo>
                    <a:pt x="2682" y="6438"/>
                  </a:lnTo>
                  <a:lnTo>
                    <a:pt x="2553" y="6498"/>
                  </a:lnTo>
                  <a:lnTo>
                    <a:pt x="2319" y="6688"/>
                  </a:lnTo>
                  <a:lnTo>
                    <a:pt x="2126" y="6845"/>
                  </a:lnTo>
                  <a:lnTo>
                    <a:pt x="1915" y="7058"/>
                  </a:lnTo>
                  <a:lnTo>
                    <a:pt x="1869" y="7075"/>
                  </a:lnTo>
                  <a:lnTo>
                    <a:pt x="1556" y="7190"/>
                  </a:lnTo>
                  <a:lnTo>
                    <a:pt x="1374" y="7163"/>
                  </a:lnTo>
                  <a:lnTo>
                    <a:pt x="1357" y="7166"/>
                  </a:lnTo>
                  <a:lnTo>
                    <a:pt x="1110" y="7097"/>
                  </a:lnTo>
                  <a:lnTo>
                    <a:pt x="957" y="7041"/>
                  </a:lnTo>
                  <a:lnTo>
                    <a:pt x="796" y="6983"/>
                  </a:lnTo>
                  <a:lnTo>
                    <a:pt x="781" y="6981"/>
                  </a:lnTo>
                  <a:lnTo>
                    <a:pt x="717" y="7002"/>
                  </a:lnTo>
                  <a:lnTo>
                    <a:pt x="594" y="7001"/>
                  </a:lnTo>
                  <a:lnTo>
                    <a:pt x="610" y="6795"/>
                  </a:lnTo>
                  <a:lnTo>
                    <a:pt x="646" y="6707"/>
                  </a:lnTo>
                  <a:lnTo>
                    <a:pt x="647" y="6566"/>
                  </a:lnTo>
                  <a:lnTo>
                    <a:pt x="628" y="6489"/>
                  </a:lnTo>
                  <a:lnTo>
                    <a:pt x="498" y="6220"/>
                  </a:lnTo>
                  <a:lnTo>
                    <a:pt x="425" y="6117"/>
                  </a:lnTo>
                  <a:lnTo>
                    <a:pt x="354" y="6065"/>
                  </a:lnTo>
                  <a:lnTo>
                    <a:pt x="149" y="5939"/>
                  </a:lnTo>
                  <a:lnTo>
                    <a:pt x="159" y="5990"/>
                  </a:lnTo>
                  <a:lnTo>
                    <a:pt x="122" y="6009"/>
                  </a:lnTo>
                  <a:lnTo>
                    <a:pt x="35" y="5985"/>
                  </a:lnTo>
                  <a:lnTo>
                    <a:pt x="0" y="5875"/>
                  </a:lnTo>
                  <a:lnTo>
                    <a:pt x="29" y="5578"/>
                  </a:lnTo>
                  <a:lnTo>
                    <a:pt x="43" y="5524"/>
                  </a:lnTo>
                  <a:lnTo>
                    <a:pt x="385" y="5107"/>
                  </a:lnTo>
                  <a:lnTo>
                    <a:pt x="535" y="5051"/>
                  </a:lnTo>
                  <a:lnTo>
                    <a:pt x="513" y="4570"/>
                  </a:lnTo>
                  <a:lnTo>
                    <a:pt x="360" y="3765"/>
                  </a:lnTo>
                  <a:lnTo>
                    <a:pt x="354" y="3758"/>
                  </a:lnTo>
                  <a:lnTo>
                    <a:pt x="252" y="3639"/>
                  </a:lnTo>
                  <a:lnTo>
                    <a:pt x="234" y="3629"/>
                  </a:lnTo>
                  <a:lnTo>
                    <a:pt x="197" y="3547"/>
                  </a:lnTo>
                  <a:lnTo>
                    <a:pt x="124" y="3306"/>
                  </a:lnTo>
                  <a:lnTo>
                    <a:pt x="119" y="3225"/>
                  </a:lnTo>
                  <a:lnTo>
                    <a:pt x="102" y="2929"/>
                  </a:lnTo>
                  <a:lnTo>
                    <a:pt x="240" y="2567"/>
                  </a:lnTo>
                  <a:lnTo>
                    <a:pt x="602" y="2143"/>
                  </a:lnTo>
                  <a:lnTo>
                    <a:pt x="613" y="2149"/>
                  </a:lnTo>
                  <a:lnTo>
                    <a:pt x="643" y="2110"/>
                  </a:lnTo>
                  <a:lnTo>
                    <a:pt x="715" y="1993"/>
                  </a:lnTo>
                  <a:lnTo>
                    <a:pt x="763" y="1873"/>
                  </a:lnTo>
                  <a:lnTo>
                    <a:pt x="794" y="1746"/>
                  </a:lnTo>
                  <a:lnTo>
                    <a:pt x="789" y="1713"/>
                  </a:lnTo>
                  <a:lnTo>
                    <a:pt x="750" y="1611"/>
                  </a:lnTo>
                  <a:lnTo>
                    <a:pt x="725" y="1574"/>
                  </a:lnTo>
                  <a:lnTo>
                    <a:pt x="591" y="1379"/>
                  </a:lnTo>
                  <a:lnTo>
                    <a:pt x="577" y="1189"/>
                  </a:lnTo>
                  <a:lnTo>
                    <a:pt x="613" y="1094"/>
                  </a:lnTo>
                  <a:lnTo>
                    <a:pt x="627" y="1059"/>
                  </a:lnTo>
                  <a:lnTo>
                    <a:pt x="635" y="1047"/>
                  </a:lnTo>
                  <a:lnTo>
                    <a:pt x="553" y="527"/>
                  </a:lnTo>
                  <a:lnTo>
                    <a:pt x="542" y="460"/>
                  </a:lnTo>
                  <a:lnTo>
                    <a:pt x="545" y="410"/>
                  </a:lnTo>
                  <a:lnTo>
                    <a:pt x="551" y="389"/>
                  </a:lnTo>
                  <a:lnTo>
                    <a:pt x="567" y="326"/>
                  </a:lnTo>
                  <a:lnTo>
                    <a:pt x="573" y="268"/>
                  </a:lnTo>
                  <a:lnTo>
                    <a:pt x="573" y="219"/>
                  </a:lnTo>
                  <a:lnTo>
                    <a:pt x="561" y="143"/>
                  </a:lnTo>
                  <a:lnTo>
                    <a:pt x="547" y="82"/>
                  </a:lnTo>
                  <a:lnTo>
                    <a:pt x="546" y="72"/>
                  </a:lnTo>
                  <a:lnTo>
                    <a:pt x="551" y="63"/>
                  </a:lnTo>
                  <a:lnTo>
                    <a:pt x="561" y="57"/>
                  </a:lnTo>
                  <a:lnTo>
                    <a:pt x="598" y="60"/>
                  </a:lnTo>
                  <a:lnTo>
                    <a:pt x="606" y="63"/>
                  </a:lnTo>
                  <a:lnTo>
                    <a:pt x="615" y="65"/>
                  </a:lnTo>
                  <a:lnTo>
                    <a:pt x="619" y="53"/>
                  </a:lnTo>
                  <a:lnTo>
                    <a:pt x="640" y="30"/>
                  </a:lnTo>
                  <a:lnTo>
                    <a:pt x="654" y="19"/>
                  </a:lnTo>
                  <a:lnTo>
                    <a:pt x="692" y="6"/>
                  </a:lnTo>
                  <a:lnTo>
                    <a:pt x="749" y="0"/>
                  </a:lnTo>
                  <a:lnTo>
                    <a:pt x="831" y="9"/>
                  </a:lnTo>
                  <a:lnTo>
                    <a:pt x="1069" y="51"/>
                  </a:lnTo>
                  <a:lnTo>
                    <a:pt x="1097" y="67"/>
                  </a:lnTo>
                  <a:lnTo>
                    <a:pt x="1119" y="79"/>
                  </a:lnTo>
                  <a:lnTo>
                    <a:pt x="1125" y="90"/>
                  </a:lnTo>
                  <a:lnTo>
                    <a:pt x="1126" y="105"/>
                  </a:lnTo>
                  <a:lnTo>
                    <a:pt x="1127" y="111"/>
                  </a:lnTo>
                  <a:lnTo>
                    <a:pt x="1125" y="11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l1391"/>
            <p:cNvSpPr/>
            <p:nvPr/>
          </p:nvSpPr>
          <p:spPr>
            <a:xfrm>
              <a:off x="4762184" y="5429128"/>
              <a:ext cx="750" cy="913"/>
            </a:xfrm>
            <a:custGeom>
              <a:avLst/>
              <a:pathLst>
                <a:path w="750" h="913">
                  <a:moveTo>
                    <a:pt x="495" y="826"/>
                  </a:moveTo>
                  <a:lnTo>
                    <a:pt x="276" y="913"/>
                  </a:lnTo>
                  <a:lnTo>
                    <a:pt x="140" y="865"/>
                  </a:lnTo>
                  <a:lnTo>
                    <a:pt x="66" y="789"/>
                  </a:lnTo>
                  <a:lnTo>
                    <a:pt x="11" y="675"/>
                  </a:lnTo>
                  <a:lnTo>
                    <a:pt x="0" y="599"/>
                  </a:lnTo>
                  <a:lnTo>
                    <a:pt x="2" y="550"/>
                  </a:lnTo>
                  <a:lnTo>
                    <a:pt x="5" y="523"/>
                  </a:lnTo>
                  <a:lnTo>
                    <a:pt x="13" y="507"/>
                  </a:lnTo>
                  <a:lnTo>
                    <a:pt x="139" y="314"/>
                  </a:lnTo>
                  <a:lnTo>
                    <a:pt x="302" y="80"/>
                  </a:lnTo>
                  <a:lnTo>
                    <a:pt x="366" y="47"/>
                  </a:lnTo>
                  <a:lnTo>
                    <a:pt x="382" y="42"/>
                  </a:lnTo>
                  <a:lnTo>
                    <a:pt x="511" y="0"/>
                  </a:lnTo>
                  <a:lnTo>
                    <a:pt x="568" y="23"/>
                  </a:lnTo>
                  <a:lnTo>
                    <a:pt x="574" y="26"/>
                  </a:lnTo>
                  <a:lnTo>
                    <a:pt x="563" y="64"/>
                  </a:lnTo>
                  <a:lnTo>
                    <a:pt x="527" y="197"/>
                  </a:lnTo>
                  <a:lnTo>
                    <a:pt x="537" y="279"/>
                  </a:lnTo>
                  <a:lnTo>
                    <a:pt x="538" y="291"/>
                  </a:lnTo>
                  <a:lnTo>
                    <a:pt x="575" y="376"/>
                  </a:lnTo>
                  <a:lnTo>
                    <a:pt x="595" y="387"/>
                  </a:lnTo>
                  <a:lnTo>
                    <a:pt x="693" y="439"/>
                  </a:lnTo>
                  <a:lnTo>
                    <a:pt x="740" y="515"/>
                  </a:lnTo>
                  <a:lnTo>
                    <a:pt x="750" y="568"/>
                  </a:lnTo>
                  <a:lnTo>
                    <a:pt x="739" y="616"/>
                  </a:lnTo>
                  <a:lnTo>
                    <a:pt x="692" y="685"/>
                  </a:lnTo>
                  <a:lnTo>
                    <a:pt x="644" y="735"/>
                  </a:lnTo>
                  <a:lnTo>
                    <a:pt x="495" y="82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l1392"/>
            <p:cNvSpPr/>
            <p:nvPr/>
          </p:nvSpPr>
          <p:spPr>
            <a:xfrm>
              <a:off x="4780836" y="5431928"/>
              <a:ext cx="2313" cy="3179"/>
            </a:xfrm>
            <a:custGeom>
              <a:avLst/>
              <a:pathLst>
                <a:path w="2313" h="3179">
                  <a:moveTo>
                    <a:pt x="1611" y="429"/>
                  </a:moveTo>
                  <a:lnTo>
                    <a:pt x="1443" y="1056"/>
                  </a:lnTo>
                  <a:lnTo>
                    <a:pt x="1459" y="1254"/>
                  </a:lnTo>
                  <a:lnTo>
                    <a:pt x="1517" y="1314"/>
                  </a:lnTo>
                  <a:lnTo>
                    <a:pt x="1569" y="1331"/>
                  </a:lnTo>
                  <a:lnTo>
                    <a:pt x="1864" y="1428"/>
                  </a:lnTo>
                  <a:lnTo>
                    <a:pt x="1888" y="1436"/>
                  </a:lnTo>
                  <a:lnTo>
                    <a:pt x="1970" y="1463"/>
                  </a:lnTo>
                  <a:lnTo>
                    <a:pt x="1982" y="1463"/>
                  </a:lnTo>
                  <a:lnTo>
                    <a:pt x="2137" y="1472"/>
                  </a:lnTo>
                  <a:lnTo>
                    <a:pt x="2279" y="1501"/>
                  </a:lnTo>
                  <a:lnTo>
                    <a:pt x="2313" y="1520"/>
                  </a:lnTo>
                  <a:lnTo>
                    <a:pt x="2260" y="1671"/>
                  </a:lnTo>
                  <a:lnTo>
                    <a:pt x="2212" y="1705"/>
                  </a:lnTo>
                  <a:lnTo>
                    <a:pt x="2094" y="1791"/>
                  </a:lnTo>
                  <a:lnTo>
                    <a:pt x="1994" y="1809"/>
                  </a:lnTo>
                  <a:lnTo>
                    <a:pt x="1801" y="1796"/>
                  </a:lnTo>
                  <a:lnTo>
                    <a:pt x="1778" y="1735"/>
                  </a:lnTo>
                  <a:lnTo>
                    <a:pt x="1740" y="1680"/>
                  </a:lnTo>
                  <a:lnTo>
                    <a:pt x="1623" y="1651"/>
                  </a:lnTo>
                  <a:lnTo>
                    <a:pt x="1274" y="1691"/>
                  </a:lnTo>
                  <a:lnTo>
                    <a:pt x="1242" y="1717"/>
                  </a:lnTo>
                  <a:lnTo>
                    <a:pt x="1133" y="1932"/>
                  </a:lnTo>
                  <a:lnTo>
                    <a:pt x="951" y="2405"/>
                  </a:lnTo>
                  <a:lnTo>
                    <a:pt x="945" y="2421"/>
                  </a:lnTo>
                  <a:lnTo>
                    <a:pt x="968" y="2677"/>
                  </a:lnTo>
                  <a:lnTo>
                    <a:pt x="996" y="2725"/>
                  </a:lnTo>
                  <a:lnTo>
                    <a:pt x="1082" y="2936"/>
                  </a:lnTo>
                  <a:lnTo>
                    <a:pt x="1011" y="3004"/>
                  </a:lnTo>
                  <a:lnTo>
                    <a:pt x="730" y="3179"/>
                  </a:lnTo>
                  <a:lnTo>
                    <a:pt x="555" y="3143"/>
                  </a:lnTo>
                  <a:lnTo>
                    <a:pt x="364" y="3077"/>
                  </a:lnTo>
                  <a:lnTo>
                    <a:pt x="329" y="3047"/>
                  </a:lnTo>
                  <a:lnTo>
                    <a:pt x="97" y="2834"/>
                  </a:lnTo>
                  <a:lnTo>
                    <a:pt x="0" y="2638"/>
                  </a:lnTo>
                  <a:lnTo>
                    <a:pt x="0" y="2625"/>
                  </a:lnTo>
                  <a:lnTo>
                    <a:pt x="105" y="2687"/>
                  </a:lnTo>
                  <a:lnTo>
                    <a:pt x="175" y="2687"/>
                  </a:lnTo>
                  <a:lnTo>
                    <a:pt x="273" y="2096"/>
                  </a:lnTo>
                  <a:lnTo>
                    <a:pt x="333" y="1733"/>
                  </a:lnTo>
                  <a:lnTo>
                    <a:pt x="347" y="1627"/>
                  </a:lnTo>
                  <a:lnTo>
                    <a:pt x="435" y="1464"/>
                  </a:lnTo>
                  <a:lnTo>
                    <a:pt x="485" y="1477"/>
                  </a:lnTo>
                  <a:lnTo>
                    <a:pt x="512" y="1470"/>
                  </a:lnTo>
                  <a:lnTo>
                    <a:pt x="542" y="1440"/>
                  </a:lnTo>
                  <a:lnTo>
                    <a:pt x="546" y="1436"/>
                  </a:lnTo>
                  <a:lnTo>
                    <a:pt x="582" y="1310"/>
                  </a:lnTo>
                  <a:lnTo>
                    <a:pt x="717" y="834"/>
                  </a:lnTo>
                  <a:lnTo>
                    <a:pt x="713" y="782"/>
                  </a:lnTo>
                  <a:lnTo>
                    <a:pt x="647" y="696"/>
                  </a:lnTo>
                  <a:lnTo>
                    <a:pt x="560" y="515"/>
                  </a:lnTo>
                  <a:lnTo>
                    <a:pt x="970" y="438"/>
                  </a:lnTo>
                  <a:lnTo>
                    <a:pt x="1025" y="464"/>
                  </a:lnTo>
                  <a:lnTo>
                    <a:pt x="1151" y="527"/>
                  </a:lnTo>
                  <a:lnTo>
                    <a:pt x="1601" y="57"/>
                  </a:lnTo>
                  <a:lnTo>
                    <a:pt x="1665" y="0"/>
                  </a:lnTo>
                  <a:lnTo>
                    <a:pt x="1707" y="2"/>
                  </a:lnTo>
                  <a:lnTo>
                    <a:pt x="1764" y="39"/>
                  </a:lnTo>
                  <a:lnTo>
                    <a:pt x="1786" y="64"/>
                  </a:lnTo>
                  <a:lnTo>
                    <a:pt x="1838" y="282"/>
                  </a:lnTo>
                  <a:lnTo>
                    <a:pt x="1771" y="390"/>
                  </a:lnTo>
                  <a:lnTo>
                    <a:pt x="1690" y="391"/>
                  </a:lnTo>
                  <a:lnTo>
                    <a:pt x="1611" y="42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l1393"/>
            <p:cNvSpPr/>
            <p:nvPr/>
          </p:nvSpPr>
          <p:spPr>
            <a:xfrm>
              <a:off x="4761837" y="5428319"/>
              <a:ext cx="646" cy="712"/>
            </a:xfrm>
            <a:custGeom>
              <a:avLst/>
              <a:pathLst>
                <a:path w="646" h="712">
                  <a:moveTo>
                    <a:pt x="496" y="521"/>
                  </a:moveTo>
                  <a:lnTo>
                    <a:pt x="253" y="712"/>
                  </a:lnTo>
                  <a:lnTo>
                    <a:pt x="226" y="660"/>
                  </a:lnTo>
                  <a:lnTo>
                    <a:pt x="219" y="611"/>
                  </a:lnTo>
                  <a:lnTo>
                    <a:pt x="201" y="569"/>
                  </a:lnTo>
                  <a:lnTo>
                    <a:pt x="0" y="231"/>
                  </a:lnTo>
                  <a:lnTo>
                    <a:pt x="98" y="122"/>
                  </a:lnTo>
                  <a:lnTo>
                    <a:pt x="267" y="0"/>
                  </a:lnTo>
                  <a:lnTo>
                    <a:pt x="363" y="3"/>
                  </a:lnTo>
                  <a:lnTo>
                    <a:pt x="646" y="221"/>
                  </a:lnTo>
                  <a:lnTo>
                    <a:pt x="634" y="361"/>
                  </a:lnTo>
                  <a:lnTo>
                    <a:pt x="589" y="426"/>
                  </a:lnTo>
                  <a:lnTo>
                    <a:pt x="496" y="5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l1394"/>
            <p:cNvSpPr/>
            <p:nvPr/>
          </p:nvSpPr>
          <p:spPr>
            <a:xfrm>
              <a:off x="4756744" y="5427391"/>
              <a:ext cx="446" cy="641"/>
            </a:xfrm>
            <a:custGeom>
              <a:avLst/>
              <a:pathLst>
                <a:path w="446" h="641">
                  <a:moveTo>
                    <a:pt x="76" y="639"/>
                  </a:moveTo>
                  <a:lnTo>
                    <a:pt x="37" y="641"/>
                  </a:lnTo>
                  <a:lnTo>
                    <a:pt x="20" y="632"/>
                  </a:lnTo>
                  <a:lnTo>
                    <a:pt x="0" y="602"/>
                  </a:lnTo>
                  <a:lnTo>
                    <a:pt x="0" y="592"/>
                  </a:lnTo>
                  <a:lnTo>
                    <a:pt x="7" y="465"/>
                  </a:lnTo>
                  <a:lnTo>
                    <a:pt x="13" y="429"/>
                  </a:lnTo>
                  <a:lnTo>
                    <a:pt x="20" y="391"/>
                  </a:lnTo>
                  <a:lnTo>
                    <a:pt x="81" y="35"/>
                  </a:lnTo>
                  <a:lnTo>
                    <a:pt x="94" y="9"/>
                  </a:lnTo>
                  <a:lnTo>
                    <a:pt x="124" y="0"/>
                  </a:lnTo>
                  <a:lnTo>
                    <a:pt x="151" y="0"/>
                  </a:lnTo>
                  <a:lnTo>
                    <a:pt x="353" y="90"/>
                  </a:lnTo>
                  <a:lnTo>
                    <a:pt x="366" y="113"/>
                  </a:lnTo>
                  <a:lnTo>
                    <a:pt x="446" y="397"/>
                  </a:lnTo>
                  <a:lnTo>
                    <a:pt x="430" y="512"/>
                  </a:lnTo>
                  <a:lnTo>
                    <a:pt x="419" y="538"/>
                  </a:lnTo>
                  <a:lnTo>
                    <a:pt x="403" y="552"/>
                  </a:lnTo>
                  <a:lnTo>
                    <a:pt x="253" y="616"/>
                  </a:lnTo>
                  <a:lnTo>
                    <a:pt x="143" y="638"/>
                  </a:lnTo>
                  <a:lnTo>
                    <a:pt x="76" y="63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l1395"/>
            <p:cNvSpPr/>
            <p:nvPr/>
          </p:nvSpPr>
          <p:spPr>
            <a:xfrm>
              <a:off x="4783399" y="5431463"/>
              <a:ext cx="652" cy="1020"/>
            </a:xfrm>
            <a:custGeom>
              <a:avLst/>
              <a:pathLst>
                <a:path w="652" h="1020">
                  <a:moveTo>
                    <a:pt x="490" y="1020"/>
                  </a:moveTo>
                  <a:lnTo>
                    <a:pt x="440" y="1017"/>
                  </a:lnTo>
                  <a:lnTo>
                    <a:pt x="177" y="858"/>
                  </a:lnTo>
                  <a:lnTo>
                    <a:pt x="273" y="714"/>
                  </a:lnTo>
                  <a:lnTo>
                    <a:pt x="282" y="582"/>
                  </a:lnTo>
                  <a:lnTo>
                    <a:pt x="209" y="470"/>
                  </a:lnTo>
                  <a:lnTo>
                    <a:pt x="0" y="327"/>
                  </a:lnTo>
                  <a:lnTo>
                    <a:pt x="30" y="119"/>
                  </a:lnTo>
                  <a:lnTo>
                    <a:pt x="123" y="23"/>
                  </a:lnTo>
                  <a:lnTo>
                    <a:pt x="166" y="0"/>
                  </a:lnTo>
                  <a:lnTo>
                    <a:pt x="198" y="6"/>
                  </a:lnTo>
                  <a:lnTo>
                    <a:pt x="211" y="24"/>
                  </a:lnTo>
                  <a:lnTo>
                    <a:pt x="365" y="406"/>
                  </a:lnTo>
                  <a:lnTo>
                    <a:pt x="524" y="567"/>
                  </a:lnTo>
                  <a:lnTo>
                    <a:pt x="652" y="896"/>
                  </a:lnTo>
                  <a:lnTo>
                    <a:pt x="594" y="973"/>
                  </a:lnTo>
                  <a:lnTo>
                    <a:pt x="490" y="102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l1396"/>
            <p:cNvSpPr/>
            <p:nvPr/>
          </p:nvSpPr>
          <p:spPr>
            <a:xfrm>
              <a:off x="4759118" y="5427545"/>
              <a:ext cx="2410" cy="2559"/>
            </a:xfrm>
            <a:custGeom>
              <a:avLst/>
              <a:pathLst>
                <a:path w="2410" h="2559">
                  <a:moveTo>
                    <a:pt x="2015" y="1645"/>
                  </a:moveTo>
                  <a:lnTo>
                    <a:pt x="1908" y="1757"/>
                  </a:lnTo>
                  <a:lnTo>
                    <a:pt x="1736" y="2160"/>
                  </a:lnTo>
                  <a:lnTo>
                    <a:pt x="1727" y="2212"/>
                  </a:lnTo>
                  <a:lnTo>
                    <a:pt x="1741" y="2258"/>
                  </a:lnTo>
                  <a:lnTo>
                    <a:pt x="1778" y="2280"/>
                  </a:lnTo>
                  <a:lnTo>
                    <a:pt x="1786" y="2351"/>
                  </a:lnTo>
                  <a:lnTo>
                    <a:pt x="1736" y="2459"/>
                  </a:lnTo>
                  <a:lnTo>
                    <a:pt x="1699" y="2501"/>
                  </a:lnTo>
                  <a:lnTo>
                    <a:pt x="1641" y="2535"/>
                  </a:lnTo>
                  <a:lnTo>
                    <a:pt x="1584" y="2557"/>
                  </a:lnTo>
                  <a:lnTo>
                    <a:pt x="1060" y="2559"/>
                  </a:lnTo>
                  <a:lnTo>
                    <a:pt x="923" y="2543"/>
                  </a:lnTo>
                  <a:lnTo>
                    <a:pt x="872" y="2490"/>
                  </a:lnTo>
                  <a:lnTo>
                    <a:pt x="864" y="2429"/>
                  </a:lnTo>
                  <a:lnTo>
                    <a:pt x="900" y="2390"/>
                  </a:lnTo>
                  <a:lnTo>
                    <a:pt x="925" y="2363"/>
                  </a:lnTo>
                  <a:lnTo>
                    <a:pt x="1118" y="2214"/>
                  </a:lnTo>
                  <a:lnTo>
                    <a:pt x="1122" y="1918"/>
                  </a:lnTo>
                  <a:lnTo>
                    <a:pt x="806" y="1594"/>
                  </a:lnTo>
                  <a:lnTo>
                    <a:pt x="467" y="1484"/>
                  </a:lnTo>
                  <a:lnTo>
                    <a:pt x="268" y="1533"/>
                  </a:lnTo>
                  <a:lnTo>
                    <a:pt x="199" y="1460"/>
                  </a:lnTo>
                  <a:lnTo>
                    <a:pt x="208" y="1371"/>
                  </a:lnTo>
                  <a:lnTo>
                    <a:pt x="22" y="1215"/>
                  </a:lnTo>
                  <a:lnTo>
                    <a:pt x="0" y="1069"/>
                  </a:lnTo>
                  <a:lnTo>
                    <a:pt x="8" y="1043"/>
                  </a:lnTo>
                  <a:lnTo>
                    <a:pt x="13" y="1034"/>
                  </a:lnTo>
                  <a:lnTo>
                    <a:pt x="95" y="943"/>
                  </a:lnTo>
                  <a:lnTo>
                    <a:pt x="503" y="490"/>
                  </a:lnTo>
                  <a:lnTo>
                    <a:pt x="1403" y="30"/>
                  </a:lnTo>
                  <a:lnTo>
                    <a:pt x="1486" y="9"/>
                  </a:lnTo>
                  <a:lnTo>
                    <a:pt x="1695" y="0"/>
                  </a:lnTo>
                  <a:lnTo>
                    <a:pt x="1782" y="6"/>
                  </a:lnTo>
                  <a:lnTo>
                    <a:pt x="1805" y="10"/>
                  </a:lnTo>
                  <a:lnTo>
                    <a:pt x="1843" y="83"/>
                  </a:lnTo>
                  <a:lnTo>
                    <a:pt x="1911" y="227"/>
                  </a:lnTo>
                  <a:lnTo>
                    <a:pt x="2038" y="331"/>
                  </a:lnTo>
                  <a:lnTo>
                    <a:pt x="2193" y="367"/>
                  </a:lnTo>
                  <a:lnTo>
                    <a:pt x="2408" y="458"/>
                  </a:lnTo>
                  <a:lnTo>
                    <a:pt x="2410" y="660"/>
                  </a:lnTo>
                  <a:lnTo>
                    <a:pt x="2168" y="1505"/>
                  </a:lnTo>
                  <a:lnTo>
                    <a:pt x="2161" y="1524"/>
                  </a:lnTo>
                  <a:lnTo>
                    <a:pt x="2128" y="1546"/>
                  </a:lnTo>
                  <a:lnTo>
                    <a:pt x="2015" y="164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l1397"/>
            <p:cNvSpPr/>
            <p:nvPr/>
          </p:nvSpPr>
          <p:spPr>
            <a:xfrm>
              <a:off x="4770388" y="5426866"/>
              <a:ext cx="609" cy="535"/>
            </a:xfrm>
            <a:custGeom>
              <a:avLst/>
              <a:pathLst>
                <a:path w="609" h="535">
                  <a:moveTo>
                    <a:pt x="213" y="265"/>
                  </a:moveTo>
                  <a:lnTo>
                    <a:pt x="282" y="299"/>
                  </a:lnTo>
                  <a:lnTo>
                    <a:pt x="415" y="272"/>
                  </a:lnTo>
                  <a:lnTo>
                    <a:pt x="599" y="429"/>
                  </a:lnTo>
                  <a:lnTo>
                    <a:pt x="609" y="454"/>
                  </a:lnTo>
                  <a:lnTo>
                    <a:pt x="598" y="467"/>
                  </a:lnTo>
                  <a:lnTo>
                    <a:pt x="498" y="535"/>
                  </a:lnTo>
                  <a:lnTo>
                    <a:pt x="423" y="532"/>
                  </a:lnTo>
                  <a:lnTo>
                    <a:pt x="86" y="261"/>
                  </a:lnTo>
                  <a:lnTo>
                    <a:pt x="10" y="187"/>
                  </a:lnTo>
                  <a:lnTo>
                    <a:pt x="2" y="164"/>
                  </a:lnTo>
                  <a:lnTo>
                    <a:pt x="0" y="42"/>
                  </a:lnTo>
                  <a:lnTo>
                    <a:pt x="34" y="0"/>
                  </a:lnTo>
                  <a:lnTo>
                    <a:pt x="55" y="13"/>
                  </a:lnTo>
                  <a:lnTo>
                    <a:pt x="58" y="42"/>
                  </a:lnTo>
                  <a:lnTo>
                    <a:pt x="81" y="80"/>
                  </a:lnTo>
                  <a:lnTo>
                    <a:pt x="213" y="26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l1398"/>
            <p:cNvSpPr/>
            <p:nvPr/>
          </p:nvSpPr>
          <p:spPr>
            <a:xfrm>
              <a:off x="4760418" y="5423852"/>
              <a:ext cx="19147" cy="13107"/>
            </a:xfrm>
            <a:custGeom>
              <a:avLst/>
              <a:pathLst>
                <a:path w="19147" h="13107">
                  <a:moveTo>
                    <a:pt x="1911" y="1030"/>
                  </a:moveTo>
                  <a:lnTo>
                    <a:pt x="1948" y="1063"/>
                  </a:lnTo>
                  <a:lnTo>
                    <a:pt x="1954" y="1057"/>
                  </a:lnTo>
                  <a:lnTo>
                    <a:pt x="2129" y="911"/>
                  </a:lnTo>
                  <a:lnTo>
                    <a:pt x="2158" y="901"/>
                  </a:lnTo>
                  <a:lnTo>
                    <a:pt x="2176" y="901"/>
                  </a:lnTo>
                  <a:lnTo>
                    <a:pt x="2406" y="1092"/>
                  </a:lnTo>
                  <a:lnTo>
                    <a:pt x="2503" y="1161"/>
                  </a:lnTo>
                  <a:lnTo>
                    <a:pt x="2749" y="1291"/>
                  </a:lnTo>
                  <a:lnTo>
                    <a:pt x="2936" y="1347"/>
                  </a:lnTo>
                  <a:lnTo>
                    <a:pt x="3356" y="1420"/>
                  </a:lnTo>
                  <a:lnTo>
                    <a:pt x="3661" y="1513"/>
                  </a:lnTo>
                  <a:lnTo>
                    <a:pt x="3784" y="1564"/>
                  </a:lnTo>
                  <a:lnTo>
                    <a:pt x="3804" y="1573"/>
                  </a:lnTo>
                  <a:lnTo>
                    <a:pt x="4127" y="1720"/>
                  </a:lnTo>
                  <a:lnTo>
                    <a:pt x="4131" y="1724"/>
                  </a:lnTo>
                  <a:lnTo>
                    <a:pt x="4109" y="1783"/>
                  </a:lnTo>
                  <a:lnTo>
                    <a:pt x="4445" y="1951"/>
                  </a:lnTo>
                  <a:lnTo>
                    <a:pt x="5282" y="2024"/>
                  </a:lnTo>
                  <a:lnTo>
                    <a:pt x="5653" y="1920"/>
                  </a:lnTo>
                  <a:lnTo>
                    <a:pt x="6215" y="1763"/>
                  </a:lnTo>
                  <a:lnTo>
                    <a:pt x="6555" y="1668"/>
                  </a:lnTo>
                  <a:lnTo>
                    <a:pt x="6561" y="1666"/>
                  </a:lnTo>
                  <a:lnTo>
                    <a:pt x="6831" y="1587"/>
                  </a:lnTo>
                  <a:lnTo>
                    <a:pt x="7067" y="1518"/>
                  </a:lnTo>
                  <a:lnTo>
                    <a:pt x="7242" y="1474"/>
                  </a:lnTo>
                  <a:lnTo>
                    <a:pt x="7259" y="1472"/>
                  </a:lnTo>
                  <a:lnTo>
                    <a:pt x="7388" y="1456"/>
                  </a:lnTo>
                  <a:lnTo>
                    <a:pt x="7739" y="1446"/>
                  </a:lnTo>
                  <a:lnTo>
                    <a:pt x="7843" y="1452"/>
                  </a:lnTo>
                  <a:lnTo>
                    <a:pt x="8083" y="1538"/>
                  </a:lnTo>
                  <a:lnTo>
                    <a:pt x="8125" y="1566"/>
                  </a:lnTo>
                  <a:lnTo>
                    <a:pt x="8561" y="1935"/>
                  </a:lnTo>
                  <a:lnTo>
                    <a:pt x="8532" y="2058"/>
                  </a:lnTo>
                  <a:lnTo>
                    <a:pt x="8521" y="2103"/>
                  </a:lnTo>
                  <a:lnTo>
                    <a:pt x="8497" y="2271"/>
                  </a:lnTo>
                  <a:lnTo>
                    <a:pt x="8507" y="2288"/>
                  </a:lnTo>
                  <a:lnTo>
                    <a:pt x="8562" y="2385"/>
                  </a:lnTo>
                  <a:lnTo>
                    <a:pt x="8623" y="2475"/>
                  </a:lnTo>
                  <a:lnTo>
                    <a:pt x="8759" y="2517"/>
                  </a:lnTo>
                  <a:lnTo>
                    <a:pt x="8930" y="2614"/>
                  </a:lnTo>
                  <a:lnTo>
                    <a:pt x="9055" y="2719"/>
                  </a:lnTo>
                  <a:lnTo>
                    <a:pt x="9098" y="2759"/>
                  </a:lnTo>
                  <a:lnTo>
                    <a:pt x="9360" y="3055"/>
                  </a:lnTo>
                  <a:lnTo>
                    <a:pt x="9504" y="3339"/>
                  </a:lnTo>
                  <a:lnTo>
                    <a:pt x="9533" y="3395"/>
                  </a:lnTo>
                  <a:lnTo>
                    <a:pt x="9575" y="3449"/>
                  </a:lnTo>
                  <a:lnTo>
                    <a:pt x="9635" y="3524"/>
                  </a:lnTo>
                  <a:lnTo>
                    <a:pt x="9703" y="3571"/>
                  </a:lnTo>
                  <a:lnTo>
                    <a:pt x="9806" y="3641"/>
                  </a:lnTo>
                  <a:lnTo>
                    <a:pt x="10035" y="3785"/>
                  </a:lnTo>
                  <a:lnTo>
                    <a:pt x="10217" y="3899"/>
                  </a:lnTo>
                  <a:lnTo>
                    <a:pt x="10268" y="3900"/>
                  </a:lnTo>
                  <a:lnTo>
                    <a:pt x="10954" y="3902"/>
                  </a:lnTo>
                  <a:lnTo>
                    <a:pt x="11307" y="3970"/>
                  </a:lnTo>
                  <a:lnTo>
                    <a:pt x="11844" y="4029"/>
                  </a:lnTo>
                  <a:lnTo>
                    <a:pt x="12372" y="4041"/>
                  </a:lnTo>
                  <a:lnTo>
                    <a:pt x="12400" y="4036"/>
                  </a:lnTo>
                  <a:lnTo>
                    <a:pt x="12843" y="4061"/>
                  </a:lnTo>
                  <a:lnTo>
                    <a:pt x="12868" y="4062"/>
                  </a:lnTo>
                  <a:lnTo>
                    <a:pt x="12903" y="4064"/>
                  </a:lnTo>
                  <a:lnTo>
                    <a:pt x="13805" y="4105"/>
                  </a:lnTo>
                  <a:lnTo>
                    <a:pt x="13808" y="4098"/>
                  </a:lnTo>
                  <a:lnTo>
                    <a:pt x="13848" y="3994"/>
                  </a:lnTo>
                  <a:lnTo>
                    <a:pt x="13868" y="3996"/>
                  </a:lnTo>
                  <a:lnTo>
                    <a:pt x="14114" y="4149"/>
                  </a:lnTo>
                  <a:lnTo>
                    <a:pt x="14123" y="4155"/>
                  </a:lnTo>
                  <a:lnTo>
                    <a:pt x="14130" y="4151"/>
                  </a:lnTo>
                  <a:lnTo>
                    <a:pt x="14208" y="4105"/>
                  </a:lnTo>
                  <a:lnTo>
                    <a:pt x="14256" y="4076"/>
                  </a:lnTo>
                  <a:lnTo>
                    <a:pt x="14315" y="4051"/>
                  </a:lnTo>
                  <a:lnTo>
                    <a:pt x="14353" y="4067"/>
                  </a:lnTo>
                  <a:lnTo>
                    <a:pt x="14604" y="4233"/>
                  </a:lnTo>
                  <a:lnTo>
                    <a:pt x="15078" y="4546"/>
                  </a:lnTo>
                  <a:lnTo>
                    <a:pt x="15105" y="4564"/>
                  </a:lnTo>
                  <a:lnTo>
                    <a:pt x="15184" y="4561"/>
                  </a:lnTo>
                  <a:lnTo>
                    <a:pt x="15501" y="4493"/>
                  </a:lnTo>
                  <a:lnTo>
                    <a:pt x="16035" y="4380"/>
                  </a:lnTo>
                  <a:lnTo>
                    <a:pt x="16195" y="4364"/>
                  </a:lnTo>
                  <a:lnTo>
                    <a:pt x="16293" y="4378"/>
                  </a:lnTo>
                  <a:lnTo>
                    <a:pt x="16790" y="4444"/>
                  </a:lnTo>
                  <a:lnTo>
                    <a:pt x="16844" y="4450"/>
                  </a:lnTo>
                  <a:lnTo>
                    <a:pt x="16879" y="4512"/>
                  </a:lnTo>
                  <a:lnTo>
                    <a:pt x="16841" y="4597"/>
                  </a:lnTo>
                  <a:lnTo>
                    <a:pt x="16833" y="4659"/>
                  </a:lnTo>
                  <a:lnTo>
                    <a:pt x="16902" y="4659"/>
                  </a:lnTo>
                  <a:lnTo>
                    <a:pt x="16908" y="4684"/>
                  </a:lnTo>
                  <a:lnTo>
                    <a:pt x="16917" y="4664"/>
                  </a:lnTo>
                  <a:lnTo>
                    <a:pt x="16974" y="4665"/>
                  </a:lnTo>
                  <a:lnTo>
                    <a:pt x="17152" y="4939"/>
                  </a:lnTo>
                  <a:lnTo>
                    <a:pt x="17185" y="4990"/>
                  </a:lnTo>
                  <a:lnTo>
                    <a:pt x="17189" y="5132"/>
                  </a:lnTo>
                  <a:lnTo>
                    <a:pt x="17169" y="5148"/>
                  </a:lnTo>
                  <a:lnTo>
                    <a:pt x="17091" y="5742"/>
                  </a:lnTo>
                  <a:lnTo>
                    <a:pt x="16692" y="5737"/>
                  </a:lnTo>
                  <a:lnTo>
                    <a:pt x="16683" y="5743"/>
                  </a:lnTo>
                  <a:lnTo>
                    <a:pt x="16622" y="5824"/>
                  </a:lnTo>
                  <a:lnTo>
                    <a:pt x="16570" y="5871"/>
                  </a:lnTo>
                  <a:lnTo>
                    <a:pt x="16557" y="5868"/>
                  </a:lnTo>
                  <a:lnTo>
                    <a:pt x="16549" y="5841"/>
                  </a:lnTo>
                  <a:lnTo>
                    <a:pt x="16488" y="5822"/>
                  </a:lnTo>
                  <a:lnTo>
                    <a:pt x="16448" y="5820"/>
                  </a:lnTo>
                  <a:lnTo>
                    <a:pt x="16379" y="5837"/>
                  </a:lnTo>
                  <a:lnTo>
                    <a:pt x="16323" y="5793"/>
                  </a:lnTo>
                  <a:lnTo>
                    <a:pt x="16363" y="5626"/>
                  </a:lnTo>
                  <a:lnTo>
                    <a:pt x="16372" y="5610"/>
                  </a:lnTo>
                  <a:lnTo>
                    <a:pt x="16387" y="5582"/>
                  </a:lnTo>
                  <a:lnTo>
                    <a:pt x="16243" y="5592"/>
                  </a:lnTo>
                  <a:lnTo>
                    <a:pt x="16156" y="5598"/>
                  </a:lnTo>
                  <a:lnTo>
                    <a:pt x="16125" y="5596"/>
                  </a:lnTo>
                  <a:lnTo>
                    <a:pt x="16063" y="5595"/>
                  </a:lnTo>
                  <a:lnTo>
                    <a:pt x="15936" y="5600"/>
                  </a:lnTo>
                  <a:lnTo>
                    <a:pt x="15797" y="5611"/>
                  </a:lnTo>
                  <a:lnTo>
                    <a:pt x="15618" y="5625"/>
                  </a:lnTo>
                  <a:lnTo>
                    <a:pt x="15501" y="5630"/>
                  </a:lnTo>
                  <a:lnTo>
                    <a:pt x="15446" y="5641"/>
                  </a:lnTo>
                  <a:lnTo>
                    <a:pt x="15404" y="5654"/>
                  </a:lnTo>
                  <a:lnTo>
                    <a:pt x="15365" y="5674"/>
                  </a:lnTo>
                  <a:lnTo>
                    <a:pt x="15304" y="5713"/>
                  </a:lnTo>
                  <a:lnTo>
                    <a:pt x="15258" y="5746"/>
                  </a:lnTo>
                  <a:lnTo>
                    <a:pt x="15206" y="5780"/>
                  </a:lnTo>
                  <a:lnTo>
                    <a:pt x="15193" y="5795"/>
                  </a:lnTo>
                  <a:lnTo>
                    <a:pt x="15180" y="5805"/>
                  </a:lnTo>
                  <a:lnTo>
                    <a:pt x="15149" y="5826"/>
                  </a:lnTo>
                  <a:lnTo>
                    <a:pt x="15143" y="5833"/>
                  </a:lnTo>
                  <a:lnTo>
                    <a:pt x="15089" y="5876"/>
                  </a:lnTo>
                  <a:lnTo>
                    <a:pt x="14983" y="5961"/>
                  </a:lnTo>
                  <a:lnTo>
                    <a:pt x="14942" y="6111"/>
                  </a:lnTo>
                  <a:lnTo>
                    <a:pt x="14971" y="6346"/>
                  </a:lnTo>
                  <a:lnTo>
                    <a:pt x="15021" y="6379"/>
                  </a:lnTo>
                  <a:lnTo>
                    <a:pt x="15194" y="6452"/>
                  </a:lnTo>
                  <a:lnTo>
                    <a:pt x="15398" y="6537"/>
                  </a:lnTo>
                  <a:lnTo>
                    <a:pt x="15449" y="6528"/>
                  </a:lnTo>
                  <a:lnTo>
                    <a:pt x="15938" y="6434"/>
                  </a:lnTo>
                  <a:lnTo>
                    <a:pt x="16172" y="6427"/>
                  </a:lnTo>
                  <a:lnTo>
                    <a:pt x="16605" y="6412"/>
                  </a:lnTo>
                  <a:lnTo>
                    <a:pt x="16701" y="6409"/>
                  </a:lnTo>
                  <a:lnTo>
                    <a:pt x="16818" y="6614"/>
                  </a:lnTo>
                  <a:lnTo>
                    <a:pt x="16822" y="6622"/>
                  </a:lnTo>
                  <a:lnTo>
                    <a:pt x="16846" y="6710"/>
                  </a:lnTo>
                  <a:lnTo>
                    <a:pt x="16939" y="6898"/>
                  </a:lnTo>
                  <a:lnTo>
                    <a:pt x="17369" y="7539"/>
                  </a:lnTo>
                  <a:lnTo>
                    <a:pt x="17600" y="7861"/>
                  </a:lnTo>
                  <a:lnTo>
                    <a:pt x="17881" y="7980"/>
                  </a:lnTo>
                  <a:lnTo>
                    <a:pt x="17921" y="7997"/>
                  </a:lnTo>
                  <a:lnTo>
                    <a:pt x="17952" y="8000"/>
                  </a:lnTo>
                  <a:lnTo>
                    <a:pt x="17989" y="7985"/>
                  </a:lnTo>
                  <a:lnTo>
                    <a:pt x="18004" y="7987"/>
                  </a:lnTo>
                  <a:lnTo>
                    <a:pt x="18264" y="8196"/>
                  </a:lnTo>
                  <a:lnTo>
                    <a:pt x="18442" y="8514"/>
                  </a:lnTo>
                  <a:lnTo>
                    <a:pt x="18475" y="8589"/>
                  </a:lnTo>
                  <a:lnTo>
                    <a:pt x="18454" y="8677"/>
                  </a:lnTo>
                  <a:lnTo>
                    <a:pt x="18508" y="8805"/>
                  </a:lnTo>
                  <a:lnTo>
                    <a:pt x="18539" y="8845"/>
                  </a:lnTo>
                  <a:lnTo>
                    <a:pt x="18594" y="8887"/>
                  </a:lnTo>
                  <a:lnTo>
                    <a:pt x="18678" y="8931"/>
                  </a:lnTo>
                  <a:lnTo>
                    <a:pt x="18816" y="8962"/>
                  </a:lnTo>
                  <a:lnTo>
                    <a:pt x="18887" y="8952"/>
                  </a:lnTo>
                  <a:lnTo>
                    <a:pt x="18910" y="8943"/>
                  </a:lnTo>
                  <a:lnTo>
                    <a:pt x="18919" y="8941"/>
                  </a:lnTo>
                  <a:lnTo>
                    <a:pt x="19121" y="8887"/>
                  </a:lnTo>
                  <a:lnTo>
                    <a:pt x="19147" y="9086"/>
                  </a:lnTo>
                  <a:lnTo>
                    <a:pt x="18766" y="9256"/>
                  </a:lnTo>
                  <a:lnTo>
                    <a:pt x="18680" y="9469"/>
                  </a:lnTo>
                  <a:lnTo>
                    <a:pt x="18631" y="9631"/>
                  </a:lnTo>
                  <a:lnTo>
                    <a:pt x="18631" y="9665"/>
                  </a:lnTo>
                  <a:lnTo>
                    <a:pt x="18658" y="9762"/>
                  </a:lnTo>
                  <a:lnTo>
                    <a:pt x="18698" y="9807"/>
                  </a:lnTo>
                  <a:lnTo>
                    <a:pt x="19031" y="9997"/>
                  </a:lnTo>
                  <a:lnTo>
                    <a:pt x="18428" y="11526"/>
                  </a:lnTo>
                  <a:lnTo>
                    <a:pt x="18170" y="12184"/>
                  </a:lnTo>
                  <a:lnTo>
                    <a:pt x="18146" y="12518"/>
                  </a:lnTo>
                  <a:lnTo>
                    <a:pt x="18061" y="12797"/>
                  </a:lnTo>
                  <a:lnTo>
                    <a:pt x="18040" y="12865"/>
                  </a:lnTo>
                  <a:lnTo>
                    <a:pt x="18023" y="12920"/>
                  </a:lnTo>
                  <a:lnTo>
                    <a:pt x="17912" y="12875"/>
                  </a:lnTo>
                  <a:lnTo>
                    <a:pt x="17670" y="12816"/>
                  </a:lnTo>
                  <a:lnTo>
                    <a:pt x="17536" y="12818"/>
                  </a:lnTo>
                  <a:lnTo>
                    <a:pt x="17330" y="12836"/>
                  </a:lnTo>
                  <a:lnTo>
                    <a:pt x="17319" y="12837"/>
                  </a:lnTo>
                  <a:lnTo>
                    <a:pt x="17309" y="12838"/>
                  </a:lnTo>
                  <a:lnTo>
                    <a:pt x="17242" y="12853"/>
                  </a:lnTo>
                  <a:lnTo>
                    <a:pt x="17080" y="12887"/>
                  </a:lnTo>
                  <a:lnTo>
                    <a:pt x="16964" y="12928"/>
                  </a:lnTo>
                  <a:lnTo>
                    <a:pt x="16776" y="13024"/>
                  </a:lnTo>
                  <a:lnTo>
                    <a:pt x="16631" y="13074"/>
                  </a:lnTo>
                  <a:lnTo>
                    <a:pt x="16440" y="13107"/>
                  </a:lnTo>
                  <a:lnTo>
                    <a:pt x="16266" y="13085"/>
                  </a:lnTo>
                  <a:lnTo>
                    <a:pt x="16036" y="12989"/>
                  </a:lnTo>
                  <a:lnTo>
                    <a:pt x="15861" y="12850"/>
                  </a:lnTo>
                  <a:lnTo>
                    <a:pt x="15643" y="12678"/>
                  </a:lnTo>
                  <a:lnTo>
                    <a:pt x="15553" y="12607"/>
                  </a:lnTo>
                  <a:lnTo>
                    <a:pt x="15063" y="12220"/>
                  </a:lnTo>
                  <a:lnTo>
                    <a:pt x="14925" y="12131"/>
                  </a:lnTo>
                  <a:lnTo>
                    <a:pt x="14775" y="12038"/>
                  </a:lnTo>
                  <a:lnTo>
                    <a:pt x="14459" y="11842"/>
                  </a:lnTo>
                  <a:lnTo>
                    <a:pt x="14193" y="11690"/>
                  </a:lnTo>
                  <a:lnTo>
                    <a:pt x="13953" y="11591"/>
                  </a:lnTo>
                  <a:lnTo>
                    <a:pt x="13337" y="11337"/>
                  </a:lnTo>
                  <a:lnTo>
                    <a:pt x="13190" y="11279"/>
                  </a:lnTo>
                  <a:lnTo>
                    <a:pt x="13026" y="11215"/>
                  </a:lnTo>
                  <a:lnTo>
                    <a:pt x="12206" y="10932"/>
                  </a:lnTo>
                  <a:lnTo>
                    <a:pt x="12045" y="10884"/>
                  </a:lnTo>
                  <a:lnTo>
                    <a:pt x="11702" y="10730"/>
                  </a:lnTo>
                  <a:lnTo>
                    <a:pt x="11646" y="10698"/>
                  </a:lnTo>
                  <a:lnTo>
                    <a:pt x="11607" y="10676"/>
                  </a:lnTo>
                  <a:lnTo>
                    <a:pt x="11507" y="10603"/>
                  </a:lnTo>
                  <a:lnTo>
                    <a:pt x="11356" y="10449"/>
                  </a:lnTo>
                  <a:lnTo>
                    <a:pt x="11171" y="10327"/>
                  </a:lnTo>
                  <a:lnTo>
                    <a:pt x="10851" y="10235"/>
                  </a:lnTo>
                  <a:lnTo>
                    <a:pt x="10809" y="10232"/>
                  </a:lnTo>
                  <a:lnTo>
                    <a:pt x="10663" y="10270"/>
                  </a:lnTo>
                  <a:lnTo>
                    <a:pt x="10513" y="10309"/>
                  </a:lnTo>
                  <a:lnTo>
                    <a:pt x="10396" y="10366"/>
                  </a:lnTo>
                  <a:lnTo>
                    <a:pt x="10292" y="10381"/>
                  </a:lnTo>
                  <a:lnTo>
                    <a:pt x="9898" y="10438"/>
                  </a:lnTo>
                  <a:lnTo>
                    <a:pt x="9741" y="10388"/>
                  </a:lnTo>
                  <a:lnTo>
                    <a:pt x="9577" y="10377"/>
                  </a:lnTo>
                  <a:lnTo>
                    <a:pt x="9388" y="10399"/>
                  </a:lnTo>
                  <a:lnTo>
                    <a:pt x="8934" y="10476"/>
                  </a:lnTo>
                  <a:lnTo>
                    <a:pt x="8784" y="10479"/>
                  </a:lnTo>
                  <a:lnTo>
                    <a:pt x="8701" y="10435"/>
                  </a:lnTo>
                  <a:lnTo>
                    <a:pt x="8625" y="10341"/>
                  </a:lnTo>
                  <a:lnTo>
                    <a:pt x="8418" y="9921"/>
                  </a:lnTo>
                  <a:lnTo>
                    <a:pt x="8358" y="9825"/>
                  </a:lnTo>
                  <a:lnTo>
                    <a:pt x="8161" y="9578"/>
                  </a:lnTo>
                  <a:lnTo>
                    <a:pt x="8141" y="9563"/>
                  </a:lnTo>
                  <a:lnTo>
                    <a:pt x="8036" y="9515"/>
                  </a:lnTo>
                  <a:lnTo>
                    <a:pt x="7953" y="9477"/>
                  </a:lnTo>
                  <a:lnTo>
                    <a:pt x="7746" y="9425"/>
                  </a:lnTo>
                  <a:lnTo>
                    <a:pt x="7291" y="9426"/>
                  </a:lnTo>
                  <a:lnTo>
                    <a:pt x="6770" y="9369"/>
                  </a:lnTo>
                  <a:lnTo>
                    <a:pt x="6650" y="9338"/>
                  </a:lnTo>
                  <a:lnTo>
                    <a:pt x="6211" y="9346"/>
                  </a:lnTo>
                  <a:lnTo>
                    <a:pt x="6177" y="9357"/>
                  </a:lnTo>
                  <a:lnTo>
                    <a:pt x="6017" y="9409"/>
                  </a:lnTo>
                  <a:lnTo>
                    <a:pt x="5621" y="9616"/>
                  </a:lnTo>
                  <a:lnTo>
                    <a:pt x="5524" y="9695"/>
                  </a:lnTo>
                  <a:lnTo>
                    <a:pt x="5543" y="9703"/>
                  </a:lnTo>
                  <a:lnTo>
                    <a:pt x="5545" y="9712"/>
                  </a:lnTo>
                  <a:lnTo>
                    <a:pt x="5536" y="9764"/>
                  </a:lnTo>
                  <a:lnTo>
                    <a:pt x="5513" y="9844"/>
                  </a:lnTo>
                  <a:lnTo>
                    <a:pt x="5466" y="9908"/>
                  </a:lnTo>
                  <a:lnTo>
                    <a:pt x="5322" y="9977"/>
                  </a:lnTo>
                  <a:lnTo>
                    <a:pt x="5121" y="10033"/>
                  </a:lnTo>
                  <a:lnTo>
                    <a:pt x="4972" y="10055"/>
                  </a:lnTo>
                  <a:lnTo>
                    <a:pt x="4968" y="10056"/>
                  </a:lnTo>
                  <a:lnTo>
                    <a:pt x="4956" y="10056"/>
                  </a:lnTo>
                  <a:lnTo>
                    <a:pt x="4934" y="10066"/>
                  </a:lnTo>
                  <a:lnTo>
                    <a:pt x="4925" y="10072"/>
                  </a:lnTo>
                  <a:lnTo>
                    <a:pt x="4885" y="10101"/>
                  </a:lnTo>
                  <a:lnTo>
                    <a:pt x="4846" y="10142"/>
                  </a:lnTo>
                  <a:lnTo>
                    <a:pt x="4735" y="10306"/>
                  </a:lnTo>
                  <a:lnTo>
                    <a:pt x="4721" y="10315"/>
                  </a:lnTo>
                  <a:lnTo>
                    <a:pt x="4650" y="10314"/>
                  </a:lnTo>
                  <a:lnTo>
                    <a:pt x="4620" y="10313"/>
                  </a:lnTo>
                  <a:lnTo>
                    <a:pt x="4333" y="10264"/>
                  </a:lnTo>
                  <a:lnTo>
                    <a:pt x="4182" y="10178"/>
                  </a:lnTo>
                  <a:lnTo>
                    <a:pt x="4159" y="10154"/>
                  </a:lnTo>
                  <a:lnTo>
                    <a:pt x="4147" y="10098"/>
                  </a:lnTo>
                  <a:lnTo>
                    <a:pt x="4155" y="10082"/>
                  </a:lnTo>
                  <a:lnTo>
                    <a:pt x="4175" y="10069"/>
                  </a:lnTo>
                  <a:lnTo>
                    <a:pt x="4161" y="9968"/>
                  </a:lnTo>
                  <a:lnTo>
                    <a:pt x="3960" y="9386"/>
                  </a:lnTo>
                  <a:lnTo>
                    <a:pt x="3904" y="9248"/>
                  </a:lnTo>
                  <a:lnTo>
                    <a:pt x="3502" y="8537"/>
                  </a:lnTo>
                  <a:lnTo>
                    <a:pt x="3033" y="7894"/>
                  </a:lnTo>
                  <a:lnTo>
                    <a:pt x="3022" y="7879"/>
                  </a:lnTo>
                  <a:lnTo>
                    <a:pt x="2998" y="7847"/>
                  </a:lnTo>
                  <a:lnTo>
                    <a:pt x="2886" y="7716"/>
                  </a:lnTo>
                  <a:lnTo>
                    <a:pt x="2881" y="7711"/>
                  </a:lnTo>
                  <a:lnTo>
                    <a:pt x="2599" y="7480"/>
                  </a:lnTo>
                  <a:lnTo>
                    <a:pt x="2590" y="7472"/>
                  </a:lnTo>
                  <a:lnTo>
                    <a:pt x="2578" y="7465"/>
                  </a:lnTo>
                  <a:lnTo>
                    <a:pt x="2317" y="7316"/>
                  </a:lnTo>
                  <a:lnTo>
                    <a:pt x="2212" y="7198"/>
                  </a:lnTo>
                  <a:lnTo>
                    <a:pt x="2100" y="7041"/>
                  </a:lnTo>
                  <a:lnTo>
                    <a:pt x="1988" y="6857"/>
                  </a:lnTo>
                  <a:lnTo>
                    <a:pt x="1963" y="6605"/>
                  </a:lnTo>
                  <a:lnTo>
                    <a:pt x="1977" y="6501"/>
                  </a:lnTo>
                  <a:lnTo>
                    <a:pt x="2021" y="6391"/>
                  </a:lnTo>
                  <a:lnTo>
                    <a:pt x="2064" y="6334"/>
                  </a:lnTo>
                  <a:lnTo>
                    <a:pt x="2119" y="6266"/>
                  </a:lnTo>
                  <a:lnTo>
                    <a:pt x="2188" y="6227"/>
                  </a:lnTo>
                  <a:lnTo>
                    <a:pt x="2352" y="6161"/>
                  </a:lnTo>
                  <a:lnTo>
                    <a:pt x="2359" y="6156"/>
                  </a:lnTo>
                  <a:lnTo>
                    <a:pt x="2413" y="6114"/>
                  </a:lnTo>
                  <a:lnTo>
                    <a:pt x="2476" y="6067"/>
                  </a:lnTo>
                  <a:lnTo>
                    <a:pt x="2494" y="6046"/>
                  </a:lnTo>
                  <a:lnTo>
                    <a:pt x="2511" y="6027"/>
                  </a:lnTo>
                  <a:lnTo>
                    <a:pt x="2542" y="5975"/>
                  </a:lnTo>
                  <a:lnTo>
                    <a:pt x="2559" y="5946"/>
                  </a:lnTo>
                  <a:lnTo>
                    <a:pt x="2562" y="5941"/>
                  </a:lnTo>
                  <a:lnTo>
                    <a:pt x="2564" y="5932"/>
                  </a:lnTo>
                  <a:lnTo>
                    <a:pt x="2574" y="5883"/>
                  </a:lnTo>
                  <a:lnTo>
                    <a:pt x="2578" y="5865"/>
                  </a:lnTo>
                  <a:lnTo>
                    <a:pt x="2577" y="5836"/>
                  </a:lnTo>
                  <a:lnTo>
                    <a:pt x="2574" y="5781"/>
                  </a:lnTo>
                  <a:lnTo>
                    <a:pt x="2536" y="5702"/>
                  </a:lnTo>
                  <a:lnTo>
                    <a:pt x="2463" y="5641"/>
                  </a:lnTo>
                  <a:lnTo>
                    <a:pt x="2454" y="5633"/>
                  </a:lnTo>
                  <a:lnTo>
                    <a:pt x="2389" y="5605"/>
                  </a:lnTo>
                  <a:lnTo>
                    <a:pt x="2374" y="5570"/>
                  </a:lnTo>
                  <a:lnTo>
                    <a:pt x="2406" y="5490"/>
                  </a:lnTo>
                  <a:lnTo>
                    <a:pt x="2424" y="5444"/>
                  </a:lnTo>
                  <a:lnTo>
                    <a:pt x="2439" y="5366"/>
                  </a:lnTo>
                  <a:lnTo>
                    <a:pt x="2453" y="5300"/>
                  </a:lnTo>
                  <a:lnTo>
                    <a:pt x="2441" y="4681"/>
                  </a:lnTo>
                  <a:lnTo>
                    <a:pt x="2351" y="4346"/>
                  </a:lnTo>
                  <a:lnTo>
                    <a:pt x="1990" y="3857"/>
                  </a:lnTo>
                  <a:lnTo>
                    <a:pt x="1766" y="3606"/>
                  </a:lnTo>
                  <a:lnTo>
                    <a:pt x="1688" y="3489"/>
                  </a:lnTo>
                  <a:lnTo>
                    <a:pt x="1642" y="3435"/>
                  </a:lnTo>
                  <a:lnTo>
                    <a:pt x="1247" y="2970"/>
                  </a:lnTo>
                  <a:lnTo>
                    <a:pt x="947" y="2503"/>
                  </a:lnTo>
                  <a:lnTo>
                    <a:pt x="933" y="2405"/>
                  </a:lnTo>
                  <a:lnTo>
                    <a:pt x="941" y="2282"/>
                  </a:lnTo>
                  <a:lnTo>
                    <a:pt x="909" y="2264"/>
                  </a:lnTo>
                  <a:lnTo>
                    <a:pt x="828" y="2233"/>
                  </a:lnTo>
                  <a:lnTo>
                    <a:pt x="820" y="2190"/>
                  </a:lnTo>
                  <a:lnTo>
                    <a:pt x="808" y="2113"/>
                  </a:lnTo>
                  <a:lnTo>
                    <a:pt x="853" y="2100"/>
                  </a:lnTo>
                  <a:lnTo>
                    <a:pt x="916" y="2095"/>
                  </a:lnTo>
                  <a:lnTo>
                    <a:pt x="845" y="2001"/>
                  </a:lnTo>
                  <a:lnTo>
                    <a:pt x="663" y="1712"/>
                  </a:lnTo>
                  <a:lnTo>
                    <a:pt x="581" y="1629"/>
                  </a:lnTo>
                  <a:lnTo>
                    <a:pt x="344" y="1397"/>
                  </a:lnTo>
                  <a:lnTo>
                    <a:pt x="90" y="1260"/>
                  </a:lnTo>
                  <a:lnTo>
                    <a:pt x="39" y="1207"/>
                  </a:lnTo>
                  <a:lnTo>
                    <a:pt x="0" y="935"/>
                  </a:lnTo>
                  <a:lnTo>
                    <a:pt x="109" y="666"/>
                  </a:lnTo>
                  <a:lnTo>
                    <a:pt x="127" y="639"/>
                  </a:lnTo>
                  <a:lnTo>
                    <a:pt x="387" y="445"/>
                  </a:lnTo>
                  <a:lnTo>
                    <a:pt x="433" y="375"/>
                  </a:lnTo>
                  <a:lnTo>
                    <a:pt x="675" y="0"/>
                  </a:lnTo>
                  <a:lnTo>
                    <a:pt x="686" y="3"/>
                  </a:lnTo>
                  <a:lnTo>
                    <a:pt x="740" y="19"/>
                  </a:lnTo>
                  <a:lnTo>
                    <a:pt x="822" y="43"/>
                  </a:lnTo>
                  <a:lnTo>
                    <a:pt x="1810" y="534"/>
                  </a:lnTo>
                  <a:lnTo>
                    <a:pt x="1932" y="680"/>
                  </a:lnTo>
                  <a:lnTo>
                    <a:pt x="1955" y="733"/>
                  </a:lnTo>
                  <a:lnTo>
                    <a:pt x="1877" y="919"/>
                  </a:lnTo>
                  <a:lnTo>
                    <a:pt x="1905" y="1008"/>
                  </a:lnTo>
                  <a:lnTo>
                    <a:pt x="1911" y="103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l1399"/>
            <p:cNvSpPr/>
            <p:nvPr/>
          </p:nvSpPr>
          <p:spPr>
            <a:xfrm>
              <a:off x="4764127" y="5422971"/>
              <a:ext cx="2238" cy="1975"/>
            </a:xfrm>
            <a:custGeom>
              <a:avLst/>
              <a:pathLst>
                <a:path w="2238" h="1975">
                  <a:moveTo>
                    <a:pt x="1993" y="391"/>
                  </a:moveTo>
                  <a:lnTo>
                    <a:pt x="2128" y="527"/>
                  </a:lnTo>
                  <a:lnTo>
                    <a:pt x="2203" y="521"/>
                  </a:lnTo>
                  <a:lnTo>
                    <a:pt x="2238" y="613"/>
                  </a:lnTo>
                  <a:lnTo>
                    <a:pt x="2210" y="719"/>
                  </a:lnTo>
                  <a:lnTo>
                    <a:pt x="2142" y="979"/>
                  </a:lnTo>
                  <a:lnTo>
                    <a:pt x="2075" y="1062"/>
                  </a:lnTo>
                  <a:lnTo>
                    <a:pt x="1065" y="1805"/>
                  </a:lnTo>
                  <a:lnTo>
                    <a:pt x="948" y="1856"/>
                  </a:lnTo>
                  <a:lnTo>
                    <a:pt x="717" y="1958"/>
                  </a:lnTo>
                  <a:lnTo>
                    <a:pt x="651" y="1973"/>
                  </a:lnTo>
                  <a:lnTo>
                    <a:pt x="415" y="1975"/>
                  </a:lnTo>
                  <a:lnTo>
                    <a:pt x="391" y="1969"/>
                  </a:lnTo>
                  <a:lnTo>
                    <a:pt x="369" y="1924"/>
                  </a:lnTo>
                  <a:lnTo>
                    <a:pt x="359" y="1859"/>
                  </a:lnTo>
                  <a:lnTo>
                    <a:pt x="379" y="1818"/>
                  </a:lnTo>
                  <a:lnTo>
                    <a:pt x="401" y="1813"/>
                  </a:lnTo>
                  <a:lnTo>
                    <a:pt x="416" y="1715"/>
                  </a:lnTo>
                  <a:lnTo>
                    <a:pt x="414" y="1709"/>
                  </a:lnTo>
                  <a:lnTo>
                    <a:pt x="38" y="974"/>
                  </a:lnTo>
                  <a:lnTo>
                    <a:pt x="2" y="817"/>
                  </a:lnTo>
                  <a:lnTo>
                    <a:pt x="0" y="790"/>
                  </a:lnTo>
                  <a:lnTo>
                    <a:pt x="37" y="736"/>
                  </a:lnTo>
                  <a:lnTo>
                    <a:pt x="98" y="676"/>
                  </a:lnTo>
                  <a:lnTo>
                    <a:pt x="138" y="651"/>
                  </a:lnTo>
                  <a:lnTo>
                    <a:pt x="281" y="621"/>
                  </a:lnTo>
                  <a:lnTo>
                    <a:pt x="335" y="684"/>
                  </a:lnTo>
                  <a:lnTo>
                    <a:pt x="495" y="705"/>
                  </a:lnTo>
                  <a:lnTo>
                    <a:pt x="549" y="652"/>
                  </a:lnTo>
                  <a:lnTo>
                    <a:pt x="714" y="379"/>
                  </a:lnTo>
                  <a:lnTo>
                    <a:pt x="888" y="198"/>
                  </a:lnTo>
                  <a:lnTo>
                    <a:pt x="968" y="177"/>
                  </a:lnTo>
                  <a:lnTo>
                    <a:pt x="1302" y="91"/>
                  </a:lnTo>
                  <a:lnTo>
                    <a:pt x="1352" y="78"/>
                  </a:lnTo>
                  <a:lnTo>
                    <a:pt x="1592" y="19"/>
                  </a:lnTo>
                  <a:lnTo>
                    <a:pt x="1757" y="0"/>
                  </a:lnTo>
                  <a:lnTo>
                    <a:pt x="1735" y="52"/>
                  </a:lnTo>
                  <a:lnTo>
                    <a:pt x="1736" y="64"/>
                  </a:lnTo>
                  <a:lnTo>
                    <a:pt x="1759" y="98"/>
                  </a:lnTo>
                  <a:lnTo>
                    <a:pt x="1827" y="198"/>
                  </a:lnTo>
                  <a:lnTo>
                    <a:pt x="1988" y="385"/>
                  </a:lnTo>
                  <a:lnTo>
                    <a:pt x="1993" y="39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l1400"/>
            <p:cNvSpPr/>
            <p:nvPr/>
          </p:nvSpPr>
          <p:spPr>
            <a:xfrm>
              <a:off x="4770141" y="5422932"/>
              <a:ext cx="3204" cy="3306"/>
            </a:xfrm>
            <a:custGeom>
              <a:avLst/>
              <a:pathLst>
                <a:path w="3204" h="3306">
                  <a:moveTo>
                    <a:pt x="1583" y="460"/>
                  </a:moveTo>
                  <a:lnTo>
                    <a:pt x="1615" y="498"/>
                  </a:lnTo>
                  <a:lnTo>
                    <a:pt x="1670" y="495"/>
                  </a:lnTo>
                  <a:lnTo>
                    <a:pt x="1822" y="464"/>
                  </a:lnTo>
                  <a:lnTo>
                    <a:pt x="1853" y="433"/>
                  </a:lnTo>
                  <a:lnTo>
                    <a:pt x="2045" y="385"/>
                  </a:lnTo>
                  <a:lnTo>
                    <a:pt x="2187" y="389"/>
                  </a:lnTo>
                  <a:lnTo>
                    <a:pt x="2383" y="396"/>
                  </a:lnTo>
                  <a:lnTo>
                    <a:pt x="2455" y="447"/>
                  </a:lnTo>
                  <a:lnTo>
                    <a:pt x="2906" y="674"/>
                  </a:lnTo>
                  <a:lnTo>
                    <a:pt x="2974" y="651"/>
                  </a:lnTo>
                  <a:lnTo>
                    <a:pt x="2993" y="618"/>
                  </a:lnTo>
                  <a:lnTo>
                    <a:pt x="2992" y="600"/>
                  </a:lnTo>
                  <a:lnTo>
                    <a:pt x="2965" y="579"/>
                  </a:lnTo>
                  <a:lnTo>
                    <a:pt x="2954" y="499"/>
                  </a:lnTo>
                  <a:lnTo>
                    <a:pt x="3024" y="502"/>
                  </a:lnTo>
                  <a:lnTo>
                    <a:pt x="3057" y="515"/>
                  </a:lnTo>
                  <a:lnTo>
                    <a:pt x="3103" y="585"/>
                  </a:lnTo>
                  <a:lnTo>
                    <a:pt x="3114" y="620"/>
                  </a:lnTo>
                  <a:lnTo>
                    <a:pt x="3204" y="942"/>
                  </a:lnTo>
                  <a:lnTo>
                    <a:pt x="3177" y="951"/>
                  </a:lnTo>
                  <a:lnTo>
                    <a:pt x="3022" y="929"/>
                  </a:lnTo>
                  <a:lnTo>
                    <a:pt x="3006" y="915"/>
                  </a:lnTo>
                  <a:lnTo>
                    <a:pt x="3000" y="888"/>
                  </a:lnTo>
                  <a:lnTo>
                    <a:pt x="2989" y="877"/>
                  </a:lnTo>
                  <a:lnTo>
                    <a:pt x="2973" y="872"/>
                  </a:lnTo>
                  <a:lnTo>
                    <a:pt x="2937" y="877"/>
                  </a:lnTo>
                  <a:lnTo>
                    <a:pt x="2835" y="949"/>
                  </a:lnTo>
                  <a:lnTo>
                    <a:pt x="2807" y="977"/>
                  </a:lnTo>
                  <a:lnTo>
                    <a:pt x="2811" y="1008"/>
                  </a:lnTo>
                  <a:lnTo>
                    <a:pt x="2819" y="1024"/>
                  </a:lnTo>
                  <a:lnTo>
                    <a:pt x="2840" y="1051"/>
                  </a:lnTo>
                  <a:lnTo>
                    <a:pt x="2862" y="1116"/>
                  </a:lnTo>
                  <a:lnTo>
                    <a:pt x="2850" y="1128"/>
                  </a:lnTo>
                  <a:lnTo>
                    <a:pt x="2814" y="1128"/>
                  </a:lnTo>
                  <a:lnTo>
                    <a:pt x="2773" y="1119"/>
                  </a:lnTo>
                  <a:lnTo>
                    <a:pt x="2740" y="1119"/>
                  </a:lnTo>
                  <a:lnTo>
                    <a:pt x="2727" y="1137"/>
                  </a:lnTo>
                  <a:lnTo>
                    <a:pt x="2726" y="1156"/>
                  </a:lnTo>
                  <a:lnTo>
                    <a:pt x="2731" y="1176"/>
                  </a:lnTo>
                  <a:lnTo>
                    <a:pt x="2745" y="1200"/>
                  </a:lnTo>
                  <a:lnTo>
                    <a:pt x="2775" y="1212"/>
                  </a:lnTo>
                  <a:lnTo>
                    <a:pt x="2795" y="1225"/>
                  </a:lnTo>
                  <a:lnTo>
                    <a:pt x="2825" y="1232"/>
                  </a:lnTo>
                  <a:lnTo>
                    <a:pt x="2849" y="1234"/>
                  </a:lnTo>
                  <a:lnTo>
                    <a:pt x="2846" y="1248"/>
                  </a:lnTo>
                  <a:lnTo>
                    <a:pt x="2851" y="1255"/>
                  </a:lnTo>
                  <a:lnTo>
                    <a:pt x="2866" y="1265"/>
                  </a:lnTo>
                  <a:lnTo>
                    <a:pt x="2911" y="1268"/>
                  </a:lnTo>
                  <a:lnTo>
                    <a:pt x="2929" y="1277"/>
                  </a:lnTo>
                  <a:lnTo>
                    <a:pt x="2929" y="1283"/>
                  </a:lnTo>
                  <a:lnTo>
                    <a:pt x="2924" y="1291"/>
                  </a:lnTo>
                  <a:lnTo>
                    <a:pt x="2927" y="1296"/>
                  </a:lnTo>
                  <a:lnTo>
                    <a:pt x="2941" y="1304"/>
                  </a:lnTo>
                  <a:lnTo>
                    <a:pt x="2994" y="1310"/>
                  </a:lnTo>
                  <a:lnTo>
                    <a:pt x="3024" y="1318"/>
                  </a:lnTo>
                  <a:lnTo>
                    <a:pt x="3035" y="1331"/>
                  </a:lnTo>
                  <a:lnTo>
                    <a:pt x="3035" y="1344"/>
                  </a:lnTo>
                  <a:lnTo>
                    <a:pt x="3007" y="1370"/>
                  </a:lnTo>
                  <a:lnTo>
                    <a:pt x="2961" y="1408"/>
                  </a:lnTo>
                  <a:lnTo>
                    <a:pt x="2921" y="1445"/>
                  </a:lnTo>
                  <a:lnTo>
                    <a:pt x="2865" y="1476"/>
                  </a:lnTo>
                  <a:lnTo>
                    <a:pt x="2848" y="1472"/>
                  </a:lnTo>
                  <a:lnTo>
                    <a:pt x="2848" y="1465"/>
                  </a:lnTo>
                  <a:lnTo>
                    <a:pt x="2849" y="1458"/>
                  </a:lnTo>
                  <a:lnTo>
                    <a:pt x="2895" y="1414"/>
                  </a:lnTo>
                  <a:lnTo>
                    <a:pt x="2898" y="1398"/>
                  </a:lnTo>
                  <a:lnTo>
                    <a:pt x="2888" y="1382"/>
                  </a:lnTo>
                  <a:lnTo>
                    <a:pt x="2855" y="1350"/>
                  </a:lnTo>
                  <a:lnTo>
                    <a:pt x="2797" y="1318"/>
                  </a:lnTo>
                  <a:lnTo>
                    <a:pt x="2745" y="1318"/>
                  </a:lnTo>
                  <a:lnTo>
                    <a:pt x="2721" y="1342"/>
                  </a:lnTo>
                  <a:lnTo>
                    <a:pt x="2705" y="1386"/>
                  </a:lnTo>
                  <a:lnTo>
                    <a:pt x="2686" y="1391"/>
                  </a:lnTo>
                  <a:lnTo>
                    <a:pt x="2668" y="1376"/>
                  </a:lnTo>
                  <a:lnTo>
                    <a:pt x="2612" y="1336"/>
                  </a:lnTo>
                  <a:lnTo>
                    <a:pt x="2610" y="1313"/>
                  </a:lnTo>
                  <a:lnTo>
                    <a:pt x="2621" y="1287"/>
                  </a:lnTo>
                  <a:lnTo>
                    <a:pt x="2616" y="1272"/>
                  </a:lnTo>
                  <a:lnTo>
                    <a:pt x="2608" y="1266"/>
                  </a:lnTo>
                  <a:lnTo>
                    <a:pt x="2595" y="1247"/>
                  </a:lnTo>
                  <a:lnTo>
                    <a:pt x="2582" y="1241"/>
                  </a:lnTo>
                  <a:lnTo>
                    <a:pt x="2561" y="1238"/>
                  </a:lnTo>
                  <a:lnTo>
                    <a:pt x="2551" y="1238"/>
                  </a:lnTo>
                  <a:lnTo>
                    <a:pt x="2511" y="1250"/>
                  </a:lnTo>
                  <a:lnTo>
                    <a:pt x="2515" y="1273"/>
                  </a:lnTo>
                  <a:lnTo>
                    <a:pt x="2504" y="1286"/>
                  </a:lnTo>
                  <a:lnTo>
                    <a:pt x="2480" y="1295"/>
                  </a:lnTo>
                  <a:lnTo>
                    <a:pt x="2455" y="1299"/>
                  </a:lnTo>
                  <a:lnTo>
                    <a:pt x="2460" y="1309"/>
                  </a:lnTo>
                  <a:lnTo>
                    <a:pt x="2451" y="1317"/>
                  </a:lnTo>
                  <a:lnTo>
                    <a:pt x="2444" y="1309"/>
                  </a:lnTo>
                  <a:lnTo>
                    <a:pt x="2441" y="1301"/>
                  </a:lnTo>
                  <a:lnTo>
                    <a:pt x="2421" y="1290"/>
                  </a:lnTo>
                  <a:lnTo>
                    <a:pt x="2411" y="1287"/>
                  </a:lnTo>
                  <a:lnTo>
                    <a:pt x="2378" y="1291"/>
                  </a:lnTo>
                  <a:lnTo>
                    <a:pt x="2361" y="1296"/>
                  </a:lnTo>
                  <a:lnTo>
                    <a:pt x="2314" y="1317"/>
                  </a:lnTo>
                  <a:lnTo>
                    <a:pt x="2105" y="1530"/>
                  </a:lnTo>
                  <a:lnTo>
                    <a:pt x="2032" y="1604"/>
                  </a:lnTo>
                  <a:lnTo>
                    <a:pt x="1882" y="1777"/>
                  </a:lnTo>
                  <a:lnTo>
                    <a:pt x="1827" y="1842"/>
                  </a:lnTo>
                  <a:lnTo>
                    <a:pt x="1827" y="1901"/>
                  </a:lnTo>
                  <a:lnTo>
                    <a:pt x="1878" y="1991"/>
                  </a:lnTo>
                  <a:lnTo>
                    <a:pt x="1985" y="2048"/>
                  </a:lnTo>
                  <a:lnTo>
                    <a:pt x="2039" y="2065"/>
                  </a:lnTo>
                  <a:lnTo>
                    <a:pt x="1879" y="2374"/>
                  </a:lnTo>
                  <a:lnTo>
                    <a:pt x="1494" y="2656"/>
                  </a:lnTo>
                  <a:lnTo>
                    <a:pt x="1294" y="3064"/>
                  </a:lnTo>
                  <a:lnTo>
                    <a:pt x="1201" y="3189"/>
                  </a:lnTo>
                  <a:lnTo>
                    <a:pt x="972" y="3306"/>
                  </a:lnTo>
                  <a:lnTo>
                    <a:pt x="915" y="3299"/>
                  </a:lnTo>
                  <a:lnTo>
                    <a:pt x="898" y="3294"/>
                  </a:lnTo>
                  <a:lnTo>
                    <a:pt x="777" y="3213"/>
                  </a:lnTo>
                  <a:lnTo>
                    <a:pt x="436" y="2898"/>
                  </a:lnTo>
                  <a:lnTo>
                    <a:pt x="396" y="2862"/>
                  </a:lnTo>
                  <a:lnTo>
                    <a:pt x="155" y="2418"/>
                  </a:lnTo>
                  <a:lnTo>
                    <a:pt x="134" y="2338"/>
                  </a:lnTo>
                  <a:lnTo>
                    <a:pt x="41" y="1984"/>
                  </a:lnTo>
                  <a:lnTo>
                    <a:pt x="9" y="1840"/>
                  </a:lnTo>
                  <a:lnTo>
                    <a:pt x="0" y="1798"/>
                  </a:lnTo>
                  <a:lnTo>
                    <a:pt x="97" y="1260"/>
                  </a:lnTo>
                  <a:lnTo>
                    <a:pt x="309" y="595"/>
                  </a:lnTo>
                  <a:lnTo>
                    <a:pt x="355" y="539"/>
                  </a:lnTo>
                  <a:lnTo>
                    <a:pt x="1146" y="139"/>
                  </a:lnTo>
                  <a:lnTo>
                    <a:pt x="1540" y="0"/>
                  </a:lnTo>
                  <a:lnTo>
                    <a:pt x="1577" y="8"/>
                  </a:lnTo>
                  <a:lnTo>
                    <a:pt x="1588" y="22"/>
                  </a:lnTo>
                  <a:lnTo>
                    <a:pt x="1525" y="93"/>
                  </a:lnTo>
                  <a:lnTo>
                    <a:pt x="1537" y="215"/>
                  </a:lnTo>
                  <a:lnTo>
                    <a:pt x="1553" y="395"/>
                  </a:lnTo>
                  <a:lnTo>
                    <a:pt x="1583" y="4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l1401"/>
            <p:cNvSpPr/>
            <p:nvPr/>
          </p:nvSpPr>
          <p:spPr>
            <a:xfrm>
              <a:off x="4769314" y="5421731"/>
              <a:ext cx="1088" cy="769"/>
            </a:xfrm>
            <a:custGeom>
              <a:avLst/>
              <a:pathLst>
                <a:path w="1088" h="769">
                  <a:moveTo>
                    <a:pt x="114" y="769"/>
                  </a:moveTo>
                  <a:lnTo>
                    <a:pt x="4" y="751"/>
                  </a:lnTo>
                  <a:lnTo>
                    <a:pt x="0" y="413"/>
                  </a:lnTo>
                  <a:lnTo>
                    <a:pt x="5" y="380"/>
                  </a:lnTo>
                  <a:lnTo>
                    <a:pt x="17" y="341"/>
                  </a:lnTo>
                  <a:lnTo>
                    <a:pt x="31" y="303"/>
                  </a:lnTo>
                  <a:lnTo>
                    <a:pt x="54" y="274"/>
                  </a:lnTo>
                  <a:lnTo>
                    <a:pt x="102" y="223"/>
                  </a:lnTo>
                  <a:lnTo>
                    <a:pt x="154" y="184"/>
                  </a:lnTo>
                  <a:lnTo>
                    <a:pt x="396" y="27"/>
                  </a:lnTo>
                  <a:lnTo>
                    <a:pt x="673" y="0"/>
                  </a:lnTo>
                  <a:lnTo>
                    <a:pt x="914" y="96"/>
                  </a:lnTo>
                  <a:lnTo>
                    <a:pt x="1088" y="228"/>
                  </a:lnTo>
                  <a:lnTo>
                    <a:pt x="1047" y="286"/>
                  </a:lnTo>
                  <a:lnTo>
                    <a:pt x="791" y="319"/>
                  </a:lnTo>
                  <a:lnTo>
                    <a:pt x="650" y="392"/>
                  </a:lnTo>
                  <a:lnTo>
                    <a:pt x="593" y="481"/>
                  </a:lnTo>
                  <a:lnTo>
                    <a:pt x="573" y="536"/>
                  </a:lnTo>
                  <a:lnTo>
                    <a:pt x="482" y="604"/>
                  </a:lnTo>
                  <a:lnTo>
                    <a:pt x="114" y="76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l1402"/>
            <p:cNvSpPr/>
            <p:nvPr/>
          </p:nvSpPr>
          <p:spPr>
            <a:xfrm>
              <a:off x="4799272" y="5426012"/>
              <a:ext cx="1319" cy="987"/>
            </a:xfrm>
            <a:custGeom>
              <a:avLst/>
              <a:pathLst>
                <a:path w="1319" h="987">
                  <a:moveTo>
                    <a:pt x="1022" y="873"/>
                  </a:moveTo>
                  <a:lnTo>
                    <a:pt x="974" y="877"/>
                  </a:lnTo>
                  <a:lnTo>
                    <a:pt x="892" y="868"/>
                  </a:lnTo>
                  <a:lnTo>
                    <a:pt x="784" y="850"/>
                  </a:lnTo>
                  <a:lnTo>
                    <a:pt x="703" y="822"/>
                  </a:lnTo>
                  <a:lnTo>
                    <a:pt x="524" y="854"/>
                  </a:lnTo>
                  <a:lnTo>
                    <a:pt x="461" y="936"/>
                  </a:lnTo>
                  <a:lnTo>
                    <a:pt x="483" y="987"/>
                  </a:lnTo>
                  <a:lnTo>
                    <a:pt x="397" y="977"/>
                  </a:lnTo>
                  <a:lnTo>
                    <a:pt x="353" y="963"/>
                  </a:lnTo>
                  <a:lnTo>
                    <a:pt x="279" y="907"/>
                  </a:lnTo>
                  <a:lnTo>
                    <a:pt x="72" y="616"/>
                  </a:lnTo>
                  <a:lnTo>
                    <a:pt x="29" y="514"/>
                  </a:lnTo>
                  <a:lnTo>
                    <a:pt x="23" y="432"/>
                  </a:lnTo>
                  <a:lnTo>
                    <a:pt x="0" y="115"/>
                  </a:lnTo>
                  <a:lnTo>
                    <a:pt x="103" y="8"/>
                  </a:lnTo>
                  <a:lnTo>
                    <a:pt x="107" y="0"/>
                  </a:lnTo>
                  <a:lnTo>
                    <a:pt x="176" y="24"/>
                  </a:lnTo>
                  <a:lnTo>
                    <a:pt x="629" y="198"/>
                  </a:lnTo>
                  <a:lnTo>
                    <a:pt x="900" y="354"/>
                  </a:lnTo>
                  <a:lnTo>
                    <a:pt x="1260" y="745"/>
                  </a:lnTo>
                  <a:lnTo>
                    <a:pt x="1317" y="808"/>
                  </a:lnTo>
                  <a:lnTo>
                    <a:pt x="1319" y="824"/>
                  </a:lnTo>
                  <a:lnTo>
                    <a:pt x="1112" y="866"/>
                  </a:lnTo>
                  <a:lnTo>
                    <a:pt x="1022" y="8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l1403"/>
            <p:cNvSpPr/>
            <p:nvPr/>
          </p:nvSpPr>
          <p:spPr>
            <a:xfrm>
              <a:off x="4771830" y="5421307"/>
              <a:ext cx="1194" cy="914"/>
            </a:xfrm>
            <a:custGeom>
              <a:avLst/>
              <a:pathLst>
                <a:path w="1194" h="914">
                  <a:moveTo>
                    <a:pt x="1130" y="540"/>
                  </a:moveTo>
                  <a:lnTo>
                    <a:pt x="1189" y="770"/>
                  </a:lnTo>
                  <a:lnTo>
                    <a:pt x="1194" y="797"/>
                  </a:lnTo>
                  <a:lnTo>
                    <a:pt x="1153" y="815"/>
                  </a:lnTo>
                  <a:lnTo>
                    <a:pt x="1136" y="819"/>
                  </a:lnTo>
                  <a:lnTo>
                    <a:pt x="932" y="862"/>
                  </a:lnTo>
                  <a:lnTo>
                    <a:pt x="694" y="913"/>
                  </a:lnTo>
                  <a:lnTo>
                    <a:pt x="522" y="914"/>
                  </a:lnTo>
                  <a:lnTo>
                    <a:pt x="435" y="865"/>
                  </a:lnTo>
                  <a:lnTo>
                    <a:pt x="451" y="833"/>
                  </a:lnTo>
                  <a:lnTo>
                    <a:pt x="470" y="796"/>
                  </a:lnTo>
                  <a:lnTo>
                    <a:pt x="468" y="716"/>
                  </a:lnTo>
                  <a:lnTo>
                    <a:pt x="385" y="613"/>
                  </a:lnTo>
                  <a:lnTo>
                    <a:pt x="326" y="596"/>
                  </a:lnTo>
                  <a:lnTo>
                    <a:pt x="13" y="725"/>
                  </a:lnTo>
                  <a:lnTo>
                    <a:pt x="7" y="707"/>
                  </a:lnTo>
                  <a:lnTo>
                    <a:pt x="0" y="249"/>
                  </a:lnTo>
                  <a:lnTo>
                    <a:pt x="0" y="145"/>
                  </a:lnTo>
                  <a:lnTo>
                    <a:pt x="114" y="71"/>
                  </a:lnTo>
                  <a:lnTo>
                    <a:pt x="342" y="1"/>
                  </a:lnTo>
                  <a:lnTo>
                    <a:pt x="565" y="0"/>
                  </a:lnTo>
                  <a:lnTo>
                    <a:pt x="895" y="154"/>
                  </a:lnTo>
                  <a:lnTo>
                    <a:pt x="977" y="217"/>
                  </a:lnTo>
                  <a:lnTo>
                    <a:pt x="985" y="226"/>
                  </a:lnTo>
                  <a:lnTo>
                    <a:pt x="1130" y="54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l1404"/>
            <p:cNvSpPr/>
            <p:nvPr/>
          </p:nvSpPr>
          <p:spPr>
            <a:xfrm>
              <a:off x="4774008" y="5421163"/>
              <a:ext cx="874" cy="807"/>
            </a:xfrm>
            <a:custGeom>
              <a:avLst/>
              <a:pathLst>
                <a:path w="874" h="807">
                  <a:moveTo>
                    <a:pt x="874" y="659"/>
                  </a:moveTo>
                  <a:lnTo>
                    <a:pt x="859" y="770"/>
                  </a:lnTo>
                  <a:lnTo>
                    <a:pt x="802" y="807"/>
                  </a:lnTo>
                  <a:lnTo>
                    <a:pt x="773" y="799"/>
                  </a:lnTo>
                  <a:lnTo>
                    <a:pt x="542" y="681"/>
                  </a:lnTo>
                  <a:lnTo>
                    <a:pt x="139" y="621"/>
                  </a:lnTo>
                  <a:lnTo>
                    <a:pt x="115" y="605"/>
                  </a:lnTo>
                  <a:lnTo>
                    <a:pt x="0" y="426"/>
                  </a:lnTo>
                  <a:lnTo>
                    <a:pt x="12" y="266"/>
                  </a:lnTo>
                  <a:lnTo>
                    <a:pt x="21" y="246"/>
                  </a:lnTo>
                  <a:lnTo>
                    <a:pt x="94" y="181"/>
                  </a:lnTo>
                  <a:lnTo>
                    <a:pt x="283" y="11"/>
                  </a:lnTo>
                  <a:lnTo>
                    <a:pt x="327" y="0"/>
                  </a:lnTo>
                  <a:lnTo>
                    <a:pt x="519" y="13"/>
                  </a:lnTo>
                  <a:lnTo>
                    <a:pt x="539" y="23"/>
                  </a:lnTo>
                  <a:lnTo>
                    <a:pt x="798" y="334"/>
                  </a:lnTo>
                  <a:lnTo>
                    <a:pt x="842" y="428"/>
                  </a:lnTo>
                  <a:lnTo>
                    <a:pt x="874" y="65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l1405"/>
            <p:cNvSpPr/>
            <p:nvPr/>
          </p:nvSpPr>
          <p:spPr>
            <a:xfrm>
              <a:off x="4773219" y="5420929"/>
              <a:ext cx="433" cy="389"/>
            </a:xfrm>
            <a:custGeom>
              <a:avLst/>
              <a:pathLst>
                <a:path w="433" h="389">
                  <a:moveTo>
                    <a:pt x="292" y="334"/>
                  </a:moveTo>
                  <a:lnTo>
                    <a:pt x="242" y="358"/>
                  </a:lnTo>
                  <a:lnTo>
                    <a:pt x="233" y="365"/>
                  </a:lnTo>
                  <a:lnTo>
                    <a:pt x="217" y="364"/>
                  </a:lnTo>
                  <a:lnTo>
                    <a:pt x="200" y="366"/>
                  </a:lnTo>
                  <a:lnTo>
                    <a:pt x="186" y="371"/>
                  </a:lnTo>
                  <a:lnTo>
                    <a:pt x="178" y="367"/>
                  </a:lnTo>
                  <a:lnTo>
                    <a:pt x="173" y="336"/>
                  </a:lnTo>
                  <a:lnTo>
                    <a:pt x="160" y="319"/>
                  </a:lnTo>
                  <a:lnTo>
                    <a:pt x="153" y="318"/>
                  </a:lnTo>
                  <a:lnTo>
                    <a:pt x="135" y="322"/>
                  </a:lnTo>
                  <a:lnTo>
                    <a:pt x="131" y="331"/>
                  </a:lnTo>
                  <a:lnTo>
                    <a:pt x="118" y="334"/>
                  </a:lnTo>
                  <a:lnTo>
                    <a:pt x="100" y="343"/>
                  </a:lnTo>
                  <a:lnTo>
                    <a:pt x="93" y="363"/>
                  </a:lnTo>
                  <a:lnTo>
                    <a:pt x="93" y="371"/>
                  </a:lnTo>
                  <a:lnTo>
                    <a:pt x="89" y="375"/>
                  </a:lnTo>
                  <a:lnTo>
                    <a:pt x="82" y="373"/>
                  </a:lnTo>
                  <a:lnTo>
                    <a:pt x="74" y="372"/>
                  </a:lnTo>
                  <a:lnTo>
                    <a:pt x="65" y="383"/>
                  </a:lnTo>
                  <a:lnTo>
                    <a:pt x="45" y="386"/>
                  </a:lnTo>
                  <a:lnTo>
                    <a:pt x="30" y="389"/>
                  </a:lnTo>
                  <a:lnTo>
                    <a:pt x="2" y="381"/>
                  </a:lnTo>
                  <a:lnTo>
                    <a:pt x="0" y="370"/>
                  </a:lnTo>
                  <a:lnTo>
                    <a:pt x="1" y="359"/>
                  </a:lnTo>
                  <a:lnTo>
                    <a:pt x="10" y="354"/>
                  </a:lnTo>
                  <a:lnTo>
                    <a:pt x="9" y="348"/>
                  </a:lnTo>
                  <a:lnTo>
                    <a:pt x="10" y="338"/>
                  </a:lnTo>
                  <a:lnTo>
                    <a:pt x="17" y="326"/>
                  </a:lnTo>
                  <a:lnTo>
                    <a:pt x="27" y="302"/>
                  </a:lnTo>
                  <a:lnTo>
                    <a:pt x="30" y="284"/>
                  </a:lnTo>
                  <a:lnTo>
                    <a:pt x="29" y="262"/>
                  </a:lnTo>
                  <a:lnTo>
                    <a:pt x="32" y="248"/>
                  </a:lnTo>
                  <a:lnTo>
                    <a:pt x="35" y="232"/>
                  </a:lnTo>
                  <a:lnTo>
                    <a:pt x="52" y="231"/>
                  </a:lnTo>
                  <a:lnTo>
                    <a:pt x="56" y="208"/>
                  </a:lnTo>
                  <a:lnTo>
                    <a:pt x="56" y="191"/>
                  </a:lnTo>
                  <a:lnTo>
                    <a:pt x="27" y="140"/>
                  </a:lnTo>
                  <a:lnTo>
                    <a:pt x="18" y="124"/>
                  </a:lnTo>
                  <a:lnTo>
                    <a:pt x="13" y="111"/>
                  </a:lnTo>
                  <a:lnTo>
                    <a:pt x="17" y="91"/>
                  </a:lnTo>
                  <a:lnTo>
                    <a:pt x="25" y="77"/>
                  </a:lnTo>
                  <a:lnTo>
                    <a:pt x="56" y="63"/>
                  </a:lnTo>
                  <a:lnTo>
                    <a:pt x="77" y="54"/>
                  </a:lnTo>
                  <a:lnTo>
                    <a:pt x="115" y="41"/>
                  </a:lnTo>
                  <a:lnTo>
                    <a:pt x="134" y="39"/>
                  </a:lnTo>
                  <a:lnTo>
                    <a:pt x="142" y="38"/>
                  </a:lnTo>
                  <a:lnTo>
                    <a:pt x="184" y="41"/>
                  </a:lnTo>
                  <a:lnTo>
                    <a:pt x="234" y="42"/>
                  </a:lnTo>
                  <a:lnTo>
                    <a:pt x="281" y="18"/>
                  </a:lnTo>
                  <a:lnTo>
                    <a:pt x="294" y="2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12" y="3"/>
                  </a:lnTo>
                  <a:lnTo>
                    <a:pt x="318" y="9"/>
                  </a:lnTo>
                  <a:lnTo>
                    <a:pt x="331" y="12"/>
                  </a:lnTo>
                  <a:lnTo>
                    <a:pt x="337" y="15"/>
                  </a:lnTo>
                  <a:lnTo>
                    <a:pt x="348" y="23"/>
                  </a:lnTo>
                  <a:lnTo>
                    <a:pt x="352" y="28"/>
                  </a:lnTo>
                  <a:lnTo>
                    <a:pt x="357" y="34"/>
                  </a:lnTo>
                  <a:lnTo>
                    <a:pt x="373" y="40"/>
                  </a:lnTo>
                  <a:lnTo>
                    <a:pt x="392" y="48"/>
                  </a:lnTo>
                  <a:lnTo>
                    <a:pt x="403" y="59"/>
                  </a:lnTo>
                  <a:lnTo>
                    <a:pt x="411" y="70"/>
                  </a:lnTo>
                  <a:lnTo>
                    <a:pt x="419" y="106"/>
                  </a:lnTo>
                  <a:lnTo>
                    <a:pt x="427" y="141"/>
                  </a:lnTo>
                  <a:lnTo>
                    <a:pt x="433" y="191"/>
                  </a:lnTo>
                  <a:lnTo>
                    <a:pt x="430" y="220"/>
                  </a:lnTo>
                  <a:lnTo>
                    <a:pt x="420" y="248"/>
                  </a:lnTo>
                  <a:lnTo>
                    <a:pt x="395" y="278"/>
                  </a:lnTo>
                  <a:lnTo>
                    <a:pt x="371" y="298"/>
                  </a:lnTo>
                  <a:lnTo>
                    <a:pt x="338" y="313"/>
                  </a:lnTo>
                  <a:lnTo>
                    <a:pt x="325" y="319"/>
                  </a:lnTo>
                  <a:lnTo>
                    <a:pt x="292" y="33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l1406"/>
            <p:cNvSpPr/>
            <p:nvPr/>
          </p:nvSpPr>
          <p:spPr>
            <a:xfrm>
              <a:off x="4778646" y="5421353"/>
              <a:ext cx="570" cy="443"/>
            </a:xfrm>
            <a:custGeom>
              <a:avLst/>
              <a:pathLst>
                <a:path w="570" h="443">
                  <a:moveTo>
                    <a:pt x="435" y="439"/>
                  </a:moveTo>
                  <a:lnTo>
                    <a:pt x="399" y="443"/>
                  </a:lnTo>
                  <a:lnTo>
                    <a:pt x="243" y="391"/>
                  </a:lnTo>
                  <a:lnTo>
                    <a:pt x="0" y="219"/>
                  </a:lnTo>
                  <a:lnTo>
                    <a:pt x="32" y="167"/>
                  </a:lnTo>
                  <a:lnTo>
                    <a:pt x="43" y="151"/>
                  </a:lnTo>
                  <a:lnTo>
                    <a:pt x="74" y="118"/>
                  </a:lnTo>
                  <a:lnTo>
                    <a:pt x="433" y="0"/>
                  </a:lnTo>
                  <a:lnTo>
                    <a:pt x="570" y="76"/>
                  </a:lnTo>
                  <a:lnTo>
                    <a:pt x="530" y="332"/>
                  </a:lnTo>
                  <a:lnTo>
                    <a:pt x="506" y="376"/>
                  </a:lnTo>
                  <a:lnTo>
                    <a:pt x="435" y="43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l1407"/>
            <p:cNvSpPr/>
            <p:nvPr/>
          </p:nvSpPr>
          <p:spPr>
            <a:xfrm>
              <a:off x="4797229" y="5424026"/>
              <a:ext cx="554" cy="592"/>
            </a:xfrm>
            <a:custGeom>
              <a:avLst/>
              <a:pathLst>
                <a:path w="554" h="592">
                  <a:moveTo>
                    <a:pt x="226" y="592"/>
                  </a:moveTo>
                  <a:lnTo>
                    <a:pt x="130" y="587"/>
                  </a:lnTo>
                  <a:lnTo>
                    <a:pt x="30" y="381"/>
                  </a:lnTo>
                  <a:lnTo>
                    <a:pt x="0" y="230"/>
                  </a:lnTo>
                  <a:lnTo>
                    <a:pt x="236" y="1"/>
                  </a:lnTo>
                  <a:lnTo>
                    <a:pt x="241" y="0"/>
                  </a:lnTo>
                  <a:lnTo>
                    <a:pt x="320" y="25"/>
                  </a:lnTo>
                  <a:lnTo>
                    <a:pt x="546" y="319"/>
                  </a:lnTo>
                  <a:lnTo>
                    <a:pt x="554" y="350"/>
                  </a:lnTo>
                  <a:lnTo>
                    <a:pt x="532" y="382"/>
                  </a:lnTo>
                  <a:lnTo>
                    <a:pt x="277" y="571"/>
                  </a:lnTo>
                  <a:lnTo>
                    <a:pt x="236" y="592"/>
                  </a:lnTo>
                  <a:lnTo>
                    <a:pt x="226" y="5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l1408"/>
            <p:cNvSpPr/>
            <p:nvPr/>
          </p:nvSpPr>
          <p:spPr>
            <a:xfrm>
              <a:off x="4791055" y="5422631"/>
              <a:ext cx="367" cy="597"/>
            </a:xfrm>
            <a:custGeom>
              <a:avLst/>
              <a:pathLst>
                <a:path w="367" h="597">
                  <a:moveTo>
                    <a:pt x="189" y="594"/>
                  </a:moveTo>
                  <a:lnTo>
                    <a:pt x="167" y="597"/>
                  </a:lnTo>
                  <a:lnTo>
                    <a:pt x="159" y="594"/>
                  </a:lnTo>
                  <a:lnTo>
                    <a:pt x="0" y="460"/>
                  </a:lnTo>
                  <a:lnTo>
                    <a:pt x="84" y="332"/>
                  </a:lnTo>
                  <a:lnTo>
                    <a:pt x="53" y="184"/>
                  </a:lnTo>
                  <a:lnTo>
                    <a:pt x="206" y="44"/>
                  </a:lnTo>
                  <a:lnTo>
                    <a:pt x="312" y="0"/>
                  </a:lnTo>
                  <a:lnTo>
                    <a:pt x="354" y="0"/>
                  </a:lnTo>
                  <a:lnTo>
                    <a:pt x="367" y="16"/>
                  </a:lnTo>
                  <a:lnTo>
                    <a:pt x="262" y="511"/>
                  </a:lnTo>
                  <a:lnTo>
                    <a:pt x="247" y="536"/>
                  </a:lnTo>
                  <a:lnTo>
                    <a:pt x="189" y="59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l1409"/>
            <p:cNvSpPr/>
            <p:nvPr/>
          </p:nvSpPr>
          <p:spPr>
            <a:xfrm>
              <a:off x="4785746" y="5421205"/>
              <a:ext cx="1419" cy="860"/>
            </a:xfrm>
            <a:custGeom>
              <a:avLst/>
              <a:pathLst>
                <a:path w="1419" h="860">
                  <a:moveTo>
                    <a:pt x="336" y="0"/>
                  </a:moveTo>
                  <a:lnTo>
                    <a:pt x="410" y="49"/>
                  </a:lnTo>
                  <a:lnTo>
                    <a:pt x="974" y="121"/>
                  </a:lnTo>
                  <a:lnTo>
                    <a:pt x="1357" y="294"/>
                  </a:lnTo>
                  <a:lnTo>
                    <a:pt x="1405" y="346"/>
                  </a:lnTo>
                  <a:lnTo>
                    <a:pt x="1419" y="412"/>
                  </a:lnTo>
                  <a:lnTo>
                    <a:pt x="1397" y="660"/>
                  </a:lnTo>
                  <a:lnTo>
                    <a:pt x="1381" y="842"/>
                  </a:lnTo>
                  <a:lnTo>
                    <a:pt x="1323" y="860"/>
                  </a:lnTo>
                  <a:lnTo>
                    <a:pt x="1212" y="851"/>
                  </a:lnTo>
                  <a:lnTo>
                    <a:pt x="584" y="692"/>
                  </a:lnTo>
                  <a:lnTo>
                    <a:pt x="40" y="371"/>
                  </a:lnTo>
                  <a:lnTo>
                    <a:pt x="12" y="344"/>
                  </a:lnTo>
                  <a:lnTo>
                    <a:pt x="0" y="319"/>
                  </a:lnTo>
                  <a:lnTo>
                    <a:pt x="9" y="306"/>
                  </a:lnTo>
                  <a:lnTo>
                    <a:pt x="150" y="127"/>
                  </a:lnTo>
                  <a:lnTo>
                    <a:pt x="336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l1410"/>
            <p:cNvSpPr/>
            <p:nvPr/>
          </p:nvSpPr>
          <p:spPr>
            <a:xfrm>
              <a:off x="4759657" y="5416673"/>
              <a:ext cx="653" cy="500"/>
            </a:xfrm>
            <a:custGeom>
              <a:avLst/>
              <a:pathLst>
                <a:path w="653" h="500">
                  <a:moveTo>
                    <a:pt x="315" y="482"/>
                  </a:moveTo>
                  <a:lnTo>
                    <a:pt x="233" y="500"/>
                  </a:lnTo>
                  <a:lnTo>
                    <a:pt x="0" y="349"/>
                  </a:lnTo>
                  <a:lnTo>
                    <a:pt x="1" y="330"/>
                  </a:lnTo>
                  <a:lnTo>
                    <a:pt x="71" y="261"/>
                  </a:lnTo>
                  <a:lnTo>
                    <a:pt x="496" y="0"/>
                  </a:lnTo>
                  <a:lnTo>
                    <a:pt x="607" y="40"/>
                  </a:lnTo>
                  <a:lnTo>
                    <a:pt x="653" y="57"/>
                  </a:lnTo>
                  <a:lnTo>
                    <a:pt x="512" y="338"/>
                  </a:lnTo>
                  <a:lnTo>
                    <a:pt x="483" y="376"/>
                  </a:lnTo>
                  <a:lnTo>
                    <a:pt x="315" y="48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l1411"/>
            <p:cNvSpPr/>
            <p:nvPr/>
          </p:nvSpPr>
          <p:spPr>
            <a:xfrm>
              <a:off x="4793494" y="5422278"/>
              <a:ext cx="800" cy="1406"/>
            </a:xfrm>
            <a:custGeom>
              <a:avLst/>
              <a:pathLst>
                <a:path w="800" h="1406">
                  <a:moveTo>
                    <a:pt x="636" y="71"/>
                  </a:moveTo>
                  <a:lnTo>
                    <a:pt x="670" y="229"/>
                  </a:lnTo>
                  <a:lnTo>
                    <a:pt x="765" y="836"/>
                  </a:lnTo>
                  <a:lnTo>
                    <a:pt x="795" y="1150"/>
                  </a:lnTo>
                  <a:lnTo>
                    <a:pt x="800" y="1207"/>
                  </a:lnTo>
                  <a:lnTo>
                    <a:pt x="787" y="1372"/>
                  </a:lnTo>
                  <a:lnTo>
                    <a:pt x="762" y="1406"/>
                  </a:lnTo>
                  <a:lnTo>
                    <a:pt x="498" y="1344"/>
                  </a:lnTo>
                  <a:lnTo>
                    <a:pt x="458" y="1317"/>
                  </a:lnTo>
                  <a:lnTo>
                    <a:pt x="326" y="937"/>
                  </a:lnTo>
                  <a:lnTo>
                    <a:pt x="287" y="844"/>
                  </a:lnTo>
                  <a:lnTo>
                    <a:pt x="140" y="499"/>
                  </a:lnTo>
                  <a:lnTo>
                    <a:pt x="67" y="383"/>
                  </a:lnTo>
                  <a:lnTo>
                    <a:pt x="0" y="276"/>
                  </a:lnTo>
                  <a:lnTo>
                    <a:pt x="108" y="0"/>
                  </a:lnTo>
                  <a:lnTo>
                    <a:pt x="159" y="12"/>
                  </a:lnTo>
                  <a:lnTo>
                    <a:pt x="220" y="62"/>
                  </a:lnTo>
                  <a:lnTo>
                    <a:pt x="408" y="62"/>
                  </a:lnTo>
                  <a:lnTo>
                    <a:pt x="630" y="63"/>
                  </a:lnTo>
                  <a:lnTo>
                    <a:pt x="636" y="7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l1412"/>
            <p:cNvSpPr/>
            <p:nvPr/>
          </p:nvSpPr>
          <p:spPr>
            <a:xfrm>
              <a:off x="4787779" y="5421219"/>
              <a:ext cx="619" cy="521"/>
            </a:xfrm>
            <a:custGeom>
              <a:avLst/>
              <a:pathLst>
                <a:path w="619" h="521">
                  <a:moveTo>
                    <a:pt x="619" y="121"/>
                  </a:moveTo>
                  <a:lnTo>
                    <a:pt x="561" y="370"/>
                  </a:lnTo>
                  <a:lnTo>
                    <a:pt x="445" y="506"/>
                  </a:lnTo>
                  <a:lnTo>
                    <a:pt x="369" y="521"/>
                  </a:lnTo>
                  <a:lnTo>
                    <a:pt x="350" y="506"/>
                  </a:lnTo>
                  <a:lnTo>
                    <a:pt x="330" y="393"/>
                  </a:lnTo>
                  <a:lnTo>
                    <a:pt x="349" y="375"/>
                  </a:lnTo>
                  <a:lnTo>
                    <a:pt x="387" y="359"/>
                  </a:lnTo>
                  <a:lnTo>
                    <a:pt x="414" y="318"/>
                  </a:lnTo>
                  <a:lnTo>
                    <a:pt x="415" y="311"/>
                  </a:lnTo>
                  <a:lnTo>
                    <a:pt x="395" y="216"/>
                  </a:lnTo>
                  <a:lnTo>
                    <a:pt x="183" y="74"/>
                  </a:lnTo>
                  <a:lnTo>
                    <a:pt x="152" y="79"/>
                  </a:lnTo>
                  <a:lnTo>
                    <a:pt x="137" y="82"/>
                  </a:lnTo>
                  <a:lnTo>
                    <a:pt x="42" y="100"/>
                  </a:lnTo>
                  <a:lnTo>
                    <a:pt x="0" y="47"/>
                  </a:lnTo>
                  <a:lnTo>
                    <a:pt x="2" y="28"/>
                  </a:lnTo>
                  <a:lnTo>
                    <a:pt x="26" y="7"/>
                  </a:lnTo>
                  <a:lnTo>
                    <a:pt x="83" y="0"/>
                  </a:lnTo>
                  <a:lnTo>
                    <a:pt x="310" y="27"/>
                  </a:lnTo>
                  <a:lnTo>
                    <a:pt x="404" y="39"/>
                  </a:lnTo>
                  <a:lnTo>
                    <a:pt x="607" y="63"/>
                  </a:lnTo>
                  <a:lnTo>
                    <a:pt x="619" y="1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l1413"/>
            <p:cNvSpPr/>
            <p:nvPr/>
          </p:nvSpPr>
          <p:spPr>
            <a:xfrm>
              <a:off x="4795206" y="5422426"/>
              <a:ext cx="985" cy="1543"/>
            </a:xfrm>
            <a:custGeom>
              <a:avLst/>
              <a:pathLst>
                <a:path w="985" h="1543">
                  <a:moveTo>
                    <a:pt x="823" y="1532"/>
                  </a:moveTo>
                  <a:lnTo>
                    <a:pt x="785" y="1543"/>
                  </a:lnTo>
                  <a:lnTo>
                    <a:pt x="778" y="1541"/>
                  </a:lnTo>
                  <a:lnTo>
                    <a:pt x="696" y="1153"/>
                  </a:lnTo>
                  <a:lnTo>
                    <a:pt x="425" y="1007"/>
                  </a:lnTo>
                  <a:lnTo>
                    <a:pt x="33" y="355"/>
                  </a:lnTo>
                  <a:lnTo>
                    <a:pt x="31" y="347"/>
                  </a:lnTo>
                  <a:lnTo>
                    <a:pt x="0" y="53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411" y="85"/>
                  </a:lnTo>
                  <a:lnTo>
                    <a:pt x="618" y="148"/>
                  </a:lnTo>
                  <a:lnTo>
                    <a:pt x="873" y="478"/>
                  </a:lnTo>
                  <a:lnTo>
                    <a:pt x="985" y="1116"/>
                  </a:lnTo>
                  <a:lnTo>
                    <a:pt x="905" y="1472"/>
                  </a:lnTo>
                  <a:lnTo>
                    <a:pt x="860" y="1522"/>
                  </a:lnTo>
                  <a:lnTo>
                    <a:pt x="823" y="153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l1414"/>
            <p:cNvSpPr/>
            <p:nvPr/>
          </p:nvSpPr>
          <p:spPr>
            <a:xfrm>
              <a:off x="4775397" y="5419159"/>
              <a:ext cx="2926" cy="1856"/>
            </a:xfrm>
            <a:custGeom>
              <a:avLst/>
              <a:pathLst>
                <a:path w="2926" h="1856">
                  <a:moveTo>
                    <a:pt x="2195" y="438"/>
                  </a:moveTo>
                  <a:lnTo>
                    <a:pt x="2231" y="455"/>
                  </a:lnTo>
                  <a:lnTo>
                    <a:pt x="2368" y="442"/>
                  </a:lnTo>
                  <a:lnTo>
                    <a:pt x="2430" y="392"/>
                  </a:lnTo>
                  <a:lnTo>
                    <a:pt x="2685" y="333"/>
                  </a:lnTo>
                  <a:lnTo>
                    <a:pt x="2926" y="669"/>
                  </a:lnTo>
                  <a:lnTo>
                    <a:pt x="2911" y="922"/>
                  </a:lnTo>
                  <a:lnTo>
                    <a:pt x="2888" y="993"/>
                  </a:lnTo>
                  <a:lnTo>
                    <a:pt x="2849" y="1037"/>
                  </a:lnTo>
                  <a:lnTo>
                    <a:pt x="2790" y="1050"/>
                  </a:lnTo>
                  <a:lnTo>
                    <a:pt x="2429" y="1071"/>
                  </a:lnTo>
                  <a:lnTo>
                    <a:pt x="2160" y="1064"/>
                  </a:lnTo>
                  <a:lnTo>
                    <a:pt x="1915" y="1085"/>
                  </a:lnTo>
                  <a:lnTo>
                    <a:pt x="1749" y="1100"/>
                  </a:lnTo>
                  <a:lnTo>
                    <a:pt x="1215" y="1197"/>
                  </a:lnTo>
                  <a:lnTo>
                    <a:pt x="899" y="1345"/>
                  </a:lnTo>
                  <a:lnTo>
                    <a:pt x="840" y="1387"/>
                  </a:lnTo>
                  <a:lnTo>
                    <a:pt x="636" y="1579"/>
                  </a:lnTo>
                  <a:lnTo>
                    <a:pt x="552" y="1694"/>
                  </a:lnTo>
                  <a:lnTo>
                    <a:pt x="290" y="1841"/>
                  </a:lnTo>
                  <a:lnTo>
                    <a:pt x="120" y="1856"/>
                  </a:lnTo>
                  <a:lnTo>
                    <a:pt x="89" y="1818"/>
                  </a:lnTo>
                  <a:lnTo>
                    <a:pt x="0" y="1630"/>
                  </a:lnTo>
                  <a:lnTo>
                    <a:pt x="23" y="990"/>
                  </a:lnTo>
                  <a:lnTo>
                    <a:pt x="38" y="814"/>
                  </a:lnTo>
                  <a:lnTo>
                    <a:pt x="118" y="573"/>
                  </a:lnTo>
                  <a:lnTo>
                    <a:pt x="344" y="155"/>
                  </a:lnTo>
                  <a:lnTo>
                    <a:pt x="422" y="62"/>
                  </a:lnTo>
                  <a:lnTo>
                    <a:pt x="440" y="55"/>
                  </a:lnTo>
                  <a:lnTo>
                    <a:pt x="705" y="35"/>
                  </a:lnTo>
                  <a:lnTo>
                    <a:pt x="898" y="19"/>
                  </a:lnTo>
                  <a:lnTo>
                    <a:pt x="1080" y="25"/>
                  </a:lnTo>
                  <a:lnTo>
                    <a:pt x="2131" y="0"/>
                  </a:lnTo>
                  <a:lnTo>
                    <a:pt x="2126" y="105"/>
                  </a:lnTo>
                  <a:lnTo>
                    <a:pt x="2144" y="268"/>
                  </a:lnTo>
                  <a:lnTo>
                    <a:pt x="2166" y="397"/>
                  </a:lnTo>
                  <a:lnTo>
                    <a:pt x="2195" y="43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l1415"/>
            <p:cNvSpPr/>
            <p:nvPr/>
          </p:nvSpPr>
          <p:spPr>
            <a:xfrm>
              <a:off x="4796597" y="5422412"/>
              <a:ext cx="551" cy="1154"/>
            </a:xfrm>
            <a:custGeom>
              <a:avLst/>
              <a:pathLst>
                <a:path w="551" h="1154">
                  <a:moveTo>
                    <a:pt x="472" y="1154"/>
                  </a:moveTo>
                  <a:lnTo>
                    <a:pt x="271" y="1154"/>
                  </a:lnTo>
                  <a:lnTo>
                    <a:pt x="259" y="1147"/>
                  </a:lnTo>
                  <a:lnTo>
                    <a:pt x="24" y="789"/>
                  </a:lnTo>
                  <a:lnTo>
                    <a:pt x="0" y="474"/>
                  </a:lnTo>
                  <a:lnTo>
                    <a:pt x="19" y="421"/>
                  </a:lnTo>
                  <a:lnTo>
                    <a:pt x="51" y="334"/>
                  </a:lnTo>
                  <a:lnTo>
                    <a:pt x="125" y="213"/>
                  </a:lnTo>
                  <a:lnTo>
                    <a:pt x="181" y="122"/>
                  </a:lnTo>
                  <a:lnTo>
                    <a:pt x="354" y="80"/>
                  </a:lnTo>
                  <a:lnTo>
                    <a:pt x="373" y="68"/>
                  </a:lnTo>
                  <a:lnTo>
                    <a:pt x="390" y="42"/>
                  </a:lnTo>
                  <a:lnTo>
                    <a:pt x="445" y="16"/>
                  </a:lnTo>
                  <a:lnTo>
                    <a:pt x="472" y="0"/>
                  </a:lnTo>
                  <a:lnTo>
                    <a:pt x="494" y="48"/>
                  </a:lnTo>
                  <a:lnTo>
                    <a:pt x="496" y="273"/>
                  </a:lnTo>
                  <a:lnTo>
                    <a:pt x="416" y="501"/>
                  </a:lnTo>
                  <a:lnTo>
                    <a:pt x="451" y="809"/>
                  </a:lnTo>
                  <a:lnTo>
                    <a:pt x="524" y="903"/>
                  </a:lnTo>
                  <a:lnTo>
                    <a:pt x="551" y="984"/>
                  </a:lnTo>
                  <a:lnTo>
                    <a:pt x="531" y="1124"/>
                  </a:lnTo>
                  <a:lnTo>
                    <a:pt x="521" y="1146"/>
                  </a:lnTo>
                  <a:lnTo>
                    <a:pt x="472" y="115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l1416"/>
            <p:cNvSpPr/>
            <p:nvPr/>
          </p:nvSpPr>
          <p:spPr>
            <a:xfrm>
              <a:off x="4776423" y="5419016"/>
              <a:ext cx="6809" cy="2534"/>
            </a:xfrm>
            <a:custGeom>
              <a:avLst/>
              <a:pathLst>
                <a:path w="6809" h="2534">
                  <a:moveTo>
                    <a:pt x="6165" y="34"/>
                  </a:moveTo>
                  <a:lnTo>
                    <a:pt x="6293" y="583"/>
                  </a:lnTo>
                  <a:lnTo>
                    <a:pt x="6294" y="609"/>
                  </a:lnTo>
                  <a:lnTo>
                    <a:pt x="6277" y="684"/>
                  </a:lnTo>
                  <a:lnTo>
                    <a:pt x="6360" y="963"/>
                  </a:lnTo>
                  <a:lnTo>
                    <a:pt x="6388" y="1059"/>
                  </a:lnTo>
                  <a:lnTo>
                    <a:pt x="6500" y="1054"/>
                  </a:lnTo>
                  <a:lnTo>
                    <a:pt x="6802" y="1184"/>
                  </a:lnTo>
                  <a:lnTo>
                    <a:pt x="6809" y="1414"/>
                  </a:lnTo>
                  <a:lnTo>
                    <a:pt x="6627" y="1619"/>
                  </a:lnTo>
                  <a:lnTo>
                    <a:pt x="6449" y="1795"/>
                  </a:lnTo>
                  <a:lnTo>
                    <a:pt x="6406" y="1858"/>
                  </a:lnTo>
                  <a:lnTo>
                    <a:pt x="6277" y="2046"/>
                  </a:lnTo>
                  <a:lnTo>
                    <a:pt x="6305" y="2065"/>
                  </a:lnTo>
                  <a:lnTo>
                    <a:pt x="6310" y="2074"/>
                  </a:lnTo>
                  <a:lnTo>
                    <a:pt x="6305" y="2094"/>
                  </a:lnTo>
                  <a:lnTo>
                    <a:pt x="6267" y="2170"/>
                  </a:lnTo>
                  <a:lnTo>
                    <a:pt x="6152" y="2397"/>
                  </a:lnTo>
                  <a:lnTo>
                    <a:pt x="5771" y="2531"/>
                  </a:lnTo>
                  <a:lnTo>
                    <a:pt x="5761" y="2534"/>
                  </a:lnTo>
                  <a:lnTo>
                    <a:pt x="5735" y="2522"/>
                  </a:lnTo>
                  <a:lnTo>
                    <a:pt x="5651" y="2222"/>
                  </a:lnTo>
                  <a:lnTo>
                    <a:pt x="5660" y="2161"/>
                  </a:lnTo>
                  <a:lnTo>
                    <a:pt x="5670" y="2109"/>
                  </a:lnTo>
                  <a:lnTo>
                    <a:pt x="5676" y="2076"/>
                  </a:lnTo>
                  <a:lnTo>
                    <a:pt x="5718" y="2015"/>
                  </a:lnTo>
                  <a:lnTo>
                    <a:pt x="5813" y="1956"/>
                  </a:lnTo>
                  <a:lnTo>
                    <a:pt x="5810" y="1916"/>
                  </a:lnTo>
                  <a:lnTo>
                    <a:pt x="5755" y="1754"/>
                  </a:lnTo>
                  <a:lnTo>
                    <a:pt x="5664" y="1713"/>
                  </a:lnTo>
                  <a:lnTo>
                    <a:pt x="5606" y="1693"/>
                  </a:lnTo>
                  <a:lnTo>
                    <a:pt x="5202" y="1556"/>
                  </a:lnTo>
                  <a:lnTo>
                    <a:pt x="5194" y="1575"/>
                  </a:lnTo>
                  <a:lnTo>
                    <a:pt x="5183" y="1590"/>
                  </a:lnTo>
                  <a:lnTo>
                    <a:pt x="5174" y="1592"/>
                  </a:lnTo>
                  <a:lnTo>
                    <a:pt x="5165" y="1599"/>
                  </a:lnTo>
                  <a:lnTo>
                    <a:pt x="5160" y="1600"/>
                  </a:lnTo>
                  <a:lnTo>
                    <a:pt x="5143" y="1592"/>
                  </a:lnTo>
                  <a:lnTo>
                    <a:pt x="5110" y="1589"/>
                  </a:lnTo>
                  <a:lnTo>
                    <a:pt x="5095" y="1577"/>
                  </a:lnTo>
                  <a:lnTo>
                    <a:pt x="5076" y="1572"/>
                  </a:lnTo>
                  <a:lnTo>
                    <a:pt x="5061" y="1566"/>
                  </a:lnTo>
                  <a:lnTo>
                    <a:pt x="5051" y="1565"/>
                  </a:lnTo>
                  <a:lnTo>
                    <a:pt x="5044" y="1559"/>
                  </a:lnTo>
                  <a:lnTo>
                    <a:pt x="5035" y="1558"/>
                  </a:lnTo>
                  <a:lnTo>
                    <a:pt x="5025" y="1563"/>
                  </a:lnTo>
                  <a:lnTo>
                    <a:pt x="5019" y="1568"/>
                  </a:lnTo>
                  <a:lnTo>
                    <a:pt x="5021" y="1574"/>
                  </a:lnTo>
                  <a:lnTo>
                    <a:pt x="5018" y="1579"/>
                  </a:lnTo>
                  <a:lnTo>
                    <a:pt x="5031" y="1599"/>
                  </a:lnTo>
                  <a:lnTo>
                    <a:pt x="5043" y="1607"/>
                  </a:lnTo>
                  <a:lnTo>
                    <a:pt x="5049" y="1615"/>
                  </a:lnTo>
                  <a:lnTo>
                    <a:pt x="5055" y="1618"/>
                  </a:lnTo>
                  <a:lnTo>
                    <a:pt x="5064" y="1618"/>
                  </a:lnTo>
                  <a:lnTo>
                    <a:pt x="5066" y="1613"/>
                  </a:lnTo>
                  <a:lnTo>
                    <a:pt x="5074" y="1616"/>
                  </a:lnTo>
                  <a:lnTo>
                    <a:pt x="5086" y="1623"/>
                  </a:lnTo>
                  <a:lnTo>
                    <a:pt x="5096" y="1625"/>
                  </a:lnTo>
                  <a:lnTo>
                    <a:pt x="5099" y="1630"/>
                  </a:lnTo>
                  <a:lnTo>
                    <a:pt x="5101" y="1637"/>
                  </a:lnTo>
                  <a:lnTo>
                    <a:pt x="5110" y="1635"/>
                  </a:lnTo>
                  <a:lnTo>
                    <a:pt x="5113" y="1645"/>
                  </a:lnTo>
                  <a:lnTo>
                    <a:pt x="5125" y="1656"/>
                  </a:lnTo>
                  <a:lnTo>
                    <a:pt x="5138" y="1661"/>
                  </a:lnTo>
                  <a:lnTo>
                    <a:pt x="5140" y="1670"/>
                  </a:lnTo>
                  <a:lnTo>
                    <a:pt x="5136" y="1684"/>
                  </a:lnTo>
                  <a:lnTo>
                    <a:pt x="5136" y="1692"/>
                  </a:lnTo>
                  <a:lnTo>
                    <a:pt x="5140" y="1701"/>
                  </a:lnTo>
                  <a:lnTo>
                    <a:pt x="5139" y="1708"/>
                  </a:lnTo>
                  <a:lnTo>
                    <a:pt x="5135" y="1714"/>
                  </a:lnTo>
                  <a:lnTo>
                    <a:pt x="5134" y="1723"/>
                  </a:lnTo>
                  <a:lnTo>
                    <a:pt x="5130" y="1728"/>
                  </a:lnTo>
                  <a:lnTo>
                    <a:pt x="5125" y="1732"/>
                  </a:lnTo>
                  <a:lnTo>
                    <a:pt x="5121" y="1735"/>
                  </a:lnTo>
                  <a:lnTo>
                    <a:pt x="5118" y="1743"/>
                  </a:lnTo>
                  <a:lnTo>
                    <a:pt x="5099" y="1752"/>
                  </a:lnTo>
                  <a:lnTo>
                    <a:pt x="5089" y="1753"/>
                  </a:lnTo>
                  <a:lnTo>
                    <a:pt x="5082" y="1752"/>
                  </a:lnTo>
                  <a:lnTo>
                    <a:pt x="5079" y="1748"/>
                  </a:lnTo>
                  <a:lnTo>
                    <a:pt x="5073" y="1748"/>
                  </a:lnTo>
                  <a:lnTo>
                    <a:pt x="5065" y="1753"/>
                  </a:lnTo>
                  <a:lnTo>
                    <a:pt x="5065" y="1760"/>
                  </a:lnTo>
                  <a:lnTo>
                    <a:pt x="5059" y="1765"/>
                  </a:lnTo>
                  <a:lnTo>
                    <a:pt x="5035" y="1774"/>
                  </a:lnTo>
                  <a:lnTo>
                    <a:pt x="5028" y="1778"/>
                  </a:lnTo>
                  <a:lnTo>
                    <a:pt x="5022" y="1777"/>
                  </a:lnTo>
                  <a:lnTo>
                    <a:pt x="5018" y="1790"/>
                  </a:lnTo>
                  <a:lnTo>
                    <a:pt x="5013" y="1790"/>
                  </a:lnTo>
                  <a:lnTo>
                    <a:pt x="5004" y="1809"/>
                  </a:lnTo>
                  <a:lnTo>
                    <a:pt x="5008" y="1818"/>
                  </a:lnTo>
                  <a:lnTo>
                    <a:pt x="5021" y="1837"/>
                  </a:lnTo>
                  <a:lnTo>
                    <a:pt x="5027" y="1840"/>
                  </a:lnTo>
                  <a:lnTo>
                    <a:pt x="5038" y="1841"/>
                  </a:lnTo>
                  <a:lnTo>
                    <a:pt x="5055" y="1839"/>
                  </a:lnTo>
                  <a:lnTo>
                    <a:pt x="5063" y="1842"/>
                  </a:lnTo>
                  <a:lnTo>
                    <a:pt x="5113" y="1848"/>
                  </a:lnTo>
                  <a:lnTo>
                    <a:pt x="5132" y="1856"/>
                  </a:lnTo>
                  <a:lnTo>
                    <a:pt x="5166" y="1871"/>
                  </a:lnTo>
                  <a:lnTo>
                    <a:pt x="5173" y="1871"/>
                  </a:lnTo>
                  <a:lnTo>
                    <a:pt x="5176" y="1880"/>
                  </a:lnTo>
                  <a:lnTo>
                    <a:pt x="5183" y="1883"/>
                  </a:lnTo>
                  <a:lnTo>
                    <a:pt x="5189" y="1886"/>
                  </a:lnTo>
                  <a:lnTo>
                    <a:pt x="5196" y="1890"/>
                  </a:lnTo>
                  <a:lnTo>
                    <a:pt x="5202" y="1895"/>
                  </a:lnTo>
                  <a:lnTo>
                    <a:pt x="5221" y="1907"/>
                  </a:lnTo>
                  <a:lnTo>
                    <a:pt x="5216" y="1929"/>
                  </a:lnTo>
                  <a:lnTo>
                    <a:pt x="5209" y="1937"/>
                  </a:lnTo>
                  <a:lnTo>
                    <a:pt x="5205" y="1946"/>
                  </a:lnTo>
                  <a:lnTo>
                    <a:pt x="5208" y="1953"/>
                  </a:lnTo>
                  <a:lnTo>
                    <a:pt x="5189" y="2043"/>
                  </a:lnTo>
                  <a:lnTo>
                    <a:pt x="5182" y="2075"/>
                  </a:lnTo>
                  <a:lnTo>
                    <a:pt x="5173" y="2090"/>
                  </a:lnTo>
                  <a:lnTo>
                    <a:pt x="5153" y="2106"/>
                  </a:lnTo>
                  <a:lnTo>
                    <a:pt x="5137" y="2115"/>
                  </a:lnTo>
                  <a:lnTo>
                    <a:pt x="5117" y="2126"/>
                  </a:lnTo>
                  <a:lnTo>
                    <a:pt x="5112" y="2129"/>
                  </a:lnTo>
                  <a:lnTo>
                    <a:pt x="5103" y="2140"/>
                  </a:lnTo>
                  <a:lnTo>
                    <a:pt x="5083" y="2153"/>
                  </a:lnTo>
                  <a:lnTo>
                    <a:pt x="5064" y="2154"/>
                  </a:lnTo>
                  <a:lnTo>
                    <a:pt x="5056" y="2158"/>
                  </a:lnTo>
                  <a:lnTo>
                    <a:pt x="5057" y="2180"/>
                  </a:lnTo>
                  <a:lnTo>
                    <a:pt x="5064" y="2205"/>
                  </a:lnTo>
                  <a:lnTo>
                    <a:pt x="5058" y="2218"/>
                  </a:lnTo>
                  <a:lnTo>
                    <a:pt x="5047" y="2213"/>
                  </a:lnTo>
                  <a:lnTo>
                    <a:pt x="5042" y="2197"/>
                  </a:lnTo>
                  <a:lnTo>
                    <a:pt x="5040" y="2185"/>
                  </a:lnTo>
                  <a:lnTo>
                    <a:pt x="5038" y="2166"/>
                  </a:lnTo>
                  <a:lnTo>
                    <a:pt x="5019" y="2160"/>
                  </a:lnTo>
                  <a:lnTo>
                    <a:pt x="4998" y="2170"/>
                  </a:lnTo>
                  <a:lnTo>
                    <a:pt x="4986" y="2184"/>
                  </a:lnTo>
                  <a:lnTo>
                    <a:pt x="4975" y="2198"/>
                  </a:lnTo>
                  <a:lnTo>
                    <a:pt x="4941" y="2194"/>
                  </a:lnTo>
                  <a:lnTo>
                    <a:pt x="3913" y="1877"/>
                  </a:lnTo>
                  <a:lnTo>
                    <a:pt x="3868" y="1900"/>
                  </a:lnTo>
                  <a:lnTo>
                    <a:pt x="3844" y="1908"/>
                  </a:lnTo>
                  <a:lnTo>
                    <a:pt x="3396" y="2067"/>
                  </a:lnTo>
                  <a:lnTo>
                    <a:pt x="3332" y="2090"/>
                  </a:lnTo>
                  <a:lnTo>
                    <a:pt x="2644" y="2248"/>
                  </a:lnTo>
                  <a:lnTo>
                    <a:pt x="2461" y="2228"/>
                  </a:lnTo>
                  <a:lnTo>
                    <a:pt x="2158" y="1964"/>
                  </a:lnTo>
                  <a:lnTo>
                    <a:pt x="2034" y="1787"/>
                  </a:lnTo>
                  <a:lnTo>
                    <a:pt x="1701" y="1716"/>
                  </a:lnTo>
                  <a:lnTo>
                    <a:pt x="1521" y="1887"/>
                  </a:lnTo>
                  <a:lnTo>
                    <a:pt x="1451" y="1953"/>
                  </a:lnTo>
                  <a:lnTo>
                    <a:pt x="1456" y="1992"/>
                  </a:lnTo>
                  <a:lnTo>
                    <a:pt x="1469" y="2087"/>
                  </a:lnTo>
                  <a:lnTo>
                    <a:pt x="1511" y="2185"/>
                  </a:lnTo>
                  <a:lnTo>
                    <a:pt x="1398" y="2274"/>
                  </a:lnTo>
                  <a:lnTo>
                    <a:pt x="1368" y="2282"/>
                  </a:lnTo>
                  <a:lnTo>
                    <a:pt x="1360" y="2284"/>
                  </a:lnTo>
                  <a:lnTo>
                    <a:pt x="1311" y="2266"/>
                  </a:lnTo>
                  <a:lnTo>
                    <a:pt x="1302" y="2262"/>
                  </a:lnTo>
                  <a:lnTo>
                    <a:pt x="1223" y="2222"/>
                  </a:lnTo>
                  <a:lnTo>
                    <a:pt x="917" y="2103"/>
                  </a:lnTo>
                  <a:lnTo>
                    <a:pt x="843" y="2199"/>
                  </a:lnTo>
                  <a:lnTo>
                    <a:pt x="774" y="2290"/>
                  </a:lnTo>
                  <a:lnTo>
                    <a:pt x="694" y="2344"/>
                  </a:lnTo>
                  <a:lnTo>
                    <a:pt x="643" y="2378"/>
                  </a:lnTo>
                  <a:lnTo>
                    <a:pt x="510" y="2428"/>
                  </a:lnTo>
                  <a:lnTo>
                    <a:pt x="442" y="2434"/>
                  </a:lnTo>
                  <a:lnTo>
                    <a:pt x="355" y="2377"/>
                  </a:lnTo>
                  <a:lnTo>
                    <a:pt x="0" y="1950"/>
                  </a:lnTo>
                  <a:lnTo>
                    <a:pt x="49" y="1797"/>
                  </a:lnTo>
                  <a:lnTo>
                    <a:pt x="212" y="1668"/>
                  </a:lnTo>
                  <a:lnTo>
                    <a:pt x="570" y="1576"/>
                  </a:lnTo>
                  <a:lnTo>
                    <a:pt x="575" y="1605"/>
                  </a:lnTo>
                  <a:lnTo>
                    <a:pt x="720" y="1593"/>
                  </a:lnTo>
                  <a:lnTo>
                    <a:pt x="813" y="1585"/>
                  </a:lnTo>
                  <a:lnTo>
                    <a:pt x="1924" y="1308"/>
                  </a:lnTo>
                  <a:lnTo>
                    <a:pt x="2016" y="1275"/>
                  </a:lnTo>
                  <a:lnTo>
                    <a:pt x="2054" y="1248"/>
                  </a:lnTo>
                  <a:lnTo>
                    <a:pt x="2126" y="1176"/>
                  </a:lnTo>
                  <a:lnTo>
                    <a:pt x="2016" y="1107"/>
                  </a:lnTo>
                  <a:lnTo>
                    <a:pt x="2279" y="475"/>
                  </a:lnTo>
                  <a:lnTo>
                    <a:pt x="2406" y="405"/>
                  </a:lnTo>
                  <a:lnTo>
                    <a:pt x="2609" y="294"/>
                  </a:lnTo>
                  <a:lnTo>
                    <a:pt x="2786" y="197"/>
                  </a:lnTo>
                  <a:lnTo>
                    <a:pt x="3095" y="269"/>
                  </a:lnTo>
                  <a:lnTo>
                    <a:pt x="3108" y="272"/>
                  </a:lnTo>
                  <a:lnTo>
                    <a:pt x="3188" y="283"/>
                  </a:lnTo>
                  <a:lnTo>
                    <a:pt x="3374" y="308"/>
                  </a:lnTo>
                  <a:lnTo>
                    <a:pt x="3536" y="291"/>
                  </a:lnTo>
                  <a:lnTo>
                    <a:pt x="3680" y="219"/>
                  </a:lnTo>
                  <a:lnTo>
                    <a:pt x="3729" y="190"/>
                  </a:lnTo>
                  <a:lnTo>
                    <a:pt x="3840" y="161"/>
                  </a:lnTo>
                  <a:lnTo>
                    <a:pt x="4180" y="107"/>
                  </a:lnTo>
                  <a:lnTo>
                    <a:pt x="4730" y="92"/>
                  </a:lnTo>
                  <a:lnTo>
                    <a:pt x="4878" y="106"/>
                  </a:lnTo>
                  <a:lnTo>
                    <a:pt x="4931" y="155"/>
                  </a:lnTo>
                  <a:lnTo>
                    <a:pt x="4947" y="213"/>
                  </a:lnTo>
                  <a:lnTo>
                    <a:pt x="4961" y="231"/>
                  </a:lnTo>
                  <a:lnTo>
                    <a:pt x="5003" y="246"/>
                  </a:lnTo>
                  <a:lnTo>
                    <a:pt x="5338" y="154"/>
                  </a:lnTo>
                  <a:lnTo>
                    <a:pt x="5359" y="145"/>
                  </a:lnTo>
                  <a:lnTo>
                    <a:pt x="5650" y="25"/>
                  </a:lnTo>
                  <a:lnTo>
                    <a:pt x="5889" y="0"/>
                  </a:lnTo>
                  <a:lnTo>
                    <a:pt x="6165" y="3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l1417"/>
            <p:cNvSpPr/>
            <p:nvPr/>
          </p:nvSpPr>
          <p:spPr>
            <a:xfrm>
              <a:off x="4780333" y="5418502"/>
              <a:ext cx="804" cy="357"/>
            </a:xfrm>
            <a:custGeom>
              <a:avLst/>
              <a:pathLst>
                <a:path w="804" h="357">
                  <a:moveTo>
                    <a:pt x="738" y="194"/>
                  </a:moveTo>
                  <a:lnTo>
                    <a:pt x="518" y="268"/>
                  </a:lnTo>
                  <a:lnTo>
                    <a:pt x="200" y="357"/>
                  </a:lnTo>
                  <a:lnTo>
                    <a:pt x="32" y="315"/>
                  </a:lnTo>
                  <a:lnTo>
                    <a:pt x="0" y="266"/>
                  </a:lnTo>
                  <a:lnTo>
                    <a:pt x="1" y="156"/>
                  </a:lnTo>
                  <a:lnTo>
                    <a:pt x="46" y="135"/>
                  </a:lnTo>
                  <a:lnTo>
                    <a:pt x="153" y="143"/>
                  </a:lnTo>
                  <a:lnTo>
                    <a:pt x="220" y="159"/>
                  </a:lnTo>
                  <a:lnTo>
                    <a:pt x="279" y="198"/>
                  </a:lnTo>
                  <a:lnTo>
                    <a:pt x="302" y="213"/>
                  </a:lnTo>
                  <a:lnTo>
                    <a:pt x="420" y="191"/>
                  </a:lnTo>
                  <a:lnTo>
                    <a:pt x="595" y="128"/>
                  </a:lnTo>
                  <a:lnTo>
                    <a:pt x="786" y="0"/>
                  </a:lnTo>
                  <a:lnTo>
                    <a:pt x="791" y="2"/>
                  </a:lnTo>
                  <a:lnTo>
                    <a:pt x="798" y="41"/>
                  </a:lnTo>
                  <a:lnTo>
                    <a:pt x="803" y="70"/>
                  </a:lnTo>
                  <a:lnTo>
                    <a:pt x="804" y="78"/>
                  </a:lnTo>
                  <a:lnTo>
                    <a:pt x="738" y="19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l1418"/>
            <p:cNvSpPr/>
            <p:nvPr/>
          </p:nvSpPr>
          <p:spPr>
            <a:xfrm>
              <a:off x="4761131" y="5415295"/>
              <a:ext cx="1637" cy="2643"/>
            </a:xfrm>
            <a:custGeom>
              <a:avLst/>
              <a:pathLst>
                <a:path w="1637" h="2643">
                  <a:moveTo>
                    <a:pt x="1348" y="758"/>
                  </a:moveTo>
                  <a:lnTo>
                    <a:pt x="1053" y="969"/>
                  </a:lnTo>
                  <a:lnTo>
                    <a:pt x="949" y="1264"/>
                  </a:lnTo>
                  <a:lnTo>
                    <a:pt x="870" y="1489"/>
                  </a:lnTo>
                  <a:lnTo>
                    <a:pt x="852" y="1799"/>
                  </a:lnTo>
                  <a:lnTo>
                    <a:pt x="843" y="1940"/>
                  </a:lnTo>
                  <a:lnTo>
                    <a:pt x="781" y="2188"/>
                  </a:lnTo>
                  <a:lnTo>
                    <a:pt x="624" y="2308"/>
                  </a:lnTo>
                  <a:lnTo>
                    <a:pt x="347" y="2519"/>
                  </a:lnTo>
                  <a:lnTo>
                    <a:pt x="280" y="2643"/>
                  </a:lnTo>
                  <a:lnTo>
                    <a:pt x="137" y="2551"/>
                  </a:lnTo>
                  <a:lnTo>
                    <a:pt x="0" y="1951"/>
                  </a:lnTo>
                  <a:lnTo>
                    <a:pt x="60" y="1900"/>
                  </a:lnTo>
                  <a:lnTo>
                    <a:pt x="121" y="1894"/>
                  </a:lnTo>
                  <a:lnTo>
                    <a:pt x="206" y="1854"/>
                  </a:lnTo>
                  <a:lnTo>
                    <a:pt x="216" y="1847"/>
                  </a:lnTo>
                  <a:lnTo>
                    <a:pt x="235" y="1824"/>
                  </a:lnTo>
                  <a:lnTo>
                    <a:pt x="242" y="1816"/>
                  </a:lnTo>
                  <a:lnTo>
                    <a:pt x="216" y="1580"/>
                  </a:lnTo>
                  <a:lnTo>
                    <a:pt x="558" y="1303"/>
                  </a:lnTo>
                  <a:lnTo>
                    <a:pt x="566" y="1290"/>
                  </a:lnTo>
                  <a:lnTo>
                    <a:pt x="489" y="962"/>
                  </a:lnTo>
                  <a:lnTo>
                    <a:pt x="427" y="942"/>
                  </a:lnTo>
                  <a:lnTo>
                    <a:pt x="421" y="925"/>
                  </a:lnTo>
                  <a:lnTo>
                    <a:pt x="419" y="894"/>
                  </a:lnTo>
                  <a:lnTo>
                    <a:pt x="424" y="872"/>
                  </a:lnTo>
                  <a:lnTo>
                    <a:pt x="504" y="678"/>
                  </a:lnTo>
                  <a:lnTo>
                    <a:pt x="572" y="614"/>
                  </a:lnTo>
                  <a:lnTo>
                    <a:pt x="715" y="527"/>
                  </a:lnTo>
                  <a:lnTo>
                    <a:pt x="784" y="546"/>
                  </a:lnTo>
                  <a:lnTo>
                    <a:pt x="804" y="609"/>
                  </a:lnTo>
                  <a:lnTo>
                    <a:pt x="890" y="698"/>
                  </a:lnTo>
                  <a:lnTo>
                    <a:pt x="931" y="706"/>
                  </a:lnTo>
                  <a:lnTo>
                    <a:pt x="1013" y="694"/>
                  </a:lnTo>
                  <a:lnTo>
                    <a:pt x="1015" y="689"/>
                  </a:lnTo>
                  <a:lnTo>
                    <a:pt x="1046" y="626"/>
                  </a:lnTo>
                  <a:lnTo>
                    <a:pt x="1147" y="216"/>
                  </a:lnTo>
                  <a:lnTo>
                    <a:pt x="1208" y="55"/>
                  </a:lnTo>
                  <a:lnTo>
                    <a:pt x="1376" y="0"/>
                  </a:lnTo>
                  <a:lnTo>
                    <a:pt x="1595" y="48"/>
                  </a:lnTo>
                  <a:lnTo>
                    <a:pt x="1604" y="52"/>
                  </a:lnTo>
                  <a:lnTo>
                    <a:pt x="1611" y="57"/>
                  </a:lnTo>
                  <a:lnTo>
                    <a:pt x="1635" y="101"/>
                  </a:lnTo>
                  <a:lnTo>
                    <a:pt x="1637" y="162"/>
                  </a:lnTo>
                  <a:lnTo>
                    <a:pt x="1633" y="182"/>
                  </a:lnTo>
                  <a:lnTo>
                    <a:pt x="1488" y="686"/>
                  </a:lnTo>
                  <a:lnTo>
                    <a:pt x="1391" y="742"/>
                  </a:lnTo>
                  <a:lnTo>
                    <a:pt x="1348" y="75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l1419"/>
            <p:cNvSpPr/>
            <p:nvPr/>
          </p:nvSpPr>
          <p:spPr>
            <a:xfrm>
              <a:off x="4765815" y="5415301"/>
              <a:ext cx="9116" cy="5938"/>
            </a:xfrm>
            <a:custGeom>
              <a:avLst/>
              <a:pathLst>
                <a:path w="9116" h="5938">
                  <a:moveTo>
                    <a:pt x="6526" y="730"/>
                  </a:moveTo>
                  <a:lnTo>
                    <a:pt x="6671" y="847"/>
                  </a:lnTo>
                  <a:lnTo>
                    <a:pt x="6724" y="852"/>
                  </a:lnTo>
                  <a:lnTo>
                    <a:pt x="6776" y="839"/>
                  </a:lnTo>
                  <a:lnTo>
                    <a:pt x="6908" y="805"/>
                  </a:lnTo>
                  <a:lnTo>
                    <a:pt x="6914" y="803"/>
                  </a:lnTo>
                  <a:lnTo>
                    <a:pt x="6938" y="756"/>
                  </a:lnTo>
                  <a:lnTo>
                    <a:pt x="6933" y="706"/>
                  </a:lnTo>
                  <a:lnTo>
                    <a:pt x="6944" y="679"/>
                  </a:lnTo>
                  <a:lnTo>
                    <a:pt x="7029" y="598"/>
                  </a:lnTo>
                  <a:lnTo>
                    <a:pt x="7245" y="528"/>
                  </a:lnTo>
                  <a:lnTo>
                    <a:pt x="7587" y="473"/>
                  </a:lnTo>
                  <a:lnTo>
                    <a:pt x="7710" y="476"/>
                  </a:lnTo>
                  <a:lnTo>
                    <a:pt x="7951" y="496"/>
                  </a:lnTo>
                  <a:lnTo>
                    <a:pt x="8039" y="508"/>
                  </a:lnTo>
                  <a:lnTo>
                    <a:pt x="8291" y="652"/>
                  </a:lnTo>
                  <a:lnTo>
                    <a:pt x="8305" y="670"/>
                  </a:lnTo>
                  <a:lnTo>
                    <a:pt x="8298" y="712"/>
                  </a:lnTo>
                  <a:lnTo>
                    <a:pt x="8287" y="733"/>
                  </a:lnTo>
                  <a:lnTo>
                    <a:pt x="8218" y="764"/>
                  </a:lnTo>
                  <a:lnTo>
                    <a:pt x="8135" y="789"/>
                  </a:lnTo>
                  <a:lnTo>
                    <a:pt x="8060" y="799"/>
                  </a:lnTo>
                  <a:lnTo>
                    <a:pt x="7981" y="834"/>
                  </a:lnTo>
                  <a:lnTo>
                    <a:pt x="7951" y="876"/>
                  </a:lnTo>
                  <a:lnTo>
                    <a:pt x="7940" y="910"/>
                  </a:lnTo>
                  <a:lnTo>
                    <a:pt x="7936" y="1103"/>
                  </a:lnTo>
                  <a:lnTo>
                    <a:pt x="8009" y="1395"/>
                  </a:lnTo>
                  <a:lnTo>
                    <a:pt x="8045" y="1463"/>
                  </a:lnTo>
                  <a:lnTo>
                    <a:pt x="8206" y="1702"/>
                  </a:lnTo>
                  <a:lnTo>
                    <a:pt x="8421" y="1939"/>
                  </a:lnTo>
                  <a:lnTo>
                    <a:pt x="8546" y="2025"/>
                  </a:lnTo>
                  <a:lnTo>
                    <a:pt x="8729" y="2079"/>
                  </a:lnTo>
                  <a:lnTo>
                    <a:pt x="8757" y="2079"/>
                  </a:lnTo>
                  <a:lnTo>
                    <a:pt x="8773" y="2074"/>
                  </a:lnTo>
                  <a:lnTo>
                    <a:pt x="8823" y="2058"/>
                  </a:lnTo>
                  <a:lnTo>
                    <a:pt x="8938" y="1988"/>
                  </a:lnTo>
                  <a:lnTo>
                    <a:pt x="8970" y="1932"/>
                  </a:lnTo>
                  <a:lnTo>
                    <a:pt x="8974" y="1882"/>
                  </a:lnTo>
                  <a:lnTo>
                    <a:pt x="9001" y="1857"/>
                  </a:lnTo>
                  <a:lnTo>
                    <a:pt x="9010" y="1854"/>
                  </a:lnTo>
                  <a:lnTo>
                    <a:pt x="9051" y="1850"/>
                  </a:lnTo>
                  <a:lnTo>
                    <a:pt x="9116" y="1929"/>
                  </a:lnTo>
                  <a:lnTo>
                    <a:pt x="9109" y="2104"/>
                  </a:lnTo>
                  <a:lnTo>
                    <a:pt x="8820" y="2357"/>
                  </a:lnTo>
                  <a:lnTo>
                    <a:pt x="8699" y="2442"/>
                  </a:lnTo>
                  <a:lnTo>
                    <a:pt x="8256" y="2646"/>
                  </a:lnTo>
                  <a:lnTo>
                    <a:pt x="8212" y="2643"/>
                  </a:lnTo>
                  <a:lnTo>
                    <a:pt x="8215" y="2588"/>
                  </a:lnTo>
                  <a:lnTo>
                    <a:pt x="8180" y="2562"/>
                  </a:lnTo>
                  <a:lnTo>
                    <a:pt x="7997" y="2758"/>
                  </a:lnTo>
                  <a:lnTo>
                    <a:pt x="8499" y="3580"/>
                  </a:lnTo>
                  <a:lnTo>
                    <a:pt x="8638" y="3504"/>
                  </a:lnTo>
                  <a:lnTo>
                    <a:pt x="8723" y="3569"/>
                  </a:lnTo>
                  <a:lnTo>
                    <a:pt x="8747" y="3612"/>
                  </a:lnTo>
                  <a:lnTo>
                    <a:pt x="8713" y="3692"/>
                  </a:lnTo>
                  <a:lnTo>
                    <a:pt x="8623" y="3899"/>
                  </a:lnTo>
                  <a:lnTo>
                    <a:pt x="8575" y="3956"/>
                  </a:lnTo>
                  <a:lnTo>
                    <a:pt x="8566" y="3966"/>
                  </a:lnTo>
                  <a:lnTo>
                    <a:pt x="8537" y="3995"/>
                  </a:lnTo>
                  <a:lnTo>
                    <a:pt x="8503" y="3994"/>
                  </a:lnTo>
                  <a:lnTo>
                    <a:pt x="8457" y="3992"/>
                  </a:lnTo>
                  <a:lnTo>
                    <a:pt x="8415" y="4024"/>
                  </a:lnTo>
                  <a:lnTo>
                    <a:pt x="8310" y="4394"/>
                  </a:lnTo>
                  <a:lnTo>
                    <a:pt x="8260" y="4989"/>
                  </a:lnTo>
                  <a:lnTo>
                    <a:pt x="8274" y="5245"/>
                  </a:lnTo>
                  <a:lnTo>
                    <a:pt x="8390" y="5788"/>
                  </a:lnTo>
                  <a:lnTo>
                    <a:pt x="8372" y="5822"/>
                  </a:lnTo>
                  <a:lnTo>
                    <a:pt x="8192" y="5898"/>
                  </a:lnTo>
                  <a:lnTo>
                    <a:pt x="8018" y="5938"/>
                  </a:lnTo>
                  <a:lnTo>
                    <a:pt x="7996" y="5930"/>
                  </a:lnTo>
                  <a:lnTo>
                    <a:pt x="7913" y="5852"/>
                  </a:lnTo>
                  <a:lnTo>
                    <a:pt x="7897" y="5744"/>
                  </a:lnTo>
                  <a:lnTo>
                    <a:pt x="7865" y="5646"/>
                  </a:lnTo>
                  <a:lnTo>
                    <a:pt x="7838" y="5610"/>
                  </a:lnTo>
                  <a:lnTo>
                    <a:pt x="7813" y="5595"/>
                  </a:lnTo>
                  <a:lnTo>
                    <a:pt x="7710" y="5578"/>
                  </a:lnTo>
                  <a:lnTo>
                    <a:pt x="7627" y="5575"/>
                  </a:lnTo>
                  <a:lnTo>
                    <a:pt x="7588" y="5585"/>
                  </a:lnTo>
                  <a:lnTo>
                    <a:pt x="7394" y="5631"/>
                  </a:lnTo>
                  <a:lnTo>
                    <a:pt x="7314" y="5642"/>
                  </a:lnTo>
                  <a:lnTo>
                    <a:pt x="7167" y="5661"/>
                  </a:lnTo>
                  <a:lnTo>
                    <a:pt x="7103" y="5484"/>
                  </a:lnTo>
                  <a:lnTo>
                    <a:pt x="7043" y="5415"/>
                  </a:lnTo>
                  <a:lnTo>
                    <a:pt x="6726" y="5226"/>
                  </a:lnTo>
                  <a:lnTo>
                    <a:pt x="6641" y="5194"/>
                  </a:lnTo>
                  <a:lnTo>
                    <a:pt x="6272" y="5171"/>
                  </a:lnTo>
                  <a:lnTo>
                    <a:pt x="6062" y="5158"/>
                  </a:lnTo>
                  <a:lnTo>
                    <a:pt x="5335" y="5112"/>
                  </a:lnTo>
                  <a:lnTo>
                    <a:pt x="5279" y="5115"/>
                  </a:lnTo>
                  <a:lnTo>
                    <a:pt x="5254" y="5116"/>
                  </a:lnTo>
                  <a:lnTo>
                    <a:pt x="4737" y="4968"/>
                  </a:lnTo>
                  <a:lnTo>
                    <a:pt x="4314" y="4800"/>
                  </a:lnTo>
                  <a:lnTo>
                    <a:pt x="4230" y="4823"/>
                  </a:lnTo>
                  <a:lnTo>
                    <a:pt x="3962" y="4697"/>
                  </a:lnTo>
                  <a:lnTo>
                    <a:pt x="3796" y="4602"/>
                  </a:lnTo>
                  <a:lnTo>
                    <a:pt x="2926" y="3859"/>
                  </a:lnTo>
                  <a:lnTo>
                    <a:pt x="2401" y="3488"/>
                  </a:lnTo>
                  <a:lnTo>
                    <a:pt x="2232" y="3488"/>
                  </a:lnTo>
                  <a:lnTo>
                    <a:pt x="1508" y="3251"/>
                  </a:lnTo>
                  <a:lnTo>
                    <a:pt x="1384" y="3151"/>
                  </a:lnTo>
                  <a:lnTo>
                    <a:pt x="1357" y="3120"/>
                  </a:lnTo>
                  <a:lnTo>
                    <a:pt x="1291" y="3070"/>
                  </a:lnTo>
                  <a:lnTo>
                    <a:pt x="1272" y="3047"/>
                  </a:lnTo>
                  <a:lnTo>
                    <a:pt x="1276" y="3026"/>
                  </a:lnTo>
                  <a:lnTo>
                    <a:pt x="1267" y="3003"/>
                  </a:lnTo>
                  <a:lnTo>
                    <a:pt x="1073" y="2878"/>
                  </a:lnTo>
                  <a:lnTo>
                    <a:pt x="1037" y="2846"/>
                  </a:lnTo>
                  <a:lnTo>
                    <a:pt x="1129" y="2758"/>
                  </a:lnTo>
                  <a:lnTo>
                    <a:pt x="1156" y="2710"/>
                  </a:lnTo>
                  <a:lnTo>
                    <a:pt x="1100" y="2690"/>
                  </a:lnTo>
                  <a:lnTo>
                    <a:pt x="1062" y="2694"/>
                  </a:lnTo>
                  <a:lnTo>
                    <a:pt x="1050" y="2711"/>
                  </a:lnTo>
                  <a:lnTo>
                    <a:pt x="1014" y="2764"/>
                  </a:lnTo>
                  <a:lnTo>
                    <a:pt x="966" y="2789"/>
                  </a:lnTo>
                  <a:lnTo>
                    <a:pt x="742" y="2777"/>
                  </a:lnTo>
                  <a:lnTo>
                    <a:pt x="499" y="2663"/>
                  </a:lnTo>
                  <a:lnTo>
                    <a:pt x="432" y="2632"/>
                  </a:lnTo>
                  <a:lnTo>
                    <a:pt x="253" y="2500"/>
                  </a:lnTo>
                  <a:lnTo>
                    <a:pt x="18" y="2232"/>
                  </a:lnTo>
                  <a:lnTo>
                    <a:pt x="0" y="2194"/>
                  </a:lnTo>
                  <a:lnTo>
                    <a:pt x="32" y="2150"/>
                  </a:lnTo>
                  <a:lnTo>
                    <a:pt x="67" y="2128"/>
                  </a:lnTo>
                  <a:lnTo>
                    <a:pt x="249" y="2079"/>
                  </a:lnTo>
                  <a:lnTo>
                    <a:pt x="378" y="2099"/>
                  </a:lnTo>
                  <a:lnTo>
                    <a:pt x="761" y="2159"/>
                  </a:lnTo>
                  <a:lnTo>
                    <a:pt x="931" y="2185"/>
                  </a:lnTo>
                  <a:lnTo>
                    <a:pt x="916" y="2143"/>
                  </a:lnTo>
                  <a:lnTo>
                    <a:pt x="837" y="2002"/>
                  </a:lnTo>
                  <a:lnTo>
                    <a:pt x="828" y="1935"/>
                  </a:lnTo>
                  <a:lnTo>
                    <a:pt x="887" y="1906"/>
                  </a:lnTo>
                  <a:lnTo>
                    <a:pt x="958" y="1897"/>
                  </a:lnTo>
                  <a:lnTo>
                    <a:pt x="1048" y="1954"/>
                  </a:lnTo>
                  <a:lnTo>
                    <a:pt x="1163" y="1993"/>
                  </a:lnTo>
                  <a:lnTo>
                    <a:pt x="1851" y="2044"/>
                  </a:lnTo>
                  <a:lnTo>
                    <a:pt x="2079" y="2063"/>
                  </a:lnTo>
                  <a:lnTo>
                    <a:pt x="2135" y="2089"/>
                  </a:lnTo>
                  <a:lnTo>
                    <a:pt x="2141" y="2146"/>
                  </a:lnTo>
                  <a:lnTo>
                    <a:pt x="2158" y="2172"/>
                  </a:lnTo>
                  <a:lnTo>
                    <a:pt x="2223" y="2098"/>
                  </a:lnTo>
                  <a:lnTo>
                    <a:pt x="2287" y="2076"/>
                  </a:lnTo>
                  <a:lnTo>
                    <a:pt x="2311" y="2084"/>
                  </a:lnTo>
                  <a:lnTo>
                    <a:pt x="2347" y="2096"/>
                  </a:lnTo>
                  <a:lnTo>
                    <a:pt x="2383" y="2108"/>
                  </a:lnTo>
                  <a:lnTo>
                    <a:pt x="2549" y="2028"/>
                  </a:lnTo>
                  <a:lnTo>
                    <a:pt x="2623" y="1996"/>
                  </a:lnTo>
                  <a:lnTo>
                    <a:pt x="2634" y="1967"/>
                  </a:lnTo>
                  <a:lnTo>
                    <a:pt x="2586" y="1919"/>
                  </a:lnTo>
                  <a:lnTo>
                    <a:pt x="2538" y="1876"/>
                  </a:lnTo>
                  <a:lnTo>
                    <a:pt x="2805" y="1635"/>
                  </a:lnTo>
                  <a:lnTo>
                    <a:pt x="2949" y="1505"/>
                  </a:lnTo>
                  <a:lnTo>
                    <a:pt x="3009" y="1451"/>
                  </a:lnTo>
                  <a:lnTo>
                    <a:pt x="3111" y="1358"/>
                  </a:lnTo>
                  <a:lnTo>
                    <a:pt x="3192" y="1324"/>
                  </a:lnTo>
                  <a:lnTo>
                    <a:pt x="3245" y="1336"/>
                  </a:lnTo>
                  <a:lnTo>
                    <a:pt x="3393" y="1372"/>
                  </a:lnTo>
                  <a:lnTo>
                    <a:pt x="3864" y="1485"/>
                  </a:lnTo>
                  <a:lnTo>
                    <a:pt x="4243" y="1471"/>
                  </a:lnTo>
                  <a:lnTo>
                    <a:pt x="4309" y="1468"/>
                  </a:lnTo>
                  <a:lnTo>
                    <a:pt x="4481" y="1359"/>
                  </a:lnTo>
                  <a:lnTo>
                    <a:pt x="4536" y="1320"/>
                  </a:lnTo>
                  <a:lnTo>
                    <a:pt x="4566" y="1301"/>
                  </a:lnTo>
                  <a:lnTo>
                    <a:pt x="4627" y="1299"/>
                  </a:lnTo>
                  <a:lnTo>
                    <a:pt x="4693" y="1334"/>
                  </a:lnTo>
                  <a:lnTo>
                    <a:pt x="4716" y="1338"/>
                  </a:lnTo>
                  <a:lnTo>
                    <a:pt x="4746" y="1333"/>
                  </a:lnTo>
                  <a:lnTo>
                    <a:pt x="4823" y="1285"/>
                  </a:lnTo>
                  <a:lnTo>
                    <a:pt x="4859" y="1273"/>
                  </a:lnTo>
                  <a:lnTo>
                    <a:pt x="4878" y="1242"/>
                  </a:lnTo>
                  <a:lnTo>
                    <a:pt x="4888" y="1130"/>
                  </a:lnTo>
                  <a:lnTo>
                    <a:pt x="4848" y="1042"/>
                  </a:lnTo>
                  <a:lnTo>
                    <a:pt x="4869" y="1010"/>
                  </a:lnTo>
                  <a:lnTo>
                    <a:pt x="4973" y="922"/>
                  </a:lnTo>
                  <a:lnTo>
                    <a:pt x="5364" y="598"/>
                  </a:lnTo>
                  <a:lnTo>
                    <a:pt x="5442" y="534"/>
                  </a:lnTo>
                  <a:lnTo>
                    <a:pt x="5561" y="443"/>
                  </a:lnTo>
                  <a:lnTo>
                    <a:pt x="5628" y="385"/>
                  </a:lnTo>
                  <a:lnTo>
                    <a:pt x="5897" y="155"/>
                  </a:lnTo>
                  <a:lnTo>
                    <a:pt x="5975" y="0"/>
                  </a:lnTo>
                  <a:lnTo>
                    <a:pt x="6034" y="10"/>
                  </a:lnTo>
                  <a:lnTo>
                    <a:pt x="6160" y="144"/>
                  </a:lnTo>
                  <a:lnTo>
                    <a:pt x="6262" y="252"/>
                  </a:lnTo>
                  <a:lnTo>
                    <a:pt x="6509" y="700"/>
                  </a:lnTo>
                  <a:lnTo>
                    <a:pt x="6526" y="73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l1420"/>
            <p:cNvSpPr/>
            <p:nvPr/>
          </p:nvSpPr>
          <p:spPr>
            <a:xfrm>
              <a:off x="4785472" y="5411602"/>
              <a:ext cx="476" cy="358"/>
            </a:xfrm>
            <a:custGeom>
              <a:avLst/>
              <a:pathLst>
                <a:path w="476" h="358">
                  <a:moveTo>
                    <a:pt x="300" y="358"/>
                  </a:moveTo>
                  <a:lnTo>
                    <a:pt x="133" y="331"/>
                  </a:lnTo>
                  <a:lnTo>
                    <a:pt x="59" y="311"/>
                  </a:lnTo>
                  <a:lnTo>
                    <a:pt x="40" y="290"/>
                  </a:lnTo>
                  <a:lnTo>
                    <a:pt x="0" y="127"/>
                  </a:lnTo>
                  <a:lnTo>
                    <a:pt x="1" y="99"/>
                  </a:lnTo>
                  <a:lnTo>
                    <a:pt x="32" y="75"/>
                  </a:lnTo>
                  <a:lnTo>
                    <a:pt x="67" y="71"/>
                  </a:lnTo>
                  <a:lnTo>
                    <a:pt x="454" y="0"/>
                  </a:lnTo>
                  <a:lnTo>
                    <a:pt x="476" y="72"/>
                  </a:lnTo>
                  <a:lnTo>
                    <a:pt x="417" y="249"/>
                  </a:lnTo>
                  <a:lnTo>
                    <a:pt x="381" y="327"/>
                  </a:lnTo>
                  <a:lnTo>
                    <a:pt x="300" y="35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l1421"/>
            <p:cNvSpPr/>
            <p:nvPr/>
          </p:nvSpPr>
          <p:spPr>
            <a:xfrm>
              <a:off x="4784657" y="5410034"/>
              <a:ext cx="1711" cy="1399"/>
            </a:xfrm>
            <a:custGeom>
              <a:avLst/>
              <a:pathLst>
                <a:path w="1711" h="1399">
                  <a:moveTo>
                    <a:pt x="1348" y="979"/>
                  </a:moveTo>
                  <a:lnTo>
                    <a:pt x="1350" y="987"/>
                  </a:lnTo>
                  <a:lnTo>
                    <a:pt x="1361" y="1020"/>
                  </a:lnTo>
                  <a:lnTo>
                    <a:pt x="1365" y="1036"/>
                  </a:lnTo>
                  <a:lnTo>
                    <a:pt x="1390" y="1046"/>
                  </a:lnTo>
                  <a:lnTo>
                    <a:pt x="1411" y="1055"/>
                  </a:lnTo>
                  <a:lnTo>
                    <a:pt x="1472" y="1082"/>
                  </a:lnTo>
                  <a:lnTo>
                    <a:pt x="1480" y="1085"/>
                  </a:lnTo>
                  <a:lnTo>
                    <a:pt x="1496" y="1085"/>
                  </a:lnTo>
                  <a:lnTo>
                    <a:pt x="1523" y="1084"/>
                  </a:lnTo>
                  <a:lnTo>
                    <a:pt x="1551" y="1083"/>
                  </a:lnTo>
                  <a:lnTo>
                    <a:pt x="1592" y="1075"/>
                  </a:lnTo>
                  <a:lnTo>
                    <a:pt x="1599" y="1075"/>
                  </a:lnTo>
                  <a:lnTo>
                    <a:pt x="1624" y="1085"/>
                  </a:lnTo>
                  <a:lnTo>
                    <a:pt x="1634" y="1089"/>
                  </a:lnTo>
                  <a:lnTo>
                    <a:pt x="1645" y="1103"/>
                  </a:lnTo>
                  <a:lnTo>
                    <a:pt x="1657" y="1119"/>
                  </a:lnTo>
                  <a:lnTo>
                    <a:pt x="1711" y="1193"/>
                  </a:lnTo>
                  <a:lnTo>
                    <a:pt x="1707" y="1206"/>
                  </a:lnTo>
                  <a:lnTo>
                    <a:pt x="1666" y="1235"/>
                  </a:lnTo>
                  <a:lnTo>
                    <a:pt x="1418" y="1399"/>
                  </a:lnTo>
                  <a:lnTo>
                    <a:pt x="1270" y="1366"/>
                  </a:lnTo>
                  <a:lnTo>
                    <a:pt x="1266" y="1362"/>
                  </a:lnTo>
                  <a:lnTo>
                    <a:pt x="1138" y="1244"/>
                  </a:lnTo>
                  <a:lnTo>
                    <a:pt x="1100" y="1208"/>
                  </a:lnTo>
                  <a:lnTo>
                    <a:pt x="1071" y="1175"/>
                  </a:lnTo>
                  <a:lnTo>
                    <a:pt x="908" y="1312"/>
                  </a:lnTo>
                  <a:lnTo>
                    <a:pt x="887" y="1303"/>
                  </a:lnTo>
                  <a:lnTo>
                    <a:pt x="576" y="983"/>
                  </a:lnTo>
                  <a:lnTo>
                    <a:pt x="425" y="828"/>
                  </a:lnTo>
                  <a:lnTo>
                    <a:pt x="274" y="935"/>
                  </a:lnTo>
                  <a:lnTo>
                    <a:pt x="203" y="968"/>
                  </a:lnTo>
                  <a:lnTo>
                    <a:pt x="95" y="973"/>
                  </a:lnTo>
                  <a:lnTo>
                    <a:pt x="0" y="831"/>
                  </a:lnTo>
                  <a:lnTo>
                    <a:pt x="0" y="763"/>
                  </a:lnTo>
                  <a:lnTo>
                    <a:pt x="50" y="738"/>
                  </a:lnTo>
                  <a:lnTo>
                    <a:pt x="145" y="747"/>
                  </a:lnTo>
                  <a:lnTo>
                    <a:pt x="165" y="750"/>
                  </a:lnTo>
                  <a:lnTo>
                    <a:pt x="327" y="744"/>
                  </a:lnTo>
                  <a:lnTo>
                    <a:pt x="411" y="741"/>
                  </a:lnTo>
                  <a:lnTo>
                    <a:pt x="486" y="686"/>
                  </a:lnTo>
                  <a:lnTo>
                    <a:pt x="494" y="678"/>
                  </a:lnTo>
                  <a:lnTo>
                    <a:pt x="490" y="473"/>
                  </a:lnTo>
                  <a:lnTo>
                    <a:pt x="636" y="284"/>
                  </a:lnTo>
                  <a:lnTo>
                    <a:pt x="730" y="162"/>
                  </a:lnTo>
                  <a:lnTo>
                    <a:pt x="843" y="17"/>
                  </a:lnTo>
                  <a:lnTo>
                    <a:pt x="856" y="0"/>
                  </a:lnTo>
                  <a:lnTo>
                    <a:pt x="918" y="24"/>
                  </a:lnTo>
                  <a:lnTo>
                    <a:pt x="927" y="31"/>
                  </a:lnTo>
                  <a:lnTo>
                    <a:pt x="1093" y="155"/>
                  </a:lnTo>
                  <a:lnTo>
                    <a:pt x="1186" y="225"/>
                  </a:lnTo>
                  <a:lnTo>
                    <a:pt x="1175" y="253"/>
                  </a:lnTo>
                  <a:lnTo>
                    <a:pt x="1097" y="313"/>
                  </a:lnTo>
                  <a:lnTo>
                    <a:pt x="1054" y="399"/>
                  </a:lnTo>
                  <a:lnTo>
                    <a:pt x="1053" y="518"/>
                  </a:lnTo>
                  <a:lnTo>
                    <a:pt x="1070" y="550"/>
                  </a:lnTo>
                  <a:lnTo>
                    <a:pt x="1084" y="563"/>
                  </a:lnTo>
                  <a:lnTo>
                    <a:pt x="1420" y="876"/>
                  </a:lnTo>
                  <a:lnTo>
                    <a:pt x="1425" y="880"/>
                  </a:lnTo>
                  <a:lnTo>
                    <a:pt x="1434" y="889"/>
                  </a:lnTo>
                  <a:lnTo>
                    <a:pt x="1417" y="908"/>
                  </a:lnTo>
                  <a:lnTo>
                    <a:pt x="1373" y="957"/>
                  </a:lnTo>
                  <a:lnTo>
                    <a:pt x="1352" y="976"/>
                  </a:lnTo>
                  <a:lnTo>
                    <a:pt x="1348" y="97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l1422"/>
            <p:cNvSpPr/>
            <p:nvPr/>
          </p:nvSpPr>
          <p:spPr>
            <a:xfrm>
              <a:off x="4776637" y="5408116"/>
              <a:ext cx="7479" cy="3569"/>
            </a:xfrm>
            <a:custGeom>
              <a:avLst/>
              <a:pathLst>
                <a:path w="7479" h="3569">
                  <a:moveTo>
                    <a:pt x="4831" y="324"/>
                  </a:moveTo>
                  <a:lnTo>
                    <a:pt x="4778" y="342"/>
                  </a:lnTo>
                  <a:lnTo>
                    <a:pt x="4713" y="358"/>
                  </a:lnTo>
                  <a:lnTo>
                    <a:pt x="4690" y="355"/>
                  </a:lnTo>
                  <a:lnTo>
                    <a:pt x="4680" y="330"/>
                  </a:lnTo>
                  <a:lnTo>
                    <a:pt x="4662" y="321"/>
                  </a:lnTo>
                  <a:lnTo>
                    <a:pt x="4503" y="316"/>
                  </a:lnTo>
                  <a:lnTo>
                    <a:pt x="4474" y="326"/>
                  </a:lnTo>
                  <a:lnTo>
                    <a:pt x="4399" y="383"/>
                  </a:lnTo>
                  <a:lnTo>
                    <a:pt x="4280" y="575"/>
                  </a:lnTo>
                  <a:lnTo>
                    <a:pt x="4256" y="623"/>
                  </a:lnTo>
                  <a:lnTo>
                    <a:pt x="4251" y="657"/>
                  </a:lnTo>
                  <a:lnTo>
                    <a:pt x="4250" y="769"/>
                  </a:lnTo>
                  <a:lnTo>
                    <a:pt x="4250" y="830"/>
                  </a:lnTo>
                  <a:lnTo>
                    <a:pt x="4256" y="862"/>
                  </a:lnTo>
                  <a:lnTo>
                    <a:pt x="4274" y="894"/>
                  </a:lnTo>
                  <a:lnTo>
                    <a:pt x="4309" y="934"/>
                  </a:lnTo>
                  <a:lnTo>
                    <a:pt x="4332" y="961"/>
                  </a:lnTo>
                  <a:lnTo>
                    <a:pt x="4451" y="1053"/>
                  </a:lnTo>
                  <a:lnTo>
                    <a:pt x="4571" y="1147"/>
                  </a:lnTo>
                  <a:lnTo>
                    <a:pt x="5018" y="1326"/>
                  </a:lnTo>
                  <a:lnTo>
                    <a:pt x="5137" y="1352"/>
                  </a:lnTo>
                  <a:lnTo>
                    <a:pt x="5185" y="1353"/>
                  </a:lnTo>
                  <a:lnTo>
                    <a:pt x="5253" y="1351"/>
                  </a:lnTo>
                  <a:lnTo>
                    <a:pt x="5270" y="1347"/>
                  </a:lnTo>
                  <a:lnTo>
                    <a:pt x="5309" y="1338"/>
                  </a:lnTo>
                  <a:lnTo>
                    <a:pt x="5361" y="1326"/>
                  </a:lnTo>
                  <a:lnTo>
                    <a:pt x="5391" y="1315"/>
                  </a:lnTo>
                  <a:lnTo>
                    <a:pt x="5482" y="1251"/>
                  </a:lnTo>
                  <a:lnTo>
                    <a:pt x="5538" y="1194"/>
                  </a:lnTo>
                  <a:lnTo>
                    <a:pt x="5553" y="1190"/>
                  </a:lnTo>
                  <a:lnTo>
                    <a:pt x="5589" y="1180"/>
                  </a:lnTo>
                  <a:lnTo>
                    <a:pt x="5677" y="1155"/>
                  </a:lnTo>
                  <a:lnTo>
                    <a:pt x="5784" y="1214"/>
                  </a:lnTo>
                  <a:lnTo>
                    <a:pt x="6255" y="1397"/>
                  </a:lnTo>
                  <a:lnTo>
                    <a:pt x="6566" y="1472"/>
                  </a:lnTo>
                  <a:lnTo>
                    <a:pt x="6903" y="1881"/>
                  </a:lnTo>
                  <a:lnTo>
                    <a:pt x="6929" y="2060"/>
                  </a:lnTo>
                  <a:lnTo>
                    <a:pt x="6897" y="2292"/>
                  </a:lnTo>
                  <a:lnTo>
                    <a:pt x="6885" y="2369"/>
                  </a:lnTo>
                  <a:lnTo>
                    <a:pt x="6867" y="2475"/>
                  </a:lnTo>
                  <a:lnTo>
                    <a:pt x="6845" y="2487"/>
                  </a:lnTo>
                  <a:lnTo>
                    <a:pt x="6795" y="2461"/>
                  </a:lnTo>
                  <a:lnTo>
                    <a:pt x="6537" y="2310"/>
                  </a:lnTo>
                  <a:lnTo>
                    <a:pt x="6520" y="2317"/>
                  </a:lnTo>
                  <a:lnTo>
                    <a:pt x="6467" y="2390"/>
                  </a:lnTo>
                  <a:lnTo>
                    <a:pt x="6483" y="2578"/>
                  </a:lnTo>
                  <a:lnTo>
                    <a:pt x="6955" y="2971"/>
                  </a:lnTo>
                  <a:lnTo>
                    <a:pt x="6997" y="3006"/>
                  </a:lnTo>
                  <a:lnTo>
                    <a:pt x="7091" y="3085"/>
                  </a:lnTo>
                  <a:lnTo>
                    <a:pt x="7231" y="3202"/>
                  </a:lnTo>
                  <a:lnTo>
                    <a:pt x="7268" y="3182"/>
                  </a:lnTo>
                  <a:lnTo>
                    <a:pt x="7272" y="3162"/>
                  </a:lnTo>
                  <a:lnTo>
                    <a:pt x="7296" y="3131"/>
                  </a:lnTo>
                  <a:lnTo>
                    <a:pt x="7307" y="3129"/>
                  </a:lnTo>
                  <a:lnTo>
                    <a:pt x="7321" y="3137"/>
                  </a:lnTo>
                  <a:lnTo>
                    <a:pt x="7446" y="3266"/>
                  </a:lnTo>
                  <a:lnTo>
                    <a:pt x="7479" y="3371"/>
                  </a:lnTo>
                  <a:lnTo>
                    <a:pt x="7465" y="3394"/>
                  </a:lnTo>
                  <a:lnTo>
                    <a:pt x="7442" y="3408"/>
                  </a:lnTo>
                  <a:lnTo>
                    <a:pt x="7059" y="3569"/>
                  </a:lnTo>
                  <a:lnTo>
                    <a:pt x="7014" y="3552"/>
                  </a:lnTo>
                  <a:lnTo>
                    <a:pt x="6796" y="3470"/>
                  </a:lnTo>
                  <a:lnTo>
                    <a:pt x="6631" y="3419"/>
                  </a:lnTo>
                  <a:lnTo>
                    <a:pt x="6599" y="3409"/>
                  </a:lnTo>
                  <a:lnTo>
                    <a:pt x="6504" y="3380"/>
                  </a:lnTo>
                  <a:lnTo>
                    <a:pt x="6402" y="3349"/>
                  </a:lnTo>
                  <a:lnTo>
                    <a:pt x="6310" y="3320"/>
                  </a:lnTo>
                  <a:lnTo>
                    <a:pt x="6274" y="3309"/>
                  </a:lnTo>
                  <a:lnTo>
                    <a:pt x="6219" y="3292"/>
                  </a:lnTo>
                  <a:lnTo>
                    <a:pt x="6181" y="3280"/>
                  </a:lnTo>
                  <a:lnTo>
                    <a:pt x="6017" y="3191"/>
                  </a:lnTo>
                  <a:lnTo>
                    <a:pt x="5710" y="2950"/>
                  </a:lnTo>
                  <a:lnTo>
                    <a:pt x="5664" y="2848"/>
                  </a:lnTo>
                  <a:lnTo>
                    <a:pt x="5623" y="2757"/>
                  </a:lnTo>
                  <a:lnTo>
                    <a:pt x="5593" y="2722"/>
                  </a:lnTo>
                  <a:lnTo>
                    <a:pt x="5571" y="2719"/>
                  </a:lnTo>
                  <a:lnTo>
                    <a:pt x="5433" y="2726"/>
                  </a:lnTo>
                  <a:lnTo>
                    <a:pt x="4766" y="2807"/>
                  </a:lnTo>
                  <a:lnTo>
                    <a:pt x="4455" y="2895"/>
                  </a:lnTo>
                  <a:lnTo>
                    <a:pt x="4240" y="3117"/>
                  </a:lnTo>
                  <a:lnTo>
                    <a:pt x="4184" y="3141"/>
                  </a:lnTo>
                  <a:lnTo>
                    <a:pt x="4102" y="3132"/>
                  </a:lnTo>
                  <a:lnTo>
                    <a:pt x="4048" y="3098"/>
                  </a:lnTo>
                  <a:lnTo>
                    <a:pt x="3953" y="2988"/>
                  </a:lnTo>
                  <a:lnTo>
                    <a:pt x="3956" y="2983"/>
                  </a:lnTo>
                  <a:lnTo>
                    <a:pt x="3987" y="2913"/>
                  </a:lnTo>
                  <a:lnTo>
                    <a:pt x="3988" y="2859"/>
                  </a:lnTo>
                  <a:lnTo>
                    <a:pt x="3946" y="2816"/>
                  </a:lnTo>
                  <a:lnTo>
                    <a:pt x="3941" y="2810"/>
                  </a:lnTo>
                  <a:lnTo>
                    <a:pt x="3865" y="2780"/>
                  </a:lnTo>
                  <a:lnTo>
                    <a:pt x="3806" y="2757"/>
                  </a:lnTo>
                  <a:lnTo>
                    <a:pt x="3802" y="2739"/>
                  </a:lnTo>
                  <a:lnTo>
                    <a:pt x="3823" y="2715"/>
                  </a:lnTo>
                  <a:lnTo>
                    <a:pt x="3893" y="2680"/>
                  </a:lnTo>
                  <a:lnTo>
                    <a:pt x="3906" y="2673"/>
                  </a:lnTo>
                  <a:lnTo>
                    <a:pt x="3979" y="2638"/>
                  </a:lnTo>
                  <a:lnTo>
                    <a:pt x="3988" y="2614"/>
                  </a:lnTo>
                  <a:lnTo>
                    <a:pt x="3989" y="2567"/>
                  </a:lnTo>
                  <a:lnTo>
                    <a:pt x="3957" y="2457"/>
                  </a:lnTo>
                  <a:lnTo>
                    <a:pt x="3916" y="2435"/>
                  </a:lnTo>
                  <a:lnTo>
                    <a:pt x="3884" y="2436"/>
                  </a:lnTo>
                  <a:lnTo>
                    <a:pt x="3860" y="2444"/>
                  </a:lnTo>
                  <a:lnTo>
                    <a:pt x="3847" y="2489"/>
                  </a:lnTo>
                  <a:lnTo>
                    <a:pt x="3834" y="2535"/>
                  </a:lnTo>
                  <a:lnTo>
                    <a:pt x="3812" y="2551"/>
                  </a:lnTo>
                  <a:lnTo>
                    <a:pt x="3792" y="2548"/>
                  </a:lnTo>
                  <a:lnTo>
                    <a:pt x="3770" y="2519"/>
                  </a:lnTo>
                  <a:lnTo>
                    <a:pt x="3749" y="2483"/>
                  </a:lnTo>
                  <a:lnTo>
                    <a:pt x="3682" y="2456"/>
                  </a:lnTo>
                  <a:lnTo>
                    <a:pt x="3607" y="2456"/>
                  </a:lnTo>
                  <a:lnTo>
                    <a:pt x="3538" y="2460"/>
                  </a:lnTo>
                  <a:lnTo>
                    <a:pt x="3463" y="2494"/>
                  </a:lnTo>
                  <a:lnTo>
                    <a:pt x="3411" y="2499"/>
                  </a:lnTo>
                  <a:lnTo>
                    <a:pt x="3386" y="2498"/>
                  </a:lnTo>
                  <a:lnTo>
                    <a:pt x="3372" y="2481"/>
                  </a:lnTo>
                  <a:lnTo>
                    <a:pt x="3364" y="2459"/>
                  </a:lnTo>
                  <a:lnTo>
                    <a:pt x="3367" y="2442"/>
                  </a:lnTo>
                  <a:lnTo>
                    <a:pt x="3390" y="2417"/>
                  </a:lnTo>
                  <a:lnTo>
                    <a:pt x="3525" y="2351"/>
                  </a:lnTo>
                  <a:lnTo>
                    <a:pt x="3551" y="2312"/>
                  </a:lnTo>
                  <a:lnTo>
                    <a:pt x="3548" y="2278"/>
                  </a:lnTo>
                  <a:lnTo>
                    <a:pt x="3524" y="2247"/>
                  </a:lnTo>
                  <a:lnTo>
                    <a:pt x="3491" y="2234"/>
                  </a:lnTo>
                  <a:lnTo>
                    <a:pt x="3458" y="2242"/>
                  </a:lnTo>
                  <a:lnTo>
                    <a:pt x="3364" y="2294"/>
                  </a:lnTo>
                  <a:lnTo>
                    <a:pt x="3292" y="2297"/>
                  </a:lnTo>
                  <a:lnTo>
                    <a:pt x="3197" y="2387"/>
                  </a:lnTo>
                  <a:lnTo>
                    <a:pt x="3147" y="2455"/>
                  </a:lnTo>
                  <a:lnTo>
                    <a:pt x="3207" y="2615"/>
                  </a:lnTo>
                  <a:lnTo>
                    <a:pt x="3230" y="2676"/>
                  </a:lnTo>
                  <a:lnTo>
                    <a:pt x="3291" y="2787"/>
                  </a:lnTo>
                  <a:lnTo>
                    <a:pt x="3277" y="2862"/>
                  </a:lnTo>
                  <a:lnTo>
                    <a:pt x="3259" y="2953"/>
                  </a:lnTo>
                  <a:lnTo>
                    <a:pt x="3216" y="3076"/>
                  </a:lnTo>
                  <a:lnTo>
                    <a:pt x="3151" y="3186"/>
                  </a:lnTo>
                  <a:lnTo>
                    <a:pt x="3123" y="3275"/>
                  </a:lnTo>
                  <a:lnTo>
                    <a:pt x="3106" y="3279"/>
                  </a:lnTo>
                  <a:lnTo>
                    <a:pt x="3083" y="3285"/>
                  </a:lnTo>
                  <a:lnTo>
                    <a:pt x="2205" y="3392"/>
                  </a:lnTo>
                  <a:lnTo>
                    <a:pt x="2202" y="3413"/>
                  </a:lnTo>
                  <a:lnTo>
                    <a:pt x="2188" y="3425"/>
                  </a:lnTo>
                  <a:lnTo>
                    <a:pt x="1726" y="3478"/>
                  </a:lnTo>
                  <a:lnTo>
                    <a:pt x="1681" y="3467"/>
                  </a:lnTo>
                  <a:lnTo>
                    <a:pt x="1626" y="3453"/>
                  </a:lnTo>
                  <a:lnTo>
                    <a:pt x="1602" y="3447"/>
                  </a:lnTo>
                  <a:lnTo>
                    <a:pt x="1588" y="3437"/>
                  </a:lnTo>
                  <a:lnTo>
                    <a:pt x="1452" y="3307"/>
                  </a:lnTo>
                  <a:lnTo>
                    <a:pt x="1387" y="3245"/>
                  </a:lnTo>
                  <a:lnTo>
                    <a:pt x="1318" y="3179"/>
                  </a:lnTo>
                  <a:lnTo>
                    <a:pt x="647" y="3060"/>
                  </a:lnTo>
                  <a:lnTo>
                    <a:pt x="619" y="3050"/>
                  </a:lnTo>
                  <a:lnTo>
                    <a:pt x="222" y="2900"/>
                  </a:lnTo>
                  <a:lnTo>
                    <a:pt x="149" y="2856"/>
                  </a:lnTo>
                  <a:lnTo>
                    <a:pt x="270" y="2688"/>
                  </a:lnTo>
                  <a:lnTo>
                    <a:pt x="351" y="2477"/>
                  </a:lnTo>
                  <a:lnTo>
                    <a:pt x="252" y="2276"/>
                  </a:lnTo>
                  <a:lnTo>
                    <a:pt x="242" y="2255"/>
                  </a:lnTo>
                  <a:lnTo>
                    <a:pt x="198" y="2167"/>
                  </a:lnTo>
                  <a:lnTo>
                    <a:pt x="94" y="1893"/>
                  </a:lnTo>
                  <a:lnTo>
                    <a:pt x="40" y="1750"/>
                  </a:lnTo>
                  <a:lnTo>
                    <a:pt x="1" y="1607"/>
                  </a:lnTo>
                  <a:lnTo>
                    <a:pt x="59" y="1501"/>
                  </a:lnTo>
                  <a:lnTo>
                    <a:pt x="177" y="1288"/>
                  </a:lnTo>
                  <a:lnTo>
                    <a:pt x="314" y="1072"/>
                  </a:lnTo>
                  <a:lnTo>
                    <a:pt x="318" y="1066"/>
                  </a:lnTo>
                  <a:lnTo>
                    <a:pt x="354" y="1009"/>
                  </a:lnTo>
                  <a:lnTo>
                    <a:pt x="358" y="1002"/>
                  </a:lnTo>
                  <a:lnTo>
                    <a:pt x="196" y="743"/>
                  </a:lnTo>
                  <a:lnTo>
                    <a:pt x="177" y="688"/>
                  </a:lnTo>
                  <a:lnTo>
                    <a:pt x="125" y="538"/>
                  </a:lnTo>
                  <a:lnTo>
                    <a:pt x="102" y="472"/>
                  </a:lnTo>
                  <a:lnTo>
                    <a:pt x="87" y="430"/>
                  </a:lnTo>
                  <a:lnTo>
                    <a:pt x="59" y="349"/>
                  </a:lnTo>
                  <a:lnTo>
                    <a:pt x="21" y="242"/>
                  </a:lnTo>
                  <a:lnTo>
                    <a:pt x="0" y="120"/>
                  </a:lnTo>
                  <a:lnTo>
                    <a:pt x="226" y="57"/>
                  </a:lnTo>
                  <a:lnTo>
                    <a:pt x="345" y="127"/>
                  </a:lnTo>
                  <a:lnTo>
                    <a:pt x="474" y="266"/>
                  </a:lnTo>
                  <a:lnTo>
                    <a:pt x="799" y="555"/>
                  </a:lnTo>
                  <a:lnTo>
                    <a:pt x="1074" y="651"/>
                  </a:lnTo>
                  <a:lnTo>
                    <a:pt x="1177" y="687"/>
                  </a:lnTo>
                  <a:lnTo>
                    <a:pt x="1391" y="721"/>
                  </a:lnTo>
                  <a:lnTo>
                    <a:pt x="1458" y="731"/>
                  </a:lnTo>
                  <a:lnTo>
                    <a:pt x="1470" y="724"/>
                  </a:lnTo>
                  <a:lnTo>
                    <a:pt x="1516" y="694"/>
                  </a:lnTo>
                  <a:lnTo>
                    <a:pt x="1522" y="690"/>
                  </a:lnTo>
                  <a:lnTo>
                    <a:pt x="1611" y="538"/>
                  </a:lnTo>
                  <a:lnTo>
                    <a:pt x="1760" y="440"/>
                  </a:lnTo>
                  <a:lnTo>
                    <a:pt x="2031" y="481"/>
                  </a:lnTo>
                  <a:lnTo>
                    <a:pt x="2212" y="508"/>
                  </a:lnTo>
                  <a:lnTo>
                    <a:pt x="2307" y="647"/>
                  </a:lnTo>
                  <a:lnTo>
                    <a:pt x="2323" y="671"/>
                  </a:lnTo>
                  <a:lnTo>
                    <a:pt x="2339" y="694"/>
                  </a:lnTo>
                  <a:lnTo>
                    <a:pt x="2405" y="761"/>
                  </a:lnTo>
                  <a:lnTo>
                    <a:pt x="2438" y="777"/>
                  </a:lnTo>
                  <a:lnTo>
                    <a:pt x="2862" y="833"/>
                  </a:lnTo>
                  <a:lnTo>
                    <a:pt x="3030" y="879"/>
                  </a:lnTo>
                  <a:lnTo>
                    <a:pt x="3053" y="886"/>
                  </a:lnTo>
                  <a:lnTo>
                    <a:pt x="3088" y="895"/>
                  </a:lnTo>
                  <a:lnTo>
                    <a:pt x="3267" y="962"/>
                  </a:lnTo>
                  <a:lnTo>
                    <a:pt x="3289" y="988"/>
                  </a:lnTo>
                  <a:lnTo>
                    <a:pt x="3409" y="1012"/>
                  </a:lnTo>
                  <a:lnTo>
                    <a:pt x="3475" y="978"/>
                  </a:lnTo>
                  <a:lnTo>
                    <a:pt x="3498" y="966"/>
                  </a:lnTo>
                  <a:lnTo>
                    <a:pt x="3836" y="727"/>
                  </a:lnTo>
                  <a:lnTo>
                    <a:pt x="4132" y="497"/>
                  </a:lnTo>
                  <a:lnTo>
                    <a:pt x="4250" y="260"/>
                  </a:lnTo>
                  <a:lnTo>
                    <a:pt x="4312" y="110"/>
                  </a:lnTo>
                  <a:lnTo>
                    <a:pt x="4403" y="0"/>
                  </a:lnTo>
                  <a:lnTo>
                    <a:pt x="4608" y="76"/>
                  </a:lnTo>
                  <a:lnTo>
                    <a:pt x="4630" y="84"/>
                  </a:lnTo>
                  <a:lnTo>
                    <a:pt x="4840" y="211"/>
                  </a:lnTo>
                  <a:lnTo>
                    <a:pt x="4877" y="288"/>
                  </a:lnTo>
                  <a:lnTo>
                    <a:pt x="4836" y="322"/>
                  </a:lnTo>
                  <a:lnTo>
                    <a:pt x="4831" y="32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l1423"/>
            <p:cNvSpPr/>
            <p:nvPr/>
          </p:nvSpPr>
          <p:spPr>
            <a:xfrm>
              <a:off x="4777689" y="5406804"/>
              <a:ext cx="1062" cy="413"/>
            </a:xfrm>
            <a:custGeom>
              <a:avLst/>
              <a:pathLst>
                <a:path w="1062" h="413">
                  <a:moveTo>
                    <a:pt x="441" y="260"/>
                  </a:moveTo>
                  <a:lnTo>
                    <a:pt x="524" y="299"/>
                  </a:lnTo>
                  <a:lnTo>
                    <a:pt x="623" y="314"/>
                  </a:lnTo>
                  <a:lnTo>
                    <a:pt x="692" y="301"/>
                  </a:lnTo>
                  <a:lnTo>
                    <a:pt x="770" y="268"/>
                  </a:lnTo>
                  <a:lnTo>
                    <a:pt x="842" y="249"/>
                  </a:lnTo>
                  <a:lnTo>
                    <a:pt x="997" y="252"/>
                  </a:lnTo>
                  <a:lnTo>
                    <a:pt x="1057" y="284"/>
                  </a:lnTo>
                  <a:lnTo>
                    <a:pt x="1062" y="310"/>
                  </a:lnTo>
                  <a:lnTo>
                    <a:pt x="1023" y="338"/>
                  </a:lnTo>
                  <a:lnTo>
                    <a:pt x="998" y="339"/>
                  </a:lnTo>
                  <a:lnTo>
                    <a:pt x="972" y="324"/>
                  </a:lnTo>
                  <a:lnTo>
                    <a:pt x="938" y="303"/>
                  </a:lnTo>
                  <a:lnTo>
                    <a:pt x="905" y="291"/>
                  </a:lnTo>
                  <a:lnTo>
                    <a:pt x="867" y="286"/>
                  </a:lnTo>
                  <a:lnTo>
                    <a:pt x="799" y="327"/>
                  </a:lnTo>
                  <a:lnTo>
                    <a:pt x="702" y="350"/>
                  </a:lnTo>
                  <a:lnTo>
                    <a:pt x="645" y="355"/>
                  </a:lnTo>
                  <a:lnTo>
                    <a:pt x="559" y="407"/>
                  </a:lnTo>
                  <a:lnTo>
                    <a:pt x="514" y="413"/>
                  </a:lnTo>
                  <a:lnTo>
                    <a:pt x="476" y="389"/>
                  </a:lnTo>
                  <a:lnTo>
                    <a:pt x="327" y="304"/>
                  </a:lnTo>
                  <a:lnTo>
                    <a:pt x="66" y="177"/>
                  </a:lnTo>
                  <a:lnTo>
                    <a:pt x="0" y="37"/>
                  </a:lnTo>
                  <a:lnTo>
                    <a:pt x="41" y="5"/>
                  </a:lnTo>
                  <a:lnTo>
                    <a:pt x="67" y="1"/>
                  </a:lnTo>
                  <a:lnTo>
                    <a:pt x="86" y="0"/>
                  </a:lnTo>
                  <a:lnTo>
                    <a:pt x="161" y="110"/>
                  </a:lnTo>
                  <a:lnTo>
                    <a:pt x="190" y="139"/>
                  </a:lnTo>
                  <a:lnTo>
                    <a:pt x="213" y="150"/>
                  </a:lnTo>
                  <a:lnTo>
                    <a:pt x="243" y="166"/>
                  </a:lnTo>
                  <a:lnTo>
                    <a:pt x="376" y="208"/>
                  </a:lnTo>
                  <a:lnTo>
                    <a:pt x="420" y="224"/>
                  </a:lnTo>
                  <a:lnTo>
                    <a:pt x="441" y="2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l1424"/>
            <p:cNvSpPr/>
            <p:nvPr/>
          </p:nvSpPr>
          <p:spPr>
            <a:xfrm>
              <a:off x="4745248" y="5400737"/>
              <a:ext cx="906" cy="323"/>
            </a:xfrm>
            <a:custGeom>
              <a:avLst/>
              <a:pathLst>
                <a:path w="906" h="323">
                  <a:moveTo>
                    <a:pt x="630" y="95"/>
                  </a:moveTo>
                  <a:lnTo>
                    <a:pt x="730" y="128"/>
                  </a:lnTo>
                  <a:lnTo>
                    <a:pt x="801" y="125"/>
                  </a:lnTo>
                  <a:lnTo>
                    <a:pt x="894" y="120"/>
                  </a:lnTo>
                  <a:lnTo>
                    <a:pt x="906" y="133"/>
                  </a:lnTo>
                  <a:lnTo>
                    <a:pt x="905" y="163"/>
                  </a:lnTo>
                  <a:lnTo>
                    <a:pt x="895" y="174"/>
                  </a:lnTo>
                  <a:lnTo>
                    <a:pt x="880" y="187"/>
                  </a:lnTo>
                  <a:lnTo>
                    <a:pt x="856" y="193"/>
                  </a:lnTo>
                  <a:lnTo>
                    <a:pt x="561" y="241"/>
                  </a:lnTo>
                  <a:lnTo>
                    <a:pt x="407" y="262"/>
                  </a:lnTo>
                  <a:lnTo>
                    <a:pt x="234" y="292"/>
                  </a:lnTo>
                  <a:lnTo>
                    <a:pt x="55" y="323"/>
                  </a:lnTo>
                  <a:lnTo>
                    <a:pt x="16" y="308"/>
                  </a:lnTo>
                  <a:lnTo>
                    <a:pt x="0" y="267"/>
                  </a:lnTo>
                  <a:lnTo>
                    <a:pt x="46" y="228"/>
                  </a:lnTo>
                  <a:lnTo>
                    <a:pt x="115" y="216"/>
                  </a:lnTo>
                  <a:lnTo>
                    <a:pt x="124" y="205"/>
                  </a:lnTo>
                  <a:lnTo>
                    <a:pt x="239" y="183"/>
                  </a:lnTo>
                  <a:lnTo>
                    <a:pt x="361" y="135"/>
                  </a:lnTo>
                  <a:lnTo>
                    <a:pt x="441" y="21"/>
                  </a:lnTo>
                  <a:lnTo>
                    <a:pt x="451" y="8"/>
                  </a:lnTo>
                  <a:lnTo>
                    <a:pt x="496" y="0"/>
                  </a:lnTo>
                  <a:lnTo>
                    <a:pt x="524" y="12"/>
                  </a:lnTo>
                  <a:lnTo>
                    <a:pt x="546" y="35"/>
                  </a:lnTo>
                  <a:lnTo>
                    <a:pt x="569" y="60"/>
                  </a:lnTo>
                  <a:lnTo>
                    <a:pt x="603" y="80"/>
                  </a:lnTo>
                  <a:lnTo>
                    <a:pt x="630" y="9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l1425"/>
            <p:cNvSpPr/>
            <p:nvPr/>
          </p:nvSpPr>
          <p:spPr>
            <a:xfrm>
              <a:off x="4775521" y="5405383"/>
              <a:ext cx="945" cy="787"/>
            </a:xfrm>
            <a:custGeom>
              <a:avLst/>
              <a:pathLst>
                <a:path w="945" h="787">
                  <a:moveTo>
                    <a:pt x="321" y="776"/>
                  </a:moveTo>
                  <a:lnTo>
                    <a:pt x="181" y="787"/>
                  </a:lnTo>
                  <a:lnTo>
                    <a:pt x="66" y="758"/>
                  </a:lnTo>
                  <a:lnTo>
                    <a:pt x="49" y="749"/>
                  </a:lnTo>
                  <a:lnTo>
                    <a:pt x="10" y="727"/>
                  </a:lnTo>
                  <a:lnTo>
                    <a:pt x="0" y="714"/>
                  </a:lnTo>
                  <a:lnTo>
                    <a:pt x="33" y="443"/>
                  </a:lnTo>
                  <a:lnTo>
                    <a:pt x="63" y="401"/>
                  </a:lnTo>
                  <a:lnTo>
                    <a:pt x="260" y="209"/>
                  </a:lnTo>
                  <a:lnTo>
                    <a:pt x="473" y="43"/>
                  </a:lnTo>
                  <a:lnTo>
                    <a:pt x="574" y="0"/>
                  </a:lnTo>
                  <a:lnTo>
                    <a:pt x="810" y="38"/>
                  </a:lnTo>
                  <a:lnTo>
                    <a:pt x="839" y="42"/>
                  </a:lnTo>
                  <a:lnTo>
                    <a:pt x="937" y="86"/>
                  </a:lnTo>
                  <a:lnTo>
                    <a:pt x="945" y="127"/>
                  </a:lnTo>
                  <a:lnTo>
                    <a:pt x="934" y="154"/>
                  </a:lnTo>
                  <a:lnTo>
                    <a:pt x="851" y="215"/>
                  </a:lnTo>
                  <a:lnTo>
                    <a:pt x="808" y="326"/>
                  </a:lnTo>
                  <a:lnTo>
                    <a:pt x="754" y="463"/>
                  </a:lnTo>
                  <a:lnTo>
                    <a:pt x="809" y="583"/>
                  </a:lnTo>
                  <a:lnTo>
                    <a:pt x="802" y="650"/>
                  </a:lnTo>
                  <a:lnTo>
                    <a:pt x="793" y="668"/>
                  </a:lnTo>
                  <a:lnTo>
                    <a:pt x="780" y="695"/>
                  </a:lnTo>
                  <a:lnTo>
                    <a:pt x="700" y="735"/>
                  </a:lnTo>
                  <a:lnTo>
                    <a:pt x="646" y="751"/>
                  </a:lnTo>
                  <a:lnTo>
                    <a:pt x="552" y="780"/>
                  </a:lnTo>
                  <a:lnTo>
                    <a:pt x="460" y="785"/>
                  </a:lnTo>
                  <a:lnTo>
                    <a:pt x="372" y="771"/>
                  </a:lnTo>
                  <a:lnTo>
                    <a:pt x="321" y="77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l1426"/>
            <p:cNvSpPr/>
            <p:nvPr/>
          </p:nvSpPr>
          <p:spPr>
            <a:xfrm>
              <a:off x="4778380" y="5405336"/>
              <a:ext cx="1351" cy="1124"/>
            </a:xfrm>
            <a:custGeom>
              <a:avLst/>
              <a:pathLst>
                <a:path w="1351" h="1124">
                  <a:moveTo>
                    <a:pt x="1351" y="268"/>
                  </a:moveTo>
                  <a:lnTo>
                    <a:pt x="1296" y="741"/>
                  </a:lnTo>
                  <a:lnTo>
                    <a:pt x="1195" y="1037"/>
                  </a:lnTo>
                  <a:lnTo>
                    <a:pt x="1139" y="1109"/>
                  </a:lnTo>
                  <a:lnTo>
                    <a:pt x="1060" y="1124"/>
                  </a:lnTo>
                  <a:lnTo>
                    <a:pt x="963" y="1119"/>
                  </a:lnTo>
                  <a:lnTo>
                    <a:pt x="844" y="1083"/>
                  </a:lnTo>
                  <a:lnTo>
                    <a:pt x="753" y="1030"/>
                  </a:lnTo>
                  <a:lnTo>
                    <a:pt x="661" y="957"/>
                  </a:lnTo>
                  <a:lnTo>
                    <a:pt x="636" y="891"/>
                  </a:lnTo>
                  <a:lnTo>
                    <a:pt x="436" y="680"/>
                  </a:lnTo>
                  <a:lnTo>
                    <a:pt x="258" y="597"/>
                  </a:lnTo>
                  <a:lnTo>
                    <a:pt x="154" y="632"/>
                  </a:lnTo>
                  <a:lnTo>
                    <a:pt x="135" y="654"/>
                  </a:lnTo>
                  <a:lnTo>
                    <a:pt x="130" y="681"/>
                  </a:lnTo>
                  <a:lnTo>
                    <a:pt x="106" y="691"/>
                  </a:lnTo>
                  <a:lnTo>
                    <a:pt x="9" y="557"/>
                  </a:lnTo>
                  <a:lnTo>
                    <a:pt x="0" y="522"/>
                  </a:lnTo>
                  <a:lnTo>
                    <a:pt x="0" y="481"/>
                  </a:lnTo>
                  <a:lnTo>
                    <a:pt x="55" y="380"/>
                  </a:lnTo>
                  <a:lnTo>
                    <a:pt x="152" y="346"/>
                  </a:lnTo>
                  <a:lnTo>
                    <a:pt x="176" y="343"/>
                  </a:lnTo>
                  <a:lnTo>
                    <a:pt x="340" y="327"/>
                  </a:lnTo>
                  <a:lnTo>
                    <a:pt x="344" y="336"/>
                  </a:lnTo>
                  <a:lnTo>
                    <a:pt x="330" y="394"/>
                  </a:lnTo>
                  <a:lnTo>
                    <a:pt x="305" y="460"/>
                  </a:lnTo>
                  <a:lnTo>
                    <a:pt x="317" y="495"/>
                  </a:lnTo>
                  <a:lnTo>
                    <a:pt x="432" y="546"/>
                  </a:lnTo>
                  <a:lnTo>
                    <a:pt x="631" y="570"/>
                  </a:lnTo>
                  <a:lnTo>
                    <a:pt x="673" y="576"/>
                  </a:lnTo>
                  <a:lnTo>
                    <a:pt x="725" y="574"/>
                  </a:lnTo>
                  <a:lnTo>
                    <a:pt x="818" y="556"/>
                  </a:lnTo>
                  <a:lnTo>
                    <a:pt x="953" y="476"/>
                  </a:lnTo>
                  <a:lnTo>
                    <a:pt x="1046" y="362"/>
                  </a:lnTo>
                  <a:lnTo>
                    <a:pt x="1054" y="271"/>
                  </a:lnTo>
                  <a:lnTo>
                    <a:pt x="1069" y="110"/>
                  </a:lnTo>
                  <a:lnTo>
                    <a:pt x="1129" y="16"/>
                  </a:lnTo>
                  <a:lnTo>
                    <a:pt x="1184" y="2"/>
                  </a:lnTo>
                  <a:lnTo>
                    <a:pt x="1192" y="0"/>
                  </a:lnTo>
                  <a:lnTo>
                    <a:pt x="1235" y="3"/>
                  </a:lnTo>
                  <a:lnTo>
                    <a:pt x="1267" y="6"/>
                  </a:lnTo>
                  <a:lnTo>
                    <a:pt x="1290" y="17"/>
                  </a:lnTo>
                  <a:lnTo>
                    <a:pt x="1333" y="42"/>
                  </a:lnTo>
                  <a:lnTo>
                    <a:pt x="1351" y="26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l1427"/>
            <p:cNvSpPr/>
            <p:nvPr/>
          </p:nvSpPr>
          <p:spPr>
            <a:xfrm>
              <a:off x="4765935" y="5401679"/>
              <a:ext cx="1662" cy="1202"/>
            </a:xfrm>
            <a:custGeom>
              <a:avLst/>
              <a:pathLst>
                <a:path w="1662" h="1202">
                  <a:moveTo>
                    <a:pt x="823" y="1199"/>
                  </a:moveTo>
                  <a:lnTo>
                    <a:pt x="808" y="1202"/>
                  </a:lnTo>
                  <a:lnTo>
                    <a:pt x="785" y="1193"/>
                  </a:lnTo>
                  <a:lnTo>
                    <a:pt x="686" y="1065"/>
                  </a:lnTo>
                  <a:lnTo>
                    <a:pt x="661" y="1033"/>
                  </a:lnTo>
                  <a:lnTo>
                    <a:pt x="612" y="969"/>
                  </a:lnTo>
                  <a:lnTo>
                    <a:pt x="265" y="615"/>
                  </a:lnTo>
                  <a:lnTo>
                    <a:pt x="46" y="491"/>
                  </a:lnTo>
                  <a:lnTo>
                    <a:pt x="31" y="471"/>
                  </a:lnTo>
                  <a:lnTo>
                    <a:pt x="2" y="420"/>
                  </a:lnTo>
                  <a:lnTo>
                    <a:pt x="0" y="353"/>
                  </a:lnTo>
                  <a:lnTo>
                    <a:pt x="52" y="189"/>
                  </a:lnTo>
                  <a:lnTo>
                    <a:pt x="135" y="97"/>
                  </a:lnTo>
                  <a:lnTo>
                    <a:pt x="816" y="17"/>
                  </a:lnTo>
                  <a:lnTo>
                    <a:pt x="832" y="16"/>
                  </a:lnTo>
                  <a:lnTo>
                    <a:pt x="900" y="8"/>
                  </a:lnTo>
                  <a:lnTo>
                    <a:pt x="1056" y="2"/>
                  </a:lnTo>
                  <a:lnTo>
                    <a:pt x="1136" y="0"/>
                  </a:lnTo>
                  <a:lnTo>
                    <a:pt x="1278" y="4"/>
                  </a:lnTo>
                  <a:lnTo>
                    <a:pt x="1332" y="6"/>
                  </a:lnTo>
                  <a:lnTo>
                    <a:pt x="1591" y="100"/>
                  </a:lnTo>
                  <a:lnTo>
                    <a:pt x="1639" y="118"/>
                  </a:lnTo>
                  <a:lnTo>
                    <a:pt x="1662" y="169"/>
                  </a:lnTo>
                  <a:lnTo>
                    <a:pt x="1656" y="247"/>
                  </a:lnTo>
                  <a:lnTo>
                    <a:pt x="1640" y="272"/>
                  </a:lnTo>
                  <a:lnTo>
                    <a:pt x="1565" y="283"/>
                  </a:lnTo>
                  <a:lnTo>
                    <a:pt x="1505" y="292"/>
                  </a:lnTo>
                  <a:lnTo>
                    <a:pt x="1278" y="370"/>
                  </a:lnTo>
                  <a:lnTo>
                    <a:pt x="1216" y="443"/>
                  </a:lnTo>
                  <a:lnTo>
                    <a:pt x="1199" y="475"/>
                  </a:lnTo>
                  <a:lnTo>
                    <a:pt x="1187" y="540"/>
                  </a:lnTo>
                  <a:lnTo>
                    <a:pt x="1334" y="647"/>
                  </a:lnTo>
                  <a:lnTo>
                    <a:pt x="1357" y="781"/>
                  </a:lnTo>
                  <a:lnTo>
                    <a:pt x="1335" y="847"/>
                  </a:lnTo>
                  <a:lnTo>
                    <a:pt x="1079" y="1148"/>
                  </a:lnTo>
                  <a:lnTo>
                    <a:pt x="823" y="119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l1428"/>
            <p:cNvSpPr/>
            <p:nvPr/>
          </p:nvSpPr>
          <p:spPr>
            <a:xfrm>
              <a:off x="4768166" y="5400742"/>
              <a:ext cx="1546" cy="858"/>
            </a:xfrm>
            <a:custGeom>
              <a:avLst/>
              <a:pathLst>
                <a:path w="1546" h="858">
                  <a:moveTo>
                    <a:pt x="1458" y="288"/>
                  </a:moveTo>
                  <a:lnTo>
                    <a:pt x="1448" y="416"/>
                  </a:lnTo>
                  <a:lnTo>
                    <a:pt x="1443" y="479"/>
                  </a:lnTo>
                  <a:lnTo>
                    <a:pt x="1539" y="600"/>
                  </a:lnTo>
                  <a:lnTo>
                    <a:pt x="1546" y="615"/>
                  </a:lnTo>
                  <a:lnTo>
                    <a:pt x="1523" y="724"/>
                  </a:lnTo>
                  <a:lnTo>
                    <a:pt x="1470" y="831"/>
                  </a:lnTo>
                  <a:lnTo>
                    <a:pt x="1457" y="845"/>
                  </a:lnTo>
                  <a:lnTo>
                    <a:pt x="1442" y="858"/>
                  </a:lnTo>
                  <a:lnTo>
                    <a:pt x="1349" y="832"/>
                  </a:lnTo>
                  <a:lnTo>
                    <a:pt x="1231" y="800"/>
                  </a:lnTo>
                  <a:lnTo>
                    <a:pt x="1041" y="747"/>
                  </a:lnTo>
                  <a:lnTo>
                    <a:pt x="1000" y="736"/>
                  </a:lnTo>
                  <a:lnTo>
                    <a:pt x="638" y="695"/>
                  </a:lnTo>
                  <a:lnTo>
                    <a:pt x="348" y="699"/>
                  </a:lnTo>
                  <a:lnTo>
                    <a:pt x="54" y="609"/>
                  </a:lnTo>
                  <a:lnTo>
                    <a:pt x="11" y="582"/>
                  </a:lnTo>
                  <a:lnTo>
                    <a:pt x="0" y="553"/>
                  </a:lnTo>
                  <a:lnTo>
                    <a:pt x="54" y="388"/>
                  </a:lnTo>
                  <a:lnTo>
                    <a:pt x="77" y="370"/>
                  </a:lnTo>
                  <a:lnTo>
                    <a:pt x="359" y="448"/>
                  </a:lnTo>
                  <a:lnTo>
                    <a:pt x="451" y="105"/>
                  </a:lnTo>
                  <a:lnTo>
                    <a:pt x="497" y="0"/>
                  </a:lnTo>
                  <a:lnTo>
                    <a:pt x="562" y="51"/>
                  </a:lnTo>
                  <a:lnTo>
                    <a:pt x="1142" y="235"/>
                  </a:lnTo>
                  <a:lnTo>
                    <a:pt x="1165" y="241"/>
                  </a:lnTo>
                  <a:lnTo>
                    <a:pt x="1192" y="247"/>
                  </a:lnTo>
                  <a:lnTo>
                    <a:pt x="1212" y="242"/>
                  </a:lnTo>
                  <a:lnTo>
                    <a:pt x="1363" y="208"/>
                  </a:lnTo>
                  <a:lnTo>
                    <a:pt x="1446" y="176"/>
                  </a:lnTo>
                  <a:lnTo>
                    <a:pt x="1466" y="121"/>
                  </a:lnTo>
                  <a:lnTo>
                    <a:pt x="1493" y="72"/>
                  </a:lnTo>
                  <a:lnTo>
                    <a:pt x="1523" y="73"/>
                  </a:lnTo>
                  <a:lnTo>
                    <a:pt x="1540" y="91"/>
                  </a:lnTo>
                  <a:lnTo>
                    <a:pt x="1541" y="115"/>
                  </a:lnTo>
                  <a:lnTo>
                    <a:pt x="1506" y="147"/>
                  </a:lnTo>
                  <a:lnTo>
                    <a:pt x="1489" y="228"/>
                  </a:lnTo>
                  <a:lnTo>
                    <a:pt x="1458" y="28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l1429"/>
            <p:cNvSpPr/>
            <p:nvPr/>
          </p:nvSpPr>
          <p:spPr>
            <a:xfrm>
              <a:off x="4769774" y="5400462"/>
              <a:ext cx="600" cy="354"/>
            </a:xfrm>
            <a:custGeom>
              <a:avLst/>
              <a:pathLst>
                <a:path w="600" h="354">
                  <a:moveTo>
                    <a:pt x="493" y="150"/>
                  </a:moveTo>
                  <a:lnTo>
                    <a:pt x="600" y="337"/>
                  </a:lnTo>
                  <a:lnTo>
                    <a:pt x="537" y="350"/>
                  </a:lnTo>
                  <a:lnTo>
                    <a:pt x="473" y="354"/>
                  </a:lnTo>
                  <a:lnTo>
                    <a:pt x="225" y="338"/>
                  </a:lnTo>
                  <a:lnTo>
                    <a:pt x="55" y="324"/>
                  </a:lnTo>
                  <a:lnTo>
                    <a:pt x="0" y="162"/>
                  </a:lnTo>
                  <a:lnTo>
                    <a:pt x="20" y="122"/>
                  </a:lnTo>
                  <a:lnTo>
                    <a:pt x="47" y="109"/>
                  </a:lnTo>
                  <a:lnTo>
                    <a:pt x="63" y="110"/>
                  </a:lnTo>
                  <a:lnTo>
                    <a:pt x="130" y="154"/>
                  </a:lnTo>
                  <a:lnTo>
                    <a:pt x="191" y="162"/>
                  </a:lnTo>
                  <a:lnTo>
                    <a:pt x="228" y="152"/>
                  </a:lnTo>
                  <a:lnTo>
                    <a:pt x="481" y="0"/>
                  </a:lnTo>
                  <a:lnTo>
                    <a:pt x="493" y="15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l1430"/>
            <p:cNvSpPr/>
            <p:nvPr/>
          </p:nvSpPr>
          <p:spPr>
            <a:xfrm>
              <a:off x="4778783" y="5401455"/>
              <a:ext cx="793" cy="483"/>
            </a:xfrm>
            <a:custGeom>
              <a:avLst/>
              <a:pathLst>
                <a:path w="793" h="483">
                  <a:moveTo>
                    <a:pt x="636" y="301"/>
                  </a:moveTo>
                  <a:lnTo>
                    <a:pt x="512" y="363"/>
                  </a:lnTo>
                  <a:lnTo>
                    <a:pt x="88" y="483"/>
                  </a:lnTo>
                  <a:lnTo>
                    <a:pt x="81" y="482"/>
                  </a:lnTo>
                  <a:lnTo>
                    <a:pt x="18" y="467"/>
                  </a:lnTo>
                  <a:lnTo>
                    <a:pt x="0" y="397"/>
                  </a:lnTo>
                  <a:lnTo>
                    <a:pt x="1" y="357"/>
                  </a:lnTo>
                  <a:lnTo>
                    <a:pt x="46" y="268"/>
                  </a:lnTo>
                  <a:lnTo>
                    <a:pt x="80" y="257"/>
                  </a:lnTo>
                  <a:lnTo>
                    <a:pt x="99" y="265"/>
                  </a:lnTo>
                  <a:lnTo>
                    <a:pt x="139" y="265"/>
                  </a:lnTo>
                  <a:lnTo>
                    <a:pt x="277" y="212"/>
                  </a:lnTo>
                  <a:lnTo>
                    <a:pt x="382" y="144"/>
                  </a:lnTo>
                  <a:lnTo>
                    <a:pt x="453" y="98"/>
                  </a:lnTo>
                  <a:lnTo>
                    <a:pt x="678" y="21"/>
                  </a:lnTo>
                  <a:lnTo>
                    <a:pt x="745" y="0"/>
                  </a:lnTo>
                  <a:lnTo>
                    <a:pt x="790" y="28"/>
                  </a:lnTo>
                  <a:lnTo>
                    <a:pt x="793" y="37"/>
                  </a:lnTo>
                  <a:lnTo>
                    <a:pt x="793" y="57"/>
                  </a:lnTo>
                  <a:lnTo>
                    <a:pt x="727" y="176"/>
                  </a:lnTo>
                  <a:lnTo>
                    <a:pt x="649" y="292"/>
                  </a:lnTo>
                  <a:lnTo>
                    <a:pt x="636" y="30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l1431"/>
            <p:cNvSpPr/>
            <p:nvPr/>
          </p:nvSpPr>
          <p:spPr>
            <a:xfrm>
              <a:off x="4780165" y="5401439"/>
              <a:ext cx="864" cy="660"/>
            </a:xfrm>
            <a:custGeom>
              <a:avLst/>
              <a:pathLst>
                <a:path w="864" h="660">
                  <a:moveTo>
                    <a:pt x="833" y="660"/>
                  </a:moveTo>
                  <a:lnTo>
                    <a:pt x="763" y="648"/>
                  </a:lnTo>
                  <a:lnTo>
                    <a:pt x="216" y="448"/>
                  </a:lnTo>
                  <a:lnTo>
                    <a:pt x="210" y="444"/>
                  </a:lnTo>
                  <a:lnTo>
                    <a:pt x="155" y="401"/>
                  </a:lnTo>
                  <a:lnTo>
                    <a:pt x="69" y="333"/>
                  </a:lnTo>
                  <a:lnTo>
                    <a:pt x="65" y="329"/>
                  </a:lnTo>
                  <a:lnTo>
                    <a:pt x="0" y="145"/>
                  </a:lnTo>
                  <a:lnTo>
                    <a:pt x="45" y="61"/>
                  </a:lnTo>
                  <a:lnTo>
                    <a:pt x="96" y="0"/>
                  </a:lnTo>
                  <a:lnTo>
                    <a:pt x="206" y="23"/>
                  </a:lnTo>
                  <a:lnTo>
                    <a:pt x="424" y="173"/>
                  </a:lnTo>
                  <a:lnTo>
                    <a:pt x="559" y="267"/>
                  </a:lnTo>
                  <a:lnTo>
                    <a:pt x="818" y="567"/>
                  </a:lnTo>
                  <a:lnTo>
                    <a:pt x="832" y="584"/>
                  </a:lnTo>
                  <a:lnTo>
                    <a:pt x="864" y="639"/>
                  </a:lnTo>
                  <a:lnTo>
                    <a:pt x="833" y="6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l1432"/>
            <p:cNvSpPr/>
            <p:nvPr/>
          </p:nvSpPr>
          <p:spPr>
            <a:xfrm>
              <a:off x="4765294" y="5398965"/>
              <a:ext cx="3241" cy="2374"/>
            </a:xfrm>
            <a:custGeom>
              <a:avLst/>
              <a:pathLst>
                <a:path w="3241" h="2374">
                  <a:moveTo>
                    <a:pt x="3148" y="1281"/>
                  </a:moveTo>
                  <a:lnTo>
                    <a:pt x="3199" y="1331"/>
                  </a:lnTo>
                  <a:lnTo>
                    <a:pt x="3206" y="1327"/>
                  </a:lnTo>
                  <a:lnTo>
                    <a:pt x="3233" y="1336"/>
                  </a:lnTo>
                  <a:lnTo>
                    <a:pt x="3241" y="1352"/>
                  </a:lnTo>
                  <a:lnTo>
                    <a:pt x="3172" y="1652"/>
                  </a:lnTo>
                  <a:lnTo>
                    <a:pt x="3051" y="1773"/>
                  </a:lnTo>
                  <a:lnTo>
                    <a:pt x="2914" y="1842"/>
                  </a:lnTo>
                  <a:lnTo>
                    <a:pt x="2833" y="1884"/>
                  </a:lnTo>
                  <a:lnTo>
                    <a:pt x="2783" y="1895"/>
                  </a:lnTo>
                  <a:lnTo>
                    <a:pt x="2759" y="2204"/>
                  </a:lnTo>
                  <a:lnTo>
                    <a:pt x="2661" y="2327"/>
                  </a:lnTo>
                  <a:lnTo>
                    <a:pt x="2627" y="2356"/>
                  </a:lnTo>
                  <a:lnTo>
                    <a:pt x="2591" y="2374"/>
                  </a:lnTo>
                  <a:lnTo>
                    <a:pt x="2461" y="2333"/>
                  </a:lnTo>
                  <a:lnTo>
                    <a:pt x="1377" y="1555"/>
                  </a:lnTo>
                  <a:lnTo>
                    <a:pt x="1361" y="1570"/>
                  </a:lnTo>
                  <a:lnTo>
                    <a:pt x="591" y="936"/>
                  </a:lnTo>
                  <a:lnTo>
                    <a:pt x="228" y="637"/>
                  </a:lnTo>
                  <a:lnTo>
                    <a:pt x="0" y="280"/>
                  </a:lnTo>
                  <a:lnTo>
                    <a:pt x="2" y="264"/>
                  </a:lnTo>
                  <a:lnTo>
                    <a:pt x="17" y="253"/>
                  </a:lnTo>
                  <a:lnTo>
                    <a:pt x="232" y="207"/>
                  </a:lnTo>
                  <a:lnTo>
                    <a:pt x="605" y="174"/>
                  </a:lnTo>
                  <a:lnTo>
                    <a:pt x="891" y="86"/>
                  </a:lnTo>
                  <a:lnTo>
                    <a:pt x="1044" y="0"/>
                  </a:lnTo>
                  <a:lnTo>
                    <a:pt x="1471" y="75"/>
                  </a:lnTo>
                  <a:lnTo>
                    <a:pt x="1467" y="216"/>
                  </a:lnTo>
                  <a:lnTo>
                    <a:pt x="1500" y="284"/>
                  </a:lnTo>
                  <a:lnTo>
                    <a:pt x="1624" y="322"/>
                  </a:lnTo>
                  <a:lnTo>
                    <a:pt x="1740" y="360"/>
                  </a:lnTo>
                  <a:lnTo>
                    <a:pt x="1835" y="648"/>
                  </a:lnTo>
                  <a:lnTo>
                    <a:pt x="2373" y="910"/>
                  </a:lnTo>
                  <a:lnTo>
                    <a:pt x="3064" y="1233"/>
                  </a:lnTo>
                  <a:lnTo>
                    <a:pt x="3148" y="128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l1433"/>
            <p:cNvSpPr/>
            <p:nvPr/>
          </p:nvSpPr>
          <p:spPr>
            <a:xfrm>
              <a:off x="4763973" y="5398259"/>
              <a:ext cx="1561" cy="630"/>
            </a:xfrm>
            <a:custGeom>
              <a:avLst/>
              <a:pathLst>
                <a:path w="1561" h="630">
                  <a:moveTo>
                    <a:pt x="728" y="65"/>
                  </a:moveTo>
                  <a:lnTo>
                    <a:pt x="724" y="79"/>
                  </a:lnTo>
                  <a:lnTo>
                    <a:pt x="722" y="86"/>
                  </a:lnTo>
                  <a:lnTo>
                    <a:pt x="713" y="100"/>
                  </a:lnTo>
                  <a:lnTo>
                    <a:pt x="718" y="106"/>
                  </a:lnTo>
                  <a:lnTo>
                    <a:pt x="748" y="111"/>
                  </a:lnTo>
                  <a:lnTo>
                    <a:pt x="812" y="128"/>
                  </a:lnTo>
                  <a:lnTo>
                    <a:pt x="867" y="144"/>
                  </a:lnTo>
                  <a:lnTo>
                    <a:pt x="931" y="165"/>
                  </a:lnTo>
                  <a:lnTo>
                    <a:pt x="1000" y="193"/>
                  </a:lnTo>
                  <a:lnTo>
                    <a:pt x="1036" y="208"/>
                  </a:lnTo>
                  <a:lnTo>
                    <a:pt x="1095" y="237"/>
                  </a:lnTo>
                  <a:lnTo>
                    <a:pt x="1164" y="273"/>
                  </a:lnTo>
                  <a:lnTo>
                    <a:pt x="1194" y="293"/>
                  </a:lnTo>
                  <a:lnTo>
                    <a:pt x="1202" y="298"/>
                  </a:lnTo>
                  <a:lnTo>
                    <a:pt x="1212" y="299"/>
                  </a:lnTo>
                  <a:lnTo>
                    <a:pt x="1217" y="297"/>
                  </a:lnTo>
                  <a:lnTo>
                    <a:pt x="1224" y="291"/>
                  </a:lnTo>
                  <a:lnTo>
                    <a:pt x="1232" y="287"/>
                  </a:lnTo>
                  <a:lnTo>
                    <a:pt x="1243" y="284"/>
                  </a:lnTo>
                  <a:lnTo>
                    <a:pt x="1257" y="286"/>
                  </a:lnTo>
                  <a:lnTo>
                    <a:pt x="1293" y="298"/>
                  </a:lnTo>
                  <a:lnTo>
                    <a:pt x="1304" y="304"/>
                  </a:lnTo>
                  <a:lnTo>
                    <a:pt x="1311" y="305"/>
                  </a:lnTo>
                  <a:lnTo>
                    <a:pt x="1317" y="303"/>
                  </a:lnTo>
                  <a:lnTo>
                    <a:pt x="1324" y="299"/>
                  </a:lnTo>
                  <a:lnTo>
                    <a:pt x="1329" y="295"/>
                  </a:lnTo>
                  <a:lnTo>
                    <a:pt x="1336" y="299"/>
                  </a:lnTo>
                  <a:lnTo>
                    <a:pt x="1341" y="306"/>
                  </a:lnTo>
                  <a:lnTo>
                    <a:pt x="1346" y="315"/>
                  </a:lnTo>
                  <a:lnTo>
                    <a:pt x="1357" y="323"/>
                  </a:lnTo>
                  <a:lnTo>
                    <a:pt x="1395" y="323"/>
                  </a:lnTo>
                  <a:lnTo>
                    <a:pt x="1416" y="323"/>
                  </a:lnTo>
                  <a:lnTo>
                    <a:pt x="1430" y="322"/>
                  </a:lnTo>
                  <a:lnTo>
                    <a:pt x="1456" y="325"/>
                  </a:lnTo>
                  <a:lnTo>
                    <a:pt x="1474" y="323"/>
                  </a:lnTo>
                  <a:lnTo>
                    <a:pt x="1482" y="325"/>
                  </a:lnTo>
                  <a:lnTo>
                    <a:pt x="1488" y="329"/>
                  </a:lnTo>
                  <a:lnTo>
                    <a:pt x="1511" y="333"/>
                  </a:lnTo>
                  <a:lnTo>
                    <a:pt x="1518" y="337"/>
                  </a:lnTo>
                  <a:lnTo>
                    <a:pt x="1526" y="335"/>
                  </a:lnTo>
                  <a:lnTo>
                    <a:pt x="1538" y="333"/>
                  </a:lnTo>
                  <a:lnTo>
                    <a:pt x="1557" y="332"/>
                  </a:lnTo>
                  <a:lnTo>
                    <a:pt x="1561" y="337"/>
                  </a:lnTo>
                  <a:lnTo>
                    <a:pt x="1555" y="343"/>
                  </a:lnTo>
                  <a:lnTo>
                    <a:pt x="1545" y="346"/>
                  </a:lnTo>
                  <a:lnTo>
                    <a:pt x="1533" y="348"/>
                  </a:lnTo>
                  <a:lnTo>
                    <a:pt x="1520" y="349"/>
                  </a:lnTo>
                  <a:lnTo>
                    <a:pt x="1513" y="349"/>
                  </a:lnTo>
                  <a:lnTo>
                    <a:pt x="1509" y="352"/>
                  </a:lnTo>
                  <a:lnTo>
                    <a:pt x="1497" y="355"/>
                  </a:lnTo>
                  <a:lnTo>
                    <a:pt x="1484" y="360"/>
                  </a:lnTo>
                  <a:lnTo>
                    <a:pt x="1463" y="360"/>
                  </a:lnTo>
                  <a:lnTo>
                    <a:pt x="1437" y="365"/>
                  </a:lnTo>
                  <a:lnTo>
                    <a:pt x="1412" y="370"/>
                  </a:lnTo>
                  <a:lnTo>
                    <a:pt x="1400" y="372"/>
                  </a:lnTo>
                  <a:lnTo>
                    <a:pt x="1394" y="375"/>
                  </a:lnTo>
                  <a:lnTo>
                    <a:pt x="1388" y="381"/>
                  </a:lnTo>
                  <a:lnTo>
                    <a:pt x="1384" y="389"/>
                  </a:lnTo>
                  <a:lnTo>
                    <a:pt x="1383" y="397"/>
                  </a:lnTo>
                  <a:lnTo>
                    <a:pt x="1385" y="409"/>
                  </a:lnTo>
                  <a:lnTo>
                    <a:pt x="1388" y="426"/>
                  </a:lnTo>
                  <a:lnTo>
                    <a:pt x="1393" y="439"/>
                  </a:lnTo>
                  <a:lnTo>
                    <a:pt x="1398" y="463"/>
                  </a:lnTo>
                  <a:lnTo>
                    <a:pt x="1422" y="506"/>
                  </a:lnTo>
                  <a:lnTo>
                    <a:pt x="1429" y="518"/>
                  </a:lnTo>
                  <a:lnTo>
                    <a:pt x="1441" y="535"/>
                  </a:lnTo>
                  <a:lnTo>
                    <a:pt x="1454" y="549"/>
                  </a:lnTo>
                  <a:lnTo>
                    <a:pt x="1462" y="562"/>
                  </a:lnTo>
                  <a:lnTo>
                    <a:pt x="1465" y="573"/>
                  </a:lnTo>
                  <a:lnTo>
                    <a:pt x="1464" y="583"/>
                  </a:lnTo>
                  <a:lnTo>
                    <a:pt x="1457" y="595"/>
                  </a:lnTo>
                  <a:lnTo>
                    <a:pt x="1452" y="608"/>
                  </a:lnTo>
                  <a:lnTo>
                    <a:pt x="1437" y="615"/>
                  </a:lnTo>
                  <a:lnTo>
                    <a:pt x="1418" y="619"/>
                  </a:lnTo>
                  <a:lnTo>
                    <a:pt x="1406" y="625"/>
                  </a:lnTo>
                  <a:lnTo>
                    <a:pt x="1395" y="629"/>
                  </a:lnTo>
                  <a:lnTo>
                    <a:pt x="1368" y="629"/>
                  </a:lnTo>
                  <a:lnTo>
                    <a:pt x="1358" y="630"/>
                  </a:lnTo>
                  <a:lnTo>
                    <a:pt x="1352" y="627"/>
                  </a:lnTo>
                  <a:lnTo>
                    <a:pt x="1344" y="623"/>
                  </a:lnTo>
                  <a:lnTo>
                    <a:pt x="1343" y="617"/>
                  </a:lnTo>
                  <a:lnTo>
                    <a:pt x="1337" y="611"/>
                  </a:lnTo>
                  <a:lnTo>
                    <a:pt x="1330" y="608"/>
                  </a:lnTo>
                  <a:lnTo>
                    <a:pt x="1304" y="597"/>
                  </a:lnTo>
                  <a:lnTo>
                    <a:pt x="1292" y="594"/>
                  </a:lnTo>
                  <a:lnTo>
                    <a:pt x="1277" y="589"/>
                  </a:lnTo>
                  <a:lnTo>
                    <a:pt x="1262" y="586"/>
                  </a:lnTo>
                  <a:lnTo>
                    <a:pt x="1247" y="583"/>
                  </a:lnTo>
                  <a:lnTo>
                    <a:pt x="1216" y="576"/>
                  </a:lnTo>
                  <a:lnTo>
                    <a:pt x="1182" y="562"/>
                  </a:lnTo>
                  <a:lnTo>
                    <a:pt x="1171" y="556"/>
                  </a:lnTo>
                  <a:lnTo>
                    <a:pt x="1160" y="555"/>
                  </a:lnTo>
                  <a:lnTo>
                    <a:pt x="1150" y="556"/>
                  </a:lnTo>
                  <a:lnTo>
                    <a:pt x="1144" y="559"/>
                  </a:lnTo>
                  <a:lnTo>
                    <a:pt x="1139" y="567"/>
                  </a:lnTo>
                  <a:lnTo>
                    <a:pt x="1132" y="568"/>
                  </a:lnTo>
                  <a:lnTo>
                    <a:pt x="0" y="248"/>
                  </a:lnTo>
                  <a:lnTo>
                    <a:pt x="57" y="60"/>
                  </a:lnTo>
                  <a:lnTo>
                    <a:pt x="52" y="54"/>
                  </a:lnTo>
                  <a:lnTo>
                    <a:pt x="51" y="46"/>
                  </a:lnTo>
                  <a:lnTo>
                    <a:pt x="50" y="39"/>
                  </a:lnTo>
                  <a:lnTo>
                    <a:pt x="48" y="33"/>
                  </a:lnTo>
                  <a:lnTo>
                    <a:pt x="42" y="23"/>
                  </a:lnTo>
                  <a:lnTo>
                    <a:pt x="44" y="12"/>
                  </a:lnTo>
                  <a:lnTo>
                    <a:pt x="47" y="5"/>
                  </a:lnTo>
                  <a:lnTo>
                    <a:pt x="54" y="0"/>
                  </a:lnTo>
                  <a:lnTo>
                    <a:pt x="65" y="1"/>
                  </a:lnTo>
                  <a:lnTo>
                    <a:pt x="69" y="4"/>
                  </a:lnTo>
                  <a:lnTo>
                    <a:pt x="71" y="11"/>
                  </a:lnTo>
                  <a:lnTo>
                    <a:pt x="69" y="19"/>
                  </a:lnTo>
                  <a:lnTo>
                    <a:pt x="76" y="19"/>
                  </a:lnTo>
                  <a:lnTo>
                    <a:pt x="83" y="19"/>
                  </a:lnTo>
                  <a:lnTo>
                    <a:pt x="90" y="24"/>
                  </a:lnTo>
                  <a:lnTo>
                    <a:pt x="93" y="28"/>
                  </a:lnTo>
                  <a:lnTo>
                    <a:pt x="97" y="31"/>
                  </a:lnTo>
                  <a:lnTo>
                    <a:pt x="107" y="38"/>
                  </a:lnTo>
                  <a:lnTo>
                    <a:pt x="112" y="41"/>
                  </a:lnTo>
                  <a:lnTo>
                    <a:pt x="128" y="37"/>
                  </a:lnTo>
                  <a:lnTo>
                    <a:pt x="137" y="35"/>
                  </a:lnTo>
                  <a:lnTo>
                    <a:pt x="151" y="37"/>
                  </a:lnTo>
                  <a:lnTo>
                    <a:pt x="157" y="40"/>
                  </a:lnTo>
                  <a:lnTo>
                    <a:pt x="225" y="65"/>
                  </a:lnTo>
                  <a:lnTo>
                    <a:pt x="273" y="82"/>
                  </a:lnTo>
                  <a:lnTo>
                    <a:pt x="280" y="75"/>
                  </a:lnTo>
                  <a:lnTo>
                    <a:pt x="286" y="67"/>
                  </a:lnTo>
                  <a:lnTo>
                    <a:pt x="292" y="62"/>
                  </a:lnTo>
                  <a:lnTo>
                    <a:pt x="314" y="60"/>
                  </a:lnTo>
                  <a:lnTo>
                    <a:pt x="333" y="45"/>
                  </a:lnTo>
                  <a:lnTo>
                    <a:pt x="338" y="37"/>
                  </a:lnTo>
                  <a:lnTo>
                    <a:pt x="347" y="31"/>
                  </a:lnTo>
                  <a:lnTo>
                    <a:pt x="359" y="29"/>
                  </a:lnTo>
                  <a:lnTo>
                    <a:pt x="369" y="29"/>
                  </a:lnTo>
                  <a:lnTo>
                    <a:pt x="383" y="27"/>
                  </a:lnTo>
                  <a:lnTo>
                    <a:pt x="397" y="24"/>
                  </a:lnTo>
                  <a:lnTo>
                    <a:pt x="424" y="25"/>
                  </a:lnTo>
                  <a:lnTo>
                    <a:pt x="463" y="22"/>
                  </a:lnTo>
                  <a:lnTo>
                    <a:pt x="519" y="15"/>
                  </a:lnTo>
                  <a:lnTo>
                    <a:pt x="530" y="12"/>
                  </a:lnTo>
                  <a:lnTo>
                    <a:pt x="540" y="14"/>
                  </a:lnTo>
                  <a:lnTo>
                    <a:pt x="546" y="14"/>
                  </a:lnTo>
                  <a:lnTo>
                    <a:pt x="555" y="11"/>
                  </a:lnTo>
                  <a:lnTo>
                    <a:pt x="565" y="8"/>
                  </a:lnTo>
                  <a:lnTo>
                    <a:pt x="574" y="8"/>
                  </a:lnTo>
                  <a:lnTo>
                    <a:pt x="581" y="11"/>
                  </a:lnTo>
                  <a:lnTo>
                    <a:pt x="603" y="24"/>
                  </a:lnTo>
                  <a:lnTo>
                    <a:pt x="614" y="32"/>
                  </a:lnTo>
                  <a:lnTo>
                    <a:pt x="620" y="36"/>
                  </a:lnTo>
                  <a:lnTo>
                    <a:pt x="624" y="43"/>
                  </a:lnTo>
                  <a:lnTo>
                    <a:pt x="627" y="48"/>
                  </a:lnTo>
                  <a:lnTo>
                    <a:pt x="633" y="56"/>
                  </a:lnTo>
                  <a:lnTo>
                    <a:pt x="640" y="54"/>
                  </a:lnTo>
                  <a:lnTo>
                    <a:pt x="648" y="46"/>
                  </a:lnTo>
                  <a:lnTo>
                    <a:pt x="654" y="36"/>
                  </a:lnTo>
                  <a:lnTo>
                    <a:pt x="661" y="29"/>
                  </a:lnTo>
                  <a:lnTo>
                    <a:pt x="667" y="27"/>
                  </a:lnTo>
                  <a:lnTo>
                    <a:pt x="676" y="20"/>
                  </a:lnTo>
                  <a:lnTo>
                    <a:pt x="681" y="15"/>
                  </a:lnTo>
                  <a:lnTo>
                    <a:pt x="687" y="22"/>
                  </a:lnTo>
                  <a:lnTo>
                    <a:pt x="695" y="24"/>
                  </a:lnTo>
                  <a:lnTo>
                    <a:pt x="702" y="27"/>
                  </a:lnTo>
                  <a:lnTo>
                    <a:pt x="710" y="32"/>
                  </a:lnTo>
                  <a:lnTo>
                    <a:pt x="716" y="34"/>
                  </a:lnTo>
                  <a:lnTo>
                    <a:pt x="726" y="50"/>
                  </a:lnTo>
                  <a:lnTo>
                    <a:pt x="728" y="59"/>
                  </a:lnTo>
                  <a:lnTo>
                    <a:pt x="728" y="6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l1434"/>
            <p:cNvSpPr/>
            <p:nvPr/>
          </p:nvSpPr>
          <p:spPr>
            <a:xfrm>
              <a:off x="4783396" y="5400187"/>
              <a:ext cx="409" cy="617"/>
            </a:xfrm>
            <a:custGeom>
              <a:avLst/>
              <a:pathLst>
                <a:path w="409" h="617">
                  <a:moveTo>
                    <a:pt x="114" y="615"/>
                  </a:moveTo>
                  <a:lnTo>
                    <a:pt x="97" y="617"/>
                  </a:lnTo>
                  <a:lnTo>
                    <a:pt x="11" y="556"/>
                  </a:lnTo>
                  <a:lnTo>
                    <a:pt x="1" y="542"/>
                  </a:lnTo>
                  <a:lnTo>
                    <a:pt x="0" y="535"/>
                  </a:lnTo>
                  <a:lnTo>
                    <a:pt x="87" y="117"/>
                  </a:lnTo>
                  <a:lnTo>
                    <a:pt x="133" y="33"/>
                  </a:lnTo>
                  <a:lnTo>
                    <a:pt x="141" y="17"/>
                  </a:lnTo>
                  <a:lnTo>
                    <a:pt x="329" y="0"/>
                  </a:lnTo>
                  <a:lnTo>
                    <a:pt x="394" y="5"/>
                  </a:lnTo>
                  <a:lnTo>
                    <a:pt x="406" y="19"/>
                  </a:lnTo>
                  <a:lnTo>
                    <a:pt x="409" y="112"/>
                  </a:lnTo>
                  <a:lnTo>
                    <a:pt x="377" y="252"/>
                  </a:lnTo>
                  <a:lnTo>
                    <a:pt x="372" y="273"/>
                  </a:lnTo>
                  <a:lnTo>
                    <a:pt x="114" y="61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l1435"/>
            <p:cNvSpPr/>
            <p:nvPr/>
          </p:nvSpPr>
          <p:spPr>
            <a:xfrm>
              <a:off x="4776462" y="5398699"/>
              <a:ext cx="902" cy="720"/>
            </a:xfrm>
            <a:custGeom>
              <a:avLst/>
              <a:pathLst>
                <a:path w="902" h="720">
                  <a:moveTo>
                    <a:pt x="816" y="550"/>
                  </a:moveTo>
                  <a:lnTo>
                    <a:pt x="805" y="555"/>
                  </a:lnTo>
                  <a:lnTo>
                    <a:pt x="730" y="581"/>
                  </a:lnTo>
                  <a:lnTo>
                    <a:pt x="685" y="579"/>
                  </a:lnTo>
                  <a:lnTo>
                    <a:pt x="671" y="571"/>
                  </a:lnTo>
                  <a:lnTo>
                    <a:pt x="637" y="542"/>
                  </a:lnTo>
                  <a:lnTo>
                    <a:pt x="592" y="515"/>
                  </a:lnTo>
                  <a:lnTo>
                    <a:pt x="561" y="535"/>
                  </a:lnTo>
                  <a:lnTo>
                    <a:pt x="535" y="586"/>
                  </a:lnTo>
                  <a:lnTo>
                    <a:pt x="540" y="606"/>
                  </a:lnTo>
                  <a:lnTo>
                    <a:pt x="523" y="621"/>
                  </a:lnTo>
                  <a:lnTo>
                    <a:pt x="443" y="684"/>
                  </a:lnTo>
                  <a:lnTo>
                    <a:pt x="341" y="720"/>
                  </a:lnTo>
                  <a:lnTo>
                    <a:pt x="207" y="708"/>
                  </a:lnTo>
                  <a:lnTo>
                    <a:pt x="87" y="697"/>
                  </a:lnTo>
                  <a:lnTo>
                    <a:pt x="1" y="680"/>
                  </a:lnTo>
                  <a:lnTo>
                    <a:pt x="0" y="653"/>
                  </a:lnTo>
                  <a:lnTo>
                    <a:pt x="6" y="641"/>
                  </a:lnTo>
                  <a:lnTo>
                    <a:pt x="14" y="628"/>
                  </a:lnTo>
                  <a:lnTo>
                    <a:pt x="77" y="529"/>
                  </a:lnTo>
                  <a:lnTo>
                    <a:pt x="94" y="503"/>
                  </a:lnTo>
                  <a:lnTo>
                    <a:pt x="115" y="474"/>
                  </a:lnTo>
                  <a:lnTo>
                    <a:pt x="322" y="185"/>
                  </a:lnTo>
                  <a:lnTo>
                    <a:pt x="351" y="144"/>
                  </a:lnTo>
                  <a:lnTo>
                    <a:pt x="388" y="113"/>
                  </a:lnTo>
                  <a:lnTo>
                    <a:pt x="568" y="0"/>
                  </a:lnTo>
                  <a:lnTo>
                    <a:pt x="601" y="3"/>
                  </a:lnTo>
                  <a:lnTo>
                    <a:pt x="709" y="13"/>
                  </a:lnTo>
                  <a:lnTo>
                    <a:pt x="727" y="23"/>
                  </a:lnTo>
                  <a:lnTo>
                    <a:pt x="822" y="182"/>
                  </a:lnTo>
                  <a:lnTo>
                    <a:pt x="902" y="317"/>
                  </a:lnTo>
                  <a:lnTo>
                    <a:pt x="816" y="55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l1436"/>
            <p:cNvSpPr/>
            <p:nvPr/>
          </p:nvSpPr>
          <p:spPr>
            <a:xfrm>
              <a:off x="4787611" y="5398781"/>
              <a:ext cx="455" cy="467"/>
            </a:xfrm>
            <a:custGeom>
              <a:avLst/>
              <a:pathLst>
                <a:path w="455" h="467">
                  <a:moveTo>
                    <a:pt x="411" y="457"/>
                  </a:moveTo>
                  <a:lnTo>
                    <a:pt x="383" y="467"/>
                  </a:lnTo>
                  <a:lnTo>
                    <a:pt x="154" y="349"/>
                  </a:lnTo>
                  <a:lnTo>
                    <a:pt x="61" y="259"/>
                  </a:lnTo>
                  <a:lnTo>
                    <a:pt x="0" y="76"/>
                  </a:lnTo>
                  <a:lnTo>
                    <a:pt x="120" y="0"/>
                  </a:lnTo>
                  <a:lnTo>
                    <a:pt x="153" y="1"/>
                  </a:lnTo>
                  <a:lnTo>
                    <a:pt x="229" y="87"/>
                  </a:lnTo>
                  <a:lnTo>
                    <a:pt x="339" y="193"/>
                  </a:lnTo>
                  <a:lnTo>
                    <a:pt x="370" y="223"/>
                  </a:lnTo>
                  <a:lnTo>
                    <a:pt x="453" y="288"/>
                  </a:lnTo>
                  <a:lnTo>
                    <a:pt x="455" y="334"/>
                  </a:lnTo>
                  <a:lnTo>
                    <a:pt x="435" y="437"/>
                  </a:lnTo>
                  <a:lnTo>
                    <a:pt x="411" y="45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l1437"/>
            <p:cNvSpPr/>
            <p:nvPr/>
          </p:nvSpPr>
          <p:spPr>
            <a:xfrm>
              <a:off x="4782694" y="5396887"/>
              <a:ext cx="1218" cy="811"/>
            </a:xfrm>
            <a:custGeom>
              <a:avLst/>
              <a:pathLst>
                <a:path w="1218" h="811">
                  <a:moveTo>
                    <a:pt x="755" y="348"/>
                  </a:moveTo>
                  <a:lnTo>
                    <a:pt x="810" y="361"/>
                  </a:lnTo>
                  <a:lnTo>
                    <a:pt x="827" y="298"/>
                  </a:lnTo>
                  <a:lnTo>
                    <a:pt x="841" y="279"/>
                  </a:lnTo>
                  <a:lnTo>
                    <a:pt x="932" y="287"/>
                  </a:lnTo>
                  <a:lnTo>
                    <a:pt x="1199" y="529"/>
                  </a:lnTo>
                  <a:lnTo>
                    <a:pt x="1216" y="545"/>
                  </a:lnTo>
                  <a:lnTo>
                    <a:pt x="1218" y="566"/>
                  </a:lnTo>
                  <a:lnTo>
                    <a:pt x="1206" y="588"/>
                  </a:lnTo>
                  <a:lnTo>
                    <a:pt x="1025" y="697"/>
                  </a:lnTo>
                  <a:lnTo>
                    <a:pt x="876" y="746"/>
                  </a:lnTo>
                  <a:lnTo>
                    <a:pt x="837" y="760"/>
                  </a:lnTo>
                  <a:lnTo>
                    <a:pt x="830" y="758"/>
                  </a:lnTo>
                  <a:lnTo>
                    <a:pt x="794" y="803"/>
                  </a:lnTo>
                  <a:lnTo>
                    <a:pt x="765" y="811"/>
                  </a:lnTo>
                  <a:lnTo>
                    <a:pt x="737" y="808"/>
                  </a:lnTo>
                  <a:lnTo>
                    <a:pt x="574" y="761"/>
                  </a:lnTo>
                  <a:lnTo>
                    <a:pt x="435" y="732"/>
                  </a:lnTo>
                  <a:lnTo>
                    <a:pt x="439" y="701"/>
                  </a:lnTo>
                  <a:lnTo>
                    <a:pt x="450" y="630"/>
                  </a:lnTo>
                  <a:lnTo>
                    <a:pt x="432" y="643"/>
                  </a:lnTo>
                  <a:lnTo>
                    <a:pt x="396" y="688"/>
                  </a:lnTo>
                  <a:lnTo>
                    <a:pt x="370" y="721"/>
                  </a:lnTo>
                  <a:lnTo>
                    <a:pt x="330" y="760"/>
                  </a:lnTo>
                  <a:lnTo>
                    <a:pt x="302" y="782"/>
                  </a:lnTo>
                  <a:lnTo>
                    <a:pt x="268" y="793"/>
                  </a:lnTo>
                  <a:lnTo>
                    <a:pt x="242" y="790"/>
                  </a:lnTo>
                  <a:lnTo>
                    <a:pt x="213" y="779"/>
                  </a:lnTo>
                  <a:lnTo>
                    <a:pt x="139" y="728"/>
                  </a:lnTo>
                  <a:lnTo>
                    <a:pt x="12" y="695"/>
                  </a:lnTo>
                  <a:lnTo>
                    <a:pt x="6" y="691"/>
                  </a:lnTo>
                  <a:lnTo>
                    <a:pt x="0" y="678"/>
                  </a:lnTo>
                  <a:lnTo>
                    <a:pt x="102" y="608"/>
                  </a:lnTo>
                  <a:lnTo>
                    <a:pt x="191" y="522"/>
                  </a:lnTo>
                  <a:lnTo>
                    <a:pt x="223" y="475"/>
                  </a:lnTo>
                  <a:lnTo>
                    <a:pt x="255" y="280"/>
                  </a:lnTo>
                  <a:lnTo>
                    <a:pt x="245" y="237"/>
                  </a:lnTo>
                  <a:lnTo>
                    <a:pt x="260" y="179"/>
                  </a:lnTo>
                  <a:lnTo>
                    <a:pt x="595" y="18"/>
                  </a:lnTo>
                  <a:lnTo>
                    <a:pt x="695" y="0"/>
                  </a:lnTo>
                  <a:lnTo>
                    <a:pt x="788" y="10"/>
                  </a:lnTo>
                  <a:lnTo>
                    <a:pt x="722" y="118"/>
                  </a:lnTo>
                  <a:lnTo>
                    <a:pt x="680" y="246"/>
                  </a:lnTo>
                  <a:lnTo>
                    <a:pt x="704" y="327"/>
                  </a:lnTo>
                  <a:lnTo>
                    <a:pt x="755" y="34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l1438"/>
            <p:cNvSpPr/>
            <p:nvPr/>
          </p:nvSpPr>
          <p:spPr>
            <a:xfrm>
              <a:off x="4788127" y="5397548"/>
              <a:ext cx="1015" cy="718"/>
            </a:xfrm>
            <a:custGeom>
              <a:avLst/>
              <a:pathLst>
                <a:path w="1015" h="718">
                  <a:moveTo>
                    <a:pt x="977" y="490"/>
                  </a:moveTo>
                  <a:lnTo>
                    <a:pt x="996" y="560"/>
                  </a:lnTo>
                  <a:lnTo>
                    <a:pt x="1015" y="632"/>
                  </a:lnTo>
                  <a:lnTo>
                    <a:pt x="1010" y="651"/>
                  </a:lnTo>
                  <a:lnTo>
                    <a:pt x="983" y="683"/>
                  </a:lnTo>
                  <a:lnTo>
                    <a:pt x="974" y="688"/>
                  </a:lnTo>
                  <a:lnTo>
                    <a:pt x="915" y="712"/>
                  </a:lnTo>
                  <a:lnTo>
                    <a:pt x="900" y="718"/>
                  </a:lnTo>
                  <a:lnTo>
                    <a:pt x="646" y="508"/>
                  </a:lnTo>
                  <a:lnTo>
                    <a:pt x="433" y="430"/>
                  </a:lnTo>
                  <a:lnTo>
                    <a:pt x="418" y="459"/>
                  </a:lnTo>
                  <a:lnTo>
                    <a:pt x="330" y="511"/>
                  </a:lnTo>
                  <a:lnTo>
                    <a:pt x="179" y="362"/>
                  </a:lnTo>
                  <a:lnTo>
                    <a:pt x="35" y="175"/>
                  </a:lnTo>
                  <a:lnTo>
                    <a:pt x="0" y="106"/>
                  </a:lnTo>
                  <a:lnTo>
                    <a:pt x="22" y="35"/>
                  </a:lnTo>
                  <a:lnTo>
                    <a:pt x="441" y="0"/>
                  </a:lnTo>
                  <a:lnTo>
                    <a:pt x="447" y="3"/>
                  </a:lnTo>
                  <a:lnTo>
                    <a:pt x="490" y="88"/>
                  </a:lnTo>
                  <a:lnTo>
                    <a:pt x="564" y="273"/>
                  </a:lnTo>
                  <a:lnTo>
                    <a:pt x="651" y="363"/>
                  </a:lnTo>
                  <a:lnTo>
                    <a:pt x="871" y="458"/>
                  </a:lnTo>
                  <a:lnTo>
                    <a:pt x="912" y="466"/>
                  </a:lnTo>
                  <a:lnTo>
                    <a:pt x="977" y="49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l1439"/>
            <p:cNvSpPr/>
            <p:nvPr/>
          </p:nvSpPr>
          <p:spPr>
            <a:xfrm>
              <a:off x="4789244" y="5397392"/>
              <a:ext cx="1926" cy="1589"/>
            </a:xfrm>
            <a:custGeom>
              <a:avLst/>
              <a:pathLst>
                <a:path w="1926" h="1589">
                  <a:moveTo>
                    <a:pt x="1502" y="660"/>
                  </a:moveTo>
                  <a:lnTo>
                    <a:pt x="1523" y="665"/>
                  </a:lnTo>
                  <a:lnTo>
                    <a:pt x="1558" y="660"/>
                  </a:lnTo>
                  <a:lnTo>
                    <a:pt x="1640" y="534"/>
                  </a:lnTo>
                  <a:lnTo>
                    <a:pt x="1897" y="523"/>
                  </a:lnTo>
                  <a:lnTo>
                    <a:pt x="1926" y="588"/>
                  </a:lnTo>
                  <a:lnTo>
                    <a:pt x="1916" y="609"/>
                  </a:lnTo>
                  <a:lnTo>
                    <a:pt x="1641" y="941"/>
                  </a:lnTo>
                  <a:lnTo>
                    <a:pt x="1399" y="1024"/>
                  </a:lnTo>
                  <a:lnTo>
                    <a:pt x="1223" y="1031"/>
                  </a:lnTo>
                  <a:lnTo>
                    <a:pt x="1041" y="985"/>
                  </a:lnTo>
                  <a:lnTo>
                    <a:pt x="918" y="916"/>
                  </a:lnTo>
                  <a:lnTo>
                    <a:pt x="896" y="905"/>
                  </a:lnTo>
                  <a:lnTo>
                    <a:pt x="880" y="904"/>
                  </a:lnTo>
                  <a:lnTo>
                    <a:pt x="841" y="902"/>
                  </a:lnTo>
                  <a:lnTo>
                    <a:pt x="813" y="919"/>
                  </a:lnTo>
                  <a:lnTo>
                    <a:pt x="755" y="1052"/>
                  </a:lnTo>
                  <a:lnTo>
                    <a:pt x="751" y="1082"/>
                  </a:lnTo>
                  <a:lnTo>
                    <a:pt x="770" y="1143"/>
                  </a:lnTo>
                  <a:lnTo>
                    <a:pt x="1009" y="1393"/>
                  </a:lnTo>
                  <a:lnTo>
                    <a:pt x="1051" y="1423"/>
                  </a:lnTo>
                  <a:lnTo>
                    <a:pt x="1210" y="1532"/>
                  </a:lnTo>
                  <a:lnTo>
                    <a:pt x="1156" y="1589"/>
                  </a:lnTo>
                  <a:lnTo>
                    <a:pt x="1093" y="1578"/>
                  </a:lnTo>
                  <a:lnTo>
                    <a:pt x="946" y="1548"/>
                  </a:lnTo>
                  <a:lnTo>
                    <a:pt x="937" y="1547"/>
                  </a:lnTo>
                  <a:lnTo>
                    <a:pt x="847" y="1508"/>
                  </a:lnTo>
                  <a:lnTo>
                    <a:pt x="753" y="1389"/>
                  </a:lnTo>
                  <a:lnTo>
                    <a:pt x="316" y="1304"/>
                  </a:lnTo>
                  <a:lnTo>
                    <a:pt x="24" y="1247"/>
                  </a:lnTo>
                  <a:lnTo>
                    <a:pt x="8" y="1236"/>
                  </a:lnTo>
                  <a:lnTo>
                    <a:pt x="0" y="1110"/>
                  </a:lnTo>
                  <a:lnTo>
                    <a:pt x="3" y="1089"/>
                  </a:lnTo>
                  <a:lnTo>
                    <a:pt x="31" y="1066"/>
                  </a:lnTo>
                  <a:lnTo>
                    <a:pt x="47" y="1055"/>
                  </a:lnTo>
                  <a:lnTo>
                    <a:pt x="47" y="1027"/>
                  </a:lnTo>
                  <a:lnTo>
                    <a:pt x="50" y="1016"/>
                  </a:lnTo>
                  <a:lnTo>
                    <a:pt x="78" y="1014"/>
                  </a:lnTo>
                  <a:lnTo>
                    <a:pt x="136" y="1014"/>
                  </a:lnTo>
                  <a:lnTo>
                    <a:pt x="210" y="1050"/>
                  </a:lnTo>
                  <a:lnTo>
                    <a:pt x="252" y="1058"/>
                  </a:lnTo>
                  <a:lnTo>
                    <a:pt x="274" y="1053"/>
                  </a:lnTo>
                  <a:lnTo>
                    <a:pt x="302" y="1024"/>
                  </a:lnTo>
                  <a:lnTo>
                    <a:pt x="319" y="991"/>
                  </a:lnTo>
                  <a:lnTo>
                    <a:pt x="325" y="967"/>
                  </a:lnTo>
                  <a:lnTo>
                    <a:pt x="325" y="935"/>
                  </a:lnTo>
                  <a:lnTo>
                    <a:pt x="320" y="919"/>
                  </a:lnTo>
                  <a:lnTo>
                    <a:pt x="301" y="888"/>
                  </a:lnTo>
                  <a:lnTo>
                    <a:pt x="259" y="815"/>
                  </a:lnTo>
                  <a:lnTo>
                    <a:pt x="149" y="717"/>
                  </a:lnTo>
                  <a:lnTo>
                    <a:pt x="102" y="662"/>
                  </a:lnTo>
                  <a:lnTo>
                    <a:pt x="80" y="630"/>
                  </a:lnTo>
                  <a:lnTo>
                    <a:pt x="83" y="610"/>
                  </a:lnTo>
                  <a:lnTo>
                    <a:pt x="131" y="559"/>
                  </a:lnTo>
                  <a:lnTo>
                    <a:pt x="228" y="499"/>
                  </a:lnTo>
                  <a:lnTo>
                    <a:pt x="305" y="505"/>
                  </a:lnTo>
                  <a:lnTo>
                    <a:pt x="369" y="532"/>
                  </a:lnTo>
                  <a:lnTo>
                    <a:pt x="472" y="463"/>
                  </a:lnTo>
                  <a:lnTo>
                    <a:pt x="533" y="374"/>
                  </a:lnTo>
                  <a:lnTo>
                    <a:pt x="512" y="264"/>
                  </a:lnTo>
                  <a:lnTo>
                    <a:pt x="459" y="143"/>
                  </a:lnTo>
                  <a:lnTo>
                    <a:pt x="448" y="131"/>
                  </a:lnTo>
                  <a:lnTo>
                    <a:pt x="592" y="5"/>
                  </a:lnTo>
                  <a:lnTo>
                    <a:pt x="691" y="0"/>
                  </a:lnTo>
                  <a:lnTo>
                    <a:pt x="1060" y="403"/>
                  </a:lnTo>
                  <a:lnTo>
                    <a:pt x="1497" y="658"/>
                  </a:lnTo>
                  <a:lnTo>
                    <a:pt x="1502" y="6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l1440"/>
            <p:cNvSpPr/>
            <p:nvPr/>
          </p:nvSpPr>
          <p:spPr>
            <a:xfrm>
              <a:off x="4783500" y="5393655"/>
              <a:ext cx="5324" cy="3242"/>
            </a:xfrm>
            <a:custGeom>
              <a:avLst/>
              <a:pathLst>
                <a:path w="5324" h="3242">
                  <a:moveTo>
                    <a:pt x="2700" y="1845"/>
                  </a:moveTo>
                  <a:lnTo>
                    <a:pt x="2791" y="1863"/>
                  </a:lnTo>
                  <a:lnTo>
                    <a:pt x="2972" y="1864"/>
                  </a:lnTo>
                  <a:lnTo>
                    <a:pt x="3266" y="1867"/>
                  </a:lnTo>
                  <a:lnTo>
                    <a:pt x="3585" y="1726"/>
                  </a:lnTo>
                  <a:lnTo>
                    <a:pt x="3793" y="1598"/>
                  </a:lnTo>
                  <a:lnTo>
                    <a:pt x="3790" y="1544"/>
                  </a:lnTo>
                  <a:lnTo>
                    <a:pt x="3789" y="1514"/>
                  </a:lnTo>
                  <a:lnTo>
                    <a:pt x="3783" y="1412"/>
                  </a:lnTo>
                  <a:lnTo>
                    <a:pt x="3827" y="1349"/>
                  </a:lnTo>
                  <a:lnTo>
                    <a:pt x="3892" y="1313"/>
                  </a:lnTo>
                  <a:lnTo>
                    <a:pt x="4163" y="1327"/>
                  </a:lnTo>
                  <a:lnTo>
                    <a:pt x="4143" y="1365"/>
                  </a:lnTo>
                  <a:lnTo>
                    <a:pt x="4125" y="1429"/>
                  </a:lnTo>
                  <a:lnTo>
                    <a:pt x="4136" y="1481"/>
                  </a:lnTo>
                  <a:lnTo>
                    <a:pt x="4161" y="1544"/>
                  </a:lnTo>
                  <a:lnTo>
                    <a:pt x="4197" y="1638"/>
                  </a:lnTo>
                  <a:lnTo>
                    <a:pt x="4275" y="1656"/>
                  </a:lnTo>
                  <a:lnTo>
                    <a:pt x="4335" y="1643"/>
                  </a:lnTo>
                  <a:lnTo>
                    <a:pt x="4396" y="1621"/>
                  </a:lnTo>
                  <a:lnTo>
                    <a:pt x="4444" y="1592"/>
                  </a:lnTo>
                  <a:lnTo>
                    <a:pt x="4460" y="1573"/>
                  </a:lnTo>
                  <a:lnTo>
                    <a:pt x="4476" y="1527"/>
                  </a:lnTo>
                  <a:lnTo>
                    <a:pt x="4477" y="1517"/>
                  </a:lnTo>
                  <a:lnTo>
                    <a:pt x="4478" y="1445"/>
                  </a:lnTo>
                  <a:lnTo>
                    <a:pt x="4775" y="1154"/>
                  </a:lnTo>
                  <a:lnTo>
                    <a:pt x="4854" y="1083"/>
                  </a:lnTo>
                  <a:lnTo>
                    <a:pt x="4888" y="1080"/>
                  </a:lnTo>
                  <a:lnTo>
                    <a:pt x="5190" y="1215"/>
                  </a:lnTo>
                  <a:lnTo>
                    <a:pt x="5199" y="1221"/>
                  </a:lnTo>
                  <a:lnTo>
                    <a:pt x="5231" y="1266"/>
                  </a:lnTo>
                  <a:lnTo>
                    <a:pt x="5236" y="1305"/>
                  </a:lnTo>
                  <a:lnTo>
                    <a:pt x="5225" y="1351"/>
                  </a:lnTo>
                  <a:lnTo>
                    <a:pt x="5160" y="1407"/>
                  </a:lnTo>
                  <a:lnTo>
                    <a:pt x="4949" y="1526"/>
                  </a:lnTo>
                  <a:lnTo>
                    <a:pt x="4923" y="1522"/>
                  </a:lnTo>
                  <a:lnTo>
                    <a:pt x="4859" y="1460"/>
                  </a:lnTo>
                  <a:lnTo>
                    <a:pt x="4816" y="1464"/>
                  </a:lnTo>
                  <a:lnTo>
                    <a:pt x="4723" y="1496"/>
                  </a:lnTo>
                  <a:lnTo>
                    <a:pt x="4674" y="1566"/>
                  </a:lnTo>
                  <a:lnTo>
                    <a:pt x="4758" y="1813"/>
                  </a:lnTo>
                  <a:lnTo>
                    <a:pt x="4809" y="1964"/>
                  </a:lnTo>
                  <a:lnTo>
                    <a:pt x="4826" y="1992"/>
                  </a:lnTo>
                  <a:lnTo>
                    <a:pt x="4854" y="2009"/>
                  </a:lnTo>
                  <a:lnTo>
                    <a:pt x="5136" y="2058"/>
                  </a:lnTo>
                  <a:lnTo>
                    <a:pt x="5198" y="2069"/>
                  </a:lnTo>
                  <a:lnTo>
                    <a:pt x="5324" y="2169"/>
                  </a:lnTo>
                  <a:lnTo>
                    <a:pt x="5305" y="2201"/>
                  </a:lnTo>
                  <a:lnTo>
                    <a:pt x="5096" y="2444"/>
                  </a:lnTo>
                  <a:lnTo>
                    <a:pt x="4899" y="2305"/>
                  </a:lnTo>
                  <a:lnTo>
                    <a:pt x="4548" y="2141"/>
                  </a:lnTo>
                  <a:lnTo>
                    <a:pt x="4523" y="2137"/>
                  </a:lnTo>
                  <a:lnTo>
                    <a:pt x="4183" y="2178"/>
                  </a:lnTo>
                  <a:lnTo>
                    <a:pt x="4121" y="2185"/>
                  </a:lnTo>
                  <a:lnTo>
                    <a:pt x="4114" y="2190"/>
                  </a:lnTo>
                  <a:lnTo>
                    <a:pt x="4032" y="2239"/>
                  </a:lnTo>
                  <a:lnTo>
                    <a:pt x="3996" y="2294"/>
                  </a:lnTo>
                  <a:lnTo>
                    <a:pt x="3675" y="2385"/>
                  </a:lnTo>
                  <a:lnTo>
                    <a:pt x="3384" y="2286"/>
                  </a:lnTo>
                  <a:lnTo>
                    <a:pt x="3077" y="2572"/>
                  </a:lnTo>
                  <a:lnTo>
                    <a:pt x="3058" y="2572"/>
                  </a:lnTo>
                  <a:lnTo>
                    <a:pt x="3050" y="2569"/>
                  </a:lnTo>
                  <a:lnTo>
                    <a:pt x="2972" y="2450"/>
                  </a:lnTo>
                  <a:lnTo>
                    <a:pt x="2948" y="2410"/>
                  </a:lnTo>
                  <a:lnTo>
                    <a:pt x="2933" y="2333"/>
                  </a:lnTo>
                  <a:lnTo>
                    <a:pt x="2946" y="2292"/>
                  </a:lnTo>
                  <a:lnTo>
                    <a:pt x="2981" y="2256"/>
                  </a:lnTo>
                  <a:lnTo>
                    <a:pt x="2971" y="2219"/>
                  </a:lnTo>
                  <a:lnTo>
                    <a:pt x="2943" y="2191"/>
                  </a:lnTo>
                  <a:lnTo>
                    <a:pt x="2777" y="2184"/>
                  </a:lnTo>
                  <a:lnTo>
                    <a:pt x="2722" y="2189"/>
                  </a:lnTo>
                  <a:lnTo>
                    <a:pt x="2132" y="2387"/>
                  </a:lnTo>
                  <a:lnTo>
                    <a:pt x="1936" y="2521"/>
                  </a:lnTo>
                  <a:lnTo>
                    <a:pt x="1882" y="2578"/>
                  </a:lnTo>
                  <a:lnTo>
                    <a:pt x="1864" y="2605"/>
                  </a:lnTo>
                  <a:lnTo>
                    <a:pt x="1809" y="2686"/>
                  </a:lnTo>
                  <a:lnTo>
                    <a:pt x="1570" y="2676"/>
                  </a:lnTo>
                  <a:lnTo>
                    <a:pt x="1561" y="2673"/>
                  </a:lnTo>
                  <a:lnTo>
                    <a:pt x="1279" y="2574"/>
                  </a:lnTo>
                  <a:lnTo>
                    <a:pt x="873" y="2458"/>
                  </a:lnTo>
                  <a:lnTo>
                    <a:pt x="809" y="2456"/>
                  </a:lnTo>
                  <a:lnTo>
                    <a:pt x="781" y="2462"/>
                  </a:lnTo>
                  <a:lnTo>
                    <a:pt x="363" y="2691"/>
                  </a:lnTo>
                  <a:lnTo>
                    <a:pt x="192" y="2840"/>
                  </a:lnTo>
                  <a:lnTo>
                    <a:pt x="159" y="2869"/>
                  </a:lnTo>
                  <a:lnTo>
                    <a:pt x="130" y="2894"/>
                  </a:lnTo>
                  <a:lnTo>
                    <a:pt x="124" y="2933"/>
                  </a:lnTo>
                  <a:lnTo>
                    <a:pt x="140" y="3020"/>
                  </a:lnTo>
                  <a:lnTo>
                    <a:pt x="153" y="3031"/>
                  </a:lnTo>
                  <a:lnTo>
                    <a:pt x="178" y="3036"/>
                  </a:lnTo>
                  <a:lnTo>
                    <a:pt x="302" y="3059"/>
                  </a:lnTo>
                  <a:lnTo>
                    <a:pt x="299" y="3091"/>
                  </a:lnTo>
                  <a:lnTo>
                    <a:pt x="295" y="3135"/>
                  </a:lnTo>
                  <a:lnTo>
                    <a:pt x="255" y="3224"/>
                  </a:lnTo>
                  <a:lnTo>
                    <a:pt x="233" y="3234"/>
                  </a:lnTo>
                  <a:lnTo>
                    <a:pt x="205" y="3242"/>
                  </a:lnTo>
                  <a:lnTo>
                    <a:pt x="177" y="3240"/>
                  </a:lnTo>
                  <a:lnTo>
                    <a:pt x="69" y="3208"/>
                  </a:lnTo>
                  <a:lnTo>
                    <a:pt x="65" y="3189"/>
                  </a:lnTo>
                  <a:lnTo>
                    <a:pt x="0" y="2870"/>
                  </a:lnTo>
                  <a:lnTo>
                    <a:pt x="64" y="2470"/>
                  </a:lnTo>
                  <a:lnTo>
                    <a:pt x="159" y="2294"/>
                  </a:lnTo>
                  <a:lnTo>
                    <a:pt x="231" y="2196"/>
                  </a:lnTo>
                  <a:lnTo>
                    <a:pt x="319" y="2143"/>
                  </a:lnTo>
                  <a:lnTo>
                    <a:pt x="323" y="2146"/>
                  </a:lnTo>
                  <a:lnTo>
                    <a:pt x="346" y="2141"/>
                  </a:lnTo>
                  <a:lnTo>
                    <a:pt x="703" y="1923"/>
                  </a:lnTo>
                  <a:lnTo>
                    <a:pt x="861" y="1533"/>
                  </a:lnTo>
                  <a:lnTo>
                    <a:pt x="884" y="768"/>
                  </a:lnTo>
                  <a:lnTo>
                    <a:pt x="879" y="738"/>
                  </a:lnTo>
                  <a:lnTo>
                    <a:pt x="759" y="534"/>
                  </a:lnTo>
                  <a:lnTo>
                    <a:pt x="444" y="353"/>
                  </a:lnTo>
                  <a:lnTo>
                    <a:pt x="252" y="243"/>
                  </a:lnTo>
                  <a:lnTo>
                    <a:pt x="312" y="161"/>
                  </a:lnTo>
                  <a:lnTo>
                    <a:pt x="434" y="129"/>
                  </a:lnTo>
                  <a:lnTo>
                    <a:pt x="929" y="0"/>
                  </a:lnTo>
                  <a:lnTo>
                    <a:pt x="935" y="0"/>
                  </a:lnTo>
                  <a:lnTo>
                    <a:pt x="1052" y="51"/>
                  </a:lnTo>
                  <a:lnTo>
                    <a:pt x="1102" y="86"/>
                  </a:lnTo>
                  <a:lnTo>
                    <a:pt x="1178" y="181"/>
                  </a:lnTo>
                  <a:lnTo>
                    <a:pt x="1376" y="475"/>
                  </a:lnTo>
                  <a:lnTo>
                    <a:pt x="1644" y="821"/>
                  </a:lnTo>
                  <a:lnTo>
                    <a:pt x="1860" y="1034"/>
                  </a:lnTo>
                  <a:lnTo>
                    <a:pt x="2203" y="1286"/>
                  </a:lnTo>
                  <a:lnTo>
                    <a:pt x="2172" y="1382"/>
                  </a:lnTo>
                  <a:lnTo>
                    <a:pt x="2127" y="1416"/>
                  </a:lnTo>
                  <a:lnTo>
                    <a:pt x="2094" y="1505"/>
                  </a:lnTo>
                  <a:lnTo>
                    <a:pt x="2107" y="1546"/>
                  </a:lnTo>
                  <a:lnTo>
                    <a:pt x="2131" y="1581"/>
                  </a:lnTo>
                  <a:lnTo>
                    <a:pt x="2282" y="1670"/>
                  </a:lnTo>
                  <a:lnTo>
                    <a:pt x="2700" y="184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l1441"/>
            <p:cNvSpPr/>
            <p:nvPr/>
          </p:nvSpPr>
          <p:spPr>
            <a:xfrm>
              <a:off x="4781637" y="5392735"/>
              <a:ext cx="389" cy="1019"/>
            </a:xfrm>
            <a:custGeom>
              <a:avLst/>
              <a:pathLst>
                <a:path w="389" h="1019">
                  <a:moveTo>
                    <a:pt x="290" y="1012"/>
                  </a:moveTo>
                  <a:lnTo>
                    <a:pt x="273" y="1019"/>
                  </a:lnTo>
                  <a:lnTo>
                    <a:pt x="230" y="999"/>
                  </a:lnTo>
                  <a:lnTo>
                    <a:pt x="183" y="891"/>
                  </a:lnTo>
                  <a:lnTo>
                    <a:pt x="201" y="779"/>
                  </a:lnTo>
                  <a:lnTo>
                    <a:pt x="239" y="753"/>
                  </a:lnTo>
                  <a:lnTo>
                    <a:pt x="260" y="687"/>
                  </a:lnTo>
                  <a:lnTo>
                    <a:pt x="265" y="576"/>
                  </a:lnTo>
                  <a:lnTo>
                    <a:pt x="189" y="359"/>
                  </a:lnTo>
                  <a:lnTo>
                    <a:pt x="114" y="319"/>
                  </a:lnTo>
                  <a:lnTo>
                    <a:pt x="88" y="305"/>
                  </a:lnTo>
                  <a:lnTo>
                    <a:pt x="0" y="115"/>
                  </a:lnTo>
                  <a:lnTo>
                    <a:pt x="15" y="92"/>
                  </a:lnTo>
                  <a:lnTo>
                    <a:pt x="263" y="14"/>
                  </a:lnTo>
                  <a:lnTo>
                    <a:pt x="322" y="0"/>
                  </a:lnTo>
                  <a:lnTo>
                    <a:pt x="343" y="14"/>
                  </a:lnTo>
                  <a:lnTo>
                    <a:pt x="361" y="28"/>
                  </a:lnTo>
                  <a:lnTo>
                    <a:pt x="376" y="50"/>
                  </a:lnTo>
                  <a:lnTo>
                    <a:pt x="389" y="321"/>
                  </a:lnTo>
                  <a:lnTo>
                    <a:pt x="364" y="567"/>
                  </a:lnTo>
                  <a:lnTo>
                    <a:pt x="318" y="959"/>
                  </a:lnTo>
                  <a:lnTo>
                    <a:pt x="308" y="983"/>
                  </a:lnTo>
                  <a:lnTo>
                    <a:pt x="290" y="10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l1442"/>
            <p:cNvSpPr/>
            <p:nvPr/>
          </p:nvSpPr>
          <p:spPr>
            <a:xfrm>
              <a:off x="4784669" y="5393076"/>
              <a:ext cx="904" cy="652"/>
            </a:xfrm>
            <a:custGeom>
              <a:avLst/>
              <a:pathLst>
                <a:path w="904" h="652">
                  <a:moveTo>
                    <a:pt x="320" y="649"/>
                  </a:moveTo>
                  <a:lnTo>
                    <a:pt x="144" y="652"/>
                  </a:lnTo>
                  <a:lnTo>
                    <a:pt x="0" y="444"/>
                  </a:lnTo>
                  <a:lnTo>
                    <a:pt x="33" y="355"/>
                  </a:lnTo>
                  <a:lnTo>
                    <a:pt x="82" y="36"/>
                  </a:lnTo>
                  <a:lnTo>
                    <a:pt x="211" y="0"/>
                  </a:lnTo>
                  <a:lnTo>
                    <a:pt x="701" y="34"/>
                  </a:lnTo>
                  <a:lnTo>
                    <a:pt x="843" y="149"/>
                  </a:lnTo>
                  <a:lnTo>
                    <a:pt x="863" y="223"/>
                  </a:lnTo>
                  <a:lnTo>
                    <a:pt x="904" y="387"/>
                  </a:lnTo>
                  <a:lnTo>
                    <a:pt x="775" y="622"/>
                  </a:lnTo>
                  <a:lnTo>
                    <a:pt x="699" y="642"/>
                  </a:lnTo>
                  <a:lnTo>
                    <a:pt x="320" y="64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l1443"/>
            <p:cNvSpPr/>
            <p:nvPr/>
          </p:nvSpPr>
          <p:spPr>
            <a:xfrm>
              <a:off x="4799151" y="5394507"/>
              <a:ext cx="1938" cy="1780"/>
            </a:xfrm>
            <a:custGeom>
              <a:avLst/>
              <a:pathLst>
                <a:path w="1938" h="1780">
                  <a:moveTo>
                    <a:pt x="1938" y="406"/>
                  </a:moveTo>
                  <a:lnTo>
                    <a:pt x="1938" y="592"/>
                  </a:lnTo>
                  <a:lnTo>
                    <a:pt x="1894" y="610"/>
                  </a:lnTo>
                  <a:lnTo>
                    <a:pt x="1825" y="580"/>
                  </a:lnTo>
                  <a:lnTo>
                    <a:pt x="1829" y="529"/>
                  </a:lnTo>
                  <a:lnTo>
                    <a:pt x="1805" y="499"/>
                  </a:lnTo>
                  <a:lnTo>
                    <a:pt x="1746" y="425"/>
                  </a:lnTo>
                  <a:lnTo>
                    <a:pt x="1635" y="402"/>
                  </a:lnTo>
                  <a:lnTo>
                    <a:pt x="1574" y="411"/>
                  </a:lnTo>
                  <a:lnTo>
                    <a:pt x="1428" y="466"/>
                  </a:lnTo>
                  <a:lnTo>
                    <a:pt x="1357" y="542"/>
                  </a:lnTo>
                  <a:lnTo>
                    <a:pt x="1339" y="574"/>
                  </a:lnTo>
                  <a:lnTo>
                    <a:pt x="1237" y="754"/>
                  </a:lnTo>
                  <a:lnTo>
                    <a:pt x="1227" y="832"/>
                  </a:lnTo>
                  <a:lnTo>
                    <a:pt x="1527" y="1359"/>
                  </a:lnTo>
                  <a:lnTo>
                    <a:pt x="1568" y="1618"/>
                  </a:lnTo>
                  <a:lnTo>
                    <a:pt x="1565" y="1658"/>
                  </a:lnTo>
                  <a:lnTo>
                    <a:pt x="1556" y="1676"/>
                  </a:lnTo>
                  <a:lnTo>
                    <a:pt x="1325" y="1780"/>
                  </a:lnTo>
                  <a:lnTo>
                    <a:pt x="1129" y="1775"/>
                  </a:lnTo>
                  <a:lnTo>
                    <a:pt x="1072" y="1747"/>
                  </a:lnTo>
                  <a:lnTo>
                    <a:pt x="1041" y="1723"/>
                  </a:lnTo>
                  <a:lnTo>
                    <a:pt x="1035" y="1671"/>
                  </a:lnTo>
                  <a:lnTo>
                    <a:pt x="1030" y="1623"/>
                  </a:lnTo>
                  <a:lnTo>
                    <a:pt x="1096" y="1464"/>
                  </a:lnTo>
                  <a:lnTo>
                    <a:pt x="996" y="1152"/>
                  </a:lnTo>
                  <a:lnTo>
                    <a:pt x="963" y="1117"/>
                  </a:lnTo>
                  <a:lnTo>
                    <a:pt x="891" y="1076"/>
                  </a:lnTo>
                  <a:lnTo>
                    <a:pt x="798" y="1060"/>
                  </a:lnTo>
                  <a:lnTo>
                    <a:pt x="745" y="1058"/>
                  </a:lnTo>
                  <a:lnTo>
                    <a:pt x="527" y="1102"/>
                  </a:lnTo>
                  <a:lnTo>
                    <a:pt x="321" y="1255"/>
                  </a:lnTo>
                  <a:lnTo>
                    <a:pt x="305" y="1319"/>
                  </a:lnTo>
                  <a:lnTo>
                    <a:pt x="225" y="1390"/>
                  </a:lnTo>
                  <a:lnTo>
                    <a:pt x="188" y="1402"/>
                  </a:lnTo>
                  <a:lnTo>
                    <a:pt x="140" y="1410"/>
                  </a:lnTo>
                  <a:lnTo>
                    <a:pt x="123" y="1390"/>
                  </a:lnTo>
                  <a:lnTo>
                    <a:pt x="0" y="1163"/>
                  </a:lnTo>
                  <a:lnTo>
                    <a:pt x="36" y="923"/>
                  </a:lnTo>
                  <a:lnTo>
                    <a:pt x="67" y="851"/>
                  </a:lnTo>
                  <a:lnTo>
                    <a:pt x="610" y="426"/>
                  </a:lnTo>
                  <a:lnTo>
                    <a:pt x="637" y="427"/>
                  </a:lnTo>
                  <a:lnTo>
                    <a:pt x="651" y="447"/>
                  </a:lnTo>
                  <a:lnTo>
                    <a:pt x="651" y="463"/>
                  </a:lnTo>
                  <a:lnTo>
                    <a:pt x="734" y="500"/>
                  </a:lnTo>
                  <a:lnTo>
                    <a:pt x="826" y="499"/>
                  </a:lnTo>
                  <a:lnTo>
                    <a:pt x="836" y="499"/>
                  </a:lnTo>
                  <a:lnTo>
                    <a:pt x="895" y="486"/>
                  </a:lnTo>
                  <a:lnTo>
                    <a:pt x="956" y="397"/>
                  </a:lnTo>
                  <a:lnTo>
                    <a:pt x="978" y="254"/>
                  </a:lnTo>
                  <a:lnTo>
                    <a:pt x="978" y="129"/>
                  </a:lnTo>
                  <a:lnTo>
                    <a:pt x="1123" y="35"/>
                  </a:lnTo>
                  <a:lnTo>
                    <a:pt x="1191" y="30"/>
                  </a:lnTo>
                  <a:lnTo>
                    <a:pt x="1553" y="0"/>
                  </a:lnTo>
                  <a:lnTo>
                    <a:pt x="1615" y="1"/>
                  </a:lnTo>
                  <a:lnTo>
                    <a:pt x="1686" y="28"/>
                  </a:lnTo>
                  <a:lnTo>
                    <a:pt x="1921" y="280"/>
                  </a:lnTo>
                  <a:lnTo>
                    <a:pt x="1938" y="4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l1444"/>
            <p:cNvSpPr/>
            <p:nvPr/>
          </p:nvSpPr>
          <p:spPr>
            <a:xfrm>
              <a:off x="4801555" y="5394403"/>
              <a:ext cx="1467" cy="1627"/>
            </a:xfrm>
            <a:custGeom>
              <a:avLst/>
              <a:pathLst>
                <a:path w="1467" h="1627">
                  <a:moveTo>
                    <a:pt x="1185" y="283"/>
                  </a:moveTo>
                  <a:lnTo>
                    <a:pt x="1308" y="566"/>
                  </a:lnTo>
                  <a:lnTo>
                    <a:pt x="1358" y="761"/>
                  </a:lnTo>
                  <a:lnTo>
                    <a:pt x="1467" y="1404"/>
                  </a:lnTo>
                  <a:lnTo>
                    <a:pt x="1466" y="1418"/>
                  </a:lnTo>
                  <a:lnTo>
                    <a:pt x="1370" y="1583"/>
                  </a:lnTo>
                  <a:lnTo>
                    <a:pt x="1339" y="1601"/>
                  </a:lnTo>
                  <a:lnTo>
                    <a:pt x="1252" y="1627"/>
                  </a:lnTo>
                  <a:lnTo>
                    <a:pt x="1230" y="1613"/>
                  </a:lnTo>
                  <a:lnTo>
                    <a:pt x="1069" y="1450"/>
                  </a:lnTo>
                  <a:lnTo>
                    <a:pt x="1044" y="1367"/>
                  </a:lnTo>
                  <a:lnTo>
                    <a:pt x="1055" y="1326"/>
                  </a:lnTo>
                  <a:lnTo>
                    <a:pt x="1082" y="1294"/>
                  </a:lnTo>
                  <a:lnTo>
                    <a:pt x="1084" y="1272"/>
                  </a:lnTo>
                  <a:lnTo>
                    <a:pt x="1059" y="1085"/>
                  </a:lnTo>
                  <a:lnTo>
                    <a:pt x="913" y="822"/>
                  </a:lnTo>
                  <a:lnTo>
                    <a:pt x="901" y="817"/>
                  </a:lnTo>
                  <a:lnTo>
                    <a:pt x="892" y="818"/>
                  </a:lnTo>
                  <a:lnTo>
                    <a:pt x="640" y="830"/>
                  </a:lnTo>
                  <a:lnTo>
                    <a:pt x="550" y="835"/>
                  </a:lnTo>
                  <a:lnTo>
                    <a:pt x="501" y="843"/>
                  </a:lnTo>
                  <a:lnTo>
                    <a:pt x="283" y="879"/>
                  </a:lnTo>
                  <a:lnTo>
                    <a:pt x="119" y="783"/>
                  </a:lnTo>
                  <a:lnTo>
                    <a:pt x="0" y="643"/>
                  </a:lnTo>
                  <a:lnTo>
                    <a:pt x="58" y="423"/>
                  </a:lnTo>
                  <a:lnTo>
                    <a:pt x="60" y="414"/>
                  </a:lnTo>
                  <a:lnTo>
                    <a:pt x="66" y="390"/>
                  </a:lnTo>
                  <a:lnTo>
                    <a:pt x="92" y="350"/>
                  </a:lnTo>
                  <a:lnTo>
                    <a:pt x="321" y="2"/>
                  </a:lnTo>
                  <a:lnTo>
                    <a:pt x="337" y="0"/>
                  </a:lnTo>
                  <a:lnTo>
                    <a:pt x="405" y="20"/>
                  </a:lnTo>
                  <a:lnTo>
                    <a:pt x="510" y="92"/>
                  </a:lnTo>
                  <a:lnTo>
                    <a:pt x="742" y="302"/>
                  </a:lnTo>
                  <a:lnTo>
                    <a:pt x="849" y="293"/>
                  </a:lnTo>
                  <a:lnTo>
                    <a:pt x="917" y="183"/>
                  </a:lnTo>
                  <a:lnTo>
                    <a:pt x="997" y="76"/>
                  </a:lnTo>
                  <a:lnTo>
                    <a:pt x="1040" y="85"/>
                  </a:lnTo>
                  <a:lnTo>
                    <a:pt x="1077" y="116"/>
                  </a:lnTo>
                  <a:lnTo>
                    <a:pt x="1185" y="28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l1445"/>
            <p:cNvSpPr/>
            <p:nvPr/>
          </p:nvSpPr>
          <p:spPr>
            <a:xfrm>
              <a:off x="4800065" y="5391159"/>
              <a:ext cx="975" cy="826"/>
            </a:xfrm>
            <a:custGeom>
              <a:avLst/>
              <a:pathLst>
                <a:path w="975" h="826">
                  <a:moveTo>
                    <a:pt x="948" y="826"/>
                  </a:moveTo>
                  <a:lnTo>
                    <a:pt x="846" y="824"/>
                  </a:lnTo>
                  <a:lnTo>
                    <a:pt x="102" y="364"/>
                  </a:lnTo>
                  <a:lnTo>
                    <a:pt x="22" y="234"/>
                  </a:lnTo>
                  <a:lnTo>
                    <a:pt x="0" y="181"/>
                  </a:lnTo>
                  <a:lnTo>
                    <a:pt x="70" y="109"/>
                  </a:lnTo>
                  <a:lnTo>
                    <a:pt x="376" y="0"/>
                  </a:lnTo>
                  <a:lnTo>
                    <a:pt x="516" y="1"/>
                  </a:lnTo>
                  <a:lnTo>
                    <a:pt x="582" y="29"/>
                  </a:lnTo>
                  <a:lnTo>
                    <a:pt x="687" y="102"/>
                  </a:lnTo>
                  <a:lnTo>
                    <a:pt x="734" y="146"/>
                  </a:lnTo>
                  <a:lnTo>
                    <a:pt x="975" y="808"/>
                  </a:lnTo>
                  <a:lnTo>
                    <a:pt x="948" y="82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l1446"/>
            <p:cNvSpPr/>
            <p:nvPr/>
          </p:nvSpPr>
          <p:spPr>
            <a:xfrm>
              <a:off x="4799455" y="5390892"/>
              <a:ext cx="479" cy="399"/>
            </a:xfrm>
            <a:custGeom>
              <a:avLst/>
              <a:pathLst>
                <a:path w="479" h="399">
                  <a:moveTo>
                    <a:pt x="333" y="0"/>
                  </a:moveTo>
                  <a:lnTo>
                    <a:pt x="405" y="18"/>
                  </a:lnTo>
                  <a:lnTo>
                    <a:pt x="417" y="19"/>
                  </a:lnTo>
                  <a:lnTo>
                    <a:pt x="455" y="60"/>
                  </a:lnTo>
                  <a:lnTo>
                    <a:pt x="479" y="126"/>
                  </a:lnTo>
                  <a:lnTo>
                    <a:pt x="477" y="159"/>
                  </a:lnTo>
                  <a:lnTo>
                    <a:pt x="412" y="231"/>
                  </a:lnTo>
                  <a:lnTo>
                    <a:pt x="377" y="267"/>
                  </a:lnTo>
                  <a:lnTo>
                    <a:pt x="57" y="399"/>
                  </a:lnTo>
                  <a:lnTo>
                    <a:pt x="42" y="396"/>
                  </a:lnTo>
                  <a:lnTo>
                    <a:pt x="11" y="371"/>
                  </a:lnTo>
                  <a:lnTo>
                    <a:pt x="0" y="336"/>
                  </a:lnTo>
                  <a:lnTo>
                    <a:pt x="2" y="289"/>
                  </a:lnTo>
                  <a:lnTo>
                    <a:pt x="16" y="87"/>
                  </a:lnTo>
                  <a:lnTo>
                    <a:pt x="102" y="29"/>
                  </a:lnTo>
                  <a:lnTo>
                    <a:pt x="221" y="20"/>
                  </a:lnTo>
                  <a:lnTo>
                    <a:pt x="242" y="11"/>
                  </a:lnTo>
                  <a:lnTo>
                    <a:pt x="333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l1447"/>
            <p:cNvSpPr/>
            <p:nvPr/>
          </p:nvSpPr>
          <p:spPr>
            <a:xfrm>
              <a:off x="4792172" y="5389268"/>
              <a:ext cx="1448" cy="650"/>
            </a:xfrm>
            <a:custGeom>
              <a:avLst/>
              <a:pathLst>
                <a:path w="1448" h="650">
                  <a:moveTo>
                    <a:pt x="1272" y="314"/>
                  </a:moveTo>
                  <a:lnTo>
                    <a:pt x="1448" y="501"/>
                  </a:lnTo>
                  <a:lnTo>
                    <a:pt x="1444" y="523"/>
                  </a:lnTo>
                  <a:lnTo>
                    <a:pt x="1373" y="573"/>
                  </a:lnTo>
                  <a:lnTo>
                    <a:pt x="1216" y="650"/>
                  </a:lnTo>
                  <a:lnTo>
                    <a:pt x="1176" y="647"/>
                  </a:lnTo>
                  <a:lnTo>
                    <a:pt x="1023" y="586"/>
                  </a:lnTo>
                  <a:lnTo>
                    <a:pt x="892" y="466"/>
                  </a:lnTo>
                  <a:lnTo>
                    <a:pt x="725" y="343"/>
                  </a:lnTo>
                  <a:lnTo>
                    <a:pt x="543" y="238"/>
                  </a:lnTo>
                  <a:lnTo>
                    <a:pt x="444" y="246"/>
                  </a:lnTo>
                  <a:lnTo>
                    <a:pt x="328" y="385"/>
                  </a:lnTo>
                  <a:lnTo>
                    <a:pt x="307" y="396"/>
                  </a:lnTo>
                  <a:lnTo>
                    <a:pt x="287" y="398"/>
                  </a:lnTo>
                  <a:lnTo>
                    <a:pt x="41" y="432"/>
                  </a:lnTo>
                  <a:lnTo>
                    <a:pt x="19" y="420"/>
                  </a:lnTo>
                  <a:lnTo>
                    <a:pt x="0" y="364"/>
                  </a:lnTo>
                  <a:lnTo>
                    <a:pt x="7" y="303"/>
                  </a:lnTo>
                  <a:lnTo>
                    <a:pt x="315" y="57"/>
                  </a:lnTo>
                  <a:lnTo>
                    <a:pt x="328" y="50"/>
                  </a:lnTo>
                  <a:lnTo>
                    <a:pt x="358" y="34"/>
                  </a:lnTo>
                  <a:lnTo>
                    <a:pt x="379" y="31"/>
                  </a:lnTo>
                  <a:lnTo>
                    <a:pt x="561" y="4"/>
                  </a:lnTo>
                  <a:lnTo>
                    <a:pt x="594" y="0"/>
                  </a:lnTo>
                  <a:lnTo>
                    <a:pt x="635" y="5"/>
                  </a:lnTo>
                  <a:lnTo>
                    <a:pt x="1088" y="202"/>
                  </a:lnTo>
                  <a:lnTo>
                    <a:pt x="1272" y="31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l1448"/>
            <p:cNvSpPr/>
            <p:nvPr/>
          </p:nvSpPr>
          <p:spPr>
            <a:xfrm>
              <a:off x="4793686" y="5389212"/>
              <a:ext cx="638" cy="736"/>
            </a:xfrm>
            <a:custGeom>
              <a:avLst/>
              <a:pathLst>
                <a:path w="638" h="736">
                  <a:moveTo>
                    <a:pt x="363" y="719"/>
                  </a:moveTo>
                  <a:lnTo>
                    <a:pt x="328" y="736"/>
                  </a:lnTo>
                  <a:lnTo>
                    <a:pt x="262" y="703"/>
                  </a:lnTo>
                  <a:lnTo>
                    <a:pt x="180" y="662"/>
                  </a:lnTo>
                  <a:lnTo>
                    <a:pt x="0" y="542"/>
                  </a:lnTo>
                  <a:lnTo>
                    <a:pt x="13" y="504"/>
                  </a:lnTo>
                  <a:lnTo>
                    <a:pt x="78" y="406"/>
                  </a:lnTo>
                  <a:lnTo>
                    <a:pt x="255" y="400"/>
                  </a:lnTo>
                  <a:lnTo>
                    <a:pt x="106" y="53"/>
                  </a:lnTo>
                  <a:lnTo>
                    <a:pt x="120" y="32"/>
                  </a:lnTo>
                  <a:lnTo>
                    <a:pt x="174" y="13"/>
                  </a:lnTo>
                  <a:lnTo>
                    <a:pt x="190" y="3"/>
                  </a:lnTo>
                  <a:lnTo>
                    <a:pt x="196" y="1"/>
                  </a:lnTo>
                  <a:lnTo>
                    <a:pt x="212" y="0"/>
                  </a:lnTo>
                  <a:lnTo>
                    <a:pt x="226" y="3"/>
                  </a:lnTo>
                  <a:lnTo>
                    <a:pt x="469" y="183"/>
                  </a:lnTo>
                  <a:lnTo>
                    <a:pt x="583" y="327"/>
                  </a:lnTo>
                  <a:lnTo>
                    <a:pt x="631" y="388"/>
                  </a:lnTo>
                  <a:lnTo>
                    <a:pt x="638" y="473"/>
                  </a:lnTo>
                  <a:lnTo>
                    <a:pt x="363" y="71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l1449"/>
            <p:cNvSpPr/>
            <p:nvPr/>
          </p:nvSpPr>
          <p:spPr>
            <a:xfrm>
              <a:off x="4794886" y="5387396"/>
              <a:ext cx="1833" cy="1192"/>
            </a:xfrm>
            <a:custGeom>
              <a:avLst/>
              <a:pathLst>
                <a:path w="1833" h="1192">
                  <a:moveTo>
                    <a:pt x="1176" y="696"/>
                  </a:moveTo>
                  <a:lnTo>
                    <a:pt x="1225" y="712"/>
                  </a:lnTo>
                  <a:lnTo>
                    <a:pt x="1291" y="685"/>
                  </a:lnTo>
                  <a:lnTo>
                    <a:pt x="1324" y="653"/>
                  </a:lnTo>
                  <a:lnTo>
                    <a:pt x="1359" y="580"/>
                  </a:lnTo>
                  <a:lnTo>
                    <a:pt x="1382" y="475"/>
                  </a:lnTo>
                  <a:lnTo>
                    <a:pt x="1617" y="469"/>
                  </a:lnTo>
                  <a:lnTo>
                    <a:pt x="1792" y="586"/>
                  </a:lnTo>
                  <a:lnTo>
                    <a:pt x="1833" y="670"/>
                  </a:lnTo>
                  <a:lnTo>
                    <a:pt x="1824" y="784"/>
                  </a:lnTo>
                  <a:lnTo>
                    <a:pt x="1765" y="813"/>
                  </a:lnTo>
                  <a:lnTo>
                    <a:pt x="1706" y="825"/>
                  </a:lnTo>
                  <a:lnTo>
                    <a:pt x="1589" y="817"/>
                  </a:lnTo>
                  <a:lnTo>
                    <a:pt x="1451" y="834"/>
                  </a:lnTo>
                  <a:lnTo>
                    <a:pt x="1417" y="879"/>
                  </a:lnTo>
                  <a:lnTo>
                    <a:pt x="1384" y="1101"/>
                  </a:lnTo>
                  <a:lnTo>
                    <a:pt x="1309" y="1159"/>
                  </a:lnTo>
                  <a:lnTo>
                    <a:pt x="1070" y="1192"/>
                  </a:lnTo>
                  <a:lnTo>
                    <a:pt x="1007" y="1192"/>
                  </a:lnTo>
                  <a:lnTo>
                    <a:pt x="902" y="1065"/>
                  </a:lnTo>
                  <a:lnTo>
                    <a:pt x="831" y="1049"/>
                  </a:lnTo>
                  <a:lnTo>
                    <a:pt x="693" y="1062"/>
                  </a:lnTo>
                  <a:lnTo>
                    <a:pt x="529" y="1038"/>
                  </a:lnTo>
                  <a:lnTo>
                    <a:pt x="428" y="993"/>
                  </a:lnTo>
                  <a:lnTo>
                    <a:pt x="0" y="676"/>
                  </a:lnTo>
                  <a:lnTo>
                    <a:pt x="0" y="670"/>
                  </a:lnTo>
                  <a:lnTo>
                    <a:pt x="1" y="655"/>
                  </a:lnTo>
                  <a:lnTo>
                    <a:pt x="10" y="643"/>
                  </a:lnTo>
                  <a:lnTo>
                    <a:pt x="29" y="617"/>
                  </a:lnTo>
                  <a:lnTo>
                    <a:pt x="38" y="613"/>
                  </a:lnTo>
                  <a:lnTo>
                    <a:pt x="43" y="612"/>
                  </a:lnTo>
                  <a:lnTo>
                    <a:pt x="187" y="605"/>
                  </a:lnTo>
                  <a:lnTo>
                    <a:pt x="421" y="444"/>
                  </a:lnTo>
                  <a:lnTo>
                    <a:pt x="335" y="259"/>
                  </a:lnTo>
                  <a:lnTo>
                    <a:pt x="337" y="242"/>
                  </a:lnTo>
                  <a:lnTo>
                    <a:pt x="341" y="215"/>
                  </a:lnTo>
                  <a:lnTo>
                    <a:pt x="428" y="50"/>
                  </a:lnTo>
                  <a:lnTo>
                    <a:pt x="566" y="0"/>
                  </a:lnTo>
                  <a:lnTo>
                    <a:pt x="615" y="21"/>
                  </a:lnTo>
                  <a:lnTo>
                    <a:pt x="607" y="63"/>
                  </a:lnTo>
                  <a:lnTo>
                    <a:pt x="1115" y="650"/>
                  </a:lnTo>
                  <a:lnTo>
                    <a:pt x="1176" y="69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l1450"/>
            <p:cNvSpPr/>
            <p:nvPr/>
          </p:nvSpPr>
          <p:spPr>
            <a:xfrm>
              <a:off x="4734981" y="5297667"/>
              <a:ext cx="1603" cy="522"/>
            </a:xfrm>
            <a:custGeom>
              <a:avLst/>
              <a:pathLst>
                <a:path w="1603" h="522">
                  <a:moveTo>
                    <a:pt x="288" y="521"/>
                  </a:moveTo>
                  <a:lnTo>
                    <a:pt x="240" y="518"/>
                  </a:lnTo>
                  <a:lnTo>
                    <a:pt x="217" y="514"/>
                  </a:lnTo>
                  <a:lnTo>
                    <a:pt x="186" y="508"/>
                  </a:lnTo>
                  <a:lnTo>
                    <a:pt x="136" y="489"/>
                  </a:lnTo>
                  <a:lnTo>
                    <a:pt x="124" y="482"/>
                  </a:lnTo>
                  <a:lnTo>
                    <a:pt x="90" y="460"/>
                  </a:lnTo>
                  <a:lnTo>
                    <a:pt x="73" y="441"/>
                  </a:lnTo>
                  <a:lnTo>
                    <a:pt x="58" y="419"/>
                  </a:lnTo>
                  <a:lnTo>
                    <a:pt x="50" y="404"/>
                  </a:lnTo>
                  <a:lnTo>
                    <a:pt x="47" y="389"/>
                  </a:lnTo>
                  <a:lnTo>
                    <a:pt x="45" y="328"/>
                  </a:lnTo>
                  <a:lnTo>
                    <a:pt x="43" y="321"/>
                  </a:lnTo>
                  <a:lnTo>
                    <a:pt x="42" y="315"/>
                  </a:lnTo>
                  <a:lnTo>
                    <a:pt x="39" y="306"/>
                  </a:lnTo>
                  <a:lnTo>
                    <a:pt x="35" y="299"/>
                  </a:lnTo>
                  <a:lnTo>
                    <a:pt x="30" y="296"/>
                  </a:lnTo>
                  <a:lnTo>
                    <a:pt x="11" y="291"/>
                  </a:lnTo>
                  <a:lnTo>
                    <a:pt x="4" y="285"/>
                  </a:lnTo>
                  <a:lnTo>
                    <a:pt x="0" y="273"/>
                  </a:lnTo>
                  <a:lnTo>
                    <a:pt x="0" y="266"/>
                  </a:lnTo>
                  <a:lnTo>
                    <a:pt x="4" y="255"/>
                  </a:lnTo>
                  <a:lnTo>
                    <a:pt x="14" y="248"/>
                  </a:lnTo>
                  <a:lnTo>
                    <a:pt x="35" y="241"/>
                  </a:lnTo>
                  <a:lnTo>
                    <a:pt x="92" y="228"/>
                  </a:lnTo>
                  <a:lnTo>
                    <a:pt x="92" y="84"/>
                  </a:lnTo>
                  <a:lnTo>
                    <a:pt x="94" y="74"/>
                  </a:lnTo>
                  <a:lnTo>
                    <a:pt x="96" y="64"/>
                  </a:lnTo>
                  <a:lnTo>
                    <a:pt x="99" y="56"/>
                  </a:lnTo>
                  <a:lnTo>
                    <a:pt x="102" y="48"/>
                  </a:lnTo>
                  <a:lnTo>
                    <a:pt x="107" y="39"/>
                  </a:lnTo>
                  <a:lnTo>
                    <a:pt x="115" y="31"/>
                  </a:lnTo>
                  <a:lnTo>
                    <a:pt x="122" y="27"/>
                  </a:lnTo>
                  <a:lnTo>
                    <a:pt x="128" y="24"/>
                  </a:lnTo>
                  <a:lnTo>
                    <a:pt x="137" y="21"/>
                  </a:lnTo>
                  <a:lnTo>
                    <a:pt x="142" y="20"/>
                  </a:lnTo>
                  <a:lnTo>
                    <a:pt x="285" y="17"/>
                  </a:lnTo>
                  <a:lnTo>
                    <a:pt x="399" y="15"/>
                  </a:lnTo>
                  <a:lnTo>
                    <a:pt x="944" y="5"/>
                  </a:lnTo>
                  <a:lnTo>
                    <a:pt x="1145" y="2"/>
                  </a:lnTo>
                  <a:lnTo>
                    <a:pt x="1269" y="0"/>
                  </a:lnTo>
                  <a:lnTo>
                    <a:pt x="1277" y="1"/>
                  </a:lnTo>
                  <a:lnTo>
                    <a:pt x="1564" y="112"/>
                  </a:lnTo>
                  <a:lnTo>
                    <a:pt x="1580" y="123"/>
                  </a:lnTo>
                  <a:lnTo>
                    <a:pt x="1591" y="137"/>
                  </a:lnTo>
                  <a:lnTo>
                    <a:pt x="1595" y="144"/>
                  </a:lnTo>
                  <a:lnTo>
                    <a:pt x="1598" y="157"/>
                  </a:lnTo>
                  <a:lnTo>
                    <a:pt x="1603" y="445"/>
                  </a:lnTo>
                  <a:lnTo>
                    <a:pt x="1600" y="466"/>
                  </a:lnTo>
                  <a:lnTo>
                    <a:pt x="1597" y="475"/>
                  </a:lnTo>
                  <a:lnTo>
                    <a:pt x="1586" y="488"/>
                  </a:lnTo>
                  <a:lnTo>
                    <a:pt x="1575" y="498"/>
                  </a:lnTo>
                  <a:lnTo>
                    <a:pt x="1558" y="506"/>
                  </a:lnTo>
                  <a:lnTo>
                    <a:pt x="1332" y="509"/>
                  </a:lnTo>
                  <a:lnTo>
                    <a:pt x="1230" y="510"/>
                  </a:lnTo>
                  <a:lnTo>
                    <a:pt x="1205" y="510"/>
                  </a:lnTo>
                  <a:lnTo>
                    <a:pt x="1198" y="510"/>
                  </a:lnTo>
                  <a:lnTo>
                    <a:pt x="900" y="514"/>
                  </a:lnTo>
                  <a:lnTo>
                    <a:pt x="892" y="514"/>
                  </a:lnTo>
                  <a:lnTo>
                    <a:pt x="415" y="520"/>
                  </a:lnTo>
                  <a:lnTo>
                    <a:pt x="301" y="522"/>
                  </a:lnTo>
                  <a:lnTo>
                    <a:pt x="288" y="5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l1451"/>
            <p:cNvSpPr/>
            <p:nvPr/>
          </p:nvSpPr>
          <p:spPr>
            <a:xfrm>
              <a:off x="4639231" y="5176927"/>
              <a:ext cx="5726" cy="1593"/>
            </a:xfrm>
            <a:custGeom>
              <a:avLst/>
              <a:pathLst>
                <a:path w="5726" h="1593">
                  <a:moveTo>
                    <a:pt x="3541" y="123"/>
                  </a:moveTo>
                  <a:lnTo>
                    <a:pt x="3587" y="205"/>
                  </a:lnTo>
                  <a:lnTo>
                    <a:pt x="3589" y="210"/>
                  </a:lnTo>
                  <a:lnTo>
                    <a:pt x="3589" y="249"/>
                  </a:lnTo>
                  <a:lnTo>
                    <a:pt x="3583" y="316"/>
                  </a:lnTo>
                  <a:lnTo>
                    <a:pt x="3579" y="323"/>
                  </a:lnTo>
                  <a:lnTo>
                    <a:pt x="3573" y="331"/>
                  </a:lnTo>
                  <a:lnTo>
                    <a:pt x="3567" y="345"/>
                  </a:lnTo>
                  <a:lnTo>
                    <a:pt x="3567" y="403"/>
                  </a:lnTo>
                  <a:lnTo>
                    <a:pt x="3569" y="409"/>
                  </a:lnTo>
                  <a:lnTo>
                    <a:pt x="3581" y="425"/>
                  </a:lnTo>
                  <a:lnTo>
                    <a:pt x="3707" y="552"/>
                  </a:lnTo>
                  <a:lnTo>
                    <a:pt x="3736" y="577"/>
                  </a:lnTo>
                  <a:lnTo>
                    <a:pt x="3788" y="619"/>
                  </a:lnTo>
                  <a:lnTo>
                    <a:pt x="3794" y="621"/>
                  </a:lnTo>
                  <a:lnTo>
                    <a:pt x="4070" y="688"/>
                  </a:lnTo>
                  <a:lnTo>
                    <a:pt x="4082" y="690"/>
                  </a:lnTo>
                  <a:lnTo>
                    <a:pt x="4092" y="692"/>
                  </a:lnTo>
                  <a:lnTo>
                    <a:pt x="4098" y="692"/>
                  </a:lnTo>
                  <a:lnTo>
                    <a:pt x="4105" y="692"/>
                  </a:lnTo>
                  <a:lnTo>
                    <a:pt x="4113" y="691"/>
                  </a:lnTo>
                  <a:lnTo>
                    <a:pt x="4167" y="669"/>
                  </a:lnTo>
                  <a:lnTo>
                    <a:pt x="4216" y="647"/>
                  </a:lnTo>
                  <a:lnTo>
                    <a:pt x="4224" y="646"/>
                  </a:lnTo>
                  <a:lnTo>
                    <a:pt x="4321" y="635"/>
                  </a:lnTo>
                  <a:lnTo>
                    <a:pt x="4510" y="636"/>
                  </a:lnTo>
                  <a:lnTo>
                    <a:pt x="4599" y="648"/>
                  </a:lnTo>
                  <a:lnTo>
                    <a:pt x="4605" y="649"/>
                  </a:lnTo>
                  <a:lnTo>
                    <a:pt x="5431" y="950"/>
                  </a:lnTo>
                  <a:lnTo>
                    <a:pt x="5540" y="999"/>
                  </a:lnTo>
                  <a:lnTo>
                    <a:pt x="5547" y="1003"/>
                  </a:lnTo>
                  <a:lnTo>
                    <a:pt x="5661" y="1077"/>
                  </a:lnTo>
                  <a:lnTo>
                    <a:pt x="5671" y="1084"/>
                  </a:lnTo>
                  <a:lnTo>
                    <a:pt x="5679" y="1090"/>
                  </a:lnTo>
                  <a:lnTo>
                    <a:pt x="5688" y="1097"/>
                  </a:lnTo>
                  <a:lnTo>
                    <a:pt x="5698" y="1110"/>
                  </a:lnTo>
                  <a:lnTo>
                    <a:pt x="5702" y="1119"/>
                  </a:lnTo>
                  <a:lnTo>
                    <a:pt x="5726" y="1188"/>
                  </a:lnTo>
                  <a:lnTo>
                    <a:pt x="5726" y="1198"/>
                  </a:lnTo>
                  <a:lnTo>
                    <a:pt x="5723" y="1206"/>
                  </a:lnTo>
                  <a:lnTo>
                    <a:pt x="5719" y="1218"/>
                  </a:lnTo>
                  <a:lnTo>
                    <a:pt x="5703" y="1254"/>
                  </a:lnTo>
                  <a:lnTo>
                    <a:pt x="5689" y="1273"/>
                  </a:lnTo>
                  <a:lnTo>
                    <a:pt x="5676" y="1287"/>
                  </a:lnTo>
                  <a:lnTo>
                    <a:pt x="5668" y="1292"/>
                  </a:lnTo>
                  <a:lnTo>
                    <a:pt x="5051" y="1575"/>
                  </a:lnTo>
                  <a:lnTo>
                    <a:pt x="5037" y="1579"/>
                  </a:lnTo>
                  <a:lnTo>
                    <a:pt x="4991" y="1589"/>
                  </a:lnTo>
                  <a:lnTo>
                    <a:pt x="4981" y="1590"/>
                  </a:lnTo>
                  <a:lnTo>
                    <a:pt x="4892" y="1593"/>
                  </a:lnTo>
                  <a:lnTo>
                    <a:pt x="4749" y="1592"/>
                  </a:lnTo>
                  <a:lnTo>
                    <a:pt x="4731" y="1591"/>
                  </a:lnTo>
                  <a:lnTo>
                    <a:pt x="4138" y="1445"/>
                  </a:lnTo>
                  <a:lnTo>
                    <a:pt x="4009" y="1273"/>
                  </a:lnTo>
                  <a:lnTo>
                    <a:pt x="3998" y="1189"/>
                  </a:lnTo>
                  <a:lnTo>
                    <a:pt x="3980" y="1136"/>
                  </a:lnTo>
                  <a:lnTo>
                    <a:pt x="3971" y="1117"/>
                  </a:lnTo>
                  <a:lnTo>
                    <a:pt x="3939" y="1054"/>
                  </a:lnTo>
                  <a:lnTo>
                    <a:pt x="3867" y="936"/>
                  </a:lnTo>
                  <a:lnTo>
                    <a:pt x="3845" y="908"/>
                  </a:lnTo>
                  <a:lnTo>
                    <a:pt x="3822" y="889"/>
                  </a:lnTo>
                  <a:lnTo>
                    <a:pt x="3793" y="870"/>
                  </a:lnTo>
                  <a:lnTo>
                    <a:pt x="3767" y="860"/>
                  </a:lnTo>
                  <a:lnTo>
                    <a:pt x="3663" y="835"/>
                  </a:lnTo>
                  <a:lnTo>
                    <a:pt x="3507" y="797"/>
                  </a:lnTo>
                  <a:lnTo>
                    <a:pt x="3371" y="767"/>
                  </a:lnTo>
                  <a:lnTo>
                    <a:pt x="3078" y="546"/>
                  </a:lnTo>
                  <a:lnTo>
                    <a:pt x="2800" y="561"/>
                  </a:lnTo>
                  <a:lnTo>
                    <a:pt x="2800" y="765"/>
                  </a:lnTo>
                  <a:lnTo>
                    <a:pt x="2801" y="981"/>
                  </a:lnTo>
                  <a:lnTo>
                    <a:pt x="2785" y="982"/>
                  </a:lnTo>
                  <a:lnTo>
                    <a:pt x="1138" y="1089"/>
                  </a:lnTo>
                  <a:lnTo>
                    <a:pt x="905" y="1089"/>
                  </a:lnTo>
                  <a:lnTo>
                    <a:pt x="577" y="873"/>
                  </a:lnTo>
                  <a:lnTo>
                    <a:pt x="73" y="912"/>
                  </a:lnTo>
                  <a:lnTo>
                    <a:pt x="7" y="868"/>
                  </a:lnTo>
                  <a:lnTo>
                    <a:pt x="0" y="758"/>
                  </a:lnTo>
                  <a:lnTo>
                    <a:pt x="2541" y="571"/>
                  </a:lnTo>
                  <a:lnTo>
                    <a:pt x="3115" y="511"/>
                  </a:lnTo>
                  <a:lnTo>
                    <a:pt x="3176" y="455"/>
                  </a:lnTo>
                  <a:lnTo>
                    <a:pt x="3234" y="335"/>
                  </a:lnTo>
                  <a:lnTo>
                    <a:pt x="3236" y="302"/>
                  </a:lnTo>
                  <a:lnTo>
                    <a:pt x="3233" y="279"/>
                  </a:lnTo>
                  <a:lnTo>
                    <a:pt x="3225" y="252"/>
                  </a:lnTo>
                  <a:lnTo>
                    <a:pt x="3160" y="173"/>
                  </a:lnTo>
                  <a:lnTo>
                    <a:pt x="3121" y="127"/>
                  </a:lnTo>
                  <a:lnTo>
                    <a:pt x="3102" y="125"/>
                  </a:lnTo>
                  <a:lnTo>
                    <a:pt x="3092" y="124"/>
                  </a:lnTo>
                  <a:lnTo>
                    <a:pt x="3075" y="120"/>
                  </a:lnTo>
                  <a:lnTo>
                    <a:pt x="2934" y="59"/>
                  </a:lnTo>
                  <a:lnTo>
                    <a:pt x="2975" y="7"/>
                  </a:lnTo>
                  <a:lnTo>
                    <a:pt x="2981" y="4"/>
                  </a:lnTo>
                  <a:lnTo>
                    <a:pt x="3132" y="0"/>
                  </a:lnTo>
                  <a:lnTo>
                    <a:pt x="3522" y="108"/>
                  </a:lnTo>
                  <a:lnTo>
                    <a:pt x="3541" y="12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l1452"/>
            <p:cNvSpPr/>
            <p:nvPr/>
          </p:nvSpPr>
          <p:spPr>
            <a:xfrm>
              <a:off x="4665005" y="5130782"/>
              <a:ext cx="511" cy="708"/>
            </a:xfrm>
            <a:custGeom>
              <a:avLst/>
              <a:pathLst>
                <a:path w="511" h="708">
                  <a:moveTo>
                    <a:pt x="153" y="708"/>
                  </a:moveTo>
                  <a:lnTo>
                    <a:pt x="133" y="707"/>
                  </a:lnTo>
                  <a:lnTo>
                    <a:pt x="96" y="684"/>
                  </a:lnTo>
                  <a:lnTo>
                    <a:pt x="0" y="560"/>
                  </a:lnTo>
                  <a:lnTo>
                    <a:pt x="10" y="496"/>
                  </a:lnTo>
                  <a:lnTo>
                    <a:pt x="140" y="269"/>
                  </a:lnTo>
                  <a:lnTo>
                    <a:pt x="195" y="185"/>
                  </a:lnTo>
                  <a:lnTo>
                    <a:pt x="399" y="30"/>
                  </a:lnTo>
                  <a:lnTo>
                    <a:pt x="458" y="0"/>
                  </a:lnTo>
                  <a:lnTo>
                    <a:pt x="509" y="76"/>
                  </a:lnTo>
                  <a:lnTo>
                    <a:pt x="511" y="98"/>
                  </a:lnTo>
                  <a:lnTo>
                    <a:pt x="240" y="642"/>
                  </a:lnTo>
                  <a:lnTo>
                    <a:pt x="214" y="676"/>
                  </a:lnTo>
                  <a:lnTo>
                    <a:pt x="153" y="70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l1453"/>
            <p:cNvSpPr/>
            <p:nvPr/>
          </p:nvSpPr>
          <p:spPr>
            <a:xfrm>
              <a:off x="4676027" y="5122649"/>
              <a:ext cx="1614" cy="2440"/>
            </a:xfrm>
            <a:custGeom>
              <a:avLst/>
              <a:pathLst>
                <a:path w="1614" h="2440">
                  <a:moveTo>
                    <a:pt x="644" y="2432"/>
                  </a:moveTo>
                  <a:lnTo>
                    <a:pt x="553" y="2440"/>
                  </a:lnTo>
                  <a:lnTo>
                    <a:pt x="435" y="2423"/>
                  </a:lnTo>
                  <a:lnTo>
                    <a:pt x="421" y="2419"/>
                  </a:lnTo>
                  <a:lnTo>
                    <a:pt x="255" y="2341"/>
                  </a:lnTo>
                  <a:lnTo>
                    <a:pt x="239" y="2334"/>
                  </a:lnTo>
                  <a:lnTo>
                    <a:pt x="214" y="2312"/>
                  </a:lnTo>
                  <a:lnTo>
                    <a:pt x="198" y="2298"/>
                  </a:lnTo>
                  <a:lnTo>
                    <a:pt x="157" y="2258"/>
                  </a:lnTo>
                  <a:lnTo>
                    <a:pt x="66" y="2168"/>
                  </a:lnTo>
                  <a:lnTo>
                    <a:pt x="50" y="2148"/>
                  </a:lnTo>
                  <a:lnTo>
                    <a:pt x="36" y="2118"/>
                  </a:lnTo>
                  <a:lnTo>
                    <a:pt x="19" y="2040"/>
                  </a:lnTo>
                  <a:lnTo>
                    <a:pt x="0" y="1887"/>
                  </a:lnTo>
                  <a:lnTo>
                    <a:pt x="36" y="1433"/>
                  </a:lnTo>
                  <a:lnTo>
                    <a:pt x="40" y="1423"/>
                  </a:lnTo>
                  <a:lnTo>
                    <a:pt x="62" y="1399"/>
                  </a:lnTo>
                  <a:lnTo>
                    <a:pt x="133" y="1350"/>
                  </a:lnTo>
                  <a:lnTo>
                    <a:pt x="563" y="775"/>
                  </a:lnTo>
                  <a:lnTo>
                    <a:pt x="624" y="692"/>
                  </a:lnTo>
                  <a:lnTo>
                    <a:pt x="690" y="587"/>
                  </a:lnTo>
                  <a:lnTo>
                    <a:pt x="731" y="498"/>
                  </a:lnTo>
                  <a:lnTo>
                    <a:pt x="733" y="485"/>
                  </a:lnTo>
                  <a:lnTo>
                    <a:pt x="734" y="428"/>
                  </a:lnTo>
                  <a:lnTo>
                    <a:pt x="735" y="346"/>
                  </a:lnTo>
                  <a:lnTo>
                    <a:pt x="754" y="216"/>
                  </a:lnTo>
                  <a:lnTo>
                    <a:pt x="762" y="196"/>
                  </a:lnTo>
                  <a:lnTo>
                    <a:pt x="796" y="144"/>
                  </a:lnTo>
                  <a:lnTo>
                    <a:pt x="811" y="133"/>
                  </a:lnTo>
                  <a:lnTo>
                    <a:pt x="1102" y="2"/>
                  </a:lnTo>
                  <a:lnTo>
                    <a:pt x="1117" y="0"/>
                  </a:lnTo>
                  <a:lnTo>
                    <a:pt x="1128" y="5"/>
                  </a:lnTo>
                  <a:lnTo>
                    <a:pt x="1131" y="22"/>
                  </a:lnTo>
                  <a:lnTo>
                    <a:pt x="1130" y="49"/>
                  </a:lnTo>
                  <a:lnTo>
                    <a:pt x="1126" y="65"/>
                  </a:lnTo>
                  <a:lnTo>
                    <a:pt x="1120" y="82"/>
                  </a:lnTo>
                  <a:lnTo>
                    <a:pt x="1033" y="289"/>
                  </a:lnTo>
                  <a:lnTo>
                    <a:pt x="985" y="540"/>
                  </a:lnTo>
                  <a:lnTo>
                    <a:pt x="988" y="551"/>
                  </a:lnTo>
                  <a:lnTo>
                    <a:pt x="1162" y="1181"/>
                  </a:lnTo>
                  <a:lnTo>
                    <a:pt x="1341" y="1363"/>
                  </a:lnTo>
                  <a:lnTo>
                    <a:pt x="1411" y="1396"/>
                  </a:lnTo>
                  <a:lnTo>
                    <a:pt x="1443" y="1430"/>
                  </a:lnTo>
                  <a:lnTo>
                    <a:pt x="1614" y="1678"/>
                  </a:lnTo>
                  <a:lnTo>
                    <a:pt x="1453" y="1988"/>
                  </a:lnTo>
                  <a:lnTo>
                    <a:pt x="1441" y="1996"/>
                  </a:lnTo>
                  <a:lnTo>
                    <a:pt x="644" y="243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l1454"/>
            <p:cNvSpPr/>
            <p:nvPr/>
          </p:nvSpPr>
          <p:spPr>
            <a:xfrm>
              <a:off x="4683363" y="5114085"/>
              <a:ext cx="316" cy="429"/>
            </a:xfrm>
            <a:custGeom>
              <a:avLst/>
              <a:pathLst>
                <a:path w="316" h="429">
                  <a:moveTo>
                    <a:pt x="51" y="0"/>
                  </a:moveTo>
                  <a:lnTo>
                    <a:pt x="74" y="9"/>
                  </a:lnTo>
                  <a:lnTo>
                    <a:pt x="105" y="11"/>
                  </a:lnTo>
                  <a:lnTo>
                    <a:pt x="221" y="108"/>
                  </a:lnTo>
                  <a:lnTo>
                    <a:pt x="311" y="231"/>
                  </a:lnTo>
                  <a:lnTo>
                    <a:pt x="316" y="245"/>
                  </a:lnTo>
                  <a:lnTo>
                    <a:pt x="314" y="270"/>
                  </a:lnTo>
                  <a:lnTo>
                    <a:pt x="309" y="297"/>
                  </a:lnTo>
                  <a:lnTo>
                    <a:pt x="304" y="307"/>
                  </a:lnTo>
                  <a:lnTo>
                    <a:pt x="298" y="317"/>
                  </a:lnTo>
                  <a:lnTo>
                    <a:pt x="281" y="330"/>
                  </a:lnTo>
                  <a:lnTo>
                    <a:pt x="168" y="400"/>
                  </a:lnTo>
                  <a:lnTo>
                    <a:pt x="115" y="427"/>
                  </a:lnTo>
                  <a:lnTo>
                    <a:pt x="99" y="429"/>
                  </a:lnTo>
                  <a:lnTo>
                    <a:pt x="93" y="429"/>
                  </a:lnTo>
                  <a:lnTo>
                    <a:pt x="66" y="428"/>
                  </a:lnTo>
                  <a:lnTo>
                    <a:pt x="55" y="424"/>
                  </a:lnTo>
                  <a:lnTo>
                    <a:pt x="48" y="416"/>
                  </a:lnTo>
                  <a:lnTo>
                    <a:pt x="27" y="375"/>
                  </a:lnTo>
                  <a:lnTo>
                    <a:pt x="7" y="251"/>
                  </a:lnTo>
                  <a:lnTo>
                    <a:pt x="2" y="134"/>
                  </a:lnTo>
                  <a:lnTo>
                    <a:pt x="0" y="58"/>
                  </a:lnTo>
                  <a:lnTo>
                    <a:pt x="4" y="36"/>
                  </a:lnTo>
                  <a:lnTo>
                    <a:pt x="11" y="17"/>
                  </a:lnTo>
                  <a:lnTo>
                    <a:pt x="29" y="4"/>
                  </a:lnTo>
                  <a:lnTo>
                    <a:pt x="51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l1455"/>
            <p:cNvSpPr/>
            <p:nvPr/>
          </p:nvSpPr>
          <p:spPr>
            <a:xfrm>
              <a:off x="4692002" y="5113233"/>
              <a:ext cx="291" cy="193"/>
            </a:xfrm>
            <a:custGeom>
              <a:avLst/>
              <a:pathLst>
                <a:path w="291" h="193">
                  <a:moveTo>
                    <a:pt x="90" y="187"/>
                  </a:moveTo>
                  <a:lnTo>
                    <a:pt x="28" y="178"/>
                  </a:lnTo>
                  <a:lnTo>
                    <a:pt x="9" y="160"/>
                  </a:lnTo>
                  <a:lnTo>
                    <a:pt x="2" y="135"/>
                  </a:lnTo>
                  <a:lnTo>
                    <a:pt x="0" y="125"/>
                  </a:lnTo>
                  <a:lnTo>
                    <a:pt x="0" y="80"/>
                  </a:lnTo>
                  <a:lnTo>
                    <a:pt x="4" y="64"/>
                  </a:lnTo>
                  <a:lnTo>
                    <a:pt x="35" y="30"/>
                  </a:lnTo>
                  <a:lnTo>
                    <a:pt x="58" y="15"/>
                  </a:lnTo>
                  <a:lnTo>
                    <a:pt x="83" y="4"/>
                  </a:lnTo>
                  <a:lnTo>
                    <a:pt x="114" y="0"/>
                  </a:lnTo>
                  <a:lnTo>
                    <a:pt x="136" y="3"/>
                  </a:lnTo>
                  <a:lnTo>
                    <a:pt x="257" y="56"/>
                  </a:lnTo>
                  <a:lnTo>
                    <a:pt x="280" y="71"/>
                  </a:lnTo>
                  <a:lnTo>
                    <a:pt x="287" y="92"/>
                  </a:lnTo>
                  <a:lnTo>
                    <a:pt x="291" y="153"/>
                  </a:lnTo>
                  <a:lnTo>
                    <a:pt x="281" y="182"/>
                  </a:lnTo>
                  <a:lnTo>
                    <a:pt x="257" y="193"/>
                  </a:lnTo>
                  <a:lnTo>
                    <a:pt x="161" y="193"/>
                  </a:lnTo>
                  <a:lnTo>
                    <a:pt x="90" y="18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l1456"/>
            <p:cNvSpPr/>
            <p:nvPr/>
          </p:nvSpPr>
          <p:spPr>
            <a:xfrm>
              <a:off x="4696061" y="5105955"/>
              <a:ext cx="655" cy="479"/>
            </a:xfrm>
            <a:custGeom>
              <a:avLst/>
              <a:pathLst>
                <a:path w="655" h="479">
                  <a:moveTo>
                    <a:pt x="459" y="479"/>
                  </a:moveTo>
                  <a:lnTo>
                    <a:pt x="402" y="479"/>
                  </a:lnTo>
                  <a:lnTo>
                    <a:pt x="382" y="422"/>
                  </a:lnTo>
                  <a:lnTo>
                    <a:pt x="360" y="405"/>
                  </a:lnTo>
                  <a:lnTo>
                    <a:pt x="285" y="394"/>
                  </a:lnTo>
                  <a:lnTo>
                    <a:pt x="254" y="389"/>
                  </a:lnTo>
                  <a:lnTo>
                    <a:pt x="226" y="385"/>
                  </a:lnTo>
                  <a:lnTo>
                    <a:pt x="206" y="382"/>
                  </a:lnTo>
                  <a:lnTo>
                    <a:pt x="154" y="374"/>
                  </a:lnTo>
                  <a:lnTo>
                    <a:pt x="62" y="356"/>
                  </a:lnTo>
                  <a:lnTo>
                    <a:pt x="4" y="345"/>
                  </a:lnTo>
                  <a:lnTo>
                    <a:pt x="0" y="327"/>
                  </a:lnTo>
                  <a:lnTo>
                    <a:pt x="10" y="308"/>
                  </a:lnTo>
                  <a:lnTo>
                    <a:pt x="52" y="297"/>
                  </a:lnTo>
                  <a:lnTo>
                    <a:pt x="158" y="270"/>
                  </a:lnTo>
                  <a:lnTo>
                    <a:pt x="176" y="268"/>
                  </a:lnTo>
                  <a:lnTo>
                    <a:pt x="203" y="269"/>
                  </a:lnTo>
                  <a:lnTo>
                    <a:pt x="218" y="266"/>
                  </a:lnTo>
                  <a:lnTo>
                    <a:pt x="229" y="258"/>
                  </a:lnTo>
                  <a:lnTo>
                    <a:pt x="238" y="248"/>
                  </a:lnTo>
                  <a:lnTo>
                    <a:pt x="242" y="239"/>
                  </a:lnTo>
                  <a:lnTo>
                    <a:pt x="254" y="206"/>
                  </a:lnTo>
                  <a:lnTo>
                    <a:pt x="254" y="191"/>
                  </a:lnTo>
                  <a:lnTo>
                    <a:pt x="253" y="159"/>
                  </a:lnTo>
                  <a:lnTo>
                    <a:pt x="248" y="143"/>
                  </a:lnTo>
                  <a:lnTo>
                    <a:pt x="245" y="126"/>
                  </a:lnTo>
                  <a:lnTo>
                    <a:pt x="245" y="110"/>
                  </a:lnTo>
                  <a:lnTo>
                    <a:pt x="245" y="98"/>
                  </a:lnTo>
                  <a:lnTo>
                    <a:pt x="248" y="81"/>
                  </a:lnTo>
                  <a:lnTo>
                    <a:pt x="263" y="44"/>
                  </a:lnTo>
                  <a:lnTo>
                    <a:pt x="270" y="33"/>
                  </a:lnTo>
                  <a:lnTo>
                    <a:pt x="281" y="27"/>
                  </a:lnTo>
                  <a:lnTo>
                    <a:pt x="304" y="14"/>
                  </a:lnTo>
                  <a:lnTo>
                    <a:pt x="309" y="12"/>
                  </a:lnTo>
                  <a:lnTo>
                    <a:pt x="345" y="0"/>
                  </a:lnTo>
                  <a:lnTo>
                    <a:pt x="409" y="6"/>
                  </a:lnTo>
                  <a:lnTo>
                    <a:pt x="454" y="24"/>
                  </a:lnTo>
                  <a:lnTo>
                    <a:pt x="467" y="33"/>
                  </a:lnTo>
                  <a:lnTo>
                    <a:pt x="466" y="51"/>
                  </a:lnTo>
                  <a:lnTo>
                    <a:pt x="464" y="66"/>
                  </a:lnTo>
                  <a:lnTo>
                    <a:pt x="449" y="82"/>
                  </a:lnTo>
                  <a:lnTo>
                    <a:pt x="421" y="110"/>
                  </a:lnTo>
                  <a:lnTo>
                    <a:pt x="377" y="140"/>
                  </a:lnTo>
                  <a:lnTo>
                    <a:pt x="366" y="144"/>
                  </a:lnTo>
                  <a:lnTo>
                    <a:pt x="361" y="152"/>
                  </a:lnTo>
                  <a:lnTo>
                    <a:pt x="359" y="165"/>
                  </a:lnTo>
                  <a:lnTo>
                    <a:pt x="362" y="179"/>
                  </a:lnTo>
                  <a:lnTo>
                    <a:pt x="372" y="236"/>
                  </a:lnTo>
                  <a:lnTo>
                    <a:pt x="405" y="244"/>
                  </a:lnTo>
                  <a:lnTo>
                    <a:pt x="423" y="248"/>
                  </a:lnTo>
                  <a:lnTo>
                    <a:pt x="460" y="256"/>
                  </a:lnTo>
                  <a:lnTo>
                    <a:pt x="597" y="301"/>
                  </a:lnTo>
                  <a:lnTo>
                    <a:pt x="615" y="307"/>
                  </a:lnTo>
                  <a:lnTo>
                    <a:pt x="642" y="324"/>
                  </a:lnTo>
                  <a:lnTo>
                    <a:pt x="655" y="379"/>
                  </a:lnTo>
                  <a:lnTo>
                    <a:pt x="642" y="423"/>
                  </a:lnTo>
                  <a:lnTo>
                    <a:pt x="479" y="449"/>
                  </a:lnTo>
                  <a:lnTo>
                    <a:pt x="459" y="47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l1457"/>
            <p:cNvSpPr/>
            <p:nvPr/>
          </p:nvSpPr>
          <p:spPr>
            <a:xfrm>
              <a:off x="4705008" y="5098449"/>
              <a:ext cx="406" cy="781"/>
            </a:xfrm>
            <a:custGeom>
              <a:avLst/>
              <a:pathLst>
                <a:path w="406" h="781">
                  <a:moveTo>
                    <a:pt x="375" y="781"/>
                  </a:moveTo>
                  <a:lnTo>
                    <a:pt x="357" y="781"/>
                  </a:lnTo>
                  <a:lnTo>
                    <a:pt x="152" y="687"/>
                  </a:lnTo>
                  <a:lnTo>
                    <a:pt x="38" y="575"/>
                  </a:lnTo>
                  <a:lnTo>
                    <a:pt x="0" y="456"/>
                  </a:lnTo>
                  <a:lnTo>
                    <a:pt x="1" y="428"/>
                  </a:lnTo>
                  <a:lnTo>
                    <a:pt x="115" y="83"/>
                  </a:lnTo>
                  <a:lnTo>
                    <a:pt x="119" y="62"/>
                  </a:lnTo>
                  <a:lnTo>
                    <a:pt x="132" y="41"/>
                  </a:lnTo>
                  <a:lnTo>
                    <a:pt x="155" y="8"/>
                  </a:lnTo>
                  <a:lnTo>
                    <a:pt x="168" y="2"/>
                  </a:lnTo>
                  <a:lnTo>
                    <a:pt x="182" y="0"/>
                  </a:lnTo>
                  <a:lnTo>
                    <a:pt x="198" y="9"/>
                  </a:lnTo>
                  <a:lnTo>
                    <a:pt x="207" y="19"/>
                  </a:lnTo>
                  <a:lnTo>
                    <a:pt x="210" y="33"/>
                  </a:lnTo>
                  <a:lnTo>
                    <a:pt x="221" y="146"/>
                  </a:lnTo>
                  <a:lnTo>
                    <a:pt x="231" y="263"/>
                  </a:lnTo>
                  <a:lnTo>
                    <a:pt x="237" y="322"/>
                  </a:lnTo>
                  <a:lnTo>
                    <a:pt x="244" y="340"/>
                  </a:lnTo>
                  <a:lnTo>
                    <a:pt x="315" y="515"/>
                  </a:lnTo>
                  <a:lnTo>
                    <a:pt x="337" y="531"/>
                  </a:lnTo>
                  <a:lnTo>
                    <a:pt x="383" y="565"/>
                  </a:lnTo>
                  <a:lnTo>
                    <a:pt x="385" y="581"/>
                  </a:lnTo>
                  <a:lnTo>
                    <a:pt x="400" y="692"/>
                  </a:lnTo>
                  <a:lnTo>
                    <a:pt x="406" y="757"/>
                  </a:lnTo>
                  <a:lnTo>
                    <a:pt x="397" y="770"/>
                  </a:lnTo>
                  <a:lnTo>
                    <a:pt x="386" y="776"/>
                  </a:lnTo>
                  <a:lnTo>
                    <a:pt x="375" y="78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l1458"/>
            <p:cNvSpPr/>
            <p:nvPr/>
          </p:nvSpPr>
          <p:spPr>
            <a:xfrm>
              <a:off x="4712334" y="5088697"/>
              <a:ext cx="548" cy="507"/>
            </a:xfrm>
            <a:custGeom>
              <a:avLst/>
              <a:pathLst>
                <a:path w="548" h="507">
                  <a:moveTo>
                    <a:pt x="55" y="506"/>
                  </a:moveTo>
                  <a:lnTo>
                    <a:pt x="34" y="505"/>
                  </a:lnTo>
                  <a:lnTo>
                    <a:pt x="4" y="483"/>
                  </a:lnTo>
                  <a:lnTo>
                    <a:pt x="0" y="477"/>
                  </a:lnTo>
                  <a:lnTo>
                    <a:pt x="5" y="466"/>
                  </a:lnTo>
                  <a:lnTo>
                    <a:pt x="22" y="440"/>
                  </a:lnTo>
                  <a:lnTo>
                    <a:pt x="30" y="434"/>
                  </a:lnTo>
                  <a:lnTo>
                    <a:pt x="39" y="431"/>
                  </a:lnTo>
                  <a:lnTo>
                    <a:pt x="63" y="423"/>
                  </a:lnTo>
                  <a:lnTo>
                    <a:pt x="72" y="419"/>
                  </a:lnTo>
                  <a:lnTo>
                    <a:pt x="79" y="415"/>
                  </a:lnTo>
                  <a:lnTo>
                    <a:pt x="112" y="400"/>
                  </a:lnTo>
                  <a:lnTo>
                    <a:pt x="145" y="354"/>
                  </a:lnTo>
                  <a:lnTo>
                    <a:pt x="164" y="328"/>
                  </a:lnTo>
                  <a:lnTo>
                    <a:pt x="166" y="287"/>
                  </a:lnTo>
                  <a:lnTo>
                    <a:pt x="161" y="261"/>
                  </a:lnTo>
                  <a:lnTo>
                    <a:pt x="142" y="222"/>
                  </a:lnTo>
                  <a:lnTo>
                    <a:pt x="108" y="141"/>
                  </a:lnTo>
                  <a:lnTo>
                    <a:pt x="112" y="133"/>
                  </a:lnTo>
                  <a:lnTo>
                    <a:pt x="249" y="67"/>
                  </a:lnTo>
                  <a:lnTo>
                    <a:pt x="391" y="25"/>
                  </a:lnTo>
                  <a:lnTo>
                    <a:pt x="442" y="9"/>
                  </a:lnTo>
                  <a:lnTo>
                    <a:pt x="492" y="0"/>
                  </a:lnTo>
                  <a:lnTo>
                    <a:pt x="499" y="0"/>
                  </a:lnTo>
                  <a:lnTo>
                    <a:pt x="525" y="22"/>
                  </a:lnTo>
                  <a:lnTo>
                    <a:pt x="544" y="50"/>
                  </a:lnTo>
                  <a:lnTo>
                    <a:pt x="548" y="78"/>
                  </a:lnTo>
                  <a:lnTo>
                    <a:pt x="537" y="97"/>
                  </a:lnTo>
                  <a:lnTo>
                    <a:pt x="478" y="202"/>
                  </a:lnTo>
                  <a:lnTo>
                    <a:pt x="381" y="303"/>
                  </a:lnTo>
                  <a:lnTo>
                    <a:pt x="370" y="315"/>
                  </a:lnTo>
                  <a:lnTo>
                    <a:pt x="262" y="429"/>
                  </a:lnTo>
                  <a:lnTo>
                    <a:pt x="244" y="442"/>
                  </a:lnTo>
                  <a:lnTo>
                    <a:pt x="230" y="450"/>
                  </a:lnTo>
                  <a:lnTo>
                    <a:pt x="134" y="493"/>
                  </a:lnTo>
                  <a:lnTo>
                    <a:pt x="86" y="507"/>
                  </a:lnTo>
                  <a:lnTo>
                    <a:pt x="55" y="50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l1459"/>
            <p:cNvSpPr/>
            <p:nvPr/>
          </p:nvSpPr>
          <p:spPr>
            <a:xfrm>
              <a:off x="4713551" y="5088376"/>
              <a:ext cx="1564" cy="505"/>
            </a:xfrm>
            <a:custGeom>
              <a:avLst/>
              <a:pathLst>
                <a:path w="1564" h="505">
                  <a:moveTo>
                    <a:pt x="1300" y="304"/>
                  </a:moveTo>
                  <a:lnTo>
                    <a:pt x="1237" y="301"/>
                  </a:lnTo>
                  <a:lnTo>
                    <a:pt x="1215" y="296"/>
                  </a:lnTo>
                  <a:lnTo>
                    <a:pt x="1190" y="300"/>
                  </a:lnTo>
                  <a:lnTo>
                    <a:pt x="1174" y="314"/>
                  </a:lnTo>
                  <a:lnTo>
                    <a:pt x="1156" y="334"/>
                  </a:lnTo>
                  <a:lnTo>
                    <a:pt x="1144" y="370"/>
                  </a:lnTo>
                  <a:lnTo>
                    <a:pt x="1145" y="384"/>
                  </a:lnTo>
                  <a:lnTo>
                    <a:pt x="1142" y="421"/>
                  </a:lnTo>
                  <a:lnTo>
                    <a:pt x="1127" y="459"/>
                  </a:lnTo>
                  <a:lnTo>
                    <a:pt x="1114" y="463"/>
                  </a:lnTo>
                  <a:lnTo>
                    <a:pt x="1076" y="472"/>
                  </a:lnTo>
                  <a:lnTo>
                    <a:pt x="910" y="434"/>
                  </a:lnTo>
                  <a:lnTo>
                    <a:pt x="889" y="396"/>
                  </a:lnTo>
                  <a:lnTo>
                    <a:pt x="876" y="372"/>
                  </a:lnTo>
                  <a:lnTo>
                    <a:pt x="850" y="353"/>
                  </a:lnTo>
                  <a:lnTo>
                    <a:pt x="825" y="347"/>
                  </a:lnTo>
                  <a:lnTo>
                    <a:pt x="748" y="351"/>
                  </a:lnTo>
                  <a:lnTo>
                    <a:pt x="662" y="384"/>
                  </a:lnTo>
                  <a:lnTo>
                    <a:pt x="607" y="411"/>
                  </a:lnTo>
                  <a:lnTo>
                    <a:pt x="530" y="482"/>
                  </a:lnTo>
                  <a:lnTo>
                    <a:pt x="460" y="499"/>
                  </a:lnTo>
                  <a:lnTo>
                    <a:pt x="384" y="457"/>
                  </a:lnTo>
                  <a:lnTo>
                    <a:pt x="252" y="478"/>
                  </a:lnTo>
                  <a:lnTo>
                    <a:pt x="163" y="505"/>
                  </a:lnTo>
                  <a:lnTo>
                    <a:pt x="33" y="457"/>
                  </a:lnTo>
                  <a:lnTo>
                    <a:pt x="0" y="406"/>
                  </a:lnTo>
                  <a:lnTo>
                    <a:pt x="23" y="317"/>
                  </a:lnTo>
                  <a:lnTo>
                    <a:pt x="55" y="291"/>
                  </a:lnTo>
                  <a:lnTo>
                    <a:pt x="75" y="284"/>
                  </a:lnTo>
                  <a:lnTo>
                    <a:pt x="142" y="247"/>
                  </a:lnTo>
                  <a:lnTo>
                    <a:pt x="169" y="194"/>
                  </a:lnTo>
                  <a:lnTo>
                    <a:pt x="212" y="116"/>
                  </a:lnTo>
                  <a:lnTo>
                    <a:pt x="229" y="95"/>
                  </a:lnTo>
                  <a:lnTo>
                    <a:pt x="243" y="89"/>
                  </a:lnTo>
                  <a:lnTo>
                    <a:pt x="320" y="55"/>
                  </a:lnTo>
                  <a:lnTo>
                    <a:pt x="335" y="48"/>
                  </a:lnTo>
                  <a:lnTo>
                    <a:pt x="366" y="78"/>
                  </a:lnTo>
                  <a:lnTo>
                    <a:pt x="391" y="100"/>
                  </a:lnTo>
                  <a:lnTo>
                    <a:pt x="486" y="166"/>
                  </a:lnTo>
                  <a:lnTo>
                    <a:pt x="535" y="184"/>
                  </a:lnTo>
                  <a:lnTo>
                    <a:pt x="574" y="193"/>
                  </a:lnTo>
                  <a:lnTo>
                    <a:pt x="843" y="251"/>
                  </a:lnTo>
                  <a:lnTo>
                    <a:pt x="999" y="248"/>
                  </a:lnTo>
                  <a:lnTo>
                    <a:pt x="1087" y="232"/>
                  </a:lnTo>
                  <a:lnTo>
                    <a:pt x="1153" y="196"/>
                  </a:lnTo>
                  <a:lnTo>
                    <a:pt x="1182" y="175"/>
                  </a:lnTo>
                  <a:lnTo>
                    <a:pt x="1206" y="138"/>
                  </a:lnTo>
                  <a:lnTo>
                    <a:pt x="1209" y="127"/>
                  </a:lnTo>
                  <a:lnTo>
                    <a:pt x="1226" y="67"/>
                  </a:lnTo>
                  <a:lnTo>
                    <a:pt x="1230" y="35"/>
                  </a:lnTo>
                  <a:lnTo>
                    <a:pt x="1227" y="4"/>
                  </a:lnTo>
                  <a:lnTo>
                    <a:pt x="1240" y="0"/>
                  </a:lnTo>
                  <a:lnTo>
                    <a:pt x="1337" y="14"/>
                  </a:lnTo>
                  <a:lnTo>
                    <a:pt x="1477" y="103"/>
                  </a:lnTo>
                  <a:lnTo>
                    <a:pt x="1495" y="116"/>
                  </a:lnTo>
                  <a:lnTo>
                    <a:pt x="1560" y="200"/>
                  </a:lnTo>
                  <a:lnTo>
                    <a:pt x="1564" y="213"/>
                  </a:lnTo>
                  <a:lnTo>
                    <a:pt x="1521" y="283"/>
                  </a:lnTo>
                  <a:lnTo>
                    <a:pt x="1484" y="292"/>
                  </a:lnTo>
                  <a:lnTo>
                    <a:pt x="1455" y="297"/>
                  </a:lnTo>
                  <a:lnTo>
                    <a:pt x="1432" y="301"/>
                  </a:lnTo>
                  <a:lnTo>
                    <a:pt x="1387" y="308"/>
                  </a:lnTo>
                  <a:lnTo>
                    <a:pt x="1300" y="30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l1460"/>
            <p:cNvSpPr/>
            <p:nvPr/>
          </p:nvSpPr>
          <p:spPr>
            <a:xfrm>
              <a:off x="4745242" y="5071954"/>
              <a:ext cx="554" cy="893"/>
            </a:xfrm>
            <a:custGeom>
              <a:avLst/>
              <a:pathLst>
                <a:path w="554" h="893">
                  <a:moveTo>
                    <a:pt x="140" y="871"/>
                  </a:moveTo>
                  <a:lnTo>
                    <a:pt x="38" y="893"/>
                  </a:lnTo>
                  <a:lnTo>
                    <a:pt x="22" y="886"/>
                  </a:lnTo>
                  <a:lnTo>
                    <a:pt x="12" y="880"/>
                  </a:lnTo>
                  <a:lnTo>
                    <a:pt x="0" y="846"/>
                  </a:lnTo>
                  <a:lnTo>
                    <a:pt x="18" y="796"/>
                  </a:lnTo>
                  <a:lnTo>
                    <a:pt x="50" y="726"/>
                  </a:lnTo>
                  <a:lnTo>
                    <a:pt x="220" y="155"/>
                  </a:lnTo>
                  <a:lnTo>
                    <a:pt x="273" y="109"/>
                  </a:lnTo>
                  <a:lnTo>
                    <a:pt x="393" y="5"/>
                  </a:lnTo>
                  <a:lnTo>
                    <a:pt x="399" y="1"/>
                  </a:lnTo>
                  <a:lnTo>
                    <a:pt x="410" y="0"/>
                  </a:lnTo>
                  <a:lnTo>
                    <a:pt x="433" y="41"/>
                  </a:lnTo>
                  <a:lnTo>
                    <a:pt x="547" y="305"/>
                  </a:lnTo>
                  <a:lnTo>
                    <a:pt x="554" y="331"/>
                  </a:lnTo>
                  <a:lnTo>
                    <a:pt x="554" y="353"/>
                  </a:lnTo>
                  <a:lnTo>
                    <a:pt x="553" y="363"/>
                  </a:lnTo>
                  <a:lnTo>
                    <a:pt x="540" y="383"/>
                  </a:lnTo>
                  <a:lnTo>
                    <a:pt x="527" y="396"/>
                  </a:lnTo>
                  <a:lnTo>
                    <a:pt x="507" y="415"/>
                  </a:lnTo>
                  <a:lnTo>
                    <a:pt x="281" y="751"/>
                  </a:lnTo>
                  <a:lnTo>
                    <a:pt x="244" y="807"/>
                  </a:lnTo>
                  <a:lnTo>
                    <a:pt x="156" y="864"/>
                  </a:lnTo>
                  <a:lnTo>
                    <a:pt x="140" y="87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l1461"/>
            <p:cNvSpPr/>
            <p:nvPr/>
          </p:nvSpPr>
          <p:spPr>
            <a:xfrm>
              <a:off x="4775343" y="5070593"/>
              <a:ext cx="699" cy="486"/>
            </a:xfrm>
            <a:custGeom>
              <a:avLst/>
              <a:pathLst>
                <a:path w="699" h="486">
                  <a:moveTo>
                    <a:pt x="685" y="472"/>
                  </a:moveTo>
                  <a:lnTo>
                    <a:pt x="669" y="482"/>
                  </a:lnTo>
                  <a:lnTo>
                    <a:pt x="647" y="486"/>
                  </a:lnTo>
                  <a:lnTo>
                    <a:pt x="624" y="480"/>
                  </a:lnTo>
                  <a:lnTo>
                    <a:pt x="483" y="451"/>
                  </a:lnTo>
                  <a:lnTo>
                    <a:pt x="323" y="427"/>
                  </a:lnTo>
                  <a:lnTo>
                    <a:pt x="309" y="423"/>
                  </a:lnTo>
                  <a:lnTo>
                    <a:pt x="288" y="384"/>
                  </a:lnTo>
                  <a:lnTo>
                    <a:pt x="286" y="364"/>
                  </a:lnTo>
                  <a:lnTo>
                    <a:pt x="291" y="353"/>
                  </a:lnTo>
                  <a:lnTo>
                    <a:pt x="304" y="341"/>
                  </a:lnTo>
                  <a:lnTo>
                    <a:pt x="315" y="333"/>
                  </a:lnTo>
                  <a:lnTo>
                    <a:pt x="329" y="328"/>
                  </a:lnTo>
                  <a:lnTo>
                    <a:pt x="344" y="324"/>
                  </a:lnTo>
                  <a:lnTo>
                    <a:pt x="353" y="316"/>
                  </a:lnTo>
                  <a:lnTo>
                    <a:pt x="355" y="306"/>
                  </a:lnTo>
                  <a:lnTo>
                    <a:pt x="353" y="287"/>
                  </a:lnTo>
                  <a:lnTo>
                    <a:pt x="342" y="275"/>
                  </a:lnTo>
                  <a:lnTo>
                    <a:pt x="245" y="200"/>
                  </a:lnTo>
                  <a:lnTo>
                    <a:pt x="167" y="139"/>
                  </a:lnTo>
                  <a:lnTo>
                    <a:pt x="53" y="114"/>
                  </a:lnTo>
                  <a:lnTo>
                    <a:pt x="33" y="100"/>
                  </a:lnTo>
                  <a:lnTo>
                    <a:pt x="17" y="68"/>
                  </a:lnTo>
                  <a:lnTo>
                    <a:pt x="0" y="7"/>
                  </a:lnTo>
                  <a:lnTo>
                    <a:pt x="5" y="2"/>
                  </a:lnTo>
                  <a:lnTo>
                    <a:pt x="14" y="0"/>
                  </a:lnTo>
                  <a:lnTo>
                    <a:pt x="29" y="0"/>
                  </a:lnTo>
                  <a:lnTo>
                    <a:pt x="143" y="28"/>
                  </a:lnTo>
                  <a:lnTo>
                    <a:pt x="250" y="54"/>
                  </a:lnTo>
                  <a:lnTo>
                    <a:pt x="602" y="152"/>
                  </a:lnTo>
                  <a:lnTo>
                    <a:pt x="618" y="156"/>
                  </a:lnTo>
                  <a:lnTo>
                    <a:pt x="641" y="183"/>
                  </a:lnTo>
                  <a:lnTo>
                    <a:pt x="694" y="385"/>
                  </a:lnTo>
                  <a:lnTo>
                    <a:pt x="699" y="404"/>
                  </a:lnTo>
                  <a:lnTo>
                    <a:pt x="698" y="443"/>
                  </a:lnTo>
                  <a:lnTo>
                    <a:pt x="696" y="455"/>
                  </a:lnTo>
                  <a:lnTo>
                    <a:pt x="685" y="47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l1462"/>
            <p:cNvSpPr/>
            <p:nvPr/>
          </p:nvSpPr>
          <p:spPr>
            <a:xfrm>
              <a:off x="4659934" y="5040494"/>
              <a:ext cx="317" cy="364"/>
            </a:xfrm>
            <a:custGeom>
              <a:avLst/>
              <a:pathLst>
                <a:path w="317" h="364">
                  <a:moveTo>
                    <a:pt x="137" y="355"/>
                  </a:moveTo>
                  <a:lnTo>
                    <a:pt x="91" y="364"/>
                  </a:lnTo>
                  <a:lnTo>
                    <a:pt x="25" y="313"/>
                  </a:lnTo>
                  <a:lnTo>
                    <a:pt x="16" y="305"/>
                  </a:lnTo>
                  <a:lnTo>
                    <a:pt x="5" y="223"/>
                  </a:lnTo>
                  <a:lnTo>
                    <a:pt x="0" y="140"/>
                  </a:lnTo>
                  <a:lnTo>
                    <a:pt x="17" y="100"/>
                  </a:lnTo>
                  <a:lnTo>
                    <a:pt x="26" y="84"/>
                  </a:lnTo>
                  <a:lnTo>
                    <a:pt x="45" y="57"/>
                  </a:lnTo>
                  <a:lnTo>
                    <a:pt x="57" y="47"/>
                  </a:lnTo>
                  <a:lnTo>
                    <a:pt x="186" y="0"/>
                  </a:lnTo>
                  <a:lnTo>
                    <a:pt x="229" y="5"/>
                  </a:lnTo>
                  <a:lnTo>
                    <a:pt x="258" y="26"/>
                  </a:lnTo>
                  <a:lnTo>
                    <a:pt x="310" y="75"/>
                  </a:lnTo>
                  <a:lnTo>
                    <a:pt x="317" y="98"/>
                  </a:lnTo>
                  <a:lnTo>
                    <a:pt x="316" y="118"/>
                  </a:lnTo>
                  <a:lnTo>
                    <a:pt x="312" y="157"/>
                  </a:lnTo>
                  <a:lnTo>
                    <a:pt x="280" y="200"/>
                  </a:lnTo>
                  <a:lnTo>
                    <a:pt x="269" y="213"/>
                  </a:lnTo>
                  <a:lnTo>
                    <a:pt x="158" y="332"/>
                  </a:lnTo>
                  <a:lnTo>
                    <a:pt x="137" y="35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l1463"/>
            <p:cNvSpPr/>
            <p:nvPr/>
          </p:nvSpPr>
          <p:spPr>
            <a:xfrm>
              <a:off x="4743338" y="5031298"/>
              <a:ext cx="3584" cy="2292"/>
            </a:xfrm>
            <a:custGeom>
              <a:avLst/>
              <a:pathLst>
                <a:path w="3584" h="2292">
                  <a:moveTo>
                    <a:pt x="2318" y="1277"/>
                  </a:moveTo>
                  <a:lnTo>
                    <a:pt x="1995" y="1535"/>
                  </a:lnTo>
                  <a:lnTo>
                    <a:pt x="1957" y="1565"/>
                  </a:lnTo>
                  <a:lnTo>
                    <a:pt x="1461" y="1867"/>
                  </a:lnTo>
                  <a:lnTo>
                    <a:pt x="1011" y="1988"/>
                  </a:lnTo>
                  <a:lnTo>
                    <a:pt x="474" y="2231"/>
                  </a:lnTo>
                  <a:lnTo>
                    <a:pt x="284" y="2292"/>
                  </a:lnTo>
                  <a:lnTo>
                    <a:pt x="0" y="2210"/>
                  </a:lnTo>
                  <a:lnTo>
                    <a:pt x="40" y="2113"/>
                  </a:lnTo>
                  <a:lnTo>
                    <a:pt x="83" y="2010"/>
                  </a:lnTo>
                  <a:lnTo>
                    <a:pt x="379" y="1702"/>
                  </a:lnTo>
                  <a:lnTo>
                    <a:pt x="420" y="1659"/>
                  </a:lnTo>
                  <a:lnTo>
                    <a:pt x="616" y="1455"/>
                  </a:lnTo>
                  <a:lnTo>
                    <a:pt x="627" y="1449"/>
                  </a:lnTo>
                  <a:lnTo>
                    <a:pt x="711" y="1403"/>
                  </a:lnTo>
                  <a:lnTo>
                    <a:pt x="814" y="1347"/>
                  </a:lnTo>
                  <a:lnTo>
                    <a:pt x="931" y="1283"/>
                  </a:lnTo>
                  <a:lnTo>
                    <a:pt x="971" y="1276"/>
                  </a:lnTo>
                  <a:lnTo>
                    <a:pt x="1043" y="1265"/>
                  </a:lnTo>
                  <a:lnTo>
                    <a:pt x="1098" y="1279"/>
                  </a:lnTo>
                  <a:lnTo>
                    <a:pt x="1195" y="1253"/>
                  </a:lnTo>
                  <a:lnTo>
                    <a:pt x="1463" y="1012"/>
                  </a:lnTo>
                  <a:lnTo>
                    <a:pt x="1501" y="978"/>
                  </a:lnTo>
                  <a:lnTo>
                    <a:pt x="1801" y="739"/>
                  </a:lnTo>
                  <a:lnTo>
                    <a:pt x="1846" y="725"/>
                  </a:lnTo>
                  <a:lnTo>
                    <a:pt x="1907" y="706"/>
                  </a:lnTo>
                  <a:lnTo>
                    <a:pt x="1946" y="709"/>
                  </a:lnTo>
                  <a:lnTo>
                    <a:pt x="1978" y="712"/>
                  </a:lnTo>
                  <a:lnTo>
                    <a:pt x="2174" y="651"/>
                  </a:lnTo>
                  <a:lnTo>
                    <a:pt x="2373" y="449"/>
                  </a:lnTo>
                  <a:lnTo>
                    <a:pt x="2413" y="407"/>
                  </a:lnTo>
                  <a:lnTo>
                    <a:pt x="2531" y="287"/>
                  </a:lnTo>
                  <a:lnTo>
                    <a:pt x="2685" y="130"/>
                  </a:lnTo>
                  <a:lnTo>
                    <a:pt x="2711" y="121"/>
                  </a:lnTo>
                  <a:lnTo>
                    <a:pt x="2792" y="91"/>
                  </a:lnTo>
                  <a:lnTo>
                    <a:pt x="2802" y="87"/>
                  </a:lnTo>
                  <a:lnTo>
                    <a:pt x="2849" y="70"/>
                  </a:lnTo>
                  <a:lnTo>
                    <a:pt x="2865" y="64"/>
                  </a:lnTo>
                  <a:lnTo>
                    <a:pt x="2980" y="22"/>
                  </a:lnTo>
                  <a:lnTo>
                    <a:pt x="3028" y="13"/>
                  </a:lnTo>
                  <a:lnTo>
                    <a:pt x="3102" y="0"/>
                  </a:lnTo>
                  <a:lnTo>
                    <a:pt x="3128" y="7"/>
                  </a:lnTo>
                  <a:lnTo>
                    <a:pt x="3177" y="22"/>
                  </a:lnTo>
                  <a:lnTo>
                    <a:pt x="3257" y="45"/>
                  </a:lnTo>
                  <a:lnTo>
                    <a:pt x="3293" y="62"/>
                  </a:lnTo>
                  <a:lnTo>
                    <a:pt x="3320" y="74"/>
                  </a:lnTo>
                  <a:lnTo>
                    <a:pt x="3584" y="197"/>
                  </a:lnTo>
                  <a:lnTo>
                    <a:pt x="3562" y="234"/>
                  </a:lnTo>
                  <a:lnTo>
                    <a:pt x="3522" y="302"/>
                  </a:lnTo>
                  <a:lnTo>
                    <a:pt x="3462" y="346"/>
                  </a:lnTo>
                  <a:lnTo>
                    <a:pt x="3432" y="368"/>
                  </a:lnTo>
                  <a:lnTo>
                    <a:pt x="3388" y="401"/>
                  </a:lnTo>
                  <a:lnTo>
                    <a:pt x="3356" y="425"/>
                  </a:lnTo>
                  <a:lnTo>
                    <a:pt x="3231" y="658"/>
                  </a:lnTo>
                  <a:lnTo>
                    <a:pt x="3148" y="861"/>
                  </a:lnTo>
                  <a:lnTo>
                    <a:pt x="2318" y="127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l1464"/>
            <p:cNvSpPr/>
            <p:nvPr/>
          </p:nvSpPr>
          <p:spPr>
            <a:xfrm>
              <a:off x="4631655" y="5015260"/>
              <a:ext cx="497" cy="226"/>
            </a:xfrm>
            <a:custGeom>
              <a:avLst/>
              <a:pathLst>
                <a:path w="497" h="226">
                  <a:moveTo>
                    <a:pt x="247" y="224"/>
                  </a:moveTo>
                  <a:lnTo>
                    <a:pt x="239" y="226"/>
                  </a:lnTo>
                  <a:lnTo>
                    <a:pt x="115" y="210"/>
                  </a:lnTo>
                  <a:lnTo>
                    <a:pt x="79" y="202"/>
                  </a:lnTo>
                  <a:lnTo>
                    <a:pt x="38" y="192"/>
                  </a:lnTo>
                  <a:lnTo>
                    <a:pt x="13" y="180"/>
                  </a:lnTo>
                  <a:lnTo>
                    <a:pt x="10" y="169"/>
                  </a:lnTo>
                  <a:lnTo>
                    <a:pt x="0" y="120"/>
                  </a:lnTo>
                  <a:lnTo>
                    <a:pt x="1" y="109"/>
                  </a:lnTo>
                  <a:lnTo>
                    <a:pt x="20" y="90"/>
                  </a:lnTo>
                  <a:lnTo>
                    <a:pt x="208" y="0"/>
                  </a:lnTo>
                  <a:lnTo>
                    <a:pt x="448" y="36"/>
                  </a:lnTo>
                  <a:lnTo>
                    <a:pt x="491" y="48"/>
                  </a:lnTo>
                  <a:lnTo>
                    <a:pt x="497" y="77"/>
                  </a:lnTo>
                  <a:lnTo>
                    <a:pt x="496" y="107"/>
                  </a:lnTo>
                  <a:lnTo>
                    <a:pt x="490" y="115"/>
                  </a:lnTo>
                  <a:lnTo>
                    <a:pt x="466" y="130"/>
                  </a:lnTo>
                  <a:lnTo>
                    <a:pt x="426" y="150"/>
                  </a:lnTo>
                  <a:lnTo>
                    <a:pt x="387" y="167"/>
                  </a:lnTo>
                  <a:lnTo>
                    <a:pt x="247" y="22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l1465"/>
            <p:cNvSpPr/>
            <p:nvPr/>
          </p:nvSpPr>
          <p:spPr>
            <a:xfrm>
              <a:off x="4632930" y="5013467"/>
              <a:ext cx="543" cy="473"/>
            </a:xfrm>
            <a:custGeom>
              <a:avLst/>
              <a:pathLst>
                <a:path w="543" h="473">
                  <a:moveTo>
                    <a:pt x="47" y="473"/>
                  </a:moveTo>
                  <a:lnTo>
                    <a:pt x="33" y="472"/>
                  </a:lnTo>
                  <a:lnTo>
                    <a:pt x="15" y="444"/>
                  </a:lnTo>
                  <a:lnTo>
                    <a:pt x="9" y="432"/>
                  </a:lnTo>
                  <a:lnTo>
                    <a:pt x="0" y="400"/>
                  </a:lnTo>
                  <a:lnTo>
                    <a:pt x="1" y="367"/>
                  </a:lnTo>
                  <a:lnTo>
                    <a:pt x="21" y="254"/>
                  </a:lnTo>
                  <a:lnTo>
                    <a:pt x="37" y="188"/>
                  </a:lnTo>
                  <a:lnTo>
                    <a:pt x="70" y="165"/>
                  </a:lnTo>
                  <a:lnTo>
                    <a:pt x="209" y="67"/>
                  </a:lnTo>
                  <a:lnTo>
                    <a:pt x="249" y="42"/>
                  </a:lnTo>
                  <a:lnTo>
                    <a:pt x="334" y="1"/>
                  </a:lnTo>
                  <a:lnTo>
                    <a:pt x="341" y="0"/>
                  </a:lnTo>
                  <a:lnTo>
                    <a:pt x="351" y="4"/>
                  </a:lnTo>
                  <a:lnTo>
                    <a:pt x="384" y="31"/>
                  </a:lnTo>
                  <a:lnTo>
                    <a:pt x="402" y="46"/>
                  </a:lnTo>
                  <a:lnTo>
                    <a:pt x="442" y="78"/>
                  </a:lnTo>
                  <a:lnTo>
                    <a:pt x="523" y="145"/>
                  </a:lnTo>
                  <a:lnTo>
                    <a:pt x="543" y="161"/>
                  </a:lnTo>
                  <a:lnTo>
                    <a:pt x="540" y="168"/>
                  </a:lnTo>
                  <a:lnTo>
                    <a:pt x="535" y="184"/>
                  </a:lnTo>
                  <a:lnTo>
                    <a:pt x="495" y="298"/>
                  </a:lnTo>
                  <a:lnTo>
                    <a:pt x="80" y="464"/>
                  </a:lnTo>
                  <a:lnTo>
                    <a:pt x="47" y="47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l1466"/>
            <p:cNvSpPr/>
            <p:nvPr/>
          </p:nvSpPr>
          <p:spPr>
            <a:xfrm>
              <a:off x="4739935" y="5027140"/>
              <a:ext cx="933" cy="647"/>
            </a:xfrm>
            <a:custGeom>
              <a:avLst/>
              <a:pathLst>
                <a:path w="933" h="647">
                  <a:moveTo>
                    <a:pt x="597" y="0"/>
                  </a:moveTo>
                  <a:lnTo>
                    <a:pt x="706" y="19"/>
                  </a:lnTo>
                  <a:lnTo>
                    <a:pt x="749" y="24"/>
                  </a:lnTo>
                  <a:lnTo>
                    <a:pt x="884" y="78"/>
                  </a:lnTo>
                  <a:lnTo>
                    <a:pt x="926" y="112"/>
                  </a:lnTo>
                  <a:lnTo>
                    <a:pt x="933" y="122"/>
                  </a:lnTo>
                  <a:lnTo>
                    <a:pt x="933" y="144"/>
                  </a:lnTo>
                  <a:lnTo>
                    <a:pt x="899" y="307"/>
                  </a:lnTo>
                  <a:lnTo>
                    <a:pt x="898" y="315"/>
                  </a:lnTo>
                  <a:lnTo>
                    <a:pt x="882" y="324"/>
                  </a:lnTo>
                  <a:lnTo>
                    <a:pt x="764" y="300"/>
                  </a:lnTo>
                  <a:lnTo>
                    <a:pt x="718" y="312"/>
                  </a:lnTo>
                  <a:lnTo>
                    <a:pt x="502" y="401"/>
                  </a:lnTo>
                  <a:lnTo>
                    <a:pt x="200" y="620"/>
                  </a:lnTo>
                  <a:lnTo>
                    <a:pt x="71" y="647"/>
                  </a:lnTo>
                  <a:lnTo>
                    <a:pt x="46" y="547"/>
                  </a:lnTo>
                  <a:lnTo>
                    <a:pt x="39" y="518"/>
                  </a:lnTo>
                  <a:lnTo>
                    <a:pt x="25" y="496"/>
                  </a:lnTo>
                  <a:lnTo>
                    <a:pt x="0" y="472"/>
                  </a:lnTo>
                  <a:lnTo>
                    <a:pt x="4" y="455"/>
                  </a:lnTo>
                  <a:lnTo>
                    <a:pt x="85" y="442"/>
                  </a:lnTo>
                  <a:lnTo>
                    <a:pt x="265" y="381"/>
                  </a:lnTo>
                  <a:lnTo>
                    <a:pt x="315" y="336"/>
                  </a:lnTo>
                  <a:lnTo>
                    <a:pt x="344" y="288"/>
                  </a:lnTo>
                  <a:lnTo>
                    <a:pt x="367" y="220"/>
                  </a:lnTo>
                  <a:lnTo>
                    <a:pt x="301" y="159"/>
                  </a:lnTo>
                  <a:lnTo>
                    <a:pt x="255" y="150"/>
                  </a:lnTo>
                  <a:lnTo>
                    <a:pt x="195" y="108"/>
                  </a:lnTo>
                  <a:lnTo>
                    <a:pt x="172" y="78"/>
                  </a:lnTo>
                  <a:lnTo>
                    <a:pt x="172" y="59"/>
                  </a:lnTo>
                  <a:lnTo>
                    <a:pt x="178" y="45"/>
                  </a:lnTo>
                  <a:lnTo>
                    <a:pt x="190" y="36"/>
                  </a:lnTo>
                  <a:lnTo>
                    <a:pt x="282" y="17"/>
                  </a:lnTo>
                  <a:lnTo>
                    <a:pt x="554" y="2"/>
                  </a:lnTo>
                  <a:lnTo>
                    <a:pt x="597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l1467"/>
            <p:cNvSpPr/>
            <p:nvPr/>
          </p:nvSpPr>
          <p:spPr>
            <a:xfrm>
              <a:off x="4771560" y="5029807"/>
              <a:ext cx="1948" cy="999"/>
            </a:xfrm>
            <a:custGeom>
              <a:avLst/>
              <a:pathLst>
                <a:path w="1948" h="999">
                  <a:moveTo>
                    <a:pt x="558" y="156"/>
                  </a:moveTo>
                  <a:lnTo>
                    <a:pt x="633" y="287"/>
                  </a:lnTo>
                  <a:lnTo>
                    <a:pt x="659" y="287"/>
                  </a:lnTo>
                  <a:lnTo>
                    <a:pt x="689" y="285"/>
                  </a:lnTo>
                  <a:lnTo>
                    <a:pt x="706" y="281"/>
                  </a:lnTo>
                  <a:lnTo>
                    <a:pt x="742" y="276"/>
                  </a:lnTo>
                  <a:lnTo>
                    <a:pt x="816" y="270"/>
                  </a:lnTo>
                  <a:lnTo>
                    <a:pt x="1076" y="252"/>
                  </a:lnTo>
                  <a:lnTo>
                    <a:pt x="1116" y="249"/>
                  </a:lnTo>
                  <a:lnTo>
                    <a:pt x="1147" y="263"/>
                  </a:lnTo>
                  <a:lnTo>
                    <a:pt x="1160" y="280"/>
                  </a:lnTo>
                  <a:lnTo>
                    <a:pt x="1168" y="294"/>
                  </a:lnTo>
                  <a:lnTo>
                    <a:pt x="1170" y="398"/>
                  </a:lnTo>
                  <a:lnTo>
                    <a:pt x="1162" y="422"/>
                  </a:lnTo>
                  <a:lnTo>
                    <a:pt x="1138" y="473"/>
                  </a:lnTo>
                  <a:lnTo>
                    <a:pt x="1114" y="509"/>
                  </a:lnTo>
                  <a:lnTo>
                    <a:pt x="1113" y="520"/>
                  </a:lnTo>
                  <a:lnTo>
                    <a:pt x="1130" y="546"/>
                  </a:lnTo>
                  <a:lnTo>
                    <a:pt x="1211" y="645"/>
                  </a:lnTo>
                  <a:lnTo>
                    <a:pt x="1239" y="675"/>
                  </a:lnTo>
                  <a:lnTo>
                    <a:pt x="1323" y="754"/>
                  </a:lnTo>
                  <a:lnTo>
                    <a:pt x="1336" y="765"/>
                  </a:lnTo>
                  <a:lnTo>
                    <a:pt x="1427" y="735"/>
                  </a:lnTo>
                  <a:lnTo>
                    <a:pt x="1452" y="727"/>
                  </a:lnTo>
                  <a:lnTo>
                    <a:pt x="1615" y="763"/>
                  </a:lnTo>
                  <a:lnTo>
                    <a:pt x="1818" y="865"/>
                  </a:lnTo>
                  <a:lnTo>
                    <a:pt x="1948" y="963"/>
                  </a:lnTo>
                  <a:lnTo>
                    <a:pt x="1934" y="995"/>
                  </a:lnTo>
                  <a:lnTo>
                    <a:pt x="1735" y="999"/>
                  </a:lnTo>
                  <a:lnTo>
                    <a:pt x="1535" y="972"/>
                  </a:lnTo>
                  <a:lnTo>
                    <a:pt x="1426" y="955"/>
                  </a:lnTo>
                  <a:lnTo>
                    <a:pt x="1271" y="932"/>
                  </a:lnTo>
                  <a:lnTo>
                    <a:pt x="1038" y="897"/>
                  </a:lnTo>
                  <a:lnTo>
                    <a:pt x="943" y="894"/>
                  </a:lnTo>
                  <a:lnTo>
                    <a:pt x="900" y="897"/>
                  </a:lnTo>
                  <a:lnTo>
                    <a:pt x="843" y="905"/>
                  </a:lnTo>
                  <a:lnTo>
                    <a:pt x="780" y="912"/>
                  </a:lnTo>
                  <a:lnTo>
                    <a:pt x="598" y="913"/>
                  </a:lnTo>
                  <a:lnTo>
                    <a:pt x="0" y="752"/>
                  </a:lnTo>
                  <a:lnTo>
                    <a:pt x="5" y="616"/>
                  </a:lnTo>
                  <a:lnTo>
                    <a:pt x="126" y="496"/>
                  </a:lnTo>
                  <a:lnTo>
                    <a:pt x="257" y="353"/>
                  </a:lnTo>
                  <a:lnTo>
                    <a:pt x="269" y="281"/>
                  </a:lnTo>
                  <a:lnTo>
                    <a:pt x="258" y="255"/>
                  </a:lnTo>
                  <a:lnTo>
                    <a:pt x="292" y="124"/>
                  </a:lnTo>
                  <a:lnTo>
                    <a:pt x="401" y="0"/>
                  </a:lnTo>
                  <a:lnTo>
                    <a:pt x="460" y="0"/>
                  </a:lnTo>
                  <a:lnTo>
                    <a:pt x="474" y="10"/>
                  </a:lnTo>
                  <a:lnTo>
                    <a:pt x="543" y="129"/>
                  </a:lnTo>
                  <a:lnTo>
                    <a:pt x="558" y="1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l1468"/>
            <p:cNvSpPr/>
            <p:nvPr/>
          </p:nvSpPr>
          <p:spPr>
            <a:xfrm>
              <a:off x="4689312" y="5015196"/>
              <a:ext cx="1094" cy="836"/>
            </a:xfrm>
            <a:custGeom>
              <a:avLst/>
              <a:pathLst>
                <a:path w="1094" h="836">
                  <a:moveTo>
                    <a:pt x="1049" y="212"/>
                  </a:moveTo>
                  <a:lnTo>
                    <a:pt x="933" y="455"/>
                  </a:lnTo>
                  <a:lnTo>
                    <a:pt x="916" y="491"/>
                  </a:lnTo>
                  <a:lnTo>
                    <a:pt x="903" y="499"/>
                  </a:lnTo>
                  <a:lnTo>
                    <a:pt x="887" y="501"/>
                  </a:lnTo>
                  <a:lnTo>
                    <a:pt x="858" y="510"/>
                  </a:lnTo>
                  <a:lnTo>
                    <a:pt x="785" y="584"/>
                  </a:lnTo>
                  <a:lnTo>
                    <a:pt x="771" y="608"/>
                  </a:lnTo>
                  <a:lnTo>
                    <a:pt x="752" y="651"/>
                  </a:lnTo>
                  <a:lnTo>
                    <a:pt x="762" y="690"/>
                  </a:lnTo>
                  <a:lnTo>
                    <a:pt x="783" y="762"/>
                  </a:lnTo>
                  <a:lnTo>
                    <a:pt x="798" y="797"/>
                  </a:lnTo>
                  <a:lnTo>
                    <a:pt x="795" y="812"/>
                  </a:lnTo>
                  <a:lnTo>
                    <a:pt x="682" y="836"/>
                  </a:lnTo>
                  <a:lnTo>
                    <a:pt x="325" y="817"/>
                  </a:lnTo>
                  <a:lnTo>
                    <a:pt x="320" y="805"/>
                  </a:lnTo>
                  <a:lnTo>
                    <a:pt x="247" y="640"/>
                  </a:lnTo>
                  <a:lnTo>
                    <a:pt x="164" y="562"/>
                  </a:lnTo>
                  <a:lnTo>
                    <a:pt x="37" y="261"/>
                  </a:lnTo>
                  <a:lnTo>
                    <a:pt x="0" y="189"/>
                  </a:lnTo>
                  <a:lnTo>
                    <a:pt x="122" y="130"/>
                  </a:lnTo>
                  <a:lnTo>
                    <a:pt x="176" y="123"/>
                  </a:lnTo>
                  <a:lnTo>
                    <a:pt x="213" y="174"/>
                  </a:lnTo>
                  <a:lnTo>
                    <a:pt x="246" y="195"/>
                  </a:lnTo>
                  <a:lnTo>
                    <a:pt x="267" y="200"/>
                  </a:lnTo>
                  <a:lnTo>
                    <a:pt x="294" y="199"/>
                  </a:lnTo>
                  <a:lnTo>
                    <a:pt x="322" y="198"/>
                  </a:lnTo>
                  <a:lnTo>
                    <a:pt x="352" y="195"/>
                  </a:lnTo>
                  <a:lnTo>
                    <a:pt x="376" y="184"/>
                  </a:lnTo>
                  <a:lnTo>
                    <a:pt x="402" y="155"/>
                  </a:lnTo>
                  <a:lnTo>
                    <a:pt x="406" y="145"/>
                  </a:lnTo>
                  <a:lnTo>
                    <a:pt x="427" y="128"/>
                  </a:lnTo>
                  <a:lnTo>
                    <a:pt x="440" y="119"/>
                  </a:lnTo>
                  <a:lnTo>
                    <a:pt x="797" y="2"/>
                  </a:lnTo>
                  <a:lnTo>
                    <a:pt x="815" y="0"/>
                  </a:lnTo>
                  <a:lnTo>
                    <a:pt x="991" y="64"/>
                  </a:lnTo>
                  <a:lnTo>
                    <a:pt x="1084" y="129"/>
                  </a:lnTo>
                  <a:lnTo>
                    <a:pt x="1094" y="140"/>
                  </a:lnTo>
                  <a:lnTo>
                    <a:pt x="1049" y="2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l1469"/>
            <p:cNvSpPr/>
            <p:nvPr/>
          </p:nvSpPr>
          <p:spPr>
            <a:xfrm>
              <a:off x="4700386" y="5006310"/>
              <a:ext cx="946" cy="1261"/>
            </a:xfrm>
            <a:custGeom>
              <a:avLst/>
              <a:pathLst>
                <a:path w="946" h="1261">
                  <a:moveTo>
                    <a:pt x="844" y="0"/>
                  </a:moveTo>
                  <a:lnTo>
                    <a:pt x="863" y="2"/>
                  </a:lnTo>
                  <a:lnTo>
                    <a:pt x="868" y="3"/>
                  </a:lnTo>
                  <a:lnTo>
                    <a:pt x="877" y="12"/>
                  </a:lnTo>
                  <a:lnTo>
                    <a:pt x="890" y="44"/>
                  </a:lnTo>
                  <a:lnTo>
                    <a:pt x="898" y="78"/>
                  </a:lnTo>
                  <a:lnTo>
                    <a:pt x="902" y="103"/>
                  </a:lnTo>
                  <a:lnTo>
                    <a:pt x="942" y="294"/>
                  </a:lnTo>
                  <a:lnTo>
                    <a:pt x="946" y="312"/>
                  </a:lnTo>
                  <a:lnTo>
                    <a:pt x="938" y="477"/>
                  </a:lnTo>
                  <a:lnTo>
                    <a:pt x="934" y="494"/>
                  </a:lnTo>
                  <a:lnTo>
                    <a:pt x="890" y="710"/>
                  </a:lnTo>
                  <a:lnTo>
                    <a:pt x="782" y="1026"/>
                  </a:lnTo>
                  <a:lnTo>
                    <a:pt x="760" y="1089"/>
                  </a:lnTo>
                  <a:lnTo>
                    <a:pt x="743" y="1104"/>
                  </a:lnTo>
                  <a:lnTo>
                    <a:pt x="722" y="1123"/>
                  </a:lnTo>
                  <a:lnTo>
                    <a:pt x="705" y="1132"/>
                  </a:lnTo>
                  <a:lnTo>
                    <a:pt x="555" y="1248"/>
                  </a:lnTo>
                  <a:lnTo>
                    <a:pt x="490" y="1261"/>
                  </a:lnTo>
                  <a:lnTo>
                    <a:pt x="192" y="1259"/>
                  </a:lnTo>
                  <a:lnTo>
                    <a:pt x="179" y="1260"/>
                  </a:lnTo>
                  <a:lnTo>
                    <a:pt x="106" y="1190"/>
                  </a:lnTo>
                  <a:lnTo>
                    <a:pt x="89" y="1165"/>
                  </a:lnTo>
                  <a:lnTo>
                    <a:pt x="108" y="1121"/>
                  </a:lnTo>
                  <a:lnTo>
                    <a:pt x="122" y="1088"/>
                  </a:lnTo>
                  <a:lnTo>
                    <a:pt x="130" y="1070"/>
                  </a:lnTo>
                  <a:lnTo>
                    <a:pt x="133" y="1064"/>
                  </a:lnTo>
                  <a:lnTo>
                    <a:pt x="142" y="1049"/>
                  </a:lnTo>
                  <a:lnTo>
                    <a:pt x="156" y="1036"/>
                  </a:lnTo>
                  <a:lnTo>
                    <a:pt x="201" y="1000"/>
                  </a:lnTo>
                  <a:lnTo>
                    <a:pt x="314" y="948"/>
                  </a:lnTo>
                  <a:lnTo>
                    <a:pt x="381" y="902"/>
                  </a:lnTo>
                  <a:lnTo>
                    <a:pt x="400" y="872"/>
                  </a:lnTo>
                  <a:lnTo>
                    <a:pt x="414" y="845"/>
                  </a:lnTo>
                  <a:lnTo>
                    <a:pt x="425" y="808"/>
                  </a:lnTo>
                  <a:lnTo>
                    <a:pt x="430" y="797"/>
                  </a:lnTo>
                  <a:lnTo>
                    <a:pt x="436" y="766"/>
                  </a:lnTo>
                  <a:lnTo>
                    <a:pt x="440" y="744"/>
                  </a:lnTo>
                  <a:lnTo>
                    <a:pt x="439" y="724"/>
                  </a:lnTo>
                  <a:lnTo>
                    <a:pt x="432" y="702"/>
                  </a:lnTo>
                  <a:lnTo>
                    <a:pt x="421" y="667"/>
                  </a:lnTo>
                  <a:lnTo>
                    <a:pt x="417" y="653"/>
                  </a:lnTo>
                  <a:lnTo>
                    <a:pt x="382" y="579"/>
                  </a:lnTo>
                  <a:lnTo>
                    <a:pt x="336" y="509"/>
                  </a:lnTo>
                  <a:lnTo>
                    <a:pt x="251" y="461"/>
                  </a:lnTo>
                  <a:lnTo>
                    <a:pt x="187" y="451"/>
                  </a:lnTo>
                  <a:lnTo>
                    <a:pt x="94" y="485"/>
                  </a:lnTo>
                  <a:lnTo>
                    <a:pt x="63" y="496"/>
                  </a:lnTo>
                  <a:lnTo>
                    <a:pt x="37" y="506"/>
                  </a:lnTo>
                  <a:lnTo>
                    <a:pt x="22" y="511"/>
                  </a:lnTo>
                  <a:lnTo>
                    <a:pt x="0" y="493"/>
                  </a:lnTo>
                  <a:lnTo>
                    <a:pt x="0" y="447"/>
                  </a:lnTo>
                  <a:lnTo>
                    <a:pt x="45" y="295"/>
                  </a:lnTo>
                  <a:lnTo>
                    <a:pt x="54" y="280"/>
                  </a:lnTo>
                  <a:lnTo>
                    <a:pt x="73" y="263"/>
                  </a:lnTo>
                  <a:lnTo>
                    <a:pt x="85" y="250"/>
                  </a:lnTo>
                  <a:lnTo>
                    <a:pt x="98" y="248"/>
                  </a:lnTo>
                  <a:lnTo>
                    <a:pt x="113" y="252"/>
                  </a:lnTo>
                  <a:lnTo>
                    <a:pt x="158" y="277"/>
                  </a:lnTo>
                  <a:lnTo>
                    <a:pt x="177" y="298"/>
                  </a:lnTo>
                  <a:lnTo>
                    <a:pt x="185" y="341"/>
                  </a:lnTo>
                  <a:lnTo>
                    <a:pt x="191" y="368"/>
                  </a:lnTo>
                  <a:lnTo>
                    <a:pt x="196" y="384"/>
                  </a:lnTo>
                  <a:lnTo>
                    <a:pt x="281" y="421"/>
                  </a:lnTo>
                  <a:lnTo>
                    <a:pt x="290" y="425"/>
                  </a:lnTo>
                  <a:lnTo>
                    <a:pt x="304" y="431"/>
                  </a:lnTo>
                  <a:lnTo>
                    <a:pt x="342" y="448"/>
                  </a:lnTo>
                  <a:lnTo>
                    <a:pt x="396" y="451"/>
                  </a:lnTo>
                  <a:lnTo>
                    <a:pt x="469" y="412"/>
                  </a:lnTo>
                  <a:lnTo>
                    <a:pt x="505" y="393"/>
                  </a:lnTo>
                  <a:lnTo>
                    <a:pt x="549" y="370"/>
                  </a:lnTo>
                  <a:lnTo>
                    <a:pt x="653" y="315"/>
                  </a:lnTo>
                  <a:lnTo>
                    <a:pt x="662" y="310"/>
                  </a:lnTo>
                  <a:lnTo>
                    <a:pt x="727" y="285"/>
                  </a:lnTo>
                  <a:lnTo>
                    <a:pt x="736" y="87"/>
                  </a:lnTo>
                  <a:lnTo>
                    <a:pt x="736" y="73"/>
                  </a:lnTo>
                  <a:lnTo>
                    <a:pt x="734" y="65"/>
                  </a:lnTo>
                  <a:lnTo>
                    <a:pt x="730" y="51"/>
                  </a:lnTo>
                  <a:lnTo>
                    <a:pt x="728" y="42"/>
                  </a:lnTo>
                  <a:lnTo>
                    <a:pt x="732" y="35"/>
                  </a:lnTo>
                  <a:lnTo>
                    <a:pt x="744" y="26"/>
                  </a:lnTo>
                  <a:lnTo>
                    <a:pt x="753" y="20"/>
                  </a:lnTo>
                  <a:lnTo>
                    <a:pt x="778" y="7"/>
                  </a:lnTo>
                  <a:lnTo>
                    <a:pt x="797" y="6"/>
                  </a:lnTo>
                  <a:lnTo>
                    <a:pt x="815" y="0"/>
                  </a:lnTo>
                  <a:lnTo>
                    <a:pt x="844" y="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l1470"/>
            <p:cNvSpPr/>
            <p:nvPr/>
          </p:nvSpPr>
          <p:spPr>
            <a:xfrm>
              <a:off x="4696986" y="5004625"/>
              <a:ext cx="1484" cy="2012"/>
            </a:xfrm>
            <a:custGeom>
              <a:avLst/>
              <a:pathLst>
                <a:path w="1484" h="2012">
                  <a:moveTo>
                    <a:pt x="1047" y="182"/>
                  </a:moveTo>
                  <a:lnTo>
                    <a:pt x="1086" y="190"/>
                  </a:lnTo>
                  <a:lnTo>
                    <a:pt x="1137" y="192"/>
                  </a:lnTo>
                  <a:lnTo>
                    <a:pt x="1162" y="193"/>
                  </a:lnTo>
                  <a:lnTo>
                    <a:pt x="1228" y="162"/>
                  </a:lnTo>
                  <a:lnTo>
                    <a:pt x="1233" y="152"/>
                  </a:lnTo>
                  <a:lnTo>
                    <a:pt x="1240" y="132"/>
                  </a:lnTo>
                  <a:lnTo>
                    <a:pt x="1250" y="105"/>
                  </a:lnTo>
                  <a:lnTo>
                    <a:pt x="1259" y="89"/>
                  </a:lnTo>
                  <a:lnTo>
                    <a:pt x="1265" y="87"/>
                  </a:lnTo>
                  <a:lnTo>
                    <a:pt x="1270" y="85"/>
                  </a:lnTo>
                  <a:lnTo>
                    <a:pt x="1281" y="85"/>
                  </a:lnTo>
                  <a:lnTo>
                    <a:pt x="1420" y="172"/>
                  </a:lnTo>
                  <a:lnTo>
                    <a:pt x="1439" y="185"/>
                  </a:lnTo>
                  <a:lnTo>
                    <a:pt x="1447" y="194"/>
                  </a:lnTo>
                  <a:lnTo>
                    <a:pt x="1457" y="209"/>
                  </a:lnTo>
                  <a:lnTo>
                    <a:pt x="1462" y="216"/>
                  </a:lnTo>
                  <a:lnTo>
                    <a:pt x="1466" y="229"/>
                  </a:lnTo>
                  <a:lnTo>
                    <a:pt x="1468" y="248"/>
                  </a:lnTo>
                  <a:lnTo>
                    <a:pt x="1476" y="341"/>
                  </a:lnTo>
                  <a:lnTo>
                    <a:pt x="1478" y="371"/>
                  </a:lnTo>
                  <a:lnTo>
                    <a:pt x="1476" y="410"/>
                  </a:lnTo>
                  <a:lnTo>
                    <a:pt x="1431" y="569"/>
                  </a:lnTo>
                  <a:lnTo>
                    <a:pt x="1421" y="607"/>
                  </a:lnTo>
                  <a:lnTo>
                    <a:pt x="1335" y="913"/>
                  </a:lnTo>
                  <a:lnTo>
                    <a:pt x="1300" y="1035"/>
                  </a:lnTo>
                  <a:lnTo>
                    <a:pt x="1303" y="1052"/>
                  </a:lnTo>
                  <a:lnTo>
                    <a:pt x="1344" y="1122"/>
                  </a:lnTo>
                  <a:lnTo>
                    <a:pt x="1360" y="1127"/>
                  </a:lnTo>
                  <a:lnTo>
                    <a:pt x="1382" y="1124"/>
                  </a:lnTo>
                  <a:lnTo>
                    <a:pt x="1402" y="1122"/>
                  </a:lnTo>
                  <a:lnTo>
                    <a:pt x="1414" y="1128"/>
                  </a:lnTo>
                  <a:lnTo>
                    <a:pt x="1444" y="1146"/>
                  </a:lnTo>
                  <a:lnTo>
                    <a:pt x="1457" y="1163"/>
                  </a:lnTo>
                  <a:lnTo>
                    <a:pt x="1479" y="1289"/>
                  </a:lnTo>
                  <a:lnTo>
                    <a:pt x="1483" y="1333"/>
                  </a:lnTo>
                  <a:lnTo>
                    <a:pt x="1484" y="1341"/>
                  </a:lnTo>
                  <a:lnTo>
                    <a:pt x="1473" y="1414"/>
                  </a:lnTo>
                  <a:lnTo>
                    <a:pt x="1470" y="1660"/>
                  </a:lnTo>
                  <a:lnTo>
                    <a:pt x="1469" y="1701"/>
                  </a:lnTo>
                  <a:lnTo>
                    <a:pt x="1456" y="1715"/>
                  </a:lnTo>
                  <a:lnTo>
                    <a:pt x="1278" y="1943"/>
                  </a:lnTo>
                  <a:lnTo>
                    <a:pt x="1245" y="1985"/>
                  </a:lnTo>
                  <a:lnTo>
                    <a:pt x="1218" y="1993"/>
                  </a:lnTo>
                  <a:lnTo>
                    <a:pt x="1198" y="2004"/>
                  </a:lnTo>
                  <a:lnTo>
                    <a:pt x="1180" y="2012"/>
                  </a:lnTo>
                  <a:lnTo>
                    <a:pt x="1139" y="1994"/>
                  </a:lnTo>
                  <a:lnTo>
                    <a:pt x="1040" y="1951"/>
                  </a:lnTo>
                  <a:lnTo>
                    <a:pt x="1002" y="1935"/>
                  </a:lnTo>
                  <a:lnTo>
                    <a:pt x="400" y="1489"/>
                  </a:lnTo>
                  <a:lnTo>
                    <a:pt x="364" y="1470"/>
                  </a:lnTo>
                  <a:lnTo>
                    <a:pt x="288" y="1380"/>
                  </a:lnTo>
                  <a:lnTo>
                    <a:pt x="259" y="1344"/>
                  </a:lnTo>
                  <a:lnTo>
                    <a:pt x="209" y="1259"/>
                  </a:lnTo>
                  <a:lnTo>
                    <a:pt x="193" y="1228"/>
                  </a:lnTo>
                  <a:lnTo>
                    <a:pt x="164" y="1163"/>
                  </a:lnTo>
                  <a:lnTo>
                    <a:pt x="131" y="1088"/>
                  </a:lnTo>
                  <a:lnTo>
                    <a:pt x="64" y="994"/>
                  </a:lnTo>
                  <a:lnTo>
                    <a:pt x="33" y="957"/>
                  </a:lnTo>
                  <a:lnTo>
                    <a:pt x="23" y="944"/>
                  </a:lnTo>
                  <a:lnTo>
                    <a:pt x="4" y="858"/>
                  </a:lnTo>
                  <a:lnTo>
                    <a:pt x="0" y="824"/>
                  </a:lnTo>
                  <a:lnTo>
                    <a:pt x="0" y="743"/>
                  </a:lnTo>
                  <a:lnTo>
                    <a:pt x="13" y="662"/>
                  </a:lnTo>
                  <a:lnTo>
                    <a:pt x="140" y="350"/>
                  </a:lnTo>
                  <a:lnTo>
                    <a:pt x="174" y="327"/>
                  </a:lnTo>
                  <a:lnTo>
                    <a:pt x="340" y="217"/>
                  </a:lnTo>
                  <a:lnTo>
                    <a:pt x="456" y="140"/>
                  </a:lnTo>
                  <a:lnTo>
                    <a:pt x="583" y="85"/>
                  </a:lnTo>
                  <a:lnTo>
                    <a:pt x="769" y="4"/>
                  </a:lnTo>
                  <a:lnTo>
                    <a:pt x="831" y="0"/>
                  </a:lnTo>
                  <a:lnTo>
                    <a:pt x="945" y="116"/>
                  </a:lnTo>
                  <a:lnTo>
                    <a:pt x="1027" y="173"/>
                  </a:lnTo>
                  <a:lnTo>
                    <a:pt x="1047" y="18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l1471"/>
            <p:cNvSpPr/>
            <p:nvPr/>
          </p:nvSpPr>
          <p:spPr>
            <a:xfrm>
              <a:off x="4699074" y="5004832"/>
              <a:ext cx="690" cy="921"/>
            </a:xfrm>
            <a:custGeom>
              <a:avLst/>
              <a:pathLst>
                <a:path w="690" h="921">
                  <a:moveTo>
                    <a:pt x="531" y="770"/>
                  </a:moveTo>
                  <a:lnTo>
                    <a:pt x="476" y="848"/>
                  </a:lnTo>
                  <a:lnTo>
                    <a:pt x="444" y="862"/>
                  </a:lnTo>
                  <a:lnTo>
                    <a:pt x="286" y="918"/>
                  </a:lnTo>
                  <a:lnTo>
                    <a:pt x="275" y="921"/>
                  </a:lnTo>
                  <a:lnTo>
                    <a:pt x="263" y="917"/>
                  </a:lnTo>
                  <a:lnTo>
                    <a:pt x="211" y="880"/>
                  </a:lnTo>
                  <a:lnTo>
                    <a:pt x="196" y="862"/>
                  </a:lnTo>
                  <a:lnTo>
                    <a:pt x="179" y="843"/>
                  </a:lnTo>
                  <a:lnTo>
                    <a:pt x="150" y="814"/>
                  </a:lnTo>
                  <a:lnTo>
                    <a:pt x="122" y="797"/>
                  </a:lnTo>
                  <a:lnTo>
                    <a:pt x="89" y="786"/>
                  </a:lnTo>
                  <a:lnTo>
                    <a:pt x="41" y="788"/>
                  </a:lnTo>
                  <a:lnTo>
                    <a:pt x="24" y="789"/>
                  </a:lnTo>
                  <a:lnTo>
                    <a:pt x="0" y="737"/>
                  </a:lnTo>
                  <a:lnTo>
                    <a:pt x="0" y="708"/>
                  </a:lnTo>
                  <a:lnTo>
                    <a:pt x="1" y="686"/>
                  </a:lnTo>
                  <a:lnTo>
                    <a:pt x="13" y="656"/>
                  </a:lnTo>
                  <a:lnTo>
                    <a:pt x="24" y="637"/>
                  </a:lnTo>
                  <a:lnTo>
                    <a:pt x="71" y="625"/>
                  </a:lnTo>
                  <a:lnTo>
                    <a:pt x="104" y="616"/>
                  </a:lnTo>
                  <a:lnTo>
                    <a:pt x="155" y="592"/>
                  </a:lnTo>
                  <a:lnTo>
                    <a:pt x="192" y="566"/>
                  </a:lnTo>
                  <a:lnTo>
                    <a:pt x="209" y="540"/>
                  </a:lnTo>
                  <a:lnTo>
                    <a:pt x="197" y="440"/>
                  </a:lnTo>
                  <a:lnTo>
                    <a:pt x="214" y="233"/>
                  </a:lnTo>
                  <a:lnTo>
                    <a:pt x="217" y="219"/>
                  </a:lnTo>
                  <a:lnTo>
                    <a:pt x="229" y="173"/>
                  </a:lnTo>
                  <a:lnTo>
                    <a:pt x="233" y="164"/>
                  </a:lnTo>
                  <a:lnTo>
                    <a:pt x="260" y="107"/>
                  </a:lnTo>
                  <a:lnTo>
                    <a:pt x="270" y="92"/>
                  </a:lnTo>
                  <a:lnTo>
                    <a:pt x="418" y="2"/>
                  </a:lnTo>
                  <a:lnTo>
                    <a:pt x="440" y="0"/>
                  </a:lnTo>
                  <a:lnTo>
                    <a:pt x="488" y="8"/>
                  </a:lnTo>
                  <a:lnTo>
                    <a:pt x="496" y="28"/>
                  </a:lnTo>
                  <a:lnTo>
                    <a:pt x="550" y="164"/>
                  </a:lnTo>
                  <a:lnTo>
                    <a:pt x="603" y="205"/>
                  </a:lnTo>
                  <a:lnTo>
                    <a:pt x="673" y="226"/>
                  </a:lnTo>
                  <a:lnTo>
                    <a:pt x="686" y="236"/>
                  </a:lnTo>
                  <a:lnTo>
                    <a:pt x="690" y="258"/>
                  </a:lnTo>
                  <a:lnTo>
                    <a:pt x="689" y="280"/>
                  </a:lnTo>
                  <a:lnTo>
                    <a:pt x="673" y="377"/>
                  </a:lnTo>
                  <a:lnTo>
                    <a:pt x="661" y="411"/>
                  </a:lnTo>
                  <a:lnTo>
                    <a:pt x="541" y="747"/>
                  </a:lnTo>
                  <a:lnTo>
                    <a:pt x="537" y="756"/>
                  </a:lnTo>
                  <a:lnTo>
                    <a:pt x="531" y="77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l1472"/>
            <p:cNvSpPr/>
            <p:nvPr/>
          </p:nvSpPr>
          <p:spPr>
            <a:xfrm>
              <a:off x="4701053" y="5004035"/>
              <a:ext cx="3736" cy="5386"/>
            </a:xfrm>
            <a:custGeom>
              <a:avLst/>
              <a:pathLst>
                <a:path w="3736" h="5386">
                  <a:moveTo>
                    <a:pt x="895" y="123"/>
                  </a:moveTo>
                  <a:lnTo>
                    <a:pt x="1081" y="250"/>
                  </a:lnTo>
                  <a:lnTo>
                    <a:pt x="1569" y="303"/>
                  </a:lnTo>
                  <a:lnTo>
                    <a:pt x="1619" y="309"/>
                  </a:lnTo>
                  <a:lnTo>
                    <a:pt x="1825" y="409"/>
                  </a:lnTo>
                  <a:lnTo>
                    <a:pt x="2015" y="711"/>
                  </a:lnTo>
                  <a:lnTo>
                    <a:pt x="2047" y="777"/>
                  </a:lnTo>
                  <a:lnTo>
                    <a:pt x="2054" y="805"/>
                  </a:lnTo>
                  <a:lnTo>
                    <a:pt x="2065" y="899"/>
                  </a:lnTo>
                  <a:lnTo>
                    <a:pt x="2072" y="984"/>
                  </a:lnTo>
                  <a:lnTo>
                    <a:pt x="2075" y="1010"/>
                  </a:lnTo>
                  <a:lnTo>
                    <a:pt x="2087" y="1059"/>
                  </a:lnTo>
                  <a:lnTo>
                    <a:pt x="2112" y="1117"/>
                  </a:lnTo>
                  <a:lnTo>
                    <a:pt x="2158" y="1167"/>
                  </a:lnTo>
                  <a:lnTo>
                    <a:pt x="2211" y="1209"/>
                  </a:lnTo>
                  <a:lnTo>
                    <a:pt x="2265" y="1244"/>
                  </a:lnTo>
                  <a:lnTo>
                    <a:pt x="2344" y="1284"/>
                  </a:lnTo>
                  <a:lnTo>
                    <a:pt x="2371" y="1335"/>
                  </a:lnTo>
                  <a:lnTo>
                    <a:pt x="2335" y="1489"/>
                  </a:lnTo>
                  <a:lnTo>
                    <a:pt x="2319" y="1561"/>
                  </a:lnTo>
                  <a:lnTo>
                    <a:pt x="2261" y="1603"/>
                  </a:lnTo>
                  <a:lnTo>
                    <a:pt x="2129" y="1699"/>
                  </a:lnTo>
                  <a:lnTo>
                    <a:pt x="2092" y="1748"/>
                  </a:lnTo>
                  <a:lnTo>
                    <a:pt x="2050" y="1832"/>
                  </a:lnTo>
                  <a:lnTo>
                    <a:pt x="2045" y="1843"/>
                  </a:lnTo>
                  <a:lnTo>
                    <a:pt x="2041" y="1888"/>
                  </a:lnTo>
                  <a:lnTo>
                    <a:pt x="2050" y="2003"/>
                  </a:lnTo>
                  <a:lnTo>
                    <a:pt x="2064" y="2049"/>
                  </a:lnTo>
                  <a:lnTo>
                    <a:pt x="2127" y="2173"/>
                  </a:lnTo>
                  <a:lnTo>
                    <a:pt x="2175" y="2258"/>
                  </a:lnTo>
                  <a:lnTo>
                    <a:pt x="2197" y="2275"/>
                  </a:lnTo>
                  <a:lnTo>
                    <a:pt x="2237" y="2288"/>
                  </a:lnTo>
                  <a:lnTo>
                    <a:pt x="2297" y="2302"/>
                  </a:lnTo>
                  <a:lnTo>
                    <a:pt x="2330" y="2301"/>
                  </a:lnTo>
                  <a:lnTo>
                    <a:pt x="2766" y="2264"/>
                  </a:lnTo>
                  <a:lnTo>
                    <a:pt x="2836" y="2350"/>
                  </a:lnTo>
                  <a:lnTo>
                    <a:pt x="3236" y="3049"/>
                  </a:lnTo>
                  <a:lnTo>
                    <a:pt x="3695" y="3804"/>
                  </a:lnTo>
                  <a:lnTo>
                    <a:pt x="3736" y="3896"/>
                  </a:lnTo>
                  <a:lnTo>
                    <a:pt x="3683" y="4026"/>
                  </a:lnTo>
                  <a:lnTo>
                    <a:pt x="3608" y="4087"/>
                  </a:lnTo>
                  <a:lnTo>
                    <a:pt x="3569" y="4116"/>
                  </a:lnTo>
                  <a:lnTo>
                    <a:pt x="3547" y="4133"/>
                  </a:lnTo>
                  <a:lnTo>
                    <a:pt x="3531" y="4144"/>
                  </a:lnTo>
                  <a:lnTo>
                    <a:pt x="3527" y="4149"/>
                  </a:lnTo>
                  <a:lnTo>
                    <a:pt x="3515" y="4163"/>
                  </a:lnTo>
                  <a:lnTo>
                    <a:pt x="3499" y="4188"/>
                  </a:lnTo>
                  <a:lnTo>
                    <a:pt x="3487" y="4230"/>
                  </a:lnTo>
                  <a:lnTo>
                    <a:pt x="3441" y="4411"/>
                  </a:lnTo>
                  <a:lnTo>
                    <a:pt x="3437" y="4439"/>
                  </a:lnTo>
                  <a:lnTo>
                    <a:pt x="3442" y="4503"/>
                  </a:lnTo>
                  <a:lnTo>
                    <a:pt x="3462" y="4580"/>
                  </a:lnTo>
                  <a:lnTo>
                    <a:pt x="3491" y="4647"/>
                  </a:lnTo>
                  <a:lnTo>
                    <a:pt x="3522" y="4772"/>
                  </a:lnTo>
                  <a:lnTo>
                    <a:pt x="3566" y="4879"/>
                  </a:lnTo>
                  <a:lnTo>
                    <a:pt x="3627" y="5042"/>
                  </a:lnTo>
                  <a:lnTo>
                    <a:pt x="3647" y="5092"/>
                  </a:lnTo>
                  <a:lnTo>
                    <a:pt x="3657" y="5107"/>
                  </a:lnTo>
                  <a:lnTo>
                    <a:pt x="3676" y="5134"/>
                  </a:lnTo>
                  <a:lnTo>
                    <a:pt x="3683" y="5164"/>
                  </a:lnTo>
                  <a:lnTo>
                    <a:pt x="3717" y="5313"/>
                  </a:lnTo>
                  <a:lnTo>
                    <a:pt x="3705" y="5342"/>
                  </a:lnTo>
                  <a:lnTo>
                    <a:pt x="3456" y="5386"/>
                  </a:lnTo>
                  <a:lnTo>
                    <a:pt x="3325" y="5350"/>
                  </a:lnTo>
                  <a:lnTo>
                    <a:pt x="3270" y="5331"/>
                  </a:lnTo>
                  <a:lnTo>
                    <a:pt x="3227" y="5313"/>
                  </a:lnTo>
                  <a:lnTo>
                    <a:pt x="3189" y="5293"/>
                  </a:lnTo>
                  <a:lnTo>
                    <a:pt x="3094" y="5237"/>
                  </a:lnTo>
                  <a:lnTo>
                    <a:pt x="3073" y="5220"/>
                  </a:lnTo>
                  <a:lnTo>
                    <a:pt x="3035" y="5189"/>
                  </a:lnTo>
                  <a:lnTo>
                    <a:pt x="2995" y="5151"/>
                  </a:lnTo>
                  <a:lnTo>
                    <a:pt x="2763" y="4810"/>
                  </a:lnTo>
                  <a:lnTo>
                    <a:pt x="2679" y="4687"/>
                  </a:lnTo>
                  <a:lnTo>
                    <a:pt x="2573" y="4541"/>
                  </a:lnTo>
                  <a:lnTo>
                    <a:pt x="2171" y="4564"/>
                  </a:lnTo>
                  <a:lnTo>
                    <a:pt x="2096" y="4568"/>
                  </a:lnTo>
                  <a:lnTo>
                    <a:pt x="1935" y="4488"/>
                  </a:lnTo>
                  <a:lnTo>
                    <a:pt x="1712" y="4378"/>
                  </a:lnTo>
                  <a:lnTo>
                    <a:pt x="1676" y="4294"/>
                  </a:lnTo>
                  <a:lnTo>
                    <a:pt x="1673" y="4282"/>
                  </a:lnTo>
                  <a:lnTo>
                    <a:pt x="1675" y="4273"/>
                  </a:lnTo>
                  <a:lnTo>
                    <a:pt x="1686" y="4244"/>
                  </a:lnTo>
                  <a:lnTo>
                    <a:pt x="1700" y="4226"/>
                  </a:lnTo>
                  <a:lnTo>
                    <a:pt x="1716" y="4213"/>
                  </a:lnTo>
                  <a:lnTo>
                    <a:pt x="1742" y="4199"/>
                  </a:lnTo>
                  <a:lnTo>
                    <a:pt x="1748" y="4198"/>
                  </a:lnTo>
                  <a:lnTo>
                    <a:pt x="1794" y="4194"/>
                  </a:lnTo>
                  <a:lnTo>
                    <a:pt x="1903" y="4180"/>
                  </a:lnTo>
                  <a:lnTo>
                    <a:pt x="2043" y="4145"/>
                  </a:lnTo>
                  <a:lnTo>
                    <a:pt x="2183" y="4044"/>
                  </a:lnTo>
                  <a:lnTo>
                    <a:pt x="2199" y="4029"/>
                  </a:lnTo>
                  <a:lnTo>
                    <a:pt x="2210" y="3998"/>
                  </a:lnTo>
                  <a:lnTo>
                    <a:pt x="2223" y="3912"/>
                  </a:lnTo>
                  <a:lnTo>
                    <a:pt x="2223" y="3860"/>
                  </a:lnTo>
                  <a:lnTo>
                    <a:pt x="2207" y="3774"/>
                  </a:lnTo>
                  <a:lnTo>
                    <a:pt x="2143" y="3604"/>
                  </a:lnTo>
                  <a:lnTo>
                    <a:pt x="2131" y="3574"/>
                  </a:lnTo>
                  <a:lnTo>
                    <a:pt x="2004" y="3236"/>
                  </a:lnTo>
                  <a:lnTo>
                    <a:pt x="1883" y="3034"/>
                  </a:lnTo>
                  <a:lnTo>
                    <a:pt x="1867" y="2976"/>
                  </a:lnTo>
                  <a:lnTo>
                    <a:pt x="1875" y="2979"/>
                  </a:lnTo>
                  <a:lnTo>
                    <a:pt x="1894" y="2855"/>
                  </a:lnTo>
                  <a:lnTo>
                    <a:pt x="1958" y="2716"/>
                  </a:lnTo>
                  <a:lnTo>
                    <a:pt x="2126" y="2567"/>
                  </a:lnTo>
                  <a:lnTo>
                    <a:pt x="2136" y="2561"/>
                  </a:lnTo>
                  <a:lnTo>
                    <a:pt x="2202" y="2505"/>
                  </a:lnTo>
                  <a:lnTo>
                    <a:pt x="2229" y="2477"/>
                  </a:lnTo>
                  <a:lnTo>
                    <a:pt x="2239" y="2434"/>
                  </a:lnTo>
                  <a:lnTo>
                    <a:pt x="2221" y="2345"/>
                  </a:lnTo>
                  <a:lnTo>
                    <a:pt x="2177" y="2300"/>
                  </a:lnTo>
                  <a:lnTo>
                    <a:pt x="2141" y="2243"/>
                  </a:lnTo>
                  <a:lnTo>
                    <a:pt x="2080" y="2138"/>
                  </a:lnTo>
                  <a:lnTo>
                    <a:pt x="2067" y="2109"/>
                  </a:lnTo>
                  <a:lnTo>
                    <a:pt x="2042" y="2058"/>
                  </a:lnTo>
                  <a:lnTo>
                    <a:pt x="2025" y="2002"/>
                  </a:lnTo>
                  <a:lnTo>
                    <a:pt x="2018" y="1919"/>
                  </a:lnTo>
                  <a:lnTo>
                    <a:pt x="2016" y="1847"/>
                  </a:lnTo>
                  <a:lnTo>
                    <a:pt x="2016" y="1785"/>
                  </a:lnTo>
                  <a:lnTo>
                    <a:pt x="2009" y="1753"/>
                  </a:lnTo>
                  <a:lnTo>
                    <a:pt x="1997" y="1739"/>
                  </a:lnTo>
                  <a:lnTo>
                    <a:pt x="1859" y="1661"/>
                  </a:lnTo>
                  <a:lnTo>
                    <a:pt x="1796" y="1627"/>
                  </a:lnTo>
                  <a:lnTo>
                    <a:pt x="1762" y="1611"/>
                  </a:lnTo>
                  <a:lnTo>
                    <a:pt x="1650" y="1567"/>
                  </a:lnTo>
                  <a:lnTo>
                    <a:pt x="1639" y="1565"/>
                  </a:lnTo>
                  <a:lnTo>
                    <a:pt x="1587" y="1576"/>
                  </a:lnTo>
                  <a:lnTo>
                    <a:pt x="1497" y="1580"/>
                  </a:lnTo>
                  <a:lnTo>
                    <a:pt x="1340" y="1585"/>
                  </a:lnTo>
                  <a:lnTo>
                    <a:pt x="1310" y="1585"/>
                  </a:lnTo>
                  <a:lnTo>
                    <a:pt x="1256" y="1570"/>
                  </a:lnTo>
                  <a:lnTo>
                    <a:pt x="1228" y="1563"/>
                  </a:lnTo>
                  <a:lnTo>
                    <a:pt x="587" y="1193"/>
                  </a:lnTo>
                  <a:lnTo>
                    <a:pt x="563" y="1177"/>
                  </a:lnTo>
                  <a:lnTo>
                    <a:pt x="542" y="1160"/>
                  </a:lnTo>
                  <a:lnTo>
                    <a:pt x="521" y="1136"/>
                  </a:lnTo>
                  <a:lnTo>
                    <a:pt x="507" y="1088"/>
                  </a:lnTo>
                  <a:lnTo>
                    <a:pt x="393" y="715"/>
                  </a:lnTo>
                  <a:lnTo>
                    <a:pt x="387" y="708"/>
                  </a:lnTo>
                  <a:lnTo>
                    <a:pt x="227" y="535"/>
                  </a:lnTo>
                  <a:lnTo>
                    <a:pt x="182" y="486"/>
                  </a:lnTo>
                  <a:lnTo>
                    <a:pt x="30" y="321"/>
                  </a:lnTo>
                  <a:lnTo>
                    <a:pt x="0" y="238"/>
                  </a:lnTo>
                  <a:lnTo>
                    <a:pt x="64" y="211"/>
                  </a:lnTo>
                  <a:lnTo>
                    <a:pt x="545" y="2"/>
                  </a:lnTo>
                  <a:lnTo>
                    <a:pt x="552" y="0"/>
                  </a:lnTo>
                  <a:lnTo>
                    <a:pt x="760" y="31"/>
                  </a:lnTo>
                  <a:lnTo>
                    <a:pt x="895" y="12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l1473"/>
            <p:cNvSpPr/>
            <p:nvPr/>
          </p:nvSpPr>
          <p:spPr>
            <a:xfrm>
              <a:off x="4712728" y="5001794"/>
              <a:ext cx="829" cy="851"/>
            </a:xfrm>
            <a:custGeom>
              <a:avLst/>
              <a:pathLst>
                <a:path w="829" h="851">
                  <a:moveTo>
                    <a:pt x="534" y="851"/>
                  </a:moveTo>
                  <a:lnTo>
                    <a:pt x="518" y="851"/>
                  </a:lnTo>
                  <a:lnTo>
                    <a:pt x="495" y="845"/>
                  </a:lnTo>
                  <a:lnTo>
                    <a:pt x="380" y="776"/>
                  </a:lnTo>
                  <a:lnTo>
                    <a:pt x="255" y="699"/>
                  </a:lnTo>
                  <a:lnTo>
                    <a:pt x="113" y="577"/>
                  </a:lnTo>
                  <a:lnTo>
                    <a:pt x="90" y="544"/>
                  </a:lnTo>
                  <a:lnTo>
                    <a:pt x="50" y="488"/>
                  </a:lnTo>
                  <a:lnTo>
                    <a:pt x="46" y="325"/>
                  </a:lnTo>
                  <a:lnTo>
                    <a:pt x="45" y="281"/>
                  </a:lnTo>
                  <a:lnTo>
                    <a:pt x="40" y="251"/>
                  </a:lnTo>
                  <a:lnTo>
                    <a:pt x="26" y="166"/>
                  </a:lnTo>
                  <a:lnTo>
                    <a:pt x="17" y="119"/>
                  </a:lnTo>
                  <a:lnTo>
                    <a:pt x="8" y="75"/>
                  </a:lnTo>
                  <a:lnTo>
                    <a:pt x="2" y="51"/>
                  </a:lnTo>
                  <a:lnTo>
                    <a:pt x="0" y="34"/>
                  </a:lnTo>
                  <a:lnTo>
                    <a:pt x="8" y="15"/>
                  </a:lnTo>
                  <a:lnTo>
                    <a:pt x="17" y="2"/>
                  </a:lnTo>
                  <a:lnTo>
                    <a:pt x="28" y="0"/>
                  </a:lnTo>
                  <a:lnTo>
                    <a:pt x="53" y="4"/>
                  </a:lnTo>
                  <a:lnTo>
                    <a:pt x="489" y="190"/>
                  </a:lnTo>
                  <a:lnTo>
                    <a:pt x="505" y="197"/>
                  </a:lnTo>
                  <a:lnTo>
                    <a:pt x="717" y="302"/>
                  </a:lnTo>
                  <a:lnTo>
                    <a:pt x="758" y="322"/>
                  </a:lnTo>
                  <a:lnTo>
                    <a:pt x="762" y="326"/>
                  </a:lnTo>
                  <a:lnTo>
                    <a:pt x="771" y="336"/>
                  </a:lnTo>
                  <a:lnTo>
                    <a:pt x="776" y="342"/>
                  </a:lnTo>
                  <a:lnTo>
                    <a:pt x="785" y="357"/>
                  </a:lnTo>
                  <a:lnTo>
                    <a:pt x="794" y="390"/>
                  </a:lnTo>
                  <a:lnTo>
                    <a:pt x="824" y="515"/>
                  </a:lnTo>
                  <a:lnTo>
                    <a:pt x="827" y="530"/>
                  </a:lnTo>
                  <a:lnTo>
                    <a:pt x="828" y="552"/>
                  </a:lnTo>
                  <a:lnTo>
                    <a:pt x="829" y="592"/>
                  </a:lnTo>
                  <a:lnTo>
                    <a:pt x="828" y="655"/>
                  </a:lnTo>
                  <a:lnTo>
                    <a:pt x="824" y="700"/>
                  </a:lnTo>
                  <a:lnTo>
                    <a:pt x="818" y="725"/>
                  </a:lnTo>
                  <a:lnTo>
                    <a:pt x="792" y="760"/>
                  </a:lnTo>
                  <a:lnTo>
                    <a:pt x="776" y="778"/>
                  </a:lnTo>
                  <a:lnTo>
                    <a:pt x="744" y="796"/>
                  </a:lnTo>
                  <a:lnTo>
                    <a:pt x="717" y="810"/>
                  </a:lnTo>
                  <a:lnTo>
                    <a:pt x="676" y="824"/>
                  </a:lnTo>
                  <a:lnTo>
                    <a:pt x="534" y="85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l1474"/>
            <p:cNvSpPr/>
            <p:nvPr/>
          </p:nvSpPr>
          <p:spPr>
            <a:xfrm>
              <a:off x="4698805" y="4995984"/>
              <a:ext cx="438" cy="546"/>
            </a:xfrm>
            <a:custGeom>
              <a:avLst/>
              <a:pathLst>
                <a:path w="438" h="546">
                  <a:moveTo>
                    <a:pt x="141" y="540"/>
                  </a:moveTo>
                  <a:lnTo>
                    <a:pt x="98" y="546"/>
                  </a:lnTo>
                  <a:lnTo>
                    <a:pt x="91" y="541"/>
                  </a:lnTo>
                  <a:lnTo>
                    <a:pt x="73" y="526"/>
                  </a:lnTo>
                  <a:lnTo>
                    <a:pt x="52" y="502"/>
                  </a:lnTo>
                  <a:lnTo>
                    <a:pt x="1" y="404"/>
                  </a:lnTo>
                  <a:lnTo>
                    <a:pt x="0" y="397"/>
                  </a:lnTo>
                  <a:lnTo>
                    <a:pt x="4" y="391"/>
                  </a:lnTo>
                  <a:lnTo>
                    <a:pt x="149" y="143"/>
                  </a:lnTo>
                  <a:lnTo>
                    <a:pt x="220" y="54"/>
                  </a:lnTo>
                  <a:lnTo>
                    <a:pt x="252" y="18"/>
                  </a:lnTo>
                  <a:lnTo>
                    <a:pt x="289" y="0"/>
                  </a:lnTo>
                  <a:lnTo>
                    <a:pt x="299" y="5"/>
                  </a:lnTo>
                  <a:lnTo>
                    <a:pt x="322" y="19"/>
                  </a:lnTo>
                  <a:lnTo>
                    <a:pt x="329" y="31"/>
                  </a:lnTo>
                  <a:lnTo>
                    <a:pt x="344" y="58"/>
                  </a:lnTo>
                  <a:lnTo>
                    <a:pt x="436" y="258"/>
                  </a:lnTo>
                  <a:lnTo>
                    <a:pt x="438" y="263"/>
                  </a:lnTo>
                  <a:lnTo>
                    <a:pt x="432" y="303"/>
                  </a:lnTo>
                  <a:lnTo>
                    <a:pt x="431" y="311"/>
                  </a:lnTo>
                  <a:lnTo>
                    <a:pt x="426" y="337"/>
                  </a:lnTo>
                  <a:lnTo>
                    <a:pt x="411" y="364"/>
                  </a:lnTo>
                  <a:lnTo>
                    <a:pt x="396" y="388"/>
                  </a:lnTo>
                  <a:lnTo>
                    <a:pt x="385" y="403"/>
                  </a:lnTo>
                  <a:lnTo>
                    <a:pt x="368" y="417"/>
                  </a:lnTo>
                  <a:lnTo>
                    <a:pt x="332" y="450"/>
                  </a:lnTo>
                  <a:lnTo>
                    <a:pt x="320" y="467"/>
                  </a:lnTo>
                  <a:lnTo>
                    <a:pt x="188" y="528"/>
                  </a:lnTo>
                  <a:lnTo>
                    <a:pt x="163" y="531"/>
                  </a:lnTo>
                  <a:lnTo>
                    <a:pt x="157" y="536"/>
                  </a:lnTo>
                  <a:lnTo>
                    <a:pt x="141" y="54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l1475"/>
            <p:cNvSpPr/>
            <p:nvPr/>
          </p:nvSpPr>
          <p:spPr>
            <a:xfrm>
              <a:off x="4703636" y="4992990"/>
              <a:ext cx="2093" cy="2272"/>
            </a:xfrm>
            <a:custGeom>
              <a:avLst/>
              <a:pathLst>
                <a:path w="2093" h="2272">
                  <a:moveTo>
                    <a:pt x="798" y="1601"/>
                  </a:moveTo>
                  <a:lnTo>
                    <a:pt x="827" y="1607"/>
                  </a:lnTo>
                  <a:lnTo>
                    <a:pt x="858" y="1605"/>
                  </a:lnTo>
                  <a:lnTo>
                    <a:pt x="892" y="1596"/>
                  </a:lnTo>
                  <a:lnTo>
                    <a:pt x="1114" y="1532"/>
                  </a:lnTo>
                  <a:lnTo>
                    <a:pt x="1234" y="1535"/>
                  </a:lnTo>
                  <a:lnTo>
                    <a:pt x="1323" y="1538"/>
                  </a:lnTo>
                  <a:lnTo>
                    <a:pt x="1524" y="1545"/>
                  </a:lnTo>
                  <a:lnTo>
                    <a:pt x="1541" y="1545"/>
                  </a:lnTo>
                  <a:lnTo>
                    <a:pt x="1630" y="1584"/>
                  </a:lnTo>
                  <a:lnTo>
                    <a:pt x="1642" y="1598"/>
                  </a:lnTo>
                  <a:lnTo>
                    <a:pt x="1782" y="1757"/>
                  </a:lnTo>
                  <a:lnTo>
                    <a:pt x="1978" y="1939"/>
                  </a:lnTo>
                  <a:lnTo>
                    <a:pt x="2093" y="2067"/>
                  </a:lnTo>
                  <a:lnTo>
                    <a:pt x="2060" y="2212"/>
                  </a:lnTo>
                  <a:lnTo>
                    <a:pt x="1675" y="2240"/>
                  </a:lnTo>
                  <a:lnTo>
                    <a:pt x="1456" y="2258"/>
                  </a:lnTo>
                  <a:lnTo>
                    <a:pt x="1388" y="2247"/>
                  </a:lnTo>
                  <a:lnTo>
                    <a:pt x="1233" y="2222"/>
                  </a:lnTo>
                  <a:lnTo>
                    <a:pt x="1091" y="2184"/>
                  </a:lnTo>
                  <a:lnTo>
                    <a:pt x="883" y="2127"/>
                  </a:lnTo>
                  <a:lnTo>
                    <a:pt x="743" y="2153"/>
                  </a:lnTo>
                  <a:lnTo>
                    <a:pt x="437" y="2260"/>
                  </a:lnTo>
                  <a:lnTo>
                    <a:pt x="339" y="2272"/>
                  </a:lnTo>
                  <a:lnTo>
                    <a:pt x="127" y="2201"/>
                  </a:lnTo>
                  <a:lnTo>
                    <a:pt x="94" y="2182"/>
                  </a:lnTo>
                  <a:lnTo>
                    <a:pt x="69" y="2162"/>
                  </a:lnTo>
                  <a:lnTo>
                    <a:pt x="49" y="2139"/>
                  </a:lnTo>
                  <a:lnTo>
                    <a:pt x="20" y="2088"/>
                  </a:lnTo>
                  <a:lnTo>
                    <a:pt x="0" y="2034"/>
                  </a:lnTo>
                  <a:lnTo>
                    <a:pt x="1" y="1958"/>
                  </a:lnTo>
                  <a:lnTo>
                    <a:pt x="9" y="1435"/>
                  </a:lnTo>
                  <a:lnTo>
                    <a:pt x="89" y="1033"/>
                  </a:lnTo>
                  <a:lnTo>
                    <a:pt x="104" y="932"/>
                  </a:lnTo>
                  <a:lnTo>
                    <a:pt x="150" y="610"/>
                  </a:lnTo>
                  <a:lnTo>
                    <a:pt x="188" y="339"/>
                  </a:lnTo>
                  <a:lnTo>
                    <a:pt x="225" y="83"/>
                  </a:lnTo>
                  <a:lnTo>
                    <a:pt x="248" y="14"/>
                  </a:lnTo>
                  <a:lnTo>
                    <a:pt x="255" y="6"/>
                  </a:lnTo>
                  <a:lnTo>
                    <a:pt x="264" y="2"/>
                  </a:lnTo>
                  <a:lnTo>
                    <a:pt x="286" y="0"/>
                  </a:lnTo>
                  <a:lnTo>
                    <a:pt x="321" y="3"/>
                  </a:lnTo>
                  <a:lnTo>
                    <a:pt x="349" y="21"/>
                  </a:lnTo>
                  <a:lnTo>
                    <a:pt x="391" y="65"/>
                  </a:lnTo>
                  <a:lnTo>
                    <a:pt x="411" y="97"/>
                  </a:lnTo>
                  <a:lnTo>
                    <a:pt x="422" y="118"/>
                  </a:lnTo>
                  <a:lnTo>
                    <a:pt x="429" y="141"/>
                  </a:lnTo>
                  <a:lnTo>
                    <a:pt x="600" y="533"/>
                  </a:lnTo>
                  <a:lnTo>
                    <a:pt x="709" y="835"/>
                  </a:lnTo>
                  <a:lnTo>
                    <a:pt x="776" y="1022"/>
                  </a:lnTo>
                  <a:lnTo>
                    <a:pt x="814" y="1129"/>
                  </a:lnTo>
                  <a:lnTo>
                    <a:pt x="742" y="1161"/>
                  </a:lnTo>
                  <a:lnTo>
                    <a:pt x="614" y="1217"/>
                  </a:lnTo>
                  <a:lnTo>
                    <a:pt x="609" y="1229"/>
                  </a:lnTo>
                  <a:lnTo>
                    <a:pt x="610" y="1252"/>
                  </a:lnTo>
                  <a:lnTo>
                    <a:pt x="610" y="1265"/>
                  </a:lnTo>
                  <a:lnTo>
                    <a:pt x="621" y="1310"/>
                  </a:lnTo>
                  <a:lnTo>
                    <a:pt x="636" y="1368"/>
                  </a:lnTo>
                  <a:lnTo>
                    <a:pt x="644" y="1388"/>
                  </a:lnTo>
                  <a:lnTo>
                    <a:pt x="676" y="1471"/>
                  </a:lnTo>
                  <a:lnTo>
                    <a:pt x="687" y="1497"/>
                  </a:lnTo>
                  <a:lnTo>
                    <a:pt x="691" y="1504"/>
                  </a:lnTo>
                  <a:lnTo>
                    <a:pt x="737" y="1569"/>
                  </a:lnTo>
                  <a:lnTo>
                    <a:pt x="774" y="1595"/>
                  </a:lnTo>
                  <a:lnTo>
                    <a:pt x="798" y="160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l1476"/>
            <p:cNvSpPr/>
            <p:nvPr/>
          </p:nvSpPr>
          <p:spPr>
            <a:xfrm>
              <a:off x="4706444" y="4986667"/>
              <a:ext cx="2297" cy="1735"/>
            </a:xfrm>
            <a:custGeom>
              <a:avLst/>
              <a:pathLst>
                <a:path w="2297" h="1735">
                  <a:moveTo>
                    <a:pt x="1992" y="844"/>
                  </a:moveTo>
                  <a:lnTo>
                    <a:pt x="1718" y="984"/>
                  </a:lnTo>
                  <a:lnTo>
                    <a:pt x="1496" y="996"/>
                  </a:lnTo>
                  <a:lnTo>
                    <a:pt x="1133" y="953"/>
                  </a:lnTo>
                  <a:lnTo>
                    <a:pt x="1017" y="939"/>
                  </a:lnTo>
                  <a:lnTo>
                    <a:pt x="897" y="1054"/>
                  </a:lnTo>
                  <a:lnTo>
                    <a:pt x="739" y="1382"/>
                  </a:lnTo>
                  <a:lnTo>
                    <a:pt x="716" y="1430"/>
                  </a:lnTo>
                  <a:lnTo>
                    <a:pt x="619" y="1557"/>
                  </a:lnTo>
                  <a:lnTo>
                    <a:pt x="337" y="1689"/>
                  </a:lnTo>
                  <a:lnTo>
                    <a:pt x="144" y="1735"/>
                  </a:lnTo>
                  <a:lnTo>
                    <a:pt x="93" y="1720"/>
                  </a:lnTo>
                  <a:lnTo>
                    <a:pt x="83" y="1698"/>
                  </a:lnTo>
                  <a:lnTo>
                    <a:pt x="1" y="1508"/>
                  </a:lnTo>
                  <a:lnTo>
                    <a:pt x="0" y="1496"/>
                  </a:lnTo>
                  <a:lnTo>
                    <a:pt x="4" y="1427"/>
                  </a:lnTo>
                  <a:lnTo>
                    <a:pt x="11" y="1404"/>
                  </a:lnTo>
                  <a:lnTo>
                    <a:pt x="19" y="1384"/>
                  </a:lnTo>
                  <a:lnTo>
                    <a:pt x="36" y="1373"/>
                  </a:lnTo>
                  <a:lnTo>
                    <a:pt x="56" y="1363"/>
                  </a:lnTo>
                  <a:lnTo>
                    <a:pt x="68" y="1358"/>
                  </a:lnTo>
                  <a:lnTo>
                    <a:pt x="106" y="1341"/>
                  </a:lnTo>
                  <a:lnTo>
                    <a:pt x="112" y="1338"/>
                  </a:lnTo>
                  <a:lnTo>
                    <a:pt x="262" y="1231"/>
                  </a:lnTo>
                  <a:lnTo>
                    <a:pt x="481" y="1074"/>
                  </a:lnTo>
                  <a:lnTo>
                    <a:pt x="579" y="1006"/>
                  </a:lnTo>
                  <a:lnTo>
                    <a:pt x="602" y="975"/>
                  </a:lnTo>
                  <a:lnTo>
                    <a:pt x="613" y="935"/>
                  </a:lnTo>
                  <a:lnTo>
                    <a:pt x="618" y="906"/>
                  </a:lnTo>
                  <a:lnTo>
                    <a:pt x="614" y="879"/>
                  </a:lnTo>
                  <a:lnTo>
                    <a:pt x="610" y="858"/>
                  </a:lnTo>
                  <a:lnTo>
                    <a:pt x="584" y="818"/>
                  </a:lnTo>
                  <a:lnTo>
                    <a:pt x="568" y="797"/>
                  </a:lnTo>
                  <a:lnTo>
                    <a:pt x="545" y="785"/>
                  </a:lnTo>
                  <a:lnTo>
                    <a:pt x="527" y="784"/>
                  </a:lnTo>
                  <a:lnTo>
                    <a:pt x="483" y="804"/>
                  </a:lnTo>
                  <a:lnTo>
                    <a:pt x="478" y="813"/>
                  </a:lnTo>
                  <a:lnTo>
                    <a:pt x="444" y="818"/>
                  </a:lnTo>
                  <a:lnTo>
                    <a:pt x="425" y="801"/>
                  </a:lnTo>
                  <a:lnTo>
                    <a:pt x="395" y="774"/>
                  </a:lnTo>
                  <a:lnTo>
                    <a:pt x="393" y="752"/>
                  </a:lnTo>
                  <a:lnTo>
                    <a:pt x="448" y="627"/>
                  </a:lnTo>
                  <a:lnTo>
                    <a:pt x="460" y="599"/>
                  </a:lnTo>
                  <a:lnTo>
                    <a:pt x="577" y="371"/>
                  </a:lnTo>
                  <a:lnTo>
                    <a:pt x="670" y="227"/>
                  </a:lnTo>
                  <a:lnTo>
                    <a:pt x="818" y="190"/>
                  </a:lnTo>
                  <a:lnTo>
                    <a:pt x="1066" y="164"/>
                  </a:lnTo>
                  <a:lnTo>
                    <a:pt x="1289" y="96"/>
                  </a:lnTo>
                  <a:lnTo>
                    <a:pt x="1590" y="19"/>
                  </a:lnTo>
                  <a:lnTo>
                    <a:pt x="1647" y="0"/>
                  </a:lnTo>
                  <a:lnTo>
                    <a:pt x="1962" y="89"/>
                  </a:lnTo>
                  <a:lnTo>
                    <a:pt x="2057" y="170"/>
                  </a:lnTo>
                  <a:lnTo>
                    <a:pt x="2252" y="314"/>
                  </a:lnTo>
                  <a:lnTo>
                    <a:pt x="2272" y="335"/>
                  </a:lnTo>
                  <a:lnTo>
                    <a:pt x="2292" y="361"/>
                  </a:lnTo>
                  <a:lnTo>
                    <a:pt x="2297" y="396"/>
                  </a:lnTo>
                  <a:lnTo>
                    <a:pt x="2293" y="405"/>
                  </a:lnTo>
                  <a:lnTo>
                    <a:pt x="2200" y="426"/>
                  </a:lnTo>
                  <a:lnTo>
                    <a:pt x="2169" y="426"/>
                  </a:lnTo>
                  <a:lnTo>
                    <a:pt x="2095" y="479"/>
                  </a:lnTo>
                  <a:lnTo>
                    <a:pt x="2076" y="529"/>
                  </a:lnTo>
                  <a:lnTo>
                    <a:pt x="2075" y="615"/>
                  </a:lnTo>
                  <a:lnTo>
                    <a:pt x="2080" y="648"/>
                  </a:lnTo>
                  <a:lnTo>
                    <a:pt x="2083" y="656"/>
                  </a:lnTo>
                  <a:lnTo>
                    <a:pt x="2089" y="679"/>
                  </a:lnTo>
                  <a:lnTo>
                    <a:pt x="2102" y="703"/>
                  </a:lnTo>
                  <a:lnTo>
                    <a:pt x="2125" y="733"/>
                  </a:lnTo>
                  <a:lnTo>
                    <a:pt x="2133" y="749"/>
                  </a:lnTo>
                  <a:lnTo>
                    <a:pt x="2134" y="755"/>
                  </a:lnTo>
                  <a:lnTo>
                    <a:pt x="2053" y="813"/>
                  </a:lnTo>
                  <a:lnTo>
                    <a:pt x="1992" y="84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l1477"/>
            <p:cNvSpPr/>
            <p:nvPr/>
          </p:nvSpPr>
          <p:spPr>
            <a:xfrm>
              <a:off x="4708376" y="4984625"/>
              <a:ext cx="723" cy="1038"/>
            </a:xfrm>
            <a:custGeom>
              <a:avLst/>
              <a:pathLst>
                <a:path w="723" h="1038">
                  <a:moveTo>
                    <a:pt x="563" y="553"/>
                  </a:moveTo>
                  <a:lnTo>
                    <a:pt x="628" y="573"/>
                  </a:lnTo>
                  <a:lnTo>
                    <a:pt x="692" y="599"/>
                  </a:lnTo>
                  <a:lnTo>
                    <a:pt x="712" y="610"/>
                  </a:lnTo>
                  <a:lnTo>
                    <a:pt x="720" y="627"/>
                  </a:lnTo>
                  <a:lnTo>
                    <a:pt x="723" y="638"/>
                  </a:lnTo>
                  <a:lnTo>
                    <a:pt x="717" y="646"/>
                  </a:lnTo>
                  <a:lnTo>
                    <a:pt x="650" y="713"/>
                  </a:lnTo>
                  <a:lnTo>
                    <a:pt x="627" y="731"/>
                  </a:lnTo>
                  <a:lnTo>
                    <a:pt x="563" y="789"/>
                  </a:lnTo>
                  <a:lnTo>
                    <a:pt x="459" y="846"/>
                  </a:lnTo>
                  <a:lnTo>
                    <a:pt x="378" y="837"/>
                  </a:lnTo>
                  <a:lnTo>
                    <a:pt x="352" y="836"/>
                  </a:lnTo>
                  <a:lnTo>
                    <a:pt x="322" y="840"/>
                  </a:lnTo>
                  <a:lnTo>
                    <a:pt x="293" y="853"/>
                  </a:lnTo>
                  <a:lnTo>
                    <a:pt x="241" y="899"/>
                  </a:lnTo>
                  <a:lnTo>
                    <a:pt x="234" y="907"/>
                  </a:lnTo>
                  <a:lnTo>
                    <a:pt x="211" y="936"/>
                  </a:lnTo>
                  <a:lnTo>
                    <a:pt x="201" y="949"/>
                  </a:lnTo>
                  <a:lnTo>
                    <a:pt x="187" y="971"/>
                  </a:lnTo>
                  <a:lnTo>
                    <a:pt x="171" y="995"/>
                  </a:lnTo>
                  <a:lnTo>
                    <a:pt x="164" y="1013"/>
                  </a:lnTo>
                  <a:lnTo>
                    <a:pt x="120" y="1029"/>
                  </a:lnTo>
                  <a:lnTo>
                    <a:pt x="51" y="1038"/>
                  </a:lnTo>
                  <a:lnTo>
                    <a:pt x="43" y="1038"/>
                  </a:lnTo>
                  <a:lnTo>
                    <a:pt x="33" y="1035"/>
                  </a:lnTo>
                  <a:lnTo>
                    <a:pt x="25" y="1028"/>
                  </a:lnTo>
                  <a:lnTo>
                    <a:pt x="4" y="999"/>
                  </a:lnTo>
                  <a:lnTo>
                    <a:pt x="0" y="989"/>
                  </a:lnTo>
                  <a:lnTo>
                    <a:pt x="0" y="964"/>
                  </a:lnTo>
                  <a:lnTo>
                    <a:pt x="2" y="956"/>
                  </a:lnTo>
                  <a:lnTo>
                    <a:pt x="17" y="927"/>
                  </a:lnTo>
                  <a:lnTo>
                    <a:pt x="82" y="844"/>
                  </a:lnTo>
                  <a:lnTo>
                    <a:pt x="147" y="761"/>
                  </a:lnTo>
                  <a:lnTo>
                    <a:pt x="211" y="689"/>
                  </a:lnTo>
                  <a:lnTo>
                    <a:pt x="233" y="663"/>
                  </a:lnTo>
                  <a:lnTo>
                    <a:pt x="236" y="656"/>
                  </a:lnTo>
                  <a:lnTo>
                    <a:pt x="240" y="602"/>
                  </a:lnTo>
                  <a:lnTo>
                    <a:pt x="230" y="555"/>
                  </a:lnTo>
                  <a:lnTo>
                    <a:pt x="221" y="540"/>
                  </a:lnTo>
                  <a:lnTo>
                    <a:pt x="211" y="527"/>
                  </a:lnTo>
                  <a:lnTo>
                    <a:pt x="196" y="515"/>
                  </a:lnTo>
                  <a:lnTo>
                    <a:pt x="183" y="506"/>
                  </a:lnTo>
                  <a:lnTo>
                    <a:pt x="165" y="501"/>
                  </a:lnTo>
                  <a:lnTo>
                    <a:pt x="154" y="502"/>
                  </a:lnTo>
                  <a:lnTo>
                    <a:pt x="104" y="521"/>
                  </a:lnTo>
                  <a:lnTo>
                    <a:pt x="93" y="530"/>
                  </a:lnTo>
                  <a:lnTo>
                    <a:pt x="39" y="550"/>
                  </a:lnTo>
                  <a:lnTo>
                    <a:pt x="28" y="550"/>
                  </a:lnTo>
                  <a:lnTo>
                    <a:pt x="25" y="544"/>
                  </a:lnTo>
                  <a:lnTo>
                    <a:pt x="16" y="511"/>
                  </a:lnTo>
                  <a:lnTo>
                    <a:pt x="53" y="433"/>
                  </a:lnTo>
                  <a:lnTo>
                    <a:pt x="78" y="407"/>
                  </a:lnTo>
                  <a:lnTo>
                    <a:pt x="86" y="402"/>
                  </a:lnTo>
                  <a:lnTo>
                    <a:pt x="122" y="379"/>
                  </a:lnTo>
                  <a:lnTo>
                    <a:pt x="162" y="344"/>
                  </a:lnTo>
                  <a:lnTo>
                    <a:pt x="186" y="312"/>
                  </a:lnTo>
                  <a:lnTo>
                    <a:pt x="196" y="296"/>
                  </a:lnTo>
                  <a:lnTo>
                    <a:pt x="209" y="267"/>
                  </a:lnTo>
                  <a:lnTo>
                    <a:pt x="209" y="241"/>
                  </a:lnTo>
                  <a:lnTo>
                    <a:pt x="209" y="228"/>
                  </a:lnTo>
                  <a:lnTo>
                    <a:pt x="200" y="138"/>
                  </a:lnTo>
                  <a:lnTo>
                    <a:pt x="195" y="126"/>
                  </a:lnTo>
                  <a:lnTo>
                    <a:pt x="169" y="89"/>
                  </a:lnTo>
                  <a:lnTo>
                    <a:pt x="156" y="69"/>
                  </a:lnTo>
                  <a:lnTo>
                    <a:pt x="132" y="33"/>
                  </a:lnTo>
                  <a:lnTo>
                    <a:pt x="129" y="28"/>
                  </a:lnTo>
                  <a:lnTo>
                    <a:pt x="140" y="20"/>
                  </a:lnTo>
                  <a:lnTo>
                    <a:pt x="165" y="11"/>
                  </a:lnTo>
                  <a:lnTo>
                    <a:pt x="175" y="8"/>
                  </a:lnTo>
                  <a:lnTo>
                    <a:pt x="182" y="6"/>
                  </a:lnTo>
                  <a:lnTo>
                    <a:pt x="202" y="0"/>
                  </a:lnTo>
                  <a:lnTo>
                    <a:pt x="207" y="2"/>
                  </a:lnTo>
                  <a:lnTo>
                    <a:pt x="308" y="107"/>
                  </a:lnTo>
                  <a:lnTo>
                    <a:pt x="437" y="254"/>
                  </a:lnTo>
                  <a:lnTo>
                    <a:pt x="449" y="269"/>
                  </a:lnTo>
                  <a:lnTo>
                    <a:pt x="464" y="292"/>
                  </a:lnTo>
                  <a:lnTo>
                    <a:pt x="463" y="298"/>
                  </a:lnTo>
                  <a:lnTo>
                    <a:pt x="456" y="309"/>
                  </a:lnTo>
                  <a:lnTo>
                    <a:pt x="442" y="326"/>
                  </a:lnTo>
                  <a:lnTo>
                    <a:pt x="437" y="336"/>
                  </a:lnTo>
                  <a:lnTo>
                    <a:pt x="424" y="377"/>
                  </a:lnTo>
                  <a:lnTo>
                    <a:pt x="424" y="388"/>
                  </a:lnTo>
                  <a:lnTo>
                    <a:pt x="432" y="415"/>
                  </a:lnTo>
                  <a:lnTo>
                    <a:pt x="446" y="437"/>
                  </a:lnTo>
                  <a:lnTo>
                    <a:pt x="489" y="504"/>
                  </a:lnTo>
                  <a:lnTo>
                    <a:pt x="533" y="538"/>
                  </a:lnTo>
                  <a:lnTo>
                    <a:pt x="563" y="5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l1478"/>
            <p:cNvSpPr/>
            <p:nvPr/>
          </p:nvSpPr>
          <p:spPr>
            <a:xfrm>
              <a:off x="4711031" y="4983726"/>
              <a:ext cx="1099" cy="1435"/>
            </a:xfrm>
            <a:custGeom>
              <a:avLst/>
              <a:pathLst>
                <a:path w="1099" h="1435">
                  <a:moveTo>
                    <a:pt x="693" y="283"/>
                  </a:moveTo>
                  <a:lnTo>
                    <a:pt x="682" y="326"/>
                  </a:lnTo>
                  <a:lnTo>
                    <a:pt x="631" y="360"/>
                  </a:lnTo>
                  <a:lnTo>
                    <a:pt x="621" y="370"/>
                  </a:lnTo>
                  <a:lnTo>
                    <a:pt x="581" y="412"/>
                  </a:lnTo>
                  <a:lnTo>
                    <a:pt x="508" y="446"/>
                  </a:lnTo>
                  <a:lnTo>
                    <a:pt x="446" y="457"/>
                  </a:lnTo>
                  <a:lnTo>
                    <a:pt x="445" y="579"/>
                  </a:lnTo>
                  <a:lnTo>
                    <a:pt x="446" y="601"/>
                  </a:lnTo>
                  <a:lnTo>
                    <a:pt x="455" y="640"/>
                  </a:lnTo>
                  <a:lnTo>
                    <a:pt x="493" y="681"/>
                  </a:lnTo>
                  <a:lnTo>
                    <a:pt x="504" y="689"/>
                  </a:lnTo>
                  <a:lnTo>
                    <a:pt x="566" y="723"/>
                  </a:lnTo>
                  <a:lnTo>
                    <a:pt x="653" y="709"/>
                  </a:lnTo>
                  <a:lnTo>
                    <a:pt x="692" y="686"/>
                  </a:lnTo>
                  <a:lnTo>
                    <a:pt x="698" y="683"/>
                  </a:lnTo>
                  <a:lnTo>
                    <a:pt x="739" y="663"/>
                  </a:lnTo>
                  <a:lnTo>
                    <a:pt x="790" y="644"/>
                  </a:lnTo>
                  <a:lnTo>
                    <a:pt x="1007" y="526"/>
                  </a:lnTo>
                  <a:lnTo>
                    <a:pt x="1053" y="495"/>
                  </a:lnTo>
                  <a:lnTo>
                    <a:pt x="1079" y="480"/>
                  </a:lnTo>
                  <a:lnTo>
                    <a:pt x="1099" y="477"/>
                  </a:lnTo>
                  <a:lnTo>
                    <a:pt x="1097" y="632"/>
                  </a:lnTo>
                  <a:lnTo>
                    <a:pt x="1085" y="642"/>
                  </a:lnTo>
                  <a:lnTo>
                    <a:pt x="1067" y="647"/>
                  </a:lnTo>
                  <a:lnTo>
                    <a:pt x="1054" y="649"/>
                  </a:lnTo>
                  <a:lnTo>
                    <a:pt x="1042" y="643"/>
                  </a:lnTo>
                  <a:lnTo>
                    <a:pt x="986" y="629"/>
                  </a:lnTo>
                  <a:lnTo>
                    <a:pt x="951" y="629"/>
                  </a:lnTo>
                  <a:lnTo>
                    <a:pt x="837" y="669"/>
                  </a:lnTo>
                  <a:lnTo>
                    <a:pt x="812" y="688"/>
                  </a:lnTo>
                  <a:lnTo>
                    <a:pt x="784" y="725"/>
                  </a:lnTo>
                  <a:lnTo>
                    <a:pt x="768" y="758"/>
                  </a:lnTo>
                  <a:lnTo>
                    <a:pt x="756" y="782"/>
                  </a:lnTo>
                  <a:lnTo>
                    <a:pt x="751" y="790"/>
                  </a:lnTo>
                  <a:lnTo>
                    <a:pt x="747" y="803"/>
                  </a:lnTo>
                  <a:lnTo>
                    <a:pt x="740" y="824"/>
                  </a:lnTo>
                  <a:lnTo>
                    <a:pt x="732" y="847"/>
                  </a:lnTo>
                  <a:lnTo>
                    <a:pt x="731" y="896"/>
                  </a:lnTo>
                  <a:lnTo>
                    <a:pt x="746" y="1016"/>
                  </a:lnTo>
                  <a:lnTo>
                    <a:pt x="836" y="1149"/>
                  </a:lnTo>
                  <a:lnTo>
                    <a:pt x="901" y="1190"/>
                  </a:lnTo>
                  <a:lnTo>
                    <a:pt x="1018" y="1291"/>
                  </a:lnTo>
                  <a:lnTo>
                    <a:pt x="1083" y="1340"/>
                  </a:lnTo>
                  <a:lnTo>
                    <a:pt x="1083" y="1348"/>
                  </a:lnTo>
                  <a:lnTo>
                    <a:pt x="1040" y="1422"/>
                  </a:lnTo>
                  <a:lnTo>
                    <a:pt x="1035" y="1427"/>
                  </a:lnTo>
                  <a:lnTo>
                    <a:pt x="1023" y="1432"/>
                  </a:lnTo>
                  <a:lnTo>
                    <a:pt x="1009" y="1433"/>
                  </a:lnTo>
                  <a:lnTo>
                    <a:pt x="954" y="1435"/>
                  </a:lnTo>
                  <a:lnTo>
                    <a:pt x="926" y="1432"/>
                  </a:lnTo>
                  <a:lnTo>
                    <a:pt x="917" y="1422"/>
                  </a:lnTo>
                  <a:lnTo>
                    <a:pt x="848" y="1346"/>
                  </a:lnTo>
                  <a:lnTo>
                    <a:pt x="834" y="1325"/>
                  </a:lnTo>
                  <a:lnTo>
                    <a:pt x="797" y="1263"/>
                  </a:lnTo>
                  <a:lnTo>
                    <a:pt x="775" y="1218"/>
                  </a:lnTo>
                  <a:lnTo>
                    <a:pt x="753" y="1178"/>
                  </a:lnTo>
                  <a:lnTo>
                    <a:pt x="734" y="1152"/>
                  </a:lnTo>
                  <a:lnTo>
                    <a:pt x="720" y="1137"/>
                  </a:lnTo>
                  <a:lnTo>
                    <a:pt x="678" y="1113"/>
                  </a:lnTo>
                  <a:lnTo>
                    <a:pt x="632" y="1095"/>
                  </a:lnTo>
                  <a:lnTo>
                    <a:pt x="594" y="1090"/>
                  </a:lnTo>
                  <a:lnTo>
                    <a:pt x="518" y="1076"/>
                  </a:lnTo>
                  <a:lnTo>
                    <a:pt x="466" y="998"/>
                  </a:lnTo>
                  <a:lnTo>
                    <a:pt x="395" y="900"/>
                  </a:lnTo>
                  <a:lnTo>
                    <a:pt x="313" y="779"/>
                  </a:lnTo>
                  <a:lnTo>
                    <a:pt x="290" y="748"/>
                  </a:lnTo>
                  <a:lnTo>
                    <a:pt x="215" y="695"/>
                  </a:lnTo>
                  <a:lnTo>
                    <a:pt x="104" y="616"/>
                  </a:lnTo>
                  <a:lnTo>
                    <a:pt x="98" y="607"/>
                  </a:lnTo>
                  <a:lnTo>
                    <a:pt x="85" y="582"/>
                  </a:lnTo>
                  <a:lnTo>
                    <a:pt x="55" y="526"/>
                  </a:lnTo>
                  <a:lnTo>
                    <a:pt x="46" y="503"/>
                  </a:lnTo>
                  <a:lnTo>
                    <a:pt x="39" y="486"/>
                  </a:lnTo>
                  <a:lnTo>
                    <a:pt x="0" y="387"/>
                  </a:lnTo>
                  <a:lnTo>
                    <a:pt x="20" y="339"/>
                  </a:lnTo>
                  <a:lnTo>
                    <a:pt x="94" y="168"/>
                  </a:lnTo>
                  <a:lnTo>
                    <a:pt x="112" y="150"/>
                  </a:lnTo>
                  <a:lnTo>
                    <a:pt x="143" y="147"/>
                  </a:lnTo>
                  <a:lnTo>
                    <a:pt x="353" y="129"/>
                  </a:lnTo>
                  <a:lnTo>
                    <a:pt x="382" y="128"/>
                  </a:lnTo>
                  <a:lnTo>
                    <a:pt x="408" y="140"/>
                  </a:lnTo>
                  <a:lnTo>
                    <a:pt x="408" y="148"/>
                  </a:lnTo>
                  <a:lnTo>
                    <a:pt x="393" y="171"/>
                  </a:lnTo>
                  <a:lnTo>
                    <a:pt x="380" y="190"/>
                  </a:lnTo>
                  <a:lnTo>
                    <a:pt x="380" y="214"/>
                  </a:lnTo>
                  <a:lnTo>
                    <a:pt x="406" y="240"/>
                  </a:lnTo>
                  <a:lnTo>
                    <a:pt x="432" y="250"/>
                  </a:lnTo>
                  <a:lnTo>
                    <a:pt x="454" y="255"/>
                  </a:lnTo>
                  <a:lnTo>
                    <a:pt x="514" y="243"/>
                  </a:lnTo>
                  <a:lnTo>
                    <a:pt x="587" y="217"/>
                  </a:lnTo>
                  <a:lnTo>
                    <a:pt x="603" y="210"/>
                  </a:lnTo>
                  <a:lnTo>
                    <a:pt x="610" y="199"/>
                  </a:lnTo>
                  <a:lnTo>
                    <a:pt x="633" y="126"/>
                  </a:lnTo>
                  <a:lnTo>
                    <a:pt x="637" y="105"/>
                  </a:lnTo>
                  <a:lnTo>
                    <a:pt x="648" y="93"/>
                  </a:lnTo>
                  <a:lnTo>
                    <a:pt x="709" y="42"/>
                  </a:lnTo>
                  <a:lnTo>
                    <a:pt x="747" y="16"/>
                  </a:lnTo>
                  <a:lnTo>
                    <a:pt x="767" y="4"/>
                  </a:lnTo>
                  <a:lnTo>
                    <a:pt x="777" y="0"/>
                  </a:lnTo>
                  <a:lnTo>
                    <a:pt x="805" y="6"/>
                  </a:lnTo>
                  <a:lnTo>
                    <a:pt x="821" y="30"/>
                  </a:lnTo>
                  <a:lnTo>
                    <a:pt x="835" y="53"/>
                  </a:lnTo>
                  <a:lnTo>
                    <a:pt x="837" y="59"/>
                  </a:lnTo>
                  <a:lnTo>
                    <a:pt x="797" y="101"/>
                  </a:lnTo>
                  <a:lnTo>
                    <a:pt x="763" y="127"/>
                  </a:lnTo>
                  <a:lnTo>
                    <a:pt x="693" y="180"/>
                  </a:lnTo>
                  <a:lnTo>
                    <a:pt x="688" y="186"/>
                  </a:lnTo>
                  <a:lnTo>
                    <a:pt x="681" y="209"/>
                  </a:lnTo>
                  <a:lnTo>
                    <a:pt x="681" y="219"/>
                  </a:lnTo>
                  <a:lnTo>
                    <a:pt x="693" y="28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l1479"/>
            <p:cNvSpPr/>
            <p:nvPr/>
          </p:nvSpPr>
          <p:spPr>
            <a:xfrm>
              <a:off x="4711189" y="4982222"/>
              <a:ext cx="1558" cy="926"/>
            </a:xfrm>
            <a:custGeom>
              <a:avLst/>
              <a:pathLst>
                <a:path w="1558" h="926">
                  <a:moveTo>
                    <a:pt x="1270" y="456"/>
                  </a:moveTo>
                  <a:lnTo>
                    <a:pt x="1350" y="490"/>
                  </a:lnTo>
                  <a:lnTo>
                    <a:pt x="1429" y="489"/>
                  </a:lnTo>
                  <a:lnTo>
                    <a:pt x="1436" y="490"/>
                  </a:lnTo>
                  <a:lnTo>
                    <a:pt x="1451" y="500"/>
                  </a:lnTo>
                  <a:lnTo>
                    <a:pt x="1558" y="805"/>
                  </a:lnTo>
                  <a:lnTo>
                    <a:pt x="1553" y="815"/>
                  </a:lnTo>
                  <a:lnTo>
                    <a:pt x="1533" y="835"/>
                  </a:lnTo>
                  <a:lnTo>
                    <a:pt x="1492" y="875"/>
                  </a:lnTo>
                  <a:lnTo>
                    <a:pt x="1415" y="875"/>
                  </a:lnTo>
                  <a:lnTo>
                    <a:pt x="1262" y="808"/>
                  </a:lnTo>
                  <a:lnTo>
                    <a:pt x="1138" y="675"/>
                  </a:lnTo>
                  <a:lnTo>
                    <a:pt x="989" y="696"/>
                  </a:lnTo>
                  <a:lnTo>
                    <a:pt x="913" y="707"/>
                  </a:lnTo>
                  <a:lnTo>
                    <a:pt x="542" y="790"/>
                  </a:lnTo>
                  <a:lnTo>
                    <a:pt x="406" y="839"/>
                  </a:lnTo>
                  <a:lnTo>
                    <a:pt x="379" y="852"/>
                  </a:lnTo>
                  <a:lnTo>
                    <a:pt x="273" y="888"/>
                  </a:lnTo>
                  <a:lnTo>
                    <a:pt x="155" y="924"/>
                  </a:lnTo>
                  <a:lnTo>
                    <a:pt x="147" y="926"/>
                  </a:lnTo>
                  <a:lnTo>
                    <a:pt x="103" y="923"/>
                  </a:lnTo>
                  <a:lnTo>
                    <a:pt x="78" y="909"/>
                  </a:lnTo>
                  <a:lnTo>
                    <a:pt x="32" y="885"/>
                  </a:lnTo>
                  <a:lnTo>
                    <a:pt x="2" y="840"/>
                  </a:lnTo>
                  <a:lnTo>
                    <a:pt x="0" y="825"/>
                  </a:lnTo>
                  <a:lnTo>
                    <a:pt x="35" y="641"/>
                  </a:lnTo>
                  <a:lnTo>
                    <a:pt x="41" y="613"/>
                  </a:lnTo>
                  <a:lnTo>
                    <a:pt x="52" y="586"/>
                  </a:lnTo>
                  <a:lnTo>
                    <a:pt x="72" y="553"/>
                  </a:lnTo>
                  <a:lnTo>
                    <a:pt x="81" y="544"/>
                  </a:lnTo>
                  <a:lnTo>
                    <a:pt x="87" y="538"/>
                  </a:lnTo>
                  <a:lnTo>
                    <a:pt x="98" y="531"/>
                  </a:lnTo>
                  <a:lnTo>
                    <a:pt x="178" y="487"/>
                  </a:lnTo>
                  <a:lnTo>
                    <a:pt x="192" y="488"/>
                  </a:lnTo>
                  <a:lnTo>
                    <a:pt x="235" y="500"/>
                  </a:lnTo>
                  <a:lnTo>
                    <a:pt x="312" y="521"/>
                  </a:lnTo>
                  <a:lnTo>
                    <a:pt x="405" y="489"/>
                  </a:lnTo>
                  <a:lnTo>
                    <a:pt x="583" y="385"/>
                  </a:lnTo>
                  <a:lnTo>
                    <a:pt x="615" y="239"/>
                  </a:lnTo>
                  <a:lnTo>
                    <a:pt x="644" y="104"/>
                  </a:lnTo>
                  <a:lnTo>
                    <a:pt x="744" y="26"/>
                  </a:lnTo>
                  <a:lnTo>
                    <a:pt x="886" y="0"/>
                  </a:lnTo>
                  <a:lnTo>
                    <a:pt x="914" y="5"/>
                  </a:lnTo>
                  <a:lnTo>
                    <a:pt x="919" y="6"/>
                  </a:lnTo>
                  <a:lnTo>
                    <a:pt x="991" y="21"/>
                  </a:lnTo>
                  <a:lnTo>
                    <a:pt x="991" y="39"/>
                  </a:lnTo>
                  <a:lnTo>
                    <a:pt x="1091" y="315"/>
                  </a:lnTo>
                  <a:lnTo>
                    <a:pt x="1095" y="335"/>
                  </a:lnTo>
                  <a:lnTo>
                    <a:pt x="1107" y="361"/>
                  </a:lnTo>
                  <a:lnTo>
                    <a:pt x="1135" y="397"/>
                  </a:lnTo>
                  <a:lnTo>
                    <a:pt x="1174" y="415"/>
                  </a:lnTo>
                  <a:lnTo>
                    <a:pt x="1270" y="4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l1480"/>
            <p:cNvSpPr/>
            <p:nvPr/>
          </p:nvSpPr>
          <p:spPr>
            <a:xfrm>
              <a:off x="4717177" y="4956835"/>
              <a:ext cx="827" cy="326"/>
            </a:xfrm>
            <a:custGeom>
              <a:avLst/>
              <a:pathLst>
                <a:path w="827" h="326">
                  <a:moveTo>
                    <a:pt x="656" y="107"/>
                  </a:moveTo>
                  <a:lnTo>
                    <a:pt x="733" y="129"/>
                  </a:lnTo>
                  <a:lnTo>
                    <a:pt x="738" y="129"/>
                  </a:lnTo>
                  <a:lnTo>
                    <a:pt x="751" y="123"/>
                  </a:lnTo>
                  <a:lnTo>
                    <a:pt x="818" y="187"/>
                  </a:lnTo>
                  <a:lnTo>
                    <a:pt x="822" y="193"/>
                  </a:lnTo>
                  <a:lnTo>
                    <a:pt x="827" y="217"/>
                  </a:lnTo>
                  <a:lnTo>
                    <a:pt x="825" y="223"/>
                  </a:lnTo>
                  <a:lnTo>
                    <a:pt x="820" y="231"/>
                  </a:lnTo>
                  <a:lnTo>
                    <a:pt x="805" y="229"/>
                  </a:lnTo>
                  <a:lnTo>
                    <a:pt x="774" y="211"/>
                  </a:lnTo>
                  <a:lnTo>
                    <a:pt x="769" y="206"/>
                  </a:lnTo>
                  <a:lnTo>
                    <a:pt x="761" y="185"/>
                  </a:lnTo>
                  <a:lnTo>
                    <a:pt x="751" y="173"/>
                  </a:lnTo>
                  <a:lnTo>
                    <a:pt x="741" y="167"/>
                  </a:lnTo>
                  <a:lnTo>
                    <a:pt x="720" y="160"/>
                  </a:lnTo>
                  <a:lnTo>
                    <a:pt x="703" y="161"/>
                  </a:lnTo>
                  <a:lnTo>
                    <a:pt x="635" y="177"/>
                  </a:lnTo>
                  <a:lnTo>
                    <a:pt x="582" y="175"/>
                  </a:lnTo>
                  <a:lnTo>
                    <a:pt x="536" y="161"/>
                  </a:lnTo>
                  <a:lnTo>
                    <a:pt x="522" y="159"/>
                  </a:lnTo>
                  <a:lnTo>
                    <a:pt x="507" y="161"/>
                  </a:lnTo>
                  <a:lnTo>
                    <a:pt x="426" y="173"/>
                  </a:lnTo>
                  <a:lnTo>
                    <a:pt x="408" y="179"/>
                  </a:lnTo>
                  <a:lnTo>
                    <a:pt x="387" y="192"/>
                  </a:lnTo>
                  <a:lnTo>
                    <a:pt x="340" y="237"/>
                  </a:lnTo>
                  <a:lnTo>
                    <a:pt x="247" y="266"/>
                  </a:lnTo>
                  <a:lnTo>
                    <a:pt x="201" y="314"/>
                  </a:lnTo>
                  <a:lnTo>
                    <a:pt x="162" y="326"/>
                  </a:lnTo>
                  <a:lnTo>
                    <a:pt x="153" y="321"/>
                  </a:lnTo>
                  <a:lnTo>
                    <a:pt x="111" y="285"/>
                  </a:lnTo>
                  <a:lnTo>
                    <a:pt x="109" y="280"/>
                  </a:lnTo>
                  <a:lnTo>
                    <a:pt x="130" y="264"/>
                  </a:lnTo>
                  <a:lnTo>
                    <a:pt x="135" y="257"/>
                  </a:lnTo>
                  <a:lnTo>
                    <a:pt x="135" y="250"/>
                  </a:lnTo>
                  <a:lnTo>
                    <a:pt x="132" y="241"/>
                  </a:lnTo>
                  <a:lnTo>
                    <a:pt x="122" y="226"/>
                  </a:lnTo>
                  <a:lnTo>
                    <a:pt x="101" y="206"/>
                  </a:lnTo>
                  <a:lnTo>
                    <a:pt x="91" y="201"/>
                  </a:lnTo>
                  <a:lnTo>
                    <a:pt x="69" y="198"/>
                  </a:lnTo>
                  <a:lnTo>
                    <a:pt x="56" y="194"/>
                  </a:lnTo>
                  <a:lnTo>
                    <a:pt x="12" y="169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4" y="143"/>
                  </a:lnTo>
                  <a:lnTo>
                    <a:pt x="48" y="138"/>
                  </a:lnTo>
                  <a:lnTo>
                    <a:pt x="85" y="144"/>
                  </a:lnTo>
                  <a:lnTo>
                    <a:pt x="90" y="148"/>
                  </a:lnTo>
                  <a:lnTo>
                    <a:pt x="96" y="151"/>
                  </a:lnTo>
                  <a:lnTo>
                    <a:pt x="111" y="152"/>
                  </a:lnTo>
                  <a:lnTo>
                    <a:pt x="129" y="150"/>
                  </a:lnTo>
                  <a:lnTo>
                    <a:pt x="140" y="145"/>
                  </a:lnTo>
                  <a:lnTo>
                    <a:pt x="194" y="111"/>
                  </a:lnTo>
                  <a:lnTo>
                    <a:pt x="215" y="101"/>
                  </a:lnTo>
                  <a:lnTo>
                    <a:pt x="230" y="100"/>
                  </a:lnTo>
                  <a:lnTo>
                    <a:pt x="277" y="106"/>
                  </a:lnTo>
                  <a:lnTo>
                    <a:pt x="293" y="105"/>
                  </a:lnTo>
                  <a:lnTo>
                    <a:pt x="312" y="96"/>
                  </a:lnTo>
                  <a:lnTo>
                    <a:pt x="327" y="78"/>
                  </a:lnTo>
                  <a:lnTo>
                    <a:pt x="332" y="74"/>
                  </a:lnTo>
                  <a:lnTo>
                    <a:pt x="394" y="60"/>
                  </a:lnTo>
                  <a:lnTo>
                    <a:pt x="416" y="54"/>
                  </a:lnTo>
                  <a:lnTo>
                    <a:pt x="429" y="48"/>
                  </a:lnTo>
                  <a:lnTo>
                    <a:pt x="449" y="33"/>
                  </a:lnTo>
                  <a:lnTo>
                    <a:pt x="460" y="18"/>
                  </a:lnTo>
                  <a:lnTo>
                    <a:pt x="469" y="9"/>
                  </a:lnTo>
                  <a:lnTo>
                    <a:pt x="480" y="2"/>
                  </a:lnTo>
                  <a:lnTo>
                    <a:pt x="490" y="0"/>
                  </a:lnTo>
                  <a:lnTo>
                    <a:pt x="503" y="2"/>
                  </a:lnTo>
                  <a:lnTo>
                    <a:pt x="555" y="46"/>
                  </a:lnTo>
                  <a:lnTo>
                    <a:pt x="618" y="82"/>
                  </a:lnTo>
                  <a:lnTo>
                    <a:pt x="656" y="10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l1481"/>
            <p:cNvSpPr/>
            <p:nvPr/>
          </p:nvSpPr>
          <p:spPr>
            <a:xfrm>
              <a:off x="4614106" y="4943058"/>
              <a:ext cx="954" cy="1163"/>
            </a:xfrm>
            <a:custGeom>
              <a:avLst/>
              <a:pathLst>
                <a:path w="954" h="1163">
                  <a:moveTo>
                    <a:pt x="426" y="1156"/>
                  </a:moveTo>
                  <a:lnTo>
                    <a:pt x="211" y="1163"/>
                  </a:lnTo>
                  <a:lnTo>
                    <a:pt x="0" y="1063"/>
                  </a:lnTo>
                  <a:lnTo>
                    <a:pt x="91" y="571"/>
                  </a:lnTo>
                  <a:lnTo>
                    <a:pt x="627" y="65"/>
                  </a:lnTo>
                  <a:lnTo>
                    <a:pt x="762" y="0"/>
                  </a:lnTo>
                  <a:lnTo>
                    <a:pt x="910" y="25"/>
                  </a:lnTo>
                  <a:lnTo>
                    <a:pt x="954" y="110"/>
                  </a:lnTo>
                  <a:lnTo>
                    <a:pt x="926" y="247"/>
                  </a:lnTo>
                  <a:lnTo>
                    <a:pt x="903" y="304"/>
                  </a:lnTo>
                  <a:lnTo>
                    <a:pt x="788" y="539"/>
                  </a:lnTo>
                  <a:lnTo>
                    <a:pt x="638" y="954"/>
                  </a:lnTo>
                  <a:lnTo>
                    <a:pt x="517" y="1100"/>
                  </a:lnTo>
                  <a:lnTo>
                    <a:pt x="426" y="11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l1482"/>
            <p:cNvSpPr/>
            <p:nvPr/>
          </p:nvSpPr>
          <p:spPr>
            <a:xfrm>
              <a:off x="4612454" y="4941765"/>
              <a:ext cx="1382" cy="1603"/>
            </a:xfrm>
            <a:custGeom>
              <a:avLst/>
              <a:pathLst>
                <a:path w="1382" h="1603">
                  <a:moveTo>
                    <a:pt x="473" y="1603"/>
                  </a:moveTo>
                  <a:lnTo>
                    <a:pt x="250" y="1577"/>
                  </a:lnTo>
                  <a:lnTo>
                    <a:pt x="45" y="1397"/>
                  </a:lnTo>
                  <a:lnTo>
                    <a:pt x="0" y="1119"/>
                  </a:lnTo>
                  <a:lnTo>
                    <a:pt x="52" y="882"/>
                  </a:lnTo>
                  <a:lnTo>
                    <a:pt x="261" y="583"/>
                  </a:lnTo>
                  <a:lnTo>
                    <a:pt x="475" y="396"/>
                  </a:lnTo>
                  <a:lnTo>
                    <a:pt x="1108" y="5"/>
                  </a:lnTo>
                  <a:lnTo>
                    <a:pt x="1183" y="0"/>
                  </a:lnTo>
                  <a:lnTo>
                    <a:pt x="1338" y="46"/>
                  </a:lnTo>
                  <a:lnTo>
                    <a:pt x="1382" y="263"/>
                  </a:lnTo>
                  <a:lnTo>
                    <a:pt x="1299" y="718"/>
                  </a:lnTo>
                  <a:lnTo>
                    <a:pt x="1137" y="1041"/>
                  </a:lnTo>
                  <a:lnTo>
                    <a:pt x="696" y="1474"/>
                  </a:lnTo>
                  <a:lnTo>
                    <a:pt x="473" y="160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l1483"/>
            <p:cNvSpPr/>
            <p:nvPr/>
          </p:nvSpPr>
          <p:spPr>
            <a:xfrm>
              <a:off x="4714804" y="4952251"/>
              <a:ext cx="622" cy="605"/>
            </a:xfrm>
            <a:custGeom>
              <a:avLst/>
              <a:pathLst>
                <a:path w="622" h="605">
                  <a:moveTo>
                    <a:pt x="518" y="605"/>
                  </a:moveTo>
                  <a:lnTo>
                    <a:pt x="462" y="603"/>
                  </a:lnTo>
                  <a:lnTo>
                    <a:pt x="420" y="584"/>
                  </a:lnTo>
                  <a:lnTo>
                    <a:pt x="319" y="530"/>
                  </a:lnTo>
                  <a:lnTo>
                    <a:pt x="252" y="478"/>
                  </a:lnTo>
                  <a:lnTo>
                    <a:pt x="140" y="389"/>
                  </a:lnTo>
                  <a:lnTo>
                    <a:pt x="108" y="351"/>
                  </a:lnTo>
                  <a:lnTo>
                    <a:pt x="34" y="243"/>
                  </a:lnTo>
                  <a:lnTo>
                    <a:pt x="11" y="207"/>
                  </a:lnTo>
                  <a:lnTo>
                    <a:pt x="0" y="188"/>
                  </a:lnTo>
                  <a:lnTo>
                    <a:pt x="8" y="161"/>
                  </a:lnTo>
                  <a:lnTo>
                    <a:pt x="28" y="129"/>
                  </a:lnTo>
                  <a:lnTo>
                    <a:pt x="72" y="98"/>
                  </a:lnTo>
                  <a:lnTo>
                    <a:pt x="94" y="87"/>
                  </a:lnTo>
                  <a:lnTo>
                    <a:pt x="111" y="79"/>
                  </a:lnTo>
                  <a:lnTo>
                    <a:pt x="123" y="62"/>
                  </a:lnTo>
                  <a:lnTo>
                    <a:pt x="138" y="24"/>
                  </a:lnTo>
                  <a:lnTo>
                    <a:pt x="156" y="8"/>
                  </a:lnTo>
                  <a:lnTo>
                    <a:pt x="182" y="0"/>
                  </a:lnTo>
                  <a:lnTo>
                    <a:pt x="206" y="8"/>
                  </a:lnTo>
                  <a:lnTo>
                    <a:pt x="244" y="25"/>
                  </a:lnTo>
                  <a:lnTo>
                    <a:pt x="274" y="55"/>
                  </a:lnTo>
                  <a:lnTo>
                    <a:pt x="290" y="90"/>
                  </a:lnTo>
                  <a:lnTo>
                    <a:pt x="323" y="117"/>
                  </a:lnTo>
                  <a:lnTo>
                    <a:pt x="391" y="134"/>
                  </a:lnTo>
                  <a:lnTo>
                    <a:pt x="428" y="144"/>
                  </a:lnTo>
                  <a:lnTo>
                    <a:pt x="482" y="152"/>
                  </a:lnTo>
                  <a:lnTo>
                    <a:pt x="529" y="167"/>
                  </a:lnTo>
                  <a:lnTo>
                    <a:pt x="558" y="192"/>
                  </a:lnTo>
                  <a:lnTo>
                    <a:pt x="586" y="239"/>
                  </a:lnTo>
                  <a:lnTo>
                    <a:pt x="589" y="249"/>
                  </a:lnTo>
                  <a:lnTo>
                    <a:pt x="616" y="332"/>
                  </a:lnTo>
                  <a:lnTo>
                    <a:pt x="620" y="384"/>
                  </a:lnTo>
                  <a:lnTo>
                    <a:pt x="622" y="405"/>
                  </a:lnTo>
                  <a:lnTo>
                    <a:pt x="612" y="465"/>
                  </a:lnTo>
                  <a:lnTo>
                    <a:pt x="594" y="513"/>
                  </a:lnTo>
                  <a:lnTo>
                    <a:pt x="575" y="552"/>
                  </a:lnTo>
                  <a:lnTo>
                    <a:pt x="565" y="564"/>
                  </a:lnTo>
                  <a:lnTo>
                    <a:pt x="555" y="577"/>
                  </a:lnTo>
                  <a:lnTo>
                    <a:pt x="540" y="590"/>
                  </a:lnTo>
                  <a:lnTo>
                    <a:pt x="518" y="60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l1484"/>
            <p:cNvSpPr/>
            <p:nvPr/>
          </p:nvSpPr>
          <p:spPr>
            <a:xfrm>
              <a:off x="4754917" y="4955616"/>
              <a:ext cx="901" cy="1693"/>
            </a:xfrm>
            <a:custGeom>
              <a:avLst/>
              <a:pathLst>
                <a:path w="901" h="1693">
                  <a:moveTo>
                    <a:pt x="773" y="64"/>
                  </a:moveTo>
                  <a:lnTo>
                    <a:pt x="780" y="83"/>
                  </a:lnTo>
                  <a:lnTo>
                    <a:pt x="782" y="93"/>
                  </a:lnTo>
                  <a:lnTo>
                    <a:pt x="781" y="100"/>
                  </a:lnTo>
                  <a:lnTo>
                    <a:pt x="774" y="127"/>
                  </a:lnTo>
                  <a:lnTo>
                    <a:pt x="732" y="193"/>
                  </a:lnTo>
                  <a:lnTo>
                    <a:pt x="695" y="272"/>
                  </a:lnTo>
                  <a:lnTo>
                    <a:pt x="648" y="371"/>
                  </a:lnTo>
                  <a:lnTo>
                    <a:pt x="604" y="427"/>
                  </a:lnTo>
                  <a:lnTo>
                    <a:pt x="562" y="480"/>
                  </a:lnTo>
                  <a:lnTo>
                    <a:pt x="523" y="528"/>
                  </a:lnTo>
                  <a:lnTo>
                    <a:pt x="509" y="559"/>
                  </a:lnTo>
                  <a:lnTo>
                    <a:pt x="505" y="571"/>
                  </a:lnTo>
                  <a:lnTo>
                    <a:pt x="496" y="633"/>
                  </a:lnTo>
                  <a:lnTo>
                    <a:pt x="496" y="656"/>
                  </a:lnTo>
                  <a:lnTo>
                    <a:pt x="497" y="674"/>
                  </a:lnTo>
                  <a:lnTo>
                    <a:pt x="501" y="690"/>
                  </a:lnTo>
                  <a:lnTo>
                    <a:pt x="509" y="708"/>
                  </a:lnTo>
                  <a:lnTo>
                    <a:pt x="526" y="736"/>
                  </a:lnTo>
                  <a:lnTo>
                    <a:pt x="531" y="742"/>
                  </a:lnTo>
                  <a:lnTo>
                    <a:pt x="543" y="751"/>
                  </a:lnTo>
                  <a:lnTo>
                    <a:pt x="562" y="761"/>
                  </a:lnTo>
                  <a:lnTo>
                    <a:pt x="580" y="768"/>
                  </a:lnTo>
                  <a:lnTo>
                    <a:pt x="615" y="776"/>
                  </a:lnTo>
                  <a:lnTo>
                    <a:pt x="619" y="783"/>
                  </a:lnTo>
                  <a:lnTo>
                    <a:pt x="882" y="1151"/>
                  </a:lnTo>
                  <a:lnTo>
                    <a:pt x="901" y="1177"/>
                  </a:lnTo>
                  <a:lnTo>
                    <a:pt x="900" y="1189"/>
                  </a:lnTo>
                  <a:lnTo>
                    <a:pt x="896" y="1195"/>
                  </a:lnTo>
                  <a:lnTo>
                    <a:pt x="542" y="1561"/>
                  </a:lnTo>
                  <a:lnTo>
                    <a:pt x="486" y="1617"/>
                  </a:lnTo>
                  <a:lnTo>
                    <a:pt x="474" y="1626"/>
                  </a:lnTo>
                  <a:lnTo>
                    <a:pt x="425" y="1657"/>
                  </a:lnTo>
                  <a:lnTo>
                    <a:pt x="402" y="1672"/>
                  </a:lnTo>
                  <a:lnTo>
                    <a:pt x="386" y="1679"/>
                  </a:lnTo>
                  <a:lnTo>
                    <a:pt x="355" y="1692"/>
                  </a:lnTo>
                  <a:lnTo>
                    <a:pt x="343" y="1693"/>
                  </a:lnTo>
                  <a:lnTo>
                    <a:pt x="338" y="1693"/>
                  </a:lnTo>
                  <a:lnTo>
                    <a:pt x="286" y="1664"/>
                  </a:lnTo>
                  <a:lnTo>
                    <a:pt x="282" y="1661"/>
                  </a:lnTo>
                  <a:lnTo>
                    <a:pt x="63" y="1486"/>
                  </a:lnTo>
                  <a:lnTo>
                    <a:pt x="59" y="1475"/>
                  </a:lnTo>
                  <a:lnTo>
                    <a:pt x="54" y="1461"/>
                  </a:lnTo>
                  <a:lnTo>
                    <a:pt x="0" y="1307"/>
                  </a:lnTo>
                  <a:lnTo>
                    <a:pt x="3" y="1255"/>
                  </a:lnTo>
                  <a:lnTo>
                    <a:pt x="30" y="803"/>
                  </a:lnTo>
                  <a:lnTo>
                    <a:pt x="23" y="795"/>
                  </a:lnTo>
                  <a:lnTo>
                    <a:pt x="17" y="783"/>
                  </a:lnTo>
                  <a:lnTo>
                    <a:pt x="13" y="768"/>
                  </a:lnTo>
                  <a:lnTo>
                    <a:pt x="13" y="760"/>
                  </a:lnTo>
                  <a:lnTo>
                    <a:pt x="17" y="750"/>
                  </a:lnTo>
                  <a:lnTo>
                    <a:pt x="45" y="743"/>
                  </a:lnTo>
                  <a:lnTo>
                    <a:pt x="84" y="744"/>
                  </a:lnTo>
                  <a:lnTo>
                    <a:pt x="92" y="745"/>
                  </a:lnTo>
                  <a:lnTo>
                    <a:pt x="98" y="748"/>
                  </a:lnTo>
                  <a:lnTo>
                    <a:pt x="117" y="753"/>
                  </a:lnTo>
                  <a:lnTo>
                    <a:pt x="138" y="749"/>
                  </a:lnTo>
                  <a:lnTo>
                    <a:pt x="228" y="733"/>
                  </a:lnTo>
                  <a:lnTo>
                    <a:pt x="317" y="721"/>
                  </a:lnTo>
                  <a:lnTo>
                    <a:pt x="364" y="715"/>
                  </a:lnTo>
                  <a:lnTo>
                    <a:pt x="406" y="709"/>
                  </a:lnTo>
                  <a:lnTo>
                    <a:pt x="414" y="708"/>
                  </a:lnTo>
                  <a:lnTo>
                    <a:pt x="423" y="706"/>
                  </a:lnTo>
                  <a:lnTo>
                    <a:pt x="430" y="702"/>
                  </a:lnTo>
                  <a:lnTo>
                    <a:pt x="435" y="696"/>
                  </a:lnTo>
                  <a:lnTo>
                    <a:pt x="443" y="685"/>
                  </a:lnTo>
                  <a:lnTo>
                    <a:pt x="452" y="667"/>
                  </a:lnTo>
                  <a:lnTo>
                    <a:pt x="458" y="651"/>
                  </a:lnTo>
                  <a:lnTo>
                    <a:pt x="463" y="632"/>
                  </a:lnTo>
                  <a:lnTo>
                    <a:pt x="467" y="603"/>
                  </a:lnTo>
                  <a:lnTo>
                    <a:pt x="467" y="583"/>
                  </a:lnTo>
                  <a:lnTo>
                    <a:pt x="464" y="568"/>
                  </a:lnTo>
                  <a:lnTo>
                    <a:pt x="452" y="518"/>
                  </a:lnTo>
                  <a:lnTo>
                    <a:pt x="447" y="506"/>
                  </a:lnTo>
                  <a:lnTo>
                    <a:pt x="435" y="487"/>
                  </a:lnTo>
                  <a:lnTo>
                    <a:pt x="421" y="469"/>
                  </a:lnTo>
                  <a:lnTo>
                    <a:pt x="412" y="461"/>
                  </a:lnTo>
                  <a:lnTo>
                    <a:pt x="407" y="456"/>
                  </a:lnTo>
                  <a:lnTo>
                    <a:pt x="396" y="448"/>
                  </a:lnTo>
                  <a:lnTo>
                    <a:pt x="386" y="444"/>
                  </a:lnTo>
                  <a:lnTo>
                    <a:pt x="377" y="441"/>
                  </a:lnTo>
                  <a:lnTo>
                    <a:pt x="296" y="427"/>
                  </a:lnTo>
                  <a:lnTo>
                    <a:pt x="206" y="416"/>
                  </a:lnTo>
                  <a:lnTo>
                    <a:pt x="174" y="414"/>
                  </a:lnTo>
                  <a:lnTo>
                    <a:pt x="135" y="415"/>
                  </a:lnTo>
                  <a:lnTo>
                    <a:pt x="121" y="413"/>
                  </a:lnTo>
                  <a:lnTo>
                    <a:pt x="116" y="412"/>
                  </a:lnTo>
                  <a:lnTo>
                    <a:pt x="85" y="347"/>
                  </a:lnTo>
                  <a:lnTo>
                    <a:pt x="197" y="65"/>
                  </a:lnTo>
                  <a:lnTo>
                    <a:pt x="205" y="45"/>
                  </a:lnTo>
                  <a:lnTo>
                    <a:pt x="272" y="1"/>
                  </a:lnTo>
                  <a:lnTo>
                    <a:pt x="278" y="0"/>
                  </a:lnTo>
                  <a:lnTo>
                    <a:pt x="287" y="0"/>
                  </a:lnTo>
                  <a:lnTo>
                    <a:pt x="298" y="4"/>
                  </a:lnTo>
                  <a:lnTo>
                    <a:pt x="306" y="8"/>
                  </a:lnTo>
                  <a:lnTo>
                    <a:pt x="333" y="12"/>
                  </a:lnTo>
                  <a:lnTo>
                    <a:pt x="351" y="14"/>
                  </a:lnTo>
                  <a:lnTo>
                    <a:pt x="404" y="20"/>
                  </a:lnTo>
                  <a:lnTo>
                    <a:pt x="435" y="23"/>
                  </a:lnTo>
                  <a:lnTo>
                    <a:pt x="474" y="16"/>
                  </a:lnTo>
                  <a:lnTo>
                    <a:pt x="491" y="11"/>
                  </a:lnTo>
                  <a:lnTo>
                    <a:pt x="521" y="6"/>
                  </a:lnTo>
                  <a:lnTo>
                    <a:pt x="544" y="5"/>
                  </a:lnTo>
                  <a:lnTo>
                    <a:pt x="604" y="11"/>
                  </a:lnTo>
                  <a:lnTo>
                    <a:pt x="642" y="16"/>
                  </a:lnTo>
                  <a:lnTo>
                    <a:pt x="756" y="47"/>
                  </a:lnTo>
                  <a:lnTo>
                    <a:pt x="763" y="50"/>
                  </a:lnTo>
                  <a:lnTo>
                    <a:pt x="768" y="55"/>
                  </a:lnTo>
                  <a:lnTo>
                    <a:pt x="773" y="6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l1485"/>
            <p:cNvSpPr/>
            <p:nvPr/>
          </p:nvSpPr>
          <p:spPr>
            <a:xfrm>
              <a:off x="4755235" y="4954393"/>
              <a:ext cx="538" cy="304"/>
            </a:xfrm>
            <a:custGeom>
              <a:avLst/>
              <a:pathLst>
                <a:path w="538" h="304">
                  <a:moveTo>
                    <a:pt x="416" y="224"/>
                  </a:moveTo>
                  <a:lnTo>
                    <a:pt x="395" y="245"/>
                  </a:lnTo>
                  <a:lnTo>
                    <a:pt x="379" y="261"/>
                  </a:lnTo>
                  <a:lnTo>
                    <a:pt x="352" y="288"/>
                  </a:lnTo>
                  <a:lnTo>
                    <a:pt x="342" y="297"/>
                  </a:lnTo>
                  <a:lnTo>
                    <a:pt x="334" y="301"/>
                  </a:lnTo>
                  <a:lnTo>
                    <a:pt x="327" y="304"/>
                  </a:lnTo>
                  <a:lnTo>
                    <a:pt x="311" y="304"/>
                  </a:lnTo>
                  <a:lnTo>
                    <a:pt x="305" y="303"/>
                  </a:lnTo>
                  <a:lnTo>
                    <a:pt x="293" y="288"/>
                  </a:lnTo>
                  <a:lnTo>
                    <a:pt x="254" y="250"/>
                  </a:lnTo>
                  <a:lnTo>
                    <a:pt x="236" y="236"/>
                  </a:lnTo>
                  <a:lnTo>
                    <a:pt x="209" y="217"/>
                  </a:lnTo>
                  <a:lnTo>
                    <a:pt x="192" y="208"/>
                  </a:lnTo>
                  <a:lnTo>
                    <a:pt x="184" y="206"/>
                  </a:lnTo>
                  <a:lnTo>
                    <a:pt x="122" y="198"/>
                  </a:lnTo>
                  <a:lnTo>
                    <a:pt x="55" y="182"/>
                  </a:lnTo>
                  <a:lnTo>
                    <a:pt x="42" y="175"/>
                  </a:lnTo>
                  <a:lnTo>
                    <a:pt x="35" y="170"/>
                  </a:lnTo>
                  <a:lnTo>
                    <a:pt x="22" y="158"/>
                  </a:lnTo>
                  <a:lnTo>
                    <a:pt x="12" y="127"/>
                  </a:lnTo>
                  <a:lnTo>
                    <a:pt x="0" y="82"/>
                  </a:lnTo>
                  <a:lnTo>
                    <a:pt x="7" y="69"/>
                  </a:lnTo>
                  <a:lnTo>
                    <a:pt x="14" y="56"/>
                  </a:lnTo>
                  <a:lnTo>
                    <a:pt x="121" y="9"/>
                  </a:lnTo>
                  <a:lnTo>
                    <a:pt x="131" y="5"/>
                  </a:lnTo>
                  <a:lnTo>
                    <a:pt x="140" y="3"/>
                  </a:lnTo>
                  <a:lnTo>
                    <a:pt x="145" y="1"/>
                  </a:lnTo>
                  <a:lnTo>
                    <a:pt x="163" y="0"/>
                  </a:lnTo>
                  <a:lnTo>
                    <a:pt x="349" y="9"/>
                  </a:lnTo>
                  <a:lnTo>
                    <a:pt x="356" y="9"/>
                  </a:lnTo>
                  <a:lnTo>
                    <a:pt x="502" y="19"/>
                  </a:lnTo>
                  <a:lnTo>
                    <a:pt x="510" y="20"/>
                  </a:lnTo>
                  <a:lnTo>
                    <a:pt x="519" y="25"/>
                  </a:lnTo>
                  <a:lnTo>
                    <a:pt x="524" y="29"/>
                  </a:lnTo>
                  <a:lnTo>
                    <a:pt x="536" y="58"/>
                  </a:lnTo>
                  <a:lnTo>
                    <a:pt x="538" y="65"/>
                  </a:lnTo>
                  <a:lnTo>
                    <a:pt x="538" y="74"/>
                  </a:lnTo>
                  <a:lnTo>
                    <a:pt x="536" y="80"/>
                  </a:lnTo>
                  <a:lnTo>
                    <a:pt x="533" y="87"/>
                  </a:lnTo>
                  <a:lnTo>
                    <a:pt x="494" y="136"/>
                  </a:lnTo>
                  <a:lnTo>
                    <a:pt x="488" y="144"/>
                  </a:lnTo>
                  <a:lnTo>
                    <a:pt x="463" y="174"/>
                  </a:lnTo>
                  <a:lnTo>
                    <a:pt x="447" y="193"/>
                  </a:lnTo>
                  <a:lnTo>
                    <a:pt x="416" y="22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l1486"/>
            <p:cNvSpPr/>
            <p:nvPr/>
          </p:nvSpPr>
          <p:spPr>
            <a:xfrm>
              <a:off x="4723428" y="4944837"/>
              <a:ext cx="875" cy="616"/>
            </a:xfrm>
            <a:custGeom>
              <a:avLst/>
              <a:pathLst>
                <a:path w="875" h="616">
                  <a:moveTo>
                    <a:pt x="875" y="351"/>
                  </a:moveTo>
                  <a:lnTo>
                    <a:pt x="845" y="496"/>
                  </a:lnTo>
                  <a:lnTo>
                    <a:pt x="707" y="501"/>
                  </a:lnTo>
                  <a:lnTo>
                    <a:pt x="693" y="438"/>
                  </a:lnTo>
                  <a:lnTo>
                    <a:pt x="682" y="394"/>
                  </a:lnTo>
                  <a:lnTo>
                    <a:pt x="667" y="371"/>
                  </a:lnTo>
                  <a:lnTo>
                    <a:pt x="621" y="344"/>
                  </a:lnTo>
                  <a:lnTo>
                    <a:pt x="591" y="334"/>
                  </a:lnTo>
                  <a:lnTo>
                    <a:pt x="510" y="328"/>
                  </a:lnTo>
                  <a:lnTo>
                    <a:pt x="473" y="331"/>
                  </a:lnTo>
                  <a:lnTo>
                    <a:pt x="444" y="343"/>
                  </a:lnTo>
                  <a:lnTo>
                    <a:pt x="416" y="359"/>
                  </a:lnTo>
                  <a:lnTo>
                    <a:pt x="239" y="603"/>
                  </a:lnTo>
                  <a:lnTo>
                    <a:pt x="198" y="616"/>
                  </a:lnTo>
                  <a:lnTo>
                    <a:pt x="174" y="608"/>
                  </a:lnTo>
                  <a:lnTo>
                    <a:pt x="123" y="591"/>
                  </a:lnTo>
                  <a:lnTo>
                    <a:pt x="76" y="575"/>
                  </a:lnTo>
                  <a:lnTo>
                    <a:pt x="0" y="438"/>
                  </a:lnTo>
                  <a:lnTo>
                    <a:pt x="5" y="356"/>
                  </a:lnTo>
                  <a:lnTo>
                    <a:pt x="10" y="291"/>
                  </a:lnTo>
                  <a:lnTo>
                    <a:pt x="100" y="223"/>
                  </a:lnTo>
                  <a:lnTo>
                    <a:pt x="191" y="155"/>
                  </a:lnTo>
                  <a:lnTo>
                    <a:pt x="260" y="121"/>
                  </a:lnTo>
                  <a:lnTo>
                    <a:pt x="507" y="0"/>
                  </a:lnTo>
                  <a:lnTo>
                    <a:pt x="639" y="67"/>
                  </a:lnTo>
                  <a:lnTo>
                    <a:pt x="813" y="222"/>
                  </a:lnTo>
                  <a:lnTo>
                    <a:pt x="875" y="35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l1487"/>
            <p:cNvSpPr/>
            <p:nvPr/>
          </p:nvSpPr>
          <p:spPr>
            <a:xfrm>
              <a:off x="4726515" y="4944117"/>
              <a:ext cx="489" cy="266"/>
            </a:xfrm>
            <a:custGeom>
              <a:avLst/>
              <a:pathLst>
                <a:path w="489" h="266">
                  <a:moveTo>
                    <a:pt x="471" y="255"/>
                  </a:moveTo>
                  <a:lnTo>
                    <a:pt x="360" y="258"/>
                  </a:lnTo>
                  <a:lnTo>
                    <a:pt x="326" y="253"/>
                  </a:lnTo>
                  <a:lnTo>
                    <a:pt x="289" y="252"/>
                  </a:lnTo>
                  <a:lnTo>
                    <a:pt x="237" y="259"/>
                  </a:lnTo>
                  <a:lnTo>
                    <a:pt x="207" y="262"/>
                  </a:lnTo>
                  <a:lnTo>
                    <a:pt x="175" y="266"/>
                  </a:lnTo>
                  <a:lnTo>
                    <a:pt x="153" y="266"/>
                  </a:lnTo>
                  <a:lnTo>
                    <a:pt x="108" y="239"/>
                  </a:lnTo>
                  <a:lnTo>
                    <a:pt x="67" y="208"/>
                  </a:lnTo>
                  <a:lnTo>
                    <a:pt x="38" y="188"/>
                  </a:lnTo>
                  <a:lnTo>
                    <a:pt x="34" y="175"/>
                  </a:lnTo>
                  <a:lnTo>
                    <a:pt x="30" y="146"/>
                  </a:lnTo>
                  <a:lnTo>
                    <a:pt x="22" y="132"/>
                  </a:lnTo>
                  <a:lnTo>
                    <a:pt x="11" y="119"/>
                  </a:lnTo>
                  <a:lnTo>
                    <a:pt x="1" y="113"/>
                  </a:lnTo>
                  <a:lnTo>
                    <a:pt x="0" y="106"/>
                  </a:lnTo>
                  <a:lnTo>
                    <a:pt x="5" y="91"/>
                  </a:lnTo>
                  <a:lnTo>
                    <a:pt x="17" y="61"/>
                  </a:lnTo>
                  <a:lnTo>
                    <a:pt x="66" y="49"/>
                  </a:lnTo>
                  <a:lnTo>
                    <a:pt x="277" y="0"/>
                  </a:lnTo>
                  <a:lnTo>
                    <a:pt x="332" y="6"/>
                  </a:lnTo>
                  <a:lnTo>
                    <a:pt x="407" y="14"/>
                  </a:lnTo>
                  <a:lnTo>
                    <a:pt x="419" y="16"/>
                  </a:lnTo>
                  <a:lnTo>
                    <a:pt x="428" y="29"/>
                  </a:lnTo>
                  <a:lnTo>
                    <a:pt x="442" y="50"/>
                  </a:lnTo>
                  <a:lnTo>
                    <a:pt x="455" y="68"/>
                  </a:lnTo>
                  <a:lnTo>
                    <a:pt x="465" y="76"/>
                  </a:lnTo>
                  <a:lnTo>
                    <a:pt x="472" y="93"/>
                  </a:lnTo>
                  <a:lnTo>
                    <a:pt x="471" y="130"/>
                  </a:lnTo>
                  <a:lnTo>
                    <a:pt x="472" y="142"/>
                  </a:lnTo>
                  <a:lnTo>
                    <a:pt x="483" y="166"/>
                  </a:lnTo>
                  <a:lnTo>
                    <a:pt x="489" y="191"/>
                  </a:lnTo>
                  <a:lnTo>
                    <a:pt x="488" y="220"/>
                  </a:lnTo>
                  <a:lnTo>
                    <a:pt x="471" y="25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l1488"/>
            <p:cNvSpPr/>
            <p:nvPr/>
          </p:nvSpPr>
          <p:spPr>
            <a:xfrm>
              <a:off x="4737074" y="4938994"/>
              <a:ext cx="1630" cy="960"/>
            </a:xfrm>
            <a:custGeom>
              <a:avLst/>
              <a:pathLst>
                <a:path w="1630" h="960">
                  <a:moveTo>
                    <a:pt x="698" y="21"/>
                  </a:moveTo>
                  <a:lnTo>
                    <a:pt x="726" y="92"/>
                  </a:lnTo>
                  <a:lnTo>
                    <a:pt x="730" y="101"/>
                  </a:lnTo>
                  <a:lnTo>
                    <a:pt x="758" y="174"/>
                  </a:lnTo>
                  <a:lnTo>
                    <a:pt x="771" y="207"/>
                  </a:lnTo>
                  <a:lnTo>
                    <a:pt x="792" y="269"/>
                  </a:lnTo>
                  <a:lnTo>
                    <a:pt x="846" y="309"/>
                  </a:lnTo>
                  <a:lnTo>
                    <a:pt x="851" y="313"/>
                  </a:lnTo>
                  <a:lnTo>
                    <a:pt x="893" y="344"/>
                  </a:lnTo>
                  <a:lnTo>
                    <a:pt x="982" y="409"/>
                  </a:lnTo>
                  <a:lnTo>
                    <a:pt x="1026" y="429"/>
                  </a:lnTo>
                  <a:lnTo>
                    <a:pt x="1063" y="446"/>
                  </a:lnTo>
                  <a:lnTo>
                    <a:pt x="1110" y="467"/>
                  </a:lnTo>
                  <a:lnTo>
                    <a:pt x="1150" y="485"/>
                  </a:lnTo>
                  <a:lnTo>
                    <a:pt x="1290" y="501"/>
                  </a:lnTo>
                  <a:lnTo>
                    <a:pt x="1313" y="511"/>
                  </a:lnTo>
                  <a:lnTo>
                    <a:pt x="1364" y="533"/>
                  </a:lnTo>
                  <a:lnTo>
                    <a:pt x="1410" y="553"/>
                  </a:lnTo>
                  <a:lnTo>
                    <a:pt x="1420" y="561"/>
                  </a:lnTo>
                  <a:lnTo>
                    <a:pt x="1451" y="586"/>
                  </a:lnTo>
                  <a:lnTo>
                    <a:pt x="1474" y="604"/>
                  </a:lnTo>
                  <a:lnTo>
                    <a:pt x="1480" y="609"/>
                  </a:lnTo>
                  <a:lnTo>
                    <a:pt x="1500" y="653"/>
                  </a:lnTo>
                  <a:lnTo>
                    <a:pt x="1540" y="739"/>
                  </a:lnTo>
                  <a:lnTo>
                    <a:pt x="1545" y="751"/>
                  </a:lnTo>
                  <a:lnTo>
                    <a:pt x="1568" y="801"/>
                  </a:lnTo>
                  <a:lnTo>
                    <a:pt x="1600" y="827"/>
                  </a:lnTo>
                  <a:lnTo>
                    <a:pt x="1604" y="830"/>
                  </a:lnTo>
                  <a:lnTo>
                    <a:pt x="1630" y="851"/>
                  </a:lnTo>
                  <a:lnTo>
                    <a:pt x="1630" y="905"/>
                  </a:lnTo>
                  <a:lnTo>
                    <a:pt x="1577" y="935"/>
                  </a:lnTo>
                  <a:lnTo>
                    <a:pt x="1556" y="947"/>
                  </a:lnTo>
                  <a:lnTo>
                    <a:pt x="1547" y="946"/>
                  </a:lnTo>
                  <a:lnTo>
                    <a:pt x="1456" y="936"/>
                  </a:lnTo>
                  <a:lnTo>
                    <a:pt x="1429" y="933"/>
                  </a:lnTo>
                  <a:lnTo>
                    <a:pt x="1371" y="960"/>
                  </a:lnTo>
                  <a:lnTo>
                    <a:pt x="1339" y="929"/>
                  </a:lnTo>
                  <a:lnTo>
                    <a:pt x="1328" y="918"/>
                  </a:lnTo>
                  <a:lnTo>
                    <a:pt x="1306" y="896"/>
                  </a:lnTo>
                  <a:lnTo>
                    <a:pt x="1251" y="889"/>
                  </a:lnTo>
                  <a:lnTo>
                    <a:pt x="1221" y="856"/>
                  </a:lnTo>
                  <a:lnTo>
                    <a:pt x="1151" y="779"/>
                  </a:lnTo>
                  <a:lnTo>
                    <a:pt x="1150" y="720"/>
                  </a:lnTo>
                  <a:lnTo>
                    <a:pt x="1149" y="690"/>
                  </a:lnTo>
                  <a:lnTo>
                    <a:pt x="1134" y="626"/>
                  </a:lnTo>
                  <a:lnTo>
                    <a:pt x="1121" y="600"/>
                  </a:lnTo>
                  <a:lnTo>
                    <a:pt x="1102" y="573"/>
                  </a:lnTo>
                  <a:lnTo>
                    <a:pt x="1086" y="555"/>
                  </a:lnTo>
                  <a:lnTo>
                    <a:pt x="1062" y="522"/>
                  </a:lnTo>
                  <a:lnTo>
                    <a:pt x="1049" y="512"/>
                  </a:lnTo>
                  <a:lnTo>
                    <a:pt x="1038" y="506"/>
                  </a:lnTo>
                  <a:lnTo>
                    <a:pt x="989" y="500"/>
                  </a:lnTo>
                  <a:lnTo>
                    <a:pt x="972" y="497"/>
                  </a:lnTo>
                  <a:lnTo>
                    <a:pt x="820" y="401"/>
                  </a:lnTo>
                  <a:lnTo>
                    <a:pt x="800" y="377"/>
                  </a:lnTo>
                  <a:lnTo>
                    <a:pt x="685" y="238"/>
                  </a:lnTo>
                  <a:lnTo>
                    <a:pt x="632" y="176"/>
                  </a:lnTo>
                  <a:lnTo>
                    <a:pt x="546" y="143"/>
                  </a:lnTo>
                  <a:lnTo>
                    <a:pt x="511" y="130"/>
                  </a:lnTo>
                  <a:lnTo>
                    <a:pt x="461" y="116"/>
                  </a:lnTo>
                  <a:lnTo>
                    <a:pt x="419" y="104"/>
                  </a:lnTo>
                  <a:lnTo>
                    <a:pt x="354" y="131"/>
                  </a:lnTo>
                  <a:lnTo>
                    <a:pt x="347" y="129"/>
                  </a:lnTo>
                  <a:lnTo>
                    <a:pt x="335" y="122"/>
                  </a:lnTo>
                  <a:lnTo>
                    <a:pt x="316" y="110"/>
                  </a:lnTo>
                  <a:lnTo>
                    <a:pt x="301" y="102"/>
                  </a:lnTo>
                  <a:lnTo>
                    <a:pt x="294" y="99"/>
                  </a:lnTo>
                  <a:lnTo>
                    <a:pt x="288" y="95"/>
                  </a:lnTo>
                  <a:lnTo>
                    <a:pt x="281" y="93"/>
                  </a:lnTo>
                  <a:lnTo>
                    <a:pt x="273" y="89"/>
                  </a:lnTo>
                  <a:lnTo>
                    <a:pt x="268" y="87"/>
                  </a:lnTo>
                  <a:lnTo>
                    <a:pt x="261" y="87"/>
                  </a:lnTo>
                  <a:lnTo>
                    <a:pt x="253" y="90"/>
                  </a:lnTo>
                  <a:lnTo>
                    <a:pt x="243" y="92"/>
                  </a:lnTo>
                  <a:lnTo>
                    <a:pt x="232" y="92"/>
                  </a:lnTo>
                  <a:lnTo>
                    <a:pt x="222" y="93"/>
                  </a:lnTo>
                  <a:lnTo>
                    <a:pt x="207" y="95"/>
                  </a:lnTo>
                  <a:lnTo>
                    <a:pt x="200" y="97"/>
                  </a:lnTo>
                  <a:lnTo>
                    <a:pt x="193" y="100"/>
                  </a:lnTo>
                  <a:lnTo>
                    <a:pt x="189" y="104"/>
                  </a:lnTo>
                  <a:lnTo>
                    <a:pt x="183" y="111"/>
                  </a:lnTo>
                  <a:lnTo>
                    <a:pt x="178" y="115"/>
                  </a:lnTo>
                  <a:lnTo>
                    <a:pt x="170" y="120"/>
                  </a:lnTo>
                  <a:lnTo>
                    <a:pt x="127" y="139"/>
                  </a:lnTo>
                  <a:lnTo>
                    <a:pt x="98" y="153"/>
                  </a:lnTo>
                  <a:lnTo>
                    <a:pt x="75" y="146"/>
                  </a:lnTo>
                  <a:lnTo>
                    <a:pt x="34" y="103"/>
                  </a:lnTo>
                  <a:lnTo>
                    <a:pt x="20" y="88"/>
                  </a:lnTo>
                  <a:lnTo>
                    <a:pt x="9" y="77"/>
                  </a:lnTo>
                  <a:lnTo>
                    <a:pt x="3" y="72"/>
                  </a:lnTo>
                  <a:lnTo>
                    <a:pt x="0" y="64"/>
                  </a:lnTo>
                  <a:lnTo>
                    <a:pt x="10" y="54"/>
                  </a:lnTo>
                  <a:lnTo>
                    <a:pt x="18" y="52"/>
                  </a:lnTo>
                  <a:lnTo>
                    <a:pt x="30" y="52"/>
                  </a:lnTo>
                  <a:lnTo>
                    <a:pt x="42" y="53"/>
                  </a:lnTo>
                  <a:lnTo>
                    <a:pt x="51" y="53"/>
                  </a:lnTo>
                  <a:lnTo>
                    <a:pt x="60" y="54"/>
                  </a:lnTo>
                  <a:lnTo>
                    <a:pt x="74" y="55"/>
                  </a:lnTo>
                  <a:lnTo>
                    <a:pt x="89" y="53"/>
                  </a:lnTo>
                  <a:lnTo>
                    <a:pt x="101" y="51"/>
                  </a:lnTo>
                  <a:lnTo>
                    <a:pt x="111" y="52"/>
                  </a:lnTo>
                  <a:lnTo>
                    <a:pt x="124" y="47"/>
                  </a:lnTo>
                  <a:lnTo>
                    <a:pt x="131" y="46"/>
                  </a:lnTo>
                  <a:lnTo>
                    <a:pt x="137" y="54"/>
                  </a:lnTo>
                  <a:lnTo>
                    <a:pt x="144" y="65"/>
                  </a:lnTo>
                  <a:lnTo>
                    <a:pt x="152" y="78"/>
                  </a:lnTo>
                  <a:lnTo>
                    <a:pt x="155" y="83"/>
                  </a:lnTo>
                  <a:lnTo>
                    <a:pt x="315" y="67"/>
                  </a:lnTo>
                  <a:lnTo>
                    <a:pt x="412" y="12"/>
                  </a:lnTo>
                  <a:lnTo>
                    <a:pt x="422" y="16"/>
                  </a:lnTo>
                  <a:lnTo>
                    <a:pt x="521" y="52"/>
                  </a:lnTo>
                  <a:lnTo>
                    <a:pt x="554" y="38"/>
                  </a:lnTo>
                  <a:lnTo>
                    <a:pt x="578" y="27"/>
                  </a:lnTo>
                  <a:lnTo>
                    <a:pt x="613" y="13"/>
                  </a:lnTo>
                  <a:lnTo>
                    <a:pt x="637" y="3"/>
                  </a:lnTo>
                  <a:lnTo>
                    <a:pt x="669" y="0"/>
                  </a:lnTo>
                  <a:lnTo>
                    <a:pt x="698" y="2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l1489"/>
            <p:cNvSpPr/>
            <p:nvPr/>
          </p:nvSpPr>
          <p:spPr>
            <a:xfrm>
              <a:off x="4742791" y="4939603"/>
              <a:ext cx="677" cy="431"/>
            </a:xfrm>
            <a:custGeom>
              <a:avLst/>
              <a:pathLst>
                <a:path w="677" h="431">
                  <a:moveTo>
                    <a:pt x="395" y="39"/>
                  </a:moveTo>
                  <a:lnTo>
                    <a:pt x="468" y="93"/>
                  </a:lnTo>
                  <a:lnTo>
                    <a:pt x="492" y="111"/>
                  </a:lnTo>
                  <a:lnTo>
                    <a:pt x="534" y="163"/>
                  </a:lnTo>
                  <a:lnTo>
                    <a:pt x="602" y="247"/>
                  </a:lnTo>
                  <a:lnTo>
                    <a:pt x="619" y="281"/>
                  </a:lnTo>
                  <a:lnTo>
                    <a:pt x="644" y="331"/>
                  </a:lnTo>
                  <a:lnTo>
                    <a:pt x="677" y="395"/>
                  </a:lnTo>
                  <a:lnTo>
                    <a:pt x="673" y="399"/>
                  </a:lnTo>
                  <a:lnTo>
                    <a:pt x="650" y="408"/>
                  </a:lnTo>
                  <a:lnTo>
                    <a:pt x="630" y="416"/>
                  </a:lnTo>
                  <a:lnTo>
                    <a:pt x="592" y="431"/>
                  </a:lnTo>
                  <a:lnTo>
                    <a:pt x="472" y="402"/>
                  </a:lnTo>
                  <a:lnTo>
                    <a:pt x="243" y="428"/>
                  </a:lnTo>
                  <a:lnTo>
                    <a:pt x="221" y="427"/>
                  </a:lnTo>
                  <a:lnTo>
                    <a:pt x="200" y="424"/>
                  </a:lnTo>
                  <a:lnTo>
                    <a:pt x="187" y="417"/>
                  </a:lnTo>
                  <a:lnTo>
                    <a:pt x="177" y="414"/>
                  </a:lnTo>
                  <a:lnTo>
                    <a:pt x="157" y="404"/>
                  </a:lnTo>
                  <a:lnTo>
                    <a:pt x="149" y="397"/>
                  </a:lnTo>
                  <a:lnTo>
                    <a:pt x="123" y="385"/>
                  </a:lnTo>
                  <a:lnTo>
                    <a:pt x="83" y="341"/>
                  </a:lnTo>
                  <a:lnTo>
                    <a:pt x="77" y="275"/>
                  </a:lnTo>
                  <a:lnTo>
                    <a:pt x="95" y="213"/>
                  </a:lnTo>
                  <a:lnTo>
                    <a:pt x="96" y="206"/>
                  </a:lnTo>
                  <a:lnTo>
                    <a:pt x="101" y="189"/>
                  </a:lnTo>
                  <a:lnTo>
                    <a:pt x="95" y="170"/>
                  </a:lnTo>
                  <a:lnTo>
                    <a:pt x="84" y="152"/>
                  </a:lnTo>
                  <a:lnTo>
                    <a:pt x="74" y="149"/>
                  </a:lnTo>
                  <a:lnTo>
                    <a:pt x="44" y="141"/>
                  </a:lnTo>
                  <a:lnTo>
                    <a:pt x="28" y="131"/>
                  </a:lnTo>
                  <a:lnTo>
                    <a:pt x="16" y="115"/>
                  </a:lnTo>
                  <a:lnTo>
                    <a:pt x="8" y="106"/>
                  </a:lnTo>
                  <a:lnTo>
                    <a:pt x="4" y="93"/>
                  </a:lnTo>
                  <a:lnTo>
                    <a:pt x="2" y="85"/>
                  </a:lnTo>
                  <a:lnTo>
                    <a:pt x="0" y="75"/>
                  </a:lnTo>
                  <a:lnTo>
                    <a:pt x="8" y="59"/>
                  </a:lnTo>
                  <a:lnTo>
                    <a:pt x="26" y="23"/>
                  </a:lnTo>
                  <a:lnTo>
                    <a:pt x="57" y="0"/>
                  </a:lnTo>
                  <a:lnTo>
                    <a:pt x="153" y="17"/>
                  </a:lnTo>
                  <a:lnTo>
                    <a:pt x="316" y="9"/>
                  </a:lnTo>
                  <a:lnTo>
                    <a:pt x="322" y="8"/>
                  </a:lnTo>
                  <a:lnTo>
                    <a:pt x="352" y="7"/>
                  </a:lnTo>
                  <a:lnTo>
                    <a:pt x="395" y="3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l1490"/>
            <p:cNvSpPr/>
            <p:nvPr/>
          </p:nvSpPr>
          <p:spPr>
            <a:xfrm>
              <a:off x="4738930" y="4938850"/>
              <a:ext cx="755" cy="734"/>
            </a:xfrm>
            <a:custGeom>
              <a:avLst/>
              <a:pathLst>
                <a:path w="755" h="734">
                  <a:moveTo>
                    <a:pt x="382" y="677"/>
                  </a:moveTo>
                  <a:lnTo>
                    <a:pt x="351" y="734"/>
                  </a:lnTo>
                  <a:lnTo>
                    <a:pt x="306" y="723"/>
                  </a:lnTo>
                  <a:lnTo>
                    <a:pt x="214" y="648"/>
                  </a:lnTo>
                  <a:lnTo>
                    <a:pt x="208" y="642"/>
                  </a:lnTo>
                  <a:lnTo>
                    <a:pt x="201" y="637"/>
                  </a:lnTo>
                  <a:lnTo>
                    <a:pt x="119" y="489"/>
                  </a:lnTo>
                  <a:lnTo>
                    <a:pt x="14" y="421"/>
                  </a:lnTo>
                  <a:lnTo>
                    <a:pt x="0" y="414"/>
                  </a:lnTo>
                  <a:lnTo>
                    <a:pt x="3" y="394"/>
                  </a:lnTo>
                  <a:lnTo>
                    <a:pt x="4" y="326"/>
                  </a:lnTo>
                  <a:lnTo>
                    <a:pt x="56" y="267"/>
                  </a:lnTo>
                  <a:lnTo>
                    <a:pt x="84" y="222"/>
                  </a:lnTo>
                  <a:lnTo>
                    <a:pt x="89" y="214"/>
                  </a:lnTo>
                  <a:lnTo>
                    <a:pt x="254" y="232"/>
                  </a:lnTo>
                  <a:lnTo>
                    <a:pt x="383" y="218"/>
                  </a:lnTo>
                  <a:lnTo>
                    <a:pt x="496" y="123"/>
                  </a:lnTo>
                  <a:lnTo>
                    <a:pt x="495" y="105"/>
                  </a:lnTo>
                  <a:lnTo>
                    <a:pt x="502" y="76"/>
                  </a:lnTo>
                  <a:lnTo>
                    <a:pt x="510" y="53"/>
                  </a:lnTo>
                  <a:lnTo>
                    <a:pt x="582" y="0"/>
                  </a:lnTo>
                  <a:lnTo>
                    <a:pt x="668" y="12"/>
                  </a:lnTo>
                  <a:lnTo>
                    <a:pt x="745" y="112"/>
                  </a:lnTo>
                  <a:lnTo>
                    <a:pt x="755" y="125"/>
                  </a:lnTo>
                  <a:lnTo>
                    <a:pt x="753" y="204"/>
                  </a:lnTo>
                  <a:lnTo>
                    <a:pt x="694" y="239"/>
                  </a:lnTo>
                  <a:lnTo>
                    <a:pt x="596" y="299"/>
                  </a:lnTo>
                  <a:lnTo>
                    <a:pt x="564" y="318"/>
                  </a:lnTo>
                  <a:lnTo>
                    <a:pt x="503" y="355"/>
                  </a:lnTo>
                  <a:lnTo>
                    <a:pt x="481" y="379"/>
                  </a:lnTo>
                  <a:lnTo>
                    <a:pt x="465" y="396"/>
                  </a:lnTo>
                  <a:lnTo>
                    <a:pt x="432" y="430"/>
                  </a:lnTo>
                  <a:lnTo>
                    <a:pt x="403" y="516"/>
                  </a:lnTo>
                  <a:lnTo>
                    <a:pt x="397" y="534"/>
                  </a:lnTo>
                  <a:lnTo>
                    <a:pt x="374" y="601"/>
                  </a:lnTo>
                  <a:lnTo>
                    <a:pt x="399" y="647"/>
                  </a:lnTo>
                  <a:lnTo>
                    <a:pt x="382" y="67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l1491"/>
            <p:cNvSpPr/>
            <p:nvPr/>
          </p:nvSpPr>
          <p:spPr>
            <a:xfrm>
              <a:off x="4796662" y="4947354"/>
              <a:ext cx="2788" cy="2094"/>
            </a:xfrm>
            <a:custGeom>
              <a:avLst/>
              <a:pathLst>
                <a:path w="2788" h="2094">
                  <a:moveTo>
                    <a:pt x="1182" y="802"/>
                  </a:moveTo>
                  <a:lnTo>
                    <a:pt x="1330" y="860"/>
                  </a:lnTo>
                  <a:lnTo>
                    <a:pt x="1510" y="855"/>
                  </a:lnTo>
                  <a:lnTo>
                    <a:pt x="1563" y="853"/>
                  </a:lnTo>
                  <a:lnTo>
                    <a:pt x="1690" y="719"/>
                  </a:lnTo>
                  <a:lnTo>
                    <a:pt x="1720" y="688"/>
                  </a:lnTo>
                  <a:lnTo>
                    <a:pt x="2114" y="795"/>
                  </a:lnTo>
                  <a:lnTo>
                    <a:pt x="2148" y="889"/>
                  </a:lnTo>
                  <a:lnTo>
                    <a:pt x="2167" y="940"/>
                  </a:lnTo>
                  <a:lnTo>
                    <a:pt x="2114" y="1135"/>
                  </a:lnTo>
                  <a:lnTo>
                    <a:pt x="2121" y="1154"/>
                  </a:lnTo>
                  <a:lnTo>
                    <a:pt x="2194" y="1364"/>
                  </a:lnTo>
                  <a:lnTo>
                    <a:pt x="2213" y="1417"/>
                  </a:lnTo>
                  <a:lnTo>
                    <a:pt x="2251" y="1469"/>
                  </a:lnTo>
                  <a:lnTo>
                    <a:pt x="2283" y="1476"/>
                  </a:lnTo>
                  <a:lnTo>
                    <a:pt x="2411" y="1504"/>
                  </a:lnTo>
                  <a:lnTo>
                    <a:pt x="2507" y="1506"/>
                  </a:lnTo>
                  <a:lnTo>
                    <a:pt x="2551" y="1486"/>
                  </a:lnTo>
                  <a:lnTo>
                    <a:pt x="2643" y="1445"/>
                  </a:lnTo>
                  <a:lnTo>
                    <a:pt x="2684" y="1489"/>
                  </a:lnTo>
                  <a:lnTo>
                    <a:pt x="2701" y="1508"/>
                  </a:lnTo>
                  <a:lnTo>
                    <a:pt x="2708" y="1527"/>
                  </a:lnTo>
                  <a:lnTo>
                    <a:pt x="2724" y="1571"/>
                  </a:lnTo>
                  <a:lnTo>
                    <a:pt x="2731" y="1594"/>
                  </a:lnTo>
                  <a:lnTo>
                    <a:pt x="2716" y="1631"/>
                  </a:lnTo>
                  <a:lnTo>
                    <a:pt x="2696" y="1679"/>
                  </a:lnTo>
                  <a:lnTo>
                    <a:pt x="2778" y="1849"/>
                  </a:lnTo>
                  <a:lnTo>
                    <a:pt x="2788" y="1870"/>
                  </a:lnTo>
                  <a:lnTo>
                    <a:pt x="2782" y="1904"/>
                  </a:lnTo>
                  <a:lnTo>
                    <a:pt x="2500" y="2094"/>
                  </a:lnTo>
                  <a:lnTo>
                    <a:pt x="2489" y="2090"/>
                  </a:lnTo>
                  <a:lnTo>
                    <a:pt x="2318" y="2030"/>
                  </a:lnTo>
                  <a:lnTo>
                    <a:pt x="2278" y="2016"/>
                  </a:lnTo>
                  <a:lnTo>
                    <a:pt x="2137" y="1967"/>
                  </a:lnTo>
                  <a:lnTo>
                    <a:pt x="2071" y="1944"/>
                  </a:lnTo>
                  <a:lnTo>
                    <a:pt x="1893" y="1939"/>
                  </a:lnTo>
                  <a:lnTo>
                    <a:pt x="1871" y="1939"/>
                  </a:lnTo>
                  <a:lnTo>
                    <a:pt x="1850" y="1933"/>
                  </a:lnTo>
                  <a:lnTo>
                    <a:pt x="1608" y="1803"/>
                  </a:lnTo>
                  <a:lnTo>
                    <a:pt x="1597" y="1797"/>
                  </a:lnTo>
                  <a:lnTo>
                    <a:pt x="1477" y="1733"/>
                  </a:lnTo>
                  <a:lnTo>
                    <a:pt x="1451" y="1719"/>
                  </a:lnTo>
                  <a:lnTo>
                    <a:pt x="1431" y="1721"/>
                  </a:lnTo>
                  <a:lnTo>
                    <a:pt x="1403" y="1739"/>
                  </a:lnTo>
                  <a:lnTo>
                    <a:pt x="1393" y="1757"/>
                  </a:lnTo>
                  <a:lnTo>
                    <a:pt x="1389" y="1765"/>
                  </a:lnTo>
                  <a:lnTo>
                    <a:pt x="1388" y="1793"/>
                  </a:lnTo>
                  <a:lnTo>
                    <a:pt x="1391" y="1821"/>
                  </a:lnTo>
                  <a:lnTo>
                    <a:pt x="1388" y="1828"/>
                  </a:lnTo>
                  <a:lnTo>
                    <a:pt x="1376" y="1849"/>
                  </a:lnTo>
                  <a:lnTo>
                    <a:pt x="1362" y="1866"/>
                  </a:lnTo>
                  <a:lnTo>
                    <a:pt x="1343" y="1878"/>
                  </a:lnTo>
                  <a:lnTo>
                    <a:pt x="1317" y="1899"/>
                  </a:lnTo>
                  <a:lnTo>
                    <a:pt x="1306" y="1903"/>
                  </a:lnTo>
                  <a:lnTo>
                    <a:pt x="1272" y="1873"/>
                  </a:lnTo>
                  <a:lnTo>
                    <a:pt x="1215" y="1822"/>
                  </a:lnTo>
                  <a:lnTo>
                    <a:pt x="1169" y="1780"/>
                  </a:lnTo>
                  <a:lnTo>
                    <a:pt x="1124" y="1740"/>
                  </a:lnTo>
                  <a:lnTo>
                    <a:pt x="1113" y="1730"/>
                  </a:lnTo>
                  <a:lnTo>
                    <a:pt x="1063" y="1684"/>
                  </a:lnTo>
                  <a:lnTo>
                    <a:pt x="1014" y="1641"/>
                  </a:lnTo>
                  <a:lnTo>
                    <a:pt x="823" y="1499"/>
                  </a:lnTo>
                  <a:lnTo>
                    <a:pt x="663" y="1362"/>
                  </a:lnTo>
                  <a:lnTo>
                    <a:pt x="633" y="1336"/>
                  </a:lnTo>
                  <a:lnTo>
                    <a:pt x="348" y="1349"/>
                  </a:lnTo>
                  <a:lnTo>
                    <a:pt x="343" y="1348"/>
                  </a:lnTo>
                  <a:lnTo>
                    <a:pt x="321" y="1308"/>
                  </a:lnTo>
                  <a:lnTo>
                    <a:pt x="303" y="1287"/>
                  </a:lnTo>
                  <a:lnTo>
                    <a:pt x="283" y="1249"/>
                  </a:lnTo>
                  <a:lnTo>
                    <a:pt x="261" y="1208"/>
                  </a:lnTo>
                  <a:lnTo>
                    <a:pt x="230" y="1184"/>
                  </a:lnTo>
                  <a:lnTo>
                    <a:pt x="224" y="1168"/>
                  </a:lnTo>
                  <a:lnTo>
                    <a:pt x="226" y="1160"/>
                  </a:lnTo>
                  <a:lnTo>
                    <a:pt x="234" y="1151"/>
                  </a:lnTo>
                  <a:lnTo>
                    <a:pt x="248" y="1149"/>
                  </a:lnTo>
                  <a:lnTo>
                    <a:pt x="294" y="1151"/>
                  </a:lnTo>
                  <a:lnTo>
                    <a:pt x="447" y="1155"/>
                  </a:lnTo>
                  <a:lnTo>
                    <a:pt x="469" y="1155"/>
                  </a:lnTo>
                  <a:lnTo>
                    <a:pt x="497" y="1156"/>
                  </a:lnTo>
                  <a:lnTo>
                    <a:pt x="537" y="1157"/>
                  </a:lnTo>
                  <a:lnTo>
                    <a:pt x="597" y="1159"/>
                  </a:lnTo>
                  <a:lnTo>
                    <a:pt x="691" y="1162"/>
                  </a:lnTo>
                  <a:lnTo>
                    <a:pt x="720" y="1162"/>
                  </a:lnTo>
                  <a:lnTo>
                    <a:pt x="726" y="1158"/>
                  </a:lnTo>
                  <a:lnTo>
                    <a:pt x="739" y="1145"/>
                  </a:lnTo>
                  <a:lnTo>
                    <a:pt x="749" y="1124"/>
                  </a:lnTo>
                  <a:lnTo>
                    <a:pt x="746" y="1108"/>
                  </a:lnTo>
                  <a:lnTo>
                    <a:pt x="749" y="1101"/>
                  </a:lnTo>
                  <a:lnTo>
                    <a:pt x="755" y="1094"/>
                  </a:lnTo>
                  <a:lnTo>
                    <a:pt x="760" y="1073"/>
                  </a:lnTo>
                  <a:lnTo>
                    <a:pt x="758" y="1059"/>
                  </a:lnTo>
                  <a:lnTo>
                    <a:pt x="754" y="1046"/>
                  </a:lnTo>
                  <a:lnTo>
                    <a:pt x="678" y="949"/>
                  </a:lnTo>
                  <a:lnTo>
                    <a:pt x="613" y="951"/>
                  </a:lnTo>
                  <a:lnTo>
                    <a:pt x="553" y="953"/>
                  </a:lnTo>
                  <a:lnTo>
                    <a:pt x="504" y="855"/>
                  </a:lnTo>
                  <a:lnTo>
                    <a:pt x="490" y="826"/>
                  </a:lnTo>
                  <a:lnTo>
                    <a:pt x="441" y="730"/>
                  </a:lnTo>
                  <a:lnTo>
                    <a:pt x="421" y="689"/>
                  </a:lnTo>
                  <a:lnTo>
                    <a:pt x="386" y="620"/>
                  </a:lnTo>
                  <a:lnTo>
                    <a:pt x="363" y="607"/>
                  </a:lnTo>
                  <a:lnTo>
                    <a:pt x="322" y="585"/>
                  </a:lnTo>
                  <a:lnTo>
                    <a:pt x="138" y="483"/>
                  </a:lnTo>
                  <a:lnTo>
                    <a:pt x="16" y="352"/>
                  </a:lnTo>
                  <a:lnTo>
                    <a:pt x="0" y="334"/>
                  </a:lnTo>
                  <a:lnTo>
                    <a:pt x="98" y="276"/>
                  </a:lnTo>
                  <a:lnTo>
                    <a:pt x="125" y="260"/>
                  </a:lnTo>
                  <a:lnTo>
                    <a:pt x="155" y="261"/>
                  </a:lnTo>
                  <a:lnTo>
                    <a:pt x="244" y="264"/>
                  </a:lnTo>
                  <a:lnTo>
                    <a:pt x="324" y="267"/>
                  </a:lnTo>
                  <a:lnTo>
                    <a:pt x="359" y="268"/>
                  </a:lnTo>
                  <a:lnTo>
                    <a:pt x="369" y="269"/>
                  </a:lnTo>
                  <a:lnTo>
                    <a:pt x="525" y="78"/>
                  </a:lnTo>
                  <a:lnTo>
                    <a:pt x="847" y="0"/>
                  </a:lnTo>
                  <a:lnTo>
                    <a:pt x="955" y="125"/>
                  </a:lnTo>
                  <a:lnTo>
                    <a:pt x="1050" y="367"/>
                  </a:lnTo>
                  <a:lnTo>
                    <a:pt x="1068" y="601"/>
                  </a:lnTo>
                  <a:lnTo>
                    <a:pt x="1126" y="704"/>
                  </a:lnTo>
                  <a:lnTo>
                    <a:pt x="1182" y="80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l1492"/>
            <p:cNvSpPr/>
            <p:nvPr/>
          </p:nvSpPr>
          <p:spPr>
            <a:xfrm>
              <a:off x="4801963" y="4946833"/>
              <a:ext cx="1099" cy="939"/>
            </a:xfrm>
            <a:custGeom>
              <a:avLst/>
              <a:pathLst>
                <a:path w="1099" h="939">
                  <a:moveTo>
                    <a:pt x="1087" y="527"/>
                  </a:moveTo>
                  <a:lnTo>
                    <a:pt x="1099" y="571"/>
                  </a:lnTo>
                  <a:lnTo>
                    <a:pt x="1066" y="630"/>
                  </a:lnTo>
                  <a:lnTo>
                    <a:pt x="1055" y="651"/>
                  </a:lnTo>
                  <a:lnTo>
                    <a:pt x="1014" y="664"/>
                  </a:lnTo>
                  <a:lnTo>
                    <a:pt x="916" y="695"/>
                  </a:lnTo>
                  <a:lnTo>
                    <a:pt x="878" y="707"/>
                  </a:lnTo>
                  <a:lnTo>
                    <a:pt x="327" y="939"/>
                  </a:lnTo>
                  <a:lnTo>
                    <a:pt x="287" y="922"/>
                  </a:lnTo>
                  <a:lnTo>
                    <a:pt x="153" y="858"/>
                  </a:lnTo>
                  <a:lnTo>
                    <a:pt x="143" y="854"/>
                  </a:lnTo>
                  <a:lnTo>
                    <a:pt x="92" y="829"/>
                  </a:lnTo>
                  <a:lnTo>
                    <a:pt x="85" y="824"/>
                  </a:lnTo>
                  <a:lnTo>
                    <a:pt x="56" y="801"/>
                  </a:lnTo>
                  <a:lnTo>
                    <a:pt x="0" y="756"/>
                  </a:lnTo>
                  <a:lnTo>
                    <a:pt x="28" y="613"/>
                  </a:lnTo>
                  <a:lnTo>
                    <a:pt x="50" y="573"/>
                  </a:lnTo>
                  <a:lnTo>
                    <a:pt x="110" y="460"/>
                  </a:lnTo>
                  <a:lnTo>
                    <a:pt x="96" y="415"/>
                  </a:lnTo>
                  <a:lnTo>
                    <a:pt x="89" y="412"/>
                  </a:lnTo>
                  <a:lnTo>
                    <a:pt x="84" y="406"/>
                  </a:lnTo>
                  <a:lnTo>
                    <a:pt x="79" y="399"/>
                  </a:lnTo>
                  <a:lnTo>
                    <a:pt x="75" y="390"/>
                  </a:lnTo>
                  <a:lnTo>
                    <a:pt x="68" y="381"/>
                  </a:lnTo>
                  <a:lnTo>
                    <a:pt x="59" y="373"/>
                  </a:lnTo>
                  <a:lnTo>
                    <a:pt x="54" y="370"/>
                  </a:lnTo>
                  <a:lnTo>
                    <a:pt x="53" y="364"/>
                  </a:lnTo>
                  <a:lnTo>
                    <a:pt x="57" y="360"/>
                  </a:lnTo>
                  <a:lnTo>
                    <a:pt x="67" y="355"/>
                  </a:lnTo>
                  <a:lnTo>
                    <a:pt x="76" y="349"/>
                  </a:lnTo>
                  <a:lnTo>
                    <a:pt x="81" y="342"/>
                  </a:lnTo>
                  <a:lnTo>
                    <a:pt x="84" y="334"/>
                  </a:lnTo>
                  <a:lnTo>
                    <a:pt x="85" y="324"/>
                  </a:lnTo>
                  <a:lnTo>
                    <a:pt x="86" y="316"/>
                  </a:lnTo>
                  <a:lnTo>
                    <a:pt x="94" y="311"/>
                  </a:lnTo>
                  <a:lnTo>
                    <a:pt x="102" y="312"/>
                  </a:lnTo>
                  <a:lnTo>
                    <a:pt x="116" y="314"/>
                  </a:lnTo>
                  <a:lnTo>
                    <a:pt x="136" y="319"/>
                  </a:lnTo>
                  <a:lnTo>
                    <a:pt x="152" y="326"/>
                  </a:lnTo>
                  <a:lnTo>
                    <a:pt x="165" y="333"/>
                  </a:lnTo>
                  <a:lnTo>
                    <a:pt x="175" y="341"/>
                  </a:lnTo>
                  <a:lnTo>
                    <a:pt x="198" y="358"/>
                  </a:lnTo>
                  <a:lnTo>
                    <a:pt x="237" y="386"/>
                  </a:lnTo>
                  <a:lnTo>
                    <a:pt x="270" y="407"/>
                  </a:lnTo>
                  <a:lnTo>
                    <a:pt x="283" y="418"/>
                  </a:lnTo>
                  <a:lnTo>
                    <a:pt x="291" y="429"/>
                  </a:lnTo>
                  <a:lnTo>
                    <a:pt x="300" y="435"/>
                  </a:lnTo>
                  <a:lnTo>
                    <a:pt x="307" y="439"/>
                  </a:lnTo>
                  <a:lnTo>
                    <a:pt x="338" y="442"/>
                  </a:lnTo>
                  <a:lnTo>
                    <a:pt x="426" y="401"/>
                  </a:lnTo>
                  <a:lnTo>
                    <a:pt x="438" y="396"/>
                  </a:lnTo>
                  <a:lnTo>
                    <a:pt x="447" y="391"/>
                  </a:lnTo>
                  <a:lnTo>
                    <a:pt x="462" y="370"/>
                  </a:lnTo>
                  <a:lnTo>
                    <a:pt x="529" y="276"/>
                  </a:lnTo>
                  <a:lnTo>
                    <a:pt x="545" y="253"/>
                  </a:lnTo>
                  <a:lnTo>
                    <a:pt x="557" y="201"/>
                  </a:lnTo>
                  <a:lnTo>
                    <a:pt x="544" y="185"/>
                  </a:lnTo>
                  <a:lnTo>
                    <a:pt x="491" y="121"/>
                  </a:lnTo>
                  <a:lnTo>
                    <a:pt x="483" y="112"/>
                  </a:lnTo>
                  <a:lnTo>
                    <a:pt x="458" y="71"/>
                  </a:lnTo>
                  <a:lnTo>
                    <a:pt x="454" y="65"/>
                  </a:lnTo>
                  <a:lnTo>
                    <a:pt x="450" y="59"/>
                  </a:lnTo>
                  <a:lnTo>
                    <a:pt x="450" y="48"/>
                  </a:lnTo>
                  <a:lnTo>
                    <a:pt x="451" y="35"/>
                  </a:lnTo>
                  <a:lnTo>
                    <a:pt x="452" y="25"/>
                  </a:lnTo>
                  <a:lnTo>
                    <a:pt x="489" y="13"/>
                  </a:lnTo>
                  <a:lnTo>
                    <a:pt x="500" y="9"/>
                  </a:lnTo>
                  <a:lnTo>
                    <a:pt x="531" y="0"/>
                  </a:lnTo>
                  <a:lnTo>
                    <a:pt x="608" y="41"/>
                  </a:lnTo>
                  <a:lnTo>
                    <a:pt x="712" y="98"/>
                  </a:lnTo>
                  <a:lnTo>
                    <a:pt x="926" y="215"/>
                  </a:lnTo>
                  <a:lnTo>
                    <a:pt x="953" y="258"/>
                  </a:lnTo>
                  <a:lnTo>
                    <a:pt x="964" y="274"/>
                  </a:lnTo>
                  <a:lnTo>
                    <a:pt x="1034" y="387"/>
                  </a:lnTo>
                  <a:lnTo>
                    <a:pt x="1047" y="408"/>
                  </a:lnTo>
                  <a:lnTo>
                    <a:pt x="1060" y="427"/>
                  </a:lnTo>
                  <a:lnTo>
                    <a:pt x="1064" y="442"/>
                  </a:lnTo>
                  <a:lnTo>
                    <a:pt x="1087" y="52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l1493"/>
            <p:cNvSpPr/>
            <p:nvPr/>
          </p:nvSpPr>
          <p:spPr>
            <a:xfrm>
              <a:off x="4803555" y="4946239"/>
              <a:ext cx="1366" cy="1027"/>
            </a:xfrm>
            <a:custGeom>
              <a:avLst/>
              <a:pathLst>
                <a:path w="1366" h="1027">
                  <a:moveTo>
                    <a:pt x="301" y="79"/>
                  </a:moveTo>
                  <a:lnTo>
                    <a:pt x="456" y="186"/>
                  </a:lnTo>
                  <a:lnTo>
                    <a:pt x="550" y="286"/>
                  </a:lnTo>
                  <a:lnTo>
                    <a:pt x="695" y="345"/>
                  </a:lnTo>
                  <a:lnTo>
                    <a:pt x="709" y="351"/>
                  </a:lnTo>
                  <a:lnTo>
                    <a:pt x="727" y="358"/>
                  </a:lnTo>
                  <a:lnTo>
                    <a:pt x="734" y="358"/>
                  </a:lnTo>
                  <a:lnTo>
                    <a:pt x="745" y="356"/>
                  </a:lnTo>
                  <a:lnTo>
                    <a:pt x="754" y="351"/>
                  </a:lnTo>
                  <a:lnTo>
                    <a:pt x="853" y="280"/>
                  </a:lnTo>
                  <a:lnTo>
                    <a:pt x="874" y="265"/>
                  </a:lnTo>
                  <a:lnTo>
                    <a:pt x="882" y="260"/>
                  </a:lnTo>
                  <a:lnTo>
                    <a:pt x="942" y="264"/>
                  </a:lnTo>
                  <a:lnTo>
                    <a:pt x="951" y="300"/>
                  </a:lnTo>
                  <a:lnTo>
                    <a:pt x="966" y="394"/>
                  </a:lnTo>
                  <a:lnTo>
                    <a:pt x="971" y="424"/>
                  </a:lnTo>
                  <a:lnTo>
                    <a:pt x="1051" y="359"/>
                  </a:lnTo>
                  <a:lnTo>
                    <a:pt x="1113" y="333"/>
                  </a:lnTo>
                  <a:lnTo>
                    <a:pt x="1126" y="328"/>
                  </a:lnTo>
                  <a:lnTo>
                    <a:pt x="1141" y="321"/>
                  </a:lnTo>
                  <a:lnTo>
                    <a:pt x="1183" y="303"/>
                  </a:lnTo>
                  <a:lnTo>
                    <a:pt x="1195" y="290"/>
                  </a:lnTo>
                  <a:lnTo>
                    <a:pt x="1196" y="280"/>
                  </a:lnTo>
                  <a:lnTo>
                    <a:pt x="1194" y="265"/>
                  </a:lnTo>
                  <a:lnTo>
                    <a:pt x="1183" y="247"/>
                  </a:lnTo>
                  <a:lnTo>
                    <a:pt x="1161" y="224"/>
                  </a:lnTo>
                  <a:lnTo>
                    <a:pt x="1155" y="210"/>
                  </a:lnTo>
                  <a:lnTo>
                    <a:pt x="1160" y="204"/>
                  </a:lnTo>
                  <a:lnTo>
                    <a:pt x="1165" y="203"/>
                  </a:lnTo>
                  <a:lnTo>
                    <a:pt x="1195" y="208"/>
                  </a:lnTo>
                  <a:lnTo>
                    <a:pt x="1224" y="212"/>
                  </a:lnTo>
                  <a:lnTo>
                    <a:pt x="1255" y="220"/>
                  </a:lnTo>
                  <a:lnTo>
                    <a:pt x="1283" y="235"/>
                  </a:lnTo>
                  <a:lnTo>
                    <a:pt x="1309" y="255"/>
                  </a:lnTo>
                  <a:lnTo>
                    <a:pt x="1322" y="267"/>
                  </a:lnTo>
                  <a:lnTo>
                    <a:pt x="1340" y="287"/>
                  </a:lnTo>
                  <a:lnTo>
                    <a:pt x="1347" y="300"/>
                  </a:lnTo>
                  <a:lnTo>
                    <a:pt x="1349" y="311"/>
                  </a:lnTo>
                  <a:lnTo>
                    <a:pt x="1354" y="341"/>
                  </a:lnTo>
                  <a:lnTo>
                    <a:pt x="1360" y="371"/>
                  </a:lnTo>
                  <a:lnTo>
                    <a:pt x="1362" y="378"/>
                  </a:lnTo>
                  <a:lnTo>
                    <a:pt x="1366" y="399"/>
                  </a:lnTo>
                  <a:lnTo>
                    <a:pt x="1343" y="439"/>
                  </a:lnTo>
                  <a:lnTo>
                    <a:pt x="1250" y="468"/>
                  </a:lnTo>
                  <a:lnTo>
                    <a:pt x="1254" y="522"/>
                  </a:lnTo>
                  <a:lnTo>
                    <a:pt x="1262" y="630"/>
                  </a:lnTo>
                  <a:lnTo>
                    <a:pt x="1142" y="630"/>
                  </a:lnTo>
                  <a:lnTo>
                    <a:pt x="1061" y="630"/>
                  </a:lnTo>
                  <a:lnTo>
                    <a:pt x="1059" y="660"/>
                  </a:lnTo>
                  <a:lnTo>
                    <a:pt x="1057" y="687"/>
                  </a:lnTo>
                  <a:lnTo>
                    <a:pt x="1047" y="835"/>
                  </a:lnTo>
                  <a:lnTo>
                    <a:pt x="1047" y="846"/>
                  </a:lnTo>
                  <a:lnTo>
                    <a:pt x="1029" y="879"/>
                  </a:lnTo>
                  <a:lnTo>
                    <a:pt x="1019" y="896"/>
                  </a:lnTo>
                  <a:lnTo>
                    <a:pt x="987" y="956"/>
                  </a:lnTo>
                  <a:lnTo>
                    <a:pt x="959" y="1007"/>
                  </a:lnTo>
                  <a:lnTo>
                    <a:pt x="902" y="1018"/>
                  </a:lnTo>
                  <a:lnTo>
                    <a:pt x="853" y="1027"/>
                  </a:lnTo>
                  <a:lnTo>
                    <a:pt x="819" y="1019"/>
                  </a:lnTo>
                  <a:lnTo>
                    <a:pt x="683" y="989"/>
                  </a:lnTo>
                  <a:lnTo>
                    <a:pt x="586" y="967"/>
                  </a:lnTo>
                  <a:lnTo>
                    <a:pt x="547" y="932"/>
                  </a:lnTo>
                  <a:lnTo>
                    <a:pt x="582" y="860"/>
                  </a:lnTo>
                  <a:lnTo>
                    <a:pt x="593" y="846"/>
                  </a:lnTo>
                  <a:lnTo>
                    <a:pt x="601" y="836"/>
                  </a:lnTo>
                  <a:lnTo>
                    <a:pt x="606" y="827"/>
                  </a:lnTo>
                  <a:lnTo>
                    <a:pt x="607" y="818"/>
                  </a:lnTo>
                  <a:lnTo>
                    <a:pt x="607" y="809"/>
                  </a:lnTo>
                  <a:lnTo>
                    <a:pt x="611" y="798"/>
                  </a:lnTo>
                  <a:lnTo>
                    <a:pt x="628" y="770"/>
                  </a:lnTo>
                  <a:lnTo>
                    <a:pt x="638" y="763"/>
                  </a:lnTo>
                  <a:lnTo>
                    <a:pt x="642" y="755"/>
                  </a:lnTo>
                  <a:lnTo>
                    <a:pt x="641" y="749"/>
                  </a:lnTo>
                  <a:lnTo>
                    <a:pt x="639" y="742"/>
                  </a:lnTo>
                  <a:lnTo>
                    <a:pt x="629" y="726"/>
                  </a:lnTo>
                  <a:lnTo>
                    <a:pt x="613" y="711"/>
                  </a:lnTo>
                  <a:lnTo>
                    <a:pt x="602" y="701"/>
                  </a:lnTo>
                  <a:lnTo>
                    <a:pt x="594" y="699"/>
                  </a:lnTo>
                  <a:lnTo>
                    <a:pt x="583" y="699"/>
                  </a:lnTo>
                  <a:lnTo>
                    <a:pt x="570" y="704"/>
                  </a:lnTo>
                  <a:lnTo>
                    <a:pt x="554" y="710"/>
                  </a:lnTo>
                  <a:lnTo>
                    <a:pt x="533" y="722"/>
                  </a:lnTo>
                  <a:lnTo>
                    <a:pt x="524" y="732"/>
                  </a:lnTo>
                  <a:lnTo>
                    <a:pt x="518" y="738"/>
                  </a:lnTo>
                  <a:lnTo>
                    <a:pt x="510" y="743"/>
                  </a:lnTo>
                  <a:lnTo>
                    <a:pt x="500" y="746"/>
                  </a:lnTo>
                  <a:lnTo>
                    <a:pt x="488" y="746"/>
                  </a:lnTo>
                  <a:lnTo>
                    <a:pt x="479" y="745"/>
                  </a:lnTo>
                  <a:lnTo>
                    <a:pt x="470" y="740"/>
                  </a:lnTo>
                  <a:lnTo>
                    <a:pt x="458" y="727"/>
                  </a:lnTo>
                  <a:lnTo>
                    <a:pt x="451" y="715"/>
                  </a:lnTo>
                  <a:lnTo>
                    <a:pt x="426" y="687"/>
                  </a:lnTo>
                  <a:lnTo>
                    <a:pt x="415" y="680"/>
                  </a:lnTo>
                  <a:lnTo>
                    <a:pt x="408" y="670"/>
                  </a:lnTo>
                  <a:lnTo>
                    <a:pt x="405" y="658"/>
                  </a:lnTo>
                  <a:lnTo>
                    <a:pt x="408" y="503"/>
                  </a:lnTo>
                  <a:lnTo>
                    <a:pt x="404" y="474"/>
                  </a:lnTo>
                  <a:lnTo>
                    <a:pt x="396" y="416"/>
                  </a:lnTo>
                  <a:lnTo>
                    <a:pt x="394" y="399"/>
                  </a:lnTo>
                  <a:lnTo>
                    <a:pt x="376" y="340"/>
                  </a:lnTo>
                  <a:lnTo>
                    <a:pt x="361" y="324"/>
                  </a:lnTo>
                  <a:lnTo>
                    <a:pt x="266" y="219"/>
                  </a:lnTo>
                  <a:lnTo>
                    <a:pt x="147" y="127"/>
                  </a:lnTo>
                  <a:lnTo>
                    <a:pt x="41" y="113"/>
                  </a:lnTo>
                  <a:lnTo>
                    <a:pt x="31" y="109"/>
                  </a:lnTo>
                  <a:lnTo>
                    <a:pt x="21" y="103"/>
                  </a:lnTo>
                  <a:lnTo>
                    <a:pt x="17" y="99"/>
                  </a:lnTo>
                  <a:lnTo>
                    <a:pt x="16" y="92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16" y="57"/>
                  </a:lnTo>
                  <a:lnTo>
                    <a:pt x="10" y="41"/>
                  </a:lnTo>
                  <a:lnTo>
                    <a:pt x="4" y="27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5" y="4"/>
                  </a:lnTo>
                  <a:lnTo>
                    <a:pt x="10" y="2"/>
                  </a:lnTo>
                  <a:lnTo>
                    <a:pt x="17" y="0"/>
                  </a:lnTo>
                  <a:lnTo>
                    <a:pt x="29" y="1"/>
                  </a:lnTo>
                  <a:lnTo>
                    <a:pt x="37" y="6"/>
                  </a:lnTo>
                  <a:lnTo>
                    <a:pt x="46" y="12"/>
                  </a:lnTo>
                  <a:lnTo>
                    <a:pt x="281" y="74"/>
                  </a:lnTo>
                  <a:lnTo>
                    <a:pt x="301" y="7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l1494"/>
            <p:cNvSpPr/>
            <p:nvPr/>
          </p:nvSpPr>
          <p:spPr>
            <a:xfrm>
              <a:off x="4800242" y="4945756"/>
              <a:ext cx="897" cy="498"/>
            </a:xfrm>
            <a:custGeom>
              <a:avLst/>
              <a:pathLst>
                <a:path w="897" h="498">
                  <a:moveTo>
                    <a:pt x="549" y="135"/>
                  </a:moveTo>
                  <a:lnTo>
                    <a:pt x="576" y="150"/>
                  </a:lnTo>
                  <a:lnTo>
                    <a:pt x="606" y="166"/>
                  </a:lnTo>
                  <a:lnTo>
                    <a:pt x="681" y="207"/>
                  </a:lnTo>
                  <a:lnTo>
                    <a:pt x="718" y="218"/>
                  </a:lnTo>
                  <a:lnTo>
                    <a:pt x="819" y="248"/>
                  </a:lnTo>
                  <a:lnTo>
                    <a:pt x="836" y="253"/>
                  </a:lnTo>
                  <a:lnTo>
                    <a:pt x="886" y="304"/>
                  </a:lnTo>
                  <a:lnTo>
                    <a:pt x="897" y="344"/>
                  </a:lnTo>
                  <a:lnTo>
                    <a:pt x="873" y="359"/>
                  </a:lnTo>
                  <a:lnTo>
                    <a:pt x="858" y="367"/>
                  </a:lnTo>
                  <a:lnTo>
                    <a:pt x="758" y="428"/>
                  </a:lnTo>
                  <a:lnTo>
                    <a:pt x="735" y="441"/>
                  </a:lnTo>
                  <a:lnTo>
                    <a:pt x="696" y="424"/>
                  </a:lnTo>
                  <a:lnTo>
                    <a:pt x="693" y="417"/>
                  </a:lnTo>
                  <a:lnTo>
                    <a:pt x="677" y="411"/>
                  </a:lnTo>
                  <a:lnTo>
                    <a:pt x="664" y="407"/>
                  </a:lnTo>
                  <a:lnTo>
                    <a:pt x="646" y="403"/>
                  </a:lnTo>
                  <a:lnTo>
                    <a:pt x="629" y="402"/>
                  </a:lnTo>
                  <a:lnTo>
                    <a:pt x="612" y="408"/>
                  </a:lnTo>
                  <a:lnTo>
                    <a:pt x="579" y="435"/>
                  </a:lnTo>
                  <a:lnTo>
                    <a:pt x="562" y="449"/>
                  </a:lnTo>
                  <a:lnTo>
                    <a:pt x="528" y="477"/>
                  </a:lnTo>
                  <a:lnTo>
                    <a:pt x="501" y="489"/>
                  </a:lnTo>
                  <a:lnTo>
                    <a:pt x="468" y="498"/>
                  </a:lnTo>
                  <a:lnTo>
                    <a:pt x="456" y="498"/>
                  </a:lnTo>
                  <a:lnTo>
                    <a:pt x="448" y="495"/>
                  </a:lnTo>
                  <a:lnTo>
                    <a:pt x="438" y="485"/>
                  </a:lnTo>
                  <a:lnTo>
                    <a:pt x="431" y="478"/>
                  </a:lnTo>
                  <a:lnTo>
                    <a:pt x="425" y="469"/>
                  </a:lnTo>
                  <a:lnTo>
                    <a:pt x="417" y="448"/>
                  </a:lnTo>
                  <a:lnTo>
                    <a:pt x="415" y="444"/>
                  </a:lnTo>
                  <a:lnTo>
                    <a:pt x="415" y="438"/>
                  </a:lnTo>
                  <a:lnTo>
                    <a:pt x="421" y="423"/>
                  </a:lnTo>
                  <a:lnTo>
                    <a:pt x="421" y="411"/>
                  </a:lnTo>
                  <a:lnTo>
                    <a:pt x="415" y="403"/>
                  </a:lnTo>
                  <a:lnTo>
                    <a:pt x="409" y="400"/>
                  </a:lnTo>
                  <a:lnTo>
                    <a:pt x="359" y="375"/>
                  </a:lnTo>
                  <a:lnTo>
                    <a:pt x="313" y="351"/>
                  </a:lnTo>
                  <a:lnTo>
                    <a:pt x="271" y="344"/>
                  </a:lnTo>
                  <a:lnTo>
                    <a:pt x="249" y="341"/>
                  </a:lnTo>
                  <a:lnTo>
                    <a:pt x="217" y="335"/>
                  </a:lnTo>
                  <a:lnTo>
                    <a:pt x="159" y="301"/>
                  </a:lnTo>
                  <a:lnTo>
                    <a:pt x="109" y="156"/>
                  </a:lnTo>
                  <a:lnTo>
                    <a:pt x="77" y="94"/>
                  </a:lnTo>
                  <a:lnTo>
                    <a:pt x="21" y="89"/>
                  </a:lnTo>
                  <a:lnTo>
                    <a:pt x="4" y="87"/>
                  </a:lnTo>
                  <a:lnTo>
                    <a:pt x="1" y="78"/>
                  </a:lnTo>
                  <a:lnTo>
                    <a:pt x="4" y="70"/>
                  </a:lnTo>
                  <a:lnTo>
                    <a:pt x="0" y="45"/>
                  </a:lnTo>
                  <a:lnTo>
                    <a:pt x="0" y="32"/>
                  </a:lnTo>
                  <a:lnTo>
                    <a:pt x="10" y="25"/>
                  </a:lnTo>
                  <a:lnTo>
                    <a:pt x="48" y="0"/>
                  </a:lnTo>
                  <a:lnTo>
                    <a:pt x="70" y="12"/>
                  </a:lnTo>
                  <a:lnTo>
                    <a:pt x="177" y="72"/>
                  </a:lnTo>
                  <a:lnTo>
                    <a:pt x="183" y="73"/>
                  </a:lnTo>
                  <a:lnTo>
                    <a:pt x="220" y="81"/>
                  </a:lnTo>
                  <a:lnTo>
                    <a:pt x="308" y="101"/>
                  </a:lnTo>
                  <a:lnTo>
                    <a:pt x="364" y="114"/>
                  </a:lnTo>
                  <a:lnTo>
                    <a:pt x="381" y="112"/>
                  </a:lnTo>
                  <a:lnTo>
                    <a:pt x="413" y="103"/>
                  </a:lnTo>
                  <a:lnTo>
                    <a:pt x="423" y="98"/>
                  </a:lnTo>
                  <a:lnTo>
                    <a:pt x="431" y="92"/>
                  </a:lnTo>
                  <a:lnTo>
                    <a:pt x="431" y="80"/>
                  </a:lnTo>
                  <a:lnTo>
                    <a:pt x="430" y="72"/>
                  </a:lnTo>
                  <a:lnTo>
                    <a:pt x="425" y="53"/>
                  </a:lnTo>
                  <a:lnTo>
                    <a:pt x="424" y="29"/>
                  </a:lnTo>
                  <a:lnTo>
                    <a:pt x="428" y="19"/>
                  </a:lnTo>
                  <a:lnTo>
                    <a:pt x="438" y="11"/>
                  </a:lnTo>
                  <a:lnTo>
                    <a:pt x="449" y="8"/>
                  </a:lnTo>
                  <a:lnTo>
                    <a:pt x="461" y="8"/>
                  </a:lnTo>
                  <a:lnTo>
                    <a:pt x="472" y="10"/>
                  </a:lnTo>
                  <a:lnTo>
                    <a:pt x="479" y="15"/>
                  </a:lnTo>
                  <a:lnTo>
                    <a:pt x="483" y="20"/>
                  </a:lnTo>
                  <a:lnTo>
                    <a:pt x="484" y="28"/>
                  </a:lnTo>
                  <a:lnTo>
                    <a:pt x="484" y="44"/>
                  </a:lnTo>
                  <a:lnTo>
                    <a:pt x="484" y="60"/>
                  </a:lnTo>
                  <a:lnTo>
                    <a:pt x="486" y="70"/>
                  </a:lnTo>
                  <a:lnTo>
                    <a:pt x="491" y="86"/>
                  </a:lnTo>
                  <a:lnTo>
                    <a:pt x="501" y="97"/>
                  </a:lnTo>
                  <a:lnTo>
                    <a:pt x="509" y="103"/>
                  </a:lnTo>
                  <a:lnTo>
                    <a:pt x="549" y="13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l1495"/>
            <p:cNvSpPr/>
            <p:nvPr/>
          </p:nvSpPr>
          <p:spPr>
            <a:xfrm>
              <a:off x="4801228" y="4945609"/>
              <a:ext cx="848" cy="746"/>
            </a:xfrm>
            <a:custGeom>
              <a:avLst/>
              <a:pathLst>
                <a:path w="848" h="746">
                  <a:moveTo>
                    <a:pt x="574" y="333"/>
                  </a:moveTo>
                  <a:lnTo>
                    <a:pt x="625" y="355"/>
                  </a:lnTo>
                  <a:lnTo>
                    <a:pt x="706" y="306"/>
                  </a:lnTo>
                  <a:lnTo>
                    <a:pt x="715" y="301"/>
                  </a:lnTo>
                  <a:lnTo>
                    <a:pt x="748" y="281"/>
                  </a:lnTo>
                  <a:lnTo>
                    <a:pt x="783" y="302"/>
                  </a:lnTo>
                  <a:lnTo>
                    <a:pt x="802" y="313"/>
                  </a:lnTo>
                  <a:lnTo>
                    <a:pt x="848" y="367"/>
                  </a:lnTo>
                  <a:lnTo>
                    <a:pt x="846" y="373"/>
                  </a:lnTo>
                  <a:lnTo>
                    <a:pt x="732" y="457"/>
                  </a:lnTo>
                  <a:lnTo>
                    <a:pt x="700" y="499"/>
                  </a:lnTo>
                  <a:lnTo>
                    <a:pt x="705" y="512"/>
                  </a:lnTo>
                  <a:lnTo>
                    <a:pt x="716" y="543"/>
                  </a:lnTo>
                  <a:lnTo>
                    <a:pt x="769" y="589"/>
                  </a:lnTo>
                  <a:lnTo>
                    <a:pt x="762" y="626"/>
                  </a:lnTo>
                  <a:lnTo>
                    <a:pt x="757" y="649"/>
                  </a:lnTo>
                  <a:lnTo>
                    <a:pt x="746" y="706"/>
                  </a:lnTo>
                  <a:lnTo>
                    <a:pt x="745" y="714"/>
                  </a:lnTo>
                  <a:lnTo>
                    <a:pt x="696" y="746"/>
                  </a:lnTo>
                  <a:lnTo>
                    <a:pt x="626" y="709"/>
                  </a:lnTo>
                  <a:lnTo>
                    <a:pt x="559" y="639"/>
                  </a:lnTo>
                  <a:lnTo>
                    <a:pt x="556" y="631"/>
                  </a:lnTo>
                  <a:lnTo>
                    <a:pt x="527" y="529"/>
                  </a:lnTo>
                  <a:lnTo>
                    <a:pt x="503" y="490"/>
                  </a:lnTo>
                  <a:lnTo>
                    <a:pt x="422" y="479"/>
                  </a:lnTo>
                  <a:lnTo>
                    <a:pt x="308" y="463"/>
                  </a:lnTo>
                  <a:lnTo>
                    <a:pt x="289" y="468"/>
                  </a:lnTo>
                  <a:lnTo>
                    <a:pt x="237" y="482"/>
                  </a:lnTo>
                  <a:lnTo>
                    <a:pt x="227" y="485"/>
                  </a:lnTo>
                  <a:lnTo>
                    <a:pt x="187" y="440"/>
                  </a:lnTo>
                  <a:lnTo>
                    <a:pt x="162" y="413"/>
                  </a:lnTo>
                  <a:lnTo>
                    <a:pt x="145" y="395"/>
                  </a:lnTo>
                  <a:lnTo>
                    <a:pt x="125" y="364"/>
                  </a:lnTo>
                  <a:lnTo>
                    <a:pt x="105" y="335"/>
                  </a:lnTo>
                  <a:lnTo>
                    <a:pt x="10" y="297"/>
                  </a:lnTo>
                  <a:lnTo>
                    <a:pt x="9" y="279"/>
                  </a:lnTo>
                  <a:lnTo>
                    <a:pt x="0" y="129"/>
                  </a:lnTo>
                  <a:lnTo>
                    <a:pt x="9" y="100"/>
                  </a:lnTo>
                  <a:lnTo>
                    <a:pt x="262" y="5"/>
                  </a:lnTo>
                  <a:lnTo>
                    <a:pt x="278" y="0"/>
                  </a:lnTo>
                  <a:lnTo>
                    <a:pt x="321" y="8"/>
                  </a:lnTo>
                  <a:lnTo>
                    <a:pt x="334" y="11"/>
                  </a:lnTo>
                  <a:lnTo>
                    <a:pt x="397" y="64"/>
                  </a:lnTo>
                  <a:lnTo>
                    <a:pt x="442" y="158"/>
                  </a:lnTo>
                  <a:lnTo>
                    <a:pt x="446" y="167"/>
                  </a:lnTo>
                  <a:lnTo>
                    <a:pt x="515" y="234"/>
                  </a:lnTo>
                  <a:lnTo>
                    <a:pt x="531" y="249"/>
                  </a:lnTo>
                  <a:lnTo>
                    <a:pt x="549" y="306"/>
                  </a:lnTo>
                  <a:lnTo>
                    <a:pt x="555" y="325"/>
                  </a:lnTo>
                  <a:lnTo>
                    <a:pt x="574" y="33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l1496"/>
            <p:cNvSpPr/>
            <p:nvPr/>
          </p:nvSpPr>
          <p:spPr>
            <a:xfrm>
              <a:off x="4782341" y="4940271"/>
              <a:ext cx="1104" cy="510"/>
            </a:xfrm>
            <a:custGeom>
              <a:avLst/>
              <a:pathLst>
                <a:path w="1104" h="510">
                  <a:moveTo>
                    <a:pt x="513" y="53"/>
                  </a:moveTo>
                  <a:lnTo>
                    <a:pt x="594" y="121"/>
                  </a:lnTo>
                  <a:lnTo>
                    <a:pt x="621" y="166"/>
                  </a:lnTo>
                  <a:lnTo>
                    <a:pt x="619" y="186"/>
                  </a:lnTo>
                  <a:lnTo>
                    <a:pt x="618" y="197"/>
                  </a:lnTo>
                  <a:lnTo>
                    <a:pt x="678" y="230"/>
                  </a:lnTo>
                  <a:lnTo>
                    <a:pt x="686" y="234"/>
                  </a:lnTo>
                  <a:lnTo>
                    <a:pt x="694" y="239"/>
                  </a:lnTo>
                  <a:lnTo>
                    <a:pt x="705" y="244"/>
                  </a:lnTo>
                  <a:lnTo>
                    <a:pt x="740" y="276"/>
                  </a:lnTo>
                  <a:lnTo>
                    <a:pt x="743" y="284"/>
                  </a:lnTo>
                  <a:lnTo>
                    <a:pt x="754" y="312"/>
                  </a:lnTo>
                  <a:lnTo>
                    <a:pt x="756" y="322"/>
                  </a:lnTo>
                  <a:lnTo>
                    <a:pt x="757" y="329"/>
                  </a:lnTo>
                  <a:lnTo>
                    <a:pt x="755" y="337"/>
                  </a:lnTo>
                  <a:lnTo>
                    <a:pt x="755" y="347"/>
                  </a:lnTo>
                  <a:lnTo>
                    <a:pt x="756" y="356"/>
                  </a:lnTo>
                  <a:lnTo>
                    <a:pt x="773" y="370"/>
                  </a:lnTo>
                  <a:lnTo>
                    <a:pt x="780" y="374"/>
                  </a:lnTo>
                  <a:lnTo>
                    <a:pt x="794" y="379"/>
                  </a:lnTo>
                  <a:lnTo>
                    <a:pt x="811" y="376"/>
                  </a:lnTo>
                  <a:lnTo>
                    <a:pt x="828" y="370"/>
                  </a:lnTo>
                  <a:lnTo>
                    <a:pt x="866" y="350"/>
                  </a:lnTo>
                  <a:lnTo>
                    <a:pt x="878" y="340"/>
                  </a:lnTo>
                  <a:lnTo>
                    <a:pt x="886" y="337"/>
                  </a:lnTo>
                  <a:lnTo>
                    <a:pt x="892" y="336"/>
                  </a:lnTo>
                  <a:lnTo>
                    <a:pt x="917" y="342"/>
                  </a:lnTo>
                  <a:lnTo>
                    <a:pt x="1019" y="386"/>
                  </a:lnTo>
                  <a:lnTo>
                    <a:pt x="1064" y="408"/>
                  </a:lnTo>
                  <a:lnTo>
                    <a:pt x="1082" y="468"/>
                  </a:lnTo>
                  <a:lnTo>
                    <a:pt x="1098" y="499"/>
                  </a:lnTo>
                  <a:lnTo>
                    <a:pt x="1104" y="510"/>
                  </a:lnTo>
                  <a:lnTo>
                    <a:pt x="1073" y="509"/>
                  </a:lnTo>
                  <a:lnTo>
                    <a:pt x="1061" y="509"/>
                  </a:lnTo>
                  <a:lnTo>
                    <a:pt x="1010" y="502"/>
                  </a:lnTo>
                  <a:lnTo>
                    <a:pt x="936" y="472"/>
                  </a:lnTo>
                  <a:lnTo>
                    <a:pt x="915" y="463"/>
                  </a:lnTo>
                  <a:lnTo>
                    <a:pt x="815" y="447"/>
                  </a:lnTo>
                  <a:lnTo>
                    <a:pt x="749" y="434"/>
                  </a:lnTo>
                  <a:lnTo>
                    <a:pt x="741" y="430"/>
                  </a:lnTo>
                  <a:lnTo>
                    <a:pt x="579" y="355"/>
                  </a:lnTo>
                  <a:lnTo>
                    <a:pt x="564" y="349"/>
                  </a:lnTo>
                  <a:lnTo>
                    <a:pt x="470" y="309"/>
                  </a:lnTo>
                  <a:lnTo>
                    <a:pt x="367" y="269"/>
                  </a:lnTo>
                  <a:lnTo>
                    <a:pt x="333" y="264"/>
                  </a:lnTo>
                  <a:lnTo>
                    <a:pt x="289" y="258"/>
                  </a:lnTo>
                  <a:lnTo>
                    <a:pt x="209" y="246"/>
                  </a:lnTo>
                  <a:lnTo>
                    <a:pt x="66" y="224"/>
                  </a:lnTo>
                  <a:lnTo>
                    <a:pt x="17" y="203"/>
                  </a:lnTo>
                  <a:lnTo>
                    <a:pt x="6" y="187"/>
                  </a:lnTo>
                  <a:lnTo>
                    <a:pt x="0" y="175"/>
                  </a:lnTo>
                  <a:lnTo>
                    <a:pt x="0" y="165"/>
                  </a:lnTo>
                  <a:lnTo>
                    <a:pt x="0" y="155"/>
                  </a:lnTo>
                  <a:lnTo>
                    <a:pt x="4" y="147"/>
                  </a:lnTo>
                  <a:lnTo>
                    <a:pt x="14" y="141"/>
                  </a:lnTo>
                  <a:lnTo>
                    <a:pt x="30" y="130"/>
                  </a:lnTo>
                  <a:lnTo>
                    <a:pt x="52" y="116"/>
                  </a:lnTo>
                  <a:lnTo>
                    <a:pt x="147" y="109"/>
                  </a:lnTo>
                  <a:lnTo>
                    <a:pt x="166" y="108"/>
                  </a:lnTo>
                  <a:lnTo>
                    <a:pt x="229" y="67"/>
                  </a:lnTo>
                  <a:lnTo>
                    <a:pt x="263" y="41"/>
                  </a:lnTo>
                  <a:lnTo>
                    <a:pt x="300" y="50"/>
                  </a:lnTo>
                  <a:lnTo>
                    <a:pt x="351" y="60"/>
                  </a:lnTo>
                  <a:lnTo>
                    <a:pt x="405" y="0"/>
                  </a:lnTo>
                  <a:lnTo>
                    <a:pt x="433" y="1"/>
                  </a:lnTo>
                  <a:lnTo>
                    <a:pt x="452" y="14"/>
                  </a:lnTo>
                  <a:lnTo>
                    <a:pt x="484" y="34"/>
                  </a:lnTo>
                  <a:lnTo>
                    <a:pt x="513" y="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l1497"/>
            <p:cNvSpPr/>
            <p:nvPr/>
          </p:nvSpPr>
          <p:spPr>
            <a:xfrm>
              <a:off x="4777484" y="4938955"/>
              <a:ext cx="642" cy="428"/>
            </a:xfrm>
            <a:custGeom>
              <a:avLst/>
              <a:pathLst>
                <a:path w="642" h="428">
                  <a:moveTo>
                    <a:pt x="372" y="288"/>
                  </a:moveTo>
                  <a:lnTo>
                    <a:pt x="456" y="407"/>
                  </a:lnTo>
                  <a:lnTo>
                    <a:pt x="461" y="418"/>
                  </a:lnTo>
                  <a:lnTo>
                    <a:pt x="460" y="425"/>
                  </a:lnTo>
                  <a:lnTo>
                    <a:pt x="454" y="428"/>
                  </a:lnTo>
                  <a:lnTo>
                    <a:pt x="433" y="420"/>
                  </a:lnTo>
                  <a:lnTo>
                    <a:pt x="319" y="361"/>
                  </a:lnTo>
                  <a:lnTo>
                    <a:pt x="268" y="347"/>
                  </a:lnTo>
                  <a:lnTo>
                    <a:pt x="220" y="351"/>
                  </a:lnTo>
                  <a:lnTo>
                    <a:pt x="181" y="361"/>
                  </a:lnTo>
                  <a:lnTo>
                    <a:pt x="126" y="364"/>
                  </a:lnTo>
                  <a:lnTo>
                    <a:pt x="72" y="340"/>
                  </a:lnTo>
                  <a:lnTo>
                    <a:pt x="64" y="336"/>
                  </a:lnTo>
                  <a:lnTo>
                    <a:pt x="52" y="337"/>
                  </a:lnTo>
                  <a:lnTo>
                    <a:pt x="30" y="334"/>
                  </a:lnTo>
                  <a:lnTo>
                    <a:pt x="17" y="323"/>
                  </a:lnTo>
                  <a:lnTo>
                    <a:pt x="13" y="307"/>
                  </a:lnTo>
                  <a:lnTo>
                    <a:pt x="0" y="236"/>
                  </a:lnTo>
                  <a:lnTo>
                    <a:pt x="12" y="209"/>
                  </a:lnTo>
                  <a:lnTo>
                    <a:pt x="100" y="176"/>
                  </a:lnTo>
                  <a:lnTo>
                    <a:pt x="326" y="96"/>
                  </a:lnTo>
                  <a:lnTo>
                    <a:pt x="614" y="0"/>
                  </a:lnTo>
                  <a:lnTo>
                    <a:pt x="620" y="0"/>
                  </a:lnTo>
                  <a:lnTo>
                    <a:pt x="631" y="0"/>
                  </a:lnTo>
                  <a:lnTo>
                    <a:pt x="638" y="1"/>
                  </a:lnTo>
                  <a:lnTo>
                    <a:pt x="642" y="9"/>
                  </a:lnTo>
                  <a:lnTo>
                    <a:pt x="617" y="43"/>
                  </a:lnTo>
                  <a:lnTo>
                    <a:pt x="612" y="51"/>
                  </a:lnTo>
                  <a:lnTo>
                    <a:pt x="601" y="66"/>
                  </a:lnTo>
                  <a:lnTo>
                    <a:pt x="590" y="76"/>
                  </a:lnTo>
                  <a:lnTo>
                    <a:pt x="513" y="152"/>
                  </a:lnTo>
                  <a:lnTo>
                    <a:pt x="502" y="162"/>
                  </a:lnTo>
                  <a:lnTo>
                    <a:pt x="437" y="212"/>
                  </a:lnTo>
                  <a:lnTo>
                    <a:pt x="399" y="242"/>
                  </a:lnTo>
                  <a:lnTo>
                    <a:pt x="373" y="257"/>
                  </a:lnTo>
                  <a:lnTo>
                    <a:pt x="368" y="266"/>
                  </a:lnTo>
                  <a:lnTo>
                    <a:pt x="367" y="282"/>
                  </a:lnTo>
                  <a:lnTo>
                    <a:pt x="372" y="28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l1498"/>
            <p:cNvSpPr/>
            <p:nvPr/>
          </p:nvSpPr>
          <p:spPr>
            <a:xfrm>
              <a:off x="4817356" y="4944558"/>
              <a:ext cx="2889" cy="3977"/>
            </a:xfrm>
            <a:custGeom>
              <a:avLst/>
              <a:pathLst>
                <a:path w="2889" h="3977">
                  <a:moveTo>
                    <a:pt x="1980" y="978"/>
                  </a:moveTo>
                  <a:lnTo>
                    <a:pt x="2167" y="1172"/>
                  </a:lnTo>
                  <a:lnTo>
                    <a:pt x="2489" y="1261"/>
                  </a:lnTo>
                  <a:lnTo>
                    <a:pt x="2505" y="1266"/>
                  </a:lnTo>
                  <a:lnTo>
                    <a:pt x="2511" y="1268"/>
                  </a:lnTo>
                  <a:lnTo>
                    <a:pt x="2634" y="1312"/>
                  </a:lnTo>
                  <a:lnTo>
                    <a:pt x="2639" y="1347"/>
                  </a:lnTo>
                  <a:lnTo>
                    <a:pt x="2431" y="1523"/>
                  </a:lnTo>
                  <a:lnTo>
                    <a:pt x="2410" y="1540"/>
                  </a:lnTo>
                  <a:lnTo>
                    <a:pt x="2400" y="1548"/>
                  </a:lnTo>
                  <a:lnTo>
                    <a:pt x="2408" y="1663"/>
                  </a:lnTo>
                  <a:lnTo>
                    <a:pt x="2546" y="1794"/>
                  </a:lnTo>
                  <a:lnTo>
                    <a:pt x="2595" y="1841"/>
                  </a:lnTo>
                  <a:lnTo>
                    <a:pt x="2624" y="1840"/>
                  </a:lnTo>
                  <a:lnTo>
                    <a:pt x="2656" y="1839"/>
                  </a:lnTo>
                  <a:lnTo>
                    <a:pt x="2718" y="1837"/>
                  </a:lnTo>
                  <a:lnTo>
                    <a:pt x="2742" y="1836"/>
                  </a:lnTo>
                  <a:lnTo>
                    <a:pt x="2830" y="1833"/>
                  </a:lnTo>
                  <a:lnTo>
                    <a:pt x="2850" y="1832"/>
                  </a:lnTo>
                  <a:lnTo>
                    <a:pt x="2889" y="1971"/>
                  </a:lnTo>
                  <a:lnTo>
                    <a:pt x="2883" y="2033"/>
                  </a:lnTo>
                  <a:lnTo>
                    <a:pt x="2882" y="2050"/>
                  </a:lnTo>
                  <a:lnTo>
                    <a:pt x="2861" y="2304"/>
                  </a:lnTo>
                  <a:lnTo>
                    <a:pt x="2853" y="2401"/>
                  </a:lnTo>
                  <a:lnTo>
                    <a:pt x="2738" y="2532"/>
                  </a:lnTo>
                  <a:lnTo>
                    <a:pt x="2682" y="2595"/>
                  </a:lnTo>
                  <a:lnTo>
                    <a:pt x="2452" y="2611"/>
                  </a:lnTo>
                  <a:lnTo>
                    <a:pt x="2327" y="2742"/>
                  </a:lnTo>
                  <a:lnTo>
                    <a:pt x="1704" y="3190"/>
                  </a:lnTo>
                  <a:lnTo>
                    <a:pt x="1612" y="3255"/>
                  </a:lnTo>
                  <a:lnTo>
                    <a:pt x="1575" y="3281"/>
                  </a:lnTo>
                  <a:lnTo>
                    <a:pt x="1555" y="3295"/>
                  </a:lnTo>
                  <a:lnTo>
                    <a:pt x="1533" y="3310"/>
                  </a:lnTo>
                  <a:lnTo>
                    <a:pt x="1382" y="3450"/>
                  </a:lnTo>
                  <a:lnTo>
                    <a:pt x="1367" y="3465"/>
                  </a:lnTo>
                  <a:lnTo>
                    <a:pt x="1295" y="3532"/>
                  </a:lnTo>
                  <a:lnTo>
                    <a:pt x="1277" y="3571"/>
                  </a:lnTo>
                  <a:lnTo>
                    <a:pt x="1265" y="3598"/>
                  </a:lnTo>
                  <a:lnTo>
                    <a:pt x="1223" y="3691"/>
                  </a:lnTo>
                  <a:lnTo>
                    <a:pt x="1214" y="3710"/>
                  </a:lnTo>
                  <a:lnTo>
                    <a:pt x="1208" y="3723"/>
                  </a:lnTo>
                  <a:lnTo>
                    <a:pt x="1203" y="3930"/>
                  </a:lnTo>
                  <a:lnTo>
                    <a:pt x="1202" y="3948"/>
                  </a:lnTo>
                  <a:lnTo>
                    <a:pt x="1150" y="3957"/>
                  </a:lnTo>
                  <a:lnTo>
                    <a:pt x="1120" y="3962"/>
                  </a:lnTo>
                  <a:lnTo>
                    <a:pt x="1074" y="3971"/>
                  </a:lnTo>
                  <a:lnTo>
                    <a:pt x="1036" y="3977"/>
                  </a:lnTo>
                  <a:lnTo>
                    <a:pt x="928" y="3950"/>
                  </a:lnTo>
                  <a:lnTo>
                    <a:pt x="868" y="3934"/>
                  </a:lnTo>
                  <a:lnTo>
                    <a:pt x="818" y="3925"/>
                  </a:lnTo>
                  <a:lnTo>
                    <a:pt x="652" y="3892"/>
                  </a:lnTo>
                  <a:lnTo>
                    <a:pt x="428" y="3573"/>
                  </a:lnTo>
                  <a:lnTo>
                    <a:pt x="416" y="3555"/>
                  </a:lnTo>
                  <a:lnTo>
                    <a:pt x="324" y="3424"/>
                  </a:lnTo>
                  <a:lnTo>
                    <a:pt x="237" y="3186"/>
                  </a:lnTo>
                  <a:lnTo>
                    <a:pt x="215" y="3124"/>
                  </a:lnTo>
                  <a:lnTo>
                    <a:pt x="196" y="3072"/>
                  </a:lnTo>
                  <a:lnTo>
                    <a:pt x="156" y="2962"/>
                  </a:lnTo>
                  <a:lnTo>
                    <a:pt x="155" y="2953"/>
                  </a:lnTo>
                  <a:lnTo>
                    <a:pt x="199" y="2895"/>
                  </a:lnTo>
                  <a:lnTo>
                    <a:pt x="206" y="2885"/>
                  </a:lnTo>
                  <a:lnTo>
                    <a:pt x="264" y="2808"/>
                  </a:lnTo>
                  <a:lnTo>
                    <a:pt x="427" y="2593"/>
                  </a:lnTo>
                  <a:lnTo>
                    <a:pt x="479" y="2204"/>
                  </a:lnTo>
                  <a:lnTo>
                    <a:pt x="470" y="2174"/>
                  </a:lnTo>
                  <a:lnTo>
                    <a:pt x="456" y="2127"/>
                  </a:lnTo>
                  <a:lnTo>
                    <a:pt x="571" y="2016"/>
                  </a:lnTo>
                  <a:lnTo>
                    <a:pt x="579" y="2008"/>
                  </a:lnTo>
                  <a:lnTo>
                    <a:pt x="562" y="1846"/>
                  </a:lnTo>
                  <a:lnTo>
                    <a:pt x="544" y="1648"/>
                  </a:lnTo>
                  <a:lnTo>
                    <a:pt x="557" y="1643"/>
                  </a:lnTo>
                  <a:lnTo>
                    <a:pt x="600" y="1624"/>
                  </a:lnTo>
                  <a:lnTo>
                    <a:pt x="640" y="1607"/>
                  </a:lnTo>
                  <a:lnTo>
                    <a:pt x="661" y="1621"/>
                  </a:lnTo>
                  <a:lnTo>
                    <a:pt x="670" y="1627"/>
                  </a:lnTo>
                  <a:lnTo>
                    <a:pt x="682" y="1635"/>
                  </a:lnTo>
                  <a:lnTo>
                    <a:pt x="896" y="1778"/>
                  </a:lnTo>
                  <a:lnTo>
                    <a:pt x="928" y="1800"/>
                  </a:lnTo>
                  <a:lnTo>
                    <a:pt x="939" y="1900"/>
                  </a:lnTo>
                  <a:lnTo>
                    <a:pt x="942" y="1933"/>
                  </a:lnTo>
                  <a:lnTo>
                    <a:pt x="944" y="1947"/>
                  </a:lnTo>
                  <a:lnTo>
                    <a:pt x="949" y="2001"/>
                  </a:lnTo>
                  <a:lnTo>
                    <a:pt x="957" y="2074"/>
                  </a:lnTo>
                  <a:lnTo>
                    <a:pt x="964" y="2141"/>
                  </a:lnTo>
                  <a:lnTo>
                    <a:pt x="974" y="2232"/>
                  </a:lnTo>
                  <a:lnTo>
                    <a:pt x="1151" y="2298"/>
                  </a:lnTo>
                  <a:lnTo>
                    <a:pt x="1246" y="2365"/>
                  </a:lnTo>
                  <a:lnTo>
                    <a:pt x="1361" y="2446"/>
                  </a:lnTo>
                  <a:lnTo>
                    <a:pt x="1378" y="2447"/>
                  </a:lnTo>
                  <a:lnTo>
                    <a:pt x="1395" y="2445"/>
                  </a:lnTo>
                  <a:lnTo>
                    <a:pt x="1408" y="2443"/>
                  </a:lnTo>
                  <a:lnTo>
                    <a:pt x="1420" y="2439"/>
                  </a:lnTo>
                  <a:lnTo>
                    <a:pt x="1432" y="2433"/>
                  </a:lnTo>
                  <a:lnTo>
                    <a:pt x="1442" y="2427"/>
                  </a:lnTo>
                  <a:lnTo>
                    <a:pt x="1454" y="2417"/>
                  </a:lnTo>
                  <a:lnTo>
                    <a:pt x="1486" y="2378"/>
                  </a:lnTo>
                  <a:lnTo>
                    <a:pt x="1495" y="2366"/>
                  </a:lnTo>
                  <a:lnTo>
                    <a:pt x="1502" y="2354"/>
                  </a:lnTo>
                  <a:lnTo>
                    <a:pt x="1505" y="2345"/>
                  </a:lnTo>
                  <a:lnTo>
                    <a:pt x="1508" y="2333"/>
                  </a:lnTo>
                  <a:lnTo>
                    <a:pt x="1510" y="2321"/>
                  </a:lnTo>
                  <a:lnTo>
                    <a:pt x="1509" y="2309"/>
                  </a:lnTo>
                  <a:lnTo>
                    <a:pt x="1506" y="2289"/>
                  </a:lnTo>
                  <a:lnTo>
                    <a:pt x="1503" y="2272"/>
                  </a:lnTo>
                  <a:lnTo>
                    <a:pt x="1499" y="2251"/>
                  </a:lnTo>
                  <a:lnTo>
                    <a:pt x="1440" y="2139"/>
                  </a:lnTo>
                  <a:lnTo>
                    <a:pt x="1340" y="1950"/>
                  </a:lnTo>
                  <a:lnTo>
                    <a:pt x="1358" y="1766"/>
                  </a:lnTo>
                  <a:lnTo>
                    <a:pt x="1360" y="1742"/>
                  </a:lnTo>
                  <a:lnTo>
                    <a:pt x="1361" y="1732"/>
                  </a:lnTo>
                  <a:lnTo>
                    <a:pt x="1397" y="1660"/>
                  </a:lnTo>
                  <a:lnTo>
                    <a:pt x="1428" y="1599"/>
                  </a:lnTo>
                  <a:lnTo>
                    <a:pt x="1383" y="1509"/>
                  </a:lnTo>
                  <a:lnTo>
                    <a:pt x="1074" y="1315"/>
                  </a:lnTo>
                  <a:lnTo>
                    <a:pt x="1065" y="1312"/>
                  </a:lnTo>
                  <a:lnTo>
                    <a:pt x="744" y="1226"/>
                  </a:lnTo>
                  <a:lnTo>
                    <a:pt x="726" y="1221"/>
                  </a:lnTo>
                  <a:lnTo>
                    <a:pt x="501" y="1142"/>
                  </a:lnTo>
                  <a:lnTo>
                    <a:pt x="306" y="1256"/>
                  </a:lnTo>
                  <a:lnTo>
                    <a:pt x="276" y="1274"/>
                  </a:lnTo>
                  <a:lnTo>
                    <a:pt x="264" y="1280"/>
                  </a:lnTo>
                  <a:lnTo>
                    <a:pt x="218" y="1307"/>
                  </a:lnTo>
                  <a:lnTo>
                    <a:pt x="178" y="1331"/>
                  </a:lnTo>
                  <a:lnTo>
                    <a:pt x="59" y="1337"/>
                  </a:lnTo>
                  <a:lnTo>
                    <a:pt x="46" y="1316"/>
                  </a:lnTo>
                  <a:lnTo>
                    <a:pt x="27" y="1286"/>
                  </a:lnTo>
                  <a:lnTo>
                    <a:pt x="0" y="1242"/>
                  </a:lnTo>
                  <a:lnTo>
                    <a:pt x="6" y="1155"/>
                  </a:lnTo>
                  <a:lnTo>
                    <a:pt x="73" y="1108"/>
                  </a:lnTo>
                  <a:lnTo>
                    <a:pt x="204" y="1017"/>
                  </a:lnTo>
                  <a:lnTo>
                    <a:pt x="154" y="898"/>
                  </a:lnTo>
                  <a:lnTo>
                    <a:pt x="63" y="721"/>
                  </a:lnTo>
                  <a:lnTo>
                    <a:pt x="156" y="643"/>
                  </a:lnTo>
                  <a:lnTo>
                    <a:pt x="244" y="666"/>
                  </a:lnTo>
                  <a:lnTo>
                    <a:pt x="251" y="668"/>
                  </a:lnTo>
                  <a:lnTo>
                    <a:pt x="271" y="673"/>
                  </a:lnTo>
                  <a:lnTo>
                    <a:pt x="625" y="764"/>
                  </a:lnTo>
                  <a:lnTo>
                    <a:pt x="694" y="797"/>
                  </a:lnTo>
                  <a:lnTo>
                    <a:pt x="854" y="873"/>
                  </a:lnTo>
                  <a:lnTo>
                    <a:pt x="909" y="899"/>
                  </a:lnTo>
                  <a:lnTo>
                    <a:pt x="948" y="907"/>
                  </a:lnTo>
                  <a:lnTo>
                    <a:pt x="1083" y="934"/>
                  </a:lnTo>
                  <a:lnTo>
                    <a:pt x="1293" y="976"/>
                  </a:lnTo>
                  <a:lnTo>
                    <a:pt x="1321" y="982"/>
                  </a:lnTo>
                  <a:lnTo>
                    <a:pt x="1331" y="981"/>
                  </a:lnTo>
                  <a:lnTo>
                    <a:pt x="1445" y="973"/>
                  </a:lnTo>
                  <a:lnTo>
                    <a:pt x="1574" y="964"/>
                  </a:lnTo>
                  <a:lnTo>
                    <a:pt x="1737" y="748"/>
                  </a:lnTo>
                  <a:lnTo>
                    <a:pt x="1775" y="550"/>
                  </a:lnTo>
                  <a:lnTo>
                    <a:pt x="1710" y="358"/>
                  </a:lnTo>
                  <a:lnTo>
                    <a:pt x="1706" y="346"/>
                  </a:lnTo>
                  <a:lnTo>
                    <a:pt x="1691" y="301"/>
                  </a:lnTo>
                  <a:lnTo>
                    <a:pt x="1451" y="185"/>
                  </a:lnTo>
                  <a:lnTo>
                    <a:pt x="1455" y="174"/>
                  </a:lnTo>
                  <a:lnTo>
                    <a:pt x="1457" y="168"/>
                  </a:lnTo>
                  <a:lnTo>
                    <a:pt x="1456" y="154"/>
                  </a:lnTo>
                  <a:lnTo>
                    <a:pt x="1463" y="137"/>
                  </a:lnTo>
                  <a:lnTo>
                    <a:pt x="1471" y="117"/>
                  </a:lnTo>
                  <a:lnTo>
                    <a:pt x="1485" y="77"/>
                  </a:lnTo>
                  <a:lnTo>
                    <a:pt x="1489" y="63"/>
                  </a:lnTo>
                  <a:lnTo>
                    <a:pt x="1496" y="31"/>
                  </a:lnTo>
                  <a:lnTo>
                    <a:pt x="1504" y="0"/>
                  </a:lnTo>
                  <a:lnTo>
                    <a:pt x="1510" y="0"/>
                  </a:lnTo>
                  <a:lnTo>
                    <a:pt x="1520" y="8"/>
                  </a:lnTo>
                  <a:lnTo>
                    <a:pt x="1898" y="152"/>
                  </a:lnTo>
                  <a:lnTo>
                    <a:pt x="1963" y="241"/>
                  </a:lnTo>
                  <a:lnTo>
                    <a:pt x="2030" y="335"/>
                  </a:lnTo>
                  <a:lnTo>
                    <a:pt x="2057" y="372"/>
                  </a:lnTo>
                  <a:lnTo>
                    <a:pt x="2057" y="398"/>
                  </a:lnTo>
                  <a:lnTo>
                    <a:pt x="2058" y="414"/>
                  </a:lnTo>
                  <a:lnTo>
                    <a:pt x="2059" y="470"/>
                  </a:lnTo>
                  <a:lnTo>
                    <a:pt x="1908" y="735"/>
                  </a:lnTo>
                  <a:lnTo>
                    <a:pt x="1894" y="759"/>
                  </a:lnTo>
                  <a:lnTo>
                    <a:pt x="1862" y="816"/>
                  </a:lnTo>
                  <a:lnTo>
                    <a:pt x="1893" y="923"/>
                  </a:lnTo>
                  <a:lnTo>
                    <a:pt x="1980" y="97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l1499"/>
            <p:cNvSpPr/>
            <p:nvPr/>
          </p:nvSpPr>
          <p:spPr>
            <a:xfrm>
              <a:off x="4778227" y="4938265"/>
              <a:ext cx="4367" cy="3996"/>
            </a:xfrm>
            <a:custGeom>
              <a:avLst/>
              <a:pathLst>
                <a:path w="4367" h="3996">
                  <a:moveTo>
                    <a:pt x="4099" y="310"/>
                  </a:moveTo>
                  <a:lnTo>
                    <a:pt x="3909" y="410"/>
                  </a:lnTo>
                  <a:lnTo>
                    <a:pt x="3830" y="399"/>
                  </a:lnTo>
                  <a:lnTo>
                    <a:pt x="3812" y="370"/>
                  </a:lnTo>
                  <a:lnTo>
                    <a:pt x="3763" y="294"/>
                  </a:lnTo>
                  <a:lnTo>
                    <a:pt x="3729" y="291"/>
                  </a:lnTo>
                  <a:lnTo>
                    <a:pt x="3714" y="289"/>
                  </a:lnTo>
                  <a:lnTo>
                    <a:pt x="3703" y="287"/>
                  </a:lnTo>
                  <a:lnTo>
                    <a:pt x="3694" y="288"/>
                  </a:lnTo>
                  <a:lnTo>
                    <a:pt x="3663" y="296"/>
                  </a:lnTo>
                  <a:lnTo>
                    <a:pt x="3636" y="314"/>
                  </a:lnTo>
                  <a:lnTo>
                    <a:pt x="3428" y="615"/>
                  </a:lnTo>
                  <a:lnTo>
                    <a:pt x="3428" y="623"/>
                  </a:lnTo>
                  <a:lnTo>
                    <a:pt x="3432" y="628"/>
                  </a:lnTo>
                  <a:lnTo>
                    <a:pt x="3438" y="632"/>
                  </a:lnTo>
                  <a:lnTo>
                    <a:pt x="3438" y="639"/>
                  </a:lnTo>
                  <a:lnTo>
                    <a:pt x="3438" y="652"/>
                  </a:lnTo>
                  <a:lnTo>
                    <a:pt x="3439" y="659"/>
                  </a:lnTo>
                  <a:lnTo>
                    <a:pt x="3441" y="665"/>
                  </a:lnTo>
                  <a:lnTo>
                    <a:pt x="3440" y="676"/>
                  </a:lnTo>
                  <a:lnTo>
                    <a:pt x="3299" y="826"/>
                  </a:lnTo>
                  <a:lnTo>
                    <a:pt x="3280" y="846"/>
                  </a:lnTo>
                  <a:lnTo>
                    <a:pt x="3252" y="892"/>
                  </a:lnTo>
                  <a:lnTo>
                    <a:pt x="3194" y="1060"/>
                  </a:lnTo>
                  <a:lnTo>
                    <a:pt x="3184" y="1351"/>
                  </a:lnTo>
                  <a:lnTo>
                    <a:pt x="3180" y="1419"/>
                  </a:lnTo>
                  <a:lnTo>
                    <a:pt x="3181" y="1462"/>
                  </a:lnTo>
                  <a:lnTo>
                    <a:pt x="3188" y="1494"/>
                  </a:lnTo>
                  <a:lnTo>
                    <a:pt x="3189" y="1509"/>
                  </a:lnTo>
                  <a:lnTo>
                    <a:pt x="3239" y="1545"/>
                  </a:lnTo>
                  <a:lnTo>
                    <a:pt x="3288" y="1600"/>
                  </a:lnTo>
                  <a:lnTo>
                    <a:pt x="3368" y="1692"/>
                  </a:lnTo>
                  <a:lnTo>
                    <a:pt x="3534" y="1904"/>
                  </a:lnTo>
                  <a:lnTo>
                    <a:pt x="3537" y="1911"/>
                  </a:lnTo>
                  <a:lnTo>
                    <a:pt x="3541" y="1916"/>
                  </a:lnTo>
                  <a:lnTo>
                    <a:pt x="3547" y="1918"/>
                  </a:lnTo>
                  <a:lnTo>
                    <a:pt x="3569" y="1958"/>
                  </a:lnTo>
                  <a:lnTo>
                    <a:pt x="3590" y="2004"/>
                  </a:lnTo>
                  <a:lnTo>
                    <a:pt x="3604" y="2023"/>
                  </a:lnTo>
                  <a:lnTo>
                    <a:pt x="3626" y="2056"/>
                  </a:lnTo>
                  <a:lnTo>
                    <a:pt x="3718" y="2230"/>
                  </a:lnTo>
                  <a:lnTo>
                    <a:pt x="3728" y="2320"/>
                  </a:lnTo>
                  <a:lnTo>
                    <a:pt x="3653" y="2504"/>
                  </a:lnTo>
                  <a:lnTo>
                    <a:pt x="3667" y="2524"/>
                  </a:lnTo>
                  <a:lnTo>
                    <a:pt x="3681" y="2544"/>
                  </a:lnTo>
                  <a:lnTo>
                    <a:pt x="3730" y="2617"/>
                  </a:lnTo>
                  <a:lnTo>
                    <a:pt x="3759" y="2658"/>
                  </a:lnTo>
                  <a:lnTo>
                    <a:pt x="3793" y="2667"/>
                  </a:lnTo>
                  <a:lnTo>
                    <a:pt x="3824" y="2676"/>
                  </a:lnTo>
                  <a:lnTo>
                    <a:pt x="3904" y="2698"/>
                  </a:lnTo>
                  <a:lnTo>
                    <a:pt x="3918" y="2701"/>
                  </a:lnTo>
                  <a:lnTo>
                    <a:pt x="3918" y="2736"/>
                  </a:lnTo>
                  <a:lnTo>
                    <a:pt x="3918" y="2809"/>
                  </a:lnTo>
                  <a:lnTo>
                    <a:pt x="3918" y="2830"/>
                  </a:lnTo>
                  <a:lnTo>
                    <a:pt x="3931" y="2913"/>
                  </a:lnTo>
                  <a:lnTo>
                    <a:pt x="3942" y="2989"/>
                  </a:lnTo>
                  <a:lnTo>
                    <a:pt x="3944" y="3003"/>
                  </a:lnTo>
                  <a:lnTo>
                    <a:pt x="3947" y="3019"/>
                  </a:lnTo>
                  <a:lnTo>
                    <a:pt x="3946" y="3026"/>
                  </a:lnTo>
                  <a:lnTo>
                    <a:pt x="3940" y="3034"/>
                  </a:lnTo>
                  <a:lnTo>
                    <a:pt x="3927" y="3039"/>
                  </a:lnTo>
                  <a:lnTo>
                    <a:pt x="3922" y="3043"/>
                  </a:lnTo>
                  <a:lnTo>
                    <a:pt x="3910" y="3051"/>
                  </a:lnTo>
                  <a:lnTo>
                    <a:pt x="3903" y="3052"/>
                  </a:lnTo>
                  <a:lnTo>
                    <a:pt x="3890" y="3052"/>
                  </a:lnTo>
                  <a:lnTo>
                    <a:pt x="3858" y="3051"/>
                  </a:lnTo>
                  <a:lnTo>
                    <a:pt x="3809" y="3055"/>
                  </a:lnTo>
                  <a:lnTo>
                    <a:pt x="3798" y="3055"/>
                  </a:lnTo>
                  <a:lnTo>
                    <a:pt x="3790" y="3051"/>
                  </a:lnTo>
                  <a:lnTo>
                    <a:pt x="3786" y="3046"/>
                  </a:lnTo>
                  <a:lnTo>
                    <a:pt x="3786" y="3040"/>
                  </a:lnTo>
                  <a:lnTo>
                    <a:pt x="3786" y="3031"/>
                  </a:lnTo>
                  <a:lnTo>
                    <a:pt x="3786" y="3019"/>
                  </a:lnTo>
                  <a:lnTo>
                    <a:pt x="3784" y="3011"/>
                  </a:lnTo>
                  <a:lnTo>
                    <a:pt x="3778" y="3005"/>
                  </a:lnTo>
                  <a:lnTo>
                    <a:pt x="3745" y="2985"/>
                  </a:lnTo>
                  <a:lnTo>
                    <a:pt x="3717" y="2975"/>
                  </a:lnTo>
                  <a:lnTo>
                    <a:pt x="3706" y="2972"/>
                  </a:lnTo>
                  <a:lnTo>
                    <a:pt x="3697" y="2969"/>
                  </a:lnTo>
                  <a:lnTo>
                    <a:pt x="3474" y="2915"/>
                  </a:lnTo>
                  <a:lnTo>
                    <a:pt x="3300" y="2789"/>
                  </a:lnTo>
                  <a:lnTo>
                    <a:pt x="3228" y="2737"/>
                  </a:lnTo>
                  <a:lnTo>
                    <a:pt x="3200" y="2726"/>
                  </a:lnTo>
                  <a:lnTo>
                    <a:pt x="3180" y="2720"/>
                  </a:lnTo>
                  <a:lnTo>
                    <a:pt x="3157" y="2719"/>
                  </a:lnTo>
                  <a:lnTo>
                    <a:pt x="3123" y="2721"/>
                  </a:lnTo>
                  <a:lnTo>
                    <a:pt x="3095" y="2724"/>
                  </a:lnTo>
                  <a:lnTo>
                    <a:pt x="3072" y="2732"/>
                  </a:lnTo>
                  <a:lnTo>
                    <a:pt x="3058" y="2737"/>
                  </a:lnTo>
                  <a:lnTo>
                    <a:pt x="3053" y="2740"/>
                  </a:lnTo>
                  <a:lnTo>
                    <a:pt x="3040" y="2753"/>
                  </a:lnTo>
                  <a:lnTo>
                    <a:pt x="3030" y="2768"/>
                  </a:lnTo>
                  <a:lnTo>
                    <a:pt x="3028" y="2777"/>
                  </a:lnTo>
                  <a:lnTo>
                    <a:pt x="3029" y="2800"/>
                  </a:lnTo>
                  <a:lnTo>
                    <a:pt x="3025" y="2811"/>
                  </a:lnTo>
                  <a:lnTo>
                    <a:pt x="3024" y="2822"/>
                  </a:lnTo>
                  <a:lnTo>
                    <a:pt x="3026" y="2827"/>
                  </a:lnTo>
                  <a:lnTo>
                    <a:pt x="3026" y="2833"/>
                  </a:lnTo>
                  <a:lnTo>
                    <a:pt x="3034" y="2836"/>
                  </a:lnTo>
                  <a:lnTo>
                    <a:pt x="3039" y="2838"/>
                  </a:lnTo>
                  <a:lnTo>
                    <a:pt x="3042" y="2843"/>
                  </a:lnTo>
                  <a:lnTo>
                    <a:pt x="3047" y="2855"/>
                  </a:lnTo>
                  <a:lnTo>
                    <a:pt x="3049" y="2861"/>
                  </a:lnTo>
                  <a:lnTo>
                    <a:pt x="3047" y="2867"/>
                  </a:lnTo>
                  <a:lnTo>
                    <a:pt x="3040" y="2867"/>
                  </a:lnTo>
                  <a:lnTo>
                    <a:pt x="3034" y="2864"/>
                  </a:lnTo>
                  <a:lnTo>
                    <a:pt x="3019" y="2864"/>
                  </a:lnTo>
                  <a:lnTo>
                    <a:pt x="2998" y="2861"/>
                  </a:lnTo>
                  <a:lnTo>
                    <a:pt x="2991" y="2860"/>
                  </a:lnTo>
                  <a:lnTo>
                    <a:pt x="2981" y="2850"/>
                  </a:lnTo>
                  <a:lnTo>
                    <a:pt x="2934" y="2805"/>
                  </a:lnTo>
                  <a:lnTo>
                    <a:pt x="2919" y="2792"/>
                  </a:lnTo>
                  <a:lnTo>
                    <a:pt x="2915" y="2783"/>
                  </a:lnTo>
                  <a:lnTo>
                    <a:pt x="2913" y="2777"/>
                  </a:lnTo>
                  <a:lnTo>
                    <a:pt x="2926" y="2737"/>
                  </a:lnTo>
                  <a:lnTo>
                    <a:pt x="2933" y="2708"/>
                  </a:lnTo>
                  <a:lnTo>
                    <a:pt x="2939" y="2694"/>
                  </a:lnTo>
                  <a:lnTo>
                    <a:pt x="2958" y="2669"/>
                  </a:lnTo>
                  <a:lnTo>
                    <a:pt x="3058" y="2622"/>
                  </a:lnTo>
                  <a:lnTo>
                    <a:pt x="3096" y="2605"/>
                  </a:lnTo>
                  <a:lnTo>
                    <a:pt x="3117" y="2593"/>
                  </a:lnTo>
                  <a:lnTo>
                    <a:pt x="3118" y="2586"/>
                  </a:lnTo>
                  <a:lnTo>
                    <a:pt x="3118" y="2579"/>
                  </a:lnTo>
                  <a:lnTo>
                    <a:pt x="3123" y="2550"/>
                  </a:lnTo>
                  <a:lnTo>
                    <a:pt x="3122" y="2526"/>
                  </a:lnTo>
                  <a:lnTo>
                    <a:pt x="3117" y="2501"/>
                  </a:lnTo>
                  <a:lnTo>
                    <a:pt x="3100" y="2464"/>
                  </a:lnTo>
                  <a:lnTo>
                    <a:pt x="3078" y="2428"/>
                  </a:lnTo>
                  <a:lnTo>
                    <a:pt x="3061" y="2396"/>
                  </a:lnTo>
                  <a:lnTo>
                    <a:pt x="3037" y="2377"/>
                  </a:lnTo>
                  <a:lnTo>
                    <a:pt x="2987" y="2358"/>
                  </a:lnTo>
                  <a:lnTo>
                    <a:pt x="2823" y="2296"/>
                  </a:lnTo>
                  <a:lnTo>
                    <a:pt x="2816" y="2297"/>
                  </a:lnTo>
                  <a:lnTo>
                    <a:pt x="2534" y="2332"/>
                  </a:lnTo>
                  <a:lnTo>
                    <a:pt x="2492" y="2339"/>
                  </a:lnTo>
                  <a:lnTo>
                    <a:pt x="2427" y="2356"/>
                  </a:lnTo>
                  <a:lnTo>
                    <a:pt x="2395" y="2367"/>
                  </a:lnTo>
                  <a:lnTo>
                    <a:pt x="2359" y="2384"/>
                  </a:lnTo>
                  <a:lnTo>
                    <a:pt x="2293" y="2424"/>
                  </a:lnTo>
                  <a:lnTo>
                    <a:pt x="2253" y="2458"/>
                  </a:lnTo>
                  <a:lnTo>
                    <a:pt x="2213" y="2503"/>
                  </a:lnTo>
                  <a:lnTo>
                    <a:pt x="2196" y="2529"/>
                  </a:lnTo>
                  <a:lnTo>
                    <a:pt x="2188" y="2561"/>
                  </a:lnTo>
                  <a:lnTo>
                    <a:pt x="2185" y="2592"/>
                  </a:lnTo>
                  <a:lnTo>
                    <a:pt x="2219" y="2624"/>
                  </a:lnTo>
                  <a:lnTo>
                    <a:pt x="2253" y="2656"/>
                  </a:lnTo>
                  <a:lnTo>
                    <a:pt x="2262" y="2667"/>
                  </a:lnTo>
                  <a:lnTo>
                    <a:pt x="2338" y="2760"/>
                  </a:lnTo>
                  <a:lnTo>
                    <a:pt x="2405" y="2869"/>
                  </a:lnTo>
                  <a:lnTo>
                    <a:pt x="2430" y="2910"/>
                  </a:lnTo>
                  <a:lnTo>
                    <a:pt x="2402" y="2957"/>
                  </a:lnTo>
                  <a:lnTo>
                    <a:pt x="2397" y="2966"/>
                  </a:lnTo>
                  <a:lnTo>
                    <a:pt x="2366" y="2988"/>
                  </a:lnTo>
                  <a:lnTo>
                    <a:pt x="2281" y="3046"/>
                  </a:lnTo>
                  <a:lnTo>
                    <a:pt x="2256" y="3063"/>
                  </a:lnTo>
                  <a:lnTo>
                    <a:pt x="2174" y="3120"/>
                  </a:lnTo>
                  <a:lnTo>
                    <a:pt x="2165" y="3219"/>
                  </a:lnTo>
                  <a:lnTo>
                    <a:pt x="2267" y="3247"/>
                  </a:lnTo>
                  <a:lnTo>
                    <a:pt x="2282" y="3373"/>
                  </a:lnTo>
                  <a:lnTo>
                    <a:pt x="2284" y="3395"/>
                  </a:lnTo>
                  <a:lnTo>
                    <a:pt x="2279" y="3400"/>
                  </a:lnTo>
                  <a:lnTo>
                    <a:pt x="2263" y="3411"/>
                  </a:lnTo>
                  <a:lnTo>
                    <a:pt x="2248" y="3421"/>
                  </a:lnTo>
                  <a:lnTo>
                    <a:pt x="2208" y="3446"/>
                  </a:lnTo>
                  <a:lnTo>
                    <a:pt x="2096" y="3519"/>
                  </a:lnTo>
                  <a:lnTo>
                    <a:pt x="2083" y="3527"/>
                  </a:lnTo>
                  <a:lnTo>
                    <a:pt x="1977" y="3591"/>
                  </a:lnTo>
                  <a:lnTo>
                    <a:pt x="1908" y="3632"/>
                  </a:lnTo>
                  <a:lnTo>
                    <a:pt x="1877" y="3650"/>
                  </a:lnTo>
                  <a:lnTo>
                    <a:pt x="1863" y="3659"/>
                  </a:lnTo>
                  <a:lnTo>
                    <a:pt x="1800" y="3694"/>
                  </a:lnTo>
                  <a:lnTo>
                    <a:pt x="1760" y="3716"/>
                  </a:lnTo>
                  <a:lnTo>
                    <a:pt x="1679" y="3761"/>
                  </a:lnTo>
                  <a:lnTo>
                    <a:pt x="1470" y="3939"/>
                  </a:lnTo>
                  <a:lnTo>
                    <a:pt x="1457" y="3942"/>
                  </a:lnTo>
                  <a:lnTo>
                    <a:pt x="1259" y="3986"/>
                  </a:lnTo>
                  <a:lnTo>
                    <a:pt x="1213" y="3996"/>
                  </a:lnTo>
                  <a:lnTo>
                    <a:pt x="1154" y="3967"/>
                  </a:lnTo>
                  <a:lnTo>
                    <a:pt x="1016" y="3900"/>
                  </a:lnTo>
                  <a:lnTo>
                    <a:pt x="923" y="3706"/>
                  </a:lnTo>
                  <a:lnTo>
                    <a:pt x="918" y="3695"/>
                  </a:lnTo>
                  <a:lnTo>
                    <a:pt x="872" y="3627"/>
                  </a:lnTo>
                  <a:lnTo>
                    <a:pt x="853" y="3599"/>
                  </a:lnTo>
                  <a:lnTo>
                    <a:pt x="758" y="3461"/>
                  </a:lnTo>
                  <a:lnTo>
                    <a:pt x="716" y="3418"/>
                  </a:lnTo>
                  <a:lnTo>
                    <a:pt x="476" y="3178"/>
                  </a:lnTo>
                  <a:lnTo>
                    <a:pt x="446" y="3158"/>
                  </a:lnTo>
                  <a:lnTo>
                    <a:pt x="402" y="3138"/>
                  </a:lnTo>
                  <a:lnTo>
                    <a:pt x="264" y="3149"/>
                  </a:lnTo>
                  <a:lnTo>
                    <a:pt x="249" y="3150"/>
                  </a:lnTo>
                  <a:lnTo>
                    <a:pt x="227" y="3152"/>
                  </a:lnTo>
                  <a:lnTo>
                    <a:pt x="193" y="3128"/>
                  </a:lnTo>
                  <a:lnTo>
                    <a:pt x="187" y="3068"/>
                  </a:lnTo>
                  <a:lnTo>
                    <a:pt x="173" y="2917"/>
                  </a:lnTo>
                  <a:lnTo>
                    <a:pt x="172" y="2906"/>
                  </a:lnTo>
                  <a:lnTo>
                    <a:pt x="145" y="2609"/>
                  </a:lnTo>
                  <a:lnTo>
                    <a:pt x="148" y="2571"/>
                  </a:lnTo>
                  <a:lnTo>
                    <a:pt x="153" y="2523"/>
                  </a:lnTo>
                  <a:lnTo>
                    <a:pt x="288" y="2478"/>
                  </a:lnTo>
                  <a:lnTo>
                    <a:pt x="303" y="2476"/>
                  </a:lnTo>
                  <a:lnTo>
                    <a:pt x="317" y="2470"/>
                  </a:lnTo>
                  <a:lnTo>
                    <a:pt x="330" y="2454"/>
                  </a:lnTo>
                  <a:lnTo>
                    <a:pt x="333" y="2446"/>
                  </a:lnTo>
                  <a:lnTo>
                    <a:pt x="342" y="2415"/>
                  </a:lnTo>
                  <a:lnTo>
                    <a:pt x="346" y="2378"/>
                  </a:lnTo>
                  <a:lnTo>
                    <a:pt x="345" y="2353"/>
                  </a:lnTo>
                  <a:lnTo>
                    <a:pt x="340" y="2331"/>
                  </a:lnTo>
                  <a:lnTo>
                    <a:pt x="333" y="2303"/>
                  </a:lnTo>
                  <a:lnTo>
                    <a:pt x="307" y="2246"/>
                  </a:lnTo>
                  <a:lnTo>
                    <a:pt x="268" y="2197"/>
                  </a:lnTo>
                  <a:lnTo>
                    <a:pt x="230" y="2135"/>
                  </a:lnTo>
                  <a:lnTo>
                    <a:pt x="205" y="2097"/>
                  </a:lnTo>
                  <a:lnTo>
                    <a:pt x="177" y="2040"/>
                  </a:lnTo>
                  <a:lnTo>
                    <a:pt x="148" y="1990"/>
                  </a:lnTo>
                  <a:lnTo>
                    <a:pt x="111" y="1941"/>
                  </a:lnTo>
                  <a:lnTo>
                    <a:pt x="70" y="1896"/>
                  </a:lnTo>
                  <a:lnTo>
                    <a:pt x="42" y="1873"/>
                  </a:lnTo>
                  <a:lnTo>
                    <a:pt x="24" y="1862"/>
                  </a:lnTo>
                  <a:lnTo>
                    <a:pt x="14" y="1856"/>
                  </a:lnTo>
                  <a:lnTo>
                    <a:pt x="0" y="1840"/>
                  </a:lnTo>
                  <a:lnTo>
                    <a:pt x="0" y="1832"/>
                  </a:lnTo>
                  <a:lnTo>
                    <a:pt x="8" y="1827"/>
                  </a:lnTo>
                  <a:lnTo>
                    <a:pt x="25" y="1824"/>
                  </a:lnTo>
                  <a:lnTo>
                    <a:pt x="43" y="1824"/>
                  </a:lnTo>
                  <a:lnTo>
                    <a:pt x="57" y="1825"/>
                  </a:lnTo>
                  <a:lnTo>
                    <a:pt x="116" y="1828"/>
                  </a:lnTo>
                  <a:lnTo>
                    <a:pt x="133" y="1828"/>
                  </a:lnTo>
                  <a:lnTo>
                    <a:pt x="220" y="1836"/>
                  </a:lnTo>
                  <a:lnTo>
                    <a:pt x="289" y="1840"/>
                  </a:lnTo>
                  <a:lnTo>
                    <a:pt x="370" y="1841"/>
                  </a:lnTo>
                  <a:lnTo>
                    <a:pt x="483" y="1839"/>
                  </a:lnTo>
                  <a:lnTo>
                    <a:pt x="587" y="1831"/>
                  </a:lnTo>
                  <a:lnTo>
                    <a:pt x="609" y="1830"/>
                  </a:lnTo>
                  <a:lnTo>
                    <a:pt x="617" y="1830"/>
                  </a:lnTo>
                  <a:lnTo>
                    <a:pt x="623" y="1830"/>
                  </a:lnTo>
                  <a:lnTo>
                    <a:pt x="637" y="1828"/>
                  </a:lnTo>
                  <a:lnTo>
                    <a:pt x="642" y="1828"/>
                  </a:lnTo>
                  <a:lnTo>
                    <a:pt x="650" y="1830"/>
                  </a:lnTo>
                  <a:lnTo>
                    <a:pt x="690" y="1826"/>
                  </a:lnTo>
                  <a:lnTo>
                    <a:pt x="790" y="1813"/>
                  </a:lnTo>
                  <a:lnTo>
                    <a:pt x="881" y="1795"/>
                  </a:lnTo>
                  <a:lnTo>
                    <a:pt x="934" y="1784"/>
                  </a:lnTo>
                  <a:lnTo>
                    <a:pt x="978" y="1766"/>
                  </a:lnTo>
                  <a:lnTo>
                    <a:pt x="1026" y="1741"/>
                  </a:lnTo>
                  <a:lnTo>
                    <a:pt x="1041" y="1724"/>
                  </a:lnTo>
                  <a:lnTo>
                    <a:pt x="1114" y="1640"/>
                  </a:lnTo>
                  <a:lnTo>
                    <a:pt x="1130" y="1622"/>
                  </a:lnTo>
                  <a:lnTo>
                    <a:pt x="1119" y="1555"/>
                  </a:lnTo>
                  <a:lnTo>
                    <a:pt x="1117" y="1542"/>
                  </a:lnTo>
                  <a:lnTo>
                    <a:pt x="1178" y="1441"/>
                  </a:lnTo>
                  <a:lnTo>
                    <a:pt x="1206" y="1395"/>
                  </a:lnTo>
                  <a:lnTo>
                    <a:pt x="1287" y="1373"/>
                  </a:lnTo>
                  <a:lnTo>
                    <a:pt x="1442" y="1331"/>
                  </a:lnTo>
                  <a:lnTo>
                    <a:pt x="1563" y="1194"/>
                  </a:lnTo>
                  <a:lnTo>
                    <a:pt x="1544" y="1165"/>
                  </a:lnTo>
                  <a:lnTo>
                    <a:pt x="1349" y="871"/>
                  </a:lnTo>
                  <a:lnTo>
                    <a:pt x="1347" y="862"/>
                  </a:lnTo>
                  <a:lnTo>
                    <a:pt x="1347" y="856"/>
                  </a:lnTo>
                  <a:lnTo>
                    <a:pt x="1377" y="833"/>
                  </a:lnTo>
                  <a:lnTo>
                    <a:pt x="1475" y="800"/>
                  </a:lnTo>
                  <a:lnTo>
                    <a:pt x="1494" y="802"/>
                  </a:lnTo>
                  <a:lnTo>
                    <a:pt x="1516" y="805"/>
                  </a:lnTo>
                  <a:lnTo>
                    <a:pt x="1665" y="822"/>
                  </a:lnTo>
                  <a:lnTo>
                    <a:pt x="1724" y="829"/>
                  </a:lnTo>
                  <a:lnTo>
                    <a:pt x="1771" y="833"/>
                  </a:lnTo>
                  <a:lnTo>
                    <a:pt x="1812" y="837"/>
                  </a:lnTo>
                  <a:lnTo>
                    <a:pt x="1940" y="847"/>
                  </a:lnTo>
                  <a:lnTo>
                    <a:pt x="2105" y="862"/>
                  </a:lnTo>
                  <a:lnTo>
                    <a:pt x="2149" y="865"/>
                  </a:lnTo>
                  <a:lnTo>
                    <a:pt x="2214" y="871"/>
                  </a:lnTo>
                  <a:lnTo>
                    <a:pt x="2247" y="869"/>
                  </a:lnTo>
                  <a:lnTo>
                    <a:pt x="2281" y="863"/>
                  </a:lnTo>
                  <a:lnTo>
                    <a:pt x="2332" y="854"/>
                  </a:lnTo>
                  <a:lnTo>
                    <a:pt x="2447" y="828"/>
                  </a:lnTo>
                  <a:lnTo>
                    <a:pt x="2578" y="807"/>
                  </a:lnTo>
                  <a:lnTo>
                    <a:pt x="2663" y="792"/>
                  </a:lnTo>
                  <a:lnTo>
                    <a:pt x="2742" y="774"/>
                  </a:lnTo>
                  <a:lnTo>
                    <a:pt x="2832" y="750"/>
                  </a:lnTo>
                  <a:lnTo>
                    <a:pt x="2885" y="731"/>
                  </a:lnTo>
                  <a:lnTo>
                    <a:pt x="2924" y="718"/>
                  </a:lnTo>
                  <a:lnTo>
                    <a:pt x="2936" y="713"/>
                  </a:lnTo>
                  <a:lnTo>
                    <a:pt x="2954" y="705"/>
                  </a:lnTo>
                  <a:lnTo>
                    <a:pt x="2987" y="689"/>
                  </a:lnTo>
                  <a:lnTo>
                    <a:pt x="3037" y="659"/>
                  </a:lnTo>
                  <a:lnTo>
                    <a:pt x="3065" y="627"/>
                  </a:lnTo>
                  <a:lnTo>
                    <a:pt x="3053" y="563"/>
                  </a:lnTo>
                  <a:lnTo>
                    <a:pt x="3049" y="544"/>
                  </a:lnTo>
                  <a:lnTo>
                    <a:pt x="3047" y="533"/>
                  </a:lnTo>
                  <a:lnTo>
                    <a:pt x="3041" y="500"/>
                  </a:lnTo>
                  <a:lnTo>
                    <a:pt x="3025" y="450"/>
                  </a:lnTo>
                  <a:lnTo>
                    <a:pt x="3041" y="424"/>
                  </a:lnTo>
                  <a:lnTo>
                    <a:pt x="3098" y="413"/>
                  </a:lnTo>
                  <a:lnTo>
                    <a:pt x="3314" y="367"/>
                  </a:lnTo>
                  <a:lnTo>
                    <a:pt x="3354" y="357"/>
                  </a:lnTo>
                  <a:lnTo>
                    <a:pt x="3619" y="287"/>
                  </a:lnTo>
                  <a:lnTo>
                    <a:pt x="3716" y="244"/>
                  </a:lnTo>
                  <a:lnTo>
                    <a:pt x="3726" y="234"/>
                  </a:lnTo>
                  <a:lnTo>
                    <a:pt x="3759" y="201"/>
                  </a:lnTo>
                  <a:lnTo>
                    <a:pt x="3906" y="160"/>
                  </a:lnTo>
                  <a:lnTo>
                    <a:pt x="3919" y="153"/>
                  </a:lnTo>
                  <a:lnTo>
                    <a:pt x="4030" y="97"/>
                  </a:lnTo>
                  <a:lnTo>
                    <a:pt x="4076" y="74"/>
                  </a:lnTo>
                  <a:lnTo>
                    <a:pt x="4091" y="12"/>
                  </a:lnTo>
                  <a:lnTo>
                    <a:pt x="4102" y="6"/>
                  </a:lnTo>
                  <a:lnTo>
                    <a:pt x="4111" y="1"/>
                  </a:lnTo>
                  <a:lnTo>
                    <a:pt x="4144" y="0"/>
                  </a:lnTo>
                  <a:lnTo>
                    <a:pt x="4151" y="1"/>
                  </a:lnTo>
                  <a:lnTo>
                    <a:pt x="4338" y="29"/>
                  </a:lnTo>
                  <a:lnTo>
                    <a:pt x="4354" y="32"/>
                  </a:lnTo>
                  <a:lnTo>
                    <a:pt x="4360" y="36"/>
                  </a:lnTo>
                  <a:lnTo>
                    <a:pt x="4365" y="42"/>
                  </a:lnTo>
                  <a:lnTo>
                    <a:pt x="4365" y="55"/>
                  </a:lnTo>
                  <a:lnTo>
                    <a:pt x="4358" y="85"/>
                  </a:lnTo>
                  <a:lnTo>
                    <a:pt x="4358" y="99"/>
                  </a:lnTo>
                  <a:lnTo>
                    <a:pt x="4360" y="116"/>
                  </a:lnTo>
                  <a:lnTo>
                    <a:pt x="4367" y="159"/>
                  </a:lnTo>
                  <a:lnTo>
                    <a:pt x="4367" y="169"/>
                  </a:lnTo>
                  <a:lnTo>
                    <a:pt x="4365" y="181"/>
                  </a:lnTo>
                  <a:lnTo>
                    <a:pt x="4358" y="191"/>
                  </a:lnTo>
                  <a:lnTo>
                    <a:pt x="4261" y="236"/>
                  </a:lnTo>
                  <a:lnTo>
                    <a:pt x="4246" y="243"/>
                  </a:lnTo>
                  <a:lnTo>
                    <a:pt x="4195" y="266"/>
                  </a:lnTo>
                  <a:lnTo>
                    <a:pt x="4099" y="31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l1500"/>
            <p:cNvSpPr/>
            <p:nvPr/>
          </p:nvSpPr>
          <p:spPr>
            <a:xfrm>
              <a:off x="4783061" y="4937296"/>
              <a:ext cx="1470" cy="889"/>
            </a:xfrm>
            <a:custGeom>
              <a:avLst/>
              <a:pathLst>
                <a:path w="1470" h="889">
                  <a:moveTo>
                    <a:pt x="1425" y="551"/>
                  </a:moveTo>
                  <a:lnTo>
                    <a:pt x="1369" y="602"/>
                  </a:lnTo>
                  <a:lnTo>
                    <a:pt x="1343" y="620"/>
                  </a:lnTo>
                  <a:lnTo>
                    <a:pt x="1304" y="647"/>
                  </a:lnTo>
                  <a:lnTo>
                    <a:pt x="1278" y="649"/>
                  </a:lnTo>
                  <a:lnTo>
                    <a:pt x="1263" y="645"/>
                  </a:lnTo>
                  <a:lnTo>
                    <a:pt x="1251" y="636"/>
                  </a:lnTo>
                  <a:lnTo>
                    <a:pt x="1240" y="624"/>
                  </a:lnTo>
                  <a:lnTo>
                    <a:pt x="1230" y="615"/>
                  </a:lnTo>
                  <a:lnTo>
                    <a:pt x="1222" y="609"/>
                  </a:lnTo>
                  <a:lnTo>
                    <a:pt x="1222" y="598"/>
                  </a:lnTo>
                  <a:lnTo>
                    <a:pt x="1222" y="586"/>
                  </a:lnTo>
                  <a:lnTo>
                    <a:pt x="1220" y="576"/>
                  </a:lnTo>
                  <a:lnTo>
                    <a:pt x="1210" y="570"/>
                  </a:lnTo>
                  <a:lnTo>
                    <a:pt x="1186" y="558"/>
                  </a:lnTo>
                  <a:lnTo>
                    <a:pt x="1171" y="554"/>
                  </a:lnTo>
                  <a:lnTo>
                    <a:pt x="1108" y="552"/>
                  </a:lnTo>
                  <a:lnTo>
                    <a:pt x="1074" y="555"/>
                  </a:lnTo>
                  <a:lnTo>
                    <a:pt x="1059" y="566"/>
                  </a:lnTo>
                  <a:lnTo>
                    <a:pt x="1045" y="575"/>
                  </a:lnTo>
                  <a:lnTo>
                    <a:pt x="1031" y="593"/>
                  </a:lnTo>
                  <a:lnTo>
                    <a:pt x="1023" y="607"/>
                  </a:lnTo>
                  <a:lnTo>
                    <a:pt x="1016" y="621"/>
                  </a:lnTo>
                  <a:lnTo>
                    <a:pt x="1009" y="629"/>
                  </a:lnTo>
                  <a:lnTo>
                    <a:pt x="975" y="644"/>
                  </a:lnTo>
                  <a:lnTo>
                    <a:pt x="879" y="643"/>
                  </a:lnTo>
                  <a:lnTo>
                    <a:pt x="748" y="683"/>
                  </a:lnTo>
                  <a:lnTo>
                    <a:pt x="690" y="728"/>
                  </a:lnTo>
                  <a:lnTo>
                    <a:pt x="716" y="783"/>
                  </a:lnTo>
                  <a:lnTo>
                    <a:pt x="704" y="823"/>
                  </a:lnTo>
                  <a:lnTo>
                    <a:pt x="694" y="859"/>
                  </a:lnTo>
                  <a:lnTo>
                    <a:pt x="683" y="870"/>
                  </a:lnTo>
                  <a:lnTo>
                    <a:pt x="662" y="889"/>
                  </a:lnTo>
                  <a:lnTo>
                    <a:pt x="654" y="888"/>
                  </a:lnTo>
                  <a:lnTo>
                    <a:pt x="607" y="881"/>
                  </a:lnTo>
                  <a:lnTo>
                    <a:pt x="602" y="877"/>
                  </a:lnTo>
                  <a:lnTo>
                    <a:pt x="601" y="869"/>
                  </a:lnTo>
                  <a:lnTo>
                    <a:pt x="597" y="863"/>
                  </a:lnTo>
                  <a:lnTo>
                    <a:pt x="590" y="827"/>
                  </a:lnTo>
                  <a:lnTo>
                    <a:pt x="587" y="813"/>
                  </a:lnTo>
                  <a:lnTo>
                    <a:pt x="576" y="757"/>
                  </a:lnTo>
                  <a:lnTo>
                    <a:pt x="566" y="713"/>
                  </a:lnTo>
                  <a:lnTo>
                    <a:pt x="562" y="694"/>
                  </a:lnTo>
                  <a:lnTo>
                    <a:pt x="557" y="669"/>
                  </a:lnTo>
                  <a:lnTo>
                    <a:pt x="482" y="574"/>
                  </a:lnTo>
                  <a:lnTo>
                    <a:pt x="469" y="572"/>
                  </a:lnTo>
                  <a:lnTo>
                    <a:pt x="458" y="571"/>
                  </a:lnTo>
                  <a:lnTo>
                    <a:pt x="424" y="566"/>
                  </a:lnTo>
                  <a:lnTo>
                    <a:pt x="374" y="560"/>
                  </a:lnTo>
                  <a:lnTo>
                    <a:pt x="305" y="552"/>
                  </a:lnTo>
                  <a:lnTo>
                    <a:pt x="278" y="566"/>
                  </a:lnTo>
                  <a:lnTo>
                    <a:pt x="269" y="584"/>
                  </a:lnTo>
                  <a:lnTo>
                    <a:pt x="261" y="601"/>
                  </a:lnTo>
                  <a:lnTo>
                    <a:pt x="226" y="670"/>
                  </a:lnTo>
                  <a:lnTo>
                    <a:pt x="161" y="670"/>
                  </a:lnTo>
                  <a:lnTo>
                    <a:pt x="5" y="600"/>
                  </a:lnTo>
                  <a:lnTo>
                    <a:pt x="0" y="596"/>
                  </a:lnTo>
                  <a:lnTo>
                    <a:pt x="0" y="588"/>
                  </a:lnTo>
                  <a:lnTo>
                    <a:pt x="0" y="581"/>
                  </a:lnTo>
                  <a:lnTo>
                    <a:pt x="8" y="571"/>
                  </a:lnTo>
                  <a:lnTo>
                    <a:pt x="16" y="564"/>
                  </a:lnTo>
                  <a:lnTo>
                    <a:pt x="19" y="559"/>
                  </a:lnTo>
                  <a:lnTo>
                    <a:pt x="30" y="545"/>
                  </a:lnTo>
                  <a:lnTo>
                    <a:pt x="205" y="441"/>
                  </a:lnTo>
                  <a:lnTo>
                    <a:pt x="278" y="374"/>
                  </a:lnTo>
                  <a:lnTo>
                    <a:pt x="294" y="359"/>
                  </a:lnTo>
                  <a:lnTo>
                    <a:pt x="395" y="266"/>
                  </a:lnTo>
                  <a:lnTo>
                    <a:pt x="423" y="240"/>
                  </a:lnTo>
                  <a:lnTo>
                    <a:pt x="438" y="235"/>
                  </a:lnTo>
                  <a:lnTo>
                    <a:pt x="449" y="229"/>
                  </a:lnTo>
                  <a:lnTo>
                    <a:pt x="494" y="201"/>
                  </a:lnTo>
                  <a:lnTo>
                    <a:pt x="548" y="167"/>
                  </a:lnTo>
                  <a:lnTo>
                    <a:pt x="612" y="128"/>
                  </a:lnTo>
                  <a:lnTo>
                    <a:pt x="663" y="84"/>
                  </a:lnTo>
                  <a:lnTo>
                    <a:pt x="693" y="57"/>
                  </a:lnTo>
                  <a:lnTo>
                    <a:pt x="725" y="44"/>
                  </a:lnTo>
                  <a:lnTo>
                    <a:pt x="777" y="21"/>
                  </a:lnTo>
                  <a:lnTo>
                    <a:pt x="800" y="11"/>
                  </a:lnTo>
                  <a:lnTo>
                    <a:pt x="808" y="7"/>
                  </a:lnTo>
                  <a:lnTo>
                    <a:pt x="815" y="2"/>
                  </a:lnTo>
                  <a:lnTo>
                    <a:pt x="826" y="0"/>
                  </a:lnTo>
                  <a:lnTo>
                    <a:pt x="837" y="2"/>
                  </a:lnTo>
                  <a:lnTo>
                    <a:pt x="1157" y="74"/>
                  </a:lnTo>
                  <a:lnTo>
                    <a:pt x="1286" y="145"/>
                  </a:lnTo>
                  <a:lnTo>
                    <a:pt x="1254" y="179"/>
                  </a:lnTo>
                  <a:lnTo>
                    <a:pt x="1228" y="207"/>
                  </a:lnTo>
                  <a:lnTo>
                    <a:pt x="1219" y="231"/>
                  </a:lnTo>
                  <a:lnTo>
                    <a:pt x="1216" y="251"/>
                  </a:lnTo>
                  <a:lnTo>
                    <a:pt x="1216" y="262"/>
                  </a:lnTo>
                  <a:lnTo>
                    <a:pt x="1220" y="270"/>
                  </a:lnTo>
                  <a:lnTo>
                    <a:pt x="1257" y="301"/>
                  </a:lnTo>
                  <a:lnTo>
                    <a:pt x="1395" y="415"/>
                  </a:lnTo>
                  <a:lnTo>
                    <a:pt x="1441" y="453"/>
                  </a:lnTo>
                  <a:lnTo>
                    <a:pt x="1449" y="469"/>
                  </a:lnTo>
                  <a:lnTo>
                    <a:pt x="1470" y="510"/>
                  </a:lnTo>
                  <a:lnTo>
                    <a:pt x="1462" y="517"/>
                  </a:lnTo>
                  <a:lnTo>
                    <a:pt x="1425" y="55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l1501"/>
            <p:cNvSpPr/>
            <p:nvPr/>
          </p:nvSpPr>
          <p:spPr>
            <a:xfrm>
              <a:off x="4791146" y="4937921"/>
              <a:ext cx="1122" cy="984"/>
            </a:xfrm>
            <a:custGeom>
              <a:avLst/>
              <a:pathLst>
                <a:path w="1122" h="984">
                  <a:moveTo>
                    <a:pt x="1116" y="335"/>
                  </a:moveTo>
                  <a:lnTo>
                    <a:pt x="1122" y="465"/>
                  </a:lnTo>
                  <a:lnTo>
                    <a:pt x="1092" y="491"/>
                  </a:lnTo>
                  <a:lnTo>
                    <a:pt x="1069" y="511"/>
                  </a:lnTo>
                  <a:lnTo>
                    <a:pt x="1015" y="557"/>
                  </a:lnTo>
                  <a:lnTo>
                    <a:pt x="1001" y="570"/>
                  </a:lnTo>
                  <a:lnTo>
                    <a:pt x="962" y="608"/>
                  </a:lnTo>
                  <a:lnTo>
                    <a:pt x="921" y="648"/>
                  </a:lnTo>
                  <a:lnTo>
                    <a:pt x="893" y="657"/>
                  </a:lnTo>
                  <a:lnTo>
                    <a:pt x="867" y="664"/>
                  </a:lnTo>
                  <a:lnTo>
                    <a:pt x="722" y="712"/>
                  </a:lnTo>
                  <a:lnTo>
                    <a:pt x="653" y="771"/>
                  </a:lnTo>
                  <a:lnTo>
                    <a:pt x="637" y="773"/>
                  </a:lnTo>
                  <a:lnTo>
                    <a:pt x="615" y="774"/>
                  </a:lnTo>
                  <a:lnTo>
                    <a:pt x="608" y="776"/>
                  </a:lnTo>
                  <a:lnTo>
                    <a:pt x="601" y="776"/>
                  </a:lnTo>
                  <a:lnTo>
                    <a:pt x="593" y="776"/>
                  </a:lnTo>
                  <a:lnTo>
                    <a:pt x="581" y="775"/>
                  </a:lnTo>
                  <a:lnTo>
                    <a:pt x="570" y="771"/>
                  </a:lnTo>
                  <a:lnTo>
                    <a:pt x="547" y="759"/>
                  </a:lnTo>
                  <a:lnTo>
                    <a:pt x="509" y="739"/>
                  </a:lnTo>
                  <a:lnTo>
                    <a:pt x="494" y="730"/>
                  </a:lnTo>
                  <a:lnTo>
                    <a:pt x="485" y="731"/>
                  </a:lnTo>
                  <a:lnTo>
                    <a:pt x="477" y="733"/>
                  </a:lnTo>
                  <a:lnTo>
                    <a:pt x="471" y="737"/>
                  </a:lnTo>
                  <a:lnTo>
                    <a:pt x="464" y="741"/>
                  </a:lnTo>
                  <a:lnTo>
                    <a:pt x="456" y="747"/>
                  </a:lnTo>
                  <a:lnTo>
                    <a:pt x="446" y="756"/>
                  </a:lnTo>
                  <a:lnTo>
                    <a:pt x="437" y="762"/>
                  </a:lnTo>
                  <a:lnTo>
                    <a:pt x="428" y="765"/>
                  </a:lnTo>
                  <a:lnTo>
                    <a:pt x="422" y="768"/>
                  </a:lnTo>
                  <a:lnTo>
                    <a:pt x="414" y="772"/>
                  </a:lnTo>
                  <a:lnTo>
                    <a:pt x="405" y="778"/>
                  </a:lnTo>
                  <a:lnTo>
                    <a:pt x="387" y="799"/>
                  </a:lnTo>
                  <a:lnTo>
                    <a:pt x="382" y="812"/>
                  </a:lnTo>
                  <a:lnTo>
                    <a:pt x="380" y="819"/>
                  </a:lnTo>
                  <a:lnTo>
                    <a:pt x="379" y="830"/>
                  </a:lnTo>
                  <a:lnTo>
                    <a:pt x="388" y="849"/>
                  </a:lnTo>
                  <a:lnTo>
                    <a:pt x="396" y="870"/>
                  </a:lnTo>
                  <a:lnTo>
                    <a:pt x="404" y="879"/>
                  </a:lnTo>
                  <a:lnTo>
                    <a:pt x="433" y="896"/>
                  </a:lnTo>
                  <a:lnTo>
                    <a:pt x="449" y="921"/>
                  </a:lnTo>
                  <a:lnTo>
                    <a:pt x="455" y="933"/>
                  </a:lnTo>
                  <a:lnTo>
                    <a:pt x="456" y="940"/>
                  </a:lnTo>
                  <a:lnTo>
                    <a:pt x="455" y="949"/>
                  </a:lnTo>
                  <a:lnTo>
                    <a:pt x="444" y="963"/>
                  </a:lnTo>
                  <a:lnTo>
                    <a:pt x="430" y="967"/>
                  </a:lnTo>
                  <a:lnTo>
                    <a:pt x="375" y="981"/>
                  </a:lnTo>
                  <a:lnTo>
                    <a:pt x="359" y="984"/>
                  </a:lnTo>
                  <a:lnTo>
                    <a:pt x="244" y="950"/>
                  </a:lnTo>
                  <a:lnTo>
                    <a:pt x="235" y="947"/>
                  </a:lnTo>
                  <a:lnTo>
                    <a:pt x="220" y="930"/>
                  </a:lnTo>
                  <a:lnTo>
                    <a:pt x="212" y="921"/>
                  </a:lnTo>
                  <a:lnTo>
                    <a:pt x="228" y="839"/>
                  </a:lnTo>
                  <a:lnTo>
                    <a:pt x="224" y="831"/>
                  </a:lnTo>
                  <a:lnTo>
                    <a:pt x="216" y="828"/>
                  </a:lnTo>
                  <a:lnTo>
                    <a:pt x="126" y="804"/>
                  </a:lnTo>
                  <a:lnTo>
                    <a:pt x="4" y="758"/>
                  </a:lnTo>
                  <a:lnTo>
                    <a:pt x="2" y="739"/>
                  </a:lnTo>
                  <a:lnTo>
                    <a:pt x="0" y="715"/>
                  </a:lnTo>
                  <a:lnTo>
                    <a:pt x="45" y="695"/>
                  </a:lnTo>
                  <a:lnTo>
                    <a:pt x="55" y="690"/>
                  </a:lnTo>
                  <a:lnTo>
                    <a:pt x="81" y="675"/>
                  </a:lnTo>
                  <a:lnTo>
                    <a:pt x="142" y="637"/>
                  </a:lnTo>
                  <a:lnTo>
                    <a:pt x="192" y="607"/>
                  </a:lnTo>
                  <a:lnTo>
                    <a:pt x="211" y="629"/>
                  </a:lnTo>
                  <a:lnTo>
                    <a:pt x="268" y="693"/>
                  </a:lnTo>
                  <a:lnTo>
                    <a:pt x="275" y="697"/>
                  </a:lnTo>
                  <a:lnTo>
                    <a:pt x="284" y="699"/>
                  </a:lnTo>
                  <a:lnTo>
                    <a:pt x="300" y="698"/>
                  </a:lnTo>
                  <a:lnTo>
                    <a:pt x="326" y="690"/>
                  </a:lnTo>
                  <a:lnTo>
                    <a:pt x="346" y="678"/>
                  </a:lnTo>
                  <a:lnTo>
                    <a:pt x="366" y="662"/>
                  </a:lnTo>
                  <a:lnTo>
                    <a:pt x="369" y="657"/>
                  </a:lnTo>
                  <a:lnTo>
                    <a:pt x="373" y="649"/>
                  </a:lnTo>
                  <a:lnTo>
                    <a:pt x="400" y="587"/>
                  </a:lnTo>
                  <a:lnTo>
                    <a:pt x="417" y="548"/>
                  </a:lnTo>
                  <a:lnTo>
                    <a:pt x="417" y="474"/>
                  </a:lnTo>
                  <a:lnTo>
                    <a:pt x="417" y="425"/>
                  </a:lnTo>
                  <a:lnTo>
                    <a:pt x="417" y="404"/>
                  </a:lnTo>
                  <a:lnTo>
                    <a:pt x="392" y="347"/>
                  </a:lnTo>
                  <a:lnTo>
                    <a:pt x="406" y="309"/>
                  </a:lnTo>
                  <a:lnTo>
                    <a:pt x="438" y="302"/>
                  </a:lnTo>
                  <a:lnTo>
                    <a:pt x="466" y="290"/>
                  </a:lnTo>
                  <a:lnTo>
                    <a:pt x="494" y="269"/>
                  </a:lnTo>
                  <a:lnTo>
                    <a:pt x="512" y="249"/>
                  </a:lnTo>
                  <a:lnTo>
                    <a:pt x="517" y="244"/>
                  </a:lnTo>
                  <a:lnTo>
                    <a:pt x="523" y="233"/>
                  </a:lnTo>
                  <a:lnTo>
                    <a:pt x="536" y="211"/>
                  </a:lnTo>
                  <a:lnTo>
                    <a:pt x="545" y="199"/>
                  </a:lnTo>
                  <a:lnTo>
                    <a:pt x="549" y="190"/>
                  </a:lnTo>
                  <a:lnTo>
                    <a:pt x="552" y="183"/>
                  </a:lnTo>
                  <a:lnTo>
                    <a:pt x="558" y="180"/>
                  </a:lnTo>
                  <a:lnTo>
                    <a:pt x="564" y="179"/>
                  </a:lnTo>
                  <a:lnTo>
                    <a:pt x="570" y="183"/>
                  </a:lnTo>
                  <a:lnTo>
                    <a:pt x="588" y="191"/>
                  </a:lnTo>
                  <a:lnTo>
                    <a:pt x="591" y="196"/>
                  </a:lnTo>
                  <a:lnTo>
                    <a:pt x="593" y="202"/>
                  </a:lnTo>
                  <a:lnTo>
                    <a:pt x="597" y="207"/>
                  </a:lnTo>
                  <a:lnTo>
                    <a:pt x="607" y="248"/>
                  </a:lnTo>
                  <a:lnTo>
                    <a:pt x="622" y="295"/>
                  </a:lnTo>
                  <a:lnTo>
                    <a:pt x="625" y="303"/>
                  </a:lnTo>
                  <a:lnTo>
                    <a:pt x="639" y="323"/>
                  </a:lnTo>
                  <a:lnTo>
                    <a:pt x="646" y="327"/>
                  </a:lnTo>
                  <a:lnTo>
                    <a:pt x="656" y="328"/>
                  </a:lnTo>
                  <a:lnTo>
                    <a:pt x="671" y="328"/>
                  </a:lnTo>
                  <a:lnTo>
                    <a:pt x="719" y="319"/>
                  </a:lnTo>
                  <a:lnTo>
                    <a:pt x="755" y="309"/>
                  </a:lnTo>
                  <a:lnTo>
                    <a:pt x="789" y="297"/>
                  </a:lnTo>
                  <a:lnTo>
                    <a:pt x="821" y="282"/>
                  </a:lnTo>
                  <a:lnTo>
                    <a:pt x="852" y="264"/>
                  </a:lnTo>
                  <a:lnTo>
                    <a:pt x="881" y="228"/>
                  </a:lnTo>
                  <a:lnTo>
                    <a:pt x="899" y="162"/>
                  </a:lnTo>
                  <a:lnTo>
                    <a:pt x="900" y="153"/>
                  </a:lnTo>
                  <a:lnTo>
                    <a:pt x="893" y="133"/>
                  </a:lnTo>
                  <a:lnTo>
                    <a:pt x="887" y="128"/>
                  </a:lnTo>
                  <a:lnTo>
                    <a:pt x="883" y="117"/>
                  </a:lnTo>
                  <a:lnTo>
                    <a:pt x="873" y="104"/>
                  </a:lnTo>
                  <a:lnTo>
                    <a:pt x="865" y="96"/>
                  </a:lnTo>
                  <a:lnTo>
                    <a:pt x="858" y="92"/>
                  </a:lnTo>
                  <a:lnTo>
                    <a:pt x="850" y="90"/>
                  </a:lnTo>
                  <a:lnTo>
                    <a:pt x="846" y="86"/>
                  </a:lnTo>
                  <a:lnTo>
                    <a:pt x="836" y="80"/>
                  </a:lnTo>
                  <a:lnTo>
                    <a:pt x="822" y="77"/>
                  </a:lnTo>
                  <a:lnTo>
                    <a:pt x="805" y="66"/>
                  </a:lnTo>
                  <a:lnTo>
                    <a:pt x="800" y="58"/>
                  </a:lnTo>
                  <a:lnTo>
                    <a:pt x="796" y="47"/>
                  </a:lnTo>
                  <a:lnTo>
                    <a:pt x="794" y="30"/>
                  </a:lnTo>
                  <a:lnTo>
                    <a:pt x="797" y="22"/>
                  </a:lnTo>
                  <a:lnTo>
                    <a:pt x="802" y="21"/>
                  </a:lnTo>
                  <a:lnTo>
                    <a:pt x="807" y="20"/>
                  </a:lnTo>
                  <a:lnTo>
                    <a:pt x="840" y="17"/>
                  </a:lnTo>
                  <a:lnTo>
                    <a:pt x="933" y="0"/>
                  </a:lnTo>
                  <a:lnTo>
                    <a:pt x="944" y="26"/>
                  </a:lnTo>
                  <a:lnTo>
                    <a:pt x="993" y="151"/>
                  </a:lnTo>
                  <a:lnTo>
                    <a:pt x="998" y="165"/>
                  </a:lnTo>
                  <a:lnTo>
                    <a:pt x="1010" y="193"/>
                  </a:lnTo>
                  <a:lnTo>
                    <a:pt x="1019" y="208"/>
                  </a:lnTo>
                  <a:lnTo>
                    <a:pt x="1038" y="239"/>
                  </a:lnTo>
                  <a:lnTo>
                    <a:pt x="1047" y="255"/>
                  </a:lnTo>
                  <a:lnTo>
                    <a:pt x="1057" y="270"/>
                  </a:lnTo>
                  <a:lnTo>
                    <a:pt x="1114" y="323"/>
                  </a:lnTo>
                  <a:lnTo>
                    <a:pt x="1116" y="33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l1502"/>
            <p:cNvSpPr/>
            <p:nvPr/>
          </p:nvSpPr>
          <p:spPr>
            <a:xfrm>
              <a:off x="4786596" y="4937296"/>
              <a:ext cx="2650" cy="722"/>
            </a:xfrm>
            <a:custGeom>
              <a:avLst/>
              <a:pathLst>
                <a:path w="2650" h="722">
                  <a:moveTo>
                    <a:pt x="2650" y="170"/>
                  </a:moveTo>
                  <a:lnTo>
                    <a:pt x="2643" y="342"/>
                  </a:lnTo>
                  <a:lnTo>
                    <a:pt x="2625" y="360"/>
                  </a:lnTo>
                  <a:lnTo>
                    <a:pt x="2615" y="371"/>
                  </a:lnTo>
                  <a:lnTo>
                    <a:pt x="2592" y="394"/>
                  </a:lnTo>
                  <a:lnTo>
                    <a:pt x="2575" y="411"/>
                  </a:lnTo>
                  <a:lnTo>
                    <a:pt x="2534" y="420"/>
                  </a:lnTo>
                  <a:lnTo>
                    <a:pt x="2393" y="451"/>
                  </a:lnTo>
                  <a:lnTo>
                    <a:pt x="2258" y="526"/>
                  </a:lnTo>
                  <a:lnTo>
                    <a:pt x="2099" y="637"/>
                  </a:lnTo>
                  <a:lnTo>
                    <a:pt x="2086" y="647"/>
                  </a:lnTo>
                  <a:lnTo>
                    <a:pt x="1819" y="687"/>
                  </a:lnTo>
                  <a:lnTo>
                    <a:pt x="1772" y="694"/>
                  </a:lnTo>
                  <a:lnTo>
                    <a:pt x="1749" y="698"/>
                  </a:lnTo>
                  <a:lnTo>
                    <a:pt x="1717" y="703"/>
                  </a:lnTo>
                  <a:lnTo>
                    <a:pt x="1455" y="692"/>
                  </a:lnTo>
                  <a:lnTo>
                    <a:pt x="1435" y="691"/>
                  </a:lnTo>
                  <a:lnTo>
                    <a:pt x="1185" y="707"/>
                  </a:lnTo>
                  <a:lnTo>
                    <a:pt x="1161" y="709"/>
                  </a:lnTo>
                  <a:lnTo>
                    <a:pt x="1130" y="711"/>
                  </a:lnTo>
                  <a:lnTo>
                    <a:pt x="969" y="721"/>
                  </a:lnTo>
                  <a:lnTo>
                    <a:pt x="942" y="722"/>
                  </a:lnTo>
                  <a:lnTo>
                    <a:pt x="933" y="703"/>
                  </a:lnTo>
                  <a:lnTo>
                    <a:pt x="901" y="633"/>
                  </a:lnTo>
                  <a:lnTo>
                    <a:pt x="890" y="625"/>
                  </a:lnTo>
                  <a:lnTo>
                    <a:pt x="829" y="583"/>
                  </a:lnTo>
                  <a:lnTo>
                    <a:pt x="820" y="581"/>
                  </a:lnTo>
                  <a:lnTo>
                    <a:pt x="745" y="567"/>
                  </a:lnTo>
                  <a:lnTo>
                    <a:pt x="487" y="520"/>
                  </a:lnTo>
                  <a:lnTo>
                    <a:pt x="421" y="492"/>
                  </a:lnTo>
                  <a:lnTo>
                    <a:pt x="395" y="481"/>
                  </a:lnTo>
                  <a:lnTo>
                    <a:pt x="255" y="422"/>
                  </a:lnTo>
                  <a:lnTo>
                    <a:pt x="248" y="418"/>
                  </a:lnTo>
                  <a:lnTo>
                    <a:pt x="119" y="358"/>
                  </a:lnTo>
                  <a:lnTo>
                    <a:pt x="88" y="343"/>
                  </a:lnTo>
                  <a:lnTo>
                    <a:pt x="0" y="301"/>
                  </a:lnTo>
                  <a:lnTo>
                    <a:pt x="28" y="108"/>
                  </a:lnTo>
                  <a:lnTo>
                    <a:pt x="30" y="92"/>
                  </a:lnTo>
                  <a:lnTo>
                    <a:pt x="128" y="27"/>
                  </a:lnTo>
                  <a:lnTo>
                    <a:pt x="138" y="21"/>
                  </a:lnTo>
                  <a:lnTo>
                    <a:pt x="153" y="11"/>
                  </a:lnTo>
                  <a:lnTo>
                    <a:pt x="187" y="12"/>
                  </a:lnTo>
                  <a:lnTo>
                    <a:pt x="199" y="12"/>
                  </a:lnTo>
                  <a:lnTo>
                    <a:pt x="283" y="13"/>
                  </a:lnTo>
                  <a:lnTo>
                    <a:pt x="303" y="13"/>
                  </a:lnTo>
                  <a:lnTo>
                    <a:pt x="382" y="14"/>
                  </a:lnTo>
                  <a:lnTo>
                    <a:pt x="429" y="14"/>
                  </a:lnTo>
                  <a:lnTo>
                    <a:pt x="439" y="15"/>
                  </a:lnTo>
                  <a:lnTo>
                    <a:pt x="455" y="16"/>
                  </a:lnTo>
                  <a:lnTo>
                    <a:pt x="739" y="40"/>
                  </a:lnTo>
                  <a:lnTo>
                    <a:pt x="811" y="47"/>
                  </a:lnTo>
                  <a:lnTo>
                    <a:pt x="883" y="44"/>
                  </a:lnTo>
                  <a:lnTo>
                    <a:pt x="953" y="41"/>
                  </a:lnTo>
                  <a:lnTo>
                    <a:pt x="994" y="39"/>
                  </a:lnTo>
                  <a:lnTo>
                    <a:pt x="1140" y="34"/>
                  </a:lnTo>
                  <a:lnTo>
                    <a:pt x="1220" y="31"/>
                  </a:lnTo>
                  <a:lnTo>
                    <a:pt x="1247" y="30"/>
                  </a:lnTo>
                  <a:lnTo>
                    <a:pt x="1295" y="47"/>
                  </a:lnTo>
                  <a:lnTo>
                    <a:pt x="1348" y="66"/>
                  </a:lnTo>
                  <a:lnTo>
                    <a:pt x="1508" y="125"/>
                  </a:lnTo>
                  <a:lnTo>
                    <a:pt x="1546" y="135"/>
                  </a:lnTo>
                  <a:lnTo>
                    <a:pt x="1571" y="147"/>
                  </a:lnTo>
                  <a:lnTo>
                    <a:pt x="1591" y="155"/>
                  </a:lnTo>
                  <a:lnTo>
                    <a:pt x="1606" y="158"/>
                  </a:lnTo>
                  <a:lnTo>
                    <a:pt x="1628" y="162"/>
                  </a:lnTo>
                  <a:lnTo>
                    <a:pt x="1665" y="174"/>
                  </a:lnTo>
                  <a:lnTo>
                    <a:pt x="1779" y="179"/>
                  </a:lnTo>
                  <a:lnTo>
                    <a:pt x="1854" y="178"/>
                  </a:lnTo>
                  <a:lnTo>
                    <a:pt x="1907" y="177"/>
                  </a:lnTo>
                  <a:lnTo>
                    <a:pt x="1936" y="175"/>
                  </a:lnTo>
                  <a:lnTo>
                    <a:pt x="1959" y="172"/>
                  </a:lnTo>
                  <a:lnTo>
                    <a:pt x="2050" y="153"/>
                  </a:lnTo>
                  <a:lnTo>
                    <a:pt x="2124" y="135"/>
                  </a:lnTo>
                  <a:lnTo>
                    <a:pt x="2256" y="97"/>
                  </a:lnTo>
                  <a:lnTo>
                    <a:pt x="2379" y="51"/>
                  </a:lnTo>
                  <a:lnTo>
                    <a:pt x="2503" y="4"/>
                  </a:lnTo>
                  <a:lnTo>
                    <a:pt x="2524" y="0"/>
                  </a:lnTo>
                  <a:lnTo>
                    <a:pt x="2540" y="2"/>
                  </a:lnTo>
                  <a:lnTo>
                    <a:pt x="2551" y="11"/>
                  </a:lnTo>
                  <a:lnTo>
                    <a:pt x="2628" y="67"/>
                  </a:lnTo>
                  <a:lnTo>
                    <a:pt x="2635" y="97"/>
                  </a:lnTo>
                  <a:lnTo>
                    <a:pt x="2637" y="106"/>
                  </a:lnTo>
                  <a:lnTo>
                    <a:pt x="2647" y="148"/>
                  </a:lnTo>
                  <a:lnTo>
                    <a:pt x="2650" y="162"/>
                  </a:lnTo>
                  <a:lnTo>
                    <a:pt x="2650" y="17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l1503"/>
            <p:cNvSpPr/>
            <p:nvPr/>
          </p:nvSpPr>
          <p:spPr>
            <a:xfrm>
              <a:off x="4776696" y="4934973"/>
              <a:ext cx="971" cy="701"/>
            </a:xfrm>
            <a:custGeom>
              <a:avLst/>
              <a:pathLst>
                <a:path w="971" h="701">
                  <a:moveTo>
                    <a:pt x="936" y="180"/>
                  </a:moveTo>
                  <a:lnTo>
                    <a:pt x="956" y="252"/>
                  </a:lnTo>
                  <a:lnTo>
                    <a:pt x="971" y="303"/>
                  </a:lnTo>
                  <a:lnTo>
                    <a:pt x="971" y="312"/>
                  </a:lnTo>
                  <a:lnTo>
                    <a:pt x="969" y="348"/>
                  </a:lnTo>
                  <a:lnTo>
                    <a:pt x="956" y="376"/>
                  </a:lnTo>
                  <a:lnTo>
                    <a:pt x="844" y="435"/>
                  </a:lnTo>
                  <a:lnTo>
                    <a:pt x="818" y="449"/>
                  </a:lnTo>
                  <a:lnTo>
                    <a:pt x="799" y="459"/>
                  </a:lnTo>
                  <a:lnTo>
                    <a:pt x="800" y="475"/>
                  </a:lnTo>
                  <a:lnTo>
                    <a:pt x="802" y="504"/>
                  </a:lnTo>
                  <a:lnTo>
                    <a:pt x="795" y="518"/>
                  </a:lnTo>
                  <a:lnTo>
                    <a:pt x="667" y="613"/>
                  </a:lnTo>
                  <a:lnTo>
                    <a:pt x="623" y="646"/>
                  </a:lnTo>
                  <a:lnTo>
                    <a:pt x="563" y="701"/>
                  </a:lnTo>
                  <a:lnTo>
                    <a:pt x="498" y="700"/>
                  </a:lnTo>
                  <a:lnTo>
                    <a:pt x="484" y="700"/>
                  </a:lnTo>
                  <a:lnTo>
                    <a:pt x="478" y="699"/>
                  </a:lnTo>
                  <a:lnTo>
                    <a:pt x="471" y="696"/>
                  </a:lnTo>
                  <a:lnTo>
                    <a:pt x="466" y="692"/>
                  </a:lnTo>
                  <a:lnTo>
                    <a:pt x="460" y="681"/>
                  </a:lnTo>
                  <a:lnTo>
                    <a:pt x="457" y="669"/>
                  </a:lnTo>
                  <a:lnTo>
                    <a:pt x="454" y="652"/>
                  </a:lnTo>
                  <a:lnTo>
                    <a:pt x="486" y="624"/>
                  </a:lnTo>
                  <a:lnTo>
                    <a:pt x="498" y="613"/>
                  </a:lnTo>
                  <a:lnTo>
                    <a:pt x="527" y="587"/>
                  </a:lnTo>
                  <a:lnTo>
                    <a:pt x="522" y="567"/>
                  </a:lnTo>
                  <a:lnTo>
                    <a:pt x="510" y="523"/>
                  </a:lnTo>
                  <a:lnTo>
                    <a:pt x="503" y="497"/>
                  </a:lnTo>
                  <a:lnTo>
                    <a:pt x="369" y="441"/>
                  </a:lnTo>
                  <a:lnTo>
                    <a:pt x="356" y="454"/>
                  </a:lnTo>
                  <a:lnTo>
                    <a:pt x="335" y="476"/>
                  </a:lnTo>
                  <a:lnTo>
                    <a:pt x="321" y="477"/>
                  </a:lnTo>
                  <a:lnTo>
                    <a:pt x="306" y="476"/>
                  </a:lnTo>
                  <a:lnTo>
                    <a:pt x="293" y="473"/>
                  </a:lnTo>
                  <a:lnTo>
                    <a:pt x="285" y="470"/>
                  </a:lnTo>
                  <a:lnTo>
                    <a:pt x="230" y="426"/>
                  </a:lnTo>
                  <a:lnTo>
                    <a:pt x="200" y="403"/>
                  </a:lnTo>
                  <a:lnTo>
                    <a:pt x="193" y="395"/>
                  </a:lnTo>
                  <a:lnTo>
                    <a:pt x="104" y="324"/>
                  </a:lnTo>
                  <a:lnTo>
                    <a:pt x="91" y="314"/>
                  </a:lnTo>
                  <a:lnTo>
                    <a:pt x="74" y="286"/>
                  </a:lnTo>
                  <a:lnTo>
                    <a:pt x="58" y="261"/>
                  </a:lnTo>
                  <a:lnTo>
                    <a:pt x="67" y="241"/>
                  </a:lnTo>
                  <a:lnTo>
                    <a:pt x="109" y="141"/>
                  </a:lnTo>
                  <a:lnTo>
                    <a:pt x="129" y="118"/>
                  </a:lnTo>
                  <a:lnTo>
                    <a:pt x="138" y="108"/>
                  </a:lnTo>
                  <a:lnTo>
                    <a:pt x="32" y="59"/>
                  </a:lnTo>
                  <a:lnTo>
                    <a:pt x="20" y="56"/>
                  </a:lnTo>
                  <a:lnTo>
                    <a:pt x="10" y="53"/>
                  </a:lnTo>
                  <a:lnTo>
                    <a:pt x="6" y="49"/>
                  </a:lnTo>
                  <a:lnTo>
                    <a:pt x="1" y="43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4" y="17"/>
                  </a:lnTo>
                  <a:lnTo>
                    <a:pt x="14" y="2"/>
                  </a:lnTo>
                  <a:lnTo>
                    <a:pt x="45" y="1"/>
                  </a:lnTo>
                  <a:lnTo>
                    <a:pt x="81" y="0"/>
                  </a:lnTo>
                  <a:lnTo>
                    <a:pt x="283" y="48"/>
                  </a:lnTo>
                  <a:lnTo>
                    <a:pt x="328" y="59"/>
                  </a:lnTo>
                  <a:lnTo>
                    <a:pt x="347" y="64"/>
                  </a:lnTo>
                  <a:lnTo>
                    <a:pt x="479" y="112"/>
                  </a:lnTo>
                  <a:lnTo>
                    <a:pt x="506" y="121"/>
                  </a:lnTo>
                  <a:lnTo>
                    <a:pt x="656" y="199"/>
                  </a:lnTo>
                  <a:lnTo>
                    <a:pt x="677" y="202"/>
                  </a:lnTo>
                  <a:lnTo>
                    <a:pt x="712" y="202"/>
                  </a:lnTo>
                  <a:lnTo>
                    <a:pt x="729" y="201"/>
                  </a:lnTo>
                  <a:lnTo>
                    <a:pt x="736" y="200"/>
                  </a:lnTo>
                  <a:lnTo>
                    <a:pt x="741" y="198"/>
                  </a:lnTo>
                  <a:lnTo>
                    <a:pt x="869" y="133"/>
                  </a:lnTo>
                  <a:lnTo>
                    <a:pt x="878" y="125"/>
                  </a:lnTo>
                  <a:lnTo>
                    <a:pt x="891" y="109"/>
                  </a:lnTo>
                  <a:lnTo>
                    <a:pt x="900" y="99"/>
                  </a:lnTo>
                  <a:lnTo>
                    <a:pt x="906" y="94"/>
                  </a:lnTo>
                  <a:lnTo>
                    <a:pt x="914" y="94"/>
                  </a:lnTo>
                  <a:lnTo>
                    <a:pt x="920" y="96"/>
                  </a:lnTo>
                  <a:lnTo>
                    <a:pt x="922" y="106"/>
                  </a:lnTo>
                  <a:lnTo>
                    <a:pt x="926" y="120"/>
                  </a:lnTo>
                  <a:lnTo>
                    <a:pt x="936" y="18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l1504"/>
            <p:cNvSpPr/>
            <p:nvPr/>
          </p:nvSpPr>
          <p:spPr>
            <a:xfrm>
              <a:off x="4783098" y="4935430"/>
              <a:ext cx="2047" cy="911"/>
            </a:xfrm>
            <a:custGeom>
              <a:avLst/>
              <a:pathLst>
                <a:path w="2047" h="911">
                  <a:moveTo>
                    <a:pt x="894" y="227"/>
                  </a:moveTo>
                  <a:lnTo>
                    <a:pt x="927" y="256"/>
                  </a:lnTo>
                  <a:lnTo>
                    <a:pt x="961" y="304"/>
                  </a:lnTo>
                  <a:lnTo>
                    <a:pt x="1005" y="364"/>
                  </a:lnTo>
                  <a:lnTo>
                    <a:pt x="1017" y="382"/>
                  </a:lnTo>
                  <a:lnTo>
                    <a:pt x="1029" y="398"/>
                  </a:lnTo>
                  <a:lnTo>
                    <a:pt x="1039" y="403"/>
                  </a:lnTo>
                  <a:lnTo>
                    <a:pt x="1118" y="416"/>
                  </a:lnTo>
                  <a:lnTo>
                    <a:pt x="1170" y="424"/>
                  </a:lnTo>
                  <a:lnTo>
                    <a:pt x="1289" y="431"/>
                  </a:lnTo>
                  <a:lnTo>
                    <a:pt x="1363" y="430"/>
                  </a:lnTo>
                  <a:lnTo>
                    <a:pt x="1418" y="398"/>
                  </a:lnTo>
                  <a:lnTo>
                    <a:pt x="1455" y="416"/>
                  </a:lnTo>
                  <a:lnTo>
                    <a:pt x="1472" y="428"/>
                  </a:lnTo>
                  <a:lnTo>
                    <a:pt x="1488" y="436"/>
                  </a:lnTo>
                  <a:lnTo>
                    <a:pt x="1496" y="442"/>
                  </a:lnTo>
                  <a:lnTo>
                    <a:pt x="1499" y="453"/>
                  </a:lnTo>
                  <a:lnTo>
                    <a:pt x="1574" y="579"/>
                  </a:lnTo>
                  <a:lnTo>
                    <a:pt x="1591" y="607"/>
                  </a:lnTo>
                  <a:lnTo>
                    <a:pt x="1596" y="626"/>
                  </a:lnTo>
                  <a:lnTo>
                    <a:pt x="1623" y="640"/>
                  </a:lnTo>
                  <a:lnTo>
                    <a:pt x="1683" y="650"/>
                  </a:lnTo>
                  <a:lnTo>
                    <a:pt x="1809" y="671"/>
                  </a:lnTo>
                  <a:lnTo>
                    <a:pt x="1840" y="677"/>
                  </a:lnTo>
                  <a:lnTo>
                    <a:pt x="1885" y="683"/>
                  </a:lnTo>
                  <a:lnTo>
                    <a:pt x="1916" y="688"/>
                  </a:lnTo>
                  <a:lnTo>
                    <a:pt x="2022" y="754"/>
                  </a:lnTo>
                  <a:lnTo>
                    <a:pt x="2035" y="762"/>
                  </a:lnTo>
                  <a:lnTo>
                    <a:pt x="2047" y="782"/>
                  </a:lnTo>
                  <a:lnTo>
                    <a:pt x="2031" y="790"/>
                  </a:lnTo>
                  <a:lnTo>
                    <a:pt x="2025" y="791"/>
                  </a:lnTo>
                  <a:lnTo>
                    <a:pt x="1992" y="801"/>
                  </a:lnTo>
                  <a:lnTo>
                    <a:pt x="1980" y="804"/>
                  </a:lnTo>
                  <a:lnTo>
                    <a:pt x="1958" y="810"/>
                  </a:lnTo>
                  <a:lnTo>
                    <a:pt x="1915" y="813"/>
                  </a:lnTo>
                  <a:lnTo>
                    <a:pt x="1736" y="793"/>
                  </a:lnTo>
                  <a:lnTo>
                    <a:pt x="1672" y="759"/>
                  </a:lnTo>
                  <a:lnTo>
                    <a:pt x="1658" y="751"/>
                  </a:lnTo>
                  <a:lnTo>
                    <a:pt x="1613" y="762"/>
                  </a:lnTo>
                  <a:lnTo>
                    <a:pt x="1470" y="796"/>
                  </a:lnTo>
                  <a:lnTo>
                    <a:pt x="1394" y="826"/>
                  </a:lnTo>
                  <a:lnTo>
                    <a:pt x="1366" y="844"/>
                  </a:lnTo>
                  <a:lnTo>
                    <a:pt x="1355" y="855"/>
                  </a:lnTo>
                  <a:lnTo>
                    <a:pt x="1348" y="866"/>
                  </a:lnTo>
                  <a:lnTo>
                    <a:pt x="1347" y="878"/>
                  </a:lnTo>
                  <a:lnTo>
                    <a:pt x="1344" y="890"/>
                  </a:lnTo>
                  <a:lnTo>
                    <a:pt x="1304" y="908"/>
                  </a:lnTo>
                  <a:lnTo>
                    <a:pt x="1281" y="911"/>
                  </a:lnTo>
                  <a:lnTo>
                    <a:pt x="1241" y="906"/>
                  </a:lnTo>
                  <a:lnTo>
                    <a:pt x="1218" y="897"/>
                  </a:lnTo>
                  <a:lnTo>
                    <a:pt x="1207" y="887"/>
                  </a:lnTo>
                  <a:lnTo>
                    <a:pt x="1204" y="876"/>
                  </a:lnTo>
                  <a:lnTo>
                    <a:pt x="1204" y="858"/>
                  </a:lnTo>
                  <a:lnTo>
                    <a:pt x="1205" y="840"/>
                  </a:lnTo>
                  <a:lnTo>
                    <a:pt x="1212" y="828"/>
                  </a:lnTo>
                  <a:lnTo>
                    <a:pt x="1225" y="819"/>
                  </a:lnTo>
                  <a:lnTo>
                    <a:pt x="1238" y="815"/>
                  </a:lnTo>
                  <a:lnTo>
                    <a:pt x="1247" y="810"/>
                  </a:lnTo>
                  <a:lnTo>
                    <a:pt x="1250" y="802"/>
                  </a:lnTo>
                  <a:lnTo>
                    <a:pt x="1244" y="788"/>
                  </a:lnTo>
                  <a:lnTo>
                    <a:pt x="1145" y="690"/>
                  </a:lnTo>
                  <a:lnTo>
                    <a:pt x="1003" y="597"/>
                  </a:lnTo>
                  <a:lnTo>
                    <a:pt x="830" y="553"/>
                  </a:lnTo>
                  <a:lnTo>
                    <a:pt x="812" y="548"/>
                  </a:lnTo>
                  <a:lnTo>
                    <a:pt x="761" y="492"/>
                  </a:lnTo>
                  <a:lnTo>
                    <a:pt x="752" y="480"/>
                  </a:lnTo>
                  <a:lnTo>
                    <a:pt x="696" y="402"/>
                  </a:lnTo>
                  <a:lnTo>
                    <a:pt x="610" y="382"/>
                  </a:lnTo>
                  <a:lnTo>
                    <a:pt x="595" y="379"/>
                  </a:lnTo>
                  <a:lnTo>
                    <a:pt x="455" y="331"/>
                  </a:lnTo>
                  <a:lnTo>
                    <a:pt x="446" y="325"/>
                  </a:lnTo>
                  <a:lnTo>
                    <a:pt x="433" y="310"/>
                  </a:lnTo>
                  <a:lnTo>
                    <a:pt x="425" y="298"/>
                  </a:lnTo>
                  <a:lnTo>
                    <a:pt x="415" y="285"/>
                  </a:lnTo>
                  <a:lnTo>
                    <a:pt x="402" y="273"/>
                  </a:lnTo>
                  <a:lnTo>
                    <a:pt x="376" y="260"/>
                  </a:lnTo>
                  <a:lnTo>
                    <a:pt x="361" y="252"/>
                  </a:lnTo>
                  <a:lnTo>
                    <a:pt x="355" y="245"/>
                  </a:lnTo>
                  <a:lnTo>
                    <a:pt x="350" y="239"/>
                  </a:lnTo>
                  <a:lnTo>
                    <a:pt x="284" y="225"/>
                  </a:lnTo>
                  <a:lnTo>
                    <a:pt x="252" y="221"/>
                  </a:lnTo>
                  <a:lnTo>
                    <a:pt x="224" y="224"/>
                  </a:lnTo>
                  <a:lnTo>
                    <a:pt x="136" y="237"/>
                  </a:lnTo>
                  <a:lnTo>
                    <a:pt x="52" y="249"/>
                  </a:lnTo>
                  <a:lnTo>
                    <a:pt x="40" y="251"/>
                  </a:lnTo>
                  <a:lnTo>
                    <a:pt x="32" y="248"/>
                  </a:lnTo>
                  <a:lnTo>
                    <a:pt x="1" y="202"/>
                  </a:lnTo>
                  <a:lnTo>
                    <a:pt x="0" y="196"/>
                  </a:lnTo>
                  <a:lnTo>
                    <a:pt x="0" y="187"/>
                  </a:lnTo>
                  <a:lnTo>
                    <a:pt x="5" y="183"/>
                  </a:lnTo>
                  <a:lnTo>
                    <a:pt x="29" y="171"/>
                  </a:lnTo>
                  <a:lnTo>
                    <a:pt x="39" y="166"/>
                  </a:lnTo>
                  <a:lnTo>
                    <a:pt x="52" y="160"/>
                  </a:lnTo>
                  <a:lnTo>
                    <a:pt x="90" y="142"/>
                  </a:lnTo>
                  <a:lnTo>
                    <a:pt x="98" y="116"/>
                  </a:lnTo>
                  <a:lnTo>
                    <a:pt x="102" y="102"/>
                  </a:lnTo>
                  <a:lnTo>
                    <a:pt x="101" y="93"/>
                  </a:lnTo>
                  <a:lnTo>
                    <a:pt x="90" y="76"/>
                  </a:lnTo>
                  <a:lnTo>
                    <a:pt x="71" y="54"/>
                  </a:lnTo>
                  <a:lnTo>
                    <a:pt x="57" y="36"/>
                  </a:lnTo>
                  <a:lnTo>
                    <a:pt x="50" y="20"/>
                  </a:lnTo>
                  <a:lnTo>
                    <a:pt x="48" y="11"/>
                  </a:lnTo>
                  <a:lnTo>
                    <a:pt x="53" y="4"/>
                  </a:lnTo>
                  <a:lnTo>
                    <a:pt x="67" y="0"/>
                  </a:lnTo>
                  <a:lnTo>
                    <a:pt x="88" y="1"/>
                  </a:lnTo>
                  <a:lnTo>
                    <a:pt x="96" y="6"/>
                  </a:lnTo>
                  <a:lnTo>
                    <a:pt x="104" y="12"/>
                  </a:lnTo>
                  <a:lnTo>
                    <a:pt x="120" y="19"/>
                  </a:lnTo>
                  <a:lnTo>
                    <a:pt x="183" y="45"/>
                  </a:lnTo>
                  <a:lnTo>
                    <a:pt x="208" y="53"/>
                  </a:lnTo>
                  <a:lnTo>
                    <a:pt x="253" y="57"/>
                  </a:lnTo>
                  <a:lnTo>
                    <a:pt x="259" y="58"/>
                  </a:lnTo>
                  <a:lnTo>
                    <a:pt x="273" y="64"/>
                  </a:lnTo>
                  <a:lnTo>
                    <a:pt x="288" y="70"/>
                  </a:lnTo>
                  <a:lnTo>
                    <a:pt x="332" y="123"/>
                  </a:lnTo>
                  <a:lnTo>
                    <a:pt x="336" y="128"/>
                  </a:lnTo>
                  <a:lnTo>
                    <a:pt x="342" y="135"/>
                  </a:lnTo>
                  <a:lnTo>
                    <a:pt x="373" y="162"/>
                  </a:lnTo>
                  <a:lnTo>
                    <a:pt x="378" y="166"/>
                  </a:lnTo>
                  <a:lnTo>
                    <a:pt x="517" y="172"/>
                  </a:lnTo>
                  <a:lnTo>
                    <a:pt x="610" y="161"/>
                  </a:lnTo>
                  <a:lnTo>
                    <a:pt x="651" y="156"/>
                  </a:lnTo>
                  <a:lnTo>
                    <a:pt x="663" y="155"/>
                  </a:lnTo>
                  <a:lnTo>
                    <a:pt x="685" y="101"/>
                  </a:lnTo>
                  <a:lnTo>
                    <a:pt x="698" y="96"/>
                  </a:lnTo>
                  <a:lnTo>
                    <a:pt x="730" y="88"/>
                  </a:lnTo>
                  <a:lnTo>
                    <a:pt x="763" y="95"/>
                  </a:lnTo>
                  <a:lnTo>
                    <a:pt x="859" y="149"/>
                  </a:lnTo>
                  <a:lnTo>
                    <a:pt x="877" y="212"/>
                  </a:lnTo>
                  <a:lnTo>
                    <a:pt x="894" y="22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l1505"/>
            <p:cNvSpPr/>
            <p:nvPr/>
          </p:nvSpPr>
          <p:spPr>
            <a:xfrm>
              <a:off x="4799785" y="4937630"/>
              <a:ext cx="1936" cy="616"/>
            </a:xfrm>
            <a:custGeom>
              <a:avLst/>
              <a:pathLst>
                <a:path w="1936" h="616">
                  <a:moveTo>
                    <a:pt x="1748" y="244"/>
                  </a:moveTo>
                  <a:lnTo>
                    <a:pt x="1724" y="333"/>
                  </a:lnTo>
                  <a:lnTo>
                    <a:pt x="1711" y="342"/>
                  </a:lnTo>
                  <a:lnTo>
                    <a:pt x="1706" y="345"/>
                  </a:lnTo>
                  <a:lnTo>
                    <a:pt x="1699" y="350"/>
                  </a:lnTo>
                  <a:lnTo>
                    <a:pt x="1674" y="367"/>
                  </a:lnTo>
                  <a:lnTo>
                    <a:pt x="1661" y="366"/>
                  </a:lnTo>
                  <a:lnTo>
                    <a:pt x="1654" y="366"/>
                  </a:lnTo>
                  <a:lnTo>
                    <a:pt x="1585" y="362"/>
                  </a:lnTo>
                  <a:lnTo>
                    <a:pt x="1502" y="324"/>
                  </a:lnTo>
                  <a:lnTo>
                    <a:pt x="1415" y="285"/>
                  </a:lnTo>
                  <a:lnTo>
                    <a:pt x="1256" y="291"/>
                  </a:lnTo>
                  <a:lnTo>
                    <a:pt x="1234" y="291"/>
                  </a:lnTo>
                  <a:lnTo>
                    <a:pt x="1215" y="291"/>
                  </a:lnTo>
                  <a:lnTo>
                    <a:pt x="1209" y="291"/>
                  </a:lnTo>
                  <a:lnTo>
                    <a:pt x="1133" y="292"/>
                  </a:lnTo>
                  <a:lnTo>
                    <a:pt x="1107" y="280"/>
                  </a:lnTo>
                  <a:lnTo>
                    <a:pt x="1080" y="267"/>
                  </a:lnTo>
                  <a:lnTo>
                    <a:pt x="1074" y="261"/>
                  </a:lnTo>
                  <a:lnTo>
                    <a:pt x="1065" y="253"/>
                  </a:lnTo>
                  <a:lnTo>
                    <a:pt x="1056" y="252"/>
                  </a:lnTo>
                  <a:lnTo>
                    <a:pt x="1048" y="251"/>
                  </a:lnTo>
                  <a:lnTo>
                    <a:pt x="1039" y="251"/>
                  </a:lnTo>
                  <a:lnTo>
                    <a:pt x="1029" y="253"/>
                  </a:lnTo>
                  <a:lnTo>
                    <a:pt x="1013" y="260"/>
                  </a:lnTo>
                  <a:lnTo>
                    <a:pt x="983" y="290"/>
                  </a:lnTo>
                  <a:lnTo>
                    <a:pt x="921" y="356"/>
                  </a:lnTo>
                  <a:lnTo>
                    <a:pt x="918" y="350"/>
                  </a:lnTo>
                  <a:lnTo>
                    <a:pt x="821" y="398"/>
                  </a:lnTo>
                  <a:lnTo>
                    <a:pt x="807" y="412"/>
                  </a:lnTo>
                  <a:lnTo>
                    <a:pt x="762" y="453"/>
                  </a:lnTo>
                  <a:lnTo>
                    <a:pt x="747" y="548"/>
                  </a:lnTo>
                  <a:lnTo>
                    <a:pt x="713" y="557"/>
                  </a:lnTo>
                  <a:lnTo>
                    <a:pt x="654" y="573"/>
                  </a:lnTo>
                  <a:lnTo>
                    <a:pt x="626" y="582"/>
                  </a:lnTo>
                  <a:lnTo>
                    <a:pt x="556" y="606"/>
                  </a:lnTo>
                  <a:lnTo>
                    <a:pt x="526" y="616"/>
                  </a:lnTo>
                  <a:lnTo>
                    <a:pt x="488" y="570"/>
                  </a:lnTo>
                  <a:lnTo>
                    <a:pt x="380" y="434"/>
                  </a:lnTo>
                  <a:lnTo>
                    <a:pt x="356" y="436"/>
                  </a:lnTo>
                  <a:lnTo>
                    <a:pt x="347" y="436"/>
                  </a:lnTo>
                  <a:lnTo>
                    <a:pt x="334" y="435"/>
                  </a:lnTo>
                  <a:lnTo>
                    <a:pt x="312" y="420"/>
                  </a:lnTo>
                  <a:lnTo>
                    <a:pt x="308" y="411"/>
                  </a:lnTo>
                  <a:lnTo>
                    <a:pt x="309" y="396"/>
                  </a:lnTo>
                  <a:lnTo>
                    <a:pt x="313" y="390"/>
                  </a:lnTo>
                  <a:lnTo>
                    <a:pt x="320" y="386"/>
                  </a:lnTo>
                  <a:lnTo>
                    <a:pt x="328" y="378"/>
                  </a:lnTo>
                  <a:lnTo>
                    <a:pt x="334" y="369"/>
                  </a:lnTo>
                  <a:lnTo>
                    <a:pt x="343" y="354"/>
                  </a:lnTo>
                  <a:lnTo>
                    <a:pt x="347" y="346"/>
                  </a:lnTo>
                  <a:lnTo>
                    <a:pt x="368" y="338"/>
                  </a:lnTo>
                  <a:lnTo>
                    <a:pt x="373" y="333"/>
                  </a:lnTo>
                  <a:lnTo>
                    <a:pt x="375" y="326"/>
                  </a:lnTo>
                  <a:lnTo>
                    <a:pt x="373" y="311"/>
                  </a:lnTo>
                  <a:lnTo>
                    <a:pt x="354" y="281"/>
                  </a:lnTo>
                  <a:lnTo>
                    <a:pt x="334" y="268"/>
                  </a:lnTo>
                  <a:lnTo>
                    <a:pt x="317" y="260"/>
                  </a:lnTo>
                  <a:lnTo>
                    <a:pt x="307" y="257"/>
                  </a:lnTo>
                  <a:lnTo>
                    <a:pt x="300" y="257"/>
                  </a:lnTo>
                  <a:lnTo>
                    <a:pt x="290" y="263"/>
                  </a:lnTo>
                  <a:lnTo>
                    <a:pt x="215" y="298"/>
                  </a:lnTo>
                  <a:lnTo>
                    <a:pt x="180" y="377"/>
                  </a:lnTo>
                  <a:lnTo>
                    <a:pt x="168" y="404"/>
                  </a:lnTo>
                  <a:lnTo>
                    <a:pt x="158" y="408"/>
                  </a:lnTo>
                  <a:lnTo>
                    <a:pt x="125" y="418"/>
                  </a:lnTo>
                  <a:lnTo>
                    <a:pt x="86" y="413"/>
                  </a:lnTo>
                  <a:lnTo>
                    <a:pt x="74" y="370"/>
                  </a:lnTo>
                  <a:lnTo>
                    <a:pt x="58" y="316"/>
                  </a:lnTo>
                  <a:lnTo>
                    <a:pt x="49" y="289"/>
                  </a:lnTo>
                  <a:lnTo>
                    <a:pt x="41" y="261"/>
                  </a:lnTo>
                  <a:lnTo>
                    <a:pt x="0" y="123"/>
                  </a:lnTo>
                  <a:lnTo>
                    <a:pt x="0" y="111"/>
                  </a:lnTo>
                  <a:lnTo>
                    <a:pt x="0" y="103"/>
                  </a:lnTo>
                  <a:lnTo>
                    <a:pt x="3" y="96"/>
                  </a:lnTo>
                  <a:lnTo>
                    <a:pt x="15" y="85"/>
                  </a:lnTo>
                  <a:lnTo>
                    <a:pt x="119" y="53"/>
                  </a:lnTo>
                  <a:lnTo>
                    <a:pt x="287" y="0"/>
                  </a:lnTo>
                  <a:lnTo>
                    <a:pt x="299" y="0"/>
                  </a:lnTo>
                  <a:lnTo>
                    <a:pt x="590" y="0"/>
                  </a:lnTo>
                  <a:lnTo>
                    <a:pt x="645" y="38"/>
                  </a:lnTo>
                  <a:lnTo>
                    <a:pt x="630" y="58"/>
                  </a:lnTo>
                  <a:lnTo>
                    <a:pt x="625" y="65"/>
                  </a:lnTo>
                  <a:lnTo>
                    <a:pt x="623" y="71"/>
                  </a:lnTo>
                  <a:lnTo>
                    <a:pt x="625" y="77"/>
                  </a:lnTo>
                  <a:lnTo>
                    <a:pt x="627" y="85"/>
                  </a:lnTo>
                  <a:lnTo>
                    <a:pt x="632" y="95"/>
                  </a:lnTo>
                  <a:lnTo>
                    <a:pt x="637" y="103"/>
                  </a:lnTo>
                  <a:lnTo>
                    <a:pt x="647" y="109"/>
                  </a:lnTo>
                  <a:lnTo>
                    <a:pt x="654" y="111"/>
                  </a:lnTo>
                  <a:lnTo>
                    <a:pt x="729" y="113"/>
                  </a:lnTo>
                  <a:lnTo>
                    <a:pt x="820" y="115"/>
                  </a:lnTo>
                  <a:lnTo>
                    <a:pt x="1002" y="119"/>
                  </a:lnTo>
                  <a:lnTo>
                    <a:pt x="1167" y="64"/>
                  </a:lnTo>
                  <a:lnTo>
                    <a:pt x="1440" y="42"/>
                  </a:lnTo>
                  <a:lnTo>
                    <a:pt x="1461" y="40"/>
                  </a:lnTo>
                  <a:lnTo>
                    <a:pt x="1498" y="36"/>
                  </a:lnTo>
                  <a:lnTo>
                    <a:pt x="1655" y="20"/>
                  </a:lnTo>
                  <a:lnTo>
                    <a:pt x="1782" y="41"/>
                  </a:lnTo>
                  <a:lnTo>
                    <a:pt x="1821" y="62"/>
                  </a:lnTo>
                  <a:lnTo>
                    <a:pt x="1872" y="102"/>
                  </a:lnTo>
                  <a:lnTo>
                    <a:pt x="1883" y="111"/>
                  </a:lnTo>
                  <a:lnTo>
                    <a:pt x="1889" y="117"/>
                  </a:lnTo>
                  <a:lnTo>
                    <a:pt x="1894" y="124"/>
                  </a:lnTo>
                  <a:lnTo>
                    <a:pt x="1902" y="130"/>
                  </a:lnTo>
                  <a:lnTo>
                    <a:pt x="1907" y="133"/>
                  </a:lnTo>
                  <a:lnTo>
                    <a:pt x="1910" y="138"/>
                  </a:lnTo>
                  <a:lnTo>
                    <a:pt x="1916" y="147"/>
                  </a:lnTo>
                  <a:lnTo>
                    <a:pt x="1927" y="152"/>
                  </a:lnTo>
                  <a:lnTo>
                    <a:pt x="1933" y="155"/>
                  </a:lnTo>
                  <a:lnTo>
                    <a:pt x="1936" y="163"/>
                  </a:lnTo>
                  <a:lnTo>
                    <a:pt x="1930" y="168"/>
                  </a:lnTo>
                  <a:lnTo>
                    <a:pt x="1873" y="197"/>
                  </a:lnTo>
                  <a:lnTo>
                    <a:pt x="1862" y="199"/>
                  </a:lnTo>
                  <a:lnTo>
                    <a:pt x="1854" y="201"/>
                  </a:lnTo>
                  <a:lnTo>
                    <a:pt x="1849" y="202"/>
                  </a:lnTo>
                  <a:lnTo>
                    <a:pt x="1755" y="219"/>
                  </a:lnTo>
                  <a:lnTo>
                    <a:pt x="1752" y="231"/>
                  </a:lnTo>
                  <a:lnTo>
                    <a:pt x="1748" y="24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l1506"/>
            <p:cNvSpPr/>
            <p:nvPr/>
          </p:nvSpPr>
          <p:spPr>
            <a:xfrm>
              <a:off x="4793055" y="4936699"/>
              <a:ext cx="5910" cy="2207"/>
            </a:xfrm>
            <a:custGeom>
              <a:avLst/>
              <a:pathLst>
                <a:path w="5910" h="2207">
                  <a:moveTo>
                    <a:pt x="5287" y="356"/>
                  </a:moveTo>
                  <a:lnTo>
                    <a:pt x="5267" y="533"/>
                  </a:lnTo>
                  <a:lnTo>
                    <a:pt x="5263" y="565"/>
                  </a:lnTo>
                  <a:lnTo>
                    <a:pt x="5269" y="570"/>
                  </a:lnTo>
                  <a:lnTo>
                    <a:pt x="5341" y="630"/>
                  </a:lnTo>
                  <a:lnTo>
                    <a:pt x="5358" y="634"/>
                  </a:lnTo>
                  <a:lnTo>
                    <a:pt x="5429" y="648"/>
                  </a:lnTo>
                  <a:lnTo>
                    <a:pt x="5579" y="677"/>
                  </a:lnTo>
                  <a:lnTo>
                    <a:pt x="5606" y="682"/>
                  </a:lnTo>
                  <a:lnTo>
                    <a:pt x="5775" y="715"/>
                  </a:lnTo>
                  <a:lnTo>
                    <a:pt x="5850" y="730"/>
                  </a:lnTo>
                  <a:lnTo>
                    <a:pt x="5910" y="755"/>
                  </a:lnTo>
                  <a:lnTo>
                    <a:pt x="5884" y="891"/>
                  </a:lnTo>
                  <a:lnTo>
                    <a:pt x="5881" y="912"/>
                  </a:lnTo>
                  <a:lnTo>
                    <a:pt x="5872" y="921"/>
                  </a:lnTo>
                  <a:lnTo>
                    <a:pt x="5831" y="961"/>
                  </a:lnTo>
                  <a:lnTo>
                    <a:pt x="5821" y="964"/>
                  </a:lnTo>
                  <a:lnTo>
                    <a:pt x="5444" y="1088"/>
                  </a:lnTo>
                  <a:lnTo>
                    <a:pt x="5271" y="1214"/>
                  </a:lnTo>
                  <a:lnTo>
                    <a:pt x="5225" y="1248"/>
                  </a:lnTo>
                  <a:lnTo>
                    <a:pt x="5051" y="1361"/>
                  </a:lnTo>
                  <a:lnTo>
                    <a:pt x="4976" y="1395"/>
                  </a:lnTo>
                  <a:lnTo>
                    <a:pt x="4930" y="1216"/>
                  </a:lnTo>
                  <a:lnTo>
                    <a:pt x="4848" y="1188"/>
                  </a:lnTo>
                  <a:lnTo>
                    <a:pt x="4833" y="1183"/>
                  </a:lnTo>
                  <a:lnTo>
                    <a:pt x="4681" y="1192"/>
                  </a:lnTo>
                  <a:lnTo>
                    <a:pt x="4654" y="1220"/>
                  </a:lnTo>
                  <a:lnTo>
                    <a:pt x="4575" y="1303"/>
                  </a:lnTo>
                  <a:lnTo>
                    <a:pt x="4648" y="1406"/>
                  </a:lnTo>
                  <a:lnTo>
                    <a:pt x="4752" y="1552"/>
                  </a:lnTo>
                  <a:lnTo>
                    <a:pt x="4746" y="1577"/>
                  </a:lnTo>
                  <a:lnTo>
                    <a:pt x="4645" y="1666"/>
                  </a:lnTo>
                  <a:lnTo>
                    <a:pt x="4522" y="1774"/>
                  </a:lnTo>
                  <a:lnTo>
                    <a:pt x="4385" y="1746"/>
                  </a:lnTo>
                  <a:lnTo>
                    <a:pt x="4326" y="1721"/>
                  </a:lnTo>
                  <a:lnTo>
                    <a:pt x="4308" y="1713"/>
                  </a:lnTo>
                  <a:lnTo>
                    <a:pt x="4198" y="1666"/>
                  </a:lnTo>
                  <a:lnTo>
                    <a:pt x="4178" y="1668"/>
                  </a:lnTo>
                  <a:lnTo>
                    <a:pt x="4150" y="1672"/>
                  </a:lnTo>
                  <a:lnTo>
                    <a:pt x="3979" y="1697"/>
                  </a:lnTo>
                  <a:lnTo>
                    <a:pt x="3961" y="1699"/>
                  </a:lnTo>
                  <a:lnTo>
                    <a:pt x="3901" y="1737"/>
                  </a:lnTo>
                  <a:lnTo>
                    <a:pt x="3855" y="1766"/>
                  </a:lnTo>
                  <a:lnTo>
                    <a:pt x="3810" y="1794"/>
                  </a:lnTo>
                  <a:lnTo>
                    <a:pt x="3819" y="1929"/>
                  </a:lnTo>
                  <a:lnTo>
                    <a:pt x="3821" y="1955"/>
                  </a:lnTo>
                  <a:lnTo>
                    <a:pt x="3822" y="1970"/>
                  </a:lnTo>
                  <a:lnTo>
                    <a:pt x="3829" y="1975"/>
                  </a:lnTo>
                  <a:lnTo>
                    <a:pt x="3811" y="1988"/>
                  </a:lnTo>
                  <a:lnTo>
                    <a:pt x="3589" y="2150"/>
                  </a:lnTo>
                  <a:lnTo>
                    <a:pt x="3509" y="2169"/>
                  </a:lnTo>
                  <a:lnTo>
                    <a:pt x="3347" y="2207"/>
                  </a:lnTo>
                  <a:lnTo>
                    <a:pt x="3128" y="2107"/>
                  </a:lnTo>
                  <a:lnTo>
                    <a:pt x="3128" y="2048"/>
                  </a:lnTo>
                  <a:lnTo>
                    <a:pt x="3128" y="1921"/>
                  </a:lnTo>
                  <a:lnTo>
                    <a:pt x="3172" y="1864"/>
                  </a:lnTo>
                  <a:lnTo>
                    <a:pt x="3243" y="1774"/>
                  </a:lnTo>
                  <a:lnTo>
                    <a:pt x="3274" y="1736"/>
                  </a:lnTo>
                  <a:lnTo>
                    <a:pt x="3326" y="1670"/>
                  </a:lnTo>
                  <a:lnTo>
                    <a:pt x="3359" y="1628"/>
                  </a:lnTo>
                  <a:lnTo>
                    <a:pt x="3436" y="1529"/>
                  </a:lnTo>
                  <a:lnTo>
                    <a:pt x="3444" y="1515"/>
                  </a:lnTo>
                  <a:lnTo>
                    <a:pt x="3615" y="1193"/>
                  </a:lnTo>
                  <a:lnTo>
                    <a:pt x="3681" y="1194"/>
                  </a:lnTo>
                  <a:lnTo>
                    <a:pt x="3727" y="1196"/>
                  </a:lnTo>
                  <a:lnTo>
                    <a:pt x="3732" y="1192"/>
                  </a:lnTo>
                  <a:lnTo>
                    <a:pt x="3734" y="1187"/>
                  </a:lnTo>
                  <a:lnTo>
                    <a:pt x="3739" y="1181"/>
                  </a:lnTo>
                  <a:lnTo>
                    <a:pt x="3751" y="1173"/>
                  </a:lnTo>
                  <a:lnTo>
                    <a:pt x="3757" y="1166"/>
                  </a:lnTo>
                  <a:lnTo>
                    <a:pt x="3762" y="1159"/>
                  </a:lnTo>
                  <a:lnTo>
                    <a:pt x="3769" y="1136"/>
                  </a:lnTo>
                  <a:lnTo>
                    <a:pt x="3773" y="1102"/>
                  </a:lnTo>
                  <a:lnTo>
                    <a:pt x="3764" y="1052"/>
                  </a:lnTo>
                  <a:lnTo>
                    <a:pt x="3759" y="1026"/>
                  </a:lnTo>
                  <a:lnTo>
                    <a:pt x="3750" y="1007"/>
                  </a:lnTo>
                  <a:lnTo>
                    <a:pt x="3731" y="975"/>
                  </a:lnTo>
                  <a:lnTo>
                    <a:pt x="3693" y="923"/>
                  </a:lnTo>
                  <a:lnTo>
                    <a:pt x="3658" y="881"/>
                  </a:lnTo>
                  <a:lnTo>
                    <a:pt x="3626" y="845"/>
                  </a:lnTo>
                  <a:lnTo>
                    <a:pt x="3617" y="834"/>
                  </a:lnTo>
                  <a:lnTo>
                    <a:pt x="3557" y="811"/>
                  </a:lnTo>
                  <a:lnTo>
                    <a:pt x="3464" y="775"/>
                  </a:lnTo>
                  <a:lnTo>
                    <a:pt x="3383" y="760"/>
                  </a:lnTo>
                  <a:lnTo>
                    <a:pt x="3153" y="715"/>
                  </a:lnTo>
                  <a:lnTo>
                    <a:pt x="3128" y="712"/>
                  </a:lnTo>
                  <a:lnTo>
                    <a:pt x="2904" y="687"/>
                  </a:lnTo>
                  <a:lnTo>
                    <a:pt x="2708" y="683"/>
                  </a:lnTo>
                  <a:lnTo>
                    <a:pt x="2675" y="700"/>
                  </a:lnTo>
                  <a:lnTo>
                    <a:pt x="2576" y="749"/>
                  </a:lnTo>
                  <a:lnTo>
                    <a:pt x="2569" y="752"/>
                  </a:lnTo>
                  <a:lnTo>
                    <a:pt x="2531" y="774"/>
                  </a:lnTo>
                  <a:lnTo>
                    <a:pt x="2424" y="835"/>
                  </a:lnTo>
                  <a:lnTo>
                    <a:pt x="2139" y="746"/>
                  </a:lnTo>
                  <a:lnTo>
                    <a:pt x="2076" y="701"/>
                  </a:lnTo>
                  <a:lnTo>
                    <a:pt x="2067" y="695"/>
                  </a:lnTo>
                  <a:lnTo>
                    <a:pt x="2029" y="667"/>
                  </a:lnTo>
                  <a:lnTo>
                    <a:pt x="1907" y="664"/>
                  </a:lnTo>
                  <a:lnTo>
                    <a:pt x="1762" y="805"/>
                  </a:lnTo>
                  <a:lnTo>
                    <a:pt x="1669" y="897"/>
                  </a:lnTo>
                  <a:lnTo>
                    <a:pt x="1653" y="912"/>
                  </a:lnTo>
                  <a:lnTo>
                    <a:pt x="1602" y="894"/>
                  </a:lnTo>
                  <a:lnTo>
                    <a:pt x="1572" y="883"/>
                  </a:lnTo>
                  <a:lnTo>
                    <a:pt x="1567" y="877"/>
                  </a:lnTo>
                  <a:lnTo>
                    <a:pt x="1456" y="738"/>
                  </a:lnTo>
                  <a:lnTo>
                    <a:pt x="1362" y="744"/>
                  </a:lnTo>
                  <a:lnTo>
                    <a:pt x="1310" y="747"/>
                  </a:lnTo>
                  <a:lnTo>
                    <a:pt x="1300" y="747"/>
                  </a:lnTo>
                  <a:lnTo>
                    <a:pt x="1287" y="748"/>
                  </a:lnTo>
                  <a:lnTo>
                    <a:pt x="1200" y="776"/>
                  </a:lnTo>
                  <a:lnTo>
                    <a:pt x="1093" y="811"/>
                  </a:lnTo>
                  <a:lnTo>
                    <a:pt x="1012" y="837"/>
                  </a:lnTo>
                  <a:lnTo>
                    <a:pt x="1000" y="851"/>
                  </a:lnTo>
                  <a:lnTo>
                    <a:pt x="921" y="943"/>
                  </a:lnTo>
                  <a:lnTo>
                    <a:pt x="907" y="959"/>
                  </a:lnTo>
                  <a:lnTo>
                    <a:pt x="950" y="1070"/>
                  </a:lnTo>
                  <a:lnTo>
                    <a:pt x="955" y="1082"/>
                  </a:lnTo>
                  <a:lnTo>
                    <a:pt x="957" y="1093"/>
                  </a:lnTo>
                  <a:lnTo>
                    <a:pt x="956" y="1102"/>
                  </a:lnTo>
                  <a:lnTo>
                    <a:pt x="951" y="1105"/>
                  </a:lnTo>
                  <a:lnTo>
                    <a:pt x="944" y="1113"/>
                  </a:lnTo>
                  <a:lnTo>
                    <a:pt x="919" y="1127"/>
                  </a:lnTo>
                  <a:lnTo>
                    <a:pt x="907" y="1134"/>
                  </a:lnTo>
                  <a:lnTo>
                    <a:pt x="882" y="1140"/>
                  </a:lnTo>
                  <a:lnTo>
                    <a:pt x="870" y="1147"/>
                  </a:lnTo>
                  <a:lnTo>
                    <a:pt x="861" y="1148"/>
                  </a:lnTo>
                  <a:lnTo>
                    <a:pt x="674" y="1172"/>
                  </a:lnTo>
                  <a:lnTo>
                    <a:pt x="648" y="1175"/>
                  </a:lnTo>
                  <a:lnTo>
                    <a:pt x="604" y="1164"/>
                  </a:lnTo>
                  <a:lnTo>
                    <a:pt x="561" y="1153"/>
                  </a:lnTo>
                  <a:lnTo>
                    <a:pt x="459" y="1128"/>
                  </a:lnTo>
                  <a:lnTo>
                    <a:pt x="427" y="1120"/>
                  </a:lnTo>
                  <a:lnTo>
                    <a:pt x="361" y="1104"/>
                  </a:lnTo>
                  <a:lnTo>
                    <a:pt x="317" y="1093"/>
                  </a:lnTo>
                  <a:lnTo>
                    <a:pt x="151" y="1057"/>
                  </a:lnTo>
                  <a:lnTo>
                    <a:pt x="136" y="1054"/>
                  </a:lnTo>
                  <a:lnTo>
                    <a:pt x="123" y="1051"/>
                  </a:lnTo>
                  <a:lnTo>
                    <a:pt x="66" y="1039"/>
                  </a:lnTo>
                  <a:lnTo>
                    <a:pt x="51" y="987"/>
                  </a:lnTo>
                  <a:lnTo>
                    <a:pt x="5" y="834"/>
                  </a:lnTo>
                  <a:lnTo>
                    <a:pt x="1" y="784"/>
                  </a:lnTo>
                  <a:lnTo>
                    <a:pt x="0" y="767"/>
                  </a:lnTo>
                  <a:lnTo>
                    <a:pt x="48" y="640"/>
                  </a:lnTo>
                  <a:lnTo>
                    <a:pt x="201" y="578"/>
                  </a:lnTo>
                  <a:lnTo>
                    <a:pt x="212" y="577"/>
                  </a:lnTo>
                  <a:lnTo>
                    <a:pt x="224" y="575"/>
                  </a:lnTo>
                  <a:lnTo>
                    <a:pt x="240" y="569"/>
                  </a:lnTo>
                  <a:lnTo>
                    <a:pt x="636" y="412"/>
                  </a:lnTo>
                  <a:lnTo>
                    <a:pt x="759" y="363"/>
                  </a:lnTo>
                  <a:lnTo>
                    <a:pt x="1022" y="274"/>
                  </a:lnTo>
                  <a:lnTo>
                    <a:pt x="1087" y="281"/>
                  </a:lnTo>
                  <a:lnTo>
                    <a:pt x="1285" y="304"/>
                  </a:lnTo>
                  <a:lnTo>
                    <a:pt x="1580" y="338"/>
                  </a:lnTo>
                  <a:lnTo>
                    <a:pt x="1595" y="339"/>
                  </a:lnTo>
                  <a:lnTo>
                    <a:pt x="1661" y="343"/>
                  </a:lnTo>
                  <a:lnTo>
                    <a:pt x="1773" y="349"/>
                  </a:lnTo>
                  <a:lnTo>
                    <a:pt x="1850" y="353"/>
                  </a:lnTo>
                  <a:lnTo>
                    <a:pt x="2039" y="364"/>
                  </a:lnTo>
                  <a:lnTo>
                    <a:pt x="2066" y="365"/>
                  </a:lnTo>
                  <a:lnTo>
                    <a:pt x="2555" y="296"/>
                  </a:lnTo>
                  <a:lnTo>
                    <a:pt x="2603" y="290"/>
                  </a:lnTo>
                  <a:lnTo>
                    <a:pt x="2608" y="289"/>
                  </a:lnTo>
                  <a:lnTo>
                    <a:pt x="2614" y="288"/>
                  </a:lnTo>
                  <a:lnTo>
                    <a:pt x="2619" y="288"/>
                  </a:lnTo>
                  <a:lnTo>
                    <a:pt x="2627" y="289"/>
                  </a:lnTo>
                  <a:lnTo>
                    <a:pt x="2634" y="290"/>
                  </a:lnTo>
                  <a:lnTo>
                    <a:pt x="2648" y="292"/>
                  </a:lnTo>
                  <a:lnTo>
                    <a:pt x="2658" y="292"/>
                  </a:lnTo>
                  <a:lnTo>
                    <a:pt x="2665" y="292"/>
                  </a:lnTo>
                  <a:lnTo>
                    <a:pt x="2693" y="304"/>
                  </a:lnTo>
                  <a:lnTo>
                    <a:pt x="2701" y="306"/>
                  </a:lnTo>
                  <a:lnTo>
                    <a:pt x="3099" y="180"/>
                  </a:lnTo>
                  <a:lnTo>
                    <a:pt x="3118" y="174"/>
                  </a:lnTo>
                  <a:lnTo>
                    <a:pt x="3382" y="123"/>
                  </a:lnTo>
                  <a:lnTo>
                    <a:pt x="3426" y="126"/>
                  </a:lnTo>
                  <a:lnTo>
                    <a:pt x="3778" y="149"/>
                  </a:lnTo>
                  <a:lnTo>
                    <a:pt x="4201" y="250"/>
                  </a:lnTo>
                  <a:lnTo>
                    <a:pt x="4212" y="253"/>
                  </a:lnTo>
                  <a:lnTo>
                    <a:pt x="4264" y="266"/>
                  </a:lnTo>
                  <a:lnTo>
                    <a:pt x="4447" y="333"/>
                  </a:lnTo>
                  <a:lnTo>
                    <a:pt x="4454" y="333"/>
                  </a:lnTo>
                  <a:lnTo>
                    <a:pt x="4462" y="330"/>
                  </a:lnTo>
                  <a:lnTo>
                    <a:pt x="4474" y="330"/>
                  </a:lnTo>
                  <a:lnTo>
                    <a:pt x="4488" y="330"/>
                  </a:lnTo>
                  <a:lnTo>
                    <a:pt x="4496" y="330"/>
                  </a:lnTo>
                  <a:lnTo>
                    <a:pt x="4501" y="327"/>
                  </a:lnTo>
                  <a:lnTo>
                    <a:pt x="4507" y="325"/>
                  </a:lnTo>
                  <a:lnTo>
                    <a:pt x="4526" y="323"/>
                  </a:lnTo>
                  <a:lnTo>
                    <a:pt x="4537" y="324"/>
                  </a:lnTo>
                  <a:lnTo>
                    <a:pt x="4594" y="230"/>
                  </a:lnTo>
                  <a:lnTo>
                    <a:pt x="4607" y="206"/>
                  </a:lnTo>
                  <a:lnTo>
                    <a:pt x="4656" y="123"/>
                  </a:lnTo>
                  <a:lnTo>
                    <a:pt x="4660" y="115"/>
                  </a:lnTo>
                  <a:lnTo>
                    <a:pt x="4855" y="53"/>
                  </a:lnTo>
                  <a:lnTo>
                    <a:pt x="5153" y="48"/>
                  </a:lnTo>
                  <a:lnTo>
                    <a:pt x="5243" y="8"/>
                  </a:lnTo>
                  <a:lnTo>
                    <a:pt x="5262" y="0"/>
                  </a:lnTo>
                  <a:lnTo>
                    <a:pt x="5322" y="43"/>
                  </a:lnTo>
                  <a:lnTo>
                    <a:pt x="5321" y="54"/>
                  </a:lnTo>
                  <a:lnTo>
                    <a:pt x="5287" y="35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l1507"/>
            <p:cNvSpPr/>
            <p:nvPr/>
          </p:nvSpPr>
          <p:spPr>
            <a:xfrm>
              <a:off x="4786854" y="4933545"/>
              <a:ext cx="9235" cy="2808"/>
            </a:xfrm>
            <a:custGeom>
              <a:avLst/>
              <a:pathLst>
                <a:path w="9235" h="2808">
                  <a:moveTo>
                    <a:pt x="2393" y="414"/>
                  </a:moveTo>
                  <a:lnTo>
                    <a:pt x="2370" y="413"/>
                  </a:lnTo>
                  <a:lnTo>
                    <a:pt x="2364" y="412"/>
                  </a:lnTo>
                  <a:lnTo>
                    <a:pt x="2356" y="410"/>
                  </a:lnTo>
                  <a:lnTo>
                    <a:pt x="2351" y="410"/>
                  </a:lnTo>
                  <a:lnTo>
                    <a:pt x="2344" y="415"/>
                  </a:lnTo>
                  <a:lnTo>
                    <a:pt x="2320" y="417"/>
                  </a:lnTo>
                  <a:lnTo>
                    <a:pt x="2314" y="420"/>
                  </a:lnTo>
                  <a:lnTo>
                    <a:pt x="2307" y="422"/>
                  </a:lnTo>
                  <a:lnTo>
                    <a:pt x="2293" y="418"/>
                  </a:lnTo>
                  <a:lnTo>
                    <a:pt x="2249" y="412"/>
                  </a:lnTo>
                  <a:lnTo>
                    <a:pt x="2235" y="413"/>
                  </a:lnTo>
                  <a:lnTo>
                    <a:pt x="2223" y="416"/>
                  </a:lnTo>
                  <a:lnTo>
                    <a:pt x="2217" y="419"/>
                  </a:lnTo>
                  <a:lnTo>
                    <a:pt x="2211" y="420"/>
                  </a:lnTo>
                  <a:lnTo>
                    <a:pt x="2201" y="420"/>
                  </a:lnTo>
                  <a:lnTo>
                    <a:pt x="2188" y="421"/>
                  </a:lnTo>
                  <a:lnTo>
                    <a:pt x="2179" y="423"/>
                  </a:lnTo>
                  <a:lnTo>
                    <a:pt x="2170" y="431"/>
                  </a:lnTo>
                  <a:lnTo>
                    <a:pt x="2164" y="434"/>
                  </a:lnTo>
                  <a:lnTo>
                    <a:pt x="2136" y="440"/>
                  </a:lnTo>
                  <a:lnTo>
                    <a:pt x="2107" y="458"/>
                  </a:lnTo>
                  <a:lnTo>
                    <a:pt x="2077" y="481"/>
                  </a:lnTo>
                  <a:lnTo>
                    <a:pt x="2074" y="487"/>
                  </a:lnTo>
                  <a:lnTo>
                    <a:pt x="2075" y="496"/>
                  </a:lnTo>
                  <a:lnTo>
                    <a:pt x="2076" y="505"/>
                  </a:lnTo>
                  <a:lnTo>
                    <a:pt x="2080" y="514"/>
                  </a:lnTo>
                  <a:lnTo>
                    <a:pt x="2091" y="522"/>
                  </a:lnTo>
                  <a:lnTo>
                    <a:pt x="2204" y="615"/>
                  </a:lnTo>
                  <a:lnTo>
                    <a:pt x="2247" y="650"/>
                  </a:lnTo>
                  <a:lnTo>
                    <a:pt x="2259" y="652"/>
                  </a:lnTo>
                  <a:lnTo>
                    <a:pt x="2266" y="651"/>
                  </a:lnTo>
                  <a:lnTo>
                    <a:pt x="2271" y="646"/>
                  </a:lnTo>
                  <a:lnTo>
                    <a:pt x="2273" y="640"/>
                  </a:lnTo>
                  <a:lnTo>
                    <a:pt x="2281" y="627"/>
                  </a:lnTo>
                  <a:lnTo>
                    <a:pt x="2350" y="595"/>
                  </a:lnTo>
                  <a:lnTo>
                    <a:pt x="2366" y="604"/>
                  </a:lnTo>
                  <a:lnTo>
                    <a:pt x="2413" y="632"/>
                  </a:lnTo>
                  <a:lnTo>
                    <a:pt x="2426" y="659"/>
                  </a:lnTo>
                  <a:lnTo>
                    <a:pt x="2452" y="713"/>
                  </a:lnTo>
                  <a:lnTo>
                    <a:pt x="2462" y="734"/>
                  </a:lnTo>
                  <a:lnTo>
                    <a:pt x="2432" y="751"/>
                  </a:lnTo>
                  <a:lnTo>
                    <a:pt x="2390" y="775"/>
                  </a:lnTo>
                  <a:lnTo>
                    <a:pt x="2361" y="793"/>
                  </a:lnTo>
                  <a:lnTo>
                    <a:pt x="2327" y="804"/>
                  </a:lnTo>
                  <a:lnTo>
                    <a:pt x="2283" y="818"/>
                  </a:lnTo>
                  <a:lnTo>
                    <a:pt x="2255" y="895"/>
                  </a:lnTo>
                  <a:lnTo>
                    <a:pt x="2247" y="917"/>
                  </a:lnTo>
                  <a:lnTo>
                    <a:pt x="2249" y="1025"/>
                  </a:lnTo>
                  <a:lnTo>
                    <a:pt x="2294" y="1038"/>
                  </a:lnTo>
                  <a:lnTo>
                    <a:pt x="2530" y="1086"/>
                  </a:lnTo>
                  <a:lnTo>
                    <a:pt x="2582" y="1094"/>
                  </a:lnTo>
                  <a:lnTo>
                    <a:pt x="2628" y="1086"/>
                  </a:lnTo>
                  <a:lnTo>
                    <a:pt x="2665" y="1073"/>
                  </a:lnTo>
                  <a:lnTo>
                    <a:pt x="2685" y="1060"/>
                  </a:lnTo>
                  <a:lnTo>
                    <a:pt x="2712" y="1038"/>
                  </a:lnTo>
                  <a:lnTo>
                    <a:pt x="2719" y="1031"/>
                  </a:lnTo>
                  <a:lnTo>
                    <a:pt x="2718" y="1024"/>
                  </a:lnTo>
                  <a:lnTo>
                    <a:pt x="2714" y="1004"/>
                  </a:lnTo>
                  <a:lnTo>
                    <a:pt x="2713" y="990"/>
                  </a:lnTo>
                  <a:lnTo>
                    <a:pt x="2712" y="979"/>
                  </a:lnTo>
                  <a:lnTo>
                    <a:pt x="2713" y="970"/>
                  </a:lnTo>
                  <a:lnTo>
                    <a:pt x="2714" y="956"/>
                  </a:lnTo>
                  <a:lnTo>
                    <a:pt x="2715" y="943"/>
                  </a:lnTo>
                  <a:lnTo>
                    <a:pt x="2712" y="923"/>
                  </a:lnTo>
                  <a:lnTo>
                    <a:pt x="2710" y="907"/>
                  </a:lnTo>
                  <a:lnTo>
                    <a:pt x="2702" y="863"/>
                  </a:lnTo>
                  <a:lnTo>
                    <a:pt x="2698" y="822"/>
                  </a:lnTo>
                  <a:lnTo>
                    <a:pt x="2718" y="758"/>
                  </a:lnTo>
                  <a:lnTo>
                    <a:pt x="2724" y="739"/>
                  </a:lnTo>
                  <a:lnTo>
                    <a:pt x="2762" y="678"/>
                  </a:lnTo>
                  <a:lnTo>
                    <a:pt x="2827" y="642"/>
                  </a:lnTo>
                  <a:lnTo>
                    <a:pt x="2903" y="599"/>
                  </a:lnTo>
                  <a:lnTo>
                    <a:pt x="2996" y="529"/>
                  </a:lnTo>
                  <a:lnTo>
                    <a:pt x="3096" y="544"/>
                  </a:lnTo>
                  <a:lnTo>
                    <a:pt x="3209" y="683"/>
                  </a:lnTo>
                  <a:lnTo>
                    <a:pt x="3237" y="717"/>
                  </a:lnTo>
                  <a:lnTo>
                    <a:pt x="3477" y="940"/>
                  </a:lnTo>
                  <a:lnTo>
                    <a:pt x="3576" y="1084"/>
                  </a:lnTo>
                  <a:lnTo>
                    <a:pt x="3596" y="1113"/>
                  </a:lnTo>
                  <a:lnTo>
                    <a:pt x="3603" y="1124"/>
                  </a:lnTo>
                  <a:lnTo>
                    <a:pt x="3621" y="1150"/>
                  </a:lnTo>
                  <a:lnTo>
                    <a:pt x="3647" y="1179"/>
                  </a:lnTo>
                  <a:lnTo>
                    <a:pt x="3672" y="1197"/>
                  </a:lnTo>
                  <a:lnTo>
                    <a:pt x="3700" y="1213"/>
                  </a:lnTo>
                  <a:lnTo>
                    <a:pt x="3742" y="1229"/>
                  </a:lnTo>
                  <a:lnTo>
                    <a:pt x="3783" y="1243"/>
                  </a:lnTo>
                  <a:lnTo>
                    <a:pt x="3812" y="1253"/>
                  </a:lnTo>
                  <a:lnTo>
                    <a:pt x="3826" y="1256"/>
                  </a:lnTo>
                  <a:lnTo>
                    <a:pt x="3852" y="1261"/>
                  </a:lnTo>
                  <a:lnTo>
                    <a:pt x="3884" y="1267"/>
                  </a:lnTo>
                  <a:lnTo>
                    <a:pt x="3902" y="1271"/>
                  </a:lnTo>
                  <a:lnTo>
                    <a:pt x="3931" y="1280"/>
                  </a:lnTo>
                  <a:lnTo>
                    <a:pt x="3937" y="1282"/>
                  </a:lnTo>
                  <a:lnTo>
                    <a:pt x="3942" y="1286"/>
                  </a:lnTo>
                  <a:lnTo>
                    <a:pt x="3952" y="1288"/>
                  </a:lnTo>
                  <a:lnTo>
                    <a:pt x="3960" y="1289"/>
                  </a:lnTo>
                  <a:lnTo>
                    <a:pt x="3972" y="1290"/>
                  </a:lnTo>
                  <a:lnTo>
                    <a:pt x="3979" y="1289"/>
                  </a:lnTo>
                  <a:lnTo>
                    <a:pt x="3985" y="1292"/>
                  </a:lnTo>
                  <a:lnTo>
                    <a:pt x="3991" y="1297"/>
                  </a:lnTo>
                  <a:lnTo>
                    <a:pt x="4005" y="1301"/>
                  </a:lnTo>
                  <a:lnTo>
                    <a:pt x="4041" y="1318"/>
                  </a:lnTo>
                  <a:lnTo>
                    <a:pt x="4078" y="1333"/>
                  </a:lnTo>
                  <a:lnTo>
                    <a:pt x="4117" y="1347"/>
                  </a:lnTo>
                  <a:lnTo>
                    <a:pt x="4125" y="1348"/>
                  </a:lnTo>
                  <a:lnTo>
                    <a:pt x="4165" y="1354"/>
                  </a:lnTo>
                  <a:lnTo>
                    <a:pt x="4192" y="1355"/>
                  </a:lnTo>
                  <a:lnTo>
                    <a:pt x="4210" y="1356"/>
                  </a:lnTo>
                  <a:lnTo>
                    <a:pt x="4225" y="1354"/>
                  </a:lnTo>
                  <a:lnTo>
                    <a:pt x="4232" y="1356"/>
                  </a:lnTo>
                  <a:lnTo>
                    <a:pt x="4237" y="1361"/>
                  </a:lnTo>
                  <a:lnTo>
                    <a:pt x="4244" y="1368"/>
                  </a:lnTo>
                  <a:lnTo>
                    <a:pt x="4259" y="1380"/>
                  </a:lnTo>
                  <a:lnTo>
                    <a:pt x="4276" y="1393"/>
                  </a:lnTo>
                  <a:lnTo>
                    <a:pt x="4306" y="1405"/>
                  </a:lnTo>
                  <a:lnTo>
                    <a:pt x="4349" y="1421"/>
                  </a:lnTo>
                  <a:lnTo>
                    <a:pt x="4358" y="1426"/>
                  </a:lnTo>
                  <a:lnTo>
                    <a:pt x="4362" y="1429"/>
                  </a:lnTo>
                  <a:lnTo>
                    <a:pt x="4366" y="1434"/>
                  </a:lnTo>
                  <a:lnTo>
                    <a:pt x="4375" y="1441"/>
                  </a:lnTo>
                  <a:lnTo>
                    <a:pt x="4403" y="1455"/>
                  </a:lnTo>
                  <a:lnTo>
                    <a:pt x="4428" y="1466"/>
                  </a:lnTo>
                  <a:lnTo>
                    <a:pt x="4452" y="1476"/>
                  </a:lnTo>
                  <a:lnTo>
                    <a:pt x="4483" y="1484"/>
                  </a:lnTo>
                  <a:lnTo>
                    <a:pt x="4552" y="1505"/>
                  </a:lnTo>
                  <a:lnTo>
                    <a:pt x="4601" y="1515"/>
                  </a:lnTo>
                  <a:lnTo>
                    <a:pt x="4664" y="1519"/>
                  </a:lnTo>
                  <a:lnTo>
                    <a:pt x="4735" y="1517"/>
                  </a:lnTo>
                  <a:lnTo>
                    <a:pt x="4804" y="1514"/>
                  </a:lnTo>
                  <a:lnTo>
                    <a:pt x="4934" y="1508"/>
                  </a:lnTo>
                  <a:lnTo>
                    <a:pt x="4964" y="1511"/>
                  </a:lnTo>
                  <a:lnTo>
                    <a:pt x="4991" y="1511"/>
                  </a:lnTo>
                  <a:lnTo>
                    <a:pt x="5064" y="1507"/>
                  </a:lnTo>
                  <a:lnTo>
                    <a:pt x="5070" y="1506"/>
                  </a:lnTo>
                  <a:lnTo>
                    <a:pt x="5149" y="1499"/>
                  </a:lnTo>
                  <a:lnTo>
                    <a:pt x="5155" y="1499"/>
                  </a:lnTo>
                  <a:lnTo>
                    <a:pt x="5200" y="1499"/>
                  </a:lnTo>
                  <a:lnTo>
                    <a:pt x="5255" y="1499"/>
                  </a:lnTo>
                  <a:lnTo>
                    <a:pt x="5282" y="1495"/>
                  </a:lnTo>
                  <a:lnTo>
                    <a:pt x="5363" y="1462"/>
                  </a:lnTo>
                  <a:lnTo>
                    <a:pt x="5398" y="1448"/>
                  </a:lnTo>
                  <a:lnTo>
                    <a:pt x="5979" y="1395"/>
                  </a:lnTo>
                  <a:lnTo>
                    <a:pt x="6157" y="1378"/>
                  </a:lnTo>
                  <a:lnTo>
                    <a:pt x="6281" y="1311"/>
                  </a:lnTo>
                  <a:lnTo>
                    <a:pt x="6366" y="1201"/>
                  </a:lnTo>
                  <a:lnTo>
                    <a:pt x="6346" y="1100"/>
                  </a:lnTo>
                  <a:lnTo>
                    <a:pt x="6343" y="1088"/>
                  </a:lnTo>
                  <a:lnTo>
                    <a:pt x="6321" y="1049"/>
                  </a:lnTo>
                  <a:lnTo>
                    <a:pt x="6305" y="1022"/>
                  </a:lnTo>
                  <a:lnTo>
                    <a:pt x="6320" y="981"/>
                  </a:lnTo>
                  <a:lnTo>
                    <a:pt x="6328" y="982"/>
                  </a:lnTo>
                  <a:lnTo>
                    <a:pt x="6519" y="992"/>
                  </a:lnTo>
                  <a:lnTo>
                    <a:pt x="6561" y="994"/>
                  </a:lnTo>
                  <a:lnTo>
                    <a:pt x="6563" y="1029"/>
                  </a:lnTo>
                  <a:lnTo>
                    <a:pt x="6564" y="1038"/>
                  </a:lnTo>
                  <a:lnTo>
                    <a:pt x="6581" y="1057"/>
                  </a:lnTo>
                  <a:lnTo>
                    <a:pt x="6595" y="1069"/>
                  </a:lnTo>
                  <a:lnTo>
                    <a:pt x="6625" y="1082"/>
                  </a:lnTo>
                  <a:lnTo>
                    <a:pt x="6654" y="1087"/>
                  </a:lnTo>
                  <a:lnTo>
                    <a:pt x="6688" y="1088"/>
                  </a:lnTo>
                  <a:lnTo>
                    <a:pt x="6718" y="1084"/>
                  </a:lnTo>
                  <a:lnTo>
                    <a:pt x="6746" y="1076"/>
                  </a:lnTo>
                  <a:lnTo>
                    <a:pt x="6772" y="1065"/>
                  </a:lnTo>
                  <a:lnTo>
                    <a:pt x="6780" y="1057"/>
                  </a:lnTo>
                  <a:lnTo>
                    <a:pt x="6787" y="1047"/>
                  </a:lnTo>
                  <a:lnTo>
                    <a:pt x="6789" y="1039"/>
                  </a:lnTo>
                  <a:lnTo>
                    <a:pt x="6788" y="1033"/>
                  </a:lnTo>
                  <a:lnTo>
                    <a:pt x="6781" y="1013"/>
                  </a:lnTo>
                  <a:lnTo>
                    <a:pt x="6791" y="998"/>
                  </a:lnTo>
                  <a:lnTo>
                    <a:pt x="6797" y="993"/>
                  </a:lnTo>
                  <a:lnTo>
                    <a:pt x="6811" y="992"/>
                  </a:lnTo>
                  <a:lnTo>
                    <a:pt x="6819" y="992"/>
                  </a:lnTo>
                  <a:lnTo>
                    <a:pt x="6844" y="1013"/>
                  </a:lnTo>
                  <a:lnTo>
                    <a:pt x="6911" y="1069"/>
                  </a:lnTo>
                  <a:lnTo>
                    <a:pt x="6919" y="1076"/>
                  </a:lnTo>
                  <a:lnTo>
                    <a:pt x="6924" y="1081"/>
                  </a:lnTo>
                  <a:lnTo>
                    <a:pt x="6998" y="1143"/>
                  </a:lnTo>
                  <a:lnTo>
                    <a:pt x="6986" y="1181"/>
                  </a:lnTo>
                  <a:lnTo>
                    <a:pt x="6977" y="1209"/>
                  </a:lnTo>
                  <a:lnTo>
                    <a:pt x="7057" y="1356"/>
                  </a:lnTo>
                  <a:lnTo>
                    <a:pt x="7079" y="1381"/>
                  </a:lnTo>
                  <a:lnTo>
                    <a:pt x="7091" y="1395"/>
                  </a:lnTo>
                  <a:lnTo>
                    <a:pt x="7109" y="1415"/>
                  </a:lnTo>
                  <a:lnTo>
                    <a:pt x="7148" y="1444"/>
                  </a:lnTo>
                  <a:lnTo>
                    <a:pt x="7202" y="1469"/>
                  </a:lnTo>
                  <a:lnTo>
                    <a:pt x="7529" y="1626"/>
                  </a:lnTo>
                  <a:lnTo>
                    <a:pt x="7729" y="1725"/>
                  </a:lnTo>
                  <a:lnTo>
                    <a:pt x="7748" y="1734"/>
                  </a:lnTo>
                  <a:lnTo>
                    <a:pt x="7799" y="1760"/>
                  </a:lnTo>
                  <a:lnTo>
                    <a:pt x="7878" y="1799"/>
                  </a:lnTo>
                  <a:lnTo>
                    <a:pt x="7933" y="1827"/>
                  </a:lnTo>
                  <a:lnTo>
                    <a:pt x="8042" y="1828"/>
                  </a:lnTo>
                  <a:lnTo>
                    <a:pt x="8091" y="1791"/>
                  </a:lnTo>
                  <a:lnTo>
                    <a:pt x="8129" y="1763"/>
                  </a:lnTo>
                  <a:lnTo>
                    <a:pt x="8149" y="1755"/>
                  </a:lnTo>
                  <a:lnTo>
                    <a:pt x="8178" y="1750"/>
                  </a:lnTo>
                  <a:lnTo>
                    <a:pt x="8191" y="1750"/>
                  </a:lnTo>
                  <a:lnTo>
                    <a:pt x="8197" y="1746"/>
                  </a:lnTo>
                  <a:lnTo>
                    <a:pt x="8204" y="1747"/>
                  </a:lnTo>
                  <a:lnTo>
                    <a:pt x="8212" y="1751"/>
                  </a:lnTo>
                  <a:lnTo>
                    <a:pt x="8223" y="1758"/>
                  </a:lnTo>
                  <a:lnTo>
                    <a:pt x="8239" y="1764"/>
                  </a:lnTo>
                  <a:lnTo>
                    <a:pt x="8247" y="1768"/>
                  </a:lnTo>
                  <a:lnTo>
                    <a:pt x="8256" y="1777"/>
                  </a:lnTo>
                  <a:lnTo>
                    <a:pt x="8268" y="1793"/>
                  </a:lnTo>
                  <a:lnTo>
                    <a:pt x="8267" y="1881"/>
                  </a:lnTo>
                  <a:lnTo>
                    <a:pt x="8257" y="1907"/>
                  </a:lnTo>
                  <a:lnTo>
                    <a:pt x="8260" y="1928"/>
                  </a:lnTo>
                  <a:lnTo>
                    <a:pt x="8269" y="1948"/>
                  </a:lnTo>
                  <a:lnTo>
                    <a:pt x="8288" y="1962"/>
                  </a:lnTo>
                  <a:lnTo>
                    <a:pt x="8311" y="1975"/>
                  </a:lnTo>
                  <a:lnTo>
                    <a:pt x="8392" y="2006"/>
                  </a:lnTo>
                  <a:lnTo>
                    <a:pt x="8419" y="2015"/>
                  </a:lnTo>
                  <a:lnTo>
                    <a:pt x="8451" y="2019"/>
                  </a:lnTo>
                  <a:lnTo>
                    <a:pt x="8478" y="2021"/>
                  </a:lnTo>
                  <a:lnTo>
                    <a:pt x="8489" y="2023"/>
                  </a:lnTo>
                  <a:lnTo>
                    <a:pt x="8502" y="2022"/>
                  </a:lnTo>
                  <a:lnTo>
                    <a:pt x="8542" y="2010"/>
                  </a:lnTo>
                  <a:lnTo>
                    <a:pt x="8553" y="1998"/>
                  </a:lnTo>
                  <a:lnTo>
                    <a:pt x="8560" y="1985"/>
                  </a:lnTo>
                  <a:lnTo>
                    <a:pt x="8563" y="1977"/>
                  </a:lnTo>
                  <a:lnTo>
                    <a:pt x="8566" y="1968"/>
                  </a:lnTo>
                  <a:lnTo>
                    <a:pt x="8587" y="1940"/>
                  </a:lnTo>
                  <a:lnTo>
                    <a:pt x="8593" y="1927"/>
                  </a:lnTo>
                  <a:lnTo>
                    <a:pt x="8686" y="1919"/>
                  </a:lnTo>
                  <a:lnTo>
                    <a:pt x="8787" y="1968"/>
                  </a:lnTo>
                  <a:lnTo>
                    <a:pt x="8809" y="1978"/>
                  </a:lnTo>
                  <a:lnTo>
                    <a:pt x="8839" y="1973"/>
                  </a:lnTo>
                  <a:lnTo>
                    <a:pt x="8929" y="1955"/>
                  </a:lnTo>
                  <a:lnTo>
                    <a:pt x="8965" y="1865"/>
                  </a:lnTo>
                  <a:lnTo>
                    <a:pt x="8995" y="1820"/>
                  </a:lnTo>
                  <a:lnTo>
                    <a:pt x="9070" y="1833"/>
                  </a:lnTo>
                  <a:lnTo>
                    <a:pt x="9091" y="1865"/>
                  </a:lnTo>
                  <a:lnTo>
                    <a:pt x="9088" y="1880"/>
                  </a:lnTo>
                  <a:lnTo>
                    <a:pt x="9074" y="1948"/>
                  </a:lnTo>
                  <a:lnTo>
                    <a:pt x="9093" y="2011"/>
                  </a:lnTo>
                  <a:lnTo>
                    <a:pt x="9109" y="2026"/>
                  </a:lnTo>
                  <a:lnTo>
                    <a:pt x="9135" y="2040"/>
                  </a:lnTo>
                  <a:lnTo>
                    <a:pt x="9154" y="2045"/>
                  </a:lnTo>
                  <a:lnTo>
                    <a:pt x="9172" y="2044"/>
                  </a:lnTo>
                  <a:lnTo>
                    <a:pt x="9185" y="2039"/>
                  </a:lnTo>
                  <a:lnTo>
                    <a:pt x="9199" y="2033"/>
                  </a:lnTo>
                  <a:lnTo>
                    <a:pt x="9207" y="2031"/>
                  </a:lnTo>
                  <a:lnTo>
                    <a:pt x="9215" y="2033"/>
                  </a:lnTo>
                  <a:lnTo>
                    <a:pt x="9218" y="2040"/>
                  </a:lnTo>
                  <a:lnTo>
                    <a:pt x="9224" y="2046"/>
                  </a:lnTo>
                  <a:lnTo>
                    <a:pt x="9233" y="2055"/>
                  </a:lnTo>
                  <a:lnTo>
                    <a:pt x="9235" y="2065"/>
                  </a:lnTo>
                  <a:lnTo>
                    <a:pt x="9233" y="2093"/>
                  </a:lnTo>
                  <a:lnTo>
                    <a:pt x="9226" y="2102"/>
                  </a:lnTo>
                  <a:lnTo>
                    <a:pt x="9218" y="2105"/>
                  </a:lnTo>
                  <a:lnTo>
                    <a:pt x="9181" y="2114"/>
                  </a:lnTo>
                  <a:lnTo>
                    <a:pt x="9146" y="2122"/>
                  </a:lnTo>
                  <a:lnTo>
                    <a:pt x="9111" y="2133"/>
                  </a:lnTo>
                  <a:lnTo>
                    <a:pt x="9089" y="2134"/>
                  </a:lnTo>
                  <a:lnTo>
                    <a:pt x="8868" y="2115"/>
                  </a:lnTo>
                  <a:lnTo>
                    <a:pt x="8777" y="2098"/>
                  </a:lnTo>
                  <a:lnTo>
                    <a:pt x="8749" y="2115"/>
                  </a:lnTo>
                  <a:lnTo>
                    <a:pt x="8503" y="2262"/>
                  </a:lnTo>
                  <a:lnTo>
                    <a:pt x="8453" y="2366"/>
                  </a:lnTo>
                  <a:lnTo>
                    <a:pt x="8359" y="2437"/>
                  </a:lnTo>
                  <a:lnTo>
                    <a:pt x="8287" y="2492"/>
                  </a:lnTo>
                  <a:lnTo>
                    <a:pt x="8194" y="2618"/>
                  </a:lnTo>
                  <a:lnTo>
                    <a:pt x="8131" y="2644"/>
                  </a:lnTo>
                  <a:lnTo>
                    <a:pt x="8093" y="2660"/>
                  </a:lnTo>
                  <a:lnTo>
                    <a:pt x="7995" y="2702"/>
                  </a:lnTo>
                  <a:lnTo>
                    <a:pt x="7956" y="2714"/>
                  </a:lnTo>
                  <a:lnTo>
                    <a:pt x="7944" y="2715"/>
                  </a:lnTo>
                  <a:lnTo>
                    <a:pt x="7927" y="2715"/>
                  </a:lnTo>
                  <a:lnTo>
                    <a:pt x="7907" y="2706"/>
                  </a:lnTo>
                  <a:lnTo>
                    <a:pt x="7882" y="2690"/>
                  </a:lnTo>
                  <a:lnTo>
                    <a:pt x="7862" y="2676"/>
                  </a:lnTo>
                  <a:lnTo>
                    <a:pt x="7871" y="2670"/>
                  </a:lnTo>
                  <a:lnTo>
                    <a:pt x="7885" y="2660"/>
                  </a:lnTo>
                  <a:lnTo>
                    <a:pt x="7895" y="2652"/>
                  </a:lnTo>
                  <a:lnTo>
                    <a:pt x="7874" y="2622"/>
                  </a:lnTo>
                  <a:lnTo>
                    <a:pt x="7820" y="2569"/>
                  </a:lnTo>
                  <a:lnTo>
                    <a:pt x="7779" y="2526"/>
                  </a:lnTo>
                  <a:lnTo>
                    <a:pt x="7653" y="2424"/>
                  </a:lnTo>
                  <a:lnTo>
                    <a:pt x="7630" y="2402"/>
                  </a:lnTo>
                  <a:lnTo>
                    <a:pt x="7466" y="2327"/>
                  </a:lnTo>
                  <a:lnTo>
                    <a:pt x="7329" y="2264"/>
                  </a:lnTo>
                  <a:lnTo>
                    <a:pt x="7256" y="2236"/>
                  </a:lnTo>
                  <a:lnTo>
                    <a:pt x="7247" y="2232"/>
                  </a:lnTo>
                  <a:lnTo>
                    <a:pt x="7084" y="2169"/>
                  </a:lnTo>
                  <a:lnTo>
                    <a:pt x="6957" y="2181"/>
                  </a:lnTo>
                  <a:lnTo>
                    <a:pt x="6922" y="2184"/>
                  </a:lnTo>
                  <a:lnTo>
                    <a:pt x="6858" y="2190"/>
                  </a:lnTo>
                  <a:lnTo>
                    <a:pt x="6508" y="2202"/>
                  </a:lnTo>
                  <a:lnTo>
                    <a:pt x="6443" y="2204"/>
                  </a:lnTo>
                  <a:lnTo>
                    <a:pt x="6433" y="2204"/>
                  </a:lnTo>
                  <a:lnTo>
                    <a:pt x="6407" y="2199"/>
                  </a:lnTo>
                  <a:lnTo>
                    <a:pt x="6349" y="2186"/>
                  </a:lnTo>
                  <a:lnTo>
                    <a:pt x="6283" y="2160"/>
                  </a:lnTo>
                  <a:lnTo>
                    <a:pt x="6218" y="2143"/>
                  </a:lnTo>
                  <a:lnTo>
                    <a:pt x="6168" y="2134"/>
                  </a:lnTo>
                  <a:lnTo>
                    <a:pt x="6111" y="2127"/>
                  </a:lnTo>
                  <a:lnTo>
                    <a:pt x="6084" y="2125"/>
                  </a:lnTo>
                  <a:lnTo>
                    <a:pt x="6019" y="2164"/>
                  </a:lnTo>
                  <a:lnTo>
                    <a:pt x="5997" y="2177"/>
                  </a:lnTo>
                  <a:lnTo>
                    <a:pt x="5900" y="2178"/>
                  </a:lnTo>
                  <a:lnTo>
                    <a:pt x="5854" y="2154"/>
                  </a:lnTo>
                  <a:lnTo>
                    <a:pt x="5765" y="2102"/>
                  </a:lnTo>
                  <a:lnTo>
                    <a:pt x="5726" y="2080"/>
                  </a:lnTo>
                  <a:lnTo>
                    <a:pt x="5611" y="2014"/>
                  </a:lnTo>
                  <a:lnTo>
                    <a:pt x="5563" y="2000"/>
                  </a:lnTo>
                  <a:lnTo>
                    <a:pt x="5281" y="1918"/>
                  </a:lnTo>
                  <a:lnTo>
                    <a:pt x="5130" y="1911"/>
                  </a:lnTo>
                  <a:lnTo>
                    <a:pt x="5110" y="1911"/>
                  </a:lnTo>
                  <a:lnTo>
                    <a:pt x="5087" y="1909"/>
                  </a:lnTo>
                  <a:lnTo>
                    <a:pt x="4994" y="1905"/>
                  </a:lnTo>
                  <a:lnTo>
                    <a:pt x="4911" y="1901"/>
                  </a:lnTo>
                  <a:lnTo>
                    <a:pt x="4867" y="1902"/>
                  </a:lnTo>
                  <a:lnTo>
                    <a:pt x="4588" y="1888"/>
                  </a:lnTo>
                  <a:lnTo>
                    <a:pt x="4525" y="1879"/>
                  </a:lnTo>
                  <a:lnTo>
                    <a:pt x="4479" y="1873"/>
                  </a:lnTo>
                  <a:lnTo>
                    <a:pt x="4457" y="1872"/>
                  </a:lnTo>
                  <a:lnTo>
                    <a:pt x="4441" y="1873"/>
                  </a:lnTo>
                  <a:lnTo>
                    <a:pt x="4405" y="1886"/>
                  </a:lnTo>
                  <a:lnTo>
                    <a:pt x="4372" y="1898"/>
                  </a:lnTo>
                  <a:lnTo>
                    <a:pt x="4322" y="1915"/>
                  </a:lnTo>
                  <a:lnTo>
                    <a:pt x="4304" y="1929"/>
                  </a:lnTo>
                  <a:lnTo>
                    <a:pt x="4285" y="1950"/>
                  </a:lnTo>
                  <a:lnTo>
                    <a:pt x="4265" y="1971"/>
                  </a:lnTo>
                  <a:lnTo>
                    <a:pt x="4232" y="2024"/>
                  </a:lnTo>
                  <a:lnTo>
                    <a:pt x="4222" y="2043"/>
                  </a:lnTo>
                  <a:lnTo>
                    <a:pt x="4218" y="2055"/>
                  </a:lnTo>
                  <a:lnTo>
                    <a:pt x="4217" y="2069"/>
                  </a:lnTo>
                  <a:lnTo>
                    <a:pt x="4221" y="2084"/>
                  </a:lnTo>
                  <a:lnTo>
                    <a:pt x="4223" y="2092"/>
                  </a:lnTo>
                  <a:lnTo>
                    <a:pt x="4407" y="2232"/>
                  </a:lnTo>
                  <a:lnTo>
                    <a:pt x="4478" y="2236"/>
                  </a:lnTo>
                  <a:lnTo>
                    <a:pt x="4484" y="2242"/>
                  </a:lnTo>
                  <a:lnTo>
                    <a:pt x="4488" y="2252"/>
                  </a:lnTo>
                  <a:lnTo>
                    <a:pt x="4478" y="2322"/>
                  </a:lnTo>
                  <a:lnTo>
                    <a:pt x="4471" y="2346"/>
                  </a:lnTo>
                  <a:lnTo>
                    <a:pt x="4462" y="2349"/>
                  </a:lnTo>
                  <a:lnTo>
                    <a:pt x="4397" y="2363"/>
                  </a:lnTo>
                  <a:lnTo>
                    <a:pt x="4391" y="2365"/>
                  </a:lnTo>
                  <a:lnTo>
                    <a:pt x="4361" y="2377"/>
                  </a:lnTo>
                  <a:lnTo>
                    <a:pt x="4333" y="2389"/>
                  </a:lnTo>
                  <a:lnTo>
                    <a:pt x="4310" y="2401"/>
                  </a:lnTo>
                  <a:lnTo>
                    <a:pt x="4293" y="2414"/>
                  </a:lnTo>
                  <a:lnTo>
                    <a:pt x="4282" y="2424"/>
                  </a:lnTo>
                  <a:lnTo>
                    <a:pt x="4269" y="2445"/>
                  </a:lnTo>
                  <a:lnTo>
                    <a:pt x="4264" y="2467"/>
                  </a:lnTo>
                  <a:lnTo>
                    <a:pt x="4258" y="2497"/>
                  </a:lnTo>
                  <a:lnTo>
                    <a:pt x="4222" y="2680"/>
                  </a:lnTo>
                  <a:lnTo>
                    <a:pt x="4213" y="2693"/>
                  </a:lnTo>
                  <a:lnTo>
                    <a:pt x="4187" y="2728"/>
                  </a:lnTo>
                  <a:lnTo>
                    <a:pt x="4165" y="2736"/>
                  </a:lnTo>
                  <a:lnTo>
                    <a:pt x="3996" y="2796"/>
                  </a:lnTo>
                  <a:lnTo>
                    <a:pt x="3942" y="2808"/>
                  </a:lnTo>
                  <a:lnTo>
                    <a:pt x="3916" y="2788"/>
                  </a:lnTo>
                  <a:lnTo>
                    <a:pt x="3922" y="2773"/>
                  </a:lnTo>
                  <a:lnTo>
                    <a:pt x="3925" y="2764"/>
                  </a:lnTo>
                  <a:lnTo>
                    <a:pt x="3953" y="2682"/>
                  </a:lnTo>
                  <a:lnTo>
                    <a:pt x="3844" y="2572"/>
                  </a:lnTo>
                  <a:lnTo>
                    <a:pt x="3746" y="2464"/>
                  </a:lnTo>
                  <a:lnTo>
                    <a:pt x="3694" y="2402"/>
                  </a:lnTo>
                  <a:lnTo>
                    <a:pt x="3649" y="2348"/>
                  </a:lnTo>
                  <a:lnTo>
                    <a:pt x="3625" y="2326"/>
                  </a:lnTo>
                  <a:lnTo>
                    <a:pt x="3611" y="2313"/>
                  </a:lnTo>
                  <a:lnTo>
                    <a:pt x="3651" y="2283"/>
                  </a:lnTo>
                  <a:lnTo>
                    <a:pt x="3793" y="2177"/>
                  </a:lnTo>
                  <a:lnTo>
                    <a:pt x="3842" y="2098"/>
                  </a:lnTo>
                  <a:lnTo>
                    <a:pt x="3800" y="2018"/>
                  </a:lnTo>
                  <a:lnTo>
                    <a:pt x="3785" y="1991"/>
                  </a:lnTo>
                  <a:lnTo>
                    <a:pt x="3765" y="1966"/>
                  </a:lnTo>
                  <a:lnTo>
                    <a:pt x="3740" y="1940"/>
                  </a:lnTo>
                  <a:lnTo>
                    <a:pt x="3689" y="1901"/>
                  </a:lnTo>
                  <a:lnTo>
                    <a:pt x="3669" y="1882"/>
                  </a:lnTo>
                  <a:lnTo>
                    <a:pt x="3623" y="1856"/>
                  </a:lnTo>
                  <a:lnTo>
                    <a:pt x="3588" y="1842"/>
                  </a:lnTo>
                  <a:lnTo>
                    <a:pt x="3552" y="1828"/>
                  </a:lnTo>
                  <a:lnTo>
                    <a:pt x="3506" y="1813"/>
                  </a:lnTo>
                  <a:lnTo>
                    <a:pt x="3441" y="1796"/>
                  </a:lnTo>
                  <a:lnTo>
                    <a:pt x="3351" y="1771"/>
                  </a:lnTo>
                  <a:lnTo>
                    <a:pt x="3321" y="1763"/>
                  </a:lnTo>
                  <a:lnTo>
                    <a:pt x="3264" y="1747"/>
                  </a:lnTo>
                  <a:lnTo>
                    <a:pt x="3126" y="1743"/>
                  </a:lnTo>
                  <a:lnTo>
                    <a:pt x="2972" y="1758"/>
                  </a:lnTo>
                  <a:lnTo>
                    <a:pt x="2924" y="1751"/>
                  </a:lnTo>
                  <a:lnTo>
                    <a:pt x="2679" y="1715"/>
                  </a:lnTo>
                  <a:lnTo>
                    <a:pt x="2645" y="1692"/>
                  </a:lnTo>
                  <a:lnTo>
                    <a:pt x="2574" y="1643"/>
                  </a:lnTo>
                  <a:lnTo>
                    <a:pt x="2490" y="1594"/>
                  </a:lnTo>
                  <a:lnTo>
                    <a:pt x="2402" y="1542"/>
                  </a:lnTo>
                  <a:lnTo>
                    <a:pt x="2365" y="1497"/>
                  </a:lnTo>
                  <a:lnTo>
                    <a:pt x="2344" y="1471"/>
                  </a:lnTo>
                  <a:lnTo>
                    <a:pt x="2327" y="1450"/>
                  </a:lnTo>
                  <a:lnTo>
                    <a:pt x="2286" y="1440"/>
                  </a:lnTo>
                  <a:lnTo>
                    <a:pt x="2280" y="1438"/>
                  </a:lnTo>
                  <a:lnTo>
                    <a:pt x="2264" y="1434"/>
                  </a:lnTo>
                  <a:lnTo>
                    <a:pt x="2194" y="1417"/>
                  </a:lnTo>
                  <a:lnTo>
                    <a:pt x="2071" y="1384"/>
                  </a:lnTo>
                  <a:lnTo>
                    <a:pt x="2060" y="1381"/>
                  </a:lnTo>
                  <a:lnTo>
                    <a:pt x="1973" y="1358"/>
                  </a:lnTo>
                  <a:lnTo>
                    <a:pt x="1874" y="1262"/>
                  </a:lnTo>
                  <a:lnTo>
                    <a:pt x="1777" y="1167"/>
                  </a:lnTo>
                  <a:lnTo>
                    <a:pt x="1737" y="1128"/>
                  </a:lnTo>
                  <a:lnTo>
                    <a:pt x="1650" y="1111"/>
                  </a:lnTo>
                  <a:lnTo>
                    <a:pt x="1589" y="1107"/>
                  </a:lnTo>
                  <a:lnTo>
                    <a:pt x="1551" y="1107"/>
                  </a:lnTo>
                  <a:lnTo>
                    <a:pt x="1535" y="1103"/>
                  </a:lnTo>
                  <a:lnTo>
                    <a:pt x="1520" y="1101"/>
                  </a:lnTo>
                  <a:lnTo>
                    <a:pt x="1509" y="1100"/>
                  </a:lnTo>
                  <a:lnTo>
                    <a:pt x="1499" y="1092"/>
                  </a:lnTo>
                  <a:lnTo>
                    <a:pt x="1426" y="1028"/>
                  </a:lnTo>
                  <a:lnTo>
                    <a:pt x="1400" y="1012"/>
                  </a:lnTo>
                  <a:lnTo>
                    <a:pt x="1384" y="1005"/>
                  </a:lnTo>
                  <a:lnTo>
                    <a:pt x="1358" y="996"/>
                  </a:lnTo>
                  <a:lnTo>
                    <a:pt x="1319" y="990"/>
                  </a:lnTo>
                  <a:lnTo>
                    <a:pt x="1242" y="983"/>
                  </a:lnTo>
                  <a:lnTo>
                    <a:pt x="1214" y="982"/>
                  </a:lnTo>
                  <a:lnTo>
                    <a:pt x="1184" y="982"/>
                  </a:lnTo>
                  <a:lnTo>
                    <a:pt x="1168" y="983"/>
                  </a:lnTo>
                  <a:lnTo>
                    <a:pt x="1122" y="987"/>
                  </a:lnTo>
                  <a:lnTo>
                    <a:pt x="1112" y="987"/>
                  </a:lnTo>
                  <a:lnTo>
                    <a:pt x="1042" y="989"/>
                  </a:lnTo>
                  <a:lnTo>
                    <a:pt x="990" y="993"/>
                  </a:lnTo>
                  <a:lnTo>
                    <a:pt x="942" y="991"/>
                  </a:lnTo>
                  <a:lnTo>
                    <a:pt x="876" y="982"/>
                  </a:lnTo>
                  <a:lnTo>
                    <a:pt x="727" y="935"/>
                  </a:lnTo>
                  <a:lnTo>
                    <a:pt x="694" y="925"/>
                  </a:lnTo>
                  <a:lnTo>
                    <a:pt x="656" y="910"/>
                  </a:lnTo>
                  <a:lnTo>
                    <a:pt x="504" y="852"/>
                  </a:lnTo>
                  <a:lnTo>
                    <a:pt x="480" y="831"/>
                  </a:lnTo>
                  <a:lnTo>
                    <a:pt x="459" y="821"/>
                  </a:lnTo>
                  <a:lnTo>
                    <a:pt x="417" y="790"/>
                  </a:lnTo>
                  <a:lnTo>
                    <a:pt x="407" y="774"/>
                  </a:lnTo>
                  <a:lnTo>
                    <a:pt x="389" y="753"/>
                  </a:lnTo>
                  <a:lnTo>
                    <a:pt x="380" y="746"/>
                  </a:lnTo>
                  <a:lnTo>
                    <a:pt x="364" y="734"/>
                  </a:lnTo>
                  <a:lnTo>
                    <a:pt x="354" y="722"/>
                  </a:lnTo>
                  <a:lnTo>
                    <a:pt x="320" y="693"/>
                  </a:lnTo>
                  <a:lnTo>
                    <a:pt x="285" y="669"/>
                  </a:lnTo>
                  <a:lnTo>
                    <a:pt x="194" y="604"/>
                  </a:lnTo>
                  <a:lnTo>
                    <a:pt x="140" y="566"/>
                  </a:lnTo>
                  <a:lnTo>
                    <a:pt x="133" y="565"/>
                  </a:lnTo>
                  <a:lnTo>
                    <a:pt x="112" y="545"/>
                  </a:lnTo>
                  <a:lnTo>
                    <a:pt x="87" y="521"/>
                  </a:lnTo>
                  <a:lnTo>
                    <a:pt x="49" y="461"/>
                  </a:lnTo>
                  <a:lnTo>
                    <a:pt x="36" y="440"/>
                  </a:lnTo>
                  <a:lnTo>
                    <a:pt x="0" y="390"/>
                  </a:lnTo>
                  <a:lnTo>
                    <a:pt x="112" y="355"/>
                  </a:lnTo>
                  <a:lnTo>
                    <a:pt x="132" y="349"/>
                  </a:lnTo>
                  <a:lnTo>
                    <a:pt x="302" y="339"/>
                  </a:lnTo>
                  <a:lnTo>
                    <a:pt x="414" y="333"/>
                  </a:lnTo>
                  <a:lnTo>
                    <a:pt x="437" y="332"/>
                  </a:lnTo>
                  <a:lnTo>
                    <a:pt x="534" y="327"/>
                  </a:lnTo>
                  <a:lnTo>
                    <a:pt x="628" y="358"/>
                  </a:lnTo>
                  <a:lnTo>
                    <a:pt x="659" y="368"/>
                  </a:lnTo>
                  <a:lnTo>
                    <a:pt x="754" y="360"/>
                  </a:lnTo>
                  <a:lnTo>
                    <a:pt x="779" y="357"/>
                  </a:lnTo>
                  <a:lnTo>
                    <a:pt x="803" y="355"/>
                  </a:lnTo>
                  <a:lnTo>
                    <a:pt x="861" y="284"/>
                  </a:lnTo>
                  <a:lnTo>
                    <a:pt x="827" y="251"/>
                  </a:lnTo>
                  <a:lnTo>
                    <a:pt x="830" y="205"/>
                  </a:lnTo>
                  <a:lnTo>
                    <a:pt x="996" y="70"/>
                  </a:lnTo>
                  <a:lnTo>
                    <a:pt x="1006" y="62"/>
                  </a:lnTo>
                  <a:lnTo>
                    <a:pt x="1025" y="73"/>
                  </a:lnTo>
                  <a:lnTo>
                    <a:pt x="1149" y="145"/>
                  </a:lnTo>
                  <a:lnTo>
                    <a:pt x="1200" y="174"/>
                  </a:lnTo>
                  <a:lnTo>
                    <a:pt x="1205" y="198"/>
                  </a:lnTo>
                  <a:lnTo>
                    <a:pt x="1233" y="325"/>
                  </a:lnTo>
                  <a:lnTo>
                    <a:pt x="1221" y="365"/>
                  </a:lnTo>
                  <a:lnTo>
                    <a:pt x="1210" y="401"/>
                  </a:lnTo>
                  <a:lnTo>
                    <a:pt x="1231" y="415"/>
                  </a:lnTo>
                  <a:lnTo>
                    <a:pt x="1246" y="430"/>
                  </a:lnTo>
                  <a:lnTo>
                    <a:pt x="1257" y="437"/>
                  </a:lnTo>
                  <a:lnTo>
                    <a:pt x="1275" y="443"/>
                  </a:lnTo>
                  <a:lnTo>
                    <a:pt x="1305" y="451"/>
                  </a:lnTo>
                  <a:lnTo>
                    <a:pt x="1334" y="457"/>
                  </a:lnTo>
                  <a:lnTo>
                    <a:pt x="1356" y="459"/>
                  </a:lnTo>
                  <a:lnTo>
                    <a:pt x="1371" y="460"/>
                  </a:lnTo>
                  <a:lnTo>
                    <a:pt x="1385" y="460"/>
                  </a:lnTo>
                  <a:lnTo>
                    <a:pt x="1399" y="459"/>
                  </a:lnTo>
                  <a:lnTo>
                    <a:pt x="1416" y="457"/>
                  </a:lnTo>
                  <a:lnTo>
                    <a:pt x="1629" y="444"/>
                  </a:lnTo>
                  <a:lnTo>
                    <a:pt x="1641" y="445"/>
                  </a:lnTo>
                  <a:lnTo>
                    <a:pt x="1652" y="443"/>
                  </a:lnTo>
                  <a:lnTo>
                    <a:pt x="1656" y="436"/>
                  </a:lnTo>
                  <a:lnTo>
                    <a:pt x="1660" y="418"/>
                  </a:lnTo>
                  <a:lnTo>
                    <a:pt x="1663" y="409"/>
                  </a:lnTo>
                  <a:lnTo>
                    <a:pt x="1662" y="401"/>
                  </a:lnTo>
                  <a:lnTo>
                    <a:pt x="1659" y="396"/>
                  </a:lnTo>
                  <a:lnTo>
                    <a:pt x="1653" y="393"/>
                  </a:lnTo>
                  <a:lnTo>
                    <a:pt x="1647" y="390"/>
                  </a:lnTo>
                  <a:lnTo>
                    <a:pt x="1644" y="386"/>
                  </a:lnTo>
                  <a:lnTo>
                    <a:pt x="1640" y="374"/>
                  </a:lnTo>
                  <a:lnTo>
                    <a:pt x="1627" y="362"/>
                  </a:lnTo>
                  <a:lnTo>
                    <a:pt x="1617" y="301"/>
                  </a:lnTo>
                  <a:lnTo>
                    <a:pt x="1677" y="235"/>
                  </a:lnTo>
                  <a:lnTo>
                    <a:pt x="1807" y="158"/>
                  </a:lnTo>
                  <a:lnTo>
                    <a:pt x="1855" y="130"/>
                  </a:lnTo>
                  <a:lnTo>
                    <a:pt x="1879" y="116"/>
                  </a:lnTo>
                  <a:lnTo>
                    <a:pt x="1930" y="55"/>
                  </a:lnTo>
                  <a:lnTo>
                    <a:pt x="1986" y="4"/>
                  </a:lnTo>
                  <a:lnTo>
                    <a:pt x="2138" y="0"/>
                  </a:lnTo>
                  <a:lnTo>
                    <a:pt x="2189" y="34"/>
                  </a:lnTo>
                  <a:lnTo>
                    <a:pt x="2215" y="52"/>
                  </a:lnTo>
                  <a:lnTo>
                    <a:pt x="2228" y="163"/>
                  </a:lnTo>
                  <a:lnTo>
                    <a:pt x="2253" y="249"/>
                  </a:lnTo>
                  <a:lnTo>
                    <a:pt x="2273" y="272"/>
                  </a:lnTo>
                  <a:lnTo>
                    <a:pt x="2295" y="292"/>
                  </a:lnTo>
                  <a:lnTo>
                    <a:pt x="2321" y="308"/>
                  </a:lnTo>
                  <a:lnTo>
                    <a:pt x="2328" y="312"/>
                  </a:lnTo>
                  <a:lnTo>
                    <a:pt x="2369" y="330"/>
                  </a:lnTo>
                  <a:lnTo>
                    <a:pt x="2405" y="345"/>
                  </a:lnTo>
                  <a:lnTo>
                    <a:pt x="2424" y="353"/>
                  </a:lnTo>
                  <a:lnTo>
                    <a:pt x="2455" y="366"/>
                  </a:lnTo>
                  <a:lnTo>
                    <a:pt x="2463" y="371"/>
                  </a:lnTo>
                  <a:lnTo>
                    <a:pt x="2464" y="378"/>
                  </a:lnTo>
                  <a:lnTo>
                    <a:pt x="2465" y="384"/>
                  </a:lnTo>
                  <a:lnTo>
                    <a:pt x="2467" y="393"/>
                  </a:lnTo>
                  <a:lnTo>
                    <a:pt x="2462" y="399"/>
                  </a:lnTo>
                  <a:lnTo>
                    <a:pt x="2444" y="405"/>
                  </a:lnTo>
                  <a:lnTo>
                    <a:pt x="2423" y="412"/>
                  </a:lnTo>
                  <a:lnTo>
                    <a:pt x="2393" y="414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l1508"/>
            <p:cNvSpPr/>
            <p:nvPr/>
          </p:nvSpPr>
          <p:spPr>
            <a:xfrm>
              <a:off x="4778480" y="4931465"/>
              <a:ext cx="1542" cy="1021"/>
            </a:xfrm>
            <a:custGeom>
              <a:avLst/>
              <a:pathLst>
                <a:path w="1542" h="1021">
                  <a:moveTo>
                    <a:pt x="1109" y="3"/>
                  </a:moveTo>
                  <a:lnTo>
                    <a:pt x="1216" y="83"/>
                  </a:lnTo>
                  <a:lnTo>
                    <a:pt x="1271" y="78"/>
                  </a:lnTo>
                  <a:lnTo>
                    <a:pt x="1428" y="62"/>
                  </a:lnTo>
                  <a:lnTo>
                    <a:pt x="1453" y="74"/>
                  </a:lnTo>
                  <a:lnTo>
                    <a:pt x="1467" y="91"/>
                  </a:lnTo>
                  <a:lnTo>
                    <a:pt x="1504" y="184"/>
                  </a:lnTo>
                  <a:lnTo>
                    <a:pt x="1542" y="365"/>
                  </a:lnTo>
                  <a:lnTo>
                    <a:pt x="1526" y="490"/>
                  </a:lnTo>
                  <a:lnTo>
                    <a:pt x="1499" y="549"/>
                  </a:lnTo>
                  <a:lnTo>
                    <a:pt x="1481" y="578"/>
                  </a:lnTo>
                  <a:lnTo>
                    <a:pt x="1385" y="693"/>
                  </a:lnTo>
                  <a:lnTo>
                    <a:pt x="1262" y="798"/>
                  </a:lnTo>
                  <a:lnTo>
                    <a:pt x="1240" y="809"/>
                  </a:lnTo>
                  <a:lnTo>
                    <a:pt x="1212" y="819"/>
                  </a:lnTo>
                  <a:lnTo>
                    <a:pt x="1180" y="826"/>
                  </a:lnTo>
                  <a:lnTo>
                    <a:pt x="1173" y="826"/>
                  </a:lnTo>
                  <a:lnTo>
                    <a:pt x="1164" y="829"/>
                  </a:lnTo>
                  <a:lnTo>
                    <a:pt x="1163" y="836"/>
                  </a:lnTo>
                  <a:lnTo>
                    <a:pt x="1157" y="843"/>
                  </a:lnTo>
                  <a:lnTo>
                    <a:pt x="1149" y="845"/>
                  </a:lnTo>
                  <a:lnTo>
                    <a:pt x="1140" y="844"/>
                  </a:lnTo>
                  <a:lnTo>
                    <a:pt x="1133" y="842"/>
                  </a:lnTo>
                  <a:lnTo>
                    <a:pt x="1130" y="835"/>
                  </a:lnTo>
                  <a:lnTo>
                    <a:pt x="1123" y="828"/>
                  </a:lnTo>
                  <a:lnTo>
                    <a:pt x="1114" y="822"/>
                  </a:lnTo>
                  <a:lnTo>
                    <a:pt x="1108" y="821"/>
                  </a:lnTo>
                  <a:lnTo>
                    <a:pt x="1102" y="821"/>
                  </a:lnTo>
                  <a:lnTo>
                    <a:pt x="1093" y="818"/>
                  </a:lnTo>
                  <a:lnTo>
                    <a:pt x="1091" y="813"/>
                  </a:lnTo>
                  <a:lnTo>
                    <a:pt x="1089" y="806"/>
                  </a:lnTo>
                  <a:lnTo>
                    <a:pt x="1082" y="800"/>
                  </a:lnTo>
                  <a:lnTo>
                    <a:pt x="1076" y="795"/>
                  </a:lnTo>
                  <a:lnTo>
                    <a:pt x="1071" y="790"/>
                  </a:lnTo>
                  <a:lnTo>
                    <a:pt x="1050" y="777"/>
                  </a:lnTo>
                  <a:lnTo>
                    <a:pt x="1039" y="770"/>
                  </a:lnTo>
                  <a:lnTo>
                    <a:pt x="903" y="683"/>
                  </a:lnTo>
                  <a:lnTo>
                    <a:pt x="874" y="665"/>
                  </a:lnTo>
                  <a:lnTo>
                    <a:pt x="870" y="670"/>
                  </a:lnTo>
                  <a:lnTo>
                    <a:pt x="863" y="723"/>
                  </a:lnTo>
                  <a:lnTo>
                    <a:pt x="755" y="851"/>
                  </a:lnTo>
                  <a:lnTo>
                    <a:pt x="693" y="796"/>
                  </a:lnTo>
                  <a:lnTo>
                    <a:pt x="680" y="791"/>
                  </a:lnTo>
                  <a:lnTo>
                    <a:pt x="644" y="766"/>
                  </a:lnTo>
                  <a:lnTo>
                    <a:pt x="549" y="749"/>
                  </a:lnTo>
                  <a:lnTo>
                    <a:pt x="501" y="1021"/>
                  </a:lnTo>
                  <a:lnTo>
                    <a:pt x="0" y="954"/>
                  </a:lnTo>
                  <a:lnTo>
                    <a:pt x="66" y="578"/>
                  </a:lnTo>
                  <a:lnTo>
                    <a:pt x="88" y="453"/>
                  </a:lnTo>
                  <a:lnTo>
                    <a:pt x="111" y="324"/>
                  </a:lnTo>
                  <a:lnTo>
                    <a:pt x="135" y="186"/>
                  </a:lnTo>
                  <a:lnTo>
                    <a:pt x="146" y="124"/>
                  </a:lnTo>
                  <a:lnTo>
                    <a:pt x="155" y="113"/>
                  </a:lnTo>
                  <a:lnTo>
                    <a:pt x="194" y="81"/>
                  </a:lnTo>
                  <a:lnTo>
                    <a:pt x="249" y="55"/>
                  </a:lnTo>
                  <a:lnTo>
                    <a:pt x="289" y="43"/>
                  </a:lnTo>
                  <a:lnTo>
                    <a:pt x="341" y="42"/>
                  </a:lnTo>
                  <a:lnTo>
                    <a:pt x="410" y="54"/>
                  </a:lnTo>
                  <a:lnTo>
                    <a:pt x="445" y="71"/>
                  </a:lnTo>
                  <a:lnTo>
                    <a:pt x="475" y="183"/>
                  </a:lnTo>
                  <a:lnTo>
                    <a:pt x="507" y="299"/>
                  </a:lnTo>
                  <a:lnTo>
                    <a:pt x="521" y="348"/>
                  </a:lnTo>
                  <a:lnTo>
                    <a:pt x="530" y="348"/>
                  </a:lnTo>
                  <a:lnTo>
                    <a:pt x="576" y="352"/>
                  </a:lnTo>
                  <a:lnTo>
                    <a:pt x="596" y="350"/>
                  </a:lnTo>
                  <a:lnTo>
                    <a:pt x="622" y="347"/>
                  </a:lnTo>
                  <a:lnTo>
                    <a:pt x="615" y="225"/>
                  </a:lnTo>
                  <a:lnTo>
                    <a:pt x="631" y="155"/>
                  </a:lnTo>
                  <a:lnTo>
                    <a:pt x="801" y="91"/>
                  </a:lnTo>
                  <a:lnTo>
                    <a:pt x="992" y="25"/>
                  </a:lnTo>
                  <a:lnTo>
                    <a:pt x="1066" y="0"/>
                  </a:lnTo>
                  <a:lnTo>
                    <a:pt x="1087" y="0"/>
                  </a:lnTo>
                  <a:lnTo>
                    <a:pt x="1109" y="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l1509"/>
            <p:cNvSpPr/>
            <p:nvPr/>
          </p:nvSpPr>
          <p:spPr>
            <a:xfrm>
              <a:off x="4810058" y="4935910"/>
              <a:ext cx="1349" cy="699"/>
            </a:xfrm>
            <a:custGeom>
              <a:avLst/>
              <a:pathLst>
                <a:path w="1349" h="699">
                  <a:moveTo>
                    <a:pt x="1347" y="175"/>
                  </a:moveTo>
                  <a:lnTo>
                    <a:pt x="1349" y="250"/>
                  </a:lnTo>
                  <a:lnTo>
                    <a:pt x="1321" y="266"/>
                  </a:lnTo>
                  <a:lnTo>
                    <a:pt x="1312" y="271"/>
                  </a:lnTo>
                  <a:lnTo>
                    <a:pt x="1287" y="285"/>
                  </a:lnTo>
                  <a:lnTo>
                    <a:pt x="1141" y="232"/>
                  </a:lnTo>
                  <a:lnTo>
                    <a:pt x="1107" y="220"/>
                  </a:lnTo>
                  <a:lnTo>
                    <a:pt x="1035" y="228"/>
                  </a:lnTo>
                  <a:lnTo>
                    <a:pt x="1027" y="237"/>
                  </a:lnTo>
                  <a:lnTo>
                    <a:pt x="1021" y="248"/>
                  </a:lnTo>
                  <a:lnTo>
                    <a:pt x="1018" y="256"/>
                  </a:lnTo>
                  <a:lnTo>
                    <a:pt x="1018" y="262"/>
                  </a:lnTo>
                  <a:lnTo>
                    <a:pt x="1020" y="281"/>
                  </a:lnTo>
                  <a:lnTo>
                    <a:pt x="1027" y="300"/>
                  </a:lnTo>
                  <a:lnTo>
                    <a:pt x="1041" y="337"/>
                  </a:lnTo>
                  <a:lnTo>
                    <a:pt x="1055" y="369"/>
                  </a:lnTo>
                  <a:lnTo>
                    <a:pt x="1061" y="379"/>
                  </a:lnTo>
                  <a:lnTo>
                    <a:pt x="1073" y="389"/>
                  </a:lnTo>
                  <a:lnTo>
                    <a:pt x="1076" y="396"/>
                  </a:lnTo>
                  <a:lnTo>
                    <a:pt x="1076" y="435"/>
                  </a:lnTo>
                  <a:lnTo>
                    <a:pt x="1055" y="519"/>
                  </a:lnTo>
                  <a:lnTo>
                    <a:pt x="1042" y="527"/>
                  </a:lnTo>
                  <a:lnTo>
                    <a:pt x="1027" y="538"/>
                  </a:lnTo>
                  <a:lnTo>
                    <a:pt x="970" y="577"/>
                  </a:lnTo>
                  <a:lnTo>
                    <a:pt x="947" y="592"/>
                  </a:lnTo>
                  <a:lnTo>
                    <a:pt x="807" y="683"/>
                  </a:lnTo>
                  <a:lnTo>
                    <a:pt x="791" y="693"/>
                  </a:lnTo>
                  <a:lnTo>
                    <a:pt x="736" y="699"/>
                  </a:lnTo>
                  <a:lnTo>
                    <a:pt x="703" y="617"/>
                  </a:lnTo>
                  <a:lnTo>
                    <a:pt x="575" y="551"/>
                  </a:lnTo>
                  <a:lnTo>
                    <a:pt x="518" y="546"/>
                  </a:lnTo>
                  <a:lnTo>
                    <a:pt x="362" y="537"/>
                  </a:lnTo>
                  <a:lnTo>
                    <a:pt x="349" y="535"/>
                  </a:lnTo>
                  <a:lnTo>
                    <a:pt x="223" y="517"/>
                  </a:lnTo>
                  <a:lnTo>
                    <a:pt x="196" y="513"/>
                  </a:lnTo>
                  <a:lnTo>
                    <a:pt x="187" y="509"/>
                  </a:lnTo>
                  <a:lnTo>
                    <a:pt x="124" y="482"/>
                  </a:lnTo>
                  <a:lnTo>
                    <a:pt x="68" y="458"/>
                  </a:lnTo>
                  <a:lnTo>
                    <a:pt x="22" y="408"/>
                  </a:lnTo>
                  <a:lnTo>
                    <a:pt x="0" y="304"/>
                  </a:lnTo>
                  <a:lnTo>
                    <a:pt x="6" y="298"/>
                  </a:lnTo>
                  <a:lnTo>
                    <a:pt x="14" y="294"/>
                  </a:lnTo>
                  <a:lnTo>
                    <a:pt x="30" y="288"/>
                  </a:lnTo>
                  <a:lnTo>
                    <a:pt x="221" y="207"/>
                  </a:lnTo>
                  <a:lnTo>
                    <a:pt x="253" y="194"/>
                  </a:lnTo>
                  <a:lnTo>
                    <a:pt x="591" y="0"/>
                  </a:lnTo>
                  <a:lnTo>
                    <a:pt x="636" y="11"/>
                  </a:lnTo>
                  <a:lnTo>
                    <a:pt x="769" y="43"/>
                  </a:lnTo>
                  <a:lnTo>
                    <a:pt x="824" y="84"/>
                  </a:lnTo>
                  <a:lnTo>
                    <a:pt x="847" y="101"/>
                  </a:lnTo>
                  <a:lnTo>
                    <a:pt x="874" y="121"/>
                  </a:lnTo>
                  <a:lnTo>
                    <a:pt x="881" y="126"/>
                  </a:lnTo>
                  <a:lnTo>
                    <a:pt x="912" y="126"/>
                  </a:lnTo>
                  <a:lnTo>
                    <a:pt x="926" y="126"/>
                  </a:lnTo>
                  <a:lnTo>
                    <a:pt x="975" y="99"/>
                  </a:lnTo>
                  <a:lnTo>
                    <a:pt x="983" y="95"/>
                  </a:lnTo>
                  <a:lnTo>
                    <a:pt x="1042" y="62"/>
                  </a:lnTo>
                  <a:lnTo>
                    <a:pt x="1097" y="32"/>
                  </a:lnTo>
                  <a:lnTo>
                    <a:pt x="1108" y="30"/>
                  </a:lnTo>
                  <a:lnTo>
                    <a:pt x="1151" y="18"/>
                  </a:lnTo>
                  <a:lnTo>
                    <a:pt x="1223" y="75"/>
                  </a:lnTo>
                  <a:lnTo>
                    <a:pt x="1244" y="92"/>
                  </a:lnTo>
                  <a:lnTo>
                    <a:pt x="1258" y="103"/>
                  </a:lnTo>
                  <a:lnTo>
                    <a:pt x="1290" y="129"/>
                  </a:lnTo>
                  <a:lnTo>
                    <a:pt x="1300" y="137"/>
                  </a:lnTo>
                  <a:lnTo>
                    <a:pt x="1310" y="146"/>
                  </a:lnTo>
                  <a:lnTo>
                    <a:pt x="1347" y="17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l1510"/>
            <p:cNvSpPr/>
            <p:nvPr/>
          </p:nvSpPr>
          <p:spPr>
            <a:xfrm>
              <a:off x="4813200" y="4925463"/>
              <a:ext cx="2321" cy="1592"/>
            </a:xfrm>
            <a:custGeom>
              <a:avLst/>
              <a:pathLst>
                <a:path w="2321" h="1592">
                  <a:moveTo>
                    <a:pt x="530" y="257"/>
                  </a:moveTo>
                  <a:lnTo>
                    <a:pt x="544" y="260"/>
                  </a:lnTo>
                  <a:lnTo>
                    <a:pt x="566" y="264"/>
                  </a:lnTo>
                  <a:lnTo>
                    <a:pt x="596" y="270"/>
                  </a:lnTo>
                  <a:lnTo>
                    <a:pt x="624" y="274"/>
                  </a:lnTo>
                  <a:lnTo>
                    <a:pt x="659" y="277"/>
                  </a:lnTo>
                  <a:lnTo>
                    <a:pt x="684" y="278"/>
                  </a:lnTo>
                  <a:lnTo>
                    <a:pt x="720" y="280"/>
                  </a:lnTo>
                  <a:lnTo>
                    <a:pt x="734" y="279"/>
                  </a:lnTo>
                  <a:lnTo>
                    <a:pt x="748" y="280"/>
                  </a:lnTo>
                  <a:lnTo>
                    <a:pt x="787" y="290"/>
                  </a:lnTo>
                  <a:lnTo>
                    <a:pt x="808" y="298"/>
                  </a:lnTo>
                  <a:lnTo>
                    <a:pt x="838" y="315"/>
                  </a:lnTo>
                  <a:lnTo>
                    <a:pt x="866" y="336"/>
                  </a:lnTo>
                  <a:lnTo>
                    <a:pt x="887" y="348"/>
                  </a:lnTo>
                  <a:lnTo>
                    <a:pt x="913" y="358"/>
                  </a:lnTo>
                  <a:lnTo>
                    <a:pt x="935" y="362"/>
                  </a:lnTo>
                  <a:lnTo>
                    <a:pt x="959" y="370"/>
                  </a:lnTo>
                  <a:lnTo>
                    <a:pt x="985" y="373"/>
                  </a:lnTo>
                  <a:lnTo>
                    <a:pt x="1061" y="385"/>
                  </a:lnTo>
                  <a:lnTo>
                    <a:pt x="1168" y="387"/>
                  </a:lnTo>
                  <a:lnTo>
                    <a:pt x="1249" y="389"/>
                  </a:lnTo>
                  <a:lnTo>
                    <a:pt x="1446" y="379"/>
                  </a:lnTo>
                  <a:lnTo>
                    <a:pt x="1460" y="378"/>
                  </a:lnTo>
                  <a:lnTo>
                    <a:pt x="1533" y="367"/>
                  </a:lnTo>
                  <a:lnTo>
                    <a:pt x="1578" y="361"/>
                  </a:lnTo>
                  <a:lnTo>
                    <a:pt x="1595" y="365"/>
                  </a:lnTo>
                  <a:lnTo>
                    <a:pt x="1640" y="391"/>
                  </a:lnTo>
                  <a:lnTo>
                    <a:pt x="1695" y="438"/>
                  </a:lnTo>
                  <a:lnTo>
                    <a:pt x="1720" y="456"/>
                  </a:lnTo>
                  <a:lnTo>
                    <a:pt x="1733" y="466"/>
                  </a:lnTo>
                  <a:lnTo>
                    <a:pt x="1761" y="472"/>
                  </a:lnTo>
                  <a:lnTo>
                    <a:pt x="1938" y="546"/>
                  </a:lnTo>
                  <a:lnTo>
                    <a:pt x="1969" y="559"/>
                  </a:lnTo>
                  <a:lnTo>
                    <a:pt x="2175" y="700"/>
                  </a:lnTo>
                  <a:lnTo>
                    <a:pt x="2247" y="800"/>
                  </a:lnTo>
                  <a:lnTo>
                    <a:pt x="2268" y="829"/>
                  </a:lnTo>
                  <a:lnTo>
                    <a:pt x="2294" y="865"/>
                  </a:lnTo>
                  <a:lnTo>
                    <a:pt x="2321" y="903"/>
                  </a:lnTo>
                  <a:lnTo>
                    <a:pt x="2319" y="908"/>
                  </a:lnTo>
                  <a:lnTo>
                    <a:pt x="2313" y="912"/>
                  </a:lnTo>
                  <a:lnTo>
                    <a:pt x="2302" y="912"/>
                  </a:lnTo>
                  <a:lnTo>
                    <a:pt x="2288" y="910"/>
                  </a:lnTo>
                  <a:lnTo>
                    <a:pt x="2276" y="905"/>
                  </a:lnTo>
                  <a:lnTo>
                    <a:pt x="2230" y="880"/>
                  </a:lnTo>
                  <a:lnTo>
                    <a:pt x="2160" y="845"/>
                  </a:lnTo>
                  <a:lnTo>
                    <a:pt x="2012" y="770"/>
                  </a:lnTo>
                  <a:lnTo>
                    <a:pt x="1976" y="744"/>
                  </a:lnTo>
                  <a:lnTo>
                    <a:pt x="1965" y="734"/>
                  </a:lnTo>
                  <a:lnTo>
                    <a:pt x="1954" y="729"/>
                  </a:lnTo>
                  <a:lnTo>
                    <a:pt x="1942" y="727"/>
                  </a:lnTo>
                  <a:lnTo>
                    <a:pt x="1928" y="724"/>
                  </a:lnTo>
                  <a:lnTo>
                    <a:pt x="1915" y="725"/>
                  </a:lnTo>
                  <a:lnTo>
                    <a:pt x="1846" y="739"/>
                  </a:lnTo>
                  <a:lnTo>
                    <a:pt x="1792" y="751"/>
                  </a:lnTo>
                  <a:lnTo>
                    <a:pt x="1699" y="768"/>
                  </a:lnTo>
                  <a:lnTo>
                    <a:pt x="1650" y="776"/>
                  </a:lnTo>
                  <a:lnTo>
                    <a:pt x="1616" y="787"/>
                  </a:lnTo>
                  <a:lnTo>
                    <a:pt x="1564" y="812"/>
                  </a:lnTo>
                  <a:lnTo>
                    <a:pt x="1526" y="840"/>
                  </a:lnTo>
                  <a:lnTo>
                    <a:pt x="1493" y="869"/>
                  </a:lnTo>
                  <a:lnTo>
                    <a:pt x="1477" y="906"/>
                  </a:lnTo>
                  <a:lnTo>
                    <a:pt x="1431" y="1016"/>
                  </a:lnTo>
                  <a:lnTo>
                    <a:pt x="1423" y="1036"/>
                  </a:lnTo>
                  <a:lnTo>
                    <a:pt x="1434" y="1061"/>
                  </a:lnTo>
                  <a:lnTo>
                    <a:pt x="1480" y="1168"/>
                  </a:lnTo>
                  <a:lnTo>
                    <a:pt x="1571" y="1470"/>
                  </a:lnTo>
                  <a:lnTo>
                    <a:pt x="1574" y="1504"/>
                  </a:lnTo>
                  <a:lnTo>
                    <a:pt x="1578" y="1572"/>
                  </a:lnTo>
                  <a:lnTo>
                    <a:pt x="1575" y="1579"/>
                  </a:lnTo>
                  <a:lnTo>
                    <a:pt x="1571" y="1584"/>
                  </a:lnTo>
                  <a:lnTo>
                    <a:pt x="1547" y="1590"/>
                  </a:lnTo>
                  <a:lnTo>
                    <a:pt x="1524" y="1592"/>
                  </a:lnTo>
                  <a:lnTo>
                    <a:pt x="1507" y="1592"/>
                  </a:lnTo>
                  <a:lnTo>
                    <a:pt x="1466" y="1588"/>
                  </a:lnTo>
                  <a:lnTo>
                    <a:pt x="1405" y="1573"/>
                  </a:lnTo>
                  <a:lnTo>
                    <a:pt x="1357" y="1530"/>
                  </a:lnTo>
                  <a:lnTo>
                    <a:pt x="1176" y="1505"/>
                  </a:lnTo>
                  <a:lnTo>
                    <a:pt x="1123" y="1454"/>
                  </a:lnTo>
                  <a:lnTo>
                    <a:pt x="1093" y="1330"/>
                  </a:lnTo>
                  <a:lnTo>
                    <a:pt x="1056" y="1181"/>
                  </a:lnTo>
                  <a:lnTo>
                    <a:pt x="1060" y="1158"/>
                  </a:lnTo>
                  <a:lnTo>
                    <a:pt x="1053" y="1147"/>
                  </a:lnTo>
                  <a:lnTo>
                    <a:pt x="1040" y="1134"/>
                  </a:lnTo>
                  <a:lnTo>
                    <a:pt x="1019" y="1124"/>
                  </a:lnTo>
                  <a:lnTo>
                    <a:pt x="951" y="1118"/>
                  </a:lnTo>
                  <a:lnTo>
                    <a:pt x="849" y="1110"/>
                  </a:lnTo>
                  <a:lnTo>
                    <a:pt x="809" y="1106"/>
                  </a:lnTo>
                  <a:lnTo>
                    <a:pt x="790" y="1107"/>
                  </a:lnTo>
                  <a:lnTo>
                    <a:pt x="776" y="1112"/>
                  </a:lnTo>
                  <a:lnTo>
                    <a:pt x="768" y="1124"/>
                  </a:lnTo>
                  <a:lnTo>
                    <a:pt x="763" y="1143"/>
                  </a:lnTo>
                  <a:lnTo>
                    <a:pt x="727" y="1270"/>
                  </a:lnTo>
                  <a:lnTo>
                    <a:pt x="713" y="1317"/>
                  </a:lnTo>
                  <a:lnTo>
                    <a:pt x="697" y="1327"/>
                  </a:lnTo>
                  <a:lnTo>
                    <a:pt x="675" y="1328"/>
                  </a:lnTo>
                  <a:lnTo>
                    <a:pt x="656" y="1321"/>
                  </a:lnTo>
                  <a:lnTo>
                    <a:pt x="646" y="1310"/>
                  </a:lnTo>
                  <a:lnTo>
                    <a:pt x="627" y="1264"/>
                  </a:lnTo>
                  <a:lnTo>
                    <a:pt x="620" y="1246"/>
                  </a:lnTo>
                  <a:lnTo>
                    <a:pt x="609" y="1224"/>
                  </a:lnTo>
                  <a:lnTo>
                    <a:pt x="573" y="1188"/>
                  </a:lnTo>
                  <a:lnTo>
                    <a:pt x="525" y="1132"/>
                  </a:lnTo>
                  <a:lnTo>
                    <a:pt x="473" y="1083"/>
                  </a:lnTo>
                  <a:lnTo>
                    <a:pt x="424" y="1041"/>
                  </a:lnTo>
                  <a:lnTo>
                    <a:pt x="389" y="997"/>
                  </a:lnTo>
                  <a:lnTo>
                    <a:pt x="373" y="979"/>
                  </a:lnTo>
                  <a:lnTo>
                    <a:pt x="360" y="963"/>
                  </a:lnTo>
                  <a:lnTo>
                    <a:pt x="335" y="920"/>
                  </a:lnTo>
                  <a:lnTo>
                    <a:pt x="321" y="899"/>
                  </a:lnTo>
                  <a:lnTo>
                    <a:pt x="310" y="886"/>
                  </a:lnTo>
                  <a:lnTo>
                    <a:pt x="294" y="876"/>
                  </a:lnTo>
                  <a:lnTo>
                    <a:pt x="281" y="863"/>
                  </a:lnTo>
                  <a:lnTo>
                    <a:pt x="279" y="848"/>
                  </a:lnTo>
                  <a:lnTo>
                    <a:pt x="277" y="832"/>
                  </a:lnTo>
                  <a:lnTo>
                    <a:pt x="277" y="810"/>
                  </a:lnTo>
                  <a:lnTo>
                    <a:pt x="282" y="764"/>
                  </a:lnTo>
                  <a:lnTo>
                    <a:pt x="276" y="746"/>
                  </a:lnTo>
                  <a:lnTo>
                    <a:pt x="262" y="719"/>
                  </a:lnTo>
                  <a:lnTo>
                    <a:pt x="239" y="699"/>
                  </a:lnTo>
                  <a:lnTo>
                    <a:pt x="199" y="682"/>
                  </a:lnTo>
                  <a:lnTo>
                    <a:pt x="139" y="669"/>
                  </a:lnTo>
                  <a:lnTo>
                    <a:pt x="100" y="665"/>
                  </a:lnTo>
                  <a:lnTo>
                    <a:pt x="84" y="669"/>
                  </a:lnTo>
                  <a:lnTo>
                    <a:pt x="63" y="671"/>
                  </a:lnTo>
                  <a:lnTo>
                    <a:pt x="51" y="648"/>
                  </a:lnTo>
                  <a:lnTo>
                    <a:pt x="9" y="565"/>
                  </a:lnTo>
                  <a:lnTo>
                    <a:pt x="3" y="559"/>
                  </a:lnTo>
                  <a:lnTo>
                    <a:pt x="0" y="551"/>
                  </a:lnTo>
                  <a:lnTo>
                    <a:pt x="0" y="542"/>
                  </a:lnTo>
                  <a:lnTo>
                    <a:pt x="7" y="523"/>
                  </a:lnTo>
                  <a:lnTo>
                    <a:pt x="28" y="478"/>
                  </a:lnTo>
                  <a:lnTo>
                    <a:pt x="32" y="474"/>
                  </a:lnTo>
                  <a:lnTo>
                    <a:pt x="38" y="462"/>
                  </a:lnTo>
                  <a:lnTo>
                    <a:pt x="43" y="443"/>
                  </a:lnTo>
                  <a:lnTo>
                    <a:pt x="130" y="292"/>
                  </a:lnTo>
                  <a:lnTo>
                    <a:pt x="129" y="261"/>
                  </a:lnTo>
                  <a:lnTo>
                    <a:pt x="125" y="239"/>
                  </a:lnTo>
                  <a:lnTo>
                    <a:pt x="97" y="174"/>
                  </a:lnTo>
                  <a:lnTo>
                    <a:pt x="64" y="113"/>
                  </a:lnTo>
                  <a:lnTo>
                    <a:pt x="32" y="50"/>
                  </a:lnTo>
                  <a:lnTo>
                    <a:pt x="8" y="15"/>
                  </a:lnTo>
                  <a:lnTo>
                    <a:pt x="3" y="3"/>
                  </a:lnTo>
                  <a:lnTo>
                    <a:pt x="10" y="0"/>
                  </a:lnTo>
                  <a:lnTo>
                    <a:pt x="30" y="3"/>
                  </a:lnTo>
                  <a:lnTo>
                    <a:pt x="79" y="12"/>
                  </a:lnTo>
                  <a:lnTo>
                    <a:pt x="143" y="32"/>
                  </a:lnTo>
                  <a:lnTo>
                    <a:pt x="229" y="69"/>
                  </a:lnTo>
                  <a:lnTo>
                    <a:pt x="251" y="85"/>
                  </a:lnTo>
                  <a:lnTo>
                    <a:pt x="276" y="102"/>
                  </a:lnTo>
                  <a:lnTo>
                    <a:pt x="293" y="120"/>
                  </a:lnTo>
                  <a:lnTo>
                    <a:pt x="362" y="175"/>
                  </a:lnTo>
                  <a:lnTo>
                    <a:pt x="429" y="218"/>
                  </a:lnTo>
                  <a:lnTo>
                    <a:pt x="443" y="224"/>
                  </a:lnTo>
                  <a:lnTo>
                    <a:pt x="451" y="230"/>
                  </a:lnTo>
                  <a:lnTo>
                    <a:pt x="467" y="237"/>
                  </a:lnTo>
                  <a:lnTo>
                    <a:pt x="484" y="242"/>
                  </a:lnTo>
                  <a:lnTo>
                    <a:pt x="511" y="251"/>
                  </a:lnTo>
                  <a:lnTo>
                    <a:pt x="530" y="25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l1511"/>
            <p:cNvSpPr/>
            <p:nvPr/>
          </p:nvSpPr>
          <p:spPr>
            <a:xfrm>
              <a:off x="4813319" y="4922694"/>
              <a:ext cx="587" cy="1133"/>
            </a:xfrm>
            <a:custGeom>
              <a:avLst/>
              <a:pathLst>
                <a:path w="587" h="1133">
                  <a:moveTo>
                    <a:pt x="544" y="312"/>
                  </a:moveTo>
                  <a:lnTo>
                    <a:pt x="485" y="361"/>
                  </a:lnTo>
                  <a:lnTo>
                    <a:pt x="426" y="333"/>
                  </a:lnTo>
                  <a:lnTo>
                    <a:pt x="408" y="325"/>
                  </a:lnTo>
                  <a:lnTo>
                    <a:pt x="386" y="340"/>
                  </a:lnTo>
                  <a:lnTo>
                    <a:pt x="380" y="347"/>
                  </a:lnTo>
                  <a:lnTo>
                    <a:pt x="370" y="365"/>
                  </a:lnTo>
                  <a:lnTo>
                    <a:pt x="357" y="390"/>
                  </a:lnTo>
                  <a:lnTo>
                    <a:pt x="345" y="421"/>
                  </a:lnTo>
                  <a:lnTo>
                    <a:pt x="342" y="467"/>
                  </a:lnTo>
                  <a:lnTo>
                    <a:pt x="316" y="509"/>
                  </a:lnTo>
                  <a:lnTo>
                    <a:pt x="301" y="584"/>
                  </a:lnTo>
                  <a:lnTo>
                    <a:pt x="299" y="681"/>
                  </a:lnTo>
                  <a:lnTo>
                    <a:pt x="299" y="759"/>
                  </a:lnTo>
                  <a:lnTo>
                    <a:pt x="315" y="826"/>
                  </a:lnTo>
                  <a:lnTo>
                    <a:pt x="320" y="842"/>
                  </a:lnTo>
                  <a:lnTo>
                    <a:pt x="338" y="856"/>
                  </a:lnTo>
                  <a:lnTo>
                    <a:pt x="346" y="866"/>
                  </a:lnTo>
                  <a:lnTo>
                    <a:pt x="367" y="881"/>
                  </a:lnTo>
                  <a:lnTo>
                    <a:pt x="382" y="887"/>
                  </a:lnTo>
                  <a:lnTo>
                    <a:pt x="395" y="892"/>
                  </a:lnTo>
                  <a:lnTo>
                    <a:pt x="414" y="911"/>
                  </a:lnTo>
                  <a:lnTo>
                    <a:pt x="477" y="976"/>
                  </a:lnTo>
                  <a:lnTo>
                    <a:pt x="559" y="1059"/>
                  </a:lnTo>
                  <a:lnTo>
                    <a:pt x="562" y="1071"/>
                  </a:lnTo>
                  <a:lnTo>
                    <a:pt x="563" y="1081"/>
                  </a:lnTo>
                  <a:lnTo>
                    <a:pt x="566" y="1096"/>
                  </a:lnTo>
                  <a:lnTo>
                    <a:pt x="520" y="1133"/>
                  </a:lnTo>
                  <a:lnTo>
                    <a:pt x="485" y="1121"/>
                  </a:lnTo>
                  <a:lnTo>
                    <a:pt x="284" y="1066"/>
                  </a:lnTo>
                  <a:lnTo>
                    <a:pt x="268" y="1059"/>
                  </a:lnTo>
                  <a:lnTo>
                    <a:pt x="244" y="1058"/>
                  </a:lnTo>
                  <a:lnTo>
                    <a:pt x="230" y="1058"/>
                  </a:lnTo>
                  <a:lnTo>
                    <a:pt x="216" y="1054"/>
                  </a:lnTo>
                  <a:lnTo>
                    <a:pt x="206" y="1047"/>
                  </a:lnTo>
                  <a:lnTo>
                    <a:pt x="190" y="1028"/>
                  </a:lnTo>
                  <a:lnTo>
                    <a:pt x="175" y="1003"/>
                  </a:lnTo>
                  <a:lnTo>
                    <a:pt x="170" y="987"/>
                  </a:lnTo>
                  <a:lnTo>
                    <a:pt x="170" y="971"/>
                  </a:lnTo>
                  <a:lnTo>
                    <a:pt x="176" y="957"/>
                  </a:lnTo>
                  <a:lnTo>
                    <a:pt x="181" y="946"/>
                  </a:lnTo>
                  <a:lnTo>
                    <a:pt x="181" y="933"/>
                  </a:lnTo>
                  <a:lnTo>
                    <a:pt x="95" y="825"/>
                  </a:lnTo>
                  <a:lnTo>
                    <a:pt x="88" y="799"/>
                  </a:lnTo>
                  <a:lnTo>
                    <a:pt x="84" y="781"/>
                  </a:lnTo>
                  <a:lnTo>
                    <a:pt x="84" y="769"/>
                  </a:lnTo>
                  <a:lnTo>
                    <a:pt x="84" y="762"/>
                  </a:lnTo>
                  <a:lnTo>
                    <a:pt x="87" y="755"/>
                  </a:lnTo>
                  <a:lnTo>
                    <a:pt x="96" y="735"/>
                  </a:lnTo>
                  <a:lnTo>
                    <a:pt x="117" y="716"/>
                  </a:lnTo>
                  <a:lnTo>
                    <a:pt x="142" y="701"/>
                  </a:lnTo>
                  <a:lnTo>
                    <a:pt x="149" y="697"/>
                  </a:lnTo>
                  <a:lnTo>
                    <a:pt x="151" y="691"/>
                  </a:lnTo>
                  <a:lnTo>
                    <a:pt x="148" y="679"/>
                  </a:lnTo>
                  <a:lnTo>
                    <a:pt x="145" y="665"/>
                  </a:lnTo>
                  <a:lnTo>
                    <a:pt x="141" y="652"/>
                  </a:lnTo>
                  <a:lnTo>
                    <a:pt x="134" y="636"/>
                  </a:lnTo>
                  <a:lnTo>
                    <a:pt x="98" y="567"/>
                  </a:lnTo>
                  <a:lnTo>
                    <a:pt x="19" y="415"/>
                  </a:lnTo>
                  <a:lnTo>
                    <a:pt x="17" y="407"/>
                  </a:lnTo>
                  <a:lnTo>
                    <a:pt x="17" y="399"/>
                  </a:lnTo>
                  <a:lnTo>
                    <a:pt x="13" y="390"/>
                  </a:lnTo>
                  <a:lnTo>
                    <a:pt x="1" y="373"/>
                  </a:lnTo>
                  <a:lnTo>
                    <a:pt x="0" y="360"/>
                  </a:lnTo>
                  <a:lnTo>
                    <a:pt x="0" y="352"/>
                  </a:lnTo>
                  <a:lnTo>
                    <a:pt x="1" y="335"/>
                  </a:lnTo>
                  <a:lnTo>
                    <a:pt x="4" y="329"/>
                  </a:lnTo>
                  <a:lnTo>
                    <a:pt x="7" y="324"/>
                  </a:lnTo>
                  <a:lnTo>
                    <a:pt x="45" y="268"/>
                  </a:lnTo>
                  <a:lnTo>
                    <a:pt x="108" y="175"/>
                  </a:lnTo>
                  <a:lnTo>
                    <a:pt x="143" y="124"/>
                  </a:lnTo>
                  <a:lnTo>
                    <a:pt x="229" y="10"/>
                  </a:lnTo>
                  <a:lnTo>
                    <a:pt x="246" y="5"/>
                  </a:lnTo>
                  <a:lnTo>
                    <a:pt x="251" y="3"/>
                  </a:lnTo>
                  <a:lnTo>
                    <a:pt x="262" y="0"/>
                  </a:lnTo>
                  <a:lnTo>
                    <a:pt x="476" y="8"/>
                  </a:lnTo>
                  <a:lnTo>
                    <a:pt x="491" y="13"/>
                  </a:lnTo>
                  <a:lnTo>
                    <a:pt x="507" y="19"/>
                  </a:lnTo>
                  <a:lnTo>
                    <a:pt x="520" y="28"/>
                  </a:lnTo>
                  <a:lnTo>
                    <a:pt x="530" y="35"/>
                  </a:lnTo>
                  <a:lnTo>
                    <a:pt x="542" y="49"/>
                  </a:lnTo>
                  <a:lnTo>
                    <a:pt x="560" y="78"/>
                  </a:lnTo>
                  <a:lnTo>
                    <a:pt x="571" y="110"/>
                  </a:lnTo>
                  <a:lnTo>
                    <a:pt x="575" y="121"/>
                  </a:lnTo>
                  <a:lnTo>
                    <a:pt x="587" y="171"/>
                  </a:lnTo>
                  <a:lnTo>
                    <a:pt x="587" y="191"/>
                  </a:lnTo>
                  <a:lnTo>
                    <a:pt x="583" y="208"/>
                  </a:lnTo>
                  <a:lnTo>
                    <a:pt x="563" y="242"/>
                  </a:lnTo>
                  <a:lnTo>
                    <a:pt x="552" y="288"/>
                  </a:lnTo>
                  <a:lnTo>
                    <a:pt x="548" y="296"/>
                  </a:lnTo>
                  <a:lnTo>
                    <a:pt x="544" y="31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l1512"/>
            <p:cNvSpPr/>
            <p:nvPr/>
          </p:nvSpPr>
          <p:spPr>
            <a:xfrm>
              <a:off x="4815485" y="4922323"/>
              <a:ext cx="458" cy="600"/>
            </a:xfrm>
            <a:custGeom>
              <a:avLst/>
              <a:pathLst>
                <a:path w="458" h="600">
                  <a:moveTo>
                    <a:pt x="297" y="11"/>
                  </a:moveTo>
                  <a:lnTo>
                    <a:pt x="296" y="25"/>
                  </a:lnTo>
                  <a:lnTo>
                    <a:pt x="285" y="47"/>
                  </a:lnTo>
                  <a:lnTo>
                    <a:pt x="284" y="89"/>
                  </a:lnTo>
                  <a:lnTo>
                    <a:pt x="288" y="121"/>
                  </a:lnTo>
                  <a:lnTo>
                    <a:pt x="295" y="143"/>
                  </a:lnTo>
                  <a:lnTo>
                    <a:pt x="310" y="172"/>
                  </a:lnTo>
                  <a:lnTo>
                    <a:pt x="329" y="209"/>
                  </a:lnTo>
                  <a:lnTo>
                    <a:pt x="344" y="239"/>
                  </a:lnTo>
                  <a:lnTo>
                    <a:pt x="345" y="250"/>
                  </a:lnTo>
                  <a:lnTo>
                    <a:pt x="339" y="269"/>
                  </a:lnTo>
                  <a:lnTo>
                    <a:pt x="333" y="294"/>
                  </a:lnTo>
                  <a:lnTo>
                    <a:pt x="333" y="302"/>
                  </a:lnTo>
                  <a:lnTo>
                    <a:pt x="343" y="318"/>
                  </a:lnTo>
                  <a:lnTo>
                    <a:pt x="356" y="328"/>
                  </a:lnTo>
                  <a:lnTo>
                    <a:pt x="368" y="331"/>
                  </a:lnTo>
                  <a:lnTo>
                    <a:pt x="388" y="330"/>
                  </a:lnTo>
                  <a:lnTo>
                    <a:pt x="407" y="326"/>
                  </a:lnTo>
                  <a:lnTo>
                    <a:pt x="422" y="327"/>
                  </a:lnTo>
                  <a:lnTo>
                    <a:pt x="437" y="330"/>
                  </a:lnTo>
                  <a:lnTo>
                    <a:pt x="448" y="336"/>
                  </a:lnTo>
                  <a:lnTo>
                    <a:pt x="455" y="340"/>
                  </a:lnTo>
                  <a:lnTo>
                    <a:pt x="458" y="352"/>
                  </a:lnTo>
                  <a:lnTo>
                    <a:pt x="454" y="364"/>
                  </a:lnTo>
                  <a:lnTo>
                    <a:pt x="448" y="374"/>
                  </a:lnTo>
                  <a:lnTo>
                    <a:pt x="446" y="384"/>
                  </a:lnTo>
                  <a:lnTo>
                    <a:pt x="448" y="410"/>
                  </a:lnTo>
                  <a:lnTo>
                    <a:pt x="447" y="423"/>
                  </a:lnTo>
                  <a:lnTo>
                    <a:pt x="443" y="441"/>
                  </a:lnTo>
                  <a:lnTo>
                    <a:pt x="419" y="474"/>
                  </a:lnTo>
                  <a:lnTo>
                    <a:pt x="411" y="487"/>
                  </a:lnTo>
                  <a:lnTo>
                    <a:pt x="407" y="496"/>
                  </a:lnTo>
                  <a:lnTo>
                    <a:pt x="409" y="510"/>
                  </a:lnTo>
                  <a:lnTo>
                    <a:pt x="421" y="526"/>
                  </a:lnTo>
                  <a:lnTo>
                    <a:pt x="426" y="536"/>
                  </a:lnTo>
                  <a:lnTo>
                    <a:pt x="405" y="568"/>
                  </a:lnTo>
                  <a:lnTo>
                    <a:pt x="402" y="584"/>
                  </a:lnTo>
                  <a:lnTo>
                    <a:pt x="392" y="595"/>
                  </a:lnTo>
                  <a:lnTo>
                    <a:pt x="379" y="599"/>
                  </a:lnTo>
                  <a:lnTo>
                    <a:pt x="355" y="600"/>
                  </a:lnTo>
                  <a:lnTo>
                    <a:pt x="343" y="598"/>
                  </a:lnTo>
                  <a:lnTo>
                    <a:pt x="336" y="589"/>
                  </a:lnTo>
                  <a:lnTo>
                    <a:pt x="332" y="574"/>
                  </a:lnTo>
                  <a:lnTo>
                    <a:pt x="335" y="561"/>
                  </a:lnTo>
                  <a:lnTo>
                    <a:pt x="343" y="547"/>
                  </a:lnTo>
                  <a:lnTo>
                    <a:pt x="348" y="536"/>
                  </a:lnTo>
                  <a:lnTo>
                    <a:pt x="345" y="527"/>
                  </a:lnTo>
                  <a:lnTo>
                    <a:pt x="338" y="515"/>
                  </a:lnTo>
                  <a:lnTo>
                    <a:pt x="327" y="506"/>
                  </a:lnTo>
                  <a:lnTo>
                    <a:pt x="285" y="497"/>
                  </a:lnTo>
                  <a:lnTo>
                    <a:pt x="234" y="496"/>
                  </a:lnTo>
                  <a:lnTo>
                    <a:pt x="191" y="507"/>
                  </a:lnTo>
                  <a:lnTo>
                    <a:pt x="159" y="527"/>
                  </a:lnTo>
                  <a:lnTo>
                    <a:pt x="142" y="543"/>
                  </a:lnTo>
                  <a:lnTo>
                    <a:pt x="131" y="559"/>
                  </a:lnTo>
                  <a:lnTo>
                    <a:pt x="123" y="568"/>
                  </a:lnTo>
                  <a:lnTo>
                    <a:pt x="112" y="574"/>
                  </a:lnTo>
                  <a:lnTo>
                    <a:pt x="89" y="575"/>
                  </a:lnTo>
                  <a:lnTo>
                    <a:pt x="75" y="571"/>
                  </a:lnTo>
                  <a:lnTo>
                    <a:pt x="59" y="560"/>
                  </a:lnTo>
                  <a:lnTo>
                    <a:pt x="45" y="542"/>
                  </a:lnTo>
                  <a:lnTo>
                    <a:pt x="38" y="520"/>
                  </a:lnTo>
                  <a:lnTo>
                    <a:pt x="38" y="508"/>
                  </a:lnTo>
                  <a:lnTo>
                    <a:pt x="48" y="492"/>
                  </a:lnTo>
                  <a:lnTo>
                    <a:pt x="63" y="472"/>
                  </a:lnTo>
                  <a:lnTo>
                    <a:pt x="77" y="450"/>
                  </a:lnTo>
                  <a:lnTo>
                    <a:pt x="88" y="435"/>
                  </a:lnTo>
                  <a:lnTo>
                    <a:pt x="91" y="424"/>
                  </a:lnTo>
                  <a:lnTo>
                    <a:pt x="99" y="386"/>
                  </a:lnTo>
                  <a:lnTo>
                    <a:pt x="99" y="365"/>
                  </a:lnTo>
                  <a:lnTo>
                    <a:pt x="92" y="353"/>
                  </a:lnTo>
                  <a:lnTo>
                    <a:pt x="73" y="333"/>
                  </a:lnTo>
                  <a:lnTo>
                    <a:pt x="33" y="287"/>
                  </a:lnTo>
                  <a:lnTo>
                    <a:pt x="25" y="281"/>
                  </a:lnTo>
                  <a:lnTo>
                    <a:pt x="2" y="268"/>
                  </a:lnTo>
                  <a:lnTo>
                    <a:pt x="0" y="259"/>
                  </a:lnTo>
                  <a:lnTo>
                    <a:pt x="4" y="251"/>
                  </a:lnTo>
                  <a:lnTo>
                    <a:pt x="33" y="235"/>
                  </a:lnTo>
                  <a:lnTo>
                    <a:pt x="84" y="213"/>
                  </a:lnTo>
                  <a:lnTo>
                    <a:pt x="145" y="191"/>
                  </a:lnTo>
                  <a:lnTo>
                    <a:pt x="156" y="179"/>
                  </a:lnTo>
                  <a:lnTo>
                    <a:pt x="158" y="152"/>
                  </a:lnTo>
                  <a:lnTo>
                    <a:pt x="158" y="132"/>
                  </a:lnTo>
                  <a:lnTo>
                    <a:pt x="161" y="116"/>
                  </a:lnTo>
                  <a:lnTo>
                    <a:pt x="174" y="85"/>
                  </a:lnTo>
                  <a:lnTo>
                    <a:pt x="180" y="77"/>
                  </a:lnTo>
                  <a:lnTo>
                    <a:pt x="185" y="33"/>
                  </a:lnTo>
                  <a:lnTo>
                    <a:pt x="193" y="17"/>
                  </a:lnTo>
                  <a:lnTo>
                    <a:pt x="200" y="5"/>
                  </a:lnTo>
                  <a:lnTo>
                    <a:pt x="215" y="0"/>
                  </a:lnTo>
                  <a:lnTo>
                    <a:pt x="229" y="5"/>
                  </a:lnTo>
                  <a:lnTo>
                    <a:pt x="248" y="9"/>
                  </a:lnTo>
                  <a:lnTo>
                    <a:pt x="265" y="7"/>
                  </a:lnTo>
                  <a:lnTo>
                    <a:pt x="280" y="4"/>
                  </a:lnTo>
                  <a:lnTo>
                    <a:pt x="297" y="1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l1513"/>
            <p:cNvSpPr/>
            <p:nvPr/>
          </p:nvSpPr>
          <p:spPr>
            <a:xfrm>
              <a:off x="4808011" y="4920025"/>
              <a:ext cx="4367" cy="3403"/>
            </a:xfrm>
            <a:custGeom>
              <a:avLst/>
              <a:pathLst>
                <a:path w="4367" h="3403">
                  <a:moveTo>
                    <a:pt x="1760" y="348"/>
                  </a:moveTo>
                  <a:lnTo>
                    <a:pt x="1742" y="374"/>
                  </a:lnTo>
                  <a:lnTo>
                    <a:pt x="2626" y="374"/>
                  </a:lnTo>
                  <a:lnTo>
                    <a:pt x="2656" y="342"/>
                  </a:lnTo>
                  <a:lnTo>
                    <a:pt x="2701" y="294"/>
                  </a:lnTo>
                  <a:lnTo>
                    <a:pt x="2716" y="277"/>
                  </a:lnTo>
                  <a:lnTo>
                    <a:pt x="2772" y="271"/>
                  </a:lnTo>
                  <a:lnTo>
                    <a:pt x="2928" y="253"/>
                  </a:lnTo>
                  <a:lnTo>
                    <a:pt x="2977" y="262"/>
                  </a:lnTo>
                  <a:lnTo>
                    <a:pt x="3024" y="272"/>
                  </a:lnTo>
                  <a:lnTo>
                    <a:pt x="3030" y="272"/>
                  </a:lnTo>
                  <a:lnTo>
                    <a:pt x="3037" y="278"/>
                  </a:lnTo>
                  <a:lnTo>
                    <a:pt x="3038" y="284"/>
                  </a:lnTo>
                  <a:lnTo>
                    <a:pt x="3040" y="296"/>
                  </a:lnTo>
                  <a:lnTo>
                    <a:pt x="3043" y="312"/>
                  </a:lnTo>
                  <a:lnTo>
                    <a:pt x="3042" y="318"/>
                  </a:lnTo>
                  <a:lnTo>
                    <a:pt x="3045" y="329"/>
                  </a:lnTo>
                  <a:lnTo>
                    <a:pt x="3054" y="343"/>
                  </a:lnTo>
                  <a:lnTo>
                    <a:pt x="3068" y="361"/>
                  </a:lnTo>
                  <a:lnTo>
                    <a:pt x="3079" y="381"/>
                  </a:lnTo>
                  <a:lnTo>
                    <a:pt x="3082" y="387"/>
                  </a:lnTo>
                  <a:lnTo>
                    <a:pt x="3119" y="426"/>
                  </a:lnTo>
                  <a:lnTo>
                    <a:pt x="3167" y="469"/>
                  </a:lnTo>
                  <a:lnTo>
                    <a:pt x="3207" y="495"/>
                  </a:lnTo>
                  <a:lnTo>
                    <a:pt x="3250" y="522"/>
                  </a:lnTo>
                  <a:lnTo>
                    <a:pt x="3294" y="543"/>
                  </a:lnTo>
                  <a:lnTo>
                    <a:pt x="3546" y="631"/>
                  </a:lnTo>
                  <a:lnTo>
                    <a:pt x="3616" y="655"/>
                  </a:lnTo>
                  <a:lnTo>
                    <a:pt x="3672" y="674"/>
                  </a:lnTo>
                  <a:lnTo>
                    <a:pt x="3888" y="770"/>
                  </a:lnTo>
                  <a:lnTo>
                    <a:pt x="3921" y="800"/>
                  </a:lnTo>
                  <a:lnTo>
                    <a:pt x="4028" y="896"/>
                  </a:lnTo>
                  <a:lnTo>
                    <a:pt x="4100" y="985"/>
                  </a:lnTo>
                  <a:lnTo>
                    <a:pt x="4128" y="1020"/>
                  </a:lnTo>
                  <a:lnTo>
                    <a:pt x="4143" y="1038"/>
                  </a:lnTo>
                  <a:lnTo>
                    <a:pt x="4181" y="1111"/>
                  </a:lnTo>
                  <a:lnTo>
                    <a:pt x="4236" y="1214"/>
                  </a:lnTo>
                  <a:lnTo>
                    <a:pt x="4247" y="1234"/>
                  </a:lnTo>
                  <a:lnTo>
                    <a:pt x="4265" y="1246"/>
                  </a:lnTo>
                  <a:lnTo>
                    <a:pt x="4367" y="1312"/>
                  </a:lnTo>
                  <a:lnTo>
                    <a:pt x="4348" y="1371"/>
                  </a:lnTo>
                  <a:lnTo>
                    <a:pt x="4339" y="1399"/>
                  </a:lnTo>
                  <a:lnTo>
                    <a:pt x="4323" y="1450"/>
                  </a:lnTo>
                  <a:lnTo>
                    <a:pt x="4318" y="1465"/>
                  </a:lnTo>
                  <a:lnTo>
                    <a:pt x="4193" y="1505"/>
                  </a:lnTo>
                  <a:lnTo>
                    <a:pt x="4027" y="1708"/>
                  </a:lnTo>
                  <a:lnTo>
                    <a:pt x="3948" y="1805"/>
                  </a:lnTo>
                  <a:lnTo>
                    <a:pt x="3874" y="1895"/>
                  </a:lnTo>
                  <a:lnTo>
                    <a:pt x="3807" y="1978"/>
                  </a:lnTo>
                  <a:lnTo>
                    <a:pt x="3747" y="2051"/>
                  </a:lnTo>
                  <a:lnTo>
                    <a:pt x="3721" y="2083"/>
                  </a:lnTo>
                  <a:lnTo>
                    <a:pt x="3670" y="2294"/>
                  </a:lnTo>
                  <a:lnTo>
                    <a:pt x="3602" y="2413"/>
                  </a:lnTo>
                  <a:lnTo>
                    <a:pt x="3412" y="2616"/>
                  </a:lnTo>
                  <a:lnTo>
                    <a:pt x="3383" y="2647"/>
                  </a:lnTo>
                  <a:lnTo>
                    <a:pt x="3359" y="2648"/>
                  </a:lnTo>
                  <a:lnTo>
                    <a:pt x="3327" y="2649"/>
                  </a:lnTo>
                  <a:lnTo>
                    <a:pt x="3211" y="2652"/>
                  </a:lnTo>
                  <a:lnTo>
                    <a:pt x="3199" y="2660"/>
                  </a:lnTo>
                  <a:lnTo>
                    <a:pt x="2988" y="2804"/>
                  </a:lnTo>
                  <a:lnTo>
                    <a:pt x="2928" y="2845"/>
                  </a:lnTo>
                  <a:lnTo>
                    <a:pt x="2898" y="2874"/>
                  </a:lnTo>
                  <a:lnTo>
                    <a:pt x="2886" y="2885"/>
                  </a:lnTo>
                  <a:lnTo>
                    <a:pt x="2862" y="2910"/>
                  </a:lnTo>
                  <a:lnTo>
                    <a:pt x="2854" y="2935"/>
                  </a:lnTo>
                  <a:lnTo>
                    <a:pt x="2857" y="2957"/>
                  </a:lnTo>
                  <a:lnTo>
                    <a:pt x="2862" y="2973"/>
                  </a:lnTo>
                  <a:lnTo>
                    <a:pt x="2868" y="2988"/>
                  </a:lnTo>
                  <a:lnTo>
                    <a:pt x="2878" y="3008"/>
                  </a:lnTo>
                  <a:lnTo>
                    <a:pt x="2902" y="3026"/>
                  </a:lnTo>
                  <a:lnTo>
                    <a:pt x="2918" y="3040"/>
                  </a:lnTo>
                  <a:lnTo>
                    <a:pt x="2919" y="3052"/>
                  </a:lnTo>
                  <a:lnTo>
                    <a:pt x="2919" y="3061"/>
                  </a:lnTo>
                  <a:lnTo>
                    <a:pt x="2897" y="3081"/>
                  </a:lnTo>
                  <a:lnTo>
                    <a:pt x="2873" y="3093"/>
                  </a:lnTo>
                  <a:lnTo>
                    <a:pt x="2848" y="3105"/>
                  </a:lnTo>
                  <a:lnTo>
                    <a:pt x="2830" y="3114"/>
                  </a:lnTo>
                  <a:lnTo>
                    <a:pt x="2660" y="3195"/>
                  </a:lnTo>
                  <a:lnTo>
                    <a:pt x="2634" y="3208"/>
                  </a:lnTo>
                  <a:lnTo>
                    <a:pt x="2614" y="3218"/>
                  </a:lnTo>
                  <a:lnTo>
                    <a:pt x="2575" y="3236"/>
                  </a:lnTo>
                  <a:lnTo>
                    <a:pt x="2535" y="3255"/>
                  </a:lnTo>
                  <a:lnTo>
                    <a:pt x="2503" y="3284"/>
                  </a:lnTo>
                  <a:lnTo>
                    <a:pt x="2493" y="3292"/>
                  </a:lnTo>
                  <a:lnTo>
                    <a:pt x="2408" y="3368"/>
                  </a:lnTo>
                  <a:lnTo>
                    <a:pt x="2369" y="3403"/>
                  </a:lnTo>
                  <a:lnTo>
                    <a:pt x="2244" y="3359"/>
                  </a:lnTo>
                  <a:lnTo>
                    <a:pt x="2229" y="3354"/>
                  </a:lnTo>
                  <a:lnTo>
                    <a:pt x="2251" y="3268"/>
                  </a:lnTo>
                  <a:lnTo>
                    <a:pt x="2257" y="3245"/>
                  </a:lnTo>
                  <a:lnTo>
                    <a:pt x="2042" y="3213"/>
                  </a:lnTo>
                  <a:lnTo>
                    <a:pt x="2018" y="3209"/>
                  </a:lnTo>
                  <a:lnTo>
                    <a:pt x="1987" y="3205"/>
                  </a:lnTo>
                  <a:lnTo>
                    <a:pt x="1897" y="3391"/>
                  </a:lnTo>
                  <a:lnTo>
                    <a:pt x="1377" y="3150"/>
                  </a:lnTo>
                  <a:lnTo>
                    <a:pt x="1358" y="3149"/>
                  </a:lnTo>
                  <a:lnTo>
                    <a:pt x="1391" y="2856"/>
                  </a:lnTo>
                  <a:lnTo>
                    <a:pt x="1350" y="2671"/>
                  </a:lnTo>
                  <a:lnTo>
                    <a:pt x="1197" y="2533"/>
                  </a:lnTo>
                  <a:lnTo>
                    <a:pt x="1191" y="2527"/>
                  </a:lnTo>
                  <a:lnTo>
                    <a:pt x="1154" y="2457"/>
                  </a:lnTo>
                  <a:lnTo>
                    <a:pt x="1155" y="2444"/>
                  </a:lnTo>
                  <a:lnTo>
                    <a:pt x="1174" y="2414"/>
                  </a:lnTo>
                  <a:lnTo>
                    <a:pt x="1200" y="2385"/>
                  </a:lnTo>
                  <a:lnTo>
                    <a:pt x="1215" y="2357"/>
                  </a:lnTo>
                  <a:lnTo>
                    <a:pt x="1225" y="2279"/>
                  </a:lnTo>
                  <a:lnTo>
                    <a:pt x="1231" y="2233"/>
                  </a:lnTo>
                  <a:lnTo>
                    <a:pt x="1237" y="2180"/>
                  </a:lnTo>
                  <a:lnTo>
                    <a:pt x="1196" y="2120"/>
                  </a:lnTo>
                  <a:lnTo>
                    <a:pt x="1175" y="2105"/>
                  </a:lnTo>
                  <a:lnTo>
                    <a:pt x="1143" y="2082"/>
                  </a:lnTo>
                  <a:lnTo>
                    <a:pt x="1126" y="2074"/>
                  </a:lnTo>
                  <a:lnTo>
                    <a:pt x="1107" y="2066"/>
                  </a:lnTo>
                  <a:lnTo>
                    <a:pt x="1051" y="2054"/>
                  </a:lnTo>
                  <a:lnTo>
                    <a:pt x="977" y="2036"/>
                  </a:lnTo>
                  <a:lnTo>
                    <a:pt x="890" y="1998"/>
                  </a:lnTo>
                  <a:lnTo>
                    <a:pt x="877" y="1995"/>
                  </a:lnTo>
                  <a:lnTo>
                    <a:pt x="835" y="1985"/>
                  </a:lnTo>
                  <a:lnTo>
                    <a:pt x="826" y="1983"/>
                  </a:lnTo>
                  <a:lnTo>
                    <a:pt x="782" y="1984"/>
                  </a:lnTo>
                  <a:lnTo>
                    <a:pt x="740" y="1970"/>
                  </a:lnTo>
                  <a:lnTo>
                    <a:pt x="716" y="1959"/>
                  </a:lnTo>
                  <a:lnTo>
                    <a:pt x="695" y="1949"/>
                  </a:lnTo>
                  <a:lnTo>
                    <a:pt x="633" y="1934"/>
                  </a:lnTo>
                  <a:lnTo>
                    <a:pt x="621" y="1934"/>
                  </a:lnTo>
                  <a:lnTo>
                    <a:pt x="509" y="1922"/>
                  </a:lnTo>
                  <a:lnTo>
                    <a:pt x="438" y="1920"/>
                  </a:lnTo>
                  <a:lnTo>
                    <a:pt x="391" y="1929"/>
                  </a:lnTo>
                  <a:lnTo>
                    <a:pt x="336" y="1978"/>
                  </a:lnTo>
                  <a:lnTo>
                    <a:pt x="291" y="2018"/>
                  </a:lnTo>
                  <a:lnTo>
                    <a:pt x="275" y="2033"/>
                  </a:lnTo>
                  <a:lnTo>
                    <a:pt x="250" y="2055"/>
                  </a:lnTo>
                  <a:lnTo>
                    <a:pt x="212" y="2063"/>
                  </a:lnTo>
                  <a:lnTo>
                    <a:pt x="207" y="2056"/>
                  </a:lnTo>
                  <a:lnTo>
                    <a:pt x="186" y="2008"/>
                  </a:lnTo>
                  <a:lnTo>
                    <a:pt x="143" y="1990"/>
                  </a:lnTo>
                  <a:lnTo>
                    <a:pt x="101" y="1981"/>
                  </a:lnTo>
                  <a:lnTo>
                    <a:pt x="14" y="1985"/>
                  </a:lnTo>
                  <a:lnTo>
                    <a:pt x="2" y="1978"/>
                  </a:lnTo>
                  <a:lnTo>
                    <a:pt x="0" y="1957"/>
                  </a:lnTo>
                  <a:lnTo>
                    <a:pt x="5" y="1927"/>
                  </a:lnTo>
                  <a:lnTo>
                    <a:pt x="18" y="1908"/>
                  </a:lnTo>
                  <a:lnTo>
                    <a:pt x="39" y="1892"/>
                  </a:lnTo>
                  <a:lnTo>
                    <a:pt x="110" y="1833"/>
                  </a:lnTo>
                  <a:lnTo>
                    <a:pt x="146" y="1803"/>
                  </a:lnTo>
                  <a:lnTo>
                    <a:pt x="187" y="1769"/>
                  </a:lnTo>
                  <a:lnTo>
                    <a:pt x="196" y="1709"/>
                  </a:lnTo>
                  <a:lnTo>
                    <a:pt x="200" y="1650"/>
                  </a:lnTo>
                  <a:lnTo>
                    <a:pt x="228" y="1576"/>
                  </a:lnTo>
                  <a:lnTo>
                    <a:pt x="302" y="1385"/>
                  </a:lnTo>
                  <a:lnTo>
                    <a:pt x="311" y="1375"/>
                  </a:lnTo>
                  <a:lnTo>
                    <a:pt x="329" y="1364"/>
                  </a:lnTo>
                  <a:lnTo>
                    <a:pt x="511" y="1293"/>
                  </a:lnTo>
                  <a:lnTo>
                    <a:pt x="564" y="1272"/>
                  </a:lnTo>
                  <a:lnTo>
                    <a:pt x="713" y="1177"/>
                  </a:lnTo>
                  <a:lnTo>
                    <a:pt x="712" y="1149"/>
                  </a:lnTo>
                  <a:lnTo>
                    <a:pt x="713" y="1116"/>
                  </a:lnTo>
                  <a:lnTo>
                    <a:pt x="723" y="1059"/>
                  </a:lnTo>
                  <a:lnTo>
                    <a:pt x="740" y="1008"/>
                  </a:lnTo>
                  <a:lnTo>
                    <a:pt x="754" y="972"/>
                  </a:lnTo>
                  <a:lnTo>
                    <a:pt x="784" y="927"/>
                  </a:lnTo>
                  <a:lnTo>
                    <a:pt x="798" y="919"/>
                  </a:lnTo>
                  <a:lnTo>
                    <a:pt x="818" y="916"/>
                  </a:lnTo>
                  <a:lnTo>
                    <a:pt x="825" y="921"/>
                  </a:lnTo>
                  <a:lnTo>
                    <a:pt x="844" y="933"/>
                  </a:lnTo>
                  <a:lnTo>
                    <a:pt x="882" y="959"/>
                  </a:lnTo>
                  <a:lnTo>
                    <a:pt x="908" y="964"/>
                  </a:lnTo>
                  <a:lnTo>
                    <a:pt x="921" y="961"/>
                  </a:lnTo>
                  <a:lnTo>
                    <a:pt x="945" y="950"/>
                  </a:lnTo>
                  <a:lnTo>
                    <a:pt x="963" y="937"/>
                  </a:lnTo>
                  <a:lnTo>
                    <a:pt x="984" y="930"/>
                  </a:lnTo>
                  <a:lnTo>
                    <a:pt x="997" y="921"/>
                  </a:lnTo>
                  <a:lnTo>
                    <a:pt x="1012" y="899"/>
                  </a:lnTo>
                  <a:lnTo>
                    <a:pt x="1021" y="870"/>
                  </a:lnTo>
                  <a:lnTo>
                    <a:pt x="1027" y="842"/>
                  </a:lnTo>
                  <a:lnTo>
                    <a:pt x="1028" y="822"/>
                  </a:lnTo>
                  <a:lnTo>
                    <a:pt x="1025" y="811"/>
                  </a:lnTo>
                  <a:lnTo>
                    <a:pt x="995" y="690"/>
                  </a:lnTo>
                  <a:lnTo>
                    <a:pt x="970" y="639"/>
                  </a:lnTo>
                  <a:lnTo>
                    <a:pt x="969" y="627"/>
                  </a:lnTo>
                  <a:lnTo>
                    <a:pt x="967" y="603"/>
                  </a:lnTo>
                  <a:lnTo>
                    <a:pt x="979" y="561"/>
                  </a:lnTo>
                  <a:lnTo>
                    <a:pt x="992" y="538"/>
                  </a:lnTo>
                  <a:lnTo>
                    <a:pt x="996" y="531"/>
                  </a:lnTo>
                  <a:lnTo>
                    <a:pt x="1029" y="509"/>
                  </a:lnTo>
                  <a:lnTo>
                    <a:pt x="1101" y="479"/>
                  </a:lnTo>
                  <a:lnTo>
                    <a:pt x="1219" y="423"/>
                  </a:lnTo>
                  <a:lnTo>
                    <a:pt x="1250" y="400"/>
                  </a:lnTo>
                  <a:lnTo>
                    <a:pt x="1271" y="384"/>
                  </a:lnTo>
                  <a:lnTo>
                    <a:pt x="1304" y="340"/>
                  </a:lnTo>
                  <a:lnTo>
                    <a:pt x="1452" y="167"/>
                  </a:lnTo>
                  <a:lnTo>
                    <a:pt x="1486" y="134"/>
                  </a:lnTo>
                  <a:lnTo>
                    <a:pt x="1532" y="76"/>
                  </a:lnTo>
                  <a:lnTo>
                    <a:pt x="1558" y="31"/>
                  </a:lnTo>
                  <a:lnTo>
                    <a:pt x="1561" y="25"/>
                  </a:lnTo>
                  <a:lnTo>
                    <a:pt x="1582" y="3"/>
                  </a:lnTo>
                  <a:lnTo>
                    <a:pt x="1591" y="0"/>
                  </a:lnTo>
                  <a:lnTo>
                    <a:pt x="1600" y="3"/>
                  </a:lnTo>
                  <a:lnTo>
                    <a:pt x="1608" y="10"/>
                  </a:lnTo>
                  <a:lnTo>
                    <a:pt x="1614" y="24"/>
                  </a:lnTo>
                  <a:lnTo>
                    <a:pt x="1615" y="32"/>
                  </a:lnTo>
                  <a:lnTo>
                    <a:pt x="1619" y="75"/>
                  </a:lnTo>
                  <a:lnTo>
                    <a:pt x="1632" y="102"/>
                  </a:lnTo>
                  <a:lnTo>
                    <a:pt x="1685" y="163"/>
                  </a:lnTo>
                  <a:lnTo>
                    <a:pt x="1705" y="184"/>
                  </a:lnTo>
                  <a:lnTo>
                    <a:pt x="1725" y="203"/>
                  </a:lnTo>
                  <a:lnTo>
                    <a:pt x="1758" y="227"/>
                  </a:lnTo>
                  <a:lnTo>
                    <a:pt x="1791" y="239"/>
                  </a:lnTo>
                  <a:lnTo>
                    <a:pt x="1811" y="261"/>
                  </a:lnTo>
                  <a:lnTo>
                    <a:pt x="1829" y="287"/>
                  </a:lnTo>
                  <a:lnTo>
                    <a:pt x="1835" y="299"/>
                  </a:lnTo>
                  <a:lnTo>
                    <a:pt x="1831" y="305"/>
                  </a:lnTo>
                  <a:lnTo>
                    <a:pt x="1760" y="34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l1514"/>
            <p:cNvSpPr/>
            <p:nvPr/>
          </p:nvSpPr>
          <p:spPr>
            <a:xfrm>
              <a:off x="4812137" y="4915049"/>
              <a:ext cx="681" cy="368"/>
            </a:xfrm>
            <a:custGeom>
              <a:avLst/>
              <a:pathLst>
                <a:path w="681" h="368">
                  <a:moveTo>
                    <a:pt x="305" y="109"/>
                  </a:moveTo>
                  <a:lnTo>
                    <a:pt x="317" y="112"/>
                  </a:lnTo>
                  <a:lnTo>
                    <a:pt x="328" y="111"/>
                  </a:lnTo>
                  <a:lnTo>
                    <a:pt x="339" y="108"/>
                  </a:lnTo>
                  <a:lnTo>
                    <a:pt x="364" y="95"/>
                  </a:lnTo>
                  <a:lnTo>
                    <a:pt x="374" y="89"/>
                  </a:lnTo>
                  <a:lnTo>
                    <a:pt x="383" y="84"/>
                  </a:lnTo>
                  <a:lnTo>
                    <a:pt x="396" y="84"/>
                  </a:lnTo>
                  <a:lnTo>
                    <a:pt x="415" y="86"/>
                  </a:lnTo>
                  <a:lnTo>
                    <a:pt x="455" y="97"/>
                  </a:lnTo>
                  <a:lnTo>
                    <a:pt x="465" y="103"/>
                  </a:lnTo>
                  <a:lnTo>
                    <a:pt x="475" y="108"/>
                  </a:lnTo>
                  <a:lnTo>
                    <a:pt x="488" y="111"/>
                  </a:lnTo>
                  <a:lnTo>
                    <a:pt x="521" y="116"/>
                  </a:lnTo>
                  <a:lnTo>
                    <a:pt x="547" y="123"/>
                  </a:lnTo>
                  <a:lnTo>
                    <a:pt x="556" y="128"/>
                  </a:lnTo>
                  <a:lnTo>
                    <a:pt x="562" y="136"/>
                  </a:lnTo>
                  <a:lnTo>
                    <a:pt x="567" y="146"/>
                  </a:lnTo>
                  <a:lnTo>
                    <a:pt x="573" y="154"/>
                  </a:lnTo>
                  <a:lnTo>
                    <a:pt x="597" y="167"/>
                  </a:lnTo>
                  <a:lnTo>
                    <a:pt x="644" y="183"/>
                  </a:lnTo>
                  <a:lnTo>
                    <a:pt x="660" y="197"/>
                  </a:lnTo>
                  <a:lnTo>
                    <a:pt x="675" y="214"/>
                  </a:lnTo>
                  <a:lnTo>
                    <a:pt x="680" y="223"/>
                  </a:lnTo>
                  <a:lnTo>
                    <a:pt x="681" y="231"/>
                  </a:lnTo>
                  <a:lnTo>
                    <a:pt x="671" y="242"/>
                  </a:lnTo>
                  <a:lnTo>
                    <a:pt x="657" y="256"/>
                  </a:lnTo>
                  <a:lnTo>
                    <a:pt x="637" y="275"/>
                  </a:lnTo>
                  <a:lnTo>
                    <a:pt x="620" y="292"/>
                  </a:lnTo>
                  <a:lnTo>
                    <a:pt x="575" y="301"/>
                  </a:lnTo>
                  <a:lnTo>
                    <a:pt x="553" y="305"/>
                  </a:lnTo>
                  <a:lnTo>
                    <a:pt x="514" y="303"/>
                  </a:lnTo>
                  <a:lnTo>
                    <a:pt x="502" y="298"/>
                  </a:lnTo>
                  <a:lnTo>
                    <a:pt x="489" y="291"/>
                  </a:lnTo>
                  <a:lnTo>
                    <a:pt x="467" y="281"/>
                  </a:lnTo>
                  <a:lnTo>
                    <a:pt x="438" y="273"/>
                  </a:lnTo>
                  <a:lnTo>
                    <a:pt x="420" y="270"/>
                  </a:lnTo>
                  <a:lnTo>
                    <a:pt x="412" y="270"/>
                  </a:lnTo>
                  <a:lnTo>
                    <a:pt x="405" y="272"/>
                  </a:lnTo>
                  <a:lnTo>
                    <a:pt x="391" y="280"/>
                  </a:lnTo>
                  <a:lnTo>
                    <a:pt x="366" y="302"/>
                  </a:lnTo>
                  <a:lnTo>
                    <a:pt x="343" y="321"/>
                  </a:lnTo>
                  <a:lnTo>
                    <a:pt x="324" y="338"/>
                  </a:lnTo>
                  <a:lnTo>
                    <a:pt x="316" y="349"/>
                  </a:lnTo>
                  <a:lnTo>
                    <a:pt x="312" y="356"/>
                  </a:lnTo>
                  <a:lnTo>
                    <a:pt x="306" y="363"/>
                  </a:lnTo>
                  <a:lnTo>
                    <a:pt x="298" y="366"/>
                  </a:lnTo>
                  <a:lnTo>
                    <a:pt x="289" y="367"/>
                  </a:lnTo>
                  <a:lnTo>
                    <a:pt x="259" y="368"/>
                  </a:lnTo>
                  <a:lnTo>
                    <a:pt x="243" y="367"/>
                  </a:lnTo>
                  <a:lnTo>
                    <a:pt x="232" y="363"/>
                  </a:lnTo>
                  <a:lnTo>
                    <a:pt x="227" y="358"/>
                  </a:lnTo>
                  <a:lnTo>
                    <a:pt x="223" y="353"/>
                  </a:lnTo>
                  <a:lnTo>
                    <a:pt x="214" y="341"/>
                  </a:lnTo>
                  <a:lnTo>
                    <a:pt x="197" y="321"/>
                  </a:lnTo>
                  <a:lnTo>
                    <a:pt x="187" y="308"/>
                  </a:lnTo>
                  <a:lnTo>
                    <a:pt x="173" y="296"/>
                  </a:lnTo>
                  <a:lnTo>
                    <a:pt x="168" y="291"/>
                  </a:lnTo>
                  <a:lnTo>
                    <a:pt x="160" y="276"/>
                  </a:lnTo>
                  <a:lnTo>
                    <a:pt x="161" y="269"/>
                  </a:lnTo>
                  <a:lnTo>
                    <a:pt x="165" y="259"/>
                  </a:lnTo>
                  <a:lnTo>
                    <a:pt x="165" y="251"/>
                  </a:lnTo>
                  <a:lnTo>
                    <a:pt x="154" y="236"/>
                  </a:lnTo>
                  <a:lnTo>
                    <a:pt x="141" y="229"/>
                  </a:lnTo>
                  <a:lnTo>
                    <a:pt x="126" y="224"/>
                  </a:lnTo>
                  <a:lnTo>
                    <a:pt x="93" y="215"/>
                  </a:lnTo>
                  <a:lnTo>
                    <a:pt x="42" y="201"/>
                  </a:lnTo>
                  <a:lnTo>
                    <a:pt x="32" y="196"/>
                  </a:lnTo>
                  <a:lnTo>
                    <a:pt x="17" y="184"/>
                  </a:lnTo>
                  <a:lnTo>
                    <a:pt x="0" y="166"/>
                  </a:lnTo>
                  <a:lnTo>
                    <a:pt x="0" y="157"/>
                  </a:lnTo>
                  <a:lnTo>
                    <a:pt x="3" y="150"/>
                  </a:lnTo>
                  <a:lnTo>
                    <a:pt x="8" y="141"/>
                  </a:lnTo>
                  <a:lnTo>
                    <a:pt x="10" y="130"/>
                  </a:lnTo>
                  <a:lnTo>
                    <a:pt x="14" y="116"/>
                  </a:lnTo>
                  <a:lnTo>
                    <a:pt x="25" y="97"/>
                  </a:lnTo>
                  <a:lnTo>
                    <a:pt x="41" y="77"/>
                  </a:lnTo>
                  <a:lnTo>
                    <a:pt x="45" y="68"/>
                  </a:lnTo>
                  <a:lnTo>
                    <a:pt x="51" y="60"/>
                  </a:lnTo>
                  <a:lnTo>
                    <a:pt x="57" y="51"/>
                  </a:lnTo>
                  <a:lnTo>
                    <a:pt x="77" y="34"/>
                  </a:lnTo>
                  <a:lnTo>
                    <a:pt x="90" y="18"/>
                  </a:lnTo>
                  <a:lnTo>
                    <a:pt x="102" y="10"/>
                  </a:lnTo>
                  <a:lnTo>
                    <a:pt x="108" y="7"/>
                  </a:lnTo>
                  <a:lnTo>
                    <a:pt x="115" y="4"/>
                  </a:lnTo>
                  <a:lnTo>
                    <a:pt x="125" y="0"/>
                  </a:lnTo>
                  <a:lnTo>
                    <a:pt x="134" y="0"/>
                  </a:lnTo>
                  <a:lnTo>
                    <a:pt x="145" y="0"/>
                  </a:lnTo>
                  <a:lnTo>
                    <a:pt x="155" y="0"/>
                  </a:lnTo>
                  <a:lnTo>
                    <a:pt x="165" y="3"/>
                  </a:lnTo>
                  <a:lnTo>
                    <a:pt x="176" y="6"/>
                  </a:lnTo>
                  <a:lnTo>
                    <a:pt x="206" y="30"/>
                  </a:lnTo>
                  <a:lnTo>
                    <a:pt x="252" y="74"/>
                  </a:lnTo>
                  <a:lnTo>
                    <a:pt x="275" y="92"/>
                  </a:lnTo>
                  <a:lnTo>
                    <a:pt x="290" y="101"/>
                  </a:lnTo>
                  <a:lnTo>
                    <a:pt x="305" y="10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l1515"/>
            <p:cNvSpPr/>
            <p:nvPr/>
          </p:nvSpPr>
          <p:spPr>
            <a:xfrm>
              <a:off x="4844304" y="4908936"/>
              <a:ext cx="2371" cy="1072"/>
            </a:xfrm>
            <a:custGeom>
              <a:avLst/>
              <a:pathLst>
                <a:path w="2371" h="1072">
                  <a:moveTo>
                    <a:pt x="2175" y="660"/>
                  </a:moveTo>
                  <a:lnTo>
                    <a:pt x="2189" y="670"/>
                  </a:lnTo>
                  <a:lnTo>
                    <a:pt x="2194" y="673"/>
                  </a:lnTo>
                  <a:lnTo>
                    <a:pt x="2201" y="677"/>
                  </a:lnTo>
                  <a:lnTo>
                    <a:pt x="2207" y="677"/>
                  </a:lnTo>
                  <a:lnTo>
                    <a:pt x="2216" y="673"/>
                  </a:lnTo>
                  <a:lnTo>
                    <a:pt x="2223" y="671"/>
                  </a:lnTo>
                  <a:lnTo>
                    <a:pt x="2228" y="672"/>
                  </a:lnTo>
                  <a:lnTo>
                    <a:pt x="2259" y="681"/>
                  </a:lnTo>
                  <a:lnTo>
                    <a:pt x="2356" y="657"/>
                  </a:lnTo>
                  <a:lnTo>
                    <a:pt x="2369" y="655"/>
                  </a:lnTo>
                  <a:lnTo>
                    <a:pt x="2371" y="662"/>
                  </a:lnTo>
                  <a:lnTo>
                    <a:pt x="2370" y="672"/>
                  </a:lnTo>
                  <a:lnTo>
                    <a:pt x="2365" y="711"/>
                  </a:lnTo>
                  <a:lnTo>
                    <a:pt x="2361" y="744"/>
                  </a:lnTo>
                  <a:lnTo>
                    <a:pt x="2360" y="749"/>
                  </a:lnTo>
                  <a:lnTo>
                    <a:pt x="2357" y="757"/>
                  </a:lnTo>
                  <a:lnTo>
                    <a:pt x="2353" y="763"/>
                  </a:lnTo>
                  <a:lnTo>
                    <a:pt x="2348" y="770"/>
                  </a:lnTo>
                  <a:lnTo>
                    <a:pt x="2339" y="779"/>
                  </a:lnTo>
                  <a:lnTo>
                    <a:pt x="2327" y="788"/>
                  </a:lnTo>
                  <a:lnTo>
                    <a:pt x="2311" y="799"/>
                  </a:lnTo>
                  <a:lnTo>
                    <a:pt x="2298" y="806"/>
                  </a:lnTo>
                  <a:lnTo>
                    <a:pt x="2270" y="814"/>
                  </a:lnTo>
                  <a:lnTo>
                    <a:pt x="2232" y="824"/>
                  </a:lnTo>
                  <a:lnTo>
                    <a:pt x="2218" y="828"/>
                  </a:lnTo>
                  <a:lnTo>
                    <a:pt x="2211" y="827"/>
                  </a:lnTo>
                  <a:lnTo>
                    <a:pt x="2205" y="823"/>
                  </a:lnTo>
                  <a:lnTo>
                    <a:pt x="2197" y="818"/>
                  </a:lnTo>
                  <a:lnTo>
                    <a:pt x="2192" y="814"/>
                  </a:lnTo>
                  <a:lnTo>
                    <a:pt x="2188" y="811"/>
                  </a:lnTo>
                  <a:lnTo>
                    <a:pt x="2182" y="803"/>
                  </a:lnTo>
                  <a:lnTo>
                    <a:pt x="2179" y="797"/>
                  </a:lnTo>
                  <a:lnTo>
                    <a:pt x="2176" y="792"/>
                  </a:lnTo>
                  <a:lnTo>
                    <a:pt x="2174" y="786"/>
                  </a:lnTo>
                  <a:lnTo>
                    <a:pt x="2173" y="776"/>
                  </a:lnTo>
                  <a:lnTo>
                    <a:pt x="2174" y="768"/>
                  </a:lnTo>
                  <a:lnTo>
                    <a:pt x="2177" y="758"/>
                  </a:lnTo>
                  <a:lnTo>
                    <a:pt x="2185" y="744"/>
                  </a:lnTo>
                  <a:lnTo>
                    <a:pt x="2190" y="736"/>
                  </a:lnTo>
                  <a:lnTo>
                    <a:pt x="2197" y="726"/>
                  </a:lnTo>
                  <a:lnTo>
                    <a:pt x="2211" y="709"/>
                  </a:lnTo>
                  <a:lnTo>
                    <a:pt x="2209" y="701"/>
                  </a:lnTo>
                  <a:lnTo>
                    <a:pt x="2204" y="695"/>
                  </a:lnTo>
                  <a:lnTo>
                    <a:pt x="2196" y="689"/>
                  </a:lnTo>
                  <a:lnTo>
                    <a:pt x="2175" y="675"/>
                  </a:lnTo>
                  <a:lnTo>
                    <a:pt x="2164" y="667"/>
                  </a:lnTo>
                  <a:lnTo>
                    <a:pt x="2151" y="659"/>
                  </a:lnTo>
                  <a:lnTo>
                    <a:pt x="2145" y="656"/>
                  </a:lnTo>
                  <a:lnTo>
                    <a:pt x="2138" y="655"/>
                  </a:lnTo>
                  <a:lnTo>
                    <a:pt x="2131" y="657"/>
                  </a:lnTo>
                  <a:lnTo>
                    <a:pt x="2124" y="662"/>
                  </a:lnTo>
                  <a:lnTo>
                    <a:pt x="2120" y="666"/>
                  </a:lnTo>
                  <a:lnTo>
                    <a:pt x="2117" y="672"/>
                  </a:lnTo>
                  <a:lnTo>
                    <a:pt x="2114" y="683"/>
                  </a:lnTo>
                  <a:lnTo>
                    <a:pt x="2111" y="687"/>
                  </a:lnTo>
                  <a:lnTo>
                    <a:pt x="2106" y="693"/>
                  </a:lnTo>
                  <a:lnTo>
                    <a:pt x="2102" y="697"/>
                  </a:lnTo>
                  <a:lnTo>
                    <a:pt x="2086" y="711"/>
                  </a:lnTo>
                  <a:lnTo>
                    <a:pt x="1984" y="771"/>
                  </a:lnTo>
                  <a:lnTo>
                    <a:pt x="1933" y="774"/>
                  </a:lnTo>
                  <a:lnTo>
                    <a:pt x="1847" y="779"/>
                  </a:lnTo>
                  <a:lnTo>
                    <a:pt x="1798" y="769"/>
                  </a:lnTo>
                  <a:lnTo>
                    <a:pt x="1775" y="765"/>
                  </a:lnTo>
                  <a:lnTo>
                    <a:pt x="1759" y="761"/>
                  </a:lnTo>
                  <a:lnTo>
                    <a:pt x="1726" y="711"/>
                  </a:lnTo>
                  <a:lnTo>
                    <a:pt x="1720" y="695"/>
                  </a:lnTo>
                  <a:lnTo>
                    <a:pt x="1714" y="675"/>
                  </a:lnTo>
                  <a:lnTo>
                    <a:pt x="1711" y="660"/>
                  </a:lnTo>
                  <a:lnTo>
                    <a:pt x="1709" y="649"/>
                  </a:lnTo>
                  <a:lnTo>
                    <a:pt x="1703" y="641"/>
                  </a:lnTo>
                  <a:lnTo>
                    <a:pt x="1695" y="636"/>
                  </a:lnTo>
                  <a:lnTo>
                    <a:pt x="1688" y="632"/>
                  </a:lnTo>
                  <a:lnTo>
                    <a:pt x="1682" y="631"/>
                  </a:lnTo>
                  <a:lnTo>
                    <a:pt x="1676" y="630"/>
                  </a:lnTo>
                  <a:lnTo>
                    <a:pt x="1671" y="630"/>
                  </a:lnTo>
                  <a:lnTo>
                    <a:pt x="1665" y="630"/>
                  </a:lnTo>
                  <a:lnTo>
                    <a:pt x="1656" y="630"/>
                  </a:lnTo>
                  <a:lnTo>
                    <a:pt x="1621" y="633"/>
                  </a:lnTo>
                  <a:lnTo>
                    <a:pt x="1550" y="639"/>
                  </a:lnTo>
                  <a:lnTo>
                    <a:pt x="1526" y="643"/>
                  </a:lnTo>
                  <a:lnTo>
                    <a:pt x="1428" y="658"/>
                  </a:lnTo>
                  <a:lnTo>
                    <a:pt x="1320" y="678"/>
                  </a:lnTo>
                  <a:lnTo>
                    <a:pt x="1260" y="690"/>
                  </a:lnTo>
                  <a:lnTo>
                    <a:pt x="1208" y="699"/>
                  </a:lnTo>
                  <a:lnTo>
                    <a:pt x="1094" y="721"/>
                  </a:lnTo>
                  <a:lnTo>
                    <a:pt x="1030" y="732"/>
                  </a:lnTo>
                  <a:lnTo>
                    <a:pt x="996" y="739"/>
                  </a:lnTo>
                  <a:lnTo>
                    <a:pt x="958" y="744"/>
                  </a:lnTo>
                  <a:lnTo>
                    <a:pt x="738" y="778"/>
                  </a:lnTo>
                  <a:lnTo>
                    <a:pt x="574" y="803"/>
                  </a:lnTo>
                  <a:lnTo>
                    <a:pt x="500" y="813"/>
                  </a:lnTo>
                  <a:lnTo>
                    <a:pt x="443" y="980"/>
                  </a:lnTo>
                  <a:lnTo>
                    <a:pt x="439" y="992"/>
                  </a:lnTo>
                  <a:lnTo>
                    <a:pt x="421" y="997"/>
                  </a:lnTo>
                  <a:lnTo>
                    <a:pt x="304" y="1027"/>
                  </a:lnTo>
                  <a:lnTo>
                    <a:pt x="262" y="1060"/>
                  </a:lnTo>
                  <a:lnTo>
                    <a:pt x="186" y="1071"/>
                  </a:lnTo>
                  <a:lnTo>
                    <a:pt x="180" y="1072"/>
                  </a:lnTo>
                  <a:lnTo>
                    <a:pt x="173" y="1066"/>
                  </a:lnTo>
                  <a:lnTo>
                    <a:pt x="171" y="1060"/>
                  </a:lnTo>
                  <a:lnTo>
                    <a:pt x="168" y="1049"/>
                  </a:lnTo>
                  <a:lnTo>
                    <a:pt x="153" y="1025"/>
                  </a:lnTo>
                  <a:lnTo>
                    <a:pt x="149" y="1019"/>
                  </a:lnTo>
                  <a:lnTo>
                    <a:pt x="145" y="1015"/>
                  </a:lnTo>
                  <a:lnTo>
                    <a:pt x="141" y="1012"/>
                  </a:lnTo>
                  <a:lnTo>
                    <a:pt x="121" y="1002"/>
                  </a:lnTo>
                  <a:lnTo>
                    <a:pt x="78" y="982"/>
                  </a:lnTo>
                  <a:lnTo>
                    <a:pt x="73" y="979"/>
                  </a:lnTo>
                  <a:lnTo>
                    <a:pt x="65" y="974"/>
                  </a:lnTo>
                  <a:lnTo>
                    <a:pt x="57" y="969"/>
                  </a:lnTo>
                  <a:lnTo>
                    <a:pt x="52" y="966"/>
                  </a:lnTo>
                  <a:lnTo>
                    <a:pt x="45" y="963"/>
                  </a:lnTo>
                  <a:lnTo>
                    <a:pt x="37" y="961"/>
                  </a:lnTo>
                  <a:lnTo>
                    <a:pt x="32" y="958"/>
                  </a:lnTo>
                  <a:lnTo>
                    <a:pt x="27" y="955"/>
                  </a:lnTo>
                  <a:lnTo>
                    <a:pt x="23" y="952"/>
                  </a:lnTo>
                  <a:lnTo>
                    <a:pt x="17" y="948"/>
                  </a:lnTo>
                  <a:lnTo>
                    <a:pt x="9" y="942"/>
                  </a:lnTo>
                  <a:lnTo>
                    <a:pt x="5" y="938"/>
                  </a:lnTo>
                  <a:lnTo>
                    <a:pt x="3" y="932"/>
                  </a:lnTo>
                  <a:lnTo>
                    <a:pt x="1" y="924"/>
                  </a:lnTo>
                  <a:lnTo>
                    <a:pt x="0" y="910"/>
                  </a:lnTo>
                  <a:lnTo>
                    <a:pt x="0" y="904"/>
                  </a:lnTo>
                  <a:lnTo>
                    <a:pt x="1" y="897"/>
                  </a:lnTo>
                  <a:lnTo>
                    <a:pt x="4" y="887"/>
                  </a:lnTo>
                  <a:lnTo>
                    <a:pt x="9" y="877"/>
                  </a:lnTo>
                  <a:lnTo>
                    <a:pt x="116" y="754"/>
                  </a:lnTo>
                  <a:lnTo>
                    <a:pt x="132" y="735"/>
                  </a:lnTo>
                  <a:lnTo>
                    <a:pt x="182" y="685"/>
                  </a:lnTo>
                  <a:lnTo>
                    <a:pt x="242" y="626"/>
                  </a:lnTo>
                  <a:lnTo>
                    <a:pt x="244" y="618"/>
                  </a:lnTo>
                  <a:lnTo>
                    <a:pt x="275" y="523"/>
                  </a:lnTo>
                  <a:lnTo>
                    <a:pt x="371" y="442"/>
                  </a:lnTo>
                  <a:lnTo>
                    <a:pt x="379" y="437"/>
                  </a:lnTo>
                  <a:lnTo>
                    <a:pt x="393" y="426"/>
                  </a:lnTo>
                  <a:lnTo>
                    <a:pt x="399" y="420"/>
                  </a:lnTo>
                  <a:lnTo>
                    <a:pt x="405" y="416"/>
                  </a:lnTo>
                  <a:lnTo>
                    <a:pt x="412" y="413"/>
                  </a:lnTo>
                  <a:lnTo>
                    <a:pt x="418" y="410"/>
                  </a:lnTo>
                  <a:lnTo>
                    <a:pt x="433" y="397"/>
                  </a:lnTo>
                  <a:lnTo>
                    <a:pt x="439" y="393"/>
                  </a:lnTo>
                  <a:lnTo>
                    <a:pt x="446" y="388"/>
                  </a:lnTo>
                  <a:lnTo>
                    <a:pt x="453" y="385"/>
                  </a:lnTo>
                  <a:lnTo>
                    <a:pt x="459" y="384"/>
                  </a:lnTo>
                  <a:lnTo>
                    <a:pt x="464" y="382"/>
                  </a:lnTo>
                  <a:lnTo>
                    <a:pt x="472" y="380"/>
                  </a:lnTo>
                  <a:lnTo>
                    <a:pt x="478" y="377"/>
                  </a:lnTo>
                  <a:lnTo>
                    <a:pt x="487" y="373"/>
                  </a:lnTo>
                  <a:lnTo>
                    <a:pt x="492" y="371"/>
                  </a:lnTo>
                  <a:lnTo>
                    <a:pt x="497" y="369"/>
                  </a:lnTo>
                  <a:lnTo>
                    <a:pt x="503" y="367"/>
                  </a:lnTo>
                  <a:lnTo>
                    <a:pt x="531" y="355"/>
                  </a:lnTo>
                  <a:lnTo>
                    <a:pt x="577" y="335"/>
                  </a:lnTo>
                  <a:lnTo>
                    <a:pt x="780" y="246"/>
                  </a:lnTo>
                  <a:lnTo>
                    <a:pt x="832" y="224"/>
                  </a:lnTo>
                  <a:lnTo>
                    <a:pt x="858" y="213"/>
                  </a:lnTo>
                  <a:lnTo>
                    <a:pt x="885" y="200"/>
                  </a:lnTo>
                  <a:lnTo>
                    <a:pt x="1213" y="26"/>
                  </a:lnTo>
                  <a:lnTo>
                    <a:pt x="1233" y="16"/>
                  </a:lnTo>
                  <a:lnTo>
                    <a:pt x="1281" y="10"/>
                  </a:lnTo>
                  <a:lnTo>
                    <a:pt x="1299" y="8"/>
                  </a:lnTo>
                  <a:lnTo>
                    <a:pt x="1337" y="4"/>
                  </a:lnTo>
                  <a:lnTo>
                    <a:pt x="1353" y="2"/>
                  </a:lnTo>
                  <a:lnTo>
                    <a:pt x="1371" y="0"/>
                  </a:lnTo>
                  <a:lnTo>
                    <a:pt x="1549" y="27"/>
                  </a:lnTo>
                  <a:lnTo>
                    <a:pt x="1576" y="39"/>
                  </a:lnTo>
                  <a:lnTo>
                    <a:pt x="1636" y="65"/>
                  </a:lnTo>
                  <a:lnTo>
                    <a:pt x="1700" y="93"/>
                  </a:lnTo>
                  <a:lnTo>
                    <a:pt x="1782" y="131"/>
                  </a:lnTo>
                  <a:lnTo>
                    <a:pt x="1780" y="140"/>
                  </a:lnTo>
                  <a:lnTo>
                    <a:pt x="1820" y="217"/>
                  </a:lnTo>
                  <a:lnTo>
                    <a:pt x="1827" y="229"/>
                  </a:lnTo>
                  <a:lnTo>
                    <a:pt x="1843" y="260"/>
                  </a:lnTo>
                  <a:lnTo>
                    <a:pt x="1944" y="345"/>
                  </a:lnTo>
                  <a:lnTo>
                    <a:pt x="1959" y="357"/>
                  </a:lnTo>
                  <a:lnTo>
                    <a:pt x="1964" y="361"/>
                  </a:lnTo>
                  <a:lnTo>
                    <a:pt x="2027" y="420"/>
                  </a:lnTo>
                  <a:lnTo>
                    <a:pt x="2026" y="449"/>
                  </a:lnTo>
                  <a:lnTo>
                    <a:pt x="2025" y="471"/>
                  </a:lnTo>
                  <a:lnTo>
                    <a:pt x="2024" y="496"/>
                  </a:lnTo>
                  <a:lnTo>
                    <a:pt x="2073" y="535"/>
                  </a:lnTo>
                  <a:lnTo>
                    <a:pt x="2114" y="567"/>
                  </a:lnTo>
                  <a:lnTo>
                    <a:pt x="2119" y="573"/>
                  </a:lnTo>
                  <a:lnTo>
                    <a:pt x="2134" y="595"/>
                  </a:lnTo>
                  <a:lnTo>
                    <a:pt x="2140" y="603"/>
                  </a:lnTo>
                  <a:lnTo>
                    <a:pt x="2150" y="612"/>
                  </a:lnTo>
                  <a:lnTo>
                    <a:pt x="2157" y="618"/>
                  </a:lnTo>
                  <a:lnTo>
                    <a:pt x="2164" y="624"/>
                  </a:lnTo>
                  <a:lnTo>
                    <a:pt x="2163" y="631"/>
                  </a:lnTo>
                  <a:lnTo>
                    <a:pt x="2154" y="638"/>
                  </a:lnTo>
                  <a:lnTo>
                    <a:pt x="2159" y="647"/>
                  </a:lnTo>
                  <a:lnTo>
                    <a:pt x="2164" y="652"/>
                  </a:lnTo>
                  <a:lnTo>
                    <a:pt x="2175" y="66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l1516"/>
            <p:cNvSpPr/>
            <p:nvPr/>
          </p:nvSpPr>
          <p:spPr>
            <a:xfrm>
              <a:off x="4848936" y="4907247"/>
              <a:ext cx="938" cy="561"/>
            </a:xfrm>
            <a:custGeom>
              <a:avLst/>
              <a:pathLst>
                <a:path w="938" h="561">
                  <a:moveTo>
                    <a:pt x="784" y="57"/>
                  </a:moveTo>
                  <a:lnTo>
                    <a:pt x="776" y="65"/>
                  </a:lnTo>
                  <a:lnTo>
                    <a:pt x="764" y="73"/>
                  </a:lnTo>
                  <a:lnTo>
                    <a:pt x="753" y="78"/>
                  </a:lnTo>
                  <a:lnTo>
                    <a:pt x="739" y="84"/>
                  </a:lnTo>
                  <a:lnTo>
                    <a:pt x="732" y="87"/>
                  </a:lnTo>
                  <a:lnTo>
                    <a:pt x="727" y="92"/>
                  </a:lnTo>
                  <a:lnTo>
                    <a:pt x="723" y="99"/>
                  </a:lnTo>
                  <a:lnTo>
                    <a:pt x="719" y="109"/>
                  </a:lnTo>
                  <a:lnTo>
                    <a:pt x="713" y="125"/>
                  </a:lnTo>
                  <a:lnTo>
                    <a:pt x="711" y="134"/>
                  </a:lnTo>
                  <a:lnTo>
                    <a:pt x="709" y="142"/>
                  </a:lnTo>
                  <a:lnTo>
                    <a:pt x="707" y="151"/>
                  </a:lnTo>
                  <a:lnTo>
                    <a:pt x="706" y="159"/>
                  </a:lnTo>
                  <a:lnTo>
                    <a:pt x="710" y="166"/>
                  </a:lnTo>
                  <a:lnTo>
                    <a:pt x="715" y="175"/>
                  </a:lnTo>
                  <a:lnTo>
                    <a:pt x="719" y="184"/>
                  </a:lnTo>
                  <a:lnTo>
                    <a:pt x="720" y="192"/>
                  </a:lnTo>
                  <a:lnTo>
                    <a:pt x="720" y="198"/>
                  </a:lnTo>
                  <a:lnTo>
                    <a:pt x="717" y="204"/>
                  </a:lnTo>
                  <a:lnTo>
                    <a:pt x="715" y="209"/>
                  </a:lnTo>
                  <a:lnTo>
                    <a:pt x="710" y="216"/>
                  </a:lnTo>
                  <a:lnTo>
                    <a:pt x="705" y="224"/>
                  </a:lnTo>
                  <a:lnTo>
                    <a:pt x="699" y="230"/>
                  </a:lnTo>
                  <a:lnTo>
                    <a:pt x="694" y="235"/>
                  </a:lnTo>
                  <a:lnTo>
                    <a:pt x="689" y="243"/>
                  </a:lnTo>
                  <a:lnTo>
                    <a:pt x="685" y="250"/>
                  </a:lnTo>
                  <a:lnTo>
                    <a:pt x="683" y="255"/>
                  </a:lnTo>
                  <a:lnTo>
                    <a:pt x="685" y="263"/>
                  </a:lnTo>
                  <a:lnTo>
                    <a:pt x="705" y="284"/>
                  </a:lnTo>
                  <a:lnTo>
                    <a:pt x="714" y="293"/>
                  </a:lnTo>
                  <a:lnTo>
                    <a:pt x="733" y="300"/>
                  </a:lnTo>
                  <a:lnTo>
                    <a:pt x="740" y="317"/>
                  </a:lnTo>
                  <a:lnTo>
                    <a:pt x="745" y="331"/>
                  </a:lnTo>
                  <a:lnTo>
                    <a:pt x="747" y="354"/>
                  </a:lnTo>
                  <a:lnTo>
                    <a:pt x="748" y="366"/>
                  </a:lnTo>
                  <a:lnTo>
                    <a:pt x="748" y="378"/>
                  </a:lnTo>
                  <a:lnTo>
                    <a:pt x="760" y="382"/>
                  </a:lnTo>
                  <a:lnTo>
                    <a:pt x="784" y="389"/>
                  </a:lnTo>
                  <a:lnTo>
                    <a:pt x="801" y="394"/>
                  </a:lnTo>
                  <a:lnTo>
                    <a:pt x="839" y="411"/>
                  </a:lnTo>
                  <a:lnTo>
                    <a:pt x="902" y="456"/>
                  </a:lnTo>
                  <a:lnTo>
                    <a:pt x="921" y="471"/>
                  </a:lnTo>
                  <a:lnTo>
                    <a:pt x="938" y="532"/>
                  </a:lnTo>
                  <a:lnTo>
                    <a:pt x="938" y="542"/>
                  </a:lnTo>
                  <a:lnTo>
                    <a:pt x="933" y="550"/>
                  </a:lnTo>
                  <a:lnTo>
                    <a:pt x="911" y="561"/>
                  </a:lnTo>
                  <a:lnTo>
                    <a:pt x="863" y="560"/>
                  </a:lnTo>
                  <a:lnTo>
                    <a:pt x="850" y="559"/>
                  </a:lnTo>
                  <a:lnTo>
                    <a:pt x="812" y="539"/>
                  </a:lnTo>
                  <a:lnTo>
                    <a:pt x="802" y="530"/>
                  </a:lnTo>
                  <a:lnTo>
                    <a:pt x="754" y="487"/>
                  </a:lnTo>
                  <a:lnTo>
                    <a:pt x="744" y="474"/>
                  </a:lnTo>
                  <a:lnTo>
                    <a:pt x="694" y="392"/>
                  </a:lnTo>
                  <a:lnTo>
                    <a:pt x="693" y="387"/>
                  </a:lnTo>
                  <a:lnTo>
                    <a:pt x="637" y="349"/>
                  </a:lnTo>
                  <a:lnTo>
                    <a:pt x="594" y="318"/>
                  </a:lnTo>
                  <a:lnTo>
                    <a:pt x="562" y="303"/>
                  </a:lnTo>
                  <a:lnTo>
                    <a:pt x="516" y="294"/>
                  </a:lnTo>
                  <a:lnTo>
                    <a:pt x="481" y="294"/>
                  </a:lnTo>
                  <a:lnTo>
                    <a:pt x="441" y="299"/>
                  </a:lnTo>
                  <a:lnTo>
                    <a:pt x="412" y="306"/>
                  </a:lnTo>
                  <a:lnTo>
                    <a:pt x="409" y="318"/>
                  </a:lnTo>
                  <a:lnTo>
                    <a:pt x="408" y="325"/>
                  </a:lnTo>
                  <a:lnTo>
                    <a:pt x="408" y="337"/>
                  </a:lnTo>
                  <a:lnTo>
                    <a:pt x="409" y="348"/>
                  </a:lnTo>
                  <a:lnTo>
                    <a:pt x="415" y="352"/>
                  </a:lnTo>
                  <a:lnTo>
                    <a:pt x="421" y="354"/>
                  </a:lnTo>
                  <a:lnTo>
                    <a:pt x="426" y="355"/>
                  </a:lnTo>
                  <a:lnTo>
                    <a:pt x="431" y="359"/>
                  </a:lnTo>
                  <a:lnTo>
                    <a:pt x="432" y="368"/>
                  </a:lnTo>
                  <a:lnTo>
                    <a:pt x="430" y="376"/>
                  </a:lnTo>
                  <a:lnTo>
                    <a:pt x="425" y="382"/>
                  </a:lnTo>
                  <a:lnTo>
                    <a:pt x="386" y="413"/>
                  </a:lnTo>
                  <a:lnTo>
                    <a:pt x="380" y="417"/>
                  </a:lnTo>
                  <a:lnTo>
                    <a:pt x="373" y="418"/>
                  </a:lnTo>
                  <a:lnTo>
                    <a:pt x="367" y="419"/>
                  </a:lnTo>
                  <a:lnTo>
                    <a:pt x="361" y="419"/>
                  </a:lnTo>
                  <a:lnTo>
                    <a:pt x="355" y="418"/>
                  </a:lnTo>
                  <a:lnTo>
                    <a:pt x="350" y="417"/>
                  </a:lnTo>
                  <a:lnTo>
                    <a:pt x="343" y="415"/>
                  </a:lnTo>
                  <a:lnTo>
                    <a:pt x="336" y="359"/>
                  </a:lnTo>
                  <a:lnTo>
                    <a:pt x="335" y="350"/>
                  </a:lnTo>
                  <a:lnTo>
                    <a:pt x="333" y="341"/>
                  </a:lnTo>
                  <a:lnTo>
                    <a:pt x="329" y="332"/>
                  </a:lnTo>
                  <a:lnTo>
                    <a:pt x="321" y="328"/>
                  </a:lnTo>
                  <a:lnTo>
                    <a:pt x="314" y="326"/>
                  </a:lnTo>
                  <a:lnTo>
                    <a:pt x="308" y="326"/>
                  </a:lnTo>
                  <a:lnTo>
                    <a:pt x="301" y="325"/>
                  </a:lnTo>
                  <a:lnTo>
                    <a:pt x="293" y="325"/>
                  </a:lnTo>
                  <a:lnTo>
                    <a:pt x="287" y="325"/>
                  </a:lnTo>
                  <a:lnTo>
                    <a:pt x="282" y="325"/>
                  </a:lnTo>
                  <a:lnTo>
                    <a:pt x="277" y="326"/>
                  </a:lnTo>
                  <a:lnTo>
                    <a:pt x="271" y="326"/>
                  </a:lnTo>
                  <a:lnTo>
                    <a:pt x="266" y="327"/>
                  </a:lnTo>
                  <a:lnTo>
                    <a:pt x="259" y="328"/>
                  </a:lnTo>
                  <a:lnTo>
                    <a:pt x="251" y="331"/>
                  </a:lnTo>
                  <a:lnTo>
                    <a:pt x="243" y="335"/>
                  </a:lnTo>
                  <a:lnTo>
                    <a:pt x="219" y="370"/>
                  </a:lnTo>
                  <a:lnTo>
                    <a:pt x="206" y="391"/>
                  </a:lnTo>
                  <a:lnTo>
                    <a:pt x="209" y="399"/>
                  </a:lnTo>
                  <a:lnTo>
                    <a:pt x="212" y="407"/>
                  </a:lnTo>
                  <a:lnTo>
                    <a:pt x="214" y="413"/>
                  </a:lnTo>
                  <a:lnTo>
                    <a:pt x="213" y="420"/>
                  </a:lnTo>
                  <a:lnTo>
                    <a:pt x="209" y="427"/>
                  </a:lnTo>
                  <a:lnTo>
                    <a:pt x="205" y="430"/>
                  </a:lnTo>
                  <a:lnTo>
                    <a:pt x="201" y="434"/>
                  </a:lnTo>
                  <a:lnTo>
                    <a:pt x="195" y="436"/>
                  </a:lnTo>
                  <a:lnTo>
                    <a:pt x="189" y="434"/>
                  </a:lnTo>
                  <a:lnTo>
                    <a:pt x="184" y="430"/>
                  </a:lnTo>
                  <a:lnTo>
                    <a:pt x="100" y="375"/>
                  </a:lnTo>
                  <a:lnTo>
                    <a:pt x="91" y="371"/>
                  </a:lnTo>
                  <a:lnTo>
                    <a:pt x="69" y="363"/>
                  </a:lnTo>
                  <a:lnTo>
                    <a:pt x="58" y="359"/>
                  </a:lnTo>
                  <a:lnTo>
                    <a:pt x="41" y="349"/>
                  </a:lnTo>
                  <a:lnTo>
                    <a:pt x="29" y="338"/>
                  </a:lnTo>
                  <a:lnTo>
                    <a:pt x="16" y="325"/>
                  </a:lnTo>
                  <a:lnTo>
                    <a:pt x="2" y="308"/>
                  </a:lnTo>
                  <a:lnTo>
                    <a:pt x="0" y="295"/>
                  </a:lnTo>
                  <a:lnTo>
                    <a:pt x="1" y="274"/>
                  </a:lnTo>
                  <a:lnTo>
                    <a:pt x="10" y="254"/>
                  </a:lnTo>
                  <a:lnTo>
                    <a:pt x="25" y="230"/>
                  </a:lnTo>
                  <a:lnTo>
                    <a:pt x="35" y="220"/>
                  </a:lnTo>
                  <a:lnTo>
                    <a:pt x="104" y="189"/>
                  </a:lnTo>
                  <a:lnTo>
                    <a:pt x="119" y="182"/>
                  </a:lnTo>
                  <a:lnTo>
                    <a:pt x="146" y="170"/>
                  </a:lnTo>
                  <a:lnTo>
                    <a:pt x="207" y="142"/>
                  </a:lnTo>
                  <a:lnTo>
                    <a:pt x="249" y="123"/>
                  </a:lnTo>
                  <a:lnTo>
                    <a:pt x="261" y="118"/>
                  </a:lnTo>
                  <a:lnTo>
                    <a:pt x="264" y="111"/>
                  </a:lnTo>
                  <a:lnTo>
                    <a:pt x="267" y="99"/>
                  </a:lnTo>
                  <a:lnTo>
                    <a:pt x="270" y="89"/>
                  </a:lnTo>
                  <a:lnTo>
                    <a:pt x="275" y="80"/>
                  </a:lnTo>
                  <a:lnTo>
                    <a:pt x="281" y="74"/>
                  </a:lnTo>
                  <a:lnTo>
                    <a:pt x="285" y="71"/>
                  </a:lnTo>
                  <a:lnTo>
                    <a:pt x="291" y="69"/>
                  </a:lnTo>
                  <a:lnTo>
                    <a:pt x="296" y="68"/>
                  </a:lnTo>
                  <a:lnTo>
                    <a:pt x="303" y="67"/>
                  </a:lnTo>
                  <a:lnTo>
                    <a:pt x="317" y="68"/>
                  </a:lnTo>
                  <a:lnTo>
                    <a:pt x="328" y="69"/>
                  </a:lnTo>
                  <a:lnTo>
                    <a:pt x="341" y="73"/>
                  </a:lnTo>
                  <a:lnTo>
                    <a:pt x="346" y="75"/>
                  </a:lnTo>
                  <a:lnTo>
                    <a:pt x="360" y="79"/>
                  </a:lnTo>
                  <a:lnTo>
                    <a:pt x="374" y="81"/>
                  </a:lnTo>
                  <a:lnTo>
                    <a:pt x="389" y="81"/>
                  </a:lnTo>
                  <a:lnTo>
                    <a:pt x="396" y="79"/>
                  </a:lnTo>
                  <a:lnTo>
                    <a:pt x="411" y="74"/>
                  </a:lnTo>
                  <a:lnTo>
                    <a:pt x="425" y="70"/>
                  </a:lnTo>
                  <a:lnTo>
                    <a:pt x="440" y="64"/>
                  </a:lnTo>
                  <a:lnTo>
                    <a:pt x="450" y="58"/>
                  </a:lnTo>
                  <a:lnTo>
                    <a:pt x="460" y="49"/>
                  </a:lnTo>
                  <a:lnTo>
                    <a:pt x="466" y="41"/>
                  </a:lnTo>
                  <a:lnTo>
                    <a:pt x="471" y="27"/>
                  </a:lnTo>
                  <a:lnTo>
                    <a:pt x="477" y="21"/>
                  </a:lnTo>
                  <a:lnTo>
                    <a:pt x="523" y="9"/>
                  </a:lnTo>
                  <a:lnTo>
                    <a:pt x="561" y="1"/>
                  </a:lnTo>
                  <a:lnTo>
                    <a:pt x="571" y="0"/>
                  </a:lnTo>
                  <a:lnTo>
                    <a:pt x="576" y="10"/>
                  </a:lnTo>
                  <a:lnTo>
                    <a:pt x="582" y="34"/>
                  </a:lnTo>
                  <a:lnTo>
                    <a:pt x="617" y="33"/>
                  </a:lnTo>
                  <a:lnTo>
                    <a:pt x="636" y="33"/>
                  </a:lnTo>
                  <a:lnTo>
                    <a:pt x="658" y="37"/>
                  </a:lnTo>
                  <a:lnTo>
                    <a:pt x="674" y="40"/>
                  </a:lnTo>
                  <a:lnTo>
                    <a:pt x="681" y="39"/>
                  </a:lnTo>
                  <a:lnTo>
                    <a:pt x="688" y="36"/>
                  </a:lnTo>
                  <a:lnTo>
                    <a:pt x="692" y="31"/>
                  </a:lnTo>
                  <a:lnTo>
                    <a:pt x="696" y="26"/>
                  </a:lnTo>
                  <a:lnTo>
                    <a:pt x="703" y="20"/>
                  </a:lnTo>
                  <a:lnTo>
                    <a:pt x="710" y="14"/>
                  </a:lnTo>
                  <a:lnTo>
                    <a:pt x="722" y="10"/>
                  </a:lnTo>
                  <a:lnTo>
                    <a:pt x="733" y="8"/>
                  </a:lnTo>
                  <a:lnTo>
                    <a:pt x="743" y="9"/>
                  </a:lnTo>
                  <a:lnTo>
                    <a:pt x="755" y="11"/>
                  </a:lnTo>
                  <a:lnTo>
                    <a:pt x="762" y="13"/>
                  </a:lnTo>
                  <a:lnTo>
                    <a:pt x="779" y="19"/>
                  </a:lnTo>
                  <a:lnTo>
                    <a:pt x="789" y="26"/>
                  </a:lnTo>
                  <a:lnTo>
                    <a:pt x="791" y="33"/>
                  </a:lnTo>
                  <a:lnTo>
                    <a:pt x="790" y="42"/>
                  </a:lnTo>
                  <a:lnTo>
                    <a:pt x="788" y="49"/>
                  </a:lnTo>
                  <a:lnTo>
                    <a:pt x="784" y="5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l1517"/>
            <p:cNvSpPr/>
            <p:nvPr/>
          </p:nvSpPr>
          <p:spPr>
            <a:xfrm>
              <a:off x="4874199" y="4904185"/>
              <a:ext cx="669" cy="739"/>
            </a:xfrm>
            <a:custGeom>
              <a:avLst/>
              <a:pathLst>
                <a:path w="669" h="739">
                  <a:moveTo>
                    <a:pt x="82" y="302"/>
                  </a:moveTo>
                  <a:lnTo>
                    <a:pt x="430" y="729"/>
                  </a:lnTo>
                  <a:lnTo>
                    <a:pt x="624" y="739"/>
                  </a:lnTo>
                  <a:lnTo>
                    <a:pt x="669" y="666"/>
                  </a:lnTo>
                  <a:lnTo>
                    <a:pt x="568" y="427"/>
                  </a:lnTo>
                  <a:lnTo>
                    <a:pt x="247" y="41"/>
                  </a:lnTo>
                  <a:lnTo>
                    <a:pt x="100" y="0"/>
                  </a:lnTo>
                  <a:lnTo>
                    <a:pt x="9" y="31"/>
                  </a:lnTo>
                  <a:lnTo>
                    <a:pt x="0" y="166"/>
                  </a:lnTo>
                  <a:lnTo>
                    <a:pt x="82" y="30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l1518"/>
            <p:cNvSpPr/>
            <p:nvPr/>
          </p:nvSpPr>
          <p:spPr>
            <a:xfrm>
              <a:off x="4697680" y="4874404"/>
              <a:ext cx="346" cy="651"/>
            </a:xfrm>
            <a:custGeom>
              <a:avLst/>
              <a:pathLst>
                <a:path w="346" h="651">
                  <a:moveTo>
                    <a:pt x="57" y="651"/>
                  </a:moveTo>
                  <a:lnTo>
                    <a:pt x="45" y="651"/>
                  </a:lnTo>
                  <a:lnTo>
                    <a:pt x="21" y="637"/>
                  </a:lnTo>
                  <a:lnTo>
                    <a:pt x="1" y="602"/>
                  </a:lnTo>
                  <a:lnTo>
                    <a:pt x="0" y="503"/>
                  </a:lnTo>
                  <a:lnTo>
                    <a:pt x="101" y="215"/>
                  </a:lnTo>
                  <a:lnTo>
                    <a:pt x="120" y="161"/>
                  </a:lnTo>
                  <a:lnTo>
                    <a:pt x="158" y="96"/>
                  </a:lnTo>
                  <a:lnTo>
                    <a:pt x="169" y="60"/>
                  </a:lnTo>
                  <a:lnTo>
                    <a:pt x="226" y="0"/>
                  </a:lnTo>
                  <a:lnTo>
                    <a:pt x="284" y="92"/>
                  </a:lnTo>
                  <a:lnTo>
                    <a:pt x="304" y="170"/>
                  </a:lnTo>
                  <a:lnTo>
                    <a:pt x="321" y="251"/>
                  </a:lnTo>
                  <a:lnTo>
                    <a:pt x="346" y="429"/>
                  </a:lnTo>
                  <a:lnTo>
                    <a:pt x="248" y="594"/>
                  </a:lnTo>
                  <a:lnTo>
                    <a:pt x="223" y="618"/>
                  </a:lnTo>
                  <a:lnTo>
                    <a:pt x="57" y="65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l1519"/>
            <p:cNvSpPr/>
            <p:nvPr/>
          </p:nvSpPr>
          <p:spPr>
            <a:xfrm>
              <a:off x="4872235" y="4900061"/>
              <a:ext cx="752" cy="831"/>
            </a:xfrm>
            <a:custGeom>
              <a:avLst/>
              <a:pathLst>
                <a:path w="752" h="831">
                  <a:moveTo>
                    <a:pt x="394" y="92"/>
                  </a:moveTo>
                  <a:lnTo>
                    <a:pt x="64" y="342"/>
                  </a:lnTo>
                  <a:lnTo>
                    <a:pt x="0" y="550"/>
                  </a:lnTo>
                  <a:lnTo>
                    <a:pt x="9" y="727"/>
                  </a:lnTo>
                  <a:lnTo>
                    <a:pt x="100" y="831"/>
                  </a:lnTo>
                  <a:lnTo>
                    <a:pt x="302" y="790"/>
                  </a:lnTo>
                  <a:lnTo>
                    <a:pt x="651" y="394"/>
                  </a:lnTo>
                  <a:lnTo>
                    <a:pt x="752" y="144"/>
                  </a:lnTo>
                  <a:lnTo>
                    <a:pt x="734" y="39"/>
                  </a:lnTo>
                  <a:lnTo>
                    <a:pt x="607" y="0"/>
                  </a:lnTo>
                  <a:lnTo>
                    <a:pt x="394" y="9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l1520"/>
            <p:cNvSpPr/>
            <p:nvPr/>
          </p:nvSpPr>
          <p:spPr>
            <a:xfrm>
              <a:off x="4873482" y="4899132"/>
              <a:ext cx="400" cy="349"/>
            </a:xfrm>
            <a:custGeom>
              <a:avLst/>
              <a:pathLst>
                <a:path w="400" h="349">
                  <a:moveTo>
                    <a:pt x="0" y="291"/>
                  </a:moveTo>
                  <a:lnTo>
                    <a:pt x="29" y="349"/>
                  </a:lnTo>
                  <a:lnTo>
                    <a:pt x="142" y="349"/>
                  </a:lnTo>
                  <a:lnTo>
                    <a:pt x="280" y="294"/>
                  </a:lnTo>
                  <a:lnTo>
                    <a:pt x="348" y="233"/>
                  </a:lnTo>
                  <a:lnTo>
                    <a:pt x="400" y="134"/>
                  </a:lnTo>
                  <a:lnTo>
                    <a:pt x="358" y="55"/>
                  </a:lnTo>
                  <a:lnTo>
                    <a:pt x="302" y="24"/>
                  </a:lnTo>
                  <a:lnTo>
                    <a:pt x="221" y="0"/>
                  </a:lnTo>
                  <a:lnTo>
                    <a:pt x="120" y="15"/>
                  </a:lnTo>
                  <a:lnTo>
                    <a:pt x="50" y="67"/>
                  </a:lnTo>
                  <a:lnTo>
                    <a:pt x="7" y="153"/>
                  </a:lnTo>
                  <a:lnTo>
                    <a:pt x="0" y="29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l1521"/>
            <p:cNvSpPr/>
            <p:nvPr/>
          </p:nvSpPr>
          <p:spPr>
            <a:xfrm>
              <a:off x="4875196" y="4899184"/>
              <a:ext cx="16" cy="11"/>
            </a:xfrm>
            <a:custGeom>
              <a:avLst/>
              <a:pathLst>
                <a:path w="16" h="11">
                  <a:moveTo>
                    <a:pt x="9" y="8"/>
                  </a:moveTo>
                  <a:lnTo>
                    <a:pt x="0" y="11"/>
                  </a:lnTo>
                  <a:lnTo>
                    <a:pt x="16" y="0"/>
                  </a:lnTo>
                  <a:lnTo>
                    <a:pt x="9" y="8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l1522"/>
            <p:cNvSpPr/>
            <p:nvPr/>
          </p:nvSpPr>
          <p:spPr>
            <a:xfrm>
              <a:off x="4871580" y="4896859"/>
              <a:ext cx="2999" cy="3145"/>
            </a:xfrm>
            <a:custGeom>
              <a:avLst/>
              <a:pathLst>
                <a:path w="2999" h="3145">
                  <a:moveTo>
                    <a:pt x="1284" y="1119"/>
                  </a:moveTo>
                  <a:lnTo>
                    <a:pt x="1268" y="1127"/>
                  </a:lnTo>
                  <a:lnTo>
                    <a:pt x="1243" y="1131"/>
                  </a:lnTo>
                  <a:lnTo>
                    <a:pt x="1232" y="1128"/>
                  </a:lnTo>
                  <a:lnTo>
                    <a:pt x="1209" y="1117"/>
                  </a:lnTo>
                  <a:lnTo>
                    <a:pt x="1193" y="1116"/>
                  </a:lnTo>
                  <a:lnTo>
                    <a:pt x="1131" y="1120"/>
                  </a:lnTo>
                  <a:lnTo>
                    <a:pt x="1085" y="1127"/>
                  </a:lnTo>
                  <a:lnTo>
                    <a:pt x="1060" y="1135"/>
                  </a:lnTo>
                  <a:lnTo>
                    <a:pt x="1049" y="1136"/>
                  </a:lnTo>
                  <a:lnTo>
                    <a:pt x="1045" y="1127"/>
                  </a:lnTo>
                  <a:lnTo>
                    <a:pt x="1041" y="1121"/>
                  </a:lnTo>
                  <a:lnTo>
                    <a:pt x="995" y="1120"/>
                  </a:lnTo>
                  <a:lnTo>
                    <a:pt x="961" y="1117"/>
                  </a:lnTo>
                  <a:lnTo>
                    <a:pt x="937" y="1114"/>
                  </a:lnTo>
                  <a:lnTo>
                    <a:pt x="903" y="1109"/>
                  </a:lnTo>
                  <a:lnTo>
                    <a:pt x="858" y="1104"/>
                  </a:lnTo>
                  <a:lnTo>
                    <a:pt x="816" y="1097"/>
                  </a:lnTo>
                  <a:lnTo>
                    <a:pt x="806" y="1095"/>
                  </a:lnTo>
                  <a:lnTo>
                    <a:pt x="787" y="1092"/>
                  </a:lnTo>
                  <a:lnTo>
                    <a:pt x="770" y="1086"/>
                  </a:lnTo>
                  <a:lnTo>
                    <a:pt x="754" y="1080"/>
                  </a:lnTo>
                  <a:lnTo>
                    <a:pt x="742" y="1071"/>
                  </a:lnTo>
                  <a:lnTo>
                    <a:pt x="730" y="1054"/>
                  </a:lnTo>
                  <a:lnTo>
                    <a:pt x="719" y="1037"/>
                  </a:lnTo>
                  <a:lnTo>
                    <a:pt x="712" y="1029"/>
                  </a:lnTo>
                  <a:lnTo>
                    <a:pt x="702" y="1024"/>
                  </a:lnTo>
                  <a:lnTo>
                    <a:pt x="676" y="1022"/>
                  </a:lnTo>
                  <a:lnTo>
                    <a:pt x="638" y="1025"/>
                  </a:lnTo>
                  <a:lnTo>
                    <a:pt x="547" y="1053"/>
                  </a:lnTo>
                  <a:lnTo>
                    <a:pt x="512" y="1068"/>
                  </a:lnTo>
                  <a:lnTo>
                    <a:pt x="486" y="1080"/>
                  </a:lnTo>
                  <a:lnTo>
                    <a:pt x="476" y="1087"/>
                  </a:lnTo>
                  <a:lnTo>
                    <a:pt x="467" y="1098"/>
                  </a:lnTo>
                  <a:lnTo>
                    <a:pt x="459" y="1104"/>
                  </a:lnTo>
                  <a:lnTo>
                    <a:pt x="450" y="1108"/>
                  </a:lnTo>
                  <a:lnTo>
                    <a:pt x="456" y="1112"/>
                  </a:lnTo>
                  <a:lnTo>
                    <a:pt x="475" y="1120"/>
                  </a:lnTo>
                  <a:lnTo>
                    <a:pt x="480" y="1123"/>
                  </a:lnTo>
                  <a:lnTo>
                    <a:pt x="486" y="1129"/>
                  </a:lnTo>
                  <a:lnTo>
                    <a:pt x="490" y="1142"/>
                  </a:lnTo>
                  <a:lnTo>
                    <a:pt x="493" y="1157"/>
                  </a:lnTo>
                  <a:lnTo>
                    <a:pt x="491" y="1188"/>
                  </a:lnTo>
                  <a:lnTo>
                    <a:pt x="489" y="1199"/>
                  </a:lnTo>
                  <a:lnTo>
                    <a:pt x="477" y="1235"/>
                  </a:lnTo>
                  <a:lnTo>
                    <a:pt x="474" y="1239"/>
                  </a:lnTo>
                  <a:lnTo>
                    <a:pt x="465" y="1251"/>
                  </a:lnTo>
                  <a:lnTo>
                    <a:pt x="455" y="1263"/>
                  </a:lnTo>
                  <a:lnTo>
                    <a:pt x="444" y="1270"/>
                  </a:lnTo>
                  <a:lnTo>
                    <a:pt x="436" y="1270"/>
                  </a:lnTo>
                  <a:lnTo>
                    <a:pt x="424" y="1277"/>
                  </a:lnTo>
                  <a:lnTo>
                    <a:pt x="413" y="1279"/>
                  </a:lnTo>
                  <a:lnTo>
                    <a:pt x="401" y="1282"/>
                  </a:lnTo>
                  <a:lnTo>
                    <a:pt x="390" y="1284"/>
                  </a:lnTo>
                  <a:lnTo>
                    <a:pt x="380" y="1284"/>
                  </a:lnTo>
                  <a:lnTo>
                    <a:pt x="366" y="1292"/>
                  </a:lnTo>
                  <a:lnTo>
                    <a:pt x="355" y="1292"/>
                  </a:lnTo>
                  <a:lnTo>
                    <a:pt x="342" y="1295"/>
                  </a:lnTo>
                  <a:lnTo>
                    <a:pt x="322" y="1295"/>
                  </a:lnTo>
                  <a:lnTo>
                    <a:pt x="306" y="1293"/>
                  </a:lnTo>
                  <a:lnTo>
                    <a:pt x="287" y="1293"/>
                  </a:lnTo>
                  <a:lnTo>
                    <a:pt x="265" y="1293"/>
                  </a:lnTo>
                  <a:lnTo>
                    <a:pt x="253" y="1297"/>
                  </a:lnTo>
                  <a:lnTo>
                    <a:pt x="235" y="1296"/>
                  </a:lnTo>
                  <a:lnTo>
                    <a:pt x="228" y="1300"/>
                  </a:lnTo>
                  <a:lnTo>
                    <a:pt x="219" y="1306"/>
                  </a:lnTo>
                  <a:lnTo>
                    <a:pt x="214" y="1309"/>
                  </a:lnTo>
                  <a:lnTo>
                    <a:pt x="208" y="1316"/>
                  </a:lnTo>
                  <a:lnTo>
                    <a:pt x="204" y="1319"/>
                  </a:lnTo>
                  <a:lnTo>
                    <a:pt x="196" y="1326"/>
                  </a:lnTo>
                  <a:lnTo>
                    <a:pt x="191" y="1331"/>
                  </a:lnTo>
                  <a:lnTo>
                    <a:pt x="184" y="1339"/>
                  </a:lnTo>
                  <a:lnTo>
                    <a:pt x="174" y="1347"/>
                  </a:lnTo>
                  <a:lnTo>
                    <a:pt x="163" y="1358"/>
                  </a:lnTo>
                  <a:lnTo>
                    <a:pt x="155" y="1365"/>
                  </a:lnTo>
                  <a:lnTo>
                    <a:pt x="146" y="1371"/>
                  </a:lnTo>
                  <a:lnTo>
                    <a:pt x="132" y="1383"/>
                  </a:lnTo>
                  <a:lnTo>
                    <a:pt x="119" y="1386"/>
                  </a:lnTo>
                  <a:lnTo>
                    <a:pt x="109" y="1390"/>
                  </a:lnTo>
                  <a:lnTo>
                    <a:pt x="97" y="1401"/>
                  </a:lnTo>
                  <a:lnTo>
                    <a:pt x="86" y="1409"/>
                  </a:lnTo>
                  <a:lnTo>
                    <a:pt x="77" y="1414"/>
                  </a:lnTo>
                  <a:lnTo>
                    <a:pt x="72" y="1418"/>
                  </a:lnTo>
                  <a:lnTo>
                    <a:pt x="66" y="1426"/>
                  </a:lnTo>
                  <a:lnTo>
                    <a:pt x="62" y="1436"/>
                  </a:lnTo>
                  <a:lnTo>
                    <a:pt x="58" y="1442"/>
                  </a:lnTo>
                  <a:lnTo>
                    <a:pt x="56" y="1454"/>
                  </a:lnTo>
                  <a:lnTo>
                    <a:pt x="58" y="1467"/>
                  </a:lnTo>
                  <a:lnTo>
                    <a:pt x="62" y="1478"/>
                  </a:lnTo>
                  <a:lnTo>
                    <a:pt x="65" y="1488"/>
                  </a:lnTo>
                  <a:lnTo>
                    <a:pt x="74" y="1502"/>
                  </a:lnTo>
                  <a:lnTo>
                    <a:pt x="80" y="1506"/>
                  </a:lnTo>
                  <a:lnTo>
                    <a:pt x="86" y="1507"/>
                  </a:lnTo>
                  <a:lnTo>
                    <a:pt x="92" y="1511"/>
                  </a:lnTo>
                  <a:lnTo>
                    <a:pt x="93" y="1518"/>
                  </a:lnTo>
                  <a:lnTo>
                    <a:pt x="100" y="1525"/>
                  </a:lnTo>
                  <a:lnTo>
                    <a:pt x="114" y="1536"/>
                  </a:lnTo>
                  <a:lnTo>
                    <a:pt x="121" y="1543"/>
                  </a:lnTo>
                  <a:lnTo>
                    <a:pt x="138" y="1569"/>
                  </a:lnTo>
                  <a:lnTo>
                    <a:pt x="143" y="1577"/>
                  </a:lnTo>
                  <a:lnTo>
                    <a:pt x="146" y="1584"/>
                  </a:lnTo>
                  <a:lnTo>
                    <a:pt x="152" y="1598"/>
                  </a:lnTo>
                  <a:lnTo>
                    <a:pt x="155" y="1607"/>
                  </a:lnTo>
                  <a:lnTo>
                    <a:pt x="158" y="1619"/>
                  </a:lnTo>
                  <a:lnTo>
                    <a:pt x="158" y="1638"/>
                  </a:lnTo>
                  <a:lnTo>
                    <a:pt x="159" y="1682"/>
                  </a:lnTo>
                  <a:lnTo>
                    <a:pt x="159" y="1696"/>
                  </a:lnTo>
                  <a:lnTo>
                    <a:pt x="160" y="1712"/>
                  </a:lnTo>
                  <a:lnTo>
                    <a:pt x="157" y="1731"/>
                  </a:lnTo>
                  <a:lnTo>
                    <a:pt x="153" y="1752"/>
                  </a:lnTo>
                  <a:lnTo>
                    <a:pt x="149" y="1771"/>
                  </a:lnTo>
                  <a:lnTo>
                    <a:pt x="144" y="1788"/>
                  </a:lnTo>
                  <a:lnTo>
                    <a:pt x="139" y="1801"/>
                  </a:lnTo>
                  <a:lnTo>
                    <a:pt x="135" y="1816"/>
                  </a:lnTo>
                  <a:lnTo>
                    <a:pt x="110" y="1908"/>
                  </a:lnTo>
                  <a:lnTo>
                    <a:pt x="101" y="1938"/>
                  </a:lnTo>
                  <a:lnTo>
                    <a:pt x="102" y="1966"/>
                  </a:lnTo>
                  <a:lnTo>
                    <a:pt x="106" y="1993"/>
                  </a:lnTo>
                  <a:lnTo>
                    <a:pt x="108" y="2008"/>
                  </a:lnTo>
                  <a:lnTo>
                    <a:pt x="102" y="2032"/>
                  </a:lnTo>
                  <a:lnTo>
                    <a:pt x="89" y="2055"/>
                  </a:lnTo>
                  <a:lnTo>
                    <a:pt x="75" y="2066"/>
                  </a:lnTo>
                  <a:lnTo>
                    <a:pt x="60" y="2080"/>
                  </a:lnTo>
                  <a:lnTo>
                    <a:pt x="52" y="2093"/>
                  </a:lnTo>
                  <a:lnTo>
                    <a:pt x="46" y="2102"/>
                  </a:lnTo>
                  <a:lnTo>
                    <a:pt x="42" y="2114"/>
                  </a:lnTo>
                  <a:lnTo>
                    <a:pt x="43" y="2127"/>
                  </a:lnTo>
                  <a:lnTo>
                    <a:pt x="44" y="2140"/>
                  </a:lnTo>
                  <a:lnTo>
                    <a:pt x="51" y="2158"/>
                  </a:lnTo>
                  <a:lnTo>
                    <a:pt x="65" y="2185"/>
                  </a:lnTo>
                  <a:lnTo>
                    <a:pt x="77" y="2199"/>
                  </a:lnTo>
                  <a:lnTo>
                    <a:pt x="89" y="2213"/>
                  </a:lnTo>
                  <a:lnTo>
                    <a:pt x="99" y="2223"/>
                  </a:lnTo>
                  <a:lnTo>
                    <a:pt x="116" y="2235"/>
                  </a:lnTo>
                  <a:lnTo>
                    <a:pt x="129" y="2243"/>
                  </a:lnTo>
                  <a:lnTo>
                    <a:pt x="140" y="2249"/>
                  </a:lnTo>
                  <a:lnTo>
                    <a:pt x="154" y="2255"/>
                  </a:lnTo>
                  <a:lnTo>
                    <a:pt x="167" y="2257"/>
                  </a:lnTo>
                  <a:lnTo>
                    <a:pt x="175" y="2257"/>
                  </a:lnTo>
                  <a:lnTo>
                    <a:pt x="188" y="2255"/>
                  </a:lnTo>
                  <a:lnTo>
                    <a:pt x="211" y="2245"/>
                  </a:lnTo>
                  <a:lnTo>
                    <a:pt x="217" y="2242"/>
                  </a:lnTo>
                  <a:lnTo>
                    <a:pt x="246" y="2235"/>
                  </a:lnTo>
                  <a:lnTo>
                    <a:pt x="265" y="2230"/>
                  </a:lnTo>
                  <a:lnTo>
                    <a:pt x="281" y="2228"/>
                  </a:lnTo>
                  <a:lnTo>
                    <a:pt x="286" y="2227"/>
                  </a:lnTo>
                  <a:lnTo>
                    <a:pt x="300" y="2227"/>
                  </a:lnTo>
                  <a:lnTo>
                    <a:pt x="344" y="2231"/>
                  </a:lnTo>
                  <a:lnTo>
                    <a:pt x="352" y="2232"/>
                  </a:lnTo>
                  <a:lnTo>
                    <a:pt x="368" y="2237"/>
                  </a:lnTo>
                  <a:lnTo>
                    <a:pt x="388" y="2242"/>
                  </a:lnTo>
                  <a:lnTo>
                    <a:pt x="399" y="2247"/>
                  </a:lnTo>
                  <a:lnTo>
                    <a:pt x="475" y="2281"/>
                  </a:lnTo>
                  <a:lnTo>
                    <a:pt x="497" y="2293"/>
                  </a:lnTo>
                  <a:lnTo>
                    <a:pt x="505" y="2296"/>
                  </a:lnTo>
                  <a:lnTo>
                    <a:pt x="511" y="2299"/>
                  </a:lnTo>
                  <a:lnTo>
                    <a:pt x="568" y="2333"/>
                  </a:lnTo>
                  <a:lnTo>
                    <a:pt x="573" y="2345"/>
                  </a:lnTo>
                  <a:lnTo>
                    <a:pt x="577" y="2355"/>
                  </a:lnTo>
                  <a:lnTo>
                    <a:pt x="578" y="2369"/>
                  </a:lnTo>
                  <a:lnTo>
                    <a:pt x="573" y="2382"/>
                  </a:lnTo>
                  <a:lnTo>
                    <a:pt x="563" y="2397"/>
                  </a:lnTo>
                  <a:lnTo>
                    <a:pt x="547" y="2411"/>
                  </a:lnTo>
                  <a:lnTo>
                    <a:pt x="535" y="2418"/>
                  </a:lnTo>
                  <a:lnTo>
                    <a:pt x="523" y="2422"/>
                  </a:lnTo>
                  <a:lnTo>
                    <a:pt x="503" y="2428"/>
                  </a:lnTo>
                  <a:lnTo>
                    <a:pt x="481" y="2433"/>
                  </a:lnTo>
                  <a:lnTo>
                    <a:pt x="445" y="2452"/>
                  </a:lnTo>
                  <a:lnTo>
                    <a:pt x="418" y="2463"/>
                  </a:lnTo>
                  <a:lnTo>
                    <a:pt x="407" y="2469"/>
                  </a:lnTo>
                  <a:lnTo>
                    <a:pt x="371" y="2496"/>
                  </a:lnTo>
                  <a:lnTo>
                    <a:pt x="356" y="2514"/>
                  </a:lnTo>
                  <a:lnTo>
                    <a:pt x="343" y="2528"/>
                  </a:lnTo>
                  <a:lnTo>
                    <a:pt x="330" y="2543"/>
                  </a:lnTo>
                  <a:lnTo>
                    <a:pt x="241" y="2629"/>
                  </a:lnTo>
                  <a:lnTo>
                    <a:pt x="224" y="2639"/>
                  </a:lnTo>
                  <a:lnTo>
                    <a:pt x="211" y="2648"/>
                  </a:lnTo>
                  <a:lnTo>
                    <a:pt x="187" y="2665"/>
                  </a:lnTo>
                  <a:lnTo>
                    <a:pt x="175" y="2674"/>
                  </a:lnTo>
                  <a:lnTo>
                    <a:pt x="165" y="2682"/>
                  </a:lnTo>
                  <a:lnTo>
                    <a:pt x="157" y="2688"/>
                  </a:lnTo>
                  <a:lnTo>
                    <a:pt x="151" y="2700"/>
                  </a:lnTo>
                  <a:lnTo>
                    <a:pt x="149" y="2711"/>
                  </a:lnTo>
                  <a:lnTo>
                    <a:pt x="151" y="2735"/>
                  </a:lnTo>
                  <a:lnTo>
                    <a:pt x="154" y="2743"/>
                  </a:lnTo>
                  <a:lnTo>
                    <a:pt x="155" y="2762"/>
                  </a:lnTo>
                  <a:lnTo>
                    <a:pt x="160" y="2780"/>
                  </a:lnTo>
                  <a:lnTo>
                    <a:pt x="164" y="2798"/>
                  </a:lnTo>
                  <a:lnTo>
                    <a:pt x="168" y="2827"/>
                  </a:lnTo>
                  <a:lnTo>
                    <a:pt x="168" y="2842"/>
                  </a:lnTo>
                  <a:lnTo>
                    <a:pt x="166" y="2858"/>
                  </a:lnTo>
                  <a:lnTo>
                    <a:pt x="157" y="2874"/>
                  </a:lnTo>
                  <a:lnTo>
                    <a:pt x="148" y="2889"/>
                  </a:lnTo>
                  <a:lnTo>
                    <a:pt x="134" y="2910"/>
                  </a:lnTo>
                  <a:lnTo>
                    <a:pt x="116" y="2928"/>
                  </a:lnTo>
                  <a:lnTo>
                    <a:pt x="99" y="2941"/>
                  </a:lnTo>
                  <a:lnTo>
                    <a:pt x="73" y="2953"/>
                  </a:lnTo>
                  <a:lnTo>
                    <a:pt x="61" y="2956"/>
                  </a:lnTo>
                  <a:lnTo>
                    <a:pt x="55" y="2958"/>
                  </a:lnTo>
                  <a:lnTo>
                    <a:pt x="47" y="2961"/>
                  </a:lnTo>
                  <a:lnTo>
                    <a:pt x="40" y="2963"/>
                  </a:lnTo>
                  <a:lnTo>
                    <a:pt x="16" y="2974"/>
                  </a:lnTo>
                  <a:lnTo>
                    <a:pt x="9" y="2984"/>
                  </a:lnTo>
                  <a:lnTo>
                    <a:pt x="7" y="2995"/>
                  </a:lnTo>
                  <a:lnTo>
                    <a:pt x="3" y="3009"/>
                  </a:lnTo>
                  <a:lnTo>
                    <a:pt x="1" y="3021"/>
                  </a:lnTo>
                  <a:lnTo>
                    <a:pt x="0" y="3050"/>
                  </a:lnTo>
                  <a:lnTo>
                    <a:pt x="0" y="3059"/>
                  </a:lnTo>
                  <a:lnTo>
                    <a:pt x="0" y="3066"/>
                  </a:lnTo>
                  <a:lnTo>
                    <a:pt x="2" y="3072"/>
                  </a:lnTo>
                  <a:lnTo>
                    <a:pt x="12" y="3083"/>
                  </a:lnTo>
                  <a:lnTo>
                    <a:pt x="33" y="3096"/>
                  </a:lnTo>
                  <a:lnTo>
                    <a:pt x="40" y="3100"/>
                  </a:lnTo>
                  <a:lnTo>
                    <a:pt x="74" y="3127"/>
                  </a:lnTo>
                  <a:lnTo>
                    <a:pt x="89" y="3141"/>
                  </a:lnTo>
                  <a:lnTo>
                    <a:pt x="102" y="3145"/>
                  </a:lnTo>
                  <a:lnTo>
                    <a:pt x="111" y="3140"/>
                  </a:lnTo>
                  <a:lnTo>
                    <a:pt x="134" y="3117"/>
                  </a:lnTo>
                  <a:lnTo>
                    <a:pt x="150" y="3098"/>
                  </a:lnTo>
                  <a:lnTo>
                    <a:pt x="174" y="3077"/>
                  </a:lnTo>
                  <a:lnTo>
                    <a:pt x="226" y="3033"/>
                  </a:lnTo>
                  <a:lnTo>
                    <a:pt x="238" y="3022"/>
                  </a:lnTo>
                  <a:lnTo>
                    <a:pt x="252" y="3008"/>
                  </a:lnTo>
                  <a:lnTo>
                    <a:pt x="275" y="2990"/>
                  </a:lnTo>
                  <a:lnTo>
                    <a:pt x="311" y="2957"/>
                  </a:lnTo>
                  <a:lnTo>
                    <a:pt x="351" y="2918"/>
                  </a:lnTo>
                  <a:lnTo>
                    <a:pt x="366" y="2904"/>
                  </a:lnTo>
                  <a:lnTo>
                    <a:pt x="372" y="2899"/>
                  </a:lnTo>
                  <a:lnTo>
                    <a:pt x="405" y="2871"/>
                  </a:lnTo>
                  <a:lnTo>
                    <a:pt x="446" y="2834"/>
                  </a:lnTo>
                  <a:lnTo>
                    <a:pt x="513" y="2780"/>
                  </a:lnTo>
                  <a:lnTo>
                    <a:pt x="542" y="2759"/>
                  </a:lnTo>
                  <a:lnTo>
                    <a:pt x="567" y="2740"/>
                  </a:lnTo>
                  <a:lnTo>
                    <a:pt x="591" y="2727"/>
                  </a:lnTo>
                  <a:lnTo>
                    <a:pt x="624" y="2709"/>
                  </a:lnTo>
                  <a:lnTo>
                    <a:pt x="702" y="2662"/>
                  </a:lnTo>
                  <a:lnTo>
                    <a:pt x="721" y="2648"/>
                  </a:lnTo>
                  <a:lnTo>
                    <a:pt x="766" y="2613"/>
                  </a:lnTo>
                  <a:lnTo>
                    <a:pt x="819" y="2565"/>
                  </a:lnTo>
                  <a:lnTo>
                    <a:pt x="921" y="2477"/>
                  </a:lnTo>
                  <a:lnTo>
                    <a:pt x="983" y="2420"/>
                  </a:lnTo>
                  <a:lnTo>
                    <a:pt x="1056" y="2348"/>
                  </a:lnTo>
                  <a:lnTo>
                    <a:pt x="1060" y="2345"/>
                  </a:lnTo>
                  <a:lnTo>
                    <a:pt x="1072" y="2336"/>
                  </a:lnTo>
                  <a:lnTo>
                    <a:pt x="1077" y="2330"/>
                  </a:lnTo>
                  <a:lnTo>
                    <a:pt x="1089" y="2322"/>
                  </a:lnTo>
                  <a:lnTo>
                    <a:pt x="1111" y="2304"/>
                  </a:lnTo>
                  <a:lnTo>
                    <a:pt x="1221" y="2214"/>
                  </a:lnTo>
                  <a:lnTo>
                    <a:pt x="1258" y="2189"/>
                  </a:lnTo>
                  <a:lnTo>
                    <a:pt x="1296" y="2167"/>
                  </a:lnTo>
                  <a:lnTo>
                    <a:pt x="1309" y="2160"/>
                  </a:lnTo>
                  <a:lnTo>
                    <a:pt x="1318" y="2156"/>
                  </a:lnTo>
                  <a:lnTo>
                    <a:pt x="1411" y="2109"/>
                  </a:lnTo>
                  <a:lnTo>
                    <a:pt x="1995" y="1817"/>
                  </a:lnTo>
                  <a:lnTo>
                    <a:pt x="2027" y="1800"/>
                  </a:lnTo>
                  <a:lnTo>
                    <a:pt x="2038" y="1795"/>
                  </a:lnTo>
                  <a:lnTo>
                    <a:pt x="2048" y="1791"/>
                  </a:lnTo>
                  <a:lnTo>
                    <a:pt x="2118" y="1765"/>
                  </a:lnTo>
                  <a:lnTo>
                    <a:pt x="2125" y="1762"/>
                  </a:lnTo>
                  <a:lnTo>
                    <a:pt x="2133" y="1758"/>
                  </a:lnTo>
                  <a:lnTo>
                    <a:pt x="2141" y="1754"/>
                  </a:lnTo>
                  <a:lnTo>
                    <a:pt x="2149" y="1750"/>
                  </a:lnTo>
                  <a:lnTo>
                    <a:pt x="2170" y="1736"/>
                  </a:lnTo>
                  <a:lnTo>
                    <a:pt x="2177" y="1733"/>
                  </a:lnTo>
                  <a:lnTo>
                    <a:pt x="2183" y="1731"/>
                  </a:lnTo>
                  <a:lnTo>
                    <a:pt x="2190" y="1729"/>
                  </a:lnTo>
                  <a:lnTo>
                    <a:pt x="2198" y="1727"/>
                  </a:lnTo>
                  <a:lnTo>
                    <a:pt x="2206" y="1725"/>
                  </a:lnTo>
                  <a:lnTo>
                    <a:pt x="2220" y="1723"/>
                  </a:lnTo>
                  <a:lnTo>
                    <a:pt x="2225" y="1722"/>
                  </a:lnTo>
                  <a:lnTo>
                    <a:pt x="2230" y="1720"/>
                  </a:lnTo>
                  <a:lnTo>
                    <a:pt x="2274" y="1705"/>
                  </a:lnTo>
                  <a:lnTo>
                    <a:pt x="2283" y="1702"/>
                  </a:lnTo>
                  <a:lnTo>
                    <a:pt x="2291" y="1698"/>
                  </a:lnTo>
                  <a:lnTo>
                    <a:pt x="2320" y="1680"/>
                  </a:lnTo>
                  <a:lnTo>
                    <a:pt x="2344" y="1666"/>
                  </a:lnTo>
                  <a:lnTo>
                    <a:pt x="2405" y="1632"/>
                  </a:lnTo>
                  <a:lnTo>
                    <a:pt x="2435" y="1616"/>
                  </a:lnTo>
                  <a:lnTo>
                    <a:pt x="2491" y="1588"/>
                  </a:lnTo>
                  <a:lnTo>
                    <a:pt x="2502" y="1581"/>
                  </a:lnTo>
                  <a:lnTo>
                    <a:pt x="2529" y="1566"/>
                  </a:lnTo>
                  <a:lnTo>
                    <a:pt x="2535" y="1563"/>
                  </a:lnTo>
                  <a:lnTo>
                    <a:pt x="2542" y="1561"/>
                  </a:lnTo>
                  <a:lnTo>
                    <a:pt x="2581" y="1550"/>
                  </a:lnTo>
                  <a:lnTo>
                    <a:pt x="2637" y="1525"/>
                  </a:lnTo>
                  <a:lnTo>
                    <a:pt x="2645" y="1522"/>
                  </a:lnTo>
                  <a:lnTo>
                    <a:pt x="2651" y="1518"/>
                  </a:lnTo>
                  <a:lnTo>
                    <a:pt x="2684" y="1497"/>
                  </a:lnTo>
                  <a:lnTo>
                    <a:pt x="2691" y="1491"/>
                  </a:lnTo>
                  <a:lnTo>
                    <a:pt x="2696" y="1486"/>
                  </a:lnTo>
                  <a:lnTo>
                    <a:pt x="2701" y="1481"/>
                  </a:lnTo>
                  <a:lnTo>
                    <a:pt x="2738" y="1447"/>
                  </a:lnTo>
                  <a:lnTo>
                    <a:pt x="2753" y="1432"/>
                  </a:lnTo>
                  <a:lnTo>
                    <a:pt x="2756" y="1427"/>
                  </a:lnTo>
                  <a:lnTo>
                    <a:pt x="2760" y="1419"/>
                  </a:lnTo>
                  <a:lnTo>
                    <a:pt x="2767" y="1408"/>
                  </a:lnTo>
                  <a:lnTo>
                    <a:pt x="2770" y="1401"/>
                  </a:lnTo>
                  <a:lnTo>
                    <a:pt x="2772" y="1393"/>
                  </a:lnTo>
                  <a:lnTo>
                    <a:pt x="2781" y="1345"/>
                  </a:lnTo>
                  <a:lnTo>
                    <a:pt x="2789" y="1308"/>
                  </a:lnTo>
                  <a:lnTo>
                    <a:pt x="2790" y="1302"/>
                  </a:lnTo>
                  <a:lnTo>
                    <a:pt x="2792" y="1295"/>
                  </a:lnTo>
                  <a:lnTo>
                    <a:pt x="2799" y="1277"/>
                  </a:lnTo>
                  <a:lnTo>
                    <a:pt x="2804" y="1265"/>
                  </a:lnTo>
                  <a:lnTo>
                    <a:pt x="2810" y="1252"/>
                  </a:lnTo>
                  <a:lnTo>
                    <a:pt x="2833" y="1208"/>
                  </a:lnTo>
                  <a:lnTo>
                    <a:pt x="2837" y="1200"/>
                  </a:lnTo>
                  <a:lnTo>
                    <a:pt x="2839" y="1192"/>
                  </a:lnTo>
                  <a:lnTo>
                    <a:pt x="2842" y="1179"/>
                  </a:lnTo>
                  <a:lnTo>
                    <a:pt x="2845" y="1168"/>
                  </a:lnTo>
                  <a:lnTo>
                    <a:pt x="2850" y="1144"/>
                  </a:lnTo>
                  <a:lnTo>
                    <a:pt x="2852" y="1136"/>
                  </a:lnTo>
                  <a:lnTo>
                    <a:pt x="2857" y="1118"/>
                  </a:lnTo>
                  <a:lnTo>
                    <a:pt x="2865" y="1099"/>
                  </a:lnTo>
                  <a:lnTo>
                    <a:pt x="2876" y="1064"/>
                  </a:lnTo>
                  <a:lnTo>
                    <a:pt x="2903" y="1021"/>
                  </a:lnTo>
                  <a:lnTo>
                    <a:pt x="2926" y="968"/>
                  </a:lnTo>
                  <a:lnTo>
                    <a:pt x="2944" y="936"/>
                  </a:lnTo>
                  <a:lnTo>
                    <a:pt x="2955" y="914"/>
                  </a:lnTo>
                  <a:lnTo>
                    <a:pt x="2968" y="878"/>
                  </a:lnTo>
                  <a:lnTo>
                    <a:pt x="2973" y="856"/>
                  </a:lnTo>
                  <a:lnTo>
                    <a:pt x="2972" y="842"/>
                  </a:lnTo>
                  <a:lnTo>
                    <a:pt x="2969" y="832"/>
                  </a:lnTo>
                  <a:lnTo>
                    <a:pt x="2936" y="796"/>
                  </a:lnTo>
                  <a:lnTo>
                    <a:pt x="2911" y="741"/>
                  </a:lnTo>
                  <a:lnTo>
                    <a:pt x="2910" y="692"/>
                  </a:lnTo>
                  <a:lnTo>
                    <a:pt x="2915" y="637"/>
                  </a:lnTo>
                  <a:lnTo>
                    <a:pt x="2916" y="609"/>
                  </a:lnTo>
                  <a:lnTo>
                    <a:pt x="2917" y="574"/>
                  </a:lnTo>
                  <a:lnTo>
                    <a:pt x="2918" y="561"/>
                  </a:lnTo>
                  <a:lnTo>
                    <a:pt x="2923" y="495"/>
                  </a:lnTo>
                  <a:lnTo>
                    <a:pt x="2936" y="469"/>
                  </a:lnTo>
                  <a:lnTo>
                    <a:pt x="2948" y="442"/>
                  </a:lnTo>
                  <a:lnTo>
                    <a:pt x="2951" y="427"/>
                  </a:lnTo>
                  <a:lnTo>
                    <a:pt x="2950" y="412"/>
                  </a:lnTo>
                  <a:lnTo>
                    <a:pt x="2947" y="401"/>
                  </a:lnTo>
                  <a:lnTo>
                    <a:pt x="2940" y="390"/>
                  </a:lnTo>
                  <a:lnTo>
                    <a:pt x="2927" y="371"/>
                  </a:lnTo>
                  <a:lnTo>
                    <a:pt x="2924" y="367"/>
                  </a:lnTo>
                  <a:lnTo>
                    <a:pt x="2917" y="357"/>
                  </a:lnTo>
                  <a:lnTo>
                    <a:pt x="2916" y="348"/>
                  </a:lnTo>
                  <a:lnTo>
                    <a:pt x="2911" y="325"/>
                  </a:lnTo>
                  <a:lnTo>
                    <a:pt x="2910" y="296"/>
                  </a:lnTo>
                  <a:lnTo>
                    <a:pt x="2912" y="281"/>
                  </a:lnTo>
                  <a:lnTo>
                    <a:pt x="2914" y="257"/>
                  </a:lnTo>
                  <a:lnTo>
                    <a:pt x="2917" y="243"/>
                  </a:lnTo>
                  <a:lnTo>
                    <a:pt x="2918" y="232"/>
                  </a:lnTo>
                  <a:lnTo>
                    <a:pt x="2920" y="218"/>
                  </a:lnTo>
                  <a:lnTo>
                    <a:pt x="2934" y="156"/>
                  </a:lnTo>
                  <a:lnTo>
                    <a:pt x="2937" y="140"/>
                  </a:lnTo>
                  <a:lnTo>
                    <a:pt x="2939" y="129"/>
                  </a:lnTo>
                  <a:lnTo>
                    <a:pt x="2949" y="96"/>
                  </a:lnTo>
                  <a:lnTo>
                    <a:pt x="2957" y="77"/>
                  </a:lnTo>
                  <a:lnTo>
                    <a:pt x="2964" y="68"/>
                  </a:lnTo>
                  <a:lnTo>
                    <a:pt x="2971" y="60"/>
                  </a:lnTo>
                  <a:lnTo>
                    <a:pt x="2979" y="52"/>
                  </a:lnTo>
                  <a:lnTo>
                    <a:pt x="2985" y="47"/>
                  </a:lnTo>
                  <a:lnTo>
                    <a:pt x="2990" y="41"/>
                  </a:lnTo>
                  <a:lnTo>
                    <a:pt x="2996" y="25"/>
                  </a:lnTo>
                  <a:lnTo>
                    <a:pt x="2999" y="21"/>
                  </a:lnTo>
                  <a:lnTo>
                    <a:pt x="2996" y="15"/>
                  </a:lnTo>
                  <a:lnTo>
                    <a:pt x="2994" y="10"/>
                  </a:lnTo>
                  <a:lnTo>
                    <a:pt x="2994" y="0"/>
                  </a:lnTo>
                  <a:lnTo>
                    <a:pt x="2984" y="2"/>
                  </a:lnTo>
                  <a:lnTo>
                    <a:pt x="2978" y="8"/>
                  </a:lnTo>
                  <a:lnTo>
                    <a:pt x="2967" y="18"/>
                  </a:lnTo>
                  <a:lnTo>
                    <a:pt x="2955" y="24"/>
                  </a:lnTo>
                  <a:lnTo>
                    <a:pt x="2936" y="29"/>
                  </a:lnTo>
                  <a:lnTo>
                    <a:pt x="2917" y="42"/>
                  </a:lnTo>
                  <a:lnTo>
                    <a:pt x="2903" y="50"/>
                  </a:lnTo>
                  <a:lnTo>
                    <a:pt x="2888" y="54"/>
                  </a:lnTo>
                  <a:lnTo>
                    <a:pt x="2855" y="56"/>
                  </a:lnTo>
                  <a:lnTo>
                    <a:pt x="2840" y="58"/>
                  </a:lnTo>
                  <a:lnTo>
                    <a:pt x="2831" y="63"/>
                  </a:lnTo>
                  <a:lnTo>
                    <a:pt x="2818" y="71"/>
                  </a:lnTo>
                  <a:lnTo>
                    <a:pt x="2772" y="100"/>
                  </a:lnTo>
                  <a:lnTo>
                    <a:pt x="2739" y="122"/>
                  </a:lnTo>
                  <a:lnTo>
                    <a:pt x="2722" y="133"/>
                  </a:lnTo>
                  <a:lnTo>
                    <a:pt x="2710" y="140"/>
                  </a:lnTo>
                  <a:lnTo>
                    <a:pt x="2682" y="153"/>
                  </a:lnTo>
                  <a:lnTo>
                    <a:pt x="2667" y="161"/>
                  </a:lnTo>
                  <a:lnTo>
                    <a:pt x="2656" y="167"/>
                  </a:lnTo>
                  <a:lnTo>
                    <a:pt x="2647" y="172"/>
                  </a:lnTo>
                  <a:lnTo>
                    <a:pt x="2630" y="178"/>
                  </a:lnTo>
                  <a:lnTo>
                    <a:pt x="2577" y="200"/>
                  </a:lnTo>
                  <a:lnTo>
                    <a:pt x="2557" y="209"/>
                  </a:lnTo>
                  <a:lnTo>
                    <a:pt x="2532" y="219"/>
                  </a:lnTo>
                  <a:lnTo>
                    <a:pt x="2520" y="223"/>
                  </a:lnTo>
                  <a:lnTo>
                    <a:pt x="2513" y="224"/>
                  </a:lnTo>
                  <a:lnTo>
                    <a:pt x="2503" y="226"/>
                  </a:lnTo>
                  <a:lnTo>
                    <a:pt x="2495" y="229"/>
                  </a:lnTo>
                  <a:lnTo>
                    <a:pt x="2475" y="236"/>
                  </a:lnTo>
                  <a:lnTo>
                    <a:pt x="2436" y="246"/>
                  </a:lnTo>
                  <a:lnTo>
                    <a:pt x="2423" y="250"/>
                  </a:lnTo>
                  <a:lnTo>
                    <a:pt x="2410" y="253"/>
                  </a:lnTo>
                  <a:lnTo>
                    <a:pt x="2397" y="258"/>
                  </a:lnTo>
                  <a:lnTo>
                    <a:pt x="2385" y="261"/>
                  </a:lnTo>
                  <a:lnTo>
                    <a:pt x="2376" y="264"/>
                  </a:lnTo>
                  <a:lnTo>
                    <a:pt x="2364" y="268"/>
                  </a:lnTo>
                  <a:lnTo>
                    <a:pt x="2339" y="278"/>
                  </a:lnTo>
                  <a:lnTo>
                    <a:pt x="2309" y="293"/>
                  </a:lnTo>
                  <a:lnTo>
                    <a:pt x="2294" y="300"/>
                  </a:lnTo>
                  <a:lnTo>
                    <a:pt x="2272" y="310"/>
                  </a:lnTo>
                  <a:lnTo>
                    <a:pt x="2247" y="324"/>
                  </a:lnTo>
                  <a:lnTo>
                    <a:pt x="2196" y="355"/>
                  </a:lnTo>
                  <a:lnTo>
                    <a:pt x="2171" y="371"/>
                  </a:lnTo>
                  <a:lnTo>
                    <a:pt x="2163" y="375"/>
                  </a:lnTo>
                  <a:lnTo>
                    <a:pt x="2080" y="421"/>
                  </a:lnTo>
                  <a:lnTo>
                    <a:pt x="2005" y="457"/>
                  </a:lnTo>
                  <a:lnTo>
                    <a:pt x="1981" y="473"/>
                  </a:lnTo>
                  <a:lnTo>
                    <a:pt x="1956" y="493"/>
                  </a:lnTo>
                  <a:lnTo>
                    <a:pt x="1933" y="515"/>
                  </a:lnTo>
                  <a:lnTo>
                    <a:pt x="1920" y="527"/>
                  </a:lnTo>
                  <a:lnTo>
                    <a:pt x="1916" y="535"/>
                  </a:lnTo>
                  <a:lnTo>
                    <a:pt x="1913" y="542"/>
                  </a:lnTo>
                  <a:lnTo>
                    <a:pt x="1917" y="551"/>
                  </a:lnTo>
                  <a:lnTo>
                    <a:pt x="1922" y="564"/>
                  </a:lnTo>
                  <a:lnTo>
                    <a:pt x="1928" y="578"/>
                  </a:lnTo>
                  <a:lnTo>
                    <a:pt x="1933" y="585"/>
                  </a:lnTo>
                  <a:lnTo>
                    <a:pt x="1942" y="590"/>
                  </a:lnTo>
                  <a:lnTo>
                    <a:pt x="1946" y="595"/>
                  </a:lnTo>
                  <a:lnTo>
                    <a:pt x="1948" y="602"/>
                  </a:lnTo>
                  <a:lnTo>
                    <a:pt x="1946" y="610"/>
                  </a:lnTo>
                  <a:lnTo>
                    <a:pt x="1939" y="618"/>
                  </a:lnTo>
                  <a:lnTo>
                    <a:pt x="1924" y="633"/>
                  </a:lnTo>
                  <a:lnTo>
                    <a:pt x="1909" y="651"/>
                  </a:lnTo>
                  <a:lnTo>
                    <a:pt x="1891" y="673"/>
                  </a:lnTo>
                  <a:lnTo>
                    <a:pt x="1876" y="687"/>
                  </a:lnTo>
                  <a:lnTo>
                    <a:pt x="1863" y="699"/>
                  </a:lnTo>
                  <a:lnTo>
                    <a:pt x="1854" y="709"/>
                  </a:lnTo>
                  <a:lnTo>
                    <a:pt x="1848" y="717"/>
                  </a:lnTo>
                  <a:lnTo>
                    <a:pt x="1840" y="727"/>
                  </a:lnTo>
                  <a:lnTo>
                    <a:pt x="1827" y="740"/>
                  </a:lnTo>
                  <a:lnTo>
                    <a:pt x="1803" y="765"/>
                  </a:lnTo>
                  <a:lnTo>
                    <a:pt x="1786" y="781"/>
                  </a:lnTo>
                  <a:lnTo>
                    <a:pt x="1773" y="795"/>
                  </a:lnTo>
                  <a:lnTo>
                    <a:pt x="1769" y="799"/>
                  </a:lnTo>
                  <a:lnTo>
                    <a:pt x="1752" y="817"/>
                  </a:lnTo>
                  <a:lnTo>
                    <a:pt x="1738" y="829"/>
                  </a:lnTo>
                  <a:lnTo>
                    <a:pt x="1727" y="841"/>
                  </a:lnTo>
                  <a:lnTo>
                    <a:pt x="1714" y="852"/>
                  </a:lnTo>
                  <a:lnTo>
                    <a:pt x="1693" y="870"/>
                  </a:lnTo>
                  <a:lnTo>
                    <a:pt x="1675" y="885"/>
                  </a:lnTo>
                  <a:lnTo>
                    <a:pt x="1648" y="904"/>
                  </a:lnTo>
                  <a:lnTo>
                    <a:pt x="1614" y="923"/>
                  </a:lnTo>
                  <a:lnTo>
                    <a:pt x="1599" y="930"/>
                  </a:lnTo>
                  <a:lnTo>
                    <a:pt x="1560" y="950"/>
                  </a:lnTo>
                  <a:lnTo>
                    <a:pt x="1509" y="978"/>
                  </a:lnTo>
                  <a:lnTo>
                    <a:pt x="1489" y="997"/>
                  </a:lnTo>
                  <a:lnTo>
                    <a:pt x="1495" y="1018"/>
                  </a:lnTo>
                  <a:lnTo>
                    <a:pt x="1489" y="1024"/>
                  </a:lnTo>
                  <a:lnTo>
                    <a:pt x="1471" y="1033"/>
                  </a:lnTo>
                  <a:lnTo>
                    <a:pt x="1436" y="1049"/>
                  </a:lnTo>
                  <a:lnTo>
                    <a:pt x="1415" y="1055"/>
                  </a:lnTo>
                  <a:lnTo>
                    <a:pt x="1408" y="1060"/>
                  </a:lnTo>
                  <a:lnTo>
                    <a:pt x="1381" y="1073"/>
                  </a:lnTo>
                  <a:lnTo>
                    <a:pt x="1367" y="1079"/>
                  </a:lnTo>
                  <a:lnTo>
                    <a:pt x="1317" y="1099"/>
                  </a:lnTo>
                  <a:lnTo>
                    <a:pt x="1303" y="1105"/>
                  </a:lnTo>
                  <a:lnTo>
                    <a:pt x="1294" y="1110"/>
                  </a:lnTo>
                  <a:lnTo>
                    <a:pt x="1288" y="1115"/>
                  </a:lnTo>
                  <a:lnTo>
                    <a:pt x="1284" y="111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l1523"/>
            <p:cNvSpPr/>
            <p:nvPr/>
          </p:nvSpPr>
          <p:spPr>
            <a:xfrm>
              <a:off x="4705288" y="4868534"/>
              <a:ext cx="2726" cy="2247"/>
            </a:xfrm>
            <a:custGeom>
              <a:avLst/>
              <a:pathLst>
                <a:path w="2726" h="2247">
                  <a:moveTo>
                    <a:pt x="2677" y="1235"/>
                  </a:moveTo>
                  <a:lnTo>
                    <a:pt x="2533" y="1350"/>
                  </a:lnTo>
                  <a:lnTo>
                    <a:pt x="2462" y="1407"/>
                  </a:lnTo>
                  <a:lnTo>
                    <a:pt x="2297" y="1459"/>
                  </a:lnTo>
                  <a:lnTo>
                    <a:pt x="2254" y="1473"/>
                  </a:lnTo>
                  <a:lnTo>
                    <a:pt x="2227" y="1478"/>
                  </a:lnTo>
                  <a:lnTo>
                    <a:pt x="2200" y="1483"/>
                  </a:lnTo>
                  <a:lnTo>
                    <a:pt x="1819" y="1493"/>
                  </a:lnTo>
                  <a:lnTo>
                    <a:pt x="1791" y="1482"/>
                  </a:lnTo>
                  <a:lnTo>
                    <a:pt x="1719" y="1451"/>
                  </a:lnTo>
                  <a:lnTo>
                    <a:pt x="1681" y="1435"/>
                  </a:lnTo>
                  <a:lnTo>
                    <a:pt x="1609" y="1414"/>
                  </a:lnTo>
                  <a:lnTo>
                    <a:pt x="1399" y="1387"/>
                  </a:lnTo>
                  <a:lnTo>
                    <a:pt x="1382" y="1385"/>
                  </a:lnTo>
                  <a:lnTo>
                    <a:pt x="1268" y="1385"/>
                  </a:lnTo>
                  <a:lnTo>
                    <a:pt x="1223" y="1391"/>
                  </a:lnTo>
                  <a:lnTo>
                    <a:pt x="1122" y="1404"/>
                  </a:lnTo>
                  <a:lnTo>
                    <a:pt x="1061" y="1438"/>
                  </a:lnTo>
                  <a:lnTo>
                    <a:pt x="1043" y="1459"/>
                  </a:lnTo>
                  <a:lnTo>
                    <a:pt x="803" y="1845"/>
                  </a:lnTo>
                  <a:lnTo>
                    <a:pt x="728" y="2048"/>
                  </a:lnTo>
                  <a:lnTo>
                    <a:pt x="627" y="2138"/>
                  </a:lnTo>
                  <a:lnTo>
                    <a:pt x="611" y="2150"/>
                  </a:lnTo>
                  <a:lnTo>
                    <a:pt x="553" y="2195"/>
                  </a:lnTo>
                  <a:lnTo>
                    <a:pt x="504" y="2234"/>
                  </a:lnTo>
                  <a:lnTo>
                    <a:pt x="484" y="2247"/>
                  </a:lnTo>
                  <a:lnTo>
                    <a:pt x="449" y="2247"/>
                  </a:lnTo>
                  <a:lnTo>
                    <a:pt x="184" y="2136"/>
                  </a:lnTo>
                  <a:lnTo>
                    <a:pt x="156" y="2102"/>
                  </a:lnTo>
                  <a:lnTo>
                    <a:pt x="44" y="1964"/>
                  </a:lnTo>
                  <a:lnTo>
                    <a:pt x="9" y="1921"/>
                  </a:lnTo>
                  <a:lnTo>
                    <a:pt x="0" y="1852"/>
                  </a:lnTo>
                  <a:lnTo>
                    <a:pt x="5" y="1570"/>
                  </a:lnTo>
                  <a:lnTo>
                    <a:pt x="6" y="1554"/>
                  </a:lnTo>
                  <a:lnTo>
                    <a:pt x="17" y="1502"/>
                  </a:lnTo>
                  <a:lnTo>
                    <a:pt x="19" y="1491"/>
                  </a:lnTo>
                  <a:lnTo>
                    <a:pt x="305" y="1029"/>
                  </a:lnTo>
                  <a:lnTo>
                    <a:pt x="336" y="991"/>
                  </a:lnTo>
                  <a:lnTo>
                    <a:pt x="375" y="967"/>
                  </a:lnTo>
                  <a:lnTo>
                    <a:pt x="410" y="960"/>
                  </a:lnTo>
                  <a:lnTo>
                    <a:pt x="622" y="950"/>
                  </a:lnTo>
                  <a:lnTo>
                    <a:pt x="656" y="948"/>
                  </a:lnTo>
                  <a:lnTo>
                    <a:pt x="675" y="957"/>
                  </a:lnTo>
                  <a:lnTo>
                    <a:pt x="699" y="983"/>
                  </a:lnTo>
                  <a:lnTo>
                    <a:pt x="729" y="1018"/>
                  </a:lnTo>
                  <a:lnTo>
                    <a:pt x="733" y="1028"/>
                  </a:lnTo>
                  <a:lnTo>
                    <a:pt x="743" y="1050"/>
                  </a:lnTo>
                  <a:lnTo>
                    <a:pt x="806" y="1070"/>
                  </a:lnTo>
                  <a:lnTo>
                    <a:pt x="861" y="1070"/>
                  </a:lnTo>
                  <a:lnTo>
                    <a:pt x="937" y="1058"/>
                  </a:lnTo>
                  <a:lnTo>
                    <a:pt x="959" y="1054"/>
                  </a:lnTo>
                  <a:lnTo>
                    <a:pt x="1002" y="1030"/>
                  </a:lnTo>
                  <a:lnTo>
                    <a:pt x="1087" y="973"/>
                  </a:lnTo>
                  <a:lnTo>
                    <a:pt x="1108" y="952"/>
                  </a:lnTo>
                  <a:lnTo>
                    <a:pt x="1125" y="890"/>
                  </a:lnTo>
                  <a:lnTo>
                    <a:pt x="1117" y="829"/>
                  </a:lnTo>
                  <a:lnTo>
                    <a:pt x="1096" y="709"/>
                  </a:lnTo>
                  <a:lnTo>
                    <a:pt x="1089" y="671"/>
                  </a:lnTo>
                  <a:lnTo>
                    <a:pt x="1196" y="322"/>
                  </a:lnTo>
                  <a:lnTo>
                    <a:pt x="1384" y="265"/>
                  </a:lnTo>
                  <a:lnTo>
                    <a:pt x="1576" y="206"/>
                  </a:lnTo>
                  <a:lnTo>
                    <a:pt x="1819" y="69"/>
                  </a:lnTo>
                  <a:lnTo>
                    <a:pt x="2166" y="0"/>
                  </a:lnTo>
                  <a:lnTo>
                    <a:pt x="2202" y="11"/>
                  </a:lnTo>
                  <a:lnTo>
                    <a:pt x="2455" y="90"/>
                  </a:lnTo>
                  <a:lnTo>
                    <a:pt x="2567" y="128"/>
                  </a:lnTo>
                  <a:lnTo>
                    <a:pt x="2589" y="275"/>
                  </a:lnTo>
                  <a:lnTo>
                    <a:pt x="2607" y="391"/>
                  </a:lnTo>
                  <a:lnTo>
                    <a:pt x="2724" y="1167"/>
                  </a:lnTo>
                  <a:lnTo>
                    <a:pt x="2726" y="1185"/>
                  </a:lnTo>
                  <a:lnTo>
                    <a:pt x="2677" y="123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l1524"/>
            <p:cNvSpPr/>
            <p:nvPr/>
          </p:nvSpPr>
          <p:spPr>
            <a:xfrm>
              <a:off x="4875667" y="4892250"/>
              <a:ext cx="373" cy="637"/>
            </a:xfrm>
            <a:custGeom>
              <a:avLst/>
              <a:pathLst>
                <a:path w="373" h="637">
                  <a:moveTo>
                    <a:pt x="180" y="607"/>
                  </a:moveTo>
                  <a:lnTo>
                    <a:pt x="314" y="637"/>
                  </a:lnTo>
                  <a:lnTo>
                    <a:pt x="319" y="623"/>
                  </a:lnTo>
                  <a:lnTo>
                    <a:pt x="321" y="616"/>
                  </a:lnTo>
                  <a:lnTo>
                    <a:pt x="333" y="594"/>
                  </a:lnTo>
                  <a:lnTo>
                    <a:pt x="339" y="573"/>
                  </a:lnTo>
                  <a:lnTo>
                    <a:pt x="343" y="553"/>
                  </a:lnTo>
                  <a:lnTo>
                    <a:pt x="342" y="532"/>
                  </a:lnTo>
                  <a:lnTo>
                    <a:pt x="340" y="520"/>
                  </a:lnTo>
                  <a:lnTo>
                    <a:pt x="349" y="468"/>
                  </a:lnTo>
                  <a:lnTo>
                    <a:pt x="357" y="453"/>
                  </a:lnTo>
                  <a:lnTo>
                    <a:pt x="369" y="431"/>
                  </a:lnTo>
                  <a:lnTo>
                    <a:pt x="373" y="415"/>
                  </a:lnTo>
                  <a:lnTo>
                    <a:pt x="372" y="388"/>
                  </a:lnTo>
                  <a:lnTo>
                    <a:pt x="367" y="342"/>
                  </a:lnTo>
                  <a:lnTo>
                    <a:pt x="356" y="295"/>
                  </a:lnTo>
                  <a:lnTo>
                    <a:pt x="341" y="252"/>
                  </a:lnTo>
                  <a:lnTo>
                    <a:pt x="338" y="246"/>
                  </a:lnTo>
                  <a:lnTo>
                    <a:pt x="304" y="173"/>
                  </a:lnTo>
                  <a:lnTo>
                    <a:pt x="287" y="145"/>
                  </a:lnTo>
                  <a:lnTo>
                    <a:pt x="238" y="69"/>
                  </a:lnTo>
                  <a:lnTo>
                    <a:pt x="213" y="32"/>
                  </a:lnTo>
                  <a:lnTo>
                    <a:pt x="189" y="0"/>
                  </a:lnTo>
                  <a:lnTo>
                    <a:pt x="61" y="37"/>
                  </a:lnTo>
                  <a:lnTo>
                    <a:pt x="5" y="127"/>
                  </a:lnTo>
                  <a:lnTo>
                    <a:pt x="0" y="293"/>
                  </a:lnTo>
                  <a:lnTo>
                    <a:pt x="50" y="466"/>
                  </a:lnTo>
                  <a:lnTo>
                    <a:pt x="180" y="60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l1525"/>
            <p:cNvSpPr/>
            <p:nvPr/>
          </p:nvSpPr>
          <p:spPr>
            <a:xfrm>
              <a:off x="4874265" y="4891944"/>
              <a:ext cx="1315" cy="2029"/>
            </a:xfrm>
            <a:custGeom>
              <a:avLst/>
              <a:pathLst>
                <a:path w="1315" h="2029">
                  <a:moveTo>
                    <a:pt x="754" y="120"/>
                  </a:moveTo>
                  <a:lnTo>
                    <a:pt x="711" y="154"/>
                  </a:lnTo>
                  <a:lnTo>
                    <a:pt x="671" y="187"/>
                  </a:lnTo>
                  <a:lnTo>
                    <a:pt x="622" y="227"/>
                  </a:lnTo>
                  <a:lnTo>
                    <a:pt x="602" y="248"/>
                  </a:lnTo>
                  <a:lnTo>
                    <a:pt x="589" y="269"/>
                  </a:lnTo>
                  <a:lnTo>
                    <a:pt x="563" y="310"/>
                  </a:lnTo>
                  <a:lnTo>
                    <a:pt x="550" y="323"/>
                  </a:lnTo>
                  <a:lnTo>
                    <a:pt x="533" y="346"/>
                  </a:lnTo>
                  <a:lnTo>
                    <a:pt x="517" y="364"/>
                  </a:lnTo>
                  <a:lnTo>
                    <a:pt x="499" y="382"/>
                  </a:lnTo>
                  <a:lnTo>
                    <a:pt x="478" y="408"/>
                  </a:lnTo>
                  <a:lnTo>
                    <a:pt x="450" y="441"/>
                  </a:lnTo>
                  <a:lnTo>
                    <a:pt x="430" y="472"/>
                  </a:lnTo>
                  <a:lnTo>
                    <a:pt x="412" y="493"/>
                  </a:lnTo>
                  <a:lnTo>
                    <a:pt x="396" y="504"/>
                  </a:lnTo>
                  <a:lnTo>
                    <a:pt x="382" y="514"/>
                  </a:lnTo>
                  <a:lnTo>
                    <a:pt x="365" y="534"/>
                  </a:lnTo>
                  <a:lnTo>
                    <a:pt x="358" y="542"/>
                  </a:lnTo>
                  <a:lnTo>
                    <a:pt x="337" y="562"/>
                  </a:lnTo>
                  <a:lnTo>
                    <a:pt x="322" y="579"/>
                  </a:lnTo>
                  <a:lnTo>
                    <a:pt x="290" y="618"/>
                  </a:lnTo>
                  <a:lnTo>
                    <a:pt x="272" y="642"/>
                  </a:lnTo>
                  <a:lnTo>
                    <a:pt x="257" y="673"/>
                  </a:lnTo>
                  <a:lnTo>
                    <a:pt x="242" y="702"/>
                  </a:lnTo>
                  <a:lnTo>
                    <a:pt x="222" y="736"/>
                  </a:lnTo>
                  <a:lnTo>
                    <a:pt x="190" y="799"/>
                  </a:lnTo>
                  <a:lnTo>
                    <a:pt x="160" y="876"/>
                  </a:lnTo>
                  <a:lnTo>
                    <a:pt x="110" y="977"/>
                  </a:lnTo>
                  <a:lnTo>
                    <a:pt x="85" y="1024"/>
                  </a:lnTo>
                  <a:lnTo>
                    <a:pt x="77" y="1047"/>
                  </a:lnTo>
                  <a:lnTo>
                    <a:pt x="60" y="1066"/>
                  </a:lnTo>
                  <a:lnTo>
                    <a:pt x="49" y="1082"/>
                  </a:lnTo>
                  <a:lnTo>
                    <a:pt x="31" y="1167"/>
                  </a:lnTo>
                  <a:lnTo>
                    <a:pt x="21" y="1206"/>
                  </a:lnTo>
                  <a:lnTo>
                    <a:pt x="13" y="1285"/>
                  </a:lnTo>
                  <a:lnTo>
                    <a:pt x="6" y="1348"/>
                  </a:lnTo>
                  <a:lnTo>
                    <a:pt x="0" y="1399"/>
                  </a:lnTo>
                  <a:lnTo>
                    <a:pt x="1" y="1468"/>
                  </a:lnTo>
                  <a:lnTo>
                    <a:pt x="12" y="1506"/>
                  </a:lnTo>
                  <a:lnTo>
                    <a:pt x="20" y="1524"/>
                  </a:lnTo>
                  <a:lnTo>
                    <a:pt x="29" y="1543"/>
                  </a:lnTo>
                  <a:lnTo>
                    <a:pt x="50" y="1563"/>
                  </a:lnTo>
                  <a:lnTo>
                    <a:pt x="105" y="1606"/>
                  </a:lnTo>
                  <a:lnTo>
                    <a:pt x="160" y="1648"/>
                  </a:lnTo>
                  <a:lnTo>
                    <a:pt x="185" y="1664"/>
                  </a:lnTo>
                  <a:lnTo>
                    <a:pt x="237" y="1693"/>
                  </a:lnTo>
                  <a:lnTo>
                    <a:pt x="313" y="1732"/>
                  </a:lnTo>
                  <a:lnTo>
                    <a:pt x="350" y="1748"/>
                  </a:lnTo>
                  <a:lnTo>
                    <a:pt x="440" y="1786"/>
                  </a:lnTo>
                  <a:lnTo>
                    <a:pt x="499" y="1816"/>
                  </a:lnTo>
                  <a:lnTo>
                    <a:pt x="536" y="1832"/>
                  </a:lnTo>
                  <a:lnTo>
                    <a:pt x="556" y="1837"/>
                  </a:lnTo>
                  <a:lnTo>
                    <a:pt x="589" y="1849"/>
                  </a:lnTo>
                  <a:lnTo>
                    <a:pt x="605" y="1853"/>
                  </a:lnTo>
                  <a:lnTo>
                    <a:pt x="635" y="1863"/>
                  </a:lnTo>
                  <a:lnTo>
                    <a:pt x="640" y="1865"/>
                  </a:lnTo>
                  <a:lnTo>
                    <a:pt x="643" y="1869"/>
                  </a:lnTo>
                  <a:lnTo>
                    <a:pt x="648" y="1872"/>
                  </a:lnTo>
                  <a:lnTo>
                    <a:pt x="653" y="1871"/>
                  </a:lnTo>
                  <a:lnTo>
                    <a:pt x="662" y="1875"/>
                  </a:lnTo>
                  <a:lnTo>
                    <a:pt x="673" y="1881"/>
                  </a:lnTo>
                  <a:lnTo>
                    <a:pt x="680" y="1882"/>
                  </a:lnTo>
                  <a:lnTo>
                    <a:pt x="689" y="1886"/>
                  </a:lnTo>
                  <a:lnTo>
                    <a:pt x="695" y="1890"/>
                  </a:lnTo>
                  <a:lnTo>
                    <a:pt x="701" y="1893"/>
                  </a:lnTo>
                  <a:lnTo>
                    <a:pt x="717" y="1900"/>
                  </a:lnTo>
                  <a:lnTo>
                    <a:pt x="723" y="1903"/>
                  </a:lnTo>
                  <a:lnTo>
                    <a:pt x="733" y="1909"/>
                  </a:lnTo>
                  <a:lnTo>
                    <a:pt x="740" y="1910"/>
                  </a:lnTo>
                  <a:lnTo>
                    <a:pt x="747" y="1910"/>
                  </a:lnTo>
                  <a:lnTo>
                    <a:pt x="754" y="1911"/>
                  </a:lnTo>
                  <a:lnTo>
                    <a:pt x="766" y="1917"/>
                  </a:lnTo>
                  <a:lnTo>
                    <a:pt x="780" y="1922"/>
                  </a:lnTo>
                  <a:lnTo>
                    <a:pt x="794" y="1926"/>
                  </a:lnTo>
                  <a:lnTo>
                    <a:pt x="804" y="1929"/>
                  </a:lnTo>
                  <a:lnTo>
                    <a:pt x="818" y="1935"/>
                  </a:lnTo>
                  <a:lnTo>
                    <a:pt x="840" y="1946"/>
                  </a:lnTo>
                  <a:lnTo>
                    <a:pt x="866" y="1957"/>
                  </a:lnTo>
                  <a:lnTo>
                    <a:pt x="879" y="1964"/>
                  </a:lnTo>
                  <a:lnTo>
                    <a:pt x="894" y="1971"/>
                  </a:lnTo>
                  <a:lnTo>
                    <a:pt x="924" y="1984"/>
                  </a:lnTo>
                  <a:lnTo>
                    <a:pt x="948" y="1993"/>
                  </a:lnTo>
                  <a:lnTo>
                    <a:pt x="957" y="1993"/>
                  </a:lnTo>
                  <a:lnTo>
                    <a:pt x="1016" y="1988"/>
                  </a:lnTo>
                  <a:lnTo>
                    <a:pt x="1043" y="1991"/>
                  </a:lnTo>
                  <a:lnTo>
                    <a:pt x="1090" y="1998"/>
                  </a:lnTo>
                  <a:lnTo>
                    <a:pt x="1138" y="2005"/>
                  </a:lnTo>
                  <a:lnTo>
                    <a:pt x="1147" y="2005"/>
                  </a:lnTo>
                  <a:lnTo>
                    <a:pt x="1159" y="2006"/>
                  </a:lnTo>
                  <a:lnTo>
                    <a:pt x="1166" y="2008"/>
                  </a:lnTo>
                  <a:lnTo>
                    <a:pt x="1185" y="2017"/>
                  </a:lnTo>
                  <a:lnTo>
                    <a:pt x="1212" y="2023"/>
                  </a:lnTo>
                  <a:lnTo>
                    <a:pt x="1235" y="2027"/>
                  </a:lnTo>
                  <a:lnTo>
                    <a:pt x="1260" y="2029"/>
                  </a:lnTo>
                  <a:lnTo>
                    <a:pt x="1267" y="2027"/>
                  </a:lnTo>
                  <a:lnTo>
                    <a:pt x="1278" y="1995"/>
                  </a:lnTo>
                  <a:lnTo>
                    <a:pt x="1281" y="1983"/>
                  </a:lnTo>
                  <a:lnTo>
                    <a:pt x="1287" y="1952"/>
                  </a:lnTo>
                  <a:lnTo>
                    <a:pt x="1290" y="1919"/>
                  </a:lnTo>
                  <a:lnTo>
                    <a:pt x="1296" y="1893"/>
                  </a:lnTo>
                  <a:lnTo>
                    <a:pt x="1302" y="1876"/>
                  </a:lnTo>
                  <a:lnTo>
                    <a:pt x="1315" y="1853"/>
                  </a:lnTo>
                  <a:lnTo>
                    <a:pt x="1313" y="1843"/>
                  </a:lnTo>
                  <a:lnTo>
                    <a:pt x="1304" y="1813"/>
                  </a:lnTo>
                  <a:lnTo>
                    <a:pt x="1292" y="1789"/>
                  </a:lnTo>
                  <a:lnTo>
                    <a:pt x="1275" y="1768"/>
                  </a:lnTo>
                  <a:lnTo>
                    <a:pt x="1259" y="1748"/>
                  </a:lnTo>
                  <a:lnTo>
                    <a:pt x="1243" y="1721"/>
                  </a:lnTo>
                  <a:lnTo>
                    <a:pt x="1230" y="1706"/>
                  </a:lnTo>
                  <a:lnTo>
                    <a:pt x="1212" y="1691"/>
                  </a:lnTo>
                  <a:lnTo>
                    <a:pt x="1204" y="1678"/>
                  </a:lnTo>
                  <a:lnTo>
                    <a:pt x="1192" y="1637"/>
                  </a:lnTo>
                  <a:lnTo>
                    <a:pt x="1187" y="1619"/>
                  </a:lnTo>
                  <a:lnTo>
                    <a:pt x="1176" y="1592"/>
                  </a:lnTo>
                  <a:lnTo>
                    <a:pt x="1167" y="1566"/>
                  </a:lnTo>
                  <a:lnTo>
                    <a:pt x="1158" y="1522"/>
                  </a:lnTo>
                  <a:lnTo>
                    <a:pt x="1148" y="1488"/>
                  </a:lnTo>
                  <a:lnTo>
                    <a:pt x="1144" y="1461"/>
                  </a:lnTo>
                  <a:lnTo>
                    <a:pt x="1142" y="1439"/>
                  </a:lnTo>
                  <a:lnTo>
                    <a:pt x="1142" y="1424"/>
                  </a:lnTo>
                  <a:lnTo>
                    <a:pt x="1136" y="1379"/>
                  </a:lnTo>
                  <a:lnTo>
                    <a:pt x="1116" y="1333"/>
                  </a:lnTo>
                  <a:lnTo>
                    <a:pt x="1104" y="1305"/>
                  </a:lnTo>
                  <a:lnTo>
                    <a:pt x="1096" y="1281"/>
                  </a:lnTo>
                  <a:lnTo>
                    <a:pt x="1087" y="1266"/>
                  </a:lnTo>
                  <a:lnTo>
                    <a:pt x="1078" y="1251"/>
                  </a:lnTo>
                  <a:lnTo>
                    <a:pt x="1072" y="1232"/>
                  </a:lnTo>
                  <a:lnTo>
                    <a:pt x="1070" y="1225"/>
                  </a:lnTo>
                  <a:lnTo>
                    <a:pt x="1056" y="1206"/>
                  </a:lnTo>
                  <a:lnTo>
                    <a:pt x="1033" y="1167"/>
                  </a:lnTo>
                  <a:lnTo>
                    <a:pt x="1022" y="1139"/>
                  </a:lnTo>
                  <a:lnTo>
                    <a:pt x="1023" y="1112"/>
                  </a:lnTo>
                  <a:lnTo>
                    <a:pt x="1027" y="1099"/>
                  </a:lnTo>
                  <a:lnTo>
                    <a:pt x="1026" y="1094"/>
                  </a:lnTo>
                  <a:lnTo>
                    <a:pt x="1013" y="1064"/>
                  </a:lnTo>
                  <a:lnTo>
                    <a:pt x="1009" y="1049"/>
                  </a:lnTo>
                  <a:lnTo>
                    <a:pt x="1001" y="1028"/>
                  </a:lnTo>
                  <a:lnTo>
                    <a:pt x="983" y="988"/>
                  </a:lnTo>
                  <a:lnTo>
                    <a:pt x="976" y="956"/>
                  </a:lnTo>
                  <a:lnTo>
                    <a:pt x="975" y="940"/>
                  </a:lnTo>
                  <a:lnTo>
                    <a:pt x="980" y="926"/>
                  </a:lnTo>
                  <a:lnTo>
                    <a:pt x="982" y="918"/>
                  </a:lnTo>
                  <a:lnTo>
                    <a:pt x="978" y="913"/>
                  </a:lnTo>
                  <a:lnTo>
                    <a:pt x="975" y="908"/>
                  </a:lnTo>
                  <a:lnTo>
                    <a:pt x="971" y="888"/>
                  </a:lnTo>
                  <a:lnTo>
                    <a:pt x="961" y="836"/>
                  </a:lnTo>
                  <a:lnTo>
                    <a:pt x="943" y="742"/>
                  </a:lnTo>
                  <a:lnTo>
                    <a:pt x="935" y="690"/>
                  </a:lnTo>
                  <a:lnTo>
                    <a:pt x="930" y="658"/>
                  </a:lnTo>
                  <a:lnTo>
                    <a:pt x="926" y="615"/>
                  </a:lnTo>
                  <a:lnTo>
                    <a:pt x="927" y="585"/>
                  </a:lnTo>
                  <a:lnTo>
                    <a:pt x="931" y="527"/>
                  </a:lnTo>
                  <a:lnTo>
                    <a:pt x="935" y="488"/>
                  </a:lnTo>
                  <a:lnTo>
                    <a:pt x="936" y="460"/>
                  </a:lnTo>
                  <a:lnTo>
                    <a:pt x="933" y="413"/>
                  </a:lnTo>
                  <a:lnTo>
                    <a:pt x="930" y="393"/>
                  </a:lnTo>
                  <a:lnTo>
                    <a:pt x="924" y="373"/>
                  </a:lnTo>
                  <a:lnTo>
                    <a:pt x="922" y="363"/>
                  </a:lnTo>
                  <a:lnTo>
                    <a:pt x="921" y="355"/>
                  </a:lnTo>
                  <a:lnTo>
                    <a:pt x="922" y="340"/>
                  </a:lnTo>
                  <a:lnTo>
                    <a:pt x="919" y="325"/>
                  </a:lnTo>
                  <a:lnTo>
                    <a:pt x="897" y="282"/>
                  </a:lnTo>
                  <a:lnTo>
                    <a:pt x="888" y="252"/>
                  </a:lnTo>
                  <a:lnTo>
                    <a:pt x="878" y="188"/>
                  </a:lnTo>
                  <a:lnTo>
                    <a:pt x="876" y="165"/>
                  </a:lnTo>
                  <a:lnTo>
                    <a:pt x="876" y="153"/>
                  </a:lnTo>
                  <a:lnTo>
                    <a:pt x="874" y="134"/>
                  </a:lnTo>
                  <a:lnTo>
                    <a:pt x="869" y="97"/>
                  </a:lnTo>
                  <a:lnTo>
                    <a:pt x="871" y="77"/>
                  </a:lnTo>
                  <a:lnTo>
                    <a:pt x="875" y="69"/>
                  </a:lnTo>
                  <a:lnTo>
                    <a:pt x="882" y="59"/>
                  </a:lnTo>
                  <a:lnTo>
                    <a:pt x="886" y="45"/>
                  </a:lnTo>
                  <a:lnTo>
                    <a:pt x="895" y="14"/>
                  </a:lnTo>
                  <a:lnTo>
                    <a:pt x="895" y="4"/>
                  </a:lnTo>
                  <a:lnTo>
                    <a:pt x="889" y="0"/>
                  </a:lnTo>
                  <a:lnTo>
                    <a:pt x="876" y="3"/>
                  </a:lnTo>
                  <a:lnTo>
                    <a:pt x="865" y="10"/>
                  </a:lnTo>
                  <a:lnTo>
                    <a:pt x="846" y="30"/>
                  </a:lnTo>
                  <a:lnTo>
                    <a:pt x="805" y="71"/>
                  </a:lnTo>
                  <a:lnTo>
                    <a:pt x="754" y="12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l1526"/>
            <p:cNvSpPr/>
            <p:nvPr/>
          </p:nvSpPr>
          <p:spPr>
            <a:xfrm>
              <a:off x="4880972" y="4889020"/>
              <a:ext cx="19" cy="39"/>
            </a:xfrm>
            <a:custGeom>
              <a:avLst/>
              <a:pathLst>
                <a:path w="19" h="39">
                  <a:moveTo>
                    <a:pt x="16" y="37"/>
                  </a:moveTo>
                  <a:lnTo>
                    <a:pt x="7" y="39"/>
                  </a:lnTo>
                  <a:lnTo>
                    <a:pt x="4" y="32"/>
                  </a:lnTo>
                  <a:lnTo>
                    <a:pt x="6" y="26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13" y="4"/>
                  </a:lnTo>
                  <a:lnTo>
                    <a:pt x="16" y="9"/>
                  </a:lnTo>
                  <a:lnTo>
                    <a:pt x="19" y="16"/>
                  </a:lnTo>
                  <a:lnTo>
                    <a:pt x="18" y="27"/>
                  </a:lnTo>
                  <a:lnTo>
                    <a:pt x="16" y="3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l1527"/>
            <p:cNvSpPr/>
            <p:nvPr/>
          </p:nvSpPr>
          <p:spPr>
            <a:xfrm>
              <a:off x="4878837" y="4887970"/>
              <a:ext cx="309" cy="355"/>
            </a:xfrm>
            <a:custGeom>
              <a:avLst/>
              <a:pathLst>
                <a:path w="309" h="355">
                  <a:moveTo>
                    <a:pt x="0" y="280"/>
                  </a:moveTo>
                  <a:lnTo>
                    <a:pt x="37" y="355"/>
                  </a:lnTo>
                  <a:lnTo>
                    <a:pt x="128" y="349"/>
                  </a:lnTo>
                  <a:lnTo>
                    <a:pt x="202" y="318"/>
                  </a:lnTo>
                  <a:lnTo>
                    <a:pt x="205" y="282"/>
                  </a:lnTo>
                  <a:lnTo>
                    <a:pt x="206" y="268"/>
                  </a:lnTo>
                  <a:lnTo>
                    <a:pt x="208" y="260"/>
                  </a:lnTo>
                  <a:lnTo>
                    <a:pt x="208" y="238"/>
                  </a:lnTo>
                  <a:lnTo>
                    <a:pt x="208" y="231"/>
                  </a:lnTo>
                  <a:lnTo>
                    <a:pt x="210" y="224"/>
                  </a:lnTo>
                  <a:lnTo>
                    <a:pt x="211" y="216"/>
                  </a:lnTo>
                  <a:lnTo>
                    <a:pt x="214" y="204"/>
                  </a:lnTo>
                  <a:lnTo>
                    <a:pt x="217" y="192"/>
                  </a:lnTo>
                  <a:lnTo>
                    <a:pt x="222" y="175"/>
                  </a:lnTo>
                  <a:lnTo>
                    <a:pt x="238" y="144"/>
                  </a:lnTo>
                  <a:lnTo>
                    <a:pt x="245" y="128"/>
                  </a:lnTo>
                  <a:lnTo>
                    <a:pt x="268" y="97"/>
                  </a:lnTo>
                  <a:lnTo>
                    <a:pt x="278" y="84"/>
                  </a:lnTo>
                  <a:lnTo>
                    <a:pt x="288" y="69"/>
                  </a:lnTo>
                  <a:lnTo>
                    <a:pt x="301" y="57"/>
                  </a:lnTo>
                  <a:lnTo>
                    <a:pt x="305" y="50"/>
                  </a:lnTo>
                  <a:lnTo>
                    <a:pt x="309" y="40"/>
                  </a:lnTo>
                  <a:lnTo>
                    <a:pt x="296" y="27"/>
                  </a:lnTo>
                  <a:lnTo>
                    <a:pt x="270" y="0"/>
                  </a:lnTo>
                  <a:lnTo>
                    <a:pt x="223" y="11"/>
                  </a:lnTo>
                  <a:lnTo>
                    <a:pt x="182" y="18"/>
                  </a:lnTo>
                  <a:lnTo>
                    <a:pt x="182" y="24"/>
                  </a:lnTo>
                  <a:lnTo>
                    <a:pt x="178" y="29"/>
                  </a:lnTo>
                  <a:lnTo>
                    <a:pt x="175" y="36"/>
                  </a:lnTo>
                  <a:lnTo>
                    <a:pt x="167" y="46"/>
                  </a:lnTo>
                  <a:lnTo>
                    <a:pt x="151" y="60"/>
                  </a:lnTo>
                  <a:lnTo>
                    <a:pt x="137" y="67"/>
                  </a:lnTo>
                  <a:lnTo>
                    <a:pt x="128" y="69"/>
                  </a:lnTo>
                  <a:lnTo>
                    <a:pt x="117" y="71"/>
                  </a:lnTo>
                  <a:lnTo>
                    <a:pt x="110" y="72"/>
                  </a:lnTo>
                  <a:lnTo>
                    <a:pt x="101" y="72"/>
                  </a:lnTo>
                  <a:lnTo>
                    <a:pt x="95" y="76"/>
                  </a:lnTo>
                  <a:lnTo>
                    <a:pt x="90" y="84"/>
                  </a:lnTo>
                  <a:lnTo>
                    <a:pt x="81" y="103"/>
                  </a:lnTo>
                  <a:lnTo>
                    <a:pt x="74" y="114"/>
                  </a:lnTo>
                  <a:lnTo>
                    <a:pt x="68" y="123"/>
                  </a:lnTo>
                  <a:lnTo>
                    <a:pt x="61" y="131"/>
                  </a:lnTo>
                  <a:lnTo>
                    <a:pt x="54" y="137"/>
                  </a:lnTo>
                  <a:lnTo>
                    <a:pt x="49" y="141"/>
                  </a:lnTo>
                  <a:lnTo>
                    <a:pt x="42" y="147"/>
                  </a:lnTo>
                  <a:lnTo>
                    <a:pt x="28" y="159"/>
                  </a:lnTo>
                  <a:lnTo>
                    <a:pt x="0" y="28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l1528"/>
            <p:cNvSpPr/>
            <p:nvPr/>
          </p:nvSpPr>
          <p:spPr>
            <a:xfrm>
              <a:off x="4879381" y="4887621"/>
              <a:ext cx="293" cy="273"/>
            </a:xfrm>
            <a:custGeom>
              <a:avLst/>
              <a:pathLst>
                <a:path w="293" h="273">
                  <a:moveTo>
                    <a:pt x="2" y="269"/>
                  </a:moveTo>
                  <a:lnTo>
                    <a:pt x="8" y="273"/>
                  </a:lnTo>
                  <a:lnTo>
                    <a:pt x="14" y="270"/>
                  </a:lnTo>
                  <a:lnTo>
                    <a:pt x="21" y="262"/>
                  </a:lnTo>
                  <a:lnTo>
                    <a:pt x="28" y="256"/>
                  </a:lnTo>
                  <a:lnTo>
                    <a:pt x="34" y="253"/>
                  </a:lnTo>
                  <a:lnTo>
                    <a:pt x="39" y="251"/>
                  </a:lnTo>
                  <a:lnTo>
                    <a:pt x="55" y="248"/>
                  </a:lnTo>
                  <a:lnTo>
                    <a:pt x="61" y="247"/>
                  </a:lnTo>
                  <a:lnTo>
                    <a:pt x="67" y="244"/>
                  </a:lnTo>
                  <a:lnTo>
                    <a:pt x="73" y="240"/>
                  </a:lnTo>
                  <a:lnTo>
                    <a:pt x="116" y="210"/>
                  </a:lnTo>
                  <a:lnTo>
                    <a:pt x="126" y="203"/>
                  </a:lnTo>
                  <a:lnTo>
                    <a:pt x="135" y="198"/>
                  </a:lnTo>
                  <a:lnTo>
                    <a:pt x="140" y="196"/>
                  </a:lnTo>
                  <a:lnTo>
                    <a:pt x="157" y="189"/>
                  </a:lnTo>
                  <a:lnTo>
                    <a:pt x="165" y="185"/>
                  </a:lnTo>
                  <a:lnTo>
                    <a:pt x="175" y="183"/>
                  </a:lnTo>
                  <a:lnTo>
                    <a:pt x="183" y="189"/>
                  </a:lnTo>
                  <a:lnTo>
                    <a:pt x="189" y="187"/>
                  </a:lnTo>
                  <a:lnTo>
                    <a:pt x="194" y="182"/>
                  </a:lnTo>
                  <a:lnTo>
                    <a:pt x="197" y="177"/>
                  </a:lnTo>
                  <a:lnTo>
                    <a:pt x="199" y="172"/>
                  </a:lnTo>
                  <a:lnTo>
                    <a:pt x="201" y="166"/>
                  </a:lnTo>
                  <a:lnTo>
                    <a:pt x="200" y="159"/>
                  </a:lnTo>
                  <a:lnTo>
                    <a:pt x="197" y="149"/>
                  </a:lnTo>
                  <a:lnTo>
                    <a:pt x="196" y="139"/>
                  </a:lnTo>
                  <a:lnTo>
                    <a:pt x="197" y="127"/>
                  </a:lnTo>
                  <a:lnTo>
                    <a:pt x="199" y="100"/>
                  </a:lnTo>
                  <a:lnTo>
                    <a:pt x="199" y="93"/>
                  </a:lnTo>
                  <a:lnTo>
                    <a:pt x="202" y="86"/>
                  </a:lnTo>
                  <a:lnTo>
                    <a:pt x="207" y="79"/>
                  </a:lnTo>
                  <a:lnTo>
                    <a:pt x="212" y="74"/>
                  </a:lnTo>
                  <a:lnTo>
                    <a:pt x="221" y="65"/>
                  </a:lnTo>
                  <a:lnTo>
                    <a:pt x="227" y="61"/>
                  </a:lnTo>
                  <a:lnTo>
                    <a:pt x="235" y="54"/>
                  </a:lnTo>
                  <a:lnTo>
                    <a:pt x="251" y="43"/>
                  </a:lnTo>
                  <a:lnTo>
                    <a:pt x="268" y="31"/>
                  </a:lnTo>
                  <a:lnTo>
                    <a:pt x="275" y="25"/>
                  </a:lnTo>
                  <a:lnTo>
                    <a:pt x="280" y="19"/>
                  </a:lnTo>
                  <a:lnTo>
                    <a:pt x="285" y="12"/>
                  </a:lnTo>
                  <a:lnTo>
                    <a:pt x="293" y="1"/>
                  </a:lnTo>
                  <a:lnTo>
                    <a:pt x="288" y="0"/>
                  </a:lnTo>
                  <a:lnTo>
                    <a:pt x="283" y="1"/>
                  </a:lnTo>
                  <a:lnTo>
                    <a:pt x="277" y="4"/>
                  </a:lnTo>
                  <a:lnTo>
                    <a:pt x="272" y="7"/>
                  </a:lnTo>
                  <a:lnTo>
                    <a:pt x="266" y="10"/>
                  </a:lnTo>
                  <a:lnTo>
                    <a:pt x="242" y="24"/>
                  </a:lnTo>
                  <a:lnTo>
                    <a:pt x="229" y="30"/>
                  </a:lnTo>
                  <a:lnTo>
                    <a:pt x="190" y="52"/>
                  </a:lnTo>
                  <a:lnTo>
                    <a:pt x="152" y="76"/>
                  </a:lnTo>
                  <a:lnTo>
                    <a:pt x="137" y="88"/>
                  </a:lnTo>
                  <a:lnTo>
                    <a:pt x="128" y="103"/>
                  </a:lnTo>
                  <a:lnTo>
                    <a:pt x="121" y="113"/>
                  </a:lnTo>
                  <a:lnTo>
                    <a:pt x="111" y="126"/>
                  </a:lnTo>
                  <a:lnTo>
                    <a:pt x="102" y="141"/>
                  </a:lnTo>
                  <a:lnTo>
                    <a:pt x="90" y="159"/>
                  </a:lnTo>
                  <a:lnTo>
                    <a:pt x="85" y="166"/>
                  </a:lnTo>
                  <a:lnTo>
                    <a:pt x="80" y="171"/>
                  </a:lnTo>
                  <a:lnTo>
                    <a:pt x="34" y="214"/>
                  </a:lnTo>
                  <a:lnTo>
                    <a:pt x="30" y="217"/>
                  </a:lnTo>
                  <a:lnTo>
                    <a:pt x="25" y="220"/>
                  </a:lnTo>
                  <a:lnTo>
                    <a:pt x="20" y="225"/>
                  </a:lnTo>
                  <a:lnTo>
                    <a:pt x="12" y="234"/>
                  </a:lnTo>
                  <a:lnTo>
                    <a:pt x="8" y="239"/>
                  </a:lnTo>
                  <a:lnTo>
                    <a:pt x="4" y="245"/>
                  </a:lnTo>
                  <a:lnTo>
                    <a:pt x="0" y="252"/>
                  </a:lnTo>
                  <a:lnTo>
                    <a:pt x="0" y="261"/>
                  </a:lnTo>
                  <a:lnTo>
                    <a:pt x="2" y="26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l1529"/>
            <p:cNvSpPr/>
            <p:nvPr/>
          </p:nvSpPr>
          <p:spPr>
            <a:xfrm>
              <a:off x="4880832" y="4887821"/>
              <a:ext cx="484" cy="1240"/>
            </a:xfrm>
            <a:custGeom>
              <a:avLst/>
              <a:pathLst>
                <a:path w="484" h="1240">
                  <a:moveTo>
                    <a:pt x="52" y="1226"/>
                  </a:moveTo>
                  <a:lnTo>
                    <a:pt x="58" y="1230"/>
                  </a:lnTo>
                  <a:lnTo>
                    <a:pt x="64" y="1231"/>
                  </a:lnTo>
                  <a:lnTo>
                    <a:pt x="70" y="1230"/>
                  </a:lnTo>
                  <a:lnTo>
                    <a:pt x="76" y="1228"/>
                  </a:lnTo>
                  <a:lnTo>
                    <a:pt x="84" y="1220"/>
                  </a:lnTo>
                  <a:lnTo>
                    <a:pt x="91" y="1218"/>
                  </a:lnTo>
                  <a:lnTo>
                    <a:pt x="99" y="1211"/>
                  </a:lnTo>
                  <a:lnTo>
                    <a:pt x="104" y="1207"/>
                  </a:lnTo>
                  <a:lnTo>
                    <a:pt x="110" y="1203"/>
                  </a:lnTo>
                  <a:lnTo>
                    <a:pt x="115" y="1200"/>
                  </a:lnTo>
                  <a:lnTo>
                    <a:pt x="123" y="1197"/>
                  </a:lnTo>
                  <a:lnTo>
                    <a:pt x="128" y="1199"/>
                  </a:lnTo>
                  <a:lnTo>
                    <a:pt x="123" y="1205"/>
                  </a:lnTo>
                  <a:lnTo>
                    <a:pt x="118" y="1210"/>
                  </a:lnTo>
                  <a:lnTo>
                    <a:pt x="116" y="1215"/>
                  </a:lnTo>
                  <a:lnTo>
                    <a:pt x="111" y="1223"/>
                  </a:lnTo>
                  <a:lnTo>
                    <a:pt x="106" y="1228"/>
                  </a:lnTo>
                  <a:lnTo>
                    <a:pt x="100" y="1232"/>
                  </a:lnTo>
                  <a:lnTo>
                    <a:pt x="93" y="1234"/>
                  </a:lnTo>
                  <a:lnTo>
                    <a:pt x="88" y="1236"/>
                  </a:lnTo>
                  <a:lnTo>
                    <a:pt x="82" y="1238"/>
                  </a:lnTo>
                  <a:lnTo>
                    <a:pt x="76" y="1239"/>
                  </a:lnTo>
                  <a:lnTo>
                    <a:pt x="70" y="1239"/>
                  </a:lnTo>
                  <a:lnTo>
                    <a:pt x="65" y="1240"/>
                  </a:lnTo>
                  <a:lnTo>
                    <a:pt x="59" y="1239"/>
                  </a:lnTo>
                  <a:lnTo>
                    <a:pt x="53" y="1238"/>
                  </a:lnTo>
                  <a:lnTo>
                    <a:pt x="41" y="1234"/>
                  </a:lnTo>
                  <a:lnTo>
                    <a:pt x="35" y="1230"/>
                  </a:lnTo>
                  <a:lnTo>
                    <a:pt x="26" y="1218"/>
                  </a:lnTo>
                  <a:lnTo>
                    <a:pt x="22" y="1207"/>
                  </a:lnTo>
                  <a:lnTo>
                    <a:pt x="16" y="1189"/>
                  </a:lnTo>
                  <a:lnTo>
                    <a:pt x="10" y="1181"/>
                  </a:lnTo>
                  <a:lnTo>
                    <a:pt x="3" y="1172"/>
                  </a:lnTo>
                  <a:lnTo>
                    <a:pt x="1" y="1160"/>
                  </a:lnTo>
                  <a:lnTo>
                    <a:pt x="0" y="1147"/>
                  </a:lnTo>
                  <a:lnTo>
                    <a:pt x="3" y="1135"/>
                  </a:lnTo>
                  <a:lnTo>
                    <a:pt x="21" y="1047"/>
                  </a:lnTo>
                  <a:lnTo>
                    <a:pt x="37" y="978"/>
                  </a:lnTo>
                  <a:lnTo>
                    <a:pt x="74" y="971"/>
                  </a:lnTo>
                  <a:lnTo>
                    <a:pt x="103" y="951"/>
                  </a:lnTo>
                  <a:lnTo>
                    <a:pt x="108" y="946"/>
                  </a:lnTo>
                  <a:lnTo>
                    <a:pt x="114" y="940"/>
                  </a:lnTo>
                  <a:lnTo>
                    <a:pt x="117" y="935"/>
                  </a:lnTo>
                  <a:lnTo>
                    <a:pt x="122" y="927"/>
                  </a:lnTo>
                  <a:lnTo>
                    <a:pt x="160" y="812"/>
                  </a:lnTo>
                  <a:lnTo>
                    <a:pt x="165" y="798"/>
                  </a:lnTo>
                  <a:lnTo>
                    <a:pt x="203" y="671"/>
                  </a:lnTo>
                  <a:lnTo>
                    <a:pt x="211" y="645"/>
                  </a:lnTo>
                  <a:lnTo>
                    <a:pt x="268" y="544"/>
                  </a:lnTo>
                  <a:lnTo>
                    <a:pt x="272" y="540"/>
                  </a:lnTo>
                  <a:lnTo>
                    <a:pt x="344" y="416"/>
                  </a:lnTo>
                  <a:lnTo>
                    <a:pt x="359" y="389"/>
                  </a:lnTo>
                  <a:lnTo>
                    <a:pt x="364" y="376"/>
                  </a:lnTo>
                  <a:lnTo>
                    <a:pt x="368" y="367"/>
                  </a:lnTo>
                  <a:lnTo>
                    <a:pt x="375" y="340"/>
                  </a:lnTo>
                  <a:lnTo>
                    <a:pt x="376" y="327"/>
                  </a:lnTo>
                  <a:lnTo>
                    <a:pt x="376" y="321"/>
                  </a:lnTo>
                  <a:lnTo>
                    <a:pt x="376" y="315"/>
                  </a:lnTo>
                  <a:lnTo>
                    <a:pt x="373" y="301"/>
                  </a:lnTo>
                  <a:lnTo>
                    <a:pt x="363" y="278"/>
                  </a:lnTo>
                  <a:lnTo>
                    <a:pt x="364" y="266"/>
                  </a:lnTo>
                  <a:lnTo>
                    <a:pt x="375" y="203"/>
                  </a:lnTo>
                  <a:lnTo>
                    <a:pt x="392" y="164"/>
                  </a:lnTo>
                  <a:lnTo>
                    <a:pt x="430" y="90"/>
                  </a:lnTo>
                  <a:lnTo>
                    <a:pt x="434" y="81"/>
                  </a:lnTo>
                  <a:lnTo>
                    <a:pt x="439" y="68"/>
                  </a:lnTo>
                  <a:lnTo>
                    <a:pt x="445" y="37"/>
                  </a:lnTo>
                  <a:lnTo>
                    <a:pt x="445" y="28"/>
                  </a:lnTo>
                  <a:lnTo>
                    <a:pt x="448" y="3"/>
                  </a:lnTo>
                  <a:lnTo>
                    <a:pt x="480" y="0"/>
                  </a:lnTo>
                  <a:lnTo>
                    <a:pt x="477" y="8"/>
                  </a:lnTo>
                  <a:lnTo>
                    <a:pt x="477" y="15"/>
                  </a:lnTo>
                  <a:lnTo>
                    <a:pt x="477" y="21"/>
                  </a:lnTo>
                  <a:lnTo>
                    <a:pt x="483" y="25"/>
                  </a:lnTo>
                  <a:lnTo>
                    <a:pt x="484" y="35"/>
                  </a:lnTo>
                  <a:lnTo>
                    <a:pt x="479" y="58"/>
                  </a:lnTo>
                  <a:lnTo>
                    <a:pt x="476" y="73"/>
                  </a:lnTo>
                  <a:lnTo>
                    <a:pt x="471" y="89"/>
                  </a:lnTo>
                  <a:lnTo>
                    <a:pt x="464" y="110"/>
                  </a:lnTo>
                  <a:lnTo>
                    <a:pt x="461" y="117"/>
                  </a:lnTo>
                  <a:lnTo>
                    <a:pt x="444" y="156"/>
                  </a:lnTo>
                  <a:lnTo>
                    <a:pt x="435" y="176"/>
                  </a:lnTo>
                  <a:lnTo>
                    <a:pt x="433" y="185"/>
                  </a:lnTo>
                  <a:lnTo>
                    <a:pt x="431" y="193"/>
                  </a:lnTo>
                  <a:lnTo>
                    <a:pt x="429" y="201"/>
                  </a:lnTo>
                  <a:lnTo>
                    <a:pt x="426" y="249"/>
                  </a:lnTo>
                  <a:lnTo>
                    <a:pt x="413" y="342"/>
                  </a:lnTo>
                  <a:lnTo>
                    <a:pt x="413" y="357"/>
                  </a:lnTo>
                  <a:lnTo>
                    <a:pt x="412" y="366"/>
                  </a:lnTo>
                  <a:lnTo>
                    <a:pt x="410" y="373"/>
                  </a:lnTo>
                  <a:lnTo>
                    <a:pt x="407" y="382"/>
                  </a:lnTo>
                  <a:lnTo>
                    <a:pt x="340" y="508"/>
                  </a:lnTo>
                  <a:lnTo>
                    <a:pt x="273" y="634"/>
                  </a:lnTo>
                  <a:lnTo>
                    <a:pt x="250" y="683"/>
                  </a:lnTo>
                  <a:lnTo>
                    <a:pt x="242" y="706"/>
                  </a:lnTo>
                  <a:lnTo>
                    <a:pt x="238" y="720"/>
                  </a:lnTo>
                  <a:lnTo>
                    <a:pt x="235" y="733"/>
                  </a:lnTo>
                  <a:lnTo>
                    <a:pt x="231" y="762"/>
                  </a:lnTo>
                  <a:lnTo>
                    <a:pt x="224" y="854"/>
                  </a:lnTo>
                  <a:lnTo>
                    <a:pt x="223" y="865"/>
                  </a:lnTo>
                  <a:lnTo>
                    <a:pt x="223" y="872"/>
                  </a:lnTo>
                  <a:lnTo>
                    <a:pt x="222" y="878"/>
                  </a:lnTo>
                  <a:lnTo>
                    <a:pt x="220" y="886"/>
                  </a:lnTo>
                  <a:lnTo>
                    <a:pt x="218" y="894"/>
                  </a:lnTo>
                  <a:lnTo>
                    <a:pt x="215" y="901"/>
                  </a:lnTo>
                  <a:lnTo>
                    <a:pt x="212" y="909"/>
                  </a:lnTo>
                  <a:lnTo>
                    <a:pt x="205" y="922"/>
                  </a:lnTo>
                  <a:lnTo>
                    <a:pt x="202" y="927"/>
                  </a:lnTo>
                  <a:lnTo>
                    <a:pt x="198" y="933"/>
                  </a:lnTo>
                  <a:lnTo>
                    <a:pt x="194" y="939"/>
                  </a:lnTo>
                  <a:lnTo>
                    <a:pt x="190" y="944"/>
                  </a:lnTo>
                  <a:lnTo>
                    <a:pt x="173" y="958"/>
                  </a:lnTo>
                  <a:lnTo>
                    <a:pt x="154" y="973"/>
                  </a:lnTo>
                  <a:lnTo>
                    <a:pt x="120" y="995"/>
                  </a:lnTo>
                  <a:lnTo>
                    <a:pt x="116" y="1000"/>
                  </a:lnTo>
                  <a:lnTo>
                    <a:pt x="116" y="1007"/>
                  </a:lnTo>
                  <a:lnTo>
                    <a:pt x="117" y="1015"/>
                  </a:lnTo>
                  <a:lnTo>
                    <a:pt x="123" y="1031"/>
                  </a:lnTo>
                  <a:lnTo>
                    <a:pt x="125" y="1038"/>
                  </a:lnTo>
                  <a:lnTo>
                    <a:pt x="125" y="1045"/>
                  </a:lnTo>
                  <a:lnTo>
                    <a:pt x="124" y="1063"/>
                  </a:lnTo>
                  <a:lnTo>
                    <a:pt x="122" y="1073"/>
                  </a:lnTo>
                  <a:lnTo>
                    <a:pt x="121" y="1079"/>
                  </a:lnTo>
                  <a:lnTo>
                    <a:pt x="118" y="1086"/>
                  </a:lnTo>
                  <a:lnTo>
                    <a:pt x="115" y="1093"/>
                  </a:lnTo>
                  <a:lnTo>
                    <a:pt x="111" y="1099"/>
                  </a:lnTo>
                  <a:lnTo>
                    <a:pt x="107" y="1105"/>
                  </a:lnTo>
                  <a:lnTo>
                    <a:pt x="101" y="1111"/>
                  </a:lnTo>
                  <a:lnTo>
                    <a:pt x="88" y="1120"/>
                  </a:lnTo>
                  <a:lnTo>
                    <a:pt x="49" y="1141"/>
                  </a:lnTo>
                  <a:lnTo>
                    <a:pt x="43" y="1145"/>
                  </a:lnTo>
                  <a:lnTo>
                    <a:pt x="38" y="1149"/>
                  </a:lnTo>
                  <a:lnTo>
                    <a:pt x="34" y="1154"/>
                  </a:lnTo>
                  <a:lnTo>
                    <a:pt x="31" y="1163"/>
                  </a:lnTo>
                  <a:lnTo>
                    <a:pt x="31" y="1170"/>
                  </a:lnTo>
                  <a:lnTo>
                    <a:pt x="31" y="1177"/>
                  </a:lnTo>
                  <a:lnTo>
                    <a:pt x="32" y="1184"/>
                  </a:lnTo>
                  <a:lnTo>
                    <a:pt x="33" y="1190"/>
                  </a:lnTo>
                  <a:lnTo>
                    <a:pt x="35" y="1196"/>
                  </a:lnTo>
                  <a:lnTo>
                    <a:pt x="37" y="1203"/>
                  </a:lnTo>
                  <a:lnTo>
                    <a:pt x="39" y="1209"/>
                  </a:lnTo>
                  <a:lnTo>
                    <a:pt x="42" y="1215"/>
                  </a:lnTo>
                  <a:lnTo>
                    <a:pt x="47" y="1222"/>
                  </a:lnTo>
                  <a:lnTo>
                    <a:pt x="52" y="122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l1530"/>
            <p:cNvSpPr/>
            <p:nvPr/>
          </p:nvSpPr>
          <p:spPr>
            <a:xfrm>
              <a:off x="4879817" y="4886854"/>
              <a:ext cx="180" cy="191"/>
            </a:xfrm>
            <a:custGeom>
              <a:avLst/>
              <a:pathLst>
                <a:path w="180" h="191">
                  <a:moveTo>
                    <a:pt x="38" y="181"/>
                  </a:moveTo>
                  <a:lnTo>
                    <a:pt x="48" y="191"/>
                  </a:lnTo>
                  <a:lnTo>
                    <a:pt x="109" y="115"/>
                  </a:lnTo>
                  <a:lnTo>
                    <a:pt x="116" y="104"/>
                  </a:lnTo>
                  <a:lnTo>
                    <a:pt x="156" y="49"/>
                  </a:lnTo>
                  <a:lnTo>
                    <a:pt x="176" y="24"/>
                  </a:lnTo>
                  <a:lnTo>
                    <a:pt x="180" y="19"/>
                  </a:lnTo>
                  <a:lnTo>
                    <a:pt x="177" y="8"/>
                  </a:lnTo>
                  <a:lnTo>
                    <a:pt x="169" y="0"/>
                  </a:lnTo>
                  <a:lnTo>
                    <a:pt x="141" y="4"/>
                  </a:lnTo>
                  <a:lnTo>
                    <a:pt x="116" y="11"/>
                  </a:lnTo>
                  <a:lnTo>
                    <a:pt x="88" y="19"/>
                  </a:lnTo>
                  <a:lnTo>
                    <a:pt x="72" y="23"/>
                  </a:lnTo>
                  <a:lnTo>
                    <a:pt x="19" y="60"/>
                  </a:lnTo>
                  <a:lnTo>
                    <a:pt x="7" y="72"/>
                  </a:lnTo>
                  <a:lnTo>
                    <a:pt x="0" y="94"/>
                  </a:lnTo>
                  <a:lnTo>
                    <a:pt x="0" y="110"/>
                  </a:lnTo>
                  <a:lnTo>
                    <a:pt x="2" y="122"/>
                  </a:lnTo>
                  <a:lnTo>
                    <a:pt x="15" y="146"/>
                  </a:lnTo>
                  <a:lnTo>
                    <a:pt x="30" y="165"/>
                  </a:lnTo>
                  <a:lnTo>
                    <a:pt x="38" y="18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l1531"/>
            <p:cNvSpPr/>
            <p:nvPr/>
          </p:nvSpPr>
          <p:spPr>
            <a:xfrm>
              <a:off x="4882033" y="4883535"/>
              <a:ext cx="2108" cy="1824"/>
            </a:xfrm>
            <a:custGeom>
              <a:avLst/>
              <a:pathLst>
                <a:path w="2108" h="1824">
                  <a:moveTo>
                    <a:pt x="2072" y="300"/>
                  </a:moveTo>
                  <a:lnTo>
                    <a:pt x="2061" y="293"/>
                  </a:lnTo>
                  <a:lnTo>
                    <a:pt x="2054" y="312"/>
                  </a:lnTo>
                  <a:lnTo>
                    <a:pt x="2058" y="351"/>
                  </a:lnTo>
                  <a:lnTo>
                    <a:pt x="2052" y="354"/>
                  </a:lnTo>
                  <a:lnTo>
                    <a:pt x="2038" y="352"/>
                  </a:lnTo>
                  <a:lnTo>
                    <a:pt x="2005" y="339"/>
                  </a:lnTo>
                  <a:lnTo>
                    <a:pt x="1991" y="330"/>
                  </a:lnTo>
                  <a:lnTo>
                    <a:pt x="1953" y="279"/>
                  </a:lnTo>
                  <a:lnTo>
                    <a:pt x="1945" y="275"/>
                  </a:lnTo>
                  <a:lnTo>
                    <a:pt x="1939" y="277"/>
                  </a:lnTo>
                  <a:lnTo>
                    <a:pt x="1930" y="288"/>
                  </a:lnTo>
                  <a:lnTo>
                    <a:pt x="1871" y="382"/>
                  </a:lnTo>
                  <a:lnTo>
                    <a:pt x="1827" y="429"/>
                  </a:lnTo>
                  <a:lnTo>
                    <a:pt x="1818" y="433"/>
                  </a:lnTo>
                  <a:lnTo>
                    <a:pt x="1813" y="430"/>
                  </a:lnTo>
                  <a:lnTo>
                    <a:pt x="1809" y="424"/>
                  </a:lnTo>
                  <a:lnTo>
                    <a:pt x="1811" y="407"/>
                  </a:lnTo>
                  <a:lnTo>
                    <a:pt x="1822" y="382"/>
                  </a:lnTo>
                  <a:lnTo>
                    <a:pt x="1833" y="367"/>
                  </a:lnTo>
                  <a:lnTo>
                    <a:pt x="1865" y="321"/>
                  </a:lnTo>
                  <a:lnTo>
                    <a:pt x="1884" y="273"/>
                  </a:lnTo>
                  <a:lnTo>
                    <a:pt x="1894" y="247"/>
                  </a:lnTo>
                  <a:lnTo>
                    <a:pt x="1904" y="227"/>
                  </a:lnTo>
                  <a:lnTo>
                    <a:pt x="1897" y="211"/>
                  </a:lnTo>
                  <a:lnTo>
                    <a:pt x="1872" y="186"/>
                  </a:lnTo>
                  <a:lnTo>
                    <a:pt x="1839" y="156"/>
                  </a:lnTo>
                  <a:lnTo>
                    <a:pt x="1825" y="142"/>
                  </a:lnTo>
                  <a:lnTo>
                    <a:pt x="1801" y="116"/>
                  </a:lnTo>
                  <a:lnTo>
                    <a:pt x="1786" y="105"/>
                  </a:lnTo>
                  <a:lnTo>
                    <a:pt x="1760" y="95"/>
                  </a:lnTo>
                  <a:lnTo>
                    <a:pt x="1739" y="57"/>
                  </a:lnTo>
                  <a:lnTo>
                    <a:pt x="1737" y="51"/>
                  </a:lnTo>
                  <a:lnTo>
                    <a:pt x="1765" y="0"/>
                  </a:lnTo>
                  <a:lnTo>
                    <a:pt x="1724" y="23"/>
                  </a:lnTo>
                  <a:lnTo>
                    <a:pt x="1654" y="54"/>
                  </a:lnTo>
                  <a:lnTo>
                    <a:pt x="1614" y="73"/>
                  </a:lnTo>
                  <a:lnTo>
                    <a:pt x="1484" y="147"/>
                  </a:lnTo>
                  <a:lnTo>
                    <a:pt x="1326" y="229"/>
                  </a:lnTo>
                  <a:lnTo>
                    <a:pt x="1299" y="246"/>
                  </a:lnTo>
                  <a:lnTo>
                    <a:pt x="1266" y="251"/>
                  </a:lnTo>
                  <a:lnTo>
                    <a:pt x="1240" y="246"/>
                  </a:lnTo>
                  <a:lnTo>
                    <a:pt x="1226" y="244"/>
                  </a:lnTo>
                  <a:lnTo>
                    <a:pt x="1215" y="244"/>
                  </a:lnTo>
                  <a:lnTo>
                    <a:pt x="1186" y="254"/>
                  </a:lnTo>
                  <a:lnTo>
                    <a:pt x="1140" y="273"/>
                  </a:lnTo>
                  <a:lnTo>
                    <a:pt x="1121" y="276"/>
                  </a:lnTo>
                  <a:lnTo>
                    <a:pt x="1103" y="276"/>
                  </a:lnTo>
                  <a:lnTo>
                    <a:pt x="1084" y="270"/>
                  </a:lnTo>
                  <a:lnTo>
                    <a:pt x="1075" y="271"/>
                  </a:lnTo>
                  <a:lnTo>
                    <a:pt x="1058" y="274"/>
                  </a:lnTo>
                  <a:lnTo>
                    <a:pt x="1030" y="273"/>
                  </a:lnTo>
                  <a:lnTo>
                    <a:pt x="1021" y="272"/>
                  </a:lnTo>
                  <a:lnTo>
                    <a:pt x="1011" y="272"/>
                  </a:lnTo>
                  <a:lnTo>
                    <a:pt x="1004" y="274"/>
                  </a:lnTo>
                  <a:lnTo>
                    <a:pt x="1003" y="282"/>
                  </a:lnTo>
                  <a:lnTo>
                    <a:pt x="1005" y="289"/>
                  </a:lnTo>
                  <a:lnTo>
                    <a:pt x="1003" y="298"/>
                  </a:lnTo>
                  <a:lnTo>
                    <a:pt x="987" y="307"/>
                  </a:lnTo>
                  <a:lnTo>
                    <a:pt x="960" y="312"/>
                  </a:lnTo>
                  <a:lnTo>
                    <a:pt x="923" y="325"/>
                  </a:lnTo>
                  <a:lnTo>
                    <a:pt x="911" y="333"/>
                  </a:lnTo>
                  <a:lnTo>
                    <a:pt x="904" y="343"/>
                  </a:lnTo>
                  <a:lnTo>
                    <a:pt x="901" y="355"/>
                  </a:lnTo>
                  <a:lnTo>
                    <a:pt x="894" y="370"/>
                  </a:lnTo>
                  <a:lnTo>
                    <a:pt x="887" y="380"/>
                  </a:lnTo>
                  <a:lnTo>
                    <a:pt x="880" y="386"/>
                  </a:lnTo>
                  <a:lnTo>
                    <a:pt x="848" y="414"/>
                  </a:lnTo>
                  <a:lnTo>
                    <a:pt x="837" y="430"/>
                  </a:lnTo>
                  <a:lnTo>
                    <a:pt x="827" y="443"/>
                  </a:lnTo>
                  <a:lnTo>
                    <a:pt x="816" y="447"/>
                  </a:lnTo>
                  <a:lnTo>
                    <a:pt x="803" y="442"/>
                  </a:lnTo>
                  <a:lnTo>
                    <a:pt x="784" y="443"/>
                  </a:lnTo>
                  <a:lnTo>
                    <a:pt x="772" y="447"/>
                  </a:lnTo>
                  <a:lnTo>
                    <a:pt x="766" y="454"/>
                  </a:lnTo>
                  <a:lnTo>
                    <a:pt x="758" y="461"/>
                  </a:lnTo>
                  <a:lnTo>
                    <a:pt x="752" y="465"/>
                  </a:lnTo>
                  <a:lnTo>
                    <a:pt x="745" y="470"/>
                  </a:lnTo>
                  <a:lnTo>
                    <a:pt x="739" y="474"/>
                  </a:lnTo>
                  <a:lnTo>
                    <a:pt x="733" y="478"/>
                  </a:lnTo>
                  <a:lnTo>
                    <a:pt x="726" y="484"/>
                  </a:lnTo>
                  <a:lnTo>
                    <a:pt x="720" y="489"/>
                  </a:lnTo>
                  <a:lnTo>
                    <a:pt x="713" y="500"/>
                  </a:lnTo>
                  <a:lnTo>
                    <a:pt x="712" y="512"/>
                  </a:lnTo>
                  <a:lnTo>
                    <a:pt x="715" y="519"/>
                  </a:lnTo>
                  <a:lnTo>
                    <a:pt x="718" y="524"/>
                  </a:lnTo>
                  <a:lnTo>
                    <a:pt x="723" y="530"/>
                  </a:lnTo>
                  <a:lnTo>
                    <a:pt x="735" y="546"/>
                  </a:lnTo>
                  <a:lnTo>
                    <a:pt x="739" y="552"/>
                  </a:lnTo>
                  <a:lnTo>
                    <a:pt x="748" y="564"/>
                  </a:lnTo>
                  <a:lnTo>
                    <a:pt x="753" y="570"/>
                  </a:lnTo>
                  <a:lnTo>
                    <a:pt x="760" y="581"/>
                  </a:lnTo>
                  <a:lnTo>
                    <a:pt x="764" y="587"/>
                  </a:lnTo>
                  <a:lnTo>
                    <a:pt x="768" y="593"/>
                  </a:lnTo>
                  <a:lnTo>
                    <a:pt x="770" y="598"/>
                  </a:lnTo>
                  <a:lnTo>
                    <a:pt x="780" y="609"/>
                  </a:lnTo>
                  <a:lnTo>
                    <a:pt x="787" y="616"/>
                  </a:lnTo>
                  <a:lnTo>
                    <a:pt x="793" y="624"/>
                  </a:lnTo>
                  <a:lnTo>
                    <a:pt x="802" y="633"/>
                  </a:lnTo>
                  <a:lnTo>
                    <a:pt x="804" y="646"/>
                  </a:lnTo>
                  <a:lnTo>
                    <a:pt x="802" y="652"/>
                  </a:lnTo>
                  <a:lnTo>
                    <a:pt x="796" y="663"/>
                  </a:lnTo>
                  <a:lnTo>
                    <a:pt x="789" y="681"/>
                  </a:lnTo>
                  <a:lnTo>
                    <a:pt x="781" y="690"/>
                  </a:lnTo>
                  <a:lnTo>
                    <a:pt x="770" y="704"/>
                  </a:lnTo>
                  <a:lnTo>
                    <a:pt x="777" y="708"/>
                  </a:lnTo>
                  <a:lnTo>
                    <a:pt x="784" y="714"/>
                  </a:lnTo>
                  <a:lnTo>
                    <a:pt x="783" y="721"/>
                  </a:lnTo>
                  <a:lnTo>
                    <a:pt x="772" y="736"/>
                  </a:lnTo>
                  <a:lnTo>
                    <a:pt x="726" y="775"/>
                  </a:lnTo>
                  <a:lnTo>
                    <a:pt x="684" y="801"/>
                  </a:lnTo>
                  <a:lnTo>
                    <a:pt x="611" y="830"/>
                  </a:lnTo>
                  <a:lnTo>
                    <a:pt x="558" y="845"/>
                  </a:lnTo>
                  <a:lnTo>
                    <a:pt x="499" y="862"/>
                  </a:lnTo>
                  <a:lnTo>
                    <a:pt x="435" y="879"/>
                  </a:lnTo>
                  <a:lnTo>
                    <a:pt x="412" y="883"/>
                  </a:lnTo>
                  <a:lnTo>
                    <a:pt x="388" y="891"/>
                  </a:lnTo>
                  <a:lnTo>
                    <a:pt x="368" y="903"/>
                  </a:lnTo>
                  <a:lnTo>
                    <a:pt x="354" y="909"/>
                  </a:lnTo>
                  <a:lnTo>
                    <a:pt x="340" y="909"/>
                  </a:lnTo>
                  <a:lnTo>
                    <a:pt x="324" y="913"/>
                  </a:lnTo>
                  <a:lnTo>
                    <a:pt x="316" y="921"/>
                  </a:lnTo>
                  <a:lnTo>
                    <a:pt x="307" y="936"/>
                  </a:lnTo>
                  <a:lnTo>
                    <a:pt x="297" y="954"/>
                  </a:lnTo>
                  <a:lnTo>
                    <a:pt x="293" y="974"/>
                  </a:lnTo>
                  <a:lnTo>
                    <a:pt x="289" y="986"/>
                  </a:lnTo>
                  <a:lnTo>
                    <a:pt x="285" y="1003"/>
                  </a:lnTo>
                  <a:lnTo>
                    <a:pt x="283" y="1027"/>
                  </a:lnTo>
                  <a:lnTo>
                    <a:pt x="280" y="1036"/>
                  </a:lnTo>
                  <a:lnTo>
                    <a:pt x="281" y="1044"/>
                  </a:lnTo>
                  <a:lnTo>
                    <a:pt x="280" y="1050"/>
                  </a:lnTo>
                  <a:lnTo>
                    <a:pt x="275" y="1060"/>
                  </a:lnTo>
                  <a:lnTo>
                    <a:pt x="256" y="1113"/>
                  </a:lnTo>
                  <a:lnTo>
                    <a:pt x="225" y="1173"/>
                  </a:lnTo>
                  <a:lnTo>
                    <a:pt x="179" y="1316"/>
                  </a:lnTo>
                  <a:lnTo>
                    <a:pt x="112" y="1454"/>
                  </a:lnTo>
                  <a:lnTo>
                    <a:pt x="49" y="1654"/>
                  </a:lnTo>
                  <a:lnTo>
                    <a:pt x="0" y="1771"/>
                  </a:lnTo>
                  <a:lnTo>
                    <a:pt x="1" y="1804"/>
                  </a:lnTo>
                  <a:lnTo>
                    <a:pt x="17" y="1795"/>
                  </a:lnTo>
                  <a:lnTo>
                    <a:pt x="28" y="1807"/>
                  </a:lnTo>
                  <a:lnTo>
                    <a:pt x="33" y="1813"/>
                  </a:lnTo>
                  <a:lnTo>
                    <a:pt x="35" y="1819"/>
                  </a:lnTo>
                  <a:lnTo>
                    <a:pt x="38" y="1824"/>
                  </a:lnTo>
                  <a:lnTo>
                    <a:pt x="42" y="1821"/>
                  </a:lnTo>
                  <a:lnTo>
                    <a:pt x="47" y="1816"/>
                  </a:lnTo>
                  <a:lnTo>
                    <a:pt x="49" y="1811"/>
                  </a:lnTo>
                  <a:lnTo>
                    <a:pt x="51" y="1803"/>
                  </a:lnTo>
                  <a:lnTo>
                    <a:pt x="52" y="1797"/>
                  </a:lnTo>
                  <a:lnTo>
                    <a:pt x="52" y="1790"/>
                  </a:lnTo>
                  <a:lnTo>
                    <a:pt x="50" y="1775"/>
                  </a:lnTo>
                  <a:lnTo>
                    <a:pt x="51" y="1767"/>
                  </a:lnTo>
                  <a:lnTo>
                    <a:pt x="55" y="1759"/>
                  </a:lnTo>
                  <a:lnTo>
                    <a:pt x="59" y="1754"/>
                  </a:lnTo>
                  <a:lnTo>
                    <a:pt x="64" y="1749"/>
                  </a:lnTo>
                  <a:lnTo>
                    <a:pt x="70" y="1743"/>
                  </a:lnTo>
                  <a:lnTo>
                    <a:pt x="77" y="1737"/>
                  </a:lnTo>
                  <a:lnTo>
                    <a:pt x="84" y="1730"/>
                  </a:lnTo>
                  <a:lnTo>
                    <a:pt x="102" y="1718"/>
                  </a:lnTo>
                  <a:lnTo>
                    <a:pt x="122" y="1705"/>
                  </a:lnTo>
                  <a:lnTo>
                    <a:pt x="131" y="1700"/>
                  </a:lnTo>
                  <a:lnTo>
                    <a:pt x="139" y="1695"/>
                  </a:lnTo>
                  <a:lnTo>
                    <a:pt x="145" y="1692"/>
                  </a:lnTo>
                  <a:lnTo>
                    <a:pt x="150" y="1690"/>
                  </a:lnTo>
                  <a:lnTo>
                    <a:pt x="170" y="1683"/>
                  </a:lnTo>
                  <a:lnTo>
                    <a:pt x="174" y="1679"/>
                  </a:lnTo>
                  <a:lnTo>
                    <a:pt x="180" y="1672"/>
                  </a:lnTo>
                  <a:lnTo>
                    <a:pt x="185" y="1667"/>
                  </a:lnTo>
                  <a:lnTo>
                    <a:pt x="191" y="1664"/>
                  </a:lnTo>
                  <a:lnTo>
                    <a:pt x="198" y="1660"/>
                  </a:lnTo>
                  <a:lnTo>
                    <a:pt x="211" y="1655"/>
                  </a:lnTo>
                  <a:lnTo>
                    <a:pt x="229" y="1647"/>
                  </a:lnTo>
                  <a:lnTo>
                    <a:pt x="235" y="1642"/>
                  </a:lnTo>
                  <a:lnTo>
                    <a:pt x="240" y="1636"/>
                  </a:lnTo>
                  <a:lnTo>
                    <a:pt x="250" y="1622"/>
                  </a:lnTo>
                  <a:lnTo>
                    <a:pt x="269" y="1602"/>
                  </a:lnTo>
                  <a:lnTo>
                    <a:pt x="273" y="1597"/>
                  </a:lnTo>
                  <a:lnTo>
                    <a:pt x="276" y="1591"/>
                  </a:lnTo>
                  <a:lnTo>
                    <a:pt x="278" y="1584"/>
                  </a:lnTo>
                  <a:lnTo>
                    <a:pt x="279" y="1579"/>
                  </a:lnTo>
                  <a:lnTo>
                    <a:pt x="281" y="1573"/>
                  </a:lnTo>
                  <a:lnTo>
                    <a:pt x="299" y="1525"/>
                  </a:lnTo>
                  <a:lnTo>
                    <a:pt x="310" y="1515"/>
                  </a:lnTo>
                  <a:lnTo>
                    <a:pt x="316" y="1506"/>
                  </a:lnTo>
                  <a:lnTo>
                    <a:pt x="324" y="1499"/>
                  </a:lnTo>
                  <a:lnTo>
                    <a:pt x="332" y="1495"/>
                  </a:lnTo>
                  <a:lnTo>
                    <a:pt x="348" y="1484"/>
                  </a:lnTo>
                  <a:lnTo>
                    <a:pt x="367" y="1473"/>
                  </a:lnTo>
                  <a:lnTo>
                    <a:pt x="389" y="1460"/>
                  </a:lnTo>
                  <a:lnTo>
                    <a:pt x="406" y="1448"/>
                  </a:lnTo>
                  <a:lnTo>
                    <a:pt x="421" y="1438"/>
                  </a:lnTo>
                  <a:lnTo>
                    <a:pt x="432" y="1431"/>
                  </a:lnTo>
                  <a:lnTo>
                    <a:pt x="440" y="1428"/>
                  </a:lnTo>
                  <a:lnTo>
                    <a:pt x="450" y="1425"/>
                  </a:lnTo>
                  <a:lnTo>
                    <a:pt x="461" y="1420"/>
                  </a:lnTo>
                  <a:lnTo>
                    <a:pt x="471" y="1410"/>
                  </a:lnTo>
                  <a:lnTo>
                    <a:pt x="482" y="1403"/>
                  </a:lnTo>
                  <a:lnTo>
                    <a:pt x="525" y="1378"/>
                  </a:lnTo>
                  <a:lnTo>
                    <a:pt x="556" y="1360"/>
                  </a:lnTo>
                  <a:lnTo>
                    <a:pt x="587" y="1339"/>
                  </a:lnTo>
                  <a:lnTo>
                    <a:pt x="604" y="1326"/>
                  </a:lnTo>
                  <a:lnTo>
                    <a:pt x="623" y="1316"/>
                  </a:lnTo>
                  <a:lnTo>
                    <a:pt x="687" y="1290"/>
                  </a:lnTo>
                  <a:lnTo>
                    <a:pt x="753" y="1257"/>
                  </a:lnTo>
                  <a:lnTo>
                    <a:pt x="767" y="1248"/>
                  </a:lnTo>
                  <a:lnTo>
                    <a:pt x="774" y="1241"/>
                  </a:lnTo>
                  <a:lnTo>
                    <a:pt x="783" y="1233"/>
                  </a:lnTo>
                  <a:lnTo>
                    <a:pt x="799" y="1225"/>
                  </a:lnTo>
                  <a:lnTo>
                    <a:pt x="851" y="1195"/>
                  </a:lnTo>
                  <a:lnTo>
                    <a:pt x="861" y="1186"/>
                  </a:lnTo>
                  <a:lnTo>
                    <a:pt x="867" y="1175"/>
                  </a:lnTo>
                  <a:lnTo>
                    <a:pt x="879" y="1158"/>
                  </a:lnTo>
                  <a:lnTo>
                    <a:pt x="883" y="1152"/>
                  </a:lnTo>
                  <a:lnTo>
                    <a:pt x="890" y="1149"/>
                  </a:lnTo>
                  <a:lnTo>
                    <a:pt x="896" y="1151"/>
                  </a:lnTo>
                  <a:lnTo>
                    <a:pt x="901" y="1160"/>
                  </a:lnTo>
                  <a:lnTo>
                    <a:pt x="898" y="1167"/>
                  </a:lnTo>
                  <a:lnTo>
                    <a:pt x="888" y="1178"/>
                  </a:lnTo>
                  <a:lnTo>
                    <a:pt x="885" y="1187"/>
                  </a:lnTo>
                  <a:lnTo>
                    <a:pt x="889" y="1191"/>
                  </a:lnTo>
                  <a:lnTo>
                    <a:pt x="899" y="1190"/>
                  </a:lnTo>
                  <a:lnTo>
                    <a:pt x="924" y="1186"/>
                  </a:lnTo>
                  <a:lnTo>
                    <a:pt x="956" y="1182"/>
                  </a:lnTo>
                  <a:lnTo>
                    <a:pt x="988" y="1177"/>
                  </a:lnTo>
                  <a:lnTo>
                    <a:pt x="1053" y="1157"/>
                  </a:lnTo>
                  <a:lnTo>
                    <a:pt x="1141" y="1124"/>
                  </a:lnTo>
                  <a:lnTo>
                    <a:pt x="1187" y="1103"/>
                  </a:lnTo>
                  <a:lnTo>
                    <a:pt x="1236" y="1076"/>
                  </a:lnTo>
                  <a:lnTo>
                    <a:pt x="1273" y="1060"/>
                  </a:lnTo>
                  <a:lnTo>
                    <a:pt x="1305" y="1047"/>
                  </a:lnTo>
                  <a:lnTo>
                    <a:pt x="1327" y="1035"/>
                  </a:lnTo>
                  <a:lnTo>
                    <a:pt x="1355" y="1025"/>
                  </a:lnTo>
                  <a:lnTo>
                    <a:pt x="1375" y="1020"/>
                  </a:lnTo>
                  <a:lnTo>
                    <a:pt x="1391" y="1018"/>
                  </a:lnTo>
                  <a:lnTo>
                    <a:pt x="1406" y="1016"/>
                  </a:lnTo>
                  <a:lnTo>
                    <a:pt x="1423" y="1015"/>
                  </a:lnTo>
                  <a:lnTo>
                    <a:pt x="1438" y="1014"/>
                  </a:lnTo>
                  <a:lnTo>
                    <a:pt x="1474" y="1015"/>
                  </a:lnTo>
                  <a:lnTo>
                    <a:pt x="1507" y="1005"/>
                  </a:lnTo>
                  <a:lnTo>
                    <a:pt x="1562" y="995"/>
                  </a:lnTo>
                  <a:lnTo>
                    <a:pt x="1598" y="980"/>
                  </a:lnTo>
                  <a:lnTo>
                    <a:pt x="1604" y="978"/>
                  </a:lnTo>
                  <a:lnTo>
                    <a:pt x="1609" y="979"/>
                  </a:lnTo>
                  <a:lnTo>
                    <a:pt x="1621" y="977"/>
                  </a:lnTo>
                  <a:lnTo>
                    <a:pt x="1628" y="972"/>
                  </a:lnTo>
                  <a:lnTo>
                    <a:pt x="1633" y="966"/>
                  </a:lnTo>
                  <a:lnTo>
                    <a:pt x="1638" y="961"/>
                  </a:lnTo>
                  <a:lnTo>
                    <a:pt x="1643" y="959"/>
                  </a:lnTo>
                  <a:lnTo>
                    <a:pt x="1650" y="956"/>
                  </a:lnTo>
                  <a:lnTo>
                    <a:pt x="1659" y="953"/>
                  </a:lnTo>
                  <a:lnTo>
                    <a:pt x="1673" y="948"/>
                  </a:lnTo>
                  <a:lnTo>
                    <a:pt x="1682" y="945"/>
                  </a:lnTo>
                  <a:lnTo>
                    <a:pt x="1693" y="939"/>
                  </a:lnTo>
                  <a:lnTo>
                    <a:pt x="1714" y="928"/>
                  </a:lnTo>
                  <a:lnTo>
                    <a:pt x="1724" y="921"/>
                  </a:lnTo>
                  <a:lnTo>
                    <a:pt x="1748" y="911"/>
                  </a:lnTo>
                  <a:lnTo>
                    <a:pt x="1760" y="906"/>
                  </a:lnTo>
                  <a:lnTo>
                    <a:pt x="1770" y="902"/>
                  </a:lnTo>
                  <a:lnTo>
                    <a:pt x="1800" y="885"/>
                  </a:lnTo>
                  <a:lnTo>
                    <a:pt x="1813" y="877"/>
                  </a:lnTo>
                  <a:lnTo>
                    <a:pt x="1825" y="874"/>
                  </a:lnTo>
                  <a:lnTo>
                    <a:pt x="1842" y="868"/>
                  </a:lnTo>
                  <a:lnTo>
                    <a:pt x="1865" y="856"/>
                  </a:lnTo>
                  <a:lnTo>
                    <a:pt x="1894" y="843"/>
                  </a:lnTo>
                  <a:lnTo>
                    <a:pt x="1936" y="819"/>
                  </a:lnTo>
                  <a:lnTo>
                    <a:pt x="1948" y="812"/>
                  </a:lnTo>
                  <a:lnTo>
                    <a:pt x="1974" y="798"/>
                  </a:lnTo>
                  <a:lnTo>
                    <a:pt x="1993" y="783"/>
                  </a:lnTo>
                  <a:lnTo>
                    <a:pt x="2012" y="765"/>
                  </a:lnTo>
                  <a:lnTo>
                    <a:pt x="2024" y="751"/>
                  </a:lnTo>
                  <a:lnTo>
                    <a:pt x="2034" y="739"/>
                  </a:lnTo>
                  <a:lnTo>
                    <a:pt x="2055" y="707"/>
                  </a:lnTo>
                  <a:lnTo>
                    <a:pt x="2059" y="699"/>
                  </a:lnTo>
                  <a:lnTo>
                    <a:pt x="2067" y="682"/>
                  </a:lnTo>
                  <a:lnTo>
                    <a:pt x="2089" y="643"/>
                  </a:lnTo>
                  <a:lnTo>
                    <a:pt x="2097" y="620"/>
                  </a:lnTo>
                  <a:lnTo>
                    <a:pt x="2100" y="605"/>
                  </a:lnTo>
                  <a:lnTo>
                    <a:pt x="2102" y="588"/>
                  </a:lnTo>
                  <a:lnTo>
                    <a:pt x="2103" y="568"/>
                  </a:lnTo>
                  <a:lnTo>
                    <a:pt x="2108" y="535"/>
                  </a:lnTo>
                  <a:lnTo>
                    <a:pt x="2107" y="506"/>
                  </a:lnTo>
                  <a:lnTo>
                    <a:pt x="2107" y="498"/>
                  </a:lnTo>
                  <a:lnTo>
                    <a:pt x="2107" y="460"/>
                  </a:lnTo>
                  <a:lnTo>
                    <a:pt x="2091" y="374"/>
                  </a:lnTo>
                  <a:lnTo>
                    <a:pt x="2082" y="308"/>
                  </a:lnTo>
                  <a:lnTo>
                    <a:pt x="2072" y="300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l1532"/>
            <p:cNvSpPr/>
            <p:nvPr/>
          </p:nvSpPr>
          <p:spPr>
            <a:xfrm>
              <a:off x="4884165" y="4882615"/>
              <a:ext cx="1661" cy="1651"/>
            </a:xfrm>
            <a:custGeom>
              <a:avLst/>
              <a:pathLst>
                <a:path w="1661" h="1651">
                  <a:moveTo>
                    <a:pt x="1520" y="72"/>
                  </a:moveTo>
                  <a:lnTo>
                    <a:pt x="1492" y="79"/>
                  </a:lnTo>
                  <a:lnTo>
                    <a:pt x="1471" y="85"/>
                  </a:lnTo>
                  <a:lnTo>
                    <a:pt x="1452" y="93"/>
                  </a:lnTo>
                  <a:lnTo>
                    <a:pt x="1436" y="105"/>
                  </a:lnTo>
                  <a:lnTo>
                    <a:pt x="1423" y="106"/>
                  </a:lnTo>
                  <a:lnTo>
                    <a:pt x="1407" y="107"/>
                  </a:lnTo>
                  <a:lnTo>
                    <a:pt x="1391" y="105"/>
                  </a:lnTo>
                  <a:lnTo>
                    <a:pt x="1372" y="104"/>
                  </a:lnTo>
                  <a:lnTo>
                    <a:pt x="1355" y="106"/>
                  </a:lnTo>
                  <a:lnTo>
                    <a:pt x="1340" y="106"/>
                  </a:lnTo>
                  <a:lnTo>
                    <a:pt x="1330" y="104"/>
                  </a:lnTo>
                  <a:lnTo>
                    <a:pt x="1317" y="98"/>
                  </a:lnTo>
                  <a:lnTo>
                    <a:pt x="1311" y="89"/>
                  </a:lnTo>
                  <a:lnTo>
                    <a:pt x="1313" y="82"/>
                  </a:lnTo>
                  <a:lnTo>
                    <a:pt x="1316" y="66"/>
                  </a:lnTo>
                  <a:lnTo>
                    <a:pt x="1319" y="52"/>
                  </a:lnTo>
                  <a:lnTo>
                    <a:pt x="1313" y="39"/>
                  </a:lnTo>
                  <a:lnTo>
                    <a:pt x="1308" y="32"/>
                  </a:lnTo>
                  <a:lnTo>
                    <a:pt x="1296" y="25"/>
                  </a:lnTo>
                  <a:lnTo>
                    <a:pt x="1273" y="13"/>
                  </a:lnTo>
                  <a:lnTo>
                    <a:pt x="1252" y="5"/>
                  </a:lnTo>
                  <a:lnTo>
                    <a:pt x="1230" y="0"/>
                  </a:lnTo>
                  <a:lnTo>
                    <a:pt x="1206" y="0"/>
                  </a:lnTo>
                  <a:lnTo>
                    <a:pt x="1183" y="7"/>
                  </a:lnTo>
                  <a:lnTo>
                    <a:pt x="1165" y="19"/>
                  </a:lnTo>
                  <a:lnTo>
                    <a:pt x="1159" y="28"/>
                  </a:lnTo>
                  <a:lnTo>
                    <a:pt x="1150" y="35"/>
                  </a:lnTo>
                  <a:lnTo>
                    <a:pt x="1137" y="44"/>
                  </a:lnTo>
                  <a:lnTo>
                    <a:pt x="1129" y="52"/>
                  </a:lnTo>
                  <a:lnTo>
                    <a:pt x="1119" y="68"/>
                  </a:lnTo>
                  <a:lnTo>
                    <a:pt x="1108" y="80"/>
                  </a:lnTo>
                  <a:lnTo>
                    <a:pt x="1097" y="88"/>
                  </a:lnTo>
                  <a:lnTo>
                    <a:pt x="1072" y="99"/>
                  </a:lnTo>
                  <a:lnTo>
                    <a:pt x="1048" y="113"/>
                  </a:lnTo>
                  <a:lnTo>
                    <a:pt x="1029" y="124"/>
                  </a:lnTo>
                  <a:lnTo>
                    <a:pt x="1000" y="149"/>
                  </a:lnTo>
                  <a:lnTo>
                    <a:pt x="955" y="181"/>
                  </a:lnTo>
                  <a:lnTo>
                    <a:pt x="947" y="186"/>
                  </a:lnTo>
                  <a:lnTo>
                    <a:pt x="939" y="190"/>
                  </a:lnTo>
                  <a:lnTo>
                    <a:pt x="908" y="206"/>
                  </a:lnTo>
                  <a:lnTo>
                    <a:pt x="883" y="220"/>
                  </a:lnTo>
                  <a:lnTo>
                    <a:pt x="782" y="266"/>
                  </a:lnTo>
                  <a:lnTo>
                    <a:pt x="726" y="294"/>
                  </a:lnTo>
                  <a:lnTo>
                    <a:pt x="654" y="328"/>
                  </a:lnTo>
                  <a:lnTo>
                    <a:pt x="621" y="345"/>
                  </a:lnTo>
                  <a:lnTo>
                    <a:pt x="497" y="402"/>
                  </a:lnTo>
                  <a:lnTo>
                    <a:pt x="467" y="417"/>
                  </a:lnTo>
                  <a:lnTo>
                    <a:pt x="444" y="430"/>
                  </a:lnTo>
                  <a:lnTo>
                    <a:pt x="372" y="475"/>
                  </a:lnTo>
                  <a:lnTo>
                    <a:pt x="323" y="510"/>
                  </a:lnTo>
                  <a:lnTo>
                    <a:pt x="314" y="517"/>
                  </a:lnTo>
                  <a:lnTo>
                    <a:pt x="234" y="594"/>
                  </a:lnTo>
                  <a:lnTo>
                    <a:pt x="197" y="632"/>
                  </a:lnTo>
                  <a:lnTo>
                    <a:pt x="185" y="653"/>
                  </a:lnTo>
                  <a:lnTo>
                    <a:pt x="178" y="669"/>
                  </a:lnTo>
                  <a:lnTo>
                    <a:pt x="156" y="701"/>
                  </a:lnTo>
                  <a:lnTo>
                    <a:pt x="145" y="713"/>
                  </a:lnTo>
                  <a:lnTo>
                    <a:pt x="141" y="718"/>
                  </a:lnTo>
                  <a:lnTo>
                    <a:pt x="134" y="723"/>
                  </a:lnTo>
                  <a:lnTo>
                    <a:pt x="129" y="727"/>
                  </a:lnTo>
                  <a:lnTo>
                    <a:pt x="119" y="731"/>
                  </a:lnTo>
                  <a:lnTo>
                    <a:pt x="110" y="736"/>
                  </a:lnTo>
                  <a:lnTo>
                    <a:pt x="103" y="741"/>
                  </a:lnTo>
                  <a:lnTo>
                    <a:pt x="95" y="748"/>
                  </a:lnTo>
                  <a:lnTo>
                    <a:pt x="61" y="779"/>
                  </a:lnTo>
                  <a:lnTo>
                    <a:pt x="44" y="797"/>
                  </a:lnTo>
                  <a:lnTo>
                    <a:pt x="28" y="816"/>
                  </a:lnTo>
                  <a:lnTo>
                    <a:pt x="22" y="824"/>
                  </a:lnTo>
                  <a:lnTo>
                    <a:pt x="18" y="831"/>
                  </a:lnTo>
                  <a:lnTo>
                    <a:pt x="14" y="837"/>
                  </a:lnTo>
                  <a:lnTo>
                    <a:pt x="12" y="843"/>
                  </a:lnTo>
                  <a:lnTo>
                    <a:pt x="7" y="854"/>
                  </a:lnTo>
                  <a:lnTo>
                    <a:pt x="5" y="862"/>
                  </a:lnTo>
                  <a:lnTo>
                    <a:pt x="2" y="871"/>
                  </a:lnTo>
                  <a:lnTo>
                    <a:pt x="1" y="881"/>
                  </a:lnTo>
                  <a:lnTo>
                    <a:pt x="0" y="887"/>
                  </a:lnTo>
                  <a:lnTo>
                    <a:pt x="0" y="894"/>
                  </a:lnTo>
                  <a:lnTo>
                    <a:pt x="0" y="901"/>
                  </a:lnTo>
                  <a:lnTo>
                    <a:pt x="1" y="908"/>
                  </a:lnTo>
                  <a:lnTo>
                    <a:pt x="8" y="936"/>
                  </a:lnTo>
                  <a:lnTo>
                    <a:pt x="9" y="942"/>
                  </a:lnTo>
                  <a:lnTo>
                    <a:pt x="31" y="999"/>
                  </a:lnTo>
                  <a:lnTo>
                    <a:pt x="45" y="1030"/>
                  </a:lnTo>
                  <a:lnTo>
                    <a:pt x="49" y="1037"/>
                  </a:lnTo>
                  <a:lnTo>
                    <a:pt x="51" y="1045"/>
                  </a:lnTo>
                  <a:lnTo>
                    <a:pt x="52" y="1053"/>
                  </a:lnTo>
                  <a:lnTo>
                    <a:pt x="59" y="1090"/>
                  </a:lnTo>
                  <a:lnTo>
                    <a:pt x="62" y="1105"/>
                  </a:lnTo>
                  <a:lnTo>
                    <a:pt x="66" y="1119"/>
                  </a:lnTo>
                  <a:lnTo>
                    <a:pt x="71" y="1132"/>
                  </a:lnTo>
                  <a:lnTo>
                    <a:pt x="75" y="1142"/>
                  </a:lnTo>
                  <a:lnTo>
                    <a:pt x="82" y="1156"/>
                  </a:lnTo>
                  <a:lnTo>
                    <a:pt x="99" y="1196"/>
                  </a:lnTo>
                  <a:lnTo>
                    <a:pt x="101" y="1203"/>
                  </a:lnTo>
                  <a:lnTo>
                    <a:pt x="106" y="1221"/>
                  </a:lnTo>
                  <a:lnTo>
                    <a:pt x="116" y="1246"/>
                  </a:lnTo>
                  <a:lnTo>
                    <a:pt x="117" y="1252"/>
                  </a:lnTo>
                  <a:lnTo>
                    <a:pt x="119" y="1259"/>
                  </a:lnTo>
                  <a:lnTo>
                    <a:pt x="120" y="1267"/>
                  </a:lnTo>
                  <a:lnTo>
                    <a:pt x="122" y="1288"/>
                  </a:lnTo>
                  <a:lnTo>
                    <a:pt x="122" y="1312"/>
                  </a:lnTo>
                  <a:lnTo>
                    <a:pt x="121" y="1329"/>
                  </a:lnTo>
                  <a:lnTo>
                    <a:pt x="122" y="1346"/>
                  </a:lnTo>
                  <a:lnTo>
                    <a:pt x="122" y="1353"/>
                  </a:lnTo>
                  <a:lnTo>
                    <a:pt x="124" y="1364"/>
                  </a:lnTo>
                  <a:lnTo>
                    <a:pt x="123" y="1384"/>
                  </a:lnTo>
                  <a:lnTo>
                    <a:pt x="123" y="1394"/>
                  </a:lnTo>
                  <a:lnTo>
                    <a:pt x="131" y="1410"/>
                  </a:lnTo>
                  <a:lnTo>
                    <a:pt x="140" y="1451"/>
                  </a:lnTo>
                  <a:lnTo>
                    <a:pt x="141" y="1458"/>
                  </a:lnTo>
                  <a:lnTo>
                    <a:pt x="142" y="1466"/>
                  </a:lnTo>
                  <a:lnTo>
                    <a:pt x="143" y="1482"/>
                  </a:lnTo>
                  <a:lnTo>
                    <a:pt x="143" y="1500"/>
                  </a:lnTo>
                  <a:lnTo>
                    <a:pt x="143" y="1508"/>
                  </a:lnTo>
                  <a:lnTo>
                    <a:pt x="140" y="1532"/>
                  </a:lnTo>
                  <a:lnTo>
                    <a:pt x="139" y="1560"/>
                  </a:lnTo>
                  <a:lnTo>
                    <a:pt x="136" y="1584"/>
                  </a:lnTo>
                  <a:lnTo>
                    <a:pt x="133" y="1599"/>
                  </a:lnTo>
                  <a:lnTo>
                    <a:pt x="126" y="1632"/>
                  </a:lnTo>
                  <a:lnTo>
                    <a:pt x="126" y="1639"/>
                  </a:lnTo>
                  <a:lnTo>
                    <a:pt x="128" y="1646"/>
                  </a:lnTo>
                  <a:lnTo>
                    <a:pt x="133" y="1651"/>
                  </a:lnTo>
                  <a:lnTo>
                    <a:pt x="140" y="1650"/>
                  </a:lnTo>
                  <a:lnTo>
                    <a:pt x="145" y="1647"/>
                  </a:lnTo>
                  <a:lnTo>
                    <a:pt x="161" y="1638"/>
                  </a:lnTo>
                  <a:lnTo>
                    <a:pt x="166" y="1634"/>
                  </a:lnTo>
                  <a:lnTo>
                    <a:pt x="171" y="1630"/>
                  </a:lnTo>
                  <a:lnTo>
                    <a:pt x="176" y="1626"/>
                  </a:lnTo>
                  <a:lnTo>
                    <a:pt x="181" y="1622"/>
                  </a:lnTo>
                  <a:lnTo>
                    <a:pt x="189" y="1614"/>
                  </a:lnTo>
                  <a:lnTo>
                    <a:pt x="193" y="1610"/>
                  </a:lnTo>
                  <a:lnTo>
                    <a:pt x="198" y="1606"/>
                  </a:lnTo>
                  <a:lnTo>
                    <a:pt x="204" y="1602"/>
                  </a:lnTo>
                  <a:lnTo>
                    <a:pt x="212" y="1598"/>
                  </a:lnTo>
                  <a:lnTo>
                    <a:pt x="220" y="1594"/>
                  </a:lnTo>
                  <a:lnTo>
                    <a:pt x="229" y="1591"/>
                  </a:lnTo>
                  <a:lnTo>
                    <a:pt x="238" y="1589"/>
                  </a:lnTo>
                  <a:lnTo>
                    <a:pt x="245" y="1587"/>
                  </a:lnTo>
                  <a:lnTo>
                    <a:pt x="251" y="1586"/>
                  </a:lnTo>
                  <a:lnTo>
                    <a:pt x="259" y="1585"/>
                  </a:lnTo>
                  <a:lnTo>
                    <a:pt x="265" y="1586"/>
                  </a:lnTo>
                  <a:lnTo>
                    <a:pt x="274" y="1584"/>
                  </a:lnTo>
                  <a:lnTo>
                    <a:pt x="280" y="1582"/>
                  </a:lnTo>
                  <a:lnTo>
                    <a:pt x="286" y="1584"/>
                  </a:lnTo>
                  <a:lnTo>
                    <a:pt x="283" y="1590"/>
                  </a:lnTo>
                  <a:lnTo>
                    <a:pt x="279" y="1594"/>
                  </a:lnTo>
                  <a:lnTo>
                    <a:pt x="277" y="1599"/>
                  </a:lnTo>
                  <a:lnTo>
                    <a:pt x="281" y="1604"/>
                  </a:lnTo>
                  <a:lnTo>
                    <a:pt x="287" y="1608"/>
                  </a:lnTo>
                  <a:lnTo>
                    <a:pt x="294" y="1611"/>
                  </a:lnTo>
                  <a:lnTo>
                    <a:pt x="300" y="1611"/>
                  </a:lnTo>
                  <a:lnTo>
                    <a:pt x="308" y="1610"/>
                  </a:lnTo>
                  <a:lnTo>
                    <a:pt x="317" y="1610"/>
                  </a:lnTo>
                  <a:lnTo>
                    <a:pt x="327" y="1608"/>
                  </a:lnTo>
                  <a:lnTo>
                    <a:pt x="336" y="1607"/>
                  </a:lnTo>
                  <a:lnTo>
                    <a:pt x="344" y="1605"/>
                  </a:lnTo>
                  <a:lnTo>
                    <a:pt x="351" y="1603"/>
                  </a:lnTo>
                  <a:lnTo>
                    <a:pt x="357" y="1601"/>
                  </a:lnTo>
                  <a:lnTo>
                    <a:pt x="366" y="1597"/>
                  </a:lnTo>
                  <a:lnTo>
                    <a:pt x="372" y="1595"/>
                  </a:lnTo>
                  <a:lnTo>
                    <a:pt x="400" y="1591"/>
                  </a:lnTo>
                  <a:lnTo>
                    <a:pt x="417" y="1590"/>
                  </a:lnTo>
                  <a:lnTo>
                    <a:pt x="423" y="1590"/>
                  </a:lnTo>
                  <a:lnTo>
                    <a:pt x="429" y="1588"/>
                  </a:lnTo>
                  <a:lnTo>
                    <a:pt x="444" y="1567"/>
                  </a:lnTo>
                  <a:lnTo>
                    <a:pt x="449" y="1560"/>
                  </a:lnTo>
                  <a:lnTo>
                    <a:pt x="518" y="1489"/>
                  </a:lnTo>
                  <a:lnTo>
                    <a:pt x="525" y="1480"/>
                  </a:lnTo>
                  <a:lnTo>
                    <a:pt x="536" y="1464"/>
                  </a:lnTo>
                  <a:lnTo>
                    <a:pt x="540" y="1460"/>
                  </a:lnTo>
                  <a:lnTo>
                    <a:pt x="544" y="1455"/>
                  </a:lnTo>
                  <a:lnTo>
                    <a:pt x="552" y="1450"/>
                  </a:lnTo>
                  <a:lnTo>
                    <a:pt x="558" y="1446"/>
                  </a:lnTo>
                  <a:lnTo>
                    <a:pt x="564" y="1444"/>
                  </a:lnTo>
                  <a:lnTo>
                    <a:pt x="623" y="1427"/>
                  </a:lnTo>
                  <a:lnTo>
                    <a:pt x="629" y="1426"/>
                  </a:lnTo>
                  <a:lnTo>
                    <a:pt x="634" y="1425"/>
                  </a:lnTo>
                  <a:lnTo>
                    <a:pt x="645" y="1424"/>
                  </a:lnTo>
                  <a:lnTo>
                    <a:pt x="653" y="1424"/>
                  </a:lnTo>
                  <a:lnTo>
                    <a:pt x="663" y="1425"/>
                  </a:lnTo>
                  <a:lnTo>
                    <a:pt x="678" y="1429"/>
                  </a:lnTo>
                  <a:lnTo>
                    <a:pt x="689" y="1431"/>
                  </a:lnTo>
                  <a:lnTo>
                    <a:pt x="695" y="1432"/>
                  </a:lnTo>
                  <a:lnTo>
                    <a:pt x="708" y="1433"/>
                  </a:lnTo>
                  <a:lnTo>
                    <a:pt x="721" y="1433"/>
                  </a:lnTo>
                  <a:lnTo>
                    <a:pt x="727" y="1433"/>
                  </a:lnTo>
                  <a:lnTo>
                    <a:pt x="733" y="1434"/>
                  </a:lnTo>
                  <a:lnTo>
                    <a:pt x="742" y="1437"/>
                  </a:lnTo>
                  <a:lnTo>
                    <a:pt x="748" y="1439"/>
                  </a:lnTo>
                  <a:lnTo>
                    <a:pt x="756" y="1440"/>
                  </a:lnTo>
                  <a:lnTo>
                    <a:pt x="763" y="1439"/>
                  </a:lnTo>
                  <a:lnTo>
                    <a:pt x="772" y="1435"/>
                  </a:lnTo>
                  <a:lnTo>
                    <a:pt x="779" y="1432"/>
                  </a:lnTo>
                  <a:lnTo>
                    <a:pt x="857" y="1392"/>
                  </a:lnTo>
                  <a:lnTo>
                    <a:pt x="903" y="1365"/>
                  </a:lnTo>
                  <a:lnTo>
                    <a:pt x="932" y="1346"/>
                  </a:lnTo>
                  <a:lnTo>
                    <a:pt x="941" y="1340"/>
                  </a:lnTo>
                  <a:lnTo>
                    <a:pt x="951" y="1334"/>
                  </a:lnTo>
                  <a:lnTo>
                    <a:pt x="963" y="1328"/>
                  </a:lnTo>
                  <a:lnTo>
                    <a:pt x="985" y="1318"/>
                  </a:lnTo>
                  <a:lnTo>
                    <a:pt x="994" y="1315"/>
                  </a:lnTo>
                  <a:lnTo>
                    <a:pt x="1005" y="1311"/>
                  </a:lnTo>
                  <a:lnTo>
                    <a:pt x="1017" y="1306"/>
                  </a:lnTo>
                  <a:lnTo>
                    <a:pt x="1046" y="1291"/>
                  </a:lnTo>
                  <a:lnTo>
                    <a:pt x="1058" y="1284"/>
                  </a:lnTo>
                  <a:lnTo>
                    <a:pt x="1120" y="1242"/>
                  </a:lnTo>
                  <a:lnTo>
                    <a:pt x="1165" y="1205"/>
                  </a:lnTo>
                  <a:lnTo>
                    <a:pt x="1170" y="1201"/>
                  </a:lnTo>
                  <a:lnTo>
                    <a:pt x="1174" y="1197"/>
                  </a:lnTo>
                  <a:lnTo>
                    <a:pt x="1178" y="1192"/>
                  </a:lnTo>
                  <a:lnTo>
                    <a:pt x="1181" y="1188"/>
                  </a:lnTo>
                  <a:lnTo>
                    <a:pt x="1189" y="1177"/>
                  </a:lnTo>
                  <a:lnTo>
                    <a:pt x="1196" y="1169"/>
                  </a:lnTo>
                  <a:lnTo>
                    <a:pt x="1232" y="1139"/>
                  </a:lnTo>
                  <a:lnTo>
                    <a:pt x="1247" y="1128"/>
                  </a:lnTo>
                  <a:lnTo>
                    <a:pt x="1259" y="1122"/>
                  </a:lnTo>
                  <a:lnTo>
                    <a:pt x="1267" y="1118"/>
                  </a:lnTo>
                  <a:lnTo>
                    <a:pt x="1274" y="1117"/>
                  </a:lnTo>
                  <a:lnTo>
                    <a:pt x="1283" y="1116"/>
                  </a:lnTo>
                  <a:lnTo>
                    <a:pt x="1295" y="1115"/>
                  </a:lnTo>
                  <a:lnTo>
                    <a:pt x="1303" y="1113"/>
                  </a:lnTo>
                  <a:lnTo>
                    <a:pt x="1309" y="1111"/>
                  </a:lnTo>
                  <a:lnTo>
                    <a:pt x="1319" y="1106"/>
                  </a:lnTo>
                  <a:lnTo>
                    <a:pt x="1326" y="1103"/>
                  </a:lnTo>
                  <a:lnTo>
                    <a:pt x="1337" y="1099"/>
                  </a:lnTo>
                  <a:lnTo>
                    <a:pt x="1344" y="1096"/>
                  </a:lnTo>
                  <a:lnTo>
                    <a:pt x="1352" y="1092"/>
                  </a:lnTo>
                  <a:lnTo>
                    <a:pt x="1359" y="1088"/>
                  </a:lnTo>
                  <a:lnTo>
                    <a:pt x="1366" y="1084"/>
                  </a:lnTo>
                  <a:lnTo>
                    <a:pt x="1370" y="1080"/>
                  </a:lnTo>
                  <a:lnTo>
                    <a:pt x="1377" y="1074"/>
                  </a:lnTo>
                  <a:lnTo>
                    <a:pt x="1390" y="1059"/>
                  </a:lnTo>
                  <a:lnTo>
                    <a:pt x="1396" y="1052"/>
                  </a:lnTo>
                  <a:lnTo>
                    <a:pt x="1402" y="1047"/>
                  </a:lnTo>
                  <a:lnTo>
                    <a:pt x="1415" y="1042"/>
                  </a:lnTo>
                  <a:lnTo>
                    <a:pt x="1440" y="1023"/>
                  </a:lnTo>
                  <a:lnTo>
                    <a:pt x="1447" y="1019"/>
                  </a:lnTo>
                  <a:lnTo>
                    <a:pt x="1464" y="1010"/>
                  </a:lnTo>
                  <a:lnTo>
                    <a:pt x="1470" y="1007"/>
                  </a:lnTo>
                  <a:lnTo>
                    <a:pt x="1480" y="996"/>
                  </a:lnTo>
                  <a:lnTo>
                    <a:pt x="1486" y="990"/>
                  </a:lnTo>
                  <a:lnTo>
                    <a:pt x="1493" y="983"/>
                  </a:lnTo>
                  <a:lnTo>
                    <a:pt x="1500" y="978"/>
                  </a:lnTo>
                  <a:lnTo>
                    <a:pt x="1520" y="965"/>
                  </a:lnTo>
                  <a:lnTo>
                    <a:pt x="1530" y="958"/>
                  </a:lnTo>
                  <a:lnTo>
                    <a:pt x="1539" y="954"/>
                  </a:lnTo>
                  <a:lnTo>
                    <a:pt x="1544" y="951"/>
                  </a:lnTo>
                  <a:lnTo>
                    <a:pt x="1551" y="945"/>
                  </a:lnTo>
                  <a:lnTo>
                    <a:pt x="1559" y="937"/>
                  </a:lnTo>
                  <a:lnTo>
                    <a:pt x="1573" y="923"/>
                  </a:lnTo>
                  <a:lnTo>
                    <a:pt x="1578" y="918"/>
                  </a:lnTo>
                  <a:lnTo>
                    <a:pt x="1583" y="922"/>
                  </a:lnTo>
                  <a:lnTo>
                    <a:pt x="1589" y="919"/>
                  </a:lnTo>
                  <a:lnTo>
                    <a:pt x="1596" y="906"/>
                  </a:lnTo>
                  <a:lnTo>
                    <a:pt x="1600" y="899"/>
                  </a:lnTo>
                  <a:lnTo>
                    <a:pt x="1606" y="890"/>
                  </a:lnTo>
                  <a:lnTo>
                    <a:pt x="1611" y="882"/>
                  </a:lnTo>
                  <a:lnTo>
                    <a:pt x="1614" y="874"/>
                  </a:lnTo>
                  <a:lnTo>
                    <a:pt x="1617" y="865"/>
                  </a:lnTo>
                  <a:lnTo>
                    <a:pt x="1619" y="858"/>
                  </a:lnTo>
                  <a:lnTo>
                    <a:pt x="1622" y="850"/>
                  </a:lnTo>
                  <a:lnTo>
                    <a:pt x="1624" y="842"/>
                  </a:lnTo>
                  <a:lnTo>
                    <a:pt x="1626" y="836"/>
                  </a:lnTo>
                  <a:lnTo>
                    <a:pt x="1630" y="828"/>
                  </a:lnTo>
                  <a:lnTo>
                    <a:pt x="1632" y="819"/>
                  </a:lnTo>
                  <a:lnTo>
                    <a:pt x="1647" y="784"/>
                  </a:lnTo>
                  <a:lnTo>
                    <a:pt x="1649" y="779"/>
                  </a:lnTo>
                  <a:lnTo>
                    <a:pt x="1650" y="773"/>
                  </a:lnTo>
                  <a:lnTo>
                    <a:pt x="1649" y="757"/>
                  </a:lnTo>
                  <a:lnTo>
                    <a:pt x="1649" y="748"/>
                  </a:lnTo>
                  <a:lnTo>
                    <a:pt x="1653" y="735"/>
                  </a:lnTo>
                  <a:lnTo>
                    <a:pt x="1655" y="727"/>
                  </a:lnTo>
                  <a:lnTo>
                    <a:pt x="1656" y="716"/>
                  </a:lnTo>
                  <a:lnTo>
                    <a:pt x="1656" y="706"/>
                  </a:lnTo>
                  <a:lnTo>
                    <a:pt x="1659" y="684"/>
                  </a:lnTo>
                  <a:lnTo>
                    <a:pt x="1660" y="676"/>
                  </a:lnTo>
                  <a:lnTo>
                    <a:pt x="1657" y="617"/>
                  </a:lnTo>
                  <a:lnTo>
                    <a:pt x="1661" y="579"/>
                  </a:lnTo>
                  <a:lnTo>
                    <a:pt x="1659" y="550"/>
                  </a:lnTo>
                  <a:lnTo>
                    <a:pt x="1658" y="473"/>
                  </a:lnTo>
                  <a:lnTo>
                    <a:pt x="1655" y="366"/>
                  </a:lnTo>
                  <a:lnTo>
                    <a:pt x="1649" y="314"/>
                  </a:lnTo>
                  <a:lnTo>
                    <a:pt x="1645" y="274"/>
                  </a:lnTo>
                  <a:lnTo>
                    <a:pt x="1646" y="222"/>
                  </a:lnTo>
                  <a:lnTo>
                    <a:pt x="1648" y="174"/>
                  </a:lnTo>
                  <a:lnTo>
                    <a:pt x="1648" y="160"/>
                  </a:lnTo>
                  <a:lnTo>
                    <a:pt x="1646" y="149"/>
                  </a:lnTo>
                  <a:lnTo>
                    <a:pt x="1649" y="111"/>
                  </a:lnTo>
                  <a:lnTo>
                    <a:pt x="1649" y="87"/>
                  </a:lnTo>
                  <a:lnTo>
                    <a:pt x="1645" y="39"/>
                  </a:lnTo>
                  <a:lnTo>
                    <a:pt x="1640" y="31"/>
                  </a:lnTo>
                  <a:lnTo>
                    <a:pt x="1634" y="30"/>
                  </a:lnTo>
                  <a:lnTo>
                    <a:pt x="1618" y="35"/>
                  </a:lnTo>
                  <a:lnTo>
                    <a:pt x="1598" y="42"/>
                  </a:lnTo>
                  <a:lnTo>
                    <a:pt x="1585" y="44"/>
                  </a:lnTo>
                  <a:lnTo>
                    <a:pt x="1576" y="46"/>
                  </a:lnTo>
                  <a:lnTo>
                    <a:pt x="1563" y="52"/>
                  </a:lnTo>
                  <a:lnTo>
                    <a:pt x="1554" y="56"/>
                  </a:lnTo>
                  <a:lnTo>
                    <a:pt x="1535" y="66"/>
                  </a:lnTo>
                  <a:lnTo>
                    <a:pt x="1520" y="7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l1533"/>
            <p:cNvSpPr/>
            <p:nvPr/>
          </p:nvSpPr>
          <p:spPr>
            <a:xfrm>
              <a:off x="4884659" y="4882421"/>
              <a:ext cx="697" cy="467"/>
            </a:xfrm>
            <a:custGeom>
              <a:avLst/>
              <a:pathLst>
                <a:path w="697" h="467">
                  <a:moveTo>
                    <a:pt x="6" y="465"/>
                  </a:moveTo>
                  <a:lnTo>
                    <a:pt x="13" y="465"/>
                  </a:lnTo>
                  <a:lnTo>
                    <a:pt x="19" y="467"/>
                  </a:lnTo>
                  <a:lnTo>
                    <a:pt x="26" y="465"/>
                  </a:lnTo>
                  <a:lnTo>
                    <a:pt x="35" y="462"/>
                  </a:lnTo>
                  <a:lnTo>
                    <a:pt x="54" y="454"/>
                  </a:lnTo>
                  <a:lnTo>
                    <a:pt x="65" y="450"/>
                  </a:lnTo>
                  <a:lnTo>
                    <a:pt x="88" y="441"/>
                  </a:lnTo>
                  <a:lnTo>
                    <a:pt x="153" y="415"/>
                  </a:lnTo>
                  <a:lnTo>
                    <a:pt x="177" y="406"/>
                  </a:lnTo>
                  <a:lnTo>
                    <a:pt x="243" y="379"/>
                  </a:lnTo>
                  <a:lnTo>
                    <a:pt x="252" y="376"/>
                  </a:lnTo>
                  <a:lnTo>
                    <a:pt x="263" y="369"/>
                  </a:lnTo>
                  <a:lnTo>
                    <a:pt x="289" y="356"/>
                  </a:lnTo>
                  <a:lnTo>
                    <a:pt x="299" y="347"/>
                  </a:lnTo>
                  <a:lnTo>
                    <a:pt x="305" y="343"/>
                  </a:lnTo>
                  <a:lnTo>
                    <a:pt x="312" y="338"/>
                  </a:lnTo>
                  <a:lnTo>
                    <a:pt x="322" y="334"/>
                  </a:lnTo>
                  <a:lnTo>
                    <a:pt x="329" y="330"/>
                  </a:lnTo>
                  <a:lnTo>
                    <a:pt x="334" y="323"/>
                  </a:lnTo>
                  <a:lnTo>
                    <a:pt x="338" y="317"/>
                  </a:lnTo>
                  <a:lnTo>
                    <a:pt x="343" y="313"/>
                  </a:lnTo>
                  <a:lnTo>
                    <a:pt x="360" y="306"/>
                  </a:lnTo>
                  <a:lnTo>
                    <a:pt x="377" y="300"/>
                  </a:lnTo>
                  <a:lnTo>
                    <a:pt x="403" y="291"/>
                  </a:lnTo>
                  <a:lnTo>
                    <a:pt x="418" y="286"/>
                  </a:lnTo>
                  <a:lnTo>
                    <a:pt x="440" y="275"/>
                  </a:lnTo>
                  <a:lnTo>
                    <a:pt x="504" y="245"/>
                  </a:lnTo>
                  <a:lnTo>
                    <a:pt x="523" y="236"/>
                  </a:lnTo>
                  <a:lnTo>
                    <a:pt x="546" y="220"/>
                  </a:lnTo>
                  <a:lnTo>
                    <a:pt x="558" y="208"/>
                  </a:lnTo>
                  <a:lnTo>
                    <a:pt x="571" y="197"/>
                  </a:lnTo>
                  <a:lnTo>
                    <a:pt x="578" y="188"/>
                  </a:lnTo>
                  <a:lnTo>
                    <a:pt x="590" y="178"/>
                  </a:lnTo>
                  <a:lnTo>
                    <a:pt x="632" y="157"/>
                  </a:lnTo>
                  <a:lnTo>
                    <a:pt x="643" y="149"/>
                  </a:lnTo>
                  <a:lnTo>
                    <a:pt x="650" y="139"/>
                  </a:lnTo>
                  <a:lnTo>
                    <a:pt x="654" y="131"/>
                  </a:lnTo>
                  <a:lnTo>
                    <a:pt x="679" y="114"/>
                  </a:lnTo>
                  <a:lnTo>
                    <a:pt x="691" y="83"/>
                  </a:lnTo>
                  <a:lnTo>
                    <a:pt x="693" y="58"/>
                  </a:lnTo>
                  <a:lnTo>
                    <a:pt x="697" y="37"/>
                  </a:lnTo>
                  <a:lnTo>
                    <a:pt x="697" y="22"/>
                  </a:lnTo>
                  <a:lnTo>
                    <a:pt x="693" y="14"/>
                  </a:lnTo>
                  <a:lnTo>
                    <a:pt x="686" y="7"/>
                  </a:lnTo>
                  <a:lnTo>
                    <a:pt x="675" y="0"/>
                  </a:lnTo>
                  <a:lnTo>
                    <a:pt x="668" y="0"/>
                  </a:lnTo>
                  <a:lnTo>
                    <a:pt x="659" y="3"/>
                  </a:lnTo>
                  <a:lnTo>
                    <a:pt x="639" y="13"/>
                  </a:lnTo>
                  <a:lnTo>
                    <a:pt x="621" y="22"/>
                  </a:lnTo>
                  <a:lnTo>
                    <a:pt x="606" y="26"/>
                  </a:lnTo>
                  <a:lnTo>
                    <a:pt x="592" y="28"/>
                  </a:lnTo>
                  <a:lnTo>
                    <a:pt x="584" y="27"/>
                  </a:lnTo>
                  <a:lnTo>
                    <a:pt x="578" y="24"/>
                  </a:lnTo>
                  <a:lnTo>
                    <a:pt x="574" y="18"/>
                  </a:lnTo>
                  <a:lnTo>
                    <a:pt x="565" y="13"/>
                  </a:lnTo>
                  <a:lnTo>
                    <a:pt x="554" y="15"/>
                  </a:lnTo>
                  <a:lnTo>
                    <a:pt x="550" y="20"/>
                  </a:lnTo>
                  <a:lnTo>
                    <a:pt x="541" y="28"/>
                  </a:lnTo>
                  <a:lnTo>
                    <a:pt x="491" y="54"/>
                  </a:lnTo>
                  <a:lnTo>
                    <a:pt x="471" y="65"/>
                  </a:lnTo>
                  <a:lnTo>
                    <a:pt x="456" y="75"/>
                  </a:lnTo>
                  <a:lnTo>
                    <a:pt x="425" y="100"/>
                  </a:lnTo>
                  <a:lnTo>
                    <a:pt x="395" y="126"/>
                  </a:lnTo>
                  <a:lnTo>
                    <a:pt x="349" y="168"/>
                  </a:lnTo>
                  <a:lnTo>
                    <a:pt x="318" y="200"/>
                  </a:lnTo>
                  <a:lnTo>
                    <a:pt x="276" y="247"/>
                  </a:lnTo>
                  <a:lnTo>
                    <a:pt x="247" y="278"/>
                  </a:lnTo>
                  <a:lnTo>
                    <a:pt x="233" y="292"/>
                  </a:lnTo>
                  <a:lnTo>
                    <a:pt x="229" y="300"/>
                  </a:lnTo>
                  <a:lnTo>
                    <a:pt x="230" y="313"/>
                  </a:lnTo>
                  <a:lnTo>
                    <a:pt x="214" y="321"/>
                  </a:lnTo>
                  <a:lnTo>
                    <a:pt x="195" y="333"/>
                  </a:lnTo>
                  <a:lnTo>
                    <a:pt x="161" y="359"/>
                  </a:lnTo>
                  <a:lnTo>
                    <a:pt x="112" y="393"/>
                  </a:lnTo>
                  <a:lnTo>
                    <a:pt x="53" y="431"/>
                  </a:lnTo>
                  <a:lnTo>
                    <a:pt x="17" y="455"/>
                  </a:lnTo>
                  <a:lnTo>
                    <a:pt x="10" y="458"/>
                  </a:lnTo>
                  <a:lnTo>
                    <a:pt x="4" y="459"/>
                  </a:lnTo>
                  <a:lnTo>
                    <a:pt x="0" y="463"/>
                  </a:lnTo>
                  <a:lnTo>
                    <a:pt x="6" y="465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l1534"/>
            <p:cNvSpPr/>
            <p:nvPr/>
          </p:nvSpPr>
          <p:spPr>
            <a:xfrm>
              <a:off x="4885372" y="4881974"/>
              <a:ext cx="568" cy="695"/>
            </a:xfrm>
            <a:custGeom>
              <a:avLst/>
              <a:pathLst>
                <a:path w="568" h="695">
                  <a:moveTo>
                    <a:pt x="55" y="449"/>
                  </a:moveTo>
                  <a:lnTo>
                    <a:pt x="39" y="498"/>
                  </a:lnTo>
                  <a:lnTo>
                    <a:pt x="34" y="523"/>
                  </a:lnTo>
                  <a:lnTo>
                    <a:pt x="26" y="550"/>
                  </a:lnTo>
                  <a:lnTo>
                    <a:pt x="20" y="565"/>
                  </a:lnTo>
                  <a:lnTo>
                    <a:pt x="12" y="584"/>
                  </a:lnTo>
                  <a:lnTo>
                    <a:pt x="9" y="590"/>
                  </a:lnTo>
                  <a:lnTo>
                    <a:pt x="1" y="597"/>
                  </a:lnTo>
                  <a:lnTo>
                    <a:pt x="0" y="605"/>
                  </a:lnTo>
                  <a:lnTo>
                    <a:pt x="30" y="612"/>
                  </a:lnTo>
                  <a:lnTo>
                    <a:pt x="40" y="614"/>
                  </a:lnTo>
                  <a:lnTo>
                    <a:pt x="68" y="618"/>
                  </a:lnTo>
                  <a:lnTo>
                    <a:pt x="89" y="622"/>
                  </a:lnTo>
                  <a:lnTo>
                    <a:pt x="107" y="631"/>
                  </a:lnTo>
                  <a:lnTo>
                    <a:pt x="140" y="655"/>
                  </a:lnTo>
                  <a:lnTo>
                    <a:pt x="166" y="678"/>
                  </a:lnTo>
                  <a:lnTo>
                    <a:pt x="172" y="684"/>
                  </a:lnTo>
                  <a:lnTo>
                    <a:pt x="189" y="693"/>
                  </a:lnTo>
                  <a:lnTo>
                    <a:pt x="198" y="695"/>
                  </a:lnTo>
                  <a:lnTo>
                    <a:pt x="219" y="693"/>
                  </a:lnTo>
                  <a:lnTo>
                    <a:pt x="268" y="684"/>
                  </a:lnTo>
                  <a:lnTo>
                    <a:pt x="283" y="681"/>
                  </a:lnTo>
                  <a:lnTo>
                    <a:pt x="311" y="667"/>
                  </a:lnTo>
                  <a:lnTo>
                    <a:pt x="336" y="652"/>
                  </a:lnTo>
                  <a:lnTo>
                    <a:pt x="356" y="636"/>
                  </a:lnTo>
                  <a:lnTo>
                    <a:pt x="375" y="617"/>
                  </a:lnTo>
                  <a:lnTo>
                    <a:pt x="386" y="606"/>
                  </a:lnTo>
                  <a:lnTo>
                    <a:pt x="395" y="595"/>
                  </a:lnTo>
                  <a:lnTo>
                    <a:pt x="412" y="563"/>
                  </a:lnTo>
                  <a:lnTo>
                    <a:pt x="426" y="540"/>
                  </a:lnTo>
                  <a:lnTo>
                    <a:pt x="434" y="522"/>
                  </a:lnTo>
                  <a:lnTo>
                    <a:pt x="437" y="513"/>
                  </a:lnTo>
                  <a:lnTo>
                    <a:pt x="445" y="498"/>
                  </a:lnTo>
                  <a:lnTo>
                    <a:pt x="453" y="478"/>
                  </a:lnTo>
                  <a:lnTo>
                    <a:pt x="461" y="461"/>
                  </a:lnTo>
                  <a:lnTo>
                    <a:pt x="477" y="428"/>
                  </a:lnTo>
                  <a:lnTo>
                    <a:pt x="485" y="402"/>
                  </a:lnTo>
                  <a:lnTo>
                    <a:pt x="489" y="393"/>
                  </a:lnTo>
                  <a:lnTo>
                    <a:pt x="494" y="388"/>
                  </a:lnTo>
                  <a:lnTo>
                    <a:pt x="502" y="382"/>
                  </a:lnTo>
                  <a:lnTo>
                    <a:pt x="507" y="376"/>
                  </a:lnTo>
                  <a:lnTo>
                    <a:pt x="510" y="370"/>
                  </a:lnTo>
                  <a:lnTo>
                    <a:pt x="512" y="363"/>
                  </a:lnTo>
                  <a:lnTo>
                    <a:pt x="513" y="354"/>
                  </a:lnTo>
                  <a:lnTo>
                    <a:pt x="514" y="346"/>
                  </a:lnTo>
                  <a:lnTo>
                    <a:pt x="515" y="339"/>
                  </a:lnTo>
                  <a:lnTo>
                    <a:pt x="516" y="319"/>
                  </a:lnTo>
                  <a:lnTo>
                    <a:pt x="518" y="292"/>
                  </a:lnTo>
                  <a:lnTo>
                    <a:pt x="521" y="272"/>
                  </a:lnTo>
                  <a:lnTo>
                    <a:pt x="523" y="266"/>
                  </a:lnTo>
                  <a:lnTo>
                    <a:pt x="525" y="261"/>
                  </a:lnTo>
                  <a:lnTo>
                    <a:pt x="546" y="209"/>
                  </a:lnTo>
                  <a:lnTo>
                    <a:pt x="550" y="199"/>
                  </a:lnTo>
                  <a:lnTo>
                    <a:pt x="553" y="187"/>
                  </a:lnTo>
                  <a:lnTo>
                    <a:pt x="559" y="163"/>
                  </a:lnTo>
                  <a:lnTo>
                    <a:pt x="564" y="125"/>
                  </a:lnTo>
                  <a:lnTo>
                    <a:pt x="566" y="114"/>
                  </a:lnTo>
                  <a:lnTo>
                    <a:pt x="568" y="67"/>
                  </a:lnTo>
                  <a:lnTo>
                    <a:pt x="568" y="57"/>
                  </a:lnTo>
                  <a:lnTo>
                    <a:pt x="565" y="46"/>
                  </a:lnTo>
                  <a:lnTo>
                    <a:pt x="561" y="40"/>
                  </a:lnTo>
                  <a:lnTo>
                    <a:pt x="555" y="35"/>
                  </a:lnTo>
                  <a:lnTo>
                    <a:pt x="550" y="33"/>
                  </a:lnTo>
                  <a:lnTo>
                    <a:pt x="544" y="31"/>
                  </a:lnTo>
                  <a:lnTo>
                    <a:pt x="539" y="28"/>
                  </a:lnTo>
                  <a:lnTo>
                    <a:pt x="533" y="27"/>
                  </a:lnTo>
                  <a:lnTo>
                    <a:pt x="523" y="29"/>
                  </a:lnTo>
                  <a:lnTo>
                    <a:pt x="504" y="31"/>
                  </a:lnTo>
                  <a:lnTo>
                    <a:pt x="492" y="27"/>
                  </a:lnTo>
                  <a:lnTo>
                    <a:pt x="489" y="17"/>
                  </a:lnTo>
                  <a:lnTo>
                    <a:pt x="483" y="12"/>
                  </a:lnTo>
                  <a:lnTo>
                    <a:pt x="457" y="2"/>
                  </a:lnTo>
                  <a:lnTo>
                    <a:pt x="452" y="0"/>
                  </a:lnTo>
                  <a:lnTo>
                    <a:pt x="445" y="0"/>
                  </a:lnTo>
                  <a:lnTo>
                    <a:pt x="424" y="18"/>
                  </a:lnTo>
                  <a:lnTo>
                    <a:pt x="416" y="23"/>
                  </a:lnTo>
                  <a:lnTo>
                    <a:pt x="385" y="51"/>
                  </a:lnTo>
                  <a:lnTo>
                    <a:pt x="353" y="80"/>
                  </a:lnTo>
                  <a:lnTo>
                    <a:pt x="316" y="111"/>
                  </a:lnTo>
                  <a:lnTo>
                    <a:pt x="307" y="118"/>
                  </a:lnTo>
                  <a:lnTo>
                    <a:pt x="267" y="175"/>
                  </a:lnTo>
                  <a:lnTo>
                    <a:pt x="245" y="194"/>
                  </a:lnTo>
                  <a:lnTo>
                    <a:pt x="218" y="220"/>
                  </a:lnTo>
                  <a:lnTo>
                    <a:pt x="204" y="235"/>
                  </a:lnTo>
                  <a:lnTo>
                    <a:pt x="171" y="271"/>
                  </a:lnTo>
                  <a:lnTo>
                    <a:pt x="151" y="306"/>
                  </a:lnTo>
                  <a:lnTo>
                    <a:pt x="136" y="325"/>
                  </a:lnTo>
                  <a:lnTo>
                    <a:pt x="125" y="344"/>
                  </a:lnTo>
                  <a:lnTo>
                    <a:pt x="74" y="425"/>
                  </a:lnTo>
                  <a:lnTo>
                    <a:pt x="65" y="439"/>
                  </a:lnTo>
                  <a:lnTo>
                    <a:pt x="55" y="44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l1535"/>
            <p:cNvSpPr/>
            <p:nvPr/>
          </p:nvSpPr>
          <p:spPr>
            <a:xfrm>
              <a:off x="4887834" y="4879867"/>
              <a:ext cx="2110" cy="677"/>
            </a:xfrm>
            <a:custGeom>
              <a:avLst/>
              <a:pathLst>
                <a:path w="2110" h="677">
                  <a:moveTo>
                    <a:pt x="2096" y="71"/>
                  </a:moveTo>
                  <a:lnTo>
                    <a:pt x="2104" y="71"/>
                  </a:lnTo>
                  <a:lnTo>
                    <a:pt x="2110" y="73"/>
                  </a:lnTo>
                  <a:lnTo>
                    <a:pt x="2071" y="39"/>
                  </a:lnTo>
                  <a:lnTo>
                    <a:pt x="2034" y="9"/>
                  </a:lnTo>
                  <a:lnTo>
                    <a:pt x="1993" y="0"/>
                  </a:lnTo>
                  <a:lnTo>
                    <a:pt x="1931" y="1"/>
                  </a:lnTo>
                  <a:lnTo>
                    <a:pt x="1925" y="3"/>
                  </a:lnTo>
                  <a:lnTo>
                    <a:pt x="1919" y="4"/>
                  </a:lnTo>
                  <a:lnTo>
                    <a:pt x="1911" y="5"/>
                  </a:lnTo>
                  <a:lnTo>
                    <a:pt x="1902" y="6"/>
                  </a:lnTo>
                  <a:lnTo>
                    <a:pt x="1899" y="13"/>
                  </a:lnTo>
                  <a:lnTo>
                    <a:pt x="1893" y="15"/>
                  </a:lnTo>
                  <a:lnTo>
                    <a:pt x="1882" y="16"/>
                  </a:lnTo>
                  <a:lnTo>
                    <a:pt x="1875" y="18"/>
                  </a:lnTo>
                  <a:lnTo>
                    <a:pt x="1870" y="19"/>
                  </a:lnTo>
                  <a:lnTo>
                    <a:pt x="1862" y="19"/>
                  </a:lnTo>
                  <a:lnTo>
                    <a:pt x="1816" y="21"/>
                  </a:lnTo>
                  <a:lnTo>
                    <a:pt x="1705" y="32"/>
                  </a:lnTo>
                  <a:lnTo>
                    <a:pt x="1663" y="35"/>
                  </a:lnTo>
                  <a:lnTo>
                    <a:pt x="1560" y="34"/>
                  </a:lnTo>
                  <a:lnTo>
                    <a:pt x="1535" y="33"/>
                  </a:lnTo>
                  <a:lnTo>
                    <a:pt x="1528" y="33"/>
                  </a:lnTo>
                  <a:lnTo>
                    <a:pt x="1521" y="32"/>
                  </a:lnTo>
                  <a:lnTo>
                    <a:pt x="1502" y="32"/>
                  </a:lnTo>
                  <a:lnTo>
                    <a:pt x="1493" y="34"/>
                  </a:lnTo>
                  <a:lnTo>
                    <a:pt x="1488" y="36"/>
                  </a:lnTo>
                  <a:lnTo>
                    <a:pt x="1477" y="40"/>
                  </a:lnTo>
                  <a:lnTo>
                    <a:pt x="1469" y="42"/>
                  </a:lnTo>
                  <a:lnTo>
                    <a:pt x="1463" y="44"/>
                  </a:lnTo>
                  <a:lnTo>
                    <a:pt x="1458" y="46"/>
                  </a:lnTo>
                  <a:lnTo>
                    <a:pt x="1448" y="48"/>
                  </a:lnTo>
                  <a:lnTo>
                    <a:pt x="1416" y="58"/>
                  </a:lnTo>
                  <a:lnTo>
                    <a:pt x="1410" y="61"/>
                  </a:lnTo>
                  <a:lnTo>
                    <a:pt x="1403" y="62"/>
                  </a:lnTo>
                  <a:lnTo>
                    <a:pt x="1398" y="57"/>
                  </a:lnTo>
                  <a:lnTo>
                    <a:pt x="1392" y="62"/>
                  </a:lnTo>
                  <a:lnTo>
                    <a:pt x="1385" y="65"/>
                  </a:lnTo>
                  <a:lnTo>
                    <a:pt x="1376" y="67"/>
                  </a:lnTo>
                  <a:lnTo>
                    <a:pt x="1298" y="81"/>
                  </a:lnTo>
                  <a:lnTo>
                    <a:pt x="1276" y="82"/>
                  </a:lnTo>
                  <a:lnTo>
                    <a:pt x="1269" y="83"/>
                  </a:lnTo>
                  <a:lnTo>
                    <a:pt x="1261" y="84"/>
                  </a:lnTo>
                  <a:lnTo>
                    <a:pt x="1252" y="85"/>
                  </a:lnTo>
                  <a:lnTo>
                    <a:pt x="1233" y="89"/>
                  </a:lnTo>
                  <a:lnTo>
                    <a:pt x="1226" y="90"/>
                  </a:lnTo>
                  <a:lnTo>
                    <a:pt x="1221" y="92"/>
                  </a:lnTo>
                  <a:lnTo>
                    <a:pt x="1207" y="97"/>
                  </a:lnTo>
                  <a:lnTo>
                    <a:pt x="1162" y="106"/>
                  </a:lnTo>
                  <a:lnTo>
                    <a:pt x="1128" y="111"/>
                  </a:lnTo>
                  <a:lnTo>
                    <a:pt x="1045" y="126"/>
                  </a:lnTo>
                  <a:lnTo>
                    <a:pt x="991" y="135"/>
                  </a:lnTo>
                  <a:lnTo>
                    <a:pt x="973" y="137"/>
                  </a:lnTo>
                  <a:lnTo>
                    <a:pt x="966" y="139"/>
                  </a:lnTo>
                  <a:lnTo>
                    <a:pt x="960" y="143"/>
                  </a:lnTo>
                  <a:lnTo>
                    <a:pt x="952" y="146"/>
                  </a:lnTo>
                  <a:lnTo>
                    <a:pt x="946" y="148"/>
                  </a:lnTo>
                  <a:lnTo>
                    <a:pt x="937" y="150"/>
                  </a:lnTo>
                  <a:lnTo>
                    <a:pt x="904" y="156"/>
                  </a:lnTo>
                  <a:lnTo>
                    <a:pt x="884" y="159"/>
                  </a:lnTo>
                  <a:lnTo>
                    <a:pt x="875" y="160"/>
                  </a:lnTo>
                  <a:lnTo>
                    <a:pt x="868" y="160"/>
                  </a:lnTo>
                  <a:lnTo>
                    <a:pt x="854" y="161"/>
                  </a:lnTo>
                  <a:lnTo>
                    <a:pt x="847" y="164"/>
                  </a:lnTo>
                  <a:lnTo>
                    <a:pt x="837" y="172"/>
                  </a:lnTo>
                  <a:lnTo>
                    <a:pt x="832" y="174"/>
                  </a:lnTo>
                  <a:lnTo>
                    <a:pt x="825" y="168"/>
                  </a:lnTo>
                  <a:lnTo>
                    <a:pt x="818" y="168"/>
                  </a:lnTo>
                  <a:lnTo>
                    <a:pt x="812" y="169"/>
                  </a:lnTo>
                  <a:lnTo>
                    <a:pt x="780" y="175"/>
                  </a:lnTo>
                  <a:lnTo>
                    <a:pt x="774" y="176"/>
                  </a:lnTo>
                  <a:lnTo>
                    <a:pt x="767" y="176"/>
                  </a:lnTo>
                  <a:lnTo>
                    <a:pt x="760" y="175"/>
                  </a:lnTo>
                  <a:lnTo>
                    <a:pt x="754" y="174"/>
                  </a:lnTo>
                  <a:lnTo>
                    <a:pt x="748" y="175"/>
                  </a:lnTo>
                  <a:lnTo>
                    <a:pt x="742" y="182"/>
                  </a:lnTo>
                  <a:lnTo>
                    <a:pt x="745" y="190"/>
                  </a:lnTo>
                  <a:lnTo>
                    <a:pt x="743" y="195"/>
                  </a:lnTo>
                  <a:lnTo>
                    <a:pt x="736" y="196"/>
                  </a:lnTo>
                  <a:lnTo>
                    <a:pt x="730" y="195"/>
                  </a:lnTo>
                  <a:lnTo>
                    <a:pt x="723" y="195"/>
                  </a:lnTo>
                  <a:lnTo>
                    <a:pt x="718" y="197"/>
                  </a:lnTo>
                  <a:lnTo>
                    <a:pt x="713" y="200"/>
                  </a:lnTo>
                  <a:lnTo>
                    <a:pt x="709" y="204"/>
                  </a:lnTo>
                  <a:lnTo>
                    <a:pt x="701" y="209"/>
                  </a:lnTo>
                  <a:lnTo>
                    <a:pt x="694" y="212"/>
                  </a:lnTo>
                  <a:lnTo>
                    <a:pt x="686" y="215"/>
                  </a:lnTo>
                  <a:lnTo>
                    <a:pt x="674" y="218"/>
                  </a:lnTo>
                  <a:lnTo>
                    <a:pt x="636" y="225"/>
                  </a:lnTo>
                  <a:lnTo>
                    <a:pt x="590" y="241"/>
                  </a:lnTo>
                  <a:lnTo>
                    <a:pt x="552" y="256"/>
                  </a:lnTo>
                  <a:lnTo>
                    <a:pt x="541" y="261"/>
                  </a:lnTo>
                  <a:lnTo>
                    <a:pt x="535" y="265"/>
                  </a:lnTo>
                  <a:lnTo>
                    <a:pt x="521" y="275"/>
                  </a:lnTo>
                  <a:lnTo>
                    <a:pt x="517" y="280"/>
                  </a:lnTo>
                  <a:lnTo>
                    <a:pt x="517" y="288"/>
                  </a:lnTo>
                  <a:lnTo>
                    <a:pt x="520" y="301"/>
                  </a:lnTo>
                  <a:lnTo>
                    <a:pt x="521" y="308"/>
                  </a:lnTo>
                  <a:lnTo>
                    <a:pt x="522" y="316"/>
                  </a:lnTo>
                  <a:lnTo>
                    <a:pt x="519" y="338"/>
                  </a:lnTo>
                  <a:lnTo>
                    <a:pt x="520" y="344"/>
                  </a:lnTo>
                  <a:lnTo>
                    <a:pt x="519" y="350"/>
                  </a:lnTo>
                  <a:lnTo>
                    <a:pt x="531" y="350"/>
                  </a:lnTo>
                  <a:lnTo>
                    <a:pt x="537" y="350"/>
                  </a:lnTo>
                  <a:lnTo>
                    <a:pt x="543" y="349"/>
                  </a:lnTo>
                  <a:lnTo>
                    <a:pt x="549" y="348"/>
                  </a:lnTo>
                  <a:lnTo>
                    <a:pt x="554" y="346"/>
                  </a:lnTo>
                  <a:lnTo>
                    <a:pt x="564" y="342"/>
                  </a:lnTo>
                  <a:lnTo>
                    <a:pt x="579" y="333"/>
                  </a:lnTo>
                  <a:lnTo>
                    <a:pt x="590" y="328"/>
                  </a:lnTo>
                  <a:lnTo>
                    <a:pt x="631" y="312"/>
                  </a:lnTo>
                  <a:lnTo>
                    <a:pt x="638" y="309"/>
                  </a:lnTo>
                  <a:lnTo>
                    <a:pt x="645" y="305"/>
                  </a:lnTo>
                  <a:lnTo>
                    <a:pt x="721" y="276"/>
                  </a:lnTo>
                  <a:lnTo>
                    <a:pt x="727" y="274"/>
                  </a:lnTo>
                  <a:lnTo>
                    <a:pt x="734" y="273"/>
                  </a:lnTo>
                  <a:lnTo>
                    <a:pt x="740" y="275"/>
                  </a:lnTo>
                  <a:lnTo>
                    <a:pt x="744" y="278"/>
                  </a:lnTo>
                  <a:lnTo>
                    <a:pt x="738" y="286"/>
                  </a:lnTo>
                  <a:lnTo>
                    <a:pt x="732" y="290"/>
                  </a:lnTo>
                  <a:lnTo>
                    <a:pt x="719" y="294"/>
                  </a:lnTo>
                  <a:lnTo>
                    <a:pt x="692" y="304"/>
                  </a:lnTo>
                  <a:lnTo>
                    <a:pt x="602" y="334"/>
                  </a:lnTo>
                  <a:lnTo>
                    <a:pt x="572" y="347"/>
                  </a:lnTo>
                  <a:lnTo>
                    <a:pt x="560" y="351"/>
                  </a:lnTo>
                  <a:lnTo>
                    <a:pt x="532" y="365"/>
                  </a:lnTo>
                  <a:lnTo>
                    <a:pt x="519" y="370"/>
                  </a:lnTo>
                  <a:lnTo>
                    <a:pt x="517" y="379"/>
                  </a:lnTo>
                  <a:lnTo>
                    <a:pt x="513" y="384"/>
                  </a:lnTo>
                  <a:lnTo>
                    <a:pt x="496" y="398"/>
                  </a:lnTo>
                  <a:lnTo>
                    <a:pt x="486" y="405"/>
                  </a:lnTo>
                  <a:lnTo>
                    <a:pt x="473" y="413"/>
                  </a:lnTo>
                  <a:lnTo>
                    <a:pt x="463" y="418"/>
                  </a:lnTo>
                  <a:lnTo>
                    <a:pt x="459" y="422"/>
                  </a:lnTo>
                  <a:lnTo>
                    <a:pt x="455" y="428"/>
                  </a:lnTo>
                  <a:lnTo>
                    <a:pt x="448" y="435"/>
                  </a:lnTo>
                  <a:lnTo>
                    <a:pt x="440" y="443"/>
                  </a:lnTo>
                  <a:lnTo>
                    <a:pt x="433" y="446"/>
                  </a:lnTo>
                  <a:lnTo>
                    <a:pt x="436" y="441"/>
                  </a:lnTo>
                  <a:lnTo>
                    <a:pt x="439" y="435"/>
                  </a:lnTo>
                  <a:lnTo>
                    <a:pt x="441" y="430"/>
                  </a:lnTo>
                  <a:lnTo>
                    <a:pt x="453" y="416"/>
                  </a:lnTo>
                  <a:lnTo>
                    <a:pt x="454" y="409"/>
                  </a:lnTo>
                  <a:lnTo>
                    <a:pt x="448" y="404"/>
                  </a:lnTo>
                  <a:lnTo>
                    <a:pt x="439" y="404"/>
                  </a:lnTo>
                  <a:lnTo>
                    <a:pt x="434" y="402"/>
                  </a:lnTo>
                  <a:lnTo>
                    <a:pt x="415" y="406"/>
                  </a:lnTo>
                  <a:lnTo>
                    <a:pt x="406" y="408"/>
                  </a:lnTo>
                  <a:lnTo>
                    <a:pt x="380" y="414"/>
                  </a:lnTo>
                  <a:lnTo>
                    <a:pt x="365" y="417"/>
                  </a:lnTo>
                  <a:lnTo>
                    <a:pt x="354" y="419"/>
                  </a:lnTo>
                  <a:lnTo>
                    <a:pt x="347" y="416"/>
                  </a:lnTo>
                  <a:lnTo>
                    <a:pt x="338" y="410"/>
                  </a:lnTo>
                  <a:lnTo>
                    <a:pt x="327" y="409"/>
                  </a:lnTo>
                  <a:lnTo>
                    <a:pt x="326" y="420"/>
                  </a:lnTo>
                  <a:lnTo>
                    <a:pt x="327" y="426"/>
                  </a:lnTo>
                  <a:lnTo>
                    <a:pt x="328" y="432"/>
                  </a:lnTo>
                  <a:lnTo>
                    <a:pt x="327" y="440"/>
                  </a:lnTo>
                  <a:lnTo>
                    <a:pt x="326" y="448"/>
                  </a:lnTo>
                  <a:lnTo>
                    <a:pt x="324" y="456"/>
                  </a:lnTo>
                  <a:lnTo>
                    <a:pt x="319" y="472"/>
                  </a:lnTo>
                  <a:lnTo>
                    <a:pt x="314" y="478"/>
                  </a:lnTo>
                  <a:lnTo>
                    <a:pt x="310" y="482"/>
                  </a:lnTo>
                  <a:lnTo>
                    <a:pt x="304" y="486"/>
                  </a:lnTo>
                  <a:lnTo>
                    <a:pt x="297" y="491"/>
                  </a:lnTo>
                  <a:lnTo>
                    <a:pt x="290" y="495"/>
                  </a:lnTo>
                  <a:lnTo>
                    <a:pt x="283" y="498"/>
                  </a:lnTo>
                  <a:lnTo>
                    <a:pt x="272" y="503"/>
                  </a:lnTo>
                  <a:lnTo>
                    <a:pt x="266" y="505"/>
                  </a:lnTo>
                  <a:lnTo>
                    <a:pt x="260" y="509"/>
                  </a:lnTo>
                  <a:lnTo>
                    <a:pt x="234" y="530"/>
                  </a:lnTo>
                  <a:lnTo>
                    <a:pt x="231" y="535"/>
                  </a:lnTo>
                  <a:lnTo>
                    <a:pt x="216" y="555"/>
                  </a:lnTo>
                  <a:lnTo>
                    <a:pt x="144" y="589"/>
                  </a:lnTo>
                  <a:lnTo>
                    <a:pt x="139" y="593"/>
                  </a:lnTo>
                  <a:lnTo>
                    <a:pt x="134" y="596"/>
                  </a:lnTo>
                  <a:lnTo>
                    <a:pt x="67" y="624"/>
                  </a:lnTo>
                  <a:lnTo>
                    <a:pt x="59" y="628"/>
                  </a:lnTo>
                  <a:lnTo>
                    <a:pt x="39" y="639"/>
                  </a:lnTo>
                  <a:lnTo>
                    <a:pt x="28" y="645"/>
                  </a:lnTo>
                  <a:lnTo>
                    <a:pt x="11" y="654"/>
                  </a:lnTo>
                  <a:lnTo>
                    <a:pt x="6" y="658"/>
                  </a:lnTo>
                  <a:lnTo>
                    <a:pt x="2" y="663"/>
                  </a:lnTo>
                  <a:lnTo>
                    <a:pt x="0" y="669"/>
                  </a:lnTo>
                  <a:lnTo>
                    <a:pt x="0" y="675"/>
                  </a:lnTo>
                  <a:lnTo>
                    <a:pt x="7" y="677"/>
                  </a:lnTo>
                  <a:lnTo>
                    <a:pt x="15" y="676"/>
                  </a:lnTo>
                  <a:lnTo>
                    <a:pt x="22" y="675"/>
                  </a:lnTo>
                  <a:lnTo>
                    <a:pt x="60" y="666"/>
                  </a:lnTo>
                  <a:lnTo>
                    <a:pt x="79" y="663"/>
                  </a:lnTo>
                  <a:lnTo>
                    <a:pt x="142" y="655"/>
                  </a:lnTo>
                  <a:lnTo>
                    <a:pt x="291" y="633"/>
                  </a:lnTo>
                  <a:lnTo>
                    <a:pt x="333" y="626"/>
                  </a:lnTo>
                  <a:lnTo>
                    <a:pt x="481" y="598"/>
                  </a:lnTo>
                  <a:lnTo>
                    <a:pt x="490" y="596"/>
                  </a:lnTo>
                  <a:lnTo>
                    <a:pt x="508" y="595"/>
                  </a:lnTo>
                  <a:lnTo>
                    <a:pt x="519" y="595"/>
                  </a:lnTo>
                  <a:lnTo>
                    <a:pt x="532" y="595"/>
                  </a:lnTo>
                  <a:lnTo>
                    <a:pt x="561" y="596"/>
                  </a:lnTo>
                  <a:lnTo>
                    <a:pt x="614" y="602"/>
                  </a:lnTo>
                  <a:lnTo>
                    <a:pt x="641" y="604"/>
                  </a:lnTo>
                  <a:lnTo>
                    <a:pt x="709" y="606"/>
                  </a:lnTo>
                  <a:lnTo>
                    <a:pt x="736" y="608"/>
                  </a:lnTo>
                  <a:lnTo>
                    <a:pt x="745" y="608"/>
                  </a:lnTo>
                  <a:lnTo>
                    <a:pt x="752" y="607"/>
                  </a:lnTo>
                  <a:lnTo>
                    <a:pt x="762" y="605"/>
                  </a:lnTo>
                  <a:lnTo>
                    <a:pt x="803" y="597"/>
                  </a:lnTo>
                  <a:lnTo>
                    <a:pt x="881" y="576"/>
                  </a:lnTo>
                  <a:lnTo>
                    <a:pt x="940" y="557"/>
                  </a:lnTo>
                  <a:lnTo>
                    <a:pt x="970" y="545"/>
                  </a:lnTo>
                  <a:lnTo>
                    <a:pt x="1013" y="524"/>
                  </a:lnTo>
                  <a:lnTo>
                    <a:pt x="1112" y="487"/>
                  </a:lnTo>
                  <a:lnTo>
                    <a:pt x="1277" y="421"/>
                  </a:lnTo>
                  <a:lnTo>
                    <a:pt x="1414" y="371"/>
                  </a:lnTo>
                  <a:lnTo>
                    <a:pt x="1421" y="372"/>
                  </a:lnTo>
                  <a:lnTo>
                    <a:pt x="1427" y="371"/>
                  </a:lnTo>
                  <a:lnTo>
                    <a:pt x="1438" y="369"/>
                  </a:lnTo>
                  <a:lnTo>
                    <a:pt x="1443" y="368"/>
                  </a:lnTo>
                  <a:lnTo>
                    <a:pt x="1450" y="366"/>
                  </a:lnTo>
                  <a:lnTo>
                    <a:pt x="1514" y="346"/>
                  </a:lnTo>
                  <a:lnTo>
                    <a:pt x="1528" y="343"/>
                  </a:lnTo>
                  <a:lnTo>
                    <a:pt x="1607" y="319"/>
                  </a:lnTo>
                  <a:lnTo>
                    <a:pt x="1618" y="315"/>
                  </a:lnTo>
                  <a:lnTo>
                    <a:pt x="1628" y="308"/>
                  </a:lnTo>
                  <a:lnTo>
                    <a:pt x="1648" y="291"/>
                  </a:lnTo>
                  <a:lnTo>
                    <a:pt x="1653" y="286"/>
                  </a:lnTo>
                  <a:lnTo>
                    <a:pt x="1657" y="280"/>
                  </a:lnTo>
                  <a:lnTo>
                    <a:pt x="1662" y="277"/>
                  </a:lnTo>
                  <a:lnTo>
                    <a:pt x="1718" y="236"/>
                  </a:lnTo>
                  <a:lnTo>
                    <a:pt x="1726" y="233"/>
                  </a:lnTo>
                  <a:lnTo>
                    <a:pt x="1731" y="230"/>
                  </a:lnTo>
                  <a:lnTo>
                    <a:pt x="1817" y="203"/>
                  </a:lnTo>
                  <a:lnTo>
                    <a:pt x="1827" y="201"/>
                  </a:lnTo>
                  <a:lnTo>
                    <a:pt x="1845" y="200"/>
                  </a:lnTo>
                  <a:lnTo>
                    <a:pt x="1854" y="199"/>
                  </a:lnTo>
                  <a:lnTo>
                    <a:pt x="1888" y="190"/>
                  </a:lnTo>
                  <a:lnTo>
                    <a:pt x="1915" y="181"/>
                  </a:lnTo>
                  <a:lnTo>
                    <a:pt x="1941" y="171"/>
                  </a:lnTo>
                  <a:lnTo>
                    <a:pt x="1967" y="159"/>
                  </a:lnTo>
                  <a:lnTo>
                    <a:pt x="1998" y="137"/>
                  </a:lnTo>
                  <a:lnTo>
                    <a:pt x="2066" y="80"/>
                  </a:lnTo>
                  <a:lnTo>
                    <a:pt x="2070" y="77"/>
                  </a:lnTo>
                  <a:lnTo>
                    <a:pt x="2078" y="73"/>
                  </a:lnTo>
                  <a:lnTo>
                    <a:pt x="2084" y="71"/>
                  </a:lnTo>
                  <a:lnTo>
                    <a:pt x="2096" y="7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l1536"/>
            <p:cNvSpPr/>
            <p:nvPr/>
          </p:nvSpPr>
          <p:spPr>
            <a:xfrm>
              <a:off x="4890059" y="4879695"/>
              <a:ext cx="668" cy="302"/>
            </a:xfrm>
            <a:custGeom>
              <a:avLst/>
              <a:pathLst>
                <a:path w="668" h="302">
                  <a:moveTo>
                    <a:pt x="217" y="189"/>
                  </a:moveTo>
                  <a:lnTo>
                    <a:pt x="88" y="246"/>
                  </a:lnTo>
                  <a:lnTo>
                    <a:pt x="23" y="276"/>
                  </a:lnTo>
                  <a:lnTo>
                    <a:pt x="18" y="279"/>
                  </a:lnTo>
                  <a:lnTo>
                    <a:pt x="8" y="287"/>
                  </a:lnTo>
                  <a:lnTo>
                    <a:pt x="3" y="292"/>
                  </a:lnTo>
                  <a:lnTo>
                    <a:pt x="0" y="296"/>
                  </a:lnTo>
                  <a:lnTo>
                    <a:pt x="6" y="299"/>
                  </a:lnTo>
                  <a:lnTo>
                    <a:pt x="14" y="301"/>
                  </a:lnTo>
                  <a:lnTo>
                    <a:pt x="23" y="302"/>
                  </a:lnTo>
                  <a:lnTo>
                    <a:pt x="31" y="301"/>
                  </a:lnTo>
                  <a:lnTo>
                    <a:pt x="119" y="281"/>
                  </a:lnTo>
                  <a:lnTo>
                    <a:pt x="124" y="280"/>
                  </a:lnTo>
                  <a:lnTo>
                    <a:pt x="131" y="279"/>
                  </a:lnTo>
                  <a:lnTo>
                    <a:pt x="144" y="274"/>
                  </a:lnTo>
                  <a:lnTo>
                    <a:pt x="195" y="257"/>
                  </a:lnTo>
                  <a:lnTo>
                    <a:pt x="270" y="230"/>
                  </a:lnTo>
                  <a:lnTo>
                    <a:pt x="323" y="203"/>
                  </a:lnTo>
                  <a:lnTo>
                    <a:pt x="355" y="188"/>
                  </a:lnTo>
                  <a:lnTo>
                    <a:pt x="390" y="175"/>
                  </a:lnTo>
                  <a:lnTo>
                    <a:pt x="412" y="166"/>
                  </a:lnTo>
                  <a:lnTo>
                    <a:pt x="425" y="154"/>
                  </a:lnTo>
                  <a:lnTo>
                    <a:pt x="454" y="138"/>
                  </a:lnTo>
                  <a:lnTo>
                    <a:pt x="493" y="118"/>
                  </a:lnTo>
                  <a:lnTo>
                    <a:pt x="541" y="89"/>
                  </a:lnTo>
                  <a:lnTo>
                    <a:pt x="560" y="77"/>
                  </a:lnTo>
                  <a:lnTo>
                    <a:pt x="568" y="72"/>
                  </a:lnTo>
                  <a:lnTo>
                    <a:pt x="573" y="69"/>
                  </a:lnTo>
                  <a:lnTo>
                    <a:pt x="592" y="58"/>
                  </a:lnTo>
                  <a:lnTo>
                    <a:pt x="622" y="39"/>
                  </a:lnTo>
                  <a:lnTo>
                    <a:pt x="637" y="28"/>
                  </a:lnTo>
                  <a:lnTo>
                    <a:pt x="663" y="13"/>
                  </a:lnTo>
                  <a:lnTo>
                    <a:pt x="668" y="9"/>
                  </a:lnTo>
                  <a:lnTo>
                    <a:pt x="668" y="3"/>
                  </a:lnTo>
                  <a:lnTo>
                    <a:pt x="664" y="0"/>
                  </a:lnTo>
                  <a:lnTo>
                    <a:pt x="655" y="0"/>
                  </a:lnTo>
                  <a:lnTo>
                    <a:pt x="649" y="1"/>
                  </a:lnTo>
                  <a:lnTo>
                    <a:pt x="549" y="38"/>
                  </a:lnTo>
                  <a:lnTo>
                    <a:pt x="533" y="42"/>
                  </a:lnTo>
                  <a:lnTo>
                    <a:pt x="490" y="59"/>
                  </a:lnTo>
                  <a:lnTo>
                    <a:pt x="426" y="89"/>
                  </a:lnTo>
                  <a:lnTo>
                    <a:pt x="402" y="101"/>
                  </a:lnTo>
                  <a:lnTo>
                    <a:pt x="331" y="132"/>
                  </a:lnTo>
                  <a:lnTo>
                    <a:pt x="217" y="189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l1537"/>
            <p:cNvSpPr/>
            <p:nvPr/>
          </p:nvSpPr>
          <p:spPr>
            <a:xfrm>
              <a:off x="4892167" y="4878644"/>
              <a:ext cx="519" cy="574"/>
            </a:xfrm>
            <a:custGeom>
              <a:avLst/>
              <a:pathLst>
                <a:path w="519" h="574">
                  <a:moveTo>
                    <a:pt x="349" y="186"/>
                  </a:moveTo>
                  <a:lnTo>
                    <a:pt x="331" y="215"/>
                  </a:lnTo>
                  <a:lnTo>
                    <a:pt x="325" y="223"/>
                  </a:lnTo>
                  <a:lnTo>
                    <a:pt x="293" y="263"/>
                  </a:lnTo>
                  <a:lnTo>
                    <a:pt x="265" y="298"/>
                  </a:lnTo>
                  <a:lnTo>
                    <a:pt x="254" y="311"/>
                  </a:lnTo>
                  <a:lnTo>
                    <a:pt x="249" y="317"/>
                  </a:lnTo>
                  <a:lnTo>
                    <a:pt x="223" y="342"/>
                  </a:lnTo>
                  <a:lnTo>
                    <a:pt x="198" y="368"/>
                  </a:lnTo>
                  <a:lnTo>
                    <a:pt x="171" y="392"/>
                  </a:lnTo>
                  <a:lnTo>
                    <a:pt x="161" y="402"/>
                  </a:lnTo>
                  <a:lnTo>
                    <a:pt x="153" y="408"/>
                  </a:lnTo>
                  <a:lnTo>
                    <a:pt x="136" y="420"/>
                  </a:lnTo>
                  <a:lnTo>
                    <a:pt x="104" y="445"/>
                  </a:lnTo>
                  <a:lnTo>
                    <a:pt x="95" y="450"/>
                  </a:lnTo>
                  <a:lnTo>
                    <a:pt x="84" y="458"/>
                  </a:lnTo>
                  <a:lnTo>
                    <a:pt x="71" y="467"/>
                  </a:lnTo>
                  <a:lnTo>
                    <a:pt x="63" y="472"/>
                  </a:lnTo>
                  <a:lnTo>
                    <a:pt x="55" y="476"/>
                  </a:lnTo>
                  <a:lnTo>
                    <a:pt x="49" y="478"/>
                  </a:lnTo>
                  <a:lnTo>
                    <a:pt x="42" y="481"/>
                  </a:lnTo>
                  <a:lnTo>
                    <a:pt x="13" y="493"/>
                  </a:lnTo>
                  <a:lnTo>
                    <a:pt x="8" y="496"/>
                  </a:lnTo>
                  <a:lnTo>
                    <a:pt x="2" y="501"/>
                  </a:lnTo>
                  <a:lnTo>
                    <a:pt x="0" y="506"/>
                  </a:lnTo>
                  <a:lnTo>
                    <a:pt x="5" y="513"/>
                  </a:lnTo>
                  <a:lnTo>
                    <a:pt x="33" y="534"/>
                  </a:lnTo>
                  <a:lnTo>
                    <a:pt x="38" y="538"/>
                  </a:lnTo>
                  <a:lnTo>
                    <a:pt x="43" y="541"/>
                  </a:lnTo>
                  <a:lnTo>
                    <a:pt x="52" y="545"/>
                  </a:lnTo>
                  <a:lnTo>
                    <a:pt x="68" y="556"/>
                  </a:lnTo>
                  <a:lnTo>
                    <a:pt x="80" y="562"/>
                  </a:lnTo>
                  <a:lnTo>
                    <a:pt x="92" y="568"/>
                  </a:lnTo>
                  <a:lnTo>
                    <a:pt x="97" y="570"/>
                  </a:lnTo>
                  <a:lnTo>
                    <a:pt x="106" y="573"/>
                  </a:lnTo>
                  <a:lnTo>
                    <a:pt x="113" y="574"/>
                  </a:lnTo>
                  <a:lnTo>
                    <a:pt x="121" y="573"/>
                  </a:lnTo>
                  <a:lnTo>
                    <a:pt x="131" y="569"/>
                  </a:lnTo>
                  <a:lnTo>
                    <a:pt x="141" y="565"/>
                  </a:lnTo>
                  <a:lnTo>
                    <a:pt x="182" y="550"/>
                  </a:lnTo>
                  <a:lnTo>
                    <a:pt x="189" y="547"/>
                  </a:lnTo>
                  <a:lnTo>
                    <a:pt x="195" y="545"/>
                  </a:lnTo>
                  <a:lnTo>
                    <a:pt x="206" y="537"/>
                  </a:lnTo>
                  <a:lnTo>
                    <a:pt x="216" y="532"/>
                  </a:lnTo>
                  <a:lnTo>
                    <a:pt x="273" y="510"/>
                  </a:lnTo>
                  <a:lnTo>
                    <a:pt x="289" y="503"/>
                  </a:lnTo>
                  <a:lnTo>
                    <a:pt x="301" y="497"/>
                  </a:lnTo>
                  <a:lnTo>
                    <a:pt x="312" y="492"/>
                  </a:lnTo>
                  <a:lnTo>
                    <a:pt x="320" y="487"/>
                  </a:lnTo>
                  <a:lnTo>
                    <a:pt x="327" y="483"/>
                  </a:lnTo>
                  <a:lnTo>
                    <a:pt x="332" y="478"/>
                  </a:lnTo>
                  <a:lnTo>
                    <a:pt x="337" y="474"/>
                  </a:lnTo>
                  <a:lnTo>
                    <a:pt x="346" y="466"/>
                  </a:lnTo>
                  <a:lnTo>
                    <a:pt x="351" y="462"/>
                  </a:lnTo>
                  <a:lnTo>
                    <a:pt x="355" y="457"/>
                  </a:lnTo>
                  <a:lnTo>
                    <a:pt x="359" y="451"/>
                  </a:lnTo>
                  <a:lnTo>
                    <a:pt x="363" y="444"/>
                  </a:lnTo>
                  <a:lnTo>
                    <a:pt x="427" y="328"/>
                  </a:lnTo>
                  <a:lnTo>
                    <a:pt x="460" y="270"/>
                  </a:lnTo>
                  <a:lnTo>
                    <a:pt x="495" y="195"/>
                  </a:lnTo>
                  <a:lnTo>
                    <a:pt x="500" y="183"/>
                  </a:lnTo>
                  <a:lnTo>
                    <a:pt x="505" y="171"/>
                  </a:lnTo>
                  <a:lnTo>
                    <a:pt x="506" y="165"/>
                  </a:lnTo>
                  <a:lnTo>
                    <a:pt x="507" y="157"/>
                  </a:lnTo>
                  <a:lnTo>
                    <a:pt x="505" y="147"/>
                  </a:lnTo>
                  <a:lnTo>
                    <a:pt x="507" y="122"/>
                  </a:lnTo>
                  <a:lnTo>
                    <a:pt x="508" y="115"/>
                  </a:lnTo>
                  <a:lnTo>
                    <a:pt x="509" y="107"/>
                  </a:lnTo>
                  <a:lnTo>
                    <a:pt x="510" y="95"/>
                  </a:lnTo>
                  <a:lnTo>
                    <a:pt x="514" y="89"/>
                  </a:lnTo>
                  <a:lnTo>
                    <a:pt x="516" y="84"/>
                  </a:lnTo>
                  <a:lnTo>
                    <a:pt x="518" y="61"/>
                  </a:lnTo>
                  <a:lnTo>
                    <a:pt x="518" y="43"/>
                  </a:lnTo>
                  <a:lnTo>
                    <a:pt x="519" y="32"/>
                  </a:lnTo>
                  <a:lnTo>
                    <a:pt x="512" y="19"/>
                  </a:lnTo>
                  <a:lnTo>
                    <a:pt x="508" y="11"/>
                  </a:lnTo>
                  <a:lnTo>
                    <a:pt x="499" y="5"/>
                  </a:lnTo>
                  <a:lnTo>
                    <a:pt x="493" y="3"/>
                  </a:lnTo>
                  <a:lnTo>
                    <a:pt x="482" y="0"/>
                  </a:lnTo>
                  <a:lnTo>
                    <a:pt x="476" y="0"/>
                  </a:lnTo>
                  <a:lnTo>
                    <a:pt x="469" y="1"/>
                  </a:lnTo>
                  <a:lnTo>
                    <a:pt x="446" y="22"/>
                  </a:lnTo>
                  <a:lnTo>
                    <a:pt x="443" y="26"/>
                  </a:lnTo>
                  <a:lnTo>
                    <a:pt x="433" y="35"/>
                  </a:lnTo>
                  <a:lnTo>
                    <a:pt x="429" y="39"/>
                  </a:lnTo>
                  <a:lnTo>
                    <a:pt x="412" y="57"/>
                  </a:lnTo>
                  <a:lnTo>
                    <a:pt x="406" y="63"/>
                  </a:lnTo>
                  <a:lnTo>
                    <a:pt x="401" y="67"/>
                  </a:lnTo>
                  <a:lnTo>
                    <a:pt x="386" y="81"/>
                  </a:lnTo>
                  <a:lnTo>
                    <a:pt x="380" y="87"/>
                  </a:lnTo>
                  <a:lnTo>
                    <a:pt x="376" y="92"/>
                  </a:lnTo>
                  <a:lnTo>
                    <a:pt x="379" y="96"/>
                  </a:lnTo>
                  <a:lnTo>
                    <a:pt x="386" y="99"/>
                  </a:lnTo>
                  <a:lnTo>
                    <a:pt x="393" y="100"/>
                  </a:lnTo>
                  <a:lnTo>
                    <a:pt x="390" y="106"/>
                  </a:lnTo>
                  <a:lnTo>
                    <a:pt x="387" y="113"/>
                  </a:lnTo>
                  <a:lnTo>
                    <a:pt x="381" y="126"/>
                  </a:lnTo>
                  <a:lnTo>
                    <a:pt x="371" y="146"/>
                  </a:lnTo>
                  <a:lnTo>
                    <a:pt x="349" y="18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l1538"/>
            <p:cNvSpPr/>
            <p:nvPr/>
          </p:nvSpPr>
          <p:spPr>
            <a:xfrm>
              <a:off x="5169154" y="4762656"/>
              <a:ext cx="760" cy="776"/>
            </a:xfrm>
            <a:custGeom>
              <a:avLst/>
              <a:pathLst>
                <a:path w="760" h="776">
                  <a:moveTo>
                    <a:pt x="11" y="761"/>
                  </a:moveTo>
                  <a:lnTo>
                    <a:pt x="79" y="776"/>
                  </a:lnTo>
                  <a:lnTo>
                    <a:pt x="254" y="689"/>
                  </a:lnTo>
                  <a:lnTo>
                    <a:pt x="550" y="585"/>
                  </a:lnTo>
                  <a:lnTo>
                    <a:pt x="639" y="564"/>
                  </a:lnTo>
                  <a:lnTo>
                    <a:pt x="704" y="536"/>
                  </a:lnTo>
                  <a:lnTo>
                    <a:pt x="760" y="444"/>
                  </a:lnTo>
                  <a:lnTo>
                    <a:pt x="749" y="297"/>
                  </a:lnTo>
                  <a:lnTo>
                    <a:pt x="697" y="151"/>
                  </a:lnTo>
                  <a:lnTo>
                    <a:pt x="607" y="90"/>
                  </a:lnTo>
                  <a:lnTo>
                    <a:pt x="372" y="0"/>
                  </a:lnTo>
                  <a:lnTo>
                    <a:pt x="202" y="22"/>
                  </a:lnTo>
                  <a:lnTo>
                    <a:pt x="112" y="150"/>
                  </a:lnTo>
                  <a:lnTo>
                    <a:pt x="0" y="630"/>
                  </a:lnTo>
                  <a:lnTo>
                    <a:pt x="11" y="761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l1539"/>
            <p:cNvSpPr/>
            <p:nvPr/>
          </p:nvSpPr>
          <p:spPr>
            <a:xfrm>
              <a:off x="5167702" y="4760042"/>
              <a:ext cx="674" cy="1322"/>
            </a:xfrm>
            <a:custGeom>
              <a:avLst/>
              <a:pathLst>
                <a:path w="674" h="1322">
                  <a:moveTo>
                    <a:pt x="545" y="1317"/>
                  </a:moveTo>
                  <a:lnTo>
                    <a:pt x="549" y="1322"/>
                  </a:lnTo>
                  <a:lnTo>
                    <a:pt x="578" y="1287"/>
                  </a:lnTo>
                  <a:lnTo>
                    <a:pt x="667" y="1068"/>
                  </a:lnTo>
                  <a:lnTo>
                    <a:pt x="674" y="875"/>
                  </a:lnTo>
                  <a:lnTo>
                    <a:pt x="669" y="833"/>
                  </a:lnTo>
                  <a:lnTo>
                    <a:pt x="651" y="732"/>
                  </a:lnTo>
                  <a:lnTo>
                    <a:pt x="564" y="518"/>
                  </a:lnTo>
                  <a:lnTo>
                    <a:pt x="495" y="381"/>
                  </a:lnTo>
                  <a:lnTo>
                    <a:pt x="449" y="290"/>
                  </a:lnTo>
                  <a:lnTo>
                    <a:pt x="393" y="208"/>
                  </a:lnTo>
                  <a:lnTo>
                    <a:pt x="330" y="151"/>
                  </a:lnTo>
                  <a:lnTo>
                    <a:pt x="259" y="101"/>
                  </a:lnTo>
                  <a:lnTo>
                    <a:pt x="74" y="19"/>
                  </a:lnTo>
                  <a:lnTo>
                    <a:pt x="0" y="0"/>
                  </a:lnTo>
                  <a:lnTo>
                    <a:pt x="7" y="57"/>
                  </a:lnTo>
                  <a:lnTo>
                    <a:pt x="94" y="216"/>
                  </a:lnTo>
                  <a:lnTo>
                    <a:pt x="246" y="482"/>
                  </a:lnTo>
                  <a:lnTo>
                    <a:pt x="264" y="517"/>
                  </a:lnTo>
                  <a:lnTo>
                    <a:pt x="290" y="621"/>
                  </a:lnTo>
                  <a:lnTo>
                    <a:pt x="297" y="652"/>
                  </a:lnTo>
                  <a:lnTo>
                    <a:pt x="299" y="726"/>
                  </a:lnTo>
                  <a:lnTo>
                    <a:pt x="303" y="828"/>
                  </a:lnTo>
                  <a:lnTo>
                    <a:pt x="325" y="868"/>
                  </a:lnTo>
                  <a:lnTo>
                    <a:pt x="393" y="940"/>
                  </a:lnTo>
                  <a:lnTo>
                    <a:pt x="445" y="1099"/>
                  </a:lnTo>
                  <a:lnTo>
                    <a:pt x="545" y="131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l1540"/>
            <p:cNvSpPr/>
            <p:nvPr/>
          </p:nvSpPr>
          <p:spPr>
            <a:xfrm>
              <a:off x="5153821" y="4749775"/>
              <a:ext cx="48" cy="53"/>
            </a:xfrm>
            <a:custGeom>
              <a:avLst/>
              <a:pathLst>
                <a:path w="48" h="53">
                  <a:moveTo>
                    <a:pt x="10" y="47"/>
                  </a:moveTo>
                  <a:lnTo>
                    <a:pt x="26" y="51"/>
                  </a:lnTo>
                  <a:lnTo>
                    <a:pt x="40" y="53"/>
                  </a:lnTo>
                  <a:lnTo>
                    <a:pt x="47" y="39"/>
                  </a:lnTo>
                  <a:lnTo>
                    <a:pt x="48" y="23"/>
                  </a:lnTo>
                  <a:lnTo>
                    <a:pt x="46" y="16"/>
                  </a:lnTo>
                  <a:lnTo>
                    <a:pt x="6" y="0"/>
                  </a:lnTo>
                  <a:lnTo>
                    <a:pt x="2" y="7"/>
                  </a:lnTo>
                  <a:lnTo>
                    <a:pt x="0" y="36"/>
                  </a:lnTo>
                  <a:lnTo>
                    <a:pt x="10" y="47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l1541"/>
            <p:cNvSpPr/>
            <p:nvPr/>
          </p:nvSpPr>
          <p:spPr>
            <a:xfrm>
              <a:off x="5153667" y="4748049"/>
              <a:ext cx="94" cy="266"/>
            </a:xfrm>
            <a:custGeom>
              <a:avLst/>
              <a:pathLst>
                <a:path w="94" h="266">
                  <a:moveTo>
                    <a:pt x="11" y="252"/>
                  </a:moveTo>
                  <a:lnTo>
                    <a:pt x="28" y="266"/>
                  </a:lnTo>
                  <a:lnTo>
                    <a:pt x="94" y="202"/>
                  </a:lnTo>
                  <a:lnTo>
                    <a:pt x="83" y="24"/>
                  </a:lnTo>
                  <a:lnTo>
                    <a:pt x="71" y="0"/>
                  </a:lnTo>
                  <a:lnTo>
                    <a:pt x="0" y="187"/>
                  </a:lnTo>
                  <a:lnTo>
                    <a:pt x="11" y="252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l1542"/>
            <p:cNvSpPr/>
            <p:nvPr/>
          </p:nvSpPr>
          <p:spPr>
            <a:xfrm>
              <a:off x="5153084" y="4745498"/>
              <a:ext cx="1244" cy="1576"/>
            </a:xfrm>
            <a:custGeom>
              <a:avLst/>
              <a:pathLst>
                <a:path w="1244" h="1576">
                  <a:moveTo>
                    <a:pt x="396" y="1353"/>
                  </a:moveTo>
                  <a:lnTo>
                    <a:pt x="427" y="1363"/>
                  </a:lnTo>
                  <a:lnTo>
                    <a:pt x="466" y="1341"/>
                  </a:lnTo>
                  <a:lnTo>
                    <a:pt x="512" y="1337"/>
                  </a:lnTo>
                  <a:lnTo>
                    <a:pt x="608" y="1412"/>
                  </a:lnTo>
                  <a:lnTo>
                    <a:pt x="613" y="1416"/>
                  </a:lnTo>
                  <a:lnTo>
                    <a:pt x="651" y="1494"/>
                  </a:lnTo>
                  <a:lnTo>
                    <a:pt x="691" y="1576"/>
                  </a:lnTo>
                  <a:lnTo>
                    <a:pt x="707" y="1545"/>
                  </a:lnTo>
                  <a:lnTo>
                    <a:pt x="682" y="1509"/>
                  </a:lnTo>
                  <a:lnTo>
                    <a:pt x="668" y="1446"/>
                  </a:lnTo>
                  <a:lnTo>
                    <a:pt x="537" y="1287"/>
                  </a:lnTo>
                  <a:lnTo>
                    <a:pt x="532" y="1275"/>
                  </a:lnTo>
                  <a:lnTo>
                    <a:pt x="529" y="1253"/>
                  </a:lnTo>
                  <a:lnTo>
                    <a:pt x="535" y="1238"/>
                  </a:lnTo>
                  <a:lnTo>
                    <a:pt x="541" y="1231"/>
                  </a:lnTo>
                  <a:lnTo>
                    <a:pt x="628" y="1142"/>
                  </a:lnTo>
                  <a:lnTo>
                    <a:pt x="649" y="1123"/>
                  </a:lnTo>
                  <a:lnTo>
                    <a:pt x="658" y="1117"/>
                  </a:lnTo>
                  <a:lnTo>
                    <a:pt x="671" y="1112"/>
                  </a:lnTo>
                  <a:lnTo>
                    <a:pt x="710" y="1098"/>
                  </a:lnTo>
                  <a:lnTo>
                    <a:pt x="719" y="1096"/>
                  </a:lnTo>
                  <a:lnTo>
                    <a:pt x="788" y="1094"/>
                  </a:lnTo>
                  <a:lnTo>
                    <a:pt x="808" y="1094"/>
                  </a:lnTo>
                  <a:lnTo>
                    <a:pt x="839" y="1094"/>
                  </a:lnTo>
                  <a:lnTo>
                    <a:pt x="874" y="1101"/>
                  </a:lnTo>
                  <a:lnTo>
                    <a:pt x="888" y="1107"/>
                  </a:lnTo>
                  <a:lnTo>
                    <a:pt x="906" y="1110"/>
                  </a:lnTo>
                  <a:lnTo>
                    <a:pt x="973" y="1107"/>
                  </a:lnTo>
                  <a:lnTo>
                    <a:pt x="1008" y="1103"/>
                  </a:lnTo>
                  <a:lnTo>
                    <a:pt x="1028" y="1097"/>
                  </a:lnTo>
                  <a:lnTo>
                    <a:pt x="1069" y="1081"/>
                  </a:lnTo>
                  <a:lnTo>
                    <a:pt x="1090" y="1069"/>
                  </a:lnTo>
                  <a:lnTo>
                    <a:pt x="1139" y="1034"/>
                  </a:lnTo>
                  <a:lnTo>
                    <a:pt x="1152" y="1021"/>
                  </a:lnTo>
                  <a:lnTo>
                    <a:pt x="1175" y="999"/>
                  </a:lnTo>
                  <a:lnTo>
                    <a:pt x="1185" y="987"/>
                  </a:lnTo>
                  <a:lnTo>
                    <a:pt x="1221" y="939"/>
                  </a:lnTo>
                  <a:lnTo>
                    <a:pt x="1228" y="930"/>
                  </a:lnTo>
                  <a:lnTo>
                    <a:pt x="1230" y="924"/>
                  </a:lnTo>
                  <a:lnTo>
                    <a:pt x="1243" y="845"/>
                  </a:lnTo>
                  <a:lnTo>
                    <a:pt x="1244" y="836"/>
                  </a:lnTo>
                  <a:lnTo>
                    <a:pt x="1237" y="745"/>
                  </a:lnTo>
                  <a:lnTo>
                    <a:pt x="1235" y="723"/>
                  </a:lnTo>
                  <a:lnTo>
                    <a:pt x="1215" y="668"/>
                  </a:lnTo>
                  <a:lnTo>
                    <a:pt x="1212" y="661"/>
                  </a:lnTo>
                  <a:lnTo>
                    <a:pt x="1196" y="639"/>
                  </a:lnTo>
                  <a:lnTo>
                    <a:pt x="1188" y="632"/>
                  </a:lnTo>
                  <a:lnTo>
                    <a:pt x="1179" y="625"/>
                  </a:lnTo>
                  <a:lnTo>
                    <a:pt x="1091" y="573"/>
                  </a:lnTo>
                  <a:lnTo>
                    <a:pt x="957" y="476"/>
                  </a:lnTo>
                  <a:lnTo>
                    <a:pt x="949" y="470"/>
                  </a:lnTo>
                  <a:lnTo>
                    <a:pt x="930" y="454"/>
                  </a:lnTo>
                  <a:lnTo>
                    <a:pt x="732" y="228"/>
                  </a:lnTo>
                  <a:lnTo>
                    <a:pt x="721" y="216"/>
                  </a:lnTo>
                  <a:lnTo>
                    <a:pt x="711" y="198"/>
                  </a:lnTo>
                  <a:lnTo>
                    <a:pt x="707" y="187"/>
                  </a:lnTo>
                  <a:lnTo>
                    <a:pt x="663" y="34"/>
                  </a:lnTo>
                  <a:lnTo>
                    <a:pt x="655" y="0"/>
                  </a:lnTo>
                  <a:lnTo>
                    <a:pt x="466" y="287"/>
                  </a:lnTo>
                  <a:lnTo>
                    <a:pt x="370" y="373"/>
                  </a:lnTo>
                  <a:lnTo>
                    <a:pt x="236" y="545"/>
                  </a:lnTo>
                  <a:lnTo>
                    <a:pt x="146" y="695"/>
                  </a:lnTo>
                  <a:lnTo>
                    <a:pt x="114" y="725"/>
                  </a:lnTo>
                  <a:lnTo>
                    <a:pt x="67" y="750"/>
                  </a:lnTo>
                  <a:lnTo>
                    <a:pt x="0" y="804"/>
                  </a:lnTo>
                  <a:lnTo>
                    <a:pt x="13" y="847"/>
                  </a:lnTo>
                  <a:lnTo>
                    <a:pt x="32" y="874"/>
                  </a:lnTo>
                  <a:lnTo>
                    <a:pt x="94" y="934"/>
                  </a:lnTo>
                  <a:lnTo>
                    <a:pt x="124" y="957"/>
                  </a:lnTo>
                  <a:lnTo>
                    <a:pt x="130" y="961"/>
                  </a:lnTo>
                  <a:lnTo>
                    <a:pt x="194" y="1030"/>
                  </a:lnTo>
                  <a:lnTo>
                    <a:pt x="237" y="1092"/>
                  </a:lnTo>
                  <a:lnTo>
                    <a:pt x="292" y="1194"/>
                  </a:lnTo>
                  <a:lnTo>
                    <a:pt x="396" y="1353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l1543"/>
            <p:cNvSpPr/>
            <p:nvPr/>
          </p:nvSpPr>
          <p:spPr>
            <a:xfrm>
              <a:off x="2466833" y="4167189"/>
              <a:ext cx="2916497" cy="1792184"/>
            </a:xfrm>
            <a:custGeom>
              <a:avLst/>
              <a:pathLst>
                <a:path w="2916497" h="1792184">
                  <a:moveTo>
                    <a:pt x="2372682" y="616"/>
                  </a:moveTo>
                  <a:lnTo>
                    <a:pt x="2372716" y="623"/>
                  </a:lnTo>
                  <a:lnTo>
                    <a:pt x="2372764" y="627"/>
                  </a:lnTo>
                  <a:lnTo>
                    <a:pt x="2372828" y="635"/>
                  </a:lnTo>
                  <a:lnTo>
                    <a:pt x="2372879" y="643"/>
                  </a:lnTo>
                  <a:lnTo>
                    <a:pt x="2372997" y="661"/>
                  </a:lnTo>
                  <a:lnTo>
                    <a:pt x="2373052" y="669"/>
                  </a:lnTo>
                  <a:lnTo>
                    <a:pt x="2373111" y="675"/>
                  </a:lnTo>
                  <a:lnTo>
                    <a:pt x="2373181" y="686"/>
                  </a:lnTo>
                  <a:lnTo>
                    <a:pt x="2373218" y="692"/>
                  </a:lnTo>
                  <a:lnTo>
                    <a:pt x="2373266" y="706"/>
                  </a:lnTo>
                  <a:lnTo>
                    <a:pt x="2373300" y="717"/>
                  </a:lnTo>
                  <a:lnTo>
                    <a:pt x="2373324" y="729"/>
                  </a:lnTo>
                  <a:lnTo>
                    <a:pt x="2373357" y="745"/>
                  </a:lnTo>
                  <a:lnTo>
                    <a:pt x="2373400" y="769"/>
                  </a:lnTo>
                  <a:lnTo>
                    <a:pt x="2373451" y="794"/>
                  </a:lnTo>
                  <a:lnTo>
                    <a:pt x="2373505" y="818"/>
                  </a:lnTo>
                  <a:lnTo>
                    <a:pt x="2373629" y="876"/>
                  </a:lnTo>
                  <a:lnTo>
                    <a:pt x="2373720" y="914"/>
                  </a:lnTo>
                  <a:lnTo>
                    <a:pt x="2373756" y="929"/>
                  </a:lnTo>
                  <a:lnTo>
                    <a:pt x="2373796" y="947"/>
                  </a:lnTo>
                  <a:lnTo>
                    <a:pt x="2373868" y="978"/>
                  </a:lnTo>
                  <a:lnTo>
                    <a:pt x="2373953" y="1013"/>
                  </a:lnTo>
                  <a:lnTo>
                    <a:pt x="2373996" y="1027"/>
                  </a:lnTo>
                  <a:lnTo>
                    <a:pt x="2374032" y="1039"/>
                  </a:lnTo>
                  <a:lnTo>
                    <a:pt x="2374074" y="1056"/>
                  </a:lnTo>
                  <a:lnTo>
                    <a:pt x="2374138" y="1080"/>
                  </a:lnTo>
                  <a:lnTo>
                    <a:pt x="2374217" y="1115"/>
                  </a:lnTo>
                  <a:lnTo>
                    <a:pt x="2374316" y="1152"/>
                  </a:lnTo>
                  <a:lnTo>
                    <a:pt x="2374368" y="1174"/>
                  </a:lnTo>
                  <a:lnTo>
                    <a:pt x="2374410" y="1192"/>
                  </a:lnTo>
                  <a:lnTo>
                    <a:pt x="2374443" y="1211"/>
                  </a:lnTo>
                  <a:lnTo>
                    <a:pt x="2374516" y="1241"/>
                  </a:lnTo>
                  <a:lnTo>
                    <a:pt x="2374561" y="1254"/>
                  </a:lnTo>
                  <a:lnTo>
                    <a:pt x="2374598" y="1266"/>
                  </a:lnTo>
                  <a:lnTo>
                    <a:pt x="2374649" y="1278"/>
                  </a:lnTo>
                  <a:lnTo>
                    <a:pt x="2374692" y="1284"/>
                  </a:lnTo>
                  <a:lnTo>
                    <a:pt x="2374731" y="1284"/>
                  </a:lnTo>
                  <a:lnTo>
                    <a:pt x="2374782" y="1282"/>
                  </a:lnTo>
                  <a:lnTo>
                    <a:pt x="2374834" y="1282"/>
                  </a:lnTo>
                  <a:lnTo>
                    <a:pt x="2374888" y="1280"/>
                  </a:lnTo>
                  <a:lnTo>
                    <a:pt x="2374937" y="1286"/>
                  </a:lnTo>
                  <a:lnTo>
                    <a:pt x="2374994" y="1294"/>
                  </a:lnTo>
                  <a:lnTo>
                    <a:pt x="2375033" y="1304"/>
                  </a:lnTo>
                  <a:lnTo>
                    <a:pt x="2375066" y="1315"/>
                  </a:lnTo>
                  <a:lnTo>
                    <a:pt x="2375094" y="1323"/>
                  </a:lnTo>
                  <a:lnTo>
                    <a:pt x="2375145" y="1348"/>
                  </a:lnTo>
                  <a:lnTo>
                    <a:pt x="2375190" y="1376"/>
                  </a:lnTo>
                  <a:lnTo>
                    <a:pt x="2375251" y="1417"/>
                  </a:lnTo>
                  <a:lnTo>
                    <a:pt x="2375272" y="1433"/>
                  </a:lnTo>
                  <a:lnTo>
                    <a:pt x="2375302" y="1460"/>
                  </a:lnTo>
                  <a:lnTo>
                    <a:pt x="2375327" y="1488"/>
                  </a:lnTo>
                  <a:lnTo>
                    <a:pt x="2375348" y="1515"/>
                  </a:lnTo>
                  <a:lnTo>
                    <a:pt x="2375375" y="1552"/>
                  </a:lnTo>
                  <a:lnTo>
                    <a:pt x="2375396" y="1591"/>
                  </a:lnTo>
                  <a:lnTo>
                    <a:pt x="2375417" y="1644"/>
                  </a:lnTo>
                  <a:lnTo>
                    <a:pt x="2375427" y="1681"/>
                  </a:lnTo>
                  <a:lnTo>
                    <a:pt x="2375439" y="1716"/>
                  </a:lnTo>
                  <a:lnTo>
                    <a:pt x="2375445" y="1746"/>
                  </a:lnTo>
                  <a:lnTo>
                    <a:pt x="2375448" y="1775"/>
                  </a:lnTo>
                  <a:lnTo>
                    <a:pt x="2375448" y="1799"/>
                  </a:lnTo>
                  <a:lnTo>
                    <a:pt x="2375451" y="1832"/>
                  </a:lnTo>
                  <a:lnTo>
                    <a:pt x="2375451" y="1859"/>
                  </a:lnTo>
                  <a:lnTo>
                    <a:pt x="2375454" y="1895"/>
                  </a:lnTo>
                  <a:lnTo>
                    <a:pt x="2375463" y="1924"/>
                  </a:lnTo>
                  <a:lnTo>
                    <a:pt x="2375472" y="1949"/>
                  </a:lnTo>
                  <a:lnTo>
                    <a:pt x="2375487" y="1973"/>
                  </a:lnTo>
                  <a:lnTo>
                    <a:pt x="2375514" y="2010"/>
                  </a:lnTo>
                  <a:lnTo>
                    <a:pt x="2375560" y="2049"/>
                  </a:lnTo>
                  <a:lnTo>
                    <a:pt x="2375599" y="2081"/>
                  </a:lnTo>
                  <a:lnTo>
                    <a:pt x="2375660" y="2134"/>
                  </a:lnTo>
                  <a:lnTo>
                    <a:pt x="2375714" y="2175"/>
                  </a:lnTo>
                  <a:lnTo>
                    <a:pt x="2375769" y="2216"/>
                  </a:lnTo>
                  <a:lnTo>
                    <a:pt x="2375796" y="2237"/>
                  </a:lnTo>
                  <a:lnTo>
                    <a:pt x="2375917" y="2400"/>
                  </a:lnTo>
                  <a:lnTo>
                    <a:pt x="2376083" y="2746"/>
                  </a:lnTo>
                  <a:lnTo>
                    <a:pt x="2376294" y="3101"/>
                  </a:lnTo>
                  <a:lnTo>
                    <a:pt x="2376524" y="3371"/>
                  </a:lnTo>
                  <a:lnTo>
                    <a:pt x="2376531" y="3383"/>
                  </a:lnTo>
                  <a:lnTo>
                    <a:pt x="2376559" y="3412"/>
                  </a:lnTo>
                  <a:lnTo>
                    <a:pt x="2376589" y="3441"/>
                  </a:lnTo>
                  <a:lnTo>
                    <a:pt x="2376634" y="3469"/>
                  </a:lnTo>
                  <a:lnTo>
                    <a:pt x="2376728" y="3514"/>
                  </a:lnTo>
                  <a:lnTo>
                    <a:pt x="2376909" y="3596"/>
                  </a:lnTo>
                  <a:lnTo>
                    <a:pt x="2377099" y="3673"/>
                  </a:lnTo>
                  <a:lnTo>
                    <a:pt x="2377208" y="3708"/>
                  </a:lnTo>
                  <a:lnTo>
                    <a:pt x="2377263" y="3723"/>
                  </a:lnTo>
                  <a:lnTo>
                    <a:pt x="2377344" y="3735"/>
                  </a:lnTo>
                  <a:lnTo>
                    <a:pt x="2377419" y="3745"/>
                  </a:lnTo>
                  <a:lnTo>
                    <a:pt x="2377486" y="3751"/>
                  </a:lnTo>
                  <a:lnTo>
                    <a:pt x="2377604" y="3751"/>
                  </a:lnTo>
                  <a:lnTo>
                    <a:pt x="2377673" y="3745"/>
                  </a:lnTo>
                  <a:lnTo>
                    <a:pt x="2377748" y="3741"/>
                  </a:lnTo>
                  <a:lnTo>
                    <a:pt x="2377812" y="3733"/>
                  </a:lnTo>
                  <a:lnTo>
                    <a:pt x="2377888" y="3714"/>
                  </a:lnTo>
                  <a:lnTo>
                    <a:pt x="2377945" y="3696"/>
                  </a:lnTo>
                  <a:lnTo>
                    <a:pt x="2378005" y="3679"/>
                  </a:lnTo>
                  <a:lnTo>
                    <a:pt x="2378093" y="3655"/>
                  </a:lnTo>
                  <a:lnTo>
                    <a:pt x="2378153" y="3630"/>
                  </a:lnTo>
                  <a:lnTo>
                    <a:pt x="2378208" y="3610"/>
                  </a:lnTo>
                  <a:lnTo>
                    <a:pt x="2378262" y="3588"/>
                  </a:lnTo>
                  <a:lnTo>
                    <a:pt x="2378313" y="3567"/>
                  </a:lnTo>
                  <a:lnTo>
                    <a:pt x="2378365" y="3545"/>
                  </a:lnTo>
                  <a:lnTo>
                    <a:pt x="2378389" y="3536"/>
                  </a:lnTo>
                  <a:lnTo>
                    <a:pt x="2378422" y="3524"/>
                  </a:lnTo>
                  <a:lnTo>
                    <a:pt x="2378459" y="3516"/>
                  </a:lnTo>
                  <a:lnTo>
                    <a:pt x="2378610" y="3496"/>
                  </a:lnTo>
                  <a:lnTo>
                    <a:pt x="2378758" y="3477"/>
                  </a:lnTo>
                  <a:lnTo>
                    <a:pt x="2378915" y="3457"/>
                  </a:lnTo>
                  <a:lnTo>
                    <a:pt x="2379063" y="3439"/>
                  </a:lnTo>
                  <a:lnTo>
                    <a:pt x="2379187" y="3426"/>
                  </a:lnTo>
                  <a:lnTo>
                    <a:pt x="2379304" y="3418"/>
                  </a:lnTo>
                  <a:lnTo>
                    <a:pt x="2379383" y="3416"/>
                  </a:lnTo>
                  <a:lnTo>
                    <a:pt x="2379446" y="3416"/>
                  </a:lnTo>
                  <a:lnTo>
                    <a:pt x="2379507" y="3424"/>
                  </a:lnTo>
                  <a:lnTo>
                    <a:pt x="2379557" y="3433"/>
                  </a:lnTo>
                  <a:lnTo>
                    <a:pt x="2379576" y="3438"/>
                  </a:lnTo>
                  <a:lnTo>
                    <a:pt x="2379636" y="3451"/>
                  </a:lnTo>
                  <a:lnTo>
                    <a:pt x="2379697" y="3467"/>
                  </a:lnTo>
                  <a:lnTo>
                    <a:pt x="2379905" y="3522"/>
                  </a:lnTo>
                  <a:lnTo>
                    <a:pt x="2380022" y="3556"/>
                  </a:lnTo>
                  <a:lnTo>
                    <a:pt x="2380107" y="3582"/>
                  </a:lnTo>
                  <a:lnTo>
                    <a:pt x="2380156" y="3596"/>
                  </a:lnTo>
                  <a:lnTo>
                    <a:pt x="2380219" y="3611"/>
                  </a:lnTo>
                  <a:lnTo>
                    <a:pt x="2380316" y="3635"/>
                  </a:lnTo>
                  <a:lnTo>
                    <a:pt x="2380440" y="3659"/>
                  </a:lnTo>
                  <a:lnTo>
                    <a:pt x="2380536" y="3678"/>
                  </a:lnTo>
                  <a:lnTo>
                    <a:pt x="2381172" y="3860"/>
                  </a:lnTo>
                  <a:lnTo>
                    <a:pt x="2381656" y="3979"/>
                  </a:lnTo>
                  <a:lnTo>
                    <a:pt x="2382067" y="4039"/>
                  </a:lnTo>
                  <a:lnTo>
                    <a:pt x="2382105" y="4044"/>
                  </a:lnTo>
                  <a:lnTo>
                    <a:pt x="2382361" y="4045"/>
                  </a:lnTo>
                  <a:lnTo>
                    <a:pt x="2382406" y="4045"/>
                  </a:lnTo>
                  <a:lnTo>
                    <a:pt x="2382454" y="4049"/>
                  </a:lnTo>
                  <a:lnTo>
                    <a:pt x="2382521" y="4047"/>
                  </a:lnTo>
                  <a:lnTo>
                    <a:pt x="2382569" y="4044"/>
                  </a:lnTo>
                  <a:lnTo>
                    <a:pt x="2382614" y="4040"/>
                  </a:lnTo>
                  <a:lnTo>
                    <a:pt x="2382696" y="4031"/>
                  </a:lnTo>
                  <a:lnTo>
                    <a:pt x="2382777" y="4021"/>
                  </a:lnTo>
                  <a:lnTo>
                    <a:pt x="2382852" y="4012"/>
                  </a:lnTo>
                  <a:lnTo>
                    <a:pt x="2382891" y="4010"/>
                  </a:lnTo>
                  <a:lnTo>
                    <a:pt x="2382952" y="4004"/>
                  </a:lnTo>
                  <a:lnTo>
                    <a:pt x="2383018" y="3997"/>
                  </a:lnTo>
                  <a:lnTo>
                    <a:pt x="2383084" y="3991"/>
                  </a:lnTo>
                  <a:lnTo>
                    <a:pt x="2383190" y="3976"/>
                  </a:lnTo>
                  <a:lnTo>
                    <a:pt x="2383257" y="3967"/>
                  </a:lnTo>
                  <a:lnTo>
                    <a:pt x="2383295" y="3961"/>
                  </a:lnTo>
                  <a:lnTo>
                    <a:pt x="2383322" y="3959"/>
                  </a:lnTo>
                  <a:lnTo>
                    <a:pt x="2383362" y="3955"/>
                  </a:lnTo>
                  <a:lnTo>
                    <a:pt x="2383410" y="3946"/>
                  </a:lnTo>
                  <a:lnTo>
                    <a:pt x="2383471" y="3938"/>
                  </a:lnTo>
                  <a:lnTo>
                    <a:pt x="2383531" y="3929"/>
                  </a:lnTo>
                  <a:lnTo>
                    <a:pt x="2383564" y="3925"/>
                  </a:lnTo>
                  <a:lnTo>
                    <a:pt x="2383603" y="3925"/>
                  </a:lnTo>
                  <a:lnTo>
                    <a:pt x="2383673" y="3927"/>
                  </a:lnTo>
                  <a:lnTo>
                    <a:pt x="2383730" y="3929"/>
                  </a:lnTo>
                  <a:lnTo>
                    <a:pt x="2383772" y="3930"/>
                  </a:lnTo>
                  <a:lnTo>
                    <a:pt x="2383812" y="3926"/>
                  </a:lnTo>
                  <a:lnTo>
                    <a:pt x="2383881" y="3918"/>
                  </a:lnTo>
                  <a:lnTo>
                    <a:pt x="2383998" y="3905"/>
                  </a:lnTo>
                  <a:lnTo>
                    <a:pt x="2384018" y="3902"/>
                  </a:lnTo>
                  <a:lnTo>
                    <a:pt x="2384375" y="3907"/>
                  </a:lnTo>
                  <a:lnTo>
                    <a:pt x="2384661" y="3946"/>
                  </a:lnTo>
                  <a:lnTo>
                    <a:pt x="2384958" y="4042"/>
                  </a:lnTo>
                  <a:lnTo>
                    <a:pt x="2385535" y="4235"/>
                  </a:lnTo>
                  <a:lnTo>
                    <a:pt x="2385933" y="4364"/>
                  </a:lnTo>
                  <a:lnTo>
                    <a:pt x="2386086" y="4439"/>
                  </a:lnTo>
                  <a:lnTo>
                    <a:pt x="2386582" y="4789"/>
                  </a:lnTo>
                  <a:lnTo>
                    <a:pt x="2387300" y="5273"/>
                  </a:lnTo>
                  <a:lnTo>
                    <a:pt x="2388677" y="5960"/>
                  </a:lnTo>
                  <a:lnTo>
                    <a:pt x="2389743" y="6608"/>
                  </a:lnTo>
                  <a:lnTo>
                    <a:pt x="2389773" y="6624"/>
                  </a:lnTo>
                  <a:lnTo>
                    <a:pt x="2389812" y="6650"/>
                  </a:lnTo>
                  <a:lnTo>
                    <a:pt x="2389873" y="6689"/>
                  </a:lnTo>
                  <a:lnTo>
                    <a:pt x="2389916" y="6718"/>
                  </a:lnTo>
                  <a:lnTo>
                    <a:pt x="2389958" y="6744"/>
                  </a:lnTo>
                  <a:lnTo>
                    <a:pt x="2389991" y="6760"/>
                  </a:lnTo>
                  <a:lnTo>
                    <a:pt x="2391154" y="7587"/>
                  </a:lnTo>
                  <a:lnTo>
                    <a:pt x="2391205" y="7642"/>
                  </a:lnTo>
                  <a:lnTo>
                    <a:pt x="2391250" y="7697"/>
                  </a:lnTo>
                  <a:lnTo>
                    <a:pt x="2391272" y="7717"/>
                  </a:lnTo>
                  <a:lnTo>
                    <a:pt x="2391284" y="7748"/>
                  </a:lnTo>
                  <a:lnTo>
                    <a:pt x="2391293" y="7787"/>
                  </a:lnTo>
                  <a:lnTo>
                    <a:pt x="2391305" y="7828"/>
                  </a:lnTo>
                  <a:lnTo>
                    <a:pt x="2391312" y="7866"/>
                  </a:lnTo>
                  <a:lnTo>
                    <a:pt x="2391315" y="7893"/>
                  </a:lnTo>
                  <a:lnTo>
                    <a:pt x="2391318" y="7930"/>
                  </a:lnTo>
                  <a:lnTo>
                    <a:pt x="2391324" y="7963"/>
                  </a:lnTo>
                  <a:lnTo>
                    <a:pt x="2391327" y="8004"/>
                  </a:lnTo>
                  <a:lnTo>
                    <a:pt x="2391331" y="8040"/>
                  </a:lnTo>
                  <a:lnTo>
                    <a:pt x="2391327" y="8065"/>
                  </a:lnTo>
                  <a:lnTo>
                    <a:pt x="2391319" y="8104"/>
                  </a:lnTo>
                  <a:lnTo>
                    <a:pt x="2391316" y="8118"/>
                  </a:lnTo>
                  <a:lnTo>
                    <a:pt x="2391326" y="8153"/>
                  </a:lnTo>
                  <a:lnTo>
                    <a:pt x="2391337" y="8183"/>
                  </a:lnTo>
                  <a:lnTo>
                    <a:pt x="2391359" y="8244"/>
                  </a:lnTo>
                  <a:lnTo>
                    <a:pt x="2391380" y="8293"/>
                  </a:lnTo>
                  <a:lnTo>
                    <a:pt x="2391396" y="8321"/>
                  </a:lnTo>
                  <a:lnTo>
                    <a:pt x="2391411" y="8349"/>
                  </a:lnTo>
                  <a:lnTo>
                    <a:pt x="2391453" y="8402"/>
                  </a:lnTo>
                  <a:lnTo>
                    <a:pt x="2391526" y="8483"/>
                  </a:lnTo>
                  <a:lnTo>
                    <a:pt x="2391617" y="8585"/>
                  </a:lnTo>
                  <a:lnTo>
                    <a:pt x="2391750" y="8701"/>
                  </a:lnTo>
                  <a:lnTo>
                    <a:pt x="2391783" y="8726"/>
                  </a:lnTo>
                  <a:lnTo>
                    <a:pt x="2391822" y="8752"/>
                  </a:lnTo>
                  <a:lnTo>
                    <a:pt x="2391862" y="8779"/>
                  </a:lnTo>
                  <a:lnTo>
                    <a:pt x="2391904" y="8807"/>
                  </a:lnTo>
                  <a:lnTo>
                    <a:pt x="2391964" y="8842"/>
                  </a:lnTo>
                  <a:lnTo>
                    <a:pt x="2392000" y="8862"/>
                  </a:lnTo>
                  <a:lnTo>
                    <a:pt x="2392043" y="8878"/>
                  </a:lnTo>
                  <a:lnTo>
                    <a:pt x="2392094" y="8898"/>
                  </a:lnTo>
                  <a:lnTo>
                    <a:pt x="2392163" y="8923"/>
                  </a:lnTo>
                  <a:lnTo>
                    <a:pt x="2392202" y="8933"/>
                  </a:lnTo>
                  <a:lnTo>
                    <a:pt x="2392251" y="8943"/>
                  </a:lnTo>
                  <a:lnTo>
                    <a:pt x="2392290" y="8951"/>
                  </a:lnTo>
                  <a:lnTo>
                    <a:pt x="2392426" y="8967"/>
                  </a:lnTo>
                  <a:lnTo>
                    <a:pt x="2392510" y="8969"/>
                  </a:lnTo>
                  <a:lnTo>
                    <a:pt x="2392551" y="8968"/>
                  </a:lnTo>
                  <a:lnTo>
                    <a:pt x="2392588" y="8964"/>
                  </a:lnTo>
                  <a:lnTo>
                    <a:pt x="2392649" y="8960"/>
                  </a:lnTo>
                  <a:lnTo>
                    <a:pt x="2392694" y="8954"/>
                  </a:lnTo>
                  <a:lnTo>
                    <a:pt x="2392722" y="8948"/>
                  </a:lnTo>
                  <a:lnTo>
                    <a:pt x="2392763" y="8939"/>
                  </a:lnTo>
                  <a:lnTo>
                    <a:pt x="2392835" y="8920"/>
                  </a:lnTo>
                  <a:lnTo>
                    <a:pt x="2392883" y="8906"/>
                  </a:lnTo>
                  <a:lnTo>
                    <a:pt x="2392965" y="8875"/>
                  </a:lnTo>
                  <a:lnTo>
                    <a:pt x="2393005" y="8858"/>
                  </a:lnTo>
                  <a:lnTo>
                    <a:pt x="2393049" y="8838"/>
                  </a:lnTo>
                  <a:lnTo>
                    <a:pt x="2393106" y="8805"/>
                  </a:lnTo>
                  <a:lnTo>
                    <a:pt x="2393193" y="8760"/>
                  </a:lnTo>
                  <a:lnTo>
                    <a:pt x="2393274" y="8706"/>
                  </a:lnTo>
                  <a:lnTo>
                    <a:pt x="2393301" y="8692"/>
                  </a:lnTo>
                  <a:lnTo>
                    <a:pt x="2393334" y="8678"/>
                  </a:lnTo>
                  <a:lnTo>
                    <a:pt x="2393364" y="8663"/>
                  </a:lnTo>
                  <a:lnTo>
                    <a:pt x="2393391" y="8655"/>
                  </a:lnTo>
                  <a:lnTo>
                    <a:pt x="2393418" y="8643"/>
                  </a:lnTo>
                  <a:lnTo>
                    <a:pt x="2393457" y="8634"/>
                  </a:lnTo>
                  <a:lnTo>
                    <a:pt x="2393487" y="8628"/>
                  </a:lnTo>
                  <a:lnTo>
                    <a:pt x="2393515" y="8626"/>
                  </a:lnTo>
                  <a:lnTo>
                    <a:pt x="2393590" y="8618"/>
                  </a:lnTo>
                  <a:lnTo>
                    <a:pt x="2393671" y="8609"/>
                  </a:lnTo>
                  <a:lnTo>
                    <a:pt x="2393755" y="8603"/>
                  </a:lnTo>
                  <a:lnTo>
                    <a:pt x="2393811" y="8607"/>
                  </a:lnTo>
                  <a:lnTo>
                    <a:pt x="2393889" y="8600"/>
                  </a:lnTo>
                  <a:lnTo>
                    <a:pt x="2393969" y="8596"/>
                  </a:lnTo>
                  <a:lnTo>
                    <a:pt x="2393988" y="8595"/>
                  </a:lnTo>
                  <a:lnTo>
                    <a:pt x="2394027" y="8596"/>
                  </a:lnTo>
                  <a:lnTo>
                    <a:pt x="2394054" y="8600"/>
                  </a:lnTo>
                  <a:lnTo>
                    <a:pt x="2394081" y="8608"/>
                  </a:lnTo>
                  <a:lnTo>
                    <a:pt x="2394109" y="8616"/>
                  </a:lnTo>
                  <a:lnTo>
                    <a:pt x="2394142" y="8628"/>
                  </a:lnTo>
                  <a:lnTo>
                    <a:pt x="2394190" y="8651"/>
                  </a:lnTo>
                  <a:lnTo>
                    <a:pt x="2394223" y="8667"/>
                  </a:lnTo>
                  <a:lnTo>
                    <a:pt x="2394271" y="8690"/>
                  </a:lnTo>
                  <a:lnTo>
                    <a:pt x="2394334" y="8727"/>
                  </a:lnTo>
                  <a:lnTo>
                    <a:pt x="2394389" y="8761"/>
                  </a:lnTo>
                  <a:lnTo>
                    <a:pt x="2394449" y="8803"/>
                  </a:lnTo>
                  <a:lnTo>
                    <a:pt x="2394476" y="8821"/>
                  </a:lnTo>
                  <a:lnTo>
                    <a:pt x="2394524" y="8855"/>
                  </a:lnTo>
                  <a:lnTo>
                    <a:pt x="2394593" y="8907"/>
                  </a:lnTo>
                  <a:lnTo>
                    <a:pt x="2394654" y="8956"/>
                  </a:lnTo>
                  <a:lnTo>
                    <a:pt x="2394690" y="8987"/>
                  </a:lnTo>
                  <a:lnTo>
                    <a:pt x="2394702" y="9005"/>
                  </a:lnTo>
                  <a:lnTo>
                    <a:pt x="2394723" y="9034"/>
                  </a:lnTo>
                  <a:lnTo>
                    <a:pt x="2394747" y="9060"/>
                  </a:lnTo>
                  <a:lnTo>
                    <a:pt x="2394762" y="9079"/>
                  </a:lnTo>
                  <a:lnTo>
                    <a:pt x="2394783" y="9099"/>
                  </a:lnTo>
                  <a:lnTo>
                    <a:pt x="2394798" y="9118"/>
                  </a:lnTo>
                  <a:lnTo>
                    <a:pt x="2394816" y="9132"/>
                  </a:lnTo>
                  <a:lnTo>
                    <a:pt x="2394862" y="9167"/>
                  </a:lnTo>
                  <a:lnTo>
                    <a:pt x="2394897" y="9197"/>
                  </a:lnTo>
                  <a:lnTo>
                    <a:pt x="2394946" y="9240"/>
                  </a:lnTo>
                  <a:lnTo>
                    <a:pt x="2395003" y="9294"/>
                  </a:lnTo>
                  <a:lnTo>
                    <a:pt x="2395027" y="9324"/>
                  </a:lnTo>
                  <a:lnTo>
                    <a:pt x="2395039" y="9347"/>
                  </a:lnTo>
                  <a:lnTo>
                    <a:pt x="2395042" y="9369"/>
                  </a:lnTo>
                  <a:lnTo>
                    <a:pt x="2395045" y="9390"/>
                  </a:lnTo>
                  <a:lnTo>
                    <a:pt x="2395039" y="9417"/>
                  </a:lnTo>
                  <a:lnTo>
                    <a:pt x="2395024" y="9443"/>
                  </a:lnTo>
                  <a:lnTo>
                    <a:pt x="2395012" y="9466"/>
                  </a:lnTo>
                  <a:lnTo>
                    <a:pt x="2395003" y="9486"/>
                  </a:lnTo>
                  <a:lnTo>
                    <a:pt x="2394994" y="9511"/>
                  </a:lnTo>
                  <a:lnTo>
                    <a:pt x="2394991" y="9531"/>
                  </a:lnTo>
                  <a:lnTo>
                    <a:pt x="2394985" y="9558"/>
                  </a:lnTo>
                  <a:lnTo>
                    <a:pt x="2394985" y="9592"/>
                  </a:lnTo>
                  <a:lnTo>
                    <a:pt x="2394988" y="9638"/>
                  </a:lnTo>
                  <a:lnTo>
                    <a:pt x="2394988" y="9685"/>
                  </a:lnTo>
                  <a:lnTo>
                    <a:pt x="2395003" y="9826"/>
                  </a:lnTo>
                  <a:lnTo>
                    <a:pt x="2395010" y="9864"/>
                  </a:lnTo>
                  <a:lnTo>
                    <a:pt x="2395018" y="9906"/>
                  </a:lnTo>
                  <a:lnTo>
                    <a:pt x="2395027" y="9947"/>
                  </a:lnTo>
                  <a:lnTo>
                    <a:pt x="2395037" y="9986"/>
                  </a:lnTo>
                  <a:lnTo>
                    <a:pt x="2395045" y="10021"/>
                  </a:lnTo>
                  <a:lnTo>
                    <a:pt x="2395054" y="10047"/>
                  </a:lnTo>
                  <a:lnTo>
                    <a:pt x="2395063" y="10068"/>
                  </a:lnTo>
                  <a:lnTo>
                    <a:pt x="2395075" y="10090"/>
                  </a:lnTo>
                  <a:lnTo>
                    <a:pt x="2395093" y="10117"/>
                  </a:lnTo>
                  <a:lnTo>
                    <a:pt x="2395111" y="10142"/>
                  </a:lnTo>
                  <a:lnTo>
                    <a:pt x="2395136" y="10168"/>
                  </a:lnTo>
                  <a:lnTo>
                    <a:pt x="2395184" y="10217"/>
                  </a:lnTo>
                  <a:lnTo>
                    <a:pt x="2395226" y="10252"/>
                  </a:lnTo>
                  <a:lnTo>
                    <a:pt x="2395259" y="10278"/>
                  </a:lnTo>
                  <a:lnTo>
                    <a:pt x="2395301" y="10303"/>
                  </a:lnTo>
                  <a:lnTo>
                    <a:pt x="2395340" y="10322"/>
                  </a:lnTo>
                  <a:lnTo>
                    <a:pt x="2395367" y="10338"/>
                  </a:lnTo>
                  <a:lnTo>
                    <a:pt x="2395418" y="10356"/>
                  </a:lnTo>
                  <a:lnTo>
                    <a:pt x="2395463" y="10371"/>
                  </a:lnTo>
                  <a:lnTo>
                    <a:pt x="2395503" y="10381"/>
                  </a:lnTo>
                  <a:lnTo>
                    <a:pt x="2395563" y="10397"/>
                  </a:lnTo>
                  <a:lnTo>
                    <a:pt x="2395617" y="10408"/>
                  </a:lnTo>
                  <a:lnTo>
                    <a:pt x="2395671" y="10422"/>
                  </a:lnTo>
                  <a:lnTo>
                    <a:pt x="2395729" y="10438"/>
                  </a:lnTo>
                  <a:lnTo>
                    <a:pt x="2395762" y="10448"/>
                  </a:lnTo>
                  <a:lnTo>
                    <a:pt x="2395795" y="10465"/>
                  </a:lnTo>
                  <a:lnTo>
                    <a:pt x="2395843" y="10489"/>
                  </a:lnTo>
                  <a:lnTo>
                    <a:pt x="2395876" y="10510"/>
                  </a:lnTo>
                  <a:lnTo>
                    <a:pt x="2395924" y="10540"/>
                  </a:lnTo>
                  <a:lnTo>
                    <a:pt x="2395957" y="10565"/>
                  </a:lnTo>
                  <a:lnTo>
                    <a:pt x="2395987" y="10594"/>
                  </a:lnTo>
                  <a:lnTo>
                    <a:pt x="2396038" y="10647"/>
                  </a:lnTo>
                  <a:lnTo>
                    <a:pt x="2396059" y="10676"/>
                  </a:lnTo>
                  <a:lnTo>
                    <a:pt x="2396080" y="10711"/>
                  </a:lnTo>
                  <a:lnTo>
                    <a:pt x="2396092" y="10743"/>
                  </a:lnTo>
                  <a:lnTo>
                    <a:pt x="2396107" y="10782"/>
                  </a:lnTo>
                  <a:lnTo>
                    <a:pt x="2396114" y="10808"/>
                  </a:lnTo>
                  <a:lnTo>
                    <a:pt x="2396119" y="10837"/>
                  </a:lnTo>
                  <a:lnTo>
                    <a:pt x="2396126" y="10868"/>
                  </a:lnTo>
                  <a:lnTo>
                    <a:pt x="2396129" y="10893"/>
                  </a:lnTo>
                  <a:lnTo>
                    <a:pt x="2396132" y="10919"/>
                  </a:lnTo>
                  <a:lnTo>
                    <a:pt x="2396138" y="10946"/>
                  </a:lnTo>
                  <a:lnTo>
                    <a:pt x="2396150" y="10985"/>
                  </a:lnTo>
                  <a:lnTo>
                    <a:pt x="2396159" y="11024"/>
                  </a:lnTo>
                  <a:lnTo>
                    <a:pt x="2396177" y="11071"/>
                  </a:lnTo>
                  <a:lnTo>
                    <a:pt x="2396194" y="11107"/>
                  </a:lnTo>
                  <a:lnTo>
                    <a:pt x="2396222" y="11146"/>
                  </a:lnTo>
                  <a:lnTo>
                    <a:pt x="2396249" y="11198"/>
                  </a:lnTo>
                  <a:lnTo>
                    <a:pt x="2396276" y="11237"/>
                  </a:lnTo>
                  <a:lnTo>
                    <a:pt x="2396297" y="11263"/>
                  </a:lnTo>
                  <a:lnTo>
                    <a:pt x="2396318" y="11283"/>
                  </a:lnTo>
                  <a:lnTo>
                    <a:pt x="2396348" y="11308"/>
                  </a:lnTo>
                  <a:lnTo>
                    <a:pt x="2396378" y="11329"/>
                  </a:lnTo>
                  <a:lnTo>
                    <a:pt x="2396408" y="11349"/>
                  </a:lnTo>
                  <a:lnTo>
                    <a:pt x="2396435" y="11367"/>
                  </a:lnTo>
                  <a:lnTo>
                    <a:pt x="2396462" y="11382"/>
                  </a:lnTo>
                  <a:lnTo>
                    <a:pt x="2396468" y="11387"/>
                  </a:lnTo>
                  <a:lnTo>
                    <a:pt x="2396492" y="11398"/>
                  </a:lnTo>
                  <a:lnTo>
                    <a:pt x="2396520" y="11413"/>
                  </a:lnTo>
                  <a:lnTo>
                    <a:pt x="2396558" y="11427"/>
                  </a:lnTo>
                  <a:lnTo>
                    <a:pt x="2396606" y="11445"/>
                  </a:lnTo>
                  <a:lnTo>
                    <a:pt x="2396651" y="11461"/>
                  </a:lnTo>
                  <a:lnTo>
                    <a:pt x="2396742" y="11488"/>
                  </a:lnTo>
                  <a:lnTo>
                    <a:pt x="2396829" y="11511"/>
                  </a:lnTo>
                  <a:lnTo>
                    <a:pt x="2396941" y="11535"/>
                  </a:lnTo>
                  <a:lnTo>
                    <a:pt x="2396980" y="11543"/>
                  </a:lnTo>
                  <a:lnTo>
                    <a:pt x="2397376" y="11517"/>
                  </a:lnTo>
                  <a:lnTo>
                    <a:pt x="2397540" y="11494"/>
                  </a:lnTo>
                  <a:lnTo>
                    <a:pt x="2397734" y="11427"/>
                  </a:lnTo>
                  <a:lnTo>
                    <a:pt x="2398126" y="11216"/>
                  </a:lnTo>
                  <a:lnTo>
                    <a:pt x="2398135" y="11210"/>
                  </a:lnTo>
                  <a:lnTo>
                    <a:pt x="2398177" y="11179"/>
                  </a:lnTo>
                  <a:lnTo>
                    <a:pt x="2398249" y="11132"/>
                  </a:lnTo>
                  <a:lnTo>
                    <a:pt x="2398337" y="11079"/>
                  </a:lnTo>
                  <a:lnTo>
                    <a:pt x="2398385" y="11042"/>
                  </a:lnTo>
                  <a:lnTo>
                    <a:pt x="2398418" y="11018"/>
                  </a:lnTo>
                  <a:lnTo>
                    <a:pt x="2398476" y="10981"/>
                  </a:lnTo>
                  <a:lnTo>
                    <a:pt x="2398572" y="10911"/>
                  </a:lnTo>
                  <a:lnTo>
                    <a:pt x="2398626" y="10865"/>
                  </a:lnTo>
                  <a:lnTo>
                    <a:pt x="2398653" y="10845"/>
                  </a:lnTo>
                  <a:lnTo>
                    <a:pt x="2398743" y="10766"/>
                  </a:lnTo>
                  <a:lnTo>
                    <a:pt x="2398789" y="10729"/>
                  </a:lnTo>
                  <a:lnTo>
                    <a:pt x="2398831" y="10690"/>
                  </a:lnTo>
                  <a:lnTo>
                    <a:pt x="2398858" y="10669"/>
                  </a:lnTo>
                  <a:lnTo>
                    <a:pt x="2398891" y="10645"/>
                  </a:lnTo>
                  <a:lnTo>
                    <a:pt x="2398942" y="10610"/>
                  </a:lnTo>
                  <a:lnTo>
                    <a:pt x="2398976" y="10587"/>
                  </a:lnTo>
                  <a:lnTo>
                    <a:pt x="2398984" y="10582"/>
                  </a:lnTo>
                  <a:lnTo>
                    <a:pt x="2399063" y="10532"/>
                  </a:lnTo>
                  <a:lnTo>
                    <a:pt x="2399132" y="10496"/>
                  </a:lnTo>
                  <a:lnTo>
                    <a:pt x="2399198" y="10465"/>
                  </a:lnTo>
                  <a:lnTo>
                    <a:pt x="2399267" y="10432"/>
                  </a:lnTo>
                  <a:lnTo>
                    <a:pt x="2399334" y="10404"/>
                  </a:lnTo>
                  <a:lnTo>
                    <a:pt x="2399391" y="10379"/>
                  </a:lnTo>
                  <a:lnTo>
                    <a:pt x="2399469" y="10350"/>
                  </a:lnTo>
                  <a:lnTo>
                    <a:pt x="2399530" y="10334"/>
                  </a:lnTo>
                  <a:lnTo>
                    <a:pt x="2399596" y="10322"/>
                  </a:lnTo>
                  <a:lnTo>
                    <a:pt x="2399650" y="10314"/>
                  </a:lnTo>
                  <a:lnTo>
                    <a:pt x="2399692" y="10309"/>
                  </a:lnTo>
                  <a:lnTo>
                    <a:pt x="2399737" y="10309"/>
                  </a:lnTo>
                  <a:lnTo>
                    <a:pt x="2399800" y="10314"/>
                  </a:lnTo>
                  <a:lnTo>
                    <a:pt x="2399837" y="10320"/>
                  </a:lnTo>
                  <a:lnTo>
                    <a:pt x="2399873" y="10326"/>
                  </a:lnTo>
                  <a:lnTo>
                    <a:pt x="2399912" y="10330"/>
                  </a:lnTo>
                  <a:lnTo>
                    <a:pt x="2399963" y="10332"/>
                  </a:lnTo>
                  <a:lnTo>
                    <a:pt x="2400002" y="10330"/>
                  </a:lnTo>
                  <a:lnTo>
                    <a:pt x="2400038" y="10326"/>
                  </a:lnTo>
                  <a:lnTo>
                    <a:pt x="2400081" y="10318"/>
                  </a:lnTo>
                  <a:lnTo>
                    <a:pt x="2400126" y="10308"/>
                  </a:lnTo>
                  <a:lnTo>
                    <a:pt x="2400176" y="10296"/>
                  </a:lnTo>
                  <a:lnTo>
                    <a:pt x="2400225" y="10279"/>
                  </a:lnTo>
                  <a:lnTo>
                    <a:pt x="2400270" y="10263"/>
                  </a:lnTo>
                  <a:lnTo>
                    <a:pt x="2401195" y="9989"/>
                  </a:lnTo>
                  <a:lnTo>
                    <a:pt x="2401743" y="9881"/>
                  </a:lnTo>
                  <a:lnTo>
                    <a:pt x="2402237" y="9829"/>
                  </a:lnTo>
                  <a:lnTo>
                    <a:pt x="2402267" y="9822"/>
                  </a:lnTo>
                  <a:lnTo>
                    <a:pt x="2402324" y="9821"/>
                  </a:lnTo>
                  <a:lnTo>
                    <a:pt x="2402381" y="9817"/>
                  </a:lnTo>
                  <a:lnTo>
                    <a:pt x="2402444" y="9812"/>
                  </a:lnTo>
                  <a:lnTo>
                    <a:pt x="2402508" y="9813"/>
                  </a:lnTo>
                  <a:lnTo>
                    <a:pt x="2402534" y="9813"/>
                  </a:lnTo>
                  <a:lnTo>
                    <a:pt x="2402592" y="9819"/>
                  </a:lnTo>
                  <a:lnTo>
                    <a:pt x="2402634" y="9829"/>
                  </a:lnTo>
                  <a:lnTo>
                    <a:pt x="2402682" y="9844"/>
                  </a:lnTo>
                  <a:lnTo>
                    <a:pt x="2402751" y="9870"/>
                  </a:lnTo>
                  <a:lnTo>
                    <a:pt x="2402835" y="9907"/>
                  </a:lnTo>
                  <a:lnTo>
                    <a:pt x="2402877" y="9930"/>
                  </a:lnTo>
                  <a:lnTo>
                    <a:pt x="2402917" y="9954"/>
                  </a:lnTo>
                  <a:lnTo>
                    <a:pt x="2402944" y="9975"/>
                  </a:lnTo>
                  <a:lnTo>
                    <a:pt x="2402979" y="10001"/>
                  </a:lnTo>
                  <a:lnTo>
                    <a:pt x="2403015" y="10039"/>
                  </a:lnTo>
                  <a:lnTo>
                    <a:pt x="2403076" y="10098"/>
                  </a:lnTo>
                  <a:lnTo>
                    <a:pt x="2403135" y="10163"/>
                  </a:lnTo>
                  <a:lnTo>
                    <a:pt x="2403186" y="10233"/>
                  </a:lnTo>
                  <a:lnTo>
                    <a:pt x="2403225" y="10292"/>
                  </a:lnTo>
                  <a:lnTo>
                    <a:pt x="2403235" y="10310"/>
                  </a:lnTo>
                  <a:lnTo>
                    <a:pt x="2403246" y="10331"/>
                  </a:lnTo>
                  <a:lnTo>
                    <a:pt x="2403288" y="10401"/>
                  </a:lnTo>
                  <a:lnTo>
                    <a:pt x="2403327" y="10466"/>
                  </a:lnTo>
                  <a:lnTo>
                    <a:pt x="2403348" y="10517"/>
                  </a:lnTo>
                  <a:lnTo>
                    <a:pt x="2403366" y="10571"/>
                  </a:lnTo>
                  <a:lnTo>
                    <a:pt x="2403375" y="10595"/>
                  </a:lnTo>
                  <a:lnTo>
                    <a:pt x="2403390" y="10624"/>
                  </a:lnTo>
                  <a:lnTo>
                    <a:pt x="2403407" y="10648"/>
                  </a:lnTo>
                  <a:lnTo>
                    <a:pt x="2403425" y="10669"/>
                  </a:lnTo>
                  <a:lnTo>
                    <a:pt x="2403456" y="10698"/>
                  </a:lnTo>
                  <a:lnTo>
                    <a:pt x="2403485" y="10716"/>
                  </a:lnTo>
                  <a:lnTo>
                    <a:pt x="2403573" y="10771"/>
                  </a:lnTo>
                  <a:lnTo>
                    <a:pt x="2403645" y="10820"/>
                  </a:lnTo>
                  <a:lnTo>
                    <a:pt x="2403735" y="10890"/>
                  </a:lnTo>
                  <a:lnTo>
                    <a:pt x="2403879" y="10995"/>
                  </a:lnTo>
                  <a:lnTo>
                    <a:pt x="2403933" y="11038"/>
                  </a:lnTo>
                  <a:lnTo>
                    <a:pt x="2403978" y="11068"/>
                  </a:lnTo>
                  <a:lnTo>
                    <a:pt x="2404043" y="11112"/>
                  </a:lnTo>
                  <a:lnTo>
                    <a:pt x="2404122" y="11161"/>
                  </a:lnTo>
                  <a:lnTo>
                    <a:pt x="2404176" y="11183"/>
                  </a:lnTo>
                  <a:lnTo>
                    <a:pt x="2404221" y="11200"/>
                  </a:lnTo>
                  <a:lnTo>
                    <a:pt x="2404257" y="11214"/>
                  </a:lnTo>
                  <a:lnTo>
                    <a:pt x="2404284" y="11229"/>
                  </a:lnTo>
                  <a:lnTo>
                    <a:pt x="2404320" y="11251"/>
                  </a:lnTo>
                  <a:lnTo>
                    <a:pt x="2404347" y="11274"/>
                  </a:lnTo>
                  <a:lnTo>
                    <a:pt x="2404395" y="11311"/>
                  </a:lnTo>
                  <a:lnTo>
                    <a:pt x="2404440" y="11354"/>
                  </a:lnTo>
                  <a:lnTo>
                    <a:pt x="2404497" y="11405"/>
                  </a:lnTo>
                  <a:lnTo>
                    <a:pt x="2404545" y="11446"/>
                  </a:lnTo>
                  <a:lnTo>
                    <a:pt x="2404581" y="11472"/>
                  </a:lnTo>
                  <a:lnTo>
                    <a:pt x="2404658" y="11521"/>
                  </a:lnTo>
                  <a:lnTo>
                    <a:pt x="2404839" y="11634"/>
                  </a:lnTo>
                  <a:lnTo>
                    <a:pt x="2404941" y="11694"/>
                  </a:lnTo>
                  <a:lnTo>
                    <a:pt x="2405103" y="11778"/>
                  </a:lnTo>
                  <a:lnTo>
                    <a:pt x="2405256" y="11854"/>
                  </a:lnTo>
                  <a:lnTo>
                    <a:pt x="2405310" y="11880"/>
                  </a:lnTo>
                  <a:lnTo>
                    <a:pt x="2405367" y="11905"/>
                  </a:lnTo>
                  <a:lnTo>
                    <a:pt x="2405709" y="12039"/>
                  </a:lnTo>
                  <a:lnTo>
                    <a:pt x="2405798" y="12070"/>
                  </a:lnTo>
                  <a:lnTo>
                    <a:pt x="2405846" y="12086"/>
                  </a:lnTo>
                  <a:lnTo>
                    <a:pt x="2405995" y="12193"/>
                  </a:lnTo>
                  <a:lnTo>
                    <a:pt x="2406275" y="12362"/>
                  </a:lnTo>
                  <a:lnTo>
                    <a:pt x="2406568" y="12664"/>
                  </a:lnTo>
                  <a:lnTo>
                    <a:pt x="2406709" y="12905"/>
                  </a:lnTo>
                  <a:lnTo>
                    <a:pt x="2406850" y="13145"/>
                  </a:lnTo>
                  <a:lnTo>
                    <a:pt x="2406868" y="13192"/>
                  </a:lnTo>
                  <a:lnTo>
                    <a:pt x="2406950" y="13346"/>
                  </a:lnTo>
                  <a:lnTo>
                    <a:pt x="2406974" y="13382"/>
                  </a:lnTo>
                  <a:lnTo>
                    <a:pt x="2407001" y="13421"/>
                  </a:lnTo>
                  <a:lnTo>
                    <a:pt x="2407038" y="13468"/>
                  </a:lnTo>
                  <a:lnTo>
                    <a:pt x="2407191" y="13695"/>
                  </a:lnTo>
                  <a:lnTo>
                    <a:pt x="2407322" y="13889"/>
                  </a:lnTo>
                  <a:lnTo>
                    <a:pt x="2407416" y="14073"/>
                  </a:lnTo>
                  <a:lnTo>
                    <a:pt x="2407431" y="14110"/>
                  </a:lnTo>
                  <a:lnTo>
                    <a:pt x="2407486" y="14247"/>
                  </a:lnTo>
                  <a:lnTo>
                    <a:pt x="2407511" y="14324"/>
                  </a:lnTo>
                  <a:lnTo>
                    <a:pt x="2407532" y="14392"/>
                  </a:lnTo>
                  <a:lnTo>
                    <a:pt x="2407544" y="14439"/>
                  </a:lnTo>
                  <a:lnTo>
                    <a:pt x="2407550" y="14473"/>
                  </a:lnTo>
                  <a:lnTo>
                    <a:pt x="2407562" y="14512"/>
                  </a:lnTo>
                  <a:lnTo>
                    <a:pt x="2407598" y="14598"/>
                  </a:lnTo>
                  <a:lnTo>
                    <a:pt x="2407635" y="14672"/>
                  </a:lnTo>
                  <a:lnTo>
                    <a:pt x="2407665" y="14725"/>
                  </a:lnTo>
                  <a:lnTo>
                    <a:pt x="2407695" y="14762"/>
                  </a:lnTo>
                  <a:lnTo>
                    <a:pt x="2407747" y="14858"/>
                  </a:lnTo>
                  <a:lnTo>
                    <a:pt x="2407827" y="14890"/>
                  </a:lnTo>
                  <a:lnTo>
                    <a:pt x="2407913" y="14924"/>
                  </a:lnTo>
                  <a:lnTo>
                    <a:pt x="2408080" y="15037"/>
                  </a:lnTo>
                  <a:lnTo>
                    <a:pt x="2408132" y="15133"/>
                  </a:lnTo>
                  <a:lnTo>
                    <a:pt x="2408152" y="15170"/>
                  </a:lnTo>
                  <a:lnTo>
                    <a:pt x="2408229" y="15528"/>
                  </a:lnTo>
                  <a:lnTo>
                    <a:pt x="2408325" y="15845"/>
                  </a:lnTo>
                  <a:lnTo>
                    <a:pt x="2408545" y="16147"/>
                  </a:lnTo>
                  <a:lnTo>
                    <a:pt x="2408790" y="16364"/>
                  </a:lnTo>
                  <a:lnTo>
                    <a:pt x="2408979" y="16496"/>
                  </a:lnTo>
                  <a:lnTo>
                    <a:pt x="2409230" y="16603"/>
                  </a:lnTo>
                  <a:lnTo>
                    <a:pt x="2409344" y="16637"/>
                  </a:lnTo>
                  <a:lnTo>
                    <a:pt x="2409495" y="16683"/>
                  </a:lnTo>
                  <a:lnTo>
                    <a:pt x="2409863" y="16729"/>
                  </a:lnTo>
                  <a:lnTo>
                    <a:pt x="2410093" y="16741"/>
                  </a:lnTo>
                  <a:lnTo>
                    <a:pt x="2410287" y="16789"/>
                  </a:lnTo>
                  <a:lnTo>
                    <a:pt x="2410474" y="16872"/>
                  </a:lnTo>
                  <a:lnTo>
                    <a:pt x="2410699" y="16972"/>
                  </a:lnTo>
                  <a:lnTo>
                    <a:pt x="2410738" y="16992"/>
                  </a:lnTo>
                  <a:lnTo>
                    <a:pt x="2410771" y="17014"/>
                  </a:lnTo>
                  <a:lnTo>
                    <a:pt x="2410798" y="17033"/>
                  </a:lnTo>
                  <a:lnTo>
                    <a:pt x="2410903" y="17128"/>
                  </a:lnTo>
                  <a:lnTo>
                    <a:pt x="2411111" y="17359"/>
                  </a:lnTo>
                  <a:lnTo>
                    <a:pt x="2411159" y="17415"/>
                  </a:lnTo>
                  <a:lnTo>
                    <a:pt x="2411216" y="17488"/>
                  </a:lnTo>
                  <a:lnTo>
                    <a:pt x="2411305" y="17649"/>
                  </a:lnTo>
                  <a:lnTo>
                    <a:pt x="2411467" y="17952"/>
                  </a:lnTo>
                  <a:lnTo>
                    <a:pt x="2411479" y="17977"/>
                  </a:lnTo>
                  <a:lnTo>
                    <a:pt x="2411488" y="18002"/>
                  </a:lnTo>
                  <a:lnTo>
                    <a:pt x="2411487" y="18047"/>
                  </a:lnTo>
                  <a:lnTo>
                    <a:pt x="2411491" y="18069"/>
                  </a:lnTo>
                  <a:lnTo>
                    <a:pt x="2411499" y="18112"/>
                  </a:lnTo>
                  <a:lnTo>
                    <a:pt x="2411509" y="18139"/>
                  </a:lnTo>
                  <a:lnTo>
                    <a:pt x="2411523" y="18169"/>
                  </a:lnTo>
                  <a:lnTo>
                    <a:pt x="2411541" y="18192"/>
                  </a:lnTo>
                  <a:lnTo>
                    <a:pt x="2411578" y="18227"/>
                  </a:lnTo>
                  <a:lnTo>
                    <a:pt x="2411703" y="18341"/>
                  </a:lnTo>
                  <a:lnTo>
                    <a:pt x="2411745" y="18372"/>
                  </a:lnTo>
                  <a:lnTo>
                    <a:pt x="2411799" y="18411"/>
                  </a:lnTo>
                  <a:lnTo>
                    <a:pt x="2411880" y="18456"/>
                  </a:lnTo>
                  <a:lnTo>
                    <a:pt x="2411955" y="18489"/>
                  </a:lnTo>
                  <a:lnTo>
                    <a:pt x="2411994" y="18499"/>
                  </a:lnTo>
                  <a:lnTo>
                    <a:pt x="2412036" y="18509"/>
                  </a:lnTo>
                  <a:lnTo>
                    <a:pt x="2412150" y="18536"/>
                  </a:lnTo>
                  <a:lnTo>
                    <a:pt x="2412222" y="18550"/>
                  </a:lnTo>
                  <a:lnTo>
                    <a:pt x="2412258" y="18555"/>
                  </a:lnTo>
                  <a:lnTo>
                    <a:pt x="2412294" y="18555"/>
                  </a:lnTo>
                  <a:lnTo>
                    <a:pt x="2412357" y="18555"/>
                  </a:lnTo>
                  <a:lnTo>
                    <a:pt x="2412390" y="18553"/>
                  </a:lnTo>
                  <a:lnTo>
                    <a:pt x="2412432" y="18546"/>
                  </a:lnTo>
                  <a:lnTo>
                    <a:pt x="2412522" y="18528"/>
                  </a:lnTo>
                  <a:lnTo>
                    <a:pt x="2412645" y="18488"/>
                  </a:lnTo>
                  <a:lnTo>
                    <a:pt x="2412696" y="18469"/>
                  </a:lnTo>
                  <a:lnTo>
                    <a:pt x="2412848" y="18475"/>
                  </a:lnTo>
                  <a:lnTo>
                    <a:pt x="2413035" y="18494"/>
                  </a:lnTo>
                  <a:lnTo>
                    <a:pt x="2413581" y="18596"/>
                  </a:lnTo>
                  <a:lnTo>
                    <a:pt x="2413982" y="18724"/>
                  </a:lnTo>
                  <a:lnTo>
                    <a:pt x="2414645" y="19046"/>
                  </a:lnTo>
                  <a:lnTo>
                    <a:pt x="2414684" y="19100"/>
                  </a:lnTo>
                  <a:lnTo>
                    <a:pt x="2414710" y="19124"/>
                  </a:lnTo>
                  <a:lnTo>
                    <a:pt x="2414731" y="19141"/>
                  </a:lnTo>
                  <a:lnTo>
                    <a:pt x="2414752" y="19153"/>
                  </a:lnTo>
                  <a:lnTo>
                    <a:pt x="2414788" y="19174"/>
                  </a:lnTo>
                  <a:lnTo>
                    <a:pt x="2414842" y="19196"/>
                  </a:lnTo>
                  <a:lnTo>
                    <a:pt x="2414869" y="19204"/>
                  </a:lnTo>
                  <a:lnTo>
                    <a:pt x="2414965" y="19229"/>
                  </a:lnTo>
                  <a:lnTo>
                    <a:pt x="2415174" y="19270"/>
                  </a:lnTo>
                  <a:lnTo>
                    <a:pt x="2415217" y="19276"/>
                  </a:lnTo>
                  <a:lnTo>
                    <a:pt x="2415310" y="19287"/>
                  </a:lnTo>
                  <a:lnTo>
                    <a:pt x="2415603" y="19314"/>
                  </a:lnTo>
                  <a:lnTo>
                    <a:pt x="2415748" y="19325"/>
                  </a:lnTo>
                  <a:lnTo>
                    <a:pt x="2415867" y="19333"/>
                  </a:lnTo>
                  <a:lnTo>
                    <a:pt x="2415999" y="19341"/>
                  </a:lnTo>
                  <a:lnTo>
                    <a:pt x="2416377" y="19362"/>
                  </a:lnTo>
                  <a:lnTo>
                    <a:pt x="2416524" y="19369"/>
                  </a:lnTo>
                  <a:lnTo>
                    <a:pt x="2416656" y="19373"/>
                  </a:lnTo>
                  <a:lnTo>
                    <a:pt x="2416794" y="19369"/>
                  </a:lnTo>
                  <a:lnTo>
                    <a:pt x="2416917" y="19361"/>
                  </a:lnTo>
                  <a:lnTo>
                    <a:pt x="2418601" y="19184"/>
                  </a:lnTo>
                  <a:lnTo>
                    <a:pt x="2419288" y="19040"/>
                  </a:lnTo>
                  <a:lnTo>
                    <a:pt x="2419624" y="19006"/>
                  </a:lnTo>
                  <a:lnTo>
                    <a:pt x="2420068" y="19016"/>
                  </a:lnTo>
                  <a:lnTo>
                    <a:pt x="2420097" y="19021"/>
                  </a:lnTo>
                  <a:lnTo>
                    <a:pt x="2420136" y="19025"/>
                  </a:lnTo>
                  <a:lnTo>
                    <a:pt x="2420427" y="19041"/>
                  </a:lnTo>
                  <a:lnTo>
                    <a:pt x="2420478" y="19043"/>
                  </a:lnTo>
                  <a:lnTo>
                    <a:pt x="2420532" y="19043"/>
                  </a:lnTo>
                  <a:lnTo>
                    <a:pt x="2420583" y="19044"/>
                  </a:lnTo>
                  <a:lnTo>
                    <a:pt x="2420640" y="19035"/>
                  </a:lnTo>
                  <a:lnTo>
                    <a:pt x="2420745" y="19021"/>
                  </a:lnTo>
                  <a:lnTo>
                    <a:pt x="2420776" y="19018"/>
                  </a:lnTo>
                  <a:lnTo>
                    <a:pt x="2420847" y="19010"/>
                  </a:lnTo>
                  <a:lnTo>
                    <a:pt x="2420901" y="19004"/>
                  </a:lnTo>
                  <a:lnTo>
                    <a:pt x="2420952" y="19006"/>
                  </a:lnTo>
                  <a:lnTo>
                    <a:pt x="2421021" y="19015"/>
                  </a:lnTo>
                  <a:lnTo>
                    <a:pt x="2421113" y="19028"/>
                  </a:lnTo>
                  <a:lnTo>
                    <a:pt x="2421180" y="19038"/>
                  </a:lnTo>
                  <a:lnTo>
                    <a:pt x="2421745" y="19110"/>
                  </a:lnTo>
                  <a:lnTo>
                    <a:pt x="2422237" y="19162"/>
                  </a:lnTo>
                  <a:lnTo>
                    <a:pt x="2422722" y="19212"/>
                  </a:lnTo>
                  <a:lnTo>
                    <a:pt x="2423060" y="19242"/>
                  </a:lnTo>
                  <a:lnTo>
                    <a:pt x="2423099" y="19246"/>
                  </a:lnTo>
                  <a:lnTo>
                    <a:pt x="2423207" y="19259"/>
                  </a:lnTo>
                  <a:lnTo>
                    <a:pt x="2423254" y="19268"/>
                  </a:lnTo>
                  <a:lnTo>
                    <a:pt x="2423299" y="19278"/>
                  </a:lnTo>
                  <a:lnTo>
                    <a:pt x="2423344" y="19289"/>
                  </a:lnTo>
                  <a:lnTo>
                    <a:pt x="2423407" y="19305"/>
                  </a:lnTo>
                  <a:lnTo>
                    <a:pt x="2423464" y="19324"/>
                  </a:lnTo>
                  <a:lnTo>
                    <a:pt x="2423908" y="19517"/>
                  </a:lnTo>
                  <a:lnTo>
                    <a:pt x="2423982" y="19556"/>
                  </a:lnTo>
                  <a:lnTo>
                    <a:pt x="2424033" y="19581"/>
                  </a:lnTo>
                  <a:lnTo>
                    <a:pt x="2424105" y="19614"/>
                  </a:lnTo>
                  <a:lnTo>
                    <a:pt x="2424152" y="19635"/>
                  </a:lnTo>
                  <a:lnTo>
                    <a:pt x="2424248" y="19662"/>
                  </a:lnTo>
                  <a:lnTo>
                    <a:pt x="2424346" y="19683"/>
                  </a:lnTo>
                  <a:lnTo>
                    <a:pt x="2424479" y="19692"/>
                  </a:lnTo>
                  <a:lnTo>
                    <a:pt x="2424589" y="19700"/>
                  </a:lnTo>
                  <a:lnTo>
                    <a:pt x="2424658" y="19713"/>
                  </a:lnTo>
                  <a:lnTo>
                    <a:pt x="2424730" y="19728"/>
                  </a:lnTo>
                  <a:lnTo>
                    <a:pt x="2424853" y="19757"/>
                  </a:lnTo>
                  <a:lnTo>
                    <a:pt x="2424912" y="19776"/>
                  </a:lnTo>
                  <a:lnTo>
                    <a:pt x="2424948" y="19790"/>
                  </a:lnTo>
                  <a:lnTo>
                    <a:pt x="2425040" y="19828"/>
                  </a:lnTo>
                  <a:lnTo>
                    <a:pt x="2425088" y="19852"/>
                  </a:lnTo>
                  <a:lnTo>
                    <a:pt x="2425279" y="19954"/>
                  </a:lnTo>
                  <a:lnTo>
                    <a:pt x="2425317" y="19974"/>
                  </a:lnTo>
                  <a:lnTo>
                    <a:pt x="2425350" y="19999"/>
                  </a:lnTo>
                  <a:lnTo>
                    <a:pt x="2425365" y="20009"/>
                  </a:lnTo>
                  <a:lnTo>
                    <a:pt x="2425389" y="20032"/>
                  </a:lnTo>
                  <a:lnTo>
                    <a:pt x="2425415" y="20063"/>
                  </a:lnTo>
                  <a:lnTo>
                    <a:pt x="2425497" y="20168"/>
                  </a:lnTo>
                  <a:lnTo>
                    <a:pt x="2425518" y="20202"/>
                  </a:lnTo>
                  <a:lnTo>
                    <a:pt x="2425535" y="20233"/>
                  </a:lnTo>
                  <a:lnTo>
                    <a:pt x="2425547" y="20260"/>
                  </a:lnTo>
                  <a:lnTo>
                    <a:pt x="2425558" y="20301"/>
                  </a:lnTo>
                  <a:lnTo>
                    <a:pt x="2425564" y="20338"/>
                  </a:lnTo>
                  <a:lnTo>
                    <a:pt x="2425564" y="20373"/>
                  </a:lnTo>
                  <a:lnTo>
                    <a:pt x="2425557" y="20421"/>
                  </a:lnTo>
                  <a:lnTo>
                    <a:pt x="2425545" y="20446"/>
                  </a:lnTo>
                  <a:lnTo>
                    <a:pt x="2425527" y="20479"/>
                  </a:lnTo>
                  <a:lnTo>
                    <a:pt x="2425297" y="20849"/>
                  </a:lnTo>
                  <a:lnTo>
                    <a:pt x="2425252" y="20904"/>
                  </a:lnTo>
                  <a:lnTo>
                    <a:pt x="2425224" y="20937"/>
                  </a:lnTo>
                  <a:lnTo>
                    <a:pt x="2425182" y="20980"/>
                  </a:lnTo>
                  <a:lnTo>
                    <a:pt x="2425154" y="21004"/>
                  </a:lnTo>
                  <a:lnTo>
                    <a:pt x="2425130" y="21028"/>
                  </a:lnTo>
                  <a:lnTo>
                    <a:pt x="2425085" y="21081"/>
                  </a:lnTo>
                  <a:lnTo>
                    <a:pt x="2425047" y="21133"/>
                  </a:lnTo>
                  <a:lnTo>
                    <a:pt x="2425026" y="21170"/>
                  </a:lnTo>
                  <a:lnTo>
                    <a:pt x="2424947" y="21314"/>
                  </a:lnTo>
                  <a:lnTo>
                    <a:pt x="2424913" y="21381"/>
                  </a:lnTo>
                  <a:lnTo>
                    <a:pt x="2424897" y="21414"/>
                  </a:lnTo>
                  <a:lnTo>
                    <a:pt x="2424879" y="21469"/>
                  </a:lnTo>
                  <a:lnTo>
                    <a:pt x="2424870" y="21496"/>
                  </a:lnTo>
                  <a:lnTo>
                    <a:pt x="2424866" y="21551"/>
                  </a:lnTo>
                  <a:lnTo>
                    <a:pt x="2424865" y="21587"/>
                  </a:lnTo>
                  <a:lnTo>
                    <a:pt x="2424868" y="21624"/>
                  </a:lnTo>
                  <a:lnTo>
                    <a:pt x="2424879" y="21674"/>
                  </a:lnTo>
                  <a:lnTo>
                    <a:pt x="2424914" y="21757"/>
                  </a:lnTo>
                  <a:lnTo>
                    <a:pt x="2424943" y="21807"/>
                  </a:lnTo>
                  <a:lnTo>
                    <a:pt x="2424967" y="21848"/>
                  </a:lnTo>
                  <a:lnTo>
                    <a:pt x="2424993" y="21887"/>
                  </a:lnTo>
                  <a:lnTo>
                    <a:pt x="2425369" y="22130"/>
                  </a:lnTo>
                  <a:lnTo>
                    <a:pt x="2425978" y="22411"/>
                  </a:lnTo>
                  <a:lnTo>
                    <a:pt x="2426043" y="22426"/>
                  </a:lnTo>
                  <a:lnTo>
                    <a:pt x="2426109" y="22437"/>
                  </a:lnTo>
                  <a:lnTo>
                    <a:pt x="2426157" y="22443"/>
                  </a:lnTo>
                  <a:lnTo>
                    <a:pt x="2426274" y="22454"/>
                  </a:lnTo>
                  <a:lnTo>
                    <a:pt x="2426327" y="22459"/>
                  </a:lnTo>
                  <a:lnTo>
                    <a:pt x="2426432" y="22469"/>
                  </a:lnTo>
                  <a:lnTo>
                    <a:pt x="2426451" y="22472"/>
                  </a:lnTo>
                  <a:lnTo>
                    <a:pt x="2426689" y="22509"/>
                  </a:lnTo>
                  <a:lnTo>
                    <a:pt x="2426748" y="22522"/>
                  </a:lnTo>
                  <a:lnTo>
                    <a:pt x="2426808" y="22539"/>
                  </a:lnTo>
                  <a:lnTo>
                    <a:pt x="2426912" y="22573"/>
                  </a:lnTo>
                  <a:lnTo>
                    <a:pt x="2427029" y="22597"/>
                  </a:lnTo>
                  <a:lnTo>
                    <a:pt x="2427083" y="22608"/>
                  </a:lnTo>
                  <a:lnTo>
                    <a:pt x="2427146" y="22616"/>
                  </a:lnTo>
                  <a:lnTo>
                    <a:pt x="2428111" y="22677"/>
                  </a:lnTo>
                  <a:lnTo>
                    <a:pt x="2428827" y="22623"/>
                  </a:lnTo>
                  <a:lnTo>
                    <a:pt x="2429125" y="22577"/>
                  </a:lnTo>
                  <a:lnTo>
                    <a:pt x="2429400" y="22549"/>
                  </a:lnTo>
                  <a:lnTo>
                    <a:pt x="2429471" y="22536"/>
                  </a:lnTo>
                  <a:lnTo>
                    <a:pt x="2429537" y="22524"/>
                  </a:lnTo>
                  <a:lnTo>
                    <a:pt x="2429902" y="22435"/>
                  </a:lnTo>
                  <a:lnTo>
                    <a:pt x="2429943" y="22424"/>
                  </a:lnTo>
                  <a:lnTo>
                    <a:pt x="2430009" y="22408"/>
                  </a:lnTo>
                  <a:lnTo>
                    <a:pt x="2430198" y="22362"/>
                  </a:lnTo>
                  <a:lnTo>
                    <a:pt x="2430279" y="22349"/>
                  </a:lnTo>
                  <a:lnTo>
                    <a:pt x="2430320" y="22343"/>
                  </a:lnTo>
                  <a:lnTo>
                    <a:pt x="2430377" y="22343"/>
                  </a:lnTo>
                  <a:lnTo>
                    <a:pt x="2430419" y="22349"/>
                  </a:lnTo>
                  <a:lnTo>
                    <a:pt x="2430452" y="22355"/>
                  </a:lnTo>
                  <a:lnTo>
                    <a:pt x="2430476" y="22367"/>
                  </a:lnTo>
                  <a:lnTo>
                    <a:pt x="2430512" y="22388"/>
                  </a:lnTo>
                  <a:lnTo>
                    <a:pt x="2430852" y="22600"/>
                  </a:lnTo>
                  <a:lnTo>
                    <a:pt x="2430882" y="22620"/>
                  </a:lnTo>
                  <a:lnTo>
                    <a:pt x="2431017" y="22861"/>
                  </a:lnTo>
                  <a:lnTo>
                    <a:pt x="2431218" y="23251"/>
                  </a:lnTo>
                  <a:lnTo>
                    <a:pt x="2431366" y="23567"/>
                  </a:lnTo>
                  <a:lnTo>
                    <a:pt x="2431487" y="23976"/>
                  </a:lnTo>
                  <a:lnTo>
                    <a:pt x="2431496" y="24061"/>
                  </a:lnTo>
                  <a:lnTo>
                    <a:pt x="2431499" y="24090"/>
                  </a:lnTo>
                  <a:lnTo>
                    <a:pt x="2431496" y="24119"/>
                  </a:lnTo>
                  <a:lnTo>
                    <a:pt x="2431499" y="24160"/>
                  </a:lnTo>
                  <a:lnTo>
                    <a:pt x="2431523" y="24256"/>
                  </a:lnTo>
                  <a:lnTo>
                    <a:pt x="2431557" y="24356"/>
                  </a:lnTo>
                  <a:lnTo>
                    <a:pt x="2431575" y="24407"/>
                  </a:lnTo>
                  <a:lnTo>
                    <a:pt x="2431640" y="24546"/>
                  </a:lnTo>
                  <a:lnTo>
                    <a:pt x="2431797" y="24719"/>
                  </a:lnTo>
                  <a:lnTo>
                    <a:pt x="2431995" y="24853"/>
                  </a:lnTo>
                  <a:lnTo>
                    <a:pt x="2432302" y="24959"/>
                  </a:lnTo>
                  <a:lnTo>
                    <a:pt x="2432558" y="24994"/>
                  </a:lnTo>
                  <a:lnTo>
                    <a:pt x="2432870" y="24987"/>
                  </a:lnTo>
                  <a:lnTo>
                    <a:pt x="2432936" y="24989"/>
                  </a:lnTo>
                  <a:lnTo>
                    <a:pt x="2433017" y="24986"/>
                  </a:lnTo>
                  <a:lnTo>
                    <a:pt x="2433076" y="24982"/>
                  </a:lnTo>
                  <a:lnTo>
                    <a:pt x="2433145" y="24976"/>
                  </a:lnTo>
                  <a:lnTo>
                    <a:pt x="2433199" y="24970"/>
                  </a:lnTo>
                  <a:lnTo>
                    <a:pt x="2433250" y="24957"/>
                  </a:lnTo>
                  <a:lnTo>
                    <a:pt x="2433295" y="24945"/>
                  </a:lnTo>
                  <a:lnTo>
                    <a:pt x="2433328" y="24933"/>
                  </a:lnTo>
                  <a:lnTo>
                    <a:pt x="2433397" y="24906"/>
                  </a:lnTo>
                  <a:lnTo>
                    <a:pt x="2433447" y="24879"/>
                  </a:lnTo>
                  <a:lnTo>
                    <a:pt x="2433543" y="24821"/>
                  </a:lnTo>
                  <a:lnTo>
                    <a:pt x="2433629" y="24756"/>
                  </a:lnTo>
                  <a:lnTo>
                    <a:pt x="2433671" y="24719"/>
                  </a:lnTo>
                  <a:lnTo>
                    <a:pt x="2433706" y="24684"/>
                  </a:lnTo>
                  <a:lnTo>
                    <a:pt x="2433737" y="24653"/>
                  </a:lnTo>
                  <a:lnTo>
                    <a:pt x="2433775" y="24610"/>
                  </a:lnTo>
                  <a:lnTo>
                    <a:pt x="2433817" y="24563"/>
                  </a:lnTo>
                  <a:lnTo>
                    <a:pt x="2433903" y="24444"/>
                  </a:lnTo>
                  <a:lnTo>
                    <a:pt x="2433933" y="24393"/>
                  </a:lnTo>
                  <a:lnTo>
                    <a:pt x="2434031" y="24130"/>
                  </a:lnTo>
                  <a:lnTo>
                    <a:pt x="2434046" y="24079"/>
                  </a:lnTo>
                  <a:lnTo>
                    <a:pt x="2434057" y="24038"/>
                  </a:lnTo>
                  <a:lnTo>
                    <a:pt x="2434066" y="23989"/>
                  </a:lnTo>
                  <a:lnTo>
                    <a:pt x="2434073" y="23942"/>
                  </a:lnTo>
                  <a:lnTo>
                    <a:pt x="2434075" y="23909"/>
                  </a:lnTo>
                  <a:lnTo>
                    <a:pt x="2434075" y="23871"/>
                  </a:lnTo>
                  <a:lnTo>
                    <a:pt x="2434053" y="23688"/>
                  </a:lnTo>
                  <a:lnTo>
                    <a:pt x="2434041" y="23635"/>
                  </a:lnTo>
                  <a:lnTo>
                    <a:pt x="2434029" y="23594"/>
                  </a:lnTo>
                  <a:lnTo>
                    <a:pt x="2434005" y="23531"/>
                  </a:lnTo>
                  <a:lnTo>
                    <a:pt x="2433990" y="23496"/>
                  </a:lnTo>
                  <a:lnTo>
                    <a:pt x="2433971" y="23467"/>
                  </a:lnTo>
                  <a:lnTo>
                    <a:pt x="2433948" y="23445"/>
                  </a:lnTo>
                  <a:lnTo>
                    <a:pt x="2433926" y="23424"/>
                  </a:lnTo>
                  <a:lnTo>
                    <a:pt x="2433909" y="23402"/>
                  </a:lnTo>
                  <a:lnTo>
                    <a:pt x="2433830" y="23280"/>
                  </a:lnTo>
                  <a:lnTo>
                    <a:pt x="2433807" y="23230"/>
                  </a:lnTo>
                  <a:lnTo>
                    <a:pt x="2433788" y="23186"/>
                  </a:lnTo>
                  <a:lnTo>
                    <a:pt x="2433725" y="23001"/>
                  </a:lnTo>
                  <a:lnTo>
                    <a:pt x="2433692" y="22893"/>
                  </a:lnTo>
                  <a:lnTo>
                    <a:pt x="2433664" y="22832"/>
                  </a:lnTo>
                  <a:lnTo>
                    <a:pt x="2433622" y="22742"/>
                  </a:lnTo>
                  <a:lnTo>
                    <a:pt x="2433598" y="22703"/>
                  </a:lnTo>
                  <a:lnTo>
                    <a:pt x="2433459" y="22531"/>
                  </a:lnTo>
                  <a:lnTo>
                    <a:pt x="2433342" y="22384"/>
                  </a:lnTo>
                  <a:lnTo>
                    <a:pt x="2433315" y="22349"/>
                  </a:lnTo>
                  <a:lnTo>
                    <a:pt x="2433291" y="22319"/>
                  </a:lnTo>
                  <a:lnTo>
                    <a:pt x="2433101" y="22062"/>
                  </a:lnTo>
                  <a:lnTo>
                    <a:pt x="2432994" y="21826"/>
                  </a:lnTo>
                  <a:lnTo>
                    <a:pt x="2432958" y="21585"/>
                  </a:lnTo>
                  <a:lnTo>
                    <a:pt x="2433003" y="21451"/>
                  </a:lnTo>
                  <a:lnTo>
                    <a:pt x="2433172" y="21316"/>
                  </a:lnTo>
                  <a:lnTo>
                    <a:pt x="2433668" y="21061"/>
                  </a:lnTo>
                  <a:lnTo>
                    <a:pt x="2434561" y="20679"/>
                  </a:lnTo>
                  <a:lnTo>
                    <a:pt x="2435501" y="20335"/>
                  </a:lnTo>
                  <a:lnTo>
                    <a:pt x="2435874" y="20257"/>
                  </a:lnTo>
                  <a:lnTo>
                    <a:pt x="2435916" y="20251"/>
                  </a:lnTo>
                  <a:lnTo>
                    <a:pt x="2435968" y="20242"/>
                  </a:lnTo>
                  <a:lnTo>
                    <a:pt x="2436231" y="20187"/>
                  </a:lnTo>
                  <a:lnTo>
                    <a:pt x="2436336" y="20164"/>
                  </a:lnTo>
                  <a:lnTo>
                    <a:pt x="2436507" y="20127"/>
                  </a:lnTo>
                  <a:lnTo>
                    <a:pt x="2436570" y="20106"/>
                  </a:lnTo>
                  <a:lnTo>
                    <a:pt x="2436638" y="20080"/>
                  </a:lnTo>
                  <a:lnTo>
                    <a:pt x="2436827" y="20006"/>
                  </a:lnTo>
                  <a:lnTo>
                    <a:pt x="2436893" y="19979"/>
                  </a:lnTo>
                  <a:lnTo>
                    <a:pt x="2436925" y="19965"/>
                  </a:lnTo>
                  <a:lnTo>
                    <a:pt x="2436959" y="19948"/>
                  </a:lnTo>
                  <a:lnTo>
                    <a:pt x="2437031" y="19907"/>
                  </a:lnTo>
                  <a:lnTo>
                    <a:pt x="2437067" y="19875"/>
                  </a:lnTo>
                  <a:lnTo>
                    <a:pt x="2437093" y="19850"/>
                  </a:lnTo>
                  <a:lnTo>
                    <a:pt x="2437126" y="19815"/>
                  </a:lnTo>
                  <a:lnTo>
                    <a:pt x="2437156" y="19788"/>
                  </a:lnTo>
                  <a:lnTo>
                    <a:pt x="2437189" y="19762"/>
                  </a:lnTo>
                  <a:lnTo>
                    <a:pt x="2437222" y="19737"/>
                  </a:lnTo>
                  <a:lnTo>
                    <a:pt x="2437251" y="19721"/>
                  </a:lnTo>
                  <a:lnTo>
                    <a:pt x="2437285" y="19702"/>
                  </a:lnTo>
                  <a:lnTo>
                    <a:pt x="2437329" y="19684"/>
                  </a:lnTo>
                  <a:lnTo>
                    <a:pt x="2437368" y="19672"/>
                  </a:lnTo>
                  <a:lnTo>
                    <a:pt x="2437432" y="19661"/>
                  </a:lnTo>
                  <a:lnTo>
                    <a:pt x="2437524" y="19653"/>
                  </a:lnTo>
                  <a:lnTo>
                    <a:pt x="2438279" y="19595"/>
                  </a:lnTo>
                  <a:lnTo>
                    <a:pt x="2438858" y="19567"/>
                  </a:lnTo>
                  <a:lnTo>
                    <a:pt x="2439059" y="19559"/>
                  </a:lnTo>
                  <a:lnTo>
                    <a:pt x="2439432" y="19472"/>
                  </a:lnTo>
                  <a:lnTo>
                    <a:pt x="2439546" y="19463"/>
                  </a:lnTo>
                  <a:lnTo>
                    <a:pt x="2440071" y="19418"/>
                  </a:lnTo>
                  <a:lnTo>
                    <a:pt x="2440443" y="19386"/>
                  </a:lnTo>
                  <a:lnTo>
                    <a:pt x="2440883" y="19373"/>
                  </a:lnTo>
                  <a:lnTo>
                    <a:pt x="2441326" y="19343"/>
                  </a:lnTo>
                  <a:lnTo>
                    <a:pt x="2441389" y="19339"/>
                  </a:lnTo>
                  <a:lnTo>
                    <a:pt x="2441421" y="19334"/>
                  </a:lnTo>
                  <a:lnTo>
                    <a:pt x="2441454" y="19330"/>
                  </a:lnTo>
                  <a:lnTo>
                    <a:pt x="2442096" y="19239"/>
                  </a:lnTo>
                  <a:lnTo>
                    <a:pt x="2443825" y="19330"/>
                  </a:lnTo>
                  <a:lnTo>
                    <a:pt x="2444664" y="19311"/>
                  </a:lnTo>
                  <a:lnTo>
                    <a:pt x="2445173" y="19284"/>
                  </a:lnTo>
                  <a:lnTo>
                    <a:pt x="2445251" y="19274"/>
                  </a:lnTo>
                  <a:lnTo>
                    <a:pt x="2445302" y="19268"/>
                  </a:lnTo>
                  <a:lnTo>
                    <a:pt x="2445350" y="19268"/>
                  </a:lnTo>
                  <a:lnTo>
                    <a:pt x="2445599" y="19295"/>
                  </a:lnTo>
                  <a:lnTo>
                    <a:pt x="2445748" y="19313"/>
                  </a:lnTo>
                  <a:lnTo>
                    <a:pt x="2445848" y="19328"/>
                  </a:lnTo>
                  <a:lnTo>
                    <a:pt x="2445986" y="19352"/>
                  </a:lnTo>
                  <a:lnTo>
                    <a:pt x="2446094" y="19377"/>
                  </a:lnTo>
                  <a:lnTo>
                    <a:pt x="2446144" y="19391"/>
                  </a:lnTo>
                  <a:lnTo>
                    <a:pt x="2446177" y="19401"/>
                  </a:lnTo>
                  <a:lnTo>
                    <a:pt x="2446207" y="19416"/>
                  </a:lnTo>
                  <a:lnTo>
                    <a:pt x="2446246" y="19439"/>
                  </a:lnTo>
                  <a:lnTo>
                    <a:pt x="2446312" y="19471"/>
                  </a:lnTo>
                  <a:lnTo>
                    <a:pt x="2446363" y="19496"/>
                  </a:lnTo>
                  <a:lnTo>
                    <a:pt x="2446441" y="19529"/>
                  </a:lnTo>
                  <a:lnTo>
                    <a:pt x="2446501" y="19549"/>
                  </a:lnTo>
                  <a:lnTo>
                    <a:pt x="2446557" y="19565"/>
                  </a:lnTo>
                  <a:lnTo>
                    <a:pt x="2446602" y="19576"/>
                  </a:lnTo>
                  <a:lnTo>
                    <a:pt x="2446653" y="19582"/>
                  </a:lnTo>
                  <a:lnTo>
                    <a:pt x="2446719" y="19584"/>
                  </a:lnTo>
                  <a:lnTo>
                    <a:pt x="2446791" y="19578"/>
                  </a:lnTo>
                  <a:lnTo>
                    <a:pt x="2446995" y="19554"/>
                  </a:lnTo>
                  <a:lnTo>
                    <a:pt x="2447100" y="19537"/>
                  </a:lnTo>
                  <a:lnTo>
                    <a:pt x="2447163" y="19526"/>
                  </a:lnTo>
                  <a:lnTo>
                    <a:pt x="2447776" y="19627"/>
                  </a:lnTo>
                  <a:lnTo>
                    <a:pt x="2448533" y="19878"/>
                  </a:lnTo>
                  <a:lnTo>
                    <a:pt x="2448762" y="19979"/>
                  </a:lnTo>
                  <a:lnTo>
                    <a:pt x="2448773" y="20006"/>
                  </a:lnTo>
                  <a:lnTo>
                    <a:pt x="2448788" y="20052"/>
                  </a:lnTo>
                  <a:lnTo>
                    <a:pt x="2448797" y="20075"/>
                  </a:lnTo>
                  <a:lnTo>
                    <a:pt x="2448824" y="20118"/>
                  </a:lnTo>
                  <a:lnTo>
                    <a:pt x="2448860" y="20153"/>
                  </a:lnTo>
                  <a:lnTo>
                    <a:pt x="2448893" y="20177"/>
                  </a:lnTo>
                  <a:lnTo>
                    <a:pt x="2449213" y="20311"/>
                  </a:lnTo>
                  <a:lnTo>
                    <a:pt x="2449276" y="20325"/>
                  </a:lnTo>
                  <a:lnTo>
                    <a:pt x="2449336" y="20338"/>
                  </a:lnTo>
                  <a:lnTo>
                    <a:pt x="2450004" y="20465"/>
                  </a:lnTo>
                  <a:lnTo>
                    <a:pt x="2450123" y="20479"/>
                  </a:lnTo>
                  <a:lnTo>
                    <a:pt x="2450155" y="20483"/>
                  </a:lnTo>
                  <a:lnTo>
                    <a:pt x="2451787" y="21472"/>
                  </a:lnTo>
                  <a:lnTo>
                    <a:pt x="2451932" y="21644"/>
                  </a:lnTo>
                  <a:lnTo>
                    <a:pt x="2452082" y="21813"/>
                  </a:lnTo>
                  <a:lnTo>
                    <a:pt x="2452231" y="21899"/>
                  </a:lnTo>
                  <a:lnTo>
                    <a:pt x="2452584" y="22077"/>
                  </a:lnTo>
                  <a:lnTo>
                    <a:pt x="2452623" y="22085"/>
                  </a:lnTo>
                  <a:lnTo>
                    <a:pt x="2452656" y="22098"/>
                  </a:lnTo>
                  <a:lnTo>
                    <a:pt x="2452713" y="22122"/>
                  </a:lnTo>
                  <a:lnTo>
                    <a:pt x="2452758" y="22147"/>
                  </a:lnTo>
                  <a:lnTo>
                    <a:pt x="2452850" y="22198"/>
                  </a:lnTo>
                  <a:lnTo>
                    <a:pt x="2452898" y="22223"/>
                  </a:lnTo>
                  <a:lnTo>
                    <a:pt x="2452958" y="22249"/>
                  </a:lnTo>
                  <a:lnTo>
                    <a:pt x="2453444" y="22437"/>
                  </a:lnTo>
                  <a:lnTo>
                    <a:pt x="2453626" y="22507"/>
                  </a:lnTo>
                  <a:lnTo>
                    <a:pt x="2453788" y="22555"/>
                  </a:lnTo>
                  <a:lnTo>
                    <a:pt x="2454141" y="22625"/>
                  </a:lnTo>
                  <a:lnTo>
                    <a:pt x="2454362" y="22661"/>
                  </a:lnTo>
                  <a:lnTo>
                    <a:pt x="2454515" y="22690"/>
                  </a:lnTo>
                  <a:lnTo>
                    <a:pt x="2454640" y="22731"/>
                  </a:lnTo>
                  <a:lnTo>
                    <a:pt x="2454750" y="22774"/>
                  </a:lnTo>
                  <a:lnTo>
                    <a:pt x="2454766" y="22778"/>
                  </a:lnTo>
                  <a:lnTo>
                    <a:pt x="2454825" y="22791"/>
                  </a:lnTo>
                  <a:lnTo>
                    <a:pt x="2454945" y="22798"/>
                  </a:lnTo>
                  <a:lnTo>
                    <a:pt x="2455397" y="22856"/>
                  </a:lnTo>
                  <a:lnTo>
                    <a:pt x="2455900" y="23052"/>
                  </a:lnTo>
                  <a:lnTo>
                    <a:pt x="2456346" y="23193"/>
                  </a:lnTo>
                  <a:lnTo>
                    <a:pt x="2456723" y="23242"/>
                  </a:lnTo>
                  <a:lnTo>
                    <a:pt x="2456947" y="23212"/>
                  </a:lnTo>
                  <a:lnTo>
                    <a:pt x="2457237" y="23270"/>
                  </a:lnTo>
                  <a:lnTo>
                    <a:pt x="2457814" y="23503"/>
                  </a:lnTo>
                  <a:lnTo>
                    <a:pt x="2458271" y="23737"/>
                  </a:lnTo>
                  <a:lnTo>
                    <a:pt x="2458737" y="24001"/>
                  </a:lnTo>
                  <a:lnTo>
                    <a:pt x="2458964" y="24109"/>
                  </a:lnTo>
                  <a:lnTo>
                    <a:pt x="2459142" y="24185"/>
                  </a:lnTo>
                  <a:lnTo>
                    <a:pt x="2459327" y="24263"/>
                  </a:lnTo>
                  <a:lnTo>
                    <a:pt x="2459423" y="24294"/>
                  </a:lnTo>
                  <a:lnTo>
                    <a:pt x="2459563" y="24315"/>
                  </a:lnTo>
                  <a:lnTo>
                    <a:pt x="2459700" y="24335"/>
                  </a:lnTo>
                  <a:lnTo>
                    <a:pt x="2459948" y="24360"/>
                  </a:lnTo>
                  <a:lnTo>
                    <a:pt x="2460062" y="24384"/>
                  </a:lnTo>
                  <a:lnTo>
                    <a:pt x="2460130" y="24413"/>
                  </a:lnTo>
                  <a:lnTo>
                    <a:pt x="2460348" y="24504"/>
                  </a:lnTo>
                  <a:lnTo>
                    <a:pt x="2460542" y="24545"/>
                  </a:lnTo>
                  <a:lnTo>
                    <a:pt x="2460706" y="24577"/>
                  </a:lnTo>
                  <a:lnTo>
                    <a:pt x="2460808" y="24584"/>
                  </a:lnTo>
                  <a:lnTo>
                    <a:pt x="2460880" y="24600"/>
                  </a:lnTo>
                  <a:lnTo>
                    <a:pt x="2461387" y="24725"/>
                  </a:lnTo>
                  <a:lnTo>
                    <a:pt x="2461608" y="24787"/>
                  </a:lnTo>
                  <a:lnTo>
                    <a:pt x="2461840" y="24886"/>
                  </a:lnTo>
                  <a:lnTo>
                    <a:pt x="2462028" y="24977"/>
                  </a:lnTo>
                  <a:lnTo>
                    <a:pt x="2462177" y="25061"/>
                  </a:lnTo>
                  <a:lnTo>
                    <a:pt x="2462274" y="25135"/>
                  </a:lnTo>
                  <a:lnTo>
                    <a:pt x="2462345" y="25195"/>
                  </a:lnTo>
                  <a:lnTo>
                    <a:pt x="2462359" y="25217"/>
                  </a:lnTo>
                  <a:lnTo>
                    <a:pt x="2462366" y="25227"/>
                  </a:lnTo>
                  <a:lnTo>
                    <a:pt x="2462381" y="25289"/>
                  </a:lnTo>
                  <a:lnTo>
                    <a:pt x="2462386" y="25365"/>
                  </a:lnTo>
                  <a:lnTo>
                    <a:pt x="2462373" y="25448"/>
                  </a:lnTo>
                  <a:lnTo>
                    <a:pt x="2462333" y="25540"/>
                  </a:lnTo>
                  <a:lnTo>
                    <a:pt x="2462269" y="25659"/>
                  </a:lnTo>
                  <a:lnTo>
                    <a:pt x="2462221" y="25738"/>
                  </a:lnTo>
                  <a:lnTo>
                    <a:pt x="2462151" y="25832"/>
                  </a:lnTo>
                  <a:lnTo>
                    <a:pt x="2462133" y="25911"/>
                  </a:lnTo>
                  <a:lnTo>
                    <a:pt x="2462117" y="26020"/>
                  </a:lnTo>
                  <a:lnTo>
                    <a:pt x="2462116" y="26089"/>
                  </a:lnTo>
                  <a:lnTo>
                    <a:pt x="2462148" y="26476"/>
                  </a:lnTo>
                  <a:lnTo>
                    <a:pt x="2462157" y="26511"/>
                  </a:lnTo>
                  <a:lnTo>
                    <a:pt x="2462215" y="26705"/>
                  </a:lnTo>
                  <a:lnTo>
                    <a:pt x="2462241" y="26771"/>
                  </a:lnTo>
                  <a:lnTo>
                    <a:pt x="2462401" y="27158"/>
                  </a:lnTo>
                  <a:lnTo>
                    <a:pt x="2462647" y="27459"/>
                  </a:lnTo>
                  <a:lnTo>
                    <a:pt x="2462682" y="27498"/>
                  </a:lnTo>
                  <a:lnTo>
                    <a:pt x="2462735" y="27525"/>
                  </a:lnTo>
                  <a:lnTo>
                    <a:pt x="2462834" y="27552"/>
                  </a:lnTo>
                  <a:lnTo>
                    <a:pt x="2462849" y="27556"/>
                  </a:lnTo>
                  <a:lnTo>
                    <a:pt x="2463051" y="27583"/>
                  </a:lnTo>
                  <a:lnTo>
                    <a:pt x="2463085" y="27585"/>
                  </a:lnTo>
                  <a:lnTo>
                    <a:pt x="2463153" y="27588"/>
                  </a:lnTo>
                  <a:lnTo>
                    <a:pt x="2463219" y="27580"/>
                  </a:lnTo>
                  <a:lnTo>
                    <a:pt x="2463246" y="27571"/>
                  </a:lnTo>
                  <a:lnTo>
                    <a:pt x="2463281" y="27559"/>
                  </a:lnTo>
                  <a:lnTo>
                    <a:pt x="2463396" y="27517"/>
                  </a:lnTo>
                  <a:lnTo>
                    <a:pt x="2463636" y="27408"/>
                  </a:lnTo>
                  <a:lnTo>
                    <a:pt x="2464194" y="27132"/>
                  </a:lnTo>
                  <a:lnTo>
                    <a:pt x="2464435" y="26990"/>
                  </a:lnTo>
                  <a:lnTo>
                    <a:pt x="2464646" y="26844"/>
                  </a:lnTo>
                  <a:lnTo>
                    <a:pt x="2464718" y="26791"/>
                  </a:lnTo>
                  <a:lnTo>
                    <a:pt x="2464799" y="26722"/>
                  </a:lnTo>
                  <a:lnTo>
                    <a:pt x="2464851" y="26671"/>
                  </a:lnTo>
                  <a:lnTo>
                    <a:pt x="2464859" y="26662"/>
                  </a:lnTo>
                  <a:lnTo>
                    <a:pt x="2464920" y="26594"/>
                  </a:lnTo>
                  <a:lnTo>
                    <a:pt x="2464997" y="26503"/>
                  </a:lnTo>
                  <a:lnTo>
                    <a:pt x="2465077" y="26413"/>
                  </a:lnTo>
                  <a:lnTo>
                    <a:pt x="2465172" y="26327"/>
                  </a:lnTo>
                  <a:lnTo>
                    <a:pt x="2465300" y="26230"/>
                  </a:lnTo>
                  <a:lnTo>
                    <a:pt x="2465364" y="26198"/>
                  </a:lnTo>
                  <a:lnTo>
                    <a:pt x="2465560" y="26103"/>
                  </a:lnTo>
                  <a:lnTo>
                    <a:pt x="2465676" y="26064"/>
                  </a:lnTo>
                  <a:lnTo>
                    <a:pt x="2466406" y="25852"/>
                  </a:lnTo>
                  <a:lnTo>
                    <a:pt x="2466500" y="25828"/>
                  </a:lnTo>
                  <a:lnTo>
                    <a:pt x="2466581" y="25815"/>
                  </a:lnTo>
                  <a:lnTo>
                    <a:pt x="2467032" y="25767"/>
                  </a:lnTo>
                  <a:lnTo>
                    <a:pt x="2467220" y="25751"/>
                  </a:lnTo>
                  <a:lnTo>
                    <a:pt x="2467437" y="25737"/>
                  </a:lnTo>
                  <a:lnTo>
                    <a:pt x="2467506" y="25750"/>
                  </a:lnTo>
                  <a:lnTo>
                    <a:pt x="2467608" y="25791"/>
                  </a:lnTo>
                  <a:lnTo>
                    <a:pt x="2467778" y="25889"/>
                  </a:lnTo>
                  <a:lnTo>
                    <a:pt x="2468055" y="26096"/>
                  </a:lnTo>
                  <a:lnTo>
                    <a:pt x="2468141" y="26210"/>
                  </a:lnTo>
                  <a:lnTo>
                    <a:pt x="2468195" y="26269"/>
                  </a:lnTo>
                  <a:lnTo>
                    <a:pt x="2468327" y="26384"/>
                  </a:lnTo>
                  <a:lnTo>
                    <a:pt x="2468446" y="26488"/>
                  </a:lnTo>
                  <a:lnTo>
                    <a:pt x="2468461" y="26508"/>
                  </a:lnTo>
                  <a:lnTo>
                    <a:pt x="2468488" y="26546"/>
                  </a:lnTo>
                  <a:lnTo>
                    <a:pt x="2468626" y="26746"/>
                  </a:lnTo>
                  <a:lnTo>
                    <a:pt x="2468656" y="26795"/>
                  </a:lnTo>
                  <a:lnTo>
                    <a:pt x="2468692" y="26872"/>
                  </a:lnTo>
                  <a:lnTo>
                    <a:pt x="2468851" y="27251"/>
                  </a:lnTo>
                  <a:lnTo>
                    <a:pt x="2468866" y="27308"/>
                  </a:lnTo>
                  <a:lnTo>
                    <a:pt x="2468860" y="27382"/>
                  </a:lnTo>
                  <a:lnTo>
                    <a:pt x="2468804" y="27636"/>
                  </a:lnTo>
                  <a:lnTo>
                    <a:pt x="2468768" y="27793"/>
                  </a:lnTo>
                  <a:lnTo>
                    <a:pt x="2468766" y="27853"/>
                  </a:lnTo>
                  <a:lnTo>
                    <a:pt x="2468765" y="27861"/>
                  </a:lnTo>
                  <a:lnTo>
                    <a:pt x="2468772" y="27905"/>
                  </a:lnTo>
                  <a:lnTo>
                    <a:pt x="2468778" y="27948"/>
                  </a:lnTo>
                  <a:lnTo>
                    <a:pt x="2468795" y="28030"/>
                  </a:lnTo>
                  <a:lnTo>
                    <a:pt x="2468817" y="28089"/>
                  </a:lnTo>
                  <a:lnTo>
                    <a:pt x="2468861" y="28165"/>
                  </a:lnTo>
                  <a:lnTo>
                    <a:pt x="2468933" y="28265"/>
                  </a:lnTo>
                  <a:lnTo>
                    <a:pt x="2469053" y="28398"/>
                  </a:lnTo>
                  <a:lnTo>
                    <a:pt x="2469113" y="28433"/>
                  </a:lnTo>
                  <a:lnTo>
                    <a:pt x="2469202" y="28474"/>
                  </a:lnTo>
                  <a:lnTo>
                    <a:pt x="2469312" y="28515"/>
                  </a:lnTo>
                  <a:lnTo>
                    <a:pt x="2469423" y="28549"/>
                  </a:lnTo>
                  <a:lnTo>
                    <a:pt x="2469549" y="28594"/>
                  </a:lnTo>
                  <a:lnTo>
                    <a:pt x="2469638" y="28635"/>
                  </a:lnTo>
                  <a:lnTo>
                    <a:pt x="2469734" y="28712"/>
                  </a:lnTo>
                  <a:lnTo>
                    <a:pt x="2469829" y="28808"/>
                  </a:lnTo>
                  <a:lnTo>
                    <a:pt x="2470203" y="29206"/>
                  </a:lnTo>
                  <a:lnTo>
                    <a:pt x="2470479" y="29584"/>
                  </a:lnTo>
                  <a:lnTo>
                    <a:pt x="2470780" y="29859"/>
                  </a:lnTo>
                  <a:lnTo>
                    <a:pt x="2470930" y="29986"/>
                  </a:lnTo>
                  <a:lnTo>
                    <a:pt x="2471313" y="30150"/>
                  </a:lnTo>
                  <a:lnTo>
                    <a:pt x="2471389" y="30179"/>
                  </a:lnTo>
                  <a:lnTo>
                    <a:pt x="2471470" y="30191"/>
                  </a:lnTo>
                  <a:lnTo>
                    <a:pt x="2471643" y="30210"/>
                  </a:lnTo>
                  <a:lnTo>
                    <a:pt x="2471905" y="30225"/>
                  </a:lnTo>
                  <a:lnTo>
                    <a:pt x="2472005" y="30227"/>
                  </a:lnTo>
                  <a:lnTo>
                    <a:pt x="2472681" y="30325"/>
                  </a:lnTo>
                  <a:lnTo>
                    <a:pt x="2473146" y="30449"/>
                  </a:lnTo>
                  <a:lnTo>
                    <a:pt x="2473181" y="30458"/>
                  </a:lnTo>
                  <a:lnTo>
                    <a:pt x="2473217" y="30466"/>
                  </a:lnTo>
                  <a:lnTo>
                    <a:pt x="2473300" y="30482"/>
                  </a:lnTo>
                  <a:lnTo>
                    <a:pt x="2473345" y="30493"/>
                  </a:lnTo>
                  <a:lnTo>
                    <a:pt x="2473404" y="30530"/>
                  </a:lnTo>
                  <a:lnTo>
                    <a:pt x="2473619" y="30673"/>
                  </a:lnTo>
                  <a:lnTo>
                    <a:pt x="2473705" y="30731"/>
                  </a:lnTo>
                  <a:lnTo>
                    <a:pt x="2473773" y="30786"/>
                  </a:lnTo>
                  <a:lnTo>
                    <a:pt x="2473845" y="30870"/>
                  </a:lnTo>
                  <a:lnTo>
                    <a:pt x="2473910" y="30952"/>
                  </a:lnTo>
                  <a:lnTo>
                    <a:pt x="2473942" y="31015"/>
                  </a:lnTo>
                  <a:lnTo>
                    <a:pt x="2473954" y="31056"/>
                  </a:lnTo>
                  <a:lnTo>
                    <a:pt x="2473953" y="31093"/>
                  </a:lnTo>
                  <a:lnTo>
                    <a:pt x="2473944" y="31132"/>
                  </a:lnTo>
                  <a:lnTo>
                    <a:pt x="2473920" y="31199"/>
                  </a:lnTo>
                  <a:lnTo>
                    <a:pt x="2473902" y="31244"/>
                  </a:lnTo>
                  <a:lnTo>
                    <a:pt x="2473875" y="31291"/>
                  </a:lnTo>
                  <a:lnTo>
                    <a:pt x="2473800" y="31361"/>
                  </a:lnTo>
                  <a:lnTo>
                    <a:pt x="2473693" y="31434"/>
                  </a:lnTo>
                  <a:lnTo>
                    <a:pt x="2473624" y="31470"/>
                  </a:lnTo>
                  <a:lnTo>
                    <a:pt x="2473561" y="31491"/>
                  </a:lnTo>
                  <a:lnTo>
                    <a:pt x="2473501" y="31503"/>
                  </a:lnTo>
                  <a:lnTo>
                    <a:pt x="2473358" y="31517"/>
                  </a:lnTo>
                  <a:lnTo>
                    <a:pt x="2473292" y="31533"/>
                  </a:lnTo>
                  <a:lnTo>
                    <a:pt x="2473233" y="31560"/>
                  </a:lnTo>
                  <a:lnTo>
                    <a:pt x="2473179" y="31595"/>
                  </a:lnTo>
                  <a:lnTo>
                    <a:pt x="2473131" y="31642"/>
                  </a:lnTo>
                  <a:lnTo>
                    <a:pt x="2473080" y="31703"/>
                  </a:lnTo>
                  <a:lnTo>
                    <a:pt x="2473050" y="31774"/>
                  </a:lnTo>
                  <a:lnTo>
                    <a:pt x="2473022" y="31846"/>
                  </a:lnTo>
                  <a:lnTo>
                    <a:pt x="2472974" y="32009"/>
                  </a:lnTo>
                  <a:lnTo>
                    <a:pt x="2472961" y="32138"/>
                  </a:lnTo>
                  <a:lnTo>
                    <a:pt x="2472967" y="32269"/>
                  </a:lnTo>
                  <a:lnTo>
                    <a:pt x="2472970" y="32316"/>
                  </a:lnTo>
                  <a:lnTo>
                    <a:pt x="2473016" y="32543"/>
                  </a:lnTo>
                  <a:lnTo>
                    <a:pt x="2473037" y="32600"/>
                  </a:lnTo>
                  <a:lnTo>
                    <a:pt x="2473078" y="32656"/>
                  </a:lnTo>
                  <a:lnTo>
                    <a:pt x="2473152" y="32762"/>
                  </a:lnTo>
                  <a:lnTo>
                    <a:pt x="2473167" y="32793"/>
                  </a:lnTo>
                  <a:lnTo>
                    <a:pt x="2473202" y="32930"/>
                  </a:lnTo>
                  <a:lnTo>
                    <a:pt x="2473234" y="33144"/>
                  </a:lnTo>
                  <a:lnTo>
                    <a:pt x="2473236" y="33187"/>
                  </a:lnTo>
                  <a:lnTo>
                    <a:pt x="2473237" y="33234"/>
                  </a:lnTo>
                  <a:lnTo>
                    <a:pt x="2473227" y="33275"/>
                  </a:lnTo>
                  <a:lnTo>
                    <a:pt x="2473209" y="33331"/>
                  </a:lnTo>
                  <a:lnTo>
                    <a:pt x="2473183" y="33372"/>
                  </a:lnTo>
                  <a:lnTo>
                    <a:pt x="2473152" y="33400"/>
                  </a:lnTo>
                  <a:lnTo>
                    <a:pt x="2473060" y="33476"/>
                  </a:lnTo>
                  <a:lnTo>
                    <a:pt x="2473002" y="33518"/>
                  </a:lnTo>
                  <a:lnTo>
                    <a:pt x="2472815" y="33624"/>
                  </a:lnTo>
                  <a:lnTo>
                    <a:pt x="2472677" y="33696"/>
                  </a:lnTo>
                  <a:lnTo>
                    <a:pt x="2472540" y="33757"/>
                  </a:lnTo>
                  <a:lnTo>
                    <a:pt x="2472465" y="33787"/>
                  </a:lnTo>
                  <a:lnTo>
                    <a:pt x="2472397" y="33808"/>
                  </a:lnTo>
                  <a:lnTo>
                    <a:pt x="2471585" y="34013"/>
                  </a:lnTo>
                  <a:lnTo>
                    <a:pt x="2471543" y="34023"/>
                  </a:lnTo>
                  <a:lnTo>
                    <a:pt x="2471487" y="34025"/>
                  </a:lnTo>
                  <a:lnTo>
                    <a:pt x="2471279" y="34019"/>
                  </a:lnTo>
                  <a:lnTo>
                    <a:pt x="2471126" y="34023"/>
                  </a:lnTo>
                  <a:lnTo>
                    <a:pt x="2471043" y="34033"/>
                  </a:lnTo>
                  <a:lnTo>
                    <a:pt x="2470971" y="34049"/>
                  </a:lnTo>
                  <a:lnTo>
                    <a:pt x="2470849" y="34092"/>
                  </a:lnTo>
                  <a:lnTo>
                    <a:pt x="2470330" y="34314"/>
                  </a:lnTo>
                  <a:lnTo>
                    <a:pt x="2470247" y="34359"/>
                  </a:lnTo>
                  <a:lnTo>
                    <a:pt x="2470154" y="34412"/>
                  </a:lnTo>
                  <a:lnTo>
                    <a:pt x="2470092" y="34451"/>
                  </a:lnTo>
                  <a:lnTo>
                    <a:pt x="2470053" y="34484"/>
                  </a:lnTo>
                  <a:lnTo>
                    <a:pt x="2469897" y="34614"/>
                  </a:lnTo>
                  <a:lnTo>
                    <a:pt x="2469852" y="34662"/>
                  </a:lnTo>
                  <a:lnTo>
                    <a:pt x="2469787" y="34764"/>
                  </a:lnTo>
                  <a:lnTo>
                    <a:pt x="2469766" y="34827"/>
                  </a:lnTo>
                  <a:lnTo>
                    <a:pt x="2469754" y="34909"/>
                  </a:lnTo>
                  <a:lnTo>
                    <a:pt x="2469750" y="34964"/>
                  </a:lnTo>
                  <a:lnTo>
                    <a:pt x="2469756" y="35023"/>
                  </a:lnTo>
                  <a:lnTo>
                    <a:pt x="2469776" y="35099"/>
                  </a:lnTo>
                  <a:lnTo>
                    <a:pt x="2469797" y="35154"/>
                  </a:lnTo>
                  <a:lnTo>
                    <a:pt x="2469812" y="35222"/>
                  </a:lnTo>
                  <a:lnTo>
                    <a:pt x="2469815" y="35248"/>
                  </a:lnTo>
                  <a:lnTo>
                    <a:pt x="2469843" y="35737"/>
                  </a:lnTo>
                  <a:lnTo>
                    <a:pt x="2469852" y="35790"/>
                  </a:lnTo>
                  <a:lnTo>
                    <a:pt x="2469917" y="36664"/>
                  </a:lnTo>
                  <a:lnTo>
                    <a:pt x="2469908" y="36750"/>
                  </a:lnTo>
                  <a:lnTo>
                    <a:pt x="2469893" y="36809"/>
                  </a:lnTo>
                  <a:lnTo>
                    <a:pt x="2469869" y="36860"/>
                  </a:lnTo>
                  <a:lnTo>
                    <a:pt x="2469833" y="36913"/>
                  </a:lnTo>
                  <a:lnTo>
                    <a:pt x="2469806" y="36956"/>
                  </a:lnTo>
                  <a:lnTo>
                    <a:pt x="2469797" y="36989"/>
                  </a:lnTo>
                  <a:lnTo>
                    <a:pt x="2469791" y="37015"/>
                  </a:lnTo>
                  <a:lnTo>
                    <a:pt x="2469800" y="37064"/>
                  </a:lnTo>
                  <a:lnTo>
                    <a:pt x="2469842" y="37156"/>
                  </a:lnTo>
                  <a:lnTo>
                    <a:pt x="2469883" y="37218"/>
                  </a:lnTo>
                  <a:lnTo>
                    <a:pt x="2469945" y="37299"/>
                  </a:lnTo>
                  <a:lnTo>
                    <a:pt x="2470019" y="37392"/>
                  </a:lnTo>
                  <a:lnTo>
                    <a:pt x="2470126" y="37482"/>
                  </a:lnTo>
                  <a:lnTo>
                    <a:pt x="2470212" y="37545"/>
                  </a:lnTo>
                  <a:lnTo>
                    <a:pt x="2470345" y="37623"/>
                  </a:lnTo>
                  <a:lnTo>
                    <a:pt x="2470476" y="37676"/>
                  </a:lnTo>
                  <a:lnTo>
                    <a:pt x="2470547" y="37701"/>
                  </a:lnTo>
                  <a:lnTo>
                    <a:pt x="2470604" y="37711"/>
                  </a:lnTo>
                  <a:lnTo>
                    <a:pt x="2470666" y="37713"/>
                  </a:lnTo>
                  <a:lnTo>
                    <a:pt x="2470737" y="37707"/>
                  </a:lnTo>
                  <a:lnTo>
                    <a:pt x="2470806" y="37691"/>
                  </a:lnTo>
                  <a:lnTo>
                    <a:pt x="2470854" y="37669"/>
                  </a:lnTo>
                  <a:lnTo>
                    <a:pt x="2470952" y="37611"/>
                  </a:lnTo>
                  <a:lnTo>
                    <a:pt x="2471021" y="37575"/>
                  </a:lnTo>
                  <a:lnTo>
                    <a:pt x="2471411" y="37393"/>
                  </a:lnTo>
                  <a:lnTo>
                    <a:pt x="2471515" y="37361"/>
                  </a:lnTo>
                  <a:lnTo>
                    <a:pt x="2471590" y="37340"/>
                  </a:lnTo>
                  <a:lnTo>
                    <a:pt x="2471766" y="37271"/>
                  </a:lnTo>
                  <a:lnTo>
                    <a:pt x="2471843" y="37230"/>
                  </a:lnTo>
                  <a:lnTo>
                    <a:pt x="2471873" y="37207"/>
                  </a:lnTo>
                  <a:lnTo>
                    <a:pt x="2471918" y="37156"/>
                  </a:lnTo>
                  <a:lnTo>
                    <a:pt x="2471946" y="37103"/>
                  </a:lnTo>
                  <a:lnTo>
                    <a:pt x="2471968" y="37058"/>
                  </a:lnTo>
                  <a:lnTo>
                    <a:pt x="2472010" y="36987"/>
                  </a:lnTo>
                  <a:lnTo>
                    <a:pt x="2472052" y="36940"/>
                  </a:lnTo>
                  <a:lnTo>
                    <a:pt x="2472214" y="36793"/>
                  </a:lnTo>
                  <a:lnTo>
                    <a:pt x="2472250" y="36764"/>
                  </a:lnTo>
                  <a:lnTo>
                    <a:pt x="2472309" y="36734"/>
                  </a:lnTo>
                  <a:lnTo>
                    <a:pt x="2472370" y="36711"/>
                  </a:lnTo>
                  <a:lnTo>
                    <a:pt x="2472860" y="36641"/>
                  </a:lnTo>
                  <a:lnTo>
                    <a:pt x="2473209" y="36629"/>
                  </a:lnTo>
                  <a:lnTo>
                    <a:pt x="2473739" y="36626"/>
                  </a:lnTo>
                  <a:lnTo>
                    <a:pt x="2473929" y="36605"/>
                  </a:lnTo>
                  <a:lnTo>
                    <a:pt x="2474105" y="36532"/>
                  </a:lnTo>
                  <a:lnTo>
                    <a:pt x="2474167" y="36497"/>
                  </a:lnTo>
                  <a:lnTo>
                    <a:pt x="2474268" y="36440"/>
                  </a:lnTo>
                  <a:lnTo>
                    <a:pt x="2474290" y="36428"/>
                  </a:lnTo>
                  <a:lnTo>
                    <a:pt x="2474595" y="36187"/>
                  </a:lnTo>
                  <a:lnTo>
                    <a:pt x="2474669" y="36095"/>
                  </a:lnTo>
                  <a:lnTo>
                    <a:pt x="2474702" y="36028"/>
                  </a:lnTo>
                  <a:lnTo>
                    <a:pt x="2474718" y="35975"/>
                  </a:lnTo>
                  <a:lnTo>
                    <a:pt x="2474745" y="35930"/>
                  </a:lnTo>
                  <a:lnTo>
                    <a:pt x="2474783" y="35877"/>
                  </a:lnTo>
                  <a:lnTo>
                    <a:pt x="2474807" y="35844"/>
                  </a:lnTo>
                  <a:lnTo>
                    <a:pt x="2474843" y="35805"/>
                  </a:lnTo>
                  <a:lnTo>
                    <a:pt x="2474886" y="35779"/>
                  </a:lnTo>
                  <a:lnTo>
                    <a:pt x="2474894" y="35775"/>
                  </a:lnTo>
                  <a:lnTo>
                    <a:pt x="2474963" y="35746"/>
                  </a:lnTo>
                  <a:lnTo>
                    <a:pt x="2475067" y="35720"/>
                  </a:lnTo>
                  <a:lnTo>
                    <a:pt x="2475157" y="35702"/>
                  </a:lnTo>
                  <a:lnTo>
                    <a:pt x="2475249" y="35694"/>
                  </a:lnTo>
                  <a:lnTo>
                    <a:pt x="2475347" y="35692"/>
                  </a:lnTo>
                  <a:lnTo>
                    <a:pt x="2475398" y="35694"/>
                  </a:lnTo>
                  <a:lnTo>
                    <a:pt x="2475499" y="35705"/>
                  </a:lnTo>
                  <a:lnTo>
                    <a:pt x="2475638" y="35735"/>
                  </a:lnTo>
                  <a:lnTo>
                    <a:pt x="2475921" y="35785"/>
                  </a:lnTo>
                  <a:lnTo>
                    <a:pt x="2476260" y="35843"/>
                  </a:lnTo>
                  <a:lnTo>
                    <a:pt x="2476367" y="35858"/>
                  </a:lnTo>
                  <a:lnTo>
                    <a:pt x="2476462" y="35868"/>
                  </a:lnTo>
                  <a:lnTo>
                    <a:pt x="2476468" y="35868"/>
                  </a:lnTo>
                  <a:lnTo>
                    <a:pt x="2476555" y="35870"/>
                  </a:lnTo>
                  <a:lnTo>
                    <a:pt x="2476626" y="35870"/>
                  </a:lnTo>
                  <a:lnTo>
                    <a:pt x="2476665" y="35866"/>
                  </a:lnTo>
                  <a:lnTo>
                    <a:pt x="2476748" y="35854"/>
                  </a:lnTo>
                  <a:lnTo>
                    <a:pt x="2476855" y="35830"/>
                  </a:lnTo>
                  <a:lnTo>
                    <a:pt x="2476931" y="35809"/>
                  </a:lnTo>
                  <a:lnTo>
                    <a:pt x="2476959" y="35801"/>
                  </a:lnTo>
                  <a:lnTo>
                    <a:pt x="2477081" y="35772"/>
                  </a:lnTo>
                  <a:lnTo>
                    <a:pt x="2477135" y="35767"/>
                  </a:lnTo>
                  <a:lnTo>
                    <a:pt x="2477560" y="35728"/>
                  </a:lnTo>
                  <a:lnTo>
                    <a:pt x="2477658" y="35720"/>
                  </a:lnTo>
                  <a:lnTo>
                    <a:pt x="2477798" y="35720"/>
                  </a:lnTo>
                  <a:lnTo>
                    <a:pt x="2477872" y="35731"/>
                  </a:lnTo>
                  <a:lnTo>
                    <a:pt x="2478033" y="35755"/>
                  </a:lnTo>
                  <a:lnTo>
                    <a:pt x="2478208" y="35801"/>
                  </a:lnTo>
                  <a:lnTo>
                    <a:pt x="2478434" y="35889"/>
                  </a:lnTo>
                  <a:lnTo>
                    <a:pt x="2478669" y="35992"/>
                  </a:lnTo>
                  <a:lnTo>
                    <a:pt x="2478805" y="36062"/>
                  </a:lnTo>
                  <a:lnTo>
                    <a:pt x="2478894" y="36119"/>
                  </a:lnTo>
                  <a:lnTo>
                    <a:pt x="2478935" y="36164"/>
                  </a:lnTo>
                  <a:lnTo>
                    <a:pt x="2478965" y="36215"/>
                  </a:lnTo>
                  <a:lnTo>
                    <a:pt x="2478971" y="36236"/>
                  </a:lnTo>
                  <a:lnTo>
                    <a:pt x="2478965" y="36289"/>
                  </a:lnTo>
                  <a:lnTo>
                    <a:pt x="2478932" y="36372"/>
                  </a:lnTo>
                  <a:lnTo>
                    <a:pt x="2478836" y="36554"/>
                  </a:lnTo>
                  <a:lnTo>
                    <a:pt x="2478782" y="36642"/>
                  </a:lnTo>
                  <a:lnTo>
                    <a:pt x="2478737" y="36751"/>
                  </a:lnTo>
                  <a:lnTo>
                    <a:pt x="2478731" y="36792"/>
                  </a:lnTo>
                  <a:lnTo>
                    <a:pt x="2478724" y="36847"/>
                  </a:lnTo>
                  <a:lnTo>
                    <a:pt x="2478727" y="37041"/>
                  </a:lnTo>
                  <a:lnTo>
                    <a:pt x="2478735" y="37161"/>
                  </a:lnTo>
                  <a:lnTo>
                    <a:pt x="2478747" y="37260"/>
                  </a:lnTo>
                  <a:lnTo>
                    <a:pt x="2478761" y="37317"/>
                  </a:lnTo>
                  <a:lnTo>
                    <a:pt x="2478788" y="37366"/>
                  </a:lnTo>
                  <a:lnTo>
                    <a:pt x="2478865" y="37450"/>
                  </a:lnTo>
                  <a:lnTo>
                    <a:pt x="2478989" y="37569"/>
                  </a:lnTo>
                  <a:lnTo>
                    <a:pt x="2479129" y="37682"/>
                  </a:lnTo>
                  <a:lnTo>
                    <a:pt x="2479303" y="37846"/>
                  </a:lnTo>
                  <a:lnTo>
                    <a:pt x="2479596" y="38190"/>
                  </a:lnTo>
                  <a:lnTo>
                    <a:pt x="2479670" y="38280"/>
                  </a:lnTo>
                  <a:lnTo>
                    <a:pt x="2479705" y="38322"/>
                  </a:lnTo>
                  <a:lnTo>
                    <a:pt x="2479723" y="38343"/>
                  </a:lnTo>
                  <a:lnTo>
                    <a:pt x="2479756" y="38372"/>
                  </a:lnTo>
                  <a:lnTo>
                    <a:pt x="2479836" y="38427"/>
                  </a:lnTo>
                  <a:lnTo>
                    <a:pt x="2479919" y="38483"/>
                  </a:lnTo>
                  <a:lnTo>
                    <a:pt x="2480218" y="38669"/>
                  </a:lnTo>
                  <a:lnTo>
                    <a:pt x="2480571" y="38891"/>
                  </a:lnTo>
                  <a:lnTo>
                    <a:pt x="2480621" y="38923"/>
                  </a:lnTo>
                  <a:lnTo>
                    <a:pt x="2480674" y="38968"/>
                  </a:lnTo>
                  <a:lnTo>
                    <a:pt x="2480699" y="38993"/>
                  </a:lnTo>
                  <a:lnTo>
                    <a:pt x="2480728" y="39022"/>
                  </a:lnTo>
                  <a:lnTo>
                    <a:pt x="2480766" y="39075"/>
                  </a:lnTo>
                  <a:lnTo>
                    <a:pt x="2480824" y="39149"/>
                  </a:lnTo>
                  <a:lnTo>
                    <a:pt x="2480848" y="39167"/>
                  </a:lnTo>
                  <a:lnTo>
                    <a:pt x="2480924" y="39214"/>
                  </a:lnTo>
                  <a:lnTo>
                    <a:pt x="2481077" y="39294"/>
                  </a:lnTo>
                  <a:lnTo>
                    <a:pt x="2481165" y="39342"/>
                  </a:lnTo>
                  <a:lnTo>
                    <a:pt x="2481233" y="39389"/>
                  </a:lnTo>
                  <a:lnTo>
                    <a:pt x="2481278" y="39424"/>
                  </a:lnTo>
                  <a:lnTo>
                    <a:pt x="2481349" y="39495"/>
                  </a:lnTo>
                  <a:lnTo>
                    <a:pt x="2481400" y="39544"/>
                  </a:lnTo>
                  <a:lnTo>
                    <a:pt x="2481536" y="39639"/>
                  </a:lnTo>
                  <a:lnTo>
                    <a:pt x="2481628" y="39688"/>
                  </a:lnTo>
                  <a:lnTo>
                    <a:pt x="2481699" y="39725"/>
                  </a:lnTo>
                  <a:lnTo>
                    <a:pt x="2481744" y="39756"/>
                  </a:lnTo>
                  <a:lnTo>
                    <a:pt x="2481803" y="39813"/>
                  </a:lnTo>
                  <a:lnTo>
                    <a:pt x="2482091" y="40116"/>
                  </a:lnTo>
                  <a:lnTo>
                    <a:pt x="2482120" y="40149"/>
                  </a:lnTo>
                  <a:lnTo>
                    <a:pt x="2482150" y="40198"/>
                  </a:lnTo>
                  <a:lnTo>
                    <a:pt x="2482176" y="40247"/>
                  </a:lnTo>
                  <a:lnTo>
                    <a:pt x="2482301" y="40507"/>
                  </a:lnTo>
                  <a:lnTo>
                    <a:pt x="2482387" y="40722"/>
                  </a:lnTo>
                  <a:lnTo>
                    <a:pt x="2482398" y="40787"/>
                  </a:lnTo>
                  <a:lnTo>
                    <a:pt x="2482415" y="40936"/>
                  </a:lnTo>
                  <a:lnTo>
                    <a:pt x="2482421" y="41012"/>
                  </a:lnTo>
                  <a:lnTo>
                    <a:pt x="2482433" y="41081"/>
                  </a:lnTo>
                  <a:lnTo>
                    <a:pt x="2482459" y="41157"/>
                  </a:lnTo>
                  <a:lnTo>
                    <a:pt x="2482498" y="41231"/>
                  </a:lnTo>
                  <a:lnTo>
                    <a:pt x="2482522" y="41266"/>
                  </a:lnTo>
                  <a:lnTo>
                    <a:pt x="2482595" y="41327"/>
                  </a:lnTo>
                  <a:lnTo>
                    <a:pt x="2482652" y="41380"/>
                  </a:lnTo>
                  <a:lnTo>
                    <a:pt x="2482684" y="41421"/>
                  </a:lnTo>
                  <a:lnTo>
                    <a:pt x="2482711" y="41483"/>
                  </a:lnTo>
                  <a:lnTo>
                    <a:pt x="2482735" y="41570"/>
                  </a:lnTo>
                  <a:lnTo>
                    <a:pt x="2482740" y="41626"/>
                  </a:lnTo>
                  <a:lnTo>
                    <a:pt x="2482746" y="41693"/>
                  </a:lnTo>
                  <a:lnTo>
                    <a:pt x="2482801" y="41754"/>
                  </a:lnTo>
                  <a:lnTo>
                    <a:pt x="2482886" y="41819"/>
                  </a:lnTo>
                  <a:lnTo>
                    <a:pt x="2483105" y="41942"/>
                  </a:lnTo>
                  <a:lnTo>
                    <a:pt x="2483387" y="42036"/>
                  </a:lnTo>
                  <a:lnTo>
                    <a:pt x="2483437" y="42044"/>
                  </a:lnTo>
                  <a:lnTo>
                    <a:pt x="2483499" y="42066"/>
                  </a:lnTo>
                  <a:lnTo>
                    <a:pt x="2483576" y="42107"/>
                  </a:lnTo>
                  <a:lnTo>
                    <a:pt x="2483626" y="42146"/>
                  </a:lnTo>
                  <a:lnTo>
                    <a:pt x="2483650" y="42175"/>
                  </a:lnTo>
                  <a:lnTo>
                    <a:pt x="2483679" y="42273"/>
                  </a:lnTo>
                  <a:lnTo>
                    <a:pt x="2483689" y="42318"/>
                  </a:lnTo>
                  <a:lnTo>
                    <a:pt x="2483703" y="42379"/>
                  </a:lnTo>
                  <a:lnTo>
                    <a:pt x="2483726" y="42428"/>
                  </a:lnTo>
                  <a:lnTo>
                    <a:pt x="2483750" y="42474"/>
                  </a:lnTo>
                  <a:lnTo>
                    <a:pt x="2483835" y="42621"/>
                  </a:lnTo>
                  <a:lnTo>
                    <a:pt x="2483859" y="42655"/>
                  </a:lnTo>
                  <a:lnTo>
                    <a:pt x="2484187" y="43026"/>
                  </a:lnTo>
                  <a:lnTo>
                    <a:pt x="2484238" y="43069"/>
                  </a:lnTo>
                  <a:lnTo>
                    <a:pt x="2484321" y="43116"/>
                  </a:lnTo>
                  <a:lnTo>
                    <a:pt x="2484442" y="43165"/>
                  </a:lnTo>
                  <a:lnTo>
                    <a:pt x="2484543" y="43196"/>
                  </a:lnTo>
                  <a:lnTo>
                    <a:pt x="2484635" y="43219"/>
                  </a:lnTo>
                  <a:lnTo>
                    <a:pt x="2484745" y="43235"/>
                  </a:lnTo>
                  <a:lnTo>
                    <a:pt x="2484840" y="43244"/>
                  </a:lnTo>
                  <a:lnTo>
                    <a:pt x="2484920" y="43248"/>
                  </a:lnTo>
                  <a:lnTo>
                    <a:pt x="2485015" y="43246"/>
                  </a:lnTo>
                  <a:lnTo>
                    <a:pt x="2485071" y="43238"/>
                  </a:lnTo>
                  <a:lnTo>
                    <a:pt x="2485134" y="43220"/>
                  </a:lnTo>
                  <a:lnTo>
                    <a:pt x="2485229" y="43179"/>
                  </a:lnTo>
                  <a:lnTo>
                    <a:pt x="2485318" y="43136"/>
                  </a:lnTo>
                  <a:lnTo>
                    <a:pt x="2485383" y="43094"/>
                  </a:lnTo>
                  <a:lnTo>
                    <a:pt x="2485476" y="43004"/>
                  </a:lnTo>
                  <a:lnTo>
                    <a:pt x="2485539" y="42926"/>
                  </a:lnTo>
                  <a:lnTo>
                    <a:pt x="2485581" y="42847"/>
                  </a:lnTo>
                  <a:lnTo>
                    <a:pt x="2485619" y="42788"/>
                  </a:lnTo>
                  <a:lnTo>
                    <a:pt x="2485712" y="42671"/>
                  </a:lnTo>
                  <a:lnTo>
                    <a:pt x="2485819" y="42555"/>
                  </a:lnTo>
                  <a:lnTo>
                    <a:pt x="2485873" y="42506"/>
                  </a:lnTo>
                  <a:lnTo>
                    <a:pt x="2485918" y="42461"/>
                  </a:lnTo>
                  <a:lnTo>
                    <a:pt x="2486021" y="42345"/>
                  </a:lnTo>
                  <a:lnTo>
                    <a:pt x="2486067" y="42292"/>
                  </a:lnTo>
                  <a:lnTo>
                    <a:pt x="2486085" y="42263"/>
                  </a:lnTo>
                  <a:lnTo>
                    <a:pt x="2486107" y="42185"/>
                  </a:lnTo>
                  <a:lnTo>
                    <a:pt x="2486465" y="41383"/>
                  </a:lnTo>
                  <a:lnTo>
                    <a:pt x="2486919" y="41125"/>
                  </a:lnTo>
                  <a:lnTo>
                    <a:pt x="2487130" y="41089"/>
                  </a:lnTo>
                  <a:lnTo>
                    <a:pt x="2487394" y="41039"/>
                  </a:lnTo>
                  <a:lnTo>
                    <a:pt x="2487803" y="41067"/>
                  </a:lnTo>
                  <a:lnTo>
                    <a:pt x="2488242" y="41128"/>
                  </a:lnTo>
                  <a:lnTo>
                    <a:pt x="2489587" y="41776"/>
                  </a:lnTo>
                  <a:lnTo>
                    <a:pt x="2490278" y="42115"/>
                  </a:lnTo>
                  <a:lnTo>
                    <a:pt x="2490394" y="42157"/>
                  </a:lnTo>
                  <a:lnTo>
                    <a:pt x="2490505" y="42209"/>
                  </a:lnTo>
                  <a:lnTo>
                    <a:pt x="2490732" y="42319"/>
                  </a:lnTo>
                  <a:lnTo>
                    <a:pt x="2490949" y="42428"/>
                  </a:lnTo>
                  <a:lnTo>
                    <a:pt x="2491041" y="42475"/>
                  </a:lnTo>
                  <a:lnTo>
                    <a:pt x="2491092" y="42518"/>
                  </a:lnTo>
                  <a:lnTo>
                    <a:pt x="2491143" y="42562"/>
                  </a:lnTo>
                  <a:lnTo>
                    <a:pt x="2491194" y="42611"/>
                  </a:lnTo>
                  <a:lnTo>
                    <a:pt x="2491269" y="42709"/>
                  </a:lnTo>
                  <a:lnTo>
                    <a:pt x="2491317" y="42801"/>
                  </a:lnTo>
                  <a:lnTo>
                    <a:pt x="2491327" y="42846"/>
                  </a:lnTo>
                  <a:lnTo>
                    <a:pt x="2491330" y="42905"/>
                  </a:lnTo>
                  <a:lnTo>
                    <a:pt x="2491316" y="42971"/>
                  </a:lnTo>
                  <a:lnTo>
                    <a:pt x="2491276" y="43071"/>
                  </a:lnTo>
                  <a:lnTo>
                    <a:pt x="2491232" y="43136"/>
                  </a:lnTo>
                  <a:lnTo>
                    <a:pt x="2491190" y="43171"/>
                  </a:lnTo>
                  <a:lnTo>
                    <a:pt x="2491131" y="43216"/>
                  </a:lnTo>
                  <a:lnTo>
                    <a:pt x="2491099" y="43237"/>
                  </a:lnTo>
                  <a:lnTo>
                    <a:pt x="2491040" y="43264"/>
                  </a:lnTo>
                  <a:lnTo>
                    <a:pt x="2490963" y="43287"/>
                  </a:lnTo>
                  <a:lnTo>
                    <a:pt x="2490806" y="43320"/>
                  </a:lnTo>
                  <a:lnTo>
                    <a:pt x="2490714" y="43337"/>
                  </a:lnTo>
                  <a:lnTo>
                    <a:pt x="2490430" y="43349"/>
                  </a:lnTo>
                  <a:lnTo>
                    <a:pt x="2490044" y="43381"/>
                  </a:lnTo>
                  <a:lnTo>
                    <a:pt x="2489830" y="43407"/>
                  </a:lnTo>
                  <a:lnTo>
                    <a:pt x="2489057" y="43490"/>
                  </a:lnTo>
                  <a:lnTo>
                    <a:pt x="2488317" y="43736"/>
                  </a:lnTo>
                  <a:lnTo>
                    <a:pt x="2488029" y="43880"/>
                  </a:lnTo>
                  <a:lnTo>
                    <a:pt x="2487925" y="43966"/>
                  </a:lnTo>
                  <a:lnTo>
                    <a:pt x="2487863" y="44097"/>
                  </a:lnTo>
                  <a:lnTo>
                    <a:pt x="2487825" y="44259"/>
                  </a:lnTo>
                  <a:lnTo>
                    <a:pt x="2487856" y="44374"/>
                  </a:lnTo>
                  <a:lnTo>
                    <a:pt x="2488286" y="45314"/>
                  </a:lnTo>
                  <a:lnTo>
                    <a:pt x="2488551" y="45662"/>
                  </a:lnTo>
                  <a:lnTo>
                    <a:pt x="2488865" y="46150"/>
                  </a:lnTo>
                  <a:lnTo>
                    <a:pt x="2488967" y="46368"/>
                  </a:lnTo>
                  <a:lnTo>
                    <a:pt x="2489048" y="46623"/>
                  </a:lnTo>
                  <a:lnTo>
                    <a:pt x="2489094" y="46869"/>
                  </a:lnTo>
                  <a:lnTo>
                    <a:pt x="2489094" y="47160"/>
                  </a:lnTo>
                  <a:lnTo>
                    <a:pt x="2489012" y="47384"/>
                  </a:lnTo>
                  <a:lnTo>
                    <a:pt x="2488469" y="47579"/>
                  </a:lnTo>
                  <a:lnTo>
                    <a:pt x="2486800" y="47707"/>
                  </a:lnTo>
                  <a:lnTo>
                    <a:pt x="2486735" y="47705"/>
                  </a:lnTo>
                  <a:lnTo>
                    <a:pt x="2486604" y="47694"/>
                  </a:lnTo>
                  <a:lnTo>
                    <a:pt x="2486474" y="47680"/>
                  </a:lnTo>
                  <a:lnTo>
                    <a:pt x="2486332" y="47654"/>
                  </a:lnTo>
                  <a:lnTo>
                    <a:pt x="2486159" y="47627"/>
                  </a:lnTo>
                  <a:lnTo>
                    <a:pt x="2486107" y="47625"/>
                  </a:lnTo>
                  <a:lnTo>
                    <a:pt x="2485875" y="47613"/>
                  </a:lnTo>
                  <a:lnTo>
                    <a:pt x="2485674" y="47616"/>
                  </a:lnTo>
                  <a:lnTo>
                    <a:pt x="2485567" y="47627"/>
                  </a:lnTo>
                  <a:lnTo>
                    <a:pt x="2485525" y="47643"/>
                  </a:lnTo>
                  <a:lnTo>
                    <a:pt x="2485407" y="47702"/>
                  </a:lnTo>
                  <a:lnTo>
                    <a:pt x="2485297" y="47771"/>
                  </a:lnTo>
                  <a:lnTo>
                    <a:pt x="2485181" y="47863"/>
                  </a:lnTo>
                  <a:lnTo>
                    <a:pt x="2485104" y="47930"/>
                  </a:lnTo>
                  <a:lnTo>
                    <a:pt x="2484946" y="48071"/>
                  </a:lnTo>
                  <a:lnTo>
                    <a:pt x="2484821" y="48184"/>
                  </a:lnTo>
                  <a:lnTo>
                    <a:pt x="2484479" y="48587"/>
                  </a:lnTo>
                  <a:lnTo>
                    <a:pt x="2484425" y="48671"/>
                  </a:lnTo>
                  <a:lnTo>
                    <a:pt x="2484411" y="48709"/>
                  </a:lnTo>
                  <a:lnTo>
                    <a:pt x="2484396" y="48755"/>
                  </a:lnTo>
                  <a:lnTo>
                    <a:pt x="2484300" y="49066"/>
                  </a:lnTo>
                  <a:lnTo>
                    <a:pt x="2484287" y="49119"/>
                  </a:lnTo>
                  <a:lnTo>
                    <a:pt x="2484284" y="49166"/>
                  </a:lnTo>
                  <a:lnTo>
                    <a:pt x="2484282" y="49240"/>
                  </a:lnTo>
                  <a:lnTo>
                    <a:pt x="2484278" y="49592"/>
                  </a:lnTo>
                  <a:lnTo>
                    <a:pt x="2484278" y="50060"/>
                  </a:lnTo>
                  <a:lnTo>
                    <a:pt x="2484279" y="50102"/>
                  </a:lnTo>
                  <a:lnTo>
                    <a:pt x="2484284" y="50127"/>
                  </a:lnTo>
                  <a:lnTo>
                    <a:pt x="2484444" y="50632"/>
                  </a:lnTo>
                  <a:lnTo>
                    <a:pt x="2484526" y="50833"/>
                  </a:lnTo>
                  <a:lnTo>
                    <a:pt x="2484542" y="50863"/>
                  </a:lnTo>
                  <a:lnTo>
                    <a:pt x="2484565" y="50895"/>
                  </a:lnTo>
                  <a:lnTo>
                    <a:pt x="2484593" y="50925"/>
                  </a:lnTo>
                  <a:lnTo>
                    <a:pt x="2484619" y="50955"/>
                  </a:lnTo>
                  <a:lnTo>
                    <a:pt x="2484748" y="51097"/>
                  </a:lnTo>
                  <a:lnTo>
                    <a:pt x="2484793" y="51145"/>
                  </a:lnTo>
                  <a:lnTo>
                    <a:pt x="2485106" y="51451"/>
                  </a:lnTo>
                  <a:lnTo>
                    <a:pt x="2485159" y="51501"/>
                  </a:lnTo>
                  <a:lnTo>
                    <a:pt x="2485203" y="51541"/>
                  </a:lnTo>
                  <a:lnTo>
                    <a:pt x="2485424" y="51734"/>
                  </a:lnTo>
                  <a:lnTo>
                    <a:pt x="2485493" y="51793"/>
                  </a:lnTo>
                  <a:lnTo>
                    <a:pt x="2485556" y="51847"/>
                  </a:lnTo>
                  <a:lnTo>
                    <a:pt x="2485694" y="51960"/>
                  </a:lnTo>
                  <a:lnTo>
                    <a:pt x="2485776" y="52020"/>
                  </a:lnTo>
                  <a:lnTo>
                    <a:pt x="2485853" y="52069"/>
                  </a:lnTo>
                  <a:lnTo>
                    <a:pt x="2485926" y="52108"/>
                  </a:lnTo>
                  <a:lnTo>
                    <a:pt x="2485997" y="52144"/>
                  </a:lnTo>
                  <a:lnTo>
                    <a:pt x="2486107" y="52196"/>
                  </a:lnTo>
                  <a:lnTo>
                    <a:pt x="2486604" y="52726"/>
                  </a:lnTo>
                  <a:lnTo>
                    <a:pt x="2486792" y="52856"/>
                  </a:lnTo>
                  <a:lnTo>
                    <a:pt x="2486982" y="52934"/>
                  </a:lnTo>
                  <a:lnTo>
                    <a:pt x="2487332" y="53078"/>
                  </a:lnTo>
                  <a:lnTo>
                    <a:pt x="2487524" y="53117"/>
                  </a:lnTo>
                  <a:lnTo>
                    <a:pt x="2487710" y="53090"/>
                  </a:lnTo>
                  <a:lnTo>
                    <a:pt x="2487971" y="52960"/>
                  </a:lnTo>
                  <a:lnTo>
                    <a:pt x="2488265" y="52702"/>
                  </a:lnTo>
                  <a:lnTo>
                    <a:pt x="2488535" y="52371"/>
                  </a:lnTo>
                  <a:lnTo>
                    <a:pt x="2488559" y="51858"/>
                  </a:lnTo>
                  <a:lnTo>
                    <a:pt x="2488755" y="51560"/>
                  </a:lnTo>
                  <a:lnTo>
                    <a:pt x="2488846" y="51497"/>
                  </a:lnTo>
                  <a:lnTo>
                    <a:pt x="2488955" y="51459"/>
                  </a:lnTo>
                  <a:lnTo>
                    <a:pt x="2489076" y="51451"/>
                  </a:lnTo>
                  <a:lnTo>
                    <a:pt x="2489277" y="51458"/>
                  </a:lnTo>
                  <a:lnTo>
                    <a:pt x="2490325" y="51888"/>
                  </a:lnTo>
                  <a:lnTo>
                    <a:pt x="2490883" y="52245"/>
                  </a:lnTo>
                  <a:lnTo>
                    <a:pt x="2491075" y="52415"/>
                  </a:lnTo>
                  <a:lnTo>
                    <a:pt x="2491354" y="52613"/>
                  </a:lnTo>
                  <a:lnTo>
                    <a:pt x="2491570" y="52728"/>
                  </a:lnTo>
                  <a:lnTo>
                    <a:pt x="2492063" y="52942"/>
                  </a:lnTo>
                  <a:lnTo>
                    <a:pt x="2492132" y="52981"/>
                  </a:lnTo>
                  <a:lnTo>
                    <a:pt x="2494058" y="54038"/>
                  </a:lnTo>
                  <a:lnTo>
                    <a:pt x="2494149" y="54116"/>
                  </a:lnTo>
                  <a:lnTo>
                    <a:pt x="2494656" y="54553"/>
                  </a:lnTo>
                  <a:lnTo>
                    <a:pt x="2494771" y="54621"/>
                  </a:lnTo>
                  <a:lnTo>
                    <a:pt x="2495337" y="55087"/>
                  </a:lnTo>
                  <a:lnTo>
                    <a:pt x="2495481" y="55183"/>
                  </a:lnTo>
                  <a:lnTo>
                    <a:pt x="2495556" y="55276"/>
                  </a:lnTo>
                  <a:lnTo>
                    <a:pt x="2495641" y="55378"/>
                  </a:lnTo>
                  <a:lnTo>
                    <a:pt x="2495705" y="55487"/>
                  </a:lnTo>
                  <a:lnTo>
                    <a:pt x="2495737" y="55585"/>
                  </a:lnTo>
                  <a:lnTo>
                    <a:pt x="2495754" y="55730"/>
                  </a:lnTo>
                  <a:lnTo>
                    <a:pt x="2495759" y="55806"/>
                  </a:lnTo>
                  <a:lnTo>
                    <a:pt x="2495749" y="55848"/>
                  </a:lnTo>
                  <a:lnTo>
                    <a:pt x="2495429" y="56460"/>
                  </a:lnTo>
                  <a:lnTo>
                    <a:pt x="2495275" y="56667"/>
                  </a:lnTo>
                  <a:lnTo>
                    <a:pt x="2495142" y="56859"/>
                  </a:lnTo>
                  <a:lnTo>
                    <a:pt x="2495007" y="57118"/>
                  </a:lnTo>
                  <a:lnTo>
                    <a:pt x="2494892" y="57370"/>
                  </a:lnTo>
                  <a:lnTo>
                    <a:pt x="2494847" y="57476"/>
                  </a:lnTo>
                  <a:lnTo>
                    <a:pt x="2494839" y="57509"/>
                  </a:lnTo>
                  <a:lnTo>
                    <a:pt x="2494832" y="57560"/>
                  </a:lnTo>
                  <a:lnTo>
                    <a:pt x="2494703" y="58143"/>
                  </a:lnTo>
                  <a:lnTo>
                    <a:pt x="2494721" y="58297"/>
                  </a:lnTo>
                  <a:lnTo>
                    <a:pt x="2494742" y="58461"/>
                  </a:lnTo>
                  <a:lnTo>
                    <a:pt x="2494775" y="58528"/>
                  </a:lnTo>
                  <a:lnTo>
                    <a:pt x="2494890" y="58697"/>
                  </a:lnTo>
                  <a:lnTo>
                    <a:pt x="2494986" y="58807"/>
                  </a:lnTo>
                  <a:lnTo>
                    <a:pt x="2495125" y="58867"/>
                  </a:lnTo>
                  <a:lnTo>
                    <a:pt x="2495240" y="58902"/>
                  </a:lnTo>
                  <a:lnTo>
                    <a:pt x="2495437" y="58939"/>
                  </a:lnTo>
                  <a:lnTo>
                    <a:pt x="2495505" y="58948"/>
                  </a:lnTo>
                  <a:lnTo>
                    <a:pt x="2495581" y="58942"/>
                  </a:lnTo>
                  <a:lnTo>
                    <a:pt x="2495711" y="58922"/>
                  </a:lnTo>
                  <a:lnTo>
                    <a:pt x="2495841" y="58893"/>
                  </a:lnTo>
                  <a:lnTo>
                    <a:pt x="2496120" y="58779"/>
                  </a:lnTo>
                  <a:lnTo>
                    <a:pt x="2496391" y="58643"/>
                  </a:lnTo>
                  <a:lnTo>
                    <a:pt x="2496590" y="58564"/>
                  </a:lnTo>
                  <a:lnTo>
                    <a:pt x="2496794" y="58497"/>
                  </a:lnTo>
                  <a:lnTo>
                    <a:pt x="2496850" y="58482"/>
                  </a:lnTo>
                  <a:lnTo>
                    <a:pt x="2496915" y="58465"/>
                  </a:lnTo>
                  <a:lnTo>
                    <a:pt x="2497083" y="58455"/>
                  </a:lnTo>
                  <a:lnTo>
                    <a:pt x="2497275" y="58454"/>
                  </a:lnTo>
                  <a:lnTo>
                    <a:pt x="2497419" y="58460"/>
                  </a:lnTo>
                  <a:lnTo>
                    <a:pt x="2497513" y="58446"/>
                  </a:lnTo>
                  <a:lnTo>
                    <a:pt x="2497634" y="58430"/>
                  </a:lnTo>
                  <a:lnTo>
                    <a:pt x="2497888" y="58382"/>
                  </a:lnTo>
                  <a:lnTo>
                    <a:pt x="2497946" y="58381"/>
                  </a:lnTo>
                  <a:lnTo>
                    <a:pt x="2497992" y="58380"/>
                  </a:lnTo>
                  <a:lnTo>
                    <a:pt x="2498107" y="58384"/>
                  </a:lnTo>
                  <a:lnTo>
                    <a:pt x="2498310" y="58414"/>
                  </a:lnTo>
                  <a:lnTo>
                    <a:pt x="2498463" y="58445"/>
                  </a:lnTo>
                  <a:lnTo>
                    <a:pt x="2498484" y="58453"/>
                  </a:lnTo>
                  <a:lnTo>
                    <a:pt x="2498581" y="58488"/>
                  </a:lnTo>
                  <a:lnTo>
                    <a:pt x="2498660" y="58534"/>
                  </a:lnTo>
                  <a:lnTo>
                    <a:pt x="2498708" y="58571"/>
                  </a:lnTo>
                  <a:lnTo>
                    <a:pt x="2498716" y="58577"/>
                  </a:lnTo>
                  <a:lnTo>
                    <a:pt x="2498748" y="58612"/>
                  </a:lnTo>
                  <a:lnTo>
                    <a:pt x="2498780" y="58677"/>
                  </a:lnTo>
                  <a:lnTo>
                    <a:pt x="2498785" y="58732"/>
                  </a:lnTo>
                  <a:lnTo>
                    <a:pt x="2498788" y="58787"/>
                  </a:lnTo>
                  <a:lnTo>
                    <a:pt x="2499051" y="59196"/>
                  </a:lnTo>
                  <a:lnTo>
                    <a:pt x="2499423" y="59614"/>
                  </a:lnTo>
                  <a:lnTo>
                    <a:pt x="2499949" y="60234"/>
                  </a:lnTo>
                  <a:lnTo>
                    <a:pt x="2500008" y="60275"/>
                  </a:lnTo>
                  <a:lnTo>
                    <a:pt x="2500105" y="60351"/>
                  </a:lnTo>
                  <a:lnTo>
                    <a:pt x="2500158" y="60399"/>
                  </a:lnTo>
                  <a:lnTo>
                    <a:pt x="2500262" y="60493"/>
                  </a:lnTo>
                  <a:lnTo>
                    <a:pt x="2500308" y="60534"/>
                  </a:lnTo>
                  <a:lnTo>
                    <a:pt x="2500359" y="60581"/>
                  </a:lnTo>
                  <a:lnTo>
                    <a:pt x="2500411" y="60626"/>
                  </a:lnTo>
                  <a:lnTo>
                    <a:pt x="2500473" y="60659"/>
                  </a:lnTo>
                  <a:lnTo>
                    <a:pt x="2500608" y="60721"/>
                  </a:lnTo>
                  <a:lnTo>
                    <a:pt x="2500723" y="60764"/>
                  </a:lnTo>
                  <a:lnTo>
                    <a:pt x="2501499" y="61474"/>
                  </a:lnTo>
                  <a:lnTo>
                    <a:pt x="2501718" y="61803"/>
                  </a:lnTo>
                  <a:lnTo>
                    <a:pt x="2502279" y="62604"/>
                  </a:lnTo>
                  <a:lnTo>
                    <a:pt x="2502588" y="63223"/>
                  </a:lnTo>
                  <a:lnTo>
                    <a:pt x="2502608" y="63329"/>
                  </a:lnTo>
                  <a:lnTo>
                    <a:pt x="2502658" y="63646"/>
                  </a:lnTo>
                  <a:lnTo>
                    <a:pt x="2502648" y="63688"/>
                  </a:lnTo>
                  <a:lnTo>
                    <a:pt x="2502391" y="64481"/>
                  </a:lnTo>
                  <a:lnTo>
                    <a:pt x="2502384" y="64552"/>
                  </a:lnTo>
                  <a:lnTo>
                    <a:pt x="2502377" y="64586"/>
                  </a:lnTo>
                  <a:lnTo>
                    <a:pt x="2502362" y="64650"/>
                  </a:lnTo>
                  <a:lnTo>
                    <a:pt x="2502329" y="64723"/>
                  </a:lnTo>
                  <a:lnTo>
                    <a:pt x="2502276" y="64805"/>
                  </a:lnTo>
                  <a:lnTo>
                    <a:pt x="2502212" y="64885"/>
                  </a:lnTo>
                  <a:lnTo>
                    <a:pt x="2502199" y="64903"/>
                  </a:lnTo>
                  <a:lnTo>
                    <a:pt x="2502115" y="64986"/>
                  </a:lnTo>
                  <a:lnTo>
                    <a:pt x="2502066" y="65025"/>
                  </a:lnTo>
                  <a:lnTo>
                    <a:pt x="2501994" y="65080"/>
                  </a:lnTo>
                  <a:lnTo>
                    <a:pt x="2501885" y="65145"/>
                  </a:lnTo>
                  <a:lnTo>
                    <a:pt x="2501776" y="65189"/>
                  </a:lnTo>
                  <a:lnTo>
                    <a:pt x="2501679" y="65218"/>
                  </a:lnTo>
                  <a:lnTo>
                    <a:pt x="2501607" y="65228"/>
                  </a:lnTo>
                  <a:lnTo>
                    <a:pt x="2501563" y="65234"/>
                  </a:lnTo>
                  <a:lnTo>
                    <a:pt x="2501457" y="65254"/>
                  </a:lnTo>
                  <a:lnTo>
                    <a:pt x="2501357" y="65282"/>
                  </a:lnTo>
                  <a:lnTo>
                    <a:pt x="2501236" y="65321"/>
                  </a:lnTo>
                  <a:lnTo>
                    <a:pt x="2501194" y="65340"/>
                  </a:lnTo>
                  <a:lnTo>
                    <a:pt x="2501163" y="65355"/>
                  </a:lnTo>
                  <a:lnTo>
                    <a:pt x="2501106" y="65394"/>
                  </a:lnTo>
                  <a:lnTo>
                    <a:pt x="2501044" y="65455"/>
                  </a:lnTo>
                  <a:lnTo>
                    <a:pt x="2500994" y="65514"/>
                  </a:lnTo>
                  <a:lnTo>
                    <a:pt x="2500961" y="65557"/>
                  </a:lnTo>
                  <a:lnTo>
                    <a:pt x="2500910" y="65642"/>
                  </a:lnTo>
                  <a:lnTo>
                    <a:pt x="2500883" y="65714"/>
                  </a:lnTo>
                  <a:lnTo>
                    <a:pt x="2500850" y="65826"/>
                  </a:lnTo>
                  <a:lnTo>
                    <a:pt x="2500828" y="65915"/>
                  </a:lnTo>
                  <a:lnTo>
                    <a:pt x="2500844" y="65989"/>
                  </a:lnTo>
                  <a:lnTo>
                    <a:pt x="2500871" y="66036"/>
                  </a:lnTo>
                  <a:lnTo>
                    <a:pt x="2500883" y="66085"/>
                  </a:lnTo>
                  <a:lnTo>
                    <a:pt x="2500889" y="66151"/>
                  </a:lnTo>
                  <a:lnTo>
                    <a:pt x="2500889" y="66288"/>
                  </a:lnTo>
                  <a:lnTo>
                    <a:pt x="2500887" y="66337"/>
                  </a:lnTo>
                  <a:lnTo>
                    <a:pt x="2500874" y="66392"/>
                  </a:lnTo>
                  <a:lnTo>
                    <a:pt x="2500845" y="66509"/>
                  </a:lnTo>
                  <a:lnTo>
                    <a:pt x="2500842" y="66564"/>
                  </a:lnTo>
                  <a:lnTo>
                    <a:pt x="2500839" y="66605"/>
                  </a:lnTo>
                  <a:lnTo>
                    <a:pt x="2500851" y="66663"/>
                  </a:lnTo>
                  <a:lnTo>
                    <a:pt x="2500924" y="66892"/>
                  </a:lnTo>
                  <a:lnTo>
                    <a:pt x="2500975" y="66973"/>
                  </a:lnTo>
                  <a:lnTo>
                    <a:pt x="2501039" y="67053"/>
                  </a:lnTo>
                  <a:lnTo>
                    <a:pt x="2501383" y="67350"/>
                  </a:lnTo>
                  <a:lnTo>
                    <a:pt x="2501463" y="67399"/>
                  </a:lnTo>
                  <a:lnTo>
                    <a:pt x="2501574" y="67454"/>
                  </a:lnTo>
                  <a:lnTo>
                    <a:pt x="2501745" y="67518"/>
                  </a:lnTo>
                  <a:lnTo>
                    <a:pt x="2501909" y="67583"/>
                  </a:lnTo>
                  <a:lnTo>
                    <a:pt x="2502041" y="67640"/>
                  </a:lnTo>
                  <a:lnTo>
                    <a:pt x="2502174" y="67683"/>
                  </a:lnTo>
                  <a:lnTo>
                    <a:pt x="2502279" y="67702"/>
                  </a:lnTo>
                  <a:lnTo>
                    <a:pt x="2502393" y="67716"/>
                  </a:lnTo>
                  <a:lnTo>
                    <a:pt x="2502514" y="67718"/>
                  </a:lnTo>
                  <a:lnTo>
                    <a:pt x="2502599" y="67710"/>
                  </a:lnTo>
                  <a:lnTo>
                    <a:pt x="2502705" y="67687"/>
                  </a:lnTo>
                  <a:lnTo>
                    <a:pt x="2502793" y="67679"/>
                  </a:lnTo>
                  <a:lnTo>
                    <a:pt x="2503122" y="67665"/>
                  </a:lnTo>
                  <a:lnTo>
                    <a:pt x="2503363" y="67655"/>
                  </a:lnTo>
                  <a:lnTo>
                    <a:pt x="2503856" y="67634"/>
                  </a:lnTo>
                  <a:lnTo>
                    <a:pt x="2503935" y="67634"/>
                  </a:lnTo>
                  <a:lnTo>
                    <a:pt x="2504074" y="67637"/>
                  </a:lnTo>
                  <a:lnTo>
                    <a:pt x="2504286" y="67626"/>
                  </a:lnTo>
                  <a:lnTo>
                    <a:pt x="2504476" y="67614"/>
                  </a:lnTo>
                  <a:lnTo>
                    <a:pt x="2504629" y="67610"/>
                  </a:lnTo>
                  <a:lnTo>
                    <a:pt x="2504705" y="67620"/>
                  </a:lnTo>
                  <a:lnTo>
                    <a:pt x="2505017" y="67682"/>
                  </a:lnTo>
                  <a:lnTo>
                    <a:pt x="2505166" y="67711"/>
                  </a:lnTo>
                  <a:lnTo>
                    <a:pt x="2505275" y="67723"/>
                  </a:lnTo>
                  <a:lnTo>
                    <a:pt x="2505425" y="67735"/>
                  </a:lnTo>
                  <a:lnTo>
                    <a:pt x="2505531" y="67747"/>
                  </a:lnTo>
                  <a:lnTo>
                    <a:pt x="2505696" y="67766"/>
                  </a:lnTo>
                  <a:lnTo>
                    <a:pt x="2505774" y="67782"/>
                  </a:lnTo>
                  <a:lnTo>
                    <a:pt x="2505874" y="67815"/>
                  </a:lnTo>
                  <a:lnTo>
                    <a:pt x="2505974" y="67842"/>
                  </a:lnTo>
                  <a:lnTo>
                    <a:pt x="2506077" y="67862"/>
                  </a:lnTo>
                  <a:lnTo>
                    <a:pt x="2506156" y="67867"/>
                  </a:lnTo>
                  <a:lnTo>
                    <a:pt x="2506218" y="67877"/>
                  </a:lnTo>
                  <a:lnTo>
                    <a:pt x="2506265" y="67895"/>
                  </a:lnTo>
                  <a:lnTo>
                    <a:pt x="2506329" y="67926"/>
                  </a:lnTo>
                  <a:lnTo>
                    <a:pt x="2506403" y="67987"/>
                  </a:lnTo>
                  <a:lnTo>
                    <a:pt x="2506464" y="68057"/>
                  </a:lnTo>
                  <a:lnTo>
                    <a:pt x="2506495" y="68093"/>
                  </a:lnTo>
                  <a:lnTo>
                    <a:pt x="2506526" y="68129"/>
                  </a:lnTo>
                  <a:lnTo>
                    <a:pt x="2506566" y="68305"/>
                  </a:lnTo>
                  <a:lnTo>
                    <a:pt x="2506507" y="68546"/>
                  </a:lnTo>
                  <a:lnTo>
                    <a:pt x="2506412" y="68761"/>
                  </a:lnTo>
                  <a:lnTo>
                    <a:pt x="2506257" y="68892"/>
                  </a:lnTo>
                  <a:lnTo>
                    <a:pt x="2506081" y="68938"/>
                  </a:lnTo>
                  <a:lnTo>
                    <a:pt x="2505779" y="68902"/>
                  </a:lnTo>
                  <a:lnTo>
                    <a:pt x="2505738" y="68873"/>
                  </a:lnTo>
                  <a:lnTo>
                    <a:pt x="2505644" y="68845"/>
                  </a:lnTo>
                  <a:lnTo>
                    <a:pt x="2505535" y="68811"/>
                  </a:lnTo>
                  <a:lnTo>
                    <a:pt x="2505397" y="68793"/>
                  </a:lnTo>
                  <a:lnTo>
                    <a:pt x="2505300" y="68789"/>
                  </a:lnTo>
                  <a:lnTo>
                    <a:pt x="2505174" y="68789"/>
                  </a:lnTo>
                  <a:lnTo>
                    <a:pt x="2505130" y="68795"/>
                  </a:lnTo>
                  <a:lnTo>
                    <a:pt x="2505065" y="68805"/>
                  </a:lnTo>
                  <a:lnTo>
                    <a:pt x="2504954" y="68840"/>
                  </a:lnTo>
                  <a:lnTo>
                    <a:pt x="2504842" y="68885"/>
                  </a:lnTo>
                  <a:lnTo>
                    <a:pt x="2504731" y="68936"/>
                  </a:lnTo>
                  <a:lnTo>
                    <a:pt x="2504657" y="68979"/>
                  </a:lnTo>
                  <a:lnTo>
                    <a:pt x="2504534" y="69054"/>
                  </a:lnTo>
                  <a:lnTo>
                    <a:pt x="2504387" y="69147"/>
                  </a:lnTo>
                  <a:lnTo>
                    <a:pt x="2504261" y="69212"/>
                  </a:lnTo>
                  <a:lnTo>
                    <a:pt x="2504125" y="69284"/>
                  </a:lnTo>
                  <a:lnTo>
                    <a:pt x="2504014" y="69339"/>
                  </a:lnTo>
                  <a:lnTo>
                    <a:pt x="2503882" y="69404"/>
                  </a:lnTo>
                  <a:lnTo>
                    <a:pt x="2503767" y="69458"/>
                  </a:lnTo>
                  <a:lnTo>
                    <a:pt x="2503676" y="69498"/>
                  </a:lnTo>
                  <a:lnTo>
                    <a:pt x="2503571" y="69540"/>
                  </a:lnTo>
                  <a:lnTo>
                    <a:pt x="2503483" y="69572"/>
                  </a:lnTo>
                  <a:lnTo>
                    <a:pt x="2503368" y="69607"/>
                  </a:lnTo>
                  <a:lnTo>
                    <a:pt x="2503239" y="69636"/>
                  </a:lnTo>
                  <a:lnTo>
                    <a:pt x="2503060" y="69685"/>
                  </a:lnTo>
                  <a:lnTo>
                    <a:pt x="2502981" y="69708"/>
                  </a:lnTo>
                  <a:lnTo>
                    <a:pt x="2502928" y="69730"/>
                  </a:lnTo>
                  <a:lnTo>
                    <a:pt x="2502901" y="69746"/>
                  </a:lnTo>
                  <a:lnTo>
                    <a:pt x="2502872" y="69765"/>
                  </a:lnTo>
                  <a:lnTo>
                    <a:pt x="2502790" y="69799"/>
                  </a:lnTo>
                  <a:lnTo>
                    <a:pt x="2502640" y="69847"/>
                  </a:lnTo>
                  <a:lnTo>
                    <a:pt x="2502561" y="69875"/>
                  </a:lnTo>
                  <a:lnTo>
                    <a:pt x="2502478" y="69904"/>
                  </a:lnTo>
                  <a:lnTo>
                    <a:pt x="2502397" y="69935"/>
                  </a:lnTo>
                  <a:lnTo>
                    <a:pt x="2502285" y="69986"/>
                  </a:lnTo>
                  <a:lnTo>
                    <a:pt x="2502185" y="70027"/>
                  </a:lnTo>
                  <a:lnTo>
                    <a:pt x="2502097" y="70066"/>
                  </a:lnTo>
                  <a:lnTo>
                    <a:pt x="2502020" y="70113"/>
                  </a:lnTo>
                  <a:lnTo>
                    <a:pt x="2501956" y="70174"/>
                  </a:lnTo>
                  <a:lnTo>
                    <a:pt x="2501915" y="70228"/>
                  </a:lnTo>
                  <a:lnTo>
                    <a:pt x="2501894" y="70260"/>
                  </a:lnTo>
                  <a:lnTo>
                    <a:pt x="2501851" y="70301"/>
                  </a:lnTo>
                  <a:lnTo>
                    <a:pt x="2501794" y="70354"/>
                  </a:lnTo>
                  <a:lnTo>
                    <a:pt x="2501742" y="70399"/>
                  </a:lnTo>
                  <a:lnTo>
                    <a:pt x="2501662" y="70453"/>
                  </a:lnTo>
                  <a:lnTo>
                    <a:pt x="2501536" y="70533"/>
                  </a:lnTo>
                  <a:lnTo>
                    <a:pt x="2501375" y="70627"/>
                  </a:lnTo>
                  <a:lnTo>
                    <a:pt x="2501205" y="70731"/>
                  </a:lnTo>
                  <a:lnTo>
                    <a:pt x="2501111" y="70789"/>
                  </a:lnTo>
                  <a:lnTo>
                    <a:pt x="2500979" y="70873"/>
                  </a:lnTo>
                  <a:lnTo>
                    <a:pt x="2500873" y="70940"/>
                  </a:lnTo>
                  <a:lnTo>
                    <a:pt x="2500802" y="70991"/>
                  </a:lnTo>
                  <a:lnTo>
                    <a:pt x="2500732" y="71044"/>
                  </a:lnTo>
                  <a:lnTo>
                    <a:pt x="2500668" y="71094"/>
                  </a:lnTo>
                  <a:lnTo>
                    <a:pt x="2500600" y="71155"/>
                  </a:lnTo>
                  <a:lnTo>
                    <a:pt x="2500562" y="71198"/>
                  </a:lnTo>
                  <a:lnTo>
                    <a:pt x="2500536" y="71244"/>
                  </a:lnTo>
                  <a:lnTo>
                    <a:pt x="2500492" y="71319"/>
                  </a:lnTo>
                  <a:lnTo>
                    <a:pt x="2500387" y="71528"/>
                  </a:lnTo>
                  <a:lnTo>
                    <a:pt x="2500299" y="71682"/>
                  </a:lnTo>
                  <a:lnTo>
                    <a:pt x="2500187" y="71878"/>
                  </a:lnTo>
                  <a:lnTo>
                    <a:pt x="2500128" y="71962"/>
                  </a:lnTo>
                  <a:lnTo>
                    <a:pt x="2500065" y="72107"/>
                  </a:lnTo>
                  <a:lnTo>
                    <a:pt x="2500040" y="72251"/>
                  </a:lnTo>
                  <a:lnTo>
                    <a:pt x="2500043" y="72430"/>
                  </a:lnTo>
                  <a:lnTo>
                    <a:pt x="2500088" y="72606"/>
                  </a:lnTo>
                  <a:lnTo>
                    <a:pt x="2500211" y="72875"/>
                  </a:lnTo>
                  <a:lnTo>
                    <a:pt x="2500261" y="72910"/>
                  </a:lnTo>
                  <a:lnTo>
                    <a:pt x="2500437" y="73010"/>
                  </a:lnTo>
                  <a:lnTo>
                    <a:pt x="2500604" y="73090"/>
                  </a:lnTo>
                  <a:lnTo>
                    <a:pt x="2500709" y="73135"/>
                  </a:lnTo>
                  <a:lnTo>
                    <a:pt x="2500880" y="73185"/>
                  </a:lnTo>
                  <a:lnTo>
                    <a:pt x="2501050" y="73257"/>
                  </a:lnTo>
                  <a:lnTo>
                    <a:pt x="2501152" y="73302"/>
                  </a:lnTo>
                  <a:lnTo>
                    <a:pt x="2501328" y="73368"/>
                  </a:lnTo>
                  <a:lnTo>
                    <a:pt x="2501519" y="73443"/>
                  </a:lnTo>
                  <a:lnTo>
                    <a:pt x="2501692" y="73510"/>
                  </a:lnTo>
                  <a:lnTo>
                    <a:pt x="2501880" y="73580"/>
                  </a:lnTo>
                  <a:lnTo>
                    <a:pt x="2501991" y="73625"/>
                  </a:lnTo>
                  <a:lnTo>
                    <a:pt x="2502067" y="73655"/>
                  </a:lnTo>
                  <a:lnTo>
                    <a:pt x="2502263" y="73713"/>
                  </a:lnTo>
                  <a:lnTo>
                    <a:pt x="2502399" y="73754"/>
                  </a:lnTo>
                  <a:lnTo>
                    <a:pt x="2502524" y="73788"/>
                  </a:lnTo>
                  <a:lnTo>
                    <a:pt x="2502709" y="73827"/>
                  </a:lnTo>
                  <a:lnTo>
                    <a:pt x="2502867" y="73860"/>
                  </a:lnTo>
                  <a:lnTo>
                    <a:pt x="2502987" y="73876"/>
                  </a:lnTo>
                  <a:lnTo>
                    <a:pt x="2503143" y="73887"/>
                  </a:lnTo>
                  <a:lnTo>
                    <a:pt x="2503459" y="73907"/>
                  </a:lnTo>
                  <a:lnTo>
                    <a:pt x="2503677" y="73917"/>
                  </a:lnTo>
                  <a:lnTo>
                    <a:pt x="2504277" y="73984"/>
                  </a:lnTo>
                  <a:lnTo>
                    <a:pt x="2504503" y="73999"/>
                  </a:lnTo>
                  <a:lnTo>
                    <a:pt x="2504729" y="74009"/>
                  </a:lnTo>
                  <a:lnTo>
                    <a:pt x="2504852" y="74009"/>
                  </a:lnTo>
                  <a:lnTo>
                    <a:pt x="2504934" y="74024"/>
                  </a:lnTo>
                  <a:lnTo>
                    <a:pt x="2505018" y="74056"/>
                  </a:lnTo>
                  <a:lnTo>
                    <a:pt x="2505218" y="74157"/>
                  </a:lnTo>
                  <a:lnTo>
                    <a:pt x="2505320" y="74240"/>
                  </a:lnTo>
                  <a:lnTo>
                    <a:pt x="2505438" y="74335"/>
                  </a:lnTo>
                  <a:lnTo>
                    <a:pt x="2505531" y="74402"/>
                  </a:lnTo>
                  <a:lnTo>
                    <a:pt x="2505677" y="74508"/>
                  </a:lnTo>
                  <a:lnTo>
                    <a:pt x="2505807" y="74586"/>
                  </a:lnTo>
                  <a:lnTo>
                    <a:pt x="2505974" y="74668"/>
                  </a:lnTo>
                  <a:lnTo>
                    <a:pt x="2506152" y="74749"/>
                  </a:lnTo>
                  <a:lnTo>
                    <a:pt x="2506251" y="74792"/>
                  </a:lnTo>
                  <a:lnTo>
                    <a:pt x="2506383" y="74844"/>
                  </a:lnTo>
                  <a:lnTo>
                    <a:pt x="2506547" y="74907"/>
                  </a:lnTo>
                  <a:lnTo>
                    <a:pt x="2506636" y="74947"/>
                  </a:lnTo>
                  <a:lnTo>
                    <a:pt x="2506641" y="74949"/>
                  </a:lnTo>
                  <a:lnTo>
                    <a:pt x="2506852" y="75012"/>
                  </a:lnTo>
                  <a:lnTo>
                    <a:pt x="2506996" y="75053"/>
                  </a:lnTo>
                  <a:lnTo>
                    <a:pt x="2507201" y="75110"/>
                  </a:lnTo>
                  <a:lnTo>
                    <a:pt x="2507415" y="75156"/>
                  </a:lnTo>
                  <a:lnTo>
                    <a:pt x="2507574" y="75189"/>
                  </a:lnTo>
                  <a:lnTo>
                    <a:pt x="2508468" y="75280"/>
                  </a:lnTo>
                  <a:lnTo>
                    <a:pt x="2508728" y="75291"/>
                  </a:lnTo>
                  <a:lnTo>
                    <a:pt x="2509001" y="75307"/>
                  </a:lnTo>
                  <a:lnTo>
                    <a:pt x="2509179" y="75321"/>
                  </a:lnTo>
                  <a:lnTo>
                    <a:pt x="2509349" y="75350"/>
                  </a:lnTo>
                  <a:lnTo>
                    <a:pt x="2509440" y="75370"/>
                  </a:lnTo>
                  <a:lnTo>
                    <a:pt x="2509551" y="75399"/>
                  </a:lnTo>
                  <a:lnTo>
                    <a:pt x="2509625" y="75427"/>
                  </a:lnTo>
                  <a:lnTo>
                    <a:pt x="2511301" y="76245"/>
                  </a:lnTo>
                  <a:lnTo>
                    <a:pt x="2511401" y="76294"/>
                  </a:lnTo>
                  <a:lnTo>
                    <a:pt x="2511586" y="76369"/>
                  </a:lnTo>
                  <a:lnTo>
                    <a:pt x="2511870" y="76514"/>
                  </a:lnTo>
                  <a:lnTo>
                    <a:pt x="2511964" y="76565"/>
                  </a:lnTo>
                  <a:lnTo>
                    <a:pt x="2512087" y="76638"/>
                  </a:lnTo>
                  <a:lnTo>
                    <a:pt x="2512186" y="76695"/>
                  </a:lnTo>
                  <a:lnTo>
                    <a:pt x="2512262" y="76751"/>
                  </a:lnTo>
                  <a:lnTo>
                    <a:pt x="2512295" y="76779"/>
                  </a:lnTo>
                  <a:lnTo>
                    <a:pt x="2512377" y="76857"/>
                  </a:lnTo>
                  <a:lnTo>
                    <a:pt x="2512433" y="76924"/>
                  </a:lnTo>
                  <a:lnTo>
                    <a:pt x="2512474" y="76992"/>
                  </a:lnTo>
                  <a:lnTo>
                    <a:pt x="2512512" y="77102"/>
                  </a:lnTo>
                  <a:lnTo>
                    <a:pt x="2512550" y="77243"/>
                  </a:lnTo>
                  <a:lnTo>
                    <a:pt x="2512565" y="77378"/>
                  </a:lnTo>
                  <a:lnTo>
                    <a:pt x="2512565" y="77423"/>
                  </a:lnTo>
                  <a:lnTo>
                    <a:pt x="2512554" y="77484"/>
                  </a:lnTo>
                  <a:lnTo>
                    <a:pt x="2512137" y="78170"/>
                  </a:lnTo>
                  <a:lnTo>
                    <a:pt x="2512090" y="78223"/>
                  </a:lnTo>
                  <a:lnTo>
                    <a:pt x="2512014" y="78297"/>
                  </a:lnTo>
                  <a:lnTo>
                    <a:pt x="2511930" y="78364"/>
                  </a:lnTo>
                  <a:lnTo>
                    <a:pt x="2511824" y="78444"/>
                  </a:lnTo>
                  <a:lnTo>
                    <a:pt x="2511713" y="78524"/>
                  </a:lnTo>
                  <a:lnTo>
                    <a:pt x="2511637" y="78579"/>
                  </a:lnTo>
                  <a:lnTo>
                    <a:pt x="2511588" y="78624"/>
                  </a:lnTo>
                  <a:lnTo>
                    <a:pt x="2511550" y="78669"/>
                  </a:lnTo>
                  <a:lnTo>
                    <a:pt x="2511533" y="78702"/>
                  </a:lnTo>
                  <a:lnTo>
                    <a:pt x="2511462" y="78790"/>
                  </a:lnTo>
                  <a:lnTo>
                    <a:pt x="2511366" y="78941"/>
                  </a:lnTo>
                  <a:lnTo>
                    <a:pt x="2511329" y="79011"/>
                  </a:lnTo>
                  <a:lnTo>
                    <a:pt x="2511314" y="79068"/>
                  </a:lnTo>
                  <a:lnTo>
                    <a:pt x="2511317" y="79137"/>
                  </a:lnTo>
                  <a:lnTo>
                    <a:pt x="2511341" y="79278"/>
                  </a:lnTo>
                  <a:lnTo>
                    <a:pt x="2511352" y="79329"/>
                  </a:lnTo>
                  <a:lnTo>
                    <a:pt x="2511399" y="79470"/>
                  </a:lnTo>
                  <a:lnTo>
                    <a:pt x="2511432" y="79564"/>
                  </a:lnTo>
                  <a:lnTo>
                    <a:pt x="2511464" y="79695"/>
                  </a:lnTo>
                  <a:lnTo>
                    <a:pt x="2511491" y="79807"/>
                  </a:lnTo>
                  <a:lnTo>
                    <a:pt x="2511509" y="79887"/>
                  </a:lnTo>
                  <a:lnTo>
                    <a:pt x="2511515" y="79946"/>
                  </a:lnTo>
                  <a:lnTo>
                    <a:pt x="2511503" y="80028"/>
                  </a:lnTo>
                  <a:lnTo>
                    <a:pt x="2511483" y="80073"/>
                  </a:lnTo>
                  <a:lnTo>
                    <a:pt x="2511451" y="80117"/>
                  </a:lnTo>
                  <a:lnTo>
                    <a:pt x="2511387" y="80187"/>
                  </a:lnTo>
                  <a:lnTo>
                    <a:pt x="2511285" y="80267"/>
                  </a:lnTo>
                  <a:lnTo>
                    <a:pt x="2511165" y="80353"/>
                  </a:lnTo>
                  <a:lnTo>
                    <a:pt x="2511072" y="80416"/>
                  </a:lnTo>
                  <a:lnTo>
                    <a:pt x="2510990" y="80473"/>
                  </a:lnTo>
                  <a:lnTo>
                    <a:pt x="2510908" y="80523"/>
                  </a:lnTo>
                  <a:lnTo>
                    <a:pt x="2510803" y="80588"/>
                  </a:lnTo>
                  <a:lnTo>
                    <a:pt x="2510707" y="80642"/>
                  </a:lnTo>
                  <a:lnTo>
                    <a:pt x="2510625" y="80701"/>
                  </a:lnTo>
                  <a:lnTo>
                    <a:pt x="2510567" y="80760"/>
                  </a:lnTo>
                  <a:lnTo>
                    <a:pt x="2510520" y="80820"/>
                  </a:lnTo>
                  <a:lnTo>
                    <a:pt x="2510480" y="80885"/>
                  </a:lnTo>
                  <a:lnTo>
                    <a:pt x="2510451" y="80963"/>
                  </a:lnTo>
                  <a:lnTo>
                    <a:pt x="2510427" y="81065"/>
                  </a:lnTo>
                  <a:lnTo>
                    <a:pt x="2510416" y="81163"/>
                  </a:lnTo>
                  <a:lnTo>
                    <a:pt x="2510408" y="81283"/>
                  </a:lnTo>
                  <a:lnTo>
                    <a:pt x="2510416" y="81379"/>
                  </a:lnTo>
                  <a:lnTo>
                    <a:pt x="2510431" y="81428"/>
                  </a:lnTo>
                  <a:lnTo>
                    <a:pt x="2510458" y="81502"/>
                  </a:lnTo>
                  <a:lnTo>
                    <a:pt x="2510493" y="81604"/>
                  </a:lnTo>
                  <a:lnTo>
                    <a:pt x="2510508" y="81678"/>
                  </a:lnTo>
                  <a:lnTo>
                    <a:pt x="2510505" y="81739"/>
                  </a:lnTo>
                  <a:lnTo>
                    <a:pt x="2510503" y="81800"/>
                  </a:lnTo>
                  <a:lnTo>
                    <a:pt x="2510485" y="81880"/>
                  </a:lnTo>
                  <a:lnTo>
                    <a:pt x="2510459" y="81925"/>
                  </a:lnTo>
                  <a:lnTo>
                    <a:pt x="2510416" y="81968"/>
                  </a:lnTo>
                  <a:lnTo>
                    <a:pt x="2510375" y="81996"/>
                  </a:lnTo>
                  <a:lnTo>
                    <a:pt x="2510319" y="82021"/>
                  </a:lnTo>
                  <a:lnTo>
                    <a:pt x="2510240" y="82042"/>
                  </a:lnTo>
                  <a:lnTo>
                    <a:pt x="2510135" y="82054"/>
                  </a:lnTo>
                  <a:lnTo>
                    <a:pt x="2510027" y="82062"/>
                  </a:lnTo>
                  <a:lnTo>
                    <a:pt x="2509922" y="82055"/>
                  </a:lnTo>
                  <a:lnTo>
                    <a:pt x="2509305" y="81833"/>
                  </a:lnTo>
                  <a:lnTo>
                    <a:pt x="2508776" y="81742"/>
                  </a:lnTo>
                  <a:lnTo>
                    <a:pt x="2508665" y="81728"/>
                  </a:lnTo>
                  <a:lnTo>
                    <a:pt x="2508592" y="81728"/>
                  </a:lnTo>
                  <a:lnTo>
                    <a:pt x="2508484" y="81741"/>
                  </a:lnTo>
                  <a:lnTo>
                    <a:pt x="2508399" y="81762"/>
                  </a:lnTo>
                  <a:lnTo>
                    <a:pt x="2508327" y="81782"/>
                  </a:lnTo>
                  <a:lnTo>
                    <a:pt x="2508283" y="81806"/>
                  </a:lnTo>
                  <a:lnTo>
                    <a:pt x="2508224" y="81864"/>
                  </a:lnTo>
                  <a:lnTo>
                    <a:pt x="2508184" y="81895"/>
                  </a:lnTo>
                  <a:lnTo>
                    <a:pt x="2508137" y="81924"/>
                  </a:lnTo>
                  <a:lnTo>
                    <a:pt x="2507248" y="82345"/>
                  </a:lnTo>
                  <a:lnTo>
                    <a:pt x="2507119" y="82444"/>
                  </a:lnTo>
                  <a:lnTo>
                    <a:pt x="2506955" y="82712"/>
                  </a:lnTo>
                  <a:lnTo>
                    <a:pt x="2506874" y="83023"/>
                  </a:lnTo>
                  <a:lnTo>
                    <a:pt x="2506833" y="83353"/>
                  </a:lnTo>
                  <a:lnTo>
                    <a:pt x="2506918" y="83796"/>
                  </a:lnTo>
                  <a:lnTo>
                    <a:pt x="2506983" y="83911"/>
                  </a:lnTo>
                  <a:lnTo>
                    <a:pt x="2507460" y="84224"/>
                  </a:lnTo>
                  <a:lnTo>
                    <a:pt x="2507775" y="84468"/>
                  </a:lnTo>
                  <a:lnTo>
                    <a:pt x="2508004" y="84703"/>
                  </a:lnTo>
                  <a:lnTo>
                    <a:pt x="2508046" y="84978"/>
                  </a:lnTo>
                  <a:lnTo>
                    <a:pt x="2508025" y="85165"/>
                  </a:lnTo>
                  <a:lnTo>
                    <a:pt x="2507815" y="85597"/>
                  </a:lnTo>
                  <a:lnTo>
                    <a:pt x="2507725" y="85918"/>
                  </a:lnTo>
                  <a:lnTo>
                    <a:pt x="2507704" y="86194"/>
                  </a:lnTo>
                  <a:lnTo>
                    <a:pt x="2507754" y="86518"/>
                  </a:lnTo>
                  <a:lnTo>
                    <a:pt x="2507804" y="86786"/>
                  </a:lnTo>
                  <a:lnTo>
                    <a:pt x="2507925" y="87077"/>
                  </a:lnTo>
                  <a:lnTo>
                    <a:pt x="2508089" y="87288"/>
                  </a:lnTo>
                  <a:lnTo>
                    <a:pt x="2508511" y="87539"/>
                  </a:lnTo>
                  <a:lnTo>
                    <a:pt x="2508853" y="87629"/>
                  </a:lnTo>
                  <a:lnTo>
                    <a:pt x="2509324" y="87677"/>
                  </a:lnTo>
                  <a:lnTo>
                    <a:pt x="2509631" y="87839"/>
                  </a:lnTo>
                  <a:lnTo>
                    <a:pt x="2509784" y="88059"/>
                  </a:lnTo>
                  <a:lnTo>
                    <a:pt x="2509917" y="88390"/>
                  </a:lnTo>
                  <a:lnTo>
                    <a:pt x="2510374" y="89096"/>
                  </a:lnTo>
                  <a:lnTo>
                    <a:pt x="2510824" y="89590"/>
                  </a:lnTo>
                  <a:lnTo>
                    <a:pt x="2511352" y="89947"/>
                  </a:lnTo>
                  <a:lnTo>
                    <a:pt x="2511845" y="90473"/>
                  </a:lnTo>
                  <a:lnTo>
                    <a:pt x="2512466" y="91414"/>
                  </a:lnTo>
                  <a:lnTo>
                    <a:pt x="2512816" y="92305"/>
                  </a:lnTo>
                  <a:lnTo>
                    <a:pt x="2512950" y="92720"/>
                  </a:lnTo>
                  <a:lnTo>
                    <a:pt x="2513051" y="92945"/>
                  </a:lnTo>
                  <a:lnTo>
                    <a:pt x="2513415" y="93456"/>
                  </a:lnTo>
                  <a:lnTo>
                    <a:pt x="2514058" y="94031"/>
                  </a:lnTo>
                  <a:lnTo>
                    <a:pt x="2514408" y="94445"/>
                  </a:lnTo>
                  <a:lnTo>
                    <a:pt x="2514736" y="94988"/>
                  </a:lnTo>
                  <a:lnTo>
                    <a:pt x="2515257" y="95798"/>
                  </a:lnTo>
                  <a:lnTo>
                    <a:pt x="2515592" y="96136"/>
                  </a:lnTo>
                  <a:lnTo>
                    <a:pt x="2515772" y="96258"/>
                  </a:lnTo>
                  <a:lnTo>
                    <a:pt x="2515911" y="96344"/>
                  </a:lnTo>
                  <a:lnTo>
                    <a:pt x="2516030" y="96408"/>
                  </a:lnTo>
                  <a:lnTo>
                    <a:pt x="2516239" y="96497"/>
                  </a:lnTo>
                  <a:lnTo>
                    <a:pt x="2516294" y="96520"/>
                  </a:lnTo>
                  <a:lnTo>
                    <a:pt x="2516441" y="96568"/>
                  </a:lnTo>
                  <a:lnTo>
                    <a:pt x="2516456" y="96573"/>
                  </a:lnTo>
                  <a:lnTo>
                    <a:pt x="2516604" y="96608"/>
                  </a:lnTo>
                  <a:lnTo>
                    <a:pt x="2516746" y="96624"/>
                  </a:lnTo>
                  <a:lnTo>
                    <a:pt x="2516859" y="96653"/>
                  </a:lnTo>
                  <a:lnTo>
                    <a:pt x="2516964" y="96704"/>
                  </a:lnTo>
                  <a:lnTo>
                    <a:pt x="2517131" y="96803"/>
                  </a:lnTo>
                  <a:lnTo>
                    <a:pt x="2517227" y="96874"/>
                  </a:lnTo>
                  <a:lnTo>
                    <a:pt x="2517285" y="96933"/>
                  </a:lnTo>
                  <a:lnTo>
                    <a:pt x="2517325" y="97015"/>
                  </a:lnTo>
                  <a:lnTo>
                    <a:pt x="2517346" y="97093"/>
                  </a:lnTo>
                  <a:lnTo>
                    <a:pt x="2517347" y="97116"/>
                  </a:lnTo>
                  <a:lnTo>
                    <a:pt x="2517313" y="97298"/>
                  </a:lnTo>
                  <a:lnTo>
                    <a:pt x="2517178" y="97533"/>
                  </a:lnTo>
                  <a:lnTo>
                    <a:pt x="2517135" y="97687"/>
                  </a:lnTo>
                  <a:lnTo>
                    <a:pt x="2517199" y="97995"/>
                  </a:lnTo>
                  <a:lnTo>
                    <a:pt x="2517388" y="98247"/>
                  </a:lnTo>
                  <a:lnTo>
                    <a:pt x="2517649" y="98448"/>
                  </a:lnTo>
                  <a:lnTo>
                    <a:pt x="2518234" y="98627"/>
                  </a:lnTo>
                  <a:lnTo>
                    <a:pt x="2518677" y="98578"/>
                  </a:lnTo>
                  <a:lnTo>
                    <a:pt x="2519184" y="98473"/>
                  </a:lnTo>
                  <a:lnTo>
                    <a:pt x="2519455" y="98416"/>
                  </a:lnTo>
                  <a:lnTo>
                    <a:pt x="2519769" y="98432"/>
                  </a:lnTo>
                  <a:lnTo>
                    <a:pt x="2519991" y="98602"/>
                  </a:lnTo>
                  <a:lnTo>
                    <a:pt x="2520421" y="99287"/>
                  </a:lnTo>
                  <a:lnTo>
                    <a:pt x="2520469" y="99486"/>
                  </a:lnTo>
                  <a:lnTo>
                    <a:pt x="2520426" y="99915"/>
                  </a:lnTo>
                  <a:lnTo>
                    <a:pt x="2520223" y="100249"/>
                  </a:lnTo>
                  <a:lnTo>
                    <a:pt x="2520070" y="100420"/>
                  </a:lnTo>
                  <a:lnTo>
                    <a:pt x="2520004" y="100591"/>
                  </a:lnTo>
                  <a:lnTo>
                    <a:pt x="2519987" y="100641"/>
                  </a:lnTo>
                  <a:lnTo>
                    <a:pt x="2519969" y="100872"/>
                  </a:lnTo>
                  <a:lnTo>
                    <a:pt x="2519969" y="101062"/>
                  </a:lnTo>
                  <a:lnTo>
                    <a:pt x="2520013" y="101223"/>
                  </a:lnTo>
                  <a:lnTo>
                    <a:pt x="2520148" y="101480"/>
                  </a:lnTo>
                  <a:lnTo>
                    <a:pt x="2520462" y="101958"/>
                  </a:lnTo>
                  <a:lnTo>
                    <a:pt x="2520755" y="102533"/>
                  </a:lnTo>
                  <a:lnTo>
                    <a:pt x="2520805" y="102930"/>
                  </a:lnTo>
                  <a:lnTo>
                    <a:pt x="2520790" y="103368"/>
                  </a:lnTo>
                  <a:lnTo>
                    <a:pt x="2520740" y="103587"/>
                  </a:lnTo>
                  <a:lnTo>
                    <a:pt x="2520381" y="103995"/>
                  </a:lnTo>
                  <a:lnTo>
                    <a:pt x="2520375" y="103999"/>
                  </a:lnTo>
                  <a:lnTo>
                    <a:pt x="2520354" y="104012"/>
                  </a:lnTo>
                  <a:lnTo>
                    <a:pt x="2520076" y="104130"/>
                  </a:lnTo>
                  <a:lnTo>
                    <a:pt x="2519655" y="104260"/>
                  </a:lnTo>
                  <a:lnTo>
                    <a:pt x="2519084" y="104405"/>
                  </a:lnTo>
                  <a:lnTo>
                    <a:pt x="2518641" y="104592"/>
                  </a:lnTo>
                  <a:lnTo>
                    <a:pt x="2517899" y="105208"/>
                  </a:lnTo>
                  <a:lnTo>
                    <a:pt x="2517763" y="105394"/>
                  </a:lnTo>
                  <a:lnTo>
                    <a:pt x="2517799" y="105637"/>
                  </a:lnTo>
                  <a:lnTo>
                    <a:pt x="2517866" y="105742"/>
                  </a:lnTo>
                  <a:lnTo>
                    <a:pt x="2517877" y="105791"/>
                  </a:lnTo>
                  <a:lnTo>
                    <a:pt x="2518085" y="106091"/>
                  </a:lnTo>
                  <a:lnTo>
                    <a:pt x="2518627" y="106586"/>
                  </a:lnTo>
                  <a:lnTo>
                    <a:pt x="2519184" y="106861"/>
                  </a:lnTo>
                  <a:lnTo>
                    <a:pt x="2519605" y="107064"/>
                  </a:lnTo>
                  <a:lnTo>
                    <a:pt x="2520212" y="107250"/>
                  </a:lnTo>
                  <a:lnTo>
                    <a:pt x="2520699" y="107340"/>
                  </a:lnTo>
                  <a:lnTo>
                    <a:pt x="2520968" y="107418"/>
                  </a:lnTo>
                  <a:lnTo>
                    <a:pt x="2521049" y="107444"/>
                  </a:lnTo>
                  <a:lnTo>
                    <a:pt x="2521583" y="107534"/>
                  </a:lnTo>
                  <a:lnTo>
                    <a:pt x="2522647" y="107785"/>
                  </a:lnTo>
                  <a:lnTo>
                    <a:pt x="2523446" y="108093"/>
                  </a:lnTo>
                  <a:lnTo>
                    <a:pt x="2524103" y="108328"/>
                  </a:lnTo>
                  <a:lnTo>
                    <a:pt x="2525359" y="108917"/>
                  </a:lnTo>
                  <a:lnTo>
                    <a:pt x="2525477" y="108985"/>
                  </a:lnTo>
                  <a:lnTo>
                    <a:pt x="2525745" y="109158"/>
                  </a:lnTo>
                  <a:lnTo>
                    <a:pt x="2525795" y="109206"/>
                  </a:lnTo>
                  <a:lnTo>
                    <a:pt x="2525806" y="109216"/>
                  </a:lnTo>
                  <a:lnTo>
                    <a:pt x="2525835" y="109285"/>
                  </a:lnTo>
                  <a:lnTo>
                    <a:pt x="2525834" y="109359"/>
                  </a:lnTo>
                  <a:lnTo>
                    <a:pt x="2525823" y="109448"/>
                  </a:lnTo>
                  <a:lnTo>
                    <a:pt x="2525782" y="109597"/>
                  </a:lnTo>
                  <a:lnTo>
                    <a:pt x="2525733" y="109702"/>
                  </a:lnTo>
                  <a:lnTo>
                    <a:pt x="2525647" y="109808"/>
                  </a:lnTo>
                  <a:lnTo>
                    <a:pt x="2525601" y="109841"/>
                  </a:lnTo>
                  <a:lnTo>
                    <a:pt x="2525511" y="109902"/>
                  </a:lnTo>
                  <a:lnTo>
                    <a:pt x="2525468" y="109937"/>
                  </a:lnTo>
                  <a:lnTo>
                    <a:pt x="2525454" y="109949"/>
                  </a:lnTo>
                  <a:lnTo>
                    <a:pt x="2525387" y="110025"/>
                  </a:lnTo>
                  <a:lnTo>
                    <a:pt x="2525330" y="110133"/>
                  </a:lnTo>
                  <a:lnTo>
                    <a:pt x="2525266" y="110250"/>
                  </a:lnTo>
                  <a:lnTo>
                    <a:pt x="2525246" y="110295"/>
                  </a:lnTo>
                  <a:lnTo>
                    <a:pt x="2525203" y="110356"/>
                  </a:lnTo>
                  <a:lnTo>
                    <a:pt x="2525110" y="110470"/>
                  </a:lnTo>
                  <a:lnTo>
                    <a:pt x="2525081" y="110505"/>
                  </a:lnTo>
                  <a:lnTo>
                    <a:pt x="2525027" y="110557"/>
                  </a:lnTo>
                  <a:lnTo>
                    <a:pt x="2524756" y="110788"/>
                  </a:lnTo>
                  <a:lnTo>
                    <a:pt x="2524739" y="110796"/>
                  </a:lnTo>
                  <a:lnTo>
                    <a:pt x="2524658" y="110841"/>
                  </a:lnTo>
                  <a:lnTo>
                    <a:pt x="2524534" y="110931"/>
                  </a:lnTo>
                  <a:lnTo>
                    <a:pt x="2524436" y="111011"/>
                  </a:lnTo>
                  <a:lnTo>
                    <a:pt x="2524343" y="111086"/>
                  </a:lnTo>
                  <a:lnTo>
                    <a:pt x="2524271" y="111148"/>
                  </a:lnTo>
                  <a:lnTo>
                    <a:pt x="2524205" y="111215"/>
                  </a:lnTo>
                  <a:lnTo>
                    <a:pt x="2524135" y="111297"/>
                  </a:lnTo>
                  <a:lnTo>
                    <a:pt x="2524086" y="111363"/>
                  </a:lnTo>
                  <a:lnTo>
                    <a:pt x="2524049" y="111438"/>
                  </a:lnTo>
                  <a:lnTo>
                    <a:pt x="2523991" y="111588"/>
                  </a:lnTo>
                  <a:lnTo>
                    <a:pt x="2523907" y="111805"/>
                  </a:lnTo>
                  <a:lnTo>
                    <a:pt x="2523896" y="111850"/>
                  </a:lnTo>
                  <a:lnTo>
                    <a:pt x="2523881" y="111992"/>
                  </a:lnTo>
                  <a:lnTo>
                    <a:pt x="2523886" y="112064"/>
                  </a:lnTo>
                  <a:lnTo>
                    <a:pt x="2523901" y="112300"/>
                  </a:lnTo>
                  <a:lnTo>
                    <a:pt x="2523907" y="112403"/>
                  </a:lnTo>
                  <a:lnTo>
                    <a:pt x="2523901" y="112431"/>
                  </a:lnTo>
                  <a:lnTo>
                    <a:pt x="2523884" y="112485"/>
                  </a:lnTo>
                  <a:lnTo>
                    <a:pt x="2523835" y="112577"/>
                  </a:lnTo>
                  <a:lnTo>
                    <a:pt x="2523742" y="112712"/>
                  </a:lnTo>
                  <a:lnTo>
                    <a:pt x="2523624" y="112850"/>
                  </a:lnTo>
                  <a:lnTo>
                    <a:pt x="2523480" y="113005"/>
                  </a:lnTo>
                  <a:lnTo>
                    <a:pt x="2523367" y="113114"/>
                  </a:lnTo>
                  <a:lnTo>
                    <a:pt x="2523307" y="113167"/>
                  </a:lnTo>
                  <a:lnTo>
                    <a:pt x="2523143" y="113289"/>
                  </a:lnTo>
                  <a:lnTo>
                    <a:pt x="2523056" y="113368"/>
                  </a:lnTo>
                  <a:lnTo>
                    <a:pt x="2522984" y="113442"/>
                  </a:lnTo>
                  <a:lnTo>
                    <a:pt x="2522961" y="113466"/>
                  </a:lnTo>
                  <a:lnTo>
                    <a:pt x="2522906" y="113529"/>
                  </a:lnTo>
                  <a:lnTo>
                    <a:pt x="2522891" y="113559"/>
                  </a:lnTo>
                  <a:lnTo>
                    <a:pt x="2522877" y="113587"/>
                  </a:lnTo>
                  <a:lnTo>
                    <a:pt x="2522857" y="113658"/>
                  </a:lnTo>
                  <a:lnTo>
                    <a:pt x="2522852" y="113716"/>
                  </a:lnTo>
                  <a:lnTo>
                    <a:pt x="2522852" y="113763"/>
                  </a:lnTo>
                  <a:lnTo>
                    <a:pt x="2522863" y="113853"/>
                  </a:lnTo>
                  <a:lnTo>
                    <a:pt x="2522878" y="113957"/>
                  </a:lnTo>
                  <a:lnTo>
                    <a:pt x="2522906" y="114049"/>
                  </a:lnTo>
                  <a:lnTo>
                    <a:pt x="2522961" y="114164"/>
                  </a:lnTo>
                  <a:lnTo>
                    <a:pt x="2523013" y="114248"/>
                  </a:lnTo>
                  <a:lnTo>
                    <a:pt x="2523079" y="114336"/>
                  </a:lnTo>
                  <a:lnTo>
                    <a:pt x="2523148" y="114414"/>
                  </a:lnTo>
                  <a:lnTo>
                    <a:pt x="2523258" y="114535"/>
                  </a:lnTo>
                  <a:lnTo>
                    <a:pt x="2523364" y="114623"/>
                  </a:lnTo>
                  <a:lnTo>
                    <a:pt x="2523503" y="114723"/>
                  </a:lnTo>
                  <a:lnTo>
                    <a:pt x="2524068" y="115069"/>
                  </a:lnTo>
                  <a:lnTo>
                    <a:pt x="2524252" y="115176"/>
                  </a:lnTo>
                  <a:lnTo>
                    <a:pt x="2524428" y="115250"/>
                  </a:lnTo>
                  <a:lnTo>
                    <a:pt x="2524760" y="115315"/>
                  </a:lnTo>
                  <a:lnTo>
                    <a:pt x="2525302" y="115404"/>
                  </a:lnTo>
                  <a:lnTo>
                    <a:pt x="2526381" y="115541"/>
                  </a:lnTo>
                  <a:lnTo>
                    <a:pt x="2527467" y="115638"/>
                  </a:lnTo>
                  <a:lnTo>
                    <a:pt x="2527494" y="115639"/>
                  </a:lnTo>
                  <a:lnTo>
                    <a:pt x="2528265" y="115679"/>
                  </a:lnTo>
                  <a:lnTo>
                    <a:pt x="2528515" y="115735"/>
                  </a:lnTo>
                  <a:lnTo>
                    <a:pt x="2528640" y="115804"/>
                  </a:lnTo>
                  <a:lnTo>
                    <a:pt x="2529015" y="116230"/>
                  </a:lnTo>
                  <a:lnTo>
                    <a:pt x="2529315" y="116603"/>
                  </a:lnTo>
                  <a:lnTo>
                    <a:pt x="2529535" y="117037"/>
                  </a:lnTo>
                  <a:lnTo>
                    <a:pt x="2529736" y="117900"/>
                  </a:lnTo>
                  <a:lnTo>
                    <a:pt x="2529736" y="118289"/>
                  </a:lnTo>
                  <a:lnTo>
                    <a:pt x="2529636" y="118646"/>
                  </a:lnTo>
                  <a:lnTo>
                    <a:pt x="2529465" y="118929"/>
                  </a:lnTo>
                  <a:lnTo>
                    <a:pt x="2528994" y="119253"/>
                  </a:lnTo>
                  <a:lnTo>
                    <a:pt x="2528544" y="119440"/>
                  </a:lnTo>
                  <a:lnTo>
                    <a:pt x="2527737" y="119391"/>
                  </a:lnTo>
                  <a:lnTo>
                    <a:pt x="2527137" y="119278"/>
                  </a:lnTo>
                  <a:lnTo>
                    <a:pt x="2526323" y="119213"/>
                  </a:lnTo>
                  <a:lnTo>
                    <a:pt x="2525845" y="119132"/>
                  </a:lnTo>
                  <a:lnTo>
                    <a:pt x="2525388" y="119245"/>
                  </a:lnTo>
                  <a:lnTo>
                    <a:pt x="2525094" y="119430"/>
                  </a:lnTo>
                  <a:lnTo>
                    <a:pt x="2525011" y="119504"/>
                  </a:lnTo>
                  <a:lnTo>
                    <a:pt x="2524919" y="119590"/>
                  </a:lnTo>
                  <a:lnTo>
                    <a:pt x="2524829" y="119683"/>
                  </a:lnTo>
                  <a:lnTo>
                    <a:pt x="2524803" y="119724"/>
                  </a:lnTo>
                  <a:lnTo>
                    <a:pt x="2524596" y="120032"/>
                  </a:lnTo>
                  <a:lnTo>
                    <a:pt x="2524424" y="120510"/>
                  </a:lnTo>
                  <a:lnTo>
                    <a:pt x="2524332" y="120955"/>
                  </a:lnTo>
                  <a:lnTo>
                    <a:pt x="2524453" y="121750"/>
                  </a:lnTo>
                  <a:lnTo>
                    <a:pt x="2524710" y="122714"/>
                  </a:lnTo>
                  <a:lnTo>
                    <a:pt x="2524962" y="123174"/>
                  </a:lnTo>
                  <a:lnTo>
                    <a:pt x="2525258" y="123526"/>
                  </a:lnTo>
                  <a:lnTo>
                    <a:pt x="2525322" y="123583"/>
                  </a:lnTo>
                  <a:lnTo>
                    <a:pt x="2525402" y="123653"/>
                  </a:lnTo>
                  <a:lnTo>
                    <a:pt x="2525603" y="123827"/>
                  </a:lnTo>
                  <a:lnTo>
                    <a:pt x="2525680" y="123893"/>
                  </a:lnTo>
                  <a:lnTo>
                    <a:pt x="2525759" y="123945"/>
                  </a:lnTo>
                  <a:lnTo>
                    <a:pt x="2526373" y="124214"/>
                  </a:lnTo>
                  <a:lnTo>
                    <a:pt x="2526902" y="124400"/>
                  </a:lnTo>
                  <a:lnTo>
                    <a:pt x="2527501" y="124522"/>
                  </a:lnTo>
                  <a:lnTo>
                    <a:pt x="2527966" y="124595"/>
                  </a:lnTo>
                  <a:lnTo>
                    <a:pt x="2528315" y="124578"/>
                  </a:lnTo>
                  <a:lnTo>
                    <a:pt x="2528665" y="124489"/>
                  </a:lnTo>
                  <a:lnTo>
                    <a:pt x="2528958" y="124295"/>
                  </a:lnTo>
                  <a:lnTo>
                    <a:pt x="2529379" y="123909"/>
                  </a:lnTo>
                  <a:lnTo>
                    <a:pt x="2529422" y="123776"/>
                  </a:lnTo>
                  <a:lnTo>
                    <a:pt x="2529433" y="123506"/>
                  </a:lnTo>
                  <a:lnTo>
                    <a:pt x="2529302" y="123136"/>
                  </a:lnTo>
                  <a:lnTo>
                    <a:pt x="2529214" y="122952"/>
                  </a:lnTo>
                  <a:lnTo>
                    <a:pt x="2529112" y="122772"/>
                  </a:lnTo>
                  <a:lnTo>
                    <a:pt x="2528958" y="122585"/>
                  </a:lnTo>
                  <a:lnTo>
                    <a:pt x="2528251" y="122196"/>
                  </a:lnTo>
                  <a:lnTo>
                    <a:pt x="2527616" y="121734"/>
                  </a:lnTo>
                  <a:lnTo>
                    <a:pt x="2527302" y="121474"/>
                  </a:lnTo>
                  <a:lnTo>
                    <a:pt x="2527180" y="121166"/>
                  </a:lnTo>
                  <a:lnTo>
                    <a:pt x="2527166" y="120939"/>
                  </a:lnTo>
                  <a:lnTo>
                    <a:pt x="2527193" y="120757"/>
                  </a:lnTo>
                  <a:lnTo>
                    <a:pt x="2527241" y="120672"/>
                  </a:lnTo>
                  <a:lnTo>
                    <a:pt x="2527516" y="120502"/>
                  </a:lnTo>
                  <a:lnTo>
                    <a:pt x="2527731" y="120461"/>
                  </a:lnTo>
                  <a:lnTo>
                    <a:pt x="2527765" y="120447"/>
                  </a:lnTo>
                  <a:lnTo>
                    <a:pt x="2527915" y="120409"/>
                  </a:lnTo>
                  <a:lnTo>
                    <a:pt x="2528022" y="120382"/>
                  </a:lnTo>
                  <a:lnTo>
                    <a:pt x="2528307" y="120307"/>
                  </a:lnTo>
                  <a:lnTo>
                    <a:pt x="2528380" y="120287"/>
                  </a:lnTo>
                  <a:lnTo>
                    <a:pt x="2528415" y="120283"/>
                  </a:lnTo>
                  <a:lnTo>
                    <a:pt x="2529165" y="120088"/>
                  </a:lnTo>
                  <a:lnTo>
                    <a:pt x="2530122" y="119861"/>
                  </a:lnTo>
                  <a:lnTo>
                    <a:pt x="2531093" y="119788"/>
                  </a:lnTo>
                  <a:lnTo>
                    <a:pt x="2531664" y="119756"/>
                  </a:lnTo>
                  <a:lnTo>
                    <a:pt x="2532171" y="119991"/>
                  </a:lnTo>
                  <a:lnTo>
                    <a:pt x="2532271" y="120105"/>
                  </a:lnTo>
                  <a:lnTo>
                    <a:pt x="2532272" y="120117"/>
                  </a:lnTo>
                  <a:lnTo>
                    <a:pt x="2532283" y="120156"/>
                  </a:lnTo>
                  <a:lnTo>
                    <a:pt x="2532326" y="120238"/>
                  </a:lnTo>
                  <a:lnTo>
                    <a:pt x="2532345" y="120302"/>
                  </a:lnTo>
                  <a:lnTo>
                    <a:pt x="2532363" y="120398"/>
                  </a:lnTo>
                  <a:lnTo>
                    <a:pt x="2532362" y="120459"/>
                  </a:lnTo>
                  <a:lnTo>
                    <a:pt x="2532358" y="120672"/>
                  </a:lnTo>
                  <a:lnTo>
                    <a:pt x="2532331" y="120931"/>
                  </a:lnTo>
                  <a:lnTo>
                    <a:pt x="2532313" y="121050"/>
                  </a:lnTo>
                  <a:lnTo>
                    <a:pt x="2532276" y="121284"/>
                  </a:lnTo>
                  <a:lnTo>
                    <a:pt x="2532185" y="121555"/>
                  </a:lnTo>
                  <a:lnTo>
                    <a:pt x="2531949" y="122058"/>
                  </a:lnTo>
                  <a:lnTo>
                    <a:pt x="2531694" y="122454"/>
                  </a:lnTo>
                  <a:lnTo>
                    <a:pt x="2531439" y="122755"/>
                  </a:lnTo>
                  <a:lnTo>
                    <a:pt x="2531381" y="122827"/>
                  </a:lnTo>
                  <a:lnTo>
                    <a:pt x="2531371" y="122844"/>
                  </a:lnTo>
                  <a:lnTo>
                    <a:pt x="2530900" y="123387"/>
                  </a:lnTo>
                  <a:lnTo>
                    <a:pt x="2530186" y="123962"/>
                  </a:lnTo>
                  <a:lnTo>
                    <a:pt x="2529879" y="124230"/>
                  </a:lnTo>
                  <a:lnTo>
                    <a:pt x="2529650" y="124586"/>
                  </a:lnTo>
                  <a:lnTo>
                    <a:pt x="2529351" y="125308"/>
                  </a:lnTo>
                  <a:lnTo>
                    <a:pt x="2529277" y="125389"/>
                  </a:lnTo>
                  <a:lnTo>
                    <a:pt x="2529258" y="125431"/>
                  </a:lnTo>
                  <a:lnTo>
                    <a:pt x="2529179" y="125527"/>
                  </a:lnTo>
                  <a:lnTo>
                    <a:pt x="2528637" y="126134"/>
                  </a:lnTo>
                  <a:lnTo>
                    <a:pt x="2528458" y="126564"/>
                  </a:lnTo>
                  <a:lnTo>
                    <a:pt x="2528422" y="126815"/>
                  </a:lnTo>
                  <a:lnTo>
                    <a:pt x="2528472" y="127196"/>
                  </a:lnTo>
                  <a:lnTo>
                    <a:pt x="2528545" y="127577"/>
                  </a:lnTo>
                  <a:lnTo>
                    <a:pt x="2528679" y="128225"/>
                  </a:lnTo>
                  <a:lnTo>
                    <a:pt x="2529008" y="129312"/>
                  </a:lnTo>
                  <a:lnTo>
                    <a:pt x="2529208" y="129927"/>
                  </a:lnTo>
                  <a:lnTo>
                    <a:pt x="2529301" y="130697"/>
                  </a:lnTo>
                  <a:lnTo>
                    <a:pt x="2529472" y="131735"/>
                  </a:lnTo>
                  <a:lnTo>
                    <a:pt x="2529522" y="132375"/>
                  </a:lnTo>
                  <a:lnTo>
                    <a:pt x="2529436" y="133007"/>
                  </a:lnTo>
                  <a:lnTo>
                    <a:pt x="2529443" y="133542"/>
                  </a:lnTo>
                  <a:lnTo>
                    <a:pt x="2529550" y="134207"/>
                  </a:lnTo>
                  <a:lnTo>
                    <a:pt x="2529572" y="134482"/>
                  </a:lnTo>
                  <a:lnTo>
                    <a:pt x="2529679" y="134620"/>
                  </a:lnTo>
                  <a:lnTo>
                    <a:pt x="2529922" y="134758"/>
                  </a:lnTo>
                  <a:lnTo>
                    <a:pt x="2530293" y="134855"/>
                  </a:lnTo>
                  <a:lnTo>
                    <a:pt x="2530728" y="135025"/>
                  </a:lnTo>
                  <a:lnTo>
                    <a:pt x="2531128" y="135269"/>
                  </a:lnTo>
                  <a:lnTo>
                    <a:pt x="2531978" y="135884"/>
                  </a:lnTo>
                  <a:lnTo>
                    <a:pt x="2532892" y="136646"/>
                  </a:lnTo>
                  <a:lnTo>
                    <a:pt x="2533641" y="137424"/>
                  </a:lnTo>
                  <a:lnTo>
                    <a:pt x="2534068" y="137896"/>
                  </a:lnTo>
                  <a:lnTo>
                    <a:pt x="2534405" y="138429"/>
                  </a:lnTo>
                  <a:lnTo>
                    <a:pt x="2534608" y="138861"/>
                  </a:lnTo>
                  <a:lnTo>
                    <a:pt x="2534625" y="138881"/>
                  </a:lnTo>
                  <a:lnTo>
                    <a:pt x="2535112" y="139348"/>
                  </a:lnTo>
                  <a:lnTo>
                    <a:pt x="2535219" y="139441"/>
                  </a:lnTo>
                  <a:lnTo>
                    <a:pt x="2535366" y="139557"/>
                  </a:lnTo>
                  <a:lnTo>
                    <a:pt x="2535627" y="139743"/>
                  </a:lnTo>
                  <a:lnTo>
                    <a:pt x="2535855" y="139880"/>
                  </a:lnTo>
                  <a:lnTo>
                    <a:pt x="2536569" y="140180"/>
                  </a:lnTo>
                  <a:lnTo>
                    <a:pt x="2537532" y="140585"/>
                  </a:lnTo>
                  <a:lnTo>
                    <a:pt x="2538325" y="140991"/>
                  </a:lnTo>
                  <a:lnTo>
                    <a:pt x="2538989" y="141525"/>
                  </a:lnTo>
                  <a:lnTo>
                    <a:pt x="2539466" y="141964"/>
                  </a:lnTo>
                  <a:lnTo>
                    <a:pt x="2539632" y="142177"/>
                  </a:lnTo>
                  <a:lnTo>
                    <a:pt x="2539691" y="142253"/>
                  </a:lnTo>
                  <a:lnTo>
                    <a:pt x="2539876" y="142460"/>
                  </a:lnTo>
                  <a:lnTo>
                    <a:pt x="2539908" y="142509"/>
                  </a:lnTo>
                  <a:lnTo>
                    <a:pt x="2539975" y="142606"/>
                  </a:lnTo>
                  <a:lnTo>
                    <a:pt x="2540082" y="142745"/>
                  </a:lnTo>
                  <a:lnTo>
                    <a:pt x="2540175" y="142866"/>
                  </a:lnTo>
                  <a:lnTo>
                    <a:pt x="2540399" y="143181"/>
                  </a:lnTo>
                  <a:lnTo>
                    <a:pt x="2540559" y="143418"/>
                  </a:lnTo>
                  <a:lnTo>
                    <a:pt x="2540676" y="143594"/>
                  </a:lnTo>
                  <a:lnTo>
                    <a:pt x="2541266" y="144613"/>
                  </a:lnTo>
                  <a:lnTo>
                    <a:pt x="2542009" y="145829"/>
                  </a:lnTo>
                  <a:lnTo>
                    <a:pt x="2542758" y="146956"/>
                  </a:lnTo>
                  <a:lnTo>
                    <a:pt x="2543351" y="148147"/>
                  </a:lnTo>
                  <a:lnTo>
                    <a:pt x="2543965" y="149112"/>
                  </a:lnTo>
                  <a:lnTo>
                    <a:pt x="2544608" y="149841"/>
                  </a:lnTo>
                  <a:lnTo>
                    <a:pt x="2545051" y="150189"/>
                  </a:lnTo>
                  <a:lnTo>
                    <a:pt x="2545222" y="150270"/>
                  </a:lnTo>
                  <a:lnTo>
                    <a:pt x="2545378" y="150338"/>
                  </a:lnTo>
                  <a:lnTo>
                    <a:pt x="2545574" y="150418"/>
                  </a:lnTo>
                  <a:lnTo>
                    <a:pt x="2545754" y="150481"/>
                  </a:lnTo>
                  <a:lnTo>
                    <a:pt x="2545961" y="150538"/>
                  </a:lnTo>
                  <a:lnTo>
                    <a:pt x="2546398" y="150642"/>
                  </a:lnTo>
                  <a:lnTo>
                    <a:pt x="2546503" y="150665"/>
                  </a:lnTo>
                  <a:lnTo>
                    <a:pt x="2546610" y="150688"/>
                  </a:lnTo>
                  <a:lnTo>
                    <a:pt x="2546753" y="150720"/>
                  </a:lnTo>
                  <a:lnTo>
                    <a:pt x="2546892" y="150765"/>
                  </a:lnTo>
                  <a:lnTo>
                    <a:pt x="2546959" y="150787"/>
                  </a:lnTo>
                  <a:lnTo>
                    <a:pt x="2547008" y="150803"/>
                  </a:lnTo>
                  <a:lnTo>
                    <a:pt x="2547092" y="150838"/>
                  </a:lnTo>
                  <a:lnTo>
                    <a:pt x="2547442" y="151065"/>
                  </a:lnTo>
                  <a:lnTo>
                    <a:pt x="2547620" y="151357"/>
                  </a:lnTo>
                  <a:lnTo>
                    <a:pt x="2547635" y="151681"/>
                  </a:lnTo>
                  <a:lnTo>
                    <a:pt x="2547592" y="152005"/>
                  </a:lnTo>
                  <a:lnTo>
                    <a:pt x="2547342" y="152475"/>
                  </a:lnTo>
                  <a:lnTo>
                    <a:pt x="2546942" y="153010"/>
                  </a:lnTo>
                  <a:lnTo>
                    <a:pt x="2546799" y="153221"/>
                  </a:lnTo>
                  <a:lnTo>
                    <a:pt x="2546742" y="153399"/>
                  </a:lnTo>
                  <a:lnTo>
                    <a:pt x="2546741" y="153444"/>
                  </a:lnTo>
                  <a:lnTo>
                    <a:pt x="2546716" y="153565"/>
                  </a:lnTo>
                  <a:lnTo>
                    <a:pt x="2546721" y="153691"/>
                  </a:lnTo>
                  <a:lnTo>
                    <a:pt x="2546756" y="154250"/>
                  </a:lnTo>
                  <a:lnTo>
                    <a:pt x="2546871" y="154688"/>
                  </a:lnTo>
                  <a:lnTo>
                    <a:pt x="2547085" y="155522"/>
                  </a:lnTo>
                  <a:lnTo>
                    <a:pt x="2547328" y="155992"/>
                  </a:lnTo>
                  <a:lnTo>
                    <a:pt x="2547849" y="156681"/>
                  </a:lnTo>
                  <a:lnTo>
                    <a:pt x="2548377" y="157289"/>
                  </a:lnTo>
                  <a:lnTo>
                    <a:pt x="2548955" y="157719"/>
                  </a:lnTo>
                  <a:lnTo>
                    <a:pt x="2549248" y="157994"/>
                  </a:lnTo>
                  <a:lnTo>
                    <a:pt x="2549598" y="158464"/>
                  </a:lnTo>
                  <a:lnTo>
                    <a:pt x="2549998" y="159153"/>
                  </a:lnTo>
                  <a:lnTo>
                    <a:pt x="2550690" y="159996"/>
                  </a:lnTo>
                  <a:lnTo>
                    <a:pt x="2550747" y="160264"/>
                  </a:lnTo>
                  <a:lnTo>
                    <a:pt x="2550740" y="160466"/>
                  </a:lnTo>
                  <a:lnTo>
                    <a:pt x="2550569" y="160961"/>
                  </a:lnTo>
                  <a:lnTo>
                    <a:pt x="2550412" y="161406"/>
                  </a:lnTo>
                  <a:lnTo>
                    <a:pt x="2550340" y="161982"/>
                  </a:lnTo>
                  <a:lnTo>
                    <a:pt x="2550205" y="162249"/>
                  </a:lnTo>
                  <a:lnTo>
                    <a:pt x="2549784" y="162468"/>
                  </a:lnTo>
                  <a:lnTo>
                    <a:pt x="2548863" y="162833"/>
                  </a:lnTo>
                  <a:lnTo>
                    <a:pt x="2548764" y="162894"/>
                  </a:lnTo>
                  <a:lnTo>
                    <a:pt x="2548740" y="162899"/>
                  </a:lnTo>
                  <a:lnTo>
                    <a:pt x="2548668" y="162913"/>
                  </a:lnTo>
                  <a:lnTo>
                    <a:pt x="2548345" y="163130"/>
                  </a:lnTo>
                  <a:lnTo>
                    <a:pt x="2548199" y="163335"/>
                  </a:lnTo>
                  <a:lnTo>
                    <a:pt x="2548120" y="163565"/>
                  </a:lnTo>
                  <a:lnTo>
                    <a:pt x="2548018" y="164243"/>
                  </a:lnTo>
                  <a:lnTo>
                    <a:pt x="2547962" y="164575"/>
                  </a:lnTo>
                  <a:lnTo>
                    <a:pt x="2547669" y="165202"/>
                  </a:lnTo>
                  <a:lnTo>
                    <a:pt x="2547534" y="165394"/>
                  </a:lnTo>
                  <a:lnTo>
                    <a:pt x="2547297" y="165599"/>
                  </a:lnTo>
                  <a:lnTo>
                    <a:pt x="2547094" y="165791"/>
                  </a:lnTo>
                  <a:lnTo>
                    <a:pt x="2547076" y="165865"/>
                  </a:lnTo>
                  <a:lnTo>
                    <a:pt x="2547025" y="165981"/>
                  </a:lnTo>
                  <a:lnTo>
                    <a:pt x="2547025" y="166122"/>
                  </a:lnTo>
                  <a:lnTo>
                    <a:pt x="2547115" y="166403"/>
                  </a:lnTo>
                  <a:lnTo>
                    <a:pt x="2547250" y="166710"/>
                  </a:lnTo>
                  <a:lnTo>
                    <a:pt x="2547701" y="167094"/>
                  </a:lnTo>
                  <a:lnTo>
                    <a:pt x="2548309" y="167324"/>
                  </a:lnTo>
                  <a:lnTo>
                    <a:pt x="2548721" y="167398"/>
                  </a:lnTo>
                  <a:lnTo>
                    <a:pt x="2548926" y="167406"/>
                  </a:lnTo>
                  <a:lnTo>
                    <a:pt x="2549141" y="167387"/>
                  </a:lnTo>
                  <a:lnTo>
                    <a:pt x="2549243" y="167385"/>
                  </a:lnTo>
                  <a:lnTo>
                    <a:pt x="2549364" y="167383"/>
                  </a:lnTo>
                  <a:lnTo>
                    <a:pt x="2549485" y="167392"/>
                  </a:lnTo>
                  <a:lnTo>
                    <a:pt x="2549559" y="167406"/>
                  </a:lnTo>
                  <a:lnTo>
                    <a:pt x="2549569" y="167409"/>
                  </a:lnTo>
                  <a:lnTo>
                    <a:pt x="2549660" y="167431"/>
                  </a:lnTo>
                  <a:lnTo>
                    <a:pt x="2549742" y="167456"/>
                  </a:lnTo>
                  <a:lnTo>
                    <a:pt x="2549779" y="167468"/>
                  </a:lnTo>
                  <a:lnTo>
                    <a:pt x="2549832" y="167485"/>
                  </a:lnTo>
                  <a:lnTo>
                    <a:pt x="2549860" y="167496"/>
                  </a:lnTo>
                  <a:lnTo>
                    <a:pt x="2550263" y="167772"/>
                  </a:lnTo>
                  <a:lnTo>
                    <a:pt x="2550329" y="167826"/>
                  </a:lnTo>
                  <a:lnTo>
                    <a:pt x="2550386" y="167884"/>
                  </a:lnTo>
                  <a:lnTo>
                    <a:pt x="2550419" y="167929"/>
                  </a:lnTo>
                  <a:lnTo>
                    <a:pt x="2550455" y="167987"/>
                  </a:lnTo>
                  <a:lnTo>
                    <a:pt x="2550481" y="168030"/>
                  </a:lnTo>
                  <a:lnTo>
                    <a:pt x="2550525" y="168108"/>
                  </a:lnTo>
                  <a:lnTo>
                    <a:pt x="2550550" y="168167"/>
                  </a:lnTo>
                  <a:lnTo>
                    <a:pt x="2550559" y="168189"/>
                  </a:lnTo>
                  <a:lnTo>
                    <a:pt x="2550585" y="168373"/>
                  </a:lnTo>
                  <a:lnTo>
                    <a:pt x="2550563" y="168655"/>
                  </a:lnTo>
                  <a:lnTo>
                    <a:pt x="2550585" y="169064"/>
                  </a:lnTo>
                  <a:lnTo>
                    <a:pt x="2550664" y="169422"/>
                  </a:lnTo>
                  <a:lnTo>
                    <a:pt x="2550664" y="169704"/>
                  </a:lnTo>
                  <a:lnTo>
                    <a:pt x="2550495" y="170228"/>
                  </a:lnTo>
                  <a:lnTo>
                    <a:pt x="2550228" y="170639"/>
                  </a:lnTo>
                  <a:lnTo>
                    <a:pt x="2550199" y="170669"/>
                  </a:lnTo>
                  <a:lnTo>
                    <a:pt x="2550163" y="170710"/>
                  </a:lnTo>
                  <a:lnTo>
                    <a:pt x="2550001" y="170898"/>
                  </a:lnTo>
                  <a:lnTo>
                    <a:pt x="2549962" y="170947"/>
                  </a:lnTo>
                  <a:lnTo>
                    <a:pt x="2549933" y="170984"/>
                  </a:lnTo>
                  <a:lnTo>
                    <a:pt x="2549777" y="171186"/>
                  </a:lnTo>
                  <a:lnTo>
                    <a:pt x="2549445" y="171573"/>
                  </a:lnTo>
                  <a:lnTo>
                    <a:pt x="2549389" y="171632"/>
                  </a:lnTo>
                  <a:lnTo>
                    <a:pt x="2549357" y="171662"/>
                  </a:lnTo>
                  <a:lnTo>
                    <a:pt x="2549301" y="171712"/>
                  </a:lnTo>
                  <a:lnTo>
                    <a:pt x="2549255" y="171748"/>
                  </a:lnTo>
                  <a:lnTo>
                    <a:pt x="2549210" y="171783"/>
                  </a:lnTo>
                  <a:lnTo>
                    <a:pt x="2549183" y="171803"/>
                  </a:lnTo>
                  <a:lnTo>
                    <a:pt x="2549159" y="171822"/>
                  </a:lnTo>
                  <a:lnTo>
                    <a:pt x="2549134" y="171844"/>
                  </a:lnTo>
                  <a:lnTo>
                    <a:pt x="2549094" y="171883"/>
                  </a:lnTo>
                  <a:lnTo>
                    <a:pt x="2549070" y="171913"/>
                  </a:lnTo>
                  <a:lnTo>
                    <a:pt x="2548884" y="172415"/>
                  </a:lnTo>
                  <a:lnTo>
                    <a:pt x="2548871" y="172470"/>
                  </a:lnTo>
                  <a:lnTo>
                    <a:pt x="2548855" y="173016"/>
                  </a:lnTo>
                  <a:lnTo>
                    <a:pt x="2548895" y="173234"/>
                  </a:lnTo>
                  <a:lnTo>
                    <a:pt x="2549042" y="173541"/>
                  </a:lnTo>
                  <a:lnTo>
                    <a:pt x="2549462" y="174039"/>
                  </a:lnTo>
                  <a:lnTo>
                    <a:pt x="2549693" y="174281"/>
                  </a:lnTo>
                  <a:lnTo>
                    <a:pt x="2549734" y="174317"/>
                  </a:lnTo>
                  <a:lnTo>
                    <a:pt x="2549966" y="174616"/>
                  </a:lnTo>
                  <a:lnTo>
                    <a:pt x="2550461" y="175191"/>
                  </a:lnTo>
                  <a:lnTo>
                    <a:pt x="2551059" y="175831"/>
                  </a:lnTo>
                  <a:lnTo>
                    <a:pt x="2551645" y="176163"/>
                  </a:lnTo>
                  <a:lnTo>
                    <a:pt x="2552433" y="176330"/>
                  </a:lnTo>
                  <a:lnTo>
                    <a:pt x="2553290" y="176522"/>
                  </a:lnTo>
                  <a:lnTo>
                    <a:pt x="2554008" y="176685"/>
                  </a:lnTo>
                  <a:lnTo>
                    <a:pt x="2554139" y="176727"/>
                  </a:lnTo>
                  <a:lnTo>
                    <a:pt x="2554524" y="176837"/>
                  </a:lnTo>
                  <a:lnTo>
                    <a:pt x="2554591" y="176857"/>
                  </a:lnTo>
                  <a:lnTo>
                    <a:pt x="2554664" y="176879"/>
                  </a:lnTo>
                  <a:lnTo>
                    <a:pt x="2554712" y="176900"/>
                  </a:lnTo>
                  <a:lnTo>
                    <a:pt x="2554779" y="176929"/>
                  </a:lnTo>
                  <a:lnTo>
                    <a:pt x="2554858" y="176958"/>
                  </a:lnTo>
                  <a:lnTo>
                    <a:pt x="2554996" y="177007"/>
                  </a:lnTo>
                  <a:lnTo>
                    <a:pt x="2555221" y="177082"/>
                  </a:lnTo>
                  <a:lnTo>
                    <a:pt x="2555528" y="177184"/>
                  </a:lnTo>
                  <a:lnTo>
                    <a:pt x="2555637" y="177227"/>
                  </a:lnTo>
                  <a:lnTo>
                    <a:pt x="2555907" y="177338"/>
                  </a:lnTo>
                  <a:lnTo>
                    <a:pt x="2556039" y="177395"/>
                  </a:lnTo>
                  <a:lnTo>
                    <a:pt x="2556076" y="177411"/>
                  </a:lnTo>
                  <a:lnTo>
                    <a:pt x="2556129" y="177436"/>
                  </a:lnTo>
                  <a:lnTo>
                    <a:pt x="2556219" y="177477"/>
                  </a:lnTo>
                  <a:lnTo>
                    <a:pt x="2556360" y="177536"/>
                  </a:lnTo>
                  <a:lnTo>
                    <a:pt x="2556464" y="177577"/>
                  </a:lnTo>
                  <a:lnTo>
                    <a:pt x="2556504" y="177588"/>
                  </a:lnTo>
                  <a:lnTo>
                    <a:pt x="2557188" y="177724"/>
                  </a:lnTo>
                  <a:lnTo>
                    <a:pt x="2558011" y="177826"/>
                  </a:lnTo>
                  <a:lnTo>
                    <a:pt x="2559014" y="177954"/>
                  </a:lnTo>
                  <a:lnTo>
                    <a:pt x="2559938" y="178274"/>
                  </a:lnTo>
                  <a:lnTo>
                    <a:pt x="2560558" y="178427"/>
                  </a:lnTo>
                  <a:lnTo>
                    <a:pt x="2561578" y="178599"/>
                  </a:lnTo>
                  <a:lnTo>
                    <a:pt x="2561812" y="178718"/>
                  </a:lnTo>
                  <a:lnTo>
                    <a:pt x="2561843" y="178756"/>
                  </a:lnTo>
                  <a:lnTo>
                    <a:pt x="2562022" y="179144"/>
                  </a:lnTo>
                  <a:lnTo>
                    <a:pt x="2562090" y="179712"/>
                  </a:lnTo>
                  <a:lnTo>
                    <a:pt x="2562067" y="180039"/>
                  </a:lnTo>
                  <a:lnTo>
                    <a:pt x="2561887" y="181408"/>
                  </a:lnTo>
                  <a:lnTo>
                    <a:pt x="2561771" y="182091"/>
                  </a:lnTo>
                  <a:lnTo>
                    <a:pt x="2561549" y="182687"/>
                  </a:lnTo>
                  <a:lnTo>
                    <a:pt x="2561245" y="183391"/>
                  </a:lnTo>
                  <a:lnTo>
                    <a:pt x="2560828" y="184043"/>
                  </a:lnTo>
                  <a:lnTo>
                    <a:pt x="2560163" y="184849"/>
                  </a:lnTo>
                  <a:lnTo>
                    <a:pt x="2559335" y="185616"/>
                  </a:lnTo>
                  <a:lnTo>
                    <a:pt x="2559148" y="185748"/>
                  </a:lnTo>
                  <a:lnTo>
                    <a:pt x="2558938" y="185890"/>
                  </a:lnTo>
                  <a:lnTo>
                    <a:pt x="2558588" y="186210"/>
                  </a:lnTo>
                  <a:lnTo>
                    <a:pt x="2557877" y="187063"/>
                  </a:lnTo>
                  <a:lnTo>
                    <a:pt x="2557461" y="187755"/>
                  </a:lnTo>
                  <a:lnTo>
                    <a:pt x="2557227" y="188267"/>
                  </a:lnTo>
                  <a:lnTo>
                    <a:pt x="2556866" y="189536"/>
                  </a:lnTo>
                  <a:lnTo>
                    <a:pt x="2556798" y="189714"/>
                  </a:lnTo>
                  <a:lnTo>
                    <a:pt x="2556601" y="190652"/>
                  </a:lnTo>
                  <a:lnTo>
                    <a:pt x="2556596" y="190774"/>
                  </a:lnTo>
                  <a:lnTo>
                    <a:pt x="2556560" y="191429"/>
                  </a:lnTo>
                  <a:lnTo>
                    <a:pt x="2556684" y="192113"/>
                  </a:lnTo>
                  <a:lnTo>
                    <a:pt x="2556749" y="192248"/>
                  </a:lnTo>
                  <a:lnTo>
                    <a:pt x="2557182" y="192851"/>
                  </a:lnTo>
                  <a:lnTo>
                    <a:pt x="2557813" y="193506"/>
                  </a:lnTo>
                  <a:lnTo>
                    <a:pt x="2558597" y="194243"/>
                  </a:lnTo>
                  <a:lnTo>
                    <a:pt x="2558686" y="194397"/>
                  </a:lnTo>
                  <a:lnTo>
                    <a:pt x="2558784" y="194487"/>
                  </a:lnTo>
                  <a:lnTo>
                    <a:pt x="2558892" y="194659"/>
                  </a:lnTo>
                  <a:lnTo>
                    <a:pt x="2558985" y="195041"/>
                  </a:lnTo>
                  <a:lnTo>
                    <a:pt x="2559066" y="195461"/>
                  </a:lnTo>
                  <a:lnTo>
                    <a:pt x="2559021" y="196116"/>
                  </a:lnTo>
                  <a:lnTo>
                    <a:pt x="2558687" y="196986"/>
                  </a:lnTo>
                  <a:lnTo>
                    <a:pt x="2558390" y="198152"/>
                  </a:lnTo>
                  <a:lnTo>
                    <a:pt x="2558110" y="199278"/>
                  </a:lnTo>
                  <a:lnTo>
                    <a:pt x="2558128" y="199534"/>
                  </a:lnTo>
                  <a:lnTo>
                    <a:pt x="2558218" y="200127"/>
                  </a:lnTo>
                  <a:lnTo>
                    <a:pt x="2558345" y="200751"/>
                  </a:lnTo>
                  <a:lnTo>
                    <a:pt x="2558588" y="201202"/>
                  </a:lnTo>
                  <a:lnTo>
                    <a:pt x="2558940" y="201838"/>
                  </a:lnTo>
                  <a:lnTo>
                    <a:pt x="2559598" y="202450"/>
                  </a:lnTo>
                  <a:lnTo>
                    <a:pt x="2560075" y="202808"/>
                  </a:lnTo>
                  <a:lnTo>
                    <a:pt x="2560661" y="203013"/>
                  </a:lnTo>
                  <a:lnTo>
                    <a:pt x="2561878" y="203167"/>
                  </a:lnTo>
                  <a:lnTo>
                    <a:pt x="2562906" y="203238"/>
                  </a:lnTo>
                  <a:lnTo>
                    <a:pt x="2563825" y="203371"/>
                  </a:lnTo>
                  <a:lnTo>
                    <a:pt x="2563965" y="203406"/>
                  </a:lnTo>
                  <a:lnTo>
                    <a:pt x="2564438" y="203453"/>
                  </a:lnTo>
                  <a:lnTo>
                    <a:pt x="2564745" y="203617"/>
                  </a:lnTo>
                  <a:lnTo>
                    <a:pt x="2564988" y="203842"/>
                  </a:lnTo>
                  <a:lnTo>
                    <a:pt x="2565051" y="204057"/>
                  </a:lnTo>
                  <a:lnTo>
                    <a:pt x="2565123" y="204354"/>
                  </a:lnTo>
                  <a:lnTo>
                    <a:pt x="2565123" y="204773"/>
                  </a:lnTo>
                  <a:lnTo>
                    <a:pt x="2565114" y="205479"/>
                  </a:lnTo>
                  <a:lnTo>
                    <a:pt x="2565232" y="206185"/>
                  </a:lnTo>
                  <a:lnTo>
                    <a:pt x="2565295" y="207270"/>
                  </a:lnTo>
                  <a:lnTo>
                    <a:pt x="2565394" y="207835"/>
                  </a:lnTo>
                  <a:lnTo>
                    <a:pt x="2565448" y="207986"/>
                  </a:lnTo>
                  <a:lnTo>
                    <a:pt x="2565565" y="208324"/>
                  </a:lnTo>
                  <a:lnTo>
                    <a:pt x="2565664" y="208593"/>
                  </a:lnTo>
                  <a:lnTo>
                    <a:pt x="2566073" y="209137"/>
                  </a:lnTo>
                  <a:lnTo>
                    <a:pt x="2566847" y="209824"/>
                  </a:lnTo>
                  <a:lnTo>
                    <a:pt x="2567594" y="210254"/>
                  </a:lnTo>
                  <a:lnTo>
                    <a:pt x="2567812" y="210336"/>
                  </a:lnTo>
                  <a:lnTo>
                    <a:pt x="2568516" y="210544"/>
                  </a:lnTo>
                  <a:lnTo>
                    <a:pt x="2569601" y="211111"/>
                  </a:lnTo>
                  <a:lnTo>
                    <a:pt x="2569843" y="211295"/>
                  </a:lnTo>
                  <a:lnTo>
                    <a:pt x="2569911" y="211330"/>
                  </a:lnTo>
                  <a:lnTo>
                    <a:pt x="2569977" y="211367"/>
                  </a:lnTo>
                  <a:lnTo>
                    <a:pt x="2570046" y="211415"/>
                  </a:lnTo>
                  <a:lnTo>
                    <a:pt x="2570354" y="211634"/>
                  </a:lnTo>
                  <a:lnTo>
                    <a:pt x="2570376" y="211655"/>
                  </a:lnTo>
                  <a:lnTo>
                    <a:pt x="2570714" y="212047"/>
                  </a:lnTo>
                  <a:lnTo>
                    <a:pt x="2571256" y="212958"/>
                  </a:lnTo>
                  <a:lnTo>
                    <a:pt x="2571488" y="213342"/>
                  </a:lnTo>
                  <a:lnTo>
                    <a:pt x="2571773" y="213606"/>
                  </a:lnTo>
                  <a:lnTo>
                    <a:pt x="2571988" y="213678"/>
                  </a:lnTo>
                  <a:lnTo>
                    <a:pt x="2572488" y="213718"/>
                  </a:lnTo>
                  <a:lnTo>
                    <a:pt x="2572890" y="213694"/>
                  </a:lnTo>
                  <a:lnTo>
                    <a:pt x="2573566" y="213598"/>
                  </a:lnTo>
                  <a:lnTo>
                    <a:pt x="2573911" y="213710"/>
                  </a:lnTo>
                  <a:lnTo>
                    <a:pt x="2574312" y="213838"/>
                  </a:lnTo>
                  <a:lnTo>
                    <a:pt x="2574499" y="213940"/>
                  </a:lnTo>
                  <a:lnTo>
                    <a:pt x="2574608" y="213990"/>
                  </a:lnTo>
                  <a:lnTo>
                    <a:pt x="2575228" y="214253"/>
                  </a:lnTo>
                  <a:lnTo>
                    <a:pt x="2575648" y="214313"/>
                  </a:lnTo>
                  <a:lnTo>
                    <a:pt x="2576007" y="214304"/>
                  </a:lnTo>
                  <a:lnTo>
                    <a:pt x="2576087" y="214285"/>
                  </a:lnTo>
                  <a:lnTo>
                    <a:pt x="2576453" y="214205"/>
                  </a:lnTo>
                  <a:lnTo>
                    <a:pt x="2576869" y="214085"/>
                  </a:lnTo>
                  <a:lnTo>
                    <a:pt x="2577193" y="213878"/>
                  </a:lnTo>
                  <a:lnTo>
                    <a:pt x="2577637" y="213574"/>
                  </a:lnTo>
                  <a:lnTo>
                    <a:pt x="2578059" y="213366"/>
                  </a:lnTo>
                  <a:lnTo>
                    <a:pt x="2578126" y="213333"/>
                  </a:lnTo>
                  <a:lnTo>
                    <a:pt x="2578132" y="213327"/>
                  </a:lnTo>
                  <a:lnTo>
                    <a:pt x="2578168" y="213299"/>
                  </a:lnTo>
                  <a:lnTo>
                    <a:pt x="2578213" y="213271"/>
                  </a:lnTo>
                  <a:lnTo>
                    <a:pt x="2578279" y="213236"/>
                  </a:lnTo>
                  <a:lnTo>
                    <a:pt x="2578333" y="213214"/>
                  </a:lnTo>
                  <a:lnTo>
                    <a:pt x="2578399" y="213192"/>
                  </a:lnTo>
                  <a:lnTo>
                    <a:pt x="2578498" y="213160"/>
                  </a:lnTo>
                  <a:lnTo>
                    <a:pt x="2578615" y="213131"/>
                  </a:lnTo>
                  <a:lnTo>
                    <a:pt x="2578710" y="213115"/>
                  </a:lnTo>
                  <a:lnTo>
                    <a:pt x="2578722" y="213114"/>
                  </a:lnTo>
                  <a:lnTo>
                    <a:pt x="2579038" y="213168"/>
                  </a:lnTo>
                  <a:lnTo>
                    <a:pt x="2579123" y="213214"/>
                  </a:lnTo>
                  <a:lnTo>
                    <a:pt x="2579651" y="213598"/>
                  </a:lnTo>
                  <a:lnTo>
                    <a:pt x="2580045" y="213758"/>
                  </a:lnTo>
                  <a:lnTo>
                    <a:pt x="2580320" y="213846"/>
                  </a:lnTo>
                  <a:lnTo>
                    <a:pt x="2580827" y="213958"/>
                  </a:lnTo>
                  <a:lnTo>
                    <a:pt x="2580999" y="214032"/>
                  </a:lnTo>
                  <a:lnTo>
                    <a:pt x="2581299" y="214238"/>
                  </a:lnTo>
                  <a:lnTo>
                    <a:pt x="2581770" y="214580"/>
                  </a:lnTo>
                  <a:lnTo>
                    <a:pt x="2582369" y="214957"/>
                  </a:lnTo>
                  <a:lnTo>
                    <a:pt x="2583003" y="215189"/>
                  </a:lnTo>
                  <a:lnTo>
                    <a:pt x="2583707" y="215389"/>
                  </a:lnTo>
                  <a:lnTo>
                    <a:pt x="2584848" y="215724"/>
                  </a:lnTo>
                  <a:lnTo>
                    <a:pt x="2584975" y="215767"/>
                  </a:lnTo>
                  <a:lnTo>
                    <a:pt x="2585167" y="215804"/>
                  </a:lnTo>
                  <a:lnTo>
                    <a:pt x="2585473" y="215783"/>
                  </a:lnTo>
                  <a:lnTo>
                    <a:pt x="2586149" y="215660"/>
                  </a:lnTo>
                  <a:lnTo>
                    <a:pt x="2586780" y="215681"/>
                  </a:lnTo>
                  <a:lnTo>
                    <a:pt x="2587619" y="215927"/>
                  </a:lnTo>
                  <a:lnTo>
                    <a:pt x="2588430" y="216182"/>
                  </a:lnTo>
                  <a:lnTo>
                    <a:pt x="2589458" y="216356"/>
                  </a:lnTo>
                  <a:lnTo>
                    <a:pt x="2590113" y="216288"/>
                  </a:lnTo>
                  <a:lnTo>
                    <a:pt x="2590183" y="216259"/>
                  </a:lnTo>
                  <a:lnTo>
                    <a:pt x="2590300" y="216209"/>
                  </a:lnTo>
                  <a:lnTo>
                    <a:pt x="2590423" y="216147"/>
                  </a:lnTo>
                  <a:lnTo>
                    <a:pt x="2590488" y="216113"/>
                  </a:lnTo>
                  <a:lnTo>
                    <a:pt x="2590736" y="215999"/>
                  </a:lnTo>
                  <a:lnTo>
                    <a:pt x="2590813" y="215970"/>
                  </a:lnTo>
                  <a:lnTo>
                    <a:pt x="2590954" y="215865"/>
                  </a:lnTo>
                  <a:lnTo>
                    <a:pt x="2591450" y="215415"/>
                  </a:lnTo>
                  <a:lnTo>
                    <a:pt x="2591792" y="215139"/>
                  </a:lnTo>
                  <a:lnTo>
                    <a:pt x="2592504" y="214924"/>
                  </a:lnTo>
                  <a:lnTo>
                    <a:pt x="2593271" y="214852"/>
                  </a:lnTo>
                  <a:lnTo>
                    <a:pt x="2593821" y="214852"/>
                  </a:lnTo>
                  <a:lnTo>
                    <a:pt x="2594289" y="214924"/>
                  </a:lnTo>
                  <a:lnTo>
                    <a:pt x="2594767" y="215128"/>
                  </a:lnTo>
                  <a:lnTo>
                    <a:pt x="2595335" y="215548"/>
                  </a:lnTo>
                  <a:lnTo>
                    <a:pt x="2596020" y="216008"/>
                  </a:lnTo>
                  <a:lnTo>
                    <a:pt x="2596337" y="216107"/>
                  </a:lnTo>
                  <a:lnTo>
                    <a:pt x="2596715" y="216058"/>
                  </a:lnTo>
                  <a:lnTo>
                    <a:pt x="2596804" y="216029"/>
                  </a:lnTo>
                  <a:lnTo>
                    <a:pt x="2597309" y="215763"/>
                  </a:lnTo>
                  <a:lnTo>
                    <a:pt x="2597805" y="215292"/>
                  </a:lnTo>
                  <a:lnTo>
                    <a:pt x="2598021" y="215006"/>
                  </a:lnTo>
                  <a:lnTo>
                    <a:pt x="2598084" y="214862"/>
                  </a:lnTo>
                  <a:lnTo>
                    <a:pt x="2598093" y="214838"/>
                  </a:lnTo>
                  <a:lnTo>
                    <a:pt x="2598093" y="214832"/>
                  </a:lnTo>
                  <a:lnTo>
                    <a:pt x="2598030" y="214617"/>
                  </a:lnTo>
                  <a:lnTo>
                    <a:pt x="2598003" y="214289"/>
                  </a:lnTo>
                  <a:lnTo>
                    <a:pt x="2598039" y="214022"/>
                  </a:lnTo>
                  <a:lnTo>
                    <a:pt x="2598202" y="213818"/>
                  </a:lnTo>
                  <a:lnTo>
                    <a:pt x="2598553" y="213655"/>
                  </a:lnTo>
                  <a:lnTo>
                    <a:pt x="2599599" y="213471"/>
                  </a:lnTo>
                  <a:lnTo>
                    <a:pt x="2600726" y="213511"/>
                  </a:lnTo>
                  <a:lnTo>
                    <a:pt x="2601870" y="213614"/>
                  </a:lnTo>
                  <a:lnTo>
                    <a:pt x="2602880" y="213583"/>
                  </a:lnTo>
                  <a:lnTo>
                    <a:pt x="2603980" y="213471"/>
                  </a:lnTo>
                  <a:lnTo>
                    <a:pt x="2604998" y="213159"/>
                  </a:lnTo>
                  <a:lnTo>
                    <a:pt x="2605363" y="212964"/>
                  </a:lnTo>
                  <a:lnTo>
                    <a:pt x="2605382" y="212954"/>
                  </a:lnTo>
                  <a:lnTo>
                    <a:pt x="2605436" y="212929"/>
                  </a:lnTo>
                  <a:lnTo>
                    <a:pt x="2605523" y="212896"/>
                  </a:lnTo>
                  <a:lnTo>
                    <a:pt x="2605615" y="212870"/>
                  </a:lnTo>
                  <a:lnTo>
                    <a:pt x="2605737" y="212836"/>
                  </a:lnTo>
                  <a:lnTo>
                    <a:pt x="2605764" y="212828"/>
                  </a:lnTo>
                  <a:lnTo>
                    <a:pt x="2605905" y="212795"/>
                  </a:lnTo>
                  <a:lnTo>
                    <a:pt x="2606015" y="212771"/>
                  </a:lnTo>
                  <a:lnTo>
                    <a:pt x="2606108" y="212756"/>
                  </a:lnTo>
                  <a:lnTo>
                    <a:pt x="2606197" y="212745"/>
                  </a:lnTo>
                  <a:lnTo>
                    <a:pt x="2606252" y="212742"/>
                  </a:lnTo>
                  <a:lnTo>
                    <a:pt x="2606305" y="212742"/>
                  </a:lnTo>
                  <a:lnTo>
                    <a:pt x="2606345" y="212743"/>
                  </a:lnTo>
                  <a:lnTo>
                    <a:pt x="2606398" y="212748"/>
                  </a:lnTo>
                  <a:lnTo>
                    <a:pt x="2607018" y="212877"/>
                  </a:lnTo>
                  <a:lnTo>
                    <a:pt x="2608018" y="213143"/>
                  </a:lnTo>
                  <a:lnTo>
                    <a:pt x="2609019" y="213378"/>
                  </a:lnTo>
                  <a:lnTo>
                    <a:pt x="2609848" y="213583"/>
                  </a:lnTo>
                  <a:lnTo>
                    <a:pt x="2610371" y="213788"/>
                  </a:lnTo>
                  <a:lnTo>
                    <a:pt x="2611054" y="214082"/>
                  </a:lnTo>
                  <a:lnTo>
                    <a:pt x="2611426" y="214218"/>
                  </a:lnTo>
                  <a:lnTo>
                    <a:pt x="2612318" y="214473"/>
                  </a:lnTo>
                  <a:lnTo>
                    <a:pt x="2613292" y="214606"/>
                  </a:lnTo>
                  <a:lnTo>
                    <a:pt x="2613887" y="214780"/>
                  </a:lnTo>
                  <a:lnTo>
                    <a:pt x="2614502" y="214984"/>
                  </a:lnTo>
                  <a:lnTo>
                    <a:pt x="2614708" y="214966"/>
                  </a:lnTo>
                  <a:lnTo>
                    <a:pt x="2614887" y="214883"/>
                  </a:lnTo>
                  <a:lnTo>
                    <a:pt x="2615008" y="214702"/>
                  </a:lnTo>
                  <a:lnTo>
                    <a:pt x="2615082" y="214619"/>
                  </a:lnTo>
                  <a:lnTo>
                    <a:pt x="2615123" y="214565"/>
                  </a:lnTo>
                  <a:lnTo>
                    <a:pt x="2615127" y="214559"/>
                  </a:lnTo>
                  <a:lnTo>
                    <a:pt x="2615149" y="214522"/>
                  </a:lnTo>
                  <a:lnTo>
                    <a:pt x="2615168" y="214479"/>
                  </a:lnTo>
                  <a:lnTo>
                    <a:pt x="2615175" y="214450"/>
                  </a:lnTo>
                  <a:lnTo>
                    <a:pt x="2615249" y="214037"/>
                  </a:lnTo>
                  <a:lnTo>
                    <a:pt x="2615254" y="213980"/>
                  </a:lnTo>
                  <a:lnTo>
                    <a:pt x="2615254" y="213911"/>
                  </a:lnTo>
                  <a:lnTo>
                    <a:pt x="2615253" y="213898"/>
                  </a:lnTo>
                  <a:lnTo>
                    <a:pt x="2615258" y="213855"/>
                  </a:lnTo>
                  <a:lnTo>
                    <a:pt x="2615269" y="213790"/>
                  </a:lnTo>
                  <a:lnTo>
                    <a:pt x="2615292" y="213670"/>
                  </a:lnTo>
                  <a:lnTo>
                    <a:pt x="2615314" y="213599"/>
                  </a:lnTo>
                  <a:lnTo>
                    <a:pt x="2615337" y="213539"/>
                  </a:lnTo>
                  <a:lnTo>
                    <a:pt x="2615365" y="213473"/>
                  </a:lnTo>
                  <a:lnTo>
                    <a:pt x="2615392" y="213428"/>
                  </a:lnTo>
                  <a:lnTo>
                    <a:pt x="2615415" y="213402"/>
                  </a:lnTo>
                  <a:lnTo>
                    <a:pt x="2615439" y="213379"/>
                  </a:lnTo>
                  <a:lnTo>
                    <a:pt x="2615467" y="213354"/>
                  </a:lnTo>
                  <a:lnTo>
                    <a:pt x="2615500" y="213333"/>
                  </a:lnTo>
                  <a:lnTo>
                    <a:pt x="2615526" y="213322"/>
                  </a:lnTo>
                  <a:lnTo>
                    <a:pt x="2615574" y="213305"/>
                  </a:lnTo>
                  <a:lnTo>
                    <a:pt x="2615889" y="213242"/>
                  </a:lnTo>
                  <a:lnTo>
                    <a:pt x="2616009" y="213221"/>
                  </a:lnTo>
                  <a:lnTo>
                    <a:pt x="2616064" y="213215"/>
                  </a:lnTo>
                  <a:lnTo>
                    <a:pt x="2616123" y="213211"/>
                  </a:lnTo>
                  <a:lnTo>
                    <a:pt x="2616223" y="213212"/>
                  </a:lnTo>
                  <a:lnTo>
                    <a:pt x="2616296" y="213214"/>
                  </a:lnTo>
                  <a:lnTo>
                    <a:pt x="2616391" y="213230"/>
                  </a:lnTo>
                  <a:lnTo>
                    <a:pt x="2616412" y="213238"/>
                  </a:lnTo>
                  <a:lnTo>
                    <a:pt x="2616467" y="213260"/>
                  </a:lnTo>
                  <a:lnTo>
                    <a:pt x="2616554" y="213297"/>
                  </a:lnTo>
                  <a:lnTo>
                    <a:pt x="2616615" y="213329"/>
                  </a:lnTo>
                  <a:lnTo>
                    <a:pt x="2617078" y="213491"/>
                  </a:lnTo>
                  <a:lnTo>
                    <a:pt x="2617934" y="213655"/>
                  </a:lnTo>
                  <a:lnTo>
                    <a:pt x="2618547" y="214013"/>
                  </a:lnTo>
                  <a:lnTo>
                    <a:pt x="2618700" y="214207"/>
                  </a:lnTo>
                  <a:lnTo>
                    <a:pt x="2618917" y="214913"/>
                  </a:lnTo>
                  <a:lnTo>
                    <a:pt x="2618854" y="215220"/>
                  </a:lnTo>
                  <a:lnTo>
                    <a:pt x="2618825" y="215279"/>
                  </a:lnTo>
                  <a:lnTo>
                    <a:pt x="2618818" y="215300"/>
                  </a:lnTo>
                  <a:lnTo>
                    <a:pt x="2618751" y="215477"/>
                  </a:lnTo>
                  <a:lnTo>
                    <a:pt x="2618640" y="215774"/>
                  </a:lnTo>
                  <a:lnTo>
                    <a:pt x="2618625" y="215802"/>
                  </a:lnTo>
                  <a:lnTo>
                    <a:pt x="2618610" y="215825"/>
                  </a:lnTo>
                  <a:lnTo>
                    <a:pt x="2618590" y="215848"/>
                  </a:lnTo>
                  <a:lnTo>
                    <a:pt x="2618524" y="215895"/>
                  </a:lnTo>
                  <a:lnTo>
                    <a:pt x="2618496" y="215915"/>
                  </a:lnTo>
                  <a:lnTo>
                    <a:pt x="2618218" y="216074"/>
                  </a:lnTo>
                  <a:lnTo>
                    <a:pt x="2617790" y="216387"/>
                  </a:lnTo>
                  <a:lnTo>
                    <a:pt x="2617682" y="216459"/>
                  </a:lnTo>
                  <a:lnTo>
                    <a:pt x="2617538" y="216581"/>
                  </a:lnTo>
                  <a:lnTo>
                    <a:pt x="2616564" y="217365"/>
                  </a:lnTo>
                  <a:lnTo>
                    <a:pt x="2616278" y="217659"/>
                  </a:lnTo>
                  <a:lnTo>
                    <a:pt x="2616033" y="218122"/>
                  </a:lnTo>
                  <a:lnTo>
                    <a:pt x="2616031" y="218134"/>
                  </a:lnTo>
                  <a:lnTo>
                    <a:pt x="2615933" y="218505"/>
                  </a:lnTo>
                  <a:lnTo>
                    <a:pt x="2615980" y="218987"/>
                  </a:lnTo>
                  <a:lnTo>
                    <a:pt x="2616158" y="219303"/>
                  </a:lnTo>
                  <a:lnTo>
                    <a:pt x="2616591" y="219631"/>
                  </a:lnTo>
                  <a:lnTo>
                    <a:pt x="2616834" y="219723"/>
                  </a:lnTo>
                  <a:lnTo>
                    <a:pt x="2617420" y="219877"/>
                  </a:lnTo>
                  <a:lnTo>
                    <a:pt x="2618060" y="219938"/>
                  </a:lnTo>
                  <a:lnTo>
                    <a:pt x="2618404" y="219863"/>
                  </a:lnTo>
                  <a:lnTo>
                    <a:pt x="2618607" y="219761"/>
                  </a:lnTo>
                  <a:lnTo>
                    <a:pt x="2618834" y="219650"/>
                  </a:lnTo>
                  <a:lnTo>
                    <a:pt x="2618922" y="219613"/>
                  </a:lnTo>
                  <a:lnTo>
                    <a:pt x="2619065" y="219554"/>
                  </a:lnTo>
                  <a:lnTo>
                    <a:pt x="2619173" y="219511"/>
                  </a:lnTo>
                  <a:lnTo>
                    <a:pt x="2619854" y="219334"/>
                  </a:lnTo>
                  <a:lnTo>
                    <a:pt x="2620684" y="219068"/>
                  </a:lnTo>
                  <a:lnTo>
                    <a:pt x="2621306" y="218894"/>
                  </a:lnTo>
                  <a:lnTo>
                    <a:pt x="2621380" y="218886"/>
                  </a:lnTo>
                  <a:lnTo>
                    <a:pt x="2622081" y="218904"/>
                  </a:lnTo>
                  <a:lnTo>
                    <a:pt x="2622852" y="219075"/>
                  </a:lnTo>
                  <a:lnTo>
                    <a:pt x="2623640" y="219498"/>
                  </a:lnTo>
                  <a:lnTo>
                    <a:pt x="2624316" y="220061"/>
                  </a:lnTo>
                  <a:lnTo>
                    <a:pt x="2624848" y="220337"/>
                  </a:lnTo>
                  <a:lnTo>
                    <a:pt x="2625434" y="220511"/>
                  </a:lnTo>
                  <a:lnTo>
                    <a:pt x="2626341" y="220610"/>
                  </a:lnTo>
                  <a:lnTo>
                    <a:pt x="2626478" y="220589"/>
                  </a:lnTo>
                  <a:lnTo>
                    <a:pt x="2627408" y="220603"/>
                  </a:lnTo>
                  <a:lnTo>
                    <a:pt x="2628012" y="220613"/>
                  </a:lnTo>
                  <a:lnTo>
                    <a:pt x="2628661" y="220931"/>
                  </a:lnTo>
                  <a:lnTo>
                    <a:pt x="2629112" y="221473"/>
                  </a:lnTo>
                  <a:lnTo>
                    <a:pt x="2629419" y="222015"/>
                  </a:lnTo>
                  <a:lnTo>
                    <a:pt x="2629770" y="222895"/>
                  </a:lnTo>
                  <a:lnTo>
                    <a:pt x="2630145" y="224156"/>
                  </a:lnTo>
                  <a:lnTo>
                    <a:pt x="2630356" y="224656"/>
                  </a:lnTo>
                  <a:lnTo>
                    <a:pt x="2630474" y="224841"/>
                  </a:lnTo>
                  <a:lnTo>
                    <a:pt x="2630479" y="224869"/>
                  </a:lnTo>
                  <a:lnTo>
                    <a:pt x="2630663" y="225188"/>
                  </a:lnTo>
                  <a:lnTo>
                    <a:pt x="2631095" y="225638"/>
                  </a:lnTo>
                  <a:lnTo>
                    <a:pt x="2631609" y="225935"/>
                  </a:lnTo>
                  <a:lnTo>
                    <a:pt x="2632294" y="226119"/>
                  </a:lnTo>
                  <a:lnTo>
                    <a:pt x="2632979" y="226303"/>
                  </a:lnTo>
                  <a:lnTo>
                    <a:pt x="2633727" y="226344"/>
                  </a:lnTo>
                  <a:lnTo>
                    <a:pt x="2634205" y="226303"/>
                  </a:lnTo>
                  <a:lnTo>
                    <a:pt x="2634503" y="226211"/>
                  </a:lnTo>
                  <a:lnTo>
                    <a:pt x="2634546" y="226172"/>
                  </a:lnTo>
                  <a:lnTo>
                    <a:pt x="2634555" y="226169"/>
                  </a:lnTo>
                  <a:lnTo>
                    <a:pt x="2634755" y="226017"/>
                  </a:lnTo>
                  <a:lnTo>
                    <a:pt x="2635035" y="225761"/>
                  </a:lnTo>
                  <a:lnTo>
                    <a:pt x="2635630" y="225188"/>
                  </a:lnTo>
                  <a:lnTo>
                    <a:pt x="2635963" y="224758"/>
                  </a:lnTo>
                  <a:lnTo>
                    <a:pt x="2636288" y="224482"/>
                  </a:lnTo>
                  <a:lnTo>
                    <a:pt x="2637099" y="224093"/>
                  </a:lnTo>
                  <a:lnTo>
                    <a:pt x="2638072" y="223735"/>
                  </a:lnTo>
                  <a:lnTo>
                    <a:pt x="2638776" y="223683"/>
                  </a:lnTo>
                  <a:lnTo>
                    <a:pt x="2639767" y="223908"/>
                  </a:lnTo>
                  <a:lnTo>
                    <a:pt x="2640542" y="224134"/>
                  </a:lnTo>
                  <a:lnTo>
                    <a:pt x="2641170" y="224555"/>
                  </a:lnTo>
                  <a:lnTo>
                    <a:pt x="2641233" y="224618"/>
                  </a:lnTo>
                  <a:lnTo>
                    <a:pt x="2641507" y="224851"/>
                  </a:lnTo>
                  <a:lnTo>
                    <a:pt x="2641651" y="224970"/>
                  </a:lnTo>
                  <a:lnTo>
                    <a:pt x="2641819" y="225133"/>
                  </a:lnTo>
                  <a:lnTo>
                    <a:pt x="2642084" y="225423"/>
                  </a:lnTo>
                  <a:lnTo>
                    <a:pt x="2642153" y="225498"/>
                  </a:lnTo>
                  <a:lnTo>
                    <a:pt x="2642269" y="225609"/>
                  </a:lnTo>
                  <a:lnTo>
                    <a:pt x="2642340" y="225673"/>
                  </a:lnTo>
                  <a:lnTo>
                    <a:pt x="2642463" y="225781"/>
                  </a:lnTo>
                  <a:lnTo>
                    <a:pt x="2642649" y="225935"/>
                  </a:lnTo>
                  <a:lnTo>
                    <a:pt x="2642698" y="225970"/>
                  </a:lnTo>
                  <a:lnTo>
                    <a:pt x="2642797" y="226038"/>
                  </a:lnTo>
                  <a:lnTo>
                    <a:pt x="2642839" y="226063"/>
                  </a:lnTo>
                  <a:lnTo>
                    <a:pt x="2642889" y="226085"/>
                  </a:lnTo>
                  <a:lnTo>
                    <a:pt x="2642925" y="226100"/>
                  </a:lnTo>
                  <a:lnTo>
                    <a:pt x="2643026" y="226129"/>
                  </a:lnTo>
                  <a:lnTo>
                    <a:pt x="2643138" y="226151"/>
                  </a:lnTo>
                  <a:lnTo>
                    <a:pt x="2643194" y="226165"/>
                  </a:lnTo>
                  <a:lnTo>
                    <a:pt x="2643269" y="226179"/>
                  </a:lnTo>
                  <a:lnTo>
                    <a:pt x="2643351" y="226194"/>
                  </a:lnTo>
                  <a:lnTo>
                    <a:pt x="2643449" y="226210"/>
                  </a:lnTo>
                  <a:lnTo>
                    <a:pt x="2643534" y="226222"/>
                  </a:lnTo>
                  <a:lnTo>
                    <a:pt x="2644128" y="226286"/>
                  </a:lnTo>
                  <a:lnTo>
                    <a:pt x="2644199" y="226293"/>
                  </a:lnTo>
                  <a:lnTo>
                    <a:pt x="2644617" y="226231"/>
                  </a:lnTo>
                  <a:lnTo>
                    <a:pt x="2645131" y="226129"/>
                  </a:lnTo>
                  <a:lnTo>
                    <a:pt x="2645536" y="225945"/>
                  </a:lnTo>
                  <a:lnTo>
                    <a:pt x="2645825" y="225658"/>
                  </a:lnTo>
                  <a:lnTo>
                    <a:pt x="2645897" y="225413"/>
                  </a:lnTo>
                  <a:lnTo>
                    <a:pt x="2645924" y="225198"/>
                  </a:lnTo>
                  <a:lnTo>
                    <a:pt x="2645897" y="224963"/>
                  </a:lnTo>
                  <a:lnTo>
                    <a:pt x="2645813" y="224677"/>
                  </a:lnTo>
                  <a:lnTo>
                    <a:pt x="2645744" y="224543"/>
                  </a:lnTo>
                  <a:lnTo>
                    <a:pt x="2645740" y="224531"/>
                  </a:lnTo>
                  <a:lnTo>
                    <a:pt x="2645590" y="224318"/>
                  </a:lnTo>
                  <a:lnTo>
                    <a:pt x="2645500" y="224021"/>
                  </a:lnTo>
                  <a:lnTo>
                    <a:pt x="2645473" y="223632"/>
                  </a:lnTo>
                  <a:lnTo>
                    <a:pt x="2645581" y="223161"/>
                  </a:lnTo>
                  <a:lnTo>
                    <a:pt x="2645673" y="222839"/>
                  </a:lnTo>
                  <a:lnTo>
                    <a:pt x="2645834" y="222496"/>
                  </a:lnTo>
                  <a:lnTo>
                    <a:pt x="2646285" y="222128"/>
                  </a:lnTo>
                  <a:lnTo>
                    <a:pt x="2647195" y="221678"/>
                  </a:lnTo>
                  <a:lnTo>
                    <a:pt x="2647736" y="221575"/>
                  </a:lnTo>
                  <a:lnTo>
                    <a:pt x="2648502" y="221504"/>
                  </a:lnTo>
                  <a:lnTo>
                    <a:pt x="2649034" y="221647"/>
                  </a:lnTo>
                  <a:lnTo>
                    <a:pt x="2649709" y="221859"/>
                  </a:lnTo>
                  <a:lnTo>
                    <a:pt x="2649835" y="221884"/>
                  </a:lnTo>
                  <a:lnTo>
                    <a:pt x="2650011" y="221937"/>
                  </a:lnTo>
                  <a:lnTo>
                    <a:pt x="2650218" y="221993"/>
                  </a:lnTo>
                  <a:lnTo>
                    <a:pt x="2650613" y="222091"/>
                  </a:lnTo>
                  <a:lnTo>
                    <a:pt x="2650707" y="222113"/>
                  </a:lnTo>
                  <a:lnTo>
                    <a:pt x="2650801" y="222133"/>
                  </a:lnTo>
                  <a:lnTo>
                    <a:pt x="2650840" y="222139"/>
                  </a:lnTo>
                  <a:lnTo>
                    <a:pt x="2650889" y="222146"/>
                  </a:lnTo>
                  <a:lnTo>
                    <a:pt x="2651486" y="222281"/>
                  </a:lnTo>
                  <a:lnTo>
                    <a:pt x="2652369" y="222568"/>
                  </a:lnTo>
                  <a:lnTo>
                    <a:pt x="2653018" y="223121"/>
                  </a:lnTo>
                  <a:lnTo>
                    <a:pt x="2653442" y="223694"/>
                  </a:lnTo>
                  <a:lnTo>
                    <a:pt x="2653648" y="224234"/>
                  </a:lnTo>
                  <a:lnTo>
                    <a:pt x="2653694" y="224502"/>
                  </a:lnTo>
                  <a:lnTo>
                    <a:pt x="2653740" y="225536"/>
                  </a:lnTo>
                  <a:lnTo>
                    <a:pt x="2653839" y="226815"/>
                  </a:lnTo>
                  <a:lnTo>
                    <a:pt x="2653911" y="227715"/>
                  </a:lnTo>
                  <a:lnTo>
                    <a:pt x="2654047" y="228215"/>
                  </a:lnTo>
                  <a:lnTo>
                    <a:pt x="2654046" y="228234"/>
                  </a:lnTo>
                  <a:lnTo>
                    <a:pt x="2654049" y="228296"/>
                  </a:lnTo>
                  <a:lnTo>
                    <a:pt x="2654054" y="228343"/>
                  </a:lnTo>
                  <a:lnTo>
                    <a:pt x="2654075" y="228453"/>
                  </a:lnTo>
                  <a:lnTo>
                    <a:pt x="2654088" y="228518"/>
                  </a:lnTo>
                  <a:lnTo>
                    <a:pt x="2654098" y="228564"/>
                  </a:lnTo>
                  <a:lnTo>
                    <a:pt x="2654103" y="228593"/>
                  </a:lnTo>
                  <a:lnTo>
                    <a:pt x="2654119" y="228659"/>
                  </a:lnTo>
                  <a:lnTo>
                    <a:pt x="2654133" y="228710"/>
                  </a:lnTo>
                  <a:lnTo>
                    <a:pt x="2654173" y="228833"/>
                  </a:lnTo>
                  <a:lnTo>
                    <a:pt x="2654223" y="228944"/>
                  </a:lnTo>
                  <a:lnTo>
                    <a:pt x="2654388" y="229279"/>
                  </a:lnTo>
                  <a:lnTo>
                    <a:pt x="2654408" y="229316"/>
                  </a:lnTo>
                  <a:lnTo>
                    <a:pt x="2654439" y="229369"/>
                  </a:lnTo>
                  <a:lnTo>
                    <a:pt x="2654489" y="229445"/>
                  </a:lnTo>
                  <a:lnTo>
                    <a:pt x="2654521" y="229485"/>
                  </a:lnTo>
                  <a:lnTo>
                    <a:pt x="2654604" y="229587"/>
                  </a:lnTo>
                  <a:lnTo>
                    <a:pt x="2654665" y="229655"/>
                  </a:lnTo>
                  <a:lnTo>
                    <a:pt x="2654702" y="229696"/>
                  </a:lnTo>
                  <a:lnTo>
                    <a:pt x="2654819" y="229819"/>
                  </a:lnTo>
                  <a:lnTo>
                    <a:pt x="2654890" y="229882"/>
                  </a:lnTo>
                  <a:lnTo>
                    <a:pt x="2654947" y="229927"/>
                  </a:lnTo>
                  <a:lnTo>
                    <a:pt x="2655092" y="230030"/>
                  </a:lnTo>
                  <a:lnTo>
                    <a:pt x="2655216" y="230107"/>
                  </a:lnTo>
                  <a:lnTo>
                    <a:pt x="2655253" y="230127"/>
                  </a:lnTo>
                  <a:lnTo>
                    <a:pt x="2655326" y="230166"/>
                  </a:lnTo>
                  <a:lnTo>
                    <a:pt x="2655382" y="230188"/>
                  </a:lnTo>
                  <a:lnTo>
                    <a:pt x="2655424" y="230198"/>
                  </a:lnTo>
                  <a:lnTo>
                    <a:pt x="2655487" y="230212"/>
                  </a:lnTo>
                  <a:lnTo>
                    <a:pt x="2655750" y="230269"/>
                  </a:lnTo>
                  <a:lnTo>
                    <a:pt x="2655780" y="230279"/>
                  </a:lnTo>
                  <a:lnTo>
                    <a:pt x="2655843" y="230301"/>
                  </a:lnTo>
                  <a:lnTo>
                    <a:pt x="2655893" y="230319"/>
                  </a:lnTo>
                  <a:lnTo>
                    <a:pt x="2655980" y="230352"/>
                  </a:lnTo>
                  <a:lnTo>
                    <a:pt x="2656057" y="230384"/>
                  </a:lnTo>
                  <a:lnTo>
                    <a:pt x="2656087" y="230396"/>
                  </a:lnTo>
                  <a:lnTo>
                    <a:pt x="2656133" y="230408"/>
                  </a:lnTo>
                  <a:lnTo>
                    <a:pt x="2656177" y="230417"/>
                  </a:lnTo>
                  <a:lnTo>
                    <a:pt x="2656310" y="230423"/>
                  </a:lnTo>
                  <a:lnTo>
                    <a:pt x="2656431" y="230423"/>
                  </a:lnTo>
                  <a:lnTo>
                    <a:pt x="2656682" y="230411"/>
                  </a:lnTo>
                  <a:lnTo>
                    <a:pt x="2656751" y="230404"/>
                  </a:lnTo>
                  <a:lnTo>
                    <a:pt x="2656808" y="230398"/>
                  </a:lnTo>
                  <a:lnTo>
                    <a:pt x="2657204" y="230323"/>
                  </a:lnTo>
                  <a:lnTo>
                    <a:pt x="2657258" y="230310"/>
                  </a:lnTo>
                  <a:lnTo>
                    <a:pt x="2657329" y="230288"/>
                  </a:lnTo>
                  <a:lnTo>
                    <a:pt x="2657453" y="230237"/>
                  </a:lnTo>
                  <a:lnTo>
                    <a:pt x="2657490" y="230220"/>
                  </a:lnTo>
                  <a:lnTo>
                    <a:pt x="2658283" y="229844"/>
                  </a:lnTo>
                  <a:lnTo>
                    <a:pt x="2658652" y="229659"/>
                  </a:lnTo>
                  <a:lnTo>
                    <a:pt x="2658771" y="229595"/>
                  </a:lnTo>
                  <a:lnTo>
                    <a:pt x="2658810" y="229580"/>
                  </a:lnTo>
                  <a:lnTo>
                    <a:pt x="2658868" y="229559"/>
                  </a:lnTo>
                  <a:lnTo>
                    <a:pt x="2659408" y="229397"/>
                  </a:lnTo>
                  <a:lnTo>
                    <a:pt x="2659450" y="229385"/>
                  </a:lnTo>
                  <a:lnTo>
                    <a:pt x="2659499" y="229374"/>
                  </a:lnTo>
                  <a:lnTo>
                    <a:pt x="2659579" y="229356"/>
                  </a:lnTo>
                  <a:lnTo>
                    <a:pt x="2659645" y="229347"/>
                  </a:lnTo>
                  <a:lnTo>
                    <a:pt x="2659747" y="229336"/>
                  </a:lnTo>
                  <a:lnTo>
                    <a:pt x="2659985" y="229318"/>
                  </a:lnTo>
                  <a:lnTo>
                    <a:pt x="2660141" y="229307"/>
                  </a:lnTo>
                  <a:lnTo>
                    <a:pt x="2660225" y="229302"/>
                  </a:lnTo>
                  <a:lnTo>
                    <a:pt x="2660295" y="229301"/>
                  </a:lnTo>
                  <a:lnTo>
                    <a:pt x="2660360" y="229301"/>
                  </a:lnTo>
                  <a:lnTo>
                    <a:pt x="2660530" y="229301"/>
                  </a:lnTo>
                  <a:lnTo>
                    <a:pt x="2660841" y="229310"/>
                  </a:lnTo>
                  <a:lnTo>
                    <a:pt x="2661058" y="229326"/>
                  </a:lnTo>
                  <a:lnTo>
                    <a:pt x="2661126" y="229334"/>
                  </a:lnTo>
                  <a:lnTo>
                    <a:pt x="2661212" y="229347"/>
                  </a:lnTo>
                  <a:lnTo>
                    <a:pt x="2661295" y="229361"/>
                  </a:lnTo>
                  <a:lnTo>
                    <a:pt x="2661444" y="229403"/>
                  </a:lnTo>
                  <a:lnTo>
                    <a:pt x="2661517" y="229429"/>
                  </a:lnTo>
                  <a:lnTo>
                    <a:pt x="2661589" y="229457"/>
                  </a:lnTo>
                  <a:lnTo>
                    <a:pt x="2661677" y="229497"/>
                  </a:lnTo>
                  <a:lnTo>
                    <a:pt x="2661767" y="229543"/>
                  </a:lnTo>
                  <a:lnTo>
                    <a:pt x="2661956" y="229648"/>
                  </a:lnTo>
                  <a:lnTo>
                    <a:pt x="2662013" y="229681"/>
                  </a:lnTo>
                  <a:lnTo>
                    <a:pt x="2662074" y="229720"/>
                  </a:lnTo>
                  <a:lnTo>
                    <a:pt x="2662448" y="230023"/>
                  </a:lnTo>
                  <a:lnTo>
                    <a:pt x="2662835" y="230370"/>
                  </a:lnTo>
                  <a:lnTo>
                    <a:pt x="2662935" y="230464"/>
                  </a:lnTo>
                  <a:lnTo>
                    <a:pt x="2662978" y="230506"/>
                  </a:lnTo>
                  <a:lnTo>
                    <a:pt x="2663040" y="230568"/>
                  </a:lnTo>
                  <a:lnTo>
                    <a:pt x="2663105" y="230635"/>
                  </a:lnTo>
                  <a:lnTo>
                    <a:pt x="2663178" y="230712"/>
                  </a:lnTo>
                  <a:lnTo>
                    <a:pt x="2663204" y="230741"/>
                  </a:lnTo>
                  <a:lnTo>
                    <a:pt x="2663257" y="230814"/>
                  </a:lnTo>
                  <a:lnTo>
                    <a:pt x="2663326" y="230911"/>
                  </a:lnTo>
                  <a:lnTo>
                    <a:pt x="2663378" y="230985"/>
                  </a:lnTo>
                  <a:lnTo>
                    <a:pt x="2663397" y="231021"/>
                  </a:lnTo>
                  <a:lnTo>
                    <a:pt x="2663438" y="231109"/>
                  </a:lnTo>
                  <a:lnTo>
                    <a:pt x="2663465" y="231187"/>
                  </a:lnTo>
                  <a:lnTo>
                    <a:pt x="2663487" y="231280"/>
                  </a:lnTo>
                  <a:lnTo>
                    <a:pt x="2663493" y="231322"/>
                  </a:lnTo>
                  <a:lnTo>
                    <a:pt x="2663500" y="231377"/>
                  </a:lnTo>
                  <a:lnTo>
                    <a:pt x="2663510" y="231520"/>
                  </a:lnTo>
                  <a:lnTo>
                    <a:pt x="2663516" y="231647"/>
                  </a:lnTo>
                  <a:lnTo>
                    <a:pt x="2663524" y="231698"/>
                  </a:lnTo>
                  <a:lnTo>
                    <a:pt x="2663555" y="231839"/>
                  </a:lnTo>
                  <a:lnTo>
                    <a:pt x="2663565" y="231874"/>
                  </a:lnTo>
                  <a:lnTo>
                    <a:pt x="2663565" y="232279"/>
                  </a:lnTo>
                  <a:lnTo>
                    <a:pt x="2663529" y="232520"/>
                  </a:lnTo>
                  <a:lnTo>
                    <a:pt x="2663439" y="232842"/>
                  </a:lnTo>
                  <a:lnTo>
                    <a:pt x="2663457" y="233344"/>
                  </a:lnTo>
                  <a:lnTo>
                    <a:pt x="2663565" y="234019"/>
                  </a:lnTo>
                  <a:lnTo>
                    <a:pt x="2663748" y="234470"/>
                  </a:lnTo>
                  <a:lnTo>
                    <a:pt x="2663980" y="234787"/>
                  </a:lnTo>
                  <a:lnTo>
                    <a:pt x="2664503" y="235165"/>
                  </a:lnTo>
                  <a:lnTo>
                    <a:pt x="2664962" y="235513"/>
                  </a:lnTo>
                  <a:lnTo>
                    <a:pt x="2665630" y="235667"/>
                  </a:lnTo>
                  <a:lnTo>
                    <a:pt x="2666396" y="235748"/>
                  </a:lnTo>
                  <a:lnTo>
                    <a:pt x="2667134" y="235709"/>
                  </a:lnTo>
                  <a:lnTo>
                    <a:pt x="2667251" y="235683"/>
                  </a:lnTo>
                  <a:lnTo>
                    <a:pt x="2667679" y="235632"/>
                  </a:lnTo>
                  <a:lnTo>
                    <a:pt x="2667715" y="235629"/>
                  </a:lnTo>
                  <a:lnTo>
                    <a:pt x="2667731" y="235629"/>
                  </a:lnTo>
                  <a:lnTo>
                    <a:pt x="2667777" y="235631"/>
                  </a:lnTo>
                  <a:lnTo>
                    <a:pt x="2667842" y="235634"/>
                  </a:lnTo>
                  <a:lnTo>
                    <a:pt x="2667905" y="235641"/>
                  </a:lnTo>
                  <a:lnTo>
                    <a:pt x="2667978" y="235654"/>
                  </a:lnTo>
                  <a:lnTo>
                    <a:pt x="2668034" y="235667"/>
                  </a:lnTo>
                  <a:lnTo>
                    <a:pt x="2668098" y="235689"/>
                  </a:lnTo>
                  <a:lnTo>
                    <a:pt x="2668152" y="235721"/>
                  </a:lnTo>
                  <a:lnTo>
                    <a:pt x="2668366" y="235852"/>
                  </a:lnTo>
                  <a:lnTo>
                    <a:pt x="2668414" y="235883"/>
                  </a:lnTo>
                  <a:lnTo>
                    <a:pt x="2668420" y="235887"/>
                  </a:lnTo>
                  <a:lnTo>
                    <a:pt x="2668676" y="236178"/>
                  </a:lnTo>
                  <a:lnTo>
                    <a:pt x="2668740" y="236455"/>
                  </a:lnTo>
                  <a:lnTo>
                    <a:pt x="2668780" y="236695"/>
                  </a:lnTo>
                  <a:lnTo>
                    <a:pt x="2668713" y="237102"/>
                  </a:lnTo>
                  <a:lnTo>
                    <a:pt x="2668676" y="237212"/>
                  </a:lnTo>
                  <a:lnTo>
                    <a:pt x="2668226" y="237816"/>
                  </a:lnTo>
                  <a:lnTo>
                    <a:pt x="2668127" y="238112"/>
                  </a:lnTo>
                  <a:lnTo>
                    <a:pt x="2668078" y="238407"/>
                  </a:lnTo>
                  <a:lnTo>
                    <a:pt x="2668102" y="238651"/>
                  </a:lnTo>
                  <a:lnTo>
                    <a:pt x="2668262" y="238982"/>
                  </a:lnTo>
                  <a:lnTo>
                    <a:pt x="2668588" y="239282"/>
                  </a:lnTo>
                  <a:lnTo>
                    <a:pt x="2668938" y="239392"/>
                  </a:lnTo>
                  <a:lnTo>
                    <a:pt x="2669650" y="239453"/>
                  </a:lnTo>
                  <a:lnTo>
                    <a:pt x="2670533" y="239504"/>
                  </a:lnTo>
                  <a:lnTo>
                    <a:pt x="2671230" y="239698"/>
                  </a:lnTo>
                  <a:lnTo>
                    <a:pt x="2671500" y="239866"/>
                  </a:lnTo>
                  <a:lnTo>
                    <a:pt x="2671577" y="239928"/>
                  </a:lnTo>
                  <a:lnTo>
                    <a:pt x="2671747" y="240070"/>
                  </a:lnTo>
                  <a:lnTo>
                    <a:pt x="2671782" y="240099"/>
                  </a:lnTo>
                  <a:lnTo>
                    <a:pt x="2671813" y="240149"/>
                  </a:lnTo>
                  <a:lnTo>
                    <a:pt x="2671905" y="240344"/>
                  </a:lnTo>
                  <a:lnTo>
                    <a:pt x="2671967" y="240701"/>
                  </a:lnTo>
                  <a:lnTo>
                    <a:pt x="2671940" y="241060"/>
                  </a:lnTo>
                  <a:lnTo>
                    <a:pt x="2671888" y="241255"/>
                  </a:lnTo>
                  <a:lnTo>
                    <a:pt x="2671696" y="241581"/>
                  </a:lnTo>
                  <a:lnTo>
                    <a:pt x="2671345" y="241909"/>
                  </a:lnTo>
                  <a:lnTo>
                    <a:pt x="2671255" y="242062"/>
                  </a:lnTo>
                  <a:lnTo>
                    <a:pt x="2671237" y="242185"/>
                  </a:lnTo>
                  <a:lnTo>
                    <a:pt x="2671246" y="242400"/>
                  </a:lnTo>
                  <a:lnTo>
                    <a:pt x="2671273" y="242697"/>
                  </a:lnTo>
                  <a:lnTo>
                    <a:pt x="2671372" y="242893"/>
                  </a:lnTo>
                  <a:lnTo>
                    <a:pt x="2671759" y="243147"/>
                  </a:lnTo>
                  <a:lnTo>
                    <a:pt x="2672381" y="243413"/>
                  </a:lnTo>
                  <a:lnTo>
                    <a:pt x="2673084" y="243618"/>
                  </a:lnTo>
                  <a:lnTo>
                    <a:pt x="2673914" y="243710"/>
                  </a:lnTo>
                  <a:lnTo>
                    <a:pt x="2674446" y="243863"/>
                  </a:lnTo>
                  <a:lnTo>
                    <a:pt x="2675113" y="244109"/>
                  </a:lnTo>
                  <a:lnTo>
                    <a:pt x="2675771" y="244334"/>
                  </a:lnTo>
                  <a:lnTo>
                    <a:pt x="2676086" y="244457"/>
                  </a:lnTo>
                  <a:lnTo>
                    <a:pt x="2676420" y="244672"/>
                  </a:lnTo>
                  <a:lnTo>
                    <a:pt x="2676619" y="244891"/>
                  </a:lnTo>
                  <a:lnTo>
                    <a:pt x="2676741" y="245079"/>
                  </a:lnTo>
                  <a:lnTo>
                    <a:pt x="2676792" y="245167"/>
                  </a:lnTo>
                  <a:lnTo>
                    <a:pt x="2676873" y="245340"/>
                  </a:lnTo>
                  <a:lnTo>
                    <a:pt x="2676888" y="245378"/>
                  </a:lnTo>
                  <a:lnTo>
                    <a:pt x="2676902" y="245419"/>
                  </a:lnTo>
                  <a:lnTo>
                    <a:pt x="2676919" y="245475"/>
                  </a:lnTo>
                  <a:lnTo>
                    <a:pt x="2676937" y="245524"/>
                  </a:lnTo>
                  <a:lnTo>
                    <a:pt x="2676953" y="245562"/>
                  </a:lnTo>
                  <a:lnTo>
                    <a:pt x="2677019" y="245677"/>
                  </a:lnTo>
                  <a:lnTo>
                    <a:pt x="2677086" y="245792"/>
                  </a:lnTo>
                  <a:lnTo>
                    <a:pt x="2677187" y="245947"/>
                  </a:lnTo>
                  <a:lnTo>
                    <a:pt x="2677222" y="245994"/>
                  </a:lnTo>
                  <a:lnTo>
                    <a:pt x="2677353" y="246168"/>
                  </a:lnTo>
                  <a:lnTo>
                    <a:pt x="2677425" y="246256"/>
                  </a:lnTo>
                  <a:lnTo>
                    <a:pt x="2677517" y="246331"/>
                  </a:lnTo>
                  <a:lnTo>
                    <a:pt x="2677563" y="246366"/>
                  </a:lnTo>
                  <a:lnTo>
                    <a:pt x="2677589" y="246384"/>
                  </a:lnTo>
                  <a:lnTo>
                    <a:pt x="2677824" y="246585"/>
                  </a:lnTo>
                  <a:lnTo>
                    <a:pt x="2677928" y="246683"/>
                  </a:lnTo>
                  <a:lnTo>
                    <a:pt x="2678524" y="247000"/>
                  </a:lnTo>
                  <a:lnTo>
                    <a:pt x="2678581" y="247021"/>
                  </a:lnTo>
                  <a:lnTo>
                    <a:pt x="2679186" y="247230"/>
                  </a:lnTo>
                  <a:lnTo>
                    <a:pt x="2679365" y="247281"/>
                  </a:lnTo>
                  <a:lnTo>
                    <a:pt x="2679441" y="247305"/>
                  </a:lnTo>
                  <a:lnTo>
                    <a:pt x="2679491" y="247320"/>
                  </a:lnTo>
                  <a:lnTo>
                    <a:pt x="2680097" y="247563"/>
                  </a:lnTo>
                  <a:lnTo>
                    <a:pt x="2680172" y="247594"/>
                  </a:lnTo>
                  <a:lnTo>
                    <a:pt x="2680241" y="247629"/>
                  </a:lnTo>
                  <a:lnTo>
                    <a:pt x="2680295" y="247658"/>
                  </a:lnTo>
                  <a:lnTo>
                    <a:pt x="2680435" y="247733"/>
                  </a:lnTo>
                  <a:lnTo>
                    <a:pt x="2680605" y="247827"/>
                  </a:lnTo>
                  <a:lnTo>
                    <a:pt x="2680664" y="247862"/>
                  </a:lnTo>
                  <a:lnTo>
                    <a:pt x="2680758" y="247919"/>
                  </a:lnTo>
                  <a:lnTo>
                    <a:pt x="2680792" y="247939"/>
                  </a:lnTo>
                  <a:lnTo>
                    <a:pt x="2681251" y="248201"/>
                  </a:lnTo>
                  <a:lnTo>
                    <a:pt x="2681359" y="248263"/>
                  </a:lnTo>
                  <a:lnTo>
                    <a:pt x="2681467" y="248335"/>
                  </a:lnTo>
                  <a:lnTo>
                    <a:pt x="2681559" y="248397"/>
                  </a:lnTo>
                  <a:lnTo>
                    <a:pt x="2681716" y="248519"/>
                  </a:lnTo>
                  <a:lnTo>
                    <a:pt x="2681903" y="248663"/>
                  </a:lnTo>
                  <a:lnTo>
                    <a:pt x="2681985" y="248720"/>
                  </a:lnTo>
                  <a:lnTo>
                    <a:pt x="2682035" y="248751"/>
                  </a:lnTo>
                  <a:lnTo>
                    <a:pt x="2682168" y="248840"/>
                  </a:lnTo>
                  <a:lnTo>
                    <a:pt x="2682356" y="248989"/>
                  </a:lnTo>
                  <a:lnTo>
                    <a:pt x="2682463" y="249073"/>
                  </a:lnTo>
                  <a:lnTo>
                    <a:pt x="2682483" y="249090"/>
                  </a:lnTo>
                  <a:lnTo>
                    <a:pt x="2682676" y="249215"/>
                  </a:lnTo>
                  <a:lnTo>
                    <a:pt x="2683776" y="249983"/>
                  </a:lnTo>
                  <a:lnTo>
                    <a:pt x="2684314" y="250301"/>
                  </a:lnTo>
                  <a:lnTo>
                    <a:pt x="2684776" y="250658"/>
                  </a:lnTo>
                  <a:lnTo>
                    <a:pt x="2685250" y="251102"/>
                  </a:lnTo>
                  <a:lnTo>
                    <a:pt x="2685416" y="251334"/>
                  </a:lnTo>
                  <a:lnTo>
                    <a:pt x="2685813" y="251938"/>
                  </a:lnTo>
                  <a:lnTo>
                    <a:pt x="2686309" y="252419"/>
                  </a:lnTo>
                  <a:lnTo>
                    <a:pt x="2686491" y="252522"/>
                  </a:lnTo>
                  <a:lnTo>
                    <a:pt x="2687111" y="252644"/>
                  </a:lnTo>
                  <a:lnTo>
                    <a:pt x="2688139" y="252582"/>
                  </a:lnTo>
                  <a:lnTo>
                    <a:pt x="2688206" y="252577"/>
                  </a:lnTo>
                  <a:lnTo>
                    <a:pt x="2688282" y="252564"/>
                  </a:lnTo>
                  <a:lnTo>
                    <a:pt x="2688691" y="252484"/>
                  </a:lnTo>
                  <a:lnTo>
                    <a:pt x="2688762" y="252469"/>
                  </a:lnTo>
                  <a:lnTo>
                    <a:pt x="2688826" y="252453"/>
                  </a:lnTo>
                  <a:lnTo>
                    <a:pt x="2688950" y="252417"/>
                  </a:lnTo>
                  <a:lnTo>
                    <a:pt x="2689333" y="252290"/>
                  </a:lnTo>
                  <a:lnTo>
                    <a:pt x="2689437" y="252275"/>
                  </a:lnTo>
                  <a:lnTo>
                    <a:pt x="2690455" y="251876"/>
                  </a:lnTo>
                  <a:lnTo>
                    <a:pt x="2691699" y="251364"/>
                  </a:lnTo>
                  <a:lnTo>
                    <a:pt x="2692565" y="251057"/>
                  </a:lnTo>
                  <a:lnTo>
                    <a:pt x="2693673" y="250710"/>
                  </a:lnTo>
                  <a:lnTo>
                    <a:pt x="2694443" y="250468"/>
                  </a:lnTo>
                  <a:lnTo>
                    <a:pt x="2694839" y="250390"/>
                  </a:lnTo>
                  <a:lnTo>
                    <a:pt x="2695040" y="250352"/>
                  </a:lnTo>
                  <a:lnTo>
                    <a:pt x="2695195" y="250323"/>
                  </a:lnTo>
                  <a:lnTo>
                    <a:pt x="2695424" y="250283"/>
                  </a:lnTo>
                  <a:lnTo>
                    <a:pt x="2695646" y="250257"/>
                  </a:lnTo>
                  <a:lnTo>
                    <a:pt x="2695770" y="250249"/>
                  </a:lnTo>
                  <a:lnTo>
                    <a:pt x="2695885" y="250243"/>
                  </a:lnTo>
                  <a:lnTo>
                    <a:pt x="2695963" y="250240"/>
                  </a:lnTo>
                  <a:lnTo>
                    <a:pt x="2696075" y="250241"/>
                  </a:lnTo>
                  <a:lnTo>
                    <a:pt x="2696175" y="250248"/>
                  </a:lnTo>
                  <a:lnTo>
                    <a:pt x="2696251" y="250255"/>
                  </a:lnTo>
                  <a:lnTo>
                    <a:pt x="2696382" y="250269"/>
                  </a:lnTo>
                  <a:lnTo>
                    <a:pt x="2696752" y="250315"/>
                  </a:lnTo>
                  <a:lnTo>
                    <a:pt x="2696811" y="250324"/>
                  </a:lnTo>
                  <a:lnTo>
                    <a:pt x="2696888" y="250339"/>
                  </a:lnTo>
                  <a:lnTo>
                    <a:pt x="2697238" y="250431"/>
                  </a:lnTo>
                  <a:lnTo>
                    <a:pt x="2697330" y="250460"/>
                  </a:lnTo>
                  <a:lnTo>
                    <a:pt x="2697392" y="250481"/>
                  </a:lnTo>
                  <a:lnTo>
                    <a:pt x="2697439" y="250501"/>
                  </a:lnTo>
                  <a:lnTo>
                    <a:pt x="2697473" y="250518"/>
                  </a:lnTo>
                  <a:lnTo>
                    <a:pt x="2697503" y="250533"/>
                  </a:lnTo>
                  <a:lnTo>
                    <a:pt x="2697551" y="250564"/>
                  </a:lnTo>
                  <a:lnTo>
                    <a:pt x="2697597" y="250597"/>
                  </a:lnTo>
                  <a:lnTo>
                    <a:pt x="2697634" y="250628"/>
                  </a:lnTo>
                  <a:lnTo>
                    <a:pt x="2697678" y="250668"/>
                  </a:lnTo>
                  <a:lnTo>
                    <a:pt x="2697722" y="250709"/>
                  </a:lnTo>
                  <a:lnTo>
                    <a:pt x="2697756" y="250746"/>
                  </a:lnTo>
                  <a:lnTo>
                    <a:pt x="2697785" y="250779"/>
                  </a:lnTo>
                  <a:lnTo>
                    <a:pt x="2697827" y="250826"/>
                  </a:lnTo>
                  <a:lnTo>
                    <a:pt x="2697850" y="250854"/>
                  </a:lnTo>
                  <a:lnTo>
                    <a:pt x="2697881" y="250893"/>
                  </a:lnTo>
                  <a:lnTo>
                    <a:pt x="2697948" y="250980"/>
                  </a:lnTo>
                  <a:lnTo>
                    <a:pt x="2698027" y="251115"/>
                  </a:lnTo>
                  <a:lnTo>
                    <a:pt x="2698048" y="251150"/>
                  </a:lnTo>
                  <a:lnTo>
                    <a:pt x="2698069" y="251195"/>
                  </a:lnTo>
                  <a:lnTo>
                    <a:pt x="2698111" y="251287"/>
                  </a:lnTo>
                  <a:lnTo>
                    <a:pt x="2698134" y="251356"/>
                  </a:lnTo>
                  <a:lnTo>
                    <a:pt x="2698169" y="251425"/>
                  </a:lnTo>
                  <a:lnTo>
                    <a:pt x="2698229" y="251573"/>
                  </a:lnTo>
                  <a:lnTo>
                    <a:pt x="2698307" y="251784"/>
                  </a:lnTo>
                  <a:lnTo>
                    <a:pt x="2698321" y="251824"/>
                  </a:lnTo>
                  <a:lnTo>
                    <a:pt x="2698337" y="251867"/>
                  </a:lnTo>
                  <a:lnTo>
                    <a:pt x="2698350" y="251910"/>
                  </a:lnTo>
                  <a:lnTo>
                    <a:pt x="2698364" y="251971"/>
                  </a:lnTo>
                  <a:lnTo>
                    <a:pt x="2698387" y="252054"/>
                  </a:lnTo>
                  <a:lnTo>
                    <a:pt x="2698418" y="252154"/>
                  </a:lnTo>
                  <a:lnTo>
                    <a:pt x="2698452" y="252229"/>
                  </a:lnTo>
                  <a:lnTo>
                    <a:pt x="2698483" y="252299"/>
                  </a:lnTo>
                  <a:lnTo>
                    <a:pt x="2698504" y="252344"/>
                  </a:lnTo>
                  <a:lnTo>
                    <a:pt x="2698533" y="252389"/>
                  </a:lnTo>
                  <a:lnTo>
                    <a:pt x="2698572" y="252432"/>
                  </a:lnTo>
                  <a:lnTo>
                    <a:pt x="2698616" y="252473"/>
                  </a:lnTo>
                  <a:lnTo>
                    <a:pt x="2698662" y="252510"/>
                  </a:lnTo>
                  <a:lnTo>
                    <a:pt x="2698711" y="252546"/>
                  </a:lnTo>
                  <a:lnTo>
                    <a:pt x="2698773" y="252591"/>
                  </a:lnTo>
                  <a:lnTo>
                    <a:pt x="2698854" y="252638"/>
                  </a:lnTo>
                  <a:lnTo>
                    <a:pt x="2699147" y="252818"/>
                  </a:lnTo>
                  <a:lnTo>
                    <a:pt x="2699282" y="252887"/>
                  </a:lnTo>
                  <a:lnTo>
                    <a:pt x="2699468" y="252982"/>
                  </a:lnTo>
                  <a:lnTo>
                    <a:pt x="2699579" y="253029"/>
                  </a:lnTo>
                  <a:lnTo>
                    <a:pt x="2699629" y="253045"/>
                  </a:lnTo>
                  <a:lnTo>
                    <a:pt x="2699673" y="253057"/>
                  </a:lnTo>
                  <a:lnTo>
                    <a:pt x="2699735" y="253068"/>
                  </a:lnTo>
                  <a:lnTo>
                    <a:pt x="2699829" y="253078"/>
                  </a:lnTo>
                  <a:lnTo>
                    <a:pt x="2699847" y="253079"/>
                  </a:lnTo>
                  <a:lnTo>
                    <a:pt x="2700004" y="253095"/>
                  </a:lnTo>
                  <a:lnTo>
                    <a:pt x="2700598" y="253146"/>
                  </a:lnTo>
                  <a:lnTo>
                    <a:pt x="2700682" y="253152"/>
                  </a:lnTo>
                  <a:lnTo>
                    <a:pt x="2700780" y="253152"/>
                  </a:lnTo>
                  <a:lnTo>
                    <a:pt x="2700828" y="253151"/>
                  </a:lnTo>
                  <a:lnTo>
                    <a:pt x="2700912" y="253145"/>
                  </a:lnTo>
                  <a:lnTo>
                    <a:pt x="2700970" y="253140"/>
                  </a:lnTo>
                  <a:lnTo>
                    <a:pt x="2701129" y="253108"/>
                  </a:lnTo>
                  <a:lnTo>
                    <a:pt x="2701202" y="253092"/>
                  </a:lnTo>
                  <a:lnTo>
                    <a:pt x="2701313" y="253063"/>
                  </a:lnTo>
                  <a:lnTo>
                    <a:pt x="2701367" y="253046"/>
                  </a:lnTo>
                  <a:lnTo>
                    <a:pt x="2701584" y="252974"/>
                  </a:lnTo>
                  <a:lnTo>
                    <a:pt x="2701730" y="252922"/>
                  </a:lnTo>
                  <a:lnTo>
                    <a:pt x="2701935" y="252843"/>
                  </a:lnTo>
                  <a:lnTo>
                    <a:pt x="2702043" y="252793"/>
                  </a:lnTo>
                  <a:lnTo>
                    <a:pt x="2702120" y="252755"/>
                  </a:lnTo>
                  <a:lnTo>
                    <a:pt x="2702180" y="252726"/>
                  </a:lnTo>
                  <a:lnTo>
                    <a:pt x="2702356" y="252632"/>
                  </a:lnTo>
                  <a:lnTo>
                    <a:pt x="2702440" y="252585"/>
                  </a:lnTo>
                  <a:lnTo>
                    <a:pt x="2702497" y="252552"/>
                  </a:lnTo>
                  <a:lnTo>
                    <a:pt x="2702765" y="252383"/>
                  </a:lnTo>
                  <a:lnTo>
                    <a:pt x="2702882" y="252308"/>
                  </a:lnTo>
                  <a:lnTo>
                    <a:pt x="2702970" y="252247"/>
                  </a:lnTo>
                  <a:lnTo>
                    <a:pt x="2703073" y="252184"/>
                  </a:lnTo>
                  <a:lnTo>
                    <a:pt x="2703155" y="252139"/>
                  </a:lnTo>
                  <a:lnTo>
                    <a:pt x="2703209" y="252112"/>
                  </a:lnTo>
                  <a:lnTo>
                    <a:pt x="2703303" y="252076"/>
                  </a:lnTo>
                  <a:lnTo>
                    <a:pt x="2703426" y="252031"/>
                  </a:lnTo>
                  <a:lnTo>
                    <a:pt x="2703880" y="251832"/>
                  </a:lnTo>
                  <a:lnTo>
                    <a:pt x="2703981" y="251784"/>
                  </a:lnTo>
                  <a:lnTo>
                    <a:pt x="2704071" y="251740"/>
                  </a:lnTo>
                  <a:lnTo>
                    <a:pt x="2704189" y="251688"/>
                  </a:lnTo>
                  <a:lnTo>
                    <a:pt x="2704353" y="251617"/>
                  </a:lnTo>
                  <a:lnTo>
                    <a:pt x="2704403" y="251598"/>
                  </a:lnTo>
                  <a:lnTo>
                    <a:pt x="2704453" y="251585"/>
                  </a:lnTo>
                  <a:lnTo>
                    <a:pt x="2704526" y="251567"/>
                  </a:lnTo>
                  <a:lnTo>
                    <a:pt x="2704722" y="251528"/>
                  </a:lnTo>
                  <a:lnTo>
                    <a:pt x="2704787" y="251520"/>
                  </a:lnTo>
                  <a:lnTo>
                    <a:pt x="2704867" y="251515"/>
                  </a:lnTo>
                  <a:lnTo>
                    <a:pt x="2704972" y="251512"/>
                  </a:lnTo>
                  <a:lnTo>
                    <a:pt x="2705068" y="251518"/>
                  </a:lnTo>
                  <a:lnTo>
                    <a:pt x="2705163" y="251531"/>
                  </a:lnTo>
                  <a:lnTo>
                    <a:pt x="2705258" y="251547"/>
                  </a:lnTo>
                  <a:lnTo>
                    <a:pt x="2705388" y="251583"/>
                  </a:lnTo>
                  <a:lnTo>
                    <a:pt x="2705395" y="251585"/>
                  </a:lnTo>
                  <a:lnTo>
                    <a:pt x="2705493" y="251611"/>
                  </a:lnTo>
                  <a:lnTo>
                    <a:pt x="2705594" y="251611"/>
                  </a:lnTo>
                  <a:lnTo>
                    <a:pt x="2705739" y="251610"/>
                  </a:lnTo>
                  <a:lnTo>
                    <a:pt x="2705925" y="251605"/>
                  </a:lnTo>
                  <a:lnTo>
                    <a:pt x="2705979" y="251603"/>
                  </a:lnTo>
                  <a:lnTo>
                    <a:pt x="2706060" y="251594"/>
                  </a:lnTo>
                  <a:lnTo>
                    <a:pt x="2706133" y="251589"/>
                  </a:lnTo>
                  <a:lnTo>
                    <a:pt x="2706211" y="251589"/>
                  </a:lnTo>
                  <a:lnTo>
                    <a:pt x="2706491" y="251602"/>
                  </a:lnTo>
                  <a:lnTo>
                    <a:pt x="2706571" y="251608"/>
                  </a:lnTo>
                  <a:lnTo>
                    <a:pt x="2706636" y="251615"/>
                  </a:lnTo>
                  <a:lnTo>
                    <a:pt x="2706714" y="251628"/>
                  </a:lnTo>
                  <a:lnTo>
                    <a:pt x="2706798" y="251646"/>
                  </a:lnTo>
                  <a:lnTo>
                    <a:pt x="2706937" y="251680"/>
                  </a:lnTo>
                  <a:lnTo>
                    <a:pt x="2707047" y="251713"/>
                  </a:lnTo>
                  <a:lnTo>
                    <a:pt x="2707145" y="251746"/>
                  </a:lnTo>
                  <a:lnTo>
                    <a:pt x="2707201" y="251766"/>
                  </a:lnTo>
                  <a:lnTo>
                    <a:pt x="2707253" y="251787"/>
                  </a:lnTo>
                  <a:lnTo>
                    <a:pt x="2707367" y="251837"/>
                  </a:lnTo>
                  <a:lnTo>
                    <a:pt x="2707414" y="251860"/>
                  </a:lnTo>
                  <a:lnTo>
                    <a:pt x="2707498" y="251901"/>
                  </a:lnTo>
                  <a:lnTo>
                    <a:pt x="2707506" y="251907"/>
                  </a:lnTo>
                  <a:lnTo>
                    <a:pt x="2707523" y="251918"/>
                  </a:lnTo>
                  <a:lnTo>
                    <a:pt x="2707604" y="251980"/>
                  </a:lnTo>
                  <a:lnTo>
                    <a:pt x="2707676" y="252039"/>
                  </a:lnTo>
                  <a:lnTo>
                    <a:pt x="2707727" y="252082"/>
                  </a:lnTo>
                  <a:lnTo>
                    <a:pt x="2707791" y="252139"/>
                  </a:lnTo>
                  <a:lnTo>
                    <a:pt x="2707833" y="252192"/>
                  </a:lnTo>
                  <a:lnTo>
                    <a:pt x="2707860" y="252230"/>
                  </a:lnTo>
                  <a:lnTo>
                    <a:pt x="2707898" y="252297"/>
                  </a:lnTo>
                  <a:lnTo>
                    <a:pt x="2707925" y="252384"/>
                  </a:lnTo>
                  <a:lnTo>
                    <a:pt x="2707944" y="252450"/>
                  </a:lnTo>
                  <a:lnTo>
                    <a:pt x="2707951" y="252482"/>
                  </a:lnTo>
                  <a:lnTo>
                    <a:pt x="2707958" y="252531"/>
                  </a:lnTo>
                  <a:lnTo>
                    <a:pt x="2707957" y="252612"/>
                  </a:lnTo>
                  <a:lnTo>
                    <a:pt x="2707957" y="252622"/>
                  </a:lnTo>
                  <a:lnTo>
                    <a:pt x="2707955" y="252659"/>
                  </a:lnTo>
                  <a:lnTo>
                    <a:pt x="2707940" y="252759"/>
                  </a:lnTo>
                  <a:lnTo>
                    <a:pt x="2707922" y="252854"/>
                  </a:lnTo>
                  <a:lnTo>
                    <a:pt x="2707903" y="252924"/>
                  </a:lnTo>
                  <a:lnTo>
                    <a:pt x="2707900" y="252943"/>
                  </a:lnTo>
                  <a:lnTo>
                    <a:pt x="2707881" y="253032"/>
                  </a:lnTo>
                  <a:lnTo>
                    <a:pt x="2707852" y="253164"/>
                  </a:lnTo>
                  <a:lnTo>
                    <a:pt x="2707836" y="253211"/>
                  </a:lnTo>
                  <a:lnTo>
                    <a:pt x="2707818" y="253262"/>
                  </a:lnTo>
                  <a:lnTo>
                    <a:pt x="2707803" y="253299"/>
                  </a:lnTo>
                  <a:lnTo>
                    <a:pt x="2707744" y="253432"/>
                  </a:lnTo>
                  <a:lnTo>
                    <a:pt x="2707700" y="253506"/>
                  </a:lnTo>
                  <a:lnTo>
                    <a:pt x="2707672" y="253546"/>
                  </a:lnTo>
                  <a:lnTo>
                    <a:pt x="2707627" y="253608"/>
                  </a:lnTo>
                  <a:lnTo>
                    <a:pt x="2707593" y="253651"/>
                  </a:lnTo>
                  <a:lnTo>
                    <a:pt x="2707451" y="253785"/>
                  </a:lnTo>
                  <a:lnTo>
                    <a:pt x="2707404" y="253826"/>
                  </a:lnTo>
                  <a:lnTo>
                    <a:pt x="2707310" y="253901"/>
                  </a:lnTo>
                  <a:lnTo>
                    <a:pt x="2707133" y="254024"/>
                  </a:lnTo>
                  <a:lnTo>
                    <a:pt x="2707086" y="254056"/>
                  </a:lnTo>
                  <a:lnTo>
                    <a:pt x="2707062" y="254072"/>
                  </a:lnTo>
                  <a:lnTo>
                    <a:pt x="2706936" y="254159"/>
                  </a:lnTo>
                  <a:lnTo>
                    <a:pt x="2706893" y="254193"/>
                  </a:lnTo>
                  <a:lnTo>
                    <a:pt x="2706459" y="254536"/>
                  </a:lnTo>
                  <a:lnTo>
                    <a:pt x="2706341" y="254633"/>
                  </a:lnTo>
                  <a:lnTo>
                    <a:pt x="2706232" y="254740"/>
                  </a:lnTo>
                  <a:lnTo>
                    <a:pt x="2706141" y="254830"/>
                  </a:lnTo>
                  <a:lnTo>
                    <a:pt x="2706100" y="254875"/>
                  </a:lnTo>
                  <a:lnTo>
                    <a:pt x="2706047" y="254930"/>
                  </a:lnTo>
                  <a:lnTo>
                    <a:pt x="2705911" y="255068"/>
                  </a:lnTo>
                  <a:lnTo>
                    <a:pt x="2705760" y="255210"/>
                  </a:lnTo>
                  <a:lnTo>
                    <a:pt x="2705672" y="255287"/>
                  </a:lnTo>
                  <a:lnTo>
                    <a:pt x="2705638" y="255315"/>
                  </a:lnTo>
                  <a:lnTo>
                    <a:pt x="2705577" y="255368"/>
                  </a:lnTo>
                  <a:lnTo>
                    <a:pt x="2705442" y="255493"/>
                  </a:lnTo>
                  <a:lnTo>
                    <a:pt x="2705358" y="255575"/>
                  </a:lnTo>
                  <a:lnTo>
                    <a:pt x="2705246" y="255719"/>
                  </a:lnTo>
                  <a:lnTo>
                    <a:pt x="2705203" y="255779"/>
                  </a:lnTo>
                  <a:lnTo>
                    <a:pt x="2705159" y="255852"/>
                  </a:lnTo>
                  <a:lnTo>
                    <a:pt x="2705112" y="255919"/>
                  </a:lnTo>
                  <a:lnTo>
                    <a:pt x="2704959" y="256132"/>
                  </a:lnTo>
                  <a:lnTo>
                    <a:pt x="2704941" y="256154"/>
                  </a:lnTo>
                  <a:lnTo>
                    <a:pt x="2704893" y="256201"/>
                  </a:lnTo>
                  <a:lnTo>
                    <a:pt x="2704830" y="256247"/>
                  </a:lnTo>
                  <a:lnTo>
                    <a:pt x="2704774" y="256292"/>
                  </a:lnTo>
                  <a:lnTo>
                    <a:pt x="2704710" y="256344"/>
                  </a:lnTo>
                  <a:lnTo>
                    <a:pt x="2704661" y="256395"/>
                  </a:lnTo>
                  <a:lnTo>
                    <a:pt x="2704636" y="256430"/>
                  </a:lnTo>
                  <a:lnTo>
                    <a:pt x="2704528" y="256608"/>
                  </a:lnTo>
                  <a:lnTo>
                    <a:pt x="2704494" y="256672"/>
                  </a:lnTo>
                  <a:lnTo>
                    <a:pt x="2704467" y="256727"/>
                  </a:lnTo>
                  <a:lnTo>
                    <a:pt x="2704441" y="256783"/>
                  </a:lnTo>
                  <a:lnTo>
                    <a:pt x="2704406" y="256877"/>
                  </a:lnTo>
                  <a:lnTo>
                    <a:pt x="2704400" y="256925"/>
                  </a:lnTo>
                  <a:lnTo>
                    <a:pt x="2704394" y="256971"/>
                  </a:lnTo>
                  <a:lnTo>
                    <a:pt x="2704389" y="257018"/>
                  </a:lnTo>
                  <a:lnTo>
                    <a:pt x="2704385" y="257068"/>
                  </a:lnTo>
                  <a:lnTo>
                    <a:pt x="2704382" y="257112"/>
                  </a:lnTo>
                  <a:lnTo>
                    <a:pt x="2704364" y="257170"/>
                  </a:lnTo>
                  <a:lnTo>
                    <a:pt x="2704335" y="257240"/>
                  </a:lnTo>
                  <a:lnTo>
                    <a:pt x="2704316" y="257285"/>
                  </a:lnTo>
                  <a:lnTo>
                    <a:pt x="2704283" y="257382"/>
                  </a:lnTo>
                  <a:lnTo>
                    <a:pt x="2704108" y="257851"/>
                  </a:lnTo>
                  <a:lnTo>
                    <a:pt x="2704088" y="257899"/>
                  </a:lnTo>
                  <a:lnTo>
                    <a:pt x="2704043" y="257996"/>
                  </a:lnTo>
                  <a:lnTo>
                    <a:pt x="2704016" y="258047"/>
                  </a:lnTo>
                  <a:lnTo>
                    <a:pt x="2703909" y="258290"/>
                  </a:lnTo>
                  <a:lnTo>
                    <a:pt x="2703702" y="258680"/>
                  </a:lnTo>
                  <a:lnTo>
                    <a:pt x="2703697" y="258701"/>
                  </a:lnTo>
                  <a:lnTo>
                    <a:pt x="2703563" y="258947"/>
                  </a:lnTo>
                  <a:lnTo>
                    <a:pt x="2703405" y="259228"/>
                  </a:lnTo>
                  <a:lnTo>
                    <a:pt x="2703202" y="259723"/>
                  </a:lnTo>
                  <a:lnTo>
                    <a:pt x="2703025" y="260080"/>
                  </a:lnTo>
                  <a:lnTo>
                    <a:pt x="2702988" y="260127"/>
                  </a:lnTo>
                  <a:lnTo>
                    <a:pt x="2702935" y="260211"/>
                  </a:lnTo>
                  <a:lnTo>
                    <a:pt x="2702890" y="260306"/>
                  </a:lnTo>
                  <a:lnTo>
                    <a:pt x="2702852" y="260389"/>
                  </a:lnTo>
                  <a:lnTo>
                    <a:pt x="2702656" y="260905"/>
                  </a:lnTo>
                  <a:lnTo>
                    <a:pt x="2702648" y="260930"/>
                  </a:lnTo>
                  <a:lnTo>
                    <a:pt x="2702642" y="260955"/>
                  </a:lnTo>
                  <a:lnTo>
                    <a:pt x="2702637" y="261078"/>
                  </a:lnTo>
                  <a:lnTo>
                    <a:pt x="2702629" y="261115"/>
                  </a:lnTo>
                  <a:lnTo>
                    <a:pt x="2702616" y="261165"/>
                  </a:lnTo>
                  <a:lnTo>
                    <a:pt x="2702605" y="261205"/>
                  </a:lnTo>
                  <a:lnTo>
                    <a:pt x="2702589" y="261260"/>
                  </a:lnTo>
                  <a:lnTo>
                    <a:pt x="2702582" y="261280"/>
                  </a:lnTo>
                  <a:lnTo>
                    <a:pt x="2702270" y="261985"/>
                  </a:lnTo>
                  <a:lnTo>
                    <a:pt x="2702068" y="262413"/>
                  </a:lnTo>
                  <a:lnTo>
                    <a:pt x="2702053" y="262443"/>
                  </a:lnTo>
                  <a:lnTo>
                    <a:pt x="2702042" y="262466"/>
                  </a:lnTo>
                  <a:lnTo>
                    <a:pt x="2702004" y="262538"/>
                  </a:lnTo>
                  <a:lnTo>
                    <a:pt x="2701949" y="262626"/>
                  </a:lnTo>
                  <a:lnTo>
                    <a:pt x="2701792" y="262872"/>
                  </a:lnTo>
                  <a:lnTo>
                    <a:pt x="2701666" y="263060"/>
                  </a:lnTo>
                  <a:lnTo>
                    <a:pt x="2701488" y="263317"/>
                  </a:lnTo>
                  <a:lnTo>
                    <a:pt x="2701375" y="263486"/>
                  </a:lnTo>
                  <a:lnTo>
                    <a:pt x="2701303" y="263610"/>
                  </a:lnTo>
                  <a:lnTo>
                    <a:pt x="2701262" y="263689"/>
                  </a:lnTo>
                  <a:lnTo>
                    <a:pt x="2701212" y="263787"/>
                  </a:lnTo>
                  <a:lnTo>
                    <a:pt x="2701181" y="263855"/>
                  </a:lnTo>
                  <a:lnTo>
                    <a:pt x="2701107" y="263975"/>
                  </a:lnTo>
                  <a:lnTo>
                    <a:pt x="2700977" y="264145"/>
                  </a:lnTo>
                  <a:lnTo>
                    <a:pt x="2700888" y="264260"/>
                  </a:lnTo>
                  <a:lnTo>
                    <a:pt x="2700755" y="264417"/>
                  </a:lnTo>
                  <a:lnTo>
                    <a:pt x="2700511" y="264714"/>
                  </a:lnTo>
                  <a:lnTo>
                    <a:pt x="2700478" y="264767"/>
                  </a:lnTo>
                  <a:lnTo>
                    <a:pt x="2700446" y="264820"/>
                  </a:lnTo>
                  <a:lnTo>
                    <a:pt x="2700417" y="264873"/>
                  </a:lnTo>
                  <a:lnTo>
                    <a:pt x="2700343" y="265054"/>
                  </a:lnTo>
                  <a:lnTo>
                    <a:pt x="2700284" y="265229"/>
                  </a:lnTo>
                  <a:lnTo>
                    <a:pt x="2700270" y="265304"/>
                  </a:lnTo>
                  <a:lnTo>
                    <a:pt x="2700260" y="265364"/>
                  </a:lnTo>
                  <a:lnTo>
                    <a:pt x="2700253" y="265439"/>
                  </a:lnTo>
                  <a:lnTo>
                    <a:pt x="2700247" y="265583"/>
                  </a:lnTo>
                  <a:lnTo>
                    <a:pt x="2700246" y="265696"/>
                  </a:lnTo>
                  <a:lnTo>
                    <a:pt x="2700255" y="265801"/>
                  </a:lnTo>
                  <a:lnTo>
                    <a:pt x="2700266" y="265832"/>
                  </a:lnTo>
                  <a:lnTo>
                    <a:pt x="2700297" y="265910"/>
                  </a:lnTo>
                  <a:lnTo>
                    <a:pt x="2700318" y="265955"/>
                  </a:lnTo>
                  <a:lnTo>
                    <a:pt x="2700375" y="266062"/>
                  </a:lnTo>
                  <a:lnTo>
                    <a:pt x="2700399" y="266103"/>
                  </a:lnTo>
                  <a:lnTo>
                    <a:pt x="2700433" y="266149"/>
                  </a:lnTo>
                  <a:lnTo>
                    <a:pt x="2700460" y="266179"/>
                  </a:lnTo>
                  <a:lnTo>
                    <a:pt x="2700482" y="266204"/>
                  </a:lnTo>
                  <a:lnTo>
                    <a:pt x="2700492" y="266215"/>
                  </a:lnTo>
                  <a:lnTo>
                    <a:pt x="2700541" y="266263"/>
                  </a:lnTo>
                  <a:lnTo>
                    <a:pt x="2700599" y="266319"/>
                  </a:lnTo>
                  <a:lnTo>
                    <a:pt x="2700632" y="266352"/>
                  </a:lnTo>
                  <a:lnTo>
                    <a:pt x="2700677" y="266392"/>
                  </a:lnTo>
                  <a:lnTo>
                    <a:pt x="2700723" y="266422"/>
                  </a:lnTo>
                  <a:lnTo>
                    <a:pt x="2700788" y="266463"/>
                  </a:lnTo>
                  <a:lnTo>
                    <a:pt x="2700841" y="266493"/>
                  </a:lnTo>
                  <a:lnTo>
                    <a:pt x="2700903" y="266519"/>
                  </a:lnTo>
                  <a:lnTo>
                    <a:pt x="2700918" y="266524"/>
                  </a:lnTo>
                  <a:lnTo>
                    <a:pt x="2701040" y="266562"/>
                  </a:lnTo>
                  <a:lnTo>
                    <a:pt x="2701144" y="266582"/>
                  </a:lnTo>
                  <a:lnTo>
                    <a:pt x="2701208" y="266588"/>
                  </a:lnTo>
                  <a:lnTo>
                    <a:pt x="2701336" y="266600"/>
                  </a:lnTo>
                  <a:lnTo>
                    <a:pt x="2701515" y="266619"/>
                  </a:lnTo>
                  <a:lnTo>
                    <a:pt x="2702173" y="266719"/>
                  </a:lnTo>
                  <a:lnTo>
                    <a:pt x="2702286" y="266737"/>
                  </a:lnTo>
                  <a:lnTo>
                    <a:pt x="2702461" y="266768"/>
                  </a:lnTo>
                  <a:lnTo>
                    <a:pt x="2702620" y="266798"/>
                  </a:lnTo>
                  <a:lnTo>
                    <a:pt x="2702829" y="266842"/>
                  </a:lnTo>
                  <a:lnTo>
                    <a:pt x="2702978" y="266875"/>
                  </a:lnTo>
                  <a:lnTo>
                    <a:pt x="2703009" y="266882"/>
                  </a:lnTo>
                  <a:lnTo>
                    <a:pt x="2703205" y="266937"/>
                  </a:lnTo>
                  <a:lnTo>
                    <a:pt x="2703270" y="266958"/>
                  </a:lnTo>
                  <a:lnTo>
                    <a:pt x="2703400" y="267012"/>
                  </a:lnTo>
                  <a:lnTo>
                    <a:pt x="2703461" y="267041"/>
                  </a:lnTo>
                  <a:lnTo>
                    <a:pt x="2703583" y="267101"/>
                  </a:lnTo>
                  <a:lnTo>
                    <a:pt x="2703623" y="267124"/>
                  </a:lnTo>
                  <a:lnTo>
                    <a:pt x="2703686" y="267162"/>
                  </a:lnTo>
                  <a:lnTo>
                    <a:pt x="2703748" y="267203"/>
                  </a:lnTo>
                  <a:lnTo>
                    <a:pt x="2703773" y="267222"/>
                  </a:lnTo>
                  <a:lnTo>
                    <a:pt x="2703835" y="267267"/>
                  </a:lnTo>
                  <a:lnTo>
                    <a:pt x="2703872" y="267295"/>
                  </a:lnTo>
                  <a:lnTo>
                    <a:pt x="2703925" y="267334"/>
                  </a:lnTo>
                  <a:lnTo>
                    <a:pt x="2703964" y="267371"/>
                  </a:lnTo>
                  <a:lnTo>
                    <a:pt x="2703999" y="267403"/>
                  </a:lnTo>
                  <a:lnTo>
                    <a:pt x="2704048" y="267453"/>
                  </a:lnTo>
                  <a:lnTo>
                    <a:pt x="2704093" y="267503"/>
                  </a:lnTo>
                  <a:lnTo>
                    <a:pt x="2704115" y="267538"/>
                  </a:lnTo>
                  <a:lnTo>
                    <a:pt x="2704134" y="267572"/>
                  </a:lnTo>
                  <a:lnTo>
                    <a:pt x="2704180" y="267662"/>
                  </a:lnTo>
                  <a:lnTo>
                    <a:pt x="2704202" y="267714"/>
                  </a:lnTo>
                  <a:lnTo>
                    <a:pt x="2704254" y="267837"/>
                  </a:lnTo>
                  <a:lnTo>
                    <a:pt x="2704325" y="268007"/>
                  </a:lnTo>
                  <a:lnTo>
                    <a:pt x="2704370" y="268120"/>
                  </a:lnTo>
                  <a:lnTo>
                    <a:pt x="2704384" y="268195"/>
                  </a:lnTo>
                  <a:lnTo>
                    <a:pt x="2704389" y="268223"/>
                  </a:lnTo>
                  <a:lnTo>
                    <a:pt x="2704394" y="268272"/>
                  </a:lnTo>
                  <a:lnTo>
                    <a:pt x="2704393" y="268338"/>
                  </a:lnTo>
                  <a:lnTo>
                    <a:pt x="2704391" y="268393"/>
                  </a:lnTo>
                  <a:lnTo>
                    <a:pt x="2704388" y="268460"/>
                  </a:lnTo>
                  <a:lnTo>
                    <a:pt x="2704368" y="268583"/>
                  </a:lnTo>
                  <a:lnTo>
                    <a:pt x="2704360" y="268634"/>
                  </a:lnTo>
                  <a:lnTo>
                    <a:pt x="2704348" y="268684"/>
                  </a:lnTo>
                  <a:lnTo>
                    <a:pt x="2704339" y="268728"/>
                  </a:lnTo>
                  <a:lnTo>
                    <a:pt x="2704326" y="268775"/>
                  </a:lnTo>
                  <a:lnTo>
                    <a:pt x="2704313" y="268824"/>
                  </a:lnTo>
                  <a:lnTo>
                    <a:pt x="2704297" y="268878"/>
                  </a:lnTo>
                  <a:lnTo>
                    <a:pt x="2704280" y="268940"/>
                  </a:lnTo>
                  <a:lnTo>
                    <a:pt x="2704269" y="268975"/>
                  </a:lnTo>
                  <a:lnTo>
                    <a:pt x="2704266" y="269002"/>
                  </a:lnTo>
                  <a:lnTo>
                    <a:pt x="2704261" y="269051"/>
                  </a:lnTo>
                  <a:lnTo>
                    <a:pt x="2704254" y="269116"/>
                  </a:lnTo>
                  <a:lnTo>
                    <a:pt x="2704255" y="269172"/>
                  </a:lnTo>
                  <a:lnTo>
                    <a:pt x="2704256" y="269230"/>
                  </a:lnTo>
                  <a:lnTo>
                    <a:pt x="2704258" y="269285"/>
                  </a:lnTo>
                  <a:lnTo>
                    <a:pt x="2704259" y="269331"/>
                  </a:lnTo>
                  <a:lnTo>
                    <a:pt x="2704264" y="269399"/>
                  </a:lnTo>
                  <a:lnTo>
                    <a:pt x="2704267" y="269441"/>
                  </a:lnTo>
                  <a:lnTo>
                    <a:pt x="2704269" y="269478"/>
                  </a:lnTo>
                  <a:lnTo>
                    <a:pt x="2704274" y="269505"/>
                  </a:lnTo>
                  <a:lnTo>
                    <a:pt x="2704276" y="269517"/>
                  </a:lnTo>
                  <a:lnTo>
                    <a:pt x="2704270" y="269638"/>
                  </a:lnTo>
                  <a:lnTo>
                    <a:pt x="2704269" y="269717"/>
                  </a:lnTo>
                  <a:lnTo>
                    <a:pt x="2704277" y="269755"/>
                  </a:lnTo>
                  <a:lnTo>
                    <a:pt x="2704282" y="269775"/>
                  </a:lnTo>
                  <a:lnTo>
                    <a:pt x="2704304" y="269815"/>
                  </a:lnTo>
                  <a:lnTo>
                    <a:pt x="2704323" y="269854"/>
                  </a:lnTo>
                  <a:lnTo>
                    <a:pt x="2704326" y="269884"/>
                  </a:lnTo>
                  <a:lnTo>
                    <a:pt x="2704330" y="270096"/>
                  </a:lnTo>
                  <a:lnTo>
                    <a:pt x="2704328" y="270210"/>
                  </a:lnTo>
                  <a:lnTo>
                    <a:pt x="2704317" y="270272"/>
                  </a:lnTo>
                  <a:lnTo>
                    <a:pt x="2704309" y="270381"/>
                  </a:lnTo>
                  <a:lnTo>
                    <a:pt x="2704305" y="270651"/>
                  </a:lnTo>
                  <a:lnTo>
                    <a:pt x="2704305" y="271135"/>
                  </a:lnTo>
                  <a:lnTo>
                    <a:pt x="2704309" y="271313"/>
                  </a:lnTo>
                  <a:lnTo>
                    <a:pt x="2704313" y="271359"/>
                  </a:lnTo>
                  <a:lnTo>
                    <a:pt x="2704319" y="271412"/>
                  </a:lnTo>
                  <a:lnTo>
                    <a:pt x="2704327" y="271453"/>
                  </a:lnTo>
                  <a:lnTo>
                    <a:pt x="2704365" y="271629"/>
                  </a:lnTo>
                  <a:lnTo>
                    <a:pt x="2704386" y="271690"/>
                  </a:lnTo>
                  <a:lnTo>
                    <a:pt x="2704417" y="271780"/>
                  </a:lnTo>
                  <a:lnTo>
                    <a:pt x="2704437" y="271826"/>
                  </a:lnTo>
                  <a:lnTo>
                    <a:pt x="2704576" y="272065"/>
                  </a:lnTo>
                  <a:lnTo>
                    <a:pt x="2704631" y="272157"/>
                  </a:lnTo>
                  <a:lnTo>
                    <a:pt x="2704686" y="272225"/>
                  </a:lnTo>
                  <a:lnTo>
                    <a:pt x="2704750" y="272316"/>
                  </a:lnTo>
                  <a:lnTo>
                    <a:pt x="2704772" y="272353"/>
                  </a:lnTo>
                  <a:lnTo>
                    <a:pt x="2704787" y="272381"/>
                  </a:lnTo>
                  <a:lnTo>
                    <a:pt x="2704798" y="272403"/>
                  </a:lnTo>
                  <a:lnTo>
                    <a:pt x="2704805" y="272415"/>
                  </a:lnTo>
                  <a:lnTo>
                    <a:pt x="2704826" y="272456"/>
                  </a:lnTo>
                  <a:lnTo>
                    <a:pt x="2704848" y="272489"/>
                  </a:lnTo>
                  <a:lnTo>
                    <a:pt x="2704885" y="272534"/>
                  </a:lnTo>
                  <a:lnTo>
                    <a:pt x="2704910" y="272564"/>
                  </a:lnTo>
                  <a:lnTo>
                    <a:pt x="2704933" y="272591"/>
                  </a:lnTo>
                  <a:lnTo>
                    <a:pt x="2704976" y="272625"/>
                  </a:lnTo>
                  <a:lnTo>
                    <a:pt x="2705011" y="272648"/>
                  </a:lnTo>
                  <a:lnTo>
                    <a:pt x="2705057" y="272665"/>
                  </a:lnTo>
                  <a:lnTo>
                    <a:pt x="2705099" y="272681"/>
                  </a:lnTo>
                  <a:lnTo>
                    <a:pt x="2705141" y="272703"/>
                  </a:lnTo>
                  <a:lnTo>
                    <a:pt x="2705224" y="272730"/>
                  </a:lnTo>
                  <a:lnTo>
                    <a:pt x="2705292" y="272752"/>
                  </a:lnTo>
                  <a:lnTo>
                    <a:pt x="2705381" y="272772"/>
                  </a:lnTo>
                  <a:lnTo>
                    <a:pt x="2705476" y="272788"/>
                  </a:lnTo>
                  <a:lnTo>
                    <a:pt x="2705571" y="272800"/>
                  </a:lnTo>
                  <a:lnTo>
                    <a:pt x="2705638" y="272807"/>
                  </a:lnTo>
                  <a:lnTo>
                    <a:pt x="2705711" y="272807"/>
                  </a:lnTo>
                  <a:lnTo>
                    <a:pt x="2705784" y="272806"/>
                  </a:lnTo>
                  <a:lnTo>
                    <a:pt x="2705811" y="272806"/>
                  </a:lnTo>
                  <a:lnTo>
                    <a:pt x="2705868" y="272801"/>
                  </a:lnTo>
                  <a:lnTo>
                    <a:pt x="2705971" y="272791"/>
                  </a:lnTo>
                  <a:lnTo>
                    <a:pt x="2706098" y="272778"/>
                  </a:lnTo>
                  <a:lnTo>
                    <a:pt x="2706214" y="272764"/>
                  </a:lnTo>
                  <a:lnTo>
                    <a:pt x="2706325" y="272754"/>
                  </a:lnTo>
                  <a:lnTo>
                    <a:pt x="2706388" y="272745"/>
                  </a:lnTo>
                  <a:lnTo>
                    <a:pt x="2706437" y="272739"/>
                  </a:lnTo>
                  <a:lnTo>
                    <a:pt x="2706539" y="272718"/>
                  </a:lnTo>
                  <a:lnTo>
                    <a:pt x="2706673" y="272685"/>
                  </a:lnTo>
                  <a:lnTo>
                    <a:pt x="2706773" y="272658"/>
                  </a:lnTo>
                  <a:lnTo>
                    <a:pt x="2706978" y="272599"/>
                  </a:lnTo>
                  <a:lnTo>
                    <a:pt x="2707100" y="272558"/>
                  </a:lnTo>
                  <a:lnTo>
                    <a:pt x="2707201" y="272519"/>
                  </a:lnTo>
                  <a:lnTo>
                    <a:pt x="2707289" y="272486"/>
                  </a:lnTo>
                  <a:lnTo>
                    <a:pt x="2707326" y="272468"/>
                  </a:lnTo>
                  <a:lnTo>
                    <a:pt x="2707402" y="272426"/>
                  </a:lnTo>
                  <a:lnTo>
                    <a:pt x="2707447" y="272398"/>
                  </a:lnTo>
                  <a:lnTo>
                    <a:pt x="2707546" y="272336"/>
                  </a:lnTo>
                  <a:lnTo>
                    <a:pt x="2707656" y="272268"/>
                  </a:lnTo>
                  <a:lnTo>
                    <a:pt x="2707777" y="272194"/>
                  </a:lnTo>
                  <a:lnTo>
                    <a:pt x="2707862" y="272148"/>
                  </a:lnTo>
                  <a:lnTo>
                    <a:pt x="2707936" y="272123"/>
                  </a:lnTo>
                  <a:lnTo>
                    <a:pt x="2708023" y="272072"/>
                  </a:lnTo>
                  <a:lnTo>
                    <a:pt x="2708058" y="272050"/>
                  </a:lnTo>
                  <a:lnTo>
                    <a:pt x="2708194" y="271972"/>
                  </a:lnTo>
                  <a:lnTo>
                    <a:pt x="2708232" y="271951"/>
                  </a:lnTo>
                  <a:lnTo>
                    <a:pt x="2708306" y="271910"/>
                  </a:lnTo>
                  <a:lnTo>
                    <a:pt x="2708394" y="271861"/>
                  </a:lnTo>
                  <a:lnTo>
                    <a:pt x="2708477" y="271822"/>
                  </a:lnTo>
                  <a:lnTo>
                    <a:pt x="2708566" y="271783"/>
                  </a:lnTo>
                  <a:lnTo>
                    <a:pt x="2708608" y="271767"/>
                  </a:lnTo>
                  <a:lnTo>
                    <a:pt x="2708666" y="271737"/>
                  </a:lnTo>
                  <a:lnTo>
                    <a:pt x="2708724" y="271706"/>
                  </a:lnTo>
                  <a:lnTo>
                    <a:pt x="2708790" y="271662"/>
                  </a:lnTo>
                  <a:lnTo>
                    <a:pt x="2708850" y="271617"/>
                  </a:lnTo>
                  <a:lnTo>
                    <a:pt x="2708923" y="271570"/>
                  </a:lnTo>
                  <a:lnTo>
                    <a:pt x="2708929" y="271566"/>
                  </a:lnTo>
                  <a:lnTo>
                    <a:pt x="2709008" y="271511"/>
                  </a:lnTo>
                  <a:lnTo>
                    <a:pt x="2709119" y="271435"/>
                  </a:lnTo>
                  <a:lnTo>
                    <a:pt x="2709168" y="271407"/>
                  </a:lnTo>
                  <a:lnTo>
                    <a:pt x="2709212" y="271376"/>
                  </a:lnTo>
                  <a:lnTo>
                    <a:pt x="2709316" y="271319"/>
                  </a:lnTo>
                  <a:lnTo>
                    <a:pt x="2709389" y="271285"/>
                  </a:lnTo>
                  <a:lnTo>
                    <a:pt x="2709441" y="271259"/>
                  </a:lnTo>
                  <a:lnTo>
                    <a:pt x="2709486" y="271247"/>
                  </a:lnTo>
                  <a:lnTo>
                    <a:pt x="2709539" y="271231"/>
                  </a:lnTo>
                  <a:lnTo>
                    <a:pt x="2709576" y="271220"/>
                  </a:lnTo>
                  <a:lnTo>
                    <a:pt x="2709624" y="271210"/>
                  </a:lnTo>
                  <a:lnTo>
                    <a:pt x="2709662" y="271206"/>
                  </a:lnTo>
                  <a:lnTo>
                    <a:pt x="2709701" y="271197"/>
                  </a:lnTo>
                  <a:lnTo>
                    <a:pt x="2709765" y="271189"/>
                  </a:lnTo>
                  <a:lnTo>
                    <a:pt x="2709830" y="271190"/>
                  </a:lnTo>
                  <a:lnTo>
                    <a:pt x="2709925" y="271197"/>
                  </a:lnTo>
                  <a:lnTo>
                    <a:pt x="2710041" y="271210"/>
                  </a:lnTo>
                  <a:lnTo>
                    <a:pt x="2710104" y="271226"/>
                  </a:lnTo>
                  <a:lnTo>
                    <a:pt x="2710172" y="271243"/>
                  </a:lnTo>
                  <a:lnTo>
                    <a:pt x="2710244" y="271263"/>
                  </a:lnTo>
                  <a:lnTo>
                    <a:pt x="2710326" y="271288"/>
                  </a:lnTo>
                  <a:lnTo>
                    <a:pt x="2710384" y="271309"/>
                  </a:lnTo>
                  <a:lnTo>
                    <a:pt x="2710430" y="271329"/>
                  </a:lnTo>
                  <a:lnTo>
                    <a:pt x="2710486" y="271358"/>
                  </a:lnTo>
                  <a:lnTo>
                    <a:pt x="2710536" y="271386"/>
                  </a:lnTo>
                  <a:lnTo>
                    <a:pt x="2710663" y="271458"/>
                  </a:lnTo>
                  <a:lnTo>
                    <a:pt x="2710701" y="271482"/>
                  </a:lnTo>
                  <a:lnTo>
                    <a:pt x="2710747" y="271517"/>
                  </a:lnTo>
                  <a:lnTo>
                    <a:pt x="2710802" y="271559"/>
                  </a:lnTo>
                  <a:lnTo>
                    <a:pt x="2710839" y="271590"/>
                  </a:lnTo>
                  <a:lnTo>
                    <a:pt x="2710978" y="271718"/>
                  </a:lnTo>
                  <a:lnTo>
                    <a:pt x="2711145" y="271881"/>
                  </a:lnTo>
                  <a:lnTo>
                    <a:pt x="2711228" y="271958"/>
                  </a:lnTo>
                  <a:lnTo>
                    <a:pt x="2711257" y="271988"/>
                  </a:lnTo>
                  <a:lnTo>
                    <a:pt x="2711288" y="272021"/>
                  </a:lnTo>
                  <a:lnTo>
                    <a:pt x="2711354" y="272099"/>
                  </a:lnTo>
                  <a:lnTo>
                    <a:pt x="2711504" y="272302"/>
                  </a:lnTo>
                  <a:lnTo>
                    <a:pt x="2711583" y="272422"/>
                  </a:lnTo>
                  <a:lnTo>
                    <a:pt x="2711601" y="272457"/>
                  </a:lnTo>
                  <a:lnTo>
                    <a:pt x="2711650" y="272565"/>
                  </a:lnTo>
                  <a:lnTo>
                    <a:pt x="2711718" y="272723"/>
                  </a:lnTo>
                  <a:lnTo>
                    <a:pt x="2711747" y="272817"/>
                  </a:lnTo>
                  <a:lnTo>
                    <a:pt x="2711752" y="272850"/>
                  </a:lnTo>
                  <a:lnTo>
                    <a:pt x="2711753" y="272887"/>
                  </a:lnTo>
                  <a:lnTo>
                    <a:pt x="2711746" y="272953"/>
                  </a:lnTo>
                  <a:lnTo>
                    <a:pt x="2711736" y="273009"/>
                  </a:lnTo>
                  <a:lnTo>
                    <a:pt x="2711731" y="273038"/>
                  </a:lnTo>
                  <a:lnTo>
                    <a:pt x="2711696" y="273143"/>
                  </a:lnTo>
                  <a:lnTo>
                    <a:pt x="2711672" y="273212"/>
                  </a:lnTo>
                  <a:lnTo>
                    <a:pt x="2711661" y="273242"/>
                  </a:lnTo>
                  <a:lnTo>
                    <a:pt x="2711645" y="273282"/>
                  </a:lnTo>
                  <a:lnTo>
                    <a:pt x="2711605" y="273369"/>
                  </a:lnTo>
                  <a:lnTo>
                    <a:pt x="2711572" y="273439"/>
                  </a:lnTo>
                  <a:lnTo>
                    <a:pt x="2711511" y="273521"/>
                  </a:lnTo>
                  <a:lnTo>
                    <a:pt x="2711450" y="273601"/>
                  </a:lnTo>
                  <a:lnTo>
                    <a:pt x="2711331" y="273757"/>
                  </a:lnTo>
                  <a:lnTo>
                    <a:pt x="2711121" y="273982"/>
                  </a:lnTo>
                  <a:lnTo>
                    <a:pt x="2711017" y="274087"/>
                  </a:lnTo>
                  <a:lnTo>
                    <a:pt x="2710984" y="274113"/>
                  </a:lnTo>
                  <a:lnTo>
                    <a:pt x="2710929" y="274158"/>
                  </a:lnTo>
                  <a:lnTo>
                    <a:pt x="2710764" y="274312"/>
                  </a:lnTo>
                  <a:lnTo>
                    <a:pt x="2710528" y="274545"/>
                  </a:lnTo>
                  <a:lnTo>
                    <a:pt x="2710483" y="274591"/>
                  </a:lnTo>
                  <a:lnTo>
                    <a:pt x="2710448" y="274631"/>
                  </a:lnTo>
                  <a:lnTo>
                    <a:pt x="2710426" y="274663"/>
                  </a:lnTo>
                  <a:lnTo>
                    <a:pt x="2710400" y="274708"/>
                  </a:lnTo>
                  <a:lnTo>
                    <a:pt x="2710310" y="274857"/>
                  </a:lnTo>
                  <a:lnTo>
                    <a:pt x="2710259" y="274933"/>
                  </a:lnTo>
                  <a:lnTo>
                    <a:pt x="2710211" y="275009"/>
                  </a:lnTo>
                  <a:lnTo>
                    <a:pt x="2710105" y="275215"/>
                  </a:lnTo>
                  <a:lnTo>
                    <a:pt x="2710081" y="275266"/>
                  </a:lnTo>
                  <a:lnTo>
                    <a:pt x="2710077" y="275300"/>
                  </a:lnTo>
                  <a:lnTo>
                    <a:pt x="2710069" y="275466"/>
                  </a:lnTo>
                  <a:lnTo>
                    <a:pt x="2710069" y="275543"/>
                  </a:lnTo>
                  <a:lnTo>
                    <a:pt x="2710079" y="275608"/>
                  </a:lnTo>
                  <a:lnTo>
                    <a:pt x="2710091" y="275656"/>
                  </a:lnTo>
                  <a:lnTo>
                    <a:pt x="2710103" y="275686"/>
                  </a:lnTo>
                  <a:lnTo>
                    <a:pt x="2710238" y="275952"/>
                  </a:lnTo>
                  <a:lnTo>
                    <a:pt x="2710251" y="275975"/>
                  </a:lnTo>
                  <a:lnTo>
                    <a:pt x="2710401" y="276240"/>
                  </a:lnTo>
                  <a:lnTo>
                    <a:pt x="2710432" y="276294"/>
                  </a:lnTo>
                  <a:lnTo>
                    <a:pt x="2710501" y="276378"/>
                  </a:lnTo>
                  <a:lnTo>
                    <a:pt x="2710527" y="276406"/>
                  </a:lnTo>
                  <a:lnTo>
                    <a:pt x="2710616" y="276537"/>
                  </a:lnTo>
                  <a:lnTo>
                    <a:pt x="2710662" y="276609"/>
                  </a:lnTo>
                  <a:lnTo>
                    <a:pt x="2710710" y="276690"/>
                  </a:lnTo>
                  <a:lnTo>
                    <a:pt x="2710759" y="276774"/>
                  </a:lnTo>
                  <a:lnTo>
                    <a:pt x="2710775" y="276806"/>
                  </a:lnTo>
                  <a:lnTo>
                    <a:pt x="2710818" y="276906"/>
                  </a:lnTo>
                  <a:lnTo>
                    <a:pt x="2710828" y="276931"/>
                  </a:lnTo>
                  <a:lnTo>
                    <a:pt x="2710884" y="277116"/>
                  </a:lnTo>
                  <a:lnTo>
                    <a:pt x="2710936" y="277249"/>
                  </a:lnTo>
                  <a:lnTo>
                    <a:pt x="2711048" y="277466"/>
                  </a:lnTo>
                  <a:lnTo>
                    <a:pt x="2711121" y="277570"/>
                  </a:lnTo>
                  <a:lnTo>
                    <a:pt x="2711202" y="277692"/>
                  </a:lnTo>
                  <a:lnTo>
                    <a:pt x="2711228" y="277734"/>
                  </a:lnTo>
                  <a:lnTo>
                    <a:pt x="2711244" y="277761"/>
                  </a:lnTo>
                  <a:lnTo>
                    <a:pt x="2711292" y="277847"/>
                  </a:lnTo>
                  <a:lnTo>
                    <a:pt x="2711337" y="277929"/>
                  </a:lnTo>
                  <a:lnTo>
                    <a:pt x="2711379" y="278008"/>
                  </a:lnTo>
                  <a:lnTo>
                    <a:pt x="2711432" y="278122"/>
                  </a:lnTo>
                  <a:lnTo>
                    <a:pt x="2711460" y="278191"/>
                  </a:lnTo>
                  <a:lnTo>
                    <a:pt x="2711531" y="278372"/>
                  </a:lnTo>
                  <a:lnTo>
                    <a:pt x="2711586" y="278518"/>
                  </a:lnTo>
                  <a:lnTo>
                    <a:pt x="2711631" y="278656"/>
                  </a:lnTo>
                  <a:lnTo>
                    <a:pt x="2711663" y="278763"/>
                  </a:lnTo>
                  <a:lnTo>
                    <a:pt x="2711679" y="278818"/>
                  </a:lnTo>
                  <a:lnTo>
                    <a:pt x="2711697" y="278902"/>
                  </a:lnTo>
                  <a:lnTo>
                    <a:pt x="2711703" y="278973"/>
                  </a:lnTo>
                  <a:lnTo>
                    <a:pt x="2711705" y="278999"/>
                  </a:lnTo>
                  <a:lnTo>
                    <a:pt x="2711708" y="279061"/>
                  </a:lnTo>
                  <a:lnTo>
                    <a:pt x="2711704" y="279174"/>
                  </a:lnTo>
                  <a:lnTo>
                    <a:pt x="2711701" y="279214"/>
                  </a:lnTo>
                  <a:lnTo>
                    <a:pt x="2711697" y="279257"/>
                  </a:lnTo>
                  <a:lnTo>
                    <a:pt x="2711694" y="279287"/>
                  </a:lnTo>
                  <a:lnTo>
                    <a:pt x="2711691" y="279342"/>
                  </a:lnTo>
                  <a:lnTo>
                    <a:pt x="2711692" y="279385"/>
                  </a:lnTo>
                  <a:lnTo>
                    <a:pt x="2711715" y="279465"/>
                  </a:lnTo>
                  <a:lnTo>
                    <a:pt x="2711728" y="279501"/>
                  </a:lnTo>
                  <a:lnTo>
                    <a:pt x="2711743" y="279530"/>
                  </a:lnTo>
                  <a:lnTo>
                    <a:pt x="2711833" y="279686"/>
                  </a:lnTo>
                  <a:lnTo>
                    <a:pt x="2711859" y="279723"/>
                  </a:lnTo>
                  <a:lnTo>
                    <a:pt x="2711909" y="279785"/>
                  </a:lnTo>
                  <a:lnTo>
                    <a:pt x="2711938" y="279812"/>
                  </a:lnTo>
                  <a:lnTo>
                    <a:pt x="2711972" y="279841"/>
                  </a:lnTo>
                  <a:lnTo>
                    <a:pt x="2712147" y="279989"/>
                  </a:lnTo>
                  <a:lnTo>
                    <a:pt x="2712182" y="280012"/>
                  </a:lnTo>
                  <a:lnTo>
                    <a:pt x="2712247" y="280055"/>
                  </a:lnTo>
                  <a:lnTo>
                    <a:pt x="2712272" y="280073"/>
                  </a:lnTo>
                  <a:lnTo>
                    <a:pt x="2712323" y="280104"/>
                  </a:lnTo>
                  <a:lnTo>
                    <a:pt x="2712361" y="280125"/>
                  </a:lnTo>
                  <a:lnTo>
                    <a:pt x="2712405" y="280144"/>
                  </a:lnTo>
                  <a:lnTo>
                    <a:pt x="2712453" y="280159"/>
                  </a:lnTo>
                  <a:lnTo>
                    <a:pt x="2712524" y="280175"/>
                  </a:lnTo>
                  <a:lnTo>
                    <a:pt x="2712569" y="280181"/>
                  </a:lnTo>
                  <a:lnTo>
                    <a:pt x="2712660" y="280188"/>
                  </a:lnTo>
                  <a:lnTo>
                    <a:pt x="2712720" y="280193"/>
                  </a:lnTo>
                  <a:lnTo>
                    <a:pt x="2712843" y="280201"/>
                  </a:lnTo>
                  <a:lnTo>
                    <a:pt x="2712915" y="280211"/>
                  </a:lnTo>
                  <a:lnTo>
                    <a:pt x="2713033" y="280229"/>
                  </a:lnTo>
                  <a:lnTo>
                    <a:pt x="2713111" y="280239"/>
                  </a:lnTo>
                  <a:lnTo>
                    <a:pt x="2713212" y="280260"/>
                  </a:lnTo>
                  <a:lnTo>
                    <a:pt x="2713305" y="280278"/>
                  </a:lnTo>
                  <a:lnTo>
                    <a:pt x="2713416" y="280304"/>
                  </a:lnTo>
                  <a:lnTo>
                    <a:pt x="2713445" y="280313"/>
                  </a:lnTo>
                  <a:lnTo>
                    <a:pt x="2713502" y="280332"/>
                  </a:lnTo>
                  <a:lnTo>
                    <a:pt x="2713571" y="280361"/>
                  </a:lnTo>
                  <a:lnTo>
                    <a:pt x="2713633" y="280388"/>
                  </a:lnTo>
                  <a:lnTo>
                    <a:pt x="2713687" y="280414"/>
                  </a:lnTo>
                  <a:lnTo>
                    <a:pt x="2713758" y="280455"/>
                  </a:lnTo>
                  <a:lnTo>
                    <a:pt x="2713822" y="280490"/>
                  </a:lnTo>
                  <a:lnTo>
                    <a:pt x="2713888" y="280533"/>
                  </a:lnTo>
                  <a:lnTo>
                    <a:pt x="2713939" y="280569"/>
                  </a:lnTo>
                  <a:lnTo>
                    <a:pt x="2713978" y="280596"/>
                  </a:lnTo>
                  <a:lnTo>
                    <a:pt x="2714002" y="280613"/>
                  </a:lnTo>
                  <a:lnTo>
                    <a:pt x="2714054" y="280660"/>
                  </a:lnTo>
                  <a:lnTo>
                    <a:pt x="2714103" y="280709"/>
                  </a:lnTo>
                  <a:lnTo>
                    <a:pt x="2714166" y="280792"/>
                  </a:lnTo>
                  <a:lnTo>
                    <a:pt x="2714196" y="280848"/>
                  </a:lnTo>
                  <a:lnTo>
                    <a:pt x="2714225" y="280905"/>
                  </a:lnTo>
                  <a:lnTo>
                    <a:pt x="2714259" y="280976"/>
                  </a:lnTo>
                  <a:lnTo>
                    <a:pt x="2714292" y="281092"/>
                  </a:lnTo>
                  <a:lnTo>
                    <a:pt x="2714303" y="281147"/>
                  </a:lnTo>
                  <a:lnTo>
                    <a:pt x="2714311" y="281225"/>
                  </a:lnTo>
                  <a:lnTo>
                    <a:pt x="2714313" y="281359"/>
                  </a:lnTo>
                  <a:lnTo>
                    <a:pt x="2714311" y="281420"/>
                  </a:lnTo>
                  <a:lnTo>
                    <a:pt x="2714295" y="281696"/>
                  </a:lnTo>
                  <a:lnTo>
                    <a:pt x="2714293" y="281743"/>
                  </a:lnTo>
                  <a:lnTo>
                    <a:pt x="2714296" y="281791"/>
                  </a:lnTo>
                  <a:lnTo>
                    <a:pt x="2714303" y="281830"/>
                  </a:lnTo>
                  <a:lnTo>
                    <a:pt x="2714316" y="281876"/>
                  </a:lnTo>
                  <a:lnTo>
                    <a:pt x="2714338" y="281928"/>
                  </a:lnTo>
                  <a:lnTo>
                    <a:pt x="2714358" y="281970"/>
                  </a:lnTo>
                  <a:lnTo>
                    <a:pt x="2714387" y="282013"/>
                  </a:lnTo>
                  <a:lnTo>
                    <a:pt x="2714409" y="282040"/>
                  </a:lnTo>
                  <a:lnTo>
                    <a:pt x="2714450" y="282081"/>
                  </a:lnTo>
                  <a:lnTo>
                    <a:pt x="2714502" y="282123"/>
                  </a:lnTo>
                  <a:lnTo>
                    <a:pt x="2714624" y="282210"/>
                  </a:lnTo>
                  <a:lnTo>
                    <a:pt x="2714712" y="282273"/>
                  </a:lnTo>
                  <a:lnTo>
                    <a:pt x="2714827" y="282359"/>
                  </a:lnTo>
                  <a:lnTo>
                    <a:pt x="2714874" y="282399"/>
                  </a:lnTo>
                  <a:lnTo>
                    <a:pt x="2714916" y="282437"/>
                  </a:lnTo>
                  <a:lnTo>
                    <a:pt x="2714938" y="282462"/>
                  </a:lnTo>
                  <a:lnTo>
                    <a:pt x="2714961" y="282491"/>
                  </a:lnTo>
                  <a:lnTo>
                    <a:pt x="2714985" y="282522"/>
                  </a:lnTo>
                  <a:lnTo>
                    <a:pt x="2715006" y="282558"/>
                  </a:lnTo>
                  <a:lnTo>
                    <a:pt x="2715037" y="282623"/>
                  </a:lnTo>
                  <a:lnTo>
                    <a:pt x="2715048" y="282660"/>
                  </a:lnTo>
                  <a:lnTo>
                    <a:pt x="2715055" y="282708"/>
                  </a:lnTo>
                  <a:lnTo>
                    <a:pt x="2715052" y="282847"/>
                  </a:lnTo>
                  <a:lnTo>
                    <a:pt x="2715051" y="282885"/>
                  </a:lnTo>
                  <a:lnTo>
                    <a:pt x="2715035" y="282944"/>
                  </a:lnTo>
                  <a:lnTo>
                    <a:pt x="2715000" y="283023"/>
                  </a:lnTo>
                  <a:lnTo>
                    <a:pt x="2714982" y="283049"/>
                  </a:lnTo>
                  <a:lnTo>
                    <a:pt x="2714920" y="283116"/>
                  </a:lnTo>
                  <a:lnTo>
                    <a:pt x="2714890" y="283143"/>
                  </a:lnTo>
                  <a:lnTo>
                    <a:pt x="2714880" y="283152"/>
                  </a:lnTo>
                  <a:lnTo>
                    <a:pt x="2714695" y="283307"/>
                  </a:lnTo>
                  <a:lnTo>
                    <a:pt x="2714599" y="283380"/>
                  </a:lnTo>
                  <a:lnTo>
                    <a:pt x="2714418" y="283516"/>
                  </a:lnTo>
                  <a:lnTo>
                    <a:pt x="2714379" y="283541"/>
                  </a:lnTo>
                  <a:lnTo>
                    <a:pt x="2714275" y="283628"/>
                  </a:lnTo>
                  <a:lnTo>
                    <a:pt x="2714178" y="283719"/>
                  </a:lnTo>
                  <a:lnTo>
                    <a:pt x="2714129" y="283778"/>
                  </a:lnTo>
                  <a:lnTo>
                    <a:pt x="2714104" y="283819"/>
                  </a:lnTo>
                  <a:lnTo>
                    <a:pt x="2714073" y="283901"/>
                  </a:lnTo>
                  <a:lnTo>
                    <a:pt x="2714055" y="283965"/>
                  </a:lnTo>
                  <a:lnTo>
                    <a:pt x="2714017" y="284070"/>
                  </a:lnTo>
                  <a:lnTo>
                    <a:pt x="2713970" y="284181"/>
                  </a:lnTo>
                  <a:lnTo>
                    <a:pt x="2713858" y="284444"/>
                  </a:lnTo>
                  <a:lnTo>
                    <a:pt x="2713827" y="284507"/>
                  </a:lnTo>
                  <a:lnTo>
                    <a:pt x="2713797" y="284549"/>
                  </a:lnTo>
                  <a:lnTo>
                    <a:pt x="2713759" y="284600"/>
                  </a:lnTo>
                  <a:lnTo>
                    <a:pt x="2713733" y="284628"/>
                  </a:lnTo>
                  <a:lnTo>
                    <a:pt x="2713579" y="284792"/>
                  </a:lnTo>
                  <a:lnTo>
                    <a:pt x="2713533" y="284834"/>
                  </a:lnTo>
                  <a:lnTo>
                    <a:pt x="2713479" y="284875"/>
                  </a:lnTo>
                  <a:lnTo>
                    <a:pt x="2713336" y="284944"/>
                  </a:lnTo>
                  <a:lnTo>
                    <a:pt x="2713295" y="284963"/>
                  </a:lnTo>
                  <a:lnTo>
                    <a:pt x="2713191" y="285004"/>
                  </a:lnTo>
                  <a:lnTo>
                    <a:pt x="2713032" y="285054"/>
                  </a:lnTo>
                  <a:lnTo>
                    <a:pt x="2712921" y="285076"/>
                  </a:lnTo>
                  <a:lnTo>
                    <a:pt x="2712871" y="285082"/>
                  </a:lnTo>
                  <a:lnTo>
                    <a:pt x="2712761" y="285087"/>
                  </a:lnTo>
                  <a:lnTo>
                    <a:pt x="2712630" y="285091"/>
                  </a:lnTo>
                  <a:lnTo>
                    <a:pt x="2712575" y="285092"/>
                  </a:lnTo>
                  <a:lnTo>
                    <a:pt x="2712511" y="285103"/>
                  </a:lnTo>
                  <a:lnTo>
                    <a:pt x="2712463" y="285119"/>
                  </a:lnTo>
                  <a:lnTo>
                    <a:pt x="2712407" y="285138"/>
                  </a:lnTo>
                  <a:lnTo>
                    <a:pt x="2712367" y="285155"/>
                  </a:lnTo>
                  <a:lnTo>
                    <a:pt x="2712235" y="285222"/>
                  </a:lnTo>
                  <a:lnTo>
                    <a:pt x="2712155" y="285269"/>
                  </a:lnTo>
                  <a:lnTo>
                    <a:pt x="2712077" y="285331"/>
                  </a:lnTo>
                  <a:lnTo>
                    <a:pt x="2712036" y="285368"/>
                  </a:lnTo>
                  <a:lnTo>
                    <a:pt x="2711995" y="285417"/>
                  </a:lnTo>
                  <a:lnTo>
                    <a:pt x="2711956" y="285464"/>
                  </a:lnTo>
                  <a:lnTo>
                    <a:pt x="2711932" y="285493"/>
                  </a:lnTo>
                  <a:lnTo>
                    <a:pt x="2711899" y="285539"/>
                  </a:lnTo>
                  <a:lnTo>
                    <a:pt x="2711868" y="285597"/>
                  </a:lnTo>
                  <a:lnTo>
                    <a:pt x="2711857" y="285627"/>
                  </a:lnTo>
                  <a:lnTo>
                    <a:pt x="2711824" y="285726"/>
                  </a:lnTo>
                  <a:lnTo>
                    <a:pt x="2711787" y="285853"/>
                  </a:lnTo>
                  <a:lnTo>
                    <a:pt x="2711763" y="285951"/>
                  </a:lnTo>
                  <a:lnTo>
                    <a:pt x="2711730" y="286087"/>
                  </a:lnTo>
                  <a:lnTo>
                    <a:pt x="2711722" y="286113"/>
                  </a:lnTo>
                  <a:lnTo>
                    <a:pt x="2711698" y="286180"/>
                  </a:lnTo>
                  <a:lnTo>
                    <a:pt x="2711678" y="286235"/>
                  </a:lnTo>
                  <a:lnTo>
                    <a:pt x="2711664" y="286266"/>
                  </a:lnTo>
                  <a:lnTo>
                    <a:pt x="2711642" y="286308"/>
                  </a:lnTo>
                  <a:lnTo>
                    <a:pt x="2711580" y="286404"/>
                  </a:lnTo>
                  <a:lnTo>
                    <a:pt x="2711554" y="286442"/>
                  </a:lnTo>
                  <a:lnTo>
                    <a:pt x="2711522" y="286488"/>
                  </a:lnTo>
                  <a:lnTo>
                    <a:pt x="2711493" y="286518"/>
                  </a:lnTo>
                  <a:lnTo>
                    <a:pt x="2711439" y="286579"/>
                  </a:lnTo>
                  <a:lnTo>
                    <a:pt x="2711389" y="286636"/>
                  </a:lnTo>
                  <a:lnTo>
                    <a:pt x="2711326" y="286709"/>
                  </a:lnTo>
                  <a:lnTo>
                    <a:pt x="2711258" y="286795"/>
                  </a:lnTo>
                  <a:lnTo>
                    <a:pt x="2711244" y="286816"/>
                  </a:lnTo>
                  <a:lnTo>
                    <a:pt x="2711216" y="286861"/>
                  </a:lnTo>
                  <a:lnTo>
                    <a:pt x="2711181" y="286929"/>
                  </a:lnTo>
                  <a:lnTo>
                    <a:pt x="2711168" y="286962"/>
                  </a:lnTo>
                  <a:lnTo>
                    <a:pt x="2711157" y="287000"/>
                  </a:lnTo>
                  <a:lnTo>
                    <a:pt x="2711142" y="287116"/>
                  </a:lnTo>
                  <a:lnTo>
                    <a:pt x="2711137" y="287160"/>
                  </a:lnTo>
                  <a:lnTo>
                    <a:pt x="2711125" y="287263"/>
                  </a:lnTo>
                  <a:lnTo>
                    <a:pt x="2711114" y="287492"/>
                  </a:lnTo>
                  <a:lnTo>
                    <a:pt x="2711120" y="287593"/>
                  </a:lnTo>
                  <a:lnTo>
                    <a:pt x="2711123" y="287653"/>
                  </a:lnTo>
                  <a:lnTo>
                    <a:pt x="2711128" y="287688"/>
                  </a:lnTo>
                  <a:lnTo>
                    <a:pt x="2711137" y="287731"/>
                  </a:lnTo>
                  <a:lnTo>
                    <a:pt x="2711148" y="287760"/>
                  </a:lnTo>
                  <a:lnTo>
                    <a:pt x="2711165" y="287818"/>
                  </a:lnTo>
                  <a:lnTo>
                    <a:pt x="2711173" y="287859"/>
                  </a:lnTo>
                  <a:lnTo>
                    <a:pt x="2711184" y="287963"/>
                  </a:lnTo>
                  <a:lnTo>
                    <a:pt x="2711188" y="288021"/>
                  </a:lnTo>
                  <a:lnTo>
                    <a:pt x="2711189" y="288064"/>
                  </a:lnTo>
                  <a:lnTo>
                    <a:pt x="2711181" y="288197"/>
                  </a:lnTo>
                  <a:lnTo>
                    <a:pt x="2711174" y="288284"/>
                  </a:lnTo>
                  <a:lnTo>
                    <a:pt x="2711169" y="288351"/>
                  </a:lnTo>
                  <a:lnTo>
                    <a:pt x="2711165" y="288420"/>
                  </a:lnTo>
                  <a:lnTo>
                    <a:pt x="2711171" y="288495"/>
                  </a:lnTo>
                  <a:lnTo>
                    <a:pt x="2711177" y="288536"/>
                  </a:lnTo>
                  <a:lnTo>
                    <a:pt x="2711188" y="288603"/>
                  </a:lnTo>
                  <a:lnTo>
                    <a:pt x="2711197" y="288652"/>
                  </a:lnTo>
                  <a:lnTo>
                    <a:pt x="2711200" y="288682"/>
                  </a:lnTo>
                  <a:lnTo>
                    <a:pt x="2711205" y="288750"/>
                  </a:lnTo>
                  <a:lnTo>
                    <a:pt x="2711206" y="288810"/>
                  </a:lnTo>
                  <a:lnTo>
                    <a:pt x="2711203" y="288836"/>
                  </a:lnTo>
                  <a:lnTo>
                    <a:pt x="2711188" y="288889"/>
                  </a:lnTo>
                  <a:lnTo>
                    <a:pt x="2711161" y="288935"/>
                  </a:lnTo>
                  <a:lnTo>
                    <a:pt x="2711134" y="288975"/>
                  </a:lnTo>
                  <a:lnTo>
                    <a:pt x="2711112" y="289004"/>
                  </a:lnTo>
                  <a:lnTo>
                    <a:pt x="2711109" y="289009"/>
                  </a:lnTo>
                  <a:lnTo>
                    <a:pt x="2711083" y="289039"/>
                  </a:lnTo>
                  <a:lnTo>
                    <a:pt x="2710997" y="289111"/>
                  </a:lnTo>
                  <a:lnTo>
                    <a:pt x="2710940" y="289148"/>
                  </a:lnTo>
                  <a:lnTo>
                    <a:pt x="2710896" y="289176"/>
                  </a:lnTo>
                  <a:lnTo>
                    <a:pt x="2710831" y="289211"/>
                  </a:lnTo>
                  <a:lnTo>
                    <a:pt x="2710780" y="289239"/>
                  </a:lnTo>
                  <a:lnTo>
                    <a:pt x="2710724" y="289267"/>
                  </a:lnTo>
                  <a:lnTo>
                    <a:pt x="2710675" y="289285"/>
                  </a:lnTo>
                  <a:lnTo>
                    <a:pt x="2710647" y="289295"/>
                  </a:lnTo>
                  <a:lnTo>
                    <a:pt x="2710463" y="289361"/>
                  </a:lnTo>
                  <a:lnTo>
                    <a:pt x="2710323" y="289412"/>
                  </a:lnTo>
                  <a:lnTo>
                    <a:pt x="2710170" y="289486"/>
                  </a:lnTo>
                  <a:lnTo>
                    <a:pt x="2710093" y="289528"/>
                  </a:lnTo>
                  <a:lnTo>
                    <a:pt x="2709713" y="289752"/>
                  </a:lnTo>
                  <a:lnTo>
                    <a:pt x="2709634" y="289801"/>
                  </a:lnTo>
                  <a:lnTo>
                    <a:pt x="2709573" y="289843"/>
                  </a:lnTo>
                  <a:lnTo>
                    <a:pt x="2709500" y="289903"/>
                  </a:lnTo>
                  <a:lnTo>
                    <a:pt x="2709416" y="289982"/>
                  </a:lnTo>
                  <a:lnTo>
                    <a:pt x="2709406" y="289992"/>
                  </a:lnTo>
                  <a:lnTo>
                    <a:pt x="2709369" y="290029"/>
                  </a:lnTo>
                  <a:lnTo>
                    <a:pt x="2709268" y="290136"/>
                  </a:lnTo>
                  <a:lnTo>
                    <a:pt x="2709236" y="290170"/>
                  </a:lnTo>
                  <a:lnTo>
                    <a:pt x="2709154" y="290266"/>
                  </a:lnTo>
                  <a:lnTo>
                    <a:pt x="2709122" y="290312"/>
                  </a:lnTo>
                  <a:lnTo>
                    <a:pt x="2709077" y="290365"/>
                  </a:lnTo>
                  <a:lnTo>
                    <a:pt x="2708671" y="290747"/>
                  </a:lnTo>
                  <a:lnTo>
                    <a:pt x="2708627" y="290788"/>
                  </a:lnTo>
                  <a:lnTo>
                    <a:pt x="2708594" y="290815"/>
                  </a:lnTo>
                  <a:lnTo>
                    <a:pt x="2708544" y="290855"/>
                  </a:lnTo>
                  <a:lnTo>
                    <a:pt x="2708100" y="291190"/>
                  </a:lnTo>
                  <a:lnTo>
                    <a:pt x="2707991" y="291261"/>
                  </a:lnTo>
                  <a:lnTo>
                    <a:pt x="2707918" y="291302"/>
                  </a:lnTo>
                  <a:lnTo>
                    <a:pt x="2707734" y="291428"/>
                  </a:lnTo>
                  <a:lnTo>
                    <a:pt x="2707623" y="291536"/>
                  </a:lnTo>
                  <a:lnTo>
                    <a:pt x="2707320" y="291804"/>
                  </a:lnTo>
                  <a:lnTo>
                    <a:pt x="2707233" y="291878"/>
                  </a:lnTo>
                  <a:lnTo>
                    <a:pt x="2707205" y="291903"/>
                  </a:lnTo>
                  <a:lnTo>
                    <a:pt x="2707138" y="291976"/>
                  </a:lnTo>
                  <a:lnTo>
                    <a:pt x="2707093" y="292028"/>
                  </a:lnTo>
                  <a:lnTo>
                    <a:pt x="2707058" y="292068"/>
                  </a:lnTo>
                  <a:lnTo>
                    <a:pt x="2707032" y="292104"/>
                  </a:lnTo>
                  <a:lnTo>
                    <a:pt x="2706987" y="292165"/>
                  </a:lnTo>
                  <a:lnTo>
                    <a:pt x="2706957" y="292206"/>
                  </a:lnTo>
                  <a:lnTo>
                    <a:pt x="2706945" y="292225"/>
                  </a:lnTo>
                  <a:lnTo>
                    <a:pt x="2706921" y="292268"/>
                  </a:lnTo>
                  <a:lnTo>
                    <a:pt x="2706830" y="292458"/>
                  </a:lnTo>
                  <a:lnTo>
                    <a:pt x="2706822" y="292480"/>
                  </a:lnTo>
                  <a:lnTo>
                    <a:pt x="2706806" y="292506"/>
                  </a:lnTo>
                  <a:lnTo>
                    <a:pt x="2706784" y="292556"/>
                  </a:lnTo>
                  <a:lnTo>
                    <a:pt x="2706759" y="292607"/>
                  </a:lnTo>
                  <a:lnTo>
                    <a:pt x="2706720" y="292675"/>
                  </a:lnTo>
                  <a:lnTo>
                    <a:pt x="2706697" y="292718"/>
                  </a:lnTo>
                  <a:lnTo>
                    <a:pt x="2706674" y="292758"/>
                  </a:lnTo>
                  <a:lnTo>
                    <a:pt x="2706653" y="292785"/>
                  </a:lnTo>
                  <a:lnTo>
                    <a:pt x="2706632" y="292815"/>
                  </a:lnTo>
                  <a:lnTo>
                    <a:pt x="2706600" y="292856"/>
                  </a:lnTo>
                  <a:lnTo>
                    <a:pt x="2706570" y="292897"/>
                  </a:lnTo>
                  <a:lnTo>
                    <a:pt x="2706550" y="292934"/>
                  </a:lnTo>
                  <a:lnTo>
                    <a:pt x="2706544" y="292945"/>
                  </a:lnTo>
                  <a:lnTo>
                    <a:pt x="2706531" y="292971"/>
                  </a:lnTo>
                  <a:lnTo>
                    <a:pt x="2706517" y="293014"/>
                  </a:lnTo>
                  <a:lnTo>
                    <a:pt x="2706504" y="293052"/>
                  </a:lnTo>
                  <a:lnTo>
                    <a:pt x="2706497" y="293083"/>
                  </a:lnTo>
                  <a:lnTo>
                    <a:pt x="2706496" y="293123"/>
                  </a:lnTo>
                  <a:lnTo>
                    <a:pt x="2706490" y="293195"/>
                  </a:lnTo>
                  <a:lnTo>
                    <a:pt x="2706491" y="293255"/>
                  </a:lnTo>
                  <a:lnTo>
                    <a:pt x="2706484" y="293305"/>
                  </a:lnTo>
                  <a:lnTo>
                    <a:pt x="2706478" y="293350"/>
                  </a:lnTo>
                  <a:lnTo>
                    <a:pt x="2706473" y="293405"/>
                  </a:lnTo>
                  <a:lnTo>
                    <a:pt x="2706475" y="293465"/>
                  </a:lnTo>
                  <a:lnTo>
                    <a:pt x="2706478" y="293514"/>
                  </a:lnTo>
                  <a:lnTo>
                    <a:pt x="2706483" y="293565"/>
                  </a:lnTo>
                  <a:lnTo>
                    <a:pt x="2706495" y="293612"/>
                  </a:lnTo>
                  <a:lnTo>
                    <a:pt x="2706509" y="293666"/>
                  </a:lnTo>
                  <a:lnTo>
                    <a:pt x="2706522" y="293703"/>
                  </a:lnTo>
                  <a:lnTo>
                    <a:pt x="2706539" y="293733"/>
                  </a:lnTo>
                  <a:lnTo>
                    <a:pt x="2706559" y="293771"/>
                  </a:lnTo>
                  <a:lnTo>
                    <a:pt x="2706578" y="293805"/>
                  </a:lnTo>
                  <a:lnTo>
                    <a:pt x="2706599" y="293837"/>
                  </a:lnTo>
                  <a:lnTo>
                    <a:pt x="2706624" y="293870"/>
                  </a:lnTo>
                  <a:lnTo>
                    <a:pt x="2706649" y="293898"/>
                  </a:lnTo>
                  <a:lnTo>
                    <a:pt x="2706679" y="293929"/>
                  </a:lnTo>
                  <a:lnTo>
                    <a:pt x="2706687" y="293937"/>
                  </a:lnTo>
                  <a:lnTo>
                    <a:pt x="2706712" y="293961"/>
                  </a:lnTo>
                  <a:lnTo>
                    <a:pt x="2706758" y="294000"/>
                  </a:lnTo>
                  <a:lnTo>
                    <a:pt x="2706795" y="294031"/>
                  </a:lnTo>
                  <a:lnTo>
                    <a:pt x="2706839" y="294069"/>
                  </a:lnTo>
                  <a:lnTo>
                    <a:pt x="2706877" y="294098"/>
                  </a:lnTo>
                  <a:lnTo>
                    <a:pt x="2706916" y="294126"/>
                  </a:lnTo>
                  <a:lnTo>
                    <a:pt x="2706945" y="294143"/>
                  </a:lnTo>
                  <a:lnTo>
                    <a:pt x="2707003" y="294176"/>
                  </a:lnTo>
                  <a:lnTo>
                    <a:pt x="2707059" y="294212"/>
                  </a:lnTo>
                  <a:lnTo>
                    <a:pt x="2707095" y="294236"/>
                  </a:lnTo>
                  <a:lnTo>
                    <a:pt x="2707132" y="294259"/>
                  </a:lnTo>
                  <a:lnTo>
                    <a:pt x="2707164" y="294277"/>
                  </a:lnTo>
                  <a:lnTo>
                    <a:pt x="2707213" y="294302"/>
                  </a:lnTo>
                  <a:lnTo>
                    <a:pt x="2707243" y="294317"/>
                  </a:lnTo>
                  <a:lnTo>
                    <a:pt x="2707252" y="294324"/>
                  </a:lnTo>
                  <a:lnTo>
                    <a:pt x="2707259" y="294330"/>
                  </a:lnTo>
                  <a:lnTo>
                    <a:pt x="2707279" y="294345"/>
                  </a:lnTo>
                  <a:lnTo>
                    <a:pt x="2707315" y="294372"/>
                  </a:lnTo>
                  <a:lnTo>
                    <a:pt x="2707380" y="294417"/>
                  </a:lnTo>
                  <a:lnTo>
                    <a:pt x="2707429" y="294462"/>
                  </a:lnTo>
                  <a:lnTo>
                    <a:pt x="2707465" y="294496"/>
                  </a:lnTo>
                  <a:lnTo>
                    <a:pt x="2707491" y="294524"/>
                  </a:lnTo>
                  <a:lnTo>
                    <a:pt x="2707514" y="294549"/>
                  </a:lnTo>
                  <a:lnTo>
                    <a:pt x="2707527" y="294568"/>
                  </a:lnTo>
                  <a:lnTo>
                    <a:pt x="2707551" y="294593"/>
                  </a:lnTo>
                  <a:lnTo>
                    <a:pt x="2707563" y="294615"/>
                  </a:lnTo>
                  <a:lnTo>
                    <a:pt x="2707583" y="294654"/>
                  </a:lnTo>
                  <a:lnTo>
                    <a:pt x="2707595" y="294689"/>
                  </a:lnTo>
                  <a:lnTo>
                    <a:pt x="2707609" y="294716"/>
                  </a:lnTo>
                  <a:lnTo>
                    <a:pt x="2707614" y="294751"/>
                  </a:lnTo>
                  <a:lnTo>
                    <a:pt x="2707617" y="294781"/>
                  </a:lnTo>
                  <a:lnTo>
                    <a:pt x="2707618" y="294789"/>
                  </a:lnTo>
                  <a:lnTo>
                    <a:pt x="2707619" y="294819"/>
                  </a:lnTo>
                  <a:lnTo>
                    <a:pt x="2707618" y="294849"/>
                  </a:lnTo>
                  <a:lnTo>
                    <a:pt x="2707614" y="294903"/>
                  </a:lnTo>
                  <a:lnTo>
                    <a:pt x="2707610" y="294964"/>
                  </a:lnTo>
                  <a:lnTo>
                    <a:pt x="2707601" y="295021"/>
                  </a:lnTo>
                  <a:lnTo>
                    <a:pt x="2707598" y="295062"/>
                  </a:lnTo>
                  <a:lnTo>
                    <a:pt x="2707593" y="295094"/>
                  </a:lnTo>
                  <a:lnTo>
                    <a:pt x="2707588" y="295129"/>
                  </a:lnTo>
                  <a:lnTo>
                    <a:pt x="2707582" y="295175"/>
                  </a:lnTo>
                  <a:lnTo>
                    <a:pt x="2707577" y="295214"/>
                  </a:lnTo>
                  <a:lnTo>
                    <a:pt x="2707561" y="295271"/>
                  </a:lnTo>
                  <a:lnTo>
                    <a:pt x="2707552" y="295313"/>
                  </a:lnTo>
                  <a:lnTo>
                    <a:pt x="2707546" y="295354"/>
                  </a:lnTo>
                  <a:lnTo>
                    <a:pt x="2707540" y="295392"/>
                  </a:lnTo>
                  <a:lnTo>
                    <a:pt x="2707532" y="295426"/>
                  </a:lnTo>
                  <a:lnTo>
                    <a:pt x="2707524" y="295455"/>
                  </a:lnTo>
                  <a:lnTo>
                    <a:pt x="2707517" y="295504"/>
                  </a:lnTo>
                  <a:lnTo>
                    <a:pt x="2707506" y="295541"/>
                  </a:lnTo>
                  <a:lnTo>
                    <a:pt x="2707494" y="295577"/>
                  </a:lnTo>
                  <a:lnTo>
                    <a:pt x="2707490" y="295605"/>
                  </a:lnTo>
                  <a:lnTo>
                    <a:pt x="2707479" y="295657"/>
                  </a:lnTo>
                  <a:lnTo>
                    <a:pt x="2707472" y="295701"/>
                  </a:lnTo>
                  <a:lnTo>
                    <a:pt x="2707467" y="295761"/>
                  </a:lnTo>
                  <a:lnTo>
                    <a:pt x="2707466" y="295816"/>
                  </a:lnTo>
                  <a:lnTo>
                    <a:pt x="2707465" y="295864"/>
                  </a:lnTo>
                  <a:lnTo>
                    <a:pt x="2707464" y="295909"/>
                  </a:lnTo>
                  <a:lnTo>
                    <a:pt x="2707468" y="295946"/>
                  </a:lnTo>
                  <a:lnTo>
                    <a:pt x="2707474" y="295982"/>
                  </a:lnTo>
                  <a:lnTo>
                    <a:pt x="2707481" y="296006"/>
                  </a:lnTo>
                  <a:lnTo>
                    <a:pt x="2707491" y="296025"/>
                  </a:lnTo>
                  <a:lnTo>
                    <a:pt x="2707507" y="296052"/>
                  </a:lnTo>
                  <a:lnTo>
                    <a:pt x="2707527" y="296078"/>
                  </a:lnTo>
                  <a:lnTo>
                    <a:pt x="2707552" y="296113"/>
                  </a:lnTo>
                  <a:lnTo>
                    <a:pt x="2707590" y="296159"/>
                  </a:lnTo>
                  <a:lnTo>
                    <a:pt x="2707616" y="296189"/>
                  </a:lnTo>
                  <a:lnTo>
                    <a:pt x="2707634" y="296233"/>
                  </a:lnTo>
                  <a:lnTo>
                    <a:pt x="2707647" y="296255"/>
                  </a:lnTo>
                  <a:lnTo>
                    <a:pt x="2707676" y="296301"/>
                  </a:lnTo>
                  <a:lnTo>
                    <a:pt x="2707698" y="296329"/>
                  </a:lnTo>
                  <a:lnTo>
                    <a:pt x="2707716" y="296354"/>
                  </a:lnTo>
                  <a:lnTo>
                    <a:pt x="2707764" y="296404"/>
                  </a:lnTo>
                  <a:lnTo>
                    <a:pt x="2707799" y="296437"/>
                  </a:lnTo>
                  <a:lnTo>
                    <a:pt x="2707840" y="296468"/>
                  </a:lnTo>
                  <a:lnTo>
                    <a:pt x="2707874" y="296495"/>
                  </a:lnTo>
                  <a:lnTo>
                    <a:pt x="2707910" y="296518"/>
                  </a:lnTo>
                  <a:lnTo>
                    <a:pt x="2707960" y="296552"/>
                  </a:lnTo>
                  <a:lnTo>
                    <a:pt x="2707996" y="296573"/>
                  </a:lnTo>
                  <a:lnTo>
                    <a:pt x="2708033" y="296599"/>
                  </a:lnTo>
                  <a:lnTo>
                    <a:pt x="2708049" y="296611"/>
                  </a:lnTo>
                  <a:lnTo>
                    <a:pt x="2708087" y="296645"/>
                  </a:lnTo>
                  <a:lnTo>
                    <a:pt x="2708128" y="296676"/>
                  </a:lnTo>
                  <a:lnTo>
                    <a:pt x="2708208" y="296740"/>
                  </a:lnTo>
                  <a:lnTo>
                    <a:pt x="2708245" y="296760"/>
                  </a:lnTo>
                  <a:lnTo>
                    <a:pt x="2708334" y="296812"/>
                  </a:lnTo>
                  <a:lnTo>
                    <a:pt x="2708386" y="296837"/>
                  </a:lnTo>
                  <a:lnTo>
                    <a:pt x="2708426" y="296855"/>
                  </a:lnTo>
                  <a:lnTo>
                    <a:pt x="2708497" y="296880"/>
                  </a:lnTo>
                  <a:lnTo>
                    <a:pt x="2708574" y="296898"/>
                  </a:lnTo>
                  <a:lnTo>
                    <a:pt x="2708647" y="296915"/>
                  </a:lnTo>
                  <a:lnTo>
                    <a:pt x="2708723" y="296927"/>
                  </a:lnTo>
                  <a:lnTo>
                    <a:pt x="2708963" y="296959"/>
                  </a:lnTo>
                  <a:lnTo>
                    <a:pt x="2708996" y="296961"/>
                  </a:lnTo>
                  <a:lnTo>
                    <a:pt x="2709052" y="296977"/>
                  </a:lnTo>
                  <a:lnTo>
                    <a:pt x="2709151" y="297009"/>
                  </a:lnTo>
                  <a:lnTo>
                    <a:pt x="2709244" y="297043"/>
                  </a:lnTo>
                  <a:lnTo>
                    <a:pt x="2709504" y="297151"/>
                  </a:lnTo>
                  <a:lnTo>
                    <a:pt x="2709618" y="297199"/>
                  </a:lnTo>
                  <a:lnTo>
                    <a:pt x="2709719" y="297248"/>
                  </a:lnTo>
                  <a:lnTo>
                    <a:pt x="2710048" y="297422"/>
                  </a:lnTo>
                  <a:lnTo>
                    <a:pt x="2710095" y="297458"/>
                  </a:lnTo>
                  <a:lnTo>
                    <a:pt x="2710137" y="297492"/>
                  </a:lnTo>
                  <a:lnTo>
                    <a:pt x="2710155" y="297519"/>
                  </a:lnTo>
                  <a:lnTo>
                    <a:pt x="2710173" y="297551"/>
                  </a:lnTo>
                  <a:lnTo>
                    <a:pt x="2710192" y="297605"/>
                  </a:lnTo>
                  <a:lnTo>
                    <a:pt x="2710207" y="297656"/>
                  </a:lnTo>
                  <a:lnTo>
                    <a:pt x="2710220" y="297696"/>
                  </a:lnTo>
                  <a:lnTo>
                    <a:pt x="2710228" y="297733"/>
                  </a:lnTo>
                  <a:lnTo>
                    <a:pt x="2710232" y="297774"/>
                  </a:lnTo>
                  <a:lnTo>
                    <a:pt x="2710236" y="297848"/>
                  </a:lnTo>
                  <a:lnTo>
                    <a:pt x="2710241" y="297919"/>
                  </a:lnTo>
                  <a:lnTo>
                    <a:pt x="2710255" y="298011"/>
                  </a:lnTo>
                  <a:lnTo>
                    <a:pt x="2710268" y="298051"/>
                  </a:lnTo>
                  <a:lnTo>
                    <a:pt x="2710457" y="298408"/>
                  </a:lnTo>
                  <a:lnTo>
                    <a:pt x="2710478" y="298443"/>
                  </a:lnTo>
                  <a:lnTo>
                    <a:pt x="2710510" y="298477"/>
                  </a:lnTo>
                  <a:lnTo>
                    <a:pt x="2710796" y="298766"/>
                  </a:lnTo>
                  <a:lnTo>
                    <a:pt x="2711011" y="298946"/>
                  </a:lnTo>
                  <a:lnTo>
                    <a:pt x="2711058" y="298981"/>
                  </a:lnTo>
                  <a:lnTo>
                    <a:pt x="2711805" y="299430"/>
                  </a:lnTo>
                  <a:lnTo>
                    <a:pt x="2713195" y="300329"/>
                  </a:lnTo>
                  <a:lnTo>
                    <a:pt x="2715006" y="301513"/>
                  </a:lnTo>
                  <a:lnTo>
                    <a:pt x="2715799" y="301943"/>
                  </a:lnTo>
                  <a:lnTo>
                    <a:pt x="2716417" y="302425"/>
                  </a:lnTo>
                  <a:lnTo>
                    <a:pt x="2716789" y="302894"/>
                  </a:lnTo>
                  <a:lnTo>
                    <a:pt x="2717022" y="303315"/>
                  </a:lnTo>
                  <a:lnTo>
                    <a:pt x="2717175" y="303462"/>
                  </a:lnTo>
                  <a:lnTo>
                    <a:pt x="2717374" y="303613"/>
                  </a:lnTo>
                  <a:lnTo>
                    <a:pt x="2717546" y="303780"/>
                  </a:lnTo>
                  <a:lnTo>
                    <a:pt x="2718006" y="304346"/>
                  </a:lnTo>
                  <a:lnTo>
                    <a:pt x="2718284" y="304766"/>
                  </a:lnTo>
                  <a:lnTo>
                    <a:pt x="2718321" y="304819"/>
                  </a:lnTo>
                  <a:lnTo>
                    <a:pt x="2718726" y="305583"/>
                  </a:lnTo>
                  <a:lnTo>
                    <a:pt x="2719225" y="306413"/>
                  </a:lnTo>
                  <a:lnTo>
                    <a:pt x="2719868" y="307379"/>
                  </a:lnTo>
                  <a:lnTo>
                    <a:pt x="2719905" y="307430"/>
                  </a:lnTo>
                  <a:lnTo>
                    <a:pt x="2720321" y="307912"/>
                  </a:lnTo>
                  <a:lnTo>
                    <a:pt x="2720344" y="307944"/>
                  </a:lnTo>
                  <a:lnTo>
                    <a:pt x="2720443" y="308106"/>
                  </a:lnTo>
                  <a:lnTo>
                    <a:pt x="2720466" y="308160"/>
                  </a:lnTo>
                  <a:lnTo>
                    <a:pt x="2720630" y="308777"/>
                  </a:lnTo>
                  <a:lnTo>
                    <a:pt x="2720640" y="308825"/>
                  </a:lnTo>
                  <a:lnTo>
                    <a:pt x="2720648" y="308864"/>
                  </a:lnTo>
                  <a:lnTo>
                    <a:pt x="2720657" y="309057"/>
                  </a:lnTo>
                  <a:lnTo>
                    <a:pt x="2720621" y="309304"/>
                  </a:lnTo>
                  <a:lnTo>
                    <a:pt x="2720651" y="310300"/>
                  </a:lnTo>
                  <a:lnTo>
                    <a:pt x="2720693" y="311161"/>
                  </a:lnTo>
                  <a:lnTo>
                    <a:pt x="2720726" y="312386"/>
                  </a:lnTo>
                  <a:lnTo>
                    <a:pt x="2720770" y="312990"/>
                  </a:lnTo>
                  <a:lnTo>
                    <a:pt x="2720866" y="313561"/>
                  </a:lnTo>
                  <a:lnTo>
                    <a:pt x="2720883" y="313635"/>
                  </a:lnTo>
                  <a:lnTo>
                    <a:pt x="2720915" y="313718"/>
                  </a:lnTo>
                  <a:lnTo>
                    <a:pt x="2720979" y="313877"/>
                  </a:lnTo>
                  <a:lnTo>
                    <a:pt x="2721029" y="314000"/>
                  </a:lnTo>
                  <a:lnTo>
                    <a:pt x="2721127" y="314211"/>
                  </a:lnTo>
                  <a:lnTo>
                    <a:pt x="2721224" y="314371"/>
                  </a:lnTo>
                  <a:lnTo>
                    <a:pt x="2721242" y="314400"/>
                  </a:lnTo>
                  <a:lnTo>
                    <a:pt x="2721271" y="314443"/>
                  </a:lnTo>
                  <a:lnTo>
                    <a:pt x="2721299" y="314480"/>
                  </a:lnTo>
                  <a:lnTo>
                    <a:pt x="2721339" y="314532"/>
                  </a:lnTo>
                  <a:lnTo>
                    <a:pt x="2721358" y="314554"/>
                  </a:lnTo>
                  <a:lnTo>
                    <a:pt x="2721427" y="314624"/>
                  </a:lnTo>
                  <a:lnTo>
                    <a:pt x="2721508" y="314691"/>
                  </a:lnTo>
                  <a:lnTo>
                    <a:pt x="2721580" y="314731"/>
                  </a:lnTo>
                  <a:lnTo>
                    <a:pt x="2721705" y="314801"/>
                  </a:lnTo>
                  <a:lnTo>
                    <a:pt x="2721920" y="314868"/>
                  </a:lnTo>
                  <a:lnTo>
                    <a:pt x="2722954" y="315400"/>
                  </a:lnTo>
                  <a:lnTo>
                    <a:pt x="2723789" y="315640"/>
                  </a:lnTo>
                  <a:lnTo>
                    <a:pt x="2724910" y="315839"/>
                  </a:lnTo>
                  <a:lnTo>
                    <a:pt x="2725289" y="315856"/>
                  </a:lnTo>
                  <a:lnTo>
                    <a:pt x="2727054" y="315879"/>
                  </a:lnTo>
                  <a:lnTo>
                    <a:pt x="2727660" y="315865"/>
                  </a:lnTo>
                  <a:lnTo>
                    <a:pt x="2727786" y="315865"/>
                  </a:lnTo>
                  <a:lnTo>
                    <a:pt x="2727921" y="315865"/>
                  </a:lnTo>
                  <a:lnTo>
                    <a:pt x="2727988" y="315863"/>
                  </a:lnTo>
                  <a:lnTo>
                    <a:pt x="2728250" y="315843"/>
                  </a:lnTo>
                  <a:lnTo>
                    <a:pt x="2728303" y="315837"/>
                  </a:lnTo>
                  <a:lnTo>
                    <a:pt x="2728423" y="315820"/>
                  </a:lnTo>
                  <a:lnTo>
                    <a:pt x="2731249" y="315115"/>
                  </a:lnTo>
                  <a:lnTo>
                    <a:pt x="2731908" y="314711"/>
                  </a:lnTo>
                  <a:lnTo>
                    <a:pt x="2732010" y="314650"/>
                  </a:lnTo>
                  <a:lnTo>
                    <a:pt x="2732080" y="314603"/>
                  </a:lnTo>
                  <a:lnTo>
                    <a:pt x="2732138" y="314560"/>
                  </a:lnTo>
                  <a:lnTo>
                    <a:pt x="2732190" y="314511"/>
                  </a:lnTo>
                  <a:lnTo>
                    <a:pt x="2732245" y="314456"/>
                  </a:lnTo>
                  <a:lnTo>
                    <a:pt x="2732293" y="314400"/>
                  </a:lnTo>
                  <a:lnTo>
                    <a:pt x="2732354" y="314337"/>
                  </a:lnTo>
                  <a:lnTo>
                    <a:pt x="2732586" y="314141"/>
                  </a:lnTo>
                  <a:lnTo>
                    <a:pt x="2732658" y="314090"/>
                  </a:lnTo>
                  <a:lnTo>
                    <a:pt x="2732828" y="313985"/>
                  </a:lnTo>
                  <a:lnTo>
                    <a:pt x="2733024" y="313871"/>
                  </a:lnTo>
                  <a:lnTo>
                    <a:pt x="2733165" y="313792"/>
                  </a:lnTo>
                  <a:lnTo>
                    <a:pt x="2733348" y="313687"/>
                  </a:lnTo>
                  <a:lnTo>
                    <a:pt x="2733564" y="313601"/>
                  </a:lnTo>
                  <a:lnTo>
                    <a:pt x="2733915" y="313536"/>
                  </a:lnTo>
                  <a:lnTo>
                    <a:pt x="2734692" y="313351"/>
                  </a:lnTo>
                  <a:lnTo>
                    <a:pt x="2735279" y="313128"/>
                  </a:lnTo>
                  <a:lnTo>
                    <a:pt x="2735367" y="313108"/>
                  </a:lnTo>
                  <a:lnTo>
                    <a:pt x="2735704" y="313097"/>
                  </a:lnTo>
                  <a:lnTo>
                    <a:pt x="2735922" y="313112"/>
                  </a:lnTo>
                  <a:lnTo>
                    <a:pt x="2736240" y="313132"/>
                  </a:lnTo>
                  <a:lnTo>
                    <a:pt x="2737012" y="313279"/>
                  </a:lnTo>
                  <a:lnTo>
                    <a:pt x="2737237" y="313303"/>
                  </a:lnTo>
                  <a:lnTo>
                    <a:pt x="2738257" y="313431"/>
                  </a:lnTo>
                  <a:lnTo>
                    <a:pt x="2739023" y="313485"/>
                  </a:lnTo>
                  <a:lnTo>
                    <a:pt x="2740114" y="313601"/>
                  </a:lnTo>
                  <a:lnTo>
                    <a:pt x="2740163" y="313608"/>
                  </a:lnTo>
                  <a:lnTo>
                    <a:pt x="2740695" y="313582"/>
                  </a:lnTo>
                  <a:lnTo>
                    <a:pt x="2740957" y="313516"/>
                  </a:lnTo>
                  <a:lnTo>
                    <a:pt x="2741311" y="313374"/>
                  </a:lnTo>
                  <a:lnTo>
                    <a:pt x="2741684" y="313227"/>
                  </a:lnTo>
                  <a:lnTo>
                    <a:pt x="2742240" y="312995"/>
                  </a:lnTo>
                  <a:lnTo>
                    <a:pt x="2742993" y="312804"/>
                  </a:lnTo>
                  <a:lnTo>
                    <a:pt x="2743466" y="312743"/>
                  </a:lnTo>
                  <a:lnTo>
                    <a:pt x="2743745" y="312692"/>
                  </a:lnTo>
                  <a:lnTo>
                    <a:pt x="2744116" y="312671"/>
                  </a:lnTo>
                  <a:lnTo>
                    <a:pt x="2744199" y="312675"/>
                  </a:lnTo>
                  <a:lnTo>
                    <a:pt x="2744351" y="312688"/>
                  </a:lnTo>
                  <a:lnTo>
                    <a:pt x="2744854" y="312789"/>
                  </a:lnTo>
                  <a:lnTo>
                    <a:pt x="2745193" y="312890"/>
                  </a:lnTo>
                  <a:lnTo>
                    <a:pt x="2745905" y="313052"/>
                  </a:lnTo>
                  <a:lnTo>
                    <a:pt x="2746843" y="313172"/>
                  </a:lnTo>
                  <a:lnTo>
                    <a:pt x="2747604" y="313171"/>
                  </a:lnTo>
                  <a:lnTo>
                    <a:pt x="2747812" y="313184"/>
                  </a:lnTo>
                  <a:lnTo>
                    <a:pt x="2748047" y="313238"/>
                  </a:lnTo>
                  <a:lnTo>
                    <a:pt x="2748180" y="313290"/>
                  </a:lnTo>
                  <a:lnTo>
                    <a:pt x="2748347" y="313368"/>
                  </a:lnTo>
                  <a:lnTo>
                    <a:pt x="2748793" y="313770"/>
                  </a:lnTo>
                  <a:lnTo>
                    <a:pt x="2749070" y="314303"/>
                  </a:lnTo>
                  <a:lnTo>
                    <a:pt x="2749157" y="314818"/>
                  </a:lnTo>
                  <a:lnTo>
                    <a:pt x="2749108" y="315714"/>
                  </a:lnTo>
                  <a:lnTo>
                    <a:pt x="2749086" y="315853"/>
                  </a:lnTo>
                  <a:lnTo>
                    <a:pt x="2749082" y="315909"/>
                  </a:lnTo>
                  <a:lnTo>
                    <a:pt x="2749083" y="315935"/>
                  </a:lnTo>
                  <a:lnTo>
                    <a:pt x="2749101" y="316006"/>
                  </a:lnTo>
                  <a:lnTo>
                    <a:pt x="2749184" y="316244"/>
                  </a:lnTo>
                  <a:lnTo>
                    <a:pt x="2749271" y="316379"/>
                  </a:lnTo>
                  <a:lnTo>
                    <a:pt x="2749410" y="316547"/>
                  </a:lnTo>
                  <a:lnTo>
                    <a:pt x="2750458" y="317211"/>
                  </a:lnTo>
                  <a:lnTo>
                    <a:pt x="2751185" y="317414"/>
                  </a:lnTo>
                  <a:lnTo>
                    <a:pt x="2751716" y="317415"/>
                  </a:lnTo>
                  <a:lnTo>
                    <a:pt x="2752126" y="317390"/>
                  </a:lnTo>
                  <a:lnTo>
                    <a:pt x="2752479" y="317298"/>
                  </a:lnTo>
                  <a:lnTo>
                    <a:pt x="2753241" y="316936"/>
                  </a:lnTo>
                  <a:lnTo>
                    <a:pt x="2753824" y="316491"/>
                  </a:lnTo>
                  <a:lnTo>
                    <a:pt x="2753958" y="316364"/>
                  </a:lnTo>
                  <a:lnTo>
                    <a:pt x="2754176" y="316054"/>
                  </a:lnTo>
                  <a:lnTo>
                    <a:pt x="2754437" y="315483"/>
                  </a:lnTo>
                  <a:lnTo>
                    <a:pt x="2754703" y="315182"/>
                  </a:lnTo>
                  <a:lnTo>
                    <a:pt x="2754903" y="315044"/>
                  </a:lnTo>
                  <a:lnTo>
                    <a:pt x="2755198" y="314896"/>
                  </a:lnTo>
                  <a:lnTo>
                    <a:pt x="2755560" y="314715"/>
                  </a:lnTo>
                  <a:lnTo>
                    <a:pt x="2755621" y="314694"/>
                  </a:lnTo>
                  <a:lnTo>
                    <a:pt x="2755779" y="314666"/>
                  </a:lnTo>
                  <a:lnTo>
                    <a:pt x="2756118" y="314644"/>
                  </a:lnTo>
                  <a:lnTo>
                    <a:pt x="2757024" y="314762"/>
                  </a:lnTo>
                  <a:lnTo>
                    <a:pt x="2757282" y="314823"/>
                  </a:lnTo>
                  <a:lnTo>
                    <a:pt x="2758122" y="315235"/>
                  </a:lnTo>
                  <a:lnTo>
                    <a:pt x="2758747" y="315612"/>
                  </a:lnTo>
                  <a:lnTo>
                    <a:pt x="2758881" y="315739"/>
                  </a:lnTo>
                  <a:lnTo>
                    <a:pt x="2759120" y="316007"/>
                  </a:lnTo>
                  <a:lnTo>
                    <a:pt x="2759177" y="316045"/>
                  </a:lnTo>
                  <a:lnTo>
                    <a:pt x="2759253" y="316087"/>
                  </a:lnTo>
                  <a:lnTo>
                    <a:pt x="2759335" y="316112"/>
                  </a:lnTo>
                  <a:lnTo>
                    <a:pt x="2759461" y="316111"/>
                  </a:lnTo>
                  <a:lnTo>
                    <a:pt x="2759824" y="316113"/>
                  </a:lnTo>
                  <a:lnTo>
                    <a:pt x="2760272" y="316208"/>
                  </a:lnTo>
                  <a:lnTo>
                    <a:pt x="2761306" y="316528"/>
                  </a:lnTo>
                  <a:lnTo>
                    <a:pt x="2761460" y="316568"/>
                  </a:lnTo>
                  <a:lnTo>
                    <a:pt x="2761848" y="316615"/>
                  </a:lnTo>
                  <a:lnTo>
                    <a:pt x="2762435" y="316634"/>
                  </a:lnTo>
                  <a:lnTo>
                    <a:pt x="2762516" y="316634"/>
                  </a:lnTo>
                  <a:lnTo>
                    <a:pt x="2763131" y="316570"/>
                  </a:lnTo>
                  <a:lnTo>
                    <a:pt x="2763542" y="316356"/>
                  </a:lnTo>
                  <a:lnTo>
                    <a:pt x="2763659" y="316321"/>
                  </a:lnTo>
                  <a:lnTo>
                    <a:pt x="2764018" y="316262"/>
                  </a:lnTo>
                  <a:lnTo>
                    <a:pt x="2765149" y="315993"/>
                  </a:lnTo>
                  <a:lnTo>
                    <a:pt x="2765302" y="315977"/>
                  </a:lnTo>
                  <a:lnTo>
                    <a:pt x="2765473" y="316030"/>
                  </a:lnTo>
                  <a:lnTo>
                    <a:pt x="2765564" y="316100"/>
                  </a:lnTo>
                  <a:lnTo>
                    <a:pt x="2765726" y="316320"/>
                  </a:lnTo>
                  <a:lnTo>
                    <a:pt x="2765929" y="316428"/>
                  </a:lnTo>
                  <a:lnTo>
                    <a:pt x="2766059" y="316453"/>
                  </a:lnTo>
                  <a:lnTo>
                    <a:pt x="2767507" y="316770"/>
                  </a:lnTo>
                  <a:lnTo>
                    <a:pt x="2768208" y="316911"/>
                  </a:lnTo>
                  <a:lnTo>
                    <a:pt x="2768557" y="316915"/>
                  </a:lnTo>
                  <a:lnTo>
                    <a:pt x="2768847" y="316859"/>
                  </a:lnTo>
                  <a:lnTo>
                    <a:pt x="2769007" y="316813"/>
                  </a:lnTo>
                  <a:lnTo>
                    <a:pt x="2769306" y="316626"/>
                  </a:lnTo>
                  <a:lnTo>
                    <a:pt x="2769474" y="316310"/>
                  </a:lnTo>
                  <a:lnTo>
                    <a:pt x="2769600" y="315781"/>
                  </a:lnTo>
                  <a:lnTo>
                    <a:pt x="2769730" y="315235"/>
                  </a:lnTo>
                  <a:lnTo>
                    <a:pt x="2769756" y="315129"/>
                  </a:lnTo>
                  <a:lnTo>
                    <a:pt x="2769805" y="314926"/>
                  </a:lnTo>
                  <a:lnTo>
                    <a:pt x="2769998" y="314621"/>
                  </a:lnTo>
                  <a:lnTo>
                    <a:pt x="2770239" y="314513"/>
                  </a:lnTo>
                  <a:lnTo>
                    <a:pt x="2770346" y="314463"/>
                  </a:lnTo>
                  <a:lnTo>
                    <a:pt x="2770720" y="314407"/>
                  </a:lnTo>
                  <a:lnTo>
                    <a:pt x="2770858" y="314383"/>
                  </a:lnTo>
                  <a:lnTo>
                    <a:pt x="2770887" y="314386"/>
                  </a:lnTo>
                  <a:lnTo>
                    <a:pt x="2771225" y="314427"/>
                  </a:lnTo>
                  <a:lnTo>
                    <a:pt x="2771477" y="314499"/>
                  </a:lnTo>
                  <a:lnTo>
                    <a:pt x="2771941" y="314688"/>
                  </a:lnTo>
                  <a:lnTo>
                    <a:pt x="2772282" y="314794"/>
                  </a:lnTo>
                  <a:lnTo>
                    <a:pt x="2772307" y="314804"/>
                  </a:lnTo>
                  <a:lnTo>
                    <a:pt x="2772353" y="314825"/>
                  </a:lnTo>
                  <a:lnTo>
                    <a:pt x="2772406" y="314851"/>
                  </a:lnTo>
                  <a:lnTo>
                    <a:pt x="2772453" y="314876"/>
                  </a:lnTo>
                  <a:lnTo>
                    <a:pt x="2772504" y="314907"/>
                  </a:lnTo>
                  <a:lnTo>
                    <a:pt x="2772543" y="314928"/>
                  </a:lnTo>
                  <a:lnTo>
                    <a:pt x="2772588" y="314951"/>
                  </a:lnTo>
                  <a:lnTo>
                    <a:pt x="2772628" y="314970"/>
                  </a:lnTo>
                  <a:lnTo>
                    <a:pt x="2772662" y="314982"/>
                  </a:lnTo>
                  <a:lnTo>
                    <a:pt x="2772699" y="314995"/>
                  </a:lnTo>
                  <a:lnTo>
                    <a:pt x="2772754" y="315016"/>
                  </a:lnTo>
                  <a:lnTo>
                    <a:pt x="2772791" y="315030"/>
                  </a:lnTo>
                  <a:lnTo>
                    <a:pt x="2772814" y="315044"/>
                  </a:lnTo>
                  <a:lnTo>
                    <a:pt x="2772834" y="315049"/>
                  </a:lnTo>
                  <a:lnTo>
                    <a:pt x="2772846" y="315052"/>
                  </a:lnTo>
                  <a:lnTo>
                    <a:pt x="2772875" y="315062"/>
                  </a:lnTo>
                  <a:lnTo>
                    <a:pt x="2772906" y="315079"/>
                  </a:lnTo>
                  <a:lnTo>
                    <a:pt x="2772932" y="315089"/>
                  </a:lnTo>
                  <a:lnTo>
                    <a:pt x="2772956" y="315100"/>
                  </a:lnTo>
                  <a:lnTo>
                    <a:pt x="2773073" y="315123"/>
                  </a:lnTo>
                  <a:lnTo>
                    <a:pt x="2773190" y="315123"/>
                  </a:lnTo>
                  <a:lnTo>
                    <a:pt x="2773456" y="315123"/>
                  </a:lnTo>
                  <a:lnTo>
                    <a:pt x="2773657" y="315089"/>
                  </a:lnTo>
                  <a:lnTo>
                    <a:pt x="2774718" y="315004"/>
                  </a:lnTo>
                  <a:lnTo>
                    <a:pt x="2774754" y="315005"/>
                  </a:lnTo>
                  <a:lnTo>
                    <a:pt x="2775229" y="315030"/>
                  </a:lnTo>
                  <a:lnTo>
                    <a:pt x="2775244" y="315026"/>
                  </a:lnTo>
                  <a:lnTo>
                    <a:pt x="2775318" y="315014"/>
                  </a:lnTo>
                  <a:lnTo>
                    <a:pt x="2775533" y="314999"/>
                  </a:lnTo>
                  <a:lnTo>
                    <a:pt x="2775819" y="314979"/>
                  </a:lnTo>
                  <a:lnTo>
                    <a:pt x="2775883" y="314972"/>
                  </a:lnTo>
                  <a:lnTo>
                    <a:pt x="2775958" y="314966"/>
                  </a:lnTo>
                  <a:lnTo>
                    <a:pt x="2776029" y="314959"/>
                  </a:lnTo>
                  <a:lnTo>
                    <a:pt x="2776114" y="314956"/>
                  </a:lnTo>
                  <a:lnTo>
                    <a:pt x="2776219" y="314957"/>
                  </a:lnTo>
                  <a:lnTo>
                    <a:pt x="2776372" y="314964"/>
                  </a:lnTo>
                  <a:lnTo>
                    <a:pt x="2777227" y="314949"/>
                  </a:lnTo>
                  <a:lnTo>
                    <a:pt x="2777681" y="314946"/>
                  </a:lnTo>
                  <a:lnTo>
                    <a:pt x="2777767" y="314949"/>
                  </a:lnTo>
                  <a:lnTo>
                    <a:pt x="2777788" y="314951"/>
                  </a:lnTo>
                  <a:lnTo>
                    <a:pt x="2777806" y="314947"/>
                  </a:lnTo>
                  <a:lnTo>
                    <a:pt x="2778287" y="314759"/>
                  </a:lnTo>
                  <a:lnTo>
                    <a:pt x="2778990" y="314579"/>
                  </a:lnTo>
                  <a:lnTo>
                    <a:pt x="2779144" y="314546"/>
                  </a:lnTo>
                  <a:lnTo>
                    <a:pt x="2779204" y="314525"/>
                  </a:lnTo>
                  <a:lnTo>
                    <a:pt x="2779230" y="314508"/>
                  </a:lnTo>
                  <a:lnTo>
                    <a:pt x="2779318" y="314465"/>
                  </a:lnTo>
                  <a:lnTo>
                    <a:pt x="2779404" y="314425"/>
                  </a:lnTo>
                  <a:lnTo>
                    <a:pt x="2779458" y="314406"/>
                  </a:lnTo>
                  <a:lnTo>
                    <a:pt x="2779499" y="314394"/>
                  </a:lnTo>
                  <a:lnTo>
                    <a:pt x="2779539" y="314381"/>
                  </a:lnTo>
                  <a:lnTo>
                    <a:pt x="2779573" y="314375"/>
                  </a:lnTo>
                  <a:lnTo>
                    <a:pt x="2779609" y="314368"/>
                  </a:lnTo>
                  <a:lnTo>
                    <a:pt x="2779656" y="314358"/>
                  </a:lnTo>
                  <a:lnTo>
                    <a:pt x="2779770" y="314349"/>
                  </a:lnTo>
                  <a:lnTo>
                    <a:pt x="2780066" y="314339"/>
                  </a:lnTo>
                  <a:lnTo>
                    <a:pt x="2780186" y="314340"/>
                  </a:lnTo>
                  <a:lnTo>
                    <a:pt x="2780264" y="314346"/>
                  </a:lnTo>
                  <a:lnTo>
                    <a:pt x="2780392" y="314356"/>
                  </a:lnTo>
                  <a:lnTo>
                    <a:pt x="2780466" y="314362"/>
                  </a:lnTo>
                  <a:lnTo>
                    <a:pt x="2780529" y="314366"/>
                  </a:lnTo>
                  <a:lnTo>
                    <a:pt x="2780584" y="314371"/>
                  </a:lnTo>
                  <a:lnTo>
                    <a:pt x="2780656" y="314382"/>
                  </a:lnTo>
                  <a:lnTo>
                    <a:pt x="2780733" y="314398"/>
                  </a:lnTo>
                  <a:lnTo>
                    <a:pt x="2780840" y="314425"/>
                  </a:lnTo>
                  <a:lnTo>
                    <a:pt x="2780937" y="314455"/>
                  </a:lnTo>
                  <a:lnTo>
                    <a:pt x="2781054" y="314491"/>
                  </a:lnTo>
                  <a:lnTo>
                    <a:pt x="2781109" y="314509"/>
                  </a:lnTo>
                  <a:lnTo>
                    <a:pt x="2781159" y="314529"/>
                  </a:lnTo>
                  <a:lnTo>
                    <a:pt x="2781221" y="314550"/>
                  </a:lnTo>
                  <a:lnTo>
                    <a:pt x="2781316" y="314577"/>
                  </a:lnTo>
                  <a:lnTo>
                    <a:pt x="2781503" y="314624"/>
                  </a:lnTo>
                  <a:lnTo>
                    <a:pt x="2781592" y="314655"/>
                  </a:lnTo>
                  <a:lnTo>
                    <a:pt x="2781668" y="314679"/>
                  </a:lnTo>
                  <a:lnTo>
                    <a:pt x="2781766" y="314705"/>
                  </a:lnTo>
                  <a:lnTo>
                    <a:pt x="2781860" y="314714"/>
                  </a:lnTo>
                  <a:lnTo>
                    <a:pt x="2781957" y="314714"/>
                  </a:lnTo>
                  <a:lnTo>
                    <a:pt x="2782098" y="314708"/>
                  </a:lnTo>
                  <a:lnTo>
                    <a:pt x="2782153" y="314700"/>
                  </a:lnTo>
                  <a:lnTo>
                    <a:pt x="2782190" y="314694"/>
                  </a:lnTo>
                  <a:lnTo>
                    <a:pt x="2782236" y="314683"/>
                  </a:lnTo>
                  <a:lnTo>
                    <a:pt x="2782294" y="314665"/>
                  </a:lnTo>
                  <a:lnTo>
                    <a:pt x="2782336" y="314650"/>
                  </a:lnTo>
                  <a:lnTo>
                    <a:pt x="2782379" y="314634"/>
                  </a:lnTo>
                  <a:lnTo>
                    <a:pt x="2782433" y="314613"/>
                  </a:lnTo>
                  <a:lnTo>
                    <a:pt x="2782513" y="314577"/>
                  </a:lnTo>
                  <a:lnTo>
                    <a:pt x="2782567" y="314549"/>
                  </a:lnTo>
                  <a:lnTo>
                    <a:pt x="2782678" y="314498"/>
                  </a:lnTo>
                  <a:lnTo>
                    <a:pt x="2782715" y="314478"/>
                  </a:lnTo>
                  <a:lnTo>
                    <a:pt x="2782766" y="314450"/>
                  </a:lnTo>
                  <a:lnTo>
                    <a:pt x="2782830" y="314416"/>
                  </a:lnTo>
                  <a:lnTo>
                    <a:pt x="2782914" y="314375"/>
                  </a:lnTo>
                  <a:lnTo>
                    <a:pt x="2782981" y="314339"/>
                  </a:lnTo>
                  <a:lnTo>
                    <a:pt x="2783033" y="314312"/>
                  </a:lnTo>
                  <a:lnTo>
                    <a:pt x="2783072" y="314287"/>
                  </a:lnTo>
                  <a:lnTo>
                    <a:pt x="2783122" y="314256"/>
                  </a:lnTo>
                  <a:lnTo>
                    <a:pt x="2783178" y="314206"/>
                  </a:lnTo>
                  <a:lnTo>
                    <a:pt x="2783203" y="314183"/>
                  </a:lnTo>
                  <a:lnTo>
                    <a:pt x="2783239" y="314136"/>
                  </a:lnTo>
                  <a:lnTo>
                    <a:pt x="2783270" y="314094"/>
                  </a:lnTo>
                  <a:lnTo>
                    <a:pt x="2783302" y="314039"/>
                  </a:lnTo>
                  <a:lnTo>
                    <a:pt x="2783318" y="314015"/>
                  </a:lnTo>
                  <a:lnTo>
                    <a:pt x="2783344" y="313967"/>
                  </a:lnTo>
                  <a:lnTo>
                    <a:pt x="2783365" y="313930"/>
                  </a:lnTo>
                  <a:lnTo>
                    <a:pt x="2783396" y="313880"/>
                  </a:lnTo>
                  <a:lnTo>
                    <a:pt x="2783418" y="313832"/>
                  </a:lnTo>
                  <a:lnTo>
                    <a:pt x="2783437" y="313798"/>
                  </a:lnTo>
                  <a:lnTo>
                    <a:pt x="2783446" y="313779"/>
                  </a:lnTo>
                  <a:lnTo>
                    <a:pt x="2783455" y="313742"/>
                  </a:lnTo>
                  <a:lnTo>
                    <a:pt x="2783471" y="313714"/>
                  </a:lnTo>
                  <a:lnTo>
                    <a:pt x="2783476" y="313695"/>
                  </a:lnTo>
                  <a:lnTo>
                    <a:pt x="2783488" y="313666"/>
                  </a:lnTo>
                  <a:lnTo>
                    <a:pt x="2783494" y="313644"/>
                  </a:lnTo>
                  <a:lnTo>
                    <a:pt x="2783509" y="313611"/>
                  </a:lnTo>
                  <a:lnTo>
                    <a:pt x="2783515" y="313591"/>
                  </a:lnTo>
                  <a:lnTo>
                    <a:pt x="2783522" y="313575"/>
                  </a:lnTo>
                  <a:lnTo>
                    <a:pt x="2783528" y="313553"/>
                  </a:lnTo>
                  <a:lnTo>
                    <a:pt x="2783538" y="313529"/>
                  </a:lnTo>
                  <a:lnTo>
                    <a:pt x="2783542" y="313497"/>
                  </a:lnTo>
                  <a:lnTo>
                    <a:pt x="2783552" y="313468"/>
                  </a:lnTo>
                  <a:lnTo>
                    <a:pt x="2783557" y="313438"/>
                  </a:lnTo>
                  <a:lnTo>
                    <a:pt x="2783557" y="313392"/>
                  </a:lnTo>
                  <a:lnTo>
                    <a:pt x="2783618" y="313060"/>
                  </a:lnTo>
                  <a:lnTo>
                    <a:pt x="2783700" y="312903"/>
                  </a:lnTo>
                  <a:lnTo>
                    <a:pt x="2784032" y="312500"/>
                  </a:lnTo>
                  <a:lnTo>
                    <a:pt x="2784624" y="312141"/>
                  </a:lnTo>
                  <a:lnTo>
                    <a:pt x="2785035" y="312052"/>
                  </a:lnTo>
                  <a:lnTo>
                    <a:pt x="2785531" y="312052"/>
                  </a:lnTo>
                  <a:lnTo>
                    <a:pt x="2785771" y="312052"/>
                  </a:lnTo>
                  <a:lnTo>
                    <a:pt x="2785779" y="312055"/>
                  </a:lnTo>
                  <a:lnTo>
                    <a:pt x="2785810" y="312064"/>
                  </a:lnTo>
                  <a:lnTo>
                    <a:pt x="2785834" y="312070"/>
                  </a:lnTo>
                  <a:lnTo>
                    <a:pt x="2785851" y="312072"/>
                  </a:lnTo>
                  <a:lnTo>
                    <a:pt x="2785868" y="312072"/>
                  </a:lnTo>
                  <a:lnTo>
                    <a:pt x="2785893" y="312071"/>
                  </a:lnTo>
                  <a:lnTo>
                    <a:pt x="2785923" y="312069"/>
                  </a:lnTo>
                  <a:lnTo>
                    <a:pt x="2785954" y="312065"/>
                  </a:lnTo>
                  <a:lnTo>
                    <a:pt x="2785979" y="312064"/>
                  </a:lnTo>
                  <a:lnTo>
                    <a:pt x="2786000" y="312064"/>
                  </a:lnTo>
                  <a:lnTo>
                    <a:pt x="2786026" y="312060"/>
                  </a:lnTo>
                  <a:lnTo>
                    <a:pt x="2786073" y="312056"/>
                  </a:lnTo>
                  <a:lnTo>
                    <a:pt x="2786199" y="312031"/>
                  </a:lnTo>
                  <a:lnTo>
                    <a:pt x="2786269" y="312017"/>
                  </a:lnTo>
                  <a:lnTo>
                    <a:pt x="2786306" y="312010"/>
                  </a:lnTo>
                  <a:lnTo>
                    <a:pt x="2786382" y="312007"/>
                  </a:lnTo>
                  <a:lnTo>
                    <a:pt x="2786415" y="312011"/>
                  </a:lnTo>
                  <a:lnTo>
                    <a:pt x="2786477" y="312017"/>
                  </a:lnTo>
                  <a:lnTo>
                    <a:pt x="2786537" y="312023"/>
                  </a:lnTo>
                  <a:lnTo>
                    <a:pt x="2786583" y="312029"/>
                  </a:lnTo>
                  <a:lnTo>
                    <a:pt x="2786629" y="312039"/>
                  </a:lnTo>
                  <a:lnTo>
                    <a:pt x="2786665" y="312042"/>
                  </a:lnTo>
                  <a:lnTo>
                    <a:pt x="2786734" y="312055"/>
                  </a:lnTo>
                  <a:lnTo>
                    <a:pt x="2786787" y="312061"/>
                  </a:lnTo>
                  <a:lnTo>
                    <a:pt x="2786836" y="312072"/>
                  </a:lnTo>
                  <a:lnTo>
                    <a:pt x="2786902" y="312079"/>
                  </a:lnTo>
                  <a:lnTo>
                    <a:pt x="2786940" y="312087"/>
                  </a:lnTo>
                  <a:lnTo>
                    <a:pt x="2787008" y="312091"/>
                  </a:lnTo>
                  <a:lnTo>
                    <a:pt x="2787053" y="312098"/>
                  </a:lnTo>
                  <a:lnTo>
                    <a:pt x="2787116" y="312102"/>
                  </a:lnTo>
                  <a:lnTo>
                    <a:pt x="2787156" y="312108"/>
                  </a:lnTo>
                  <a:lnTo>
                    <a:pt x="2787238" y="312116"/>
                  </a:lnTo>
                  <a:lnTo>
                    <a:pt x="2787297" y="312125"/>
                  </a:lnTo>
                  <a:lnTo>
                    <a:pt x="2787339" y="312130"/>
                  </a:lnTo>
                  <a:lnTo>
                    <a:pt x="2787394" y="312142"/>
                  </a:lnTo>
                  <a:lnTo>
                    <a:pt x="2787458" y="312159"/>
                  </a:lnTo>
                  <a:lnTo>
                    <a:pt x="2787506" y="312172"/>
                  </a:lnTo>
                  <a:lnTo>
                    <a:pt x="2787575" y="312187"/>
                  </a:lnTo>
                  <a:lnTo>
                    <a:pt x="2787608" y="312195"/>
                  </a:lnTo>
                  <a:lnTo>
                    <a:pt x="2787656" y="312207"/>
                  </a:lnTo>
                  <a:lnTo>
                    <a:pt x="2787723" y="312220"/>
                  </a:lnTo>
                  <a:lnTo>
                    <a:pt x="2787771" y="312230"/>
                  </a:lnTo>
                  <a:lnTo>
                    <a:pt x="2787820" y="312234"/>
                  </a:lnTo>
                  <a:lnTo>
                    <a:pt x="2787894" y="312240"/>
                  </a:lnTo>
                  <a:lnTo>
                    <a:pt x="2787941" y="312241"/>
                  </a:lnTo>
                  <a:lnTo>
                    <a:pt x="2787990" y="312249"/>
                  </a:lnTo>
                  <a:lnTo>
                    <a:pt x="2788038" y="312255"/>
                  </a:lnTo>
                  <a:lnTo>
                    <a:pt x="2788081" y="312263"/>
                  </a:lnTo>
                  <a:lnTo>
                    <a:pt x="2788124" y="312267"/>
                  </a:lnTo>
                  <a:lnTo>
                    <a:pt x="2788171" y="312274"/>
                  </a:lnTo>
                  <a:lnTo>
                    <a:pt x="2788229" y="312283"/>
                  </a:lnTo>
                  <a:lnTo>
                    <a:pt x="2788264" y="312292"/>
                  </a:lnTo>
                  <a:lnTo>
                    <a:pt x="2788357" y="312312"/>
                  </a:lnTo>
                  <a:lnTo>
                    <a:pt x="2788410" y="312323"/>
                  </a:lnTo>
                  <a:lnTo>
                    <a:pt x="2788462" y="312335"/>
                  </a:lnTo>
                  <a:lnTo>
                    <a:pt x="2788553" y="312358"/>
                  </a:lnTo>
                  <a:lnTo>
                    <a:pt x="2788597" y="312372"/>
                  </a:lnTo>
                  <a:lnTo>
                    <a:pt x="2788643" y="312391"/>
                  </a:lnTo>
                  <a:lnTo>
                    <a:pt x="2788684" y="312412"/>
                  </a:lnTo>
                  <a:lnTo>
                    <a:pt x="2788750" y="312451"/>
                  </a:lnTo>
                  <a:lnTo>
                    <a:pt x="2788811" y="312481"/>
                  </a:lnTo>
                  <a:lnTo>
                    <a:pt x="2788890" y="312523"/>
                  </a:lnTo>
                  <a:lnTo>
                    <a:pt x="2788959" y="312559"/>
                  </a:lnTo>
                  <a:lnTo>
                    <a:pt x="2789025" y="312595"/>
                  </a:lnTo>
                  <a:lnTo>
                    <a:pt x="2789094" y="312633"/>
                  </a:lnTo>
                  <a:lnTo>
                    <a:pt x="2789121" y="312647"/>
                  </a:lnTo>
                  <a:lnTo>
                    <a:pt x="2789137" y="312656"/>
                  </a:lnTo>
                  <a:lnTo>
                    <a:pt x="2789325" y="312778"/>
                  </a:lnTo>
                  <a:lnTo>
                    <a:pt x="2789697" y="312946"/>
                  </a:lnTo>
                  <a:lnTo>
                    <a:pt x="2789740" y="312971"/>
                  </a:lnTo>
                  <a:lnTo>
                    <a:pt x="2789857" y="313072"/>
                  </a:lnTo>
                  <a:lnTo>
                    <a:pt x="2789903" y="313098"/>
                  </a:lnTo>
                  <a:lnTo>
                    <a:pt x="2789987" y="313130"/>
                  </a:lnTo>
                  <a:lnTo>
                    <a:pt x="2790445" y="313269"/>
                  </a:lnTo>
                  <a:lnTo>
                    <a:pt x="2790977" y="313422"/>
                  </a:lnTo>
                  <a:lnTo>
                    <a:pt x="2791365" y="313431"/>
                  </a:lnTo>
                  <a:lnTo>
                    <a:pt x="2791415" y="313445"/>
                  </a:lnTo>
                  <a:lnTo>
                    <a:pt x="2792486" y="313917"/>
                  </a:lnTo>
                  <a:lnTo>
                    <a:pt x="2792600" y="313951"/>
                  </a:lnTo>
                  <a:lnTo>
                    <a:pt x="2792602" y="313958"/>
                  </a:lnTo>
                  <a:lnTo>
                    <a:pt x="2793045" y="314114"/>
                  </a:lnTo>
                  <a:lnTo>
                    <a:pt x="2793108" y="314128"/>
                  </a:lnTo>
                  <a:lnTo>
                    <a:pt x="2793544" y="314206"/>
                  </a:lnTo>
                  <a:lnTo>
                    <a:pt x="2793725" y="314221"/>
                  </a:lnTo>
                  <a:lnTo>
                    <a:pt x="2793968" y="314242"/>
                  </a:lnTo>
                  <a:lnTo>
                    <a:pt x="2794049" y="314246"/>
                  </a:lnTo>
                  <a:lnTo>
                    <a:pt x="2794813" y="314299"/>
                  </a:lnTo>
                  <a:lnTo>
                    <a:pt x="2795596" y="314303"/>
                  </a:lnTo>
                  <a:lnTo>
                    <a:pt x="2795631" y="314302"/>
                  </a:lnTo>
                  <a:lnTo>
                    <a:pt x="2795687" y="314302"/>
                  </a:lnTo>
                  <a:lnTo>
                    <a:pt x="2795710" y="314299"/>
                  </a:lnTo>
                  <a:lnTo>
                    <a:pt x="2795768" y="314289"/>
                  </a:lnTo>
                  <a:lnTo>
                    <a:pt x="2795804" y="314279"/>
                  </a:lnTo>
                  <a:lnTo>
                    <a:pt x="2795842" y="314264"/>
                  </a:lnTo>
                  <a:lnTo>
                    <a:pt x="2795897" y="314243"/>
                  </a:lnTo>
                  <a:lnTo>
                    <a:pt x="2795943" y="314224"/>
                  </a:lnTo>
                  <a:lnTo>
                    <a:pt x="2795981" y="314209"/>
                  </a:lnTo>
                  <a:lnTo>
                    <a:pt x="2796036" y="314190"/>
                  </a:lnTo>
                  <a:lnTo>
                    <a:pt x="2796087" y="314176"/>
                  </a:lnTo>
                  <a:lnTo>
                    <a:pt x="2796134" y="314167"/>
                  </a:lnTo>
                  <a:lnTo>
                    <a:pt x="2796179" y="314155"/>
                  </a:lnTo>
                  <a:lnTo>
                    <a:pt x="2796208" y="314152"/>
                  </a:lnTo>
                  <a:lnTo>
                    <a:pt x="2796244" y="314136"/>
                  </a:lnTo>
                  <a:lnTo>
                    <a:pt x="2796309" y="314111"/>
                  </a:lnTo>
                  <a:lnTo>
                    <a:pt x="2796343" y="314103"/>
                  </a:lnTo>
                  <a:lnTo>
                    <a:pt x="2796390" y="314085"/>
                  </a:lnTo>
                  <a:lnTo>
                    <a:pt x="2796448" y="314070"/>
                  </a:lnTo>
                  <a:lnTo>
                    <a:pt x="2796495" y="314060"/>
                  </a:lnTo>
                  <a:lnTo>
                    <a:pt x="2796555" y="314047"/>
                  </a:lnTo>
                  <a:lnTo>
                    <a:pt x="2796599" y="314037"/>
                  </a:lnTo>
                  <a:lnTo>
                    <a:pt x="2796659" y="314023"/>
                  </a:lnTo>
                  <a:lnTo>
                    <a:pt x="2796703" y="314018"/>
                  </a:lnTo>
                  <a:lnTo>
                    <a:pt x="2796742" y="314014"/>
                  </a:lnTo>
                  <a:lnTo>
                    <a:pt x="2796820" y="314004"/>
                  </a:lnTo>
                  <a:lnTo>
                    <a:pt x="2796883" y="314001"/>
                  </a:lnTo>
                  <a:lnTo>
                    <a:pt x="2796952" y="313994"/>
                  </a:lnTo>
                  <a:lnTo>
                    <a:pt x="2797015" y="313986"/>
                  </a:lnTo>
                  <a:lnTo>
                    <a:pt x="2797075" y="313967"/>
                  </a:lnTo>
                  <a:lnTo>
                    <a:pt x="2797156" y="313941"/>
                  </a:lnTo>
                  <a:lnTo>
                    <a:pt x="2797236" y="313920"/>
                  </a:lnTo>
                  <a:lnTo>
                    <a:pt x="2797272" y="313909"/>
                  </a:lnTo>
                  <a:lnTo>
                    <a:pt x="2797347" y="313887"/>
                  </a:lnTo>
                  <a:lnTo>
                    <a:pt x="2797390" y="313872"/>
                  </a:lnTo>
                  <a:lnTo>
                    <a:pt x="2797418" y="313867"/>
                  </a:lnTo>
                  <a:lnTo>
                    <a:pt x="2797457" y="313851"/>
                  </a:lnTo>
                  <a:lnTo>
                    <a:pt x="2797503" y="313839"/>
                  </a:lnTo>
                  <a:lnTo>
                    <a:pt x="2797560" y="313816"/>
                  </a:lnTo>
                  <a:lnTo>
                    <a:pt x="2797615" y="313793"/>
                  </a:lnTo>
                  <a:lnTo>
                    <a:pt x="2797654" y="313776"/>
                  </a:lnTo>
                  <a:lnTo>
                    <a:pt x="2797706" y="313750"/>
                  </a:lnTo>
                  <a:lnTo>
                    <a:pt x="2797734" y="313738"/>
                  </a:lnTo>
                  <a:lnTo>
                    <a:pt x="2797773" y="313718"/>
                  </a:lnTo>
                  <a:lnTo>
                    <a:pt x="2797812" y="313700"/>
                  </a:lnTo>
                  <a:lnTo>
                    <a:pt x="2797848" y="313686"/>
                  </a:lnTo>
                  <a:lnTo>
                    <a:pt x="2797879" y="313671"/>
                  </a:lnTo>
                  <a:lnTo>
                    <a:pt x="2797922" y="313652"/>
                  </a:lnTo>
                  <a:lnTo>
                    <a:pt x="2798006" y="313595"/>
                  </a:lnTo>
                  <a:lnTo>
                    <a:pt x="2798096" y="313538"/>
                  </a:lnTo>
                  <a:lnTo>
                    <a:pt x="2798187" y="313470"/>
                  </a:lnTo>
                  <a:lnTo>
                    <a:pt x="2798276" y="313409"/>
                  </a:lnTo>
                  <a:lnTo>
                    <a:pt x="2798321" y="313375"/>
                  </a:lnTo>
                  <a:lnTo>
                    <a:pt x="2798388" y="313332"/>
                  </a:lnTo>
                  <a:lnTo>
                    <a:pt x="2798456" y="313280"/>
                  </a:lnTo>
                  <a:lnTo>
                    <a:pt x="2798505" y="313241"/>
                  </a:lnTo>
                  <a:lnTo>
                    <a:pt x="2798570" y="313175"/>
                  </a:lnTo>
                  <a:lnTo>
                    <a:pt x="2798620" y="313113"/>
                  </a:lnTo>
                  <a:lnTo>
                    <a:pt x="2798643" y="313086"/>
                  </a:lnTo>
                  <a:lnTo>
                    <a:pt x="2798671" y="313043"/>
                  </a:lnTo>
                  <a:lnTo>
                    <a:pt x="2798697" y="313006"/>
                  </a:lnTo>
                  <a:lnTo>
                    <a:pt x="2798731" y="312952"/>
                  </a:lnTo>
                  <a:lnTo>
                    <a:pt x="2798747" y="312924"/>
                  </a:lnTo>
                  <a:lnTo>
                    <a:pt x="2798763" y="312860"/>
                  </a:lnTo>
                  <a:lnTo>
                    <a:pt x="2798789" y="312786"/>
                  </a:lnTo>
                  <a:lnTo>
                    <a:pt x="2798789" y="312761"/>
                  </a:lnTo>
                  <a:lnTo>
                    <a:pt x="2798806" y="312726"/>
                  </a:lnTo>
                  <a:lnTo>
                    <a:pt x="2798815" y="312687"/>
                  </a:lnTo>
                  <a:lnTo>
                    <a:pt x="2798837" y="312620"/>
                  </a:lnTo>
                  <a:lnTo>
                    <a:pt x="2798853" y="312598"/>
                  </a:lnTo>
                  <a:lnTo>
                    <a:pt x="2798867" y="312550"/>
                  </a:lnTo>
                  <a:lnTo>
                    <a:pt x="2798886" y="312500"/>
                  </a:lnTo>
                  <a:lnTo>
                    <a:pt x="2798900" y="312463"/>
                  </a:lnTo>
                  <a:lnTo>
                    <a:pt x="2798910" y="312404"/>
                  </a:lnTo>
                  <a:lnTo>
                    <a:pt x="2798908" y="312337"/>
                  </a:lnTo>
                  <a:lnTo>
                    <a:pt x="2798894" y="312275"/>
                  </a:lnTo>
                  <a:lnTo>
                    <a:pt x="2798879" y="312228"/>
                  </a:lnTo>
                  <a:lnTo>
                    <a:pt x="2798838" y="312154"/>
                  </a:lnTo>
                  <a:lnTo>
                    <a:pt x="2798802" y="312095"/>
                  </a:lnTo>
                  <a:lnTo>
                    <a:pt x="2798786" y="312069"/>
                  </a:lnTo>
                  <a:lnTo>
                    <a:pt x="2798756" y="312040"/>
                  </a:lnTo>
                  <a:lnTo>
                    <a:pt x="2798724" y="312012"/>
                  </a:lnTo>
                  <a:lnTo>
                    <a:pt x="2798645" y="311955"/>
                  </a:lnTo>
                  <a:lnTo>
                    <a:pt x="2798589" y="311914"/>
                  </a:lnTo>
                  <a:lnTo>
                    <a:pt x="2798521" y="311862"/>
                  </a:lnTo>
                  <a:lnTo>
                    <a:pt x="2798472" y="311816"/>
                  </a:lnTo>
                  <a:lnTo>
                    <a:pt x="2798433" y="311771"/>
                  </a:lnTo>
                  <a:lnTo>
                    <a:pt x="2798408" y="311742"/>
                  </a:lnTo>
                  <a:lnTo>
                    <a:pt x="2798372" y="311709"/>
                  </a:lnTo>
                  <a:lnTo>
                    <a:pt x="2798341" y="311691"/>
                  </a:lnTo>
                  <a:lnTo>
                    <a:pt x="2798319" y="311679"/>
                  </a:lnTo>
                  <a:lnTo>
                    <a:pt x="2798281" y="311656"/>
                  </a:lnTo>
                  <a:lnTo>
                    <a:pt x="2798204" y="311596"/>
                  </a:lnTo>
                  <a:lnTo>
                    <a:pt x="2798168" y="311559"/>
                  </a:lnTo>
                  <a:lnTo>
                    <a:pt x="2798126" y="311493"/>
                  </a:lnTo>
                  <a:lnTo>
                    <a:pt x="2798085" y="311413"/>
                  </a:lnTo>
                  <a:lnTo>
                    <a:pt x="2798063" y="311362"/>
                  </a:lnTo>
                  <a:lnTo>
                    <a:pt x="2798047" y="311277"/>
                  </a:lnTo>
                  <a:lnTo>
                    <a:pt x="2798034" y="311209"/>
                  </a:lnTo>
                  <a:lnTo>
                    <a:pt x="2798026" y="311165"/>
                  </a:lnTo>
                  <a:lnTo>
                    <a:pt x="2798019" y="311122"/>
                  </a:lnTo>
                  <a:lnTo>
                    <a:pt x="2798015" y="311030"/>
                  </a:lnTo>
                  <a:lnTo>
                    <a:pt x="2798012" y="310971"/>
                  </a:lnTo>
                  <a:lnTo>
                    <a:pt x="2798019" y="310893"/>
                  </a:lnTo>
                  <a:lnTo>
                    <a:pt x="2798030" y="310855"/>
                  </a:lnTo>
                  <a:lnTo>
                    <a:pt x="2798040" y="310825"/>
                  </a:lnTo>
                  <a:lnTo>
                    <a:pt x="2798057" y="310763"/>
                  </a:lnTo>
                  <a:lnTo>
                    <a:pt x="2798073" y="310733"/>
                  </a:lnTo>
                  <a:lnTo>
                    <a:pt x="2798096" y="310637"/>
                  </a:lnTo>
                  <a:lnTo>
                    <a:pt x="2798099" y="310574"/>
                  </a:lnTo>
                  <a:lnTo>
                    <a:pt x="2798105" y="310544"/>
                  </a:lnTo>
                  <a:lnTo>
                    <a:pt x="2798109" y="310496"/>
                  </a:lnTo>
                  <a:lnTo>
                    <a:pt x="2798117" y="310444"/>
                  </a:lnTo>
                  <a:lnTo>
                    <a:pt x="2798138" y="310360"/>
                  </a:lnTo>
                  <a:lnTo>
                    <a:pt x="2798162" y="310301"/>
                  </a:lnTo>
                  <a:lnTo>
                    <a:pt x="2798182" y="310251"/>
                  </a:lnTo>
                  <a:lnTo>
                    <a:pt x="2798198" y="310207"/>
                  </a:lnTo>
                  <a:lnTo>
                    <a:pt x="2798211" y="310127"/>
                  </a:lnTo>
                  <a:lnTo>
                    <a:pt x="2798231" y="310043"/>
                  </a:lnTo>
                  <a:lnTo>
                    <a:pt x="2798246" y="309990"/>
                  </a:lnTo>
                  <a:lnTo>
                    <a:pt x="2798256" y="309938"/>
                  </a:lnTo>
                  <a:lnTo>
                    <a:pt x="2798274" y="309878"/>
                  </a:lnTo>
                  <a:lnTo>
                    <a:pt x="2798286" y="309828"/>
                  </a:lnTo>
                  <a:lnTo>
                    <a:pt x="2798318" y="309735"/>
                  </a:lnTo>
                  <a:lnTo>
                    <a:pt x="2798328" y="309700"/>
                  </a:lnTo>
                  <a:lnTo>
                    <a:pt x="2798336" y="309652"/>
                  </a:lnTo>
                  <a:lnTo>
                    <a:pt x="2798347" y="309606"/>
                  </a:lnTo>
                  <a:lnTo>
                    <a:pt x="2798365" y="309560"/>
                  </a:lnTo>
                  <a:lnTo>
                    <a:pt x="2798383" y="309505"/>
                  </a:lnTo>
                  <a:lnTo>
                    <a:pt x="2798441" y="309413"/>
                  </a:lnTo>
                  <a:lnTo>
                    <a:pt x="2798473" y="309359"/>
                  </a:lnTo>
                  <a:lnTo>
                    <a:pt x="2798555" y="309237"/>
                  </a:lnTo>
                  <a:lnTo>
                    <a:pt x="2798647" y="309108"/>
                  </a:lnTo>
                  <a:lnTo>
                    <a:pt x="2798716" y="309011"/>
                  </a:lnTo>
                  <a:lnTo>
                    <a:pt x="2798807" y="308895"/>
                  </a:lnTo>
                  <a:lnTo>
                    <a:pt x="2798890" y="308784"/>
                  </a:lnTo>
                  <a:lnTo>
                    <a:pt x="2798954" y="308698"/>
                  </a:lnTo>
                  <a:lnTo>
                    <a:pt x="2799013" y="308627"/>
                  </a:lnTo>
                  <a:lnTo>
                    <a:pt x="2799079" y="308541"/>
                  </a:lnTo>
                  <a:lnTo>
                    <a:pt x="2799112" y="308492"/>
                  </a:lnTo>
                  <a:lnTo>
                    <a:pt x="2799149" y="308445"/>
                  </a:lnTo>
                  <a:lnTo>
                    <a:pt x="2799167" y="308402"/>
                  </a:lnTo>
                  <a:lnTo>
                    <a:pt x="2799185" y="308365"/>
                  </a:lnTo>
                  <a:lnTo>
                    <a:pt x="2799203" y="308313"/>
                  </a:lnTo>
                  <a:lnTo>
                    <a:pt x="2799210" y="308261"/>
                  </a:lnTo>
                  <a:lnTo>
                    <a:pt x="2799221" y="308227"/>
                  </a:lnTo>
                  <a:lnTo>
                    <a:pt x="2799233" y="308171"/>
                  </a:lnTo>
                  <a:lnTo>
                    <a:pt x="2799243" y="308126"/>
                  </a:lnTo>
                  <a:lnTo>
                    <a:pt x="2799254" y="308098"/>
                  </a:lnTo>
                  <a:lnTo>
                    <a:pt x="2799262" y="308042"/>
                  </a:lnTo>
                  <a:lnTo>
                    <a:pt x="2799274" y="307993"/>
                  </a:lnTo>
                  <a:lnTo>
                    <a:pt x="2799294" y="307942"/>
                  </a:lnTo>
                  <a:lnTo>
                    <a:pt x="2799313" y="307910"/>
                  </a:lnTo>
                  <a:lnTo>
                    <a:pt x="2799352" y="307874"/>
                  </a:lnTo>
                  <a:lnTo>
                    <a:pt x="2799386" y="307840"/>
                  </a:lnTo>
                  <a:lnTo>
                    <a:pt x="2799425" y="307796"/>
                  </a:lnTo>
                  <a:lnTo>
                    <a:pt x="2799457" y="307752"/>
                  </a:lnTo>
                  <a:lnTo>
                    <a:pt x="2799486" y="307708"/>
                  </a:lnTo>
                  <a:lnTo>
                    <a:pt x="2799524" y="307648"/>
                  </a:lnTo>
                  <a:lnTo>
                    <a:pt x="2799560" y="307603"/>
                  </a:lnTo>
                  <a:lnTo>
                    <a:pt x="2799610" y="307558"/>
                  </a:lnTo>
                  <a:lnTo>
                    <a:pt x="2799658" y="307524"/>
                  </a:lnTo>
                  <a:lnTo>
                    <a:pt x="2799735" y="307485"/>
                  </a:lnTo>
                  <a:lnTo>
                    <a:pt x="2799797" y="307455"/>
                  </a:lnTo>
                  <a:lnTo>
                    <a:pt x="2799876" y="307420"/>
                  </a:lnTo>
                  <a:lnTo>
                    <a:pt x="2799950" y="307389"/>
                  </a:lnTo>
                  <a:lnTo>
                    <a:pt x="2800042" y="307344"/>
                  </a:lnTo>
                  <a:lnTo>
                    <a:pt x="2800189" y="307284"/>
                  </a:lnTo>
                  <a:lnTo>
                    <a:pt x="2800233" y="307263"/>
                  </a:lnTo>
                  <a:lnTo>
                    <a:pt x="2800321" y="307231"/>
                  </a:lnTo>
                  <a:lnTo>
                    <a:pt x="2800449" y="307181"/>
                  </a:lnTo>
                  <a:lnTo>
                    <a:pt x="2800577" y="307134"/>
                  </a:lnTo>
                  <a:lnTo>
                    <a:pt x="2800687" y="307083"/>
                  </a:lnTo>
                  <a:lnTo>
                    <a:pt x="2800798" y="307026"/>
                  </a:lnTo>
                  <a:lnTo>
                    <a:pt x="2800895" y="306973"/>
                  </a:lnTo>
                  <a:lnTo>
                    <a:pt x="2801028" y="306892"/>
                  </a:lnTo>
                  <a:lnTo>
                    <a:pt x="2801129" y="306826"/>
                  </a:lnTo>
                  <a:lnTo>
                    <a:pt x="2801332" y="306703"/>
                  </a:lnTo>
                  <a:lnTo>
                    <a:pt x="2801514" y="306587"/>
                  </a:lnTo>
                  <a:lnTo>
                    <a:pt x="2801636" y="306494"/>
                  </a:lnTo>
                  <a:lnTo>
                    <a:pt x="2801681" y="306450"/>
                  </a:lnTo>
                  <a:lnTo>
                    <a:pt x="2801746" y="306396"/>
                  </a:lnTo>
                  <a:lnTo>
                    <a:pt x="2801809" y="306353"/>
                  </a:lnTo>
                  <a:lnTo>
                    <a:pt x="2801853" y="306338"/>
                  </a:lnTo>
                  <a:lnTo>
                    <a:pt x="2801890" y="306325"/>
                  </a:lnTo>
                  <a:lnTo>
                    <a:pt x="2801944" y="306317"/>
                  </a:lnTo>
                  <a:lnTo>
                    <a:pt x="2801998" y="306312"/>
                  </a:lnTo>
                  <a:lnTo>
                    <a:pt x="2802054" y="306309"/>
                  </a:lnTo>
                  <a:lnTo>
                    <a:pt x="2802082" y="306307"/>
                  </a:lnTo>
                  <a:lnTo>
                    <a:pt x="2802129" y="306279"/>
                  </a:lnTo>
                  <a:lnTo>
                    <a:pt x="2802184" y="306242"/>
                  </a:lnTo>
                  <a:lnTo>
                    <a:pt x="2802255" y="306179"/>
                  </a:lnTo>
                  <a:lnTo>
                    <a:pt x="2802335" y="306123"/>
                  </a:lnTo>
                  <a:lnTo>
                    <a:pt x="2802395" y="306073"/>
                  </a:lnTo>
                  <a:lnTo>
                    <a:pt x="2802442" y="306022"/>
                  </a:lnTo>
                  <a:lnTo>
                    <a:pt x="2802492" y="305954"/>
                  </a:lnTo>
                  <a:lnTo>
                    <a:pt x="2802535" y="305889"/>
                  </a:lnTo>
                  <a:lnTo>
                    <a:pt x="2802562" y="305803"/>
                  </a:lnTo>
                  <a:lnTo>
                    <a:pt x="2802575" y="305739"/>
                  </a:lnTo>
                  <a:lnTo>
                    <a:pt x="2802579" y="305666"/>
                  </a:lnTo>
                  <a:lnTo>
                    <a:pt x="2802587" y="305608"/>
                  </a:lnTo>
                  <a:lnTo>
                    <a:pt x="2802598" y="305536"/>
                  </a:lnTo>
                  <a:lnTo>
                    <a:pt x="2802602" y="305475"/>
                  </a:lnTo>
                  <a:lnTo>
                    <a:pt x="2802608" y="305359"/>
                  </a:lnTo>
                  <a:lnTo>
                    <a:pt x="2802619" y="305313"/>
                  </a:lnTo>
                  <a:lnTo>
                    <a:pt x="2802610" y="305223"/>
                  </a:lnTo>
                  <a:lnTo>
                    <a:pt x="2802593" y="305153"/>
                  </a:lnTo>
                  <a:lnTo>
                    <a:pt x="2802575" y="305054"/>
                  </a:lnTo>
                  <a:lnTo>
                    <a:pt x="2802548" y="304948"/>
                  </a:lnTo>
                  <a:lnTo>
                    <a:pt x="2802536" y="304900"/>
                  </a:lnTo>
                  <a:lnTo>
                    <a:pt x="2802526" y="304853"/>
                  </a:lnTo>
                  <a:lnTo>
                    <a:pt x="2802510" y="304756"/>
                  </a:lnTo>
                  <a:lnTo>
                    <a:pt x="2802499" y="304705"/>
                  </a:lnTo>
                  <a:lnTo>
                    <a:pt x="2802489" y="304671"/>
                  </a:lnTo>
                  <a:lnTo>
                    <a:pt x="2802472" y="304626"/>
                  </a:lnTo>
                  <a:lnTo>
                    <a:pt x="2802453" y="304583"/>
                  </a:lnTo>
                  <a:lnTo>
                    <a:pt x="2802430" y="304533"/>
                  </a:lnTo>
                  <a:lnTo>
                    <a:pt x="2802413" y="304500"/>
                  </a:lnTo>
                  <a:lnTo>
                    <a:pt x="2802377" y="304459"/>
                  </a:lnTo>
                  <a:lnTo>
                    <a:pt x="2802335" y="304414"/>
                  </a:lnTo>
                  <a:lnTo>
                    <a:pt x="2802275" y="304353"/>
                  </a:lnTo>
                  <a:lnTo>
                    <a:pt x="2802205" y="304287"/>
                  </a:lnTo>
                  <a:lnTo>
                    <a:pt x="2802182" y="304261"/>
                  </a:lnTo>
                  <a:lnTo>
                    <a:pt x="2802114" y="304188"/>
                  </a:lnTo>
                  <a:lnTo>
                    <a:pt x="2802093" y="304146"/>
                  </a:lnTo>
                  <a:lnTo>
                    <a:pt x="2802064" y="304102"/>
                  </a:lnTo>
                  <a:lnTo>
                    <a:pt x="2802058" y="304083"/>
                  </a:lnTo>
                  <a:lnTo>
                    <a:pt x="2801978" y="303953"/>
                  </a:lnTo>
                  <a:lnTo>
                    <a:pt x="2801931" y="303861"/>
                  </a:lnTo>
                  <a:lnTo>
                    <a:pt x="2801904" y="303801"/>
                  </a:lnTo>
                  <a:lnTo>
                    <a:pt x="2801813" y="303638"/>
                  </a:lnTo>
                  <a:lnTo>
                    <a:pt x="2801771" y="303561"/>
                  </a:lnTo>
                  <a:lnTo>
                    <a:pt x="2801658" y="303384"/>
                  </a:lnTo>
                  <a:lnTo>
                    <a:pt x="2801619" y="303316"/>
                  </a:lnTo>
                  <a:lnTo>
                    <a:pt x="2801582" y="303265"/>
                  </a:lnTo>
                  <a:lnTo>
                    <a:pt x="2801519" y="303192"/>
                  </a:lnTo>
                  <a:lnTo>
                    <a:pt x="2801444" y="303129"/>
                  </a:lnTo>
                  <a:lnTo>
                    <a:pt x="2801389" y="303089"/>
                  </a:lnTo>
                  <a:lnTo>
                    <a:pt x="2801345" y="303045"/>
                  </a:lnTo>
                  <a:lnTo>
                    <a:pt x="2801257" y="302958"/>
                  </a:lnTo>
                  <a:lnTo>
                    <a:pt x="2801218" y="302912"/>
                  </a:lnTo>
                  <a:lnTo>
                    <a:pt x="2801189" y="302876"/>
                  </a:lnTo>
                  <a:lnTo>
                    <a:pt x="2801174" y="302853"/>
                  </a:lnTo>
                  <a:lnTo>
                    <a:pt x="2801144" y="302805"/>
                  </a:lnTo>
                  <a:lnTo>
                    <a:pt x="2801126" y="302765"/>
                  </a:lnTo>
                  <a:lnTo>
                    <a:pt x="2801103" y="302672"/>
                  </a:lnTo>
                  <a:lnTo>
                    <a:pt x="2801090" y="302594"/>
                  </a:lnTo>
                  <a:lnTo>
                    <a:pt x="2801071" y="302481"/>
                  </a:lnTo>
                  <a:lnTo>
                    <a:pt x="2801070" y="302435"/>
                  </a:lnTo>
                  <a:lnTo>
                    <a:pt x="2801079" y="302404"/>
                  </a:lnTo>
                  <a:lnTo>
                    <a:pt x="2801096" y="302348"/>
                  </a:lnTo>
                  <a:lnTo>
                    <a:pt x="2801098" y="302280"/>
                  </a:lnTo>
                  <a:lnTo>
                    <a:pt x="2801111" y="302215"/>
                  </a:lnTo>
                  <a:lnTo>
                    <a:pt x="2801118" y="302164"/>
                  </a:lnTo>
                  <a:lnTo>
                    <a:pt x="2801152" y="302064"/>
                  </a:lnTo>
                  <a:lnTo>
                    <a:pt x="2801179" y="301991"/>
                  </a:lnTo>
                  <a:lnTo>
                    <a:pt x="2801209" y="301945"/>
                  </a:lnTo>
                  <a:lnTo>
                    <a:pt x="2801247" y="301891"/>
                  </a:lnTo>
                  <a:lnTo>
                    <a:pt x="2801291" y="301838"/>
                  </a:lnTo>
                  <a:lnTo>
                    <a:pt x="2801330" y="301798"/>
                  </a:lnTo>
                  <a:lnTo>
                    <a:pt x="2801376" y="301748"/>
                  </a:lnTo>
                  <a:lnTo>
                    <a:pt x="2801433" y="301692"/>
                  </a:lnTo>
                  <a:lnTo>
                    <a:pt x="2801479" y="301643"/>
                  </a:lnTo>
                  <a:lnTo>
                    <a:pt x="2801540" y="301589"/>
                  </a:lnTo>
                  <a:lnTo>
                    <a:pt x="2801606" y="301534"/>
                  </a:lnTo>
                  <a:lnTo>
                    <a:pt x="2801708" y="301457"/>
                  </a:lnTo>
                  <a:lnTo>
                    <a:pt x="2801782" y="301408"/>
                  </a:lnTo>
                  <a:lnTo>
                    <a:pt x="2801934" y="301308"/>
                  </a:lnTo>
                  <a:lnTo>
                    <a:pt x="2802007" y="301248"/>
                  </a:lnTo>
                  <a:lnTo>
                    <a:pt x="2802102" y="301178"/>
                  </a:lnTo>
                  <a:lnTo>
                    <a:pt x="2802174" y="301140"/>
                  </a:lnTo>
                  <a:lnTo>
                    <a:pt x="2802235" y="301110"/>
                  </a:lnTo>
                  <a:lnTo>
                    <a:pt x="2802290" y="301090"/>
                  </a:lnTo>
                  <a:lnTo>
                    <a:pt x="2802349" y="301075"/>
                  </a:lnTo>
                  <a:lnTo>
                    <a:pt x="2802396" y="301067"/>
                  </a:lnTo>
                  <a:lnTo>
                    <a:pt x="2802437" y="301063"/>
                  </a:lnTo>
                  <a:lnTo>
                    <a:pt x="2802518" y="301046"/>
                  </a:lnTo>
                  <a:lnTo>
                    <a:pt x="2802561" y="301031"/>
                  </a:lnTo>
                  <a:lnTo>
                    <a:pt x="2802610" y="301020"/>
                  </a:lnTo>
                  <a:lnTo>
                    <a:pt x="2802663" y="301008"/>
                  </a:lnTo>
                  <a:lnTo>
                    <a:pt x="2802745" y="300998"/>
                  </a:lnTo>
                  <a:lnTo>
                    <a:pt x="2802815" y="300990"/>
                  </a:lnTo>
                  <a:lnTo>
                    <a:pt x="2802873" y="300983"/>
                  </a:lnTo>
                  <a:lnTo>
                    <a:pt x="2802932" y="300970"/>
                  </a:lnTo>
                  <a:lnTo>
                    <a:pt x="2802988" y="300960"/>
                  </a:lnTo>
                  <a:lnTo>
                    <a:pt x="2803062" y="300941"/>
                  </a:lnTo>
                  <a:lnTo>
                    <a:pt x="2803138" y="300925"/>
                  </a:lnTo>
                  <a:lnTo>
                    <a:pt x="2803282" y="300898"/>
                  </a:lnTo>
                  <a:lnTo>
                    <a:pt x="2803398" y="300880"/>
                  </a:lnTo>
                  <a:lnTo>
                    <a:pt x="2803490" y="300868"/>
                  </a:lnTo>
                  <a:lnTo>
                    <a:pt x="2803572" y="300861"/>
                  </a:lnTo>
                  <a:lnTo>
                    <a:pt x="2803668" y="300849"/>
                  </a:lnTo>
                  <a:lnTo>
                    <a:pt x="2803737" y="300845"/>
                  </a:lnTo>
                  <a:lnTo>
                    <a:pt x="2803807" y="300846"/>
                  </a:lnTo>
                  <a:lnTo>
                    <a:pt x="2803876" y="300867"/>
                  </a:lnTo>
                  <a:lnTo>
                    <a:pt x="2803941" y="300896"/>
                  </a:lnTo>
                  <a:lnTo>
                    <a:pt x="2803996" y="300915"/>
                  </a:lnTo>
                  <a:lnTo>
                    <a:pt x="2804064" y="300940"/>
                  </a:lnTo>
                  <a:lnTo>
                    <a:pt x="2804125" y="300960"/>
                  </a:lnTo>
                  <a:lnTo>
                    <a:pt x="2804187" y="300985"/>
                  </a:lnTo>
                  <a:lnTo>
                    <a:pt x="2804239" y="301008"/>
                  </a:lnTo>
                  <a:lnTo>
                    <a:pt x="2804294" y="301016"/>
                  </a:lnTo>
                  <a:lnTo>
                    <a:pt x="2804354" y="301030"/>
                  </a:lnTo>
                  <a:lnTo>
                    <a:pt x="2804411" y="301038"/>
                  </a:lnTo>
                  <a:lnTo>
                    <a:pt x="2804456" y="301055"/>
                  </a:lnTo>
                  <a:lnTo>
                    <a:pt x="2804529" y="301094"/>
                  </a:lnTo>
                  <a:lnTo>
                    <a:pt x="2804594" y="301127"/>
                  </a:lnTo>
                  <a:lnTo>
                    <a:pt x="2804655" y="301158"/>
                  </a:lnTo>
                  <a:lnTo>
                    <a:pt x="2804719" y="301187"/>
                  </a:lnTo>
                  <a:lnTo>
                    <a:pt x="2804771" y="301224"/>
                  </a:lnTo>
                  <a:lnTo>
                    <a:pt x="2804808" y="301260"/>
                  </a:lnTo>
                  <a:lnTo>
                    <a:pt x="2804814" y="301266"/>
                  </a:lnTo>
                  <a:lnTo>
                    <a:pt x="2805068" y="301654"/>
                  </a:lnTo>
                  <a:lnTo>
                    <a:pt x="2805291" y="301986"/>
                  </a:lnTo>
                  <a:lnTo>
                    <a:pt x="2805335" y="302035"/>
                  </a:lnTo>
                  <a:lnTo>
                    <a:pt x="2805354" y="302052"/>
                  </a:lnTo>
                  <a:lnTo>
                    <a:pt x="2805551" y="302180"/>
                  </a:lnTo>
                  <a:lnTo>
                    <a:pt x="2805572" y="302200"/>
                  </a:lnTo>
                  <a:lnTo>
                    <a:pt x="2805602" y="302235"/>
                  </a:lnTo>
                  <a:lnTo>
                    <a:pt x="2805626" y="302261"/>
                  </a:lnTo>
                  <a:lnTo>
                    <a:pt x="2805630" y="302266"/>
                  </a:lnTo>
                  <a:lnTo>
                    <a:pt x="2806182" y="302583"/>
                  </a:lnTo>
                  <a:lnTo>
                    <a:pt x="2806373" y="302650"/>
                  </a:lnTo>
                  <a:lnTo>
                    <a:pt x="2806844" y="302772"/>
                  </a:lnTo>
                  <a:lnTo>
                    <a:pt x="2807061" y="302801"/>
                  </a:lnTo>
                  <a:lnTo>
                    <a:pt x="2807681" y="302801"/>
                  </a:lnTo>
                  <a:lnTo>
                    <a:pt x="2808089" y="302801"/>
                  </a:lnTo>
                  <a:lnTo>
                    <a:pt x="2808427" y="302638"/>
                  </a:lnTo>
                  <a:lnTo>
                    <a:pt x="2808644" y="302580"/>
                  </a:lnTo>
                  <a:lnTo>
                    <a:pt x="2809244" y="302206"/>
                  </a:lnTo>
                  <a:lnTo>
                    <a:pt x="2809340" y="302084"/>
                  </a:lnTo>
                  <a:lnTo>
                    <a:pt x="2809385" y="301960"/>
                  </a:lnTo>
                  <a:lnTo>
                    <a:pt x="2809474" y="301786"/>
                  </a:lnTo>
                  <a:lnTo>
                    <a:pt x="2809480" y="301781"/>
                  </a:lnTo>
                  <a:lnTo>
                    <a:pt x="2809538" y="301724"/>
                  </a:lnTo>
                  <a:lnTo>
                    <a:pt x="2809617" y="301638"/>
                  </a:lnTo>
                  <a:lnTo>
                    <a:pt x="2809691" y="301528"/>
                  </a:lnTo>
                  <a:lnTo>
                    <a:pt x="2809725" y="301440"/>
                  </a:lnTo>
                  <a:lnTo>
                    <a:pt x="2809757" y="301344"/>
                  </a:lnTo>
                  <a:lnTo>
                    <a:pt x="2809780" y="301291"/>
                  </a:lnTo>
                  <a:lnTo>
                    <a:pt x="2809821" y="301240"/>
                  </a:lnTo>
                  <a:lnTo>
                    <a:pt x="2809876" y="301193"/>
                  </a:lnTo>
                  <a:lnTo>
                    <a:pt x="2809959" y="301118"/>
                  </a:lnTo>
                  <a:lnTo>
                    <a:pt x="2809993" y="301083"/>
                  </a:lnTo>
                  <a:lnTo>
                    <a:pt x="2810029" y="300999"/>
                  </a:lnTo>
                  <a:lnTo>
                    <a:pt x="2810063" y="300923"/>
                  </a:lnTo>
                  <a:lnTo>
                    <a:pt x="2810107" y="300837"/>
                  </a:lnTo>
                  <a:lnTo>
                    <a:pt x="2810161" y="300747"/>
                  </a:lnTo>
                  <a:lnTo>
                    <a:pt x="2810215" y="300676"/>
                  </a:lnTo>
                  <a:lnTo>
                    <a:pt x="2810282" y="300600"/>
                  </a:lnTo>
                  <a:lnTo>
                    <a:pt x="2810345" y="300538"/>
                  </a:lnTo>
                  <a:lnTo>
                    <a:pt x="2810420" y="300479"/>
                  </a:lnTo>
                  <a:lnTo>
                    <a:pt x="2810627" y="300126"/>
                  </a:lnTo>
                  <a:lnTo>
                    <a:pt x="2810681" y="300019"/>
                  </a:lnTo>
                  <a:lnTo>
                    <a:pt x="2810811" y="299707"/>
                  </a:lnTo>
                  <a:lnTo>
                    <a:pt x="2811004" y="299363"/>
                  </a:lnTo>
                  <a:lnTo>
                    <a:pt x="2811055" y="299308"/>
                  </a:lnTo>
                  <a:lnTo>
                    <a:pt x="2811341" y="298946"/>
                  </a:lnTo>
                  <a:lnTo>
                    <a:pt x="2813125" y="298248"/>
                  </a:lnTo>
                  <a:lnTo>
                    <a:pt x="2813530" y="298108"/>
                  </a:lnTo>
                  <a:lnTo>
                    <a:pt x="2814353" y="297891"/>
                  </a:lnTo>
                  <a:lnTo>
                    <a:pt x="2816942" y="297342"/>
                  </a:lnTo>
                  <a:lnTo>
                    <a:pt x="2817214" y="297230"/>
                  </a:lnTo>
                  <a:lnTo>
                    <a:pt x="2817435" y="297083"/>
                  </a:lnTo>
                  <a:lnTo>
                    <a:pt x="2818116" y="296433"/>
                  </a:lnTo>
                  <a:lnTo>
                    <a:pt x="2818753" y="295158"/>
                  </a:lnTo>
                  <a:lnTo>
                    <a:pt x="2818740" y="295085"/>
                  </a:lnTo>
                  <a:lnTo>
                    <a:pt x="2818789" y="294829"/>
                  </a:lnTo>
                  <a:lnTo>
                    <a:pt x="2818901" y="294381"/>
                  </a:lnTo>
                  <a:lnTo>
                    <a:pt x="2819056" y="293949"/>
                  </a:lnTo>
                  <a:lnTo>
                    <a:pt x="2819417" y="293358"/>
                  </a:lnTo>
                  <a:lnTo>
                    <a:pt x="2819507" y="293262"/>
                  </a:lnTo>
                  <a:lnTo>
                    <a:pt x="2819689" y="293055"/>
                  </a:lnTo>
                  <a:lnTo>
                    <a:pt x="2819705" y="293050"/>
                  </a:lnTo>
                  <a:lnTo>
                    <a:pt x="2819744" y="293037"/>
                  </a:lnTo>
                  <a:lnTo>
                    <a:pt x="2819829" y="293004"/>
                  </a:lnTo>
                  <a:lnTo>
                    <a:pt x="2819879" y="292983"/>
                  </a:lnTo>
                  <a:lnTo>
                    <a:pt x="2819926" y="292963"/>
                  </a:lnTo>
                  <a:lnTo>
                    <a:pt x="2819956" y="292952"/>
                  </a:lnTo>
                  <a:lnTo>
                    <a:pt x="2820045" y="292917"/>
                  </a:lnTo>
                  <a:lnTo>
                    <a:pt x="2820107" y="292893"/>
                  </a:lnTo>
                  <a:lnTo>
                    <a:pt x="2820216" y="292848"/>
                  </a:lnTo>
                  <a:lnTo>
                    <a:pt x="2820359" y="292793"/>
                  </a:lnTo>
                  <a:lnTo>
                    <a:pt x="2820455" y="292757"/>
                  </a:lnTo>
                  <a:lnTo>
                    <a:pt x="2820509" y="292734"/>
                  </a:lnTo>
                  <a:lnTo>
                    <a:pt x="2820637" y="292683"/>
                  </a:lnTo>
                  <a:lnTo>
                    <a:pt x="2820763" y="292638"/>
                  </a:lnTo>
                  <a:lnTo>
                    <a:pt x="2820848" y="292610"/>
                  </a:lnTo>
                  <a:lnTo>
                    <a:pt x="2820937" y="292576"/>
                  </a:lnTo>
                  <a:lnTo>
                    <a:pt x="2821034" y="292543"/>
                  </a:lnTo>
                  <a:lnTo>
                    <a:pt x="2821296" y="292465"/>
                  </a:lnTo>
                  <a:lnTo>
                    <a:pt x="2821436" y="292422"/>
                  </a:lnTo>
                  <a:lnTo>
                    <a:pt x="2821523" y="292386"/>
                  </a:lnTo>
                  <a:lnTo>
                    <a:pt x="2821633" y="292340"/>
                  </a:lnTo>
                  <a:lnTo>
                    <a:pt x="2821728" y="292299"/>
                  </a:lnTo>
                  <a:lnTo>
                    <a:pt x="2821829" y="292256"/>
                  </a:lnTo>
                  <a:lnTo>
                    <a:pt x="2821921" y="292220"/>
                  </a:lnTo>
                  <a:lnTo>
                    <a:pt x="2822010" y="292184"/>
                  </a:lnTo>
                  <a:lnTo>
                    <a:pt x="2822088" y="292158"/>
                  </a:lnTo>
                  <a:lnTo>
                    <a:pt x="2822165" y="292135"/>
                  </a:lnTo>
                  <a:lnTo>
                    <a:pt x="2822225" y="292122"/>
                  </a:lnTo>
                  <a:lnTo>
                    <a:pt x="2822326" y="292101"/>
                  </a:lnTo>
                  <a:lnTo>
                    <a:pt x="2822387" y="292093"/>
                  </a:lnTo>
                  <a:lnTo>
                    <a:pt x="2822486" y="292092"/>
                  </a:lnTo>
                  <a:lnTo>
                    <a:pt x="2822536" y="292088"/>
                  </a:lnTo>
                  <a:lnTo>
                    <a:pt x="2822573" y="292081"/>
                  </a:lnTo>
                  <a:lnTo>
                    <a:pt x="2822630" y="292077"/>
                  </a:lnTo>
                  <a:lnTo>
                    <a:pt x="2822759" y="292060"/>
                  </a:lnTo>
                  <a:lnTo>
                    <a:pt x="2822838" y="292052"/>
                  </a:lnTo>
                  <a:lnTo>
                    <a:pt x="2822914" y="292047"/>
                  </a:lnTo>
                  <a:lnTo>
                    <a:pt x="2822981" y="292050"/>
                  </a:lnTo>
                  <a:lnTo>
                    <a:pt x="2822988" y="292052"/>
                  </a:lnTo>
                  <a:lnTo>
                    <a:pt x="2823406" y="292002"/>
                  </a:lnTo>
                  <a:lnTo>
                    <a:pt x="2824251" y="291893"/>
                  </a:lnTo>
                  <a:lnTo>
                    <a:pt x="2824516" y="291909"/>
                  </a:lnTo>
                  <a:lnTo>
                    <a:pt x="2824527" y="291905"/>
                  </a:lnTo>
                  <a:lnTo>
                    <a:pt x="2824597" y="291881"/>
                  </a:lnTo>
                  <a:lnTo>
                    <a:pt x="2824724" y="291833"/>
                  </a:lnTo>
                  <a:lnTo>
                    <a:pt x="2824836" y="291799"/>
                  </a:lnTo>
                  <a:lnTo>
                    <a:pt x="2824891" y="291782"/>
                  </a:lnTo>
                  <a:lnTo>
                    <a:pt x="2825231" y="291791"/>
                  </a:lnTo>
                  <a:lnTo>
                    <a:pt x="2825738" y="291839"/>
                  </a:lnTo>
                  <a:lnTo>
                    <a:pt x="2826783" y="291954"/>
                  </a:lnTo>
                  <a:lnTo>
                    <a:pt x="2826989" y="291982"/>
                  </a:lnTo>
                  <a:lnTo>
                    <a:pt x="2827391" y="292070"/>
                  </a:lnTo>
                  <a:lnTo>
                    <a:pt x="2827425" y="292085"/>
                  </a:lnTo>
                  <a:lnTo>
                    <a:pt x="2827515" y="292119"/>
                  </a:lnTo>
                  <a:lnTo>
                    <a:pt x="2827646" y="292172"/>
                  </a:lnTo>
                  <a:lnTo>
                    <a:pt x="2827657" y="292178"/>
                  </a:lnTo>
                  <a:lnTo>
                    <a:pt x="2827668" y="292180"/>
                  </a:lnTo>
                  <a:lnTo>
                    <a:pt x="2827879" y="292171"/>
                  </a:lnTo>
                  <a:lnTo>
                    <a:pt x="2828462" y="292241"/>
                  </a:lnTo>
                  <a:lnTo>
                    <a:pt x="2828882" y="292347"/>
                  </a:lnTo>
                  <a:lnTo>
                    <a:pt x="2828962" y="292383"/>
                  </a:lnTo>
                  <a:lnTo>
                    <a:pt x="2829280" y="292558"/>
                  </a:lnTo>
                  <a:lnTo>
                    <a:pt x="2829650" y="292770"/>
                  </a:lnTo>
                  <a:lnTo>
                    <a:pt x="2830044" y="292922"/>
                  </a:lnTo>
                  <a:lnTo>
                    <a:pt x="2830366" y="292996"/>
                  </a:lnTo>
                  <a:lnTo>
                    <a:pt x="2831307" y="293370"/>
                  </a:lnTo>
                  <a:lnTo>
                    <a:pt x="2831952" y="293620"/>
                  </a:lnTo>
                  <a:lnTo>
                    <a:pt x="2832131" y="293704"/>
                  </a:lnTo>
                  <a:lnTo>
                    <a:pt x="2832263" y="293704"/>
                  </a:lnTo>
                  <a:lnTo>
                    <a:pt x="2832277" y="293698"/>
                  </a:lnTo>
                  <a:lnTo>
                    <a:pt x="2832314" y="293677"/>
                  </a:lnTo>
                  <a:lnTo>
                    <a:pt x="2832361" y="293654"/>
                  </a:lnTo>
                  <a:lnTo>
                    <a:pt x="2832416" y="293624"/>
                  </a:lnTo>
                  <a:lnTo>
                    <a:pt x="2832478" y="293600"/>
                  </a:lnTo>
                  <a:lnTo>
                    <a:pt x="2832557" y="293566"/>
                  </a:lnTo>
                  <a:lnTo>
                    <a:pt x="2832608" y="293541"/>
                  </a:lnTo>
                  <a:lnTo>
                    <a:pt x="2832647" y="293525"/>
                  </a:lnTo>
                  <a:lnTo>
                    <a:pt x="2832699" y="293506"/>
                  </a:lnTo>
                  <a:lnTo>
                    <a:pt x="2832736" y="293494"/>
                  </a:lnTo>
                  <a:lnTo>
                    <a:pt x="2832777" y="293474"/>
                  </a:lnTo>
                  <a:lnTo>
                    <a:pt x="2832856" y="293447"/>
                  </a:lnTo>
                  <a:lnTo>
                    <a:pt x="2832910" y="293422"/>
                  </a:lnTo>
                  <a:lnTo>
                    <a:pt x="2832960" y="293399"/>
                  </a:lnTo>
                  <a:lnTo>
                    <a:pt x="2833029" y="293362"/>
                  </a:lnTo>
                  <a:lnTo>
                    <a:pt x="2833082" y="293327"/>
                  </a:lnTo>
                  <a:lnTo>
                    <a:pt x="2833152" y="293274"/>
                  </a:lnTo>
                  <a:lnTo>
                    <a:pt x="2833230" y="293213"/>
                  </a:lnTo>
                  <a:lnTo>
                    <a:pt x="2833304" y="293157"/>
                  </a:lnTo>
                  <a:lnTo>
                    <a:pt x="2833335" y="293139"/>
                  </a:lnTo>
                  <a:lnTo>
                    <a:pt x="2833398" y="293102"/>
                  </a:lnTo>
                  <a:lnTo>
                    <a:pt x="2833469" y="293063"/>
                  </a:lnTo>
                  <a:lnTo>
                    <a:pt x="2833509" y="293043"/>
                  </a:lnTo>
                  <a:lnTo>
                    <a:pt x="2833561" y="293017"/>
                  </a:lnTo>
                  <a:lnTo>
                    <a:pt x="2833608" y="293002"/>
                  </a:lnTo>
                  <a:lnTo>
                    <a:pt x="2833646" y="292993"/>
                  </a:lnTo>
                  <a:lnTo>
                    <a:pt x="2833724" y="292979"/>
                  </a:lnTo>
                  <a:lnTo>
                    <a:pt x="2833770" y="292971"/>
                  </a:lnTo>
                  <a:lnTo>
                    <a:pt x="2833871" y="292962"/>
                  </a:lnTo>
                  <a:lnTo>
                    <a:pt x="2833978" y="292950"/>
                  </a:lnTo>
                  <a:lnTo>
                    <a:pt x="2834048" y="292941"/>
                  </a:lnTo>
                  <a:lnTo>
                    <a:pt x="2834123" y="292926"/>
                  </a:lnTo>
                  <a:lnTo>
                    <a:pt x="2834174" y="292919"/>
                  </a:lnTo>
                  <a:lnTo>
                    <a:pt x="2834267" y="292897"/>
                  </a:lnTo>
                  <a:lnTo>
                    <a:pt x="2834331" y="292884"/>
                  </a:lnTo>
                  <a:lnTo>
                    <a:pt x="2834415" y="292860"/>
                  </a:lnTo>
                  <a:lnTo>
                    <a:pt x="2834463" y="292841"/>
                  </a:lnTo>
                  <a:lnTo>
                    <a:pt x="2834538" y="292815"/>
                  </a:lnTo>
                  <a:lnTo>
                    <a:pt x="2834582" y="292795"/>
                  </a:lnTo>
                  <a:lnTo>
                    <a:pt x="2834675" y="292756"/>
                  </a:lnTo>
                  <a:lnTo>
                    <a:pt x="2834781" y="292714"/>
                  </a:lnTo>
                  <a:lnTo>
                    <a:pt x="2834806" y="292700"/>
                  </a:lnTo>
                  <a:lnTo>
                    <a:pt x="2834900" y="292663"/>
                  </a:lnTo>
                  <a:lnTo>
                    <a:pt x="2834989" y="292624"/>
                  </a:lnTo>
                  <a:lnTo>
                    <a:pt x="2835113" y="292568"/>
                  </a:lnTo>
                  <a:lnTo>
                    <a:pt x="2835179" y="292541"/>
                  </a:lnTo>
                  <a:lnTo>
                    <a:pt x="2835256" y="292509"/>
                  </a:lnTo>
                  <a:lnTo>
                    <a:pt x="2835380" y="292465"/>
                  </a:lnTo>
                  <a:lnTo>
                    <a:pt x="2835433" y="292448"/>
                  </a:lnTo>
                  <a:lnTo>
                    <a:pt x="2835515" y="292425"/>
                  </a:lnTo>
                  <a:lnTo>
                    <a:pt x="2835584" y="292399"/>
                  </a:lnTo>
                  <a:lnTo>
                    <a:pt x="2835643" y="292376"/>
                  </a:lnTo>
                  <a:lnTo>
                    <a:pt x="2835683" y="292367"/>
                  </a:lnTo>
                  <a:lnTo>
                    <a:pt x="2835742" y="292344"/>
                  </a:lnTo>
                  <a:lnTo>
                    <a:pt x="2835809" y="292329"/>
                  </a:lnTo>
                  <a:lnTo>
                    <a:pt x="2835847" y="292318"/>
                  </a:lnTo>
                  <a:lnTo>
                    <a:pt x="2835887" y="292311"/>
                  </a:lnTo>
                  <a:lnTo>
                    <a:pt x="2835937" y="292296"/>
                  </a:lnTo>
                  <a:lnTo>
                    <a:pt x="2836004" y="292284"/>
                  </a:lnTo>
                  <a:lnTo>
                    <a:pt x="2836045" y="292275"/>
                  </a:lnTo>
                  <a:lnTo>
                    <a:pt x="2836127" y="292259"/>
                  </a:lnTo>
                  <a:lnTo>
                    <a:pt x="2836202" y="292244"/>
                  </a:lnTo>
                  <a:lnTo>
                    <a:pt x="2836268" y="292232"/>
                  </a:lnTo>
                  <a:lnTo>
                    <a:pt x="2836299" y="292227"/>
                  </a:lnTo>
                  <a:lnTo>
                    <a:pt x="2836348" y="292224"/>
                  </a:lnTo>
                  <a:lnTo>
                    <a:pt x="2836378" y="292227"/>
                  </a:lnTo>
                  <a:lnTo>
                    <a:pt x="2836435" y="292239"/>
                  </a:lnTo>
                  <a:lnTo>
                    <a:pt x="2836483" y="292251"/>
                  </a:lnTo>
                  <a:lnTo>
                    <a:pt x="2836537" y="292267"/>
                  </a:lnTo>
                  <a:lnTo>
                    <a:pt x="2836588" y="292281"/>
                  </a:lnTo>
                  <a:lnTo>
                    <a:pt x="2836640" y="292298"/>
                  </a:lnTo>
                  <a:lnTo>
                    <a:pt x="2836679" y="292307"/>
                  </a:lnTo>
                  <a:lnTo>
                    <a:pt x="2836753" y="292331"/>
                  </a:lnTo>
                  <a:lnTo>
                    <a:pt x="2836802" y="292346"/>
                  </a:lnTo>
                  <a:lnTo>
                    <a:pt x="2836886" y="292369"/>
                  </a:lnTo>
                  <a:lnTo>
                    <a:pt x="2836953" y="292388"/>
                  </a:lnTo>
                  <a:lnTo>
                    <a:pt x="2836996" y="292401"/>
                  </a:lnTo>
                  <a:lnTo>
                    <a:pt x="2837078" y="292419"/>
                  </a:lnTo>
                  <a:lnTo>
                    <a:pt x="2837138" y="292433"/>
                  </a:lnTo>
                  <a:lnTo>
                    <a:pt x="2837182" y="292442"/>
                  </a:lnTo>
                  <a:lnTo>
                    <a:pt x="2837221" y="292452"/>
                  </a:lnTo>
                  <a:lnTo>
                    <a:pt x="2837263" y="292461"/>
                  </a:lnTo>
                  <a:lnTo>
                    <a:pt x="2837312" y="292477"/>
                  </a:lnTo>
                  <a:lnTo>
                    <a:pt x="2837355" y="292492"/>
                  </a:lnTo>
                  <a:lnTo>
                    <a:pt x="2837390" y="292513"/>
                  </a:lnTo>
                  <a:lnTo>
                    <a:pt x="2837418" y="292525"/>
                  </a:lnTo>
                  <a:lnTo>
                    <a:pt x="2837450" y="292546"/>
                  </a:lnTo>
                  <a:lnTo>
                    <a:pt x="2837514" y="292581"/>
                  </a:lnTo>
                  <a:lnTo>
                    <a:pt x="2837596" y="292623"/>
                  </a:lnTo>
                  <a:lnTo>
                    <a:pt x="2837620" y="292633"/>
                  </a:lnTo>
                  <a:lnTo>
                    <a:pt x="2837692" y="292669"/>
                  </a:lnTo>
                  <a:lnTo>
                    <a:pt x="2837726" y="292690"/>
                  </a:lnTo>
                  <a:lnTo>
                    <a:pt x="2837781" y="292717"/>
                  </a:lnTo>
                  <a:lnTo>
                    <a:pt x="2837839" y="292751"/>
                  </a:lnTo>
                  <a:lnTo>
                    <a:pt x="2837897" y="292789"/>
                  </a:lnTo>
                  <a:lnTo>
                    <a:pt x="2837936" y="292810"/>
                  </a:lnTo>
                  <a:lnTo>
                    <a:pt x="2837993" y="292840"/>
                  </a:lnTo>
                  <a:lnTo>
                    <a:pt x="2838065" y="292881"/>
                  </a:lnTo>
                  <a:lnTo>
                    <a:pt x="2838112" y="292905"/>
                  </a:lnTo>
                  <a:lnTo>
                    <a:pt x="2838139" y="292918"/>
                  </a:lnTo>
                  <a:lnTo>
                    <a:pt x="2838203" y="292929"/>
                  </a:lnTo>
                  <a:lnTo>
                    <a:pt x="2838902" y="292996"/>
                  </a:lnTo>
                  <a:lnTo>
                    <a:pt x="2839378" y="292945"/>
                  </a:lnTo>
                  <a:lnTo>
                    <a:pt x="2840389" y="292830"/>
                  </a:lnTo>
                  <a:lnTo>
                    <a:pt x="2840403" y="292829"/>
                  </a:lnTo>
                  <a:lnTo>
                    <a:pt x="2840459" y="292813"/>
                  </a:lnTo>
                  <a:lnTo>
                    <a:pt x="2840482" y="292799"/>
                  </a:lnTo>
                  <a:lnTo>
                    <a:pt x="2840544" y="292767"/>
                  </a:lnTo>
                  <a:lnTo>
                    <a:pt x="2840563" y="292757"/>
                  </a:lnTo>
                  <a:lnTo>
                    <a:pt x="2840837" y="292701"/>
                  </a:lnTo>
                  <a:lnTo>
                    <a:pt x="2841401" y="292692"/>
                  </a:lnTo>
                  <a:lnTo>
                    <a:pt x="2841674" y="292732"/>
                  </a:lnTo>
                  <a:lnTo>
                    <a:pt x="2842102" y="292797"/>
                  </a:lnTo>
                  <a:lnTo>
                    <a:pt x="2842530" y="292829"/>
                  </a:lnTo>
                  <a:lnTo>
                    <a:pt x="2843009" y="292764"/>
                  </a:lnTo>
                  <a:lnTo>
                    <a:pt x="2843273" y="292708"/>
                  </a:lnTo>
                  <a:lnTo>
                    <a:pt x="2843466" y="292594"/>
                  </a:lnTo>
                  <a:lnTo>
                    <a:pt x="2843573" y="292473"/>
                  </a:lnTo>
                  <a:lnTo>
                    <a:pt x="2843787" y="292140"/>
                  </a:lnTo>
                  <a:lnTo>
                    <a:pt x="2843803" y="292116"/>
                  </a:lnTo>
                  <a:lnTo>
                    <a:pt x="2844023" y="291644"/>
                  </a:lnTo>
                  <a:lnTo>
                    <a:pt x="2844458" y="290369"/>
                  </a:lnTo>
                  <a:lnTo>
                    <a:pt x="2844717" y="289532"/>
                  </a:lnTo>
                  <a:lnTo>
                    <a:pt x="2844908" y="289040"/>
                  </a:lnTo>
                  <a:lnTo>
                    <a:pt x="2845148" y="288710"/>
                  </a:lnTo>
                  <a:lnTo>
                    <a:pt x="2845322" y="288601"/>
                  </a:lnTo>
                  <a:lnTo>
                    <a:pt x="2845650" y="288529"/>
                  </a:lnTo>
                  <a:lnTo>
                    <a:pt x="2846050" y="288456"/>
                  </a:lnTo>
                  <a:lnTo>
                    <a:pt x="2846593" y="288424"/>
                  </a:lnTo>
                  <a:lnTo>
                    <a:pt x="2847016" y="288499"/>
                  </a:lnTo>
                  <a:lnTo>
                    <a:pt x="2847283" y="288592"/>
                  </a:lnTo>
                  <a:lnTo>
                    <a:pt x="2848164" y="288914"/>
                  </a:lnTo>
                  <a:lnTo>
                    <a:pt x="2849018" y="289172"/>
                  </a:lnTo>
                  <a:lnTo>
                    <a:pt x="2849406" y="289210"/>
                  </a:lnTo>
                  <a:lnTo>
                    <a:pt x="2850326" y="289128"/>
                  </a:lnTo>
                  <a:lnTo>
                    <a:pt x="2850396" y="289114"/>
                  </a:lnTo>
                  <a:lnTo>
                    <a:pt x="2850583" y="289045"/>
                  </a:lnTo>
                  <a:lnTo>
                    <a:pt x="2851069" y="288762"/>
                  </a:lnTo>
                  <a:lnTo>
                    <a:pt x="2851091" y="288735"/>
                  </a:lnTo>
                  <a:lnTo>
                    <a:pt x="2851314" y="288401"/>
                  </a:lnTo>
                  <a:lnTo>
                    <a:pt x="2851504" y="287900"/>
                  </a:lnTo>
                  <a:lnTo>
                    <a:pt x="2851619" y="286957"/>
                  </a:lnTo>
                  <a:lnTo>
                    <a:pt x="2851669" y="286225"/>
                  </a:lnTo>
                  <a:lnTo>
                    <a:pt x="2851678" y="286131"/>
                  </a:lnTo>
                  <a:lnTo>
                    <a:pt x="2851700" y="286025"/>
                  </a:lnTo>
                  <a:lnTo>
                    <a:pt x="2851715" y="285954"/>
                  </a:lnTo>
                  <a:lnTo>
                    <a:pt x="2851736" y="285899"/>
                  </a:lnTo>
                  <a:lnTo>
                    <a:pt x="2851767" y="285843"/>
                  </a:lnTo>
                  <a:lnTo>
                    <a:pt x="2851817" y="285781"/>
                  </a:lnTo>
                  <a:lnTo>
                    <a:pt x="2851865" y="285731"/>
                  </a:lnTo>
                  <a:lnTo>
                    <a:pt x="2851922" y="285670"/>
                  </a:lnTo>
                  <a:lnTo>
                    <a:pt x="2852061" y="285585"/>
                  </a:lnTo>
                  <a:lnTo>
                    <a:pt x="2852148" y="285533"/>
                  </a:lnTo>
                  <a:lnTo>
                    <a:pt x="2852286" y="285457"/>
                  </a:lnTo>
                  <a:lnTo>
                    <a:pt x="2852378" y="285385"/>
                  </a:lnTo>
                  <a:lnTo>
                    <a:pt x="2852433" y="285352"/>
                  </a:lnTo>
                  <a:lnTo>
                    <a:pt x="2852480" y="285327"/>
                  </a:lnTo>
                  <a:lnTo>
                    <a:pt x="2852523" y="285305"/>
                  </a:lnTo>
                  <a:lnTo>
                    <a:pt x="2852597" y="285269"/>
                  </a:lnTo>
                  <a:lnTo>
                    <a:pt x="2852635" y="285255"/>
                  </a:lnTo>
                  <a:lnTo>
                    <a:pt x="2852678" y="285240"/>
                  </a:lnTo>
                  <a:lnTo>
                    <a:pt x="2852711" y="285232"/>
                  </a:lnTo>
                  <a:lnTo>
                    <a:pt x="2852750" y="285228"/>
                  </a:lnTo>
                  <a:lnTo>
                    <a:pt x="2852847" y="285215"/>
                  </a:lnTo>
                  <a:lnTo>
                    <a:pt x="2852889" y="285205"/>
                  </a:lnTo>
                  <a:lnTo>
                    <a:pt x="2852967" y="285184"/>
                  </a:lnTo>
                  <a:lnTo>
                    <a:pt x="2852997" y="285171"/>
                  </a:lnTo>
                  <a:lnTo>
                    <a:pt x="2853071" y="285151"/>
                  </a:lnTo>
                  <a:lnTo>
                    <a:pt x="2853142" y="285131"/>
                  </a:lnTo>
                  <a:lnTo>
                    <a:pt x="2853186" y="285120"/>
                  </a:lnTo>
                  <a:lnTo>
                    <a:pt x="2853222" y="285112"/>
                  </a:lnTo>
                  <a:lnTo>
                    <a:pt x="2853316" y="285090"/>
                  </a:lnTo>
                  <a:lnTo>
                    <a:pt x="2853383" y="285072"/>
                  </a:lnTo>
                  <a:lnTo>
                    <a:pt x="2853436" y="285062"/>
                  </a:lnTo>
                  <a:lnTo>
                    <a:pt x="2853493" y="285050"/>
                  </a:lnTo>
                  <a:lnTo>
                    <a:pt x="2853577" y="285033"/>
                  </a:lnTo>
                  <a:lnTo>
                    <a:pt x="2853644" y="285022"/>
                  </a:lnTo>
                  <a:lnTo>
                    <a:pt x="2853691" y="285011"/>
                  </a:lnTo>
                  <a:lnTo>
                    <a:pt x="2853738" y="285005"/>
                  </a:lnTo>
                  <a:lnTo>
                    <a:pt x="2853805" y="284996"/>
                  </a:lnTo>
                  <a:lnTo>
                    <a:pt x="2853862" y="284988"/>
                  </a:lnTo>
                  <a:lnTo>
                    <a:pt x="2853925" y="284984"/>
                  </a:lnTo>
                  <a:lnTo>
                    <a:pt x="2853983" y="284978"/>
                  </a:lnTo>
                  <a:lnTo>
                    <a:pt x="2854051" y="284973"/>
                  </a:lnTo>
                  <a:lnTo>
                    <a:pt x="2854111" y="284968"/>
                  </a:lnTo>
                  <a:lnTo>
                    <a:pt x="2854204" y="284961"/>
                  </a:lnTo>
                  <a:lnTo>
                    <a:pt x="2854264" y="284960"/>
                  </a:lnTo>
                  <a:lnTo>
                    <a:pt x="2854345" y="284957"/>
                  </a:lnTo>
                  <a:lnTo>
                    <a:pt x="2854425" y="284956"/>
                  </a:lnTo>
                  <a:lnTo>
                    <a:pt x="2854502" y="284956"/>
                  </a:lnTo>
                  <a:lnTo>
                    <a:pt x="2854559" y="284957"/>
                  </a:lnTo>
                  <a:lnTo>
                    <a:pt x="2854585" y="284959"/>
                  </a:lnTo>
                  <a:lnTo>
                    <a:pt x="2854643" y="284960"/>
                  </a:lnTo>
                  <a:lnTo>
                    <a:pt x="2854714" y="284965"/>
                  </a:lnTo>
                  <a:lnTo>
                    <a:pt x="2854791" y="284968"/>
                  </a:lnTo>
                  <a:lnTo>
                    <a:pt x="2854866" y="284970"/>
                  </a:lnTo>
                  <a:lnTo>
                    <a:pt x="2854927" y="284973"/>
                  </a:lnTo>
                  <a:lnTo>
                    <a:pt x="2854978" y="284978"/>
                  </a:lnTo>
                  <a:lnTo>
                    <a:pt x="2855017" y="284979"/>
                  </a:lnTo>
                  <a:lnTo>
                    <a:pt x="2855056" y="284979"/>
                  </a:lnTo>
                  <a:lnTo>
                    <a:pt x="2855098" y="284979"/>
                  </a:lnTo>
                  <a:lnTo>
                    <a:pt x="2855137" y="284979"/>
                  </a:lnTo>
                  <a:lnTo>
                    <a:pt x="2855197" y="284974"/>
                  </a:lnTo>
                  <a:lnTo>
                    <a:pt x="2855257" y="284967"/>
                  </a:lnTo>
                  <a:lnTo>
                    <a:pt x="2855296" y="284960"/>
                  </a:lnTo>
                  <a:lnTo>
                    <a:pt x="2855349" y="284950"/>
                  </a:lnTo>
                  <a:lnTo>
                    <a:pt x="2855394" y="284935"/>
                  </a:lnTo>
                  <a:lnTo>
                    <a:pt x="2855434" y="284923"/>
                  </a:lnTo>
                  <a:lnTo>
                    <a:pt x="2855468" y="284915"/>
                  </a:lnTo>
                  <a:lnTo>
                    <a:pt x="2855509" y="284899"/>
                  </a:lnTo>
                  <a:lnTo>
                    <a:pt x="2855592" y="284875"/>
                  </a:lnTo>
                  <a:lnTo>
                    <a:pt x="2855637" y="284853"/>
                  </a:lnTo>
                  <a:lnTo>
                    <a:pt x="2855673" y="284839"/>
                  </a:lnTo>
                  <a:lnTo>
                    <a:pt x="2855719" y="284830"/>
                  </a:lnTo>
                  <a:lnTo>
                    <a:pt x="2855755" y="284819"/>
                  </a:lnTo>
                  <a:lnTo>
                    <a:pt x="2855817" y="284794"/>
                  </a:lnTo>
                  <a:lnTo>
                    <a:pt x="2855859" y="284779"/>
                  </a:lnTo>
                  <a:lnTo>
                    <a:pt x="2855903" y="284763"/>
                  </a:lnTo>
                  <a:lnTo>
                    <a:pt x="2856023" y="284665"/>
                  </a:lnTo>
                  <a:lnTo>
                    <a:pt x="2856137" y="284574"/>
                  </a:lnTo>
                  <a:lnTo>
                    <a:pt x="2856344" y="284451"/>
                  </a:lnTo>
                  <a:lnTo>
                    <a:pt x="2856614" y="284295"/>
                  </a:lnTo>
                  <a:lnTo>
                    <a:pt x="2856783" y="284235"/>
                  </a:lnTo>
                  <a:lnTo>
                    <a:pt x="2856983" y="284161"/>
                  </a:lnTo>
                  <a:lnTo>
                    <a:pt x="2857195" y="284108"/>
                  </a:lnTo>
                  <a:lnTo>
                    <a:pt x="2857206" y="284108"/>
                  </a:lnTo>
                  <a:lnTo>
                    <a:pt x="2857395" y="284076"/>
                  </a:lnTo>
                  <a:lnTo>
                    <a:pt x="2857913" y="284002"/>
                  </a:lnTo>
                  <a:lnTo>
                    <a:pt x="2858414" y="283912"/>
                  </a:lnTo>
                  <a:lnTo>
                    <a:pt x="2858792" y="283802"/>
                  </a:lnTo>
                  <a:lnTo>
                    <a:pt x="2859031" y="283736"/>
                  </a:lnTo>
                  <a:lnTo>
                    <a:pt x="2859473" y="283562"/>
                  </a:lnTo>
                  <a:lnTo>
                    <a:pt x="2859802" y="283442"/>
                  </a:lnTo>
                  <a:lnTo>
                    <a:pt x="2860325" y="283301"/>
                  </a:lnTo>
                  <a:lnTo>
                    <a:pt x="2860796" y="283183"/>
                  </a:lnTo>
                  <a:lnTo>
                    <a:pt x="2861393" y="282922"/>
                  </a:lnTo>
                  <a:lnTo>
                    <a:pt x="2861848" y="282723"/>
                  </a:lnTo>
                  <a:lnTo>
                    <a:pt x="2862184" y="282643"/>
                  </a:lnTo>
                  <a:lnTo>
                    <a:pt x="2862657" y="282643"/>
                  </a:lnTo>
                  <a:lnTo>
                    <a:pt x="2863119" y="282738"/>
                  </a:lnTo>
                  <a:lnTo>
                    <a:pt x="2863338" y="282756"/>
                  </a:lnTo>
                  <a:lnTo>
                    <a:pt x="2863364" y="282758"/>
                  </a:lnTo>
                  <a:lnTo>
                    <a:pt x="2863380" y="282762"/>
                  </a:lnTo>
                  <a:lnTo>
                    <a:pt x="2863431" y="282777"/>
                  </a:lnTo>
                  <a:lnTo>
                    <a:pt x="2863506" y="282783"/>
                  </a:lnTo>
                  <a:lnTo>
                    <a:pt x="2863592" y="282784"/>
                  </a:lnTo>
                  <a:lnTo>
                    <a:pt x="2863700" y="282789"/>
                  </a:lnTo>
                  <a:lnTo>
                    <a:pt x="2863753" y="282792"/>
                  </a:lnTo>
                  <a:lnTo>
                    <a:pt x="2863800" y="282798"/>
                  </a:lnTo>
                  <a:lnTo>
                    <a:pt x="2863865" y="282799"/>
                  </a:lnTo>
                  <a:lnTo>
                    <a:pt x="2863918" y="282800"/>
                  </a:lnTo>
                  <a:lnTo>
                    <a:pt x="2864033" y="282802"/>
                  </a:lnTo>
                  <a:lnTo>
                    <a:pt x="2864089" y="282801"/>
                  </a:lnTo>
                  <a:lnTo>
                    <a:pt x="2864137" y="282795"/>
                  </a:lnTo>
                  <a:lnTo>
                    <a:pt x="2864215" y="282779"/>
                  </a:lnTo>
                  <a:lnTo>
                    <a:pt x="2864278" y="282768"/>
                  </a:lnTo>
                  <a:lnTo>
                    <a:pt x="2864336" y="282753"/>
                  </a:lnTo>
                  <a:lnTo>
                    <a:pt x="2864426" y="282730"/>
                  </a:lnTo>
                  <a:lnTo>
                    <a:pt x="2864497" y="282708"/>
                  </a:lnTo>
                  <a:lnTo>
                    <a:pt x="2864551" y="282693"/>
                  </a:lnTo>
                  <a:lnTo>
                    <a:pt x="2864617" y="282673"/>
                  </a:lnTo>
                  <a:lnTo>
                    <a:pt x="2864672" y="282653"/>
                  </a:lnTo>
                  <a:lnTo>
                    <a:pt x="2864699" y="282646"/>
                  </a:lnTo>
                  <a:lnTo>
                    <a:pt x="2864720" y="282640"/>
                  </a:lnTo>
                  <a:lnTo>
                    <a:pt x="2864783" y="282622"/>
                  </a:lnTo>
                  <a:lnTo>
                    <a:pt x="2864850" y="282601"/>
                  </a:lnTo>
                  <a:lnTo>
                    <a:pt x="2864948" y="282564"/>
                  </a:lnTo>
                  <a:lnTo>
                    <a:pt x="2864999" y="282537"/>
                  </a:lnTo>
                  <a:lnTo>
                    <a:pt x="2865025" y="282525"/>
                  </a:lnTo>
                  <a:lnTo>
                    <a:pt x="2865045" y="282516"/>
                  </a:lnTo>
                  <a:lnTo>
                    <a:pt x="2865147" y="282467"/>
                  </a:lnTo>
                  <a:lnTo>
                    <a:pt x="2865207" y="282440"/>
                  </a:lnTo>
                  <a:lnTo>
                    <a:pt x="2865267" y="282406"/>
                  </a:lnTo>
                  <a:lnTo>
                    <a:pt x="2865343" y="282363"/>
                  </a:lnTo>
                  <a:lnTo>
                    <a:pt x="2865387" y="282329"/>
                  </a:lnTo>
                  <a:lnTo>
                    <a:pt x="2865417" y="282298"/>
                  </a:lnTo>
                  <a:lnTo>
                    <a:pt x="2865447" y="282262"/>
                  </a:lnTo>
                  <a:lnTo>
                    <a:pt x="2865467" y="282225"/>
                  </a:lnTo>
                  <a:lnTo>
                    <a:pt x="2865493" y="282172"/>
                  </a:lnTo>
                  <a:lnTo>
                    <a:pt x="2865512" y="282119"/>
                  </a:lnTo>
                  <a:lnTo>
                    <a:pt x="2865516" y="282087"/>
                  </a:lnTo>
                  <a:lnTo>
                    <a:pt x="2865949" y="281197"/>
                  </a:lnTo>
                  <a:lnTo>
                    <a:pt x="2866492" y="280698"/>
                  </a:lnTo>
                  <a:lnTo>
                    <a:pt x="2867226" y="280689"/>
                  </a:lnTo>
                  <a:lnTo>
                    <a:pt x="2867829" y="280667"/>
                  </a:lnTo>
                  <a:lnTo>
                    <a:pt x="2868311" y="280845"/>
                  </a:lnTo>
                  <a:lnTo>
                    <a:pt x="2868483" y="280858"/>
                  </a:lnTo>
                  <a:lnTo>
                    <a:pt x="2868919" y="280954"/>
                  </a:lnTo>
                  <a:lnTo>
                    <a:pt x="2869042" y="280963"/>
                  </a:lnTo>
                  <a:lnTo>
                    <a:pt x="2869663" y="281061"/>
                  </a:lnTo>
                  <a:lnTo>
                    <a:pt x="2870000" y="281079"/>
                  </a:lnTo>
                  <a:lnTo>
                    <a:pt x="2870664" y="281031"/>
                  </a:lnTo>
                  <a:lnTo>
                    <a:pt x="2871056" y="280928"/>
                  </a:lnTo>
                  <a:lnTo>
                    <a:pt x="2871146" y="280871"/>
                  </a:lnTo>
                  <a:lnTo>
                    <a:pt x="2871181" y="280855"/>
                  </a:lnTo>
                  <a:lnTo>
                    <a:pt x="2871222" y="280826"/>
                  </a:lnTo>
                  <a:lnTo>
                    <a:pt x="2871281" y="280787"/>
                  </a:lnTo>
                  <a:lnTo>
                    <a:pt x="2871344" y="280742"/>
                  </a:lnTo>
                  <a:lnTo>
                    <a:pt x="2871417" y="280684"/>
                  </a:lnTo>
                  <a:lnTo>
                    <a:pt x="2871447" y="280660"/>
                  </a:lnTo>
                  <a:lnTo>
                    <a:pt x="2871541" y="280588"/>
                  </a:lnTo>
                  <a:lnTo>
                    <a:pt x="2871591" y="280545"/>
                  </a:lnTo>
                  <a:lnTo>
                    <a:pt x="2871628" y="280513"/>
                  </a:lnTo>
                  <a:lnTo>
                    <a:pt x="2871927" y="280214"/>
                  </a:lnTo>
                  <a:lnTo>
                    <a:pt x="2871978" y="280170"/>
                  </a:lnTo>
                  <a:lnTo>
                    <a:pt x="2872078" y="280044"/>
                  </a:lnTo>
                  <a:lnTo>
                    <a:pt x="2872367" y="279778"/>
                  </a:lnTo>
                  <a:lnTo>
                    <a:pt x="2872904" y="279264"/>
                  </a:lnTo>
                  <a:lnTo>
                    <a:pt x="2873349" y="278902"/>
                  </a:lnTo>
                  <a:lnTo>
                    <a:pt x="2873845" y="278574"/>
                  </a:lnTo>
                  <a:lnTo>
                    <a:pt x="2874281" y="278384"/>
                  </a:lnTo>
                  <a:lnTo>
                    <a:pt x="2874718" y="278296"/>
                  </a:lnTo>
                  <a:lnTo>
                    <a:pt x="2874827" y="278295"/>
                  </a:lnTo>
                  <a:lnTo>
                    <a:pt x="2875370" y="278282"/>
                  </a:lnTo>
                  <a:lnTo>
                    <a:pt x="2875656" y="278297"/>
                  </a:lnTo>
                  <a:lnTo>
                    <a:pt x="2876002" y="278340"/>
                  </a:lnTo>
                  <a:lnTo>
                    <a:pt x="2876012" y="278344"/>
                  </a:lnTo>
                  <a:lnTo>
                    <a:pt x="2876625" y="278488"/>
                  </a:lnTo>
                  <a:lnTo>
                    <a:pt x="2876812" y="278528"/>
                  </a:lnTo>
                  <a:lnTo>
                    <a:pt x="2877147" y="278545"/>
                  </a:lnTo>
                  <a:lnTo>
                    <a:pt x="2877259" y="278520"/>
                  </a:lnTo>
                  <a:lnTo>
                    <a:pt x="2877681" y="278464"/>
                  </a:lnTo>
                  <a:lnTo>
                    <a:pt x="2878069" y="278456"/>
                  </a:lnTo>
                  <a:lnTo>
                    <a:pt x="2878428" y="278456"/>
                  </a:lnTo>
                  <a:lnTo>
                    <a:pt x="2878455" y="278457"/>
                  </a:lnTo>
                  <a:lnTo>
                    <a:pt x="2879060" y="278538"/>
                  </a:lnTo>
                  <a:lnTo>
                    <a:pt x="2879076" y="278544"/>
                  </a:lnTo>
                  <a:lnTo>
                    <a:pt x="2879231" y="278584"/>
                  </a:lnTo>
                  <a:lnTo>
                    <a:pt x="2879477" y="278640"/>
                  </a:lnTo>
                  <a:lnTo>
                    <a:pt x="2879843" y="278688"/>
                  </a:lnTo>
                  <a:lnTo>
                    <a:pt x="2880132" y="278688"/>
                  </a:lnTo>
                  <a:lnTo>
                    <a:pt x="2880505" y="278680"/>
                  </a:lnTo>
                  <a:lnTo>
                    <a:pt x="2880888" y="278624"/>
                  </a:lnTo>
                  <a:lnTo>
                    <a:pt x="2881083" y="278626"/>
                  </a:lnTo>
                  <a:lnTo>
                    <a:pt x="2882003" y="278492"/>
                  </a:lnTo>
                  <a:lnTo>
                    <a:pt x="2882490" y="278349"/>
                  </a:lnTo>
                  <a:lnTo>
                    <a:pt x="2882931" y="278124"/>
                  </a:lnTo>
                  <a:lnTo>
                    <a:pt x="2883508" y="277715"/>
                  </a:lnTo>
                  <a:lnTo>
                    <a:pt x="2883842" y="277582"/>
                  </a:lnTo>
                  <a:lnTo>
                    <a:pt x="2884221" y="277428"/>
                  </a:lnTo>
                  <a:lnTo>
                    <a:pt x="2884368" y="277391"/>
                  </a:lnTo>
                  <a:lnTo>
                    <a:pt x="2884807" y="277351"/>
                  </a:lnTo>
                  <a:lnTo>
                    <a:pt x="2885309" y="277242"/>
                  </a:lnTo>
                  <a:lnTo>
                    <a:pt x="2885872" y="277143"/>
                  </a:lnTo>
                  <a:lnTo>
                    <a:pt x="2886047" y="277089"/>
                  </a:lnTo>
                  <a:lnTo>
                    <a:pt x="2886537" y="276926"/>
                  </a:lnTo>
                  <a:lnTo>
                    <a:pt x="2887200" y="276652"/>
                  </a:lnTo>
                  <a:lnTo>
                    <a:pt x="2887928" y="276392"/>
                  </a:lnTo>
                  <a:lnTo>
                    <a:pt x="2888361" y="276251"/>
                  </a:lnTo>
                  <a:lnTo>
                    <a:pt x="2888903" y="276217"/>
                  </a:lnTo>
                  <a:lnTo>
                    <a:pt x="2889299" y="276340"/>
                  </a:lnTo>
                  <a:lnTo>
                    <a:pt x="2889892" y="276556"/>
                  </a:lnTo>
                  <a:lnTo>
                    <a:pt x="2890830" y="276890"/>
                  </a:lnTo>
                  <a:lnTo>
                    <a:pt x="2891281" y="277021"/>
                  </a:lnTo>
                  <a:lnTo>
                    <a:pt x="2891482" y="277047"/>
                  </a:lnTo>
                  <a:lnTo>
                    <a:pt x="2892031" y="277134"/>
                  </a:lnTo>
                  <a:lnTo>
                    <a:pt x="2892392" y="277156"/>
                  </a:lnTo>
                  <a:lnTo>
                    <a:pt x="2893112" y="277109"/>
                  </a:lnTo>
                  <a:lnTo>
                    <a:pt x="2893708" y="277007"/>
                  </a:lnTo>
                  <a:lnTo>
                    <a:pt x="2893998" y="276958"/>
                  </a:lnTo>
                  <a:lnTo>
                    <a:pt x="2894655" y="276923"/>
                  </a:lnTo>
                  <a:lnTo>
                    <a:pt x="2895050" y="276913"/>
                  </a:lnTo>
                  <a:lnTo>
                    <a:pt x="2895460" y="276921"/>
                  </a:lnTo>
                  <a:lnTo>
                    <a:pt x="2896094" y="277014"/>
                  </a:lnTo>
                  <a:lnTo>
                    <a:pt x="2896265" y="277001"/>
                  </a:lnTo>
                  <a:lnTo>
                    <a:pt x="2896382" y="276967"/>
                  </a:lnTo>
                  <a:lnTo>
                    <a:pt x="2896451" y="276940"/>
                  </a:lnTo>
                  <a:lnTo>
                    <a:pt x="2896876" y="276837"/>
                  </a:lnTo>
                  <a:lnTo>
                    <a:pt x="2896895" y="276837"/>
                  </a:lnTo>
                  <a:lnTo>
                    <a:pt x="2897058" y="276849"/>
                  </a:lnTo>
                  <a:lnTo>
                    <a:pt x="2897078" y="276860"/>
                  </a:lnTo>
                  <a:lnTo>
                    <a:pt x="2897918" y="277240"/>
                  </a:lnTo>
                  <a:lnTo>
                    <a:pt x="2898300" y="277374"/>
                  </a:lnTo>
                  <a:lnTo>
                    <a:pt x="2898758" y="277714"/>
                  </a:lnTo>
                  <a:lnTo>
                    <a:pt x="2899539" y="278267"/>
                  </a:lnTo>
                  <a:lnTo>
                    <a:pt x="2900855" y="278954"/>
                  </a:lnTo>
                  <a:lnTo>
                    <a:pt x="2901295" y="279148"/>
                  </a:lnTo>
                  <a:lnTo>
                    <a:pt x="2901454" y="279141"/>
                  </a:lnTo>
                  <a:lnTo>
                    <a:pt x="2902086" y="279047"/>
                  </a:lnTo>
                  <a:lnTo>
                    <a:pt x="2902398" y="279029"/>
                  </a:lnTo>
                  <a:lnTo>
                    <a:pt x="2902779" y="278946"/>
                  </a:lnTo>
                  <a:lnTo>
                    <a:pt x="2903379" y="278742"/>
                  </a:lnTo>
                  <a:lnTo>
                    <a:pt x="2904064" y="278351"/>
                  </a:lnTo>
                  <a:lnTo>
                    <a:pt x="2904415" y="277968"/>
                  </a:lnTo>
                  <a:lnTo>
                    <a:pt x="2904642" y="277741"/>
                  </a:lnTo>
                  <a:lnTo>
                    <a:pt x="2904781" y="277576"/>
                  </a:lnTo>
                  <a:lnTo>
                    <a:pt x="2905246" y="276834"/>
                  </a:lnTo>
                  <a:lnTo>
                    <a:pt x="2905549" y="276357"/>
                  </a:lnTo>
                  <a:lnTo>
                    <a:pt x="2906387" y="275486"/>
                  </a:lnTo>
                  <a:lnTo>
                    <a:pt x="2907416" y="274989"/>
                  </a:lnTo>
                  <a:lnTo>
                    <a:pt x="2907429" y="274986"/>
                  </a:lnTo>
                  <a:lnTo>
                    <a:pt x="2907601" y="274975"/>
                  </a:lnTo>
                  <a:lnTo>
                    <a:pt x="2908791" y="274863"/>
                  </a:lnTo>
                  <a:lnTo>
                    <a:pt x="2909122" y="274840"/>
                  </a:lnTo>
                  <a:lnTo>
                    <a:pt x="2909414" y="274854"/>
                  </a:lnTo>
                  <a:lnTo>
                    <a:pt x="2911297" y="275253"/>
                  </a:lnTo>
                  <a:lnTo>
                    <a:pt x="2912395" y="275437"/>
                  </a:lnTo>
                  <a:lnTo>
                    <a:pt x="2912932" y="275409"/>
                  </a:lnTo>
                  <a:lnTo>
                    <a:pt x="2913036" y="275418"/>
                  </a:lnTo>
                  <a:lnTo>
                    <a:pt x="2913281" y="275425"/>
                  </a:lnTo>
                  <a:lnTo>
                    <a:pt x="2913601" y="275437"/>
                  </a:lnTo>
                  <a:lnTo>
                    <a:pt x="2913616" y="275435"/>
                  </a:lnTo>
                  <a:lnTo>
                    <a:pt x="2913928" y="275310"/>
                  </a:lnTo>
                  <a:lnTo>
                    <a:pt x="2914416" y="274904"/>
                  </a:lnTo>
                  <a:lnTo>
                    <a:pt x="2914567" y="274667"/>
                  </a:lnTo>
                  <a:lnTo>
                    <a:pt x="2914708" y="274444"/>
                  </a:lnTo>
                  <a:lnTo>
                    <a:pt x="2914750" y="274397"/>
                  </a:lnTo>
                  <a:lnTo>
                    <a:pt x="2914815" y="274303"/>
                  </a:lnTo>
                  <a:lnTo>
                    <a:pt x="2914863" y="274264"/>
                  </a:lnTo>
                  <a:lnTo>
                    <a:pt x="2915002" y="274090"/>
                  </a:lnTo>
                  <a:lnTo>
                    <a:pt x="2915859" y="274494"/>
                  </a:lnTo>
                  <a:lnTo>
                    <a:pt x="2916052" y="274745"/>
                  </a:lnTo>
                  <a:lnTo>
                    <a:pt x="2916251" y="275077"/>
                  </a:lnTo>
                  <a:lnTo>
                    <a:pt x="2916371" y="275313"/>
                  </a:lnTo>
                  <a:lnTo>
                    <a:pt x="2916497" y="275740"/>
                  </a:lnTo>
                  <a:lnTo>
                    <a:pt x="2916381" y="276556"/>
                  </a:lnTo>
                  <a:lnTo>
                    <a:pt x="2916025" y="277520"/>
                  </a:lnTo>
                  <a:lnTo>
                    <a:pt x="2915769" y="277774"/>
                  </a:lnTo>
                  <a:lnTo>
                    <a:pt x="2915421" y="277968"/>
                  </a:lnTo>
                  <a:lnTo>
                    <a:pt x="2914939" y="278234"/>
                  </a:lnTo>
                  <a:lnTo>
                    <a:pt x="2914295" y="278490"/>
                  </a:lnTo>
                  <a:lnTo>
                    <a:pt x="2913887" y="278638"/>
                  </a:lnTo>
                  <a:lnTo>
                    <a:pt x="2912411" y="279403"/>
                  </a:lnTo>
                  <a:lnTo>
                    <a:pt x="2911668" y="279592"/>
                  </a:lnTo>
                  <a:lnTo>
                    <a:pt x="2911187" y="279675"/>
                  </a:lnTo>
                  <a:lnTo>
                    <a:pt x="2910434" y="279839"/>
                  </a:lnTo>
                  <a:lnTo>
                    <a:pt x="2910225" y="279912"/>
                  </a:lnTo>
                  <a:lnTo>
                    <a:pt x="2909854" y="279991"/>
                  </a:lnTo>
                  <a:lnTo>
                    <a:pt x="2909489" y="280188"/>
                  </a:lnTo>
                  <a:lnTo>
                    <a:pt x="2908155" y="280521"/>
                  </a:lnTo>
                  <a:lnTo>
                    <a:pt x="2907946" y="280553"/>
                  </a:lnTo>
                  <a:lnTo>
                    <a:pt x="2907048" y="280787"/>
                  </a:lnTo>
                  <a:lnTo>
                    <a:pt x="2906430" y="280856"/>
                  </a:lnTo>
                  <a:lnTo>
                    <a:pt x="2905504" y="281137"/>
                  </a:lnTo>
                  <a:lnTo>
                    <a:pt x="2904530" y="281619"/>
                  </a:lnTo>
                  <a:lnTo>
                    <a:pt x="2904498" y="281634"/>
                  </a:lnTo>
                  <a:lnTo>
                    <a:pt x="2904208" y="281788"/>
                  </a:lnTo>
                  <a:lnTo>
                    <a:pt x="2903775" y="281967"/>
                  </a:lnTo>
                  <a:lnTo>
                    <a:pt x="2903308" y="282182"/>
                  </a:lnTo>
                  <a:lnTo>
                    <a:pt x="2903262" y="282198"/>
                  </a:lnTo>
                  <a:lnTo>
                    <a:pt x="2903022" y="282460"/>
                  </a:lnTo>
                  <a:lnTo>
                    <a:pt x="2902673" y="282901"/>
                  </a:lnTo>
                  <a:lnTo>
                    <a:pt x="2902464" y="283170"/>
                  </a:lnTo>
                  <a:lnTo>
                    <a:pt x="2902391" y="283250"/>
                  </a:lnTo>
                  <a:lnTo>
                    <a:pt x="2902061" y="283485"/>
                  </a:lnTo>
                  <a:lnTo>
                    <a:pt x="2902033" y="283493"/>
                  </a:lnTo>
                  <a:lnTo>
                    <a:pt x="2901664" y="283506"/>
                  </a:lnTo>
                  <a:lnTo>
                    <a:pt x="2901494" y="283456"/>
                  </a:lnTo>
                  <a:lnTo>
                    <a:pt x="2901392" y="283457"/>
                  </a:lnTo>
                  <a:lnTo>
                    <a:pt x="2901177" y="283526"/>
                  </a:lnTo>
                  <a:lnTo>
                    <a:pt x="2900996" y="283563"/>
                  </a:lnTo>
                  <a:lnTo>
                    <a:pt x="2900760" y="283666"/>
                  </a:lnTo>
                  <a:lnTo>
                    <a:pt x="2900370" y="283907"/>
                  </a:lnTo>
                  <a:lnTo>
                    <a:pt x="2900054" y="284110"/>
                  </a:lnTo>
                  <a:lnTo>
                    <a:pt x="2899799" y="284143"/>
                  </a:lnTo>
                  <a:lnTo>
                    <a:pt x="2899603" y="284128"/>
                  </a:lnTo>
                  <a:lnTo>
                    <a:pt x="2899232" y="284192"/>
                  </a:lnTo>
                  <a:lnTo>
                    <a:pt x="2899103" y="284282"/>
                  </a:lnTo>
                  <a:lnTo>
                    <a:pt x="2898972" y="284395"/>
                  </a:lnTo>
                  <a:lnTo>
                    <a:pt x="2898925" y="284428"/>
                  </a:lnTo>
                  <a:lnTo>
                    <a:pt x="2898753" y="284525"/>
                  </a:lnTo>
                  <a:lnTo>
                    <a:pt x="2898503" y="284596"/>
                  </a:lnTo>
                  <a:lnTo>
                    <a:pt x="2898488" y="284596"/>
                  </a:lnTo>
                  <a:lnTo>
                    <a:pt x="2898479" y="284598"/>
                  </a:lnTo>
                  <a:lnTo>
                    <a:pt x="2898468" y="284598"/>
                  </a:lnTo>
                  <a:lnTo>
                    <a:pt x="2898348" y="284595"/>
                  </a:lnTo>
                  <a:lnTo>
                    <a:pt x="2898289" y="284598"/>
                  </a:lnTo>
                  <a:lnTo>
                    <a:pt x="2898281" y="284599"/>
                  </a:lnTo>
                  <a:lnTo>
                    <a:pt x="2898204" y="284598"/>
                  </a:lnTo>
                  <a:lnTo>
                    <a:pt x="2897882" y="284614"/>
                  </a:lnTo>
                  <a:lnTo>
                    <a:pt x="2897665" y="284679"/>
                  </a:lnTo>
                  <a:lnTo>
                    <a:pt x="2897576" y="284710"/>
                  </a:lnTo>
                  <a:lnTo>
                    <a:pt x="2897168" y="285035"/>
                  </a:lnTo>
                  <a:lnTo>
                    <a:pt x="2896814" y="285465"/>
                  </a:lnTo>
                  <a:lnTo>
                    <a:pt x="2896784" y="285538"/>
                  </a:lnTo>
                  <a:lnTo>
                    <a:pt x="2896739" y="285632"/>
                  </a:lnTo>
                  <a:lnTo>
                    <a:pt x="2896718" y="285687"/>
                  </a:lnTo>
                  <a:lnTo>
                    <a:pt x="2896687" y="285768"/>
                  </a:lnTo>
                  <a:lnTo>
                    <a:pt x="2896658" y="285849"/>
                  </a:lnTo>
                  <a:lnTo>
                    <a:pt x="2896648" y="285872"/>
                  </a:lnTo>
                  <a:lnTo>
                    <a:pt x="2896631" y="285919"/>
                  </a:lnTo>
                  <a:lnTo>
                    <a:pt x="2896614" y="285964"/>
                  </a:lnTo>
                  <a:lnTo>
                    <a:pt x="2896601" y="286002"/>
                  </a:lnTo>
                  <a:lnTo>
                    <a:pt x="2896591" y="286036"/>
                  </a:lnTo>
                  <a:lnTo>
                    <a:pt x="2896576" y="286096"/>
                  </a:lnTo>
                  <a:lnTo>
                    <a:pt x="2896570" y="286131"/>
                  </a:lnTo>
                  <a:lnTo>
                    <a:pt x="2896562" y="286156"/>
                  </a:lnTo>
                  <a:lnTo>
                    <a:pt x="2896550" y="286211"/>
                  </a:lnTo>
                  <a:lnTo>
                    <a:pt x="2896537" y="286251"/>
                  </a:lnTo>
                  <a:lnTo>
                    <a:pt x="2896531" y="286341"/>
                  </a:lnTo>
                  <a:lnTo>
                    <a:pt x="2896535" y="286371"/>
                  </a:lnTo>
                  <a:lnTo>
                    <a:pt x="2896535" y="286428"/>
                  </a:lnTo>
                  <a:lnTo>
                    <a:pt x="2896537" y="286457"/>
                  </a:lnTo>
                  <a:lnTo>
                    <a:pt x="2896540" y="286486"/>
                  </a:lnTo>
                  <a:lnTo>
                    <a:pt x="2896544" y="286516"/>
                  </a:lnTo>
                  <a:lnTo>
                    <a:pt x="2896549" y="286543"/>
                  </a:lnTo>
                  <a:lnTo>
                    <a:pt x="2896559" y="286564"/>
                  </a:lnTo>
                  <a:lnTo>
                    <a:pt x="2896572" y="286592"/>
                  </a:lnTo>
                  <a:lnTo>
                    <a:pt x="2896568" y="286708"/>
                  </a:lnTo>
                  <a:lnTo>
                    <a:pt x="2896586" y="287173"/>
                  </a:lnTo>
                  <a:lnTo>
                    <a:pt x="2896563" y="287230"/>
                  </a:lnTo>
                  <a:lnTo>
                    <a:pt x="2896397" y="287700"/>
                  </a:lnTo>
                  <a:lnTo>
                    <a:pt x="2896415" y="288007"/>
                  </a:lnTo>
                  <a:lnTo>
                    <a:pt x="2896419" y="288191"/>
                  </a:lnTo>
                  <a:lnTo>
                    <a:pt x="2896482" y="288381"/>
                  </a:lnTo>
                  <a:lnTo>
                    <a:pt x="2896626" y="288683"/>
                  </a:lnTo>
                  <a:lnTo>
                    <a:pt x="2896644" y="288785"/>
                  </a:lnTo>
                  <a:lnTo>
                    <a:pt x="2896631" y="288939"/>
                  </a:lnTo>
                  <a:lnTo>
                    <a:pt x="2896568" y="289066"/>
                  </a:lnTo>
                  <a:lnTo>
                    <a:pt x="2896430" y="289357"/>
                  </a:lnTo>
                  <a:lnTo>
                    <a:pt x="2896411" y="289447"/>
                  </a:lnTo>
                  <a:lnTo>
                    <a:pt x="2896408" y="289655"/>
                  </a:lnTo>
                  <a:lnTo>
                    <a:pt x="2896443" y="289901"/>
                  </a:lnTo>
                  <a:lnTo>
                    <a:pt x="2896487" y="290032"/>
                  </a:lnTo>
                  <a:lnTo>
                    <a:pt x="2896554" y="290237"/>
                  </a:lnTo>
                  <a:lnTo>
                    <a:pt x="2896599" y="290416"/>
                  </a:lnTo>
                  <a:lnTo>
                    <a:pt x="2896625" y="290582"/>
                  </a:lnTo>
                  <a:lnTo>
                    <a:pt x="2896622" y="290739"/>
                  </a:lnTo>
                  <a:lnTo>
                    <a:pt x="2896616" y="290764"/>
                  </a:lnTo>
                  <a:lnTo>
                    <a:pt x="2896499" y="291035"/>
                  </a:lnTo>
                  <a:lnTo>
                    <a:pt x="2896242" y="291342"/>
                  </a:lnTo>
                  <a:lnTo>
                    <a:pt x="2896083" y="291516"/>
                  </a:lnTo>
                  <a:lnTo>
                    <a:pt x="2896024" y="291576"/>
                  </a:lnTo>
                  <a:lnTo>
                    <a:pt x="2895726" y="291842"/>
                  </a:lnTo>
                  <a:lnTo>
                    <a:pt x="2895538" y="291960"/>
                  </a:lnTo>
                  <a:lnTo>
                    <a:pt x="2895325" y="292144"/>
                  </a:lnTo>
                  <a:lnTo>
                    <a:pt x="2895131" y="292323"/>
                  </a:lnTo>
                  <a:lnTo>
                    <a:pt x="2895065" y="292389"/>
                  </a:lnTo>
                  <a:lnTo>
                    <a:pt x="2894909" y="292674"/>
                  </a:lnTo>
                  <a:lnTo>
                    <a:pt x="2894720" y="293410"/>
                  </a:lnTo>
                  <a:lnTo>
                    <a:pt x="2894391" y="293856"/>
                  </a:lnTo>
                  <a:lnTo>
                    <a:pt x="2894044" y="294152"/>
                  </a:lnTo>
                  <a:lnTo>
                    <a:pt x="2893954" y="294242"/>
                  </a:lnTo>
                  <a:lnTo>
                    <a:pt x="2893938" y="294251"/>
                  </a:lnTo>
                  <a:lnTo>
                    <a:pt x="2893902" y="294269"/>
                  </a:lnTo>
                  <a:lnTo>
                    <a:pt x="2893225" y="294833"/>
                  </a:lnTo>
                  <a:lnTo>
                    <a:pt x="2892863" y="295157"/>
                  </a:lnTo>
                  <a:lnTo>
                    <a:pt x="2892508" y="295486"/>
                  </a:lnTo>
                  <a:lnTo>
                    <a:pt x="2892349" y="295601"/>
                  </a:lnTo>
                  <a:lnTo>
                    <a:pt x="2892238" y="295681"/>
                  </a:lnTo>
                  <a:lnTo>
                    <a:pt x="2892129" y="295769"/>
                  </a:lnTo>
                  <a:lnTo>
                    <a:pt x="2892121" y="295781"/>
                  </a:lnTo>
                  <a:lnTo>
                    <a:pt x="2892081" y="295843"/>
                  </a:lnTo>
                  <a:lnTo>
                    <a:pt x="2892047" y="295916"/>
                  </a:lnTo>
                  <a:lnTo>
                    <a:pt x="2892028" y="295960"/>
                  </a:lnTo>
                  <a:lnTo>
                    <a:pt x="2892013" y="295998"/>
                  </a:lnTo>
                  <a:lnTo>
                    <a:pt x="2891997" y="296042"/>
                  </a:lnTo>
                  <a:lnTo>
                    <a:pt x="2891990" y="296087"/>
                  </a:lnTo>
                  <a:lnTo>
                    <a:pt x="2891985" y="296118"/>
                  </a:lnTo>
                  <a:lnTo>
                    <a:pt x="2891980" y="296141"/>
                  </a:lnTo>
                  <a:lnTo>
                    <a:pt x="2891980" y="296162"/>
                  </a:lnTo>
                  <a:lnTo>
                    <a:pt x="2891976" y="296182"/>
                  </a:lnTo>
                  <a:lnTo>
                    <a:pt x="2891971" y="296204"/>
                  </a:lnTo>
                  <a:lnTo>
                    <a:pt x="2891967" y="296230"/>
                  </a:lnTo>
                  <a:lnTo>
                    <a:pt x="2891967" y="296252"/>
                  </a:lnTo>
                  <a:lnTo>
                    <a:pt x="2891964" y="296273"/>
                  </a:lnTo>
                  <a:lnTo>
                    <a:pt x="2891959" y="296294"/>
                  </a:lnTo>
                  <a:lnTo>
                    <a:pt x="2891956" y="296337"/>
                  </a:lnTo>
                  <a:lnTo>
                    <a:pt x="2891956" y="296381"/>
                  </a:lnTo>
                  <a:lnTo>
                    <a:pt x="2891948" y="296424"/>
                  </a:lnTo>
                  <a:lnTo>
                    <a:pt x="2891944" y="296467"/>
                  </a:lnTo>
                  <a:lnTo>
                    <a:pt x="2891938" y="296509"/>
                  </a:lnTo>
                  <a:lnTo>
                    <a:pt x="2891931" y="296555"/>
                  </a:lnTo>
                  <a:lnTo>
                    <a:pt x="2891917" y="296601"/>
                  </a:lnTo>
                  <a:lnTo>
                    <a:pt x="2891889" y="296647"/>
                  </a:lnTo>
                  <a:lnTo>
                    <a:pt x="2891857" y="296688"/>
                  </a:lnTo>
                  <a:lnTo>
                    <a:pt x="2891812" y="296728"/>
                  </a:lnTo>
                  <a:lnTo>
                    <a:pt x="2891763" y="296759"/>
                  </a:lnTo>
                  <a:lnTo>
                    <a:pt x="2891713" y="296785"/>
                  </a:lnTo>
                  <a:lnTo>
                    <a:pt x="2891665" y="296804"/>
                  </a:lnTo>
                  <a:lnTo>
                    <a:pt x="2891588" y="296825"/>
                  </a:lnTo>
                  <a:lnTo>
                    <a:pt x="2891539" y="296831"/>
                  </a:lnTo>
                  <a:lnTo>
                    <a:pt x="2891487" y="296839"/>
                  </a:lnTo>
                  <a:lnTo>
                    <a:pt x="2891448" y="296842"/>
                  </a:lnTo>
                  <a:lnTo>
                    <a:pt x="2891407" y="296848"/>
                  </a:lnTo>
                  <a:lnTo>
                    <a:pt x="2891364" y="296854"/>
                  </a:lnTo>
                  <a:lnTo>
                    <a:pt x="2891319" y="296861"/>
                  </a:lnTo>
                  <a:lnTo>
                    <a:pt x="2891278" y="296869"/>
                  </a:lnTo>
                  <a:lnTo>
                    <a:pt x="2891232" y="296881"/>
                  </a:lnTo>
                  <a:lnTo>
                    <a:pt x="2891198" y="296890"/>
                  </a:lnTo>
                  <a:lnTo>
                    <a:pt x="2891145" y="296906"/>
                  </a:lnTo>
                  <a:lnTo>
                    <a:pt x="2891096" y="296923"/>
                  </a:lnTo>
                  <a:lnTo>
                    <a:pt x="2891057" y="296942"/>
                  </a:lnTo>
                  <a:lnTo>
                    <a:pt x="2891012" y="296964"/>
                  </a:lnTo>
                  <a:lnTo>
                    <a:pt x="2890974" y="296989"/>
                  </a:lnTo>
                  <a:lnTo>
                    <a:pt x="2890944" y="297006"/>
                  </a:lnTo>
                  <a:lnTo>
                    <a:pt x="2890900" y="297039"/>
                  </a:lnTo>
                  <a:lnTo>
                    <a:pt x="2890872" y="297063"/>
                  </a:lnTo>
                  <a:lnTo>
                    <a:pt x="2890849" y="297086"/>
                  </a:lnTo>
                  <a:lnTo>
                    <a:pt x="2890825" y="297111"/>
                  </a:lnTo>
                  <a:lnTo>
                    <a:pt x="2890803" y="297132"/>
                  </a:lnTo>
                  <a:lnTo>
                    <a:pt x="2890785" y="297153"/>
                  </a:lnTo>
                  <a:lnTo>
                    <a:pt x="2890773" y="297171"/>
                  </a:lnTo>
                  <a:lnTo>
                    <a:pt x="2890758" y="297209"/>
                  </a:lnTo>
                  <a:lnTo>
                    <a:pt x="2890749" y="297270"/>
                  </a:lnTo>
                  <a:lnTo>
                    <a:pt x="2890747" y="297297"/>
                  </a:lnTo>
                  <a:lnTo>
                    <a:pt x="2890747" y="297321"/>
                  </a:lnTo>
                  <a:lnTo>
                    <a:pt x="2890751" y="297344"/>
                  </a:lnTo>
                  <a:lnTo>
                    <a:pt x="2890752" y="297356"/>
                  </a:lnTo>
                  <a:lnTo>
                    <a:pt x="2890758" y="297373"/>
                  </a:lnTo>
                  <a:lnTo>
                    <a:pt x="2890759" y="297408"/>
                  </a:lnTo>
                  <a:lnTo>
                    <a:pt x="2890760" y="297451"/>
                  </a:lnTo>
                  <a:lnTo>
                    <a:pt x="2890760" y="297471"/>
                  </a:lnTo>
                  <a:lnTo>
                    <a:pt x="2890760" y="297510"/>
                  </a:lnTo>
                  <a:lnTo>
                    <a:pt x="2890755" y="297530"/>
                  </a:lnTo>
                  <a:lnTo>
                    <a:pt x="2890752" y="297552"/>
                  </a:lnTo>
                  <a:lnTo>
                    <a:pt x="2890747" y="297573"/>
                  </a:lnTo>
                  <a:lnTo>
                    <a:pt x="2890743" y="297597"/>
                  </a:lnTo>
                  <a:lnTo>
                    <a:pt x="2890743" y="297626"/>
                  </a:lnTo>
                  <a:lnTo>
                    <a:pt x="2890747" y="297643"/>
                  </a:lnTo>
                  <a:lnTo>
                    <a:pt x="2890748" y="297658"/>
                  </a:lnTo>
                  <a:lnTo>
                    <a:pt x="2890753" y="297673"/>
                  </a:lnTo>
                  <a:lnTo>
                    <a:pt x="2890758" y="297689"/>
                  </a:lnTo>
                  <a:lnTo>
                    <a:pt x="2890765" y="297708"/>
                  </a:lnTo>
                  <a:lnTo>
                    <a:pt x="2890773" y="297727"/>
                  </a:lnTo>
                  <a:lnTo>
                    <a:pt x="2890782" y="297750"/>
                  </a:lnTo>
                  <a:lnTo>
                    <a:pt x="2890791" y="297770"/>
                  </a:lnTo>
                  <a:lnTo>
                    <a:pt x="2890798" y="297794"/>
                  </a:lnTo>
                  <a:lnTo>
                    <a:pt x="2890811" y="297827"/>
                  </a:lnTo>
                  <a:lnTo>
                    <a:pt x="2890818" y="297843"/>
                  </a:lnTo>
                  <a:lnTo>
                    <a:pt x="2890833" y="297886"/>
                  </a:lnTo>
                  <a:lnTo>
                    <a:pt x="2890846" y="297917"/>
                  </a:lnTo>
                  <a:lnTo>
                    <a:pt x="2890851" y="297939"/>
                  </a:lnTo>
                  <a:lnTo>
                    <a:pt x="2890860" y="297974"/>
                  </a:lnTo>
                  <a:lnTo>
                    <a:pt x="2890951" y="298399"/>
                  </a:lnTo>
                  <a:lnTo>
                    <a:pt x="2890934" y="298744"/>
                  </a:lnTo>
                  <a:lnTo>
                    <a:pt x="2890847" y="298946"/>
                  </a:lnTo>
                  <a:lnTo>
                    <a:pt x="2890838" y="299011"/>
                  </a:lnTo>
                  <a:lnTo>
                    <a:pt x="2890803" y="299177"/>
                  </a:lnTo>
                  <a:lnTo>
                    <a:pt x="2890762" y="299368"/>
                  </a:lnTo>
                  <a:lnTo>
                    <a:pt x="2890746" y="299440"/>
                  </a:lnTo>
                  <a:lnTo>
                    <a:pt x="2890736" y="299466"/>
                  </a:lnTo>
                  <a:lnTo>
                    <a:pt x="2890724" y="299497"/>
                  </a:lnTo>
                  <a:lnTo>
                    <a:pt x="2890713" y="299527"/>
                  </a:lnTo>
                  <a:lnTo>
                    <a:pt x="2890706" y="299556"/>
                  </a:lnTo>
                  <a:lnTo>
                    <a:pt x="2890700" y="299593"/>
                  </a:lnTo>
                  <a:lnTo>
                    <a:pt x="2890698" y="299621"/>
                  </a:lnTo>
                  <a:lnTo>
                    <a:pt x="2890703" y="299678"/>
                  </a:lnTo>
                  <a:lnTo>
                    <a:pt x="2890703" y="299711"/>
                  </a:lnTo>
                  <a:lnTo>
                    <a:pt x="2890711" y="299742"/>
                  </a:lnTo>
                  <a:lnTo>
                    <a:pt x="2890716" y="299756"/>
                  </a:lnTo>
                  <a:lnTo>
                    <a:pt x="2890797" y="299896"/>
                  </a:lnTo>
                  <a:lnTo>
                    <a:pt x="2890869" y="299996"/>
                  </a:lnTo>
                  <a:lnTo>
                    <a:pt x="2890996" y="300100"/>
                  </a:lnTo>
                  <a:lnTo>
                    <a:pt x="2891130" y="300143"/>
                  </a:lnTo>
                  <a:lnTo>
                    <a:pt x="2891249" y="300182"/>
                  </a:lnTo>
                  <a:lnTo>
                    <a:pt x="2891575" y="300414"/>
                  </a:lnTo>
                  <a:lnTo>
                    <a:pt x="2891635" y="300444"/>
                  </a:lnTo>
                  <a:lnTo>
                    <a:pt x="2891672" y="300501"/>
                  </a:lnTo>
                  <a:lnTo>
                    <a:pt x="2891684" y="300515"/>
                  </a:lnTo>
                  <a:lnTo>
                    <a:pt x="2891845" y="300742"/>
                  </a:lnTo>
                  <a:lnTo>
                    <a:pt x="2891927" y="300863"/>
                  </a:lnTo>
                  <a:lnTo>
                    <a:pt x="2891962" y="300885"/>
                  </a:lnTo>
                  <a:lnTo>
                    <a:pt x="2891993" y="300914"/>
                  </a:lnTo>
                  <a:lnTo>
                    <a:pt x="2892039" y="300960"/>
                  </a:lnTo>
                  <a:lnTo>
                    <a:pt x="2892067" y="300989"/>
                  </a:lnTo>
                  <a:lnTo>
                    <a:pt x="2892111" y="301031"/>
                  </a:lnTo>
                  <a:lnTo>
                    <a:pt x="2892153" y="301077"/>
                  </a:lnTo>
                  <a:lnTo>
                    <a:pt x="2892191" y="301116"/>
                  </a:lnTo>
                  <a:lnTo>
                    <a:pt x="2892248" y="301165"/>
                  </a:lnTo>
                  <a:lnTo>
                    <a:pt x="2892298" y="301206"/>
                  </a:lnTo>
                  <a:lnTo>
                    <a:pt x="2892349" y="301246"/>
                  </a:lnTo>
                  <a:lnTo>
                    <a:pt x="2892399" y="301289"/>
                  </a:lnTo>
                  <a:lnTo>
                    <a:pt x="2892463" y="301337"/>
                  </a:lnTo>
                  <a:lnTo>
                    <a:pt x="2892557" y="301399"/>
                  </a:lnTo>
                  <a:lnTo>
                    <a:pt x="2892630" y="301445"/>
                  </a:lnTo>
                  <a:lnTo>
                    <a:pt x="2892695" y="301482"/>
                  </a:lnTo>
                  <a:lnTo>
                    <a:pt x="2892746" y="301509"/>
                  </a:lnTo>
                  <a:lnTo>
                    <a:pt x="2892824" y="301562"/>
                  </a:lnTo>
                  <a:lnTo>
                    <a:pt x="2892876" y="301599"/>
                  </a:lnTo>
                  <a:lnTo>
                    <a:pt x="2892923" y="301636"/>
                  </a:lnTo>
                  <a:lnTo>
                    <a:pt x="2892965" y="301681"/>
                  </a:lnTo>
                  <a:lnTo>
                    <a:pt x="2893013" y="301739"/>
                  </a:lnTo>
                  <a:lnTo>
                    <a:pt x="2893038" y="301776"/>
                  </a:lnTo>
                  <a:lnTo>
                    <a:pt x="2893049" y="301802"/>
                  </a:lnTo>
                  <a:lnTo>
                    <a:pt x="2893080" y="301862"/>
                  </a:lnTo>
                  <a:lnTo>
                    <a:pt x="2893092" y="301900"/>
                  </a:lnTo>
                  <a:lnTo>
                    <a:pt x="2893099" y="301932"/>
                  </a:lnTo>
                  <a:lnTo>
                    <a:pt x="2893111" y="301992"/>
                  </a:lnTo>
                  <a:lnTo>
                    <a:pt x="2893117" y="302033"/>
                  </a:lnTo>
                  <a:lnTo>
                    <a:pt x="2893126" y="302078"/>
                  </a:lnTo>
                  <a:lnTo>
                    <a:pt x="2893135" y="302116"/>
                  </a:lnTo>
                  <a:lnTo>
                    <a:pt x="2893141" y="302131"/>
                  </a:lnTo>
                  <a:lnTo>
                    <a:pt x="2893160" y="302193"/>
                  </a:lnTo>
                  <a:lnTo>
                    <a:pt x="2893184" y="302251"/>
                  </a:lnTo>
                  <a:lnTo>
                    <a:pt x="2893207" y="302294"/>
                  </a:lnTo>
                  <a:lnTo>
                    <a:pt x="2893234" y="302351"/>
                  </a:lnTo>
                  <a:lnTo>
                    <a:pt x="2893260" y="302395"/>
                  </a:lnTo>
                  <a:lnTo>
                    <a:pt x="2893289" y="302437"/>
                  </a:lnTo>
                  <a:lnTo>
                    <a:pt x="2893328" y="302477"/>
                  </a:lnTo>
                  <a:lnTo>
                    <a:pt x="2893343" y="302492"/>
                  </a:lnTo>
                  <a:lnTo>
                    <a:pt x="2893372" y="302529"/>
                  </a:lnTo>
                  <a:lnTo>
                    <a:pt x="2893392" y="302554"/>
                  </a:lnTo>
                  <a:lnTo>
                    <a:pt x="2893411" y="302595"/>
                  </a:lnTo>
                  <a:lnTo>
                    <a:pt x="2893424" y="302631"/>
                  </a:lnTo>
                  <a:lnTo>
                    <a:pt x="2893435" y="302670"/>
                  </a:lnTo>
                  <a:lnTo>
                    <a:pt x="2893442" y="302719"/>
                  </a:lnTo>
                  <a:lnTo>
                    <a:pt x="2893444" y="302744"/>
                  </a:lnTo>
                  <a:lnTo>
                    <a:pt x="2893453" y="302798"/>
                  </a:lnTo>
                  <a:lnTo>
                    <a:pt x="2893459" y="302838"/>
                  </a:lnTo>
                  <a:lnTo>
                    <a:pt x="2893467" y="302887"/>
                  </a:lnTo>
                  <a:lnTo>
                    <a:pt x="2893476" y="302918"/>
                  </a:lnTo>
                  <a:lnTo>
                    <a:pt x="2893491" y="302952"/>
                  </a:lnTo>
                  <a:lnTo>
                    <a:pt x="2893504" y="302988"/>
                  </a:lnTo>
                  <a:lnTo>
                    <a:pt x="2893521" y="303032"/>
                  </a:lnTo>
                  <a:lnTo>
                    <a:pt x="2893534" y="303078"/>
                  </a:lnTo>
                  <a:lnTo>
                    <a:pt x="2893541" y="303117"/>
                  </a:lnTo>
                  <a:lnTo>
                    <a:pt x="2893547" y="303152"/>
                  </a:lnTo>
                  <a:lnTo>
                    <a:pt x="2893540" y="303211"/>
                  </a:lnTo>
                  <a:lnTo>
                    <a:pt x="2893534" y="303240"/>
                  </a:lnTo>
                  <a:lnTo>
                    <a:pt x="2893527" y="303278"/>
                  </a:lnTo>
                  <a:lnTo>
                    <a:pt x="2893523" y="303297"/>
                  </a:lnTo>
                  <a:lnTo>
                    <a:pt x="2893514" y="303337"/>
                  </a:lnTo>
                  <a:lnTo>
                    <a:pt x="2893507" y="303358"/>
                  </a:lnTo>
                  <a:lnTo>
                    <a:pt x="2893491" y="303401"/>
                  </a:lnTo>
                  <a:lnTo>
                    <a:pt x="2893480" y="303426"/>
                  </a:lnTo>
                  <a:lnTo>
                    <a:pt x="2893465" y="303471"/>
                  </a:lnTo>
                  <a:lnTo>
                    <a:pt x="2893458" y="303495"/>
                  </a:lnTo>
                  <a:lnTo>
                    <a:pt x="2893445" y="303533"/>
                  </a:lnTo>
                  <a:lnTo>
                    <a:pt x="2893421" y="303590"/>
                  </a:lnTo>
                  <a:lnTo>
                    <a:pt x="2893392" y="303654"/>
                  </a:lnTo>
                  <a:lnTo>
                    <a:pt x="2893378" y="303685"/>
                  </a:lnTo>
                  <a:lnTo>
                    <a:pt x="2893352" y="303737"/>
                  </a:lnTo>
                  <a:lnTo>
                    <a:pt x="2893333" y="303774"/>
                  </a:lnTo>
                  <a:lnTo>
                    <a:pt x="2893325" y="303797"/>
                  </a:lnTo>
                  <a:lnTo>
                    <a:pt x="2893322" y="303818"/>
                  </a:lnTo>
                  <a:lnTo>
                    <a:pt x="2893323" y="303854"/>
                  </a:lnTo>
                  <a:lnTo>
                    <a:pt x="2893330" y="303876"/>
                  </a:lnTo>
                  <a:lnTo>
                    <a:pt x="2893341" y="303921"/>
                  </a:lnTo>
                  <a:lnTo>
                    <a:pt x="2893349" y="303946"/>
                  </a:lnTo>
                  <a:lnTo>
                    <a:pt x="2893362" y="303996"/>
                  </a:lnTo>
                  <a:lnTo>
                    <a:pt x="2893367" y="304016"/>
                  </a:lnTo>
                  <a:lnTo>
                    <a:pt x="2893371" y="304048"/>
                  </a:lnTo>
                  <a:lnTo>
                    <a:pt x="2893381" y="304077"/>
                  </a:lnTo>
                  <a:lnTo>
                    <a:pt x="2893392" y="304104"/>
                  </a:lnTo>
                  <a:lnTo>
                    <a:pt x="2893421" y="304128"/>
                  </a:lnTo>
                  <a:lnTo>
                    <a:pt x="2893445" y="304144"/>
                  </a:lnTo>
                  <a:lnTo>
                    <a:pt x="2893486" y="304167"/>
                  </a:lnTo>
                  <a:lnTo>
                    <a:pt x="2893518" y="304184"/>
                  </a:lnTo>
                  <a:lnTo>
                    <a:pt x="2893568" y="304203"/>
                  </a:lnTo>
                  <a:lnTo>
                    <a:pt x="2893619" y="304211"/>
                  </a:lnTo>
                  <a:lnTo>
                    <a:pt x="2893696" y="304225"/>
                  </a:lnTo>
                  <a:lnTo>
                    <a:pt x="2893747" y="304230"/>
                  </a:lnTo>
                  <a:lnTo>
                    <a:pt x="2893811" y="304232"/>
                  </a:lnTo>
                  <a:lnTo>
                    <a:pt x="2893935" y="304237"/>
                  </a:lnTo>
                  <a:lnTo>
                    <a:pt x="2894034" y="304242"/>
                  </a:lnTo>
                  <a:lnTo>
                    <a:pt x="2894120" y="304242"/>
                  </a:lnTo>
                  <a:lnTo>
                    <a:pt x="2894209" y="304243"/>
                  </a:lnTo>
                  <a:lnTo>
                    <a:pt x="2894295" y="304243"/>
                  </a:lnTo>
                  <a:lnTo>
                    <a:pt x="2894345" y="304248"/>
                  </a:lnTo>
                  <a:lnTo>
                    <a:pt x="2894432" y="304251"/>
                  </a:lnTo>
                  <a:lnTo>
                    <a:pt x="2894518" y="304250"/>
                  </a:lnTo>
                  <a:lnTo>
                    <a:pt x="2894607" y="304244"/>
                  </a:lnTo>
                  <a:lnTo>
                    <a:pt x="2894688" y="304240"/>
                  </a:lnTo>
                  <a:lnTo>
                    <a:pt x="2894773" y="304237"/>
                  </a:lnTo>
                  <a:lnTo>
                    <a:pt x="2894867" y="304238"/>
                  </a:lnTo>
                  <a:lnTo>
                    <a:pt x="2894946" y="304240"/>
                  </a:lnTo>
                  <a:lnTo>
                    <a:pt x="2895034" y="304242"/>
                  </a:lnTo>
                  <a:lnTo>
                    <a:pt x="2895106" y="304244"/>
                  </a:lnTo>
                  <a:lnTo>
                    <a:pt x="2895198" y="304253"/>
                  </a:lnTo>
                  <a:lnTo>
                    <a:pt x="2895267" y="304265"/>
                  </a:lnTo>
                  <a:lnTo>
                    <a:pt x="2895310" y="304273"/>
                  </a:lnTo>
                  <a:lnTo>
                    <a:pt x="2895350" y="304285"/>
                  </a:lnTo>
                  <a:lnTo>
                    <a:pt x="2895422" y="304303"/>
                  </a:lnTo>
                  <a:lnTo>
                    <a:pt x="2895503" y="304321"/>
                  </a:lnTo>
                  <a:lnTo>
                    <a:pt x="2895560" y="304335"/>
                  </a:lnTo>
                  <a:lnTo>
                    <a:pt x="2895596" y="304346"/>
                  </a:lnTo>
                  <a:lnTo>
                    <a:pt x="2895662" y="304371"/>
                  </a:lnTo>
                  <a:lnTo>
                    <a:pt x="2895711" y="304393"/>
                  </a:lnTo>
                  <a:lnTo>
                    <a:pt x="2895794" y="304431"/>
                  </a:lnTo>
                  <a:lnTo>
                    <a:pt x="2895838" y="304455"/>
                  </a:lnTo>
                  <a:lnTo>
                    <a:pt x="2895882" y="304486"/>
                  </a:lnTo>
                  <a:lnTo>
                    <a:pt x="2895914" y="304511"/>
                  </a:lnTo>
                  <a:lnTo>
                    <a:pt x="2895957" y="304550"/>
                  </a:lnTo>
                  <a:lnTo>
                    <a:pt x="2896031" y="304619"/>
                  </a:lnTo>
                  <a:lnTo>
                    <a:pt x="2896071" y="304660"/>
                  </a:lnTo>
                  <a:lnTo>
                    <a:pt x="2896100" y="304700"/>
                  </a:lnTo>
                  <a:lnTo>
                    <a:pt x="2896114" y="304731"/>
                  </a:lnTo>
                  <a:lnTo>
                    <a:pt x="2896143" y="304784"/>
                  </a:lnTo>
                  <a:lnTo>
                    <a:pt x="2896176" y="304847"/>
                  </a:lnTo>
                  <a:lnTo>
                    <a:pt x="2896211" y="304910"/>
                  </a:lnTo>
                  <a:lnTo>
                    <a:pt x="2896233" y="304949"/>
                  </a:lnTo>
                  <a:lnTo>
                    <a:pt x="2896261" y="304975"/>
                  </a:lnTo>
                  <a:lnTo>
                    <a:pt x="2896338" y="305033"/>
                  </a:lnTo>
                  <a:lnTo>
                    <a:pt x="2896405" y="305079"/>
                  </a:lnTo>
                  <a:lnTo>
                    <a:pt x="2896447" y="305111"/>
                  </a:lnTo>
                  <a:lnTo>
                    <a:pt x="2896490" y="305147"/>
                  </a:lnTo>
                  <a:lnTo>
                    <a:pt x="2896608" y="305303"/>
                  </a:lnTo>
                  <a:lnTo>
                    <a:pt x="2896591" y="305530"/>
                  </a:lnTo>
                  <a:lnTo>
                    <a:pt x="2896487" y="305898"/>
                  </a:lnTo>
                  <a:lnTo>
                    <a:pt x="2896386" y="306070"/>
                  </a:lnTo>
                  <a:lnTo>
                    <a:pt x="2896336" y="306316"/>
                  </a:lnTo>
                  <a:lnTo>
                    <a:pt x="2896317" y="306356"/>
                  </a:lnTo>
                  <a:lnTo>
                    <a:pt x="2896267" y="306464"/>
                  </a:lnTo>
                  <a:lnTo>
                    <a:pt x="2896238" y="306514"/>
                  </a:lnTo>
                  <a:lnTo>
                    <a:pt x="2896226" y="306544"/>
                  </a:lnTo>
                  <a:lnTo>
                    <a:pt x="2896216" y="306585"/>
                  </a:lnTo>
                  <a:lnTo>
                    <a:pt x="2896216" y="306624"/>
                  </a:lnTo>
                  <a:lnTo>
                    <a:pt x="2896221" y="306668"/>
                  </a:lnTo>
                  <a:lnTo>
                    <a:pt x="2896242" y="306728"/>
                  </a:lnTo>
                  <a:lnTo>
                    <a:pt x="2896257" y="306771"/>
                  </a:lnTo>
                  <a:lnTo>
                    <a:pt x="2896276" y="306813"/>
                  </a:lnTo>
                  <a:lnTo>
                    <a:pt x="2896308" y="306851"/>
                  </a:lnTo>
                  <a:lnTo>
                    <a:pt x="2896346" y="306891"/>
                  </a:lnTo>
                  <a:lnTo>
                    <a:pt x="2896388" y="306941"/>
                  </a:lnTo>
                  <a:lnTo>
                    <a:pt x="2896411" y="306972"/>
                  </a:lnTo>
                  <a:lnTo>
                    <a:pt x="2896436" y="307010"/>
                  </a:lnTo>
                  <a:lnTo>
                    <a:pt x="2896455" y="307047"/>
                  </a:lnTo>
                  <a:lnTo>
                    <a:pt x="2896464" y="307074"/>
                  </a:lnTo>
                  <a:lnTo>
                    <a:pt x="2896477" y="307103"/>
                  </a:lnTo>
                  <a:lnTo>
                    <a:pt x="2896488" y="307136"/>
                  </a:lnTo>
                  <a:lnTo>
                    <a:pt x="2896495" y="307162"/>
                  </a:lnTo>
                  <a:lnTo>
                    <a:pt x="2896502" y="307190"/>
                  </a:lnTo>
                  <a:lnTo>
                    <a:pt x="2896505" y="307238"/>
                  </a:lnTo>
                  <a:lnTo>
                    <a:pt x="2896508" y="307270"/>
                  </a:lnTo>
                  <a:lnTo>
                    <a:pt x="2896512" y="307327"/>
                  </a:lnTo>
                  <a:lnTo>
                    <a:pt x="2896506" y="307379"/>
                  </a:lnTo>
                  <a:lnTo>
                    <a:pt x="2896504" y="307424"/>
                  </a:lnTo>
                  <a:lnTo>
                    <a:pt x="2896496" y="307458"/>
                  </a:lnTo>
                  <a:lnTo>
                    <a:pt x="2896483" y="307522"/>
                  </a:lnTo>
                  <a:lnTo>
                    <a:pt x="2896476" y="307555"/>
                  </a:lnTo>
                  <a:lnTo>
                    <a:pt x="2896469" y="307583"/>
                  </a:lnTo>
                  <a:lnTo>
                    <a:pt x="2896462" y="307634"/>
                  </a:lnTo>
                  <a:lnTo>
                    <a:pt x="2896458" y="307679"/>
                  </a:lnTo>
                  <a:lnTo>
                    <a:pt x="2896457" y="307737"/>
                  </a:lnTo>
                  <a:lnTo>
                    <a:pt x="2896460" y="307774"/>
                  </a:lnTo>
                  <a:lnTo>
                    <a:pt x="2896469" y="307806"/>
                  </a:lnTo>
                  <a:lnTo>
                    <a:pt x="2896479" y="307831"/>
                  </a:lnTo>
                  <a:lnTo>
                    <a:pt x="2896495" y="307855"/>
                  </a:lnTo>
                  <a:lnTo>
                    <a:pt x="2896518" y="307885"/>
                  </a:lnTo>
                  <a:lnTo>
                    <a:pt x="2896511" y="307913"/>
                  </a:lnTo>
                  <a:lnTo>
                    <a:pt x="2896508" y="307926"/>
                  </a:lnTo>
                  <a:lnTo>
                    <a:pt x="2896493" y="307958"/>
                  </a:lnTo>
                  <a:lnTo>
                    <a:pt x="2896484" y="307987"/>
                  </a:lnTo>
                  <a:lnTo>
                    <a:pt x="2896467" y="308020"/>
                  </a:lnTo>
                  <a:lnTo>
                    <a:pt x="2896458" y="308035"/>
                  </a:lnTo>
                  <a:lnTo>
                    <a:pt x="2896431" y="308101"/>
                  </a:lnTo>
                  <a:lnTo>
                    <a:pt x="2896414" y="308126"/>
                  </a:lnTo>
                  <a:lnTo>
                    <a:pt x="2896390" y="308170"/>
                  </a:lnTo>
                  <a:lnTo>
                    <a:pt x="2896372" y="308201"/>
                  </a:lnTo>
                  <a:lnTo>
                    <a:pt x="2896352" y="308239"/>
                  </a:lnTo>
                  <a:lnTo>
                    <a:pt x="2896346" y="308258"/>
                  </a:lnTo>
                  <a:lnTo>
                    <a:pt x="2896343" y="308286"/>
                  </a:lnTo>
                  <a:lnTo>
                    <a:pt x="2896346" y="308309"/>
                  </a:lnTo>
                  <a:lnTo>
                    <a:pt x="2896362" y="308347"/>
                  </a:lnTo>
                  <a:lnTo>
                    <a:pt x="2896384" y="308385"/>
                  </a:lnTo>
                  <a:lnTo>
                    <a:pt x="2896406" y="308413"/>
                  </a:lnTo>
                  <a:lnTo>
                    <a:pt x="2896445" y="308459"/>
                  </a:lnTo>
                  <a:lnTo>
                    <a:pt x="2896477" y="308498"/>
                  </a:lnTo>
                  <a:lnTo>
                    <a:pt x="2896532" y="308567"/>
                  </a:lnTo>
                  <a:lnTo>
                    <a:pt x="2896565" y="308602"/>
                  </a:lnTo>
                  <a:lnTo>
                    <a:pt x="2896595" y="308639"/>
                  </a:lnTo>
                  <a:lnTo>
                    <a:pt x="2896642" y="308691"/>
                  </a:lnTo>
                  <a:lnTo>
                    <a:pt x="2896667" y="308722"/>
                  </a:lnTo>
                  <a:lnTo>
                    <a:pt x="2896693" y="308748"/>
                  </a:lnTo>
                  <a:lnTo>
                    <a:pt x="2896738" y="308789"/>
                  </a:lnTo>
                  <a:lnTo>
                    <a:pt x="2896781" y="308833"/>
                  </a:lnTo>
                  <a:lnTo>
                    <a:pt x="2896831" y="308878"/>
                  </a:lnTo>
                  <a:lnTo>
                    <a:pt x="2896866" y="308908"/>
                  </a:lnTo>
                  <a:lnTo>
                    <a:pt x="2896927" y="308966"/>
                  </a:lnTo>
                  <a:lnTo>
                    <a:pt x="2896966" y="308998"/>
                  </a:lnTo>
                  <a:lnTo>
                    <a:pt x="2896997" y="309026"/>
                  </a:lnTo>
                  <a:lnTo>
                    <a:pt x="2897038" y="309056"/>
                  </a:lnTo>
                  <a:lnTo>
                    <a:pt x="2897082" y="309080"/>
                  </a:lnTo>
                  <a:lnTo>
                    <a:pt x="2897138" y="309105"/>
                  </a:lnTo>
                  <a:lnTo>
                    <a:pt x="2897180" y="309119"/>
                  </a:lnTo>
                  <a:lnTo>
                    <a:pt x="2897227" y="309134"/>
                  </a:lnTo>
                  <a:lnTo>
                    <a:pt x="2897279" y="309152"/>
                  </a:lnTo>
                  <a:lnTo>
                    <a:pt x="2897331" y="309167"/>
                  </a:lnTo>
                  <a:lnTo>
                    <a:pt x="2897366" y="309179"/>
                  </a:lnTo>
                  <a:lnTo>
                    <a:pt x="2897429" y="309192"/>
                  </a:lnTo>
                  <a:lnTo>
                    <a:pt x="2897471" y="309201"/>
                  </a:lnTo>
                  <a:lnTo>
                    <a:pt x="2897517" y="309213"/>
                  </a:lnTo>
                  <a:lnTo>
                    <a:pt x="2897546" y="309221"/>
                  </a:lnTo>
                  <a:lnTo>
                    <a:pt x="2897638" y="309244"/>
                  </a:lnTo>
                  <a:lnTo>
                    <a:pt x="2897686" y="309258"/>
                  </a:lnTo>
                  <a:lnTo>
                    <a:pt x="2897737" y="309275"/>
                  </a:lnTo>
                  <a:lnTo>
                    <a:pt x="2897789" y="309296"/>
                  </a:lnTo>
                  <a:lnTo>
                    <a:pt x="2897839" y="309322"/>
                  </a:lnTo>
                  <a:lnTo>
                    <a:pt x="2897874" y="309343"/>
                  </a:lnTo>
                  <a:lnTo>
                    <a:pt x="2897912" y="309368"/>
                  </a:lnTo>
                  <a:lnTo>
                    <a:pt x="2897955" y="309395"/>
                  </a:lnTo>
                  <a:lnTo>
                    <a:pt x="2898021" y="309445"/>
                  </a:lnTo>
                  <a:lnTo>
                    <a:pt x="2898065" y="309478"/>
                  </a:lnTo>
                  <a:lnTo>
                    <a:pt x="2898107" y="309515"/>
                  </a:lnTo>
                  <a:lnTo>
                    <a:pt x="2898183" y="309581"/>
                  </a:lnTo>
                  <a:lnTo>
                    <a:pt x="2898229" y="309620"/>
                  </a:lnTo>
                  <a:lnTo>
                    <a:pt x="2898281" y="309665"/>
                  </a:lnTo>
                  <a:lnTo>
                    <a:pt x="2898357" y="309728"/>
                  </a:lnTo>
                  <a:lnTo>
                    <a:pt x="2898437" y="309790"/>
                  </a:lnTo>
                  <a:lnTo>
                    <a:pt x="2898475" y="309825"/>
                  </a:lnTo>
                  <a:lnTo>
                    <a:pt x="2898505" y="309852"/>
                  </a:lnTo>
                  <a:lnTo>
                    <a:pt x="2898542" y="309882"/>
                  </a:lnTo>
                  <a:lnTo>
                    <a:pt x="2898615" y="309943"/>
                  </a:lnTo>
                  <a:lnTo>
                    <a:pt x="2898654" y="309973"/>
                  </a:lnTo>
                  <a:lnTo>
                    <a:pt x="2898698" y="310008"/>
                  </a:lnTo>
                  <a:lnTo>
                    <a:pt x="2898734" y="310033"/>
                  </a:lnTo>
                  <a:lnTo>
                    <a:pt x="2898774" y="310072"/>
                  </a:lnTo>
                  <a:lnTo>
                    <a:pt x="2898805" y="310103"/>
                  </a:lnTo>
                  <a:lnTo>
                    <a:pt x="2898822" y="310124"/>
                  </a:lnTo>
                  <a:lnTo>
                    <a:pt x="2898845" y="310152"/>
                  </a:lnTo>
                  <a:lnTo>
                    <a:pt x="2898868" y="310184"/>
                  </a:lnTo>
                  <a:lnTo>
                    <a:pt x="2898892" y="310210"/>
                  </a:lnTo>
                  <a:lnTo>
                    <a:pt x="2898917" y="310241"/>
                  </a:lnTo>
                  <a:lnTo>
                    <a:pt x="2898936" y="310266"/>
                  </a:lnTo>
                  <a:lnTo>
                    <a:pt x="2898958" y="310290"/>
                  </a:lnTo>
                  <a:lnTo>
                    <a:pt x="2898982" y="310314"/>
                  </a:lnTo>
                  <a:lnTo>
                    <a:pt x="2899013" y="310349"/>
                  </a:lnTo>
                  <a:lnTo>
                    <a:pt x="2899036" y="310375"/>
                  </a:lnTo>
                  <a:lnTo>
                    <a:pt x="2899080" y="310432"/>
                  </a:lnTo>
                  <a:lnTo>
                    <a:pt x="2899112" y="310471"/>
                  </a:lnTo>
                  <a:lnTo>
                    <a:pt x="2899159" y="310525"/>
                  </a:lnTo>
                  <a:lnTo>
                    <a:pt x="2899186" y="310558"/>
                  </a:lnTo>
                  <a:lnTo>
                    <a:pt x="2899215" y="310591"/>
                  </a:lnTo>
                  <a:lnTo>
                    <a:pt x="2899265" y="310651"/>
                  </a:lnTo>
                  <a:lnTo>
                    <a:pt x="2899291" y="310689"/>
                  </a:lnTo>
                  <a:lnTo>
                    <a:pt x="2899315" y="310720"/>
                  </a:lnTo>
                  <a:lnTo>
                    <a:pt x="2899355" y="310775"/>
                  </a:lnTo>
                  <a:lnTo>
                    <a:pt x="2899379" y="310815"/>
                  </a:lnTo>
                  <a:lnTo>
                    <a:pt x="2899414" y="310852"/>
                  </a:lnTo>
                  <a:lnTo>
                    <a:pt x="2899444" y="310880"/>
                  </a:lnTo>
                  <a:lnTo>
                    <a:pt x="2899492" y="310912"/>
                  </a:lnTo>
                  <a:lnTo>
                    <a:pt x="2899537" y="310938"/>
                  </a:lnTo>
                  <a:lnTo>
                    <a:pt x="2899571" y="310955"/>
                  </a:lnTo>
                  <a:lnTo>
                    <a:pt x="2899634" y="310981"/>
                  </a:lnTo>
                  <a:lnTo>
                    <a:pt x="2899714" y="311015"/>
                  </a:lnTo>
                  <a:lnTo>
                    <a:pt x="2899785" y="311052"/>
                  </a:lnTo>
                  <a:lnTo>
                    <a:pt x="2899835" y="311083"/>
                  </a:lnTo>
                  <a:lnTo>
                    <a:pt x="2899891" y="311115"/>
                  </a:lnTo>
                  <a:lnTo>
                    <a:pt x="2899959" y="311154"/>
                  </a:lnTo>
                  <a:lnTo>
                    <a:pt x="2900021" y="311186"/>
                  </a:lnTo>
                  <a:lnTo>
                    <a:pt x="2900063" y="311202"/>
                  </a:lnTo>
                  <a:lnTo>
                    <a:pt x="2900110" y="311219"/>
                  </a:lnTo>
                  <a:lnTo>
                    <a:pt x="2900155" y="311232"/>
                  </a:lnTo>
                  <a:lnTo>
                    <a:pt x="2900196" y="311242"/>
                  </a:lnTo>
                  <a:lnTo>
                    <a:pt x="2900273" y="311259"/>
                  </a:lnTo>
                  <a:lnTo>
                    <a:pt x="2900305" y="311262"/>
                  </a:lnTo>
                  <a:lnTo>
                    <a:pt x="2900333" y="311267"/>
                  </a:lnTo>
                  <a:lnTo>
                    <a:pt x="2900374" y="311275"/>
                  </a:lnTo>
                  <a:lnTo>
                    <a:pt x="2900443" y="311293"/>
                  </a:lnTo>
                  <a:lnTo>
                    <a:pt x="2900508" y="311310"/>
                  </a:lnTo>
                  <a:lnTo>
                    <a:pt x="2900541" y="311323"/>
                  </a:lnTo>
                  <a:lnTo>
                    <a:pt x="2900546" y="311325"/>
                  </a:lnTo>
                  <a:lnTo>
                    <a:pt x="2900586" y="311342"/>
                  </a:lnTo>
                  <a:lnTo>
                    <a:pt x="2900641" y="311375"/>
                  </a:lnTo>
                  <a:lnTo>
                    <a:pt x="2900698" y="311414"/>
                  </a:lnTo>
                  <a:lnTo>
                    <a:pt x="2900763" y="311469"/>
                  </a:lnTo>
                  <a:lnTo>
                    <a:pt x="2900802" y="311505"/>
                  </a:lnTo>
                  <a:lnTo>
                    <a:pt x="2900911" y="311600"/>
                  </a:lnTo>
                  <a:lnTo>
                    <a:pt x="2900954" y="311641"/>
                  </a:lnTo>
                  <a:lnTo>
                    <a:pt x="2901011" y="311705"/>
                  </a:lnTo>
                  <a:lnTo>
                    <a:pt x="2901044" y="311742"/>
                  </a:lnTo>
                  <a:lnTo>
                    <a:pt x="2901069" y="311773"/>
                  </a:lnTo>
                  <a:lnTo>
                    <a:pt x="2901105" y="311815"/>
                  </a:lnTo>
                  <a:lnTo>
                    <a:pt x="2901130" y="311844"/>
                  </a:lnTo>
                  <a:lnTo>
                    <a:pt x="2901151" y="311873"/>
                  </a:lnTo>
                  <a:lnTo>
                    <a:pt x="2901172" y="311907"/>
                  </a:lnTo>
                  <a:lnTo>
                    <a:pt x="2901205" y="311956"/>
                  </a:lnTo>
                  <a:lnTo>
                    <a:pt x="2901227" y="312000"/>
                  </a:lnTo>
                  <a:lnTo>
                    <a:pt x="2901244" y="312043"/>
                  </a:lnTo>
                  <a:lnTo>
                    <a:pt x="2901254" y="312070"/>
                  </a:lnTo>
                  <a:lnTo>
                    <a:pt x="2901263" y="312110"/>
                  </a:lnTo>
                  <a:lnTo>
                    <a:pt x="2901271" y="312144"/>
                  </a:lnTo>
                  <a:lnTo>
                    <a:pt x="2901278" y="312184"/>
                  </a:lnTo>
                  <a:lnTo>
                    <a:pt x="2901287" y="312248"/>
                  </a:lnTo>
                  <a:lnTo>
                    <a:pt x="2901297" y="312298"/>
                  </a:lnTo>
                  <a:lnTo>
                    <a:pt x="2901307" y="312336"/>
                  </a:lnTo>
                  <a:lnTo>
                    <a:pt x="2901324" y="312369"/>
                  </a:lnTo>
                  <a:lnTo>
                    <a:pt x="2901344" y="312410"/>
                  </a:lnTo>
                  <a:lnTo>
                    <a:pt x="2901360" y="312436"/>
                  </a:lnTo>
                  <a:lnTo>
                    <a:pt x="2901370" y="312457"/>
                  </a:lnTo>
                  <a:lnTo>
                    <a:pt x="2901401" y="312503"/>
                  </a:lnTo>
                  <a:lnTo>
                    <a:pt x="2901435" y="312544"/>
                  </a:lnTo>
                  <a:lnTo>
                    <a:pt x="2901464" y="312581"/>
                  </a:lnTo>
                  <a:lnTo>
                    <a:pt x="2901483" y="312603"/>
                  </a:lnTo>
                  <a:lnTo>
                    <a:pt x="2901495" y="312621"/>
                  </a:lnTo>
                  <a:lnTo>
                    <a:pt x="2901526" y="312664"/>
                  </a:lnTo>
                  <a:lnTo>
                    <a:pt x="2901540" y="312690"/>
                  </a:lnTo>
                  <a:lnTo>
                    <a:pt x="2901559" y="312728"/>
                  </a:lnTo>
                  <a:lnTo>
                    <a:pt x="2901576" y="312764"/>
                  </a:lnTo>
                  <a:lnTo>
                    <a:pt x="2901591" y="312799"/>
                  </a:lnTo>
                  <a:lnTo>
                    <a:pt x="2901609" y="312838"/>
                  </a:lnTo>
                  <a:lnTo>
                    <a:pt x="2901626" y="312879"/>
                  </a:lnTo>
                  <a:lnTo>
                    <a:pt x="2901636" y="312912"/>
                  </a:lnTo>
                  <a:lnTo>
                    <a:pt x="2901646" y="312961"/>
                  </a:lnTo>
                  <a:lnTo>
                    <a:pt x="2901654" y="313020"/>
                  </a:lnTo>
                  <a:lnTo>
                    <a:pt x="2901657" y="313065"/>
                  </a:lnTo>
                  <a:lnTo>
                    <a:pt x="2901659" y="313102"/>
                  </a:lnTo>
                  <a:lnTo>
                    <a:pt x="2901659" y="313121"/>
                  </a:lnTo>
                  <a:lnTo>
                    <a:pt x="2901659" y="313158"/>
                  </a:lnTo>
                  <a:lnTo>
                    <a:pt x="2901659" y="313213"/>
                  </a:lnTo>
                  <a:lnTo>
                    <a:pt x="2901657" y="313275"/>
                  </a:lnTo>
                  <a:lnTo>
                    <a:pt x="2901654" y="313328"/>
                  </a:lnTo>
                  <a:lnTo>
                    <a:pt x="2901649" y="313364"/>
                  </a:lnTo>
                  <a:lnTo>
                    <a:pt x="2901644" y="313401"/>
                  </a:lnTo>
                  <a:lnTo>
                    <a:pt x="2901640" y="313438"/>
                  </a:lnTo>
                  <a:lnTo>
                    <a:pt x="2901635" y="313457"/>
                  </a:lnTo>
                  <a:lnTo>
                    <a:pt x="2901624" y="313495"/>
                  </a:lnTo>
                  <a:lnTo>
                    <a:pt x="2901612" y="313529"/>
                  </a:lnTo>
                  <a:lnTo>
                    <a:pt x="2901597" y="313565"/>
                  </a:lnTo>
                  <a:lnTo>
                    <a:pt x="2901592" y="313604"/>
                  </a:lnTo>
                  <a:lnTo>
                    <a:pt x="2901584" y="313641"/>
                  </a:lnTo>
                  <a:lnTo>
                    <a:pt x="2901578" y="313678"/>
                  </a:lnTo>
                  <a:lnTo>
                    <a:pt x="2901572" y="313715"/>
                  </a:lnTo>
                  <a:lnTo>
                    <a:pt x="2901564" y="313753"/>
                  </a:lnTo>
                  <a:lnTo>
                    <a:pt x="2901557" y="313791"/>
                  </a:lnTo>
                  <a:lnTo>
                    <a:pt x="2901547" y="313827"/>
                  </a:lnTo>
                  <a:lnTo>
                    <a:pt x="2901537" y="313862"/>
                  </a:lnTo>
                  <a:lnTo>
                    <a:pt x="2901525" y="313897"/>
                  </a:lnTo>
                  <a:lnTo>
                    <a:pt x="2901514" y="313933"/>
                  </a:lnTo>
                  <a:lnTo>
                    <a:pt x="2901503" y="313970"/>
                  </a:lnTo>
                  <a:lnTo>
                    <a:pt x="2901495" y="313993"/>
                  </a:lnTo>
                  <a:lnTo>
                    <a:pt x="2901487" y="314030"/>
                  </a:lnTo>
                  <a:lnTo>
                    <a:pt x="2901475" y="314063"/>
                  </a:lnTo>
                  <a:lnTo>
                    <a:pt x="2901464" y="314101"/>
                  </a:lnTo>
                  <a:lnTo>
                    <a:pt x="2901448" y="314160"/>
                  </a:lnTo>
                  <a:lnTo>
                    <a:pt x="2901434" y="314210"/>
                  </a:lnTo>
                  <a:lnTo>
                    <a:pt x="2901412" y="314277"/>
                  </a:lnTo>
                  <a:lnTo>
                    <a:pt x="2901378" y="314332"/>
                  </a:lnTo>
                  <a:lnTo>
                    <a:pt x="2901340" y="314399"/>
                  </a:lnTo>
                  <a:lnTo>
                    <a:pt x="2901302" y="314437"/>
                  </a:lnTo>
                  <a:lnTo>
                    <a:pt x="2901273" y="314475"/>
                  </a:lnTo>
                  <a:lnTo>
                    <a:pt x="2901235" y="314508"/>
                  </a:lnTo>
                  <a:lnTo>
                    <a:pt x="2901115" y="314610"/>
                  </a:lnTo>
                  <a:lnTo>
                    <a:pt x="2901049" y="314660"/>
                  </a:lnTo>
                  <a:lnTo>
                    <a:pt x="2900883" y="314796"/>
                  </a:lnTo>
                  <a:lnTo>
                    <a:pt x="2900763" y="314904"/>
                  </a:lnTo>
                  <a:lnTo>
                    <a:pt x="2900736" y="314941"/>
                  </a:lnTo>
                  <a:lnTo>
                    <a:pt x="2900708" y="314977"/>
                  </a:lnTo>
                  <a:lnTo>
                    <a:pt x="2900680" y="315020"/>
                  </a:lnTo>
                  <a:lnTo>
                    <a:pt x="2900617" y="315107"/>
                  </a:lnTo>
                  <a:lnTo>
                    <a:pt x="2900580" y="315168"/>
                  </a:lnTo>
                  <a:lnTo>
                    <a:pt x="2900567" y="315192"/>
                  </a:lnTo>
                  <a:lnTo>
                    <a:pt x="2900557" y="315215"/>
                  </a:lnTo>
                  <a:lnTo>
                    <a:pt x="2900541" y="315243"/>
                  </a:lnTo>
                  <a:lnTo>
                    <a:pt x="2900531" y="315260"/>
                  </a:lnTo>
                  <a:lnTo>
                    <a:pt x="2900518" y="315285"/>
                  </a:lnTo>
                  <a:lnTo>
                    <a:pt x="2900506" y="315311"/>
                  </a:lnTo>
                  <a:lnTo>
                    <a:pt x="2900497" y="315333"/>
                  </a:lnTo>
                  <a:lnTo>
                    <a:pt x="2900482" y="315359"/>
                  </a:lnTo>
                  <a:lnTo>
                    <a:pt x="2900476" y="315370"/>
                  </a:lnTo>
                  <a:lnTo>
                    <a:pt x="2900436" y="315442"/>
                  </a:lnTo>
                  <a:lnTo>
                    <a:pt x="2900411" y="315483"/>
                  </a:lnTo>
                  <a:lnTo>
                    <a:pt x="2900386" y="315525"/>
                  </a:lnTo>
                  <a:lnTo>
                    <a:pt x="2900362" y="315568"/>
                  </a:lnTo>
                  <a:lnTo>
                    <a:pt x="2900349" y="315597"/>
                  </a:lnTo>
                  <a:lnTo>
                    <a:pt x="2900338" y="315626"/>
                  </a:lnTo>
                  <a:lnTo>
                    <a:pt x="2900321" y="315659"/>
                  </a:lnTo>
                  <a:lnTo>
                    <a:pt x="2900302" y="315695"/>
                  </a:lnTo>
                  <a:lnTo>
                    <a:pt x="2900273" y="315743"/>
                  </a:lnTo>
                  <a:lnTo>
                    <a:pt x="2900246" y="315786"/>
                  </a:lnTo>
                  <a:lnTo>
                    <a:pt x="2900209" y="315849"/>
                  </a:lnTo>
                  <a:lnTo>
                    <a:pt x="2900174" y="315899"/>
                  </a:lnTo>
                  <a:lnTo>
                    <a:pt x="2900144" y="315940"/>
                  </a:lnTo>
                  <a:lnTo>
                    <a:pt x="2900129" y="315959"/>
                  </a:lnTo>
                  <a:lnTo>
                    <a:pt x="2900099" y="315985"/>
                  </a:lnTo>
                  <a:lnTo>
                    <a:pt x="2900057" y="316023"/>
                  </a:lnTo>
                  <a:lnTo>
                    <a:pt x="2900002" y="316067"/>
                  </a:lnTo>
                  <a:lnTo>
                    <a:pt x="2899944" y="316106"/>
                  </a:lnTo>
                  <a:lnTo>
                    <a:pt x="2899888" y="316139"/>
                  </a:lnTo>
                  <a:lnTo>
                    <a:pt x="2899844" y="316166"/>
                  </a:lnTo>
                  <a:lnTo>
                    <a:pt x="2899795" y="316194"/>
                  </a:lnTo>
                  <a:lnTo>
                    <a:pt x="2899761" y="316213"/>
                  </a:lnTo>
                  <a:lnTo>
                    <a:pt x="2899713" y="316241"/>
                  </a:lnTo>
                  <a:lnTo>
                    <a:pt x="2899649" y="316279"/>
                  </a:lnTo>
                  <a:lnTo>
                    <a:pt x="2899600" y="316310"/>
                  </a:lnTo>
                  <a:lnTo>
                    <a:pt x="2899520" y="316370"/>
                  </a:lnTo>
                  <a:lnTo>
                    <a:pt x="2899473" y="316414"/>
                  </a:lnTo>
                  <a:lnTo>
                    <a:pt x="2899429" y="316455"/>
                  </a:lnTo>
                  <a:lnTo>
                    <a:pt x="2899381" y="316512"/>
                  </a:lnTo>
                  <a:lnTo>
                    <a:pt x="2899354" y="316547"/>
                  </a:lnTo>
                  <a:lnTo>
                    <a:pt x="2899327" y="316581"/>
                  </a:lnTo>
                  <a:lnTo>
                    <a:pt x="2899310" y="316607"/>
                  </a:lnTo>
                  <a:lnTo>
                    <a:pt x="2899291" y="316639"/>
                  </a:lnTo>
                  <a:lnTo>
                    <a:pt x="2899281" y="316665"/>
                  </a:lnTo>
                  <a:lnTo>
                    <a:pt x="2899262" y="316697"/>
                  </a:lnTo>
                  <a:lnTo>
                    <a:pt x="2899241" y="316730"/>
                  </a:lnTo>
                  <a:lnTo>
                    <a:pt x="2899224" y="316754"/>
                  </a:lnTo>
                  <a:lnTo>
                    <a:pt x="2899215" y="316763"/>
                  </a:lnTo>
                  <a:lnTo>
                    <a:pt x="2899122" y="316908"/>
                  </a:lnTo>
                  <a:lnTo>
                    <a:pt x="2898979" y="317117"/>
                  </a:lnTo>
                  <a:lnTo>
                    <a:pt x="2898950" y="317141"/>
                  </a:lnTo>
                  <a:lnTo>
                    <a:pt x="2898930" y="317166"/>
                  </a:lnTo>
                  <a:lnTo>
                    <a:pt x="2898927" y="317173"/>
                  </a:lnTo>
                  <a:lnTo>
                    <a:pt x="2898922" y="317179"/>
                  </a:lnTo>
                  <a:lnTo>
                    <a:pt x="2898891" y="317213"/>
                  </a:lnTo>
                  <a:lnTo>
                    <a:pt x="2898716" y="317411"/>
                  </a:lnTo>
                  <a:lnTo>
                    <a:pt x="2898523" y="317632"/>
                  </a:lnTo>
                  <a:lnTo>
                    <a:pt x="2898475" y="317686"/>
                  </a:lnTo>
                  <a:lnTo>
                    <a:pt x="2898454" y="317710"/>
                  </a:lnTo>
                  <a:lnTo>
                    <a:pt x="2898411" y="317747"/>
                  </a:lnTo>
                  <a:lnTo>
                    <a:pt x="2898361" y="317783"/>
                  </a:lnTo>
                  <a:lnTo>
                    <a:pt x="2898285" y="317828"/>
                  </a:lnTo>
                  <a:lnTo>
                    <a:pt x="2898220" y="317867"/>
                  </a:lnTo>
                  <a:lnTo>
                    <a:pt x="2898167" y="317898"/>
                  </a:lnTo>
                  <a:lnTo>
                    <a:pt x="2898103" y="317936"/>
                  </a:lnTo>
                  <a:lnTo>
                    <a:pt x="2898021" y="317989"/>
                  </a:lnTo>
                  <a:lnTo>
                    <a:pt x="2897931" y="318039"/>
                  </a:lnTo>
                  <a:lnTo>
                    <a:pt x="2897780" y="318123"/>
                  </a:lnTo>
                  <a:lnTo>
                    <a:pt x="2897668" y="318189"/>
                  </a:lnTo>
                  <a:lnTo>
                    <a:pt x="2897595" y="318234"/>
                  </a:lnTo>
                  <a:lnTo>
                    <a:pt x="2897468" y="318323"/>
                  </a:lnTo>
                  <a:lnTo>
                    <a:pt x="2897390" y="318383"/>
                  </a:lnTo>
                  <a:lnTo>
                    <a:pt x="2897288" y="318468"/>
                  </a:lnTo>
                  <a:lnTo>
                    <a:pt x="2897236" y="318518"/>
                  </a:lnTo>
                  <a:lnTo>
                    <a:pt x="2897165" y="318596"/>
                  </a:lnTo>
                  <a:lnTo>
                    <a:pt x="2897119" y="318655"/>
                  </a:lnTo>
                  <a:lnTo>
                    <a:pt x="2897079" y="318706"/>
                  </a:lnTo>
                  <a:lnTo>
                    <a:pt x="2897025" y="318791"/>
                  </a:lnTo>
                  <a:lnTo>
                    <a:pt x="2896999" y="318837"/>
                  </a:lnTo>
                  <a:lnTo>
                    <a:pt x="2896975" y="318895"/>
                  </a:lnTo>
                  <a:lnTo>
                    <a:pt x="2896947" y="318981"/>
                  </a:lnTo>
                  <a:lnTo>
                    <a:pt x="2896941" y="319027"/>
                  </a:lnTo>
                  <a:lnTo>
                    <a:pt x="2896936" y="319097"/>
                  </a:lnTo>
                  <a:lnTo>
                    <a:pt x="2896948" y="319159"/>
                  </a:lnTo>
                  <a:lnTo>
                    <a:pt x="2896957" y="319189"/>
                  </a:lnTo>
                  <a:lnTo>
                    <a:pt x="2896962" y="319209"/>
                  </a:lnTo>
                  <a:lnTo>
                    <a:pt x="2896968" y="319241"/>
                  </a:lnTo>
                  <a:lnTo>
                    <a:pt x="2896975" y="319317"/>
                  </a:lnTo>
                  <a:lnTo>
                    <a:pt x="2896979" y="319341"/>
                  </a:lnTo>
                  <a:lnTo>
                    <a:pt x="2896983" y="319366"/>
                  </a:lnTo>
                  <a:lnTo>
                    <a:pt x="2896983" y="319391"/>
                  </a:lnTo>
                  <a:lnTo>
                    <a:pt x="2896986" y="319415"/>
                  </a:lnTo>
                  <a:lnTo>
                    <a:pt x="2896989" y="319443"/>
                  </a:lnTo>
                  <a:lnTo>
                    <a:pt x="2896993" y="319467"/>
                  </a:lnTo>
                  <a:lnTo>
                    <a:pt x="2896997" y="319492"/>
                  </a:lnTo>
                  <a:lnTo>
                    <a:pt x="2897003" y="319521"/>
                  </a:lnTo>
                  <a:lnTo>
                    <a:pt x="2897009" y="319548"/>
                  </a:lnTo>
                  <a:lnTo>
                    <a:pt x="2897018" y="319572"/>
                  </a:lnTo>
                  <a:lnTo>
                    <a:pt x="2897021" y="319596"/>
                  </a:lnTo>
                  <a:lnTo>
                    <a:pt x="2897028" y="319621"/>
                  </a:lnTo>
                  <a:lnTo>
                    <a:pt x="2897031" y="319646"/>
                  </a:lnTo>
                  <a:lnTo>
                    <a:pt x="2897035" y="319672"/>
                  </a:lnTo>
                  <a:lnTo>
                    <a:pt x="2897040" y="319696"/>
                  </a:lnTo>
                  <a:lnTo>
                    <a:pt x="2897043" y="319721"/>
                  </a:lnTo>
                  <a:lnTo>
                    <a:pt x="2897048" y="319746"/>
                  </a:lnTo>
                  <a:lnTo>
                    <a:pt x="2897052" y="319771"/>
                  </a:lnTo>
                  <a:lnTo>
                    <a:pt x="2897055" y="319797"/>
                  </a:lnTo>
                  <a:lnTo>
                    <a:pt x="2897060" y="319824"/>
                  </a:lnTo>
                  <a:lnTo>
                    <a:pt x="2897067" y="319849"/>
                  </a:lnTo>
                  <a:lnTo>
                    <a:pt x="2897072" y="319875"/>
                  </a:lnTo>
                  <a:lnTo>
                    <a:pt x="2897077" y="319901"/>
                  </a:lnTo>
                  <a:lnTo>
                    <a:pt x="2897083" y="319931"/>
                  </a:lnTo>
                  <a:lnTo>
                    <a:pt x="2897091" y="319952"/>
                  </a:lnTo>
                  <a:lnTo>
                    <a:pt x="2897096" y="319974"/>
                  </a:lnTo>
                  <a:lnTo>
                    <a:pt x="2897105" y="320011"/>
                  </a:lnTo>
                  <a:lnTo>
                    <a:pt x="2897106" y="320030"/>
                  </a:lnTo>
                  <a:lnTo>
                    <a:pt x="2897116" y="320065"/>
                  </a:lnTo>
                  <a:lnTo>
                    <a:pt x="2897123" y="320097"/>
                  </a:lnTo>
                  <a:lnTo>
                    <a:pt x="2897131" y="320138"/>
                  </a:lnTo>
                  <a:lnTo>
                    <a:pt x="2897145" y="320200"/>
                  </a:lnTo>
                  <a:lnTo>
                    <a:pt x="2897151" y="320273"/>
                  </a:lnTo>
                  <a:lnTo>
                    <a:pt x="2897150" y="320317"/>
                  </a:lnTo>
                  <a:lnTo>
                    <a:pt x="2897157" y="320376"/>
                  </a:lnTo>
                  <a:lnTo>
                    <a:pt x="2897161" y="320421"/>
                  </a:lnTo>
                  <a:lnTo>
                    <a:pt x="2897166" y="320450"/>
                  </a:lnTo>
                  <a:lnTo>
                    <a:pt x="2897166" y="320490"/>
                  </a:lnTo>
                  <a:lnTo>
                    <a:pt x="2897165" y="320550"/>
                  </a:lnTo>
                  <a:lnTo>
                    <a:pt x="2897144" y="320594"/>
                  </a:lnTo>
                  <a:lnTo>
                    <a:pt x="2897113" y="320641"/>
                  </a:lnTo>
                  <a:lnTo>
                    <a:pt x="2897077" y="320730"/>
                  </a:lnTo>
                  <a:lnTo>
                    <a:pt x="2897058" y="320785"/>
                  </a:lnTo>
                  <a:lnTo>
                    <a:pt x="2897027" y="320826"/>
                  </a:lnTo>
                  <a:lnTo>
                    <a:pt x="2896986" y="320873"/>
                  </a:lnTo>
                  <a:lnTo>
                    <a:pt x="2896947" y="320923"/>
                  </a:lnTo>
                  <a:lnTo>
                    <a:pt x="2896895" y="320990"/>
                  </a:lnTo>
                  <a:lnTo>
                    <a:pt x="2896841" y="321062"/>
                  </a:lnTo>
                  <a:lnTo>
                    <a:pt x="2896788" y="321125"/>
                  </a:lnTo>
                  <a:lnTo>
                    <a:pt x="2896688" y="321227"/>
                  </a:lnTo>
                  <a:lnTo>
                    <a:pt x="2896611" y="321299"/>
                  </a:lnTo>
                  <a:lnTo>
                    <a:pt x="2896496" y="321367"/>
                  </a:lnTo>
                  <a:lnTo>
                    <a:pt x="2896431" y="321398"/>
                  </a:lnTo>
                  <a:lnTo>
                    <a:pt x="2896344" y="321439"/>
                  </a:lnTo>
                  <a:lnTo>
                    <a:pt x="2896247" y="321470"/>
                  </a:lnTo>
                  <a:lnTo>
                    <a:pt x="2896204" y="321481"/>
                  </a:lnTo>
                  <a:lnTo>
                    <a:pt x="2896140" y="321493"/>
                  </a:lnTo>
                  <a:lnTo>
                    <a:pt x="2896081" y="321504"/>
                  </a:lnTo>
                  <a:lnTo>
                    <a:pt x="2896036" y="321513"/>
                  </a:lnTo>
                  <a:lnTo>
                    <a:pt x="2896004" y="321520"/>
                  </a:lnTo>
                  <a:lnTo>
                    <a:pt x="2895954" y="321535"/>
                  </a:lnTo>
                  <a:lnTo>
                    <a:pt x="2895902" y="321561"/>
                  </a:lnTo>
                  <a:lnTo>
                    <a:pt x="2895837" y="321608"/>
                  </a:lnTo>
                  <a:lnTo>
                    <a:pt x="2895777" y="321661"/>
                  </a:lnTo>
                  <a:lnTo>
                    <a:pt x="2895728" y="321713"/>
                  </a:lnTo>
                  <a:lnTo>
                    <a:pt x="2895675" y="321765"/>
                  </a:lnTo>
                  <a:lnTo>
                    <a:pt x="2895628" y="321808"/>
                  </a:lnTo>
                  <a:lnTo>
                    <a:pt x="2895556" y="321876"/>
                  </a:lnTo>
                  <a:lnTo>
                    <a:pt x="2895501" y="321931"/>
                  </a:lnTo>
                  <a:lnTo>
                    <a:pt x="2895469" y="321960"/>
                  </a:lnTo>
                  <a:lnTo>
                    <a:pt x="2895426" y="322006"/>
                  </a:lnTo>
                  <a:lnTo>
                    <a:pt x="2895402" y="322034"/>
                  </a:lnTo>
                  <a:lnTo>
                    <a:pt x="2895384" y="322062"/>
                  </a:lnTo>
                  <a:lnTo>
                    <a:pt x="2895347" y="322120"/>
                  </a:lnTo>
                  <a:lnTo>
                    <a:pt x="2895294" y="322211"/>
                  </a:lnTo>
                  <a:lnTo>
                    <a:pt x="2895262" y="322253"/>
                  </a:lnTo>
                  <a:lnTo>
                    <a:pt x="2895232" y="322290"/>
                  </a:lnTo>
                  <a:lnTo>
                    <a:pt x="2895175" y="322351"/>
                  </a:lnTo>
                  <a:lnTo>
                    <a:pt x="2895123" y="322400"/>
                  </a:lnTo>
                  <a:lnTo>
                    <a:pt x="2895080" y="322436"/>
                  </a:lnTo>
                  <a:lnTo>
                    <a:pt x="2895040" y="322470"/>
                  </a:lnTo>
                  <a:lnTo>
                    <a:pt x="2894987" y="322517"/>
                  </a:lnTo>
                  <a:lnTo>
                    <a:pt x="2894948" y="322555"/>
                  </a:lnTo>
                  <a:lnTo>
                    <a:pt x="2894925" y="322583"/>
                  </a:lnTo>
                  <a:lnTo>
                    <a:pt x="2894890" y="322618"/>
                  </a:lnTo>
                  <a:lnTo>
                    <a:pt x="2894867" y="322651"/>
                  </a:lnTo>
                  <a:lnTo>
                    <a:pt x="2894845" y="322679"/>
                  </a:lnTo>
                  <a:lnTo>
                    <a:pt x="2894836" y="322700"/>
                  </a:lnTo>
                  <a:lnTo>
                    <a:pt x="2894824" y="322733"/>
                  </a:lnTo>
                  <a:lnTo>
                    <a:pt x="2894816" y="322763"/>
                  </a:lnTo>
                  <a:lnTo>
                    <a:pt x="2894812" y="322849"/>
                  </a:lnTo>
                  <a:lnTo>
                    <a:pt x="2894806" y="322920"/>
                  </a:lnTo>
                  <a:lnTo>
                    <a:pt x="2894792" y="323032"/>
                  </a:lnTo>
                  <a:lnTo>
                    <a:pt x="2894780" y="323111"/>
                  </a:lnTo>
                  <a:lnTo>
                    <a:pt x="2894749" y="323183"/>
                  </a:lnTo>
                  <a:lnTo>
                    <a:pt x="2894714" y="323242"/>
                  </a:lnTo>
                  <a:lnTo>
                    <a:pt x="2894652" y="323298"/>
                  </a:lnTo>
                  <a:lnTo>
                    <a:pt x="2894587" y="323351"/>
                  </a:lnTo>
                  <a:lnTo>
                    <a:pt x="2894418" y="323482"/>
                  </a:lnTo>
                  <a:lnTo>
                    <a:pt x="2894370" y="323520"/>
                  </a:lnTo>
                  <a:lnTo>
                    <a:pt x="2894266" y="323604"/>
                  </a:lnTo>
                  <a:lnTo>
                    <a:pt x="2894175" y="323681"/>
                  </a:lnTo>
                  <a:lnTo>
                    <a:pt x="2894034" y="323794"/>
                  </a:lnTo>
                  <a:lnTo>
                    <a:pt x="2893929" y="323871"/>
                  </a:lnTo>
                  <a:lnTo>
                    <a:pt x="2893868" y="323917"/>
                  </a:lnTo>
                  <a:lnTo>
                    <a:pt x="2893769" y="323980"/>
                  </a:lnTo>
                  <a:lnTo>
                    <a:pt x="2893718" y="324012"/>
                  </a:lnTo>
                  <a:lnTo>
                    <a:pt x="2893638" y="324058"/>
                  </a:lnTo>
                  <a:lnTo>
                    <a:pt x="2893565" y="324093"/>
                  </a:lnTo>
                  <a:lnTo>
                    <a:pt x="2893505" y="324118"/>
                  </a:lnTo>
                  <a:lnTo>
                    <a:pt x="2893428" y="324146"/>
                  </a:lnTo>
                  <a:lnTo>
                    <a:pt x="2893374" y="324161"/>
                  </a:lnTo>
                  <a:lnTo>
                    <a:pt x="2893308" y="324178"/>
                  </a:lnTo>
                  <a:lnTo>
                    <a:pt x="2893266" y="324191"/>
                  </a:lnTo>
                  <a:lnTo>
                    <a:pt x="2893190" y="324212"/>
                  </a:lnTo>
                  <a:lnTo>
                    <a:pt x="2893087" y="324238"/>
                  </a:lnTo>
                  <a:lnTo>
                    <a:pt x="2893004" y="324260"/>
                  </a:lnTo>
                  <a:lnTo>
                    <a:pt x="2892945" y="324277"/>
                  </a:lnTo>
                  <a:lnTo>
                    <a:pt x="2892884" y="324294"/>
                  </a:lnTo>
                  <a:lnTo>
                    <a:pt x="2892809" y="324320"/>
                  </a:lnTo>
                  <a:lnTo>
                    <a:pt x="2892729" y="324352"/>
                  </a:lnTo>
                  <a:lnTo>
                    <a:pt x="2892662" y="324390"/>
                  </a:lnTo>
                  <a:lnTo>
                    <a:pt x="2892581" y="324436"/>
                  </a:lnTo>
                  <a:lnTo>
                    <a:pt x="2892487" y="324491"/>
                  </a:lnTo>
                  <a:lnTo>
                    <a:pt x="2892420" y="324533"/>
                  </a:lnTo>
                  <a:lnTo>
                    <a:pt x="2892302" y="324618"/>
                  </a:lnTo>
                  <a:lnTo>
                    <a:pt x="2892229" y="324673"/>
                  </a:lnTo>
                  <a:lnTo>
                    <a:pt x="2892178" y="324718"/>
                  </a:lnTo>
                  <a:lnTo>
                    <a:pt x="2892123" y="324771"/>
                  </a:lnTo>
                  <a:lnTo>
                    <a:pt x="2892078" y="324834"/>
                  </a:lnTo>
                  <a:lnTo>
                    <a:pt x="2892062" y="324858"/>
                  </a:lnTo>
                  <a:lnTo>
                    <a:pt x="2892031" y="324913"/>
                  </a:lnTo>
                  <a:lnTo>
                    <a:pt x="2892011" y="324957"/>
                  </a:lnTo>
                  <a:lnTo>
                    <a:pt x="2891990" y="325015"/>
                  </a:lnTo>
                  <a:lnTo>
                    <a:pt x="2891982" y="325058"/>
                  </a:lnTo>
                  <a:lnTo>
                    <a:pt x="2891975" y="325103"/>
                  </a:lnTo>
                  <a:lnTo>
                    <a:pt x="2891974" y="325162"/>
                  </a:lnTo>
                  <a:lnTo>
                    <a:pt x="2891977" y="325196"/>
                  </a:lnTo>
                  <a:lnTo>
                    <a:pt x="2891981" y="325248"/>
                  </a:lnTo>
                  <a:lnTo>
                    <a:pt x="2891991" y="325342"/>
                  </a:lnTo>
                  <a:lnTo>
                    <a:pt x="2891998" y="325398"/>
                  </a:lnTo>
                  <a:lnTo>
                    <a:pt x="2892008" y="325453"/>
                  </a:lnTo>
                  <a:lnTo>
                    <a:pt x="2892014" y="325488"/>
                  </a:lnTo>
                  <a:lnTo>
                    <a:pt x="2892024" y="325525"/>
                  </a:lnTo>
                  <a:lnTo>
                    <a:pt x="2892049" y="325603"/>
                  </a:lnTo>
                  <a:lnTo>
                    <a:pt x="2892058" y="325636"/>
                  </a:lnTo>
                  <a:lnTo>
                    <a:pt x="2892072" y="325686"/>
                  </a:lnTo>
                  <a:lnTo>
                    <a:pt x="2892086" y="325745"/>
                  </a:lnTo>
                  <a:lnTo>
                    <a:pt x="2892094" y="325783"/>
                  </a:lnTo>
                  <a:lnTo>
                    <a:pt x="2892095" y="325806"/>
                  </a:lnTo>
                  <a:lnTo>
                    <a:pt x="2892042" y="325833"/>
                  </a:lnTo>
                  <a:lnTo>
                    <a:pt x="2892020" y="325844"/>
                  </a:lnTo>
                  <a:lnTo>
                    <a:pt x="2892003" y="325882"/>
                  </a:lnTo>
                  <a:lnTo>
                    <a:pt x="2891995" y="326015"/>
                  </a:lnTo>
                  <a:lnTo>
                    <a:pt x="2891991" y="326130"/>
                  </a:lnTo>
                  <a:lnTo>
                    <a:pt x="2891984" y="326256"/>
                  </a:lnTo>
                  <a:lnTo>
                    <a:pt x="2891984" y="326289"/>
                  </a:lnTo>
                  <a:lnTo>
                    <a:pt x="2891979" y="326349"/>
                  </a:lnTo>
                  <a:lnTo>
                    <a:pt x="2891969" y="326387"/>
                  </a:lnTo>
                  <a:lnTo>
                    <a:pt x="2891942" y="326434"/>
                  </a:lnTo>
                  <a:lnTo>
                    <a:pt x="2891880" y="326510"/>
                  </a:lnTo>
                  <a:lnTo>
                    <a:pt x="2891843" y="326544"/>
                  </a:lnTo>
                  <a:lnTo>
                    <a:pt x="2891801" y="326586"/>
                  </a:lnTo>
                  <a:lnTo>
                    <a:pt x="2891765" y="326646"/>
                  </a:lnTo>
                  <a:lnTo>
                    <a:pt x="2891732" y="326713"/>
                  </a:lnTo>
                  <a:lnTo>
                    <a:pt x="2891703" y="326770"/>
                  </a:lnTo>
                  <a:lnTo>
                    <a:pt x="2891677" y="326820"/>
                  </a:lnTo>
                  <a:lnTo>
                    <a:pt x="2891656" y="326873"/>
                  </a:lnTo>
                  <a:lnTo>
                    <a:pt x="2891631" y="326928"/>
                  </a:lnTo>
                  <a:lnTo>
                    <a:pt x="2891614" y="326976"/>
                  </a:lnTo>
                  <a:lnTo>
                    <a:pt x="2891581" y="327016"/>
                  </a:lnTo>
                  <a:lnTo>
                    <a:pt x="2891515" y="327066"/>
                  </a:lnTo>
                  <a:lnTo>
                    <a:pt x="2891405" y="327143"/>
                  </a:lnTo>
                  <a:lnTo>
                    <a:pt x="2891327" y="327194"/>
                  </a:lnTo>
                  <a:lnTo>
                    <a:pt x="2891240" y="327247"/>
                  </a:lnTo>
                  <a:lnTo>
                    <a:pt x="2891155" y="327292"/>
                  </a:lnTo>
                  <a:lnTo>
                    <a:pt x="2891117" y="327303"/>
                  </a:lnTo>
                  <a:lnTo>
                    <a:pt x="2891086" y="327316"/>
                  </a:lnTo>
                  <a:lnTo>
                    <a:pt x="2891038" y="327334"/>
                  </a:lnTo>
                  <a:lnTo>
                    <a:pt x="2891005" y="327348"/>
                  </a:lnTo>
                  <a:lnTo>
                    <a:pt x="2890950" y="327364"/>
                  </a:lnTo>
                  <a:lnTo>
                    <a:pt x="2890877" y="327387"/>
                  </a:lnTo>
                  <a:lnTo>
                    <a:pt x="2890851" y="327396"/>
                  </a:lnTo>
                  <a:lnTo>
                    <a:pt x="2890814" y="327406"/>
                  </a:lnTo>
                  <a:lnTo>
                    <a:pt x="2890773" y="327407"/>
                  </a:lnTo>
                  <a:lnTo>
                    <a:pt x="2890642" y="327412"/>
                  </a:lnTo>
                  <a:lnTo>
                    <a:pt x="2890593" y="327420"/>
                  </a:lnTo>
                  <a:lnTo>
                    <a:pt x="2890565" y="327422"/>
                  </a:lnTo>
                  <a:lnTo>
                    <a:pt x="2890447" y="327468"/>
                  </a:lnTo>
                  <a:lnTo>
                    <a:pt x="2890427" y="327473"/>
                  </a:lnTo>
                  <a:lnTo>
                    <a:pt x="2890384" y="327492"/>
                  </a:lnTo>
                  <a:lnTo>
                    <a:pt x="2890341" y="327508"/>
                  </a:lnTo>
                  <a:lnTo>
                    <a:pt x="2890247" y="327539"/>
                  </a:lnTo>
                  <a:lnTo>
                    <a:pt x="2890210" y="327547"/>
                  </a:lnTo>
                  <a:lnTo>
                    <a:pt x="2890139" y="327554"/>
                  </a:lnTo>
                  <a:lnTo>
                    <a:pt x="2890117" y="327553"/>
                  </a:lnTo>
                  <a:lnTo>
                    <a:pt x="2890059" y="327545"/>
                  </a:lnTo>
                  <a:lnTo>
                    <a:pt x="2890018" y="327542"/>
                  </a:lnTo>
                  <a:lnTo>
                    <a:pt x="2889969" y="327540"/>
                  </a:lnTo>
                  <a:lnTo>
                    <a:pt x="2889921" y="327539"/>
                  </a:lnTo>
                  <a:lnTo>
                    <a:pt x="2889811" y="327546"/>
                  </a:lnTo>
                  <a:lnTo>
                    <a:pt x="2889768" y="327552"/>
                  </a:lnTo>
                  <a:lnTo>
                    <a:pt x="2889736" y="327558"/>
                  </a:lnTo>
                  <a:lnTo>
                    <a:pt x="2889606" y="327600"/>
                  </a:lnTo>
                  <a:lnTo>
                    <a:pt x="2889544" y="327623"/>
                  </a:lnTo>
                  <a:lnTo>
                    <a:pt x="2889471" y="327645"/>
                  </a:lnTo>
                  <a:lnTo>
                    <a:pt x="2889411" y="327672"/>
                  </a:lnTo>
                  <a:lnTo>
                    <a:pt x="2889314" y="327725"/>
                  </a:lnTo>
                  <a:lnTo>
                    <a:pt x="2889250" y="327772"/>
                  </a:lnTo>
                  <a:lnTo>
                    <a:pt x="2889206" y="327809"/>
                  </a:lnTo>
                  <a:lnTo>
                    <a:pt x="2889159" y="327852"/>
                  </a:lnTo>
                  <a:lnTo>
                    <a:pt x="2889111" y="327894"/>
                  </a:lnTo>
                  <a:lnTo>
                    <a:pt x="2889054" y="327945"/>
                  </a:lnTo>
                  <a:lnTo>
                    <a:pt x="2888996" y="328002"/>
                  </a:lnTo>
                  <a:lnTo>
                    <a:pt x="2888959" y="328047"/>
                  </a:lnTo>
                  <a:lnTo>
                    <a:pt x="2888918" y="328104"/>
                  </a:lnTo>
                  <a:lnTo>
                    <a:pt x="2888887" y="328157"/>
                  </a:lnTo>
                  <a:lnTo>
                    <a:pt x="2888864" y="328205"/>
                  </a:lnTo>
                  <a:lnTo>
                    <a:pt x="2888834" y="328264"/>
                  </a:lnTo>
                  <a:lnTo>
                    <a:pt x="2888792" y="328368"/>
                  </a:lnTo>
                  <a:lnTo>
                    <a:pt x="2888749" y="328458"/>
                  </a:lnTo>
                  <a:lnTo>
                    <a:pt x="2888731" y="328495"/>
                  </a:lnTo>
                  <a:lnTo>
                    <a:pt x="2888702" y="328531"/>
                  </a:lnTo>
                  <a:lnTo>
                    <a:pt x="2888696" y="328538"/>
                  </a:lnTo>
                  <a:lnTo>
                    <a:pt x="2888662" y="328580"/>
                  </a:lnTo>
                  <a:lnTo>
                    <a:pt x="2888613" y="328623"/>
                  </a:lnTo>
                  <a:lnTo>
                    <a:pt x="2888577" y="328656"/>
                  </a:lnTo>
                  <a:lnTo>
                    <a:pt x="2888525" y="328695"/>
                  </a:lnTo>
                  <a:lnTo>
                    <a:pt x="2888475" y="328732"/>
                  </a:lnTo>
                  <a:lnTo>
                    <a:pt x="2888442" y="328749"/>
                  </a:lnTo>
                  <a:lnTo>
                    <a:pt x="2888386" y="328775"/>
                  </a:lnTo>
                  <a:lnTo>
                    <a:pt x="2888334" y="328792"/>
                  </a:lnTo>
                  <a:lnTo>
                    <a:pt x="2888288" y="328809"/>
                  </a:lnTo>
                  <a:lnTo>
                    <a:pt x="2888246" y="328824"/>
                  </a:lnTo>
                  <a:lnTo>
                    <a:pt x="2888207" y="328834"/>
                  </a:lnTo>
                  <a:lnTo>
                    <a:pt x="2888162" y="328845"/>
                  </a:lnTo>
                  <a:lnTo>
                    <a:pt x="2888116" y="328856"/>
                  </a:lnTo>
                  <a:lnTo>
                    <a:pt x="2888074" y="328867"/>
                  </a:lnTo>
                  <a:lnTo>
                    <a:pt x="2888030" y="328874"/>
                  </a:lnTo>
                  <a:lnTo>
                    <a:pt x="2887982" y="328885"/>
                  </a:lnTo>
                  <a:lnTo>
                    <a:pt x="2887914" y="328891"/>
                  </a:lnTo>
                  <a:lnTo>
                    <a:pt x="2887867" y="328890"/>
                  </a:lnTo>
                  <a:lnTo>
                    <a:pt x="2887826" y="328889"/>
                  </a:lnTo>
                  <a:lnTo>
                    <a:pt x="2887783" y="328885"/>
                  </a:lnTo>
                  <a:lnTo>
                    <a:pt x="2887733" y="328884"/>
                  </a:lnTo>
                  <a:lnTo>
                    <a:pt x="2887705" y="328880"/>
                  </a:lnTo>
                  <a:lnTo>
                    <a:pt x="2887661" y="328879"/>
                  </a:lnTo>
                  <a:lnTo>
                    <a:pt x="2887638" y="328876"/>
                  </a:lnTo>
                  <a:lnTo>
                    <a:pt x="2887596" y="328873"/>
                  </a:lnTo>
                  <a:lnTo>
                    <a:pt x="2887553" y="328865"/>
                  </a:lnTo>
                  <a:lnTo>
                    <a:pt x="2887517" y="328857"/>
                  </a:lnTo>
                  <a:lnTo>
                    <a:pt x="2887455" y="328839"/>
                  </a:lnTo>
                  <a:lnTo>
                    <a:pt x="2887401" y="328818"/>
                  </a:lnTo>
                  <a:lnTo>
                    <a:pt x="2887359" y="328802"/>
                  </a:lnTo>
                  <a:lnTo>
                    <a:pt x="2887314" y="328780"/>
                  </a:lnTo>
                  <a:lnTo>
                    <a:pt x="2887271" y="328764"/>
                  </a:lnTo>
                  <a:lnTo>
                    <a:pt x="2887223" y="328747"/>
                  </a:lnTo>
                  <a:lnTo>
                    <a:pt x="2887191" y="328740"/>
                  </a:lnTo>
                  <a:lnTo>
                    <a:pt x="2887142" y="328732"/>
                  </a:lnTo>
                  <a:lnTo>
                    <a:pt x="2887090" y="328730"/>
                  </a:lnTo>
                  <a:lnTo>
                    <a:pt x="2887007" y="328736"/>
                  </a:lnTo>
                  <a:lnTo>
                    <a:pt x="2886916" y="328749"/>
                  </a:lnTo>
                  <a:lnTo>
                    <a:pt x="2886855" y="328753"/>
                  </a:lnTo>
                  <a:lnTo>
                    <a:pt x="2886715" y="328758"/>
                  </a:lnTo>
                  <a:lnTo>
                    <a:pt x="2886689" y="328755"/>
                  </a:lnTo>
                  <a:lnTo>
                    <a:pt x="2886645" y="328745"/>
                  </a:lnTo>
                  <a:lnTo>
                    <a:pt x="2886613" y="328737"/>
                  </a:lnTo>
                  <a:lnTo>
                    <a:pt x="2886553" y="328729"/>
                  </a:lnTo>
                  <a:lnTo>
                    <a:pt x="2886492" y="328723"/>
                  </a:lnTo>
                  <a:lnTo>
                    <a:pt x="2886368" y="328718"/>
                  </a:lnTo>
                  <a:lnTo>
                    <a:pt x="2886301" y="328720"/>
                  </a:lnTo>
                  <a:lnTo>
                    <a:pt x="2886254" y="328724"/>
                  </a:lnTo>
                  <a:lnTo>
                    <a:pt x="2886220" y="328727"/>
                  </a:lnTo>
                  <a:lnTo>
                    <a:pt x="2886195" y="328732"/>
                  </a:lnTo>
                  <a:lnTo>
                    <a:pt x="2886163" y="328737"/>
                  </a:lnTo>
                  <a:lnTo>
                    <a:pt x="2886099" y="328752"/>
                  </a:lnTo>
                  <a:lnTo>
                    <a:pt x="2886053" y="328764"/>
                  </a:lnTo>
                  <a:lnTo>
                    <a:pt x="2886008" y="328774"/>
                  </a:lnTo>
                  <a:lnTo>
                    <a:pt x="2885977" y="328780"/>
                  </a:lnTo>
                  <a:lnTo>
                    <a:pt x="2885899" y="328806"/>
                  </a:lnTo>
                  <a:lnTo>
                    <a:pt x="2885832" y="328833"/>
                  </a:lnTo>
                  <a:lnTo>
                    <a:pt x="2885775" y="328855"/>
                  </a:lnTo>
                  <a:lnTo>
                    <a:pt x="2885725" y="328876"/>
                  </a:lnTo>
                  <a:lnTo>
                    <a:pt x="2885686" y="328890"/>
                  </a:lnTo>
                  <a:lnTo>
                    <a:pt x="2885622" y="328910"/>
                  </a:lnTo>
                  <a:lnTo>
                    <a:pt x="2885574" y="328929"/>
                  </a:lnTo>
                  <a:lnTo>
                    <a:pt x="2885510" y="328943"/>
                  </a:lnTo>
                  <a:lnTo>
                    <a:pt x="2885454" y="328960"/>
                  </a:lnTo>
                  <a:lnTo>
                    <a:pt x="2885378" y="328972"/>
                  </a:lnTo>
                  <a:lnTo>
                    <a:pt x="2885266" y="328984"/>
                  </a:lnTo>
                  <a:lnTo>
                    <a:pt x="2885227" y="328986"/>
                  </a:lnTo>
                  <a:lnTo>
                    <a:pt x="2885105" y="328989"/>
                  </a:lnTo>
                  <a:lnTo>
                    <a:pt x="2885040" y="328993"/>
                  </a:lnTo>
                  <a:lnTo>
                    <a:pt x="2885016" y="328995"/>
                  </a:lnTo>
                  <a:lnTo>
                    <a:pt x="2884990" y="329000"/>
                  </a:lnTo>
                  <a:lnTo>
                    <a:pt x="2884947" y="329003"/>
                  </a:lnTo>
                  <a:lnTo>
                    <a:pt x="2884890" y="329020"/>
                  </a:lnTo>
                  <a:lnTo>
                    <a:pt x="2884825" y="329036"/>
                  </a:lnTo>
                  <a:lnTo>
                    <a:pt x="2884735" y="329067"/>
                  </a:lnTo>
                  <a:lnTo>
                    <a:pt x="2884675" y="329089"/>
                  </a:lnTo>
                  <a:lnTo>
                    <a:pt x="2884566" y="329125"/>
                  </a:lnTo>
                  <a:lnTo>
                    <a:pt x="2884514" y="329143"/>
                  </a:lnTo>
                  <a:lnTo>
                    <a:pt x="2884454" y="329163"/>
                  </a:lnTo>
                  <a:lnTo>
                    <a:pt x="2884397" y="329181"/>
                  </a:lnTo>
                  <a:lnTo>
                    <a:pt x="2884297" y="329226"/>
                  </a:lnTo>
                  <a:lnTo>
                    <a:pt x="2884271" y="329237"/>
                  </a:lnTo>
                  <a:lnTo>
                    <a:pt x="2884230" y="329252"/>
                  </a:lnTo>
                  <a:lnTo>
                    <a:pt x="2884198" y="329271"/>
                  </a:lnTo>
                  <a:lnTo>
                    <a:pt x="2884146" y="329282"/>
                  </a:lnTo>
                  <a:lnTo>
                    <a:pt x="2884105" y="329288"/>
                  </a:lnTo>
                  <a:lnTo>
                    <a:pt x="2884031" y="329301"/>
                  </a:lnTo>
                  <a:lnTo>
                    <a:pt x="2883927" y="329312"/>
                  </a:lnTo>
                  <a:lnTo>
                    <a:pt x="2883868" y="329324"/>
                  </a:lnTo>
                  <a:lnTo>
                    <a:pt x="2883813" y="329332"/>
                  </a:lnTo>
                  <a:lnTo>
                    <a:pt x="2883699" y="329344"/>
                  </a:lnTo>
                  <a:lnTo>
                    <a:pt x="2883601" y="329351"/>
                  </a:lnTo>
                  <a:lnTo>
                    <a:pt x="2883503" y="329360"/>
                  </a:lnTo>
                  <a:lnTo>
                    <a:pt x="2883429" y="329360"/>
                  </a:lnTo>
                  <a:lnTo>
                    <a:pt x="2883376" y="329359"/>
                  </a:lnTo>
                  <a:lnTo>
                    <a:pt x="2883338" y="329351"/>
                  </a:lnTo>
                  <a:lnTo>
                    <a:pt x="2883287" y="329340"/>
                  </a:lnTo>
                  <a:lnTo>
                    <a:pt x="2883232" y="329326"/>
                  </a:lnTo>
                  <a:lnTo>
                    <a:pt x="2883186" y="329310"/>
                  </a:lnTo>
                  <a:lnTo>
                    <a:pt x="2883140" y="329286"/>
                  </a:lnTo>
                  <a:lnTo>
                    <a:pt x="2883003" y="329255"/>
                  </a:lnTo>
                  <a:lnTo>
                    <a:pt x="2882382" y="329185"/>
                  </a:lnTo>
                  <a:lnTo>
                    <a:pt x="2882127" y="329141"/>
                  </a:lnTo>
                  <a:lnTo>
                    <a:pt x="2881920" y="329160"/>
                  </a:lnTo>
                  <a:lnTo>
                    <a:pt x="2881821" y="329146"/>
                  </a:lnTo>
                  <a:lnTo>
                    <a:pt x="2881712" y="329057"/>
                  </a:lnTo>
                  <a:lnTo>
                    <a:pt x="2881682" y="329047"/>
                  </a:lnTo>
                  <a:lnTo>
                    <a:pt x="2881629" y="329027"/>
                  </a:lnTo>
                  <a:lnTo>
                    <a:pt x="2881591" y="329017"/>
                  </a:lnTo>
                  <a:lnTo>
                    <a:pt x="2881552" y="329004"/>
                  </a:lnTo>
                  <a:lnTo>
                    <a:pt x="2881503" y="328994"/>
                  </a:lnTo>
                  <a:lnTo>
                    <a:pt x="2881459" y="328989"/>
                  </a:lnTo>
                  <a:lnTo>
                    <a:pt x="2881419" y="328990"/>
                  </a:lnTo>
                  <a:lnTo>
                    <a:pt x="2881375" y="328992"/>
                  </a:lnTo>
                  <a:lnTo>
                    <a:pt x="2881346" y="328997"/>
                  </a:lnTo>
                  <a:lnTo>
                    <a:pt x="2881310" y="329000"/>
                  </a:lnTo>
                  <a:lnTo>
                    <a:pt x="2881255" y="329003"/>
                  </a:lnTo>
                  <a:lnTo>
                    <a:pt x="2881174" y="329016"/>
                  </a:lnTo>
                  <a:lnTo>
                    <a:pt x="2881138" y="329019"/>
                  </a:lnTo>
                  <a:lnTo>
                    <a:pt x="2881096" y="329027"/>
                  </a:lnTo>
                  <a:lnTo>
                    <a:pt x="2881046" y="329031"/>
                  </a:lnTo>
                  <a:lnTo>
                    <a:pt x="2881010" y="329037"/>
                  </a:lnTo>
                  <a:lnTo>
                    <a:pt x="2880999" y="329039"/>
                  </a:lnTo>
                  <a:lnTo>
                    <a:pt x="2880969" y="329044"/>
                  </a:lnTo>
                  <a:lnTo>
                    <a:pt x="2880892" y="329090"/>
                  </a:lnTo>
                  <a:lnTo>
                    <a:pt x="2880304" y="329234"/>
                  </a:lnTo>
                  <a:lnTo>
                    <a:pt x="2879757" y="329439"/>
                  </a:lnTo>
                  <a:lnTo>
                    <a:pt x="2879427" y="329619"/>
                  </a:lnTo>
                  <a:lnTo>
                    <a:pt x="2879124" y="329896"/>
                  </a:lnTo>
                  <a:lnTo>
                    <a:pt x="2878749" y="330173"/>
                  </a:lnTo>
                  <a:lnTo>
                    <a:pt x="2878564" y="330343"/>
                  </a:lnTo>
                  <a:lnTo>
                    <a:pt x="2878288" y="330645"/>
                  </a:lnTo>
                  <a:lnTo>
                    <a:pt x="2878063" y="330843"/>
                  </a:lnTo>
                  <a:lnTo>
                    <a:pt x="2878047" y="330853"/>
                  </a:lnTo>
                  <a:lnTo>
                    <a:pt x="2877982" y="330901"/>
                  </a:lnTo>
                  <a:lnTo>
                    <a:pt x="2877899" y="330960"/>
                  </a:lnTo>
                  <a:lnTo>
                    <a:pt x="2877841" y="330999"/>
                  </a:lnTo>
                  <a:lnTo>
                    <a:pt x="2877771" y="331047"/>
                  </a:lnTo>
                  <a:lnTo>
                    <a:pt x="2877682" y="331100"/>
                  </a:lnTo>
                  <a:lnTo>
                    <a:pt x="2877633" y="331132"/>
                  </a:lnTo>
                  <a:lnTo>
                    <a:pt x="2877570" y="331181"/>
                  </a:lnTo>
                  <a:lnTo>
                    <a:pt x="2877483" y="331250"/>
                  </a:lnTo>
                  <a:lnTo>
                    <a:pt x="2877443" y="331284"/>
                  </a:lnTo>
                  <a:lnTo>
                    <a:pt x="2877387" y="331333"/>
                  </a:lnTo>
                  <a:lnTo>
                    <a:pt x="2877355" y="331372"/>
                  </a:lnTo>
                  <a:lnTo>
                    <a:pt x="2877309" y="331427"/>
                  </a:lnTo>
                  <a:lnTo>
                    <a:pt x="2877291" y="331474"/>
                  </a:lnTo>
                  <a:lnTo>
                    <a:pt x="2877267" y="331549"/>
                  </a:lnTo>
                  <a:lnTo>
                    <a:pt x="2877229" y="331661"/>
                  </a:lnTo>
                  <a:lnTo>
                    <a:pt x="2877217" y="331709"/>
                  </a:lnTo>
                  <a:lnTo>
                    <a:pt x="2877192" y="331774"/>
                  </a:lnTo>
                  <a:lnTo>
                    <a:pt x="2877181" y="331820"/>
                  </a:lnTo>
                  <a:lnTo>
                    <a:pt x="2877171" y="331853"/>
                  </a:lnTo>
                  <a:lnTo>
                    <a:pt x="2877152" y="331940"/>
                  </a:lnTo>
                  <a:lnTo>
                    <a:pt x="2877132" y="332031"/>
                  </a:lnTo>
                  <a:lnTo>
                    <a:pt x="2877116" y="332097"/>
                  </a:lnTo>
                  <a:lnTo>
                    <a:pt x="2877102" y="332152"/>
                  </a:lnTo>
                  <a:lnTo>
                    <a:pt x="2877082" y="332219"/>
                  </a:lnTo>
                  <a:lnTo>
                    <a:pt x="2877064" y="332273"/>
                  </a:lnTo>
                  <a:lnTo>
                    <a:pt x="2877043" y="332379"/>
                  </a:lnTo>
                  <a:lnTo>
                    <a:pt x="2877037" y="332450"/>
                  </a:lnTo>
                  <a:lnTo>
                    <a:pt x="2877037" y="332579"/>
                  </a:lnTo>
                  <a:lnTo>
                    <a:pt x="2877041" y="332680"/>
                  </a:lnTo>
                  <a:lnTo>
                    <a:pt x="2877048" y="332736"/>
                  </a:lnTo>
                  <a:lnTo>
                    <a:pt x="2877056" y="332783"/>
                  </a:lnTo>
                  <a:lnTo>
                    <a:pt x="2877069" y="332872"/>
                  </a:lnTo>
                  <a:lnTo>
                    <a:pt x="2877062" y="332923"/>
                  </a:lnTo>
                  <a:lnTo>
                    <a:pt x="2877043" y="332986"/>
                  </a:lnTo>
                  <a:lnTo>
                    <a:pt x="2877022" y="333026"/>
                  </a:lnTo>
                  <a:lnTo>
                    <a:pt x="2876986" y="333087"/>
                  </a:lnTo>
                  <a:lnTo>
                    <a:pt x="2876939" y="333146"/>
                  </a:lnTo>
                  <a:lnTo>
                    <a:pt x="2876879" y="333197"/>
                  </a:lnTo>
                  <a:lnTo>
                    <a:pt x="2876863" y="333212"/>
                  </a:lnTo>
                  <a:lnTo>
                    <a:pt x="2876834" y="333237"/>
                  </a:lnTo>
                  <a:lnTo>
                    <a:pt x="2876764" y="333295"/>
                  </a:lnTo>
                  <a:lnTo>
                    <a:pt x="2876683" y="333355"/>
                  </a:lnTo>
                  <a:lnTo>
                    <a:pt x="2876605" y="333409"/>
                  </a:lnTo>
                  <a:lnTo>
                    <a:pt x="2876466" y="333492"/>
                  </a:lnTo>
                  <a:lnTo>
                    <a:pt x="2876389" y="333538"/>
                  </a:lnTo>
                  <a:lnTo>
                    <a:pt x="2876321" y="333574"/>
                  </a:lnTo>
                  <a:lnTo>
                    <a:pt x="2876234" y="333625"/>
                  </a:lnTo>
                  <a:lnTo>
                    <a:pt x="2876133" y="333684"/>
                  </a:lnTo>
                  <a:lnTo>
                    <a:pt x="2876046" y="333732"/>
                  </a:lnTo>
                  <a:lnTo>
                    <a:pt x="2875976" y="333768"/>
                  </a:lnTo>
                  <a:lnTo>
                    <a:pt x="2875910" y="333799"/>
                  </a:lnTo>
                  <a:lnTo>
                    <a:pt x="2875862" y="333820"/>
                  </a:lnTo>
                  <a:lnTo>
                    <a:pt x="2875743" y="333863"/>
                  </a:lnTo>
                  <a:lnTo>
                    <a:pt x="2875676" y="333878"/>
                  </a:lnTo>
                  <a:lnTo>
                    <a:pt x="2875583" y="333898"/>
                  </a:lnTo>
                  <a:lnTo>
                    <a:pt x="2875453" y="333916"/>
                  </a:lnTo>
                  <a:lnTo>
                    <a:pt x="2875399" y="333922"/>
                  </a:lnTo>
                  <a:lnTo>
                    <a:pt x="2875347" y="333930"/>
                  </a:lnTo>
                  <a:lnTo>
                    <a:pt x="2875281" y="333936"/>
                  </a:lnTo>
                  <a:lnTo>
                    <a:pt x="2875151" y="333944"/>
                  </a:lnTo>
                  <a:lnTo>
                    <a:pt x="2875044" y="333951"/>
                  </a:lnTo>
                  <a:lnTo>
                    <a:pt x="2874965" y="333959"/>
                  </a:lnTo>
                  <a:lnTo>
                    <a:pt x="2874893" y="333967"/>
                  </a:lnTo>
                  <a:lnTo>
                    <a:pt x="2874813" y="333978"/>
                  </a:lnTo>
                  <a:lnTo>
                    <a:pt x="2874725" y="333988"/>
                  </a:lnTo>
                  <a:lnTo>
                    <a:pt x="2874663" y="333997"/>
                  </a:lnTo>
                  <a:lnTo>
                    <a:pt x="2874601" y="334013"/>
                  </a:lnTo>
                  <a:lnTo>
                    <a:pt x="2874546" y="334031"/>
                  </a:lnTo>
                  <a:lnTo>
                    <a:pt x="2874498" y="334054"/>
                  </a:lnTo>
                  <a:lnTo>
                    <a:pt x="2874454" y="334079"/>
                  </a:lnTo>
                  <a:lnTo>
                    <a:pt x="2874388" y="334124"/>
                  </a:lnTo>
                  <a:lnTo>
                    <a:pt x="2874321" y="334170"/>
                  </a:lnTo>
                  <a:lnTo>
                    <a:pt x="2874220" y="334245"/>
                  </a:lnTo>
                  <a:lnTo>
                    <a:pt x="2874163" y="334300"/>
                  </a:lnTo>
                  <a:lnTo>
                    <a:pt x="2874126" y="334338"/>
                  </a:lnTo>
                  <a:lnTo>
                    <a:pt x="2874098" y="334373"/>
                  </a:lnTo>
                  <a:lnTo>
                    <a:pt x="2874052" y="334430"/>
                  </a:lnTo>
                  <a:lnTo>
                    <a:pt x="2874011" y="334472"/>
                  </a:lnTo>
                  <a:lnTo>
                    <a:pt x="2873950" y="334519"/>
                  </a:lnTo>
                  <a:lnTo>
                    <a:pt x="2873876" y="334567"/>
                  </a:lnTo>
                  <a:lnTo>
                    <a:pt x="2873760" y="334657"/>
                  </a:lnTo>
                  <a:lnTo>
                    <a:pt x="2873698" y="334710"/>
                  </a:lnTo>
                  <a:lnTo>
                    <a:pt x="2873644" y="334773"/>
                  </a:lnTo>
                  <a:lnTo>
                    <a:pt x="2873624" y="334792"/>
                  </a:lnTo>
                  <a:lnTo>
                    <a:pt x="2873557" y="334860"/>
                  </a:lnTo>
                  <a:lnTo>
                    <a:pt x="2873396" y="334990"/>
                  </a:lnTo>
                  <a:lnTo>
                    <a:pt x="2873354" y="335021"/>
                  </a:lnTo>
                  <a:lnTo>
                    <a:pt x="2873323" y="335055"/>
                  </a:lnTo>
                  <a:lnTo>
                    <a:pt x="2873295" y="335098"/>
                  </a:lnTo>
                  <a:lnTo>
                    <a:pt x="2873269" y="335150"/>
                  </a:lnTo>
                  <a:lnTo>
                    <a:pt x="2873235" y="335223"/>
                  </a:lnTo>
                  <a:lnTo>
                    <a:pt x="2873229" y="335265"/>
                  </a:lnTo>
                  <a:lnTo>
                    <a:pt x="2873211" y="335322"/>
                  </a:lnTo>
                  <a:lnTo>
                    <a:pt x="2873187" y="335410"/>
                  </a:lnTo>
                  <a:lnTo>
                    <a:pt x="2873177" y="335444"/>
                  </a:lnTo>
                  <a:lnTo>
                    <a:pt x="2873156" y="335490"/>
                  </a:lnTo>
                  <a:lnTo>
                    <a:pt x="2873135" y="335526"/>
                  </a:lnTo>
                  <a:lnTo>
                    <a:pt x="2873115" y="335554"/>
                  </a:lnTo>
                  <a:lnTo>
                    <a:pt x="2873084" y="335596"/>
                  </a:lnTo>
                  <a:lnTo>
                    <a:pt x="2873059" y="335639"/>
                  </a:lnTo>
                  <a:lnTo>
                    <a:pt x="2873032" y="335705"/>
                  </a:lnTo>
                  <a:lnTo>
                    <a:pt x="2872999" y="335800"/>
                  </a:lnTo>
                  <a:lnTo>
                    <a:pt x="2872979" y="335875"/>
                  </a:lnTo>
                  <a:lnTo>
                    <a:pt x="2872954" y="335948"/>
                  </a:lnTo>
                  <a:lnTo>
                    <a:pt x="2872935" y="336005"/>
                  </a:lnTo>
                  <a:lnTo>
                    <a:pt x="2872914" y="336065"/>
                  </a:lnTo>
                  <a:lnTo>
                    <a:pt x="2872888" y="336165"/>
                  </a:lnTo>
                  <a:lnTo>
                    <a:pt x="2872874" y="336211"/>
                  </a:lnTo>
                  <a:lnTo>
                    <a:pt x="2872865" y="336267"/>
                  </a:lnTo>
                  <a:lnTo>
                    <a:pt x="2872852" y="336347"/>
                  </a:lnTo>
                  <a:lnTo>
                    <a:pt x="2872843" y="336424"/>
                  </a:lnTo>
                  <a:lnTo>
                    <a:pt x="2872836" y="336478"/>
                  </a:lnTo>
                  <a:lnTo>
                    <a:pt x="2872832" y="336551"/>
                  </a:lnTo>
                  <a:lnTo>
                    <a:pt x="2872844" y="336573"/>
                  </a:lnTo>
                  <a:lnTo>
                    <a:pt x="2872826" y="336615"/>
                  </a:lnTo>
                  <a:lnTo>
                    <a:pt x="2872809" y="336651"/>
                  </a:lnTo>
                  <a:lnTo>
                    <a:pt x="2872787" y="336708"/>
                  </a:lnTo>
                  <a:lnTo>
                    <a:pt x="2872773" y="336752"/>
                  </a:lnTo>
                  <a:lnTo>
                    <a:pt x="2872762" y="336784"/>
                  </a:lnTo>
                  <a:lnTo>
                    <a:pt x="2872742" y="336857"/>
                  </a:lnTo>
                  <a:lnTo>
                    <a:pt x="2872722" y="336920"/>
                  </a:lnTo>
                  <a:lnTo>
                    <a:pt x="2872702" y="336957"/>
                  </a:lnTo>
                  <a:lnTo>
                    <a:pt x="2872685" y="337004"/>
                  </a:lnTo>
                  <a:lnTo>
                    <a:pt x="2872663" y="337057"/>
                  </a:lnTo>
                  <a:lnTo>
                    <a:pt x="2872643" y="337104"/>
                  </a:lnTo>
                  <a:lnTo>
                    <a:pt x="2872615" y="337163"/>
                  </a:lnTo>
                  <a:lnTo>
                    <a:pt x="2872607" y="337201"/>
                  </a:lnTo>
                  <a:lnTo>
                    <a:pt x="2872596" y="337237"/>
                  </a:lnTo>
                  <a:lnTo>
                    <a:pt x="2872580" y="337311"/>
                  </a:lnTo>
                  <a:lnTo>
                    <a:pt x="2872550" y="337394"/>
                  </a:lnTo>
                  <a:lnTo>
                    <a:pt x="2872529" y="337462"/>
                  </a:lnTo>
                  <a:lnTo>
                    <a:pt x="2872505" y="337522"/>
                  </a:lnTo>
                  <a:lnTo>
                    <a:pt x="2872482" y="337566"/>
                  </a:lnTo>
                  <a:lnTo>
                    <a:pt x="2872455" y="337613"/>
                  </a:lnTo>
                  <a:lnTo>
                    <a:pt x="2872430" y="337674"/>
                  </a:lnTo>
                  <a:lnTo>
                    <a:pt x="2872401" y="337728"/>
                  </a:lnTo>
                  <a:lnTo>
                    <a:pt x="2872365" y="337787"/>
                  </a:lnTo>
                  <a:lnTo>
                    <a:pt x="2872336" y="337833"/>
                  </a:lnTo>
                  <a:lnTo>
                    <a:pt x="2872320" y="337870"/>
                  </a:lnTo>
                  <a:lnTo>
                    <a:pt x="2872307" y="337918"/>
                  </a:lnTo>
                  <a:lnTo>
                    <a:pt x="2872305" y="338012"/>
                  </a:lnTo>
                  <a:lnTo>
                    <a:pt x="2872304" y="338062"/>
                  </a:lnTo>
                  <a:lnTo>
                    <a:pt x="2872291" y="338238"/>
                  </a:lnTo>
                  <a:lnTo>
                    <a:pt x="2872282" y="338358"/>
                  </a:lnTo>
                  <a:lnTo>
                    <a:pt x="2872275" y="338411"/>
                  </a:lnTo>
                  <a:lnTo>
                    <a:pt x="2872260" y="338487"/>
                  </a:lnTo>
                  <a:lnTo>
                    <a:pt x="2872253" y="338542"/>
                  </a:lnTo>
                  <a:lnTo>
                    <a:pt x="2872242" y="338578"/>
                  </a:lnTo>
                  <a:lnTo>
                    <a:pt x="2872227" y="338606"/>
                  </a:lnTo>
                  <a:lnTo>
                    <a:pt x="2872211" y="338629"/>
                  </a:lnTo>
                  <a:lnTo>
                    <a:pt x="2872188" y="338660"/>
                  </a:lnTo>
                  <a:lnTo>
                    <a:pt x="2872167" y="338683"/>
                  </a:lnTo>
                  <a:lnTo>
                    <a:pt x="2872143" y="338713"/>
                  </a:lnTo>
                  <a:lnTo>
                    <a:pt x="2872115" y="338765"/>
                  </a:lnTo>
                  <a:lnTo>
                    <a:pt x="2872101" y="338794"/>
                  </a:lnTo>
                  <a:lnTo>
                    <a:pt x="2872086" y="338831"/>
                  </a:lnTo>
                  <a:lnTo>
                    <a:pt x="2872075" y="338866"/>
                  </a:lnTo>
                  <a:lnTo>
                    <a:pt x="2872061" y="338915"/>
                  </a:lnTo>
                  <a:lnTo>
                    <a:pt x="2872052" y="338971"/>
                  </a:lnTo>
                  <a:lnTo>
                    <a:pt x="2872049" y="339030"/>
                  </a:lnTo>
                  <a:lnTo>
                    <a:pt x="2872048" y="339084"/>
                  </a:lnTo>
                  <a:lnTo>
                    <a:pt x="2872055" y="339118"/>
                  </a:lnTo>
                  <a:lnTo>
                    <a:pt x="2872070" y="339147"/>
                  </a:lnTo>
                  <a:lnTo>
                    <a:pt x="2872112" y="339228"/>
                  </a:lnTo>
                  <a:lnTo>
                    <a:pt x="2872123" y="339247"/>
                  </a:lnTo>
                  <a:lnTo>
                    <a:pt x="2872135" y="339270"/>
                  </a:lnTo>
                  <a:lnTo>
                    <a:pt x="2872166" y="339327"/>
                  </a:lnTo>
                  <a:lnTo>
                    <a:pt x="2872185" y="339362"/>
                  </a:lnTo>
                  <a:lnTo>
                    <a:pt x="2872204" y="339394"/>
                  </a:lnTo>
                  <a:lnTo>
                    <a:pt x="2872220" y="339431"/>
                  </a:lnTo>
                  <a:lnTo>
                    <a:pt x="2872245" y="339474"/>
                  </a:lnTo>
                  <a:lnTo>
                    <a:pt x="2872261" y="339516"/>
                  </a:lnTo>
                  <a:lnTo>
                    <a:pt x="2872271" y="339545"/>
                  </a:lnTo>
                  <a:lnTo>
                    <a:pt x="2872284" y="339583"/>
                  </a:lnTo>
                  <a:lnTo>
                    <a:pt x="2872300" y="339634"/>
                  </a:lnTo>
                  <a:lnTo>
                    <a:pt x="2872318" y="339686"/>
                  </a:lnTo>
                  <a:lnTo>
                    <a:pt x="2872325" y="339702"/>
                  </a:lnTo>
                  <a:lnTo>
                    <a:pt x="2872349" y="339742"/>
                  </a:lnTo>
                  <a:lnTo>
                    <a:pt x="2872367" y="339775"/>
                  </a:lnTo>
                  <a:lnTo>
                    <a:pt x="2872401" y="339814"/>
                  </a:lnTo>
                  <a:lnTo>
                    <a:pt x="2872438" y="339860"/>
                  </a:lnTo>
                  <a:lnTo>
                    <a:pt x="2872464" y="339891"/>
                  </a:lnTo>
                  <a:lnTo>
                    <a:pt x="2872487" y="339914"/>
                  </a:lnTo>
                  <a:lnTo>
                    <a:pt x="2872529" y="339949"/>
                  </a:lnTo>
                  <a:lnTo>
                    <a:pt x="2872601" y="340009"/>
                  </a:lnTo>
                  <a:lnTo>
                    <a:pt x="2872665" y="340065"/>
                  </a:lnTo>
                  <a:lnTo>
                    <a:pt x="2872708" y="340116"/>
                  </a:lnTo>
                  <a:lnTo>
                    <a:pt x="2872727" y="340143"/>
                  </a:lnTo>
                  <a:lnTo>
                    <a:pt x="2872770" y="340188"/>
                  </a:lnTo>
                  <a:lnTo>
                    <a:pt x="2872812" y="340219"/>
                  </a:lnTo>
                  <a:lnTo>
                    <a:pt x="2872877" y="340258"/>
                  </a:lnTo>
                  <a:lnTo>
                    <a:pt x="2872980" y="340319"/>
                  </a:lnTo>
                  <a:lnTo>
                    <a:pt x="2873024" y="340350"/>
                  </a:lnTo>
                  <a:lnTo>
                    <a:pt x="2873078" y="340384"/>
                  </a:lnTo>
                  <a:lnTo>
                    <a:pt x="2873133" y="340420"/>
                  </a:lnTo>
                  <a:lnTo>
                    <a:pt x="2873182" y="340448"/>
                  </a:lnTo>
                  <a:lnTo>
                    <a:pt x="2873214" y="340464"/>
                  </a:lnTo>
                  <a:lnTo>
                    <a:pt x="2873249" y="340475"/>
                  </a:lnTo>
                  <a:lnTo>
                    <a:pt x="2873305" y="340492"/>
                  </a:lnTo>
                  <a:lnTo>
                    <a:pt x="2873350" y="340503"/>
                  </a:lnTo>
                  <a:lnTo>
                    <a:pt x="2873391" y="340509"/>
                  </a:lnTo>
                  <a:lnTo>
                    <a:pt x="2873440" y="340516"/>
                  </a:lnTo>
                  <a:lnTo>
                    <a:pt x="2873524" y="340547"/>
                  </a:lnTo>
                  <a:lnTo>
                    <a:pt x="2873542" y="340557"/>
                  </a:lnTo>
                  <a:lnTo>
                    <a:pt x="2873976" y="340968"/>
                  </a:lnTo>
                  <a:lnTo>
                    <a:pt x="2874231" y="341154"/>
                  </a:lnTo>
                  <a:lnTo>
                    <a:pt x="2874405" y="341340"/>
                  </a:lnTo>
                  <a:lnTo>
                    <a:pt x="2874553" y="341481"/>
                  </a:lnTo>
                  <a:lnTo>
                    <a:pt x="2875022" y="342034"/>
                  </a:lnTo>
                  <a:lnTo>
                    <a:pt x="2875089" y="342191"/>
                  </a:lnTo>
                  <a:lnTo>
                    <a:pt x="2875292" y="342483"/>
                  </a:lnTo>
                  <a:lnTo>
                    <a:pt x="2875455" y="342861"/>
                  </a:lnTo>
                  <a:lnTo>
                    <a:pt x="2875480" y="343057"/>
                  </a:lnTo>
                  <a:lnTo>
                    <a:pt x="2875523" y="343812"/>
                  </a:lnTo>
                  <a:lnTo>
                    <a:pt x="2875504" y="344037"/>
                  </a:lnTo>
                  <a:lnTo>
                    <a:pt x="2875431" y="344266"/>
                  </a:lnTo>
                  <a:lnTo>
                    <a:pt x="2875406" y="344716"/>
                  </a:lnTo>
                  <a:lnTo>
                    <a:pt x="2875401" y="344744"/>
                  </a:lnTo>
                  <a:lnTo>
                    <a:pt x="2875395" y="344777"/>
                  </a:lnTo>
                  <a:lnTo>
                    <a:pt x="2875392" y="344824"/>
                  </a:lnTo>
                  <a:lnTo>
                    <a:pt x="2875393" y="344852"/>
                  </a:lnTo>
                  <a:lnTo>
                    <a:pt x="2875401" y="344886"/>
                  </a:lnTo>
                  <a:lnTo>
                    <a:pt x="2875409" y="344910"/>
                  </a:lnTo>
                  <a:lnTo>
                    <a:pt x="2875426" y="344949"/>
                  </a:lnTo>
                  <a:lnTo>
                    <a:pt x="2875438" y="344985"/>
                  </a:lnTo>
                  <a:lnTo>
                    <a:pt x="2875459" y="345026"/>
                  </a:lnTo>
                  <a:lnTo>
                    <a:pt x="2875477" y="345063"/>
                  </a:lnTo>
                  <a:lnTo>
                    <a:pt x="2875495" y="345090"/>
                  </a:lnTo>
                  <a:lnTo>
                    <a:pt x="2875513" y="345136"/>
                  </a:lnTo>
                  <a:lnTo>
                    <a:pt x="2875539" y="345174"/>
                  </a:lnTo>
                  <a:lnTo>
                    <a:pt x="2875558" y="345208"/>
                  </a:lnTo>
                  <a:lnTo>
                    <a:pt x="2875573" y="345243"/>
                  </a:lnTo>
                  <a:lnTo>
                    <a:pt x="2875581" y="345274"/>
                  </a:lnTo>
                  <a:lnTo>
                    <a:pt x="2875588" y="345319"/>
                  </a:lnTo>
                  <a:lnTo>
                    <a:pt x="2875596" y="345360"/>
                  </a:lnTo>
                  <a:lnTo>
                    <a:pt x="2875602" y="345431"/>
                  </a:lnTo>
                  <a:lnTo>
                    <a:pt x="2875601" y="345512"/>
                  </a:lnTo>
                  <a:lnTo>
                    <a:pt x="2875603" y="345551"/>
                  </a:lnTo>
                  <a:lnTo>
                    <a:pt x="2875601" y="345664"/>
                  </a:lnTo>
                  <a:lnTo>
                    <a:pt x="2875598" y="345705"/>
                  </a:lnTo>
                  <a:lnTo>
                    <a:pt x="2875597" y="345741"/>
                  </a:lnTo>
                  <a:lnTo>
                    <a:pt x="2875588" y="345805"/>
                  </a:lnTo>
                  <a:lnTo>
                    <a:pt x="2875584" y="345845"/>
                  </a:lnTo>
                  <a:lnTo>
                    <a:pt x="2875577" y="345877"/>
                  </a:lnTo>
                  <a:lnTo>
                    <a:pt x="2875560" y="345941"/>
                  </a:lnTo>
                  <a:lnTo>
                    <a:pt x="2875543" y="346000"/>
                  </a:lnTo>
                  <a:lnTo>
                    <a:pt x="2875533" y="346031"/>
                  </a:lnTo>
                  <a:lnTo>
                    <a:pt x="2875502" y="346101"/>
                  </a:lnTo>
                  <a:lnTo>
                    <a:pt x="2875483" y="346186"/>
                  </a:lnTo>
                  <a:lnTo>
                    <a:pt x="2875413" y="346683"/>
                  </a:lnTo>
                  <a:lnTo>
                    <a:pt x="2875240" y="346986"/>
                  </a:lnTo>
                  <a:lnTo>
                    <a:pt x="2875080" y="347253"/>
                  </a:lnTo>
                  <a:lnTo>
                    <a:pt x="2874631" y="347458"/>
                  </a:lnTo>
                  <a:lnTo>
                    <a:pt x="2874207" y="347566"/>
                  </a:lnTo>
                  <a:lnTo>
                    <a:pt x="2873680" y="347552"/>
                  </a:lnTo>
                  <a:lnTo>
                    <a:pt x="2873668" y="347553"/>
                  </a:lnTo>
                  <a:lnTo>
                    <a:pt x="2873627" y="347552"/>
                  </a:lnTo>
                  <a:lnTo>
                    <a:pt x="2873580" y="347556"/>
                  </a:lnTo>
                  <a:lnTo>
                    <a:pt x="2873536" y="347563"/>
                  </a:lnTo>
                  <a:lnTo>
                    <a:pt x="2873492" y="347567"/>
                  </a:lnTo>
                  <a:lnTo>
                    <a:pt x="2873446" y="347570"/>
                  </a:lnTo>
                  <a:lnTo>
                    <a:pt x="2873400" y="347574"/>
                  </a:lnTo>
                  <a:lnTo>
                    <a:pt x="2873355" y="347580"/>
                  </a:lnTo>
                  <a:lnTo>
                    <a:pt x="2873309" y="347584"/>
                  </a:lnTo>
                  <a:lnTo>
                    <a:pt x="2873263" y="347584"/>
                  </a:lnTo>
                  <a:lnTo>
                    <a:pt x="2873218" y="347588"/>
                  </a:lnTo>
                  <a:lnTo>
                    <a:pt x="2873172" y="347589"/>
                  </a:lnTo>
                  <a:lnTo>
                    <a:pt x="2873127" y="347592"/>
                  </a:lnTo>
                  <a:lnTo>
                    <a:pt x="2873080" y="347592"/>
                  </a:lnTo>
                  <a:lnTo>
                    <a:pt x="2873034" y="347593"/>
                  </a:lnTo>
                  <a:lnTo>
                    <a:pt x="2872989" y="347592"/>
                  </a:lnTo>
                  <a:lnTo>
                    <a:pt x="2872945" y="347593"/>
                  </a:lnTo>
                  <a:lnTo>
                    <a:pt x="2872898" y="347591"/>
                  </a:lnTo>
                  <a:lnTo>
                    <a:pt x="2872852" y="347587"/>
                  </a:lnTo>
                  <a:lnTo>
                    <a:pt x="2872804" y="347587"/>
                  </a:lnTo>
                  <a:lnTo>
                    <a:pt x="2872761" y="347586"/>
                  </a:lnTo>
                  <a:lnTo>
                    <a:pt x="2872697" y="347585"/>
                  </a:lnTo>
                  <a:lnTo>
                    <a:pt x="2872603" y="347585"/>
                  </a:lnTo>
                  <a:lnTo>
                    <a:pt x="2872556" y="347584"/>
                  </a:lnTo>
                  <a:lnTo>
                    <a:pt x="2872508" y="347582"/>
                  </a:lnTo>
                  <a:lnTo>
                    <a:pt x="2872459" y="347580"/>
                  </a:lnTo>
                  <a:lnTo>
                    <a:pt x="2872412" y="347576"/>
                  </a:lnTo>
                  <a:lnTo>
                    <a:pt x="2872366" y="347575"/>
                  </a:lnTo>
                  <a:lnTo>
                    <a:pt x="2872320" y="347572"/>
                  </a:lnTo>
                  <a:lnTo>
                    <a:pt x="2872274" y="347567"/>
                  </a:lnTo>
                  <a:lnTo>
                    <a:pt x="2872224" y="347560"/>
                  </a:lnTo>
                  <a:lnTo>
                    <a:pt x="2872151" y="347545"/>
                  </a:lnTo>
                  <a:lnTo>
                    <a:pt x="2872092" y="347535"/>
                  </a:lnTo>
                  <a:lnTo>
                    <a:pt x="2872018" y="347533"/>
                  </a:lnTo>
                  <a:lnTo>
                    <a:pt x="2871981" y="347536"/>
                  </a:lnTo>
                  <a:lnTo>
                    <a:pt x="2871910" y="347539"/>
                  </a:lnTo>
                  <a:lnTo>
                    <a:pt x="2871849" y="347547"/>
                  </a:lnTo>
                  <a:lnTo>
                    <a:pt x="2871809" y="347555"/>
                  </a:lnTo>
                  <a:lnTo>
                    <a:pt x="2871765" y="347564"/>
                  </a:lnTo>
                  <a:lnTo>
                    <a:pt x="2871729" y="347574"/>
                  </a:lnTo>
                  <a:lnTo>
                    <a:pt x="2871697" y="347583"/>
                  </a:lnTo>
                  <a:lnTo>
                    <a:pt x="2871674" y="347588"/>
                  </a:lnTo>
                  <a:lnTo>
                    <a:pt x="2871650" y="347598"/>
                  </a:lnTo>
                  <a:lnTo>
                    <a:pt x="2871617" y="347614"/>
                  </a:lnTo>
                  <a:lnTo>
                    <a:pt x="2871576" y="347641"/>
                  </a:lnTo>
                  <a:lnTo>
                    <a:pt x="2871541" y="347675"/>
                  </a:lnTo>
                  <a:lnTo>
                    <a:pt x="2871487" y="347719"/>
                  </a:lnTo>
                  <a:lnTo>
                    <a:pt x="2871455" y="347749"/>
                  </a:lnTo>
                  <a:lnTo>
                    <a:pt x="2871416" y="347783"/>
                  </a:lnTo>
                  <a:lnTo>
                    <a:pt x="2871377" y="347820"/>
                  </a:lnTo>
                  <a:lnTo>
                    <a:pt x="2871324" y="347875"/>
                  </a:lnTo>
                  <a:lnTo>
                    <a:pt x="2871268" y="347933"/>
                  </a:lnTo>
                  <a:lnTo>
                    <a:pt x="2871244" y="347960"/>
                  </a:lnTo>
                  <a:lnTo>
                    <a:pt x="2871213" y="348008"/>
                  </a:lnTo>
                  <a:lnTo>
                    <a:pt x="2871178" y="348067"/>
                  </a:lnTo>
                  <a:lnTo>
                    <a:pt x="2871159" y="348099"/>
                  </a:lnTo>
                  <a:lnTo>
                    <a:pt x="2871132" y="348137"/>
                  </a:lnTo>
                  <a:lnTo>
                    <a:pt x="2871109" y="348169"/>
                  </a:lnTo>
                  <a:lnTo>
                    <a:pt x="2871073" y="348223"/>
                  </a:lnTo>
                  <a:lnTo>
                    <a:pt x="2871040" y="348279"/>
                  </a:lnTo>
                  <a:lnTo>
                    <a:pt x="2871022" y="348312"/>
                  </a:lnTo>
                  <a:lnTo>
                    <a:pt x="2871010" y="348352"/>
                  </a:lnTo>
                  <a:lnTo>
                    <a:pt x="2871008" y="348362"/>
                  </a:lnTo>
                  <a:lnTo>
                    <a:pt x="2870993" y="348383"/>
                  </a:lnTo>
                  <a:lnTo>
                    <a:pt x="2870902" y="348631"/>
                  </a:lnTo>
                  <a:lnTo>
                    <a:pt x="2870889" y="348661"/>
                  </a:lnTo>
                  <a:lnTo>
                    <a:pt x="2870828" y="348795"/>
                  </a:lnTo>
                  <a:lnTo>
                    <a:pt x="2870554" y="349012"/>
                  </a:lnTo>
                  <a:lnTo>
                    <a:pt x="2870535" y="349022"/>
                  </a:lnTo>
                  <a:lnTo>
                    <a:pt x="2870469" y="349066"/>
                  </a:lnTo>
                  <a:lnTo>
                    <a:pt x="2870423" y="349094"/>
                  </a:lnTo>
                  <a:lnTo>
                    <a:pt x="2870394" y="349119"/>
                  </a:lnTo>
                  <a:lnTo>
                    <a:pt x="2870370" y="349150"/>
                  </a:lnTo>
                  <a:lnTo>
                    <a:pt x="2870333" y="349200"/>
                  </a:lnTo>
                  <a:lnTo>
                    <a:pt x="2870306" y="349252"/>
                  </a:lnTo>
                  <a:lnTo>
                    <a:pt x="2870289" y="349289"/>
                  </a:lnTo>
                  <a:lnTo>
                    <a:pt x="2870277" y="349325"/>
                  </a:lnTo>
                  <a:lnTo>
                    <a:pt x="2870261" y="349361"/>
                  </a:lnTo>
                  <a:lnTo>
                    <a:pt x="2870249" y="349395"/>
                  </a:lnTo>
                  <a:lnTo>
                    <a:pt x="2870236" y="349427"/>
                  </a:lnTo>
                  <a:lnTo>
                    <a:pt x="2870225" y="349461"/>
                  </a:lnTo>
                  <a:lnTo>
                    <a:pt x="2870219" y="349500"/>
                  </a:lnTo>
                  <a:lnTo>
                    <a:pt x="2870216" y="349535"/>
                  </a:lnTo>
                  <a:lnTo>
                    <a:pt x="2870218" y="349577"/>
                  </a:lnTo>
                  <a:lnTo>
                    <a:pt x="2870225" y="349610"/>
                  </a:lnTo>
                  <a:lnTo>
                    <a:pt x="2870231" y="349641"/>
                  </a:lnTo>
                  <a:lnTo>
                    <a:pt x="2870241" y="349679"/>
                  </a:lnTo>
                  <a:lnTo>
                    <a:pt x="2870249" y="349708"/>
                  </a:lnTo>
                  <a:lnTo>
                    <a:pt x="2870260" y="349739"/>
                  </a:lnTo>
                  <a:lnTo>
                    <a:pt x="2870269" y="349768"/>
                  </a:lnTo>
                  <a:lnTo>
                    <a:pt x="2870285" y="349820"/>
                  </a:lnTo>
                  <a:lnTo>
                    <a:pt x="2870296" y="349867"/>
                  </a:lnTo>
                  <a:lnTo>
                    <a:pt x="2870310" y="349924"/>
                  </a:lnTo>
                  <a:lnTo>
                    <a:pt x="2870318" y="349982"/>
                  </a:lnTo>
                  <a:lnTo>
                    <a:pt x="2870321" y="350029"/>
                  </a:lnTo>
                  <a:lnTo>
                    <a:pt x="2870327" y="350195"/>
                  </a:lnTo>
                  <a:lnTo>
                    <a:pt x="2870329" y="350250"/>
                  </a:lnTo>
                  <a:lnTo>
                    <a:pt x="2870328" y="350298"/>
                  </a:lnTo>
                  <a:lnTo>
                    <a:pt x="2870321" y="350347"/>
                  </a:lnTo>
                  <a:lnTo>
                    <a:pt x="2870308" y="350421"/>
                  </a:lnTo>
                  <a:lnTo>
                    <a:pt x="2870292" y="350492"/>
                  </a:lnTo>
                  <a:lnTo>
                    <a:pt x="2870272" y="350556"/>
                  </a:lnTo>
                  <a:lnTo>
                    <a:pt x="2870259" y="350597"/>
                  </a:lnTo>
                  <a:lnTo>
                    <a:pt x="2870235" y="350654"/>
                  </a:lnTo>
                  <a:lnTo>
                    <a:pt x="2870210" y="350705"/>
                  </a:lnTo>
                  <a:lnTo>
                    <a:pt x="2870174" y="350762"/>
                  </a:lnTo>
                  <a:lnTo>
                    <a:pt x="2870136" y="350824"/>
                  </a:lnTo>
                  <a:lnTo>
                    <a:pt x="2870089" y="350886"/>
                  </a:lnTo>
                  <a:lnTo>
                    <a:pt x="2870024" y="350973"/>
                  </a:lnTo>
                  <a:lnTo>
                    <a:pt x="2869985" y="351019"/>
                  </a:lnTo>
                  <a:lnTo>
                    <a:pt x="2869937" y="351079"/>
                  </a:lnTo>
                  <a:lnTo>
                    <a:pt x="2869877" y="351150"/>
                  </a:lnTo>
                  <a:lnTo>
                    <a:pt x="2869849" y="351180"/>
                  </a:lnTo>
                  <a:lnTo>
                    <a:pt x="2869808" y="351224"/>
                  </a:lnTo>
                  <a:lnTo>
                    <a:pt x="2869785" y="351250"/>
                  </a:lnTo>
                  <a:lnTo>
                    <a:pt x="2869754" y="351285"/>
                  </a:lnTo>
                  <a:lnTo>
                    <a:pt x="2869740" y="351303"/>
                  </a:lnTo>
                  <a:lnTo>
                    <a:pt x="2869631" y="351416"/>
                  </a:lnTo>
                  <a:lnTo>
                    <a:pt x="2869595" y="351495"/>
                  </a:lnTo>
                  <a:lnTo>
                    <a:pt x="2869579" y="351539"/>
                  </a:lnTo>
                  <a:lnTo>
                    <a:pt x="2869580" y="351589"/>
                  </a:lnTo>
                  <a:lnTo>
                    <a:pt x="2869577" y="351598"/>
                  </a:lnTo>
                  <a:lnTo>
                    <a:pt x="2869569" y="351630"/>
                  </a:lnTo>
                  <a:lnTo>
                    <a:pt x="2869562" y="351664"/>
                  </a:lnTo>
                  <a:lnTo>
                    <a:pt x="2869553" y="351700"/>
                  </a:lnTo>
                  <a:lnTo>
                    <a:pt x="2869541" y="351737"/>
                  </a:lnTo>
                  <a:lnTo>
                    <a:pt x="2869533" y="351770"/>
                  </a:lnTo>
                  <a:lnTo>
                    <a:pt x="2869531" y="351804"/>
                  </a:lnTo>
                  <a:lnTo>
                    <a:pt x="2869534" y="351840"/>
                  </a:lnTo>
                  <a:lnTo>
                    <a:pt x="2869537" y="351879"/>
                  </a:lnTo>
                  <a:lnTo>
                    <a:pt x="2869542" y="351914"/>
                  </a:lnTo>
                  <a:lnTo>
                    <a:pt x="2869550" y="351950"/>
                  </a:lnTo>
                  <a:lnTo>
                    <a:pt x="2869555" y="351980"/>
                  </a:lnTo>
                  <a:lnTo>
                    <a:pt x="2869561" y="352014"/>
                  </a:lnTo>
                  <a:lnTo>
                    <a:pt x="2869566" y="352053"/>
                  </a:lnTo>
                  <a:lnTo>
                    <a:pt x="2869568" y="352091"/>
                  </a:lnTo>
                  <a:lnTo>
                    <a:pt x="2869568" y="352126"/>
                  </a:lnTo>
                  <a:lnTo>
                    <a:pt x="2869569" y="352155"/>
                  </a:lnTo>
                  <a:lnTo>
                    <a:pt x="2869568" y="352199"/>
                  </a:lnTo>
                  <a:lnTo>
                    <a:pt x="2869570" y="352252"/>
                  </a:lnTo>
                  <a:lnTo>
                    <a:pt x="2869574" y="352326"/>
                  </a:lnTo>
                  <a:lnTo>
                    <a:pt x="2869571" y="352360"/>
                  </a:lnTo>
                  <a:lnTo>
                    <a:pt x="2869396" y="352521"/>
                  </a:lnTo>
                  <a:lnTo>
                    <a:pt x="2869177" y="352641"/>
                  </a:lnTo>
                  <a:lnTo>
                    <a:pt x="2868578" y="353086"/>
                  </a:lnTo>
                  <a:lnTo>
                    <a:pt x="2868244" y="353293"/>
                  </a:lnTo>
                  <a:lnTo>
                    <a:pt x="2868017" y="353424"/>
                  </a:lnTo>
                  <a:lnTo>
                    <a:pt x="2867909" y="353498"/>
                  </a:lnTo>
                  <a:lnTo>
                    <a:pt x="2867765" y="353629"/>
                  </a:lnTo>
                  <a:lnTo>
                    <a:pt x="2867598" y="353836"/>
                  </a:lnTo>
                  <a:lnTo>
                    <a:pt x="2867540" y="353908"/>
                  </a:lnTo>
                  <a:lnTo>
                    <a:pt x="2867533" y="353946"/>
                  </a:lnTo>
                  <a:lnTo>
                    <a:pt x="2867530" y="354180"/>
                  </a:lnTo>
                  <a:lnTo>
                    <a:pt x="2867523" y="354211"/>
                  </a:lnTo>
                  <a:lnTo>
                    <a:pt x="2867516" y="354227"/>
                  </a:lnTo>
                  <a:lnTo>
                    <a:pt x="2867507" y="354251"/>
                  </a:lnTo>
                  <a:lnTo>
                    <a:pt x="2867503" y="354274"/>
                  </a:lnTo>
                  <a:lnTo>
                    <a:pt x="2867499" y="354310"/>
                  </a:lnTo>
                  <a:lnTo>
                    <a:pt x="2867499" y="354339"/>
                  </a:lnTo>
                  <a:lnTo>
                    <a:pt x="2867507" y="354362"/>
                  </a:lnTo>
                  <a:lnTo>
                    <a:pt x="2867516" y="354388"/>
                  </a:lnTo>
                  <a:lnTo>
                    <a:pt x="2867529" y="354413"/>
                  </a:lnTo>
                  <a:lnTo>
                    <a:pt x="2867549" y="354443"/>
                  </a:lnTo>
                  <a:lnTo>
                    <a:pt x="2867561" y="354472"/>
                  </a:lnTo>
                  <a:lnTo>
                    <a:pt x="2867567" y="354484"/>
                  </a:lnTo>
                  <a:lnTo>
                    <a:pt x="2867649" y="354557"/>
                  </a:lnTo>
                  <a:lnTo>
                    <a:pt x="2867711" y="354611"/>
                  </a:lnTo>
                  <a:lnTo>
                    <a:pt x="2867783" y="354660"/>
                  </a:lnTo>
                  <a:lnTo>
                    <a:pt x="2867811" y="354675"/>
                  </a:lnTo>
                  <a:lnTo>
                    <a:pt x="2867860" y="354697"/>
                  </a:lnTo>
                  <a:lnTo>
                    <a:pt x="2867904" y="354714"/>
                  </a:lnTo>
                  <a:lnTo>
                    <a:pt x="2867951" y="354735"/>
                  </a:lnTo>
                  <a:lnTo>
                    <a:pt x="2867997" y="354765"/>
                  </a:lnTo>
                  <a:lnTo>
                    <a:pt x="2868063" y="354819"/>
                  </a:lnTo>
                  <a:lnTo>
                    <a:pt x="2868088" y="354847"/>
                  </a:lnTo>
                  <a:lnTo>
                    <a:pt x="2868118" y="354889"/>
                  </a:lnTo>
                  <a:lnTo>
                    <a:pt x="2868146" y="354931"/>
                  </a:lnTo>
                  <a:lnTo>
                    <a:pt x="2868164" y="354986"/>
                  </a:lnTo>
                  <a:lnTo>
                    <a:pt x="2868165" y="355062"/>
                  </a:lnTo>
                  <a:lnTo>
                    <a:pt x="2868162" y="355119"/>
                  </a:lnTo>
                  <a:lnTo>
                    <a:pt x="2868151" y="355196"/>
                  </a:lnTo>
                  <a:lnTo>
                    <a:pt x="2868153" y="355272"/>
                  </a:lnTo>
                  <a:lnTo>
                    <a:pt x="2868158" y="355345"/>
                  </a:lnTo>
                  <a:lnTo>
                    <a:pt x="2868180" y="355428"/>
                  </a:lnTo>
                  <a:lnTo>
                    <a:pt x="2868203" y="355494"/>
                  </a:lnTo>
                  <a:lnTo>
                    <a:pt x="2868222" y="355552"/>
                  </a:lnTo>
                  <a:lnTo>
                    <a:pt x="2868239" y="355633"/>
                  </a:lnTo>
                  <a:lnTo>
                    <a:pt x="2868243" y="355700"/>
                  </a:lnTo>
                  <a:lnTo>
                    <a:pt x="2868245" y="355852"/>
                  </a:lnTo>
                  <a:lnTo>
                    <a:pt x="2868232" y="355934"/>
                  </a:lnTo>
                  <a:lnTo>
                    <a:pt x="2868200" y="356071"/>
                  </a:lnTo>
                  <a:lnTo>
                    <a:pt x="2868165" y="356182"/>
                  </a:lnTo>
                  <a:lnTo>
                    <a:pt x="2868108" y="356360"/>
                  </a:lnTo>
                  <a:lnTo>
                    <a:pt x="2868082" y="356451"/>
                  </a:lnTo>
                  <a:lnTo>
                    <a:pt x="2868055" y="356515"/>
                  </a:lnTo>
                  <a:lnTo>
                    <a:pt x="2868020" y="356568"/>
                  </a:lnTo>
                  <a:lnTo>
                    <a:pt x="2867932" y="356659"/>
                  </a:lnTo>
                  <a:lnTo>
                    <a:pt x="2867807" y="356917"/>
                  </a:lnTo>
                  <a:lnTo>
                    <a:pt x="2867565" y="357180"/>
                  </a:lnTo>
                  <a:lnTo>
                    <a:pt x="2867329" y="357620"/>
                  </a:lnTo>
                  <a:lnTo>
                    <a:pt x="2867208" y="357900"/>
                  </a:lnTo>
                  <a:lnTo>
                    <a:pt x="2867117" y="358237"/>
                  </a:lnTo>
                  <a:lnTo>
                    <a:pt x="2866744" y="358887"/>
                  </a:lnTo>
                  <a:lnTo>
                    <a:pt x="2866707" y="358917"/>
                  </a:lnTo>
                  <a:lnTo>
                    <a:pt x="2866663" y="358974"/>
                  </a:lnTo>
                  <a:lnTo>
                    <a:pt x="2866654" y="358993"/>
                  </a:lnTo>
                  <a:lnTo>
                    <a:pt x="2866652" y="359015"/>
                  </a:lnTo>
                  <a:lnTo>
                    <a:pt x="2866647" y="359038"/>
                  </a:lnTo>
                  <a:lnTo>
                    <a:pt x="2866641" y="359094"/>
                  </a:lnTo>
                  <a:lnTo>
                    <a:pt x="2866643" y="359136"/>
                  </a:lnTo>
                  <a:lnTo>
                    <a:pt x="2866651" y="359186"/>
                  </a:lnTo>
                  <a:lnTo>
                    <a:pt x="2866674" y="359255"/>
                  </a:lnTo>
                  <a:lnTo>
                    <a:pt x="2866695" y="359314"/>
                  </a:lnTo>
                  <a:lnTo>
                    <a:pt x="2866714" y="359373"/>
                  </a:lnTo>
                  <a:lnTo>
                    <a:pt x="2866730" y="359416"/>
                  </a:lnTo>
                  <a:lnTo>
                    <a:pt x="2866755" y="359476"/>
                  </a:lnTo>
                  <a:lnTo>
                    <a:pt x="2866765" y="359507"/>
                  </a:lnTo>
                  <a:lnTo>
                    <a:pt x="2866776" y="359554"/>
                  </a:lnTo>
                  <a:lnTo>
                    <a:pt x="2866776" y="359592"/>
                  </a:lnTo>
                  <a:lnTo>
                    <a:pt x="2866768" y="359634"/>
                  </a:lnTo>
                  <a:lnTo>
                    <a:pt x="2866743" y="359687"/>
                  </a:lnTo>
                  <a:lnTo>
                    <a:pt x="2866719" y="359733"/>
                  </a:lnTo>
                  <a:lnTo>
                    <a:pt x="2866682" y="359794"/>
                  </a:lnTo>
                  <a:lnTo>
                    <a:pt x="2866645" y="359849"/>
                  </a:lnTo>
                  <a:lnTo>
                    <a:pt x="2866607" y="359912"/>
                  </a:lnTo>
                  <a:lnTo>
                    <a:pt x="2866578" y="359988"/>
                  </a:lnTo>
                  <a:lnTo>
                    <a:pt x="2866554" y="360054"/>
                  </a:lnTo>
                  <a:lnTo>
                    <a:pt x="2866539" y="360127"/>
                  </a:lnTo>
                  <a:lnTo>
                    <a:pt x="2866536" y="360193"/>
                  </a:lnTo>
                  <a:lnTo>
                    <a:pt x="2866533" y="360255"/>
                  </a:lnTo>
                  <a:lnTo>
                    <a:pt x="2866536" y="360322"/>
                  </a:lnTo>
                  <a:lnTo>
                    <a:pt x="2866541" y="360371"/>
                  </a:lnTo>
                  <a:lnTo>
                    <a:pt x="2866548" y="360402"/>
                  </a:lnTo>
                  <a:lnTo>
                    <a:pt x="2866559" y="360458"/>
                  </a:lnTo>
                  <a:lnTo>
                    <a:pt x="2866578" y="360514"/>
                  </a:lnTo>
                  <a:lnTo>
                    <a:pt x="2866591" y="360569"/>
                  </a:lnTo>
                  <a:lnTo>
                    <a:pt x="2866606" y="360644"/>
                  </a:lnTo>
                  <a:lnTo>
                    <a:pt x="2866614" y="360730"/>
                  </a:lnTo>
                  <a:lnTo>
                    <a:pt x="2866617" y="360782"/>
                  </a:lnTo>
                  <a:lnTo>
                    <a:pt x="2866609" y="360831"/>
                  </a:lnTo>
                  <a:lnTo>
                    <a:pt x="2866593" y="360890"/>
                  </a:lnTo>
                  <a:lnTo>
                    <a:pt x="2866570" y="360935"/>
                  </a:lnTo>
                  <a:lnTo>
                    <a:pt x="2866551" y="360977"/>
                  </a:lnTo>
                  <a:lnTo>
                    <a:pt x="2866515" y="361030"/>
                  </a:lnTo>
                  <a:lnTo>
                    <a:pt x="2866467" y="361080"/>
                  </a:lnTo>
                  <a:lnTo>
                    <a:pt x="2866401" y="361145"/>
                  </a:lnTo>
                  <a:lnTo>
                    <a:pt x="2866355" y="361192"/>
                  </a:lnTo>
                  <a:lnTo>
                    <a:pt x="2866306" y="361235"/>
                  </a:lnTo>
                  <a:lnTo>
                    <a:pt x="2866256" y="361282"/>
                  </a:lnTo>
                  <a:lnTo>
                    <a:pt x="2866205" y="361326"/>
                  </a:lnTo>
                  <a:lnTo>
                    <a:pt x="2866119" y="361390"/>
                  </a:lnTo>
                  <a:lnTo>
                    <a:pt x="2866063" y="361430"/>
                  </a:lnTo>
                  <a:lnTo>
                    <a:pt x="2865999" y="361457"/>
                  </a:lnTo>
                  <a:lnTo>
                    <a:pt x="2865925" y="361494"/>
                  </a:lnTo>
                  <a:lnTo>
                    <a:pt x="2865872" y="361533"/>
                  </a:lnTo>
                  <a:lnTo>
                    <a:pt x="2865829" y="361576"/>
                  </a:lnTo>
                  <a:lnTo>
                    <a:pt x="2865796" y="361618"/>
                  </a:lnTo>
                  <a:lnTo>
                    <a:pt x="2865765" y="361674"/>
                  </a:lnTo>
                  <a:lnTo>
                    <a:pt x="2865743" y="361710"/>
                  </a:lnTo>
                  <a:lnTo>
                    <a:pt x="2865717" y="361761"/>
                  </a:lnTo>
                  <a:lnTo>
                    <a:pt x="2865696" y="361816"/>
                  </a:lnTo>
                  <a:lnTo>
                    <a:pt x="2865679" y="361881"/>
                  </a:lnTo>
                  <a:lnTo>
                    <a:pt x="2865674" y="361918"/>
                  </a:lnTo>
                  <a:lnTo>
                    <a:pt x="2865676" y="361988"/>
                  </a:lnTo>
                  <a:lnTo>
                    <a:pt x="2865688" y="362064"/>
                  </a:lnTo>
                  <a:lnTo>
                    <a:pt x="2865694" y="362121"/>
                  </a:lnTo>
                  <a:lnTo>
                    <a:pt x="2865704" y="362190"/>
                  </a:lnTo>
                  <a:lnTo>
                    <a:pt x="2865713" y="362240"/>
                  </a:lnTo>
                  <a:lnTo>
                    <a:pt x="2865711" y="362282"/>
                  </a:lnTo>
                  <a:lnTo>
                    <a:pt x="2865704" y="362333"/>
                  </a:lnTo>
                  <a:lnTo>
                    <a:pt x="2865694" y="362398"/>
                  </a:lnTo>
                  <a:lnTo>
                    <a:pt x="2865691" y="362458"/>
                  </a:lnTo>
                  <a:lnTo>
                    <a:pt x="2865694" y="362494"/>
                  </a:lnTo>
                  <a:lnTo>
                    <a:pt x="2865678" y="362657"/>
                  </a:lnTo>
                  <a:lnTo>
                    <a:pt x="2865729" y="362824"/>
                  </a:lnTo>
                  <a:lnTo>
                    <a:pt x="2865864" y="363029"/>
                  </a:lnTo>
                  <a:lnTo>
                    <a:pt x="2866038" y="363179"/>
                  </a:lnTo>
                  <a:lnTo>
                    <a:pt x="2866286" y="363390"/>
                  </a:lnTo>
                  <a:lnTo>
                    <a:pt x="2866370" y="363500"/>
                  </a:lnTo>
                  <a:lnTo>
                    <a:pt x="2866416" y="363634"/>
                  </a:lnTo>
                  <a:lnTo>
                    <a:pt x="2866510" y="363799"/>
                  </a:lnTo>
                  <a:lnTo>
                    <a:pt x="2866550" y="363853"/>
                  </a:lnTo>
                  <a:lnTo>
                    <a:pt x="2866594" y="363894"/>
                  </a:lnTo>
                  <a:lnTo>
                    <a:pt x="2866663" y="363959"/>
                  </a:lnTo>
                  <a:lnTo>
                    <a:pt x="2866728" y="364019"/>
                  </a:lnTo>
                  <a:lnTo>
                    <a:pt x="2866752" y="364054"/>
                  </a:lnTo>
                  <a:lnTo>
                    <a:pt x="2866780" y="364098"/>
                  </a:lnTo>
                  <a:lnTo>
                    <a:pt x="2866828" y="364178"/>
                  </a:lnTo>
                  <a:lnTo>
                    <a:pt x="2866840" y="364199"/>
                  </a:lnTo>
                  <a:lnTo>
                    <a:pt x="2866861" y="364232"/>
                  </a:lnTo>
                  <a:lnTo>
                    <a:pt x="2866882" y="364263"/>
                  </a:lnTo>
                  <a:lnTo>
                    <a:pt x="2866906" y="364294"/>
                  </a:lnTo>
                  <a:lnTo>
                    <a:pt x="2866930" y="364325"/>
                  </a:lnTo>
                  <a:lnTo>
                    <a:pt x="2866957" y="364359"/>
                  </a:lnTo>
                  <a:lnTo>
                    <a:pt x="2866975" y="364388"/>
                  </a:lnTo>
                  <a:lnTo>
                    <a:pt x="2866989" y="364420"/>
                  </a:lnTo>
                  <a:lnTo>
                    <a:pt x="2867013" y="364483"/>
                  </a:lnTo>
                  <a:lnTo>
                    <a:pt x="2867026" y="364542"/>
                  </a:lnTo>
                  <a:lnTo>
                    <a:pt x="2867036" y="364618"/>
                  </a:lnTo>
                  <a:lnTo>
                    <a:pt x="2867036" y="364639"/>
                  </a:lnTo>
                  <a:lnTo>
                    <a:pt x="2867076" y="364776"/>
                  </a:lnTo>
                  <a:lnTo>
                    <a:pt x="2867059" y="365020"/>
                  </a:lnTo>
                  <a:lnTo>
                    <a:pt x="2867030" y="365082"/>
                  </a:lnTo>
                  <a:lnTo>
                    <a:pt x="2866971" y="365139"/>
                  </a:lnTo>
                  <a:lnTo>
                    <a:pt x="2866694" y="365348"/>
                  </a:lnTo>
                  <a:lnTo>
                    <a:pt x="2866430" y="365530"/>
                  </a:lnTo>
                  <a:lnTo>
                    <a:pt x="2866288" y="365614"/>
                  </a:lnTo>
                  <a:lnTo>
                    <a:pt x="2866233" y="365725"/>
                  </a:lnTo>
                  <a:lnTo>
                    <a:pt x="2866178" y="365879"/>
                  </a:lnTo>
                  <a:lnTo>
                    <a:pt x="2866171" y="366053"/>
                  </a:lnTo>
                  <a:lnTo>
                    <a:pt x="2866182" y="366110"/>
                  </a:lnTo>
                  <a:lnTo>
                    <a:pt x="2866127" y="366381"/>
                  </a:lnTo>
                  <a:lnTo>
                    <a:pt x="2866119" y="366392"/>
                  </a:lnTo>
                  <a:lnTo>
                    <a:pt x="2866082" y="366424"/>
                  </a:lnTo>
                  <a:lnTo>
                    <a:pt x="2866037" y="366462"/>
                  </a:lnTo>
                  <a:lnTo>
                    <a:pt x="2865988" y="366527"/>
                  </a:lnTo>
                  <a:lnTo>
                    <a:pt x="2865963" y="366572"/>
                  </a:lnTo>
                  <a:lnTo>
                    <a:pt x="2865929" y="366627"/>
                  </a:lnTo>
                  <a:lnTo>
                    <a:pt x="2865879" y="366703"/>
                  </a:lnTo>
                  <a:lnTo>
                    <a:pt x="2865858" y="366738"/>
                  </a:lnTo>
                  <a:lnTo>
                    <a:pt x="2865832" y="366791"/>
                  </a:lnTo>
                  <a:lnTo>
                    <a:pt x="2865812" y="366864"/>
                  </a:lnTo>
                  <a:lnTo>
                    <a:pt x="2865806" y="366907"/>
                  </a:lnTo>
                  <a:lnTo>
                    <a:pt x="2865801" y="366984"/>
                  </a:lnTo>
                  <a:lnTo>
                    <a:pt x="2865811" y="367045"/>
                  </a:lnTo>
                  <a:lnTo>
                    <a:pt x="2865819" y="367099"/>
                  </a:lnTo>
                  <a:lnTo>
                    <a:pt x="2865827" y="367133"/>
                  </a:lnTo>
                  <a:lnTo>
                    <a:pt x="2865834" y="367192"/>
                  </a:lnTo>
                  <a:lnTo>
                    <a:pt x="2865830" y="367320"/>
                  </a:lnTo>
                  <a:lnTo>
                    <a:pt x="2865820" y="367385"/>
                  </a:lnTo>
                  <a:lnTo>
                    <a:pt x="2865799" y="367545"/>
                  </a:lnTo>
                  <a:lnTo>
                    <a:pt x="2865793" y="367598"/>
                  </a:lnTo>
                  <a:lnTo>
                    <a:pt x="2865790" y="367676"/>
                  </a:lnTo>
                  <a:lnTo>
                    <a:pt x="2865788" y="367726"/>
                  </a:lnTo>
                  <a:lnTo>
                    <a:pt x="2865795" y="367775"/>
                  </a:lnTo>
                  <a:lnTo>
                    <a:pt x="2865811" y="367859"/>
                  </a:lnTo>
                  <a:lnTo>
                    <a:pt x="2865820" y="367905"/>
                  </a:lnTo>
                  <a:lnTo>
                    <a:pt x="2865838" y="367952"/>
                  </a:lnTo>
                  <a:lnTo>
                    <a:pt x="2865860" y="368009"/>
                  </a:lnTo>
                  <a:lnTo>
                    <a:pt x="2865884" y="368049"/>
                  </a:lnTo>
                  <a:lnTo>
                    <a:pt x="2865937" y="368143"/>
                  </a:lnTo>
                  <a:lnTo>
                    <a:pt x="2865972" y="368194"/>
                  </a:lnTo>
                  <a:lnTo>
                    <a:pt x="2866002" y="368240"/>
                  </a:lnTo>
                  <a:lnTo>
                    <a:pt x="2866019" y="368273"/>
                  </a:lnTo>
                  <a:lnTo>
                    <a:pt x="2866035" y="368309"/>
                  </a:lnTo>
                  <a:lnTo>
                    <a:pt x="2866068" y="368365"/>
                  </a:lnTo>
                  <a:lnTo>
                    <a:pt x="2866081" y="368392"/>
                  </a:lnTo>
                  <a:lnTo>
                    <a:pt x="2866097" y="368428"/>
                  </a:lnTo>
                  <a:lnTo>
                    <a:pt x="2866106" y="368464"/>
                  </a:lnTo>
                  <a:lnTo>
                    <a:pt x="2866113" y="368500"/>
                  </a:lnTo>
                  <a:lnTo>
                    <a:pt x="2866124" y="368559"/>
                  </a:lnTo>
                  <a:lnTo>
                    <a:pt x="2866134" y="368595"/>
                  </a:lnTo>
                  <a:lnTo>
                    <a:pt x="2866158" y="368649"/>
                  </a:lnTo>
                  <a:lnTo>
                    <a:pt x="2866186" y="368708"/>
                  </a:lnTo>
                  <a:lnTo>
                    <a:pt x="2866223" y="368765"/>
                  </a:lnTo>
                  <a:lnTo>
                    <a:pt x="2866247" y="368817"/>
                  </a:lnTo>
                  <a:lnTo>
                    <a:pt x="2866258" y="368846"/>
                  </a:lnTo>
                  <a:lnTo>
                    <a:pt x="2866266" y="368896"/>
                  </a:lnTo>
                  <a:lnTo>
                    <a:pt x="2866264" y="368960"/>
                  </a:lnTo>
                  <a:lnTo>
                    <a:pt x="2866256" y="369027"/>
                  </a:lnTo>
                  <a:lnTo>
                    <a:pt x="2866252" y="369077"/>
                  </a:lnTo>
                  <a:lnTo>
                    <a:pt x="2866244" y="369112"/>
                  </a:lnTo>
                  <a:lnTo>
                    <a:pt x="2866219" y="369162"/>
                  </a:lnTo>
                  <a:lnTo>
                    <a:pt x="2866188" y="369224"/>
                  </a:lnTo>
                  <a:lnTo>
                    <a:pt x="2866143" y="369288"/>
                  </a:lnTo>
                  <a:lnTo>
                    <a:pt x="2866111" y="369327"/>
                  </a:lnTo>
                  <a:lnTo>
                    <a:pt x="2866070" y="369386"/>
                  </a:lnTo>
                  <a:lnTo>
                    <a:pt x="2866033" y="369443"/>
                  </a:lnTo>
                  <a:lnTo>
                    <a:pt x="2865996" y="369506"/>
                  </a:lnTo>
                  <a:lnTo>
                    <a:pt x="2865962" y="369561"/>
                  </a:lnTo>
                  <a:lnTo>
                    <a:pt x="2865931" y="369622"/>
                  </a:lnTo>
                  <a:lnTo>
                    <a:pt x="2865914" y="369657"/>
                  </a:lnTo>
                  <a:lnTo>
                    <a:pt x="2865892" y="369717"/>
                  </a:lnTo>
                  <a:lnTo>
                    <a:pt x="2865863" y="369788"/>
                  </a:lnTo>
                  <a:lnTo>
                    <a:pt x="2865841" y="369842"/>
                  </a:lnTo>
                  <a:lnTo>
                    <a:pt x="2865825" y="369892"/>
                  </a:lnTo>
                  <a:lnTo>
                    <a:pt x="2865806" y="369946"/>
                  </a:lnTo>
                  <a:lnTo>
                    <a:pt x="2865785" y="370025"/>
                  </a:lnTo>
                  <a:lnTo>
                    <a:pt x="2865766" y="370106"/>
                  </a:lnTo>
                  <a:lnTo>
                    <a:pt x="2865753" y="370155"/>
                  </a:lnTo>
                  <a:lnTo>
                    <a:pt x="2865737" y="370239"/>
                  </a:lnTo>
                  <a:lnTo>
                    <a:pt x="2865712" y="370312"/>
                  </a:lnTo>
                  <a:lnTo>
                    <a:pt x="2865695" y="370364"/>
                  </a:lnTo>
                  <a:lnTo>
                    <a:pt x="2865665" y="370439"/>
                  </a:lnTo>
                  <a:lnTo>
                    <a:pt x="2865630" y="370525"/>
                  </a:lnTo>
                  <a:lnTo>
                    <a:pt x="2865622" y="370555"/>
                  </a:lnTo>
                  <a:lnTo>
                    <a:pt x="2865606" y="370591"/>
                  </a:lnTo>
                  <a:lnTo>
                    <a:pt x="2865602" y="370634"/>
                  </a:lnTo>
                  <a:lnTo>
                    <a:pt x="2865596" y="370654"/>
                  </a:lnTo>
                  <a:lnTo>
                    <a:pt x="2865594" y="370687"/>
                  </a:lnTo>
                  <a:lnTo>
                    <a:pt x="2865481" y="370947"/>
                  </a:lnTo>
                  <a:lnTo>
                    <a:pt x="2865436" y="371032"/>
                  </a:lnTo>
                  <a:lnTo>
                    <a:pt x="2865411" y="371610"/>
                  </a:lnTo>
                  <a:lnTo>
                    <a:pt x="2865310" y="371924"/>
                  </a:lnTo>
                  <a:lnTo>
                    <a:pt x="2864965" y="372442"/>
                  </a:lnTo>
                  <a:lnTo>
                    <a:pt x="2864843" y="372526"/>
                  </a:lnTo>
                  <a:lnTo>
                    <a:pt x="2864546" y="372694"/>
                  </a:lnTo>
                  <a:lnTo>
                    <a:pt x="2863976" y="372935"/>
                  </a:lnTo>
                  <a:lnTo>
                    <a:pt x="2863528" y="373204"/>
                  </a:lnTo>
                  <a:lnTo>
                    <a:pt x="2863337" y="373276"/>
                  </a:lnTo>
                  <a:lnTo>
                    <a:pt x="2862931" y="373405"/>
                  </a:lnTo>
                  <a:lnTo>
                    <a:pt x="2862844" y="373433"/>
                  </a:lnTo>
                  <a:lnTo>
                    <a:pt x="2862358" y="373680"/>
                  </a:lnTo>
                  <a:lnTo>
                    <a:pt x="2862341" y="373684"/>
                  </a:lnTo>
                  <a:lnTo>
                    <a:pt x="2862281" y="373701"/>
                  </a:lnTo>
                  <a:lnTo>
                    <a:pt x="2862195" y="373724"/>
                  </a:lnTo>
                  <a:lnTo>
                    <a:pt x="2862104" y="373749"/>
                  </a:lnTo>
                  <a:lnTo>
                    <a:pt x="2862028" y="373773"/>
                  </a:lnTo>
                  <a:lnTo>
                    <a:pt x="2861981" y="373791"/>
                  </a:lnTo>
                  <a:lnTo>
                    <a:pt x="2861916" y="373826"/>
                  </a:lnTo>
                  <a:lnTo>
                    <a:pt x="2861854" y="373853"/>
                  </a:lnTo>
                  <a:lnTo>
                    <a:pt x="2861806" y="373873"/>
                  </a:lnTo>
                  <a:lnTo>
                    <a:pt x="2861749" y="373909"/>
                  </a:lnTo>
                  <a:lnTo>
                    <a:pt x="2861692" y="373942"/>
                  </a:lnTo>
                  <a:lnTo>
                    <a:pt x="2861645" y="373975"/>
                  </a:lnTo>
                  <a:lnTo>
                    <a:pt x="2861565" y="374034"/>
                  </a:lnTo>
                  <a:lnTo>
                    <a:pt x="2861467" y="374102"/>
                  </a:lnTo>
                  <a:lnTo>
                    <a:pt x="2861351" y="374193"/>
                  </a:lnTo>
                  <a:lnTo>
                    <a:pt x="2861268" y="374244"/>
                  </a:lnTo>
                  <a:lnTo>
                    <a:pt x="2861175" y="374313"/>
                  </a:lnTo>
                  <a:lnTo>
                    <a:pt x="2861104" y="374373"/>
                  </a:lnTo>
                  <a:lnTo>
                    <a:pt x="2861005" y="374468"/>
                  </a:lnTo>
                  <a:lnTo>
                    <a:pt x="2860932" y="374539"/>
                  </a:lnTo>
                  <a:lnTo>
                    <a:pt x="2860876" y="374601"/>
                  </a:lnTo>
                  <a:lnTo>
                    <a:pt x="2860846" y="374643"/>
                  </a:lnTo>
                  <a:lnTo>
                    <a:pt x="2860815" y="374692"/>
                  </a:lnTo>
                  <a:lnTo>
                    <a:pt x="2860809" y="374702"/>
                  </a:lnTo>
                  <a:lnTo>
                    <a:pt x="2860487" y="375220"/>
                  </a:lnTo>
                  <a:lnTo>
                    <a:pt x="2860410" y="375353"/>
                  </a:lnTo>
                  <a:lnTo>
                    <a:pt x="2860392" y="375471"/>
                  </a:lnTo>
                  <a:lnTo>
                    <a:pt x="2860410" y="375661"/>
                  </a:lnTo>
                  <a:lnTo>
                    <a:pt x="2860400" y="375703"/>
                  </a:lnTo>
                  <a:lnTo>
                    <a:pt x="2860382" y="375766"/>
                  </a:lnTo>
                  <a:lnTo>
                    <a:pt x="2860372" y="375799"/>
                  </a:lnTo>
                  <a:lnTo>
                    <a:pt x="2860366" y="375821"/>
                  </a:lnTo>
                  <a:lnTo>
                    <a:pt x="2860239" y="375932"/>
                  </a:lnTo>
                  <a:lnTo>
                    <a:pt x="2860140" y="376029"/>
                  </a:lnTo>
                  <a:lnTo>
                    <a:pt x="2860081" y="376157"/>
                  </a:lnTo>
                  <a:lnTo>
                    <a:pt x="2860036" y="376433"/>
                  </a:lnTo>
                  <a:lnTo>
                    <a:pt x="2859978" y="376887"/>
                  </a:lnTo>
                  <a:lnTo>
                    <a:pt x="2859965" y="376948"/>
                  </a:lnTo>
                  <a:lnTo>
                    <a:pt x="2859960" y="377007"/>
                  </a:lnTo>
                  <a:lnTo>
                    <a:pt x="2859955" y="377062"/>
                  </a:lnTo>
                  <a:lnTo>
                    <a:pt x="2859955" y="377144"/>
                  </a:lnTo>
                  <a:lnTo>
                    <a:pt x="2859896" y="377369"/>
                  </a:lnTo>
                  <a:lnTo>
                    <a:pt x="2859675" y="377748"/>
                  </a:lnTo>
                  <a:lnTo>
                    <a:pt x="2859418" y="378346"/>
                  </a:lnTo>
                  <a:lnTo>
                    <a:pt x="2859077" y="378655"/>
                  </a:lnTo>
                  <a:lnTo>
                    <a:pt x="2859069" y="378657"/>
                  </a:lnTo>
                  <a:lnTo>
                    <a:pt x="2859018" y="378670"/>
                  </a:lnTo>
                  <a:lnTo>
                    <a:pt x="2858982" y="378681"/>
                  </a:lnTo>
                  <a:lnTo>
                    <a:pt x="2858928" y="378708"/>
                  </a:lnTo>
                  <a:lnTo>
                    <a:pt x="2858845" y="378759"/>
                  </a:lnTo>
                  <a:lnTo>
                    <a:pt x="2858746" y="378818"/>
                  </a:lnTo>
                  <a:lnTo>
                    <a:pt x="2858678" y="378854"/>
                  </a:lnTo>
                  <a:lnTo>
                    <a:pt x="2858624" y="378888"/>
                  </a:lnTo>
                  <a:lnTo>
                    <a:pt x="2858578" y="378924"/>
                  </a:lnTo>
                  <a:lnTo>
                    <a:pt x="2858553" y="378959"/>
                  </a:lnTo>
                  <a:lnTo>
                    <a:pt x="2858547" y="378972"/>
                  </a:lnTo>
                  <a:lnTo>
                    <a:pt x="2858529" y="379019"/>
                  </a:lnTo>
                  <a:lnTo>
                    <a:pt x="2858525" y="379038"/>
                  </a:lnTo>
                  <a:lnTo>
                    <a:pt x="2858514" y="379094"/>
                  </a:lnTo>
                  <a:lnTo>
                    <a:pt x="2858505" y="379162"/>
                  </a:lnTo>
                  <a:lnTo>
                    <a:pt x="2858575" y="379327"/>
                  </a:lnTo>
                  <a:lnTo>
                    <a:pt x="2858600" y="379437"/>
                  </a:lnTo>
                  <a:lnTo>
                    <a:pt x="2858523" y="379687"/>
                  </a:lnTo>
                  <a:lnTo>
                    <a:pt x="2858225" y="379938"/>
                  </a:lnTo>
                  <a:lnTo>
                    <a:pt x="2857887" y="380432"/>
                  </a:lnTo>
                  <a:lnTo>
                    <a:pt x="2857687" y="380601"/>
                  </a:lnTo>
                  <a:lnTo>
                    <a:pt x="2857531" y="380839"/>
                  </a:lnTo>
                  <a:lnTo>
                    <a:pt x="2857457" y="381067"/>
                  </a:lnTo>
                  <a:lnTo>
                    <a:pt x="2857464" y="381142"/>
                  </a:lnTo>
                  <a:lnTo>
                    <a:pt x="2857458" y="381214"/>
                  </a:lnTo>
                  <a:lnTo>
                    <a:pt x="2857449" y="381339"/>
                  </a:lnTo>
                  <a:lnTo>
                    <a:pt x="2857554" y="381913"/>
                  </a:lnTo>
                  <a:lnTo>
                    <a:pt x="2857590" y="382294"/>
                  </a:lnTo>
                  <a:lnTo>
                    <a:pt x="2857594" y="382371"/>
                  </a:lnTo>
                  <a:lnTo>
                    <a:pt x="2857597" y="382378"/>
                  </a:lnTo>
                  <a:lnTo>
                    <a:pt x="2857644" y="382448"/>
                  </a:lnTo>
                  <a:lnTo>
                    <a:pt x="2857770" y="382573"/>
                  </a:lnTo>
                  <a:lnTo>
                    <a:pt x="2857890" y="382630"/>
                  </a:lnTo>
                  <a:lnTo>
                    <a:pt x="2858213" y="382630"/>
                  </a:lnTo>
                  <a:lnTo>
                    <a:pt x="2858238" y="382623"/>
                  </a:lnTo>
                  <a:lnTo>
                    <a:pt x="2858297" y="382614"/>
                  </a:lnTo>
                  <a:lnTo>
                    <a:pt x="2858319" y="382611"/>
                  </a:lnTo>
                  <a:lnTo>
                    <a:pt x="2858368" y="382601"/>
                  </a:lnTo>
                  <a:lnTo>
                    <a:pt x="2858427" y="382592"/>
                  </a:lnTo>
                  <a:lnTo>
                    <a:pt x="2858487" y="382589"/>
                  </a:lnTo>
                  <a:lnTo>
                    <a:pt x="2858526" y="382584"/>
                  </a:lnTo>
                  <a:lnTo>
                    <a:pt x="2858566" y="382576"/>
                  </a:lnTo>
                  <a:lnTo>
                    <a:pt x="2858608" y="382569"/>
                  </a:lnTo>
                  <a:lnTo>
                    <a:pt x="2858638" y="382561"/>
                  </a:lnTo>
                  <a:lnTo>
                    <a:pt x="2858676" y="382554"/>
                  </a:lnTo>
                  <a:lnTo>
                    <a:pt x="2858705" y="382542"/>
                  </a:lnTo>
                  <a:lnTo>
                    <a:pt x="2858767" y="382517"/>
                  </a:lnTo>
                  <a:lnTo>
                    <a:pt x="2858805" y="382502"/>
                  </a:lnTo>
                  <a:lnTo>
                    <a:pt x="2858823" y="382501"/>
                  </a:lnTo>
                  <a:lnTo>
                    <a:pt x="2858870" y="382476"/>
                  </a:lnTo>
                  <a:lnTo>
                    <a:pt x="2858913" y="382456"/>
                  </a:lnTo>
                  <a:lnTo>
                    <a:pt x="2858952" y="382440"/>
                  </a:lnTo>
                  <a:lnTo>
                    <a:pt x="2858984" y="382427"/>
                  </a:lnTo>
                  <a:lnTo>
                    <a:pt x="2859022" y="382415"/>
                  </a:lnTo>
                  <a:lnTo>
                    <a:pt x="2859043" y="382408"/>
                  </a:lnTo>
                  <a:lnTo>
                    <a:pt x="2859058" y="382404"/>
                  </a:lnTo>
                  <a:lnTo>
                    <a:pt x="2859188" y="382422"/>
                  </a:lnTo>
                  <a:lnTo>
                    <a:pt x="2859476" y="382461"/>
                  </a:lnTo>
                  <a:lnTo>
                    <a:pt x="2859990" y="382642"/>
                  </a:lnTo>
                  <a:lnTo>
                    <a:pt x="2860209" y="382773"/>
                  </a:lnTo>
                  <a:lnTo>
                    <a:pt x="2860553" y="382988"/>
                  </a:lnTo>
                  <a:lnTo>
                    <a:pt x="2860607" y="383054"/>
                  </a:lnTo>
                  <a:lnTo>
                    <a:pt x="2860660" y="383098"/>
                  </a:lnTo>
                  <a:lnTo>
                    <a:pt x="2860720" y="383152"/>
                  </a:lnTo>
                  <a:lnTo>
                    <a:pt x="2860772" y="383205"/>
                  </a:lnTo>
                  <a:lnTo>
                    <a:pt x="2860801" y="383231"/>
                  </a:lnTo>
                  <a:lnTo>
                    <a:pt x="2860827" y="383263"/>
                  </a:lnTo>
                  <a:lnTo>
                    <a:pt x="2860849" y="383294"/>
                  </a:lnTo>
                  <a:lnTo>
                    <a:pt x="2860865" y="383313"/>
                  </a:lnTo>
                  <a:lnTo>
                    <a:pt x="2860872" y="383323"/>
                  </a:lnTo>
                  <a:lnTo>
                    <a:pt x="2860893" y="383343"/>
                  </a:lnTo>
                  <a:lnTo>
                    <a:pt x="2860917" y="383357"/>
                  </a:lnTo>
                  <a:lnTo>
                    <a:pt x="2860978" y="383370"/>
                  </a:lnTo>
                  <a:lnTo>
                    <a:pt x="2860999" y="383378"/>
                  </a:lnTo>
                  <a:lnTo>
                    <a:pt x="2861020" y="383386"/>
                  </a:lnTo>
                  <a:lnTo>
                    <a:pt x="2861052" y="383401"/>
                  </a:lnTo>
                  <a:lnTo>
                    <a:pt x="2861088" y="383420"/>
                  </a:lnTo>
                  <a:lnTo>
                    <a:pt x="2861157" y="383473"/>
                  </a:lnTo>
                  <a:lnTo>
                    <a:pt x="2861186" y="383502"/>
                  </a:lnTo>
                  <a:lnTo>
                    <a:pt x="2861267" y="383581"/>
                  </a:lnTo>
                  <a:lnTo>
                    <a:pt x="2861294" y="383611"/>
                  </a:lnTo>
                  <a:lnTo>
                    <a:pt x="2861330" y="383647"/>
                  </a:lnTo>
                  <a:lnTo>
                    <a:pt x="2861356" y="383681"/>
                  </a:lnTo>
                  <a:lnTo>
                    <a:pt x="2861384" y="383713"/>
                  </a:lnTo>
                  <a:lnTo>
                    <a:pt x="2861419" y="383755"/>
                  </a:lnTo>
                  <a:lnTo>
                    <a:pt x="2861430" y="383775"/>
                  </a:lnTo>
                  <a:lnTo>
                    <a:pt x="2861442" y="383792"/>
                  </a:lnTo>
                  <a:lnTo>
                    <a:pt x="2861484" y="383839"/>
                  </a:lnTo>
                  <a:lnTo>
                    <a:pt x="2861515" y="383879"/>
                  </a:lnTo>
                  <a:lnTo>
                    <a:pt x="2861553" y="383930"/>
                  </a:lnTo>
                  <a:lnTo>
                    <a:pt x="2861574" y="383972"/>
                  </a:lnTo>
                  <a:lnTo>
                    <a:pt x="2861596" y="384030"/>
                  </a:lnTo>
                  <a:lnTo>
                    <a:pt x="2861614" y="384113"/>
                  </a:lnTo>
                  <a:lnTo>
                    <a:pt x="2861625" y="384187"/>
                  </a:lnTo>
                  <a:lnTo>
                    <a:pt x="2861630" y="384249"/>
                  </a:lnTo>
                  <a:lnTo>
                    <a:pt x="2861626" y="384295"/>
                  </a:lnTo>
                  <a:lnTo>
                    <a:pt x="2861618" y="384357"/>
                  </a:lnTo>
                  <a:lnTo>
                    <a:pt x="2861611" y="384416"/>
                  </a:lnTo>
                  <a:lnTo>
                    <a:pt x="2861620" y="384476"/>
                  </a:lnTo>
                  <a:lnTo>
                    <a:pt x="2861647" y="384535"/>
                  </a:lnTo>
                  <a:lnTo>
                    <a:pt x="2861670" y="384592"/>
                  </a:lnTo>
                  <a:lnTo>
                    <a:pt x="2861702" y="384642"/>
                  </a:lnTo>
                  <a:lnTo>
                    <a:pt x="2861722" y="384668"/>
                  </a:lnTo>
                  <a:lnTo>
                    <a:pt x="2861767" y="384724"/>
                  </a:lnTo>
                  <a:lnTo>
                    <a:pt x="2861817" y="384772"/>
                  </a:lnTo>
                  <a:lnTo>
                    <a:pt x="2861864" y="384811"/>
                  </a:lnTo>
                  <a:lnTo>
                    <a:pt x="2861912" y="384843"/>
                  </a:lnTo>
                  <a:lnTo>
                    <a:pt x="2861959" y="384873"/>
                  </a:lnTo>
                  <a:lnTo>
                    <a:pt x="2862015" y="384916"/>
                  </a:lnTo>
                  <a:lnTo>
                    <a:pt x="2862033" y="384929"/>
                  </a:lnTo>
                  <a:lnTo>
                    <a:pt x="2862074" y="384967"/>
                  </a:lnTo>
                  <a:lnTo>
                    <a:pt x="2862104" y="384997"/>
                  </a:lnTo>
                  <a:lnTo>
                    <a:pt x="2862126" y="385028"/>
                  </a:lnTo>
                  <a:lnTo>
                    <a:pt x="2862143" y="385059"/>
                  </a:lnTo>
                  <a:lnTo>
                    <a:pt x="2862154" y="385088"/>
                  </a:lnTo>
                  <a:lnTo>
                    <a:pt x="2862166" y="385172"/>
                  </a:lnTo>
                  <a:lnTo>
                    <a:pt x="2862168" y="385212"/>
                  </a:lnTo>
                  <a:lnTo>
                    <a:pt x="2862163" y="385317"/>
                  </a:lnTo>
                  <a:lnTo>
                    <a:pt x="2862159" y="385347"/>
                  </a:lnTo>
                  <a:lnTo>
                    <a:pt x="2862149" y="385379"/>
                  </a:lnTo>
                  <a:lnTo>
                    <a:pt x="2862143" y="385421"/>
                  </a:lnTo>
                  <a:lnTo>
                    <a:pt x="2862139" y="385469"/>
                  </a:lnTo>
                  <a:lnTo>
                    <a:pt x="2862139" y="385486"/>
                  </a:lnTo>
                  <a:lnTo>
                    <a:pt x="2862066" y="385753"/>
                  </a:lnTo>
                  <a:lnTo>
                    <a:pt x="2862009" y="385935"/>
                  </a:lnTo>
                  <a:lnTo>
                    <a:pt x="2861770" y="386122"/>
                  </a:lnTo>
                  <a:lnTo>
                    <a:pt x="2861563" y="386257"/>
                  </a:lnTo>
                  <a:lnTo>
                    <a:pt x="2861405" y="386418"/>
                  </a:lnTo>
                  <a:lnTo>
                    <a:pt x="2861206" y="386546"/>
                  </a:lnTo>
                  <a:lnTo>
                    <a:pt x="2861191" y="386554"/>
                  </a:lnTo>
                  <a:lnTo>
                    <a:pt x="2861131" y="386581"/>
                  </a:lnTo>
                  <a:lnTo>
                    <a:pt x="2861100" y="386601"/>
                  </a:lnTo>
                  <a:lnTo>
                    <a:pt x="2861056" y="386616"/>
                  </a:lnTo>
                  <a:lnTo>
                    <a:pt x="2861003" y="386628"/>
                  </a:lnTo>
                  <a:lnTo>
                    <a:pt x="2860928" y="386641"/>
                  </a:lnTo>
                  <a:lnTo>
                    <a:pt x="2860861" y="386653"/>
                  </a:lnTo>
                  <a:lnTo>
                    <a:pt x="2860812" y="386658"/>
                  </a:lnTo>
                  <a:lnTo>
                    <a:pt x="2860771" y="386669"/>
                  </a:lnTo>
                  <a:lnTo>
                    <a:pt x="2860736" y="386683"/>
                  </a:lnTo>
                  <a:lnTo>
                    <a:pt x="2860689" y="386704"/>
                  </a:lnTo>
                  <a:lnTo>
                    <a:pt x="2860652" y="386725"/>
                  </a:lnTo>
                  <a:lnTo>
                    <a:pt x="2860596" y="386757"/>
                  </a:lnTo>
                  <a:lnTo>
                    <a:pt x="2860524" y="386795"/>
                  </a:lnTo>
                  <a:lnTo>
                    <a:pt x="2860500" y="386808"/>
                  </a:lnTo>
                  <a:lnTo>
                    <a:pt x="2860458" y="386828"/>
                  </a:lnTo>
                  <a:lnTo>
                    <a:pt x="2860394" y="386847"/>
                  </a:lnTo>
                  <a:lnTo>
                    <a:pt x="2860363" y="386852"/>
                  </a:lnTo>
                  <a:lnTo>
                    <a:pt x="2860341" y="386855"/>
                  </a:lnTo>
                  <a:lnTo>
                    <a:pt x="2860306" y="386858"/>
                  </a:lnTo>
                  <a:lnTo>
                    <a:pt x="2860260" y="386864"/>
                  </a:lnTo>
                  <a:lnTo>
                    <a:pt x="2860216" y="386871"/>
                  </a:lnTo>
                  <a:lnTo>
                    <a:pt x="2860134" y="386882"/>
                  </a:lnTo>
                  <a:lnTo>
                    <a:pt x="2860088" y="386887"/>
                  </a:lnTo>
                  <a:lnTo>
                    <a:pt x="2860014" y="386890"/>
                  </a:lnTo>
                  <a:lnTo>
                    <a:pt x="2859963" y="386894"/>
                  </a:lnTo>
                  <a:lnTo>
                    <a:pt x="2859819" y="386892"/>
                  </a:lnTo>
                  <a:lnTo>
                    <a:pt x="2859749" y="386889"/>
                  </a:lnTo>
                  <a:lnTo>
                    <a:pt x="2859697" y="386885"/>
                  </a:lnTo>
                  <a:lnTo>
                    <a:pt x="2859623" y="386880"/>
                  </a:lnTo>
                  <a:lnTo>
                    <a:pt x="2859467" y="386895"/>
                  </a:lnTo>
                  <a:lnTo>
                    <a:pt x="2859154" y="386972"/>
                  </a:lnTo>
                  <a:lnTo>
                    <a:pt x="2858889" y="387083"/>
                  </a:lnTo>
                  <a:lnTo>
                    <a:pt x="2858798" y="387150"/>
                  </a:lnTo>
                  <a:lnTo>
                    <a:pt x="2858642" y="387324"/>
                  </a:lnTo>
                  <a:lnTo>
                    <a:pt x="2858594" y="387405"/>
                  </a:lnTo>
                  <a:lnTo>
                    <a:pt x="2858539" y="387551"/>
                  </a:lnTo>
                  <a:lnTo>
                    <a:pt x="2858504" y="387700"/>
                  </a:lnTo>
                  <a:lnTo>
                    <a:pt x="2858488" y="387735"/>
                  </a:lnTo>
                  <a:lnTo>
                    <a:pt x="2858474" y="387776"/>
                  </a:lnTo>
                  <a:lnTo>
                    <a:pt x="2858460" y="387814"/>
                  </a:lnTo>
                  <a:lnTo>
                    <a:pt x="2858422" y="387942"/>
                  </a:lnTo>
                  <a:lnTo>
                    <a:pt x="2858421" y="387970"/>
                  </a:lnTo>
                  <a:lnTo>
                    <a:pt x="2858409" y="388024"/>
                  </a:lnTo>
                  <a:lnTo>
                    <a:pt x="2858404" y="388102"/>
                  </a:lnTo>
                  <a:lnTo>
                    <a:pt x="2858407" y="388159"/>
                  </a:lnTo>
                  <a:lnTo>
                    <a:pt x="2858412" y="388199"/>
                  </a:lnTo>
                  <a:lnTo>
                    <a:pt x="2858422" y="388242"/>
                  </a:lnTo>
                  <a:lnTo>
                    <a:pt x="2858433" y="388274"/>
                  </a:lnTo>
                  <a:lnTo>
                    <a:pt x="2858443" y="388296"/>
                  </a:lnTo>
                  <a:lnTo>
                    <a:pt x="2858455" y="388322"/>
                  </a:lnTo>
                  <a:lnTo>
                    <a:pt x="2858461" y="388329"/>
                  </a:lnTo>
                  <a:lnTo>
                    <a:pt x="2858464" y="388340"/>
                  </a:lnTo>
                  <a:lnTo>
                    <a:pt x="2858572" y="388448"/>
                  </a:lnTo>
                  <a:lnTo>
                    <a:pt x="2858625" y="388478"/>
                  </a:lnTo>
                  <a:lnTo>
                    <a:pt x="2858917" y="388618"/>
                  </a:lnTo>
                  <a:lnTo>
                    <a:pt x="2859271" y="388765"/>
                  </a:lnTo>
                  <a:lnTo>
                    <a:pt x="2859593" y="388890"/>
                  </a:lnTo>
                  <a:lnTo>
                    <a:pt x="2859794" y="388934"/>
                  </a:lnTo>
                  <a:lnTo>
                    <a:pt x="2859815" y="388932"/>
                  </a:lnTo>
                  <a:lnTo>
                    <a:pt x="2859849" y="388938"/>
                  </a:lnTo>
                  <a:lnTo>
                    <a:pt x="2859891" y="388941"/>
                  </a:lnTo>
                  <a:lnTo>
                    <a:pt x="2859934" y="388943"/>
                  </a:lnTo>
                  <a:lnTo>
                    <a:pt x="2859970" y="388940"/>
                  </a:lnTo>
                  <a:lnTo>
                    <a:pt x="2860027" y="388930"/>
                  </a:lnTo>
                  <a:lnTo>
                    <a:pt x="2860083" y="388918"/>
                  </a:lnTo>
                  <a:lnTo>
                    <a:pt x="2860143" y="388896"/>
                  </a:lnTo>
                  <a:lnTo>
                    <a:pt x="2860189" y="388874"/>
                  </a:lnTo>
                  <a:lnTo>
                    <a:pt x="2860282" y="388824"/>
                  </a:lnTo>
                  <a:lnTo>
                    <a:pt x="2860336" y="388793"/>
                  </a:lnTo>
                  <a:lnTo>
                    <a:pt x="2860414" y="388743"/>
                  </a:lnTo>
                  <a:lnTo>
                    <a:pt x="2860468" y="388702"/>
                  </a:lnTo>
                  <a:lnTo>
                    <a:pt x="2860506" y="388675"/>
                  </a:lnTo>
                  <a:lnTo>
                    <a:pt x="2860540" y="388642"/>
                  </a:lnTo>
                  <a:lnTo>
                    <a:pt x="2860557" y="388620"/>
                  </a:lnTo>
                  <a:lnTo>
                    <a:pt x="2860584" y="388596"/>
                  </a:lnTo>
                  <a:lnTo>
                    <a:pt x="2860606" y="388575"/>
                  </a:lnTo>
                  <a:lnTo>
                    <a:pt x="2860635" y="388558"/>
                  </a:lnTo>
                  <a:lnTo>
                    <a:pt x="2860663" y="388550"/>
                  </a:lnTo>
                  <a:lnTo>
                    <a:pt x="2860696" y="388542"/>
                  </a:lnTo>
                  <a:lnTo>
                    <a:pt x="2860736" y="388540"/>
                  </a:lnTo>
                  <a:lnTo>
                    <a:pt x="2860769" y="388539"/>
                  </a:lnTo>
                  <a:lnTo>
                    <a:pt x="2860796" y="388538"/>
                  </a:lnTo>
                  <a:lnTo>
                    <a:pt x="2860827" y="388541"/>
                  </a:lnTo>
                  <a:lnTo>
                    <a:pt x="2860857" y="388547"/>
                  </a:lnTo>
                  <a:lnTo>
                    <a:pt x="2860866" y="388550"/>
                  </a:lnTo>
                  <a:lnTo>
                    <a:pt x="2860883" y="388557"/>
                  </a:lnTo>
                  <a:lnTo>
                    <a:pt x="2860910" y="388574"/>
                  </a:lnTo>
                  <a:lnTo>
                    <a:pt x="2860930" y="388596"/>
                  </a:lnTo>
                  <a:lnTo>
                    <a:pt x="2860958" y="388640"/>
                  </a:lnTo>
                  <a:lnTo>
                    <a:pt x="2860965" y="388661"/>
                  </a:lnTo>
                  <a:lnTo>
                    <a:pt x="2860971" y="388685"/>
                  </a:lnTo>
                  <a:lnTo>
                    <a:pt x="2860970" y="388723"/>
                  </a:lnTo>
                  <a:lnTo>
                    <a:pt x="2860967" y="388757"/>
                  </a:lnTo>
                  <a:lnTo>
                    <a:pt x="2860965" y="388806"/>
                  </a:lnTo>
                  <a:lnTo>
                    <a:pt x="2860948" y="388843"/>
                  </a:lnTo>
                  <a:lnTo>
                    <a:pt x="2860917" y="388902"/>
                  </a:lnTo>
                  <a:lnTo>
                    <a:pt x="2860885" y="388962"/>
                  </a:lnTo>
                  <a:lnTo>
                    <a:pt x="2860849" y="389009"/>
                  </a:lnTo>
                  <a:lnTo>
                    <a:pt x="2860826" y="389045"/>
                  </a:lnTo>
                  <a:lnTo>
                    <a:pt x="2860787" y="389114"/>
                  </a:lnTo>
                  <a:lnTo>
                    <a:pt x="2860756" y="389185"/>
                  </a:lnTo>
                  <a:lnTo>
                    <a:pt x="2860735" y="389234"/>
                  </a:lnTo>
                  <a:lnTo>
                    <a:pt x="2860702" y="389301"/>
                  </a:lnTo>
                  <a:lnTo>
                    <a:pt x="2860676" y="389362"/>
                  </a:lnTo>
                  <a:lnTo>
                    <a:pt x="2860655" y="389408"/>
                  </a:lnTo>
                  <a:lnTo>
                    <a:pt x="2860633" y="389463"/>
                  </a:lnTo>
                  <a:lnTo>
                    <a:pt x="2860612" y="389511"/>
                  </a:lnTo>
                  <a:lnTo>
                    <a:pt x="2860587" y="389570"/>
                  </a:lnTo>
                  <a:lnTo>
                    <a:pt x="2860568" y="389629"/>
                  </a:lnTo>
                  <a:lnTo>
                    <a:pt x="2860552" y="389677"/>
                  </a:lnTo>
                  <a:lnTo>
                    <a:pt x="2860540" y="389717"/>
                  </a:lnTo>
                  <a:lnTo>
                    <a:pt x="2860524" y="389772"/>
                  </a:lnTo>
                  <a:lnTo>
                    <a:pt x="2860506" y="389807"/>
                  </a:lnTo>
                  <a:lnTo>
                    <a:pt x="2860477" y="389837"/>
                  </a:lnTo>
                  <a:lnTo>
                    <a:pt x="2860459" y="389858"/>
                  </a:lnTo>
                  <a:lnTo>
                    <a:pt x="2860423" y="389885"/>
                  </a:lnTo>
                  <a:lnTo>
                    <a:pt x="2860387" y="389913"/>
                  </a:lnTo>
                  <a:lnTo>
                    <a:pt x="2860354" y="389944"/>
                  </a:lnTo>
                  <a:lnTo>
                    <a:pt x="2860315" y="389983"/>
                  </a:lnTo>
                  <a:lnTo>
                    <a:pt x="2860292" y="390010"/>
                  </a:lnTo>
                  <a:lnTo>
                    <a:pt x="2860259" y="390068"/>
                  </a:lnTo>
                  <a:lnTo>
                    <a:pt x="2860243" y="390109"/>
                  </a:lnTo>
                  <a:lnTo>
                    <a:pt x="2860232" y="390179"/>
                  </a:lnTo>
                  <a:lnTo>
                    <a:pt x="2860219" y="390215"/>
                  </a:lnTo>
                  <a:lnTo>
                    <a:pt x="2860210" y="390311"/>
                  </a:lnTo>
                  <a:lnTo>
                    <a:pt x="2860216" y="390323"/>
                  </a:lnTo>
                  <a:lnTo>
                    <a:pt x="2860212" y="390354"/>
                  </a:lnTo>
                  <a:lnTo>
                    <a:pt x="2860213" y="390385"/>
                  </a:lnTo>
                  <a:lnTo>
                    <a:pt x="2860211" y="390416"/>
                  </a:lnTo>
                  <a:lnTo>
                    <a:pt x="2860217" y="390450"/>
                  </a:lnTo>
                  <a:lnTo>
                    <a:pt x="2860224" y="390483"/>
                  </a:lnTo>
                  <a:lnTo>
                    <a:pt x="2860230" y="390511"/>
                  </a:lnTo>
                  <a:lnTo>
                    <a:pt x="2860238" y="390544"/>
                  </a:lnTo>
                  <a:lnTo>
                    <a:pt x="2860246" y="390576"/>
                  </a:lnTo>
                  <a:lnTo>
                    <a:pt x="2860253" y="390609"/>
                  </a:lnTo>
                  <a:lnTo>
                    <a:pt x="2860261" y="390664"/>
                  </a:lnTo>
                  <a:lnTo>
                    <a:pt x="2860269" y="390728"/>
                  </a:lnTo>
                  <a:lnTo>
                    <a:pt x="2860282" y="390790"/>
                  </a:lnTo>
                  <a:lnTo>
                    <a:pt x="2860303" y="390840"/>
                  </a:lnTo>
                  <a:lnTo>
                    <a:pt x="2860321" y="390871"/>
                  </a:lnTo>
                  <a:lnTo>
                    <a:pt x="2860368" y="390930"/>
                  </a:lnTo>
                  <a:lnTo>
                    <a:pt x="2860404" y="390970"/>
                  </a:lnTo>
                  <a:lnTo>
                    <a:pt x="2860428" y="391002"/>
                  </a:lnTo>
                  <a:lnTo>
                    <a:pt x="2860463" y="391044"/>
                  </a:lnTo>
                  <a:lnTo>
                    <a:pt x="2860500" y="391085"/>
                  </a:lnTo>
                  <a:lnTo>
                    <a:pt x="2860529" y="391109"/>
                  </a:lnTo>
                  <a:lnTo>
                    <a:pt x="2860584" y="391157"/>
                  </a:lnTo>
                  <a:lnTo>
                    <a:pt x="2860616" y="391186"/>
                  </a:lnTo>
                  <a:lnTo>
                    <a:pt x="2860653" y="391219"/>
                  </a:lnTo>
                  <a:lnTo>
                    <a:pt x="2860685" y="391251"/>
                  </a:lnTo>
                  <a:lnTo>
                    <a:pt x="2860725" y="391288"/>
                  </a:lnTo>
                  <a:lnTo>
                    <a:pt x="2860747" y="391314"/>
                  </a:lnTo>
                  <a:lnTo>
                    <a:pt x="2860761" y="391346"/>
                  </a:lnTo>
                  <a:lnTo>
                    <a:pt x="2860788" y="391383"/>
                  </a:lnTo>
                  <a:lnTo>
                    <a:pt x="2860800" y="391411"/>
                  </a:lnTo>
                  <a:lnTo>
                    <a:pt x="2860815" y="391443"/>
                  </a:lnTo>
                  <a:lnTo>
                    <a:pt x="2860828" y="391469"/>
                  </a:lnTo>
                  <a:lnTo>
                    <a:pt x="2860843" y="391502"/>
                  </a:lnTo>
                  <a:lnTo>
                    <a:pt x="2860859" y="391533"/>
                  </a:lnTo>
                  <a:lnTo>
                    <a:pt x="2860870" y="391562"/>
                  </a:lnTo>
                  <a:lnTo>
                    <a:pt x="2860883" y="391594"/>
                  </a:lnTo>
                  <a:lnTo>
                    <a:pt x="2860895" y="391626"/>
                  </a:lnTo>
                  <a:lnTo>
                    <a:pt x="2860908" y="391658"/>
                  </a:lnTo>
                  <a:lnTo>
                    <a:pt x="2860913" y="391685"/>
                  </a:lnTo>
                  <a:lnTo>
                    <a:pt x="2860920" y="391716"/>
                  </a:lnTo>
                  <a:lnTo>
                    <a:pt x="2860923" y="391746"/>
                  </a:lnTo>
                  <a:lnTo>
                    <a:pt x="2860928" y="391793"/>
                  </a:lnTo>
                  <a:lnTo>
                    <a:pt x="2860926" y="391812"/>
                  </a:lnTo>
                  <a:lnTo>
                    <a:pt x="2860917" y="391833"/>
                  </a:lnTo>
                  <a:lnTo>
                    <a:pt x="2860903" y="391853"/>
                  </a:lnTo>
                  <a:lnTo>
                    <a:pt x="2860864" y="391885"/>
                  </a:lnTo>
                  <a:lnTo>
                    <a:pt x="2860831" y="391912"/>
                  </a:lnTo>
                  <a:lnTo>
                    <a:pt x="2860805" y="391942"/>
                  </a:lnTo>
                  <a:lnTo>
                    <a:pt x="2860782" y="391976"/>
                  </a:lnTo>
                  <a:lnTo>
                    <a:pt x="2860776" y="392006"/>
                  </a:lnTo>
                  <a:lnTo>
                    <a:pt x="2860772" y="392035"/>
                  </a:lnTo>
                  <a:lnTo>
                    <a:pt x="2860777" y="392094"/>
                  </a:lnTo>
                  <a:lnTo>
                    <a:pt x="2860773" y="392139"/>
                  </a:lnTo>
                  <a:lnTo>
                    <a:pt x="2860771" y="392175"/>
                  </a:lnTo>
                  <a:lnTo>
                    <a:pt x="2860758" y="392225"/>
                  </a:lnTo>
                  <a:lnTo>
                    <a:pt x="2860743" y="392264"/>
                  </a:lnTo>
                  <a:lnTo>
                    <a:pt x="2860734" y="392292"/>
                  </a:lnTo>
                  <a:lnTo>
                    <a:pt x="2860705" y="392346"/>
                  </a:lnTo>
                  <a:lnTo>
                    <a:pt x="2860700" y="392365"/>
                  </a:lnTo>
                  <a:lnTo>
                    <a:pt x="2860692" y="392393"/>
                  </a:lnTo>
                  <a:lnTo>
                    <a:pt x="2860684" y="392430"/>
                  </a:lnTo>
                  <a:lnTo>
                    <a:pt x="2860680" y="392462"/>
                  </a:lnTo>
                  <a:lnTo>
                    <a:pt x="2860670" y="392495"/>
                  </a:lnTo>
                  <a:lnTo>
                    <a:pt x="2860653" y="392531"/>
                  </a:lnTo>
                  <a:lnTo>
                    <a:pt x="2860636" y="392560"/>
                  </a:lnTo>
                  <a:lnTo>
                    <a:pt x="2860604" y="392605"/>
                  </a:lnTo>
                  <a:lnTo>
                    <a:pt x="2860570" y="392630"/>
                  </a:lnTo>
                  <a:lnTo>
                    <a:pt x="2860523" y="392663"/>
                  </a:lnTo>
                  <a:lnTo>
                    <a:pt x="2860496" y="392682"/>
                  </a:lnTo>
                  <a:lnTo>
                    <a:pt x="2860469" y="392710"/>
                  </a:lnTo>
                  <a:lnTo>
                    <a:pt x="2860448" y="392734"/>
                  </a:lnTo>
                  <a:lnTo>
                    <a:pt x="2860432" y="392767"/>
                  </a:lnTo>
                  <a:lnTo>
                    <a:pt x="2860424" y="392796"/>
                  </a:lnTo>
                  <a:lnTo>
                    <a:pt x="2860412" y="392824"/>
                  </a:lnTo>
                  <a:lnTo>
                    <a:pt x="2860386" y="392876"/>
                  </a:lnTo>
                  <a:lnTo>
                    <a:pt x="2860352" y="392932"/>
                  </a:lnTo>
                  <a:lnTo>
                    <a:pt x="2860313" y="392978"/>
                  </a:lnTo>
                  <a:lnTo>
                    <a:pt x="2860276" y="393012"/>
                  </a:lnTo>
                  <a:lnTo>
                    <a:pt x="2860219" y="393050"/>
                  </a:lnTo>
                  <a:lnTo>
                    <a:pt x="2860187" y="393062"/>
                  </a:lnTo>
                  <a:lnTo>
                    <a:pt x="2860146" y="393072"/>
                  </a:lnTo>
                  <a:lnTo>
                    <a:pt x="2860069" y="393075"/>
                  </a:lnTo>
                  <a:lnTo>
                    <a:pt x="2860021" y="393074"/>
                  </a:lnTo>
                  <a:lnTo>
                    <a:pt x="2859942" y="393076"/>
                  </a:lnTo>
                  <a:lnTo>
                    <a:pt x="2859860" y="393084"/>
                  </a:lnTo>
                  <a:lnTo>
                    <a:pt x="2859825" y="393088"/>
                  </a:lnTo>
                  <a:lnTo>
                    <a:pt x="2859766" y="393098"/>
                  </a:lnTo>
                  <a:lnTo>
                    <a:pt x="2859727" y="393106"/>
                  </a:lnTo>
                  <a:lnTo>
                    <a:pt x="2859693" y="393120"/>
                  </a:lnTo>
                  <a:lnTo>
                    <a:pt x="2859643" y="393138"/>
                  </a:lnTo>
                  <a:lnTo>
                    <a:pt x="2859607" y="393154"/>
                  </a:lnTo>
                  <a:lnTo>
                    <a:pt x="2859564" y="393177"/>
                  </a:lnTo>
                  <a:lnTo>
                    <a:pt x="2859531" y="393187"/>
                  </a:lnTo>
                  <a:lnTo>
                    <a:pt x="2859497" y="393205"/>
                  </a:lnTo>
                  <a:lnTo>
                    <a:pt x="2859471" y="393212"/>
                  </a:lnTo>
                  <a:lnTo>
                    <a:pt x="2859413" y="393217"/>
                  </a:lnTo>
                  <a:lnTo>
                    <a:pt x="2859311" y="393214"/>
                  </a:lnTo>
                  <a:lnTo>
                    <a:pt x="2859281" y="393212"/>
                  </a:lnTo>
                  <a:lnTo>
                    <a:pt x="2859211" y="393196"/>
                  </a:lnTo>
                  <a:lnTo>
                    <a:pt x="2859138" y="393170"/>
                  </a:lnTo>
                  <a:lnTo>
                    <a:pt x="2859100" y="393155"/>
                  </a:lnTo>
                  <a:lnTo>
                    <a:pt x="2859031" y="393128"/>
                  </a:lnTo>
                  <a:lnTo>
                    <a:pt x="2858970" y="393099"/>
                  </a:lnTo>
                  <a:lnTo>
                    <a:pt x="2858910" y="393066"/>
                  </a:lnTo>
                  <a:lnTo>
                    <a:pt x="2858859" y="393043"/>
                  </a:lnTo>
                  <a:lnTo>
                    <a:pt x="2858802" y="393027"/>
                  </a:lnTo>
                  <a:lnTo>
                    <a:pt x="2858692" y="393006"/>
                  </a:lnTo>
                  <a:lnTo>
                    <a:pt x="2858620" y="392994"/>
                  </a:lnTo>
                  <a:lnTo>
                    <a:pt x="2858575" y="392992"/>
                  </a:lnTo>
                  <a:lnTo>
                    <a:pt x="2858489" y="392988"/>
                  </a:lnTo>
                  <a:lnTo>
                    <a:pt x="2858437" y="392991"/>
                  </a:lnTo>
                  <a:lnTo>
                    <a:pt x="2858359" y="392994"/>
                  </a:lnTo>
                  <a:lnTo>
                    <a:pt x="2858326" y="392999"/>
                  </a:lnTo>
                  <a:lnTo>
                    <a:pt x="2858278" y="393009"/>
                  </a:lnTo>
                  <a:lnTo>
                    <a:pt x="2858220" y="393027"/>
                  </a:lnTo>
                  <a:lnTo>
                    <a:pt x="2858163" y="393043"/>
                  </a:lnTo>
                  <a:lnTo>
                    <a:pt x="2858117" y="393061"/>
                  </a:lnTo>
                  <a:lnTo>
                    <a:pt x="2858083" y="393083"/>
                  </a:lnTo>
                  <a:lnTo>
                    <a:pt x="2858055" y="393105"/>
                  </a:lnTo>
                  <a:lnTo>
                    <a:pt x="2858029" y="393132"/>
                  </a:lnTo>
                  <a:lnTo>
                    <a:pt x="2858014" y="393151"/>
                  </a:lnTo>
                  <a:lnTo>
                    <a:pt x="2857996" y="393175"/>
                  </a:lnTo>
                  <a:lnTo>
                    <a:pt x="2857984" y="393215"/>
                  </a:lnTo>
                  <a:lnTo>
                    <a:pt x="2857991" y="393291"/>
                  </a:lnTo>
                  <a:lnTo>
                    <a:pt x="2858002" y="393335"/>
                  </a:lnTo>
                  <a:lnTo>
                    <a:pt x="2858014" y="393351"/>
                  </a:lnTo>
                  <a:lnTo>
                    <a:pt x="2858041" y="393376"/>
                  </a:lnTo>
                  <a:lnTo>
                    <a:pt x="2858072" y="393398"/>
                  </a:lnTo>
                  <a:lnTo>
                    <a:pt x="2858098" y="393417"/>
                  </a:lnTo>
                  <a:lnTo>
                    <a:pt x="2858140" y="393437"/>
                  </a:lnTo>
                  <a:lnTo>
                    <a:pt x="2858198" y="393457"/>
                  </a:lnTo>
                  <a:lnTo>
                    <a:pt x="2858248" y="393473"/>
                  </a:lnTo>
                  <a:lnTo>
                    <a:pt x="2858300" y="393485"/>
                  </a:lnTo>
                  <a:lnTo>
                    <a:pt x="2858340" y="393493"/>
                  </a:lnTo>
                  <a:lnTo>
                    <a:pt x="2858419" y="393519"/>
                  </a:lnTo>
                  <a:lnTo>
                    <a:pt x="2858492" y="393537"/>
                  </a:lnTo>
                  <a:lnTo>
                    <a:pt x="2858587" y="393570"/>
                  </a:lnTo>
                  <a:lnTo>
                    <a:pt x="2858657" y="393600"/>
                  </a:lnTo>
                  <a:lnTo>
                    <a:pt x="2858724" y="393633"/>
                  </a:lnTo>
                  <a:lnTo>
                    <a:pt x="2858775" y="393667"/>
                  </a:lnTo>
                  <a:lnTo>
                    <a:pt x="2858841" y="393717"/>
                  </a:lnTo>
                  <a:lnTo>
                    <a:pt x="2858877" y="393758"/>
                  </a:lnTo>
                  <a:lnTo>
                    <a:pt x="2858919" y="393811"/>
                  </a:lnTo>
                  <a:lnTo>
                    <a:pt x="2858942" y="393873"/>
                  </a:lnTo>
                  <a:lnTo>
                    <a:pt x="2858958" y="393913"/>
                  </a:lnTo>
                  <a:lnTo>
                    <a:pt x="2858957" y="393944"/>
                  </a:lnTo>
                  <a:lnTo>
                    <a:pt x="2858943" y="393988"/>
                  </a:lnTo>
                  <a:lnTo>
                    <a:pt x="2858923" y="394023"/>
                  </a:lnTo>
                  <a:lnTo>
                    <a:pt x="2858892" y="394061"/>
                  </a:lnTo>
                  <a:lnTo>
                    <a:pt x="2858867" y="394088"/>
                  </a:lnTo>
                  <a:lnTo>
                    <a:pt x="2858805" y="394130"/>
                  </a:lnTo>
                  <a:lnTo>
                    <a:pt x="2858773" y="394149"/>
                  </a:lnTo>
                  <a:lnTo>
                    <a:pt x="2858731" y="394167"/>
                  </a:lnTo>
                  <a:lnTo>
                    <a:pt x="2858671" y="394181"/>
                  </a:lnTo>
                  <a:lnTo>
                    <a:pt x="2858583" y="394209"/>
                  </a:lnTo>
                  <a:lnTo>
                    <a:pt x="2858521" y="394226"/>
                  </a:lnTo>
                  <a:lnTo>
                    <a:pt x="2858450" y="394247"/>
                  </a:lnTo>
                  <a:lnTo>
                    <a:pt x="2858380" y="394271"/>
                  </a:lnTo>
                  <a:lnTo>
                    <a:pt x="2858328" y="394295"/>
                  </a:lnTo>
                  <a:lnTo>
                    <a:pt x="2858279" y="394332"/>
                  </a:lnTo>
                  <a:lnTo>
                    <a:pt x="2858222" y="394380"/>
                  </a:lnTo>
                  <a:lnTo>
                    <a:pt x="2858173" y="394421"/>
                  </a:lnTo>
                  <a:lnTo>
                    <a:pt x="2858127" y="394460"/>
                  </a:lnTo>
                  <a:lnTo>
                    <a:pt x="2858083" y="394504"/>
                  </a:lnTo>
                  <a:lnTo>
                    <a:pt x="2858071" y="394525"/>
                  </a:lnTo>
                  <a:lnTo>
                    <a:pt x="2858049" y="394564"/>
                  </a:lnTo>
                  <a:lnTo>
                    <a:pt x="2858044" y="394574"/>
                  </a:lnTo>
                  <a:lnTo>
                    <a:pt x="2858039" y="394596"/>
                  </a:lnTo>
                  <a:lnTo>
                    <a:pt x="2858040" y="394649"/>
                  </a:lnTo>
                  <a:lnTo>
                    <a:pt x="2858044" y="394688"/>
                  </a:lnTo>
                  <a:lnTo>
                    <a:pt x="2858047" y="394713"/>
                  </a:lnTo>
                  <a:lnTo>
                    <a:pt x="2858044" y="394737"/>
                  </a:lnTo>
                  <a:lnTo>
                    <a:pt x="2858044" y="394764"/>
                  </a:lnTo>
                  <a:lnTo>
                    <a:pt x="2858037" y="394820"/>
                  </a:lnTo>
                  <a:lnTo>
                    <a:pt x="2858031" y="394865"/>
                  </a:lnTo>
                  <a:lnTo>
                    <a:pt x="2858014" y="394938"/>
                  </a:lnTo>
                  <a:lnTo>
                    <a:pt x="2857997" y="394997"/>
                  </a:lnTo>
                  <a:lnTo>
                    <a:pt x="2857987" y="395066"/>
                  </a:lnTo>
                  <a:lnTo>
                    <a:pt x="2857971" y="395127"/>
                  </a:lnTo>
                  <a:lnTo>
                    <a:pt x="2857958" y="395162"/>
                  </a:lnTo>
                  <a:lnTo>
                    <a:pt x="2857936" y="395226"/>
                  </a:lnTo>
                  <a:lnTo>
                    <a:pt x="2857888" y="395315"/>
                  </a:lnTo>
                  <a:lnTo>
                    <a:pt x="2857866" y="395357"/>
                  </a:lnTo>
                  <a:lnTo>
                    <a:pt x="2857831" y="395403"/>
                  </a:lnTo>
                  <a:lnTo>
                    <a:pt x="2857776" y="395478"/>
                  </a:lnTo>
                  <a:lnTo>
                    <a:pt x="2857752" y="395510"/>
                  </a:lnTo>
                  <a:lnTo>
                    <a:pt x="2857719" y="395545"/>
                  </a:lnTo>
                  <a:lnTo>
                    <a:pt x="2857630" y="395610"/>
                  </a:lnTo>
                  <a:lnTo>
                    <a:pt x="2857590" y="395638"/>
                  </a:lnTo>
                  <a:lnTo>
                    <a:pt x="2857544" y="395667"/>
                  </a:lnTo>
                  <a:lnTo>
                    <a:pt x="2857492" y="395696"/>
                  </a:lnTo>
                  <a:lnTo>
                    <a:pt x="2857431" y="395727"/>
                  </a:lnTo>
                  <a:lnTo>
                    <a:pt x="2857395" y="395742"/>
                  </a:lnTo>
                  <a:lnTo>
                    <a:pt x="2857348" y="395756"/>
                  </a:lnTo>
                  <a:lnTo>
                    <a:pt x="2857298" y="395764"/>
                  </a:lnTo>
                  <a:lnTo>
                    <a:pt x="2857224" y="395768"/>
                  </a:lnTo>
                  <a:lnTo>
                    <a:pt x="2857183" y="395766"/>
                  </a:lnTo>
                  <a:lnTo>
                    <a:pt x="2857140" y="395756"/>
                  </a:lnTo>
                  <a:lnTo>
                    <a:pt x="2857091" y="395742"/>
                  </a:lnTo>
                  <a:lnTo>
                    <a:pt x="2857011" y="395714"/>
                  </a:lnTo>
                  <a:lnTo>
                    <a:pt x="2856967" y="395697"/>
                  </a:lnTo>
                  <a:lnTo>
                    <a:pt x="2856922" y="395670"/>
                  </a:lnTo>
                  <a:lnTo>
                    <a:pt x="2856881" y="395638"/>
                  </a:lnTo>
                  <a:lnTo>
                    <a:pt x="2856834" y="395599"/>
                  </a:lnTo>
                  <a:lnTo>
                    <a:pt x="2856811" y="395573"/>
                  </a:lnTo>
                  <a:lnTo>
                    <a:pt x="2856762" y="395523"/>
                  </a:lnTo>
                  <a:lnTo>
                    <a:pt x="2856735" y="395485"/>
                  </a:lnTo>
                  <a:lnTo>
                    <a:pt x="2856719" y="395446"/>
                  </a:lnTo>
                  <a:lnTo>
                    <a:pt x="2856706" y="395421"/>
                  </a:lnTo>
                  <a:lnTo>
                    <a:pt x="2856700" y="395369"/>
                  </a:lnTo>
                  <a:lnTo>
                    <a:pt x="2856692" y="395325"/>
                  </a:lnTo>
                  <a:lnTo>
                    <a:pt x="2856690" y="395299"/>
                  </a:lnTo>
                  <a:lnTo>
                    <a:pt x="2856690" y="395262"/>
                  </a:lnTo>
                  <a:lnTo>
                    <a:pt x="2856693" y="395231"/>
                  </a:lnTo>
                  <a:lnTo>
                    <a:pt x="2856697" y="395177"/>
                  </a:lnTo>
                  <a:lnTo>
                    <a:pt x="2856703" y="395134"/>
                  </a:lnTo>
                  <a:lnTo>
                    <a:pt x="2856705" y="395098"/>
                  </a:lnTo>
                  <a:lnTo>
                    <a:pt x="2856711" y="395057"/>
                  </a:lnTo>
                  <a:lnTo>
                    <a:pt x="2856718" y="395005"/>
                  </a:lnTo>
                  <a:lnTo>
                    <a:pt x="2856723" y="394917"/>
                  </a:lnTo>
                  <a:lnTo>
                    <a:pt x="2856726" y="394882"/>
                  </a:lnTo>
                  <a:lnTo>
                    <a:pt x="2856721" y="394834"/>
                  </a:lnTo>
                  <a:lnTo>
                    <a:pt x="2856711" y="394780"/>
                  </a:lnTo>
                  <a:lnTo>
                    <a:pt x="2856697" y="394722"/>
                  </a:lnTo>
                  <a:lnTo>
                    <a:pt x="2856677" y="394671"/>
                  </a:lnTo>
                  <a:lnTo>
                    <a:pt x="2856658" y="394629"/>
                  </a:lnTo>
                  <a:lnTo>
                    <a:pt x="2856634" y="394583"/>
                  </a:lnTo>
                  <a:lnTo>
                    <a:pt x="2856585" y="394522"/>
                  </a:lnTo>
                  <a:lnTo>
                    <a:pt x="2856551" y="394479"/>
                  </a:lnTo>
                  <a:lnTo>
                    <a:pt x="2856492" y="394420"/>
                  </a:lnTo>
                  <a:lnTo>
                    <a:pt x="2856458" y="394390"/>
                  </a:lnTo>
                  <a:lnTo>
                    <a:pt x="2856419" y="394359"/>
                  </a:lnTo>
                  <a:lnTo>
                    <a:pt x="2856369" y="394325"/>
                  </a:lnTo>
                  <a:lnTo>
                    <a:pt x="2856307" y="394294"/>
                  </a:lnTo>
                  <a:lnTo>
                    <a:pt x="2856236" y="394261"/>
                  </a:lnTo>
                  <a:lnTo>
                    <a:pt x="2856184" y="394235"/>
                  </a:lnTo>
                  <a:lnTo>
                    <a:pt x="2856136" y="394218"/>
                  </a:lnTo>
                  <a:lnTo>
                    <a:pt x="2856095" y="394203"/>
                  </a:lnTo>
                  <a:lnTo>
                    <a:pt x="2856012" y="394184"/>
                  </a:lnTo>
                  <a:lnTo>
                    <a:pt x="2855926" y="394170"/>
                  </a:lnTo>
                  <a:lnTo>
                    <a:pt x="2855813" y="394167"/>
                  </a:lnTo>
                  <a:lnTo>
                    <a:pt x="2855718" y="394169"/>
                  </a:lnTo>
                  <a:lnTo>
                    <a:pt x="2855663" y="394176"/>
                  </a:lnTo>
                  <a:lnTo>
                    <a:pt x="2855626" y="394185"/>
                  </a:lnTo>
                  <a:lnTo>
                    <a:pt x="2855596" y="394196"/>
                  </a:lnTo>
                  <a:lnTo>
                    <a:pt x="2855549" y="394218"/>
                  </a:lnTo>
                  <a:lnTo>
                    <a:pt x="2855487" y="394248"/>
                  </a:lnTo>
                  <a:lnTo>
                    <a:pt x="2855429" y="394280"/>
                  </a:lnTo>
                  <a:lnTo>
                    <a:pt x="2855355" y="394341"/>
                  </a:lnTo>
                  <a:lnTo>
                    <a:pt x="2855297" y="394405"/>
                  </a:lnTo>
                  <a:lnTo>
                    <a:pt x="2855245" y="394467"/>
                  </a:lnTo>
                  <a:lnTo>
                    <a:pt x="2855210" y="394537"/>
                  </a:lnTo>
                  <a:lnTo>
                    <a:pt x="2855196" y="394568"/>
                  </a:lnTo>
                  <a:lnTo>
                    <a:pt x="2855182" y="394603"/>
                  </a:lnTo>
                  <a:lnTo>
                    <a:pt x="2855176" y="394631"/>
                  </a:lnTo>
                  <a:lnTo>
                    <a:pt x="2855174" y="394662"/>
                  </a:lnTo>
                  <a:lnTo>
                    <a:pt x="2855171" y="394695"/>
                  </a:lnTo>
                  <a:lnTo>
                    <a:pt x="2855171" y="394724"/>
                  </a:lnTo>
                  <a:lnTo>
                    <a:pt x="2855170" y="394759"/>
                  </a:lnTo>
                  <a:lnTo>
                    <a:pt x="2855179" y="394790"/>
                  </a:lnTo>
                  <a:lnTo>
                    <a:pt x="2855186" y="394823"/>
                  </a:lnTo>
                  <a:lnTo>
                    <a:pt x="2855193" y="394856"/>
                  </a:lnTo>
                  <a:lnTo>
                    <a:pt x="2855195" y="394918"/>
                  </a:lnTo>
                  <a:lnTo>
                    <a:pt x="2855195" y="394949"/>
                  </a:lnTo>
                  <a:lnTo>
                    <a:pt x="2855197" y="395011"/>
                  </a:lnTo>
                  <a:lnTo>
                    <a:pt x="2855196" y="395045"/>
                  </a:lnTo>
                  <a:lnTo>
                    <a:pt x="2855192" y="395107"/>
                  </a:lnTo>
                  <a:lnTo>
                    <a:pt x="2855189" y="395173"/>
                  </a:lnTo>
                  <a:lnTo>
                    <a:pt x="2855183" y="395233"/>
                  </a:lnTo>
                  <a:lnTo>
                    <a:pt x="2855178" y="395294"/>
                  </a:lnTo>
                  <a:lnTo>
                    <a:pt x="2855178" y="395360"/>
                  </a:lnTo>
                  <a:lnTo>
                    <a:pt x="2855166" y="395455"/>
                  </a:lnTo>
                  <a:lnTo>
                    <a:pt x="2855158" y="395516"/>
                  </a:lnTo>
                  <a:lnTo>
                    <a:pt x="2855150" y="395564"/>
                  </a:lnTo>
                  <a:lnTo>
                    <a:pt x="2855134" y="395631"/>
                  </a:lnTo>
                  <a:lnTo>
                    <a:pt x="2855116" y="395702"/>
                  </a:lnTo>
                  <a:lnTo>
                    <a:pt x="2855106" y="395753"/>
                  </a:lnTo>
                  <a:lnTo>
                    <a:pt x="2855085" y="395823"/>
                  </a:lnTo>
                  <a:lnTo>
                    <a:pt x="2855067" y="395887"/>
                  </a:lnTo>
                  <a:lnTo>
                    <a:pt x="2855039" y="395965"/>
                  </a:lnTo>
                  <a:lnTo>
                    <a:pt x="2855017" y="396017"/>
                  </a:lnTo>
                  <a:lnTo>
                    <a:pt x="2854999" y="396072"/>
                  </a:lnTo>
                  <a:lnTo>
                    <a:pt x="2854977" y="396121"/>
                  </a:lnTo>
                  <a:lnTo>
                    <a:pt x="2854959" y="396153"/>
                  </a:lnTo>
                  <a:lnTo>
                    <a:pt x="2854908" y="396222"/>
                  </a:lnTo>
                  <a:lnTo>
                    <a:pt x="2854849" y="396276"/>
                  </a:lnTo>
                  <a:lnTo>
                    <a:pt x="2854796" y="396316"/>
                  </a:lnTo>
                  <a:lnTo>
                    <a:pt x="2854745" y="396358"/>
                  </a:lnTo>
                  <a:lnTo>
                    <a:pt x="2854674" y="396410"/>
                  </a:lnTo>
                  <a:lnTo>
                    <a:pt x="2854603" y="396458"/>
                  </a:lnTo>
                  <a:lnTo>
                    <a:pt x="2854495" y="396530"/>
                  </a:lnTo>
                  <a:lnTo>
                    <a:pt x="2854429" y="396575"/>
                  </a:lnTo>
                  <a:lnTo>
                    <a:pt x="2854381" y="396608"/>
                  </a:lnTo>
                  <a:lnTo>
                    <a:pt x="2854315" y="396666"/>
                  </a:lnTo>
                  <a:lnTo>
                    <a:pt x="2854293" y="396685"/>
                  </a:lnTo>
                  <a:lnTo>
                    <a:pt x="2854054" y="396831"/>
                  </a:lnTo>
                  <a:lnTo>
                    <a:pt x="2853633" y="397016"/>
                  </a:lnTo>
                  <a:lnTo>
                    <a:pt x="2853362" y="397151"/>
                  </a:lnTo>
                  <a:lnTo>
                    <a:pt x="2853142" y="397255"/>
                  </a:lnTo>
                  <a:lnTo>
                    <a:pt x="2852835" y="397380"/>
                  </a:lnTo>
                  <a:lnTo>
                    <a:pt x="2852560" y="397443"/>
                  </a:lnTo>
                  <a:lnTo>
                    <a:pt x="2852053" y="397573"/>
                  </a:lnTo>
                  <a:lnTo>
                    <a:pt x="2851876" y="397593"/>
                  </a:lnTo>
                  <a:lnTo>
                    <a:pt x="2851862" y="397589"/>
                  </a:lnTo>
                  <a:lnTo>
                    <a:pt x="2851818" y="397582"/>
                  </a:lnTo>
                  <a:lnTo>
                    <a:pt x="2851732" y="397583"/>
                  </a:lnTo>
                  <a:lnTo>
                    <a:pt x="2851683" y="397579"/>
                  </a:lnTo>
                  <a:lnTo>
                    <a:pt x="2851623" y="397583"/>
                  </a:lnTo>
                  <a:lnTo>
                    <a:pt x="2851555" y="397596"/>
                  </a:lnTo>
                  <a:lnTo>
                    <a:pt x="2851517" y="397603"/>
                  </a:lnTo>
                  <a:lnTo>
                    <a:pt x="2851476" y="397612"/>
                  </a:lnTo>
                  <a:lnTo>
                    <a:pt x="2851436" y="397617"/>
                  </a:lnTo>
                  <a:lnTo>
                    <a:pt x="2851390" y="397626"/>
                  </a:lnTo>
                  <a:lnTo>
                    <a:pt x="2851316" y="397637"/>
                  </a:lnTo>
                  <a:lnTo>
                    <a:pt x="2851272" y="397646"/>
                  </a:lnTo>
                  <a:lnTo>
                    <a:pt x="2851238" y="397654"/>
                  </a:lnTo>
                  <a:lnTo>
                    <a:pt x="2851188" y="397659"/>
                  </a:lnTo>
                  <a:lnTo>
                    <a:pt x="2851094" y="397670"/>
                  </a:lnTo>
                  <a:lnTo>
                    <a:pt x="2851068" y="397672"/>
                  </a:lnTo>
                  <a:lnTo>
                    <a:pt x="2851014" y="397679"/>
                  </a:lnTo>
                  <a:lnTo>
                    <a:pt x="2850966" y="397684"/>
                  </a:lnTo>
                  <a:lnTo>
                    <a:pt x="2850922" y="397686"/>
                  </a:lnTo>
                  <a:lnTo>
                    <a:pt x="2850860" y="397700"/>
                  </a:lnTo>
                  <a:lnTo>
                    <a:pt x="2850824" y="397707"/>
                  </a:lnTo>
                  <a:lnTo>
                    <a:pt x="2850788" y="397715"/>
                  </a:lnTo>
                  <a:lnTo>
                    <a:pt x="2850740" y="397726"/>
                  </a:lnTo>
                  <a:lnTo>
                    <a:pt x="2850679" y="397745"/>
                  </a:lnTo>
                  <a:lnTo>
                    <a:pt x="2850638" y="397762"/>
                  </a:lnTo>
                  <a:lnTo>
                    <a:pt x="2850581" y="397787"/>
                  </a:lnTo>
                  <a:lnTo>
                    <a:pt x="2850542" y="397807"/>
                  </a:lnTo>
                  <a:lnTo>
                    <a:pt x="2850511" y="397824"/>
                  </a:lnTo>
                  <a:lnTo>
                    <a:pt x="2850487" y="397835"/>
                  </a:lnTo>
                  <a:lnTo>
                    <a:pt x="2850446" y="397856"/>
                  </a:lnTo>
                  <a:lnTo>
                    <a:pt x="2850396" y="397882"/>
                  </a:lnTo>
                  <a:lnTo>
                    <a:pt x="2850355" y="397908"/>
                  </a:lnTo>
                  <a:lnTo>
                    <a:pt x="2850300" y="397947"/>
                  </a:lnTo>
                  <a:lnTo>
                    <a:pt x="2850256" y="397988"/>
                  </a:lnTo>
                  <a:lnTo>
                    <a:pt x="2850198" y="398057"/>
                  </a:lnTo>
                  <a:lnTo>
                    <a:pt x="2850165" y="398105"/>
                  </a:lnTo>
                  <a:lnTo>
                    <a:pt x="2850146" y="398139"/>
                  </a:lnTo>
                  <a:lnTo>
                    <a:pt x="2850125" y="398180"/>
                  </a:lnTo>
                  <a:lnTo>
                    <a:pt x="2850095" y="398250"/>
                  </a:lnTo>
                  <a:lnTo>
                    <a:pt x="2850075" y="398287"/>
                  </a:lnTo>
                  <a:lnTo>
                    <a:pt x="2850047" y="398353"/>
                  </a:lnTo>
                  <a:lnTo>
                    <a:pt x="2850034" y="398407"/>
                  </a:lnTo>
                  <a:lnTo>
                    <a:pt x="2850009" y="398494"/>
                  </a:lnTo>
                  <a:lnTo>
                    <a:pt x="2850006" y="398520"/>
                  </a:lnTo>
                  <a:lnTo>
                    <a:pt x="2849994" y="398577"/>
                  </a:lnTo>
                  <a:lnTo>
                    <a:pt x="2849982" y="398616"/>
                  </a:lnTo>
                  <a:lnTo>
                    <a:pt x="2849969" y="398647"/>
                  </a:lnTo>
                  <a:lnTo>
                    <a:pt x="2849954" y="398690"/>
                  </a:lnTo>
                  <a:lnTo>
                    <a:pt x="2849933" y="398771"/>
                  </a:lnTo>
                  <a:lnTo>
                    <a:pt x="2849926" y="398795"/>
                  </a:lnTo>
                  <a:lnTo>
                    <a:pt x="2849920" y="398819"/>
                  </a:lnTo>
                  <a:lnTo>
                    <a:pt x="2849913" y="398861"/>
                  </a:lnTo>
                  <a:lnTo>
                    <a:pt x="2849890" y="398958"/>
                  </a:lnTo>
                  <a:lnTo>
                    <a:pt x="2849916" y="399082"/>
                  </a:lnTo>
                  <a:lnTo>
                    <a:pt x="2849941" y="399204"/>
                  </a:lnTo>
                  <a:lnTo>
                    <a:pt x="2850216" y="399755"/>
                  </a:lnTo>
                  <a:lnTo>
                    <a:pt x="2850264" y="399852"/>
                  </a:lnTo>
                  <a:lnTo>
                    <a:pt x="2850277" y="399899"/>
                  </a:lnTo>
                  <a:lnTo>
                    <a:pt x="2850283" y="399959"/>
                  </a:lnTo>
                  <a:lnTo>
                    <a:pt x="2850289" y="400003"/>
                  </a:lnTo>
                  <a:lnTo>
                    <a:pt x="2850310" y="400087"/>
                  </a:lnTo>
                  <a:lnTo>
                    <a:pt x="2850333" y="400149"/>
                  </a:lnTo>
                  <a:lnTo>
                    <a:pt x="2850356" y="400200"/>
                  </a:lnTo>
                  <a:lnTo>
                    <a:pt x="2850377" y="400244"/>
                  </a:lnTo>
                  <a:lnTo>
                    <a:pt x="2850396" y="400276"/>
                  </a:lnTo>
                  <a:lnTo>
                    <a:pt x="2850420" y="400315"/>
                  </a:lnTo>
                  <a:lnTo>
                    <a:pt x="2850454" y="400374"/>
                  </a:lnTo>
                  <a:lnTo>
                    <a:pt x="2850473" y="400397"/>
                  </a:lnTo>
                  <a:lnTo>
                    <a:pt x="2850485" y="400417"/>
                  </a:lnTo>
                  <a:lnTo>
                    <a:pt x="2850494" y="400434"/>
                  </a:lnTo>
                  <a:lnTo>
                    <a:pt x="2850522" y="400470"/>
                  </a:lnTo>
                  <a:lnTo>
                    <a:pt x="2850547" y="400508"/>
                  </a:lnTo>
                  <a:lnTo>
                    <a:pt x="2850576" y="400545"/>
                  </a:lnTo>
                  <a:lnTo>
                    <a:pt x="2850603" y="400582"/>
                  </a:lnTo>
                  <a:lnTo>
                    <a:pt x="2850641" y="400632"/>
                  </a:lnTo>
                  <a:lnTo>
                    <a:pt x="2850661" y="400658"/>
                  </a:lnTo>
                  <a:lnTo>
                    <a:pt x="2850685" y="400685"/>
                  </a:lnTo>
                  <a:lnTo>
                    <a:pt x="2850743" y="400739"/>
                  </a:lnTo>
                  <a:lnTo>
                    <a:pt x="2850830" y="400806"/>
                  </a:lnTo>
                  <a:lnTo>
                    <a:pt x="2850871" y="400847"/>
                  </a:lnTo>
                  <a:lnTo>
                    <a:pt x="2850918" y="400896"/>
                  </a:lnTo>
                  <a:lnTo>
                    <a:pt x="2850932" y="400911"/>
                  </a:lnTo>
                  <a:lnTo>
                    <a:pt x="2850967" y="400959"/>
                  </a:lnTo>
                  <a:lnTo>
                    <a:pt x="2850984" y="400989"/>
                  </a:lnTo>
                  <a:lnTo>
                    <a:pt x="2851008" y="401035"/>
                  </a:lnTo>
                  <a:lnTo>
                    <a:pt x="2851018" y="401066"/>
                  </a:lnTo>
                  <a:lnTo>
                    <a:pt x="2851024" y="401085"/>
                  </a:lnTo>
                  <a:lnTo>
                    <a:pt x="2851037" y="401105"/>
                  </a:lnTo>
                  <a:lnTo>
                    <a:pt x="2851071" y="401138"/>
                  </a:lnTo>
                  <a:lnTo>
                    <a:pt x="2851101" y="401163"/>
                  </a:lnTo>
                  <a:lnTo>
                    <a:pt x="2851133" y="401190"/>
                  </a:lnTo>
                  <a:lnTo>
                    <a:pt x="2851207" y="401246"/>
                  </a:lnTo>
                  <a:lnTo>
                    <a:pt x="2851289" y="401310"/>
                  </a:lnTo>
                  <a:lnTo>
                    <a:pt x="2851375" y="401369"/>
                  </a:lnTo>
                  <a:lnTo>
                    <a:pt x="2851432" y="401408"/>
                  </a:lnTo>
                  <a:lnTo>
                    <a:pt x="2851482" y="401446"/>
                  </a:lnTo>
                  <a:lnTo>
                    <a:pt x="2851550" y="401492"/>
                  </a:lnTo>
                  <a:lnTo>
                    <a:pt x="2851589" y="401521"/>
                  </a:lnTo>
                  <a:lnTo>
                    <a:pt x="2851662" y="401576"/>
                  </a:lnTo>
                  <a:lnTo>
                    <a:pt x="2851719" y="401621"/>
                  </a:lnTo>
                  <a:lnTo>
                    <a:pt x="2851759" y="401650"/>
                  </a:lnTo>
                  <a:lnTo>
                    <a:pt x="2851795" y="401677"/>
                  </a:lnTo>
                  <a:lnTo>
                    <a:pt x="2851837" y="401707"/>
                  </a:lnTo>
                  <a:lnTo>
                    <a:pt x="2851873" y="401737"/>
                  </a:lnTo>
                  <a:lnTo>
                    <a:pt x="2851927" y="401783"/>
                  </a:lnTo>
                  <a:lnTo>
                    <a:pt x="2852008" y="401865"/>
                  </a:lnTo>
                  <a:lnTo>
                    <a:pt x="2852044" y="401898"/>
                  </a:lnTo>
                  <a:lnTo>
                    <a:pt x="2852130" y="401996"/>
                  </a:lnTo>
                  <a:lnTo>
                    <a:pt x="2852170" y="402052"/>
                  </a:lnTo>
                  <a:lnTo>
                    <a:pt x="2852212" y="402101"/>
                  </a:lnTo>
                  <a:lnTo>
                    <a:pt x="2852246" y="402138"/>
                  </a:lnTo>
                  <a:lnTo>
                    <a:pt x="2852276" y="402165"/>
                  </a:lnTo>
                  <a:lnTo>
                    <a:pt x="2852312" y="402194"/>
                  </a:lnTo>
                  <a:lnTo>
                    <a:pt x="2852357" y="402227"/>
                  </a:lnTo>
                  <a:lnTo>
                    <a:pt x="2852390" y="402250"/>
                  </a:lnTo>
                  <a:lnTo>
                    <a:pt x="2852434" y="402288"/>
                  </a:lnTo>
                  <a:lnTo>
                    <a:pt x="2852461" y="402314"/>
                  </a:lnTo>
                  <a:lnTo>
                    <a:pt x="2852495" y="402363"/>
                  </a:lnTo>
                  <a:lnTo>
                    <a:pt x="2852523" y="402412"/>
                  </a:lnTo>
                  <a:lnTo>
                    <a:pt x="2852533" y="402442"/>
                  </a:lnTo>
                  <a:lnTo>
                    <a:pt x="2852534" y="402477"/>
                  </a:lnTo>
                  <a:lnTo>
                    <a:pt x="2852517" y="402526"/>
                  </a:lnTo>
                  <a:lnTo>
                    <a:pt x="2852498" y="402583"/>
                  </a:lnTo>
                  <a:lnTo>
                    <a:pt x="2852479" y="402638"/>
                  </a:lnTo>
                  <a:lnTo>
                    <a:pt x="2852472" y="402674"/>
                  </a:lnTo>
                  <a:lnTo>
                    <a:pt x="2852464" y="402726"/>
                  </a:lnTo>
                  <a:lnTo>
                    <a:pt x="2852458" y="402775"/>
                  </a:lnTo>
                  <a:lnTo>
                    <a:pt x="2852460" y="402814"/>
                  </a:lnTo>
                  <a:lnTo>
                    <a:pt x="2852463" y="402840"/>
                  </a:lnTo>
                  <a:lnTo>
                    <a:pt x="2852472" y="402865"/>
                  </a:lnTo>
                  <a:lnTo>
                    <a:pt x="2852489" y="402918"/>
                  </a:lnTo>
                  <a:lnTo>
                    <a:pt x="2852499" y="402973"/>
                  </a:lnTo>
                  <a:lnTo>
                    <a:pt x="2852508" y="403018"/>
                  </a:lnTo>
                  <a:lnTo>
                    <a:pt x="2852514" y="403036"/>
                  </a:lnTo>
                  <a:lnTo>
                    <a:pt x="2852521" y="403088"/>
                  </a:lnTo>
                  <a:lnTo>
                    <a:pt x="2852524" y="403140"/>
                  </a:lnTo>
                  <a:lnTo>
                    <a:pt x="2852527" y="403191"/>
                  </a:lnTo>
                  <a:lnTo>
                    <a:pt x="2852527" y="403237"/>
                  </a:lnTo>
                  <a:lnTo>
                    <a:pt x="2852525" y="403267"/>
                  </a:lnTo>
                  <a:lnTo>
                    <a:pt x="2852508" y="403336"/>
                  </a:lnTo>
                  <a:lnTo>
                    <a:pt x="2852493" y="403382"/>
                  </a:lnTo>
                  <a:lnTo>
                    <a:pt x="2852483" y="403420"/>
                  </a:lnTo>
                  <a:lnTo>
                    <a:pt x="2852203" y="403776"/>
                  </a:lnTo>
                  <a:lnTo>
                    <a:pt x="2851909" y="404147"/>
                  </a:lnTo>
                  <a:lnTo>
                    <a:pt x="2851832" y="404240"/>
                  </a:lnTo>
                  <a:lnTo>
                    <a:pt x="2851461" y="404847"/>
                  </a:lnTo>
                  <a:lnTo>
                    <a:pt x="2851205" y="405206"/>
                  </a:lnTo>
                  <a:lnTo>
                    <a:pt x="2850888" y="405460"/>
                  </a:lnTo>
                  <a:lnTo>
                    <a:pt x="2850523" y="405714"/>
                  </a:lnTo>
                  <a:lnTo>
                    <a:pt x="2850234" y="405980"/>
                  </a:lnTo>
                  <a:lnTo>
                    <a:pt x="2849905" y="406396"/>
                  </a:lnTo>
                  <a:lnTo>
                    <a:pt x="2849752" y="406677"/>
                  </a:lnTo>
                  <a:lnTo>
                    <a:pt x="2849747" y="406687"/>
                  </a:lnTo>
                  <a:lnTo>
                    <a:pt x="2849725" y="406739"/>
                  </a:lnTo>
                  <a:lnTo>
                    <a:pt x="2849710" y="406782"/>
                  </a:lnTo>
                  <a:lnTo>
                    <a:pt x="2849692" y="406828"/>
                  </a:lnTo>
                  <a:lnTo>
                    <a:pt x="2849656" y="406913"/>
                  </a:lnTo>
                  <a:lnTo>
                    <a:pt x="2849630" y="406988"/>
                  </a:lnTo>
                  <a:lnTo>
                    <a:pt x="2849609" y="407032"/>
                  </a:lnTo>
                  <a:lnTo>
                    <a:pt x="2849574" y="407096"/>
                  </a:lnTo>
                  <a:lnTo>
                    <a:pt x="2849540" y="407153"/>
                  </a:lnTo>
                  <a:lnTo>
                    <a:pt x="2849523" y="407189"/>
                  </a:lnTo>
                  <a:lnTo>
                    <a:pt x="2849502" y="407240"/>
                  </a:lnTo>
                  <a:lnTo>
                    <a:pt x="2849485" y="407292"/>
                  </a:lnTo>
                  <a:lnTo>
                    <a:pt x="2849468" y="407347"/>
                  </a:lnTo>
                  <a:lnTo>
                    <a:pt x="2849455" y="407399"/>
                  </a:lnTo>
                  <a:lnTo>
                    <a:pt x="2849444" y="407450"/>
                  </a:lnTo>
                  <a:lnTo>
                    <a:pt x="2849427" y="407500"/>
                  </a:lnTo>
                  <a:lnTo>
                    <a:pt x="2849418" y="407550"/>
                  </a:lnTo>
                  <a:lnTo>
                    <a:pt x="2849407" y="407588"/>
                  </a:lnTo>
                  <a:lnTo>
                    <a:pt x="2849405" y="407645"/>
                  </a:lnTo>
                  <a:lnTo>
                    <a:pt x="2849407" y="407704"/>
                  </a:lnTo>
                  <a:lnTo>
                    <a:pt x="2849406" y="407751"/>
                  </a:lnTo>
                  <a:lnTo>
                    <a:pt x="2849411" y="407790"/>
                  </a:lnTo>
                  <a:lnTo>
                    <a:pt x="2849425" y="407825"/>
                  </a:lnTo>
                  <a:lnTo>
                    <a:pt x="2849446" y="407853"/>
                  </a:lnTo>
                  <a:lnTo>
                    <a:pt x="2849469" y="407896"/>
                  </a:lnTo>
                  <a:lnTo>
                    <a:pt x="2849485" y="407918"/>
                  </a:lnTo>
                  <a:lnTo>
                    <a:pt x="2849512" y="407976"/>
                  </a:lnTo>
                  <a:lnTo>
                    <a:pt x="2849526" y="408036"/>
                  </a:lnTo>
                  <a:lnTo>
                    <a:pt x="2849536" y="408077"/>
                  </a:lnTo>
                  <a:lnTo>
                    <a:pt x="2849547" y="408191"/>
                  </a:lnTo>
                  <a:lnTo>
                    <a:pt x="2849551" y="408246"/>
                  </a:lnTo>
                  <a:lnTo>
                    <a:pt x="2849554" y="408309"/>
                  </a:lnTo>
                  <a:lnTo>
                    <a:pt x="2849553" y="408360"/>
                  </a:lnTo>
                  <a:lnTo>
                    <a:pt x="2849549" y="408402"/>
                  </a:lnTo>
                  <a:lnTo>
                    <a:pt x="2849550" y="408440"/>
                  </a:lnTo>
                  <a:lnTo>
                    <a:pt x="2849555" y="408469"/>
                  </a:lnTo>
                  <a:lnTo>
                    <a:pt x="2849567" y="408501"/>
                  </a:lnTo>
                  <a:lnTo>
                    <a:pt x="2849588" y="408525"/>
                  </a:lnTo>
                  <a:lnTo>
                    <a:pt x="2849614" y="408554"/>
                  </a:lnTo>
                  <a:lnTo>
                    <a:pt x="2849627" y="408571"/>
                  </a:lnTo>
                  <a:lnTo>
                    <a:pt x="2849630" y="408603"/>
                  </a:lnTo>
                  <a:lnTo>
                    <a:pt x="2849624" y="408640"/>
                  </a:lnTo>
                  <a:lnTo>
                    <a:pt x="2849614" y="408672"/>
                  </a:lnTo>
                  <a:lnTo>
                    <a:pt x="2849592" y="408716"/>
                  </a:lnTo>
                  <a:lnTo>
                    <a:pt x="2849577" y="408755"/>
                  </a:lnTo>
                  <a:lnTo>
                    <a:pt x="2849565" y="408796"/>
                  </a:lnTo>
                  <a:lnTo>
                    <a:pt x="2849552" y="408843"/>
                  </a:lnTo>
                  <a:lnTo>
                    <a:pt x="2849536" y="408869"/>
                  </a:lnTo>
                  <a:lnTo>
                    <a:pt x="2849520" y="408900"/>
                  </a:lnTo>
                  <a:lnTo>
                    <a:pt x="2849489" y="408938"/>
                  </a:lnTo>
                  <a:lnTo>
                    <a:pt x="2849468" y="408952"/>
                  </a:lnTo>
                  <a:lnTo>
                    <a:pt x="2849437" y="408977"/>
                  </a:lnTo>
                  <a:lnTo>
                    <a:pt x="2849390" y="409010"/>
                  </a:lnTo>
                  <a:lnTo>
                    <a:pt x="2849339" y="409040"/>
                  </a:lnTo>
                  <a:lnTo>
                    <a:pt x="2849305" y="409055"/>
                  </a:lnTo>
                  <a:lnTo>
                    <a:pt x="2849281" y="409071"/>
                  </a:lnTo>
                  <a:lnTo>
                    <a:pt x="2849254" y="409094"/>
                  </a:lnTo>
                  <a:lnTo>
                    <a:pt x="2849237" y="409110"/>
                  </a:lnTo>
                  <a:lnTo>
                    <a:pt x="2849230" y="409140"/>
                  </a:lnTo>
                  <a:lnTo>
                    <a:pt x="2849229" y="409171"/>
                  </a:lnTo>
                  <a:lnTo>
                    <a:pt x="2849242" y="409207"/>
                  </a:lnTo>
                  <a:lnTo>
                    <a:pt x="2849258" y="409237"/>
                  </a:lnTo>
                  <a:lnTo>
                    <a:pt x="2849272" y="409268"/>
                  </a:lnTo>
                  <a:lnTo>
                    <a:pt x="2849295" y="409313"/>
                  </a:lnTo>
                  <a:lnTo>
                    <a:pt x="2849304" y="409337"/>
                  </a:lnTo>
                  <a:lnTo>
                    <a:pt x="2849312" y="409366"/>
                  </a:lnTo>
                  <a:lnTo>
                    <a:pt x="2849314" y="409432"/>
                  </a:lnTo>
                  <a:lnTo>
                    <a:pt x="2849316" y="409499"/>
                  </a:lnTo>
                  <a:lnTo>
                    <a:pt x="2849313" y="409542"/>
                  </a:lnTo>
                  <a:lnTo>
                    <a:pt x="2849302" y="409569"/>
                  </a:lnTo>
                  <a:lnTo>
                    <a:pt x="2849278" y="409599"/>
                  </a:lnTo>
                  <a:lnTo>
                    <a:pt x="2849249" y="409629"/>
                  </a:lnTo>
                  <a:lnTo>
                    <a:pt x="2849199" y="409672"/>
                  </a:lnTo>
                  <a:lnTo>
                    <a:pt x="2849166" y="409698"/>
                  </a:lnTo>
                  <a:lnTo>
                    <a:pt x="2849119" y="409727"/>
                  </a:lnTo>
                  <a:lnTo>
                    <a:pt x="2849091" y="409742"/>
                  </a:lnTo>
                  <a:lnTo>
                    <a:pt x="2849054" y="409754"/>
                  </a:lnTo>
                  <a:lnTo>
                    <a:pt x="2849005" y="409768"/>
                  </a:lnTo>
                  <a:lnTo>
                    <a:pt x="2848974" y="409774"/>
                  </a:lnTo>
                  <a:lnTo>
                    <a:pt x="2848937" y="409772"/>
                  </a:lnTo>
                  <a:lnTo>
                    <a:pt x="2848889" y="409769"/>
                  </a:lnTo>
                  <a:lnTo>
                    <a:pt x="2848842" y="409758"/>
                  </a:lnTo>
                  <a:lnTo>
                    <a:pt x="2848801" y="409740"/>
                  </a:lnTo>
                  <a:lnTo>
                    <a:pt x="2848763" y="409718"/>
                  </a:lnTo>
                  <a:lnTo>
                    <a:pt x="2848732" y="409695"/>
                  </a:lnTo>
                  <a:lnTo>
                    <a:pt x="2848659" y="409639"/>
                  </a:lnTo>
                  <a:lnTo>
                    <a:pt x="2848590" y="409585"/>
                  </a:lnTo>
                  <a:lnTo>
                    <a:pt x="2848536" y="409540"/>
                  </a:lnTo>
                  <a:lnTo>
                    <a:pt x="2848477" y="409494"/>
                  </a:lnTo>
                  <a:lnTo>
                    <a:pt x="2848405" y="409452"/>
                  </a:lnTo>
                  <a:lnTo>
                    <a:pt x="2848346" y="409417"/>
                  </a:lnTo>
                  <a:lnTo>
                    <a:pt x="2848304" y="409400"/>
                  </a:lnTo>
                  <a:lnTo>
                    <a:pt x="2848270" y="409386"/>
                  </a:lnTo>
                  <a:lnTo>
                    <a:pt x="2848244" y="409377"/>
                  </a:lnTo>
                  <a:lnTo>
                    <a:pt x="2848207" y="409372"/>
                  </a:lnTo>
                  <a:lnTo>
                    <a:pt x="2848160" y="409369"/>
                  </a:lnTo>
                  <a:lnTo>
                    <a:pt x="2848065" y="409371"/>
                  </a:lnTo>
                  <a:lnTo>
                    <a:pt x="2848017" y="409374"/>
                  </a:lnTo>
                  <a:lnTo>
                    <a:pt x="2847968" y="409380"/>
                  </a:lnTo>
                  <a:lnTo>
                    <a:pt x="2847951" y="409383"/>
                  </a:lnTo>
                  <a:lnTo>
                    <a:pt x="2847802" y="409393"/>
                  </a:lnTo>
                  <a:lnTo>
                    <a:pt x="2847517" y="409396"/>
                  </a:lnTo>
                  <a:lnTo>
                    <a:pt x="2847354" y="409408"/>
                  </a:lnTo>
                  <a:lnTo>
                    <a:pt x="2847238" y="409420"/>
                  </a:lnTo>
                  <a:lnTo>
                    <a:pt x="2847018" y="409466"/>
                  </a:lnTo>
                  <a:lnTo>
                    <a:pt x="2846981" y="409478"/>
                  </a:lnTo>
                  <a:lnTo>
                    <a:pt x="2846939" y="409481"/>
                  </a:lnTo>
                  <a:lnTo>
                    <a:pt x="2846859" y="409501"/>
                  </a:lnTo>
                  <a:lnTo>
                    <a:pt x="2846787" y="409519"/>
                  </a:lnTo>
                  <a:lnTo>
                    <a:pt x="2846652" y="409561"/>
                  </a:lnTo>
                  <a:lnTo>
                    <a:pt x="2846553" y="409594"/>
                  </a:lnTo>
                  <a:lnTo>
                    <a:pt x="2846478" y="409616"/>
                  </a:lnTo>
                  <a:lnTo>
                    <a:pt x="2846428" y="409633"/>
                  </a:lnTo>
                  <a:lnTo>
                    <a:pt x="2846378" y="409666"/>
                  </a:lnTo>
                  <a:lnTo>
                    <a:pt x="2846340" y="409696"/>
                  </a:lnTo>
                  <a:lnTo>
                    <a:pt x="2846237" y="409787"/>
                  </a:lnTo>
                  <a:lnTo>
                    <a:pt x="2846045" y="410033"/>
                  </a:lnTo>
                  <a:lnTo>
                    <a:pt x="2845908" y="410379"/>
                  </a:lnTo>
                  <a:lnTo>
                    <a:pt x="2845877" y="410507"/>
                  </a:lnTo>
                  <a:lnTo>
                    <a:pt x="2845876" y="410517"/>
                  </a:lnTo>
                  <a:lnTo>
                    <a:pt x="2845881" y="410530"/>
                  </a:lnTo>
                  <a:lnTo>
                    <a:pt x="2845892" y="410561"/>
                  </a:lnTo>
                  <a:lnTo>
                    <a:pt x="2845902" y="410597"/>
                  </a:lnTo>
                  <a:lnTo>
                    <a:pt x="2845917" y="410620"/>
                  </a:lnTo>
                  <a:lnTo>
                    <a:pt x="2845931" y="410641"/>
                  </a:lnTo>
                  <a:lnTo>
                    <a:pt x="2845954" y="410663"/>
                  </a:lnTo>
                  <a:lnTo>
                    <a:pt x="2845969" y="410679"/>
                  </a:lnTo>
                  <a:lnTo>
                    <a:pt x="2845986" y="410693"/>
                  </a:lnTo>
                  <a:lnTo>
                    <a:pt x="2846007" y="410710"/>
                  </a:lnTo>
                  <a:lnTo>
                    <a:pt x="2846034" y="410730"/>
                  </a:lnTo>
                  <a:lnTo>
                    <a:pt x="2846065" y="410756"/>
                  </a:lnTo>
                  <a:lnTo>
                    <a:pt x="2846112" y="410791"/>
                  </a:lnTo>
                  <a:lnTo>
                    <a:pt x="2846150" y="410819"/>
                  </a:lnTo>
                  <a:lnTo>
                    <a:pt x="2846186" y="410847"/>
                  </a:lnTo>
                  <a:lnTo>
                    <a:pt x="2846211" y="410868"/>
                  </a:lnTo>
                  <a:lnTo>
                    <a:pt x="2846463" y="411186"/>
                  </a:lnTo>
                  <a:lnTo>
                    <a:pt x="2846486" y="411240"/>
                  </a:lnTo>
                  <a:lnTo>
                    <a:pt x="2846519" y="411388"/>
                  </a:lnTo>
                  <a:lnTo>
                    <a:pt x="2846501" y="411647"/>
                  </a:lnTo>
                  <a:lnTo>
                    <a:pt x="2846465" y="411819"/>
                  </a:lnTo>
                  <a:lnTo>
                    <a:pt x="2846388" y="411980"/>
                  </a:lnTo>
                  <a:lnTo>
                    <a:pt x="2846237" y="412078"/>
                  </a:lnTo>
                  <a:lnTo>
                    <a:pt x="2845911" y="412127"/>
                  </a:lnTo>
                  <a:lnTo>
                    <a:pt x="2845708" y="412203"/>
                  </a:lnTo>
                  <a:lnTo>
                    <a:pt x="2845686" y="412213"/>
                  </a:lnTo>
                  <a:lnTo>
                    <a:pt x="2845647" y="412235"/>
                  </a:lnTo>
                  <a:lnTo>
                    <a:pt x="2845609" y="412263"/>
                  </a:lnTo>
                  <a:lnTo>
                    <a:pt x="2845566" y="412299"/>
                  </a:lnTo>
                  <a:lnTo>
                    <a:pt x="2845516" y="412347"/>
                  </a:lnTo>
                  <a:lnTo>
                    <a:pt x="2845472" y="412392"/>
                  </a:lnTo>
                  <a:lnTo>
                    <a:pt x="2845439" y="412430"/>
                  </a:lnTo>
                  <a:lnTo>
                    <a:pt x="2845422" y="412461"/>
                  </a:lnTo>
                  <a:lnTo>
                    <a:pt x="2845402" y="412499"/>
                  </a:lnTo>
                  <a:lnTo>
                    <a:pt x="2845376" y="412562"/>
                  </a:lnTo>
                  <a:lnTo>
                    <a:pt x="2845360" y="412598"/>
                  </a:lnTo>
                  <a:lnTo>
                    <a:pt x="2845352" y="412618"/>
                  </a:lnTo>
                  <a:lnTo>
                    <a:pt x="2845350" y="412638"/>
                  </a:lnTo>
                  <a:lnTo>
                    <a:pt x="2845355" y="412707"/>
                  </a:lnTo>
                  <a:lnTo>
                    <a:pt x="2845363" y="412750"/>
                  </a:lnTo>
                  <a:lnTo>
                    <a:pt x="2845370" y="412766"/>
                  </a:lnTo>
                  <a:lnTo>
                    <a:pt x="2845383" y="412802"/>
                  </a:lnTo>
                  <a:lnTo>
                    <a:pt x="2845394" y="412828"/>
                  </a:lnTo>
                  <a:lnTo>
                    <a:pt x="2845414" y="412862"/>
                  </a:lnTo>
                  <a:lnTo>
                    <a:pt x="2845429" y="412888"/>
                  </a:lnTo>
                  <a:lnTo>
                    <a:pt x="2845439" y="412905"/>
                  </a:lnTo>
                  <a:lnTo>
                    <a:pt x="2845446" y="412920"/>
                  </a:lnTo>
                  <a:lnTo>
                    <a:pt x="2845455" y="412931"/>
                  </a:lnTo>
                  <a:lnTo>
                    <a:pt x="2845470" y="412953"/>
                  </a:lnTo>
                  <a:lnTo>
                    <a:pt x="2845480" y="412970"/>
                  </a:lnTo>
                  <a:lnTo>
                    <a:pt x="2845494" y="412989"/>
                  </a:lnTo>
                  <a:lnTo>
                    <a:pt x="2845509" y="413018"/>
                  </a:lnTo>
                  <a:lnTo>
                    <a:pt x="2845536" y="413064"/>
                  </a:lnTo>
                  <a:lnTo>
                    <a:pt x="2845555" y="413095"/>
                  </a:lnTo>
                  <a:lnTo>
                    <a:pt x="2845566" y="413119"/>
                  </a:lnTo>
                  <a:lnTo>
                    <a:pt x="2845581" y="413145"/>
                  </a:lnTo>
                  <a:lnTo>
                    <a:pt x="2845592" y="413171"/>
                  </a:lnTo>
                  <a:lnTo>
                    <a:pt x="2845607" y="413203"/>
                  </a:lnTo>
                  <a:lnTo>
                    <a:pt x="2845615" y="413227"/>
                  </a:lnTo>
                  <a:lnTo>
                    <a:pt x="2845615" y="413261"/>
                  </a:lnTo>
                  <a:lnTo>
                    <a:pt x="2845610" y="413288"/>
                  </a:lnTo>
                  <a:lnTo>
                    <a:pt x="2845594" y="413325"/>
                  </a:lnTo>
                  <a:lnTo>
                    <a:pt x="2845563" y="413373"/>
                  </a:lnTo>
                  <a:lnTo>
                    <a:pt x="2845524" y="413420"/>
                  </a:lnTo>
                  <a:lnTo>
                    <a:pt x="2845490" y="413461"/>
                  </a:lnTo>
                  <a:lnTo>
                    <a:pt x="2845443" y="413512"/>
                  </a:lnTo>
                  <a:lnTo>
                    <a:pt x="2845392" y="413549"/>
                  </a:lnTo>
                  <a:lnTo>
                    <a:pt x="2845346" y="413573"/>
                  </a:lnTo>
                  <a:lnTo>
                    <a:pt x="2845305" y="413592"/>
                  </a:lnTo>
                  <a:lnTo>
                    <a:pt x="2845276" y="413601"/>
                  </a:lnTo>
                  <a:lnTo>
                    <a:pt x="2845201" y="413628"/>
                  </a:lnTo>
                  <a:lnTo>
                    <a:pt x="2845146" y="413637"/>
                  </a:lnTo>
                  <a:lnTo>
                    <a:pt x="2845045" y="413649"/>
                  </a:lnTo>
                  <a:lnTo>
                    <a:pt x="2844987" y="413654"/>
                  </a:lnTo>
                  <a:lnTo>
                    <a:pt x="2844930" y="413658"/>
                  </a:lnTo>
                  <a:lnTo>
                    <a:pt x="2844862" y="413659"/>
                  </a:lnTo>
                  <a:lnTo>
                    <a:pt x="2844813" y="413655"/>
                  </a:lnTo>
                  <a:lnTo>
                    <a:pt x="2844778" y="413646"/>
                  </a:lnTo>
                  <a:lnTo>
                    <a:pt x="2844751" y="413638"/>
                  </a:lnTo>
                  <a:lnTo>
                    <a:pt x="2844717" y="413617"/>
                  </a:lnTo>
                  <a:lnTo>
                    <a:pt x="2844685" y="413597"/>
                  </a:lnTo>
                  <a:lnTo>
                    <a:pt x="2844641" y="413565"/>
                  </a:lnTo>
                  <a:lnTo>
                    <a:pt x="2844602" y="413539"/>
                  </a:lnTo>
                  <a:lnTo>
                    <a:pt x="2844557" y="413501"/>
                  </a:lnTo>
                  <a:lnTo>
                    <a:pt x="2844522" y="413464"/>
                  </a:lnTo>
                  <a:lnTo>
                    <a:pt x="2844482" y="413420"/>
                  </a:lnTo>
                  <a:lnTo>
                    <a:pt x="2844441" y="413356"/>
                  </a:lnTo>
                  <a:lnTo>
                    <a:pt x="2844415" y="413325"/>
                  </a:lnTo>
                  <a:lnTo>
                    <a:pt x="2844389" y="413295"/>
                  </a:lnTo>
                  <a:lnTo>
                    <a:pt x="2844351" y="413271"/>
                  </a:lnTo>
                  <a:lnTo>
                    <a:pt x="2844318" y="413251"/>
                  </a:lnTo>
                  <a:lnTo>
                    <a:pt x="2844287" y="413224"/>
                  </a:lnTo>
                  <a:lnTo>
                    <a:pt x="2844248" y="413202"/>
                  </a:lnTo>
                  <a:lnTo>
                    <a:pt x="2844213" y="413174"/>
                  </a:lnTo>
                  <a:lnTo>
                    <a:pt x="2844160" y="413141"/>
                  </a:lnTo>
                  <a:lnTo>
                    <a:pt x="2844108" y="413109"/>
                  </a:lnTo>
                  <a:lnTo>
                    <a:pt x="2844066" y="413084"/>
                  </a:lnTo>
                  <a:lnTo>
                    <a:pt x="2844027" y="413057"/>
                  </a:lnTo>
                  <a:lnTo>
                    <a:pt x="2843984" y="413022"/>
                  </a:lnTo>
                  <a:lnTo>
                    <a:pt x="2843973" y="413006"/>
                  </a:lnTo>
                  <a:lnTo>
                    <a:pt x="2843962" y="412983"/>
                  </a:lnTo>
                  <a:lnTo>
                    <a:pt x="2843954" y="412960"/>
                  </a:lnTo>
                  <a:lnTo>
                    <a:pt x="2843944" y="412928"/>
                  </a:lnTo>
                  <a:lnTo>
                    <a:pt x="2843933" y="412897"/>
                  </a:lnTo>
                  <a:lnTo>
                    <a:pt x="2843914" y="412869"/>
                  </a:lnTo>
                  <a:lnTo>
                    <a:pt x="2843894" y="412843"/>
                  </a:lnTo>
                  <a:lnTo>
                    <a:pt x="2843886" y="412825"/>
                  </a:lnTo>
                  <a:lnTo>
                    <a:pt x="2843872" y="412798"/>
                  </a:lnTo>
                  <a:lnTo>
                    <a:pt x="2843866" y="412768"/>
                  </a:lnTo>
                  <a:lnTo>
                    <a:pt x="2843864" y="412711"/>
                  </a:lnTo>
                  <a:lnTo>
                    <a:pt x="2843865" y="412681"/>
                  </a:lnTo>
                  <a:lnTo>
                    <a:pt x="2843857" y="412665"/>
                  </a:lnTo>
                  <a:lnTo>
                    <a:pt x="2843842" y="412641"/>
                  </a:lnTo>
                  <a:lnTo>
                    <a:pt x="2843812" y="412604"/>
                  </a:lnTo>
                  <a:lnTo>
                    <a:pt x="2843773" y="412572"/>
                  </a:lnTo>
                  <a:lnTo>
                    <a:pt x="2843727" y="412530"/>
                  </a:lnTo>
                  <a:lnTo>
                    <a:pt x="2843698" y="412506"/>
                  </a:lnTo>
                  <a:lnTo>
                    <a:pt x="2843678" y="412482"/>
                  </a:lnTo>
                  <a:lnTo>
                    <a:pt x="2843667" y="412464"/>
                  </a:lnTo>
                  <a:lnTo>
                    <a:pt x="2843657" y="412444"/>
                  </a:lnTo>
                  <a:lnTo>
                    <a:pt x="2843638" y="412416"/>
                  </a:lnTo>
                  <a:lnTo>
                    <a:pt x="2843597" y="412388"/>
                  </a:lnTo>
                  <a:lnTo>
                    <a:pt x="2843564" y="412368"/>
                  </a:lnTo>
                  <a:lnTo>
                    <a:pt x="2843428" y="412251"/>
                  </a:lnTo>
                  <a:lnTo>
                    <a:pt x="2843291" y="412154"/>
                  </a:lnTo>
                  <a:lnTo>
                    <a:pt x="2843169" y="412107"/>
                  </a:lnTo>
                  <a:lnTo>
                    <a:pt x="2843151" y="412094"/>
                  </a:lnTo>
                  <a:lnTo>
                    <a:pt x="2843104" y="412070"/>
                  </a:lnTo>
                  <a:lnTo>
                    <a:pt x="2843057" y="412049"/>
                  </a:lnTo>
                  <a:lnTo>
                    <a:pt x="2843000" y="412035"/>
                  </a:lnTo>
                  <a:lnTo>
                    <a:pt x="2842916" y="412023"/>
                  </a:lnTo>
                  <a:lnTo>
                    <a:pt x="2842848" y="412020"/>
                  </a:lnTo>
                  <a:lnTo>
                    <a:pt x="2842774" y="412018"/>
                  </a:lnTo>
                  <a:lnTo>
                    <a:pt x="2842709" y="412012"/>
                  </a:lnTo>
                  <a:lnTo>
                    <a:pt x="2842615" y="412014"/>
                  </a:lnTo>
                  <a:lnTo>
                    <a:pt x="2842553" y="412016"/>
                  </a:lnTo>
                  <a:lnTo>
                    <a:pt x="2842503" y="412021"/>
                  </a:lnTo>
                  <a:lnTo>
                    <a:pt x="2842446" y="412028"/>
                  </a:lnTo>
                  <a:lnTo>
                    <a:pt x="2842414" y="412043"/>
                  </a:lnTo>
                  <a:lnTo>
                    <a:pt x="2842370" y="412078"/>
                  </a:lnTo>
                  <a:lnTo>
                    <a:pt x="2842328" y="412098"/>
                  </a:lnTo>
                  <a:lnTo>
                    <a:pt x="2842297" y="412107"/>
                  </a:lnTo>
                  <a:lnTo>
                    <a:pt x="2842244" y="412122"/>
                  </a:lnTo>
                  <a:lnTo>
                    <a:pt x="2842215" y="412130"/>
                  </a:lnTo>
                  <a:lnTo>
                    <a:pt x="2842175" y="412153"/>
                  </a:lnTo>
                  <a:lnTo>
                    <a:pt x="2842136" y="412179"/>
                  </a:lnTo>
                  <a:lnTo>
                    <a:pt x="2842095" y="412205"/>
                  </a:lnTo>
                  <a:lnTo>
                    <a:pt x="2842060" y="412222"/>
                  </a:lnTo>
                  <a:lnTo>
                    <a:pt x="2841961" y="412265"/>
                  </a:lnTo>
                  <a:lnTo>
                    <a:pt x="2841937" y="412277"/>
                  </a:lnTo>
                  <a:lnTo>
                    <a:pt x="2841911" y="412288"/>
                  </a:lnTo>
                  <a:lnTo>
                    <a:pt x="2841869" y="412304"/>
                  </a:lnTo>
                  <a:lnTo>
                    <a:pt x="2841831" y="412317"/>
                  </a:lnTo>
                  <a:lnTo>
                    <a:pt x="2841778" y="412340"/>
                  </a:lnTo>
                  <a:lnTo>
                    <a:pt x="2841747" y="412349"/>
                  </a:lnTo>
                  <a:lnTo>
                    <a:pt x="2841703" y="412367"/>
                  </a:lnTo>
                  <a:lnTo>
                    <a:pt x="2841656" y="412389"/>
                  </a:lnTo>
                  <a:lnTo>
                    <a:pt x="2841616" y="412407"/>
                  </a:lnTo>
                  <a:lnTo>
                    <a:pt x="2841576" y="412425"/>
                  </a:lnTo>
                  <a:lnTo>
                    <a:pt x="2841547" y="412446"/>
                  </a:lnTo>
                  <a:lnTo>
                    <a:pt x="2841527" y="412461"/>
                  </a:lnTo>
                  <a:lnTo>
                    <a:pt x="2841498" y="412488"/>
                  </a:lnTo>
                  <a:lnTo>
                    <a:pt x="2841473" y="412515"/>
                  </a:lnTo>
                  <a:lnTo>
                    <a:pt x="2841457" y="412553"/>
                  </a:lnTo>
                  <a:lnTo>
                    <a:pt x="2841447" y="412580"/>
                  </a:lnTo>
                  <a:lnTo>
                    <a:pt x="2841435" y="412610"/>
                  </a:lnTo>
                  <a:lnTo>
                    <a:pt x="2841427" y="412641"/>
                  </a:lnTo>
                  <a:lnTo>
                    <a:pt x="2841419" y="412671"/>
                  </a:lnTo>
                  <a:lnTo>
                    <a:pt x="2841412" y="412701"/>
                  </a:lnTo>
                  <a:lnTo>
                    <a:pt x="2841404" y="412728"/>
                  </a:lnTo>
                  <a:lnTo>
                    <a:pt x="2841395" y="412757"/>
                  </a:lnTo>
                  <a:lnTo>
                    <a:pt x="2841384" y="412784"/>
                  </a:lnTo>
                  <a:lnTo>
                    <a:pt x="2841378" y="412813"/>
                  </a:lnTo>
                  <a:lnTo>
                    <a:pt x="2841367" y="412843"/>
                  </a:lnTo>
                  <a:lnTo>
                    <a:pt x="2841362" y="412872"/>
                  </a:lnTo>
                  <a:lnTo>
                    <a:pt x="2841359" y="412901"/>
                  </a:lnTo>
                  <a:lnTo>
                    <a:pt x="2841350" y="412928"/>
                  </a:lnTo>
                  <a:lnTo>
                    <a:pt x="2841346" y="412957"/>
                  </a:lnTo>
                  <a:lnTo>
                    <a:pt x="2841344" y="412964"/>
                  </a:lnTo>
                  <a:lnTo>
                    <a:pt x="2841341" y="412984"/>
                  </a:lnTo>
                  <a:lnTo>
                    <a:pt x="2841338" y="413014"/>
                  </a:lnTo>
                  <a:lnTo>
                    <a:pt x="2841334" y="413044"/>
                  </a:lnTo>
                  <a:lnTo>
                    <a:pt x="2841328" y="413077"/>
                  </a:lnTo>
                  <a:lnTo>
                    <a:pt x="2841321" y="413107"/>
                  </a:lnTo>
                  <a:lnTo>
                    <a:pt x="2841318" y="413135"/>
                  </a:lnTo>
                  <a:lnTo>
                    <a:pt x="2841315" y="413165"/>
                  </a:lnTo>
                  <a:lnTo>
                    <a:pt x="2841315" y="413195"/>
                  </a:lnTo>
                  <a:lnTo>
                    <a:pt x="2841316" y="413224"/>
                  </a:lnTo>
                  <a:lnTo>
                    <a:pt x="2841320" y="413256"/>
                  </a:lnTo>
                  <a:lnTo>
                    <a:pt x="2841324" y="413274"/>
                  </a:lnTo>
                  <a:lnTo>
                    <a:pt x="2841345" y="413314"/>
                  </a:lnTo>
                  <a:lnTo>
                    <a:pt x="2841364" y="413353"/>
                  </a:lnTo>
                  <a:lnTo>
                    <a:pt x="2841381" y="413377"/>
                  </a:lnTo>
                  <a:lnTo>
                    <a:pt x="2841391" y="413398"/>
                  </a:lnTo>
                  <a:lnTo>
                    <a:pt x="2841410" y="413432"/>
                  </a:lnTo>
                  <a:lnTo>
                    <a:pt x="2841424" y="413455"/>
                  </a:lnTo>
                  <a:lnTo>
                    <a:pt x="2841443" y="413494"/>
                  </a:lnTo>
                  <a:lnTo>
                    <a:pt x="2841458" y="413519"/>
                  </a:lnTo>
                  <a:lnTo>
                    <a:pt x="2841477" y="413552"/>
                  </a:lnTo>
                  <a:lnTo>
                    <a:pt x="2841492" y="413585"/>
                  </a:lnTo>
                  <a:lnTo>
                    <a:pt x="2841497" y="413617"/>
                  </a:lnTo>
                  <a:lnTo>
                    <a:pt x="2841502" y="413665"/>
                  </a:lnTo>
                  <a:lnTo>
                    <a:pt x="2841495" y="413698"/>
                  </a:lnTo>
                  <a:lnTo>
                    <a:pt x="2841487" y="413727"/>
                  </a:lnTo>
                  <a:lnTo>
                    <a:pt x="2841471" y="413755"/>
                  </a:lnTo>
                  <a:lnTo>
                    <a:pt x="2841453" y="413771"/>
                  </a:lnTo>
                  <a:lnTo>
                    <a:pt x="2841422" y="413784"/>
                  </a:lnTo>
                  <a:lnTo>
                    <a:pt x="2841391" y="413786"/>
                  </a:lnTo>
                  <a:lnTo>
                    <a:pt x="2841345" y="413783"/>
                  </a:lnTo>
                  <a:lnTo>
                    <a:pt x="2841307" y="413777"/>
                  </a:lnTo>
                  <a:lnTo>
                    <a:pt x="2841274" y="413771"/>
                  </a:lnTo>
                  <a:lnTo>
                    <a:pt x="2841243" y="413766"/>
                  </a:lnTo>
                  <a:lnTo>
                    <a:pt x="2841217" y="413758"/>
                  </a:lnTo>
                  <a:lnTo>
                    <a:pt x="2841182" y="413745"/>
                  </a:lnTo>
                  <a:lnTo>
                    <a:pt x="2841154" y="413731"/>
                  </a:lnTo>
                  <a:lnTo>
                    <a:pt x="2841117" y="413711"/>
                  </a:lnTo>
                  <a:lnTo>
                    <a:pt x="2841059" y="413680"/>
                  </a:lnTo>
                  <a:lnTo>
                    <a:pt x="2841017" y="413659"/>
                  </a:lnTo>
                  <a:lnTo>
                    <a:pt x="2840970" y="413636"/>
                  </a:lnTo>
                  <a:lnTo>
                    <a:pt x="2840919" y="413620"/>
                  </a:lnTo>
                  <a:lnTo>
                    <a:pt x="2840871" y="413615"/>
                  </a:lnTo>
                  <a:lnTo>
                    <a:pt x="2840819" y="413615"/>
                  </a:lnTo>
                  <a:lnTo>
                    <a:pt x="2840752" y="413620"/>
                  </a:lnTo>
                  <a:lnTo>
                    <a:pt x="2840725" y="413626"/>
                  </a:lnTo>
                  <a:lnTo>
                    <a:pt x="2840687" y="413640"/>
                  </a:lnTo>
                  <a:lnTo>
                    <a:pt x="2840652" y="413658"/>
                  </a:lnTo>
                  <a:lnTo>
                    <a:pt x="2840611" y="413690"/>
                  </a:lnTo>
                  <a:lnTo>
                    <a:pt x="2840579" y="413713"/>
                  </a:lnTo>
                  <a:lnTo>
                    <a:pt x="2840555" y="413745"/>
                  </a:lnTo>
                  <a:lnTo>
                    <a:pt x="2840511" y="413820"/>
                  </a:lnTo>
                  <a:lnTo>
                    <a:pt x="2840497" y="413849"/>
                  </a:lnTo>
                  <a:lnTo>
                    <a:pt x="2840474" y="413886"/>
                  </a:lnTo>
                  <a:lnTo>
                    <a:pt x="2840438" y="413947"/>
                  </a:lnTo>
                  <a:lnTo>
                    <a:pt x="2840419" y="413974"/>
                  </a:lnTo>
                  <a:lnTo>
                    <a:pt x="2840382" y="414025"/>
                  </a:lnTo>
                  <a:lnTo>
                    <a:pt x="2840344" y="414058"/>
                  </a:lnTo>
                  <a:lnTo>
                    <a:pt x="2840318" y="414086"/>
                  </a:lnTo>
                  <a:lnTo>
                    <a:pt x="2840289" y="414114"/>
                  </a:lnTo>
                  <a:lnTo>
                    <a:pt x="2840271" y="414142"/>
                  </a:lnTo>
                  <a:lnTo>
                    <a:pt x="2840255" y="414170"/>
                  </a:lnTo>
                  <a:lnTo>
                    <a:pt x="2840238" y="414211"/>
                  </a:lnTo>
                  <a:lnTo>
                    <a:pt x="2840226" y="414260"/>
                  </a:lnTo>
                  <a:lnTo>
                    <a:pt x="2840215" y="414304"/>
                  </a:lnTo>
                  <a:lnTo>
                    <a:pt x="2840208" y="414364"/>
                  </a:lnTo>
                  <a:lnTo>
                    <a:pt x="2840206" y="414422"/>
                  </a:lnTo>
                  <a:lnTo>
                    <a:pt x="2840211" y="414457"/>
                  </a:lnTo>
                  <a:lnTo>
                    <a:pt x="2840227" y="414491"/>
                  </a:lnTo>
                  <a:lnTo>
                    <a:pt x="2840235" y="414508"/>
                  </a:lnTo>
                  <a:lnTo>
                    <a:pt x="2840242" y="414530"/>
                  </a:lnTo>
                  <a:lnTo>
                    <a:pt x="2840260" y="414561"/>
                  </a:lnTo>
                  <a:lnTo>
                    <a:pt x="2840281" y="414588"/>
                  </a:lnTo>
                  <a:lnTo>
                    <a:pt x="2840297" y="414612"/>
                  </a:lnTo>
                  <a:lnTo>
                    <a:pt x="2840323" y="414639"/>
                  </a:lnTo>
                  <a:lnTo>
                    <a:pt x="2840359" y="414668"/>
                  </a:lnTo>
                  <a:lnTo>
                    <a:pt x="2840393" y="414700"/>
                  </a:lnTo>
                  <a:lnTo>
                    <a:pt x="2840448" y="414740"/>
                  </a:lnTo>
                  <a:lnTo>
                    <a:pt x="2840504" y="414778"/>
                  </a:lnTo>
                  <a:lnTo>
                    <a:pt x="2840549" y="414818"/>
                  </a:lnTo>
                  <a:lnTo>
                    <a:pt x="2840576" y="414845"/>
                  </a:lnTo>
                  <a:lnTo>
                    <a:pt x="2840621" y="414894"/>
                  </a:lnTo>
                  <a:lnTo>
                    <a:pt x="2840644" y="414915"/>
                  </a:lnTo>
                  <a:lnTo>
                    <a:pt x="2840672" y="414948"/>
                  </a:lnTo>
                  <a:lnTo>
                    <a:pt x="2840690" y="414965"/>
                  </a:lnTo>
                  <a:lnTo>
                    <a:pt x="2840721" y="415001"/>
                  </a:lnTo>
                  <a:lnTo>
                    <a:pt x="2840731" y="415024"/>
                  </a:lnTo>
                  <a:lnTo>
                    <a:pt x="2840747" y="415054"/>
                  </a:lnTo>
                  <a:lnTo>
                    <a:pt x="2840760" y="415089"/>
                  </a:lnTo>
                  <a:lnTo>
                    <a:pt x="2840761" y="415115"/>
                  </a:lnTo>
                  <a:lnTo>
                    <a:pt x="2840766" y="415155"/>
                  </a:lnTo>
                  <a:lnTo>
                    <a:pt x="2840769" y="415200"/>
                  </a:lnTo>
                  <a:lnTo>
                    <a:pt x="2840769" y="415242"/>
                  </a:lnTo>
                  <a:lnTo>
                    <a:pt x="2840763" y="415270"/>
                  </a:lnTo>
                  <a:lnTo>
                    <a:pt x="2840749" y="415299"/>
                  </a:lnTo>
                  <a:lnTo>
                    <a:pt x="2840721" y="415331"/>
                  </a:lnTo>
                  <a:lnTo>
                    <a:pt x="2840667" y="415379"/>
                  </a:lnTo>
                  <a:lnTo>
                    <a:pt x="2840627" y="415409"/>
                  </a:lnTo>
                  <a:lnTo>
                    <a:pt x="2840590" y="415432"/>
                  </a:lnTo>
                  <a:lnTo>
                    <a:pt x="2840585" y="415435"/>
                  </a:lnTo>
                  <a:lnTo>
                    <a:pt x="2840556" y="415448"/>
                  </a:lnTo>
                  <a:lnTo>
                    <a:pt x="2840522" y="415455"/>
                  </a:lnTo>
                  <a:lnTo>
                    <a:pt x="2840453" y="415456"/>
                  </a:lnTo>
                  <a:lnTo>
                    <a:pt x="2840434" y="415452"/>
                  </a:lnTo>
                  <a:lnTo>
                    <a:pt x="2840408" y="415445"/>
                  </a:lnTo>
                  <a:lnTo>
                    <a:pt x="2840382" y="415438"/>
                  </a:lnTo>
                  <a:lnTo>
                    <a:pt x="2840373" y="415432"/>
                  </a:lnTo>
                  <a:lnTo>
                    <a:pt x="2840339" y="415409"/>
                  </a:lnTo>
                  <a:lnTo>
                    <a:pt x="2840302" y="415394"/>
                  </a:lnTo>
                  <a:lnTo>
                    <a:pt x="2840253" y="415367"/>
                  </a:lnTo>
                  <a:lnTo>
                    <a:pt x="2840179" y="415329"/>
                  </a:lnTo>
                  <a:lnTo>
                    <a:pt x="2840119" y="415304"/>
                  </a:lnTo>
                  <a:lnTo>
                    <a:pt x="2840061" y="415286"/>
                  </a:lnTo>
                  <a:lnTo>
                    <a:pt x="2839998" y="415265"/>
                  </a:lnTo>
                  <a:lnTo>
                    <a:pt x="2839945" y="415248"/>
                  </a:lnTo>
                  <a:lnTo>
                    <a:pt x="2839894" y="415240"/>
                  </a:lnTo>
                  <a:lnTo>
                    <a:pt x="2839852" y="415234"/>
                  </a:lnTo>
                  <a:lnTo>
                    <a:pt x="2839802" y="415231"/>
                  </a:lnTo>
                  <a:lnTo>
                    <a:pt x="2839743" y="415231"/>
                  </a:lnTo>
                  <a:lnTo>
                    <a:pt x="2839695" y="415233"/>
                  </a:lnTo>
                  <a:lnTo>
                    <a:pt x="2839653" y="415241"/>
                  </a:lnTo>
                  <a:lnTo>
                    <a:pt x="2839631" y="415245"/>
                  </a:lnTo>
                  <a:lnTo>
                    <a:pt x="2839606" y="415250"/>
                  </a:lnTo>
                  <a:lnTo>
                    <a:pt x="2839570" y="415259"/>
                  </a:lnTo>
                  <a:lnTo>
                    <a:pt x="2839531" y="415271"/>
                  </a:lnTo>
                  <a:lnTo>
                    <a:pt x="2839508" y="415277"/>
                  </a:lnTo>
                  <a:lnTo>
                    <a:pt x="2839486" y="415290"/>
                  </a:lnTo>
                  <a:lnTo>
                    <a:pt x="2839462" y="415307"/>
                  </a:lnTo>
                  <a:lnTo>
                    <a:pt x="2839423" y="415333"/>
                  </a:lnTo>
                  <a:lnTo>
                    <a:pt x="2839400" y="415359"/>
                  </a:lnTo>
                  <a:lnTo>
                    <a:pt x="2839385" y="415381"/>
                  </a:lnTo>
                  <a:lnTo>
                    <a:pt x="2839374" y="415415"/>
                  </a:lnTo>
                  <a:lnTo>
                    <a:pt x="2839370" y="415431"/>
                  </a:lnTo>
                  <a:lnTo>
                    <a:pt x="2839361" y="415473"/>
                  </a:lnTo>
                  <a:lnTo>
                    <a:pt x="2839355" y="415522"/>
                  </a:lnTo>
                  <a:lnTo>
                    <a:pt x="2839348" y="415557"/>
                  </a:lnTo>
                  <a:lnTo>
                    <a:pt x="2839352" y="415613"/>
                  </a:lnTo>
                  <a:lnTo>
                    <a:pt x="2839357" y="415663"/>
                  </a:lnTo>
                  <a:lnTo>
                    <a:pt x="2839361" y="415690"/>
                  </a:lnTo>
                  <a:lnTo>
                    <a:pt x="2839377" y="415733"/>
                  </a:lnTo>
                  <a:lnTo>
                    <a:pt x="2839385" y="415755"/>
                  </a:lnTo>
                  <a:lnTo>
                    <a:pt x="2839398" y="415782"/>
                  </a:lnTo>
                  <a:lnTo>
                    <a:pt x="2839411" y="415805"/>
                  </a:lnTo>
                  <a:lnTo>
                    <a:pt x="2839430" y="415832"/>
                  </a:lnTo>
                  <a:lnTo>
                    <a:pt x="2839444" y="415853"/>
                  </a:lnTo>
                  <a:lnTo>
                    <a:pt x="2839455" y="415867"/>
                  </a:lnTo>
                  <a:lnTo>
                    <a:pt x="2839473" y="415890"/>
                  </a:lnTo>
                  <a:lnTo>
                    <a:pt x="2839485" y="415913"/>
                  </a:lnTo>
                  <a:lnTo>
                    <a:pt x="2839499" y="415936"/>
                  </a:lnTo>
                  <a:lnTo>
                    <a:pt x="2839518" y="415967"/>
                  </a:lnTo>
                  <a:lnTo>
                    <a:pt x="2839533" y="415991"/>
                  </a:lnTo>
                  <a:lnTo>
                    <a:pt x="2839551" y="416026"/>
                  </a:lnTo>
                  <a:lnTo>
                    <a:pt x="2839564" y="416051"/>
                  </a:lnTo>
                  <a:lnTo>
                    <a:pt x="2839585" y="416086"/>
                  </a:lnTo>
                  <a:lnTo>
                    <a:pt x="2839595" y="416113"/>
                  </a:lnTo>
                  <a:lnTo>
                    <a:pt x="2839611" y="416150"/>
                  </a:lnTo>
                  <a:lnTo>
                    <a:pt x="2839615" y="416175"/>
                  </a:lnTo>
                  <a:lnTo>
                    <a:pt x="2839611" y="416209"/>
                  </a:lnTo>
                  <a:lnTo>
                    <a:pt x="2839602" y="416228"/>
                  </a:lnTo>
                  <a:lnTo>
                    <a:pt x="2839581" y="416259"/>
                  </a:lnTo>
                  <a:lnTo>
                    <a:pt x="2839554" y="416300"/>
                  </a:lnTo>
                  <a:lnTo>
                    <a:pt x="2839527" y="416336"/>
                  </a:lnTo>
                  <a:lnTo>
                    <a:pt x="2839512" y="416363"/>
                  </a:lnTo>
                  <a:lnTo>
                    <a:pt x="2839500" y="416391"/>
                  </a:lnTo>
                  <a:lnTo>
                    <a:pt x="2839489" y="416426"/>
                  </a:lnTo>
                  <a:lnTo>
                    <a:pt x="2839481" y="416458"/>
                  </a:lnTo>
                  <a:lnTo>
                    <a:pt x="2839479" y="416480"/>
                  </a:lnTo>
                  <a:lnTo>
                    <a:pt x="2839472" y="416515"/>
                  </a:lnTo>
                  <a:lnTo>
                    <a:pt x="2839466" y="416542"/>
                  </a:lnTo>
                  <a:lnTo>
                    <a:pt x="2839455" y="416576"/>
                  </a:lnTo>
                  <a:lnTo>
                    <a:pt x="2839447" y="416607"/>
                  </a:lnTo>
                  <a:lnTo>
                    <a:pt x="2839434" y="416640"/>
                  </a:lnTo>
                  <a:lnTo>
                    <a:pt x="2839431" y="416690"/>
                  </a:lnTo>
                  <a:lnTo>
                    <a:pt x="2839428" y="416747"/>
                  </a:lnTo>
                  <a:lnTo>
                    <a:pt x="2839428" y="416785"/>
                  </a:lnTo>
                  <a:lnTo>
                    <a:pt x="2839439" y="416814"/>
                  </a:lnTo>
                  <a:lnTo>
                    <a:pt x="2839445" y="416831"/>
                  </a:lnTo>
                  <a:lnTo>
                    <a:pt x="2839460" y="416860"/>
                  </a:lnTo>
                  <a:lnTo>
                    <a:pt x="2839474" y="416895"/>
                  </a:lnTo>
                  <a:lnTo>
                    <a:pt x="2839485" y="416921"/>
                  </a:lnTo>
                  <a:lnTo>
                    <a:pt x="2839490" y="416968"/>
                  </a:lnTo>
                  <a:lnTo>
                    <a:pt x="2839492" y="417025"/>
                  </a:lnTo>
                  <a:lnTo>
                    <a:pt x="2839494" y="417077"/>
                  </a:lnTo>
                  <a:lnTo>
                    <a:pt x="2839488" y="417110"/>
                  </a:lnTo>
                  <a:lnTo>
                    <a:pt x="2839476" y="417160"/>
                  </a:lnTo>
                  <a:lnTo>
                    <a:pt x="2839470" y="417200"/>
                  </a:lnTo>
                  <a:lnTo>
                    <a:pt x="2839461" y="417239"/>
                  </a:lnTo>
                  <a:lnTo>
                    <a:pt x="2839455" y="417276"/>
                  </a:lnTo>
                  <a:lnTo>
                    <a:pt x="2839459" y="417317"/>
                  </a:lnTo>
                  <a:lnTo>
                    <a:pt x="2839468" y="417366"/>
                  </a:lnTo>
                  <a:lnTo>
                    <a:pt x="2839478" y="417416"/>
                  </a:lnTo>
                  <a:lnTo>
                    <a:pt x="2839493" y="417461"/>
                  </a:lnTo>
                  <a:lnTo>
                    <a:pt x="2839507" y="417501"/>
                  </a:lnTo>
                  <a:lnTo>
                    <a:pt x="2839530" y="417536"/>
                  </a:lnTo>
                  <a:lnTo>
                    <a:pt x="2839549" y="417565"/>
                  </a:lnTo>
                  <a:lnTo>
                    <a:pt x="2839567" y="417585"/>
                  </a:lnTo>
                  <a:lnTo>
                    <a:pt x="2839606" y="417613"/>
                  </a:lnTo>
                  <a:lnTo>
                    <a:pt x="2839637" y="417633"/>
                  </a:lnTo>
                  <a:lnTo>
                    <a:pt x="2839675" y="417654"/>
                  </a:lnTo>
                  <a:lnTo>
                    <a:pt x="2839728" y="417679"/>
                  </a:lnTo>
                  <a:lnTo>
                    <a:pt x="2839767" y="417695"/>
                  </a:lnTo>
                  <a:lnTo>
                    <a:pt x="2839825" y="417712"/>
                  </a:lnTo>
                  <a:lnTo>
                    <a:pt x="2839858" y="417721"/>
                  </a:lnTo>
                  <a:lnTo>
                    <a:pt x="2839896" y="417724"/>
                  </a:lnTo>
                  <a:lnTo>
                    <a:pt x="2839942" y="417727"/>
                  </a:lnTo>
                  <a:lnTo>
                    <a:pt x="2840043" y="417722"/>
                  </a:lnTo>
                  <a:lnTo>
                    <a:pt x="2840071" y="417717"/>
                  </a:lnTo>
                  <a:lnTo>
                    <a:pt x="2840103" y="417708"/>
                  </a:lnTo>
                  <a:lnTo>
                    <a:pt x="2840130" y="417704"/>
                  </a:lnTo>
                  <a:lnTo>
                    <a:pt x="2840164" y="417698"/>
                  </a:lnTo>
                  <a:lnTo>
                    <a:pt x="2840217" y="417686"/>
                  </a:lnTo>
                  <a:lnTo>
                    <a:pt x="2840264" y="417676"/>
                  </a:lnTo>
                  <a:lnTo>
                    <a:pt x="2840324" y="417657"/>
                  </a:lnTo>
                  <a:lnTo>
                    <a:pt x="2840376" y="417646"/>
                  </a:lnTo>
                  <a:lnTo>
                    <a:pt x="2840429" y="417631"/>
                  </a:lnTo>
                  <a:lnTo>
                    <a:pt x="2840469" y="417623"/>
                  </a:lnTo>
                  <a:lnTo>
                    <a:pt x="2840508" y="417622"/>
                  </a:lnTo>
                  <a:lnTo>
                    <a:pt x="2840578" y="417622"/>
                  </a:lnTo>
                  <a:lnTo>
                    <a:pt x="2840655" y="417619"/>
                  </a:lnTo>
                  <a:lnTo>
                    <a:pt x="2840700" y="417619"/>
                  </a:lnTo>
                  <a:lnTo>
                    <a:pt x="2840739" y="417623"/>
                  </a:lnTo>
                  <a:lnTo>
                    <a:pt x="2840778" y="417633"/>
                  </a:lnTo>
                  <a:lnTo>
                    <a:pt x="2840799" y="417639"/>
                  </a:lnTo>
                  <a:lnTo>
                    <a:pt x="2840837" y="417659"/>
                  </a:lnTo>
                  <a:lnTo>
                    <a:pt x="2840872" y="417677"/>
                  </a:lnTo>
                  <a:lnTo>
                    <a:pt x="2840910" y="417706"/>
                  </a:lnTo>
                  <a:lnTo>
                    <a:pt x="2840947" y="417734"/>
                  </a:lnTo>
                  <a:lnTo>
                    <a:pt x="2841001" y="417784"/>
                  </a:lnTo>
                  <a:lnTo>
                    <a:pt x="2841029" y="417818"/>
                  </a:lnTo>
                  <a:lnTo>
                    <a:pt x="2841082" y="417885"/>
                  </a:lnTo>
                  <a:lnTo>
                    <a:pt x="2841122" y="417950"/>
                  </a:lnTo>
                  <a:lnTo>
                    <a:pt x="2841145" y="417999"/>
                  </a:lnTo>
                  <a:lnTo>
                    <a:pt x="2841165" y="418046"/>
                  </a:lnTo>
                  <a:lnTo>
                    <a:pt x="2841187" y="418096"/>
                  </a:lnTo>
                  <a:lnTo>
                    <a:pt x="2841200" y="418143"/>
                  </a:lnTo>
                  <a:lnTo>
                    <a:pt x="2841215" y="418182"/>
                  </a:lnTo>
                  <a:lnTo>
                    <a:pt x="2841223" y="418223"/>
                  </a:lnTo>
                  <a:lnTo>
                    <a:pt x="2841229" y="418274"/>
                  </a:lnTo>
                  <a:lnTo>
                    <a:pt x="2841229" y="418313"/>
                  </a:lnTo>
                  <a:lnTo>
                    <a:pt x="2841221" y="418350"/>
                  </a:lnTo>
                  <a:lnTo>
                    <a:pt x="2841205" y="418405"/>
                  </a:lnTo>
                  <a:lnTo>
                    <a:pt x="2841192" y="418432"/>
                  </a:lnTo>
                  <a:lnTo>
                    <a:pt x="2841164" y="418476"/>
                  </a:lnTo>
                  <a:lnTo>
                    <a:pt x="2841142" y="418510"/>
                  </a:lnTo>
                  <a:lnTo>
                    <a:pt x="2841107" y="418550"/>
                  </a:lnTo>
                  <a:lnTo>
                    <a:pt x="2841067" y="418585"/>
                  </a:lnTo>
                  <a:lnTo>
                    <a:pt x="2841034" y="418607"/>
                  </a:lnTo>
                  <a:lnTo>
                    <a:pt x="2840941" y="418645"/>
                  </a:lnTo>
                  <a:lnTo>
                    <a:pt x="2840879" y="418663"/>
                  </a:lnTo>
                  <a:lnTo>
                    <a:pt x="2840828" y="418675"/>
                  </a:lnTo>
                  <a:lnTo>
                    <a:pt x="2840766" y="418677"/>
                  </a:lnTo>
                  <a:lnTo>
                    <a:pt x="2840700" y="418669"/>
                  </a:lnTo>
                  <a:lnTo>
                    <a:pt x="2840626" y="418650"/>
                  </a:lnTo>
                  <a:lnTo>
                    <a:pt x="2840593" y="418633"/>
                  </a:lnTo>
                  <a:lnTo>
                    <a:pt x="2840562" y="418608"/>
                  </a:lnTo>
                  <a:lnTo>
                    <a:pt x="2840536" y="418587"/>
                  </a:lnTo>
                  <a:lnTo>
                    <a:pt x="2840499" y="418543"/>
                  </a:lnTo>
                  <a:lnTo>
                    <a:pt x="2840482" y="418518"/>
                  </a:lnTo>
                  <a:lnTo>
                    <a:pt x="2840448" y="418473"/>
                  </a:lnTo>
                  <a:lnTo>
                    <a:pt x="2840424" y="418451"/>
                  </a:lnTo>
                  <a:lnTo>
                    <a:pt x="2840349" y="418381"/>
                  </a:lnTo>
                  <a:lnTo>
                    <a:pt x="2840299" y="418332"/>
                  </a:lnTo>
                  <a:lnTo>
                    <a:pt x="2840251" y="418296"/>
                  </a:lnTo>
                  <a:lnTo>
                    <a:pt x="2840200" y="418264"/>
                  </a:lnTo>
                  <a:lnTo>
                    <a:pt x="2840172" y="418247"/>
                  </a:lnTo>
                  <a:lnTo>
                    <a:pt x="2840130" y="418233"/>
                  </a:lnTo>
                  <a:lnTo>
                    <a:pt x="2840099" y="418233"/>
                  </a:lnTo>
                  <a:lnTo>
                    <a:pt x="2840068" y="418235"/>
                  </a:lnTo>
                  <a:lnTo>
                    <a:pt x="2840044" y="418243"/>
                  </a:lnTo>
                  <a:lnTo>
                    <a:pt x="2839995" y="418249"/>
                  </a:lnTo>
                  <a:lnTo>
                    <a:pt x="2839862" y="418266"/>
                  </a:lnTo>
                  <a:lnTo>
                    <a:pt x="2839819" y="418272"/>
                  </a:lnTo>
                  <a:lnTo>
                    <a:pt x="2839628" y="418282"/>
                  </a:lnTo>
                  <a:lnTo>
                    <a:pt x="2839508" y="418334"/>
                  </a:lnTo>
                  <a:lnTo>
                    <a:pt x="2839448" y="418388"/>
                  </a:lnTo>
                  <a:lnTo>
                    <a:pt x="2839427" y="418448"/>
                  </a:lnTo>
                  <a:lnTo>
                    <a:pt x="2839437" y="418555"/>
                  </a:lnTo>
                  <a:lnTo>
                    <a:pt x="2839438" y="418563"/>
                  </a:lnTo>
                  <a:lnTo>
                    <a:pt x="2839447" y="418582"/>
                  </a:lnTo>
                  <a:lnTo>
                    <a:pt x="2839463" y="418613"/>
                  </a:lnTo>
                  <a:lnTo>
                    <a:pt x="2839488" y="418657"/>
                  </a:lnTo>
                  <a:lnTo>
                    <a:pt x="2839504" y="418685"/>
                  </a:lnTo>
                  <a:lnTo>
                    <a:pt x="2839523" y="418715"/>
                  </a:lnTo>
                  <a:lnTo>
                    <a:pt x="2839545" y="418752"/>
                  </a:lnTo>
                  <a:lnTo>
                    <a:pt x="2839570" y="418783"/>
                  </a:lnTo>
                  <a:lnTo>
                    <a:pt x="2839585" y="418804"/>
                  </a:lnTo>
                  <a:lnTo>
                    <a:pt x="2839606" y="418841"/>
                  </a:lnTo>
                  <a:lnTo>
                    <a:pt x="2839624" y="418877"/>
                  </a:lnTo>
                  <a:lnTo>
                    <a:pt x="2839640" y="418924"/>
                  </a:lnTo>
                  <a:lnTo>
                    <a:pt x="2839648" y="418957"/>
                  </a:lnTo>
                  <a:lnTo>
                    <a:pt x="2839652" y="418988"/>
                  </a:lnTo>
                  <a:lnTo>
                    <a:pt x="2839650" y="419014"/>
                  </a:lnTo>
                  <a:lnTo>
                    <a:pt x="2839645" y="419026"/>
                  </a:lnTo>
                  <a:lnTo>
                    <a:pt x="2839641" y="419051"/>
                  </a:lnTo>
                  <a:lnTo>
                    <a:pt x="2839633" y="419074"/>
                  </a:lnTo>
                  <a:lnTo>
                    <a:pt x="2839616" y="419100"/>
                  </a:lnTo>
                  <a:lnTo>
                    <a:pt x="2839591" y="419131"/>
                  </a:lnTo>
                  <a:lnTo>
                    <a:pt x="2839563" y="419156"/>
                  </a:lnTo>
                  <a:lnTo>
                    <a:pt x="2839506" y="419207"/>
                  </a:lnTo>
                  <a:lnTo>
                    <a:pt x="2839444" y="419269"/>
                  </a:lnTo>
                  <a:lnTo>
                    <a:pt x="2839418" y="419292"/>
                  </a:lnTo>
                  <a:lnTo>
                    <a:pt x="2839402" y="419311"/>
                  </a:lnTo>
                  <a:lnTo>
                    <a:pt x="2839388" y="419333"/>
                  </a:lnTo>
                  <a:lnTo>
                    <a:pt x="2839363" y="419364"/>
                  </a:lnTo>
                  <a:lnTo>
                    <a:pt x="2839337" y="419403"/>
                  </a:lnTo>
                  <a:lnTo>
                    <a:pt x="2839317" y="419433"/>
                  </a:lnTo>
                  <a:lnTo>
                    <a:pt x="2839298" y="419473"/>
                  </a:lnTo>
                  <a:lnTo>
                    <a:pt x="2839280" y="419509"/>
                  </a:lnTo>
                  <a:lnTo>
                    <a:pt x="2839269" y="419544"/>
                  </a:lnTo>
                  <a:lnTo>
                    <a:pt x="2839264" y="419570"/>
                  </a:lnTo>
                  <a:lnTo>
                    <a:pt x="2839267" y="419612"/>
                  </a:lnTo>
                  <a:lnTo>
                    <a:pt x="2839271" y="419633"/>
                  </a:lnTo>
                  <a:lnTo>
                    <a:pt x="2839280" y="419655"/>
                  </a:lnTo>
                  <a:lnTo>
                    <a:pt x="2839293" y="419688"/>
                  </a:lnTo>
                  <a:lnTo>
                    <a:pt x="2839307" y="419715"/>
                  </a:lnTo>
                  <a:lnTo>
                    <a:pt x="2839322" y="419743"/>
                  </a:lnTo>
                  <a:lnTo>
                    <a:pt x="2839354" y="419777"/>
                  </a:lnTo>
                  <a:lnTo>
                    <a:pt x="2839369" y="419790"/>
                  </a:lnTo>
                  <a:lnTo>
                    <a:pt x="2839397" y="419805"/>
                  </a:lnTo>
                  <a:lnTo>
                    <a:pt x="2839428" y="419820"/>
                  </a:lnTo>
                  <a:lnTo>
                    <a:pt x="2839465" y="419832"/>
                  </a:lnTo>
                  <a:lnTo>
                    <a:pt x="2839512" y="419844"/>
                  </a:lnTo>
                  <a:lnTo>
                    <a:pt x="2839579" y="419856"/>
                  </a:lnTo>
                  <a:lnTo>
                    <a:pt x="2839609" y="419863"/>
                  </a:lnTo>
                  <a:lnTo>
                    <a:pt x="2839647" y="419869"/>
                  </a:lnTo>
                  <a:lnTo>
                    <a:pt x="2839668" y="419875"/>
                  </a:lnTo>
                  <a:lnTo>
                    <a:pt x="2839705" y="419884"/>
                  </a:lnTo>
                  <a:lnTo>
                    <a:pt x="2839734" y="419893"/>
                  </a:lnTo>
                  <a:lnTo>
                    <a:pt x="2839778" y="419906"/>
                  </a:lnTo>
                  <a:lnTo>
                    <a:pt x="2839809" y="419918"/>
                  </a:lnTo>
                  <a:lnTo>
                    <a:pt x="2839864" y="419932"/>
                  </a:lnTo>
                  <a:lnTo>
                    <a:pt x="2839911" y="419949"/>
                  </a:lnTo>
                  <a:lnTo>
                    <a:pt x="2839968" y="419968"/>
                  </a:lnTo>
                  <a:lnTo>
                    <a:pt x="2839997" y="419977"/>
                  </a:lnTo>
                  <a:lnTo>
                    <a:pt x="2840024" y="419984"/>
                  </a:lnTo>
                  <a:lnTo>
                    <a:pt x="2840075" y="419998"/>
                  </a:lnTo>
                  <a:lnTo>
                    <a:pt x="2840110" y="420008"/>
                  </a:lnTo>
                  <a:lnTo>
                    <a:pt x="2840138" y="420018"/>
                  </a:lnTo>
                  <a:lnTo>
                    <a:pt x="2840158" y="420022"/>
                  </a:lnTo>
                  <a:lnTo>
                    <a:pt x="2840179" y="420032"/>
                  </a:lnTo>
                  <a:lnTo>
                    <a:pt x="2840196" y="420042"/>
                  </a:lnTo>
                  <a:lnTo>
                    <a:pt x="2840215" y="420056"/>
                  </a:lnTo>
                  <a:lnTo>
                    <a:pt x="2840232" y="420076"/>
                  </a:lnTo>
                  <a:lnTo>
                    <a:pt x="2840259" y="420106"/>
                  </a:lnTo>
                  <a:lnTo>
                    <a:pt x="2840274" y="420127"/>
                  </a:lnTo>
                  <a:lnTo>
                    <a:pt x="2840304" y="420179"/>
                  </a:lnTo>
                  <a:lnTo>
                    <a:pt x="2840309" y="420193"/>
                  </a:lnTo>
                  <a:lnTo>
                    <a:pt x="2840322" y="420222"/>
                  </a:lnTo>
                  <a:lnTo>
                    <a:pt x="2840333" y="420254"/>
                  </a:lnTo>
                  <a:lnTo>
                    <a:pt x="2840353" y="420312"/>
                  </a:lnTo>
                  <a:lnTo>
                    <a:pt x="2840364" y="420353"/>
                  </a:lnTo>
                  <a:lnTo>
                    <a:pt x="2840363" y="420403"/>
                  </a:lnTo>
                  <a:lnTo>
                    <a:pt x="2840358" y="420464"/>
                  </a:lnTo>
                  <a:lnTo>
                    <a:pt x="2840352" y="420487"/>
                  </a:lnTo>
                  <a:lnTo>
                    <a:pt x="2840341" y="420522"/>
                  </a:lnTo>
                  <a:lnTo>
                    <a:pt x="2840328" y="420556"/>
                  </a:lnTo>
                  <a:lnTo>
                    <a:pt x="2840306" y="420589"/>
                  </a:lnTo>
                  <a:lnTo>
                    <a:pt x="2840282" y="420614"/>
                  </a:lnTo>
                  <a:lnTo>
                    <a:pt x="2840260" y="420630"/>
                  </a:lnTo>
                  <a:lnTo>
                    <a:pt x="2840223" y="420642"/>
                  </a:lnTo>
                  <a:lnTo>
                    <a:pt x="2840181" y="420649"/>
                  </a:lnTo>
                  <a:lnTo>
                    <a:pt x="2840077" y="420648"/>
                  </a:lnTo>
                  <a:lnTo>
                    <a:pt x="2840040" y="420646"/>
                  </a:lnTo>
                  <a:lnTo>
                    <a:pt x="2839995" y="420638"/>
                  </a:lnTo>
                  <a:lnTo>
                    <a:pt x="2839964" y="420629"/>
                  </a:lnTo>
                  <a:lnTo>
                    <a:pt x="2839910" y="420609"/>
                  </a:lnTo>
                  <a:lnTo>
                    <a:pt x="2839873" y="420595"/>
                  </a:lnTo>
                  <a:lnTo>
                    <a:pt x="2839812" y="420591"/>
                  </a:lnTo>
                  <a:lnTo>
                    <a:pt x="2839774" y="420588"/>
                  </a:lnTo>
                  <a:lnTo>
                    <a:pt x="2839715" y="420592"/>
                  </a:lnTo>
                  <a:lnTo>
                    <a:pt x="2839683" y="420596"/>
                  </a:lnTo>
                  <a:lnTo>
                    <a:pt x="2839650" y="420611"/>
                  </a:lnTo>
                  <a:lnTo>
                    <a:pt x="2839621" y="420627"/>
                  </a:lnTo>
                  <a:lnTo>
                    <a:pt x="2839564" y="420659"/>
                  </a:lnTo>
                  <a:lnTo>
                    <a:pt x="2839533" y="420675"/>
                  </a:lnTo>
                  <a:lnTo>
                    <a:pt x="2839499" y="420691"/>
                  </a:lnTo>
                  <a:lnTo>
                    <a:pt x="2839438" y="420715"/>
                  </a:lnTo>
                  <a:lnTo>
                    <a:pt x="2839394" y="420730"/>
                  </a:lnTo>
                  <a:lnTo>
                    <a:pt x="2839364" y="420734"/>
                  </a:lnTo>
                  <a:lnTo>
                    <a:pt x="2839314" y="420748"/>
                  </a:lnTo>
                  <a:lnTo>
                    <a:pt x="2839275" y="420755"/>
                  </a:lnTo>
                  <a:lnTo>
                    <a:pt x="2839248" y="420771"/>
                  </a:lnTo>
                  <a:lnTo>
                    <a:pt x="2839204" y="420799"/>
                  </a:lnTo>
                  <a:lnTo>
                    <a:pt x="2839160" y="420824"/>
                  </a:lnTo>
                  <a:lnTo>
                    <a:pt x="2839121" y="420847"/>
                  </a:lnTo>
                  <a:lnTo>
                    <a:pt x="2839088" y="420862"/>
                  </a:lnTo>
                  <a:lnTo>
                    <a:pt x="2839043" y="420884"/>
                  </a:lnTo>
                  <a:lnTo>
                    <a:pt x="2839017" y="420893"/>
                  </a:lnTo>
                  <a:lnTo>
                    <a:pt x="2838957" y="420918"/>
                  </a:lnTo>
                  <a:lnTo>
                    <a:pt x="2838925" y="420929"/>
                  </a:lnTo>
                  <a:lnTo>
                    <a:pt x="2838861" y="420945"/>
                  </a:lnTo>
                  <a:lnTo>
                    <a:pt x="2838821" y="420958"/>
                  </a:lnTo>
                  <a:lnTo>
                    <a:pt x="2838798" y="420970"/>
                  </a:lnTo>
                  <a:lnTo>
                    <a:pt x="2838764" y="421002"/>
                  </a:lnTo>
                  <a:lnTo>
                    <a:pt x="2838705" y="421069"/>
                  </a:lnTo>
                  <a:lnTo>
                    <a:pt x="2838678" y="421101"/>
                  </a:lnTo>
                  <a:lnTo>
                    <a:pt x="2838642" y="421138"/>
                  </a:lnTo>
                  <a:lnTo>
                    <a:pt x="2838614" y="421165"/>
                  </a:lnTo>
                  <a:lnTo>
                    <a:pt x="2838581" y="421204"/>
                  </a:lnTo>
                  <a:lnTo>
                    <a:pt x="2838564" y="421258"/>
                  </a:lnTo>
                  <a:lnTo>
                    <a:pt x="2838543" y="421301"/>
                  </a:lnTo>
                  <a:lnTo>
                    <a:pt x="2838529" y="421335"/>
                  </a:lnTo>
                  <a:lnTo>
                    <a:pt x="2838504" y="421376"/>
                  </a:lnTo>
                  <a:lnTo>
                    <a:pt x="2838495" y="421388"/>
                  </a:lnTo>
                  <a:lnTo>
                    <a:pt x="2838483" y="421410"/>
                  </a:lnTo>
                  <a:lnTo>
                    <a:pt x="2838465" y="421437"/>
                  </a:lnTo>
                  <a:lnTo>
                    <a:pt x="2838441" y="421460"/>
                  </a:lnTo>
                  <a:lnTo>
                    <a:pt x="2838409" y="421489"/>
                  </a:lnTo>
                  <a:lnTo>
                    <a:pt x="2838363" y="421523"/>
                  </a:lnTo>
                  <a:lnTo>
                    <a:pt x="2838313" y="421558"/>
                  </a:lnTo>
                  <a:lnTo>
                    <a:pt x="2838271" y="421586"/>
                  </a:lnTo>
                  <a:lnTo>
                    <a:pt x="2838236" y="421609"/>
                  </a:lnTo>
                  <a:lnTo>
                    <a:pt x="2838211" y="421626"/>
                  </a:lnTo>
                  <a:lnTo>
                    <a:pt x="2838189" y="421658"/>
                  </a:lnTo>
                  <a:lnTo>
                    <a:pt x="2838176" y="421689"/>
                  </a:lnTo>
                  <a:lnTo>
                    <a:pt x="2838176" y="421715"/>
                  </a:lnTo>
                  <a:lnTo>
                    <a:pt x="2838175" y="421746"/>
                  </a:lnTo>
                  <a:lnTo>
                    <a:pt x="2838180" y="421801"/>
                  </a:lnTo>
                  <a:lnTo>
                    <a:pt x="2838184" y="421860"/>
                  </a:lnTo>
                  <a:lnTo>
                    <a:pt x="2838190" y="421920"/>
                  </a:lnTo>
                  <a:lnTo>
                    <a:pt x="2838191" y="421973"/>
                  </a:lnTo>
                  <a:lnTo>
                    <a:pt x="2838191" y="422029"/>
                  </a:lnTo>
                  <a:lnTo>
                    <a:pt x="2838189" y="422050"/>
                  </a:lnTo>
                  <a:lnTo>
                    <a:pt x="2838178" y="422081"/>
                  </a:lnTo>
                  <a:lnTo>
                    <a:pt x="2838135" y="422150"/>
                  </a:lnTo>
                  <a:lnTo>
                    <a:pt x="2838107" y="422203"/>
                  </a:lnTo>
                  <a:lnTo>
                    <a:pt x="2838063" y="422251"/>
                  </a:lnTo>
                  <a:lnTo>
                    <a:pt x="2838009" y="422302"/>
                  </a:lnTo>
                  <a:lnTo>
                    <a:pt x="2837953" y="422359"/>
                  </a:lnTo>
                  <a:lnTo>
                    <a:pt x="2837920" y="422389"/>
                  </a:lnTo>
                  <a:lnTo>
                    <a:pt x="2837877" y="422428"/>
                  </a:lnTo>
                  <a:lnTo>
                    <a:pt x="2837824" y="422477"/>
                  </a:lnTo>
                  <a:lnTo>
                    <a:pt x="2837780" y="422513"/>
                  </a:lnTo>
                  <a:lnTo>
                    <a:pt x="2837751" y="422537"/>
                  </a:lnTo>
                  <a:lnTo>
                    <a:pt x="2837720" y="422561"/>
                  </a:lnTo>
                  <a:lnTo>
                    <a:pt x="2837676" y="422600"/>
                  </a:lnTo>
                  <a:lnTo>
                    <a:pt x="2837623" y="422647"/>
                  </a:lnTo>
                  <a:lnTo>
                    <a:pt x="2837592" y="422689"/>
                  </a:lnTo>
                  <a:lnTo>
                    <a:pt x="2837576" y="422713"/>
                  </a:lnTo>
                  <a:lnTo>
                    <a:pt x="2837556" y="422747"/>
                  </a:lnTo>
                  <a:lnTo>
                    <a:pt x="2837547" y="422775"/>
                  </a:lnTo>
                  <a:lnTo>
                    <a:pt x="2837537" y="422810"/>
                  </a:lnTo>
                  <a:lnTo>
                    <a:pt x="2837535" y="422837"/>
                  </a:lnTo>
                  <a:lnTo>
                    <a:pt x="2837539" y="422864"/>
                  </a:lnTo>
                  <a:lnTo>
                    <a:pt x="2837542" y="422893"/>
                  </a:lnTo>
                  <a:lnTo>
                    <a:pt x="2837549" y="422905"/>
                  </a:lnTo>
                  <a:lnTo>
                    <a:pt x="2837558" y="422928"/>
                  </a:lnTo>
                  <a:lnTo>
                    <a:pt x="2837567" y="422948"/>
                  </a:lnTo>
                  <a:lnTo>
                    <a:pt x="2837579" y="422965"/>
                  </a:lnTo>
                  <a:lnTo>
                    <a:pt x="2837594" y="422984"/>
                  </a:lnTo>
                  <a:lnTo>
                    <a:pt x="2837610" y="423004"/>
                  </a:lnTo>
                  <a:lnTo>
                    <a:pt x="2837650" y="423027"/>
                  </a:lnTo>
                  <a:lnTo>
                    <a:pt x="2837687" y="423048"/>
                  </a:lnTo>
                  <a:lnTo>
                    <a:pt x="2837706" y="423055"/>
                  </a:lnTo>
                  <a:lnTo>
                    <a:pt x="2837761" y="423067"/>
                  </a:lnTo>
                  <a:lnTo>
                    <a:pt x="2837780" y="423068"/>
                  </a:lnTo>
                  <a:lnTo>
                    <a:pt x="2837840" y="423067"/>
                  </a:lnTo>
                  <a:lnTo>
                    <a:pt x="2837884" y="423062"/>
                  </a:lnTo>
                  <a:lnTo>
                    <a:pt x="2837904" y="423057"/>
                  </a:lnTo>
                  <a:lnTo>
                    <a:pt x="2837957" y="423039"/>
                  </a:lnTo>
                  <a:lnTo>
                    <a:pt x="2838001" y="423022"/>
                  </a:lnTo>
                  <a:lnTo>
                    <a:pt x="2838022" y="423009"/>
                  </a:lnTo>
                  <a:lnTo>
                    <a:pt x="2838064" y="422974"/>
                  </a:lnTo>
                  <a:lnTo>
                    <a:pt x="2838084" y="422950"/>
                  </a:lnTo>
                  <a:lnTo>
                    <a:pt x="2838090" y="422923"/>
                  </a:lnTo>
                  <a:lnTo>
                    <a:pt x="2838091" y="422895"/>
                  </a:lnTo>
                  <a:lnTo>
                    <a:pt x="2838087" y="422829"/>
                  </a:lnTo>
                  <a:lnTo>
                    <a:pt x="2838083" y="422761"/>
                  </a:lnTo>
                  <a:lnTo>
                    <a:pt x="2838085" y="422719"/>
                  </a:lnTo>
                  <a:lnTo>
                    <a:pt x="2838096" y="422685"/>
                  </a:lnTo>
                  <a:lnTo>
                    <a:pt x="2838101" y="422655"/>
                  </a:lnTo>
                  <a:lnTo>
                    <a:pt x="2838124" y="422593"/>
                  </a:lnTo>
                  <a:lnTo>
                    <a:pt x="2838134" y="422569"/>
                  </a:lnTo>
                  <a:lnTo>
                    <a:pt x="2838155" y="422539"/>
                  </a:lnTo>
                  <a:lnTo>
                    <a:pt x="2838166" y="422516"/>
                  </a:lnTo>
                  <a:lnTo>
                    <a:pt x="2838187" y="422473"/>
                  </a:lnTo>
                  <a:lnTo>
                    <a:pt x="2838199" y="422448"/>
                  </a:lnTo>
                  <a:lnTo>
                    <a:pt x="2838225" y="422423"/>
                  </a:lnTo>
                  <a:lnTo>
                    <a:pt x="2838255" y="422408"/>
                  </a:lnTo>
                  <a:lnTo>
                    <a:pt x="2838309" y="422384"/>
                  </a:lnTo>
                  <a:lnTo>
                    <a:pt x="2838356" y="422371"/>
                  </a:lnTo>
                  <a:lnTo>
                    <a:pt x="2838406" y="422361"/>
                  </a:lnTo>
                  <a:lnTo>
                    <a:pt x="2838455" y="422357"/>
                  </a:lnTo>
                  <a:lnTo>
                    <a:pt x="2838512" y="422363"/>
                  </a:lnTo>
                  <a:lnTo>
                    <a:pt x="2838551" y="422367"/>
                  </a:lnTo>
                  <a:lnTo>
                    <a:pt x="2838580" y="422374"/>
                  </a:lnTo>
                  <a:lnTo>
                    <a:pt x="2838608" y="422384"/>
                  </a:lnTo>
                  <a:lnTo>
                    <a:pt x="2838639" y="422395"/>
                  </a:lnTo>
                  <a:lnTo>
                    <a:pt x="2838668" y="422409"/>
                  </a:lnTo>
                  <a:lnTo>
                    <a:pt x="2838694" y="422426"/>
                  </a:lnTo>
                  <a:lnTo>
                    <a:pt x="2838728" y="422453"/>
                  </a:lnTo>
                  <a:lnTo>
                    <a:pt x="2838747" y="422472"/>
                  </a:lnTo>
                  <a:lnTo>
                    <a:pt x="2838765" y="422497"/>
                  </a:lnTo>
                  <a:lnTo>
                    <a:pt x="2838774" y="422511"/>
                  </a:lnTo>
                  <a:lnTo>
                    <a:pt x="2838783" y="422536"/>
                  </a:lnTo>
                  <a:lnTo>
                    <a:pt x="2838794" y="422576"/>
                  </a:lnTo>
                  <a:lnTo>
                    <a:pt x="2838811" y="422636"/>
                  </a:lnTo>
                  <a:lnTo>
                    <a:pt x="2838816" y="422655"/>
                  </a:lnTo>
                  <a:lnTo>
                    <a:pt x="2838834" y="422698"/>
                  </a:lnTo>
                  <a:lnTo>
                    <a:pt x="2838846" y="422730"/>
                  </a:lnTo>
                  <a:lnTo>
                    <a:pt x="2838863" y="422771"/>
                  </a:lnTo>
                  <a:lnTo>
                    <a:pt x="2838887" y="422824"/>
                  </a:lnTo>
                  <a:lnTo>
                    <a:pt x="2838903" y="422850"/>
                  </a:lnTo>
                  <a:lnTo>
                    <a:pt x="2838926" y="422885"/>
                  </a:lnTo>
                  <a:lnTo>
                    <a:pt x="2838937" y="422906"/>
                  </a:lnTo>
                  <a:lnTo>
                    <a:pt x="2838949" y="422923"/>
                  </a:lnTo>
                  <a:lnTo>
                    <a:pt x="2838965" y="422944"/>
                  </a:lnTo>
                  <a:lnTo>
                    <a:pt x="2839004" y="422984"/>
                  </a:lnTo>
                  <a:lnTo>
                    <a:pt x="2839044" y="423022"/>
                  </a:lnTo>
                  <a:lnTo>
                    <a:pt x="2839088" y="423054"/>
                  </a:lnTo>
                  <a:lnTo>
                    <a:pt x="2839126" y="423081"/>
                  </a:lnTo>
                  <a:lnTo>
                    <a:pt x="2839158" y="423094"/>
                  </a:lnTo>
                  <a:lnTo>
                    <a:pt x="2839216" y="423120"/>
                  </a:lnTo>
                  <a:lnTo>
                    <a:pt x="2839262" y="423135"/>
                  </a:lnTo>
                  <a:lnTo>
                    <a:pt x="2839280" y="423140"/>
                  </a:lnTo>
                  <a:lnTo>
                    <a:pt x="2839344" y="423148"/>
                  </a:lnTo>
                  <a:lnTo>
                    <a:pt x="2839379" y="423146"/>
                  </a:lnTo>
                  <a:lnTo>
                    <a:pt x="2839405" y="423140"/>
                  </a:lnTo>
                  <a:lnTo>
                    <a:pt x="2839426" y="423132"/>
                  </a:lnTo>
                  <a:lnTo>
                    <a:pt x="2839457" y="423111"/>
                  </a:lnTo>
                  <a:lnTo>
                    <a:pt x="2839480" y="423100"/>
                  </a:lnTo>
                  <a:lnTo>
                    <a:pt x="2839548" y="423058"/>
                  </a:lnTo>
                  <a:lnTo>
                    <a:pt x="2839610" y="423031"/>
                  </a:lnTo>
                  <a:lnTo>
                    <a:pt x="2839637" y="423018"/>
                  </a:lnTo>
                  <a:lnTo>
                    <a:pt x="2839694" y="423002"/>
                  </a:lnTo>
                  <a:lnTo>
                    <a:pt x="2839731" y="422996"/>
                  </a:lnTo>
                  <a:lnTo>
                    <a:pt x="2839767" y="422992"/>
                  </a:lnTo>
                  <a:lnTo>
                    <a:pt x="2839810" y="422985"/>
                  </a:lnTo>
                  <a:lnTo>
                    <a:pt x="2839848" y="422985"/>
                  </a:lnTo>
                  <a:lnTo>
                    <a:pt x="2839876" y="422986"/>
                  </a:lnTo>
                  <a:lnTo>
                    <a:pt x="2839899" y="422990"/>
                  </a:lnTo>
                  <a:lnTo>
                    <a:pt x="2839917" y="422996"/>
                  </a:lnTo>
                  <a:lnTo>
                    <a:pt x="2839944" y="423002"/>
                  </a:lnTo>
                  <a:lnTo>
                    <a:pt x="2839972" y="423008"/>
                  </a:lnTo>
                  <a:lnTo>
                    <a:pt x="2840001" y="423022"/>
                  </a:lnTo>
                  <a:lnTo>
                    <a:pt x="2840052" y="423050"/>
                  </a:lnTo>
                  <a:lnTo>
                    <a:pt x="2840098" y="423078"/>
                  </a:lnTo>
                  <a:lnTo>
                    <a:pt x="2840137" y="423106"/>
                  </a:lnTo>
                  <a:lnTo>
                    <a:pt x="2840171" y="423136"/>
                  </a:lnTo>
                  <a:lnTo>
                    <a:pt x="2840190" y="423166"/>
                  </a:lnTo>
                  <a:lnTo>
                    <a:pt x="2840207" y="423196"/>
                  </a:lnTo>
                  <a:lnTo>
                    <a:pt x="2840218" y="423227"/>
                  </a:lnTo>
                  <a:lnTo>
                    <a:pt x="2840225" y="423263"/>
                  </a:lnTo>
                  <a:lnTo>
                    <a:pt x="2840226" y="423295"/>
                  </a:lnTo>
                  <a:lnTo>
                    <a:pt x="2840224" y="423327"/>
                  </a:lnTo>
                  <a:lnTo>
                    <a:pt x="2840210" y="423383"/>
                  </a:lnTo>
                  <a:lnTo>
                    <a:pt x="2840203" y="423412"/>
                  </a:lnTo>
                  <a:lnTo>
                    <a:pt x="2840189" y="423443"/>
                  </a:lnTo>
                  <a:lnTo>
                    <a:pt x="2840169" y="423490"/>
                  </a:lnTo>
                  <a:lnTo>
                    <a:pt x="2840156" y="423515"/>
                  </a:lnTo>
                  <a:lnTo>
                    <a:pt x="2840144" y="423543"/>
                  </a:lnTo>
                  <a:lnTo>
                    <a:pt x="2840123" y="423599"/>
                  </a:lnTo>
                  <a:lnTo>
                    <a:pt x="2840109" y="423647"/>
                  </a:lnTo>
                  <a:lnTo>
                    <a:pt x="2840107" y="423667"/>
                  </a:lnTo>
                  <a:lnTo>
                    <a:pt x="2840113" y="423718"/>
                  </a:lnTo>
                  <a:lnTo>
                    <a:pt x="2840123" y="423738"/>
                  </a:lnTo>
                  <a:lnTo>
                    <a:pt x="2840128" y="423764"/>
                  </a:lnTo>
                  <a:lnTo>
                    <a:pt x="2840135" y="423779"/>
                  </a:lnTo>
                  <a:lnTo>
                    <a:pt x="2840146" y="423791"/>
                  </a:lnTo>
                  <a:lnTo>
                    <a:pt x="2840159" y="423808"/>
                  </a:lnTo>
                  <a:lnTo>
                    <a:pt x="2840176" y="423824"/>
                  </a:lnTo>
                  <a:lnTo>
                    <a:pt x="2840196" y="423841"/>
                  </a:lnTo>
                  <a:lnTo>
                    <a:pt x="2840223" y="423858"/>
                  </a:lnTo>
                  <a:lnTo>
                    <a:pt x="2840264" y="423885"/>
                  </a:lnTo>
                  <a:lnTo>
                    <a:pt x="2840276" y="423892"/>
                  </a:lnTo>
                  <a:lnTo>
                    <a:pt x="2840292" y="423896"/>
                  </a:lnTo>
                  <a:lnTo>
                    <a:pt x="2840314" y="423916"/>
                  </a:lnTo>
                  <a:lnTo>
                    <a:pt x="2840337" y="423934"/>
                  </a:lnTo>
                  <a:lnTo>
                    <a:pt x="2840366" y="423957"/>
                  </a:lnTo>
                  <a:lnTo>
                    <a:pt x="2840385" y="423977"/>
                  </a:lnTo>
                  <a:lnTo>
                    <a:pt x="2840435" y="424025"/>
                  </a:lnTo>
                  <a:lnTo>
                    <a:pt x="2840449" y="424046"/>
                  </a:lnTo>
                  <a:lnTo>
                    <a:pt x="2840467" y="424066"/>
                  </a:lnTo>
                  <a:lnTo>
                    <a:pt x="2840480" y="424085"/>
                  </a:lnTo>
                  <a:lnTo>
                    <a:pt x="2840499" y="424114"/>
                  </a:lnTo>
                  <a:lnTo>
                    <a:pt x="2840509" y="424154"/>
                  </a:lnTo>
                  <a:lnTo>
                    <a:pt x="2840509" y="424178"/>
                  </a:lnTo>
                  <a:lnTo>
                    <a:pt x="2840496" y="424190"/>
                  </a:lnTo>
                  <a:lnTo>
                    <a:pt x="2840482" y="424211"/>
                  </a:lnTo>
                  <a:lnTo>
                    <a:pt x="2840468" y="424244"/>
                  </a:lnTo>
                  <a:lnTo>
                    <a:pt x="2840466" y="424265"/>
                  </a:lnTo>
                  <a:lnTo>
                    <a:pt x="2840470" y="424330"/>
                  </a:lnTo>
                  <a:lnTo>
                    <a:pt x="2840478" y="424380"/>
                  </a:lnTo>
                  <a:lnTo>
                    <a:pt x="2840480" y="424391"/>
                  </a:lnTo>
                  <a:lnTo>
                    <a:pt x="2840484" y="424437"/>
                  </a:lnTo>
                  <a:lnTo>
                    <a:pt x="2840488" y="424483"/>
                  </a:lnTo>
                  <a:lnTo>
                    <a:pt x="2840487" y="424511"/>
                  </a:lnTo>
                  <a:lnTo>
                    <a:pt x="2840488" y="424572"/>
                  </a:lnTo>
                  <a:lnTo>
                    <a:pt x="2840483" y="424616"/>
                  </a:lnTo>
                  <a:lnTo>
                    <a:pt x="2840477" y="424650"/>
                  </a:lnTo>
                  <a:lnTo>
                    <a:pt x="2840470" y="424671"/>
                  </a:lnTo>
                  <a:lnTo>
                    <a:pt x="2840460" y="424704"/>
                  </a:lnTo>
                  <a:lnTo>
                    <a:pt x="2840455" y="424727"/>
                  </a:lnTo>
                  <a:lnTo>
                    <a:pt x="2840446" y="424751"/>
                  </a:lnTo>
                  <a:lnTo>
                    <a:pt x="2840431" y="424785"/>
                  </a:lnTo>
                  <a:lnTo>
                    <a:pt x="2840410" y="424824"/>
                  </a:lnTo>
                  <a:lnTo>
                    <a:pt x="2840395" y="424844"/>
                  </a:lnTo>
                  <a:lnTo>
                    <a:pt x="2840371" y="424875"/>
                  </a:lnTo>
                  <a:lnTo>
                    <a:pt x="2840325" y="424917"/>
                  </a:lnTo>
                  <a:lnTo>
                    <a:pt x="2840300" y="424931"/>
                  </a:lnTo>
                  <a:lnTo>
                    <a:pt x="2840253" y="424953"/>
                  </a:lnTo>
                  <a:lnTo>
                    <a:pt x="2840215" y="424960"/>
                  </a:lnTo>
                  <a:lnTo>
                    <a:pt x="2840162" y="424964"/>
                  </a:lnTo>
                  <a:lnTo>
                    <a:pt x="2840106" y="424968"/>
                  </a:lnTo>
                  <a:lnTo>
                    <a:pt x="2840041" y="424970"/>
                  </a:lnTo>
                  <a:lnTo>
                    <a:pt x="2839996" y="424978"/>
                  </a:lnTo>
                  <a:lnTo>
                    <a:pt x="2839915" y="424978"/>
                  </a:lnTo>
                  <a:lnTo>
                    <a:pt x="2839815" y="424972"/>
                  </a:lnTo>
                  <a:lnTo>
                    <a:pt x="2839772" y="424969"/>
                  </a:lnTo>
                  <a:lnTo>
                    <a:pt x="2839738" y="424963"/>
                  </a:lnTo>
                  <a:lnTo>
                    <a:pt x="2839637" y="424950"/>
                  </a:lnTo>
                  <a:lnTo>
                    <a:pt x="2839523" y="424924"/>
                  </a:lnTo>
                  <a:lnTo>
                    <a:pt x="2839479" y="424919"/>
                  </a:lnTo>
                  <a:lnTo>
                    <a:pt x="2839418" y="424910"/>
                  </a:lnTo>
                  <a:lnTo>
                    <a:pt x="2839366" y="424911"/>
                  </a:lnTo>
                  <a:lnTo>
                    <a:pt x="2839325" y="424914"/>
                  </a:lnTo>
                  <a:lnTo>
                    <a:pt x="2839286" y="424917"/>
                  </a:lnTo>
                  <a:lnTo>
                    <a:pt x="2839242" y="424924"/>
                  </a:lnTo>
                  <a:lnTo>
                    <a:pt x="2839212" y="424934"/>
                  </a:lnTo>
                  <a:lnTo>
                    <a:pt x="2839157" y="424947"/>
                  </a:lnTo>
                  <a:lnTo>
                    <a:pt x="2839119" y="424961"/>
                  </a:lnTo>
                  <a:lnTo>
                    <a:pt x="2839059" y="424977"/>
                  </a:lnTo>
                  <a:lnTo>
                    <a:pt x="2839006" y="424998"/>
                  </a:lnTo>
                  <a:lnTo>
                    <a:pt x="2838942" y="425019"/>
                  </a:lnTo>
                  <a:lnTo>
                    <a:pt x="2838862" y="425050"/>
                  </a:lnTo>
                  <a:lnTo>
                    <a:pt x="2838784" y="425077"/>
                  </a:lnTo>
                  <a:lnTo>
                    <a:pt x="2838728" y="425095"/>
                  </a:lnTo>
                  <a:lnTo>
                    <a:pt x="2838692" y="425104"/>
                  </a:lnTo>
                  <a:lnTo>
                    <a:pt x="2838655" y="425117"/>
                  </a:lnTo>
                  <a:lnTo>
                    <a:pt x="2838625" y="425139"/>
                  </a:lnTo>
                  <a:lnTo>
                    <a:pt x="2838597" y="425168"/>
                  </a:lnTo>
                  <a:lnTo>
                    <a:pt x="2838575" y="425205"/>
                  </a:lnTo>
                  <a:lnTo>
                    <a:pt x="2838556" y="425234"/>
                  </a:lnTo>
                  <a:lnTo>
                    <a:pt x="2838536" y="425271"/>
                  </a:lnTo>
                  <a:lnTo>
                    <a:pt x="2838501" y="425321"/>
                  </a:lnTo>
                  <a:lnTo>
                    <a:pt x="2838473" y="425359"/>
                  </a:lnTo>
                  <a:lnTo>
                    <a:pt x="2838451" y="425393"/>
                  </a:lnTo>
                  <a:lnTo>
                    <a:pt x="2838421" y="425437"/>
                  </a:lnTo>
                  <a:lnTo>
                    <a:pt x="2838410" y="425467"/>
                  </a:lnTo>
                  <a:lnTo>
                    <a:pt x="2838407" y="425507"/>
                  </a:lnTo>
                  <a:lnTo>
                    <a:pt x="2838406" y="425574"/>
                  </a:lnTo>
                  <a:lnTo>
                    <a:pt x="2838409" y="425603"/>
                  </a:lnTo>
                  <a:lnTo>
                    <a:pt x="2838407" y="425630"/>
                  </a:lnTo>
                  <a:lnTo>
                    <a:pt x="2838406" y="425660"/>
                  </a:lnTo>
                  <a:lnTo>
                    <a:pt x="2838412" y="425683"/>
                  </a:lnTo>
                  <a:lnTo>
                    <a:pt x="2838422" y="425714"/>
                  </a:lnTo>
                  <a:lnTo>
                    <a:pt x="2838431" y="425743"/>
                  </a:lnTo>
                  <a:lnTo>
                    <a:pt x="2838441" y="425759"/>
                  </a:lnTo>
                  <a:lnTo>
                    <a:pt x="2838453" y="425775"/>
                  </a:lnTo>
                  <a:lnTo>
                    <a:pt x="2838469" y="425792"/>
                  </a:lnTo>
                  <a:lnTo>
                    <a:pt x="2838488" y="425809"/>
                  </a:lnTo>
                  <a:lnTo>
                    <a:pt x="2838512" y="425827"/>
                  </a:lnTo>
                  <a:lnTo>
                    <a:pt x="2838532" y="425844"/>
                  </a:lnTo>
                  <a:lnTo>
                    <a:pt x="2838570" y="425872"/>
                  </a:lnTo>
                  <a:lnTo>
                    <a:pt x="2838605" y="425900"/>
                  </a:lnTo>
                  <a:lnTo>
                    <a:pt x="2838642" y="425925"/>
                  </a:lnTo>
                  <a:lnTo>
                    <a:pt x="2838690" y="425954"/>
                  </a:lnTo>
                  <a:lnTo>
                    <a:pt x="2838728" y="425975"/>
                  </a:lnTo>
                  <a:lnTo>
                    <a:pt x="2838762" y="425994"/>
                  </a:lnTo>
                  <a:lnTo>
                    <a:pt x="2838807" y="426019"/>
                  </a:lnTo>
                  <a:lnTo>
                    <a:pt x="2838858" y="426050"/>
                  </a:lnTo>
                  <a:lnTo>
                    <a:pt x="2838889" y="426070"/>
                  </a:lnTo>
                  <a:lnTo>
                    <a:pt x="2838925" y="426095"/>
                  </a:lnTo>
                  <a:lnTo>
                    <a:pt x="2838965" y="426126"/>
                  </a:lnTo>
                  <a:lnTo>
                    <a:pt x="2838994" y="426146"/>
                  </a:lnTo>
                  <a:lnTo>
                    <a:pt x="2839022" y="426164"/>
                  </a:lnTo>
                  <a:lnTo>
                    <a:pt x="2839051" y="426179"/>
                  </a:lnTo>
                  <a:lnTo>
                    <a:pt x="2839081" y="426195"/>
                  </a:lnTo>
                  <a:lnTo>
                    <a:pt x="2839121" y="426212"/>
                  </a:lnTo>
                  <a:lnTo>
                    <a:pt x="2839147" y="426225"/>
                  </a:lnTo>
                  <a:lnTo>
                    <a:pt x="2839188" y="426242"/>
                  </a:lnTo>
                  <a:lnTo>
                    <a:pt x="2839237" y="426260"/>
                  </a:lnTo>
                  <a:lnTo>
                    <a:pt x="2839274" y="426274"/>
                  </a:lnTo>
                  <a:lnTo>
                    <a:pt x="2839320" y="426294"/>
                  </a:lnTo>
                  <a:lnTo>
                    <a:pt x="2839353" y="426306"/>
                  </a:lnTo>
                  <a:lnTo>
                    <a:pt x="2839391" y="426319"/>
                  </a:lnTo>
                  <a:lnTo>
                    <a:pt x="2839422" y="426332"/>
                  </a:lnTo>
                  <a:lnTo>
                    <a:pt x="2839453" y="426341"/>
                  </a:lnTo>
                  <a:lnTo>
                    <a:pt x="2839480" y="426353"/>
                  </a:lnTo>
                  <a:lnTo>
                    <a:pt x="2839510" y="426367"/>
                  </a:lnTo>
                  <a:lnTo>
                    <a:pt x="2839569" y="426404"/>
                  </a:lnTo>
                  <a:lnTo>
                    <a:pt x="2839612" y="426433"/>
                  </a:lnTo>
                  <a:lnTo>
                    <a:pt x="2839635" y="426450"/>
                  </a:lnTo>
                  <a:lnTo>
                    <a:pt x="2839686" y="426490"/>
                  </a:lnTo>
                  <a:lnTo>
                    <a:pt x="2839725" y="426525"/>
                  </a:lnTo>
                  <a:lnTo>
                    <a:pt x="2839751" y="426551"/>
                  </a:lnTo>
                  <a:lnTo>
                    <a:pt x="2839769" y="426571"/>
                  </a:lnTo>
                  <a:lnTo>
                    <a:pt x="2839793" y="426602"/>
                  </a:lnTo>
                  <a:lnTo>
                    <a:pt x="2839811" y="426623"/>
                  </a:lnTo>
                  <a:lnTo>
                    <a:pt x="2839817" y="426638"/>
                  </a:lnTo>
                  <a:lnTo>
                    <a:pt x="2839829" y="426661"/>
                  </a:lnTo>
                  <a:lnTo>
                    <a:pt x="2839840" y="426679"/>
                  </a:lnTo>
                  <a:lnTo>
                    <a:pt x="2839848" y="426696"/>
                  </a:lnTo>
                  <a:lnTo>
                    <a:pt x="2839858" y="426722"/>
                  </a:lnTo>
                  <a:lnTo>
                    <a:pt x="2839866" y="426749"/>
                  </a:lnTo>
                  <a:lnTo>
                    <a:pt x="2839869" y="426789"/>
                  </a:lnTo>
                  <a:lnTo>
                    <a:pt x="2839858" y="426836"/>
                  </a:lnTo>
                  <a:lnTo>
                    <a:pt x="2839845" y="426883"/>
                  </a:lnTo>
                  <a:lnTo>
                    <a:pt x="2839830" y="426912"/>
                  </a:lnTo>
                  <a:lnTo>
                    <a:pt x="2839790" y="426969"/>
                  </a:lnTo>
                  <a:lnTo>
                    <a:pt x="2839756" y="427006"/>
                  </a:lnTo>
                  <a:lnTo>
                    <a:pt x="2839709" y="427048"/>
                  </a:lnTo>
                  <a:lnTo>
                    <a:pt x="2839657" y="427078"/>
                  </a:lnTo>
                  <a:lnTo>
                    <a:pt x="2839621" y="427096"/>
                  </a:lnTo>
                  <a:lnTo>
                    <a:pt x="2839558" y="427119"/>
                  </a:lnTo>
                  <a:lnTo>
                    <a:pt x="2839524" y="427126"/>
                  </a:lnTo>
                  <a:lnTo>
                    <a:pt x="2839485" y="427131"/>
                  </a:lnTo>
                  <a:lnTo>
                    <a:pt x="2839415" y="427130"/>
                  </a:lnTo>
                  <a:lnTo>
                    <a:pt x="2839369" y="427126"/>
                  </a:lnTo>
                  <a:lnTo>
                    <a:pt x="2839334" y="427120"/>
                  </a:lnTo>
                  <a:lnTo>
                    <a:pt x="2839289" y="427110"/>
                  </a:lnTo>
                  <a:lnTo>
                    <a:pt x="2839257" y="427100"/>
                  </a:lnTo>
                  <a:lnTo>
                    <a:pt x="2839199" y="427078"/>
                  </a:lnTo>
                  <a:lnTo>
                    <a:pt x="2839168" y="427059"/>
                  </a:lnTo>
                  <a:lnTo>
                    <a:pt x="2839126" y="427030"/>
                  </a:lnTo>
                  <a:lnTo>
                    <a:pt x="2839097" y="427003"/>
                  </a:lnTo>
                  <a:lnTo>
                    <a:pt x="2839055" y="426963"/>
                  </a:lnTo>
                  <a:lnTo>
                    <a:pt x="2839026" y="426935"/>
                  </a:lnTo>
                  <a:lnTo>
                    <a:pt x="2838993" y="426886"/>
                  </a:lnTo>
                  <a:lnTo>
                    <a:pt x="2838967" y="426854"/>
                  </a:lnTo>
                  <a:lnTo>
                    <a:pt x="2838949" y="426833"/>
                  </a:lnTo>
                  <a:lnTo>
                    <a:pt x="2838939" y="426812"/>
                  </a:lnTo>
                  <a:lnTo>
                    <a:pt x="2838928" y="426796"/>
                  </a:lnTo>
                  <a:lnTo>
                    <a:pt x="2838902" y="426767"/>
                  </a:lnTo>
                  <a:lnTo>
                    <a:pt x="2838868" y="426719"/>
                  </a:lnTo>
                  <a:lnTo>
                    <a:pt x="2838839" y="426687"/>
                  </a:lnTo>
                  <a:lnTo>
                    <a:pt x="2838800" y="426647"/>
                  </a:lnTo>
                  <a:lnTo>
                    <a:pt x="2838766" y="426614"/>
                  </a:lnTo>
                  <a:lnTo>
                    <a:pt x="2838699" y="426563"/>
                  </a:lnTo>
                  <a:lnTo>
                    <a:pt x="2838661" y="426544"/>
                  </a:lnTo>
                  <a:lnTo>
                    <a:pt x="2838618" y="426522"/>
                  </a:lnTo>
                  <a:lnTo>
                    <a:pt x="2838578" y="426508"/>
                  </a:lnTo>
                  <a:lnTo>
                    <a:pt x="2838547" y="426500"/>
                  </a:lnTo>
                  <a:lnTo>
                    <a:pt x="2838514" y="426495"/>
                  </a:lnTo>
                  <a:lnTo>
                    <a:pt x="2838466" y="426495"/>
                  </a:lnTo>
                  <a:lnTo>
                    <a:pt x="2838394" y="426496"/>
                  </a:lnTo>
                  <a:lnTo>
                    <a:pt x="2838339" y="426499"/>
                  </a:lnTo>
                  <a:lnTo>
                    <a:pt x="2838269" y="426496"/>
                  </a:lnTo>
                  <a:lnTo>
                    <a:pt x="2838230" y="426493"/>
                  </a:lnTo>
                  <a:lnTo>
                    <a:pt x="2838201" y="426488"/>
                  </a:lnTo>
                  <a:lnTo>
                    <a:pt x="2838149" y="426474"/>
                  </a:lnTo>
                  <a:lnTo>
                    <a:pt x="2838095" y="426461"/>
                  </a:lnTo>
                  <a:lnTo>
                    <a:pt x="2838058" y="426452"/>
                  </a:lnTo>
                  <a:lnTo>
                    <a:pt x="2838016" y="426451"/>
                  </a:lnTo>
                  <a:lnTo>
                    <a:pt x="2837956" y="426452"/>
                  </a:lnTo>
                  <a:lnTo>
                    <a:pt x="2837899" y="426467"/>
                  </a:lnTo>
                  <a:lnTo>
                    <a:pt x="2837849" y="426482"/>
                  </a:lnTo>
                  <a:lnTo>
                    <a:pt x="2837825" y="426492"/>
                  </a:lnTo>
                  <a:lnTo>
                    <a:pt x="2837795" y="426511"/>
                  </a:lnTo>
                  <a:lnTo>
                    <a:pt x="2837753" y="426542"/>
                  </a:lnTo>
                  <a:lnTo>
                    <a:pt x="2837733" y="426579"/>
                  </a:lnTo>
                  <a:lnTo>
                    <a:pt x="2837727" y="426608"/>
                  </a:lnTo>
                  <a:lnTo>
                    <a:pt x="2837714" y="426648"/>
                  </a:lnTo>
                  <a:lnTo>
                    <a:pt x="2837704" y="426696"/>
                  </a:lnTo>
                  <a:lnTo>
                    <a:pt x="2837700" y="426728"/>
                  </a:lnTo>
                  <a:lnTo>
                    <a:pt x="2837696" y="426761"/>
                  </a:lnTo>
                  <a:lnTo>
                    <a:pt x="2837683" y="426796"/>
                  </a:lnTo>
                  <a:lnTo>
                    <a:pt x="2837678" y="426855"/>
                  </a:lnTo>
                  <a:lnTo>
                    <a:pt x="2837670" y="426896"/>
                  </a:lnTo>
                  <a:lnTo>
                    <a:pt x="2837664" y="426915"/>
                  </a:lnTo>
                  <a:lnTo>
                    <a:pt x="2837659" y="426944"/>
                  </a:lnTo>
                  <a:lnTo>
                    <a:pt x="2837653" y="426978"/>
                  </a:lnTo>
                  <a:lnTo>
                    <a:pt x="2837653" y="427009"/>
                  </a:lnTo>
                  <a:lnTo>
                    <a:pt x="2837658" y="427040"/>
                  </a:lnTo>
                  <a:lnTo>
                    <a:pt x="2837663" y="427060"/>
                  </a:lnTo>
                  <a:lnTo>
                    <a:pt x="2837675" y="427098"/>
                  </a:lnTo>
                  <a:lnTo>
                    <a:pt x="2837684" y="427122"/>
                  </a:lnTo>
                  <a:lnTo>
                    <a:pt x="2837690" y="427146"/>
                  </a:lnTo>
                  <a:lnTo>
                    <a:pt x="2837701" y="427172"/>
                  </a:lnTo>
                  <a:lnTo>
                    <a:pt x="2837705" y="427190"/>
                  </a:lnTo>
                  <a:lnTo>
                    <a:pt x="2837712" y="427234"/>
                  </a:lnTo>
                  <a:lnTo>
                    <a:pt x="2837709" y="427271"/>
                  </a:lnTo>
                  <a:lnTo>
                    <a:pt x="2837688" y="427304"/>
                  </a:lnTo>
                  <a:lnTo>
                    <a:pt x="2837667" y="427333"/>
                  </a:lnTo>
                  <a:lnTo>
                    <a:pt x="2837638" y="427360"/>
                  </a:lnTo>
                  <a:lnTo>
                    <a:pt x="2837610" y="427381"/>
                  </a:lnTo>
                  <a:lnTo>
                    <a:pt x="2837576" y="427397"/>
                  </a:lnTo>
                  <a:lnTo>
                    <a:pt x="2837542" y="427408"/>
                  </a:lnTo>
                  <a:lnTo>
                    <a:pt x="2837509" y="427413"/>
                  </a:lnTo>
                  <a:lnTo>
                    <a:pt x="2837474" y="427413"/>
                  </a:lnTo>
                  <a:lnTo>
                    <a:pt x="2837455" y="427409"/>
                  </a:lnTo>
                  <a:lnTo>
                    <a:pt x="2837427" y="427397"/>
                  </a:lnTo>
                  <a:lnTo>
                    <a:pt x="2837405" y="427380"/>
                  </a:lnTo>
                  <a:lnTo>
                    <a:pt x="2837386" y="427356"/>
                  </a:lnTo>
                  <a:lnTo>
                    <a:pt x="2837356" y="427309"/>
                  </a:lnTo>
                  <a:lnTo>
                    <a:pt x="2837338" y="427278"/>
                  </a:lnTo>
                  <a:lnTo>
                    <a:pt x="2837316" y="427245"/>
                  </a:lnTo>
                  <a:lnTo>
                    <a:pt x="2837295" y="427212"/>
                  </a:lnTo>
                  <a:lnTo>
                    <a:pt x="2837269" y="427185"/>
                  </a:lnTo>
                  <a:lnTo>
                    <a:pt x="2837240" y="427154"/>
                  </a:lnTo>
                  <a:lnTo>
                    <a:pt x="2837221" y="427131"/>
                  </a:lnTo>
                  <a:lnTo>
                    <a:pt x="2837184" y="427104"/>
                  </a:lnTo>
                  <a:lnTo>
                    <a:pt x="2837153" y="427080"/>
                  </a:lnTo>
                  <a:lnTo>
                    <a:pt x="2837123" y="427063"/>
                  </a:lnTo>
                  <a:lnTo>
                    <a:pt x="2837083" y="427044"/>
                  </a:lnTo>
                  <a:lnTo>
                    <a:pt x="2837021" y="427025"/>
                  </a:lnTo>
                  <a:lnTo>
                    <a:pt x="2836969" y="427016"/>
                  </a:lnTo>
                  <a:lnTo>
                    <a:pt x="2836944" y="427015"/>
                  </a:lnTo>
                  <a:lnTo>
                    <a:pt x="2836890" y="427020"/>
                  </a:lnTo>
                  <a:lnTo>
                    <a:pt x="2836852" y="427029"/>
                  </a:lnTo>
                  <a:lnTo>
                    <a:pt x="2836827" y="427037"/>
                  </a:lnTo>
                  <a:lnTo>
                    <a:pt x="2836805" y="427052"/>
                  </a:lnTo>
                  <a:lnTo>
                    <a:pt x="2836782" y="427071"/>
                  </a:lnTo>
                  <a:lnTo>
                    <a:pt x="2836770" y="427090"/>
                  </a:lnTo>
                  <a:lnTo>
                    <a:pt x="2836766" y="427110"/>
                  </a:lnTo>
                  <a:lnTo>
                    <a:pt x="2836768" y="427133"/>
                  </a:lnTo>
                  <a:lnTo>
                    <a:pt x="2836771" y="427155"/>
                  </a:lnTo>
                  <a:lnTo>
                    <a:pt x="2836780" y="427171"/>
                  </a:lnTo>
                  <a:lnTo>
                    <a:pt x="2836792" y="427193"/>
                  </a:lnTo>
                  <a:lnTo>
                    <a:pt x="2836818" y="427215"/>
                  </a:lnTo>
                  <a:lnTo>
                    <a:pt x="2836859" y="427239"/>
                  </a:lnTo>
                  <a:lnTo>
                    <a:pt x="2836887" y="427259"/>
                  </a:lnTo>
                  <a:lnTo>
                    <a:pt x="2836920" y="427281"/>
                  </a:lnTo>
                  <a:lnTo>
                    <a:pt x="2836938" y="427299"/>
                  </a:lnTo>
                  <a:lnTo>
                    <a:pt x="2836961" y="427325"/>
                  </a:lnTo>
                  <a:lnTo>
                    <a:pt x="2836985" y="427351"/>
                  </a:lnTo>
                  <a:lnTo>
                    <a:pt x="2837003" y="427384"/>
                  </a:lnTo>
                  <a:lnTo>
                    <a:pt x="2837019" y="427404"/>
                  </a:lnTo>
                  <a:lnTo>
                    <a:pt x="2837030" y="427427"/>
                  </a:lnTo>
                  <a:lnTo>
                    <a:pt x="2837036" y="427449"/>
                  </a:lnTo>
                  <a:lnTo>
                    <a:pt x="2837050" y="427487"/>
                  </a:lnTo>
                  <a:lnTo>
                    <a:pt x="2837057" y="427522"/>
                  </a:lnTo>
                  <a:lnTo>
                    <a:pt x="2837058" y="427561"/>
                  </a:lnTo>
                  <a:lnTo>
                    <a:pt x="2837055" y="427592"/>
                  </a:lnTo>
                  <a:lnTo>
                    <a:pt x="2837034" y="427627"/>
                  </a:lnTo>
                  <a:lnTo>
                    <a:pt x="2837010" y="427664"/>
                  </a:lnTo>
                  <a:lnTo>
                    <a:pt x="2836974" y="427701"/>
                  </a:lnTo>
                  <a:lnTo>
                    <a:pt x="2836927" y="427742"/>
                  </a:lnTo>
                  <a:lnTo>
                    <a:pt x="2836872" y="427786"/>
                  </a:lnTo>
                  <a:lnTo>
                    <a:pt x="2836838" y="427819"/>
                  </a:lnTo>
                  <a:lnTo>
                    <a:pt x="2836797" y="427861"/>
                  </a:lnTo>
                  <a:lnTo>
                    <a:pt x="2836767" y="427902"/>
                  </a:lnTo>
                  <a:lnTo>
                    <a:pt x="2836745" y="427948"/>
                  </a:lnTo>
                  <a:lnTo>
                    <a:pt x="2836721" y="427998"/>
                  </a:lnTo>
                  <a:lnTo>
                    <a:pt x="2836706" y="428037"/>
                  </a:lnTo>
                  <a:lnTo>
                    <a:pt x="2836704" y="428062"/>
                  </a:lnTo>
                  <a:lnTo>
                    <a:pt x="2836700" y="428094"/>
                  </a:lnTo>
                  <a:lnTo>
                    <a:pt x="2836701" y="428127"/>
                  </a:lnTo>
                  <a:lnTo>
                    <a:pt x="2836703" y="428163"/>
                  </a:lnTo>
                  <a:lnTo>
                    <a:pt x="2836700" y="428223"/>
                  </a:lnTo>
                  <a:lnTo>
                    <a:pt x="2836694" y="428257"/>
                  </a:lnTo>
                  <a:lnTo>
                    <a:pt x="2836687" y="428286"/>
                  </a:lnTo>
                  <a:lnTo>
                    <a:pt x="2836678" y="428315"/>
                  </a:lnTo>
                  <a:lnTo>
                    <a:pt x="2836679" y="428340"/>
                  </a:lnTo>
                  <a:lnTo>
                    <a:pt x="2836687" y="428366"/>
                  </a:lnTo>
                  <a:lnTo>
                    <a:pt x="2836700" y="428392"/>
                  </a:lnTo>
                  <a:lnTo>
                    <a:pt x="2836713" y="428414"/>
                  </a:lnTo>
                  <a:lnTo>
                    <a:pt x="2836728" y="428438"/>
                  </a:lnTo>
                  <a:lnTo>
                    <a:pt x="2836742" y="428458"/>
                  </a:lnTo>
                  <a:lnTo>
                    <a:pt x="2836754" y="428475"/>
                  </a:lnTo>
                  <a:lnTo>
                    <a:pt x="2836773" y="428494"/>
                  </a:lnTo>
                  <a:lnTo>
                    <a:pt x="2836784" y="428505"/>
                  </a:lnTo>
                  <a:lnTo>
                    <a:pt x="2836804" y="428515"/>
                  </a:lnTo>
                  <a:lnTo>
                    <a:pt x="2836828" y="428527"/>
                  </a:lnTo>
                  <a:lnTo>
                    <a:pt x="2836856" y="428536"/>
                  </a:lnTo>
                  <a:lnTo>
                    <a:pt x="2836877" y="428544"/>
                  </a:lnTo>
                  <a:lnTo>
                    <a:pt x="2836912" y="428557"/>
                  </a:lnTo>
                  <a:lnTo>
                    <a:pt x="2836933" y="428569"/>
                  </a:lnTo>
                  <a:lnTo>
                    <a:pt x="2836967" y="428597"/>
                  </a:lnTo>
                  <a:lnTo>
                    <a:pt x="2837001" y="428633"/>
                  </a:lnTo>
                  <a:lnTo>
                    <a:pt x="2837040" y="428680"/>
                  </a:lnTo>
                  <a:lnTo>
                    <a:pt x="2837063" y="428707"/>
                  </a:lnTo>
                  <a:lnTo>
                    <a:pt x="2837100" y="428743"/>
                  </a:lnTo>
                  <a:lnTo>
                    <a:pt x="2837138" y="428785"/>
                  </a:lnTo>
                  <a:lnTo>
                    <a:pt x="2837193" y="428839"/>
                  </a:lnTo>
                  <a:lnTo>
                    <a:pt x="2837217" y="428862"/>
                  </a:lnTo>
                  <a:lnTo>
                    <a:pt x="2837238" y="428887"/>
                  </a:lnTo>
                  <a:lnTo>
                    <a:pt x="2837262" y="428927"/>
                  </a:lnTo>
                  <a:lnTo>
                    <a:pt x="2837272" y="428949"/>
                  </a:lnTo>
                  <a:lnTo>
                    <a:pt x="2837280" y="428972"/>
                  </a:lnTo>
                  <a:lnTo>
                    <a:pt x="2837281" y="428994"/>
                  </a:lnTo>
                  <a:lnTo>
                    <a:pt x="2837286" y="429083"/>
                  </a:lnTo>
                  <a:lnTo>
                    <a:pt x="2837282" y="429138"/>
                  </a:lnTo>
                  <a:lnTo>
                    <a:pt x="2837279" y="429162"/>
                  </a:lnTo>
                  <a:lnTo>
                    <a:pt x="2837267" y="429216"/>
                  </a:lnTo>
                  <a:lnTo>
                    <a:pt x="2837248" y="429292"/>
                  </a:lnTo>
                  <a:lnTo>
                    <a:pt x="2837231" y="429358"/>
                  </a:lnTo>
                  <a:lnTo>
                    <a:pt x="2837215" y="429397"/>
                  </a:lnTo>
                  <a:lnTo>
                    <a:pt x="2837206" y="429421"/>
                  </a:lnTo>
                  <a:lnTo>
                    <a:pt x="2837179" y="429461"/>
                  </a:lnTo>
                  <a:lnTo>
                    <a:pt x="2837138" y="429498"/>
                  </a:lnTo>
                  <a:lnTo>
                    <a:pt x="2837091" y="429527"/>
                  </a:lnTo>
                  <a:lnTo>
                    <a:pt x="2837071" y="429535"/>
                  </a:lnTo>
                  <a:lnTo>
                    <a:pt x="2837035" y="429546"/>
                  </a:lnTo>
                  <a:lnTo>
                    <a:pt x="2837002" y="429548"/>
                  </a:lnTo>
                  <a:lnTo>
                    <a:pt x="2836963" y="429542"/>
                  </a:lnTo>
                  <a:lnTo>
                    <a:pt x="2836920" y="429540"/>
                  </a:lnTo>
                  <a:lnTo>
                    <a:pt x="2836586" y="429491"/>
                  </a:lnTo>
                  <a:lnTo>
                    <a:pt x="2836562" y="429496"/>
                  </a:lnTo>
                  <a:lnTo>
                    <a:pt x="2836519" y="429509"/>
                  </a:lnTo>
                  <a:lnTo>
                    <a:pt x="2836487" y="429516"/>
                  </a:lnTo>
                  <a:lnTo>
                    <a:pt x="2836463" y="429519"/>
                  </a:lnTo>
                  <a:lnTo>
                    <a:pt x="2836434" y="429514"/>
                  </a:lnTo>
                  <a:lnTo>
                    <a:pt x="2836401" y="429511"/>
                  </a:lnTo>
                  <a:lnTo>
                    <a:pt x="2836368" y="429507"/>
                  </a:lnTo>
                  <a:lnTo>
                    <a:pt x="2836336" y="429502"/>
                  </a:lnTo>
                  <a:lnTo>
                    <a:pt x="2836313" y="429503"/>
                  </a:lnTo>
                  <a:lnTo>
                    <a:pt x="2836292" y="429508"/>
                  </a:lnTo>
                  <a:lnTo>
                    <a:pt x="2836265" y="429517"/>
                  </a:lnTo>
                  <a:lnTo>
                    <a:pt x="2836227" y="429534"/>
                  </a:lnTo>
                  <a:lnTo>
                    <a:pt x="2836175" y="429564"/>
                  </a:lnTo>
                  <a:lnTo>
                    <a:pt x="2836142" y="429583"/>
                  </a:lnTo>
                  <a:lnTo>
                    <a:pt x="2836120" y="429591"/>
                  </a:lnTo>
                  <a:lnTo>
                    <a:pt x="2836084" y="429598"/>
                  </a:lnTo>
                  <a:lnTo>
                    <a:pt x="2836062" y="429598"/>
                  </a:lnTo>
                  <a:lnTo>
                    <a:pt x="2836042" y="429585"/>
                  </a:lnTo>
                  <a:lnTo>
                    <a:pt x="2836037" y="429566"/>
                  </a:lnTo>
                  <a:lnTo>
                    <a:pt x="2836038" y="429546"/>
                  </a:lnTo>
                  <a:lnTo>
                    <a:pt x="2836052" y="429526"/>
                  </a:lnTo>
                  <a:lnTo>
                    <a:pt x="2836073" y="429505"/>
                  </a:lnTo>
                  <a:lnTo>
                    <a:pt x="2836089" y="429488"/>
                  </a:lnTo>
                  <a:lnTo>
                    <a:pt x="2836117" y="429455"/>
                  </a:lnTo>
                  <a:lnTo>
                    <a:pt x="2836146" y="429424"/>
                  </a:lnTo>
                  <a:lnTo>
                    <a:pt x="2836151" y="429406"/>
                  </a:lnTo>
                  <a:lnTo>
                    <a:pt x="2836143" y="429390"/>
                  </a:lnTo>
                  <a:lnTo>
                    <a:pt x="2836126" y="429368"/>
                  </a:lnTo>
                  <a:lnTo>
                    <a:pt x="2836104" y="429357"/>
                  </a:lnTo>
                  <a:lnTo>
                    <a:pt x="2836065" y="429344"/>
                  </a:lnTo>
                  <a:lnTo>
                    <a:pt x="2836038" y="429333"/>
                  </a:lnTo>
                  <a:lnTo>
                    <a:pt x="2836005" y="429318"/>
                  </a:lnTo>
                  <a:lnTo>
                    <a:pt x="2835974" y="429303"/>
                  </a:lnTo>
                  <a:lnTo>
                    <a:pt x="2835954" y="429287"/>
                  </a:lnTo>
                  <a:lnTo>
                    <a:pt x="2835941" y="429266"/>
                  </a:lnTo>
                  <a:lnTo>
                    <a:pt x="2835928" y="429240"/>
                  </a:lnTo>
                  <a:lnTo>
                    <a:pt x="2835914" y="429213"/>
                  </a:lnTo>
                  <a:lnTo>
                    <a:pt x="2835896" y="429189"/>
                  </a:lnTo>
                  <a:lnTo>
                    <a:pt x="2835883" y="429175"/>
                  </a:lnTo>
                  <a:lnTo>
                    <a:pt x="2835862" y="429167"/>
                  </a:lnTo>
                  <a:lnTo>
                    <a:pt x="2835844" y="429167"/>
                  </a:lnTo>
                  <a:lnTo>
                    <a:pt x="2835823" y="429169"/>
                  </a:lnTo>
                  <a:lnTo>
                    <a:pt x="2835795" y="429180"/>
                  </a:lnTo>
                  <a:lnTo>
                    <a:pt x="2835758" y="429198"/>
                  </a:lnTo>
                  <a:lnTo>
                    <a:pt x="2835734" y="429209"/>
                  </a:lnTo>
                  <a:lnTo>
                    <a:pt x="2835679" y="429216"/>
                  </a:lnTo>
                  <a:lnTo>
                    <a:pt x="2835654" y="429221"/>
                  </a:lnTo>
                  <a:lnTo>
                    <a:pt x="2835630" y="429227"/>
                  </a:lnTo>
                  <a:lnTo>
                    <a:pt x="2835608" y="429239"/>
                  </a:lnTo>
                  <a:lnTo>
                    <a:pt x="2835595" y="429250"/>
                  </a:lnTo>
                  <a:lnTo>
                    <a:pt x="2835583" y="429270"/>
                  </a:lnTo>
                  <a:lnTo>
                    <a:pt x="2835583" y="429282"/>
                  </a:lnTo>
                  <a:lnTo>
                    <a:pt x="2835583" y="429299"/>
                  </a:lnTo>
                  <a:lnTo>
                    <a:pt x="2835588" y="429330"/>
                  </a:lnTo>
                  <a:lnTo>
                    <a:pt x="2835594" y="429361"/>
                  </a:lnTo>
                  <a:lnTo>
                    <a:pt x="2835604" y="429403"/>
                  </a:lnTo>
                  <a:lnTo>
                    <a:pt x="2835605" y="429426"/>
                  </a:lnTo>
                  <a:lnTo>
                    <a:pt x="2835597" y="429440"/>
                  </a:lnTo>
                  <a:lnTo>
                    <a:pt x="2835580" y="429459"/>
                  </a:lnTo>
                  <a:lnTo>
                    <a:pt x="2835564" y="429465"/>
                  </a:lnTo>
                  <a:lnTo>
                    <a:pt x="2835539" y="429469"/>
                  </a:lnTo>
                  <a:lnTo>
                    <a:pt x="2835315" y="429559"/>
                  </a:lnTo>
                  <a:lnTo>
                    <a:pt x="2835291" y="429568"/>
                  </a:lnTo>
                  <a:lnTo>
                    <a:pt x="2835263" y="429571"/>
                  </a:lnTo>
                  <a:lnTo>
                    <a:pt x="2835242" y="429570"/>
                  </a:lnTo>
                  <a:lnTo>
                    <a:pt x="2835219" y="429560"/>
                  </a:lnTo>
                  <a:lnTo>
                    <a:pt x="2835208" y="429545"/>
                  </a:lnTo>
                  <a:lnTo>
                    <a:pt x="2835207" y="429527"/>
                  </a:lnTo>
                  <a:lnTo>
                    <a:pt x="2835211" y="429510"/>
                  </a:lnTo>
                  <a:lnTo>
                    <a:pt x="2835217" y="429492"/>
                  </a:lnTo>
                  <a:lnTo>
                    <a:pt x="2835234" y="429470"/>
                  </a:lnTo>
                  <a:lnTo>
                    <a:pt x="2835239" y="429447"/>
                  </a:lnTo>
                  <a:lnTo>
                    <a:pt x="2835234" y="429424"/>
                  </a:lnTo>
                  <a:lnTo>
                    <a:pt x="2835215" y="429398"/>
                  </a:lnTo>
                  <a:lnTo>
                    <a:pt x="2835190" y="429386"/>
                  </a:lnTo>
                  <a:lnTo>
                    <a:pt x="2835168" y="429385"/>
                  </a:lnTo>
                  <a:lnTo>
                    <a:pt x="2835140" y="429398"/>
                  </a:lnTo>
                  <a:lnTo>
                    <a:pt x="2835114" y="429408"/>
                  </a:lnTo>
                  <a:lnTo>
                    <a:pt x="2835082" y="429414"/>
                  </a:lnTo>
                  <a:lnTo>
                    <a:pt x="2835058" y="429412"/>
                  </a:lnTo>
                  <a:lnTo>
                    <a:pt x="2835036" y="429399"/>
                  </a:lnTo>
                  <a:lnTo>
                    <a:pt x="2835016" y="429383"/>
                  </a:lnTo>
                  <a:lnTo>
                    <a:pt x="2834992" y="429355"/>
                  </a:lnTo>
                  <a:lnTo>
                    <a:pt x="2834972" y="429327"/>
                  </a:lnTo>
                  <a:lnTo>
                    <a:pt x="2834948" y="429303"/>
                  </a:lnTo>
                  <a:lnTo>
                    <a:pt x="2834930" y="429291"/>
                  </a:lnTo>
                  <a:lnTo>
                    <a:pt x="2834909" y="429286"/>
                  </a:lnTo>
                  <a:lnTo>
                    <a:pt x="2834888" y="429287"/>
                  </a:lnTo>
                  <a:lnTo>
                    <a:pt x="2834857" y="429298"/>
                  </a:lnTo>
                  <a:lnTo>
                    <a:pt x="2834838" y="429304"/>
                  </a:lnTo>
                  <a:lnTo>
                    <a:pt x="2834826" y="429315"/>
                  </a:lnTo>
                  <a:lnTo>
                    <a:pt x="2834809" y="429329"/>
                  </a:lnTo>
                  <a:lnTo>
                    <a:pt x="2834798" y="429339"/>
                  </a:lnTo>
                  <a:lnTo>
                    <a:pt x="2834798" y="429350"/>
                  </a:lnTo>
                  <a:lnTo>
                    <a:pt x="2834801" y="429360"/>
                  </a:lnTo>
                  <a:lnTo>
                    <a:pt x="2834850" y="429547"/>
                  </a:lnTo>
                  <a:lnTo>
                    <a:pt x="2834852" y="429565"/>
                  </a:lnTo>
                  <a:lnTo>
                    <a:pt x="2834857" y="429592"/>
                  </a:lnTo>
                  <a:lnTo>
                    <a:pt x="2834872" y="429609"/>
                  </a:lnTo>
                  <a:lnTo>
                    <a:pt x="2834885" y="429627"/>
                  </a:lnTo>
                  <a:lnTo>
                    <a:pt x="2834904" y="429641"/>
                  </a:lnTo>
                  <a:lnTo>
                    <a:pt x="2834921" y="429655"/>
                  </a:lnTo>
                  <a:lnTo>
                    <a:pt x="2834949" y="429674"/>
                  </a:lnTo>
                  <a:lnTo>
                    <a:pt x="2834963" y="429688"/>
                  </a:lnTo>
                  <a:lnTo>
                    <a:pt x="2834971" y="429703"/>
                  </a:lnTo>
                  <a:lnTo>
                    <a:pt x="2834972" y="429716"/>
                  </a:lnTo>
                  <a:lnTo>
                    <a:pt x="2834962" y="429730"/>
                  </a:lnTo>
                  <a:lnTo>
                    <a:pt x="2834938" y="429739"/>
                  </a:lnTo>
                  <a:lnTo>
                    <a:pt x="2834879" y="429749"/>
                  </a:lnTo>
                  <a:lnTo>
                    <a:pt x="2834856" y="429760"/>
                  </a:lnTo>
                  <a:lnTo>
                    <a:pt x="2834812" y="429775"/>
                  </a:lnTo>
                  <a:lnTo>
                    <a:pt x="2834781" y="429789"/>
                  </a:lnTo>
                  <a:lnTo>
                    <a:pt x="2834747" y="429797"/>
                  </a:lnTo>
                  <a:lnTo>
                    <a:pt x="2834724" y="429801"/>
                  </a:lnTo>
                  <a:lnTo>
                    <a:pt x="2834702" y="429802"/>
                  </a:lnTo>
                  <a:lnTo>
                    <a:pt x="2834681" y="429795"/>
                  </a:lnTo>
                  <a:lnTo>
                    <a:pt x="2834659" y="429776"/>
                  </a:lnTo>
                  <a:lnTo>
                    <a:pt x="2834624" y="429746"/>
                  </a:lnTo>
                  <a:lnTo>
                    <a:pt x="2834596" y="429726"/>
                  </a:lnTo>
                  <a:lnTo>
                    <a:pt x="2834560" y="429707"/>
                  </a:lnTo>
                  <a:lnTo>
                    <a:pt x="2834536" y="429704"/>
                  </a:lnTo>
                  <a:lnTo>
                    <a:pt x="2834505" y="429705"/>
                  </a:lnTo>
                  <a:lnTo>
                    <a:pt x="2834474" y="429713"/>
                  </a:lnTo>
                  <a:lnTo>
                    <a:pt x="2834457" y="429726"/>
                  </a:lnTo>
                  <a:lnTo>
                    <a:pt x="2834439" y="429746"/>
                  </a:lnTo>
                  <a:lnTo>
                    <a:pt x="2834422" y="429788"/>
                  </a:lnTo>
                  <a:lnTo>
                    <a:pt x="2834412" y="429830"/>
                  </a:lnTo>
                  <a:lnTo>
                    <a:pt x="2834403" y="429870"/>
                  </a:lnTo>
                  <a:lnTo>
                    <a:pt x="2834395" y="429893"/>
                  </a:lnTo>
                  <a:lnTo>
                    <a:pt x="2834380" y="429911"/>
                  </a:lnTo>
                  <a:lnTo>
                    <a:pt x="2834349" y="429951"/>
                  </a:lnTo>
                  <a:lnTo>
                    <a:pt x="2834317" y="429977"/>
                  </a:lnTo>
                  <a:lnTo>
                    <a:pt x="2834284" y="429997"/>
                  </a:lnTo>
                  <a:lnTo>
                    <a:pt x="2834254" y="430017"/>
                  </a:lnTo>
                  <a:lnTo>
                    <a:pt x="2834230" y="430028"/>
                  </a:lnTo>
                  <a:lnTo>
                    <a:pt x="2834206" y="430030"/>
                  </a:lnTo>
                  <a:lnTo>
                    <a:pt x="2834183" y="430022"/>
                  </a:lnTo>
                  <a:lnTo>
                    <a:pt x="2834166" y="430012"/>
                  </a:lnTo>
                  <a:lnTo>
                    <a:pt x="2834159" y="429979"/>
                  </a:lnTo>
                  <a:lnTo>
                    <a:pt x="2834164" y="429945"/>
                  </a:lnTo>
                  <a:lnTo>
                    <a:pt x="2834169" y="429929"/>
                  </a:lnTo>
                  <a:lnTo>
                    <a:pt x="2834178" y="429910"/>
                  </a:lnTo>
                  <a:lnTo>
                    <a:pt x="2834181" y="429891"/>
                  </a:lnTo>
                  <a:lnTo>
                    <a:pt x="2834180" y="429846"/>
                  </a:lnTo>
                  <a:lnTo>
                    <a:pt x="2834176" y="429825"/>
                  </a:lnTo>
                  <a:lnTo>
                    <a:pt x="2834161" y="429806"/>
                  </a:lnTo>
                  <a:lnTo>
                    <a:pt x="2834139" y="429784"/>
                  </a:lnTo>
                  <a:lnTo>
                    <a:pt x="2834111" y="429772"/>
                  </a:lnTo>
                  <a:lnTo>
                    <a:pt x="2834050" y="429768"/>
                  </a:lnTo>
                  <a:lnTo>
                    <a:pt x="2834002" y="429772"/>
                  </a:lnTo>
                  <a:lnTo>
                    <a:pt x="2833966" y="429771"/>
                  </a:lnTo>
                  <a:lnTo>
                    <a:pt x="2833899" y="429774"/>
                  </a:lnTo>
                  <a:lnTo>
                    <a:pt x="2833870" y="429777"/>
                  </a:lnTo>
                  <a:lnTo>
                    <a:pt x="2833847" y="429782"/>
                  </a:lnTo>
                  <a:lnTo>
                    <a:pt x="2833828" y="429789"/>
                  </a:lnTo>
                  <a:lnTo>
                    <a:pt x="2833810" y="429801"/>
                  </a:lnTo>
                  <a:lnTo>
                    <a:pt x="2833800" y="429812"/>
                  </a:lnTo>
                  <a:lnTo>
                    <a:pt x="2833794" y="429830"/>
                  </a:lnTo>
                  <a:lnTo>
                    <a:pt x="2833794" y="429841"/>
                  </a:lnTo>
                  <a:lnTo>
                    <a:pt x="2833798" y="429857"/>
                  </a:lnTo>
                  <a:lnTo>
                    <a:pt x="2833805" y="429868"/>
                  </a:lnTo>
                  <a:lnTo>
                    <a:pt x="2833828" y="429892"/>
                  </a:lnTo>
                  <a:lnTo>
                    <a:pt x="2833846" y="429906"/>
                  </a:lnTo>
                  <a:lnTo>
                    <a:pt x="2833867" y="429917"/>
                  </a:lnTo>
                  <a:lnTo>
                    <a:pt x="2833900" y="429928"/>
                  </a:lnTo>
                  <a:lnTo>
                    <a:pt x="2833926" y="429935"/>
                  </a:lnTo>
                  <a:lnTo>
                    <a:pt x="2833955" y="429945"/>
                  </a:lnTo>
                  <a:lnTo>
                    <a:pt x="2834010" y="429964"/>
                  </a:lnTo>
                  <a:lnTo>
                    <a:pt x="2834044" y="429978"/>
                  </a:lnTo>
                  <a:lnTo>
                    <a:pt x="2834065" y="429991"/>
                  </a:lnTo>
                  <a:lnTo>
                    <a:pt x="2834077" y="429999"/>
                  </a:lnTo>
                  <a:lnTo>
                    <a:pt x="2834080" y="430012"/>
                  </a:lnTo>
                  <a:lnTo>
                    <a:pt x="2834077" y="430026"/>
                  </a:lnTo>
                  <a:lnTo>
                    <a:pt x="2834063" y="430037"/>
                  </a:lnTo>
                  <a:lnTo>
                    <a:pt x="2834040" y="430035"/>
                  </a:lnTo>
                  <a:lnTo>
                    <a:pt x="2834019" y="430031"/>
                  </a:lnTo>
                  <a:lnTo>
                    <a:pt x="2833990" y="430022"/>
                  </a:lnTo>
                  <a:lnTo>
                    <a:pt x="2833962" y="430012"/>
                  </a:lnTo>
                  <a:lnTo>
                    <a:pt x="2833935" y="430007"/>
                  </a:lnTo>
                  <a:lnTo>
                    <a:pt x="2833888" y="430004"/>
                  </a:lnTo>
                  <a:lnTo>
                    <a:pt x="2833864" y="430008"/>
                  </a:lnTo>
                  <a:lnTo>
                    <a:pt x="2833831" y="430022"/>
                  </a:lnTo>
                  <a:lnTo>
                    <a:pt x="2833812" y="430033"/>
                  </a:lnTo>
                  <a:lnTo>
                    <a:pt x="2833788" y="430051"/>
                  </a:lnTo>
                  <a:lnTo>
                    <a:pt x="2833774" y="430069"/>
                  </a:lnTo>
                  <a:lnTo>
                    <a:pt x="2833768" y="430089"/>
                  </a:lnTo>
                  <a:lnTo>
                    <a:pt x="2833769" y="430103"/>
                  </a:lnTo>
                  <a:lnTo>
                    <a:pt x="2833716" y="430217"/>
                  </a:lnTo>
                  <a:lnTo>
                    <a:pt x="2833695" y="430229"/>
                  </a:lnTo>
                  <a:lnTo>
                    <a:pt x="2833664" y="430257"/>
                  </a:lnTo>
                  <a:lnTo>
                    <a:pt x="2833637" y="430286"/>
                  </a:lnTo>
                  <a:lnTo>
                    <a:pt x="2833622" y="430308"/>
                  </a:lnTo>
                  <a:lnTo>
                    <a:pt x="2833604" y="430339"/>
                  </a:lnTo>
                  <a:lnTo>
                    <a:pt x="2833592" y="430372"/>
                  </a:lnTo>
                  <a:lnTo>
                    <a:pt x="2833583" y="430410"/>
                  </a:lnTo>
                  <a:lnTo>
                    <a:pt x="2833572" y="430454"/>
                  </a:lnTo>
                  <a:lnTo>
                    <a:pt x="2833562" y="430489"/>
                  </a:lnTo>
                  <a:lnTo>
                    <a:pt x="2833552" y="430507"/>
                  </a:lnTo>
                  <a:lnTo>
                    <a:pt x="2833531" y="430527"/>
                  </a:lnTo>
                  <a:lnTo>
                    <a:pt x="2833494" y="430560"/>
                  </a:lnTo>
                  <a:lnTo>
                    <a:pt x="2833463" y="430581"/>
                  </a:lnTo>
                  <a:lnTo>
                    <a:pt x="2833437" y="430593"/>
                  </a:lnTo>
                  <a:lnTo>
                    <a:pt x="2833377" y="430608"/>
                  </a:lnTo>
                  <a:lnTo>
                    <a:pt x="2833349" y="430615"/>
                  </a:lnTo>
                  <a:lnTo>
                    <a:pt x="2833324" y="430617"/>
                  </a:lnTo>
                  <a:lnTo>
                    <a:pt x="2833306" y="430613"/>
                  </a:lnTo>
                  <a:lnTo>
                    <a:pt x="2833296" y="430610"/>
                  </a:lnTo>
                  <a:lnTo>
                    <a:pt x="2833288" y="430602"/>
                  </a:lnTo>
                  <a:lnTo>
                    <a:pt x="2833285" y="430594"/>
                  </a:lnTo>
                  <a:lnTo>
                    <a:pt x="2833287" y="430584"/>
                  </a:lnTo>
                  <a:lnTo>
                    <a:pt x="2833294" y="430573"/>
                  </a:lnTo>
                  <a:lnTo>
                    <a:pt x="2833335" y="430531"/>
                  </a:lnTo>
                  <a:lnTo>
                    <a:pt x="2833345" y="430517"/>
                  </a:lnTo>
                  <a:lnTo>
                    <a:pt x="2833351" y="430486"/>
                  </a:lnTo>
                  <a:lnTo>
                    <a:pt x="2833344" y="430463"/>
                  </a:lnTo>
                  <a:lnTo>
                    <a:pt x="2833338" y="430447"/>
                  </a:lnTo>
                  <a:lnTo>
                    <a:pt x="2833323" y="430435"/>
                  </a:lnTo>
                  <a:lnTo>
                    <a:pt x="2833297" y="430423"/>
                  </a:lnTo>
                  <a:lnTo>
                    <a:pt x="2833249" y="430410"/>
                  </a:lnTo>
                  <a:lnTo>
                    <a:pt x="2833206" y="430399"/>
                  </a:lnTo>
                  <a:lnTo>
                    <a:pt x="2833167" y="430381"/>
                  </a:lnTo>
                  <a:lnTo>
                    <a:pt x="2833143" y="430359"/>
                  </a:lnTo>
                  <a:lnTo>
                    <a:pt x="2833123" y="430332"/>
                  </a:lnTo>
                  <a:lnTo>
                    <a:pt x="2833110" y="430306"/>
                  </a:lnTo>
                  <a:lnTo>
                    <a:pt x="2833106" y="430269"/>
                  </a:lnTo>
                  <a:lnTo>
                    <a:pt x="2833101" y="430234"/>
                  </a:lnTo>
                  <a:lnTo>
                    <a:pt x="2833101" y="430203"/>
                  </a:lnTo>
                  <a:lnTo>
                    <a:pt x="2833095" y="430179"/>
                  </a:lnTo>
                  <a:lnTo>
                    <a:pt x="2833090" y="430163"/>
                  </a:lnTo>
                  <a:lnTo>
                    <a:pt x="2833077" y="430153"/>
                  </a:lnTo>
                  <a:lnTo>
                    <a:pt x="2833043" y="430138"/>
                  </a:lnTo>
                  <a:lnTo>
                    <a:pt x="2833021" y="430134"/>
                  </a:lnTo>
                  <a:lnTo>
                    <a:pt x="2832980" y="430135"/>
                  </a:lnTo>
                  <a:lnTo>
                    <a:pt x="2832958" y="430139"/>
                  </a:lnTo>
                  <a:lnTo>
                    <a:pt x="2832938" y="430147"/>
                  </a:lnTo>
                  <a:lnTo>
                    <a:pt x="2832912" y="430165"/>
                  </a:lnTo>
                  <a:lnTo>
                    <a:pt x="2832767" y="430393"/>
                  </a:lnTo>
                  <a:lnTo>
                    <a:pt x="2832764" y="430412"/>
                  </a:lnTo>
                  <a:lnTo>
                    <a:pt x="2832765" y="430431"/>
                  </a:lnTo>
                  <a:lnTo>
                    <a:pt x="2832773" y="430464"/>
                  </a:lnTo>
                  <a:lnTo>
                    <a:pt x="2832775" y="430497"/>
                  </a:lnTo>
                  <a:lnTo>
                    <a:pt x="2832774" y="430528"/>
                  </a:lnTo>
                  <a:lnTo>
                    <a:pt x="2832767" y="430553"/>
                  </a:lnTo>
                  <a:lnTo>
                    <a:pt x="2832752" y="430576"/>
                  </a:lnTo>
                  <a:lnTo>
                    <a:pt x="2832733" y="430607"/>
                  </a:lnTo>
                  <a:lnTo>
                    <a:pt x="2832715" y="430661"/>
                  </a:lnTo>
                  <a:lnTo>
                    <a:pt x="2832705" y="430680"/>
                  </a:lnTo>
                  <a:lnTo>
                    <a:pt x="2832693" y="430703"/>
                  </a:lnTo>
                  <a:lnTo>
                    <a:pt x="2832677" y="430725"/>
                  </a:lnTo>
                  <a:lnTo>
                    <a:pt x="2832660" y="430739"/>
                  </a:lnTo>
                  <a:lnTo>
                    <a:pt x="2832324" y="430883"/>
                  </a:lnTo>
                  <a:lnTo>
                    <a:pt x="2832301" y="430882"/>
                  </a:lnTo>
                  <a:lnTo>
                    <a:pt x="2832277" y="430879"/>
                  </a:lnTo>
                  <a:lnTo>
                    <a:pt x="2832256" y="430867"/>
                  </a:lnTo>
                  <a:lnTo>
                    <a:pt x="2832240" y="430850"/>
                  </a:lnTo>
                  <a:lnTo>
                    <a:pt x="2832236" y="430834"/>
                  </a:lnTo>
                  <a:lnTo>
                    <a:pt x="2832236" y="430817"/>
                  </a:lnTo>
                  <a:lnTo>
                    <a:pt x="2832244" y="430802"/>
                  </a:lnTo>
                  <a:lnTo>
                    <a:pt x="2832255" y="430787"/>
                  </a:lnTo>
                  <a:lnTo>
                    <a:pt x="2832265" y="430768"/>
                  </a:lnTo>
                  <a:lnTo>
                    <a:pt x="2832296" y="430731"/>
                  </a:lnTo>
                  <a:lnTo>
                    <a:pt x="2832309" y="430706"/>
                  </a:lnTo>
                  <a:lnTo>
                    <a:pt x="2832314" y="430678"/>
                  </a:lnTo>
                  <a:lnTo>
                    <a:pt x="2832312" y="430663"/>
                  </a:lnTo>
                  <a:lnTo>
                    <a:pt x="2832301" y="430640"/>
                  </a:lnTo>
                  <a:lnTo>
                    <a:pt x="2832288" y="430629"/>
                  </a:lnTo>
                  <a:lnTo>
                    <a:pt x="2832271" y="430629"/>
                  </a:lnTo>
                  <a:lnTo>
                    <a:pt x="2832256" y="430635"/>
                  </a:lnTo>
                  <a:lnTo>
                    <a:pt x="2832215" y="430651"/>
                  </a:lnTo>
                  <a:lnTo>
                    <a:pt x="2832197" y="430659"/>
                  </a:lnTo>
                  <a:lnTo>
                    <a:pt x="2832180" y="430672"/>
                  </a:lnTo>
                  <a:lnTo>
                    <a:pt x="2832160" y="430687"/>
                  </a:lnTo>
                  <a:lnTo>
                    <a:pt x="2832146" y="430712"/>
                  </a:lnTo>
                  <a:lnTo>
                    <a:pt x="2832134" y="430742"/>
                  </a:lnTo>
                  <a:lnTo>
                    <a:pt x="2832124" y="430765"/>
                  </a:lnTo>
                  <a:lnTo>
                    <a:pt x="2832098" y="430788"/>
                  </a:lnTo>
                  <a:lnTo>
                    <a:pt x="2832070" y="430801"/>
                  </a:lnTo>
                  <a:lnTo>
                    <a:pt x="2832044" y="430806"/>
                  </a:lnTo>
                  <a:lnTo>
                    <a:pt x="2832026" y="430807"/>
                  </a:lnTo>
                  <a:lnTo>
                    <a:pt x="2831959" y="430806"/>
                  </a:lnTo>
                  <a:lnTo>
                    <a:pt x="2831931" y="430809"/>
                  </a:lnTo>
                  <a:lnTo>
                    <a:pt x="2831910" y="430817"/>
                  </a:lnTo>
                  <a:lnTo>
                    <a:pt x="2831902" y="430832"/>
                  </a:lnTo>
                  <a:lnTo>
                    <a:pt x="2831893" y="430855"/>
                  </a:lnTo>
                  <a:lnTo>
                    <a:pt x="2831890" y="430879"/>
                  </a:lnTo>
                  <a:lnTo>
                    <a:pt x="2831845" y="431071"/>
                  </a:lnTo>
                  <a:lnTo>
                    <a:pt x="2831817" y="431087"/>
                  </a:lnTo>
                  <a:lnTo>
                    <a:pt x="2831787" y="431103"/>
                  </a:lnTo>
                  <a:lnTo>
                    <a:pt x="2831763" y="431111"/>
                  </a:lnTo>
                  <a:lnTo>
                    <a:pt x="2831723" y="431113"/>
                  </a:lnTo>
                  <a:lnTo>
                    <a:pt x="2831694" y="431108"/>
                  </a:lnTo>
                  <a:lnTo>
                    <a:pt x="2831666" y="431090"/>
                  </a:lnTo>
                  <a:lnTo>
                    <a:pt x="2831644" y="431070"/>
                  </a:lnTo>
                  <a:lnTo>
                    <a:pt x="2831616" y="431040"/>
                  </a:lnTo>
                  <a:lnTo>
                    <a:pt x="2831586" y="431020"/>
                  </a:lnTo>
                  <a:lnTo>
                    <a:pt x="2831552" y="431008"/>
                  </a:lnTo>
                  <a:lnTo>
                    <a:pt x="2831528" y="431002"/>
                  </a:lnTo>
                  <a:lnTo>
                    <a:pt x="2831502" y="431005"/>
                  </a:lnTo>
                  <a:lnTo>
                    <a:pt x="2831482" y="431010"/>
                  </a:lnTo>
                  <a:lnTo>
                    <a:pt x="2831463" y="431017"/>
                  </a:lnTo>
                  <a:lnTo>
                    <a:pt x="2831455" y="431032"/>
                  </a:lnTo>
                  <a:lnTo>
                    <a:pt x="2831456" y="431045"/>
                  </a:lnTo>
                  <a:lnTo>
                    <a:pt x="2831461" y="431053"/>
                  </a:lnTo>
                  <a:lnTo>
                    <a:pt x="2831478" y="431065"/>
                  </a:lnTo>
                  <a:lnTo>
                    <a:pt x="2831505" y="431079"/>
                  </a:lnTo>
                  <a:lnTo>
                    <a:pt x="2831525" y="431089"/>
                  </a:lnTo>
                  <a:lnTo>
                    <a:pt x="2831549" y="431103"/>
                  </a:lnTo>
                  <a:lnTo>
                    <a:pt x="2831577" y="431120"/>
                  </a:lnTo>
                  <a:lnTo>
                    <a:pt x="2831599" y="431136"/>
                  </a:lnTo>
                  <a:lnTo>
                    <a:pt x="2831615" y="431154"/>
                  </a:lnTo>
                  <a:lnTo>
                    <a:pt x="2831624" y="431174"/>
                  </a:lnTo>
                  <a:lnTo>
                    <a:pt x="2831621" y="431189"/>
                  </a:lnTo>
                  <a:lnTo>
                    <a:pt x="2831608" y="431200"/>
                  </a:lnTo>
                  <a:lnTo>
                    <a:pt x="2831582" y="431207"/>
                  </a:lnTo>
                  <a:lnTo>
                    <a:pt x="2831355" y="431173"/>
                  </a:lnTo>
                  <a:lnTo>
                    <a:pt x="2831332" y="431172"/>
                  </a:lnTo>
                  <a:lnTo>
                    <a:pt x="2831313" y="431160"/>
                  </a:lnTo>
                  <a:lnTo>
                    <a:pt x="2831258" y="431125"/>
                  </a:lnTo>
                  <a:lnTo>
                    <a:pt x="2831221" y="431104"/>
                  </a:lnTo>
                  <a:lnTo>
                    <a:pt x="2831184" y="431095"/>
                  </a:lnTo>
                  <a:lnTo>
                    <a:pt x="2831145" y="431088"/>
                  </a:lnTo>
                  <a:lnTo>
                    <a:pt x="2831125" y="431084"/>
                  </a:lnTo>
                  <a:lnTo>
                    <a:pt x="2831105" y="431082"/>
                  </a:lnTo>
                  <a:lnTo>
                    <a:pt x="2831086" y="431088"/>
                  </a:lnTo>
                  <a:lnTo>
                    <a:pt x="2831070" y="431094"/>
                  </a:lnTo>
                  <a:lnTo>
                    <a:pt x="2831059" y="431109"/>
                  </a:lnTo>
                  <a:lnTo>
                    <a:pt x="2831059" y="431123"/>
                  </a:lnTo>
                  <a:lnTo>
                    <a:pt x="2831067" y="431136"/>
                  </a:lnTo>
                  <a:lnTo>
                    <a:pt x="2831076" y="431146"/>
                  </a:lnTo>
                  <a:lnTo>
                    <a:pt x="2831095" y="431159"/>
                  </a:lnTo>
                  <a:lnTo>
                    <a:pt x="2831111" y="431173"/>
                  </a:lnTo>
                  <a:lnTo>
                    <a:pt x="2831142" y="431202"/>
                  </a:lnTo>
                  <a:lnTo>
                    <a:pt x="2831156" y="431215"/>
                  </a:lnTo>
                  <a:lnTo>
                    <a:pt x="2831168" y="431233"/>
                  </a:lnTo>
                  <a:lnTo>
                    <a:pt x="2831179" y="431252"/>
                  </a:lnTo>
                  <a:lnTo>
                    <a:pt x="2831186" y="431279"/>
                  </a:lnTo>
                  <a:lnTo>
                    <a:pt x="2831185" y="431311"/>
                  </a:lnTo>
                  <a:lnTo>
                    <a:pt x="2831181" y="431350"/>
                  </a:lnTo>
                  <a:lnTo>
                    <a:pt x="2831177" y="431393"/>
                  </a:lnTo>
                  <a:lnTo>
                    <a:pt x="2831170" y="431422"/>
                  </a:lnTo>
                  <a:lnTo>
                    <a:pt x="2831158" y="431448"/>
                  </a:lnTo>
                  <a:lnTo>
                    <a:pt x="2831139" y="431472"/>
                  </a:lnTo>
                  <a:lnTo>
                    <a:pt x="2831116" y="431491"/>
                  </a:lnTo>
                  <a:lnTo>
                    <a:pt x="2831077" y="431503"/>
                  </a:lnTo>
                  <a:lnTo>
                    <a:pt x="2831051" y="431505"/>
                  </a:lnTo>
                  <a:lnTo>
                    <a:pt x="2831020" y="431500"/>
                  </a:lnTo>
                  <a:lnTo>
                    <a:pt x="2830995" y="431489"/>
                  </a:lnTo>
                  <a:lnTo>
                    <a:pt x="2830965" y="431470"/>
                  </a:lnTo>
                  <a:lnTo>
                    <a:pt x="2830929" y="431433"/>
                  </a:lnTo>
                  <a:lnTo>
                    <a:pt x="2830904" y="431395"/>
                  </a:lnTo>
                  <a:lnTo>
                    <a:pt x="2830885" y="431358"/>
                  </a:lnTo>
                  <a:lnTo>
                    <a:pt x="2830874" y="431324"/>
                  </a:lnTo>
                  <a:lnTo>
                    <a:pt x="2830867" y="431293"/>
                  </a:lnTo>
                  <a:lnTo>
                    <a:pt x="2830857" y="431262"/>
                  </a:lnTo>
                  <a:lnTo>
                    <a:pt x="2830848" y="431245"/>
                  </a:lnTo>
                  <a:lnTo>
                    <a:pt x="2830834" y="431225"/>
                  </a:lnTo>
                  <a:lnTo>
                    <a:pt x="2830815" y="431214"/>
                  </a:lnTo>
                  <a:lnTo>
                    <a:pt x="2830793" y="431207"/>
                  </a:lnTo>
                  <a:lnTo>
                    <a:pt x="2830767" y="431206"/>
                  </a:lnTo>
                  <a:lnTo>
                    <a:pt x="2830738" y="431210"/>
                  </a:lnTo>
                  <a:lnTo>
                    <a:pt x="2830723" y="431217"/>
                  </a:lnTo>
                  <a:lnTo>
                    <a:pt x="2830707" y="431229"/>
                  </a:lnTo>
                  <a:lnTo>
                    <a:pt x="2830692" y="431253"/>
                  </a:lnTo>
                  <a:lnTo>
                    <a:pt x="2830667" y="431285"/>
                  </a:lnTo>
                  <a:lnTo>
                    <a:pt x="2830655" y="431301"/>
                  </a:lnTo>
                  <a:lnTo>
                    <a:pt x="2830645" y="431311"/>
                  </a:lnTo>
                  <a:lnTo>
                    <a:pt x="2830629" y="431316"/>
                  </a:lnTo>
                  <a:lnTo>
                    <a:pt x="2830611" y="431321"/>
                  </a:lnTo>
                  <a:lnTo>
                    <a:pt x="2830590" y="431324"/>
                  </a:lnTo>
                  <a:lnTo>
                    <a:pt x="2830556" y="431327"/>
                  </a:lnTo>
                  <a:lnTo>
                    <a:pt x="2830525" y="431332"/>
                  </a:lnTo>
                  <a:lnTo>
                    <a:pt x="2830504" y="431340"/>
                  </a:lnTo>
                  <a:lnTo>
                    <a:pt x="2830481" y="431351"/>
                  </a:lnTo>
                  <a:lnTo>
                    <a:pt x="2830472" y="431370"/>
                  </a:lnTo>
                  <a:lnTo>
                    <a:pt x="2830472" y="431382"/>
                  </a:lnTo>
                  <a:lnTo>
                    <a:pt x="2830479" y="431396"/>
                  </a:lnTo>
                  <a:lnTo>
                    <a:pt x="2830489" y="431408"/>
                  </a:lnTo>
                  <a:lnTo>
                    <a:pt x="2830503" y="431417"/>
                  </a:lnTo>
                  <a:lnTo>
                    <a:pt x="2830536" y="431436"/>
                  </a:lnTo>
                  <a:lnTo>
                    <a:pt x="2830571" y="431454"/>
                  </a:lnTo>
                  <a:lnTo>
                    <a:pt x="2830597" y="431471"/>
                  </a:lnTo>
                  <a:lnTo>
                    <a:pt x="2830619" y="431499"/>
                  </a:lnTo>
                  <a:lnTo>
                    <a:pt x="2830624" y="431519"/>
                  </a:lnTo>
                  <a:lnTo>
                    <a:pt x="2830626" y="431545"/>
                  </a:lnTo>
                  <a:lnTo>
                    <a:pt x="2830625" y="431572"/>
                  </a:lnTo>
                  <a:lnTo>
                    <a:pt x="2830611" y="431608"/>
                  </a:lnTo>
                  <a:lnTo>
                    <a:pt x="2830587" y="431635"/>
                  </a:lnTo>
                  <a:lnTo>
                    <a:pt x="2830562" y="431658"/>
                  </a:lnTo>
                  <a:lnTo>
                    <a:pt x="2830538" y="431681"/>
                  </a:lnTo>
                  <a:lnTo>
                    <a:pt x="2830514" y="431718"/>
                  </a:lnTo>
                  <a:lnTo>
                    <a:pt x="2830494" y="431761"/>
                  </a:lnTo>
                  <a:lnTo>
                    <a:pt x="2830483" y="431773"/>
                  </a:lnTo>
                  <a:lnTo>
                    <a:pt x="2830469" y="431774"/>
                  </a:lnTo>
                  <a:lnTo>
                    <a:pt x="2830464" y="431762"/>
                  </a:lnTo>
                  <a:lnTo>
                    <a:pt x="2830455" y="431742"/>
                  </a:lnTo>
                  <a:lnTo>
                    <a:pt x="2830444" y="431709"/>
                  </a:lnTo>
                  <a:lnTo>
                    <a:pt x="2830426" y="431672"/>
                  </a:lnTo>
                  <a:lnTo>
                    <a:pt x="2830397" y="431636"/>
                  </a:lnTo>
                  <a:lnTo>
                    <a:pt x="2830373" y="431617"/>
                  </a:lnTo>
                  <a:lnTo>
                    <a:pt x="2830342" y="431604"/>
                  </a:lnTo>
                  <a:lnTo>
                    <a:pt x="2830306" y="431598"/>
                  </a:lnTo>
                  <a:lnTo>
                    <a:pt x="2830269" y="431594"/>
                  </a:lnTo>
                  <a:lnTo>
                    <a:pt x="2830227" y="431595"/>
                  </a:lnTo>
                  <a:lnTo>
                    <a:pt x="2830189" y="431600"/>
                  </a:lnTo>
                  <a:lnTo>
                    <a:pt x="2830140" y="431614"/>
                  </a:lnTo>
                  <a:lnTo>
                    <a:pt x="2830111" y="431628"/>
                  </a:lnTo>
                  <a:lnTo>
                    <a:pt x="2830085" y="431643"/>
                  </a:lnTo>
                  <a:lnTo>
                    <a:pt x="2830064" y="431663"/>
                  </a:lnTo>
                  <a:lnTo>
                    <a:pt x="2829621" y="431922"/>
                  </a:lnTo>
                  <a:lnTo>
                    <a:pt x="2829591" y="431934"/>
                  </a:lnTo>
                  <a:lnTo>
                    <a:pt x="2829561" y="431950"/>
                  </a:lnTo>
                  <a:lnTo>
                    <a:pt x="2829505" y="431991"/>
                  </a:lnTo>
                  <a:lnTo>
                    <a:pt x="2829486" y="432005"/>
                  </a:lnTo>
                  <a:lnTo>
                    <a:pt x="2829426" y="432069"/>
                  </a:lnTo>
                  <a:lnTo>
                    <a:pt x="2829402" y="432100"/>
                  </a:lnTo>
                  <a:lnTo>
                    <a:pt x="2829389" y="432127"/>
                  </a:lnTo>
                  <a:lnTo>
                    <a:pt x="2829372" y="432168"/>
                  </a:lnTo>
                  <a:lnTo>
                    <a:pt x="2829347" y="432205"/>
                  </a:lnTo>
                  <a:lnTo>
                    <a:pt x="2829311" y="432233"/>
                  </a:lnTo>
                  <a:lnTo>
                    <a:pt x="2829257" y="432265"/>
                  </a:lnTo>
                  <a:lnTo>
                    <a:pt x="2829227" y="432294"/>
                  </a:lnTo>
                  <a:lnTo>
                    <a:pt x="2829220" y="432312"/>
                  </a:lnTo>
                  <a:lnTo>
                    <a:pt x="2829221" y="432332"/>
                  </a:lnTo>
                  <a:lnTo>
                    <a:pt x="2829245" y="432366"/>
                  </a:lnTo>
                  <a:lnTo>
                    <a:pt x="2829278" y="432394"/>
                  </a:lnTo>
                  <a:lnTo>
                    <a:pt x="2829294" y="432413"/>
                  </a:lnTo>
                  <a:lnTo>
                    <a:pt x="2829301" y="432439"/>
                  </a:lnTo>
                  <a:lnTo>
                    <a:pt x="2829295" y="432458"/>
                  </a:lnTo>
                  <a:lnTo>
                    <a:pt x="2829280" y="432474"/>
                  </a:lnTo>
                  <a:lnTo>
                    <a:pt x="2829257" y="432490"/>
                  </a:lnTo>
                  <a:lnTo>
                    <a:pt x="2828932" y="432589"/>
                  </a:lnTo>
                  <a:lnTo>
                    <a:pt x="2828912" y="432593"/>
                  </a:lnTo>
                  <a:lnTo>
                    <a:pt x="2828894" y="432596"/>
                  </a:lnTo>
                  <a:lnTo>
                    <a:pt x="2828883" y="432593"/>
                  </a:lnTo>
                  <a:lnTo>
                    <a:pt x="2828869" y="432591"/>
                  </a:lnTo>
                  <a:lnTo>
                    <a:pt x="2828864" y="432581"/>
                  </a:lnTo>
                  <a:lnTo>
                    <a:pt x="2828855" y="432555"/>
                  </a:lnTo>
                  <a:lnTo>
                    <a:pt x="2828863" y="432539"/>
                  </a:lnTo>
                  <a:lnTo>
                    <a:pt x="2828871" y="432522"/>
                  </a:lnTo>
                  <a:lnTo>
                    <a:pt x="2828900" y="432488"/>
                  </a:lnTo>
                  <a:lnTo>
                    <a:pt x="2828941" y="432447"/>
                  </a:lnTo>
                  <a:lnTo>
                    <a:pt x="2828986" y="432375"/>
                  </a:lnTo>
                  <a:lnTo>
                    <a:pt x="2828992" y="432337"/>
                  </a:lnTo>
                  <a:lnTo>
                    <a:pt x="2828993" y="432307"/>
                  </a:lnTo>
                  <a:lnTo>
                    <a:pt x="2828986" y="432281"/>
                  </a:lnTo>
                  <a:lnTo>
                    <a:pt x="2828970" y="432254"/>
                  </a:lnTo>
                  <a:lnTo>
                    <a:pt x="2828949" y="432239"/>
                  </a:lnTo>
                  <a:lnTo>
                    <a:pt x="2828925" y="432235"/>
                  </a:lnTo>
                  <a:lnTo>
                    <a:pt x="2828895" y="432242"/>
                  </a:lnTo>
                  <a:lnTo>
                    <a:pt x="2828861" y="432275"/>
                  </a:lnTo>
                  <a:lnTo>
                    <a:pt x="2828833" y="432341"/>
                  </a:lnTo>
                  <a:lnTo>
                    <a:pt x="2828828" y="432400"/>
                  </a:lnTo>
                  <a:lnTo>
                    <a:pt x="2828821" y="432463"/>
                  </a:lnTo>
                  <a:lnTo>
                    <a:pt x="2828808" y="432502"/>
                  </a:lnTo>
                  <a:lnTo>
                    <a:pt x="2828792" y="432529"/>
                  </a:lnTo>
                  <a:lnTo>
                    <a:pt x="2828764" y="432556"/>
                  </a:lnTo>
                  <a:lnTo>
                    <a:pt x="2828742" y="432562"/>
                  </a:lnTo>
                  <a:lnTo>
                    <a:pt x="2828709" y="432563"/>
                  </a:lnTo>
                  <a:lnTo>
                    <a:pt x="2828675" y="432546"/>
                  </a:lnTo>
                  <a:lnTo>
                    <a:pt x="2828650" y="432535"/>
                  </a:lnTo>
                  <a:lnTo>
                    <a:pt x="2828621" y="432514"/>
                  </a:lnTo>
                  <a:lnTo>
                    <a:pt x="2828603" y="432495"/>
                  </a:lnTo>
                  <a:lnTo>
                    <a:pt x="2828485" y="432284"/>
                  </a:lnTo>
                  <a:lnTo>
                    <a:pt x="2828475" y="432273"/>
                  </a:lnTo>
                  <a:lnTo>
                    <a:pt x="2828465" y="432255"/>
                  </a:lnTo>
                  <a:lnTo>
                    <a:pt x="2828451" y="432232"/>
                  </a:lnTo>
                  <a:lnTo>
                    <a:pt x="2828433" y="432213"/>
                  </a:lnTo>
                  <a:lnTo>
                    <a:pt x="2828418" y="432204"/>
                  </a:lnTo>
                  <a:lnTo>
                    <a:pt x="2828395" y="432200"/>
                  </a:lnTo>
                  <a:lnTo>
                    <a:pt x="2828355" y="432202"/>
                  </a:lnTo>
                  <a:lnTo>
                    <a:pt x="2828330" y="432216"/>
                  </a:lnTo>
                  <a:lnTo>
                    <a:pt x="2828287" y="432247"/>
                  </a:lnTo>
                  <a:lnTo>
                    <a:pt x="2828240" y="432305"/>
                  </a:lnTo>
                  <a:lnTo>
                    <a:pt x="2828183" y="432372"/>
                  </a:lnTo>
                  <a:lnTo>
                    <a:pt x="2828178" y="432392"/>
                  </a:lnTo>
                  <a:lnTo>
                    <a:pt x="2828175" y="432415"/>
                  </a:lnTo>
                  <a:lnTo>
                    <a:pt x="2828187" y="432435"/>
                  </a:lnTo>
                  <a:lnTo>
                    <a:pt x="2828209" y="432469"/>
                  </a:lnTo>
                  <a:lnTo>
                    <a:pt x="2828222" y="432496"/>
                  </a:lnTo>
                  <a:lnTo>
                    <a:pt x="2828238" y="432589"/>
                  </a:lnTo>
                  <a:lnTo>
                    <a:pt x="2828240" y="432627"/>
                  </a:lnTo>
                  <a:lnTo>
                    <a:pt x="2828253" y="432660"/>
                  </a:lnTo>
                  <a:lnTo>
                    <a:pt x="2828253" y="432713"/>
                  </a:lnTo>
                  <a:lnTo>
                    <a:pt x="2828251" y="432744"/>
                  </a:lnTo>
                  <a:lnTo>
                    <a:pt x="2828232" y="432769"/>
                  </a:lnTo>
                  <a:lnTo>
                    <a:pt x="2828188" y="432786"/>
                  </a:lnTo>
                  <a:lnTo>
                    <a:pt x="2828121" y="432781"/>
                  </a:lnTo>
                  <a:lnTo>
                    <a:pt x="2828037" y="432752"/>
                  </a:lnTo>
                  <a:lnTo>
                    <a:pt x="2827947" y="432724"/>
                  </a:lnTo>
                  <a:lnTo>
                    <a:pt x="2827917" y="432711"/>
                  </a:lnTo>
                  <a:lnTo>
                    <a:pt x="2827901" y="432705"/>
                  </a:lnTo>
                  <a:lnTo>
                    <a:pt x="2827868" y="432702"/>
                  </a:lnTo>
                  <a:lnTo>
                    <a:pt x="2827819" y="432705"/>
                  </a:lnTo>
                  <a:lnTo>
                    <a:pt x="2827761" y="432694"/>
                  </a:lnTo>
                  <a:lnTo>
                    <a:pt x="2827703" y="432658"/>
                  </a:lnTo>
                  <a:lnTo>
                    <a:pt x="2827681" y="432631"/>
                  </a:lnTo>
                  <a:lnTo>
                    <a:pt x="2827666" y="432622"/>
                  </a:lnTo>
                  <a:lnTo>
                    <a:pt x="2827600" y="432628"/>
                  </a:lnTo>
                  <a:lnTo>
                    <a:pt x="2827551" y="432644"/>
                  </a:lnTo>
                  <a:lnTo>
                    <a:pt x="2827512" y="432661"/>
                  </a:lnTo>
                  <a:lnTo>
                    <a:pt x="2827469" y="432690"/>
                  </a:lnTo>
                  <a:lnTo>
                    <a:pt x="2827441" y="432735"/>
                  </a:lnTo>
                  <a:lnTo>
                    <a:pt x="2827417" y="432776"/>
                  </a:lnTo>
                  <a:lnTo>
                    <a:pt x="2827404" y="432788"/>
                  </a:lnTo>
                  <a:lnTo>
                    <a:pt x="2827391" y="432793"/>
                  </a:lnTo>
                  <a:lnTo>
                    <a:pt x="2827378" y="432793"/>
                  </a:lnTo>
                  <a:lnTo>
                    <a:pt x="2827360" y="432790"/>
                  </a:lnTo>
                  <a:lnTo>
                    <a:pt x="2827332" y="432768"/>
                  </a:lnTo>
                  <a:lnTo>
                    <a:pt x="2827311" y="432731"/>
                  </a:lnTo>
                  <a:lnTo>
                    <a:pt x="2827305" y="432678"/>
                  </a:lnTo>
                  <a:lnTo>
                    <a:pt x="2827298" y="432647"/>
                  </a:lnTo>
                  <a:lnTo>
                    <a:pt x="2827279" y="432619"/>
                  </a:lnTo>
                  <a:lnTo>
                    <a:pt x="2827251" y="432598"/>
                  </a:lnTo>
                  <a:lnTo>
                    <a:pt x="2827218" y="432591"/>
                  </a:lnTo>
                  <a:lnTo>
                    <a:pt x="2827162" y="432577"/>
                  </a:lnTo>
                  <a:lnTo>
                    <a:pt x="2827105" y="432574"/>
                  </a:lnTo>
                  <a:lnTo>
                    <a:pt x="2827047" y="432567"/>
                  </a:lnTo>
                  <a:lnTo>
                    <a:pt x="2826980" y="432574"/>
                  </a:lnTo>
                  <a:lnTo>
                    <a:pt x="2826903" y="432575"/>
                  </a:lnTo>
                  <a:lnTo>
                    <a:pt x="2826847" y="432570"/>
                  </a:lnTo>
                  <a:lnTo>
                    <a:pt x="2826793" y="432585"/>
                  </a:lnTo>
                  <a:lnTo>
                    <a:pt x="2826762" y="432603"/>
                  </a:lnTo>
                  <a:lnTo>
                    <a:pt x="2826751" y="432645"/>
                  </a:lnTo>
                  <a:lnTo>
                    <a:pt x="2826751" y="432672"/>
                  </a:lnTo>
                  <a:lnTo>
                    <a:pt x="2826756" y="432707"/>
                  </a:lnTo>
                  <a:lnTo>
                    <a:pt x="2826773" y="432743"/>
                  </a:lnTo>
                  <a:lnTo>
                    <a:pt x="2826801" y="432803"/>
                  </a:lnTo>
                  <a:lnTo>
                    <a:pt x="2826841" y="432872"/>
                  </a:lnTo>
                  <a:lnTo>
                    <a:pt x="2826869" y="432906"/>
                  </a:lnTo>
                  <a:lnTo>
                    <a:pt x="2826975" y="433002"/>
                  </a:lnTo>
                  <a:lnTo>
                    <a:pt x="2826976" y="433018"/>
                  </a:lnTo>
                  <a:lnTo>
                    <a:pt x="2826982" y="433039"/>
                  </a:lnTo>
                  <a:lnTo>
                    <a:pt x="2827010" y="433064"/>
                  </a:lnTo>
                  <a:lnTo>
                    <a:pt x="2827017" y="433075"/>
                  </a:lnTo>
                  <a:lnTo>
                    <a:pt x="2827018" y="433101"/>
                  </a:lnTo>
                  <a:lnTo>
                    <a:pt x="2827017" y="433132"/>
                  </a:lnTo>
                  <a:lnTo>
                    <a:pt x="2827000" y="433166"/>
                  </a:lnTo>
                  <a:lnTo>
                    <a:pt x="2826978" y="433195"/>
                  </a:lnTo>
                  <a:lnTo>
                    <a:pt x="2826939" y="433234"/>
                  </a:lnTo>
                  <a:lnTo>
                    <a:pt x="2826886" y="433262"/>
                  </a:lnTo>
                  <a:lnTo>
                    <a:pt x="2826828" y="433291"/>
                  </a:lnTo>
                  <a:lnTo>
                    <a:pt x="2826790" y="433306"/>
                  </a:lnTo>
                  <a:lnTo>
                    <a:pt x="2826764" y="433326"/>
                  </a:lnTo>
                  <a:lnTo>
                    <a:pt x="2826752" y="433349"/>
                  </a:lnTo>
                  <a:lnTo>
                    <a:pt x="2826737" y="433379"/>
                  </a:lnTo>
                  <a:lnTo>
                    <a:pt x="2826728" y="433414"/>
                  </a:lnTo>
                  <a:lnTo>
                    <a:pt x="2826709" y="433439"/>
                  </a:lnTo>
                  <a:lnTo>
                    <a:pt x="2826697" y="433460"/>
                  </a:lnTo>
                  <a:lnTo>
                    <a:pt x="2826660" y="433470"/>
                  </a:lnTo>
                  <a:lnTo>
                    <a:pt x="2826627" y="433469"/>
                  </a:lnTo>
                  <a:lnTo>
                    <a:pt x="2826579" y="433461"/>
                  </a:lnTo>
                  <a:lnTo>
                    <a:pt x="2826529" y="433441"/>
                  </a:lnTo>
                  <a:lnTo>
                    <a:pt x="2826476" y="433415"/>
                  </a:lnTo>
                  <a:lnTo>
                    <a:pt x="2826422" y="433396"/>
                  </a:lnTo>
                  <a:lnTo>
                    <a:pt x="2826387" y="433386"/>
                  </a:lnTo>
                  <a:lnTo>
                    <a:pt x="2826348" y="433383"/>
                  </a:lnTo>
                  <a:lnTo>
                    <a:pt x="2826331" y="433400"/>
                  </a:lnTo>
                  <a:lnTo>
                    <a:pt x="2826294" y="433430"/>
                  </a:lnTo>
                  <a:lnTo>
                    <a:pt x="2826275" y="433467"/>
                  </a:lnTo>
                  <a:lnTo>
                    <a:pt x="2826235" y="433557"/>
                  </a:lnTo>
                  <a:lnTo>
                    <a:pt x="2826215" y="433608"/>
                  </a:lnTo>
                  <a:lnTo>
                    <a:pt x="2826216" y="433639"/>
                  </a:lnTo>
                  <a:lnTo>
                    <a:pt x="2826219" y="433665"/>
                  </a:lnTo>
                  <a:lnTo>
                    <a:pt x="2826232" y="433678"/>
                  </a:lnTo>
                  <a:lnTo>
                    <a:pt x="2826249" y="433692"/>
                  </a:lnTo>
                  <a:lnTo>
                    <a:pt x="2826269" y="433700"/>
                  </a:lnTo>
                  <a:lnTo>
                    <a:pt x="2826318" y="433693"/>
                  </a:lnTo>
                  <a:lnTo>
                    <a:pt x="2826362" y="433674"/>
                  </a:lnTo>
                  <a:lnTo>
                    <a:pt x="2826396" y="433649"/>
                  </a:lnTo>
                  <a:lnTo>
                    <a:pt x="2826430" y="433631"/>
                  </a:lnTo>
                  <a:lnTo>
                    <a:pt x="2826466" y="433628"/>
                  </a:lnTo>
                  <a:lnTo>
                    <a:pt x="2826498" y="433634"/>
                  </a:lnTo>
                  <a:lnTo>
                    <a:pt x="2826531" y="433648"/>
                  </a:lnTo>
                  <a:lnTo>
                    <a:pt x="2826571" y="433674"/>
                  </a:lnTo>
                  <a:lnTo>
                    <a:pt x="2826571" y="433703"/>
                  </a:lnTo>
                  <a:lnTo>
                    <a:pt x="2826564" y="433729"/>
                  </a:lnTo>
                  <a:lnTo>
                    <a:pt x="2826535" y="433747"/>
                  </a:lnTo>
                  <a:lnTo>
                    <a:pt x="2826485" y="433769"/>
                  </a:lnTo>
                  <a:lnTo>
                    <a:pt x="2826413" y="433792"/>
                  </a:lnTo>
                  <a:lnTo>
                    <a:pt x="2826355" y="433807"/>
                  </a:lnTo>
                  <a:lnTo>
                    <a:pt x="2826169" y="433966"/>
                  </a:lnTo>
                  <a:lnTo>
                    <a:pt x="2826164" y="434021"/>
                  </a:lnTo>
                  <a:lnTo>
                    <a:pt x="2826146" y="434054"/>
                  </a:lnTo>
                  <a:lnTo>
                    <a:pt x="2826146" y="434107"/>
                  </a:lnTo>
                  <a:lnTo>
                    <a:pt x="2826164" y="434180"/>
                  </a:lnTo>
                  <a:lnTo>
                    <a:pt x="2826181" y="434225"/>
                  </a:lnTo>
                  <a:lnTo>
                    <a:pt x="2826242" y="434287"/>
                  </a:lnTo>
                  <a:lnTo>
                    <a:pt x="2826302" y="434330"/>
                  </a:lnTo>
                  <a:lnTo>
                    <a:pt x="2826336" y="434347"/>
                  </a:lnTo>
                  <a:lnTo>
                    <a:pt x="2826369" y="434359"/>
                  </a:lnTo>
                  <a:lnTo>
                    <a:pt x="2826404" y="434389"/>
                  </a:lnTo>
                  <a:lnTo>
                    <a:pt x="2826404" y="434405"/>
                  </a:lnTo>
                  <a:lnTo>
                    <a:pt x="2826406" y="434432"/>
                  </a:lnTo>
                  <a:lnTo>
                    <a:pt x="2826375" y="434462"/>
                  </a:lnTo>
                  <a:lnTo>
                    <a:pt x="2826334" y="434476"/>
                  </a:lnTo>
                  <a:lnTo>
                    <a:pt x="2826290" y="434491"/>
                  </a:lnTo>
                  <a:lnTo>
                    <a:pt x="2826262" y="434497"/>
                  </a:lnTo>
                  <a:lnTo>
                    <a:pt x="2826229" y="434515"/>
                  </a:lnTo>
                  <a:lnTo>
                    <a:pt x="2826194" y="434552"/>
                  </a:lnTo>
                  <a:lnTo>
                    <a:pt x="2826161" y="434576"/>
                  </a:lnTo>
                  <a:lnTo>
                    <a:pt x="2826130" y="434582"/>
                  </a:lnTo>
                  <a:lnTo>
                    <a:pt x="2826117" y="434580"/>
                  </a:lnTo>
                  <a:lnTo>
                    <a:pt x="2826091" y="434576"/>
                  </a:lnTo>
                  <a:lnTo>
                    <a:pt x="2826068" y="434550"/>
                  </a:lnTo>
                  <a:lnTo>
                    <a:pt x="2826024" y="434507"/>
                  </a:lnTo>
                  <a:lnTo>
                    <a:pt x="2825998" y="434484"/>
                  </a:lnTo>
                  <a:lnTo>
                    <a:pt x="2825977" y="434475"/>
                  </a:lnTo>
                  <a:lnTo>
                    <a:pt x="2825948" y="434471"/>
                  </a:lnTo>
                  <a:lnTo>
                    <a:pt x="2825929" y="434475"/>
                  </a:lnTo>
                  <a:lnTo>
                    <a:pt x="2825915" y="434477"/>
                  </a:lnTo>
                  <a:lnTo>
                    <a:pt x="2825888" y="434490"/>
                  </a:lnTo>
                  <a:lnTo>
                    <a:pt x="2825874" y="434511"/>
                  </a:lnTo>
                  <a:lnTo>
                    <a:pt x="2825862" y="434537"/>
                  </a:lnTo>
                  <a:lnTo>
                    <a:pt x="2825883" y="434585"/>
                  </a:lnTo>
                  <a:lnTo>
                    <a:pt x="2825919" y="434635"/>
                  </a:lnTo>
                  <a:lnTo>
                    <a:pt x="2825930" y="434686"/>
                  </a:lnTo>
                  <a:lnTo>
                    <a:pt x="2825935" y="434740"/>
                  </a:lnTo>
                  <a:lnTo>
                    <a:pt x="2825938" y="434788"/>
                  </a:lnTo>
                  <a:lnTo>
                    <a:pt x="2825961" y="434813"/>
                  </a:lnTo>
                  <a:lnTo>
                    <a:pt x="2825999" y="434847"/>
                  </a:lnTo>
                  <a:lnTo>
                    <a:pt x="2826022" y="434862"/>
                  </a:lnTo>
                  <a:lnTo>
                    <a:pt x="2826025" y="434884"/>
                  </a:lnTo>
                  <a:lnTo>
                    <a:pt x="2826013" y="434910"/>
                  </a:lnTo>
                  <a:lnTo>
                    <a:pt x="2826002" y="434930"/>
                  </a:lnTo>
                  <a:lnTo>
                    <a:pt x="2825977" y="434939"/>
                  </a:lnTo>
                  <a:lnTo>
                    <a:pt x="2825940" y="434939"/>
                  </a:lnTo>
                  <a:lnTo>
                    <a:pt x="2825910" y="434938"/>
                  </a:lnTo>
                  <a:lnTo>
                    <a:pt x="2825876" y="434926"/>
                  </a:lnTo>
                  <a:lnTo>
                    <a:pt x="2825850" y="434904"/>
                  </a:lnTo>
                  <a:lnTo>
                    <a:pt x="2825831" y="434875"/>
                  </a:lnTo>
                  <a:lnTo>
                    <a:pt x="2825818" y="434850"/>
                  </a:lnTo>
                  <a:lnTo>
                    <a:pt x="2825790" y="434827"/>
                  </a:lnTo>
                  <a:lnTo>
                    <a:pt x="2825768" y="434798"/>
                  </a:lnTo>
                  <a:lnTo>
                    <a:pt x="2825747" y="434792"/>
                  </a:lnTo>
                  <a:lnTo>
                    <a:pt x="2825701" y="434785"/>
                  </a:lnTo>
                  <a:lnTo>
                    <a:pt x="2825628" y="434820"/>
                  </a:lnTo>
                  <a:lnTo>
                    <a:pt x="2825572" y="434877"/>
                  </a:lnTo>
                  <a:lnTo>
                    <a:pt x="2825549" y="434905"/>
                  </a:lnTo>
                  <a:lnTo>
                    <a:pt x="2825507" y="434943"/>
                  </a:lnTo>
                  <a:lnTo>
                    <a:pt x="2825455" y="434974"/>
                  </a:lnTo>
                  <a:lnTo>
                    <a:pt x="2825415" y="435002"/>
                  </a:lnTo>
                  <a:lnTo>
                    <a:pt x="2825385" y="435019"/>
                  </a:lnTo>
                  <a:lnTo>
                    <a:pt x="2825365" y="435043"/>
                  </a:lnTo>
                  <a:lnTo>
                    <a:pt x="2825355" y="435071"/>
                  </a:lnTo>
                  <a:lnTo>
                    <a:pt x="2825240" y="435228"/>
                  </a:lnTo>
                  <a:lnTo>
                    <a:pt x="2825238" y="435276"/>
                  </a:lnTo>
                  <a:lnTo>
                    <a:pt x="2825257" y="435310"/>
                  </a:lnTo>
                  <a:lnTo>
                    <a:pt x="2825284" y="435327"/>
                  </a:lnTo>
                  <a:lnTo>
                    <a:pt x="2825337" y="435337"/>
                  </a:lnTo>
                  <a:lnTo>
                    <a:pt x="2825414" y="435339"/>
                  </a:lnTo>
                  <a:lnTo>
                    <a:pt x="2825479" y="435332"/>
                  </a:lnTo>
                  <a:lnTo>
                    <a:pt x="2825568" y="435319"/>
                  </a:lnTo>
                  <a:lnTo>
                    <a:pt x="2825610" y="435314"/>
                  </a:lnTo>
                  <a:lnTo>
                    <a:pt x="2825634" y="435313"/>
                  </a:lnTo>
                  <a:lnTo>
                    <a:pt x="2825662" y="435311"/>
                  </a:lnTo>
                  <a:lnTo>
                    <a:pt x="2825687" y="435313"/>
                  </a:lnTo>
                  <a:lnTo>
                    <a:pt x="2825700" y="435317"/>
                  </a:lnTo>
                  <a:lnTo>
                    <a:pt x="2825722" y="435329"/>
                  </a:lnTo>
                  <a:lnTo>
                    <a:pt x="2825742" y="435342"/>
                  </a:lnTo>
                  <a:lnTo>
                    <a:pt x="2825755" y="435366"/>
                  </a:lnTo>
                  <a:lnTo>
                    <a:pt x="2825771" y="435434"/>
                  </a:lnTo>
                  <a:lnTo>
                    <a:pt x="2825599" y="435596"/>
                  </a:lnTo>
                  <a:lnTo>
                    <a:pt x="2825591" y="435633"/>
                  </a:lnTo>
                  <a:lnTo>
                    <a:pt x="2825573" y="435673"/>
                  </a:lnTo>
                  <a:lnTo>
                    <a:pt x="2825546" y="435707"/>
                  </a:lnTo>
                  <a:lnTo>
                    <a:pt x="2825514" y="435745"/>
                  </a:lnTo>
                  <a:lnTo>
                    <a:pt x="2825479" y="435765"/>
                  </a:lnTo>
                  <a:lnTo>
                    <a:pt x="2825448" y="435764"/>
                  </a:lnTo>
                  <a:lnTo>
                    <a:pt x="2825426" y="435759"/>
                  </a:lnTo>
                  <a:lnTo>
                    <a:pt x="2825354" y="435734"/>
                  </a:lnTo>
                  <a:lnTo>
                    <a:pt x="2825327" y="435720"/>
                  </a:lnTo>
                  <a:lnTo>
                    <a:pt x="2825310" y="435720"/>
                  </a:lnTo>
                  <a:lnTo>
                    <a:pt x="2825294" y="435722"/>
                  </a:lnTo>
                  <a:lnTo>
                    <a:pt x="2825273" y="435729"/>
                  </a:lnTo>
                  <a:lnTo>
                    <a:pt x="2825238" y="435749"/>
                  </a:lnTo>
                  <a:lnTo>
                    <a:pt x="2825220" y="435791"/>
                  </a:lnTo>
                  <a:lnTo>
                    <a:pt x="2825046" y="435979"/>
                  </a:lnTo>
                  <a:lnTo>
                    <a:pt x="2824979" y="436015"/>
                  </a:lnTo>
                  <a:lnTo>
                    <a:pt x="2824953" y="436053"/>
                  </a:lnTo>
                  <a:lnTo>
                    <a:pt x="2824925" y="436097"/>
                  </a:lnTo>
                  <a:lnTo>
                    <a:pt x="2824914" y="436137"/>
                  </a:lnTo>
                  <a:lnTo>
                    <a:pt x="2824867" y="436205"/>
                  </a:lnTo>
                  <a:lnTo>
                    <a:pt x="2824829" y="436257"/>
                  </a:lnTo>
                  <a:lnTo>
                    <a:pt x="2824814" y="436304"/>
                  </a:lnTo>
                  <a:lnTo>
                    <a:pt x="2824817" y="436332"/>
                  </a:lnTo>
                  <a:lnTo>
                    <a:pt x="2824829" y="436356"/>
                  </a:lnTo>
                  <a:lnTo>
                    <a:pt x="2824867" y="436384"/>
                  </a:lnTo>
                  <a:lnTo>
                    <a:pt x="2824960" y="436411"/>
                  </a:lnTo>
                  <a:lnTo>
                    <a:pt x="2825041" y="436428"/>
                  </a:lnTo>
                  <a:lnTo>
                    <a:pt x="2825100" y="436434"/>
                  </a:lnTo>
                  <a:lnTo>
                    <a:pt x="2825172" y="436430"/>
                  </a:lnTo>
                  <a:lnTo>
                    <a:pt x="2825211" y="436417"/>
                  </a:lnTo>
                  <a:lnTo>
                    <a:pt x="2825240" y="436403"/>
                  </a:lnTo>
                  <a:lnTo>
                    <a:pt x="2825266" y="436401"/>
                  </a:lnTo>
                  <a:lnTo>
                    <a:pt x="2825288" y="436401"/>
                  </a:lnTo>
                  <a:lnTo>
                    <a:pt x="2825311" y="436404"/>
                  </a:lnTo>
                  <a:lnTo>
                    <a:pt x="2825346" y="436414"/>
                  </a:lnTo>
                  <a:lnTo>
                    <a:pt x="2825367" y="436426"/>
                  </a:lnTo>
                  <a:lnTo>
                    <a:pt x="2825378" y="436449"/>
                  </a:lnTo>
                  <a:lnTo>
                    <a:pt x="2825370" y="436483"/>
                  </a:lnTo>
                  <a:lnTo>
                    <a:pt x="2825337" y="436530"/>
                  </a:lnTo>
                  <a:lnTo>
                    <a:pt x="2825255" y="436599"/>
                  </a:lnTo>
                  <a:lnTo>
                    <a:pt x="2825213" y="436628"/>
                  </a:lnTo>
                  <a:lnTo>
                    <a:pt x="2825151" y="436658"/>
                  </a:lnTo>
                  <a:lnTo>
                    <a:pt x="2825112" y="436687"/>
                  </a:lnTo>
                  <a:lnTo>
                    <a:pt x="2825082" y="436728"/>
                  </a:lnTo>
                  <a:lnTo>
                    <a:pt x="2825063" y="436781"/>
                  </a:lnTo>
                  <a:lnTo>
                    <a:pt x="2825051" y="436815"/>
                  </a:lnTo>
                  <a:lnTo>
                    <a:pt x="2825035" y="436841"/>
                  </a:lnTo>
                  <a:lnTo>
                    <a:pt x="2825013" y="436845"/>
                  </a:lnTo>
                  <a:lnTo>
                    <a:pt x="2824695" y="436836"/>
                  </a:lnTo>
                  <a:lnTo>
                    <a:pt x="2824671" y="436844"/>
                  </a:lnTo>
                  <a:lnTo>
                    <a:pt x="2824636" y="436845"/>
                  </a:lnTo>
                  <a:lnTo>
                    <a:pt x="2824607" y="436844"/>
                  </a:lnTo>
                  <a:lnTo>
                    <a:pt x="2824540" y="436828"/>
                  </a:lnTo>
                  <a:lnTo>
                    <a:pt x="2824476" y="436808"/>
                  </a:lnTo>
                  <a:lnTo>
                    <a:pt x="2824416" y="436794"/>
                  </a:lnTo>
                  <a:lnTo>
                    <a:pt x="2824360" y="436792"/>
                  </a:lnTo>
                  <a:lnTo>
                    <a:pt x="2824319" y="436795"/>
                  </a:lnTo>
                  <a:lnTo>
                    <a:pt x="2824277" y="436802"/>
                  </a:lnTo>
                  <a:lnTo>
                    <a:pt x="2824258" y="436823"/>
                  </a:lnTo>
                  <a:lnTo>
                    <a:pt x="2824255" y="436852"/>
                  </a:lnTo>
                  <a:lnTo>
                    <a:pt x="2824263" y="436876"/>
                  </a:lnTo>
                  <a:lnTo>
                    <a:pt x="2824282" y="436906"/>
                  </a:lnTo>
                  <a:lnTo>
                    <a:pt x="2824323" y="436940"/>
                  </a:lnTo>
                  <a:lnTo>
                    <a:pt x="2824382" y="436978"/>
                  </a:lnTo>
                  <a:lnTo>
                    <a:pt x="2824449" y="437013"/>
                  </a:lnTo>
                  <a:lnTo>
                    <a:pt x="2824497" y="437030"/>
                  </a:lnTo>
                  <a:lnTo>
                    <a:pt x="2824550" y="437053"/>
                  </a:lnTo>
                  <a:lnTo>
                    <a:pt x="2824612" y="437078"/>
                  </a:lnTo>
                  <a:lnTo>
                    <a:pt x="2824691" y="437126"/>
                  </a:lnTo>
                  <a:lnTo>
                    <a:pt x="2824738" y="437177"/>
                  </a:lnTo>
                  <a:lnTo>
                    <a:pt x="2824778" y="437227"/>
                  </a:lnTo>
                  <a:lnTo>
                    <a:pt x="2824788" y="437258"/>
                  </a:lnTo>
                  <a:lnTo>
                    <a:pt x="2824771" y="437293"/>
                  </a:lnTo>
                  <a:lnTo>
                    <a:pt x="2824724" y="437314"/>
                  </a:lnTo>
                  <a:lnTo>
                    <a:pt x="2824672" y="437315"/>
                  </a:lnTo>
                  <a:lnTo>
                    <a:pt x="2824580" y="437312"/>
                  </a:lnTo>
                  <a:lnTo>
                    <a:pt x="2824486" y="437310"/>
                  </a:lnTo>
                  <a:lnTo>
                    <a:pt x="2824405" y="437304"/>
                  </a:lnTo>
                  <a:lnTo>
                    <a:pt x="2824355" y="437299"/>
                  </a:lnTo>
                  <a:lnTo>
                    <a:pt x="2824321" y="437289"/>
                  </a:lnTo>
                  <a:lnTo>
                    <a:pt x="2824274" y="437261"/>
                  </a:lnTo>
                  <a:lnTo>
                    <a:pt x="2824230" y="437215"/>
                  </a:lnTo>
                  <a:lnTo>
                    <a:pt x="2824200" y="437193"/>
                  </a:lnTo>
                  <a:lnTo>
                    <a:pt x="2824172" y="437178"/>
                  </a:lnTo>
                  <a:lnTo>
                    <a:pt x="2824148" y="437174"/>
                  </a:lnTo>
                  <a:lnTo>
                    <a:pt x="2824115" y="437173"/>
                  </a:lnTo>
                  <a:lnTo>
                    <a:pt x="2824078" y="437176"/>
                  </a:lnTo>
                  <a:lnTo>
                    <a:pt x="2824044" y="437195"/>
                  </a:lnTo>
                  <a:lnTo>
                    <a:pt x="2823958" y="437243"/>
                  </a:lnTo>
                  <a:lnTo>
                    <a:pt x="2823933" y="437263"/>
                  </a:lnTo>
                  <a:lnTo>
                    <a:pt x="2823923" y="437286"/>
                  </a:lnTo>
                  <a:lnTo>
                    <a:pt x="2823916" y="437351"/>
                  </a:lnTo>
                  <a:lnTo>
                    <a:pt x="2823927" y="437397"/>
                  </a:lnTo>
                  <a:lnTo>
                    <a:pt x="2823929" y="437413"/>
                  </a:lnTo>
                  <a:lnTo>
                    <a:pt x="2823951" y="437431"/>
                  </a:lnTo>
                  <a:lnTo>
                    <a:pt x="2823979" y="437437"/>
                  </a:lnTo>
                  <a:lnTo>
                    <a:pt x="2824016" y="437433"/>
                  </a:lnTo>
                  <a:lnTo>
                    <a:pt x="2824070" y="437433"/>
                  </a:lnTo>
                  <a:lnTo>
                    <a:pt x="2824105" y="437449"/>
                  </a:lnTo>
                  <a:lnTo>
                    <a:pt x="2824114" y="437462"/>
                  </a:lnTo>
                  <a:lnTo>
                    <a:pt x="2824114" y="437484"/>
                  </a:lnTo>
                  <a:lnTo>
                    <a:pt x="2824101" y="437508"/>
                  </a:lnTo>
                  <a:lnTo>
                    <a:pt x="2824091" y="437550"/>
                  </a:lnTo>
                  <a:lnTo>
                    <a:pt x="2824089" y="437609"/>
                  </a:lnTo>
                  <a:lnTo>
                    <a:pt x="2824093" y="437635"/>
                  </a:lnTo>
                  <a:lnTo>
                    <a:pt x="2824110" y="437646"/>
                  </a:lnTo>
                  <a:lnTo>
                    <a:pt x="2824114" y="437657"/>
                  </a:lnTo>
                  <a:lnTo>
                    <a:pt x="2824119" y="437674"/>
                  </a:lnTo>
                  <a:lnTo>
                    <a:pt x="2824131" y="437716"/>
                  </a:lnTo>
                  <a:lnTo>
                    <a:pt x="2824121" y="437751"/>
                  </a:lnTo>
                  <a:lnTo>
                    <a:pt x="2824098" y="437764"/>
                  </a:lnTo>
                  <a:lnTo>
                    <a:pt x="2824044" y="437785"/>
                  </a:lnTo>
                  <a:lnTo>
                    <a:pt x="2823963" y="437817"/>
                  </a:lnTo>
                  <a:lnTo>
                    <a:pt x="2823907" y="437843"/>
                  </a:lnTo>
                  <a:lnTo>
                    <a:pt x="2823880" y="437864"/>
                  </a:lnTo>
                  <a:lnTo>
                    <a:pt x="2823858" y="437888"/>
                  </a:lnTo>
                  <a:lnTo>
                    <a:pt x="2823855" y="437930"/>
                  </a:lnTo>
                  <a:lnTo>
                    <a:pt x="2823859" y="437952"/>
                  </a:lnTo>
                  <a:lnTo>
                    <a:pt x="2823879" y="437986"/>
                  </a:lnTo>
                  <a:lnTo>
                    <a:pt x="2824141" y="438222"/>
                  </a:lnTo>
                  <a:lnTo>
                    <a:pt x="2824172" y="438260"/>
                  </a:lnTo>
                  <a:lnTo>
                    <a:pt x="2824209" y="438316"/>
                  </a:lnTo>
                  <a:lnTo>
                    <a:pt x="2824236" y="438374"/>
                  </a:lnTo>
                  <a:lnTo>
                    <a:pt x="2824221" y="438410"/>
                  </a:lnTo>
                  <a:lnTo>
                    <a:pt x="2824205" y="438435"/>
                  </a:lnTo>
                  <a:lnTo>
                    <a:pt x="2824148" y="438461"/>
                  </a:lnTo>
                  <a:lnTo>
                    <a:pt x="2824080" y="438478"/>
                  </a:lnTo>
                  <a:lnTo>
                    <a:pt x="2823998" y="438467"/>
                  </a:lnTo>
                  <a:lnTo>
                    <a:pt x="2823935" y="438465"/>
                  </a:lnTo>
                  <a:lnTo>
                    <a:pt x="2823889" y="438484"/>
                  </a:lnTo>
                  <a:lnTo>
                    <a:pt x="2823827" y="438526"/>
                  </a:lnTo>
                  <a:lnTo>
                    <a:pt x="2823778" y="438572"/>
                  </a:lnTo>
                  <a:lnTo>
                    <a:pt x="2823776" y="438616"/>
                  </a:lnTo>
                  <a:lnTo>
                    <a:pt x="2823783" y="438657"/>
                  </a:lnTo>
                  <a:lnTo>
                    <a:pt x="2823808" y="438690"/>
                  </a:lnTo>
                  <a:lnTo>
                    <a:pt x="2823850" y="438722"/>
                  </a:lnTo>
                  <a:lnTo>
                    <a:pt x="2823903" y="438739"/>
                  </a:lnTo>
                  <a:lnTo>
                    <a:pt x="2823953" y="438739"/>
                  </a:lnTo>
                  <a:lnTo>
                    <a:pt x="2823992" y="438727"/>
                  </a:lnTo>
                  <a:lnTo>
                    <a:pt x="2824031" y="438702"/>
                  </a:lnTo>
                  <a:lnTo>
                    <a:pt x="2824062" y="438660"/>
                  </a:lnTo>
                  <a:lnTo>
                    <a:pt x="2824089" y="438603"/>
                  </a:lnTo>
                  <a:lnTo>
                    <a:pt x="2824102" y="438587"/>
                  </a:lnTo>
                  <a:lnTo>
                    <a:pt x="2824118" y="438575"/>
                  </a:lnTo>
                  <a:lnTo>
                    <a:pt x="2824133" y="438567"/>
                  </a:lnTo>
                  <a:lnTo>
                    <a:pt x="2824150" y="438567"/>
                  </a:lnTo>
                  <a:lnTo>
                    <a:pt x="2824174" y="438576"/>
                  </a:lnTo>
                  <a:lnTo>
                    <a:pt x="2824181" y="438598"/>
                  </a:lnTo>
                  <a:lnTo>
                    <a:pt x="2824194" y="438647"/>
                  </a:lnTo>
                  <a:lnTo>
                    <a:pt x="2824194" y="438682"/>
                  </a:lnTo>
                  <a:lnTo>
                    <a:pt x="2824197" y="438759"/>
                  </a:lnTo>
                  <a:lnTo>
                    <a:pt x="2824221" y="438827"/>
                  </a:lnTo>
                  <a:lnTo>
                    <a:pt x="2824237" y="438858"/>
                  </a:lnTo>
                  <a:lnTo>
                    <a:pt x="2824248" y="438877"/>
                  </a:lnTo>
                  <a:lnTo>
                    <a:pt x="2824259" y="438890"/>
                  </a:lnTo>
                  <a:lnTo>
                    <a:pt x="2824265" y="438899"/>
                  </a:lnTo>
                  <a:lnTo>
                    <a:pt x="2824312" y="438934"/>
                  </a:lnTo>
                  <a:lnTo>
                    <a:pt x="2824341" y="438955"/>
                  </a:lnTo>
                  <a:lnTo>
                    <a:pt x="2824359" y="438967"/>
                  </a:lnTo>
                  <a:lnTo>
                    <a:pt x="2824356" y="438987"/>
                  </a:lnTo>
                  <a:lnTo>
                    <a:pt x="2824356" y="439000"/>
                  </a:lnTo>
                  <a:lnTo>
                    <a:pt x="2824348" y="439012"/>
                  </a:lnTo>
                  <a:lnTo>
                    <a:pt x="2824333" y="439011"/>
                  </a:lnTo>
                  <a:lnTo>
                    <a:pt x="2824317" y="439005"/>
                  </a:lnTo>
                  <a:lnTo>
                    <a:pt x="2824298" y="438991"/>
                  </a:lnTo>
                  <a:lnTo>
                    <a:pt x="2824263" y="438968"/>
                  </a:lnTo>
                  <a:lnTo>
                    <a:pt x="2824225" y="438957"/>
                  </a:lnTo>
                  <a:lnTo>
                    <a:pt x="2824196" y="438965"/>
                  </a:lnTo>
                  <a:lnTo>
                    <a:pt x="2824169" y="438987"/>
                  </a:lnTo>
                  <a:lnTo>
                    <a:pt x="2824135" y="439018"/>
                  </a:lnTo>
                  <a:lnTo>
                    <a:pt x="2824117" y="439049"/>
                  </a:lnTo>
                  <a:lnTo>
                    <a:pt x="2824082" y="439084"/>
                  </a:lnTo>
                  <a:lnTo>
                    <a:pt x="2824059" y="439125"/>
                  </a:lnTo>
                  <a:lnTo>
                    <a:pt x="2823804" y="439757"/>
                  </a:lnTo>
                  <a:lnTo>
                    <a:pt x="2823799" y="439781"/>
                  </a:lnTo>
                  <a:lnTo>
                    <a:pt x="2823837" y="439814"/>
                  </a:lnTo>
                  <a:lnTo>
                    <a:pt x="2823898" y="439836"/>
                  </a:lnTo>
                  <a:lnTo>
                    <a:pt x="2823974" y="439860"/>
                  </a:lnTo>
                  <a:lnTo>
                    <a:pt x="2824037" y="439884"/>
                  </a:lnTo>
                  <a:lnTo>
                    <a:pt x="2824102" y="439913"/>
                  </a:lnTo>
                  <a:lnTo>
                    <a:pt x="2824184" y="439947"/>
                  </a:lnTo>
                  <a:lnTo>
                    <a:pt x="2824244" y="439976"/>
                  </a:lnTo>
                  <a:lnTo>
                    <a:pt x="2824275" y="439992"/>
                  </a:lnTo>
                  <a:lnTo>
                    <a:pt x="2824278" y="440005"/>
                  </a:lnTo>
                  <a:lnTo>
                    <a:pt x="2824277" y="440026"/>
                  </a:lnTo>
                  <a:lnTo>
                    <a:pt x="2824265" y="440051"/>
                  </a:lnTo>
                  <a:lnTo>
                    <a:pt x="2824236" y="440074"/>
                  </a:lnTo>
                  <a:lnTo>
                    <a:pt x="2824192" y="440098"/>
                  </a:lnTo>
                  <a:lnTo>
                    <a:pt x="2824119" y="440166"/>
                  </a:lnTo>
                  <a:lnTo>
                    <a:pt x="2824093" y="440212"/>
                  </a:lnTo>
                  <a:lnTo>
                    <a:pt x="2824075" y="440256"/>
                  </a:lnTo>
                  <a:lnTo>
                    <a:pt x="2824072" y="440308"/>
                  </a:lnTo>
                  <a:lnTo>
                    <a:pt x="2824081" y="440382"/>
                  </a:lnTo>
                  <a:lnTo>
                    <a:pt x="2824082" y="440417"/>
                  </a:lnTo>
                  <a:lnTo>
                    <a:pt x="2824078" y="440447"/>
                  </a:lnTo>
                  <a:lnTo>
                    <a:pt x="2824085" y="440468"/>
                  </a:lnTo>
                  <a:lnTo>
                    <a:pt x="2824097" y="440494"/>
                  </a:lnTo>
                  <a:lnTo>
                    <a:pt x="2824104" y="440527"/>
                  </a:lnTo>
                  <a:lnTo>
                    <a:pt x="2824104" y="440564"/>
                  </a:lnTo>
                  <a:lnTo>
                    <a:pt x="2824095" y="440589"/>
                  </a:lnTo>
                  <a:lnTo>
                    <a:pt x="2824029" y="440581"/>
                  </a:lnTo>
                  <a:lnTo>
                    <a:pt x="2823971" y="440560"/>
                  </a:lnTo>
                  <a:lnTo>
                    <a:pt x="2823947" y="440523"/>
                  </a:lnTo>
                  <a:lnTo>
                    <a:pt x="2823911" y="440480"/>
                  </a:lnTo>
                  <a:lnTo>
                    <a:pt x="2823840" y="440405"/>
                  </a:lnTo>
                  <a:lnTo>
                    <a:pt x="2823795" y="440357"/>
                  </a:lnTo>
                  <a:lnTo>
                    <a:pt x="2823763" y="440310"/>
                  </a:lnTo>
                  <a:lnTo>
                    <a:pt x="2823730" y="440273"/>
                  </a:lnTo>
                  <a:lnTo>
                    <a:pt x="2823687" y="440245"/>
                  </a:lnTo>
                  <a:lnTo>
                    <a:pt x="2823651" y="440219"/>
                  </a:lnTo>
                  <a:lnTo>
                    <a:pt x="2823622" y="440212"/>
                  </a:lnTo>
                  <a:lnTo>
                    <a:pt x="2823581" y="440216"/>
                  </a:lnTo>
                  <a:lnTo>
                    <a:pt x="2823531" y="440229"/>
                  </a:lnTo>
                  <a:lnTo>
                    <a:pt x="2823515" y="440262"/>
                  </a:lnTo>
                  <a:lnTo>
                    <a:pt x="2823508" y="440296"/>
                  </a:lnTo>
                  <a:lnTo>
                    <a:pt x="2823512" y="440332"/>
                  </a:lnTo>
                  <a:lnTo>
                    <a:pt x="2823526" y="440368"/>
                  </a:lnTo>
                  <a:lnTo>
                    <a:pt x="2823541" y="440405"/>
                  </a:lnTo>
                  <a:lnTo>
                    <a:pt x="2823556" y="440441"/>
                  </a:lnTo>
                  <a:lnTo>
                    <a:pt x="2823567" y="440475"/>
                  </a:lnTo>
                  <a:lnTo>
                    <a:pt x="2823574" y="440509"/>
                  </a:lnTo>
                  <a:lnTo>
                    <a:pt x="2823577" y="440548"/>
                  </a:lnTo>
                  <a:lnTo>
                    <a:pt x="2823593" y="440602"/>
                  </a:lnTo>
                  <a:lnTo>
                    <a:pt x="2823601" y="440641"/>
                  </a:lnTo>
                  <a:lnTo>
                    <a:pt x="2823609" y="440688"/>
                  </a:lnTo>
                  <a:lnTo>
                    <a:pt x="2823606" y="440736"/>
                  </a:lnTo>
                  <a:lnTo>
                    <a:pt x="2823601" y="440768"/>
                  </a:lnTo>
                  <a:lnTo>
                    <a:pt x="2823590" y="440807"/>
                  </a:lnTo>
                  <a:lnTo>
                    <a:pt x="2823575" y="440834"/>
                  </a:lnTo>
                  <a:lnTo>
                    <a:pt x="2823539" y="440846"/>
                  </a:lnTo>
                  <a:lnTo>
                    <a:pt x="2823468" y="440838"/>
                  </a:lnTo>
                  <a:lnTo>
                    <a:pt x="2823400" y="440838"/>
                  </a:lnTo>
                  <a:lnTo>
                    <a:pt x="2823359" y="440820"/>
                  </a:lnTo>
                  <a:lnTo>
                    <a:pt x="2823320" y="440802"/>
                  </a:lnTo>
                  <a:lnTo>
                    <a:pt x="2823267" y="440796"/>
                  </a:lnTo>
                  <a:lnTo>
                    <a:pt x="2823213" y="440795"/>
                  </a:lnTo>
                  <a:lnTo>
                    <a:pt x="2823183" y="440816"/>
                  </a:lnTo>
                  <a:lnTo>
                    <a:pt x="2823153" y="440844"/>
                  </a:lnTo>
                  <a:lnTo>
                    <a:pt x="2823136" y="440867"/>
                  </a:lnTo>
                  <a:lnTo>
                    <a:pt x="2823137" y="440895"/>
                  </a:lnTo>
                  <a:lnTo>
                    <a:pt x="2823145" y="440921"/>
                  </a:lnTo>
                  <a:lnTo>
                    <a:pt x="2823168" y="440945"/>
                  </a:lnTo>
                  <a:lnTo>
                    <a:pt x="2823203" y="440960"/>
                  </a:lnTo>
                  <a:lnTo>
                    <a:pt x="2823259" y="440987"/>
                  </a:lnTo>
                  <a:lnTo>
                    <a:pt x="2823305" y="441017"/>
                  </a:lnTo>
                  <a:lnTo>
                    <a:pt x="2823361" y="441055"/>
                  </a:lnTo>
                  <a:lnTo>
                    <a:pt x="2823378" y="441078"/>
                  </a:lnTo>
                  <a:lnTo>
                    <a:pt x="2823377" y="441092"/>
                  </a:lnTo>
                  <a:lnTo>
                    <a:pt x="2823363" y="441107"/>
                  </a:lnTo>
                  <a:lnTo>
                    <a:pt x="2823335" y="441118"/>
                  </a:lnTo>
                  <a:lnTo>
                    <a:pt x="2823293" y="441121"/>
                  </a:lnTo>
                  <a:lnTo>
                    <a:pt x="2823252" y="441128"/>
                  </a:lnTo>
                  <a:lnTo>
                    <a:pt x="2823213" y="441142"/>
                  </a:lnTo>
                  <a:lnTo>
                    <a:pt x="2823140" y="441176"/>
                  </a:lnTo>
                  <a:lnTo>
                    <a:pt x="2823076" y="441216"/>
                  </a:lnTo>
                  <a:lnTo>
                    <a:pt x="2823033" y="441256"/>
                  </a:lnTo>
                  <a:lnTo>
                    <a:pt x="2822989" y="441285"/>
                  </a:lnTo>
                  <a:lnTo>
                    <a:pt x="2822939" y="441302"/>
                  </a:lnTo>
                  <a:lnTo>
                    <a:pt x="2822880" y="441341"/>
                  </a:lnTo>
                  <a:lnTo>
                    <a:pt x="2822864" y="441379"/>
                  </a:lnTo>
                  <a:lnTo>
                    <a:pt x="2822866" y="441442"/>
                  </a:lnTo>
                  <a:lnTo>
                    <a:pt x="2822866" y="441490"/>
                  </a:lnTo>
                  <a:lnTo>
                    <a:pt x="2822864" y="441543"/>
                  </a:lnTo>
                  <a:lnTo>
                    <a:pt x="2822866" y="441582"/>
                  </a:lnTo>
                  <a:lnTo>
                    <a:pt x="2822868" y="441605"/>
                  </a:lnTo>
                  <a:lnTo>
                    <a:pt x="2822881" y="441628"/>
                  </a:lnTo>
                  <a:lnTo>
                    <a:pt x="2823013" y="441831"/>
                  </a:lnTo>
                  <a:lnTo>
                    <a:pt x="2823033" y="441839"/>
                  </a:lnTo>
                  <a:lnTo>
                    <a:pt x="2823056" y="441827"/>
                  </a:lnTo>
                  <a:lnTo>
                    <a:pt x="2823094" y="441806"/>
                  </a:lnTo>
                  <a:lnTo>
                    <a:pt x="2823124" y="441784"/>
                  </a:lnTo>
                  <a:lnTo>
                    <a:pt x="2823178" y="441759"/>
                  </a:lnTo>
                  <a:lnTo>
                    <a:pt x="2823226" y="441741"/>
                  </a:lnTo>
                  <a:lnTo>
                    <a:pt x="2823253" y="441733"/>
                  </a:lnTo>
                  <a:lnTo>
                    <a:pt x="2823280" y="441734"/>
                  </a:lnTo>
                  <a:lnTo>
                    <a:pt x="2823301" y="441736"/>
                  </a:lnTo>
                  <a:lnTo>
                    <a:pt x="2823324" y="441747"/>
                  </a:lnTo>
                  <a:lnTo>
                    <a:pt x="2823343" y="441770"/>
                  </a:lnTo>
                  <a:lnTo>
                    <a:pt x="2823352" y="441799"/>
                  </a:lnTo>
                  <a:lnTo>
                    <a:pt x="2823355" y="441824"/>
                  </a:lnTo>
                  <a:lnTo>
                    <a:pt x="2823336" y="441859"/>
                  </a:lnTo>
                  <a:lnTo>
                    <a:pt x="2823309" y="441888"/>
                  </a:lnTo>
                  <a:lnTo>
                    <a:pt x="2823291" y="441938"/>
                  </a:lnTo>
                  <a:lnTo>
                    <a:pt x="2823288" y="441968"/>
                  </a:lnTo>
                  <a:lnTo>
                    <a:pt x="2823307" y="442023"/>
                  </a:lnTo>
                  <a:lnTo>
                    <a:pt x="2823335" y="442089"/>
                  </a:lnTo>
                  <a:lnTo>
                    <a:pt x="2823358" y="442125"/>
                  </a:lnTo>
                  <a:lnTo>
                    <a:pt x="2823405" y="442174"/>
                  </a:lnTo>
                  <a:lnTo>
                    <a:pt x="2823431" y="442189"/>
                  </a:lnTo>
                  <a:lnTo>
                    <a:pt x="2823453" y="442207"/>
                  </a:lnTo>
                  <a:lnTo>
                    <a:pt x="2823463" y="442222"/>
                  </a:lnTo>
                  <a:lnTo>
                    <a:pt x="2823446" y="442242"/>
                  </a:lnTo>
                  <a:lnTo>
                    <a:pt x="2823403" y="442262"/>
                  </a:lnTo>
                  <a:lnTo>
                    <a:pt x="2823348" y="442278"/>
                  </a:lnTo>
                  <a:lnTo>
                    <a:pt x="2823274" y="442279"/>
                  </a:lnTo>
                  <a:lnTo>
                    <a:pt x="2823209" y="442274"/>
                  </a:lnTo>
                  <a:lnTo>
                    <a:pt x="2823163" y="442277"/>
                  </a:lnTo>
                  <a:lnTo>
                    <a:pt x="2823124" y="442309"/>
                  </a:lnTo>
                  <a:lnTo>
                    <a:pt x="2823087" y="442331"/>
                  </a:lnTo>
                  <a:lnTo>
                    <a:pt x="2822886" y="442472"/>
                  </a:lnTo>
                  <a:lnTo>
                    <a:pt x="2822871" y="442495"/>
                  </a:lnTo>
                  <a:lnTo>
                    <a:pt x="2822870" y="442508"/>
                  </a:lnTo>
                  <a:lnTo>
                    <a:pt x="2822882" y="442540"/>
                  </a:lnTo>
                  <a:lnTo>
                    <a:pt x="2822900" y="442559"/>
                  </a:lnTo>
                  <a:lnTo>
                    <a:pt x="2822942" y="442573"/>
                  </a:lnTo>
                  <a:lnTo>
                    <a:pt x="2822965" y="442587"/>
                  </a:lnTo>
                  <a:lnTo>
                    <a:pt x="2822993" y="442602"/>
                  </a:lnTo>
                  <a:lnTo>
                    <a:pt x="2823007" y="442618"/>
                  </a:lnTo>
                  <a:lnTo>
                    <a:pt x="2823005" y="442674"/>
                  </a:lnTo>
                  <a:lnTo>
                    <a:pt x="2822996" y="442724"/>
                  </a:lnTo>
                  <a:lnTo>
                    <a:pt x="2822981" y="442742"/>
                  </a:lnTo>
                  <a:lnTo>
                    <a:pt x="2822968" y="442757"/>
                  </a:lnTo>
                  <a:lnTo>
                    <a:pt x="2822940" y="442765"/>
                  </a:lnTo>
                  <a:lnTo>
                    <a:pt x="2822912" y="442767"/>
                  </a:lnTo>
                  <a:lnTo>
                    <a:pt x="2822837" y="442741"/>
                  </a:lnTo>
                  <a:lnTo>
                    <a:pt x="2822789" y="442710"/>
                  </a:lnTo>
                  <a:lnTo>
                    <a:pt x="2822749" y="442698"/>
                  </a:lnTo>
                  <a:lnTo>
                    <a:pt x="2822723" y="442691"/>
                  </a:lnTo>
                  <a:lnTo>
                    <a:pt x="2822699" y="442689"/>
                  </a:lnTo>
                  <a:lnTo>
                    <a:pt x="2822679" y="442689"/>
                  </a:lnTo>
                  <a:lnTo>
                    <a:pt x="2822656" y="442697"/>
                  </a:lnTo>
                  <a:lnTo>
                    <a:pt x="2822652" y="442726"/>
                  </a:lnTo>
                  <a:lnTo>
                    <a:pt x="2822667" y="442760"/>
                  </a:lnTo>
                  <a:lnTo>
                    <a:pt x="2822691" y="442783"/>
                  </a:lnTo>
                  <a:lnTo>
                    <a:pt x="2822704" y="442795"/>
                  </a:lnTo>
                  <a:lnTo>
                    <a:pt x="2822721" y="442807"/>
                  </a:lnTo>
                  <a:lnTo>
                    <a:pt x="2822732" y="442859"/>
                  </a:lnTo>
                  <a:lnTo>
                    <a:pt x="2822737" y="442901"/>
                  </a:lnTo>
                  <a:lnTo>
                    <a:pt x="2822736" y="442934"/>
                  </a:lnTo>
                  <a:lnTo>
                    <a:pt x="2822721" y="442958"/>
                  </a:lnTo>
                  <a:lnTo>
                    <a:pt x="2822696" y="442973"/>
                  </a:lnTo>
                  <a:lnTo>
                    <a:pt x="2822654" y="442966"/>
                  </a:lnTo>
                  <a:lnTo>
                    <a:pt x="2822602" y="442966"/>
                  </a:lnTo>
                  <a:lnTo>
                    <a:pt x="2822571" y="442975"/>
                  </a:lnTo>
                  <a:lnTo>
                    <a:pt x="2822507" y="442995"/>
                  </a:lnTo>
                  <a:lnTo>
                    <a:pt x="2822450" y="443003"/>
                  </a:lnTo>
                  <a:lnTo>
                    <a:pt x="2822414" y="443008"/>
                  </a:lnTo>
                  <a:lnTo>
                    <a:pt x="2822379" y="443009"/>
                  </a:lnTo>
                  <a:lnTo>
                    <a:pt x="2822350" y="443010"/>
                  </a:lnTo>
                  <a:lnTo>
                    <a:pt x="2822313" y="443031"/>
                  </a:lnTo>
                  <a:lnTo>
                    <a:pt x="2822289" y="443056"/>
                  </a:lnTo>
                  <a:lnTo>
                    <a:pt x="2822283" y="443077"/>
                  </a:lnTo>
                  <a:lnTo>
                    <a:pt x="2822267" y="443413"/>
                  </a:lnTo>
                  <a:lnTo>
                    <a:pt x="2822257" y="443465"/>
                  </a:lnTo>
                  <a:lnTo>
                    <a:pt x="2822258" y="443495"/>
                  </a:lnTo>
                  <a:lnTo>
                    <a:pt x="2822275" y="443513"/>
                  </a:lnTo>
                  <a:lnTo>
                    <a:pt x="2822310" y="443528"/>
                  </a:lnTo>
                  <a:lnTo>
                    <a:pt x="2822348" y="443545"/>
                  </a:lnTo>
                  <a:lnTo>
                    <a:pt x="2822397" y="443561"/>
                  </a:lnTo>
                  <a:lnTo>
                    <a:pt x="2822438" y="443578"/>
                  </a:lnTo>
                  <a:lnTo>
                    <a:pt x="2822484" y="443588"/>
                  </a:lnTo>
                  <a:lnTo>
                    <a:pt x="2822514" y="443579"/>
                  </a:lnTo>
                  <a:lnTo>
                    <a:pt x="2822538" y="443556"/>
                  </a:lnTo>
                  <a:lnTo>
                    <a:pt x="2822886" y="443540"/>
                  </a:lnTo>
                  <a:lnTo>
                    <a:pt x="2822901" y="443539"/>
                  </a:lnTo>
                  <a:lnTo>
                    <a:pt x="2822929" y="443544"/>
                  </a:lnTo>
                  <a:lnTo>
                    <a:pt x="2822965" y="443553"/>
                  </a:lnTo>
                  <a:lnTo>
                    <a:pt x="2822986" y="443573"/>
                  </a:lnTo>
                  <a:lnTo>
                    <a:pt x="2822982" y="443615"/>
                  </a:lnTo>
                  <a:lnTo>
                    <a:pt x="2822957" y="443666"/>
                  </a:lnTo>
                  <a:lnTo>
                    <a:pt x="2822905" y="443729"/>
                  </a:lnTo>
                  <a:lnTo>
                    <a:pt x="2822890" y="443758"/>
                  </a:lnTo>
                  <a:lnTo>
                    <a:pt x="2822866" y="443770"/>
                  </a:lnTo>
                  <a:lnTo>
                    <a:pt x="2822816" y="443786"/>
                  </a:lnTo>
                  <a:lnTo>
                    <a:pt x="2822779" y="443789"/>
                  </a:lnTo>
                  <a:lnTo>
                    <a:pt x="2822733" y="443774"/>
                  </a:lnTo>
                  <a:lnTo>
                    <a:pt x="2822691" y="443763"/>
                  </a:lnTo>
                  <a:lnTo>
                    <a:pt x="2822647" y="443756"/>
                  </a:lnTo>
                  <a:lnTo>
                    <a:pt x="2822592" y="443754"/>
                  </a:lnTo>
                  <a:lnTo>
                    <a:pt x="2822564" y="443759"/>
                  </a:lnTo>
                  <a:lnTo>
                    <a:pt x="2822534" y="443768"/>
                  </a:lnTo>
                  <a:lnTo>
                    <a:pt x="2822491" y="443789"/>
                  </a:lnTo>
                  <a:lnTo>
                    <a:pt x="2822441" y="443818"/>
                  </a:lnTo>
                  <a:lnTo>
                    <a:pt x="2822420" y="443828"/>
                  </a:lnTo>
                  <a:lnTo>
                    <a:pt x="2822370" y="443847"/>
                  </a:lnTo>
                  <a:lnTo>
                    <a:pt x="2822311" y="443860"/>
                  </a:lnTo>
                  <a:lnTo>
                    <a:pt x="2822270" y="443874"/>
                  </a:lnTo>
                  <a:lnTo>
                    <a:pt x="2822231" y="443894"/>
                  </a:lnTo>
                  <a:lnTo>
                    <a:pt x="2822209" y="443910"/>
                  </a:lnTo>
                  <a:lnTo>
                    <a:pt x="2822194" y="443935"/>
                  </a:lnTo>
                  <a:lnTo>
                    <a:pt x="2822194" y="443954"/>
                  </a:lnTo>
                  <a:lnTo>
                    <a:pt x="2822199" y="443968"/>
                  </a:lnTo>
                  <a:lnTo>
                    <a:pt x="2822342" y="444043"/>
                  </a:lnTo>
                  <a:lnTo>
                    <a:pt x="2822381" y="444040"/>
                  </a:lnTo>
                  <a:lnTo>
                    <a:pt x="2822418" y="444034"/>
                  </a:lnTo>
                  <a:lnTo>
                    <a:pt x="2822451" y="444033"/>
                  </a:lnTo>
                  <a:lnTo>
                    <a:pt x="2822483" y="444040"/>
                  </a:lnTo>
                  <a:lnTo>
                    <a:pt x="2822517" y="444059"/>
                  </a:lnTo>
                  <a:lnTo>
                    <a:pt x="2822559" y="444092"/>
                  </a:lnTo>
                  <a:lnTo>
                    <a:pt x="2822583" y="444101"/>
                  </a:lnTo>
                  <a:lnTo>
                    <a:pt x="2822629" y="444106"/>
                  </a:lnTo>
                  <a:lnTo>
                    <a:pt x="2822656" y="444107"/>
                  </a:lnTo>
                  <a:lnTo>
                    <a:pt x="2822684" y="444112"/>
                  </a:lnTo>
                  <a:lnTo>
                    <a:pt x="2822697" y="444127"/>
                  </a:lnTo>
                  <a:lnTo>
                    <a:pt x="2822697" y="444158"/>
                  </a:lnTo>
                  <a:lnTo>
                    <a:pt x="2822672" y="444168"/>
                  </a:lnTo>
                  <a:lnTo>
                    <a:pt x="2822579" y="444173"/>
                  </a:lnTo>
                  <a:lnTo>
                    <a:pt x="2822531" y="444176"/>
                  </a:lnTo>
                  <a:lnTo>
                    <a:pt x="2822480" y="444188"/>
                  </a:lnTo>
                  <a:lnTo>
                    <a:pt x="2822454" y="444196"/>
                  </a:lnTo>
                  <a:lnTo>
                    <a:pt x="2822425" y="444214"/>
                  </a:lnTo>
                  <a:lnTo>
                    <a:pt x="2822407" y="444241"/>
                  </a:lnTo>
                  <a:lnTo>
                    <a:pt x="2822415" y="444265"/>
                  </a:lnTo>
                  <a:lnTo>
                    <a:pt x="2822437" y="444286"/>
                  </a:lnTo>
                  <a:lnTo>
                    <a:pt x="2822441" y="444308"/>
                  </a:lnTo>
                  <a:lnTo>
                    <a:pt x="2822441" y="444337"/>
                  </a:lnTo>
                  <a:lnTo>
                    <a:pt x="2822434" y="444369"/>
                  </a:lnTo>
                  <a:lnTo>
                    <a:pt x="2822397" y="444402"/>
                  </a:lnTo>
                  <a:lnTo>
                    <a:pt x="2822361" y="444431"/>
                  </a:lnTo>
                  <a:lnTo>
                    <a:pt x="2822203" y="444499"/>
                  </a:lnTo>
                  <a:lnTo>
                    <a:pt x="2822123" y="444525"/>
                  </a:lnTo>
                  <a:lnTo>
                    <a:pt x="2822071" y="444538"/>
                  </a:lnTo>
                  <a:lnTo>
                    <a:pt x="2822027" y="444544"/>
                  </a:lnTo>
                  <a:lnTo>
                    <a:pt x="2821977" y="444537"/>
                  </a:lnTo>
                  <a:lnTo>
                    <a:pt x="2821932" y="444528"/>
                  </a:lnTo>
                  <a:lnTo>
                    <a:pt x="2821900" y="444523"/>
                  </a:lnTo>
                  <a:lnTo>
                    <a:pt x="2821876" y="444531"/>
                  </a:lnTo>
                  <a:lnTo>
                    <a:pt x="2821863" y="444550"/>
                  </a:lnTo>
                  <a:lnTo>
                    <a:pt x="2821861" y="444578"/>
                  </a:lnTo>
                  <a:lnTo>
                    <a:pt x="2821868" y="444606"/>
                  </a:lnTo>
                  <a:lnTo>
                    <a:pt x="2821868" y="444630"/>
                  </a:lnTo>
                  <a:lnTo>
                    <a:pt x="2821855" y="444666"/>
                  </a:lnTo>
                  <a:lnTo>
                    <a:pt x="2821852" y="444701"/>
                  </a:lnTo>
                  <a:lnTo>
                    <a:pt x="2821867" y="444705"/>
                  </a:lnTo>
                  <a:lnTo>
                    <a:pt x="2821903" y="444708"/>
                  </a:lnTo>
                  <a:lnTo>
                    <a:pt x="2821945" y="444694"/>
                  </a:lnTo>
                  <a:lnTo>
                    <a:pt x="2821975" y="444677"/>
                  </a:lnTo>
                  <a:lnTo>
                    <a:pt x="2822021" y="444664"/>
                  </a:lnTo>
                  <a:lnTo>
                    <a:pt x="2822079" y="444650"/>
                  </a:lnTo>
                  <a:lnTo>
                    <a:pt x="2822141" y="444641"/>
                  </a:lnTo>
                  <a:lnTo>
                    <a:pt x="2822212" y="444629"/>
                  </a:lnTo>
                  <a:lnTo>
                    <a:pt x="2822257" y="444623"/>
                  </a:lnTo>
                  <a:lnTo>
                    <a:pt x="2822275" y="444623"/>
                  </a:lnTo>
                  <a:lnTo>
                    <a:pt x="2822288" y="444633"/>
                  </a:lnTo>
                  <a:lnTo>
                    <a:pt x="2822303" y="444649"/>
                  </a:lnTo>
                  <a:lnTo>
                    <a:pt x="2822316" y="444685"/>
                  </a:lnTo>
                  <a:lnTo>
                    <a:pt x="2822329" y="444730"/>
                  </a:lnTo>
                  <a:lnTo>
                    <a:pt x="2822331" y="444780"/>
                  </a:lnTo>
                  <a:lnTo>
                    <a:pt x="2822327" y="444810"/>
                  </a:lnTo>
                  <a:lnTo>
                    <a:pt x="2822314" y="444830"/>
                  </a:lnTo>
                  <a:lnTo>
                    <a:pt x="2822286" y="444843"/>
                  </a:lnTo>
                  <a:lnTo>
                    <a:pt x="2821877" y="444933"/>
                  </a:lnTo>
                  <a:lnTo>
                    <a:pt x="2821830" y="444980"/>
                  </a:lnTo>
                  <a:lnTo>
                    <a:pt x="2821801" y="445020"/>
                  </a:lnTo>
                  <a:lnTo>
                    <a:pt x="2821780" y="445081"/>
                  </a:lnTo>
                  <a:lnTo>
                    <a:pt x="2821770" y="445119"/>
                  </a:lnTo>
                  <a:lnTo>
                    <a:pt x="2821772" y="445158"/>
                  </a:lnTo>
                  <a:lnTo>
                    <a:pt x="2821782" y="445193"/>
                  </a:lnTo>
                  <a:lnTo>
                    <a:pt x="2821790" y="445208"/>
                  </a:lnTo>
                  <a:lnTo>
                    <a:pt x="2821810" y="445221"/>
                  </a:lnTo>
                  <a:lnTo>
                    <a:pt x="2821838" y="445221"/>
                  </a:lnTo>
                  <a:lnTo>
                    <a:pt x="2822017" y="445221"/>
                  </a:lnTo>
                  <a:lnTo>
                    <a:pt x="2822064" y="445209"/>
                  </a:lnTo>
                  <a:lnTo>
                    <a:pt x="2822111" y="445208"/>
                  </a:lnTo>
                  <a:lnTo>
                    <a:pt x="2822163" y="445212"/>
                  </a:lnTo>
                  <a:lnTo>
                    <a:pt x="2822226" y="445218"/>
                  </a:lnTo>
                  <a:lnTo>
                    <a:pt x="2822301" y="445232"/>
                  </a:lnTo>
                  <a:lnTo>
                    <a:pt x="2822345" y="445245"/>
                  </a:lnTo>
                  <a:lnTo>
                    <a:pt x="2822447" y="445280"/>
                  </a:lnTo>
                  <a:lnTo>
                    <a:pt x="2822456" y="445288"/>
                  </a:lnTo>
                  <a:lnTo>
                    <a:pt x="2822458" y="445306"/>
                  </a:lnTo>
                  <a:lnTo>
                    <a:pt x="2822445" y="445328"/>
                  </a:lnTo>
                  <a:lnTo>
                    <a:pt x="2822405" y="445339"/>
                  </a:lnTo>
                  <a:lnTo>
                    <a:pt x="2822354" y="445351"/>
                  </a:lnTo>
                  <a:lnTo>
                    <a:pt x="2822287" y="445381"/>
                  </a:lnTo>
                  <a:lnTo>
                    <a:pt x="2822243" y="445410"/>
                  </a:lnTo>
                  <a:lnTo>
                    <a:pt x="2822185" y="445441"/>
                  </a:lnTo>
                  <a:lnTo>
                    <a:pt x="2822124" y="445473"/>
                  </a:lnTo>
                  <a:lnTo>
                    <a:pt x="2822065" y="445507"/>
                  </a:lnTo>
                  <a:lnTo>
                    <a:pt x="2822021" y="445519"/>
                  </a:lnTo>
                  <a:lnTo>
                    <a:pt x="2821967" y="445544"/>
                  </a:lnTo>
                  <a:lnTo>
                    <a:pt x="2821868" y="445585"/>
                  </a:lnTo>
                  <a:lnTo>
                    <a:pt x="2821845" y="445610"/>
                  </a:lnTo>
                  <a:lnTo>
                    <a:pt x="2821839" y="445642"/>
                  </a:lnTo>
                  <a:lnTo>
                    <a:pt x="2821833" y="445690"/>
                  </a:lnTo>
                  <a:lnTo>
                    <a:pt x="2821852" y="445730"/>
                  </a:lnTo>
                  <a:lnTo>
                    <a:pt x="2821879" y="445760"/>
                  </a:lnTo>
                  <a:lnTo>
                    <a:pt x="2821907" y="445788"/>
                  </a:lnTo>
                  <a:lnTo>
                    <a:pt x="2821936" y="445809"/>
                  </a:lnTo>
                  <a:lnTo>
                    <a:pt x="2821965" y="445825"/>
                  </a:lnTo>
                  <a:lnTo>
                    <a:pt x="2821986" y="445834"/>
                  </a:lnTo>
                  <a:lnTo>
                    <a:pt x="2822006" y="445837"/>
                  </a:lnTo>
                  <a:lnTo>
                    <a:pt x="2822032" y="445831"/>
                  </a:lnTo>
                  <a:lnTo>
                    <a:pt x="2822056" y="445825"/>
                  </a:lnTo>
                  <a:lnTo>
                    <a:pt x="2822067" y="445822"/>
                  </a:lnTo>
                  <a:lnTo>
                    <a:pt x="2822175" y="445727"/>
                  </a:lnTo>
                  <a:lnTo>
                    <a:pt x="2822196" y="445715"/>
                  </a:lnTo>
                  <a:lnTo>
                    <a:pt x="2822225" y="445681"/>
                  </a:lnTo>
                  <a:lnTo>
                    <a:pt x="2822248" y="445656"/>
                  </a:lnTo>
                  <a:lnTo>
                    <a:pt x="2822291" y="445624"/>
                  </a:lnTo>
                  <a:lnTo>
                    <a:pt x="2822329" y="445601"/>
                  </a:lnTo>
                  <a:lnTo>
                    <a:pt x="2822381" y="445574"/>
                  </a:lnTo>
                  <a:lnTo>
                    <a:pt x="2822410" y="445560"/>
                  </a:lnTo>
                  <a:lnTo>
                    <a:pt x="2822420" y="445556"/>
                  </a:lnTo>
                  <a:lnTo>
                    <a:pt x="2822430" y="445556"/>
                  </a:lnTo>
                  <a:lnTo>
                    <a:pt x="2822439" y="445559"/>
                  </a:lnTo>
                  <a:lnTo>
                    <a:pt x="2822442" y="445570"/>
                  </a:lnTo>
                  <a:lnTo>
                    <a:pt x="2822438" y="445608"/>
                  </a:lnTo>
                  <a:lnTo>
                    <a:pt x="2822423" y="445636"/>
                  </a:lnTo>
                  <a:lnTo>
                    <a:pt x="2822406" y="445688"/>
                  </a:lnTo>
                  <a:lnTo>
                    <a:pt x="2822410" y="445729"/>
                  </a:lnTo>
                  <a:lnTo>
                    <a:pt x="2822420" y="445756"/>
                  </a:lnTo>
                  <a:lnTo>
                    <a:pt x="2822439" y="445783"/>
                  </a:lnTo>
                  <a:lnTo>
                    <a:pt x="2822464" y="445800"/>
                  </a:lnTo>
                  <a:lnTo>
                    <a:pt x="2822475" y="445824"/>
                  </a:lnTo>
                  <a:lnTo>
                    <a:pt x="2822493" y="445861"/>
                  </a:lnTo>
                  <a:lnTo>
                    <a:pt x="2822514" y="445882"/>
                  </a:lnTo>
                  <a:lnTo>
                    <a:pt x="2822526" y="445904"/>
                  </a:lnTo>
                  <a:lnTo>
                    <a:pt x="2822533" y="445925"/>
                  </a:lnTo>
                  <a:lnTo>
                    <a:pt x="2822544" y="445942"/>
                  </a:lnTo>
                  <a:lnTo>
                    <a:pt x="2822552" y="445970"/>
                  </a:lnTo>
                  <a:lnTo>
                    <a:pt x="2822551" y="445992"/>
                  </a:lnTo>
                  <a:lnTo>
                    <a:pt x="2822528" y="446009"/>
                  </a:lnTo>
                  <a:lnTo>
                    <a:pt x="2822499" y="446015"/>
                  </a:lnTo>
                  <a:lnTo>
                    <a:pt x="2822441" y="446016"/>
                  </a:lnTo>
                  <a:lnTo>
                    <a:pt x="2822408" y="446012"/>
                  </a:lnTo>
                  <a:lnTo>
                    <a:pt x="2822370" y="446006"/>
                  </a:lnTo>
                  <a:lnTo>
                    <a:pt x="2822333" y="445997"/>
                  </a:lnTo>
                  <a:lnTo>
                    <a:pt x="2822277" y="445987"/>
                  </a:lnTo>
                  <a:lnTo>
                    <a:pt x="2822222" y="445984"/>
                  </a:lnTo>
                  <a:lnTo>
                    <a:pt x="2822183" y="445987"/>
                  </a:lnTo>
                  <a:lnTo>
                    <a:pt x="2822126" y="445985"/>
                  </a:lnTo>
                  <a:lnTo>
                    <a:pt x="2822060" y="445984"/>
                  </a:lnTo>
                  <a:lnTo>
                    <a:pt x="2822012" y="445979"/>
                  </a:lnTo>
                  <a:lnTo>
                    <a:pt x="2821974" y="445973"/>
                  </a:lnTo>
                  <a:lnTo>
                    <a:pt x="2821940" y="445977"/>
                  </a:lnTo>
                  <a:lnTo>
                    <a:pt x="2821910" y="445989"/>
                  </a:lnTo>
                  <a:lnTo>
                    <a:pt x="2821880" y="446005"/>
                  </a:lnTo>
                  <a:lnTo>
                    <a:pt x="2821855" y="446022"/>
                  </a:lnTo>
                  <a:lnTo>
                    <a:pt x="2821847" y="446051"/>
                  </a:lnTo>
                  <a:lnTo>
                    <a:pt x="2821853" y="446058"/>
                  </a:lnTo>
                  <a:lnTo>
                    <a:pt x="2821868" y="446063"/>
                  </a:lnTo>
                  <a:lnTo>
                    <a:pt x="2821889" y="446070"/>
                  </a:lnTo>
                  <a:lnTo>
                    <a:pt x="2821910" y="446075"/>
                  </a:lnTo>
                  <a:lnTo>
                    <a:pt x="2821936" y="446089"/>
                  </a:lnTo>
                  <a:lnTo>
                    <a:pt x="2821953" y="446119"/>
                  </a:lnTo>
                  <a:lnTo>
                    <a:pt x="2821976" y="446177"/>
                  </a:lnTo>
                  <a:lnTo>
                    <a:pt x="2821990" y="446206"/>
                  </a:lnTo>
                  <a:lnTo>
                    <a:pt x="2821991" y="446224"/>
                  </a:lnTo>
                  <a:lnTo>
                    <a:pt x="2821992" y="446244"/>
                  </a:lnTo>
                  <a:lnTo>
                    <a:pt x="2821987" y="446266"/>
                  </a:lnTo>
                  <a:lnTo>
                    <a:pt x="2821963" y="446291"/>
                  </a:lnTo>
                  <a:lnTo>
                    <a:pt x="2821931" y="446309"/>
                  </a:lnTo>
                  <a:lnTo>
                    <a:pt x="2821855" y="446326"/>
                  </a:lnTo>
                  <a:lnTo>
                    <a:pt x="2821813" y="446336"/>
                  </a:lnTo>
                  <a:lnTo>
                    <a:pt x="2821772" y="446357"/>
                  </a:lnTo>
                  <a:lnTo>
                    <a:pt x="2821748" y="446378"/>
                  </a:lnTo>
                  <a:lnTo>
                    <a:pt x="2821733" y="446399"/>
                  </a:lnTo>
                  <a:lnTo>
                    <a:pt x="2821726" y="446456"/>
                  </a:lnTo>
                  <a:lnTo>
                    <a:pt x="2821728" y="446527"/>
                  </a:lnTo>
                  <a:lnTo>
                    <a:pt x="2821713" y="446567"/>
                  </a:lnTo>
                  <a:lnTo>
                    <a:pt x="2821689" y="446604"/>
                  </a:lnTo>
                  <a:lnTo>
                    <a:pt x="2821683" y="446628"/>
                  </a:lnTo>
                  <a:lnTo>
                    <a:pt x="2821684" y="446646"/>
                  </a:lnTo>
                  <a:lnTo>
                    <a:pt x="2821699" y="446668"/>
                  </a:lnTo>
                  <a:lnTo>
                    <a:pt x="2821787" y="446835"/>
                  </a:lnTo>
                  <a:lnTo>
                    <a:pt x="2821799" y="446887"/>
                  </a:lnTo>
                  <a:lnTo>
                    <a:pt x="2821813" y="446916"/>
                  </a:lnTo>
                  <a:lnTo>
                    <a:pt x="2821823" y="446940"/>
                  </a:lnTo>
                  <a:lnTo>
                    <a:pt x="2821847" y="446968"/>
                  </a:lnTo>
                  <a:lnTo>
                    <a:pt x="2821866" y="446977"/>
                  </a:lnTo>
                  <a:lnTo>
                    <a:pt x="2821883" y="446984"/>
                  </a:lnTo>
                  <a:lnTo>
                    <a:pt x="2821907" y="446983"/>
                  </a:lnTo>
                  <a:lnTo>
                    <a:pt x="2821932" y="446967"/>
                  </a:lnTo>
                  <a:lnTo>
                    <a:pt x="2821946" y="446951"/>
                  </a:lnTo>
                  <a:lnTo>
                    <a:pt x="2821957" y="446926"/>
                  </a:lnTo>
                  <a:lnTo>
                    <a:pt x="2821964" y="446902"/>
                  </a:lnTo>
                  <a:lnTo>
                    <a:pt x="2821967" y="446867"/>
                  </a:lnTo>
                  <a:lnTo>
                    <a:pt x="2821972" y="446834"/>
                  </a:lnTo>
                  <a:lnTo>
                    <a:pt x="2821983" y="446806"/>
                  </a:lnTo>
                  <a:lnTo>
                    <a:pt x="2822006" y="446783"/>
                  </a:lnTo>
                  <a:lnTo>
                    <a:pt x="2822032" y="446768"/>
                  </a:lnTo>
                  <a:lnTo>
                    <a:pt x="2822058" y="446759"/>
                  </a:lnTo>
                  <a:lnTo>
                    <a:pt x="2822095" y="446754"/>
                  </a:lnTo>
                  <a:lnTo>
                    <a:pt x="2822110" y="446747"/>
                  </a:lnTo>
                  <a:lnTo>
                    <a:pt x="2822149" y="446734"/>
                  </a:lnTo>
                  <a:lnTo>
                    <a:pt x="2822194" y="446720"/>
                  </a:lnTo>
                  <a:lnTo>
                    <a:pt x="2822258" y="446692"/>
                  </a:lnTo>
                  <a:lnTo>
                    <a:pt x="2822322" y="446669"/>
                  </a:lnTo>
                  <a:lnTo>
                    <a:pt x="2822352" y="446663"/>
                  </a:lnTo>
                  <a:lnTo>
                    <a:pt x="2822363" y="446665"/>
                  </a:lnTo>
                  <a:lnTo>
                    <a:pt x="2822378" y="446667"/>
                  </a:lnTo>
                  <a:lnTo>
                    <a:pt x="2822405" y="446680"/>
                  </a:lnTo>
                  <a:lnTo>
                    <a:pt x="2822420" y="446694"/>
                  </a:lnTo>
                  <a:lnTo>
                    <a:pt x="2822420" y="446714"/>
                  </a:lnTo>
                  <a:lnTo>
                    <a:pt x="2822412" y="446734"/>
                  </a:lnTo>
                  <a:lnTo>
                    <a:pt x="2822376" y="446744"/>
                  </a:lnTo>
                  <a:lnTo>
                    <a:pt x="2822330" y="446755"/>
                  </a:lnTo>
                  <a:lnTo>
                    <a:pt x="2822294" y="446765"/>
                  </a:lnTo>
                  <a:lnTo>
                    <a:pt x="2822253" y="446783"/>
                  </a:lnTo>
                  <a:lnTo>
                    <a:pt x="2822225" y="446795"/>
                  </a:lnTo>
                  <a:lnTo>
                    <a:pt x="2822199" y="446820"/>
                  </a:lnTo>
                  <a:lnTo>
                    <a:pt x="2822189" y="446841"/>
                  </a:lnTo>
                  <a:lnTo>
                    <a:pt x="2822189" y="446868"/>
                  </a:lnTo>
                  <a:lnTo>
                    <a:pt x="2822196" y="446883"/>
                  </a:lnTo>
                  <a:lnTo>
                    <a:pt x="2822212" y="446903"/>
                  </a:lnTo>
                  <a:lnTo>
                    <a:pt x="2822228" y="446920"/>
                  </a:lnTo>
                  <a:lnTo>
                    <a:pt x="2822256" y="446943"/>
                  </a:lnTo>
                  <a:lnTo>
                    <a:pt x="2822282" y="446961"/>
                  </a:lnTo>
                  <a:lnTo>
                    <a:pt x="2822317" y="446986"/>
                  </a:lnTo>
                  <a:lnTo>
                    <a:pt x="2822335" y="447005"/>
                  </a:lnTo>
                  <a:lnTo>
                    <a:pt x="2822345" y="447025"/>
                  </a:lnTo>
                  <a:lnTo>
                    <a:pt x="2822348" y="447048"/>
                  </a:lnTo>
                  <a:lnTo>
                    <a:pt x="2822347" y="447079"/>
                  </a:lnTo>
                  <a:lnTo>
                    <a:pt x="2822344" y="447113"/>
                  </a:lnTo>
                  <a:lnTo>
                    <a:pt x="2822337" y="447137"/>
                  </a:lnTo>
                  <a:lnTo>
                    <a:pt x="2822330" y="447153"/>
                  </a:lnTo>
                  <a:lnTo>
                    <a:pt x="2822308" y="447159"/>
                  </a:lnTo>
                  <a:lnTo>
                    <a:pt x="2822290" y="447151"/>
                  </a:lnTo>
                  <a:lnTo>
                    <a:pt x="2822261" y="447130"/>
                  </a:lnTo>
                  <a:lnTo>
                    <a:pt x="2822242" y="447117"/>
                  </a:lnTo>
                  <a:lnTo>
                    <a:pt x="2822203" y="447094"/>
                  </a:lnTo>
                  <a:lnTo>
                    <a:pt x="2822178" y="447086"/>
                  </a:lnTo>
                  <a:lnTo>
                    <a:pt x="2822139" y="447077"/>
                  </a:lnTo>
                  <a:lnTo>
                    <a:pt x="2822084" y="447072"/>
                  </a:lnTo>
                  <a:lnTo>
                    <a:pt x="2822040" y="447077"/>
                  </a:lnTo>
                  <a:lnTo>
                    <a:pt x="2821996" y="447083"/>
                  </a:lnTo>
                  <a:lnTo>
                    <a:pt x="2821925" y="447094"/>
                  </a:lnTo>
                  <a:lnTo>
                    <a:pt x="2821871" y="447100"/>
                  </a:lnTo>
                  <a:lnTo>
                    <a:pt x="2821819" y="447103"/>
                  </a:lnTo>
                  <a:lnTo>
                    <a:pt x="2821778" y="447102"/>
                  </a:lnTo>
                  <a:lnTo>
                    <a:pt x="2821751" y="447096"/>
                  </a:lnTo>
                  <a:lnTo>
                    <a:pt x="2821729" y="447094"/>
                  </a:lnTo>
                  <a:lnTo>
                    <a:pt x="2821720" y="447095"/>
                  </a:lnTo>
                  <a:lnTo>
                    <a:pt x="2821707" y="447101"/>
                  </a:lnTo>
                  <a:lnTo>
                    <a:pt x="2821717" y="447123"/>
                  </a:lnTo>
                  <a:lnTo>
                    <a:pt x="2821738" y="447155"/>
                  </a:lnTo>
                  <a:lnTo>
                    <a:pt x="2821754" y="447177"/>
                  </a:lnTo>
                  <a:lnTo>
                    <a:pt x="2821748" y="447203"/>
                  </a:lnTo>
                  <a:lnTo>
                    <a:pt x="2821748" y="447231"/>
                  </a:lnTo>
                  <a:lnTo>
                    <a:pt x="2821758" y="447250"/>
                  </a:lnTo>
                  <a:lnTo>
                    <a:pt x="2821771" y="447274"/>
                  </a:lnTo>
                  <a:lnTo>
                    <a:pt x="2821782" y="447293"/>
                  </a:lnTo>
                  <a:lnTo>
                    <a:pt x="2821798" y="447303"/>
                  </a:lnTo>
                  <a:lnTo>
                    <a:pt x="2821821" y="447310"/>
                  </a:lnTo>
                  <a:lnTo>
                    <a:pt x="2821837" y="447316"/>
                  </a:lnTo>
                  <a:lnTo>
                    <a:pt x="2821845" y="447331"/>
                  </a:lnTo>
                  <a:lnTo>
                    <a:pt x="2821856" y="447354"/>
                  </a:lnTo>
                  <a:lnTo>
                    <a:pt x="2821871" y="447373"/>
                  </a:lnTo>
                  <a:lnTo>
                    <a:pt x="2821889" y="447389"/>
                  </a:lnTo>
                  <a:lnTo>
                    <a:pt x="2821907" y="447398"/>
                  </a:lnTo>
                  <a:lnTo>
                    <a:pt x="2821927" y="447402"/>
                  </a:lnTo>
                  <a:lnTo>
                    <a:pt x="2821951" y="447400"/>
                  </a:lnTo>
                  <a:lnTo>
                    <a:pt x="2822004" y="447388"/>
                  </a:lnTo>
                  <a:lnTo>
                    <a:pt x="2822025" y="447379"/>
                  </a:lnTo>
                  <a:lnTo>
                    <a:pt x="2822094" y="447361"/>
                  </a:lnTo>
                  <a:lnTo>
                    <a:pt x="2822147" y="447348"/>
                  </a:lnTo>
                  <a:lnTo>
                    <a:pt x="2822230" y="447330"/>
                  </a:lnTo>
                  <a:lnTo>
                    <a:pt x="2822266" y="447318"/>
                  </a:lnTo>
                  <a:lnTo>
                    <a:pt x="2822295" y="447316"/>
                  </a:lnTo>
                  <a:lnTo>
                    <a:pt x="2822314" y="447323"/>
                  </a:lnTo>
                  <a:lnTo>
                    <a:pt x="2822332" y="447326"/>
                  </a:lnTo>
                  <a:lnTo>
                    <a:pt x="2822356" y="447326"/>
                  </a:lnTo>
                  <a:lnTo>
                    <a:pt x="2822375" y="447320"/>
                  </a:lnTo>
                  <a:lnTo>
                    <a:pt x="2822399" y="447313"/>
                  </a:lnTo>
                  <a:lnTo>
                    <a:pt x="2822412" y="447310"/>
                  </a:lnTo>
                  <a:lnTo>
                    <a:pt x="2822441" y="447317"/>
                  </a:lnTo>
                  <a:lnTo>
                    <a:pt x="2822465" y="447339"/>
                  </a:lnTo>
                  <a:lnTo>
                    <a:pt x="2822488" y="447362"/>
                  </a:lnTo>
                  <a:lnTo>
                    <a:pt x="2822501" y="447391"/>
                  </a:lnTo>
                  <a:lnTo>
                    <a:pt x="2822501" y="447411"/>
                  </a:lnTo>
                  <a:lnTo>
                    <a:pt x="2822482" y="447427"/>
                  </a:lnTo>
                  <a:lnTo>
                    <a:pt x="2822451" y="447434"/>
                  </a:lnTo>
                  <a:lnTo>
                    <a:pt x="2822400" y="447434"/>
                  </a:lnTo>
                  <a:lnTo>
                    <a:pt x="2822321" y="447432"/>
                  </a:lnTo>
                  <a:lnTo>
                    <a:pt x="2822268" y="447437"/>
                  </a:lnTo>
                  <a:lnTo>
                    <a:pt x="2822229" y="447448"/>
                  </a:lnTo>
                  <a:lnTo>
                    <a:pt x="2822200" y="447466"/>
                  </a:lnTo>
                  <a:lnTo>
                    <a:pt x="2822170" y="447489"/>
                  </a:lnTo>
                  <a:lnTo>
                    <a:pt x="2822155" y="447513"/>
                  </a:lnTo>
                  <a:lnTo>
                    <a:pt x="2822155" y="447531"/>
                  </a:lnTo>
                  <a:lnTo>
                    <a:pt x="2822165" y="447553"/>
                  </a:lnTo>
                  <a:lnTo>
                    <a:pt x="2822318" y="447802"/>
                  </a:lnTo>
                  <a:lnTo>
                    <a:pt x="2822333" y="447844"/>
                  </a:lnTo>
                  <a:lnTo>
                    <a:pt x="2822344" y="447871"/>
                  </a:lnTo>
                  <a:lnTo>
                    <a:pt x="2822360" y="447900"/>
                  </a:lnTo>
                  <a:lnTo>
                    <a:pt x="2822389" y="447934"/>
                  </a:lnTo>
                  <a:lnTo>
                    <a:pt x="2822410" y="447946"/>
                  </a:lnTo>
                  <a:lnTo>
                    <a:pt x="2822434" y="447947"/>
                  </a:lnTo>
                  <a:lnTo>
                    <a:pt x="2822455" y="447939"/>
                  </a:lnTo>
                  <a:lnTo>
                    <a:pt x="2822468" y="447912"/>
                  </a:lnTo>
                  <a:lnTo>
                    <a:pt x="2822502" y="447858"/>
                  </a:lnTo>
                  <a:lnTo>
                    <a:pt x="2822533" y="447809"/>
                  </a:lnTo>
                  <a:lnTo>
                    <a:pt x="2822554" y="447769"/>
                  </a:lnTo>
                  <a:lnTo>
                    <a:pt x="2822581" y="447742"/>
                  </a:lnTo>
                  <a:lnTo>
                    <a:pt x="2822600" y="447733"/>
                  </a:lnTo>
                  <a:lnTo>
                    <a:pt x="2822631" y="447724"/>
                  </a:lnTo>
                  <a:lnTo>
                    <a:pt x="2822649" y="447729"/>
                  </a:lnTo>
                  <a:lnTo>
                    <a:pt x="2822666" y="447733"/>
                  </a:lnTo>
                  <a:lnTo>
                    <a:pt x="2822681" y="447747"/>
                  </a:lnTo>
                  <a:lnTo>
                    <a:pt x="2822693" y="447762"/>
                  </a:lnTo>
                  <a:lnTo>
                    <a:pt x="2822699" y="447782"/>
                  </a:lnTo>
                  <a:lnTo>
                    <a:pt x="2822703" y="447806"/>
                  </a:lnTo>
                  <a:lnTo>
                    <a:pt x="2822706" y="447833"/>
                  </a:lnTo>
                  <a:lnTo>
                    <a:pt x="2822717" y="447862"/>
                  </a:lnTo>
                  <a:lnTo>
                    <a:pt x="2822714" y="447908"/>
                  </a:lnTo>
                  <a:lnTo>
                    <a:pt x="2822709" y="447947"/>
                  </a:lnTo>
                  <a:lnTo>
                    <a:pt x="2822696" y="447986"/>
                  </a:lnTo>
                  <a:lnTo>
                    <a:pt x="2822681" y="448043"/>
                  </a:lnTo>
                  <a:lnTo>
                    <a:pt x="2822665" y="448070"/>
                  </a:lnTo>
                  <a:lnTo>
                    <a:pt x="2822651" y="448104"/>
                  </a:lnTo>
                  <a:lnTo>
                    <a:pt x="2822649" y="448131"/>
                  </a:lnTo>
                  <a:lnTo>
                    <a:pt x="2822655" y="448161"/>
                  </a:lnTo>
                  <a:lnTo>
                    <a:pt x="2822662" y="448191"/>
                  </a:lnTo>
                  <a:lnTo>
                    <a:pt x="2822670" y="448212"/>
                  </a:lnTo>
                  <a:lnTo>
                    <a:pt x="2822678" y="448235"/>
                  </a:lnTo>
                  <a:lnTo>
                    <a:pt x="2822696" y="448262"/>
                  </a:lnTo>
                  <a:lnTo>
                    <a:pt x="2822708" y="448275"/>
                  </a:lnTo>
                  <a:lnTo>
                    <a:pt x="2822718" y="448276"/>
                  </a:lnTo>
                  <a:lnTo>
                    <a:pt x="2822736" y="448274"/>
                  </a:lnTo>
                  <a:lnTo>
                    <a:pt x="2822744" y="448263"/>
                  </a:lnTo>
                  <a:lnTo>
                    <a:pt x="2822755" y="448251"/>
                  </a:lnTo>
                  <a:lnTo>
                    <a:pt x="2822759" y="448226"/>
                  </a:lnTo>
                  <a:lnTo>
                    <a:pt x="2822756" y="448203"/>
                  </a:lnTo>
                  <a:lnTo>
                    <a:pt x="2822744" y="448171"/>
                  </a:lnTo>
                  <a:lnTo>
                    <a:pt x="2822726" y="448135"/>
                  </a:lnTo>
                  <a:lnTo>
                    <a:pt x="2822720" y="448106"/>
                  </a:lnTo>
                  <a:lnTo>
                    <a:pt x="2822722" y="448071"/>
                  </a:lnTo>
                  <a:lnTo>
                    <a:pt x="2822730" y="448056"/>
                  </a:lnTo>
                  <a:lnTo>
                    <a:pt x="2822748" y="448042"/>
                  </a:lnTo>
                  <a:lnTo>
                    <a:pt x="2822777" y="448036"/>
                  </a:lnTo>
                  <a:lnTo>
                    <a:pt x="2822808" y="448035"/>
                  </a:lnTo>
                  <a:lnTo>
                    <a:pt x="2822828" y="448042"/>
                  </a:lnTo>
                  <a:lnTo>
                    <a:pt x="2822856" y="448055"/>
                  </a:lnTo>
                  <a:lnTo>
                    <a:pt x="2822901" y="448076"/>
                  </a:lnTo>
                  <a:lnTo>
                    <a:pt x="2822941" y="448092"/>
                  </a:lnTo>
                  <a:lnTo>
                    <a:pt x="2822960" y="448099"/>
                  </a:lnTo>
                  <a:lnTo>
                    <a:pt x="2822975" y="448114"/>
                  </a:lnTo>
                  <a:lnTo>
                    <a:pt x="2822975" y="448134"/>
                  </a:lnTo>
                  <a:lnTo>
                    <a:pt x="2822975" y="448151"/>
                  </a:lnTo>
                  <a:lnTo>
                    <a:pt x="2822957" y="448184"/>
                  </a:lnTo>
                  <a:lnTo>
                    <a:pt x="2822959" y="448202"/>
                  </a:lnTo>
                  <a:lnTo>
                    <a:pt x="2822966" y="448221"/>
                  </a:lnTo>
                  <a:lnTo>
                    <a:pt x="2822983" y="448249"/>
                  </a:lnTo>
                  <a:lnTo>
                    <a:pt x="2822999" y="448274"/>
                  </a:lnTo>
                  <a:lnTo>
                    <a:pt x="2823017" y="448311"/>
                  </a:lnTo>
                  <a:lnTo>
                    <a:pt x="2823040" y="448340"/>
                  </a:lnTo>
                  <a:lnTo>
                    <a:pt x="2823055" y="448356"/>
                  </a:lnTo>
                  <a:lnTo>
                    <a:pt x="2823074" y="448366"/>
                  </a:lnTo>
                  <a:lnTo>
                    <a:pt x="2823116" y="448379"/>
                  </a:lnTo>
                  <a:lnTo>
                    <a:pt x="2823152" y="448389"/>
                  </a:lnTo>
                  <a:lnTo>
                    <a:pt x="2823189" y="448397"/>
                  </a:lnTo>
                  <a:lnTo>
                    <a:pt x="2823222" y="448409"/>
                  </a:lnTo>
                  <a:lnTo>
                    <a:pt x="2823218" y="448430"/>
                  </a:lnTo>
                  <a:lnTo>
                    <a:pt x="2823193" y="448437"/>
                  </a:lnTo>
                  <a:lnTo>
                    <a:pt x="2823164" y="448438"/>
                  </a:lnTo>
                  <a:lnTo>
                    <a:pt x="2823110" y="448442"/>
                  </a:lnTo>
                  <a:lnTo>
                    <a:pt x="2823083" y="448454"/>
                  </a:lnTo>
                  <a:lnTo>
                    <a:pt x="2823010" y="448497"/>
                  </a:lnTo>
                  <a:lnTo>
                    <a:pt x="2822983" y="448521"/>
                  </a:lnTo>
                  <a:lnTo>
                    <a:pt x="2822944" y="448552"/>
                  </a:lnTo>
                  <a:lnTo>
                    <a:pt x="2822944" y="448566"/>
                  </a:lnTo>
                  <a:lnTo>
                    <a:pt x="2822944" y="448578"/>
                  </a:lnTo>
                  <a:lnTo>
                    <a:pt x="2822926" y="448758"/>
                  </a:lnTo>
                  <a:lnTo>
                    <a:pt x="2822923" y="448774"/>
                  </a:lnTo>
                  <a:lnTo>
                    <a:pt x="2822920" y="448810"/>
                  </a:lnTo>
                  <a:lnTo>
                    <a:pt x="2822927" y="448824"/>
                  </a:lnTo>
                  <a:lnTo>
                    <a:pt x="2822936" y="448832"/>
                  </a:lnTo>
                  <a:lnTo>
                    <a:pt x="2822949" y="448840"/>
                  </a:lnTo>
                  <a:lnTo>
                    <a:pt x="2822974" y="448839"/>
                  </a:lnTo>
                  <a:lnTo>
                    <a:pt x="2823002" y="448822"/>
                  </a:lnTo>
                  <a:lnTo>
                    <a:pt x="2823051" y="448794"/>
                  </a:lnTo>
                  <a:lnTo>
                    <a:pt x="2823098" y="448759"/>
                  </a:lnTo>
                  <a:lnTo>
                    <a:pt x="2823131" y="448737"/>
                  </a:lnTo>
                  <a:lnTo>
                    <a:pt x="2823141" y="448735"/>
                  </a:lnTo>
                  <a:lnTo>
                    <a:pt x="2823154" y="448735"/>
                  </a:lnTo>
                  <a:lnTo>
                    <a:pt x="2823164" y="448735"/>
                  </a:lnTo>
                  <a:lnTo>
                    <a:pt x="2823177" y="448737"/>
                  </a:lnTo>
                  <a:lnTo>
                    <a:pt x="2823189" y="448741"/>
                  </a:lnTo>
                  <a:lnTo>
                    <a:pt x="2823195" y="448761"/>
                  </a:lnTo>
                  <a:lnTo>
                    <a:pt x="2823182" y="448799"/>
                  </a:lnTo>
                  <a:lnTo>
                    <a:pt x="2823165" y="448841"/>
                  </a:lnTo>
                  <a:lnTo>
                    <a:pt x="2823157" y="448881"/>
                  </a:lnTo>
                  <a:lnTo>
                    <a:pt x="2823156" y="448904"/>
                  </a:lnTo>
                  <a:lnTo>
                    <a:pt x="2823165" y="448917"/>
                  </a:lnTo>
                  <a:lnTo>
                    <a:pt x="2823251" y="449158"/>
                  </a:lnTo>
                  <a:lnTo>
                    <a:pt x="2823268" y="449190"/>
                  </a:lnTo>
                  <a:lnTo>
                    <a:pt x="2823275" y="449226"/>
                  </a:lnTo>
                  <a:lnTo>
                    <a:pt x="2823256" y="449274"/>
                  </a:lnTo>
                  <a:lnTo>
                    <a:pt x="2823248" y="449302"/>
                  </a:lnTo>
                  <a:lnTo>
                    <a:pt x="2823259" y="449322"/>
                  </a:lnTo>
                  <a:lnTo>
                    <a:pt x="2823277" y="449333"/>
                  </a:lnTo>
                  <a:lnTo>
                    <a:pt x="2823311" y="449350"/>
                  </a:lnTo>
                  <a:lnTo>
                    <a:pt x="2823328" y="449375"/>
                  </a:lnTo>
                  <a:lnTo>
                    <a:pt x="2823329" y="449419"/>
                  </a:lnTo>
                  <a:lnTo>
                    <a:pt x="2823314" y="449468"/>
                  </a:lnTo>
                  <a:lnTo>
                    <a:pt x="2823295" y="449524"/>
                  </a:lnTo>
                  <a:lnTo>
                    <a:pt x="2823270" y="449574"/>
                  </a:lnTo>
                  <a:lnTo>
                    <a:pt x="2823235" y="449624"/>
                  </a:lnTo>
                  <a:lnTo>
                    <a:pt x="2823184" y="449684"/>
                  </a:lnTo>
                  <a:lnTo>
                    <a:pt x="2823168" y="449718"/>
                  </a:lnTo>
                  <a:lnTo>
                    <a:pt x="2823166" y="449740"/>
                  </a:lnTo>
                  <a:lnTo>
                    <a:pt x="2823176" y="449754"/>
                  </a:lnTo>
                  <a:lnTo>
                    <a:pt x="2823196" y="449768"/>
                  </a:lnTo>
                  <a:lnTo>
                    <a:pt x="2823218" y="449776"/>
                  </a:lnTo>
                  <a:lnTo>
                    <a:pt x="2823260" y="449772"/>
                  </a:lnTo>
                  <a:lnTo>
                    <a:pt x="2823290" y="449760"/>
                  </a:lnTo>
                  <a:lnTo>
                    <a:pt x="2823314" y="449733"/>
                  </a:lnTo>
                  <a:lnTo>
                    <a:pt x="2823326" y="449688"/>
                  </a:lnTo>
                  <a:lnTo>
                    <a:pt x="2823335" y="449640"/>
                  </a:lnTo>
                  <a:lnTo>
                    <a:pt x="2823353" y="449604"/>
                  </a:lnTo>
                  <a:lnTo>
                    <a:pt x="2823373" y="449584"/>
                  </a:lnTo>
                  <a:lnTo>
                    <a:pt x="2823394" y="449571"/>
                  </a:lnTo>
                  <a:lnTo>
                    <a:pt x="2823412" y="449564"/>
                  </a:lnTo>
                  <a:lnTo>
                    <a:pt x="2823433" y="449561"/>
                  </a:lnTo>
                  <a:lnTo>
                    <a:pt x="2823467" y="449559"/>
                  </a:lnTo>
                  <a:lnTo>
                    <a:pt x="2823501" y="449563"/>
                  </a:lnTo>
                  <a:lnTo>
                    <a:pt x="2823533" y="449568"/>
                  </a:lnTo>
                  <a:lnTo>
                    <a:pt x="2823555" y="449581"/>
                  </a:lnTo>
                  <a:lnTo>
                    <a:pt x="2823559" y="449592"/>
                  </a:lnTo>
                  <a:lnTo>
                    <a:pt x="2823560" y="449610"/>
                  </a:lnTo>
                  <a:lnTo>
                    <a:pt x="2823526" y="449666"/>
                  </a:lnTo>
                  <a:lnTo>
                    <a:pt x="2823497" y="449727"/>
                  </a:lnTo>
                  <a:lnTo>
                    <a:pt x="2823481" y="449773"/>
                  </a:lnTo>
                  <a:lnTo>
                    <a:pt x="2823470" y="449842"/>
                  </a:lnTo>
                  <a:lnTo>
                    <a:pt x="2823460" y="449904"/>
                  </a:lnTo>
                  <a:lnTo>
                    <a:pt x="2823460" y="449941"/>
                  </a:lnTo>
                  <a:lnTo>
                    <a:pt x="2823472" y="449962"/>
                  </a:lnTo>
                  <a:lnTo>
                    <a:pt x="2823497" y="449979"/>
                  </a:lnTo>
                  <a:lnTo>
                    <a:pt x="2823537" y="449987"/>
                  </a:lnTo>
                  <a:lnTo>
                    <a:pt x="2823582" y="449990"/>
                  </a:lnTo>
                  <a:lnTo>
                    <a:pt x="2823642" y="449993"/>
                  </a:lnTo>
                  <a:lnTo>
                    <a:pt x="2823681" y="449992"/>
                  </a:lnTo>
                  <a:lnTo>
                    <a:pt x="2823720" y="449995"/>
                  </a:lnTo>
                  <a:lnTo>
                    <a:pt x="2823751" y="449998"/>
                  </a:lnTo>
                  <a:lnTo>
                    <a:pt x="2823761" y="450007"/>
                  </a:lnTo>
                  <a:lnTo>
                    <a:pt x="2823769" y="450034"/>
                  </a:lnTo>
                  <a:lnTo>
                    <a:pt x="2823761" y="450054"/>
                  </a:lnTo>
                  <a:lnTo>
                    <a:pt x="2823736" y="450077"/>
                  </a:lnTo>
                  <a:lnTo>
                    <a:pt x="2823703" y="450096"/>
                  </a:lnTo>
                  <a:lnTo>
                    <a:pt x="2823622" y="450215"/>
                  </a:lnTo>
                  <a:lnTo>
                    <a:pt x="2823618" y="450246"/>
                  </a:lnTo>
                  <a:lnTo>
                    <a:pt x="2823613" y="450278"/>
                  </a:lnTo>
                  <a:lnTo>
                    <a:pt x="2823610" y="450309"/>
                  </a:lnTo>
                  <a:lnTo>
                    <a:pt x="2823605" y="450348"/>
                  </a:lnTo>
                  <a:lnTo>
                    <a:pt x="2823594" y="450393"/>
                  </a:lnTo>
                  <a:lnTo>
                    <a:pt x="2823590" y="450432"/>
                  </a:lnTo>
                  <a:lnTo>
                    <a:pt x="2823597" y="450458"/>
                  </a:lnTo>
                  <a:lnTo>
                    <a:pt x="2823617" y="450489"/>
                  </a:lnTo>
                  <a:lnTo>
                    <a:pt x="2823636" y="450506"/>
                  </a:lnTo>
                  <a:lnTo>
                    <a:pt x="2823655" y="450526"/>
                  </a:lnTo>
                  <a:lnTo>
                    <a:pt x="2823672" y="450544"/>
                  </a:lnTo>
                  <a:lnTo>
                    <a:pt x="2823683" y="450559"/>
                  </a:lnTo>
                  <a:lnTo>
                    <a:pt x="2823689" y="450579"/>
                  </a:lnTo>
                  <a:lnTo>
                    <a:pt x="2823694" y="450627"/>
                  </a:lnTo>
                  <a:lnTo>
                    <a:pt x="2823697" y="450666"/>
                  </a:lnTo>
                  <a:lnTo>
                    <a:pt x="2823708" y="450691"/>
                  </a:lnTo>
                  <a:lnTo>
                    <a:pt x="2823734" y="450728"/>
                  </a:lnTo>
                  <a:lnTo>
                    <a:pt x="2823759" y="450766"/>
                  </a:lnTo>
                  <a:lnTo>
                    <a:pt x="2823760" y="450791"/>
                  </a:lnTo>
                  <a:lnTo>
                    <a:pt x="2823756" y="450818"/>
                  </a:lnTo>
                  <a:lnTo>
                    <a:pt x="2823752" y="450842"/>
                  </a:lnTo>
                  <a:lnTo>
                    <a:pt x="2823640" y="450990"/>
                  </a:lnTo>
                  <a:lnTo>
                    <a:pt x="2823603" y="450997"/>
                  </a:lnTo>
                  <a:lnTo>
                    <a:pt x="2823558" y="450996"/>
                  </a:lnTo>
                  <a:lnTo>
                    <a:pt x="2823510" y="451002"/>
                  </a:lnTo>
                  <a:lnTo>
                    <a:pt x="2823485" y="451012"/>
                  </a:lnTo>
                  <a:lnTo>
                    <a:pt x="2823454" y="451035"/>
                  </a:lnTo>
                  <a:lnTo>
                    <a:pt x="2823420" y="451066"/>
                  </a:lnTo>
                  <a:lnTo>
                    <a:pt x="2823401" y="451098"/>
                  </a:lnTo>
                  <a:lnTo>
                    <a:pt x="2823385" y="451133"/>
                  </a:lnTo>
                  <a:lnTo>
                    <a:pt x="2823373" y="451168"/>
                  </a:lnTo>
                  <a:lnTo>
                    <a:pt x="2823355" y="451208"/>
                  </a:lnTo>
                  <a:lnTo>
                    <a:pt x="2823337" y="451254"/>
                  </a:lnTo>
                  <a:lnTo>
                    <a:pt x="2823334" y="451268"/>
                  </a:lnTo>
                  <a:lnTo>
                    <a:pt x="2823329" y="451284"/>
                  </a:lnTo>
                  <a:lnTo>
                    <a:pt x="2823330" y="451303"/>
                  </a:lnTo>
                  <a:lnTo>
                    <a:pt x="2823354" y="451320"/>
                  </a:lnTo>
                  <a:lnTo>
                    <a:pt x="2823384" y="451333"/>
                  </a:lnTo>
                  <a:lnTo>
                    <a:pt x="2823408" y="451351"/>
                  </a:lnTo>
                  <a:lnTo>
                    <a:pt x="2823551" y="451516"/>
                  </a:lnTo>
                  <a:lnTo>
                    <a:pt x="2823583" y="451526"/>
                  </a:lnTo>
                  <a:lnTo>
                    <a:pt x="2823631" y="451541"/>
                  </a:lnTo>
                  <a:lnTo>
                    <a:pt x="2823665" y="451544"/>
                  </a:lnTo>
                  <a:lnTo>
                    <a:pt x="2823715" y="451544"/>
                  </a:lnTo>
                  <a:lnTo>
                    <a:pt x="2823738" y="451549"/>
                  </a:lnTo>
                  <a:lnTo>
                    <a:pt x="2823762" y="451558"/>
                  </a:lnTo>
                  <a:lnTo>
                    <a:pt x="2823782" y="451572"/>
                  </a:lnTo>
                  <a:lnTo>
                    <a:pt x="2823798" y="451594"/>
                  </a:lnTo>
                  <a:lnTo>
                    <a:pt x="2823805" y="451614"/>
                  </a:lnTo>
                  <a:lnTo>
                    <a:pt x="2823818" y="451642"/>
                  </a:lnTo>
                  <a:lnTo>
                    <a:pt x="2823827" y="451681"/>
                  </a:lnTo>
                  <a:lnTo>
                    <a:pt x="2823827" y="451702"/>
                  </a:lnTo>
                  <a:lnTo>
                    <a:pt x="2823824" y="451730"/>
                  </a:lnTo>
                  <a:lnTo>
                    <a:pt x="2823809" y="451754"/>
                  </a:lnTo>
                  <a:lnTo>
                    <a:pt x="2823773" y="451793"/>
                  </a:lnTo>
                  <a:lnTo>
                    <a:pt x="2823737" y="451826"/>
                  </a:lnTo>
                  <a:lnTo>
                    <a:pt x="2823705" y="451853"/>
                  </a:lnTo>
                  <a:lnTo>
                    <a:pt x="2823665" y="451869"/>
                  </a:lnTo>
                  <a:lnTo>
                    <a:pt x="2823628" y="451883"/>
                  </a:lnTo>
                  <a:lnTo>
                    <a:pt x="2823573" y="451896"/>
                  </a:lnTo>
                  <a:lnTo>
                    <a:pt x="2823529" y="451910"/>
                  </a:lnTo>
                  <a:lnTo>
                    <a:pt x="2823488" y="451931"/>
                  </a:lnTo>
                  <a:lnTo>
                    <a:pt x="2823449" y="451951"/>
                  </a:lnTo>
                  <a:lnTo>
                    <a:pt x="2823420" y="451983"/>
                  </a:lnTo>
                  <a:lnTo>
                    <a:pt x="2823400" y="452008"/>
                  </a:lnTo>
                  <a:lnTo>
                    <a:pt x="2823384" y="452040"/>
                  </a:lnTo>
                  <a:lnTo>
                    <a:pt x="2823377" y="452058"/>
                  </a:lnTo>
                  <a:lnTo>
                    <a:pt x="2823381" y="452072"/>
                  </a:lnTo>
                  <a:lnTo>
                    <a:pt x="2823405" y="452080"/>
                  </a:lnTo>
                  <a:lnTo>
                    <a:pt x="2823457" y="452072"/>
                  </a:lnTo>
                  <a:lnTo>
                    <a:pt x="2823501" y="452078"/>
                  </a:lnTo>
                  <a:lnTo>
                    <a:pt x="2823540" y="452087"/>
                  </a:lnTo>
                  <a:lnTo>
                    <a:pt x="2823593" y="452086"/>
                  </a:lnTo>
                  <a:lnTo>
                    <a:pt x="2823631" y="452079"/>
                  </a:lnTo>
                  <a:lnTo>
                    <a:pt x="2823683" y="452072"/>
                  </a:lnTo>
                  <a:lnTo>
                    <a:pt x="2823725" y="452070"/>
                  </a:lnTo>
                  <a:lnTo>
                    <a:pt x="2823784" y="452070"/>
                  </a:lnTo>
                  <a:lnTo>
                    <a:pt x="2823821" y="452077"/>
                  </a:lnTo>
                  <a:lnTo>
                    <a:pt x="2823846" y="452088"/>
                  </a:lnTo>
                  <a:lnTo>
                    <a:pt x="2823863" y="452101"/>
                  </a:lnTo>
                  <a:lnTo>
                    <a:pt x="2823883" y="452126"/>
                  </a:lnTo>
                  <a:lnTo>
                    <a:pt x="2823900" y="452148"/>
                  </a:lnTo>
                  <a:lnTo>
                    <a:pt x="2823915" y="452168"/>
                  </a:lnTo>
                  <a:lnTo>
                    <a:pt x="2823927" y="452188"/>
                  </a:lnTo>
                  <a:lnTo>
                    <a:pt x="2823928" y="452208"/>
                  </a:lnTo>
                  <a:lnTo>
                    <a:pt x="2823907" y="452228"/>
                  </a:lnTo>
                  <a:lnTo>
                    <a:pt x="2823889" y="452229"/>
                  </a:lnTo>
                  <a:lnTo>
                    <a:pt x="2823876" y="452207"/>
                  </a:lnTo>
                  <a:lnTo>
                    <a:pt x="2823852" y="452175"/>
                  </a:lnTo>
                  <a:lnTo>
                    <a:pt x="2823833" y="452156"/>
                  </a:lnTo>
                  <a:lnTo>
                    <a:pt x="2823818" y="452149"/>
                  </a:lnTo>
                  <a:lnTo>
                    <a:pt x="2823791" y="452149"/>
                  </a:lnTo>
                  <a:lnTo>
                    <a:pt x="2823755" y="452166"/>
                  </a:lnTo>
                  <a:lnTo>
                    <a:pt x="2823711" y="452200"/>
                  </a:lnTo>
                  <a:lnTo>
                    <a:pt x="2823668" y="452234"/>
                  </a:lnTo>
                  <a:lnTo>
                    <a:pt x="2823621" y="452278"/>
                  </a:lnTo>
                  <a:lnTo>
                    <a:pt x="2823563" y="452325"/>
                  </a:lnTo>
                  <a:lnTo>
                    <a:pt x="2823516" y="452368"/>
                  </a:lnTo>
                  <a:lnTo>
                    <a:pt x="2823498" y="452390"/>
                  </a:lnTo>
                  <a:lnTo>
                    <a:pt x="2823386" y="452689"/>
                  </a:lnTo>
                  <a:lnTo>
                    <a:pt x="2823347" y="452743"/>
                  </a:lnTo>
                  <a:lnTo>
                    <a:pt x="2823310" y="452793"/>
                  </a:lnTo>
                  <a:lnTo>
                    <a:pt x="2823273" y="452874"/>
                  </a:lnTo>
                  <a:lnTo>
                    <a:pt x="2823253" y="452932"/>
                  </a:lnTo>
                  <a:lnTo>
                    <a:pt x="2823252" y="452978"/>
                  </a:lnTo>
                  <a:lnTo>
                    <a:pt x="2823253" y="453003"/>
                  </a:lnTo>
                  <a:lnTo>
                    <a:pt x="2823261" y="453022"/>
                  </a:lnTo>
                  <a:lnTo>
                    <a:pt x="2823277" y="453043"/>
                  </a:lnTo>
                  <a:lnTo>
                    <a:pt x="2823310" y="453066"/>
                  </a:lnTo>
                  <a:lnTo>
                    <a:pt x="2823325" y="453079"/>
                  </a:lnTo>
                  <a:lnTo>
                    <a:pt x="2823341" y="453079"/>
                  </a:lnTo>
                  <a:lnTo>
                    <a:pt x="2823363" y="453078"/>
                  </a:lnTo>
                  <a:lnTo>
                    <a:pt x="2823379" y="453070"/>
                  </a:lnTo>
                  <a:lnTo>
                    <a:pt x="2823394" y="453059"/>
                  </a:lnTo>
                  <a:lnTo>
                    <a:pt x="2823399" y="453041"/>
                  </a:lnTo>
                  <a:lnTo>
                    <a:pt x="2823402" y="453002"/>
                  </a:lnTo>
                  <a:lnTo>
                    <a:pt x="2823402" y="452978"/>
                  </a:lnTo>
                  <a:lnTo>
                    <a:pt x="2823404" y="452959"/>
                  </a:lnTo>
                  <a:lnTo>
                    <a:pt x="2823417" y="452941"/>
                  </a:lnTo>
                  <a:lnTo>
                    <a:pt x="2823451" y="452906"/>
                  </a:lnTo>
                  <a:lnTo>
                    <a:pt x="2823464" y="452881"/>
                  </a:lnTo>
                  <a:lnTo>
                    <a:pt x="2823465" y="452862"/>
                  </a:lnTo>
                  <a:lnTo>
                    <a:pt x="2823454" y="452820"/>
                  </a:lnTo>
                  <a:lnTo>
                    <a:pt x="2823444" y="452779"/>
                  </a:lnTo>
                  <a:lnTo>
                    <a:pt x="2823452" y="452761"/>
                  </a:lnTo>
                  <a:lnTo>
                    <a:pt x="2823467" y="452748"/>
                  </a:lnTo>
                  <a:lnTo>
                    <a:pt x="2823495" y="452734"/>
                  </a:lnTo>
                  <a:lnTo>
                    <a:pt x="2823529" y="452719"/>
                  </a:lnTo>
                  <a:lnTo>
                    <a:pt x="2823561" y="452690"/>
                  </a:lnTo>
                  <a:lnTo>
                    <a:pt x="2823610" y="452640"/>
                  </a:lnTo>
                  <a:lnTo>
                    <a:pt x="2823654" y="452604"/>
                  </a:lnTo>
                  <a:lnTo>
                    <a:pt x="2823694" y="452586"/>
                  </a:lnTo>
                  <a:lnTo>
                    <a:pt x="2823743" y="452577"/>
                  </a:lnTo>
                  <a:lnTo>
                    <a:pt x="2823816" y="452570"/>
                  </a:lnTo>
                  <a:lnTo>
                    <a:pt x="2823859" y="452571"/>
                  </a:lnTo>
                  <a:lnTo>
                    <a:pt x="2823896" y="452577"/>
                  </a:lnTo>
                  <a:lnTo>
                    <a:pt x="2823920" y="452585"/>
                  </a:lnTo>
                  <a:lnTo>
                    <a:pt x="2823972" y="452597"/>
                  </a:lnTo>
                  <a:lnTo>
                    <a:pt x="2823988" y="452605"/>
                  </a:lnTo>
                  <a:lnTo>
                    <a:pt x="2824006" y="452626"/>
                  </a:lnTo>
                  <a:lnTo>
                    <a:pt x="2824006" y="452653"/>
                  </a:lnTo>
                  <a:lnTo>
                    <a:pt x="2824008" y="452691"/>
                  </a:lnTo>
                  <a:lnTo>
                    <a:pt x="2824004" y="452718"/>
                  </a:lnTo>
                  <a:lnTo>
                    <a:pt x="2823997" y="452737"/>
                  </a:lnTo>
                  <a:lnTo>
                    <a:pt x="2823965" y="452760"/>
                  </a:lnTo>
                  <a:lnTo>
                    <a:pt x="2823899" y="452808"/>
                  </a:lnTo>
                  <a:lnTo>
                    <a:pt x="2823855" y="452808"/>
                  </a:lnTo>
                  <a:lnTo>
                    <a:pt x="2823801" y="452805"/>
                  </a:lnTo>
                  <a:lnTo>
                    <a:pt x="2823752" y="452804"/>
                  </a:lnTo>
                  <a:lnTo>
                    <a:pt x="2823705" y="452804"/>
                  </a:lnTo>
                  <a:lnTo>
                    <a:pt x="2823665" y="452805"/>
                  </a:lnTo>
                  <a:lnTo>
                    <a:pt x="2823646" y="452811"/>
                  </a:lnTo>
                  <a:lnTo>
                    <a:pt x="2823634" y="452824"/>
                  </a:lnTo>
                  <a:lnTo>
                    <a:pt x="2823642" y="452875"/>
                  </a:lnTo>
                  <a:lnTo>
                    <a:pt x="2823658" y="452932"/>
                  </a:lnTo>
                  <a:lnTo>
                    <a:pt x="2823679" y="452994"/>
                  </a:lnTo>
                  <a:lnTo>
                    <a:pt x="2823692" y="453025"/>
                  </a:lnTo>
                  <a:lnTo>
                    <a:pt x="2823704" y="453042"/>
                  </a:lnTo>
                  <a:lnTo>
                    <a:pt x="2823717" y="453056"/>
                  </a:lnTo>
                  <a:lnTo>
                    <a:pt x="2823746" y="453052"/>
                  </a:lnTo>
                  <a:lnTo>
                    <a:pt x="2823769" y="453048"/>
                  </a:lnTo>
                  <a:lnTo>
                    <a:pt x="2823785" y="453044"/>
                  </a:lnTo>
                  <a:lnTo>
                    <a:pt x="2823808" y="453042"/>
                  </a:lnTo>
                  <a:lnTo>
                    <a:pt x="2823827" y="453041"/>
                  </a:lnTo>
                  <a:lnTo>
                    <a:pt x="2823845" y="453042"/>
                  </a:lnTo>
                  <a:lnTo>
                    <a:pt x="2823856" y="453043"/>
                  </a:lnTo>
                  <a:lnTo>
                    <a:pt x="2823875" y="453051"/>
                  </a:lnTo>
                  <a:lnTo>
                    <a:pt x="2823889" y="453057"/>
                  </a:lnTo>
                  <a:lnTo>
                    <a:pt x="2823894" y="453076"/>
                  </a:lnTo>
                  <a:lnTo>
                    <a:pt x="2823890" y="453096"/>
                  </a:lnTo>
                  <a:lnTo>
                    <a:pt x="2823865" y="453111"/>
                  </a:lnTo>
                  <a:lnTo>
                    <a:pt x="2823800" y="453153"/>
                  </a:lnTo>
                  <a:lnTo>
                    <a:pt x="2823779" y="453175"/>
                  </a:lnTo>
                  <a:lnTo>
                    <a:pt x="2823764" y="453206"/>
                  </a:lnTo>
                  <a:lnTo>
                    <a:pt x="2823758" y="453246"/>
                  </a:lnTo>
                  <a:lnTo>
                    <a:pt x="2823765" y="453300"/>
                  </a:lnTo>
                  <a:lnTo>
                    <a:pt x="2823785" y="453329"/>
                  </a:lnTo>
                  <a:lnTo>
                    <a:pt x="2823798" y="453352"/>
                  </a:lnTo>
                  <a:lnTo>
                    <a:pt x="2823845" y="453401"/>
                  </a:lnTo>
                  <a:lnTo>
                    <a:pt x="2823871" y="453416"/>
                  </a:lnTo>
                  <a:lnTo>
                    <a:pt x="2823891" y="453441"/>
                  </a:lnTo>
                  <a:lnTo>
                    <a:pt x="2823891" y="453461"/>
                  </a:lnTo>
                  <a:lnTo>
                    <a:pt x="2823764" y="453537"/>
                  </a:lnTo>
                  <a:lnTo>
                    <a:pt x="2823683" y="453584"/>
                  </a:lnTo>
                  <a:lnTo>
                    <a:pt x="2823626" y="453628"/>
                  </a:lnTo>
                  <a:lnTo>
                    <a:pt x="2823591" y="453646"/>
                  </a:lnTo>
                  <a:lnTo>
                    <a:pt x="2823563" y="453651"/>
                  </a:lnTo>
                  <a:lnTo>
                    <a:pt x="2823530" y="453652"/>
                  </a:lnTo>
                  <a:lnTo>
                    <a:pt x="2823482" y="453648"/>
                  </a:lnTo>
                  <a:lnTo>
                    <a:pt x="2823462" y="453644"/>
                  </a:lnTo>
                  <a:lnTo>
                    <a:pt x="2823439" y="453633"/>
                  </a:lnTo>
                  <a:lnTo>
                    <a:pt x="2823417" y="453612"/>
                  </a:lnTo>
                  <a:lnTo>
                    <a:pt x="2823391" y="453577"/>
                  </a:lnTo>
                  <a:lnTo>
                    <a:pt x="2823381" y="453552"/>
                  </a:lnTo>
                  <a:lnTo>
                    <a:pt x="2823381" y="453537"/>
                  </a:lnTo>
                  <a:lnTo>
                    <a:pt x="2823392" y="453525"/>
                  </a:lnTo>
                  <a:lnTo>
                    <a:pt x="2823420" y="453508"/>
                  </a:lnTo>
                  <a:lnTo>
                    <a:pt x="2823474" y="453475"/>
                  </a:lnTo>
                  <a:lnTo>
                    <a:pt x="2823527" y="453435"/>
                  </a:lnTo>
                  <a:lnTo>
                    <a:pt x="2823548" y="453411"/>
                  </a:lnTo>
                  <a:lnTo>
                    <a:pt x="2823559" y="453394"/>
                  </a:lnTo>
                  <a:lnTo>
                    <a:pt x="2823559" y="453370"/>
                  </a:lnTo>
                  <a:lnTo>
                    <a:pt x="2823551" y="453331"/>
                  </a:lnTo>
                  <a:lnTo>
                    <a:pt x="2823540" y="453307"/>
                  </a:lnTo>
                  <a:lnTo>
                    <a:pt x="2823528" y="453290"/>
                  </a:lnTo>
                  <a:lnTo>
                    <a:pt x="2823515" y="453280"/>
                  </a:lnTo>
                  <a:lnTo>
                    <a:pt x="2823502" y="453271"/>
                  </a:lnTo>
                  <a:lnTo>
                    <a:pt x="2823479" y="453271"/>
                  </a:lnTo>
                  <a:lnTo>
                    <a:pt x="2823428" y="453269"/>
                  </a:lnTo>
                  <a:lnTo>
                    <a:pt x="2823400" y="453268"/>
                  </a:lnTo>
                  <a:lnTo>
                    <a:pt x="2823377" y="453273"/>
                  </a:lnTo>
                  <a:lnTo>
                    <a:pt x="2823356" y="453292"/>
                  </a:lnTo>
                  <a:lnTo>
                    <a:pt x="2823336" y="453325"/>
                  </a:lnTo>
                  <a:lnTo>
                    <a:pt x="2823303" y="453392"/>
                  </a:lnTo>
                  <a:lnTo>
                    <a:pt x="2823288" y="453435"/>
                  </a:lnTo>
                  <a:lnTo>
                    <a:pt x="2823270" y="453480"/>
                  </a:lnTo>
                  <a:lnTo>
                    <a:pt x="2823248" y="453499"/>
                  </a:lnTo>
                  <a:lnTo>
                    <a:pt x="2823216" y="453511"/>
                  </a:lnTo>
                  <a:lnTo>
                    <a:pt x="2823185" y="453517"/>
                  </a:lnTo>
                  <a:lnTo>
                    <a:pt x="2823146" y="453523"/>
                  </a:lnTo>
                  <a:lnTo>
                    <a:pt x="2823093" y="453537"/>
                  </a:lnTo>
                  <a:lnTo>
                    <a:pt x="2823050" y="453548"/>
                  </a:lnTo>
                  <a:lnTo>
                    <a:pt x="2823034" y="453547"/>
                  </a:lnTo>
                  <a:lnTo>
                    <a:pt x="2823020" y="453548"/>
                  </a:lnTo>
                  <a:lnTo>
                    <a:pt x="2823013" y="453544"/>
                  </a:lnTo>
                  <a:lnTo>
                    <a:pt x="2823004" y="453540"/>
                  </a:lnTo>
                  <a:lnTo>
                    <a:pt x="2822998" y="453484"/>
                  </a:lnTo>
                  <a:lnTo>
                    <a:pt x="2823000" y="453460"/>
                  </a:lnTo>
                  <a:lnTo>
                    <a:pt x="2822998" y="453440"/>
                  </a:lnTo>
                  <a:lnTo>
                    <a:pt x="2822995" y="453429"/>
                  </a:lnTo>
                  <a:lnTo>
                    <a:pt x="2822981" y="453421"/>
                  </a:lnTo>
                  <a:lnTo>
                    <a:pt x="2822968" y="453415"/>
                  </a:lnTo>
                  <a:lnTo>
                    <a:pt x="2822948" y="453417"/>
                  </a:lnTo>
                  <a:lnTo>
                    <a:pt x="2822792" y="453476"/>
                  </a:lnTo>
                  <a:lnTo>
                    <a:pt x="2822758" y="453494"/>
                  </a:lnTo>
                  <a:lnTo>
                    <a:pt x="2822754" y="453528"/>
                  </a:lnTo>
                  <a:lnTo>
                    <a:pt x="2822763" y="453558"/>
                  </a:lnTo>
                  <a:lnTo>
                    <a:pt x="2822784" y="453594"/>
                  </a:lnTo>
                  <a:lnTo>
                    <a:pt x="2822784" y="453628"/>
                  </a:lnTo>
                  <a:lnTo>
                    <a:pt x="2822765" y="453659"/>
                  </a:lnTo>
                  <a:lnTo>
                    <a:pt x="2822728" y="453696"/>
                  </a:lnTo>
                  <a:lnTo>
                    <a:pt x="2822707" y="453710"/>
                  </a:lnTo>
                  <a:lnTo>
                    <a:pt x="2822671" y="453705"/>
                  </a:lnTo>
                  <a:lnTo>
                    <a:pt x="2822624" y="453683"/>
                  </a:lnTo>
                  <a:lnTo>
                    <a:pt x="2822579" y="453660"/>
                  </a:lnTo>
                  <a:lnTo>
                    <a:pt x="2822518" y="453629"/>
                  </a:lnTo>
                  <a:lnTo>
                    <a:pt x="2822458" y="453610"/>
                  </a:lnTo>
                  <a:lnTo>
                    <a:pt x="2822406" y="453601"/>
                  </a:lnTo>
                  <a:lnTo>
                    <a:pt x="2822369" y="453605"/>
                  </a:lnTo>
                  <a:lnTo>
                    <a:pt x="2822347" y="453621"/>
                  </a:lnTo>
                  <a:lnTo>
                    <a:pt x="2822323" y="453642"/>
                  </a:lnTo>
                  <a:lnTo>
                    <a:pt x="2822303" y="453669"/>
                  </a:lnTo>
                  <a:lnTo>
                    <a:pt x="2822272" y="453719"/>
                  </a:lnTo>
                  <a:lnTo>
                    <a:pt x="2822249" y="453759"/>
                  </a:lnTo>
                  <a:lnTo>
                    <a:pt x="2822237" y="453787"/>
                  </a:lnTo>
                  <a:lnTo>
                    <a:pt x="2822230" y="453806"/>
                  </a:lnTo>
                  <a:lnTo>
                    <a:pt x="2822171" y="453975"/>
                  </a:lnTo>
                  <a:lnTo>
                    <a:pt x="2822164" y="453992"/>
                  </a:lnTo>
                  <a:lnTo>
                    <a:pt x="2822176" y="454000"/>
                  </a:lnTo>
                  <a:lnTo>
                    <a:pt x="2822199" y="454011"/>
                  </a:lnTo>
                  <a:lnTo>
                    <a:pt x="2822236" y="454030"/>
                  </a:lnTo>
                  <a:lnTo>
                    <a:pt x="2822282" y="454047"/>
                  </a:lnTo>
                  <a:lnTo>
                    <a:pt x="2822318" y="454063"/>
                  </a:lnTo>
                  <a:lnTo>
                    <a:pt x="2822336" y="454078"/>
                  </a:lnTo>
                  <a:lnTo>
                    <a:pt x="2822344" y="454098"/>
                  </a:lnTo>
                  <a:lnTo>
                    <a:pt x="2822350" y="454133"/>
                  </a:lnTo>
                  <a:lnTo>
                    <a:pt x="2822351" y="454170"/>
                  </a:lnTo>
                  <a:lnTo>
                    <a:pt x="2822336" y="454188"/>
                  </a:lnTo>
                  <a:lnTo>
                    <a:pt x="2822318" y="454200"/>
                  </a:lnTo>
                  <a:lnTo>
                    <a:pt x="2822277" y="454205"/>
                  </a:lnTo>
                  <a:lnTo>
                    <a:pt x="2822241" y="454202"/>
                  </a:lnTo>
                  <a:lnTo>
                    <a:pt x="2822219" y="454194"/>
                  </a:lnTo>
                  <a:lnTo>
                    <a:pt x="2822190" y="454174"/>
                  </a:lnTo>
                  <a:lnTo>
                    <a:pt x="2822148" y="454148"/>
                  </a:lnTo>
                  <a:lnTo>
                    <a:pt x="2822127" y="454136"/>
                  </a:lnTo>
                  <a:lnTo>
                    <a:pt x="2822094" y="454128"/>
                  </a:lnTo>
                  <a:lnTo>
                    <a:pt x="2822047" y="454127"/>
                  </a:lnTo>
                  <a:lnTo>
                    <a:pt x="2822015" y="454134"/>
                  </a:lnTo>
                  <a:lnTo>
                    <a:pt x="2822004" y="454139"/>
                  </a:lnTo>
                  <a:lnTo>
                    <a:pt x="2821990" y="454151"/>
                  </a:lnTo>
                  <a:lnTo>
                    <a:pt x="2821993" y="454162"/>
                  </a:lnTo>
                  <a:lnTo>
                    <a:pt x="2821998" y="454171"/>
                  </a:lnTo>
                  <a:lnTo>
                    <a:pt x="2822008" y="454180"/>
                  </a:lnTo>
                  <a:lnTo>
                    <a:pt x="2821980" y="454333"/>
                  </a:lnTo>
                  <a:lnTo>
                    <a:pt x="2821980" y="454341"/>
                  </a:lnTo>
                  <a:lnTo>
                    <a:pt x="2821981" y="454356"/>
                  </a:lnTo>
                  <a:lnTo>
                    <a:pt x="2821990" y="454367"/>
                  </a:lnTo>
                  <a:lnTo>
                    <a:pt x="2822008" y="454384"/>
                  </a:lnTo>
                  <a:lnTo>
                    <a:pt x="2822027" y="454399"/>
                  </a:lnTo>
                  <a:lnTo>
                    <a:pt x="2822048" y="454421"/>
                  </a:lnTo>
                  <a:lnTo>
                    <a:pt x="2822071" y="454484"/>
                  </a:lnTo>
                  <a:lnTo>
                    <a:pt x="2822084" y="454518"/>
                  </a:lnTo>
                  <a:lnTo>
                    <a:pt x="2822104" y="454545"/>
                  </a:lnTo>
                  <a:lnTo>
                    <a:pt x="2822117" y="454565"/>
                  </a:lnTo>
                  <a:lnTo>
                    <a:pt x="2822133" y="454596"/>
                  </a:lnTo>
                  <a:lnTo>
                    <a:pt x="2822142" y="454630"/>
                  </a:lnTo>
                  <a:lnTo>
                    <a:pt x="2822144" y="454662"/>
                  </a:lnTo>
                  <a:lnTo>
                    <a:pt x="2822131" y="454685"/>
                  </a:lnTo>
                  <a:lnTo>
                    <a:pt x="2822102" y="454707"/>
                  </a:lnTo>
                  <a:lnTo>
                    <a:pt x="2822078" y="454714"/>
                  </a:lnTo>
                  <a:lnTo>
                    <a:pt x="2822059" y="454719"/>
                  </a:lnTo>
                  <a:lnTo>
                    <a:pt x="2822044" y="454710"/>
                  </a:lnTo>
                  <a:lnTo>
                    <a:pt x="2822033" y="454693"/>
                  </a:lnTo>
                  <a:lnTo>
                    <a:pt x="2822024" y="454654"/>
                  </a:lnTo>
                  <a:lnTo>
                    <a:pt x="2822014" y="454611"/>
                  </a:lnTo>
                  <a:lnTo>
                    <a:pt x="2822000" y="454595"/>
                  </a:lnTo>
                  <a:lnTo>
                    <a:pt x="2821973" y="454597"/>
                  </a:lnTo>
                  <a:lnTo>
                    <a:pt x="2821943" y="454613"/>
                  </a:lnTo>
                  <a:lnTo>
                    <a:pt x="2821904" y="454624"/>
                  </a:lnTo>
                  <a:lnTo>
                    <a:pt x="2821866" y="454627"/>
                  </a:lnTo>
                  <a:lnTo>
                    <a:pt x="2821821" y="454612"/>
                  </a:lnTo>
                  <a:lnTo>
                    <a:pt x="2821776" y="454602"/>
                  </a:lnTo>
                  <a:lnTo>
                    <a:pt x="2821752" y="454605"/>
                  </a:lnTo>
                  <a:lnTo>
                    <a:pt x="2821732" y="454610"/>
                  </a:lnTo>
                  <a:lnTo>
                    <a:pt x="2821726" y="454620"/>
                  </a:lnTo>
                  <a:lnTo>
                    <a:pt x="2821522" y="454760"/>
                  </a:lnTo>
                  <a:lnTo>
                    <a:pt x="2821468" y="454775"/>
                  </a:lnTo>
                  <a:lnTo>
                    <a:pt x="2821410" y="454816"/>
                  </a:lnTo>
                  <a:lnTo>
                    <a:pt x="2821388" y="454840"/>
                  </a:lnTo>
                  <a:lnTo>
                    <a:pt x="2821365" y="454877"/>
                  </a:lnTo>
                  <a:lnTo>
                    <a:pt x="2821362" y="454895"/>
                  </a:lnTo>
                  <a:lnTo>
                    <a:pt x="2821376" y="454910"/>
                  </a:lnTo>
                  <a:lnTo>
                    <a:pt x="2821414" y="454933"/>
                  </a:lnTo>
                  <a:lnTo>
                    <a:pt x="2821471" y="454956"/>
                  </a:lnTo>
                  <a:lnTo>
                    <a:pt x="2821532" y="454987"/>
                  </a:lnTo>
                  <a:lnTo>
                    <a:pt x="2821572" y="455022"/>
                  </a:lnTo>
                  <a:lnTo>
                    <a:pt x="2821581" y="455045"/>
                  </a:lnTo>
                  <a:lnTo>
                    <a:pt x="2821579" y="455056"/>
                  </a:lnTo>
                  <a:lnTo>
                    <a:pt x="2821578" y="455070"/>
                  </a:lnTo>
                  <a:lnTo>
                    <a:pt x="2821559" y="455081"/>
                  </a:lnTo>
                  <a:lnTo>
                    <a:pt x="2821547" y="455084"/>
                  </a:lnTo>
                  <a:lnTo>
                    <a:pt x="2821518" y="455087"/>
                  </a:lnTo>
                  <a:lnTo>
                    <a:pt x="2821487" y="455089"/>
                  </a:lnTo>
                  <a:lnTo>
                    <a:pt x="2821464" y="455099"/>
                  </a:lnTo>
                  <a:lnTo>
                    <a:pt x="2821316" y="455090"/>
                  </a:lnTo>
                  <a:lnTo>
                    <a:pt x="2821307" y="455071"/>
                  </a:lnTo>
                  <a:lnTo>
                    <a:pt x="2821274" y="455047"/>
                  </a:lnTo>
                  <a:lnTo>
                    <a:pt x="2821230" y="455005"/>
                  </a:lnTo>
                  <a:lnTo>
                    <a:pt x="2821172" y="454962"/>
                  </a:lnTo>
                  <a:lnTo>
                    <a:pt x="2821128" y="454923"/>
                  </a:lnTo>
                  <a:lnTo>
                    <a:pt x="2821109" y="454917"/>
                  </a:lnTo>
                  <a:lnTo>
                    <a:pt x="2821094" y="454911"/>
                  </a:lnTo>
                  <a:lnTo>
                    <a:pt x="2821078" y="454913"/>
                  </a:lnTo>
                  <a:lnTo>
                    <a:pt x="2821044" y="454936"/>
                  </a:lnTo>
                  <a:lnTo>
                    <a:pt x="2821029" y="454956"/>
                  </a:lnTo>
                  <a:lnTo>
                    <a:pt x="2821016" y="454978"/>
                  </a:lnTo>
                  <a:lnTo>
                    <a:pt x="2821021" y="455023"/>
                  </a:lnTo>
                  <a:lnTo>
                    <a:pt x="2821029" y="455039"/>
                  </a:lnTo>
                  <a:lnTo>
                    <a:pt x="2821041" y="455055"/>
                  </a:lnTo>
                  <a:lnTo>
                    <a:pt x="2821050" y="455068"/>
                  </a:lnTo>
                  <a:lnTo>
                    <a:pt x="2821050" y="455086"/>
                  </a:lnTo>
                  <a:lnTo>
                    <a:pt x="2821037" y="455111"/>
                  </a:lnTo>
                  <a:lnTo>
                    <a:pt x="2820989" y="455128"/>
                  </a:lnTo>
                  <a:lnTo>
                    <a:pt x="2820947" y="455146"/>
                  </a:lnTo>
                  <a:lnTo>
                    <a:pt x="2820894" y="455162"/>
                  </a:lnTo>
                  <a:lnTo>
                    <a:pt x="2820854" y="455169"/>
                  </a:lnTo>
                  <a:lnTo>
                    <a:pt x="2820831" y="455170"/>
                  </a:lnTo>
                  <a:lnTo>
                    <a:pt x="2820800" y="455161"/>
                  </a:lnTo>
                  <a:lnTo>
                    <a:pt x="2820745" y="455140"/>
                  </a:lnTo>
                  <a:lnTo>
                    <a:pt x="2820706" y="455129"/>
                  </a:lnTo>
                  <a:lnTo>
                    <a:pt x="2820616" y="455125"/>
                  </a:lnTo>
                  <a:lnTo>
                    <a:pt x="2820569" y="455131"/>
                  </a:lnTo>
                  <a:lnTo>
                    <a:pt x="2820516" y="455151"/>
                  </a:lnTo>
                  <a:lnTo>
                    <a:pt x="2820466" y="455176"/>
                  </a:lnTo>
                  <a:lnTo>
                    <a:pt x="2820459" y="455186"/>
                  </a:lnTo>
                  <a:lnTo>
                    <a:pt x="2820252" y="455540"/>
                  </a:lnTo>
                  <a:lnTo>
                    <a:pt x="2820223" y="455583"/>
                  </a:lnTo>
                  <a:lnTo>
                    <a:pt x="2820223" y="455613"/>
                  </a:lnTo>
                  <a:lnTo>
                    <a:pt x="2820234" y="455621"/>
                  </a:lnTo>
                  <a:lnTo>
                    <a:pt x="2820312" y="455622"/>
                  </a:lnTo>
                  <a:lnTo>
                    <a:pt x="2820344" y="455616"/>
                  </a:lnTo>
                  <a:lnTo>
                    <a:pt x="2820483" y="455620"/>
                  </a:lnTo>
                  <a:lnTo>
                    <a:pt x="2820523" y="455623"/>
                  </a:lnTo>
                  <a:lnTo>
                    <a:pt x="2820549" y="455632"/>
                  </a:lnTo>
                  <a:lnTo>
                    <a:pt x="2820564" y="455641"/>
                  </a:lnTo>
                  <a:lnTo>
                    <a:pt x="2820577" y="455683"/>
                  </a:lnTo>
                  <a:lnTo>
                    <a:pt x="2820581" y="455722"/>
                  </a:lnTo>
                  <a:lnTo>
                    <a:pt x="2820563" y="455737"/>
                  </a:lnTo>
                  <a:lnTo>
                    <a:pt x="2820492" y="455736"/>
                  </a:lnTo>
                  <a:lnTo>
                    <a:pt x="2820456" y="455730"/>
                  </a:lnTo>
                  <a:lnTo>
                    <a:pt x="2820392" y="455724"/>
                  </a:lnTo>
                  <a:lnTo>
                    <a:pt x="2820338" y="455720"/>
                  </a:lnTo>
                  <a:lnTo>
                    <a:pt x="2820231" y="455724"/>
                  </a:lnTo>
                  <a:lnTo>
                    <a:pt x="2820163" y="455730"/>
                  </a:lnTo>
                  <a:lnTo>
                    <a:pt x="2820104" y="455734"/>
                  </a:lnTo>
                  <a:lnTo>
                    <a:pt x="2820086" y="455748"/>
                  </a:lnTo>
                  <a:lnTo>
                    <a:pt x="2820057" y="455784"/>
                  </a:lnTo>
                  <a:lnTo>
                    <a:pt x="2820046" y="455876"/>
                  </a:lnTo>
                  <a:lnTo>
                    <a:pt x="2820036" y="455895"/>
                  </a:lnTo>
                  <a:lnTo>
                    <a:pt x="2820035" y="455919"/>
                  </a:lnTo>
                  <a:lnTo>
                    <a:pt x="2820042" y="455944"/>
                  </a:lnTo>
                  <a:lnTo>
                    <a:pt x="2820057" y="456010"/>
                  </a:lnTo>
                  <a:lnTo>
                    <a:pt x="2820059" y="456038"/>
                  </a:lnTo>
                  <a:lnTo>
                    <a:pt x="2820049" y="456061"/>
                  </a:lnTo>
                  <a:lnTo>
                    <a:pt x="2820010" y="456067"/>
                  </a:lnTo>
                  <a:lnTo>
                    <a:pt x="2819956" y="456041"/>
                  </a:lnTo>
                  <a:lnTo>
                    <a:pt x="2819899" y="456007"/>
                  </a:lnTo>
                  <a:lnTo>
                    <a:pt x="2819820" y="455965"/>
                  </a:lnTo>
                  <a:lnTo>
                    <a:pt x="2819766" y="455945"/>
                  </a:lnTo>
                  <a:lnTo>
                    <a:pt x="2819732" y="455937"/>
                  </a:lnTo>
                  <a:lnTo>
                    <a:pt x="2819702" y="455950"/>
                  </a:lnTo>
                  <a:lnTo>
                    <a:pt x="2819602" y="456002"/>
                  </a:lnTo>
                  <a:lnTo>
                    <a:pt x="2819511" y="456068"/>
                  </a:lnTo>
                  <a:lnTo>
                    <a:pt x="2819251" y="456408"/>
                  </a:lnTo>
                  <a:lnTo>
                    <a:pt x="2819231" y="456417"/>
                  </a:lnTo>
                  <a:lnTo>
                    <a:pt x="2819213" y="456430"/>
                  </a:lnTo>
                  <a:lnTo>
                    <a:pt x="2819174" y="456468"/>
                  </a:lnTo>
                  <a:lnTo>
                    <a:pt x="2819153" y="456498"/>
                  </a:lnTo>
                  <a:lnTo>
                    <a:pt x="2819140" y="456530"/>
                  </a:lnTo>
                  <a:lnTo>
                    <a:pt x="2819132" y="456558"/>
                  </a:lnTo>
                  <a:lnTo>
                    <a:pt x="2819135" y="456593"/>
                  </a:lnTo>
                  <a:lnTo>
                    <a:pt x="2819153" y="456614"/>
                  </a:lnTo>
                  <a:lnTo>
                    <a:pt x="2819192" y="456606"/>
                  </a:lnTo>
                  <a:lnTo>
                    <a:pt x="2819322" y="456578"/>
                  </a:lnTo>
                  <a:lnTo>
                    <a:pt x="2819357" y="456572"/>
                  </a:lnTo>
                  <a:lnTo>
                    <a:pt x="2819380" y="456570"/>
                  </a:lnTo>
                  <a:lnTo>
                    <a:pt x="2819401" y="456572"/>
                  </a:lnTo>
                  <a:lnTo>
                    <a:pt x="2819414" y="456576"/>
                  </a:lnTo>
                  <a:lnTo>
                    <a:pt x="2819430" y="456587"/>
                  </a:lnTo>
                  <a:lnTo>
                    <a:pt x="2819433" y="456611"/>
                  </a:lnTo>
                  <a:lnTo>
                    <a:pt x="2819424" y="456635"/>
                  </a:lnTo>
                  <a:lnTo>
                    <a:pt x="2819405" y="456706"/>
                  </a:lnTo>
                  <a:lnTo>
                    <a:pt x="2819400" y="456752"/>
                  </a:lnTo>
                  <a:lnTo>
                    <a:pt x="2819409" y="456776"/>
                  </a:lnTo>
                  <a:lnTo>
                    <a:pt x="2819416" y="456789"/>
                  </a:lnTo>
                  <a:lnTo>
                    <a:pt x="2819425" y="456803"/>
                  </a:lnTo>
                  <a:lnTo>
                    <a:pt x="2819435" y="456819"/>
                  </a:lnTo>
                  <a:lnTo>
                    <a:pt x="2819441" y="456842"/>
                  </a:lnTo>
                  <a:lnTo>
                    <a:pt x="2819436" y="456866"/>
                  </a:lnTo>
                  <a:lnTo>
                    <a:pt x="2819409" y="456899"/>
                  </a:lnTo>
                  <a:lnTo>
                    <a:pt x="2819377" y="456923"/>
                  </a:lnTo>
                  <a:lnTo>
                    <a:pt x="2819349" y="456926"/>
                  </a:lnTo>
                  <a:lnTo>
                    <a:pt x="2819296" y="456914"/>
                  </a:lnTo>
                  <a:lnTo>
                    <a:pt x="2819263" y="456911"/>
                  </a:lnTo>
                  <a:lnTo>
                    <a:pt x="2819234" y="456911"/>
                  </a:lnTo>
                  <a:lnTo>
                    <a:pt x="2819198" y="456917"/>
                  </a:lnTo>
                  <a:lnTo>
                    <a:pt x="2819159" y="456934"/>
                  </a:lnTo>
                  <a:lnTo>
                    <a:pt x="2819120" y="456956"/>
                  </a:lnTo>
                  <a:lnTo>
                    <a:pt x="2819094" y="456984"/>
                  </a:lnTo>
                  <a:lnTo>
                    <a:pt x="2819077" y="457016"/>
                  </a:lnTo>
                  <a:lnTo>
                    <a:pt x="2819075" y="457043"/>
                  </a:lnTo>
                  <a:lnTo>
                    <a:pt x="2819076" y="457062"/>
                  </a:lnTo>
                  <a:lnTo>
                    <a:pt x="2819085" y="457073"/>
                  </a:lnTo>
                  <a:lnTo>
                    <a:pt x="2819093" y="457079"/>
                  </a:lnTo>
                  <a:lnTo>
                    <a:pt x="2819264" y="457070"/>
                  </a:lnTo>
                  <a:lnTo>
                    <a:pt x="2819285" y="457079"/>
                  </a:lnTo>
                  <a:lnTo>
                    <a:pt x="2819338" y="457127"/>
                  </a:lnTo>
                  <a:lnTo>
                    <a:pt x="2819372" y="457164"/>
                  </a:lnTo>
                  <a:lnTo>
                    <a:pt x="2819375" y="457174"/>
                  </a:lnTo>
                  <a:lnTo>
                    <a:pt x="2819372" y="457190"/>
                  </a:lnTo>
                  <a:lnTo>
                    <a:pt x="2819341" y="457196"/>
                  </a:lnTo>
                  <a:lnTo>
                    <a:pt x="2819290" y="457210"/>
                  </a:lnTo>
                  <a:lnTo>
                    <a:pt x="2819227" y="457219"/>
                  </a:lnTo>
                  <a:lnTo>
                    <a:pt x="2819177" y="457228"/>
                  </a:lnTo>
                  <a:lnTo>
                    <a:pt x="2819129" y="457233"/>
                  </a:lnTo>
                  <a:lnTo>
                    <a:pt x="2819114" y="457242"/>
                  </a:lnTo>
                  <a:lnTo>
                    <a:pt x="2819100" y="457272"/>
                  </a:lnTo>
                  <a:lnTo>
                    <a:pt x="2819065" y="457319"/>
                  </a:lnTo>
                  <a:lnTo>
                    <a:pt x="2819045" y="457365"/>
                  </a:lnTo>
                  <a:lnTo>
                    <a:pt x="2819024" y="457403"/>
                  </a:lnTo>
                  <a:lnTo>
                    <a:pt x="2819010" y="457418"/>
                  </a:lnTo>
                  <a:lnTo>
                    <a:pt x="2819004" y="457424"/>
                  </a:lnTo>
                  <a:lnTo>
                    <a:pt x="2818987" y="457416"/>
                  </a:lnTo>
                  <a:lnTo>
                    <a:pt x="2818969" y="457402"/>
                  </a:lnTo>
                  <a:lnTo>
                    <a:pt x="2818941" y="457365"/>
                  </a:lnTo>
                  <a:lnTo>
                    <a:pt x="2818918" y="457331"/>
                  </a:lnTo>
                  <a:lnTo>
                    <a:pt x="2818883" y="457295"/>
                  </a:lnTo>
                  <a:lnTo>
                    <a:pt x="2818854" y="457289"/>
                  </a:lnTo>
                  <a:lnTo>
                    <a:pt x="2818831" y="457292"/>
                  </a:lnTo>
                  <a:lnTo>
                    <a:pt x="2818458" y="457437"/>
                  </a:lnTo>
                  <a:lnTo>
                    <a:pt x="2818403" y="457465"/>
                  </a:lnTo>
                  <a:lnTo>
                    <a:pt x="2818357" y="457494"/>
                  </a:lnTo>
                  <a:lnTo>
                    <a:pt x="2818338" y="457508"/>
                  </a:lnTo>
                  <a:lnTo>
                    <a:pt x="2818335" y="457534"/>
                  </a:lnTo>
                  <a:lnTo>
                    <a:pt x="2818338" y="457596"/>
                  </a:lnTo>
                  <a:lnTo>
                    <a:pt x="2818336" y="457624"/>
                  </a:lnTo>
                  <a:lnTo>
                    <a:pt x="2818325" y="457650"/>
                  </a:lnTo>
                  <a:lnTo>
                    <a:pt x="2818292" y="457686"/>
                  </a:lnTo>
                  <a:lnTo>
                    <a:pt x="2818250" y="457703"/>
                  </a:lnTo>
                  <a:lnTo>
                    <a:pt x="2818215" y="457714"/>
                  </a:lnTo>
                  <a:lnTo>
                    <a:pt x="2818166" y="457718"/>
                  </a:lnTo>
                  <a:lnTo>
                    <a:pt x="2818119" y="457718"/>
                  </a:lnTo>
                  <a:lnTo>
                    <a:pt x="2818096" y="457716"/>
                  </a:lnTo>
                  <a:lnTo>
                    <a:pt x="2818049" y="457716"/>
                  </a:lnTo>
                  <a:lnTo>
                    <a:pt x="2818002" y="457717"/>
                  </a:lnTo>
                  <a:lnTo>
                    <a:pt x="2817952" y="457715"/>
                  </a:lnTo>
                  <a:lnTo>
                    <a:pt x="2817897" y="457712"/>
                  </a:lnTo>
                  <a:lnTo>
                    <a:pt x="2817831" y="457711"/>
                  </a:lnTo>
                  <a:lnTo>
                    <a:pt x="2817586" y="457797"/>
                  </a:lnTo>
                  <a:lnTo>
                    <a:pt x="2817571" y="457803"/>
                  </a:lnTo>
                  <a:lnTo>
                    <a:pt x="2817558" y="457837"/>
                  </a:lnTo>
                  <a:lnTo>
                    <a:pt x="2817554" y="457874"/>
                  </a:lnTo>
                  <a:lnTo>
                    <a:pt x="2817549" y="457901"/>
                  </a:lnTo>
                  <a:lnTo>
                    <a:pt x="2817530" y="457935"/>
                  </a:lnTo>
                  <a:lnTo>
                    <a:pt x="2817507" y="457969"/>
                  </a:lnTo>
                  <a:lnTo>
                    <a:pt x="2817466" y="458004"/>
                  </a:lnTo>
                  <a:lnTo>
                    <a:pt x="2817418" y="458031"/>
                  </a:lnTo>
                  <a:lnTo>
                    <a:pt x="2817361" y="458065"/>
                  </a:lnTo>
                  <a:lnTo>
                    <a:pt x="2817315" y="458085"/>
                  </a:lnTo>
                  <a:lnTo>
                    <a:pt x="2817275" y="458094"/>
                  </a:lnTo>
                  <a:lnTo>
                    <a:pt x="2817237" y="458096"/>
                  </a:lnTo>
                  <a:lnTo>
                    <a:pt x="2817205" y="458082"/>
                  </a:lnTo>
                  <a:lnTo>
                    <a:pt x="2817172" y="458065"/>
                  </a:lnTo>
                  <a:lnTo>
                    <a:pt x="2817126" y="458030"/>
                  </a:lnTo>
                  <a:lnTo>
                    <a:pt x="2817099" y="457993"/>
                  </a:lnTo>
                  <a:lnTo>
                    <a:pt x="2817082" y="457968"/>
                  </a:lnTo>
                  <a:lnTo>
                    <a:pt x="2817056" y="457968"/>
                  </a:lnTo>
                  <a:lnTo>
                    <a:pt x="2817023" y="457985"/>
                  </a:lnTo>
                  <a:lnTo>
                    <a:pt x="2816991" y="457998"/>
                  </a:lnTo>
                  <a:lnTo>
                    <a:pt x="2816951" y="458004"/>
                  </a:lnTo>
                  <a:lnTo>
                    <a:pt x="2816884" y="458010"/>
                  </a:lnTo>
                  <a:lnTo>
                    <a:pt x="2816839" y="458005"/>
                  </a:lnTo>
                  <a:lnTo>
                    <a:pt x="2816754" y="457998"/>
                  </a:lnTo>
                  <a:lnTo>
                    <a:pt x="2816719" y="458000"/>
                  </a:lnTo>
                  <a:lnTo>
                    <a:pt x="2816704" y="458016"/>
                  </a:lnTo>
                  <a:lnTo>
                    <a:pt x="2816509" y="458254"/>
                  </a:lnTo>
                  <a:lnTo>
                    <a:pt x="2816494" y="458255"/>
                  </a:lnTo>
                  <a:lnTo>
                    <a:pt x="2816449" y="458273"/>
                  </a:lnTo>
                  <a:lnTo>
                    <a:pt x="2816397" y="458302"/>
                  </a:lnTo>
                  <a:lnTo>
                    <a:pt x="2816351" y="458339"/>
                  </a:lnTo>
                  <a:lnTo>
                    <a:pt x="2816324" y="458374"/>
                  </a:lnTo>
                  <a:lnTo>
                    <a:pt x="2816314" y="458394"/>
                  </a:lnTo>
                  <a:lnTo>
                    <a:pt x="2816317" y="458417"/>
                  </a:lnTo>
                  <a:lnTo>
                    <a:pt x="2816337" y="458439"/>
                  </a:lnTo>
                  <a:lnTo>
                    <a:pt x="2816369" y="458477"/>
                  </a:lnTo>
                  <a:lnTo>
                    <a:pt x="2816404" y="458509"/>
                  </a:lnTo>
                  <a:lnTo>
                    <a:pt x="2816439" y="458528"/>
                  </a:lnTo>
                  <a:lnTo>
                    <a:pt x="2816476" y="458621"/>
                  </a:lnTo>
                  <a:lnTo>
                    <a:pt x="2816355" y="458959"/>
                  </a:lnTo>
                  <a:lnTo>
                    <a:pt x="2816350" y="458988"/>
                  </a:lnTo>
                  <a:lnTo>
                    <a:pt x="2816339" y="459027"/>
                  </a:lnTo>
                  <a:lnTo>
                    <a:pt x="2816309" y="459063"/>
                  </a:lnTo>
                  <a:lnTo>
                    <a:pt x="2816257" y="459104"/>
                  </a:lnTo>
                  <a:lnTo>
                    <a:pt x="2816219" y="459111"/>
                  </a:lnTo>
                  <a:lnTo>
                    <a:pt x="2815971" y="459114"/>
                  </a:lnTo>
                  <a:lnTo>
                    <a:pt x="2815944" y="459103"/>
                  </a:lnTo>
                  <a:lnTo>
                    <a:pt x="2815900" y="459079"/>
                  </a:lnTo>
                  <a:lnTo>
                    <a:pt x="2815855" y="459034"/>
                  </a:lnTo>
                  <a:lnTo>
                    <a:pt x="2815832" y="459013"/>
                  </a:lnTo>
                  <a:lnTo>
                    <a:pt x="2815823" y="458937"/>
                  </a:lnTo>
                  <a:lnTo>
                    <a:pt x="2815824" y="458861"/>
                  </a:lnTo>
                  <a:lnTo>
                    <a:pt x="2815822" y="458805"/>
                  </a:lnTo>
                  <a:lnTo>
                    <a:pt x="2815820" y="458773"/>
                  </a:lnTo>
                  <a:lnTo>
                    <a:pt x="2815809" y="458711"/>
                  </a:lnTo>
                  <a:lnTo>
                    <a:pt x="2815801" y="458657"/>
                  </a:lnTo>
                  <a:lnTo>
                    <a:pt x="2815788" y="458644"/>
                  </a:lnTo>
                  <a:lnTo>
                    <a:pt x="2815761" y="458639"/>
                  </a:lnTo>
                  <a:lnTo>
                    <a:pt x="2815746" y="458643"/>
                  </a:lnTo>
                  <a:lnTo>
                    <a:pt x="2815726" y="458658"/>
                  </a:lnTo>
                  <a:lnTo>
                    <a:pt x="2815684" y="458694"/>
                  </a:lnTo>
                  <a:lnTo>
                    <a:pt x="2815645" y="458726"/>
                  </a:lnTo>
                  <a:lnTo>
                    <a:pt x="2815609" y="458748"/>
                  </a:lnTo>
                  <a:lnTo>
                    <a:pt x="2815568" y="458764"/>
                  </a:lnTo>
                  <a:lnTo>
                    <a:pt x="2815532" y="458772"/>
                  </a:lnTo>
                  <a:lnTo>
                    <a:pt x="2815486" y="458774"/>
                  </a:lnTo>
                  <a:lnTo>
                    <a:pt x="2815428" y="458778"/>
                  </a:lnTo>
                  <a:lnTo>
                    <a:pt x="2815409" y="458783"/>
                  </a:lnTo>
                  <a:lnTo>
                    <a:pt x="2815380" y="458814"/>
                  </a:lnTo>
                  <a:lnTo>
                    <a:pt x="2815361" y="458850"/>
                  </a:lnTo>
                  <a:lnTo>
                    <a:pt x="2815337" y="458874"/>
                  </a:lnTo>
                  <a:lnTo>
                    <a:pt x="2815308" y="458896"/>
                  </a:lnTo>
                  <a:lnTo>
                    <a:pt x="2815256" y="458925"/>
                  </a:lnTo>
                  <a:lnTo>
                    <a:pt x="2815233" y="458951"/>
                  </a:lnTo>
                  <a:lnTo>
                    <a:pt x="2815209" y="458979"/>
                  </a:lnTo>
                  <a:lnTo>
                    <a:pt x="2815173" y="459007"/>
                  </a:lnTo>
                  <a:lnTo>
                    <a:pt x="2815138" y="459034"/>
                  </a:lnTo>
                  <a:lnTo>
                    <a:pt x="2815119" y="459057"/>
                  </a:lnTo>
                  <a:lnTo>
                    <a:pt x="2815108" y="459085"/>
                  </a:lnTo>
                  <a:lnTo>
                    <a:pt x="2815108" y="459124"/>
                  </a:lnTo>
                  <a:lnTo>
                    <a:pt x="2815395" y="459179"/>
                  </a:lnTo>
                  <a:lnTo>
                    <a:pt x="2815410" y="459182"/>
                  </a:lnTo>
                  <a:lnTo>
                    <a:pt x="2815418" y="459196"/>
                  </a:lnTo>
                  <a:lnTo>
                    <a:pt x="2815414" y="459221"/>
                  </a:lnTo>
                  <a:lnTo>
                    <a:pt x="2815411" y="459258"/>
                  </a:lnTo>
                  <a:lnTo>
                    <a:pt x="2815408" y="459302"/>
                  </a:lnTo>
                  <a:lnTo>
                    <a:pt x="2815389" y="459337"/>
                  </a:lnTo>
                  <a:lnTo>
                    <a:pt x="2815358" y="459362"/>
                  </a:lnTo>
                  <a:lnTo>
                    <a:pt x="2815291" y="459381"/>
                  </a:lnTo>
                  <a:lnTo>
                    <a:pt x="2815241" y="459388"/>
                  </a:lnTo>
                  <a:lnTo>
                    <a:pt x="2815194" y="459387"/>
                  </a:lnTo>
                  <a:lnTo>
                    <a:pt x="2815156" y="459374"/>
                  </a:lnTo>
                  <a:lnTo>
                    <a:pt x="2815089" y="459345"/>
                  </a:lnTo>
                  <a:lnTo>
                    <a:pt x="2815047" y="459323"/>
                  </a:lnTo>
                  <a:lnTo>
                    <a:pt x="2814984" y="459290"/>
                  </a:lnTo>
                  <a:lnTo>
                    <a:pt x="2814936" y="459247"/>
                  </a:lnTo>
                  <a:lnTo>
                    <a:pt x="2814913" y="459230"/>
                  </a:lnTo>
                  <a:lnTo>
                    <a:pt x="2814876" y="459211"/>
                  </a:lnTo>
                  <a:lnTo>
                    <a:pt x="2814835" y="459196"/>
                  </a:lnTo>
                  <a:lnTo>
                    <a:pt x="2814766" y="459180"/>
                  </a:lnTo>
                  <a:lnTo>
                    <a:pt x="2814722" y="459170"/>
                  </a:lnTo>
                  <a:lnTo>
                    <a:pt x="2814676" y="459148"/>
                  </a:lnTo>
                  <a:lnTo>
                    <a:pt x="2814636" y="459086"/>
                  </a:lnTo>
                  <a:lnTo>
                    <a:pt x="2814631" y="459044"/>
                  </a:lnTo>
                  <a:lnTo>
                    <a:pt x="2814634" y="459011"/>
                  </a:lnTo>
                  <a:lnTo>
                    <a:pt x="2814725" y="458850"/>
                  </a:lnTo>
                  <a:lnTo>
                    <a:pt x="2814688" y="458695"/>
                  </a:lnTo>
                  <a:lnTo>
                    <a:pt x="2814683" y="458672"/>
                  </a:lnTo>
                  <a:lnTo>
                    <a:pt x="2814678" y="458630"/>
                  </a:lnTo>
                  <a:lnTo>
                    <a:pt x="2814665" y="458588"/>
                  </a:lnTo>
                  <a:lnTo>
                    <a:pt x="2814651" y="458562"/>
                  </a:lnTo>
                  <a:lnTo>
                    <a:pt x="2814639" y="458546"/>
                  </a:lnTo>
                  <a:lnTo>
                    <a:pt x="2814632" y="458543"/>
                  </a:lnTo>
                  <a:lnTo>
                    <a:pt x="2814400" y="458566"/>
                  </a:lnTo>
                  <a:lnTo>
                    <a:pt x="2814380" y="458568"/>
                  </a:lnTo>
                  <a:lnTo>
                    <a:pt x="2814334" y="458590"/>
                  </a:lnTo>
                  <a:lnTo>
                    <a:pt x="2814307" y="458595"/>
                  </a:lnTo>
                  <a:lnTo>
                    <a:pt x="2814287" y="458596"/>
                  </a:lnTo>
                  <a:lnTo>
                    <a:pt x="2814222" y="458605"/>
                  </a:lnTo>
                  <a:lnTo>
                    <a:pt x="2814179" y="458617"/>
                  </a:lnTo>
                  <a:lnTo>
                    <a:pt x="2814121" y="458618"/>
                  </a:lnTo>
                  <a:lnTo>
                    <a:pt x="2814079" y="458613"/>
                  </a:lnTo>
                  <a:lnTo>
                    <a:pt x="2814020" y="458599"/>
                  </a:lnTo>
                  <a:lnTo>
                    <a:pt x="2813982" y="458590"/>
                  </a:lnTo>
                  <a:lnTo>
                    <a:pt x="2813935" y="458575"/>
                  </a:lnTo>
                  <a:lnTo>
                    <a:pt x="2813883" y="458560"/>
                  </a:lnTo>
                  <a:lnTo>
                    <a:pt x="2813646" y="458531"/>
                  </a:lnTo>
                  <a:lnTo>
                    <a:pt x="2813579" y="458567"/>
                  </a:lnTo>
                  <a:lnTo>
                    <a:pt x="2813479" y="458602"/>
                  </a:lnTo>
                  <a:lnTo>
                    <a:pt x="2813410" y="458616"/>
                  </a:lnTo>
                  <a:lnTo>
                    <a:pt x="2813359" y="458619"/>
                  </a:lnTo>
                  <a:lnTo>
                    <a:pt x="2813310" y="458618"/>
                  </a:lnTo>
                  <a:lnTo>
                    <a:pt x="2813293" y="458610"/>
                  </a:lnTo>
                  <a:lnTo>
                    <a:pt x="2813302" y="458590"/>
                  </a:lnTo>
                  <a:lnTo>
                    <a:pt x="2813327" y="458577"/>
                  </a:lnTo>
                  <a:lnTo>
                    <a:pt x="2813360" y="458562"/>
                  </a:lnTo>
                  <a:lnTo>
                    <a:pt x="2813373" y="458548"/>
                  </a:lnTo>
                  <a:lnTo>
                    <a:pt x="2813377" y="458541"/>
                  </a:lnTo>
                  <a:lnTo>
                    <a:pt x="2813376" y="458533"/>
                  </a:lnTo>
                  <a:lnTo>
                    <a:pt x="2813405" y="458379"/>
                  </a:lnTo>
                  <a:lnTo>
                    <a:pt x="2813403" y="458360"/>
                  </a:lnTo>
                  <a:lnTo>
                    <a:pt x="2813402" y="458340"/>
                  </a:lnTo>
                  <a:lnTo>
                    <a:pt x="2813388" y="458319"/>
                  </a:lnTo>
                  <a:lnTo>
                    <a:pt x="2813358" y="458294"/>
                  </a:lnTo>
                  <a:lnTo>
                    <a:pt x="2813337" y="458295"/>
                  </a:lnTo>
                  <a:lnTo>
                    <a:pt x="2813294" y="458327"/>
                  </a:lnTo>
                  <a:lnTo>
                    <a:pt x="2813248" y="458387"/>
                  </a:lnTo>
                  <a:lnTo>
                    <a:pt x="2813214" y="458435"/>
                  </a:lnTo>
                  <a:lnTo>
                    <a:pt x="2813183" y="458449"/>
                  </a:lnTo>
                  <a:lnTo>
                    <a:pt x="2813165" y="458451"/>
                  </a:lnTo>
                  <a:lnTo>
                    <a:pt x="2813135" y="458445"/>
                  </a:lnTo>
                  <a:lnTo>
                    <a:pt x="2812875" y="458333"/>
                  </a:lnTo>
                  <a:lnTo>
                    <a:pt x="2812858" y="458319"/>
                  </a:lnTo>
                  <a:lnTo>
                    <a:pt x="2812859" y="458279"/>
                  </a:lnTo>
                  <a:lnTo>
                    <a:pt x="2812866" y="458218"/>
                  </a:lnTo>
                  <a:lnTo>
                    <a:pt x="2812874" y="458183"/>
                  </a:lnTo>
                  <a:lnTo>
                    <a:pt x="2812864" y="458174"/>
                  </a:lnTo>
                  <a:lnTo>
                    <a:pt x="2812826" y="458159"/>
                  </a:lnTo>
                  <a:lnTo>
                    <a:pt x="2812795" y="458142"/>
                  </a:lnTo>
                  <a:lnTo>
                    <a:pt x="2812735" y="458131"/>
                  </a:lnTo>
                  <a:lnTo>
                    <a:pt x="2812532" y="458092"/>
                  </a:lnTo>
                  <a:lnTo>
                    <a:pt x="2812454" y="458083"/>
                  </a:lnTo>
                  <a:lnTo>
                    <a:pt x="2812389" y="458069"/>
                  </a:lnTo>
                  <a:lnTo>
                    <a:pt x="2812337" y="458065"/>
                  </a:lnTo>
                  <a:lnTo>
                    <a:pt x="2812214" y="458055"/>
                  </a:lnTo>
                  <a:lnTo>
                    <a:pt x="2812160" y="458055"/>
                  </a:lnTo>
                  <a:lnTo>
                    <a:pt x="2812101" y="458052"/>
                  </a:lnTo>
                  <a:lnTo>
                    <a:pt x="2812062" y="458037"/>
                  </a:lnTo>
                  <a:lnTo>
                    <a:pt x="2812048" y="457999"/>
                  </a:lnTo>
                  <a:lnTo>
                    <a:pt x="2812047" y="457984"/>
                  </a:lnTo>
                  <a:lnTo>
                    <a:pt x="2812063" y="457966"/>
                  </a:lnTo>
                  <a:lnTo>
                    <a:pt x="2812097" y="457941"/>
                  </a:lnTo>
                  <a:lnTo>
                    <a:pt x="2812157" y="457908"/>
                  </a:lnTo>
                  <a:lnTo>
                    <a:pt x="2812193" y="457887"/>
                  </a:lnTo>
                  <a:lnTo>
                    <a:pt x="2812212" y="457870"/>
                  </a:lnTo>
                  <a:lnTo>
                    <a:pt x="2812214" y="457860"/>
                  </a:lnTo>
                  <a:lnTo>
                    <a:pt x="2812207" y="457841"/>
                  </a:lnTo>
                  <a:lnTo>
                    <a:pt x="2812171" y="457825"/>
                  </a:lnTo>
                  <a:lnTo>
                    <a:pt x="2812103" y="457812"/>
                  </a:lnTo>
                  <a:lnTo>
                    <a:pt x="2811995" y="457788"/>
                  </a:lnTo>
                  <a:lnTo>
                    <a:pt x="2811891" y="457762"/>
                  </a:lnTo>
                  <a:lnTo>
                    <a:pt x="2811833" y="457750"/>
                  </a:lnTo>
                  <a:lnTo>
                    <a:pt x="2811792" y="457740"/>
                  </a:lnTo>
                  <a:lnTo>
                    <a:pt x="2811747" y="457738"/>
                  </a:lnTo>
                  <a:lnTo>
                    <a:pt x="2811679" y="457742"/>
                  </a:lnTo>
                  <a:lnTo>
                    <a:pt x="2811640" y="457733"/>
                  </a:lnTo>
                  <a:lnTo>
                    <a:pt x="2811618" y="457717"/>
                  </a:lnTo>
                  <a:lnTo>
                    <a:pt x="2811605" y="457704"/>
                  </a:lnTo>
                  <a:lnTo>
                    <a:pt x="2811604" y="457682"/>
                  </a:lnTo>
                  <a:lnTo>
                    <a:pt x="2811606" y="457663"/>
                  </a:lnTo>
                  <a:lnTo>
                    <a:pt x="2811619" y="457656"/>
                  </a:lnTo>
                  <a:lnTo>
                    <a:pt x="2811632" y="457645"/>
                  </a:lnTo>
                  <a:lnTo>
                    <a:pt x="2811658" y="457639"/>
                  </a:lnTo>
                  <a:lnTo>
                    <a:pt x="2811701" y="457634"/>
                  </a:lnTo>
                  <a:lnTo>
                    <a:pt x="2811765" y="457630"/>
                  </a:lnTo>
                  <a:lnTo>
                    <a:pt x="2811793" y="457632"/>
                  </a:lnTo>
                  <a:lnTo>
                    <a:pt x="2811824" y="457642"/>
                  </a:lnTo>
                  <a:lnTo>
                    <a:pt x="2811860" y="457656"/>
                  </a:lnTo>
                  <a:lnTo>
                    <a:pt x="2811894" y="457670"/>
                  </a:lnTo>
                  <a:lnTo>
                    <a:pt x="2811914" y="457668"/>
                  </a:lnTo>
                  <a:lnTo>
                    <a:pt x="2811930" y="457662"/>
                  </a:lnTo>
                  <a:lnTo>
                    <a:pt x="2811951" y="457649"/>
                  </a:lnTo>
                  <a:lnTo>
                    <a:pt x="2811958" y="457624"/>
                  </a:lnTo>
                  <a:lnTo>
                    <a:pt x="2811956" y="457603"/>
                  </a:lnTo>
                  <a:lnTo>
                    <a:pt x="2811935" y="457585"/>
                  </a:lnTo>
                  <a:lnTo>
                    <a:pt x="2811902" y="457571"/>
                  </a:lnTo>
                  <a:lnTo>
                    <a:pt x="2811843" y="457566"/>
                  </a:lnTo>
                  <a:lnTo>
                    <a:pt x="2811743" y="457562"/>
                  </a:lnTo>
                  <a:lnTo>
                    <a:pt x="2811651" y="457562"/>
                  </a:lnTo>
                  <a:lnTo>
                    <a:pt x="2811622" y="457557"/>
                  </a:lnTo>
                  <a:lnTo>
                    <a:pt x="2811612" y="457539"/>
                  </a:lnTo>
                  <a:lnTo>
                    <a:pt x="2811616" y="457505"/>
                  </a:lnTo>
                  <a:lnTo>
                    <a:pt x="2811612" y="457482"/>
                  </a:lnTo>
                  <a:lnTo>
                    <a:pt x="2811580" y="457466"/>
                  </a:lnTo>
                  <a:lnTo>
                    <a:pt x="2811394" y="457330"/>
                  </a:lnTo>
                  <a:lnTo>
                    <a:pt x="2811370" y="457311"/>
                  </a:lnTo>
                  <a:lnTo>
                    <a:pt x="2811341" y="457292"/>
                  </a:lnTo>
                  <a:lnTo>
                    <a:pt x="2811274" y="457244"/>
                  </a:lnTo>
                  <a:lnTo>
                    <a:pt x="2811233" y="457220"/>
                  </a:lnTo>
                  <a:lnTo>
                    <a:pt x="2811205" y="457195"/>
                  </a:lnTo>
                  <a:lnTo>
                    <a:pt x="2811176" y="457150"/>
                  </a:lnTo>
                  <a:lnTo>
                    <a:pt x="2811160" y="457119"/>
                  </a:lnTo>
                  <a:lnTo>
                    <a:pt x="2811141" y="457046"/>
                  </a:lnTo>
                  <a:lnTo>
                    <a:pt x="2811137" y="456992"/>
                  </a:lnTo>
                  <a:lnTo>
                    <a:pt x="2811127" y="456958"/>
                  </a:lnTo>
                  <a:lnTo>
                    <a:pt x="2811111" y="456939"/>
                  </a:lnTo>
                  <a:lnTo>
                    <a:pt x="2811090" y="456933"/>
                  </a:lnTo>
                  <a:lnTo>
                    <a:pt x="2811073" y="456931"/>
                  </a:lnTo>
                  <a:lnTo>
                    <a:pt x="2811045" y="456935"/>
                  </a:lnTo>
                  <a:lnTo>
                    <a:pt x="2811019" y="456945"/>
                  </a:lnTo>
                  <a:lnTo>
                    <a:pt x="2810985" y="456953"/>
                  </a:lnTo>
                  <a:lnTo>
                    <a:pt x="2810959" y="456960"/>
                  </a:lnTo>
                  <a:lnTo>
                    <a:pt x="2810902" y="456974"/>
                  </a:lnTo>
                  <a:lnTo>
                    <a:pt x="2810881" y="456981"/>
                  </a:lnTo>
                  <a:lnTo>
                    <a:pt x="2810873" y="456997"/>
                  </a:lnTo>
                  <a:lnTo>
                    <a:pt x="2810874" y="457010"/>
                  </a:lnTo>
                  <a:lnTo>
                    <a:pt x="2810886" y="457022"/>
                  </a:lnTo>
                  <a:lnTo>
                    <a:pt x="2810904" y="457033"/>
                  </a:lnTo>
                  <a:lnTo>
                    <a:pt x="2810929" y="457045"/>
                  </a:lnTo>
                  <a:lnTo>
                    <a:pt x="2810946" y="457066"/>
                  </a:lnTo>
                  <a:lnTo>
                    <a:pt x="2810950" y="457093"/>
                  </a:lnTo>
                  <a:lnTo>
                    <a:pt x="2810938" y="457108"/>
                  </a:lnTo>
                  <a:lnTo>
                    <a:pt x="2810925" y="457118"/>
                  </a:lnTo>
                  <a:lnTo>
                    <a:pt x="2810899" y="457120"/>
                  </a:lnTo>
                  <a:lnTo>
                    <a:pt x="2810841" y="457119"/>
                  </a:lnTo>
                  <a:lnTo>
                    <a:pt x="2810800" y="457110"/>
                  </a:lnTo>
                  <a:lnTo>
                    <a:pt x="2810766" y="457099"/>
                  </a:lnTo>
                  <a:lnTo>
                    <a:pt x="2810731" y="457094"/>
                  </a:lnTo>
                  <a:lnTo>
                    <a:pt x="2810700" y="457088"/>
                  </a:lnTo>
                  <a:lnTo>
                    <a:pt x="2810431" y="457048"/>
                  </a:lnTo>
                  <a:lnTo>
                    <a:pt x="2770419" y="446684"/>
                  </a:lnTo>
                  <a:lnTo>
                    <a:pt x="2770398" y="446687"/>
                  </a:lnTo>
                  <a:lnTo>
                    <a:pt x="2770381" y="446687"/>
                  </a:lnTo>
                  <a:lnTo>
                    <a:pt x="2770351" y="446682"/>
                  </a:lnTo>
                  <a:lnTo>
                    <a:pt x="2770275" y="446665"/>
                  </a:lnTo>
                  <a:lnTo>
                    <a:pt x="2770254" y="446662"/>
                  </a:lnTo>
                  <a:lnTo>
                    <a:pt x="2770249" y="446656"/>
                  </a:lnTo>
                  <a:lnTo>
                    <a:pt x="2770241" y="446655"/>
                  </a:lnTo>
                  <a:lnTo>
                    <a:pt x="2770078" y="446458"/>
                  </a:lnTo>
                  <a:lnTo>
                    <a:pt x="2769805" y="446065"/>
                  </a:lnTo>
                  <a:lnTo>
                    <a:pt x="2769607" y="445745"/>
                  </a:lnTo>
                  <a:lnTo>
                    <a:pt x="2769396" y="445560"/>
                  </a:lnTo>
                  <a:lnTo>
                    <a:pt x="2769098" y="445438"/>
                  </a:lnTo>
                  <a:lnTo>
                    <a:pt x="2768633" y="445323"/>
                  </a:lnTo>
                  <a:lnTo>
                    <a:pt x="2768193" y="445259"/>
                  </a:lnTo>
                  <a:lnTo>
                    <a:pt x="2767737" y="445230"/>
                  </a:lnTo>
                  <a:lnTo>
                    <a:pt x="2767221" y="445141"/>
                  </a:lnTo>
                  <a:lnTo>
                    <a:pt x="2766976" y="444994"/>
                  </a:lnTo>
                  <a:lnTo>
                    <a:pt x="2766805" y="444811"/>
                  </a:lnTo>
                  <a:lnTo>
                    <a:pt x="2766616" y="444434"/>
                  </a:lnTo>
                  <a:lnTo>
                    <a:pt x="2766475" y="443681"/>
                  </a:lnTo>
                  <a:lnTo>
                    <a:pt x="2766299" y="442756"/>
                  </a:lnTo>
                  <a:lnTo>
                    <a:pt x="2766174" y="442158"/>
                  </a:lnTo>
                  <a:lnTo>
                    <a:pt x="2766127" y="442138"/>
                  </a:lnTo>
                  <a:lnTo>
                    <a:pt x="2764736" y="441882"/>
                  </a:lnTo>
                  <a:lnTo>
                    <a:pt x="2764400" y="441844"/>
                  </a:lnTo>
                  <a:lnTo>
                    <a:pt x="2764168" y="441836"/>
                  </a:lnTo>
                  <a:lnTo>
                    <a:pt x="2763955" y="441875"/>
                  </a:lnTo>
                  <a:lnTo>
                    <a:pt x="2763902" y="441901"/>
                  </a:lnTo>
                  <a:lnTo>
                    <a:pt x="2763863" y="441972"/>
                  </a:lnTo>
                  <a:lnTo>
                    <a:pt x="2763767" y="442474"/>
                  </a:lnTo>
                  <a:lnTo>
                    <a:pt x="2763733" y="442535"/>
                  </a:lnTo>
                  <a:lnTo>
                    <a:pt x="2763448" y="442658"/>
                  </a:lnTo>
                  <a:lnTo>
                    <a:pt x="2762827" y="443107"/>
                  </a:lnTo>
                  <a:lnTo>
                    <a:pt x="2762272" y="443239"/>
                  </a:lnTo>
                  <a:lnTo>
                    <a:pt x="2761928" y="443283"/>
                  </a:lnTo>
                  <a:lnTo>
                    <a:pt x="2761865" y="443346"/>
                  </a:lnTo>
                  <a:lnTo>
                    <a:pt x="2761852" y="443457"/>
                  </a:lnTo>
                  <a:lnTo>
                    <a:pt x="2761881" y="443584"/>
                  </a:lnTo>
                  <a:lnTo>
                    <a:pt x="2761916" y="443740"/>
                  </a:lnTo>
                  <a:lnTo>
                    <a:pt x="2761948" y="444052"/>
                  </a:lnTo>
                  <a:lnTo>
                    <a:pt x="2761946" y="444209"/>
                  </a:lnTo>
                  <a:lnTo>
                    <a:pt x="2761878" y="444345"/>
                  </a:lnTo>
                  <a:lnTo>
                    <a:pt x="2761688" y="444575"/>
                  </a:lnTo>
                  <a:lnTo>
                    <a:pt x="2760776" y="445615"/>
                  </a:lnTo>
                  <a:lnTo>
                    <a:pt x="2760688" y="445700"/>
                  </a:lnTo>
                  <a:lnTo>
                    <a:pt x="2760461" y="445963"/>
                  </a:lnTo>
                  <a:lnTo>
                    <a:pt x="2760101" y="446479"/>
                  </a:lnTo>
                  <a:lnTo>
                    <a:pt x="2760046" y="446582"/>
                  </a:lnTo>
                  <a:lnTo>
                    <a:pt x="2759833" y="447143"/>
                  </a:lnTo>
                  <a:lnTo>
                    <a:pt x="2759779" y="447465"/>
                  </a:lnTo>
                  <a:lnTo>
                    <a:pt x="2759765" y="447942"/>
                  </a:lnTo>
                  <a:lnTo>
                    <a:pt x="2759806" y="448274"/>
                  </a:lnTo>
                  <a:lnTo>
                    <a:pt x="2759902" y="448541"/>
                  </a:lnTo>
                  <a:lnTo>
                    <a:pt x="2759936" y="448599"/>
                  </a:lnTo>
                  <a:lnTo>
                    <a:pt x="2759972" y="448702"/>
                  </a:lnTo>
                  <a:lnTo>
                    <a:pt x="2759971" y="448734"/>
                  </a:lnTo>
                  <a:lnTo>
                    <a:pt x="2759949" y="448765"/>
                  </a:lnTo>
                  <a:lnTo>
                    <a:pt x="2759887" y="448793"/>
                  </a:lnTo>
                  <a:lnTo>
                    <a:pt x="2759817" y="448793"/>
                  </a:lnTo>
                  <a:lnTo>
                    <a:pt x="2759684" y="448793"/>
                  </a:lnTo>
                  <a:lnTo>
                    <a:pt x="2759108" y="448725"/>
                  </a:lnTo>
                  <a:lnTo>
                    <a:pt x="2758719" y="448618"/>
                  </a:lnTo>
                  <a:lnTo>
                    <a:pt x="2758348" y="448507"/>
                  </a:lnTo>
                  <a:lnTo>
                    <a:pt x="2757886" y="448298"/>
                  </a:lnTo>
                  <a:lnTo>
                    <a:pt x="2757279" y="448067"/>
                  </a:lnTo>
                  <a:lnTo>
                    <a:pt x="2756870" y="448004"/>
                  </a:lnTo>
                  <a:lnTo>
                    <a:pt x="2756842" y="448006"/>
                  </a:lnTo>
                  <a:lnTo>
                    <a:pt x="2756377" y="448135"/>
                  </a:lnTo>
                  <a:lnTo>
                    <a:pt x="2756083" y="448331"/>
                  </a:lnTo>
                  <a:lnTo>
                    <a:pt x="2755812" y="448516"/>
                  </a:lnTo>
                  <a:lnTo>
                    <a:pt x="2755673" y="448565"/>
                  </a:lnTo>
                  <a:lnTo>
                    <a:pt x="2755195" y="448611"/>
                  </a:lnTo>
                  <a:lnTo>
                    <a:pt x="2754959" y="448634"/>
                  </a:lnTo>
                  <a:lnTo>
                    <a:pt x="2754858" y="448654"/>
                  </a:lnTo>
                  <a:lnTo>
                    <a:pt x="2754760" y="448704"/>
                  </a:lnTo>
                  <a:lnTo>
                    <a:pt x="2754621" y="448838"/>
                  </a:lnTo>
                  <a:lnTo>
                    <a:pt x="2754033" y="449820"/>
                  </a:lnTo>
                  <a:lnTo>
                    <a:pt x="2753678" y="450580"/>
                  </a:lnTo>
                  <a:lnTo>
                    <a:pt x="2753289" y="451543"/>
                  </a:lnTo>
                  <a:lnTo>
                    <a:pt x="2753266" y="451708"/>
                  </a:lnTo>
                  <a:lnTo>
                    <a:pt x="2753286" y="451831"/>
                  </a:lnTo>
                  <a:lnTo>
                    <a:pt x="2753343" y="451927"/>
                  </a:lnTo>
                  <a:lnTo>
                    <a:pt x="2753478" y="451967"/>
                  </a:lnTo>
                  <a:lnTo>
                    <a:pt x="2754120" y="452088"/>
                  </a:lnTo>
                  <a:lnTo>
                    <a:pt x="2755058" y="452225"/>
                  </a:lnTo>
                  <a:lnTo>
                    <a:pt x="2755100" y="452236"/>
                  </a:lnTo>
                  <a:lnTo>
                    <a:pt x="2755131" y="452276"/>
                  </a:lnTo>
                  <a:lnTo>
                    <a:pt x="2755141" y="452313"/>
                  </a:lnTo>
                  <a:lnTo>
                    <a:pt x="2755119" y="452420"/>
                  </a:lnTo>
                  <a:lnTo>
                    <a:pt x="2755011" y="452786"/>
                  </a:lnTo>
                  <a:lnTo>
                    <a:pt x="2755005" y="452863"/>
                  </a:lnTo>
                  <a:lnTo>
                    <a:pt x="2755029" y="452993"/>
                  </a:lnTo>
                  <a:lnTo>
                    <a:pt x="2755098" y="453339"/>
                  </a:lnTo>
                  <a:lnTo>
                    <a:pt x="2755104" y="453440"/>
                  </a:lnTo>
                  <a:lnTo>
                    <a:pt x="2755080" y="453816"/>
                  </a:lnTo>
                  <a:lnTo>
                    <a:pt x="2755025" y="453942"/>
                  </a:lnTo>
                  <a:lnTo>
                    <a:pt x="2754921" y="454042"/>
                  </a:lnTo>
                  <a:lnTo>
                    <a:pt x="2754484" y="454372"/>
                  </a:lnTo>
                  <a:lnTo>
                    <a:pt x="2754068" y="454670"/>
                  </a:lnTo>
                  <a:lnTo>
                    <a:pt x="2752692" y="455644"/>
                  </a:lnTo>
                  <a:lnTo>
                    <a:pt x="2752141" y="456295"/>
                  </a:lnTo>
                  <a:lnTo>
                    <a:pt x="2751545" y="456813"/>
                  </a:lnTo>
                  <a:lnTo>
                    <a:pt x="2751146" y="457084"/>
                  </a:lnTo>
                  <a:lnTo>
                    <a:pt x="2749931" y="457711"/>
                  </a:lnTo>
                  <a:lnTo>
                    <a:pt x="2749431" y="457833"/>
                  </a:lnTo>
                  <a:lnTo>
                    <a:pt x="2749394" y="457837"/>
                  </a:lnTo>
                  <a:lnTo>
                    <a:pt x="2749340" y="457880"/>
                  </a:lnTo>
                  <a:lnTo>
                    <a:pt x="2749299" y="457959"/>
                  </a:lnTo>
                  <a:lnTo>
                    <a:pt x="2749170" y="458282"/>
                  </a:lnTo>
                  <a:lnTo>
                    <a:pt x="2749002" y="458564"/>
                  </a:lnTo>
                  <a:lnTo>
                    <a:pt x="2748621" y="458951"/>
                  </a:lnTo>
                  <a:lnTo>
                    <a:pt x="2748581" y="458992"/>
                  </a:lnTo>
                  <a:lnTo>
                    <a:pt x="2748330" y="459219"/>
                  </a:lnTo>
                  <a:lnTo>
                    <a:pt x="2748096" y="459324"/>
                  </a:lnTo>
                  <a:lnTo>
                    <a:pt x="2747399" y="459454"/>
                  </a:lnTo>
                  <a:lnTo>
                    <a:pt x="2747164" y="459487"/>
                  </a:lnTo>
                  <a:lnTo>
                    <a:pt x="2746988" y="459533"/>
                  </a:lnTo>
                  <a:lnTo>
                    <a:pt x="2746786" y="459694"/>
                  </a:lnTo>
                  <a:lnTo>
                    <a:pt x="2746473" y="460016"/>
                  </a:lnTo>
                  <a:lnTo>
                    <a:pt x="2746265" y="460131"/>
                  </a:lnTo>
                  <a:lnTo>
                    <a:pt x="2746108" y="460168"/>
                  </a:lnTo>
                  <a:lnTo>
                    <a:pt x="2745817" y="460142"/>
                  </a:lnTo>
                  <a:lnTo>
                    <a:pt x="2745772" y="460147"/>
                  </a:lnTo>
                  <a:lnTo>
                    <a:pt x="2745633" y="460192"/>
                  </a:lnTo>
                  <a:lnTo>
                    <a:pt x="2745472" y="460325"/>
                  </a:lnTo>
                  <a:lnTo>
                    <a:pt x="2745435" y="460369"/>
                  </a:lnTo>
                  <a:lnTo>
                    <a:pt x="2745396" y="460485"/>
                  </a:lnTo>
                  <a:lnTo>
                    <a:pt x="2745382" y="460830"/>
                  </a:lnTo>
                  <a:lnTo>
                    <a:pt x="2745432" y="460999"/>
                  </a:lnTo>
                  <a:lnTo>
                    <a:pt x="2745597" y="461141"/>
                  </a:lnTo>
                  <a:lnTo>
                    <a:pt x="2745743" y="461242"/>
                  </a:lnTo>
                  <a:lnTo>
                    <a:pt x="2746011" y="461386"/>
                  </a:lnTo>
                  <a:lnTo>
                    <a:pt x="2746168" y="461546"/>
                  </a:lnTo>
                  <a:lnTo>
                    <a:pt x="2746228" y="461679"/>
                  </a:lnTo>
                  <a:lnTo>
                    <a:pt x="2746185" y="461827"/>
                  </a:lnTo>
                  <a:lnTo>
                    <a:pt x="2746126" y="461923"/>
                  </a:lnTo>
                  <a:lnTo>
                    <a:pt x="2746030" y="462000"/>
                  </a:lnTo>
                  <a:lnTo>
                    <a:pt x="2745593" y="462136"/>
                  </a:lnTo>
                  <a:lnTo>
                    <a:pt x="2744968" y="462278"/>
                  </a:lnTo>
                  <a:lnTo>
                    <a:pt x="2744660" y="462306"/>
                  </a:lnTo>
                  <a:lnTo>
                    <a:pt x="2744434" y="462246"/>
                  </a:lnTo>
                  <a:lnTo>
                    <a:pt x="2744306" y="462195"/>
                  </a:lnTo>
                  <a:lnTo>
                    <a:pt x="2743801" y="462020"/>
                  </a:lnTo>
                  <a:lnTo>
                    <a:pt x="2743136" y="461983"/>
                  </a:lnTo>
                  <a:lnTo>
                    <a:pt x="2742928" y="461921"/>
                  </a:lnTo>
                  <a:lnTo>
                    <a:pt x="2742593" y="461582"/>
                  </a:lnTo>
                  <a:lnTo>
                    <a:pt x="2742239" y="461338"/>
                  </a:lnTo>
                  <a:lnTo>
                    <a:pt x="2741839" y="461116"/>
                  </a:lnTo>
                  <a:lnTo>
                    <a:pt x="2741432" y="461044"/>
                  </a:lnTo>
                  <a:lnTo>
                    <a:pt x="2741100" y="461124"/>
                  </a:lnTo>
                  <a:lnTo>
                    <a:pt x="2740602" y="461381"/>
                  </a:lnTo>
                  <a:lnTo>
                    <a:pt x="2740384" y="461431"/>
                  </a:lnTo>
                  <a:lnTo>
                    <a:pt x="2740260" y="461427"/>
                  </a:lnTo>
                  <a:lnTo>
                    <a:pt x="2739880" y="461134"/>
                  </a:lnTo>
                  <a:lnTo>
                    <a:pt x="2739663" y="460980"/>
                  </a:lnTo>
                  <a:lnTo>
                    <a:pt x="2739459" y="460908"/>
                  </a:lnTo>
                  <a:lnTo>
                    <a:pt x="2739349" y="460906"/>
                  </a:lnTo>
                  <a:lnTo>
                    <a:pt x="2739260" y="460950"/>
                  </a:lnTo>
                  <a:lnTo>
                    <a:pt x="2739145" y="461007"/>
                  </a:lnTo>
                  <a:lnTo>
                    <a:pt x="2738882" y="461176"/>
                  </a:lnTo>
                  <a:lnTo>
                    <a:pt x="2738266" y="461763"/>
                  </a:lnTo>
                  <a:lnTo>
                    <a:pt x="2737840" y="462101"/>
                  </a:lnTo>
                  <a:lnTo>
                    <a:pt x="2737343" y="462318"/>
                  </a:lnTo>
                  <a:lnTo>
                    <a:pt x="2737152" y="462350"/>
                  </a:lnTo>
                  <a:lnTo>
                    <a:pt x="2737037" y="462425"/>
                  </a:lnTo>
                  <a:lnTo>
                    <a:pt x="2736966" y="462553"/>
                  </a:lnTo>
                  <a:lnTo>
                    <a:pt x="2736878" y="462872"/>
                  </a:lnTo>
                  <a:lnTo>
                    <a:pt x="2736801" y="463137"/>
                  </a:lnTo>
                  <a:lnTo>
                    <a:pt x="2736589" y="463582"/>
                  </a:lnTo>
                  <a:lnTo>
                    <a:pt x="2736542" y="463649"/>
                  </a:lnTo>
                  <a:lnTo>
                    <a:pt x="2736305" y="463971"/>
                  </a:lnTo>
                  <a:lnTo>
                    <a:pt x="2736151" y="464062"/>
                  </a:lnTo>
                  <a:lnTo>
                    <a:pt x="2735776" y="464328"/>
                  </a:lnTo>
                  <a:lnTo>
                    <a:pt x="2735548" y="464467"/>
                  </a:lnTo>
                  <a:lnTo>
                    <a:pt x="2735284" y="464505"/>
                  </a:lnTo>
                  <a:lnTo>
                    <a:pt x="2735233" y="464486"/>
                  </a:lnTo>
                  <a:lnTo>
                    <a:pt x="2735135" y="464409"/>
                  </a:lnTo>
                  <a:lnTo>
                    <a:pt x="2734921" y="464156"/>
                  </a:lnTo>
                  <a:lnTo>
                    <a:pt x="2734816" y="464057"/>
                  </a:lnTo>
                  <a:lnTo>
                    <a:pt x="2734800" y="464048"/>
                  </a:lnTo>
                  <a:lnTo>
                    <a:pt x="2734714" y="464042"/>
                  </a:lnTo>
                  <a:lnTo>
                    <a:pt x="2734621" y="464047"/>
                  </a:lnTo>
                  <a:lnTo>
                    <a:pt x="2734418" y="464179"/>
                  </a:lnTo>
                  <a:lnTo>
                    <a:pt x="2733912" y="464486"/>
                  </a:lnTo>
                  <a:lnTo>
                    <a:pt x="2733663" y="464588"/>
                  </a:lnTo>
                  <a:lnTo>
                    <a:pt x="2733323" y="464646"/>
                  </a:lnTo>
                  <a:lnTo>
                    <a:pt x="2732787" y="464735"/>
                  </a:lnTo>
                  <a:lnTo>
                    <a:pt x="2732517" y="464761"/>
                  </a:lnTo>
                  <a:lnTo>
                    <a:pt x="2732387" y="464722"/>
                  </a:lnTo>
                  <a:lnTo>
                    <a:pt x="2732291" y="464639"/>
                  </a:lnTo>
                  <a:lnTo>
                    <a:pt x="2731999" y="464288"/>
                  </a:lnTo>
                  <a:lnTo>
                    <a:pt x="2731742" y="464032"/>
                  </a:lnTo>
                  <a:lnTo>
                    <a:pt x="2731525" y="463837"/>
                  </a:lnTo>
                  <a:lnTo>
                    <a:pt x="2731393" y="463757"/>
                  </a:lnTo>
                  <a:lnTo>
                    <a:pt x="2731285" y="463731"/>
                  </a:lnTo>
                  <a:lnTo>
                    <a:pt x="2731173" y="463740"/>
                  </a:lnTo>
                  <a:lnTo>
                    <a:pt x="2730761" y="463836"/>
                  </a:lnTo>
                  <a:lnTo>
                    <a:pt x="2730601" y="463839"/>
                  </a:lnTo>
                  <a:lnTo>
                    <a:pt x="2730387" y="463789"/>
                  </a:lnTo>
                  <a:lnTo>
                    <a:pt x="2730246" y="463731"/>
                  </a:lnTo>
                  <a:lnTo>
                    <a:pt x="2730069" y="463584"/>
                  </a:lnTo>
                  <a:lnTo>
                    <a:pt x="2729790" y="463366"/>
                  </a:lnTo>
                  <a:lnTo>
                    <a:pt x="2729496" y="463221"/>
                  </a:lnTo>
                  <a:lnTo>
                    <a:pt x="2729473" y="463215"/>
                  </a:lnTo>
                  <a:lnTo>
                    <a:pt x="2729248" y="463240"/>
                  </a:lnTo>
                  <a:lnTo>
                    <a:pt x="2729070" y="463346"/>
                  </a:lnTo>
                  <a:lnTo>
                    <a:pt x="2728625" y="463727"/>
                  </a:lnTo>
                  <a:lnTo>
                    <a:pt x="2728391" y="463835"/>
                  </a:lnTo>
                  <a:lnTo>
                    <a:pt x="2727738" y="463832"/>
                  </a:lnTo>
                  <a:lnTo>
                    <a:pt x="2727174" y="463867"/>
                  </a:lnTo>
                  <a:lnTo>
                    <a:pt x="2726881" y="463966"/>
                  </a:lnTo>
                  <a:lnTo>
                    <a:pt x="2726687" y="464126"/>
                  </a:lnTo>
                  <a:lnTo>
                    <a:pt x="2726515" y="464372"/>
                  </a:lnTo>
                  <a:lnTo>
                    <a:pt x="2726476" y="464590"/>
                  </a:lnTo>
                  <a:lnTo>
                    <a:pt x="2726543" y="464852"/>
                  </a:lnTo>
                  <a:lnTo>
                    <a:pt x="2726842" y="465274"/>
                  </a:lnTo>
                  <a:lnTo>
                    <a:pt x="2727135" y="465920"/>
                  </a:lnTo>
                  <a:lnTo>
                    <a:pt x="2727146" y="466039"/>
                  </a:lnTo>
                  <a:lnTo>
                    <a:pt x="2727051" y="466214"/>
                  </a:lnTo>
                  <a:lnTo>
                    <a:pt x="2726958" y="466246"/>
                  </a:lnTo>
                  <a:lnTo>
                    <a:pt x="2726800" y="466246"/>
                  </a:lnTo>
                  <a:lnTo>
                    <a:pt x="2726396" y="466217"/>
                  </a:lnTo>
                  <a:lnTo>
                    <a:pt x="2726272" y="466203"/>
                  </a:lnTo>
                  <a:lnTo>
                    <a:pt x="2726199" y="466226"/>
                  </a:lnTo>
                  <a:lnTo>
                    <a:pt x="2726143" y="466263"/>
                  </a:lnTo>
                  <a:lnTo>
                    <a:pt x="2725467" y="466833"/>
                  </a:lnTo>
                  <a:lnTo>
                    <a:pt x="2724780" y="467095"/>
                  </a:lnTo>
                  <a:lnTo>
                    <a:pt x="2724516" y="467157"/>
                  </a:lnTo>
                  <a:lnTo>
                    <a:pt x="2724306" y="467129"/>
                  </a:lnTo>
                  <a:lnTo>
                    <a:pt x="2724121" y="467039"/>
                  </a:lnTo>
                  <a:lnTo>
                    <a:pt x="2724068" y="466990"/>
                  </a:lnTo>
                  <a:lnTo>
                    <a:pt x="2724007" y="466943"/>
                  </a:lnTo>
                  <a:lnTo>
                    <a:pt x="2723945" y="466914"/>
                  </a:lnTo>
                  <a:lnTo>
                    <a:pt x="2723898" y="466905"/>
                  </a:lnTo>
                  <a:lnTo>
                    <a:pt x="2723806" y="466924"/>
                  </a:lnTo>
                  <a:lnTo>
                    <a:pt x="2723795" y="466926"/>
                  </a:lnTo>
                  <a:lnTo>
                    <a:pt x="2723735" y="466983"/>
                  </a:lnTo>
                  <a:lnTo>
                    <a:pt x="2723720" y="467022"/>
                  </a:lnTo>
                  <a:lnTo>
                    <a:pt x="2723625" y="467191"/>
                  </a:lnTo>
                  <a:lnTo>
                    <a:pt x="2723361" y="467394"/>
                  </a:lnTo>
                  <a:lnTo>
                    <a:pt x="2722306" y="467389"/>
                  </a:lnTo>
                  <a:lnTo>
                    <a:pt x="2721867" y="467439"/>
                  </a:lnTo>
                  <a:lnTo>
                    <a:pt x="2721421" y="467646"/>
                  </a:lnTo>
                  <a:lnTo>
                    <a:pt x="2720955" y="468020"/>
                  </a:lnTo>
                  <a:lnTo>
                    <a:pt x="2720586" y="468467"/>
                  </a:lnTo>
                  <a:lnTo>
                    <a:pt x="2720546" y="468566"/>
                  </a:lnTo>
                  <a:lnTo>
                    <a:pt x="2720500" y="468871"/>
                  </a:lnTo>
                  <a:lnTo>
                    <a:pt x="2720545" y="469332"/>
                  </a:lnTo>
                  <a:lnTo>
                    <a:pt x="2720765" y="469978"/>
                  </a:lnTo>
                  <a:lnTo>
                    <a:pt x="2720928" y="470118"/>
                  </a:lnTo>
                  <a:lnTo>
                    <a:pt x="2721029" y="470125"/>
                  </a:lnTo>
                  <a:lnTo>
                    <a:pt x="2721122" y="470132"/>
                  </a:lnTo>
                  <a:lnTo>
                    <a:pt x="2721466" y="470040"/>
                  </a:lnTo>
                  <a:lnTo>
                    <a:pt x="2721655" y="469959"/>
                  </a:lnTo>
                  <a:lnTo>
                    <a:pt x="2721838" y="469944"/>
                  </a:lnTo>
                  <a:lnTo>
                    <a:pt x="2722157" y="470023"/>
                  </a:lnTo>
                  <a:lnTo>
                    <a:pt x="2722462" y="470136"/>
                  </a:lnTo>
                  <a:lnTo>
                    <a:pt x="2722643" y="470241"/>
                  </a:lnTo>
                  <a:lnTo>
                    <a:pt x="2722941" y="470514"/>
                  </a:lnTo>
                  <a:lnTo>
                    <a:pt x="2723177" y="470728"/>
                  </a:lnTo>
                  <a:lnTo>
                    <a:pt x="2723235" y="470892"/>
                  </a:lnTo>
                  <a:lnTo>
                    <a:pt x="2723241" y="471080"/>
                  </a:lnTo>
                  <a:lnTo>
                    <a:pt x="2723181" y="471281"/>
                  </a:lnTo>
                  <a:lnTo>
                    <a:pt x="2723092" y="471606"/>
                  </a:lnTo>
                  <a:lnTo>
                    <a:pt x="2723071" y="471878"/>
                  </a:lnTo>
                  <a:lnTo>
                    <a:pt x="2723111" y="471997"/>
                  </a:lnTo>
                  <a:lnTo>
                    <a:pt x="2723203" y="472089"/>
                  </a:lnTo>
                  <a:lnTo>
                    <a:pt x="2723423" y="472139"/>
                  </a:lnTo>
                  <a:lnTo>
                    <a:pt x="2723860" y="472209"/>
                  </a:lnTo>
                  <a:lnTo>
                    <a:pt x="2724237" y="472178"/>
                  </a:lnTo>
                  <a:lnTo>
                    <a:pt x="2724466" y="472127"/>
                  </a:lnTo>
                  <a:lnTo>
                    <a:pt x="2725282" y="472007"/>
                  </a:lnTo>
                  <a:lnTo>
                    <a:pt x="2725338" y="472042"/>
                  </a:lnTo>
                  <a:lnTo>
                    <a:pt x="2725356" y="472074"/>
                  </a:lnTo>
                  <a:lnTo>
                    <a:pt x="2725586" y="473026"/>
                  </a:lnTo>
                  <a:lnTo>
                    <a:pt x="2725964" y="473570"/>
                  </a:lnTo>
                  <a:lnTo>
                    <a:pt x="2726810" y="474054"/>
                  </a:lnTo>
                  <a:lnTo>
                    <a:pt x="2726837" y="474238"/>
                  </a:lnTo>
                  <a:lnTo>
                    <a:pt x="2726688" y="475597"/>
                  </a:lnTo>
                  <a:lnTo>
                    <a:pt x="2726877" y="475773"/>
                  </a:lnTo>
                  <a:lnTo>
                    <a:pt x="2727150" y="475918"/>
                  </a:lnTo>
                  <a:lnTo>
                    <a:pt x="2727527" y="475826"/>
                  </a:lnTo>
                  <a:lnTo>
                    <a:pt x="2729469" y="482933"/>
                  </a:lnTo>
                  <a:lnTo>
                    <a:pt x="2730102" y="485350"/>
                  </a:lnTo>
                  <a:lnTo>
                    <a:pt x="2733441" y="497934"/>
                  </a:lnTo>
                  <a:lnTo>
                    <a:pt x="2737049" y="511449"/>
                  </a:lnTo>
                  <a:lnTo>
                    <a:pt x="2736443" y="511576"/>
                  </a:lnTo>
                  <a:lnTo>
                    <a:pt x="2736394" y="511595"/>
                  </a:lnTo>
                  <a:lnTo>
                    <a:pt x="2736370" y="511612"/>
                  </a:lnTo>
                  <a:lnTo>
                    <a:pt x="2736326" y="511699"/>
                  </a:lnTo>
                  <a:lnTo>
                    <a:pt x="2736242" y="511982"/>
                  </a:lnTo>
                  <a:lnTo>
                    <a:pt x="2736201" y="512085"/>
                  </a:lnTo>
                  <a:lnTo>
                    <a:pt x="2736148" y="512118"/>
                  </a:lnTo>
                  <a:lnTo>
                    <a:pt x="2736018" y="512200"/>
                  </a:lnTo>
                  <a:lnTo>
                    <a:pt x="2735768" y="512261"/>
                  </a:lnTo>
                  <a:lnTo>
                    <a:pt x="2735307" y="512285"/>
                  </a:lnTo>
                  <a:lnTo>
                    <a:pt x="2735215" y="512325"/>
                  </a:lnTo>
                  <a:lnTo>
                    <a:pt x="2735150" y="512369"/>
                  </a:lnTo>
                  <a:lnTo>
                    <a:pt x="2735087" y="512475"/>
                  </a:lnTo>
                  <a:lnTo>
                    <a:pt x="2735075" y="512509"/>
                  </a:lnTo>
                  <a:lnTo>
                    <a:pt x="2734685" y="513922"/>
                  </a:lnTo>
                  <a:lnTo>
                    <a:pt x="2734694" y="513980"/>
                  </a:lnTo>
                  <a:lnTo>
                    <a:pt x="2734652" y="514104"/>
                  </a:lnTo>
                  <a:lnTo>
                    <a:pt x="2734648" y="514116"/>
                  </a:lnTo>
                  <a:lnTo>
                    <a:pt x="2734644" y="514131"/>
                  </a:lnTo>
                  <a:lnTo>
                    <a:pt x="2734640" y="514155"/>
                  </a:lnTo>
                  <a:lnTo>
                    <a:pt x="2734639" y="514166"/>
                  </a:lnTo>
                  <a:lnTo>
                    <a:pt x="2734638" y="514181"/>
                  </a:lnTo>
                  <a:lnTo>
                    <a:pt x="2734637" y="514203"/>
                  </a:lnTo>
                  <a:lnTo>
                    <a:pt x="2734637" y="514212"/>
                  </a:lnTo>
                  <a:lnTo>
                    <a:pt x="2734639" y="514231"/>
                  </a:lnTo>
                  <a:lnTo>
                    <a:pt x="2734647" y="514272"/>
                  </a:lnTo>
                  <a:lnTo>
                    <a:pt x="2734651" y="514283"/>
                  </a:lnTo>
                  <a:lnTo>
                    <a:pt x="2734655" y="514291"/>
                  </a:lnTo>
                  <a:lnTo>
                    <a:pt x="2734660" y="514296"/>
                  </a:lnTo>
                  <a:lnTo>
                    <a:pt x="2734680" y="514307"/>
                  </a:lnTo>
                  <a:lnTo>
                    <a:pt x="2734685" y="514312"/>
                  </a:lnTo>
                  <a:lnTo>
                    <a:pt x="2734689" y="514316"/>
                  </a:lnTo>
                  <a:lnTo>
                    <a:pt x="2734709" y="514349"/>
                  </a:lnTo>
                  <a:lnTo>
                    <a:pt x="2734724" y="514403"/>
                  </a:lnTo>
                  <a:lnTo>
                    <a:pt x="2734727" y="514423"/>
                  </a:lnTo>
                  <a:lnTo>
                    <a:pt x="2734728" y="514436"/>
                  </a:lnTo>
                  <a:lnTo>
                    <a:pt x="2734725" y="514451"/>
                  </a:lnTo>
                  <a:lnTo>
                    <a:pt x="2734722" y="514459"/>
                  </a:lnTo>
                  <a:lnTo>
                    <a:pt x="2734578" y="514694"/>
                  </a:lnTo>
                  <a:lnTo>
                    <a:pt x="2734572" y="514701"/>
                  </a:lnTo>
                  <a:lnTo>
                    <a:pt x="2734566" y="514704"/>
                  </a:lnTo>
                  <a:lnTo>
                    <a:pt x="2734556" y="514706"/>
                  </a:lnTo>
                  <a:lnTo>
                    <a:pt x="2734551" y="514706"/>
                  </a:lnTo>
                  <a:lnTo>
                    <a:pt x="2734545" y="514705"/>
                  </a:lnTo>
                  <a:lnTo>
                    <a:pt x="2734469" y="514690"/>
                  </a:lnTo>
                  <a:lnTo>
                    <a:pt x="2734415" y="514650"/>
                  </a:lnTo>
                  <a:lnTo>
                    <a:pt x="2734406" y="514637"/>
                  </a:lnTo>
                  <a:lnTo>
                    <a:pt x="2734391" y="514625"/>
                  </a:lnTo>
                  <a:lnTo>
                    <a:pt x="2734379" y="514618"/>
                  </a:lnTo>
                  <a:lnTo>
                    <a:pt x="2734371" y="514614"/>
                  </a:lnTo>
                  <a:lnTo>
                    <a:pt x="2734363" y="514612"/>
                  </a:lnTo>
                  <a:lnTo>
                    <a:pt x="2734352" y="514609"/>
                  </a:lnTo>
                  <a:lnTo>
                    <a:pt x="2734344" y="514607"/>
                  </a:lnTo>
                  <a:lnTo>
                    <a:pt x="2734336" y="514607"/>
                  </a:lnTo>
                  <a:lnTo>
                    <a:pt x="2734329" y="514607"/>
                  </a:lnTo>
                  <a:lnTo>
                    <a:pt x="2734320" y="514608"/>
                  </a:lnTo>
                  <a:lnTo>
                    <a:pt x="2734311" y="514609"/>
                  </a:lnTo>
                  <a:lnTo>
                    <a:pt x="2734302" y="514612"/>
                  </a:lnTo>
                  <a:lnTo>
                    <a:pt x="2734294" y="514615"/>
                  </a:lnTo>
                  <a:lnTo>
                    <a:pt x="2734284" y="514620"/>
                  </a:lnTo>
                  <a:lnTo>
                    <a:pt x="2734274" y="514626"/>
                  </a:lnTo>
                  <a:lnTo>
                    <a:pt x="2734081" y="514751"/>
                  </a:lnTo>
                  <a:lnTo>
                    <a:pt x="2734075" y="514755"/>
                  </a:lnTo>
                  <a:lnTo>
                    <a:pt x="2734068" y="514760"/>
                  </a:lnTo>
                  <a:lnTo>
                    <a:pt x="2734063" y="514766"/>
                  </a:lnTo>
                  <a:lnTo>
                    <a:pt x="2734058" y="514774"/>
                  </a:lnTo>
                  <a:lnTo>
                    <a:pt x="2734054" y="514780"/>
                  </a:lnTo>
                  <a:lnTo>
                    <a:pt x="2734052" y="514786"/>
                  </a:lnTo>
                  <a:lnTo>
                    <a:pt x="2734050" y="514794"/>
                  </a:lnTo>
                  <a:lnTo>
                    <a:pt x="2734050" y="514808"/>
                  </a:lnTo>
                  <a:lnTo>
                    <a:pt x="2734112" y="514877"/>
                  </a:lnTo>
                  <a:lnTo>
                    <a:pt x="2734381" y="515268"/>
                  </a:lnTo>
                  <a:lnTo>
                    <a:pt x="2734389" y="515390"/>
                  </a:lnTo>
                  <a:lnTo>
                    <a:pt x="2734387" y="515396"/>
                  </a:lnTo>
                  <a:lnTo>
                    <a:pt x="2734383" y="515401"/>
                  </a:lnTo>
                  <a:lnTo>
                    <a:pt x="2734229" y="515542"/>
                  </a:lnTo>
                  <a:lnTo>
                    <a:pt x="2734067" y="515668"/>
                  </a:lnTo>
                  <a:lnTo>
                    <a:pt x="2734004" y="515712"/>
                  </a:lnTo>
                  <a:lnTo>
                    <a:pt x="2733998" y="515717"/>
                  </a:lnTo>
                  <a:lnTo>
                    <a:pt x="2733995" y="515722"/>
                  </a:lnTo>
                  <a:lnTo>
                    <a:pt x="2733992" y="515728"/>
                  </a:lnTo>
                  <a:lnTo>
                    <a:pt x="2733989" y="515735"/>
                  </a:lnTo>
                  <a:lnTo>
                    <a:pt x="2733986" y="515750"/>
                  </a:lnTo>
                  <a:lnTo>
                    <a:pt x="2733988" y="515765"/>
                  </a:lnTo>
                  <a:lnTo>
                    <a:pt x="2733993" y="515812"/>
                  </a:lnTo>
                  <a:lnTo>
                    <a:pt x="2734002" y="515860"/>
                  </a:lnTo>
                  <a:lnTo>
                    <a:pt x="2734009" y="515880"/>
                  </a:lnTo>
                  <a:lnTo>
                    <a:pt x="2734013" y="515892"/>
                  </a:lnTo>
                  <a:lnTo>
                    <a:pt x="2734019" y="515947"/>
                  </a:lnTo>
                  <a:lnTo>
                    <a:pt x="2734053" y="516101"/>
                  </a:lnTo>
                  <a:lnTo>
                    <a:pt x="2734114" y="516300"/>
                  </a:lnTo>
                  <a:lnTo>
                    <a:pt x="2734243" y="516584"/>
                  </a:lnTo>
                  <a:lnTo>
                    <a:pt x="2734324" y="516654"/>
                  </a:lnTo>
                  <a:lnTo>
                    <a:pt x="2734520" y="516683"/>
                  </a:lnTo>
                  <a:lnTo>
                    <a:pt x="2734979" y="516865"/>
                  </a:lnTo>
                  <a:lnTo>
                    <a:pt x="2734986" y="516869"/>
                  </a:lnTo>
                  <a:lnTo>
                    <a:pt x="2734996" y="516875"/>
                  </a:lnTo>
                  <a:lnTo>
                    <a:pt x="2735006" y="516883"/>
                  </a:lnTo>
                  <a:lnTo>
                    <a:pt x="2735014" y="516890"/>
                  </a:lnTo>
                  <a:lnTo>
                    <a:pt x="2735020" y="516897"/>
                  </a:lnTo>
                  <a:lnTo>
                    <a:pt x="2735026" y="516904"/>
                  </a:lnTo>
                  <a:lnTo>
                    <a:pt x="2735031" y="516912"/>
                  </a:lnTo>
                  <a:lnTo>
                    <a:pt x="2735142" y="517137"/>
                  </a:lnTo>
                  <a:lnTo>
                    <a:pt x="2735182" y="517229"/>
                  </a:lnTo>
                  <a:lnTo>
                    <a:pt x="2735159" y="517451"/>
                  </a:lnTo>
                  <a:lnTo>
                    <a:pt x="2735026" y="518118"/>
                  </a:lnTo>
                  <a:lnTo>
                    <a:pt x="2734784" y="519277"/>
                  </a:lnTo>
                  <a:lnTo>
                    <a:pt x="2734755" y="519423"/>
                  </a:lnTo>
                  <a:lnTo>
                    <a:pt x="2734727" y="519464"/>
                  </a:lnTo>
                  <a:lnTo>
                    <a:pt x="2734555" y="519731"/>
                  </a:lnTo>
                  <a:lnTo>
                    <a:pt x="2734477" y="519847"/>
                  </a:lnTo>
                  <a:lnTo>
                    <a:pt x="2734294" y="520005"/>
                  </a:lnTo>
                  <a:lnTo>
                    <a:pt x="2734105" y="520112"/>
                  </a:lnTo>
                  <a:lnTo>
                    <a:pt x="2734088" y="520122"/>
                  </a:lnTo>
                  <a:lnTo>
                    <a:pt x="2734072" y="520133"/>
                  </a:lnTo>
                  <a:lnTo>
                    <a:pt x="2733954" y="520216"/>
                  </a:lnTo>
                  <a:lnTo>
                    <a:pt x="2733948" y="520221"/>
                  </a:lnTo>
                  <a:lnTo>
                    <a:pt x="2733944" y="520226"/>
                  </a:lnTo>
                  <a:lnTo>
                    <a:pt x="2733800" y="520464"/>
                  </a:lnTo>
                  <a:lnTo>
                    <a:pt x="2733717" y="520603"/>
                  </a:lnTo>
                  <a:lnTo>
                    <a:pt x="2733688" y="521029"/>
                  </a:lnTo>
                  <a:lnTo>
                    <a:pt x="2733693" y="521040"/>
                  </a:lnTo>
                  <a:lnTo>
                    <a:pt x="2733827" y="521567"/>
                  </a:lnTo>
                  <a:lnTo>
                    <a:pt x="2733827" y="521583"/>
                  </a:lnTo>
                  <a:lnTo>
                    <a:pt x="2733825" y="521606"/>
                  </a:lnTo>
                  <a:lnTo>
                    <a:pt x="2733815" y="521624"/>
                  </a:lnTo>
                  <a:lnTo>
                    <a:pt x="2733686" y="521806"/>
                  </a:lnTo>
                  <a:lnTo>
                    <a:pt x="2733578" y="522068"/>
                  </a:lnTo>
                  <a:lnTo>
                    <a:pt x="2733360" y="522300"/>
                  </a:lnTo>
                  <a:lnTo>
                    <a:pt x="2733257" y="522498"/>
                  </a:lnTo>
                  <a:lnTo>
                    <a:pt x="2733097" y="522690"/>
                  </a:lnTo>
                  <a:lnTo>
                    <a:pt x="2732860" y="522951"/>
                  </a:lnTo>
                  <a:lnTo>
                    <a:pt x="2732621" y="523247"/>
                  </a:lnTo>
                  <a:lnTo>
                    <a:pt x="2732613" y="523362"/>
                  </a:lnTo>
                  <a:lnTo>
                    <a:pt x="2732619" y="523494"/>
                  </a:lnTo>
                  <a:lnTo>
                    <a:pt x="2732975" y="523773"/>
                  </a:lnTo>
                  <a:lnTo>
                    <a:pt x="2732977" y="523784"/>
                  </a:lnTo>
                  <a:lnTo>
                    <a:pt x="2733025" y="523991"/>
                  </a:lnTo>
                  <a:lnTo>
                    <a:pt x="2733055" y="524075"/>
                  </a:lnTo>
                  <a:lnTo>
                    <a:pt x="2733099" y="524190"/>
                  </a:lnTo>
                  <a:lnTo>
                    <a:pt x="2733167" y="524445"/>
                  </a:lnTo>
                  <a:lnTo>
                    <a:pt x="2733172" y="524465"/>
                  </a:lnTo>
                  <a:lnTo>
                    <a:pt x="2733173" y="524472"/>
                  </a:lnTo>
                  <a:lnTo>
                    <a:pt x="2733173" y="524511"/>
                  </a:lnTo>
                  <a:lnTo>
                    <a:pt x="2733173" y="524524"/>
                  </a:lnTo>
                  <a:lnTo>
                    <a:pt x="2733170" y="524547"/>
                  </a:lnTo>
                  <a:lnTo>
                    <a:pt x="2733168" y="524556"/>
                  </a:lnTo>
                  <a:lnTo>
                    <a:pt x="2733163" y="524568"/>
                  </a:lnTo>
                  <a:lnTo>
                    <a:pt x="2733147" y="524592"/>
                  </a:lnTo>
                  <a:lnTo>
                    <a:pt x="2733134" y="524608"/>
                  </a:lnTo>
                  <a:lnTo>
                    <a:pt x="2733098" y="524647"/>
                  </a:lnTo>
                  <a:lnTo>
                    <a:pt x="2733076" y="524668"/>
                  </a:lnTo>
                  <a:lnTo>
                    <a:pt x="2733036" y="524695"/>
                  </a:lnTo>
                  <a:lnTo>
                    <a:pt x="2732962" y="524742"/>
                  </a:lnTo>
                  <a:lnTo>
                    <a:pt x="2732953" y="524745"/>
                  </a:lnTo>
                  <a:lnTo>
                    <a:pt x="2732929" y="524747"/>
                  </a:lnTo>
                  <a:lnTo>
                    <a:pt x="2732881" y="524749"/>
                  </a:lnTo>
                  <a:lnTo>
                    <a:pt x="2732812" y="524756"/>
                  </a:lnTo>
                  <a:lnTo>
                    <a:pt x="2732683" y="524793"/>
                  </a:lnTo>
                  <a:lnTo>
                    <a:pt x="2732664" y="524801"/>
                  </a:lnTo>
                  <a:lnTo>
                    <a:pt x="2732653" y="524807"/>
                  </a:lnTo>
                  <a:lnTo>
                    <a:pt x="2732649" y="524810"/>
                  </a:lnTo>
                  <a:lnTo>
                    <a:pt x="2732644" y="524818"/>
                  </a:lnTo>
                  <a:lnTo>
                    <a:pt x="2732642" y="524830"/>
                  </a:lnTo>
                  <a:lnTo>
                    <a:pt x="2732640" y="524853"/>
                  </a:lnTo>
                  <a:lnTo>
                    <a:pt x="2732640" y="524872"/>
                  </a:lnTo>
                  <a:lnTo>
                    <a:pt x="2732642" y="524912"/>
                  </a:lnTo>
                  <a:lnTo>
                    <a:pt x="2732644" y="524925"/>
                  </a:lnTo>
                  <a:lnTo>
                    <a:pt x="2732652" y="524946"/>
                  </a:lnTo>
                  <a:lnTo>
                    <a:pt x="2732658" y="524955"/>
                  </a:lnTo>
                  <a:lnTo>
                    <a:pt x="2732680" y="524982"/>
                  </a:lnTo>
                  <a:lnTo>
                    <a:pt x="2732743" y="525050"/>
                  </a:lnTo>
                  <a:lnTo>
                    <a:pt x="2732768" y="525074"/>
                  </a:lnTo>
                  <a:lnTo>
                    <a:pt x="2732781" y="525082"/>
                  </a:lnTo>
                  <a:lnTo>
                    <a:pt x="2732809" y="525098"/>
                  </a:lnTo>
                  <a:lnTo>
                    <a:pt x="2732906" y="525145"/>
                  </a:lnTo>
                  <a:lnTo>
                    <a:pt x="2732923" y="525154"/>
                  </a:lnTo>
                  <a:lnTo>
                    <a:pt x="2732931" y="525159"/>
                  </a:lnTo>
                  <a:lnTo>
                    <a:pt x="2732940" y="525168"/>
                  </a:lnTo>
                  <a:lnTo>
                    <a:pt x="2732947" y="525180"/>
                  </a:lnTo>
                  <a:lnTo>
                    <a:pt x="2732950" y="525186"/>
                  </a:lnTo>
                  <a:lnTo>
                    <a:pt x="2732953" y="525208"/>
                  </a:lnTo>
                  <a:lnTo>
                    <a:pt x="2732959" y="525245"/>
                  </a:lnTo>
                  <a:lnTo>
                    <a:pt x="2732965" y="525308"/>
                  </a:lnTo>
                  <a:lnTo>
                    <a:pt x="2732965" y="525323"/>
                  </a:lnTo>
                  <a:lnTo>
                    <a:pt x="2732960" y="525352"/>
                  </a:lnTo>
                  <a:lnTo>
                    <a:pt x="2732957" y="525360"/>
                  </a:lnTo>
                  <a:lnTo>
                    <a:pt x="2732936" y="525411"/>
                  </a:lnTo>
                  <a:lnTo>
                    <a:pt x="2732931" y="525418"/>
                  </a:lnTo>
                  <a:lnTo>
                    <a:pt x="2732914" y="525435"/>
                  </a:lnTo>
                  <a:lnTo>
                    <a:pt x="2732882" y="525451"/>
                  </a:lnTo>
                  <a:lnTo>
                    <a:pt x="2732854" y="525460"/>
                  </a:lnTo>
                  <a:lnTo>
                    <a:pt x="2732818" y="525471"/>
                  </a:lnTo>
                  <a:lnTo>
                    <a:pt x="2732790" y="525479"/>
                  </a:lnTo>
                  <a:lnTo>
                    <a:pt x="2732748" y="525491"/>
                  </a:lnTo>
                  <a:lnTo>
                    <a:pt x="2732725" y="525498"/>
                  </a:lnTo>
                  <a:lnTo>
                    <a:pt x="2732701" y="525506"/>
                  </a:lnTo>
                  <a:lnTo>
                    <a:pt x="2732616" y="525535"/>
                  </a:lnTo>
                  <a:lnTo>
                    <a:pt x="2732559" y="525561"/>
                  </a:lnTo>
                  <a:lnTo>
                    <a:pt x="2732554" y="525567"/>
                  </a:lnTo>
                  <a:lnTo>
                    <a:pt x="2732547" y="525573"/>
                  </a:lnTo>
                  <a:lnTo>
                    <a:pt x="2732544" y="525580"/>
                  </a:lnTo>
                  <a:lnTo>
                    <a:pt x="2732543" y="525588"/>
                  </a:lnTo>
                  <a:lnTo>
                    <a:pt x="2732544" y="525639"/>
                  </a:lnTo>
                  <a:lnTo>
                    <a:pt x="2732547" y="525671"/>
                  </a:lnTo>
                  <a:lnTo>
                    <a:pt x="2732582" y="525771"/>
                  </a:lnTo>
                  <a:lnTo>
                    <a:pt x="2732587" y="525979"/>
                  </a:lnTo>
                  <a:lnTo>
                    <a:pt x="2732614" y="526079"/>
                  </a:lnTo>
                  <a:lnTo>
                    <a:pt x="2732792" y="526288"/>
                  </a:lnTo>
                  <a:lnTo>
                    <a:pt x="2732827" y="526320"/>
                  </a:lnTo>
                  <a:lnTo>
                    <a:pt x="2733283" y="526611"/>
                  </a:lnTo>
                  <a:lnTo>
                    <a:pt x="2733316" y="526638"/>
                  </a:lnTo>
                  <a:lnTo>
                    <a:pt x="2733380" y="526745"/>
                  </a:lnTo>
                  <a:lnTo>
                    <a:pt x="2733443" y="526910"/>
                  </a:lnTo>
                  <a:lnTo>
                    <a:pt x="2733452" y="526965"/>
                  </a:lnTo>
                  <a:lnTo>
                    <a:pt x="2733370" y="527296"/>
                  </a:lnTo>
                  <a:lnTo>
                    <a:pt x="2733371" y="527306"/>
                  </a:lnTo>
                  <a:lnTo>
                    <a:pt x="2733365" y="527384"/>
                  </a:lnTo>
                  <a:lnTo>
                    <a:pt x="2733359" y="527465"/>
                  </a:lnTo>
                  <a:lnTo>
                    <a:pt x="2733360" y="527514"/>
                  </a:lnTo>
                  <a:lnTo>
                    <a:pt x="2733364" y="527536"/>
                  </a:lnTo>
                  <a:lnTo>
                    <a:pt x="2733381" y="527606"/>
                  </a:lnTo>
                  <a:lnTo>
                    <a:pt x="2733396" y="527657"/>
                  </a:lnTo>
                  <a:lnTo>
                    <a:pt x="2733400" y="527669"/>
                  </a:lnTo>
                  <a:lnTo>
                    <a:pt x="2733427" y="527734"/>
                  </a:lnTo>
                  <a:lnTo>
                    <a:pt x="2733482" y="527832"/>
                  </a:lnTo>
                  <a:lnTo>
                    <a:pt x="2733513" y="527881"/>
                  </a:lnTo>
                  <a:lnTo>
                    <a:pt x="2733525" y="527904"/>
                  </a:lnTo>
                  <a:lnTo>
                    <a:pt x="2733542" y="527943"/>
                  </a:lnTo>
                  <a:lnTo>
                    <a:pt x="2733544" y="527953"/>
                  </a:lnTo>
                  <a:lnTo>
                    <a:pt x="2733546" y="527972"/>
                  </a:lnTo>
                  <a:lnTo>
                    <a:pt x="2733545" y="527985"/>
                  </a:lnTo>
                  <a:lnTo>
                    <a:pt x="2733543" y="527995"/>
                  </a:lnTo>
                  <a:lnTo>
                    <a:pt x="2733537" y="528008"/>
                  </a:lnTo>
                  <a:lnTo>
                    <a:pt x="2733524" y="528024"/>
                  </a:lnTo>
                  <a:lnTo>
                    <a:pt x="2733493" y="528051"/>
                  </a:lnTo>
                  <a:lnTo>
                    <a:pt x="2733483" y="528058"/>
                  </a:lnTo>
                  <a:lnTo>
                    <a:pt x="2733012" y="528326"/>
                  </a:lnTo>
                  <a:lnTo>
                    <a:pt x="2732981" y="528343"/>
                  </a:lnTo>
                  <a:lnTo>
                    <a:pt x="2732969" y="528349"/>
                  </a:lnTo>
                  <a:lnTo>
                    <a:pt x="2732959" y="528351"/>
                  </a:lnTo>
                  <a:lnTo>
                    <a:pt x="2732935" y="528355"/>
                  </a:lnTo>
                  <a:lnTo>
                    <a:pt x="2732886" y="528360"/>
                  </a:lnTo>
                  <a:lnTo>
                    <a:pt x="2732870" y="528362"/>
                  </a:lnTo>
                  <a:lnTo>
                    <a:pt x="2732855" y="528367"/>
                  </a:lnTo>
                  <a:lnTo>
                    <a:pt x="2732840" y="528375"/>
                  </a:lnTo>
                  <a:lnTo>
                    <a:pt x="2732833" y="528380"/>
                  </a:lnTo>
                  <a:lnTo>
                    <a:pt x="2732821" y="528397"/>
                  </a:lnTo>
                  <a:lnTo>
                    <a:pt x="2732809" y="528418"/>
                  </a:lnTo>
                  <a:lnTo>
                    <a:pt x="2732791" y="528461"/>
                  </a:lnTo>
                  <a:lnTo>
                    <a:pt x="2732771" y="528516"/>
                  </a:lnTo>
                  <a:lnTo>
                    <a:pt x="2732763" y="528543"/>
                  </a:lnTo>
                  <a:lnTo>
                    <a:pt x="2732759" y="528579"/>
                  </a:lnTo>
                  <a:lnTo>
                    <a:pt x="2732758" y="528611"/>
                  </a:lnTo>
                  <a:lnTo>
                    <a:pt x="2732762" y="528692"/>
                  </a:lnTo>
                  <a:lnTo>
                    <a:pt x="2732764" y="528713"/>
                  </a:lnTo>
                  <a:lnTo>
                    <a:pt x="2732782" y="528806"/>
                  </a:lnTo>
                  <a:lnTo>
                    <a:pt x="2732795" y="528837"/>
                  </a:lnTo>
                  <a:lnTo>
                    <a:pt x="2732798" y="528842"/>
                  </a:lnTo>
                  <a:lnTo>
                    <a:pt x="2732804" y="528850"/>
                  </a:lnTo>
                  <a:lnTo>
                    <a:pt x="2732836" y="528885"/>
                  </a:lnTo>
                  <a:lnTo>
                    <a:pt x="2732847" y="528896"/>
                  </a:lnTo>
                  <a:lnTo>
                    <a:pt x="2732878" y="528916"/>
                  </a:lnTo>
                  <a:lnTo>
                    <a:pt x="2732922" y="528939"/>
                  </a:lnTo>
                  <a:lnTo>
                    <a:pt x="2732982" y="528968"/>
                  </a:lnTo>
                  <a:lnTo>
                    <a:pt x="2733036" y="528993"/>
                  </a:lnTo>
                  <a:lnTo>
                    <a:pt x="2733063" y="529004"/>
                  </a:lnTo>
                  <a:lnTo>
                    <a:pt x="2733160" y="529051"/>
                  </a:lnTo>
                  <a:lnTo>
                    <a:pt x="2733186" y="529064"/>
                  </a:lnTo>
                  <a:lnTo>
                    <a:pt x="2733232" y="529088"/>
                  </a:lnTo>
                  <a:lnTo>
                    <a:pt x="2733265" y="529110"/>
                  </a:lnTo>
                  <a:lnTo>
                    <a:pt x="2733279" y="529121"/>
                  </a:lnTo>
                  <a:lnTo>
                    <a:pt x="2733309" y="529151"/>
                  </a:lnTo>
                  <a:lnTo>
                    <a:pt x="2733323" y="529176"/>
                  </a:lnTo>
                  <a:lnTo>
                    <a:pt x="2733327" y="529183"/>
                  </a:lnTo>
                  <a:lnTo>
                    <a:pt x="2733329" y="529189"/>
                  </a:lnTo>
                  <a:lnTo>
                    <a:pt x="2733336" y="529212"/>
                  </a:lnTo>
                  <a:lnTo>
                    <a:pt x="2733339" y="529240"/>
                  </a:lnTo>
                  <a:lnTo>
                    <a:pt x="2733338" y="529260"/>
                  </a:lnTo>
                  <a:lnTo>
                    <a:pt x="2733335" y="529286"/>
                  </a:lnTo>
                  <a:lnTo>
                    <a:pt x="2733318" y="529338"/>
                  </a:lnTo>
                  <a:lnTo>
                    <a:pt x="2733295" y="529405"/>
                  </a:lnTo>
                  <a:lnTo>
                    <a:pt x="2733200" y="529835"/>
                  </a:lnTo>
                  <a:lnTo>
                    <a:pt x="2733150" y="529985"/>
                  </a:lnTo>
                  <a:lnTo>
                    <a:pt x="2733115" y="530008"/>
                  </a:lnTo>
                  <a:lnTo>
                    <a:pt x="2733101" y="530015"/>
                  </a:lnTo>
                  <a:lnTo>
                    <a:pt x="2733074" y="530023"/>
                  </a:lnTo>
                  <a:lnTo>
                    <a:pt x="2733024" y="530035"/>
                  </a:lnTo>
                  <a:lnTo>
                    <a:pt x="2733016" y="530038"/>
                  </a:lnTo>
                  <a:lnTo>
                    <a:pt x="2733002" y="530048"/>
                  </a:lnTo>
                  <a:lnTo>
                    <a:pt x="2732962" y="530082"/>
                  </a:lnTo>
                  <a:lnTo>
                    <a:pt x="2732824" y="530307"/>
                  </a:lnTo>
                  <a:lnTo>
                    <a:pt x="2732842" y="530481"/>
                  </a:lnTo>
                  <a:lnTo>
                    <a:pt x="2732873" y="530842"/>
                  </a:lnTo>
                  <a:lnTo>
                    <a:pt x="2732917" y="530976"/>
                  </a:lnTo>
                  <a:lnTo>
                    <a:pt x="2732991" y="531157"/>
                  </a:lnTo>
                  <a:lnTo>
                    <a:pt x="2732995" y="531167"/>
                  </a:lnTo>
                  <a:lnTo>
                    <a:pt x="2733008" y="531192"/>
                  </a:lnTo>
                  <a:lnTo>
                    <a:pt x="2733013" y="531201"/>
                  </a:lnTo>
                  <a:lnTo>
                    <a:pt x="2733018" y="531208"/>
                  </a:lnTo>
                  <a:lnTo>
                    <a:pt x="2733024" y="531216"/>
                  </a:lnTo>
                  <a:lnTo>
                    <a:pt x="2733030" y="531222"/>
                  </a:lnTo>
                  <a:lnTo>
                    <a:pt x="2733038" y="531228"/>
                  </a:lnTo>
                  <a:lnTo>
                    <a:pt x="2733109" y="531265"/>
                  </a:lnTo>
                  <a:lnTo>
                    <a:pt x="2733263" y="531335"/>
                  </a:lnTo>
                  <a:lnTo>
                    <a:pt x="2733368" y="531381"/>
                  </a:lnTo>
                  <a:lnTo>
                    <a:pt x="2733380" y="531385"/>
                  </a:lnTo>
                  <a:lnTo>
                    <a:pt x="2733432" y="531406"/>
                  </a:lnTo>
                  <a:lnTo>
                    <a:pt x="2733501" y="531436"/>
                  </a:lnTo>
                  <a:lnTo>
                    <a:pt x="2733682" y="531515"/>
                  </a:lnTo>
                  <a:lnTo>
                    <a:pt x="2733698" y="531525"/>
                  </a:lnTo>
                  <a:lnTo>
                    <a:pt x="2733705" y="531531"/>
                  </a:lnTo>
                  <a:lnTo>
                    <a:pt x="2733782" y="531654"/>
                  </a:lnTo>
                  <a:lnTo>
                    <a:pt x="2733822" y="531729"/>
                  </a:lnTo>
                  <a:lnTo>
                    <a:pt x="2733918" y="531951"/>
                  </a:lnTo>
                  <a:lnTo>
                    <a:pt x="2733920" y="531957"/>
                  </a:lnTo>
                  <a:lnTo>
                    <a:pt x="2733922" y="531964"/>
                  </a:lnTo>
                  <a:lnTo>
                    <a:pt x="2733923" y="531970"/>
                  </a:lnTo>
                  <a:lnTo>
                    <a:pt x="2733940" y="532060"/>
                  </a:lnTo>
                  <a:lnTo>
                    <a:pt x="2733941" y="532067"/>
                  </a:lnTo>
                  <a:lnTo>
                    <a:pt x="2733941" y="532081"/>
                  </a:lnTo>
                  <a:lnTo>
                    <a:pt x="2733942" y="532112"/>
                  </a:lnTo>
                  <a:lnTo>
                    <a:pt x="2733937" y="532161"/>
                  </a:lnTo>
                  <a:lnTo>
                    <a:pt x="2733932" y="532194"/>
                  </a:lnTo>
                  <a:lnTo>
                    <a:pt x="2733927" y="532220"/>
                  </a:lnTo>
                  <a:lnTo>
                    <a:pt x="2733924" y="532227"/>
                  </a:lnTo>
                  <a:lnTo>
                    <a:pt x="2733920" y="532238"/>
                  </a:lnTo>
                  <a:lnTo>
                    <a:pt x="2733910" y="532254"/>
                  </a:lnTo>
                  <a:lnTo>
                    <a:pt x="2733904" y="532258"/>
                  </a:lnTo>
                  <a:lnTo>
                    <a:pt x="2733897" y="532262"/>
                  </a:lnTo>
                  <a:lnTo>
                    <a:pt x="2733888" y="532265"/>
                  </a:lnTo>
                  <a:lnTo>
                    <a:pt x="2733786" y="532304"/>
                  </a:lnTo>
                  <a:lnTo>
                    <a:pt x="2733773" y="532306"/>
                  </a:lnTo>
                  <a:lnTo>
                    <a:pt x="2733637" y="532302"/>
                  </a:lnTo>
                  <a:lnTo>
                    <a:pt x="2733582" y="532356"/>
                  </a:lnTo>
                  <a:lnTo>
                    <a:pt x="2733593" y="532540"/>
                  </a:lnTo>
                  <a:lnTo>
                    <a:pt x="2733520" y="533096"/>
                  </a:lnTo>
                  <a:lnTo>
                    <a:pt x="2733503" y="533227"/>
                  </a:lnTo>
                  <a:lnTo>
                    <a:pt x="2733496" y="533287"/>
                  </a:lnTo>
                  <a:lnTo>
                    <a:pt x="2733518" y="533332"/>
                  </a:lnTo>
                  <a:lnTo>
                    <a:pt x="2733616" y="533538"/>
                  </a:lnTo>
                  <a:lnTo>
                    <a:pt x="2733620" y="533546"/>
                  </a:lnTo>
                  <a:lnTo>
                    <a:pt x="2733625" y="533565"/>
                  </a:lnTo>
                  <a:lnTo>
                    <a:pt x="2733629" y="533586"/>
                  </a:lnTo>
                  <a:lnTo>
                    <a:pt x="2733631" y="533612"/>
                  </a:lnTo>
                  <a:lnTo>
                    <a:pt x="2733631" y="533632"/>
                  </a:lnTo>
                  <a:lnTo>
                    <a:pt x="2733630" y="533648"/>
                  </a:lnTo>
                  <a:lnTo>
                    <a:pt x="2733628" y="533661"/>
                  </a:lnTo>
                  <a:lnTo>
                    <a:pt x="2733626" y="533667"/>
                  </a:lnTo>
                  <a:lnTo>
                    <a:pt x="2733620" y="533676"/>
                  </a:lnTo>
                  <a:lnTo>
                    <a:pt x="2733614" y="533685"/>
                  </a:lnTo>
                  <a:lnTo>
                    <a:pt x="2733594" y="533707"/>
                  </a:lnTo>
                  <a:lnTo>
                    <a:pt x="2733587" y="533715"/>
                  </a:lnTo>
                  <a:lnTo>
                    <a:pt x="2733572" y="533728"/>
                  </a:lnTo>
                  <a:lnTo>
                    <a:pt x="2733550" y="533744"/>
                  </a:lnTo>
                  <a:lnTo>
                    <a:pt x="2733538" y="533753"/>
                  </a:lnTo>
                  <a:lnTo>
                    <a:pt x="2733531" y="533756"/>
                  </a:lnTo>
                  <a:lnTo>
                    <a:pt x="2733522" y="533758"/>
                  </a:lnTo>
                  <a:lnTo>
                    <a:pt x="2733485" y="533757"/>
                  </a:lnTo>
                  <a:lnTo>
                    <a:pt x="2733438" y="533753"/>
                  </a:lnTo>
                  <a:lnTo>
                    <a:pt x="2733422" y="533753"/>
                  </a:lnTo>
                  <a:lnTo>
                    <a:pt x="2733407" y="533753"/>
                  </a:lnTo>
                  <a:lnTo>
                    <a:pt x="2733391" y="533754"/>
                  </a:lnTo>
                  <a:lnTo>
                    <a:pt x="2733373" y="533756"/>
                  </a:lnTo>
                  <a:lnTo>
                    <a:pt x="2733359" y="533759"/>
                  </a:lnTo>
                  <a:lnTo>
                    <a:pt x="2733332" y="533764"/>
                  </a:lnTo>
                  <a:lnTo>
                    <a:pt x="2733313" y="533769"/>
                  </a:lnTo>
                  <a:lnTo>
                    <a:pt x="2733298" y="533775"/>
                  </a:lnTo>
                  <a:lnTo>
                    <a:pt x="2733092" y="533854"/>
                  </a:lnTo>
                  <a:lnTo>
                    <a:pt x="2732993" y="533892"/>
                  </a:lnTo>
                  <a:lnTo>
                    <a:pt x="2732908" y="534063"/>
                  </a:lnTo>
                  <a:lnTo>
                    <a:pt x="2732904" y="534075"/>
                  </a:lnTo>
                  <a:lnTo>
                    <a:pt x="2732900" y="534096"/>
                  </a:lnTo>
                  <a:lnTo>
                    <a:pt x="2732896" y="534133"/>
                  </a:lnTo>
                  <a:lnTo>
                    <a:pt x="2732895" y="534151"/>
                  </a:lnTo>
                  <a:lnTo>
                    <a:pt x="2732893" y="534187"/>
                  </a:lnTo>
                  <a:lnTo>
                    <a:pt x="2732893" y="534229"/>
                  </a:lnTo>
                  <a:lnTo>
                    <a:pt x="2732894" y="534242"/>
                  </a:lnTo>
                  <a:lnTo>
                    <a:pt x="2732898" y="534252"/>
                  </a:lnTo>
                  <a:lnTo>
                    <a:pt x="2732904" y="534264"/>
                  </a:lnTo>
                  <a:lnTo>
                    <a:pt x="2732925" y="534303"/>
                  </a:lnTo>
                  <a:lnTo>
                    <a:pt x="2732953" y="534339"/>
                  </a:lnTo>
                  <a:lnTo>
                    <a:pt x="2732995" y="534399"/>
                  </a:lnTo>
                  <a:lnTo>
                    <a:pt x="2733004" y="534413"/>
                  </a:lnTo>
                  <a:lnTo>
                    <a:pt x="2733010" y="534427"/>
                  </a:lnTo>
                  <a:lnTo>
                    <a:pt x="2733013" y="534434"/>
                  </a:lnTo>
                  <a:lnTo>
                    <a:pt x="2733015" y="534443"/>
                  </a:lnTo>
                  <a:lnTo>
                    <a:pt x="2733015" y="534459"/>
                  </a:lnTo>
                  <a:lnTo>
                    <a:pt x="2733013" y="534533"/>
                  </a:lnTo>
                  <a:lnTo>
                    <a:pt x="2733011" y="534550"/>
                  </a:lnTo>
                  <a:lnTo>
                    <a:pt x="2733009" y="534564"/>
                  </a:lnTo>
                  <a:lnTo>
                    <a:pt x="2733005" y="534577"/>
                  </a:lnTo>
                  <a:lnTo>
                    <a:pt x="2732993" y="534603"/>
                  </a:lnTo>
                  <a:lnTo>
                    <a:pt x="2732974" y="534635"/>
                  </a:lnTo>
                  <a:lnTo>
                    <a:pt x="2732958" y="534660"/>
                  </a:lnTo>
                  <a:lnTo>
                    <a:pt x="2732925" y="534703"/>
                  </a:lnTo>
                  <a:lnTo>
                    <a:pt x="2732860" y="534790"/>
                  </a:lnTo>
                  <a:lnTo>
                    <a:pt x="2732830" y="534833"/>
                  </a:lnTo>
                  <a:lnTo>
                    <a:pt x="2732813" y="534867"/>
                  </a:lnTo>
                  <a:lnTo>
                    <a:pt x="2732806" y="534884"/>
                  </a:lnTo>
                  <a:lnTo>
                    <a:pt x="2732800" y="534898"/>
                  </a:lnTo>
                  <a:lnTo>
                    <a:pt x="2732797" y="534910"/>
                  </a:lnTo>
                  <a:lnTo>
                    <a:pt x="2732796" y="534926"/>
                  </a:lnTo>
                  <a:lnTo>
                    <a:pt x="2732797" y="534942"/>
                  </a:lnTo>
                  <a:lnTo>
                    <a:pt x="2732798" y="534953"/>
                  </a:lnTo>
                  <a:lnTo>
                    <a:pt x="2732800" y="534961"/>
                  </a:lnTo>
                  <a:lnTo>
                    <a:pt x="2732805" y="534970"/>
                  </a:lnTo>
                  <a:lnTo>
                    <a:pt x="2732816" y="534985"/>
                  </a:lnTo>
                  <a:lnTo>
                    <a:pt x="2732823" y="534993"/>
                  </a:lnTo>
                  <a:lnTo>
                    <a:pt x="2732844" y="535011"/>
                  </a:lnTo>
                  <a:lnTo>
                    <a:pt x="2732854" y="535017"/>
                  </a:lnTo>
                  <a:lnTo>
                    <a:pt x="2732867" y="535024"/>
                  </a:lnTo>
                  <a:lnTo>
                    <a:pt x="2732889" y="535035"/>
                  </a:lnTo>
                  <a:lnTo>
                    <a:pt x="2733177" y="535166"/>
                  </a:lnTo>
                  <a:lnTo>
                    <a:pt x="2733193" y="535172"/>
                  </a:lnTo>
                  <a:lnTo>
                    <a:pt x="2733206" y="535176"/>
                  </a:lnTo>
                  <a:lnTo>
                    <a:pt x="2733635" y="535277"/>
                  </a:lnTo>
                  <a:lnTo>
                    <a:pt x="2733876" y="535308"/>
                  </a:lnTo>
                  <a:lnTo>
                    <a:pt x="2733900" y="535311"/>
                  </a:lnTo>
                  <a:lnTo>
                    <a:pt x="2733916" y="535314"/>
                  </a:lnTo>
                  <a:lnTo>
                    <a:pt x="2733938" y="535318"/>
                  </a:lnTo>
                  <a:lnTo>
                    <a:pt x="2734021" y="535339"/>
                  </a:lnTo>
                  <a:lnTo>
                    <a:pt x="2734060" y="535349"/>
                  </a:lnTo>
                  <a:lnTo>
                    <a:pt x="2734073" y="535355"/>
                  </a:lnTo>
                  <a:lnTo>
                    <a:pt x="2734099" y="535367"/>
                  </a:lnTo>
                  <a:lnTo>
                    <a:pt x="2734116" y="535378"/>
                  </a:lnTo>
                  <a:lnTo>
                    <a:pt x="2734137" y="535393"/>
                  </a:lnTo>
                  <a:lnTo>
                    <a:pt x="2734148" y="535403"/>
                  </a:lnTo>
                  <a:lnTo>
                    <a:pt x="2734164" y="535418"/>
                  </a:lnTo>
                  <a:lnTo>
                    <a:pt x="2734172" y="535427"/>
                  </a:lnTo>
                  <a:lnTo>
                    <a:pt x="2734183" y="535442"/>
                  </a:lnTo>
                  <a:lnTo>
                    <a:pt x="2734189" y="535454"/>
                  </a:lnTo>
                  <a:lnTo>
                    <a:pt x="2734193" y="535466"/>
                  </a:lnTo>
                  <a:lnTo>
                    <a:pt x="2734197" y="535476"/>
                  </a:lnTo>
                  <a:lnTo>
                    <a:pt x="2734197" y="535483"/>
                  </a:lnTo>
                  <a:lnTo>
                    <a:pt x="2734196" y="535492"/>
                  </a:lnTo>
                  <a:lnTo>
                    <a:pt x="2734192" y="535500"/>
                  </a:lnTo>
                  <a:lnTo>
                    <a:pt x="2734187" y="535507"/>
                  </a:lnTo>
                  <a:lnTo>
                    <a:pt x="2734114" y="535587"/>
                  </a:lnTo>
                  <a:lnTo>
                    <a:pt x="2734104" y="535595"/>
                  </a:lnTo>
                  <a:lnTo>
                    <a:pt x="2734093" y="535602"/>
                  </a:lnTo>
                  <a:lnTo>
                    <a:pt x="2734061" y="535617"/>
                  </a:lnTo>
                  <a:lnTo>
                    <a:pt x="2734049" y="535623"/>
                  </a:lnTo>
                  <a:lnTo>
                    <a:pt x="2734038" y="535626"/>
                  </a:lnTo>
                  <a:lnTo>
                    <a:pt x="2734028" y="535628"/>
                  </a:lnTo>
                  <a:lnTo>
                    <a:pt x="2734010" y="535628"/>
                  </a:lnTo>
                  <a:lnTo>
                    <a:pt x="2733979" y="535626"/>
                  </a:lnTo>
                  <a:lnTo>
                    <a:pt x="2733966" y="535627"/>
                  </a:lnTo>
                  <a:lnTo>
                    <a:pt x="2733958" y="535627"/>
                  </a:lnTo>
                  <a:lnTo>
                    <a:pt x="2733950" y="535629"/>
                  </a:lnTo>
                  <a:lnTo>
                    <a:pt x="2733943" y="535631"/>
                  </a:lnTo>
                  <a:lnTo>
                    <a:pt x="2733933" y="535636"/>
                  </a:lnTo>
                  <a:lnTo>
                    <a:pt x="2733878" y="535675"/>
                  </a:lnTo>
                  <a:lnTo>
                    <a:pt x="2733852" y="535696"/>
                  </a:lnTo>
                  <a:lnTo>
                    <a:pt x="2733821" y="535722"/>
                  </a:lnTo>
                  <a:lnTo>
                    <a:pt x="2733811" y="535735"/>
                  </a:lnTo>
                  <a:lnTo>
                    <a:pt x="2733790" y="535760"/>
                  </a:lnTo>
                  <a:lnTo>
                    <a:pt x="2733783" y="535770"/>
                  </a:lnTo>
                  <a:lnTo>
                    <a:pt x="2733777" y="535784"/>
                  </a:lnTo>
                  <a:lnTo>
                    <a:pt x="2733770" y="535800"/>
                  </a:lnTo>
                  <a:lnTo>
                    <a:pt x="2733643" y="536235"/>
                  </a:lnTo>
                  <a:lnTo>
                    <a:pt x="2733641" y="536243"/>
                  </a:lnTo>
                  <a:lnTo>
                    <a:pt x="2733641" y="536251"/>
                  </a:lnTo>
                  <a:lnTo>
                    <a:pt x="2733642" y="536264"/>
                  </a:lnTo>
                  <a:lnTo>
                    <a:pt x="2733645" y="536277"/>
                  </a:lnTo>
                  <a:lnTo>
                    <a:pt x="2733650" y="536290"/>
                  </a:lnTo>
                  <a:lnTo>
                    <a:pt x="2733657" y="536300"/>
                  </a:lnTo>
                  <a:lnTo>
                    <a:pt x="2733711" y="536354"/>
                  </a:lnTo>
                  <a:lnTo>
                    <a:pt x="2733716" y="536360"/>
                  </a:lnTo>
                  <a:lnTo>
                    <a:pt x="2733732" y="536382"/>
                  </a:lnTo>
                  <a:lnTo>
                    <a:pt x="2733743" y="536398"/>
                  </a:lnTo>
                  <a:lnTo>
                    <a:pt x="2733749" y="536409"/>
                  </a:lnTo>
                  <a:lnTo>
                    <a:pt x="2733751" y="536422"/>
                  </a:lnTo>
                  <a:lnTo>
                    <a:pt x="2733752" y="536432"/>
                  </a:lnTo>
                  <a:lnTo>
                    <a:pt x="2733752" y="536440"/>
                  </a:lnTo>
                  <a:lnTo>
                    <a:pt x="2733749" y="536449"/>
                  </a:lnTo>
                  <a:lnTo>
                    <a:pt x="2733744" y="536458"/>
                  </a:lnTo>
                  <a:lnTo>
                    <a:pt x="2733738" y="536465"/>
                  </a:lnTo>
                  <a:lnTo>
                    <a:pt x="2733729" y="536470"/>
                  </a:lnTo>
                  <a:lnTo>
                    <a:pt x="2733719" y="536474"/>
                  </a:lnTo>
                  <a:lnTo>
                    <a:pt x="2733705" y="536477"/>
                  </a:lnTo>
                  <a:lnTo>
                    <a:pt x="2733677" y="536482"/>
                  </a:lnTo>
                  <a:lnTo>
                    <a:pt x="2733646" y="536485"/>
                  </a:lnTo>
                  <a:lnTo>
                    <a:pt x="2733618" y="536485"/>
                  </a:lnTo>
                  <a:lnTo>
                    <a:pt x="2733597" y="536485"/>
                  </a:lnTo>
                  <a:lnTo>
                    <a:pt x="2733586" y="536484"/>
                  </a:lnTo>
                  <a:lnTo>
                    <a:pt x="2733579" y="536482"/>
                  </a:lnTo>
                  <a:lnTo>
                    <a:pt x="2733570" y="536479"/>
                  </a:lnTo>
                  <a:lnTo>
                    <a:pt x="2733563" y="536474"/>
                  </a:lnTo>
                  <a:lnTo>
                    <a:pt x="2733555" y="536467"/>
                  </a:lnTo>
                  <a:lnTo>
                    <a:pt x="2733539" y="536445"/>
                  </a:lnTo>
                  <a:lnTo>
                    <a:pt x="2733495" y="536375"/>
                  </a:lnTo>
                  <a:lnTo>
                    <a:pt x="2733471" y="536341"/>
                  </a:lnTo>
                  <a:lnTo>
                    <a:pt x="2733457" y="536325"/>
                  </a:lnTo>
                  <a:lnTo>
                    <a:pt x="2733445" y="536310"/>
                  </a:lnTo>
                  <a:lnTo>
                    <a:pt x="2733425" y="536290"/>
                  </a:lnTo>
                  <a:lnTo>
                    <a:pt x="2733323" y="536189"/>
                  </a:lnTo>
                  <a:lnTo>
                    <a:pt x="2733227" y="536094"/>
                  </a:lnTo>
                  <a:lnTo>
                    <a:pt x="2733214" y="536083"/>
                  </a:lnTo>
                  <a:lnTo>
                    <a:pt x="2733202" y="536074"/>
                  </a:lnTo>
                  <a:lnTo>
                    <a:pt x="2733179" y="536060"/>
                  </a:lnTo>
                  <a:lnTo>
                    <a:pt x="2733136" y="536036"/>
                  </a:lnTo>
                  <a:lnTo>
                    <a:pt x="2733107" y="536023"/>
                  </a:lnTo>
                  <a:lnTo>
                    <a:pt x="2733085" y="536014"/>
                  </a:lnTo>
                  <a:lnTo>
                    <a:pt x="2733066" y="536008"/>
                  </a:lnTo>
                  <a:lnTo>
                    <a:pt x="2733036" y="536000"/>
                  </a:lnTo>
                  <a:lnTo>
                    <a:pt x="2733019" y="535997"/>
                  </a:lnTo>
                  <a:lnTo>
                    <a:pt x="2732994" y="535994"/>
                  </a:lnTo>
                  <a:lnTo>
                    <a:pt x="2732976" y="535992"/>
                  </a:lnTo>
                  <a:lnTo>
                    <a:pt x="2732957" y="535991"/>
                  </a:lnTo>
                  <a:lnTo>
                    <a:pt x="2732931" y="535991"/>
                  </a:lnTo>
                  <a:lnTo>
                    <a:pt x="2732901" y="535991"/>
                  </a:lnTo>
                  <a:lnTo>
                    <a:pt x="2732873" y="535992"/>
                  </a:lnTo>
                  <a:lnTo>
                    <a:pt x="2732797" y="535999"/>
                  </a:lnTo>
                  <a:lnTo>
                    <a:pt x="2732782" y="536001"/>
                  </a:lnTo>
                  <a:lnTo>
                    <a:pt x="2732318" y="536452"/>
                  </a:lnTo>
                  <a:lnTo>
                    <a:pt x="2732279" y="536484"/>
                  </a:lnTo>
                  <a:lnTo>
                    <a:pt x="2732246" y="536514"/>
                  </a:lnTo>
                  <a:lnTo>
                    <a:pt x="2732229" y="536531"/>
                  </a:lnTo>
                  <a:lnTo>
                    <a:pt x="2732218" y="536545"/>
                  </a:lnTo>
                  <a:lnTo>
                    <a:pt x="2732213" y="536552"/>
                  </a:lnTo>
                  <a:lnTo>
                    <a:pt x="2732210" y="536559"/>
                  </a:lnTo>
                  <a:lnTo>
                    <a:pt x="2732207" y="536569"/>
                  </a:lnTo>
                  <a:lnTo>
                    <a:pt x="2732207" y="536579"/>
                  </a:lnTo>
                  <a:lnTo>
                    <a:pt x="2732207" y="536595"/>
                  </a:lnTo>
                  <a:lnTo>
                    <a:pt x="2732209" y="536605"/>
                  </a:lnTo>
                  <a:lnTo>
                    <a:pt x="2732212" y="536610"/>
                  </a:lnTo>
                  <a:lnTo>
                    <a:pt x="2732227" y="536632"/>
                  </a:lnTo>
                  <a:lnTo>
                    <a:pt x="2732243" y="536649"/>
                  </a:lnTo>
                  <a:lnTo>
                    <a:pt x="2732259" y="536664"/>
                  </a:lnTo>
                  <a:lnTo>
                    <a:pt x="2732274" y="536673"/>
                  </a:lnTo>
                  <a:lnTo>
                    <a:pt x="2732305" y="536692"/>
                  </a:lnTo>
                  <a:lnTo>
                    <a:pt x="2732365" y="536727"/>
                  </a:lnTo>
                  <a:lnTo>
                    <a:pt x="2732430" y="536764"/>
                  </a:lnTo>
                  <a:lnTo>
                    <a:pt x="2732464" y="536783"/>
                  </a:lnTo>
                  <a:lnTo>
                    <a:pt x="2732479" y="536794"/>
                  </a:lnTo>
                  <a:lnTo>
                    <a:pt x="2732491" y="536805"/>
                  </a:lnTo>
                  <a:lnTo>
                    <a:pt x="2732498" y="536814"/>
                  </a:lnTo>
                  <a:lnTo>
                    <a:pt x="2732503" y="536824"/>
                  </a:lnTo>
                  <a:lnTo>
                    <a:pt x="2732509" y="536845"/>
                  </a:lnTo>
                  <a:lnTo>
                    <a:pt x="2732516" y="536885"/>
                  </a:lnTo>
                  <a:lnTo>
                    <a:pt x="2732520" y="536923"/>
                  </a:lnTo>
                  <a:lnTo>
                    <a:pt x="2732562" y="537366"/>
                  </a:lnTo>
                  <a:lnTo>
                    <a:pt x="2732569" y="537455"/>
                  </a:lnTo>
                  <a:lnTo>
                    <a:pt x="2732573" y="537502"/>
                  </a:lnTo>
                  <a:lnTo>
                    <a:pt x="2732573" y="537519"/>
                  </a:lnTo>
                  <a:lnTo>
                    <a:pt x="2732573" y="537565"/>
                  </a:lnTo>
                  <a:lnTo>
                    <a:pt x="2732569" y="537611"/>
                  </a:lnTo>
                  <a:lnTo>
                    <a:pt x="2732567" y="537628"/>
                  </a:lnTo>
                  <a:lnTo>
                    <a:pt x="2732565" y="537640"/>
                  </a:lnTo>
                  <a:lnTo>
                    <a:pt x="2732561" y="537650"/>
                  </a:lnTo>
                  <a:lnTo>
                    <a:pt x="2732556" y="537659"/>
                  </a:lnTo>
                  <a:lnTo>
                    <a:pt x="2732551" y="537665"/>
                  </a:lnTo>
                  <a:lnTo>
                    <a:pt x="2732538" y="537677"/>
                  </a:lnTo>
                  <a:lnTo>
                    <a:pt x="2732479" y="537719"/>
                  </a:lnTo>
                  <a:lnTo>
                    <a:pt x="2732471" y="537723"/>
                  </a:lnTo>
                  <a:lnTo>
                    <a:pt x="2732460" y="537727"/>
                  </a:lnTo>
                  <a:lnTo>
                    <a:pt x="2732444" y="537731"/>
                  </a:lnTo>
                  <a:lnTo>
                    <a:pt x="2732428" y="537733"/>
                  </a:lnTo>
                  <a:lnTo>
                    <a:pt x="2732401" y="537734"/>
                  </a:lnTo>
                  <a:lnTo>
                    <a:pt x="2732380" y="537734"/>
                  </a:lnTo>
                  <a:lnTo>
                    <a:pt x="2732371" y="537733"/>
                  </a:lnTo>
                  <a:lnTo>
                    <a:pt x="2732363" y="537731"/>
                  </a:lnTo>
                  <a:lnTo>
                    <a:pt x="2732354" y="537726"/>
                  </a:lnTo>
                  <a:lnTo>
                    <a:pt x="2732341" y="537719"/>
                  </a:lnTo>
                  <a:lnTo>
                    <a:pt x="2732329" y="537711"/>
                  </a:lnTo>
                  <a:lnTo>
                    <a:pt x="2732313" y="537697"/>
                  </a:lnTo>
                  <a:lnTo>
                    <a:pt x="2732293" y="537677"/>
                  </a:lnTo>
                  <a:lnTo>
                    <a:pt x="2732278" y="537664"/>
                  </a:lnTo>
                  <a:lnTo>
                    <a:pt x="2732262" y="537651"/>
                  </a:lnTo>
                  <a:lnTo>
                    <a:pt x="2732248" y="537643"/>
                  </a:lnTo>
                  <a:lnTo>
                    <a:pt x="2732234" y="537637"/>
                  </a:lnTo>
                  <a:lnTo>
                    <a:pt x="2732222" y="537633"/>
                  </a:lnTo>
                  <a:lnTo>
                    <a:pt x="2731992" y="537600"/>
                  </a:lnTo>
                  <a:lnTo>
                    <a:pt x="2731970" y="537598"/>
                  </a:lnTo>
                  <a:lnTo>
                    <a:pt x="2731952" y="537601"/>
                  </a:lnTo>
                  <a:lnTo>
                    <a:pt x="2731890" y="537630"/>
                  </a:lnTo>
                  <a:lnTo>
                    <a:pt x="2731834" y="537657"/>
                  </a:lnTo>
                  <a:lnTo>
                    <a:pt x="2731803" y="537675"/>
                  </a:lnTo>
                  <a:lnTo>
                    <a:pt x="2731778" y="537702"/>
                  </a:lnTo>
                  <a:lnTo>
                    <a:pt x="2731766" y="537731"/>
                  </a:lnTo>
                  <a:lnTo>
                    <a:pt x="2731758" y="537760"/>
                  </a:lnTo>
                  <a:lnTo>
                    <a:pt x="2731766" y="537775"/>
                  </a:lnTo>
                  <a:lnTo>
                    <a:pt x="2731784" y="537787"/>
                  </a:lnTo>
                  <a:lnTo>
                    <a:pt x="2731801" y="537798"/>
                  </a:lnTo>
                  <a:lnTo>
                    <a:pt x="2731862" y="537832"/>
                  </a:lnTo>
                  <a:lnTo>
                    <a:pt x="2731991" y="537905"/>
                  </a:lnTo>
                  <a:lnTo>
                    <a:pt x="2732103" y="537969"/>
                  </a:lnTo>
                  <a:lnTo>
                    <a:pt x="2732141" y="537992"/>
                  </a:lnTo>
                  <a:lnTo>
                    <a:pt x="2732185" y="538020"/>
                  </a:lnTo>
                  <a:lnTo>
                    <a:pt x="2732221" y="538045"/>
                  </a:lnTo>
                  <a:lnTo>
                    <a:pt x="2732232" y="538055"/>
                  </a:lnTo>
                  <a:lnTo>
                    <a:pt x="2732259" y="538077"/>
                  </a:lnTo>
                  <a:lnTo>
                    <a:pt x="2732285" y="538101"/>
                  </a:lnTo>
                  <a:lnTo>
                    <a:pt x="2732300" y="538116"/>
                  </a:lnTo>
                  <a:lnTo>
                    <a:pt x="2732309" y="538128"/>
                  </a:lnTo>
                  <a:lnTo>
                    <a:pt x="2732318" y="538143"/>
                  </a:lnTo>
                  <a:lnTo>
                    <a:pt x="2732324" y="538158"/>
                  </a:lnTo>
                  <a:lnTo>
                    <a:pt x="2732330" y="538177"/>
                  </a:lnTo>
                  <a:lnTo>
                    <a:pt x="2732335" y="538195"/>
                  </a:lnTo>
                  <a:lnTo>
                    <a:pt x="2732338" y="538204"/>
                  </a:lnTo>
                  <a:lnTo>
                    <a:pt x="2732341" y="538224"/>
                  </a:lnTo>
                  <a:lnTo>
                    <a:pt x="2732345" y="538248"/>
                  </a:lnTo>
                  <a:lnTo>
                    <a:pt x="2732345" y="538275"/>
                  </a:lnTo>
                  <a:lnTo>
                    <a:pt x="2732345" y="538297"/>
                  </a:lnTo>
                  <a:lnTo>
                    <a:pt x="2732324" y="538599"/>
                  </a:lnTo>
                  <a:lnTo>
                    <a:pt x="2732320" y="538614"/>
                  </a:lnTo>
                  <a:lnTo>
                    <a:pt x="2732127" y="539062"/>
                  </a:lnTo>
                  <a:lnTo>
                    <a:pt x="2732101" y="539119"/>
                  </a:lnTo>
                  <a:lnTo>
                    <a:pt x="2732082" y="539197"/>
                  </a:lnTo>
                  <a:lnTo>
                    <a:pt x="2732085" y="539289"/>
                  </a:lnTo>
                  <a:lnTo>
                    <a:pt x="2732278" y="539259"/>
                  </a:lnTo>
                  <a:lnTo>
                    <a:pt x="2732296" y="539258"/>
                  </a:lnTo>
                  <a:lnTo>
                    <a:pt x="2732317" y="539258"/>
                  </a:lnTo>
                  <a:lnTo>
                    <a:pt x="2732329" y="539259"/>
                  </a:lnTo>
                  <a:lnTo>
                    <a:pt x="2732355" y="539264"/>
                  </a:lnTo>
                  <a:lnTo>
                    <a:pt x="2732376" y="539273"/>
                  </a:lnTo>
                  <a:lnTo>
                    <a:pt x="2732615" y="539390"/>
                  </a:lnTo>
                  <a:lnTo>
                    <a:pt x="2732641" y="539503"/>
                  </a:lnTo>
                  <a:lnTo>
                    <a:pt x="2732621" y="539543"/>
                  </a:lnTo>
                  <a:lnTo>
                    <a:pt x="2732603" y="539593"/>
                  </a:lnTo>
                  <a:lnTo>
                    <a:pt x="2732601" y="539603"/>
                  </a:lnTo>
                  <a:lnTo>
                    <a:pt x="2732600" y="539613"/>
                  </a:lnTo>
                  <a:lnTo>
                    <a:pt x="2732601" y="539625"/>
                  </a:lnTo>
                  <a:lnTo>
                    <a:pt x="2732606" y="539639"/>
                  </a:lnTo>
                  <a:lnTo>
                    <a:pt x="2732610" y="539647"/>
                  </a:lnTo>
                  <a:lnTo>
                    <a:pt x="2732615" y="539654"/>
                  </a:lnTo>
                  <a:lnTo>
                    <a:pt x="2732641" y="539678"/>
                  </a:lnTo>
                  <a:lnTo>
                    <a:pt x="2732661" y="539694"/>
                  </a:lnTo>
                  <a:lnTo>
                    <a:pt x="2732698" y="539717"/>
                  </a:lnTo>
                  <a:lnTo>
                    <a:pt x="2732716" y="539725"/>
                  </a:lnTo>
                  <a:lnTo>
                    <a:pt x="2732728" y="539729"/>
                  </a:lnTo>
                  <a:lnTo>
                    <a:pt x="2732748" y="539733"/>
                  </a:lnTo>
                  <a:lnTo>
                    <a:pt x="2732768" y="539734"/>
                  </a:lnTo>
                  <a:lnTo>
                    <a:pt x="2733034" y="539889"/>
                  </a:lnTo>
                  <a:lnTo>
                    <a:pt x="2733042" y="539898"/>
                  </a:lnTo>
                  <a:lnTo>
                    <a:pt x="2733129" y="539981"/>
                  </a:lnTo>
                  <a:lnTo>
                    <a:pt x="2733142" y="539992"/>
                  </a:lnTo>
                  <a:lnTo>
                    <a:pt x="2733157" y="540005"/>
                  </a:lnTo>
                  <a:lnTo>
                    <a:pt x="2733199" y="540033"/>
                  </a:lnTo>
                  <a:lnTo>
                    <a:pt x="2733206" y="540037"/>
                  </a:lnTo>
                  <a:lnTo>
                    <a:pt x="2733356" y="540108"/>
                  </a:lnTo>
                  <a:lnTo>
                    <a:pt x="2733858" y="540312"/>
                  </a:lnTo>
                  <a:lnTo>
                    <a:pt x="2734177" y="540352"/>
                  </a:lnTo>
                  <a:lnTo>
                    <a:pt x="2734189" y="540351"/>
                  </a:lnTo>
                  <a:lnTo>
                    <a:pt x="2734200" y="540352"/>
                  </a:lnTo>
                  <a:lnTo>
                    <a:pt x="2734210" y="540355"/>
                  </a:lnTo>
                  <a:lnTo>
                    <a:pt x="2734228" y="540362"/>
                  </a:lnTo>
                  <a:lnTo>
                    <a:pt x="2734248" y="540372"/>
                  </a:lnTo>
                  <a:lnTo>
                    <a:pt x="2734412" y="540453"/>
                  </a:lnTo>
                  <a:lnTo>
                    <a:pt x="2734430" y="540465"/>
                  </a:lnTo>
                  <a:lnTo>
                    <a:pt x="2734447" y="540479"/>
                  </a:lnTo>
                  <a:lnTo>
                    <a:pt x="2734501" y="540537"/>
                  </a:lnTo>
                  <a:lnTo>
                    <a:pt x="2734520" y="540560"/>
                  </a:lnTo>
                  <a:lnTo>
                    <a:pt x="2734533" y="540577"/>
                  </a:lnTo>
                  <a:lnTo>
                    <a:pt x="2734539" y="540586"/>
                  </a:lnTo>
                  <a:lnTo>
                    <a:pt x="2734545" y="540604"/>
                  </a:lnTo>
                  <a:lnTo>
                    <a:pt x="2734559" y="540654"/>
                  </a:lnTo>
                  <a:lnTo>
                    <a:pt x="2734570" y="540675"/>
                  </a:lnTo>
                  <a:lnTo>
                    <a:pt x="2734613" y="540722"/>
                  </a:lnTo>
                  <a:lnTo>
                    <a:pt x="2734628" y="540738"/>
                  </a:lnTo>
                  <a:lnTo>
                    <a:pt x="2734669" y="540773"/>
                  </a:lnTo>
                  <a:lnTo>
                    <a:pt x="2734831" y="540858"/>
                  </a:lnTo>
                  <a:lnTo>
                    <a:pt x="2734842" y="540864"/>
                  </a:lnTo>
                  <a:lnTo>
                    <a:pt x="2735390" y="541218"/>
                  </a:lnTo>
                  <a:lnTo>
                    <a:pt x="2735412" y="541229"/>
                  </a:lnTo>
                  <a:lnTo>
                    <a:pt x="2735550" y="541250"/>
                  </a:lnTo>
                  <a:lnTo>
                    <a:pt x="2735559" y="541250"/>
                  </a:lnTo>
                  <a:lnTo>
                    <a:pt x="2735571" y="541248"/>
                  </a:lnTo>
                  <a:lnTo>
                    <a:pt x="2735832" y="541177"/>
                  </a:lnTo>
                  <a:lnTo>
                    <a:pt x="2736071" y="541095"/>
                  </a:lnTo>
                  <a:lnTo>
                    <a:pt x="2736098" y="541082"/>
                  </a:lnTo>
                  <a:lnTo>
                    <a:pt x="2736130" y="541060"/>
                  </a:lnTo>
                  <a:lnTo>
                    <a:pt x="2736149" y="541048"/>
                  </a:lnTo>
                  <a:lnTo>
                    <a:pt x="2736174" y="541031"/>
                  </a:lnTo>
                  <a:lnTo>
                    <a:pt x="2736188" y="541013"/>
                  </a:lnTo>
                  <a:lnTo>
                    <a:pt x="2736300" y="540965"/>
                  </a:lnTo>
                  <a:lnTo>
                    <a:pt x="2736490" y="540908"/>
                  </a:lnTo>
                  <a:lnTo>
                    <a:pt x="2736944" y="540883"/>
                  </a:lnTo>
                  <a:lnTo>
                    <a:pt x="2736958" y="540893"/>
                  </a:lnTo>
                  <a:lnTo>
                    <a:pt x="2737000" y="540910"/>
                  </a:lnTo>
                  <a:lnTo>
                    <a:pt x="2737015" y="540915"/>
                  </a:lnTo>
                  <a:lnTo>
                    <a:pt x="2737295" y="540992"/>
                  </a:lnTo>
                  <a:lnTo>
                    <a:pt x="2737478" y="541208"/>
                  </a:lnTo>
                  <a:lnTo>
                    <a:pt x="2737559" y="541489"/>
                  </a:lnTo>
                  <a:lnTo>
                    <a:pt x="2737525" y="541943"/>
                  </a:lnTo>
                  <a:lnTo>
                    <a:pt x="2737507" y="542064"/>
                  </a:lnTo>
                  <a:lnTo>
                    <a:pt x="2737430" y="542554"/>
                  </a:lnTo>
                  <a:lnTo>
                    <a:pt x="2737148" y="542951"/>
                  </a:lnTo>
                  <a:lnTo>
                    <a:pt x="2736863" y="543510"/>
                  </a:lnTo>
                  <a:lnTo>
                    <a:pt x="2736693" y="544048"/>
                  </a:lnTo>
                  <a:lnTo>
                    <a:pt x="2736674" y="544263"/>
                  </a:lnTo>
                  <a:lnTo>
                    <a:pt x="2736698" y="544432"/>
                  </a:lnTo>
                  <a:lnTo>
                    <a:pt x="2736892" y="544972"/>
                  </a:lnTo>
                  <a:lnTo>
                    <a:pt x="2737309" y="545692"/>
                  </a:lnTo>
                  <a:lnTo>
                    <a:pt x="2737356" y="545972"/>
                  </a:lnTo>
                  <a:lnTo>
                    <a:pt x="2737271" y="546520"/>
                  </a:lnTo>
                  <a:lnTo>
                    <a:pt x="2737119" y="546757"/>
                  </a:lnTo>
                  <a:lnTo>
                    <a:pt x="2736816" y="546972"/>
                  </a:lnTo>
                  <a:lnTo>
                    <a:pt x="2736314" y="547133"/>
                  </a:lnTo>
                  <a:lnTo>
                    <a:pt x="2735774" y="547380"/>
                  </a:lnTo>
                  <a:lnTo>
                    <a:pt x="2735632" y="547552"/>
                  </a:lnTo>
                  <a:lnTo>
                    <a:pt x="2735453" y="547993"/>
                  </a:lnTo>
                  <a:lnTo>
                    <a:pt x="2735150" y="549315"/>
                  </a:lnTo>
                  <a:lnTo>
                    <a:pt x="2735131" y="549670"/>
                  </a:lnTo>
                  <a:lnTo>
                    <a:pt x="2735100" y="550164"/>
                  </a:lnTo>
                  <a:lnTo>
                    <a:pt x="2735112" y="550809"/>
                  </a:lnTo>
                  <a:lnTo>
                    <a:pt x="2735140" y="551497"/>
                  </a:lnTo>
                  <a:lnTo>
                    <a:pt x="2735074" y="551927"/>
                  </a:lnTo>
                  <a:lnTo>
                    <a:pt x="2734941" y="552212"/>
                  </a:lnTo>
                  <a:lnTo>
                    <a:pt x="2734828" y="552454"/>
                  </a:lnTo>
                  <a:lnTo>
                    <a:pt x="2734723" y="552970"/>
                  </a:lnTo>
                  <a:lnTo>
                    <a:pt x="2734553" y="553464"/>
                  </a:lnTo>
                  <a:lnTo>
                    <a:pt x="2734222" y="553841"/>
                  </a:lnTo>
                  <a:lnTo>
                    <a:pt x="2733521" y="554443"/>
                  </a:lnTo>
                  <a:lnTo>
                    <a:pt x="2732526" y="555034"/>
                  </a:lnTo>
                  <a:lnTo>
                    <a:pt x="2732119" y="555539"/>
                  </a:lnTo>
                  <a:lnTo>
                    <a:pt x="2731958" y="556141"/>
                  </a:lnTo>
                  <a:lnTo>
                    <a:pt x="2731977" y="556356"/>
                  </a:lnTo>
                  <a:lnTo>
                    <a:pt x="2732093" y="556684"/>
                  </a:lnTo>
                  <a:lnTo>
                    <a:pt x="2732223" y="556894"/>
                  </a:lnTo>
                  <a:lnTo>
                    <a:pt x="2732551" y="557223"/>
                  </a:lnTo>
                  <a:lnTo>
                    <a:pt x="2732824" y="557552"/>
                  </a:lnTo>
                  <a:lnTo>
                    <a:pt x="2732905" y="557651"/>
                  </a:lnTo>
                  <a:lnTo>
                    <a:pt x="2732979" y="557886"/>
                  </a:lnTo>
                  <a:lnTo>
                    <a:pt x="2732943" y="558065"/>
                  </a:lnTo>
                  <a:lnTo>
                    <a:pt x="2732725" y="558743"/>
                  </a:lnTo>
                  <a:lnTo>
                    <a:pt x="2732744" y="558936"/>
                  </a:lnTo>
                  <a:lnTo>
                    <a:pt x="2732867" y="559151"/>
                  </a:lnTo>
                  <a:lnTo>
                    <a:pt x="2732913" y="559550"/>
                  </a:lnTo>
                  <a:lnTo>
                    <a:pt x="2732631" y="560430"/>
                  </a:lnTo>
                  <a:lnTo>
                    <a:pt x="2732479" y="560699"/>
                  </a:lnTo>
                  <a:lnTo>
                    <a:pt x="2730879" y="562043"/>
                  </a:lnTo>
                  <a:lnTo>
                    <a:pt x="2730481" y="562462"/>
                  </a:lnTo>
                  <a:lnTo>
                    <a:pt x="2730462" y="562699"/>
                  </a:lnTo>
                  <a:lnTo>
                    <a:pt x="2730677" y="563666"/>
                  </a:lnTo>
                  <a:lnTo>
                    <a:pt x="2730677" y="563674"/>
                  </a:lnTo>
                  <a:lnTo>
                    <a:pt x="2730682" y="563814"/>
                  </a:lnTo>
                  <a:lnTo>
                    <a:pt x="2730682" y="563830"/>
                  </a:lnTo>
                  <a:lnTo>
                    <a:pt x="2730676" y="563934"/>
                  </a:lnTo>
                  <a:lnTo>
                    <a:pt x="2730595" y="564032"/>
                  </a:lnTo>
                  <a:lnTo>
                    <a:pt x="2730340" y="564021"/>
                  </a:lnTo>
                  <a:lnTo>
                    <a:pt x="2730093" y="564010"/>
                  </a:lnTo>
                  <a:lnTo>
                    <a:pt x="2729941" y="563999"/>
                  </a:lnTo>
                  <a:lnTo>
                    <a:pt x="2729525" y="563967"/>
                  </a:lnTo>
                  <a:lnTo>
                    <a:pt x="2728625" y="564128"/>
                  </a:lnTo>
                  <a:lnTo>
                    <a:pt x="2728189" y="564343"/>
                  </a:lnTo>
                  <a:lnTo>
                    <a:pt x="2728104" y="564548"/>
                  </a:lnTo>
                  <a:lnTo>
                    <a:pt x="2728085" y="564795"/>
                  </a:lnTo>
                  <a:lnTo>
                    <a:pt x="2728246" y="565085"/>
                  </a:lnTo>
                  <a:lnTo>
                    <a:pt x="2728244" y="565159"/>
                  </a:lnTo>
                  <a:lnTo>
                    <a:pt x="2728239" y="565162"/>
                  </a:lnTo>
                  <a:lnTo>
                    <a:pt x="2728232" y="565167"/>
                  </a:lnTo>
                  <a:lnTo>
                    <a:pt x="2728225" y="565175"/>
                  </a:lnTo>
                  <a:lnTo>
                    <a:pt x="2727933" y="565477"/>
                  </a:lnTo>
                  <a:lnTo>
                    <a:pt x="2727928" y="565483"/>
                  </a:lnTo>
                  <a:lnTo>
                    <a:pt x="2727921" y="565492"/>
                  </a:lnTo>
                  <a:lnTo>
                    <a:pt x="2727744" y="565622"/>
                  </a:lnTo>
                  <a:lnTo>
                    <a:pt x="2727337" y="566052"/>
                  </a:lnTo>
                  <a:lnTo>
                    <a:pt x="2727063" y="566547"/>
                  </a:lnTo>
                  <a:lnTo>
                    <a:pt x="2727072" y="566773"/>
                  </a:lnTo>
                  <a:lnTo>
                    <a:pt x="2727375" y="567106"/>
                  </a:lnTo>
                  <a:lnTo>
                    <a:pt x="2727705" y="567509"/>
                  </a:lnTo>
                  <a:lnTo>
                    <a:pt x="2727744" y="567557"/>
                  </a:lnTo>
                  <a:lnTo>
                    <a:pt x="2728000" y="568245"/>
                  </a:lnTo>
                  <a:lnTo>
                    <a:pt x="2728047" y="568847"/>
                  </a:lnTo>
                  <a:lnTo>
                    <a:pt x="2728142" y="569299"/>
                  </a:lnTo>
                  <a:lnTo>
                    <a:pt x="2728303" y="569514"/>
                  </a:lnTo>
                  <a:lnTo>
                    <a:pt x="2728720" y="569718"/>
                  </a:lnTo>
                  <a:lnTo>
                    <a:pt x="2729070" y="569740"/>
                  </a:lnTo>
                  <a:lnTo>
                    <a:pt x="2729572" y="569697"/>
                  </a:lnTo>
                  <a:lnTo>
                    <a:pt x="2729761" y="569836"/>
                  </a:lnTo>
                  <a:lnTo>
                    <a:pt x="2729761" y="569944"/>
                  </a:lnTo>
                  <a:lnTo>
                    <a:pt x="2729506" y="570331"/>
                  </a:lnTo>
                  <a:lnTo>
                    <a:pt x="2729345" y="570600"/>
                  </a:lnTo>
                  <a:lnTo>
                    <a:pt x="2729411" y="571040"/>
                  </a:lnTo>
                  <a:lnTo>
                    <a:pt x="2729354" y="571212"/>
                  </a:lnTo>
                  <a:lnTo>
                    <a:pt x="2729013" y="571417"/>
                  </a:lnTo>
                  <a:lnTo>
                    <a:pt x="2728625" y="571642"/>
                  </a:lnTo>
                  <a:lnTo>
                    <a:pt x="2728294" y="572115"/>
                  </a:lnTo>
                  <a:lnTo>
                    <a:pt x="2728047" y="572341"/>
                  </a:lnTo>
                  <a:lnTo>
                    <a:pt x="2727546" y="572449"/>
                  </a:lnTo>
                  <a:lnTo>
                    <a:pt x="2727195" y="572470"/>
                  </a:lnTo>
                  <a:lnTo>
                    <a:pt x="2726741" y="572309"/>
                  </a:lnTo>
                  <a:lnTo>
                    <a:pt x="2726173" y="572051"/>
                  </a:lnTo>
                  <a:lnTo>
                    <a:pt x="2725964" y="572008"/>
                  </a:lnTo>
                  <a:lnTo>
                    <a:pt x="2725614" y="572137"/>
                  </a:lnTo>
                  <a:lnTo>
                    <a:pt x="2725462" y="572191"/>
                  </a:lnTo>
                  <a:lnTo>
                    <a:pt x="2724657" y="571868"/>
                  </a:lnTo>
                  <a:lnTo>
                    <a:pt x="2724298" y="571675"/>
                  </a:lnTo>
                  <a:lnTo>
                    <a:pt x="2724118" y="571739"/>
                  </a:lnTo>
                  <a:lnTo>
                    <a:pt x="2723568" y="572234"/>
                  </a:lnTo>
                  <a:lnTo>
                    <a:pt x="2723407" y="572685"/>
                  </a:lnTo>
                  <a:lnTo>
                    <a:pt x="2723398" y="572922"/>
                  </a:lnTo>
                  <a:lnTo>
                    <a:pt x="2724108" y="574233"/>
                  </a:lnTo>
                  <a:lnTo>
                    <a:pt x="2724431" y="574903"/>
                  </a:lnTo>
                  <a:lnTo>
                    <a:pt x="2724431" y="575064"/>
                  </a:lnTo>
                  <a:lnTo>
                    <a:pt x="2724183" y="575198"/>
                  </a:lnTo>
                  <a:lnTo>
                    <a:pt x="2723227" y="575412"/>
                  </a:lnTo>
                  <a:lnTo>
                    <a:pt x="2721964" y="575452"/>
                  </a:lnTo>
                  <a:lnTo>
                    <a:pt x="2721763" y="575452"/>
                  </a:lnTo>
                  <a:lnTo>
                    <a:pt x="2721492" y="575425"/>
                  </a:lnTo>
                  <a:lnTo>
                    <a:pt x="2721341" y="575347"/>
                  </a:lnTo>
                  <a:lnTo>
                    <a:pt x="2721031" y="575184"/>
                  </a:lnTo>
                  <a:lnTo>
                    <a:pt x="2720630" y="574916"/>
                  </a:lnTo>
                  <a:lnTo>
                    <a:pt x="2720146" y="574635"/>
                  </a:lnTo>
                  <a:lnTo>
                    <a:pt x="2719592" y="574588"/>
                  </a:lnTo>
                  <a:lnTo>
                    <a:pt x="2718871" y="574675"/>
                  </a:lnTo>
                  <a:lnTo>
                    <a:pt x="2718293" y="575037"/>
                  </a:lnTo>
                  <a:lnTo>
                    <a:pt x="2717655" y="575653"/>
                  </a:lnTo>
                  <a:lnTo>
                    <a:pt x="2717478" y="575707"/>
                  </a:lnTo>
                  <a:lnTo>
                    <a:pt x="2716959" y="575425"/>
                  </a:lnTo>
                  <a:lnTo>
                    <a:pt x="2716758" y="575198"/>
                  </a:lnTo>
                  <a:lnTo>
                    <a:pt x="2716580" y="575166"/>
                  </a:lnTo>
                  <a:lnTo>
                    <a:pt x="2716262" y="575184"/>
                  </a:lnTo>
                  <a:lnTo>
                    <a:pt x="2715955" y="575117"/>
                  </a:lnTo>
                  <a:lnTo>
                    <a:pt x="2715577" y="574755"/>
                  </a:lnTo>
                  <a:lnTo>
                    <a:pt x="2715058" y="574326"/>
                  </a:lnTo>
                  <a:lnTo>
                    <a:pt x="2714704" y="574192"/>
                  </a:lnTo>
                  <a:lnTo>
                    <a:pt x="2714149" y="574273"/>
                  </a:lnTo>
                  <a:lnTo>
                    <a:pt x="2713405" y="574407"/>
                  </a:lnTo>
                  <a:lnTo>
                    <a:pt x="2712886" y="574648"/>
                  </a:lnTo>
                  <a:lnTo>
                    <a:pt x="2712626" y="574943"/>
                  </a:lnTo>
                  <a:lnTo>
                    <a:pt x="2712363" y="575627"/>
                  </a:lnTo>
                  <a:lnTo>
                    <a:pt x="2712048" y="576457"/>
                  </a:lnTo>
                  <a:lnTo>
                    <a:pt x="2711859" y="576645"/>
                  </a:lnTo>
                  <a:lnTo>
                    <a:pt x="2711623" y="576645"/>
                  </a:lnTo>
                  <a:lnTo>
                    <a:pt x="2710867" y="576430"/>
                  </a:lnTo>
                  <a:lnTo>
                    <a:pt x="2710478" y="576444"/>
                  </a:lnTo>
                  <a:lnTo>
                    <a:pt x="2709938" y="576734"/>
                  </a:lnTo>
                  <a:lnTo>
                    <a:pt x="2709935" y="576738"/>
                  </a:lnTo>
                  <a:lnTo>
                    <a:pt x="2709908" y="576766"/>
                  </a:lnTo>
                  <a:lnTo>
                    <a:pt x="2709879" y="576793"/>
                  </a:lnTo>
                  <a:lnTo>
                    <a:pt x="2709849" y="576814"/>
                  </a:lnTo>
                  <a:lnTo>
                    <a:pt x="2709611" y="576938"/>
                  </a:lnTo>
                  <a:lnTo>
                    <a:pt x="2709596" y="576937"/>
                  </a:lnTo>
                  <a:lnTo>
                    <a:pt x="2709370" y="576915"/>
                  </a:lnTo>
                  <a:lnTo>
                    <a:pt x="2709226" y="576739"/>
                  </a:lnTo>
                  <a:lnTo>
                    <a:pt x="2708872" y="576283"/>
                  </a:lnTo>
                  <a:lnTo>
                    <a:pt x="2708353" y="576055"/>
                  </a:lnTo>
                  <a:lnTo>
                    <a:pt x="2707798" y="576002"/>
                  </a:lnTo>
                  <a:lnTo>
                    <a:pt x="2707381" y="576013"/>
                  </a:lnTo>
                  <a:lnTo>
                    <a:pt x="2706511" y="576390"/>
                  </a:lnTo>
                  <a:lnTo>
                    <a:pt x="2704862" y="577141"/>
                  </a:lnTo>
                  <a:lnTo>
                    <a:pt x="2704599" y="577261"/>
                  </a:lnTo>
                  <a:lnTo>
                    <a:pt x="2703803" y="577768"/>
                  </a:lnTo>
                  <a:lnTo>
                    <a:pt x="2703525" y="577945"/>
                  </a:lnTo>
                  <a:lnTo>
                    <a:pt x="2703241" y="578039"/>
                  </a:lnTo>
                  <a:lnTo>
                    <a:pt x="2702911" y="577985"/>
                  </a:lnTo>
                  <a:lnTo>
                    <a:pt x="2702191" y="577811"/>
                  </a:lnTo>
                  <a:lnTo>
                    <a:pt x="2701931" y="577838"/>
                  </a:lnTo>
                  <a:lnTo>
                    <a:pt x="2701636" y="578052"/>
                  </a:lnTo>
                  <a:lnTo>
                    <a:pt x="2701199" y="578668"/>
                  </a:lnTo>
                  <a:lnTo>
                    <a:pt x="2700680" y="579164"/>
                  </a:lnTo>
                  <a:lnTo>
                    <a:pt x="2700396" y="579323"/>
                  </a:lnTo>
                  <a:lnTo>
                    <a:pt x="2700196" y="579472"/>
                  </a:lnTo>
                  <a:lnTo>
                    <a:pt x="2699877" y="579620"/>
                  </a:lnTo>
                  <a:lnTo>
                    <a:pt x="2698708" y="580035"/>
                  </a:lnTo>
                  <a:lnTo>
                    <a:pt x="2697587" y="580210"/>
                  </a:lnTo>
                  <a:lnTo>
                    <a:pt x="2697091" y="580451"/>
                  </a:lnTo>
                  <a:lnTo>
                    <a:pt x="2696288" y="581161"/>
                  </a:lnTo>
                  <a:lnTo>
                    <a:pt x="2695707" y="581627"/>
                  </a:lnTo>
                  <a:lnTo>
                    <a:pt x="2695285" y="582340"/>
                  </a:lnTo>
                  <a:lnTo>
                    <a:pt x="2695013" y="582367"/>
                  </a:lnTo>
                  <a:lnTo>
                    <a:pt x="2694752" y="582341"/>
                  </a:lnTo>
                  <a:lnTo>
                    <a:pt x="2694647" y="582313"/>
                  </a:lnTo>
                  <a:lnTo>
                    <a:pt x="2694435" y="582354"/>
                  </a:lnTo>
                  <a:lnTo>
                    <a:pt x="2694387" y="582439"/>
                  </a:lnTo>
                  <a:lnTo>
                    <a:pt x="2694322" y="582555"/>
                  </a:lnTo>
                  <a:lnTo>
                    <a:pt x="2694341" y="582608"/>
                  </a:lnTo>
                  <a:lnTo>
                    <a:pt x="2694529" y="582849"/>
                  </a:lnTo>
                  <a:lnTo>
                    <a:pt x="2695179" y="583479"/>
                  </a:lnTo>
                  <a:lnTo>
                    <a:pt x="2695663" y="583654"/>
                  </a:lnTo>
                  <a:lnTo>
                    <a:pt x="2696339" y="583798"/>
                  </a:lnTo>
                  <a:lnTo>
                    <a:pt x="2696383" y="583828"/>
                  </a:lnTo>
                  <a:lnTo>
                    <a:pt x="2696678" y="584082"/>
                  </a:lnTo>
                  <a:lnTo>
                    <a:pt x="2696938" y="584632"/>
                  </a:lnTo>
                  <a:lnTo>
                    <a:pt x="2697126" y="584752"/>
                  </a:lnTo>
                  <a:lnTo>
                    <a:pt x="2697386" y="584726"/>
                  </a:lnTo>
                  <a:lnTo>
                    <a:pt x="2697776" y="584578"/>
                  </a:lnTo>
                  <a:lnTo>
                    <a:pt x="2698661" y="584431"/>
                  </a:lnTo>
                  <a:lnTo>
                    <a:pt x="2699546" y="584042"/>
                  </a:lnTo>
                  <a:lnTo>
                    <a:pt x="2699912" y="583962"/>
                  </a:lnTo>
                  <a:lnTo>
                    <a:pt x="2700467" y="584002"/>
                  </a:lnTo>
                  <a:lnTo>
                    <a:pt x="2701506" y="584337"/>
                  </a:lnTo>
                  <a:lnTo>
                    <a:pt x="2701792" y="584512"/>
                  </a:lnTo>
                  <a:lnTo>
                    <a:pt x="2702273" y="584726"/>
                  </a:lnTo>
                  <a:lnTo>
                    <a:pt x="2702533" y="584940"/>
                  </a:lnTo>
                  <a:lnTo>
                    <a:pt x="2703017" y="585436"/>
                  </a:lnTo>
                  <a:lnTo>
                    <a:pt x="2703407" y="585838"/>
                  </a:lnTo>
                  <a:lnTo>
                    <a:pt x="2703690" y="586267"/>
                  </a:lnTo>
                  <a:lnTo>
                    <a:pt x="2703987" y="587114"/>
                  </a:lnTo>
                  <a:lnTo>
                    <a:pt x="2704316" y="587567"/>
                  </a:lnTo>
                  <a:lnTo>
                    <a:pt x="2704634" y="587902"/>
                  </a:lnTo>
                  <a:lnTo>
                    <a:pt x="2704788" y="588264"/>
                  </a:lnTo>
                  <a:lnTo>
                    <a:pt x="2705242" y="589643"/>
                  </a:lnTo>
                  <a:lnTo>
                    <a:pt x="2705248" y="589858"/>
                  </a:lnTo>
                  <a:lnTo>
                    <a:pt x="2705175" y="590111"/>
                  </a:lnTo>
                  <a:lnTo>
                    <a:pt x="2704459" y="591964"/>
                  </a:lnTo>
                  <a:lnTo>
                    <a:pt x="2704323" y="592046"/>
                  </a:lnTo>
                  <a:lnTo>
                    <a:pt x="2703552" y="591635"/>
                  </a:lnTo>
                  <a:lnTo>
                    <a:pt x="2703171" y="591552"/>
                  </a:lnTo>
                  <a:lnTo>
                    <a:pt x="2702709" y="591604"/>
                  </a:lnTo>
                  <a:lnTo>
                    <a:pt x="2702221" y="591814"/>
                  </a:lnTo>
                  <a:lnTo>
                    <a:pt x="2702210" y="591861"/>
                  </a:lnTo>
                  <a:lnTo>
                    <a:pt x="2702503" y="592447"/>
                  </a:lnTo>
                  <a:lnTo>
                    <a:pt x="2702582" y="593014"/>
                  </a:lnTo>
                  <a:lnTo>
                    <a:pt x="2702423" y="594635"/>
                  </a:lnTo>
                  <a:lnTo>
                    <a:pt x="2703803" y="595325"/>
                  </a:lnTo>
                  <a:lnTo>
                    <a:pt x="2703714" y="597480"/>
                  </a:lnTo>
                  <a:lnTo>
                    <a:pt x="2703768" y="597639"/>
                  </a:lnTo>
                  <a:lnTo>
                    <a:pt x="2703807" y="597720"/>
                  </a:lnTo>
                  <a:lnTo>
                    <a:pt x="2704591" y="598031"/>
                  </a:lnTo>
                  <a:lnTo>
                    <a:pt x="2704803" y="598109"/>
                  </a:lnTo>
                  <a:lnTo>
                    <a:pt x="2705474" y="598503"/>
                  </a:lnTo>
                  <a:lnTo>
                    <a:pt x="2705835" y="598767"/>
                  </a:lnTo>
                  <a:lnTo>
                    <a:pt x="2705872" y="598817"/>
                  </a:lnTo>
                  <a:lnTo>
                    <a:pt x="2705791" y="598920"/>
                  </a:lnTo>
                  <a:lnTo>
                    <a:pt x="2705727" y="599000"/>
                  </a:lnTo>
                  <a:lnTo>
                    <a:pt x="2705687" y="599053"/>
                  </a:lnTo>
                  <a:lnTo>
                    <a:pt x="2705664" y="599079"/>
                  </a:lnTo>
                  <a:lnTo>
                    <a:pt x="2705527" y="599011"/>
                  </a:lnTo>
                  <a:lnTo>
                    <a:pt x="2705446" y="598926"/>
                  </a:lnTo>
                  <a:lnTo>
                    <a:pt x="2705395" y="598864"/>
                  </a:lnTo>
                  <a:lnTo>
                    <a:pt x="2705356" y="598835"/>
                  </a:lnTo>
                  <a:lnTo>
                    <a:pt x="2705003" y="598638"/>
                  </a:lnTo>
                  <a:lnTo>
                    <a:pt x="2704767" y="598525"/>
                  </a:lnTo>
                  <a:lnTo>
                    <a:pt x="2704540" y="598444"/>
                  </a:lnTo>
                  <a:lnTo>
                    <a:pt x="2704357" y="598393"/>
                  </a:lnTo>
                  <a:lnTo>
                    <a:pt x="2704081" y="598334"/>
                  </a:lnTo>
                  <a:lnTo>
                    <a:pt x="2704009" y="598343"/>
                  </a:lnTo>
                  <a:lnTo>
                    <a:pt x="2703842" y="598385"/>
                  </a:lnTo>
                  <a:lnTo>
                    <a:pt x="2703571" y="598435"/>
                  </a:lnTo>
                  <a:lnTo>
                    <a:pt x="2703219" y="598394"/>
                  </a:lnTo>
                  <a:lnTo>
                    <a:pt x="2703079" y="598398"/>
                  </a:lnTo>
                  <a:lnTo>
                    <a:pt x="2702954" y="598435"/>
                  </a:lnTo>
                  <a:lnTo>
                    <a:pt x="2702836" y="598416"/>
                  </a:lnTo>
                  <a:lnTo>
                    <a:pt x="2702780" y="598394"/>
                  </a:lnTo>
                  <a:lnTo>
                    <a:pt x="2702598" y="598284"/>
                  </a:lnTo>
                  <a:lnTo>
                    <a:pt x="2702522" y="598228"/>
                  </a:lnTo>
                  <a:lnTo>
                    <a:pt x="2702445" y="598155"/>
                  </a:lnTo>
                  <a:lnTo>
                    <a:pt x="2702302" y="597982"/>
                  </a:lnTo>
                  <a:lnTo>
                    <a:pt x="2702208" y="597809"/>
                  </a:lnTo>
                  <a:lnTo>
                    <a:pt x="2702140" y="597566"/>
                  </a:lnTo>
                  <a:lnTo>
                    <a:pt x="2702068" y="597421"/>
                  </a:lnTo>
                  <a:lnTo>
                    <a:pt x="2702028" y="597292"/>
                  </a:lnTo>
                  <a:lnTo>
                    <a:pt x="2701999" y="597006"/>
                  </a:lnTo>
                  <a:lnTo>
                    <a:pt x="2702012" y="596876"/>
                  </a:lnTo>
                  <a:lnTo>
                    <a:pt x="2702126" y="596611"/>
                  </a:lnTo>
                  <a:lnTo>
                    <a:pt x="2702140" y="596547"/>
                  </a:lnTo>
                  <a:lnTo>
                    <a:pt x="2702155" y="596480"/>
                  </a:lnTo>
                  <a:lnTo>
                    <a:pt x="2702179" y="596375"/>
                  </a:lnTo>
                  <a:lnTo>
                    <a:pt x="2702166" y="596245"/>
                  </a:lnTo>
                  <a:lnTo>
                    <a:pt x="2702198" y="595910"/>
                  </a:lnTo>
                  <a:lnTo>
                    <a:pt x="2702334" y="595454"/>
                  </a:lnTo>
                  <a:lnTo>
                    <a:pt x="2702292" y="595393"/>
                  </a:lnTo>
                  <a:lnTo>
                    <a:pt x="2702197" y="595353"/>
                  </a:lnTo>
                  <a:lnTo>
                    <a:pt x="2702088" y="595325"/>
                  </a:lnTo>
                  <a:lnTo>
                    <a:pt x="2702044" y="595338"/>
                  </a:lnTo>
                  <a:lnTo>
                    <a:pt x="2701909" y="595344"/>
                  </a:lnTo>
                  <a:lnTo>
                    <a:pt x="2701581" y="595109"/>
                  </a:lnTo>
                  <a:lnTo>
                    <a:pt x="2701519" y="595008"/>
                  </a:lnTo>
                  <a:lnTo>
                    <a:pt x="2701455" y="594880"/>
                  </a:lnTo>
                  <a:lnTo>
                    <a:pt x="2701430" y="594720"/>
                  </a:lnTo>
                  <a:lnTo>
                    <a:pt x="2701409" y="594683"/>
                  </a:lnTo>
                  <a:lnTo>
                    <a:pt x="2701359" y="594628"/>
                  </a:lnTo>
                  <a:lnTo>
                    <a:pt x="2701390" y="594327"/>
                  </a:lnTo>
                  <a:lnTo>
                    <a:pt x="2701406" y="594288"/>
                  </a:lnTo>
                  <a:lnTo>
                    <a:pt x="2701397" y="594204"/>
                  </a:lnTo>
                  <a:lnTo>
                    <a:pt x="2701320" y="594081"/>
                  </a:lnTo>
                  <a:lnTo>
                    <a:pt x="2701308" y="594062"/>
                  </a:lnTo>
                  <a:lnTo>
                    <a:pt x="2701272" y="593921"/>
                  </a:lnTo>
                  <a:lnTo>
                    <a:pt x="2701235" y="593829"/>
                  </a:lnTo>
                  <a:lnTo>
                    <a:pt x="2701135" y="593674"/>
                  </a:lnTo>
                  <a:lnTo>
                    <a:pt x="2701121" y="593593"/>
                  </a:lnTo>
                  <a:lnTo>
                    <a:pt x="2701124" y="593577"/>
                  </a:lnTo>
                  <a:lnTo>
                    <a:pt x="2701136" y="593573"/>
                  </a:lnTo>
                  <a:lnTo>
                    <a:pt x="2701138" y="593543"/>
                  </a:lnTo>
                  <a:lnTo>
                    <a:pt x="2701091" y="593373"/>
                  </a:lnTo>
                  <a:lnTo>
                    <a:pt x="2701026" y="593255"/>
                  </a:lnTo>
                  <a:lnTo>
                    <a:pt x="2700847" y="592926"/>
                  </a:lnTo>
                  <a:lnTo>
                    <a:pt x="2700805" y="592861"/>
                  </a:lnTo>
                  <a:lnTo>
                    <a:pt x="2700620" y="592573"/>
                  </a:lnTo>
                  <a:lnTo>
                    <a:pt x="2700583" y="592539"/>
                  </a:lnTo>
                  <a:lnTo>
                    <a:pt x="2700567" y="592532"/>
                  </a:lnTo>
                  <a:lnTo>
                    <a:pt x="2700485" y="592497"/>
                  </a:lnTo>
                  <a:lnTo>
                    <a:pt x="2700406" y="592478"/>
                  </a:lnTo>
                  <a:lnTo>
                    <a:pt x="2700363" y="592456"/>
                  </a:lnTo>
                  <a:lnTo>
                    <a:pt x="2700347" y="592445"/>
                  </a:lnTo>
                  <a:lnTo>
                    <a:pt x="2700325" y="592396"/>
                  </a:lnTo>
                  <a:lnTo>
                    <a:pt x="2700382" y="592212"/>
                  </a:lnTo>
                  <a:lnTo>
                    <a:pt x="2700341" y="592023"/>
                  </a:lnTo>
                  <a:lnTo>
                    <a:pt x="2700264" y="591824"/>
                  </a:lnTo>
                  <a:lnTo>
                    <a:pt x="2700274" y="591668"/>
                  </a:lnTo>
                  <a:lnTo>
                    <a:pt x="2700313" y="591544"/>
                  </a:lnTo>
                  <a:lnTo>
                    <a:pt x="2700377" y="591108"/>
                  </a:lnTo>
                  <a:lnTo>
                    <a:pt x="2700315" y="591071"/>
                  </a:lnTo>
                  <a:lnTo>
                    <a:pt x="2700284" y="591052"/>
                  </a:lnTo>
                  <a:lnTo>
                    <a:pt x="2700268" y="591049"/>
                  </a:lnTo>
                  <a:lnTo>
                    <a:pt x="2700202" y="591003"/>
                  </a:lnTo>
                  <a:lnTo>
                    <a:pt x="2700079" y="590792"/>
                  </a:lnTo>
                  <a:lnTo>
                    <a:pt x="2699970" y="590635"/>
                  </a:lnTo>
                  <a:lnTo>
                    <a:pt x="2699790" y="590521"/>
                  </a:lnTo>
                  <a:lnTo>
                    <a:pt x="2699725" y="590457"/>
                  </a:lnTo>
                  <a:lnTo>
                    <a:pt x="2699604" y="590178"/>
                  </a:lnTo>
                  <a:lnTo>
                    <a:pt x="2699600" y="590031"/>
                  </a:lnTo>
                  <a:lnTo>
                    <a:pt x="2699674" y="589833"/>
                  </a:lnTo>
                  <a:lnTo>
                    <a:pt x="2699785" y="589645"/>
                  </a:lnTo>
                  <a:lnTo>
                    <a:pt x="2699981" y="589395"/>
                  </a:lnTo>
                  <a:lnTo>
                    <a:pt x="2700100" y="589195"/>
                  </a:lnTo>
                  <a:lnTo>
                    <a:pt x="2700236" y="588927"/>
                  </a:lnTo>
                  <a:lnTo>
                    <a:pt x="2700255" y="588857"/>
                  </a:lnTo>
                  <a:lnTo>
                    <a:pt x="2700238" y="588828"/>
                  </a:lnTo>
                  <a:lnTo>
                    <a:pt x="2700133" y="588767"/>
                  </a:lnTo>
                  <a:lnTo>
                    <a:pt x="2700085" y="588728"/>
                  </a:lnTo>
                  <a:lnTo>
                    <a:pt x="2700012" y="588623"/>
                  </a:lnTo>
                  <a:lnTo>
                    <a:pt x="2699948" y="588578"/>
                  </a:lnTo>
                  <a:lnTo>
                    <a:pt x="2699770" y="588476"/>
                  </a:lnTo>
                  <a:lnTo>
                    <a:pt x="2699426" y="588351"/>
                  </a:lnTo>
                  <a:lnTo>
                    <a:pt x="2699284" y="588331"/>
                  </a:lnTo>
                  <a:lnTo>
                    <a:pt x="2699131" y="588334"/>
                  </a:lnTo>
                  <a:lnTo>
                    <a:pt x="2699073" y="588323"/>
                  </a:lnTo>
                  <a:lnTo>
                    <a:pt x="2698767" y="588302"/>
                  </a:lnTo>
                  <a:lnTo>
                    <a:pt x="2698730" y="588310"/>
                  </a:lnTo>
                  <a:lnTo>
                    <a:pt x="2698682" y="588304"/>
                  </a:lnTo>
                  <a:lnTo>
                    <a:pt x="2698566" y="588270"/>
                  </a:lnTo>
                  <a:lnTo>
                    <a:pt x="2698463" y="588257"/>
                  </a:lnTo>
                  <a:lnTo>
                    <a:pt x="2698419" y="588299"/>
                  </a:lnTo>
                  <a:lnTo>
                    <a:pt x="2698406" y="588350"/>
                  </a:lnTo>
                  <a:lnTo>
                    <a:pt x="2698374" y="588408"/>
                  </a:lnTo>
                  <a:lnTo>
                    <a:pt x="2698289" y="588456"/>
                  </a:lnTo>
                  <a:lnTo>
                    <a:pt x="2698179" y="588503"/>
                  </a:lnTo>
                  <a:lnTo>
                    <a:pt x="2698082" y="588568"/>
                  </a:lnTo>
                  <a:lnTo>
                    <a:pt x="2697935" y="588703"/>
                  </a:lnTo>
                  <a:lnTo>
                    <a:pt x="2697795" y="588875"/>
                  </a:lnTo>
                  <a:lnTo>
                    <a:pt x="2697689" y="589050"/>
                  </a:lnTo>
                  <a:lnTo>
                    <a:pt x="2697606" y="589383"/>
                  </a:lnTo>
                  <a:lnTo>
                    <a:pt x="2697608" y="589407"/>
                  </a:lnTo>
                  <a:lnTo>
                    <a:pt x="2697599" y="589429"/>
                  </a:lnTo>
                  <a:lnTo>
                    <a:pt x="2697526" y="589512"/>
                  </a:lnTo>
                  <a:lnTo>
                    <a:pt x="2697529" y="589583"/>
                  </a:lnTo>
                  <a:lnTo>
                    <a:pt x="2697559" y="589642"/>
                  </a:lnTo>
                  <a:lnTo>
                    <a:pt x="2697607" y="589718"/>
                  </a:lnTo>
                  <a:lnTo>
                    <a:pt x="2697641" y="589847"/>
                  </a:lnTo>
                  <a:lnTo>
                    <a:pt x="2697647" y="589871"/>
                  </a:lnTo>
                  <a:lnTo>
                    <a:pt x="2697654" y="589895"/>
                  </a:lnTo>
                  <a:lnTo>
                    <a:pt x="2697686" y="589989"/>
                  </a:lnTo>
                  <a:lnTo>
                    <a:pt x="2698023" y="590301"/>
                  </a:lnTo>
                  <a:lnTo>
                    <a:pt x="2698084" y="590378"/>
                  </a:lnTo>
                  <a:lnTo>
                    <a:pt x="2698135" y="590456"/>
                  </a:lnTo>
                  <a:lnTo>
                    <a:pt x="2698142" y="590473"/>
                  </a:lnTo>
                  <a:lnTo>
                    <a:pt x="2698255" y="590745"/>
                  </a:lnTo>
                  <a:lnTo>
                    <a:pt x="2698306" y="590884"/>
                  </a:lnTo>
                  <a:lnTo>
                    <a:pt x="2698311" y="591079"/>
                  </a:lnTo>
                  <a:lnTo>
                    <a:pt x="2698314" y="591089"/>
                  </a:lnTo>
                  <a:lnTo>
                    <a:pt x="2698312" y="591098"/>
                  </a:lnTo>
                  <a:lnTo>
                    <a:pt x="2698262" y="591279"/>
                  </a:lnTo>
                  <a:lnTo>
                    <a:pt x="2698121" y="591493"/>
                  </a:lnTo>
                  <a:lnTo>
                    <a:pt x="2697978" y="591701"/>
                  </a:lnTo>
                  <a:lnTo>
                    <a:pt x="2697873" y="591883"/>
                  </a:lnTo>
                  <a:lnTo>
                    <a:pt x="2697717" y="591967"/>
                  </a:lnTo>
                  <a:lnTo>
                    <a:pt x="2697649" y="592019"/>
                  </a:lnTo>
                  <a:lnTo>
                    <a:pt x="2697618" y="592068"/>
                  </a:lnTo>
                  <a:lnTo>
                    <a:pt x="2697571" y="592117"/>
                  </a:lnTo>
                  <a:lnTo>
                    <a:pt x="2697441" y="592149"/>
                  </a:lnTo>
                  <a:lnTo>
                    <a:pt x="2697310" y="592157"/>
                  </a:lnTo>
                  <a:lnTo>
                    <a:pt x="2696923" y="592221"/>
                  </a:lnTo>
                  <a:lnTo>
                    <a:pt x="2696773" y="592217"/>
                  </a:lnTo>
                  <a:lnTo>
                    <a:pt x="2696450" y="592175"/>
                  </a:lnTo>
                  <a:lnTo>
                    <a:pt x="2696393" y="592168"/>
                  </a:lnTo>
                  <a:lnTo>
                    <a:pt x="2696200" y="592116"/>
                  </a:lnTo>
                  <a:lnTo>
                    <a:pt x="2695947" y="592012"/>
                  </a:lnTo>
                  <a:lnTo>
                    <a:pt x="2695892" y="591977"/>
                  </a:lnTo>
                  <a:lnTo>
                    <a:pt x="2695636" y="591737"/>
                  </a:lnTo>
                  <a:lnTo>
                    <a:pt x="2695413" y="591420"/>
                  </a:lnTo>
                  <a:lnTo>
                    <a:pt x="2695345" y="591236"/>
                  </a:lnTo>
                  <a:lnTo>
                    <a:pt x="2695265" y="591139"/>
                  </a:lnTo>
                  <a:lnTo>
                    <a:pt x="2695194" y="591085"/>
                  </a:lnTo>
                  <a:lnTo>
                    <a:pt x="2695126" y="590906"/>
                  </a:lnTo>
                  <a:lnTo>
                    <a:pt x="2695086" y="590699"/>
                  </a:lnTo>
                  <a:lnTo>
                    <a:pt x="2695121" y="590592"/>
                  </a:lnTo>
                  <a:lnTo>
                    <a:pt x="2695291" y="590338"/>
                  </a:lnTo>
                  <a:lnTo>
                    <a:pt x="2695319" y="590279"/>
                  </a:lnTo>
                  <a:lnTo>
                    <a:pt x="2695323" y="590245"/>
                  </a:lnTo>
                  <a:lnTo>
                    <a:pt x="2695390" y="590166"/>
                  </a:lnTo>
                  <a:lnTo>
                    <a:pt x="2695419" y="590147"/>
                  </a:lnTo>
                  <a:lnTo>
                    <a:pt x="2695533" y="590093"/>
                  </a:lnTo>
                  <a:lnTo>
                    <a:pt x="2695679" y="590036"/>
                  </a:lnTo>
                  <a:lnTo>
                    <a:pt x="2695730" y="589967"/>
                  </a:lnTo>
                  <a:lnTo>
                    <a:pt x="2695744" y="589907"/>
                  </a:lnTo>
                  <a:lnTo>
                    <a:pt x="2695767" y="589865"/>
                  </a:lnTo>
                  <a:lnTo>
                    <a:pt x="2695984" y="589534"/>
                  </a:lnTo>
                  <a:lnTo>
                    <a:pt x="2696083" y="589359"/>
                  </a:lnTo>
                  <a:lnTo>
                    <a:pt x="2696105" y="589233"/>
                  </a:lnTo>
                  <a:lnTo>
                    <a:pt x="2696069" y="589112"/>
                  </a:lnTo>
                  <a:lnTo>
                    <a:pt x="2695977" y="588970"/>
                  </a:lnTo>
                  <a:lnTo>
                    <a:pt x="2695919" y="588902"/>
                  </a:lnTo>
                  <a:lnTo>
                    <a:pt x="2695742" y="588776"/>
                  </a:lnTo>
                  <a:lnTo>
                    <a:pt x="2695593" y="588722"/>
                  </a:lnTo>
                  <a:lnTo>
                    <a:pt x="2695424" y="588601"/>
                  </a:lnTo>
                  <a:lnTo>
                    <a:pt x="2695452" y="588559"/>
                  </a:lnTo>
                  <a:lnTo>
                    <a:pt x="2695441" y="588525"/>
                  </a:lnTo>
                  <a:lnTo>
                    <a:pt x="2695413" y="588503"/>
                  </a:lnTo>
                  <a:lnTo>
                    <a:pt x="2695374" y="588504"/>
                  </a:lnTo>
                  <a:lnTo>
                    <a:pt x="2695301" y="588515"/>
                  </a:lnTo>
                  <a:lnTo>
                    <a:pt x="2694983" y="588706"/>
                  </a:lnTo>
                  <a:lnTo>
                    <a:pt x="2694936" y="588722"/>
                  </a:lnTo>
                  <a:lnTo>
                    <a:pt x="2694818" y="588715"/>
                  </a:lnTo>
                  <a:lnTo>
                    <a:pt x="2694761" y="588733"/>
                  </a:lnTo>
                  <a:lnTo>
                    <a:pt x="2694714" y="588796"/>
                  </a:lnTo>
                  <a:lnTo>
                    <a:pt x="2694712" y="588837"/>
                  </a:lnTo>
                  <a:lnTo>
                    <a:pt x="2694687" y="588904"/>
                  </a:lnTo>
                  <a:lnTo>
                    <a:pt x="2694611" y="589018"/>
                  </a:lnTo>
                  <a:lnTo>
                    <a:pt x="2694539" y="589089"/>
                  </a:lnTo>
                  <a:lnTo>
                    <a:pt x="2694467" y="589144"/>
                  </a:lnTo>
                  <a:lnTo>
                    <a:pt x="2694370" y="589188"/>
                  </a:lnTo>
                  <a:lnTo>
                    <a:pt x="2694310" y="589253"/>
                  </a:lnTo>
                  <a:lnTo>
                    <a:pt x="2694274" y="589331"/>
                  </a:lnTo>
                  <a:lnTo>
                    <a:pt x="2694206" y="589370"/>
                  </a:lnTo>
                  <a:lnTo>
                    <a:pt x="2694188" y="589380"/>
                  </a:lnTo>
                  <a:lnTo>
                    <a:pt x="2693883" y="589389"/>
                  </a:lnTo>
                  <a:lnTo>
                    <a:pt x="2693610" y="589385"/>
                  </a:lnTo>
                  <a:lnTo>
                    <a:pt x="2693490" y="589328"/>
                  </a:lnTo>
                  <a:lnTo>
                    <a:pt x="2693343" y="589237"/>
                  </a:lnTo>
                  <a:lnTo>
                    <a:pt x="2693284" y="589188"/>
                  </a:lnTo>
                  <a:lnTo>
                    <a:pt x="2693239" y="589122"/>
                  </a:lnTo>
                  <a:lnTo>
                    <a:pt x="2693224" y="589047"/>
                  </a:lnTo>
                  <a:lnTo>
                    <a:pt x="2693225" y="588963"/>
                  </a:lnTo>
                  <a:lnTo>
                    <a:pt x="2693242" y="588877"/>
                  </a:lnTo>
                  <a:lnTo>
                    <a:pt x="2693284" y="588873"/>
                  </a:lnTo>
                  <a:lnTo>
                    <a:pt x="2693332" y="588853"/>
                  </a:lnTo>
                  <a:lnTo>
                    <a:pt x="2693371" y="588809"/>
                  </a:lnTo>
                  <a:lnTo>
                    <a:pt x="2693335" y="588756"/>
                  </a:lnTo>
                  <a:lnTo>
                    <a:pt x="2693170" y="588649"/>
                  </a:lnTo>
                  <a:lnTo>
                    <a:pt x="2693047" y="588504"/>
                  </a:lnTo>
                  <a:lnTo>
                    <a:pt x="2692955" y="588294"/>
                  </a:lnTo>
                  <a:lnTo>
                    <a:pt x="2692768" y="588020"/>
                  </a:lnTo>
                  <a:lnTo>
                    <a:pt x="2692682" y="587924"/>
                  </a:lnTo>
                  <a:lnTo>
                    <a:pt x="2692191" y="587500"/>
                  </a:lnTo>
                  <a:lnTo>
                    <a:pt x="2692052" y="587429"/>
                  </a:lnTo>
                  <a:lnTo>
                    <a:pt x="2691848" y="587266"/>
                  </a:lnTo>
                  <a:lnTo>
                    <a:pt x="2691658" y="587152"/>
                  </a:lnTo>
                  <a:lnTo>
                    <a:pt x="2691540" y="587099"/>
                  </a:lnTo>
                  <a:lnTo>
                    <a:pt x="2691051" y="586798"/>
                  </a:lnTo>
                  <a:lnTo>
                    <a:pt x="2690870" y="586736"/>
                  </a:lnTo>
                  <a:lnTo>
                    <a:pt x="2690555" y="586557"/>
                  </a:lnTo>
                  <a:lnTo>
                    <a:pt x="2690419" y="586437"/>
                  </a:lnTo>
                  <a:lnTo>
                    <a:pt x="2690405" y="586416"/>
                  </a:lnTo>
                  <a:lnTo>
                    <a:pt x="2690336" y="586315"/>
                  </a:lnTo>
                  <a:lnTo>
                    <a:pt x="2690316" y="586294"/>
                  </a:lnTo>
                  <a:lnTo>
                    <a:pt x="2690213" y="586201"/>
                  </a:lnTo>
                  <a:lnTo>
                    <a:pt x="2690026" y="586035"/>
                  </a:lnTo>
                  <a:lnTo>
                    <a:pt x="2689976" y="585847"/>
                  </a:lnTo>
                  <a:lnTo>
                    <a:pt x="2689895" y="585698"/>
                  </a:lnTo>
                  <a:lnTo>
                    <a:pt x="2689806" y="585578"/>
                  </a:lnTo>
                  <a:lnTo>
                    <a:pt x="2689684" y="585394"/>
                  </a:lnTo>
                  <a:lnTo>
                    <a:pt x="2689614" y="585255"/>
                  </a:lnTo>
                  <a:lnTo>
                    <a:pt x="2689518" y="584866"/>
                  </a:lnTo>
                  <a:lnTo>
                    <a:pt x="2689477" y="584765"/>
                  </a:lnTo>
                  <a:lnTo>
                    <a:pt x="2689436" y="584666"/>
                  </a:lnTo>
                  <a:lnTo>
                    <a:pt x="2689378" y="584301"/>
                  </a:lnTo>
                  <a:lnTo>
                    <a:pt x="2689364" y="584265"/>
                  </a:lnTo>
                  <a:lnTo>
                    <a:pt x="2689352" y="584244"/>
                  </a:lnTo>
                  <a:lnTo>
                    <a:pt x="2689123" y="584007"/>
                  </a:lnTo>
                  <a:lnTo>
                    <a:pt x="2689003" y="583813"/>
                  </a:lnTo>
                  <a:lnTo>
                    <a:pt x="2688932" y="583780"/>
                  </a:lnTo>
                  <a:lnTo>
                    <a:pt x="2688887" y="583759"/>
                  </a:lnTo>
                  <a:lnTo>
                    <a:pt x="2688533" y="583850"/>
                  </a:lnTo>
                  <a:lnTo>
                    <a:pt x="2688240" y="583766"/>
                  </a:lnTo>
                  <a:lnTo>
                    <a:pt x="2688159" y="583752"/>
                  </a:lnTo>
                  <a:lnTo>
                    <a:pt x="2687937" y="583732"/>
                  </a:lnTo>
                  <a:lnTo>
                    <a:pt x="2687885" y="583734"/>
                  </a:lnTo>
                  <a:lnTo>
                    <a:pt x="2687862" y="583745"/>
                  </a:lnTo>
                  <a:lnTo>
                    <a:pt x="2687782" y="583736"/>
                  </a:lnTo>
                  <a:lnTo>
                    <a:pt x="2687727" y="583718"/>
                  </a:lnTo>
                  <a:lnTo>
                    <a:pt x="2687508" y="583612"/>
                  </a:lnTo>
                  <a:lnTo>
                    <a:pt x="2687488" y="583596"/>
                  </a:lnTo>
                  <a:lnTo>
                    <a:pt x="2687434" y="583554"/>
                  </a:lnTo>
                  <a:lnTo>
                    <a:pt x="2687359" y="583455"/>
                  </a:lnTo>
                  <a:lnTo>
                    <a:pt x="2687340" y="583397"/>
                  </a:lnTo>
                  <a:lnTo>
                    <a:pt x="2687349" y="583269"/>
                  </a:lnTo>
                  <a:lnTo>
                    <a:pt x="2687363" y="583244"/>
                  </a:lnTo>
                  <a:lnTo>
                    <a:pt x="2687360" y="583133"/>
                  </a:lnTo>
                  <a:lnTo>
                    <a:pt x="2687360" y="583118"/>
                  </a:lnTo>
                  <a:lnTo>
                    <a:pt x="2687240" y="582847"/>
                  </a:lnTo>
                  <a:lnTo>
                    <a:pt x="2687164" y="582784"/>
                  </a:lnTo>
                  <a:lnTo>
                    <a:pt x="2687051" y="582718"/>
                  </a:lnTo>
                  <a:lnTo>
                    <a:pt x="2687014" y="582685"/>
                  </a:lnTo>
                  <a:lnTo>
                    <a:pt x="2686948" y="582598"/>
                  </a:lnTo>
                  <a:lnTo>
                    <a:pt x="2686773" y="582316"/>
                  </a:lnTo>
                  <a:lnTo>
                    <a:pt x="2686685" y="582223"/>
                  </a:lnTo>
                  <a:lnTo>
                    <a:pt x="2686651" y="582204"/>
                  </a:lnTo>
                  <a:lnTo>
                    <a:pt x="2686540" y="582047"/>
                  </a:lnTo>
                  <a:lnTo>
                    <a:pt x="2686515" y="581906"/>
                  </a:lnTo>
                  <a:lnTo>
                    <a:pt x="2686546" y="581804"/>
                  </a:lnTo>
                  <a:lnTo>
                    <a:pt x="2686573" y="581435"/>
                  </a:lnTo>
                  <a:lnTo>
                    <a:pt x="2686742" y="581196"/>
                  </a:lnTo>
                  <a:lnTo>
                    <a:pt x="2686862" y="580880"/>
                  </a:lnTo>
                  <a:lnTo>
                    <a:pt x="2686955" y="580709"/>
                  </a:lnTo>
                  <a:lnTo>
                    <a:pt x="2687019" y="580466"/>
                  </a:lnTo>
                  <a:lnTo>
                    <a:pt x="2686987" y="580277"/>
                  </a:lnTo>
                  <a:lnTo>
                    <a:pt x="2686939" y="580132"/>
                  </a:lnTo>
                  <a:lnTo>
                    <a:pt x="2686848" y="580005"/>
                  </a:lnTo>
                  <a:lnTo>
                    <a:pt x="2686716" y="579875"/>
                  </a:lnTo>
                  <a:lnTo>
                    <a:pt x="2686649" y="579842"/>
                  </a:lnTo>
                  <a:lnTo>
                    <a:pt x="2686593" y="579801"/>
                  </a:lnTo>
                  <a:lnTo>
                    <a:pt x="2686480" y="579665"/>
                  </a:lnTo>
                  <a:lnTo>
                    <a:pt x="2686331" y="579423"/>
                  </a:lnTo>
                  <a:lnTo>
                    <a:pt x="2686154" y="579067"/>
                  </a:lnTo>
                  <a:lnTo>
                    <a:pt x="2686151" y="578999"/>
                  </a:lnTo>
                  <a:lnTo>
                    <a:pt x="2686180" y="578908"/>
                  </a:lnTo>
                  <a:lnTo>
                    <a:pt x="2686199" y="578879"/>
                  </a:lnTo>
                  <a:lnTo>
                    <a:pt x="2686238" y="578845"/>
                  </a:lnTo>
                  <a:lnTo>
                    <a:pt x="2686338" y="578788"/>
                  </a:lnTo>
                  <a:lnTo>
                    <a:pt x="2686366" y="578759"/>
                  </a:lnTo>
                  <a:lnTo>
                    <a:pt x="2686387" y="578738"/>
                  </a:lnTo>
                  <a:lnTo>
                    <a:pt x="2686418" y="578698"/>
                  </a:lnTo>
                  <a:lnTo>
                    <a:pt x="2686440" y="578671"/>
                  </a:lnTo>
                  <a:lnTo>
                    <a:pt x="2686488" y="578554"/>
                  </a:lnTo>
                  <a:lnTo>
                    <a:pt x="2686597" y="578346"/>
                  </a:lnTo>
                  <a:lnTo>
                    <a:pt x="2686641" y="578279"/>
                  </a:lnTo>
                  <a:lnTo>
                    <a:pt x="2686655" y="578194"/>
                  </a:lnTo>
                  <a:lnTo>
                    <a:pt x="2686611" y="578055"/>
                  </a:lnTo>
                  <a:lnTo>
                    <a:pt x="2686641" y="577702"/>
                  </a:lnTo>
                  <a:lnTo>
                    <a:pt x="2686699" y="577452"/>
                  </a:lnTo>
                  <a:lnTo>
                    <a:pt x="2686742" y="577322"/>
                  </a:lnTo>
                  <a:lnTo>
                    <a:pt x="2686791" y="577213"/>
                  </a:lnTo>
                  <a:lnTo>
                    <a:pt x="2686899" y="577116"/>
                  </a:lnTo>
                  <a:lnTo>
                    <a:pt x="2686915" y="577037"/>
                  </a:lnTo>
                  <a:lnTo>
                    <a:pt x="2686991" y="576780"/>
                  </a:lnTo>
                  <a:lnTo>
                    <a:pt x="2687010" y="576737"/>
                  </a:lnTo>
                  <a:lnTo>
                    <a:pt x="2687014" y="576723"/>
                  </a:lnTo>
                  <a:lnTo>
                    <a:pt x="2687038" y="576482"/>
                  </a:lnTo>
                  <a:lnTo>
                    <a:pt x="2687036" y="576461"/>
                  </a:lnTo>
                  <a:lnTo>
                    <a:pt x="2687035" y="576454"/>
                  </a:lnTo>
                  <a:lnTo>
                    <a:pt x="2687033" y="576446"/>
                  </a:lnTo>
                  <a:lnTo>
                    <a:pt x="2687003" y="576362"/>
                  </a:lnTo>
                  <a:lnTo>
                    <a:pt x="2686950" y="576240"/>
                  </a:lnTo>
                  <a:lnTo>
                    <a:pt x="2686953" y="576027"/>
                  </a:lnTo>
                  <a:lnTo>
                    <a:pt x="2686955" y="576011"/>
                  </a:lnTo>
                  <a:lnTo>
                    <a:pt x="2686958" y="575987"/>
                  </a:lnTo>
                  <a:lnTo>
                    <a:pt x="2686965" y="575970"/>
                  </a:lnTo>
                  <a:lnTo>
                    <a:pt x="2686976" y="575949"/>
                  </a:lnTo>
                  <a:lnTo>
                    <a:pt x="2686987" y="575933"/>
                  </a:lnTo>
                  <a:lnTo>
                    <a:pt x="2686993" y="575926"/>
                  </a:lnTo>
                  <a:lnTo>
                    <a:pt x="2687004" y="575923"/>
                  </a:lnTo>
                  <a:lnTo>
                    <a:pt x="2686986" y="575879"/>
                  </a:lnTo>
                  <a:lnTo>
                    <a:pt x="2686973" y="575675"/>
                  </a:lnTo>
                  <a:lnTo>
                    <a:pt x="2687047" y="575554"/>
                  </a:lnTo>
                  <a:lnTo>
                    <a:pt x="2687190" y="575410"/>
                  </a:lnTo>
                  <a:lnTo>
                    <a:pt x="2687392" y="575248"/>
                  </a:lnTo>
                  <a:lnTo>
                    <a:pt x="2687652" y="575110"/>
                  </a:lnTo>
                  <a:lnTo>
                    <a:pt x="2687800" y="575010"/>
                  </a:lnTo>
                  <a:lnTo>
                    <a:pt x="2687832" y="574980"/>
                  </a:lnTo>
                  <a:lnTo>
                    <a:pt x="2687899" y="574840"/>
                  </a:lnTo>
                  <a:lnTo>
                    <a:pt x="2688024" y="574701"/>
                  </a:lnTo>
                  <a:lnTo>
                    <a:pt x="2688135" y="574516"/>
                  </a:lnTo>
                  <a:lnTo>
                    <a:pt x="2688168" y="574415"/>
                  </a:lnTo>
                  <a:lnTo>
                    <a:pt x="2688149" y="574405"/>
                  </a:lnTo>
                  <a:lnTo>
                    <a:pt x="2688138" y="574394"/>
                  </a:lnTo>
                  <a:lnTo>
                    <a:pt x="2688129" y="574384"/>
                  </a:lnTo>
                  <a:lnTo>
                    <a:pt x="2687984" y="574236"/>
                  </a:lnTo>
                  <a:lnTo>
                    <a:pt x="2687855" y="574061"/>
                  </a:lnTo>
                  <a:lnTo>
                    <a:pt x="2687766" y="573913"/>
                  </a:lnTo>
                  <a:lnTo>
                    <a:pt x="2687714" y="573728"/>
                  </a:lnTo>
                  <a:lnTo>
                    <a:pt x="2687708" y="573552"/>
                  </a:lnTo>
                  <a:lnTo>
                    <a:pt x="2687739" y="573329"/>
                  </a:lnTo>
                  <a:lnTo>
                    <a:pt x="2687845" y="573061"/>
                  </a:lnTo>
                  <a:lnTo>
                    <a:pt x="2687894" y="572897"/>
                  </a:lnTo>
                  <a:lnTo>
                    <a:pt x="2687821" y="572840"/>
                  </a:lnTo>
                  <a:lnTo>
                    <a:pt x="2687770" y="572805"/>
                  </a:lnTo>
                  <a:lnTo>
                    <a:pt x="2687667" y="572756"/>
                  </a:lnTo>
                  <a:lnTo>
                    <a:pt x="2687609" y="572742"/>
                  </a:lnTo>
                  <a:lnTo>
                    <a:pt x="2687535" y="572724"/>
                  </a:lnTo>
                  <a:lnTo>
                    <a:pt x="2687437" y="572716"/>
                  </a:lnTo>
                  <a:lnTo>
                    <a:pt x="2687398" y="572720"/>
                  </a:lnTo>
                  <a:lnTo>
                    <a:pt x="2687367" y="572723"/>
                  </a:lnTo>
                  <a:lnTo>
                    <a:pt x="2687269" y="572743"/>
                  </a:lnTo>
                  <a:lnTo>
                    <a:pt x="2687214" y="572764"/>
                  </a:lnTo>
                  <a:lnTo>
                    <a:pt x="2687171" y="572780"/>
                  </a:lnTo>
                  <a:lnTo>
                    <a:pt x="2687158" y="572787"/>
                  </a:lnTo>
                  <a:lnTo>
                    <a:pt x="2687005" y="572858"/>
                  </a:lnTo>
                  <a:lnTo>
                    <a:pt x="2686596" y="572935"/>
                  </a:lnTo>
                  <a:lnTo>
                    <a:pt x="2686381" y="572953"/>
                  </a:lnTo>
                  <a:lnTo>
                    <a:pt x="2686248" y="572959"/>
                  </a:lnTo>
                  <a:lnTo>
                    <a:pt x="2686120" y="572962"/>
                  </a:lnTo>
                  <a:lnTo>
                    <a:pt x="2686111" y="572961"/>
                  </a:lnTo>
                  <a:lnTo>
                    <a:pt x="2686035" y="572959"/>
                  </a:lnTo>
                  <a:lnTo>
                    <a:pt x="2685918" y="572954"/>
                  </a:lnTo>
                  <a:lnTo>
                    <a:pt x="2685802" y="572948"/>
                  </a:lnTo>
                  <a:lnTo>
                    <a:pt x="2685575" y="572916"/>
                  </a:lnTo>
                  <a:lnTo>
                    <a:pt x="2685563" y="572914"/>
                  </a:lnTo>
                  <a:lnTo>
                    <a:pt x="2685496" y="572896"/>
                  </a:lnTo>
                  <a:lnTo>
                    <a:pt x="2685425" y="572876"/>
                  </a:lnTo>
                  <a:lnTo>
                    <a:pt x="2685302" y="572823"/>
                  </a:lnTo>
                  <a:lnTo>
                    <a:pt x="2685079" y="572748"/>
                  </a:lnTo>
                  <a:lnTo>
                    <a:pt x="2684505" y="572570"/>
                  </a:lnTo>
                  <a:lnTo>
                    <a:pt x="2684298" y="572566"/>
                  </a:lnTo>
                  <a:lnTo>
                    <a:pt x="2684022" y="572479"/>
                  </a:lnTo>
                  <a:lnTo>
                    <a:pt x="2683961" y="572455"/>
                  </a:lnTo>
                  <a:lnTo>
                    <a:pt x="2683741" y="572388"/>
                  </a:lnTo>
                  <a:lnTo>
                    <a:pt x="2683676" y="572377"/>
                  </a:lnTo>
                  <a:lnTo>
                    <a:pt x="2683522" y="572376"/>
                  </a:lnTo>
                  <a:lnTo>
                    <a:pt x="2683193" y="572399"/>
                  </a:lnTo>
                  <a:lnTo>
                    <a:pt x="2683134" y="572411"/>
                  </a:lnTo>
                  <a:lnTo>
                    <a:pt x="2683046" y="572450"/>
                  </a:lnTo>
                  <a:lnTo>
                    <a:pt x="2682963" y="572511"/>
                  </a:lnTo>
                  <a:lnTo>
                    <a:pt x="2682803" y="572636"/>
                  </a:lnTo>
                  <a:lnTo>
                    <a:pt x="2682741" y="572683"/>
                  </a:lnTo>
                  <a:lnTo>
                    <a:pt x="2682645" y="572721"/>
                  </a:lnTo>
                  <a:lnTo>
                    <a:pt x="2682557" y="572764"/>
                  </a:lnTo>
                  <a:lnTo>
                    <a:pt x="2682522" y="572798"/>
                  </a:lnTo>
                  <a:lnTo>
                    <a:pt x="2682467" y="572851"/>
                  </a:lnTo>
                  <a:lnTo>
                    <a:pt x="2682373" y="572911"/>
                  </a:lnTo>
                  <a:lnTo>
                    <a:pt x="2682253" y="572979"/>
                  </a:lnTo>
                  <a:lnTo>
                    <a:pt x="2682131" y="573004"/>
                  </a:lnTo>
                  <a:lnTo>
                    <a:pt x="2682051" y="572999"/>
                  </a:lnTo>
                  <a:lnTo>
                    <a:pt x="2681863" y="572922"/>
                  </a:lnTo>
                  <a:lnTo>
                    <a:pt x="2681659" y="572769"/>
                  </a:lnTo>
                  <a:lnTo>
                    <a:pt x="2681628" y="572743"/>
                  </a:lnTo>
                  <a:lnTo>
                    <a:pt x="2681508" y="572642"/>
                  </a:lnTo>
                  <a:lnTo>
                    <a:pt x="2681327" y="572540"/>
                  </a:lnTo>
                  <a:lnTo>
                    <a:pt x="2681242" y="572516"/>
                  </a:lnTo>
                  <a:lnTo>
                    <a:pt x="2681150" y="572499"/>
                  </a:lnTo>
                  <a:lnTo>
                    <a:pt x="2680949" y="572472"/>
                  </a:lnTo>
                  <a:lnTo>
                    <a:pt x="2680820" y="572461"/>
                  </a:lnTo>
                  <a:lnTo>
                    <a:pt x="2680749" y="572458"/>
                  </a:lnTo>
                  <a:lnTo>
                    <a:pt x="2680627" y="572454"/>
                  </a:lnTo>
                  <a:lnTo>
                    <a:pt x="2680477" y="572343"/>
                  </a:lnTo>
                  <a:lnTo>
                    <a:pt x="2680405" y="572194"/>
                  </a:lnTo>
                  <a:lnTo>
                    <a:pt x="2680306" y="572030"/>
                  </a:lnTo>
                  <a:lnTo>
                    <a:pt x="2680298" y="571912"/>
                  </a:lnTo>
                  <a:lnTo>
                    <a:pt x="2680330" y="571732"/>
                  </a:lnTo>
                  <a:lnTo>
                    <a:pt x="2680361" y="571691"/>
                  </a:lnTo>
                  <a:lnTo>
                    <a:pt x="2680418" y="571647"/>
                  </a:lnTo>
                  <a:lnTo>
                    <a:pt x="2680503" y="571611"/>
                  </a:lnTo>
                  <a:lnTo>
                    <a:pt x="2680561" y="571594"/>
                  </a:lnTo>
                  <a:lnTo>
                    <a:pt x="2680740" y="571551"/>
                  </a:lnTo>
                  <a:lnTo>
                    <a:pt x="2680904" y="571514"/>
                  </a:lnTo>
                  <a:lnTo>
                    <a:pt x="2681087" y="571488"/>
                  </a:lnTo>
                  <a:lnTo>
                    <a:pt x="2681120" y="571489"/>
                  </a:lnTo>
                  <a:lnTo>
                    <a:pt x="2681169" y="571494"/>
                  </a:lnTo>
                  <a:lnTo>
                    <a:pt x="2681326" y="571526"/>
                  </a:lnTo>
                  <a:lnTo>
                    <a:pt x="2681365" y="571525"/>
                  </a:lnTo>
                  <a:lnTo>
                    <a:pt x="2681520" y="571507"/>
                  </a:lnTo>
                  <a:lnTo>
                    <a:pt x="2681580" y="571496"/>
                  </a:lnTo>
                  <a:lnTo>
                    <a:pt x="2681671" y="571447"/>
                  </a:lnTo>
                  <a:lnTo>
                    <a:pt x="2681711" y="571414"/>
                  </a:lnTo>
                  <a:lnTo>
                    <a:pt x="2681810" y="571301"/>
                  </a:lnTo>
                  <a:lnTo>
                    <a:pt x="2681838" y="571235"/>
                  </a:lnTo>
                  <a:lnTo>
                    <a:pt x="2681847" y="571200"/>
                  </a:lnTo>
                  <a:lnTo>
                    <a:pt x="2681867" y="571027"/>
                  </a:lnTo>
                  <a:lnTo>
                    <a:pt x="2681865" y="571005"/>
                  </a:lnTo>
                  <a:lnTo>
                    <a:pt x="2681851" y="570980"/>
                  </a:lnTo>
                  <a:lnTo>
                    <a:pt x="2681818" y="570955"/>
                  </a:lnTo>
                  <a:lnTo>
                    <a:pt x="2681778" y="570948"/>
                  </a:lnTo>
                  <a:lnTo>
                    <a:pt x="2681673" y="570952"/>
                  </a:lnTo>
                  <a:lnTo>
                    <a:pt x="2681637" y="570959"/>
                  </a:lnTo>
                  <a:lnTo>
                    <a:pt x="2681569" y="570990"/>
                  </a:lnTo>
                  <a:lnTo>
                    <a:pt x="2681526" y="571000"/>
                  </a:lnTo>
                  <a:lnTo>
                    <a:pt x="2681507" y="571003"/>
                  </a:lnTo>
                  <a:lnTo>
                    <a:pt x="2681484" y="571004"/>
                  </a:lnTo>
                  <a:lnTo>
                    <a:pt x="2681442" y="571003"/>
                  </a:lnTo>
                  <a:lnTo>
                    <a:pt x="2681380" y="570997"/>
                  </a:lnTo>
                  <a:lnTo>
                    <a:pt x="2681342" y="570984"/>
                  </a:lnTo>
                  <a:lnTo>
                    <a:pt x="2681235" y="570908"/>
                  </a:lnTo>
                  <a:lnTo>
                    <a:pt x="2681172" y="570856"/>
                  </a:lnTo>
                  <a:lnTo>
                    <a:pt x="2681080" y="570733"/>
                  </a:lnTo>
                  <a:lnTo>
                    <a:pt x="2681036" y="570650"/>
                  </a:lnTo>
                  <a:lnTo>
                    <a:pt x="2680995" y="570528"/>
                  </a:lnTo>
                  <a:lnTo>
                    <a:pt x="2680981" y="570482"/>
                  </a:lnTo>
                  <a:lnTo>
                    <a:pt x="2680967" y="570424"/>
                  </a:lnTo>
                  <a:lnTo>
                    <a:pt x="2680964" y="570402"/>
                  </a:lnTo>
                  <a:lnTo>
                    <a:pt x="2680961" y="570368"/>
                  </a:lnTo>
                  <a:lnTo>
                    <a:pt x="2680974" y="570241"/>
                  </a:lnTo>
                  <a:lnTo>
                    <a:pt x="2680976" y="570226"/>
                  </a:lnTo>
                  <a:lnTo>
                    <a:pt x="2680998" y="570191"/>
                  </a:lnTo>
                  <a:lnTo>
                    <a:pt x="2681045" y="570128"/>
                  </a:lnTo>
                  <a:lnTo>
                    <a:pt x="2681179" y="570010"/>
                  </a:lnTo>
                  <a:lnTo>
                    <a:pt x="2681279" y="569934"/>
                  </a:lnTo>
                  <a:lnTo>
                    <a:pt x="2681410" y="569868"/>
                  </a:lnTo>
                  <a:lnTo>
                    <a:pt x="2681574" y="569795"/>
                  </a:lnTo>
                  <a:lnTo>
                    <a:pt x="2681871" y="569669"/>
                  </a:lnTo>
                  <a:lnTo>
                    <a:pt x="2682034" y="569591"/>
                  </a:lnTo>
                  <a:lnTo>
                    <a:pt x="2682167" y="569490"/>
                  </a:lnTo>
                  <a:lnTo>
                    <a:pt x="2682354" y="569363"/>
                  </a:lnTo>
                  <a:lnTo>
                    <a:pt x="2682400" y="569323"/>
                  </a:lnTo>
                  <a:lnTo>
                    <a:pt x="2682429" y="569285"/>
                  </a:lnTo>
                  <a:lnTo>
                    <a:pt x="2682456" y="569241"/>
                  </a:lnTo>
                  <a:lnTo>
                    <a:pt x="2682451" y="569166"/>
                  </a:lnTo>
                  <a:lnTo>
                    <a:pt x="2682430" y="569025"/>
                  </a:lnTo>
                  <a:lnTo>
                    <a:pt x="2682411" y="568938"/>
                  </a:lnTo>
                  <a:lnTo>
                    <a:pt x="2682364" y="568888"/>
                  </a:lnTo>
                  <a:lnTo>
                    <a:pt x="2682265" y="568827"/>
                  </a:lnTo>
                  <a:lnTo>
                    <a:pt x="2682195" y="568805"/>
                  </a:lnTo>
                  <a:lnTo>
                    <a:pt x="2682160" y="568803"/>
                  </a:lnTo>
                  <a:lnTo>
                    <a:pt x="2682096" y="568801"/>
                  </a:lnTo>
                  <a:lnTo>
                    <a:pt x="2682015" y="568801"/>
                  </a:lnTo>
                  <a:lnTo>
                    <a:pt x="2681949" y="568815"/>
                  </a:lnTo>
                  <a:lnTo>
                    <a:pt x="2681877" y="568848"/>
                  </a:lnTo>
                  <a:lnTo>
                    <a:pt x="2681795" y="568903"/>
                  </a:lnTo>
                  <a:lnTo>
                    <a:pt x="2681715" y="568952"/>
                  </a:lnTo>
                  <a:lnTo>
                    <a:pt x="2681677" y="568956"/>
                  </a:lnTo>
                  <a:lnTo>
                    <a:pt x="2681654" y="568953"/>
                  </a:lnTo>
                  <a:lnTo>
                    <a:pt x="2681632" y="568941"/>
                  </a:lnTo>
                  <a:lnTo>
                    <a:pt x="2681603" y="568917"/>
                  </a:lnTo>
                  <a:lnTo>
                    <a:pt x="2681568" y="568866"/>
                  </a:lnTo>
                  <a:lnTo>
                    <a:pt x="2681537" y="568796"/>
                  </a:lnTo>
                  <a:lnTo>
                    <a:pt x="2681503" y="568692"/>
                  </a:lnTo>
                  <a:lnTo>
                    <a:pt x="2681483" y="568608"/>
                  </a:lnTo>
                  <a:lnTo>
                    <a:pt x="2681451" y="568522"/>
                  </a:lnTo>
                  <a:lnTo>
                    <a:pt x="2681400" y="568477"/>
                  </a:lnTo>
                  <a:lnTo>
                    <a:pt x="2681232" y="568437"/>
                  </a:lnTo>
                  <a:lnTo>
                    <a:pt x="2681222" y="568436"/>
                  </a:lnTo>
                  <a:lnTo>
                    <a:pt x="2680948" y="568392"/>
                  </a:lnTo>
                  <a:lnTo>
                    <a:pt x="2680661" y="568373"/>
                  </a:lnTo>
                  <a:lnTo>
                    <a:pt x="2680511" y="568381"/>
                  </a:lnTo>
                  <a:lnTo>
                    <a:pt x="2680266" y="568435"/>
                  </a:lnTo>
                  <a:lnTo>
                    <a:pt x="2680024" y="568523"/>
                  </a:lnTo>
                  <a:lnTo>
                    <a:pt x="2679993" y="568535"/>
                  </a:lnTo>
                  <a:lnTo>
                    <a:pt x="2679694" y="568672"/>
                  </a:lnTo>
                  <a:lnTo>
                    <a:pt x="2679575" y="568731"/>
                  </a:lnTo>
                  <a:lnTo>
                    <a:pt x="2679540" y="568753"/>
                  </a:lnTo>
                  <a:lnTo>
                    <a:pt x="2679446" y="568814"/>
                  </a:lnTo>
                  <a:lnTo>
                    <a:pt x="2679381" y="568864"/>
                  </a:lnTo>
                  <a:lnTo>
                    <a:pt x="2679287" y="568942"/>
                  </a:lnTo>
                  <a:lnTo>
                    <a:pt x="2679086" y="569104"/>
                  </a:lnTo>
                  <a:lnTo>
                    <a:pt x="2678975" y="569182"/>
                  </a:lnTo>
                  <a:lnTo>
                    <a:pt x="2678722" y="569338"/>
                  </a:lnTo>
                  <a:lnTo>
                    <a:pt x="2678522" y="569460"/>
                  </a:lnTo>
                  <a:lnTo>
                    <a:pt x="2678408" y="569513"/>
                  </a:lnTo>
                  <a:lnTo>
                    <a:pt x="2678373" y="569521"/>
                  </a:lnTo>
                  <a:lnTo>
                    <a:pt x="2678331" y="569525"/>
                  </a:lnTo>
                  <a:lnTo>
                    <a:pt x="2678223" y="569508"/>
                  </a:lnTo>
                  <a:lnTo>
                    <a:pt x="2678167" y="569497"/>
                  </a:lnTo>
                  <a:lnTo>
                    <a:pt x="2677723" y="569468"/>
                  </a:lnTo>
                  <a:lnTo>
                    <a:pt x="2677111" y="569508"/>
                  </a:lnTo>
                  <a:lnTo>
                    <a:pt x="2676955" y="569529"/>
                  </a:lnTo>
                  <a:lnTo>
                    <a:pt x="2676794" y="569646"/>
                  </a:lnTo>
                  <a:lnTo>
                    <a:pt x="2676460" y="569676"/>
                  </a:lnTo>
                  <a:lnTo>
                    <a:pt x="2676203" y="569623"/>
                  </a:lnTo>
                  <a:lnTo>
                    <a:pt x="2676020" y="569504"/>
                  </a:lnTo>
                  <a:lnTo>
                    <a:pt x="2675844" y="569290"/>
                  </a:lnTo>
                  <a:lnTo>
                    <a:pt x="2675564" y="568947"/>
                  </a:lnTo>
                  <a:lnTo>
                    <a:pt x="2675528" y="568936"/>
                  </a:lnTo>
                  <a:lnTo>
                    <a:pt x="2675441" y="568908"/>
                  </a:lnTo>
                  <a:lnTo>
                    <a:pt x="2675216" y="568917"/>
                  </a:lnTo>
                  <a:lnTo>
                    <a:pt x="2675121" y="568951"/>
                  </a:lnTo>
                  <a:lnTo>
                    <a:pt x="2674692" y="569082"/>
                  </a:lnTo>
                  <a:lnTo>
                    <a:pt x="2674455" y="569223"/>
                  </a:lnTo>
                  <a:lnTo>
                    <a:pt x="2674329" y="569161"/>
                  </a:lnTo>
                  <a:lnTo>
                    <a:pt x="2674260" y="569142"/>
                  </a:lnTo>
                  <a:lnTo>
                    <a:pt x="2674140" y="569109"/>
                  </a:lnTo>
                  <a:lnTo>
                    <a:pt x="2674011" y="569087"/>
                  </a:lnTo>
                  <a:lnTo>
                    <a:pt x="2673777" y="569086"/>
                  </a:lnTo>
                  <a:lnTo>
                    <a:pt x="2673653" y="569054"/>
                  </a:lnTo>
                  <a:lnTo>
                    <a:pt x="2673535" y="569002"/>
                  </a:lnTo>
                  <a:lnTo>
                    <a:pt x="2673509" y="568990"/>
                  </a:lnTo>
                  <a:lnTo>
                    <a:pt x="2673400" y="568927"/>
                  </a:lnTo>
                  <a:lnTo>
                    <a:pt x="2673341" y="568874"/>
                  </a:lnTo>
                  <a:lnTo>
                    <a:pt x="2673342" y="568825"/>
                  </a:lnTo>
                  <a:lnTo>
                    <a:pt x="2673276" y="568619"/>
                  </a:lnTo>
                  <a:lnTo>
                    <a:pt x="2673245" y="568564"/>
                  </a:lnTo>
                  <a:lnTo>
                    <a:pt x="2673178" y="568453"/>
                  </a:lnTo>
                  <a:lnTo>
                    <a:pt x="2673183" y="568274"/>
                  </a:lnTo>
                  <a:lnTo>
                    <a:pt x="2673215" y="567986"/>
                  </a:lnTo>
                  <a:lnTo>
                    <a:pt x="2673255" y="567824"/>
                  </a:lnTo>
                  <a:lnTo>
                    <a:pt x="2673375" y="567638"/>
                  </a:lnTo>
                  <a:lnTo>
                    <a:pt x="2673381" y="567631"/>
                  </a:lnTo>
                  <a:lnTo>
                    <a:pt x="2673452" y="567544"/>
                  </a:lnTo>
                  <a:lnTo>
                    <a:pt x="2673469" y="567515"/>
                  </a:lnTo>
                  <a:lnTo>
                    <a:pt x="2673474" y="567476"/>
                  </a:lnTo>
                  <a:lnTo>
                    <a:pt x="2673480" y="567428"/>
                  </a:lnTo>
                  <a:lnTo>
                    <a:pt x="2673477" y="567404"/>
                  </a:lnTo>
                  <a:lnTo>
                    <a:pt x="2673471" y="567382"/>
                  </a:lnTo>
                  <a:lnTo>
                    <a:pt x="2673461" y="567365"/>
                  </a:lnTo>
                  <a:lnTo>
                    <a:pt x="2673391" y="567314"/>
                  </a:lnTo>
                  <a:lnTo>
                    <a:pt x="2673294" y="567280"/>
                  </a:lnTo>
                  <a:lnTo>
                    <a:pt x="2673175" y="567255"/>
                  </a:lnTo>
                  <a:lnTo>
                    <a:pt x="2673050" y="567226"/>
                  </a:lnTo>
                  <a:lnTo>
                    <a:pt x="2672758" y="567236"/>
                  </a:lnTo>
                  <a:lnTo>
                    <a:pt x="2672663" y="567226"/>
                  </a:lnTo>
                  <a:lnTo>
                    <a:pt x="2672580" y="567227"/>
                  </a:lnTo>
                  <a:lnTo>
                    <a:pt x="2672319" y="567263"/>
                  </a:lnTo>
                  <a:lnTo>
                    <a:pt x="2672164" y="567278"/>
                  </a:lnTo>
                  <a:lnTo>
                    <a:pt x="2672050" y="567283"/>
                  </a:lnTo>
                  <a:lnTo>
                    <a:pt x="2671915" y="567279"/>
                  </a:lnTo>
                  <a:lnTo>
                    <a:pt x="2671762" y="567274"/>
                  </a:lnTo>
                  <a:lnTo>
                    <a:pt x="2671658" y="567288"/>
                  </a:lnTo>
                  <a:lnTo>
                    <a:pt x="2671262" y="567363"/>
                  </a:lnTo>
                  <a:lnTo>
                    <a:pt x="2671186" y="567378"/>
                  </a:lnTo>
                  <a:lnTo>
                    <a:pt x="2671068" y="567409"/>
                  </a:lnTo>
                  <a:lnTo>
                    <a:pt x="2670842" y="567474"/>
                  </a:lnTo>
                  <a:lnTo>
                    <a:pt x="2670654" y="567540"/>
                  </a:lnTo>
                  <a:lnTo>
                    <a:pt x="2670608" y="567556"/>
                  </a:lnTo>
                  <a:lnTo>
                    <a:pt x="2670374" y="567660"/>
                  </a:lnTo>
                  <a:lnTo>
                    <a:pt x="2670333" y="567681"/>
                  </a:lnTo>
                  <a:lnTo>
                    <a:pt x="2670278" y="567719"/>
                  </a:lnTo>
                  <a:lnTo>
                    <a:pt x="2669900" y="567988"/>
                  </a:lnTo>
                  <a:lnTo>
                    <a:pt x="2669852" y="568032"/>
                  </a:lnTo>
                  <a:lnTo>
                    <a:pt x="2669793" y="568127"/>
                  </a:lnTo>
                  <a:lnTo>
                    <a:pt x="2669774" y="568160"/>
                  </a:lnTo>
                  <a:lnTo>
                    <a:pt x="2669765" y="568199"/>
                  </a:lnTo>
                  <a:lnTo>
                    <a:pt x="2669746" y="568276"/>
                  </a:lnTo>
                  <a:lnTo>
                    <a:pt x="2669735" y="568354"/>
                  </a:lnTo>
                  <a:lnTo>
                    <a:pt x="2669714" y="568502"/>
                  </a:lnTo>
                  <a:lnTo>
                    <a:pt x="2669722" y="568617"/>
                  </a:lnTo>
                  <a:lnTo>
                    <a:pt x="2669750" y="568682"/>
                  </a:lnTo>
                  <a:lnTo>
                    <a:pt x="2669826" y="568761"/>
                  </a:lnTo>
                  <a:lnTo>
                    <a:pt x="2670093" y="568882"/>
                  </a:lnTo>
                  <a:lnTo>
                    <a:pt x="2670269" y="568888"/>
                  </a:lnTo>
                  <a:lnTo>
                    <a:pt x="2670569" y="568873"/>
                  </a:lnTo>
                  <a:lnTo>
                    <a:pt x="2670785" y="568835"/>
                  </a:lnTo>
                  <a:lnTo>
                    <a:pt x="2670891" y="568815"/>
                  </a:lnTo>
                  <a:lnTo>
                    <a:pt x="2670900" y="568815"/>
                  </a:lnTo>
                  <a:lnTo>
                    <a:pt x="2670951" y="568810"/>
                  </a:lnTo>
                  <a:lnTo>
                    <a:pt x="2671011" y="568810"/>
                  </a:lnTo>
                  <a:lnTo>
                    <a:pt x="2671044" y="568817"/>
                  </a:lnTo>
                  <a:lnTo>
                    <a:pt x="2671091" y="568827"/>
                  </a:lnTo>
                  <a:lnTo>
                    <a:pt x="2671179" y="568864"/>
                  </a:lnTo>
                  <a:lnTo>
                    <a:pt x="2671248" y="568876"/>
                  </a:lnTo>
                  <a:lnTo>
                    <a:pt x="2671336" y="568875"/>
                  </a:lnTo>
                  <a:lnTo>
                    <a:pt x="2671443" y="568854"/>
                  </a:lnTo>
                  <a:lnTo>
                    <a:pt x="2671468" y="568856"/>
                  </a:lnTo>
                  <a:lnTo>
                    <a:pt x="2671484" y="568861"/>
                  </a:lnTo>
                  <a:lnTo>
                    <a:pt x="2671522" y="568872"/>
                  </a:lnTo>
                  <a:lnTo>
                    <a:pt x="2671559" y="568937"/>
                  </a:lnTo>
                  <a:lnTo>
                    <a:pt x="2671578" y="569007"/>
                  </a:lnTo>
                  <a:lnTo>
                    <a:pt x="2671570" y="569066"/>
                  </a:lnTo>
                  <a:lnTo>
                    <a:pt x="2671411" y="569284"/>
                  </a:lnTo>
                  <a:lnTo>
                    <a:pt x="2671362" y="569342"/>
                  </a:lnTo>
                  <a:lnTo>
                    <a:pt x="2671212" y="569485"/>
                  </a:lnTo>
                  <a:lnTo>
                    <a:pt x="2671130" y="569522"/>
                  </a:lnTo>
                  <a:lnTo>
                    <a:pt x="2671040" y="569518"/>
                  </a:lnTo>
                  <a:lnTo>
                    <a:pt x="2670875" y="569473"/>
                  </a:lnTo>
                  <a:lnTo>
                    <a:pt x="2670559" y="569338"/>
                  </a:lnTo>
                  <a:lnTo>
                    <a:pt x="2670478" y="569311"/>
                  </a:lnTo>
                  <a:lnTo>
                    <a:pt x="2670281" y="569250"/>
                  </a:lnTo>
                  <a:lnTo>
                    <a:pt x="2670186" y="569227"/>
                  </a:lnTo>
                  <a:lnTo>
                    <a:pt x="2670046" y="569216"/>
                  </a:lnTo>
                  <a:lnTo>
                    <a:pt x="2669480" y="569177"/>
                  </a:lnTo>
                  <a:lnTo>
                    <a:pt x="2669347" y="569209"/>
                  </a:lnTo>
                  <a:lnTo>
                    <a:pt x="2669215" y="569217"/>
                  </a:lnTo>
                  <a:lnTo>
                    <a:pt x="2669172" y="569280"/>
                  </a:lnTo>
                  <a:lnTo>
                    <a:pt x="2669154" y="569308"/>
                  </a:lnTo>
                  <a:lnTo>
                    <a:pt x="2669098" y="569355"/>
                  </a:lnTo>
                  <a:lnTo>
                    <a:pt x="2669027" y="569401"/>
                  </a:lnTo>
                  <a:lnTo>
                    <a:pt x="2668901" y="569437"/>
                  </a:lnTo>
                  <a:lnTo>
                    <a:pt x="2668845" y="569453"/>
                  </a:lnTo>
                  <a:lnTo>
                    <a:pt x="2668750" y="569505"/>
                  </a:lnTo>
                  <a:lnTo>
                    <a:pt x="2668663" y="569574"/>
                  </a:lnTo>
                  <a:lnTo>
                    <a:pt x="2668654" y="569588"/>
                  </a:lnTo>
                  <a:lnTo>
                    <a:pt x="2668503" y="569807"/>
                  </a:lnTo>
                  <a:lnTo>
                    <a:pt x="2668455" y="569906"/>
                  </a:lnTo>
                  <a:lnTo>
                    <a:pt x="2668437" y="569963"/>
                  </a:lnTo>
                  <a:lnTo>
                    <a:pt x="2668443" y="570058"/>
                  </a:lnTo>
                  <a:lnTo>
                    <a:pt x="2668436" y="570137"/>
                  </a:lnTo>
                  <a:lnTo>
                    <a:pt x="2668390" y="570336"/>
                  </a:lnTo>
                  <a:lnTo>
                    <a:pt x="2668403" y="570518"/>
                  </a:lnTo>
                  <a:lnTo>
                    <a:pt x="2668406" y="570580"/>
                  </a:lnTo>
                  <a:lnTo>
                    <a:pt x="2668457" y="570722"/>
                  </a:lnTo>
                  <a:lnTo>
                    <a:pt x="2668501" y="570813"/>
                  </a:lnTo>
                  <a:lnTo>
                    <a:pt x="2668574" y="570940"/>
                  </a:lnTo>
                  <a:lnTo>
                    <a:pt x="2668646" y="571017"/>
                  </a:lnTo>
                  <a:lnTo>
                    <a:pt x="2668839" y="571286"/>
                  </a:lnTo>
                  <a:lnTo>
                    <a:pt x="2668893" y="571365"/>
                  </a:lnTo>
                  <a:lnTo>
                    <a:pt x="2668944" y="571498"/>
                  </a:lnTo>
                  <a:lnTo>
                    <a:pt x="2668972" y="571593"/>
                  </a:lnTo>
                  <a:lnTo>
                    <a:pt x="2668991" y="571627"/>
                  </a:lnTo>
                  <a:lnTo>
                    <a:pt x="2669024" y="571648"/>
                  </a:lnTo>
                  <a:lnTo>
                    <a:pt x="2669207" y="571799"/>
                  </a:lnTo>
                  <a:lnTo>
                    <a:pt x="2669268" y="571869"/>
                  </a:lnTo>
                  <a:lnTo>
                    <a:pt x="2669315" y="571948"/>
                  </a:lnTo>
                  <a:lnTo>
                    <a:pt x="2669322" y="571968"/>
                  </a:lnTo>
                  <a:lnTo>
                    <a:pt x="2669339" y="572087"/>
                  </a:lnTo>
                  <a:lnTo>
                    <a:pt x="2669330" y="572109"/>
                  </a:lnTo>
                  <a:lnTo>
                    <a:pt x="2669269" y="572220"/>
                  </a:lnTo>
                  <a:lnTo>
                    <a:pt x="2669234" y="572240"/>
                  </a:lnTo>
                  <a:lnTo>
                    <a:pt x="2669168" y="572261"/>
                  </a:lnTo>
                  <a:lnTo>
                    <a:pt x="2669082" y="572275"/>
                  </a:lnTo>
                  <a:lnTo>
                    <a:pt x="2668978" y="572286"/>
                  </a:lnTo>
                  <a:lnTo>
                    <a:pt x="2668923" y="572281"/>
                  </a:lnTo>
                  <a:lnTo>
                    <a:pt x="2668917" y="572279"/>
                  </a:lnTo>
                  <a:lnTo>
                    <a:pt x="2668909" y="572276"/>
                  </a:lnTo>
                  <a:lnTo>
                    <a:pt x="2668871" y="572256"/>
                  </a:lnTo>
                  <a:lnTo>
                    <a:pt x="2668806" y="572203"/>
                  </a:lnTo>
                  <a:lnTo>
                    <a:pt x="2668799" y="572196"/>
                  </a:lnTo>
                  <a:lnTo>
                    <a:pt x="2668736" y="572134"/>
                  </a:lnTo>
                  <a:lnTo>
                    <a:pt x="2668609" y="572028"/>
                  </a:lnTo>
                  <a:lnTo>
                    <a:pt x="2668545" y="571989"/>
                  </a:lnTo>
                  <a:lnTo>
                    <a:pt x="2668477" y="571960"/>
                  </a:lnTo>
                  <a:lnTo>
                    <a:pt x="2668408" y="571942"/>
                  </a:lnTo>
                  <a:lnTo>
                    <a:pt x="2668325" y="571942"/>
                  </a:lnTo>
                  <a:lnTo>
                    <a:pt x="2668173" y="571955"/>
                  </a:lnTo>
                  <a:lnTo>
                    <a:pt x="2668153" y="571967"/>
                  </a:lnTo>
                  <a:lnTo>
                    <a:pt x="2668132" y="571987"/>
                  </a:lnTo>
                  <a:lnTo>
                    <a:pt x="2668122" y="572019"/>
                  </a:lnTo>
                  <a:lnTo>
                    <a:pt x="2668077" y="572238"/>
                  </a:lnTo>
                  <a:lnTo>
                    <a:pt x="2668006" y="572560"/>
                  </a:lnTo>
                  <a:lnTo>
                    <a:pt x="2667994" y="572581"/>
                  </a:lnTo>
                  <a:lnTo>
                    <a:pt x="2667949" y="572637"/>
                  </a:lnTo>
                  <a:lnTo>
                    <a:pt x="2667919" y="572714"/>
                  </a:lnTo>
                  <a:lnTo>
                    <a:pt x="2667912" y="572744"/>
                  </a:lnTo>
                  <a:lnTo>
                    <a:pt x="2667898" y="572809"/>
                  </a:lnTo>
                  <a:lnTo>
                    <a:pt x="2667891" y="572879"/>
                  </a:lnTo>
                  <a:lnTo>
                    <a:pt x="2667887" y="572921"/>
                  </a:lnTo>
                  <a:lnTo>
                    <a:pt x="2667890" y="572951"/>
                  </a:lnTo>
                  <a:lnTo>
                    <a:pt x="2667894" y="572964"/>
                  </a:lnTo>
                  <a:lnTo>
                    <a:pt x="2668059" y="573269"/>
                  </a:lnTo>
                  <a:lnTo>
                    <a:pt x="2668080" y="573302"/>
                  </a:lnTo>
                  <a:lnTo>
                    <a:pt x="2668108" y="573374"/>
                  </a:lnTo>
                  <a:lnTo>
                    <a:pt x="2668116" y="573394"/>
                  </a:lnTo>
                  <a:lnTo>
                    <a:pt x="2668128" y="573444"/>
                  </a:lnTo>
                  <a:lnTo>
                    <a:pt x="2668125" y="573519"/>
                  </a:lnTo>
                  <a:lnTo>
                    <a:pt x="2668109" y="573581"/>
                  </a:lnTo>
                  <a:lnTo>
                    <a:pt x="2668091" y="573614"/>
                  </a:lnTo>
                  <a:lnTo>
                    <a:pt x="2668072" y="573679"/>
                  </a:lnTo>
                  <a:lnTo>
                    <a:pt x="2667999" y="573928"/>
                  </a:lnTo>
                  <a:lnTo>
                    <a:pt x="2667890" y="574199"/>
                  </a:lnTo>
                  <a:lnTo>
                    <a:pt x="2667844" y="574287"/>
                  </a:lnTo>
                  <a:lnTo>
                    <a:pt x="2667775" y="574387"/>
                  </a:lnTo>
                  <a:lnTo>
                    <a:pt x="2667742" y="574462"/>
                  </a:lnTo>
                  <a:lnTo>
                    <a:pt x="2667726" y="574503"/>
                  </a:lnTo>
                  <a:lnTo>
                    <a:pt x="2667730" y="574621"/>
                  </a:lnTo>
                  <a:lnTo>
                    <a:pt x="2667743" y="574646"/>
                  </a:lnTo>
                  <a:lnTo>
                    <a:pt x="2667776" y="574692"/>
                  </a:lnTo>
                  <a:lnTo>
                    <a:pt x="2667793" y="574716"/>
                  </a:lnTo>
                  <a:lnTo>
                    <a:pt x="2667818" y="574755"/>
                  </a:lnTo>
                  <a:lnTo>
                    <a:pt x="2667850" y="574823"/>
                  </a:lnTo>
                  <a:lnTo>
                    <a:pt x="2667852" y="574861"/>
                  </a:lnTo>
                  <a:lnTo>
                    <a:pt x="2667841" y="574911"/>
                  </a:lnTo>
                  <a:lnTo>
                    <a:pt x="2667827" y="574958"/>
                  </a:lnTo>
                  <a:lnTo>
                    <a:pt x="2667794" y="575012"/>
                  </a:lnTo>
                  <a:lnTo>
                    <a:pt x="2667771" y="575036"/>
                  </a:lnTo>
                  <a:lnTo>
                    <a:pt x="2667762" y="575038"/>
                  </a:lnTo>
                  <a:lnTo>
                    <a:pt x="2667759" y="575051"/>
                  </a:lnTo>
                  <a:lnTo>
                    <a:pt x="2667742" y="575107"/>
                  </a:lnTo>
                  <a:lnTo>
                    <a:pt x="2667704" y="575150"/>
                  </a:lnTo>
                  <a:lnTo>
                    <a:pt x="2667646" y="575152"/>
                  </a:lnTo>
                  <a:lnTo>
                    <a:pt x="2667589" y="575176"/>
                  </a:lnTo>
                  <a:lnTo>
                    <a:pt x="2667543" y="575176"/>
                  </a:lnTo>
                  <a:lnTo>
                    <a:pt x="2667512" y="575155"/>
                  </a:lnTo>
                  <a:lnTo>
                    <a:pt x="2667442" y="575161"/>
                  </a:lnTo>
                  <a:lnTo>
                    <a:pt x="2667423" y="575155"/>
                  </a:lnTo>
                  <a:lnTo>
                    <a:pt x="2667334" y="575232"/>
                  </a:lnTo>
                  <a:lnTo>
                    <a:pt x="2667231" y="575415"/>
                  </a:lnTo>
                  <a:lnTo>
                    <a:pt x="2667185" y="575490"/>
                  </a:lnTo>
                  <a:lnTo>
                    <a:pt x="2667133" y="575561"/>
                  </a:lnTo>
                  <a:lnTo>
                    <a:pt x="2667101" y="575597"/>
                  </a:lnTo>
                  <a:lnTo>
                    <a:pt x="2667067" y="575620"/>
                  </a:lnTo>
                  <a:lnTo>
                    <a:pt x="2667039" y="575626"/>
                  </a:lnTo>
                  <a:lnTo>
                    <a:pt x="2666930" y="575634"/>
                  </a:lnTo>
                  <a:lnTo>
                    <a:pt x="2666877" y="575650"/>
                  </a:lnTo>
                  <a:lnTo>
                    <a:pt x="2666797" y="575690"/>
                  </a:lnTo>
                  <a:lnTo>
                    <a:pt x="2666705" y="575769"/>
                  </a:lnTo>
                  <a:lnTo>
                    <a:pt x="2666652" y="575817"/>
                  </a:lnTo>
                  <a:lnTo>
                    <a:pt x="2666614" y="575887"/>
                  </a:lnTo>
                  <a:lnTo>
                    <a:pt x="2666612" y="575900"/>
                  </a:lnTo>
                  <a:lnTo>
                    <a:pt x="2666659" y="576049"/>
                  </a:lnTo>
                  <a:lnTo>
                    <a:pt x="2666731" y="576191"/>
                  </a:lnTo>
                  <a:lnTo>
                    <a:pt x="2666739" y="576219"/>
                  </a:lnTo>
                  <a:lnTo>
                    <a:pt x="2666711" y="576369"/>
                  </a:lnTo>
                  <a:lnTo>
                    <a:pt x="2666711" y="576406"/>
                  </a:lnTo>
                  <a:lnTo>
                    <a:pt x="2666697" y="576454"/>
                  </a:lnTo>
                  <a:lnTo>
                    <a:pt x="2666659" y="576607"/>
                  </a:lnTo>
                  <a:lnTo>
                    <a:pt x="2666649" y="576616"/>
                  </a:lnTo>
                  <a:lnTo>
                    <a:pt x="2666636" y="576634"/>
                  </a:lnTo>
                  <a:lnTo>
                    <a:pt x="2666538" y="576825"/>
                  </a:lnTo>
                  <a:lnTo>
                    <a:pt x="2666522" y="576860"/>
                  </a:lnTo>
                  <a:lnTo>
                    <a:pt x="2666493" y="576925"/>
                  </a:lnTo>
                  <a:lnTo>
                    <a:pt x="2666487" y="576948"/>
                  </a:lnTo>
                  <a:lnTo>
                    <a:pt x="2666486" y="576968"/>
                  </a:lnTo>
                  <a:lnTo>
                    <a:pt x="2666488" y="576991"/>
                  </a:lnTo>
                  <a:lnTo>
                    <a:pt x="2666493" y="577013"/>
                  </a:lnTo>
                  <a:lnTo>
                    <a:pt x="2666497" y="577044"/>
                  </a:lnTo>
                  <a:lnTo>
                    <a:pt x="2666497" y="577075"/>
                  </a:lnTo>
                  <a:lnTo>
                    <a:pt x="2666490" y="577118"/>
                  </a:lnTo>
                  <a:lnTo>
                    <a:pt x="2666483" y="577145"/>
                  </a:lnTo>
                  <a:lnTo>
                    <a:pt x="2666467" y="577186"/>
                  </a:lnTo>
                  <a:lnTo>
                    <a:pt x="2666321" y="577391"/>
                  </a:lnTo>
                  <a:lnTo>
                    <a:pt x="2666207" y="577547"/>
                  </a:lnTo>
                  <a:lnTo>
                    <a:pt x="2666187" y="577575"/>
                  </a:lnTo>
                  <a:lnTo>
                    <a:pt x="2666172" y="577600"/>
                  </a:lnTo>
                  <a:lnTo>
                    <a:pt x="2666141" y="577662"/>
                  </a:lnTo>
                  <a:lnTo>
                    <a:pt x="2666125" y="577693"/>
                  </a:lnTo>
                  <a:lnTo>
                    <a:pt x="2666123" y="577713"/>
                  </a:lnTo>
                  <a:lnTo>
                    <a:pt x="2666125" y="577720"/>
                  </a:lnTo>
                  <a:lnTo>
                    <a:pt x="2666127" y="577730"/>
                  </a:lnTo>
                  <a:lnTo>
                    <a:pt x="2666131" y="577737"/>
                  </a:lnTo>
                  <a:lnTo>
                    <a:pt x="2666137" y="577751"/>
                  </a:lnTo>
                  <a:lnTo>
                    <a:pt x="2666147" y="577771"/>
                  </a:lnTo>
                  <a:lnTo>
                    <a:pt x="2666298" y="577934"/>
                  </a:lnTo>
                  <a:lnTo>
                    <a:pt x="2666318" y="577949"/>
                  </a:lnTo>
                  <a:lnTo>
                    <a:pt x="2666348" y="577975"/>
                  </a:lnTo>
                  <a:lnTo>
                    <a:pt x="2666375" y="578004"/>
                  </a:lnTo>
                  <a:lnTo>
                    <a:pt x="2666392" y="578036"/>
                  </a:lnTo>
                  <a:lnTo>
                    <a:pt x="2666464" y="578186"/>
                  </a:lnTo>
                  <a:lnTo>
                    <a:pt x="2666469" y="578215"/>
                  </a:lnTo>
                  <a:lnTo>
                    <a:pt x="2666472" y="578240"/>
                  </a:lnTo>
                  <a:lnTo>
                    <a:pt x="2666466" y="578281"/>
                  </a:lnTo>
                  <a:lnTo>
                    <a:pt x="2666461" y="578296"/>
                  </a:lnTo>
                  <a:lnTo>
                    <a:pt x="2666387" y="578461"/>
                  </a:lnTo>
                  <a:lnTo>
                    <a:pt x="2666402" y="578640"/>
                  </a:lnTo>
                  <a:lnTo>
                    <a:pt x="2666469" y="578849"/>
                  </a:lnTo>
                  <a:lnTo>
                    <a:pt x="2666470" y="578994"/>
                  </a:lnTo>
                  <a:lnTo>
                    <a:pt x="2666428" y="579073"/>
                  </a:lnTo>
                  <a:lnTo>
                    <a:pt x="2666406" y="579121"/>
                  </a:lnTo>
                  <a:lnTo>
                    <a:pt x="2666301" y="579175"/>
                  </a:lnTo>
                  <a:lnTo>
                    <a:pt x="2666206" y="579207"/>
                  </a:lnTo>
                  <a:lnTo>
                    <a:pt x="2666133" y="579247"/>
                  </a:lnTo>
                  <a:lnTo>
                    <a:pt x="2666019" y="579456"/>
                  </a:lnTo>
                  <a:lnTo>
                    <a:pt x="2665930" y="579545"/>
                  </a:lnTo>
                  <a:lnTo>
                    <a:pt x="2665877" y="579597"/>
                  </a:lnTo>
                  <a:lnTo>
                    <a:pt x="2665759" y="579703"/>
                  </a:lnTo>
                  <a:lnTo>
                    <a:pt x="2665666" y="579786"/>
                  </a:lnTo>
                  <a:lnTo>
                    <a:pt x="2665483" y="579888"/>
                  </a:lnTo>
                  <a:lnTo>
                    <a:pt x="2665453" y="579907"/>
                  </a:lnTo>
                  <a:lnTo>
                    <a:pt x="2665415" y="579932"/>
                  </a:lnTo>
                  <a:lnTo>
                    <a:pt x="2665394" y="579946"/>
                  </a:lnTo>
                  <a:lnTo>
                    <a:pt x="2665380" y="579961"/>
                  </a:lnTo>
                  <a:lnTo>
                    <a:pt x="2665372" y="579976"/>
                  </a:lnTo>
                  <a:lnTo>
                    <a:pt x="2665317" y="580090"/>
                  </a:lnTo>
                  <a:lnTo>
                    <a:pt x="2665195" y="580301"/>
                  </a:lnTo>
                  <a:lnTo>
                    <a:pt x="2665205" y="580475"/>
                  </a:lnTo>
                  <a:lnTo>
                    <a:pt x="2665257" y="580675"/>
                  </a:lnTo>
                  <a:lnTo>
                    <a:pt x="2665268" y="580729"/>
                  </a:lnTo>
                  <a:lnTo>
                    <a:pt x="2665232" y="580804"/>
                  </a:lnTo>
                  <a:lnTo>
                    <a:pt x="2665213" y="580840"/>
                  </a:lnTo>
                  <a:lnTo>
                    <a:pt x="2665165" y="580949"/>
                  </a:lnTo>
                  <a:lnTo>
                    <a:pt x="2665153" y="580981"/>
                  </a:lnTo>
                  <a:lnTo>
                    <a:pt x="2665154" y="581009"/>
                  </a:lnTo>
                  <a:lnTo>
                    <a:pt x="2665160" y="581044"/>
                  </a:lnTo>
                  <a:lnTo>
                    <a:pt x="2665160" y="581070"/>
                  </a:lnTo>
                  <a:lnTo>
                    <a:pt x="2665156" y="581095"/>
                  </a:lnTo>
                  <a:lnTo>
                    <a:pt x="2665134" y="581178"/>
                  </a:lnTo>
                  <a:lnTo>
                    <a:pt x="2665099" y="581249"/>
                  </a:lnTo>
                  <a:lnTo>
                    <a:pt x="2665088" y="581268"/>
                  </a:lnTo>
                  <a:lnTo>
                    <a:pt x="2665068" y="581297"/>
                  </a:lnTo>
                  <a:lnTo>
                    <a:pt x="2664998" y="581404"/>
                  </a:lnTo>
                  <a:lnTo>
                    <a:pt x="2664863" y="581586"/>
                  </a:lnTo>
                  <a:lnTo>
                    <a:pt x="2664808" y="581718"/>
                  </a:lnTo>
                  <a:lnTo>
                    <a:pt x="2664868" y="581890"/>
                  </a:lnTo>
                  <a:lnTo>
                    <a:pt x="2664832" y="581987"/>
                  </a:lnTo>
                  <a:lnTo>
                    <a:pt x="2664810" y="582027"/>
                  </a:lnTo>
                  <a:lnTo>
                    <a:pt x="2664786" y="582096"/>
                  </a:lnTo>
                  <a:lnTo>
                    <a:pt x="2664778" y="582114"/>
                  </a:lnTo>
                  <a:lnTo>
                    <a:pt x="2664740" y="582189"/>
                  </a:lnTo>
                  <a:lnTo>
                    <a:pt x="2664714" y="582222"/>
                  </a:lnTo>
                  <a:lnTo>
                    <a:pt x="2664694" y="582244"/>
                  </a:lnTo>
                  <a:lnTo>
                    <a:pt x="2664671" y="582259"/>
                  </a:lnTo>
                  <a:lnTo>
                    <a:pt x="2664651" y="582270"/>
                  </a:lnTo>
                  <a:lnTo>
                    <a:pt x="2664632" y="582275"/>
                  </a:lnTo>
                  <a:lnTo>
                    <a:pt x="2664567" y="582288"/>
                  </a:lnTo>
                  <a:lnTo>
                    <a:pt x="2664534" y="582292"/>
                  </a:lnTo>
                  <a:lnTo>
                    <a:pt x="2664506" y="582289"/>
                  </a:lnTo>
                  <a:lnTo>
                    <a:pt x="2664475" y="582285"/>
                  </a:lnTo>
                  <a:lnTo>
                    <a:pt x="2664446" y="582284"/>
                  </a:lnTo>
                  <a:lnTo>
                    <a:pt x="2664426" y="582284"/>
                  </a:lnTo>
                  <a:lnTo>
                    <a:pt x="2664406" y="582288"/>
                  </a:lnTo>
                  <a:lnTo>
                    <a:pt x="2664369" y="582299"/>
                  </a:lnTo>
                  <a:lnTo>
                    <a:pt x="2664339" y="582311"/>
                  </a:lnTo>
                  <a:lnTo>
                    <a:pt x="2664309" y="582329"/>
                  </a:lnTo>
                  <a:lnTo>
                    <a:pt x="2664280" y="582351"/>
                  </a:lnTo>
                  <a:lnTo>
                    <a:pt x="2664255" y="582368"/>
                  </a:lnTo>
                  <a:lnTo>
                    <a:pt x="2664237" y="582386"/>
                  </a:lnTo>
                  <a:lnTo>
                    <a:pt x="2664219" y="582409"/>
                  </a:lnTo>
                  <a:lnTo>
                    <a:pt x="2664197" y="582447"/>
                  </a:lnTo>
                  <a:lnTo>
                    <a:pt x="2664200" y="582694"/>
                  </a:lnTo>
                  <a:lnTo>
                    <a:pt x="2664207" y="582717"/>
                  </a:lnTo>
                  <a:lnTo>
                    <a:pt x="2664219" y="582752"/>
                  </a:lnTo>
                  <a:lnTo>
                    <a:pt x="2664228" y="582784"/>
                  </a:lnTo>
                  <a:lnTo>
                    <a:pt x="2664244" y="582849"/>
                  </a:lnTo>
                  <a:lnTo>
                    <a:pt x="2664250" y="582878"/>
                  </a:lnTo>
                  <a:lnTo>
                    <a:pt x="2664250" y="582904"/>
                  </a:lnTo>
                  <a:lnTo>
                    <a:pt x="2664248" y="582922"/>
                  </a:lnTo>
                  <a:lnTo>
                    <a:pt x="2664233" y="582987"/>
                  </a:lnTo>
                  <a:lnTo>
                    <a:pt x="2664224" y="583024"/>
                  </a:lnTo>
                  <a:lnTo>
                    <a:pt x="2664214" y="583056"/>
                  </a:lnTo>
                  <a:lnTo>
                    <a:pt x="2664205" y="583071"/>
                  </a:lnTo>
                  <a:lnTo>
                    <a:pt x="2664173" y="583102"/>
                  </a:lnTo>
                  <a:lnTo>
                    <a:pt x="2664169" y="583397"/>
                  </a:lnTo>
                  <a:lnTo>
                    <a:pt x="2664201" y="583501"/>
                  </a:lnTo>
                  <a:lnTo>
                    <a:pt x="2664307" y="583572"/>
                  </a:lnTo>
                  <a:lnTo>
                    <a:pt x="2664371" y="583661"/>
                  </a:lnTo>
                  <a:lnTo>
                    <a:pt x="2664465" y="583843"/>
                  </a:lnTo>
                  <a:lnTo>
                    <a:pt x="2664473" y="583861"/>
                  </a:lnTo>
                  <a:lnTo>
                    <a:pt x="2664499" y="583905"/>
                  </a:lnTo>
                  <a:lnTo>
                    <a:pt x="2664788" y="584297"/>
                  </a:lnTo>
                  <a:lnTo>
                    <a:pt x="2664817" y="584329"/>
                  </a:lnTo>
                  <a:lnTo>
                    <a:pt x="2664840" y="584349"/>
                  </a:lnTo>
                  <a:lnTo>
                    <a:pt x="2664911" y="584426"/>
                  </a:lnTo>
                  <a:lnTo>
                    <a:pt x="2664958" y="584425"/>
                  </a:lnTo>
                  <a:lnTo>
                    <a:pt x="2665018" y="584486"/>
                  </a:lnTo>
                  <a:lnTo>
                    <a:pt x="2665045" y="584507"/>
                  </a:lnTo>
                  <a:lnTo>
                    <a:pt x="2665073" y="584527"/>
                  </a:lnTo>
                  <a:lnTo>
                    <a:pt x="2665100" y="584543"/>
                  </a:lnTo>
                  <a:lnTo>
                    <a:pt x="2665180" y="584570"/>
                  </a:lnTo>
                  <a:lnTo>
                    <a:pt x="2665216" y="584578"/>
                  </a:lnTo>
                  <a:lnTo>
                    <a:pt x="2665318" y="584594"/>
                  </a:lnTo>
                  <a:lnTo>
                    <a:pt x="2665369" y="584602"/>
                  </a:lnTo>
                  <a:lnTo>
                    <a:pt x="2665408" y="584605"/>
                  </a:lnTo>
                  <a:lnTo>
                    <a:pt x="2665455" y="584612"/>
                  </a:lnTo>
                  <a:lnTo>
                    <a:pt x="2665487" y="584621"/>
                  </a:lnTo>
                  <a:lnTo>
                    <a:pt x="2665523" y="584635"/>
                  </a:lnTo>
                  <a:lnTo>
                    <a:pt x="2665546" y="584648"/>
                  </a:lnTo>
                  <a:lnTo>
                    <a:pt x="2665559" y="584660"/>
                  </a:lnTo>
                  <a:lnTo>
                    <a:pt x="2665575" y="584681"/>
                  </a:lnTo>
                  <a:lnTo>
                    <a:pt x="2665589" y="584700"/>
                  </a:lnTo>
                  <a:lnTo>
                    <a:pt x="2665700" y="584773"/>
                  </a:lnTo>
                  <a:lnTo>
                    <a:pt x="2665953" y="584782"/>
                  </a:lnTo>
                  <a:lnTo>
                    <a:pt x="2665990" y="584787"/>
                  </a:lnTo>
                  <a:lnTo>
                    <a:pt x="2666028" y="584794"/>
                  </a:lnTo>
                  <a:lnTo>
                    <a:pt x="2666091" y="584809"/>
                  </a:lnTo>
                  <a:lnTo>
                    <a:pt x="2666134" y="584822"/>
                  </a:lnTo>
                  <a:lnTo>
                    <a:pt x="2666159" y="584836"/>
                  </a:lnTo>
                  <a:lnTo>
                    <a:pt x="2666191" y="584862"/>
                  </a:lnTo>
                  <a:lnTo>
                    <a:pt x="2666207" y="584877"/>
                  </a:lnTo>
                  <a:lnTo>
                    <a:pt x="2666218" y="584899"/>
                  </a:lnTo>
                  <a:lnTo>
                    <a:pt x="2666228" y="584925"/>
                  </a:lnTo>
                  <a:lnTo>
                    <a:pt x="2666235" y="584951"/>
                  </a:lnTo>
                  <a:lnTo>
                    <a:pt x="2666237" y="584998"/>
                  </a:lnTo>
                  <a:lnTo>
                    <a:pt x="2666234" y="585019"/>
                  </a:lnTo>
                  <a:lnTo>
                    <a:pt x="2666222" y="585051"/>
                  </a:lnTo>
                  <a:lnTo>
                    <a:pt x="2666205" y="585083"/>
                  </a:lnTo>
                  <a:lnTo>
                    <a:pt x="2666185" y="585112"/>
                  </a:lnTo>
                  <a:lnTo>
                    <a:pt x="2666158" y="585146"/>
                  </a:lnTo>
                  <a:lnTo>
                    <a:pt x="2666119" y="585183"/>
                  </a:lnTo>
                  <a:lnTo>
                    <a:pt x="2666013" y="585270"/>
                  </a:lnTo>
                  <a:lnTo>
                    <a:pt x="2665989" y="585288"/>
                  </a:lnTo>
                  <a:lnTo>
                    <a:pt x="2665965" y="585300"/>
                  </a:lnTo>
                  <a:lnTo>
                    <a:pt x="2665938" y="585313"/>
                  </a:lnTo>
                  <a:lnTo>
                    <a:pt x="2665893" y="585325"/>
                  </a:lnTo>
                  <a:lnTo>
                    <a:pt x="2665819" y="585345"/>
                  </a:lnTo>
                  <a:lnTo>
                    <a:pt x="2665791" y="585350"/>
                  </a:lnTo>
                  <a:lnTo>
                    <a:pt x="2665762" y="585350"/>
                  </a:lnTo>
                  <a:lnTo>
                    <a:pt x="2665734" y="585349"/>
                  </a:lnTo>
                  <a:lnTo>
                    <a:pt x="2665711" y="585343"/>
                  </a:lnTo>
                  <a:lnTo>
                    <a:pt x="2665694" y="585336"/>
                  </a:lnTo>
                  <a:lnTo>
                    <a:pt x="2665677" y="585324"/>
                  </a:lnTo>
                  <a:lnTo>
                    <a:pt x="2665663" y="585308"/>
                  </a:lnTo>
                  <a:lnTo>
                    <a:pt x="2665653" y="585291"/>
                  </a:lnTo>
                  <a:lnTo>
                    <a:pt x="2665646" y="585272"/>
                  </a:lnTo>
                  <a:lnTo>
                    <a:pt x="2665639" y="585248"/>
                  </a:lnTo>
                  <a:lnTo>
                    <a:pt x="2665628" y="585218"/>
                  </a:lnTo>
                  <a:lnTo>
                    <a:pt x="2665616" y="585186"/>
                  </a:lnTo>
                  <a:lnTo>
                    <a:pt x="2665594" y="585139"/>
                  </a:lnTo>
                  <a:lnTo>
                    <a:pt x="2665583" y="585117"/>
                  </a:lnTo>
                  <a:lnTo>
                    <a:pt x="2665572" y="585096"/>
                  </a:lnTo>
                  <a:lnTo>
                    <a:pt x="2665559" y="585081"/>
                  </a:lnTo>
                  <a:lnTo>
                    <a:pt x="2665543" y="585064"/>
                  </a:lnTo>
                  <a:lnTo>
                    <a:pt x="2665515" y="585035"/>
                  </a:lnTo>
                  <a:lnTo>
                    <a:pt x="2665493" y="585014"/>
                  </a:lnTo>
                  <a:lnTo>
                    <a:pt x="2665467" y="584993"/>
                  </a:lnTo>
                  <a:lnTo>
                    <a:pt x="2665442" y="584979"/>
                  </a:lnTo>
                  <a:lnTo>
                    <a:pt x="2665419" y="584971"/>
                  </a:lnTo>
                  <a:lnTo>
                    <a:pt x="2665388" y="584964"/>
                  </a:lnTo>
                  <a:lnTo>
                    <a:pt x="2665356" y="584959"/>
                  </a:lnTo>
                  <a:lnTo>
                    <a:pt x="2665327" y="584958"/>
                  </a:lnTo>
                  <a:lnTo>
                    <a:pt x="2665147" y="585038"/>
                  </a:lnTo>
                  <a:lnTo>
                    <a:pt x="2664996" y="585139"/>
                  </a:lnTo>
                  <a:lnTo>
                    <a:pt x="2664990" y="585153"/>
                  </a:lnTo>
                  <a:lnTo>
                    <a:pt x="2664925" y="585304"/>
                  </a:lnTo>
                  <a:lnTo>
                    <a:pt x="2664856" y="585353"/>
                  </a:lnTo>
                  <a:lnTo>
                    <a:pt x="2664836" y="585371"/>
                  </a:lnTo>
                  <a:lnTo>
                    <a:pt x="2664829" y="585389"/>
                  </a:lnTo>
                  <a:lnTo>
                    <a:pt x="2664829" y="585406"/>
                  </a:lnTo>
                  <a:lnTo>
                    <a:pt x="2664838" y="585424"/>
                  </a:lnTo>
                  <a:lnTo>
                    <a:pt x="2664842" y="585434"/>
                  </a:lnTo>
                  <a:lnTo>
                    <a:pt x="2664848" y="585443"/>
                  </a:lnTo>
                  <a:lnTo>
                    <a:pt x="2664859" y="585459"/>
                  </a:lnTo>
                  <a:lnTo>
                    <a:pt x="2664911" y="585531"/>
                  </a:lnTo>
                  <a:lnTo>
                    <a:pt x="2664931" y="585548"/>
                  </a:lnTo>
                  <a:lnTo>
                    <a:pt x="2664956" y="585562"/>
                  </a:lnTo>
                  <a:lnTo>
                    <a:pt x="2664980" y="585583"/>
                  </a:lnTo>
                  <a:lnTo>
                    <a:pt x="2664996" y="585614"/>
                  </a:lnTo>
                  <a:lnTo>
                    <a:pt x="2665001" y="585632"/>
                  </a:lnTo>
                  <a:lnTo>
                    <a:pt x="2665005" y="585657"/>
                  </a:lnTo>
                  <a:lnTo>
                    <a:pt x="2665003" y="585711"/>
                  </a:lnTo>
                  <a:lnTo>
                    <a:pt x="2665000" y="585760"/>
                  </a:lnTo>
                  <a:lnTo>
                    <a:pt x="2664995" y="585813"/>
                  </a:lnTo>
                  <a:lnTo>
                    <a:pt x="2664993" y="585831"/>
                  </a:lnTo>
                  <a:lnTo>
                    <a:pt x="2664982" y="585871"/>
                  </a:lnTo>
                  <a:lnTo>
                    <a:pt x="2664930" y="585936"/>
                  </a:lnTo>
                  <a:lnTo>
                    <a:pt x="2664906" y="585962"/>
                  </a:lnTo>
                  <a:lnTo>
                    <a:pt x="2664893" y="585976"/>
                  </a:lnTo>
                  <a:lnTo>
                    <a:pt x="2664873" y="586030"/>
                  </a:lnTo>
                  <a:lnTo>
                    <a:pt x="2664832" y="586137"/>
                  </a:lnTo>
                  <a:lnTo>
                    <a:pt x="2664827" y="586221"/>
                  </a:lnTo>
                  <a:lnTo>
                    <a:pt x="2664833" y="586330"/>
                  </a:lnTo>
                  <a:lnTo>
                    <a:pt x="2664842" y="586395"/>
                  </a:lnTo>
                  <a:lnTo>
                    <a:pt x="2664868" y="586447"/>
                  </a:lnTo>
                  <a:lnTo>
                    <a:pt x="2664971" y="586498"/>
                  </a:lnTo>
                  <a:lnTo>
                    <a:pt x="2665115" y="586548"/>
                  </a:lnTo>
                  <a:lnTo>
                    <a:pt x="2665255" y="586605"/>
                  </a:lnTo>
                  <a:lnTo>
                    <a:pt x="2665341" y="586675"/>
                  </a:lnTo>
                  <a:lnTo>
                    <a:pt x="2665359" y="586698"/>
                  </a:lnTo>
                  <a:lnTo>
                    <a:pt x="2665380" y="586723"/>
                  </a:lnTo>
                  <a:lnTo>
                    <a:pt x="2665379" y="586781"/>
                  </a:lnTo>
                  <a:lnTo>
                    <a:pt x="2665345" y="586901"/>
                  </a:lnTo>
                  <a:lnTo>
                    <a:pt x="2665330" y="586930"/>
                  </a:lnTo>
                  <a:lnTo>
                    <a:pt x="2665322" y="586945"/>
                  </a:lnTo>
                  <a:lnTo>
                    <a:pt x="2665303" y="586959"/>
                  </a:lnTo>
                  <a:lnTo>
                    <a:pt x="2665261" y="586982"/>
                  </a:lnTo>
                  <a:lnTo>
                    <a:pt x="2665217" y="587002"/>
                  </a:lnTo>
                  <a:lnTo>
                    <a:pt x="2665188" y="587011"/>
                  </a:lnTo>
                  <a:lnTo>
                    <a:pt x="2665164" y="587016"/>
                  </a:lnTo>
                  <a:lnTo>
                    <a:pt x="2665133" y="587021"/>
                  </a:lnTo>
                  <a:lnTo>
                    <a:pt x="2665088" y="587024"/>
                  </a:lnTo>
                  <a:lnTo>
                    <a:pt x="2664867" y="586967"/>
                  </a:lnTo>
                  <a:lnTo>
                    <a:pt x="2664725" y="586917"/>
                  </a:lnTo>
                  <a:lnTo>
                    <a:pt x="2664702" y="586907"/>
                  </a:lnTo>
                  <a:lnTo>
                    <a:pt x="2664682" y="586894"/>
                  </a:lnTo>
                  <a:lnTo>
                    <a:pt x="2664667" y="586879"/>
                  </a:lnTo>
                  <a:lnTo>
                    <a:pt x="2664543" y="586562"/>
                  </a:lnTo>
                  <a:lnTo>
                    <a:pt x="2664486" y="586369"/>
                  </a:lnTo>
                  <a:lnTo>
                    <a:pt x="2664477" y="586347"/>
                  </a:lnTo>
                  <a:lnTo>
                    <a:pt x="2664462" y="586322"/>
                  </a:lnTo>
                  <a:lnTo>
                    <a:pt x="2664449" y="586304"/>
                  </a:lnTo>
                  <a:lnTo>
                    <a:pt x="2664436" y="586291"/>
                  </a:lnTo>
                  <a:lnTo>
                    <a:pt x="2664421" y="586280"/>
                  </a:lnTo>
                  <a:lnTo>
                    <a:pt x="2664399" y="586273"/>
                  </a:lnTo>
                  <a:lnTo>
                    <a:pt x="2664393" y="586271"/>
                  </a:lnTo>
                  <a:lnTo>
                    <a:pt x="2664364" y="586267"/>
                  </a:lnTo>
                  <a:lnTo>
                    <a:pt x="2664340" y="586266"/>
                  </a:lnTo>
                  <a:lnTo>
                    <a:pt x="2664317" y="586268"/>
                  </a:lnTo>
                  <a:lnTo>
                    <a:pt x="2664070" y="586345"/>
                  </a:lnTo>
                  <a:lnTo>
                    <a:pt x="2663818" y="586459"/>
                  </a:lnTo>
                  <a:lnTo>
                    <a:pt x="2663713" y="586525"/>
                  </a:lnTo>
                  <a:lnTo>
                    <a:pt x="2663615" y="586615"/>
                  </a:lnTo>
                  <a:lnTo>
                    <a:pt x="2663576" y="586678"/>
                  </a:lnTo>
                  <a:lnTo>
                    <a:pt x="2663568" y="586694"/>
                  </a:lnTo>
                  <a:lnTo>
                    <a:pt x="2663563" y="586705"/>
                  </a:lnTo>
                  <a:lnTo>
                    <a:pt x="2663560" y="586719"/>
                  </a:lnTo>
                  <a:lnTo>
                    <a:pt x="2663560" y="586730"/>
                  </a:lnTo>
                  <a:lnTo>
                    <a:pt x="2663562" y="586752"/>
                  </a:lnTo>
                  <a:lnTo>
                    <a:pt x="2663573" y="586848"/>
                  </a:lnTo>
                  <a:lnTo>
                    <a:pt x="2663575" y="586865"/>
                  </a:lnTo>
                  <a:lnTo>
                    <a:pt x="2663622" y="586985"/>
                  </a:lnTo>
                  <a:lnTo>
                    <a:pt x="2663625" y="586993"/>
                  </a:lnTo>
                  <a:lnTo>
                    <a:pt x="2663644" y="587019"/>
                  </a:lnTo>
                  <a:lnTo>
                    <a:pt x="2663662" y="587038"/>
                  </a:lnTo>
                  <a:lnTo>
                    <a:pt x="2663672" y="587047"/>
                  </a:lnTo>
                  <a:lnTo>
                    <a:pt x="2663679" y="587054"/>
                  </a:lnTo>
                  <a:lnTo>
                    <a:pt x="2663690" y="587061"/>
                  </a:lnTo>
                  <a:lnTo>
                    <a:pt x="2663766" y="587100"/>
                  </a:lnTo>
                  <a:lnTo>
                    <a:pt x="2664008" y="587145"/>
                  </a:lnTo>
                  <a:lnTo>
                    <a:pt x="2664100" y="587139"/>
                  </a:lnTo>
                  <a:lnTo>
                    <a:pt x="2664174" y="587150"/>
                  </a:lnTo>
                  <a:lnTo>
                    <a:pt x="2664234" y="587170"/>
                  </a:lnTo>
                  <a:lnTo>
                    <a:pt x="2664285" y="587210"/>
                  </a:lnTo>
                  <a:lnTo>
                    <a:pt x="2664336" y="587268"/>
                  </a:lnTo>
                  <a:lnTo>
                    <a:pt x="2664463" y="587465"/>
                  </a:lnTo>
                  <a:lnTo>
                    <a:pt x="2664475" y="587494"/>
                  </a:lnTo>
                  <a:lnTo>
                    <a:pt x="2664473" y="587520"/>
                  </a:lnTo>
                  <a:lnTo>
                    <a:pt x="2664423" y="587547"/>
                  </a:lnTo>
                  <a:lnTo>
                    <a:pt x="2664415" y="587549"/>
                  </a:lnTo>
                  <a:lnTo>
                    <a:pt x="2664357" y="587562"/>
                  </a:lnTo>
                  <a:lnTo>
                    <a:pt x="2664318" y="587573"/>
                  </a:lnTo>
                  <a:lnTo>
                    <a:pt x="2664247" y="587616"/>
                  </a:lnTo>
                  <a:lnTo>
                    <a:pt x="2664090" y="587729"/>
                  </a:lnTo>
                  <a:lnTo>
                    <a:pt x="2663969" y="587834"/>
                  </a:lnTo>
                  <a:lnTo>
                    <a:pt x="2663840" y="587942"/>
                  </a:lnTo>
                  <a:lnTo>
                    <a:pt x="2663819" y="587963"/>
                  </a:lnTo>
                  <a:lnTo>
                    <a:pt x="2663803" y="587987"/>
                  </a:lnTo>
                  <a:lnTo>
                    <a:pt x="2663790" y="588017"/>
                  </a:lnTo>
                  <a:lnTo>
                    <a:pt x="2663788" y="588043"/>
                  </a:lnTo>
                  <a:lnTo>
                    <a:pt x="2663789" y="588079"/>
                  </a:lnTo>
                  <a:lnTo>
                    <a:pt x="2663801" y="588103"/>
                  </a:lnTo>
                  <a:lnTo>
                    <a:pt x="2663827" y="588135"/>
                  </a:lnTo>
                  <a:lnTo>
                    <a:pt x="2663851" y="588206"/>
                  </a:lnTo>
                  <a:lnTo>
                    <a:pt x="2663861" y="588223"/>
                  </a:lnTo>
                  <a:lnTo>
                    <a:pt x="2663881" y="588308"/>
                  </a:lnTo>
                  <a:lnTo>
                    <a:pt x="2663894" y="588393"/>
                  </a:lnTo>
                  <a:lnTo>
                    <a:pt x="2663900" y="588411"/>
                  </a:lnTo>
                  <a:lnTo>
                    <a:pt x="2663906" y="588420"/>
                  </a:lnTo>
                  <a:lnTo>
                    <a:pt x="2663927" y="588434"/>
                  </a:lnTo>
                  <a:lnTo>
                    <a:pt x="2663958" y="588450"/>
                  </a:lnTo>
                  <a:lnTo>
                    <a:pt x="2663987" y="588464"/>
                  </a:lnTo>
                  <a:lnTo>
                    <a:pt x="2664007" y="588471"/>
                  </a:lnTo>
                  <a:lnTo>
                    <a:pt x="2664034" y="588475"/>
                  </a:lnTo>
                  <a:lnTo>
                    <a:pt x="2664063" y="588475"/>
                  </a:lnTo>
                  <a:lnTo>
                    <a:pt x="2664103" y="588466"/>
                  </a:lnTo>
                  <a:lnTo>
                    <a:pt x="2664146" y="588455"/>
                  </a:lnTo>
                  <a:lnTo>
                    <a:pt x="2664241" y="588428"/>
                  </a:lnTo>
                  <a:lnTo>
                    <a:pt x="2664400" y="588406"/>
                  </a:lnTo>
                  <a:lnTo>
                    <a:pt x="2664545" y="588392"/>
                  </a:lnTo>
                  <a:lnTo>
                    <a:pt x="2664751" y="588391"/>
                  </a:lnTo>
                  <a:lnTo>
                    <a:pt x="2665000" y="588496"/>
                  </a:lnTo>
                  <a:lnTo>
                    <a:pt x="2665058" y="588499"/>
                  </a:lnTo>
                  <a:lnTo>
                    <a:pt x="2665078" y="588504"/>
                  </a:lnTo>
                  <a:lnTo>
                    <a:pt x="2665102" y="588523"/>
                  </a:lnTo>
                  <a:lnTo>
                    <a:pt x="2665112" y="588538"/>
                  </a:lnTo>
                  <a:lnTo>
                    <a:pt x="2665119" y="588551"/>
                  </a:lnTo>
                  <a:lnTo>
                    <a:pt x="2665120" y="588571"/>
                  </a:lnTo>
                  <a:lnTo>
                    <a:pt x="2665117" y="588598"/>
                  </a:lnTo>
                  <a:lnTo>
                    <a:pt x="2665112" y="588631"/>
                  </a:lnTo>
                  <a:lnTo>
                    <a:pt x="2665105" y="588666"/>
                  </a:lnTo>
                  <a:lnTo>
                    <a:pt x="2665095" y="588704"/>
                  </a:lnTo>
                  <a:lnTo>
                    <a:pt x="2665078" y="588758"/>
                  </a:lnTo>
                  <a:lnTo>
                    <a:pt x="2665072" y="588776"/>
                  </a:lnTo>
                  <a:lnTo>
                    <a:pt x="2665042" y="588928"/>
                  </a:lnTo>
                  <a:lnTo>
                    <a:pt x="2665065" y="588954"/>
                  </a:lnTo>
                  <a:lnTo>
                    <a:pt x="2665070" y="588962"/>
                  </a:lnTo>
                  <a:lnTo>
                    <a:pt x="2665070" y="588970"/>
                  </a:lnTo>
                  <a:lnTo>
                    <a:pt x="2665065" y="588987"/>
                  </a:lnTo>
                  <a:lnTo>
                    <a:pt x="2665053" y="589000"/>
                  </a:lnTo>
                  <a:lnTo>
                    <a:pt x="2665026" y="589019"/>
                  </a:lnTo>
                  <a:lnTo>
                    <a:pt x="2664989" y="589034"/>
                  </a:lnTo>
                  <a:lnTo>
                    <a:pt x="2664959" y="589043"/>
                  </a:lnTo>
                  <a:lnTo>
                    <a:pt x="2664929" y="589051"/>
                  </a:lnTo>
                  <a:lnTo>
                    <a:pt x="2664890" y="589057"/>
                  </a:lnTo>
                  <a:lnTo>
                    <a:pt x="2664809" y="589063"/>
                  </a:lnTo>
                  <a:lnTo>
                    <a:pt x="2664709" y="589068"/>
                  </a:lnTo>
                  <a:lnTo>
                    <a:pt x="2664582" y="589085"/>
                  </a:lnTo>
                  <a:lnTo>
                    <a:pt x="2664568" y="589085"/>
                  </a:lnTo>
                  <a:lnTo>
                    <a:pt x="2664475" y="589104"/>
                  </a:lnTo>
                  <a:lnTo>
                    <a:pt x="2664296" y="589109"/>
                  </a:lnTo>
                  <a:lnTo>
                    <a:pt x="2664218" y="589115"/>
                  </a:lnTo>
                  <a:lnTo>
                    <a:pt x="2664176" y="589122"/>
                  </a:lnTo>
                  <a:lnTo>
                    <a:pt x="2664120" y="589144"/>
                  </a:lnTo>
                  <a:lnTo>
                    <a:pt x="2664078" y="589170"/>
                  </a:lnTo>
                  <a:lnTo>
                    <a:pt x="2664045" y="589197"/>
                  </a:lnTo>
                  <a:lnTo>
                    <a:pt x="2664020" y="589225"/>
                  </a:lnTo>
                  <a:lnTo>
                    <a:pt x="2663985" y="589285"/>
                  </a:lnTo>
                  <a:lnTo>
                    <a:pt x="2663979" y="589301"/>
                  </a:lnTo>
                  <a:lnTo>
                    <a:pt x="2663916" y="589400"/>
                  </a:lnTo>
                  <a:lnTo>
                    <a:pt x="2663937" y="589681"/>
                  </a:lnTo>
                  <a:lnTo>
                    <a:pt x="2663860" y="589796"/>
                  </a:lnTo>
                  <a:lnTo>
                    <a:pt x="2663855" y="589812"/>
                  </a:lnTo>
                  <a:lnTo>
                    <a:pt x="2663825" y="589896"/>
                  </a:lnTo>
                  <a:lnTo>
                    <a:pt x="2663808" y="589917"/>
                  </a:lnTo>
                  <a:lnTo>
                    <a:pt x="2663707" y="590037"/>
                  </a:lnTo>
                  <a:lnTo>
                    <a:pt x="2663461" y="590187"/>
                  </a:lnTo>
                  <a:lnTo>
                    <a:pt x="2663393" y="590207"/>
                  </a:lnTo>
                  <a:lnTo>
                    <a:pt x="2663176" y="590338"/>
                  </a:lnTo>
                  <a:lnTo>
                    <a:pt x="2663058" y="590526"/>
                  </a:lnTo>
                  <a:lnTo>
                    <a:pt x="2663014" y="590772"/>
                  </a:lnTo>
                  <a:lnTo>
                    <a:pt x="2663047" y="591058"/>
                  </a:lnTo>
                  <a:lnTo>
                    <a:pt x="2663033" y="591248"/>
                  </a:lnTo>
                  <a:lnTo>
                    <a:pt x="2663005" y="591296"/>
                  </a:lnTo>
                  <a:lnTo>
                    <a:pt x="2662984" y="591347"/>
                  </a:lnTo>
                  <a:lnTo>
                    <a:pt x="2662975" y="591410"/>
                  </a:lnTo>
                  <a:lnTo>
                    <a:pt x="2662996" y="591500"/>
                  </a:lnTo>
                  <a:lnTo>
                    <a:pt x="2663014" y="591532"/>
                  </a:lnTo>
                  <a:lnTo>
                    <a:pt x="2663089" y="591620"/>
                  </a:lnTo>
                  <a:lnTo>
                    <a:pt x="2663157" y="591715"/>
                  </a:lnTo>
                  <a:lnTo>
                    <a:pt x="2663172" y="591750"/>
                  </a:lnTo>
                  <a:lnTo>
                    <a:pt x="2663215" y="591852"/>
                  </a:lnTo>
                  <a:lnTo>
                    <a:pt x="2663249" y="591888"/>
                  </a:lnTo>
                  <a:lnTo>
                    <a:pt x="2663421" y="592138"/>
                  </a:lnTo>
                  <a:lnTo>
                    <a:pt x="2663454" y="592200"/>
                  </a:lnTo>
                  <a:lnTo>
                    <a:pt x="2663512" y="592325"/>
                  </a:lnTo>
                  <a:lnTo>
                    <a:pt x="2663521" y="592348"/>
                  </a:lnTo>
                  <a:lnTo>
                    <a:pt x="2663524" y="592365"/>
                  </a:lnTo>
                  <a:lnTo>
                    <a:pt x="2663515" y="592387"/>
                  </a:lnTo>
                  <a:lnTo>
                    <a:pt x="2663450" y="592519"/>
                  </a:lnTo>
                  <a:lnTo>
                    <a:pt x="2663389" y="592673"/>
                  </a:lnTo>
                  <a:lnTo>
                    <a:pt x="2663425" y="592842"/>
                  </a:lnTo>
                  <a:lnTo>
                    <a:pt x="2663430" y="592871"/>
                  </a:lnTo>
                  <a:lnTo>
                    <a:pt x="2663461" y="592999"/>
                  </a:lnTo>
                  <a:lnTo>
                    <a:pt x="2663432" y="593090"/>
                  </a:lnTo>
                  <a:lnTo>
                    <a:pt x="2663294" y="593172"/>
                  </a:lnTo>
                  <a:lnTo>
                    <a:pt x="2663135" y="593292"/>
                  </a:lnTo>
                  <a:lnTo>
                    <a:pt x="2663084" y="593392"/>
                  </a:lnTo>
                  <a:lnTo>
                    <a:pt x="2663049" y="593485"/>
                  </a:lnTo>
                  <a:lnTo>
                    <a:pt x="2663047" y="593495"/>
                  </a:lnTo>
                  <a:lnTo>
                    <a:pt x="2663040" y="593529"/>
                  </a:lnTo>
                  <a:lnTo>
                    <a:pt x="2663050" y="593586"/>
                  </a:lnTo>
                  <a:lnTo>
                    <a:pt x="2663065" y="593625"/>
                  </a:lnTo>
                  <a:lnTo>
                    <a:pt x="2663079" y="593645"/>
                  </a:lnTo>
                  <a:lnTo>
                    <a:pt x="2663106" y="593701"/>
                  </a:lnTo>
                  <a:lnTo>
                    <a:pt x="2663176" y="593854"/>
                  </a:lnTo>
                  <a:lnTo>
                    <a:pt x="2663188" y="593881"/>
                  </a:lnTo>
                  <a:lnTo>
                    <a:pt x="2663191" y="593898"/>
                  </a:lnTo>
                  <a:lnTo>
                    <a:pt x="2663200" y="593989"/>
                  </a:lnTo>
                  <a:lnTo>
                    <a:pt x="2663195" y="594019"/>
                  </a:lnTo>
                  <a:lnTo>
                    <a:pt x="2663141" y="594126"/>
                  </a:lnTo>
                  <a:lnTo>
                    <a:pt x="2663033" y="594366"/>
                  </a:lnTo>
                  <a:lnTo>
                    <a:pt x="2662899" y="594468"/>
                  </a:lnTo>
                  <a:lnTo>
                    <a:pt x="2662851" y="594545"/>
                  </a:lnTo>
                  <a:lnTo>
                    <a:pt x="2662868" y="594831"/>
                  </a:lnTo>
                  <a:lnTo>
                    <a:pt x="2663038" y="594909"/>
                  </a:lnTo>
                  <a:lnTo>
                    <a:pt x="2663101" y="594947"/>
                  </a:lnTo>
                  <a:lnTo>
                    <a:pt x="2663156" y="594983"/>
                  </a:lnTo>
                  <a:lnTo>
                    <a:pt x="2663180" y="595007"/>
                  </a:lnTo>
                  <a:lnTo>
                    <a:pt x="2663200" y="595038"/>
                  </a:lnTo>
                  <a:lnTo>
                    <a:pt x="2663220" y="595079"/>
                  </a:lnTo>
                  <a:lnTo>
                    <a:pt x="2663232" y="595108"/>
                  </a:lnTo>
                  <a:lnTo>
                    <a:pt x="2663234" y="595131"/>
                  </a:lnTo>
                  <a:lnTo>
                    <a:pt x="2663232" y="595145"/>
                  </a:lnTo>
                  <a:lnTo>
                    <a:pt x="2663210" y="595187"/>
                  </a:lnTo>
                  <a:lnTo>
                    <a:pt x="2663183" y="595261"/>
                  </a:lnTo>
                  <a:lnTo>
                    <a:pt x="2663178" y="595280"/>
                  </a:lnTo>
                  <a:lnTo>
                    <a:pt x="2663176" y="595287"/>
                  </a:lnTo>
                  <a:lnTo>
                    <a:pt x="2663176" y="595330"/>
                  </a:lnTo>
                  <a:lnTo>
                    <a:pt x="2663182" y="595594"/>
                  </a:lnTo>
                  <a:lnTo>
                    <a:pt x="2663219" y="595743"/>
                  </a:lnTo>
                  <a:lnTo>
                    <a:pt x="2663230" y="595755"/>
                  </a:lnTo>
                  <a:lnTo>
                    <a:pt x="2663255" y="595818"/>
                  </a:lnTo>
                  <a:lnTo>
                    <a:pt x="2663314" y="595926"/>
                  </a:lnTo>
                  <a:lnTo>
                    <a:pt x="2663401" y="596191"/>
                  </a:lnTo>
                  <a:lnTo>
                    <a:pt x="2663415" y="596276"/>
                  </a:lnTo>
                  <a:lnTo>
                    <a:pt x="2663418" y="596294"/>
                  </a:lnTo>
                  <a:lnTo>
                    <a:pt x="2663430" y="596326"/>
                  </a:lnTo>
                  <a:lnTo>
                    <a:pt x="2663430" y="596377"/>
                  </a:lnTo>
                  <a:lnTo>
                    <a:pt x="2663399" y="596439"/>
                  </a:lnTo>
                  <a:lnTo>
                    <a:pt x="2663387" y="596464"/>
                  </a:lnTo>
                  <a:lnTo>
                    <a:pt x="2663199" y="596485"/>
                  </a:lnTo>
                  <a:lnTo>
                    <a:pt x="2663169" y="596493"/>
                  </a:lnTo>
                  <a:lnTo>
                    <a:pt x="2663111" y="596514"/>
                  </a:lnTo>
                  <a:lnTo>
                    <a:pt x="2663012" y="596579"/>
                  </a:lnTo>
                  <a:lnTo>
                    <a:pt x="2662996" y="596598"/>
                  </a:lnTo>
                  <a:lnTo>
                    <a:pt x="2662997" y="596719"/>
                  </a:lnTo>
                  <a:lnTo>
                    <a:pt x="2662990" y="596745"/>
                  </a:lnTo>
                  <a:lnTo>
                    <a:pt x="2662982" y="596772"/>
                  </a:lnTo>
                  <a:lnTo>
                    <a:pt x="2662951" y="596857"/>
                  </a:lnTo>
                  <a:lnTo>
                    <a:pt x="2662928" y="596882"/>
                  </a:lnTo>
                  <a:lnTo>
                    <a:pt x="2662867" y="596946"/>
                  </a:lnTo>
                  <a:lnTo>
                    <a:pt x="2662820" y="597010"/>
                  </a:lnTo>
                  <a:lnTo>
                    <a:pt x="2662771" y="597130"/>
                  </a:lnTo>
                  <a:lnTo>
                    <a:pt x="2662714" y="597184"/>
                  </a:lnTo>
                  <a:lnTo>
                    <a:pt x="2662695" y="597197"/>
                  </a:lnTo>
                  <a:lnTo>
                    <a:pt x="2662635" y="597307"/>
                  </a:lnTo>
                  <a:lnTo>
                    <a:pt x="2662495" y="597382"/>
                  </a:lnTo>
                  <a:lnTo>
                    <a:pt x="2662558" y="597590"/>
                  </a:lnTo>
                  <a:lnTo>
                    <a:pt x="2662565" y="597624"/>
                  </a:lnTo>
                  <a:lnTo>
                    <a:pt x="2662566" y="597649"/>
                  </a:lnTo>
                  <a:lnTo>
                    <a:pt x="2662565" y="597664"/>
                  </a:lnTo>
                  <a:lnTo>
                    <a:pt x="2662559" y="597696"/>
                  </a:lnTo>
                  <a:lnTo>
                    <a:pt x="2662543" y="597721"/>
                  </a:lnTo>
                  <a:lnTo>
                    <a:pt x="2662526" y="597739"/>
                  </a:lnTo>
                  <a:lnTo>
                    <a:pt x="2662502" y="597752"/>
                  </a:lnTo>
                  <a:lnTo>
                    <a:pt x="2662469" y="597768"/>
                  </a:lnTo>
                  <a:lnTo>
                    <a:pt x="2662265" y="597862"/>
                  </a:lnTo>
                  <a:lnTo>
                    <a:pt x="2662114" y="597951"/>
                  </a:lnTo>
                  <a:lnTo>
                    <a:pt x="2661968" y="598034"/>
                  </a:lnTo>
                  <a:lnTo>
                    <a:pt x="2661880" y="598101"/>
                  </a:lnTo>
                  <a:lnTo>
                    <a:pt x="2661778" y="598184"/>
                  </a:lnTo>
                  <a:lnTo>
                    <a:pt x="2661762" y="598197"/>
                  </a:lnTo>
                  <a:lnTo>
                    <a:pt x="2661752" y="598214"/>
                  </a:lnTo>
                  <a:lnTo>
                    <a:pt x="2661747" y="598225"/>
                  </a:lnTo>
                  <a:lnTo>
                    <a:pt x="2661742" y="598238"/>
                  </a:lnTo>
                  <a:lnTo>
                    <a:pt x="2661653" y="598425"/>
                  </a:lnTo>
                  <a:lnTo>
                    <a:pt x="2661602" y="598485"/>
                  </a:lnTo>
                  <a:lnTo>
                    <a:pt x="2661566" y="598523"/>
                  </a:lnTo>
                  <a:lnTo>
                    <a:pt x="2661524" y="598547"/>
                  </a:lnTo>
                  <a:lnTo>
                    <a:pt x="2661464" y="598575"/>
                  </a:lnTo>
                  <a:lnTo>
                    <a:pt x="2661393" y="598592"/>
                  </a:lnTo>
                  <a:lnTo>
                    <a:pt x="2661347" y="598600"/>
                  </a:lnTo>
                  <a:lnTo>
                    <a:pt x="2661278" y="598604"/>
                  </a:lnTo>
                  <a:lnTo>
                    <a:pt x="2661270" y="598604"/>
                  </a:lnTo>
                  <a:lnTo>
                    <a:pt x="2661243" y="598601"/>
                  </a:lnTo>
                  <a:lnTo>
                    <a:pt x="2660997" y="598543"/>
                  </a:lnTo>
                  <a:lnTo>
                    <a:pt x="2660968" y="598530"/>
                  </a:lnTo>
                  <a:lnTo>
                    <a:pt x="2660933" y="598499"/>
                  </a:lnTo>
                  <a:lnTo>
                    <a:pt x="2660873" y="598466"/>
                  </a:lnTo>
                  <a:lnTo>
                    <a:pt x="2660767" y="598434"/>
                  </a:lnTo>
                  <a:lnTo>
                    <a:pt x="2660698" y="598424"/>
                  </a:lnTo>
                  <a:lnTo>
                    <a:pt x="2660664" y="598425"/>
                  </a:lnTo>
                  <a:lnTo>
                    <a:pt x="2660625" y="598429"/>
                  </a:lnTo>
                  <a:lnTo>
                    <a:pt x="2660576" y="598437"/>
                  </a:lnTo>
                  <a:lnTo>
                    <a:pt x="2660511" y="598443"/>
                  </a:lnTo>
                  <a:lnTo>
                    <a:pt x="2660488" y="598444"/>
                  </a:lnTo>
                  <a:lnTo>
                    <a:pt x="2660462" y="598438"/>
                  </a:lnTo>
                  <a:lnTo>
                    <a:pt x="2660387" y="598401"/>
                  </a:lnTo>
                  <a:lnTo>
                    <a:pt x="2660335" y="598373"/>
                  </a:lnTo>
                  <a:lnTo>
                    <a:pt x="2660317" y="598351"/>
                  </a:lnTo>
                  <a:lnTo>
                    <a:pt x="2660291" y="598307"/>
                  </a:lnTo>
                  <a:lnTo>
                    <a:pt x="2660262" y="598257"/>
                  </a:lnTo>
                  <a:lnTo>
                    <a:pt x="2660240" y="598229"/>
                  </a:lnTo>
                  <a:lnTo>
                    <a:pt x="2660213" y="598197"/>
                  </a:lnTo>
                  <a:lnTo>
                    <a:pt x="2660176" y="598164"/>
                  </a:lnTo>
                  <a:lnTo>
                    <a:pt x="2660112" y="598150"/>
                  </a:lnTo>
                  <a:lnTo>
                    <a:pt x="2660074" y="598142"/>
                  </a:lnTo>
                  <a:lnTo>
                    <a:pt x="2659975" y="598153"/>
                  </a:lnTo>
                  <a:lnTo>
                    <a:pt x="2659905" y="598160"/>
                  </a:lnTo>
                  <a:lnTo>
                    <a:pt x="2659719" y="598184"/>
                  </a:lnTo>
                  <a:lnTo>
                    <a:pt x="2659701" y="598187"/>
                  </a:lnTo>
                  <a:lnTo>
                    <a:pt x="2659636" y="598198"/>
                  </a:lnTo>
                  <a:lnTo>
                    <a:pt x="2659588" y="598197"/>
                  </a:lnTo>
                  <a:lnTo>
                    <a:pt x="2659534" y="598196"/>
                  </a:lnTo>
                  <a:lnTo>
                    <a:pt x="2659522" y="598194"/>
                  </a:lnTo>
                  <a:lnTo>
                    <a:pt x="2659502" y="598192"/>
                  </a:lnTo>
                  <a:lnTo>
                    <a:pt x="2659486" y="598192"/>
                  </a:lnTo>
                  <a:lnTo>
                    <a:pt x="2659468" y="598197"/>
                  </a:lnTo>
                  <a:lnTo>
                    <a:pt x="2659437" y="598221"/>
                  </a:lnTo>
                  <a:lnTo>
                    <a:pt x="2659394" y="598263"/>
                  </a:lnTo>
                  <a:lnTo>
                    <a:pt x="2659386" y="598273"/>
                  </a:lnTo>
                  <a:lnTo>
                    <a:pt x="2659343" y="598313"/>
                  </a:lnTo>
                  <a:lnTo>
                    <a:pt x="2659311" y="598343"/>
                  </a:lnTo>
                  <a:lnTo>
                    <a:pt x="2659205" y="598435"/>
                  </a:lnTo>
                  <a:lnTo>
                    <a:pt x="2658982" y="598641"/>
                  </a:lnTo>
                  <a:lnTo>
                    <a:pt x="2658972" y="598645"/>
                  </a:lnTo>
                  <a:lnTo>
                    <a:pt x="2658920" y="598667"/>
                  </a:lnTo>
                  <a:lnTo>
                    <a:pt x="2658903" y="598672"/>
                  </a:lnTo>
                  <a:lnTo>
                    <a:pt x="2658894" y="598676"/>
                  </a:lnTo>
                  <a:lnTo>
                    <a:pt x="2658856" y="598678"/>
                  </a:lnTo>
                  <a:lnTo>
                    <a:pt x="2658843" y="598673"/>
                  </a:lnTo>
                  <a:lnTo>
                    <a:pt x="2658783" y="598652"/>
                  </a:lnTo>
                  <a:lnTo>
                    <a:pt x="2658759" y="598639"/>
                  </a:lnTo>
                  <a:lnTo>
                    <a:pt x="2658721" y="598620"/>
                  </a:lnTo>
                  <a:lnTo>
                    <a:pt x="2658696" y="598603"/>
                  </a:lnTo>
                  <a:lnTo>
                    <a:pt x="2658677" y="598574"/>
                  </a:lnTo>
                  <a:lnTo>
                    <a:pt x="2658670" y="598555"/>
                  </a:lnTo>
                  <a:lnTo>
                    <a:pt x="2658616" y="598395"/>
                  </a:lnTo>
                  <a:lnTo>
                    <a:pt x="2658575" y="598282"/>
                  </a:lnTo>
                  <a:lnTo>
                    <a:pt x="2658511" y="598155"/>
                  </a:lnTo>
                  <a:lnTo>
                    <a:pt x="2658481" y="598126"/>
                  </a:lnTo>
                  <a:lnTo>
                    <a:pt x="2658439" y="598092"/>
                  </a:lnTo>
                  <a:lnTo>
                    <a:pt x="2658395" y="598073"/>
                  </a:lnTo>
                  <a:lnTo>
                    <a:pt x="2658359" y="598044"/>
                  </a:lnTo>
                  <a:lnTo>
                    <a:pt x="2658343" y="598030"/>
                  </a:lnTo>
                  <a:lnTo>
                    <a:pt x="2658282" y="597955"/>
                  </a:lnTo>
                  <a:lnTo>
                    <a:pt x="2658220" y="597879"/>
                  </a:lnTo>
                  <a:lnTo>
                    <a:pt x="2658167" y="597794"/>
                  </a:lnTo>
                  <a:lnTo>
                    <a:pt x="2658123" y="597730"/>
                  </a:lnTo>
                  <a:lnTo>
                    <a:pt x="2658046" y="597642"/>
                  </a:lnTo>
                  <a:lnTo>
                    <a:pt x="2657951" y="597540"/>
                  </a:lnTo>
                  <a:lnTo>
                    <a:pt x="2657866" y="597478"/>
                  </a:lnTo>
                  <a:lnTo>
                    <a:pt x="2657833" y="597443"/>
                  </a:lnTo>
                  <a:lnTo>
                    <a:pt x="2657819" y="597414"/>
                  </a:lnTo>
                  <a:lnTo>
                    <a:pt x="2657760" y="597227"/>
                  </a:lnTo>
                  <a:lnTo>
                    <a:pt x="2657676" y="597023"/>
                  </a:lnTo>
                  <a:lnTo>
                    <a:pt x="2657552" y="596793"/>
                  </a:lnTo>
                  <a:lnTo>
                    <a:pt x="2657487" y="596713"/>
                  </a:lnTo>
                  <a:lnTo>
                    <a:pt x="2657429" y="596675"/>
                  </a:lnTo>
                  <a:lnTo>
                    <a:pt x="2657381" y="596653"/>
                  </a:lnTo>
                  <a:lnTo>
                    <a:pt x="2657321" y="596642"/>
                  </a:lnTo>
                  <a:lnTo>
                    <a:pt x="2657242" y="596642"/>
                  </a:lnTo>
                  <a:lnTo>
                    <a:pt x="2657113" y="596655"/>
                  </a:lnTo>
                  <a:lnTo>
                    <a:pt x="2657055" y="596664"/>
                  </a:lnTo>
                  <a:lnTo>
                    <a:pt x="2657014" y="596684"/>
                  </a:lnTo>
                  <a:lnTo>
                    <a:pt x="2656994" y="596710"/>
                  </a:lnTo>
                  <a:lnTo>
                    <a:pt x="2656955" y="596766"/>
                  </a:lnTo>
                  <a:lnTo>
                    <a:pt x="2656912" y="596855"/>
                  </a:lnTo>
                  <a:lnTo>
                    <a:pt x="2656887" y="596897"/>
                  </a:lnTo>
                  <a:lnTo>
                    <a:pt x="2656730" y="597082"/>
                  </a:lnTo>
                  <a:lnTo>
                    <a:pt x="2656639" y="597146"/>
                  </a:lnTo>
                  <a:lnTo>
                    <a:pt x="2656635" y="597166"/>
                  </a:lnTo>
                  <a:lnTo>
                    <a:pt x="2656630" y="597186"/>
                  </a:lnTo>
                  <a:lnTo>
                    <a:pt x="2656588" y="597221"/>
                  </a:lnTo>
                  <a:lnTo>
                    <a:pt x="2656577" y="597230"/>
                  </a:lnTo>
                  <a:lnTo>
                    <a:pt x="2656564" y="597238"/>
                  </a:lnTo>
                  <a:lnTo>
                    <a:pt x="2656536" y="597253"/>
                  </a:lnTo>
                  <a:lnTo>
                    <a:pt x="2656521" y="597260"/>
                  </a:lnTo>
                  <a:lnTo>
                    <a:pt x="2656509" y="597264"/>
                  </a:lnTo>
                  <a:lnTo>
                    <a:pt x="2656499" y="597266"/>
                  </a:lnTo>
                  <a:lnTo>
                    <a:pt x="2656481" y="597267"/>
                  </a:lnTo>
                  <a:lnTo>
                    <a:pt x="2656458" y="597267"/>
                  </a:lnTo>
                  <a:lnTo>
                    <a:pt x="2656429" y="597266"/>
                  </a:lnTo>
                  <a:lnTo>
                    <a:pt x="2656396" y="597265"/>
                  </a:lnTo>
                  <a:lnTo>
                    <a:pt x="2656333" y="597261"/>
                  </a:lnTo>
                  <a:lnTo>
                    <a:pt x="2656290" y="597256"/>
                  </a:lnTo>
                  <a:lnTo>
                    <a:pt x="2656274" y="597253"/>
                  </a:lnTo>
                  <a:lnTo>
                    <a:pt x="2656173" y="597234"/>
                  </a:lnTo>
                  <a:lnTo>
                    <a:pt x="2656132" y="597227"/>
                  </a:lnTo>
                  <a:lnTo>
                    <a:pt x="2656110" y="597227"/>
                  </a:lnTo>
                  <a:lnTo>
                    <a:pt x="2656086" y="597228"/>
                  </a:lnTo>
                  <a:lnTo>
                    <a:pt x="2656023" y="597235"/>
                  </a:lnTo>
                  <a:lnTo>
                    <a:pt x="2655993" y="597243"/>
                  </a:lnTo>
                  <a:lnTo>
                    <a:pt x="2655981" y="597247"/>
                  </a:lnTo>
                  <a:lnTo>
                    <a:pt x="2655974" y="597249"/>
                  </a:lnTo>
                  <a:lnTo>
                    <a:pt x="2655956" y="597260"/>
                  </a:lnTo>
                  <a:lnTo>
                    <a:pt x="2655930" y="597287"/>
                  </a:lnTo>
                  <a:lnTo>
                    <a:pt x="2655900" y="597335"/>
                  </a:lnTo>
                  <a:lnTo>
                    <a:pt x="2655890" y="597358"/>
                  </a:lnTo>
                  <a:lnTo>
                    <a:pt x="2655842" y="597467"/>
                  </a:lnTo>
                  <a:lnTo>
                    <a:pt x="2655853" y="597517"/>
                  </a:lnTo>
                  <a:lnTo>
                    <a:pt x="2655881" y="597532"/>
                  </a:lnTo>
                  <a:lnTo>
                    <a:pt x="2656064" y="597625"/>
                  </a:lnTo>
                  <a:lnTo>
                    <a:pt x="2656094" y="597644"/>
                  </a:lnTo>
                  <a:lnTo>
                    <a:pt x="2656119" y="597671"/>
                  </a:lnTo>
                  <a:lnTo>
                    <a:pt x="2656134" y="597690"/>
                  </a:lnTo>
                  <a:lnTo>
                    <a:pt x="2656149" y="597712"/>
                  </a:lnTo>
                  <a:lnTo>
                    <a:pt x="2656161" y="597735"/>
                  </a:lnTo>
                  <a:lnTo>
                    <a:pt x="2656177" y="597759"/>
                  </a:lnTo>
                  <a:lnTo>
                    <a:pt x="2656192" y="597771"/>
                  </a:lnTo>
                  <a:lnTo>
                    <a:pt x="2656217" y="597785"/>
                  </a:lnTo>
                  <a:lnTo>
                    <a:pt x="2656269" y="597796"/>
                  </a:lnTo>
                  <a:lnTo>
                    <a:pt x="2656290" y="597797"/>
                  </a:lnTo>
                  <a:lnTo>
                    <a:pt x="2656306" y="597797"/>
                  </a:lnTo>
                  <a:lnTo>
                    <a:pt x="2656329" y="597794"/>
                  </a:lnTo>
                  <a:lnTo>
                    <a:pt x="2656373" y="597785"/>
                  </a:lnTo>
                  <a:lnTo>
                    <a:pt x="2656390" y="597781"/>
                  </a:lnTo>
                  <a:lnTo>
                    <a:pt x="2656461" y="597761"/>
                  </a:lnTo>
                  <a:lnTo>
                    <a:pt x="2656491" y="597748"/>
                  </a:lnTo>
                  <a:lnTo>
                    <a:pt x="2656508" y="597740"/>
                  </a:lnTo>
                  <a:lnTo>
                    <a:pt x="2656557" y="597713"/>
                  </a:lnTo>
                  <a:lnTo>
                    <a:pt x="2656604" y="597691"/>
                  </a:lnTo>
                  <a:lnTo>
                    <a:pt x="2656622" y="597685"/>
                  </a:lnTo>
                  <a:lnTo>
                    <a:pt x="2656664" y="597672"/>
                  </a:lnTo>
                  <a:lnTo>
                    <a:pt x="2656677" y="597668"/>
                  </a:lnTo>
                  <a:lnTo>
                    <a:pt x="2656693" y="597664"/>
                  </a:lnTo>
                  <a:lnTo>
                    <a:pt x="2656711" y="597660"/>
                  </a:lnTo>
                  <a:lnTo>
                    <a:pt x="2656730" y="597657"/>
                  </a:lnTo>
                  <a:lnTo>
                    <a:pt x="2656832" y="597640"/>
                  </a:lnTo>
                  <a:lnTo>
                    <a:pt x="2656837" y="597639"/>
                  </a:lnTo>
                  <a:lnTo>
                    <a:pt x="2656843" y="597639"/>
                  </a:lnTo>
                  <a:lnTo>
                    <a:pt x="2656849" y="597639"/>
                  </a:lnTo>
                  <a:lnTo>
                    <a:pt x="2656914" y="597649"/>
                  </a:lnTo>
                  <a:lnTo>
                    <a:pt x="2656959" y="597673"/>
                  </a:lnTo>
                  <a:lnTo>
                    <a:pt x="2656979" y="597685"/>
                  </a:lnTo>
                  <a:lnTo>
                    <a:pt x="2656985" y="597695"/>
                  </a:lnTo>
                  <a:lnTo>
                    <a:pt x="2656997" y="597740"/>
                  </a:lnTo>
                  <a:lnTo>
                    <a:pt x="2657001" y="597772"/>
                  </a:lnTo>
                  <a:lnTo>
                    <a:pt x="2657000" y="597791"/>
                  </a:lnTo>
                  <a:lnTo>
                    <a:pt x="2656978" y="597877"/>
                  </a:lnTo>
                  <a:lnTo>
                    <a:pt x="2656953" y="597959"/>
                  </a:lnTo>
                  <a:lnTo>
                    <a:pt x="2656949" y="597968"/>
                  </a:lnTo>
                  <a:lnTo>
                    <a:pt x="2656940" y="597988"/>
                  </a:lnTo>
                  <a:lnTo>
                    <a:pt x="2656929" y="598009"/>
                  </a:lnTo>
                  <a:lnTo>
                    <a:pt x="2656924" y="598018"/>
                  </a:lnTo>
                  <a:lnTo>
                    <a:pt x="2656918" y="598027"/>
                  </a:lnTo>
                  <a:lnTo>
                    <a:pt x="2656799" y="598182"/>
                  </a:lnTo>
                  <a:lnTo>
                    <a:pt x="2656785" y="598201"/>
                  </a:lnTo>
                  <a:lnTo>
                    <a:pt x="2656779" y="598208"/>
                  </a:lnTo>
                  <a:lnTo>
                    <a:pt x="2656773" y="598214"/>
                  </a:lnTo>
                  <a:lnTo>
                    <a:pt x="2656733" y="598256"/>
                  </a:lnTo>
                  <a:lnTo>
                    <a:pt x="2656695" y="598290"/>
                  </a:lnTo>
                  <a:lnTo>
                    <a:pt x="2656591" y="598384"/>
                  </a:lnTo>
                  <a:lnTo>
                    <a:pt x="2656586" y="598389"/>
                  </a:lnTo>
                  <a:lnTo>
                    <a:pt x="2656550" y="598425"/>
                  </a:lnTo>
                  <a:lnTo>
                    <a:pt x="2656486" y="598505"/>
                  </a:lnTo>
                  <a:lnTo>
                    <a:pt x="2656476" y="598517"/>
                  </a:lnTo>
                  <a:lnTo>
                    <a:pt x="2656473" y="598522"/>
                  </a:lnTo>
                  <a:lnTo>
                    <a:pt x="2656470" y="598528"/>
                  </a:lnTo>
                  <a:lnTo>
                    <a:pt x="2656390" y="598669"/>
                  </a:lnTo>
                  <a:lnTo>
                    <a:pt x="2656381" y="598709"/>
                  </a:lnTo>
                  <a:lnTo>
                    <a:pt x="2656378" y="598757"/>
                  </a:lnTo>
                  <a:lnTo>
                    <a:pt x="2656379" y="598809"/>
                  </a:lnTo>
                  <a:lnTo>
                    <a:pt x="2656381" y="598841"/>
                  </a:lnTo>
                  <a:lnTo>
                    <a:pt x="2656382" y="598847"/>
                  </a:lnTo>
                  <a:lnTo>
                    <a:pt x="2656409" y="598986"/>
                  </a:lnTo>
                  <a:lnTo>
                    <a:pt x="2656444" y="599090"/>
                  </a:lnTo>
                  <a:lnTo>
                    <a:pt x="2656452" y="599117"/>
                  </a:lnTo>
                  <a:lnTo>
                    <a:pt x="2656454" y="599132"/>
                  </a:lnTo>
                  <a:lnTo>
                    <a:pt x="2656446" y="599167"/>
                  </a:lnTo>
                  <a:lnTo>
                    <a:pt x="2656424" y="599243"/>
                  </a:lnTo>
                  <a:lnTo>
                    <a:pt x="2656415" y="599267"/>
                  </a:lnTo>
                  <a:lnTo>
                    <a:pt x="2656397" y="599299"/>
                  </a:lnTo>
                  <a:lnTo>
                    <a:pt x="2656321" y="599396"/>
                  </a:lnTo>
                  <a:lnTo>
                    <a:pt x="2656280" y="599439"/>
                  </a:lnTo>
                  <a:lnTo>
                    <a:pt x="2656224" y="599486"/>
                  </a:lnTo>
                  <a:lnTo>
                    <a:pt x="2656215" y="599492"/>
                  </a:lnTo>
                  <a:lnTo>
                    <a:pt x="2656194" y="599503"/>
                  </a:lnTo>
                  <a:lnTo>
                    <a:pt x="2656160" y="599518"/>
                  </a:lnTo>
                  <a:lnTo>
                    <a:pt x="2656116" y="599529"/>
                  </a:lnTo>
                  <a:lnTo>
                    <a:pt x="2656086" y="599530"/>
                  </a:lnTo>
                  <a:lnTo>
                    <a:pt x="2656071" y="599529"/>
                  </a:lnTo>
                  <a:lnTo>
                    <a:pt x="2656052" y="599524"/>
                  </a:lnTo>
                  <a:lnTo>
                    <a:pt x="2656023" y="599507"/>
                  </a:lnTo>
                  <a:lnTo>
                    <a:pt x="2655943" y="599434"/>
                  </a:lnTo>
                  <a:lnTo>
                    <a:pt x="2655892" y="599388"/>
                  </a:lnTo>
                  <a:lnTo>
                    <a:pt x="2655694" y="599281"/>
                  </a:lnTo>
                  <a:lnTo>
                    <a:pt x="2655634" y="599238"/>
                  </a:lnTo>
                  <a:lnTo>
                    <a:pt x="2655516" y="599260"/>
                  </a:lnTo>
                  <a:lnTo>
                    <a:pt x="2655441" y="599330"/>
                  </a:lnTo>
                  <a:lnTo>
                    <a:pt x="2655350" y="599415"/>
                  </a:lnTo>
                  <a:lnTo>
                    <a:pt x="2655237" y="599659"/>
                  </a:lnTo>
                  <a:lnTo>
                    <a:pt x="2655236" y="599675"/>
                  </a:lnTo>
                  <a:lnTo>
                    <a:pt x="2655235" y="599684"/>
                  </a:lnTo>
                  <a:lnTo>
                    <a:pt x="2655234" y="599694"/>
                  </a:lnTo>
                  <a:lnTo>
                    <a:pt x="2655232" y="599703"/>
                  </a:lnTo>
                  <a:lnTo>
                    <a:pt x="2655229" y="599714"/>
                  </a:lnTo>
                  <a:lnTo>
                    <a:pt x="2655221" y="599737"/>
                  </a:lnTo>
                  <a:lnTo>
                    <a:pt x="2655213" y="599755"/>
                  </a:lnTo>
                  <a:lnTo>
                    <a:pt x="2655209" y="599763"/>
                  </a:lnTo>
                  <a:lnTo>
                    <a:pt x="2655205" y="599769"/>
                  </a:lnTo>
                  <a:lnTo>
                    <a:pt x="2655202" y="599775"/>
                  </a:lnTo>
                  <a:lnTo>
                    <a:pt x="2655198" y="599780"/>
                  </a:lnTo>
                  <a:lnTo>
                    <a:pt x="2655193" y="599785"/>
                  </a:lnTo>
                  <a:lnTo>
                    <a:pt x="2655187" y="599791"/>
                  </a:lnTo>
                  <a:lnTo>
                    <a:pt x="2655181" y="599797"/>
                  </a:lnTo>
                  <a:lnTo>
                    <a:pt x="2655172" y="599803"/>
                  </a:lnTo>
                  <a:lnTo>
                    <a:pt x="2655163" y="599810"/>
                  </a:lnTo>
                  <a:lnTo>
                    <a:pt x="2655146" y="599820"/>
                  </a:lnTo>
                  <a:lnTo>
                    <a:pt x="2655072" y="599856"/>
                  </a:lnTo>
                  <a:lnTo>
                    <a:pt x="2655057" y="599863"/>
                  </a:lnTo>
                  <a:lnTo>
                    <a:pt x="2655018" y="599882"/>
                  </a:lnTo>
                  <a:lnTo>
                    <a:pt x="2654953" y="599920"/>
                  </a:lnTo>
                  <a:lnTo>
                    <a:pt x="2654896" y="599975"/>
                  </a:lnTo>
                  <a:lnTo>
                    <a:pt x="2654815" y="600084"/>
                  </a:lnTo>
                  <a:lnTo>
                    <a:pt x="2654796" y="600115"/>
                  </a:lnTo>
                  <a:lnTo>
                    <a:pt x="2654709" y="600259"/>
                  </a:lnTo>
                  <a:lnTo>
                    <a:pt x="2654703" y="600269"/>
                  </a:lnTo>
                  <a:lnTo>
                    <a:pt x="2654696" y="600284"/>
                  </a:lnTo>
                  <a:lnTo>
                    <a:pt x="2654660" y="600389"/>
                  </a:lnTo>
                  <a:lnTo>
                    <a:pt x="2654656" y="600402"/>
                  </a:lnTo>
                  <a:lnTo>
                    <a:pt x="2654634" y="600511"/>
                  </a:lnTo>
                  <a:lnTo>
                    <a:pt x="2654601" y="600614"/>
                  </a:lnTo>
                  <a:lnTo>
                    <a:pt x="2654600" y="600620"/>
                  </a:lnTo>
                  <a:lnTo>
                    <a:pt x="2654601" y="600646"/>
                  </a:lnTo>
                  <a:lnTo>
                    <a:pt x="2654602" y="600680"/>
                  </a:lnTo>
                  <a:lnTo>
                    <a:pt x="2654609" y="600700"/>
                  </a:lnTo>
                  <a:lnTo>
                    <a:pt x="2654627" y="600726"/>
                  </a:lnTo>
                  <a:lnTo>
                    <a:pt x="2654710" y="600780"/>
                  </a:lnTo>
                  <a:lnTo>
                    <a:pt x="2654733" y="600795"/>
                  </a:lnTo>
                  <a:lnTo>
                    <a:pt x="2654749" y="600804"/>
                  </a:lnTo>
                  <a:lnTo>
                    <a:pt x="2654768" y="600807"/>
                  </a:lnTo>
                  <a:lnTo>
                    <a:pt x="2654793" y="600807"/>
                  </a:lnTo>
                  <a:lnTo>
                    <a:pt x="2654822" y="600805"/>
                  </a:lnTo>
                  <a:lnTo>
                    <a:pt x="2654858" y="600790"/>
                  </a:lnTo>
                  <a:lnTo>
                    <a:pt x="2655111" y="600739"/>
                  </a:lnTo>
                  <a:lnTo>
                    <a:pt x="2655247" y="600800"/>
                  </a:lnTo>
                  <a:lnTo>
                    <a:pt x="2655157" y="601060"/>
                  </a:lnTo>
                  <a:lnTo>
                    <a:pt x="2654939" y="601184"/>
                  </a:lnTo>
                  <a:lnTo>
                    <a:pt x="2654925" y="601185"/>
                  </a:lnTo>
                  <a:lnTo>
                    <a:pt x="2654753" y="601195"/>
                  </a:lnTo>
                  <a:lnTo>
                    <a:pt x="2654500" y="601187"/>
                  </a:lnTo>
                  <a:lnTo>
                    <a:pt x="2654376" y="601221"/>
                  </a:lnTo>
                  <a:lnTo>
                    <a:pt x="2654222" y="601306"/>
                  </a:lnTo>
                  <a:lnTo>
                    <a:pt x="2654255" y="601513"/>
                  </a:lnTo>
                  <a:lnTo>
                    <a:pt x="2654305" y="601601"/>
                  </a:lnTo>
                  <a:lnTo>
                    <a:pt x="2654362" y="601938"/>
                  </a:lnTo>
                  <a:lnTo>
                    <a:pt x="2654256" y="602082"/>
                  </a:lnTo>
                  <a:lnTo>
                    <a:pt x="2654123" y="602099"/>
                  </a:lnTo>
                  <a:lnTo>
                    <a:pt x="2654051" y="602127"/>
                  </a:lnTo>
                  <a:lnTo>
                    <a:pt x="2654043" y="602130"/>
                  </a:lnTo>
                  <a:lnTo>
                    <a:pt x="2654032" y="602132"/>
                  </a:lnTo>
                  <a:lnTo>
                    <a:pt x="2654022" y="602132"/>
                  </a:lnTo>
                  <a:lnTo>
                    <a:pt x="2654015" y="602132"/>
                  </a:lnTo>
                  <a:lnTo>
                    <a:pt x="2654005" y="602130"/>
                  </a:lnTo>
                  <a:lnTo>
                    <a:pt x="2653985" y="602120"/>
                  </a:lnTo>
                  <a:lnTo>
                    <a:pt x="2653948" y="602100"/>
                  </a:lnTo>
                  <a:lnTo>
                    <a:pt x="2653935" y="602088"/>
                  </a:lnTo>
                  <a:lnTo>
                    <a:pt x="2653929" y="602082"/>
                  </a:lnTo>
                  <a:lnTo>
                    <a:pt x="2653926" y="602073"/>
                  </a:lnTo>
                  <a:lnTo>
                    <a:pt x="2653925" y="602065"/>
                  </a:lnTo>
                  <a:lnTo>
                    <a:pt x="2653925" y="602058"/>
                  </a:lnTo>
                  <a:lnTo>
                    <a:pt x="2653960" y="601994"/>
                  </a:lnTo>
                  <a:lnTo>
                    <a:pt x="2653980" y="601961"/>
                  </a:lnTo>
                  <a:lnTo>
                    <a:pt x="2654005" y="601927"/>
                  </a:lnTo>
                  <a:lnTo>
                    <a:pt x="2654036" y="601891"/>
                  </a:lnTo>
                  <a:lnTo>
                    <a:pt x="2654054" y="601851"/>
                  </a:lnTo>
                  <a:lnTo>
                    <a:pt x="2654065" y="601820"/>
                  </a:lnTo>
                  <a:lnTo>
                    <a:pt x="2654070" y="601795"/>
                  </a:lnTo>
                  <a:lnTo>
                    <a:pt x="2654069" y="601783"/>
                  </a:lnTo>
                  <a:lnTo>
                    <a:pt x="2654066" y="601759"/>
                  </a:lnTo>
                  <a:lnTo>
                    <a:pt x="2654060" y="601742"/>
                  </a:lnTo>
                  <a:lnTo>
                    <a:pt x="2654047" y="601718"/>
                  </a:lnTo>
                  <a:lnTo>
                    <a:pt x="2654016" y="601687"/>
                  </a:lnTo>
                  <a:lnTo>
                    <a:pt x="2653987" y="601665"/>
                  </a:lnTo>
                  <a:lnTo>
                    <a:pt x="2653960" y="601654"/>
                  </a:lnTo>
                  <a:lnTo>
                    <a:pt x="2653809" y="601611"/>
                  </a:lnTo>
                  <a:lnTo>
                    <a:pt x="2653798" y="601609"/>
                  </a:lnTo>
                  <a:lnTo>
                    <a:pt x="2653793" y="601610"/>
                  </a:lnTo>
                  <a:lnTo>
                    <a:pt x="2653788" y="601611"/>
                  </a:lnTo>
                  <a:lnTo>
                    <a:pt x="2653783" y="601614"/>
                  </a:lnTo>
                  <a:lnTo>
                    <a:pt x="2653779" y="601616"/>
                  </a:lnTo>
                  <a:lnTo>
                    <a:pt x="2653774" y="601619"/>
                  </a:lnTo>
                  <a:lnTo>
                    <a:pt x="2653769" y="601624"/>
                  </a:lnTo>
                  <a:lnTo>
                    <a:pt x="2653764" y="601630"/>
                  </a:lnTo>
                  <a:lnTo>
                    <a:pt x="2653758" y="601637"/>
                  </a:lnTo>
                  <a:lnTo>
                    <a:pt x="2653752" y="601645"/>
                  </a:lnTo>
                  <a:lnTo>
                    <a:pt x="2653748" y="601652"/>
                  </a:lnTo>
                  <a:lnTo>
                    <a:pt x="2653728" y="601690"/>
                  </a:lnTo>
                  <a:lnTo>
                    <a:pt x="2653724" y="601701"/>
                  </a:lnTo>
                  <a:lnTo>
                    <a:pt x="2653719" y="601717"/>
                  </a:lnTo>
                  <a:lnTo>
                    <a:pt x="2653712" y="601798"/>
                  </a:lnTo>
                  <a:lnTo>
                    <a:pt x="2653701" y="601907"/>
                  </a:lnTo>
                  <a:lnTo>
                    <a:pt x="2653695" y="601930"/>
                  </a:lnTo>
                  <a:lnTo>
                    <a:pt x="2653685" y="601944"/>
                  </a:lnTo>
                  <a:lnTo>
                    <a:pt x="2653673" y="601953"/>
                  </a:lnTo>
                  <a:lnTo>
                    <a:pt x="2653648" y="601969"/>
                  </a:lnTo>
                  <a:lnTo>
                    <a:pt x="2653624" y="601979"/>
                  </a:lnTo>
                  <a:lnTo>
                    <a:pt x="2653606" y="601983"/>
                  </a:lnTo>
                  <a:lnTo>
                    <a:pt x="2653597" y="601983"/>
                  </a:lnTo>
                  <a:lnTo>
                    <a:pt x="2653587" y="601981"/>
                  </a:lnTo>
                  <a:lnTo>
                    <a:pt x="2653579" y="601979"/>
                  </a:lnTo>
                  <a:lnTo>
                    <a:pt x="2653570" y="601975"/>
                  </a:lnTo>
                  <a:lnTo>
                    <a:pt x="2653560" y="601967"/>
                  </a:lnTo>
                  <a:lnTo>
                    <a:pt x="2653536" y="601942"/>
                  </a:lnTo>
                  <a:lnTo>
                    <a:pt x="2653493" y="601892"/>
                  </a:lnTo>
                  <a:lnTo>
                    <a:pt x="2653471" y="601864"/>
                  </a:lnTo>
                  <a:lnTo>
                    <a:pt x="2653465" y="601856"/>
                  </a:lnTo>
                  <a:lnTo>
                    <a:pt x="2653452" y="601837"/>
                  </a:lnTo>
                  <a:lnTo>
                    <a:pt x="2653440" y="601812"/>
                  </a:lnTo>
                  <a:lnTo>
                    <a:pt x="2653433" y="601785"/>
                  </a:lnTo>
                  <a:lnTo>
                    <a:pt x="2653399" y="601614"/>
                  </a:lnTo>
                  <a:lnTo>
                    <a:pt x="2653396" y="601597"/>
                  </a:lnTo>
                  <a:lnTo>
                    <a:pt x="2653397" y="601574"/>
                  </a:lnTo>
                  <a:lnTo>
                    <a:pt x="2653398" y="601561"/>
                  </a:lnTo>
                  <a:lnTo>
                    <a:pt x="2653396" y="601510"/>
                  </a:lnTo>
                  <a:lnTo>
                    <a:pt x="2653388" y="601423"/>
                  </a:lnTo>
                  <a:lnTo>
                    <a:pt x="2653387" y="601414"/>
                  </a:lnTo>
                  <a:lnTo>
                    <a:pt x="2653385" y="601405"/>
                  </a:lnTo>
                  <a:lnTo>
                    <a:pt x="2653382" y="601396"/>
                  </a:lnTo>
                  <a:lnTo>
                    <a:pt x="2653346" y="601289"/>
                  </a:lnTo>
                  <a:lnTo>
                    <a:pt x="2653325" y="601235"/>
                  </a:lnTo>
                  <a:lnTo>
                    <a:pt x="2653315" y="601214"/>
                  </a:lnTo>
                  <a:lnTo>
                    <a:pt x="2653310" y="601205"/>
                  </a:lnTo>
                  <a:lnTo>
                    <a:pt x="2653209" y="601119"/>
                  </a:lnTo>
                  <a:lnTo>
                    <a:pt x="2653002" y="600804"/>
                  </a:lnTo>
                  <a:lnTo>
                    <a:pt x="2652937" y="600539"/>
                  </a:lnTo>
                  <a:lnTo>
                    <a:pt x="2652884" y="600489"/>
                  </a:lnTo>
                  <a:lnTo>
                    <a:pt x="2652516" y="600380"/>
                  </a:lnTo>
                  <a:lnTo>
                    <a:pt x="2652498" y="600369"/>
                  </a:lnTo>
                  <a:lnTo>
                    <a:pt x="2652306" y="600337"/>
                  </a:lnTo>
                  <a:lnTo>
                    <a:pt x="2652280" y="600339"/>
                  </a:lnTo>
                  <a:lnTo>
                    <a:pt x="2652054" y="600288"/>
                  </a:lnTo>
                  <a:lnTo>
                    <a:pt x="2651857" y="600102"/>
                  </a:lnTo>
                  <a:lnTo>
                    <a:pt x="2651775" y="600039"/>
                  </a:lnTo>
                  <a:lnTo>
                    <a:pt x="2651756" y="599985"/>
                  </a:lnTo>
                  <a:lnTo>
                    <a:pt x="2651736" y="599916"/>
                  </a:lnTo>
                  <a:lnTo>
                    <a:pt x="2651732" y="599893"/>
                  </a:lnTo>
                  <a:lnTo>
                    <a:pt x="2651689" y="599788"/>
                  </a:lnTo>
                  <a:lnTo>
                    <a:pt x="2651680" y="599413"/>
                  </a:lnTo>
                  <a:lnTo>
                    <a:pt x="2651674" y="599390"/>
                  </a:lnTo>
                  <a:lnTo>
                    <a:pt x="2651544" y="599288"/>
                  </a:lnTo>
                  <a:lnTo>
                    <a:pt x="2651406" y="599235"/>
                  </a:lnTo>
                  <a:lnTo>
                    <a:pt x="2651340" y="599209"/>
                  </a:lnTo>
                  <a:lnTo>
                    <a:pt x="2651330" y="599209"/>
                  </a:lnTo>
                  <a:lnTo>
                    <a:pt x="2651162" y="599145"/>
                  </a:lnTo>
                  <a:lnTo>
                    <a:pt x="2651081" y="599102"/>
                  </a:lnTo>
                  <a:lnTo>
                    <a:pt x="2651055" y="599092"/>
                  </a:lnTo>
                  <a:lnTo>
                    <a:pt x="2650802" y="598958"/>
                  </a:lnTo>
                  <a:lnTo>
                    <a:pt x="2650568" y="598902"/>
                  </a:lnTo>
                  <a:lnTo>
                    <a:pt x="2650457" y="598877"/>
                  </a:lnTo>
                  <a:lnTo>
                    <a:pt x="2650450" y="598872"/>
                  </a:lnTo>
                  <a:lnTo>
                    <a:pt x="2650137" y="598791"/>
                  </a:lnTo>
                  <a:lnTo>
                    <a:pt x="2650054" y="598797"/>
                  </a:lnTo>
                  <a:lnTo>
                    <a:pt x="2649960" y="598816"/>
                  </a:lnTo>
                  <a:lnTo>
                    <a:pt x="2649900" y="598780"/>
                  </a:lnTo>
                  <a:lnTo>
                    <a:pt x="2649856" y="598700"/>
                  </a:lnTo>
                  <a:lnTo>
                    <a:pt x="2649812" y="598576"/>
                  </a:lnTo>
                  <a:lnTo>
                    <a:pt x="2649786" y="598487"/>
                  </a:lnTo>
                  <a:lnTo>
                    <a:pt x="2649704" y="598327"/>
                  </a:lnTo>
                  <a:lnTo>
                    <a:pt x="2649609" y="598107"/>
                  </a:lnTo>
                  <a:lnTo>
                    <a:pt x="2649572" y="597999"/>
                  </a:lnTo>
                  <a:lnTo>
                    <a:pt x="2649535" y="597939"/>
                  </a:lnTo>
                  <a:lnTo>
                    <a:pt x="2649469" y="597860"/>
                  </a:lnTo>
                  <a:lnTo>
                    <a:pt x="2649418" y="597818"/>
                  </a:lnTo>
                  <a:lnTo>
                    <a:pt x="2649330" y="597769"/>
                  </a:lnTo>
                  <a:lnTo>
                    <a:pt x="2649249" y="597735"/>
                  </a:lnTo>
                  <a:lnTo>
                    <a:pt x="2649111" y="597688"/>
                  </a:lnTo>
                  <a:lnTo>
                    <a:pt x="2649023" y="597673"/>
                  </a:lnTo>
                  <a:lnTo>
                    <a:pt x="2648973" y="597682"/>
                  </a:lnTo>
                  <a:lnTo>
                    <a:pt x="2648902" y="597700"/>
                  </a:lnTo>
                  <a:lnTo>
                    <a:pt x="2648832" y="597763"/>
                  </a:lnTo>
                  <a:lnTo>
                    <a:pt x="2648821" y="597800"/>
                  </a:lnTo>
                  <a:lnTo>
                    <a:pt x="2648811" y="597895"/>
                  </a:lnTo>
                  <a:lnTo>
                    <a:pt x="2648787" y="597976"/>
                  </a:lnTo>
                  <a:lnTo>
                    <a:pt x="2648751" y="598062"/>
                  </a:lnTo>
                  <a:lnTo>
                    <a:pt x="2648531" y="598260"/>
                  </a:lnTo>
                  <a:lnTo>
                    <a:pt x="2648214" y="598239"/>
                  </a:lnTo>
                  <a:lnTo>
                    <a:pt x="2648089" y="598235"/>
                  </a:lnTo>
                  <a:lnTo>
                    <a:pt x="2648034" y="598241"/>
                  </a:lnTo>
                  <a:lnTo>
                    <a:pt x="2647901" y="598204"/>
                  </a:lnTo>
                  <a:lnTo>
                    <a:pt x="2647807" y="598141"/>
                  </a:lnTo>
                  <a:lnTo>
                    <a:pt x="2647779" y="598097"/>
                  </a:lnTo>
                  <a:lnTo>
                    <a:pt x="2647767" y="598063"/>
                  </a:lnTo>
                  <a:lnTo>
                    <a:pt x="2647767" y="598034"/>
                  </a:lnTo>
                  <a:lnTo>
                    <a:pt x="2647525" y="597809"/>
                  </a:lnTo>
                  <a:lnTo>
                    <a:pt x="2647371" y="597732"/>
                  </a:lnTo>
                  <a:lnTo>
                    <a:pt x="2647269" y="597513"/>
                  </a:lnTo>
                  <a:lnTo>
                    <a:pt x="2647240" y="597397"/>
                  </a:lnTo>
                  <a:lnTo>
                    <a:pt x="2647171" y="597287"/>
                  </a:lnTo>
                  <a:lnTo>
                    <a:pt x="2647148" y="597248"/>
                  </a:lnTo>
                  <a:lnTo>
                    <a:pt x="2647045" y="597227"/>
                  </a:lnTo>
                  <a:lnTo>
                    <a:pt x="2646923" y="597228"/>
                  </a:lnTo>
                  <a:lnTo>
                    <a:pt x="2646815" y="597273"/>
                  </a:lnTo>
                  <a:lnTo>
                    <a:pt x="2646718" y="597331"/>
                  </a:lnTo>
                  <a:lnTo>
                    <a:pt x="2646607" y="597468"/>
                  </a:lnTo>
                  <a:lnTo>
                    <a:pt x="2646505" y="597633"/>
                  </a:lnTo>
                  <a:lnTo>
                    <a:pt x="2646491" y="597683"/>
                  </a:lnTo>
                  <a:lnTo>
                    <a:pt x="2646491" y="597752"/>
                  </a:lnTo>
                  <a:lnTo>
                    <a:pt x="2646558" y="597887"/>
                  </a:lnTo>
                  <a:lnTo>
                    <a:pt x="2646623" y="598025"/>
                  </a:lnTo>
                  <a:lnTo>
                    <a:pt x="2646641" y="598140"/>
                  </a:lnTo>
                  <a:lnTo>
                    <a:pt x="2646646" y="598248"/>
                  </a:lnTo>
                  <a:lnTo>
                    <a:pt x="2646621" y="598363"/>
                  </a:lnTo>
                  <a:lnTo>
                    <a:pt x="2646573" y="598473"/>
                  </a:lnTo>
                  <a:lnTo>
                    <a:pt x="2646433" y="598655"/>
                  </a:lnTo>
                  <a:lnTo>
                    <a:pt x="2646292" y="598759"/>
                  </a:lnTo>
                  <a:lnTo>
                    <a:pt x="2646256" y="598765"/>
                  </a:lnTo>
                  <a:lnTo>
                    <a:pt x="2646205" y="598756"/>
                  </a:lnTo>
                  <a:lnTo>
                    <a:pt x="2646126" y="598711"/>
                  </a:lnTo>
                  <a:lnTo>
                    <a:pt x="2645953" y="598631"/>
                  </a:lnTo>
                  <a:lnTo>
                    <a:pt x="2645720" y="598568"/>
                  </a:lnTo>
                  <a:lnTo>
                    <a:pt x="2645599" y="598568"/>
                  </a:lnTo>
                  <a:lnTo>
                    <a:pt x="2645570" y="598559"/>
                  </a:lnTo>
                  <a:lnTo>
                    <a:pt x="2645430" y="598573"/>
                  </a:lnTo>
                  <a:lnTo>
                    <a:pt x="2645310" y="598594"/>
                  </a:lnTo>
                  <a:lnTo>
                    <a:pt x="2645251" y="598593"/>
                  </a:lnTo>
                  <a:lnTo>
                    <a:pt x="2645187" y="598582"/>
                  </a:lnTo>
                  <a:lnTo>
                    <a:pt x="2645094" y="598536"/>
                  </a:lnTo>
                  <a:lnTo>
                    <a:pt x="2645005" y="598433"/>
                  </a:lnTo>
                  <a:lnTo>
                    <a:pt x="2644953" y="598360"/>
                  </a:lnTo>
                  <a:lnTo>
                    <a:pt x="2644927" y="598323"/>
                  </a:lnTo>
                  <a:lnTo>
                    <a:pt x="2644938" y="598293"/>
                  </a:lnTo>
                  <a:lnTo>
                    <a:pt x="2644999" y="598227"/>
                  </a:lnTo>
                  <a:lnTo>
                    <a:pt x="2645208" y="598089"/>
                  </a:lnTo>
                  <a:lnTo>
                    <a:pt x="2645242" y="598034"/>
                  </a:lnTo>
                  <a:lnTo>
                    <a:pt x="2645343" y="597965"/>
                  </a:lnTo>
                  <a:lnTo>
                    <a:pt x="2645401" y="597891"/>
                  </a:lnTo>
                  <a:lnTo>
                    <a:pt x="2645410" y="597878"/>
                  </a:lnTo>
                  <a:lnTo>
                    <a:pt x="2645439" y="597827"/>
                  </a:lnTo>
                  <a:lnTo>
                    <a:pt x="2645499" y="597734"/>
                  </a:lnTo>
                  <a:lnTo>
                    <a:pt x="2645534" y="597685"/>
                  </a:lnTo>
                  <a:lnTo>
                    <a:pt x="2645637" y="597463"/>
                  </a:lnTo>
                  <a:lnTo>
                    <a:pt x="2645621" y="597244"/>
                  </a:lnTo>
                  <a:lnTo>
                    <a:pt x="2645485" y="597070"/>
                  </a:lnTo>
                  <a:lnTo>
                    <a:pt x="2645346" y="596980"/>
                  </a:lnTo>
                  <a:lnTo>
                    <a:pt x="2645080" y="597016"/>
                  </a:lnTo>
                  <a:lnTo>
                    <a:pt x="2644985" y="597034"/>
                  </a:lnTo>
                  <a:lnTo>
                    <a:pt x="2644814" y="597070"/>
                  </a:lnTo>
                  <a:lnTo>
                    <a:pt x="2644443" y="597301"/>
                  </a:lnTo>
                  <a:lnTo>
                    <a:pt x="2644290" y="597435"/>
                  </a:lnTo>
                  <a:lnTo>
                    <a:pt x="2644249" y="597474"/>
                  </a:lnTo>
                  <a:lnTo>
                    <a:pt x="2644203" y="597532"/>
                  </a:lnTo>
                  <a:lnTo>
                    <a:pt x="2644121" y="597637"/>
                  </a:lnTo>
                  <a:lnTo>
                    <a:pt x="2644085" y="597712"/>
                  </a:lnTo>
                  <a:lnTo>
                    <a:pt x="2644059" y="597870"/>
                  </a:lnTo>
                  <a:lnTo>
                    <a:pt x="2644072" y="597912"/>
                  </a:lnTo>
                  <a:lnTo>
                    <a:pt x="2644076" y="597925"/>
                  </a:lnTo>
                  <a:lnTo>
                    <a:pt x="2644122" y="598017"/>
                  </a:lnTo>
                  <a:lnTo>
                    <a:pt x="2644203" y="598139"/>
                  </a:lnTo>
                  <a:lnTo>
                    <a:pt x="2644312" y="598288"/>
                  </a:lnTo>
                  <a:lnTo>
                    <a:pt x="2644348" y="598307"/>
                  </a:lnTo>
                  <a:lnTo>
                    <a:pt x="2644396" y="598320"/>
                  </a:lnTo>
                  <a:lnTo>
                    <a:pt x="2644440" y="598329"/>
                  </a:lnTo>
                  <a:lnTo>
                    <a:pt x="2644535" y="598342"/>
                  </a:lnTo>
                  <a:lnTo>
                    <a:pt x="2644640" y="598379"/>
                  </a:lnTo>
                  <a:lnTo>
                    <a:pt x="2644690" y="598411"/>
                  </a:lnTo>
                  <a:lnTo>
                    <a:pt x="2644781" y="598497"/>
                  </a:lnTo>
                  <a:lnTo>
                    <a:pt x="2644974" y="598712"/>
                  </a:lnTo>
                  <a:lnTo>
                    <a:pt x="2645018" y="598775"/>
                  </a:lnTo>
                  <a:lnTo>
                    <a:pt x="2645056" y="598876"/>
                  </a:lnTo>
                  <a:lnTo>
                    <a:pt x="2645062" y="598895"/>
                  </a:lnTo>
                  <a:lnTo>
                    <a:pt x="2645061" y="598915"/>
                  </a:lnTo>
                  <a:lnTo>
                    <a:pt x="2645038" y="599002"/>
                  </a:lnTo>
                  <a:lnTo>
                    <a:pt x="2645033" y="599014"/>
                  </a:lnTo>
                  <a:lnTo>
                    <a:pt x="2645002" y="599044"/>
                  </a:lnTo>
                  <a:lnTo>
                    <a:pt x="2644856" y="599114"/>
                  </a:lnTo>
                  <a:lnTo>
                    <a:pt x="2644783" y="599124"/>
                  </a:lnTo>
                  <a:lnTo>
                    <a:pt x="2644733" y="599124"/>
                  </a:lnTo>
                  <a:lnTo>
                    <a:pt x="2644571" y="599050"/>
                  </a:lnTo>
                  <a:lnTo>
                    <a:pt x="2644533" y="599029"/>
                  </a:lnTo>
                  <a:lnTo>
                    <a:pt x="2644458" y="599003"/>
                  </a:lnTo>
                  <a:lnTo>
                    <a:pt x="2644380" y="598997"/>
                  </a:lnTo>
                  <a:lnTo>
                    <a:pt x="2644355" y="599001"/>
                  </a:lnTo>
                  <a:lnTo>
                    <a:pt x="2644302" y="599047"/>
                  </a:lnTo>
                  <a:lnTo>
                    <a:pt x="2644270" y="599100"/>
                  </a:lnTo>
                  <a:lnTo>
                    <a:pt x="2644258" y="599232"/>
                  </a:lnTo>
                  <a:lnTo>
                    <a:pt x="2644416" y="599287"/>
                  </a:lnTo>
                  <a:lnTo>
                    <a:pt x="2644545" y="599347"/>
                  </a:lnTo>
                  <a:lnTo>
                    <a:pt x="2644647" y="599416"/>
                  </a:lnTo>
                  <a:lnTo>
                    <a:pt x="2644702" y="599427"/>
                  </a:lnTo>
                  <a:lnTo>
                    <a:pt x="2644719" y="599434"/>
                  </a:lnTo>
                  <a:lnTo>
                    <a:pt x="2644743" y="599454"/>
                  </a:lnTo>
                  <a:lnTo>
                    <a:pt x="2644779" y="599497"/>
                  </a:lnTo>
                  <a:lnTo>
                    <a:pt x="2644786" y="599514"/>
                  </a:lnTo>
                  <a:lnTo>
                    <a:pt x="2644789" y="599618"/>
                  </a:lnTo>
                  <a:lnTo>
                    <a:pt x="2644764" y="599639"/>
                  </a:lnTo>
                  <a:lnTo>
                    <a:pt x="2644727" y="599664"/>
                  </a:lnTo>
                  <a:lnTo>
                    <a:pt x="2644699" y="599672"/>
                  </a:lnTo>
                  <a:lnTo>
                    <a:pt x="2644528" y="599649"/>
                  </a:lnTo>
                  <a:lnTo>
                    <a:pt x="2644399" y="599624"/>
                  </a:lnTo>
                  <a:lnTo>
                    <a:pt x="2644353" y="599604"/>
                  </a:lnTo>
                  <a:lnTo>
                    <a:pt x="2644262" y="599544"/>
                  </a:lnTo>
                  <a:lnTo>
                    <a:pt x="2644154" y="599459"/>
                  </a:lnTo>
                  <a:lnTo>
                    <a:pt x="2644078" y="599398"/>
                  </a:lnTo>
                  <a:lnTo>
                    <a:pt x="2644028" y="599338"/>
                  </a:lnTo>
                  <a:lnTo>
                    <a:pt x="2644003" y="599306"/>
                  </a:lnTo>
                  <a:lnTo>
                    <a:pt x="2643944" y="599230"/>
                  </a:lnTo>
                  <a:lnTo>
                    <a:pt x="2643884" y="599078"/>
                  </a:lnTo>
                  <a:lnTo>
                    <a:pt x="2643827" y="599039"/>
                  </a:lnTo>
                  <a:lnTo>
                    <a:pt x="2643816" y="598983"/>
                  </a:lnTo>
                  <a:lnTo>
                    <a:pt x="2643798" y="598963"/>
                  </a:lnTo>
                  <a:lnTo>
                    <a:pt x="2643778" y="598912"/>
                  </a:lnTo>
                  <a:lnTo>
                    <a:pt x="2643775" y="598784"/>
                  </a:lnTo>
                  <a:lnTo>
                    <a:pt x="2643805" y="598704"/>
                  </a:lnTo>
                  <a:lnTo>
                    <a:pt x="2643907" y="598569"/>
                  </a:lnTo>
                  <a:lnTo>
                    <a:pt x="2643942" y="598412"/>
                  </a:lnTo>
                  <a:lnTo>
                    <a:pt x="2643924" y="598373"/>
                  </a:lnTo>
                  <a:lnTo>
                    <a:pt x="2643855" y="598293"/>
                  </a:lnTo>
                  <a:lnTo>
                    <a:pt x="2643802" y="598286"/>
                  </a:lnTo>
                  <a:lnTo>
                    <a:pt x="2643558" y="598525"/>
                  </a:lnTo>
                  <a:lnTo>
                    <a:pt x="2643476" y="598587"/>
                  </a:lnTo>
                  <a:lnTo>
                    <a:pt x="2643402" y="598811"/>
                  </a:lnTo>
                  <a:lnTo>
                    <a:pt x="2643402" y="598913"/>
                  </a:lnTo>
                  <a:lnTo>
                    <a:pt x="2643354" y="599000"/>
                  </a:lnTo>
                  <a:lnTo>
                    <a:pt x="2643292" y="599015"/>
                  </a:lnTo>
                  <a:lnTo>
                    <a:pt x="2643256" y="599013"/>
                  </a:lnTo>
                  <a:lnTo>
                    <a:pt x="2643239" y="599006"/>
                  </a:lnTo>
                  <a:lnTo>
                    <a:pt x="2643137" y="598915"/>
                  </a:lnTo>
                  <a:lnTo>
                    <a:pt x="2643040" y="598815"/>
                  </a:lnTo>
                  <a:lnTo>
                    <a:pt x="2642983" y="598781"/>
                  </a:lnTo>
                  <a:lnTo>
                    <a:pt x="2642841" y="598717"/>
                  </a:lnTo>
                  <a:lnTo>
                    <a:pt x="2642794" y="598718"/>
                  </a:lnTo>
                  <a:lnTo>
                    <a:pt x="2642748" y="598750"/>
                  </a:lnTo>
                  <a:lnTo>
                    <a:pt x="2642678" y="598875"/>
                  </a:lnTo>
                  <a:lnTo>
                    <a:pt x="2642580" y="599157"/>
                  </a:lnTo>
                  <a:lnTo>
                    <a:pt x="2642570" y="599198"/>
                  </a:lnTo>
                  <a:lnTo>
                    <a:pt x="2642585" y="599278"/>
                  </a:lnTo>
                  <a:lnTo>
                    <a:pt x="2642600" y="599322"/>
                  </a:lnTo>
                  <a:lnTo>
                    <a:pt x="2642669" y="599383"/>
                  </a:lnTo>
                  <a:lnTo>
                    <a:pt x="2642848" y="599503"/>
                  </a:lnTo>
                  <a:lnTo>
                    <a:pt x="2642959" y="599616"/>
                  </a:lnTo>
                  <a:lnTo>
                    <a:pt x="2642968" y="599639"/>
                  </a:lnTo>
                  <a:lnTo>
                    <a:pt x="2642963" y="599685"/>
                  </a:lnTo>
                  <a:lnTo>
                    <a:pt x="2642936" y="599723"/>
                  </a:lnTo>
                  <a:lnTo>
                    <a:pt x="2642906" y="599751"/>
                  </a:lnTo>
                  <a:lnTo>
                    <a:pt x="2642887" y="599765"/>
                  </a:lnTo>
                  <a:lnTo>
                    <a:pt x="2642787" y="599805"/>
                  </a:lnTo>
                  <a:lnTo>
                    <a:pt x="2642716" y="599804"/>
                  </a:lnTo>
                  <a:lnTo>
                    <a:pt x="2642609" y="599773"/>
                  </a:lnTo>
                  <a:lnTo>
                    <a:pt x="2642564" y="599752"/>
                  </a:lnTo>
                  <a:lnTo>
                    <a:pt x="2642470" y="599732"/>
                  </a:lnTo>
                  <a:lnTo>
                    <a:pt x="2642444" y="599733"/>
                  </a:lnTo>
                  <a:lnTo>
                    <a:pt x="2642425" y="599748"/>
                  </a:lnTo>
                  <a:lnTo>
                    <a:pt x="2642416" y="599787"/>
                  </a:lnTo>
                  <a:lnTo>
                    <a:pt x="2642427" y="599838"/>
                  </a:lnTo>
                  <a:lnTo>
                    <a:pt x="2642446" y="599878"/>
                  </a:lnTo>
                  <a:lnTo>
                    <a:pt x="2642509" y="599944"/>
                  </a:lnTo>
                  <a:lnTo>
                    <a:pt x="2642617" y="600011"/>
                  </a:lnTo>
                  <a:lnTo>
                    <a:pt x="2642750" y="600080"/>
                  </a:lnTo>
                  <a:lnTo>
                    <a:pt x="2642915" y="600265"/>
                  </a:lnTo>
                  <a:lnTo>
                    <a:pt x="2642926" y="600293"/>
                  </a:lnTo>
                  <a:lnTo>
                    <a:pt x="2642981" y="600347"/>
                  </a:lnTo>
                  <a:lnTo>
                    <a:pt x="2643166" y="600461"/>
                  </a:lnTo>
                  <a:lnTo>
                    <a:pt x="2643241" y="600534"/>
                  </a:lnTo>
                  <a:lnTo>
                    <a:pt x="2643298" y="600589"/>
                  </a:lnTo>
                  <a:lnTo>
                    <a:pt x="2643333" y="600710"/>
                  </a:lnTo>
                  <a:lnTo>
                    <a:pt x="2643333" y="600765"/>
                  </a:lnTo>
                  <a:lnTo>
                    <a:pt x="2643309" y="600830"/>
                  </a:lnTo>
                  <a:lnTo>
                    <a:pt x="2643212" y="600914"/>
                  </a:lnTo>
                  <a:lnTo>
                    <a:pt x="2643148" y="600928"/>
                  </a:lnTo>
                  <a:lnTo>
                    <a:pt x="2643024" y="600871"/>
                  </a:lnTo>
                  <a:lnTo>
                    <a:pt x="2642993" y="600856"/>
                  </a:lnTo>
                  <a:lnTo>
                    <a:pt x="2642933" y="600812"/>
                  </a:lnTo>
                  <a:lnTo>
                    <a:pt x="2642882" y="600791"/>
                  </a:lnTo>
                  <a:lnTo>
                    <a:pt x="2642362" y="600608"/>
                  </a:lnTo>
                  <a:lnTo>
                    <a:pt x="2642141" y="600530"/>
                  </a:lnTo>
                  <a:lnTo>
                    <a:pt x="2642106" y="600538"/>
                  </a:lnTo>
                  <a:lnTo>
                    <a:pt x="2642070" y="600551"/>
                  </a:lnTo>
                  <a:lnTo>
                    <a:pt x="2642057" y="600566"/>
                  </a:lnTo>
                  <a:lnTo>
                    <a:pt x="2642056" y="600590"/>
                  </a:lnTo>
                  <a:lnTo>
                    <a:pt x="2642065" y="600624"/>
                  </a:lnTo>
                  <a:lnTo>
                    <a:pt x="2642082" y="600685"/>
                  </a:lnTo>
                  <a:lnTo>
                    <a:pt x="2642109" y="600834"/>
                  </a:lnTo>
                  <a:lnTo>
                    <a:pt x="2642086" y="600921"/>
                  </a:lnTo>
                  <a:lnTo>
                    <a:pt x="2642082" y="600970"/>
                  </a:lnTo>
                  <a:lnTo>
                    <a:pt x="2642073" y="601016"/>
                  </a:lnTo>
                  <a:lnTo>
                    <a:pt x="2642041" y="601070"/>
                  </a:lnTo>
                  <a:lnTo>
                    <a:pt x="2641980" y="601108"/>
                  </a:lnTo>
                  <a:lnTo>
                    <a:pt x="2641938" y="601111"/>
                  </a:lnTo>
                  <a:lnTo>
                    <a:pt x="2641745" y="601042"/>
                  </a:lnTo>
                  <a:lnTo>
                    <a:pt x="2641489" y="600950"/>
                  </a:lnTo>
                  <a:lnTo>
                    <a:pt x="2641432" y="600916"/>
                  </a:lnTo>
                  <a:lnTo>
                    <a:pt x="2641363" y="600851"/>
                  </a:lnTo>
                  <a:lnTo>
                    <a:pt x="2641288" y="600733"/>
                  </a:lnTo>
                  <a:lnTo>
                    <a:pt x="2641235" y="600695"/>
                  </a:lnTo>
                  <a:lnTo>
                    <a:pt x="2641076" y="600640"/>
                  </a:lnTo>
                  <a:lnTo>
                    <a:pt x="2641017" y="600633"/>
                  </a:lnTo>
                  <a:lnTo>
                    <a:pt x="2640975" y="600641"/>
                  </a:lnTo>
                  <a:lnTo>
                    <a:pt x="2640911" y="600690"/>
                  </a:lnTo>
                  <a:lnTo>
                    <a:pt x="2640785" y="600923"/>
                  </a:lnTo>
                  <a:lnTo>
                    <a:pt x="2640781" y="601132"/>
                  </a:lnTo>
                  <a:lnTo>
                    <a:pt x="2640691" y="601392"/>
                  </a:lnTo>
                  <a:lnTo>
                    <a:pt x="2640541" y="601479"/>
                  </a:lnTo>
                  <a:lnTo>
                    <a:pt x="2640471" y="601490"/>
                  </a:lnTo>
                  <a:lnTo>
                    <a:pt x="2640309" y="601483"/>
                  </a:lnTo>
                  <a:lnTo>
                    <a:pt x="2640203" y="601438"/>
                  </a:lnTo>
                  <a:lnTo>
                    <a:pt x="2640160" y="601412"/>
                  </a:lnTo>
                  <a:lnTo>
                    <a:pt x="2640137" y="601384"/>
                  </a:lnTo>
                  <a:lnTo>
                    <a:pt x="2640158" y="601332"/>
                  </a:lnTo>
                  <a:lnTo>
                    <a:pt x="2640169" y="601301"/>
                  </a:lnTo>
                  <a:lnTo>
                    <a:pt x="2640147" y="601226"/>
                  </a:lnTo>
                  <a:lnTo>
                    <a:pt x="2640123" y="601181"/>
                  </a:lnTo>
                  <a:lnTo>
                    <a:pt x="2640090" y="601149"/>
                  </a:lnTo>
                  <a:lnTo>
                    <a:pt x="2640012" y="601108"/>
                  </a:lnTo>
                  <a:lnTo>
                    <a:pt x="2639975" y="601094"/>
                  </a:lnTo>
                  <a:lnTo>
                    <a:pt x="2639949" y="601089"/>
                  </a:lnTo>
                  <a:lnTo>
                    <a:pt x="2639723" y="601079"/>
                  </a:lnTo>
                  <a:lnTo>
                    <a:pt x="2639697" y="601081"/>
                  </a:lnTo>
                  <a:lnTo>
                    <a:pt x="2639675" y="601089"/>
                  </a:lnTo>
                  <a:lnTo>
                    <a:pt x="2639645" y="601111"/>
                  </a:lnTo>
                  <a:lnTo>
                    <a:pt x="2639578" y="601169"/>
                  </a:lnTo>
                  <a:lnTo>
                    <a:pt x="2639535" y="601223"/>
                  </a:lnTo>
                  <a:lnTo>
                    <a:pt x="2639427" y="601344"/>
                  </a:lnTo>
                  <a:lnTo>
                    <a:pt x="2639348" y="601423"/>
                  </a:lnTo>
                  <a:lnTo>
                    <a:pt x="2639336" y="601430"/>
                  </a:lnTo>
                  <a:lnTo>
                    <a:pt x="2639308" y="601447"/>
                  </a:lnTo>
                  <a:lnTo>
                    <a:pt x="2639278" y="601458"/>
                  </a:lnTo>
                  <a:lnTo>
                    <a:pt x="2639226" y="601484"/>
                  </a:lnTo>
                  <a:lnTo>
                    <a:pt x="2639200" y="601509"/>
                  </a:lnTo>
                  <a:lnTo>
                    <a:pt x="2639182" y="601553"/>
                  </a:lnTo>
                  <a:lnTo>
                    <a:pt x="2639176" y="601586"/>
                  </a:lnTo>
                  <a:lnTo>
                    <a:pt x="2639256" y="601745"/>
                  </a:lnTo>
                  <a:lnTo>
                    <a:pt x="2639292" y="601803"/>
                  </a:lnTo>
                  <a:lnTo>
                    <a:pt x="2639243" y="602018"/>
                  </a:lnTo>
                  <a:lnTo>
                    <a:pt x="2639216" y="602090"/>
                  </a:lnTo>
                  <a:lnTo>
                    <a:pt x="2638926" y="602264"/>
                  </a:lnTo>
                  <a:lnTo>
                    <a:pt x="2638852" y="602309"/>
                  </a:lnTo>
                  <a:lnTo>
                    <a:pt x="2638799" y="602363"/>
                  </a:lnTo>
                  <a:lnTo>
                    <a:pt x="2638775" y="602408"/>
                  </a:lnTo>
                  <a:lnTo>
                    <a:pt x="2638775" y="602590"/>
                  </a:lnTo>
                  <a:lnTo>
                    <a:pt x="2638800" y="602660"/>
                  </a:lnTo>
                  <a:lnTo>
                    <a:pt x="2638814" y="602688"/>
                  </a:lnTo>
                  <a:lnTo>
                    <a:pt x="2638825" y="602698"/>
                  </a:lnTo>
                  <a:lnTo>
                    <a:pt x="2639142" y="602906"/>
                  </a:lnTo>
                  <a:lnTo>
                    <a:pt x="2639227" y="602942"/>
                  </a:lnTo>
                  <a:lnTo>
                    <a:pt x="2639542" y="603079"/>
                  </a:lnTo>
                  <a:lnTo>
                    <a:pt x="2639787" y="603202"/>
                  </a:lnTo>
                  <a:lnTo>
                    <a:pt x="2640046" y="603464"/>
                  </a:lnTo>
                  <a:lnTo>
                    <a:pt x="2640227" y="603628"/>
                  </a:lnTo>
                  <a:lnTo>
                    <a:pt x="2640324" y="603740"/>
                  </a:lnTo>
                  <a:lnTo>
                    <a:pt x="2640338" y="603761"/>
                  </a:lnTo>
                  <a:lnTo>
                    <a:pt x="2640341" y="603773"/>
                  </a:lnTo>
                  <a:lnTo>
                    <a:pt x="2640341" y="603784"/>
                  </a:lnTo>
                  <a:lnTo>
                    <a:pt x="2640335" y="603795"/>
                  </a:lnTo>
                  <a:lnTo>
                    <a:pt x="2640304" y="603821"/>
                  </a:lnTo>
                  <a:lnTo>
                    <a:pt x="2640284" y="603837"/>
                  </a:lnTo>
                  <a:lnTo>
                    <a:pt x="2640240" y="603863"/>
                  </a:lnTo>
                  <a:lnTo>
                    <a:pt x="2640194" y="603879"/>
                  </a:lnTo>
                  <a:lnTo>
                    <a:pt x="2640162" y="603903"/>
                  </a:lnTo>
                  <a:lnTo>
                    <a:pt x="2640127" y="603940"/>
                  </a:lnTo>
                  <a:lnTo>
                    <a:pt x="2640096" y="603984"/>
                  </a:lnTo>
                  <a:lnTo>
                    <a:pt x="2640064" y="604034"/>
                  </a:lnTo>
                  <a:lnTo>
                    <a:pt x="2640044" y="604079"/>
                  </a:lnTo>
                  <a:lnTo>
                    <a:pt x="2640023" y="604176"/>
                  </a:lnTo>
                  <a:lnTo>
                    <a:pt x="2640022" y="604292"/>
                  </a:lnTo>
                  <a:lnTo>
                    <a:pt x="2640012" y="604306"/>
                  </a:lnTo>
                  <a:lnTo>
                    <a:pt x="2639999" y="604320"/>
                  </a:lnTo>
                  <a:lnTo>
                    <a:pt x="2639972" y="604345"/>
                  </a:lnTo>
                  <a:lnTo>
                    <a:pt x="2639940" y="604370"/>
                  </a:lnTo>
                  <a:lnTo>
                    <a:pt x="2639894" y="604394"/>
                  </a:lnTo>
                  <a:lnTo>
                    <a:pt x="2639776" y="604448"/>
                  </a:lnTo>
                  <a:lnTo>
                    <a:pt x="2639740" y="604462"/>
                  </a:lnTo>
                  <a:lnTo>
                    <a:pt x="2639696" y="604476"/>
                  </a:lnTo>
                  <a:lnTo>
                    <a:pt x="2639663" y="604481"/>
                  </a:lnTo>
                  <a:lnTo>
                    <a:pt x="2639636" y="604484"/>
                  </a:lnTo>
                  <a:lnTo>
                    <a:pt x="2639445" y="604519"/>
                  </a:lnTo>
                  <a:lnTo>
                    <a:pt x="2639242" y="604534"/>
                  </a:lnTo>
                  <a:lnTo>
                    <a:pt x="2639223" y="604534"/>
                  </a:lnTo>
                  <a:lnTo>
                    <a:pt x="2639136" y="604557"/>
                  </a:lnTo>
                  <a:lnTo>
                    <a:pt x="2639077" y="604572"/>
                  </a:lnTo>
                  <a:lnTo>
                    <a:pt x="2638997" y="604602"/>
                  </a:lnTo>
                  <a:lnTo>
                    <a:pt x="2638955" y="604620"/>
                  </a:lnTo>
                  <a:lnTo>
                    <a:pt x="2638908" y="604638"/>
                  </a:lnTo>
                  <a:lnTo>
                    <a:pt x="2638826" y="604655"/>
                  </a:lnTo>
                  <a:lnTo>
                    <a:pt x="2638796" y="604658"/>
                  </a:lnTo>
                  <a:lnTo>
                    <a:pt x="2638773" y="604647"/>
                  </a:lnTo>
                  <a:lnTo>
                    <a:pt x="2638748" y="604624"/>
                  </a:lnTo>
                  <a:lnTo>
                    <a:pt x="2638723" y="604597"/>
                  </a:lnTo>
                  <a:lnTo>
                    <a:pt x="2638688" y="604557"/>
                  </a:lnTo>
                  <a:lnTo>
                    <a:pt x="2638543" y="604440"/>
                  </a:lnTo>
                  <a:lnTo>
                    <a:pt x="2638468" y="604393"/>
                  </a:lnTo>
                  <a:lnTo>
                    <a:pt x="2638400" y="604353"/>
                  </a:lnTo>
                  <a:lnTo>
                    <a:pt x="2638377" y="604339"/>
                  </a:lnTo>
                  <a:lnTo>
                    <a:pt x="2638310" y="604308"/>
                  </a:lnTo>
                  <a:lnTo>
                    <a:pt x="2638248" y="604283"/>
                  </a:lnTo>
                  <a:lnTo>
                    <a:pt x="2638198" y="604270"/>
                  </a:lnTo>
                  <a:lnTo>
                    <a:pt x="2638027" y="604239"/>
                  </a:lnTo>
                  <a:lnTo>
                    <a:pt x="2637950" y="604231"/>
                  </a:lnTo>
                  <a:lnTo>
                    <a:pt x="2637862" y="604231"/>
                  </a:lnTo>
                  <a:lnTo>
                    <a:pt x="2637818" y="604238"/>
                  </a:lnTo>
                  <a:lnTo>
                    <a:pt x="2637432" y="604457"/>
                  </a:lnTo>
                  <a:lnTo>
                    <a:pt x="2637329" y="604547"/>
                  </a:lnTo>
                  <a:lnTo>
                    <a:pt x="2637306" y="604579"/>
                  </a:lnTo>
                  <a:lnTo>
                    <a:pt x="2637312" y="604600"/>
                  </a:lnTo>
                  <a:lnTo>
                    <a:pt x="2637331" y="604626"/>
                  </a:lnTo>
                  <a:lnTo>
                    <a:pt x="2637364" y="604656"/>
                  </a:lnTo>
                  <a:lnTo>
                    <a:pt x="2637411" y="604688"/>
                  </a:lnTo>
                  <a:lnTo>
                    <a:pt x="2637495" y="604726"/>
                  </a:lnTo>
                  <a:lnTo>
                    <a:pt x="2637540" y="604749"/>
                  </a:lnTo>
                  <a:lnTo>
                    <a:pt x="2637807" y="604923"/>
                  </a:lnTo>
                  <a:lnTo>
                    <a:pt x="2637976" y="605041"/>
                  </a:lnTo>
                  <a:lnTo>
                    <a:pt x="2638098" y="605133"/>
                  </a:lnTo>
                  <a:lnTo>
                    <a:pt x="2638154" y="605180"/>
                  </a:lnTo>
                  <a:lnTo>
                    <a:pt x="2638231" y="605211"/>
                  </a:lnTo>
                  <a:lnTo>
                    <a:pt x="2638257" y="605220"/>
                  </a:lnTo>
                  <a:lnTo>
                    <a:pt x="2638291" y="605223"/>
                  </a:lnTo>
                  <a:lnTo>
                    <a:pt x="2638312" y="605214"/>
                  </a:lnTo>
                  <a:lnTo>
                    <a:pt x="2638332" y="605203"/>
                  </a:lnTo>
                  <a:lnTo>
                    <a:pt x="2638337" y="605201"/>
                  </a:lnTo>
                  <a:lnTo>
                    <a:pt x="2638376" y="605167"/>
                  </a:lnTo>
                  <a:lnTo>
                    <a:pt x="2638409" y="605132"/>
                  </a:lnTo>
                  <a:lnTo>
                    <a:pt x="2638501" y="605036"/>
                  </a:lnTo>
                  <a:lnTo>
                    <a:pt x="2638551" y="604979"/>
                  </a:lnTo>
                  <a:lnTo>
                    <a:pt x="2638586" y="604952"/>
                  </a:lnTo>
                  <a:lnTo>
                    <a:pt x="2638658" y="604905"/>
                  </a:lnTo>
                  <a:lnTo>
                    <a:pt x="2638799" y="604848"/>
                  </a:lnTo>
                  <a:lnTo>
                    <a:pt x="2638947" y="604796"/>
                  </a:lnTo>
                  <a:lnTo>
                    <a:pt x="2638989" y="604800"/>
                  </a:lnTo>
                  <a:lnTo>
                    <a:pt x="2639049" y="604807"/>
                  </a:lnTo>
                  <a:lnTo>
                    <a:pt x="2639337" y="604891"/>
                  </a:lnTo>
                  <a:lnTo>
                    <a:pt x="2639351" y="604901"/>
                  </a:lnTo>
                  <a:lnTo>
                    <a:pt x="2639358" y="604913"/>
                  </a:lnTo>
                  <a:lnTo>
                    <a:pt x="2639364" y="604933"/>
                  </a:lnTo>
                  <a:lnTo>
                    <a:pt x="2639369" y="604957"/>
                  </a:lnTo>
                  <a:lnTo>
                    <a:pt x="2639368" y="604983"/>
                  </a:lnTo>
                  <a:lnTo>
                    <a:pt x="2639366" y="604999"/>
                  </a:lnTo>
                  <a:lnTo>
                    <a:pt x="2639364" y="605013"/>
                  </a:lnTo>
                  <a:lnTo>
                    <a:pt x="2639356" y="605039"/>
                  </a:lnTo>
                  <a:lnTo>
                    <a:pt x="2639347" y="605058"/>
                  </a:lnTo>
                  <a:lnTo>
                    <a:pt x="2639333" y="605078"/>
                  </a:lnTo>
                  <a:lnTo>
                    <a:pt x="2639317" y="605093"/>
                  </a:lnTo>
                  <a:lnTo>
                    <a:pt x="2639294" y="605110"/>
                  </a:lnTo>
                  <a:lnTo>
                    <a:pt x="2639276" y="605120"/>
                  </a:lnTo>
                  <a:lnTo>
                    <a:pt x="2639245" y="605136"/>
                  </a:lnTo>
                  <a:lnTo>
                    <a:pt x="2639212" y="605146"/>
                  </a:lnTo>
                  <a:lnTo>
                    <a:pt x="2639177" y="605154"/>
                  </a:lnTo>
                  <a:lnTo>
                    <a:pt x="2639108" y="605163"/>
                  </a:lnTo>
                  <a:lnTo>
                    <a:pt x="2639089" y="605167"/>
                  </a:lnTo>
                  <a:lnTo>
                    <a:pt x="2639076" y="605176"/>
                  </a:lnTo>
                  <a:lnTo>
                    <a:pt x="2639063" y="605195"/>
                  </a:lnTo>
                  <a:lnTo>
                    <a:pt x="2639049" y="605219"/>
                  </a:lnTo>
                  <a:lnTo>
                    <a:pt x="2639006" y="605291"/>
                  </a:lnTo>
                  <a:lnTo>
                    <a:pt x="2638995" y="605314"/>
                  </a:lnTo>
                  <a:lnTo>
                    <a:pt x="2638952" y="605419"/>
                  </a:lnTo>
                  <a:lnTo>
                    <a:pt x="2638882" y="605484"/>
                  </a:lnTo>
                  <a:lnTo>
                    <a:pt x="2638871" y="605503"/>
                  </a:lnTo>
                  <a:lnTo>
                    <a:pt x="2638814" y="605518"/>
                  </a:lnTo>
                  <a:lnTo>
                    <a:pt x="2638721" y="605561"/>
                  </a:lnTo>
                  <a:lnTo>
                    <a:pt x="2638661" y="605593"/>
                  </a:lnTo>
                  <a:lnTo>
                    <a:pt x="2638609" y="605597"/>
                  </a:lnTo>
                  <a:lnTo>
                    <a:pt x="2638317" y="605700"/>
                  </a:lnTo>
                  <a:lnTo>
                    <a:pt x="2638267" y="605709"/>
                  </a:lnTo>
                  <a:lnTo>
                    <a:pt x="2638150" y="605731"/>
                  </a:lnTo>
                  <a:lnTo>
                    <a:pt x="2638127" y="605737"/>
                  </a:lnTo>
                  <a:lnTo>
                    <a:pt x="2638063" y="605752"/>
                  </a:lnTo>
                  <a:lnTo>
                    <a:pt x="2638014" y="605768"/>
                  </a:lnTo>
                  <a:lnTo>
                    <a:pt x="2637989" y="605777"/>
                  </a:lnTo>
                  <a:lnTo>
                    <a:pt x="2637957" y="605793"/>
                  </a:lnTo>
                  <a:lnTo>
                    <a:pt x="2637939" y="605807"/>
                  </a:lnTo>
                  <a:lnTo>
                    <a:pt x="2637935" y="605816"/>
                  </a:lnTo>
                  <a:lnTo>
                    <a:pt x="2637928" y="605831"/>
                  </a:lnTo>
                  <a:lnTo>
                    <a:pt x="2637793" y="605954"/>
                  </a:lnTo>
                  <a:lnTo>
                    <a:pt x="2637721" y="606095"/>
                  </a:lnTo>
                  <a:lnTo>
                    <a:pt x="2637698" y="606141"/>
                  </a:lnTo>
                  <a:lnTo>
                    <a:pt x="2637724" y="606156"/>
                  </a:lnTo>
                  <a:lnTo>
                    <a:pt x="2637875" y="606243"/>
                  </a:lnTo>
                  <a:lnTo>
                    <a:pt x="2637918" y="606257"/>
                  </a:lnTo>
                  <a:lnTo>
                    <a:pt x="2637981" y="606270"/>
                  </a:lnTo>
                  <a:lnTo>
                    <a:pt x="2638022" y="606281"/>
                  </a:lnTo>
                  <a:lnTo>
                    <a:pt x="2638134" y="606310"/>
                  </a:lnTo>
                  <a:lnTo>
                    <a:pt x="2638172" y="606326"/>
                  </a:lnTo>
                  <a:lnTo>
                    <a:pt x="2638225" y="606345"/>
                  </a:lnTo>
                  <a:lnTo>
                    <a:pt x="2638290" y="606358"/>
                  </a:lnTo>
                  <a:lnTo>
                    <a:pt x="2638338" y="606356"/>
                  </a:lnTo>
                  <a:lnTo>
                    <a:pt x="2638404" y="606348"/>
                  </a:lnTo>
                  <a:lnTo>
                    <a:pt x="2638457" y="606339"/>
                  </a:lnTo>
                  <a:lnTo>
                    <a:pt x="2638792" y="606278"/>
                  </a:lnTo>
                  <a:lnTo>
                    <a:pt x="2638848" y="606346"/>
                  </a:lnTo>
                  <a:lnTo>
                    <a:pt x="2638857" y="606373"/>
                  </a:lnTo>
                  <a:lnTo>
                    <a:pt x="2638859" y="606412"/>
                  </a:lnTo>
                  <a:lnTo>
                    <a:pt x="2638816" y="606562"/>
                  </a:lnTo>
                  <a:lnTo>
                    <a:pt x="2638799" y="606610"/>
                  </a:lnTo>
                  <a:lnTo>
                    <a:pt x="2638782" y="606650"/>
                  </a:lnTo>
                  <a:lnTo>
                    <a:pt x="2638752" y="606679"/>
                  </a:lnTo>
                  <a:lnTo>
                    <a:pt x="2638719" y="606697"/>
                  </a:lnTo>
                  <a:lnTo>
                    <a:pt x="2638692" y="606711"/>
                  </a:lnTo>
                  <a:lnTo>
                    <a:pt x="2638655" y="606722"/>
                  </a:lnTo>
                  <a:lnTo>
                    <a:pt x="2638623" y="606749"/>
                  </a:lnTo>
                  <a:lnTo>
                    <a:pt x="2638608" y="606782"/>
                  </a:lnTo>
                  <a:lnTo>
                    <a:pt x="2638603" y="606808"/>
                  </a:lnTo>
                  <a:lnTo>
                    <a:pt x="2638592" y="606869"/>
                  </a:lnTo>
                  <a:lnTo>
                    <a:pt x="2638585" y="606937"/>
                  </a:lnTo>
                  <a:lnTo>
                    <a:pt x="2638584" y="606986"/>
                  </a:lnTo>
                  <a:lnTo>
                    <a:pt x="2638588" y="607021"/>
                  </a:lnTo>
                  <a:lnTo>
                    <a:pt x="2638586" y="607044"/>
                  </a:lnTo>
                  <a:lnTo>
                    <a:pt x="2638577" y="607070"/>
                  </a:lnTo>
                  <a:lnTo>
                    <a:pt x="2638556" y="607111"/>
                  </a:lnTo>
                  <a:lnTo>
                    <a:pt x="2638539" y="607145"/>
                  </a:lnTo>
                  <a:lnTo>
                    <a:pt x="2638514" y="607179"/>
                  </a:lnTo>
                  <a:lnTo>
                    <a:pt x="2638477" y="607219"/>
                  </a:lnTo>
                  <a:lnTo>
                    <a:pt x="2638449" y="607243"/>
                  </a:lnTo>
                  <a:lnTo>
                    <a:pt x="2638410" y="607270"/>
                  </a:lnTo>
                  <a:lnTo>
                    <a:pt x="2638374" y="607293"/>
                  </a:lnTo>
                  <a:lnTo>
                    <a:pt x="2638280" y="607327"/>
                  </a:lnTo>
                  <a:lnTo>
                    <a:pt x="2638254" y="607336"/>
                  </a:lnTo>
                  <a:lnTo>
                    <a:pt x="2638028" y="607399"/>
                  </a:lnTo>
                  <a:lnTo>
                    <a:pt x="2637959" y="607411"/>
                  </a:lnTo>
                  <a:lnTo>
                    <a:pt x="2637879" y="607410"/>
                  </a:lnTo>
                  <a:lnTo>
                    <a:pt x="2637800" y="607405"/>
                  </a:lnTo>
                  <a:lnTo>
                    <a:pt x="2637578" y="607389"/>
                  </a:lnTo>
                  <a:lnTo>
                    <a:pt x="2637484" y="607358"/>
                  </a:lnTo>
                  <a:lnTo>
                    <a:pt x="2637465" y="607348"/>
                  </a:lnTo>
                  <a:lnTo>
                    <a:pt x="2637382" y="607307"/>
                  </a:lnTo>
                  <a:lnTo>
                    <a:pt x="2637293" y="607276"/>
                  </a:lnTo>
                  <a:lnTo>
                    <a:pt x="2637223" y="607261"/>
                  </a:lnTo>
                  <a:lnTo>
                    <a:pt x="2637139" y="607247"/>
                  </a:lnTo>
                  <a:lnTo>
                    <a:pt x="2637080" y="607241"/>
                  </a:lnTo>
                  <a:lnTo>
                    <a:pt x="2637027" y="607242"/>
                  </a:lnTo>
                  <a:lnTo>
                    <a:pt x="2636993" y="607242"/>
                  </a:lnTo>
                  <a:lnTo>
                    <a:pt x="2636946" y="607248"/>
                  </a:lnTo>
                  <a:lnTo>
                    <a:pt x="2636895" y="607258"/>
                  </a:lnTo>
                  <a:lnTo>
                    <a:pt x="2636856" y="607268"/>
                  </a:lnTo>
                  <a:lnTo>
                    <a:pt x="2636795" y="607286"/>
                  </a:lnTo>
                  <a:lnTo>
                    <a:pt x="2636721" y="607327"/>
                  </a:lnTo>
                  <a:lnTo>
                    <a:pt x="2636673" y="607359"/>
                  </a:lnTo>
                  <a:lnTo>
                    <a:pt x="2636621" y="607406"/>
                  </a:lnTo>
                  <a:lnTo>
                    <a:pt x="2636575" y="607455"/>
                  </a:lnTo>
                  <a:lnTo>
                    <a:pt x="2636542" y="607501"/>
                  </a:lnTo>
                  <a:lnTo>
                    <a:pt x="2636526" y="607540"/>
                  </a:lnTo>
                  <a:lnTo>
                    <a:pt x="2636522" y="607574"/>
                  </a:lnTo>
                  <a:lnTo>
                    <a:pt x="2636524" y="607623"/>
                  </a:lnTo>
                  <a:lnTo>
                    <a:pt x="2636532" y="607688"/>
                  </a:lnTo>
                  <a:lnTo>
                    <a:pt x="2636543" y="607747"/>
                  </a:lnTo>
                  <a:lnTo>
                    <a:pt x="2636558" y="607796"/>
                  </a:lnTo>
                  <a:lnTo>
                    <a:pt x="2636566" y="607822"/>
                  </a:lnTo>
                  <a:lnTo>
                    <a:pt x="2636571" y="607835"/>
                  </a:lnTo>
                  <a:lnTo>
                    <a:pt x="2636572" y="607862"/>
                  </a:lnTo>
                  <a:lnTo>
                    <a:pt x="2636571" y="607889"/>
                  </a:lnTo>
                  <a:lnTo>
                    <a:pt x="2636561" y="607990"/>
                  </a:lnTo>
                  <a:lnTo>
                    <a:pt x="2636557" y="608028"/>
                  </a:lnTo>
                  <a:lnTo>
                    <a:pt x="2636546" y="608073"/>
                  </a:lnTo>
                  <a:lnTo>
                    <a:pt x="2636543" y="608175"/>
                  </a:lnTo>
                  <a:lnTo>
                    <a:pt x="2636524" y="608410"/>
                  </a:lnTo>
                  <a:lnTo>
                    <a:pt x="2636506" y="608453"/>
                  </a:lnTo>
                  <a:lnTo>
                    <a:pt x="2636493" y="608497"/>
                  </a:lnTo>
                  <a:lnTo>
                    <a:pt x="2636478" y="608570"/>
                  </a:lnTo>
                  <a:lnTo>
                    <a:pt x="2636476" y="608606"/>
                  </a:lnTo>
                  <a:lnTo>
                    <a:pt x="2636475" y="608673"/>
                  </a:lnTo>
                  <a:lnTo>
                    <a:pt x="2636484" y="608722"/>
                  </a:lnTo>
                  <a:lnTo>
                    <a:pt x="2636503" y="608754"/>
                  </a:lnTo>
                  <a:lnTo>
                    <a:pt x="2636532" y="608787"/>
                  </a:lnTo>
                  <a:lnTo>
                    <a:pt x="2636575" y="608825"/>
                  </a:lnTo>
                  <a:lnTo>
                    <a:pt x="2636642" y="608868"/>
                  </a:lnTo>
                  <a:lnTo>
                    <a:pt x="2636709" y="608902"/>
                  </a:lnTo>
                  <a:lnTo>
                    <a:pt x="2636757" y="608912"/>
                  </a:lnTo>
                  <a:lnTo>
                    <a:pt x="2636783" y="608914"/>
                  </a:lnTo>
                  <a:lnTo>
                    <a:pt x="2636806" y="608911"/>
                  </a:lnTo>
                  <a:lnTo>
                    <a:pt x="2636822" y="608903"/>
                  </a:lnTo>
                  <a:lnTo>
                    <a:pt x="2636843" y="608884"/>
                  </a:lnTo>
                  <a:lnTo>
                    <a:pt x="2636978" y="608742"/>
                  </a:lnTo>
                  <a:lnTo>
                    <a:pt x="2636989" y="608720"/>
                  </a:lnTo>
                  <a:lnTo>
                    <a:pt x="2637000" y="608698"/>
                  </a:lnTo>
                  <a:lnTo>
                    <a:pt x="2637004" y="608673"/>
                  </a:lnTo>
                  <a:lnTo>
                    <a:pt x="2637009" y="608653"/>
                  </a:lnTo>
                  <a:lnTo>
                    <a:pt x="2637017" y="608633"/>
                  </a:lnTo>
                  <a:lnTo>
                    <a:pt x="2637054" y="608553"/>
                  </a:lnTo>
                  <a:lnTo>
                    <a:pt x="2637077" y="608521"/>
                  </a:lnTo>
                  <a:lnTo>
                    <a:pt x="2637102" y="608496"/>
                  </a:lnTo>
                  <a:lnTo>
                    <a:pt x="2637122" y="608481"/>
                  </a:lnTo>
                  <a:lnTo>
                    <a:pt x="2637143" y="608475"/>
                  </a:lnTo>
                  <a:lnTo>
                    <a:pt x="2637173" y="608475"/>
                  </a:lnTo>
                  <a:lnTo>
                    <a:pt x="2637200" y="608479"/>
                  </a:lnTo>
                  <a:lnTo>
                    <a:pt x="2637282" y="608496"/>
                  </a:lnTo>
                  <a:lnTo>
                    <a:pt x="2637335" y="608510"/>
                  </a:lnTo>
                  <a:lnTo>
                    <a:pt x="2637378" y="608520"/>
                  </a:lnTo>
                  <a:lnTo>
                    <a:pt x="2637406" y="608519"/>
                  </a:lnTo>
                  <a:lnTo>
                    <a:pt x="2637563" y="608496"/>
                  </a:lnTo>
                  <a:lnTo>
                    <a:pt x="2637604" y="608478"/>
                  </a:lnTo>
                  <a:lnTo>
                    <a:pt x="2637635" y="608456"/>
                  </a:lnTo>
                  <a:lnTo>
                    <a:pt x="2637651" y="608445"/>
                  </a:lnTo>
                  <a:lnTo>
                    <a:pt x="2637678" y="608445"/>
                  </a:lnTo>
                  <a:lnTo>
                    <a:pt x="2637706" y="608453"/>
                  </a:lnTo>
                  <a:lnTo>
                    <a:pt x="2637731" y="608465"/>
                  </a:lnTo>
                  <a:lnTo>
                    <a:pt x="2637754" y="608487"/>
                  </a:lnTo>
                  <a:lnTo>
                    <a:pt x="2637774" y="608513"/>
                  </a:lnTo>
                  <a:lnTo>
                    <a:pt x="2637906" y="608742"/>
                  </a:lnTo>
                  <a:lnTo>
                    <a:pt x="2637919" y="608765"/>
                  </a:lnTo>
                  <a:lnTo>
                    <a:pt x="2637927" y="608780"/>
                  </a:lnTo>
                  <a:lnTo>
                    <a:pt x="2637933" y="608795"/>
                  </a:lnTo>
                  <a:lnTo>
                    <a:pt x="2637947" y="608821"/>
                  </a:lnTo>
                  <a:lnTo>
                    <a:pt x="2637950" y="608827"/>
                  </a:lnTo>
                  <a:lnTo>
                    <a:pt x="2637866" y="608929"/>
                  </a:lnTo>
                  <a:lnTo>
                    <a:pt x="2637840" y="608951"/>
                  </a:lnTo>
                  <a:lnTo>
                    <a:pt x="2637821" y="608962"/>
                  </a:lnTo>
                  <a:lnTo>
                    <a:pt x="2637783" y="608973"/>
                  </a:lnTo>
                  <a:lnTo>
                    <a:pt x="2637556" y="609097"/>
                  </a:lnTo>
                  <a:lnTo>
                    <a:pt x="2637520" y="609147"/>
                  </a:lnTo>
                  <a:lnTo>
                    <a:pt x="2637497" y="609162"/>
                  </a:lnTo>
                  <a:lnTo>
                    <a:pt x="2637472" y="609201"/>
                  </a:lnTo>
                  <a:lnTo>
                    <a:pt x="2637464" y="609243"/>
                  </a:lnTo>
                  <a:lnTo>
                    <a:pt x="2637460" y="609273"/>
                  </a:lnTo>
                  <a:lnTo>
                    <a:pt x="2637483" y="609428"/>
                  </a:lnTo>
                  <a:lnTo>
                    <a:pt x="2637489" y="609451"/>
                  </a:lnTo>
                  <a:lnTo>
                    <a:pt x="2637528" y="609510"/>
                  </a:lnTo>
                  <a:lnTo>
                    <a:pt x="2637827" y="609958"/>
                  </a:lnTo>
                  <a:lnTo>
                    <a:pt x="2637847" y="609985"/>
                  </a:lnTo>
                  <a:lnTo>
                    <a:pt x="2637894" y="610016"/>
                  </a:lnTo>
                  <a:lnTo>
                    <a:pt x="2637956" y="610050"/>
                  </a:lnTo>
                  <a:lnTo>
                    <a:pt x="2637992" y="610056"/>
                  </a:lnTo>
                  <a:lnTo>
                    <a:pt x="2638034" y="610058"/>
                  </a:lnTo>
                  <a:lnTo>
                    <a:pt x="2638070" y="610052"/>
                  </a:lnTo>
                  <a:lnTo>
                    <a:pt x="2638142" y="610022"/>
                  </a:lnTo>
                  <a:lnTo>
                    <a:pt x="2638162" y="610001"/>
                  </a:lnTo>
                  <a:lnTo>
                    <a:pt x="2638188" y="609974"/>
                  </a:lnTo>
                  <a:lnTo>
                    <a:pt x="2638212" y="609945"/>
                  </a:lnTo>
                  <a:lnTo>
                    <a:pt x="2638227" y="609929"/>
                  </a:lnTo>
                  <a:lnTo>
                    <a:pt x="2638256" y="609907"/>
                  </a:lnTo>
                  <a:lnTo>
                    <a:pt x="2638328" y="609853"/>
                  </a:lnTo>
                  <a:lnTo>
                    <a:pt x="2638373" y="609833"/>
                  </a:lnTo>
                  <a:lnTo>
                    <a:pt x="2638399" y="609822"/>
                  </a:lnTo>
                  <a:lnTo>
                    <a:pt x="2638429" y="609815"/>
                  </a:lnTo>
                  <a:lnTo>
                    <a:pt x="2638525" y="609823"/>
                  </a:lnTo>
                  <a:lnTo>
                    <a:pt x="2638574" y="609827"/>
                  </a:lnTo>
                  <a:lnTo>
                    <a:pt x="2638591" y="609841"/>
                  </a:lnTo>
                  <a:lnTo>
                    <a:pt x="2638598" y="609861"/>
                  </a:lnTo>
                  <a:lnTo>
                    <a:pt x="2638598" y="609892"/>
                  </a:lnTo>
                  <a:lnTo>
                    <a:pt x="2638592" y="609927"/>
                  </a:lnTo>
                  <a:lnTo>
                    <a:pt x="2638587" y="609961"/>
                  </a:lnTo>
                  <a:lnTo>
                    <a:pt x="2638582" y="610001"/>
                  </a:lnTo>
                  <a:lnTo>
                    <a:pt x="2638571" y="610107"/>
                  </a:lnTo>
                  <a:lnTo>
                    <a:pt x="2638566" y="610178"/>
                  </a:lnTo>
                  <a:lnTo>
                    <a:pt x="2638573" y="610206"/>
                  </a:lnTo>
                  <a:lnTo>
                    <a:pt x="2638616" y="610285"/>
                  </a:lnTo>
                  <a:lnTo>
                    <a:pt x="2638633" y="610309"/>
                  </a:lnTo>
                  <a:lnTo>
                    <a:pt x="2638705" y="610363"/>
                  </a:lnTo>
                  <a:lnTo>
                    <a:pt x="2638707" y="610408"/>
                  </a:lnTo>
                  <a:lnTo>
                    <a:pt x="2638705" y="610419"/>
                  </a:lnTo>
                  <a:lnTo>
                    <a:pt x="2638699" y="610434"/>
                  </a:lnTo>
                  <a:lnTo>
                    <a:pt x="2638689" y="610453"/>
                  </a:lnTo>
                  <a:lnTo>
                    <a:pt x="2638647" y="610514"/>
                  </a:lnTo>
                  <a:lnTo>
                    <a:pt x="2638633" y="610523"/>
                  </a:lnTo>
                  <a:lnTo>
                    <a:pt x="2638603" y="610537"/>
                  </a:lnTo>
                  <a:lnTo>
                    <a:pt x="2638566" y="610551"/>
                  </a:lnTo>
                  <a:lnTo>
                    <a:pt x="2638392" y="610598"/>
                  </a:lnTo>
                  <a:lnTo>
                    <a:pt x="2638374" y="610603"/>
                  </a:lnTo>
                  <a:lnTo>
                    <a:pt x="2638352" y="610604"/>
                  </a:lnTo>
                  <a:lnTo>
                    <a:pt x="2638235" y="610600"/>
                  </a:lnTo>
                  <a:lnTo>
                    <a:pt x="2638211" y="610599"/>
                  </a:lnTo>
                  <a:lnTo>
                    <a:pt x="2638183" y="610595"/>
                  </a:lnTo>
                  <a:lnTo>
                    <a:pt x="2638156" y="610578"/>
                  </a:lnTo>
                  <a:lnTo>
                    <a:pt x="2638121" y="610549"/>
                  </a:lnTo>
                  <a:lnTo>
                    <a:pt x="2637998" y="610445"/>
                  </a:lnTo>
                  <a:lnTo>
                    <a:pt x="2637833" y="610399"/>
                  </a:lnTo>
                  <a:lnTo>
                    <a:pt x="2637710" y="610531"/>
                  </a:lnTo>
                  <a:lnTo>
                    <a:pt x="2637687" y="610546"/>
                  </a:lnTo>
                  <a:lnTo>
                    <a:pt x="2637654" y="610564"/>
                  </a:lnTo>
                  <a:lnTo>
                    <a:pt x="2637585" y="610597"/>
                  </a:lnTo>
                  <a:lnTo>
                    <a:pt x="2637513" y="610619"/>
                  </a:lnTo>
                  <a:lnTo>
                    <a:pt x="2637484" y="610627"/>
                  </a:lnTo>
                  <a:lnTo>
                    <a:pt x="2637385" y="610641"/>
                  </a:lnTo>
                  <a:lnTo>
                    <a:pt x="2637369" y="610642"/>
                  </a:lnTo>
                  <a:lnTo>
                    <a:pt x="2637353" y="610640"/>
                  </a:lnTo>
                  <a:lnTo>
                    <a:pt x="2637347" y="610627"/>
                  </a:lnTo>
                  <a:lnTo>
                    <a:pt x="2637301" y="610568"/>
                  </a:lnTo>
                  <a:lnTo>
                    <a:pt x="2637284" y="610562"/>
                  </a:lnTo>
                  <a:lnTo>
                    <a:pt x="2637258" y="610554"/>
                  </a:lnTo>
                  <a:lnTo>
                    <a:pt x="2637235" y="610556"/>
                  </a:lnTo>
                  <a:lnTo>
                    <a:pt x="2637141" y="610566"/>
                  </a:lnTo>
                  <a:lnTo>
                    <a:pt x="2637113" y="610580"/>
                  </a:lnTo>
                  <a:lnTo>
                    <a:pt x="2637095" y="610596"/>
                  </a:lnTo>
                  <a:lnTo>
                    <a:pt x="2637079" y="610623"/>
                  </a:lnTo>
                  <a:lnTo>
                    <a:pt x="2637050" y="610691"/>
                  </a:lnTo>
                  <a:lnTo>
                    <a:pt x="2637044" y="610713"/>
                  </a:lnTo>
                  <a:lnTo>
                    <a:pt x="2637037" y="610837"/>
                  </a:lnTo>
                  <a:lnTo>
                    <a:pt x="2637128" y="611032"/>
                  </a:lnTo>
                  <a:lnTo>
                    <a:pt x="2637136" y="611044"/>
                  </a:lnTo>
                  <a:lnTo>
                    <a:pt x="2637150" y="611097"/>
                  </a:lnTo>
                  <a:lnTo>
                    <a:pt x="2637176" y="611237"/>
                  </a:lnTo>
                  <a:lnTo>
                    <a:pt x="2637174" y="611257"/>
                  </a:lnTo>
                  <a:lnTo>
                    <a:pt x="2637165" y="611283"/>
                  </a:lnTo>
                  <a:lnTo>
                    <a:pt x="2637141" y="611307"/>
                  </a:lnTo>
                  <a:lnTo>
                    <a:pt x="2637137" y="611311"/>
                  </a:lnTo>
                  <a:lnTo>
                    <a:pt x="2637112" y="611327"/>
                  </a:lnTo>
                  <a:lnTo>
                    <a:pt x="2637076" y="611343"/>
                  </a:lnTo>
                  <a:lnTo>
                    <a:pt x="2637004" y="611369"/>
                  </a:lnTo>
                  <a:lnTo>
                    <a:pt x="2636980" y="611373"/>
                  </a:lnTo>
                  <a:lnTo>
                    <a:pt x="2636880" y="611403"/>
                  </a:lnTo>
                  <a:lnTo>
                    <a:pt x="2636761" y="611448"/>
                  </a:lnTo>
                  <a:lnTo>
                    <a:pt x="2636699" y="611466"/>
                  </a:lnTo>
                  <a:lnTo>
                    <a:pt x="2636499" y="611501"/>
                  </a:lnTo>
                  <a:lnTo>
                    <a:pt x="2636309" y="611528"/>
                  </a:lnTo>
                  <a:lnTo>
                    <a:pt x="2636151" y="611541"/>
                  </a:lnTo>
                  <a:lnTo>
                    <a:pt x="2636098" y="611542"/>
                  </a:lnTo>
                  <a:lnTo>
                    <a:pt x="2635978" y="611534"/>
                  </a:lnTo>
                  <a:lnTo>
                    <a:pt x="2635914" y="611526"/>
                  </a:lnTo>
                  <a:lnTo>
                    <a:pt x="2635881" y="611519"/>
                  </a:lnTo>
                  <a:lnTo>
                    <a:pt x="2635860" y="611515"/>
                  </a:lnTo>
                  <a:lnTo>
                    <a:pt x="2635820" y="611511"/>
                  </a:lnTo>
                  <a:lnTo>
                    <a:pt x="2635790" y="611512"/>
                  </a:lnTo>
                  <a:lnTo>
                    <a:pt x="2635766" y="611517"/>
                  </a:lnTo>
                  <a:lnTo>
                    <a:pt x="2635755" y="611525"/>
                  </a:lnTo>
                  <a:lnTo>
                    <a:pt x="2635742" y="611537"/>
                  </a:lnTo>
                  <a:lnTo>
                    <a:pt x="2635732" y="611549"/>
                  </a:lnTo>
                  <a:lnTo>
                    <a:pt x="2635719" y="611565"/>
                  </a:lnTo>
                  <a:lnTo>
                    <a:pt x="2635695" y="611593"/>
                  </a:lnTo>
                  <a:lnTo>
                    <a:pt x="2635673" y="611626"/>
                  </a:lnTo>
                  <a:lnTo>
                    <a:pt x="2635660" y="611653"/>
                  </a:lnTo>
                  <a:lnTo>
                    <a:pt x="2635631" y="611802"/>
                  </a:lnTo>
                  <a:lnTo>
                    <a:pt x="2635626" y="611831"/>
                  </a:lnTo>
                  <a:lnTo>
                    <a:pt x="2635625" y="611853"/>
                  </a:lnTo>
                  <a:lnTo>
                    <a:pt x="2635636" y="611882"/>
                  </a:lnTo>
                  <a:lnTo>
                    <a:pt x="2635650" y="611910"/>
                  </a:lnTo>
                  <a:lnTo>
                    <a:pt x="2635666" y="611939"/>
                  </a:lnTo>
                  <a:lnTo>
                    <a:pt x="2635790" y="612137"/>
                  </a:lnTo>
                  <a:lnTo>
                    <a:pt x="2635855" y="612278"/>
                  </a:lnTo>
                  <a:lnTo>
                    <a:pt x="2635865" y="612308"/>
                  </a:lnTo>
                  <a:lnTo>
                    <a:pt x="2635971" y="612480"/>
                  </a:lnTo>
                  <a:lnTo>
                    <a:pt x="2636000" y="612504"/>
                  </a:lnTo>
                  <a:lnTo>
                    <a:pt x="2636009" y="612514"/>
                  </a:lnTo>
                  <a:lnTo>
                    <a:pt x="2636026" y="612534"/>
                  </a:lnTo>
                  <a:lnTo>
                    <a:pt x="2636044" y="612564"/>
                  </a:lnTo>
                  <a:lnTo>
                    <a:pt x="2636048" y="612572"/>
                  </a:lnTo>
                  <a:lnTo>
                    <a:pt x="2636050" y="612580"/>
                  </a:lnTo>
                  <a:lnTo>
                    <a:pt x="2636052" y="612586"/>
                  </a:lnTo>
                  <a:lnTo>
                    <a:pt x="2636058" y="612628"/>
                  </a:lnTo>
                  <a:lnTo>
                    <a:pt x="2636058" y="612642"/>
                  </a:lnTo>
                  <a:lnTo>
                    <a:pt x="2636057" y="612651"/>
                  </a:lnTo>
                  <a:lnTo>
                    <a:pt x="2636054" y="612657"/>
                  </a:lnTo>
                  <a:lnTo>
                    <a:pt x="2636050" y="612665"/>
                  </a:lnTo>
                  <a:lnTo>
                    <a:pt x="2636044" y="612673"/>
                  </a:lnTo>
                  <a:lnTo>
                    <a:pt x="2636030" y="612688"/>
                  </a:lnTo>
                  <a:lnTo>
                    <a:pt x="2636026" y="612692"/>
                  </a:lnTo>
                  <a:lnTo>
                    <a:pt x="2636022" y="612695"/>
                  </a:lnTo>
                  <a:lnTo>
                    <a:pt x="2635952" y="612741"/>
                  </a:lnTo>
                  <a:lnTo>
                    <a:pt x="2635945" y="612744"/>
                  </a:lnTo>
                  <a:lnTo>
                    <a:pt x="2635938" y="612746"/>
                  </a:lnTo>
                  <a:lnTo>
                    <a:pt x="2635933" y="612748"/>
                  </a:lnTo>
                  <a:lnTo>
                    <a:pt x="2635927" y="612749"/>
                  </a:lnTo>
                  <a:lnTo>
                    <a:pt x="2635921" y="612749"/>
                  </a:lnTo>
                  <a:lnTo>
                    <a:pt x="2635912" y="612750"/>
                  </a:lnTo>
                  <a:lnTo>
                    <a:pt x="2635904" y="612751"/>
                  </a:lnTo>
                  <a:lnTo>
                    <a:pt x="2635898" y="612750"/>
                  </a:lnTo>
                  <a:lnTo>
                    <a:pt x="2635490" y="612728"/>
                  </a:lnTo>
                  <a:lnTo>
                    <a:pt x="2635227" y="612713"/>
                  </a:lnTo>
                  <a:lnTo>
                    <a:pt x="2635220" y="612712"/>
                  </a:lnTo>
                  <a:lnTo>
                    <a:pt x="2635079" y="612676"/>
                  </a:lnTo>
                  <a:lnTo>
                    <a:pt x="2635064" y="612673"/>
                  </a:lnTo>
                  <a:lnTo>
                    <a:pt x="2634941" y="612654"/>
                  </a:lnTo>
                  <a:lnTo>
                    <a:pt x="2634924" y="612652"/>
                  </a:lnTo>
                  <a:lnTo>
                    <a:pt x="2634917" y="612651"/>
                  </a:lnTo>
                  <a:lnTo>
                    <a:pt x="2634912" y="612651"/>
                  </a:lnTo>
                  <a:lnTo>
                    <a:pt x="2634858" y="612654"/>
                  </a:lnTo>
                  <a:lnTo>
                    <a:pt x="2634853" y="612655"/>
                  </a:lnTo>
                  <a:lnTo>
                    <a:pt x="2634840" y="612657"/>
                  </a:lnTo>
                  <a:lnTo>
                    <a:pt x="2634829" y="612659"/>
                  </a:lnTo>
                  <a:lnTo>
                    <a:pt x="2634819" y="612662"/>
                  </a:lnTo>
                  <a:lnTo>
                    <a:pt x="2634812" y="612664"/>
                  </a:lnTo>
                  <a:lnTo>
                    <a:pt x="2634806" y="612666"/>
                  </a:lnTo>
                  <a:lnTo>
                    <a:pt x="2634801" y="612668"/>
                  </a:lnTo>
                  <a:lnTo>
                    <a:pt x="2634796" y="612671"/>
                  </a:lnTo>
                  <a:lnTo>
                    <a:pt x="2634792" y="612674"/>
                  </a:lnTo>
                  <a:lnTo>
                    <a:pt x="2634788" y="612676"/>
                  </a:lnTo>
                  <a:lnTo>
                    <a:pt x="2634781" y="612681"/>
                  </a:lnTo>
                  <a:lnTo>
                    <a:pt x="2634773" y="612690"/>
                  </a:lnTo>
                  <a:lnTo>
                    <a:pt x="2634769" y="612695"/>
                  </a:lnTo>
                  <a:lnTo>
                    <a:pt x="2634766" y="612701"/>
                  </a:lnTo>
                  <a:lnTo>
                    <a:pt x="2634764" y="612709"/>
                  </a:lnTo>
                  <a:lnTo>
                    <a:pt x="2634441" y="612819"/>
                  </a:lnTo>
                  <a:lnTo>
                    <a:pt x="2634289" y="612856"/>
                  </a:lnTo>
                  <a:lnTo>
                    <a:pt x="2634197" y="612884"/>
                  </a:lnTo>
                  <a:lnTo>
                    <a:pt x="2634191" y="612886"/>
                  </a:lnTo>
                  <a:lnTo>
                    <a:pt x="2634184" y="612889"/>
                  </a:lnTo>
                  <a:lnTo>
                    <a:pt x="2634177" y="612893"/>
                  </a:lnTo>
                  <a:lnTo>
                    <a:pt x="2634170" y="612897"/>
                  </a:lnTo>
                  <a:lnTo>
                    <a:pt x="2634165" y="612902"/>
                  </a:lnTo>
                  <a:lnTo>
                    <a:pt x="2634161" y="612907"/>
                  </a:lnTo>
                  <a:lnTo>
                    <a:pt x="2634158" y="612914"/>
                  </a:lnTo>
                  <a:lnTo>
                    <a:pt x="2634159" y="612921"/>
                  </a:lnTo>
                  <a:lnTo>
                    <a:pt x="2634161" y="612927"/>
                  </a:lnTo>
                  <a:lnTo>
                    <a:pt x="2634182" y="612963"/>
                  </a:lnTo>
                  <a:lnTo>
                    <a:pt x="2634186" y="612969"/>
                  </a:lnTo>
                  <a:lnTo>
                    <a:pt x="2634233" y="613032"/>
                  </a:lnTo>
                  <a:lnTo>
                    <a:pt x="2634241" y="613042"/>
                  </a:lnTo>
                  <a:lnTo>
                    <a:pt x="2634249" y="613049"/>
                  </a:lnTo>
                  <a:lnTo>
                    <a:pt x="2634268" y="613064"/>
                  </a:lnTo>
                  <a:lnTo>
                    <a:pt x="2634372" y="613171"/>
                  </a:lnTo>
                  <a:lnTo>
                    <a:pt x="2634376" y="613176"/>
                  </a:lnTo>
                  <a:lnTo>
                    <a:pt x="2634381" y="613182"/>
                  </a:lnTo>
                  <a:lnTo>
                    <a:pt x="2634385" y="613188"/>
                  </a:lnTo>
                  <a:lnTo>
                    <a:pt x="2634389" y="613196"/>
                  </a:lnTo>
                  <a:lnTo>
                    <a:pt x="2634392" y="613204"/>
                  </a:lnTo>
                  <a:lnTo>
                    <a:pt x="2634393" y="613213"/>
                  </a:lnTo>
                  <a:lnTo>
                    <a:pt x="2634393" y="613221"/>
                  </a:lnTo>
                  <a:lnTo>
                    <a:pt x="2634393" y="613227"/>
                  </a:lnTo>
                  <a:lnTo>
                    <a:pt x="2634390" y="613239"/>
                  </a:lnTo>
                  <a:lnTo>
                    <a:pt x="2634387" y="613246"/>
                  </a:lnTo>
                  <a:lnTo>
                    <a:pt x="2634382" y="613254"/>
                  </a:lnTo>
                  <a:lnTo>
                    <a:pt x="2634375" y="613263"/>
                  </a:lnTo>
                  <a:lnTo>
                    <a:pt x="2634366" y="613272"/>
                  </a:lnTo>
                  <a:lnTo>
                    <a:pt x="2634362" y="613276"/>
                  </a:lnTo>
                  <a:lnTo>
                    <a:pt x="2634358" y="613279"/>
                  </a:lnTo>
                  <a:lnTo>
                    <a:pt x="2634352" y="613283"/>
                  </a:lnTo>
                  <a:lnTo>
                    <a:pt x="2634345" y="613287"/>
                  </a:lnTo>
                  <a:lnTo>
                    <a:pt x="2634335" y="613291"/>
                  </a:lnTo>
                  <a:lnTo>
                    <a:pt x="2634329" y="613294"/>
                  </a:lnTo>
                  <a:lnTo>
                    <a:pt x="2634325" y="613299"/>
                  </a:lnTo>
                  <a:lnTo>
                    <a:pt x="2634322" y="613304"/>
                  </a:lnTo>
                  <a:lnTo>
                    <a:pt x="2634278" y="613400"/>
                  </a:lnTo>
                  <a:lnTo>
                    <a:pt x="2634270" y="613422"/>
                  </a:lnTo>
                  <a:lnTo>
                    <a:pt x="2634268" y="613454"/>
                  </a:lnTo>
                  <a:lnTo>
                    <a:pt x="2634180" y="613504"/>
                  </a:lnTo>
                  <a:lnTo>
                    <a:pt x="2634085" y="613529"/>
                  </a:lnTo>
                  <a:lnTo>
                    <a:pt x="2633985" y="613552"/>
                  </a:lnTo>
                  <a:lnTo>
                    <a:pt x="2633908" y="613574"/>
                  </a:lnTo>
                  <a:lnTo>
                    <a:pt x="2633876" y="613585"/>
                  </a:lnTo>
                  <a:lnTo>
                    <a:pt x="2633848" y="613596"/>
                  </a:lnTo>
                  <a:lnTo>
                    <a:pt x="2633824" y="613608"/>
                  </a:lnTo>
                  <a:lnTo>
                    <a:pt x="2633800" y="613621"/>
                  </a:lnTo>
                  <a:lnTo>
                    <a:pt x="2633776" y="613636"/>
                  </a:lnTo>
                  <a:lnTo>
                    <a:pt x="2633750" y="613657"/>
                  </a:lnTo>
                  <a:lnTo>
                    <a:pt x="2633722" y="613683"/>
                  </a:lnTo>
                  <a:lnTo>
                    <a:pt x="2633695" y="613711"/>
                  </a:lnTo>
                  <a:lnTo>
                    <a:pt x="2633672" y="613735"/>
                  </a:lnTo>
                  <a:lnTo>
                    <a:pt x="2633656" y="613755"/>
                  </a:lnTo>
                  <a:lnTo>
                    <a:pt x="2633648" y="613766"/>
                  </a:lnTo>
                  <a:lnTo>
                    <a:pt x="2633643" y="613776"/>
                  </a:lnTo>
                  <a:lnTo>
                    <a:pt x="2633638" y="613787"/>
                  </a:lnTo>
                  <a:lnTo>
                    <a:pt x="2633631" y="613804"/>
                  </a:lnTo>
                  <a:lnTo>
                    <a:pt x="2633629" y="613811"/>
                  </a:lnTo>
                  <a:lnTo>
                    <a:pt x="2633629" y="613819"/>
                  </a:lnTo>
                  <a:lnTo>
                    <a:pt x="2633630" y="613850"/>
                  </a:lnTo>
                  <a:lnTo>
                    <a:pt x="2633633" y="613932"/>
                  </a:lnTo>
                  <a:lnTo>
                    <a:pt x="2633633" y="613951"/>
                  </a:lnTo>
                  <a:lnTo>
                    <a:pt x="2633631" y="613967"/>
                  </a:lnTo>
                  <a:lnTo>
                    <a:pt x="2633628" y="613979"/>
                  </a:lnTo>
                  <a:lnTo>
                    <a:pt x="2633624" y="613991"/>
                  </a:lnTo>
                  <a:lnTo>
                    <a:pt x="2633619" y="614002"/>
                  </a:lnTo>
                  <a:lnTo>
                    <a:pt x="2633613" y="614010"/>
                  </a:lnTo>
                  <a:lnTo>
                    <a:pt x="2633608" y="614017"/>
                  </a:lnTo>
                  <a:lnTo>
                    <a:pt x="2633600" y="614023"/>
                  </a:lnTo>
                  <a:lnTo>
                    <a:pt x="2633587" y="614029"/>
                  </a:lnTo>
                  <a:lnTo>
                    <a:pt x="2633567" y="614036"/>
                  </a:lnTo>
                  <a:lnTo>
                    <a:pt x="2633546" y="614044"/>
                  </a:lnTo>
                  <a:lnTo>
                    <a:pt x="2633492" y="614058"/>
                  </a:lnTo>
                  <a:lnTo>
                    <a:pt x="2633466" y="614063"/>
                  </a:lnTo>
                  <a:lnTo>
                    <a:pt x="2633437" y="614068"/>
                  </a:lnTo>
                  <a:lnTo>
                    <a:pt x="2633404" y="614071"/>
                  </a:lnTo>
                  <a:lnTo>
                    <a:pt x="2633368" y="614074"/>
                  </a:lnTo>
                  <a:lnTo>
                    <a:pt x="2633331" y="614076"/>
                  </a:lnTo>
                  <a:lnTo>
                    <a:pt x="2633240" y="614076"/>
                  </a:lnTo>
                  <a:lnTo>
                    <a:pt x="2633218" y="614075"/>
                  </a:lnTo>
                  <a:lnTo>
                    <a:pt x="2633203" y="614072"/>
                  </a:lnTo>
                  <a:lnTo>
                    <a:pt x="2633193" y="614070"/>
                  </a:lnTo>
                  <a:lnTo>
                    <a:pt x="2633183" y="614067"/>
                  </a:lnTo>
                  <a:lnTo>
                    <a:pt x="2633171" y="614063"/>
                  </a:lnTo>
                  <a:lnTo>
                    <a:pt x="2633162" y="614060"/>
                  </a:lnTo>
                  <a:lnTo>
                    <a:pt x="2633153" y="614055"/>
                  </a:lnTo>
                  <a:lnTo>
                    <a:pt x="2633142" y="614050"/>
                  </a:lnTo>
                  <a:lnTo>
                    <a:pt x="2633133" y="614044"/>
                  </a:lnTo>
                  <a:lnTo>
                    <a:pt x="2633048" y="613925"/>
                  </a:lnTo>
                  <a:lnTo>
                    <a:pt x="2632830" y="613880"/>
                  </a:lnTo>
                  <a:lnTo>
                    <a:pt x="2632748" y="613932"/>
                  </a:lnTo>
                  <a:lnTo>
                    <a:pt x="2632606" y="613993"/>
                  </a:lnTo>
                  <a:lnTo>
                    <a:pt x="2632457" y="614043"/>
                  </a:lnTo>
                  <a:lnTo>
                    <a:pt x="2632445" y="614051"/>
                  </a:lnTo>
                  <a:lnTo>
                    <a:pt x="2632426" y="614057"/>
                  </a:lnTo>
                  <a:lnTo>
                    <a:pt x="2632411" y="614060"/>
                  </a:lnTo>
                  <a:lnTo>
                    <a:pt x="2632395" y="614063"/>
                  </a:lnTo>
                  <a:lnTo>
                    <a:pt x="2632378" y="614065"/>
                  </a:lnTo>
                  <a:lnTo>
                    <a:pt x="2632360" y="614064"/>
                  </a:lnTo>
                  <a:lnTo>
                    <a:pt x="2632342" y="614062"/>
                  </a:lnTo>
                  <a:lnTo>
                    <a:pt x="2632322" y="614059"/>
                  </a:lnTo>
                  <a:lnTo>
                    <a:pt x="2632300" y="614053"/>
                  </a:lnTo>
                  <a:lnTo>
                    <a:pt x="2632279" y="614047"/>
                  </a:lnTo>
                  <a:lnTo>
                    <a:pt x="2632260" y="614040"/>
                  </a:lnTo>
                  <a:lnTo>
                    <a:pt x="2632238" y="614030"/>
                  </a:lnTo>
                  <a:lnTo>
                    <a:pt x="2632220" y="614021"/>
                  </a:lnTo>
                  <a:lnTo>
                    <a:pt x="2632189" y="614004"/>
                  </a:lnTo>
                  <a:lnTo>
                    <a:pt x="2632177" y="613997"/>
                  </a:lnTo>
                  <a:lnTo>
                    <a:pt x="2632169" y="613991"/>
                  </a:lnTo>
                  <a:lnTo>
                    <a:pt x="2632162" y="613986"/>
                  </a:lnTo>
                  <a:lnTo>
                    <a:pt x="2632155" y="613980"/>
                  </a:lnTo>
                  <a:lnTo>
                    <a:pt x="2632135" y="613961"/>
                  </a:lnTo>
                  <a:lnTo>
                    <a:pt x="2632131" y="613956"/>
                  </a:lnTo>
                  <a:lnTo>
                    <a:pt x="2632126" y="613949"/>
                  </a:lnTo>
                  <a:lnTo>
                    <a:pt x="2632049" y="613826"/>
                  </a:lnTo>
                  <a:lnTo>
                    <a:pt x="2632033" y="613796"/>
                  </a:lnTo>
                  <a:lnTo>
                    <a:pt x="2632022" y="613771"/>
                  </a:lnTo>
                  <a:lnTo>
                    <a:pt x="2631998" y="613705"/>
                  </a:lnTo>
                  <a:lnTo>
                    <a:pt x="2631994" y="613688"/>
                  </a:lnTo>
                  <a:lnTo>
                    <a:pt x="2631992" y="613671"/>
                  </a:lnTo>
                  <a:lnTo>
                    <a:pt x="2631987" y="613575"/>
                  </a:lnTo>
                  <a:lnTo>
                    <a:pt x="2631981" y="613475"/>
                  </a:lnTo>
                  <a:lnTo>
                    <a:pt x="2631978" y="613451"/>
                  </a:lnTo>
                  <a:lnTo>
                    <a:pt x="2631973" y="613427"/>
                  </a:lnTo>
                  <a:lnTo>
                    <a:pt x="2631965" y="613400"/>
                  </a:lnTo>
                  <a:lnTo>
                    <a:pt x="2631952" y="613371"/>
                  </a:lnTo>
                  <a:lnTo>
                    <a:pt x="2631934" y="613338"/>
                  </a:lnTo>
                  <a:lnTo>
                    <a:pt x="2631911" y="613305"/>
                  </a:lnTo>
                  <a:lnTo>
                    <a:pt x="2631886" y="613271"/>
                  </a:lnTo>
                  <a:lnTo>
                    <a:pt x="2631859" y="613239"/>
                  </a:lnTo>
                  <a:lnTo>
                    <a:pt x="2631830" y="613208"/>
                  </a:lnTo>
                  <a:lnTo>
                    <a:pt x="2631799" y="613179"/>
                  </a:lnTo>
                  <a:lnTo>
                    <a:pt x="2631766" y="613150"/>
                  </a:lnTo>
                  <a:lnTo>
                    <a:pt x="2631732" y="613125"/>
                  </a:lnTo>
                  <a:lnTo>
                    <a:pt x="2631699" y="613103"/>
                  </a:lnTo>
                  <a:lnTo>
                    <a:pt x="2631670" y="613087"/>
                  </a:lnTo>
                  <a:lnTo>
                    <a:pt x="2631643" y="613076"/>
                  </a:lnTo>
                  <a:lnTo>
                    <a:pt x="2631620" y="613068"/>
                  </a:lnTo>
                  <a:lnTo>
                    <a:pt x="2631599" y="613061"/>
                  </a:lnTo>
                  <a:lnTo>
                    <a:pt x="2631580" y="613056"/>
                  </a:lnTo>
                  <a:lnTo>
                    <a:pt x="2631561" y="613052"/>
                  </a:lnTo>
                  <a:lnTo>
                    <a:pt x="2631542" y="613049"/>
                  </a:lnTo>
                  <a:lnTo>
                    <a:pt x="2631523" y="613047"/>
                  </a:lnTo>
                  <a:lnTo>
                    <a:pt x="2631504" y="613046"/>
                  </a:lnTo>
                  <a:lnTo>
                    <a:pt x="2631485" y="613046"/>
                  </a:lnTo>
                  <a:lnTo>
                    <a:pt x="2631466" y="613048"/>
                  </a:lnTo>
                  <a:lnTo>
                    <a:pt x="2631449" y="613051"/>
                  </a:lnTo>
                  <a:lnTo>
                    <a:pt x="2631432" y="613056"/>
                  </a:lnTo>
                  <a:lnTo>
                    <a:pt x="2631415" y="613062"/>
                  </a:lnTo>
                  <a:lnTo>
                    <a:pt x="2631398" y="613071"/>
                  </a:lnTo>
                  <a:lnTo>
                    <a:pt x="2631382" y="613082"/>
                  </a:lnTo>
                  <a:lnTo>
                    <a:pt x="2631364" y="613095"/>
                  </a:lnTo>
                  <a:lnTo>
                    <a:pt x="2631346" y="613111"/>
                  </a:lnTo>
                  <a:lnTo>
                    <a:pt x="2631235" y="613227"/>
                  </a:lnTo>
                  <a:lnTo>
                    <a:pt x="2631213" y="613251"/>
                  </a:lnTo>
                  <a:lnTo>
                    <a:pt x="2631197" y="613272"/>
                  </a:lnTo>
                  <a:lnTo>
                    <a:pt x="2631185" y="613291"/>
                  </a:lnTo>
                  <a:lnTo>
                    <a:pt x="2631176" y="613308"/>
                  </a:lnTo>
                  <a:lnTo>
                    <a:pt x="2631170" y="613323"/>
                  </a:lnTo>
                  <a:lnTo>
                    <a:pt x="2631166" y="613339"/>
                  </a:lnTo>
                  <a:lnTo>
                    <a:pt x="2631164" y="613353"/>
                  </a:lnTo>
                  <a:lnTo>
                    <a:pt x="2631163" y="613367"/>
                  </a:lnTo>
                  <a:lnTo>
                    <a:pt x="2631165" y="613380"/>
                  </a:lnTo>
                  <a:lnTo>
                    <a:pt x="2631167" y="613392"/>
                  </a:lnTo>
                  <a:lnTo>
                    <a:pt x="2631171" y="613404"/>
                  </a:lnTo>
                  <a:lnTo>
                    <a:pt x="2631177" y="613416"/>
                  </a:lnTo>
                  <a:lnTo>
                    <a:pt x="2631184" y="613429"/>
                  </a:lnTo>
                  <a:lnTo>
                    <a:pt x="2631194" y="613443"/>
                  </a:lnTo>
                  <a:lnTo>
                    <a:pt x="2631244" y="613513"/>
                  </a:lnTo>
                  <a:lnTo>
                    <a:pt x="2631252" y="613523"/>
                  </a:lnTo>
                  <a:lnTo>
                    <a:pt x="2631260" y="613532"/>
                  </a:lnTo>
                  <a:lnTo>
                    <a:pt x="2631268" y="613539"/>
                  </a:lnTo>
                  <a:lnTo>
                    <a:pt x="2631276" y="613546"/>
                  </a:lnTo>
                  <a:lnTo>
                    <a:pt x="2631302" y="613563"/>
                  </a:lnTo>
                  <a:lnTo>
                    <a:pt x="2631311" y="613570"/>
                  </a:lnTo>
                  <a:lnTo>
                    <a:pt x="2631321" y="613579"/>
                  </a:lnTo>
                  <a:lnTo>
                    <a:pt x="2631331" y="613590"/>
                  </a:lnTo>
                  <a:lnTo>
                    <a:pt x="2631342" y="613604"/>
                  </a:lnTo>
                  <a:lnTo>
                    <a:pt x="2631356" y="613623"/>
                  </a:lnTo>
                  <a:lnTo>
                    <a:pt x="2631499" y="613856"/>
                  </a:lnTo>
                  <a:lnTo>
                    <a:pt x="2631513" y="613878"/>
                  </a:lnTo>
                  <a:lnTo>
                    <a:pt x="2631553" y="613944"/>
                  </a:lnTo>
                  <a:lnTo>
                    <a:pt x="2631583" y="614010"/>
                  </a:lnTo>
                  <a:lnTo>
                    <a:pt x="2631583" y="614020"/>
                  </a:lnTo>
                  <a:lnTo>
                    <a:pt x="2631556" y="614070"/>
                  </a:lnTo>
                  <a:lnTo>
                    <a:pt x="2631552" y="614075"/>
                  </a:lnTo>
                  <a:lnTo>
                    <a:pt x="2631547" y="614079"/>
                  </a:lnTo>
                  <a:lnTo>
                    <a:pt x="2631531" y="614088"/>
                  </a:lnTo>
                  <a:lnTo>
                    <a:pt x="2631522" y="614092"/>
                  </a:lnTo>
                  <a:lnTo>
                    <a:pt x="2631514" y="614095"/>
                  </a:lnTo>
                  <a:lnTo>
                    <a:pt x="2631503" y="614099"/>
                  </a:lnTo>
                  <a:lnTo>
                    <a:pt x="2631496" y="614101"/>
                  </a:lnTo>
                  <a:lnTo>
                    <a:pt x="2631486" y="614103"/>
                  </a:lnTo>
                  <a:lnTo>
                    <a:pt x="2631480" y="614104"/>
                  </a:lnTo>
                  <a:lnTo>
                    <a:pt x="2631472" y="614104"/>
                  </a:lnTo>
                  <a:lnTo>
                    <a:pt x="2631430" y="614103"/>
                  </a:lnTo>
                  <a:lnTo>
                    <a:pt x="2631416" y="614102"/>
                  </a:lnTo>
                  <a:lnTo>
                    <a:pt x="2631410" y="614101"/>
                  </a:lnTo>
                  <a:lnTo>
                    <a:pt x="2631403" y="614099"/>
                  </a:lnTo>
                  <a:lnTo>
                    <a:pt x="2631125" y="614056"/>
                  </a:lnTo>
                  <a:lnTo>
                    <a:pt x="2630741" y="614032"/>
                  </a:lnTo>
                  <a:lnTo>
                    <a:pt x="2630730" y="614032"/>
                  </a:lnTo>
                  <a:lnTo>
                    <a:pt x="2630702" y="614034"/>
                  </a:lnTo>
                  <a:lnTo>
                    <a:pt x="2630247" y="614265"/>
                  </a:lnTo>
                  <a:lnTo>
                    <a:pt x="2630057" y="614345"/>
                  </a:lnTo>
                  <a:lnTo>
                    <a:pt x="2630032" y="614397"/>
                  </a:lnTo>
                  <a:lnTo>
                    <a:pt x="2630029" y="614402"/>
                  </a:lnTo>
                  <a:lnTo>
                    <a:pt x="2630023" y="614411"/>
                  </a:lnTo>
                  <a:lnTo>
                    <a:pt x="2629997" y="614439"/>
                  </a:lnTo>
                  <a:lnTo>
                    <a:pt x="2629934" y="614497"/>
                  </a:lnTo>
                  <a:lnTo>
                    <a:pt x="2629907" y="614522"/>
                  </a:lnTo>
                  <a:lnTo>
                    <a:pt x="2629875" y="614555"/>
                  </a:lnTo>
                  <a:lnTo>
                    <a:pt x="2629868" y="614564"/>
                  </a:lnTo>
                  <a:lnTo>
                    <a:pt x="2629865" y="614568"/>
                  </a:lnTo>
                  <a:lnTo>
                    <a:pt x="2629858" y="614579"/>
                  </a:lnTo>
                  <a:lnTo>
                    <a:pt x="2629854" y="614587"/>
                  </a:lnTo>
                  <a:lnTo>
                    <a:pt x="2629852" y="614594"/>
                  </a:lnTo>
                  <a:lnTo>
                    <a:pt x="2629852" y="614606"/>
                  </a:lnTo>
                  <a:lnTo>
                    <a:pt x="2629854" y="614615"/>
                  </a:lnTo>
                  <a:lnTo>
                    <a:pt x="2629857" y="614621"/>
                  </a:lnTo>
                  <a:lnTo>
                    <a:pt x="2629860" y="614629"/>
                  </a:lnTo>
                  <a:lnTo>
                    <a:pt x="2629897" y="614690"/>
                  </a:lnTo>
                  <a:lnTo>
                    <a:pt x="2629901" y="614700"/>
                  </a:lnTo>
                  <a:lnTo>
                    <a:pt x="2629906" y="614715"/>
                  </a:lnTo>
                  <a:lnTo>
                    <a:pt x="2630146" y="615212"/>
                  </a:lnTo>
                  <a:lnTo>
                    <a:pt x="2630149" y="615218"/>
                  </a:lnTo>
                  <a:lnTo>
                    <a:pt x="2630153" y="615226"/>
                  </a:lnTo>
                  <a:lnTo>
                    <a:pt x="2630155" y="615235"/>
                  </a:lnTo>
                  <a:lnTo>
                    <a:pt x="2630154" y="615244"/>
                  </a:lnTo>
                  <a:lnTo>
                    <a:pt x="2630152" y="615252"/>
                  </a:lnTo>
                  <a:lnTo>
                    <a:pt x="2630150" y="615258"/>
                  </a:lnTo>
                  <a:lnTo>
                    <a:pt x="2630146" y="615265"/>
                  </a:lnTo>
                  <a:lnTo>
                    <a:pt x="2630081" y="615360"/>
                  </a:lnTo>
                  <a:lnTo>
                    <a:pt x="2630061" y="615376"/>
                  </a:lnTo>
                  <a:lnTo>
                    <a:pt x="2630017" y="615397"/>
                  </a:lnTo>
                  <a:lnTo>
                    <a:pt x="2629995" y="615402"/>
                  </a:lnTo>
                  <a:lnTo>
                    <a:pt x="2629955" y="615407"/>
                  </a:lnTo>
                  <a:lnTo>
                    <a:pt x="2629897" y="615415"/>
                  </a:lnTo>
                  <a:lnTo>
                    <a:pt x="2629859" y="615423"/>
                  </a:lnTo>
                  <a:lnTo>
                    <a:pt x="2629805" y="615435"/>
                  </a:lnTo>
                  <a:lnTo>
                    <a:pt x="2629753" y="615447"/>
                  </a:lnTo>
                  <a:lnTo>
                    <a:pt x="2629738" y="615451"/>
                  </a:lnTo>
                  <a:lnTo>
                    <a:pt x="2629732" y="615453"/>
                  </a:lnTo>
                  <a:lnTo>
                    <a:pt x="2629727" y="615457"/>
                  </a:lnTo>
                  <a:lnTo>
                    <a:pt x="2629722" y="615460"/>
                  </a:lnTo>
                  <a:lnTo>
                    <a:pt x="2629717" y="615466"/>
                  </a:lnTo>
                  <a:lnTo>
                    <a:pt x="2629709" y="615474"/>
                  </a:lnTo>
                  <a:lnTo>
                    <a:pt x="2629705" y="615482"/>
                  </a:lnTo>
                  <a:lnTo>
                    <a:pt x="2629683" y="615529"/>
                  </a:lnTo>
                  <a:lnTo>
                    <a:pt x="2629679" y="615538"/>
                  </a:lnTo>
                  <a:lnTo>
                    <a:pt x="2629676" y="615547"/>
                  </a:lnTo>
                  <a:lnTo>
                    <a:pt x="2629672" y="615559"/>
                  </a:lnTo>
                  <a:lnTo>
                    <a:pt x="2629668" y="615574"/>
                  </a:lnTo>
                  <a:lnTo>
                    <a:pt x="2629665" y="615585"/>
                  </a:lnTo>
                  <a:lnTo>
                    <a:pt x="2629663" y="615596"/>
                  </a:lnTo>
                  <a:lnTo>
                    <a:pt x="2629663" y="615604"/>
                  </a:lnTo>
                  <a:lnTo>
                    <a:pt x="2629663" y="615614"/>
                  </a:lnTo>
                  <a:lnTo>
                    <a:pt x="2629663" y="615620"/>
                  </a:lnTo>
                  <a:lnTo>
                    <a:pt x="2629664" y="615626"/>
                  </a:lnTo>
                  <a:lnTo>
                    <a:pt x="2629666" y="615633"/>
                  </a:lnTo>
                  <a:lnTo>
                    <a:pt x="2629668" y="615641"/>
                  </a:lnTo>
                  <a:lnTo>
                    <a:pt x="2629673" y="615650"/>
                  </a:lnTo>
                  <a:lnTo>
                    <a:pt x="2629677" y="615657"/>
                  </a:lnTo>
                  <a:lnTo>
                    <a:pt x="2629683" y="615665"/>
                  </a:lnTo>
                  <a:lnTo>
                    <a:pt x="2629690" y="615674"/>
                  </a:lnTo>
                  <a:lnTo>
                    <a:pt x="2629701" y="615674"/>
                  </a:lnTo>
                  <a:lnTo>
                    <a:pt x="2629710" y="615680"/>
                  </a:lnTo>
                  <a:lnTo>
                    <a:pt x="2629738" y="615701"/>
                  </a:lnTo>
                  <a:lnTo>
                    <a:pt x="2629750" y="615710"/>
                  </a:lnTo>
                  <a:lnTo>
                    <a:pt x="2629779" y="615738"/>
                  </a:lnTo>
                  <a:lnTo>
                    <a:pt x="2629783" y="615742"/>
                  </a:lnTo>
                  <a:lnTo>
                    <a:pt x="2629801" y="615765"/>
                  </a:lnTo>
                  <a:lnTo>
                    <a:pt x="2629810" y="615776"/>
                  </a:lnTo>
                  <a:lnTo>
                    <a:pt x="2629813" y="615782"/>
                  </a:lnTo>
                  <a:lnTo>
                    <a:pt x="2629815" y="615789"/>
                  </a:lnTo>
                  <a:lnTo>
                    <a:pt x="2629816" y="615806"/>
                  </a:lnTo>
                  <a:lnTo>
                    <a:pt x="2629812" y="615818"/>
                  </a:lnTo>
                  <a:lnTo>
                    <a:pt x="2629734" y="615880"/>
                  </a:lnTo>
                  <a:lnTo>
                    <a:pt x="2629394" y="616160"/>
                  </a:lnTo>
                  <a:lnTo>
                    <a:pt x="2629378" y="616176"/>
                  </a:lnTo>
                  <a:lnTo>
                    <a:pt x="2629350" y="616186"/>
                  </a:lnTo>
                  <a:lnTo>
                    <a:pt x="2629312" y="616199"/>
                  </a:lnTo>
                  <a:lnTo>
                    <a:pt x="2629248" y="616221"/>
                  </a:lnTo>
                  <a:lnTo>
                    <a:pt x="2629179" y="616244"/>
                  </a:lnTo>
                  <a:lnTo>
                    <a:pt x="2629151" y="616249"/>
                  </a:lnTo>
                  <a:lnTo>
                    <a:pt x="2629129" y="616248"/>
                  </a:lnTo>
                  <a:lnTo>
                    <a:pt x="2629115" y="616243"/>
                  </a:lnTo>
                  <a:lnTo>
                    <a:pt x="2629067" y="616227"/>
                  </a:lnTo>
                  <a:lnTo>
                    <a:pt x="2628995" y="616197"/>
                  </a:lnTo>
                  <a:lnTo>
                    <a:pt x="2628966" y="616176"/>
                  </a:lnTo>
                  <a:lnTo>
                    <a:pt x="2628940" y="616158"/>
                  </a:lnTo>
                  <a:lnTo>
                    <a:pt x="2628905" y="616142"/>
                  </a:lnTo>
                  <a:lnTo>
                    <a:pt x="2628894" y="616140"/>
                  </a:lnTo>
                  <a:lnTo>
                    <a:pt x="2628870" y="616137"/>
                  </a:lnTo>
                  <a:lnTo>
                    <a:pt x="2628815" y="616133"/>
                  </a:lnTo>
                  <a:lnTo>
                    <a:pt x="2628780" y="616130"/>
                  </a:lnTo>
                  <a:lnTo>
                    <a:pt x="2628718" y="616133"/>
                  </a:lnTo>
                  <a:lnTo>
                    <a:pt x="2628669" y="616141"/>
                  </a:lnTo>
                  <a:lnTo>
                    <a:pt x="2628617" y="616156"/>
                  </a:lnTo>
                  <a:lnTo>
                    <a:pt x="2628582" y="616177"/>
                  </a:lnTo>
                  <a:lnTo>
                    <a:pt x="2628571" y="616188"/>
                  </a:lnTo>
                  <a:lnTo>
                    <a:pt x="2628518" y="616237"/>
                  </a:lnTo>
                  <a:lnTo>
                    <a:pt x="2628417" y="616421"/>
                  </a:lnTo>
                  <a:lnTo>
                    <a:pt x="2628395" y="616551"/>
                  </a:lnTo>
                  <a:lnTo>
                    <a:pt x="2628332" y="616705"/>
                  </a:lnTo>
                  <a:lnTo>
                    <a:pt x="2628303" y="616713"/>
                  </a:lnTo>
                  <a:lnTo>
                    <a:pt x="2627880" y="616567"/>
                  </a:lnTo>
                  <a:lnTo>
                    <a:pt x="2627683" y="616549"/>
                  </a:lnTo>
                  <a:lnTo>
                    <a:pt x="2627673" y="616548"/>
                  </a:lnTo>
                  <a:lnTo>
                    <a:pt x="2627632" y="616545"/>
                  </a:lnTo>
                  <a:lnTo>
                    <a:pt x="2627417" y="616512"/>
                  </a:lnTo>
                  <a:lnTo>
                    <a:pt x="2627384" y="616543"/>
                  </a:lnTo>
                  <a:lnTo>
                    <a:pt x="2627347" y="616566"/>
                  </a:lnTo>
                  <a:lnTo>
                    <a:pt x="2627235" y="616625"/>
                  </a:lnTo>
                  <a:lnTo>
                    <a:pt x="2627063" y="616680"/>
                  </a:lnTo>
                  <a:lnTo>
                    <a:pt x="2627038" y="616688"/>
                  </a:lnTo>
                  <a:lnTo>
                    <a:pt x="2627017" y="616691"/>
                  </a:lnTo>
                  <a:lnTo>
                    <a:pt x="2626992" y="616692"/>
                  </a:lnTo>
                  <a:lnTo>
                    <a:pt x="2626961" y="616690"/>
                  </a:lnTo>
                  <a:lnTo>
                    <a:pt x="2626943" y="616687"/>
                  </a:lnTo>
                  <a:lnTo>
                    <a:pt x="2626922" y="616681"/>
                  </a:lnTo>
                  <a:lnTo>
                    <a:pt x="2626902" y="616674"/>
                  </a:lnTo>
                  <a:lnTo>
                    <a:pt x="2626880" y="616665"/>
                  </a:lnTo>
                  <a:lnTo>
                    <a:pt x="2626818" y="616625"/>
                  </a:lnTo>
                  <a:lnTo>
                    <a:pt x="2626774" y="616580"/>
                  </a:lnTo>
                  <a:lnTo>
                    <a:pt x="2626744" y="616555"/>
                  </a:lnTo>
                  <a:lnTo>
                    <a:pt x="2626688" y="616512"/>
                  </a:lnTo>
                  <a:lnTo>
                    <a:pt x="2626612" y="616457"/>
                  </a:lnTo>
                  <a:lnTo>
                    <a:pt x="2626602" y="616451"/>
                  </a:lnTo>
                  <a:lnTo>
                    <a:pt x="2626593" y="616445"/>
                  </a:lnTo>
                  <a:lnTo>
                    <a:pt x="2626573" y="616433"/>
                  </a:lnTo>
                  <a:lnTo>
                    <a:pt x="2626547" y="616418"/>
                  </a:lnTo>
                  <a:lnTo>
                    <a:pt x="2626521" y="616406"/>
                  </a:lnTo>
                  <a:lnTo>
                    <a:pt x="2626493" y="616399"/>
                  </a:lnTo>
                  <a:lnTo>
                    <a:pt x="2626386" y="616459"/>
                  </a:lnTo>
                  <a:lnTo>
                    <a:pt x="2626371" y="616495"/>
                  </a:lnTo>
                  <a:lnTo>
                    <a:pt x="2626360" y="616516"/>
                  </a:lnTo>
                  <a:lnTo>
                    <a:pt x="2626229" y="616719"/>
                  </a:lnTo>
                  <a:lnTo>
                    <a:pt x="2626195" y="616762"/>
                  </a:lnTo>
                  <a:lnTo>
                    <a:pt x="2625999" y="616927"/>
                  </a:lnTo>
                  <a:lnTo>
                    <a:pt x="2625976" y="616941"/>
                  </a:lnTo>
                  <a:lnTo>
                    <a:pt x="2625965" y="616948"/>
                  </a:lnTo>
                  <a:lnTo>
                    <a:pt x="2625955" y="616952"/>
                  </a:lnTo>
                  <a:lnTo>
                    <a:pt x="2625948" y="616955"/>
                  </a:lnTo>
                  <a:lnTo>
                    <a:pt x="2625933" y="616958"/>
                  </a:lnTo>
                  <a:lnTo>
                    <a:pt x="2625877" y="616964"/>
                  </a:lnTo>
                  <a:lnTo>
                    <a:pt x="2625839" y="616967"/>
                  </a:lnTo>
                  <a:lnTo>
                    <a:pt x="2625822" y="616969"/>
                  </a:lnTo>
                  <a:lnTo>
                    <a:pt x="2625805" y="616975"/>
                  </a:lnTo>
                  <a:lnTo>
                    <a:pt x="2625776" y="616992"/>
                  </a:lnTo>
                  <a:lnTo>
                    <a:pt x="2625721" y="617029"/>
                  </a:lnTo>
                  <a:lnTo>
                    <a:pt x="2625707" y="617047"/>
                  </a:lnTo>
                  <a:lnTo>
                    <a:pt x="2625696" y="617062"/>
                  </a:lnTo>
                  <a:lnTo>
                    <a:pt x="2625686" y="617077"/>
                  </a:lnTo>
                  <a:lnTo>
                    <a:pt x="2625680" y="617086"/>
                  </a:lnTo>
                  <a:lnTo>
                    <a:pt x="2625603" y="617281"/>
                  </a:lnTo>
                  <a:lnTo>
                    <a:pt x="2625601" y="617289"/>
                  </a:lnTo>
                  <a:lnTo>
                    <a:pt x="2625604" y="617298"/>
                  </a:lnTo>
                  <a:lnTo>
                    <a:pt x="2625620" y="617339"/>
                  </a:lnTo>
                  <a:lnTo>
                    <a:pt x="2625628" y="617349"/>
                  </a:lnTo>
                  <a:lnTo>
                    <a:pt x="2625645" y="617365"/>
                  </a:lnTo>
                  <a:lnTo>
                    <a:pt x="2625656" y="617375"/>
                  </a:lnTo>
                  <a:lnTo>
                    <a:pt x="2625664" y="617386"/>
                  </a:lnTo>
                  <a:lnTo>
                    <a:pt x="2625673" y="617402"/>
                  </a:lnTo>
                  <a:lnTo>
                    <a:pt x="2625678" y="617413"/>
                  </a:lnTo>
                  <a:lnTo>
                    <a:pt x="2625683" y="617425"/>
                  </a:lnTo>
                  <a:lnTo>
                    <a:pt x="2625686" y="617438"/>
                  </a:lnTo>
                  <a:lnTo>
                    <a:pt x="2625695" y="617474"/>
                  </a:lnTo>
                  <a:lnTo>
                    <a:pt x="2625699" y="617496"/>
                  </a:lnTo>
                  <a:lnTo>
                    <a:pt x="2625701" y="617537"/>
                  </a:lnTo>
                  <a:lnTo>
                    <a:pt x="2625698" y="617673"/>
                  </a:lnTo>
                  <a:lnTo>
                    <a:pt x="2625696" y="617710"/>
                  </a:lnTo>
                  <a:lnTo>
                    <a:pt x="2625694" y="617735"/>
                  </a:lnTo>
                  <a:lnTo>
                    <a:pt x="2625689" y="617765"/>
                  </a:lnTo>
                  <a:lnTo>
                    <a:pt x="2625681" y="617791"/>
                  </a:lnTo>
                  <a:lnTo>
                    <a:pt x="2625676" y="617804"/>
                  </a:lnTo>
                  <a:lnTo>
                    <a:pt x="2625665" y="617818"/>
                  </a:lnTo>
                  <a:lnTo>
                    <a:pt x="2625641" y="617847"/>
                  </a:lnTo>
                  <a:lnTo>
                    <a:pt x="2625597" y="617912"/>
                  </a:lnTo>
                  <a:lnTo>
                    <a:pt x="2625593" y="617924"/>
                  </a:lnTo>
                  <a:lnTo>
                    <a:pt x="2625591" y="617938"/>
                  </a:lnTo>
                  <a:lnTo>
                    <a:pt x="2625590" y="617950"/>
                  </a:lnTo>
                  <a:lnTo>
                    <a:pt x="2625589" y="618062"/>
                  </a:lnTo>
                  <a:lnTo>
                    <a:pt x="2625591" y="618076"/>
                  </a:lnTo>
                  <a:lnTo>
                    <a:pt x="2625596" y="618088"/>
                  </a:lnTo>
                  <a:lnTo>
                    <a:pt x="2625604" y="618099"/>
                  </a:lnTo>
                  <a:lnTo>
                    <a:pt x="2625608" y="618103"/>
                  </a:lnTo>
                  <a:lnTo>
                    <a:pt x="2625631" y="618127"/>
                  </a:lnTo>
                  <a:lnTo>
                    <a:pt x="2625652" y="618145"/>
                  </a:lnTo>
                  <a:lnTo>
                    <a:pt x="2625722" y="618204"/>
                  </a:lnTo>
                  <a:lnTo>
                    <a:pt x="2625791" y="618254"/>
                  </a:lnTo>
                  <a:lnTo>
                    <a:pt x="2625817" y="618271"/>
                  </a:lnTo>
                  <a:lnTo>
                    <a:pt x="2625871" y="618290"/>
                  </a:lnTo>
                  <a:lnTo>
                    <a:pt x="2625889" y="618291"/>
                  </a:lnTo>
                  <a:lnTo>
                    <a:pt x="2625898" y="618290"/>
                  </a:lnTo>
                  <a:lnTo>
                    <a:pt x="2625907" y="618287"/>
                  </a:lnTo>
                  <a:lnTo>
                    <a:pt x="2626070" y="618372"/>
                  </a:lnTo>
                  <a:lnTo>
                    <a:pt x="2626216" y="618515"/>
                  </a:lnTo>
                  <a:lnTo>
                    <a:pt x="2626218" y="618528"/>
                  </a:lnTo>
                  <a:lnTo>
                    <a:pt x="2626215" y="618541"/>
                  </a:lnTo>
                  <a:lnTo>
                    <a:pt x="2626203" y="618561"/>
                  </a:lnTo>
                  <a:lnTo>
                    <a:pt x="2626194" y="618570"/>
                  </a:lnTo>
                  <a:lnTo>
                    <a:pt x="2626175" y="618584"/>
                  </a:lnTo>
                  <a:lnTo>
                    <a:pt x="2626145" y="618604"/>
                  </a:lnTo>
                  <a:lnTo>
                    <a:pt x="2626103" y="618627"/>
                  </a:lnTo>
                  <a:lnTo>
                    <a:pt x="2626081" y="618644"/>
                  </a:lnTo>
                  <a:lnTo>
                    <a:pt x="2626072" y="618650"/>
                  </a:lnTo>
                  <a:lnTo>
                    <a:pt x="2626044" y="618676"/>
                  </a:lnTo>
                  <a:lnTo>
                    <a:pt x="2626033" y="618687"/>
                  </a:lnTo>
                  <a:lnTo>
                    <a:pt x="2625860" y="618866"/>
                  </a:lnTo>
                  <a:lnTo>
                    <a:pt x="2625855" y="618872"/>
                  </a:lnTo>
                  <a:lnTo>
                    <a:pt x="2625836" y="618963"/>
                  </a:lnTo>
                  <a:lnTo>
                    <a:pt x="2625803" y="619211"/>
                  </a:lnTo>
                  <a:lnTo>
                    <a:pt x="2625742" y="619491"/>
                  </a:lnTo>
                  <a:lnTo>
                    <a:pt x="2625689" y="619573"/>
                  </a:lnTo>
                  <a:lnTo>
                    <a:pt x="2625568" y="619728"/>
                  </a:lnTo>
                  <a:lnTo>
                    <a:pt x="2625561" y="619740"/>
                  </a:lnTo>
                  <a:lnTo>
                    <a:pt x="2625558" y="619748"/>
                  </a:lnTo>
                  <a:lnTo>
                    <a:pt x="2625557" y="619757"/>
                  </a:lnTo>
                  <a:lnTo>
                    <a:pt x="2625556" y="619766"/>
                  </a:lnTo>
                  <a:lnTo>
                    <a:pt x="2625556" y="619773"/>
                  </a:lnTo>
                  <a:lnTo>
                    <a:pt x="2625557" y="619779"/>
                  </a:lnTo>
                  <a:lnTo>
                    <a:pt x="2625559" y="619788"/>
                  </a:lnTo>
                  <a:lnTo>
                    <a:pt x="2625562" y="619794"/>
                  </a:lnTo>
                  <a:lnTo>
                    <a:pt x="2625573" y="619820"/>
                  </a:lnTo>
                  <a:lnTo>
                    <a:pt x="2625576" y="619826"/>
                  </a:lnTo>
                  <a:lnTo>
                    <a:pt x="2625579" y="619831"/>
                  </a:lnTo>
                  <a:lnTo>
                    <a:pt x="2625582" y="619835"/>
                  </a:lnTo>
                  <a:lnTo>
                    <a:pt x="2625620" y="619880"/>
                  </a:lnTo>
                  <a:lnTo>
                    <a:pt x="2625630" y="619886"/>
                  </a:lnTo>
                  <a:lnTo>
                    <a:pt x="2625635" y="619889"/>
                  </a:lnTo>
                  <a:lnTo>
                    <a:pt x="2625640" y="619893"/>
                  </a:lnTo>
                  <a:lnTo>
                    <a:pt x="2625645" y="619896"/>
                  </a:lnTo>
                  <a:lnTo>
                    <a:pt x="2625650" y="619901"/>
                  </a:lnTo>
                  <a:lnTo>
                    <a:pt x="2625654" y="619905"/>
                  </a:lnTo>
                  <a:lnTo>
                    <a:pt x="2625666" y="619916"/>
                  </a:lnTo>
                  <a:lnTo>
                    <a:pt x="2625695" y="619963"/>
                  </a:lnTo>
                  <a:lnTo>
                    <a:pt x="2625695" y="619973"/>
                  </a:lnTo>
                  <a:lnTo>
                    <a:pt x="2625692" y="620005"/>
                  </a:lnTo>
                  <a:lnTo>
                    <a:pt x="2625689" y="620019"/>
                  </a:lnTo>
                  <a:lnTo>
                    <a:pt x="2625661" y="620141"/>
                  </a:lnTo>
                  <a:lnTo>
                    <a:pt x="2625584" y="620186"/>
                  </a:lnTo>
                  <a:lnTo>
                    <a:pt x="2625579" y="620188"/>
                  </a:lnTo>
                  <a:lnTo>
                    <a:pt x="2625572" y="620188"/>
                  </a:lnTo>
                  <a:lnTo>
                    <a:pt x="2625564" y="620184"/>
                  </a:lnTo>
                  <a:lnTo>
                    <a:pt x="2625559" y="620178"/>
                  </a:lnTo>
                  <a:lnTo>
                    <a:pt x="2625554" y="620173"/>
                  </a:lnTo>
                  <a:lnTo>
                    <a:pt x="2625547" y="620164"/>
                  </a:lnTo>
                  <a:lnTo>
                    <a:pt x="2625543" y="620158"/>
                  </a:lnTo>
                  <a:lnTo>
                    <a:pt x="2625539" y="620151"/>
                  </a:lnTo>
                  <a:lnTo>
                    <a:pt x="2625533" y="620144"/>
                  </a:lnTo>
                  <a:lnTo>
                    <a:pt x="2625528" y="620139"/>
                  </a:lnTo>
                  <a:lnTo>
                    <a:pt x="2625523" y="620135"/>
                  </a:lnTo>
                  <a:lnTo>
                    <a:pt x="2625517" y="620130"/>
                  </a:lnTo>
                  <a:lnTo>
                    <a:pt x="2625490" y="620108"/>
                  </a:lnTo>
                  <a:lnTo>
                    <a:pt x="2625476" y="620102"/>
                  </a:lnTo>
                  <a:lnTo>
                    <a:pt x="2625438" y="620084"/>
                  </a:lnTo>
                  <a:lnTo>
                    <a:pt x="2625407" y="620071"/>
                  </a:lnTo>
                  <a:lnTo>
                    <a:pt x="2625369" y="620060"/>
                  </a:lnTo>
                  <a:lnTo>
                    <a:pt x="2625318" y="620045"/>
                  </a:lnTo>
                  <a:lnTo>
                    <a:pt x="2625306" y="620043"/>
                  </a:lnTo>
                  <a:lnTo>
                    <a:pt x="2625297" y="620043"/>
                  </a:lnTo>
                  <a:lnTo>
                    <a:pt x="2625291" y="620043"/>
                  </a:lnTo>
                  <a:lnTo>
                    <a:pt x="2625282" y="620043"/>
                  </a:lnTo>
                  <a:lnTo>
                    <a:pt x="2625275" y="620045"/>
                  </a:lnTo>
                  <a:lnTo>
                    <a:pt x="2625267" y="620046"/>
                  </a:lnTo>
                  <a:lnTo>
                    <a:pt x="2625260" y="620049"/>
                  </a:lnTo>
                  <a:lnTo>
                    <a:pt x="2625255" y="620051"/>
                  </a:lnTo>
                  <a:lnTo>
                    <a:pt x="2625250" y="620053"/>
                  </a:lnTo>
                  <a:lnTo>
                    <a:pt x="2625245" y="620056"/>
                  </a:lnTo>
                  <a:lnTo>
                    <a:pt x="2625241" y="620059"/>
                  </a:lnTo>
                  <a:lnTo>
                    <a:pt x="2625235" y="620065"/>
                  </a:lnTo>
                  <a:lnTo>
                    <a:pt x="2625230" y="620072"/>
                  </a:lnTo>
                  <a:lnTo>
                    <a:pt x="2625227" y="620077"/>
                  </a:lnTo>
                  <a:lnTo>
                    <a:pt x="2625224" y="620084"/>
                  </a:lnTo>
                  <a:lnTo>
                    <a:pt x="2625220" y="620097"/>
                  </a:lnTo>
                  <a:lnTo>
                    <a:pt x="2625217" y="620109"/>
                  </a:lnTo>
                  <a:lnTo>
                    <a:pt x="2625216" y="620115"/>
                  </a:lnTo>
                  <a:lnTo>
                    <a:pt x="2625215" y="620121"/>
                  </a:lnTo>
                  <a:lnTo>
                    <a:pt x="2625212" y="620141"/>
                  </a:lnTo>
                  <a:lnTo>
                    <a:pt x="2625211" y="620150"/>
                  </a:lnTo>
                  <a:lnTo>
                    <a:pt x="2625209" y="620160"/>
                  </a:lnTo>
                  <a:lnTo>
                    <a:pt x="2625206" y="620168"/>
                  </a:lnTo>
                  <a:lnTo>
                    <a:pt x="2625203" y="620177"/>
                  </a:lnTo>
                  <a:lnTo>
                    <a:pt x="2625182" y="620228"/>
                  </a:lnTo>
                  <a:lnTo>
                    <a:pt x="2625178" y="620236"/>
                  </a:lnTo>
                  <a:lnTo>
                    <a:pt x="2625175" y="620241"/>
                  </a:lnTo>
                  <a:lnTo>
                    <a:pt x="2625170" y="620245"/>
                  </a:lnTo>
                  <a:lnTo>
                    <a:pt x="2625056" y="620336"/>
                  </a:lnTo>
                  <a:lnTo>
                    <a:pt x="2625008" y="620397"/>
                  </a:lnTo>
                  <a:lnTo>
                    <a:pt x="2624352" y="620842"/>
                  </a:lnTo>
                  <a:lnTo>
                    <a:pt x="2624065" y="620975"/>
                  </a:lnTo>
                  <a:lnTo>
                    <a:pt x="2623814" y="621001"/>
                  </a:lnTo>
                  <a:lnTo>
                    <a:pt x="2623806" y="621001"/>
                  </a:lnTo>
                  <a:lnTo>
                    <a:pt x="2623799" y="621000"/>
                  </a:lnTo>
                  <a:lnTo>
                    <a:pt x="2623793" y="620999"/>
                  </a:lnTo>
                  <a:lnTo>
                    <a:pt x="2623788" y="620998"/>
                  </a:lnTo>
                  <a:lnTo>
                    <a:pt x="2623782" y="620997"/>
                  </a:lnTo>
                  <a:lnTo>
                    <a:pt x="2623777" y="620996"/>
                  </a:lnTo>
                  <a:lnTo>
                    <a:pt x="2623767" y="620993"/>
                  </a:lnTo>
                  <a:lnTo>
                    <a:pt x="2623759" y="620990"/>
                  </a:lnTo>
                  <a:lnTo>
                    <a:pt x="2623750" y="620987"/>
                  </a:lnTo>
                  <a:lnTo>
                    <a:pt x="2623740" y="620983"/>
                  </a:lnTo>
                  <a:lnTo>
                    <a:pt x="2623734" y="620980"/>
                  </a:lnTo>
                  <a:lnTo>
                    <a:pt x="2623729" y="620977"/>
                  </a:lnTo>
                  <a:lnTo>
                    <a:pt x="2623724" y="620973"/>
                  </a:lnTo>
                  <a:lnTo>
                    <a:pt x="2623720" y="620969"/>
                  </a:lnTo>
                  <a:lnTo>
                    <a:pt x="2623716" y="620965"/>
                  </a:lnTo>
                  <a:lnTo>
                    <a:pt x="2623700" y="620948"/>
                  </a:lnTo>
                  <a:lnTo>
                    <a:pt x="2623697" y="620943"/>
                  </a:lnTo>
                  <a:lnTo>
                    <a:pt x="2623693" y="620939"/>
                  </a:lnTo>
                  <a:lnTo>
                    <a:pt x="2623689" y="620933"/>
                  </a:lnTo>
                  <a:lnTo>
                    <a:pt x="2623683" y="620923"/>
                  </a:lnTo>
                  <a:lnTo>
                    <a:pt x="2623681" y="620912"/>
                  </a:lnTo>
                  <a:lnTo>
                    <a:pt x="2623681" y="620903"/>
                  </a:lnTo>
                  <a:lnTo>
                    <a:pt x="2623681" y="620897"/>
                  </a:lnTo>
                  <a:lnTo>
                    <a:pt x="2623682" y="620891"/>
                  </a:lnTo>
                  <a:lnTo>
                    <a:pt x="2623682" y="620883"/>
                  </a:lnTo>
                  <a:lnTo>
                    <a:pt x="2623681" y="620878"/>
                  </a:lnTo>
                  <a:lnTo>
                    <a:pt x="2623679" y="620870"/>
                  </a:lnTo>
                  <a:lnTo>
                    <a:pt x="2623677" y="620864"/>
                  </a:lnTo>
                  <a:lnTo>
                    <a:pt x="2623674" y="620855"/>
                  </a:lnTo>
                  <a:lnTo>
                    <a:pt x="2623671" y="620849"/>
                  </a:lnTo>
                  <a:lnTo>
                    <a:pt x="2623661" y="620830"/>
                  </a:lnTo>
                  <a:lnTo>
                    <a:pt x="2623656" y="620823"/>
                  </a:lnTo>
                  <a:lnTo>
                    <a:pt x="2623652" y="620817"/>
                  </a:lnTo>
                  <a:lnTo>
                    <a:pt x="2623648" y="620811"/>
                  </a:lnTo>
                  <a:lnTo>
                    <a:pt x="2623642" y="620805"/>
                  </a:lnTo>
                  <a:lnTo>
                    <a:pt x="2623634" y="620798"/>
                  </a:lnTo>
                  <a:lnTo>
                    <a:pt x="2623630" y="620795"/>
                  </a:lnTo>
                  <a:lnTo>
                    <a:pt x="2623581" y="620768"/>
                  </a:lnTo>
                  <a:lnTo>
                    <a:pt x="2623515" y="620740"/>
                  </a:lnTo>
                  <a:lnTo>
                    <a:pt x="2623494" y="620733"/>
                  </a:lnTo>
                  <a:lnTo>
                    <a:pt x="2623382" y="620696"/>
                  </a:lnTo>
                  <a:lnTo>
                    <a:pt x="2623126" y="620598"/>
                  </a:lnTo>
                  <a:lnTo>
                    <a:pt x="2623102" y="620588"/>
                  </a:lnTo>
                  <a:lnTo>
                    <a:pt x="2623095" y="620586"/>
                  </a:lnTo>
                  <a:lnTo>
                    <a:pt x="2623090" y="620583"/>
                  </a:lnTo>
                  <a:lnTo>
                    <a:pt x="2623052" y="620556"/>
                  </a:lnTo>
                  <a:lnTo>
                    <a:pt x="2623040" y="620546"/>
                  </a:lnTo>
                  <a:lnTo>
                    <a:pt x="2623012" y="620522"/>
                  </a:lnTo>
                  <a:lnTo>
                    <a:pt x="2623005" y="620514"/>
                  </a:lnTo>
                  <a:lnTo>
                    <a:pt x="2622998" y="620505"/>
                  </a:lnTo>
                  <a:lnTo>
                    <a:pt x="2622995" y="620501"/>
                  </a:lnTo>
                  <a:lnTo>
                    <a:pt x="2622992" y="620493"/>
                  </a:lnTo>
                  <a:lnTo>
                    <a:pt x="2622990" y="620481"/>
                  </a:lnTo>
                  <a:lnTo>
                    <a:pt x="2622989" y="620473"/>
                  </a:lnTo>
                  <a:lnTo>
                    <a:pt x="2622989" y="620460"/>
                  </a:lnTo>
                  <a:lnTo>
                    <a:pt x="2622990" y="620449"/>
                  </a:lnTo>
                  <a:lnTo>
                    <a:pt x="2622991" y="620442"/>
                  </a:lnTo>
                  <a:lnTo>
                    <a:pt x="2622994" y="620436"/>
                  </a:lnTo>
                  <a:lnTo>
                    <a:pt x="2623002" y="620425"/>
                  </a:lnTo>
                  <a:lnTo>
                    <a:pt x="2623005" y="620420"/>
                  </a:lnTo>
                  <a:lnTo>
                    <a:pt x="2623009" y="620412"/>
                  </a:lnTo>
                  <a:lnTo>
                    <a:pt x="2623012" y="620405"/>
                  </a:lnTo>
                  <a:lnTo>
                    <a:pt x="2623015" y="620397"/>
                  </a:lnTo>
                  <a:lnTo>
                    <a:pt x="2623016" y="620390"/>
                  </a:lnTo>
                  <a:lnTo>
                    <a:pt x="2623019" y="620382"/>
                  </a:lnTo>
                  <a:lnTo>
                    <a:pt x="2623020" y="620373"/>
                  </a:lnTo>
                  <a:lnTo>
                    <a:pt x="2623021" y="620365"/>
                  </a:lnTo>
                  <a:lnTo>
                    <a:pt x="2623021" y="620358"/>
                  </a:lnTo>
                  <a:lnTo>
                    <a:pt x="2623021" y="620351"/>
                  </a:lnTo>
                  <a:lnTo>
                    <a:pt x="2623021" y="620344"/>
                  </a:lnTo>
                  <a:lnTo>
                    <a:pt x="2623019" y="620326"/>
                  </a:lnTo>
                  <a:lnTo>
                    <a:pt x="2623018" y="620319"/>
                  </a:lnTo>
                  <a:lnTo>
                    <a:pt x="2623016" y="620314"/>
                  </a:lnTo>
                  <a:lnTo>
                    <a:pt x="2623014" y="620308"/>
                  </a:lnTo>
                  <a:lnTo>
                    <a:pt x="2623010" y="620300"/>
                  </a:lnTo>
                  <a:lnTo>
                    <a:pt x="2622992" y="620272"/>
                  </a:lnTo>
                  <a:lnTo>
                    <a:pt x="2622987" y="620266"/>
                  </a:lnTo>
                  <a:lnTo>
                    <a:pt x="2622983" y="620262"/>
                  </a:lnTo>
                  <a:lnTo>
                    <a:pt x="2622980" y="620258"/>
                  </a:lnTo>
                  <a:lnTo>
                    <a:pt x="2622974" y="620254"/>
                  </a:lnTo>
                  <a:lnTo>
                    <a:pt x="2622946" y="620233"/>
                  </a:lnTo>
                  <a:lnTo>
                    <a:pt x="2622937" y="620227"/>
                  </a:lnTo>
                  <a:lnTo>
                    <a:pt x="2622771" y="620120"/>
                  </a:lnTo>
                  <a:lnTo>
                    <a:pt x="2622761" y="620114"/>
                  </a:lnTo>
                  <a:lnTo>
                    <a:pt x="2622755" y="620111"/>
                  </a:lnTo>
                  <a:lnTo>
                    <a:pt x="2622733" y="620104"/>
                  </a:lnTo>
                  <a:lnTo>
                    <a:pt x="2622720" y="620099"/>
                  </a:lnTo>
                  <a:lnTo>
                    <a:pt x="2622708" y="620095"/>
                  </a:lnTo>
                  <a:lnTo>
                    <a:pt x="2622700" y="620093"/>
                  </a:lnTo>
                  <a:lnTo>
                    <a:pt x="2622692" y="620091"/>
                  </a:lnTo>
                  <a:lnTo>
                    <a:pt x="2622685" y="620091"/>
                  </a:lnTo>
                  <a:lnTo>
                    <a:pt x="2622679" y="620090"/>
                  </a:lnTo>
                  <a:lnTo>
                    <a:pt x="2622671" y="620089"/>
                  </a:lnTo>
                  <a:lnTo>
                    <a:pt x="2622573" y="620086"/>
                  </a:lnTo>
                  <a:lnTo>
                    <a:pt x="2622481" y="620115"/>
                  </a:lnTo>
                  <a:lnTo>
                    <a:pt x="2622140" y="620244"/>
                  </a:lnTo>
                  <a:lnTo>
                    <a:pt x="2622068" y="620240"/>
                  </a:lnTo>
                  <a:lnTo>
                    <a:pt x="2622040" y="620223"/>
                  </a:lnTo>
                  <a:lnTo>
                    <a:pt x="2622023" y="620217"/>
                  </a:lnTo>
                  <a:lnTo>
                    <a:pt x="2621995" y="620213"/>
                  </a:lnTo>
                  <a:lnTo>
                    <a:pt x="2621989" y="620212"/>
                  </a:lnTo>
                  <a:lnTo>
                    <a:pt x="2621979" y="620212"/>
                  </a:lnTo>
                  <a:lnTo>
                    <a:pt x="2621787" y="620216"/>
                  </a:lnTo>
                  <a:lnTo>
                    <a:pt x="2621769" y="620217"/>
                  </a:lnTo>
                  <a:lnTo>
                    <a:pt x="2621758" y="620218"/>
                  </a:lnTo>
                  <a:lnTo>
                    <a:pt x="2621752" y="620219"/>
                  </a:lnTo>
                  <a:lnTo>
                    <a:pt x="2621677" y="620229"/>
                  </a:lnTo>
                  <a:lnTo>
                    <a:pt x="2621663" y="620232"/>
                  </a:lnTo>
                  <a:lnTo>
                    <a:pt x="2621654" y="620234"/>
                  </a:lnTo>
                  <a:lnTo>
                    <a:pt x="2621639" y="620235"/>
                  </a:lnTo>
                  <a:lnTo>
                    <a:pt x="2621633" y="620235"/>
                  </a:lnTo>
                  <a:lnTo>
                    <a:pt x="2621612" y="620234"/>
                  </a:lnTo>
                  <a:lnTo>
                    <a:pt x="2621591" y="620234"/>
                  </a:lnTo>
                  <a:lnTo>
                    <a:pt x="2621465" y="620206"/>
                  </a:lnTo>
                  <a:lnTo>
                    <a:pt x="2621443" y="620201"/>
                  </a:lnTo>
                  <a:lnTo>
                    <a:pt x="2621435" y="620199"/>
                  </a:lnTo>
                  <a:lnTo>
                    <a:pt x="2621379" y="620181"/>
                  </a:lnTo>
                  <a:lnTo>
                    <a:pt x="2621374" y="620179"/>
                  </a:lnTo>
                  <a:lnTo>
                    <a:pt x="2621364" y="620175"/>
                  </a:lnTo>
                  <a:lnTo>
                    <a:pt x="2621350" y="620166"/>
                  </a:lnTo>
                  <a:lnTo>
                    <a:pt x="2621321" y="620149"/>
                  </a:lnTo>
                  <a:lnTo>
                    <a:pt x="2621314" y="620135"/>
                  </a:lnTo>
                  <a:lnTo>
                    <a:pt x="2621277" y="620061"/>
                  </a:lnTo>
                  <a:lnTo>
                    <a:pt x="2621272" y="620051"/>
                  </a:lnTo>
                  <a:lnTo>
                    <a:pt x="2621264" y="620031"/>
                  </a:lnTo>
                  <a:lnTo>
                    <a:pt x="2621260" y="620012"/>
                  </a:lnTo>
                  <a:lnTo>
                    <a:pt x="2621258" y="620001"/>
                  </a:lnTo>
                  <a:lnTo>
                    <a:pt x="2621165" y="619931"/>
                  </a:lnTo>
                  <a:lnTo>
                    <a:pt x="2620820" y="620034"/>
                  </a:lnTo>
                  <a:lnTo>
                    <a:pt x="2620803" y="620041"/>
                  </a:lnTo>
                  <a:lnTo>
                    <a:pt x="2620717" y="620079"/>
                  </a:lnTo>
                  <a:lnTo>
                    <a:pt x="2620661" y="620101"/>
                  </a:lnTo>
                  <a:lnTo>
                    <a:pt x="2620570" y="620138"/>
                  </a:lnTo>
                  <a:lnTo>
                    <a:pt x="2620454" y="620185"/>
                  </a:lnTo>
                  <a:lnTo>
                    <a:pt x="2620436" y="620192"/>
                  </a:lnTo>
                  <a:lnTo>
                    <a:pt x="2620425" y="620196"/>
                  </a:lnTo>
                  <a:lnTo>
                    <a:pt x="2620417" y="620197"/>
                  </a:lnTo>
                  <a:lnTo>
                    <a:pt x="2620397" y="620198"/>
                  </a:lnTo>
                  <a:lnTo>
                    <a:pt x="2620382" y="620197"/>
                  </a:lnTo>
                  <a:lnTo>
                    <a:pt x="2620377" y="620196"/>
                  </a:lnTo>
                  <a:lnTo>
                    <a:pt x="2620357" y="620186"/>
                  </a:lnTo>
                  <a:lnTo>
                    <a:pt x="2620338" y="620176"/>
                  </a:lnTo>
                  <a:lnTo>
                    <a:pt x="2620304" y="620144"/>
                  </a:lnTo>
                  <a:lnTo>
                    <a:pt x="2620299" y="620138"/>
                  </a:lnTo>
                  <a:lnTo>
                    <a:pt x="2620288" y="620124"/>
                  </a:lnTo>
                  <a:lnTo>
                    <a:pt x="2620278" y="620106"/>
                  </a:lnTo>
                  <a:lnTo>
                    <a:pt x="2620250" y="620055"/>
                  </a:lnTo>
                  <a:lnTo>
                    <a:pt x="2620246" y="620034"/>
                  </a:lnTo>
                  <a:lnTo>
                    <a:pt x="2620242" y="620007"/>
                  </a:lnTo>
                  <a:lnTo>
                    <a:pt x="2620239" y="619999"/>
                  </a:lnTo>
                  <a:lnTo>
                    <a:pt x="2620235" y="619994"/>
                  </a:lnTo>
                  <a:lnTo>
                    <a:pt x="2620217" y="619975"/>
                  </a:lnTo>
                  <a:lnTo>
                    <a:pt x="2620035" y="619784"/>
                  </a:lnTo>
                  <a:lnTo>
                    <a:pt x="2620012" y="619764"/>
                  </a:lnTo>
                  <a:lnTo>
                    <a:pt x="2620005" y="619759"/>
                  </a:lnTo>
                  <a:lnTo>
                    <a:pt x="2619998" y="619754"/>
                  </a:lnTo>
                  <a:lnTo>
                    <a:pt x="2619944" y="619726"/>
                  </a:lnTo>
                  <a:lnTo>
                    <a:pt x="2619711" y="619594"/>
                  </a:lnTo>
                  <a:lnTo>
                    <a:pt x="2619566" y="619488"/>
                  </a:lnTo>
                  <a:lnTo>
                    <a:pt x="2619453" y="619381"/>
                  </a:lnTo>
                  <a:lnTo>
                    <a:pt x="2619378" y="619313"/>
                  </a:lnTo>
                  <a:lnTo>
                    <a:pt x="2619360" y="619300"/>
                  </a:lnTo>
                  <a:lnTo>
                    <a:pt x="2619347" y="619293"/>
                  </a:lnTo>
                  <a:lnTo>
                    <a:pt x="2619330" y="619285"/>
                  </a:lnTo>
                  <a:lnTo>
                    <a:pt x="2619319" y="619282"/>
                  </a:lnTo>
                  <a:lnTo>
                    <a:pt x="2619302" y="619278"/>
                  </a:lnTo>
                  <a:lnTo>
                    <a:pt x="2619272" y="619272"/>
                  </a:lnTo>
                  <a:lnTo>
                    <a:pt x="2619252" y="619268"/>
                  </a:lnTo>
                  <a:lnTo>
                    <a:pt x="2619235" y="619266"/>
                  </a:lnTo>
                  <a:lnTo>
                    <a:pt x="2619190" y="619263"/>
                  </a:lnTo>
                  <a:lnTo>
                    <a:pt x="2618963" y="619222"/>
                  </a:lnTo>
                  <a:lnTo>
                    <a:pt x="2618956" y="619222"/>
                  </a:lnTo>
                  <a:lnTo>
                    <a:pt x="2618946" y="619223"/>
                  </a:lnTo>
                  <a:lnTo>
                    <a:pt x="2618076" y="619292"/>
                  </a:lnTo>
                  <a:lnTo>
                    <a:pt x="2618067" y="619291"/>
                  </a:lnTo>
                  <a:lnTo>
                    <a:pt x="2618057" y="619291"/>
                  </a:lnTo>
                  <a:lnTo>
                    <a:pt x="2618039" y="619293"/>
                  </a:lnTo>
                  <a:lnTo>
                    <a:pt x="2618004" y="619299"/>
                  </a:lnTo>
                  <a:lnTo>
                    <a:pt x="2617935" y="619311"/>
                  </a:lnTo>
                  <a:lnTo>
                    <a:pt x="2617874" y="619325"/>
                  </a:lnTo>
                  <a:lnTo>
                    <a:pt x="2617852" y="619332"/>
                  </a:lnTo>
                  <a:lnTo>
                    <a:pt x="2617838" y="619338"/>
                  </a:lnTo>
                  <a:lnTo>
                    <a:pt x="2617706" y="619392"/>
                  </a:lnTo>
                  <a:lnTo>
                    <a:pt x="2617700" y="619397"/>
                  </a:lnTo>
                  <a:lnTo>
                    <a:pt x="2617683" y="619419"/>
                  </a:lnTo>
                  <a:lnTo>
                    <a:pt x="2617677" y="619428"/>
                  </a:lnTo>
                  <a:lnTo>
                    <a:pt x="2617670" y="619443"/>
                  </a:lnTo>
                  <a:lnTo>
                    <a:pt x="2617667" y="619453"/>
                  </a:lnTo>
                  <a:lnTo>
                    <a:pt x="2617667" y="619464"/>
                  </a:lnTo>
                  <a:lnTo>
                    <a:pt x="2617666" y="619487"/>
                  </a:lnTo>
                  <a:lnTo>
                    <a:pt x="2617665" y="619500"/>
                  </a:lnTo>
                  <a:lnTo>
                    <a:pt x="2617662" y="619509"/>
                  </a:lnTo>
                  <a:lnTo>
                    <a:pt x="2617658" y="619516"/>
                  </a:lnTo>
                  <a:lnTo>
                    <a:pt x="2617582" y="619615"/>
                  </a:lnTo>
                  <a:lnTo>
                    <a:pt x="2617576" y="619621"/>
                  </a:lnTo>
                  <a:lnTo>
                    <a:pt x="2617563" y="619634"/>
                  </a:lnTo>
                  <a:lnTo>
                    <a:pt x="2617381" y="619777"/>
                  </a:lnTo>
                  <a:lnTo>
                    <a:pt x="2617317" y="619798"/>
                  </a:lnTo>
                  <a:lnTo>
                    <a:pt x="2617291" y="619798"/>
                  </a:lnTo>
                  <a:lnTo>
                    <a:pt x="2617284" y="619796"/>
                  </a:lnTo>
                  <a:lnTo>
                    <a:pt x="2617198" y="619628"/>
                  </a:lnTo>
                  <a:lnTo>
                    <a:pt x="2617113" y="619541"/>
                  </a:lnTo>
                  <a:lnTo>
                    <a:pt x="2617100" y="619528"/>
                  </a:lnTo>
                  <a:lnTo>
                    <a:pt x="2617053" y="619482"/>
                  </a:lnTo>
                  <a:lnTo>
                    <a:pt x="2617047" y="619479"/>
                  </a:lnTo>
                  <a:lnTo>
                    <a:pt x="2616986" y="619458"/>
                  </a:lnTo>
                  <a:lnTo>
                    <a:pt x="2616973" y="619454"/>
                  </a:lnTo>
                  <a:lnTo>
                    <a:pt x="2616772" y="619421"/>
                  </a:lnTo>
                  <a:lnTo>
                    <a:pt x="2616758" y="619419"/>
                  </a:lnTo>
                  <a:lnTo>
                    <a:pt x="2616583" y="619314"/>
                  </a:lnTo>
                  <a:lnTo>
                    <a:pt x="2616501" y="619146"/>
                  </a:lnTo>
                  <a:lnTo>
                    <a:pt x="2616488" y="619119"/>
                  </a:lnTo>
                  <a:lnTo>
                    <a:pt x="2616311" y="618859"/>
                  </a:lnTo>
                  <a:lnTo>
                    <a:pt x="2616155" y="618754"/>
                  </a:lnTo>
                  <a:lnTo>
                    <a:pt x="2616150" y="618751"/>
                  </a:lnTo>
                  <a:lnTo>
                    <a:pt x="2616140" y="618747"/>
                  </a:lnTo>
                  <a:lnTo>
                    <a:pt x="2616106" y="618741"/>
                  </a:lnTo>
                  <a:lnTo>
                    <a:pt x="2616097" y="618740"/>
                  </a:lnTo>
                  <a:lnTo>
                    <a:pt x="2616088" y="618740"/>
                  </a:lnTo>
                  <a:lnTo>
                    <a:pt x="2616079" y="618744"/>
                  </a:lnTo>
                  <a:lnTo>
                    <a:pt x="2615367" y="618823"/>
                  </a:lnTo>
                  <a:lnTo>
                    <a:pt x="2615352" y="618826"/>
                  </a:lnTo>
                  <a:lnTo>
                    <a:pt x="2615344" y="618830"/>
                  </a:lnTo>
                  <a:lnTo>
                    <a:pt x="2615317" y="618876"/>
                  </a:lnTo>
                  <a:lnTo>
                    <a:pt x="2615313" y="618884"/>
                  </a:lnTo>
                  <a:lnTo>
                    <a:pt x="2615302" y="618956"/>
                  </a:lnTo>
                  <a:lnTo>
                    <a:pt x="2615301" y="618962"/>
                  </a:lnTo>
                  <a:lnTo>
                    <a:pt x="2615304" y="618969"/>
                  </a:lnTo>
                  <a:lnTo>
                    <a:pt x="2615309" y="618982"/>
                  </a:lnTo>
                  <a:lnTo>
                    <a:pt x="2615315" y="618993"/>
                  </a:lnTo>
                  <a:lnTo>
                    <a:pt x="2615326" y="619009"/>
                  </a:lnTo>
                  <a:lnTo>
                    <a:pt x="2615333" y="619019"/>
                  </a:lnTo>
                  <a:lnTo>
                    <a:pt x="2615371" y="619066"/>
                  </a:lnTo>
                  <a:lnTo>
                    <a:pt x="2615373" y="619135"/>
                  </a:lnTo>
                  <a:lnTo>
                    <a:pt x="2615377" y="619276"/>
                  </a:lnTo>
                  <a:lnTo>
                    <a:pt x="2615377" y="619286"/>
                  </a:lnTo>
                  <a:lnTo>
                    <a:pt x="2615376" y="619292"/>
                  </a:lnTo>
                  <a:lnTo>
                    <a:pt x="2615210" y="619347"/>
                  </a:lnTo>
                  <a:lnTo>
                    <a:pt x="2615197" y="619348"/>
                  </a:lnTo>
                  <a:lnTo>
                    <a:pt x="2615190" y="619348"/>
                  </a:lnTo>
                  <a:lnTo>
                    <a:pt x="2615029" y="619417"/>
                  </a:lnTo>
                  <a:lnTo>
                    <a:pt x="2614859" y="619467"/>
                  </a:lnTo>
                  <a:lnTo>
                    <a:pt x="2614685" y="619479"/>
                  </a:lnTo>
                  <a:lnTo>
                    <a:pt x="2614652" y="619484"/>
                  </a:lnTo>
                  <a:lnTo>
                    <a:pt x="2614281" y="619829"/>
                  </a:lnTo>
                  <a:lnTo>
                    <a:pt x="2614254" y="619879"/>
                  </a:lnTo>
                  <a:lnTo>
                    <a:pt x="2614121" y="620100"/>
                  </a:lnTo>
                  <a:lnTo>
                    <a:pt x="2613906" y="620330"/>
                  </a:lnTo>
                  <a:lnTo>
                    <a:pt x="2613448" y="620684"/>
                  </a:lnTo>
                  <a:lnTo>
                    <a:pt x="2613261" y="620787"/>
                  </a:lnTo>
                  <a:lnTo>
                    <a:pt x="2612908" y="620861"/>
                  </a:lnTo>
                  <a:lnTo>
                    <a:pt x="2612867" y="620865"/>
                  </a:lnTo>
                  <a:lnTo>
                    <a:pt x="2612861" y="620865"/>
                  </a:lnTo>
                  <a:lnTo>
                    <a:pt x="2612851" y="620861"/>
                  </a:lnTo>
                  <a:lnTo>
                    <a:pt x="2612823" y="620841"/>
                  </a:lnTo>
                  <a:lnTo>
                    <a:pt x="2612806" y="620823"/>
                  </a:lnTo>
                  <a:lnTo>
                    <a:pt x="2612591" y="620670"/>
                  </a:lnTo>
                  <a:lnTo>
                    <a:pt x="2612565" y="620656"/>
                  </a:lnTo>
                  <a:lnTo>
                    <a:pt x="2612475" y="620617"/>
                  </a:lnTo>
                  <a:lnTo>
                    <a:pt x="2612402" y="620587"/>
                  </a:lnTo>
                  <a:lnTo>
                    <a:pt x="2612262" y="620538"/>
                  </a:lnTo>
                  <a:lnTo>
                    <a:pt x="2612149" y="620506"/>
                  </a:lnTo>
                  <a:lnTo>
                    <a:pt x="2612101" y="620502"/>
                  </a:lnTo>
                  <a:lnTo>
                    <a:pt x="2612042" y="620499"/>
                  </a:lnTo>
                  <a:lnTo>
                    <a:pt x="2612033" y="620499"/>
                  </a:lnTo>
                  <a:lnTo>
                    <a:pt x="2612027" y="620500"/>
                  </a:lnTo>
                  <a:lnTo>
                    <a:pt x="2611878" y="620409"/>
                  </a:lnTo>
                  <a:lnTo>
                    <a:pt x="2611787" y="620325"/>
                  </a:lnTo>
                  <a:lnTo>
                    <a:pt x="2611775" y="620300"/>
                  </a:lnTo>
                  <a:lnTo>
                    <a:pt x="2611633" y="620016"/>
                  </a:lnTo>
                  <a:lnTo>
                    <a:pt x="2611543" y="619895"/>
                  </a:lnTo>
                  <a:lnTo>
                    <a:pt x="2611531" y="619882"/>
                  </a:lnTo>
                  <a:lnTo>
                    <a:pt x="2611507" y="619867"/>
                  </a:lnTo>
                  <a:lnTo>
                    <a:pt x="2610996" y="619600"/>
                  </a:lnTo>
                  <a:lnTo>
                    <a:pt x="2610683" y="619502"/>
                  </a:lnTo>
                  <a:lnTo>
                    <a:pt x="2610672" y="619501"/>
                  </a:lnTo>
                  <a:lnTo>
                    <a:pt x="2610656" y="619503"/>
                  </a:lnTo>
                  <a:lnTo>
                    <a:pt x="2610642" y="619506"/>
                  </a:lnTo>
                  <a:lnTo>
                    <a:pt x="2610500" y="619575"/>
                  </a:lnTo>
                  <a:lnTo>
                    <a:pt x="2610483" y="619584"/>
                  </a:lnTo>
                  <a:lnTo>
                    <a:pt x="2610457" y="619604"/>
                  </a:lnTo>
                  <a:lnTo>
                    <a:pt x="2610427" y="619626"/>
                  </a:lnTo>
                  <a:lnTo>
                    <a:pt x="2610241" y="619751"/>
                  </a:lnTo>
                  <a:lnTo>
                    <a:pt x="2609962" y="619873"/>
                  </a:lnTo>
                  <a:lnTo>
                    <a:pt x="2609865" y="619896"/>
                  </a:lnTo>
                  <a:lnTo>
                    <a:pt x="2609848" y="619899"/>
                  </a:lnTo>
                  <a:lnTo>
                    <a:pt x="2609824" y="619902"/>
                  </a:lnTo>
                  <a:lnTo>
                    <a:pt x="2609648" y="619921"/>
                  </a:lnTo>
                  <a:lnTo>
                    <a:pt x="2609636" y="619920"/>
                  </a:lnTo>
                  <a:lnTo>
                    <a:pt x="2609628" y="619919"/>
                  </a:lnTo>
                  <a:lnTo>
                    <a:pt x="2609523" y="619891"/>
                  </a:lnTo>
                  <a:lnTo>
                    <a:pt x="2609519" y="619886"/>
                  </a:lnTo>
                  <a:lnTo>
                    <a:pt x="2609518" y="619875"/>
                  </a:lnTo>
                  <a:lnTo>
                    <a:pt x="2609517" y="619858"/>
                  </a:lnTo>
                  <a:lnTo>
                    <a:pt x="2609517" y="619853"/>
                  </a:lnTo>
                  <a:lnTo>
                    <a:pt x="2609461" y="619801"/>
                  </a:lnTo>
                  <a:lnTo>
                    <a:pt x="2609403" y="619786"/>
                  </a:lnTo>
                  <a:lnTo>
                    <a:pt x="2609395" y="619789"/>
                  </a:lnTo>
                  <a:lnTo>
                    <a:pt x="2609272" y="619854"/>
                  </a:lnTo>
                  <a:lnTo>
                    <a:pt x="2608819" y="620186"/>
                  </a:lnTo>
                  <a:lnTo>
                    <a:pt x="2608813" y="620191"/>
                  </a:lnTo>
                  <a:lnTo>
                    <a:pt x="2608803" y="620201"/>
                  </a:lnTo>
                  <a:lnTo>
                    <a:pt x="2608792" y="620212"/>
                  </a:lnTo>
                  <a:lnTo>
                    <a:pt x="2608787" y="620219"/>
                  </a:lnTo>
                  <a:lnTo>
                    <a:pt x="2608758" y="620270"/>
                  </a:lnTo>
                  <a:lnTo>
                    <a:pt x="2608755" y="620275"/>
                  </a:lnTo>
                  <a:lnTo>
                    <a:pt x="2608749" y="620286"/>
                  </a:lnTo>
                  <a:lnTo>
                    <a:pt x="2608746" y="620292"/>
                  </a:lnTo>
                  <a:lnTo>
                    <a:pt x="2608743" y="620299"/>
                  </a:lnTo>
                  <a:lnTo>
                    <a:pt x="2608740" y="620310"/>
                  </a:lnTo>
                  <a:lnTo>
                    <a:pt x="2608738" y="620317"/>
                  </a:lnTo>
                  <a:lnTo>
                    <a:pt x="2608735" y="620328"/>
                  </a:lnTo>
                  <a:lnTo>
                    <a:pt x="2608731" y="620349"/>
                  </a:lnTo>
                  <a:lnTo>
                    <a:pt x="2608730" y="620358"/>
                  </a:lnTo>
                  <a:lnTo>
                    <a:pt x="2608730" y="620366"/>
                  </a:lnTo>
                  <a:lnTo>
                    <a:pt x="2608730" y="620375"/>
                  </a:lnTo>
                  <a:lnTo>
                    <a:pt x="2608730" y="620386"/>
                  </a:lnTo>
                  <a:lnTo>
                    <a:pt x="2608731" y="620391"/>
                  </a:lnTo>
                  <a:lnTo>
                    <a:pt x="2608732" y="620399"/>
                  </a:lnTo>
                  <a:lnTo>
                    <a:pt x="2608736" y="620418"/>
                  </a:lnTo>
                  <a:lnTo>
                    <a:pt x="2608744" y="620441"/>
                  </a:lnTo>
                  <a:lnTo>
                    <a:pt x="2608753" y="620459"/>
                  </a:lnTo>
                  <a:lnTo>
                    <a:pt x="2608826" y="620585"/>
                  </a:lnTo>
                  <a:lnTo>
                    <a:pt x="2608830" y="620592"/>
                  </a:lnTo>
                  <a:lnTo>
                    <a:pt x="2608843" y="620610"/>
                  </a:lnTo>
                  <a:lnTo>
                    <a:pt x="2608848" y="620615"/>
                  </a:lnTo>
                  <a:lnTo>
                    <a:pt x="2608852" y="620618"/>
                  </a:lnTo>
                  <a:lnTo>
                    <a:pt x="2608857" y="620621"/>
                  </a:lnTo>
                  <a:lnTo>
                    <a:pt x="2608861" y="620624"/>
                  </a:lnTo>
                  <a:lnTo>
                    <a:pt x="2608876" y="620633"/>
                  </a:lnTo>
                  <a:lnTo>
                    <a:pt x="2608881" y="620636"/>
                  </a:lnTo>
                  <a:lnTo>
                    <a:pt x="2608888" y="620641"/>
                  </a:lnTo>
                  <a:lnTo>
                    <a:pt x="2608894" y="620646"/>
                  </a:lnTo>
                  <a:lnTo>
                    <a:pt x="2608901" y="620652"/>
                  </a:lnTo>
                  <a:lnTo>
                    <a:pt x="2608904" y="620658"/>
                  </a:lnTo>
                  <a:lnTo>
                    <a:pt x="2608907" y="620663"/>
                  </a:lnTo>
                  <a:lnTo>
                    <a:pt x="2608909" y="620669"/>
                  </a:lnTo>
                  <a:lnTo>
                    <a:pt x="2608912" y="620681"/>
                  </a:lnTo>
                  <a:lnTo>
                    <a:pt x="2608915" y="620707"/>
                  </a:lnTo>
                  <a:lnTo>
                    <a:pt x="2608918" y="620741"/>
                  </a:lnTo>
                  <a:lnTo>
                    <a:pt x="2608917" y="620747"/>
                  </a:lnTo>
                  <a:lnTo>
                    <a:pt x="2608911" y="620830"/>
                  </a:lnTo>
                  <a:lnTo>
                    <a:pt x="2608708" y="621097"/>
                  </a:lnTo>
                  <a:lnTo>
                    <a:pt x="2608693" y="621116"/>
                  </a:lnTo>
                  <a:lnTo>
                    <a:pt x="2608617" y="621197"/>
                  </a:lnTo>
                  <a:lnTo>
                    <a:pt x="2608609" y="621204"/>
                  </a:lnTo>
                  <a:lnTo>
                    <a:pt x="2608567" y="621238"/>
                  </a:lnTo>
                  <a:lnTo>
                    <a:pt x="2608558" y="621245"/>
                  </a:lnTo>
                  <a:lnTo>
                    <a:pt x="2608543" y="621257"/>
                  </a:lnTo>
                  <a:lnTo>
                    <a:pt x="2608129" y="621494"/>
                  </a:lnTo>
                  <a:lnTo>
                    <a:pt x="2608089" y="621512"/>
                  </a:lnTo>
                  <a:lnTo>
                    <a:pt x="2608018" y="621555"/>
                  </a:lnTo>
                  <a:lnTo>
                    <a:pt x="2607723" y="621627"/>
                  </a:lnTo>
                  <a:lnTo>
                    <a:pt x="2607527" y="621647"/>
                  </a:lnTo>
                  <a:lnTo>
                    <a:pt x="2607080" y="621610"/>
                  </a:lnTo>
                  <a:lnTo>
                    <a:pt x="2606808" y="621563"/>
                  </a:lnTo>
                  <a:lnTo>
                    <a:pt x="2606786" y="621556"/>
                  </a:lnTo>
                  <a:lnTo>
                    <a:pt x="2606765" y="621549"/>
                  </a:lnTo>
                  <a:lnTo>
                    <a:pt x="2606753" y="621541"/>
                  </a:lnTo>
                  <a:lnTo>
                    <a:pt x="2606748" y="621537"/>
                  </a:lnTo>
                  <a:lnTo>
                    <a:pt x="2606694" y="621466"/>
                  </a:lnTo>
                  <a:lnTo>
                    <a:pt x="2606683" y="621450"/>
                  </a:lnTo>
                  <a:lnTo>
                    <a:pt x="2606670" y="621430"/>
                  </a:lnTo>
                  <a:lnTo>
                    <a:pt x="2606667" y="621424"/>
                  </a:lnTo>
                  <a:lnTo>
                    <a:pt x="2606652" y="621387"/>
                  </a:lnTo>
                  <a:lnTo>
                    <a:pt x="2606595" y="621363"/>
                  </a:lnTo>
                  <a:lnTo>
                    <a:pt x="2606474" y="621363"/>
                  </a:lnTo>
                  <a:lnTo>
                    <a:pt x="2606299" y="621391"/>
                  </a:lnTo>
                  <a:lnTo>
                    <a:pt x="2606281" y="621405"/>
                  </a:lnTo>
                  <a:lnTo>
                    <a:pt x="2606269" y="621411"/>
                  </a:lnTo>
                  <a:lnTo>
                    <a:pt x="2606105" y="621516"/>
                  </a:lnTo>
                  <a:lnTo>
                    <a:pt x="2605135" y="621473"/>
                  </a:lnTo>
                  <a:lnTo>
                    <a:pt x="2605059" y="621476"/>
                  </a:lnTo>
                  <a:lnTo>
                    <a:pt x="2604728" y="621583"/>
                  </a:lnTo>
                  <a:lnTo>
                    <a:pt x="2604557" y="621615"/>
                  </a:lnTo>
                  <a:lnTo>
                    <a:pt x="2604545" y="621611"/>
                  </a:lnTo>
                  <a:lnTo>
                    <a:pt x="2603904" y="621472"/>
                  </a:lnTo>
                  <a:lnTo>
                    <a:pt x="2603802" y="621435"/>
                  </a:lnTo>
                  <a:lnTo>
                    <a:pt x="2603753" y="621411"/>
                  </a:lnTo>
                  <a:lnTo>
                    <a:pt x="2603734" y="621383"/>
                  </a:lnTo>
                  <a:lnTo>
                    <a:pt x="2603697" y="621324"/>
                  </a:lnTo>
                  <a:lnTo>
                    <a:pt x="2603677" y="621278"/>
                  </a:lnTo>
                  <a:lnTo>
                    <a:pt x="2603672" y="621269"/>
                  </a:lnTo>
                  <a:lnTo>
                    <a:pt x="2603662" y="621254"/>
                  </a:lnTo>
                  <a:lnTo>
                    <a:pt x="2603652" y="621243"/>
                  </a:lnTo>
                  <a:lnTo>
                    <a:pt x="2603646" y="621240"/>
                  </a:lnTo>
                  <a:lnTo>
                    <a:pt x="2603108" y="621143"/>
                  </a:lnTo>
                  <a:lnTo>
                    <a:pt x="2603005" y="621128"/>
                  </a:lnTo>
                  <a:lnTo>
                    <a:pt x="2602984" y="621125"/>
                  </a:lnTo>
                  <a:lnTo>
                    <a:pt x="2602967" y="621124"/>
                  </a:lnTo>
                  <a:lnTo>
                    <a:pt x="2602952" y="621127"/>
                  </a:lnTo>
                  <a:lnTo>
                    <a:pt x="2602941" y="621131"/>
                  </a:lnTo>
                  <a:lnTo>
                    <a:pt x="2602813" y="621106"/>
                  </a:lnTo>
                  <a:lnTo>
                    <a:pt x="2602804" y="621099"/>
                  </a:lnTo>
                  <a:lnTo>
                    <a:pt x="2602797" y="621047"/>
                  </a:lnTo>
                  <a:lnTo>
                    <a:pt x="2602803" y="620988"/>
                  </a:lnTo>
                  <a:lnTo>
                    <a:pt x="2602809" y="620966"/>
                  </a:lnTo>
                  <a:lnTo>
                    <a:pt x="2602817" y="620916"/>
                  </a:lnTo>
                  <a:lnTo>
                    <a:pt x="2602817" y="620906"/>
                  </a:lnTo>
                  <a:lnTo>
                    <a:pt x="2602818" y="620887"/>
                  </a:lnTo>
                  <a:lnTo>
                    <a:pt x="2602817" y="620878"/>
                  </a:lnTo>
                  <a:lnTo>
                    <a:pt x="2602763" y="620750"/>
                  </a:lnTo>
                  <a:lnTo>
                    <a:pt x="2602756" y="620742"/>
                  </a:lnTo>
                  <a:lnTo>
                    <a:pt x="2602536" y="620543"/>
                  </a:lnTo>
                  <a:lnTo>
                    <a:pt x="2602445" y="620527"/>
                  </a:lnTo>
                  <a:lnTo>
                    <a:pt x="2602355" y="620544"/>
                  </a:lnTo>
                  <a:lnTo>
                    <a:pt x="2602264" y="620595"/>
                  </a:lnTo>
                  <a:lnTo>
                    <a:pt x="2602221" y="620615"/>
                  </a:lnTo>
                  <a:lnTo>
                    <a:pt x="2602211" y="620619"/>
                  </a:lnTo>
                  <a:lnTo>
                    <a:pt x="2602204" y="620622"/>
                  </a:lnTo>
                  <a:lnTo>
                    <a:pt x="2601983" y="620687"/>
                  </a:lnTo>
                  <a:lnTo>
                    <a:pt x="2601789" y="620745"/>
                  </a:lnTo>
                  <a:lnTo>
                    <a:pt x="2601683" y="620732"/>
                  </a:lnTo>
                  <a:lnTo>
                    <a:pt x="2601538" y="620661"/>
                  </a:lnTo>
                  <a:lnTo>
                    <a:pt x="2601487" y="620628"/>
                  </a:lnTo>
                  <a:lnTo>
                    <a:pt x="2601382" y="620594"/>
                  </a:lnTo>
                  <a:lnTo>
                    <a:pt x="2601159" y="620570"/>
                  </a:lnTo>
                  <a:lnTo>
                    <a:pt x="2600954" y="620601"/>
                  </a:lnTo>
                  <a:lnTo>
                    <a:pt x="2600819" y="620679"/>
                  </a:lnTo>
                  <a:lnTo>
                    <a:pt x="2594297" y="620201"/>
                  </a:lnTo>
                  <a:lnTo>
                    <a:pt x="2585072" y="620492"/>
                  </a:lnTo>
                  <a:lnTo>
                    <a:pt x="2583488" y="621048"/>
                  </a:lnTo>
                  <a:lnTo>
                    <a:pt x="2582137" y="621614"/>
                  </a:lnTo>
                  <a:lnTo>
                    <a:pt x="2582633" y="622300"/>
                  </a:lnTo>
                  <a:lnTo>
                    <a:pt x="2582917" y="622581"/>
                  </a:lnTo>
                  <a:lnTo>
                    <a:pt x="2583174" y="622730"/>
                  </a:lnTo>
                  <a:lnTo>
                    <a:pt x="2583525" y="622919"/>
                  </a:lnTo>
                  <a:lnTo>
                    <a:pt x="2584073" y="623275"/>
                  </a:lnTo>
                  <a:lnTo>
                    <a:pt x="2584824" y="623923"/>
                  </a:lnTo>
                  <a:lnTo>
                    <a:pt x="2585405" y="624343"/>
                  </a:lnTo>
                  <a:lnTo>
                    <a:pt x="2585529" y="624402"/>
                  </a:lnTo>
                  <a:lnTo>
                    <a:pt x="2585555" y="624479"/>
                  </a:lnTo>
                  <a:lnTo>
                    <a:pt x="2585557" y="624490"/>
                  </a:lnTo>
                  <a:lnTo>
                    <a:pt x="2585583" y="624653"/>
                  </a:lnTo>
                  <a:lnTo>
                    <a:pt x="2585592" y="624856"/>
                  </a:lnTo>
                  <a:lnTo>
                    <a:pt x="2585593" y="624871"/>
                  </a:lnTo>
                  <a:lnTo>
                    <a:pt x="2585591" y="624894"/>
                  </a:lnTo>
                  <a:lnTo>
                    <a:pt x="2585588" y="624957"/>
                  </a:lnTo>
                  <a:lnTo>
                    <a:pt x="2585571" y="625234"/>
                  </a:lnTo>
                  <a:lnTo>
                    <a:pt x="2585553" y="625342"/>
                  </a:lnTo>
                  <a:lnTo>
                    <a:pt x="2585552" y="625351"/>
                  </a:lnTo>
                  <a:lnTo>
                    <a:pt x="2585550" y="625360"/>
                  </a:lnTo>
                  <a:lnTo>
                    <a:pt x="2585486" y="625513"/>
                  </a:lnTo>
                  <a:lnTo>
                    <a:pt x="2585480" y="625517"/>
                  </a:lnTo>
                  <a:lnTo>
                    <a:pt x="2585475" y="625521"/>
                  </a:lnTo>
                  <a:lnTo>
                    <a:pt x="2585457" y="625528"/>
                  </a:lnTo>
                  <a:lnTo>
                    <a:pt x="2585443" y="625536"/>
                  </a:lnTo>
                  <a:lnTo>
                    <a:pt x="2585439" y="625539"/>
                  </a:lnTo>
                  <a:lnTo>
                    <a:pt x="2585434" y="625544"/>
                  </a:lnTo>
                  <a:lnTo>
                    <a:pt x="2585426" y="625551"/>
                  </a:lnTo>
                  <a:lnTo>
                    <a:pt x="2585422" y="625559"/>
                  </a:lnTo>
                  <a:lnTo>
                    <a:pt x="2585416" y="625618"/>
                  </a:lnTo>
                  <a:lnTo>
                    <a:pt x="2585442" y="625906"/>
                  </a:lnTo>
                  <a:lnTo>
                    <a:pt x="2585510" y="626381"/>
                  </a:lnTo>
                  <a:lnTo>
                    <a:pt x="2585516" y="626418"/>
                  </a:lnTo>
                  <a:lnTo>
                    <a:pt x="2585575" y="626671"/>
                  </a:lnTo>
                  <a:lnTo>
                    <a:pt x="2585606" y="626783"/>
                  </a:lnTo>
                  <a:lnTo>
                    <a:pt x="2585613" y="626805"/>
                  </a:lnTo>
                  <a:lnTo>
                    <a:pt x="2585670" y="626930"/>
                  </a:lnTo>
                  <a:lnTo>
                    <a:pt x="2585683" y="626946"/>
                  </a:lnTo>
                  <a:lnTo>
                    <a:pt x="2585764" y="626972"/>
                  </a:lnTo>
                  <a:lnTo>
                    <a:pt x="2585838" y="627038"/>
                  </a:lnTo>
                  <a:lnTo>
                    <a:pt x="2585858" y="627057"/>
                  </a:lnTo>
                  <a:lnTo>
                    <a:pt x="2585914" y="627110"/>
                  </a:lnTo>
                  <a:lnTo>
                    <a:pt x="2585925" y="627121"/>
                  </a:lnTo>
                  <a:lnTo>
                    <a:pt x="2585933" y="627132"/>
                  </a:lnTo>
                  <a:lnTo>
                    <a:pt x="2585939" y="627145"/>
                  </a:lnTo>
                  <a:lnTo>
                    <a:pt x="2585943" y="627153"/>
                  </a:lnTo>
                  <a:lnTo>
                    <a:pt x="2585947" y="627172"/>
                  </a:lnTo>
                  <a:lnTo>
                    <a:pt x="2585950" y="627188"/>
                  </a:lnTo>
                  <a:lnTo>
                    <a:pt x="2585932" y="627297"/>
                  </a:lnTo>
                  <a:lnTo>
                    <a:pt x="2585929" y="627312"/>
                  </a:lnTo>
                  <a:lnTo>
                    <a:pt x="2585923" y="627336"/>
                  </a:lnTo>
                  <a:lnTo>
                    <a:pt x="2585921" y="627343"/>
                  </a:lnTo>
                  <a:lnTo>
                    <a:pt x="2585879" y="627468"/>
                  </a:lnTo>
                  <a:lnTo>
                    <a:pt x="2585854" y="627551"/>
                  </a:lnTo>
                  <a:lnTo>
                    <a:pt x="2585814" y="627682"/>
                  </a:lnTo>
                  <a:lnTo>
                    <a:pt x="2585694" y="628095"/>
                  </a:lnTo>
                  <a:lnTo>
                    <a:pt x="2585707" y="628307"/>
                  </a:lnTo>
                  <a:lnTo>
                    <a:pt x="2585722" y="628527"/>
                  </a:lnTo>
                  <a:lnTo>
                    <a:pt x="2585725" y="628536"/>
                  </a:lnTo>
                  <a:lnTo>
                    <a:pt x="2585727" y="628550"/>
                  </a:lnTo>
                  <a:lnTo>
                    <a:pt x="2585728" y="628564"/>
                  </a:lnTo>
                  <a:lnTo>
                    <a:pt x="2585727" y="628578"/>
                  </a:lnTo>
                  <a:lnTo>
                    <a:pt x="2585723" y="628590"/>
                  </a:lnTo>
                  <a:lnTo>
                    <a:pt x="2585700" y="628653"/>
                  </a:lnTo>
                  <a:lnTo>
                    <a:pt x="2585670" y="628721"/>
                  </a:lnTo>
                  <a:lnTo>
                    <a:pt x="2585647" y="629003"/>
                  </a:lnTo>
                  <a:lnTo>
                    <a:pt x="2585653" y="629026"/>
                  </a:lnTo>
                  <a:lnTo>
                    <a:pt x="2585666" y="629099"/>
                  </a:lnTo>
                  <a:lnTo>
                    <a:pt x="2585661" y="629237"/>
                  </a:lnTo>
                  <a:lnTo>
                    <a:pt x="2585660" y="629247"/>
                  </a:lnTo>
                  <a:lnTo>
                    <a:pt x="2585581" y="629704"/>
                  </a:lnTo>
                  <a:lnTo>
                    <a:pt x="2585580" y="629709"/>
                  </a:lnTo>
                  <a:lnTo>
                    <a:pt x="2585539" y="629803"/>
                  </a:lnTo>
                  <a:lnTo>
                    <a:pt x="2585530" y="629809"/>
                  </a:lnTo>
                  <a:lnTo>
                    <a:pt x="2585505" y="629827"/>
                  </a:lnTo>
                  <a:lnTo>
                    <a:pt x="2585500" y="629833"/>
                  </a:lnTo>
                  <a:lnTo>
                    <a:pt x="2585497" y="629839"/>
                  </a:lnTo>
                  <a:lnTo>
                    <a:pt x="2585423" y="630012"/>
                  </a:lnTo>
                  <a:lnTo>
                    <a:pt x="2585416" y="630028"/>
                  </a:lnTo>
                  <a:lnTo>
                    <a:pt x="2585412" y="630040"/>
                  </a:lnTo>
                  <a:lnTo>
                    <a:pt x="2585385" y="630193"/>
                  </a:lnTo>
                  <a:lnTo>
                    <a:pt x="2585386" y="630205"/>
                  </a:lnTo>
                  <a:lnTo>
                    <a:pt x="2585398" y="630312"/>
                  </a:lnTo>
                  <a:lnTo>
                    <a:pt x="2585403" y="630325"/>
                  </a:lnTo>
                  <a:lnTo>
                    <a:pt x="2585411" y="630341"/>
                  </a:lnTo>
                  <a:lnTo>
                    <a:pt x="2585418" y="630349"/>
                  </a:lnTo>
                  <a:lnTo>
                    <a:pt x="2585425" y="630354"/>
                  </a:lnTo>
                  <a:lnTo>
                    <a:pt x="2585432" y="630355"/>
                  </a:lnTo>
                  <a:lnTo>
                    <a:pt x="2585438" y="630354"/>
                  </a:lnTo>
                  <a:lnTo>
                    <a:pt x="2585513" y="630477"/>
                  </a:lnTo>
                  <a:lnTo>
                    <a:pt x="2585552" y="630752"/>
                  </a:lnTo>
                  <a:lnTo>
                    <a:pt x="2585742" y="631423"/>
                  </a:lnTo>
                  <a:lnTo>
                    <a:pt x="2585811" y="631564"/>
                  </a:lnTo>
                  <a:lnTo>
                    <a:pt x="2585860" y="631775"/>
                  </a:lnTo>
                  <a:lnTo>
                    <a:pt x="2585778" y="631895"/>
                  </a:lnTo>
                  <a:lnTo>
                    <a:pt x="2585770" y="631906"/>
                  </a:lnTo>
                  <a:lnTo>
                    <a:pt x="2585749" y="631919"/>
                  </a:lnTo>
                  <a:lnTo>
                    <a:pt x="2585658" y="631977"/>
                  </a:lnTo>
                  <a:lnTo>
                    <a:pt x="2585655" y="632025"/>
                  </a:lnTo>
                  <a:lnTo>
                    <a:pt x="2585765" y="632538"/>
                  </a:lnTo>
                  <a:lnTo>
                    <a:pt x="2585876" y="632728"/>
                  </a:lnTo>
                  <a:lnTo>
                    <a:pt x="2586066" y="632839"/>
                  </a:lnTo>
                  <a:lnTo>
                    <a:pt x="2586485" y="633107"/>
                  </a:lnTo>
                  <a:lnTo>
                    <a:pt x="2586779" y="633304"/>
                  </a:lnTo>
                  <a:lnTo>
                    <a:pt x="2586960" y="633314"/>
                  </a:lnTo>
                  <a:lnTo>
                    <a:pt x="2587129" y="633331"/>
                  </a:lnTo>
                  <a:lnTo>
                    <a:pt x="2587209" y="633418"/>
                  </a:lnTo>
                  <a:lnTo>
                    <a:pt x="2587254" y="633680"/>
                  </a:lnTo>
                  <a:lnTo>
                    <a:pt x="2587315" y="634014"/>
                  </a:lnTo>
                  <a:lnTo>
                    <a:pt x="2587382" y="634302"/>
                  </a:lnTo>
                  <a:lnTo>
                    <a:pt x="2587446" y="634586"/>
                  </a:lnTo>
                  <a:lnTo>
                    <a:pt x="2587461" y="634786"/>
                  </a:lnTo>
                  <a:lnTo>
                    <a:pt x="2587514" y="635055"/>
                  </a:lnTo>
                  <a:lnTo>
                    <a:pt x="2587733" y="635439"/>
                  </a:lnTo>
                  <a:lnTo>
                    <a:pt x="2587921" y="635952"/>
                  </a:lnTo>
                  <a:lnTo>
                    <a:pt x="2588189" y="636413"/>
                  </a:lnTo>
                  <a:lnTo>
                    <a:pt x="2588439" y="636936"/>
                  </a:lnTo>
                  <a:lnTo>
                    <a:pt x="2588440" y="636942"/>
                  </a:lnTo>
                  <a:lnTo>
                    <a:pt x="2588526" y="637011"/>
                  </a:lnTo>
                  <a:lnTo>
                    <a:pt x="2588608" y="637050"/>
                  </a:lnTo>
                  <a:lnTo>
                    <a:pt x="2588622" y="637056"/>
                  </a:lnTo>
                  <a:lnTo>
                    <a:pt x="2588646" y="637064"/>
                  </a:lnTo>
                  <a:lnTo>
                    <a:pt x="2588698" y="637076"/>
                  </a:lnTo>
                  <a:lnTo>
                    <a:pt x="2588716" y="637080"/>
                  </a:lnTo>
                  <a:lnTo>
                    <a:pt x="2588734" y="637082"/>
                  </a:lnTo>
                  <a:lnTo>
                    <a:pt x="2588746" y="637082"/>
                  </a:lnTo>
                  <a:lnTo>
                    <a:pt x="2588764" y="637083"/>
                  </a:lnTo>
                  <a:lnTo>
                    <a:pt x="2588842" y="637086"/>
                  </a:lnTo>
                  <a:lnTo>
                    <a:pt x="2588870" y="637086"/>
                  </a:lnTo>
                  <a:lnTo>
                    <a:pt x="2588893" y="637085"/>
                  </a:lnTo>
                  <a:lnTo>
                    <a:pt x="2588908" y="637084"/>
                  </a:lnTo>
                  <a:lnTo>
                    <a:pt x="2589160" y="637065"/>
                  </a:lnTo>
                  <a:lnTo>
                    <a:pt x="2589517" y="637142"/>
                  </a:lnTo>
                  <a:lnTo>
                    <a:pt x="2589582" y="637229"/>
                  </a:lnTo>
                  <a:lnTo>
                    <a:pt x="2589583" y="637238"/>
                  </a:lnTo>
                  <a:lnTo>
                    <a:pt x="2589601" y="637386"/>
                  </a:lnTo>
                  <a:lnTo>
                    <a:pt x="2589669" y="637480"/>
                  </a:lnTo>
                  <a:lnTo>
                    <a:pt x="2590131" y="638023"/>
                  </a:lnTo>
                  <a:lnTo>
                    <a:pt x="2590350" y="638299"/>
                  </a:lnTo>
                  <a:lnTo>
                    <a:pt x="2590547" y="638358"/>
                  </a:lnTo>
                  <a:lnTo>
                    <a:pt x="2590552" y="638356"/>
                  </a:lnTo>
                  <a:lnTo>
                    <a:pt x="2590715" y="638297"/>
                  </a:lnTo>
                  <a:lnTo>
                    <a:pt x="2590736" y="638289"/>
                  </a:lnTo>
                  <a:lnTo>
                    <a:pt x="2590764" y="638282"/>
                  </a:lnTo>
                  <a:lnTo>
                    <a:pt x="2590791" y="638275"/>
                  </a:lnTo>
                  <a:lnTo>
                    <a:pt x="2590808" y="638271"/>
                  </a:lnTo>
                  <a:lnTo>
                    <a:pt x="2590822" y="638269"/>
                  </a:lnTo>
                  <a:lnTo>
                    <a:pt x="2590833" y="638269"/>
                  </a:lnTo>
                  <a:lnTo>
                    <a:pt x="2590846" y="638271"/>
                  </a:lnTo>
                  <a:lnTo>
                    <a:pt x="2590853" y="638273"/>
                  </a:lnTo>
                  <a:lnTo>
                    <a:pt x="2590861" y="638277"/>
                  </a:lnTo>
                  <a:lnTo>
                    <a:pt x="2590868" y="638281"/>
                  </a:lnTo>
                  <a:lnTo>
                    <a:pt x="2590874" y="638285"/>
                  </a:lnTo>
                  <a:lnTo>
                    <a:pt x="2590880" y="638289"/>
                  </a:lnTo>
                  <a:lnTo>
                    <a:pt x="2590885" y="638295"/>
                  </a:lnTo>
                  <a:lnTo>
                    <a:pt x="2590890" y="638306"/>
                  </a:lnTo>
                  <a:lnTo>
                    <a:pt x="2590925" y="638399"/>
                  </a:lnTo>
                  <a:lnTo>
                    <a:pt x="2590930" y="638412"/>
                  </a:lnTo>
                  <a:lnTo>
                    <a:pt x="2590934" y="638425"/>
                  </a:lnTo>
                  <a:lnTo>
                    <a:pt x="2590937" y="638435"/>
                  </a:lnTo>
                  <a:lnTo>
                    <a:pt x="2590938" y="638446"/>
                  </a:lnTo>
                  <a:lnTo>
                    <a:pt x="2590938" y="638452"/>
                  </a:lnTo>
                  <a:lnTo>
                    <a:pt x="2590937" y="638461"/>
                  </a:lnTo>
                  <a:lnTo>
                    <a:pt x="2590933" y="638471"/>
                  </a:lnTo>
                  <a:lnTo>
                    <a:pt x="2590931" y="638480"/>
                  </a:lnTo>
                  <a:lnTo>
                    <a:pt x="2590929" y="638492"/>
                  </a:lnTo>
                  <a:lnTo>
                    <a:pt x="2590929" y="638501"/>
                  </a:lnTo>
                  <a:lnTo>
                    <a:pt x="2590929" y="638519"/>
                  </a:lnTo>
                  <a:lnTo>
                    <a:pt x="2590929" y="638547"/>
                  </a:lnTo>
                  <a:lnTo>
                    <a:pt x="2590931" y="638580"/>
                  </a:lnTo>
                  <a:lnTo>
                    <a:pt x="2590937" y="638623"/>
                  </a:lnTo>
                  <a:lnTo>
                    <a:pt x="2590940" y="638637"/>
                  </a:lnTo>
                  <a:lnTo>
                    <a:pt x="2590943" y="638648"/>
                  </a:lnTo>
                  <a:lnTo>
                    <a:pt x="2590949" y="638663"/>
                  </a:lnTo>
                  <a:lnTo>
                    <a:pt x="2590955" y="638674"/>
                  </a:lnTo>
                  <a:lnTo>
                    <a:pt x="2590963" y="638684"/>
                  </a:lnTo>
                  <a:lnTo>
                    <a:pt x="2590978" y="638699"/>
                  </a:lnTo>
                  <a:lnTo>
                    <a:pt x="2590991" y="638709"/>
                  </a:lnTo>
                  <a:lnTo>
                    <a:pt x="2591007" y="638719"/>
                  </a:lnTo>
                  <a:lnTo>
                    <a:pt x="2591026" y="638731"/>
                  </a:lnTo>
                  <a:lnTo>
                    <a:pt x="2591044" y="638740"/>
                  </a:lnTo>
                  <a:lnTo>
                    <a:pt x="2591056" y="638743"/>
                  </a:lnTo>
                  <a:lnTo>
                    <a:pt x="2591068" y="638745"/>
                  </a:lnTo>
                  <a:lnTo>
                    <a:pt x="2591079" y="638746"/>
                  </a:lnTo>
                  <a:lnTo>
                    <a:pt x="2591573" y="638806"/>
                  </a:lnTo>
                  <a:lnTo>
                    <a:pt x="2591588" y="638807"/>
                  </a:lnTo>
                  <a:lnTo>
                    <a:pt x="2591678" y="638778"/>
                  </a:lnTo>
                  <a:lnTo>
                    <a:pt x="2591683" y="638770"/>
                  </a:lnTo>
                  <a:lnTo>
                    <a:pt x="2591686" y="638762"/>
                  </a:lnTo>
                  <a:lnTo>
                    <a:pt x="2591688" y="638751"/>
                  </a:lnTo>
                  <a:lnTo>
                    <a:pt x="2591788" y="638672"/>
                  </a:lnTo>
                  <a:lnTo>
                    <a:pt x="2592018" y="638681"/>
                  </a:lnTo>
                  <a:lnTo>
                    <a:pt x="2592119" y="638716"/>
                  </a:lnTo>
                  <a:lnTo>
                    <a:pt x="2592171" y="638788"/>
                  </a:lnTo>
                  <a:lnTo>
                    <a:pt x="2592165" y="638855"/>
                  </a:lnTo>
                  <a:lnTo>
                    <a:pt x="2592172" y="638903"/>
                  </a:lnTo>
                  <a:lnTo>
                    <a:pt x="2592179" y="638925"/>
                  </a:lnTo>
                  <a:lnTo>
                    <a:pt x="2592188" y="638963"/>
                  </a:lnTo>
                  <a:lnTo>
                    <a:pt x="2592205" y="638981"/>
                  </a:lnTo>
                  <a:lnTo>
                    <a:pt x="2592290" y="639060"/>
                  </a:lnTo>
                  <a:lnTo>
                    <a:pt x="2592301" y="639064"/>
                  </a:lnTo>
                  <a:lnTo>
                    <a:pt x="2592606" y="639157"/>
                  </a:lnTo>
                  <a:lnTo>
                    <a:pt x="2592654" y="639169"/>
                  </a:lnTo>
                  <a:lnTo>
                    <a:pt x="2592712" y="639149"/>
                  </a:lnTo>
                  <a:lnTo>
                    <a:pt x="2592762" y="639132"/>
                  </a:lnTo>
                  <a:lnTo>
                    <a:pt x="2592776" y="639128"/>
                  </a:lnTo>
                  <a:lnTo>
                    <a:pt x="2592792" y="639128"/>
                  </a:lnTo>
                  <a:lnTo>
                    <a:pt x="2592807" y="639133"/>
                  </a:lnTo>
                  <a:lnTo>
                    <a:pt x="2592821" y="639140"/>
                  </a:lnTo>
                  <a:lnTo>
                    <a:pt x="2592831" y="639149"/>
                  </a:lnTo>
                  <a:lnTo>
                    <a:pt x="2593018" y="639261"/>
                  </a:lnTo>
                  <a:lnTo>
                    <a:pt x="2593301" y="639481"/>
                  </a:lnTo>
                  <a:lnTo>
                    <a:pt x="2593310" y="639490"/>
                  </a:lnTo>
                  <a:lnTo>
                    <a:pt x="2593313" y="639496"/>
                  </a:lnTo>
                  <a:lnTo>
                    <a:pt x="2593316" y="639506"/>
                  </a:lnTo>
                  <a:lnTo>
                    <a:pt x="2593317" y="639516"/>
                  </a:lnTo>
                  <a:lnTo>
                    <a:pt x="2593318" y="639525"/>
                  </a:lnTo>
                  <a:lnTo>
                    <a:pt x="2593318" y="639535"/>
                  </a:lnTo>
                  <a:lnTo>
                    <a:pt x="2593315" y="639545"/>
                  </a:lnTo>
                  <a:lnTo>
                    <a:pt x="2593310" y="639559"/>
                  </a:lnTo>
                  <a:lnTo>
                    <a:pt x="2593290" y="639587"/>
                  </a:lnTo>
                  <a:lnTo>
                    <a:pt x="2593277" y="639600"/>
                  </a:lnTo>
                  <a:lnTo>
                    <a:pt x="2593264" y="639612"/>
                  </a:lnTo>
                  <a:lnTo>
                    <a:pt x="2593250" y="639623"/>
                  </a:lnTo>
                  <a:lnTo>
                    <a:pt x="2593237" y="639633"/>
                  </a:lnTo>
                  <a:lnTo>
                    <a:pt x="2593228" y="639644"/>
                  </a:lnTo>
                  <a:lnTo>
                    <a:pt x="2593218" y="639657"/>
                  </a:lnTo>
                  <a:lnTo>
                    <a:pt x="2593213" y="639665"/>
                  </a:lnTo>
                  <a:lnTo>
                    <a:pt x="2593164" y="639749"/>
                  </a:lnTo>
                  <a:lnTo>
                    <a:pt x="2593160" y="639758"/>
                  </a:lnTo>
                  <a:lnTo>
                    <a:pt x="2593157" y="639772"/>
                  </a:lnTo>
                  <a:lnTo>
                    <a:pt x="2593152" y="639814"/>
                  </a:lnTo>
                  <a:lnTo>
                    <a:pt x="2593152" y="639831"/>
                  </a:lnTo>
                  <a:lnTo>
                    <a:pt x="2593153" y="639841"/>
                  </a:lnTo>
                  <a:lnTo>
                    <a:pt x="2593156" y="639853"/>
                  </a:lnTo>
                  <a:lnTo>
                    <a:pt x="2593161" y="639867"/>
                  </a:lnTo>
                  <a:lnTo>
                    <a:pt x="2593167" y="639879"/>
                  </a:lnTo>
                  <a:lnTo>
                    <a:pt x="2593175" y="639891"/>
                  </a:lnTo>
                  <a:lnTo>
                    <a:pt x="2593300" y="640031"/>
                  </a:lnTo>
                  <a:lnTo>
                    <a:pt x="2593318" y="640046"/>
                  </a:lnTo>
                  <a:lnTo>
                    <a:pt x="2593344" y="640061"/>
                  </a:lnTo>
                  <a:lnTo>
                    <a:pt x="2593431" y="640236"/>
                  </a:lnTo>
                  <a:lnTo>
                    <a:pt x="2593487" y="640388"/>
                  </a:lnTo>
                  <a:lnTo>
                    <a:pt x="2593487" y="640405"/>
                  </a:lnTo>
                  <a:lnTo>
                    <a:pt x="2593498" y="640541"/>
                  </a:lnTo>
                  <a:lnTo>
                    <a:pt x="2593503" y="640559"/>
                  </a:lnTo>
                  <a:lnTo>
                    <a:pt x="2593511" y="640577"/>
                  </a:lnTo>
                  <a:lnTo>
                    <a:pt x="2593522" y="640589"/>
                  </a:lnTo>
                  <a:lnTo>
                    <a:pt x="2593534" y="640596"/>
                  </a:lnTo>
                  <a:lnTo>
                    <a:pt x="2593547" y="640601"/>
                  </a:lnTo>
                  <a:lnTo>
                    <a:pt x="2593569" y="640602"/>
                  </a:lnTo>
                  <a:lnTo>
                    <a:pt x="2593586" y="640601"/>
                  </a:lnTo>
                  <a:lnTo>
                    <a:pt x="2593601" y="640598"/>
                  </a:lnTo>
                  <a:lnTo>
                    <a:pt x="2593614" y="640594"/>
                  </a:lnTo>
                  <a:lnTo>
                    <a:pt x="2593628" y="640591"/>
                  </a:lnTo>
                  <a:lnTo>
                    <a:pt x="2593683" y="640589"/>
                  </a:lnTo>
                  <a:lnTo>
                    <a:pt x="2593706" y="640588"/>
                  </a:lnTo>
                  <a:lnTo>
                    <a:pt x="2593729" y="640592"/>
                  </a:lnTo>
                  <a:lnTo>
                    <a:pt x="2593799" y="640617"/>
                  </a:lnTo>
                  <a:lnTo>
                    <a:pt x="2593813" y="640628"/>
                  </a:lnTo>
                  <a:lnTo>
                    <a:pt x="2593826" y="640641"/>
                  </a:lnTo>
                  <a:lnTo>
                    <a:pt x="2593839" y="640656"/>
                  </a:lnTo>
                  <a:lnTo>
                    <a:pt x="2593847" y="640671"/>
                  </a:lnTo>
                  <a:lnTo>
                    <a:pt x="2594004" y="640925"/>
                  </a:lnTo>
                  <a:lnTo>
                    <a:pt x="2594188" y="641273"/>
                  </a:lnTo>
                  <a:lnTo>
                    <a:pt x="2594200" y="641297"/>
                  </a:lnTo>
                  <a:lnTo>
                    <a:pt x="2594237" y="641465"/>
                  </a:lnTo>
                  <a:lnTo>
                    <a:pt x="2594237" y="641477"/>
                  </a:lnTo>
                  <a:lnTo>
                    <a:pt x="2594234" y="641483"/>
                  </a:lnTo>
                  <a:lnTo>
                    <a:pt x="2594275" y="641591"/>
                  </a:lnTo>
                  <a:lnTo>
                    <a:pt x="2594368" y="641646"/>
                  </a:lnTo>
                  <a:lnTo>
                    <a:pt x="2594574" y="641561"/>
                  </a:lnTo>
                  <a:lnTo>
                    <a:pt x="2594772" y="641526"/>
                  </a:lnTo>
                  <a:lnTo>
                    <a:pt x="2594784" y="641517"/>
                  </a:lnTo>
                  <a:lnTo>
                    <a:pt x="2594852" y="641453"/>
                  </a:lnTo>
                  <a:lnTo>
                    <a:pt x="2594859" y="641453"/>
                  </a:lnTo>
                  <a:lnTo>
                    <a:pt x="2594874" y="641463"/>
                  </a:lnTo>
                  <a:lnTo>
                    <a:pt x="2594891" y="641479"/>
                  </a:lnTo>
                  <a:lnTo>
                    <a:pt x="2594907" y="641498"/>
                  </a:lnTo>
                  <a:lnTo>
                    <a:pt x="2594915" y="641512"/>
                  </a:lnTo>
                  <a:lnTo>
                    <a:pt x="2594920" y="641527"/>
                  </a:lnTo>
                  <a:lnTo>
                    <a:pt x="2594921" y="641541"/>
                  </a:lnTo>
                  <a:lnTo>
                    <a:pt x="2595005" y="642008"/>
                  </a:lnTo>
                  <a:lnTo>
                    <a:pt x="2595013" y="642021"/>
                  </a:lnTo>
                  <a:lnTo>
                    <a:pt x="2595019" y="642037"/>
                  </a:lnTo>
                  <a:lnTo>
                    <a:pt x="2595025" y="642055"/>
                  </a:lnTo>
                  <a:lnTo>
                    <a:pt x="2595025" y="642066"/>
                  </a:lnTo>
                  <a:lnTo>
                    <a:pt x="2595012" y="642129"/>
                  </a:lnTo>
                  <a:lnTo>
                    <a:pt x="2595005" y="642143"/>
                  </a:lnTo>
                  <a:lnTo>
                    <a:pt x="2594996" y="642159"/>
                  </a:lnTo>
                  <a:lnTo>
                    <a:pt x="2594984" y="642176"/>
                  </a:lnTo>
                  <a:lnTo>
                    <a:pt x="2594970" y="642186"/>
                  </a:lnTo>
                  <a:lnTo>
                    <a:pt x="2594950" y="642199"/>
                  </a:lnTo>
                  <a:lnTo>
                    <a:pt x="2594908" y="642217"/>
                  </a:lnTo>
                  <a:lnTo>
                    <a:pt x="2594883" y="642221"/>
                  </a:lnTo>
                  <a:lnTo>
                    <a:pt x="2594864" y="642224"/>
                  </a:lnTo>
                  <a:lnTo>
                    <a:pt x="2594855" y="642219"/>
                  </a:lnTo>
                  <a:lnTo>
                    <a:pt x="2594841" y="642208"/>
                  </a:lnTo>
                  <a:lnTo>
                    <a:pt x="2594799" y="642154"/>
                  </a:lnTo>
                  <a:lnTo>
                    <a:pt x="2594771" y="642117"/>
                  </a:lnTo>
                  <a:lnTo>
                    <a:pt x="2594758" y="642097"/>
                  </a:lnTo>
                  <a:lnTo>
                    <a:pt x="2594742" y="642083"/>
                  </a:lnTo>
                  <a:lnTo>
                    <a:pt x="2594732" y="642075"/>
                  </a:lnTo>
                  <a:lnTo>
                    <a:pt x="2594721" y="642072"/>
                  </a:lnTo>
                  <a:lnTo>
                    <a:pt x="2594704" y="642070"/>
                  </a:lnTo>
                  <a:lnTo>
                    <a:pt x="2594686" y="642072"/>
                  </a:lnTo>
                  <a:lnTo>
                    <a:pt x="2594662" y="642080"/>
                  </a:lnTo>
                  <a:lnTo>
                    <a:pt x="2594645" y="642087"/>
                  </a:lnTo>
                  <a:lnTo>
                    <a:pt x="2594594" y="642117"/>
                  </a:lnTo>
                  <a:lnTo>
                    <a:pt x="2594569" y="642140"/>
                  </a:lnTo>
                  <a:lnTo>
                    <a:pt x="2594546" y="642166"/>
                  </a:lnTo>
                  <a:lnTo>
                    <a:pt x="2594442" y="642294"/>
                  </a:lnTo>
                  <a:lnTo>
                    <a:pt x="2594428" y="642315"/>
                  </a:lnTo>
                  <a:lnTo>
                    <a:pt x="2594414" y="642338"/>
                  </a:lnTo>
                  <a:lnTo>
                    <a:pt x="2594401" y="642366"/>
                  </a:lnTo>
                  <a:lnTo>
                    <a:pt x="2594399" y="642393"/>
                  </a:lnTo>
                  <a:lnTo>
                    <a:pt x="2594400" y="642416"/>
                  </a:lnTo>
                  <a:lnTo>
                    <a:pt x="2594405" y="642435"/>
                  </a:lnTo>
                  <a:lnTo>
                    <a:pt x="2594414" y="642457"/>
                  </a:lnTo>
                  <a:lnTo>
                    <a:pt x="2594428" y="642480"/>
                  </a:lnTo>
                  <a:lnTo>
                    <a:pt x="2594445" y="642500"/>
                  </a:lnTo>
                  <a:lnTo>
                    <a:pt x="2594469" y="642520"/>
                  </a:lnTo>
                  <a:lnTo>
                    <a:pt x="2594496" y="642534"/>
                  </a:lnTo>
                  <a:lnTo>
                    <a:pt x="2594634" y="642671"/>
                  </a:lnTo>
                  <a:lnTo>
                    <a:pt x="2594728" y="642752"/>
                  </a:lnTo>
                  <a:lnTo>
                    <a:pt x="2594727" y="642759"/>
                  </a:lnTo>
                  <a:lnTo>
                    <a:pt x="2594753" y="642827"/>
                  </a:lnTo>
                  <a:lnTo>
                    <a:pt x="2594763" y="642845"/>
                  </a:lnTo>
                  <a:lnTo>
                    <a:pt x="2594773" y="642861"/>
                  </a:lnTo>
                  <a:lnTo>
                    <a:pt x="2594803" y="642897"/>
                  </a:lnTo>
                  <a:lnTo>
                    <a:pt x="2594817" y="642914"/>
                  </a:lnTo>
                  <a:lnTo>
                    <a:pt x="2594833" y="642927"/>
                  </a:lnTo>
                  <a:lnTo>
                    <a:pt x="2594858" y="642940"/>
                  </a:lnTo>
                  <a:lnTo>
                    <a:pt x="2594950" y="642971"/>
                  </a:lnTo>
                  <a:lnTo>
                    <a:pt x="2595010" y="642983"/>
                  </a:lnTo>
                  <a:lnTo>
                    <a:pt x="2595024" y="642985"/>
                  </a:lnTo>
                  <a:lnTo>
                    <a:pt x="2595033" y="642983"/>
                  </a:lnTo>
                  <a:lnTo>
                    <a:pt x="2595046" y="642973"/>
                  </a:lnTo>
                  <a:lnTo>
                    <a:pt x="2595188" y="642875"/>
                  </a:lnTo>
                  <a:lnTo>
                    <a:pt x="2595449" y="642885"/>
                  </a:lnTo>
                  <a:lnTo>
                    <a:pt x="2595469" y="642888"/>
                  </a:lnTo>
                  <a:lnTo>
                    <a:pt x="2595483" y="642894"/>
                  </a:lnTo>
                  <a:lnTo>
                    <a:pt x="2595503" y="642906"/>
                  </a:lnTo>
                  <a:lnTo>
                    <a:pt x="2595514" y="642916"/>
                  </a:lnTo>
                  <a:lnTo>
                    <a:pt x="2595517" y="642925"/>
                  </a:lnTo>
                  <a:lnTo>
                    <a:pt x="2595541" y="643021"/>
                  </a:lnTo>
                  <a:lnTo>
                    <a:pt x="2595539" y="643031"/>
                  </a:lnTo>
                  <a:lnTo>
                    <a:pt x="2595522" y="643054"/>
                  </a:lnTo>
                  <a:lnTo>
                    <a:pt x="2595510" y="643064"/>
                  </a:lnTo>
                  <a:lnTo>
                    <a:pt x="2595410" y="643142"/>
                  </a:lnTo>
                  <a:lnTo>
                    <a:pt x="2595303" y="643223"/>
                  </a:lnTo>
                  <a:lnTo>
                    <a:pt x="2595281" y="643237"/>
                  </a:lnTo>
                  <a:lnTo>
                    <a:pt x="2595246" y="643264"/>
                  </a:lnTo>
                  <a:lnTo>
                    <a:pt x="2595235" y="643274"/>
                  </a:lnTo>
                  <a:lnTo>
                    <a:pt x="2595230" y="643286"/>
                  </a:lnTo>
                  <a:lnTo>
                    <a:pt x="2595228" y="643300"/>
                  </a:lnTo>
                  <a:lnTo>
                    <a:pt x="2595229" y="643317"/>
                  </a:lnTo>
                  <a:lnTo>
                    <a:pt x="2595233" y="643333"/>
                  </a:lnTo>
                  <a:lnTo>
                    <a:pt x="2595242" y="643349"/>
                  </a:lnTo>
                  <a:lnTo>
                    <a:pt x="2595259" y="643370"/>
                  </a:lnTo>
                  <a:lnTo>
                    <a:pt x="2595297" y="643409"/>
                  </a:lnTo>
                  <a:lnTo>
                    <a:pt x="2595314" y="643425"/>
                  </a:lnTo>
                  <a:lnTo>
                    <a:pt x="2595344" y="643447"/>
                  </a:lnTo>
                  <a:lnTo>
                    <a:pt x="2595372" y="643466"/>
                  </a:lnTo>
                  <a:lnTo>
                    <a:pt x="2595399" y="643480"/>
                  </a:lnTo>
                  <a:lnTo>
                    <a:pt x="2595460" y="643525"/>
                  </a:lnTo>
                  <a:lnTo>
                    <a:pt x="2595481" y="643542"/>
                  </a:lnTo>
                  <a:lnTo>
                    <a:pt x="2595503" y="643566"/>
                  </a:lnTo>
                  <a:lnTo>
                    <a:pt x="2595527" y="643592"/>
                  </a:lnTo>
                  <a:lnTo>
                    <a:pt x="2595559" y="643641"/>
                  </a:lnTo>
                  <a:lnTo>
                    <a:pt x="2595576" y="643669"/>
                  </a:lnTo>
                  <a:lnTo>
                    <a:pt x="2595597" y="643705"/>
                  </a:lnTo>
                  <a:lnTo>
                    <a:pt x="2595600" y="643713"/>
                  </a:lnTo>
                  <a:lnTo>
                    <a:pt x="2595535" y="644092"/>
                  </a:lnTo>
                  <a:lnTo>
                    <a:pt x="2595531" y="644118"/>
                  </a:lnTo>
                  <a:lnTo>
                    <a:pt x="2595576" y="644442"/>
                  </a:lnTo>
                  <a:lnTo>
                    <a:pt x="2595587" y="644464"/>
                  </a:lnTo>
                  <a:lnTo>
                    <a:pt x="2595589" y="644485"/>
                  </a:lnTo>
                  <a:lnTo>
                    <a:pt x="2595587" y="644503"/>
                  </a:lnTo>
                  <a:lnTo>
                    <a:pt x="2595575" y="644531"/>
                  </a:lnTo>
                  <a:lnTo>
                    <a:pt x="2595556" y="644547"/>
                  </a:lnTo>
                  <a:lnTo>
                    <a:pt x="2595530" y="644565"/>
                  </a:lnTo>
                  <a:lnTo>
                    <a:pt x="2595419" y="644620"/>
                  </a:lnTo>
                  <a:lnTo>
                    <a:pt x="2595405" y="644625"/>
                  </a:lnTo>
                  <a:lnTo>
                    <a:pt x="2595389" y="644628"/>
                  </a:lnTo>
                  <a:lnTo>
                    <a:pt x="2595345" y="644627"/>
                  </a:lnTo>
                  <a:lnTo>
                    <a:pt x="2595316" y="644620"/>
                  </a:lnTo>
                  <a:lnTo>
                    <a:pt x="2595290" y="644619"/>
                  </a:lnTo>
                  <a:lnTo>
                    <a:pt x="2595267" y="644620"/>
                  </a:lnTo>
                  <a:lnTo>
                    <a:pt x="2595248" y="644621"/>
                  </a:lnTo>
                  <a:lnTo>
                    <a:pt x="2595226" y="644626"/>
                  </a:lnTo>
                  <a:lnTo>
                    <a:pt x="2595201" y="644635"/>
                  </a:lnTo>
                  <a:lnTo>
                    <a:pt x="2595173" y="644650"/>
                  </a:lnTo>
                  <a:lnTo>
                    <a:pt x="2595146" y="644665"/>
                  </a:lnTo>
                  <a:lnTo>
                    <a:pt x="2595092" y="644696"/>
                  </a:lnTo>
                  <a:lnTo>
                    <a:pt x="2595076" y="644708"/>
                  </a:lnTo>
                  <a:lnTo>
                    <a:pt x="2595062" y="644721"/>
                  </a:lnTo>
                  <a:lnTo>
                    <a:pt x="2595045" y="644741"/>
                  </a:lnTo>
                  <a:lnTo>
                    <a:pt x="2595034" y="644760"/>
                  </a:lnTo>
                  <a:lnTo>
                    <a:pt x="2594855" y="644936"/>
                  </a:lnTo>
                  <a:lnTo>
                    <a:pt x="2594702" y="645049"/>
                  </a:lnTo>
                  <a:lnTo>
                    <a:pt x="2594551" y="645125"/>
                  </a:lnTo>
                  <a:lnTo>
                    <a:pt x="2594541" y="645130"/>
                  </a:lnTo>
                  <a:lnTo>
                    <a:pt x="2594528" y="645141"/>
                  </a:lnTo>
                  <a:lnTo>
                    <a:pt x="2594515" y="645152"/>
                  </a:lnTo>
                  <a:lnTo>
                    <a:pt x="2594506" y="645163"/>
                  </a:lnTo>
                  <a:lnTo>
                    <a:pt x="2594497" y="645178"/>
                  </a:lnTo>
                  <a:lnTo>
                    <a:pt x="2594492" y="645192"/>
                  </a:lnTo>
                  <a:lnTo>
                    <a:pt x="2594354" y="645600"/>
                  </a:lnTo>
                  <a:lnTo>
                    <a:pt x="2594352" y="645616"/>
                  </a:lnTo>
                  <a:lnTo>
                    <a:pt x="2594356" y="645929"/>
                  </a:lnTo>
                  <a:lnTo>
                    <a:pt x="2594356" y="645945"/>
                  </a:lnTo>
                  <a:lnTo>
                    <a:pt x="2594361" y="645972"/>
                  </a:lnTo>
                  <a:lnTo>
                    <a:pt x="2594368" y="645987"/>
                  </a:lnTo>
                  <a:lnTo>
                    <a:pt x="2594377" y="646000"/>
                  </a:lnTo>
                  <a:lnTo>
                    <a:pt x="2594387" y="646012"/>
                  </a:lnTo>
                  <a:lnTo>
                    <a:pt x="2594401" y="646022"/>
                  </a:lnTo>
                  <a:lnTo>
                    <a:pt x="2594420" y="646032"/>
                  </a:lnTo>
                  <a:lnTo>
                    <a:pt x="2594442" y="646039"/>
                  </a:lnTo>
                  <a:lnTo>
                    <a:pt x="2594466" y="646039"/>
                  </a:lnTo>
                  <a:lnTo>
                    <a:pt x="2594490" y="646035"/>
                  </a:lnTo>
                  <a:lnTo>
                    <a:pt x="2594507" y="646028"/>
                  </a:lnTo>
                  <a:lnTo>
                    <a:pt x="2594543" y="646006"/>
                  </a:lnTo>
                  <a:lnTo>
                    <a:pt x="2594596" y="645975"/>
                  </a:lnTo>
                  <a:lnTo>
                    <a:pt x="2594606" y="645976"/>
                  </a:lnTo>
                  <a:lnTo>
                    <a:pt x="2594656" y="646019"/>
                  </a:lnTo>
                  <a:lnTo>
                    <a:pt x="2594670" y="646032"/>
                  </a:lnTo>
                  <a:lnTo>
                    <a:pt x="2594680" y="646045"/>
                  </a:lnTo>
                  <a:lnTo>
                    <a:pt x="2594822" y="646240"/>
                  </a:lnTo>
                  <a:lnTo>
                    <a:pt x="2594835" y="646260"/>
                  </a:lnTo>
                  <a:lnTo>
                    <a:pt x="2594845" y="646276"/>
                  </a:lnTo>
                  <a:lnTo>
                    <a:pt x="2594852" y="646290"/>
                  </a:lnTo>
                  <a:lnTo>
                    <a:pt x="2594857" y="646301"/>
                  </a:lnTo>
                  <a:lnTo>
                    <a:pt x="2594859" y="646318"/>
                  </a:lnTo>
                  <a:lnTo>
                    <a:pt x="2594858" y="646334"/>
                  </a:lnTo>
                  <a:lnTo>
                    <a:pt x="2594855" y="646351"/>
                  </a:lnTo>
                  <a:lnTo>
                    <a:pt x="2594845" y="646366"/>
                  </a:lnTo>
                  <a:lnTo>
                    <a:pt x="2594833" y="646382"/>
                  </a:lnTo>
                  <a:lnTo>
                    <a:pt x="2594746" y="646464"/>
                  </a:lnTo>
                  <a:lnTo>
                    <a:pt x="2594730" y="646477"/>
                  </a:lnTo>
                  <a:lnTo>
                    <a:pt x="2594705" y="646492"/>
                  </a:lnTo>
                  <a:lnTo>
                    <a:pt x="2594657" y="646520"/>
                  </a:lnTo>
                  <a:lnTo>
                    <a:pt x="2594633" y="646532"/>
                  </a:lnTo>
                  <a:lnTo>
                    <a:pt x="2594469" y="646611"/>
                  </a:lnTo>
                  <a:lnTo>
                    <a:pt x="2594453" y="646617"/>
                  </a:lnTo>
                  <a:lnTo>
                    <a:pt x="2594431" y="646622"/>
                  </a:lnTo>
                  <a:lnTo>
                    <a:pt x="2594403" y="646622"/>
                  </a:lnTo>
                  <a:lnTo>
                    <a:pt x="2594374" y="646618"/>
                  </a:lnTo>
                  <a:lnTo>
                    <a:pt x="2594357" y="646615"/>
                  </a:lnTo>
                  <a:lnTo>
                    <a:pt x="2594344" y="646609"/>
                  </a:lnTo>
                  <a:lnTo>
                    <a:pt x="2594330" y="646598"/>
                  </a:lnTo>
                  <a:lnTo>
                    <a:pt x="2594319" y="646587"/>
                  </a:lnTo>
                  <a:lnTo>
                    <a:pt x="2594297" y="646575"/>
                  </a:lnTo>
                  <a:lnTo>
                    <a:pt x="2594254" y="646553"/>
                  </a:lnTo>
                  <a:lnTo>
                    <a:pt x="2594240" y="646546"/>
                  </a:lnTo>
                  <a:lnTo>
                    <a:pt x="2594206" y="646532"/>
                  </a:lnTo>
                  <a:lnTo>
                    <a:pt x="2594183" y="646524"/>
                  </a:lnTo>
                  <a:lnTo>
                    <a:pt x="2594165" y="646519"/>
                  </a:lnTo>
                  <a:lnTo>
                    <a:pt x="2594151" y="646519"/>
                  </a:lnTo>
                  <a:lnTo>
                    <a:pt x="2594139" y="646522"/>
                  </a:lnTo>
                  <a:lnTo>
                    <a:pt x="2594125" y="646531"/>
                  </a:lnTo>
                  <a:lnTo>
                    <a:pt x="2594116" y="646536"/>
                  </a:lnTo>
                  <a:lnTo>
                    <a:pt x="2594051" y="646595"/>
                  </a:lnTo>
                  <a:lnTo>
                    <a:pt x="2593924" y="646729"/>
                  </a:lnTo>
                  <a:lnTo>
                    <a:pt x="2593904" y="646761"/>
                  </a:lnTo>
                  <a:lnTo>
                    <a:pt x="2593900" y="646773"/>
                  </a:lnTo>
                  <a:lnTo>
                    <a:pt x="2593896" y="646788"/>
                  </a:lnTo>
                  <a:lnTo>
                    <a:pt x="2593896" y="646803"/>
                  </a:lnTo>
                  <a:lnTo>
                    <a:pt x="2593896" y="646813"/>
                  </a:lnTo>
                  <a:lnTo>
                    <a:pt x="2593899" y="646830"/>
                  </a:lnTo>
                  <a:lnTo>
                    <a:pt x="2593907" y="646850"/>
                  </a:lnTo>
                  <a:lnTo>
                    <a:pt x="2593924" y="646885"/>
                  </a:lnTo>
                  <a:lnTo>
                    <a:pt x="2593932" y="646900"/>
                  </a:lnTo>
                  <a:lnTo>
                    <a:pt x="2593965" y="646957"/>
                  </a:lnTo>
                  <a:lnTo>
                    <a:pt x="2593997" y="647010"/>
                  </a:lnTo>
                  <a:lnTo>
                    <a:pt x="2594002" y="647026"/>
                  </a:lnTo>
                  <a:lnTo>
                    <a:pt x="2594004" y="647041"/>
                  </a:lnTo>
                  <a:lnTo>
                    <a:pt x="2594005" y="647066"/>
                  </a:lnTo>
                  <a:lnTo>
                    <a:pt x="2594002" y="647103"/>
                  </a:lnTo>
                  <a:lnTo>
                    <a:pt x="2594001" y="647120"/>
                  </a:lnTo>
                  <a:lnTo>
                    <a:pt x="2593997" y="647132"/>
                  </a:lnTo>
                  <a:lnTo>
                    <a:pt x="2593991" y="647144"/>
                  </a:lnTo>
                  <a:lnTo>
                    <a:pt x="2593984" y="647156"/>
                  </a:lnTo>
                  <a:lnTo>
                    <a:pt x="2593972" y="647169"/>
                  </a:lnTo>
                  <a:lnTo>
                    <a:pt x="2593964" y="647179"/>
                  </a:lnTo>
                  <a:lnTo>
                    <a:pt x="2593931" y="647198"/>
                  </a:lnTo>
                  <a:lnTo>
                    <a:pt x="2593912" y="647211"/>
                  </a:lnTo>
                  <a:lnTo>
                    <a:pt x="2593463" y="647508"/>
                  </a:lnTo>
                  <a:lnTo>
                    <a:pt x="2593282" y="647661"/>
                  </a:lnTo>
                  <a:lnTo>
                    <a:pt x="2593239" y="647687"/>
                  </a:lnTo>
                  <a:lnTo>
                    <a:pt x="2593098" y="647871"/>
                  </a:lnTo>
                  <a:lnTo>
                    <a:pt x="2593044" y="647935"/>
                  </a:lnTo>
                  <a:lnTo>
                    <a:pt x="2593030" y="647955"/>
                  </a:lnTo>
                  <a:lnTo>
                    <a:pt x="2593011" y="648001"/>
                  </a:lnTo>
                  <a:lnTo>
                    <a:pt x="2593006" y="648022"/>
                  </a:lnTo>
                  <a:lnTo>
                    <a:pt x="2593003" y="648037"/>
                  </a:lnTo>
                  <a:lnTo>
                    <a:pt x="2592999" y="648052"/>
                  </a:lnTo>
                  <a:lnTo>
                    <a:pt x="2592987" y="648082"/>
                  </a:lnTo>
                  <a:lnTo>
                    <a:pt x="2592981" y="648094"/>
                  </a:lnTo>
                  <a:lnTo>
                    <a:pt x="2592929" y="648159"/>
                  </a:lnTo>
                  <a:lnTo>
                    <a:pt x="2592913" y="648172"/>
                  </a:lnTo>
                  <a:lnTo>
                    <a:pt x="2592896" y="648182"/>
                  </a:lnTo>
                  <a:lnTo>
                    <a:pt x="2592871" y="648185"/>
                  </a:lnTo>
                  <a:lnTo>
                    <a:pt x="2592804" y="648191"/>
                  </a:lnTo>
                  <a:lnTo>
                    <a:pt x="2592773" y="648193"/>
                  </a:lnTo>
                  <a:lnTo>
                    <a:pt x="2592704" y="648192"/>
                  </a:lnTo>
                  <a:lnTo>
                    <a:pt x="2592675" y="648190"/>
                  </a:lnTo>
                  <a:lnTo>
                    <a:pt x="2592474" y="648254"/>
                  </a:lnTo>
                  <a:lnTo>
                    <a:pt x="2592457" y="648282"/>
                  </a:lnTo>
                  <a:lnTo>
                    <a:pt x="2592421" y="648341"/>
                  </a:lnTo>
                  <a:lnTo>
                    <a:pt x="2592415" y="648348"/>
                  </a:lnTo>
                  <a:lnTo>
                    <a:pt x="2592408" y="648357"/>
                  </a:lnTo>
                  <a:lnTo>
                    <a:pt x="2592363" y="648377"/>
                  </a:lnTo>
                  <a:lnTo>
                    <a:pt x="2592344" y="648383"/>
                  </a:lnTo>
                  <a:lnTo>
                    <a:pt x="2592234" y="648412"/>
                  </a:lnTo>
                  <a:lnTo>
                    <a:pt x="2592146" y="648435"/>
                  </a:lnTo>
                  <a:lnTo>
                    <a:pt x="2592111" y="648441"/>
                  </a:lnTo>
                  <a:lnTo>
                    <a:pt x="2592065" y="648445"/>
                  </a:lnTo>
                  <a:lnTo>
                    <a:pt x="2592019" y="648452"/>
                  </a:lnTo>
                  <a:lnTo>
                    <a:pt x="2591997" y="648457"/>
                  </a:lnTo>
                  <a:lnTo>
                    <a:pt x="2591982" y="648460"/>
                  </a:lnTo>
                  <a:lnTo>
                    <a:pt x="2591953" y="648471"/>
                  </a:lnTo>
                  <a:lnTo>
                    <a:pt x="2591941" y="648480"/>
                  </a:lnTo>
                  <a:lnTo>
                    <a:pt x="2591748" y="648825"/>
                  </a:lnTo>
                  <a:lnTo>
                    <a:pt x="2591912" y="648967"/>
                  </a:lnTo>
                  <a:lnTo>
                    <a:pt x="2591965" y="648981"/>
                  </a:lnTo>
                  <a:lnTo>
                    <a:pt x="2592033" y="649009"/>
                  </a:lnTo>
                  <a:lnTo>
                    <a:pt x="2592046" y="649014"/>
                  </a:lnTo>
                  <a:lnTo>
                    <a:pt x="2592108" y="649042"/>
                  </a:lnTo>
                  <a:lnTo>
                    <a:pt x="2592118" y="649053"/>
                  </a:lnTo>
                  <a:lnTo>
                    <a:pt x="2592124" y="649071"/>
                  </a:lnTo>
                  <a:lnTo>
                    <a:pt x="2592129" y="649103"/>
                  </a:lnTo>
                  <a:lnTo>
                    <a:pt x="2592139" y="649172"/>
                  </a:lnTo>
                  <a:lnTo>
                    <a:pt x="2592140" y="649203"/>
                  </a:lnTo>
                  <a:lnTo>
                    <a:pt x="2592129" y="649258"/>
                  </a:lnTo>
                  <a:lnTo>
                    <a:pt x="2592116" y="649277"/>
                  </a:lnTo>
                  <a:lnTo>
                    <a:pt x="2592103" y="649300"/>
                  </a:lnTo>
                  <a:lnTo>
                    <a:pt x="2592098" y="649318"/>
                  </a:lnTo>
                  <a:lnTo>
                    <a:pt x="2592092" y="649399"/>
                  </a:lnTo>
                  <a:lnTo>
                    <a:pt x="2592091" y="649442"/>
                  </a:lnTo>
                  <a:lnTo>
                    <a:pt x="2592100" y="649554"/>
                  </a:lnTo>
                  <a:lnTo>
                    <a:pt x="2592098" y="649676"/>
                  </a:lnTo>
                  <a:lnTo>
                    <a:pt x="2592094" y="649699"/>
                  </a:lnTo>
                  <a:lnTo>
                    <a:pt x="2592066" y="649792"/>
                  </a:lnTo>
                  <a:lnTo>
                    <a:pt x="2592057" y="649810"/>
                  </a:lnTo>
                  <a:lnTo>
                    <a:pt x="2592040" y="649822"/>
                  </a:lnTo>
                  <a:lnTo>
                    <a:pt x="2591986" y="649823"/>
                  </a:lnTo>
                  <a:lnTo>
                    <a:pt x="2591953" y="649820"/>
                  </a:lnTo>
                  <a:lnTo>
                    <a:pt x="2591924" y="649822"/>
                  </a:lnTo>
                  <a:lnTo>
                    <a:pt x="2591870" y="649855"/>
                  </a:lnTo>
                  <a:lnTo>
                    <a:pt x="2591835" y="649876"/>
                  </a:lnTo>
                  <a:lnTo>
                    <a:pt x="2591811" y="649912"/>
                  </a:lnTo>
                  <a:lnTo>
                    <a:pt x="2591810" y="649923"/>
                  </a:lnTo>
                  <a:lnTo>
                    <a:pt x="2591803" y="649967"/>
                  </a:lnTo>
                  <a:lnTo>
                    <a:pt x="2591811" y="649977"/>
                  </a:lnTo>
                  <a:lnTo>
                    <a:pt x="2591821" y="649990"/>
                  </a:lnTo>
                  <a:lnTo>
                    <a:pt x="2591835" y="650011"/>
                  </a:lnTo>
                  <a:lnTo>
                    <a:pt x="2591842" y="650036"/>
                  </a:lnTo>
                  <a:lnTo>
                    <a:pt x="2591842" y="650053"/>
                  </a:lnTo>
                  <a:lnTo>
                    <a:pt x="2591804" y="650245"/>
                  </a:lnTo>
                  <a:lnTo>
                    <a:pt x="2591741" y="650395"/>
                  </a:lnTo>
                  <a:lnTo>
                    <a:pt x="2591636" y="650635"/>
                  </a:lnTo>
                  <a:lnTo>
                    <a:pt x="2591610" y="650806"/>
                  </a:lnTo>
                  <a:lnTo>
                    <a:pt x="2591612" y="650820"/>
                  </a:lnTo>
                  <a:lnTo>
                    <a:pt x="2591700" y="650865"/>
                  </a:lnTo>
                  <a:lnTo>
                    <a:pt x="2591717" y="650871"/>
                  </a:lnTo>
                  <a:lnTo>
                    <a:pt x="2591780" y="650890"/>
                  </a:lnTo>
                  <a:lnTo>
                    <a:pt x="2591795" y="650893"/>
                  </a:lnTo>
                  <a:lnTo>
                    <a:pt x="2591839" y="650894"/>
                  </a:lnTo>
                  <a:lnTo>
                    <a:pt x="2591883" y="650891"/>
                  </a:lnTo>
                  <a:lnTo>
                    <a:pt x="2591929" y="650885"/>
                  </a:lnTo>
                  <a:lnTo>
                    <a:pt x="2591984" y="650876"/>
                  </a:lnTo>
                  <a:lnTo>
                    <a:pt x="2592032" y="650867"/>
                  </a:lnTo>
                  <a:lnTo>
                    <a:pt x="2592058" y="650867"/>
                  </a:lnTo>
                  <a:lnTo>
                    <a:pt x="2592085" y="650878"/>
                  </a:lnTo>
                  <a:lnTo>
                    <a:pt x="2592110" y="650894"/>
                  </a:lnTo>
                  <a:lnTo>
                    <a:pt x="2592131" y="650913"/>
                  </a:lnTo>
                  <a:lnTo>
                    <a:pt x="2592180" y="651010"/>
                  </a:lnTo>
                  <a:lnTo>
                    <a:pt x="2592193" y="651036"/>
                  </a:lnTo>
                  <a:lnTo>
                    <a:pt x="2592201" y="651060"/>
                  </a:lnTo>
                  <a:lnTo>
                    <a:pt x="2592205" y="651074"/>
                  </a:lnTo>
                  <a:lnTo>
                    <a:pt x="2592206" y="651097"/>
                  </a:lnTo>
                  <a:lnTo>
                    <a:pt x="2592202" y="651127"/>
                  </a:lnTo>
                  <a:lnTo>
                    <a:pt x="2592191" y="651157"/>
                  </a:lnTo>
                  <a:lnTo>
                    <a:pt x="2592175" y="651179"/>
                  </a:lnTo>
                  <a:lnTo>
                    <a:pt x="2592147" y="651200"/>
                  </a:lnTo>
                  <a:lnTo>
                    <a:pt x="2591873" y="651383"/>
                  </a:lnTo>
                  <a:lnTo>
                    <a:pt x="2591851" y="651398"/>
                  </a:lnTo>
                  <a:lnTo>
                    <a:pt x="2591814" y="651409"/>
                  </a:lnTo>
                  <a:lnTo>
                    <a:pt x="2591763" y="651415"/>
                  </a:lnTo>
                  <a:lnTo>
                    <a:pt x="2591719" y="651416"/>
                  </a:lnTo>
                  <a:lnTo>
                    <a:pt x="2591657" y="651411"/>
                  </a:lnTo>
                  <a:lnTo>
                    <a:pt x="2591581" y="651394"/>
                  </a:lnTo>
                  <a:lnTo>
                    <a:pt x="2591365" y="651369"/>
                  </a:lnTo>
                  <a:lnTo>
                    <a:pt x="2591358" y="651371"/>
                  </a:lnTo>
                  <a:lnTo>
                    <a:pt x="2591314" y="651389"/>
                  </a:lnTo>
                  <a:lnTo>
                    <a:pt x="2591286" y="651411"/>
                  </a:lnTo>
                  <a:lnTo>
                    <a:pt x="2590983" y="651687"/>
                  </a:lnTo>
                  <a:lnTo>
                    <a:pt x="2590903" y="651845"/>
                  </a:lnTo>
                  <a:lnTo>
                    <a:pt x="2590888" y="651928"/>
                  </a:lnTo>
                  <a:lnTo>
                    <a:pt x="2590884" y="651961"/>
                  </a:lnTo>
                  <a:lnTo>
                    <a:pt x="2590887" y="651978"/>
                  </a:lnTo>
                  <a:lnTo>
                    <a:pt x="2590890" y="651999"/>
                  </a:lnTo>
                  <a:lnTo>
                    <a:pt x="2590873" y="652067"/>
                  </a:lnTo>
                  <a:lnTo>
                    <a:pt x="2590852" y="652127"/>
                  </a:lnTo>
                  <a:lnTo>
                    <a:pt x="2590831" y="652164"/>
                  </a:lnTo>
                  <a:lnTo>
                    <a:pt x="2590807" y="652184"/>
                  </a:lnTo>
                  <a:lnTo>
                    <a:pt x="2590736" y="652224"/>
                  </a:lnTo>
                  <a:lnTo>
                    <a:pt x="2590708" y="652239"/>
                  </a:lnTo>
                  <a:lnTo>
                    <a:pt x="2590672" y="652247"/>
                  </a:lnTo>
                  <a:lnTo>
                    <a:pt x="2590652" y="652261"/>
                  </a:lnTo>
                  <a:lnTo>
                    <a:pt x="2590616" y="652294"/>
                  </a:lnTo>
                  <a:lnTo>
                    <a:pt x="2590606" y="652313"/>
                  </a:lnTo>
                  <a:lnTo>
                    <a:pt x="2590593" y="652353"/>
                  </a:lnTo>
                  <a:lnTo>
                    <a:pt x="2590589" y="652424"/>
                  </a:lnTo>
                  <a:lnTo>
                    <a:pt x="2590592" y="652488"/>
                  </a:lnTo>
                  <a:lnTo>
                    <a:pt x="2590592" y="652661"/>
                  </a:lnTo>
                  <a:lnTo>
                    <a:pt x="2590563" y="652919"/>
                  </a:lnTo>
                  <a:lnTo>
                    <a:pt x="2590552" y="653014"/>
                  </a:lnTo>
                  <a:lnTo>
                    <a:pt x="2590540" y="653076"/>
                  </a:lnTo>
                  <a:lnTo>
                    <a:pt x="2590523" y="653118"/>
                  </a:lnTo>
                  <a:lnTo>
                    <a:pt x="2590440" y="653219"/>
                  </a:lnTo>
                  <a:lnTo>
                    <a:pt x="2590382" y="653272"/>
                  </a:lnTo>
                  <a:lnTo>
                    <a:pt x="2590330" y="653301"/>
                  </a:lnTo>
                  <a:lnTo>
                    <a:pt x="2590287" y="653309"/>
                  </a:lnTo>
                  <a:lnTo>
                    <a:pt x="2590202" y="653298"/>
                  </a:lnTo>
                  <a:lnTo>
                    <a:pt x="2590124" y="653284"/>
                  </a:lnTo>
                  <a:lnTo>
                    <a:pt x="2590068" y="653272"/>
                  </a:lnTo>
                  <a:lnTo>
                    <a:pt x="2590033" y="653255"/>
                  </a:lnTo>
                  <a:lnTo>
                    <a:pt x="2589989" y="653227"/>
                  </a:lnTo>
                  <a:lnTo>
                    <a:pt x="2589963" y="653206"/>
                  </a:lnTo>
                  <a:lnTo>
                    <a:pt x="2589957" y="653191"/>
                  </a:lnTo>
                  <a:lnTo>
                    <a:pt x="2589932" y="653168"/>
                  </a:lnTo>
                  <a:lnTo>
                    <a:pt x="2589858" y="653142"/>
                  </a:lnTo>
                  <a:lnTo>
                    <a:pt x="2589737" y="653123"/>
                  </a:lnTo>
                  <a:lnTo>
                    <a:pt x="2589669" y="653129"/>
                  </a:lnTo>
                  <a:lnTo>
                    <a:pt x="2589654" y="653130"/>
                  </a:lnTo>
                  <a:lnTo>
                    <a:pt x="2589625" y="653133"/>
                  </a:lnTo>
                  <a:lnTo>
                    <a:pt x="2589584" y="653143"/>
                  </a:lnTo>
                  <a:lnTo>
                    <a:pt x="2589535" y="653159"/>
                  </a:lnTo>
                  <a:lnTo>
                    <a:pt x="2589287" y="653245"/>
                  </a:lnTo>
                  <a:lnTo>
                    <a:pt x="2589279" y="653250"/>
                  </a:lnTo>
                  <a:lnTo>
                    <a:pt x="2589246" y="653276"/>
                  </a:lnTo>
                  <a:lnTo>
                    <a:pt x="2588987" y="653443"/>
                  </a:lnTo>
                  <a:lnTo>
                    <a:pt x="2588669" y="653604"/>
                  </a:lnTo>
                  <a:lnTo>
                    <a:pt x="2588629" y="653632"/>
                  </a:lnTo>
                  <a:lnTo>
                    <a:pt x="2588582" y="653666"/>
                  </a:lnTo>
                  <a:lnTo>
                    <a:pt x="2588518" y="653739"/>
                  </a:lnTo>
                  <a:lnTo>
                    <a:pt x="2588498" y="653768"/>
                  </a:lnTo>
                  <a:lnTo>
                    <a:pt x="2588475" y="653814"/>
                  </a:lnTo>
                  <a:lnTo>
                    <a:pt x="2588458" y="653860"/>
                  </a:lnTo>
                  <a:lnTo>
                    <a:pt x="2588457" y="653893"/>
                  </a:lnTo>
                  <a:lnTo>
                    <a:pt x="2588467" y="653964"/>
                  </a:lnTo>
                  <a:lnTo>
                    <a:pt x="2588450" y="654019"/>
                  </a:lnTo>
                  <a:lnTo>
                    <a:pt x="2588409" y="654105"/>
                  </a:lnTo>
                  <a:lnTo>
                    <a:pt x="2588215" y="654454"/>
                  </a:lnTo>
                  <a:lnTo>
                    <a:pt x="2588167" y="654533"/>
                  </a:lnTo>
                  <a:lnTo>
                    <a:pt x="2588157" y="654544"/>
                  </a:lnTo>
                  <a:lnTo>
                    <a:pt x="2588140" y="654566"/>
                  </a:lnTo>
                  <a:lnTo>
                    <a:pt x="2588092" y="654604"/>
                  </a:lnTo>
                  <a:lnTo>
                    <a:pt x="2587948" y="654707"/>
                  </a:lnTo>
                  <a:lnTo>
                    <a:pt x="2587882" y="654740"/>
                  </a:lnTo>
                  <a:lnTo>
                    <a:pt x="2587750" y="654776"/>
                  </a:lnTo>
                  <a:lnTo>
                    <a:pt x="2587369" y="654843"/>
                  </a:lnTo>
                  <a:lnTo>
                    <a:pt x="2587317" y="654851"/>
                  </a:lnTo>
                  <a:lnTo>
                    <a:pt x="2587203" y="654808"/>
                  </a:lnTo>
                  <a:lnTo>
                    <a:pt x="2587113" y="654784"/>
                  </a:lnTo>
                  <a:lnTo>
                    <a:pt x="2587043" y="654784"/>
                  </a:lnTo>
                  <a:lnTo>
                    <a:pt x="2586715" y="654807"/>
                  </a:lnTo>
                  <a:lnTo>
                    <a:pt x="2586703" y="654811"/>
                  </a:lnTo>
                  <a:lnTo>
                    <a:pt x="2586676" y="654822"/>
                  </a:lnTo>
                  <a:lnTo>
                    <a:pt x="2586552" y="654882"/>
                  </a:lnTo>
                  <a:lnTo>
                    <a:pt x="2586509" y="654913"/>
                  </a:lnTo>
                  <a:lnTo>
                    <a:pt x="2586480" y="654939"/>
                  </a:lnTo>
                  <a:lnTo>
                    <a:pt x="2586464" y="654970"/>
                  </a:lnTo>
                  <a:lnTo>
                    <a:pt x="2586428" y="655086"/>
                  </a:lnTo>
                  <a:lnTo>
                    <a:pt x="2586424" y="655102"/>
                  </a:lnTo>
                  <a:lnTo>
                    <a:pt x="2586434" y="655187"/>
                  </a:lnTo>
                  <a:lnTo>
                    <a:pt x="2586436" y="655193"/>
                  </a:lnTo>
                  <a:lnTo>
                    <a:pt x="2586446" y="655223"/>
                  </a:lnTo>
                  <a:lnTo>
                    <a:pt x="2586456" y="655262"/>
                  </a:lnTo>
                  <a:lnTo>
                    <a:pt x="2586463" y="655314"/>
                  </a:lnTo>
                  <a:lnTo>
                    <a:pt x="2586460" y="655355"/>
                  </a:lnTo>
                  <a:lnTo>
                    <a:pt x="2586422" y="655452"/>
                  </a:lnTo>
                  <a:lnTo>
                    <a:pt x="2586404" y="655484"/>
                  </a:lnTo>
                  <a:lnTo>
                    <a:pt x="2586314" y="655609"/>
                  </a:lnTo>
                  <a:lnTo>
                    <a:pt x="2586242" y="655687"/>
                  </a:lnTo>
                  <a:lnTo>
                    <a:pt x="2586196" y="655720"/>
                  </a:lnTo>
                  <a:lnTo>
                    <a:pt x="2585994" y="655845"/>
                  </a:lnTo>
                  <a:lnTo>
                    <a:pt x="2585952" y="655865"/>
                  </a:lnTo>
                  <a:lnTo>
                    <a:pt x="2585912" y="655869"/>
                  </a:lnTo>
                  <a:lnTo>
                    <a:pt x="2585875" y="655859"/>
                  </a:lnTo>
                  <a:lnTo>
                    <a:pt x="2585766" y="655797"/>
                  </a:lnTo>
                  <a:lnTo>
                    <a:pt x="2585738" y="655763"/>
                  </a:lnTo>
                  <a:lnTo>
                    <a:pt x="2585729" y="655752"/>
                  </a:lnTo>
                  <a:lnTo>
                    <a:pt x="2585686" y="655670"/>
                  </a:lnTo>
                  <a:lnTo>
                    <a:pt x="2585675" y="655655"/>
                  </a:lnTo>
                  <a:lnTo>
                    <a:pt x="2585634" y="655601"/>
                  </a:lnTo>
                  <a:lnTo>
                    <a:pt x="2585596" y="655558"/>
                  </a:lnTo>
                  <a:lnTo>
                    <a:pt x="2585570" y="655528"/>
                  </a:lnTo>
                  <a:lnTo>
                    <a:pt x="2585476" y="655442"/>
                  </a:lnTo>
                  <a:lnTo>
                    <a:pt x="2585384" y="655391"/>
                  </a:lnTo>
                  <a:lnTo>
                    <a:pt x="2585302" y="655363"/>
                  </a:lnTo>
                  <a:lnTo>
                    <a:pt x="2585215" y="655348"/>
                  </a:lnTo>
                  <a:lnTo>
                    <a:pt x="2585148" y="655347"/>
                  </a:lnTo>
                  <a:lnTo>
                    <a:pt x="2585121" y="655349"/>
                  </a:lnTo>
                  <a:lnTo>
                    <a:pt x="2585068" y="655353"/>
                  </a:lnTo>
                  <a:lnTo>
                    <a:pt x="2584914" y="655333"/>
                  </a:lnTo>
                  <a:lnTo>
                    <a:pt x="2584841" y="655300"/>
                  </a:lnTo>
                  <a:lnTo>
                    <a:pt x="2584805" y="655260"/>
                  </a:lnTo>
                  <a:lnTo>
                    <a:pt x="2584789" y="655236"/>
                  </a:lnTo>
                  <a:lnTo>
                    <a:pt x="2584786" y="655222"/>
                  </a:lnTo>
                  <a:lnTo>
                    <a:pt x="2584926" y="654955"/>
                  </a:lnTo>
                  <a:lnTo>
                    <a:pt x="2584960" y="654912"/>
                  </a:lnTo>
                  <a:lnTo>
                    <a:pt x="2585056" y="654840"/>
                  </a:lnTo>
                  <a:lnTo>
                    <a:pt x="2585194" y="654764"/>
                  </a:lnTo>
                  <a:lnTo>
                    <a:pt x="2585365" y="654712"/>
                  </a:lnTo>
                  <a:lnTo>
                    <a:pt x="2585455" y="654691"/>
                  </a:lnTo>
                  <a:lnTo>
                    <a:pt x="2585480" y="654691"/>
                  </a:lnTo>
                  <a:lnTo>
                    <a:pt x="2585519" y="654693"/>
                  </a:lnTo>
                  <a:lnTo>
                    <a:pt x="2585551" y="654695"/>
                  </a:lnTo>
                  <a:lnTo>
                    <a:pt x="2585567" y="654694"/>
                  </a:lnTo>
                  <a:lnTo>
                    <a:pt x="2585603" y="654683"/>
                  </a:lnTo>
                  <a:lnTo>
                    <a:pt x="2585629" y="654674"/>
                  </a:lnTo>
                  <a:lnTo>
                    <a:pt x="2585672" y="654637"/>
                  </a:lnTo>
                  <a:lnTo>
                    <a:pt x="2585719" y="654533"/>
                  </a:lnTo>
                  <a:lnTo>
                    <a:pt x="2585737" y="654484"/>
                  </a:lnTo>
                  <a:lnTo>
                    <a:pt x="2585697" y="654282"/>
                  </a:lnTo>
                  <a:lnTo>
                    <a:pt x="2585677" y="654218"/>
                  </a:lnTo>
                  <a:lnTo>
                    <a:pt x="2585637" y="654138"/>
                  </a:lnTo>
                  <a:lnTo>
                    <a:pt x="2585597" y="654078"/>
                  </a:lnTo>
                  <a:lnTo>
                    <a:pt x="2585526" y="654003"/>
                  </a:lnTo>
                  <a:lnTo>
                    <a:pt x="2585463" y="653959"/>
                  </a:lnTo>
                  <a:lnTo>
                    <a:pt x="2585451" y="653953"/>
                  </a:lnTo>
                  <a:lnTo>
                    <a:pt x="2585406" y="653932"/>
                  </a:lnTo>
                  <a:lnTo>
                    <a:pt x="2585364" y="653921"/>
                  </a:lnTo>
                  <a:lnTo>
                    <a:pt x="2585324" y="653934"/>
                  </a:lnTo>
                  <a:lnTo>
                    <a:pt x="2585105" y="653988"/>
                  </a:lnTo>
                  <a:lnTo>
                    <a:pt x="2584760" y="654116"/>
                  </a:lnTo>
                  <a:lnTo>
                    <a:pt x="2584621" y="654186"/>
                  </a:lnTo>
                  <a:lnTo>
                    <a:pt x="2584562" y="654235"/>
                  </a:lnTo>
                  <a:lnTo>
                    <a:pt x="2584486" y="654340"/>
                  </a:lnTo>
                  <a:lnTo>
                    <a:pt x="2584449" y="654409"/>
                  </a:lnTo>
                  <a:lnTo>
                    <a:pt x="2584447" y="654436"/>
                  </a:lnTo>
                  <a:lnTo>
                    <a:pt x="2584465" y="654492"/>
                  </a:lnTo>
                  <a:lnTo>
                    <a:pt x="2584548" y="654665"/>
                  </a:lnTo>
                  <a:lnTo>
                    <a:pt x="2584618" y="654761"/>
                  </a:lnTo>
                  <a:lnTo>
                    <a:pt x="2584655" y="654810"/>
                  </a:lnTo>
                  <a:lnTo>
                    <a:pt x="2584658" y="654833"/>
                  </a:lnTo>
                  <a:lnTo>
                    <a:pt x="2584645" y="654870"/>
                  </a:lnTo>
                  <a:lnTo>
                    <a:pt x="2584613" y="654916"/>
                  </a:lnTo>
                  <a:lnTo>
                    <a:pt x="2584558" y="654954"/>
                  </a:lnTo>
                  <a:lnTo>
                    <a:pt x="2584503" y="654970"/>
                  </a:lnTo>
                  <a:lnTo>
                    <a:pt x="2584423" y="654994"/>
                  </a:lnTo>
                  <a:lnTo>
                    <a:pt x="2584368" y="655002"/>
                  </a:lnTo>
                  <a:lnTo>
                    <a:pt x="2584329" y="654997"/>
                  </a:lnTo>
                  <a:lnTo>
                    <a:pt x="2584285" y="654984"/>
                  </a:lnTo>
                  <a:lnTo>
                    <a:pt x="2584246" y="654957"/>
                  </a:lnTo>
                  <a:lnTo>
                    <a:pt x="2584224" y="654940"/>
                  </a:lnTo>
                  <a:lnTo>
                    <a:pt x="2584099" y="654825"/>
                  </a:lnTo>
                  <a:lnTo>
                    <a:pt x="2584056" y="654742"/>
                  </a:lnTo>
                  <a:lnTo>
                    <a:pt x="2584023" y="654668"/>
                  </a:lnTo>
                  <a:lnTo>
                    <a:pt x="2583996" y="654595"/>
                  </a:lnTo>
                  <a:lnTo>
                    <a:pt x="2583982" y="654512"/>
                  </a:lnTo>
                  <a:lnTo>
                    <a:pt x="2583987" y="654472"/>
                  </a:lnTo>
                  <a:lnTo>
                    <a:pt x="2584010" y="654429"/>
                  </a:lnTo>
                  <a:lnTo>
                    <a:pt x="2584031" y="654374"/>
                  </a:lnTo>
                  <a:lnTo>
                    <a:pt x="2584039" y="654334"/>
                  </a:lnTo>
                  <a:lnTo>
                    <a:pt x="2584030" y="654292"/>
                  </a:lnTo>
                  <a:lnTo>
                    <a:pt x="2584000" y="654244"/>
                  </a:lnTo>
                  <a:lnTo>
                    <a:pt x="2583957" y="654176"/>
                  </a:lnTo>
                  <a:lnTo>
                    <a:pt x="2583935" y="654154"/>
                  </a:lnTo>
                  <a:lnTo>
                    <a:pt x="2583869" y="654128"/>
                  </a:lnTo>
                  <a:lnTo>
                    <a:pt x="2583435" y="654010"/>
                  </a:lnTo>
                  <a:lnTo>
                    <a:pt x="2583365" y="654008"/>
                  </a:lnTo>
                  <a:lnTo>
                    <a:pt x="2583270" y="654025"/>
                  </a:lnTo>
                  <a:lnTo>
                    <a:pt x="2583209" y="654054"/>
                  </a:lnTo>
                  <a:lnTo>
                    <a:pt x="2583167" y="654082"/>
                  </a:lnTo>
                  <a:lnTo>
                    <a:pt x="2583126" y="654112"/>
                  </a:lnTo>
                  <a:lnTo>
                    <a:pt x="2583085" y="654143"/>
                  </a:lnTo>
                  <a:lnTo>
                    <a:pt x="2583065" y="654171"/>
                  </a:lnTo>
                  <a:lnTo>
                    <a:pt x="2583060" y="654192"/>
                  </a:lnTo>
                  <a:lnTo>
                    <a:pt x="2583062" y="654212"/>
                  </a:lnTo>
                  <a:lnTo>
                    <a:pt x="2583062" y="654228"/>
                  </a:lnTo>
                  <a:lnTo>
                    <a:pt x="2583052" y="654250"/>
                  </a:lnTo>
                  <a:lnTo>
                    <a:pt x="2583033" y="654259"/>
                  </a:lnTo>
                  <a:lnTo>
                    <a:pt x="2582784" y="654304"/>
                  </a:lnTo>
                  <a:lnTo>
                    <a:pt x="2582714" y="654308"/>
                  </a:lnTo>
                  <a:lnTo>
                    <a:pt x="2582649" y="654296"/>
                  </a:lnTo>
                  <a:lnTo>
                    <a:pt x="2582400" y="654244"/>
                  </a:lnTo>
                  <a:lnTo>
                    <a:pt x="2582340" y="654217"/>
                  </a:lnTo>
                  <a:lnTo>
                    <a:pt x="2582317" y="654199"/>
                  </a:lnTo>
                  <a:lnTo>
                    <a:pt x="2582300" y="654185"/>
                  </a:lnTo>
                  <a:lnTo>
                    <a:pt x="2582275" y="654162"/>
                  </a:lnTo>
                  <a:lnTo>
                    <a:pt x="2582272" y="654141"/>
                  </a:lnTo>
                  <a:lnTo>
                    <a:pt x="2582281" y="654117"/>
                  </a:lnTo>
                  <a:lnTo>
                    <a:pt x="2582298" y="654102"/>
                  </a:lnTo>
                  <a:lnTo>
                    <a:pt x="2582328" y="654093"/>
                  </a:lnTo>
                  <a:lnTo>
                    <a:pt x="2582379" y="654074"/>
                  </a:lnTo>
                  <a:lnTo>
                    <a:pt x="2582423" y="654055"/>
                  </a:lnTo>
                  <a:lnTo>
                    <a:pt x="2582511" y="654002"/>
                  </a:lnTo>
                  <a:lnTo>
                    <a:pt x="2582559" y="653963"/>
                  </a:lnTo>
                  <a:lnTo>
                    <a:pt x="2582586" y="653903"/>
                  </a:lnTo>
                  <a:lnTo>
                    <a:pt x="2582586" y="653849"/>
                  </a:lnTo>
                  <a:lnTo>
                    <a:pt x="2582566" y="653771"/>
                  </a:lnTo>
                  <a:lnTo>
                    <a:pt x="2582544" y="653691"/>
                  </a:lnTo>
                  <a:lnTo>
                    <a:pt x="2582490" y="653624"/>
                  </a:lnTo>
                  <a:lnTo>
                    <a:pt x="2582464" y="653588"/>
                  </a:lnTo>
                  <a:lnTo>
                    <a:pt x="2582446" y="653540"/>
                  </a:lnTo>
                  <a:lnTo>
                    <a:pt x="2582460" y="653487"/>
                  </a:lnTo>
                  <a:lnTo>
                    <a:pt x="2582505" y="653391"/>
                  </a:lnTo>
                  <a:lnTo>
                    <a:pt x="2582595" y="653259"/>
                  </a:lnTo>
                  <a:lnTo>
                    <a:pt x="2582719" y="653103"/>
                  </a:lnTo>
                  <a:lnTo>
                    <a:pt x="2582734" y="653050"/>
                  </a:lnTo>
                  <a:lnTo>
                    <a:pt x="2582735" y="653001"/>
                  </a:lnTo>
                  <a:lnTo>
                    <a:pt x="2582719" y="652968"/>
                  </a:lnTo>
                  <a:lnTo>
                    <a:pt x="2582692" y="652930"/>
                  </a:lnTo>
                  <a:lnTo>
                    <a:pt x="2582661" y="652906"/>
                  </a:lnTo>
                  <a:lnTo>
                    <a:pt x="2582449" y="652746"/>
                  </a:lnTo>
                  <a:lnTo>
                    <a:pt x="2582400" y="652719"/>
                  </a:lnTo>
                  <a:lnTo>
                    <a:pt x="2582358" y="652712"/>
                  </a:lnTo>
                  <a:lnTo>
                    <a:pt x="2582269" y="652706"/>
                  </a:lnTo>
                  <a:lnTo>
                    <a:pt x="2582230" y="652707"/>
                  </a:lnTo>
                  <a:lnTo>
                    <a:pt x="2582195" y="652721"/>
                  </a:lnTo>
                  <a:lnTo>
                    <a:pt x="2582181" y="652749"/>
                  </a:lnTo>
                  <a:lnTo>
                    <a:pt x="2582170" y="652783"/>
                  </a:lnTo>
                  <a:lnTo>
                    <a:pt x="2582168" y="652816"/>
                  </a:lnTo>
                  <a:lnTo>
                    <a:pt x="2582167" y="652850"/>
                  </a:lnTo>
                  <a:lnTo>
                    <a:pt x="2582176" y="652885"/>
                  </a:lnTo>
                  <a:lnTo>
                    <a:pt x="2582175" y="652920"/>
                  </a:lnTo>
                  <a:lnTo>
                    <a:pt x="2582161" y="652948"/>
                  </a:lnTo>
                  <a:lnTo>
                    <a:pt x="2582135" y="652990"/>
                  </a:lnTo>
                  <a:lnTo>
                    <a:pt x="2582111" y="653026"/>
                  </a:lnTo>
                  <a:lnTo>
                    <a:pt x="2581816" y="653220"/>
                  </a:lnTo>
                  <a:lnTo>
                    <a:pt x="2581752" y="653261"/>
                  </a:lnTo>
                  <a:lnTo>
                    <a:pt x="2581706" y="653270"/>
                  </a:lnTo>
                  <a:lnTo>
                    <a:pt x="2581639" y="653257"/>
                  </a:lnTo>
                  <a:lnTo>
                    <a:pt x="2581471" y="653187"/>
                  </a:lnTo>
                  <a:lnTo>
                    <a:pt x="2581408" y="653137"/>
                  </a:lnTo>
                  <a:lnTo>
                    <a:pt x="2581372" y="653104"/>
                  </a:lnTo>
                  <a:lnTo>
                    <a:pt x="2581365" y="653060"/>
                  </a:lnTo>
                  <a:lnTo>
                    <a:pt x="2581334" y="652840"/>
                  </a:lnTo>
                  <a:lnTo>
                    <a:pt x="2581330" y="652774"/>
                  </a:lnTo>
                  <a:lnTo>
                    <a:pt x="2581348" y="652682"/>
                  </a:lnTo>
                  <a:lnTo>
                    <a:pt x="2581387" y="652595"/>
                  </a:lnTo>
                  <a:lnTo>
                    <a:pt x="2581427" y="652522"/>
                  </a:lnTo>
                  <a:lnTo>
                    <a:pt x="2581445" y="652472"/>
                  </a:lnTo>
                  <a:lnTo>
                    <a:pt x="2581450" y="652446"/>
                  </a:lnTo>
                  <a:lnTo>
                    <a:pt x="2581447" y="652354"/>
                  </a:lnTo>
                  <a:lnTo>
                    <a:pt x="2581438" y="652338"/>
                  </a:lnTo>
                  <a:lnTo>
                    <a:pt x="2581409" y="652329"/>
                  </a:lnTo>
                  <a:lnTo>
                    <a:pt x="2581397" y="652330"/>
                  </a:lnTo>
                  <a:lnTo>
                    <a:pt x="2581369" y="652331"/>
                  </a:lnTo>
                  <a:lnTo>
                    <a:pt x="2581330" y="652336"/>
                  </a:lnTo>
                  <a:lnTo>
                    <a:pt x="2581301" y="652345"/>
                  </a:lnTo>
                  <a:lnTo>
                    <a:pt x="2581150" y="652367"/>
                  </a:lnTo>
                  <a:lnTo>
                    <a:pt x="2580975" y="652384"/>
                  </a:lnTo>
                  <a:lnTo>
                    <a:pt x="2580872" y="652393"/>
                  </a:lnTo>
                  <a:lnTo>
                    <a:pt x="2580841" y="652393"/>
                  </a:lnTo>
                  <a:lnTo>
                    <a:pt x="2580818" y="652387"/>
                  </a:lnTo>
                  <a:lnTo>
                    <a:pt x="2580805" y="652381"/>
                  </a:lnTo>
                  <a:lnTo>
                    <a:pt x="2580784" y="652367"/>
                  </a:lnTo>
                  <a:lnTo>
                    <a:pt x="2580774" y="652360"/>
                  </a:lnTo>
                  <a:lnTo>
                    <a:pt x="2580752" y="652340"/>
                  </a:lnTo>
                  <a:lnTo>
                    <a:pt x="2580729" y="652316"/>
                  </a:lnTo>
                  <a:lnTo>
                    <a:pt x="2580720" y="652305"/>
                  </a:lnTo>
                  <a:lnTo>
                    <a:pt x="2580711" y="652294"/>
                  </a:lnTo>
                  <a:lnTo>
                    <a:pt x="2580695" y="652270"/>
                  </a:lnTo>
                  <a:lnTo>
                    <a:pt x="2580687" y="652257"/>
                  </a:lnTo>
                  <a:lnTo>
                    <a:pt x="2580680" y="652243"/>
                  </a:lnTo>
                  <a:lnTo>
                    <a:pt x="2580675" y="652229"/>
                  </a:lnTo>
                  <a:lnTo>
                    <a:pt x="2580671" y="652214"/>
                  </a:lnTo>
                  <a:lnTo>
                    <a:pt x="2580669" y="652200"/>
                  </a:lnTo>
                  <a:lnTo>
                    <a:pt x="2580668" y="652186"/>
                  </a:lnTo>
                  <a:lnTo>
                    <a:pt x="2580669" y="652172"/>
                  </a:lnTo>
                  <a:lnTo>
                    <a:pt x="2580672" y="652159"/>
                  </a:lnTo>
                  <a:lnTo>
                    <a:pt x="2580678" y="652145"/>
                  </a:lnTo>
                  <a:lnTo>
                    <a:pt x="2580685" y="652131"/>
                  </a:lnTo>
                  <a:lnTo>
                    <a:pt x="2580694" y="652118"/>
                  </a:lnTo>
                  <a:lnTo>
                    <a:pt x="2580706" y="652106"/>
                  </a:lnTo>
                  <a:lnTo>
                    <a:pt x="2580720" y="652093"/>
                  </a:lnTo>
                  <a:lnTo>
                    <a:pt x="2580740" y="652078"/>
                  </a:lnTo>
                  <a:lnTo>
                    <a:pt x="2580818" y="652027"/>
                  </a:lnTo>
                  <a:lnTo>
                    <a:pt x="2580865" y="651997"/>
                  </a:lnTo>
                  <a:lnTo>
                    <a:pt x="2580946" y="651954"/>
                  </a:lnTo>
                  <a:lnTo>
                    <a:pt x="2581043" y="651908"/>
                  </a:lnTo>
                  <a:lnTo>
                    <a:pt x="2581076" y="651898"/>
                  </a:lnTo>
                  <a:lnTo>
                    <a:pt x="2581112" y="651888"/>
                  </a:lnTo>
                  <a:lnTo>
                    <a:pt x="2581143" y="651887"/>
                  </a:lnTo>
                  <a:lnTo>
                    <a:pt x="2581189" y="651878"/>
                  </a:lnTo>
                  <a:lnTo>
                    <a:pt x="2581208" y="651864"/>
                  </a:lnTo>
                  <a:lnTo>
                    <a:pt x="2581228" y="651843"/>
                  </a:lnTo>
                  <a:lnTo>
                    <a:pt x="2581367" y="651596"/>
                  </a:lnTo>
                  <a:lnTo>
                    <a:pt x="2581372" y="651550"/>
                  </a:lnTo>
                  <a:lnTo>
                    <a:pt x="2581376" y="651508"/>
                  </a:lnTo>
                  <a:lnTo>
                    <a:pt x="2581362" y="651451"/>
                  </a:lnTo>
                  <a:lnTo>
                    <a:pt x="2581334" y="651401"/>
                  </a:lnTo>
                  <a:lnTo>
                    <a:pt x="2581305" y="651375"/>
                  </a:lnTo>
                  <a:lnTo>
                    <a:pt x="2581298" y="651368"/>
                  </a:lnTo>
                  <a:lnTo>
                    <a:pt x="2581256" y="651333"/>
                  </a:lnTo>
                  <a:lnTo>
                    <a:pt x="2581208" y="651315"/>
                  </a:lnTo>
                  <a:lnTo>
                    <a:pt x="2581158" y="651309"/>
                  </a:lnTo>
                  <a:lnTo>
                    <a:pt x="2581074" y="651310"/>
                  </a:lnTo>
                  <a:lnTo>
                    <a:pt x="2581011" y="651314"/>
                  </a:lnTo>
                  <a:lnTo>
                    <a:pt x="2580981" y="651317"/>
                  </a:lnTo>
                  <a:lnTo>
                    <a:pt x="2580922" y="651328"/>
                  </a:lnTo>
                  <a:lnTo>
                    <a:pt x="2580890" y="651338"/>
                  </a:lnTo>
                  <a:lnTo>
                    <a:pt x="2580751" y="651385"/>
                  </a:lnTo>
                  <a:lnTo>
                    <a:pt x="2580727" y="651393"/>
                  </a:lnTo>
                  <a:lnTo>
                    <a:pt x="2580710" y="651402"/>
                  </a:lnTo>
                  <a:lnTo>
                    <a:pt x="2580698" y="651412"/>
                  </a:lnTo>
                  <a:lnTo>
                    <a:pt x="2580689" y="651425"/>
                  </a:lnTo>
                  <a:lnTo>
                    <a:pt x="2580651" y="651487"/>
                  </a:lnTo>
                  <a:lnTo>
                    <a:pt x="2580608" y="651567"/>
                  </a:lnTo>
                  <a:lnTo>
                    <a:pt x="2580482" y="651811"/>
                  </a:lnTo>
                  <a:lnTo>
                    <a:pt x="2580478" y="651818"/>
                  </a:lnTo>
                  <a:lnTo>
                    <a:pt x="2580459" y="651862"/>
                  </a:lnTo>
                  <a:lnTo>
                    <a:pt x="2580341" y="652178"/>
                  </a:lnTo>
                  <a:lnTo>
                    <a:pt x="2580337" y="652189"/>
                  </a:lnTo>
                  <a:lnTo>
                    <a:pt x="2580335" y="652199"/>
                  </a:lnTo>
                  <a:lnTo>
                    <a:pt x="2580332" y="652222"/>
                  </a:lnTo>
                  <a:lnTo>
                    <a:pt x="2580312" y="652374"/>
                  </a:lnTo>
                  <a:lnTo>
                    <a:pt x="2580306" y="652528"/>
                  </a:lnTo>
                  <a:lnTo>
                    <a:pt x="2580287" y="652590"/>
                  </a:lnTo>
                  <a:lnTo>
                    <a:pt x="2580271" y="652619"/>
                  </a:lnTo>
                  <a:lnTo>
                    <a:pt x="2580237" y="652678"/>
                  </a:lnTo>
                  <a:lnTo>
                    <a:pt x="2580229" y="652691"/>
                  </a:lnTo>
                  <a:lnTo>
                    <a:pt x="2580219" y="652706"/>
                  </a:lnTo>
                  <a:lnTo>
                    <a:pt x="2580206" y="652721"/>
                  </a:lnTo>
                  <a:lnTo>
                    <a:pt x="2580192" y="652737"/>
                  </a:lnTo>
                  <a:lnTo>
                    <a:pt x="2580153" y="652776"/>
                  </a:lnTo>
                  <a:lnTo>
                    <a:pt x="2580106" y="652817"/>
                  </a:lnTo>
                  <a:lnTo>
                    <a:pt x="2580094" y="652826"/>
                  </a:lnTo>
                  <a:lnTo>
                    <a:pt x="2580056" y="652856"/>
                  </a:lnTo>
                  <a:lnTo>
                    <a:pt x="2580033" y="652872"/>
                  </a:lnTo>
                  <a:lnTo>
                    <a:pt x="2579991" y="652898"/>
                  </a:lnTo>
                  <a:lnTo>
                    <a:pt x="2579972" y="652909"/>
                  </a:lnTo>
                  <a:lnTo>
                    <a:pt x="2579954" y="652918"/>
                  </a:lnTo>
                  <a:lnTo>
                    <a:pt x="2579936" y="652927"/>
                  </a:lnTo>
                  <a:lnTo>
                    <a:pt x="2579919" y="652934"/>
                  </a:lnTo>
                  <a:lnTo>
                    <a:pt x="2579902" y="652939"/>
                  </a:lnTo>
                  <a:lnTo>
                    <a:pt x="2579886" y="652944"/>
                  </a:lnTo>
                  <a:lnTo>
                    <a:pt x="2579871" y="652948"/>
                  </a:lnTo>
                  <a:lnTo>
                    <a:pt x="2579856" y="652951"/>
                  </a:lnTo>
                  <a:lnTo>
                    <a:pt x="2579842" y="652954"/>
                  </a:lnTo>
                  <a:lnTo>
                    <a:pt x="2579829" y="652955"/>
                  </a:lnTo>
                  <a:lnTo>
                    <a:pt x="2579817" y="652956"/>
                  </a:lnTo>
                  <a:lnTo>
                    <a:pt x="2579805" y="652956"/>
                  </a:lnTo>
                  <a:lnTo>
                    <a:pt x="2579795" y="652955"/>
                  </a:lnTo>
                  <a:lnTo>
                    <a:pt x="2579785" y="652954"/>
                  </a:lnTo>
                  <a:lnTo>
                    <a:pt x="2579776" y="652952"/>
                  </a:lnTo>
                  <a:lnTo>
                    <a:pt x="2579767" y="652950"/>
                  </a:lnTo>
                  <a:lnTo>
                    <a:pt x="2579760" y="652947"/>
                  </a:lnTo>
                  <a:lnTo>
                    <a:pt x="2579752" y="652943"/>
                  </a:lnTo>
                  <a:lnTo>
                    <a:pt x="2579745" y="652939"/>
                  </a:lnTo>
                  <a:lnTo>
                    <a:pt x="2579738" y="652933"/>
                  </a:lnTo>
                  <a:lnTo>
                    <a:pt x="2579730" y="652926"/>
                  </a:lnTo>
                  <a:lnTo>
                    <a:pt x="2579722" y="652916"/>
                  </a:lnTo>
                  <a:lnTo>
                    <a:pt x="2579715" y="652905"/>
                  </a:lnTo>
                  <a:lnTo>
                    <a:pt x="2579708" y="652895"/>
                  </a:lnTo>
                  <a:lnTo>
                    <a:pt x="2579703" y="652887"/>
                  </a:lnTo>
                  <a:lnTo>
                    <a:pt x="2579675" y="652820"/>
                  </a:lnTo>
                  <a:lnTo>
                    <a:pt x="2579666" y="652793"/>
                  </a:lnTo>
                  <a:lnTo>
                    <a:pt x="2579659" y="652767"/>
                  </a:lnTo>
                  <a:lnTo>
                    <a:pt x="2579655" y="652741"/>
                  </a:lnTo>
                  <a:lnTo>
                    <a:pt x="2579652" y="652717"/>
                  </a:lnTo>
                  <a:lnTo>
                    <a:pt x="2579651" y="652694"/>
                  </a:lnTo>
                  <a:lnTo>
                    <a:pt x="2579651" y="652669"/>
                  </a:lnTo>
                  <a:lnTo>
                    <a:pt x="2579685" y="652387"/>
                  </a:lnTo>
                  <a:lnTo>
                    <a:pt x="2579711" y="652206"/>
                  </a:lnTo>
                  <a:lnTo>
                    <a:pt x="2579712" y="652193"/>
                  </a:lnTo>
                  <a:lnTo>
                    <a:pt x="2579712" y="652182"/>
                  </a:lnTo>
                  <a:lnTo>
                    <a:pt x="2579712" y="652172"/>
                  </a:lnTo>
                  <a:lnTo>
                    <a:pt x="2579711" y="652163"/>
                  </a:lnTo>
                  <a:lnTo>
                    <a:pt x="2579709" y="652154"/>
                  </a:lnTo>
                  <a:lnTo>
                    <a:pt x="2579705" y="652145"/>
                  </a:lnTo>
                  <a:lnTo>
                    <a:pt x="2579700" y="652136"/>
                  </a:lnTo>
                  <a:lnTo>
                    <a:pt x="2579692" y="652124"/>
                  </a:lnTo>
                  <a:lnTo>
                    <a:pt x="2579682" y="652112"/>
                  </a:lnTo>
                  <a:lnTo>
                    <a:pt x="2579669" y="652098"/>
                  </a:lnTo>
                  <a:lnTo>
                    <a:pt x="2579575" y="652012"/>
                  </a:lnTo>
                  <a:lnTo>
                    <a:pt x="2579550" y="651992"/>
                  </a:lnTo>
                  <a:lnTo>
                    <a:pt x="2579521" y="651972"/>
                  </a:lnTo>
                  <a:lnTo>
                    <a:pt x="2579488" y="651951"/>
                  </a:lnTo>
                  <a:lnTo>
                    <a:pt x="2579448" y="651929"/>
                  </a:lnTo>
                  <a:lnTo>
                    <a:pt x="2579436" y="651923"/>
                  </a:lnTo>
                  <a:lnTo>
                    <a:pt x="2579403" y="651906"/>
                  </a:lnTo>
                  <a:lnTo>
                    <a:pt x="2579354" y="651884"/>
                  </a:lnTo>
                  <a:lnTo>
                    <a:pt x="2579305" y="651863"/>
                  </a:lnTo>
                  <a:lnTo>
                    <a:pt x="2579259" y="651847"/>
                  </a:lnTo>
                  <a:lnTo>
                    <a:pt x="2579216" y="651833"/>
                  </a:lnTo>
                  <a:lnTo>
                    <a:pt x="2579175" y="651822"/>
                  </a:lnTo>
                  <a:lnTo>
                    <a:pt x="2579136" y="651813"/>
                  </a:lnTo>
                  <a:lnTo>
                    <a:pt x="2579097" y="651806"/>
                  </a:lnTo>
                  <a:lnTo>
                    <a:pt x="2579014" y="651795"/>
                  </a:lnTo>
                  <a:lnTo>
                    <a:pt x="2578918" y="651787"/>
                  </a:lnTo>
                  <a:lnTo>
                    <a:pt x="2578859" y="651786"/>
                  </a:lnTo>
                  <a:lnTo>
                    <a:pt x="2578841" y="651787"/>
                  </a:lnTo>
                  <a:lnTo>
                    <a:pt x="2578820" y="651789"/>
                  </a:lnTo>
                  <a:lnTo>
                    <a:pt x="2578798" y="651793"/>
                  </a:lnTo>
                  <a:lnTo>
                    <a:pt x="2578775" y="651797"/>
                  </a:lnTo>
                  <a:lnTo>
                    <a:pt x="2578751" y="651803"/>
                  </a:lnTo>
                  <a:lnTo>
                    <a:pt x="2578584" y="651853"/>
                  </a:lnTo>
                  <a:lnTo>
                    <a:pt x="2578568" y="651857"/>
                  </a:lnTo>
                  <a:lnTo>
                    <a:pt x="2578554" y="651860"/>
                  </a:lnTo>
                  <a:lnTo>
                    <a:pt x="2578536" y="651860"/>
                  </a:lnTo>
                  <a:lnTo>
                    <a:pt x="2578512" y="651859"/>
                  </a:lnTo>
                  <a:lnTo>
                    <a:pt x="2578231" y="651812"/>
                  </a:lnTo>
                  <a:lnTo>
                    <a:pt x="2578201" y="651806"/>
                  </a:lnTo>
                  <a:lnTo>
                    <a:pt x="2578187" y="651801"/>
                  </a:lnTo>
                  <a:lnTo>
                    <a:pt x="2578174" y="651798"/>
                  </a:lnTo>
                  <a:lnTo>
                    <a:pt x="2578149" y="651788"/>
                  </a:lnTo>
                  <a:lnTo>
                    <a:pt x="2578124" y="651775"/>
                  </a:lnTo>
                  <a:lnTo>
                    <a:pt x="2578100" y="651761"/>
                  </a:lnTo>
                  <a:lnTo>
                    <a:pt x="2578077" y="651746"/>
                  </a:lnTo>
                  <a:lnTo>
                    <a:pt x="2578055" y="651731"/>
                  </a:lnTo>
                  <a:lnTo>
                    <a:pt x="2578036" y="651714"/>
                  </a:lnTo>
                  <a:lnTo>
                    <a:pt x="2578021" y="651698"/>
                  </a:lnTo>
                  <a:lnTo>
                    <a:pt x="2578011" y="651682"/>
                  </a:lnTo>
                  <a:lnTo>
                    <a:pt x="2578007" y="651675"/>
                  </a:lnTo>
                  <a:lnTo>
                    <a:pt x="2578004" y="651667"/>
                  </a:lnTo>
                  <a:lnTo>
                    <a:pt x="2577999" y="651651"/>
                  </a:lnTo>
                  <a:lnTo>
                    <a:pt x="2577996" y="651636"/>
                  </a:lnTo>
                  <a:lnTo>
                    <a:pt x="2577995" y="651623"/>
                  </a:lnTo>
                  <a:lnTo>
                    <a:pt x="2577995" y="651612"/>
                  </a:lnTo>
                  <a:lnTo>
                    <a:pt x="2577995" y="651602"/>
                  </a:lnTo>
                  <a:lnTo>
                    <a:pt x="2577996" y="651593"/>
                  </a:lnTo>
                  <a:lnTo>
                    <a:pt x="2577997" y="651585"/>
                  </a:lnTo>
                  <a:lnTo>
                    <a:pt x="2578000" y="651577"/>
                  </a:lnTo>
                  <a:lnTo>
                    <a:pt x="2578003" y="651570"/>
                  </a:lnTo>
                  <a:lnTo>
                    <a:pt x="2578009" y="651562"/>
                  </a:lnTo>
                  <a:lnTo>
                    <a:pt x="2578017" y="651555"/>
                  </a:lnTo>
                  <a:lnTo>
                    <a:pt x="2578028" y="651546"/>
                  </a:lnTo>
                  <a:lnTo>
                    <a:pt x="2578059" y="651523"/>
                  </a:lnTo>
                  <a:lnTo>
                    <a:pt x="2578069" y="651516"/>
                  </a:lnTo>
                  <a:lnTo>
                    <a:pt x="2578076" y="651510"/>
                  </a:lnTo>
                  <a:lnTo>
                    <a:pt x="2578091" y="651496"/>
                  </a:lnTo>
                  <a:lnTo>
                    <a:pt x="2578105" y="651480"/>
                  </a:lnTo>
                  <a:lnTo>
                    <a:pt x="2578189" y="651372"/>
                  </a:lnTo>
                  <a:lnTo>
                    <a:pt x="2578211" y="651344"/>
                  </a:lnTo>
                  <a:lnTo>
                    <a:pt x="2578221" y="651329"/>
                  </a:lnTo>
                  <a:lnTo>
                    <a:pt x="2578228" y="651316"/>
                  </a:lnTo>
                  <a:lnTo>
                    <a:pt x="2578233" y="651302"/>
                  </a:lnTo>
                  <a:lnTo>
                    <a:pt x="2578238" y="651285"/>
                  </a:lnTo>
                  <a:lnTo>
                    <a:pt x="2578241" y="651267"/>
                  </a:lnTo>
                  <a:lnTo>
                    <a:pt x="2578244" y="651250"/>
                  </a:lnTo>
                  <a:lnTo>
                    <a:pt x="2578245" y="651234"/>
                  </a:lnTo>
                  <a:lnTo>
                    <a:pt x="2578245" y="651220"/>
                  </a:lnTo>
                  <a:lnTo>
                    <a:pt x="2578243" y="651206"/>
                  </a:lnTo>
                  <a:lnTo>
                    <a:pt x="2578240" y="651193"/>
                  </a:lnTo>
                  <a:lnTo>
                    <a:pt x="2578234" y="651180"/>
                  </a:lnTo>
                  <a:lnTo>
                    <a:pt x="2578224" y="651167"/>
                  </a:lnTo>
                  <a:lnTo>
                    <a:pt x="2578213" y="651156"/>
                  </a:lnTo>
                  <a:lnTo>
                    <a:pt x="2578200" y="651145"/>
                  </a:lnTo>
                  <a:lnTo>
                    <a:pt x="2578187" y="651137"/>
                  </a:lnTo>
                  <a:lnTo>
                    <a:pt x="2578176" y="651130"/>
                  </a:lnTo>
                  <a:lnTo>
                    <a:pt x="2578166" y="651126"/>
                  </a:lnTo>
                  <a:lnTo>
                    <a:pt x="2578158" y="651124"/>
                  </a:lnTo>
                  <a:lnTo>
                    <a:pt x="2578147" y="651123"/>
                  </a:lnTo>
                  <a:lnTo>
                    <a:pt x="2578137" y="651124"/>
                  </a:lnTo>
                  <a:lnTo>
                    <a:pt x="2578125" y="651127"/>
                  </a:lnTo>
                  <a:lnTo>
                    <a:pt x="2578111" y="651133"/>
                  </a:lnTo>
                  <a:lnTo>
                    <a:pt x="2578096" y="651140"/>
                  </a:lnTo>
                  <a:lnTo>
                    <a:pt x="2578013" y="651185"/>
                  </a:lnTo>
                  <a:lnTo>
                    <a:pt x="2577991" y="651196"/>
                  </a:lnTo>
                  <a:lnTo>
                    <a:pt x="2577968" y="651206"/>
                  </a:lnTo>
                  <a:lnTo>
                    <a:pt x="2577945" y="651214"/>
                  </a:lnTo>
                  <a:lnTo>
                    <a:pt x="2577922" y="651221"/>
                  </a:lnTo>
                  <a:lnTo>
                    <a:pt x="2577899" y="651227"/>
                  </a:lnTo>
                  <a:lnTo>
                    <a:pt x="2577877" y="651231"/>
                  </a:lnTo>
                  <a:lnTo>
                    <a:pt x="2577858" y="651234"/>
                  </a:lnTo>
                  <a:lnTo>
                    <a:pt x="2577842" y="651236"/>
                  </a:lnTo>
                  <a:lnTo>
                    <a:pt x="2577828" y="651236"/>
                  </a:lnTo>
                  <a:lnTo>
                    <a:pt x="2577816" y="651235"/>
                  </a:lnTo>
                  <a:lnTo>
                    <a:pt x="2577805" y="651232"/>
                  </a:lnTo>
                  <a:lnTo>
                    <a:pt x="2577795" y="651227"/>
                  </a:lnTo>
                  <a:lnTo>
                    <a:pt x="2577783" y="651220"/>
                  </a:lnTo>
                  <a:lnTo>
                    <a:pt x="2577772" y="651211"/>
                  </a:lnTo>
                  <a:lnTo>
                    <a:pt x="2577761" y="651200"/>
                  </a:lnTo>
                  <a:lnTo>
                    <a:pt x="2577753" y="651187"/>
                  </a:lnTo>
                  <a:lnTo>
                    <a:pt x="2577746" y="651173"/>
                  </a:lnTo>
                  <a:lnTo>
                    <a:pt x="2577739" y="651156"/>
                  </a:lnTo>
                  <a:lnTo>
                    <a:pt x="2577733" y="651137"/>
                  </a:lnTo>
                  <a:lnTo>
                    <a:pt x="2577727" y="651116"/>
                  </a:lnTo>
                  <a:lnTo>
                    <a:pt x="2577723" y="651097"/>
                  </a:lnTo>
                  <a:lnTo>
                    <a:pt x="2577722" y="651085"/>
                  </a:lnTo>
                  <a:lnTo>
                    <a:pt x="2577723" y="651074"/>
                  </a:lnTo>
                  <a:lnTo>
                    <a:pt x="2577742" y="650903"/>
                  </a:lnTo>
                  <a:lnTo>
                    <a:pt x="2577740" y="650895"/>
                  </a:lnTo>
                  <a:lnTo>
                    <a:pt x="2577736" y="650878"/>
                  </a:lnTo>
                  <a:lnTo>
                    <a:pt x="2577730" y="650861"/>
                  </a:lnTo>
                  <a:lnTo>
                    <a:pt x="2577724" y="650843"/>
                  </a:lnTo>
                  <a:lnTo>
                    <a:pt x="2577716" y="650824"/>
                  </a:lnTo>
                  <a:lnTo>
                    <a:pt x="2577707" y="650805"/>
                  </a:lnTo>
                  <a:lnTo>
                    <a:pt x="2577696" y="650786"/>
                  </a:lnTo>
                  <a:lnTo>
                    <a:pt x="2577685" y="650769"/>
                  </a:lnTo>
                  <a:lnTo>
                    <a:pt x="2577674" y="650753"/>
                  </a:lnTo>
                  <a:lnTo>
                    <a:pt x="2577664" y="650741"/>
                  </a:lnTo>
                  <a:lnTo>
                    <a:pt x="2577654" y="650731"/>
                  </a:lnTo>
                  <a:lnTo>
                    <a:pt x="2577644" y="650724"/>
                  </a:lnTo>
                  <a:lnTo>
                    <a:pt x="2577635" y="650718"/>
                  </a:lnTo>
                  <a:lnTo>
                    <a:pt x="2577625" y="650715"/>
                  </a:lnTo>
                  <a:lnTo>
                    <a:pt x="2577615" y="650713"/>
                  </a:lnTo>
                  <a:lnTo>
                    <a:pt x="2577605" y="650713"/>
                  </a:lnTo>
                  <a:lnTo>
                    <a:pt x="2577593" y="650715"/>
                  </a:lnTo>
                  <a:lnTo>
                    <a:pt x="2577582" y="650718"/>
                  </a:lnTo>
                  <a:lnTo>
                    <a:pt x="2577569" y="650725"/>
                  </a:lnTo>
                  <a:lnTo>
                    <a:pt x="2577556" y="650733"/>
                  </a:lnTo>
                  <a:lnTo>
                    <a:pt x="2577542" y="650745"/>
                  </a:lnTo>
                  <a:lnTo>
                    <a:pt x="2577527" y="650760"/>
                  </a:lnTo>
                  <a:lnTo>
                    <a:pt x="2577365" y="650927"/>
                  </a:lnTo>
                  <a:lnTo>
                    <a:pt x="2577359" y="650934"/>
                  </a:lnTo>
                  <a:lnTo>
                    <a:pt x="2577355" y="650940"/>
                  </a:lnTo>
                  <a:lnTo>
                    <a:pt x="2577353" y="650946"/>
                  </a:lnTo>
                  <a:lnTo>
                    <a:pt x="2577352" y="650954"/>
                  </a:lnTo>
                  <a:lnTo>
                    <a:pt x="2577386" y="651194"/>
                  </a:lnTo>
                  <a:lnTo>
                    <a:pt x="2577388" y="651207"/>
                  </a:lnTo>
                  <a:lnTo>
                    <a:pt x="2577392" y="651222"/>
                  </a:lnTo>
                  <a:lnTo>
                    <a:pt x="2577403" y="651253"/>
                  </a:lnTo>
                  <a:lnTo>
                    <a:pt x="2577422" y="651305"/>
                  </a:lnTo>
                  <a:lnTo>
                    <a:pt x="2577425" y="651316"/>
                  </a:lnTo>
                  <a:lnTo>
                    <a:pt x="2577427" y="651325"/>
                  </a:lnTo>
                  <a:lnTo>
                    <a:pt x="2577426" y="651333"/>
                  </a:lnTo>
                  <a:lnTo>
                    <a:pt x="2577426" y="651340"/>
                  </a:lnTo>
                  <a:lnTo>
                    <a:pt x="2577424" y="651350"/>
                  </a:lnTo>
                  <a:lnTo>
                    <a:pt x="2577422" y="651361"/>
                  </a:lnTo>
                  <a:lnTo>
                    <a:pt x="2577418" y="651373"/>
                  </a:lnTo>
                  <a:lnTo>
                    <a:pt x="2577413" y="651384"/>
                  </a:lnTo>
                  <a:lnTo>
                    <a:pt x="2577406" y="651395"/>
                  </a:lnTo>
                  <a:lnTo>
                    <a:pt x="2577398" y="651406"/>
                  </a:lnTo>
                  <a:lnTo>
                    <a:pt x="2577388" y="651418"/>
                  </a:lnTo>
                  <a:lnTo>
                    <a:pt x="2577376" y="651431"/>
                  </a:lnTo>
                  <a:lnTo>
                    <a:pt x="2577362" y="651445"/>
                  </a:lnTo>
                  <a:lnTo>
                    <a:pt x="2577347" y="651458"/>
                  </a:lnTo>
                  <a:lnTo>
                    <a:pt x="2577331" y="651472"/>
                  </a:lnTo>
                  <a:lnTo>
                    <a:pt x="2577149" y="651611"/>
                  </a:lnTo>
                  <a:lnTo>
                    <a:pt x="2577123" y="651629"/>
                  </a:lnTo>
                  <a:lnTo>
                    <a:pt x="2577093" y="651646"/>
                  </a:lnTo>
                  <a:lnTo>
                    <a:pt x="2577062" y="651662"/>
                  </a:lnTo>
                  <a:lnTo>
                    <a:pt x="2577031" y="651676"/>
                  </a:lnTo>
                  <a:lnTo>
                    <a:pt x="2577002" y="651689"/>
                  </a:lnTo>
                  <a:lnTo>
                    <a:pt x="2576974" y="651698"/>
                  </a:lnTo>
                  <a:lnTo>
                    <a:pt x="2576948" y="651703"/>
                  </a:lnTo>
                  <a:lnTo>
                    <a:pt x="2576925" y="651706"/>
                  </a:lnTo>
                  <a:lnTo>
                    <a:pt x="2576888" y="651707"/>
                  </a:lnTo>
                  <a:lnTo>
                    <a:pt x="2576852" y="651707"/>
                  </a:lnTo>
                  <a:lnTo>
                    <a:pt x="2576842" y="651708"/>
                  </a:lnTo>
                  <a:lnTo>
                    <a:pt x="2576833" y="651709"/>
                  </a:lnTo>
                  <a:lnTo>
                    <a:pt x="2576823" y="651710"/>
                  </a:lnTo>
                  <a:lnTo>
                    <a:pt x="2576813" y="651711"/>
                  </a:lnTo>
                  <a:lnTo>
                    <a:pt x="2576803" y="651713"/>
                  </a:lnTo>
                  <a:lnTo>
                    <a:pt x="2576794" y="651715"/>
                  </a:lnTo>
                  <a:lnTo>
                    <a:pt x="2576786" y="651717"/>
                  </a:lnTo>
                  <a:lnTo>
                    <a:pt x="2576778" y="651720"/>
                  </a:lnTo>
                  <a:lnTo>
                    <a:pt x="2576772" y="651723"/>
                  </a:lnTo>
                  <a:lnTo>
                    <a:pt x="2576767" y="651726"/>
                  </a:lnTo>
                  <a:lnTo>
                    <a:pt x="2576762" y="651730"/>
                  </a:lnTo>
                  <a:lnTo>
                    <a:pt x="2576758" y="651734"/>
                  </a:lnTo>
                  <a:lnTo>
                    <a:pt x="2576561" y="651984"/>
                  </a:lnTo>
                  <a:lnTo>
                    <a:pt x="2576544" y="652008"/>
                  </a:lnTo>
                  <a:lnTo>
                    <a:pt x="2576529" y="652031"/>
                  </a:lnTo>
                  <a:lnTo>
                    <a:pt x="2576517" y="652052"/>
                  </a:lnTo>
                  <a:lnTo>
                    <a:pt x="2576508" y="652071"/>
                  </a:lnTo>
                  <a:lnTo>
                    <a:pt x="2576501" y="652089"/>
                  </a:lnTo>
                  <a:lnTo>
                    <a:pt x="2576495" y="652105"/>
                  </a:lnTo>
                  <a:lnTo>
                    <a:pt x="2576490" y="652122"/>
                  </a:lnTo>
                  <a:lnTo>
                    <a:pt x="2576478" y="652188"/>
                  </a:lnTo>
                  <a:lnTo>
                    <a:pt x="2576474" y="652208"/>
                  </a:lnTo>
                  <a:lnTo>
                    <a:pt x="2576470" y="652222"/>
                  </a:lnTo>
                  <a:lnTo>
                    <a:pt x="2576466" y="652233"/>
                  </a:lnTo>
                  <a:lnTo>
                    <a:pt x="2576461" y="652244"/>
                  </a:lnTo>
                  <a:lnTo>
                    <a:pt x="2576336" y="652307"/>
                  </a:lnTo>
                  <a:lnTo>
                    <a:pt x="2576236" y="652293"/>
                  </a:lnTo>
                  <a:lnTo>
                    <a:pt x="2576220" y="652286"/>
                  </a:lnTo>
                  <a:lnTo>
                    <a:pt x="2576205" y="652278"/>
                  </a:lnTo>
                  <a:lnTo>
                    <a:pt x="2576192" y="652269"/>
                  </a:lnTo>
                  <a:lnTo>
                    <a:pt x="2576180" y="652261"/>
                  </a:lnTo>
                  <a:lnTo>
                    <a:pt x="2576169" y="652253"/>
                  </a:lnTo>
                  <a:lnTo>
                    <a:pt x="2576160" y="652245"/>
                  </a:lnTo>
                  <a:lnTo>
                    <a:pt x="2576153" y="652237"/>
                  </a:lnTo>
                  <a:lnTo>
                    <a:pt x="2576148" y="652229"/>
                  </a:lnTo>
                  <a:lnTo>
                    <a:pt x="2576145" y="652221"/>
                  </a:lnTo>
                  <a:lnTo>
                    <a:pt x="2576144" y="652213"/>
                  </a:lnTo>
                  <a:lnTo>
                    <a:pt x="2576144" y="652205"/>
                  </a:lnTo>
                  <a:lnTo>
                    <a:pt x="2576144" y="652189"/>
                  </a:lnTo>
                  <a:lnTo>
                    <a:pt x="2576144" y="652182"/>
                  </a:lnTo>
                  <a:lnTo>
                    <a:pt x="2576143" y="652174"/>
                  </a:lnTo>
                  <a:lnTo>
                    <a:pt x="2576142" y="652168"/>
                  </a:lnTo>
                  <a:lnTo>
                    <a:pt x="2576141" y="652161"/>
                  </a:lnTo>
                  <a:lnTo>
                    <a:pt x="2576130" y="652125"/>
                  </a:lnTo>
                  <a:lnTo>
                    <a:pt x="2576124" y="652109"/>
                  </a:lnTo>
                  <a:lnTo>
                    <a:pt x="2576036" y="652004"/>
                  </a:lnTo>
                  <a:lnTo>
                    <a:pt x="2576015" y="651975"/>
                  </a:lnTo>
                  <a:lnTo>
                    <a:pt x="2575958" y="651983"/>
                  </a:lnTo>
                  <a:lnTo>
                    <a:pt x="2575554" y="652060"/>
                  </a:lnTo>
                  <a:lnTo>
                    <a:pt x="2575473" y="652058"/>
                  </a:lnTo>
                  <a:lnTo>
                    <a:pt x="2575391" y="652042"/>
                  </a:lnTo>
                  <a:lnTo>
                    <a:pt x="2575297" y="651852"/>
                  </a:lnTo>
                  <a:lnTo>
                    <a:pt x="2575297" y="651495"/>
                  </a:lnTo>
                  <a:lnTo>
                    <a:pt x="2575253" y="651332"/>
                  </a:lnTo>
                  <a:lnTo>
                    <a:pt x="2575236" y="651327"/>
                  </a:lnTo>
                  <a:lnTo>
                    <a:pt x="2575215" y="651320"/>
                  </a:lnTo>
                  <a:lnTo>
                    <a:pt x="2575193" y="651315"/>
                  </a:lnTo>
                  <a:lnTo>
                    <a:pt x="2575171" y="651311"/>
                  </a:lnTo>
                  <a:lnTo>
                    <a:pt x="2575151" y="651307"/>
                  </a:lnTo>
                  <a:lnTo>
                    <a:pt x="2575132" y="651305"/>
                  </a:lnTo>
                  <a:lnTo>
                    <a:pt x="2575113" y="651303"/>
                  </a:lnTo>
                  <a:lnTo>
                    <a:pt x="2575093" y="651303"/>
                  </a:lnTo>
                  <a:lnTo>
                    <a:pt x="2575071" y="651303"/>
                  </a:lnTo>
                  <a:lnTo>
                    <a:pt x="2575011" y="651306"/>
                  </a:lnTo>
                  <a:lnTo>
                    <a:pt x="2574941" y="651313"/>
                  </a:lnTo>
                  <a:lnTo>
                    <a:pt x="2574912" y="651318"/>
                  </a:lnTo>
                  <a:lnTo>
                    <a:pt x="2574888" y="651324"/>
                  </a:lnTo>
                  <a:lnTo>
                    <a:pt x="2574866" y="651331"/>
                  </a:lnTo>
                  <a:lnTo>
                    <a:pt x="2574845" y="651339"/>
                  </a:lnTo>
                  <a:lnTo>
                    <a:pt x="2574826" y="651349"/>
                  </a:lnTo>
                  <a:lnTo>
                    <a:pt x="2574808" y="651360"/>
                  </a:lnTo>
                  <a:lnTo>
                    <a:pt x="2574793" y="651372"/>
                  </a:lnTo>
                  <a:lnTo>
                    <a:pt x="2574780" y="651385"/>
                  </a:lnTo>
                  <a:lnTo>
                    <a:pt x="2574768" y="651400"/>
                  </a:lnTo>
                  <a:lnTo>
                    <a:pt x="2574690" y="651512"/>
                  </a:lnTo>
                  <a:lnTo>
                    <a:pt x="2574681" y="651527"/>
                  </a:lnTo>
                  <a:lnTo>
                    <a:pt x="2574676" y="651538"/>
                  </a:lnTo>
                  <a:lnTo>
                    <a:pt x="2574672" y="651546"/>
                  </a:lnTo>
                  <a:lnTo>
                    <a:pt x="2574592" y="651927"/>
                  </a:lnTo>
                  <a:lnTo>
                    <a:pt x="2574589" y="651949"/>
                  </a:lnTo>
                  <a:lnTo>
                    <a:pt x="2574581" y="652000"/>
                  </a:lnTo>
                  <a:lnTo>
                    <a:pt x="2574579" y="652014"/>
                  </a:lnTo>
                  <a:lnTo>
                    <a:pt x="2574574" y="652070"/>
                  </a:lnTo>
                  <a:lnTo>
                    <a:pt x="2574561" y="652254"/>
                  </a:lnTo>
                  <a:lnTo>
                    <a:pt x="2574559" y="652277"/>
                  </a:lnTo>
                  <a:lnTo>
                    <a:pt x="2574560" y="652283"/>
                  </a:lnTo>
                  <a:lnTo>
                    <a:pt x="2574563" y="652441"/>
                  </a:lnTo>
                  <a:lnTo>
                    <a:pt x="2574564" y="652448"/>
                  </a:lnTo>
                  <a:lnTo>
                    <a:pt x="2574565" y="652457"/>
                  </a:lnTo>
                  <a:lnTo>
                    <a:pt x="2574578" y="652508"/>
                  </a:lnTo>
                  <a:lnTo>
                    <a:pt x="2574615" y="652619"/>
                  </a:lnTo>
                  <a:lnTo>
                    <a:pt x="2574618" y="652629"/>
                  </a:lnTo>
                  <a:lnTo>
                    <a:pt x="2574620" y="652639"/>
                  </a:lnTo>
                  <a:lnTo>
                    <a:pt x="2574620" y="652649"/>
                  </a:lnTo>
                  <a:lnTo>
                    <a:pt x="2574620" y="652663"/>
                  </a:lnTo>
                  <a:lnTo>
                    <a:pt x="2574616" y="652682"/>
                  </a:lnTo>
                  <a:lnTo>
                    <a:pt x="2574608" y="652707"/>
                  </a:lnTo>
                  <a:lnTo>
                    <a:pt x="2574594" y="652741"/>
                  </a:lnTo>
                  <a:lnTo>
                    <a:pt x="2574574" y="652783"/>
                  </a:lnTo>
                  <a:lnTo>
                    <a:pt x="2574556" y="652822"/>
                  </a:lnTo>
                  <a:lnTo>
                    <a:pt x="2574499" y="652929"/>
                  </a:lnTo>
                  <a:lnTo>
                    <a:pt x="2574490" y="652952"/>
                  </a:lnTo>
                  <a:lnTo>
                    <a:pt x="2574486" y="652967"/>
                  </a:lnTo>
                  <a:lnTo>
                    <a:pt x="2574487" y="652979"/>
                  </a:lnTo>
                  <a:lnTo>
                    <a:pt x="2574491" y="652990"/>
                  </a:lnTo>
                  <a:lnTo>
                    <a:pt x="2574499" y="653002"/>
                  </a:lnTo>
                  <a:lnTo>
                    <a:pt x="2574511" y="653015"/>
                  </a:lnTo>
                  <a:lnTo>
                    <a:pt x="2574666" y="653180"/>
                  </a:lnTo>
                  <a:lnTo>
                    <a:pt x="2574675" y="653188"/>
                  </a:lnTo>
                  <a:lnTo>
                    <a:pt x="2574742" y="653253"/>
                  </a:lnTo>
                  <a:lnTo>
                    <a:pt x="2574751" y="653263"/>
                  </a:lnTo>
                  <a:lnTo>
                    <a:pt x="2574760" y="653274"/>
                  </a:lnTo>
                  <a:lnTo>
                    <a:pt x="2574766" y="653285"/>
                  </a:lnTo>
                  <a:lnTo>
                    <a:pt x="2574770" y="653296"/>
                  </a:lnTo>
                  <a:lnTo>
                    <a:pt x="2574772" y="653307"/>
                  </a:lnTo>
                  <a:lnTo>
                    <a:pt x="2574772" y="653320"/>
                  </a:lnTo>
                  <a:lnTo>
                    <a:pt x="2574771" y="653334"/>
                  </a:lnTo>
                  <a:lnTo>
                    <a:pt x="2574768" y="653350"/>
                  </a:lnTo>
                  <a:lnTo>
                    <a:pt x="2574764" y="653369"/>
                  </a:lnTo>
                  <a:lnTo>
                    <a:pt x="2574757" y="653391"/>
                  </a:lnTo>
                  <a:lnTo>
                    <a:pt x="2574749" y="653415"/>
                  </a:lnTo>
                  <a:lnTo>
                    <a:pt x="2574740" y="653436"/>
                  </a:lnTo>
                  <a:lnTo>
                    <a:pt x="2574731" y="653455"/>
                  </a:lnTo>
                  <a:lnTo>
                    <a:pt x="2574721" y="653472"/>
                  </a:lnTo>
                  <a:lnTo>
                    <a:pt x="2574709" y="653488"/>
                  </a:lnTo>
                  <a:lnTo>
                    <a:pt x="2574695" y="653503"/>
                  </a:lnTo>
                  <a:lnTo>
                    <a:pt x="2574678" y="653520"/>
                  </a:lnTo>
                  <a:lnTo>
                    <a:pt x="2574657" y="653537"/>
                  </a:lnTo>
                  <a:lnTo>
                    <a:pt x="2574529" y="653632"/>
                  </a:lnTo>
                  <a:lnTo>
                    <a:pt x="2574504" y="653648"/>
                  </a:lnTo>
                  <a:lnTo>
                    <a:pt x="2574479" y="653662"/>
                  </a:lnTo>
                  <a:lnTo>
                    <a:pt x="2574452" y="653674"/>
                  </a:lnTo>
                  <a:lnTo>
                    <a:pt x="2574425" y="653682"/>
                  </a:lnTo>
                  <a:lnTo>
                    <a:pt x="2574397" y="653687"/>
                  </a:lnTo>
                  <a:lnTo>
                    <a:pt x="2574371" y="653688"/>
                  </a:lnTo>
                  <a:lnTo>
                    <a:pt x="2574345" y="653686"/>
                  </a:lnTo>
                  <a:lnTo>
                    <a:pt x="2574319" y="653681"/>
                  </a:lnTo>
                  <a:lnTo>
                    <a:pt x="2574292" y="653672"/>
                  </a:lnTo>
                  <a:lnTo>
                    <a:pt x="2574260" y="653659"/>
                  </a:lnTo>
                  <a:lnTo>
                    <a:pt x="2574182" y="653624"/>
                  </a:lnTo>
                  <a:lnTo>
                    <a:pt x="2574143" y="653603"/>
                  </a:lnTo>
                  <a:lnTo>
                    <a:pt x="2574106" y="653583"/>
                  </a:lnTo>
                  <a:lnTo>
                    <a:pt x="2574045" y="653544"/>
                  </a:lnTo>
                  <a:lnTo>
                    <a:pt x="2574019" y="653526"/>
                  </a:lnTo>
                  <a:lnTo>
                    <a:pt x="2573996" y="653508"/>
                  </a:lnTo>
                  <a:lnTo>
                    <a:pt x="2573973" y="653488"/>
                  </a:lnTo>
                  <a:lnTo>
                    <a:pt x="2573952" y="653466"/>
                  </a:lnTo>
                  <a:lnTo>
                    <a:pt x="2573913" y="653421"/>
                  </a:lnTo>
                  <a:lnTo>
                    <a:pt x="2573898" y="653401"/>
                  </a:lnTo>
                  <a:lnTo>
                    <a:pt x="2573884" y="653382"/>
                  </a:lnTo>
                  <a:lnTo>
                    <a:pt x="2573871" y="653357"/>
                  </a:lnTo>
                  <a:lnTo>
                    <a:pt x="2573743" y="653080"/>
                  </a:lnTo>
                  <a:lnTo>
                    <a:pt x="2573733" y="653059"/>
                  </a:lnTo>
                  <a:lnTo>
                    <a:pt x="2573726" y="653040"/>
                  </a:lnTo>
                  <a:lnTo>
                    <a:pt x="2573721" y="653022"/>
                  </a:lnTo>
                  <a:lnTo>
                    <a:pt x="2573718" y="653002"/>
                  </a:lnTo>
                  <a:lnTo>
                    <a:pt x="2573714" y="652958"/>
                  </a:lnTo>
                  <a:lnTo>
                    <a:pt x="2573710" y="652936"/>
                  </a:lnTo>
                  <a:lnTo>
                    <a:pt x="2573705" y="652914"/>
                  </a:lnTo>
                  <a:lnTo>
                    <a:pt x="2573696" y="652891"/>
                  </a:lnTo>
                  <a:lnTo>
                    <a:pt x="2573668" y="652831"/>
                  </a:lnTo>
                  <a:lnTo>
                    <a:pt x="2573656" y="652808"/>
                  </a:lnTo>
                  <a:lnTo>
                    <a:pt x="2573650" y="652797"/>
                  </a:lnTo>
                  <a:lnTo>
                    <a:pt x="2573632" y="652765"/>
                  </a:lnTo>
                  <a:lnTo>
                    <a:pt x="2573614" y="652740"/>
                  </a:lnTo>
                  <a:lnTo>
                    <a:pt x="2573597" y="652720"/>
                  </a:lnTo>
                  <a:lnTo>
                    <a:pt x="2573586" y="652712"/>
                  </a:lnTo>
                  <a:lnTo>
                    <a:pt x="2573579" y="652706"/>
                  </a:lnTo>
                  <a:lnTo>
                    <a:pt x="2573561" y="652694"/>
                  </a:lnTo>
                  <a:lnTo>
                    <a:pt x="2573542" y="652685"/>
                  </a:lnTo>
                  <a:lnTo>
                    <a:pt x="2573522" y="652679"/>
                  </a:lnTo>
                  <a:lnTo>
                    <a:pt x="2573502" y="652673"/>
                  </a:lnTo>
                  <a:lnTo>
                    <a:pt x="2573478" y="652669"/>
                  </a:lnTo>
                  <a:lnTo>
                    <a:pt x="2573418" y="652662"/>
                  </a:lnTo>
                  <a:lnTo>
                    <a:pt x="2573384" y="652658"/>
                  </a:lnTo>
                  <a:lnTo>
                    <a:pt x="2573352" y="652657"/>
                  </a:lnTo>
                  <a:lnTo>
                    <a:pt x="2573326" y="652657"/>
                  </a:lnTo>
                  <a:lnTo>
                    <a:pt x="2573304" y="652658"/>
                  </a:lnTo>
                  <a:lnTo>
                    <a:pt x="2572939" y="652718"/>
                  </a:lnTo>
                  <a:lnTo>
                    <a:pt x="2572919" y="652722"/>
                  </a:lnTo>
                  <a:lnTo>
                    <a:pt x="2572898" y="652729"/>
                  </a:lnTo>
                  <a:lnTo>
                    <a:pt x="2572875" y="652738"/>
                  </a:lnTo>
                  <a:lnTo>
                    <a:pt x="2572851" y="652749"/>
                  </a:lnTo>
                  <a:lnTo>
                    <a:pt x="2572830" y="652761"/>
                  </a:lnTo>
                  <a:lnTo>
                    <a:pt x="2572813" y="652772"/>
                  </a:lnTo>
                  <a:lnTo>
                    <a:pt x="2572786" y="652793"/>
                  </a:lnTo>
                  <a:lnTo>
                    <a:pt x="2572755" y="652817"/>
                  </a:lnTo>
                  <a:lnTo>
                    <a:pt x="2572739" y="652832"/>
                  </a:lnTo>
                  <a:lnTo>
                    <a:pt x="2572728" y="652843"/>
                  </a:lnTo>
                  <a:lnTo>
                    <a:pt x="2572723" y="652848"/>
                  </a:lnTo>
                  <a:lnTo>
                    <a:pt x="2572708" y="652866"/>
                  </a:lnTo>
                  <a:lnTo>
                    <a:pt x="2572696" y="652883"/>
                  </a:lnTo>
                  <a:lnTo>
                    <a:pt x="2572687" y="652900"/>
                  </a:lnTo>
                  <a:lnTo>
                    <a:pt x="2572680" y="652917"/>
                  </a:lnTo>
                  <a:lnTo>
                    <a:pt x="2572677" y="652933"/>
                  </a:lnTo>
                  <a:lnTo>
                    <a:pt x="2572678" y="652951"/>
                  </a:lnTo>
                  <a:lnTo>
                    <a:pt x="2572680" y="652969"/>
                  </a:lnTo>
                  <a:lnTo>
                    <a:pt x="2572682" y="652979"/>
                  </a:lnTo>
                  <a:lnTo>
                    <a:pt x="2572728" y="653200"/>
                  </a:lnTo>
                  <a:lnTo>
                    <a:pt x="2572752" y="653284"/>
                  </a:lnTo>
                  <a:lnTo>
                    <a:pt x="2572759" y="653307"/>
                  </a:lnTo>
                  <a:lnTo>
                    <a:pt x="2572766" y="653336"/>
                  </a:lnTo>
                  <a:lnTo>
                    <a:pt x="2572768" y="653346"/>
                  </a:lnTo>
                  <a:lnTo>
                    <a:pt x="2572723" y="653462"/>
                  </a:lnTo>
                  <a:lnTo>
                    <a:pt x="2572712" y="653479"/>
                  </a:lnTo>
                  <a:lnTo>
                    <a:pt x="2572706" y="653486"/>
                  </a:lnTo>
                  <a:lnTo>
                    <a:pt x="2572699" y="653492"/>
                  </a:lnTo>
                  <a:lnTo>
                    <a:pt x="2572691" y="653497"/>
                  </a:lnTo>
                  <a:lnTo>
                    <a:pt x="2572683" y="653500"/>
                  </a:lnTo>
                  <a:lnTo>
                    <a:pt x="2572675" y="653502"/>
                  </a:lnTo>
                  <a:lnTo>
                    <a:pt x="2572666" y="653503"/>
                  </a:lnTo>
                  <a:lnTo>
                    <a:pt x="2572658" y="653504"/>
                  </a:lnTo>
                  <a:lnTo>
                    <a:pt x="2572648" y="653504"/>
                  </a:lnTo>
                  <a:lnTo>
                    <a:pt x="2572637" y="653504"/>
                  </a:lnTo>
                  <a:lnTo>
                    <a:pt x="2572621" y="653502"/>
                  </a:lnTo>
                  <a:lnTo>
                    <a:pt x="2572498" y="653477"/>
                  </a:lnTo>
                  <a:lnTo>
                    <a:pt x="2572482" y="653473"/>
                  </a:lnTo>
                  <a:lnTo>
                    <a:pt x="2572466" y="653468"/>
                  </a:lnTo>
                  <a:lnTo>
                    <a:pt x="2572449" y="653462"/>
                  </a:lnTo>
                  <a:lnTo>
                    <a:pt x="2572430" y="653454"/>
                  </a:lnTo>
                  <a:lnTo>
                    <a:pt x="2572411" y="653444"/>
                  </a:lnTo>
                  <a:lnTo>
                    <a:pt x="2572391" y="653431"/>
                  </a:lnTo>
                  <a:lnTo>
                    <a:pt x="2572370" y="653416"/>
                  </a:lnTo>
                  <a:lnTo>
                    <a:pt x="2572349" y="653397"/>
                  </a:lnTo>
                  <a:lnTo>
                    <a:pt x="2572326" y="653376"/>
                  </a:lnTo>
                  <a:lnTo>
                    <a:pt x="2572250" y="653292"/>
                  </a:lnTo>
                  <a:lnTo>
                    <a:pt x="2572154" y="653122"/>
                  </a:lnTo>
                  <a:lnTo>
                    <a:pt x="2572124" y="653004"/>
                  </a:lnTo>
                  <a:lnTo>
                    <a:pt x="2572104" y="652940"/>
                  </a:lnTo>
                  <a:lnTo>
                    <a:pt x="2572095" y="652915"/>
                  </a:lnTo>
                  <a:lnTo>
                    <a:pt x="2572087" y="652895"/>
                  </a:lnTo>
                  <a:lnTo>
                    <a:pt x="2572078" y="652877"/>
                  </a:lnTo>
                  <a:lnTo>
                    <a:pt x="2571997" y="652756"/>
                  </a:lnTo>
                  <a:lnTo>
                    <a:pt x="2571985" y="652740"/>
                  </a:lnTo>
                  <a:lnTo>
                    <a:pt x="2571973" y="652725"/>
                  </a:lnTo>
                  <a:lnTo>
                    <a:pt x="2571960" y="652711"/>
                  </a:lnTo>
                  <a:lnTo>
                    <a:pt x="2571947" y="652699"/>
                  </a:lnTo>
                  <a:lnTo>
                    <a:pt x="2571933" y="652689"/>
                  </a:lnTo>
                  <a:lnTo>
                    <a:pt x="2571850" y="652640"/>
                  </a:lnTo>
                  <a:lnTo>
                    <a:pt x="2571836" y="652632"/>
                  </a:lnTo>
                  <a:lnTo>
                    <a:pt x="2571824" y="652626"/>
                  </a:lnTo>
                  <a:lnTo>
                    <a:pt x="2571811" y="652621"/>
                  </a:lnTo>
                  <a:lnTo>
                    <a:pt x="2571777" y="652609"/>
                  </a:lnTo>
                  <a:lnTo>
                    <a:pt x="2571720" y="652591"/>
                  </a:lnTo>
                  <a:lnTo>
                    <a:pt x="2571649" y="652569"/>
                  </a:lnTo>
                  <a:lnTo>
                    <a:pt x="2571627" y="652562"/>
                  </a:lnTo>
                  <a:lnTo>
                    <a:pt x="2571610" y="652558"/>
                  </a:lnTo>
                  <a:lnTo>
                    <a:pt x="2571594" y="652555"/>
                  </a:lnTo>
                  <a:lnTo>
                    <a:pt x="2571565" y="652550"/>
                  </a:lnTo>
                  <a:lnTo>
                    <a:pt x="2571537" y="652547"/>
                  </a:lnTo>
                  <a:lnTo>
                    <a:pt x="2571519" y="652546"/>
                  </a:lnTo>
                  <a:lnTo>
                    <a:pt x="2571498" y="652546"/>
                  </a:lnTo>
                  <a:lnTo>
                    <a:pt x="2571470" y="652547"/>
                  </a:lnTo>
                  <a:lnTo>
                    <a:pt x="2571436" y="652551"/>
                  </a:lnTo>
                  <a:lnTo>
                    <a:pt x="2571363" y="652561"/>
                  </a:lnTo>
                  <a:lnTo>
                    <a:pt x="2571331" y="652567"/>
                  </a:lnTo>
                  <a:lnTo>
                    <a:pt x="2571305" y="652573"/>
                  </a:lnTo>
                  <a:lnTo>
                    <a:pt x="2571282" y="652579"/>
                  </a:lnTo>
                  <a:lnTo>
                    <a:pt x="2571261" y="652586"/>
                  </a:lnTo>
                  <a:lnTo>
                    <a:pt x="2571241" y="652593"/>
                  </a:lnTo>
                  <a:lnTo>
                    <a:pt x="2571237" y="652595"/>
                  </a:lnTo>
                  <a:lnTo>
                    <a:pt x="2571223" y="652601"/>
                  </a:lnTo>
                  <a:lnTo>
                    <a:pt x="2571105" y="652660"/>
                  </a:lnTo>
                  <a:lnTo>
                    <a:pt x="2571085" y="652672"/>
                  </a:lnTo>
                  <a:lnTo>
                    <a:pt x="2571066" y="652683"/>
                  </a:lnTo>
                  <a:lnTo>
                    <a:pt x="2571047" y="652696"/>
                  </a:lnTo>
                  <a:lnTo>
                    <a:pt x="2571029" y="652712"/>
                  </a:lnTo>
                  <a:lnTo>
                    <a:pt x="2571011" y="652731"/>
                  </a:lnTo>
                  <a:lnTo>
                    <a:pt x="2570993" y="652753"/>
                  </a:lnTo>
                  <a:lnTo>
                    <a:pt x="2570976" y="652776"/>
                  </a:lnTo>
                  <a:lnTo>
                    <a:pt x="2570946" y="652823"/>
                  </a:lnTo>
                  <a:lnTo>
                    <a:pt x="2570911" y="652887"/>
                  </a:lnTo>
                  <a:lnTo>
                    <a:pt x="2570902" y="652907"/>
                  </a:lnTo>
                  <a:lnTo>
                    <a:pt x="2570893" y="652927"/>
                  </a:lnTo>
                  <a:lnTo>
                    <a:pt x="2570886" y="652950"/>
                  </a:lnTo>
                  <a:lnTo>
                    <a:pt x="2570880" y="652977"/>
                  </a:lnTo>
                  <a:lnTo>
                    <a:pt x="2570876" y="653010"/>
                  </a:lnTo>
                  <a:lnTo>
                    <a:pt x="2570873" y="653048"/>
                  </a:lnTo>
                  <a:lnTo>
                    <a:pt x="2570872" y="653087"/>
                  </a:lnTo>
                  <a:lnTo>
                    <a:pt x="2570873" y="653126"/>
                  </a:lnTo>
                  <a:lnTo>
                    <a:pt x="2570876" y="653164"/>
                  </a:lnTo>
                  <a:lnTo>
                    <a:pt x="2570879" y="653191"/>
                  </a:lnTo>
                  <a:lnTo>
                    <a:pt x="2570883" y="653214"/>
                  </a:lnTo>
                  <a:lnTo>
                    <a:pt x="2570904" y="653301"/>
                  </a:lnTo>
                  <a:lnTo>
                    <a:pt x="2570908" y="653327"/>
                  </a:lnTo>
                  <a:lnTo>
                    <a:pt x="2570914" y="653358"/>
                  </a:lnTo>
                  <a:lnTo>
                    <a:pt x="2570917" y="653385"/>
                  </a:lnTo>
                  <a:lnTo>
                    <a:pt x="2570918" y="653409"/>
                  </a:lnTo>
                  <a:lnTo>
                    <a:pt x="2570915" y="653427"/>
                  </a:lnTo>
                  <a:lnTo>
                    <a:pt x="2570910" y="653441"/>
                  </a:lnTo>
                  <a:lnTo>
                    <a:pt x="2570901" y="653452"/>
                  </a:lnTo>
                  <a:lnTo>
                    <a:pt x="2570888" y="653461"/>
                  </a:lnTo>
                  <a:lnTo>
                    <a:pt x="2570871" y="653469"/>
                  </a:lnTo>
                  <a:lnTo>
                    <a:pt x="2570816" y="653494"/>
                  </a:lnTo>
                  <a:lnTo>
                    <a:pt x="2570797" y="653501"/>
                  </a:lnTo>
                  <a:lnTo>
                    <a:pt x="2570780" y="653506"/>
                  </a:lnTo>
                  <a:lnTo>
                    <a:pt x="2570764" y="653508"/>
                  </a:lnTo>
                  <a:lnTo>
                    <a:pt x="2570748" y="653509"/>
                  </a:lnTo>
                  <a:lnTo>
                    <a:pt x="2570732" y="653508"/>
                  </a:lnTo>
                  <a:lnTo>
                    <a:pt x="2570716" y="653506"/>
                  </a:lnTo>
                  <a:lnTo>
                    <a:pt x="2570701" y="653503"/>
                  </a:lnTo>
                  <a:lnTo>
                    <a:pt x="2570686" y="653500"/>
                  </a:lnTo>
                  <a:lnTo>
                    <a:pt x="2570671" y="653495"/>
                  </a:lnTo>
                  <a:lnTo>
                    <a:pt x="2570656" y="653490"/>
                  </a:lnTo>
                  <a:lnTo>
                    <a:pt x="2570642" y="653482"/>
                  </a:lnTo>
                  <a:lnTo>
                    <a:pt x="2570628" y="653472"/>
                  </a:lnTo>
                  <a:lnTo>
                    <a:pt x="2570615" y="653457"/>
                  </a:lnTo>
                  <a:lnTo>
                    <a:pt x="2570604" y="653438"/>
                  </a:lnTo>
                  <a:lnTo>
                    <a:pt x="2570568" y="653368"/>
                  </a:lnTo>
                  <a:lnTo>
                    <a:pt x="2570555" y="653338"/>
                  </a:lnTo>
                  <a:lnTo>
                    <a:pt x="2570541" y="653298"/>
                  </a:lnTo>
                  <a:lnTo>
                    <a:pt x="2570525" y="653244"/>
                  </a:lnTo>
                  <a:lnTo>
                    <a:pt x="2570511" y="653184"/>
                  </a:lnTo>
                  <a:lnTo>
                    <a:pt x="2570500" y="653127"/>
                  </a:lnTo>
                  <a:lnTo>
                    <a:pt x="2570493" y="653079"/>
                  </a:lnTo>
                  <a:lnTo>
                    <a:pt x="2570491" y="653037"/>
                  </a:lnTo>
                  <a:lnTo>
                    <a:pt x="2570498" y="652992"/>
                  </a:lnTo>
                  <a:lnTo>
                    <a:pt x="2570516" y="652850"/>
                  </a:lnTo>
                  <a:lnTo>
                    <a:pt x="2570506" y="652820"/>
                  </a:lnTo>
                  <a:lnTo>
                    <a:pt x="2570384" y="652556"/>
                  </a:lnTo>
                  <a:lnTo>
                    <a:pt x="2570350" y="652512"/>
                  </a:lnTo>
                  <a:lnTo>
                    <a:pt x="2570314" y="652472"/>
                  </a:lnTo>
                  <a:lnTo>
                    <a:pt x="2570280" y="652450"/>
                  </a:lnTo>
                  <a:lnTo>
                    <a:pt x="2570240" y="652440"/>
                  </a:lnTo>
                  <a:lnTo>
                    <a:pt x="2570203" y="652440"/>
                  </a:lnTo>
                  <a:lnTo>
                    <a:pt x="2570197" y="652440"/>
                  </a:lnTo>
                  <a:lnTo>
                    <a:pt x="2570176" y="652443"/>
                  </a:lnTo>
                  <a:lnTo>
                    <a:pt x="2570150" y="652446"/>
                  </a:lnTo>
                  <a:lnTo>
                    <a:pt x="2570137" y="652448"/>
                  </a:lnTo>
                  <a:lnTo>
                    <a:pt x="2570125" y="652452"/>
                  </a:lnTo>
                  <a:lnTo>
                    <a:pt x="2570113" y="652456"/>
                  </a:lnTo>
                  <a:lnTo>
                    <a:pt x="2570100" y="652462"/>
                  </a:lnTo>
                  <a:lnTo>
                    <a:pt x="2570086" y="652470"/>
                  </a:lnTo>
                  <a:lnTo>
                    <a:pt x="2570070" y="652481"/>
                  </a:lnTo>
                  <a:lnTo>
                    <a:pt x="2570052" y="652495"/>
                  </a:lnTo>
                  <a:lnTo>
                    <a:pt x="2570031" y="652513"/>
                  </a:lnTo>
                  <a:lnTo>
                    <a:pt x="2570009" y="652536"/>
                  </a:lnTo>
                  <a:lnTo>
                    <a:pt x="2569865" y="652682"/>
                  </a:lnTo>
                  <a:lnTo>
                    <a:pt x="2569700" y="652722"/>
                  </a:lnTo>
                  <a:lnTo>
                    <a:pt x="2569635" y="652723"/>
                  </a:lnTo>
                  <a:lnTo>
                    <a:pt x="2569543" y="652680"/>
                  </a:lnTo>
                  <a:lnTo>
                    <a:pt x="2569486" y="652647"/>
                  </a:lnTo>
                  <a:lnTo>
                    <a:pt x="2569472" y="652623"/>
                  </a:lnTo>
                  <a:lnTo>
                    <a:pt x="2569462" y="652601"/>
                  </a:lnTo>
                  <a:lnTo>
                    <a:pt x="2569435" y="652577"/>
                  </a:lnTo>
                  <a:lnTo>
                    <a:pt x="2569416" y="652562"/>
                  </a:lnTo>
                  <a:lnTo>
                    <a:pt x="2569395" y="652548"/>
                  </a:lnTo>
                  <a:lnTo>
                    <a:pt x="2569371" y="652536"/>
                  </a:lnTo>
                  <a:lnTo>
                    <a:pt x="2569123" y="652425"/>
                  </a:lnTo>
                  <a:lnTo>
                    <a:pt x="2569099" y="652416"/>
                  </a:lnTo>
                  <a:lnTo>
                    <a:pt x="2569077" y="652410"/>
                  </a:lnTo>
                  <a:lnTo>
                    <a:pt x="2569057" y="652405"/>
                  </a:lnTo>
                  <a:lnTo>
                    <a:pt x="2569040" y="652403"/>
                  </a:lnTo>
                  <a:lnTo>
                    <a:pt x="2569023" y="652403"/>
                  </a:lnTo>
                  <a:lnTo>
                    <a:pt x="2568715" y="652416"/>
                  </a:lnTo>
                  <a:lnTo>
                    <a:pt x="2568391" y="652430"/>
                  </a:lnTo>
                  <a:lnTo>
                    <a:pt x="2568301" y="652450"/>
                  </a:lnTo>
                  <a:lnTo>
                    <a:pt x="2568205" y="652485"/>
                  </a:lnTo>
                  <a:lnTo>
                    <a:pt x="2567915" y="652597"/>
                  </a:lnTo>
                  <a:lnTo>
                    <a:pt x="2567774" y="652652"/>
                  </a:lnTo>
                  <a:lnTo>
                    <a:pt x="2567748" y="652662"/>
                  </a:lnTo>
                  <a:lnTo>
                    <a:pt x="2567708" y="652693"/>
                  </a:lnTo>
                  <a:lnTo>
                    <a:pt x="2567657" y="652745"/>
                  </a:lnTo>
                  <a:lnTo>
                    <a:pt x="2567614" y="652794"/>
                  </a:lnTo>
                  <a:lnTo>
                    <a:pt x="2567592" y="652816"/>
                  </a:lnTo>
                  <a:lnTo>
                    <a:pt x="2567437" y="652844"/>
                  </a:lnTo>
                  <a:lnTo>
                    <a:pt x="2567385" y="652851"/>
                  </a:lnTo>
                  <a:lnTo>
                    <a:pt x="2567096" y="652845"/>
                  </a:lnTo>
                  <a:lnTo>
                    <a:pt x="2566988" y="652839"/>
                  </a:lnTo>
                  <a:lnTo>
                    <a:pt x="2566742" y="652823"/>
                  </a:lnTo>
                  <a:lnTo>
                    <a:pt x="2566715" y="652821"/>
                  </a:lnTo>
                  <a:lnTo>
                    <a:pt x="2566240" y="652674"/>
                  </a:lnTo>
                  <a:lnTo>
                    <a:pt x="2566120" y="652622"/>
                  </a:lnTo>
                  <a:lnTo>
                    <a:pt x="2566064" y="652596"/>
                  </a:lnTo>
                  <a:lnTo>
                    <a:pt x="2565992" y="652575"/>
                  </a:lnTo>
                  <a:lnTo>
                    <a:pt x="2565974" y="652570"/>
                  </a:lnTo>
                  <a:lnTo>
                    <a:pt x="2565904" y="652578"/>
                  </a:lnTo>
                  <a:lnTo>
                    <a:pt x="2565894" y="652580"/>
                  </a:lnTo>
                  <a:lnTo>
                    <a:pt x="2565740" y="652614"/>
                  </a:lnTo>
                  <a:lnTo>
                    <a:pt x="2565647" y="652636"/>
                  </a:lnTo>
                  <a:lnTo>
                    <a:pt x="2565595" y="652657"/>
                  </a:lnTo>
                  <a:lnTo>
                    <a:pt x="2565546" y="652699"/>
                  </a:lnTo>
                  <a:lnTo>
                    <a:pt x="2565430" y="652858"/>
                  </a:lnTo>
                  <a:lnTo>
                    <a:pt x="2565370" y="652963"/>
                  </a:lnTo>
                  <a:lnTo>
                    <a:pt x="2565288" y="653070"/>
                  </a:lnTo>
                  <a:lnTo>
                    <a:pt x="2565230" y="653102"/>
                  </a:lnTo>
                  <a:lnTo>
                    <a:pt x="2565206" y="653102"/>
                  </a:lnTo>
                  <a:lnTo>
                    <a:pt x="2565100" y="653102"/>
                  </a:lnTo>
                  <a:lnTo>
                    <a:pt x="2565066" y="653090"/>
                  </a:lnTo>
                  <a:lnTo>
                    <a:pt x="2564972" y="653009"/>
                  </a:lnTo>
                  <a:lnTo>
                    <a:pt x="2564957" y="652996"/>
                  </a:lnTo>
                  <a:lnTo>
                    <a:pt x="2564938" y="652972"/>
                  </a:lnTo>
                  <a:lnTo>
                    <a:pt x="2564932" y="652961"/>
                  </a:lnTo>
                  <a:lnTo>
                    <a:pt x="2564930" y="652946"/>
                  </a:lnTo>
                  <a:lnTo>
                    <a:pt x="2564931" y="652933"/>
                  </a:lnTo>
                  <a:lnTo>
                    <a:pt x="2564936" y="652901"/>
                  </a:lnTo>
                  <a:lnTo>
                    <a:pt x="2564938" y="652893"/>
                  </a:lnTo>
                  <a:lnTo>
                    <a:pt x="2564937" y="652880"/>
                  </a:lnTo>
                  <a:lnTo>
                    <a:pt x="2564936" y="652874"/>
                  </a:lnTo>
                  <a:lnTo>
                    <a:pt x="2564784" y="652596"/>
                  </a:lnTo>
                  <a:lnTo>
                    <a:pt x="2564752" y="652552"/>
                  </a:lnTo>
                  <a:lnTo>
                    <a:pt x="2564683" y="652503"/>
                  </a:lnTo>
                  <a:lnTo>
                    <a:pt x="2564436" y="652333"/>
                  </a:lnTo>
                  <a:lnTo>
                    <a:pt x="2564357" y="652309"/>
                  </a:lnTo>
                  <a:lnTo>
                    <a:pt x="2564270" y="652317"/>
                  </a:lnTo>
                  <a:lnTo>
                    <a:pt x="2564223" y="652334"/>
                  </a:lnTo>
                  <a:lnTo>
                    <a:pt x="2564219" y="652336"/>
                  </a:lnTo>
                  <a:lnTo>
                    <a:pt x="2564144" y="652390"/>
                  </a:lnTo>
                  <a:lnTo>
                    <a:pt x="2564097" y="652459"/>
                  </a:lnTo>
                  <a:lnTo>
                    <a:pt x="2564100" y="652482"/>
                  </a:lnTo>
                  <a:lnTo>
                    <a:pt x="2564107" y="652528"/>
                  </a:lnTo>
                  <a:lnTo>
                    <a:pt x="2564141" y="652669"/>
                  </a:lnTo>
                  <a:lnTo>
                    <a:pt x="2564159" y="652710"/>
                  </a:lnTo>
                  <a:lnTo>
                    <a:pt x="2564187" y="652773"/>
                  </a:lnTo>
                  <a:lnTo>
                    <a:pt x="2564257" y="652858"/>
                  </a:lnTo>
                  <a:lnTo>
                    <a:pt x="2564342" y="652913"/>
                  </a:lnTo>
                  <a:lnTo>
                    <a:pt x="2564441" y="652975"/>
                  </a:lnTo>
                  <a:lnTo>
                    <a:pt x="2564496" y="653019"/>
                  </a:lnTo>
                  <a:lnTo>
                    <a:pt x="2564604" y="653124"/>
                  </a:lnTo>
                  <a:lnTo>
                    <a:pt x="2564682" y="653211"/>
                  </a:lnTo>
                  <a:lnTo>
                    <a:pt x="2564725" y="653266"/>
                  </a:lnTo>
                  <a:lnTo>
                    <a:pt x="2564725" y="653287"/>
                  </a:lnTo>
                  <a:lnTo>
                    <a:pt x="2564726" y="653349"/>
                  </a:lnTo>
                  <a:lnTo>
                    <a:pt x="2564685" y="653412"/>
                  </a:lnTo>
                  <a:lnTo>
                    <a:pt x="2564626" y="653474"/>
                  </a:lnTo>
                  <a:lnTo>
                    <a:pt x="2564533" y="653506"/>
                  </a:lnTo>
                  <a:lnTo>
                    <a:pt x="2564453" y="653531"/>
                  </a:lnTo>
                  <a:lnTo>
                    <a:pt x="2564366" y="653556"/>
                  </a:lnTo>
                  <a:lnTo>
                    <a:pt x="2564242" y="653565"/>
                  </a:lnTo>
                  <a:lnTo>
                    <a:pt x="2564165" y="653555"/>
                  </a:lnTo>
                  <a:lnTo>
                    <a:pt x="2563993" y="653512"/>
                  </a:lnTo>
                  <a:lnTo>
                    <a:pt x="2563901" y="653476"/>
                  </a:lnTo>
                  <a:lnTo>
                    <a:pt x="2563625" y="653362"/>
                  </a:lnTo>
                  <a:lnTo>
                    <a:pt x="2563171" y="653049"/>
                  </a:lnTo>
                  <a:lnTo>
                    <a:pt x="2563013" y="652856"/>
                  </a:lnTo>
                  <a:lnTo>
                    <a:pt x="2562871" y="652647"/>
                  </a:lnTo>
                  <a:lnTo>
                    <a:pt x="2562782" y="652479"/>
                  </a:lnTo>
                  <a:lnTo>
                    <a:pt x="2562721" y="652361"/>
                  </a:lnTo>
                  <a:lnTo>
                    <a:pt x="2562658" y="652268"/>
                  </a:lnTo>
                  <a:lnTo>
                    <a:pt x="2562635" y="652241"/>
                  </a:lnTo>
                  <a:lnTo>
                    <a:pt x="2562548" y="652150"/>
                  </a:lnTo>
                  <a:lnTo>
                    <a:pt x="2562485" y="652112"/>
                  </a:lnTo>
                  <a:lnTo>
                    <a:pt x="2562398" y="652103"/>
                  </a:lnTo>
                  <a:lnTo>
                    <a:pt x="2562335" y="652114"/>
                  </a:lnTo>
                  <a:lnTo>
                    <a:pt x="2562255" y="652156"/>
                  </a:lnTo>
                  <a:lnTo>
                    <a:pt x="2562182" y="652193"/>
                  </a:lnTo>
                  <a:lnTo>
                    <a:pt x="2562094" y="652223"/>
                  </a:lnTo>
                  <a:lnTo>
                    <a:pt x="2562070" y="652229"/>
                  </a:lnTo>
                  <a:lnTo>
                    <a:pt x="2561981" y="652249"/>
                  </a:lnTo>
                  <a:lnTo>
                    <a:pt x="2561891" y="652269"/>
                  </a:lnTo>
                  <a:lnTo>
                    <a:pt x="2561773" y="652298"/>
                  </a:lnTo>
                  <a:lnTo>
                    <a:pt x="2561726" y="652312"/>
                  </a:lnTo>
                  <a:lnTo>
                    <a:pt x="2561674" y="652328"/>
                  </a:lnTo>
                  <a:lnTo>
                    <a:pt x="2561529" y="652378"/>
                  </a:lnTo>
                  <a:lnTo>
                    <a:pt x="2561461" y="652415"/>
                  </a:lnTo>
                  <a:lnTo>
                    <a:pt x="2561404" y="652447"/>
                  </a:lnTo>
                  <a:lnTo>
                    <a:pt x="2561368" y="652460"/>
                  </a:lnTo>
                  <a:lnTo>
                    <a:pt x="2561360" y="652463"/>
                  </a:lnTo>
                  <a:lnTo>
                    <a:pt x="2561288" y="652458"/>
                  </a:lnTo>
                  <a:lnTo>
                    <a:pt x="2561191" y="652450"/>
                  </a:lnTo>
                  <a:lnTo>
                    <a:pt x="2561105" y="652432"/>
                  </a:lnTo>
                  <a:lnTo>
                    <a:pt x="2560472" y="652301"/>
                  </a:lnTo>
                  <a:lnTo>
                    <a:pt x="2560371" y="652271"/>
                  </a:lnTo>
                  <a:lnTo>
                    <a:pt x="2560012" y="652139"/>
                  </a:lnTo>
                  <a:lnTo>
                    <a:pt x="2559832" y="652061"/>
                  </a:lnTo>
                  <a:lnTo>
                    <a:pt x="2559712" y="651972"/>
                  </a:lnTo>
                  <a:lnTo>
                    <a:pt x="2559638" y="651904"/>
                  </a:lnTo>
                  <a:lnTo>
                    <a:pt x="2559570" y="651830"/>
                  </a:lnTo>
                  <a:lnTo>
                    <a:pt x="2559547" y="651802"/>
                  </a:lnTo>
                  <a:lnTo>
                    <a:pt x="2559382" y="651606"/>
                  </a:lnTo>
                  <a:lnTo>
                    <a:pt x="2559040" y="651127"/>
                  </a:lnTo>
                  <a:lnTo>
                    <a:pt x="2559003" y="651053"/>
                  </a:lnTo>
                  <a:lnTo>
                    <a:pt x="2558983" y="650967"/>
                  </a:lnTo>
                  <a:lnTo>
                    <a:pt x="2558970" y="650897"/>
                  </a:lnTo>
                  <a:lnTo>
                    <a:pt x="2558962" y="650703"/>
                  </a:lnTo>
                  <a:lnTo>
                    <a:pt x="2558976" y="650376"/>
                  </a:lnTo>
                  <a:lnTo>
                    <a:pt x="2558986" y="650301"/>
                  </a:lnTo>
                  <a:lnTo>
                    <a:pt x="2559005" y="650234"/>
                  </a:lnTo>
                  <a:lnTo>
                    <a:pt x="2559048" y="650187"/>
                  </a:lnTo>
                  <a:lnTo>
                    <a:pt x="2559083" y="650133"/>
                  </a:lnTo>
                  <a:lnTo>
                    <a:pt x="2559114" y="650077"/>
                  </a:lnTo>
                  <a:lnTo>
                    <a:pt x="2559125" y="650042"/>
                  </a:lnTo>
                  <a:lnTo>
                    <a:pt x="2559145" y="649905"/>
                  </a:lnTo>
                  <a:lnTo>
                    <a:pt x="2559150" y="649851"/>
                  </a:lnTo>
                  <a:lnTo>
                    <a:pt x="2559149" y="649838"/>
                  </a:lnTo>
                  <a:lnTo>
                    <a:pt x="2559128" y="649782"/>
                  </a:lnTo>
                  <a:lnTo>
                    <a:pt x="2559099" y="649750"/>
                  </a:lnTo>
                  <a:lnTo>
                    <a:pt x="2559029" y="649727"/>
                  </a:lnTo>
                  <a:lnTo>
                    <a:pt x="2558955" y="649721"/>
                  </a:lnTo>
                  <a:lnTo>
                    <a:pt x="2558875" y="649731"/>
                  </a:lnTo>
                  <a:lnTo>
                    <a:pt x="2558687" y="649756"/>
                  </a:lnTo>
                  <a:lnTo>
                    <a:pt x="2558609" y="649786"/>
                  </a:lnTo>
                  <a:lnTo>
                    <a:pt x="2558524" y="649839"/>
                  </a:lnTo>
                  <a:lnTo>
                    <a:pt x="2558493" y="649870"/>
                  </a:lnTo>
                  <a:lnTo>
                    <a:pt x="2558491" y="649904"/>
                  </a:lnTo>
                  <a:lnTo>
                    <a:pt x="2558502" y="649945"/>
                  </a:lnTo>
                  <a:lnTo>
                    <a:pt x="2558501" y="649995"/>
                  </a:lnTo>
                  <a:lnTo>
                    <a:pt x="2558475" y="650077"/>
                  </a:lnTo>
                  <a:lnTo>
                    <a:pt x="2558376" y="650157"/>
                  </a:lnTo>
                  <a:lnTo>
                    <a:pt x="2558311" y="650198"/>
                  </a:lnTo>
                  <a:lnTo>
                    <a:pt x="2558227" y="650230"/>
                  </a:lnTo>
                  <a:lnTo>
                    <a:pt x="2558111" y="650255"/>
                  </a:lnTo>
                  <a:lnTo>
                    <a:pt x="2557989" y="650252"/>
                  </a:lnTo>
                  <a:lnTo>
                    <a:pt x="2557875" y="650233"/>
                  </a:lnTo>
                  <a:lnTo>
                    <a:pt x="2557647" y="650154"/>
                  </a:lnTo>
                  <a:lnTo>
                    <a:pt x="2557424" y="650046"/>
                  </a:lnTo>
                  <a:lnTo>
                    <a:pt x="2557367" y="650015"/>
                  </a:lnTo>
                  <a:lnTo>
                    <a:pt x="2557302" y="649940"/>
                  </a:lnTo>
                  <a:lnTo>
                    <a:pt x="2557213" y="649842"/>
                  </a:lnTo>
                  <a:lnTo>
                    <a:pt x="2557116" y="649742"/>
                  </a:lnTo>
                  <a:lnTo>
                    <a:pt x="2557065" y="649723"/>
                  </a:lnTo>
                  <a:lnTo>
                    <a:pt x="2556928" y="649705"/>
                  </a:lnTo>
                  <a:lnTo>
                    <a:pt x="2556832" y="649696"/>
                  </a:lnTo>
                  <a:lnTo>
                    <a:pt x="2556802" y="649721"/>
                  </a:lnTo>
                  <a:lnTo>
                    <a:pt x="2556723" y="649791"/>
                  </a:lnTo>
                  <a:lnTo>
                    <a:pt x="2556647" y="649844"/>
                  </a:lnTo>
                  <a:lnTo>
                    <a:pt x="2556590" y="649883"/>
                  </a:lnTo>
                  <a:lnTo>
                    <a:pt x="2556531" y="649898"/>
                  </a:lnTo>
                  <a:lnTo>
                    <a:pt x="2556498" y="649916"/>
                  </a:lnTo>
                  <a:lnTo>
                    <a:pt x="2556409" y="649965"/>
                  </a:lnTo>
                  <a:lnTo>
                    <a:pt x="2556297" y="650017"/>
                  </a:lnTo>
                  <a:lnTo>
                    <a:pt x="2556174" y="650056"/>
                  </a:lnTo>
                  <a:lnTo>
                    <a:pt x="2556093" y="650076"/>
                  </a:lnTo>
                  <a:lnTo>
                    <a:pt x="2556002" y="650082"/>
                  </a:lnTo>
                  <a:lnTo>
                    <a:pt x="2555906" y="650063"/>
                  </a:lnTo>
                  <a:lnTo>
                    <a:pt x="2555837" y="650034"/>
                  </a:lnTo>
                  <a:lnTo>
                    <a:pt x="2555793" y="649969"/>
                  </a:lnTo>
                  <a:lnTo>
                    <a:pt x="2555771" y="649911"/>
                  </a:lnTo>
                  <a:lnTo>
                    <a:pt x="2555784" y="649873"/>
                  </a:lnTo>
                  <a:lnTo>
                    <a:pt x="2555818" y="649838"/>
                  </a:lnTo>
                  <a:lnTo>
                    <a:pt x="2555862" y="649717"/>
                  </a:lnTo>
                  <a:lnTo>
                    <a:pt x="2555882" y="649618"/>
                  </a:lnTo>
                  <a:lnTo>
                    <a:pt x="2555889" y="649542"/>
                  </a:lnTo>
                  <a:lnTo>
                    <a:pt x="2555871" y="649453"/>
                  </a:lnTo>
                  <a:lnTo>
                    <a:pt x="2555843" y="649428"/>
                  </a:lnTo>
                  <a:lnTo>
                    <a:pt x="2555769" y="649408"/>
                  </a:lnTo>
                  <a:lnTo>
                    <a:pt x="2555681" y="649390"/>
                  </a:lnTo>
                  <a:lnTo>
                    <a:pt x="2555603" y="649396"/>
                  </a:lnTo>
                  <a:lnTo>
                    <a:pt x="2555521" y="649410"/>
                  </a:lnTo>
                  <a:lnTo>
                    <a:pt x="2555423" y="649441"/>
                  </a:lnTo>
                  <a:lnTo>
                    <a:pt x="2555362" y="649471"/>
                  </a:lnTo>
                  <a:lnTo>
                    <a:pt x="2555304" y="649534"/>
                  </a:lnTo>
                  <a:lnTo>
                    <a:pt x="2555262" y="649595"/>
                  </a:lnTo>
                  <a:lnTo>
                    <a:pt x="2555235" y="649677"/>
                  </a:lnTo>
                  <a:lnTo>
                    <a:pt x="2555192" y="649903"/>
                  </a:lnTo>
                  <a:lnTo>
                    <a:pt x="2555188" y="650008"/>
                  </a:lnTo>
                  <a:lnTo>
                    <a:pt x="2555239" y="650172"/>
                  </a:lnTo>
                  <a:lnTo>
                    <a:pt x="2555292" y="650254"/>
                  </a:lnTo>
                  <a:lnTo>
                    <a:pt x="2555323" y="650293"/>
                  </a:lnTo>
                  <a:lnTo>
                    <a:pt x="2555343" y="650318"/>
                  </a:lnTo>
                  <a:lnTo>
                    <a:pt x="2555357" y="650365"/>
                  </a:lnTo>
                  <a:lnTo>
                    <a:pt x="2555348" y="650438"/>
                  </a:lnTo>
                  <a:lnTo>
                    <a:pt x="2555319" y="650460"/>
                  </a:lnTo>
                  <a:lnTo>
                    <a:pt x="2555031" y="650602"/>
                  </a:lnTo>
                  <a:lnTo>
                    <a:pt x="2554968" y="650634"/>
                  </a:lnTo>
                  <a:lnTo>
                    <a:pt x="2554791" y="650670"/>
                  </a:lnTo>
                  <a:lnTo>
                    <a:pt x="2554505" y="650650"/>
                  </a:lnTo>
                  <a:lnTo>
                    <a:pt x="2554380" y="650641"/>
                  </a:lnTo>
                  <a:lnTo>
                    <a:pt x="2554273" y="650621"/>
                  </a:lnTo>
                  <a:lnTo>
                    <a:pt x="2554150" y="650584"/>
                  </a:lnTo>
                  <a:lnTo>
                    <a:pt x="2554037" y="650535"/>
                  </a:lnTo>
                  <a:lnTo>
                    <a:pt x="2553905" y="650481"/>
                  </a:lnTo>
                  <a:lnTo>
                    <a:pt x="2553841" y="650460"/>
                  </a:lnTo>
                  <a:lnTo>
                    <a:pt x="2553780" y="650440"/>
                  </a:lnTo>
                  <a:lnTo>
                    <a:pt x="2553697" y="650415"/>
                  </a:lnTo>
                  <a:lnTo>
                    <a:pt x="2553620" y="650412"/>
                  </a:lnTo>
                  <a:lnTo>
                    <a:pt x="2553502" y="650411"/>
                  </a:lnTo>
                  <a:lnTo>
                    <a:pt x="2553445" y="650423"/>
                  </a:lnTo>
                  <a:lnTo>
                    <a:pt x="2553267" y="650530"/>
                  </a:lnTo>
                  <a:lnTo>
                    <a:pt x="2553206" y="650588"/>
                  </a:lnTo>
                  <a:lnTo>
                    <a:pt x="2553142" y="650659"/>
                  </a:lnTo>
                  <a:lnTo>
                    <a:pt x="2553057" y="650718"/>
                  </a:lnTo>
                  <a:lnTo>
                    <a:pt x="2552975" y="650745"/>
                  </a:lnTo>
                  <a:lnTo>
                    <a:pt x="2552892" y="650757"/>
                  </a:lnTo>
                  <a:lnTo>
                    <a:pt x="2552834" y="650740"/>
                  </a:lnTo>
                  <a:lnTo>
                    <a:pt x="2552714" y="650691"/>
                  </a:lnTo>
                  <a:lnTo>
                    <a:pt x="2552665" y="650651"/>
                  </a:lnTo>
                  <a:lnTo>
                    <a:pt x="2552618" y="650614"/>
                  </a:lnTo>
                  <a:lnTo>
                    <a:pt x="2552533" y="650542"/>
                  </a:lnTo>
                  <a:lnTo>
                    <a:pt x="2552450" y="650444"/>
                  </a:lnTo>
                  <a:lnTo>
                    <a:pt x="2552390" y="650368"/>
                  </a:lnTo>
                  <a:lnTo>
                    <a:pt x="2552349" y="650214"/>
                  </a:lnTo>
                  <a:lnTo>
                    <a:pt x="2552347" y="650165"/>
                  </a:lnTo>
                  <a:lnTo>
                    <a:pt x="2552345" y="650107"/>
                  </a:lnTo>
                  <a:lnTo>
                    <a:pt x="2552354" y="649918"/>
                  </a:lnTo>
                  <a:lnTo>
                    <a:pt x="2552338" y="649857"/>
                  </a:lnTo>
                  <a:lnTo>
                    <a:pt x="2552241" y="649643"/>
                  </a:lnTo>
                  <a:lnTo>
                    <a:pt x="2552226" y="649618"/>
                  </a:lnTo>
                  <a:lnTo>
                    <a:pt x="2552200" y="649575"/>
                  </a:lnTo>
                  <a:lnTo>
                    <a:pt x="2552153" y="649540"/>
                  </a:lnTo>
                  <a:lnTo>
                    <a:pt x="2552072" y="649517"/>
                  </a:lnTo>
                  <a:lnTo>
                    <a:pt x="2551641" y="649456"/>
                  </a:lnTo>
                  <a:lnTo>
                    <a:pt x="2551541" y="649459"/>
                  </a:lnTo>
                  <a:lnTo>
                    <a:pt x="2551451" y="649485"/>
                  </a:lnTo>
                  <a:lnTo>
                    <a:pt x="2551334" y="649548"/>
                  </a:lnTo>
                  <a:lnTo>
                    <a:pt x="2551193" y="649600"/>
                  </a:lnTo>
                  <a:lnTo>
                    <a:pt x="2551014" y="649646"/>
                  </a:lnTo>
                  <a:lnTo>
                    <a:pt x="2550966" y="649649"/>
                  </a:lnTo>
                  <a:lnTo>
                    <a:pt x="2550901" y="649654"/>
                  </a:lnTo>
                  <a:lnTo>
                    <a:pt x="2550809" y="649632"/>
                  </a:lnTo>
                  <a:lnTo>
                    <a:pt x="2550734" y="649612"/>
                  </a:lnTo>
                  <a:lnTo>
                    <a:pt x="2550570" y="649595"/>
                  </a:lnTo>
                  <a:lnTo>
                    <a:pt x="2550408" y="649587"/>
                  </a:lnTo>
                  <a:lnTo>
                    <a:pt x="2550329" y="649596"/>
                  </a:lnTo>
                  <a:lnTo>
                    <a:pt x="2550279" y="649626"/>
                  </a:lnTo>
                  <a:lnTo>
                    <a:pt x="2550260" y="649678"/>
                  </a:lnTo>
                  <a:lnTo>
                    <a:pt x="2550256" y="649742"/>
                  </a:lnTo>
                  <a:lnTo>
                    <a:pt x="2550290" y="649837"/>
                  </a:lnTo>
                  <a:lnTo>
                    <a:pt x="2550337" y="650059"/>
                  </a:lnTo>
                  <a:lnTo>
                    <a:pt x="2550369" y="650267"/>
                  </a:lnTo>
                  <a:lnTo>
                    <a:pt x="2550368" y="650305"/>
                  </a:lnTo>
                  <a:lnTo>
                    <a:pt x="2550351" y="650364"/>
                  </a:lnTo>
                  <a:lnTo>
                    <a:pt x="2550307" y="650431"/>
                  </a:lnTo>
                  <a:lnTo>
                    <a:pt x="2550266" y="650460"/>
                  </a:lnTo>
                  <a:lnTo>
                    <a:pt x="2550006" y="650497"/>
                  </a:lnTo>
                  <a:lnTo>
                    <a:pt x="2549924" y="650509"/>
                  </a:lnTo>
                  <a:lnTo>
                    <a:pt x="2549804" y="650488"/>
                  </a:lnTo>
                  <a:lnTo>
                    <a:pt x="2549713" y="650451"/>
                  </a:lnTo>
                  <a:lnTo>
                    <a:pt x="2549460" y="650348"/>
                  </a:lnTo>
                  <a:lnTo>
                    <a:pt x="2549379" y="650307"/>
                  </a:lnTo>
                  <a:lnTo>
                    <a:pt x="2549265" y="650249"/>
                  </a:lnTo>
                  <a:lnTo>
                    <a:pt x="2549253" y="650209"/>
                  </a:lnTo>
                  <a:lnTo>
                    <a:pt x="2549139" y="650143"/>
                  </a:lnTo>
                  <a:lnTo>
                    <a:pt x="2549009" y="650076"/>
                  </a:lnTo>
                  <a:lnTo>
                    <a:pt x="2548873" y="650027"/>
                  </a:lnTo>
                  <a:lnTo>
                    <a:pt x="2548771" y="650015"/>
                  </a:lnTo>
                  <a:lnTo>
                    <a:pt x="2548460" y="649873"/>
                  </a:lnTo>
                  <a:lnTo>
                    <a:pt x="2548326" y="649807"/>
                  </a:lnTo>
                  <a:lnTo>
                    <a:pt x="2548190" y="649740"/>
                  </a:lnTo>
                  <a:lnTo>
                    <a:pt x="2548001" y="649643"/>
                  </a:lnTo>
                  <a:lnTo>
                    <a:pt x="2547691" y="649544"/>
                  </a:lnTo>
                  <a:lnTo>
                    <a:pt x="2547561" y="649475"/>
                  </a:lnTo>
                  <a:lnTo>
                    <a:pt x="2547410" y="649375"/>
                  </a:lnTo>
                  <a:lnTo>
                    <a:pt x="2547370" y="649355"/>
                  </a:lnTo>
                  <a:lnTo>
                    <a:pt x="2547289" y="649315"/>
                  </a:lnTo>
                  <a:lnTo>
                    <a:pt x="2547172" y="649269"/>
                  </a:lnTo>
                  <a:lnTo>
                    <a:pt x="2547094" y="649268"/>
                  </a:lnTo>
                  <a:lnTo>
                    <a:pt x="2547006" y="649284"/>
                  </a:lnTo>
                  <a:lnTo>
                    <a:pt x="2546870" y="649328"/>
                  </a:lnTo>
                  <a:lnTo>
                    <a:pt x="2546692" y="649404"/>
                  </a:lnTo>
                  <a:lnTo>
                    <a:pt x="2546586" y="649454"/>
                  </a:lnTo>
                  <a:lnTo>
                    <a:pt x="2546544" y="649499"/>
                  </a:lnTo>
                  <a:lnTo>
                    <a:pt x="2546463" y="649626"/>
                  </a:lnTo>
                  <a:lnTo>
                    <a:pt x="2546389" y="649670"/>
                  </a:lnTo>
                  <a:lnTo>
                    <a:pt x="2546307" y="649676"/>
                  </a:lnTo>
                  <a:lnTo>
                    <a:pt x="2546205" y="649675"/>
                  </a:lnTo>
                  <a:lnTo>
                    <a:pt x="2545700" y="649650"/>
                  </a:lnTo>
                  <a:lnTo>
                    <a:pt x="2545644" y="649632"/>
                  </a:lnTo>
                  <a:lnTo>
                    <a:pt x="2545467" y="649559"/>
                  </a:lnTo>
                  <a:lnTo>
                    <a:pt x="2545374" y="649512"/>
                  </a:lnTo>
                  <a:lnTo>
                    <a:pt x="2545301" y="649458"/>
                  </a:lnTo>
                  <a:lnTo>
                    <a:pt x="2545238" y="649384"/>
                  </a:lnTo>
                  <a:lnTo>
                    <a:pt x="2545188" y="649291"/>
                  </a:lnTo>
                  <a:lnTo>
                    <a:pt x="2545163" y="649217"/>
                  </a:lnTo>
                  <a:lnTo>
                    <a:pt x="2545168" y="649173"/>
                  </a:lnTo>
                  <a:lnTo>
                    <a:pt x="2545201" y="649126"/>
                  </a:lnTo>
                  <a:lnTo>
                    <a:pt x="2545255" y="649080"/>
                  </a:lnTo>
                  <a:lnTo>
                    <a:pt x="2545301" y="649063"/>
                  </a:lnTo>
                  <a:lnTo>
                    <a:pt x="2545931" y="648872"/>
                  </a:lnTo>
                  <a:lnTo>
                    <a:pt x="2546049" y="648864"/>
                  </a:lnTo>
                  <a:lnTo>
                    <a:pt x="2546139" y="648867"/>
                  </a:lnTo>
                  <a:lnTo>
                    <a:pt x="2546257" y="648866"/>
                  </a:lnTo>
                  <a:lnTo>
                    <a:pt x="2546349" y="648840"/>
                  </a:lnTo>
                  <a:lnTo>
                    <a:pt x="2546410" y="648811"/>
                  </a:lnTo>
                  <a:lnTo>
                    <a:pt x="2546500" y="648729"/>
                  </a:lnTo>
                  <a:lnTo>
                    <a:pt x="2546734" y="648510"/>
                  </a:lnTo>
                  <a:lnTo>
                    <a:pt x="2546782" y="648460"/>
                  </a:lnTo>
                  <a:lnTo>
                    <a:pt x="2546829" y="648349"/>
                  </a:lnTo>
                  <a:lnTo>
                    <a:pt x="2546836" y="648319"/>
                  </a:lnTo>
                  <a:lnTo>
                    <a:pt x="2546836" y="648289"/>
                  </a:lnTo>
                  <a:lnTo>
                    <a:pt x="2546833" y="648262"/>
                  </a:lnTo>
                  <a:lnTo>
                    <a:pt x="2546759" y="648030"/>
                  </a:lnTo>
                  <a:lnTo>
                    <a:pt x="2546731" y="647963"/>
                  </a:lnTo>
                  <a:lnTo>
                    <a:pt x="2546691" y="647907"/>
                  </a:lnTo>
                  <a:lnTo>
                    <a:pt x="2546651" y="647856"/>
                  </a:lnTo>
                  <a:lnTo>
                    <a:pt x="2546607" y="647816"/>
                  </a:lnTo>
                  <a:lnTo>
                    <a:pt x="2546535" y="647778"/>
                  </a:lnTo>
                  <a:lnTo>
                    <a:pt x="2546464" y="647749"/>
                  </a:lnTo>
                  <a:lnTo>
                    <a:pt x="2546407" y="647737"/>
                  </a:lnTo>
                  <a:lnTo>
                    <a:pt x="2546350" y="647724"/>
                  </a:lnTo>
                  <a:lnTo>
                    <a:pt x="2546282" y="647717"/>
                  </a:lnTo>
                  <a:lnTo>
                    <a:pt x="2546256" y="647717"/>
                  </a:lnTo>
                  <a:lnTo>
                    <a:pt x="2546194" y="647717"/>
                  </a:lnTo>
                  <a:lnTo>
                    <a:pt x="2546116" y="647723"/>
                  </a:lnTo>
                  <a:lnTo>
                    <a:pt x="2545930" y="647746"/>
                  </a:lnTo>
                  <a:lnTo>
                    <a:pt x="2545821" y="647769"/>
                  </a:lnTo>
                  <a:lnTo>
                    <a:pt x="2545779" y="647795"/>
                  </a:lnTo>
                  <a:lnTo>
                    <a:pt x="2545727" y="647836"/>
                  </a:lnTo>
                  <a:lnTo>
                    <a:pt x="2545654" y="647898"/>
                  </a:lnTo>
                  <a:lnTo>
                    <a:pt x="2545519" y="648052"/>
                  </a:lnTo>
                  <a:lnTo>
                    <a:pt x="2545059" y="648443"/>
                  </a:lnTo>
                  <a:lnTo>
                    <a:pt x="2545024" y="648469"/>
                  </a:lnTo>
                  <a:lnTo>
                    <a:pt x="2544944" y="648503"/>
                  </a:lnTo>
                  <a:lnTo>
                    <a:pt x="2544869" y="648521"/>
                  </a:lnTo>
                  <a:lnTo>
                    <a:pt x="2544792" y="648496"/>
                  </a:lnTo>
                  <a:lnTo>
                    <a:pt x="2544740" y="648473"/>
                  </a:lnTo>
                  <a:lnTo>
                    <a:pt x="2544685" y="648436"/>
                  </a:lnTo>
                  <a:lnTo>
                    <a:pt x="2544650" y="648393"/>
                  </a:lnTo>
                  <a:lnTo>
                    <a:pt x="2544639" y="648376"/>
                  </a:lnTo>
                  <a:lnTo>
                    <a:pt x="2544584" y="648299"/>
                  </a:lnTo>
                  <a:lnTo>
                    <a:pt x="2544520" y="648237"/>
                  </a:lnTo>
                  <a:lnTo>
                    <a:pt x="2544414" y="648147"/>
                  </a:lnTo>
                  <a:lnTo>
                    <a:pt x="2544365" y="648122"/>
                  </a:lnTo>
                  <a:lnTo>
                    <a:pt x="2544320" y="648111"/>
                  </a:lnTo>
                  <a:lnTo>
                    <a:pt x="2544294" y="648095"/>
                  </a:lnTo>
                  <a:lnTo>
                    <a:pt x="2544259" y="648048"/>
                  </a:lnTo>
                  <a:lnTo>
                    <a:pt x="2544247" y="648004"/>
                  </a:lnTo>
                  <a:lnTo>
                    <a:pt x="2544250" y="647972"/>
                  </a:lnTo>
                  <a:lnTo>
                    <a:pt x="2544268" y="647941"/>
                  </a:lnTo>
                  <a:lnTo>
                    <a:pt x="2544361" y="647806"/>
                  </a:lnTo>
                  <a:lnTo>
                    <a:pt x="2544415" y="647745"/>
                  </a:lnTo>
                  <a:lnTo>
                    <a:pt x="2544510" y="647664"/>
                  </a:lnTo>
                  <a:lnTo>
                    <a:pt x="2544585" y="647471"/>
                  </a:lnTo>
                  <a:lnTo>
                    <a:pt x="2544594" y="647417"/>
                  </a:lnTo>
                  <a:lnTo>
                    <a:pt x="2544591" y="647380"/>
                  </a:lnTo>
                  <a:lnTo>
                    <a:pt x="2544584" y="647359"/>
                  </a:lnTo>
                  <a:lnTo>
                    <a:pt x="2544564" y="647337"/>
                  </a:lnTo>
                  <a:lnTo>
                    <a:pt x="2544518" y="647309"/>
                  </a:lnTo>
                  <a:lnTo>
                    <a:pt x="2544384" y="647238"/>
                  </a:lnTo>
                  <a:lnTo>
                    <a:pt x="2544347" y="647224"/>
                  </a:lnTo>
                  <a:lnTo>
                    <a:pt x="2544290" y="647216"/>
                  </a:lnTo>
                  <a:lnTo>
                    <a:pt x="2544222" y="647213"/>
                  </a:lnTo>
                  <a:lnTo>
                    <a:pt x="2544138" y="647219"/>
                  </a:lnTo>
                  <a:lnTo>
                    <a:pt x="2544125" y="647220"/>
                  </a:lnTo>
                  <a:lnTo>
                    <a:pt x="2544062" y="647231"/>
                  </a:lnTo>
                  <a:lnTo>
                    <a:pt x="2544010" y="647246"/>
                  </a:lnTo>
                  <a:lnTo>
                    <a:pt x="2543967" y="647266"/>
                  </a:lnTo>
                  <a:lnTo>
                    <a:pt x="2543823" y="647353"/>
                  </a:lnTo>
                  <a:lnTo>
                    <a:pt x="2543805" y="647363"/>
                  </a:lnTo>
                  <a:lnTo>
                    <a:pt x="2543713" y="647412"/>
                  </a:lnTo>
                  <a:lnTo>
                    <a:pt x="2543659" y="647437"/>
                  </a:lnTo>
                  <a:lnTo>
                    <a:pt x="2543634" y="647438"/>
                  </a:lnTo>
                  <a:lnTo>
                    <a:pt x="2543477" y="647445"/>
                  </a:lnTo>
                  <a:lnTo>
                    <a:pt x="2543416" y="647446"/>
                  </a:lnTo>
                  <a:lnTo>
                    <a:pt x="2543376" y="647439"/>
                  </a:lnTo>
                  <a:lnTo>
                    <a:pt x="2543342" y="647415"/>
                  </a:lnTo>
                  <a:lnTo>
                    <a:pt x="2543283" y="647349"/>
                  </a:lnTo>
                  <a:lnTo>
                    <a:pt x="2543249" y="647310"/>
                  </a:lnTo>
                  <a:lnTo>
                    <a:pt x="2543225" y="647267"/>
                  </a:lnTo>
                  <a:lnTo>
                    <a:pt x="2543208" y="647215"/>
                  </a:lnTo>
                  <a:lnTo>
                    <a:pt x="2543194" y="647166"/>
                  </a:lnTo>
                  <a:lnTo>
                    <a:pt x="2543197" y="647140"/>
                  </a:lnTo>
                  <a:lnTo>
                    <a:pt x="2543225" y="647086"/>
                  </a:lnTo>
                  <a:lnTo>
                    <a:pt x="2543252" y="647038"/>
                  </a:lnTo>
                  <a:lnTo>
                    <a:pt x="2543287" y="646980"/>
                  </a:lnTo>
                  <a:lnTo>
                    <a:pt x="2543302" y="646954"/>
                  </a:lnTo>
                  <a:lnTo>
                    <a:pt x="2543332" y="646898"/>
                  </a:lnTo>
                  <a:lnTo>
                    <a:pt x="2543354" y="646850"/>
                  </a:lnTo>
                  <a:lnTo>
                    <a:pt x="2543355" y="646827"/>
                  </a:lnTo>
                  <a:lnTo>
                    <a:pt x="2543346" y="646783"/>
                  </a:lnTo>
                  <a:lnTo>
                    <a:pt x="2543331" y="646747"/>
                  </a:lnTo>
                  <a:lnTo>
                    <a:pt x="2543305" y="646714"/>
                  </a:lnTo>
                  <a:lnTo>
                    <a:pt x="2543249" y="646693"/>
                  </a:lnTo>
                  <a:lnTo>
                    <a:pt x="2543066" y="646650"/>
                  </a:lnTo>
                  <a:lnTo>
                    <a:pt x="2542987" y="646642"/>
                  </a:lnTo>
                  <a:lnTo>
                    <a:pt x="2542903" y="646654"/>
                  </a:lnTo>
                  <a:lnTo>
                    <a:pt x="2542826" y="646668"/>
                  </a:lnTo>
                  <a:lnTo>
                    <a:pt x="2542749" y="646696"/>
                  </a:lnTo>
                  <a:lnTo>
                    <a:pt x="2542717" y="646721"/>
                  </a:lnTo>
                  <a:lnTo>
                    <a:pt x="2542700" y="646755"/>
                  </a:lnTo>
                  <a:lnTo>
                    <a:pt x="2542683" y="646803"/>
                  </a:lnTo>
                  <a:lnTo>
                    <a:pt x="2542641" y="646888"/>
                  </a:lnTo>
                  <a:lnTo>
                    <a:pt x="2542589" y="646964"/>
                  </a:lnTo>
                  <a:lnTo>
                    <a:pt x="2542552" y="646998"/>
                  </a:lnTo>
                  <a:lnTo>
                    <a:pt x="2542488" y="647026"/>
                  </a:lnTo>
                  <a:lnTo>
                    <a:pt x="2542406" y="647061"/>
                  </a:lnTo>
                  <a:lnTo>
                    <a:pt x="2542289" y="647098"/>
                  </a:lnTo>
                  <a:lnTo>
                    <a:pt x="2542078" y="647133"/>
                  </a:lnTo>
                  <a:lnTo>
                    <a:pt x="2541791" y="647081"/>
                  </a:lnTo>
                  <a:lnTo>
                    <a:pt x="2541698" y="647062"/>
                  </a:lnTo>
                  <a:lnTo>
                    <a:pt x="2541648" y="647037"/>
                  </a:lnTo>
                  <a:lnTo>
                    <a:pt x="2541597" y="647000"/>
                  </a:lnTo>
                  <a:lnTo>
                    <a:pt x="2541558" y="646943"/>
                  </a:lnTo>
                  <a:lnTo>
                    <a:pt x="2541522" y="646845"/>
                  </a:lnTo>
                  <a:lnTo>
                    <a:pt x="2541485" y="646747"/>
                  </a:lnTo>
                  <a:lnTo>
                    <a:pt x="2541461" y="646673"/>
                  </a:lnTo>
                  <a:lnTo>
                    <a:pt x="2541452" y="646639"/>
                  </a:lnTo>
                  <a:lnTo>
                    <a:pt x="2541451" y="646596"/>
                  </a:lnTo>
                  <a:lnTo>
                    <a:pt x="2541458" y="646564"/>
                  </a:lnTo>
                  <a:lnTo>
                    <a:pt x="2541441" y="646404"/>
                  </a:lnTo>
                  <a:lnTo>
                    <a:pt x="2541429" y="646354"/>
                  </a:lnTo>
                  <a:lnTo>
                    <a:pt x="2541421" y="646326"/>
                  </a:lnTo>
                  <a:lnTo>
                    <a:pt x="2541346" y="646266"/>
                  </a:lnTo>
                  <a:lnTo>
                    <a:pt x="2541283" y="646251"/>
                  </a:lnTo>
                  <a:lnTo>
                    <a:pt x="2541204" y="646237"/>
                  </a:lnTo>
                  <a:lnTo>
                    <a:pt x="2541135" y="646228"/>
                  </a:lnTo>
                  <a:lnTo>
                    <a:pt x="2541082" y="646231"/>
                  </a:lnTo>
                  <a:lnTo>
                    <a:pt x="2541001" y="646238"/>
                  </a:lnTo>
                  <a:lnTo>
                    <a:pt x="2540946" y="646252"/>
                  </a:lnTo>
                  <a:lnTo>
                    <a:pt x="2540875" y="646283"/>
                  </a:lnTo>
                  <a:lnTo>
                    <a:pt x="2540823" y="646313"/>
                  </a:lnTo>
                  <a:lnTo>
                    <a:pt x="2540785" y="646352"/>
                  </a:lnTo>
                  <a:lnTo>
                    <a:pt x="2540775" y="646388"/>
                  </a:lnTo>
                  <a:lnTo>
                    <a:pt x="2540761" y="646454"/>
                  </a:lnTo>
                  <a:lnTo>
                    <a:pt x="2540747" y="646490"/>
                  </a:lnTo>
                  <a:lnTo>
                    <a:pt x="2540721" y="646517"/>
                  </a:lnTo>
                  <a:lnTo>
                    <a:pt x="2540646" y="646565"/>
                  </a:lnTo>
                  <a:lnTo>
                    <a:pt x="2540468" y="646705"/>
                  </a:lnTo>
                  <a:lnTo>
                    <a:pt x="2540361" y="646817"/>
                  </a:lnTo>
                  <a:lnTo>
                    <a:pt x="2540309" y="646875"/>
                  </a:lnTo>
                  <a:lnTo>
                    <a:pt x="2540305" y="646889"/>
                  </a:lnTo>
                  <a:lnTo>
                    <a:pt x="2540302" y="646900"/>
                  </a:lnTo>
                  <a:lnTo>
                    <a:pt x="2540260" y="646966"/>
                  </a:lnTo>
                  <a:lnTo>
                    <a:pt x="2540182" y="647048"/>
                  </a:lnTo>
                  <a:lnTo>
                    <a:pt x="2540145" y="647075"/>
                  </a:lnTo>
                  <a:lnTo>
                    <a:pt x="2540111" y="647083"/>
                  </a:lnTo>
                  <a:lnTo>
                    <a:pt x="2540073" y="647073"/>
                  </a:lnTo>
                  <a:lnTo>
                    <a:pt x="2539904" y="646971"/>
                  </a:lnTo>
                  <a:lnTo>
                    <a:pt x="2539875" y="646952"/>
                  </a:lnTo>
                  <a:lnTo>
                    <a:pt x="2539846" y="646913"/>
                  </a:lnTo>
                  <a:lnTo>
                    <a:pt x="2539819" y="646868"/>
                  </a:lnTo>
                  <a:lnTo>
                    <a:pt x="2539810" y="646832"/>
                  </a:lnTo>
                  <a:lnTo>
                    <a:pt x="2539817" y="646798"/>
                  </a:lnTo>
                  <a:lnTo>
                    <a:pt x="2539856" y="646748"/>
                  </a:lnTo>
                  <a:lnTo>
                    <a:pt x="2539942" y="646655"/>
                  </a:lnTo>
                  <a:lnTo>
                    <a:pt x="2539990" y="646611"/>
                  </a:lnTo>
                  <a:lnTo>
                    <a:pt x="2540006" y="646571"/>
                  </a:lnTo>
                  <a:lnTo>
                    <a:pt x="2540033" y="646410"/>
                  </a:lnTo>
                  <a:lnTo>
                    <a:pt x="2540034" y="646375"/>
                  </a:lnTo>
                  <a:lnTo>
                    <a:pt x="2540023" y="646345"/>
                  </a:lnTo>
                  <a:lnTo>
                    <a:pt x="2539990" y="646310"/>
                  </a:lnTo>
                  <a:lnTo>
                    <a:pt x="2539944" y="646285"/>
                  </a:lnTo>
                  <a:lnTo>
                    <a:pt x="2539874" y="646259"/>
                  </a:lnTo>
                  <a:lnTo>
                    <a:pt x="2539765" y="646225"/>
                  </a:lnTo>
                  <a:lnTo>
                    <a:pt x="2539699" y="646223"/>
                  </a:lnTo>
                  <a:lnTo>
                    <a:pt x="2539661" y="646228"/>
                  </a:lnTo>
                  <a:lnTo>
                    <a:pt x="2539569" y="646293"/>
                  </a:lnTo>
                  <a:lnTo>
                    <a:pt x="2539528" y="646331"/>
                  </a:lnTo>
                  <a:lnTo>
                    <a:pt x="2539483" y="646355"/>
                  </a:lnTo>
                  <a:lnTo>
                    <a:pt x="2539450" y="646371"/>
                  </a:lnTo>
                  <a:lnTo>
                    <a:pt x="2539381" y="646371"/>
                  </a:lnTo>
                  <a:lnTo>
                    <a:pt x="2539319" y="646350"/>
                  </a:lnTo>
                  <a:lnTo>
                    <a:pt x="2539267" y="646349"/>
                  </a:lnTo>
                  <a:lnTo>
                    <a:pt x="2539242" y="646350"/>
                  </a:lnTo>
                  <a:lnTo>
                    <a:pt x="2539193" y="646352"/>
                  </a:lnTo>
                  <a:lnTo>
                    <a:pt x="2539097" y="646370"/>
                  </a:lnTo>
                  <a:lnTo>
                    <a:pt x="2538993" y="646396"/>
                  </a:lnTo>
                  <a:lnTo>
                    <a:pt x="2538862" y="646427"/>
                  </a:lnTo>
                  <a:lnTo>
                    <a:pt x="2538772" y="646440"/>
                  </a:lnTo>
                  <a:lnTo>
                    <a:pt x="2538690" y="646443"/>
                  </a:lnTo>
                  <a:lnTo>
                    <a:pt x="2538632" y="646440"/>
                  </a:lnTo>
                  <a:lnTo>
                    <a:pt x="2538571" y="646422"/>
                  </a:lnTo>
                  <a:lnTo>
                    <a:pt x="2538474" y="646374"/>
                  </a:lnTo>
                  <a:lnTo>
                    <a:pt x="2538372" y="646314"/>
                  </a:lnTo>
                  <a:lnTo>
                    <a:pt x="2538166" y="646131"/>
                  </a:lnTo>
                  <a:lnTo>
                    <a:pt x="2538090" y="646055"/>
                  </a:lnTo>
                  <a:lnTo>
                    <a:pt x="2538043" y="645993"/>
                  </a:lnTo>
                  <a:lnTo>
                    <a:pt x="2538017" y="645925"/>
                  </a:lnTo>
                  <a:lnTo>
                    <a:pt x="2538011" y="645877"/>
                  </a:lnTo>
                  <a:lnTo>
                    <a:pt x="2538025" y="645791"/>
                  </a:lnTo>
                  <a:lnTo>
                    <a:pt x="2538033" y="645742"/>
                  </a:lnTo>
                  <a:lnTo>
                    <a:pt x="2538061" y="645672"/>
                  </a:lnTo>
                  <a:lnTo>
                    <a:pt x="2538093" y="645609"/>
                  </a:lnTo>
                  <a:lnTo>
                    <a:pt x="2538141" y="645551"/>
                  </a:lnTo>
                  <a:lnTo>
                    <a:pt x="2538181" y="645526"/>
                  </a:lnTo>
                  <a:lnTo>
                    <a:pt x="2538218" y="645518"/>
                  </a:lnTo>
                  <a:lnTo>
                    <a:pt x="2538250" y="645522"/>
                  </a:lnTo>
                  <a:lnTo>
                    <a:pt x="2538425" y="645562"/>
                  </a:lnTo>
                  <a:lnTo>
                    <a:pt x="2538533" y="645599"/>
                  </a:lnTo>
                  <a:lnTo>
                    <a:pt x="2538592" y="645634"/>
                  </a:lnTo>
                  <a:lnTo>
                    <a:pt x="2538642" y="645667"/>
                  </a:lnTo>
                  <a:lnTo>
                    <a:pt x="2538698" y="645718"/>
                  </a:lnTo>
                  <a:lnTo>
                    <a:pt x="2538747" y="645760"/>
                  </a:lnTo>
                  <a:lnTo>
                    <a:pt x="2538800" y="645796"/>
                  </a:lnTo>
                  <a:lnTo>
                    <a:pt x="2538845" y="645814"/>
                  </a:lnTo>
                  <a:lnTo>
                    <a:pt x="2538897" y="645813"/>
                  </a:lnTo>
                  <a:lnTo>
                    <a:pt x="2538941" y="645797"/>
                  </a:lnTo>
                  <a:lnTo>
                    <a:pt x="2539003" y="645747"/>
                  </a:lnTo>
                  <a:lnTo>
                    <a:pt x="2539021" y="645686"/>
                  </a:lnTo>
                  <a:lnTo>
                    <a:pt x="2539021" y="645577"/>
                  </a:lnTo>
                  <a:lnTo>
                    <a:pt x="2539013" y="645551"/>
                  </a:lnTo>
                  <a:lnTo>
                    <a:pt x="2538953" y="645526"/>
                  </a:lnTo>
                  <a:lnTo>
                    <a:pt x="2538902" y="645490"/>
                  </a:lnTo>
                  <a:lnTo>
                    <a:pt x="2538862" y="645448"/>
                  </a:lnTo>
                  <a:lnTo>
                    <a:pt x="2538844" y="645420"/>
                  </a:lnTo>
                  <a:lnTo>
                    <a:pt x="2538821" y="645330"/>
                  </a:lnTo>
                  <a:lnTo>
                    <a:pt x="2538813" y="645279"/>
                  </a:lnTo>
                  <a:lnTo>
                    <a:pt x="2538819" y="645210"/>
                  </a:lnTo>
                  <a:lnTo>
                    <a:pt x="2538889" y="645150"/>
                  </a:lnTo>
                  <a:lnTo>
                    <a:pt x="2539161" y="644864"/>
                  </a:lnTo>
                  <a:lnTo>
                    <a:pt x="2539208" y="644803"/>
                  </a:lnTo>
                  <a:lnTo>
                    <a:pt x="2539257" y="644777"/>
                  </a:lnTo>
                  <a:lnTo>
                    <a:pt x="2539307" y="644765"/>
                  </a:lnTo>
                  <a:lnTo>
                    <a:pt x="2539594" y="644751"/>
                  </a:lnTo>
                  <a:lnTo>
                    <a:pt x="2539650" y="644748"/>
                  </a:lnTo>
                  <a:lnTo>
                    <a:pt x="2539707" y="644753"/>
                  </a:lnTo>
                  <a:lnTo>
                    <a:pt x="2539773" y="644774"/>
                  </a:lnTo>
                  <a:lnTo>
                    <a:pt x="2539843" y="644778"/>
                  </a:lnTo>
                  <a:lnTo>
                    <a:pt x="2539912" y="644761"/>
                  </a:lnTo>
                  <a:lnTo>
                    <a:pt x="2540005" y="644717"/>
                  </a:lnTo>
                  <a:lnTo>
                    <a:pt x="2540082" y="644668"/>
                  </a:lnTo>
                  <a:lnTo>
                    <a:pt x="2540111" y="644622"/>
                  </a:lnTo>
                  <a:lnTo>
                    <a:pt x="2540115" y="644552"/>
                  </a:lnTo>
                  <a:lnTo>
                    <a:pt x="2540086" y="644451"/>
                  </a:lnTo>
                  <a:lnTo>
                    <a:pt x="2540038" y="644289"/>
                  </a:lnTo>
                  <a:lnTo>
                    <a:pt x="2540010" y="644287"/>
                  </a:lnTo>
                  <a:lnTo>
                    <a:pt x="2539999" y="644267"/>
                  </a:lnTo>
                  <a:lnTo>
                    <a:pt x="2539969" y="644193"/>
                  </a:lnTo>
                  <a:lnTo>
                    <a:pt x="2539970" y="644146"/>
                  </a:lnTo>
                  <a:lnTo>
                    <a:pt x="2539976" y="644105"/>
                  </a:lnTo>
                  <a:lnTo>
                    <a:pt x="2539985" y="644062"/>
                  </a:lnTo>
                  <a:lnTo>
                    <a:pt x="2539994" y="644039"/>
                  </a:lnTo>
                  <a:lnTo>
                    <a:pt x="2540029" y="643994"/>
                  </a:lnTo>
                  <a:lnTo>
                    <a:pt x="2540061" y="643962"/>
                  </a:lnTo>
                  <a:lnTo>
                    <a:pt x="2540224" y="643835"/>
                  </a:lnTo>
                  <a:lnTo>
                    <a:pt x="2540273" y="643807"/>
                  </a:lnTo>
                  <a:lnTo>
                    <a:pt x="2540423" y="643735"/>
                  </a:lnTo>
                  <a:lnTo>
                    <a:pt x="2540480" y="643730"/>
                  </a:lnTo>
                  <a:lnTo>
                    <a:pt x="2540541" y="643733"/>
                  </a:lnTo>
                  <a:lnTo>
                    <a:pt x="2540604" y="643740"/>
                  </a:lnTo>
                  <a:lnTo>
                    <a:pt x="2540656" y="643748"/>
                  </a:lnTo>
                  <a:lnTo>
                    <a:pt x="2540795" y="643790"/>
                  </a:lnTo>
                  <a:lnTo>
                    <a:pt x="2541053" y="643820"/>
                  </a:lnTo>
                  <a:lnTo>
                    <a:pt x="2541348" y="643815"/>
                  </a:lnTo>
                  <a:lnTo>
                    <a:pt x="2541572" y="643804"/>
                  </a:lnTo>
                  <a:lnTo>
                    <a:pt x="2541817" y="643775"/>
                  </a:lnTo>
                  <a:lnTo>
                    <a:pt x="2541868" y="643762"/>
                  </a:lnTo>
                  <a:lnTo>
                    <a:pt x="2541916" y="643731"/>
                  </a:lnTo>
                  <a:lnTo>
                    <a:pt x="2541938" y="643699"/>
                  </a:lnTo>
                  <a:lnTo>
                    <a:pt x="2541941" y="643588"/>
                  </a:lnTo>
                  <a:lnTo>
                    <a:pt x="2541939" y="643510"/>
                  </a:lnTo>
                  <a:lnTo>
                    <a:pt x="2541932" y="643456"/>
                  </a:lnTo>
                  <a:lnTo>
                    <a:pt x="2541911" y="643382"/>
                  </a:lnTo>
                  <a:lnTo>
                    <a:pt x="2541871" y="643332"/>
                  </a:lnTo>
                  <a:lnTo>
                    <a:pt x="2541811" y="643270"/>
                  </a:lnTo>
                  <a:lnTo>
                    <a:pt x="2541760" y="643230"/>
                  </a:lnTo>
                  <a:lnTo>
                    <a:pt x="2541713" y="643194"/>
                  </a:lnTo>
                  <a:lnTo>
                    <a:pt x="2541692" y="643184"/>
                  </a:lnTo>
                  <a:lnTo>
                    <a:pt x="2541658" y="643167"/>
                  </a:lnTo>
                  <a:lnTo>
                    <a:pt x="2541608" y="643145"/>
                  </a:lnTo>
                  <a:lnTo>
                    <a:pt x="2541163" y="643109"/>
                  </a:lnTo>
                  <a:lnTo>
                    <a:pt x="2541118" y="643106"/>
                  </a:lnTo>
                  <a:lnTo>
                    <a:pt x="2541058" y="643110"/>
                  </a:lnTo>
                  <a:lnTo>
                    <a:pt x="2540708" y="643147"/>
                  </a:lnTo>
                  <a:lnTo>
                    <a:pt x="2540223" y="643193"/>
                  </a:lnTo>
                  <a:lnTo>
                    <a:pt x="2539753" y="643209"/>
                  </a:lnTo>
                  <a:lnTo>
                    <a:pt x="2539658" y="643207"/>
                  </a:lnTo>
                  <a:lnTo>
                    <a:pt x="2539628" y="643201"/>
                  </a:lnTo>
                  <a:lnTo>
                    <a:pt x="2539451" y="643164"/>
                  </a:lnTo>
                  <a:lnTo>
                    <a:pt x="2539388" y="643150"/>
                  </a:lnTo>
                  <a:lnTo>
                    <a:pt x="2539310" y="643117"/>
                  </a:lnTo>
                  <a:lnTo>
                    <a:pt x="2539254" y="643075"/>
                  </a:lnTo>
                  <a:lnTo>
                    <a:pt x="2539100" y="642941"/>
                  </a:lnTo>
                  <a:lnTo>
                    <a:pt x="2539062" y="642905"/>
                  </a:lnTo>
                  <a:lnTo>
                    <a:pt x="2538991" y="642785"/>
                  </a:lnTo>
                  <a:lnTo>
                    <a:pt x="2538979" y="642763"/>
                  </a:lnTo>
                  <a:lnTo>
                    <a:pt x="2538973" y="642712"/>
                  </a:lnTo>
                  <a:lnTo>
                    <a:pt x="2538991" y="642665"/>
                  </a:lnTo>
                  <a:lnTo>
                    <a:pt x="2539021" y="642613"/>
                  </a:lnTo>
                  <a:lnTo>
                    <a:pt x="2539058" y="642597"/>
                  </a:lnTo>
                  <a:lnTo>
                    <a:pt x="2539188" y="642531"/>
                  </a:lnTo>
                  <a:lnTo>
                    <a:pt x="2539255" y="642478"/>
                  </a:lnTo>
                  <a:lnTo>
                    <a:pt x="2539244" y="642406"/>
                  </a:lnTo>
                  <a:lnTo>
                    <a:pt x="2539168" y="642028"/>
                  </a:lnTo>
                  <a:lnTo>
                    <a:pt x="2539129" y="641912"/>
                  </a:lnTo>
                  <a:lnTo>
                    <a:pt x="2539111" y="641864"/>
                  </a:lnTo>
                  <a:lnTo>
                    <a:pt x="2539085" y="641829"/>
                  </a:lnTo>
                  <a:lnTo>
                    <a:pt x="2539034" y="641788"/>
                  </a:lnTo>
                  <a:lnTo>
                    <a:pt x="2538973" y="641757"/>
                  </a:lnTo>
                  <a:lnTo>
                    <a:pt x="2538933" y="641749"/>
                  </a:lnTo>
                  <a:lnTo>
                    <a:pt x="2538887" y="641755"/>
                  </a:lnTo>
                  <a:lnTo>
                    <a:pt x="2538789" y="641787"/>
                  </a:lnTo>
                  <a:lnTo>
                    <a:pt x="2538679" y="641846"/>
                  </a:lnTo>
                  <a:lnTo>
                    <a:pt x="2538577" y="641907"/>
                  </a:lnTo>
                  <a:lnTo>
                    <a:pt x="2538460" y="641977"/>
                  </a:lnTo>
                  <a:lnTo>
                    <a:pt x="2538403" y="641994"/>
                  </a:lnTo>
                  <a:lnTo>
                    <a:pt x="2538275" y="642016"/>
                  </a:lnTo>
                  <a:lnTo>
                    <a:pt x="2538158" y="642007"/>
                  </a:lnTo>
                  <a:lnTo>
                    <a:pt x="2538125" y="642004"/>
                  </a:lnTo>
                  <a:lnTo>
                    <a:pt x="2538070" y="641984"/>
                  </a:lnTo>
                  <a:lnTo>
                    <a:pt x="2538018" y="641945"/>
                  </a:lnTo>
                  <a:lnTo>
                    <a:pt x="2537944" y="641894"/>
                  </a:lnTo>
                  <a:lnTo>
                    <a:pt x="2537829" y="641846"/>
                  </a:lnTo>
                  <a:lnTo>
                    <a:pt x="2537788" y="641837"/>
                  </a:lnTo>
                  <a:lnTo>
                    <a:pt x="2537730" y="641845"/>
                  </a:lnTo>
                  <a:lnTo>
                    <a:pt x="2537698" y="641849"/>
                  </a:lnTo>
                  <a:lnTo>
                    <a:pt x="2537671" y="641847"/>
                  </a:lnTo>
                  <a:lnTo>
                    <a:pt x="2537620" y="641815"/>
                  </a:lnTo>
                  <a:lnTo>
                    <a:pt x="2537513" y="641677"/>
                  </a:lnTo>
                  <a:lnTo>
                    <a:pt x="2537502" y="641639"/>
                  </a:lnTo>
                  <a:lnTo>
                    <a:pt x="2537490" y="641574"/>
                  </a:lnTo>
                  <a:lnTo>
                    <a:pt x="2537491" y="641554"/>
                  </a:lnTo>
                  <a:lnTo>
                    <a:pt x="2537509" y="641538"/>
                  </a:lnTo>
                  <a:lnTo>
                    <a:pt x="2537558" y="641509"/>
                  </a:lnTo>
                  <a:lnTo>
                    <a:pt x="2537624" y="641485"/>
                  </a:lnTo>
                  <a:lnTo>
                    <a:pt x="2537805" y="641424"/>
                  </a:lnTo>
                  <a:lnTo>
                    <a:pt x="2537853" y="641418"/>
                  </a:lnTo>
                  <a:lnTo>
                    <a:pt x="2537907" y="641432"/>
                  </a:lnTo>
                  <a:lnTo>
                    <a:pt x="2537962" y="641433"/>
                  </a:lnTo>
                  <a:lnTo>
                    <a:pt x="2538002" y="641428"/>
                  </a:lnTo>
                  <a:lnTo>
                    <a:pt x="2538076" y="641395"/>
                  </a:lnTo>
                  <a:lnTo>
                    <a:pt x="2538130" y="641353"/>
                  </a:lnTo>
                  <a:lnTo>
                    <a:pt x="2538240" y="641235"/>
                  </a:lnTo>
                  <a:lnTo>
                    <a:pt x="2538275" y="641190"/>
                  </a:lnTo>
                  <a:lnTo>
                    <a:pt x="2538341" y="641087"/>
                  </a:lnTo>
                  <a:lnTo>
                    <a:pt x="2538369" y="641016"/>
                  </a:lnTo>
                  <a:lnTo>
                    <a:pt x="2538385" y="640930"/>
                  </a:lnTo>
                  <a:lnTo>
                    <a:pt x="2538383" y="640875"/>
                  </a:lnTo>
                  <a:lnTo>
                    <a:pt x="2538361" y="640813"/>
                  </a:lnTo>
                  <a:lnTo>
                    <a:pt x="2538336" y="640763"/>
                  </a:lnTo>
                  <a:lnTo>
                    <a:pt x="2538150" y="640636"/>
                  </a:lnTo>
                  <a:lnTo>
                    <a:pt x="2538066" y="640597"/>
                  </a:lnTo>
                  <a:lnTo>
                    <a:pt x="2537995" y="640588"/>
                  </a:lnTo>
                  <a:lnTo>
                    <a:pt x="2537760" y="640618"/>
                  </a:lnTo>
                  <a:lnTo>
                    <a:pt x="2537678" y="640650"/>
                  </a:lnTo>
                  <a:lnTo>
                    <a:pt x="2537629" y="640673"/>
                  </a:lnTo>
                  <a:lnTo>
                    <a:pt x="2537571" y="640730"/>
                  </a:lnTo>
                  <a:lnTo>
                    <a:pt x="2537513" y="640781"/>
                  </a:lnTo>
                  <a:lnTo>
                    <a:pt x="2537455" y="640797"/>
                  </a:lnTo>
                  <a:lnTo>
                    <a:pt x="2537401" y="640788"/>
                  </a:lnTo>
                  <a:lnTo>
                    <a:pt x="2537330" y="640764"/>
                  </a:lnTo>
                  <a:lnTo>
                    <a:pt x="2537234" y="640716"/>
                  </a:lnTo>
                  <a:lnTo>
                    <a:pt x="2537168" y="640677"/>
                  </a:lnTo>
                  <a:lnTo>
                    <a:pt x="2537103" y="640663"/>
                  </a:lnTo>
                  <a:lnTo>
                    <a:pt x="2537033" y="640679"/>
                  </a:lnTo>
                  <a:lnTo>
                    <a:pt x="2536938" y="640686"/>
                  </a:lnTo>
                  <a:lnTo>
                    <a:pt x="2536849" y="640648"/>
                  </a:lnTo>
                  <a:lnTo>
                    <a:pt x="2536777" y="640604"/>
                  </a:lnTo>
                  <a:lnTo>
                    <a:pt x="2536757" y="640534"/>
                  </a:lnTo>
                  <a:lnTo>
                    <a:pt x="2536760" y="640434"/>
                  </a:lnTo>
                  <a:lnTo>
                    <a:pt x="2536748" y="640364"/>
                  </a:lnTo>
                  <a:lnTo>
                    <a:pt x="2536720" y="640294"/>
                  </a:lnTo>
                  <a:lnTo>
                    <a:pt x="2536712" y="640276"/>
                  </a:lnTo>
                  <a:lnTo>
                    <a:pt x="2536637" y="640093"/>
                  </a:lnTo>
                  <a:lnTo>
                    <a:pt x="2536599" y="640021"/>
                  </a:lnTo>
                  <a:lnTo>
                    <a:pt x="2536424" y="639882"/>
                  </a:lnTo>
                  <a:lnTo>
                    <a:pt x="2536219" y="639787"/>
                  </a:lnTo>
                  <a:lnTo>
                    <a:pt x="2536084" y="639743"/>
                  </a:lnTo>
                  <a:lnTo>
                    <a:pt x="2535829" y="639662"/>
                  </a:lnTo>
                  <a:lnTo>
                    <a:pt x="2535740" y="639654"/>
                  </a:lnTo>
                  <a:lnTo>
                    <a:pt x="2535411" y="639543"/>
                  </a:lnTo>
                  <a:lnTo>
                    <a:pt x="2535312" y="639493"/>
                  </a:lnTo>
                  <a:lnTo>
                    <a:pt x="2535231" y="639448"/>
                  </a:lnTo>
                  <a:lnTo>
                    <a:pt x="2535173" y="639415"/>
                  </a:lnTo>
                  <a:lnTo>
                    <a:pt x="2534948" y="639232"/>
                  </a:lnTo>
                  <a:lnTo>
                    <a:pt x="2534901" y="639177"/>
                  </a:lnTo>
                  <a:lnTo>
                    <a:pt x="2534897" y="639109"/>
                  </a:lnTo>
                  <a:lnTo>
                    <a:pt x="2534916" y="639039"/>
                  </a:lnTo>
                  <a:lnTo>
                    <a:pt x="2534998" y="638923"/>
                  </a:lnTo>
                  <a:lnTo>
                    <a:pt x="2535125" y="638825"/>
                  </a:lnTo>
                  <a:lnTo>
                    <a:pt x="2535338" y="638616"/>
                  </a:lnTo>
                  <a:lnTo>
                    <a:pt x="2535394" y="638457"/>
                  </a:lnTo>
                  <a:lnTo>
                    <a:pt x="2535404" y="638342"/>
                  </a:lnTo>
                  <a:lnTo>
                    <a:pt x="2535440" y="638203"/>
                  </a:lnTo>
                  <a:lnTo>
                    <a:pt x="2535472" y="638147"/>
                  </a:lnTo>
                  <a:lnTo>
                    <a:pt x="2535503" y="638094"/>
                  </a:lnTo>
                  <a:lnTo>
                    <a:pt x="2535568" y="638053"/>
                  </a:lnTo>
                  <a:lnTo>
                    <a:pt x="2535671" y="638012"/>
                  </a:lnTo>
                  <a:lnTo>
                    <a:pt x="2535778" y="638029"/>
                  </a:lnTo>
                  <a:lnTo>
                    <a:pt x="2535826" y="638044"/>
                  </a:lnTo>
                  <a:lnTo>
                    <a:pt x="2535868" y="638058"/>
                  </a:lnTo>
                  <a:lnTo>
                    <a:pt x="2535925" y="638140"/>
                  </a:lnTo>
                  <a:lnTo>
                    <a:pt x="2536021" y="638243"/>
                  </a:lnTo>
                  <a:lnTo>
                    <a:pt x="2536185" y="638349"/>
                  </a:lnTo>
                  <a:lnTo>
                    <a:pt x="2536295" y="638360"/>
                  </a:lnTo>
                  <a:lnTo>
                    <a:pt x="2536407" y="638358"/>
                  </a:lnTo>
                  <a:lnTo>
                    <a:pt x="2536552" y="638336"/>
                  </a:lnTo>
                  <a:lnTo>
                    <a:pt x="2536673" y="638280"/>
                  </a:lnTo>
                  <a:lnTo>
                    <a:pt x="2536791" y="638209"/>
                  </a:lnTo>
                  <a:lnTo>
                    <a:pt x="2536863" y="638151"/>
                  </a:lnTo>
                  <a:lnTo>
                    <a:pt x="2536979" y="638021"/>
                  </a:lnTo>
                  <a:lnTo>
                    <a:pt x="2537066" y="637808"/>
                  </a:lnTo>
                  <a:lnTo>
                    <a:pt x="2537095" y="637722"/>
                  </a:lnTo>
                  <a:lnTo>
                    <a:pt x="2537115" y="637624"/>
                  </a:lnTo>
                  <a:lnTo>
                    <a:pt x="2537080" y="637556"/>
                  </a:lnTo>
                  <a:lnTo>
                    <a:pt x="2537021" y="637504"/>
                  </a:lnTo>
                  <a:lnTo>
                    <a:pt x="2536956" y="637493"/>
                  </a:lnTo>
                  <a:lnTo>
                    <a:pt x="2536788" y="637496"/>
                  </a:lnTo>
                  <a:lnTo>
                    <a:pt x="2536567" y="637538"/>
                  </a:lnTo>
                  <a:lnTo>
                    <a:pt x="2536401" y="637584"/>
                  </a:lnTo>
                  <a:lnTo>
                    <a:pt x="2536293" y="637621"/>
                  </a:lnTo>
                  <a:lnTo>
                    <a:pt x="2536164" y="637640"/>
                  </a:lnTo>
                  <a:lnTo>
                    <a:pt x="2536094" y="637636"/>
                  </a:lnTo>
                  <a:lnTo>
                    <a:pt x="2535985" y="637620"/>
                  </a:lnTo>
                  <a:lnTo>
                    <a:pt x="2535903" y="637590"/>
                  </a:lnTo>
                  <a:lnTo>
                    <a:pt x="2535841" y="637555"/>
                  </a:lnTo>
                  <a:lnTo>
                    <a:pt x="2535809" y="637492"/>
                  </a:lnTo>
                  <a:lnTo>
                    <a:pt x="2535750" y="637254"/>
                  </a:lnTo>
                  <a:lnTo>
                    <a:pt x="2535752" y="637167"/>
                  </a:lnTo>
                  <a:lnTo>
                    <a:pt x="2535799" y="637080"/>
                  </a:lnTo>
                  <a:lnTo>
                    <a:pt x="2535837" y="637018"/>
                  </a:lnTo>
                  <a:lnTo>
                    <a:pt x="2535847" y="636959"/>
                  </a:lnTo>
                  <a:lnTo>
                    <a:pt x="2535782" y="636720"/>
                  </a:lnTo>
                  <a:lnTo>
                    <a:pt x="2535752" y="636622"/>
                  </a:lnTo>
                  <a:lnTo>
                    <a:pt x="2535702" y="636573"/>
                  </a:lnTo>
                  <a:lnTo>
                    <a:pt x="2535636" y="636503"/>
                  </a:lnTo>
                  <a:lnTo>
                    <a:pt x="2535597" y="636408"/>
                  </a:lnTo>
                  <a:lnTo>
                    <a:pt x="2535579" y="636194"/>
                  </a:lnTo>
                  <a:lnTo>
                    <a:pt x="2535592" y="636124"/>
                  </a:lnTo>
                  <a:lnTo>
                    <a:pt x="2535649" y="636002"/>
                  </a:lnTo>
                  <a:lnTo>
                    <a:pt x="2535732" y="635892"/>
                  </a:lnTo>
                  <a:lnTo>
                    <a:pt x="2535751" y="635719"/>
                  </a:lnTo>
                  <a:lnTo>
                    <a:pt x="2535759" y="635469"/>
                  </a:lnTo>
                  <a:lnTo>
                    <a:pt x="2535708" y="635413"/>
                  </a:lnTo>
                  <a:lnTo>
                    <a:pt x="2535607" y="635367"/>
                  </a:lnTo>
                  <a:lnTo>
                    <a:pt x="2535542" y="635359"/>
                  </a:lnTo>
                  <a:lnTo>
                    <a:pt x="2535416" y="635364"/>
                  </a:lnTo>
                  <a:lnTo>
                    <a:pt x="2535298" y="635393"/>
                  </a:lnTo>
                  <a:lnTo>
                    <a:pt x="2535268" y="635415"/>
                  </a:lnTo>
                  <a:lnTo>
                    <a:pt x="2535237" y="635444"/>
                  </a:lnTo>
                  <a:lnTo>
                    <a:pt x="2535203" y="635458"/>
                  </a:lnTo>
                  <a:lnTo>
                    <a:pt x="2535083" y="635496"/>
                  </a:lnTo>
                  <a:lnTo>
                    <a:pt x="2535031" y="635503"/>
                  </a:lnTo>
                  <a:lnTo>
                    <a:pt x="2534630" y="635511"/>
                  </a:lnTo>
                  <a:lnTo>
                    <a:pt x="2534553" y="635511"/>
                  </a:lnTo>
                  <a:lnTo>
                    <a:pt x="2534072" y="635497"/>
                  </a:lnTo>
                  <a:lnTo>
                    <a:pt x="2533845" y="635403"/>
                  </a:lnTo>
                  <a:lnTo>
                    <a:pt x="2533538" y="635271"/>
                  </a:lnTo>
                  <a:lnTo>
                    <a:pt x="2533421" y="635131"/>
                  </a:lnTo>
                  <a:lnTo>
                    <a:pt x="2533451" y="635069"/>
                  </a:lnTo>
                  <a:lnTo>
                    <a:pt x="2533480" y="635021"/>
                  </a:lnTo>
                  <a:lnTo>
                    <a:pt x="2533516" y="634955"/>
                  </a:lnTo>
                  <a:lnTo>
                    <a:pt x="2533567" y="634861"/>
                  </a:lnTo>
                  <a:lnTo>
                    <a:pt x="2533599" y="634799"/>
                  </a:lnTo>
                  <a:lnTo>
                    <a:pt x="2533642" y="634660"/>
                  </a:lnTo>
                  <a:lnTo>
                    <a:pt x="2533656" y="634578"/>
                  </a:lnTo>
                  <a:lnTo>
                    <a:pt x="2533655" y="634522"/>
                  </a:lnTo>
                  <a:lnTo>
                    <a:pt x="2533644" y="634467"/>
                  </a:lnTo>
                  <a:lnTo>
                    <a:pt x="2533638" y="634432"/>
                  </a:lnTo>
                  <a:lnTo>
                    <a:pt x="2533602" y="634384"/>
                  </a:lnTo>
                  <a:lnTo>
                    <a:pt x="2533532" y="634365"/>
                  </a:lnTo>
                  <a:lnTo>
                    <a:pt x="2533462" y="634372"/>
                  </a:lnTo>
                  <a:lnTo>
                    <a:pt x="2533378" y="634384"/>
                  </a:lnTo>
                  <a:lnTo>
                    <a:pt x="2533287" y="634385"/>
                  </a:lnTo>
                  <a:lnTo>
                    <a:pt x="2533170" y="634371"/>
                  </a:lnTo>
                  <a:lnTo>
                    <a:pt x="2532665" y="634273"/>
                  </a:lnTo>
                  <a:lnTo>
                    <a:pt x="2532601" y="634259"/>
                  </a:lnTo>
                  <a:lnTo>
                    <a:pt x="2532552" y="634242"/>
                  </a:lnTo>
                  <a:lnTo>
                    <a:pt x="2532505" y="634216"/>
                  </a:lnTo>
                  <a:lnTo>
                    <a:pt x="2532458" y="634182"/>
                  </a:lnTo>
                  <a:lnTo>
                    <a:pt x="2532423" y="634155"/>
                  </a:lnTo>
                  <a:lnTo>
                    <a:pt x="2532402" y="634119"/>
                  </a:lnTo>
                  <a:lnTo>
                    <a:pt x="2532398" y="634098"/>
                  </a:lnTo>
                  <a:lnTo>
                    <a:pt x="2532388" y="634047"/>
                  </a:lnTo>
                  <a:lnTo>
                    <a:pt x="2532389" y="633991"/>
                  </a:lnTo>
                  <a:lnTo>
                    <a:pt x="2532379" y="633921"/>
                  </a:lnTo>
                  <a:lnTo>
                    <a:pt x="2532340" y="633836"/>
                  </a:lnTo>
                  <a:lnTo>
                    <a:pt x="2532296" y="633760"/>
                  </a:lnTo>
                  <a:lnTo>
                    <a:pt x="2532257" y="633699"/>
                  </a:lnTo>
                  <a:lnTo>
                    <a:pt x="2532213" y="633650"/>
                  </a:lnTo>
                  <a:lnTo>
                    <a:pt x="2532185" y="633628"/>
                  </a:lnTo>
                  <a:lnTo>
                    <a:pt x="2532154" y="633617"/>
                  </a:lnTo>
                  <a:lnTo>
                    <a:pt x="2532108" y="633616"/>
                  </a:lnTo>
                  <a:lnTo>
                    <a:pt x="2531825" y="633625"/>
                  </a:lnTo>
                  <a:lnTo>
                    <a:pt x="2531716" y="633642"/>
                  </a:lnTo>
                  <a:lnTo>
                    <a:pt x="2531440" y="633697"/>
                  </a:lnTo>
                  <a:lnTo>
                    <a:pt x="2531271" y="633715"/>
                  </a:lnTo>
                  <a:lnTo>
                    <a:pt x="2531159" y="633717"/>
                  </a:lnTo>
                  <a:lnTo>
                    <a:pt x="2531085" y="633722"/>
                  </a:lnTo>
                  <a:lnTo>
                    <a:pt x="2530990" y="633731"/>
                  </a:lnTo>
                  <a:lnTo>
                    <a:pt x="2530894" y="633742"/>
                  </a:lnTo>
                  <a:lnTo>
                    <a:pt x="2530840" y="633764"/>
                  </a:lnTo>
                  <a:lnTo>
                    <a:pt x="2530801" y="633792"/>
                  </a:lnTo>
                  <a:lnTo>
                    <a:pt x="2530761" y="633858"/>
                  </a:lnTo>
                  <a:lnTo>
                    <a:pt x="2530702" y="633878"/>
                  </a:lnTo>
                  <a:lnTo>
                    <a:pt x="2530567" y="633912"/>
                  </a:lnTo>
                  <a:lnTo>
                    <a:pt x="2530497" y="633923"/>
                  </a:lnTo>
                  <a:lnTo>
                    <a:pt x="2530487" y="633924"/>
                  </a:lnTo>
                  <a:lnTo>
                    <a:pt x="2530433" y="633924"/>
                  </a:lnTo>
                  <a:lnTo>
                    <a:pt x="2530384" y="633899"/>
                  </a:lnTo>
                  <a:lnTo>
                    <a:pt x="2530192" y="633789"/>
                  </a:lnTo>
                  <a:lnTo>
                    <a:pt x="2530117" y="633721"/>
                  </a:lnTo>
                  <a:lnTo>
                    <a:pt x="2530072" y="633657"/>
                  </a:lnTo>
                  <a:lnTo>
                    <a:pt x="2530055" y="633610"/>
                  </a:lnTo>
                  <a:lnTo>
                    <a:pt x="2530055" y="633582"/>
                  </a:lnTo>
                  <a:lnTo>
                    <a:pt x="2530054" y="633557"/>
                  </a:lnTo>
                  <a:lnTo>
                    <a:pt x="2530113" y="633180"/>
                  </a:lnTo>
                  <a:lnTo>
                    <a:pt x="2530128" y="633120"/>
                  </a:lnTo>
                  <a:lnTo>
                    <a:pt x="2530144" y="633087"/>
                  </a:lnTo>
                  <a:lnTo>
                    <a:pt x="2530188" y="633043"/>
                  </a:lnTo>
                  <a:lnTo>
                    <a:pt x="2530257" y="633006"/>
                  </a:lnTo>
                  <a:lnTo>
                    <a:pt x="2530317" y="632987"/>
                  </a:lnTo>
                  <a:lnTo>
                    <a:pt x="2530378" y="632984"/>
                  </a:lnTo>
                  <a:lnTo>
                    <a:pt x="2530448" y="632981"/>
                  </a:lnTo>
                  <a:lnTo>
                    <a:pt x="2530493" y="632983"/>
                  </a:lnTo>
                  <a:lnTo>
                    <a:pt x="2530518" y="632993"/>
                  </a:lnTo>
                  <a:lnTo>
                    <a:pt x="2530549" y="633016"/>
                  </a:lnTo>
                  <a:lnTo>
                    <a:pt x="2530588" y="633044"/>
                  </a:lnTo>
                  <a:lnTo>
                    <a:pt x="2530646" y="633054"/>
                  </a:lnTo>
                  <a:lnTo>
                    <a:pt x="2530685" y="633055"/>
                  </a:lnTo>
                  <a:lnTo>
                    <a:pt x="2530712" y="633048"/>
                  </a:lnTo>
                  <a:lnTo>
                    <a:pt x="2530806" y="632993"/>
                  </a:lnTo>
                  <a:lnTo>
                    <a:pt x="2530838" y="632973"/>
                  </a:lnTo>
                  <a:lnTo>
                    <a:pt x="2530864" y="632944"/>
                  </a:lnTo>
                  <a:lnTo>
                    <a:pt x="2530874" y="632917"/>
                  </a:lnTo>
                  <a:lnTo>
                    <a:pt x="2530934" y="632734"/>
                  </a:lnTo>
                  <a:lnTo>
                    <a:pt x="2530942" y="632690"/>
                  </a:lnTo>
                  <a:lnTo>
                    <a:pt x="2530958" y="632320"/>
                  </a:lnTo>
                  <a:lnTo>
                    <a:pt x="2530944" y="632223"/>
                  </a:lnTo>
                  <a:lnTo>
                    <a:pt x="2530923" y="632163"/>
                  </a:lnTo>
                  <a:lnTo>
                    <a:pt x="2530907" y="632118"/>
                  </a:lnTo>
                  <a:lnTo>
                    <a:pt x="2530876" y="632038"/>
                  </a:lnTo>
                  <a:lnTo>
                    <a:pt x="2530831" y="631976"/>
                  </a:lnTo>
                  <a:lnTo>
                    <a:pt x="2530787" y="631938"/>
                  </a:lnTo>
                  <a:lnTo>
                    <a:pt x="2530724" y="631891"/>
                  </a:lnTo>
                  <a:lnTo>
                    <a:pt x="2530619" y="631849"/>
                  </a:lnTo>
                  <a:lnTo>
                    <a:pt x="2530107" y="631716"/>
                  </a:lnTo>
                  <a:lnTo>
                    <a:pt x="2530002" y="631699"/>
                  </a:lnTo>
                  <a:lnTo>
                    <a:pt x="2529956" y="631698"/>
                  </a:lnTo>
                  <a:lnTo>
                    <a:pt x="2529911" y="631712"/>
                  </a:lnTo>
                  <a:lnTo>
                    <a:pt x="2529840" y="631741"/>
                  </a:lnTo>
                  <a:lnTo>
                    <a:pt x="2529797" y="631768"/>
                  </a:lnTo>
                  <a:lnTo>
                    <a:pt x="2529790" y="631831"/>
                  </a:lnTo>
                  <a:lnTo>
                    <a:pt x="2529777" y="631875"/>
                  </a:lnTo>
                  <a:lnTo>
                    <a:pt x="2529750" y="631924"/>
                  </a:lnTo>
                  <a:lnTo>
                    <a:pt x="2529705" y="631971"/>
                  </a:lnTo>
                  <a:lnTo>
                    <a:pt x="2529613" y="631998"/>
                  </a:lnTo>
                  <a:lnTo>
                    <a:pt x="2529496" y="632054"/>
                  </a:lnTo>
                  <a:lnTo>
                    <a:pt x="2529385" y="632127"/>
                  </a:lnTo>
                  <a:lnTo>
                    <a:pt x="2529348" y="632154"/>
                  </a:lnTo>
                  <a:lnTo>
                    <a:pt x="2529227" y="632250"/>
                  </a:lnTo>
                  <a:lnTo>
                    <a:pt x="2529057" y="632392"/>
                  </a:lnTo>
                  <a:lnTo>
                    <a:pt x="2528954" y="632474"/>
                  </a:lnTo>
                  <a:lnTo>
                    <a:pt x="2528887" y="632514"/>
                  </a:lnTo>
                  <a:lnTo>
                    <a:pt x="2528765" y="632579"/>
                  </a:lnTo>
                  <a:lnTo>
                    <a:pt x="2528489" y="632659"/>
                  </a:lnTo>
                  <a:lnTo>
                    <a:pt x="2528333" y="632695"/>
                  </a:lnTo>
                  <a:lnTo>
                    <a:pt x="2528204" y="632721"/>
                  </a:lnTo>
                  <a:lnTo>
                    <a:pt x="2528134" y="632729"/>
                  </a:lnTo>
                  <a:lnTo>
                    <a:pt x="2528058" y="632744"/>
                  </a:lnTo>
                  <a:lnTo>
                    <a:pt x="2527991" y="632772"/>
                  </a:lnTo>
                  <a:lnTo>
                    <a:pt x="2527915" y="632812"/>
                  </a:lnTo>
                  <a:lnTo>
                    <a:pt x="2527704" y="632952"/>
                  </a:lnTo>
                  <a:lnTo>
                    <a:pt x="2527605" y="633052"/>
                  </a:lnTo>
                  <a:lnTo>
                    <a:pt x="2527379" y="633295"/>
                  </a:lnTo>
                  <a:lnTo>
                    <a:pt x="2526928" y="633777"/>
                  </a:lnTo>
                  <a:lnTo>
                    <a:pt x="2526583" y="634287"/>
                  </a:lnTo>
                  <a:lnTo>
                    <a:pt x="2526542" y="634351"/>
                  </a:lnTo>
                  <a:lnTo>
                    <a:pt x="2526511" y="634403"/>
                  </a:lnTo>
                  <a:lnTo>
                    <a:pt x="2526492" y="634443"/>
                  </a:lnTo>
                  <a:lnTo>
                    <a:pt x="2526415" y="634660"/>
                  </a:lnTo>
                  <a:lnTo>
                    <a:pt x="2526365" y="634819"/>
                  </a:lnTo>
                  <a:lnTo>
                    <a:pt x="2526337" y="634972"/>
                  </a:lnTo>
                  <a:lnTo>
                    <a:pt x="2526326" y="635033"/>
                  </a:lnTo>
                  <a:lnTo>
                    <a:pt x="2526334" y="635139"/>
                  </a:lnTo>
                  <a:lnTo>
                    <a:pt x="2526317" y="635238"/>
                  </a:lnTo>
                  <a:lnTo>
                    <a:pt x="2526214" y="635485"/>
                  </a:lnTo>
                  <a:lnTo>
                    <a:pt x="2526161" y="635577"/>
                  </a:lnTo>
                  <a:lnTo>
                    <a:pt x="2526057" y="635728"/>
                  </a:lnTo>
                  <a:lnTo>
                    <a:pt x="2526041" y="635772"/>
                  </a:lnTo>
                  <a:lnTo>
                    <a:pt x="2526048" y="635827"/>
                  </a:lnTo>
                  <a:lnTo>
                    <a:pt x="2526050" y="635917"/>
                  </a:lnTo>
                  <a:lnTo>
                    <a:pt x="2526039" y="635998"/>
                  </a:lnTo>
                  <a:lnTo>
                    <a:pt x="2526007" y="636163"/>
                  </a:lnTo>
                  <a:lnTo>
                    <a:pt x="2525954" y="636312"/>
                  </a:lnTo>
                  <a:lnTo>
                    <a:pt x="2525901" y="636398"/>
                  </a:lnTo>
                  <a:lnTo>
                    <a:pt x="2525726" y="636522"/>
                  </a:lnTo>
                  <a:lnTo>
                    <a:pt x="2525678" y="636553"/>
                  </a:lnTo>
                  <a:lnTo>
                    <a:pt x="2525610" y="636580"/>
                  </a:lnTo>
                  <a:lnTo>
                    <a:pt x="2525494" y="636601"/>
                  </a:lnTo>
                  <a:lnTo>
                    <a:pt x="2525410" y="636596"/>
                  </a:lnTo>
                  <a:lnTo>
                    <a:pt x="2525309" y="636582"/>
                  </a:lnTo>
                  <a:lnTo>
                    <a:pt x="2525269" y="636569"/>
                  </a:lnTo>
                  <a:lnTo>
                    <a:pt x="2525230" y="636542"/>
                  </a:lnTo>
                  <a:lnTo>
                    <a:pt x="2525164" y="636461"/>
                  </a:lnTo>
                  <a:lnTo>
                    <a:pt x="2525098" y="636324"/>
                  </a:lnTo>
                  <a:lnTo>
                    <a:pt x="2525056" y="636184"/>
                  </a:lnTo>
                  <a:lnTo>
                    <a:pt x="2525024" y="636041"/>
                  </a:lnTo>
                  <a:lnTo>
                    <a:pt x="2524974" y="635820"/>
                  </a:lnTo>
                  <a:lnTo>
                    <a:pt x="2524954" y="635773"/>
                  </a:lnTo>
                  <a:lnTo>
                    <a:pt x="2524796" y="635419"/>
                  </a:lnTo>
                  <a:lnTo>
                    <a:pt x="2524756" y="635345"/>
                  </a:lnTo>
                  <a:lnTo>
                    <a:pt x="2524640" y="635245"/>
                  </a:lnTo>
                  <a:lnTo>
                    <a:pt x="2524505" y="635130"/>
                  </a:lnTo>
                  <a:lnTo>
                    <a:pt x="2524439" y="635087"/>
                  </a:lnTo>
                  <a:lnTo>
                    <a:pt x="2524375" y="635077"/>
                  </a:lnTo>
                  <a:lnTo>
                    <a:pt x="2524313" y="635078"/>
                  </a:lnTo>
                  <a:lnTo>
                    <a:pt x="2524238" y="635095"/>
                  </a:lnTo>
                  <a:lnTo>
                    <a:pt x="2524194" y="635126"/>
                  </a:lnTo>
                  <a:lnTo>
                    <a:pt x="2524147" y="635185"/>
                  </a:lnTo>
                  <a:lnTo>
                    <a:pt x="2523998" y="635411"/>
                  </a:lnTo>
                  <a:lnTo>
                    <a:pt x="2523813" y="635716"/>
                  </a:lnTo>
                  <a:lnTo>
                    <a:pt x="2523763" y="635805"/>
                  </a:lnTo>
                  <a:lnTo>
                    <a:pt x="2523752" y="635852"/>
                  </a:lnTo>
                  <a:lnTo>
                    <a:pt x="2523736" y="636050"/>
                  </a:lnTo>
                  <a:lnTo>
                    <a:pt x="2523742" y="636275"/>
                  </a:lnTo>
                  <a:lnTo>
                    <a:pt x="2523758" y="636460"/>
                  </a:lnTo>
                  <a:lnTo>
                    <a:pt x="2523762" y="636522"/>
                  </a:lnTo>
                  <a:lnTo>
                    <a:pt x="2523752" y="636584"/>
                  </a:lnTo>
                  <a:lnTo>
                    <a:pt x="2523691" y="636810"/>
                  </a:lnTo>
                  <a:lnTo>
                    <a:pt x="2523647" y="636938"/>
                  </a:lnTo>
                  <a:lnTo>
                    <a:pt x="2523621" y="636997"/>
                  </a:lnTo>
                  <a:lnTo>
                    <a:pt x="2523579" y="637021"/>
                  </a:lnTo>
                  <a:lnTo>
                    <a:pt x="2523564" y="637058"/>
                  </a:lnTo>
                  <a:lnTo>
                    <a:pt x="2523566" y="637101"/>
                  </a:lnTo>
                  <a:lnTo>
                    <a:pt x="2523577" y="637136"/>
                  </a:lnTo>
                  <a:lnTo>
                    <a:pt x="2523588" y="637172"/>
                  </a:lnTo>
                  <a:lnTo>
                    <a:pt x="2523623" y="637242"/>
                  </a:lnTo>
                  <a:lnTo>
                    <a:pt x="2523651" y="637282"/>
                  </a:lnTo>
                  <a:lnTo>
                    <a:pt x="2523666" y="637304"/>
                  </a:lnTo>
                  <a:lnTo>
                    <a:pt x="2523721" y="637346"/>
                  </a:lnTo>
                  <a:lnTo>
                    <a:pt x="2523829" y="637569"/>
                  </a:lnTo>
                  <a:lnTo>
                    <a:pt x="2523857" y="637673"/>
                  </a:lnTo>
                  <a:lnTo>
                    <a:pt x="2523876" y="637798"/>
                  </a:lnTo>
                  <a:lnTo>
                    <a:pt x="2523878" y="637864"/>
                  </a:lnTo>
                  <a:lnTo>
                    <a:pt x="2523857" y="637922"/>
                  </a:lnTo>
                  <a:lnTo>
                    <a:pt x="2523814" y="637983"/>
                  </a:lnTo>
                  <a:lnTo>
                    <a:pt x="2523750" y="638034"/>
                  </a:lnTo>
                  <a:lnTo>
                    <a:pt x="2523686" y="638067"/>
                  </a:lnTo>
                  <a:lnTo>
                    <a:pt x="2523574" y="638097"/>
                  </a:lnTo>
                  <a:lnTo>
                    <a:pt x="2523451" y="638115"/>
                  </a:lnTo>
                  <a:lnTo>
                    <a:pt x="2523353" y="638117"/>
                  </a:lnTo>
                  <a:lnTo>
                    <a:pt x="2523154" y="638098"/>
                  </a:lnTo>
                  <a:lnTo>
                    <a:pt x="2523065" y="638072"/>
                  </a:lnTo>
                  <a:lnTo>
                    <a:pt x="2522943" y="638019"/>
                  </a:lnTo>
                  <a:lnTo>
                    <a:pt x="2522901" y="637994"/>
                  </a:lnTo>
                  <a:lnTo>
                    <a:pt x="2522825" y="637949"/>
                  </a:lnTo>
                  <a:lnTo>
                    <a:pt x="2522719" y="637853"/>
                  </a:lnTo>
                  <a:lnTo>
                    <a:pt x="2522653" y="637754"/>
                  </a:lnTo>
                  <a:lnTo>
                    <a:pt x="2522603" y="637655"/>
                  </a:lnTo>
                  <a:lnTo>
                    <a:pt x="2522569" y="637551"/>
                  </a:lnTo>
                  <a:lnTo>
                    <a:pt x="2522560" y="637476"/>
                  </a:lnTo>
                  <a:lnTo>
                    <a:pt x="2522569" y="637436"/>
                  </a:lnTo>
                  <a:lnTo>
                    <a:pt x="2522584" y="637367"/>
                  </a:lnTo>
                  <a:lnTo>
                    <a:pt x="2522614" y="637283"/>
                  </a:lnTo>
                  <a:lnTo>
                    <a:pt x="2522624" y="637023"/>
                  </a:lnTo>
                  <a:lnTo>
                    <a:pt x="2522624" y="636950"/>
                  </a:lnTo>
                  <a:lnTo>
                    <a:pt x="2522602" y="636883"/>
                  </a:lnTo>
                  <a:lnTo>
                    <a:pt x="2522542" y="636822"/>
                  </a:lnTo>
                  <a:lnTo>
                    <a:pt x="2522416" y="636711"/>
                  </a:lnTo>
                  <a:lnTo>
                    <a:pt x="2522262" y="636597"/>
                  </a:lnTo>
                  <a:lnTo>
                    <a:pt x="2522116" y="636494"/>
                  </a:lnTo>
                  <a:lnTo>
                    <a:pt x="2521987" y="636403"/>
                  </a:lnTo>
                  <a:lnTo>
                    <a:pt x="2521760" y="636277"/>
                  </a:lnTo>
                  <a:lnTo>
                    <a:pt x="2521737" y="636308"/>
                  </a:lnTo>
                  <a:lnTo>
                    <a:pt x="2521620" y="636338"/>
                  </a:lnTo>
                  <a:lnTo>
                    <a:pt x="2521422" y="636243"/>
                  </a:lnTo>
                  <a:lnTo>
                    <a:pt x="2521115" y="636024"/>
                  </a:lnTo>
                  <a:lnTo>
                    <a:pt x="2520938" y="635885"/>
                  </a:lnTo>
                  <a:lnTo>
                    <a:pt x="2520637" y="635633"/>
                  </a:lnTo>
                  <a:lnTo>
                    <a:pt x="2520179" y="635345"/>
                  </a:lnTo>
                  <a:lnTo>
                    <a:pt x="2520077" y="635311"/>
                  </a:lnTo>
                  <a:lnTo>
                    <a:pt x="2519373" y="635127"/>
                  </a:lnTo>
                  <a:lnTo>
                    <a:pt x="2519161" y="635097"/>
                  </a:lnTo>
                  <a:lnTo>
                    <a:pt x="2519124" y="635103"/>
                  </a:lnTo>
                  <a:lnTo>
                    <a:pt x="2519023" y="635181"/>
                  </a:lnTo>
                  <a:lnTo>
                    <a:pt x="2519008" y="635200"/>
                  </a:lnTo>
                  <a:lnTo>
                    <a:pt x="2518799" y="635538"/>
                  </a:lnTo>
                  <a:lnTo>
                    <a:pt x="2518790" y="635615"/>
                  </a:lnTo>
                  <a:lnTo>
                    <a:pt x="2518795" y="635690"/>
                  </a:lnTo>
                  <a:lnTo>
                    <a:pt x="2518809" y="635769"/>
                  </a:lnTo>
                  <a:lnTo>
                    <a:pt x="2518853" y="635782"/>
                  </a:lnTo>
                  <a:lnTo>
                    <a:pt x="2518870" y="635770"/>
                  </a:lnTo>
                  <a:lnTo>
                    <a:pt x="2519030" y="635642"/>
                  </a:lnTo>
                  <a:lnTo>
                    <a:pt x="2519263" y="635696"/>
                  </a:lnTo>
                  <a:lnTo>
                    <a:pt x="2519346" y="635899"/>
                  </a:lnTo>
                  <a:lnTo>
                    <a:pt x="2519391" y="635947"/>
                  </a:lnTo>
                  <a:lnTo>
                    <a:pt x="2519589" y="636032"/>
                  </a:lnTo>
                  <a:lnTo>
                    <a:pt x="2519617" y="636037"/>
                  </a:lnTo>
                  <a:lnTo>
                    <a:pt x="2520106" y="636143"/>
                  </a:lnTo>
                  <a:lnTo>
                    <a:pt x="2520447" y="636217"/>
                  </a:lnTo>
                  <a:lnTo>
                    <a:pt x="2520653" y="636376"/>
                  </a:lnTo>
                  <a:lnTo>
                    <a:pt x="2520819" y="636579"/>
                  </a:lnTo>
                  <a:lnTo>
                    <a:pt x="2520907" y="636722"/>
                  </a:lnTo>
                  <a:lnTo>
                    <a:pt x="2520923" y="636790"/>
                  </a:lnTo>
                  <a:lnTo>
                    <a:pt x="2520811" y="637010"/>
                  </a:lnTo>
                  <a:lnTo>
                    <a:pt x="2520705" y="637169"/>
                  </a:lnTo>
                  <a:lnTo>
                    <a:pt x="2520581" y="637327"/>
                  </a:lnTo>
                  <a:lnTo>
                    <a:pt x="2520514" y="637410"/>
                  </a:lnTo>
                  <a:lnTo>
                    <a:pt x="2520470" y="637463"/>
                  </a:lnTo>
                  <a:lnTo>
                    <a:pt x="2520255" y="637631"/>
                  </a:lnTo>
                  <a:lnTo>
                    <a:pt x="2520060" y="637800"/>
                  </a:lnTo>
                  <a:lnTo>
                    <a:pt x="2519988" y="637884"/>
                  </a:lnTo>
                  <a:lnTo>
                    <a:pt x="2519620" y="638240"/>
                  </a:lnTo>
                  <a:lnTo>
                    <a:pt x="2519400" y="638369"/>
                  </a:lnTo>
                  <a:lnTo>
                    <a:pt x="2519111" y="638493"/>
                  </a:lnTo>
                  <a:lnTo>
                    <a:pt x="2518899" y="638602"/>
                  </a:lnTo>
                  <a:lnTo>
                    <a:pt x="2518766" y="638679"/>
                  </a:lnTo>
                  <a:lnTo>
                    <a:pt x="2518622" y="638788"/>
                  </a:lnTo>
                  <a:lnTo>
                    <a:pt x="2518614" y="638817"/>
                  </a:lnTo>
                  <a:lnTo>
                    <a:pt x="2518627" y="638846"/>
                  </a:lnTo>
                  <a:lnTo>
                    <a:pt x="2518647" y="638873"/>
                  </a:lnTo>
                  <a:lnTo>
                    <a:pt x="2518675" y="638856"/>
                  </a:lnTo>
                  <a:lnTo>
                    <a:pt x="2518686" y="638852"/>
                  </a:lnTo>
                  <a:lnTo>
                    <a:pt x="2518849" y="638844"/>
                  </a:lnTo>
                  <a:lnTo>
                    <a:pt x="2518877" y="638851"/>
                  </a:lnTo>
                  <a:lnTo>
                    <a:pt x="2518990" y="638931"/>
                  </a:lnTo>
                  <a:lnTo>
                    <a:pt x="2519100" y="639076"/>
                  </a:lnTo>
                  <a:lnTo>
                    <a:pt x="2519152" y="639427"/>
                  </a:lnTo>
                  <a:lnTo>
                    <a:pt x="2519075" y="639573"/>
                  </a:lnTo>
                  <a:lnTo>
                    <a:pt x="2518995" y="639627"/>
                  </a:lnTo>
                  <a:lnTo>
                    <a:pt x="2518752" y="639750"/>
                  </a:lnTo>
                  <a:lnTo>
                    <a:pt x="2518662" y="639753"/>
                  </a:lnTo>
                  <a:lnTo>
                    <a:pt x="2518593" y="639753"/>
                  </a:lnTo>
                  <a:lnTo>
                    <a:pt x="2518530" y="639751"/>
                  </a:lnTo>
                  <a:lnTo>
                    <a:pt x="2518251" y="639728"/>
                  </a:lnTo>
                  <a:lnTo>
                    <a:pt x="2517898" y="639628"/>
                  </a:lnTo>
                  <a:lnTo>
                    <a:pt x="2517848" y="639606"/>
                  </a:lnTo>
                  <a:lnTo>
                    <a:pt x="2517844" y="639601"/>
                  </a:lnTo>
                  <a:lnTo>
                    <a:pt x="2517719" y="639581"/>
                  </a:lnTo>
                  <a:lnTo>
                    <a:pt x="2517613" y="639626"/>
                  </a:lnTo>
                  <a:lnTo>
                    <a:pt x="2517574" y="639652"/>
                  </a:lnTo>
                  <a:lnTo>
                    <a:pt x="2517563" y="639666"/>
                  </a:lnTo>
                  <a:lnTo>
                    <a:pt x="2517499" y="639788"/>
                  </a:lnTo>
                  <a:lnTo>
                    <a:pt x="2517506" y="639905"/>
                  </a:lnTo>
                  <a:lnTo>
                    <a:pt x="2517488" y="639992"/>
                  </a:lnTo>
                  <a:lnTo>
                    <a:pt x="2517437" y="640120"/>
                  </a:lnTo>
                  <a:lnTo>
                    <a:pt x="2517374" y="640215"/>
                  </a:lnTo>
                  <a:lnTo>
                    <a:pt x="2517347" y="640236"/>
                  </a:lnTo>
                  <a:lnTo>
                    <a:pt x="2517180" y="640290"/>
                  </a:lnTo>
                  <a:lnTo>
                    <a:pt x="2517076" y="640300"/>
                  </a:lnTo>
                  <a:lnTo>
                    <a:pt x="2517044" y="640295"/>
                  </a:lnTo>
                  <a:lnTo>
                    <a:pt x="2516636" y="640230"/>
                  </a:lnTo>
                  <a:lnTo>
                    <a:pt x="2516467" y="640198"/>
                  </a:lnTo>
                  <a:lnTo>
                    <a:pt x="2516362" y="640166"/>
                  </a:lnTo>
                  <a:lnTo>
                    <a:pt x="2516267" y="640120"/>
                  </a:lnTo>
                  <a:lnTo>
                    <a:pt x="2516105" y="640030"/>
                  </a:lnTo>
                  <a:lnTo>
                    <a:pt x="2516000" y="639951"/>
                  </a:lnTo>
                  <a:lnTo>
                    <a:pt x="2515759" y="639668"/>
                  </a:lnTo>
                  <a:lnTo>
                    <a:pt x="2515721" y="639643"/>
                  </a:lnTo>
                  <a:lnTo>
                    <a:pt x="2515576" y="639568"/>
                  </a:lnTo>
                  <a:lnTo>
                    <a:pt x="2515456" y="639515"/>
                  </a:lnTo>
                  <a:lnTo>
                    <a:pt x="2515218" y="639477"/>
                  </a:lnTo>
                  <a:lnTo>
                    <a:pt x="2515200" y="639479"/>
                  </a:lnTo>
                  <a:lnTo>
                    <a:pt x="2515029" y="639619"/>
                  </a:lnTo>
                  <a:lnTo>
                    <a:pt x="2515020" y="639628"/>
                  </a:lnTo>
                  <a:lnTo>
                    <a:pt x="2514982" y="639720"/>
                  </a:lnTo>
                  <a:lnTo>
                    <a:pt x="2514949" y="639873"/>
                  </a:lnTo>
                  <a:lnTo>
                    <a:pt x="2514975" y="639982"/>
                  </a:lnTo>
                  <a:lnTo>
                    <a:pt x="2515047" y="640152"/>
                  </a:lnTo>
                  <a:lnTo>
                    <a:pt x="2515080" y="640211"/>
                  </a:lnTo>
                  <a:lnTo>
                    <a:pt x="2515137" y="640289"/>
                  </a:lnTo>
                  <a:lnTo>
                    <a:pt x="2515227" y="640394"/>
                  </a:lnTo>
                  <a:lnTo>
                    <a:pt x="2515283" y="640487"/>
                  </a:lnTo>
                  <a:lnTo>
                    <a:pt x="2515320" y="640569"/>
                  </a:lnTo>
                  <a:lnTo>
                    <a:pt x="2515335" y="640661"/>
                  </a:lnTo>
                  <a:lnTo>
                    <a:pt x="2515339" y="640706"/>
                  </a:lnTo>
                  <a:lnTo>
                    <a:pt x="2515308" y="640772"/>
                  </a:lnTo>
                  <a:lnTo>
                    <a:pt x="2515246" y="640851"/>
                  </a:lnTo>
                  <a:lnTo>
                    <a:pt x="2515131" y="640992"/>
                  </a:lnTo>
                  <a:lnTo>
                    <a:pt x="2515020" y="641090"/>
                  </a:lnTo>
                  <a:lnTo>
                    <a:pt x="2514950" y="641142"/>
                  </a:lnTo>
                  <a:lnTo>
                    <a:pt x="2514574" y="641363"/>
                  </a:lnTo>
                  <a:lnTo>
                    <a:pt x="2514488" y="641400"/>
                  </a:lnTo>
                  <a:lnTo>
                    <a:pt x="2514447" y="641423"/>
                  </a:lnTo>
                  <a:lnTo>
                    <a:pt x="2514358" y="641505"/>
                  </a:lnTo>
                  <a:lnTo>
                    <a:pt x="2514302" y="641593"/>
                  </a:lnTo>
                  <a:lnTo>
                    <a:pt x="2514270" y="641682"/>
                  </a:lnTo>
                  <a:lnTo>
                    <a:pt x="2514247" y="641823"/>
                  </a:lnTo>
                  <a:lnTo>
                    <a:pt x="2514250" y="641873"/>
                  </a:lnTo>
                  <a:lnTo>
                    <a:pt x="2514269" y="641932"/>
                  </a:lnTo>
                  <a:lnTo>
                    <a:pt x="2514320" y="642151"/>
                  </a:lnTo>
                  <a:lnTo>
                    <a:pt x="2514286" y="642216"/>
                  </a:lnTo>
                  <a:lnTo>
                    <a:pt x="2514165" y="642220"/>
                  </a:lnTo>
                  <a:lnTo>
                    <a:pt x="2513906" y="642317"/>
                  </a:lnTo>
                  <a:lnTo>
                    <a:pt x="2513702" y="642357"/>
                  </a:lnTo>
                  <a:lnTo>
                    <a:pt x="2513561" y="642343"/>
                  </a:lnTo>
                  <a:lnTo>
                    <a:pt x="2513471" y="642313"/>
                  </a:lnTo>
                  <a:lnTo>
                    <a:pt x="2513348" y="642300"/>
                  </a:lnTo>
                  <a:lnTo>
                    <a:pt x="2513225" y="642304"/>
                  </a:lnTo>
                  <a:lnTo>
                    <a:pt x="2513059" y="642316"/>
                  </a:lnTo>
                  <a:lnTo>
                    <a:pt x="2513015" y="642383"/>
                  </a:lnTo>
                  <a:lnTo>
                    <a:pt x="2512956" y="642505"/>
                  </a:lnTo>
                  <a:lnTo>
                    <a:pt x="2512948" y="642638"/>
                  </a:lnTo>
                  <a:lnTo>
                    <a:pt x="2513143" y="643196"/>
                  </a:lnTo>
                  <a:lnTo>
                    <a:pt x="2513217" y="643376"/>
                  </a:lnTo>
                  <a:lnTo>
                    <a:pt x="2513307" y="643591"/>
                  </a:lnTo>
                  <a:lnTo>
                    <a:pt x="2513332" y="643649"/>
                  </a:lnTo>
                  <a:lnTo>
                    <a:pt x="2513563" y="643934"/>
                  </a:lnTo>
                  <a:lnTo>
                    <a:pt x="2513599" y="643964"/>
                  </a:lnTo>
                  <a:lnTo>
                    <a:pt x="2513638" y="643978"/>
                  </a:lnTo>
                  <a:lnTo>
                    <a:pt x="2513680" y="644031"/>
                  </a:lnTo>
                  <a:lnTo>
                    <a:pt x="2513970" y="644454"/>
                  </a:lnTo>
                  <a:lnTo>
                    <a:pt x="2514028" y="644555"/>
                  </a:lnTo>
                  <a:lnTo>
                    <a:pt x="2514087" y="644654"/>
                  </a:lnTo>
                  <a:lnTo>
                    <a:pt x="2514113" y="644693"/>
                  </a:lnTo>
                  <a:lnTo>
                    <a:pt x="2514145" y="644712"/>
                  </a:lnTo>
                  <a:lnTo>
                    <a:pt x="2514223" y="644819"/>
                  </a:lnTo>
                  <a:lnTo>
                    <a:pt x="2514152" y="645144"/>
                  </a:lnTo>
                  <a:lnTo>
                    <a:pt x="2514065" y="645312"/>
                  </a:lnTo>
                  <a:lnTo>
                    <a:pt x="2514044" y="645379"/>
                  </a:lnTo>
                  <a:lnTo>
                    <a:pt x="2514024" y="645455"/>
                  </a:lnTo>
                  <a:lnTo>
                    <a:pt x="2514009" y="645620"/>
                  </a:lnTo>
                  <a:lnTo>
                    <a:pt x="2513942" y="645789"/>
                  </a:lnTo>
                  <a:lnTo>
                    <a:pt x="2513930" y="645815"/>
                  </a:lnTo>
                  <a:lnTo>
                    <a:pt x="2513760" y="645911"/>
                  </a:lnTo>
                  <a:lnTo>
                    <a:pt x="2513714" y="645929"/>
                  </a:lnTo>
                  <a:lnTo>
                    <a:pt x="2513615" y="645946"/>
                  </a:lnTo>
                  <a:lnTo>
                    <a:pt x="2513523" y="645962"/>
                  </a:lnTo>
                  <a:lnTo>
                    <a:pt x="2513211" y="646143"/>
                  </a:lnTo>
                  <a:lnTo>
                    <a:pt x="2513122" y="646222"/>
                  </a:lnTo>
                  <a:lnTo>
                    <a:pt x="2513085" y="646299"/>
                  </a:lnTo>
                  <a:lnTo>
                    <a:pt x="2513027" y="646567"/>
                  </a:lnTo>
                  <a:lnTo>
                    <a:pt x="2513039" y="646657"/>
                  </a:lnTo>
                  <a:lnTo>
                    <a:pt x="2513066" y="646720"/>
                  </a:lnTo>
                  <a:lnTo>
                    <a:pt x="2513069" y="646757"/>
                  </a:lnTo>
                  <a:lnTo>
                    <a:pt x="2513033" y="646938"/>
                  </a:lnTo>
                  <a:lnTo>
                    <a:pt x="2513014" y="646997"/>
                  </a:lnTo>
                  <a:lnTo>
                    <a:pt x="2512905" y="647206"/>
                  </a:lnTo>
                  <a:lnTo>
                    <a:pt x="2512885" y="647236"/>
                  </a:lnTo>
                  <a:lnTo>
                    <a:pt x="2512838" y="647316"/>
                  </a:lnTo>
                  <a:lnTo>
                    <a:pt x="2512788" y="647594"/>
                  </a:lnTo>
                  <a:lnTo>
                    <a:pt x="2512792" y="647691"/>
                  </a:lnTo>
                  <a:lnTo>
                    <a:pt x="2512801" y="647732"/>
                  </a:lnTo>
                  <a:lnTo>
                    <a:pt x="2512815" y="647772"/>
                  </a:lnTo>
                  <a:lnTo>
                    <a:pt x="2512818" y="647877"/>
                  </a:lnTo>
                  <a:lnTo>
                    <a:pt x="2512721" y="648040"/>
                  </a:lnTo>
                  <a:lnTo>
                    <a:pt x="2512697" y="648071"/>
                  </a:lnTo>
                  <a:lnTo>
                    <a:pt x="2512334" y="648206"/>
                  </a:lnTo>
                  <a:lnTo>
                    <a:pt x="2512322" y="648223"/>
                  </a:lnTo>
                  <a:lnTo>
                    <a:pt x="2512218" y="648611"/>
                  </a:lnTo>
                  <a:lnTo>
                    <a:pt x="2512337" y="648718"/>
                  </a:lnTo>
                  <a:lnTo>
                    <a:pt x="2512463" y="648787"/>
                  </a:lnTo>
                  <a:lnTo>
                    <a:pt x="2512522" y="648853"/>
                  </a:lnTo>
                  <a:lnTo>
                    <a:pt x="2512540" y="648874"/>
                  </a:lnTo>
                  <a:lnTo>
                    <a:pt x="2512575" y="648934"/>
                  </a:lnTo>
                  <a:lnTo>
                    <a:pt x="2512598" y="649054"/>
                  </a:lnTo>
                  <a:lnTo>
                    <a:pt x="2512549" y="649225"/>
                  </a:lnTo>
                  <a:lnTo>
                    <a:pt x="2512534" y="649266"/>
                  </a:lnTo>
                  <a:lnTo>
                    <a:pt x="2512514" y="649298"/>
                  </a:lnTo>
                  <a:lnTo>
                    <a:pt x="2512452" y="649328"/>
                  </a:lnTo>
                  <a:lnTo>
                    <a:pt x="2512380" y="649338"/>
                  </a:lnTo>
                  <a:lnTo>
                    <a:pt x="2512371" y="649341"/>
                  </a:lnTo>
                  <a:lnTo>
                    <a:pt x="2512362" y="649339"/>
                  </a:lnTo>
                  <a:lnTo>
                    <a:pt x="2512230" y="649377"/>
                  </a:lnTo>
                  <a:lnTo>
                    <a:pt x="2512097" y="649423"/>
                  </a:lnTo>
                  <a:lnTo>
                    <a:pt x="2511925" y="649537"/>
                  </a:lnTo>
                  <a:lnTo>
                    <a:pt x="2511729" y="649681"/>
                  </a:lnTo>
                  <a:lnTo>
                    <a:pt x="2511434" y="649950"/>
                  </a:lnTo>
                  <a:lnTo>
                    <a:pt x="2511166" y="650409"/>
                  </a:lnTo>
                  <a:lnTo>
                    <a:pt x="2511100" y="650565"/>
                  </a:lnTo>
                  <a:lnTo>
                    <a:pt x="2511061" y="650727"/>
                  </a:lnTo>
                  <a:lnTo>
                    <a:pt x="2511038" y="650802"/>
                  </a:lnTo>
                  <a:lnTo>
                    <a:pt x="2510971" y="650950"/>
                  </a:lnTo>
                  <a:lnTo>
                    <a:pt x="2510810" y="651179"/>
                  </a:lnTo>
                  <a:lnTo>
                    <a:pt x="2510525" y="651504"/>
                  </a:lnTo>
                  <a:lnTo>
                    <a:pt x="2510477" y="651550"/>
                  </a:lnTo>
                  <a:lnTo>
                    <a:pt x="2510362" y="651629"/>
                  </a:lnTo>
                  <a:lnTo>
                    <a:pt x="2510313" y="651676"/>
                  </a:lnTo>
                  <a:lnTo>
                    <a:pt x="2510082" y="651921"/>
                  </a:lnTo>
                  <a:lnTo>
                    <a:pt x="2510109" y="651947"/>
                  </a:lnTo>
                  <a:lnTo>
                    <a:pt x="2510551" y="651981"/>
                  </a:lnTo>
                  <a:lnTo>
                    <a:pt x="2510729" y="652002"/>
                  </a:lnTo>
                  <a:lnTo>
                    <a:pt x="2511078" y="652039"/>
                  </a:lnTo>
                  <a:lnTo>
                    <a:pt x="2511141" y="652092"/>
                  </a:lnTo>
                  <a:lnTo>
                    <a:pt x="2511145" y="652184"/>
                  </a:lnTo>
                  <a:lnTo>
                    <a:pt x="2511108" y="652210"/>
                  </a:lnTo>
                  <a:lnTo>
                    <a:pt x="2510907" y="652360"/>
                  </a:lnTo>
                  <a:lnTo>
                    <a:pt x="2510722" y="652473"/>
                  </a:lnTo>
                  <a:lnTo>
                    <a:pt x="2510597" y="652551"/>
                  </a:lnTo>
                  <a:lnTo>
                    <a:pt x="2510539" y="652612"/>
                  </a:lnTo>
                  <a:lnTo>
                    <a:pt x="2510511" y="652663"/>
                  </a:lnTo>
                  <a:lnTo>
                    <a:pt x="2510528" y="652686"/>
                  </a:lnTo>
                  <a:lnTo>
                    <a:pt x="2510574" y="652890"/>
                  </a:lnTo>
                  <a:lnTo>
                    <a:pt x="2510571" y="653013"/>
                  </a:lnTo>
                  <a:lnTo>
                    <a:pt x="2510521" y="653127"/>
                  </a:lnTo>
                  <a:lnTo>
                    <a:pt x="2510464" y="653231"/>
                  </a:lnTo>
                  <a:lnTo>
                    <a:pt x="2510429" y="653308"/>
                  </a:lnTo>
                  <a:lnTo>
                    <a:pt x="2510399" y="653415"/>
                  </a:lnTo>
                  <a:lnTo>
                    <a:pt x="2510389" y="653465"/>
                  </a:lnTo>
                  <a:lnTo>
                    <a:pt x="2510362" y="653847"/>
                  </a:lnTo>
                  <a:lnTo>
                    <a:pt x="2510365" y="653886"/>
                  </a:lnTo>
                  <a:lnTo>
                    <a:pt x="2510430" y="653914"/>
                  </a:lnTo>
                  <a:lnTo>
                    <a:pt x="2510498" y="653888"/>
                  </a:lnTo>
                  <a:lnTo>
                    <a:pt x="2510553" y="653854"/>
                  </a:lnTo>
                  <a:lnTo>
                    <a:pt x="2510914" y="653725"/>
                  </a:lnTo>
                  <a:lnTo>
                    <a:pt x="2511087" y="653720"/>
                  </a:lnTo>
                  <a:lnTo>
                    <a:pt x="2511154" y="653775"/>
                  </a:lnTo>
                  <a:lnTo>
                    <a:pt x="2511171" y="653856"/>
                  </a:lnTo>
                  <a:lnTo>
                    <a:pt x="2511094" y="653933"/>
                  </a:lnTo>
                  <a:lnTo>
                    <a:pt x="2510842" y="654022"/>
                  </a:lnTo>
                  <a:lnTo>
                    <a:pt x="2510703" y="654072"/>
                  </a:lnTo>
                  <a:lnTo>
                    <a:pt x="2510516" y="654182"/>
                  </a:lnTo>
                  <a:lnTo>
                    <a:pt x="2510421" y="654275"/>
                  </a:lnTo>
                  <a:lnTo>
                    <a:pt x="2510445" y="654399"/>
                  </a:lnTo>
                  <a:lnTo>
                    <a:pt x="2510523" y="654517"/>
                  </a:lnTo>
                  <a:lnTo>
                    <a:pt x="2510546" y="654548"/>
                  </a:lnTo>
                  <a:lnTo>
                    <a:pt x="2510607" y="654598"/>
                  </a:lnTo>
                  <a:lnTo>
                    <a:pt x="2510456" y="654788"/>
                  </a:lnTo>
                  <a:lnTo>
                    <a:pt x="2510595" y="654803"/>
                  </a:lnTo>
                  <a:lnTo>
                    <a:pt x="2510608" y="654804"/>
                  </a:lnTo>
                  <a:lnTo>
                    <a:pt x="2510668" y="654838"/>
                  </a:lnTo>
                  <a:lnTo>
                    <a:pt x="2510975" y="655066"/>
                  </a:lnTo>
                  <a:lnTo>
                    <a:pt x="2511023" y="655104"/>
                  </a:lnTo>
                  <a:lnTo>
                    <a:pt x="2511244" y="655177"/>
                  </a:lnTo>
                  <a:lnTo>
                    <a:pt x="2511249" y="655177"/>
                  </a:lnTo>
                  <a:lnTo>
                    <a:pt x="2511257" y="655180"/>
                  </a:lnTo>
                  <a:lnTo>
                    <a:pt x="2511282" y="655196"/>
                  </a:lnTo>
                  <a:lnTo>
                    <a:pt x="2511302" y="655208"/>
                  </a:lnTo>
                  <a:lnTo>
                    <a:pt x="2511313" y="655220"/>
                  </a:lnTo>
                  <a:lnTo>
                    <a:pt x="2511322" y="655230"/>
                  </a:lnTo>
                  <a:lnTo>
                    <a:pt x="2511346" y="655258"/>
                  </a:lnTo>
                  <a:lnTo>
                    <a:pt x="2511363" y="655288"/>
                  </a:lnTo>
                  <a:lnTo>
                    <a:pt x="2511371" y="655300"/>
                  </a:lnTo>
                  <a:lnTo>
                    <a:pt x="2511377" y="655317"/>
                  </a:lnTo>
                  <a:lnTo>
                    <a:pt x="2511405" y="655406"/>
                  </a:lnTo>
                  <a:lnTo>
                    <a:pt x="2511411" y="655428"/>
                  </a:lnTo>
                  <a:lnTo>
                    <a:pt x="2511438" y="655593"/>
                  </a:lnTo>
                  <a:lnTo>
                    <a:pt x="2511437" y="655600"/>
                  </a:lnTo>
                  <a:lnTo>
                    <a:pt x="2511433" y="655797"/>
                  </a:lnTo>
                  <a:lnTo>
                    <a:pt x="2511430" y="655827"/>
                  </a:lnTo>
                  <a:lnTo>
                    <a:pt x="2511423" y="655847"/>
                  </a:lnTo>
                  <a:lnTo>
                    <a:pt x="2511417" y="655860"/>
                  </a:lnTo>
                  <a:lnTo>
                    <a:pt x="2511409" y="655874"/>
                  </a:lnTo>
                  <a:lnTo>
                    <a:pt x="2511387" y="655903"/>
                  </a:lnTo>
                  <a:lnTo>
                    <a:pt x="2511332" y="656078"/>
                  </a:lnTo>
                  <a:lnTo>
                    <a:pt x="2511166" y="656319"/>
                  </a:lnTo>
                  <a:lnTo>
                    <a:pt x="2511075" y="656393"/>
                  </a:lnTo>
                  <a:lnTo>
                    <a:pt x="2511040" y="656414"/>
                  </a:lnTo>
                  <a:lnTo>
                    <a:pt x="2510867" y="656509"/>
                  </a:lnTo>
                  <a:lnTo>
                    <a:pt x="2510824" y="656532"/>
                  </a:lnTo>
                  <a:lnTo>
                    <a:pt x="2510801" y="656541"/>
                  </a:lnTo>
                  <a:lnTo>
                    <a:pt x="2510770" y="656553"/>
                  </a:lnTo>
                  <a:lnTo>
                    <a:pt x="2510731" y="656567"/>
                  </a:lnTo>
                  <a:lnTo>
                    <a:pt x="2510674" y="656581"/>
                  </a:lnTo>
                  <a:lnTo>
                    <a:pt x="2510546" y="656608"/>
                  </a:lnTo>
                  <a:lnTo>
                    <a:pt x="2510457" y="656624"/>
                  </a:lnTo>
                  <a:lnTo>
                    <a:pt x="2510288" y="656653"/>
                  </a:lnTo>
                  <a:lnTo>
                    <a:pt x="2510052" y="656661"/>
                  </a:lnTo>
                  <a:lnTo>
                    <a:pt x="2510013" y="656662"/>
                  </a:lnTo>
                  <a:lnTo>
                    <a:pt x="2509851" y="656653"/>
                  </a:lnTo>
                  <a:lnTo>
                    <a:pt x="2509711" y="656640"/>
                  </a:lnTo>
                  <a:lnTo>
                    <a:pt x="2509613" y="656635"/>
                  </a:lnTo>
                  <a:lnTo>
                    <a:pt x="2509463" y="656627"/>
                  </a:lnTo>
                  <a:lnTo>
                    <a:pt x="2509305" y="656641"/>
                  </a:lnTo>
                  <a:lnTo>
                    <a:pt x="2509156" y="656656"/>
                  </a:lnTo>
                  <a:lnTo>
                    <a:pt x="2509145" y="656658"/>
                  </a:lnTo>
                  <a:lnTo>
                    <a:pt x="2509122" y="656667"/>
                  </a:lnTo>
                  <a:lnTo>
                    <a:pt x="2509035" y="656684"/>
                  </a:lnTo>
                  <a:lnTo>
                    <a:pt x="2508981" y="656694"/>
                  </a:lnTo>
                  <a:lnTo>
                    <a:pt x="2508932" y="656700"/>
                  </a:lnTo>
                  <a:lnTo>
                    <a:pt x="2508887" y="656704"/>
                  </a:lnTo>
                  <a:lnTo>
                    <a:pt x="2508802" y="656702"/>
                  </a:lnTo>
                  <a:lnTo>
                    <a:pt x="2508764" y="656698"/>
                  </a:lnTo>
                  <a:lnTo>
                    <a:pt x="2508593" y="656660"/>
                  </a:lnTo>
                  <a:lnTo>
                    <a:pt x="2508588" y="656657"/>
                  </a:lnTo>
                  <a:lnTo>
                    <a:pt x="2508584" y="656652"/>
                  </a:lnTo>
                  <a:lnTo>
                    <a:pt x="2508571" y="656630"/>
                  </a:lnTo>
                  <a:lnTo>
                    <a:pt x="2508565" y="656613"/>
                  </a:lnTo>
                  <a:lnTo>
                    <a:pt x="2508563" y="656602"/>
                  </a:lnTo>
                  <a:lnTo>
                    <a:pt x="2508576" y="656477"/>
                  </a:lnTo>
                  <a:lnTo>
                    <a:pt x="2508577" y="656466"/>
                  </a:lnTo>
                  <a:lnTo>
                    <a:pt x="2508579" y="656456"/>
                  </a:lnTo>
                  <a:lnTo>
                    <a:pt x="2508584" y="656444"/>
                  </a:lnTo>
                  <a:lnTo>
                    <a:pt x="2508592" y="656430"/>
                  </a:lnTo>
                  <a:lnTo>
                    <a:pt x="2508617" y="656391"/>
                  </a:lnTo>
                  <a:lnTo>
                    <a:pt x="2508631" y="656372"/>
                  </a:lnTo>
                  <a:lnTo>
                    <a:pt x="2508643" y="656357"/>
                  </a:lnTo>
                  <a:lnTo>
                    <a:pt x="2508653" y="656345"/>
                  </a:lnTo>
                  <a:lnTo>
                    <a:pt x="2508664" y="656336"/>
                  </a:lnTo>
                  <a:lnTo>
                    <a:pt x="2508675" y="656329"/>
                  </a:lnTo>
                  <a:lnTo>
                    <a:pt x="2508688" y="656324"/>
                  </a:lnTo>
                  <a:lnTo>
                    <a:pt x="2508702" y="656319"/>
                  </a:lnTo>
                  <a:lnTo>
                    <a:pt x="2508922" y="656254"/>
                  </a:lnTo>
                  <a:lnTo>
                    <a:pt x="2508945" y="656248"/>
                  </a:lnTo>
                  <a:lnTo>
                    <a:pt x="2508994" y="656237"/>
                  </a:lnTo>
                  <a:lnTo>
                    <a:pt x="2509073" y="656223"/>
                  </a:lnTo>
                  <a:lnTo>
                    <a:pt x="2509144" y="656242"/>
                  </a:lnTo>
                  <a:lnTo>
                    <a:pt x="2509190" y="656261"/>
                  </a:lnTo>
                  <a:lnTo>
                    <a:pt x="2509216" y="656268"/>
                  </a:lnTo>
                  <a:lnTo>
                    <a:pt x="2509246" y="656272"/>
                  </a:lnTo>
                  <a:lnTo>
                    <a:pt x="2509277" y="656273"/>
                  </a:lnTo>
                  <a:lnTo>
                    <a:pt x="2509718" y="656223"/>
                  </a:lnTo>
                  <a:lnTo>
                    <a:pt x="2509739" y="656220"/>
                  </a:lnTo>
                  <a:lnTo>
                    <a:pt x="2509764" y="656209"/>
                  </a:lnTo>
                  <a:lnTo>
                    <a:pt x="2509843" y="656161"/>
                  </a:lnTo>
                  <a:lnTo>
                    <a:pt x="2510018" y="656051"/>
                  </a:lnTo>
                  <a:lnTo>
                    <a:pt x="2510092" y="655961"/>
                  </a:lnTo>
                  <a:lnTo>
                    <a:pt x="2510151" y="655890"/>
                  </a:lnTo>
                  <a:lnTo>
                    <a:pt x="2510240" y="655760"/>
                  </a:lnTo>
                  <a:lnTo>
                    <a:pt x="2510250" y="655722"/>
                  </a:lnTo>
                  <a:lnTo>
                    <a:pt x="2510241" y="655677"/>
                  </a:lnTo>
                  <a:lnTo>
                    <a:pt x="2510197" y="655516"/>
                  </a:lnTo>
                  <a:lnTo>
                    <a:pt x="2510195" y="655508"/>
                  </a:lnTo>
                  <a:lnTo>
                    <a:pt x="2510169" y="655445"/>
                  </a:lnTo>
                  <a:lnTo>
                    <a:pt x="2510120" y="655366"/>
                  </a:lnTo>
                  <a:lnTo>
                    <a:pt x="2510087" y="655320"/>
                  </a:lnTo>
                  <a:lnTo>
                    <a:pt x="2509968" y="655283"/>
                  </a:lnTo>
                  <a:lnTo>
                    <a:pt x="2509872" y="655276"/>
                  </a:lnTo>
                  <a:lnTo>
                    <a:pt x="2509329" y="655264"/>
                  </a:lnTo>
                  <a:lnTo>
                    <a:pt x="2509251" y="655272"/>
                  </a:lnTo>
                  <a:lnTo>
                    <a:pt x="2509182" y="655288"/>
                  </a:lnTo>
                  <a:lnTo>
                    <a:pt x="2509119" y="655307"/>
                  </a:lnTo>
                  <a:lnTo>
                    <a:pt x="2509044" y="655341"/>
                  </a:lnTo>
                  <a:lnTo>
                    <a:pt x="2508574" y="655575"/>
                  </a:lnTo>
                  <a:lnTo>
                    <a:pt x="2508407" y="655669"/>
                  </a:lnTo>
                  <a:lnTo>
                    <a:pt x="2508297" y="655732"/>
                  </a:lnTo>
                  <a:lnTo>
                    <a:pt x="2508153" y="655823"/>
                  </a:lnTo>
                  <a:lnTo>
                    <a:pt x="2508024" y="655902"/>
                  </a:lnTo>
                  <a:lnTo>
                    <a:pt x="2507940" y="655948"/>
                  </a:lnTo>
                  <a:lnTo>
                    <a:pt x="2507782" y="656026"/>
                  </a:lnTo>
                  <a:lnTo>
                    <a:pt x="2507712" y="656053"/>
                  </a:lnTo>
                  <a:lnTo>
                    <a:pt x="2507567" y="656091"/>
                  </a:lnTo>
                  <a:lnTo>
                    <a:pt x="2507518" y="656099"/>
                  </a:lnTo>
                  <a:lnTo>
                    <a:pt x="2507263" y="656150"/>
                  </a:lnTo>
                  <a:lnTo>
                    <a:pt x="2506824" y="656263"/>
                  </a:lnTo>
                  <a:lnTo>
                    <a:pt x="2506739" y="656293"/>
                  </a:lnTo>
                  <a:lnTo>
                    <a:pt x="2506592" y="656356"/>
                  </a:lnTo>
                  <a:lnTo>
                    <a:pt x="2506532" y="656399"/>
                  </a:lnTo>
                  <a:lnTo>
                    <a:pt x="2506484" y="656448"/>
                  </a:lnTo>
                  <a:lnTo>
                    <a:pt x="2506445" y="656512"/>
                  </a:lnTo>
                  <a:lnTo>
                    <a:pt x="2506433" y="656563"/>
                  </a:lnTo>
                  <a:lnTo>
                    <a:pt x="2506424" y="656609"/>
                  </a:lnTo>
                  <a:lnTo>
                    <a:pt x="2506413" y="656681"/>
                  </a:lnTo>
                  <a:lnTo>
                    <a:pt x="2506400" y="656824"/>
                  </a:lnTo>
                  <a:lnTo>
                    <a:pt x="2506396" y="656877"/>
                  </a:lnTo>
                  <a:lnTo>
                    <a:pt x="2506397" y="656923"/>
                  </a:lnTo>
                  <a:lnTo>
                    <a:pt x="2506403" y="656966"/>
                  </a:lnTo>
                  <a:lnTo>
                    <a:pt x="2506436" y="657080"/>
                  </a:lnTo>
                  <a:lnTo>
                    <a:pt x="2506454" y="657140"/>
                  </a:lnTo>
                  <a:lnTo>
                    <a:pt x="2506480" y="657193"/>
                  </a:lnTo>
                  <a:lnTo>
                    <a:pt x="2506511" y="657239"/>
                  </a:lnTo>
                  <a:lnTo>
                    <a:pt x="2506545" y="657286"/>
                  </a:lnTo>
                  <a:lnTo>
                    <a:pt x="2506562" y="657315"/>
                  </a:lnTo>
                  <a:lnTo>
                    <a:pt x="2506571" y="657334"/>
                  </a:lnTo>
                  <a:lnTo>
                    <a:pt x="2506592" y="657383"/>
                  </a:lnTo>
                  <a:lnTo>
                    <a:pt x="2506605" y="657429"/>
                  </a:lnTo>
                  <a:lnTo>
                    <a:pt x="2506609" y="657471"/>
                  </a:lnTo>
                  <a:lnTo>
                    <a:pt x="2506575" y="657528"/>
                  </a:lnTo>
                  <a:lnTo>
                    <a:pt x="2506543" y="657554"/>
                  </a:lnTo>
                  <a:lnTo>
                    <a:pt x="2506501" y="657571"/>
                  </a:lnTo>
                  <a:lnTo>
                    <a:pt x="2506458" y="657574"/>
                  </a:lnTo>
                  <a:lnTo>
                    <a:pt x="2506402" y="657577"/>
                  </a:lnTo>
                  <a:lnTo>
                    <a:pt x="2506314" y="657575"/>
                  </a:lnTo>
                  <a:lnTo>
                    <a:pt x="2506242" y="657571"/>
                  </a:lnTo>
                  <a:lnTo>
                    <a:pt x="2506140" y="657541"/>
                  </a:lnTo>
                  <a:lnTo>
                    <a:pt x="2506055" y="657509"/>
                  </a:lnTo>
                  <a:lnTo>
                    <a:pt x="2506010" y="657498"/>
                  </a:lnTo>
                  <a:lnTo>
                    <a:pt x="2505930" y="657478"/>
                  </a:lnTo>
                  <a:lnTo>
                    <a:pt x="2505561" y="657431"/>
                  </a:lnTo>
                  <a:lnTo>
                    <a:pt x="2505502" y="657439"/>
                  </a:lnTo>
                  <a:lnTo>
                    <a:pt x="2505458" y="657459"/>
                  </a:lnTo>
                  <a:lnTo>
                    <a:pt x="2505398" y="657499"/>
                  </a:lnTo>
                  <a:lnTo>
                    <a:pt x="2505305" y="657592"/>
                  </a:lnTo>
                  <a:lnTo>
                    <a:pt x="2505269" y="657642"/>
                  </a:lnTo>
                  <a:lnTo>
                    <a:pt x="2505209" y="657753"/>
                  </a:lnTo>
                  <a:lnTo>
                    <a:pt x="2505166" y="657875"/>
                  </a:lnTo>
                  <a:lnTo>
                    <a:pt x="2505122" y="658006"/>
                  </a:lnTo>
                  <a:lnTo>
                    <a:pt x="2505076" y="658165"/>
                  </a:lnTo>
                  <a:lnTo>
                    <a:pt x="2505053" y="658284"/>
                  </a:lnTo>
                  <a:lnTo>
                    <a:pt x="2505036" y="658382"/>
                  </a:lnTo>
                  <a:lnTo>
                    <a:pt x="2505004" y="658525"/>
                  </a:lnTo>
                  <a:lnTo>
                    <a:pt x="2504991" y="658585"/>
                  </a:lnTo>
                  <a:lnTo>
                    <a:pt x="2504926" y="658756"/>
                  </a:lnTo>
                  <a:lnTo>
                    <a:pt x="2504905" y="658801"/>
                  </a:lnTo>
                  <a:lnTo>
                    <a:pt x="2504795" y="658960"/>
                  </a:lnTo>
                  <a:lnTo>
                    <a:pt x="2504761" y="659004"/>
                  </a:lnTo>
                  <a:lnTo>
                    <a:pt x="2504701" y="659063"/>
                  </a:lnTo>
                  <a:lnTo>
                    <a:pt x="2504649" y="659106"/>
                  </a:lnTo>
                  <a:lnTo>
                    <a:pt x="2504550" y="659184"/>
                  </a:lnTo>
                  <a:lnTo>
                    <a:pt x="2504194" y="659415"/>
                  </a:lnTo>
                  <a:lnTo>
                    <a:pt x="2503772" y="659688"/>
                  </a:lnTo>
                  <a:lnTo>
                    <a:pt x="2503565" y="659830"/>
                  </a:lnTo>
                  <a:lnTo>
                    <a:pt x="2503457" y="659925"/>
                  </a:lnTo>
                  <a:lnTo>
                    <a:pt x="2503354" y="660034"/>
                  </a:lnTo>
                  <a:lnTo>
                    <a:pt x="2503281" y="660112"/>
                  </a:lnTo>
                  <a:lnTo>
                    <a:pt x="2503263" y="660131"/>
                  </a:lnTo>
                  <a:lnTo>
                    <a:pt x="2503226" y="660206"/>
                  </a:lnTo>
                  <a:lnTo>
                    <a:pt x="2503208" y="660253"/>
                  </a:lnTo>
                  <a:lnTo>
                    <a:pt x="2503203" y="660280"/>
                  </a:lnTo>
                  <a:lnTo>
                    <a:pt x="2503206" y="660317"/>
                  </a:lnTo>
                  <a:lnTo>
                    <a:pt x="2503223" y="660447"/>
                  </a:lnTo>
                  <a:lnTo>
                    <a:pt x="2503224" y="660505"/>
                  </a:lnTo>
                  <a:lnTo>
                    <a:pt x="2503210" y="660558"/>
                  </a:lnTo>
                  <a:lnTo>
                    <a:pt x="2503157" y="660697"/>
                  </a:lnTo>
                  <a:lnTo>
                    <a:pt x="2503102" y="660811"/>
                  </a:lnTo>
                  <a:lnTo>
                    <a:pt x="2503038" y="660951"/>
                  </a:lnTo>
                  <a:lnTo>
                    <a:pt x="2502951" y="661166"/>
                  </a:lnTo>
                  <a:lnTo>
                    <a:pt x="2502934" y="661216"/>
                  </a:lnTo>
                  <a:lnTo>
                    <a:pt x="2502910" y="661318"/>
                  </a:lnTo>
                  <a:lnTo>
                    <a:pt x="2502907" y="661333"/>
                  </a:lnTo>
                  <a:lnTo>
                    <a:pt x="2502915" y="661466"/>
                  </a:lnTo>
                  <a:lnTo>
                    <a:pt x="2502928" y="661566"/>
                  </a:lnTo>
                  <a:lnTo>
                    <a:pt x="2502934" y="661610"/>
                  </a:lnTo>
                  <a:lnTo>
                    <a:pt x="2502950" y="661701"/>
                  </a:lnTo>
                  <a:lnTo>
                    <a:pt x="2502965" y="661755"/>
                  </a:lnTo>
                  <a:lnTo>
                    <a:pt x="2502962" y="661874"/>
                  </a:lnTo>
                  <a:lnTo>
                    <a:pt x="2502943" y="662030"/>
                  </a:lnTo>
                  <a:lnTo>
                    <a:pt x="2502916" y="662102"/>
                  </a:lnTo>
                  <a:lnTo>
                    <a:pt x="2502887" y="662140"/>
                  </a:lnTo>
                  <a:lnTo>
                    <a:pt x="2502750" y="662248"/>
                  </a:lnTo>
                  <a:lnTo>
                    <a:pt x="2502612" y="662319"/>
                  </a:lnTo>
                  <a:lnTo>
                    <a:pt x="2502424" y="662389"/>
                  </a:lnTo>
                  <a:lnTo>
                    <a:pt x="2501926" y="662524"/>
                  </a:lnTo>
                  <a:lnTo>
                    <a:pt x="2501834" y="662545"/>
                  </a:lnTo>
                  <a:lnTo>
                    <a:pt x="2501774" y="662561"/>
                  </a:lnTo>
                  <a:lnTo>
                    <a:pt x="2501714" y="662584"/>
                  </a:lnTo>
                  <a:lnTo>
                    <a:pt x="2501546" y="662656"/>
                  </a:lnTo>
                  <a:lnTo>
                    <a:pt x="2501335" y="662787"/>
                  </a:lnTo>
                  <a:lnTo>
                    <a:pt x="2501246" y="662864"/>
                  </a:lnTo>
                  <a:lnTo>
                    <a:pt x="2501120" y="662973"/>
                  </a:lnTo>
                  <a:lnTo>
                    <a:pt x="2501058" y="663068"/>
                  </a:lnTo>
                  <a:lnTo>
                    <a:pt x="2500982" y="663210"/>
                  </a:lnTo>
                  <a:lnTo>
                    <a:pt x="2500857" y="663467"/>
                  </a:lnTo>
                  <a:lnTo>
                    <a:pt x="2500817" y="663571"/>
                  </a:lnTo>
                  <a:lnTo>
                    <a:pt x="2500808" y="663593"/>
                  </a:lnTo>
                  <a:lnTo>
                    <a:pt x="2500788" y="663646"/>
                  </a:lnTo>
                  <a:lnTo>
                    <a:pt x="2500746" y="663756"/>
                  </a:lnTo>
                  <a:lnTo>
                    <a:pt x="2500697" y="663899"/>
                  </a:lnTo>
                  <a:lnTo>
                    <a:pt x="2500686" y="663970"/>
                  </a:lnTo>
                  <a:lnTo>
                    <a:pt x="2500683" y="663989"/>
                  </a:lnTo>
                  <a:lnTo>
                    <a:pt x="2500668" y="664142"/>
                  </a:lnTo>
                  <a:lnTo>
                    <a:pt x="2500667" y="664172"/>
                  </a:lnTo>
                  <a:lnTo>
                    <a:pt x="2500663" y="664280"/>
                  </a:lnTo>
                  <a:lnTo>
                    <a:pt x="2500659" y="664409"/>
                  </a:lnTo>
                  <a:lnTo>
                    <a:pt x="2500655" y="664548"/>
                  </a:lnTo>
                  <a:lnTo>
                    <a:pt x="2500643" y="664657"/>
                  </a:lnTo>
                  <a:lnTo>
                    <a:pt x="2500593" y="664909"/>
                  </a:lnTo>
                  <a:lnTo>
                    <a:pt x="2500572" y="665018"/>
                  </a:lnTo>
                  <a:lnTo>
                    <a:pt x="2500553" y="665064"/>
                  </a:lnTo>
                  <a:lnTo>
                    <a:pt x="2500537" y="665086"/>
                  </a:lnTo>
                  <a:lnTo>
                    <a:pt x="2500512" y="665098"/>
                  </a:lnTo>
                  <a:lnTo>
                    <a:pt x="2500478" y="665103"/>
                  </a:lnTo>
                  <a:lnTo>
                    <a:pt x="2500446" y="665104"/>
                  </a:lnTo>
                  <a:lnTo>
                    <a:pt x="2500432" y="665105"/>
                  </a:lnTo>
                  <a:lnTo>
                    <a:pt x="2500277" y="665106"/>
                  </a:lnTo>
                  <a:lnTo>
                    <a:pt x="2500219" y="665106"/>
                  </a:lnTo>
                  <a:lnTo>
                    <a:pt x="2500170" y="665100"/>
                  </a:lnTo>
                  <a:lnTo>
                    <a:pt x="2500126" y="665093"/>
                  </a:lnTo>
                  <a:lnTo>
                    <a:pt x="2500086" y="665094"/>
                  </a:lnTo>
                  <a:lnTo>
                    <a:pt x="2499923" y="665103"/>
                  </a:lnTo>
                  <a:lnTo>
                    <a:pt x="2499667" y="665116"/>
                  </a:lnTo>
                  <a:lnTo>
                    <a:pt x="2499610" y="665135"/>
                  </a:lnTo>
                  <a:lnTo>
                    <a:pt x="2499548" y="665183"/>
                  </a:lnTo>
                  <a:lnTo>
                    <a:pt x="2499523" y="665204"/>
                  </a:lnTo>
                  <a:lnTo>
                    <a:pt x="2499510" y="665227"/>
                  </a:lnTo>
                  <a:lnTo>
                    <a:pt x="2499507" y="665252"/>
                  </a:lnTo>
                  <a:lnTo>
                    <a:pt x="2499641" y="665574"/>
                  </a:lnTo>
                  <a:lnTo>
                    <a:pt x="2499721" y="665695"/>
                  </a:lnTo>
                  <a:lnTo>
                    <a:pt x="2499817" y="665836"/>
                  </a:lnTo>
                  <a:lnTo>
                    <a:pt x="2499881" y="665926"/>
                  </a:lnTo>
                  <a:lnTo>
                    <a:pt x="2499892" y="666083"/>
                  </a:lnTo>
                  <a:lnTo>
                    <a:pt x="2499884" y="666147"/>
                  </a:lnTo>
                  <a:lnTo>
                    <a:pt x="2499870" y="666186"/>
                  </a:lnTo>
                  <a:lnTo>
                    <a:pt x="2499471" y="666626"/>
                  </a:lnTo>
                  <a:lnTo>
                    <a:pt x="2499326" y="666757"/>
                  </a:lnTo>
                  <a:lnTo>
                    <a:pt x="2499167" y="666874"/>
                  </a:lnTo>
                  <a:lnTo>
                    <a:pt x="2499023" y="666945"/>
                  </a:lnTo>
                  <a:lnTo>
                    <a:pt x="2498859" y="666997"/>
                  </a:lnTo>
                  <a:lnTo>
                    <a:pt x="2498405" y="667112"/>
                  </a:lnTo>
                  <a:lnTo>
                    <a:pt x="2498312" y="667127"/>
                  </a:lnTo>
                  <a:lnTo>
                    <a:pt x="2497961" y="667186"/>
                  </a:lnTo>
                  <a:lnTo>
                    <a:pt x="2497859" y="667194"/>
                  </a:lnTo>
                  <a:lnTo>
                    <a:pt x="2497821" y="667202"/>
                  </a:lnTo>
                  <a:lnTo>
                    <a:pt x="2497813" y="667205"/>
                  </a:lnTo>
                  <a:lnTo>
                    <a:pt x="2497581" y="667281"/>
                  </a:lnTo>
                  <a:lnTo>
                    <a:pt x="2497515" y="667306"/>
                  </a:lnTo>
                  <a:lnTo>
                    <a:pt x="2497496" y="667313"/>
                  </a:lnTo>
                  <a:lnTo>
                    <a:pt x="2497470" y="667324"/>
                  </a:lnTo>
                  <a:lnTo>
                    <a:pt x="2497447" y="667335"/>
                  </a:lnTo>
                  <a:lnTo>
                    <a:pt x="2497392" y="667362"/>
                  </a:lnTo>
                  <a:lnTo>
                    <a:pt x="2497276" y="667429"/>
                  </a:lnTo>
                  <a:lnTo>
                    <a:pt x="2497125" y="667530"/>
                  </a:lnTo>
                  <a:lnTo>
                    <a:pt x="2496870" y="668105"/>
                  </a:lnTo>
                  <a:lnTo>
                    <a:pt x="2496868" y="668112"/>
                  </a:lnTo>
                  <a:lnTo>
                    <a:pt x="2496847" y="668161"/>
                  </a:lnTo>
                  <a:lnTo>
                    <a:pt x="2496825" y="668209"/>
                  </a:lnTo>
                  <a:lnTo>
                    <a:pt x="2496807" y="668245"/>
                  </a:lnTo>
                  <a:lnTo>
                    <a:pt x="2496776" y="668298"/>
                  </a:lnTo>
                  <a:lnTo>
                    <a:pt x="2496769" y="668305"/>
                  </a:lnTo>
                  <a:lnTo>
                    <a:pt x="2496709" y="668362"/>
                  </a:lnTo>
                  <a:lnTo>
                    <a:pt x="2496614" y="668426"/>
                  </a:lnTo>
                  <a:lnTo>
                    <a:pt x="2496381" y="668542"/>
                  </a:lnTo>
                  <a:lnTo>
                    <a:pt x="2496365" y="668547"/>
                  </a:lnTo>
                  <a:lnTo>
                    <a:pt x="2496232" y="668555"/>
                  </a:lnTo>
                  <a:lnTo>
                    <a:pt x="2496155" y="668561"/>
                  </a:lnTo>
                  <a:lnTo>
                    <a:pt x="2495942" y="668605"/>
                  </a:lnTo>
                  <a:lnTo>
                    <a:pt x="2495800" y="668644"/>
                  </a:lnTo>
                  <a:lnTo>
                    <a:pt x="2495779" y="668650"/>
                  </a:lnTo>
                  <a:lnTo>
                    <a:pt x="2495716" y="668668"/>
                  </a:lnTo>
                  <a:lnTo>
                    <a:pt x="2495275" y="668904"/>
                  </a:lnTo>
                  <a:lnTo>
                    <a:pt x="2495014" y="669040"/>
                  </a:lnTo>
                  <a:lnTo>
                    <a:pt x="2494987" y="669073"/>
                  </a:lnTo>
                  <a:lnTo>
                    <a:pt x="2494988" y="669093"/>
                  </a:lnTo>
                  <a:lnTo>
                    <a:pt x="2494911" y="669254"/>
                  </a:lnTo>
                  <a:lnTo>
                    <a:pt x="2494914" y="669287"/>
                  </a:lnTo>
                  <a:lnTo>
                    <a:pt x="2494908" y="669313"/>
                  </a:lnTo>
                  <a:lnTo>
                    <a:pt x="2494721" y="669580"/>
                  </a:lnTo>
                  <a:lnTo>
                    <a:pt x="2494684" y="669629"/>
                  </a:lnTo>
                  <a:lnTo>
                    <a:pt x="2494625" y="669699"/>
                  </a:lnTo>
                  <a:lnTo>
                    <a:pt x="2494541" y="669787"/>
                  </a:lnTo>
                  <a:lnTo>
                    <a:pt x="2494302" y="670027"/>
                  </a:lnTo>
                  <a:lnTo>
                    <a:pt x="2494275" y="670050"/>
                  </a:lnTo>
                  <a:lnTo>
                    <a:pt x="2493903" y="670300"/>
                  </a:lnTo>
                  <a:lnTo>
                    <a:pt x="2493474" y="670479"/>
                  </a:lnTo>
                  <a:lnTo>
                    <a:pt x="2493396" y="670501"/>
                  </a:lnTo>
                  <a:lnTo>
                    <a:pt x="2493041" y="670551"/>
                  </a:lnTo>
                  <a:lnTo>
                    <a:pt x="2493016" y="670549"/>
                  </a:lnTo>
                  <a:lnTo>
                    <a:pt x="2492934" y="670542"/>
                  </a:lnTo>
                  <a:lnTo>
                    <a:pt x="2492868" y="670562"/>
                  </a:lnTo>
                  <a:lnTo>
                    <a:pt x="2492824" y="670568"/>
                  </a:lnTo>
                  <a:lnTo>
                    <a:pt x="2492596" y="670559"/>
                  </a:lnTo>
                  <a:lnTo>
                    <a:pt x="2492521" y="670552"/>
                  </a:lnTo>
                  <a:lnTo>
                    <a:pt x="2492488" y="670549"/>
                  </a:lnTo>
                  <a:lnTo>
                    <a:pt x="2492380" y="670530"/>
                  </a:lnTo>
                  <a:lnTo>
                    <a:pt x="2492225" y="670501"/>
                  </a:lnTo>
                  <a:lnTo>
                    <a:pt x="2492095" y="670445"/>
                  </a:lnTo>
                  <a:lnTo>
                    <a:pt x="2492022" y="670408"/>
                  </a:lnTo>
                  <a:lnTo>
                    <a:pt x="2491929" y="670393"/>
                  </a:lnTo>
                  <a:lnTo>
                    <a:pt x="2491886" y="670394"/>
                  </a:lnTo>
                  <a:lnTo>
                    <a:pt x="2491812" y="670416"/>
                  </a:lnTo>
                  <a:lnTo>
                    <a:pt x="2491747" y="670440"/>
                  </a:lnTo>
                  <a:lnTo>
                    <a:pt x="2491687" y="670477"/>
                  </a:lnTo>
                  <a:lnTo>
                    <a:pt x="2491643" y="670531"/>
                  </a:lnTo>
                  <a:lnTo>
                    <a:pt x="2491609" y="670585"/>
                  </a:lnTo>
                  <a:lnTo>
                    <a:pt x="2491388" y="670960"/>
                  </a:lnTo>
                  <a:lnTo>
                    <a:pt x="2491293" y="671144"/>
                  </a:lnTo>
                  <a:lnTo>
                    <a:pt x="2491278" y="671183"/>
                  </a:lnTo>
                  <a:lnTo>
                    <a:pt x="2491264" y="671229"/>
                  </a:lnTo>
                  <a:lnTo>
                    <a:pt x="2491258" y="671277"/>
                  </a:lnTo>
                  <a:lnTo>
                    <a:pt x="2491253" y="671359"/>
                  </a:lnTo>
                  <a:lnTo>
                    <a:pt x="2491268" y="671407"/>
                  </a:lnTo>
                  <a:lnTo>
                    <a:pt x="2491313" y="671453"/>
                  </a:lnTo>
                  <a:lnTo>
                    <a:pt x="2491400" y="671528"/>
                  </a:lnTo>
                  <a:lnTo>
                    <a:pt x="2491583" y="671651"/>
                  </a:lnTo>
                  <a:lnTo>
                    <a:pt x="2491938" y="671868"/>
                  </a:lnTo>
                  <a:lnTo>
                    <a:pt x="2492059" y="671936"/>
                  </a:lnTo>
                  <a:lnTo>
                    <a:pt x="2492085" y="671945"/>
                  </a:lnTo>
                  <a:lnTo>
                    <a:pt x="2492178" y="671980"/>
                  </a:lnTo>
                  <a:lnTo>
                    <a:pt x="2492233" y="672019"/>
                  </a:lnTo>
                  <a:lnTo>
                    <a:pt x="2492266" y="672068"/>
                  </a:lnTo>
                  <a:lnTo>
                    <a:pt x="2492289" y="672107"/>
                  </a:lnTo>
                  <a:lnTo>
                    <a:pt x="2492298" y="672140"/>
                  </a:lnTo>
                  <a:lnTo>
                    <a:pt x="2492300" y="672184"/>
                  </a:lnTo>
                  <a:lnTo>
                    <a:pt x="2492285" y="672277"/>
                  </a:lnTo>
                  <a:lnTo>
                    <a:pt x="2492204" y="672594"/>
                  </a:lnTo>
                  <a:lnTo>
                    <a:pt x="2491979" y="673131"/>
                  </a:lnTo>
                  <a:lnTo>
                    <a:pt x="2491840" y="673392"/>
                  </a:lnTo>
                  <a:lnTo>
                    <a:pt x="2491805" y="673441"/>
                  </a:lnTo>
                  <a:lnTo>
                    <a:pt x="2491722" y="673505"/>
                  </a:lnTo>
                  <a:lnTo>
                    <a:pt x="2491649" y="673523"/>
                  </a:lnTo>
                  <a:lnTo>
                    <a:pt x="2491581" y="673529"/>
                  </a:lnTo>
                  <a:lnTo>
                    <a:pt x="2491490" y="673523"/>
                  </a:lnTo>
                  <a:lnTo>
                    <a:pt x="2491354" y="673495"/>
                  </a:lnTo>
                  <a:lnTo>
                    <a:pt x="2491259" y="673434"/>
                  </a:lnTo>
                  <a:lnTo>
                    <a:pt x="2491209" y="673378"/>
                  </a:lnTo>
                  <a:lnTo>
                    <a:pt x="2491157" y="673325"/>
                  </a:lnTo>
                  <a:lnTo>
                    <a:pt x="2491078" y="673277"/>
                  </a:lnTo>
                  <a:lnTo>
                    <a:pt x="2490971" y="673259"/>
                  </a:lnTo>
                  <a:lnTo>
                    <a:pt x="2490921" y="673252"/>
                  </a:lnTo>
                  <a:lnTo>
                    <a:pt x="2490866" y="673260"/>
                  </a:lnTo>
                  <a:lnTo>
                    <a:pt x="2490801" y="673287"/>
                  </a:lnTo>
                  <a:lnTo>
                    <a:pt x="2490716" y="673354"/>
                  </a:lnTo>
                  <a:lnTo>
                    <a:pt x="2490640" y="673458"/>
                  </a:lnTo>
                  <a:lnTo>
                    <a:pt x="2490590" y="673585"/>
                  </a:lnTo>
                  <a:lnTo>
                    <a:pt x="2490590" y="673724"/>
                  </a:lnTo>
                  <a:lnTo>
                    <a:pt x="2490597" y="673844"/>
                  </a:lnTo>
                  <a:lnTo>
                    <a:pt x="2490673" y="674020"/>
                  </a:lnTo>
                  <a:lnTo>
                    <a:pt x="2490814" y="674312"/>
                  </a:lnTo>
                  <a:lnTo>
                    <a:pt x="2490946" y="674442"/>
                  </a:lnTo>
                  <a:lnTo>
                    <a:pt x="2490996" y="674511"/>
                  </a:lnTo>
                  <a:lnTo>
                    <a:pt x="2491039" y="674581"/>
                  </a:lnTo>
                  <a:lnTo>
                    <a:pt x="2491051" y="674694"/>
                  </a:lnTo>
                  <a:lnTo>
                    <a:pt x="2491045" y="674757"/>
                  </a:lnTo>
                  <a:lnTo>
                    <a:pt x="2491038" y="674836"/>
                  </a:lnTo>
                  <a:lnTo>
                    <a:pt x="2491013" y="674939"/>
                  </a:lnTo>
                  <a:lnTo>
                    <a:pt x="2490988" y="674997"/>
                  </a:lnTo>
                  <a:lnTo>
                    <a:pt x="2490982" y="675005"/>
                  </a:lnTo>
                  <a:lnTo>
                    <a:pt x="2490955" y="675046"/>
                  </a:lnTo>
                  <a:lnTo>
                    <a:pt x="2490905" y="675122"/>
                  </a:lnTo>
                  <a:lnTo>
                    <a:pt x="2490768" y="675157"/>
                  </a:lnTo>
                  <a:lnTo>
                    <a:pt x="2490538" y="675161"/>
                  </a:lnTo>
                  <a:lnTo>
                    <a:pt x="2490214" y="675094"/>
                  </a:lnTo>
                  <a:lnTo>
                    <a:pt x="2489970" y="675091"/>
                  </a:lnTo>
                  <a:lnTo>
                    <a:pt x="2489434" y="675253"/>
                  </a:lnTo>
                  <a:lnTo>
                    <a:pt x="2489196" y="675391"/>
                  </a:lnTo>
                  <a:lnTo>
                    <a:pt x="2489139" y="675453"/>
                  </a:lnTo>
                  <a:lnTo>
                    <a:pt x="2489100" y="675526"/>
                  </a:lnTo>
                  <a:lnTo>
                    <a:pt x="2489082" y="675592"/>
                  </a:lnTo>
                  <a:lnTo>
                    <a:pt x="2489085" y="675670"/>
                  </a:lnTo>
                  <a:lnTo>
                    <a:pt x="2489105" y="675739"/>
                  </a:lnTo>
                  <a:lnTo>
                    <a:pt x="2489210" y="675837"/>
                  </a:lnTo>
                  <a:lnTo>
                    <a:pt x="2489370" y="675908"/>
                  </a:lnTo>
                  <a:lnTo>
                    <a:pt x="2489484" y="675992"/>
                  </a:lnTo>
                  <a:lnTo>
                    <a:pt x="2489555" y="676058"/>
                  </a:lnTo>
                  <a:lnTo>
                    <a:pt x="2489727" y="676224"/>
                  </a:lnTo>
                  <a:lnTo>
                    <a:pt x="2489747" y="676299"/>
                  </a:lnTo>
                  <a:lnTo>
                    <a:pt x="2489754" y="676388"/>
                  </a:lnTo>
                  <a:lnTo>
                    <a:pt x="2489731" y="676515"/>
                  </a:lnTo>
                  <a:lnTo>
                    <a:pt x="2489690" y="676624"/>
                  </a:lnTo>
                  <a:lnTo>
                    <a:pt x="2489566" y="676738"/>
                  </a:lnTo>
                  <a:lnTo>
                    <a:pt x="2489377" y="676888"/>
                  </a:lnTo>
                  <a:lnTo>
                    <a:pt x="2488997" y="677010"/>
                  </a:lnTo>
                  <a:lnTo>
                    <a:pt x="2488838" y="677078"/>
                  </a:lnTo>
                  <a:lnTo>
                    <a:pt x="2488693" y="677143"/>
                  </a:lnTo>
                  <a:lnTo>
                    <a:pt x="2488543" y="677225"/>
                  </a:lnTo>
                  <a:lnTo>
                    <a:pt x="2488467" y="677323"/>
                  </a:lnTo>
                  <a:lnTo>
                    <a:pt x="2488427" y="677459"/>
                  </a:lnTo>
                  <a:lnTo>
                    <a:pt x="2488475" y="677623"/>
                  </a:lnTo>
                  <a:lnTo>
                    <a:pt x="2488515" y="677750"/>
                  </a:lnTo>
                  <a:lnTo>
                    <a:pt x="2488540" y="677841"/>
                  </a:lnTo>
                  <a:lnTo>
                    <a:pt x="2488552" y="677881"/>
                  </a:lnTo>
                  <a:lnTo>
                    <a:pt x="2488548" y="677954"/>
                  </a:lnTo>
                  <a:lnTo>
                    <a:pt x="2488537" y="677994"/>
                  </a:lnTo>
                  <a:lnTo>
                    <a:pt x="2488507" y="678041"/>
                  </a:lnTo>
                  <a:lnTo>
                    <a:pt x="2488460" y="678095"/>
                  </a:lnTo>
                  <a:lnTo>
                    <a:pt x="2488399" y="678128"/>
                  </a:lnTo>
                  <a:lnTo>
                    <a:pt x="2488251" y="678199"/>
                  </a:lnTo>
                  <a:lnTo>
                    <a:pt x="2488150" y="678244"/>
                  </a:lnTo>
                  <a:lnTo>
                    <a:pt x="2488046" y="678291"/>
                  </a:lnTo>
                  <a:lnTo>
                    <a:pt x="2487916" y="678349"/>
                  </a:lnTo>
                  <a:lnTo>
                    <a:pt x="2487811" y="678433"/>
                  </a:lnTo>
                  <a:lnTo>
                    <a:pt x="2487766" y="678524"/>
                  </a:lnTo>
                  <a:lnTo>
                    <a:pt x="2487739" y="678630"/>
                  </a:lnTo>
                  <a:lnTo>
                    <a:pt x="2487743" y="678729"/>
                  </a:lnTo>
                  <a:lnTo>
                    <a:pt x="2487743" y="678741"/>
                  </a:lnTo>
                  <a:lnTo>
                    <a:pt x="2487752" y="678887"/>
                  </a:lnTo>
                  <a:lnTo>
                    <a:pt x="2487771" y="679001"/>
                  </a:lnTo>
                  <a:lnTo>
                    <a:pt x="2487774" y="679097"/>
                  </a:lnTo>
                  <a:lnTo>
                    <a:pt x="2487728" y="679167"/>
                  </a:lnTo>
                  <a:lnTo>
                    <a:pt x="2487675" y="679213"/>
                  </a:lnTo>
                  <a:lnTo>
                    <a:pt x="2487477" y="679234"/>
                  </a:lnTo>
                  <a:lnTo>
                    <a:pt x="2487358" y="679214"/>
                  </a:lnTo>
                  <a:lnTo>
                    <a:pt x="2487194" y="679132"/>
                  </a:lnTo>
                  <a:lnTo>
                    <a:pt x="2486890" y="678991"/>
                  </a:lnTo>
                  <a:lnTo>
                    <a:pt x="2486741" y="678929"/>
                  </a:lnTo>
                  <a:lnTo>
                    <a:pt x="2486628" y="678890"/>
                  </a:lnTo>
                  <a:lnTo>
                    <a:pt x="2486520" y="678863"/>
                  </a:lnTo>
                  <a:lnTo>
                    <a:pt x="2486404" y="678870"/>
                  </a:lnTo>
                  <a:lnTo>
                    <a:pt x="2486174" y="678900"/>
                  </a:lnTo>
                  <a:lnTo>
                    <a:pt x="2486107" y="678919"/>
                  </a:lnTo>
                  <a:lnTo>
                    <a:pt x="2486056" y="678951"/>
                  </a:lnTo>
                  <a:lnTo>
                    <a:pt x="2485766" y="679121"/>
                  </a:lnTo>
                  <a:lnTo>
                    <a:pt x="2485644" y="679167"/>
                  </a:lnTo>
                  <a:lnTo>
                    <a:pt x="2485444" y="679272"/>
                  </a:lnTo>
                  <a:lnTo>
                    <a:pt x="2485311" y="679360"/>
                  </a:lnTo>
                  <a:lnTo>
                    <a:pt x="2485159" y="679493"/>
                  </a:lnTo>
                  <a:lnTo>
                    <a:pt x="2485066" y="679580"/>
                  </a:lnTo>
                  <a:lnTo>
                    <a:pt x="2484976" y="679672"/>
                  </a:lnTo>
                  <a:lnTo>
                    <a:pt x="2484885" y="679786"/>
                  </a:lnTo>
                  <a:lnTo>
                    <a:pt x="2484865" y="679844"/>
                  </a:lnTo>
                  <a:lnTo>
                    <a:pt x="2484861" y="679917"/>
                  </a:lnTo>
                  <a:lnTo>
                    <a:pt x="2484879" y="680021"/>
                  </a:lnTo>
                  <a:lnTo>
                    <a:pt x="2484908" y="680079"/>
                  </a:lnTo>
                  <a:lnTo>
                    <a:pt x="2484985" y="680131"/>
                  </a:lnTo>
                  <a:lnTo>
                    <a:pt x="2485116" y="680162"/>
                  </a:lnTo>
                  <a:lnTo>
                    <a:pt x="2485210" y="680162"/>
                  </a:lnTo>
                  <a:lnTo>
                    <a:pt x="2485362" y="680107"/>
                  </a:lnTo>
                  <a:lnTo>
                    <a:pt x="2485534" y="680006"/>
                  </a:lnTo>
                  <a:lnTo>
                    <a:pt x="2485696" y="679904"/>
                  </a:lnTo>
                  <a:lnTo>
                    <a:pt x="2485779" y="679830"/>
                  </a:lnTo>
                  <a:lnTo>
                    <a:pt x="2485835" y="679790"/>
                  </a:lnTo>
                  <a:lnTo>
                    <a:pt x="2485901" y="679780"/>
                  </a:lnTo>
                  <a:lnTo>
                    <a:pt x="2485995" y="679767"/>
                  </a:lnTo>
                  <a:lnTo>
                    <a:pt x="2486058" y="679766"/>
                  </a:lnTo>
                  <a:lnTo>
                    <a:pt x="2486086" y="679768"/>
                  </a:lnTo>
                  <a:lnTo>
                    <a:pt x="2486107" y="679769"/>
                  </a:lnTo>
                  <a:lnTo>
                    <a:pt x="2486330" y="679820"/>
                  </a:lnTo>
                  <a:lnTo>
                    <a:pt x="2486571" y="679892"/>
                  </a:lnTo>
                  <a:lnTo>
                    <a:pt x="2486750" y="679984"/>
                  </a:lnTo>
                  <a:lnTo>
                    <a:pt x="2486821" y="680086"/>
                  </a:lnTo>
                  <a:lnTo>
                    <a:pt x="2486915" y="680252"/>
                  </a:lnTo>
                  <a:lnTo>
                    <a:pt x="2486936" y="680367"/>
                  </a:lnTo>
                  <a:lnTo>
                    <a:pt x="2486940" y="680467"/>
                  </a:lnTo>
                  <a:lnTo>
                    <a:pt x="2487110" y="680638"/>
                  </a:lnTo>
                  <a:lnTo>
                    <a:pt x="2487146" y="680690"/>
                  </a:lnTo>
                  <a:lnTo>
                    <a:pt x="2487145" y="680719"/>
                  </a:lnTo>
                  <a:lnTo>
                    <a:pt x="2487081" y="680763"/>
                  </a:lnTo>
                  <a:lnTo>
                    <a:pt x="2486706" y="680948"/>
                  </a:lnTo>
                  <a:lnTo>
                    <a:pt x="2486552" y="681015"/>
                  </a:lnTo>
                  <a:lnTo>
                    <a:pt x="2486520" y="681023"/>
                  </a:lnTo>
                  <a:lnTo>
                    <a:pt x="2486425" y="681028"/>
                  </a:lnTo>
                  <a:lnTo>
                    <a:pt x="2486331" y="681069"/>
                  </a:lnTo>
                  <a:lnTo>
                    <a:pt x="2486287" y="681098"/>
                  </a:lnTo>
                  <a:lnTo>
                    <a:pt x="2486234" y="681110"/>
                  </a:lnTo>
                  <a:lnTo>
                    <a:pt x="2486187" y="681114"/>
                  </a:lnTo>
                  <a:lnTo>
                    <a:pt x="2486107" y="681105"/>
                  </a:lnTo>
                  <a:lnTo>
                    <a:pt x="2486101" y="681107"/>
                  </a:lnTo>
                  <a:lnTo>
                    <a:pt x="2486094" y="681109"/>
                  </a:lnTo>
                  <a:lnTo>
                    <a:pt x="2486084" y="681120"/>
                  </a:lnTo>
                  <a:lnTo>
                    <a:pt x="2486080" y="681124"/>
                  </a:lnTo>
                  <a:lnTo>
                    <a:pt x="2486073" y="681130"/>
                  </a:lnTo>
                  <a:lnTo>
                    <a:pt x="2486066" y="681136"/>
                  </a:lnTo>
                  <a:lnTo>
                    <a:pt x="2486060" y="681139"/>
                  </a:lnTo>
                  <a:lnTo>
                    <a:pt x="2486039" y="681145"/>
                  </a:lnTo>
                  <a:lnTo>
                    <a:pt x="2486031" y="681147"/>
                  </a:lnTo>
                  <a:lnTo>
                    <a:pt x="2486021" y="681149"/>
                  </a:lnTo>
                  <a:lnTo>
                    <a:pt x="2486010" y="681151"/>
                  </a:lnTo>
                  <a:lnTo>
                    <a:pt x="2485998" y="681153"/>
                  </a:lnTo>
                  <a:lnTo>
                    <a:pt x="2485990" y="681155"/>
                  </a:lnTo>
                  <a:lnTo>
                    <a:pt x="2485982" y="681157"/>
                  </a:lnTo>
                  <a:lnTo>
                    <a:pt x="2485973" y="681160"/>
                  </a:lnTo>
                  <a:lnTo>
                    <a:pt x="2485968" y="681163"/>
                  </a:lnTo>
                  <a:lnTo>
                    <a:pt x="2485962" y="681165"/>
                  </a:lnTo>
                  <a:lnTo>
                    <a:pt x="2485956" y="681168"/>
                  </a:lnTo>
                  <a:lnTo>
                    <a:pt x="2485949" y="681175"/>
                  </a:lnTo>
                  <a:lnTo>
                    <a:pt x="2485943" y="681178"/>
                  </a:lnTo>
                  <a:lnTo>
                    <a:pt x="2485937" y="681183"/>
                  </a:lnTo>
                  <a:lnTo>
                    <a:pt x="2485932" y="681191"/>
                  </a:lnTo>
                  <a:lnTo>
                    <a:pt x="2485928" y="681198"/>
                  </a:lnTo>
                  <a:lnTo>
                    <a:pt x="2485925" y="681202"/>
                  </a:lnTo>
                  <a:lnTo>
                    <a:pt x="2485919" y="681209"/>
                  </a:lnTo>
                  <a:lnTo>
                    <a:pt x="2485913" y="681213"/>
                  </a:lnTo>
                  <a:lnTo>
                    <a:pt x="2485908" y="681219"/>
                  </a:lnTo>
                  <a:lnTo>
                    <a:pt x="2485903" y="681223"/>
                  </a:lnTo>
                  <a:lnTo>
                    <a:pt x="2485889" y="681233"/>
                  </a:lnTo>
                  <a:lnTo>
                    <a:pt x="2485883" y="681239"/>
                  </a:lnTo>
                  <a:lnTo>
                    <a:pt x="2485878" y="681244"/>
                  </a:lnTo>
                  <a:lnTo>
                    <a:pt x="2485866" y="681252"/>
                  </a:lnTo>
                  <a:lnTo>
                    <a:pt x="2485860" y="681257"/>
                  </a:lnTo>
                  <a:lnTo>
                    <a:pt x="2485850" y="681260"/>
                  </a:lnTo>
                  <a:lnTo>
                    <a:pt x="2485845" y="681264"/>
                  </a:lnTo>
                  <a:lnTo>
                    <a:pt x="2485838" y="681268"/>
                  </a:lnTo>
                  <a:lnTo>
                    <a:pt x="2485831" y="681271"/>
                  </a:lnTo>
                  <a:lnTo>
                    <a:pt x="2485824" y="681271"/>
                  </a:lnTo>
                  <a:lnTo>
                    <a:pt x="2485818" y="681268"/>
                  </a:lnTo>
                  <a:lnTo>
                    <a:pt x="2485819" y="681262"/>
                  </a:lnTo>
                  <a:lnTo>
                    <a:pt x="2485825" y="681257"/>
                  </a:lnTo>
                  <a:lnTo>
                    <a:pt x="2485830" y="681254"/>
                  </a:lnTo>
                  <a:lnTo>
                    <a:pt x="2485837" y="681247"/>
                  </a:lnTo>
                  <a:lnTo>
                    <a:pt x="2485841" y="681242"/>
                  </a:lnTo>
                  <a:lnTo>
                    <a:pt x="2485851" y="681229"/>
                  </a:lnTo>
                  <a:lnTo>
                    <a:pt x="2485864" y="681211"/>
                  </a:lnTo>
                  <a:lnTo>
                    <a:pt x="2485881" y="681187"/>
                  </a:lnTo>
                  <a:lnTo>
                    <a:pt x="2485895" y="681168"/>
                  </a:lnTo>
                  <a:lnTo>
                    <a:pt x="2485903" y="681154"/>
                  </a:lnTo>
                  <a:lnTo>
                    <a:pt x="2485901" y="681146"/>
                  </a:lnTo>
                  <a:lnTo>
                    <a:pt x="2485892" y="681141"/>
                  </a:lnTo>
                  <a:lnTo>
                    <a:pt x="2485874" y="681142"/>
                  </a:lnTo>
                  <a:lnTo>
                    <a:pt x="2485857" y="681142"/>
                  </a:lnTo>
                  <a:lnTo>
                    <a:pt x="2485788" y="681131"/>
                  </a:lnTo>
                  <a:lnTo>
                    <a:pt x="2485680" y="681137"/>
                  </a:lnTo>
                  <a:lnTo>
                    <a:pt x="2485541" y="681132"/>
                  </a:lnTo>
                  <a:lnTo>
                    <a:pt x="2485529" y="681131"/>
                  </a:lnTo>
                  <a:lnTo>
                    <a:pt x="2485522" y="681129"/>
                  </a:lnTo>
                  <a:lnTo>
                    <a:pt x="2485516" y="681124"/>
                  </a:lnTo>
                  <a:lnTo>
                    <a:pt x="2485510" y="681117"/>
                  </a:lnTo>
                  <a:lnTo>
                    <a:pt x="2485503" y="681110"/>
                  </a:lnTo>
                  <a:lnTo>
                    <a:pt x="2485494" y="681105"/>
                  </a:lnTo>
                  <a:lnTo>
                    <a:pt x="2485480" y="681101"/>
                  </a:lnTo>
                  <a:lnTo>
                    <a:pt x="2485422" y="681079"/>
                  </a:lnTo>
                  <a:lnTo>
                    <a:pt x="2485416" y="681075"/>
                  </a:lnTo>
                  <a:lnTo>
                    <a:pt x="2485411" y="681056"/>
                  </a:lnTo>
                  <a:lnTo>
                    <a:pt x="2485351" y="681005"/>
                  </a:lnTo>
                  <a:lnTo>
                    <a:pt x="2485347" y="681000"/>
                  </a:lnTo>
                  <a:lnTo>
                    <a:pt x="2485340" y="680991"/>
                  </a:lnTo>
                  <a:lnTo>
                    <a:pt x="2485311" y="680953"/>
                  </a:lnTo>
                  <a:lnTo>
                    <a:pt x="2485276" y="680899"/>
                  </a:lnTo>
                  <a:lnTo>
                    <a:pt x="2485225" y="680866"/>
                  </a:lnTo>
                  <a:lnTo>
                    <a:pt x="2485176" y="680842"/>
                  </a:lnTo>
                  <a:lnTo>
                    <a:pt x="2485163" y="680832"/>
                  </a:lnTo>
                  <a:lnTo>
                    <a:pt x="2485146" y="680819"/>
                  </a:lnTo>
                  <a:lnTo>
                    <a:pt x="2485123" y="680795"/>
                  </a:lnTo>
                  <a:lnTo>
                    <a:pt x="2485095" y="680766"/>
                  </a:lnTo>
                  <a:lnTo>
                    <a:pt x="2485091" y="680762"/>
                  </a:lnTo>
                  <a:lnTo>
                    <a:pt x="2485085" y="680759"/>
                  </a:lnTo>
                  <a:lnTo>
                    <a:pt x="2485073" y="680756"/>
                  </a:lnTo>
                  <a:lnTo>
                    <a:pt x="2485066" y="680755"/>
                  </a:lnTo>
                  <a:lnTo>
                    <a:pt x="2485059" y="680755"/>
                  </a:lnTo>
                  <a:lnTo>
                    <a:pt x="2485050" y="680755"/>
                  </a:lnTo>
                  <a:lnTo>
                    <a:pt x="2485042" y="680751"/>
                  </a:lnTo>
                  <a:lnTo>
                    <a:pt x="2485042" y="680745"/>
                  </a:lnTo>
                  <a:lnTo>
                    <a:pt x="2485045" y="680739"/>
                  </a:lnTo>
                  <a:lnTo>
                    <a:pt x="2485046" y="680731"/>
                  </a:lnTo>
                  <a:lnTo>
                    <a:pt x="2485042" y="680726"/>
                  </a:lnTo>
                  <a:lnTo>
                    <a:pt x="2485028" y="680707"/>
                  </a:lnTo>
                  <a:lnTo>
                    <a:pt x="2485020" y="680698"/>
                  </a:lnTo>
                  <a:lnTo>
                    <a:pt x="2485014" y="680691"/>
                  </a:lnTo>
                  <a:lnTo>
                    <a:pt x="2485008" y="680686"/>
                  </a:lnTo>
                  <a:lnTo>
                    <a:pt x="2485002" y="680683"/>
                  </a:lnTo>
                  <a:lnTo>
                    <a:pt x="2484995" y="680680"/>
                  </a:lnTo>
                  <a:lnTo>
                    <a:pt x="2484988" y="680678"/>
                  </a:lnTo>
                  <a:lnTo>
                    <a:pt x="2484982" y="680676"/>
                  </a:lnTo>
                  <a:lnTo>
                    <a:pt x="2484974" y="680674"/>
                  </a:lnTo>
                  <a:lnTo>
                    <a:pt x="2484963" y="680666"/>
                  </a:lnTo>
                  <a:lnTo>
                    <a:pt x="2484955" y="680660"/>
                  </a:lnTo>
                  <a:lnTo>
                    <a:pt x="2484949" y="680657"/>
                  </a:lnTo>
                  <a:lnTo>
                    <a:pt x="2484942" y="680653"/>
                  </a:lnTo>
                  <a:lnTo>
                    <a:pt x="2484934" y="680650"/>
                  </a:lnTo>
                  <a:lnTo>
                    <a:pt x="2484926" y="680647"/>
                  </a:lnTo>
                  <a:lnTo>
                    <a:pt x="2484907" y="680643"/>
                  </a:lnTo>
                  <a:lnTo>
                    <a:pt x="2484886" y="680638"/>
                  </a:lnTo>
                  <a:lnTo>
                    <a:pt x="2484879" y="680638"/>
                  </a:lnTo>
                  <a:lnTo>
                    <a:pt x="2484844" y="680663"/>
                  </a:lnTo>
                  <a:lnTo>
                    <a:pt x="2484820" y="680657"/>
                  </a:lnTo>
                  <a:lnTo>
                    <a:pt x="2484818" y="680640"/>
                  </a:lnTo>
                  <a:lnTo>
                    <a:pt x="2484818" y="680633"/>
                  </a:lnTo>
                  <a:lnTo>
                    <a:pt x="2484818" y="680626"/>
                  </a:lnTo>
                  <a:lnTo>
                    <a:pt x="2484839" y="680546"/>
                  </a:lnTo>
                  <a:lnTo>
                    <a:pt x="2484825" y="680544"/>
                  </a:lnTo>
                  <a:lnTo>
                    <a:pt x="2484809" y="680540"/>
                  </a:lnTo>
                  <a:lnTo>
                    <a:pt x="2484792" y="680606"/>
                  </a:lnTo>
                  <a:lnTo>
                    <a:pt x="2484759" y="680598"/>
                  </a:lnTo>
                  <a:lnTo>
                    <a:pt x="2484718" y="680584"/>
                  </a:lnTo>
                  <a:lnTo>
                    <a:pt x="2484691" y="680573"/>
                  </a:lnTo>
                  <a:lnTo>
                    <a:pt x="2484672" y="680566"/>
                  </a:lnTo>
                  <a:lnTo>
                    <a:pt x="2484667" y="680565"/>
                  </a:lnTo>
                  <a:lnTo>
                    <a:pt x="2484638" y="680569"/>
                  </a:lnTo>
                  <a:lnTo>
                    <a:pt x="2484580" y="680587"/>
                  </a:lnTo>
                  <a:lnTo>
                    <a:pt x="2484510" y="680665"/>
                  </a:lnTo>
                  <a:lnTo>
                    <a:pt x="2484495" y="680681"/>
                  </a:lnTo>
                  <a:lnTo>
                    <a:pt x="2484493" y="680689"/>
                  </a:lnTo>
                  <a:lnTo>
                    <a:pt x="2484485" y="680721"/>
                  </a:lnTo>
                  <a:lnTo>
                    <a:pt x="2484480" y="680743"/>
                  </a:lnTo>
                  <a:lnTo>
                    <a:pt x="2484463" y="680812"/>
                  </a:lnTo>
                  <a:lnTo>
                    <a:pt x="2484460" y="680823"/>
                  </a:lnTo>
                  <a:lnTo>
                    <a:pt x="2484451" y="680851"/>
                  </a:lnTo>
                  <a:lnTo>
                    <a:pt x="2484442" y="680877"/>
                  </a:lnTo>
                  <a:lnTo>
                    <a:pt x="2484413" y="680962"/>
                  </a:lnTo>
                  <a:lnTo>
                    <a:pt x="2484400" y="680998"/>
                  </a:lnTo>
                  <a:lnTo>
                    <a:pt x="2484395" y="681002"/>
                  </a:lnTo>
                  <a:lnTo>
                    <a:pt x="2484387" y="681010"/>
                  </a:lnTo>
                  <a:lnTo>
                    <a:pt x="2484382" y="681014"/>
                  </a:lnTo>
                  <a:lnTo>
                    <a:pt x="2484377" y="681017"/>
                  </a:lnTo>
                  <a:lnTo>
                    <a:pt x="2484374" y="681025"/>
                  </a:lnTo>
                  <a:lnTo>
                    <a:pt x="2484373" y="681031"/>
                  </a:lnTo>
                  <a:lnTo>
                    <a:pt x="2484373" y="681049"/>
                  </a:lnTo>
                  <a:lnTo>
                    <a:pt x="2484372" y="681056"/>
                  </a:lnTo>
                  <a:lnTo>
                    <a:pt x="2484367" y="681068"/>
                  </a:lnTo>
                  <a:lnTo>
                    <a:pt x="2484367" y="681073"/>
                  </a:lnTo>
                  <a:lnTo>
                    <a:pt x="2484375" y="681104"/>
                  </a:lnTo>
                  <a:lnTo>
                    <a:pt x="2484378" y="681111"/>
                  </a:lnTo>
                  <a:lnTo>
                    <a:pt x="2484382" y="681119"/>
                  </a:lnTo>
                  <a:lnTo>
                    <a:pt x="2484386" y="681124"/>
                  </a:lnTo>
                  <a:lnTo>
                    <a:pt x="2484390" y="681130"/>
                  </a:lnTo>
                  <a:lnTo>
                    <a:pt x="2484394" y="681139"/>
                  </a:lnTo>
                  <a:lnTo>
                    <a:pt x="2484419" y="681148"/>
                  </a:lnTo>
                  <a:lnTo>
                    <a:pt x="2484432" y="681158"/>
                  </a:lnTo>
                  <a:lnTo>
                    <a:pt x="2484441" y="681176"/>
                  </a:lnTo>
                  <a:lnTo>
                    <a:pt x="2484445" y="681203"/>
                  </a:lnTo>
                  <a:lnTo>
                    <a:pt x="2484447" y="681210"/>
                  </a:lnTo>
                  <a:lnTo>
                    <a:pt x="2484459" y="681238"/>
                  </a:lnTo>
                  <a:lnTo>
                    <a:pt x="2484462" y="681245"/>
                  </a:lnTo>
                  <a:lnTo>
                    <a:pt x="2484465" y="681252"/>
                  </a:lnTo>
                  <a:lnTo>
                    <a:pt x="2484467" y="681260"/>
                  </a:lnTo>
                  <a:lnTo>
                    <a:pt x="2484471" y="681273"/>
                  </a:lnTo>
                  <a:lnTo>
                    <a:pt x="2484472" y="681281"/>
                  </a:lnTo>
                  <a:lnTo>
                    <a:pt x="2484472" y="681287"/>
                  </a:lnTo>
                  <a:lnTo>
                    <a:pt x="2484471" y="681296"/>
                  </a:lnTo>
                  <a:lnTo>
                    <a:pt x="2484469" y="681306"/>
                  </a:lnTo>
                  <a:lnTo>
                    <a:pt x="2484466" y="681317"/>
                  </a:lnTo>
                  <a:lnTo>
                    <a:pt x="2484458" y="681339"/>
                  </a:lnTo>
                  <a:lnTo>
                    <a:pt x="2484455" y="681345"/>
                  </a:lnTo>
                  <a:lnTo>
                    <a:pt x="2484451" y="681352"/>
                  </a:lnTo>
                  <a:lnTo>
                    <a:pt x="2484444" y="681358"/>
                  </a:lnTo>
                  <a:lnTo>
                    <a:pt x="2484435" y="681366"/>
                  </a:lnTo>
                  <a:lnTo>
                    <a:pt x="2484431" y="681371"/>
                  </a:lnTo>
                  <a:lnTo>
                    <a:pt x="2484429" y="681377"/>
                  </a:lnTo>
                  <a:lnTo>
                    <a:pt x="2484429" y="681387"/>
                  </a:lnTo>
                  <a:lnTo>
                    <a:pt x="2484427" y="681396"/>
                  </a:lnTo>
                  <a:lnTo>
                    <a:pt x="2484425" y="681403"/>
                  </a:lnTo>
                  <a:lnTo>
                    <a:pt x="2484422" y="681409"/>
                  </a:lnTo>
                  <a:lnTo>
                    <a:pt x="2484417" y="681418"/>
                  </a:lnTo>
                  <a:lnTo>
                    <a:pt x="2484410" y="681436"/>
                  </a:lnTo>
                  <a:lnTo>
                    <a:pt x="2484406" y="681443"/>
                  </a:lnTo>
                  <a:lnTo>
                    <a:pt x="2484382" y="681466"/>
                  </a:lnTo>
                  <a:lnTo>
                    <a:pt x="2484371" y="681475"/>
                  </a:lnTo>
                  <a:lnTo>
                    <a:pt x="2484301" y="681530"/>
                  </a:lnTo>
                  <a:lnTo>
                    <a:pt x="2484230" y="681588"/>
                  </a:lnTo>
                  <a:lnTo>
                    <a:pt x="2484216" y="681596"/>
                  </a:lnTo>
                  <a:lnTo>
                    <a:pt x="2484178" y="681622"/>
                  </a:lnTo>
                  <a:lnTo>
                    <a:pt x="2484173" y="681625"/>
                  </a:lnTo>
                  <a:lnTo>
                    <a:pt x="2484101" y="681663"/>
                  </a:lnTo>
                  <a:lnTo>
                    <a:pt x="2484095" y="681668"/>
                  </a:lnTo>
                  <a:lnTo>
                    <a:pt x="2484087" y="681672"/>
                  </a:lnTo>
                  <a:lnTo>
                    <a:pt x="2483990" y="681727"/>
                  </a:lnTo>
                  <a:lnTo>
                    <a:pt x="2483939" y="681753"/>
                  </a:lnTo>
                  <a:lnTo>
                    <a:pt x="2483859" y="681792"/>
                  </a:lnTo>
                  <a:lnTo>
                    <a:pt x="2483847" y="681797"/>
                  </a:lnTo>
                  <a:lnTo>
                    <a:pt x="2483805" y="681810"/>
                  </a:lnTo>
                  <a:lnTo>
                    <a:pt x="2483713" y="681844"/>
                  </a:lnTo>
                  <a:lnTo>
                    <a:pt x="2483656" y="681861"/>
                  </a:lnTo>
                  <a:lnTo>
                    <a:pt x="2483617" y="681870"/>
                  </a:lnTo>
                  <a:lnTo>
                    <a:pt x="2483593" y="681874"/>
                  </a:lnTo>
                  <a:lnTo>
                    <a:pt x="2483508" y="681894"/>
                  </a:lnTo>
                  <a:lnTo>
                    <a:pt x="2483501" y="681896"/>
                  </a:lnTo>
                  <a:lnTo>
                    <a:pt x="2483449" y="681903"/>
                  </a:lnTo>
                  <a:lnTo>
                    <a:pt x="2483425" y="681908"/>
                  </a:lnTo>
                  <a:lnTo>
                    <a:pt x="2483352" y="681910"/>
                  </a:lnTo>
                  <a:lnTo>
                    <a:pt x="2483327" y="681912"/>
                  </a:lnTo>
                  <a:lnTo>
                    <a:pt x="2483317" y="681912"/>
                  </a:lnTo>
                  <a:lnTo>
                    <a:pt x="2483275" y="681913"/>
                  </a:lnTo>
                  <a:lnTo>
                    <a:pt x="2483268" y="681913"/>
                  </a:lnTo>
                  <a:lnTo>
                    <a:pt x="2483197" y="681916"/>
                  </a:lnTo>
                  <a:lnTo>
                    <a:pt x="2483182" y="681917"/>
                  </a:lnTo>
                  <a:lnTo>
                    <a:pt x="2483176" y="681917"/>
                  </a:lnTo>
                  <a:lnTo>
                    <a:pt x="2483155" y="681915"/>
                  </a:lnTo>
                  <a:lnTo>
                    <a:pt x="2483129" y="681914"/>
                  </a:lnTo>
                  <a:lnTo>
                    <a:pt x="2483079" y="681914"/>
                  </a:lnTo>
                  <a:lnTo>
                    <a:pt x="2483032" y="681916"/>
                  </a:lnTo>
                  <a:lnTo>
                    <a:pt x="2483024" y="681916"/>
                  </a:lnTo>
                  <a:lnTo>
                    <a:pt x="2482997" y="681915"/>
                  </a:lnTo>
                  <a:lnTo>
                    <a:pt x="2482926" y="681917"/>
                  </a:lnTo>
                  <a:lnTo>
                    <a:pt x="2482906" y="681912"/>
                  </a:lnTo>
                  <a:lnTo>
                    <a:pt x="2482886" y="681909"/>
                  </a:lnTo>
                  <a:lnTo>
                    <a:pt x="2482876" y="681906"/>
                  </a:lnTo>
                  <a:lnTo>
                    <a:pt x="2482862" y="681902"/>
                  </a:lnTo>
                  <a:lnTo>
                    <a:pt x="2482832" y="681891"/>
                  </a:lnTo>
                  <a:lnTo>
                    <a:pt x="2482818" y="681886"/>
                  </a:lnTo>
                  <a:lnTo>
                    <a:pt x="2482805" y="681883"/>
                  </a:lnTo>
                  <a:lnTo>
                    <a:pt x="2482792" y="681880"/>
                  </a:lnTo>
                  <a:lnTo>
                    <a:pt x="2482773" y="681878"/>
                  </a:lnTo>
                  <a:lnTo>
                    <a:pt x="2482767" y="681877"/>
                  </a:lnTo>
                  <a:lnTo>
                    <a:pt x="2482761" y="681876"/>
                  </a:lnTo>
                  <a:lnTo>
                    <a:pt x="2482738" y="681867"/>
                  </a:lnTo>
                  <a:lnTo>
                    <a:pt x="2482732" y="681864"/>
                  </a:lnTo>
                  <a:lnTo>
                    <a:pt x="2482721" y="681861"/>
                  </a:lnTo>
                  <a:lnTo>
                    <a:pt x="2482714" y="681859"/>
                  </a:lnTo>
                  <a:lnTo>
                    <a:pt x="2482706" y="681857"/>
                  </a:lnTo>
                  <a:lnTo>
                    <a:pt x="2482697" y="681856"/>
                  </a:lnTo>
                  <a:lnTo>
                    <a:pt x="2482690" y="681855"/>
                  </a:lnTo>
                  <a:lnTo>
                    <a:pt x="2482682" y="681855"/>
                  </a:lnTo>
                  <a:lnTo>
                    <a:pt x="2482665" y="681856"/>
                  </a:lnTo>
                  <a:lnTo>
                    <a:pt x="2482652" y="681855"/>
                  </a:lnTo>
                  <a:lnTo>
                    <a:pt x="2482642" y="681854"/>
                  </a:lnTo>
                  <a:lnTo>
                    <a:pt x="2482629" y="681852"/>
                  </a:lnTo>
                  <a:lnTo>
                    <a:pt x="2482547" y="681835"/>
                  </a:lnTo>
                  <a:lnTo>
                    <a:pt x="2482512" y="681830"/>
                  </a:lnTo>
                  <a:lnTo>
                    <a:pt x="2482488" y="681828"/>
                  </a:lnTo>
                  <a:lnTo>
                    <a:pt x="2482480" y="681825"/>
                  </a:lnTo>
                  <a:lnTo>
                    <a:pt x="2482448" y="681812"/>
                  </a:lnTo>
                  <a:lnTo>
                    <a:pt x="2482431" y="681808"/>
                  </a:lnTo>
                  <a:lnTo>
                    <a:pt x="2482423" y="681807"/>
                  </a:lnTo>
                  <a:lnTo>
                    <a:pt x="2482416" y="681805"/>
                  </a:lnTo>
                  <a:lnTo>
                    <a:pt x="2482404" y="681800"/>
                  </a:lnTo>
                  <a:lnTo>
                    <a:pt x="2482392" y="681796"/>
                  </a:lnTo>
                  <a:lnTo>
                    <a:pt x="2482384" y="681794"/>
                  </a:lnTo>
                  <a:lnTo>
                    <a:pt x="2482376" y="681792"/>
                  </a:lnTo>
                  <a:lnTo>
                    <a:pt x="2482368" y="681790"/>
                  </a:lnTo>
                  <a:lnTo>
                    <a:pt x="2482362" y="681790"/>
                  </a:lnTo>
                  <a:lnTo>
                    <a:pt x="2482351" y="681789"/>
                  </a:lnTo>
                  <a:lnTo>
                    <a:pt x="2482285" y="681778"/>
                  </a:lnTo>
                  <a:lnTo>
                    <a:pt x="2482271" y="681774"/>
                  </a:lnTo>
                  <a:lnTo>
                    <a:pt x="2482259" y="681771"/>
                  </a:lnTo>
                  <a:lnTo>
                    <a:pt x="2482212" y="681756"/>
                  </a:lnTo>
                  <a:lnTo>
                    <a:pt x="2482192" y="681750"/>
                  </a:lnTo>
                  <a:lnTo>
                    <a:pt x="2482183" y="681748"/>
                  </a:lnTo>
                  <a:lnTo>
                    <a:pt x="2482175" y="681748"/>
                  </a:lnTo>
                  <a:lnTo>
                    <a:pt x="2482164" y="681748"/>
                  </a:lnTo>
                  <a:lnTo>
                    <a:pt x="2482156" y="681747"/>
                  </a:lnTo>
                  <a:lnTo>
                    <a:pt x="2482151" y="681744"/>
                  </a:lnTo>
                  <a:lnTo>
                    <a:pt x="2482147" y="681741"/>
                  </a:lnTo>
                  <a:lnTo>
                    <a:pt x="2482112" y="681711"/>
                  </a:lnTo>
                  <a:lnTo>
                    <a:pt x="2482038" y="681661"/>
                  </a:lnTo>
                  <a:lnTo>
                    <a:pt x="2481919" y="681566"/>
                  </a:lnTo>
                  <a:lnTo>
                    <a:pt x="2481832" y="681490"/>
                  </a:lnTo>
                  <a:lnTo>
                    <a:pt x="2481744" y="681397"/>
                  </a:lnTo>
                  <a:lnTo>
                    <a:pt x="2481707" y="681355"/>
                  </a:lnTo>
                  <a:lnTo>
                    <a:pt x="2481692" y="681334"/>
                  </a:lnTo>
                  <a:lnTo>
                    <a:pt x="2481698" y="681323"/>
                  </a:lnTo>
                  <a:lnTo>
                    <a:pt x="2481699" y="681314"/>
                  </a:lnTo>
                  <a:lnTo>
                    <a:pt x="2481695" y="681305"/>
                  </a:lnTo>
                  <a:lnTo>
                    <a:pt x="2481693" y="681300"/>
                  </a:lnTo>
                  <a:lnTo>
                    <a:pt x="2481690" y="681295"/>
                  </a:lnTo>
                  <a:lnTo>
                    <a:pt x="2481684" y="681286"/>
                  </a:lnTo>
                  <a:lnTo>
                    <a:pt x="2481674" y="681273"/>
                  </a:lnTo>
                  <a:lnTo>
                    <a:pt x="2481668" y="681267"/>
                  </a:lnTo>
                  <a:lnTo>
                    <a:pt x="2481663" y="681262"/>
                  </a:lnTo>
                  <a:lnTo>
                    <a:pt x="2481657" y="681258"/>
                  </a:lnTo>
                  <a:lnTo>
                    <a:pt x="2481644" y="681249"/>
                  </a:lnTo>
                  <a:lnTo>
                    <a:pt x="2481639" y="681245"/>
                  </a:lnTo>
                  <a:lnTo>
                    <a:pt x="2481635" y="681239"/>
                  </a:lnTo>
                  <a:lnTo>
                    <a:pt x="2481624" y="681218"/>
                  </a:lnTo>
                  <a:lnTo>
                    <a:pt x="2481608" y="681193"/>
                  </a:lnTo>
                  <a:lnTo>
                    <a:pt x="2481604" y="681186"/>
                  </a:lnTo>
                  <a:lnTo>
                    <a:pt x="2481600" y="681178"/>
                  </a:lnTo>
                  <a:lnTo>
                    <a:pt x="2481597" y="681168"/>
                  </a:lnTo>
                  <a:lnTo>
                    <a:pt x="2481593" y="681159"/>
                  </a:lnTo>
                  <a:lnTo>
                    <a:pt x="2481591" y="681150"/>
                  </a:lnTo>
                  <a:lnTo>
                    <a:pt x="2481578" y="681087"/>
                  </a:lnTo>
                  <a:lnTo>
                    <a:pt x="2481573" y="681073"/>
                  </a:lnTo>
                  <a:lnTo>
                    <a:pt x="2481571" y="681063"/>
                  </a:lnTo>
                  <a:lnTo>
                    <a:pt x="2481570" y="681057"/>
                  </a:lnTo>
                  <a:lnTo>
                    <a:pt x="2481569" y="681050"/>
                  </a:lnTo>
                  <a:lnTo>
                    <a:pt x="2481568" y="681031"/>
                  </a:lnTo>
                  <a:lnTo>
                    <a:pt x="2481568" y="681009"/>
                  </a:lnTo>
                  <a:lnTo>
                    <a:pt x="2481569" y="681000"/>
                  </a:lnTo>
                  <a:lnTo>
                    <a:pt x="2481569" y="680992"/>
                  </a:lnTo>
                  <a:lnTo>
                    <a:pt x="2481571" y="680982"/>
                  </a:lnTo>
                  <a:lnTo>
                    <a:pt x="2481594" y="680905"/>
                  </a:lnTo>
                  <a:lnTo>
                    <a:pt x="2481605" y="680876"/>
                  </a:lnTo>
                  <a:lnTo>
                    <a:pt x="2481632" y="680816"/>
                  </a:lnTo>
                  <a:lnTo>
                    <a:pt x="2481641" y="680799"/>
                  </a:lnTo>
                  <a:lnTo>
                    <a:pt x="2481665" y="680768"/>
                  </a:lnTo>
                  <a:lnTo>
                    <a:pt x="2481697" y="680729"/>
                  </a:lnTo>
                  <a:lnTo>
                    <a:pt x="2481739" y="680687"/>
                  </a:lnTo>
                  <a:lnTo>
                    <a:pt x="2481751" y="680678"/>
                  </a:lnTo>
                  <a:lnTo>
                    <a:pt x="2481757" y="680672"/>
                  </a:lnTo>
                  <a:lnTo>
                    <a:pt x="2481762" y="680664"/>
                  </a:lnTo>
                  <a:lnTo>
                    <a:pt x="2481764" y="680651"/>
                  </a:lnTo>
                  <a:lnTo>
                    <a:pt x="2481766" y="680644"/>
                  </a:lnTo>
                  <a:lnTo>
                    <a:pt x="2481769" y="680638"/>
                  </a:lnTo>
                  <a:lnTo>
                    <a:pt x="2481784" y="680611"/>
                  </a:lnTo>
                  <a:lnTo>
                    <a:pt x="2481790" y="680601"/>
                  </a:lnTo>
                  <a:lnTo>
                    <a:pt x="2481803" y="680585"/>
                  </a:lnTo>
                  <a:lnTo>
                    <a:pt x="2481806" y="680581"/>
                  </a:lnTo>
                  <a:lnTo>
                    <a:pt x="2481810" y="680572"/>
                  </a:lnTo>
                  <a:lnTo>
                    <a:pt x="2481813" y="680562"/>
                  </a:lnTo>
                  <a:lnTo>
                    <a:pt x="2481818" y="680556"/>
                  </a:lnTo>
                  <a:lnTo>
                    <a:pt x="2481838" y="680534"/>
                  </a:lnTo>
                  <a:lnTo>
                    <a:pt x="2481842" y="680528"/>
                  </a:lnTo>
                  <a:lnTo>
                    <a:pt x="2481844" y="680521"/>
                  </a:lnTo>
                  <a:lnTo>
                    <a:pt x="2481846" y="680516"/>
                  </a:lnTo>
                  <a:lnTo>
                    <a:pt x="2481850" y="680508"/>
                  </a:lnTo>
                  <a:lnTo>
                    <a:pt x="2481852" y="680500"/>
                  </a:lnTo>
                  <a:lnTo>
                    <a:pt x="2481854" y="680493"/>
                  </a:lnTo>
                  <a:lnTo>
                    <a:pt x="2481858" y="680488"/>
                  </a:lnTo>
                  <a:lnTo>
                    <a:pt x="2481865" y="680479"/>
                  </a:lnTo>
                  <a:lnTo>
                    <a:pt x="2481870" y="680472"/>
                  </a:lnTo>
                  <a:lnTo>
                    <a:pt x="2481881" y="680450"/>
                  </a:lnTo>
                  <a:lnTo>
                    <a:pt x="2481887" y="680438"/>
                  </a:lnTo>
                  <a:lnTo>
                    <a:pt x="2481891" y="680427"/>
                  </a:lnTo>
                  <a:lnTo>
                    <a:pt x="2481893" y="680418"/>
                  </a:lnTo>
                  <a:lnTo>
                    <a:pt x="2481910" y="680365"/>
                  </a:lnTo>
                  <a:lnTo>
                    <a:pt x="2481915" y="680353"/>
                  </a:lnTo>
                  <a:lnTo>
                    <a:pt x="2481918" y="680340"/>
                  </a:lnTo>
                  <a:lnTo>
                    <a:pt x="2481921" y="680329"/>
                  </a:lnTo>
                  <a:lnTo>
                    <a:pt x="2481922" y="680319"/>
                  </a:lnTo>
                  <a:lnTo>
                    <a:pt x="2481923" y="680312"/>
                  </a:lnTo>
                  <a:lnTo>
                    <a:pt x="2481922" y="680295"/>
                  </a:lnTo>
                  <a:lnTo>
                    <a:pt x="2481920" y="680260"/>
                  </a:lnTo>
                  <a:lnTo>
                    <a:pt x="2481932" y="680196"/>
                  </a:lnTo>
                  <a:lnTo>
                    <a:pt x="2481927" y="680171"/>
                  </a:lnTo>
                  <a:lnTo>
                    <a:pt x="2481925" y="680162"/>
                  </a:lnTo>
                  <a:lnTo>
                    <a:pt x="2481918" y="680148"/>
                  </a:lnTo>
                  <a:lnTo>
                    <a:pt x="2481914" y="680142"/>
                  </a:lnTo>
                  <a:lnTo>
                    <a:pt x="2481909" y="680137"/>
                  </a:lnTo>
                  <a:lnTo>
                    <a:pt x="2481905" y="680133"/>
                  </a:lnTo>
                  <a:lnTo>
                    <a:pt x="2481900" y="680129"/>
                  </a:lnTo>
                  <a:lnTo>
                    <a:pt x="2481894" y="680126"/>
                  </a:lnTo>
                  <a:lnTo>
                    <a:pt x="2481887" y="680123"/>
                  </a:lnTo>
                  <a:lnTo>
                    <a:pt x="2481878" y="680121"/>
                  </a:lnTo>
                  <a:lnTo>
                    <a:pt x="2481869" y="680118"/>
                  </a:lnTo>
                  <a:lnTo>
                    <a:pt x="2481860" y="680116"/>
                  </a:lnTo>
                  <a:lnTo>
                    <a:pt x="2481852" y="680115"/>
                  </a:lnTo>
                  <a:lnTo>
                    <a:pt x="2481845" y="680114"/>
                  </a:lnTo>
                  <a:lnTo>
                    <a:pt x="2481838" y="680115"/>
                  </a:lnTo>
                  <a:lnTo>
                    <a:pt x="2481806" y="680118"/>
                  </a:lnTo>
                  <a:lnTo>
                    <a:pt x="2481797" y="680119"/>
                  </a:lnTo>
                  <a:lnTo>
                    <a:pt x="2481791" y="680121"/>
                  </a:lnTo>
                  <a:lnTo>
                    <a:pt x="2481772" y="680128"/>
                  </a:lnTo>
                  <a:lnTo>
                    <a:pt x="2481765" y="680132"/>
                  </a:lnTo>
                  <a:lnTo>
                    <a:pt x="2481759" y="680137"/>
                  </a:lnTo>
                  <a:lnTo>
                    <a:pt x="2481749" y="680146"/>
                  </a:lnTo>
                  <a:lnTo>
                    <a:pt x="2481736" y="680161"/>
                  </a:lnTo>
                  <a:lnTo>
                    <a:pt x="2481698" y="680211"/>
                  </a:lnTo>
                  <a:lnTo>
                    <a:pt x="2481650" y="680281"/>
                  </a:lnTo>
                  <a:lnTo>
                    <a:pt x="2481647" y="680287"/>
                  </a:lnTo>
                  <a:lnTo>
                    <a:pt x="2481646" y="680294"/>
                  </a:lnTo>
                  <a:lnTo>
                    <a:pt x="2481648" y="680299"/>
                  </a:lnTo>
                  <a:lnTo>
                    <a:pt x="2481649" y="680306"/>
                  </a:lnTo>
                  <a:lnTo>
                    <a:pt x="2481649" y="680312"/>
                  </a:lnTo>
                  <a:lnTo>
                    <a:pt x="2481649" y="680319"/>
                  </a:lnTo>
                  <a:lnTo>
                    <a:pt x="2481648" y="680326"/>
                  </a:lnTo>
                  <a:lnTo>
                    <a:pt x="2481646" y="680333"/>
                  </a:lnTo>
                  <a:lnTo>
                    <a:pt x="2481644" y="680340"/>
                  </a:lnTo>
                  <a:lnTo>
                    <a:pt x="2481643" y="680345"/>
                  </a:lnTo>
                  <a:lnTo>
                    <a:pt x="2481640" y="680351"/>
                  </a:lnTo>
                  <a:lnTo>
                    <a:pt x="2481636" y="680356"/>
                  </a:lnTo>
                  <a:lnTo>
                    <a:pt x="2481632" y="680363"/>
                  </a:lnTo>
                  <a:lnTo>
                    <a:pt x="2481627" y="680381"/>
                  </a:lnTo>
                  <a:lnTo>
                    <a:pt x="2481611" y="680448"/>
                  </a:lnTo>
                  <a:lnTo>
                    <a:pt x="2481605" y="680471"/>
                  </a:lnTo>
                  <a:lnTo>
                    <a:pt x="2481596" y="680497"/>
                  </a:lnTo>
                  <a:lnTo>
                    <a:pt x="2481578" y="680545"/>
                  </a:lnTo>
                  <a:lnTo>
                    <a:pt x="2481572" y="680558"/>
                  </a:lnTo>
                  <a:lnTo>
                    <a:pt x="2481565" y="680568"/>
                  </a:lnTo>
                  <a:lnTo>
                    <a:pt x="2481534" y="680580"/>
                  </a:lnTo>
                  <a:lnTo>
                    <a:pt x="2481529" y="680585"/>
                  </a:lnTo>
                  <a:lnTo>
                    <a:pt x="2481504" y="680609"/>
                  </a:lnTo>
                  <a:lnTo>
                    <a:pt x="2481495" y="680613"/>
                  </a:lnTo>
                  <a:lnTo>
                    <a:pt x="2481488" y="680614"/>
                  </a:lnTo>
                  <a:lnTo>
                    <a:pt x="2481479" y="680615"/>
                  </a:lnTo>
                  <a:lnTo>
                    <a:pt x="2481473" y="680620"/>
                  </a:lnTo>
                  <a:lnTo>
                    <a:pt x="2481448" y="680648"/>
                  </a:lnTo>
                  <a:lnTo>
                    <a:pt x="2481346" y="680756"/>
                  </a:lnTo>
                  <a:lnTo>
                    <a:pt x="2481320" y="680788"/>
                  </a:lnTo>
                  <a:lnTo>
                    <a:pt x="2481316" y="680793"/>
                  </a:lnTo>
                  <a:lnTo>
                    <a:pt x="2481350" y="680800"/>
                  </a:lnTo>
                  <a:lnTo>
                    <a:pt x="2481348" y="680818"/>
                  </a:lnTo>
                  <a:lnTo>
                    <a:pt x="2481338" y="680824"/>
                  </a:lnTo>
                  <a:lnTo>
                    <a:pt x="2481329" y="680831"/>
                  </a:lnTo>
                  <a:lnTo>
                    <a:pt x="2481294" y="680844"/>
                  </a:lnTo>
                  <a:lnTo>
                    <a:pt x="2481269" y="680851"/>
                  </a:lnTo>
                  <a:lnTo>
                    <a:pt x="2481258" y="680854"/>
                  </a:lnTo>
                  <a:lnTo>
                    <a:pt x="2481250" y="680856"/>
                  </a:lnTo>
                  <a:lnTo>
                    <a:pt x="2481236" y="680858"/>
                  </a:lnTo>
                  <a:lnTo>
                    <a:pt x="2481228" y="680859"/>
                  </a:lnTo>
                  <a:lnTo>
                    <a:pt x="2481213" y="680861"/>
                  </a:lnTo>
                  <a:lnTo>
                    <a:pt x="2481194" y="680862"/>
                  </a:lnTo>
                  <a:lnTo>
                    <a:pt x="2481060" y="680864"/>
                  </a:lnTo>
                  <a:lnTo>
                    <a:pt x="2481040" y="680863"/>
                  </a:lnTo>
                  <a:lnTo>
                    <a:pt x="2481023" y="680861"/>
                  </a:lnTo>
                  <a:lnTo>
                    <a:pt x="2481009" y="680858"/>
                  </a:lnTo>
                  <a:lnTo>
                    <a:pt x="2480973" y="680850"/>
                  </a:lnTo>
                  <a:lnTo>
                    <a:pt x="2480962" y="680848"/>
                  </a:lnTo>
                  <a:lnTo>
                    <a:pt x="2480951" y="680846"/>
                  </a:lnTo>
                  <a:lnTo>
                    <a:pt x="2480873" y="680841"/>
                  </a:lnTo>
                  <a:lnTo>
                    <a:pt x="2480865" y="680840"/>
                  </a:lnTo>
                  <a:lnTo>
                    <a:pt x="2480857" y="680837"/>
                  </a:lnTo>
                  <a:lnTo>
                    <a:pt x="2480815" y="680820"/>
                  </a:lnTo>
                  <a:lnTo>
                    <a:pt x="2480807" y="680818"/>
                  </a:lnTo>
                  <a:lnTo>
                    <a:pt x="2480801" y="680816"/>
                  </a:lnTo>
                  <a:lnTo>
                    <a:pt x="2480783" y="680814"/>
                  </a:lnTo>
                  <a:lnTo>
                    <a:pt x="2480778" y="680820"/>
                  </a:lnTo>
                  <a:lnTo>
                    <a:pt x="2480769" y="680822"/>
                  </a:lnTo>
                  <a:lnTo>
                    <a:pt x="2480763" y="680823"/>
                  </a:lnTo>
                  <a:lnTo>
                    <a:pt x="2480757" y="680823"/>
                  </a:lnTo>
                  <a:lnTo>
                    <a:pt x="2480747" y="680820"/>
                  </a:lnTo>
                  <a:lnTo>
                    <a:pt x="2480740" y="680816"/>
                  </a:lnTo>
                  <a:lnTo>
                    <a:pt x="2480705" y="680791"/>
                  </a:lnTo>
                  <a:lnTo>
                    <a:pt x="2480697" y="680786"/>
                  </a:lnTo>
                  <a:lnTo>
                    <a:pt x="2480691" y="680783"/>
                  </a:lnTo>
                  <a:lnTo>
                    <a:pt x="2480638" y="680761"/>
                  </a:lnTo>
                  <a:lnTo>
                    <a:pt x="2480575" y="680730"/>
                  </a:lnTo>
                  <a:lnTo>
                    <a:pt x="2480562" y="680723"/>
                  </a:lnTo>
                  <a:lnTo>
                    <a:pt x="2480554" y="680717"/>
                  </a:lnTo>
                  <a:lnTo>
                    <a:pt x="2480533" y="680700"/>
                  </a:lnTo>
                  <a:lnTo>
                    <a:pt x="2480529" y="680697"/>
                  </a:lnTo>
                  <a:lnTo>
                    <a:pt x="2480519" y="680690"/>
                  </a:lnTo>
                  <a:lnTo>
                    <a:pt x="2480501" y="680677"/>
                  </a:lnTo>
                  <a:lnTo>
                    <a:pt x="2480497" y="680674"/>
                  </a:lnTo>
                  <a:lnTo>
                    <a:pt x="2480494" y="680670"/>
                  </a:lnTo>
                  <a:lnTo>
                    <a:pt x="2480458" y="680621"/>
                  </a:lnTo>
                  <a:lnTo>
                    <a:pt x="2480454" y="680616"/>
                  </a:lnTo>
                  <a:lnTo>
                    <a:pt x="2480449" y="680613"/>
                  </a:lnTo>
                  <a:lnTo>
                    <a:pt x="2480424" y="680599"/>
                  </a:lnTo>
                  <a:lnTo>
                    <a:pt x="2480287" y="680509"/>
                  </a:lnTo>
                  <a:lnTo>
                    <a:pt x="2480279" y="680505"/>
                  </a:lnTo>
                  <a:lnTo>
                    <a:pt x="2480266" y="680499"/>
                  </a:lnTo>
                  <a:lnTo>
                    <a:pt x="2480202" y="680465"/>
                  </a:lnTo>
                  <a:lnTo>
                    <a:pt x="2480196" y="680462"/>
                  </a:lnTo>
                  <a:lnTo>
                    <a:pt x="2480181" y="680452"/>
                  </a:lnTo>
                  <a:lnTo>
                    <a:pt x="2480166" y="680444"/>
                  </a:lnTo>
                  <a:lnTo>
                    <a:pt x="2480159" y="680440"/>
                  </a:lnTo>
                  <a:lnTo>
                    <a:pt x="2480153" y="680436"/>
                  </a:lnTo>
                  <a:lnTo>
                    <a:pt x="2480142" y="680426"/>
                  </a:lnTo>
                  <a:lnTo>
                    <a:pt x="2480135" y="680420"/>
                  </a:lnTo>
                  <a:lnTo>
                    <a:pt x="2480126" y="680414"/>
                  </a:lnTo>
                  <a:lnTo>
                    <a:pt x="2480114" y="680408"/>
                  </a:lnTo>
                  <a:lnTo>
                    <a:pt x="2480100" y="680402"/>
                  </a:lnTo>
                  <a:lnTo>
                    <a:pt x="2480084" y="680397"/>
                  </a:lnTo>
                  <a:lnTo>
                    <a:pt x="2480065" y="680393"/>
                  </a:lnTo>
                  <a:lnTo>
                    <a:pt x="2480045" y="680388"/>
                  </a:lnTo>
                  <a:lnTo>
                    <a:pt x="2480023" y="680385"/>
                  </a:lnTo>
                  <a:lnTo>
                    <a:pt x="2480000" y="680383"/>
                  </a:lnTo>
                  <a:lnTo>
                    <a:pt x="2479976" y="680382"/>
                  </a:lnTo>
                  <a:lnTo>
                    <a:pt x="2479953" y="680382"/>
                  </a:lnTo>
                  <a:lnTo>
                    <a:pt x="2479932" y="680384"/>
                  </a:lnTo>
                  <a:lnTo>
                    <a:pt x="2479916" y="680386"/>
                  </a:lnTo>
                  <a:lnTo>
                    <a:pt x="2479902" y="680389"/>
                  </a:lnTo>
                  <a:lnTo>
                    <a:pt x="2479890" y="680394"/>
                  </a:lnTo>
                  <a:lnTo>
                    <a:pt x="2479877" y="680399"/>
                  </a:lnTo>
                  <a:lnTo>
                    <a:pt x="2479865" y="680407"/>
                  </a:lnTo>
                  <a:lnTo>
                    <a:pt x="2479852" y="680416"/>
                  </a:lnTo>
                  <a:lnTo>
                    <a:pt x="2479838" y="680429"/>
                  </a:lnTo>
                  <a:lnTo>
                    <a:pt x="2479825" y="680442"/>
                  </a:lnTo>
                  <a:lnTo>
                    <a:pt x="2479805" y="680465"/>
                  </a:lnTo>
                  <a:lnTo>
                    <a:pt x="2479786" y="680486"/>
                  </a:lnTo>
                  <a:lnTo>
                    <a:pt x="2479781" y="680494"/>
                  </a:lnTo>
                  <a:lnTo>
                    <a:pt x="2479774" y="680505"/>
                  </a:lnTo>
                  <a:lnTo>
                    <a:pt x="2479767" y="680521"/>
                  </a:lnTo>
                  <a:lnTo>
                    <a:pt x="2479758" y="680541"/>
                  </a:lnTo>
                  <a:lnTo>
                    <a:pt x="2479750" y="680563"/>
                  </a:lnTo>
                  <a:lnTo>
                    <a:pt x="2479742" y="680589"/>
                  </a:lnTo>
                  <a:lnTo>
                    <a:pt x="2479707" y="680726"/>
                  </a:lnTo>
                  <a:lnTo>
                    <a:pt x="2479681" y="680819"/>
                  </a:lnTo>
                  <a:lnTo>
                    <a:pt x="2479667" y="680874"/>
                  </a:lnTo>
                  <a:lnTo>
                    <a:pt x="2479632" y="681011"/>
                  </a:lnTo>
                  <a:lnTo>
                    <a:pt x="2479623" y="681065"/>
                  </a:lnTo>
                  <a:lnTo>
                    <a:pt x="2479620" y="681075"/>
                  </a:lnTo>
                  <a:lnTo>
                    <a:pt x="2479607" y="681122"/>
                  </a:lnTo>
                  <a:lnTo>
                    <a:pt x="2479578" y="681202"/>
                  </a:lnTo>
                  <a:lnTo>
                    <a:pt x="2479527" y="681327"/>
                  </a:lnTo>
                  <a:lnTo>
                    <a:pt x="2479463" y="681459"/>
                  </a:lnTo>
                  <a:lnTo>
                    <a:pt x="2479407" y="681540"/>
                  </a:lnTo>
                  <a:lnTo>
                    <a:pt x="2479307" y="681588"/>
                  </a:lnTo>
                  <a:lnTo>
                    <a:pt x="2479226" y="681619"/>
                  </a:lnTo>
                  <a:lnTo>
                    <a:pt x="2479133" y="681655"/>
                  </a:lnTo>
                  <a:lnTo>
                    <a:pt x="2478917" y="681768"/>
                  </a:lnTo>
                  <a:lnTo>
                    <a:pt x="2478912" y="681772"/>
                  </a:lnTo>
                  <a:lnTo>
                    <a:pt x="2478874" y="681777"/>
                  </a:lnTo>
                  <a:lnTo>
                    <a:pt x="2478864" y="681779"/>
                  </a:lnTo>
                  <a:lnTo>
                    <a:pt x="2478856" y="681781"/>
                  </a:lnTo>
                  <a:lnTo>
                    <a:pt x="2478846" y="681784"/>
                  </a:lnTo>
                  <a:lnTo>
                    <a:pt x="2478836" y="681788"/>
                  </a:lnTo>
                  <a:lnTo>
                    <a:pt x="2478818" y="681796"/>
                  </a:lnTo>
                  <a:lnTo>
                    <a:pt x="2478812" y="681800"/>
                  </a:lnTo>
                  <a:lnTo>
                    <a:pt x="2478805" y="681804"/>
                  </a:lnTo>
                  <a:lnTo>
                    <a:pt x="2478766" y="681833"/>
                  </a:lnTo>
                  <a:lnTo>
                    <a:pt x="2478759" y="681838"/>
                  </a:lnTo>
                  <a:lnTo>
                    <a:pt x="2478752" y="681843"/>
                  </a:lnTo>
                  <a:lnTo>
                    <a:pt x="2478743" y="681847"/>
                  </a:lnTo>
                  <a:lnTo>
                    <a:pt x="2478734" y="681851"/>
                  </a:lnTo>
                  <a:lnTo>
                    <a:pt x="2478722" y="681855"/>
                  </a:lnTo>
                  <a:lnTo>
                    <a:pt x="2478709" y="681859"/>
                  </a:lnTo>
                  <a:lnTo>
                    <a:pt x="2478694" y="681864"/>
                  </a:lnTo>
                  <a:lnTo>
                    <a:pt x="2478662" y="681872"/>
                  </a:lnTo>
                  <a:lnTo>
                    <a:pt x="2478619" y="681881"/>
                  </a:lnTo>
                  <a:lnTo>
                    <a:pt x="2478602" y="681885"/>
                  </a:lnTo>
                  <a:lnTo>
                    <a:pt x="2478463" y="681922"/>
                  </a:lnTo>
                  <a:lnTo>
                    <a:pt x="2478456" y="681924"/>
                  </a:lnTo>
                  <a:lnTo>
                    <a:pt x="2478382" y="681948"/>
                  </a:lnTo>
                  <a:lnTo>
                    <a:pt x="2478204" y="682012"/>
                  </a:lnTo>
                  <a:lnTo>
                    <a:pt x="2478016" y="682087"/>
                  </a:lnTo>
                  <a:lnTo>
                    <a:pt x="2477993" y="682099"/>
                  </a:lnTo>
                  <a:lnTo>
                    <a:pt x="2477977" y="682108"/>
                  </a:lnTo>
                  <a:lnTo>
                    <a:pt x="2477966" y="682116"/>
                  </a:lnTo>
                  <a:lnTo>
                    <a:pt x="2477960" y="682121"/>
                  </a:lnTo>
                  <a:lnTo>
                    <a:pt x="2477954" y="682128"/>
                  </a:lnTo>
                  <a:lnTo>
                    <a:pt x="2477923" y="682156"/>
                  </a:lnTo>
                  <a:lnTo>
                    <a:pt x="2477899" y="682178"/>
                  </a:lnTo>
                  <a:lnTo>
                    <a:pt x="2477892" y="682179"/>
                  </a:lnTo>
                  <a:lnTo>
                    <a:pt x="2477885" y="682182"/>
                  </a:lnTo>
                  <a:lnTo>
                    <a:pt x="2477878" y="682186"/>
                  </a:lnTo>
                  <a:lnTo>
                    <a:pt x="2477871" y="682191"/>
                  </a:lnTo>
                  <a:lnTo>
                    <a:pt x="2477864" y="682196"/>
                  </a:lnTo>
                  <a:lnTo>
                    <a:pt x="2477858" y="682202"/>
                  </a:lnTo>
                  <a:lnTo>
                    <a:pt x="2477854" y="682207"/>
                  </a:lnTo>
                  <a:lnTo>
                    <a:pt x="2477851" y="682211"/>
                  </a:lnTo>
                  <a:lnTo>
                    <a:pt x="2477848" y="682219"/>
                  </a:lnTo>
                  <a:lnTo>
                    <a:pt x="2477847" y="682224"/>
                  </a:lnTo>
                  <a:lnTo>
                    <a:pt x="2477829" y="682248"/>
                  </a:lnTo>
                  <a:lnTo>
                    <a:pt x="2477752" y="682349"/>
                  </a:lnTo>
                  <a:lnTo>
                    <a:pt x="2477745" y="682355"/>
                  </a:lnTo>
                  <a:lnTo>
                    <a:pt x="2477738" y="682366"/>
                  </a:lnTo>
                  <a:lnTo>
                    <a:pt x="2477736" y="682371"/>
                  </a:lnTo>
                  <a:lnTo>
                    <a:pt x="2477732" y="682375"/>
                  </a:lnTo>
                  <a:lnTo>
                    <a:pt x="2477729" y="682380"/>
                  </a:lnTo>
                  <a:lnTo>
                    <a:pt x="2477725" y="682384"/>
                  </a:lnTo>
                  <a:lnTo>
                    <a:pt x="2477712" y="682397"/>
                  </a:lnTo>
                  <a:lnTo>
                    <a:pt x="2477704" y="682407"/>
                  </a:lnTo>
                  <a:lnTo>
                    <a:pt x="2477699" y="682412"/>
                  </a:lnTo>
                  <a:lnTo>
                    <a:pt x="2477691" y="682418"/>
                  </a:lnTo>
                  <a:lnTo>
                    <a:pt x="2477685" y="682421"/>
                  </a:lnTo>
                  <a:lnTo>
                    <a:pt x="2477618" y="682455"/>
                  </a:lnTo>
                  <a:lnTo>
                    <a:pt x="2477589" y="682468"/>
                  </a:lnTo>
                  <a:lnTo>
                    <a:pt x="2477584" y="682471"/>
                  </a:lnTo>
                  <a:lnTo>
                    <a:pt x="2477577" y="682474"/>
                  </a:lnTo>
                  <a:lnTo>
                    <a:pt x="2477495" y="682524"/>
                  </a:lnTo>
                  <a:lnTo>
                    <a:pt x="2477366" y="682600"/>
                  </a:lnTo>
                  <a:lnTo>
                    <a:pt x="2477356" y="682607"/>
                  </a:lnTo>
                  <a:lnTo>
                    <a:pt x="2477243" y="682684"/>
                  </a:lnTo>
                  <a:lnTo>
                    <a:pt x="2477237" y="682687"/>
                  </a:lnTo>
                  <a:lnTo>
                    <a:pt x="2477226" y="682692"/>
                  </a:lnTo>
                  <a:lnTo>
                    <a:pt x="2477219" y="682694"/>
                  </a:lnTo>
                  <a:lnTo>
                    <a:pt x="2477203" y="682697"/>
                  </a:lnTo>
                  <a:lnTo>
                    <a:pt x="2477187" y="682700"/>
                  </a:lnTo>
                  <a:lnTo>
                    <a:pt x="2477169" y="682704"/>
                  </a:lnTo>
                  <a:lnTo>
                    <a:pt x="2477159" y="682706"/>
                  </a:lnTo>
                  <a:lnTo>
                    <a:pt x="2477150" y="682707"/>
                  </a:lnTo>
                  <a:lnTo>
                    <a:pt x="2477089" y="682715"/>
                  </a:lnTo>
                  <a:lnTo>
                    <a:pt x="2477075" y="682717"/>
                  </a:lnTo>
                  <a:lnTo>
                    <a:pt x="2477059" y="682719"/>
                  </a:lnTo>
                  <a:lnTo>
                    <a:pt x="2477042" y="682720"/>
                  </a:lnTo>
                  <a:lnTo>
                    <a:pt x="2476972" y="682722"/>
                  </a:lnTo>
                  <a:lnTo>
                    <a:pt x="2476943" y="682721"/>
                  </a:lnTo>
                  <a:lnTo>
                    <a:pt x="2476930" y="682720"/>
                  </a:lnTo>
                  <a:lnTo>
                    <a:pt x="2476919" y="682718"/>
                  </a:lnTo>
                  <a:lnTo>
                    <a:pt x="2476888" y="682714"/>
                  </a:lnTo>
                  <a:lnTo>
                    <a:pt x="2476863" y="682711"/>
                  </a:lnTo>
                  <a:lnTo>
                    <a:pt x="2476857" y="682710"/>
                  </a:lnTo>
                  <a:lnTo>
                    <a:pt x="2476850" y="682708"/>
                  </a:lnTo>
                  <a:lnTo>
                    <a:pt x="2476843" y="682707"/>
                  </a:lnTo>
                  <a:lnTo>
                    <a:pt x="2476809" y="682696"/>
                  </a:lnTo>
                  <a:lnTo>
                    <a:pt x="2476661" y="682650"/>
                  </a:lnTo>
                  <a:lnTo>
                    <a:pt x="2476650" y="682646"/>
                  </a:lnTo>
                  <a:lnTo>
                    <a:pt x="2476640" y="682642"/>
                  </a:lnTo>
                  <a:lnTo>
                    <a:pt x="2476576" y="682610"/>
                  </a:lnTo>
                  <a:lnTo>
                    <a:pt x="2476570" y="682608"/>
                  </a:lnTo>
                  <a:lnTo>
                    <a:pt x="2476555" y="682609"/>
                  </a:lnTo>
                  <a:lnTo>
                    <a:pt x="2476508" y="682592"/>
                  </a:lnTo>
                  <a:lnTo>
                    <a:pt x="2476506" y="682585"/>
                  </a:lnTo>
                  <a:lnTo>
                    <a:pt x="2476479" y="682571"/>
                  </a:lnTo>
                  <a:lnTo>
                    <a:pt x="2476472" y="682568"/>
                  </a:lnTo>
                  <a:lnTo>
                    <a:pt x="2476465" y="682566"/>
                  </a:lnTo>
                  <a:lnTo>
                    <a:pt x="2476457" y="682563"/>
                  </a:lnTo>
                  <a:lnTo>
                    <a:pt x="2476451" y="682560"/>
                  </a:lnTo>
                  <a:lnTo>
                    <a:pt x="2476445" y="682556"/>
                  </a:lnTo>
                  <a:lnTo>
                    <a:pt x="2476438" y="682552"/>
                  </a:lnTo>
                  <a:lnTo>
                    <a:pt x="2476431" y="682546"/>
                  </a:lnTo>
                  <a:lnTo>
                    <a:pt x="2476424" y="682540"/>
                  </a:lnTo>
                  <a:lnTo>
                    <a:pt x="2476411" y="682529"/>
                  </a:lnTo>
                  <a:lnTo>
                    <a:pt x="2476406" y="682523"/>
                  </a:lnTo>
                  <a:lnTo>
                    <a:pt x="2476401" y="682517"/>
                  </a:lnTo>
                  <a:lnTo>
                    <a:pt x="2476395" y="682510"/>
                  </a:lnTo>
                  <a:lnTo>
                    <a:pt x="2476384" y="682492"/>
                  </a:lnTo>
                  <a:lnTo>
                    <a:pt x="2476356" y="682418"/>
                  </a:lnTo>
                  <a:lnTo>
                    <a:pt x="2476355" y="682338"/>
                  </a:lnTo>
                  <a:lnTo>
                    <a:pt x="2476359" y="682262"/>
                  </a:lnTo>
                  <a:lnTo>
                    <a:pt x="2476372" y="682222"/>
                  </a:lnTo>
                  <a:lnTo>
                    <a:pt x="2476381" y="682191"/>
                  </a:lnTo>
                  <a:lnTo>
                    <a:pt x="2476408" y="682107"/>
                  </a:lnTo>
                  <a:lnTo>
                    <a:pt x="2476413" y="682102"/>
                  </a:lnTo>
                  <a:lnTo>
                    <a:pt x="2476420" y="682096"/>
                  </a:lnTo>
                  <a:lnTo>
                    <a:pt x="2476436" y="682085"/>
                  </a:lnTo>
                  <a:lnTo>
                    <a:pt x="2476440" y="682082"/>
                  </a:lnTo>
                  <a:lnTo>
                    <a:pt x="2476447" y="682080"/>
                  </a:lnTo>
                  <a:lnTo>
                    <a:pt x="2476454" y="682080"/>
                  </a:lnTo>
                  <a:lnTo>
                    <a:pt x="2476460" y="682078"/>
                  </a:lnTo>
                  <a:lnTo>
                    <a:pt x="2476467" y="682075"/>
                  </a:lnTo>
                  <a:lnTo>
                    <a:pt x="2476474" y="682069"/>
                  </a:lnTo>
                  <a:lnTo>
                    <a:pt x="2476478" y="682065"/>
                  </a:lnTo>
                  <a:lnTo>
                    <a:pt x="2476481" y="682061"/>
                  </a:lnTo>
                  <a:lnTo>
                    <a:pt x="2476484" y="682055"/>
                  </a:lnTo>
                  <a:lnTo>
                    <a:pt x="2476486" y="682048"/>
                  </a:lnTo>
                  <a:lnTo>
                    <a:pt x="2476487" y="682036"/>
                  </a:lnTo>
                  <a:lnTo>
                    <a:pt x="2476486" y="682030"/>
                  </a:lnTo>
                  <a:lnTo>
                    <a:pt x="2476486" y="682022"/>
                  </a:lnTo>
                  <a:lnTo>
                    <a:pt x="2476490" y="682016"/>
                  </a:lnTo>
                  <a:lnTo>
                    <a:pt x="2476492" y="682008"/>
                  </a:lnTo>
                  <a:lnTo>
                    <a:pt x="2476493" y="682002"/>
                  </a:lnTo>
                  <a:lnTo>
                    <a:pt x="2476493" y="681993"/>
                  </a:lnTo>
                  <a:lnTo>
                    <a:pt x="2476491" y="681965"/>
                  </a:lnTo>
                  <a:lnTo>
                    <a:pt x="2476480" y="681876"/>
                  </a:lnTo>
                  <a:lnTo>
                    <a:pt x="2476477" y="681861"/>
                  </a:lnTo>
                  <a:lnTo>
                    <a:pt x="2476472" y="681846"/>
                  </a:lnTo>
                  <a:lnTo>
                    <a:pt x="2476466" y="681831"/>
                  </a:lnTo>
                  <a:lnTo>
                    <a:pt x="2476459" y="681815"/>
                  </a:lnTo>
                  <a:lnTo>
                    <a:pt x="2476450" y="681799"/>
                  </a:lnTo>
                  <a:lnTo>
                    <a:pt x="2476372" y="681686"/>
                  </a:lnTo>
                  <a:lnTo>
                    <a:pt x="2476357" y="681667"/>
                  </a:lnTo>
                  <a:lnTo>
                    <a:pt x="2476348" y="681656"/>
                  </a:lnTo>
                  <a:lnTo>
                    <a:pt x="2476337" y="681645"/>
                  </a:lnTo>
                  <a:lnTo>
                    <a:pt x="2476311" y="681619"/>
                  </a:lnTo>
                  <a:lnTo>
                    <a:pt x="2476281" y="681592"/>
                  </a:lnTo>
                  <a:lnTo>
                    <a:pt x="2476266" y="681580"/>
                  </a:lnTo>
                  <a:lnTo>
                    <a:pt x="2476246" y="681566"/>
                  </a:lnTo>
                  <a:lnTo>
                    <a:pt x="2476174" y="681515"/>
                  </a:lnTo>
                  <a:lnTo>
                    <a:pt x="2476148" y="681499"/>
                  </a:lnTo>
                  <a:lnTo>
                    <a:pt x="2476023" y="681419"/>
                  </a:lnTo>
                  <a:lnTo>
                    <a:pt x="2475970" y="681392"/>
                  </a:lnTo>
                  <a:lnTo>
                    <a:pt x="2475956" y="681384"/>
                  </a:lnTo>
                  <a:lnTo>
                    <a:pt x="2475912" y="681358"/>
                  </a:lnTo>
                  <a:lnTo>
                    <a:pt x="2475904" y="681353"/>
                  </a:lnTo>
                  <a:lnTo>
                    <a:pt x="2475807" y="681320"/>
                  </a:lnTo>
                  <a:lnTo>
                    <a:pt x="2475700" y="681292"/>
                  </a:lnTo>
                  <a:lnTo>
                    <a:pt x="2475682" y="681286"/>
                  </a:lnTo>
                  <a:lnTo>
                    <a:pt x="2475609" y="681262"/>
                  </a:lnTo>
                  <a:lnTo>
                    <a:pt x="2475542" y="681237"/>
                  </a:lnTo>
                  <a:lnTo>
                    <a:pt x="2475407" y="681183"/>
                  </a:lnTo>
                  <a:lnTo>
                    <a:pt x="2475373" y="681179"/>
                  </a:lnTo>
                  <a:lnTo>
                    <a:pt x="2475350" y="681177"/>
                  </a:lnTo>
                  <a:lnTo>
                    <a:pt x="2475342" y="681176"/>
                  </a:lnTo>
                  <a:lnTo>
                    <a:pt x="2475250" y="681164"/>
                  </a:lnTo>
                  <a:lnTo>
                    <a:pt x="2475227" y="681163"/>
                  </a:lnTo>
                  <a:lnTo>
                    <a:pt x="2475202" y="681162"/>
                  </a:lnTo>
                  <a:lnTo>
                    <a:pt x="2475176" y="681163"/>
                  </a:lnTo>
                  <a:lnTo>
                    <a:pt x="2475150" y="681165"/>
                  </a:lnTo>
                  <a:lnTo>
                    <a:pt x="2475125" y="681169"/>
                  </a:lnTo>
                  <a:lnTo>
                    <a:pt x="2475104" y="681174"/>
                  </a:lnTo>
                  <a:lnTo>
                    <a:pt x="2475082" y="681181"/>
                  </a:lnTo>
                  <a:lnTo>
                    <a:pt x="2475058" y="681190"/>
                  </a:lnTo>
                  <a:lnTo>
                    <a:pt x="2474997" y="681215"/>
                  </a:lnTo>
                  <a:lnTo>
                    <a:pt x="2474966" y="681230"/>
                  </a:lnTo>
                  <a:lnTo>
                    <a:pt x="2474939" y="681244"/>
                  </a:lnTo>
                  <a:lnTo>
                    <a:pt x="2474918" y="681258"/>
                  </a:lnTo>
                  <a:lnTo>
                    <a:pt x="2474902" y="681269"/>
                  </a:lnTo>
                  <a:lnTo>
                    <a:pt x="2474891" y="681278"/>
                  </a:lnTo>
                  <a:lnTo>
                    <a:pt x="2474884" y="681284"/>
                  </a:lnTo>
                  <a:lnTo>
                    <a:pt x="2474880" y="681289"/>
                  </a:lnTo>
                  <a:lnTo>
                    <a:pt x="2474877" y="681295"/>
                  </a:lnTo>
                  <a:lnTo>
                    <a:pt x="2474862" y="681309"/>
                  </a:lnTo>
                  <a:lnTo>
                    <a:pt x="2474852" y="681316"/>
                  </a:lnTo>
                  <a:lnTo>
                    <a:pt x="2474845" y="681321"/>
                  </a:lnTo>
                  <a:lnTo>
                    <a:pt x="2474837" y="681329"/>
                  </a:lnTo>
                  <a:lnTo>
                    <a:pt x="2474828" y="681338"/>
                  </a:lnTo>
                  <a:lnTo>
                    <a:pt x="2474818" y="681351"/>
                  </a:lnTo>
                  <a:lnTo>
                    <a:pt x="2474763" y="681431"/>
                  </a:lnTo>
                  <a:lnTo>
                    <a:pt x="2474736" y="681477"/>
                  </a:lnTo>
                  <a:lnTo>
                    <a:pt x="2474731" y="681488"/>
                  </a:lnTo>
                  <a:lnTo>
                    <a:pt x="2474728" y="681495"/>
                  </a:lnTo>
                  <a:lnTo>
                    <a:pt x="2474727" y="681501"/>
                  </a:lnTo>
                  <a:lnTo>
                    <a:pt x="2474725" y="681507"/>
                  </a:lnTo>
                  <a:lnTo>
                    <a:pt x="2474724" y="681513"/>
                  </a:lnTo>
                  <a:lnTo>
                    <a:pt x="2474723" y="681529"/>
                  </a:lnTo>
                  <a:lnTo>
                    <a:pt x="2474721" y="681538"/>
                  </a:lnTo>
                  <a:lnTo>
                    <a:pt x="2474719" y="681548"/>
                  </a:lnTo>
                  <a:lnTo>
                    <a:pt x="2474714" y="681559"/>
                  </a:lnTo>
                  <a:lnTo>
                    <a:pt x="2474705" y="681575"/>
                  </a:lnTo>
                  <a:lnTo>
                    <a:pt x="2474642" y="681682"/>
                  </a:lnTo>
                  <a:lnTo>
                    <a:pt x="2474583" y="681801"/>
                  </a:lnTo>
                  <a:lnTo>
                    <a:pt x="2474579" y="681811"/>
                  </a:lnTo>
                  <a:lnTo>
                    <a:pt x="2474577" y="681818"/>
                  </a:lnTo>
                  <a:lnTo>
                    <a:pt x="2474576" y="681825"/>
                  </a:lnTo>
                  <a:lnTo>
                    <a:pt x="2474576" y="681847"/>
                  </a:lnTo>
                  <a:lnTo>
                    <a:pt x="2474577" y="681857"/>
                  </a:lnTo>
                  <a:lnTo>
                    <a:pt x="2474578" y="681864"/>
                  </a:lnTo>
                  <a:lnTo>
                    <a:pt x="2474581" y="681872"/>
                  </a:lnTo>
                  <a:lnTo>
                    <a:pt x="2474589" y="681874"/>
                  </a:lnTo>
                  <a:lnTo>
                    <a:pt x="2474596" y="681869"/>
                  </a:lnTo>
                  <a:lnTo>
                    <a:pt x="2474602" y="681864"/>
                  </a:lnTo>
                  <a:lnTo>
                    <a:pt x="2474609" y="681856"/>
                  </a:lnTo>
                  <a:lnTo>
                    <a:pt x="2474684" y="681760"/>
                  </a:lnTo>
                  <a:lnTo>
                    <a:pt x="2474689" y="681752"/>
                  </a:lnTo>
                  <a:lnTo>
                    <a:pt x="2474693" y="681745"/>
                  </a:lnTo>
                  <a:lnTo>
                    <a:pt x="2474699" y="681735"/>
                  </a:lnTo>
                  <a:lnTo>
                    <a:pt x="2474703" y="681729"/>
                  </a:lnTo>
                  <a:lnTo>
                    <a:pt x="2474734" y="681728"/>
                  </a:lnTo>
                  <a:lnTo>
                    <a:pt x="2474751" y="681731"/>
                  </a:lnTo>
                  <a:lnTo>
                    <a:pt x="2474749" y="681744"/>
                  </a:lnTo>
                  <a:lnTo>
                    <a:pt x="2474746" y="681752"/>
                  </a:lnTo>
                  <a:lnTo>
                    <a:pt x="2474742" y="681759"/>
                  </a:lnTo>
                  <a:lnTo>
                    <a:pt x="2474720" y="681797"/>
                  </a:lnTo>
                  <a:lnTo>
                    <a:pt x="2474715" y="681803"/>
                  </a:lnTo>
                  <a:lnTo>
                    <a:pt x="2474710" y="681810"/>
                  </a:lnTo>
                  <a:lnTo>
                    <a:pt x="2474702" y="681818"/>
                  </a:lnTo>
                  <a:lnTo>
                    <a:pt x="2474610" y="681905"/>
                  </a:lnTo>
                  <a:lnTo>
                    <a:pt x="2474603" y="681913"/>
                  </a:lnTo>
                  <a:lnTo>
                    <a:pt x="2474596" y="681925"/>
                  </a:lnTo>
                  <a:lnTo>
                    <a:pt x="2474593" y="681943"/>
                  </a:lnTo>
                  <a:lnTo>
                    <a:pt x="2474593" y="681970"/>
                  </a:lnTo>
                  <a:lnTo>
                    <a:pt x="2474599" y="682039"/>
                  </a:lnTo>
                  <a:lnTo>
                    <a:pt x="2474598" y="682050"/>
                  </a:lnTo>
                  <a:lnTo>
                    <a:pt x="2474592" y="682188"/>
                  </a:lnTo>
                  <a:lnTo>
                    <a:pt x="2474592" y="682220"/>
                  </a:lnTo>
                  <a:lnTo>
                    <a:pt x="2474592" y="682227"/>
                  </a:lnTo>
                  <a:lnTo>
                    <a:pt x="2474599" y="682233"/>
                  </a:lnTo>
                  <a:lnTo>
                    <a:pt x="2474608" y="682234"/>
                  </a:lnTo>
                  <a:lnTo>
                    <a:pt x="2474618" y="682233"/>
                  </a:lnTo>
                  <a:lnTo>
                    <a:pt x="2474627" y="682232"/>
                  </a:lnTo>
                  <a:lnTo>
                    <a:pt x="2474636" y="682226"/>
                  </a:lnTo>
                  <a:lnTo>
                    <a:pt x="2474639" y="682219"/>
                  </a:lnTo>
                  <a:lnTo>
                    <a:pt x="2474642" y="682211"/>
                  </a:lnTo>
                  <a:lnTo>
                    <a:pt x="2474644" y="682201"/>
                  </a:lnTo>
                  <a:lnTo>
                    <a:pt x="2474646" y="682189"/>
                  </a:lnTo>
                  <a:lnTo>
                    <a:pt x="2474648" y="682152"/>
                  </a:lnTo>
                  <a:lnTo>
                    <a:pt x="2474648" y="682135"/>
                  </a:lnTo>
                  <a:lnTo>
                    <a:pt x="2474642" y="682026"/>
                  </a:lnTo>
                  <a:lnTo>
                    <a:pt x="2474643" y="682020"/>
                  </a:lnTo>
                  <a:lnTo>
                    <a:pt x="2474646" y="682013"/>
                  </a:lnTo>
                  <a:lnTo>
                    <a:pt x="2474654" y="682008"/>
                  </a:lnTo>
                  <a:lnTo>
                    <a:pt x="2474660" y="682006"/>
                  </a:lnTo>
                  <a:lnTo>
                    <a:pt x="2474668" y="682005"/>
                  </a:lnTo>
                  <a:lnTo>
                    <a:pt x="2474677" y="682005"/>
                  </a:lnTo>
                  <a:lnTo>
                    <a:pt x="2474721" y="682011"/>
                  </a:lnTo>
                  <a:lnTo>
                    <a:pt x="2474730" y="682011"/>
                  </a:lnTo>
                  <a:lnTo>
                    <a:pt x="2474737" y="682012"/>
                  </a:lnTo>
                  <a:lnTo>
                    <a:pt x="2474747" y="682010"/>
                  </a:lnTo>
                  <a:lnTo>
                    <a:pt x="2474756" y="682004"/>
                  </a:lnTo>
                  <a:lnTo>
                    <a:pt x="2474760" y="681998"/>
                  </a:lnTo>
                  <a:lnTo>
                    <a:pt x="2474763" y="681989"/>
                  </a:lnTo>
                  <a:lnTo>
                    <a:pt x="2474766" y="681979"/>
                  </a:lnTo>
                  <a:lnTo>
                    <a:pt x="2474767" y="681967"/>
                  </a:lnTo>
                  <a:lnTo>
                    <a:pt x="2474768" y="681954"/>
                  </a:lnTo>
                  <a:lnTo>
                    <a:pt x="2474767" y="681941"/>
                  </a:lnTo>
                  <a:lnTo>
                    <a:pt x="2474764" y="681928"/>
                  </a:lnTo>
                  <a:lnTo>
                    <a:pt x="2474761" y="681917"/>
                  </a:lnTo>
                  <a:lnTo>
                    <a:pt x="2474758" y="681908"/>
                  </a:lnTo>
                  <a:lnTo>
                    <a:pt x="2474753" y="681897"/>
                  </a:lnTo>
                  <a:lnTo>
                    <a:pt x="2474752" y="681890"/>
                  </a:lnTo>
                  <a:lnTo>
                    <a:pt x="2474757" y="681885"/>
                  </a:lnTo>
                  <a:lnTo>
                    <a:pt x="2474762" y="681883"/>
                  </a:lnTo>
                  <a:lnTo>
                    <a:pt x="2474770" y="681880"/>
                  </a:lnTo>
                  <a:lnTo>
                    <a:pt x="2474779" y="681878"/>
                  </a:lnTo>
                  <a:lnTo>
                    <a:pt x="2474786" y="681871"/>
                  </a:lnTo>
                  <a:lnTo>
                    <a:pt x="2474789" y="681864"/>
                  </a:lnTo>
                  <a:lnTo>
                    <a:pt x="2474795" y="681856"/>
                  </a:lnTo>
                  <a:lnTo>
                    <a:pt x="2474801" y="681849"/>
                  </a:lnTo>
                  <a:lnTo>
                    <a:pt x="2474809" y="681842"/>
                  </a:lnTo>
                  <a:lnTo>
                    <a:pt x="2474816" y="681837"/>
                  </a:lnTo>
                  <a:lnTo>
                    <a:pt x="2474823" y="681832"/>
                  </a:lnTo>
                  <a:lnTo>
                    <a:pt x="2474831" y="681827"/>
                  </a:lnTo>
                  <a:lnTo>
                    <a:pt x="2474838" y="681823"/>
                  </a:lnTo>
                  <a:lnTo>
                    <a:pt x="2474847" y="681820"/>
                  </a:lnTo>
                  <a:lnTo>
                    <a:pt x="2474856" y="681817"/>
                  </a:lnTo>
                  <a:lnTo>
                    <a:pt x="2474868" y="681814"/>
                  </a:lnTo>
                  <a:lnTo>
                    <a:pt x="2474881" y="681812"/>
                  </a:lnTo>
                  <a:lnTo>
                    <a:pt x="2474895" y="681811"/>
                  </a:lnTo>
                  <a:lnTo>
                    <a:pt x="2474909" y="681812"/>
                  </a:lnTo>
                  <a:lnTo>
                    <a:pt x="2474923" y="681814"/>
                  </a:lnTo>
                  <a:lnTo>
                    <a:pt x="2474937" y="681817"/>
                  </a:lnTo>
                  <a:lnTo>
                    <a:pt x="2474978" y="681829"/>
                  </a:lnTo>
                  <a:lnTo>
                    <a:pt x="2474988" y="681832"/>
                  </a:lnTo>
                  <a:lnTo>
                    <a:pt x="2474995" y="681835"/>
                  </a:lnTo>
                  <a:lnTo>
                    <a:pt x="2475001" y="681838"/>
                  </a:lnTo>
                  <a:lnTo>
                    <a:pt x="2475008" y="681843"/>
                  </a:lnTo>
                  <a:lnTo>
                    <a:pt x="2475012" y="681850"/>
                  </a:lnTo>
                  <a:lnTo>
                    <a:pt x="2475011" y="681867"/>
                  </a:lnTo>
                  <a:lnTo>
                    <a:pt x="2475009" y="681890"/>
                  </a:lnTo>
                  <a:lnTo>
                    <a:pt x="2475007" y="681919"/>
                  </a:lnTo>
                  <a:lnTo>
                    <a:pt x="2475006" y="681938"/>
                  </a:lnTo>
                  <a:lnTo>
                    <a:pt x="2475004" y="681965"/>
                  </a:lnTo>
                  <a:lnTo>
                    <a:pt x="2474988" y="682025"/>
                  </a:lnTo>
                  <a:lnTo>
                    <a:pt x="2474995" y="682084"/>
                  </a:lnTo>
                  <a:lnTo>
                    <a:pt x="2474981" y="682118"/>
                  </a:lnTo>
                  <a:lnTo>
                    <a:pt x="2474885" y="682168"/>
                  </a:lnTo>
                  <a:lnTo>
                    <a:pt x="2474778" y="682240"/>
                  </a:lnTo>
                  <a:lnTo>
                    <a:pt x="2474674" y="682314"/>
                  </a:lnTo>
                  <a:lnTo>
                    <a:pt x="2474643" y="682331"/>
                  </a:lnTo>
                  <a:lnTo>
                    <a:pt x="2474522" y="682396"/>
                  </a:lnTo>
                  <a:lnTo>
                    <a:pt x="2474498" y="682409"/>
                  </a:lnTo>
                  <a:lnTo>
                    <a:pt x="2474478" y="682415"/>
                  </a:lnTo>
                  <a:lnTo>
                    <a:pt x="2474468" y="682418"/>
                  </a:lnTo>
                  <a:lnTo>
                    <a:pt x="2474456" y="682421"/>
                  </a:lnTo>
                  <a:lnTo>
                    <a:pt x="2474442" y="682424"/>
                  </a:lnTo>
                  <a:lnTo>
                    <a:pt x="2474394" y="682431"/>
                  </a:lnTo>
                  <a:lnTo>
                    <a:pt x="2474307" y="682440"/>
                  </a:lnTo>
                  <a:lnTo>
                    <a:pt x="2474268" y="682443"/>
                  </a:lnTo>
                  <a:lnTo>
                    <a:pt x="2474236" y="682445"/>
                  </a:lnTo>
                  <a:lnTo>
                    <a:pt x="2474191" y="682451"/>
                  </a:lnTo>
                  <a:lnTo>
                    <a:pt x="2474182" y="682453"/>
                  </a:lnTo>
                  <a:lnTo>
                    <a:pt x="2474152" y="682459"/>
                  </a:lnTo>
                  <a:lnTo>
                    <a:pt x="2474143" y="682461"/>
                  </a:lnTo>
                  <a:lnTo>
                    <a:pt x="2474136" y="682461"/>
                  </a:lnTo>
                  <a:lnTo>
                    <a:pt x="2474122" y="682462"/>
                  </a:lnTo>
                  <a:lnTo>
                    <a:pt x="2474115" y="682462"/>
                  </a:lnTo>
                  <a:lnTo>
                    <a:pt x="2474107" y="682462"/>
                  </a:lnTo>
                  <a:lnTo>
                    <a:pt x="2474099" y="682461"/>
                  </a:lnTo>
                  <a:lnTo>
                    <a:pt x="2474072" y="682458"/>
                  </a:lnTo>
                  <a:lnTo>
                    <a:pt x="2474028" y="682429"/>
                  </a:lnTo>
                  <a:lnTo>
                    <a:pt x="2473924" y="682446"/>
                  </a:lnTo>
                  <a:lnTo>
                    <a:pt x="2473604" y="682506"/>
                  </a:lnTo>
                  <a:lnTo>
                    <a:pt x="2473520" y="682522"/>
                  </a:lnTo>
                  <a:lnTo>
                    <a:pt x="2473458" y="682538"/>
                  </a:lnTo>
                  <a:lnTo>
                    <a:pt x="2473210" y="682600"/>
                  </a:lnTo>
                  <a:lnTo>
                    <a:pt x="2473167" y="682611"/>
                  </a:lnTo>
                  <a:lnTo>
                    <a:pt x="2472817" y="682683"/>
                  </a:lnTo>
                  <a:lnTo>
                    <a:pt x="2472784" y="682689"/>
                  </a:lnTo>
                  <a:lnTo>
                    <a:pt x="2472751" y="682696"/>
                  </a:lnTo>
                  <a:lnTo>
                    <a:pt x="2472738" y="682699"/>
                  </a:lnTo>
                  <a:lnTo>
                    <a:pt x="2472716" y="682707"/>
                  </a:lnTo>
                  <a:lnTo>
                    <a:pt x="2472673" y="682716"/>
                  </a:lnTo>
                  <a:lnTo>
                    <a:pt x="2472642" y="682724"/>
                  </a:lnTo>
                  <a:lnTo>
                    <a:pt x="2472615" y="682730"/>
                  </a:lnTo>
                  <a:lnTo>
                    <a:pt x="2472587" y="682731"/>
                  </a:lnTo>
                  <a:lnTo>
                    <a:pt x="2472565" y="682731"/>
                  </a:lnTo>
                  <a:lnTo>
                    <a:pt x="2472548" y="682731"/>
                  </a:lnTo>
                  <a:lnTo>
                    <a:pt x="2472529" y="682728"/>
                  </a:lnTo>
                  <a:lnTo>
                    <a:pt x="2472510" y="682723"/>
                  </a:lnTo>
                  <a:lnTo>
                    <a:pt x="2472502" y="682721"/>
                  </a:lnTo>
                  <a:lnTo>
                    <a:pt x="2472494" y="682720"/>
                  </a:lnTo>
                  <a:lnTo>
                    <a:pt x="2472486" y="682719"/>
                  </a:lnTo>
                  <a:lnTo>
                    <a:pt x="2472476" y="682719"/>
                  </a:lnTo>
                  <a:lnTo>
                    <a:pt x="2472466" y="682719"/>
                  </a:lnTo>
                  <a:lnTo>
                    <a:pt x="2472456" y="682719"/>
                  </a:lnTo>
                  <a:lnTo>
                    <a:pt x="2472448" y="682721"/>
                  </a:lnTo>
                  <a:lnTo>
                    <a:pt x="2472438" y="682724"/>
                  </a:lnTo>
                  <a:lnTo>
                    <a:pt x="2472424" y="682731"/>
                  </a:lnTo>
                  <a:lnTo>
                    <a:pt x="2472376" y="682758"/>
                  </a:lnTo>
                  <a:lnTo>
                    <a:pt x="2472346" y="682773"/>
                  </a:lnTo>
                  <a:lnTo>
                    <a:pt x="2472308" y="682797"/>
                  </a:lnTo>
                  <a:lnTo>
                    <a:pt x="2472282" y="682822"/>
                  </a:lnTo>
                  <a:lnTo>
                    <a:pt x="2472259" y="682849"/>
                  </a:lnTo>
                  <a:lnTo>
                    <a:pt x="2472240" y="682878"/>
                  </a:lnTo>
                  <a:lnTo>
                    <a:pt x="2472235" y="682884"/>
                  </a:lnTo>
                  <a:lnTo>
                    <a:pt x="2472232" y="682888"/>
                  </a:lnTo>
                  <a:lnTo>
                    <a:pt x="2472225" y="682895"/>
                  </a:lnTo>
                  <a:lnTo>
                    <a:pt x="2472193" y="682931"/>
                  </a:lnTo>
                  <a:lnTo>
                    <a:pt x="2472188" y="682935"/>
                  </a:lnTo>
                  <a:lnTo>
                    <a:pt x="2472179" y="682943"/>
                  </a:lnTo>
                  <a:lnTo>
                    <a:pt x="2472174" y="682949"/>
                  </a:lnTo>
                  <a:lnTo>
                    <a:pt x="2472154" y="682983"/>
                  </a:lnTo>
                  <a:lnTo>
                    <a:pt x="2472151" y="682990"/>
                  </a:lnTo>
                  <a:lnTo>
                    <a:pt x="2472145" y="683004"/>
                  </a:lnTo>
                  <a:lnTo>
                    <a:pt x="2472071" y="683140"/>
                  </a:lnTo>
                  <a:lnTo>
                    <a:pt x="2472014" y="683245"/>
                  </a:lnTo>
                  <a:lnTo>
                    <a:pt x="2472000" y="683257"/>
                  </a:lnTo>
                  <a:lnTo>
                    <a:pt x="2471992" y="683267"/>
                  </a:lnTo>
                  <a:lnTo>
                    <a:pt x="2471981" y="683283"/>
                  </a:lnTo>
                  <a:lnTo>
                    <a:pt x="2471951" y="683322"/>
                  </a:lnTo>
                  <a:lnTo>
                    <a:pt x="2471909" y="683373"/>
                  </a:lnTo>
                  <a:lnTo>
                    <a:pt x="2471900" y="683387"/>
                  </a:lnTo>
                  <a:lnTo>
                    <a:pt x="2471873" y="683427"/>
                  </a:lnTo>
                  <a:lnTo>
                    <a:pt x="2471838" y="683481"/>
                  </a:lnTo>
                  <a:lnTo>
                    <a:pt x="2471812" y="683530"/>
                  </a:lnTo>
                  <a:lnTo>
                    <a:pt x="2471792" y="683574"/>
                  </a:lnTo>
                  <a:lnTo>
                    <a:pt x="2471776" y="683615"/>
                  </a:lnTo>
                  <a:lnTo>
                    <a:pt x="2471757" y="683656"/>
                  </a:lnTo>
                  <a:lnTo>
                    <a:pt x="2471739" y="683688"/>
                  </a:lnTo>
                  <a:lnTo>
                    <a:pt x="2471719" y="683719"/>
                  </a:lnTo>
                  <a:lnTo>
                    <a:pt x="2471698" y="683747"/>
                  </a:lnTo>
                  <a:lnTo>
                    <a:pt x="2471676" y="683776"/>
                  </a:lnTo>
                  <a:lnTo>
                    <a:pt x="2471655" y="683801"/>
                  </a:lnTo>
                  <a:lnTo>
                    <a:pt x="2471512" y="683882"/>
                  </a:lnTo>
                  <a:lnTo>
                    <a:pt x="2471486" y="683897"/>
                  </a:lnTo>
                  <a:lnTo>
                    <a:pt x="2471314" y="684048"/>
                  </a:lnTo>
                  <a:lnTo>
                    <a:pt x="2471251" y="684066"/>
                  </a:lnTo>
                  <a:lnTo>
                    <a:pt x="2470744" y="684325"/>
                  </a:lnTo>
                  <a:lnTo>
                    <a:pt x="2470316" y="684490"/>
                  </a:lnTo>
                  <a:lnTo>
                    <a:pt x="2470197" y="684613"/>
                  </a:lnTo>
                  <a:lnTo>
                    <a:pt x="2470186" y="684629"/>
                  </a:lnTo>
                  <a:lnTo>
                    <a:pt x="2470091" y="684780"/>
                  </a:lnTo>
                  <a:lnTo>
                    <a:pt x="2470054" y="684840"/>
                  </a:lnTo>
                  <a:lnTo>
                    <a:pt x="2470047" y="684851"/>
                  </a:lnTo>
                  <a:lnTo>
                    <a:pt x="2470046" y="684867"/>
                  </a:lnTo>
                  <a:lnTo>
                    <a:pt x="2470048" y="684900"/>
                  </a:lnTo>
                  <a:lnTo>
                    <a:pt x="2470044" y="684913"/>
                  </a:lnTo>
                  <a:lnTo>
                    <a:pt x="2470040" y="684929"/>
                  </a:lnTo>
                  <a:lnTo>
                    <a:pt x="2470031" y="684947"/>
                  </a:lnTo>
                  <a:lnTo>
                    <a:pt x="2470019" y="684967"/>
                  </a:lnTo>
                  <a:lnTo>
                    <a:pt x="2470017" y="684973"/>
                  </a:lnTo>
                  <a:lnTo>
                    <a:pt x="2470017" y="684988"/>
                  </a:lnTo>
                  <a:lnTo>
                    <a:pt x="2470020" y="684993"/>
                  </a:lnTo>
                  <a:lnTo>
                    <a:pt x="2469870" y="685059"/>
                  </a:lnTo>
                  <a:lnTo>
                    <a:pt x="2469755" y="685082"/>
                  </a:lnTo>
                  <a:lnTo>
                    <a:pt x="2469665" y="685102"/>
                  </a:lnTo>
                  <a:lnTo>
                    <a:pt x="2469658" y="685107"/>
                  </a:lnTo>
                  <a:lnTo>
                    <a:pt x="2469654" y="685113"/>
                  </a:lnTo>
                  <a:lnTo>
                    <a:pt x="2469649" y="685119"/>
                  </a:lnTo>
                  <a:lnTo>
                    <a:pt x="2469637" y="685113"/>
                  </a:lnTo>
                  <a:lnTo>
                    <a:pt x="2469626" y="685110"/>
                  </a:lnTo>
                  <a:lnTo>
                    <a:pt x="2469613" y="685110"/>
                  </a:lnTo>
                  <a:lnTo>
                    <a:pt x="2469508" y="685139"/>
                  </a:lnTo>
                  <a:lnTo>
                    <a:pt x="2469430" y="685153"/>
                  </a:lnTo>
                  <a:lnTo>
                    <a:pt x="2469352" y="685168"/>
                  </a:lnTo>
                  <a:lnTo>
                    <a:pt x="2469305" y="685190"/>
                  </a:lnTo>
                  <a:lnTo>
                    <a:pt x="2469274" y="685213"/>
                  </a:lnTo>
                  <a:lnTo>
                    <a:pt x="2469250" y="685235"/>
                  </a:lnTo>
                  <a:lnTo>
                    <a:pt x="2469234" y="685262"/>
                  </a:lnTo>
                  <a:lnTo>
                    <a:pt x="2469197" y="685326"/>
                  </a:lnTo>
                  <a:lnTo>
                    <a:pt x="2469189" y="685395"/>
                  </a:lnTo>
                  <a:lnTo>
                    <a:pt x="2469179" y="685471"/>
                  </a:lnTo>
                  <a:lnTo>
                    <a:pt x="2469212" y="685669"/>
                  </a:lnTo>
                  <a:lnTo>
                    <a:pt x="2469157" y="685876"/>
                  </a:lnTo>
                  <a:lnTo>
                    <a:pt x="2469188" y="685937"/>
                  </a:lnTo>
                  <a:lnTo>
                    <a:pt x="2469207" y="685976"/>
                  </a:lnTo>
                  <a:lnTo>
                    <a:pt x="2469217" y="685996"/>
                  </a:lnTo>
                  <a:lnTo>
                    <a:pt x="2469231" y="686024"/>
                  </a:lnTo>
                  <a:lnTo>
                    <a:pt x="2469247" y="686044"/>
                  </a:lnTo>
                  <a:lnTo>
                    <a:pt x="2469327" y="686144"/>
                  </a:lnTo>
                  <a:lnTo>
                    <a:pt x="2469405" y="686218"/>
                  </a:lnTo>
                  <a:lnTo>
                    <a:pt x="2469506" y="686204"/>
                  </a:lnTo>
                  <a:lnTo>
                    <a:pt x="2469529" y="686201"/>
                  </a:lnTo>
                  <a:lnTo>
                    <a:pt x="2469587" y="686197"/>
                  </a:lnTo>
                  <a:lnTo>
                    <a:pt x="2469643" y="686258"/>
                  </a:lnTo>
                  <a:lnTo>
                    <a:pt x="2469729" y="686245"/>
                  </a:lnTo>
                  <a:lnTo>
                    <a:pt x="2469798" y="686216"/>
                  </a:lnTo>
                  <a:lnTo>
                    <a:pt x="2469819" y="686243"/>
                  </a:lnTo>
                  <a:lnTo>
                    <a:pt x="2469886" y="686264"/>
                  </a:lnTo>
                  <a:lnTo>
                    <a:pt x="2469902" y="686283"/>
                  </a:lnTo>
                  <a:lnTo>
                    <a:pt x="2470028" y="686304"/>
                  </a:lnTo>
                  <a:lnTo>
                    <a:pt x="2470066" y="686310"/>
                  </a:lnTo>
                  <a:lnTo>
                    <a:pt x="2470143" y="686328"/>
                  </a:lnTo>
                  <a:lnTo>
                    <a:pt x="2470169" y="686334"/>
                  </a:lnTo>
                  <a:lnTo>
                    <a:pt x="2470387" y="686361"/>
                  </a:lnTo>
                  <a:lnTo>
                    <a:pt x="2470412" y="686379"/>
                  </a:lnTo>
                  <a:lnTo>
                    <a:pt x="2470444" y="686393"/>
                  </a:lnTo>
                  <a:lnTo>
                    <a:pt x="2470456" y="686396"/>
                  </a:lnTo>
                  <a:lnTo>
                    <a:pt x="2470510" y="686411"/>
                  </a:lnTo>
                  <a:lnTo>
                    <a:pt x="2470559" y="686432"/>
                  </a:lnTo>
                  <a:lnTo>
                    <a:pt x="2470607" y="686452"/>
                  </a:lnTo>
                  <a:lnTo>
                    <a:pt x="2470643" y="686470"/>
                  </a:lnTo>
                  <a:lnTo>
                    <a:pt x="2470689" y="686501"/>
                  </a:lnTo>
                  <a:lnTo>
                    <a:pt x="2470721" y="686527"/>
                  </a:lnTo>
                  <a:lnTo>
                    <a:pt x="2470750" y="686541"/>
                  </a:lnTo>
                  <a:lnTo>
                    <a:pt x="2470790" y="686560"/>
                  </a:lnTo>
                  <a:lnTo>
                    <a:pt x="2470812" y="686568"/>
                  </a:lnTo>
                  <a:lnTo>
                    <a:pt x="2470818" y="686573"/>
                  </a:lnTo>
                  <a:lnTo>
                    <a:pt x="2470822" y="686577"/>
                  </a:lnTo>
                  <a:lnTo>
                    <a:pt x="2470828" y="686577"/>
                  </a:lnTo>
                  <a:lnTo>
                    <a:pt x="2470833" y="686578"/>
                  </a:lnTo>
                  <a:lnTo>
                    <a:pt x="2470892" y="686591"/>
                  </a:lnTo>
                  <a:lnTo>
                    <a:pt x="2470898" y="686598"/>
                  </a:lnTo>
                  <a:lnTo>
                    <a:pt x="2470907" y="686601"/>
                  </a:lnTo>
                  <a:lnTo>
                    <a:pt x="2470917" y="686604"/>
                  </a:lnTo>
                  <a:lnTo>
                    <a:pt x="2470923" y="686606"/>
                  </a:lnTo>
                  <a:lnTo>
                    <a:pt x="2470935" y="686609"/>
                  </a:lnTo>
                  <a:lnTo>
                    <a:pt x="2470941" y="686612"/>
                  </a:lnTo>
                  <a:lnTo>
                    <a:pt x="2470948" y="686615"/>
                  </a:lnTo>
                  <a:lnTo>
                    <a:pt x="2470957" y="686617"/>
                  </a:lnTo>
                  <a:lnTo>
                    <a:pt x="2470965" y="686621"/>
                  </a:lnTo>
                  <a:lnTo>
                    <a:pt x="2470977" y="686626"/>
                  </a:lnTo>
                  <a:lnTo>
                    <a:pt x="2470988" y="686633"/>
                  </a:lnTo>
                  <a:lnTo>
                    <a:pt x="2471000" y="686638"/>
                  </a:lnTo>
                  <a:lnTo>
                    <a:pt x="2471058" y="686672"/>
                  </a:lnTo>
                  <a:lnTo>
                    <a:pt x="2471125" y="686726"/>
                  </a:lnTo>
                  <a:lnTo>
                    <a:pt x="2471184" y="686803"/>
                  </a:lnTo>
                  <a:lnTo>
                    <a:pt x="2471234" y="686877"/>
                  </a:lnTo>
                  <a:lnTo>
                    <a:pt x="2471287" y="686968"/>
                  </a:lnTo>
                  <a:lnTo>
                    <a:pt x="2471300" y="687003"/>
                  </a:lnTo>
                  <a:lnTo>
                    <a:pt x="2471303" y="687014"/>
                  </a:lnTo>
                  <a:lnTo>
                    <a:pt x="2471304" y="687029"/>
                  </a:lnTo>
                  <a:lnTo>
                    <a:pt x="2471302" y="687042"/>
                  </a:lnTo>
                  <a:lnTo>
                    <a:pt x="2471303" y="687051"/>
                  </a:lnTo>
                  <a:lnTo>
                    <a:pt x="2471308" y="687061"/>
                  </a:lnTo>
                  <a:lnTo>
                    <a:pt x="2471315" y="687075"/>
                  </a:lnTo>
                  <a:lnTo>
                    <a:pt x="2471321" y="687097"/>
                  </a:lnTo>
                  <a:lnTo>
                    <a:pt x="2471340" y="687388"/>
                  </a:lnTo>
                  <a:lnTo>
                    <a:pt x="2471341" y="687405"/>
                  </a:lnTo>
                  <a:lnTo>
                    <a:pt x="2471344" y="687456"/>
                  </a:lnTo>
                  <a:lnTo>
                    <a:pt x="2471345" y="687483"/>
                  </a:lnTo>
                  <a:lnTo>
                    <a:pt x="2471345" y="687498"/>
                  </a:lnTo>
                  <a:lnTo>
                    <a:pt x="2471345" y="687506"/>
                  </a:lnTo>
                  <a:lnTo>
                    <a:pt x="2471343" y="687525"/>
                  </a:lnTo>
                  <a:lnTo>
                    <a:pt x="2471340" y="687576"/>
                  </a:lnTo>
                  <a:lnTo>
                    <a:pt x="2471337" y="687617"/>
                  </a:lnTo>
                  <a:lnTo>
                    <a:pt x="2471334" y="687642"/>
                  </a:lnTo>
                  <a:lnTo>
                    <a:pt x="2471334" y="687650"/>
                  </a:lnTo>
                  <a:lnTo>
                    <a:pt x="2471332" y="687663"/>
                  </a:lnTo>
                  <a:lnTo>
                    <a:pt x="2471328" y="687721"/>
                  </a:lnTo>
                  <a:lnTo>
                    <a:pt x="2471327" y="687729"/>
                  </a:lnTo>
                  <a:lnTo>
                    <a:pt x="2471325" y="687737"/>
                  </a:lnTo>
                  <a:lnTo>
                    <a:pt x="2471319" y="687750"/>
                  </a:lnTo>
                  <a:lnTo>
                    <a:pt x="2471316" y="687758"/>
                  </a:lnTo>
                  <a:lnTo>
                    <a:pt x="2471312" y="687775"/>
                  </a:lnTo>
                  <a:lnTo>
                    <a:pt x="2471309" y="687782"/>
                  </a:lnTo>
                  <a:lnTo>
                    <a:pt x="2471275" y="687846"/>
                  </a:lnTo>
                  <a:lnTo>
                    <a:pt x="2471201" y="687967"/>
                  </a:lnTo>
                  <a:lnTo>
                    <a:pt x="2471171" y="687984"/>
                  </a:lnTo>
                  <a:lnTo>
                    <a:pt x="2471142" y="688000"/>
                  </a:lnTo>
                  <a:lnTo>
                    <a:pt x="2470994" y="688083"/>
                  </a:lnTo>
                  <a:lnTo>
                    <a:pt x="2470946" y="688108"/>
                  </a:lnTo>
                  <a:lnTo>
                    <a:pt x="2470860" y="688147"/>
                  </a:lnTo>
                  <a:lnTo>
                    <a:pt x="2470788" y="688169"/>
                  </a:lnTo>
                  <a:lnTo>
                    <a:pt x="2470688" y="688187"/>
                  </a:lnTo>
                  <a:lnTo>
                    <a:pt x="2470617" y="688190"/>
                  </a:lnTo>
                  <a:lnTo>
                    <a:pt x="2470518" y="688192"/>
                  </a:lnTo>
                  <a:lnTo>
                    <a:pt x="2470391" y="688188"/>
                  </a:lnTo>
                  <a:lnTo>
                    <a:pt x="2470310" y="688183"/>
                  </a:lnTo>
                  <a:lnTo>
                    <a:pt x="2470298" y="688182"/>
                  </a:lnTo>
                  <a:lnTo>
                    <a:pt x="2470285" y="688182"/>
                  </a:lnTo>
                  <a:lnTo>
                    <a:pt x="2469984" y="688145"/>
                  </a:lnTo>
                  <a:lnTo>
                    <a:pt x="2469972" y="688139"/>
                  </a:lnTo>
                  <a:lnTo>
                    <a:pt x="2469866" y="688109"/>
                  </a:lnTo>
                  <a:lnTo>
                    <a:pt x="2469842" y="688108"/>
                  </a:lnTo>
                  <a:lnTo>
                    <a:pt x="2469419" y="688100"/>
                  </a:lnTo>
                  <a:lnTo>
                    <a:pt x="2469344" y="688101"/>
                  </a:lnTo>
                  <a:lnTo>
                    <a:pt x="2469309" y="688102"/>
                  </a:lnTo>
                  <a:lnTo>
                    <a:pt x="2469280" y="688103"/>
                  </a:lnTo>
                  <a:lnTo>
                    <a:pt x="2469260" y="688103"/>
                  </a:lnTo>
                  <a:lnTo>
                    <a:pt x="2469164" y="688105"/>
                  </a:lnTo>
                  <a:lnTo>
                    <a:pt x="2469050" y="688123"/>
                  </a:lnTo>
                  <a:lnTo>
                    <a:pt x="2468946" y="688140"/>
                  </a:lnTo>
                  <a:lnTo>
                    <a:pt x="2468655" y="688187"/>
                  </a:lnTo>
                  <a:lnTo>
                    <a:pt x="2468619" y="688192"/>
                  </a:lnTo>
                  <a:lnTo>
                    <a:pt x="2468271" y="688296"/>
                  </a:lnTo>
                  <a:lnTo>
                    <a:pt x="2468234" y="688308"/>
                  </a:lnTo>
                  <a:lnTo>
                    <a:pt x="2468154" y="688332"/>
                  </a:lnTo>
                  <a:lnTo>
                    <a:pt x="2468097" y="688354"/>
                  </a:lnTo>
                  <a:lnTo>
                    <a:pt x="2468089" y="688356"/>
                  </a:lnTo>
                  <a:lnTo>
                    <a:pt x="2468067" y="688361"/>
                  </a:lnTo>
                  <a:lnTo>
                    <a:pt x="2467927" y="688392"/>
                  </a:lnTo>
                  <a:lnTo>
                    <a:pt x="2467872" y="688407"/>
                  </a:lnTo>
                  <a:lnTo>
                    <a:pt x="2467613" y="688466"/>
                  </a:lnTo>
                  <a:lnTo>
                    <a:pt x="2467520" y="688488"/>
                  </a:lnTo>
                  <a:lnTo>
                    <a:pt x="2467481" y="688494"/>
                  </a:lnTo>
                  <a:lnTo>
                    <a:pt x="2467466" y="688497"/>
                  </a:lnTo>
                  <a:lnTo>
                    <a:pt x="2467208" y="688539"/>
                  </a:lnTo>
                  <a:lnTo>
                    <a:pt x="2467152" y="688548"/>
                  </a:lnTo>
                  <a:lnTo>
                    <a:pt x="2466901" y="688508"/>
                  </a:lnTo>
                  <a:lnTo>
                    <a:pt x="2466853" y="688501"/>
                  </a:lnTo>
                  <a:lnTo>
                    <a:pt x="2466833" y="688498"/>
                  </a:lnTo>
                  <a:lnTo>
                    <a:pt x="2466776" y="688490"/>
                  </a:lnTo>
                  <a:lnTo>
                    <a:pt x="2466676" y="688419"/>
                  </a:lnTo>
                  <a:lnTo>
                    <a:pt x="2466594" y="688325"/>
                  </a:lnTo>
                  <a:lnTo>
                    <a:pt x="2466563" y="688268"/>
                  </a:lnTo>
                  <a:lnTo>
                    <a:pt x="2466529" y="688205"/>
                  </a:lnTo>
                  <a:lnTo>
                    <a:pt x="2466527" y="688188"/>
                  </a:lnTo>
                  <a:lnTo>
                    <a:pt x="2466477" y="687826"/>
                  </a:lnTo>
                  <a:lnTo>
                    <a:pt x="2466458" y="687818"/>
                  </a:lnTo>
                  <a:lnTo>
                    <a:pt x="2466453" y="687818"/>
                  </a:lnTo>
                  <a:lnTo>
                    <a:pt x="2466448" y="687820"/>
                  </a:lnTo>
                  <a:lnTo>
                    <a:pt x="2466431" y="687830"/>
                  </a:lnTo>
                  <a:lnTo>
                    <a:pt x="2466330" y="687901"/>
                  </a:lnTo>
                  <a:lnTo>
                    <a:pt x="2466269" y="687882"/>
                  </a:lnTo>
                  <a:lnTo>
                    <a:pt x="2466234" y="687872"/>
                  </a:lnTo>
                  <a:lnTo>
                    <a:pt x="2466200" y="687881"/>
                  </a:lnTo>
                  <a:lnTo>
                    <a:pt x="2466113" y="687844"/>
                  </a:lnTo>
                  <a:lnTo>
                    <a:pt x="2466066" y="687824"/>
                  </a:lnTo>
                  <a:lnTo>
                    <a:pt x="2465934" y="687829"/>
                  </a:lnTo>
                  <a:lnTo>
                    <a:pt x="2465849" y="687835"/>
                  </a:lnTo>
                  <a:lnTo>
                    <a:pt x="2465824" y="687837"/>
                  </a:lnTo>
                  <a:lnTo>
                    <a:pt x="2465813" y="687837"/>
                  </a:lnTo>
                  <a:lnTo>
                    <a:pt x="2465801" y="687840"/>
                  </a:lnTo>
                  <a:lnTo>
                    <a:pt x="2465659" y="687872"/>
                  </a:lnTo>
                  <a:lnTo>
                    <a:pt x="2465476" y="687854"/>
                  </a:lnTo>
                  <a:lnTo>
                    <a:pt x="2465469" y="687850"/>
                  </a:lnTo>
                  <a:lnTo>
                    <a:pt x="2465394" y="687806"/>
                  </a:lnTo>
                  <a:lnTo>
                    <a:pt x="2465388" y="687803"/>
                  </a:lnTo>
                  <a:lnTo>
                    <a:pt x="2465368" y="687786"/>
                  </a:lnTo>
                  <a:lnTo>
                    <a:pt x="2465355" y="687776"/>
                  </a:lnTo>
                  <a:lnTo>
                    <a:pt x="2465341" y="687766"/>
                  </a:lnTo>
                  <a:lnTo>
                    <a:pt x="2465327" y="687757"/>
                  </a:lnTo>
                  <a:lnTo>
                    <a:pt x="2465317" y="687752"/>
                  </a:lnTo>
                  <a:lnTo>
                    <a:pt x="2465311" y="687749"/>
                  </a:lnTo>
                  <a:lnTo>
                    <a:pt x="2465305" y="687747"/>
                  </a:lnTo>
                  <a:lnTo>
                    <a:pt x="2465297" y="687744"/>
                  </a:lnTo>
                  <a:lnTo>
                    <a:pt x="2465289" y="687742"/>
                  </a:lnTo>
                  <a:lnTo>
                    <a:pt x="2465282" y="687741"/>
                  </a:lnTo>
                  <a:lnTo>
                    <a:pt x="2465277" y="687741"/>
                  </a:lnTo>
                  <a:lnTo>
                    <a:pt x="2465270" y="687741"/>
                  </a:lnTo>
                  <a:lnTo>
                    <a:pt x="2465264" y="687741"/>
                  </a:lnTo>
                  <a:lnTo>
                    <a:pt x="2465255" y="687742"/>
                  </a:lnTo>
                  <a:lnTo>
                    <a:pt x="2465248" y="687743"/>
                  </a:lnTo>
                  <a:lnTo>
                    <a:pt x="2465240" y="687745"/>
                  </a:lnTo>
                  <a:lnTo>
                    <a:pt x="2465230" y="687747"/>
                  </a:lnTo>
                  <a:lnTo>
                    <a:pt x="2465221" y="687750"/>
                  </a:lnTo>
                  <a:lnTo>
                    <a:pt x="2465213" y="687754"/>
                  </a:lnTo>
                  <a:lnTo>
                    <a:pt x="2465205" y="687757"/>
                  </a:lnTo>
                  <a:lnTo>
                    <a:pt x="2465185" y="687778"/>
                  </a:lnTo>
                  <a:lnTo>
                    <a:pt x="2465163" y="687802"/>
                  </a:lnTo>
                  <a:lnTo>
                    <a:pt x="2465121" y="687845"/>
                  </a:lnTo>
                  <a:lnTo>
                    <a:pt x="2465110" y="687874"/>
                  </a:lnTo>
                  <a:lnTo>
                    <a:pt x="2465088" y="687932"/>
                  </a:lnTo>
                  <a:lnTo>
                    <a:pt x="2465085" y="687952"/>
                  </a:lnTo>
                  <a:lnTo>
                    <a:pt x="2465070" y="688044"/>
                  </a:lnTo>
                  <a:lnTo>
                    <a:pt x="2465068" y="688059"/>
                  </a:lnTo>
                  <a:lnTo>
                    <a:pt x="2465071" y="688109"/>
                  </a:lnTo>
                  <a:lnTo>
                    <a:pt x="2465072" y="688141"/>
                  </a:lnTo>
                  <a:lnTo>
                    <a:pt x="2465087" y="688400"/>
                  </a:lnTo>
                  <a:lnTo>
                    <a:pt x="2465083" y="688603"/>
                  </a:lnTo>
                  <a:lnTo>
                    <a:pt x="2465082" y="688638"/>
                  </a:lnTo>
                  <a:lnTo>
                    <a:pt x="2465072" y="688661"/>
                  </a:lnTo>
                  <a:lnTo>
                    <a:pt x="2464951" y="688934"/>
                  </a:lnTo>
                  <a:lnTo>
                    <a:pt x="2464872" y="689068"/>
                  </a:lnTo>
                  <a:lnTo>
                    <a:pt x="2464839" y="689124"/>
                  </a:lnTo>
                  <a:lnTo>
                    <a:pt x="2464820" y="689169"/>
                  </a:lnTo>
                  <a:lnTo>
                    <a:pt x="2464818" y="689177"/>
                  </a:lnTo>
                  <a:lnTo>
                    <a:pt x="2464879" y="689293"/>
                  </a:lnTo>
                  <a:lnTo>
                    <a:pt x="2464887" y="689317"/>
                  </a:lnTo>
                  <a:lnTo>
                    <a:pt x="2464896" y="689340"/>
                  </a:lnTo>
                  <a:lnTo>
                    <a:pt x="2464900" y="689349"/>
                  </a:lnTo>
                  <a:lnTo>
                    <a:pt x="2464901" y="689363"/>
                  </a:lnTo>
                  <a:lnTo>
                    <a:pt x="2464897" y="689374"/>
                  </a:lnTo>
                  <a:lnTo>
                    <a:pt x="2464889" y="689388"/>
                  </a:lnTo>
                  <a:lnTo>
                    <a:pt x="2464880" y="689414"/>
                  </a:lnTo>
                  <a:lnTo>
                    <a:pt x="2464874" y="689440"/>
                  </a:lnTo>
                  <a:lnTo>
                    <a:pt x="2464851" y="689506"/>
                  </a:lnTo>
                  <a:lnTo>
                    <a:pt x="2464846" y="689517"/>
                  </a:lnTo>
                  <a:lnTo>
                    <a:pt x="2464842" y="689525"/>
                  </a:lnTo>
                  <a:lnTo>
                    <a:pt x="2464835" y="689531"/>
                  </a:lnTo>
                  <a:lnTo>
                    <a:pt x="2464818" y="689571"/>
                  </a:lnTo>
                  <a:lnTo>
                    <a:pt x="2464813" y="689581"/>
                  </a:lnTo>
                  <a:lnTo>
                    <a:pt x="2464805" y="689595"/>
                  </a:lnTo>
                  <a:lnTo>
                    <a:pt x="2464802" y="689601"/>
                  </a:lnTo>
                  <a:lnTo>
                    <a:pt x="2464801" y="689607"/>
                  </a:lnTo>
                  <a:lnTo>
                    <a:pt x="2464732" y="689700"/>
                  </a:lnTo>
                  <a:lnTo>
                    <a:pt x="2464711" y="689718"/>
                  </a:lnTo>
                  <a:lnTo>
                    <a:pt x="2464707" y="689723"/>
                  </a:lnTo>
                  <a:lnTo>
                    <a:pt x="2464702" y="689728"/>
                  </a:lnTo>
                  <a:lnTo>
                    <a:pt x="2464697" y="689734"/>
                  </a:lnTo>
                  <a:lnTo>
                    <a:pt x="2464689" y="689744"/>
                  </a:lnTo>
                  <a:lnTo>
                    <a:pt x="2464667" y="689777"/>
                  </a:lnTo>
                  <a:lnTo>
                    <a:pt x="2464651" y="689815"/>
                  </a:lnTo>
                  <a:lnTo>
                    <a:pt x="2464625" y="689874"/>
                  </a:lnTo>
                  <a:lnTo>
                    <a:pt x="2464597" y="689941"/>
                  </a:lnTo>
                  <a:lnTo>
                    <a:pt x="2464594" y="689951"/>
                  </a:lnTo>
                  <a:lnTo>
                    <a:pt x="2464589" y="689964"/>
                  </a:lnTo>
                  <a:lnTo>
                    <a:pt x="2464586" y="689972"/>
                  </a:lnTo>
                  <a:lnTo>
                    <a:pt x="2464584" y="689978"/>
                  </a:lnTo>
                  <a:lnTo>
                    <a:pt x="2464573" y="689993"/>
                  </a:lnTo>
                  <a:lnTo>
                    <a:pt x="2464567" y="690003"/>
                  </a:lnTo>
                  <a:lnTo>
                    <a:pt x="2464561" y="690011"/>
                  </a:lnTo>
                  <a:lnTo>
                    <a:pt x="2464556" y="690018"/>
                  </a:lnTo>
                  <a:lnTo>
                    <a:pt x="2464555" y="690023"/>
                  </a:lnTo>
                  <a:lnTo>
                    <a:pt x="2464554" y="690029"/>
                  </a:lnTo>
                  <a:lnTo>
                    <a:pt x="2464550" y="690049"/>
                  </a:lnTo>
                  <a:lnTo>
                    <a:pt x="2464548" y="690059"/>
                  </a:lnTo>
                  <a:lnTo>
                    <a:pt x="2464546" y="690064"/>
                  </a:lnTo>
                  <a:lnTo>
                    <a:pt x="2464537" y="690082"/>
                  </a:lnTo>
                  <a:lnTo>
                    <a:pt x="2464526" y="690101"/>
                  </a:lnTo>
                  <a:lnTo>
                    <a:pt x="2464506" y="690137"/>
                  </a:lnTo>
                  <a:lnTo>
                    <a:pt x="2464462" y="690215"/>
                  </a:lnTo>
                  <a:lnTo>
                    <a:pt x="2464456" y="690226"/>
                  </a:lnTo>
                  <a:lnTo>
                    <a:pt x="2464452" y="690233"/>
                  </a:lnTo>
                  <a:lnTo>
                    <a:pt x="2464452" y="690243"/>
                  </a:lnTo>
                  <a:lnTo>
                    <a:pt x="2464458" y="690250"/>
                  </a:lnTo>
                  <a:lnTo>
                    <a:pt x="2464465" y="690256"/>
                  </a:lnTo>
                  <a:lnTo>
                    <a:pt x="2464472" y="690261"/>
                  </a:lnTo>
                  <a:lnTo>
                    <a:pt x="2464477" y="690265"/>
                  </a:lnTo>
                  <a:lnTo>
                    <a:pt x="2464480" y="690271"/>
                  </a:lnTo>
                  <a:lnTo>
                    <a:pt x="2464473" y="690274"/>
                  </a:lnTo>
                  <a:lnTo>
                    <a:pt x="2464466" y="690274"/>
                  </a:lnTo>
                  <a:lnTo>
                    <a:pt x="2464460" y="690274"/>
                  </a:lnTo>
                  <a:lnTo>
                    <a:pt x="2464454" y="690274"/>
                  </a:lnTo>
                  <a:lnTo>
                    <a:pt x="2464441" y="690273"/>
                  </a:lnTo>
                  <a:lnTo>
                    <a:pt x="2464434" y="690275"/>
                  </a:lnTo>
                  <a:lnTo>
                    <a:pt x="2464429" y="690278"/>
                  </a:lnTo>
                  <a:lnTo>
                    <a:pt x="2464425" y="690282"/>
                  </a:lnTo>
                  <a:lnTo>
                    <a:pt x="2464420" y="690287"/>
                  </a:lnTo>
                  <a:lnTo>
                    <a:pt x="2464416" y="690293"/>
                  </a:lnTo>
                  <a:lnTo>
                    <a:pt x="2464406" y="690312"/>
                  </a:lnTo>
                  <a:lnTo>
                    <a:pt x="2464401" y="690318"/>
                  </a:lnTo>
                  <a:lnTo>
                    <a:pt x="2464382" y="690343"/>
                  </a:lnTo>
                  <a:lnTo>
                    <a:pt x="2464368" y="690361"/>
                  </a:lnTo>
                  <a:lnTo>
                    <a:pt x="2464364" y="690366"/>
                  </a:lnTo>
                  <a:lnTo>
                    <a:pt x="2464358" y="690371"/>
                  </a:lnTo>
                  <a:lnTo>
                    <a:pt x="2464355" y="690376"/>
                  </a:lnTo>
                  <a:lnTo>
                    <a:pt x="2464350" y="690385"/>
                  </a:lnTo>
                  <a:lnTo>
                    <a:pt x="2464344" y="690398"/>
                  </a:lnTo>
                  <a:lnTo>
                    <a:pt x="2464333" y="690416"/>
                  </a:lnTo>
                  <a:lnTo>
                    <a:pt x="2464328" y="690427"/>
                  </a:lnTo>
                  <a:lnTo>
                    <a:pt x="2464324" y="690431"/>
                  </a:lnTo>
                  <a:lnTo>
                    <a:pt x="2464319" y="690437"/>
                  </a:lnTo>
                  <a:lnTo>
                    <a:pt x="2464311" y="690445"/>
                  </a:lnTo>
                  <a:lnTo>
                    <a:pt x="2464283" y="690473"/>
                  </a:lnTo>
                  <a:lnTo>
                    <a:pt x="2464277" y="690479"/>
                  </a:lnTo>
                  <a:lnTo>
                    <a:pt x="2464272" y="690484"/>
                  </a:lnTo>
                  <a:lnTo>
                    <a:pt x="2464144" y="690540"/>
                  </a:lnTo>
                  <a:lnTo>
                    <a:pt x="2464137" y="690543"/>
                  </a:lnTo>
                  <a:lnTo>
                    <a:pt x="2464109" y="690561"/>
                  </a:lnTo>
                  <a:lnTo>
                    <a:pt x="2464101" y="690566"/>
                  </a:lnTo>
                  <a:lnTo>
                    <a:pt x="2464091" y="690570"/>
                  </a:lnTo>
                  <a:lnTo>
                    <a:pt x="2464084" y="690573"/>
                  </a:lnTo>
                  <a:lnTo>
                    <a:pt x="2464071" y="690577"/>
                  </a:lnTo>
                  <a:lnTo>
                    <a:pt x="2464063" y="690582"/>
                  </a:lnTo>
                  <a:lnTo>
                    <a:pt x="2464056" y="690586"/>
                  </a:lnTo>
                  <a:lnTo>
                    <a:pt x="2464042" y="690594"/>
                  </a:lnTo>
                  <a:lnTo>
                    <a:pt x="2464024" y="690606"/>
                  </a:lnTo>
                  <a:lnTo>
                    <a:pt x="2464019" y="690609"/>
                  </a:lnTo>
                  <a:lnTo>
                    <a:pt x="2464009" y="690612"/>
                  </a:lnTo>
                  <a:lnTo>
                    <a:pt x="2463996" y="690616"/>
                  </a:lnTo>
                  <a:lnTo>
                    <a:pt x="2463923" y="690640"/>
                  </a:lnTo>
                  <a:lnTo>
                    <a:pt x="2463879" y="690651"/>
                  </a:lnTo>
                  <a:lnTo>
                    <a:pt x="2463807" y="690671"/>
                  </a:lnTo>
                  <a:lnTo>
                    <a:pt x="2463796" y="690675"/>
                  </a:lnTo>
                  <a:lnTo>
                    <a:pt x="2463787" y="690677"/>
                  </a:lnTo>
                  <a:lnTo>
                    <a:pt x="2463773" y="690681"/>
                  </a:lnTo>
                  <a:lnTo>
                    <a:pt x="2463589" y="690701"/>
                  </a:lnTo>
                  <a:lnTo>
                    <a:pt x="2463581" y="690700"/>
                  </a:lnTo>
                  <a:lnTo>
                    <a:pt x="2463416" y="690683"/>
                  </a:lnTo>
                  <a:lnTo>
                    <a:pt x="2463232" y="690683"/>
                  </a:lnTo>
                  <a:lnTo>
                    <a:pt x="2463103" y="690679"/>
                  </a:lnTo>
                  <a:lnTo>
                    <a:pt x="2463060" y="690677"/>
                  </a:lnTo>
                  <a:lnTo>
                    <a:pt x="2463044" y="690677"/>
                  </a:lnTo>
                  <a:lnTo>
                    <a:pt x="2463017" y="690676"/>
                  </a:lnTo>
                  <a:lnTo>
                    <a:pt x="2462991" y="690670"/>
                  </a:lnTo>
                  <a:lnTo>
                    <a:pt x="2462863" y="690640"/>
                  </a:lnTo>
                  <a:lnTo>
                    <a:pt x="2462836" y="690634"/>
                  </a:lnTo>
                  <a:lnTo>
                    <a:pt x="2462815" y="690629"/>
                  </a:lnTo>
                  <a:lnTo>
                    <a:pt x="2462807" y="690628"/>
                  </a:lnTo>
                  <a:lnTo>
                    <a:pt x="2462802" y="690627"/>
                  </a:lnTo>
                  <a:lnTo>
                    <a:pt x="2462792" y="690623"/>
                  </a:lnTo>
                  <a:lnTo>
                    <a:pt x="2462780" y="690617"/>
                  </a:lnTo>
                  <a:lnTo>
                    <a:pt x="2462722" y="690596"/>
                  </a:lnTo>
                  <a:lnTo>
                    <a:pt x="2462653" y="690565"/>
                  </a:lnTo>
                  <a:lnTo>
                    <a:pt x="2462620" y="690553"/>
                  </a:lnTo>
                  <a:lnTo>
                    <a:pt x="2462568" y="690540"/>
                  </a:lnTo>
                  <a:lnTo>
                    <a:pt x="2462521" y="690522"/>
                  </a:lnTo>
                  <a:lnTo>
                    <a:pt x="2462488" y="690511"/>
                  </a:lnTo>
                  <a:lnTo>
                    <a:pt x="2462459" y="690503"/>
                  </a:lnTo>
                  <a:lnTo>
                    <a:pt x="2462451" y="690503"/>
                  </a:lnTo>
                  <a:lnTo>
                    <a:pt x="2462434" y="690502"/>
                  </a:lnTo>
                  <a:lnTo>
                    <a:pt x="2462427" y="690499"/>
                  </a:lnTo>
                  <a:lnTo>
                    <a:pt x="2462420" y="690492"/>
                  </a:lnTo>
                  <a:lnTo>
                    <a:pt x="2462414" y="690488"/>
                  </a:lnTo>
                  <a:lnTo>
                    <a:pt x="2462407" y="690484"/>
                  </a:lnTo>
                  <a:lnTo>
                    <a:pt x="2462399" y="690481"/>
                  </a:lnTo>
                  <a:lnTo>
                    <a:pt x="2462287" y="690447"/>
                  </a:lnTo>
                  <a:lnTo>
                    <a:pt x="2462279" y="690445"/>
                  </a:lnTo>
                  <a:lnTo>
                    <a:pt x="2462272" y="690444"/>
                  </a:lnTo>
                  <a:lnTo>
                    <a:pt x="2462180" y="690444"/>
                  </a:lnTo>
                  <a:lnTo>
                    <a:pt x="2462109" y="690418"/>
                  </a:lnTo>
                  <a:lnTo>
                    <a:pt x="2462033" y="690409"/>
                  </a:lnTo>
                  <a:lnTo>
                    <a:pt x="2461999" y="690406"/>
                  </a:lnTo>
                  <a:lnTo>
                    <a:pt x="2461986" y="690410"/>
                  </a:lnTo>
                  <a:lnTo>
                    <a:pt x="2461978" y="690413"/>
                  </a:lnTo>
                  <a:lnTo>
                    <a:pt x="2461966" y="690416"/>
                  </a:lnTo>
                  <a:lnTo>
                    <a:pt x="2461961" y="690417"/>
                  </a:lnTo>
                  <a:lnTo>
                    <a:pt x="2461954" y="690420"/>
                  </a:lnTo>
                  <a:lnTo>
                    <a:pt x="2461948" y="690425"/>
                  </a:lnTo>
                  <a:lnTo>
                    <a:pt x="2461944" y="690430"/>
                  </a:lnTo>
                  <a:lnTo>
                    <a:pt x="2461940" y="690436"/>
                  </a:lnTo>
                  <a:lnTo>
                    <a:pt x="2461936" y="690442"/>
                  </a:lnTo>
                  <a:lnTo>
                    <a:pt x="2461933" y="690449"/>
                  </a:lnTo>
                  <a:lnTo>
                    <a:pt x="2461790" y="690474"/>
                  </a:lnTo>
                  <a:lnTo>
                    <a:pt x="2461784" y="690472"/>
                  </a:lnTo>
                  <a:lnTo>
                    <a:pt x="2461779" y="690472"/>
                  </a:lnTo>
                  <a:lnTo>
                    <a:pt x="2461774" y="690471"/>
                  </a:lnTo>
                  <a:lnTo>
                    <a:pt x="2461767" y="690471"/>
                  </a:lnTo>
                  <a:lnTo>
                    <a:pt x="2461761" y="690472"/>
                  </a:lnTo>
                  <a:lnTo>
                    <a:pt x="2461754" y="690472"/>
                  </a:lnTo>
                  <a:lnTo>
                    <a:pt x="2461737" y="690475"/>
                  </a:lnTo>
                  <a:lnTo>
                    <a:pt x="2461732" y="690476"/>
                  </a:lnTo>
                  <a:lnTo>
                    <a:pt x="2461718" y="690476"/>
                  </a:lnTo>
                  <a:lnTo>
                    <a:pt x="2461712" y="690477"/>
                  </a:lnTo>
                  <a:lnTo>
                    <a:pt x="2461698" y="690479"/>
                  </a:lnTo>
                  <a:lnTo>
                    <a:pt x="2461685" y="690481"/>
                  </a:lnTo>
                  <a:lnTo>
                    <a:pt x="2461668" y="690487"/>
                  </a:lnTo>
                  <a:lnTo>
                    <a:pt x="2461662" y="690489"/>
                  </a:lnTo>
                  <a:lnTo>
                    <a:pt x="2461655" y="690492"/>
                  </a:lnTo>
                  <a:lnTo>
                    <a:pt x="2461650" y="690494"/>
                  </a:lnTo>
                  <a:lnTo>
                    <a:pt x="2461634" y="690498"/>
                  </a:lnTo>
                  <a:lnTo>
                    <a:pt x="2461628" y="690499"/>
                  </a:lnTo>
                  <a:lnTo>
                    <a:pt x="2461624" y="690500"/>
                  </a:lnTo>
                  <a:lnTo>
                    <a:pt x="2461618" y="690503"/>
                  </a:lnTo>
                  <a:lnTo>
                    <a:pt x="2461609" y="690508"/>
                  </a:lnTo>
                  <a:lnTo>
                    <a:pt x="2461601" y="690511"/>
                  </a:lnTo>
                  <a:lnTo>
                    <a:pt x="2461592" y="690515"/>
                  </a:lnTo>
                  <a:lnTo>
                    <a:pt x="2461585" y="690516"/>
                  </a:lnTo>
                  <a:lnTo>
                    <a:pt x="2461545" y="690525"/>
                  </a:lnTo>
                  <a:lnTo>
                    <a:pt x="2461539" y="690525"/>
                  </a:lnTo>
                  <a:lnTo>
                    <a:pt x="2461526" y="690526"/>
                  </a:lnTo>
                  <a:lnTo>
                    <a:pt x="2461520" y="690527"/>
                  </a:lnTo>
                  <a:lnTo>
                    <a:pt x="2461514" y="690529"/>
                  </a:lnTo>
                  <a:lnTo>
                    <a:pt x="2461357" y="690558"/>
                  </a:lnTo>
                  <a:lnTo>
                    <a:pt x="2461343" y="690571"/>
                  </a:lnTo>
                  <a:lnTo>
                    <a:pt x="2461328" y="690592"/>
                  </a:lnTo>
                  <a:lnTo>
                    <a:pt x="2461323" y="690604"/>
                  </a:lnTo>
                  <a:lnTo>
                    <a:pt x="2461284" y="690632"/>
                  </a:lnTo>
                  <a:lnTo>
                    <a:pt x="2461238" y="690664"/>
                  </a:lnTo>
                  <a:lnTo>
                    <a:pt x="2461214" y="690686"/>
                  </a:lnTo>
                  <a:lnTo>
                    <a:pt x="2461177" y="690720"/>
                  </a:lnTo>
                  <a:lnTo>
                    <a:pt x="2461170" y="690720"/>
                  </a:lnTo>
                  <a:lnTo>
                    <a:pt x="2461162" y="690720"/>
                  </a:lnTo>
                  <a:lnTo>
                    <a:pt x="2461142" y="690732"/>
                  </a:lnTo>
                  <a:lnTo>
                    <a:pt x="2461134" y="690736"/>
                  </a:lnTo>
                  <a:lnTo>
                    <a:pt x="2461122" y="690745"/>
                  </a:lnTo>
                  <a:lnTo>
                    <a:pt x="2461110" y="690754"/>
                  </a:lnTo>
                  <a:lnTo>
                    <a:pt x="2461101" y="690762"/>
                  </a:lnTo>
                  <a:lnTo>
                    <a:pt x="2461092" y="690768"/>
                  </a:lnTo>
                  <a:lnTo>
                    <a:pt x="2460977" y="690842"/>
                  </a:lnTo>
                  <a:lnTo>
                    <a:pt x="2460970" y="690846"/>
                  </a:lnTo>
                  <a:lnTo>
                    <a:pt x="2460965" y="690850"/>
                  </a:lnTo>
                  <a:lnTo>
                    <a:pt x="2460961" y="690855"/>
                  </a:lnTo>
                  <a:lnTo>
                    <a:pt x="2460956" y="690860"/>
                  </a:lnTo>
                  <a:lnTo>
                    <a:pt x="2460934" y="690890"/>
                  </a:lnTo>
                  <a:lnTo>
                    <a:pt x="2460898" y="690933"/>
                  </a:lnTo>
                  <a:lnTo>
                    <a:pt x="2460889" y="690942"/>
                  </a:lnTo>
                  <a:lnTo>
                    <a:pt x="2460868" y="690961"/>
                  </a:lnTo>
                  <a:lnTo>
                    <a:pt x="2460864" y="690965"/>
                  </a:lnTo>
                  <a:lnTo>
                    <a:pt x="2460860" y="690970"/>
                  </a:lnTo>
                  <a:lnTo>
                    <a:pt x="2460843" y="690992"/>
                  </a:lnTo>
                  <a:lnTo>
                    <a:pt x="2460810" y="691034"/>
                  </a:lnTo>
                  <a:lnTo>
                    <a:pt x="2460805" y="691038"/>
                  </a:lnTo>
                  <a:lnTo>
                    <a:pt x="2460800" y="691042"/>
                  </a:lnTo>
                  <a:lnTo>
                    <a:pt x="2460796" y="691047"/>
                  </a:lnTo>
                  <a:lnTo>
                    <a:pt x="2460792" y="691052"/>
                  </a:lnTo>
                  <a:lnTo>
                    <a:pt x="2460788" y="691057"/>
                  </a:lnTo>
                  <a:lnTo>
                    <a:pt x="2460784" y="691063"/>
                  </a:lnTo>
                  <a:lnTo>
                    <a:pt x="2460781" y="691069"/>
                  </a:lnTo>
                  <a:lnTo>
                    <a:pt x="2460777" y="691075"/>
                  </a:lnTo>
                  <a:lnTo>
                    <a:pt x="2460776" y="691082"/>
                  </a:lnTo>
                  <a:lnTo>
                    <a:pt x="2460779" y="691088"/>
                  </a:lnTo>
                  <a:lnTo>
                    <a:pt x="2460800" y="691115"/>
                  </a:lnTo>
                  <a:lnTo>
                    <a:pt x="2460809" y="691128"/>
                  </a:lnTo>
                  <a:lnTo>
                    <a:pt x="2460812" y="691135"/>
                  </a:lnTo>
                  <a:lnTo>
                    <a:pt x="2460812" y="691141"/>
                  </a:lnTo>
                  <a:lnTo>
                    <a:pt x="2460808" y="691146"/>
                  </a:lnTo>
                  <a:lnTo>
                    <a:pt x="2460771" y="691137"/>
                  </a:lnTo>
                  <a:lnTo>
                    <a:pt x="2460765" y="691135"/>
                  </a:lnTo>
                  <a:lnTo>
                    <a:pt x="2460754" y="691131"/>
                  </a:lnTo>
                  <a:lnTo>
                    <a:pt x="2460750" y="691131"/>
                  </a:lnTo>
                  <a:lnTo>
                    <a:pt x="2460745" y="691133"/>
                  </a:lnTo>
                  <a:lnTo>
                    <a:pt x="2460739" y="691139"/>
                  </a:lnTo>
                  <a:lnTo>
                    <a:pt x="2460735" y="691144"/>
                  </a:lnTo>
                  <a:lnTo>
                    <a:pt x="2460729" y="691153"/>
                  </a:lnTo>
                  <a:lnTo>
                    <a:pt x="2460726" y="691160"/>
                  </a:lnTo>
                  <a:lnTo>
                    <a:pt x="2460720" y="691177"/>
                  </a:lnTo>
                  <a:lnTo>
                    <a:pt x="2460717" y="691184"/>
                  </a:lnTo>
                  <a:lnTo>
                    <a:pt x="2460717" y="691192"/>
                  </a:lnTo>
                  <a:lnTo>
                    <a:pt x="2460732" y="691198"/>
                  </a:lnTo>
                  <a:lnTo>
                    <a:pt x="2460730" y="691203"/>
                  </a:lnTo>
                  <a:lnTo>
                    <a:pt x="2460726" y="691207"/>
                  </a:lnTo>
                  <a:lnTo>
                    <a:pt x="2460719" y="691212"/>
                  </a:lnTo>
                  <a:lnTo>
                    <a:pt x="2460714" y="691215"/>
                  </a:lnTo>
                  <a:lnTo>
                    <a:pt x="2460709" y="691217"/>
                  </a:lnTo>
                  <a:lnTo>
                    <a:pt x="2460702" y="691219"/>
                  </a:lnTo>
                  <a:lnTo>
                    <a:pt x="2460697" y="691222"/>
                  </a:lnTo>
                  <a:lnTo>
                    <a:pt x="2460693" y="691227"/>
                  </a:lnTo>
                  <a:lnTo>
                    <a:pt x="2460690" y="691233"/>
                  </a:lnTo>
                  <a:lnTo>
                    <a:pt x="2460687" y="691241"/>
                  </a:lnTo>
                  <a:lnTo>
                    <a:pt x="2460680" y="691253"/>
                  </a:lnTo>
                  <a:lnTo>
                    <a:pt x="2460677" y="691260"/>
                  </a:lnTo>
                  <a:lnTo>
                    <a:pt x="2460672" y="691266"/>
                  </a:lnTo>
                  <a:lnTo>
                    <a:pt x="2460665" y="691274"/>
                  </a:lnTo>
                  <a:lnTo>
                    <a:pt x="2460662" y="691280"/>
                  </a:lnTo>
                  <a:lnTo>
                    <a:pt x="2460660" y="691291"/>
                  </a:lnTo>
                  <a:lnTo>
                    <a:pt x="2460657" y="691299"/>
                  </a:lnTo>
                  <a:lnTo>
                    <a:pt x="2460654" y="691304"/>
                  </a:lnTo>
                  <a:lnTo>
                    <a:pt x="2460615" y="691371"/>
                  </a:lnTo>
                  <a:lnTo>
                    <a:pt x="2460572" y="691450"/>
                  </a:lnTo>
                  <a:lnTo>
                    <a:pt x="2460507" y="691500"/>
                  </a:lnTo>
                  <a:lnTo>
                    <a:pt x="2460501" y="691504"/>
                  </a:lnTo>
                  <a:lnTo>
                    <a:pt x="2460468" y="691582"/>
                  </a:lnTo>
                  <a:lnTo>
                    <a:pt x="2460462" y="691596"/>
                  </a:lnTo>
                  <a:lnTo>
                    <a:pt x="2460442" y="691644"/>
                  </a:lnTo>
                  <a:lnTo>
                    <a:pt x="2460440" y="691650"/>
                  </a:lnTo>
                  <a:lnTo>
                    <a:pt x="2460436" y="691684"/>
                  </a:lnTo>
                  <a:lnTo>
                    <a:pt x="2460434" y="691695"/>
                  </a:lnTo>
                  <a:lnTo>
                    <a:pt x="2460430" y="691732"/>
                  </a:lnTo>
                  <a:lnTo>
                    <a:pt x="2460395" y="691809"/>
                  </a:lnTo>
                  <a:lnTo>
                    <a:pt x="2460390" y="691840"/>
                  </a:lnTo>
                  <a:lnTo>
                    <a:pt x="2460387" y="691862"/>
                  </a:lnTo>
                  <a:lnTo>
                    <a:pt x="2460418" y="691875"/>
                  </a:lnTo>
                  <a:lnTo>
                    <a:pt x="2460464" y="691875"/>
                  </a:lnTo>
                  <a:lnTo>
                    <a:pt x="2460469" y="691878"/>
                  </a:lnTo>
                  <a:lnTo>
                    <a:pt x="2460466" y="691883"/>
                  </a:lnTo>
                  <a:lnTo>
                    <a:pt x="2460460" y="691888"/>
                  </a:lnTo>
                  <a:lnTo>
                    <a:pt x="2460453" y="691892"/>
                  </a:lnTo>
                  <a:lnTo>
                    <a:pt x="2460447" y="691895"/>
                  </a:lnTo>
                  <a:lnTo>
                    <a:pt x="2460442" y="691897"/>
                  </a:lnTo>
                  <a:lnTo>
                    <a:pt x="2460435" y="691899"/>
                  </a:lnTo>
                  <a:lnTo>
                    <a:pt x="2460408" y="691906"/>
                  </a:lnTo>
                  <a:lnTo>
                    <a:pt x="2460402" y="691908"/>
                  </a:lnTo>
                  <a:lnTo>
                    <a:pt x="2460396" y="691910"/>
                  </a:lnTo>
                  <a:lnTo>
                    <a:pt x="2460390" y="691915"/>
                  </a:lnTo>
                  <a:lnTo>
                    <a:pt x="2460384" y="691920"/>
                  </a:lnTo>
                  <a:lnTo>
                    <a:pt x="2460382" y="691926"/>
                  </a:lnTo>
                  <a:lnTo>
                    <a:pt x="2460379" y="691935"/>
                  </a:lnTo>
                  <a:lnTo>
                    <a:pt x="2460374" y="691948"/>
                  </a:lnTo>
                  <a:lnTo>
                    <a:pt x="2460370" y="691956"/>
                  </a:lnTo>
                  <a:lnTo>
                    <a:pt x="2460369" y="691963"/>
                  </a:lnTo>
                  <a:lnTo>
                    <a:pt x="2460368" y="691972"/>
                  </a:lnTo>
                  <a:lnTo>
                    <a:pt x="2460366" y="691980"/>
                  </a:lnTo>
                  <a:lnTo>
                    <a:pt x="2460371" y="691984"/>
                  </a:lnTo>
                  <a:lnTo>
                    <a:pt x="2460373" y="692003"/>
                  </a:lnTo>
                  <a:lnTo>
                    <a:pt x="2460374" y="692040"/>
                  </a:lnTo>
                  <a:lnTo>
                    <a:pt x="2460370" y="692047"/>
                  </a:lnTo>
                  <a:lnTo>
                    <a:pt x="2460361" y="692060"/>
                  </a:lnTo>
                  <a:lnTo>
                    <a:pt x="2460359" y="692066"/>
                  </a:lnTo>
                  <a:lnTo>
                    <a:pt x="2460359" y="692073"/>
                  </a:lnTo>
                  <a:lnTo>
                    <a:pt x="2460360" y="692081"/>
                  </a:lnTo>
                  <a:lnTo>
                    <a:pt x="2460367" y="692088"/>
                  </a:lnTo>
                  <a:lnTo>
                    <a:pt x="2460374" y="692090"/>
                  </a:lnTo>
                  <a:lnTo>
                    <a:pt x="2460382" y="692091"/>
                  </a:lnTo>
                  <a:lnTo>
                    <a:pt x="2460388" y="692091"/>
                  </a:lnTo>
                  <a:lnTo>
                    <a:pt x="2460394" y="692091"/>
                  </a:lnTo>
                  <a:lnTo>
                    <a:pt x="2460399" y="692090"/>
                  </a:lnTo>
                  <a:lnTo>
                    <a:pt x="2460404" y="692089"/>
                  </a:lnTo>
                  <a:lnTo>
                    <a:pt x="2460414" y="692086"/>
                  </a:lnTo>
                  <a:lnTo>
                    <a:pt x="2460428" y="692082"/>
                  </a:lnTo>
                  <a:lnTo>
                    <a:pt x="2460435" y="692080"/>
                  </a:lnTo>
                  <a:lnTo>
                    <a:pt x="2460440" y="692079"/>
                  </a:lnTo>
                  <a:lnTo>
                    <a:pt x="2460446" y="692078"/>
                  </a:lnTo>
                  <a:lnTo>
                    <a:pt x="2460451" y="692079"/>
                  </a:lnTo>
                  <a:lnTo>
                    <a:pt x="2460439" y="692143"/>
                  </a:lnTo>
                  <a:lnTo>
                    <a:pt x="2460423" y="692155"/>
                  </a:lnTo>
                  <a:lnTo>
                    <a:pt x="2460381" y="692184"/>
                  </a:lnTo>
                  <a:lnTo>
                    <a:pt x="2460379" y="692190"/>
                  </a:lnTo>
                  <a:lnTo>
                    <a:pt x="2460386" y="692195"/>
                  </a:lnTo>
                  <a:lnTo>
                    <a:pt x="2460395" y="692196"/>
                  </a:lnTo>
                  <a:lnTo>
                    <a:pt x="2460403" y="692196"/>
                  </a:lnTo>
                  <a:lnTo>
                    <a:pt x="2460434" y="692194"/>
                  </a:lnTo>
                  <a:lnTo>
                    <a:pt x="2460441" y="692194"/>
                  </a:lnTo>
                  <a:lnTo>
                    <a:pt x="2460448" y="692195"/>
                  </a:lnTo>
                  <a:lnTo>
                    <a:pt x="2460455" y="692196"/>
                  </a:lnTo>
                  <a:lnTo>
                    <a:pt x="2460459" y="692200"/>
                  </a:lnTo>
                  <a:lnTo>
                    <a:pt x="2460437" y="692255"/>
                  </a:lnTo>
                  <a:lnTo>
                    <a:pt x="2460427" y="692300"/>
                  </a:lnTo>
                  <a:lnTo>
                    <a:pt x="2460416" y="692309"/>
                  </a:lnTo>
                  <a:lnTo>
                    <a:pt x="2460387" y="692330"/>
                  </a:lnTo>
                  <a:lnTo>
                    <a:pt x="2460392" y="692337"/>
                  </a:lnTo>
                  <a:lnTo>
                    <a:pt x="2460399" y="692338"/>
                  </a:lnTo>
                  <a:lnTo>
                    <a:pt x="2460407" y="692338"/>
                  </a:lnTo>
                  <a:lnTo>
                    <a:pt x="2460416" y="692339"/>
                  </a:lnTo>
                  <a:lnTo>
                    <a:pt x="2460424" y="692339"/>
                  </a:lnTo>
                  <a:lnTo>
                    <a:pt x="2460432" y="692338"/>
                  </a:lnTo>
                  <a:lnTo>
                    <a:pt x="2460442" y="692337"/>
                  </a:lnTo>
                  <a:lnTo>
                    <a:pt x="2460445" y="692342"/>
                  </a:lnTo>
                  <a:lnTo>
                    <a:pt x="2460413" y="692407"/>
                  </a:lnTo>
                  <a:lnTo>
                    <a:pt x="2460401" y="692530"/>
                  </a:lnTo>
                  <a:lnTo>
                    <a:pt x="2460393" y="692715"/>
                  </a:lnTo>
                  <a:lnTo>
                    <a:pt x="2460336" y="692863"/>
                  </a:lnTo>
                  <a:lnTo>
                    <a:pt x="2460268" y="693040"/>
                  </a:lnTo>
                  <a:lnTo>
                    <a:pt x="2460239" y="693116"/>
                  </a:lnTo>
                  <a:lnTo>
                    <a:pt x="2460231" y="693123"/>
                  </a:lnTo>
                  <a:lnTo>
                    <a:pt x="2460224" y="693140"/>
                  </a:lnTo>
                  <a:lnTo>
                    <a:pt x="2460218" y="693150"/>
                  </a:lnTo>
                  <a:lnTo>
                    <a:pt x="2460210" y="693155"/>
                  </a:lnTo>
                  <a:lnTo>
                    <a:pt x="2460200" y="693156"/>
                  </a:lnTo>
                  <a:lnTo>
                    <a:pt x="2460186" y="693155"/>
                  </a:lnTo>
                  <a:lnTo>
                    <a:pt x="2460172" y="693152"/>
                  </a:lnTo>
                  <a:lnTo>
                    <a:pt x="2460165" y="693155"/>
                  </a:lnTo>
                  <a:lnTo>
                    <a:pt x="2460156" y="693166"/>
                  </a:lnTo>
                  <a:lnTo>
                    <a:pt x="2460151" y="693176"/>
                  </a:lnTo>
                  <a:lnTo>
                    <a:pt x="2460151" y="693184"/>
                  </a:lnTo>
                  <a:lnTo>
                    <a:pt x="2460157" y="693188"/>
                  </a:lnTo>
                  <a:lnTo>
                    <a:pt x="2460159" y="693200"/>
                  </a:lnTo>
                  <a:lnTo>
                    <a:pt x="2460155" y="693211"/>
                  </a:lnTo>
                  <a:lnTo>
                    <a:pt x="2460151" y="693216"/>
                  </a:lnTo>
                  <a:lnTo>
                    <a:pt x="2460141" y="693221"/>
                  </a:lnTo>
                  <a:lnTo>
                    <a:pt x="2460137" y="693224"/>
                  </a:lnTo>
                  <a:lnTo>
                    <a:pt x="2460135" y="693232"/>
                  </a:lnTo>
                  <a:lnTo>
                    <a:pt x="2460053" y="693302"/>
                  </a:lnTo>
                  <a:lnTo>
                    <a:pt x="2460046" y="693304"/>
                  </a:lnTo>
                  <a:lnTo>
                    <a:pt x="2459980" y="693346"/>
                  </a:lnTo>
                  <a:lnTo>
                    <a:pt x="2459957" y="693359"/>
                  </a:lnTo>
                  <a:lnTo>
                    <a:pt x="2459889" y="693403"/>
                  </a:lnTo>
                  <a:lnTo>
                    <a:pt x="2459879" y="693408"/>
                  </a:lnTo>
                  <a:lnTo>
                    <a:pt x="2459867" y="693413"/>
                  </a:lnTo>
                  <a:lnTo>
                    <a:pt x="2459820" y="693432"/>
                  </a:lnTo>
                  <a:lnTo>
                    <a:pt x="2459799" y="693441"/>
                  </a:lnTo>
                  <a:lnTo>
                    <a:pt x="2459794" y="693444"/>
                  </a:lnTo>
                  <a:lnTo>
                    <a:pt x="2459788" y="693446"/>
                  </a:lnTo>
                  <a:lnTo>
                    <a:pt x="2459782" y="693447"/>
                  </a:lnTo>
                  <a:lnTo>
                    <a:pt x="2459723" y="693458"/>
                  </a:lnTo>
                  <a:lnTo>
                    <a:pt x="2459709" y="693461"/>
                  </a:lnTo>
                  <a:lnTo>
                    <a:pt x="2459614" y="693477"/>
                  </a:lnTo>
                  <a:lnTo>
                    <a:pt x="2459445" y="693458"/>
                  </a:lnTo>
                  <a:lnTo>
                    <a:pt x="2459407" y="693443"/>
                  </a:lnTo>
                  <a:lnTo>
                    <a:pt x="2459403" y="693441"/>
                  </a:lnTo>
                  <a:lnTo>
                    <a:pt x="2459335" y="693414"/>
                  </a:lnTo>
                  <a:lnTo>
                    <a:pt x="2459298" y="693389"/>
                  </a:lnTo>
                  <a:lnTo>
                    <a:pt x="2459250" y="693356"/>
                  </a:lnTo>
                  <a:lnTo>
                    <a:pt x="2459150" y="693310"/>
                  </a:lnTo>
                  <a:lnTo>
                    <a:pt x="2459134" y="693301"/>
                  </a:lnTo>
                  <a:lnTo>
                    <a:pt x="2459081" y="693273"/>
                  </a:lnTo>
                  <a:lnTo>
                    <a:pt x="2459041" y="693248"/>
                  </a:lnTo>
                  <a:lnTo>
                    <a:pt x="2459020" y="693236"/>
                  </a:lnTo>
                  <a:lnTo>
                    <a:pt x="2458995" y="693224"/>
                  </a:lnTo>
                  <a:lnTo>
                    <a:pt x="2458959" y="693207"/>
                  </a:lnTo>
                  <a:lnTo>
                    <a:pt x="2458938" y="693197"/>
                  </a:lnTo>
                  <a:lnTo>
                    <a:pt x="2458920" y="693189"/>
                  </a:lnTo>
                  <a:lnTo>
                    <a:pt x="2458761" y="693108"/>
                  </a:lnTo>
                  <a:lnTo>
                    <a:pt x="2458727" y="693099"/>
                  </a:lnTo>
                  <a:lnTo>
                    <a:pt x="2458697" y="693086"/>
                  </a:lnTo>
                  <a:lnTo>
                    <a:pt x="2458671" y="693080"/>
                  </a:lnTo>
                  <a:lnTo>
                    <a:pt x="2458581" y="693063"/>
                  </a:lnTo>
                  <a:lnTo>
                    <a:pt x="2458544" y="693064"/>
                  </a:lnTo>
                  <a:lnTo>
                    <a:pt x="2458533" y="693067"/>
                  </a:lnTo>
                  <a:lnTo>
                    <a:pt x="2458512" y="693074"/>
                  </a:lnTo>
                  <a:lnTo>
                    <a:pt x="2458506" y="693081"/>
                  </a:lnTo>
                  <a:lnTo>
                    <a:pt x="2458507" y="693092"/>
                  </a:lnTo>
                  <a:lnTo>
                    <a:pt x="2458516" y="693116"/>
                  </a:lnTo>
                  <a:lnTo>
                    <a:pt x="2458497" y="693113"/>
                  </a:lnTo>
                  <a:lnTo>
                    <a:pt x="2458479" y="693095"/>
                  </a:lnTo>
                  <a:lnTo>
                    <a:pt x="2458470" y="693085"/>
                  </a:lnTo>
                  <a:lnTo>
                    <a:pt x="2458462" y="693084"/>
                  </a:lnTo>
                  <a:lnTo>
                    <a:pt x="2458447" y="693095"/>
                  </a:lnTo>
                  <a:lnTo>
                    <a:pt x="2458421" y="693114"/>
                  </a:lnTo>
                  <a:lnTo>
                    <a:pt x="2458419" y="693122"/>
                  </a:lnTo>
                  <a:lnTo>
                    <a:pt x="2458379" y="693165"/>
                  </a:lnTo>
                  <a:lnTo>
                    <a:pt x="2458371" y="693178"/>
                  </a:lnTo>
                  <a:lnTo>
                    <a:pt x="2458351" y="693209"/>
                  </a:lnTo>
                  <a:lnTo>
                    <a:pt x="2458351" y="693246"/>
                  </a:lnTo>
                  <a:lnTo>
                    <a:pt x="2458338" y="693262"/>
                  </a:lnTo>
                  <a:lnTo>
                    <a:pt x="2458322" y="693284"/>
                  </a:lnTo>
                  <a:lnTo>
                    <a:pt x="2458313" y="693305"/>
                  </a:lnTo>
                  <a:lnTo>
                    <a:pt x="2458308" y="693318"/>
                  </a:lnTo>
                  <a:lnTo>
                    <a:pt x="2458309" y="693359"/>
                  </a:lnTo>
                  <a:lnTo>
                    <a:pt x="2458311" y="693378"/>
                  </a:lnTo>
                  <a:lnTo>
                    <a:pt x="2458327" y="693521"/>
                  </a:lnTo>
                  <a:lnTo>
                    <a:pt x="2458331" y="693563"/>
                  </a:lnTo>
                  <a:lnTo>
                    <a:pt x="2458338" y="693604"/>
                  </a:lnTo>
                  <a:lnTo>
                    <a:pt x="2458362" y="693681"/>
                  </a:lnTo>
                  <a:lnTo>
                    <a:pt x="2458366" y="693693"/>
                  </a:lnTo>
                  <a:lnTo>
                    <a:pt x="2458392" y="693715"/>
                  </a:lnTo>
                  <a:lnTo>
                    <a:pt x="2458410" y="693721"/>
                  </a:lnTo>
                  <a:lnTo>
                    <a:pt x="2458435" y="693716"/>
                  </a:lnTo>
                  <a:lnTo>
                    <a:pt x="2458446" y="693716"/>
                  </a:lnTo>
                  <a:lnTo>
                    <a:pt x="2458451" y="693722"/>
                  </a:lnTo>
                  <a:lnTo>
                    <a:pt x="2458451" y="693729"/>
                  </a:lnTo>
                  <a:lnTo>
                    <a:pt x="2458420" y="693752"/>
                  </a:lnTo>
                  <a:lnTo>
                    <a:pt x="2458409" y="693761"/>
                  </a:lnTo>
                  <a:lnTo>
                    <a:pt x="2458401" y="693771"/>
                  </a:lnTo>
                  <a:lnTo>
                    <a:pt x="2458402" y="693779"/>
                  </a:lnTo>
                  <a:lnTo>
                    <a:pt x="2458409" y="693786"/>
                  </a:lnTo>
                  <a:lnTo>
                    <a:pt x="2458414" y="693797"/>
                  </a:lnTo>
                  <a:lnTo>
                    <a:pt x="2458416" y="693820"/>
                  </a:lnTo>
                  <a:lnTo>
                    <a:pt x="2458421" y="693829"/>
                  </a:lnTo>
                  <a:lnTo>
                    <a:pt x="2458428" y="693838"/>
                  </a:lnTo>
                  <a:lnTo>
                    <a:pt x="2458434" y="693855"/>
                  </a:lnTo>
                  <a:lnTo>
                    <a:pt x="2458442" y="693863"/>
                  </a:lnTo>
                  <a:lnTo>
                    <a:pt x="2458450" y="693863"/>
                  </a:lnTo>
                  <a:lnTo>
                    <a:pt x="2458461" y="693858"/>
                  </a:lnTo>
                  <a:lnTo>
                    <a:pt x="2458470" y="693860"/>
                  </a:lnTo>
                  <a:lnTo>
                    <a:pt x="2458473" y="693868"/>
                  </a:lnTo>
                  <a:lnTo>
                    <a:pt x="2458468" y="693883"/>
                  </a:lnTo>
                  <a:lnTo>
                    <a:pt x="2458462" y="693911"/>
                  </a:lnTo>
                  <a:lnTo>
                    <a:pt x="2458462" y="693928"/>
                  </a:lnTo>
                  <a:lnTo>
                    <a:pt x="2458470" y="693939"/>
                  </a:lnTo>
                  <a:lnTo>
                    <a:pt x="2458510" y="694024"/>
                  </a:lnTo>
                  <a:lnTo>
                    <a:pt x="2458513" y="694031"/>
                  </a:lnTo>
                  <a:lnTo>
                    <a:pt x="2458517" y="694038"/>
                  </a:lnTo>
                  <a:lnTo>
                    <a:pt x="2458522" y="694045"/>
                  </a:lnTo>
                  <a:lnTo>
                    <a:pt x="2458526" y="694052"/>
                  </a:lnTo>
                  <a:lnTo>
                    <a:pt x="2458530" y="694056"/>
                  </a:lnTo>
                  <a:lnTo>
                    <a:pt x="2458536" y="694064"/>
                  </a:lnTo>
                  <a:lnTo>
                    <a:pt x="2458573" y="694114"/>
                  </a:lnTo>
                  <a:lnTo>
                    <a:pt x="2458580" y="694124"/>
                  </a:lnTo>
                  <a:lnTo>
                    <a:pt x="2458577" y="694129"/>
                  </a:lnTo>
                  <a:lnTo>
                    <a:pt x="2458568" y="694146"/>
                  </a:lnTo>
                  <a:lnTo>
                    <a:pt x="2458581" y="694163"/>
                  </a:lnTo>
                  <a:lnTo>
                    <a:pt x="2458626" y="694164"/>
                  </a:lnTo>
                  <a:lnTo>
                    <a:pt x="2458612" y="694186"/>
                  </a:lnTo>
                  <a:lnTo>
                    <a:pt x="2458594" y="694213"/>
                  </a:lnTo>
                  <a:lnTo>
                    <a:pt x="2458613" y="694238"/>
                  </a:lnTo>
                  <a:lnTo>
                    <a:pt x="2458621" y="694248"/>
                  </a:lnTo>
                  <a:lnTo>
                    <a:pt x="2458676" y="694293"/>
                  </a:lnTo>
                  <a:lnTo>
                    <a:pt x="2458676" y="694300"/>
                  </a:lnTo>
                  <a:lnTo>
                    <a:pt x="2458676" y="694312"/>
                  </a:lnTo>
                  <a:lnTo>
                    <a:pt x="2458676" y="694347"/>
                  </a:lnTo>
                  <a:lnTo>
                    <a:pt x="2458682" y="694413"/>
                  </a:lnTo>
                  <a:lnTo>
                    <a:pt x="2458700" y="694433"/>
                  </a:lnTo>
                  <a:lnTo>
                    <a:pt x="2458708" y="694442"/>
                  </a:lnTo>
                  <a:lnTo>
                    <a:pt x="2458705" y="694467"/>
                  </a:lnTo>
                  <a:lnTo>
                    <a:pt x="2458705" y="694474"/>
                  </a:lnTo>
                  <a:lnTo>
                    <a:pt x="2458703" y="694489"/>
                  </a:lnTo>
                  <a:lnTo>
                    <a:pt x="2458726" y="694606"/>
                  </a:lnTo>
                  <a:lnTo>
                    <a:pt x="2458751" y="694749"/>
                  </a:lnTo>
                  <a:lnTo>
                    <a:pt x="2458758" y="694786"/>
                  </a:lnTo>
                  <a:lnTo>
                    <a:pt x="2458761" y="694800"/>
                  </a:lnTo>
                  <a:lnTo>
                    <a:pt x="2458761" y="694812"/>
                  </a:lnTo>
                  <a:lnTo>
                    <a:pt x="2458759" y="694844"/>
                  </a:lnTo>
                  <a:lnTo>
                    <a:pt x="2458758" y="694870"/>
                  </a:lnTo>
                  <a:lnTo>
                    <a:pt x="2458758" y="694905"/>
                  </a:lnTo>
                  <a:lnTo>
                    <a:pt x="2458758" y="694922"/>
                  </a:lnTo>
                  <a:lnTo>
                    <a:pt x="2458758" y="694929"/>
                  </a:lnTo>
                  <a:lnTo>
                    <a:pt x="2458757" y="694955"/>
                  </a:lnTo>
                  <a:lnTo>
                    <a:pt x="2458756" y="695000"/>
                  </a:lnTo>
                  <a:lnTo>
                    <a:pt x="2458753" y="695010"/>
                  </a:lnTo>
                  <a:lnTo>
                    <a:pt x="2458751" y="695016"/>
                  </a:lnTo>
                  <a:lnTo>
                    <a:pt x="2458556" y="695417"/>
                  </a:lnTo>
                  <a:lnTo>
                    <a:pt x="2458536" y="695421"/>
                  </a:lnTo>
                  <a:lnTo>
                    <a:pt x="2458513" y="695434"/>
                  </a:lnTo>
                  <a:lnTo>
                    <a:pt x="2458500" y="695446"/>
                  </a:lnTo>
                  <a:lnTo>
                    <a:pt x="2458480" y="695455"/>
                  </a:lnTo>
                  <a:lnTo>
                    <a:pt x="2458431" y="695477"/>
                  </a:lnTo>
                  <a:lnTo>
                    <a:pt x="2458315" y="695554"/>
                  </a:lnTo>
                  <a:lnTo>
                    <a:pt x="2458307" y="695558"/>
                  </a:lnTo>
                  <a:lnTo>
                    <a:pt x="2458299" y="695561"/>
                  </a:lnTo>
                  <a:lnTo>
                    <a:pt x="2458285" y="695567"/>
                  </a:lnTo>
                  <a:lnTo>
                    <a:pt x="2458277" y="695571"/>
                  </a:lnTo>
                  <a:lnTo>
                    <a:pt x="2458221" y="695596"/>
                  </a:lnTo>
                  <a:lnTo>
                    <a:pt x="2458206" y="695602"/>
                  </a:lnTo>
                  <a:lnTo>
                    <a:pt x="2458124" y="695630"/>
                  </a:lnTo>
                  <a:lnTo>
                    <a:pt x="2458072" y="695649"/>
                  </a:lnTo>
                  <a:lnTo>
                    <a:pt x="2458058" y="695654"/>
                  </a:lnTo>
                  <a:lnTo>
                    <a:pt x="2458042" y="695655"/>
                  </a:lnTo>
                  <a:lnTo>
                    <a:pt x="2457923" y="695669"/>
                  </a:lnTo>
                  <a:lnTo>
                    <a:pt x="2457836" y="695654"/>
                  </a:lnTo>
                  <a:lnTo>
                    <a:pt x="2457707" y="695633"/>
                  </a:lnTo>
                  <a:lnTo>
                    <a:pt x="2457692" y="695626"/>
                  </a:lnTo>
                  <a:lnTo>
                    <a:pt x="2457568" y="695567"/>
                  </a:lnTo>
                  <a:lnTo>
                    <a:pt x="2457544" y="695556"/>
                  </a:lnTo>
                  <a:lnTo>
                    <a:pt x="2457538" y="695553"/>
                  </a:lnTo>
                  <a:lnTo>
                    <a:pt x="2457495" y="695535"/>
                  </a:lnTo>
                  <a:lnTo>
                    <a:pt x="2457462" y="695520"/>
                  </a:lnTo>
                  <a:lnTo>
                    <a:pt x="2457433" y="695507"/>
                  </a:lnTo>
                  <a:lnTo>
                    <a:pt x="2457414" y="695501"/>
                  </a:lnTo>
                  <a:lnTo>
                    <a:pt x="2457374" y="695487"/>
                  </a:lnTo>
                  <a:lnTo>
                    <a:pt x="2457348" y="695472"/>
                  </a:lnTo>
                  <a:lnTo>
                    <a:pt x="2457305" y="695449"/>
                  </a:lnTo>
                  <a:lnTo>
                    <a:pt x="2457272" y="695428"/>
                  </a:lnTo>
                  <a:lnTo>
                    <a:pt x="2457162" y="695359"/>
                  </a:lnTo>
                  <a:lnTo>
                    <a:pt x="2457125" y="695322"/>
                  </a:lnTo>
                  <a:lnTo>
                    <a:pt x="2457068" y="695264"/>
                  </a:lnTo>
                  <a:lnTo>
                    <a:pt x="2457058" y="695252"/>
                  </a:lnTo>
                  <a:lnTo>
                    <a:pt x="2457029" y="695222"/>
                  </a:lnTo>
                  <a:lnTo>
                    <a:pt x="2457011" y="695202"/>
                  </a:lnTo>
                  <a:lnTo>
                    <a:pt x="2456996" y="695187"/>
                  </a:lnTo>
                  <a:lnTo>
                    <a:pt x="2456987" y="695177"/>
                  </a:lnTo>
                  <a:lnTo>
                    <a:pt x="2456938" y="695131"/>
                  </a:lnTo>
                  <a:lnTo>
                    <a:pt x="2456926" y="695120"/>
                  </a:lnTo>
                  <a:lnTo>
                    <a:pt x="2456905" y="695083"/>
                  </a:lnTo>
                  <a:lnTo>
                    <a:pt x="2456895" y="695065"/>
                  </a:lnTo>
                  <a:lnTo>
                    <a:pt x="2456886" y="695047"/>
                  </a:lnTo>
                  <a:lnTo>
                    <a:pt x="2456880" y="695035"/>
                  </a:lnTo>
                  <a:lnTo>
                    <a:pt x="2456872" y="695019"/>
                  </a:lnTo>
                  <a:lnTo>
                    <a:pt x="2456869" y="695013"/>
                  </a:lnTo>
                  <a:lnTo>
                    <a:pt x="2456853" y="694999"/>
                  </a:lnTo>
                  <a:lnTo>
                    <a:pt x="2456818" y="694968"/>
                  </a:lnTo>
                  <a:lnTo>
                    <a:pt x="2456809" y="694960"/>
                  </a:lnTo>
                  <a:lnTo>
                    <a:pt x="2456777" y="694880"/>
                  </a:lnTo>
                  <a:lnTo>
                    <a:pt x="2456774" y="694872"/>
                  </a:lnTo>
                  <a:lnTo>
                    <a:pt x="2456780" y="694850"/>
                  </a:lnTo>
                  <a:lnTo>
                    <a:pt x="2456758" y="694821"/>
                  </a:lnTo>
                  <a:lnTo>
                    <a:pt x="2456743" y="694799"/>
                  </a:lnTo>
                  <a:lnTo>
                    <a:pt x="2456736" y="694789"/>
                  </a:lnTo>
                  <a:lnTo>
                    <a:pt x="2456732" y="694785"/>
                  </a:lnTo>
                  <a:lnTo>
                    <a:pt x="2456704" y="694759"/>
                  </a:lnTo>
                  <a:lnTo>
                    <a:pt x="2456676" y="694755"/>
                  </a:lnTo>
                  <a:lnTo>
                    <a:pt x="2456658" y="694754"/>
                  </a:lnTo>
                  <a:lnTo>
                    <a:pt x="2456658" y="694749"/>
                  </a:lnTo>
                  <a:lnTo>
                    <a:pt x="2456665" y="694725"/>
                  </a:lnTo>
                  <a:lnTo>
                    <a:pt x="2456674" y="694699"/>
                  </a:lnTo>
                  <a:lnTo>
                    <a:pt x="2456680" y="694671"/>
                  </a:lnTo>
                  <a:lnTo>
                    <a:pt x="2456671" y="694656"/>
                  </a:lnTo>
                  <a:lnTo>
                    <a:pt x="2456667" y="694650"/>
                  </a:lnTo>
                  <a:lnTo>
                    <a:pt x="2456660" y="694639"/>
                  </a:lnTo>
                  <a:lnTo>
                    <a:pt x="2456651" y="694624"/>
                  </a:lnTo>
                  <a:lnTo>
                    <a:pt x="2456642" y="694613"/>
                  </a:lnTo>
                  <a:lnTo>
                    <a:pt x="2456634" y="694603"/>
                  </a:lnTo>
                  <a:lnTo>
                    <a:pt x="2456607" y="694569"/>
                  </a:lnTo>
                  <a:lnTo>
                    <a:pt x="2456595" y="694554"/>
                  </a:lnTo>
                  <a:lnTo>
                    <a:pt x="2456543" y="694488"/>
                  </a:lnTo>
                  <a:lnTo>
                    <a:pt x="2456525" y="694465"/>
                  </a:lnTo>
                  <a:lnTo>
                    <a:pt x="2456506" y="694444"/>
                  </a:lnTo>
                  <a:lnTo>
                    <a:pt x="2456500" y="694444"/>
                  </a:lnTo>
                  <a:lnTo>
                    <a:pt x="2456478" y="694444"/>
                  </a:lnTo>
                  <a:lnTo>
                    <a:pt x="2456472" y="694444"/>
                  </a:lnTo>
                  <a:lnTo>
                    <a:pt x="2456463" y="694444"/>
                  </a:lnTo>
                  <a:lnTo>
                    <a:pt x="2456457" y="694444"/>
                  </a:lnTo>
                  <a:lnTo>
                    <a:pt x="2456452" y="694444"/>
                  </a:lnTo>
                  <a:lnTo>
                    <a:pt x="2456446" y="694444"/>
                  </a:lnTo>
                  <a:lnTo>
                    <a:pt x="2456441" y="694445"/>
                  </a:lnTo>
                  <a:lnTo>
                    <a:pt x="2456434" y="694447"/>
                  </a:lnTo>
                  <a:lnTo>
                    <a:pt x="2456426" y="694447"/>
                  </a:lnTo>
                  <a:lnTo>
                    <a:pt x="2456430" y="694433"/>
                  </a:lnTo>
                  <a:lnTo>
                    <a:pt x="2456447" y="694417"/>
                  </a:lnTo>
                  <a:lnTo>
                    <a:pt x="2456467" y="694393"/>
                  </a:lnTo>
                  <a:lnTo>
                    <a:pt x="2456455" y="694387"/>
                  </a:lnTo>
                  <a:lnTo>
                    <a:pt x="2456427" y="694363"/>
                  </a:lnTo>
                  <a:lnTo>
                    <a:pt x="2456422" y="694359"/>
                  </a:lnTo>
                  <a:lnTo>
                    <a:pt x="2456417" y="694354"/>
                  </a:lnTo>
                  <a:lnTo>
                    <a:pt x="2456393" y="694336"/>
                  </a:lnTo>
                  <a:lnTo>
                    <a:pt x="2456387" y="694332"/>
                  </a:lnTo>
                  <a:lnTo>
                    <a:pt x="2456383" y="694336"/>
                  </a:lnTo>
                  <a:lnTo>
                    <a:pt x="2456379" y="694340"/>
                  </a:lnTo>
                  <a:lnTo>
                    <a:pt x="2456371" y="694348"/>
                  </a:lnTo>
                  <a:lnTo>
                    <a:pt x="2456360" y="694358"/>
                  </a:lnTo>
                  <a:lnTo>
                    <a:pt x="2456355" y="694363"/>
                  </a:lnTo>
                  <a:lnTo>
                    <a:pt x="2456352" y="694367"/>
                  </a:lnTo>
                  <a:lnTo>
                    <a:pt x="2456346" y="694376"/>
                  </a:lnTo>
                  <a:lnTo>
                    <a:pt x="2456335" y="694388"/>
                  </a:lnTo>
                  <a:lnTo>
                    <a:pt x="2456331" y="694393"/>
                  </a:lnTo>
                  <a:lnTo>
                    <a:pt x="2456327" y="694399"/>
                  </a:lnTo>
                  <a:lnTo>
                    <a:pt x="2456323" y="694403"/>
                  </a:lnTo>
                  <a:lnTo>
                    <a:pt x="2456318" y="694406"/>
                  </a:lnTo>
                  <a:lnTo>
                    <a:pt x="2456311" y="694405"/>
                  </a:lnTo>
                  <a:lnTo>
                    <a:pt x="2456307" y="694401"/>
                  </a:lnTo>
                  <a:lnTo>
                    <a:pt x="2456305" y="694395"/>
                  </a:lnTo>
                  <a:lnTo>
                    <a:pt x="2456305" y="694389"/>
                  </a:lnTo>
                  <a:lnTo>
                    <a:pt x="2456310" y="694341"/>
                  </a:lnTo>
                  <a:lnTo>
                    <a:pt x="2456335" y="694312"/>
                  </a:lnTo>
                  <a:lnTo>
                    <a:pt x="2456344" y="694302"/>
                  </a:lnTo>
                  <a:lnTo>
                    <a:pt x="2456346" y="694296"/>
                  </a:lnTo>
                  <a:lnTo>
                    <a:pt x="2456344" y="694290"/>
                  </a:lnTo>
                  <a:lnTo>
                    <a:pt x="2456338" y="694285"/>
                  </a:lnTo>
                  <a:lnTo>
                    <a:pt x="2456332" y="694282"/>
                  </a:lnTo>
                  <a:lnTo>
                    <a:pt x="2456325" y="694280"/>
                  </a:lnTo>
                  <a:lnTo>
                    <a:pt x="2456318" y="694279"/>
                  </a:lnTo>
                  <a:lnTo>
                    <a:pt x="2456296" y="694269"/>
                  </a:lnTo>
                  <a:lnTo>
                    <a:pt x="2456270" y="694243"/>
                  </a:lnTo>
                  <a:lnTo>
                    <a:pt x="2456253" y="694236"/>
                  </a:lnTo>
                  <a:lnTo>
                    <a:pt x="2456214" y="694225"/>
                  </a:lnTo>
                  <a:lnTo>
                    <a:pt x="2456203" y="694218"/>
                  </a:lnTo>
                  <a:lnTo>
                    <a:pt x="2456149" y="694199"/>
                  </a:lnTo>
                  <a:lnTo>
                    <a:pt x="2456135" y="694198"/>
                  </a:lnTo>
                  <a:lnTo>
                    <a:pt x="2456131" y="694198"/>
                  </a:lnTo>
                  <a:lnTo>
                    <a:pt x="2456124" y="694200"/>
                  </a:lnTo>
                  <a:lnTo>
                    <a:pt x="2456119" y="694202"/>
                  </a:lnTo>
                  <a:lnTo>
                    <a:pt x="2456108" y="694210"/>
                  </a:lnTo>
                  <a:lnTo>
                    <a:pt x="2456103" y="694212"/>
                  </a:lnTo>
                  <a:lnTo>
                    <a:pt x="2456065" y="694206"/>
                  </a:lnTo>
                  <a:lnTo>
                    <a:pt x="2456047" y="694200"/>
                  </a:lnTo>
                  <a:lnTo>
                    <a:pt x="2456021" y="694191"/>
                  </a:lnTo>
                  <a:lnTo>
                    <a:pt x="2455971" y="694216"/>
                  </a:lnTo>
                  <a:lnTo>
                    <a:pt x="2455932" y="694236"/>
                  </a:lnTo>
                  <a:lnTo>
                    <a:pt x="2455906" y="694249"/>
                  </a:lnTo>
                  <a:lnTo>
                    <a:pt x="2455896" y="694254"/>
                  </a:lnTo>
                  <a:lnTo>
                    <a:pt x="2455842" y="694261"/>
                  </a:lnTo>
                  <a:lnTo>
                    <a:pt x="2455811" y="694265"/>
                  </a:lnTo>
                  <a:lnTo>
                    <a:pt x="2455802" y="694266"/>
                  </a:lnTo>
                  <a:lnTo>
                    <a:pt x="2455733" y="694283"/>
                  </a:lnTo>
                  <a:lnTo>
                    <a:pt x="2455682" y="694322"/>
                  </a:lnTo>
                  <a:lnTo>
                    <a:pt x="2455488" y="694385"/>
                  </a:lnTo>
                  <a:lnTo>
                    <a:pt x="2455469" y="694390"/>
                  </a:lnTo>
                  <a:lnTo>
                    <a:pt x="2455399" y="694408"/>
                  </a:lnTo>
                  <a:lnTo>
                    <a:pt x="2455096" y="694584"/>
                  </a:lnTo>
                  <a:lnTo>
                    <a:pt x="2454926" y="694680"/>
                  </a:lnTo>
                  <a:lnTo>
                    <a:pt x="2454921" y="694683"/>
                  </a:lnTo>
                  <a:lnTo>
                    <a:pt x="2454912" y="694688"/>
                  </a:lnTo>
                  <a:lnTo>
                    <a:pt x="2454826" y="694751"/>
                  </a:lnTo>
                  <a:lnTo>
                    <a:pt x="2454599" y="694879"/>
                  </a:lnTo>
                  <a:lnTo>
                    <a:pt x="2454562" y="694892"/>
                  </a:lnTo>
                  <a:lnTo>
                    <a:pt x="2454462" y="694927"/>
                  </a:lnTo>
                  <a:lnTo>
                    <a:pt x="2454280" y="694966"/>
                  </a:lnTo>
                  <a:lnTo>
                    <a:pt x="2454204" y="694963"/>
                  </a:lnTo>
                  <a:lnTo>
                    <a:pt x="2454085" y="694958"/>
                  </a:lnTo>
                  <a:lnTo>
                    <a:pt x="2454037" y="694969"/>
                  </a:lnTo>
                  <a:lnTo>
                    <a:pt x="2453976" y="694928"/>
                  </a:lnTo>
                  <a:lnTo>
                    <a:pt x="2453965" y="694920"/>
                  </a:lnTo>
                  <a:lnTo>
                    <a:pt x="2453942" y="694896"/>
                  </a:lnTo>
                  <a:lnTo>
                    <a:pt x="2453846" y="694877"/>
                  </a:lnTo>
                  <a:lnTo>
                    <a:pt x="2453843" y="694866"/>
                  </a:lnTo>
                  <a:lnTo>
                    <a:pt x="2453831" y="694815"/>
                  </a:lnTo>
                  <a:lnTo>
                    <a:pt x="2453804" y="694786"/>
                  </a:lnTo>
                  <a:lnTo>
                    <a:pt x="2453745" y="694760"/>
                  </a:lnTo>
                  <a:lnTo>
                    <a:pt x="2453708" y="694744"/>
                  </a:lnTo>
                  <a:lnTo>
                    <a:pt x="2453694" y="694731"/>
                  </a:lnTo>
                  <a:lnTo>
                    <a:pt x="2453688" y="694725"/>
                  </a:lnTo>
                  <a:lnTo>
                    <a:pt x="2453645" y="694692"/>
                  </a:lnTo>
                  <a:lnTo>
                    <a:pt x="2453606" y="694661"/>
                  </a:lnTo>
                  <a:lnTo>
                    <a:pt x="2453588" y="694670"/>
                  </a:lnTo>
                  <a:lnTo>
                    <a:pt x="2453570" y="694681"/>
                  </a:lnTo>
                  <a:lnTo>
                    <a:pt x="2453562" y="694681"/>
                  </a:lnTo>
                  <a:lnTo>
                    <a:pt x="2453558" y="694667"/>
                  </a:lnTo>
                  <a:lnTo>
                    <a:pt x="2453585" y="694625"/>
                  </a:lnTo>
                  <a:lnTo>
                    <a:pt x="2453487" y="694553"/>
                  </a:lnTo>
                  <a:lnTo>
                    <a:pt x="2453444" y="694536"/>
                  </a:lnTo>
                  <a:lnTo>
                    <a:pt x="2453400" y="694518"/>
                  </a:lnTo>
                  <a:lnTo>
                    <a:pt x="2453371" y="694502"/>
                  </a:lnTo>
                  <a:lnTo>
                    <a:pt x="2453365" y="694499"/>
                  </a:lnTo>
                  <a:lnTo>
                    <a:pt x="2453332" y="694481"/>
                  </a:lnTo>
                  <a:lnTo>
                    <a:pt x="2453325" y="694478"/>
                  </a:lnTo>
                  <a:lnTo>
                    <a:pt x="2453285" y="694460"/>
                  </a:lnTo>
                  <a:lnTo>
                    <a:pt x="2453268" y="694455"/>
                  </a:lnTo>
                  <a:lnTo>
                    <a:pt x="2453263" y="694453"/>
                  </a:lnTo>
                  <a:lnTo>
                    <a:pt x="2453234" y="694445"/>
                  </a:lnTo>
                  <a:lnTo>
                    <a:pt x="2453226" y="694448"/>
                  </a:lnTo>
                  <a:lnTo>
                    <a:pt x="2453219" y="694451"/>
                  </a:lnTo>
                  <a:lnTo>
                    <a:pt x="2453212" y="694456"/>
                  </a:lnTo>
                  <a:lnTo>
                    <a:pt x="2453208" y="694461"/>
                  </a:lnTo>
                  <a:lnTo>
                    <a:pt x="2453206" y="694471"/>
                  </a:lnTo>
                  <a:lnTo>
                    <a:pt x="2453204" y="694476"/>
                  </a:lnTo>
                  <a:lnTo>
                    <a:pt x="2453203" y="694482"/>
                  </a:lnTo>
                  <a:lnTo>
                    <a:pt x="2453201" y="694488"/>
                  </a:lnTo>
                  <a:lnTo>
                    <a:pt x="2453197" y="694498"/>
                  </a:lnTo>
                  <a:lnTo>
                    <a:pt x="2453192" y="694497"/>
                  </a:lnTo>
                  <a:lnTo>
                    <a:pt x="2453183" y="694489"/>
                  </a:lnTo>
                  <a:lnTo>
                    <a:pt x="2453175" y="694483"/>
                  </a:lnTo>
                  <a:lnTo>
                    <a:pt x="2453161" y="694469"/>
                  </a:lnTo>
                  <a:lnTo>
                    <a:pt x="2453155" y="694466"/>
                  </a:lnTo>
                  <a:lnTo>
                    <a:pt x="2453149" y="694466"/>
                  </a:lnTo>
                  <a:lnTo>
                    <a:pt x="2453143" y="694468"/>
                  </a:lnTo>
                  <a:lnTo>
                    <a:pt x="2453137" y="694470"/>
                  </a:lnTo>
                  <a:lnTo>
                    <a:pt x="2453124" y="694476"/>
                  </a:lnTo>
                  <a:lnTo>
                    <a:pt x="2453124" y="694431"/>
                  </a:lnTo>
                  <a:lnTo>
                    <a:pt x="2453137" y="694403"/>
                  </a:lnTo>
                  <a:lnTo>
                    <a:pt x="2453139" y="694396"/>
                  </a:lnTo>
                  <a:lnTo>
                    <a:pt x="2453097" y="694347"/>
                  </a:lnTo>
                  <a:lnTo>
                    <a:pt x="2453092" y="694341"/>
                  </a:lnTo>
                  <a:lnTo>
                    <a:pt x="2453035" y="694320"/>
                  </a:lnTo>
                  <a:lnTo>
                    <a:pt x="2452926" y="694243"/>
                  </a:lnTo>
                  <a:lnTo>
                    <a:pt x="2452889" y="694213"/>
                  </a:lnTo>
                  <a:lnTo>
                    <a:pt x="2452877" y="694204"/>
                  </a:lnTo>
                  <a:lnTo>
                    <a:pt x="2452870" y="694198"/>
                  </a:lnTo>
                  <a:lnTo>
                    <a:pt x="2452865" y="694194"/>
                  </a:lnTo>
                  <a:lnTo>
                    <a:pt x="2452808" y="694149"/>
                  </a:lnTo>
                  <a:lnTo>
                    <a:pt x="2452798" y="694141"/>
                  </a:lnTo>
                  <a:lnTo>
                    <a:pt x="2452791" y="694136"/>
                  </a:lnTo>
                  <a:lnTo>
                    <a:pt x="2452768" y="694121"/>
                  </a:lnTo>
                  <a:lnTo>
                    <a:pt x="2452722" y="694090"/>
                  </a:lnTo>
                  <a:lnTo>
                    <a:pt x="2452699" y="694075"/>
                  </a:lnTo>
                  <a:lnTo>
                    <a:pt x="2452689" y="694077"/>
                  </a:lnTo>
                  <a:lnTo>
                    <a:pt x="2452686" y="694085"/>
                  </a:lnTo>
                  <a:lnTo>
                    <a:pt x="2452685" y="694090"/>
                  </a:lnTo>
                  <a:lnTo>
                    <a:pt x="2452680" y="694095"/>
                  </a:lnTo>
                  <a:lnTo>
                    <a:pt x="2452674" y="694095"/>
                  </a:lnTo>
                  <a:lnTo>
                    <a:pt x="2452666" y="694092"/>
                  </a:lnTo>
                  <a:lnTo>
                    <a:pt x="2452659" y="694088"/>
                  </a:lnTo>
                  <a:lnTo>
                    <a:pt x="2452651" y="694082"/>
                  </a:lnTo>
                  <a:lnTo>
                    <a:pt x="2452649" y="694075"/>
                  </a:lnTo>
                  <a:lnTo>
                    <a:pt x="2452646" y="694067"/>
                  </a:lnTo>
                  <a:lnTo>
                    <a:pt x="2452643" y="694060"/>
                  </a:lnTo>
                  <a:lnTo>
                    <a:pt x="2452641" y="694055"/>
                  </a:lnTo>
                  <a:lnTo>
                    <a:pt x="2452637" y="694047"/>
                  </a:lnTo>
                  <a:lnTo>
                    <a:pt x="2452609" y="694024"/>
                  </a:lnTo>
                  <a:lnTo>
                    <a:pt x="2452594" y="694013"/>
                  </a:lnTo>
                  <a:lnTo>
                    <a:pt x="2452584" y="694006"/>
                  </a:lnTo>
                  <a:lnTo>
                    <a:pt x="2452566" y="694002"/>
                  </a:lnTo>
                  <a:lnTo>
                    <a:pt x="2452544" y="693997"/>
                  </a:lnTo>
                  <a:lnTo>
                    <a:pt x="2452538" y="693998"/>
                  </a:lnTo>
                  <a:lnTo>
                    <a:pt x="2452515" y="694003"/>
                  </a:lnTo>
                  <a:lnTo>
                    <a:pt x="2452482" y="694005"/>
                  </a:lnTo>
                  <a:lnTo>
                    <a:pt x="2452474" y="694008"/>
                  </a:lnTo>
                  <a:lnTo>
                    <a:pt x="2452466" y="694015"/>
                  </a:lnTo>
                  <a:lnTo>
                    <a:pt x="2452456" y="694021"/>
                  </a:lnTo>
                  <a:lnTo>
                    <a:pt x="2452444" y="694030"/>
                  </a:lnTo>
                  <a:lnTo>
                    <a:pt x="2452438" y="694035"/>
                  </a:lnTo>
                  <a:lnTo>
                    <a:pt x="2452403" y="694042"/>
                  </a:lnTo>
                  <a:lnTo>
                    <a:pt x="2452383" y="694040"/>
                  </a:lnTo>
                  <a:lnTo>
                    <a:pt x="2452354" y="694025"/>
                  </a:lnTo>
                  <a:lnTo>
                    <a:pt x="2452341" y="694010"/>
                  </a:lnTo>
                  <a:lnTo>
                    <a:pt x="2452308" y="693988"/>
                  </a:lnTo>
                  <a:lnTo>
                    <a:pt x="2452289" y="693975"/>
                  </a:lnTo>
                  <a:lnTo>
                    <a:pt x="2452275" y="693968"/>
                  </a:lnTo>
                  <a:lnTo>
                    <a:pt x="2452272" y="693972"/>
                  </a:lnTo>
                  <a:lnTo>
                    <a:pt x="2452271" y="693980"/>
                  </a:lnTo>
                  <a:lnTo>
                    <a:pt x="2452267" y="693990"/>
                  </a:lnTo>
                  <a:lnTo>
                    <a:pt x="2452258" y="693995"/>
                  </a:lnTo>
                  <a:lnTo>
                    <a:pt x="2452259" y="694001"/>
                  </a:lnTo>
                  <a:lnTo>
                    <a:pt x="2452267" y="694006"/>
                  </a:lnTo>
                  <a:lnTo>
                    <a:pt x="2452272" y="694008"/>
                  </a:lnTo>
                  <a:lnTo>
                    <a:pt x="2452279" y="694010"/>
                  </a:lnTo>
                  <a:lnTo>
                    <a:pt x="2452284" y="694017"/>
                  </a:lnTo>
                  <a:lnTo>
                    <a:pt x="2452288" y="694023"/>
                  </a:lnTo>
                  <a:lnTo>
                    <a:pt x="2452302" y="694039"/>
                  </a:lnTo>
                  <a:lnTo>
                    <a:pt x="2452308" y="694044"/>
                  </a:lnTo>
                  <a:lnTo>
                    <a:pt x="2452314" y="694049"/>
                  </a:lnTo>
                  <a:lnTo>
                    <a:pt x="2452318" y="694059"/>
                  </a:lnTo>
                  <a:lnTo>
                    <a:pt x="2452320" y="694065"/>
                  </a:lnTo>
                  <a:lnTo>
                    <a:pt x="2452319" y="694071"/>
                  </a:lnTo>
                  <a:lnTo>
                    <a:pt x="2452300" y="694069"/>
                  </a:lnTo>
                  <a:lnTo>
                    <a:pt x="2452274" y="694066"/>
                  </a:lnTo>
                  <a:lnTo>
                    <a:pt x="2452266" y="694061"/>
                  </a:lnTo>
                  <a:lnTo>
                    <a:pt x="2452256" y="694055"/>
                  </a:lnTo>
                  <a:lnTo>
                    <a:pt x="2452233" y="694038"/>
                  </a:lnTo>
                  <a:lnTo>
                    <a:pt x="2452225" y="694031"/>
                  </a:lnTo>
                  <a:lnTo>
                    <a:pt x="2452216" y="694020"/>
                  </a:lnTo>
                  <a:lnTo>
                    <a:pt x="2452207" y="694013"/>
                  </a:lnTo>
                  <a:lnTo>
                    <a:pt x="2452204" y="694008"/>
                  </a:lnTo>
                  <a:lnTo>
                    <a:pt x="2452197" y="694003"/>
                  </a:lnTo>
                  <a:lnTo>
                    <a:pt x="2452191" y="694000"/>
                  </a:lnTo>
                  <a:lnTo>
                    <a:pt x="2452184" y="693998"/>
                  </a:lnTo>
                  <a:lnTo>
                    <a:pt x="2452170" y="693991"/>
                  </a:lnTo>
                  <a:lnTo>
                    <a:pt x="2452149" y="693991"/>
                  </a:lnTo>
                  <a:lnTo>
                    <a:pt x="2452127" y="693996"/>
                  </a:lnTo>
                  <a:lnTo>
                    <a:pt x="2452103" y="694012"/>
                  </a:lnTo>
                  <a:lnTo>
                    <a:pt x="2452098" y="694015"/>
                  </a:lnTo>
                  <a:lnTo>
                    <a:pt x="2452083" y="694038"/>
                  </a:lnTo>
                  <a:lnTo>
                    <a:pt x="2452080" y="694078"/>
                  </a:lnTo>
                  <a:lnTo>
                    <a:pt x="2452081" y="694085"/>
                  </a:lnTo>
                  <a:lnTo>
                    <a:pt x="2452081" y="694090"/>
                  </a:lnTo>
                  <a:lnTo>
                    <a:pt x="2452081" y="694102"/>
                  </a:lnTo>
                  <a:lnTo>
                    <a:pt x="2452079" y="694109"/>
                  </a:lnTo>
                  <a:lnTo>
                    <a:pt x="2452072" y="694110"/>
                  </a:lnTo>
                  <a:lnTo>
                    <a:pt x="2452068" y="694107"/>
                  </a:lnTo>
                  <a:lnTo>
                    <a:pt x="2452055" y="694090"/>
                  </a:lnTo>
                  <a:lnTo>
                    <a:pt x="2452037" y="694072"/>
                  </a:lnTo>
                  <a:lnTo>
                    <a:pt x="2452031" y="694069"/>
                  </a:lnTo>
                  <a:lnTo>
                    <a:pt x="2452021" y="694067"/>
                  </a:lnTo>
                  <a:lnTo>
                    <a:pt x="2452015" y="694073"/>
                  </a:lnTo>
                  <a:lnTo>
                    <a:pt x="2452001" y="694085"/>
                  </a:lnTo>
                  <a:lnTo>
                    <a:pt x="2451996" y="694090"/>
                  </a:lnTo>
                  <a:lnTo>
                    <a:pt x="2451986" y="694110"/>
                  </a:lnTo>
                  <a:lnTo>
                    <a:pt x="2451975" y="694133"/>
                  </a:lnTo>
                  <a:lnTo>
                    <a:pt x="2451976" y="694139"/>
                  </a:lnTo>
                  <a:lnTo>
                    <a:pt x="2451979" y="694143"/>
                  </a:lnTo>
                  <a:lnTo>
                    <a:pt x="2451987" y="694151"/>
                  </a:lnTo>
                  <a:lnTo>
                    <a:pt x="2451991" y="694160"/>
                  </a:lnTo>
                  <a:lnTo>
                    <a:pt x="2451982" y="694173"/>
                  </a:lnTo>
                  <a:lnTo>
                    <a:pt x="2451926" y="694207"/>
                  </a:lnTo>
                  <a:lnTo>
                    <a:pt x="2451920" y="694210"/>
                  </a:lnTo>
                  <a:lnTo>
                    <a:pt x="2451911" y="694210"/>
                  </a:lnTo>
                  <a:lnTo>
                    <a:pt x="2451906" y="694211"/>
                  </a:lnTo>
                  <a:lnTo>
                    <a:pt x="2451898" y="694213"/>
                  </a:lnTo>
                  <a:lnTo>
                    <a:pt x="2451892" y="694213"/>
                  </a:lnTo>
                  <a:lnTo>
                    <a:pt x="2451885" y="694212"/>
                  </a:lnTo>
                  <a:lnTo>
                    <a:pt x="2451877" y="694209"/>
                  </a:lnTo>
                  <a:lnTo>
                    <a:pt x="2451872" y="694209"/>
                  </a:lnTo>
                  <a:lnTo>
                    <a:pt x="2451869" y="694215"/>
                  </a:lnTo>
                  <a:lnTo>
                    <a:pt x="2451870" y="694224"/>
                  </a:lnTo>
                  <a:lnTo>
                    <a:pt x="2451873" y="694230"/>
                  </a:lnTo>
                  <a:lnTo>
                    <a:pt x="2451879" y="694234"/>
                  </a:lnTo>
                  <a:lnTo>
                    <a:pt x="2451885" y="694239"/>
                  </a:lnTo>
                  <a:lnTo>
                    <a:pt x="2451889" y="694243"/>
                  </a:lnTo>
                  <a:lnTo>
                    <a:pt x="2451904" y="694257"/>
                  </a:lnTo>
                  <a:lnTo>
                    <a:pt x="2451909" y="694261"/>
                  </a:lnTo>
                  <a:lnTo>
                    <a:pt x="2451913" y="694265"/>
                  </a:lnTo>
                  <a:lnTo>
                    <a:pt x="2451916" y="694272"/>
                  </a:lnTo>
                  <a:lnTo>
                    <a:pt x="2451921" y="694279"/>
                  </a:lnTo>
                  <a:lnTo>
                    <a:pt x="2451925" y="694284"/>
                  </a:lnTo>
                  <a:lnTo>
                    <a:pt x="2451932" y="694290"/>
                  </a:lnTo>
                  <a:lnTo>
                    <a:pt x="2451937" y="694293"/>
                  </a:lnTo>
                  <a:lnTo>
                    <a:pt x="2451944" y="694298"/>
                  </a:lnTo>
                  <a:lnTo>
                    <a:pt x="2451950" y="694304"/>
                  </a:lnTo>
                  <a:lnTo>
                    <a:pt x="2451954" y="694307"/>
                  </a:lnTo>
                  <a:lnTo>
                    <a:pt x="2451958" y="694310"/>
                  </a:lnTo>
                  <a:lnTo>
                    <a:pt x="2451964" y="694312"/>
                  </a:lnTo>
                  <a:lnTo>
                    <a:pt x="2451972" y="694316"/>
                  </a:lnTo>
                  <a:lnTo>
                    <a:pt x="2451979" y="694322"/>
                  </a:lnTo>
                  <a:lnTo>
                    <a:pt x="2451985" y="694326"/>
                  </a:lnTo>
                  <a:lnTo>
                    <a:pt x="2451991" y="694330"/>
                  </a:lnTo>
                  <a:lnTo>
                    <a:pt x="2451997" y="694333"/>
                  </a:lnTo>
                  <a:lnTo>
                    <a:pt x="2452003" y="694335"/>
                  </a:lnTo>
                  <a:lnTo>
                    <a:pt x="2452007" y="694337"/>
                  </a:lnTo>
                  <a:lnTo>
                    <a:pt x="2452013" y="694338"/>
                  </a:lnTo>
                  <a:lnTo>
                    <a:pt x="2452020" y="694341"/>
                  </a:lnTo>
                  <a:lnTo>
                    <a:pt x="2452027" y="694344"/>
                  </a:lnTo>
                  <a:lnTo>
                    <a:pt x="2452035" y="694346"/>
                  </a:lnTo>
                  <a:lnTo>
                    <a:pt x="2452048" y="694346"/>
                  </a:lnTo>
                  <a:lnTo>
                    <a:pt x="2452054" y="694351"/>
                  </a:lnTo>
                  <a:lnTo>
                    <a:pt x="2452050" y="694357"/>
                  </a:lnTo>
                  <a:lnTo>
                    <a:pt x="2452044" y="694358"/>
                  </a:lnTo>
                  <a:lnTo>
                    <a:pt x="2452026" y="694364"/>
                  </a:lnTo>
                  <a:lnTo>
                    <a:pt x="2452018" y="694368"/>
                  </a:lnTo>
                  <a:lnTo>
                    <a:pt x="2452001" y="694367"/>
                  </a:lnTo>
                  <a:lnTo>
                    <a:pt x="2451995" y="694367"/>
                  </a:lnTo>
                  <a:lnTo>
                    <a:pt x="2451989" y="694366"/>
                  </a:lnTo>
                  <a:lnTo>
                    <a:pt x="2451983" y="694366"/>
                  </a:lnTo>
                  <a:lnTo>
                    <a:pt x="2451974" y="694366"/>
                  </a:lnTo>
                  <a:lnTo>
                    <a:pt x="2451966" y="694364"/>
                  </a:lnTo>
                  <a:lnTo>
                    <a:pt x="2451960" y="694364"/>
                  </a:lnTo>
                  <a:lnTo>
                    <a:pt x="2451955" y="694364"/>
                  </a:lnTo>
                  <a:lnTo>
                    <a:pt x="2451948" y="694364"/>
                  </a:lnTo>
                  <a:lnTo>
                    <a:pt x="2451942" y="694365"/>
                  </a:lnTo>
                  <a:lnTo>
                    <a:pt x="2451937" y="694365"/>
                  </a:lnTo>
                  <a:lnTo>
                    <a:pt x="2451932" y="694367"/>
                  </a:lnTo>
                  <a:lnTo>
                    <a:pt x="2451926" y="694371"/>
                  </a:lnTo>
                  <a:lnTo>
                    <a:pt x="2451921" y="694377"/>
                  </a:lnTo>
                  <a:lnTo>
                    <a:pt x="2451914" y="694391"/>
                  </a:lnTo>
                  <a:lnTo>
                    <a:pt x="2451907" y="694406"/>
                  </a:lnTo>
                  <a:lnTo>
                    <a:pt x="2451903" y="694422"/>
                  </a:lnTo>
                  <a:lnTo>
                    <a:pt x="2451900" y="694429"/>
                  </a:lnTo>
                  <a:lnTo>
                    <a:pt x="2451894" y="694428"/>
                  </a:lnTo>
                  <a:lnTo>
                    <a:pt x="2451890" y="694420"/>
                  </a:lnTo>
                  <a:lnTo>
                    <a:pt x="2451890" y="694412"/>
                  </a:lnTo>
                  <a:lnTo>
                    <a:pt x="2451889" y="694404"/>
                  </a:lnTo>
                  <a:lnTo>
                    <a:pt x="2451889" y="694393"/>
                  </a:lnTo>
                  <a:lnTo>
                    <a:pt x="2451888" y="694383"/>
                  </a:lnTo>
                  <a:lnTo>
                    <a:pt x="2451886" y="694376"/>
                  </a:lnTo>
                  <a:lnTo>
                    <a:pt x="2451883" y="694370"/>
                  </a:lnTo>
                  <a:lnTo>
                    <a:pt x="2451878" y="694361"/>
                  </a:lnTo>
                  <a:lnTo>
                    <a:pt x="2451873" y="694350"/>
                  </a:lnTo>
                  <a:lnTo>
                    <a:pt x="2451870" y="694344"/>
                  </a:lnTo>
                  <a:lnTo>
                    <a:pt x="2451866" y="694339"/>
                  </a:lnTo>
                  <a:lnTo>
                    <a:pt x="2451861" y="694335"/>
                  </a:lnTo>
                  <a:lnTo>
                    <a:pt x="2451855" y="694331"/>
                  </a:lnTo>
                  <a:lnTo>
                    <a:pt x="2451850" y="694329"/>
                  </a:lnTo>
                  <a:lnTo>
                    <a:pt x="2451843" y="694327"/>
                  </a:lnTo>
                  <a:lnTo>
                    <a:pt x="2451838" y="694324"/>
                  </a:lnTo>
                  <a:lnTo>
                    <a:pt x="2451831" y="694320"/>
                  </a:lnTo>
                  <a:lnTo>
                    <a:pt x="2451818" y="694317"/>
                  </a:lnTo>
                  <a:lnTo>
                    <a:pt x="2451813" y="694315"/>
                  </a:lnTo>
                  <a:lnTo>
                    <a:pt x="2451805" y="694311"/>
                  </a:lnTo>
                  <a:lnTo>
                    <a:pt x="2451799" y="694309"/>
                  </a:lnTo>
                  <a:lnTo>
                    <a:pt x="2451796" y="694313"/>
                  </a:lnTo>
                  <a:lnTo>
                    <a:pt x="2451795" y="694325"/>
                  </a:lnTo>
                  <a:lnTo>
                    <a:pt x="2451795" y="694336"/>
                  </a:lnTo>
                  <a:lnTo>
                    <a:pt x="2451796" y="694345"/>
                  </a:lnTo>
                  <a:lnTo>
                    <a:pt x="2451796" y="694355"/>
                  </a:lnTo>
                  <a:lnTo>
                    <a:pt x="2451791" y="694352"/>
                  </a:lnTo>
                  <a:lnTo>
                    <a:pt x="2451788" y="694348"/>
                  </a:lnTo>
                  <a:lnTo>
                    <a:pt x="2451782" y="694345"/>
                  </a:lnTo>
                  <a:lnTo>
                    <a:pt x="2451770" y="694340"/>
                  </a:lnTo>
                  <a:lnTo>
                    <a:pt x="2451765" y="694338"/>
                  </a:lnTo>
                  <a:lnTo>
                    <a:pt x="2451759" y="694336"/>
                  </a:lnTo>
                  <a:lnTo>
                    <a:pt x="2451754" y="694333"/>
                  </a:lnTo>
                  <a:lnTo>
                    <a:pt x="2451749" y="694330"/>
                  </a:lnTo>
                  <a:lnTo>
                    <a:pt x="2451745" y="694326"/>
                  </a:lnTo>
                  <a:lnTo>
                    <a:pt x="2451740" y="694318"/>
                  </a:lnTo>
                  <a:lnTo>
                    <a:pt x="2451737" y="694313"/>
                  </a:lnTo>
                  <a:lnTo>
                    <a:pt x="2451731" y="694310"/>
                  </a:lnTo>
                  <a:lnTo>
                    <a:pt x="2451723" y="694314"/>
                  </a:lnTo>
                  <a:lnTo>
                    <a:pt x="2451718" y="694319"/>
                  </a:lnTo>
                  <a:lnTo>
                    <a:pt x="2451709" y="694329"/>
                  </a:lnTo>
                  <a:lnTo>
                    <a:pt x="2451706" y="694334"/>
                  </a:lnTo>
                  <a:lnTo>
                    <a:pt x="2451703" y="694343"/>
                  </a:lnTo>
                  <a:lnTo>
                    <a:pt x="2451700" y="694350"/>
                  </a:lnTo>
                  <a:lnTo>
                    <a:pt x="2451696" y="694356"/>
                  </a:lnTo>
                  <a:lnTo>
                    <a:pt x="2451690" y="694364"/>
                  </a:lnTo>
                  <a:lnTo>
                    <a:pt x="2451685" y="694372"/>
                  </a:lnTo>
                  <a:lnTo>
                    <a:pt x="2451676" y="694376"/>
                  </a:lnTo>
                  <a:lnTo>
                    <a:pt x="2451664" y="694376"/>
                  </a:lnTo>
                  <a:lnTo>
                    <a:pt x="2451657" y="694378"/>
                  </a:lnTo>
                  <a:lnTo>
                    <a:pt x="2451648" y="694382"/>
                  </a:lnTo>
                  <a:lnTo>
                    <a:pt x="2451645" y="694386"/>
                  </a:lnTo>
                  <a:lnTo>
                    <a:pt x="2451644" y="694393"/>
                  </a:lnTo>
                  <a:lnTo>
                    <a:pt x="2451645" y="694401"/>
                  </a:lnTo>
                  <a:lnTo>
                    <a:pt x="2451647" y="694406"/>
                  </a:lnTo>
                  <a:lnTo>
                    <a:pt x="2451650" y="694411"/>
                  </a:lnTo>
                  <a:lnTo>
                    <a:pt x="2451654" y="694415"/>
                  </a:lnTo>
                  <a:lnTo>
                    <a:pt x="2451658" y="694419"/>
                  </a:lnTo>
                  <a:lnTo>
                    <a:pt x="2451664" y="694422"/>
                  </a:lnTo>
                  <a:lnTo>
                    <a:pt x="2451669" y="694424"/>
                  </a:lnTo>
                  <a:lnTo>
                    <a:pt x="2451674" y="694425"/>
                  </a:lnTo>
                  <a:lnTo>
                    <a:pt x="2451685" y="694425"/>
                  </a:lnTo>
                  <a:lnTo>
                    <a:pt x="2451690" y="694426"/>
                  </a:lnTo>
                  <a:lnTo>
                    <a:pt x="2451695" y="694428"/>
                  </a:lnTo>
                  <a:lnTo>
                    <a:pt x="2451699" y="694432"/>
                  </a:lnTo>
                  <a:lnTo>
                    <a:pt x="2451716" y="694447"/>
                  </a:lnTo>
                  <a:lnTo>
                    <a:pt x="2451711" y="694451"/>
                  </a:lnTo>
                  <a:lnTo>
                    <a:pt x="2451706" y="694455"/>
                  </a:lnTo>
                  <a:lnTo>
                    <a:pt x="2451701" y="694460"/>
                  </a:lnTo>
                  <a:lnTo>
                    <a:pt x="2451695" y="694462"/>
                  </a:lnTo>
                  <a:lnTo>
                    <a:pt x="2451692" y="694466"/>
                  </a:lnTo>
                  <a:lnTo>
                    <a:pt x="2451686" y="694470"/>
                  </a:lnTo>
                  <a:lnTo>
                    <a:pt x="2451681" y="694470"/>
                  </a:lnTo>
                  <a:lnTo>
                    <a:pt x="2451664" y="694468"/>
                  </a:lnTo>
                  <a:lnTo>
                    <a:pt x="2451658" y="694468"/>
                  </a:lnTo>
                  <a:lnTo>
                    <a:pt x="2451652" y="694469"/>
                  </a:lnTo>
                  <a:lnTo>
                    <a:pt x="2451647" y="694470"/>
                  </a:lnTo>
                  <a:lnTo>
                    <a:pt x="2451642" y="694474"/>
                  </a:lnTo>
                  <a:lnTo>
                    <a:pt x="2451633" y="694484"/>
                  </a:lnTo>
                  <a:lnTo>
                    <a:pt x="2451626" y="694488"/>
                  </a:lnTo>
                  <a:lnTo>
                    <a:pt x="2451612" y="694493"/>
                  </a:lnTo>
                  <a:lnTo>
                    <a:pt x="2451605" y="694495"/>
                  </a:lnTo>
                  <a:lnTo>
                    <a:pt x="2451599" y="694498"/>
                  </a:lnTo>
                  <a:lnTo>
                    <a:pt x="2451594" y="694501"/>
                  </a:lnTo>
                  <a:lnTo>
                    <a:pt x="2451584" y="694508"/>
                  </a:lnTo>
                  <a:lnTo>
                    <a:pt x="2451579" y="694514"/>
                  </a:lnTo>
                  <a:lnTo>
                    <a:pt x="2451586" y="694528"/>
                  </a:lnTo>
                  <a:lnTo>
                    <a:pt x="2451586" y="694539"/>
                  </a:lnTo>
                  <a:lnTo>
                    <a:pt x="2451589" y="694544"/>
                  </a:lnTo>
                  <a:lnTo>
                    <a:pt x="2451592" y="694548"/>
                  </a:lnTo>
                  <a:lnTo>
                    <a:pt x="2451595" y="694553"/>
                  </a:lnTo>
                  <a:lnTo>
                    <a:pt x="2451597" y="694559"/>
                  </a:lnTo>
                  <a:lnTo>
                    <a:pt x="2451595" y="694565"/>
                  </a:lnTo>
                  <a:lnTo>
                    <a:pt x="2451589" y="694571"/>
                  </a:lnTo>
                  <a:lnTo>
                    <a:pt x="2451575" y="694582"/>
                  </a:lnTo>
                  <a:lnTo>
                    <a:pt x="2451570" y="694586"/>
                  </a:lnTo>
                  <a:lnTo>
                    <a:pt x="2451568" y="694592"/>
                  </a:lnTo>
                  <a:lnTo>
                    <a:pt x="2451565" y="694598"/>
                  </a:lnTo>
                  <a:lnTo>
                    <a:pt x="2451556" y="694615"/>
                  </a:lnTo>
                  <a:lnTo>
                    <a:pt x="2451556" y="694623"/>
                  </a:lnTo>
                  <a:lnTo>
                    <a:pt x="2451568" y="694643"/>
                  </a:lnTo>
                  <a:lnTo>
                    <a:pt x="2451573" y="694649"/>
                  </a:lnTo>
                  <a:lnTo>
                    <a:pt x="2451578" y="694653"/>
                  </a:lnTo>
                  <a:lnTo>
                    <a:pt x="2451578" y="694929"/>
                  </a:lnTo>
                  <a:lnTo>
                    <a:pt x="2451575" y="695522"/>
                  </a:lnTo>
                  <a:lnTo>
                    <a:pt x="2451473" y="695606"/>
                  </a:lnTo>
                  <a:lnTo>
                    <a:pt x="2451445" y="695649"/>
                  </a:lnTo>
                  <a:lnTo>
                    <a:pt x="2451440" y="695656"/>
                  </a:lnTo>
                  <a:lnTo>
                    <a:pt x="2451451" y="695680"/>
                  </a:lnTo>
                  <a:lnTo>
                    <a:pt x="2451456" y="695691"/>
                  </a:lnTo>
                  <a:lnTo>
                    <a:pt x="2451450" y="695698"/>
                  </a:lnTo>
                  <a:lnTo>
                    <a:pt x="2451415" y="695731"/>
                  </a:lnTo>
                  <a:lnTo>
                    <a:pt x="2451431" y="695759"/>
                  </a:lnTo>
                  <a:lnTo>
                    <a:pt x="2451434" y="695767"/>
                  </a:lnTo>
                  <a:lnTo>
                    <a:pt x="2451439" y="695779"/>
                  </a:lnTo>
                  <a:lnTo>
                    <a:pt x="2451451" y="695812"/>
                  </a:lnTo>
                  <a:lnTo>
                    <a:pt x="2451424" y="695838"/>
                  </a:lnTo>
                  <a:lnTo>
                    <a:pt x="2451414" y="695847"/>
                  </a:lnTo>
                  <a:lnTo>
                    <a:pt x="2451398" y="695877"/>
                  </a:lnTo>
                  <a:lnTo>
                    <a:pt x="2451378" y="695883"/>
                  </a:lnTo>
                  <a:lnTo>
                    <a:pt x="2451362" y="695888"/>
                  </a:lnTo>
                  <a:lnTo>
                    <a:pt x="2451355" y="695916"/>
                  </a:lnTo>
                  <a:lnTo>
                    <a:pt x="2451350" y="695935"/>
                  </a:lnTo>
                  <a:lnTo>
                    <a:pt x="2451347" y="695946"/>
                  </a:lnTo>
                  <a:lnTo>
                    <a:pt x="2451332" y="695972"/>
                  </a:lnTo>
                  <a:lnTo>
                    <a:pt x="2451300" y="695990"/>
                  </a:lnTo>
                  <a:lnTo>
                    <a:pt x="2451294" y="696014"/>
                  </a:lnTo>
                  <a:lnTo>
                    <a:pt x="2451283" y="696044"/>
                  </a:lnTo>
                  <a:lnTo>
                    <a:pt x="2451267" y="696057"/>
                  </a:lnTo>
                  <a:lnTo>
                    <a:pt x="2451252" y="696047"/>
                  </a:lnTo>
                  <a:lnTo>
                    <a:pt x="2451245" y="696045"/>
                  </a:lnTo>
                  <a:lnTo>
                    <a:pt x="2451229" y="696055"/>
                  </a:lnTo>
                  <a:lnTo>
                    <a:pt x="2451208" y="696088"/>
                  </a:lnTo>
                  <a:lnTo>
                    <a:pt x="2451210" y="696113"/>
                  </a:lnTo>
                  <a:lnTo>
                    <a:pt x="2451211" y="696119"/>
                  </a:lnTo>
                  <a:lnTo>
                    <a:pt x="2451213" y="696137"/>
                  </a:lnTo>
                  <a:lnTo>
                    <a:pt x="2451200" y="696152"/>
                  </a:lnTo>
                  <a:lnTo>
                    <a:pt x="2451193" y="696148"/>
                  </a:lnTo>
                  <a:lnTo>
                    <a:pt x="2451188" y="696144"/>
                  </a:lnTo>
                  <a:lnTo>
                    <a:pt x="2451155" y="696133"/>
                  </a:lnTo>
                  <a:lnTo>
                    <a:pt x="2451121" y="696135"/>
                  </a:lnTo>
                  <a:lnTo>
                    <a:pt x="2451118" y="696140"/>
                  </a:lnTo>
                  <a:lnTo>
                    <a:pt x="2451099" y="696166"/>
                  </a:lnTo>
                  <a:lnTo>
                    <a:pt x="2451084" y="696176"/>
                  </a:lnTo>
                  <a:lnTo>
                    <a:pt x="2451067" y="696188"/>
                  </a:lnTo>
                  <a:lnTo>
                    <a:pt x="2451039" y="696206"/>
                  </a:lnTo>
                  <a:lnTo>
                    <a:pt x="2451014" y="696218"/>
                  </a:lnTo>
                  <a:lnTo>
                    <a:pt x="2450923" y="696261"/>
                  </a:lnTo>
                  <a:lnTo>
                    <a:pt x="2450876" y="696286"/>
                  </a:lnTo>
                  <a:lnTo>
                    <a:pt x="2450864" y="696291"/>
                  </a:lnTo>
                  <a:lnTo>
                    <a:pt x="2450844" y="696302"/>
                  </a:lnTo>
                  <a:lnTo>
                    <a:pt x="2450820" y="696318"/>
                  </a:lnTo>
                  <a:lnTo>
                    <a:pt x="2450802" y="696327"/>
                  </a:lnTo>
                  <a:lnTo>
                    <a:pt x="2450795" y="696328"/>
                  </a:lnTo>
                  <a:lnTo>
                    <a:pt x="2450782" y="696334"/>
                  </a:lnTo>
                  <a:lnTo>
                    <a:pt x="2450771" y="696336"/>
                  </a:lnTo>
                  <a:lnTo>
                    <a:pt x="2450752" y="696347"/>
                  </a:lnTo>
                  <a:lnTo>
                    <a:pt x="2450737" y="696355"/>
                  </a:lnTo>
                  <a:lnTo>
                    <a:pt x="2450728" y="696358"/>
                  </a:lnTo>
                  <a:lnTo>
                    <a:pt x="2450740" y="696403"/>
                  </a:lnTo>
                  <a:lnTo>
                    <a:pt x="2450778" y="696400"/>
                  </a:lnTo>
                  <a:lnTo>
                    <a:pt x="2450867" y="696410"/>
                  </a:lnTo>
                  <a:lnTo>
                    <a:pt x="2450892" y="696414"/>
                  </a:lnTo>
                  <a:lnTo>
                    <a:pt x="2451080" y="696681"/>
                  </a:lnTo>
                  <a:lnTo>
                    <a:pt x="2451048" y="696872"/>
                  </a:lnTo>
                  <a:lnTo>
                    <a:pt x="2450809" y="696912"/>
                  </a:lnTo>
                  <a:lnTo>
                    <a:pt x="2450724" y="696916"/>
                  </a:lnTo>
                  <a:lnTo>
                    <a:pt x="2450578" y="696800"/>
                  </a:lnTo>
                  <a:lnTo>
                    <a:pt x="2450568" y="696779"/>
                  </a:lnTo>
                  <a:lnTo>
                    <a:pt x="2450531" y="696608"/>
                  </a:lnTo>
                  <a:lnTo>
                    <a:pt x="2450513" y="696455"/>
                  </a:lnTo>
                  <a:lnTo>
                    <a:pt x="2450506" y="696458"/>
                  </a:lnTo>
                  <a:lnTo>
                    <a:pt x="2450488" y="696464"/>
                  </a:lnTo>
                  <a:lnTo>
                    <a:pt x="2450483" y="696466"/>
                  </a:lnTo>
                  <a:lnTo>
                    <a:pt x="2450479" y="696469"/>
                  </a:lnTo>
                  <a:lnTo>
                    <a:pt x="2450458" y="696476"/>
                  </a:lnTo>
                  <a:lnTo>
                    <a:pt x="2450452" y="696477"/>
                  </a:lnTo>
                  <a:lnTo>
                    <a:pt x="2450376" y="696499"/>
                  </a:lnTo>
                  <a:lnTo>
                    <a:pt x="2450316" y="696517"/>
                  </a:lnTo>
                  <a:lnTo>
                    <a:pt x="2450309" y="696519"/>
                  </a:lnTo>
                  <a:lnTo>
                    <a:pt x="2450303" y="696520"/>
                  </a:lnTo>
                  <a:lnTo>
                    <a:pt x="2450211" y="696534"/>
                  </a:lnTo>
                  <a:lnTo>
                    <a:pt x="2450195" y="696537"/>
                  </a:lnTo>
                  <a:lnTo>
                    <a:pt x="2450180" y="696539"/>
                  </a:lnTo>
                  <a:lnTo>
                    <a:pt x="2450152" y="696544"/>
                  </a:lnTo>
                  <a:lnTo>
                    <a:pt x="2450140" y="696546"/>
                  </a:lnTo>
                  <a:lnTo>
                    <a:pt x="2450118" y="696547"/>
                  </a:lnTo>
                  <a:lnTo>
                    <a:pt x="2450064" y="696549"/>
                  </a:lnTo>
                  <a:lnTo>
                    <a:pt x="2450034" y="696550"/>
                  </a:lnTo>
                  <a:lnTo>
                    <a:pt x="2449997" y="696546"/>
                  </a:lnTo>
                  <a:lnTo>
                    <a:pt x="2449976" y="696543"/>
                  </a:lnTo>
                  <a:lnTo>
                    <a:pt x="2449876" y="696530"/>
                  </a:lnTo>
                  <a:lnTo>
                    <a:pt x="2449823" y="696524"/>
                  </a:lnTo>
                  <a:lnTo>
                    <a:pt x="2449811" y="696521"/>
                  </a:lnTo>
                  <a:lnTo>
                    <a:pt x="2449766" y="696512"/>
                  </a:lnTo>
                  <a:lnTo>
                    <a:pt x="2449734" y="696506"/>
                  </a:lnTo>
                  <a:lnTo>
                    <a:pt x="2449677" y="696484"/>
                  </a:lnTo>
                  <a:lnTo>
                    <a:pt x="2449648" y="696473"/>
                  </a:lnTo>
                  <a:lnTo>
                    <a:pt x="2449643" y="696471"/>
                  </a:lnTo>
                  <a:lnTo>
                    <a:pt x="2449638" y="696469"/>
                  </a:lnTo>
                  <a:lnTo>
                    <a:pt x="2449576" y="696456"/>
                  </a:lnTo>
                  <a:lnTo>
                    <a:pt x="2449450" y="696430"/>
                  </a:lnTo>
                  <a:lnTo>
                    <a:pt x="2449440" y="696428"/>
                  </a:lnTo>
                  <a:lnTo>
                    <a:pt x="2449433" y="696432"/>
                  </a:lnTo>
                  <a:lnTo>
                    <a:pt x="2449420" y="696434"/>
                  </a:lnTo>
                  <a:lnTo>
                    <a:pt x="2449414" y="696437"/>
                  </a:lnTo>
                  <a:lnTo>
                    <a:pt x="2449020" y="696560"/>
                  </a:lnTo>
                  <a:lnTo>
                    <a:pt x="2448948" y="696583"/>
                  </a:lnTo>
                  <a:lnTo>
                    <a:pt x="2448580" y="696702"/>
                  </a:lnTo>
                  <a:lnTo>
                    <a:pt x="2448583" y="696709"/>
                  </a:lnTo>
                  <a:lnTo>
                    <a:pt x="2448581" y="696726"/>
                  </a:lnTo>
                  <a:lnTo>
                    <a:pt x="2448511" y="696733"/>
                  </a:lnTo>
                  <a:lnTo>
                    <a:pt x="2448444" y="696748"/>
                  </a:lnTo>
                  <a:lnTo>
                    <a:pt x="2448421" y="696764"/>
                  </a:lnTo>
                  <a:lnTo>
                    <a:pt x="2448415" y="696769"/>
                  </a:lnTo>
                  <a:lnTo>
                    <a:pt x="2448409" y="696773"/>
                  </a:lnTo>
                  <a:lnTo>
                    <a:pt x="2448348" y="696809"/>
                  </a:lnTo>
                  <a:lnTo>
                    <a:pt x="2448343" y="696811"/>
                  </a:lnTo>
                  <a:lnTo>
                    <a:pt x="2448198" y="696871"/>
                  </a:lnTo>
                  <a:lnTo>
                    <a:pt x="2448138" y="696891"/>
                  </a:lnTo>
                  <a:lnTo>
                    <a:pt x="2448094" y="696906"/>
                  </a:lnTo>
                  <a:lnTo>
                    <a:pt x="2448082" y="696911"/>
                  </a:lnTo>
                  <a:lnTo>
                    <a:pt x="2448071" y="696915"/>
                  </a:lnTo>
                  <a:lnTo>
                    <a:pt x="2448027" y="696933"/>
                  </a:lnTo>
                  <a:lnTo>
                    <a:pt x="2447998" y="696945"/>
                  </a:lnTo>
                  <a:lnTo>
                    <a:pt x="2447956" y="696939"/>
                  </a:lnTo>
                  <a:lnTo>
                    <a:pt x="2447906" y="696933"/>
                  </a:lnTo>
                  <a:lnTo>
                    <a:pt x="2447783" y="696972"/>
                  </a:lnTo>
                  <a:lnTo>
                    <a:pt x="2447756" y="696980"/>
                  </a:lnTo>
                  <a:lnTo>
                    <a:pt x="2447586" y="696995"/>
                  </a:lnTo>
                  <a:lnTo>
                    <a:pt x="2447517" y="697006"/>
                  </a:lnTo>
                  <a:lnTo>
                    <a:pt x="2447479" y="697023"/>
                  </a:lnTo>
                  <a:lnTo>
                    <a:pt x="2447333" y="697087"/>
                  </a:lnTo>
                  <a:lnTo>
                    <a:pt x="2447262" y="697119"/>
                  </a:lnTo>
                  <a:lnTo>
                    <a:pt x="2447226" y="697135"/>
                  </a:lnTo>
                  <a:lnTo>
                    <a:pt x="2447142" y="697160"/>
                  </a:lnTo>
                  <a:lnTo>
                    <a:pt x="2447131" y="697163"/>
                  </a:lnTo>
                  <a:lnTo>
                    <a:pt x="2447040" y="697189"/>
                  </a:lnTo>
                  <a:lnTo>
                    <a:pt x="2447035" y="697191"/>
                  </a:lnTo>
                  <a:lnTo>
                    <a:pt x="2447029" y="697191"/>
                  </a:lnTo>
                  <a:lnTo>
                    <a:pt x="2447007" y="697190"/>
                  </a:lnTo>
                  <a:lnTo>
                    <a:pt x="2447001" y="697190"/>
                  </a:lnTo>
                  <a:lnTo>
                    <a:pt x="2446994" y="697192"/>
                  </a:lnTo>
                  <a:lnTo>
                    <a:pt x="2446987" y="697194"/>
                  </a:lnTo>
                  <a:lnTo>
                    <a:pt x="2446959" y="697197"/>
                  </a:lnTo>
                  <a:lnTo>
                    <a:pt x="2446950" y="697197"/>
                  </a:lnTo>
                  <a:lnTo>
                    <a:pt x="2446943" y="697197"/>
                  </a:lnTo>
                  <a:lnTo>
                    <a:pt x="2446936" y="697197"/>
                  </a:lnTo>
                  <a:lnTo>
                    <a:pt x="2446931" y="697197"/>
                  </a:lnTo>
                  <a:lnTo>
                    <a:pt x="2446926" y="697200"/>
                  </a:lnTo>
                  <a:lnTo>
                    <a:pt x="2446762" y="697247"/>
                  </a:lnTo>
                  <a:lnTo>
                    <a:pt x="2446568" y="697302"/>
                  </a:lnTo>
                  <a:lnTo>
                    <a:pt x="2446439" y="697312"/>
                  </a:lnTo>
                  <a:lnTo>
                    <a:pt x="2446433" y="697313"/>
                  </a:lnTo>
                  <a:lnTo>
                    <a:pt x="2446423" y="697318"/>
                  </a:lnTo>
                  <a:lnTo>
                    <a:pt x="2446417" y="697322"/>
                  </a:lnTo>
                  <a:lnTo>
                    <a:pt x="2446414" y="697327"/>
                  </a:lnTo>
                  <a:lnTo>
                    <a:pt x="2446378" y="697344"/>
                  </a:lnTo>
                  <a:lnTo>
                    <a:pt x="2446348" y="697357"/>
                  </a:lnTo>
                  <a:lnTo>
                    <a:pt x="2446270" y="697390"/>
                  </a:lnTo>
                  <a:lnTo>
                    <a:pt x="2446080" y="697554"/>
                  </a:lnTo>
                  <a:lnTo>
                    <a:pt x="2446035" y="697630"/>
                  </a:lnTo>
                  <a:lnTo>
                    <a:pt x="2446032" y="697635"/>
                  </a:lnTo>
                  <a:lnTo>
                    <a:pt x="2445992" y="697705"/>
                  </a:lnTo>
                  <a:lnTo>
                    <a:pt x="2445975" y="697730"/>
                  </a:lnTo>
                  <a:lnTo>
                    <a:pt x="2445958" y="697715"/>
                  </a:lnTo>
                  <a:lnTo>
                    <a:pt x="2445949" y="697699"/>
                  </a:lnTo>
                  <a:lnTo>
                    <a:pt x="2445935" y="697678"/>
                  </a:lnTo>
                  <a:lnTo>
                    <a:pt x="2445929" y="697672"/>
                  </a:lnTo>
                  <a:lnTo>
                    <a:pt x="2445922" y="697672"/>
                  </a:lnTo>
                  <a:lnTo>
                    <a:pt x="2445917" y="697677"/>
                  </a:lnTo>
                  <a:lnTo>
                    <a:pt x="2445913" y="697684"/>
                  </a:lnTo>
                  <a:lnTo>
                    <a:pt x="2445911" y="697691"/>
                  </a:lnTo>
                  <a:lnTo>
                    <a:pt x="2445911" y="697700"/>
                  </a:lnTo>
                  <a:lnTo>
                    <a:pt x="2445908" y="697705"/>
                  </a:lnTo>
                  <a:lnTo>
                    <a:pt x="2445903" y="697709"/>
                  </a:lnTo>
                  <a:lnTo>
                    <a:pt x="2445879" y="697788"/>
                  </a:lnTo>
                  <a:lnTo>
                    <a:pt x="2445873" y="697807"/>
                  </a:lnTo>
                  <a:lnTo>
                    <a:pt x="2445719" y="697850"/>
                  </a:lnTo>
                  <a:lnTo>
                    <a:pt x="2445709" y="697849"/>
                  </a:lnTo>
                  <a:lnTo>
                    <a:pt x="2445683" y="697841"/>
                  </a:lnTo>
                  <a:lnTo>
                    <a:pt x="2445654" y="697863"/>
                  </a:lnTo>
                  <a:lnTo>
                    <a:pt x="2445629" y="697881"/>
                  </a:lnTo>
                  <a:lnTo>
                    <a:pt x="2445611" y="697894"/>
                  </a:lnTo>
                  <a:lnTo>
                    <a:pt x="2445500" y="697989"/>
                  </a:lnTo>
                  <a:lnTo>
                    <a:pt x="2445406" y="698070"/>
                  </a:lnTo>
                  <a:lnTo>
                    <a:pt x="2445231" y="698218"/>
                  </a:lnTo>
                  <a:lnTo>
                    <a:pt x="2445215" y="698234"/>
                  </a:lnTo>
                  <a:lnTo>
                    <a:pt x="2445193" y="698255"/>
                  </a:lnTo>
                  <a:lnTo>
                    <a:pt x="2445143" y="698302"/>
                  </a:lnTo>
                  <a:lnTo>
                    <a:pt x="2445137" y="698309"/>
                  </a:lnTo>
                  <a:lnTo>
                    <a:pt x="2445071" y="698398"/>
                  </a:lnTo>
                  <a:lnTo>
                    <a:pt x="2445013" y="698476"/>
                  </a:lnTo>
                  <a:lnTo>
                    <a:pt x="2444988" y="698497"/>
                  </a:lnTo>
                  <a:lnTo>
                    <a:pt x="2444915" y="698557"/>
                  </a:lnTo>
                  <a:lnTo>
                    <a:pt x="2444886" y="698580"/>
                  </a:lnTo>
                  <a:lnTo>
                    <a:pt x="2444880" y="698585"/>
                  </a:lnTo>
                  <a:lnTo>
                    <a:pt x="2444874" y="698589"/>
                  </a:lnTo>
                  <a:lnTo>
                    <a:pt x="2444863" y="698593"/>
                  </a:lnTo>
                  <a:lnTo>
                    <a:pt x="2444850" y="698596"/>
                  </a:lnTo>
                  <a:lnTo>
                    <a:pt x="2444845" y="698596"/>
                  </a:lnTo>
                  <a:lnTo>
                    <a:pt x="2444840" y="698596"/>
                  </a:lnTo>
                  <a:lnTo>
                    <a:pt x="2444834" y="698595"/>
                  </a:lnTo>
                  <a:lnTo>
                    <a:pt x="2444826" y="698593"/>
                  </a:lnTo>
                  <a:lnTo>
                    <a:pt x="2444819" y="698598"/>
                  </a:lnTo>
                  <a:lnTo>
                    <a:pt x="2444695" y="698677"/>
                  </a:lnTo>
                  <a:lnTo>
                    <a:pt x="2444686" y="698680"/>
                  </a:lnTo>
                  <a:lnTo>
                    <a:pt x="2444684" y="698687"/>
                  </a:lnTo>
                  <a:lnTo>
                    <a:pt x="2444681" y="698693"/>
                  </a:lnTo>
                  <a:lnTo>
                    <a:pt x="2444678" y="698698"/>
                  </a:lnTo>
                  <a:lnTo>
                    <a:pt x="2444668" y="698713"/>
                  </a:lnTo>
                  <a:lnTo>
                    <a:pt x="2444665" y="698719"/>
                  </a:lnTo>
                  <a:lnTo>
                    <a:pt x="2444659" y="698730"/>
                  </a:lnTo>
                  <a:lnTo>
                    <a:pt x="2444652" y="698733"/>
                  </a:lnTo>
                  <a:lnTo>
                    <a:pt x="2444647" y="698730"/>
                  </a:lnTo>
                  <a:lnTo>
                    <a:pt x="2444638" y="698714"/>
                  </a:lnTo>
                  <a:lnTo>
                    <a:pt x="2444630" y="698718"/>
                  </a:lnTo>
                  <a:lnTo>
                    <a:pt x="2444624" y="698720"/>
                  </a:lnTo>
                  <a:lnTo>
                    <a:pt x="2444616" y="698721"/>
                  </a:lnTo>
                  <a:lnTo>
                    <a:pt x="2444610" y="698723"/>
                  </a:lnTo>
                  <a:lnTo>
                    <a:pt x="2444602" y="698728"/>
                  </a:lnTo>
                  <a:lnTo>
                    <a:pt x="2444598" y="698731"/>
                  </a:lnTo>
                  <a:lnTo>
                    <a:pt x="2444593" y="698733"/>
                  </a:lnTo>
                  <a:lnTo>
                    <a:pt x="2444588" y="698735"/>
                  </a:lnTo>
                  <a:lnTo>
                    <a:pt x="2444582" y="698737"/>
                  </a:lnTo>
                  <a:lnTo>
                    <a:pt x="2444565" y="698742"/>
                  </a:lnTo>
                  <a:lnTo>
                    <a:pt x="2444556" y="698744"/>
                  </a:lnTo>
                  <a:lnTo>
                    <a:pt x="2444549" y="698746"/>
                  </a:lnTo>
                  <a:lnTo>
                    <a:pt x="2444538" y="698747"/>
                  </a:lnTo>
                  <a:lnTo>
                    <a:pt x="2444532" y="698748"/>
                  </a:lnTo>
                  <a:lnTo>
                    <a:pt x="2444479" y="698765"/>
                  </a:lnTo>
                  <a:lnTo>
                    <a:pt x="2444474" y="698766"/>
                  </a:lnTo>
                  <a:lnTo>
                    <a:pt x="2444468" y="698767"/>
                  </a:lnTo>
                  <a:lnTo>
                    <a:pt x="2444463" y="698768"/>
                  </a:lnTo>
                  <a:lnTo>
                    <a:pt x="2444451" y="698769"/>
                  </a:lnTo>
                  <a:lnTo>
                    <a:pt x="2444445" y="698770"/>
                  </a:lnTo>
                  <a:lnTo>
                    <a:pt x="2444439" y="698772"/>
                  </a:lnTo>
                  <a:lnTo>
                    <a:pt x="2444433" y="698774"/>
                  </a:lnTo>
                  <a:lnTo>
                    <a:pt x="2444417" y="698785"/>
                  </a:lnTo>
                  <a:lnTo>
                    <a:pt x="2444410" y="698789"/>
                  </a:lnTo>
                  <a:lnTo>
                    <a:pt x="2444403" y="698793"/>
                  </a:lnTo>
                  <a:lnTo>
                    <a:pt x="2444395" y="698797"/>
                  </a:lnTo>
                  <a:lnTo>
                    <a:pt x="2444330" y="698824"/>
                  </a:lnTo>
                  <a:lnTo>
                    <a:pt x="2444317" y="698829"/>
                  </a:lnTo>
                  <a:lnTo>
                    <a:pt x="2444307" y="698832"/>
                  </a:lnTo>
                  <a:lnTo>
                    <a:pt x="2444287" y="698839"/>
                  </a:lnTo>
                  <a:lnTo>
                    <a:pt x="2444278" y="698843"/>
                  </a:lnTo>
                  <a:lnTo>
                    <a:pt x="2444274" y="698846"/>
                  </a:lnTo>
                  <a:lnTo>
                    <a:pt x="2444265" y="698853"/>
                  </a:lnTo>
                  <a:lnTo>
                    <a:pt x="2444260" y="698856"/>
                  </a:lnTo>
                  <a:lnTo>
                    <a:pt x="2444253" y="698857"/>
                  </a:lnTo>
                  <a:lnTo>
                    <a:pt x="2444247" y="698859"/>
                  </a:lnTo>
                  <a:lnTo>
                    <a:pt x="2444149" y="698910"/>
                  </a:lnTo>
                  <a:lnTo>
                    <a:pt x="2444134" y="698919"/>
                  </a:lnTo>
                  <a:lnTo>
                    <a:pt x="2444092" y="698942"/>
                  </a:lnTo>
                  <a:lnTo>
                    <a:pt x="2444071" y="698956"/>
                  </a:lnTo>
                  <a:lnTo>
                    <a:pt x="2444052" y="698967"/>
                  </a:lnTo>
                  <a:lnTo>
                    <a:pt x="2444019" y="698984"/>
                  </a:lnTo>
                  <a:lnTo>
                    <a:pt x="2443994" y="698993"/>
                  </a:lnTo>
                  <a:lnTo>
                    <a:pt x="2443979" y="699001"/>
                  </a:lnTo>
                  <a:lnTo>
                    <a:pt x="2443965" y="699008"/>
                  </a:lnTo>
                  <a:lnTo>
                    <a:pt x="2444006" y="699021"/>
                  </a:lnTo>
                  <a:lnTo>
                    <a:pt x="2444074" y="699044"/>
                  </a:lnTo>
                  <a:lnTo>
                    <a:pt x="2444127" y="699064"/>
                  </a:lnTo>
                  <a:lnTo>
                    <a:pt x="2444404" y="699064"/>
                  </a:lnTo>
                  <a:lnTo>
                    <a:pt x="2444533" y="699097"/>
                  </a:lnTo>
                  <a:lnTo>
                    <a:pt x="2444701" y="699213"/>
                  </a:lnTo>
                  <a:lnTo>
                    <a:pt x="2444939" y="699388"/>
                  </a:lnTo>
                  <a:lnTo>
                    <a:pt x="2444958" y="699448"/>
                  </a:lnTo>
                  <a:lnTo>
                    <a:pt x="2444914" y="699501"/>
                  </a:lnTo>
                  <a:lnTo>
                    <a:pt x="2444731" y="699415"/>
                  </a:lnTo>
                  <a:lnTo>
                    <a:pt x="2444553" y="699281"/>
                  </a:lnTo>
                  <a:lnTo>
                    <a:pt x="2444405" y="699235"/>
                  </a:lnTo>
                  <a:lnTo>
                    <a:pt x="2443947" y="699252"/>
                  </a:lnTo>
                  <a:lnTo>
                    <a:pt x="2443835" y="699269"/>
                  </a:lnTo>
                  <a:lnTo>
                    <a:pt x="2443665" y="699245"/>
                  </a:lnTo>
                  <a:lnTo>
                    <a:pt x="2443592" y="699184"/>
                  </a:lnTo>
                  <a:lnTo>
                    <a:pt x="2443362" y="699261"/>
                  </a:lnTo>
                  <a:lnTo>
                    <a:pt x="2443247" y="699299"/>
                  </a:lnTo>
                  <a:lnTo>
                    <a:pt x="2443239" y="699301"/>
                  </a:lnTo>
                  <a:lnTo>
                    <a:pt x="2443098" y="699347"/>
                  </a:lnTo>
                  <a:lnTo>
                    <a:pt x="2443004" y="699375"/>
                  </a:lnTo>
                  <a:lnTo>
                    <a:pt x="2442997" y="699377"/>
                  </a:lnTo>
                  <a:lnTo>
                    <a:pt x="2442817" y="699445"/>
                  </a:lnTo>
                  <a:lnTo>
                    <a:pt x="2442674" y="699499"/>
                  </a:lnTo>
                  <a:lnTo>
                    <a:pt x="2442610" y="699524"/>
                  </a:lnTo>
                  <a:lnTo>
                    <a:pt x="2442593" y="699530"/>
                  </a:lnTo>
                  <a:lnTo>
                    <a:pt x="2442565" y="699540"/>
                  </a:lnTo>
                  <a:lnTo>
                    <a:pt x="2442429" y="699592"/>
                  </a:lnTo>
                  <a:lnTo>
                    <a:pt x="2442360" y="699618"/>
                  </a:lnTo>
                  <a:lnTo>
                    <a:pt x="2442310" y="699637"/>
                  </a:lnTo>
                  <a:lnTo>
                    <a:pt x="2442301" y="699639"/>
                  </a:lnTo>
                  <a:lnTo>
                    <a:pt x="2442293" y="699640"/>
                  </a:lnTo>
                  <a:lnTo>
                    <a:pt x="2442284" y="699643"/>
                  </a:lnTo>
                  <a:lnTo>
                    <a:pt x="2442278" y="699646"/>
                  </a:lnTo>
                  <a:lnTo>
                    <a:pt x="2442273" y="699648"/>
                  </a:lnTo>
                  <a:lnTo>
                    <a:pt x="2442266" y="699652"/>
                  </a:lnTo>
                  <a:lnTo>
                    <a:pt x="2442250" y="699655"/>
                  </a:lnTo>
                  <a:lnTo>
                    <a:pt x="2442243" y="699657"/>
                  </a:lnTo>
                  <a:lnTo>
                    <a:pt x="2442237" y="699659"/>
                  </a:lnTo>
                  <a:lnTo>
                    <a:pt x="2442231" y="699662"/>
                  </a:lnTo>
                  <a:lnTo>
                    <a:pt x="2442225" y="699664"/>
                  </a:lnTo>
                  <a:lnTo>
                    <a:pt x="2442219" y="699667"/>
                  </a:lnTo>
                  <a:lnTo>
                    <a:pt x="2442211" y="699673"/>
                  </a:lnTo>
                  <a:lnTo>
                    <a:pt x="2442207" y="699676"/>
                  </a:lnTo>
                  <a:lnTo>
                    <a:pt x="2442198" y="699685"/>
                  </a:lnTo>
                  <a:lnTo>
                    <a:pt x="2442193" y="699688"/>
                  </a:lnTo>
                  <a:lnTo>
                    <a:pt x="2442178" y="699689"/>
                  </a:lnTo>
                  <a:lnTo>
                    <a:pt x="2442171" y="699690"/>
                  </a:lnTo>
                  <a:lnTo>
                    <a:pt x="2442165" y="699692"/>
                  </a:lnTo>
                  <a:lnTo>
                    <a:pt x="2442160" y="699693"/>
                  </a:lnTo>
                  <a:lnTo>
                    <a:pt x="2442154" y="699697"/>
                  </a:lnTo>
                  <a:lnTo>
                    <a:pt x="2442149" y="699700"/>
                  </a:lnTo>
                  <a:lnTo>
                    <a:pt x="2442142" y="699705"/>
                  </a:lnTo>
                  <a:lnTo>
                    <a:pt x="2442137" y="699709"/>
                  </a:lnTo>
                  <a:lnTo>
                    <a:pt x="2442131" y="699711"/>
                  </a:lnTo>
                  <a:lnTo>
                    <a:pt x="2442117" y="699716"/>
                  </a:lnTo>
                  <a:lnTo>
                    <a:pt x="2442111" y="699718"/>
                  </a:lnTo>
                  <a:lnTo>
                    <a:pt x="2442105" y="699721"/>
                  </a:lnTo>
                  <a:lnTo>
                    <a:pt x="2442092" y="699728"/>
                  </a:lnTo>
                  <a:lnTo>
                    <a:pt x="2442087" y="699730"/>
                  </a:lnTo>
                  <a:lnTo>
                    <a:pt x="2442056" y="699741"/>
                  </a:lnTo>
                  <a:lnTo>
                    <a:pt x="2442046" y="699745"/>
                  </a:lnTo>
                  <a:lnTo>
                    <a:pt x="2441953" y="699793"/>
                  </a:lnTo>
                  <a:lnTo>
                    <a:pt x="2441909" y="699815"/>
                  </a:lnTo>
                  <a:lnTo>
                    <a:pt x="2441903" y="699816"/>
                  </a:lnTo>
                  <a:lnTo>
                    <a:pt x="2441896" y="699818"/>
                  </a:lnTo>
                  <a:lnTo>
                    <a:pt x="2441888" y="699823"/>
                  </a:lnTo>
                  <a:lnTo>
                    <a:pt x="2441879" y="699827"/>
                  </a:lnTo>
                  <a:lnTo>
                    <a:pt x="2441861" y="699838"/>
                  </a:lnTo>
                  <a:lnTo>
                    <a:pt x="2441850" y="699844"/>
                  </a:lnTo>
                  <a:lnTo>
                    <a:pt x="2441841" y="699849"/>
                  </a:lnTo>
                  <a:lnTo>
                    <a:pt x="2441793" y="699874"/>
                  </a:lnTo>
                  <a:lnTo>
                    <a:pt x="2441740" y="699901"/>
                  </a:lnTo>
                  <a:lnTo>
                    <a:pt x="2441724" y="699911"/>
                  </a:lnTo>
                  <a:lnTo>
                    <a:pt x="2441717" y="699916"/>
                  </a:lnTo>
                  <a:lnTo>
                    <a:pt x="2441712" y="699920"/>
                  </a:lnTo>
                  <a:lnTo>
                    <a:pt x="2441709" y="699924"/>
                  </a:lnTo>
                  <a:lnTo>
                    <a:pt x="2441701" y="699929"/>
                  </a:lnTo>
                  <a:lnTo>
                    <a:pt x="2441694" y="699932"/>
                  </a:lnTo>
                  <a:lnTo>
                    <a:pt x="2441688" y="699936"/>
                  </a:lnTo>
                  <a:lnTo>
                    <a:pt x="2441682" y="699941"/>
                  </a:lnTo>
                  <a:lnTo>
                    <a:pt x="2441704" y="700004"/>
                  </a:lnTo>
                  <a:lnTo>
                    <a:pt x="2441708" y="700029"/>
                  </a:lnTo>
                  <a:lnTo>
                    <a:pt x="2441798" y="700103"/>
                  </a:lnTo>
                  <a:lnTo>
                    <a:pt x="2441872" y="700140"/>
                  </a:lnTo>
                  <a:lnTo>
                    <a:pt x="2442076" y="700217"/>
                  </a:lnTo>
                  <a:lnTo>
                    <a:pt x="2442357" y="700290"/>
                  </a:lnTo>
                  <a:lnTo>
                    <a:pt x="2442774" y="700571"/>
                  </a:lnTo>
                  <a:lnTo>
                    <a:pt x="2442908" y="700668"/>
                  </a:lnTo>
                  <a:lnTo>
                    <a:pt x="2442946" y="700707"/>
                  </a:lnTo>
                  <a:lnTo>
                    <a:pt x="2442947" y="700718"/>
                  </a:lnTo>
                  <a:lnTo>
                    <a:pt x="2442847" y="700748"/>
                  </a:lnTo>
                  <a:lnTo>
                    <a:pt x="2442791" y="700735"/>
                  </a:lnTo>
                  <a:lnTo>
                    <a:pt x="2442754" y="700704"/>
                  </a:lnTo>
                  <a:lnTo>
                    <a:pt x="2442727" y="700685"/>
                  </a:lnTo>
                  <a:lnTo>
                    <a:pt x="2442686" y="700661"/>
                  </a:lnTo>
                  <a:lnTo>
                    <a:pt x="2442484" y="700554"/>
                  </a:lnTo>
                  <a:lnTo>
                    <a:pt x="2442330" y="700502"/>
                  </a:lnTo>
                  <a:lnTo>
                    <a:pt x="2441867" y="700360"/>
                  </a:lnTo>
                  <a:lnTo>
                    <a:pt x="2441735" y="700398"/>
                  </a:lnTo>
                  <a:lnTo>
                    <a:pt x="2441588" y="700423"/>
                  </a:lnTo>
                  <a:lnTo>
                    <a:pt x="2441560" y="700396"/>
                  </a:lnTo>
                  <a:lnTo>
                    <a:pt x="2441408" y="700247"/>
                  </a:lnTo>
                  <a:lnTo>
                    <a:pt x="2441300" y="700216"/>
                  </a:lnTo>
                  <a:lnTo>
                    <a:pt x="2441072" y="700199"/>
                  </a:lnTo>
                  <a:lnTo>
                    <a:pt x="2441025" y="700195"/>
                  </a:lnTo>
                  <a:lnTo>
                    <a:pt x="2440838" y="700270"/>
                  </a:lnTo>
                  <a:lnTo>
                    <a:pt x="2440778" y="700288"/>
                  </a:lnTo>
                  <a:lnTo>
                    <a:pt x="2440710" y="700308"/>
                  </a:lnTo>
                  <a:lnTo>
                    <a:pt x="2440700" y="700311"/>
                  </a:lnTo>
                  <a:lnTo>
                    <a:pt x="2440680" y="700317"/>
                  </a:lnTo>
                  <a:lnTo>
                    <a:pt x="2440646" y="700327"/>
                  </a:lnTo>
                  <a:lnTo>
                    <a:pt x="2440633" y="700331"/>
                  </a:lnTo>
                  <a:lnTo>
                    <a:pt x="2440614" y="700336"/>
                  </a:lnTo>
                  <a:lnTo>
                    <a:pt x="2440592" y="700342"/>
                  </a:lnTo>
                  <a:lnTo>
                    <a:pt x="2440482" y="700375"/>
                  </a:lnTo>
                  <a:lnTo>
                    <a:pt x="2440423" y="700392"/>
                  </a:lnTo>
                  <a:lnTo>
                    <a:pt x="2440409" y="700396"/>
                  </a:lnTo>
                  <a:lnTo>
                    <a:pt x="2440401" y="700396"/>
                  </a:lnTo>
                  <a:lnTo>
                    <a:pt x="2440395" y="700397"/>
                  </a:lnTo>
                  <a:lnTo>
                    <a:pt x="2440386" y="700399"/>
                  </a:lnTo>
                  <a:lnTo>
                    <a:pt x="2440379" y="700401"/>
                  </a:lnTo>
                  <a:lnTo>
                    <a:pt x="2440370" y="700402"/>
                  </a:lnTo>
                  <a:lnTo>
                    <a:pt x="2440358" y="700407"/>
                  </a:lnTo>
                  <a:lnTo>
                    <a:pt x="2440340" y="700413"/>
                  </a:lnTo>
                  <a:lnTo>
                    <a:pt x="2440334" y="700414"/>
                  </a:lnTo>
                  <a:lnTo>
                    <a:pt x="2440326" y="700415"/>
                  </a:lnTo>
                  <a:lnTo>
                    <a:pt x="2440312" y="700418"/>
                  </a:lnTo>
                  <a:lnTo>
                    <a:pt x="2440307" y="700419"/>
                  </a:lnTo>
                  <a:lnTo>
                    <a:pt x="2440296" y="700419"/>
                  </a:lnTo>
                  <a:lnTo>
                    <a:pt x="2440291" y="700420"/>
                  </a:lnTo>
                  <a:lnTo>
                    <a:pt x="2440280" y="700422"/>
                  </a:lnTo>
                  <a:lnTo>
                    <a:pt x="2440270" y="700423"/>
                  </a:lnTo>
                  <a:lnTo>
                    <a:pt x="2440265" y="700425"/>
                  </a:lnTo>
                  <a:lnTo>
                    <a:pt x="2440090" y="700475"/>
                  </a:lnTo>
                  <a:lnTo>
                    <a:pt x="2440084" y="700476"/>
                  </a:lnTo>
                  <a:lnTo>
                    <a:pt x="2440077" y="700478"/>
                  </a:lnTo>
                  <a:lnTo>
                    <a:pt x="2440063" y="700482"/>
                  </a:lnTo>
                  <a:lnTo>
                    <a:pt x="2440051" y="700487"/>
                  </a:lnTo>
                  <a:lnTo>
                    <a:pt x="2440041" y="700492"/>
                  </a:lnTo>
                  <a:lnTo>
                    <a:pt x="2440051" y="700498"/>
                  </a:lnTo>
                  <a:lnTo>
                    <a:pt x="2440056" y="700500"/>
                  </a:lnTo>
                  <a:lnTo>
                    <a:pt x="2440061" y="700503"/>
                  </a:lnTo>
                  <a:lnTo>
                    <a:pt x="2440066" y="700505"/>
                  </a:lnTo>
                  <a:lnTo>
                    <a:pt x="2440073" y="700510"/>
                  </a:lnTo>
                  <a:lnTo>
                    <a:pt x="2440080" y="700516"/>
                  </a:lnTo>
                  <a:lnTo>
                    <a:pt x="2440075" y="700520"/>
                  </a:lnTo>
                  <a:lnTo>
                    <a:pt x="2440028" y="700529"/>
                  </a:lnTo>
                  <a:lnTo>
                    <a:pt x="2440021" y="700530"/>
                  </a:lnTo>
                  <a:lnTo>
                    <a:pt x="2440016" y="700534"/>
                  </a:lnTo>
                  <a:lnTo>
                    <a:pt x="2440007" y="700542"/>
                  </a:lnTo>
                  <a:lnTo>
                    <a:pt x="2440002" y="700546"/>
                  </a:lnTo>
                  <a:lnTo>
                    <a:pt x="2439996" y="700547"/>
                  </a:lnTo>
                  <a:lnTo>
                    <a:pt x="2439989" y="700547"/>
                  </a:lnTo>
                  <a:lnTo>
                    <a:pt x="2439983" y="700546"/>
                  </a:lnTo>
                  <a:lnTo>
                    <a:pt x="2439978" y="700544"/>
                  </a:lnTo>
                  <a:lnTo>
                    <a:pt x="2439972" y="700542"/>
                  </a:lnTo>
                  <a:lnTo>
                    <a:pt x="2439958" y="700535"/>
                  </a:lnTo>
                  <a:lnTo>
                    <a:pt x="2439950" y="700534"/>
                  </a:lnTo>
                  <a:lnTo>
                    <a:pt x="2439944" y="700535"/>
                  </a:lnTo>
                  <a:lnTo>
                    <a:pt x="2439939" y="700538"/>
                  </a:lnTo>
                  <a:lnTo>
                    <a:pt x="2439934" y="700541"/>
                  </a:lnTo>
                  <a:lnTo>
                    <a:pt x="2439927" y="700548"/>
                  </a:lnTo>
                  <a:lnTo>
                    <a:pt x="2439922" y="700554"/>
                  </a:lnTo>
                  <a:lnTo>
                    <a:pt x="2439758" y="700666"/>
                  </a:lnTo>
                  <a:lnTo>
                    <a:pt x="2439752" y="700670"/>
                  </a:lnTo>
                  <a:lnTo>
                    <a:pt x="2439747" y="700676"/>
                  </a:lnTo>
                  <a:lnTo>
                    <a:pt x="2439743" y="700680"/>
                  </a:lnTo>
                  <a:lnTo>
                    <a:pt x="2439738" y="700684"/>
                  </a:lnTo>
                  <a:lnTo>
                    <a:pt x="2439728" y="700691"/>
                  </a:lnTo>
                  <a:lnTo>
                    <a:pt x="2439715" y="700699"/>
                  </a:lnTo>
                  <a:lnTo>
                    <a:pt x="2439711" y="700704"/>
                  </a:lnTo>
                  <a:lnTo>
                    <a:pt x="2439711" y="700711"/>
                  </a:lnTo>
                  <a:lnTo>
                    <a:pt x="2439714" y="700716"/>
                  </a:lnTo>
                  <a:lnTo>
                    <a:pt x="2439719" y="700722"/>
                  </a:lnTo>
                  <a:lnTo>
                    <a:pt x="2439724" y="700726"/>
                  </a:lnTo>
                  <a:lnTo>
                    <a:pt x="2439728" y="700731"/>
                  </a:lnTo>
                  <a:lnTo>
                    <a:pt x="2439730" y="700739"/>
                  </a:lnTo>
                  <a:lnTo>
                    <a:pt x="2439736" y="700746"/>
                  </a:lnTo>
                  <a:lnTo>
                    <a:pt x="2439747" y="700757"/>
                  </a:lnTo>
                  <a:lnTo>
                    <a:pt x="2439753" y="700762"/>
                  </a:lnTo>
                  <a:lnTo>
                    <a:pt x="2439760" y="700767"/>
                  </a:lnTo>
                  <a:lnTo>
                    <a:pt x="2439765" y="700771"/>
                  </a:lnTo>
                  <a:lnTo>
                    <a:pt x="2439764" y="700778"/>
                  </a:lnTo>
                  <a:lnTo>
                    <a:pt x="2439751" y="700781"/>
                  </a:lnTo>
                  <a:lnTo>
                    <a:pt x="2439746" y="700783"/>
                  </a:lnTo>
                  <a:lnTo>
                    <a:pt x="2439739" y="700785"/>
                  </a:lnTo>
                  <a:lnTo>
                    <a:pt x="2439734" y="700785"/>
                  </a:lnTo>
                  <a:lnTo>
                    <a:pt x="2439728" y="700785"/>
                  </a:lnTo>
                  <a:lnTo>
                    <a:pt x="2439722" y="700785"/>
                  </a:lnTo>
                  <a:lnTo>
                    <a:pt x="2439714" y="700783"/>
                  </a:lnTo>
                  <a:lnTo>
                    <a:pt x="2439697" y="700780"/>
                  </a:lnTo>
                  <a:lnTo>
                    <a:pt x="2439688" y="700780"/>
                  </a:lnTo>
                  <a:lnTo>
                    <a:pt x="2439680" y="700785"/>
                  </a:lnTo>
                  <a:lnTo>
                    <a:pt x="2439674" y="700783"/>
                  </a:lnTo>
                  <a:lnTo>
                    <a:pt x="2439666" y="700777"/>
                  </a:lnTo>
                  <a:lnTo>
                    <a:pt x="2439660" y="700769"/>
                  </a:lnTo>
                  <a:lnTo>
                    <a:pt x="2439657" y="700765"/>
                  </a:lnTo>
                  <a:lnTo>
                    <a:pt x="2439650" y="700761"/>
                  </a:lnTo>
                  <a:lnTo>
                    <a:pt x="2439641" y="700760"/>
                  </a:lnTo>
                  <a:lnTo>
                    <a:pt x="2439614" y="700780"/>
                  </a:lnTo>
                  <a:lnTo>
                    <a:pt x="2439583" y="700805"/>
                  </a:lnTo>
                  <a:lnTo>
                    <a:pt x="2439538" y="700841"/>
                  </a:lnTo>
                  <a:lnTo>
                    <a:pt x="2439532" y="700847"/>
                  </a:lnTo>
                  <a:lnTo>
                    <a:pt x="2439405" y="700955"/>
                  </a:lnTo>
                  <a:lnTo>
                    <a:pt x="2439309" y="701040"/>
                  </a:lnTo>
                  <a:lnTo>
                    <a:pt x="2439299" y="701058"/>
                  </a:lnTo>
                  <a:lnTo>
                    <a:pt x="2439306" y="701060"/>
                  </a:lnTo>
                  <a:lnTo>
                    <a:pt x="2439315" y="701060"/>
                  </a:lnTo>
                  <a:lnTo>
                    <a:pt x="2439325" y="701059"/>
                  </a:lnTo>
                  <a:lnTo>
                    <a:pt x="2439333" y="701060"/>
                  </a:lnTo>
                  <a:lnTo>
                    <a:pt x="2439340" y="701060"/>
                  </a:lnTo>
                  <a:lnTo>
                    <a:pt x="2439344" y="701057"/>
                  </a:lnTo>
                  <a:lnTo>
                    <a:pt x="2439353" y="701048"/>
                  </a:lnTo>
                  <a:lnTo>
                    <a:pt x="2439366" y="701046"/>
                  </a:lnTo>
                  <a:lnTo>
                    <a:pt x="2439375" y="701045"/>
                  </a:lnTo>
                  <a:lnTo>
                    <a:pt x="2439384" y="701047"/>
                  </a:lnTo>
                  <a:lnTo>
                    <a:pt x="2439391" y="701049"/>
                  </a:lnTo>
                  <a:lnTo>
                    <a:pt x="2439396" y="701051"/>
                  </a:lnTo>
                  <a:lnTo>
                    <a:pt x="2439403" y="701055"/>
                  </a:lnTo>
                  <a:lnTo>
                    <a:pt x="2439411" y="701057"/>
                  </a:lnTo>
                  <a:lnTo>
                    <a:pt x="2439417" y="701060"/>
                  </a:lnTo>
                  <a:lnTo>
                    <a:pt x="2439413" y="701065"/>
                  </a:lnTo>
                  <a:lnTo>
                    <a:pt x="2439364" y="701101"/>
                  </a:lnTo>
                  <a:lnTo>
                    <a:pt x="2439357" y="701107"/>
                  </a:lnTo>
                  <a:lnTo>
                    <a:pt x="2439259" y="701191"/>
                  </a:lnTo>
                  <a:lnTo>
                    <a:pt x="2439247" y="701194"/>
                  </a:lnTo>
                  <a:lnTo>
                    <a:pt x="2439238" y="701195"/>
                  </a:lnTo>
                  <a:lnTo>
                    <a:pt x="2439228" y="701198"/>
                  </a:lnTo>
                  <a:lnTo>
                    <a:pt x="2439223" y="701199"/>
                  </a:lnTo>
                  <a:lnTo>
                    <a:pt x="2439217" y="701202"/>
                  </a:lnTo>
                  <a:lnTo>
                    <a:pt x="2439210" y="701205"/>
                  </a:lnTo>
                  <a:lnTo>
                    <a:pt x="2439197" y="701212"/>
                  </a:lnTo>
                  <a:lnTo>
                    <a:pt x="2439191" y="701215"/>
                  </a:lnTo>
                  <a:lnTo>
                    <a:pt x="2439184" y="701217"/>
                  </a:lnTo>
                  <a:lnTo>
                    <a:pt x="2439167" y="701221"/>
                  </a:lnTo>
                  <a:lnTo>
                    <a:pt x="2439160" y="701223"/>
                  </a:lnTo>
                  <a:lnTo>
                    <a:pt x="2439158" y="701228"/>
                  </a:lnTo>
                  <a:lnTo>
                    <a:pt x="2439160" y="701234"/>
                  </a:lnTo>
                  <a:lnTo>
                    <a:pt x="2439232" y="701557"/>
                  </a:lnTo>
                  <a:lnTo>
                    <a:pt x="2439235" y="701563"/>
                  </a:lnTo>
                  <a:lnTo>
                    <a:pt x="2439328" y="701927"/>
                  </a:lnTo>
                  <a:lnTo>
                    <a:pt x="2439330" y="701933"/>
                  </a:lnTo>
                  <a:lnTo>
                    <a:pt x="2439332" y="701938"/>
                  </a:lnTo>
                  <a:lnTo>
                    <a:pt x="2439337" y="701945"/>
                  </a:lnTo>
                  <a:lnTo>
                    <a:pt x="2439580" y="702053"/>
                  </a:lnTo>
                  <a:lnTo>
                    <a:pt x="2439695" y="702106"/>
                  </a:lnTo>
                  <a:lnTo>
                    <a:pt x="2439778" y="702134"/>
                  </a:lnTo>
                  <a:lnTo>
                    <a:pt x="2440331" y="702299"/>
                  </a:lnTo>
                  <a:lnTo>
                    <a:pt x="2440749" y="702427"/>
                  </a:lnTo>
                  <a:lnTo>
                    <a:pt x="2441166" y="702549"/>
                  </a:lnTo>
                  <a:lnTo>
                    <a:pt x="2441376" y="702539"/>
                  </a:lnTo>
                  <a:lnTo>
                    <a:pt x="2441520" y="702570"/>
                  </a:lnTo>
                  <a:lnTo>
                    <a:pt x="2441602" y="702598"/>
                  </a:lnTo>
                  <a:lnTo>
                    <a:pt x="2441631" y="702620"/>
                  </a:lnTo>
                  <a:lnTo>
                    <a:pt x="2441658" y="702655"/>
                  </a:lnTo>
                  <a:lnTo>
                    <a:pt x="2441722" y="702761"/>
                  </a:lnTo>
                  <a:lnTo>
                    <a:pt x="2441703" y="702840"/>
                  </a:lnTo>
                  <a:lnTo>
                    <a:pt x="2441700" y="702962"/>
                  </a:lnTo>
                  <a:lnTo>
                    <a:pt x="2441821" y="703020"/>
                  </a:lnTo>
                  <a:lnTo>
                    <a:pt x="2441879" y="703033"/>
                  </a:lnTo>
                  <a:lnTo>
                    <a:pt x="2442091" y="703044"/>
                  </a:lnTo>
                  <a:lnTo>
                    <a:pt x="2442209" y="703028"/>
                  </a:lnTo>
                  <a:lnTo>
                    <a:pt x="2442282" y="703150"/>
                  </a:lnTo>
                  <a:lnTo>
                    <a:pt x="2442276" y="703188"/>
                  </a:lnTo>
                  <a:lnTo>
                    <a:pt x="2442193" y="703326"/>
                  </a:lnTo>
                  <a:lnTo>
                    <a:pt x="2441884" y="703325"/>
                  </a:lnTo>
                  <a:lnTo>
                    <a:pt x="2441562" y="703306"/>
                  </a:lnTo>
                  <a:lnTo>
                    <a:pt x="2441544" y="703300"/>
                  </a:lnTo>
                  <a:lnTo>
                    <a:pt x="2441533" y="703291"/>
                  </a:lnTo>
                  <a:lnTo>
                    <a:pt x="2441532" y="703299"/>
                  </a:lnTo>
                  <a:lnTo>
                    <a:pt x="2441532" y="703308"/>
                  </a:lnTo>
                  <a:lnTo>
                    <a:pt x="2441536" y="703316"/>
                  </a:lnTo>
                  <a:lnTo>
                    <a:pt x="2441539" y="703330"/>
                  </a:lnTo>
                  <a:lnTo>
                    <a:pt x="2441542" y="703336"/>
                  </a:lnTo>
                  <a:lnTo>
                    <a:pt x="2441547" y="703346"/>
                  </a:lnTo>
                  <a:lnTo>
                    <a:pt x="2441546" y="703356"/>
                  </a:lnTo>
                  <a:lnTo>
                    <a:pt x="2441546" y="703366"/>
                  </a:lnTo>
                  <a:lnTo>
                    <a:pt x="2441553" y="703372"/>
                  </a:lnTo>
                  <a:lnTo>
                    <a:pt x="2441607" y="703434"/>
                  </a:lnTo>
                  <a:lnTo>
                    <a:pt x="2441612" y="703440"/>
                  </a:lnTo>
                  <a:lnTo>
                    <a:pt x="2441625" y="703444"/>
                  </a:lnTo>
                  <a:lnTo>
                    <a:pt x="2441632" y="703448"/>
                  </a:lnTo>
                  <a:lnTo>
                    <a:pt x="2441641" y="703460"/>
                  </a:lnTo>
                  <a:lnTo>
                    <a:pt x="2441643" y="703468"/>
                  </a:lnTo>
                  <a:lnTo>
                    <a:pt x="2441642" y="703474"/>
                  </a:lnTo>
                  <a:lnTo>
                    <a:pt x="2441637" y="703499"/>
                  </a:lnTo>
                  <a:lnTo>
                    <a:pt x="2441632" y="703527"/>
                  </a:lnTo>
                  <a:lnTo>
                    <a:pt x="2441627" y="703534"/>
                  </a:lnTo>
                  <a:lnTo>
                    <a:pt x="2441613" y="703553"/>
                  </a:lnTo>
                  <a:lnTo>
                    <a:pt x="2441604" y="703565"/>
                  </a:lnTo>
                  <a:lnTo>
                    <a:pt x="2441516" y="703718"/>
                  </a:lnTo>
                  <a:lnTo>
                    <a:pt x="2441507" y="703733"/>
                  </a:lnTo>
                  <a:lnTo>
                    <a:pt x="2441503" y="703740"/>
                  </a:lnTo>
                  <a:lnTo>
                    <a:pt x="2441476" y="703787"/>
                  </a:lnTo>
                  <a:lnTo>
                    <a:pt x="2441469" y="703801"/>
                  </a:lnTo>
                  <a:lnTo>
                    <a:pt x="2441315" y="704100"/>
                  </a:lnTo>
                  <a:lnTo>
                    <a:pt x="2441303" y="704122"/>
                  </a:lnTo>
                  <a:lnTo>
                    <a:pt x="2441298" y="704123"/>
                  </a:lnTo>
                  <a:lnTo>
                    <a:pt x="2441287" y="704124"/>
                  </a:lnTo>
                  <a:lnTo>
                    <a:pt x="2441277" y="704125"/>
                  </a:lnTo>
                  <a:lnTo>
                    <a:pt x="2441262" y="704125"/>
                  </a:lnTo>
                  <a:lnTo>
                    <a:pt x="2441257" y="704124"/>
                  </a:lnTo>
                  <a:lnTo>
                    <a:pt x="2441246" y="704123"/>
                  </a:lnTo>
                  <a:lnTo>
                    <a:pt x="2441242" y="704128"/>
                  </a:lnTo>
                  <a:lnTo>
                    <a:pt x="2441235" y="704132"/>
                  </a:lnTo>
                  <a:lnTo>
                    <a:pt x="2441085" y="704253"/>
                  </a:lnTo>
                  <a:lnTo>
                    <a:pt x="2440772" y="704503"/>
                  </a:lnTo>
                  <a:lnTo>
                    <a:pt x="2440765" y="704503"/>
                  </a:lnTo>
                  <a:lnTo>
                    <a:pt x="2440757" y="704503"/>
                  </a:lnTo>
                  <a:lnTo>
                    <a:pt x="2440748" y="704505"/>
                  </a:lnTo>
                  <a:lnTo>
                    <a:pt x="2440740" y="704509"/>
                  </a:lnTo>
                  <a:lnTo>
                    <a:pt x="2440734" y="704512"/>
                  </a:lnTo>
                  <a:lnTo>
                    <a:pt x="2440730" y="704518"/>
                  </a:lnTo>
                  <a:lnTo>
                    <a:pt x="2440725" y="704527"/>
                  </a:lnTo>
                  <a:lnTo>
                    <a:pt x="2440718" y="704534"/>
                  </a:lnTo>
                  <a:lnTo>
                    <a:pt x="2440711" y="704538"/>
                  </a:lnTo>
                  <a:lnTo>
                    <a:pt x="2440705" y="704541"/>
                  </a:lnTo>
                  <a:lnTo>
                    <a:pt x="2440700" y="704542"/>
                  </a:lnTo>
                  <a:lnTo>
                    <a:pt x="2440694" y="704542"/>
                  </a:lnTo>
                  <a:lnTo>
                    <a:pt x="2440498" y="704604"/>
                  </a:lnTo>
                  <a:lnTo>
                    <a:pt x="2440387" y="704639"/>
                  </a:lnTo>
                  <a:lnTo>
                    <a:pt x="2440348" y="704652"/>
                  </a:lnTo>
                  <a:lnTo>
                    <a:pt x="2440301" y="704667"/>
                  </a:lnTo>
                  <a:lnTo>
                    <a:pt x="2440280" y="704670"/>
                  </a:lnTo>
                  <a:lnTo>
                    <a:pt x="2439826" y="704745"/>
                  </a:lnTo>
                  <a:lnTo>
                    <a:pt x="2439819" y="704746"/>
                  </a:lnTo>
                  <a:lnTo>
                    <a:pt x="2439786" y="704738"/>
                  </a:lnTo>
                  <a:lnTo>
                    <a:pt x="2439736" y="704725"/>
                  </a:lnTo>
                  <a:lnTo>
                    <a:pt x="2439650" y="704704"/>
                  </a:lnTo>
                  <a:lnTo>
                    <a:pt x="2439566" y="704683"/>
                  </a:lnTo>
                  <a:lnTo>
                    <a:pt x="2439364" y="704631"/>
                  </a:lnTo>
                  <a:lnTo>
                    <a:pt x="2439336" y="704623"/>
                  </a:lnTo>
                  <a:lnTo>
                    <a:pt x="2439200" y="704588"/>
                  </a:lnTo>
                  <a:lnTo>
                    <a:pt x="2439189" y="704585"/>
                  </a:lnTo>
                  <a:lnTo>
                    <a:pt x="2439177" y="704583"/>
                  </a:lnTo>
                  <a:lnTo>
                    <a:pt x="2439169" y="704582"/>
                  </a:lnTo>
                  <a:lnTo>
                    <a:pt x="2439022" y="704485"/>
                  </a:lnTo>
                  <a:lnTo>
                    <a:pt x="2439019" y="704480"/>
                  </a:lnTo>
                  <a:lnTo>
                    <a:pt x="2439015" y="704476"/>
                  </a:lnTo>
                  <a:lnTo>
                    <a:pt x="2439007" y="704471"/>
                  </a:lnTo>
                  <a:lnTo>
                    <a:pt x="2438997" y="704466"/>
                  </a:lnTo>
                  <a:lnTo>
                    <a:pt x="2438986" y="704460"/>
                  </a:lnTo>
                  <a:lnTo>
                    <a:pt x="2438975" y="704456"/>
                  </a:lnTo>
                  <a:lnTo>
                    <a:pt x="2438965" y="704452"/>
                  </a:lnTo>
                  <a:lnTo>
                    <a:pt x="2438957" y="704449"/>
                  </a:lnTo>
                  <a:lnTo>
                    <a:pt x="2438939" y="704443"/>
                  </a:lnTo>
                  <a:lnTo>
                    <a:pt x="2438936" y="704437"/>
                  </a:lnTo>
                  <a:lnTo>
                    <a:pt x="2438936" y="704428"/>
                  </a:lnTo>
                  <a:lnTo>
                    <a:pt x="2438930" y="704421"/>
                  </a:lnTo>
                  <a:lnTo>
                    <a:pt x="2438920" y="704421"/>
                  </a:lnTo>
                  <a:lnTo>
                    <a:pt x="2438915" y="704421"/>
                  </a:lnTo>
                  <a:lnTo>
                    <a:pt x="2438909" y="704421"/>
                  </a:lnTo>
                  <a:lnTo>
                    <a:pt x="2438904" y="704420"/>
                  </a:lnTo>
                  <a:lnTo>
                    <a:pt x="2438899" y="704418"/>
                  </a:lnTo>
                  <a:lnTo>
                    <a:pt x="2438893" y="704416"/>
                  </a:lnTo>
                  <a:lnTo>
                    <a:pt x="2438876" y="704409"/>
                  </a:lnTo>
                  <a:lnTo>
                    <a:pt x="2438866" y="704404"/>
                  </a:lnTo>
                  <a:lnTo>
                    <a:pt x="2438857" y="704399"/>
                  </a:lnTo>
                  <a:lnTo>
                    <a:pt x="2438850" y="704394"/>
                  </a:lnTo>
                  <a:lnTo>
                    <a:pt x="2438845" y="704390"/>
                  </a:lnTo>
                  <a:lnTo>
                    <a:pt x="2438840" y="704387"/>
                  </a:lnTo>
                  <a:lnTo>
                    <a:pt x="2438835" y="704386"/>
                  </a:lnTo>
                  <a:lnTo>
                    <a:pt x="2438751" y="704384"/>
                  </a:lnTo>
                  <a:lnTo>
                    <a:pt x="2438741" y="704383"/>
                  </a:lnTo>
                  <a:lnTo>
                    <a:pt x="2438736" y="704383"/>
                  </a:lnTo>
                  <a:lnTo>
                    <a:pt x="2438731" y="704385"/>
                  </a:lnTo>
                  <a:lnTo>
                    <a:pt x="2438718" y="704392"/>
                  </a:lnTo>
                  <a:lnTo>
                    <a:pt x="2438711" y="704396"/>
                  </a:lnTo>
                  <a:lnTo>
                    <a:pt x="2438705" y="704398"/>
                  </a:lnTo>
                  <a:lnTo>
                    <a:pt x="2438699" y="704399"/>
                  </a:lnTo>
                  <a:lnTo>
                    <a:pt x="2438694" y="704400"/>
                  </a:lnTo>
                  <a:lnTo>
                    <a:pt x="2438688" y="704395"/>
                  </a:lnTo>
                  <a:lnTo>
                    <a:pt x="2438688" y="704387"/>
                  </a:lnTo>
                  <a:lnTo>
                    <a:pt x="2438690" y="704372"/>
                  </a:lnTo>
                  <a:lnTo>
                    <a:pt x="2438691" y="704365"/>
                  </a:lnTo>
                  <a:lnTo>
                    <a:pt x="2438692" y="704348"/>
                  </a:lnTo>
                  <a:lnTo>
                    <a:pt x="2438693" y="704340"/>
                  </a:lnTo>
                  <a:lnTo>
                    <a:pt x="2438696" y="704335"/>
                  </a:lnTo>
                  <a:lnTo>
                    <a:pt x="2438701" y="704332"/>
                  </a:lnTo>
                  <a:lnTo>
                    <a:pt x="2438707" y="704331"/>
                  </a:lnTo>
                  <a:lnTo>
                    <a:pt x="2438715" y="704330"/>
                  </a:lnTo>
                  <a:lnTo>
                    <a:pt x="2438719" y="704325"/>
                  </a:lnTo>
                  <a:lnTo>
                    <a:pt x="2438715" y="704322"/>
                  </a:lnTo>
                  <a:lnTo>
                    <a:pt x="2438700" y="704320"/>
                  </a:lnTo>
                  <a:lnTo>
                    <a:pt x="2438695" y="704319"/>
                  </a:lnTo>
                  <a:lnTo>
                    <a:pt x="2438691" y="704314"/>
                  </a:lnTo>
                  <a:lnTo>
                    <a:pt x="2438686" y="704301"/>
                  </a:lnTo>
                  <a:lnTo>
                    <a:pt x="2438682" y="704295"/>
                  </a:lnTo>
                  <a:lnTo>
                    <a:pt x="2438678" y="704289"/>
                  </a:lnTo>
                  <a:lnTo>
                    <a:pt x="2438673" y="704286"/>
                  </a:lnTo>
                  <a:lnTo>
                    <a:pt x="2438667" y="704283"/>
                  </a:lnTo>
                  <a:lnTo>
                    <a:pt x="2438645" y="704274"/>
                  </a:lnTo>
                  <a:lnTo>
                    <a:pt x="2438632" y="704269"/>
                  </a:lnTo>
                  <a:lnTo>
                    <a:pt x="2438624" y="704269"/>
                  </a:lnTo>
                  <a:lnTo>
                    <a:pt x="2438619" y="704272"/>
                  </a:lnTo>
                  <a:lnTo>
                    <a:pt x="2438615" y="704277"/>
                  </a:lnTo>
                  <a:lnTo>
                    <a:pt x="2438609" y="704281"/>
                  </a:lnTo>
                  <a:lnTo>
                    <a:pt x="2438603" y="704281"/>
                  </a:lnTo>
                  <a:lnTo>
                    <a:pt x="2438595" y="704275"/>
                  </a:lnTo>
                  <a:lnTo>
                    <a:pt x="2438590" y="704269"/>
                  </a:lnTo>
                  <a:lnTo>
                    <a:pt x="2438584" y="704262"/>
                  </a:lnTo>
                  <a:lnTo>
                    <a:pt x="2438580" y="704256"/>
                  </a:lnTo>
                  <a:lnTo>
                    <a:pt x="2438574" y="704246"/>
                  </a:lnTo>
                  <a:lnTo>
                    <a:pt x="2438566" y="704235"/>
                  </a:lnTo>
                  <a:lnTo>
                    <a:pt x="2438523" y="704177"/>
                  </a:lnTo>
                  <a:lnTo>
                    <a:pt x="2438519" y="704173"/>
                  </a:lnTo>
                  <a:lnTo>
                    <a:pt x="2438512" y="704162"/>
                  </a:lnTo>
                  <a:lnTo>
                    <a:pt x="2438507" y="704157"/>
                  </a:lnTo>
                  <a:lnTo>
                    <a:pt x="2438503" y="704154"/>
                  </a:lnTo>
                  <a:lnTo>
                    <a:pt x="2438497" y="704151"/>
                  </a:lnTo>
                  <a:lnTo>
                    <a:pt x="2438272" y="703997"/>
                  </a:lnTo>
                  <a:lnTo>
                    <a:pt x="2438270" y="703992"/>
                  </a:lnTo>
                  <a:lnTo>
                    <a:pt x="2438266" y="703989"/>
                  </a:lnTo>
                  <a:lnTo>
                    <a:pt x="2438261" y="703985"/>
                  </a:lnTo>
                  <a:lnTo>
                    <a:pt x="2438241" y="703969"/>
                  </a:lnTo>
                  <a:lnTo>
                    <a:pt x="2438235" y="703965"/>
                  </a:lnTo>
                  <a:lnTo>
                    <a:pt x="2438229" y="703963"/>
                  </a:lnTo>
                  <a:lnTo>
                    <a:pt x="2438114" y="703906"/>
                  </a:lnTo>
                  <a:lnTo>
                    <a:pt x="2438111" y="703900"/>
                  </a:lnTo>
                  <a:lnTo>
                    <a:pt x="2438105" y="703898"/>
                  </a:lnTo>
                  <a:lnTo>
                    <a:pt x="2438085" y="703894"/>
                  </a:lnTo>
                  <a:lnTo>
                    <a:pt x="2438078" y="703893"/>
                  </a:lnTo>
                  <a:lnTo>
                    <a:pt x="2438073" y="703897"/>
                  </a:lnTo>
                  <a:lnTo>
                    <a:pt x="2438071" y="703906"/>
                  </a:lnTo>
                  <a:lnTo>
                    <a:pt x="2438068" y="703913"/>
                  </a:lnTo>
                  <a:lnTo>
                    <a:pt x="2438063" y="703922"/>
                  </a:lnTo>
                  <a:lnTo>
                    <a:pt x="2438058" y="703928"/>
                  </a:lnTo>
                  <a:lnTo>
                    <a:pt x="2438052" y="703932"/>
                  </a:lnTo>
                  <a:lnTo>
                    <a:pt x="2438047" y="703933"/>
                  </a:lnTo>
                  <a:lnTo>
                    <a:pt x="2438040" y="703932"/>
                  </a:lnTo>
                  <a:lnTo>
                    <a:pt x="2438032" y="703929"/>
                  </a:lnTo>
                  <a:lnTo>
                    <a:pt x="2438023" y="703925"/>
                  </a:lnTo>
                  <a:lnTo>
                    <a:pt x="2438015" y="703923"/>
                  </a:lnTo>
                  <a:lnTo>
                    <a:pt x="2438008" y="703924"/>
                  </a:lnTo>
                  <a:lnTo>
                    <a:pt x="2438003" y="703926"/>
                  </a:lnTo>
                  <a:lnTo>
                    <a:pt x="2437998" y="703928"/>
                  </a:lnTo>
                  <a:lnTo>
                    <a:pt x="2437993" y="703927"/>
                  </a:lnTo>
                  <a:lnTo>
                    <a:pt x="2437988" y="703926"/>
                  </a:lnTo>
                  <a:lnTo>
                    <a:pt x="2437981" y="703923"/>
                  </a:lnTo>
                  <a:lnTo>
                    <a:pt x="2437961" y="703921"/>
                  </a:lnTo>
                  <a:lnTo>
                    <a:pt x="2437952" y="703920"/>
                  </a:lnTo>
                  <a:lnTo>
                    <a:pt x="2437942" y="703921"/>
                  </a:lnTo>
                  <a:lnTo>
                    <a:pt x="2437930" y="703923"/>
                  </a:lnTo>
                  <a:lnTo>
                    <a:pt x="2437918" y="703927"/>
                  </a:lnTo>
                  <a:lnTo>
                    <a:pt x="2437906" y="703932"/>
                  </a:lnTo>
                  <a:lnTo>
                    <a:pt x="2437893" y="703938"/>
                  </a:lnTo>
                  <a:lnTo>
                    <a:pt x="2437881" y="703944"/>
                  </a:lnTo>
                  <a:lnTo>
                    <a:pt x="2437870" y="703951"/>
                  </a:lnTo>
                  <a:lnTo>
                    <a:pt x="2437861" y="703959"/>
                  </a:lnTo>
                  <a:lnTo>
                    <a:pt x="2437854" y="703965"/>
                  </a:lnTo>
                  <a:lnTo>
                    <a:pt x="2437733" y="704051"/>
                  </a:lnTo>
                  <a:lnTo>
                    <a:pt x="2437731" y="704059"/>
                  </a:lnTo>
                  <a:lnTo>
                    <a:pt x="2437738" y="704095"/>
                  </a:lnTo>
                  <a:lnTo>
                    <a:pt x="2437739" y="704104"/>
                  </a:lnTo>
                  <a:lnTo>
                    <a:pt x="2437740" y="704113"/>
                  </a:lnTo>
                  <a:lnTo>
                    <a:pt x="2437738" y="704122"/>
                  </a:lnTo>
                  <a:lnTo>
                    <a:pt x="2437731" y="704125"/>
                  </a:lnTo>
                  <a:lnTo>
                    <a:pt x="2437725" y="704124"/>
                  </a:lnTo>
                  <a:lnTo>
                    <a:pt x="2437717" y="704122"/>
                  </a:lnTo>
                  <a:lnTo>
                    <a:pt x="2437692" y="704114"/>
                  </a:lnTo>
                  <a:lnTo>
                    <a:pt x="2437683" y="704112"/>
                  </a:lnTo>
                  <a:lnTo>
                    <a:pt x="2437673" y="704109"/>
                  </a:lnTo>
                  <a:lnTo>
                    <a:pt x="2437664" y="704108"/>
                  </a:lnTo>
                  <a:lnTo>
                    <a:pt x="2437653" y="704106"/>
                  </a:lnTo>
                  <a:lnTo>
                    <a:pt x="2437643" y="704106"/>
                  </a:lnTo>
                  <a:lnTo>
                    <a:pt x="2437634" y="704106"/>
                  </a:lnTo>
                  <a:lnTo>
                    <a:pt x="2437625" y="704108"/>
                  </a:lnTo>
                  <a:lnTo>
                    <a:pt x="2437617" y="704111"/>
                  </a:lnTo>
                  <a:lnTo>
                    <a:pt x="2437610" y="704117"/>
                  </a:lnTo>
                  <a:lnTo>
                    <a:pt x="2437598" y="704129"/>
                  </a:lnTo>
                  <a:lnTo>
                    <a:pt x="2437592" y="704134"/>
                  </a:lnTo>
                  <a:lnTo>
                    <a:pt x="2437586" y="704139"/>
                  </a:lnTo>
                  <a:lnTo>
                    <a:pt x="2437579" y="704143"/>
                  </a:lnTo>
                  <a:lnTo>
                    <a:pt x="2437573" y="704146"/>
                  </a:lnTo>
                  <a:lnTo>
                    <a:pt x="2437567" y="704149"/>
                  </a:lnTo>
                  <a:lnTo>
                    <a:pt x="2437561" y="704153"/>
                  </a:lnTo>
                  <a:lnTo>
                    <a:pt x="2437480" y="704191"/>
                  </a:lnTo>
                  <a:lnTo>
                    <a:pt x="2437317" y="704264"/>
                  </a:lnTo>
                  <a:lnTo>
                    <a:pt x="2437310" y="704264"/>
                  </a:lnTo>
                  <a:lnTo>
                    <a:pt x="2437304" y="704266"/>
                  </a:lnTo>
                  <a:lnTo>
                    <a:pt x="2437297" y="704269"/>
                  </a:lnTo>
                  <a:lnTo>
                    <a:pt x="2437287" y="704275"/>
                  </a:lnTo>
                  <a:lnTo>
                    <a:pt x="2437281" y="704279"/>
                  </a:lnTo>
                  <a:lnTo>
                    <a:pt x="2437211" y="704310"/>
                  </a:lnTo>
                  <a:lnTo>
                    <a:pt x="2437158" y="704332"/>
                  </a:lnTo>
                  <a:lnTo>
                    <a:pt x="2437151" y="704333"/>
                  </a:lnTo>
                  <a:lnTo>
                    <a:pt x="2437145" y="704335"/>
                  </a:lnTo>
                  <a:lnTo>
                    <a:pt x="2437140" y="704338"/>
                  </a:lnTo>
                  <a:lnTo>
                    <a:pt x="2437134" y="704342"/>
                  </a:lnTo>
                  <a:lnTo>
                    <a:pt x="2437127" y="704350"/>
                  </a:lnTo>
                  <a:lnTo>
                    <a:pt x="2437022" y="704226"/>
                  </a:lnTo>
                  <a:lnTo>
                    <a:pt x="2436981" y="704243"/>
                  </a:lnTo>
                  <a:lnTo>
                    <a:pt x="2436970" y="704248"/>
                  </a:lnTo>
                  <a:lnTo>
                    <a:pt x="2437023" y="704307"/>
                  </a:lnTo>
                  <a:lnTo>
                    <a:pt x="2436982" y="704321"/>
                  </a:lnTo>
                  <a:lnTo>
                    <a:pt x="2436857" y="704403"/>
                  </a:lnTo>
                  <a:lnTo>
                    <a:pt x="2436831" y="704420"/>
                  </a:lnTo>
                  <a:lnTo>
                    <a:pt x="2436696" y="704507"/>
                  </a:lnTo>
                  <a:lnTo>
                    <a:pt x="2436596" y="704569"/>
                  </a:lnTo>
                  <a:lnTo>
                    <a:pt x="2436591" y="704575"/>
                  </a:lnTo>
                  <a:lnTo>
                    <a:pt x="2436587" y="704580"/>
                  </a:lnTo>
                  <a:lnTo>
                    <a:pt x="2436582" y="704585"/>
                  </a:lnTo>
                  <a:lnTo>
                    <a:pt x="2436574" y="704591"/>
                  </a:lnTo>
                  <a:lnTo>
                    <a:pt x="2436565" y="704598"/>
                  </a:lnTo>
                  <a:lnTo>
                    <a:pt x="2436556" y="704604"/>
                  </a:lnTo>
                  <a:lnTo>
                    <a:pt x="2436545" y="704610"/>
                  </a:lnTo>
                  <a:lnTo>
                    <a:pt x="2436534" y="704616"/>
                  </a:lnTo>
                  <a:lnTo>
                    <a:pt x="2436522" y="704621"/>
                  </a:lnTo>
                  <a:lnTo>
                    <a:pt x="2436509" y="704626"/>
                  </a:lnTo>
                  <a:lnTo>
                    <a:pt x="2436497" y="704630"/>
                  </a:lnTo>
                  <a:lnTo>
                    <a:pt x="2436485" y="704632"/>
                  </a:lnTo>
                  <a:lnTo>
                    <a:pt x="2436476" y="704633"/>
                  </a:lnTo>
                  <a:lnTo>
                    <a:pt x="2436468" y="704631"/>
                  </a:lnTo>
                  <a:lnTo>
                    <a:pt x="2436458" y="704627"/>
                  </a:lnTo>
                  <a:lnTo>
                    <a:pt x="2436445" y="704621"/>
                  </a:lnTo>
                  <a:lnTo>
                    <a:pt x="2436428" y="704614"/>
                  </a:lnTo>
                  <a:lnTo>
                    <a:pt x="2436406" y="704608"/>
                  </a:lnTo>
                  <a:lnTo>
                    <a:pt x="2436381" y="704604"/>
                  </a:lnTo>
                  <a:lnTo>
                    <a:pt x="2436355" y="704601"/>
                  </a:lnTo>
                  <a:lnTo>
                    <a:pt x="2436332" y="704600"/>
                  </a:lnTo>
                  <a:lnTo>
                    <a:pt x="2436316" y="704601"/>
                  </a:lnTo>
                  <a:lnTo>
                    <a:pt x="2436305" y="704603"/>
                  </a:lnTo>
                  <a:lnTo>
                    <a:pt x="2436296" y="704605"/>
                  </a:lnTo>
                  <a:lnTo>
                    <a:pt x="2436288" y="704606"/>
                  </a:lnTo>
                  <a:lnTo>
                    <a:pt x="2436274" y="704607"/>
                  </a:lnTo>
                  <a:lnTo>
                    <a:pt x="2436269" y="704608"/>
                  </a:lnTo>
                  <a:lnTo>
                    <a:pt x="2436264" y="704611"/>
                  </a:lnTo>
                  <a:lnTo>
                    <a:pt x="2436213" y="704620"/>
                  </a:lnTo>
                  <a:lnTo>
                    <a:pt x="2436119" y="704638"/>
                  </a:lnTo>
                  <a:lnTo>
                    <a:pt x="2436108" y="704641"/>
                  </a:lnTo>
                  <a:lnTo>
                    <a:pt x="2436099" y="704653"/>
                  </a:lnTo>
                  <a:lnTo>
                    <a:pt x="2436094" y="704660"/>
                  </a:lnTo>
                  <a:lnTo>
                    <a:pt x="2436063" y="704698"/>
                  </a:lnTo>
                  <a:lnTo>
                    <a:pt x="2435900" y="704733"/>
                  </a:lnTo>
                  <a:lnTo>
                    <a:pt x="2435866" y="704735"/>
                  </a:lnTo>
                  <a:lnTo>
                    <a:pt x="2435806" y="704738"/>
                  </a:lnTo>
                  <a:lnTo>
                    <a:pt x="2435772" y="704739"/>
                  </a:lnTo>
                  <a:lnTo>
                    <a:pt x="2435699" y="704742"/>
                  </a:lnTo>
                  <a:lnTo>
                    <a:pt x="2435685" y="704740"/>
                  </a:lnTo>
                  <a:lnTo>
                    <a:pt x="2435672" y="704739"/>
                  </a:lnTo>
                  <a:lnTo>
                    <a:pt x="2435564" y="704737"/>
                  </a:lnTo>
                  <a:lnTo>
                    <a:pt x="2435497" y="704731"/>
                  </a:lnTo>
                  <a:lnTo>
                    <a:pt x="2435466" y="704729"/>
                  </a:lnTo>
                  <a:lnTo>
                    <a:pt x="2435460" y="704728"/>
                  </a:lnTo>
                  <a:lnTo>
                    <a:pt x="2435454" y="704727"/>
                  </a:lnTo>
                  <a:lnTo>
                    <a:pt x="2435446" y="704725"/>
                  </a:lnTo>
                  <a:lnTo>
                    <a:pt x="2435390" y="704708"/>
                  </a:lnTo>
                  <a:lnTo>
                    <a:pt x="2435250" y="704671"/>
                  </a:lnTo>
                  <a:lnTo>
                    <a:pt x="2435220" y="704663"/>
                  </a:lnTo>
                  <a:lnTo>
                    <a:pt x="2435214" y="704662"/>
                  </a:lnTo>
                  <a:lnTo>
                    <a:pt x="2435207" y="704662"/>
                  </a:lnTo>
                  <a:lnTo>
                    <a:pt x="2435187" y="704662"/>
                  </a:lnTo>
                  <a:lnTo>
                    <a:pt x="2435179" y="704661"/>
                  </a:lnTo>
                  <a:lnTo>
                    <a:pt x="2435169" y="704660"/>
                  </a:lnTo>
                  <a:lnTo>
                    <a:pt x="2435065" y="704644"/>
                  </a:lnTo>
                  <a:lnTo>
                    <a:pt x="2434904" y="704610"/>
                  </a:lnTo>
                  <a:lnTo>
                    <a:pt x="2434865" y="704602"/>
                  </a:lnTo>
                  <a:lnTo>
                    <a:pt x="2434805" y="704585"/>
                  </a:lnTo>
                  <a:lnTo>
                    <a:pt x="2434792" y="704581"/>
                  </a:lnTo>
                  <a:lnTo>
                    <a:pt x="2434737" y="704561"/>
                  </a:lnTo>
                  <a:lnTo>
                    <a:pt x="2434701" y="704547"/>
                  </a:lnTo>
                  <a:lnTo>
                    <a:pt x="2434567" y="704482"/>
                  </a:lnTo>
                  <a:lnTo>
                    <a:pt x="2434509" y="704451"/>
                  </a:lnTo>
                  <a:lnTo>
                    <a:pt x="2434457" y="704420"/>
                  </a:lnTo>
                  <a:lnTo>
                    <a:pt x="2434433" y="704404"/>
                  </a:lnTo>
                  <a:lnTo>
                    <a:pt x="2434400" y="704375"/>
                  </a:lnTo>
                  <a:lnTo>
                    <a:pt x="2434295" y="704283"/>
                  </a:lnTo>
                  <a:lnTo>
                    <a:pt x="2434216" y="704203"/>
                  </a:lnTo>
                  <a:lnTo>
                    <a:pt x="2434159" y="704145"/>
                  </a:lnTo>
                  <a:lnTo>
                    <a:pt x="2434142" y="704105"/>
                  </a:lnTo>
                  <a:lnTo>
                    <a:pt x="2434132" y="704081"/>
                  </a:lnTo>
                  <a:lnTo>
                    <a:pt x="2434123" y="704058"/>
                  </a:lnTo>
                  <a:lnTo>
                    <a:pt x="2434122" y="704007"/>
                  </a:lnTo>
                  <a:lnTo>
                    <a:pt x="2434121" y="703966"/>
                  </a:lnTo>
                  <a:lnTo>
                    <a:pt x="2434134" y="703928"/>
                  </a:lnTo>
                  <a:lnTo>
                    <a:pt x="2434147" y="703904"/>
                  </a:lnTo>
                  <a:lnTo>
                    <a:pt x="2434204" y="703809"/>
                  </a:lnTo>
                  <a:lnTo>
                    <a:pt x="2434211" y="703796"/>
                  </a:lnTo>
                  <a:lnTo>
                    <a:pt x="2434299" y="703666"/>
                  </a:lnTo>
                  <a:lnTo>
                    <a:pt x="2434321" y="703573"/>
                  </a:lnTo>
                  <a:lnTo>
                    <a:pt x="2434317" y="703461"/>
                  </a:lnTo>
                  <a:lnTo>
                    <a:pt x="2434302" y="703395"/>
                  </a:lnTo>
                  <a:lnTo>
                    <a:pt x="2434270" y="703333"/>
                  </a:lnTo>
                  <a:lnTo>
                    <a:pt x="2434213" y="703284"/>
                  </a:lnTo>
                  <a:lnTo>
                    <a:pt x="2434208" y="703280"/>
                  </a:lnTo>
                  <a:lnTo>
                    <a:pt x="2434202" y="703275"/>
                  </a:lnTo>
                  <a:lnTo>
                    <a:pt x="2434197" y="703270"/>
                  </a:lnTo>
                  <a:lnTo>
                    <a:pt x="2434182" y="703255"/>
                  </a:lnTo>
                  <a:lnTo>
                    <a:pt x="2434176" y="703251"/>
                  </a:lnTo>
                  <a:lnTo>
                    <a:pt x="2434171" y="703248"/>
                  </a:lnTo>
                  <a:lnTo>
                    <a:pt x="2434155" y="703242"/>
                  </a:lnTo>
                  <a:lnTo>
                    <a:pt x="2434138" y="703233"/>
                  </a:lnTo>
                  <a:lnTo>
                    <a:pt x="2434133" y="703231"/>
                  </a:lnTo>
                  <a:lnTo>
                    <a:pt x="2434105" y="703221"/>
                  </a:lnTo>
                  <a:lnTo>
                    <a:pt x="2434100" y="703220"/>
                  </a:lnTo>
                  <a:lnTo>
                    <a:pt x="2434088" y="703217"/>
                  </a:lnTo>
                  <a:lnTo>
                    <a:pt x="2434082" y="703216"/>
                  </a:lnTo>
                  <a:lnTo>
                    <a:pt x="2434075" y="703215"/>
                  </a:lnTo>
                  <a:lnTo>
                    <a:pt x="2434066" y="703214"/>
                  </a:lnTo>
                  <a:lnTo>
                    <a:pt x="2434044" y="703213"/>
                  </a:lnTo>
                  <a:lnTo>
                    <a:pt x="2434005" y="703213"/>
                  </a:lnTo>
                  <a:lnTo>
                    <a:pt x="2433998" y="703214"/>
                  </a:lnTo>
                  <a:lnTo>
                    <a:pt x="2433993" y="703215"/>
                  </a:lnTo>
                  <a:lnTo>
                    <a:pt x="2433961" y="703223"/>
                  </a:lnTo>
                  <a:lnTo>
                    <a:pt x="2433927" y="703234"/>
                  </a:lnTo>
                  <a:lnTo>
                    <a:pt x="2433907" y="703242"/>
                  </a:lnTo>
                  <a:lnTo>
                    <a:pt x="2433901" y="703244"/>
                  </a:lnTo>
                  <a:lnTo>
                    <a:pt x="2433894" y="703247"/>
                  </a:lnTo>
                  <a:lnTo>
                    <a:pt x="2433880" y="703252"/>
                  </a:lnTo>
                  <a:lnTo>
                    <a:pt x="2433873" y="703256"/>
                  </a:lnTo>
                  <a:lnTo>
                    <a:pt x="2433864" y="703261"/>
                  </a:lnTo>
                  <a:lnTo>
                    <a:pt x="2433827" y="703287"/>
                  </a:lnTo>
                  <a:lnTo>
                    <a:pt x="2433819" y="703293"/>
                  </a:lnTo>
                  <a:lnTo>
                    <a:pt x="2433811" y="703300"/>
                  </a:lnTo>
                  <a:lnTo>
                    <a:pt x="2433802" y="703309"/>
                  </a:lnTo>
                  <a:lnTo>
                    <a:pt x="2433726" y="703400"/>
                  </a:lnTo>
                  <a:lnTo>
                    <a:pt x="2433695" y="703442"/>
                  </a:lnTo>
                  <a:lnTo>
                    <a:pt x="2433680" y="703466"/>
                  </a:lnTo>
                  <a:lnTo>
                    <a:pt x="2433633" y="703549"/>
                  </a:lnTo>
                  <a:lnTo>
                    <a:pt x="2433627" y="703562"/>
                  </a:lnTo>
                  <a:lnTo>
                    <a:pt x="2433623" y="703571"/>
                  </a:lnTo>
                  <a:lnTo>
                    <a:pt x="2433621" y="703578"/>
                  </a:lnTo>
                  <a:lnTo>
                    <a:pt x="2433612" y="703601"/>
                  </a:lnTo>
                  <a:lnTo>
                    <a:pt x="2433611" y="703606"/>
                  </a:lnTo>
                  <a:lnTo>
                    <a:pt x="2433610" y="703623"/>
                  </a:lnTo>
                  <a:lnTo>
                    <a:pt x="2433608" y="703630"/>
                  </a:lnTo>
                  <a:lnTo>
                    <a:pt x="2433605" y="703640"/>
                  </a:lnTo>
                  <a:lnTo>
                    <a:pt x="2433603" y="703645"/>
                  </a:lnTo>
                  <a:lnTo>
                    <a:pt x="2433595" y="703655"/>
                  </a:lnTo>
                  <a:lnTo>
                    <a:pt x="2433593" y="703660"/>
                  </a:lnTo>
                  <a:lnTo>
                    <a:pt x="2433588" y="703683"/>
                  </a:lnTo>
                  <a:lnTo>
                    <a:pt x="2433587" y="703690"/>
                  </a:lnTo>
                  <a:lnTo>
                    <a:pt x="2433576" y="703727"/>
                  </a:lnTo>
                  <a:lnTo>
                    <a:pt x="2433574" y="703736"/>
                  </a:lnTo>
                  <a:lnTo>
                    <a:pt x="2433573" y="703746"/>
                  </a:lnTo>
                  <a:lnTo>
                    <a:pt x="2433570" y="703753"/>
                  </a:lnTo>
                  <a:lnTo>
                    <a:pt x="2433560" y="703775"/>
                  </a:lnTo>
                  <a:lnTo>
                    <a:pt x="2433558" y="703781"/>
                  </a:lnTo>
                  <a:lnTo>
                    <a:pt x="2433555" y="703788"/>
                  </a:lnTo>
                  <a:lnTo>
                    <a:pt x="2433551" y="703795"/>
                  </a:lnTo>
                  <a:lnTo>
                    <a:pt x="2433544" y="703804"/>
                  </a:lnTo>
                  <a:lnTo>
                    <a:pt x="2433541" y="703808"/>
                  </a:lnTo>
                  <a:lnTo>
                    <a:pt x="2433538" y="703816"/>
                  </a:lnTo>
                  <a:lnTo>
                    <a:pt x="2433534" y="703824"/>
                  </a:lnTo>
                  <a:lnTo>
                    <a:pt x="2433533" y="703831"/>
                  </a:lnTo>
                  <a:lnTo>
                    <a:pt x="2433533" y="703837"/>
                  </a:lnTo>
                  <a:lnTo>
                    <a:pt x="2433531" y="703842"/>
                  </a:lnTo>
                  <a:lnTo>
                    <a:pt x="2433528" y="703850"/>
                  </a:lnTo>
                  <a:lnTo>
                    <a:pt x="2433518" y="703865"/>
                  </a:lnTo>
                  <a:lnTo>
                    <a:pt x="2433514" y="703871"/>
                  </a:lnTo>
                  <a:lnTo>
                    <a:pt x="2433509" y="703881"/>
                  </a:lnTo>
                  <a:lnTo>
                    <a:pt x="2433507" y="703886"/>
                  </a:lnTo>
                  <a:lnTo>
                    <a:pt x="2433503" y="703891"/>
                  </a:lnTo>
                  <a:lnTo>
                    <a:pt x="2433500" y="703895"/>
                  </a:lnTo>
                  <a:lnTo>
                    <a:pt x="2433487" y="703907"/>
                  </a:lnTo>
                  <a:lnTo>
                    <a:pt x="2433484" y="703911"/>
                  </a:lnTo>
                  <a:lnTo>
                    <a:pt x="2433476" y="703930"/>
                  </a:lnTo>
                  <a:lnTo>
                    <a:pt x="2433379" y="704159"/>
                  </a:lnTo>
                  <a:lnTo>
                    <a:pt x="2433354" y="704219"/>
                  </a:lnTo>
                  <a:lnTo>
                    <a:pt x="2433268" y="704344"/>
                  </a:lnTo>
                  <a:lnTo>
                    <a:pt x="2433263" y="704352"/>
                  </a:lnTo>
                  <a:lnTo>
                    <a:pt x="2433258" y="704360"/>
                  </a:lnTo>
                  <a:lnTo>
                    <a:pt x="2433223" y="704411"/>
                  </a:lnTo>
                  <a:lnTo>
                    <a:pt x="2433210" y="704449"/>
                  </a:lnTo>
                  <a:lnTo>
                    <a:pt x="2433184" y="704525"/>
                  </a:lnTo>
                  <a:lnTo>
                    <a:pt x="2433169" y="704569"/>
                  </a:lnTo>
                  <a:lnTo>
                    <a:pt x="2433157" y="704604"/>
                  </a:lnTo>
                  <a:lnTo>
                    <a:pt x="2433075" y="704731"/>
                  </a:lnTo>
                  <a:lnTo>
                    <a:pt x="2433028" y="704805"/>
                  </a:lnTo>
                  <a:lnTo>
                    <a:pt x="2432937" y="704878"/>
                  </a:lnTo>
                  <a:lnTo>
                    <a:pt x="2432803" y="705048"/>
                  </a:lnTo>
                  <a:lnTo>
                    <a:pt x="2432743" y="705124"/>
                  </a:lnTo>
                  <a:lnTo>
                    <a:pt x="2432609" y="705278"/>
                  </a:lnTo>
                  <a:lnTo>
                    <a:pt x="2432588" y="705303"/>
                  </a:lnTo>
                  <a:lnTo>
                    <a:pt x="2432496" y="705409"/>
                  </a:lnTo>
                  <a:lnTo>
                    <a:pt x="2432523" y="705445"/>
                  </a:lnTo>
                  <a:lnTo>
                    <a:pt x="2432487" y="705489"/>
                  </a:lnTo>
                  <a:lnTo>
                    <a:pt x="2432379" y="705637"/>
                  </a:lnTo>
                  <a:lnTo>
                    <a:pt x="2432292" y="705762"/>
                  </a:lnTo>
                  <a:lnTo>
                    <a:pt x="2432216" y="705875"/>
                  </a:lnTo>
                  <a:lnTo>
                    <a:pt x="2432209" y="705885"/>
                  </a:lnTo>
                  <a:lnTo>
                    <a:pt x="2432206" y="705891"/>
                  </a:lnTo>
                  <a:lnTo>
                    <a:pt x="2432202" y="705900"/>
                  </a:lnTo>
                  <a:lnTo>
                    <a:pt x="2432200" y="705909"/>
                  </a:lnTo>
                  <a:lnTo>
                    <a:pt x="2432200" y="705917"/>
                  </a:lnTo>
                  <a:lnTo>
                    <a:pt x="2432200" y="705925"/>
                  </a:lnTo>
                  <a:lnTo>
                    <a:pt x="2432196" y="705929"/>
                  </a:lnTo>
                  <a:lnTo>
                    <a:pt x="2432188" y="705937"/>
                  </a:lnTo>
                  <a:lnTo>
                    <a:pt x="2432184" y="705943"/>
                  </a:lnTo>
                  <a:lnTo>
                    <a:pt x="2432181" y="705953"/>
                  </a:lnTo>
                  <a:lnTo>
                    <a:pt x="2432178" y="705961"/>
                  </a:lnTo>
                  <a:lnTo>
                    <a:pt x="2432178" y="705966"/>
                  </a:lnTo>
                  <a:lnTo>
                    <a:pt x="2432183" y="705978"/>
                  </a:lnTo>
                  <a:lnTo>
                    <a:pt x="2432183" y="705985"/>
                  </a:lnTo>
                  <a:lnTo>
                    <a:pt x="2432179" y="705990"/>
                  </a:lnTo>
                  <a:lnTo>
                    <a:pt x="2432179" y="705996"/>
                  </a:lnTo>
                  <a:lnTo>
                    <a:pt x="2432186" y="706004"/>
                  </a:lnTo>
                  <a:lnTo>
                    <a:pt x="2432189" y="706011"/>
                  </a:lnTo>
                  <a:lnTo>
                    <a:pt x="2432184" y="706015"/>
                  </a:lnTo>
                  <a:lnTo>
                    <a:pt x="2432167" y="706015"/>
                  </a:lnTo>
                  <a:lnTo>
                    <a:pt x="2432162" y="706015"/>
                  </a:lnTo>
                  <a:lnTo>
                    <a:pt x="2432156" y="706015"/>
                  </a:lnTo>
                  <a:lnTo>
                    <a:pt x="2432151" y="706017"/>
                  </a:lnTo>
                  <a:lnTo>
                    <a:pt x="2432145" y="706018"/>
                  </a:lnTo>
                  <a:lnTo>
                    <a:pt x="2432138" y="706021"/>
                  </a:lnTo>
                  <a:lnTo>
                    <a:pt x="2432130" y="706025"/>
                  </a:lnTo>
                  <a:lnTo>
                    <a:pt x="2432121" y="706031"/>
                  </a:lnTo>
                  <a:lnTo>
                    <a:pt x="2432112" y="706039"/>
                  </a:lnTo>
                  <a:lnTo>
                    <a:pt x="2432103" y="706048"/>
                  </a:lnTo>
                  <a:lnTo>
                    <a:pt x="2432093" y="706057"/>
                  </a:lnTo>
                  <a:lnTo>
                    <a:pt x="2432085" y="706068"/>
                  </a:lnTo>
                  <a:lnTo>
                    <a:pt x="2432070" y="706088"/>
                  </a:lnTo>
                  <a:lnTo>
                    <a:pt x="2432058" y="706106"/>
                  </a:lnTo>
                  <a:lnTo>
                    <a:pt x="2432045" y="706131"/>
                  </a:lnTo>
                  <a:lnTo>
                    <a:pt x="2432041" y="706136"/>
                  </a:lnTo>
                  <a:lnTo>
                    <a:pt x="2432034" y="706144"/>
                  </a:lnTo>
                  <a:lnTo>
                    <a:pt x="2431989" y="706190"/>
                  </a:lnTo>
                  <a:lnTo>
                    <a:pt x="2431972" y="706204"/>
                  </a:lnTo>
                  <a:lnTo>
                    <a:pt x="2431954" y="706218"/>
                  </a:lnTo>
                  <a:lnTo>
                    <a:pt x="2431857" y="706281"/>
                  </a:lnTo>
                  <a:lnTo>
                    <a:pt x="2431851" y="706286"/>
                  </a:lnTo>
                  <a:lnTo>
                    <a:pt x="2431848" y="706293"/>
                  </a:lnTo>
                  <a:lnTo>
                    <a:pt x="2431833" y="706341"/>
                  </a:lnTo>
                  <a:lnTo>
                    <a:pt x="2431826" y="706367"/>
                  </a:lnTo>
                  <a:lnTo>
                    <a:pt x="2431815" y="706372"/>
                  </a:lnTo>
                  <a:lnTo>
                    <a:pt x="2431805" y="706378"/>
                  </a:lnTo>
                  <a:lnTo>
                    <a:pt x="2431703" y="706409"/>
                  </a:lnTo>
                  <a:lnTo>
                    <a:pt x="2431593" y="706442"/>
                  </a:lnTo>
                  <a:lnTo>
                    <a:pt x="2431513" y="706487"/>
                  </a:lnTo>
                  <a:lnTo>
                    <a:pt x="2431416" y="706542"/>
                  </a:lnTo>
                  <a:lnTo>
                    <a:pt x="2431316" y="706597"/>
                  </a:lnTo>
                  <a:lnTo>
                    <a:pt x="2431283" y="706616"/>
                  </a:lnTo>
                  <a:lnTo>
                    <a:pt x="2431175" y="706694"/>
                  </a:lnTo>
                  <a:lnTo>
                    <a:pt x="2431072" y="706769"/>
                  </a:lnTo>
                  <a:lnTo>
                    <a:pt x="2430756" y="706971"/>
                  </a:lnTo>
                  <a:lnTo>
                    <a:pt x="2430754" y="706981"/>
                  </a:lnTo>
                  <a:lnTo>
                    <a:pt x="2430712" y="707018"/>
                  </a:lnTo>
                  <a:lnTo>
                    <a:pt x="2430664" y="707057"/>
                  </a:lnTo>
                  <a:lnTo>
                    <a:pt x="2430657" y="707059"/>
                  </a:lnTo>
                  <a:lnTo>
                    <a:pt x="2430650" y="707063"/>
                  </a:lnTo>
                  <a:lnTo>
                    <a:pt x="2430633" y="707077"/>
                  </a:lnTo>
                  <a:lnTo>
                    <a:pt x="2430619" y="707084"/>
                  </a:lnTo>
                  <a:lnTo>
                    <a:pt x="2430592" y="707097"/>
                  </a:lnTo>
                  <a:lnTo>
                    <a:pt x="2430567" y="707110"/>
                  </a:lnTo>
                  <a:lnTo>
                    <a:pt x="2430467" y="707158"/>
                  </a:lnTo>
                  <a:lnTo>
                    <a:pt x="2430319" y="707265"/>
                  </a:lnTo>
                  <a:lnTo>
                    <a:pt x="2430133" y="707408"/>
                  </a:lnTo>
                  <a:lnTo>
                    <a:pt x="2430076" y="707451"/>
                  </a:lnTo>
                  <a:lnTo>
                    <a:pt x="2430040" y="707482"/>
                  </a:lnTo>
                  <a:lnTo>
                    <a:pt x="2430028" y="707491"/>
                  </a:lnTo>
                  <a:lnTo>
                    <a:pt x="2430021" y="707496"/>
                  </a:lnTo>
                  <a:lnTo>
                    <a:pt x="2430010" y="707501"/>
                  </a:lnTo>
                  <a:lnTo>
                    <a:pt x="2430003" y="707506"/>
                  </a:lnTo>
                  <a:lnTo>
                    <a:pt x="2429998" y="707509"/>
                  </a:lnTo>
                  <a:lnTo>
                    <a:pt x="2429991" y="707515"/>
                  </a:lnTo>
                  <a:lnTo>
                    <a:pt x="2429986" y="707518"/>
                  </a:lnTo>
                  <a:lnTo>
                    <a:pt x="2429981" y="707520"/>
                  </a:lnTo>
                  <a:lnTo>
                    <a:pt x="2429976" y="707522"/>
                  </a:lnTo>
                  <a:lnTo>
                    <a:pt x="2429958" y="707534"/>
                  </a:lnTo>
                  <a:lnTo>
                    <a:pt x="2429951" y="707537"/>
                  </a:lnTo>
                  <a:lnTo>
                    <a:pt x="2429945" y="707539"/>
                  </a:lnTo>
                  <a:lnTo>
                    <a:pt x="2429935" y="707539"/>
                  </a:lnTo>
                  <a:lnTo>
                    <a:pt x="2429926" y="707539"/>
                  </a:lnTo>
                  <a:lnTo>
                    <a:pt x="2429913" y="707538"/>
                  </a:lnTo>
                  <a:lnTo>
                    <a:pt x="2429908" y="707538"/>
                  </a:lnTo>
                  <a:lnTo>
                    <a:pt x="2429902" y="707540"/>
                  </a:lnTo>
                  <a:lnTo>
                    <a:pt x="2429894" y="707542"/>
                  </a:lnTo>
                  <a:lnTo>
                    <a:pt x="2429888" y="707544"/>
                  </a:lnTo>
                  <a:lnTo>
                    <a:pt x="2429882" y="707548"/>
                  </a:lnTo>
                  <a:lnTo>
                    <a:pt x="2429876" y="707553"/>
                  </a:lnTo>
                  <a:lnTo>
                    <a:pt x="2429871" y="707562"/>
                  </a:lnTo>
                  <a:lnTo>
                    <a:pt x="2429852" y="707575"/>
                  </a:lnTo>
                  <a:lnTo>
                    <a:pt x="2429844" y="707578"/>
                  </a:lnTo>
                  <a:lnTo>
                    <a:pt x="2429839" y="707581"/>
                  </a:lnTo>
                  <a:lnTo>
                    <a:pt x="2429834" y="707584"/>
                  </a:lnTo>
                  <a:lnTo>
                    <a:pt x="2429824" y="707590"/>
                  </a:lnTo>
                  <a:lnTo>
                    <a:pt x="2429819" y="707593"/>
                  </a:lnTo>
                  <a:lnTo>
                    <a:pt x="2429801" y="707601"/>
                  </a:lnTo>
                  <a:lnTo>
                    <a:pt x="2429709" y="707656"/>
                  </a:lnTo>
                  <a:lnTo>
                    <a:pt x="2429697" y="707661"/>
                  </a:lnTo>
                  <a:lnTo>
                    <a:pt x="2429691" y="707664"/>
                  </a:lnTo>
                  <a:lnTo>
                    <a:pt x="2429686" y="707668"/>
                  </a:lnTo>
                  <a:lnTo>
                    <a:pt x="2429681" y="707672"/>
                  </a:lnTo>
                  <a:lnTo>
                    <a:pt x="2429677" y="707676"/>
                  </a:lnTo>
                  <a:lnTo>
                    <a:pt x="2429673" y="707680"/>
                  </a:lnTo>
                  <a:lnTo>
                    <a:pt x="2429666" y="707689"/>
                  </a:lnTo>
                  <a:lnTo>
                    <a:pt x="2429661" y="707693"/>
                  </a:lnTo>
                  <a:lnTo>
                    <a:pt x="2429657" y="707697"/>
                  </a:lnTo>
                  <a:lnTo>
                    <a:pt x="2429651" y="707701"/>
                  </a:lnTo>
                  <a:lnTo>
                    <a:pt x="2429598" y="707730"/>
                  </a:lnTo>
                  <a:lnTo>
                    <a:pt x="2429547" y="707754"/>
                  </a:lnTo>
                  <a:lnTo>
                    <a:pt x="2429530" y="707763"/>
                  </a:lnTo>
                  <a:lnTo>
                    <a:pt x="2429512" y="707774"/>
                  </a:lnTo>
                  <a:lnTo>
                    <a:pt x="2429462" y="707807"/>
                  </a:lnTo>
                  <a:lnTo>
                    <a:pt x="2429442" y="707820"/>
                  </a:lnTo>
                  <a:lnTo>
                    <a:pt x="2429437" y="707825"/>
                  </a:lnTo>
                  <a:lnTo>
                    <a:pt x="2429437" y="707835"/>
                  </a:lnTo>
                  <a:lnTo>
                    <a:pt x="2429430" y="707842"/>
                  </a:lnTo>
                  <a:lnTo>
                    <a:pt x="2429422" y="707843"/>
                  </a:lnTo>
                  <a:lnTo>
                    <a:pt x="2429416" y="707841"/>
                  </a:lnTo>
                  <a:lnTo>
                    <a:pt x="2429408" y="707836"/>
                  </a:lnTo>
                  <a:lnTo>
                    <a:pt x="2429403" y="707834"/>
                  </a:lnTo>
                  <a:lnTo>
                    <a:pt x="2429397" y="707836"/>
                  </a:lnTo>
                  <a:lnTo>
                    <a:pt x="2429369" y="707849"/>
                  </a:lnTo>
                  <a:lnTo>
                    <a:pt x="2429313" y="707871"/>
                  </a:lnTo>
                  <a:lnTo>
                    <a:pt x="2429249" y="707900"/>
                  </a:lnTo>
                  <a:lnTo>
                    <a:pt x="2429231" y="707906"/>
                  </a:lnTo>
                  <a:lnTo>
                    <a:pt x="2429196" y="707917"/>
                  </a:lnTo>
                  <a:lnTo>
                    <a:pt x="2429119" y="707948"/>
                  </a:lnTo>
                  <a:lnTo>
                    <a:pt x="2429088" y="707959"/>
                  </a:lnTo>
                  <a:lnTo>
                    <a:pt x="2429068" y="707966"/>
                  </a:lnTo>
                  <a:lnTo>
                    <a:pt x="2429022" y="707978"/>
                  </a:lnTo>
                  <a:lnTo>
                    <a:pt x="2428956" y="707992"/>
                  </a:lnTo>
                  <a:lnTo>
                    <a:pt x="2428929" y="707997"/>
                  </a:lnTo>
                  <a:lnTo>
                    <a:pt x="2428910" y="707999"/>
                  </a:lnTo>
                  <a:lnTo>
                    <a:pt x="2428898" y="708000"/>
                  </a:lnTo>
                  <a:lnTo>
                    <a:pt x="2428883" y="708001"/>
                  </a:lnTo>
                  <a:lnTo>
                    <a:pt x="2428875" y="708002"/>
                  </a:lnTo>
                  <a:lnTo>
                    <a:pt x="2428855" y="708008"/>
                  </a:lnTo>
                  <a:lnTo>
                    <a:pt x="2428799" y="708027"/>
                  </a:lnTo>
                  <a:lnTo>
                    <a:pt x="2428788" y="708030"/>
                  </a:lnTo>
                  <a:lnTo>
                    <a:pt x="2428743" y="708041"/>
                  </a:lnTo>
                  <a:lnTo>
                    <a:pt x="2428708" y="708053"/>
                  </a:lnTo>
                  <a:lnTo>
                    <a:pt x="2428687" y="708061"/>
                  </a:lnTo>
                  <a:lnTo>
                    <a:pt x="2428647" y="708074"/>
                  </a:lnTo>
                  <a:lnTo>
                    <a:pt x="2428596" y="708090"/>
                  </a:lnTo>
                  <a:lnTo>
                    <a:pt x="2428564" y="708101"/>
                  </a:lnTo>
                  <a:lnTo>
                    <a:pt x="2428558" y="708104"/>
                  </a:lnTo>
                  <a:lnTo>
                    <a:pt x="2428549" y="708108"/>
                  </a:lnTo>
                  <a:lnTo>
                    <a:pt x="2428508" y="708108"/>
                  </a:lnTo>
                  <a:lnTo>
                    <a:pt x="2428433" y="708108"/>
                  </a:lnTo>
                  <a:lnTo>
                    <a:pt x="2428428" y="708111"/>
                  </a:lnTo>
                  <a:lnTo>
                    <a:pt x="2428422" y="708117"/>
                  </a:lnTo>
                  <a:lnTo>
                    <a:pt x="2428414" y="708118"/>
                  </a:lnTo>
                  <a:lnTo>
                    <a:pt x="2428401" y="708121"/>
                  </a:lnTo>
                  <a:lnTo>
                    <a:pt x="2428387" y="708122"/>
                  </a:lnTo>
                  <a:lnTo>
                    <a:pt x="2428381" y="708124"/>
                  </a:lnTo>
                  <a:lnTo>
                    <a:pt x="2428375" y="708127"/>
                  </a:lnTo>
                  <a:lnTo>
                    <a:pt x="2428369" y="708131"/>
                  </a:lnTo>
                  <a:lnTo>
                    <a:pt x="2428303" y="708160"/>
                  </a:lnTo>
                  <a:lnTo>
                    <a:pt x="2428248" y="708182"/>
                  </a:lnTo>
                  <a:lnTo>
                    <a:pt x="2428241" y="708180"/>
                  </a:lnTo>
                  <a:lnTo>
                    <a:pt x="2428230" y="708180"/>
                  </a:lnTo>
                  <a:lnTo>
                    <a:pt x="2428213" y="708185"/>
                  </a:lnTo>
                  <a:lnTo>
                    <a:pt x="2428195" y="708189"/>
                  </a:lnTo>
                  <a:lnTo>
                    <a:pt x="2428182" y="708194"/>
                  </a:lnTo>
                  <a:lnTo>
                    <a:pt x="2428173" y="708199"/>
                  </a:lnTo>
                  <a:lnTo>
                    <a:pt x="2428162" y="708204"/>
                  </a:lnTo>
                  <a:lnTo>
                    <a:pt x="2428147" y="708208"/>
                  </a:lnTo>
                  <a:lnTo>
                    <a:pt x="2428067" y="708220"/>
                  </a:lnTo>
                  <a:lnTo>
                    <a:pt x="2428056" y="708223"/>
                  </a:lnTo>
                  <a:lnTo>
                    <a:pt x="2428045" y="708226"/>
                  </a:lnTo>
                  <a:lnTo>
                    <a:pt x="2428033" y="708230"/>
                  </a:lnTo>
                  <a:lnTo>
                    <a:pt x="2428024" y="708234"/>
                  </a:lnTo>
                  <a:lnTo>
                    <a:pt x="2427897" y="708291"/>
                  </a:lnTo>
                  <a:lnTo>
                    <a:pt x="2427844" y="708313"/>
                  </a:lnTo>
                  <a:lnTo>
                    <a:pt x="2427805" y="708326"/>
                  </a:lnTo>
                  <a:lnTo>
                    <a:pt x="2427799" y="708329"/>
                  </a:lnTo>
                  <a:lnTo>
                    <a:pt x="2427741" y="708357"/>
                  </a:lnTo>
                  <a:lnTo>
                    <a:pt x="2427727" y="708365"/>
                  </a:lnTo>
                  <a:lnTo>
                    <a:pt x="2427706" y="708379"/>
                  </a:lnTo>
                  <a:lnTo>
                    <a:pt x="2427693" y="708387"/>
                  </a:lnTo>
                  <a:lnTo>
                    <a:pt x="2427668" y="708407"/>
                  </a:lnTo>
                  <a:lnTo>
                    <a:pt x="2427662" y="708412"/>
                  </a:lnTo>
                  <a:lnTo>
                    <a:pt x="2427658" y="708416"/>
                  </a:lnTo>
                  <a:lnTo>
                    <a:pt x="2427655" y="708423"/>
                  </a:lnTo>
                  <a:lnTo>
                    <a:pt x="2427627" y="708442"/>
                  </a:lnTo>
                  <a:lnTo>
                    <a:pt x="2427601" y="708458"/>
                  </a:lnTo>
                  <a:lnTo>
                    <a:pt x="2427596" y="708458"/>
                  </a:lnTo>
                  <a:lnTo>
                    <a:pt x="2427584" y="708463"/>
                  </a:lnTo>
                  <a:lnTo>
                    <a:pt x="2427571" y="708470"/>
                  </a:lnTo>
                  <a:lnTo>
                    <a:pt x="2427555" y="708480"/>
                  </a:lnTo>
                  <a:lnTo>
                    <a:pt x="2427520" y="708503"/>
                  </a:lnTo>
                  <a:lnTo>
                    <a:pt x="2427510" y="708510"/>
                  </a:lnTo>
                  <a:lnTo>
                    <a:pt x="2427476" y="708531"/>
                  </a:lnTo>
                  <a:lnTo>
                    <a:pt x="2427456" y="708547"/>
                  </a:lnTo>
                  <a:lnTo>
                    <a:pt x="2427448" y="708558"/>
                  </a:lnTo>
                  <a:lnTo>
                    <a:pt x="2427432" y="708578"/>
                  </a:lnTo>
                  <a:lnTo>
                    <a:pt x="2427415" y="708596"/>
                  </a:lnTo>
                  <a:lnTo>
                    <a:pt x="2427407" y="708597"/>
                  </a:lnTo>
                  <a:lnTo>
                    <a:pt x="2427399" y="708600"/>
                  </a:lnTo>
                  <a:lnTo>
                    <a:pt x="2427387" y="708606"/>
                  </a:lnTo>
                  <a:lnTo>
                    <a:pt x="2427374" y="708617"/>
                  </a:lnTo>
                  <a:lnTo>
                    <a:pt x="2427358" y="708628"/>
                  </a:lnTo>
                  <a:lnTo>
                    <a:pt x="2427349" y="708639"/>
                  </a:lnTo>
                  <a:lnTo>
                    <a:pt x="2427345" y="708648"/>
                  </a:lnTo>
                  <a:lnTo>
                    <a:pt x="2427337" y="708655"/>
                  </a:lnTo>
                  <a:lnTo>
                    <a:pt x="2427321" y="708667"/>
                  </a:lnTo>
                  <a:lnTo>
                    <a:pt x="2427308" y="708677"/>
                  </a:lnTo>
                  <a:lnTo>
                    <a:pt x="2427298" y="708684"/>
                  </a:lnTo>
                  <a:lnTo>
                    <a:pt x="2427296" y="708692"/>
                  </a:lnTo>
                  <a:lnTo>
                    <a:pt x="2427296" y="708699"/>
                  </a:lnTo>
                  <a:lnTo>
                    <a:pt x="2427298" y="708707"/>
                  </a:lnTo>
                  <a:lnTo>
                    <a:pt x="2427302" y="708712"/>
                  </a:lnTo>
                  <a:lnTo>
                    <a:pt x="2427307" y="708721"/>
                  </a:lnTo>
                  <a:lnTo>
                    <a:pt x="2427301" y="708725"/>
                  </a:lnTo>
                  <a:lnTo>
                    <a:pt x="2427295" y="708721"/>
                  </a:lnTo>
                  <a:lnTo>
                    <a:pt x="2427285" y="708715"/>
                  </a:lnTo>
                  <a:lnTo>
                    <a:pt x="2427274" y="708711"/>
                  </a:lnTo>
                  <a:lnTo>
                    <a:pt x="2427265" y="708714"/>
                  </a:lnTo>
                  <a:lnTo>
                    <a:pt x="2427250" y="708725"/>
                  </a:lnTo>
                  <a:lnTo>
                    <a:pt x="2427226" y="708745"/>
                  </a:lnTo>
                  <a:lnTo>
                    <a:pt x="2427202" y="708763"/>
                  </a:lnTo>
                  <a:lnTo>
                    <a:pt x="2427181" y="708778"/>
                  </a:lnTo>
                  <a:lnTo>
                    <a:pt x="2427173" y="708787"/>
                  </a:lnTo>
                  <a:lnTo>
                    <a:pt x="2427148" y="708813"/>
                  </a:lnTo>
                  <a:lnTo>
                    <a:pt x="2427142" y="708819"/>
                  </a:lnTo>
                  <a:lnTo>
                    <a:pt x="2427091" y="708870"/>
                  </a:lnTo>
                  <a:lnTo>
                    <a:pt x="2427069" y="708893"/>
                  </a:lnTo>
                  <a:lnTo>
                    <a:pt x="2427037" y="708926"/>
                  </a:lnTo>
                  <a:lnTo>
                    <a:pt x="2426999" y="708974"/>
                  </a:lnTo>
                  <a:lnTo>
                    <a:pt x="2426989" y="708987"/>
                  </a:lnTo>
                  <a:lnTo>
                    <a:pt x="2426967" y="709015"/>
                  </a:lnTo>
                  <a:lnTo>
                    <a:pt x="2426946" y="709048"/>
                  </a:lnTo>
                  <a:lnTo>
                    <a:pt x="2426937" y="709063"/>
                  </a:lnTo>
                  <a:lnTo>
                    <a:pt x="2426932" y="709062"/>
                  </a:lnTo>
                  <a:lnTo>
                    <a:pt x="2426928" y="709052"/>
                  </a:lnTo>
                  <a:lnTo>
                    <a:pt x="2426923" y="709048"/>
                  </a:lnTo>
                  <a:lnTo>
                    <a:pt x="2426918" y="709048"/>
                  </a:lnTo>
                  <a:lnTo>
                    <a:pt x="2426914" y="709051"/>
                  </a:lnTo>
                  <a:lnTo>
                    <a:pt x="2426895" y="709064"/>
                  </a:lnTo>
                  <a:lnTo>
                    <a:pt x="2426888" y="709070"/>
                  </a:lnTo>
                  <a:lnTo>
                    <a:pt x="2426878" y="709078"/>
                  </a:lnTo>
                  <a:lnTo>
                    <a:pt x="2426867" y="709095"/>
                  </a:lnTo>
                  <a:lnTo>
                    <a:pt x="2426863" y="709099"/>
                  </a:lnTo>
                  <a:lnTo>
                    <a:pt x="2426815" y="709154"/>
                  </a:lnTo>
                  <a:lnTo>
                    <a:pt x="2426802" y="709165"/>
                  </a:lnTo>
                  <a:lnTo>
                    <a:pt x="2426778" y="709186"/>
                  </a:lnTo>
                  <a:lnTo>
                    <a:pt x="2426744" y="709215"/>
                  </a:lnTo>
                  <a:lnTo>
                    <a:pt x="2426724" y="709231"/>
                  </a:lnTo>
                  <a:lnTo>
                    <a:pt x="2426702" y="709250"/>
                  </a:lnTo>
                  <a:lnTo>
                    <a:pt x="2426693" y="709258"/>
                  </a:lnTo>
                  <a:lnTo>
                    <a:pt x="2426671" y="709285"/>
                  </a:lnTo>
                  <a:lnTo>
                    <a:pt x="2426638" y="709326"/>
                  </a:lnTo>
                  <a:lnTo>
                    <a:pt x="2426623" y="709365"/>
                  </a:lnTo>
                  <a:lnTo>
                    <a:pt x="2426611" y="709394"/>
                  </a:lnTo>
                  <a:lnTo>
                    <a:pt x="2426607" y="709425"/>
                  </a:lnTo>
                  <a:lnTo>
                    <a:pt x="2426606" y="709432"/>
                  </a:lnTo>
                  <a:lnTo>
                    <a:pt x="2426607" y="709445"/>
                  </a:lnTo>
                  <a:lnTo>
                    <a:pt x="2426602" y="709452"/>
                  </a:lnTo>
                  <a:lnTo>
                    <a:pt x="2426596" y="709456"/>
                  </a:lnTo>
                  <a:lnTo>
                    <a:pt x="2426588" y="709459"/>
                  </a:lnTo>
                  <a:lnTo>
                    <a:pt x="2426582" y="709464"/>
                  </a:lnTo>
                  <a:lnTo>
                    <a:pt x="2426576" y="709482"/>
                  </a:lnTo>
                  <a:lnTo>
                    <a:pt x="2426581" y="709484"/>
                  </a:lnTo>
                  <a:lnTo>
                    <a:pt x="2426586" y="709482"/>
                  </a:lnTo>
                  <a:lnTo>
                    <a:pt x="2426593" y="709479"/>
                  </a:lnTo>
                  <a:lnTo>
                    <a:pt x="2426608" y="709466"/>
                  </a:lnTo>
                  <a:lnTo>
                    <a:pt x="2426626" y="709459"/>
                  </a:lnTo>
                  <a:lnTo>
                    <a:pt x="2426635" y="709458"/>
                  </a:lnTo>
                  <a:lnTo>
                    <a:pt x="2426640" y="709458"/>
                  </a:lnTo>
                  <a:lnTo>
                    <a:pt x="2426659" y="709466"/>
                  </a:lnTo>
                  <a:lnTo>
                    <a:pt x="2426666" y="709470"/>
                  </a:lnTo>
                  <a:lnTo>
                    <a:pt x="2426670" y="709476"/>
                  </a:lnTo>
                  <a:lnTo>
                    <a:pt x="2426654" y="709494"/>
                  </a:lnTo>
                  <a:lnTo>
                    <a:pt x="2426650" y="709499"/>
                  </a:lnTo>
                  <a:lnTo>
                    <a:pt x="2426646" y="709507"/>
                  </a:lnTo>
                  <a:lnTo>
                    <a:pt x="2426644" y="709514"/>
                  </a:lnTo>
                  <a:lnTo>
                    <a:pt x="2426646" y="709521"/>
                  </a:lnTo>
                  <a:lnTo>
                    <a:pt x="2426643" y="709527"/>
                  </a:lnTo>
                  <a:lnTo>
                    <a:pt x="2426637" y="709533"/>
                  </a:lnTo>
                  <a:lnTo>
                    <a:pt x="2426601" y="709556"/>
                  </a:lnTo>
                  <a:lnTo>
                    <a:pt x="2426588" y="709566"/>
                  </a:lnTo>
                  <a:lnTo>
                    <a:pt x="2426581" y="709566"/>
                  </a:lnTo>
                  <a:lnTo>
                    <a:pt x="2426574" y="709562"/>
                  </a:lnTo>
                  <a:lnTo>
                    <a:pt x="2426568" y="709564"/>
                  </a:lnTo>
                  <a:lnTo>
                    <a:pt x="2426564" y="709569"/>
                  </a:lnTo>
                  <a:lnTo>
                    <a:pt x="2426559" y="709576"/>
                  </a:lnTo>
                  <a:lnTo>
                    <a:pt x="2426557" y="709582"/>
                  </a:lnTo>
                  <a:lnTo>
                    <a:pt x="2426548" y="709604"/>
                  </a:lnTo>
                  <a:lnTo>
                    <a:pt x="2426542" y="709617"/>
                  </a:lnTo>
                  <a:lnTo>
                    <a:pt x="2426534" y="709642"/>
                  </a:lnTo>
                  <a:lnTo>
                    <a:pt x="2426515" y="709671"/>
                  </a:lnTo>
                  <a:lnTo>
                    <a:pt x="2426509" y="709685"/>
                  </a:lnTo>
                  <a:lnTo>
                    <a:pt x="2426507" y="709691"/>
                  </a:lnTo>
                  <a:lnTo>
                    <a:pt x="2426507" y="709721"/>
                  </a:lnTo>
                  <a:lnTo>
                    <a:pt x="2426512" y="709727"/>
                  </a:lnTo>
                  <a:lnTo>
                    <a:pt x="2426537" y="709703"/>
                  </a:lnTo>
                  <a:lnTo>
                    <a:pt x="2426543" y="709698"/>
                  </a:lnTo>
                  <a:lnTo>
                    <a:pt x="2426549" y="709695"/>
                  </a:lnTo>
                  <a:lnTo>
                    <a:pt x="2426552" y="709691"/>
                  </a:lnTo>
                  <a:lnTo>
                    <a:pt x="2426559" y="709670"/>
                  </a:lnTo>
                  <a:lnTo>
                    <a:pt x="2426562" y="709663"/>
                  </a:lnTo>
                  <a:lnTo>
                    <a:pt x="2426566" y="709658"/>
                  </a:lnTo>
                  <a:lnTo>
                    <a:pt x="2426574" y="709656"/>
                  </a:lnTo>
                  <a:lnTo>
                    <a:pt x="2426579" y="709656"/>
                  </a:lnTo>
                  <a:lnTo>
                    <a:pt x="2426590" y="709657"/>
                  </a:lnTo>
                  <a:lnTo>
                    <a:pt x="2426596" y="709655"/>
                  </a:lnTo>
                  <a:lnTo>
                    <a:pt x="2426602" y="709651"/>
                  </a:lnTo>
                  <a:lnTo>
                    <a:pt x="2426612" y="709635"/>
                  </a:lnTo>
                  <a:lnTo>
                    <a:pt x="2426618" y="709628"/>
                  </a:lnTo>
                  <a:lnTo>
                    <a:pt x="2426622" y="709625"/>
                  </a:lnTo>
                  <a:lnTo>
                    <a:pt x="2426628" y="709624"/>
                  </a:lnTo>
                  <a:lnTo>
                    <a:pt x="2426643" y="709625"/>
                  </a:lnTo>
                  <a:lnTo>
                    <a:pt x="2426664" y="709624"/>
                  </a:lnTo>
                  <a:lnTo>
                    <a:pt x="2426672" y="709621"/>
                  </a:lnTo>
                  <a:lnTo>
                    <a:pt x="2426682" y="709621"/>
                  </a:lnTo>
                  <a:lnTo>
                    <a:pt x="2426690" y="709622"/>
                  </a:lnTo>
                  <a:lnTo>
                    <a:pt x="2426696" y="709621"/>
                  </a:lnTo>
                  <a:lnTo>
                    <a:pt x="2426701" y="709619"/>
                  </a:lnTo>
                  <a:lnTo>
                    <a:pt x="2426707" y="709617"/>
                  </a:lnTo>
                  <a:lnTo>
                    <a:pt x="2426712" y="709617"/>
                  </a:lnTo>
                  <a:lnTo>
                    <a:pt x="2426717" y="709619"/>
                  </a:lnTo>
                  <a:lnTo>
                    <a:pt x="2426722" y="709624"/>
                  </a:lnTo>
                  <a:lnTo>
                    <a:pt x="2426739" y="709666"/>
                  </a:lnTo>
                  <a:lnTo>
                    <a:pt x="2426740" y="709680"/>
                  </a:lnTo>
                  <a:lnTo>
                    <a:pt x="2426734" y="709691"/>
                  </a:lnTo>
                  <a:lnTo>
                    <a:pt x="2426732" y="709698"/>
                  </a:lnTo>
                  <a:lnTo>
                    <a:pt x="2426731" y="709705"/>
                  </a:lnTo>
                  <a:lnTo>
                    <a:pt x="2426718" y="709727"/>
                  </a:lnTo>
                  <a:lnTo>
                    <a:pt x="2426676" y="709791"/>
                  </a:lnTo>
                  <a:lnTo>
                    <a:pt x="2426626" y="709865"/>
                  </a:lnTo>
                  <a:lnTo>
                    <a:pt x="2426619" y="709866"/>
                  </a:lnTo>
                  <a:lnTo>
                    <a:pt x="2426603" y="709890"/>
                  </a:lnTo>
                  <a:lnTo>
                    <a:pt x="2426593" y="709900"/>
                  </a:lnTo>
                  <a:lnTo>
                    <a:pt x="2426584" y="709910"/>
                  </a:lnTo>
                  <a:lnTo>
                    <a:pt x="2426578" y="709913"/>
                  </a:lnTo>
                  <a:lnTo>
                    <a:pt x="2426573" y="709914"/>
                  </a:lnTo>
                  <a:lnTo>
                    <a:pt x="2426568" y="709915"/>
                  </a:lnTo>
                  <a:lnTo>
                    <a:pt x="2426563" y="709915"/>
                  </a:lnTo>
                  <a:lnTo>
                    <a:pt x="2426555" y="709911"/>
                  </a:lnTo>
                  <a:lnTo>
                    <a:pt x="2426548" y="709911"/>
                  </a:lnTo>
                  <a:lnTo>
                    <a:pt x="2426541" y="709912"/>
                  </a:lnTo>
                  <a:lnTo>
                    <a:pt x="2426535" y="709910"/>
                  </a:lnTo>
                  <a:lnTo>
                    <a:pt x="2426529" y="709908"/>
                  </a:lnTo>
                  <a:lnTo>
                    <a:pt x="2426524" y="709905"/>
                  </a:lnTo>
                  <a:lnTo>
                    <a:pt x="2426518" y="709906"/>
                  </a:lnTo>
                  <a:lnTo>
                    <a:pt x="2426512" y="709912"/>
                  </a:lnTo>
                  <a:lnTo>
                    <a:pt x="2426508" y="709921"/>
                  </a:lnTo>
                  <a:lnTo>
                    <a:pt x="2426508" y="709927"/>
                  </a:lnTo>
                  <a:lnTo>
                    <a:pt x="2426493" y="709959"/>
                  </a:lnTo>
                  <a:lnTo>
                    <a:pt x="2426488" y="709967"/>
                  </a:lnTo>
                  <a:lnTo>
                    <a:pt x="2426488" y="710007"/>
                  </a:lnTo>
                  <a:lnTo>
                    <a:pt x="2426495" y="710021"/>
                  </a:lnTo>
                  <a:lnTo>
                    <a:pt x="2426498" y="710026"/>
                  </a:lnTo>
                  <a:lnTo>
                    <a:pt x="2426497" y="710036"/>
                  </a:lnTo>
                  <a:lnTo>
                    <a:pt x="2426495" y="710042"/>
                  </a:lnTo>
                  <a:lnTo>
                    <a:pt x="2426490" y="710046"/>
                  </a:lnTo>
                  <a:lnTo>
                    <a:pt x="2426487" y="710051"/>
                  </a:lnTo>
                  <a:lnTo>
                    <a:pt x="2426492" y="710055"/>
                  </a:lnTo>
                  <a:lnTo>
                    <a:pt x="2426502" y="710056"/>
                  </a:lnTo>
                  <a:lnTo>
                    <a:pt x="2426511" y="710056"/>
                  </a:lnTo>
                  <a:lnTo>
                    <a:pt x="2426518" y="710056"/>
                  </a:lnTo>
                  <a:lnTo>
                    <a:pt x="2426528" y="710059"/>
                  </a:lnTo>
                  <a:lnTo>
                    <a:pt x="2426532" y="710065"/>
                  </a:lnTo>
                  <a:lnTo>
                    <a:pt x="2426530" y="710073"/>
                  </a:lnTo>
                  <a:lnTo>
                    <a:pt x="2426291" y="710052"/>
                  </a:lnTo>
                  <a:lnTo>
                    <a:pt x="2426289" y="710078"/>
                  </a:lnTo>
                  <a:lnTo>
                    <a:pt x="2426289" y="710087"/>
                  </a:lnTo>
                  <a:lnTo>
                    <a:pt x="2426292" y="710094"/>
                  </a:lnTo>
                  <a:lnTo>
                    <a:pt x="2426295" y="710100"/>
                  </a:lnTo>
                  <a:lnTo>
                    <a:pt x="2426287" y="710105"/>
                  </a:lnTo>
                  <a:lnTo>
                    <a:pt x="2426285" y="710112"/>
                  </a:lnTo>
                  <a:lnTo>
                    <a:pt x="2426285" y="710121"/>
                  </a:lnTo>
                  <a:lnTo>
                    <a:pt x="2426284" y="710128"/>
                  </a:lnTo>
                  <a:lnTo>
                    <a:pt x="2426281" y="710135"/>
                  </a:lnTo>
                  <a:lnTo>
                    <a:pt x="2426277" y="710140"/>
                  </a:lnTo>
                  <a:lnTo>
                    <a:pt x="2426271" y="710142"/>
                  </a:lnTo>
                  <a:lnTo>
                    <a:pt x="2426265" y="710143"/>
                  </a:lnTo>
                  <a:lnTo>
                    <a:pt x="2426261" y="710150"/>
                  </a:lnTo>
                  <a:lnTo>
                    <a:pt x="2426260" y="710158"/>
                  </a:lnTo>
                  <a:lnTo>
                    <a:pt x="2426260" y="710165"/>
                  </a:lnTo>
                  <a:lnTo>
                    <a:pt x="2426260" y="710175"/>
                  </a:lnTo>
                  <a:lnTo>
                    <a:pt x="2426263" y="710198"/>
                  </a:lnTo>
                  <a:lnTo>
                    <a:pt x="2426265" y="710207"/>
                  </a:lnTo>
                  <a:lnTo>
                    <a:pt x="2426268" y="710216"/>
                  </a:lnTo>
                  <a:lnTo>
                    <a:pt x="2426270" y="710222"/>
                  </a:lnTo>
                  <a:lnTo>
                    <a:pt x="2426270" y="710229"/>
                  </a:lnTo>
                  <a:lnTo>
                    <a:pt x="2426271" y="710238"/>
                  </a:lnTo>
                  <a:lnTo>
                    <a:pt x="2426270" y="710247"/>
                  </a:lnTo>
                  <a:lnTo>
                    <a:pt x="2426267" y="710273"/>
                  </a:lnTo>
                  <a:lnTo>
                    <a:pt x="2426265" y="710299"/>
                  </a:lnTo>
                  <a:lnTo>
                    <a:pt x="2426264" y="710307"/>
                  </a:lnTo>
                  <a:lnTo>
                    <a:pt x="2426257" y="710361"/>
                  </a:lnTo>
                  <a:lnTo>
                    <a:pt x="2426256" y="710368"/>
                  </a:lnTo>
                  <a:lnTo>
                    <a:pt x="2426256" y="710374"/>
                  </a:lnTo>
                  <a:lnTo>
                    <a:pt x="2426257" y="710384"/>
                  </a:lnTo>
                  <a:lnTo>
                    <a:pt x="2426257" y="710389"/>
                  </a:lnTo>
                  <a:lnTo>
                    <a:pt x="2426256" y="710396"/>
                  </a:lnTo>
                  <a:lnTo>
                    <a:pt x="2426254" y="710405"/>
                  </a:lnTo>
                  <a:lnTo>
                    <a:pt x="2426241" y="710462"/>
                  </a:lnTo>
                  <a:lnTo>
                    <a:pt x="2426233" y="710487"/>
                  </a:lnTo>
                  <a:lnTo>
                    <a:pt x="2426229" y="710503"/>
                  </a:lnTo>
                  <a:lnTo>
                    <a:pt x="2426229" y="710515"/>
                  </a:lnTo>
                  <a:lnTo>
                    <a:pt x="2426227" y="710523"/>
                  </a:lnTo>
                  <a:lnTo>
                    <a:pt x="2426223" y="710532"/>
                  </a:lnTo>
                  <a:lnTo>
                    <a:pt x="2426193" y="710600"/>
                  </a:lnTo>
                  <a:lnTo>
                    <a:pt x="2426191" y="710606"/>
                  </a:lnTo>
                  <a:lnTo>
                    <a:pt x="2426184" y="710616"/>
                  </a:lnTo>
                  <a:lnTo>
                    <a:pt x="2426180" y="710623"/>
                  </a:lnTo>
                  <a:lnTo>
                    <a:pt x="2426177" y="710630"/>
                  </a:lnTo>
                  <a:lnTo>
                    <a:pt x="2426174" y="710637"/>
                  </a:lnTo>
                  <a:lnTo>
                    <a:pt x="2426172" y="710644"/>
                  </a:lnTo>
                  <a:lnTo>
                    <a:pt x="2426169" y="710654"/>
                  </a:lnTo>
                  <a:lnTo>
                    <a:pt x="2426165" y="710660"/>
                  </a:lnTo>
                  <a:lnTo>
                    <a:pt x="2426159" y="710667"/>
                  </a:lnTo>
                  <a:lnTo>
                    <a:pt x="2426154" y="710676"/>
                  </a:lnTo>
                  <a:lnTo>
                    <a:pt x="2426147" y="710688"/>
                  </a:lnTo>
                  <a:lnTo>
                    <a:pt x="2426142" y="710696"/>
                  </a:lnTo>
                  <a:lnTo>
                    <a:pt x="2426135" y="710705"/>
                  </a:lnTo>
                  <a:lnTo>
                    <a:pt x="2426132" y="710718"/>
                  </a:lnTo>
                  <a:lnTo>
                    <a:pt x="2426114" y="710743"/>
                  </a:lnTo>
                  <a:lnTo>
                    <a:pt x="2426104" y="710760"/>
                  </a:lnTo>
                  <a:lnTo>
                    <a:pt x="2426099" y="710766"/>
                  </a:lnTo>
                  <a:lnTo>
                    <a:pt x="2426092" y="710772"/>
                  </a:lnTo>
                  <a:lnTo>
                    <a:pt x="2426086" y="710777"/>
                  </a:lnTo>
                  <a:lnTo>
                    <a:pt x="2426080" y="710782"/>
                  </a:lnTo>
                  <a:lnTo>
                    <a:pt x="2426075" y="710789"/>
                  </a:lnTo>
                  <a:lnTo>
                    <a:pt x="2426070" y="710796"/>
                  </a:lnTo>
                  <a:lnTo>
                    <a:pt x="2426067" y="710803"/>
                  </a:lnTo>
                  <a:lnTo>
                    <a:pt x="2426062" y="710812"/>
                  </a:lnTo>
                  <a:lnTo>
                    <a:pt x="2426051" y="710840"/>
                  </a:lnTo>
                  <a:lnTo>
                    <a:pt x="2426037" y="710885"/>
                  </a:lnTo>
                  <a:lnTo>
                    <a:pt x="2426035" y="710896"/>
                  </a:lnTo>
                  <a:lnTo>
                    <a:pt x="2426031" y="710922"/>
                  </a:lnTo>
                  <a:lnTo>
                    <a:pt x="2426031" y="710931"/>
                  </a:lnTo>
                  <a:lnTo>
                    <a:pt x="2426034" y="710936"/>
                  </a:lnTo>
                  <a:lnTo>
                    <a:pt x="2426044" y="710932"/>
                  </a:lnTo>
                  <a:lnTo>
                    <a:pt x="2426058" y="710926"/>
                  </a:lnTo>
                  <a:lnTo>
                    <a:pt x="2426065" y="710923"/>
                  </a:lnTo>
                  <a:lnTo>
                    <a:pt x="2426076" y="710913"/>
                  </a:lnTo>
                  <a:lnTo>
                    <a:pt x="2426082" y="710909"/>
                  </a:lnTo>
                  <a:lnTo>
                    <a:pt x="2426088" y="710906"/>
                  </a:lnTo>
                  <a:lnTo>
                    <a:pt x="2426094" y="710904"/>
                  </a:lnTo>
                  <a:lnTo>
                    <a:pt x="2426102" y="710905"/>
                  </a:lnTo>
                  <a:lnTo>
                    <a:pt x="2426108" y="710908"/>
                  </a:lnTo>
                  <a:lnTo>
                    <a:pt x="2426114" y="710915"/>
                  </a:lnTo>
                  <a:lnTo>
                    <a:pt x="2426117" y="710923"/>
                  </a:lnTo>
                  <a:lnTo>
                    <a:pt x="2426117" y="710929"/>
                  </a:lnTo>
                  <a:lnTo>
                    <a:pt x="2426117" y="710938"/>
                  </a:lnTo>
                  <a:lnTo>
                    <a:pt x="2426111" y="710975"/>
                  </a:lnTo>
                  <a:lnTo>
                    <a:pt x="2426109" y="710994"/>
                  </a:lnTo>
                  <a:lnTo>
                    <a:pt x="2426103" y="711094"/>
                  </a:lnTo>
                  <a:lnTo>
                    <a:pt x="2426098" y="711147"/>
                  </a:lnTo>
                  <a:lnTo>
                    <a:pt x="2426089" y="711207"/>
                  </a:lnTo>
                  <a:lnTo>
                    <a:pt x="2426086" y="711237"/>
                  </a:lnTo>
                  <a:lnTo>
                    <a:pt x="2426083" y="711257"/>
                  </a:lnTo>
                  <a:lnTo>
                    <a:pt x="2426073" y="711262"/>
                  </a:lnTo>
                  <a:lnTo>
                    <a:pt x="2426069" y="711269"/>
                  </a:lnTo>
                  <a:lnTo>
                    <a:pt x="2426069" y="711276"/>
                  </a:lnTo>
                  <a:lnTo>
                    <a:pt x="2426072" y="711283"/>
                  </a:lnTo>
                  <a:lnTo>
                    <a:pt x="2426070" y="711302"/>
                  </a:lnTo>
                  <a:lnTo>
                    <a:pt x="2426064" y="711341"/>
                  </a:lnTo>
                  <a:lnTo>
                    <a:pt x="2426061" y="711371"/>
                  </a:lnTo>
                  <a:lnTo>
                    <a:pt x="2426058" y="711405"/>
                  </a:lnTo>
                  <a:lnTo>
                    <a:pt x="2426051" y="711449"/>
                  </a:lnTo>
                  <a:lnTo>
                    <a:pt x="2426040" y="711484"/>
                  </a:lnTo>
                  <a:lnTo>
                    <a:pt x="2426029" y="711512"/>
                  </a:lnTo>
                  <a:lnTo>
                    <a:pt x="2426012" y="711548"/>
                  </a:lnTo>
                  <a:lnTo>
                    <a:pt x="2426002" y="711554"/>
                  </a:lnTo>
                  <a:lnTo>
                    <a:pt x="2425990" y="711560"/>
                  </a:lnTo>
                  <a:lnTo>
                    <a:pt x="2425984" y="711563"/>
                  </a:lnTo>
                  <a:lnTo>
                    <a:pt x="2425968" y="711574"/>
                  </a:lnTo>
                  <a:lnTo>
                    <a:pt x="2425959" y="711580"/>
                  </a:lnTo>
                  <a:lnTo>
                    <a:pt x="2425957" y="711585"/>
                  </a:lnTo>
                  <a:lnTo>
                    <a:pt x="2425958" y="711593"/>
                  </a:lnTo>
                  <a:lnTo>
                    <a:pt x="2425964" y="711607"/>
                  </a:lnTo>
                  <a:lnTo>
                    <a:pt x="2425966" y="711618"/>
                  </a:lnTo>
                  <a:lnTo>
                    <a:pt x="2425957" y="711636"/>
                  </a:lnTo>
                  <a:lnTo>
                    <a:pt x="2425902" y="711739"/>
                  </a:lnTo>
                  <a:lnTo>
                    <a:pt x="2425868" y="711799"/>
                  </a:lnTo>
                  <a:lnTo>
                    <a:pt x="2425855" y="711807"/>
                  </a:lnTo>
                  <a:lnTo>
                    <a:pt x="2425846" y="711819"/>
                  </a:lnTo>
                  <a:lnTo>
                    <a:pt x="2425844" y="711835"/>
                  </a:lnTo>
                  <a:lnTo>
                    <a:pt x="2425831" y="711854"/>
                  </a:lnTo>
                  <a:lnTo>
                    <a:pt x="2425792" y="711896"/>
                  </a:lnTo>
                  <a:lnTo>
                    <a:pt x="2425762" y="711928"/>
                  </a:lnTo>
                  <a:lnTo>
                    <a:pt x="2425715" y="711971"/>
                  </a:lnTo>
                  <a:lnTo>
                    <a:pt x="2425656" y="712006"/>
                  </a:lnTo>
                  <a:lnTo>
                    <a:pt x="2425630" y="712015"/>
                  </a:lnTo>
                  <a:lnTo>
                    <a:pt x="2425585" y="712028"/>
                  </a:lnTo>
                  <a:lnTo>
                    <a:pt x="2425546" y="712041"/>
                  </a:lnTo>
                  <a:lnTo>
                    <a:pt x="2425514" y="712051"/>
                  </a:lnTo>
                  <a:lnTo>
                    <a:pt x="2425508" y="712054"/>
                  </a:lnTo>
                  <a:lnTo>
                    <a:pt x="2425500" y="712058"/>
                  </a:lnTo>
                  <a:lnTo>
                    <a:pt x="2425488" y="712065"/>
                  </a:lnTo>
                  <a:lnTo>
                    <a:pt x="2425482" y="712079"/>
                  </a:lnTo>
                  <a:lnTo>
                    <a:pt x="2425484" y="712090"/>
                  </a:lnTo>
                  <a:lnTo>
                    <a:pt x="2425490" y="712100"/>
                  </a:lnTo>
                  <a:lnTo>
                    <a:pt x="2425494" y="712106"/>
                  </a:lnTo>
                  <a:lnTo>
                    <a:pt x="2425482" y="712115"/>
                  </a:lnTo>
                  <a:lnTo>
                    <a:pt x="2425474" y="712119"/>
                  </a:lnTo>
                  <a:lnTo>
                    <a:pt x="2425458" y="712116"/>
                  </a:lnTo>
                  <a:lnTo>
                    <a:pt x="2425423" y="712077"/>
                  </a:lnTo>
                  <a:lnTo>
                    <a:pt x="2425392" y="712047"/>
                  </a:lnTo>
                  <a:lnTo>
                    <a:pt x="2425361" y="712022"/>
                  </a:lnTo>
                  <a:lnTo>
                    <a:pt x="2425329" y="712004"/>
                  </a:lnTo>
                  <a:lnTo>
                    <a:pt x="2425295" y="711990"/>
                  </a:lnTo>
                  <a:lnTo>
                    <a:pt x="2425238" y="711973"/>
                  </a:lnTo>
                  <a:lnTo>
                    <a:pt x="2425221" y="711972"/>
                  </a:lnTo>
                  <a:lnTo>
                    <a:pt x="2425198" y="711976"/>
                  </a:lnTo>
                  <a:lnTo>
                    <a:pt x="2425180" y="711986"/>
                  </a:lnTo>
                  <a:lnTo>
                    <a:pt x="2425171" y="711995"/>
                  </a:lnTo>
                  <a:lnTo>
                    <a:pt x="2425162" y="712005"/>
                  </a:lnTo>
                  <a:lnTo>
                    <a:pt x="2425153" y="712016"/>
                  </a:lnTo>
                  <a:lnTo>
                    <a:pt x="2425168" y="712019"/>
                  </a:lnTo>
                  <a:lnTo>
                    <a:pt x="2425187" y="712021"/>
                  </a:lnTo>
                  <a:lnTo>
                    <a:pt x="2425192" y="712027"/>
                  </a:lnTo>
                  <a:lnTo>
                    <a:pt x="2425188" y="712033"/>
                  </a:lnTo>
                  <a:lnTo>
                    <a:pt x="2425154" y="712052"/>
                  </a:lnTo>
                  <a:lnTo>
                    <a:pt x="2425147" y="712059"/>
                  </a:lnTo>
                  <a:lnTo>
                    <a:pt x="2425135" y="712060"/>
                  </a:lnTo>
                  <a:lnTo>
                    <a:pt x="2425123" y="712056"/>
                  </a:lnTo>
                  <a:lnTo>
                    <a:pt x="2425115" y="712048"/>
                  </a:lnTo>
                  <a:lnTo>
                    <a:pt x="2425109" y="712051"/>
                  </a:lnTo>
                  <a:lnTo>
                    <a:pt x="2425103" y="712058"/>
                  </a:lnTo>
                  <a:lnTo>
                    <a:pt x="2425098" y="712069"/>
                  </a:lnTo>
                  <a:lnTo>
                    <a:pt x="2425093" y="712083"/>
                  </a:lnTo>
                  <a:lnTo>
                    <a:pt x="2425082" y="712094"/>
                  </a:lnTo>
                  <a:lnTo>
                    <a:pt x="2425021" y="712132"/>
                  </a:lnTo>
                  <a:lnTo>
                    <a:pt x="2425011" y="712144"/>
                  </a:lnTo>
                  <a:lnTo>
                    <a:pt x="2425020" y="712148"/>
                  </a:lnTo>
                  <a:lnTo>
                    <a:pt x="2425033" y="712147"/>
                  </a:lnTo>
                  <a:lnTo>
                    <a:pt x="2425052" y="712140"/>
                  </a:lnTo>
                  <a:lnTo>
                    <a:pt x="2425088" y="712123"/>
                  </a:lnTo>
                  <a:lnTo>
                    <a:pt x="2425118" y="712107"/>
                  </a:lnTo>
                  <a:lnTo>
                    <a:pt x="2425126" y="712104"/>
                  </a:lnTo>
                  <a:lnTo>
                    <a:pt x="2425136" y="712101"/>
                  </a:lnTo>
                  <a:lnTo>
                    <a:pt x="2425150" y="712104"/>
                  </a:lnTo>
                  <a:lnTo>
                    <a:pt x="2425160" y="712110"/>
                  </a:lnTo>
                  <a:lnTo>
                    <a:pt x="2425163" y="712118"/>
                  </a:lnTo>
                  <a:lnTo>
                    <a:pt x="2425172" y="712120"/>
                  </a:lnTo>
                  <a:lnTo>
                    <a:pt x="2425180" y="712121"/>
                  </a:lnTo>
                  <a:lnTo>
                    <a:pt x="2425190" y="712123"/>
                  </a:lnTo>
                  <a:lnTo>
                    <a:pt x="2425203" y="712128"/>
                  </a:lnTo>
                  <a:lnTo>
                    <a:pt x="2425210" y="712135"/>
                  </a:lnTo>
                  <a:lnTo>
                    <a:pt x="2425219" y="712140"/>
                  </a:lnTo>
                  <a:lnTo>
                    <a:pt x="2425225" y="712142"/>
                  </a:lnTo>
                  <a:lnTo>
                    <a:pt x="2425245" y="712140"/>
                  </a:lnTo>
                  <a:lnTo>
                    <a:pt x="2425255" y="712141"/>
                  </a:lnTo>
                  <a:lnTo>
                    <a:pt x="2425251" y="712145"/>
                  </a:lnTo>
                  <a:lnTo>
                    <a:pt x="2425234" y="712149"/>
                  </a:lnTo>
                  <a:lnTo>
                    <a:pt x="2425225" y="712150"/>
                  </a:lnTo>
                  <a:lnTo>
                    <a:pt x="2425200" y="712156"/>
                  </a:lnTo>
                  <a:lnTo>
                    <a:pt x="2425188" y="712158"/>
                  </a:lnTo>
                  <a:lnTo>
                    <a:pt x="2425183" y="712157"/>
                  </a:lnTo>
                  <a:lnTo>
                    <a:pt x="2425179" y="712151"/>
                  </a:lnTo>
                  <a:lnTo>
                    <a:pt x="2425152" y="712149"/>
                  </a:lnTo>
                  <a:lnTo>
                    <a:pt x="2425141" y="712150"/>
                  </a:lnTo>
                  <a:lnTo>
                    <a:pt x="2425133" y="712152"/>
                  </a:lnTo>
                  <a:lnTo>
                    <a:pt x="2425128" y="712155"/>
                  </a:lnTo>
                  <a:lnTo>
                    <a:pt x="2425124" y="712162"/>
                  </a:lnTo>
                  <a:lnTo>
                    <a:pt x="2425120" y="712168"/>
                  </a:lnTo>
                  <a:lnTo>
                    <a:pt x="2425114" y="712174"/>
                  </a:lnTo>
                  <a:lnTo>
                    <a:pt x="2425107" y="712177"/>
                  </a:lnTo>
                  <a:lnTo>
                    <a:pt x="2425097" y="712177"/>
                  </a:lnTo>
                  <a:lnTo>
                    <a:pt x="2424998" y="712206"/>
                  </a:lnTo>
                  <a:lnTo>
                    <a:pt x="2424952" y="712220"/>
                  </a:lnTo>
                  <a:lnTo>
                    <a:pt x="2424899" y="712239"/>
                  </a:lnTo>
                  <a:lnTo>
                    <a:pt x="2424878" y="712247"/>
                  </a:lnTo>
                  <a:lnTo>
                    <a:pt x="2424857" y="712251"/>
                  </a:lnTo>
                  <a:lnTo>
                    <a:pt x="2424849" y="712252"/>
                  </a:lnTo>
                  <a:lnTo>
                    <a:pt x="2424839" y="712254"/>
                  </a:lnTo>
                  <a:lnTo>
                    <a:pt x="2424794" y="712266"/>
                  </a:lnTo>
                  <a:lnTo>
                    <a:pt x="2424786" y="712268"/>
                  </a:lnTo>
                  <a:lnTo>
                    <a:pt x="2424779" y="712271"/>
                  </a:lnTo>
                  <a:lnTo>
                    <a:pt x="2424748" y="712286"/>
                  </a:lnTo>
                  <a:lnTo>
                    <a:pt x="2424741" y="712289"/>
                  </a:lnTo>
                  <a:lnTo>
                    <a:pt x="2424732" y="712292"/>
                  </a:lnTo>
                  <a:lnTo>
                    <a:pt x="2424720" y="712296"/>
                  </a:lnTo>
                  <a:lnTo>
                    <a:pt x="2424704" y="712300"/>
                  </a:lnTo>
                  <a:lnTo>
                    <a:pt x="2424582" y="712321"/>
                  </a:lnTo>
                  <a:lnTo>
                    <a:pt x="2424549" y="712329"/>
                  </a:lnTo>
                  <a:lnTo>
                    <a:pt x="2424521" y="712336"/>
                  </a:lnTo>
                  <a:lnTo>
                    <a:pt x="2424495" y="712345"/>
                  </a:lnTo>
                  <a:lnTo>
                    <a:pt x="2424471" y="712354"/>
                  </a:lnTo>
                  <a:lnTo>
                    <a:pt x="2424337" y="712411"/>
                  </a:lnTo>
                  <a:lnTo>
                    <a:pt x="2424211" y="712470"/>
                  </a:lnTo>
                  <a:lnTo>
                    <a:pt x="2424175" y="712489"/>
                  </a:lnTo>
                  <a:lnTo>
                    <a:pt x="2424170" y="712493"/>
                  </a:lnTo>
                  <a:lnTo>
                    <a:pt x="2424174" y="712497"/>
                  </a:lnTo>
                  <a:lnTo>
                    <a:pt x="2424188" y="712498"/>
                  </a:lnTo>
                  <a:lnTo>
                    <a:pt x="2424221" y="712498"/>
                  </a:lnTo>
                  <a:lnTo>
                    <a:pt x="2424228" y="712499"/>
                  </a:lnTo>
                  <a:lnTo>
                    <a:pt x="2424233" y="712506"/>
                  </a:lnTo>
                  <a:lnTo>
                    <a:pt x="2424228" y="712511"/>
                  </a:lnTo>
                  <a:lnTo>
                    <a:pt x="2424172" y="712531"/>
                  </a:lnTo>
                  <a:lnTo>
                    <a:pt x="2424167" y="712533"/>
                  </a:lnTo>
                  <a:lnTo>
                    <a:pt x="2424162" y="712535"/>
                  </a:lnTo>
                  <a:lnTo>
                    <a:pt x="2424152" y="712538"/>
                  </a:lnTo>
                  <a:lnTo>
                    <a:pt x="2424050" y="712573"/>
                  </a:lnTo>
                  <a:lnTo>
                    <a:pt x="2424017" y="712587"/>
                  </a:lnTo>
                  <a:lnTo>
                    <a:pt x="2423971" y="712603"/>
                  </a:lnTo>
                  <a:lnTo>
                    <a:pt x="2423963" y="712607"/>
                  </a:lnTo>
                  <a:lnTo>
                    <a:pt x="2423957" y="712611"/>
                  </a:lnTo>
                  <a:lnTo>
                    <a:pt x="2423943" y="712619"/>
                  </a:lnTo>
                  <a:lnTo>
                    <a:pt x="2423927" y="712626"/>
                  </a:lnTo>
                  <a:lnTo>
                    <a:pt x="2423907" y="712636"/>
                  </a:lnTo>
                  <a:lnTo>
                    <a:pt x="2423902" y="712638"/>
                  </a:lnTo>
                  <a:lnTo>
                    <a:pt x="2423882" y="712651"/>
                  </a:lnTo>
                  <a:lnTo>
                    <a:pt x="2423873" y="712656"/>
                  </a:lnTo>
                  <a:lnTo>
                    <a:pt x="2423830" y="712678"/>
                  </a:lnTo>
                  <a:lnTo>
                    <a:pt x="2423824" y="712681"/>
                  </a:lnTo>
                  <a:lnTo>
                    <a:pt x="2423803" y="712697"/>
                  </a:lnTo>
                  <a:lnTo>
                    <a:pt x="2423797" y="712701"/>
                  </a:lnTo>
                  <a:lnTo>
                    <a:pt x="2423792" y="712703"/>
                  </a:lnTo>
                  <a:lnTo>
                    <a:pt x="2423786" y="712706"/>
                  </a:lnTo>
                  <a:lnTo>
                    <a:pt x="2423755" y="712715"/>
                  </a:lnTo>
                  <a:lnTo>
                    <a:pt x="2423703" y="712737"/>
                  </a:lnTo>
                  <a:lnTo>
                    <a:pt x="2423694" y="712742"/>
                  </a:lnTo>
                  <a:lnTo>
                    <a:pt x="2423685" y="712747"/>
                  </a:lnTo>
                  <a:lnTo>
                    <a:pt x="2423667" y="712759"/>
                  </a:lnTo>
                  <a:lnTo>
                    <a:pt x="2423654" y="712768"/>
                  </a:lnTo>
                  <a:lnTo>
                    <a:pt x="2423649" y="712771"/>
                  </a:lnTo>
                  <a:lnTo>
                    <a:pt x="2423632" y="712778"/>
                  </a:lnTo>
                  <a:lnTo>
                    <a:pt x="2423624" y="712783"/>
                  </a:lnTo>
                  <a:lnTo>
                    <a:pt x="2423609" y="712792"/>
                  </a:lnTo>
                  <a:lnTo>
                    <a:pt x="2423604" y="712796"/>
                  </a:lnTo>
                  <a:lnTo>
                    <a:pt x="2423599" y="712798"/>
                  </a:lnTo>
                  <a:lnTo>
                    <a:pt x="2423594" y="712801"/>
                  </a:lnTo>
                  <a:lnTo>
                    <a:pt x="2423584" y="712804"/>
                  </a:lnTo>
                  <a:lnTo>
                    <a:pt x="2423574" y="712805"/>
                  </a:lnTo>
                  <a:lnTo>
                    <a:pt x="2423559" y="712806"/>
                  </a:lnTo>
                  <a:lnTo>
                    <a:pt x="2423553" y="712806"/>
                  </a:lnTo>
                  <a:lnTo>
                    <a:pt x="2423546" y="712807"/>
                  </a:lnTo>
                  <a:lnTo>
                    <a:pt x="2423535" y="712809"/>
                  </a:lnTo>
                  <a:lnTo>
                    <a:pt x="2423526" y="712811"/>
                  </a:lnTo>
                  <a:lnTo>
                    <a:pt x="2423495" y="712823"/>
                  </a:lnTo>
                  <a:lnTo>
                    <a:pt x="2423487" y="712827"/>
                  </a:lnTo>
                  <a:lnTo>
                    <a:pt x="2423479" y="712831"/>
                  </a:lnTo>
                  <a:lnTo>
                    <a:pt x="2423432" y="712863"/>
                  </a:lnTo>
                  <a:lnTo>
                    <a:pt x="2423390" y="712896"/>
                  </a:lnTo>
                  <a:lnTo>
                    <a:pt x="2423384" y="712899"/>
                  </a:lnTo>
                  <a:lnTo>
                    <a:pt x="2423378" y="712902"/>
                  </a:lnTo>
                  <a:lnTo>
                    <a:pt x="2423346" y="712915"/>
                  </a:lnTo>
                  <a:lnTo>
                    <a:pt x="2423338" y="712918"/>
                  </a:lnTo>
                  <a:lnTo>
                    <a:pt x="2423333" y="712921"/>
                  </a:lnTo>
                  <a:lnTo>
                    <a:pt x="2423325" y="712927"/>
                  </a:lnTo>
                  <a:lnTo>
                    <a:pt x="2423314" y="712937"/>
                  </a:lnTo>
                  <a:lnTo>
                    <a:pt x="2423267" y="712951"/>
                  </a:lnTo>
                  <a:lnTo>
                    <a:pt x="2423254" y="712954"/>
                  </a:lnTo>
                  <a:lnTo>
                    <a:pt x="2423244" y="712957"/>
                  </a:lnTo>
                  <a:lnTo>
                    <a:pt x="2423227" y="712961"/>
                  </a:lnTo>
                  <a:lnTo>
                    <a:pt x="2423217" y="712965"/>
                  </a:lnTo>
                  <a:lnTo>
                    <a:pt x="2423194" y="712969"/>
                  </a:lnTo>
                  <a:lnTo>
                    <a:pt x="2423154" y="712971"/>
                  </a:lnTo>
                  <a:lnTo>
                    <a:pt x="2423146" y="712972"/>
                  </a:lnTo>
                  <a:lnTo>
                    <a:pt x="2423140" y="712973"/>
                  </a:lnTo>
                  <a:lnTo>
                    <a:pt x="2423133" y="712975"/>
                  </a:lnTo>
                  <a:lnTo>
                    <a:pt x="2423108" y="712986"/>
                  </a:lnTo>
                  <a:lnTo>
                    <a:pt x="2423097" y="712990"/>
                  </a:lnTo>
                  <a:lnTo>
                    <a:pt x="2423070" y="712996"/>
                  </a:lnTo>
                  <a:lnTo>
                    <a:pt x="2423058" y="712999"/>
                  </a:lnTo>
                  <a:lnTo>
                    <a:pt x="2423047" y="713003"/>
                  </a:lnTo>
                  <a:lnTo>
                    <a:pt x="2422857" y="713067"/>
                  </a:lnTo>
                  <a:lnTo>
                    <a:pt x="2422849" y="713070"/>
                  </a:lnTo>
                  <a:lnTo>
                    <a:pt x="2422843" y="713072"/>
                  </a:lnTo>
                  <a:lnTo>
                    <a:pt x="2422836" y="713073"/>
                  </a:lnTo>
                  <a:lnTo>
                    <a:pt x="2422827" y="713072"/>
                  </a:lnTo>
                  <a:lnTo>
                    <a:pt x="2422810" y="713073"/>
                  </a:lnTo>
                  <a:lnTo>
                    <a:pt x="2422790" y="713073"/>
                  </a:lnTo>
                  <a:lnTo>
                    <a:pt x="2422765" y="713074"/>
                  </a:lnTo>
                  <a:lnTo>
                    <a:pt x="2422751" y="713076"/>
                  </a:lnTo>
                  <a:lnTo>
                    <a:pt x="2422738" y="713078"/>
                  </a:lnTo>
                  <a:lnTo>
                    <a:pt x="2422727" y="713080"/>
                  </a:lnTo>
                  <a:lnTo>
                    <a:pt x="2422689" y="713090"/>
                  </a:lnTo>
                  <a:lnTo>
                    <a:pt x="2422683" y="713092"/>
                  </a:lnTo>
                  <a:lnTo>
                    <a:pt x="2422672" y="713093"/>
                  </a:lnTo>
                  <a:lnTo>
                    <a:pt x="2422631" y="713098"/>
                  </a:lnTo>
                  <a:lnTo>
                    <a:pt x="2422620" y="713100"/>
                  </a:lnTo>
                  <a:lnTo>
                    <a:pt x="2422607" y="713102"/>
                  </a:lnTo>
                  <a:lnTo>
                    <a:pt x="2422575" y="713110"/>
                  </a:lnTo>
                  <a:lnTo>
                    <a:pt x="2422562" y="713114"/>
                  </a:lnTo>
                  <a:lnTo>
                    <a:pt x="2422552" y="713117"/>
                  </a:lnTo>
                  <a:lnTo>
                    <a:pt x="2422546" y="713120"/>
                  </a:lnTo>
                  <a:lnTo>
                    <a:pt x="2422541" y="713122"/>
                  </a:lnTo>
                  <a:lnTo>
                    <a:pt x="2422527" y="713129"/>
                  </a:lnTo>
                  <a:lnTo>
                    <a:pt x="2422518" y="713133"/>
                  </a:lnTo>
                  <a:lnTo>
                    <a:pt x="2422510" y="713136"/>
                  </a:lnTo>
                  <a:lnTo>
                    <a:pt x="2422506" y="713138"/>
                  </a:lnTo>
                  <a:lnTo>
                    <a:pt x="2422496" y="713140"/>
                  </a:lnTo>
                  <a:lnTo>
                    <a:pt x="2422484" y="713141"/>
                  </a:lnTo>
                  <a:lnTo>
                    <a:pt x="2422470" y="713142"/>
                  </a:lnTo>
                  <a:lnTo>
                    <a:pt x="2422464" y="713143"/>
                  </a:lnTo>
                  <a:lnTo>
                    <a:pt x="2422457" y="713145"/>
                  </a:lnTo>
                  <a:lnTo>
                    <a:pt x="2422447" y="713148"/>
                  </a:lnTo>
                  <a:lnTo>
                    <a:pt x="2422435" y="713152"/>
                  </a:lnTo>
                  <a:lnTo>
                    <a:pt x="2422408" y="713163"/>
                  </a:lnTo>
                  <a:lnTo>
                    <a:pt x="2422397" y="713169"/>
                  </a:lnTo>
                  <a:lnTo>
                    <a:pt x="2422376" y="713181"/>
                  </a:lnTo>
                  <a:lnTo>
                    <a:pt x="2422369" y="713193"/>
                  </a:lnTo>
                  <a:lnTo>
                    <a:pt x="2422363" y="713198"/>
                  </a:lnTo>
                  <a:lnTo>
                    <a:pt x="2422356" y="713202"/>
                  </a:lnTo>
                  <a:lnTo>
                    <a:pt x="2422280" y="713230"/>
                  </a:lnTo>
                  <a:lnTo>
                    <a:pt x="2422274" y="713233"/>
                  </a:lnTo>
                  <a:lnTo>
                    <a:pt x="2422267" y="713235"/>
                  </a:lnTo>
                  <a:lnTo>
                    <a:pt x="2422256" y="713235"/>
                  </a:lnTo>
                  <a:lnTo>
                    <a:pt x="2422250" y="713236"/>
                  </a:lnTo>
                  <a:lnTo>
                    <a:pt x="2422244" y="713240"/>
                  </a:lnTo>
                  <a:lnTo>
                    <a:pt x="2422237" y="713246"/>
                  </a:lnTo>
                  <a:lnTo>
                    <a:pt x="2422232" y="713250"/>
                  </a:lnTo>
                  <a:lnTo>
                    <a:pt x="2422221" y="713255"/>
                  </a:lnTo>
                  <a:lnTo>
                    <a:pt x="2422146" y="713292"/>
                  </a:lnTo>
                  <a:lnTo>
                    <a:pt x="2422117" y="713303"/>
                  </a:lnTo>
                  <a:lnTo>
                    <a:pt x="2422102" y="713310"/>
                  </a:lnTo>
                  <a:lnTo>
                    <a:pt x="2422072" y="713322"/>
                  </a:lnTo>
                  <a:lnTo>
                    <a:pt x="2422006" y="713346"/>
                  </a:lnTo>
                  <a:lnTo>
                    <a:pt x="2421931" y="713363"/>
                  </a:lnTo>
                  <a:lnTo>
                    <a:pt x="2421915" y="713366"/>
                  </a:lnTo>
                  <a:lnTo>
                    <a:pt x="2421903" y="713369"/>
                  </a:lnTo>
                  <a:lnTo>
                    <a:pt x="2421875" y="713379"/>
                  </a:lnTo>
                  <a:lnTo>
                    <a:pt x="2421864" y="713383"/>
                  </a:lnTo>
                  <a:lnTo>
                    <a:pt x="2421838" y="713390"/>
                  </a:lnTo>
                  <a:lnTo>
                    <a:pt x="2421821" y="713394"/>
                  </a:lnTo>
                  <a:lnTo>
                    <a:pt x="2421791" y="713400"/>
                  </a:lnTo>
                  <a:lnTo>
                    <a:pt x="2421716" y="713415"/>
                  </a:lnTo>
                  <a:lnTo>
                    <a:pt x="2421666" y="713422"/>
                  </a:lnTo>
                  <a:lnTo>
                    <a:pt x="2421568" y="713438"/>
                  </a:lnTo>
                  <a:lnTo>
                    <a:pt x="2421537" y="713442"/>
                  </a:lnTo>
                  <a:lnTo>
                    <a:pt x="2421517" y="713446"/>
                  </a:lnTo>
                  <a:lnTo>
                    <a:pt x="2421490" y="713450"/>
                  </a:lnTo>
                  <a:lnTo>
                    <a:pt x="2421434" y="713458"/>
                  </a:lnTo>
                  <a:lnTo>
                    <a:pt x="2421410" y="713460"/>
                  </a:lnTo>
                  <a:lnTo>
                    <a:pt x="2421404" y="713461"/>
                  </a:lnTo>
                  <a:lnTo>
                    <a:pt x="2421347" y="713472"/>
                  </a:lnTo>
                  <a:lnTo>
                    <a:pt x="2421327" y="713477"/>
                  </a:lnTo>
                  <a:lnTo>
                    <a:pt x="2421321" y="713478"/>
                  </a:lnTo>
                  <a:lnTo>
                    <a:pt x="2421316" y="713478"/>
                  </a:lnTo>
                  <a:lnTo>
                    <a:pt x="2421305" y="713477"/>
                  </a:lnTo>
                  <a:lnTo>
                    <a:pt x="2421298" y="713476"/>
                  </a:lnTo>
                  <a:lnTo>
                    <a:pt x="2421291" y="713477"/>
                  </a:lnTo>
                  <a:lnTo>
                    <a:pt x="2421249" y="713479"/>
                  </a:lnTo>
                  <a:lnTo>
                    <a:pt x="2421241" y="713480"/>
                  </a:lnTo>
                  <a:lnTo>
                    <a:pt x="2421232" y="713481"/>
                  </a:lnTo>
                  <a:lnTo>
                    <a:pt x="2421223" y="713483"/>
                  </a:lnTo>
                  <a:lnTo>
                    <a:pt x="2421199" y="713488"/>
                  </a:lnTo>
                  <a:lnTo>
                    <a:pt x="2421178" y="713492"/>
                  </a:lnTo>
                  <a:lnTo>
                    <a:pt x="2421167" y="713495"/>
                  </a:lnTo>
                  <a:lnTo>
                    <a:pt x="2421158" y="713496"/>
                  </a:lnTo>
                  <a:lnTo>
                    <a:pt x="2421135" y="713496"/>
                  </a:lnTo>
                  <a:lnTo>
                    <a:pt x="2421107" y="713496"/>
                  </a:lnTo>
                  <a:lnTo>
                    <a:pt x="2421010" y="713505"/>
                  </a:lnTo>
                  <a:lnTo>
                    <a:pt x="2420987" y="713509"/>
                  </a:lnTo>
                  <a:lnTo>
                    <a:pt x="2420951" y="713517"/>
                  </a:lnTo>
                  <a:lnTo>
                    <a:pt x="2420860" y="713542"/>
                  </a:lnTo>
                  <a:lnTo>
                    <a:pt x="2420845" y="713548"/>
                  </a:lnTo>
                  <a:lnTo>
                    <a:pt x="2420830" y="713555"/>
                  </a:lnTo>
                  <a:lnTo>
                    <a:pt x="2420794" y="713574"/>
                  </a:lnTo>
                  <a:lnTo>
                    <a:pt x="2420669" y="713634"/>
                  </a:lnTo>
                  <a:lnTo>
                    <a:pt x="2420654" y="713642"/>
                  </a:lnTo>
                  <a:lnTo>
                    <a:pt x="2420585" y="713683"/>
                  </a:lnTo>
                  <a:lnTo>
                    <a:pt x="2420568" y="713692"/>
                  </a:lnTo>
                  <a:lnTo>
                    <a:pt x="2420560" y="713697"/>
                  </a:lnTo>
                  <a:lnTo>
                    <a:pt x="2420553" y="713703"/>
                  </a:lnTo>
                  <a:lnTo>
                    <a:pt x="2420546" y="713710"/>
                  </a:lnTo>
                  <a:lnTo>
                    <a:pt x="2420539" y="713717"/>
                  </a:lnTo>
                  <a:lnTo>
                    <a:pt x="2420533" y="713723"/>
                  </a:lnTo>
                  <a:lnTo>
                    <a:pt x="2420524" y="713735"/>
                  </a:lnTo>
                  <a:lnTo>
                    <a:pt x="2420513" y="713742"/>
                  </a:lnTo>
                  <a:lnTo>
                    <a:pt x="2420508" y="713747"/>
                  </a:lnTo>
                  <a:lnTo>
                    <a:pt x="2420505" y="713753"/>
                  </a:lnTo>
                  <a:lnTo>
                    <a:pt x="2420507" y="713758"/>
                  </a:lnTo>
                  <a:lnTo>
                    <a:pt x="2420513" y="713761"/>
                  </a:lnTo>
                  <a:lnTo>
                    <a:pt x="2420518" y="713761"/>
                  </a:lnTo>
                  <a:lnTo>
                    <a:pt x="2420526" y="713759"/>
                  </a:lnTo>
                  <a:lnTo>
                    <a:pt x="2420538" y="713754"/>
                  </a:lnTo>
                  <a:lnTo>
                    <a:pt x="2420543" y="713758"/>
                  </a:lnTo>
                  <a:lnTo>
                    <a:pt x="2420540" y="713764"/>
                  </a:lnTo>
                  <a:lnTo>
                    <a:pt x="2420535" y="713771"/>
                  </a:lnTo>
                  <a:lnTo>
                    <a:pt x="2420529" y="713777"/>
                  </a:lnTo>
                  <a:lnTo>
                    <a:pt x="2420524" y="713780"/>
                  </a:lnTo>
                  <a:lnTo>
                    <a:pt x="2420469" y="713811"/>
                  </a:lnTo>
                  <a:lnTo>
                    <a:pt x="2420429" y="713837"/>
                  </a:lnTo>
                  <a:lnTo>
                    <a:pt x="2420307" y="713927"/>
                  </a:lnTo>
                  <a:lnTo>
                    <a:pt x="2420184" y="714026"/>
                  </a:lnTo>
                  <a:lnTo>
                    <a:pt x="2420065" y="714125"/>
                  </a:lnTo>
                  <a:lnTo>
                    <a:pt x="2420054" y="714136"/>
                  </a:lnTo>
                  <a:lnTo>
                    <a:pt x="2420026" y="714166"/>
                  </a:lnTo>
                  <a:lnTo>
                    <a:pt x="2420021" y="714171"/>
                  </a:lnTo>
                  <a:lnTo>
                    <a:pt x="2420011" y="714178"/>
                  </a:lnTo>
                  <a:lnTo>
                    <a:pt x="2419993" y="714189"/>
                  </a:lnTo>
                  <a:lnTo>
                    <a:pt x="2419977" y="714199"/>
                  </a:lnTo>
                  <a:lnTo>
                    <a:pt x="2419970" y="714204"/>
                  </a:lnTo>
                  <a:lnTo>
                    <a:pt x="2419962" y="714210"/>
                  </a:lnTo>
                  <a:lnTo>
                    <a:pt x="2419956" y="714215"/>
                  </a:lnTo>
                  <a:lnTo>
                    <a:pt x="2419927" y="714244"/>
                  </a:lnTo>
                  <a:lnTo>
                    <a:pt x="2419904" y="714264"/>
                  </a:lnTo>
                  <a:lnTo>
                    <a:pt x="2419894" y="714272"/>
                  </a:lnTo>
                  <a:lnTo>
                    <a:pt x="2419886" y="714278"/>
                  </a:lnTo>
                  <a:lnTo>
                    <a:pt x="2419858" y="714296"/>
                  </a:lnTo>
                  <a:lnTo>
                    <a:pt x="2419850" y="714300"/>
                  </a:lnTo>
                  <a:lnTo>
                    <a:pt x="2419845" y="714303"/>
                  </a:lnTo>
                  <a:lnTo>
                    <a:pt x="2419837" y="714301"/>
                  </a:lnTo>
                  <a:lnTo>
                    <a:pt x="2419832" y="714295"/>
                  </a:lnTo>
                  <a:lnTo>
                    <a:pt x="2419835" y="714288"/>
                  </a:lnTo>
                  <a:lnTo>
                    <a:pt x="2419840" y="714283"/>
                  </a:lnTo>
                  <a:lnTo>
                    <a:pt x="2419842" y="714277"/>
                  </a:lnTo>
                  <a:lnTo>
                    <a:pt x="2419840" y="714271"/>
                  </a:lnTo>
                  <a:lnTo>
                    <a:pt x="2419837" y="714265"/>
                  </a:lnTo>
                  <a:lnTo>
                    <a:pt x="2419833" y="714261"/>
                  </a:lnTo>
                  <a:lnTo>
                    <a:pt x="2419827" y="714259"/>
                  </a:lnTo>
                  <a:lnTo>
                    <a:pt x="2419807" y="714256"/>
                  </a:lnTo>
                  <a:lnTo>
                    <a:pt x="2419801" y="714255"/>
                  </a:lnTo>
                  <a:lnTo>
                    <a:pt x="2419795" y="714255"/>
                  </a:lnTo>
                  <a:lnTo>
                    <a:pt x="2419788" y="714255"/>
                  </a:lnTo>
                  <a:lnTo>
                    <a:pt x="2419782" y="714256"/>
                  </a:lnTo>
                  <a:lnTo>
                    <a:pt x="2419772" y="714258"/>
                  </a:lnTo>
                  <a:lnTo>
                    <a:pt x="2419756" y="714259"/>
                  </a:lnTo>
                  <a:lnTo>
                    <a:pt x="2419748" y="714265"/>
                  </a:lnTo>
                  <a:lnTo>
                    <a:pt x="2419748" y="714272"/>
                  </a:lnTo>
                  <a:lnTo>
                    <a:pt x="2419751" y="714282"/>
                  </a:lnTo>
                  <a:lnTo>
                    <a:pt x="2419751" y="714292"/>
                  </a:lnTo>
                  <a:lnTo>
                    <a:pt x="2419750" y="714301"/>
                  </a:lnTo>
                  <a:lnTo>
                    <a:pt x="2419747" y="714306"/>
                  </a:lnTo>
                  <a:lnTo>
                    <a:pt x="2419740" y="714315"/>
                  </a:lnTo>
                  <a:lnTo>
                    <a:pt x="2419738" y="714324"/>
                  </a:lnTo>
                  <a:lnTo>
                    <a:pt x="2419741" y="714328"/>
                  </a:lnTo>
                  <a:lnTo>
                    <a:pt x="2419749" y="714333"/>
                  </a:lnTo>
                  <a:lnTo>
                    <a:pt x="2419759" y="714338"/>
                  </a:lnTo>
                  <a:lnTo>
                    <a:pt x="2419764" y="714340"/>
                  </a:lnTo>
                  <a:lnTo>
                    <a:pt x="2419768" y="714343"/>
                  </a:lnTo>
                  <a:lnTo>
                    <a:pt x="2419774" y="714350"/>
                  </a:lnTo>
                  <a:lnTo>
                    <a:pt x="2419771" y="714355"/>
                  </a:lnTo>
                  <a:lnTo>
                    <a:pt x="2419767" y="714359"/>
                  </a:lnTo>
                  <a:lnTo>
                    <a:pt x="2419761" y="714364"/>
                  </a:lnTo>
                  <a:lnTo>
                    <a:pt x="2419746" y="714375"/>
                  </a:lnTo>
                  <a:lnTo>
                    <a:pt x="2419724" y="714389"/>
                  </a:lnTo>
                  <a:lnTo>
                    <a:pt x="2419718" y="714394"/>
                  </a:lnTo>
                  <a:lnTo>
                    <a:pt x="2419713" y="714399"/>
                  </a:lnTo>
                  <a:lnTo>
                    <a:pt x="2419702" y="714410"/>
                  </a:lnTo>
                  <a:lnTo>
                    <a:pt x="2419676" y="714433"/>
                  </a:lnTo>
                  <a:lnTo>
                    <a:pt x="2419655" y="714456"/>
                  </a:lnTo>
                  <a:lnTo>
                    <a:pt x="2419646" y="714465"/>
                  </a:lnTo>
                  <a:lnTo>
                    <a:pt x="2419640" y="714477"/>
                  </a:lnTo>
                  <a:lnTo>
                    <a:pt x="2419639" y="714483"/>
                  </a:lnTo>
                  <a:lnTo>
                    <a:pt x="2419637" y="714490"/>
                  </a:lnTo>
                  <a:lnTo>
                    <a:pt x="2419630" y="714497"/>
                  </a:lnTo>
                  <a:lnTo>
                    <a:pt x="2419621" y="714502"/>
                  </a:lnTo>
                  <a:lnTo>
                    <a:pt x="2419611" y="714506"/>
                  </a:lnTo>
                  <a:lnTo>
                    <a:pt x="2419604" y="714509"/>
                  </a:lnTo>
                  <a:lnTo>
                    <a:pt x="2419597" y="714513"/>
                  </a:lnTo>
                  <a:lnTo>
                    <a:pt x="2419589" y="714520"/>
                  </a:lnTo>
                  <a:lnTo>
                    <a:pt x="2419553" y="714551"/>
                  </a:lnTo>
                  <a:lnTo>
                    <a:pt x="2419526" y="714575"/>
                  </a:lnTo>
                  <a:lnTo>
                    <a:pt x="2419508" y="714591"/>
                  </a:lnTo>
                  <a:lnTo>
                    <a:pt x="2419468" y="714625"/>
                  </a:lnTo>
                  <a:lnTo>
                    <a:pt x="2419419" y="714670"/>
                  </a:lnTo>
                  <a:lnTo>
                    <a:pt x="2419411" y="714679"/>
                  </a:lnTo>
                  <a:lnTo>
                    <a:pt x="2419404" y="714686"/>
                  </a:lnTo>
                  <a:lnTo>
                    <a:pt x="2419401" y="714693"/>
                  </a:lnTo>
                  <a:lnTo>
                    <a:pt x="2419399" y="714698"/>
                  </a:lnTo>
                  <a:lnTo>
                    <a:pt x="2419398" y="714706"/>
                  </a:lnTo>
                  <a:lnTo>
                    <a:pt x="2419398" y="714714"/>
                  </a:lnTo>
                  <a:lnTo>
                    <a:pt x="2419400" y="714720"/>
                  </a:lnTo>
                  <a:lnTo>
                    <a:pt x="2419405" y="714724"/>
                  </a:lnTo>
                  <a:lnTo>
                    <a:pt x="2419411" y="714771"/>
                  </a:lnTo>
                  <a:lnTo>
                    <a:pt x="2419362" y="714841"/>
                  </a:lnTo>
                  <a:lnTo>
                    <a:pt x="2419296" y="714955"/>
                  </a:lnTo>
                  <a:lnTo>
                    <a:pt x="2419250" y="715047"/>
                  </a:lnTo>
                  <a:lnTo>
                    <a:pt x="2419228" y="715098"/>
                  </a:lnTo>
                  <a:lnTo>
                    <a:pt x="2419212" y="715150"/>
                  </a:lnTo>
                  <a:lnTo>
                    <a:pt x="2419207" y="715161"/>
                  </a:lnTo>
                  <a:lnTo>
                    <a:pt x="2419188" y="715207"/>
                  </a:lnTo>
                  <a:lnTo>
                    <a:pt x="2419141" y="715317"/>
                  </a:lnTo>
                  <a:lnTo>
                    <a:pt x="2419130" y="715348"/>
                  </a:lnTo>
                  <a:lnTo>
                    <a:pt x="2419090" y="715486"/>
                  </a:lnTo>
                  <a:lnTo>
                    <a:pt x="2419076" y="715527"/>
                  </a:lnTo>
                  <a:lnTo>
                    <a:pt x="2419073" y="715535"/>
                  </a:lnTo>
                  <a:lnTo>
                    <a:pt x="2419071" y="715544"/>
                  </a:lnTo>
                  <a:lnTo>
                    <a:pt x="2419065" y="715575"/>
                  </a:lnTo>
                  <a:lnTo>
                    <a:pt x="2419062" y="715588"/>
                  </a:lnTo>
                  <a:lnTo>
                    <a:pt x="2419059" y="715601"/>
                  </a:lnTo>
                  <a:lnTo>
                    <a:pt x="2419058" y="715616"/>
                  </a:lnTo>
                  <a:lnTo>
                    <a:pt x="2419056" y="715632"/>
                  </a:lnTo>
                  <a:lnTo>
                    <a:pt x="2419054" y="715640"/>
                  </a:lnTo>
                  <a:lnTo>
                    <a:pt x="2419052" y="715652"/>
                  </a:lnTo>
                  <a:lnTo>
                    <a:pt x="2419050" y="715661"/>
                  </a:lnTo>
                  <a:lnTo>
                    <a:pt x="2419049" y="715673"/>
                  </a:lnTo>
                  <a:lnTo>
                    <a:pt x="2419048" y="715685"/>
                  </a:lnTo>
                  <a:lnTo>
                    <a:pt x="2419048" y="715693"/>
                  </a:lnTo>
                  <a:lnTo>
                    <a:pt x="2419050" y="715699"/>
                  </a:lnTo>
                  <a:lnTo>
                    <a:pt x="2419051" y="715706"/>
                  </a:lnTo>
                  <a:lnTo>
                    <a:pt x="2419053" y="715733"/>
                  </a:lnTo>
                  <a:lnTo>
                    <a:pt x="2419054" y="715761"/>
                  </a:lnTo>
                  <a:lnTo>
                    <a:pt x="2419057" y="715787"/>
                  </a:lnTo>
                  <a:lnTo>
                    <a:pt x="2419060" y="715816"/>
                  </a:lnTo>
                  <a:lnTo>
                    <a:pt x="2419060" y="715826"/>
                  </a:lnTo>
                  <a:lnTo>
                    <a:pt x="2419061" y="715839"/>
                  </a:lnTo>
                  <a:lnTo>
                    <a:pt x="2419062" y="715852"/>
                  </a:lnTo>
                  <a:lnTo>
                    <a:pt x="2419065" y="715869"/>
                  </a:lnTo>
                  <a:lnTo>
                    <a:pt x="2419067" y="715876"/>
                  </a:lnTo>
                  <a:lnTo>
                    <a:pt x="2419069" y="715889"/>
                  </a:lnTo>
                  <a:lnTo>
                    <a:pt x="2419070" y="715903"/>
                  </a:lnTo>
                  <a:lnTo>
                    <a:pt x="2419071" y="715923"/>
                  </a:lnTo>
                  <a:lnTo>
                    <a:pt x="2419073" y="715943"/>
                  </a:lnTo>
                  <a:lnTo>
                    <a:pt x="2419073" y="715956"/>
                  </a:lnTo>
                  <a:lnTo>
                    <a:pt x="2419072" y="715970"/>
                  </a:lnTo>
                  <a:lnTo>
                    <a:pt x="2419073" y="715983"/>
                  </a:lnTo>
                  <a:lnTo>
                    <a:pt x="2419075" y="715994"/>
                  </a:lnTo>
                  <a:lnTo>
                    <a:pt x="2419075" y="716003"/>
                  </a:lnTo>
                  <a:lnTo>
                    <a:pt x="2419085" y="716049"/>
                  </a:lnTo>
                  <a:lnTo>
                    <a:pt x="2419084" y="716074"/>
                  </a:lnTo>
                  <a:lnTo>
                    <a:pt x="2419078" y="716086"/>
                  </a:lnTo>
                  <a:lnTo>
                    <a:pt x="2419071" y="716124"/>
                  </a:lnTo>
                  <a:lnTo>
                    <a:pt x="2419057" y="716243"/>
                  </a:lnTo>
                  <a:lnTo>
                    <a:pt x="2419047" y="716278"/>
                  </a:lnTo>
                  <a:lnTo>
                    <a:pt x="2419032" y="716336"/>
                  </a:lnTo>
                  <a:lnTo>
                    <a:pt x="2419027" y="716340"/>
                  </a:lnTo>
                  <a:lnTo>
                    <a:pt x="2419020" y="716349"/>
                  </a:lnTo>
                  <a:lnTo>
                    <a:pt x="2419013" y="716359"/>
                  </a:lnTo>
                  <a:lnTo>
                    <a:pt x="2419000" y="716371"/>
                  </a:lnTo>
                  <a:lnTo>
                    <a:pt x="2418981" y="716387"/>
                  </a:lnTo>
                  <a:lnTo>
                    <a:pt x="2418949" y="716411"/>
                  </a:lnTo>
                  <a:lnTo>
                    <a:pt x="2418944" y="716414"/>
                  </a:lnTo>
                  <a:lnTo>
                    <a:pt x="2418924" y="716428"/>
                  </a:lnTo>
                  <a:lnTo>
                    <a:pt x="2418895" y="716454"/>
                  </a:lnTo>
                  <a:lnTo>
                    <a:pt x="2418880" y="716471"/>
                  </a:lnTo>
                  <a:lnTo>
                    <a:pt x="2418859" y="716503"/>
                  </a:lnTo>
                  <a:lnTo>
                    <a:pt x="2418848" y="716512"/>
                  </a:lnTo>
                  <a:lnTo>
                    <a:pt x="2418834" y="716522"/>
                  </a:lnTo>
                  <a:lnTo>
                    <a:pt x="2418818" y="716541"/>
                  </a:lnTo>
                  <a:lnTo>
                    <a:pt x="2418782" y="716582"/>
                  </a:lnTo>
                  <a:lnTo>
                    <a:pt x="2418757" y="716614"/>
                  </a:lnTo>
                  <a:lnTo>
                    <a:pt x="2418744" y="716629"/>
                  </a:lnTo>
                  <a:lnTo>
                    <a:pt x="2418733" y="716642"/>
                  </a:lnTo>
                  <a:lnTo>
                    <a:pt x="2418720" y="716662"/>
                  </a:lnTo>
                  <a:lnTo>
                    <a:pt x="2418710" y="716675"/>
                  </a:lnTo>
                  <a:lnTo>
                    <a:pt x="2418706" y="716679"/>
                  </a:lnTo>
                  <a:lnTo>
                    <a:pt x="2418686" y="716700"/>
                  </a:lnTo>
                  <a:lnTo>
                    <a:pt x="2418682" y="716703"/>
                  </a:lnTo>
                  <a:lnTo>
                    <a:pt x="2418677" y="716707"/>
                  </a:lnTo>
                  <a:lnTo>
                    <a:pt x="2418668" y="716712"/>
                  </a:lnTo>
                  <a:lnTo>
                    <a:pt x="2418647" y="716725"/>
                  </a:lnTo>
                  <a:lnTo>
                    <a:pt x="2418635" y="716733"/>
                  </a:lnTo>
                  <a:lnTo>
                    <a:pt x="2418631" y="716736"/>
                  </a:lnTo>
                  <a:lnTo>
                    <a:pt x="2418622" y="716740"/>
                  </a:lnTo>
                  <a:lnTo>
                    <a:pt x="2418610" y="716744"/>
                  </a:lnTo>
                  <a:lnTo>
                    <a:pt x="2418603" y="716747"/>
                  </a:lnTo>
                  <a:lnTo>
                    <a:pt x="2418597" y="716750"/>
                  </a:lnTo>
                  <a:lnTo>
                    <a:pt x="2418591" y="716753"/>
                  </a:lnTo>
                  <a:lnTo>
                    <a:pt x="2418587" y="716756"/>
                  </a:lnTo>
                  <a:lnTo>
                    <a:pt x="2418582" y="716759"/>
                  </a:lnTo>
                  <a:lnTo>
                    <a:pt x="2418577" y="716761"/>
                  </a:lnTo>
                  <a:lnTo>
                    <a:pt x="2418567" y="716764"/>
                  </a:lnTo>
                  <a:lnTo>
                    <a:pt x="2418559" y="716762"/>
                  </a:lnTo>
                  <a:lnTo>
                    <a:pt x="2418560" y="716757"/>
                  </a:lnTo>
                  <a:lnTo>
                    <a:pt x="2418563" y="716751"/>
                  </a:lnTo>
                  <a:lnTo>
                    <a:pt x="2418568" y="716741"/>
                  </a:lnTo>
                  <a:lnTo>
                    <a:pt x="2418572" y="716736"/>
                  </a:lnTo>
                  <a:lnTo>
                    <a:pt x="2418577" y="716730"/>
                  </a:lnTo>
                  <a:lnTo>
                    <a:pt x="2418583" y="716724"/>
                  </a:lnTo>
                  <a:lnTo>
                    <a:pt x="2418590" y="716719"/>
                  </a:lnTo>
                  <a:lnTo>
                    <a:pt x="2418605" y="716707"/>
                  </a:lnTo>
                  <a:lnTo>
                    <a:pt x="2418609" y="716703"/>
                  </a:lnTo>
                  <a:lnTo>
                    <a:pt x="2418612" y="716696"/>
                  </a:lnTo>
                  <a:lnTo>
                    <a:pt x="2418609" y="716691"/>
                  </a:lnTo>
                  <a:lnTo>
                    <a:pt x="2418601" y="716685"/>
                  </a:lnTo>
                  <a:lnTo>
                    <a:pt x="2418596" y="716683"/>
                  </a:lnTo>
                  <a:lnTo>
                    <a:pt x="2418591" y="716681"/>
                  </a:lnTo>
                  <a:lnTo>
                    <a:pt x="2418585" y="716679"/>
                  </a:lnTo>
                  <a:lnTo>
                    <a:pt x="2418578" y="716678"/>
                  </a:lnTo>
                  <a:lnTo>
                    <a:pt x="2418572" y="716678"/>
                  </a:lnTo>
                  <a:lnTo>
                    <a:pt x="2418564" y="716678"/>
                  </a:lnTo>
                  <a:lnTo>
                    <a:pt x="2418547" y="716680"/>
                  </a:lnTo>
                  <a:lnTo>
                    <a:pt x="2418541" y="716678"/>
                  </a:lnTo>
                  <a:lnTo>
                    <a:pt x="2418532" y="716675"/>
                  </a:lnTo>
                  <a:lnTo>
                    <a:pt x="2418525" y="716674"/>
                  </a:lnTo>
                  <a:lnTo>
                    <a:pt x="2418519" y="716676"/>
                  </a:lnTo>
                  <a:lnTo>
                    <a:pt x="2418512" y="716680"/>
                  </a:lnTo>
                  <a:lnTo>
                    <a:pt x="2418507" y="716684"/>
                  </a:lnTo>
                  <a:lnTo>
                    <a:pt x="2418490" y="716700"/>
                  </a:lnTo>
                  <a:lnTo>
                    <a:pt x="2418480" y="716708"/>
                  </a:lnTo>
                  <a:lnTo>
                    <a:pt x="2418450" y="716728"/>
                  </a:lnTo>
                  <a:lnTo>
                    <a:pt x="2418401" y="716766"/>
                  </a:lnTo>
                  <a:lnTo>
                    <a:pt x="2418399" y="716772"/>
                  </a:lnTo>
                  <a:lnTo>
                    <a:pt x="2418396" y="716777"/>
                  </a:lnTo>
                  <a:lnTo>
                    <a:pt x="2418391" y="716782"/>
                  </a:lnTo>
                  <a:lnTo>
                    <a:pt x="2418382" y="716788"/>
                  </a:lnTo>
                  <a:lnTo>
                    <a:pt x="2418377" y="716791"/>
                  </a:lnTo>
                  <a:lnTo>
                    <a:pt x="2418365" y="716799"/>
                  </a:lnTo>
                  <a:lnTo>
                    <a:pt x="2418358" y="716803"/>
                  </a:lnTo>
                  <a:lnTo>
                    <a:pt x="2418326" y="716826"/>
                  </a:lnTo>
                  <a:lnTo>
                    <a:pt x="2418295" y="716845"/>
                  </a:lnTo>
                  <a:lnTo>
                    <a:pt x="2418288" y="716849"/>
                  </a:lnTo>
                  <a:lnTo>
                    <a:pt x="2418283" y="716853"/>
                  </a:lnTo>
                  <a:lnTo>
                    <a:pt x="2418276" y="716860"/>
                  </a:lnTo>
                  <a:lnTo>
                    <a:pt x="2418274" y="716865"/>
                  </a:lnTo>
                  <a:lnTo>
                    <a:pt x="2418268" y="716897"/>
                  </a:lnTo>
                  <a:lnTo>
                    <a:pt x="2418250" y="716902"/>
                  </a:lnTo>
                  <a:lnTo>
                    <a:pt x="2418187" y="716922"/>
                  </a:lnTo>
                  <a:lnTo>
                    <a:pt x="2418179" y="716924"/>
                  </a:lnTo>
                  <a:lnTo>
                    <a:pt x="2418173" y="716927"/>
                  </a:lnTo>
                  <a:lnTo>
                    <a:pt x="2418166" y="716931"/>
                  </a:lnTo>
                  <a:lnTo>
                    <a:pt x="2418160" y="716934"/>
                  </a:lnTo>
                  <a:lnTo>
                    <a:pt x="2418153" y="716938"/>
                  </a:lnTo>
                  <a:lnTo>
                    <a:pt x="2418124" y="716959"/>
                  </a:lnTo>
                  <a:lnTo>
                    <a:pt x="2418108" y="716969"/>
                  </a:lnTo>
                  <a:lnTo>
                    <a:pt x="2418100" y="716974"/>
                  </a:lnTo>
                  <a:lnTo>
                    <a:pt x="2418092" y="716978"/>
                  </a:lnTo>
                  <a:lnTo>
                    <a:pt x="2418085" y="716981"/>
                  </a:lnTo>
                  <a:lnTo>
                    <a:pt x="2418078" y="716983"/>
                  </a:lnTo>
                  <a:lnTo>
                    <a:pt x="2418072" y="716985"/>
                  </a:lnTo>
                  <a:lnTo>
                    <a:pt x="2418062" y="716980"/>
                  </a:lnTo>
                  <a:lnTo>
                    <a:pt x="2418056" y="716977"/>
                  </a:lnTo>
                  <a:lnTo>
                    <a:pt x="2418051" y="716978"/>
                  </a:lnTo>
                  <a:lnTo>
                    <a:pt x="2418041" y="716981"/>
                  </a:lnTo>
                  <a:lnTo>
                    <a:pt x="2418036" y="716983"/>
                  </a:lnTo>
                  <a:lnTo>
                    <a:pt x="2418030" y="716985"/>
                  </a:lnTo>
                  <a:lnTo>
                    <a:pt x="2418019" y="716991"/>
                  </a:lnTo>
                  <a:lnTo>
                    <a:pt x="2418010" y="716996"/>
                  </a:lnTo>
                  <a:lnTo>
                    <a:pt x="2418003" y="717000"/>
                  </a:lnTo>
                  <a:lnTo>
                    <a:pt x="2417988" y="717012"/>
                  </a:lnTo>
                  <a:lnTo>
                    <a:pt x="2417982" y="717016"/>
                  </a:lnTo>
                  <a:lnTo>
                    <a:pt x="2417977" y="717020"/>
                  </a:lnTo>
                  <a:lnTo>
                    <a:pt x="2417970" y="717023"/>
                  </a:lnTo>
                  <a:lnTo>
                    <a:pt x="2417963" y="717027"/>
                  </a:lnTo>
                  <a:lnTo>
                    <a:pt x="2417956" y="717030"/>
                  </a:lnTo>
                  <a:lnTo>
                    <a:pt x="2417948" y="717033"/>
                  </a:lnTo>
                  <a:lnTo>
                    <a:pt x="2417933" y="717038"/>
                  </a:lnTo>
                  <a:lnTo>
                    <a:pt x="2417831" y="717066"/>
                  </a:lnTo>
                  <a:lnTo>
                    <a:pt x="2417800" y="717074"/>
                  </a:lnTo>
                  <a:lnTo>
                    <a:pt x="2417791" y="717074"/>
                  </a:lnTo>
                  <a:lnTo>
                    <a:pt x="2417772" y="717074"/>
                  </a:lnTo>
                  <a:lnTo>
                    <a:pt x="2417766" y="717073"/>
                  </a:lnTo>
                  <a:lnTo>
                    <a:pt x="2417759" y="717072"/>
                  </a:lnTo>
                  <a:lnTo>
                    <a:pt x="2417733" y="717068"/>
                  </a:lnTo>
                  <a:lnTo>
                    <a:pt x="2417724" y="717067"/>
                  </a:lnTo>
                  <a:lnTo>
                    <a:pt x="2417715" y="717066"/>
                  </a:lnTo>
                  <a:lnTo>
                    <a:pt x="2417709" y="717066"/>
                  </a:lnTo>
                  <a:lnTo>
                    <a:pt x="2417703" y="717067"/>
                  </a:lnTo>
                  <a:lnTo>
                    <a:pt x="2417696" y="717067"/>
                  </a:lnTo>
                  <a:lnTo>
                    <a:pt x="2417676" y="717071"/>
                  </a:lnTo>
                  <a:lnTo>
                    <a:pt x="2417670" y="717072"/>
                  </a:lnTo>
                  <a:lnTo>
                    <a:pt x="2417661" y="717074"/>
                  </a:lnTo>
                  <a:lnTo>
                    <a:pt x="2417653" y="717077"/>
                  </a:lnTo>
                  <a:lnTo>
                    <a:pt x="2417608" y="717096"/>
                  </a:lnTo>
                  <a:lnTo>
                    <a:pt x="2417601" y="717099"/>
                  </a:lnTo>
                  <a:lnTo>
                    <a:pt x="2417595" y="717102"/>
                  </a:lnTo>
                  <a:lnTo>
                    <a:pt x="2417586" y="717109"/>
                  </a:lnTo>
                  <a:lnTo>
                    <a:pt x="2417580" y="717114"/>
                  </a:lnTo>
                  <a:lnTo>
                    <a:pt x="2417572" y="717121"/>
                  </a:lnTo>
                  <a:lnTo>
                    <a:pt x="2417550" y="717142"/>
                  </a:lnTo>
                  <a:lnTo>
                    <a:pt x="2417547" y="717148"/>
                  </a:lnTo>
                  <a:lnTo>
                    <a:pt x="2417503" y="717178"/>
                  </a:lnTo>
                  <a:lnTo>
                    <a:pt x="2417475" y="717183"/>
                  </a:lnTo>
                  <a:lnTo>
                    <a:pt x="2417449" y="717191"/>
                  </a:lnTo>
                  <a:lnTo>
                    <a:pt x="2417367" y="717225"/>
                  </a:lnTo>
                  <a:lnTo>
                    <a:pt x="2417322" y="717242"/>
                  </a:lnTo>
                  <a:lnTo>
                    <a:pt x="2417288" y="717242"/>
                  </a:lnTo>
                  <a:lnTo>
                    <a:pt x="2417245" y="717246"/>
                  </a:lnTo>
                  <a:lnTo>
                    <a:pt x="2417195" y="717263"/>
                  </a:lnTo>
                  <a:lnTo>
                    <a:pt x="2417151" y="717297"/>
                  </a:lnTo>
                  <a:lnTo>
                    <a:pt x="2417112" y="717323"/>
                  </a:lnTo>
                  <a:lnTo>
                    <a:pt x="2417077" y="717343"/>
                  </a:lnTo>
                  <a:lnTo>
                    <a:pt x="2417060" y="717355"/>
                  </a:lnTo>
                  <a:lnTo>
                    <a:pt x="2417000" y="717399"/>
                  </a:lnTo>
                  <a:lnTo>
                    <a:pt x="2416995" y="717403"/>
                  </a:lnTo>
                  <a:lnTo>
                    <a:pt x="2416968" y="717433"/>
                  </a:lnTo>
                  <a:lnTo>
                    <a:pt x="2416963" y="717438"/>
                  </a:lnTo>
                  <a:lnTo>
                    <a:pt x="2416932" y="717472"/>
                  </a:lnTo>
                  <a:lnTo>
                    <a:pt x="2416936" y="717476"/>
                  </a:lnTo>
                  <a:lnTo>
                    <a:pt x="2416930" y="717482"/>
                  </a:lnTo>
                  <a:lnTo>
                    <a:pt x="2416920" y="717477"/>
                  </a:lnTo>
                  <a:lnTo>
                    <a:pt x="2416893" y="717512"/>
                  </a:lnTo>
                  <a:lnTo>
                    <a:pt x="2416863" y="717503"/>
                  </a:lnTo>
                  <a:lnTo>
                    <a:pt x="2416878" y="717468"/>
                  </a:lnTo>
                  <a:lnTo>
                    <a:pt x="2416881" y="717453"/>
                  </a:lnTo>
                  <a:lnTo>
                    <a:pt x="2416868" y="717458"/>
                  </a:lnTo>
                  <a:lnTo>
                    <a:pt x="2416833" y="717478"/>
                  </a:lnTo>
                  <a:lnTo>
                    <a:pt x="2416456" y="717579"/>
                  </a:lnTo>
                  <a:lnTo>
                    <a:pt x="2416427" y="717581"/>
                  </a:lnTo>
                  <a:lnTo>
                    <a:pt x="2416415" y="717584"/>
                  </a:lnTo>
                  <a:lnTo>
                    <a:pt x="2416409" y="717585"/>
                  </a:lnTo>
                  <a:lnTo>
                    <a:pt x="2416367" y="717589"/>
                  </a:lnTo>
                  <a:lnTo>
                    <a:pt x="2416325" y="717600"/>
                  </a:lnTo>
                  <a:lnTo>
                    <a:pt x="2416277" y="717617"/>
                  </a:lnTo>
                  <a:lnTo>
                    <a:pt x="2416248" y="717634"/>
                  </a:lnTo>
                  <a:lnTo>
                    <a:pt x="2416231" y="717648"/>
                  </a:lnTo>
                  <a:lnTo>
                    <a:pt x="2416210" y="717658"/>
                  </a:lnTo>
                  <a:lnTo>
                    <a:pt x="2416190" y="717663"/>
                  </a:lnTo>
                  <a:lnTo>
                    <a:pt x="2416163" y="717668"/>
                  </a:lnTo>
                  <a:lnTo>
                    <a:pt x="2416136" y="717677"/>
                  </a:lnTo>
                  <a:lnTo>
                    <a:pt x="2416126" y="717683"/>
                  </a:lnTo>
                  <a:lnTo>
                    <a:pt x="2416128" y="717688"/>
                  </a:lnTo>
                  <a:lnTo>
                    <a:pt x="2416135" y="717696"/>
                  </a:lnTo>
                  <a:lnTo>
                    <a:pt x="2416135" y="717704"/>
                  </a:lnTo>
                  <a:lnTo>
                    <a:pt x="2416125" y="717710"/>
                  </a:lnTo>
                  <a:lnTo>
                    <a:pt x="2416059" y="717729"/>
                  </a:lnTo>
                  <a:lnTo>
                    <a:pt x="2416016" y="717740"/>
                  </a:lnTo>
                  <a:lnTo>
                    <a:pt x="2415978" y="717754"/>
                  </a:lnTo>
                  <a:lnTo>
                    <a:pt x="2415926" y="717777"/>
                  </a:lnTo>
                  <a:lnTo>
                    <a:pt x="2415887" y="717798"/>
                  </a:lnTo>
                  <a:lnTo>
                    <a:pt x="2415850" y="717820"/>
                  </a:lnTo>
                  <a:lnTo>
                    <a:pt x="2415810" y="717846"/>
                  </a:lnTo>
                  <a:lnTo>
                    <a:pt x="2415775" y="717874"/>
                  </a:lnTo>
                  <a:lnTo>
                    <a:pt x="2415765" y="717883"/>
                  </a:lnTo>
                  <a:lnTo>
                    <a:pt x="2415757" y="717891"/>
                  </a:lnTo>
                  <a:lnTo>
                    <a:pt x="2415747" y="717901"/>
                  </a:lnTo>
                  <a:lnTo>
                    <a:pt x="2415742" y="717911"/>
                  </a:lnTo>
                  <a:lnTo>
                    <a:pt x="2415738" y="717932"/>
                  </a:lnTo>
                  <a:lnTo>
                    <a:pt x="2415732" y="717941"/>
                  </a:lnTo>
                  <a:lnTo>
                    <a:pt x="2415724" y="717951"/>
                  </a:lnTo>
                  <a:lnTo>
                    <a:pt x="2415717" y="717966"/>
                  </a:lnTo>
                  <a:lnTo>
                    <a:pt x="2415713" y="717975"/>
                  </a:lnTo>
                  <a:lnTo>
                    <a:pt x="2415713" y="717987"/>
                  </a:lnTo>
                  <a:lnTo>
                    <a:pt x="2415713" y="717997"/>
                  </a:lnTo>
                  <a:lnTo>
                    <a:pt x="2415716" y="718011"/>
                  </a:lnTo>
                  <a:lnTo>
                    <a:pt x="2415719" y="718026"/>
                  </a:lnTo>
                  <a:lnTo>
                    <a:pt x="2415720" y="718034"/>
                  </a:lnTo>
                  <a:lnTo>
                    <a:pt x="2415724" y="718043"/>
                  </a:lnTo>
                  <a:lnTo>
                    <a:pt x="2415729" y="718047"/>
                  </a:lnTo>
                  <a:lnTo>
                    <a:pt x="2415740" y="718052"/>
                  </a:lnTo>
                  <a:lnTo>
                    <a:pt x="2415756" y="718061"/>
                  </a:lnTo>
                  <a:lnTo>
                    <a:pt x="2415761" y="718064"/>
                  </a:lnTo>
                  <a:lnTo>
                    <a:pt x="2415763" y="718070"/>
                  </a:lnTo>
                  <a:lnTo>
                    <a:pt x="2415760" y="718075"/>
                  </a:lnTo>
                  <a:lnTo>
                    <a:pt x="2415755" y="718080"/>
                  </a:lnTo>
                  <a:lnTo>
                    <a:pt x="2415752" y="718085"/>
                  </a:lnTo>
                  <a:lnTo>
                    <a:pt x="2415751" y="718090"/>
                  </a:lnTo>
                  <a:lnTo>
                    <a:pt x="2415756" y="718094"/>
                  </a:lnTo>
                  <a:lnTo>
                    <a:pt x="2415766" y="718099"/>
                  </a:lnTo>
                  <a:lnTo>
                    <a:pt x="2415774" y="718102"/>
                  </a:lnTo>
                  <a:lnTo>
                    <a:pt x="2415791" y="718104"/>
                  </a:lnTo>
                  <a:lnTo>
                    <a:pt x="2415801" y="718105"/>
                  </a:lnTo>
                  <a:lnTo>
                    <a:pt x="2415829" y="718108"/>
                  </a:lnTo>
                  <a:lnTo>
                    <a:pt x="2415844" y="718113"/>
                  </a:lnTo>
                  <a:lnTo>
                    <a:pt x="2415854" y="718120"/>
                  </a:lnTo>
                  <a:lnTo>
                    <a:pt x="2415863" y="718129"/>
                  </a:lnTo>
                  <a:lnTo>
                    <a:pt x="2415871" y="718143"/>
                  </a:lnTo>
                  <a:lnTo>
                    <a:pt x="2415874" y="718158"/>
                  </a:lnTo>
                  <a:lnTo>
                    <a:pt x="2415875" y="718177"/>
                  </a:lnTo>
                  <a:lnTo>
                    <a:pt x="2415873" y="718203"/>
                  </a:lnTo>
                  <a:lnTo>
                    <a:pt x="2415868" y="718214"/>
                  </a:lnTo>
                  <a:lnTo>
                    <a:pt x="2415863" y="718221"/>
                  </a:lnTo>
                  <a:lnTo>
                    <a:pt x="2415858" y="718224"/>
                  </a:lnTo>
                  <a:lnTo>
                    <a:pt x="2415853" y="718227"/>
                  </a:lnTo>
                  <a:lnTo>
                    <a:pt x="2415853" y="718233"/>
                  </a:lnTo>
                  <a:lnTo>
                    <a:pt x="2415854" y="718250"/>
                  </a:lnTo>
                  <a:lnTo>
                    <a:pt x="2415856" y="718256"/>
                  </a:lnTo>
                  <a:lnTo>
                    <a:pt x="2415864" y="718262"/>
                  </a:lnTo>
                  <a:lnTo>
                    <a:pt x="2415868" y="718271"/>
                  </a:lnTo>
                  <a:lnTo>
                    <a:pt x="2415880" y="718273"/>
                  </a:lnTo>
                  <a:lnTo>
                    <a:pt x="2415886" y="718284"/>
                  </a:lnTo>
                  <a:lnTo>
                    <a:pt x="2415890" y="718292"/>
                  </a:lnTo>
                  <a:lnTo>
                    <a:pt x="2415891" y="718305"/>
                  </a:lnTo>
                  <a:lnTo>
                    <a:pt x="2415900" y="718329"/>
                  </a:lnTo>
                  <a:lnTo>
                    <a:pt x="2415903" y="718351"/>
                  </a:lnTo>
                  <a:lnTo>
                    <a:pt x="2415901" y="718367"/>
                  </a:lnTo>
                  <a:lnTo>
                    <a:pt x="2415894" y="718403"/>
                  </a:lnTo>
                  <a:lnTo>
                    <a:pt x="2415894" y="718425"/>
                  </a:lnTo>
                  <a:lnTo>
                    <a:pt x="2415895" y="718431"/>
                  </a:lnTo>
                  <a:lnTo>
                    <a:pt x="2415902" y="718434"/>
                  </a:lnTo>
                  <a:lnTo>
                    <a:pt x="2415907" y="718431"/>
                  </a:lnTo>
                  <a:lnTo>
                    <a:pt x="2415912" y="718427"/>
                  </a:lnTo>
                  <a:lnTo>
                    <a:pt x="2415916" y="718419"/>
                  </a:lnTo>
                  <a:lnTo>
                    <a:pt x="2415921" y="718416"/>
                  </a:lnTo>
                  <a:lnTo>
                    <a:pt x="2415927" y="718419"/>
                  </a:lnTo>
                  <a:lnTo>
                    <a:pt x="2415933" y="718416"/>
                  </a:lnTo>
                  <a:lnTo>
                    <a:pt x="2415936" y="718411"/>
                  </a:lnTo>
                  <a:lnTo>
                    <a:pt x="2415939" y="718406"/>
                  </a:lnTo>
                  <a:lnTo>
                    <a:pt x="2415946" y="718407"/>
                  </a:lnTo>
                  <a:lnTo>
                    <a:pt x="2415951" y="718411"/>
                  </a:lnTo>
                  <a:lnTo>
                    <a:pt x="2415962" y="718409"/>
                  </a:lnTo>
                  <a:lnTo>
                    <a:pt x="2415965" y="718403"/>
                  </a:lnTo>
                  <a:lnTo>
                    <a:pt x="2415966" y="718395"/>
                  </a:lnTo>
                  <a:lnTo>
                    <a:pt x="2415972" y="718387"/>
                  </a:lnTo>
                  <a:lnTo>
                    <a:pt x="2415977" y="718384"/>
                  </a:lnTo>
                  <a:lnTo>
                    <a:pt x="2416010" y="718383"/>
                  </a:lnTo>
                  <a:lnTo>
                    <a:pt x="2416015" y="718385"/>
                  </a:lnTo>
                  <a:lnTo>
                    <a:pt x="2416010" y="718399"/>
                  </a:lnTo>
                  <a:lnTo>
                    <a:pt x="2416005" y="718403"/>
                  </a:lnTo>
                  <a:lnTo>
                    <a:pt x="2416000" y="718409"/>
                  </a:lnTo>
                  <a:lnTo>
                    <a:pt x="2415999" y="718417"/>
                  </a:lnTo>
                  <a:lnTo>
                    <a:pt x="2415995" y="718433"/>
                  </a:lnTo>
                  <a:lnTo>
                    <a:pt x="2415992" y="718443"/>
                  </a:lnTo>
                  <a:lnTo>
                    <a:pt x="2415985" y="718451"/>
                  </a:lnTo>
                  <a:lnTo>
                    <a:pt x="2415985" y="718457"/>
                  </a:lnTo>
                  <a:lnTo>
                    <a:pt x="2415995" y="718463"/>
                  </a:lnTo>
                  <a:lnTo>
                    <a:pt x="2416000" y="718471"/>
                  </a:lnTo>
                  <a:lnTo>
                    <a:pt x="2415998" y="718481"/>
                  </a:lnTo>
                  <a:lnTo>
                    <a:pt x="2415993" y="718493"/>
                  </a:lnTo>
                  <a:lnTo>
                    <a:pt x="2415991" y="718502"/>
                  </a:lnTo>
                  <a:lnTo>
                    <a:pt x="2415987" y="718507"/>
                  </a:lnTo>
                  <a:lnTo>
                    <a:pt x="2415977" y="718518"/>
                  </a:lnTo>
                  <a:lnTo>
                    <a:pt x="2415973" y="718525"/>
                  </a:lnTo>
                  <a:lnTo>
                    <a:pt x="2415969" y="718540"/>
                  </a:lnTo>
                  <a:lnTo>
                    <a:pt x="2415968" y="718546"/>
                  </a:lnTo>
                  <a:lnTo>
                    <a:pt x="2415970" y="718557"/>
                  </a:lnTo>
                  <a:lnTo>
                    <a:pt x="2415977" y="718583"/>
                  </a:lnTo>
                  <a:lnTo>
                    <a:pt x="2415978" y="718601"/>
                  </a:lnTo>
                  <a:lnTo>
                    <a:pt x="2415979" y="718615"/>
                  </a:lnTo>
                  <a:lnTo>
                    <a:pt x="2415981" y="718629"/>
                  </a:lnTo>
                  <a:lnTo>
                    <a:pt x="2415978" y="718637"/>
                  </a:lnTo>
                  <a:lnTo>
                    <a:pt x="2415975" y="718643"/>
                  </a:lnTo>
                  <a:lnTo>
                    <a:pt x="2415975" y="718651"/>
                  </a:lnTo>
                  <a:lnTo>
                    <a:pt x="2415975" y="718676"/>
                  </a:lnTo>
                  <a:lnTo>
                    <a:pt x="2415977" y="718695"/>
                  </a:lnTo>
                  <a:lnTo>
                    <a:pt x="2415978" y="718705"/>
                  </a:lnTo>
                  <a:lnTo>
                    <a:pt x="2415979" y="718720"/>
                  </a:lnTo>
                  <a:lnTo>
                    <a:pt x="2415982" y="718739"/>
                  </a:lnTo>
                  <a:lnTo>
                    <a:pt x="2415984" y="718750"/>
                  </a:lnTo>
                  <a:lnTo>
                    <a:pt x="2415986" y="718768"/>
                  </a:lnTo>
                  <a:lnTo>
                    <a:pt x="2415988" y="718785"/>
                  </a:lnTo>
                  <a:lnTo>
                    <a:pt x="2415993" y="718817"/>
                  </a:lnTo>
                  <a:lnTo>
                    <a:pt x="2415995" y="718833"/>
                  </a:lnTo>
                  <a:lnTo>
                    <a:pt x="2415997" y="718851"/>
                  </a:lnTo>
                  <a:lnTo>
                    <a:pt x="2415998" y="718863"/>
                  </a:lnTo>
                  <a:lnTo>
                    <a:pt x="2416001" y="718887"/>
                  </a:lnTo>
                  <a:lnTo>
                    <a:pt x="2416000" y="718894"/>
                  </a:lnTo>
                  <a:lnTo>
                    <a:pt x="2415998" y="718914"/>
                  </a:lnTo>
                  <a:lnTo>
                    <a:pt x="2415998" y="718925"/>
                  </a:lnTo>
                  <a:lnTo>
                    <a:pt x="2415996" y="718934"/>
                  </a:lnTo>
                  <a:lnTo>
                    <a:pt x="2415994" y="718940"/>
                  </a:lnTo>
                  <a:lnTo>
                    <a:pt x="2415987" y="718948"/>
                  </a:lnTo>
                  <a:lnTo>
                    <a:pt x="2415981" y="718954"/>
                  </a:lnTo>
                  <a:lnTo>
                    <a:pt x="2415973" y="718952"/>
                  </a:lnTo>
                  <a:lnTo>
                    <a:pt x="2415961" y="718948"/>
                  </a:lnTo>
                  <a:lnTo>
                    <a:pt x="2415953" y="718956"/>
                  </a:lnTo>
                  <a:lnTo>
                    <a:pt x="2415950" y="718963"/>
                  </a:lnTo>
                  <a:lnTo>
                    <a:pt x="2415945" y="718972"/>
                  </a:lnTo>
                  <a:lnTo>
                    <a:pt x="2415948" y="718977"/>
                  </a:lnTo>
                  <a:lnTo>
                    <a:pt x="2415961" y="718976"/>
                  </a:lnTo>
                  <a:lnTo>
                    <a:pt x="2415967" y="718978"/>
                  </a:lnTo>
                  <a:lnTo>
                    <a:pt x="2415971" y="718984"/>
                  </a:lnTo>
                  <a:lnTo>
                    <a:pt x="2415974" y="718989"/>
                  </a:lnTo>
                  <a:lnTo>
                    <a:pt x="2415979" y="718993"/>
                  </a:lnTo>
                  <a:lnTo>
                    <a:pt x="2415986" y="718996"/>
                  </a:lnTo>
                  <a:lnTo>
                    <a:pt x="2415988" y="719001"/>
                  </a:lnTo>
                  <a:lnTo>
                    <a:pt x="2415990" y="719009"/>
                  </a:lnTo>
                  <a:lnTo>
                    <a:pt x="2415994" y="719026"/>
                  </a:lnTo>
                  <a:lnTo>
                    <a:pt x="2415995" y="719032"/>
                  </a:lnTo>
                  <a:lnTo>
                    <a:pt x="2415991" y="719044"/>
                  </a:lnTo>
                  <a:lnTo>
                    <a:pt x="2415991" y="719050"/>
                  </a:lnTo>
                  <a:lnTo>
                    <a:pt x="2415993" y="719064"/>
                  </a:lnTo>
                  <a:lnTo>
                    <a:pt x="2415997" y="719076"/>
                  </a:lnTo>
                  <a:lnTo>
                    <a:pt x="2416003" y="719086"/>
                  </a:lnTo>
                  <a:lnTo>
                    <a:pt x="2416007" y="719093"/>
                  </a:lnTo>
                  <a:lnTo>
                    <a:pt x="2416007" y="719101"/>
                  </a:lnTo>
                  <a:lnTo>
                    <a:pt x="2416002" y="719115"/>
                  </a:lnTo>
                  <a:lnTo>
                    <a:pt x="2416000" y="719123"/>
                  </a:lnTo>
                  <a:lnTo>
                    <a:pt x="2416012" y="719147"/>
                  </a:lnTo>
                  <a:lnTo>
                    <a:pt x="2416022" y="719160"/>
                  </a:lnTo>
                  <a:lnTo>
                    <a:pt x="2416030" y="719175"/>
                  </a:lnTo>
                  <a:lnTo>
                    <a:pt x="2416029" y="719181"/>
                  </a:lnTo>
                  <a:lnTo>
                    <a:pt x="2416033" y="719186"/>
                  </a:lnTo>
                  <a:lnTo>
                    <a:pt x="2416051" y="719192"/>
                  </a:lnTo>
                  <a:lnTo>
                    <a:pt x="2416056" y="719185"/>
                  </a:lnTo>
                  <a:lnTo>
                    <a:pt x="2416054" y="719172"/>
                  </a:lnTo>
                  <a:lnTo>
                    <a:pt x="2416059" y="719165"/>
                  </a:lnTo>
                  <a:lnTo>
                    <a:pt x="2416064" y="719169"/>
                  </a:lnTo>
                  <a:lnTo>
                    <a:pt x="2416067" y="719174"/>
                  </a:lnTo>
                  <a:lnTo>
                    <a:pt x="2416073" y="719188"/>
                  </a:lnTo>
                  <a:lnTo>
                    <a:pt x="2416077" y="719204"/>
                  </a:lnTo>
                  <a:lnTo>
                    <a:pt x="2416091" y="719257"/>
                  </a:lnTo>
                  <a:lnTo>
                    <a:pt x="2416092" y="719269"/>
                  </a:lnTo>
                  <a:lnTo>
                    <a:pt x="2416094" y="719279"/>
                  </a:lnTo>
                  <a:lnTo>
                    <a:pt x="2416095" y="719285"/>
                  </a:lnTo>
                  <a:lnTo>
                    <a:pt x="2416100" y="719327"/>
                  </a:lnTo>
                  <a:lnTo>
                    <a:pt x="2416099" y="719342"/>
                  </a:lnTo>
                  <a:lnTo>
                    <a:pt x="2416100" y="719363"/>
                  </a:lnTo>
                  <a:lnTo>
                    <a:pt x="2416100" y="719378"/>
                  </a:lnTo>
                  <a:lnTo>
                    <a:pt x="2416102" y="719384"/>
                  </a:lnTo>
                  <a:lnTo>
                    <a:pt x="2416120" y="719417"/>
                  </a:lnTo>
                  <a:lnTo>
                    <a:pt x="2416129" y="719436"/>
                  </a:lnTo>
                  <a:lnTo>
                    <a:pt x="2416159" y="719507"/>
                  </a:lnTo>
                  <a:lnTo>
                    <a:pt x="2416162" y="719517"/>
                  </a:lnTo>
                  <a:lnTo>
                    <a:pt x="2416162" y="719525"/>
                  </a:lnTo>
                  <a:lnTo>
                    <a:pt x="2416160" y="719530"/>
                  </a:lnTo>
                  <a:lnTo>
                    <a:pt x="2416158" y="719538"/>
                  </a:lnTo>
                  <a:lnTo>
                    <a:pt x="2416159" y="719550"/>
                  </a:lnTo>
                  <a:lnTo>
                    <a:pt x="2416161" y="719559"/>
                  </a:lnTo>
                  <a:lnTo>
                    <a:pt x="2416165" y="719568"/>
                  </a:lnTo>
                  <a:lnTo>
                    <a:pt x="2416163" y="719577"/>
                  </a:lnTo>
                  <a:lnTo>
                    <a:pt x="2416160" y="719591"/>
                  </a:lnTo>
                  <a:lnTo>
                    <a:pt x="2416159" y="719599"/>
                  </a:lnTo>
                  <a:lnTo>
                    <a:pt x="2416160" y="719605"/>
                  </a:lnTo>
                  <a:lnTo>
                    <a:pt x="2416161" y="719612"/>
                  </a:lnTo>
                  <a:lnTo>
                    <a:pt x="2416162" y="719626"/>
                  </a:lnTo>
                  <a:lnTo>
                    <a:pt x="2416165" y="719633"/>
                  </a:lnTo>
                  <a:lnTo>
                    <a:pt x="2416187" y="719681"/>
                  </a:lnTo>
                  <a:lnTo>
                    <a:pt x="2416189" y="719691"/>
                  </a:lnTo>
                  <a:lnTo>
                    <a:pt x="2416191" y="719700"/>
                  </a:lnTo>
                  <a:lnTo>
                    <a:pt x="2416195" y="719704"/>
                  </a:lnTo>
                  <a:lnTo>
                    <a:pt x="2416200" y="719707"/>
                  </a:lnTo>
                  <a:lnTo>
                    <a:pt x="2416204" y="719712"/>
                  </a:lnTo>
                  <a:lnTo>
                    <a:pt x="2416200" y="719718"/>
                  </a:lnTo>
                  <a:lnTo>
                    <a:pt x="2416202" y="719725"/>
                  </a:lnTo>
                  <a:lnTo>
                    <a:pt x="2416206" y="719729"/>
                  </a:lnTo>
                  <a:lnTo>
                    <a:pt x="2416209" y="719735"/>
                  </a:lnTo>
                  <a:lnTo>
                    <a:pt x="2416211" y="719743"/>
                  </a:lnTo>
                  <a:lnTo>
                    <a:pt x="2416211" y="719751"/>
                  </a:lnTo>
                  <a:lnTo>
                    <a:pt x="2416211" y="719764"/>
                  </a:lnTo>
                  <a:lnTo>
                    <a:pt x="2416213" y="719771"/>
                  </a:lnTo>
                  <a:lnTo>
                    <a:pt x="2416215" y="719776"/>
                  </a:lnTo>
                  <a:lnTo>
                    <a:pt x="2416218" y="719784"/>
                  </a:lnTo>
                  <a:lnTo>
                    <a:pt x="2416220" y="719790"/>
                  </a:lnTo>
                  <a:lnTo>
                    <a:pt x="2416222" y="719797"/>
                  </a:lnTo>
                  <a:lnTo>
                    <a:pt x="2416224" y="719806"/>
                  </a:lnTo>
                  <a:lnTo>
                    <a:pt x="2416226" y="719815"/>
                  </a:lnTo>
                  <a:lnTo>
                    <a:pt x="2416226" y="719826"/>
                  </a:lnTo>
                  <a:lnTo>
                    <a:pt x="2416227" y="719837"/>
                  </a:lnTo>
                  <a:lnTo>
                    <a:pt x="2416226" y="719850"/>
                  </a:lnTo>
                  <a:lnTo>
                    <a:pt x="2416221" y="719910"/>
                  </a:lnTo>
                  <a:lnTo>
                    <a:pt x="2416202" y="719987"/>
                  </a:lnTo>
                  <a:lnTo>
                    <a:pt x="2416198" y="719997"/>
                  </a:lnTo>
                  <a:lnTo>
                    <a:pt x="2416195" y="720006"/>
                  </a:lnTo>
                  <a:lnTo>
                    <a:pt x="2416190" y="720015"/>
                  </a:lnTo>
                  <a:lnTo>
                    <a:pt x="2416185" y="720024"/>
                  </a:lnTo>
                  <a:lnTo>
                    <a:pt x="2416180" y="720032"/>
                  </a:lnTo>
                  <a:lnTo>
                    <a:pt x="2416165" y="720054"/>
                  </a:lnTo>
                  <a:lnTo>
                    <a:pt x="2416124" y="720087"/>
                  </a:lnTo>
                  <a:lnTo>
                    <a:pt x="2416102" y="720104"/>
                  </a:lnTo>
                  <a:lnTo>
                    <a:pt x="2416092" y="720110"/>
                  </a:lnTo>
                  <a:lnTo>
                    <a:pt x="2416083" y="720115"/>
                  </a:lnTo>
                  <a:lnTo>
                    <a:pt x="2416076" y="720119"/>
                  </a:lnTo>
                  <a:lnTo>
                    <a:pt x="2416063" y="720125"/>
                  </a:lnTo>
                  <a:lnTo>
                    <a:pt x="2416058" y="720128"/>
                  </a:lnTo>
                  <a:lnTo>
                    <a:pt x="2416053" y="720131"/>
                  </a:lnTo>
                  <a:lnTo>
                    <a:pt x="2416049" y="720135"/>
                  </a:lnTo>
                  <a:lnTo>
                    <a:pt x="2416043" y="720141"/>
                  </a:lnTo>
                  <a:lnTo>
                    <a:pt x="2415990" y="720162"/>
                  </a:lnTo>
                  <a:lnTo>
                    <a:pt x="2415977" y="720167"/>
                  </a:lnTo>
                  <a:lnTo>
                    <a:pt x="2415963" y="720172"/>
                  </a:lnTo>
                  <a:lnTo>
                    <a:pt x="2415948" y="720176"/>
                  </a:lnTo>
                  <a:lnTo>
                    <a:pt x="2415900" y="720187"/>
                  </a:lnTo>
                  <a:lnTo>
                    <a:pt x="2415883" y="720190"/>
                  </a:lnTo>
                  <a:lnTo>
                    <a:pt x="2415867" y="720192"/>
                  </a:lnTo>
                  <a:lnTo>
                    <a:pt x="2415850" y="720194"/>
                  </a:lnTo>
                  <a:lnTo>
                    <a:pt x="2415834" y="720194"/>
                  </a:lnTo>
                  <a:lnTo>
                    <a:pt x="2415686" y="720193"/>
                  </a:lnTo>
                  <a:lnTo>
                    <a:pt x="2415654" y="720192"/>
                  </a:lnTo>
                  <a:lnTo>
                    <a:pt x="2415611" y="720188"/>
                  </a:lnTo>
                  <a:lnTo>
                    <a:pt x="2415596" y="720188"/>
                  </a:lnTo>
                  <a:lnTo>
                    <a:pt x="2415566" y="720185"/>
                  </a:lnTo>
                  <a:lnTo>
                    <a:pt x="2415556" y="720183"/>
                  </a:lnTo>
                  <a:lnTo>
                    <a:pt x="2415548" y="720182"/>
                  </a:lnTo>
                  <a:lnTo>
                    <a:pt x="2415540" y="720182"/>
                  </a:lnTo>
                  <a:lnTo>
                    <a:pt x="2415531" y="720185"/>
                  </a:lnTo>
                  <a:lnTo>
                    <a:pt x="2415523" y="720187"/>
                  </a:lnTo>
                  <a:lnTo>
                    <a:pt x="2415515" y="720189"/>
                  </a:lnTo>
                  <a:lnTo>
                    <a:pt x="2415509" y="720189"/>
                  </a:lnTo>
                  <a:lnTo>
                    <a:pt x="2415496" y="720187"/>
                  </a:lnTo>
                  <a:lnTo>
                    <a:pt x="2415480" y="720186"/>
                  </a:lnTo>
                  <a:lnTo>
                    <a:pt x="2415433" y="720183"/>
                  </a:lnTo>
                  <a:lnTo>
                    <a:pt x="2415422" y="720181"/>
                  </a:lnTo>
                  <a:lnTo>
                    <a:pt x="2415415" y="720180"/>
                  </a:lnTo>
                  <a:lnTo>
                    <a:pt x="2415409" y="720180"/>
                  </a:lnTo>
                  <a:lnTo>
                    <a:pt x="2415397" y="720180"/>
                  </a:lnTo>
                  <a:lnTo>
                    <a:pt x="2415391" y="720180"/>
                  </a:lnTo>
                  <a:lnTo>
                    <a:pt x="2415376" y="720179"/>
                  </a:lnTo>
                  <a:lnTo>
                    <a:pt x="2415366" y="720178"/>
                  </a:lnTo>
                  <a:lnTo>
                    <a:pt x="2415352" y="720176"/>
                  </a:lnTo>
                  <a:lnTo>
                    <a:pt x="2415346" y="720175"/>
                  </a:lnTo>
                  <a:lnTo>
                    <a:pt x="2415339" y="720172"/>
                  </a:lnTo>
                  <a:lnTo>
                    <a:pt x="2415325" y="720164"/>
                  </a:lnTo>
                  <a:lnTo>
                    <a:pt x="2415318" y="720162"/>
                  </a:lnTo>
                  <a:lnTo>
                    <a:pt x="2415313" y="720161"/>
                  </a:lnTo>
                  <a:lnTo>
                    <a:pt x="2415305" y="720159"/>
                  </a:lnTo>
                  <a:lnTo>
                    <a:pt x="2415299" y="720160"/>
                  </a:lnTo>
                  <a:lnTo>
                    <a:pt x="2415305" y="720167"/>
                  </a:lnTo>
                  <a:lnTo>
                    <a:pt x="2415310" y="720170"/>
                  </a:lnTo>
                  <a:lnTo>
                    <a:pt x="2415308" y="720176"/>
                  </a:lnTo>
                  <a:lnTo>
                    <a:pt x="2415301" y="720174"/>
                  </a:lnTo>
                  <a:lnTo>
                    <a:pt x="2415296" y="720172"/>
                  </a:lnTo>
                  <a:lnTo>
                    <a:pt x="2415290" y="720171"/>
                  </a:lnTo>
                  <a:lnTo>
                    <a:pt x="2415225" y="720162"/>
                  </a:lnTo>
                  <a:lnTo>
                    <a:pt x="2415215" y="720162"/>
                  </a:lnTo>
                  <a:lnTo>
                    <a:pt x="2415208" y="720161"/>
                  </a:lnTo>
                  <a:lnTo>
                    <a:pt x="2415202" y="720158"/>
                  </a:lnTo>
                  <a:lnTo>
                    <a:pt x="2415197" y="720156"/>
                  </a:lnTo>
                  <a:lnTo>
                    <a:pt x="2415185" y="720150"/>
                  </a:lnTo>
                  <a:lnTo>
                    <a:pt x="2415180" y="720148"/>
                  </a:lnTo>
                  <a:lnTo>
                    <a:pt x="2415175" y="720145"/>
                  </a:lnTo>
                  <a:lnTo>
                    <a:pt x="2415167" y="720143"/>
                  </a:lnTo>
                  <a:lnTo>
                    <a:pt x="2415119" y="720135"/>
                  </a:lnTo>
                  <a:lnTo>
                    <a:pt x="2415114" y="720133"/>
                  </a:lnTo>
                  <a:lnTo>
                    <a:pt x="2415137" y="720115"/>
                  </a:lnTo>
                  <a:lnTo>
                    <a:pt x="2415132" y="720111"/>
                  </a:lnTo>
                  <a:lnTo>
                    <a:pt x="2415125" y="720111"/>
                  </a:lnTo>
                  <a:lnTo>
                    <a:pt x="2415120" y="720111"/>
                  </a:lnTo>
                  <a:lnTo>
                    <a:pt x="2415115" y="720111"/>
                  </a:lnTo>
                  <a:lnTo>
                    <a:pt x="2415110" y="720111"/>
                  </a:lnTo>
                  <a:lnTo>
                    <a:pt x="2415103" y="720112"/>
                  </a:lnTo>
                  <a:lnTo>
                    <a:pt x="2415095" y="720116"/>
                  </a:lnTo>
                  <a:lnTo>
                    <a:pt x="2415086" y="720122"/>
                  </a:lnTo>
                  <a:lnTo>
                    <a:pt x="2415081" y="720125"/>
                  </a:lnTo>
                  <a:lnTo>
                    <a:pt x="2415075" y="720127"/>
                  </a:lnTo>
                  <a:lnTo>
                    <a:pt x="2415059" y="720133"/>
                  </a:lnTo>
                  <a:lnTo>
                    <a:pt x="2415054" y="720135"/>
                  </a:lnTo>
                  <a:lnTo>
                    <a:pt x="2415047" y="720139"/>
                  </a:lnTo>
                  <a:lnTo>
                    <a:pt x="2415028" y="720152"/>
                  </a:lnTo>
                  <a:lnTo>
                    <a:pt x="2415022" y="720155"/>
                  </a:lnTo>
                  <a:lnTo>
                    <a:pt x="2415016" y="720157"/>
                  </a:lnTo>
                  <a:lnTo>
                    <a:pt x="2415004" y="720162"/>
                  </a:lnTo>
                  <a:lnTo>
                    <a:pt x="2414990" y="720166"/>
                  </a:lnTo>
                  <a:lnTo>
                    <a:pt x="2414980" y="720169"/>
                  </a:lnTo>
                  <a:lnTo>
                    <a:pt x="2414973" y="720170"/>
                  </a:lnTo>
                  <a:lnTo>
                    <a:pt x="2414926" y="720199"/>
                  </a:lnTo>
                  <a:lnTo>
                    <a:pt x="2414899" y="720219"/>
                  </a:lnTo>
                  <a:lnTo>
                    <a:pt x="2414870" y="720240"/>
                  </a:lnTo>
                  <a:lnTo>
                    <a:pt x="2414823" y="720279"/>
                  </a:lnTo>
                  <a:lnTo>
                    <a:pt x="2414820" y="720284"/>
                  </a:lnTo>
                  <a:lnTo>
                    <a:pt x="2414818" y="720292"/>
                  </a:lnTo>
                  <a:lnTo>
                    <a:pt x="2414814" y="720297"/>
                  </a:lnTo>
                  <a:lnTo>
                    <a:pt x="2414811" y="720303"/>
                  </a:lnTo>
                  <a:lnTo>
                    <a:pt x="2414776" y="720350"/>
                  </a:lnTo>
                  <a:lnTo>
                    <a:pt x="2414762" y="720366"/>
                  </a:lnTo>
                  <a:lnTo>
                    <a:pt x="2414759" y="720371"/>
                  </a:lnTo>
                  <a:lnTo>
                    <a:pt x="2414753" y="720380"/>
                  </a:lnTo>
                  <a:lnTo>
                    <a:pt x="2414750" y="720384"/>
                  </a:lnTo>
                  <a:lnTo>
                    <a:pt x="2414729" y="720416"/>
                  </a:lnTo>
                  <a:lnTo>
                    <a:pt x="2414708" y="720445"/>
                  </a:lnTo>
                  <a:lnTo>
                    <a:pt x="2414704" y="720450"/>
                  </a:lnTo>
                  <a:lnTo>
                    <a:pt x="2414700" y="720453"/>
                  </a:lnTo>
                  <a:lnTo>
                    <a:pt x="2414693" y="720454"/>
                  </a:lnTo>
                  <a:lnTo>
                    <a:pt x="2414686" y="720452"/>
                  </a:lnTo>
                  <a:lnTo>
                    <a:pt x="2414682" y="720446"/>
                  </a:lnTo>
                  <a:lnTo>
                    <a:pt x="2414687" y="720436"/>
                  </a:lnTo>
                  <a:lnTo>
                    <a:pt x="2414696" y="720395"/>
                  </a:lnTo>
                  <a:lnTo>
                    <a:pt x="2414699" y="720383"/>
                  </a:lnTo>
                  <a:lnTo>
                    <a:pt x="2414701" y="720376"/>
                  </a:lnTo>
                  <a:lnTo>
                    <a:pt x="2414707" y="720341"/>
                  </a:lnTo>
                  <a:lnTo>
                    <a:pt x="2414711" y="720333"/>
                  </a:lnTo>
                  <a:lnTo>
                    <a:pt x="2414714" y="720326"/>
                  </a:lnTo>
                  <a:lnTo>
                    <a:pt x="2414719" y="720319"/>
                  </a:lnTo>
                  <a:lnTo>
                    <a:pt x="2414723" y="720312"/>
                  </a:lnTo>
                  <a:lnTo>
                    <a:pt x="2414727" y="720308"/>
                  </a:lnTo>
                  <a:lnTo>
                    <a:pt x="2414731" y="720303"/>
                  </a:lnTo>
                  <a:lnTo>
                    <a:pt x="2414736" y="720297"/>
                  </a:lnTo>
                  <a:lnTo>
                    <a:pt x="2414793" y="720235"/>
                  </a:lnTo>
                  <a:lnTo>
                    <a:pt x="2414818" y="720211"/>
                  </a:lnTo>
                  <a:lnTo>
                    <a:pt x="2414893" y="720151"/>
                  </a:lnTo>
                  <a:lnTo>
                    <a:pt x="2414899" y="720146"/>
                  </a:lnTo>
                  <a:lnTo>
                    <a:pt x="2414904" y="720143"/>
                  </a:lnTo>
                  <a:lnTo>
                    <a:pt x="2414909" y="720140"/>
                  </a:lnTo>
                  <a:lnTo>
                    <a:pt x="2414916" y="720137"/>
                  </a:lnTo>
                  <a:lnTo>
                    <a:pt x="2414925" y="720134"/>
                  </a:lnTo>
                  <a:lnTo>
                    <a:pt x="2414930" y="720132"/>
                  </a:lnTo>
                  <a:lnTo>
                    <a:pt x="2414937" y="720128"/>
                  </a:lnTo>
                  <a:lnTo>
                    <a:pt x="2414948" y="720124"/>
                  </a:lnTo>
                  <a:lnTo>
                    <a:pt x="2414963" y="720119"/>
                  </a:lnTo>
                  <a:lnTo>
                    <a:pt x="2414987" y="720111"/>
                  </a:lnTo>
                  <a:lnTo>
                    <a:pt x="2415002" y="720107"/>
                  </a:lnTo>
                  <a:lnTo>
                    <a:pt x="2415007" y="720105"/>
                  </a:lnTo>
                  <a:lnTo>
                    <a:pt x="2415012" y="720103"/>
                  </a:lnTo>
                  <a:lnTo>
                    <a:pt x="2415018" y="720100"/>
                  </a:lnTo>
                  <a:lnTo>
                    <a:pt x="2415023" y="720098"/>
                  </a:lnTo>
                  <a:lnTo>
                    <a:pt x="2415027" y="720095"/>
                  </a:lnTo>
                  <a:lnTo>
                    <a:pt x="2415042" y="720086"/>
                  </a:lnTo>
                  <a:lnTo>
                    <a:pt x="2415049" y="720083"/>
                  </a:lnTo>
                  <a:lnTo>
                    <a:pt x="2415056" y="720082"/>
                  </a:lnTo>
                  <a:lnTo>
                    <a:pt x="2415062" y="720083"/>
                  </a:lnTo>
                  <a:lnTo>
                    <a:pt x="2415071" y="720084"/>
                  </a:lnTo>
                  <a:lnTo>
                    <a:pt x="2415082" y="720084"/>
                  </a:lnTo>
                  <a:lnTo>
                    <a:pt x="2415090" y="720086"/>
                  </a:lnTo>
                  <a:lnTo>
                    <a:pt x="2415097" y="720083"/>
                  </a:lnTo>
                  <a:lnTo>
                    <a:pt x="2415105" y="720080"/>
                  </a:lnTo>
                  <a:lnTo>
                    <a:pt x="2415112" y="720078"/>
                  </a:lnTo>
                  <a:lnTo>
                    <a:pt x="2415123" y="720077"/>
                  </a:lnTo>
                  <a:lnTo>
                    <a:pt x="2415131" y="720077"/>
                  </a:lnTo>
                  <a:lnTo>
                    <a:pt x="2415136" y="720077"/>
                  </a:lnTo>
                  <a:lnTo>
                    <a:pt x="2415146" y="720080"/>
                  </a:lnTo>
                  <a:lnTo>
                    <a:pt x="2415152" y="720082"/>
                  </a:lnTo>
                  <a:lnTo>
                    <a:pt x="2415162" y="720082"/>
                  </a:lnTo>
                  <a:lnTo>
                    <a:pt x="2415179" y="720085"/>
                  </a:lnTo>
                  <a:lnTo>
                    <a:pt x="2415185" y="720087"/>
                  </a:lnTo>
                  <a:lnTo>
                    <a:pt x="2415192" y="720089"/>
                  </a:lnTo>
                  <a:lnTo>
                    <a:pt x="2415200" y="720092"/>
                  </a:lnTo>
                  <a:lnTo>
                    <a:pt x="2415207" y="720094"/>
                  </a:lnTo>
                  <a:lnTo>
                    <a:pt x="2415213" y="720097"/>
                  </a:lnTo>
                  <a:lnTo>
                    <a:pt x="2415222" y="720101"/>
                  </a:lnTo>
                  <a:lnTo>
                    <a:pt x="2415232" y="720102"/>
                  </a:lnTo>
                  <a:lnTo>
                    <a:pt x="2415242" y="720102"/>
                  </a:lnTo>
                  <a:lnTo>
                    <a:pt x="2415248" y="720102"/>
                  </a:lnTo>
                  <a:lnTo>
                    <a:pt x="2415253" y="720102"/>
                  </a:lnTo>
                  <a:lnTo>
                    <a:pt x="2415258" y="720103"/>
                  </a:lnTo>
                  <a:lnTo>
                    <a:pt x="2415280" y="720109"/>
                  </a:lnTo>
                  <a:lnTo>
                    <a:pt x="2415285" y="720113"/>
                  </a:lnTo>
                  <a:lnTo>
                    <a:pt x="2415291" y="720117"/>
                  </a:lnTo>
                  <a:lnTo>
                    <a:pt x="2415298" y="720120"/>
                  </a:lnTo>
                  <a:lnTo>
                    <a:pt x="2415311" y="720125"/>
                  </a:lnTo>
                  <a:lnTo>
                    <a:pt x="2415320" y="720129"/>
                  </a:lnTo>
                  <a:lnTo>
                    <a:pt x="2415326" y="720132"/>
                  </a:lnTo>
                  <a:lnTo>
                    <a:pt x="2415358" y="720132"/>
                  </a:lnTo>
                  <a:lnTo>
                    <a:pt x="2415365" y="720131"/>
                  </a:lnTo>
                  <a:lnTo>
                    <a:pt x="2415411" y="720134"/>
                  </a:lnTo>
                  <a:lnTo>
                    <a:pt x="2415420" y="720134"/>
                  </a:lnTo>
                  <a:lnTo>
                    <a:pt x="2415426" y="720133"/>
                  </a:lnTo>
                  <a:lnTo>
                    <a:pt x="2415439" y="720130"/>
                  </a:lnTo>
                  <a:lnTo>
                    <a:pt x="2415446" y="720129"/>
                  </a:lnTo>
                  <a:lnTo>
                    <a:pt x="2415453" y="720128"/>
                  </a:lnTo>
                  <a:lnTo>
                    <a:pt x="2415459" y="720128"/>
                  </a:lnTo>
                  <a:lnTo>
                    <a:pt x="2415467" y="720128"/>
                  </a:lnTo>
                  <a:lnTo>
                    <a:pt x="2415476" y="720128"/>
                  </a:lnTo>
                  <a:lnTo>
                    <a:pt x="2415523" y="720116"/>
                  </a:lnTo>
                  <a:lnTo>
                    <a:pt x="2415529" y="720117"/>
                  </a:lnTo>
                  <a:lnTo>
                    <a:pt x="2415534" y="720117"/>
                  </a:lnTo>
                  <a:lnTo>
                    <a:pt x="2415543" y="720117"/>
                  </a:lnTo>
                  <a:lnTo>
                    <a:pt x="2415561" y="720117"/>
                  </a:lnTo>
                  <a:lnTo>
                    <a:pt x="2415569" y="720117"/>
                  </a:lnTo>
                  <a:lnTo>
                    <a:pt x="2415578" y="720117"/>
                  </a:lnTo>
                  <a:lnTo>
                    <a:pt x="2415599" y="720118"/>
                  </a:lnTo>
                  <a:lnTo>
                    <a:pt x="2415609" y="720119"/>
                  </a:lnTo>
                  <a:lnTo>
                    <a:pt x="2415617" y="720121"/>
                  </a:lnTo>
                  <a:lnTo>
                    <a:pt x="2415625" y="720122"/>
                  </a:lnTo>
                  <a:lnTo>
                    <a:pt x="2415633" y="720124"/>
                  </a:lnTo>
                  <a:lnTo>
                    <a:pt x="2415640" y="720127"/>
                  </a:lnTo>
                  <a:lnTo>
                    <a:pt x="2415648" y="720129"/>
                  </a:lnTo>
                  <a:lnTo>
                    <a:pt x="2415657" y="720133"/>
                  </a:lnTo>
                  <a:lnTo>
                    <a:pt x="2415662" y="720135"/>
                  </a:lnTo>
                  <a:lnTo>
                    <a:pt x="2415667" y="720136"/>
                  </a:lnTo>
                  <a:lnTo>
                    <a:pt x="2415672" y="720137"/>
                  </a:lnTo>
                  <a:lnTo>
                    <a:pt x="2415684" y="720139"/>
                  </a:lnTo>
                  <a:lnTo>
                    <a:pt x="2415691" y="720140"/>
                  </a:lnTo>
                  <a:lnTo>
                    <a:pt x="2415698" y="720140"/>
                  </a:lnTo>
                  <a:lnTo>
                    <a:pt x="2415720" y="720138"/>
                  </a:lnTo>
                  <a:lnTo>
                    <a:pt x="2415727" y="720138"/>
                  </a:lnTo>
                  <a:lnTo>
                    <a:pt x="2415790" y="720141"/>
                  </a:lnTo>
                  <a:lnTo>
                    <a:pt x="2415796" y="720142"/>
                  </a:lnTo>
                  <a:lnTo>
                    <a:pt x="2415806" y="720143"/>
                  </a:lnTo>
                  <a:lnTo>
                    <a:pt x="2415813" y="720144"/>
                  </a:lnTo>
                  <a:lnTo>
                    <a:pt x="2415877" y="720134"/>
                  </a:lnTo>
                  <a:lnTo>
                    <a:pt x="2415918" y="720125"/>
                  </a:lnTo>
                  <a:lnTo>
                    <a:pt x="2415932" y="720121"/>
                  </a:lnTo>
                  <a:lnTo>
                    <a:pt x="2415946" y="720117"/>
                  </a:lnTo>
                  <a:lnTo>
                    <a:pt x="2415959" y="720111"/>
                  </a:lnTo>
                  <a:lnTo>
                    <a:pt x="2416032" y="720076"/>
                  </a:lnTo>
                  <a:lnTo>
                    <a:pt x="2416040" y="720071"/>
                  </a:lnTo>
                  <a:lnTo>
                    <a:pt x="2416061" y="720058"/>
                  </a:lnTo>
                  <a:lnTo>
                    <a:pt x="2416067" y="720054"/>
                  </a:lnTo>
                  <a:lnTo>
                    <a:pt x="2416075" y="720047"/>
                  </a:lnTo>
                  <a:lnTo>
                    <a:pt x="2416080" y="720042"/>
                  </a:lnTo>
                  <a:lnTo>
                    <a:pt x="2416083" y="720038"/>
                  </a:lnTo>
                  <a:lnTo>
                    <a:pt x="2416098" y="720012"/>
                  </a:lnTo>
                  <a:lnTo>
                    <a:pt x="2416124" y="719980"/>
                  </a:lnTo>
                  <a:lnTo>
                    <a:pt x="2416128" y="719974"/>
                  </a:lnTo>
                  <a:lnTo>
                    <a:pt x="2416137" y="719962"/>
                  </a:lnTo>
                  <a:lnTo>
                    <a:pt x="2416179" y="719886"/>
                  </a:lnTo>
                  <a:lnTo>
                    <a:pt x="2416181" y="719881"/>
                  </a:lnTo>
                  <a:lnTo>
                    <a:pt x="2416183" y="719872"/>
                  </a:lnTo>
                  <a:lnTo>
                    <a:pt x="2416187" y="719834"/>
                  </a:lnTo>
                  <a:lnTo>
                    <a:pt x="2416187" y="719828"/>
                  </a:lnTo>
                  <a:lnTo>
                    <a:pt x="2416185" y="719822"/>
                  </a:lnTo>
                  <a:lnTo>
                    <a:pt x="2416180" y="719813"/>
                  </a:lnTo>
                  <a:lnTo>
                    <a:pt x="2416172" y="719809"/>
                  </a:lnTo>
                  <a:lnTo>
                    <a:pt x="2416168" y="719814"/>
                  </a:lnTo>
                  <a:lnTo>
                    <a:pt x="2416165" y="719822"/>
                  </a:lnTo>
                  <a:lnTo>
                    <a:pt x="2416163" y="719827"/>
                  </a:lnTo>
                  <a:lnTo>
                    <a:pt x="2416159" y="719837"/>
                  </a:lnTo>
                  <a:lnTo>
                    <a:pt x="2416156" y="719848"/>
                  </a:lnTo>
                  <a:lnTo>
                    <a:pt x="2416148" y="719869"/>
                  </a:lnTo>
                  <a:lnTo>
                    <a:pt x="2416141" y="719881"/>
                  </a:lnTo>
                  <a:lnTo>
                    <a:pt x="2416137" y="719886"/>
                  </a:lnTo>
                  <a:lnTo>
                    <a:pt x="2416131" y="719887"/>
                  </a:lnTo>
                  <a:lnTo>
                    <a:pt x="2416127" y="719879"/>
                  </a:lnTo>
                  <a:lnTo>
                    <a:pt x="2416125" y="719870"/>
                  </a:lnTo>
                  <a:lnTo>
                    <a:pt x="2416124" y="719863"/>
                  </a:lnTo>
                  <a:lnTo>
                    <a:pt x="2416125" y="719830"/>
                  </a:lnTo>
                  <a:lnTo>
                    <a:pt x="2416125" y="719779"/>
                  </a:lnTo>
                  <a:lnTo>
                    <a:pt x="2416131" y="719773"/>
                  </a:lnTo>
                  <a:lnTo>
                    <a:pt x="2416137" y="719776"/>
                  </a:lnTo>
                  <a:lnTo>
                    <a:pt x="2416141" y="719781"/>
                  </a:lnTo>
                  <a:lnTo>
                    <a:pt x="2416144" y="719786"/>
                  </a:lnTo>
                  <a:lnTo>
                    <a:pt x="2416150" y="719796"/>
                  </a:lnTo>
                  <a:lnTo>
                    <a:pt x="2416154" y="719800"/>
                  </a:lnTo>
                  <a:lnTo>
                    <a:pt x="2416159" y="719785"/>
                  </a:lnTo>
                  <a:lnTo>
                    <a:pt x="2416134" y="719684"/>
                  </a:lnTo>
                  <a:lnTo>
                    <a:pt x="2416113" y="719571"/>
                  </a:lnTo>
                  <a:lnTo>
                    <a:pt x="2416096" y="719507"/>
                  </a:lnTo>
                  <a:lnTo>
                    <a:pt x="2416064" y="719373"/>
                  </a:lnTo>
                  <a:lnTo>
                    <a:pt x="2416061" y="719348"/>
                  </a:lnTo>
                  <a:lnTo>
                    <a:pt x="2416059" y="719330"/>
                  </a:lnTo>
                  <a:lnTo>
                    <a:pt x="2416063" y="719298"/>
                  </a:lnTo>
                  <a:lnTo>
                    <a:pt x="2416063" y="719282"/>
                  </a:lnTo>
                  <a:lnTo>
                    <a:pt x="2416063" y="719275"/>
                  </a:lnTo>
                  <a:lnTo>
                    <a:pt x="2416061" y="719251"/>
                  </a:lnTo>
                  <a:lnTo>
                    <a:pt x="2416060" y="719234"/>
                  </a:lnTo>
                  <a:lnTo>
                    <a:pt x="2416057" y="719219"/>
                  </a:lnTo>
                  <a:lnTo>
                    <a:pt x="2416059" y="719214"/>
                  </a:lnTo>
                  <a:lnTo>
                    <a:pt x="2416056" y="719209"/>
                  </a:lnTo>
                  <a:lnTo>
                    <a:pt x="2416049" y="719208"/>
                  </a:lnTo>
                  <a:lnTo>
                    <a:pt x="2416043" y="719207"/>
                  </a:lnTo>
                  <a:lnTo>
                    <a:pt x="2416037" y="719205"/>
                  </a:lnTo>
                  <a:lnTo>
                    <a:pt x="2416030" y="719198"/>
                  </a:lnTo>
                  <a:lnTo>
                    <a:pt x="2416023" y="719194"/>
                  </a:lnTo>
                  <a:lnTo>
                    <a:pt x="2416012" y="719199"/>
                  </a:lnTo>
                  <a:lnTo>
                    <a:pt x="2416008" y="719202"/>
                  </a:lnTo>
                  <a:lnTo>
                    <a:pt x="2416004" y="719207"/>
                  </a:lnTo>
                  <a:lnTo>
                    <a:pt x="2416002" y="719212"/>
                  </a:lnTo>
                  <a:lnTo>
                    <a:pt x="2416000" y="719221"/>
                  </a:lnTo>
                  <a:lnTo>
                    <a:pt x="2415998" y="719227"/>
                  </a:lnTo>
                  <a:lnTo>
                    <a:pt x="2415994" y="719234"/>
                  </a:lnTo>
                  <a:lnTo>
                    <a:pt x="2415990" y="719240"/>
                  </a:lnTo>
                  <a:lnTo>
                    <a:pt x="2415985" y="719245"/>
                  </a:lnTo>
                  <a:lnTo>
                    <a:pt x="2415980" y="719247"/>
                  </a:lnTo>
                  <a:lnTo>
                    <a:pt x="2415973" y="719245"/>
                  </a:lnTo>
                  <a:lnTo>
                    <a:pt x="2415968" y="719241"/>
                  </a:lnTo>
                  <a:lnTo>
                    <a:pt x="2415965" y="719236"/>
                  </a:lnTo>
                  <a:lnTo>
                    <a:pt x="2415959" y="719222"/>
                  </a:lnTo>
                  <a:lnTo>
                    <a:pt x="2415953" y="719211"/>
                  </a:lnTo>
                  <a:lnTo>
                    <a:pt x="2415948" y="719181"/>
                  </a:lnTo>
                  <a:lnTo>
                    <a:pt x="2415947" y="719172"/>
                  </a:lnTo>
                  <a:lnTo>
                    <a:pt x="2415948" y="719163"/>
                  </a:lnTo>
                  <a:lnTo>
                    <a:pt x="2415947" y="719154"/>
                  </a:lnTo>
                  <a:lnTo>
                    <a:pt x="2415937" y="719134"/>
                  </a:lnTo>
                  <a:lnTo>
                    <a:pt x="2415932" y="719126"/>
                  </a:lnTo>
                  <a:lnTo>
                    <a:pt x="2415926" y="719117"/>
                  </a:lnTo>
                  <a:lnTo>
                    <a:pt x="2415923" y="719110"/>
                  </a:lnTo>
                  <a:lnTo>
                    <a:pt x="2415920" y="719102"/>
                  </a:lnTo>
                  <a:lnTo>
                    <a:pt x="2415913" y="719079"/>
                  </a:lnTo>
                  <a:lnTo>
                    <a:pt x="2415910" y="719069"/>
                  </a:lnTo>
                  <a:lnTo>
                    <a:pt x="2415904" y="719053"/>
                  </a:lnTo>
                  <a:lnTo>
                    <a:pt x="2415895" y="719034"/>
                  </a:lnTo>
                  <a:lnTo>
                    <a:pt x="2415893" y="719028"/>
                  </a:lnTo>
                  <a:lnTo>
                    <a:pt x="2415892" y="719022"/>
                  </a:lnTo>
                  <a:lnTo>
                    <a:pt x="2415894" y="719014"/>
                  </a:lnTo>
                  <a:lnTo>
                    <a:pt x="2415894" y="719008"/>
                  </a:lnTo>
                  <a:lnTo>
                    <a:pt x="2415891" y="718996"/>
                  </a:lnTo>
                  <a:lnTo>
                    <a:pt x="2415885" y="718951"/>
                  </a:lnTo>
                  <a:lnTo>
                    <a:pt x="2415882" y="718937"/>
                  </a:lnTo>
                  <a:lnTo>
                    <a:pt x="2415881" y="718904"/>
                  </a:lnTo>
                  <a:lnTo>
                    <a:pt x="2415871" y="718782"/>
                  </a:lnTo>
                  <a:lnTo>
                    <a:pt x="2415871" y="718604"/>
                  </a:lnTo>
                  <a:lnTo>
                    <a:pt x="2415873" y="718582"/>
                  </a:lnTo>
                  <a:lnTo>
                    <a:pt x="2415874" y="718561"/>
                  </a:lnTo>
                  <a:lnTo>
                    <a:pt x="2415874" y="718555"/>
                  </a:lnTo>
                  <a:lnTo>
                    <a:pt x="2415884" y="718515"/>
                  </a:lnTo>
                  <a:lnTo>
                    <a:pt x="2415884" y="718509"/>
                  </a:lnTo>
                  <a:lnTo>
                    <a:pt x="2415877" y="718498"/>
                  </a:lnTo>
                  <a:lnTo>
                    <a:pt x="2415874" y="718493"/>
                  </a:lnTo>
                  <a:lnTo>
                    <a:pt x="2415869" y="718483"/>
                  </a:lnTo>
                  <a:lnTo>
                    <a:pt x="2415868" y="718475"/>
                  </a:lnTo>
                  <a:lnTo>
                    <a:pt x="2415869" y="718461"/>
                  </a:lnTo>
                  <a:lnTo>
                    <a:pt x="2415870" y="718437"/>
                  </a:lnTo>
                  <a:lnTo>
                    <a:pt x="2415870" y="718394"/>
                  </a:lnTo>
                  <a:lnTo>
                    <a:pt x="2415866" y="718354"/>
                  </a:lnTo>
                  <a:lnTo>
                    <a:pt x="2415865" y="718348"/>
                  </a:lnTo>
                  <a:lnTo>
                    <a:pt x="2415855" y="718313"/>
                  </a:lnTo>
                  <a:lnTo>
                    <a:pt x="2415853" y="718306"/>
                  </a:lnTo>
                  <a:lnTo>
                    <a:pt x="2415835" y="718270"/>
                  </a:lnTo>
                  <a:lnTo>
                    <a:pt x="2415824" y="718240"/>
                  </a:lnTo>
                  <a:lnTo>
                    <a:pt x="2415829" y="718227"/>
                  </a:lnTo>
                  <a:lnTo>
                    <a:pt x="2415829" y="718213"/>
                  </a:lnTo>
                  <a:lnTo>
                    <a:pt x="2415830" y="718208"/>
                  </a:lnTo>
                  <a:lnTo>
                    <a:pt x="2415834" y="718201"/>
                  </a:lnTo>
                  <a:lnTo>
                    <a:pt x="2415838" y="718196"/>
                  </a:lnTo>
                  <a:lnTo>
                    <a:pt x="2415842" y="718192"/>
                  </a:lnTo>
                  <a:lnTo>
                    <a:pt x="2415847" y="718188"/>
                  </a:lnTo>
                  <a:lnTo>
                    <a:pt x="2415851" y="718181"/>
                  </a:lnTo>
                  <a:lnTo>
                    <a:pt x="2415854" y="718172"/>
                  </a:lnTo>
                  <a:lnTo>
                    <a:pt x="2415855" y="718164"/>
                  </a:lnTo>
                  <a:lnTo>
                    <a:pt x="2415855" y="718156"/>
                  </a:lnTo>
                  <a:lnTo>
                    <a:pt x="2415855" y="718151"/>
                  </a:lnTo>
                  <a:lnTo>
                    <a:pt x="2415853" y="718145"/>
                  </a:lnTo>
                  <a:lnTo>
                    <a:pt x="2415849" y="718137"/>
                  </a:lnTo>
                  <a:lnTo>
                    <a:pt x="2415845" y="718132"/>
                  </a:lnTo>
                  <a:lnTo>
                    <a:pt x="2415840" y="718129"/>
                  </a:lnTo>
                  <a:lnTo>
                    <a:pt x="2415834" y="718126"/>
                  </a:lnTo>
                  <a:lnTo>
                    <a:pt x="2415827" y="718124"/>
                  </a:lnTo>
                  <a:lnTo>
                    <a:pt x="2415750" y="718104"/>
                  </a:lnTo>
                  <a:lnTo>
                    <a:pt x="2415741" y="718101"/>
                  </a:lnTo>
                  <a:lnTo>
                    <a:pt x="2415735" y="718103"/>
                  </a:lnTo>
                  <a:lnTo>
                    <a:pt x="2415731" y="718110"/>
                  </a:lnTo>
                  <a:lnTo>
                    <a:pt x="2415724" y="718121"/>
                  </a:lnTo>
                  <a:lnTo>
                    <a:pt x="2415717" y="718128"/>
                  </a:lnTo>
                  <a:lnTo>
                    <a:pt x="2415713" y="718132"/>
                  </a:lnTo>
                  <a:lnTo>
                    <a:pt x="2415706" y="718133"/>
                  </a:lnTo>
                  <a:lnTo>
                    <a:pt x="2415700" y="718129"/>
                  </a:lnTo>
                  <a:lnTo>
                    <a:pt x="2415696" y="718125"/>
                  </a:lnTo>
                  <a:lnTo>
                    <a:pt x="2415693" y="718120"/>
                  </a:lnTo>
                  <a:lnTo>
                    <a:pt x="2415697" y="718115"/>
                  </a:lnTo>
                  <a:lnTo>
                    <a:pt x="2415701" y="718111"/>
                  </a:lnTo>
                  <a:lnTo>
                    <a:pt x="2415701" y="718100"/>
                  </a:lnTo>
                  <a:lnTo>
                    <a:pt x="2415688" y="718089"/>
                  </a:lnTo>
                  <a:lnTo>
                    <a:pt x="2415683" y="718081"/>
                  </a:lnTo>
                  <a:lnTo>
                    <a:pt x="2415688" y="718064"/>
                  </a:lnTo>
                  <a:lnTo>
                    <a:pt x="2415695" y="718061"/>
                  </a:lnTo>
                  <a:lnTo>
                    <a:pt x="2415694" y="718052"/>
                  </a:lnTo>
                  <a:lnTo>
                    <a:pt x="2415686" y="718044"/>
                  </a:lnTo>
                  <a:lnTo>
                    <a:pt x="2415684" y="718037"/>
                  </a:lnTo>
                  <a:lnTo>
                    <a:pt x="2415684" y="718022"/>
                  </a:lnTo>
                  <a:lnTo>
                    <a:pt x="2415681" y="718007"/>
                  </a:lnTo>
                  <a:lnTo>
                    <a:pt x="2415682" y="717991"/>
                  </a:lnTo>
                  <a:lnTo>
                    <a:pt x="2415685" y="717976"/>
                  </a:lnTo>
                  <a:lnTo>
                    <a:pt x="2415689" y="717966"/>
                  </a:lnTo>
                  <a:lnTo>
                    <a:pt x="2415691" y="717955"/>
                  </a:lnTo>
                  <a:lnTo>
                    <a:pt x="2415703" y="717937"/>
                  </a:lnTo>
                  <a:lnTo>
                    <a:pt x="2415707" y="717933"/>
                  </a:lnTo>
                  <a:lnTo>
                    <a:pt x="2415703" y="717928"/>
                  </a:lnTo>
                  <a:lnTo>
                    <a:pt x="2415694" y="717915"/>
                  </a:lnTo>
                  <a:lnTo>
                    <a:pt x="2415686" y="717906"/>
                  </a:lnTo>
                  <a:lnTo>
                    <a:pt x="2415685" y="717912"/>
                  </a:lnTo>
                  <a:lnTo>
                    <a:pt x="2415688" y="717923"/>
                  </a:lnTo>
                  <a:lnTo>
                    <a:pt x="2415694" y="717930"/>
                  </a:lnTo>
                  <a:lnTo>
                    <a:pt x="2415674" y="717950"/>
                  </a:lnTo>
                  <a:lnTo>
                    <a:pt x="2415663" y="717961"/>
                  </a:lnTo>
                  <a:lnTo>
                    <a:pt x="2415642" y="717974"/>
                  </a:lnTo>
                  <a:lnTo>
                    <a:pt x="2415630" y="717981"/>
                  </a:lnTo>
                  <a:lnTo>
                    <a:pt x="2415624" y="717985"/>
                  </a:lnTo>
                  <a:lnTo>
                    <a:pt x="2415620" y="717989"/>
                  </a:lnTo>
                  <a:lnTo>
                    <a:pt x="2415613" y="717993"/>
                  </a:lnTo>
                  <a:lnTo>
                    <a:pt x="2415607" y="717995"/>
                  </a:lnTo>
                  <a:lnTo>
                    <a:pt x="2415601" y="717996"/>
                  </a:lnTo>
                  <a:lnTo>
                    <a:pt x="2415593" y="717998"/>
                  </a:lnTo>
                  <a:lnTo>
                    <a:pt x="2415581" y="718003"/>
                  </a:lnTo>
                  <a:lnTo>
                    <a:pt x="2415575" y="718006"/>
                  </a:lnTo>
                  <a:lnTo>
                    <a:pt x="2415566" y="718018"/>
                  </a:lnTo>
                  <a:lnTo>
                    <a:pt x="2415566" y="718024"/>
                  </a:lnTo>
                  <a:lnTo>
                    <a:pt x="2415571" y="718028"/>
                  </a:lnTo>
                  <a:lnTo>
                    <a:pt x="2415579" y="718029"/>
                  </a:lnTo>
                  <a:lnTo>
                    <a:pt x="2415589" y="718026"/>
                  </a:lnTo>
                  <a:lnTo>
                    <a:pt x="2415594" y="718031"/>
                  </a:lnTo>
                  <a:lnTo>
                    <a:pt x="2415584" y="718041"/>
                  </a:lnTo>
                  <a:lnTo>
                    <a:pt x="2415565" y="718065"/>
                  </a:lnTo>
                  <a:lnTo>
                    <a:pt x="2415553" y="718085"/>
                  </a:lnTo>
                  <a:lnTo>
                    <a:pt x="2415536" y="718103"/>
                  </a:lnTo>
                  <a:lnTo>
                    <a:pt x="2415530" y="718106"/>
                  </a:lnTo>
                  <a:lnTo>
                    <a:pt x="2415521" y="718107"/>
                  </a:lnTo>
                  <a:lnTo>
                    <a:pt x="2415508" y="718109"/>
                  </a:lnTo>
                  <a:lnTo>
                    <a:pt x="2415495" y="718115"/>
                  </a:lnTo>
                  <a:lnTo>
                    <a:pt x="2415474" y="718125"/>
                  </a:lnTo>
                  <a:lnTo>
                    <a:pt x="2415436" y="718157"/>
                  </a:lnTo>
                  <a:lnTo>
                    <a:pt x="2415425" y="718168"/>
                  </a:lnTo>
                  <a:lnTo>
                    <a:pt x="2415412" y="718183"/>
                  </a:lnTo>
                  <a:lnTo>
                    <a:pt x="2415400" y="718193"/>
                  </a:lnTo>
                  <a:lnTo>
                    <a:pt x="2415396" y="718197"/>
                  </a:lnTo>
                  <a:lnTo>
                    <a:pt x="2415388" y="718203"/>
                  </a:lnTo>
                  <a:lnTo>
                    <a:pt x="2415360" y="718227"/>
                  </a:lnTo>
                  <a:lnTo>
                    <a:pt x="2415348" y="718238"/>
                  </a:lnTo>
                  <a:lnTo>
                    <a:pt x="2415328" y="718253"/>
                  </a:lnTo>
                  <a:lnTo>
                    <a:pt x="2415306" y="718272"/>
                  </a:lnTo>
                  <a:lnTo>
                    <a:pt x="2415258" y="718321"/>
                  </a:lnTo>
                  <a:lnTo>
                    <a:pt x="2415230" y="718341"/>
                  </a:lnTo>
                  <a:lnTo>
                    <a:pt x="2415195" y="718373"/>
                  </a:lnTo>
                  <a:lnTo>
                    <a:pt x="2415166" y="718404"/>
                  </a:lnTo>
                  <a:lnTo>
                    <a:pt x="2415127" y="718436"/>
                  </a:lnTo>
                  <a:lnTo>
                    <a:pt x="2415088" y="718467"/>
                  </a:lnTo>
                  <a:lnTo>
                    <a:pt x="2415073" y="718478"/>
                  </a:lnTo>
                  <a:lnTo>
                    <a:pt x="2415046" y="718498"/>
                  </a:lnTo>
                  <a:lnTo>
                    <a:pt x="2415007" y="718532"/>
                  </a:lnTo>
                  <a:lnTo>
                    <a:pt x="2414950" y="718587"/>
                  </a:lnTo>
                  <a:lnTo>
                    <a:pt x="2414938" y="718613"/>
                  </a:lnTo>
                  <a:lnTo>
                    <a:pt x="2414927" y="718624"/>
                  </a:lnTo>
                  <a:lnTo>
                    <a:pt x="2414919" y="718633"/>
                  </a:lnTo>
                  <a:lnTo>
                    <a:pt x="2414900" y="718650"/>
                  </a:lnTo>
                  <a:lnTo>
                    <a:pt x="2414868" y="718685"/>
                  </a:lnTo>
                  <a:lnTo>
                    <a:pt x="2414843" y="718700"/>
                  </a:lnTo>
                  <a:lnTo>
                    <a:pt x="2414803" y="718731"/>
                  </a:lnTo>
                  <a:lnTo>
                    <a:pt x="2414759" y="718763"/>
                  </a:lnTo>
                  <a:lnTo>
                    <a:pt x="2414721" y="718795"/>
                  </a:lnTo>
                  <a:lnTo>
                    <a:pt x="2414681" y="718842"/>
                  </a:lnTo>
                  <a:lnTo>
                    <a:pt x="2414644" y="718903"/>
                  </a:lnTo>
                  <a:lnTo>
                    <a:pt x="2414629" y="718946"/>
                  </a:lnTo>
                  <a:lnTo>
                    <a:pt x="2414629" y="718979"/>
                  </a:lnTo>
                  <a:lnTo>
                    <a:pt x="2414625" y="718988"/>
                  </a:lnTo>
                  <a:lnTo>
                    <a:pt x="2414624" y="719000"/>
                  </a:lnTo>
                  <a:lnTo>
                    <a:pt x="2414622" y="719011"/>
                  </a:lnTo>
                  <a:lnTo>
                    <a:pt x="2414620" y="719019"/>
                  </a:lnTo>
                  <a:lnTo>
                    <a:pt x="2414628" y="719022"/>
                  </a:lnTo>
                  <a:lnTo>
                    <a:pt x="2414639" y="719011"/>
                  </a:lnTo>
                  <a:lnTo>
                    <a:pt x="2414646" y="718991"/>
                  </a:lnTo>
                  <a:lnTo>
                    <a:pt x="2414653" y="718984"/>
                  </a:lnTo>
                  <a:lnTo>
                    <a:pt x="2414661" y="718988"/>
                  </a:lnTo>
                  <a:lnTo>
                    <a:pt x="2414659" y="719000"/>
                  </a:lnTo>
                  <a:lnTo>
                    <a:pt x="2414659" y="719013"/>
                  </a:lnTo>
                  <a:lnTo>
                    <a:pt x="2414658" y="719031"/>
                  </a:lnTo>
                  <a:lnTo>
                    <a:pt x="2414658" y="719037"/>
                  </a:lnTo>
                  <a:lnTo>
                    <a:pt x="2414650" y="719072"/>
                  </a:lnTo>
                  <a:lnTo>
                    <a:pt x="2414640" y="719105"/>
                  </a:lnTo>
                  <a:lnTo>
                    <a:pt x="2414636" y="719124"/>
                  </a:lnTo>
                  <a:lnTo>
                    <a:pt x="2414632" y="719129"/>
                  </a:lnTo>
                  <a:lnTo>
                    <a:pt x="2414624" y="719129"/>
                  </a:lnTo>
                  <a:lnTo>
                    <a:pt x="2414609" y="719133"/>
                  </a:lnTo>
                  <a:lnTo>
                    <a:pt x="2414607" y="719142"/>
                  </a:lnTo>
                  <a:lnTo>
                    <a:pt x="2414606" y="719153"/>
                  </a:lnTo>
                  <a:lnTo>
                    <a:pt x="2414605" y="719167"/>
                  </a:lnTo>
                  <a:lnTo>
                    <a:pt x="2414601" y="719184"/>
                  </a:lnTo>
                  <a:lnTo>
                    <a:pt x="2414596" y="719204"/>
                  </a:lnTo>
                  <a:lnTo>
                    <a:pt x="2414594" y="719220"/>
                  </a:lnTo>
                  <a:lnTo>
                    <a:pt x="2414590" y="719232"/>
                  </a:lnTo>
                  <a:lnTo>
                    <a:pt x="2414594" y="719236"/>
                  </a:lnTo>
                  <a:lnTo>
                    <a:pt x="2414601" y="719241"/>
                  </a:lnTo>
                  <a:lnTo>
                    <a:pt x="2414596" y="719262"/>
                  </a:lnTo>
                  <a:lnTo>
                    <a:pt x="2414588" y="719278"/>
                  </a:lnTo>
                  <a:lnTo>
                    <a:pt x="2414578" y="719298"/>
                  </a:lnTo>
                  <a:lnTo>
                    <a:pt x="2414573" y="719308"/>
                  </a:lnTo>
                  <a:lnTo>
                    <a:pt x="2414566" y="719324"/>
                  </a:lnTo>
                  <a:lnTo>
                    <a:pt x="2414555" y="719349"/>
                  </a:lnTo>
                  <a:lnTo>
                    <a:pt x="2414547" y="719374"/>
                  </a:lnTo>
                  <a:lnTo>
                    <a:pt x="2414545" y="719386"/>
                  </a:lnTo>
                  <a:lnTo>
                    <a:pt x="2414536" y="719429"/>
                  </a:lnTo>
                  <a:lnTo>
                    <a:pt x="2414526" y="719449"/>
                  </a:lnTo>
                  <a:lnTo>
                    <a:pt x="2414518" y="719457"/>
                  </a:lnTo>
                  <a:lnTo>
                    <a:pt x="2414510" y="719470"/>
                  </a:lnTo>
                  <a:lnTo>
                    <a:pt x="2414506" y="719480"/>
                  </a:lnTo>
                  <a:lnTo>
                    <a:pt x="2414491" y="719507"/>
                  </a:lnTo>
                  <a:lnTo>
                    <a:pt x="2414486" y="719519"/>
                  </a:lnTo>
                  <a:lnTo>
                    <a:pt x="2414470" y="719551"/>
                  </a:lnTo>
                  <a:lnTo>
                    <a:pt x="2414450" y="719583"/>
                  </a:lnTo>
                  <a:lnTo>
                    <a:pt x="2414422" y="719617"/>
                  </a:lnTo>
                  <a:lnTo>
                    <a:pt x="2414412" y="719634"/>
                  </a:lnTo>
                  <a:lnTo>
                    <a:pt x="2414395" y="719657"/>
                  </a:lnTo>
                  <a:lnTo>
                    <a:pt x="2414384" y="719680"/>
                  </a:lnTo>
                  <a:lnTo>
                    <a:pt x="2414380" y="719688"/>
                  </a:lnTo>
                  <a:lnTo>
                    <a:pt x="2414372" y="719697"/>
                  </a:lnTo>
                  <a:lnTo>
                    <a:pt x="2414364" y="719706"/>
                  </a:lnTo>
                  <a:lnTo>
                    <a:pt x="2414354" y="719716"/>
                  </a:lnTo>
                  <a:lnTo>
                    <a:pt x="2414347" y="719723"/>
                  </a:lnTo>
                  <a:lnTo>
                    <a:pt x="2414304" y="719757"/>
                  </a:lnTo>
                  <a:lnTo>
                    <a:pt x="2414249" y="719791"/>
                  </a:lnTo>
                  <a:lnTo>
                    <a:pt x="2414211" y="719805"/>
                  </a:lnTo>
                  <a:lnTo>
                    <a:pt x="2414186" y="719806"/>
                  </a:lnTo>
                  <a:lnTo>
                    <a:pt x="2414150" y="719795"/>
                  </a:lnTo>
                  <a:lnTo>
                    <a:pt x="2414110" y="719772"/>
                  </a:lnTo>
                  <a:lnTo>
                    <a:pt x="2414104" y="719768"/>
                  </a:lnTo>
                  <a:lnTo>
                    <a:pt x="2414099" y="719761"/>
                  </a:lnTo>
                  <a:lnTo>
                    <a:pt x="2414096" y="719755"/>
                  </a:lnTo>
                  <a:lnTo>
                    <a:pt x="2414095" y="719747"/>
                  </a:lnTo>
                  <a:lnTo>
                    <a:pt x="2414093" y="719739"/>
                  </a:lnTo>
                  <a:lnTo>
                    <a:pt x="2414088" y="719734"/>
                  </a:lnTo>
                  <a:lnTo>
                    <a:pt x="2414071" y="719724"/>
                  </a:lnTo>
                  <a:lnTo>
                    <a:pt x="2414033" y="719712"/>
                  </a:lnTo>
                  <a:lnTo>
                    <a:pt x="2414010" y="719706"/>
                  </a:lnTo>
                  <a:lnTo>
                    <a:pt x="2413980" y="719707"/>
                  </a:lnTo>
                  <a:lnTo>
                    <a:pt x="2413970" y="719708"/>
                  </a:lnTo>
                  <a:lnTo>
                    <a:pt x="2413964" y="719708"/>
                  </a:lnTo>
                  <a:lnTo>
                    <a:pt x="2413914" y="719706"/>
                  </a:lnTo>
                  <a:lnTo>
                    <a:pt x="2413803" y="719691"/>
                  </a:lnTo>
                  <a:lnTo>
                    <a:pt x="2413757" y="719680"/>
                  </a:lnTo>
                  <a:lnTo>
                    <a:pt x="2413739" y="719666"/>
                  </a:lnTo>
                  <a:lnTo>
                    <a:pt x="2413726" y="719658"/>
                  </a:lnTo>
                  <a:lnTo>
                    <a:pt x="2413709" y="719653"/>
                  </a:lnTo>
                  <a:lnTo>
                    <a:pt x="2413670" y="719646"/>
                  </a:lnTo>
                  <a:lnTo>
                    <a:pt x="2413635" y="719643"/>
                  </a:lnTo>
                  <a:lnTo>
                    <a:pt x="2413590" y="719641"/>
                  </a:lnTo>
                  <a:lnTo>
                    <a:pt x="2413535" y="719650"/>
                  </a:lnTo>
                  <a:lnTo>
                    <a:pt x="2413521" y="719649"/>
                  </a:lnTo>
                  <a:lnTo>
                    <a:pt x="2413477" y="719649"/>
                  </a:lnTo>
                  <a:lnTo>
                    <a:pt x="2413445" y="719649"/>
                  </a:lnTo>
                  <a:lnTo>
                    <a:pt x="2413392" y="719661"/>
                  </a:lnTo>
                  <a:lnTo>
                    <a:pt x="2413375" y="719666"/>
                  </a:lnTo>
                  <a:lnTo>
                    <a:pt x="2413361" y="719670"/>
                  </a:lnTo>
                  <a:lnTo>
                    <a:pt x="2413311" y="719681"/>
                  </a:lnTo>
                  <a:lnTo>
                    <a:pt x="2413257" y="719696"/>
                  </a:lnTo>
                  <a:lnTo>
                    <a:pt x="2413244" y="719702"/>
                  </a:lnTo>
                  <a:lnTo>
                    <a:pt x="2413231" y="719711"/>
                  </a:lnTo>
                  <a:lnTo>
                    <a:pt x="2413226" y="719718"/>
                  </a:lnTo>
                  <a:lnTo>
                    <a:pt x="2413221" y="719727"/>
                  </a:lnTo>
                  <a:lnTo>
                    <a:pt x="2413216" y="719734"/>
                  </a:lnTo>
                  <a:lnTo>
                    <a:pt x="2413220" y="719742"/>
                  </a:lnTo>
                  <a:lnTo>
                    <a:pt x="2413224" y="719747"/>
                  </a:lnTo>
                  <a:lnTo>
                    <a:pt x="2413227" y="719755"/>
                  </a:lnTo>
                  <a:lnTo>
                    <a:pt x="2413227" y="719764"/>
                  </a:lnTo>
                  <a:lnTo>
                    <a:pt x="2413224" y="719776"/>
                  </a:lnTo>
                  <a:lnTo>
                    <a:pt x="2413214" y="719795"/>
                  </a:lnTo>
                  <a:lnTo>
                    <a:pt x="2413211" y="719808"/>
                  </a:lnTo>
                  <a:lnTo>
                    <a:pt x="2413206" y="719815"/>
                  </a:lnTo>
                  <a:lnTo>
                    <a:pt x="2413198" y="719825"/>
                  </a:lnTo>
                  <a:lnTo>
                    <a:pt x="2413197" y="719835"/>
                  </a:lnTo>
                  <a:lnTo>
                    <a:pt x="2413201" y="719843"/>
                  </a:lnTo>
                  <a:lnTo>
                    <a:pt x="2413206" y="719852"/>
                  </a:lnTo>
                  <a:lnTo>
                    <a:pt x="2413211" y="719857"/>
                  </a:lnTo>
                  <a:lnTo>
                    <a:pt x="2413214" y="719866"/>
                  </a:lnTo>
                  <a:lnTo>
                    <a:pt x="2413213" y="719875"/>
                  </a:lnTo>
                  <a:lnTo>
                    <a:pt x="2413215" y="719886"/>
                  </a:lnTo>
                  <a:lnTo>
                    <a:pt x="2413214" y="719911"/>
                  </a:lnTo>
                  <a:lnTo>
                    <a:pt x="2413210" y="719922"/>
                  </a:lnTo>
                  <a:lnTo>
                    <a:pt x="2413206" y="719928"/>
                  </a:lnTo>
                  <a:lnTo>
                    <a:pt x="2413200" y="719934"/>
                  </a:lnTo>
                  <a:lnTo>
                    <a:pt x="2413191" y="719944"/>
                  </a:lnTo>
                  <a:lnTo>
                    <a:pt x="2413181" y="719960"/>
                  </a:lnTo>
                  <a:lnTo>
                    <a:pt x="2413178" y="719965"/>
                  </a:lnTo>
                  <a:lnTo>
                    <a:pt x="2413168" y="719973"/>
                  </a:lnTo>
                  <a:lnTo>
                    <a:pt x="2413157" y="719980"/>
                  </a:lnTo>
                  <a:lnTo>
                    <a:pt x="2413150" y="719985"/>
                  </a:lnTo>
                  <a:lnTo>
                    <a:pt x="2413143" y="719990"/>
                  </a:lnTo>
                  <a:lnTo>
                    <a:pt x="2413125" y="720004"/>
                  </a:lnTo>
                  <a:lnTo>
                    <a:pt x="2413119" y="720011"/>
                  </a:lnTo>
                  <a:lnTo>
                    <a:pt x="2413102" y="720024"/>
                  </a:lnTo>
                  <a:lnTo>
                    <a:pt x="2413095" y="720030"/>
                  </a:lnTo>
                  <a:lnTo>
                    <a:pt x="2413091" y="720033"/>
                  </a:lnTo>
                  <a:lnTo>
                    <a:pt x="2413084" y="720043"/>
                  </a:lnTo>
                  <a:lnTo>
                    <a:pt x="2413077" y="720056"/>
                  </a:lnTo>
                  <a:lnTo>
                    <a:pt x="2413072" y="720068"/>
                  </a:lnTo>
                  <a:lnTo>
                    <a:pt x="2413063" y="720079"/>
                  </a:lnTo>
                  <a:lnTo>
                    <a:pt x="2413057" y="720088"/>
                  </a:lnTo>
                  <a:lnTo>
                    <a:pt x="2413042" y="720117"/>
                  </a:lnTo>
                  <a:lnTo>
                    <a:pt x="2413038" y="720125"/>
                  </a:lnTo>
                  <a:lnTo>
                    <a:pt x="2413016" y="720173"/>
                  </a:lnTo>
                  <a:lnTo>
                    <a:pt x="2413010" y="720183"/>
                  </a:lnTo>
                  <a:lnTo>
                    <a:pt x="2413007" y="720195"/>
                  </a:lnTo>
                  <a:lnTo>
                    <a:pt x="2413006" y="720201"/>
                  </a:lnTo>
                  <a:lnTo>
                    <a:pt x="2413004" y="720207"/>
                  </a:lnTo>
                  <a:lnTo>
                    <a:pt x="2413001" y="720214"/>
                  </a:lnTo>
                  <a:lnTo>
                    <a:pt x="2412999" y="720219"/>
                  </a:lnTo>
                  <a:lnTo>
                    <a:pt x="2412996" y="720224"/>
                  </a:lnTo>
                  <a:lnTo>
                    <a:pt x="2412963" y="720268"/>
                  </a:lnTo>
                  <a:lnTo>
                    <a:pt x="2412958" y="720274"/>
                  </a:lnTo>
                  <a:lnTo>
                    <a:pt x="2412953" y="720280"/>
                  </a:lnTo>
                  <a:lnTo>
                    <a:pt x="2412948" y="720284"/>
                  </a:lnTo>
                  <a:lnTo>
                    <a:pt x="2412940" y="720292"/>
                  </a:lnTo>
                  <a:lnTo>
                    <a:pt x="2412935" y="720299"/>
                  </a:lnTo>
                  <a:lnTo>
                    <a:pt x="2412929" y="720311"/>
                  </a:lnTo>
                  <a:lnTo>
                    <a:pt x="2412926" y="720316"/>
                  </a:lnTo>
                  <a:lnTo>
                    <a:pt x="2412914" y="720330"/>
                  </a:lnTo>
                  <a:lnTo>
                    <a:pt x="2412911" y="720335"/>
                  </a:lnTo>
                  <a:lnTo>
                    <a:pt x="2412897" y="720368"/>
                  </a:lnTo>
                  <a:lnTo>
                    <a:pt x="2412873" y="720414"/>
                  </a:lnTo>
                  <a:lnTo>
                    <a:pt x="2412864" y="720428"/>
                  </a:lnTo>
                  <a:lnTo>
                    <a:pt x="2412838" y="720467"/>
                  </a:lnTo>
                  <a:lnTo>
                    <a:pt x="2412832" y="720471"/>
                  </a:lnTo>
                  <a:lnTo>
                    <a:pt x="2412827" y="720473"/>
                  </a:lnTo>
                  <a:lnTo>
                    <a:pt x="2412808" y="720486"/>
                  </a:lnTo>
                  <a:lnTo>
                    <a:pt x="2412800" y="720491"/>
                  </a:lnTo>
                  <a:lnTo>
                    <a:pt x="2412794" y="720495"/>
                  </a:lnTo>
                  <a:lnTo>
                    <a:pt x="2412790" y="720499"/>
                  </a:lnTo>
                  <a:lnTo>
                    <a:pt x="2412785" y="720504"/>
                  </a:lnTo>
                  <a:lnTo>
                    <a:pt x="2412780" y="720510"/>
                  </a:lnTo>
                  <a:lnTo>
                    <a:pt x="2412776" y="720515"/>
                  </a:lnTo>
                  <a:lnTo>
                    <a:pt x="2412770" y="720526"/>
                  </a:lnTo>
                  <a:lnTo>
                    <a:pt x="2412763" y="720532"/>
                  </a:lnTo>
                  <a:lnTo>
                    <a:pt x="2412759" y="720538"/>
                  </a:lnTo>
                  <a:lnTo>
                    <a:pt x="2412758" y="720545"/>
                  </a:lnTo>
                  <a:lnTo>
                    <a:pt x="2412760" y="720555"/>
                  </a:lnTo>
                  <a:lnTo>
                    <a:pt x="2412767" y="720570"/>
                  </a:lnTo>
                  <a:lnTo>
                    <a:pt x="2412771" y="720577"/>
                  </a:lnTo>
                  <a:lnTo>
                    <a:pt x="2412769" y="720586"/>
                  </a:lnTo>
                  <a:lnTo>
                    <a:pt x="2412764" y="720593"/>
                  </a:lnTo>
                  <a:lnTo>
                    <a:pt x="2412746" y="720626"/>
                  </a:lnTo>
                  <a:lnTo>
                    <a:pt x="2412740" y="720633"/>
                  </a:lnTo>
                  <a:lnTo>
                    <a:pt x="2412733" y="720637"/>
                  </a:lnTo>
                  <a:lnTo>
                    <a:pt x="2412727" y="720638"/>
                  </a:lnTo>
                  <a:lnTo>
                    <a:pt x="2412720" y="720640"/>
                  </a:lnTo>
                  <a:lnTo>
                    <a:pt x="2412711" y="720641"/>
                  </a:lnTo>
                  <a:lnTo>
                    <a:pt x="2412705" y="720642"/>
                  </a:lnTo>
                  <a:lnTo>
                    <a:pt x="2412699" y="720644"/>
                  </a:lnTo>
                  <a:lnTo>
                    <a:pt x="2412676" y="720653"/>
                  </a:lnTo>
                  <a:lnTo>
                    <a:pt x="2412669" y="720657"/>
                  </a:lnTo>
                  <a:lnTo>
                    <a:pt x="2412663" y="720662"/>
                  </a:lnTo>
                  <a:lnTo>
                    <a:pt x="2412658" y="720667"/>
                  </a:lnTo>
                  <a:lnTo>
                    <a:pt x="2412652" y="720674"/>
                  </a:lnTo>
                  <a:lnTo>
                    <a:pt x="2412647" y="720679"/>
                  </a:lnTo>
                  <a:lnTo>
                    <a:pt x="2412601" y="720710"/>
                  </a:lnTo>
                  <a:lnTo>
                    <a:pt x="2412592" y="720716"/>
                  </a:lnTo>
                  <a:lnTo>
                    <a:pt x="2412586" y="720721"/>
                  </a:lnTo>
                  <a:lnTo>
                    <a:pt x="2412583" y="720726"/>
                  </a:lnTo>
                  <a:lnTo>
                    <a:pt x="2412580" y="720731"/>
                  </a:lnTo>
                  <a:lnTo>
                    <a:pt x="2412575" y="720735"/>
                  </a:lnTo>
                  <a:lnTo>
                    <a:pt x="2412557" y="720747"/>
                  </a:lnTo>
                  <a:lnTo>
                    <a:pt x="2412552" y="720752"/>
                  </a:lnTo>
                  <a:lnTo>
                    <a:pt x="2412548" y="720759"/>
                  </a:lnTo>
                  <a:lnTo>
                    <a:pt x="2412545" y="720767"/>
                  </a:lnTo>
                  <a:lnTo>
                    <a:pt x="2412541" y="720774"/>
                  </a:lnTo>
                  <a:lnTo>
                    <a:pt x="2412530" y="720772"/>
                  </a:lnTo>
                  <a:lnTo>
                    <a:pt x="2412520" y="720771"/>
                  </a:lnTo>
                  <a:lnTo>
                    <a:pt x="2412506" y="720783"/>
                  </a:lnTo>
                  <a:lnTo>
                    <a:pt x="2412493" y="720792"/>
                  </a:lnTo>
                  <a:lnTo>
                    <a:pt x="2412465" y="720822"/>
                  </a:lnTo>
                  <a:lnTo>
                    <a:pt x="2412446" y="720842"/>
                  </a:lnTo>
                  <a:lnTo>
                    <a:pt x="2412422" y="720857"/>
                  </a:lnTo>
                  <a:lnTo>
                    <a:pt x="2412410" y="720870"/>
                  </a:lnTo>
                  <a:lnTo>
                    <a:pt x="2412409" y="720886"/>
                  </a:lnTo>
                  <a:lnTo>
                    <a:pt x="2412405" y="720890"/>
                  </a:lnTo>
                  <a:lnTo>
                    <a:pt x="2412395" y="720896"/>
                  </a:lnTo>
                  <a:lnTo>
                    <a:pt x="2412384" y="720896"/>
                  </a:lnTo>
                  <a:lnTo>
                    <a:pt x="2412371" y="720900"/>
                  </a:lnTo>
                  <a:lnTo>
                    <a:pt x="2412364" y="720893"/>
                  </a:lnTo>
                  <a:lnTo>
                    <a:pt x="2412361" y="720889"/>
                  </a:lnTo>
                  <a:lnTo>
                    <a:pt x="2412344" y="720898"/>
                  </a:lnTo>
                  <a:lnTo>
                    <a:pt x="2412341" y="720891"/>
                  </a:lnTo>
                  <a:lnTo>
                    <a:pt x="2412332" y="720892"/>
                  </a:lnTo>
                  <a:lnTo>
                    <a:pt x="2412315" y="720901"/>
                  </a:lnTo>
                  <a:lnTo>
                    <a:pt x="2412307" y="720922"/>
                  </a:lnTo>
                  <a:lnTo>
                    <a:pt x="2412275" y="721007"/>
                  </a:lnTo>
                  <a:lnTo>
                    <a:pt x="2412273" y="721012"/>
                  </a:lnTo>
                  <a:lnTo>
                    <a:pt x="2412272" y="721019"/>
                  </a:lnTo>
                  <a:lnTo>
                    <a:pt x="2412267" y="721054"/>
                  </a:lnTo>
                  <a:lnTo>
                    <a:pt x="2412266" y="721064"/>
                  </a:lnTo>
                  <a:lnTo>
                    <a:pt x="2412266" y="721071"/>
                  </a:lnTo>
                  <a:lnTo>
                    <a:pt x="2412267" y="721078"/>
                  </a:lnTo>
                  <a:lnTo>
                    <a:pt x="2412285" y="721098"/>
                  </a:lnTo>
                  <a:lnTo>
                    <a:pt x="2412280" y="721116"/>
                  </a:lnTo>
                  <a:lnTo>
                    <a:pt x="2412277" y="721127"/>
                  </a:lnTo>
                  <a:lnTo>
                    <a:pt x="2412273" y="721138"/>
                  </a:lnTo>
                  <a:lnTo>
                    <a:pt x="2412269" y="721147"/>
                  </a:lnTo>
                  <a:lnTo>
                    <a:pt x="2412266" y="721153"/>
                  </a:lnTo>
                  <a:lnTo>
                    <a:pt x="2412263" y="721157"/>
                  </a:lnTo>
                  <a:lnTo>
                    <a:pt x="2412258" y="721162"/>
                  </a:lnTo>
                  <a:lnTo>
                    <a:pt x="2412252" y="721166"/>
                  </a:lnTo>
                  <a:lnTo>
                    <a:pt x="2412246" y="721169"/>
                  </a:lnTo>
                  <a:lnTo>
                    <a:pt x="2412240" y="721174"/>
                  </a:lnTo>
                  <a:lnTo>
                    <a:pt x="2412234" y="721180"/>
                  </a:lnTo>
                  <a:lnTo>
                    <a:pt x="2412229" y="721187"/>
                  </a:lnTo>
                  <a:lnTo>
                    <a:pt x="2412195" y="721249"/>
                  </a:lnTo>
                  <a:lnTo>
                    <a:pt x="2412178" y="721274"/>
                  </a:lnTo>
                  <a:lnTo>
                    <a:pt x="2412159" y="721300"/>
                  </a:lnTo>
                  <a:lnTo>
                    <a:pt x="2412148" y="721313"/>
                  </a:lnTo>
                  <a:lnTo>
                    <a:pt x="2412137" y="721325"/>
                  </a:lnTo>
                  <a:lnTo>
                    <a:pt x="2412128" y="721335"/>
                  </a:lnTo>
                  <a:lnTo>
                    <a:pt x="2412118" y="721343"/>
                  </a:lnTo>
                  <a:lnTo>
                    <a:pt x="2412058" y="721388"/>
                  </a:lnTo>
                  <a:lnTo>
                    <a:pt x="2412052" y="721392"/>
                  </a:lnTo>
                  <a:lnTo>
                    <a:pt x="2412022" y="721408"/>
                  </a:lnTo>
                  <a:lnTo>
                    <a:pt x="2412004" y="721417"/>
                  </a:lnTo>
                  <a:lnTo>
                    <a:pt x="2411967" y="721429"/>
                  </a:lnTo>
                  <a:lnTo>
                    <a:pt x="2411934" y="721437"/>
                  </a:lnTo>
                  <a:lnTo>
                    <a:pt x="2411842" y="721451"/>
                  </a:lnTo>
                  <a:lnTo>
                    <a:pt x="2411782" y="721466"/>
                  </a:lnTo>
                  <a:lnTo>
                    <a:pt x="2411738" y="721476"/>
                  </a:lnTo>
                  <a:lnTo>
                    <a:pt x="2411686" y="721500"/>
                  </a:lnTo>
                  <a:lnTo>
                    <a:pt x="2411675" y="721503"/>
                  </a:lnTo>
                  <a:lnTo>
                    <a:pt x="2411608" y="721523"/>
                  </a:lnTo>
                  <a:lnTo>
                    <a:pt x="2411562" y="721538"/>
                  </a:lnTo>
                  <a:lnTo>
                    <a:pt x="2411537" y="721554"/>
                  </a:lnTo>
                  <a:lnTo>
                    <a:pt x="2411522" y="721566"/>
                  </a:lnTo>
                  <a:lnTo>
                    <a:pt x="2411511" y="721580"/>
                  </a:lnTo>
                  <a:lnTo>
                    <a:pt x="2411490" y="721598"/>
                  </a:lnTo>
                  <a:lnTo>
                    <a:pt x="2411477" y="721610"/>
                  </a:lnTo>
                  <a:lnTo>
                    <a:pt x="2411447" y="721621"/>
                  </a:lnTo>
                  <a:lnTo>
                    <a:pt x="2411392" y="721629"/>
                  </a:lnTo>
                  <a:lnTo>
                    <a:pt x="2411368" y="721631"/>
                  </a:lnTo>
                  <a:lnTo>
                    <a:pt x="2411333" y="721628"/>
                  </a:lnTo>
                  <a:lnTo>
                    <a:pt x="2411305" y="721622"/>
                  </a:lnTo>
                  <a:lnTo>
                    <a:pt x="2411279" y="721613"/>
                  </a:lnTo>
                  <a:lnTo>
                    <a:pt x="2411265" y="721616"/>
                  </a:lnTo>
                  <a:lnTo>
                    <a:pt x="2411241" y="721621"/>
                  </a:lnTo>
                  <a:lnTo>
                    <a:pt x="2411216" y="721630"/>
                  </a:lnTo>
                  <a:lnTo>
                    <a:pt x="2411207" y="721628"/>
                  </a:lnTo>
                  <a:lnTo>
                    <a:pt x="2411197" y="721629"/>
                  </a:lnTo>
                  <a:lnTo>
                    <a:pt x="2411159" y="721630"/>
                  </a:lnTo>
                  <a:lnTo>
                    <a:pt x="2411127" y="721632"/>
                  </a:lnTo>
                  <a:lnTo>
                    <a:pt x="2411109" y="721634"/>
                  </a:lnTo>
                  <a:lnTo>
                    <a:pt x="2411097" y="721633"/>
                  </a:lnTo>
                  <a:lnTo>
                    <a:pt x="2411085" y="721633"/>
                  </a:lnTo>
                  <a:lnTo>
                    <a:pt x="2411035" y="721633"/>
                  </a:lnTo>
                  <a:lnTo>
                    <a:pt x="2411016" y="721634"/>
                  </a:lnTo>
                  <a:lnTo>
                    <a:pt x="2410976" y="721645"/>
                  </a:lnTo>
                  <a:lnTo>
                    <a:pt x="2410953" y="721652"/>
                  </a:lnTo>
                  <a:lnTo>
                    <a:pt x="2410915" y="721668"/>
                  </a:lnTo>
                  <a:lnTo>
                    <a:pt x="2410862" y="721691"/>
                  </a:lnTo>
                  <a:lnTo>
                    <a:pt x="2410828" y="721709"/>
                  </a:lnTo>
                  <a:lnTo>
                    <a:pt x="2410816" y="721717"/>
                  </a:lnTo>
                  <a:lnTo>
                    <a:pt x="2410795" y="721724"/>
                  </a:lnTo>
                  <a:lnTo>
                    <a:pt x="2410782" y="721732"/>
                  </a:lnTo>
                  <a:lnTo>
                    <a:pt x="2410750" y="721755"/>
                  </a:lnTo>
                  <a:lnTo>
                    <a:pt x="2410637" y="721845"/>
                  </a:lnTo>
                  <a:lnTo>
                    <a:pt x="2410567" y="721916"/>
                  </a:lnTo>
                  <a:lnTo>
                    <a:pt x="2410528" y="721969"/>
                  </a:lnTo>
                  <a:lnTo>
                    <a:pt x="2410483" y="722058"/>
                  </a:lnTo>
                  <a:lnTo>
                    <a:pt x="2410405" y="722247"/>
                  </a:lnTo>
                  <a:lnTo>
                    <a:pt x="2410347" y="722404"/>
                  </a:lnTo>
                  <a:lnTo>
                    <a:pt x="2410331" y="722451"/>
                  </a:lnTo>
                  <a:lnTo>
                    <a:pt x="2410333" y="722473"/>
                  </a:lnTo>
                  <a:lnTo>
                    <a:pt x="2410339" y="722494"/>
                  </a:lnTo>
                  <a:lnTo>
                    <a:pt x="2410352" y="722507"/>
                  </a:lnTo>
                  <a:lnTo>
                    <a:pt x="2410368" y="722513"/>
                  </a:lnTo>
                  <a:lnTo>
                    <a:pt x="2410412" y="722507"/>
                  </a:lnTo>
                  <a:lnTo>
                    <a:pt x="2410443" y="722503"/>
                  </a:lnTo>
                  <a:lnTo>
                    <a:pt x="2410450" y="722498"/>
                  </a:lnTo>
                  <a:lnTo>
                    <a:pt x="2410484" y="722494"/>
                  </a:lnTo>
                  <a:lnTo>
                    <a:pt x="2410508" y="722490"/>
                  </a:lnTo>
                  <a:lnTo>
                    <a:pt x="2410521" y="722488"/>
                  </a:lnTo>
                  <a:lnTo>
                    <a:pt x="2410560" y="722476"/>
                  </a:lnTo>
                  <a:lnTo>
                    <a:pt x="2410644" y="722461"/>
                  </a:lnTo>
                  <a:lnTo>
                    <a:pt x="2410702" y="722447"/>
                  </a:lnTo>
                  <a:lnTo>
                    <a:pt x="2410738" y="722443"/>
                  </a:lnTo>
                  <a:lnTo>
                    <a:pt x="2410762" y="722442"/>
                  </a:lnTo>
                  <a:lnTo>
                    <a:pt x="2410803" y="722436"/>
                  </a:lnTo>
                  <a:lnTo>
                    <a:pt x="2410829" y="722434"/>
                  </a:lnTo>
                  <a:lnTo>
                    <a:pt x="2410845" y="722432"/>
                  </a:lnTo>
                  <a:lnTo>
                    <a:pt x="2410873" y="722431"/>
                  </a:lnTo>
                  <a:lnTo>
                    <a:pt x="2410940" y="722434"/>
                  </a:lnTo>
                  <a:lnTo>
                    <a:pt x="2410950" y="722433"/>
                  </a:lnTo>
                  <a:lnTo>
                    <a:pt x="2410988" y="722429"/>
                  </a:lnTo>
                  <a:lnTo>
                    <a:pt x="2411019" y="722426"/>
                  </a:lnTo>
                  <a:lnTo>
                    <a:pt x="2411053" y="722425"/>
                  </a:lnTo>
                  <a:lnTo>
                    <a:pt x="2411127" y="722430"/>
                  </a:lnTo>
                  <a:lnTo>
                    <a:pt x="2411163" y="722435"/>
                  </a:lnTo>
                  <a:lnTo>
                    <a:pt x="2411196" y="722435"/>
                  </a:lnTo>
                  <a:lnTo>
                    <a:pt x="2411248" y="722437"/>
                  </a:lnTo>
                  <a:lnTo>
                    <a:pt x="2411304" y="722430"/>
                  </a:lnTo>
                  <a:lnTo>
                    <a:pt x="2411329" y="722437"/>
                  </a:lnTo>
                  <a:lnTo>
                    <a:pt x="2411340" y="722443"/>
                  </a:lnTo>
                  <a:lnTo>
                    <a:pt x="2411351" y="722450"/>
                  </a:lnTo>
                  <a:lnTo>
                    <a:pt x="2411366" y="722457"/>
                  </a:lnTo>
                  <a:lnTo>
                    <a:pt x="2411385" y="722463"/>
                  </a:lnTo>
                  <a:lnTo>
                    <a:pt x="2411397" y="722467"/>
                  </a:lnTo>
                  <a:lnTo>
                    <a:pt x="2411427" y="722480"/>
                  </a:lnTo>
                  <a:lnTo>
                    <a:pt x="2411450" y="722482"/>
                  </a:lnTo>
                  <a:lnTo>
                    <a:pt x="2411482" y="722490"/>
                  </a:lnTo>
                  <a:lnTo>
                    <a:pt x="2411529" y="722500"/>
                  </a:lnTo>
                  <a:lnTo>
                    <a:pt x="2411587" y="722492"/>
                  </a:lnTo>
                  <a:lnTo>
                    <a:pt x="2411674" y="722462"/>
                  </a:lnTo>
                  <a:lnTo>
                    <a:pt x="2411707" y="722448"/>
                  </a:lnTo>
                  <a:lnTo>
                    <a:pt x="2411762" y="722415"/>
                  </a:lnTo>
                  <a:lnTo>
                    <a:pt x="2411783" y="722396"/>
                  </a:lnTo>
                  <a:lnTo>
                    <a:pt x="2411791" y="722387"/>
                  </a:lnTo>
                  <a:lnTo>
                    <a:pt x="2411800" y="722364"/>
                  </a:lnTo>
                  <a:lnTo>
                    <a:pt x="2411806" y="722326"/>
                  </a:lnTo>
                  <a:lnTo>
                    <a:pt x="2411812" y="722292"/>
                  </a:lnTo>
                  <a:lnTo>
                    <a:pt x="2411813" y="722283"/>
                  </a:lnTo>
                  <a:lnTo>
                    <a:pt x="2411815" y="722272"/>
                  </a:lnTo>
                  <a:lnTo>
                    <a:pt x="2411819" y="722258"/>
                  </a:lnTo>
                  <a:lnTo>
                    <a:pt x="2411823" y="722239"/>
                  </a:lnTo>
                  <a:lnTo>
                    <a:pt x="2411822" y="722230"/>
                  </a:lnTo>
                  <a:lnTo>
                    <a:pt x="2411827" y="722219"/>
                  </a:lnTo>
                  <a:lnTo>
                    <a:pt x="2411841" y="722200"/>
                  </a:lnTo>
                  <a:lnTo>
                    <a:pt x="2411863" y="722181"/>
                  </a:lnTo>
                  <a:lnTo>
                    <a:pt x="2411881" y="722170"/>
                  </a:lnTo>
                  <a:lnTo>
                    <a:pt x="2411905" y="722159"/>
                  </a:lnTo>
                  <a:lnTo>
                    <a:pt x="2411935" y="722147"/>
                  </a:lnTo>
                  <a:lnTo>
                    <a:pt x="2411962" y="722141"/>
                  </a:lnTo>
                  <a:lnTo>
                    <a:pt x="2411970" y="722142"/>
                  </a:lnTo>
                  <a:lnTo>
                    <a:pt x="2411979" y="722143"/>
                  </a:lnTo>
                  <a:lnTo>
                    <a:pt x="2411989" y="722143"/>
                  </a:lnTo>
                  <a:lnTo>
                    <a:pt x="2412018" y="722143"/>
                  </a:lnTo>
                  <a:lnTo>
                    <a:pt x="2412031" y="722143"/>
                  </a:lnTo>
                  <a:lnTo>
                    <a:pt x="2412038" y="722141"/>
                  </a:lnTo>
                  <a:lnTo>
                    <a:pt x="2412047" y="722136"/>
                  </a:lnTo>
                  <a:lnTo>
                    <a:pt x="2412060" y="722130"/>
                  </a:lnTo>
                  <a:lnTo>
                    <a:pt x="2412065" y="722128"/>
                  </a:lnTo>
                  <a:lnTo>
                    <a:pt x="2412070" y="722127"/>
                  </a:lnTo>
                  <a:lnTo>
                    <a:pt x="2412078" y="722125"/>
                  </a:lnTo>
                  <a:lnTo>
                    <a:pt x="2412088" y="722124"/>
                  </a:lnTo>
                  <a:lnTo>
                    <a:pt x="2412109" y="722122"/>
                  </a:lnTo>
                  <a:lnTo>
                    <a:pt x="2412145" y="722119"/>
                  </a:lnTo>
                  <a:lnTo>
                    <a:pt x="2412153" y="722118"/>
                  </a:lnTo>
                  <a:lnTo>
                    <a:pt x="2412170" y="722115"/>
                  </a:lnTo>
                  <a:lnTo>
                    <a:pt x="2412213" y="722111"/>
                  </a:lnTo>
                  <a:lnTo>
                    <a:pt x="2412220" y="722111"/>
                  </a:lnTo>
                  <a:lnTo>
                    <a:pt x="2412347" y="722113"/>
                  </a:lnTo>
                  <a:lnTo>
                    <a:pt x="2412355" y="722112"/>
                  </a:lnTo>
                  <a:lnTo>
                    <a:pt x="2412373" y="722111"/>
                  </a:lnTo>
                  <a:lnTo>
                    <a:pt x="2412416" y="722109"/>
                  </a:lnTo>
                  <a:lnTo>
                    <a:pt x="2412422" y="722109"/>
                  </a:lnTo>
                  <a:lnTo>
                    <a:pt x="2412428" y="722110"/>
                  </a:lnTo>
                  <a:lnTo>
                    <a:pt x="2412439" y="722110"/>
                  </a:lnTo>
                  <a:lnTo>
                    <a:pt x="2412538" y="722122"/>
                  </a:lnTo>
                  <a:lnTo>
                    <a:pt x="2412589" y="722126"/>
                  </a:lnTo>
                  <a:lnTo>
                    <a:pt x="2412619" y="722127"/>
                  </a:lnTo>
                  <a:lnTo>
                    <a:pt x="2412650" y="722127"/>
                  </a:lnTo>
                  <a:lnTo>
                    <a:pt x="2412680" y="722126"/>
                  </a:lnTo>
                  <a:lnTo>
                    <a:pt x="2412708" y="722124"/>
                  </a:lnTo>
                  <a:lnTo>
                    <a:pt x="2412732" y="722121"/>
                  </a:lnTo>
                  <a:lnTo>
                    <a:pt x="2412752" y="722118"/>
                  </a:lnTo>
                  <a:lnTo>
                    <a:pt x="2412780" y="722112"/>
                  </a:lnTo>
                  <a:lnTo>
                    <a:pt x="2412814" y="722106"/>
                  </a:lnTo>
                  <a:lnTo>
                    <a:pt x="2412849" y="722097"/>
                  </a:lnTo>
                  <a:lnTo>
                    <a:pt x="2412891" y="722085"/>
                  </a:lnTo>
                  <a:lnTo>
                    <a:pt x="2412935" y="722070"/>
                  </a:lnTo>
                  <a:lnTo>
                    <a:pt x="2412972" y="722055"/>
                  </a:lnTo>
                  <a:lnTo>
                    <a:pt x="2412987" y="722048"/>
                  </a:lnTo>
                  <a:lnTo>
                    <a:pt x="2413014" y="722035"/>
                  </a:lnTo>
                  <a:lnTo>
                    <a:pt x="2413051" y="722014"/>
                  </a:lnTo>
                  <a:lnTo>
                    <a:pt x="2413089" y="721989"/>
                  </a:lnTo>
                  <a:lnTo>
                    <a:pt x="2413176" y="721925"/>
                  </a:lnTo>
                  <a:lnTo>
                    <a:pt x="2413190" y="721912"/>
                  </a:lnTo>
                  <a:lnTo>
                    <a:pt x="2413194" y="721908"/>
                  </a:lnTo>
                  <a:lnTo>
                    <a:pt x="2413201" y="721904"/>
                  </a:lnTo>
                  <a:lnTo>
                    <a:pt x="2413210" y="721902"/>
                  </a:lnTo>
                  <a:lnTo>
                    <a:pt x="2413216" y="721899"/>
                  </a:lnTo>
                  <a:lnTo>
                    <a:pt x="2413222" y="721894"/>
                  </a:lnTo>
                  <a:lnTo>
                    <a:pt x="2413227" y="721890"/>
                  </a:lnTo>
                  <a:lnTo>
                    <a:pt x="2413232" y="721884"/>
                  </a:lnTo>
                  <a:lnTo>
                    <a:pt x="2413239" y="721876"/>
                  </a:lnTo>
                  <a:lnTo>
                    <a:pt x="2413247" y="721866"/>
                  </a:lnTo>
                  <a:lnTo>
                    <a:pt x="2413261" y="721846"/>
                  </a:lnTo>
                  <a:lnTo>
                    <a:pt x="2413273" y="721826"/>
                  </a:lnTo>
                  <a:lnTo>
                    <a:pt x="2413324" y="721742"/>
                  </a:lnTo>
                  <a:lnTo>
                    <a:pt x="2413345" y="721710"/>
                  </a:lnTo>
                  <a:lnTo>
                    <a:pt x="2413353" y="721696"/>
                  </a:lnTo>
                  <a:lnTo>
                    <a:pt x="2413361" y="721681"/>
                  </a:lnTo>
                  <a:lnTo>
                    <a:pt x="2413365" y="721672"/>
                  </a:lnTo>
                  <a:lnTo>
                    <a:pt x="2413381" y="721629"/>
                  </a:lnTo>
                  <a:lnTo>
                    <a:pt x="2413411" y="721565"/>
                  </a:lnTo>
                  <a:lnTo>
                    <a:pt x="2413414" y="721554"/>
                  </a:lnTo>
                  <a:lnTo>
                    <a:pt x="2413417" y="721541"/>
                  </a:lnTo>
                  <a:lnTo>
                    <a:pt x="2413420" y="721526"/>
                  </a:lnTo>
                  <a:lnTo>
                    <a:pt x="2413429" y="721454"/>
                  </a:lnTo>
                  <a:lnTo>
                    <a:pt x="2413431" y="721444"/>
                  </a:lnTo>
                  <a:lnTo>
                    <a:pt x="2413436" y="721410"/>
                  </a:lnTo>
                  <a:lnTo>
                    <a:pt x="2413464" y="721294"/>
                  </a:lnTo>
                  <a:lnTo>
                    <a:pt x="2413468" y="721281"/>
                  </a:lnTo>
                  <a:lnTo>
                    <a:pt x="2413473" y="721267"/>
                  </a:lnTo>
                  <a:lnTo>
                    <a:pt x="2413518" y="721164"/>
                  </a:lnTo>
                  <a:lnTo>
                    <a:pt x="2413540" y="721124"/>
                  </a:lnTo>
                  <a:lnTo>
                    <a:pt x="2413595" y="721034"/>
                  </a:lnTo>
                  <a:lnTo>
                    <a:pt x="2413599" y="721025"/>
                  </a:lnTo>
                  <a:lnTo>
                    <a:pt x="2413603" y="721018"/>
                  </a:lnTo>
                  <a:lnTo>
                    <a:pt x="2413605" y="721010"/>
                  </a:lnTo>
                  <a:lnTo>
                    <a:pt x="2413617" y="720961"/>
                  </a:lnTo>
                  <a:lnTo>
                    <a:pt x="2413619" y="720953"/>
                  </a:lnTo>
                  <a:lnTo>
                    <a:pt x="2413622" y="720946"/>
                  </a:lnTo>
                  <a:lnTo>
                    <a:pt x="2413625" y="720940"/>
                  </a:lnTo>
                  <a:lnTo>
                    <a:pt x="2413629" y="720934"/>
                  </a:lnTo>
                  <a:lnTo>
                    <a:pt x="2413633" y="720928"/>
                  </a:lnTo>
                  <a:lnTo>
                    <a:pt x="2413650" y="720909"/>
                  </a:lnTo>
                  <a:lnTo>
                    <a:pt x="2413656" y="720901"/>
                  </a:lnTo>
                  <a:lnTo>
                    <a:pt x="2413661" y="720893"/>
                  </a:lnTo>
                  <a:lnTo>
                    <a:pt x="2413664" y="720883"/>
                  </a:lnTo>
                  <a:lnTo>
                    <a:pt x="2413668" y="720872"/>
                  </a:lnTo>
                  <a:lnTo>
                    <a:pt x="2413677" y="720826"/>
                  </a:lnTo>
                  <a:lnTo>
                    <a:pt x="2413680" y="720807"/>
                  </a:lnTo>
                  <a:lnTo>
                    <a:pt x="2413681" y="720788"/>
                  </a:lnTo>
                  <a:lnTo>
                    <a:pt x="2413681" y="720768"/>
                  </a:lnTo>
                  <a:lnTo>
                    <a:pt x="2413680" y="720748"/>
                  </a:lnTo>
                  <a:lnTo>
                    <a:pt x="2413675" y="720706"/>
                  </a:lnTo>
                  <a:lnTo>
                    <a:pt x="2413659" y="720626"/>
                  </a:lnTo>
                  <a:lnTo>
                    <a:pt x="2413656" y="720614"/>
                  </a:lnTo>
                  <a:lnTo>
                    <a:pt x="2413652" y="720604"/>
                  </a:lnTo>
                  <a:lnTo>
                    <a:pt x="2413648" y="720596"/>
                  </a:lnTo>
                  <a:lnTo>
                    <a:pt x="2413643" y="720587"/>
                  </a:lnTo>
                  <a:lnTo>
                    <a:pt x="2413638" y="720579"/>
                  </a:lnTo>
                  <a:lnTo>
                    <a:pt x="2413634" y="720573"/>
                  </a:lnTo>
                  <a:lnTo>
                    <a:pt x="2413629" y="720566"/>
                  </a:lnTo>
                  <a:lnTo>
                    <a:pt x="2413622" y="720559"/>
                  </a:lnTo>
                  <a:lnTo>
                    <a:pt x="2413598" y="720528"/>
                  </a:lnTo>
                  <a:lnTo>
                    <a:pt x="2413593" y="720521"/>
                  </a:lnTo>
                  <a:lnTo>
                    <a:pt x="2413590" y="720514"/>
                  </a:lnTo>
                  <a:lnTo>
                    <a:pt x="2413587" y="720508"/>
                  </a:lnTo>
                  <a:lnTo>
                    <a:pt x="2413585" y="720502"/>
                  </a:lnTo>
                  <a:lnTo>
                    <a:pt x="2413583" y="720496"/>
                  </a:lnTo>
                  <a:lnTo>
                    <a:pt x="2413582" y="720490"/>
                  </a:lnTo>
                  <a:lnTo>
                    <a:pt x="2413581" y="720484"/>
                  </a:lnTo>
                  <a:lnTo>
                    <a:pt x="2413581" y="720477"/>
                  </a:lnTo>
                  <a:lnTo>
                    <a:pt x="2413581" y="720469"/>
                  </a:lnTo>
                  <a:lnTo>
                    <a:pt x="2413583" y="720463"/>
                  </a:lnTo>
                  <a:lnTo>
                    <a:pt x="2413586" y="720455"/>
                  </a:lnTo>
                  <a:lnTo>
                    <a:pt x="2413591" y="720450"/>
                  </a:lnTo>
                  <a:lnTo>
                    <a:pt x="2413596" y="720444"/>
                  </a:lnTo>
                  <a:lnTo>
                    <a:pt x="2413622" y="720419"/>
                  </a:lnTo>
                  <a:lnTo>
                    <a:pt x="2413627" y="720413"/>
                  </a:lnTo>
                  <a:lnTo>
                    <a:pt x="2413631" y="720407"/>
                  </a:lnTo>
                  <a:lnTo>
                    <a:pt x="2413635" y="720400"/>
                  </a:lnTo>
                  <a:lnTo>
                    <a:pt x="2413639" y="720391"/>
                  </a:lnTo>
                  <a:lnTo>
                    <a:pt x="2413646" y="720372"/>
                  </a:lnTo>
                  <a:lnTo>
                    <a:pt x="2413649" y="720364"/>
                  </a:lnTo>
                  <a:lnTo>
                    <a:pt x="2413651" y="720356"/>
                  </a:lnTo>
                  <a:lnTo>
                    <a:pt x="2413651" y="720348"/>
                  </a:lnTo>
                  <a:lnTo>
                    <a:pt x="2413648" y="720332"/>
                  </a:lnTo>
                  <a:lnTo>
                    <a:pt x="2413648" y="720324"/>
                  </a:lnTo>
                  <a:lnTo>
                    <a:pt x="2413648" y="720315"/>
                  </a:lnTo>
                  <a:lnTo>
                    <a:pt x="2413650" y="720310"/>
                  </a:lnTo>
                  <a:lnTo>
                    <a:pt x="2413652" y="720304"/>
                  </a:lnTo>
                  <a:lnTo>
                    <a:pt x="2413655" y="720299"/>
                  </a:lnTo>
                  <a:lnTo>
                    <a:pt x="2413658" y="720293"/>
                  </a:lnTo>
                  <a:lnTo>
                    <a:pt x="2413662" y="720287"/>
                  </a:lnTo>
                  <a:lnTo>
                    <a:pt x="2413666" y="720281"/>
                  </a:lnTo>
                  <a:lnTo>
                    <a:pt x="2413669" y="720277"/>
                  </a:lnTo>
                  <a:lnTo>
                    <a:pt x="2413674" y="720272"/>
                  </a:lnTo>
                  <a:lnTo>
                    <a:pt x="2413680" y="720269"/>
                  </a:lnTo>
                  <a:lnTo>
                    <a:pt x="2413681" y="720277"/>
                  </a:lnTo>
                  <a:lnTo>
                    <a:pt x="2413675" y="720283"/>
                  </a:lnTo>
                  <a:lnTo>
                    <a:pt x="2413672" y="720287"/>
                  </a:lnTo>
                  <a:lnTo>
                    <a:pt x="2413668" y="720293"/>
                  </a:lnTo>
                  <a:lnTo>
                    <a:pt x="2413664" y="720310"/>
                  </a:lnTo>
                  <a:lnTo>
                    <a:pt x="2413660" y="720315"/>
                  </a:lnTo>
                  <a:lnTo>
                    <a:pt x="2413657" y="720321"/>
                  </a:lnTo>
                  <a:lnTo>
                    <a:pt x="2413656" y="720327"/>
                  </a:lnTo>
                  <a:lnTo>
                    <a:pt x="2413660" y="720331"/>
                  </a:lnTo>
                  <a:lnTo>
                    <a:pt x="2413665" y="720331"/>
                  </a:lnTo>
                  <a:lnTo>
                    <a:pt x="2413670" y="720330"/>
                  </a:lnTo>
                  <a:lnTo>
                    <a:pt x="2413667" y="720362"/>
                  </a:lnTo>
                  <a:lnTo>
                    <a:pt x="2413665" y="720368"/>
                  </a:lnTo>
                  <a:lnTo>
                    <a:pt x="2413663" y="720374"/>
                  </a:lnTo>
                  <a:lnTo>
                    <a:pt x="2413650" y="720409"/>
                  </a:lnTo>
                  <a:lnTo>
                    <a:pt x="2413648" y="720414"/>
                  </a:lnTo>
                  <a:lnTo>
                    <a:pt x="2413633" y="720439"/>
                  </a:lnTo>
                  <a:lnTo>
                    <a:pt x="2413608" y="720471"/>
                  </a:lnTo>
                  <a:lnTo>
                    <a:pt x="2413606" y="720477"/>
                  </a:lnTo>
                  <a:lnTo>
                    <a:pt x="2413604" y="720485"/>
                  </a:lnTo>
                  <a:lnTo>
                    <a:pt x="2413603" y="720493"/>
                  </a:lnTo>
                  <a:lnTo>
                    <a:pt x="2413604" y="720499"/>
                  </a:lnTo>
                  <a:lnTo>
                    <a:pt x="2413607" y="720505"/>
                  </a:lnTo>
                  <a:lnTo>
                    <a:pt x="2413611" y="720509"/>
                  </a:lnTo>
                  <a:lnTo>
                    <a:pt x="2413622" y="720520"/>
                  </a:lnTo>
                  <a:lnTo>
                    <a:pt x="2413642" y="720543"/>
                  </a:lnTo>
                  <a:lnTo>
                    <a:pt x="2413651" y="720555"/>
                  </a:lnTo>
                  <a:lnTo>
                    <a:pt x="2413666" y="720578"/>
                  </a:lnTo>
                  <a:lnTo>
                    <a:pt x="2413674" y="720592"/>
                  </a:lnTo>
                  <a:lnTo>
                    <a:pt x="2413680" y="720606"/>
                  </a:lnTo>
                  <a:lnTo>
                    <a:pt x="2413686" y="720622"/>
                  </a:lnTo>
                  <a:lnTo>
                    <a:pt x="2413689" y="720630"/>
                  </a:lnTo>
                  <a:lnTo>
                    <a:pt x="2413699" y="720686"/>
                  </a:lnTo>
                  <a:lnTo>
                    <a:pt x="2413706" y="720710"/>
                  </a:lnTo>
                  <a:lnTo>
                    <a:pt x="2413709" y="720718"/>
                  </a:lnTo>
                  <a:lnTo>
                    <a:pt x="2413712" y="720760"/>
                  </a:lnTo>
                  <a:lnTo>
                    <a:pt x="2413709" y="720839"/>
                  </a:lnTo>
                  <a:lnTo>
                    <a:pt x="2413677" y="720955"/>
                  </a:lnTo>
                  <a:lnTo>
                    <a:pt x="2413671" y="720988"/>
                  </a:lnTo>
                  <a:lnTo>
                    <a:pt x="2413662" y="721010"/>
                  </a:lnTo>
                  <a:lnTo>
                    <a:pt x="2413659" y="721022"/>
                  </a:lnTo>
                  <a:lnTo>
                    <a:pt x="2413655" y="721032"/>
                  </a:lnTo>
                  <a:lnTo>
                    <a:pt x="2413650" y="721036"/>
                  </a:lnTo>
                  <a:lnTo>
                    <a:pt x="2413645" y="721040"/>
                  </a:lnTo>
                  <a:lnTo>
                    <a:pt x="2413633" y="721056"/>
                  </a:lnTo>
                  <a:lnTo>
                    <a:pt x="2413630" y="721060"/>
                  </a:lnTo>
                  <a:lnTo>
                    <a:pt x="2413593" y="721124"/>
                  </a:lnTo>
                  <a:lnTo>
                    <a:pt x="2413564" y="721183"/>
                  </a:lnTo>
                  <a:lnTo>
                    <a:pt x="2413530" y="721264"/>
                  </a:lnTo>
                  <a:lnTo>
                    <a:pt x="2413528" y="721270"/>
                  </a:lnTo>
                  <a:lnTo>
                    <a:pt x="2413527" y="721279"/>
                  </a:lnTo>
                  <a:lnTo>
                    <a:pt x="2413498" y="721428"/>
                  </a:lnTo>
                  <a:lnTo>
                    <a:pt x="2413476" y="721579"/>
                  </a:lnTo>
                  <a:lnTo>
                    <a:pt x="2413470" y="721626"/>
                  </a:lnTo>
                  <a:lnTo>
                    <a:pt x="2413468" y="721655"/>
                  </a:lnTo>
                  <a:lnTo>
                    <a:pt x="2413464" y="721662"/>
                  </a:lnTo>
                  <a:lnTo>
                    <a:pt x="2413460" y="721667"/>
                  </a:lnTo>
                  <a:lnTo>
                    <a:pt x="2413433" y="721690"/>
                  </a:lnTo>
                  <a:lnTo>
                    <a:pt x="2413429" y="721696"/>
                  </a:lnTo>
                  <a:lnTo>
                    <a:pt x="2413412" y="721736"/>
                  </a:lnTo>
                  <a:lnTo>
                    <a:pt x="2413405" y="721752"/>
                  </a:lnTo>
                  <a:lnTo>
                    <a:pt x="2413396" y="721767"/>
                  </a:lnTo>
                  <a:lnTo>
                    <a:pt x="2413363" y="721807"/>
                  </a:lnTo>
                  <a:lnTo>
                    <a:pt x="2413309" y="721870"/>
                  </a:lnTo>
                  <a:lnTo>
                    <a:pt x="2413257" y="721935"/>
                  </a:lnTo>
                  <a:lnTo>
                    <a:pt x="2413188" y="722113"/>
                  </a:lnTo>
                  <a:lnTo>
                    <a:pt x="2413180" y="722123"/>
                  </a:lnTo>
                  <a:lnTo>
                    <a:pt x="2413163" y="722136"/>
                  </a:lnTo>
                  <a:lnTo>
                    <a:pt x="2413150" y="722144"/>
                  </a:lnTo>
                  <a:lnTo>
                    <a:pt x="2413139" y="722152"/>
                  </a:lnTo>
                  <a:lnTo>
                    <a:pt x="2413133" y="722153"/>
                  </a:lnTo>
                  <a:lnTo>
                    <a:pt x="2413119" y="722155"/>
                  </a:lnTo>
                  <a:lnTo>
                    <a:pt x="2413102" y="722157"/>
                  </a:lnTo>
                  <a:lnTo>
                    <a:pt x="2413081" y="722160"/>
                  </a:lnTo>
                  <a:lnTo>
                    <a:pt x="2413066" y="722164"/>
                  </a:lnTo>
                  <a:lnTo>
                    <a:pt x="2413038" y="722173"/>
                  </a:lnTo>
                  <a:lnTo>
                    <a:pt x="2412995" y="722188"/>
                  </a:lnTo>
                  <a:lnTo>
                    <a:pt x="2412969" y="722196"/>
                  </a:lnTo>
                  <a:lnTo>
                    <a:pt x="2412947" y="722203"/>
                  </a:lnTo>
                  <a:lnTo>
                    <a:pt x="2412931" y="722207"/>
                  </a:lnTo>
                  <a:lnTo>
                    <a:pt x="2412918" y="722208"/>
                  </a:lnTo>
                  <a:lnTo>
                    <a:pt x="2412880" y="722213"/>
                  </a:lnTo>
                  <a:lnTo>
                    <a:pt x="2412853" y="722217"/>
                  </a:lnTo>
                  <a:lnTo>
                    <a:pt x="2412834" y="722224"/>
                  </a:lnTo>
                  <a:lnTo>
                    <a:pt x="2412817" y="722227"/>
                  </a:lnTo>
                  <a:lnTo>
                    <a:pt x="2412795" y="722230"/>
                  </a:lnTo>
                  <a:lnTo>
                    <a:pt x="2412787" y="722228"/>
                  </a:lnTo>
                  <a:lnTo>
                    <a:pt x="2412779" y="722234"/>
                  </a:lnTo>
                  <a:lnTo>
                    <a:pt x="2412773" y="722237"/>
                  </a:lnTo>
                  <a:lnTo>
                    <a:pt x="2412767" y="722233"/>
                  </a:lnTo>
                  <a:lnTo>
                    <a:pt x="2412762" y="722233"/>
                  </a:lnTo>
                  <a:lnTo>
                    <a:pt x="2412718" y="722239"/>
                  </a:lnTo>
                  <a:lnTo>
                    <a:pt x="2412570" y="722256"/>
                  </a:lnTo>
                  <a:lnTo>
                    <a:pt x="2412541" y="722259"/>
                  </a:lnTo>
                  <a:lnTo>
                    <a:pt x="2412515" y="722260"/>
                  </a:lnTo>
                  <a:lnTo>
                    <a:pt x="2412503" y="722260"/>
                  </a:lnTo>
                  <a:lnTo>
                    <a:pt x="2412498" y="722259"/>
                  </a:lnTo>
                  <a:lnTo>
                    <a:pt x="2412488" y="722254"/>
                  </a:lnTo>
                  <a:lnTo>
                    <a:pt x="2412477" y="722253"/>
                  </a:lnTo>
                  <a:lnTo>
                    <a:pt x="2412468" y="722256"/>
                  </a:lnTo>
                  <a:lnTo>
                    <a:pt x="2412464" y="722260"/>
                  </a:lnTo>
                  <a:lnTo>
                    <a:pt x="2412444" y="722265"/>
                  </a:lnTo>
                  <a:lnTo>
                    <a:pt x="2412425" y="722273"/>
                  </a:lnTo>
                  <a:lnTo>
                    <a:pt x="2412397" y="722280"/>
                  </a:lnTo>
                  <a:lnTo>
                    <a:pt x="2412389" y="722283"/>
                  </a:lnTo>
                  <a:lnTo>
                    <a:pt x="2412368" y="722290"/>
                  </a:lnTo>
                  <a:lnTo>
                    <a:pt x="2412345" y="722298"/>
                  </a:lnTo>
                  <a:lnTo>
                    <a:pt x="2412330" y="722307"/>
                  </a:lnTo>
                  <a:lnTo>
                    <a:pt x="2412315" y="722314"/>
                  </a:lnTo>
                  <a:lnTo>
                    <a:pt x="2412304" y="722320"/>
                  </a:lnTo>
                  <a:lnTo>
                    <a:pt x="2412292" y="722330"/>
                  </a:lnTo>
                  <a:lnTo>
                    <a:pt x="2412279" y="722341"/>
                  </a:lnTo>
                  <a:lnTo>
                    <a:pt x="2412271" y="722349"/>
                  </a:lnTo>
                  <a:lnTo>
                    <a:pt x="2412258" y="722357"/>
                  </a:lnTo>
                  <a:lnTo>
                    <a:pt x="2412245" y="722367"/>
                  </a:lnTo>
                  <a:lnTo>
                    <a:pt x="2412235" y="722374"/>
                  </a:lnTo>
                  <a:lnTo>
                    <a:pt x="2412223" y="722378"/>
                  </a:lnTo>
                  <a:lnTo>
                    <a:pt x="2412215" y="722379"/>
                  </a:lnTo>
                  <a:lnTo>
                    <a:pt x="2412187" y="722378"/>
                  </a:lnTo>
                  <a:lnTo>
                    <a:pt x="2412182" y="722377"/>
                  </a:lnTo>
                  <a:lnTo>
                    <a:pt x="2412171" y="722376"/>
                  </a:lnTo>
                  <a:lnTo>
                    <a:pt x="2412146" y="722385"/>
                  </a:lnTo>
                  <a:lnTo>
                    <a:pt x="2412126" y="722387"/>
                  </a:lnTo>
                  <a:lnTo>
                    <a:pt x="2412117" y="722390"/>
                  </a:lnTo>
                  <a:lnTo>
                    <a:pt x="2412108" y="722396"/>
                  </a:lnTo>
                  <a:lnTo>
                    <a:pt x="2412104" y="722400"/>
                  </a:lnTo>
                  <a:lnTo>
                    <a:pt x="2412090" y="722407"/>
                  </a:lnTo>
                  <a:lnTo>
                    <a:pt x="2412085" y="722415"/>
                  </a:lnTo>
                  <a:lnTo>
                    <a:pt x="2412061" y="722426"/>
                  </a:lnTo>
                  <a:lnTo>
                    <a:pt x="2412009" y="722451"/>
                  </a:lnTo>
                  <a:lnTo>
                    <a:pt x="2411950" y="722481"/>
                  </a:lnTo>
                  <a:lnTo>
                    <a:pt x="2411919" y="722497"/>
                  </a:lnTo>
                  <a:lnTo>
                    <a:pt x="2411908" y="722502"/>
                  </a:lnTo>
                  <a:lnTo>
                    <a:pt x="2411851" y="722526"/>
                  </a:lnTo>
                  <a:lnTo>
                    <a:pt x="2411813" y="722542"/>
                  </a:lnTo>
                  <a:lnTo>
                    <a:pt x="2411790" y="722552"/>
                  </a:lnTo>
                  <a:lnTo>
                    <a:pt x="2411733" y="722576"/>
                  </a:lnTo>
                  <a:lnTo>
                    <a:pt x="2411666" y="722604"/>
                  </a:lnTo>
                  <a:lnTo>
                    <a:pt x="2411643" y="722613"/>
                  </a:lnTo>
                  <a:lnTo>
                    <a:pt x="2411629" y="722619"/>
                  </a:lnTo>
                  <a:lnTo>
                    <a:pt x="2411608" y="722628"/>
                  </a:lnTo>
                  <a:lnTo>
                    <a:pt x="2411599" y="722632"/>
                  </a:lnTo>
                  <a:lnTo>
                    <a:pt x="2411584" y="722635"/>
                  </a:lnTo>
                  <a:lnTo>
                    <a:pt x="2411556" y="722643"/>
                  </a:lnTo>
                  <a:lnTo>
                    <a:pt x="2411547" y="722646"/>
                  </a:lnTo>
                  <a:lnTo>
                    <a:pt x="2411536" y="722651"/>
                  </a:lnTo>
                  <a:lnTo>
                    <a:pt x="2411530" y="722662"/>
                  </a:lnTo>
                  <a:lnTo>
                    <a:pt x="2411523" y="722670"/>
                  </a:lnTo>
                  <a:lnTo>
                    <a:pt x="2411520" y="722676"/>
                  </a:lnTo>
                  <a:lnTo>
                    <a:pt x="2411520" y="722686"/>
                  </a:lnTo>
                  <a:lnTo>
                    <a:pt x="2411524" y="722693"/>
                  </a:lnTo>
                  <a:lnTo>
                    <a:pt x="2411529" y="722696"/>
                  </a:lnTo>
                  <a:lnTo>
                    <a:pt x="2411544" y="722702"/>
                  </a:lnTo>
                  <a:lnTo>
                    <a:pt x="2411555" y="722708"/>
                  </a:lnTo>
                  <a:lnTo>
                    <a:pt x="2411588" y="722723"/>
                  </a:lnTo>
                  <a:lnTo>
                    <a:pt x="2411613" y="722736"/>
                  </a:lnTo>
                  <a:lnTo>
                    <a:pt x="2411627" y="722742"/>
                  </a:lnTo>
                  <a:lnTo>
                    <a:pt x="2411688" y="722775"/>
                  </a:lnTo>
                  <a:lnTo>
                    <a:pt x="2411706" y="722783"/>
                  </a:lnTo>
                  <a:lnTo>
                    <a:pt x="2411739" y="722804"/>
                  </a:lnTo>
                  <a:lnTo>
                    <a:pt x="2411794" y="722834"/>
                  </a:lnTo>
                  <a:lnTo>
                    <a:pt x="2411826" y="722857"/>
                  </a:lnTo>
                  <a:lnTo>
                    <a:pt x="2411843" y="722866"/>
                  </a:lnTo>
                  <a:lnTo>
                    <a:pt x="2411880" y="722883"/>
                  </a:lnTo>
                  <a:lnTo>
                    <a:pt x="2411896" y="722892"/>
                  </a:lnTo>
                  <a:lnTo>
                    <a:pt x="2411905" y="722898"/>
                  </a:lnTo>
                  <a:lnTo>
                    <a:pt x="2411917" y="722908"/>
                  </a:lnTo>
                  <a:lnTo>
                    <a:pt x="2411940" y="722916"/>
                  </a:lnTo>
                  <a:lnTo>
                    <a:pt x="2411964" y="722927"/>
                  </a:lnTo>
                  <a:lnTo>
                    <a:pt x="2411975" y="722934"/>
                  </a:lnTo>
                  <a:lnTo>
                    <a:pt x="2411984" y="722942"/>
                  </a:lnTo>
                  <a:lnTo>
                    <a:pt x="2412004" y="722954"/>
                  </a:lnTo>
                  <a:lnTo>
                    <a:pt x="2411997" y="722960"/>
                  </a:lnTo>
                  <a:lnTo>
                    <a:pt x="2411988" y="722962"/>
                  </a:lnTo>
                  <a:lnTo>
                    <a:pt x="2411937" y="722929"/>
                  </a:lnTo>
                  <a:lnTo>
                    <a:pt x="2411814" y="722889"/>
                  </a:lnTo>
                  <a:lnTo>
                    <a:pt x="2411766" y="722893"/>
                  </a:lnTo>
                  <a:lnTo>
                    <a:pt x="2411758" y="722891"/>
                  </a:lnTo>
                  <a:lnTo>
                    <a:pt x="2411724" y="722880"/>
                  </a:lnTo>
                  <a:lnTo>
                    <a:pt x="2411707" y="722874"/>
                  </a:lnTo>
                  <a:lnTo>
                    <a:pt x="2411692" y="722868"/>
                  </a:lnTo>
                  <a:lnTo>
                    <a:pt x="2411670" y="722860"/>
                  </a:lnTo>
                  <a:lnTo>
                    <a:pt x="2411648" y="722843"/>
                  </a:lnTo>
                  <a:lnTo>
                    <a:pt x="2411600" y="722803"/>
                  </a:lnTo>
                  <a:lnTo>
                    <a:pt x="2411560" y="722778"/>
                  </a:lnTo>
                  <a:lnTo>
                    <a:pt x="2411480" y="722744"/>
                  </a:lnTo>
                  <a:lnTo>
                    <a:pt x="2411453" y="722727"/>
                  </a:lnTo>
                  <a:lnTo>
                    <a:pt x="2411414" y="722715"/>
                  </a:lnTo>
                  <a:lnTo>
                    <a:pt x="2411371" y="722711"/>
                  </a:lnTo>
                  <a:lnTo>
                    <a:pt x="2411356" y="722714"/>
                  </a:lnTo>
                  <a:lnTo>
                    <a:pt x="2411304" y="722721"/>
                  </a:lnTo>
                  <a:lnTo>
                    <a:pt x="2411281" y="722717"/>
                  </a:lnTo>
                  <a:lnTo>
                    <a:pt x="2411252" y="722723"/>
                  </a:lnTo>
                  <a:lnTo>
                    <a:pt x="2411200" y="722732"/>
                  </a:lnTo>
                  <a:lnTo>
                    <a:pt x="2411189" y="722737"/>
                  </a:lnTo>
                  <a:lnTo>
                    <a:pt x="2411185" y="722744"/>
                  </a:lnTo>
                  <a:lnTo>
                    <a:pt x="2411177" y="722756"/>
                  </a:lnTo>
                  <a:lnTo>
                    <a:pt x="2411170" y="722766"/>
                  </a:lnTo>
                  <a:lnTo>
                    <a:pt x="2411167" y="722774"/>
                  </a:lnTo>
                  <a:lnTo>
                    <a:pt x="2411159" y="722778"/>
                  </a:lnTo>
                  <a:lnTo>
                    <a:pt x="2411154" y="722774"/>
                  </a:lnTo>
                  <a:lnTo>
                    <a:pt x="2411149" y="722770"/>
                  </a:lnTo>
                  <a:lnTo>
                    <a:pt x="2411141" y="722762"/>
                  </a:lnTo>
                  <a:lnTo>
                    <a:pt x="2411127" y="722760"/>
                  </a:lnTo>
                  <a:lnTo>
                    <a:pt x="2411121" y="722759"/>
                  </a:lnTo>
                  <a:lnTo>
                    <a:pt x="2411114" y="722758"/>
                  </a:lnTo>
                  <a:lnTo>
                    <a:pt x="2411108" y="722759"/>
                  </a:lnTo>
                  <a:lnTo>
                    <a:pt x="2411097" y="722755"/>
                  </a:lnTo>
                  <a:lnTo>
                    <a:pt x="2411087" y="722752"/>
                  </a:lnTo>
                  <a:lnTo>
                    <a:pt x="2411069" y="722750"/>
                  </a:lnTo>
                  <a:lnTo>
                    <a:pt x="2411049" y="722744"/>
                  </a:lnTo>
                  <a:lnTo>
                    <a:pt x="2411041" y="722742"/>
                  </a:lnTo>
                  <a:lnTo>
                    <a:pt x="2411030" y="722740"/>
                  </a:lnTo>
                  <a:lnTo>
                    <a:pt x="2411001" y="722735"/>
                  </a:lnTo>
                  <a:lnTo>
                    <a:pt x="2410977" y="722729"/>
                  </a:lnTo>
                  <a:lnTo>
                    <a:pt x="2410941" y="722720"/>
                  </a:lnTo>
                  <a:lnTo>
                    <a:pt x="2410926" y="722715"/>
                  </a:lnTo>
                  <a:lnTo>
                    <a:pt x="2410922" y="722714"/>
                  </a:lnTo>
                  <a:lnTo>
                    <a:pt x="2410915" y="722714"/>
                  </a:lnTo>
                  <a:lnTo>
                    <a:pt x="2410908" y="722714"/>
                  </a:lnTo>
                  <a:lnTo>
                    <a:pt x="2410902" y="722714"/>
                  </a:lnTo>
                  <a:lnTo>
                    <a:pt x="2410896" y="722716"/>
                  </a:lnTo>
                  <a:lnTo>
                    <a:pt x="2410891" y="722717"/>
                  </a:lnTo>
                  <a:lnTo>
                    <a:pt x="2410882" y="722714"/>
                  </a:lnTo>
                  <a:lnTo>
                    <a:pt x="2410864" y="722711"/>
                  </a:lnTo>
                  <a:lnTo>
                    <a:pt x="2410849" y="722712"/>
                  </a:lnTo>
                  <a:lnTo>
                    <a:pt x="2410840" y="722711"/>
                  </a:lnTo>
                  <a:lnTo>
                    <a:pt x="2410823" y="722710"/>
                  </a:lnTo>
                  <a:lnTo>
                    <a:pt x="2410802" y="722707"/>
                  </a:lnTo>
                  <a:lnTo>
                    <a:pt x="2410792" y="722708"/>
                  </a:lnTo>
                  <a:lnTo>
                    <a:pt x="2410785" y="722708"/>
                  </a:lnTo>
                  <a:lnTo>
                    <a:pt x="2410743" y="722704"/>
                  </a:lnTo>
                  <a:lnTo>
                    <a:pt x="2410728" y="722706"/>
                  </a:lnTo>
                  <a:lnTo>
                    <a:pt x="2410707" y="722706"/>
                  </a:lnTo>
                  <a:lnTo>
                    <a:pt x="2410683" y="722704"/>
                  </a:lnTo>
                  <a:lnTo>
                    <a:pt x="2410662" y="722706"/>
                  </a:lnTo>
                  <a:lnTo>
                    <a:pt x="2410632" y="722707"/>
                  </a:lnTo>
                  <a:lnTo>
                    <a:pt x="2410584" y="722712"/>
                  </a:lnTo>
                  <a:lnTo>
                    <a:pt x="2410528" y="722721"/>
                  </a:lnTo>
                  <a:lnTo>
                    <a:pt x="2410464" y="722739"/>
                  </a:lnTo>
                  <a:lnTo>
                    <a:pt x="2410422" y="722756"/>
                  </a:lnTo>
                  <a:lnTo>
                    <a:pt x="2410390" y="722772"/>
                  </a:lnTo>
                  <a:lnTo>
                    <a:pt x="2410391" y="722779"/>
                  </a:lnTo>
                  <a:lnTo>
                    <a:pt x="2410362" y="722800"/>
                  </a:lnTo>
                  <a:lnTo>
                    <a:pt x="2410354" y="722799"/>
                  </a:lnTo>
                  <a:lnTo>
                    <a:pt x="2410312" y="722813"/>
                  </a:lnTo>
                  <a:lnTo>
                    <a:pt x="2410290" y="722823"/>
                  </a:lnTo>
                  <a:lnTo>
                    <a:pt x="2410281" y="722833"/>
                  </a:lnTo>
                  <a:lnTo>
                    <a:pt x="2410275" y="722839"/>
                  </a:lnTo>
                  <a:lnTo>
                    <a:pt x="2410259" y="722870"/>
                  </a:lnTo>
                  <a:lnTo>
                    <a:pt x="2410159" y="722956"/>
                  </a:lnTo>
                  <a:lnTo>
                    <a:pt x="2410074" y="723037"/>
                  </a:lnTo>
                  <a:lnTo>
                    <a:pt x="2409918" y="723181"/>
                  </a:lnTo>
                  <a:lnTo>
                    <a:pt x="2409899" y="723177"/>
                  </a:lnTo>
                  <a:lnTo>
                    <a:pt x="2409806" y="723243"/>
                  </a:lnTo>
                  <a:lnTo>
                    <a:pt x="2409777" y="723264"/>
                  </a:lnTo>
                  <a:lnTo>
                    <a:pt x="2409693" y="723323"/>
                  </a:lnTo>
                  <a:lnTo>
                    <a:pt x="2409679" y="723334"/>
                  </a:lnTo>
                  <a:lnTo>
                    <a:pt x="2409581" y="723407"/>
                  </a:lnTo>
                  <a:lnTo>
                    <a:pt x="2409481" y="723476"/>
                  </a:lnTo>
                  <a:lnTo>
                    <a:pt x="2409418" y="723524"/>
                  </a:lnTo>
                  <a:lnTo>
                    <a:pt x="2409340" y="723587"/>
                  </a:lnTo>
                  <a:lnTo>
                    <a:pt x="2409234" y="723677"/>
                  </a:lnTo>
                  <a:lnTo>
                    <a:pt x="2409240" y="723682"/>
                  </a:lnTo>
                  <a:lnTo>
                    <a:pt x="2409138" y="723764"/>
                  </a:lnTo>
                  <a:lnTo>
                    <a:pt x="2409080" y="723817"/>
                  </a:lnTo>
                  <a:lnTo>
                    <a:pt x="2409050" y="723853"/>
                  </a:lnTo>
                  <a:lnTo>
                    <a:pt x="2408902" y="724080"/>
                  </a:lnTo>
                  <a:lnTo>
                    <a:pt x="2408886" y="724109"/>
                  </a:lnTo>
                  <a:lnTo>
                    <a:pt x="2408874" y="724133"/>
                  </a:lnTo>
                  <a:lnTo>
                    <a:pt x="2408871" y="724142"/>
                  </a:lnTo>
                  <a:lnTo>
                    <a:pt x="2408866" y="724154"/>
                  </a:lnTo>
                  <a:lnTo>
                    <a:pt x="2408861" y="724177"/>
                  </a:lnTo>
                  <a:lnTo>
                    <a:pt x="2408838" y="724213"/>
                  </a:lnTo>
                  <a:lnTo>
                    <a:pt x="2408787" y="724299"/>
                  </a:lnTo>
                  <a:lnTo>
                    <a:pt x="2408758" y="724340"/>
                  </a:lnTo>
                  <a:lnTo>
                    <a:pt x="2408747" y="724354"/>
                  </a:lnTo>
                  <a:lnTo>
                    <a:pt x="2408741" y="724362"/>
                  </a:lnTo>
                  <a:lnTo>
                    <a:pt x="2408728" y="724381"/>
                  </a:lnTo>
                  <a:lnTo>
                    <a:pt x="2408708" y="724417"/>
                  </a:lnTo>
                  <a:lnTo>
                    <a:pt x="2408705" y="724426"/>
                  </a:lnTo>
                  <a:lnTo>
                    <a:pt x="2408706" y="724433"/>
                  </a:lnTo>
                  <a:lnTo>
                    <a:pt x="2408713" y="724441"/>
                  </a:lnTo>
                  <a:lnTo>
                    <a:pt x="2408733" y="724454"/>
                  </a:lnTo>
                  <a:lnTo>
                    <a:pt x="2408753" y="724462"/>
                  </a:lnTo>
                  <a:lnTo>
                    <a:pt x="2408766" y="724474"/>
                  </a:lnTo>
                  <a:lnTo>
                    <a:pt x="2408773" y="724481"/>
                  </a:lnTo>
                  <a:lnTo>
                    <a:pt x="2408777" y="724487"/>
                  </a:lnTo>
                  <a:lnTo>
                    <a:pt x="2408783" y="724499"/>
                  </a:lnTo>
                  <a:lnTo>
                    <a:pt x="2408787" y="724507"/>
                  </a:lnTo>
                  <a:lnTo>
                    <a:pt x="2408794" y="724534"/>
                  </a:lnTo>
                  <a:lnTo>
                    <a:pt x="2408796" y="724539"/>
                  </a:lnTo>
                  <a:lnTo>
                    <a:pt x="2408801" y="724558"/>
                  </a:lnTo>
                  <a:lnTo>
                    <a:pt x="2408805" y="724573"/>
                  </a:lnTo>
                  <a:lnTo>
                    <a:pt x="2408817" y="724626"/>
                  </a:lnTo>
                  <a:lnTo>
                    <a:pt x="2408822" y="724649"/>
                  </a:lnTo>
                  <a:lnTo>
                    <a:pt x="2408828" y="724677"/>
                  </a:lnTo>
                  <a:lnTo>
                    <a:pt x="2408833" y="724695"/>
                  </a:lnTo>
                  <a:lnTo>
                    <a:pt x="2408835" y="724704"/>
                  </a:lnTo>
                  <a:lnTo>
                    <a:pt x="2408842" y="724730"/>
                  </a:lnTo>
                  <a:lnTo>
                    <a:pt x="2408846" y="724744"/>
                  </a:lnTo>
                  <a:lnTo>
                    <a:pt x="2408854" y="724768"/>
                  </a:lnTo>
                  <a:lnTo>
                    <a:pt x="2408858" y="724786"/>
                  </a:lnTo>
                  <a:lnTo>
                    <a:pt x="2408857" y="724800"/>
                  </a:lnTo>
                  <a:lnTo>
                    <a:pt x="2408858" y="724817"/>
                  </a:lnTo>
                  <a:lnTo>
                    <a:pt x="2408859" y="724832"/>
                  </a:lnTo>
                  <a:lnTo>
                    <a:pt x="2408863" y="724844"/>
                  </a:lnTo>
                  <a:lnTo>
                    <a:pt x="2408866" y="724852"/>
                  </a:lnTo>
                  <a:lnTo>
                    <a:pt x="2408871" y="724867"/>
                  </a:lnTo>
                  <a:lnTo>
                    <a:pt x="2408882" y="724885"/>
                  </a:lnTo>
                  <a:lnTo>
                    <a:pt x="2408893" y="724899"/>
                  </a:lnTo>
                  <a:lnTo>
                    <a:pt x="2408913" y="724916"/>
                  </a:lnTo>
                  <a:lnTo>
                    <a:pt x="2408939" y="724939"/>
                  </a:lnTo>
                  <a:lnTo>
                    <a:pt x="2408961" y="724958"/>
                  </a:lnTo>
                  <a:lnTo>
                    <a:pt x="2408985" y="724983"/>
                  </a:lnTo>
                  <a:lnTo>
                    <a:pt x="2409019" y="725018"/>
                  </a:lnTo>
                  <a:lnTo>
                    <a:pt x="2409055" y="725055"/>
                  </a:lnTo>
                  <a:lnTo>
                    <a:pt x="2409078" y="725084"/>
                  </a:lnTo>
                  <a:lnTo>
                    <a:pt x="2409086" y="725098"/>
                  </a:lnTo>
                  <a:lnTo>
                    <a:pt x="2409091" y="725105"/>
                  </a:lnTo>
                  <a:lnTo>
                    <a:pt x="2409099" y="725122"/>
                  </a:lnTo>
                  <a:lnTo>
                    <a:pt x="2409119" y="725150"/>
                  </a:lnTo>
                  <a:lnTo>
                    <a:pt x="2409138" y="725179"/>
                  </a:lnTo>
                  <a:lnTo>
                    <a:pt x="2409155" y="725210"/>
                  </a:lnTo>
                  <a:lnTo>
                    <a:pt x="2409170" y="725236"/>
                  </a:lnTo>
                  <a:lnTo>
                    <a:pt x="2409192" y="725283"/>
                  </a:lnTo>
                  <a:lnTo>
                    <a:pt x="2409208" y="725321"/>
                  </a:lnTo>
                  <a:lnTo>
                    <a:pt x="2409217" y="725340"/>
                  </a:lnTo>
                  <a:lnTo>
                    <a:pt x="2409222" y="725357"/>
                  </a:lnTo>
                  <a:lnTo>
                    <a:pt x="2409226" y="725371"/>
                  </a:lnTo>
                  <a:lnTo>
                    <a:pt x="2409228" y="725379"/>
                  </a:lnTo>
                  <a:lnTo>
                    <a:pt x="2409231" y="725402"/>
                  </a:lnTo>
                  <a:lnTo>
                    <a:pt x="2409234" y="725428"/>
                  </a:lnTo>
                  <a:lnTo>
                    <a:pt x="2409239" y="725469"/>
                  </a:lnTo>
                  <a:lnTo>
                    <a:pt x="2409247" y="725516"/>
                  </a:lnTo>
                  <a:lnTo>
                    <a:pt x="2409246" y="725529"/>
                  </a:lnTo>
                  <a:lnTo>
                    <a:pt x="2409242" y="725541"/>
                  </a:lnTo>
                  <a:lnTo>
                    <a:pt x="2409238" y="725549"/>
                  </a:lnTo>
                  <a:lnTo>
                    <a:pt x="2409231" y="725563"/>
                  </a:lnTo>
                  <a:lnTo>
                    <a:pt x="2409226" y="725574"/>
                  </a:lnTo>
                  <a:lnTo>
                    <a:pt x="2409222" y="725588"/>
                  </a:lnTo>
                  <a:lnTo>
                    <a:pt x="2409221" y="725595"/>
                  </a:lnTo>
                  <a:lnTo>
                    <a:pt x="2409219" y="725606"/>
                  </a:lnTo>
                  <a:lnTo>
                    <a:pt x="2409217" y="725620"/>
                  </a:lnTo>
                  <a:lnTo>
                    <a:pt x="2409216" y="725628"/>
                  </a:lnTo>
                  <a:lnTo>
                    <a:pt x="2409214" y="725634"/>
                  </a:lnTo>
                  <a:lnTo>
                    <a:pt x="2409220" y="725641"/>
                  </a:lnTo>
                  <a:lnTo>
                    <a:pt x="2409238" y="725656"/>
                  </a:lnTo>
                  <a:lnTo>
                    <a:pt x="2409242" y="725663"/>
                  </a:lnTo>
                  <a:lnTo>
                    <a:pt x="2409245" y="725671"/>
                  </a:lnTo>
                  <a:lnTo>
                    <a:pt x="2409247" y="725684"/>
                  </a:lnTo>
                  <a:lnTo>
                    <a:pt x="2409245" y="725747"/>
                  </a:lnTo>
                  <a:lnTo>
                    <a:pt x="2409243" y="725788"/>
                  </a:lnTo>
                  <a:lnTo>
                    <a:pt x="2409245" y="725803"/>
                  </a:lnTo>
                  <a:lnTo>
                    <a:pt x="2409251" y="725829"/>
                  </a:lnTo>
                  <a:lnTo>
                    <a:pt x="2409255" y="725855"/>
                  </a:lnTo>
                  <a:lnTo>
                    <a:pt x="2409257" y="725879"/>
                  </a:lnTo>
                  <a:lnTo>
                    <a:pt x="2409257" y="725887"/>
                  </a:lnTo>
                  <a:lnTo>
                    <a:pt x="2409261" y="725910"/>
                  </a:lnTo>
                  <a:lnTo>
                    <a:pt x="2409261" y="725936"/>
                  </a:lnTo>
                  <a:lnTo>
                    <a:pt x="2409267" y="725974"/>
                  </a:lnTo>
                  <a:lnTo>
                    <a:pt x="2409266" y="726021"/>
                  </a:lnTo>
                  <a:lnTo>
                    <a:pt x="2409251" y="726081"/>
                  </a:lnTo>
                  <a:lnTo>
                    <a:pt x="2409218" y="726141"/>
                  </a:lnTo>
                  <a:lnTo>
                    <a:pt x="2409199" y="726179"/>
                  </a:lnTo>
                  <a:lnTo>
                    <a:pt x="2409182" y="726204"/>
                  </a:lnTo>
                  <a:lnTo>
                    <a:pt x="2409150" y="726237"/>
                  </a:lnTo>
                  <a:lnTo>
                    <a:pt x="2409106" y="726274"/>
                  </a:lnTo>
                  <a:lnTo>
                    <a:pt x="2409093" y="726287"/>
                  </a:lnTo>
                  <a:lnTo>
                    <a:pt x="2409082" y="726307"/>
                  </a:lnTo>
                  <a:lnTo>
                    <a:pt x="2409074" y="726340"/>
                  </a:lnTo>
                  <a:lnTo>
                    <a:pt x="2409071" y="726395"/>
                  </a:lnTo>
                  <a:lnTo>
                    <a:pt x="2409067" y="726458"/>
                  </a:lnTo>
                  <a:lnTo>
                    <a:pt x="2409063" y="726494"/>
                  </a:lnTo>
                  <a:lnTo>
                    <a:pt x="2409062" y="726502"/>
                  </a:lnTo>
                  <a:lnTo>
                    <a:pt x="2409061" y="726524"/>
                  </a:lnTo>
                  <a:lnTo>
                    <a:pt x="2409065" y="726553"/>
                  </a:lnTo>
                  <a:lnTo>
                    <a:pt x="2409076" y="726586"/>
                  </a:lnTo>
                  <a:lnTo>
                    <a:pt x="2409079" y="726599"/>
                  </a:lnTo>
                  <a:lnTo>
                    <a:pt x="2409103" y="726706"/>
                  </a:lnTo>
                  <a:lnTo>
                    <a:pt x="2409131" y="726841"/>
                  </a:lnTo>
                  <a:lnTo>
                    <a:pt x="2409135" y="726851"/>
                  </a:lnTo>
                  <a:lnTo>
                    <a:pt x="2409150" y="726872"/>
                  </a:lnTo>
                  <a:lnTo>
                    <a:pt x="2409161" y="726890"/>
                  </a:lnTo>
                  <a:lnTo>
                    <a:pt x="2409176" y="726909"/>
                  </a:lnTo>
                  <a:lnTo>
                    <a:pt x="2409186" y="726926"/>
                  </a:lnTo>
                  <a:lnTo>
                    <a:pt x="2409190" y="726942"/>
                  </a:lnTo>
                  <a:lnTo>
                    <a:pt x="2409189" y="726954"/>
                  </a:lnTo>
                  <a:lnTo>
                    <a:pt x="2409192" y="726962"/>
                  </a:lnTo>
                  <a:lnTo>
                    <a:pt x="2409198" y="726975"/>
                  </a:lnTo>
                  <a:lnTo>
                    <a:pt x="2409200" y="726981"/>
                  </a:lnTo>
                  <a:lnTo>
                    <a:pt x="2409199" y="726989"/>
                  </a:lnTo>
                  <a:lnTo>
                    <a:pt x="2409201" y="727001"/>
                  </a:lnTo>
                  <a:lnTo>
                    <a:pt x="2409210" y="727036"/>
                  </a:lnTo>
                  <a:lnTo>
                    <a:pt x="2409235" y="727130"/>
                  </a:lnTo>
                  <a:lnTo>
                    <a:pt x="2409262" y="727220"/>
                  </a:lnTo>
                  <a:lnTo>
                    <a:pt x="2409288" y="727281"/>
                  </a:lnTo>
                  <a:lnTo>
                    <a:pt x="2409295" y="727287"/>
                  </a:lnTo>
                  <a:lnTo>
                    <a:pt x="2409314" y="727385"/>
                  </a:lnTo>
                  <a:lnTo>
                    <a:pt x="2409344" y="727545"/>
                  </a:lnTo>
                  <a:lnTo>
                    <a:pt x="2409337" y="727552"/>
                  </a:lnTo>
                  <a:lnTo>
                    <a:pt x="2409338" y="727561"/>
                  </a:lnTo>
                  <a:lnTo>
                    <a:pt x="2409336" y="727569"/>
                  </a:lnTo>
                  <a:lnTo>
                    <a:pt x="2409330" y="727578"/>
                  </a:lnTo>
                  <a:lnTo>
                    <a:pt x="2409326" y="727603"/>
                  </a:lnTo>
                  <a:lnTo>
                    <a:pt x="2409325" y="727609"/>
                  </a:lnTo>
                  <a:lnTo>
                    <a:pt x="2409320" y="727645"/>
                  </a:lnTo>
                  <a:lnTo>
                    <a:pt x="2409318" y="727679"/>
                  </a:lnTo>
                  <a:lnTo>
                    <a:pt x="2409320" y="727721"/>
                  </a:lnTo>
                  <a:lnTo>
                    <a:pt x="2409323" y="727753"/>
                  </a:lnTo>
                  <a:lnTo>
                    <a:pt x="2409323" y="727776"/>
                  </a:lnTo>
                  <a:lnTo>
                    <a:pt x="2409319" y="727798"/>
                  </a:lnTo>
                  <a:lnTo>
                    <a:pt x="2409318" y="727816"/>
                  </a:lnTo>
                  <a:lnTo>
                    <a:pt x="2409316" y="727840"/>
                  </a:lnTo>
                  <a:lnTo>
                    <a:pt x="2409316" y="727900"/>
                  </a:lnTo>
                  <a:lnTo>
                    <a:pt x="2409314" y="727934"/>
                  </a:lnTo>
                  <a:lnTo>
                    <a:pt x="2409311" y="727964"/>
                  </a:lnTo>
                  <a:lnTo>
                    <a:pt x="2409304" y="728007"/>
                  </a:lnTo>
                  <a:lnTo>
                    <a:pt x="2409298" y="728052"/>
                  </a:lnTo>
                  <a:lnTo>
                    <a:pt x="2409297" y="728083"/>
                  </a:lnTo>
                  <a:lnTo>
                    <a:pt x="2409289" y="728115"/>
                  </a:lnTo>
                  <a:lnTo>
                    <a:pt x="2409279" y="728137"/>
                  </a:lnTo>
                  <a:lnTo>
                    <a:pt x="2409266" y="728185"/>
                  </a:lnTo>
                  <a:lnTo>
                    <a:pt x="2409254" y="728231"/>
                  </a:lnTo>
                  <a:lnTo>
                    <a:pt x="2409248" y="728266"/>
                  </a:lnTo>
                  <a:lnTo>
                    <a:pt x="2409236" y="728303"/>
                  </a:lnTo>
                  <a:lnTo>
                    <a:pt x="2409228" y="728328"/>
                  </a:lnTo>
                  <a:lnTo>
                    <a:pt x="2409204" y="728398"/>
                  </a:lnTo>
                  <a:lnTo>
                    <a:pt x="2409192" y="728436"/>
                  </a:lnTo>
                  <a:lnTo>
                    <a:pt x="2409185" y="728460"/>
                  </a:lnTo>
                  <a:lnTo>
                    <a:pt x="2409183" y="728475"/>
                  </a:lnTo>
                  <a:lnTo>
                    <a:pt x="2409172" y="728500"/>
                  </a:lnTo>
                  <a:lnTo>
                    <a:pt x="2409161" y="728530"/>
                  </a:lnTo>
                  <a:lnTo>
                    <a:pt x="2409148" y="728561"/>
                  </a:lnTo>
                  <a:lnTo>
                    <a:pt x="2409138" y="728583"/>
                  </a:lnTo>
                  <a:lnTo>
                    <a:pt x="2409123" y="728617"/>
                  </a:lnTo>
                  <a:lnTo>
                    <a:pt x="2409122" y="728624"/>
                  </a:lnTo>
                  <a:lnTo>
                    <a:pt x="2409119" y="728627"/>
                  </a:lnTo>
                  <a:lnTo>
                    <a:pt x="2409110" y="728634"/>
                  </a:lnTo>
                  <a:lnTo>
                    <a:pt x="2409099" y="728639"/>
                  </a:lnTo>
                  <a:lnTo>
                    <a:pt x="2409093" y="728648"/>
                  </a:lnTo>
                  <a:lnTo>
                    <a:pt x="2409059" y="728700"/>
                  </a:lnTo>
                  <a:lnTo>
                    <a:pt x="2409049" y="728722"/>
                  </a:lnTo>
                  <a:lnTo>
                    <a:pt x="2409047" y="728731"/>
                  </a:lnTo>
                  <a:lnTo>
                    <a:pt x="2409045" y="728739"/>
                  </a:lnTo>
                  <a:lnTo>
                    <a:pt x="2409034" y="728757"/>
                  </a:lnTo>
                  <a:lnTo>
                    <a:pt x="2409031" y="728768"/>
                  </a:lnTo>
                  <a:lnTo>
                    <a:pt x="2409025" y="728781"/>
                  </a:lnTo>
                  <a:lnTo>
                    <a:pt x="2409016" y="728794"/>
                  </a:lnTo>
                  <a:lnTo>
                    <a:pt x="2409009" y="728809"/>
                  </a:lnTo>
                  <a:lnTo>
                    <a:pt x="2408999" y="728827"/>
                  </a:lnTo>
                  <a:lnTo>
                    <a:pt x="2408982" y="728857"/>
                  </a:lnTo>
                  <a:lnTo>
                    <a:pt x="2408956" y="728903"/>
                  </a:lnTo>
                  <a:lnTo>
                    <a:pt x="2408949" y="728921"/>
                  </a:lnTo>
                  <a:lnTo>
                    <a:pt x="2408935" y="728939"/>
                  </a:lnTo>
                  <a:lnTo>
                    <a:pt x="2408930" y="728946"/>
                  </a:lnTo>
                  <a:lnTo>
                    <a:pt x="2408919" y="728960"/>
                  </a:lnTo>
                  <a:lnTo>
                    <a:pt x="2408906" y="728987"/>
                  </a:lnTo>
                  <a:lnTo>
                    <a:pt x="2408896" y="729015"/>
                  </a:lnTo>
                  <a:lnTo>
                    <a:pt x="2408890" y="729021"/>
                  </a:lnTo>
                  <a:lnTo>
                    <a:pt x="2408887" y="729025"/>
                  </a:lnTo>
                  <a:lnTo>
                    <a:pt x="2408874" y="729053"/>
                  </a:lnTo>
                  <a:lnTo>
                    <a:pt x="2408866" y="729069"/>
                  </a:lnTo>
                  <a:lnTo>
                    <a:pt x="2408852" y="729099"/>
                  </a:lnTo>
                  <a:lnTo>
                    <a:pt x="2408841" y="729127"/>
                  </a:lnTo>
                  <a:lnTo>
                    <a:pt x="2408835" y="729147"/>
                  </a:lnTo>
                  <a:lnTo>
                    <a:pt x="2408829" y="729165"/>
                  </a:lnTo>
                  <a:lnTo>
                    <a:pt x="2408810" y="729211"/>
                  </a:lnTo>
                  <a:lnTo>
                    <a:pt x="2408786" y="729282"/>
                  </a:lnTo>
                  <a:lnTo>
                    <a:pt x="2408781" y="729294"/>
                  </a:lnTo>
                  <a:lnTo>
                    <a:pt x="2408778" y="729303"/>
                  </a:lnTo>
                  <a:lnTo>
                    <a:pt x="2408773" y="729316"/>
                  </a:lnTo>
                  <a:lnTo>
                    <a:pt x="2408770" y="729325"/>
                  </a:lnTo>
                  <a:lnTo>
                    <a:pt x="2408761" y="729337"/>
                  </a:lnTo>
                  <a:lnTo>
                    <a:pt x="2408753" y="729346"/>
                  </a:lnTo>
                  <a:lnTo>
                    <a:pt x="2408750" y="729356"/>
                  </a:lnTo>
                  <a:lnTo>
                    <a:pt x="2408737" y="729387"/>
                  </a:lnTo>
                  <a:lnTo>
                    <a:pt x="2408732" y="729400"/>
                  </a:lnTo>
                  <a:lnTo>
                    <a:pt x="2408724" y="729426"/>
                  </a:lnTo>
                  <a:lnTo>
                    <a:pt x="2408722" y="729432"/>
                  </a:lnTo>
                  <a:lnTo>
                    <a:pt x="2408719" y="729444"/>
                  </a:lnTo>
                  <a:lnTo>
                    <a:pt x="2408716" y="729456"/>
                  </a:lnTo>
                  <a:lnTo>
                    <a:pt x="2408716" y="729467"/>
                  </a:lnTo>
                  <a:lnTo>
                    <a:pt x="2408685" y="729531"/>
                  </a:lnTo>
                  <a:lnTo>
                    <a:pt x="2408678" y="729542"/>
                  </a:lnTo>
                  <a:lnTo>
                    <a:pt x="2408675" y="729547"/>
                  </a:lnTo>
                  <a:lnTo>
                    <a:pt x="2408668" y="729562"/>
                  </a:lnTo>
                  <a:lnTo>
                    <a:pt x="2408666" y="729573"/>
                  </a:lnTo>
                  <a:lnTo>
                    <a:pt x="2408663" y="729585"/>
                  </a:lnTo>
                  <a:lnTo>
                    <a:pt x="2408662" y="729594"/>
                  </a:lnTo>
                  <a:lnTo>
                    <a:pt x="2408654" y="729609"/>
                  </a:lnTo>
                  <a:lnTo>
                    <a:pt x="2408647" y="729631"/>
                  </a:lnTo>
                  <a:lnTo>
                    <a:pt x="2408646" y="729638"/>
                  </a:lnTo>
                  <a:lnTo>
                    <a:pt x="2408643" y="729661"/>
                  </a:lnTo>
                  <a:lnTo>
                    <a:pt x="2408641" y="729677"/>
                  </a:lnTo>
                  <a:lnTo>
                    <a:pt x="2408638" y="729694"/>
                  </a:lnTo>
                  <a:lnTo>
                    <a:pt x="2408632" y="729725"/>
                  </a:lnTo>
                  <a:lnTo>
                    <a:pt x="2408630" y="729743"/>
                  </a:lnTo>
                  <a:lnTo>
                    <a:pt x="2408627" y="729754"/>
                  </a:lnTo>
                  <a:lnTo>
                    <a:pt x="2408623" y="729770"/>
                  </a:lnTo>
                  <a:lnTo>
                    <a:pt x="2408619" y="729782"/>
                  </a:lnTo>
                  <a:lnTo>
                    <a:pt x="2408617" y="729790"/>
                  </a:lnTo>
                  <a:lnTo>
                    <a:pt x="2408610" y="729809"/>
                  </a:lnTo>
                  <a:lnTo>
                    <a:pt x="2408604" y="729824"/>
                  </a:lnTo>
                  <a:lnTo>
                    <a:pt x="2408601" y="729836"/>
                  </a:lnTo>
                  <a:lnTo>
                    <a:pt x="2408597" y="729845"/>
                  </a:lnTo>
                  <a:lnTo>
                    <a:pt x="2408593" y="729857"/>
                  </a:lnTo>
                  <a:lnTo>
                    <a:pt x="2408589" y="729868"/>
                  </a:lnTo>
                  <a:lnTo>
                    <a:pt x="2408578" y="729893"/>
                  </a:lnTo>
                  <a:lnTo>
                    <a:pt x="2408576" y="729898"/>
                  </a:lnTo>
                  <a:lnTo>
                    <a:pt x="2408574" y="729904"/>
                  </a:lnTo>
                  <a:lnTo>
                    <a:pt x="2408567" y="729928"/>
                  </a:lnTo>
                  <a:lnTo>
                    <a:pt x="2408565" y="729939"/>
                  </a:lnTo>
                  <a:lnTo>
                    <a:pt x="2408560" y="729968"/>
                  </a:lnTo>
                  <a:lnTo>
                    <a:pt x="2408563" y="730021"/>
                  </a:lnTo>
                  <a:lnTo>
                    <a:pt x="2408563" y="730034"/>
                  </a:lnTo>
                  <a:lnTo>
                    <a:pt x="2408564" y="730047"/>
                  </a:lnTo>
                  <a:lnTo>
                    <a:pt x="2408570" y="730178"/>
                  </a:lnTo>
                  <a:lnTo>
                    <a:pt x="2408571" y="730207"/>
                  </a:lnTo>
                  <a:lnTo>
                    <a:pt x="2408573" y="730258"/>
                  </a:lnTo>
                  <a:lnTo>
                    <a:pt x="2408580" y="730285"/>
                  </a:lnTo>
                  <a:lnTo>
                    <a:pt x="2408582" y="730296"/>
                  </a:lnTo>
                  <a:lnTo>
                    <a:pt x="2408585" y="730304"/>
                  </a:lnTo>
                  <a:lnTo>
                    <a:pt x="2408589" y="730319"/>
                  </a:lnTo>
                  <a:lnTo>
                    <a:pt x="2408594" y="730336"/>
                  </a:lnTo>
                  <a:lnTo>
                    <a:pt x="2408599" y="730346"/>
                  </a:lnTo>
                  <a:lnTo>
                    <a:pt x="2408602" y="730359"/>
                  </a:lnTo>
                  <a:lnTo>
                    <a:pt x="2408608" y="730390"/>
                  </a:lnTo>
                  <a:lnTo>
                    <a:pt x="2408606" y="730405"/>
                  </a:lnTo>
                  <a:lnTo>
                    <a:pt x="2408612" y="730469"/>
                  </a:lnTo>
                  <a:lnTo>
                    <a:pt x="2408614" y="730491"/>
                  </a:lnTo>
                  <a:lnTo>
                    <a:pt x="2408620" y="730564"/>
                  </a:lnTo>
                  <a:lnTo>
                    <a:pt x="2408617" y="730636"/>
                  </a:lnTo>
                  <a:lnTo>
                    <a:pt x="2408618" y="730648"/>
                  </a:lnTo>
                  <a:lnTo>
                    <a:pt x="2408619" y="730660"/>
                  </a:lnTo>
                  <a:lnTo>
                    <a:pt x="2408620" y="730668"/>
                  </a:lnTo>
                  <a:lnTo>
                    <a:pt x="2408624" y="730704"/>
                  </a:lnTo>
                  <a:lnTo>
                    <a:pt x="2408628" y="730723"/>
                  </a:lnTo>
                  <a:lnTo>
                    <a:pt x="2408630" y="730732"/>
                  </a:lnTo>
                  <a:lnTo>
                    <a:pt x="2408635" y="730742"/>
                  </a:lnTo>
                  <a:lnTo>
                    <a:pt x="2408641" y="730760"/>
                  </a:lnTo>
                  <a:lnTo>
                    <a:pt x="2408644" y="730773"/>
                  </a:lnTo>
                  <a:lnTo>
                    <a:pt x="2408646" y="730789"/>
                  </a:lnTo>
                  <a:lnTo>
                    <a:pt x="2408647" y="730805"/>
                  </a:lnTo>
                  <a:lnTo>
                    <a:pt x="2408648" y="730813"/>
                  </a:lnTo>
                  <a:lnTo>
                    <a:pt x="2408649" y="730824"/>
                  </a:lnTo>
                  <a:lnTo>
                    <a:pt x="2408648" y="730830"/>
                  </a:lnTo>
                  <a:lnTo>
                    <a:pt x="2408651" y="730862"/>
                  </a:lnTo>
                  <a:lnTo>
                    <a:pt x="2408652" y="730890"/>
                  </a:lnTo>
                  <a:lnTo>
                    <a:pt x="2408653" y="730904"/>
                  </a:lnTo>
                  <a:lnTo>
                    <a:pt x="2408651" y="730929"/>
                  </a:lnTo>
                  <a:lnTo>
                    <a:pt x="2408648" y="730968"/>
                  </a:lnTo>
                  <a:lnTo>
                    <a:pt x="2408648" y="730983"/>
                  </a:lnTo>
                  <a:lnTo>
                    <a:pt x="2408643" y="731007"/>
                  </a:lnTo>
                  <a:lnTo>
                    <a:pt x="2408637" y="731040"/>
                  </a:lnTo>
                  <a:lnTo>
                    <a:pt x="2408633" y="731054"/>
                  </a:lnTo>
                  <a:lnTo>
                    <a:pt x="2408631" y="731062"/>
                  </a:lnTo>
                  <a:lnTo>
                    <a:pt x="2408626" y="731078"/>
                  </a:lnTo>
                  <a:lnTo>
                    <a:pt x="2408623" y="731089"/>
                  </a:lnTo>
                  <a:lnTo>
                    <a:pt x="2408616" y="731101"/>
                  </a:lnTo>
                  <a:lnTo>
                    <a:pt x="2408604" y="731120"/>
                  </a:lnTo>
                  <a:lnTo>
                    <a:pt x="2408605" y="731126"/>
                  </a:lnTo>
                  <a:lnTo>
                    <a:pt x="2408612" y="731129"/>
                  </a:lnTo>
                  <a:lnTo>
                    <a:pt x="2408630" y="731137"/>
                  </a:lnTo>
                  <a:lnTo>
                    <a:pt x="2408644" y="731146"/>
                  </a:lnTo>
                  <a:lnTo>
                    <a:pt x="2408675" y="731162"/>
                  </a:lnTo>
                  <a:lnTo>
                    <a:pt x="2408685" y="731165"/>
                  </a:lnTo>
                  <a:lnTo>
                    <a:pt x="2408697" y="731177"/>
                  </a:lnTo>
                  <a:lnTo>
                    <a:pt x="2408709" y="731191"/>
                  </a:lnTo>
                  <a:lnTo>
                    <a:pt x="2408726" y="731228"/>
                  </a:lnTo>
                  <a:lnTo>
                    <a:pt x="2408746" y="731267"/>
                  </a:lnTo>
                  <a:lnTo>
                    <a:pt x="2408773" y="731304"/>
                  </a:lnTo>
                  <a:lnTo>
                    <a:pt x="2408787" y="731323"/>
                  </a:lnTo>
                  <a:lnTo>
                    <a:pt x="2408787" y="731332"/>
                  </a:lnTo>
                  <a:lnTo>
                    <a:pt x="2408787" y="731349"/>
                  </a:lnTo>
                  <a:lnTo>
                    <a:pt x="2408778" y="731382"/>
                  </a:lnTo>
                  <a:lnTo>
                    <a:pt x="2408771" y="731415"/>
                  </a:lnTo>
                  <a:lnTo>
                    <a:pt x="2408770" y="731452"/>
                  </a:lnTo>
                  <a:lnTo>
                    <a:pt x="2408771" y="731480"/>
                  </a:lnTo>
                  <a:lnTo>
                    <a:pt x="2408770" y="731517"/>
                  </a:lnTo>
                  <a:lnTo>
                    <a:pt x="2408773" y="731538"/>
                  </a:lnTo>
                  <a:lnTo>
                    <a:pt x="2408768" y="731560"/>
                  </a:lnTo>
                  <a:lnTo>
                    <a:pt x="2408752" y="731587"/>
                  </a:lnTo>
                  <a:lnTo>
                    <a:pt x="2408729" y="731618"/>
                  </a:lnTo>
                  <a:lnTo>
                    <a:pt x="2408722" y="731633"/>
                  </a:lnTo>
                  <a:lnTo>
                    <a:pt x="2408720" y="731654"/>
                  </a:lnTo>
                  <a:lnTo>
                    <a:pt x="2408724" y="731666"/>
                  </a:lnTo>
                  <a:lnTo>
                    <a:pt x="2408731" y="731675"/>
                  </a:lnTo>
                  <a:lnTo>
                    <a:pt x="2408736" y="731680"/>
                  </a:lnTo>
                  <a:lnTo>
                    <a:pt x="2408743" y="731686"/>
                  </a:lnTo>
                  <a:lnTo>
                    <a:pt x="2408749" y="731691"/>
                  </a:lnTo>
                  <a:lnTo>
                    <a:pt x="2408742" y="731693"/>
                  </a:lnTo>
                  <a:lnTo>
                    <a:pt x="2408736" y="731697"/>
                  </a:lnTo>
                  <a:lnTo>
                    <a:pt x="2408731" y="731694"/>
                  </a:lnTo>
                  <a:lnTo>
                    <a:pt x="2408720" y="731686"/>
                  </a:lnTo>
                  <a:lnTo>
                    <a:pt x="2408709" y="731673"/>
                  </a:lnTo>
                  <a:lnTo>
                    <a:pt x="2408705" y="731653"/>
                  </a:lnTo>
                  <a:lnTo>
                    <a:pt x="2408704" y="731631"/>
                  </a:lnTo>
                  <a:lnTo>
                    <a:pt x="2408711" y="731611"/>
                  </a:lnTo>
                  <a:lnTo>
                    <a:pt x="2408727" y="731590"/>
                  </a:lnTo>
                  <a:lnTo>
                    <a:pt x="2408743" y="731573"/>
                  </a:lnTo>
                  <a:lnTo>
                    <a:pt x="2408751" y="731553"/>
                  </a:lnTo>
                  <a:lnTo>
                    <a:pt x="2408755" y="731535"/>
                  </a:lnTo>
                  <a:lnTo>
                    <a:pt x="2408754" y="731469"/>
                  </a:lnTo>
                  <a:lnTo>
                    <a:pt x="2408753" y="731429"/>
                  </a:lnTo>
                  <a:lnTo>
                    <a:pt x="2408753" y="731394"/>
                  </a:lnTo>
                  <a:lnTo>
                    <a:pt x="2408756" y="731379"/>
                  </a:lnTo>
                  <a:lnTo>
                    <a:pt x="2408761" y="731362"/>
                  </a:lnTo>
                  <a:lnTo>
                    <a:pt x="2408765" y="731352"/>
                  </a:lnTo>
                  <a:lnTo>
                    <a:pt x="2408766" y="731336"/>
                  </a:lnTo>
                  <a:lnTo>
                    <a:pt x="2408761" y="731319"/>
                  </a:lnTo>
                  <a:lnTo>
                    <a:pt x="2408727" y="731275"/>
                  </a:lnTo>
                  <a:lnTo>
                    <a:pt x="2408714" y="731253"/>
                  </a:lnTo>
                  <a:lnTo>
                    <a:pt x="2408695" y="731209"/>
                  </a:lnTo>
                  <a:lnTo>
                    <a:pt x="2408681" y="731193"/>
                  </a:lnTo>
                  <a:lnTo>
                    <a:pt x="2408659" y="731182"/>
                  </a:lnTo>
                  <a:lnTo>
                    <a:pt x="2408638" y="731173"/>
                  </a:lnTo>
                  <a:lnTo>
                    <a:pt x="2408617" y="731166"/>
                  </a:lnTo>
                  <a:lnTo>
                    <a:pt x="2408606" y="731161"/>
                  </a:lnTo>
                  <a:lnTo>
                    <a:pt x="2408590" y="731153"/>
                  </a:lnTo>
                  <a:lnTo>
                    <a:pt x="2408582" y="731154"/>
                  </a:lnTo>
                  <a:lnTo>
                    <a:pt x="2408574" y="731158"/>
                  </a:lnTo>
                  <a:lnTo>
                    <a:pt x="2408567" y="731163"/>
                  </a:lnTo>
                  <a:lnTo>
                    <a:pt x="2408561" y="731170"/>
                  </a:lnTo>
                  <a:lnTo>
                    <a:pt x="2408546" y="731180"/>
                  </a:lnTo>
                  <a:lnTo>
                    <a:pt x="2408537" y="731188"/>
                  </a:lnTo>
                  <a:lnTo>
                    <a:pt x="2408533" y="731191"/>
                  </a:lnTo>
                  <a:lnTo>
                    <a:pt x="2408528" y="731195"/>
                  </a:lnTo>
                  <a:lnTo>
                    <a:pt x="2408508" y="731214"/>
                  </a:lnTo>
                  <a:lnTo>
                    <a:pt x="2408467" y="731245"/>
                  </a:lnTo>
                  <a:lnTo>
                    <a:pt x="2408456" y="731254"/>
                  </a:lnTo>
                  <a:lnTo>
                    <a:pt x="2408447" y="731260"/>
                  </a:lnTo>
                  <a:lnTo>
                    <a:pt x="2408414" y="731282"/>
                  </a:lnTo>
                  <a:lnTo>
                    <a:pt x="2408406" y="731289"/>
                  </a:lnTo>
                  <a:lnTo>
                    <a:pt x="2408400" y="731294"/>
                  </a:lnTo>
                  <a:lnTo>
                    <a:pt x="2408384" y="731309"/>
                  </a:lnTo>
                  <a:lnTo>
                    <a:pt x="2408374" y="731320"/>
                  </a:lnTo>
                  <a:lnTo>
                    <a:pt x="2408361" y="731332"/>
                  </a:lnTo>
                  <a:lnTo>
                    <a:pt x="2408351" y="731342"/>
                  </a:lnTo>
                  <a:lnTo>
                    <a:pt x="2408341" y="731353"/>
                  </a:lnTo>
                  <a:lnTo>
                    <a:pt x="2408329" y="731364"/>
                  </a:lnTo>
                  <a:lnTo>
                    <a:pt x="2408319" y="731373"/>
                  </a:lnTo>
                  <a:lnTo>
                    <a:pt x="2408312" y="731382"/>
                  </a:lnTo>
                  <a:lnTo>
                    <a:pt x="2408303" y="731391"/>
                  </a:lnTo>
                  <a:lnTo>
                    <a:pt x="2408295" y="731400"/>
                  </a:lnTo>
                  <a:lnTo>
                    <a:pt x="2408287" y="731409"/>
                  </a:lnTo>
                  <a:lnTo>
                    <a:pt x="2408265" y="731436"/>
                  </a:lnTo>
                  <a:lnTo>
                    <a:pt x="2408259" y="731443"/>
                  </a:lnTo>
                  <a:lnTo>
                    <a:pt x="2408252" y="731449"/>
                  </a:lnTo>
                  <a:lnTo>
                    <a:pt x="2408245" y="731454"/>
                  </a:lnTo>
                  <a:lnTo>
                    <a:pt x="2408237" y="731461"/>
                  </a:lnTo>
                  <a:lnTo>
                    <a:pt x="2408223" y="731471"/>
                  </a:lnTo>
                  <a:lnTo>
                    <a:pt x="2408210" y="731482"/>
                  </a:lnTo>
                  <a:lnTo>
                    <a:pt x="2408192" y="731498"/>
                  </a:lnTo>
                  <a:lnTo>
                    <a:pt x="2408182" y="731506"/>
                  </a:lnTo>
                  <a:lnTo>
                    <a:pt x="2408165" y="731519"/>
                  </a:lnTo>
                  <a:lnTo>
                    <a:pt x="2408155" y="731525"/>
                  </a:lnTo>
                  <a:lnTo>
                    <a:pt x="2408151" y="731530"/>
                  </a:lnTo>
                  <a:lnTo>
                    <a:pt x="2408124" y="731547"/>
                  </a:lnTo>
                  <a:lnTo>
                    <a:pt x="2408114" y="731555"/>
                  </a:lnTo>
                  <a:lnTo>
                    <a:pt x="2408079" y="731588"/>
                  </a:lnTo>
                  <a:lnTo>
                    <a:pt x="2408068" y="731600"/>
                  </a:lnTo>
                  <a:lnTo>
                    <a:pt x="2408056" y="731614"/>
                  </a:lnTo>
                  <a:lnTo>
                    <a:pt x="2408043" y="731630"/>
                  </a:lnTo>
                  <a:lnTo>
                    <a:pt x="2408025" y="731647"/>
                  </a:lnTo>
                  <a:lnTo>
                    <a:pt x="2408019" y="731655"/>
                  </a:lnTo>
                  <a:lnTo>
                    <a:pt x="2408012" y="731662"/>
                  </a:lnTo>
                  <a:lnTo>
                    <a:pt x="2407992" y="731686"/>
                  </a:lnTo>
                  <a:lnTo>
                    <a:pt x="2407962" y="731720"/>
                  </a:lnTo>
                  <a:lnTo>
                    <a:pt x="2407945" y="731740"/>
                  </a:lnTo>
                  <a:lnTo>
                    <a:pt x="2407936" y="731750"/>
                  </a:lnTo>
                  <a:lnTo>
                    <a:pt x="2407925" y="731764"/>
                  </a:lnTo>
                  <a:lnTo>
                    <a:pt x="2407904" y="731789"/>
                  </a:lnTo>
                  <a:lnTo>
                    <a:pt x="2407888" y="731807"/>
                  </a:lnTo>
                  <a:lnTo>
                    <a:pt x="2407856" y="731843"/>
                  </a:lnTo>
                  <a:lnTo>
                    <a:pt x="2407846" y="731855"/>
                  </a:lnTo>
                  <a:lnTo>
                    <a:pt x="2407840" y="731862"/>
                  </a:lnTo>
                  <a:lnTo>
                    <a:pt x="2407825" y="731880"/>
                  </a:lnTo>
                  <a:lnTo>
                    <a:pt x="2407805" y="731902"/>
                  </a:lnTo>
                  <a:lnTo>
                    <a:pt x="2407802" y="731906"/>
                  </a:lnTo>
                  <a:lnTo>
                    <a:pt x="2407785" y="731924"/>
                  </a:lnTo>
                  <a:lnTo>
                    <a:pt x="2407765" y="731944"/>
                  </a:lnTo>
                  <a:lnTo>
                    <a:pt x="2407751" y="731959"/>
                  </a:lnTo>
                  <a:lnTo>
                    <a:pt x="2407734" y="731976"/>
                  </a:lnTo>
                  <a:lnTo>
                    <a:pt x="2407663" y="732046"/>
                  </a:lnTo>
                  <a:lnTo>
                    <a:pt x="2407648" y="732061"/>
                  </a:lnTo>
                  <a:lnTo>
                    <a:pt x="2407638" y="732074"/>
                  </a:lnTo>
                  <a:lnTo>
                    <a:pt x="2407622" y="732088"/>
                  </a:lnTo>
                  <a:lnTo>
                    <a:pt x="2407608" y="732104"/>
                  </a:lnTo>
                  <a:lnTo>
                    <a:pt x="2407601" y="732115"/>
                  </a:lnTo>
                  <a:lnTo>
                    <a:pt x="2407593" y="732124"/>
                  </a:lnTo>
                  <a:lnTo>
                    <a:pt x="2407586" y="732131"/>
                  </a:lnTo>
                  <a:lnTo>
                    <a:pt x="2407582" y="732135"/>
                  </a:lnTo>
                  <a:lnTo>
                    <a:pt x="2407574" y="732142"/>
                  </a:lnTo>
                  <a:lnTo>
                    <a:pt x="2407566" y="732149"/>
                  </a:lnTo>
                  <a:lnTo>
                    <a:pt x="2407529" y="732186"/>
                  </a:lnTo>
                  <a:lnTo>
                    <a:pt x="2407517" y="732197"/>
                  </a:lnTo>
                  <a:lnTo>
                    <a:pt x="2407509" y="732209"/>
                  </a:lnTo>
                  <a:lnTo>
                    <a:pt x="2407503" y="732215"/>
                  </a:lnTo>
                  <a:lnTo>
                    <a:pt x="2407493" y="732227"/>
                  </a:lnTo>
                  <a:lnTo>
                    <a:pt x="2407479" y="732243"/>
                  </a:lnTo>
                  <a:lnTo>
                    <a:pt x="2407462" y="732264"/>
                  </a:lnTo>
                  <a:lnTo>
                    <a:pt x="2407448" y="732281"/>
                  </a:lnTo>
                  <a:lnTo>
                    <a:pt x="2407429" y="732305"/>
                  </a:lnTo>
                  <a:lnTo>
                    <a:pt x="2407410" y="732326"/>
                  </a:lnTo>
                  <a:lnTo>
                    <a:pt x="2407401" y="732338"/>
                  </a:lnTo>
                  <a:lnTo>
                    <a:pt x="2407388" y="732347"/>
                  </a:lnTo>
                  <a:lnTo>
                    <a:pt x="2407380" y="732361"/>
                  </a:lnTo>
                  <a:lnTo>
                    <a:pt x="2407361" y="732382"/>
                  </a:lnTo>
                  <a:lnTo>
                    <a:pt x="2407331" y="732410"/>
                  </a:lnTo>
                  <a:lnTo>
                    <a:pt x="2407297" y="732443"/>
                  </a:lnTo>
                  <a:lnTo>
                    <a:pt x="2407273" y="732465"/>
                  </a:lnTo>
                  <a:lnTo>
                    <a:pt x="2407251" y="732486"/>
                  </a:lnTo>
                  <a:lnTo>
                    <a:pt x="2407234" y="732499"/>
                  </a:lnTo>
                  <a:lnTo>
                    <a:pt x="2407218" y="732514"/>
                  </a:lnTo>
                  <a:lnTo>
                    <a:pt x="2407207" y="732521"/>
                  </a:lnTo>
                  <a:lnTo>
                    <a:pt x="2407203" y="732524"/>
                  </a:lnTo>
                  <a:lnTo>
                    <a:pt x="2407199" y="732529"/>
                  </a:lnTo>
                  <a:lnTo>
                    <a:pt x="2407195" y="732535"/>
                  </a:lnTo>
                  <a:lnTo>
                    <a:pt x="2407193" y="732545"/>
                  </a:lnTo>
                  <a:lnTo>
                    <a:pt x="2407199" y="732553"/>
                  </a:lnTo>
                  <a:lnTo>
                    <a:pt x="2407208" y="732563"/>
                  </a:lnTo>
                  <a:lnTo>
                    <a:pt x="2407222" y="732568"/>
                  </a:lnTo>
                  <a:lnTo>
                    <a:pt x="2407237" y="732575"/>
                  </a:lnTo>
                  <a:lnTo>
                    <a:pt x="2407253" y="732578"/>
                  </a:lnTo>
                  <a:lnTo>
                    <a:pt x="2407273" y="732581"/>
                  </a:lnTo>
                  <a:lnTo>
                    <a:pt x="2407333" y="732586"/>
                  </a:lnTo>
                  <a:lnTo>
                    <a:pt x="2407374" y="732587"/>
                  </a:lnTo>
                  <a:lnTo>
                    <a:pt x="2407456" y="732585"/>
                  </a:lnTo>
                  <a:lnTo>
                    <a:pt x="2407524" y="732580"/>
                  </a:lnTo>
                  <a:lnTo>
                    <a:pt x="2407555" y="732579"/>
                  </a:lnTo>
                  <a:lnTo>
                    <a:pt x="2407593" y="732576"/>
                  </a:lnTo>
                  <a:lnTo>
                    <a:pt x="2407646" y="732568"/>
                  </a:lnTo>
                  <a:lnTo>
                    <a:pt x="2407688" y="732564"/>
                  </a:lnTo>
                  <a:lnTo>
                    <a:pt x="2407730" y="732561"/>
                  </a:lnTo>
                  <a:lnTo>
                    <a:pt x="2407776" y="732550"/>
                  </a:lnTo>
                  <a:lnTo>
                    <a:pt x="2407799" y="732545"/>
                  </a:lnTo>
                  <a:lnTo>
                    <a:pt x="2407845" y="732529"/>
                  </a:lnTo>
                  <a:lnTo>
                    <a:pt x="2407866" y="732520"/>
                  </a:lnTo>
                  <a:lnTo>
                    <a:pt x="2407885" y="732511"/>
                  </a:lnTo>
                  <a:lnTo>
                    <a:pt x="2407895" y="732507"/>
                  </a:lnTo>
                  <a:lnTo>
                    <a:pt x="2407902" y="732511"/>
                  </a:lnTo>
                  <a:lnTo>
                    <a:pt x="2407919" y="732514"/>
                  </a:lnTo>
                  <a:lnTo>
                    <a:pt x="2407938" y="732508"/>
                  </a:lnTo>
                  <a:lnTo>
                    <a:pt x="2407960" y="732496"/>
                  </a:lnTo>
                  <a:lnTo>
                    <a:pt x="2407965" y="732493"/>
                  </a:lnTo>
                  <a:lnTo>
                    <a:pt x="2407981" y="732481"/>
                  </a:lnTo>
                  <a:lnTo>
                    <a:pt x="2408005" y="732467"/>
                  </a:lnTo>
                  <a:lnTo>
                    <a:pt x="2408039" y="732445"/>
                  </a:lnTo>
                  <a:lnTo>
                    <a:pt x="2408057" y="732431"/>
                  </a:lnTo>
                  <a:lnTo>
                    <a:pt x="2408086" y="732410"/>
                  </a:lnTo>
                  <a:lnTo>
                    <a:pt x="2408124" y="732373"/>
                  </a:lnTo>
                  <a:lnTo>
                    <a:pt x="2408128" y="732369"/>
                  </a:lnTo>
                  <a:lnTo>
                    <a:pt x="2408137" y="732359"/>
                  </a:lnTo>
                  <a:lnTo>
                    <a:pt x="2408164" y="732335"/>
                  </a:lnTo>
                  <a:lnTo>
                    <a:pt x="2408177" y="732320"/>
                  </a:lnTo>
                  <a:lnTo>
                    <a:pt x="2408194" y="732294"/>
                  </a:lnTo>
                  <a:lnTo>
                    <a:pt x="2408200" y="732279"/>
                  </a:lnTo>
                  <a:lnTo>
                    <a:pt x="2408207" y="732272"/>
                  </a:lnTo>
                  <a:lnTo>
                    <a:pt x="2408213" y="732266"/>
                  </a:lnTo>
                  <a:lnTo>
                    <a:pt x="2408221" y="732258"/>
                  </a:lnTo>
                  <a:lnTo>
                    <a:pt x="2408233" y="732247"/>
                  </a:lnTo>
                  <a:lnTo>
                    <a:pt x="2408240" y="732231"/>
                  </a:lnTo>
                  <a:lnTo>
                    <a:pt x="2408242" y="732211"/>
                  </a:lnTo>
                  <a:lnTo>
                    <a:pt x="2408242" y="732193"/>
                  </a:lnTo>
                  <a:lnTo>
                    <a:pt x="2408243" y="732168"/>
                  </a:lnTo>
                  <a:lnTo>
                    <a:pt x="2408239" y="732154"/>
                  </a:lnTo>
                  <a:lnTo>
                    <a:pt x="2408235" y="732135"/>
                  </a:lnTo>
                  <a:lnTo>
                    <a:pt x="2408237" y="732119"/>
                  </a:lnTo>
                  <a:lnTo>
                    <a:pt x="2408243" y="732101"/>
                  </a:lnTo>
                  <a:lnTo>
                    <a:pt x="2408251" y="732084"/>
                  </a:lnTo>
                  <a:lnTo>
                    <a:pt x="2408256" y="732074"/>
                  </a:lnTo>
                  <a:lnTo>
                    <a:pt x="2408268" y="732060"/>
                  </a:lnTo>
                  <a:lnTo>
                    <a:pt x="2408281" y="732048"/>
                  </a:lnTo>
                  <a:lnTo>
                    <a:pt x="2408286" y="732047"/>
                  </a:lnTo>
                  <a:lnTo>
                    <a:pt x="2408294" y="732045"/>
                  </a:lnTo>
                  <a:lnTo>
                    <a:pt x="2408318" y="732031"/>
                  </a:lnTo>
                  <a:lnTo>
                    <a:pt x="2408336" y="732021"/>
                  </a:lnTo>
                  <a:lnTo>
                    <a:pt x="2408321" y="732036"/>
                  </a:lnTo>
                  <a:lnTo>
                    <a:pt x="2408306" y="732044"/>
                  </a:lnTo>
                  <a:lnTo>
                    <a:pt x="2408290" y="732051"/>
                  </a:lnTo>
                  <a:lnTo>
                    <a:pt x="2408276" y="732059"/>
                  </a:lnTo>
                  <a:lnTo>
                    <a:pt x="2408266" y="732069"/>
                  </a:lnTo>
                  <a:lnTo>
                    <a:pt x="2408260" y="732079"/>
                  </a:lnTo>
                  <a:lnTo>
                    <a:pt x="2408255" y="732090"/>
                  </a:lnTo>
                  <a:lnTo>
                    <a:pt x="2408249" y="732106"/>
                  </a:lnTo>
                  <a:lnTo>
                    <a:pt x="2408245" y="732123"/>
                  </a:lnTo>
                  <a:lnTo>
                    <a:pt x="2408243" y="732136"/>
                  </a:lnTo>
                  <a:lnTo>
                    <a:pt x="2408245" y="732145"/>
                  </a:lnTo>
                  <a:lnTo>
                    <a:pt x="2408251" y="732165"/>
                  </a:lnTo>
                  <a:lnTo>
                    <a:pt x="2408250" y="732176"/>
                  </a:lnTo>
                  <a:lnTo>
                    <a:pt x="2408250" y="732189"/>
                  </a:lnTo>
                  <a:lnTo>
                    <a:pt x="2408251" y="732198"/>
                  </a:lnTo>
                  <a:lnTo>
                    <a:pt x="2408253" y="732216"/>
                  </a:lnTo>
                  <a:lnTo>
                    <a:pt x="2408253" y="732225"/>
                  </a:lnTo>
                  <a:lnTo>
                    <a:pt x="2408249" y="732236"/>
                  </a:lnTo>
                  <a:lnTo>
                    <a:pt x="2408239" y="732256"/>
                  </a:lnTo>
                  <a:lnTo>
                    <a:pt x="2408234" y="732262"/>
                  </a:lnTo>
                  <a:lnTo>
                    <a:pt x="2408227" y="732272"/>
                  </a:lnTo>
                  <a:lnTo>
                    <a:pt x="2408202" y="732306"/>
                  </a:lnTo>
                  <a:lnTo>
                    <a:pt x="2408199" y="732314"/>
                  </a:lnTo>
                  <a:lnTo>
                    <a:pt x="2408189" y="732330"/>
                  </a:lnTo>
                  <a:lnTo>
                    <a:pt x="2408178" y="732340"/>
                  </a:lnTo>
                  <a:lnTo>
                    <a:pt x="2408170" y="732346"/>
                  </a:lnTo>
                  <a:lnTo>
                    <a:pt x="2408149" y="732366"/>
                  </a:lnTo>
                  <a:lnTo>
                    <a:pt x="2408130" y="732387"/>
                  </a:lnTo>
                  <a:lnTo>
                    <a:pt x="2408112" y="732405"/>
                  </a:lnTo>
                  <a:lnTo>
                    <a:pt x="2408101" y="732417"/>
                  </a:lnTo>
                  <a:lnTo>
                    <a:pt x="2408087" y="732426"/>
                  </a:lnTo>
                  <a:lnTo>
                    <a:pt x="2408074" y="732437"/>
                  </a:lnTo>
                  <a:lnTo>
                    <a:pt x="2408050" y="732456"/>
                  </a:lnTo>
                  <a:lnTo>
                    <a:pt x="2408035" y="732468"/>
                  </a:lnTo>
                  <a:lnTo>
                    <a:pt x="2408017" y="732480"/>
                  </a:lnTo>
                  <a:lnTo>
                    <a:pt x="2407998" y="732492"/>
                  </a:lnTo>
                  <a:lnTo>
                    <a:pt x="2407942" y="732534"/>
                  </a:lnTo>
                  <a:lnTo>
                    <a:pt x="2407924" y="732550"/>
                  </a:lnTo>
                  <a:lnTo>
                    <a:pt x="2407915" y="732554"/>
                  </a:lnTo>
                  <a:lnTo>
                    <a:pt x="2407891" y="732558"/>
                  </a:lnTo>
                  <a:lnTo>
                    <a:pt x="2407875" y="732558"/>
                  </a:lnTo>
                  <a:lnTo>
                    <a:pt x="2407857" y="732560"/>
                  </a:lnTo>
                  <a:lnTo>
                    <a:pt x="2407808" y="732568"/>
                  </a:lnTo>
                  <a:lnTo>
                    <a:pt x="2407770" y="732580"/>
                  </a:lnTo>
                  <a:lnTo>
                    <a:pt x="2407733" y="732579"/>
                  </a:lnTo>
                  <a:lnTo>
                    <a:pt x="2407706" y="732581"/>
                  </a:lnTo>
                  <a:lnTo>
                    <a:pt x="2407664" y="732586"/>
                  </a:lnTo>
                  <a:lnTo>
                    <a:pt x="2407638" y="732591"/>
                  </a:lnTo>
                  <a:lnTo>
                    <a:pt x="2407628" y="732593"/>
                  </a:lnTo>
                  <a:lnTo>
                    <a:pt x="2407616" y="732600"/>
                  </a:lnTo>
                  <a:lnTo>
                    <a:pt x="2407602" y="732604"/>
                  </a:lnTo>
                  <a:lnTo>
                    <a:pt x="2407576" y="732606"/>
                  </a:lnTo>
                  <a:lnTo>
                    <a:pt x="2407552" y="732607"/>
                  </a:lnTo>
                  <a:lnTo>
                    <a:pt x="2407517" y="732607"/>
                  </a:lnTo>
                  <a:lnTo>
                    <a:pt x="2407488" y="732608"/>
                  </a:lnTo>
                  <a:lnTo>
                    <a:pt x="2407453" y="732610"/>
                  </a:lnTo>
                  <a:lnTo>
                    <a:pt x="2407379" y="732611"/>
                  </a:lnTo>
                  <a:lnTo>
                    <a:pt x="2407357" y="732613"/>
                  </a:lnTo>
                  <a:lnTo>
                    <a:pt x="2407312" y="732612"/>
                  </a:lnTo>
                  <a:lnTo>
                    <a:pt x="2407280" y="732612"/>
                  </a:lnTo>
                  <a:lnTo>
                    <a:pt x="2407263" y="732609"/>
                  </a:lnTo>
                  <a:lnTo>
                    <a:pt x="2407241" y="732606"/>
                  </a:lnTo>
                  <a:lnTo>
                    <a:pt x="2407222" y="732603"/>
                  </a:lnTo>
                  <a:lnTo>
                    <a:pt x="2407208" y="732595"/>
                  </a:lnTo>
                  <a:lnTo>
                    <a:pt x="2407186" y="732586"/>
                  </a:lnTo>
                  <a:lnTo>
                    <a:pt x="2407167" y="732574"/>
                  </a:lnTo>
                  <a:lnTo>
                    <a:pt x="2407136" y="732579"/>
                  </a:lnTo>
                  <a:lnTo>
                    <a:pt x="2407127" y="732580"/>
                  </a:lnTo>
                  <a:lnTo>
                    <a:pt x="2407122" y="732585"/>
                  </a:lnTo>
                  <a:lnTo>
                    <a:pt x="2407114" y="732592"/>
                  </a:lnTo>
                  <a:lnTo>
                    <a:pt x="2407105" y="732599"/>
                  </a:lnTo>
                  <a:lnTo>
                    <a:pt x="2407089" y="732608"/>
                  </a:lnTo>
                  <a:lnTo>
                    <a:pt x="2407068" y="732622"/>
                  </a:lnTo>
                  <a:lnTo>
                    <a:pt x="2407055" y="732632"/>
                  </a:lnTo>
                  <a:lnTo>
                    <a:pt x="2407045" y="732640"/>
                  </a:lnTo>
                  <a:lnTo>
                    <a:pt x="2407019" y="732654"/>
                  </a:lnTo>
                  <a:lnTo>
                    <a:pt x="2406997" y="732665"/>
                  </a:lnTo>
                  <a:lnTo>
                    <a:pt x="2406962" y="732679"/>
                  </a:lnTo>
                  <a:lnTo>
                    <a:pt x="2406949" y="732683"/>
                  </a:lnTo>
                  <a:lnTo>
                    <a:pt x="2406912" y="732689"/>
                  </a:lnTo>
                  <a:lnTo>
                    <a:pt x="2406892" y="732693"/>
                  </a:lnTo>
                  <a:lnTo>
                    <a:pt x="2406871" y="732700"/>
                  </a:lnTo>
                  <a:lnTo>
                    <a:pt x="2406830" y="732713"/>
                  </a:lnTo>
                  <a:lnTo>
                    <a:pt x="2406822" y="732716"/>
                  </a:lnTo>
                  <a:lnTo>
                    <a:pt x="2406816" y="732719"/>
                  </a:lnTo>
                  <a:lnTo>
                    <a:pt x="2406728" y="732868"/>
                  </a:lnTo>
                  <a:lnTo>
                    <a:pt x="2406711" y="732886"/>
                  </a:lnTo>
                  <a:lnTo>
                    <a:pt x="2406687" y="732908"/>
                  </a:lnTo>
                  <a:lnTo>
                    <a:pt x="2406641" y="732955"/>
                  </a:lnTo>
                  <a:lnTo>
                    <a:pt x="2406517" y="733069"/>
                  </a:lnTo>
                  <a:lnTo>
                    <a:pt x="2406476" y="733102"/>
                  </a:lnTo>
                  <a:lnTo>
                    <a:pt x="2406446" y="733125"/>
                  </a:lnTo>
                  <a:lnTo>
                    <a:pt x="2406430" y="733130"/>
                  </a:lnTo>
                  <a:lnTo>
                    <a:pt x="2406415" y="733140"/>
                  </a:lnTo>
                  <a:lnTo>
                    <a:pt x="2406376" y="733177"/>
                  </a:lnTo>
                  <a:lnTo>
                    <a:pt x="2406358" y="733196"/>
                  </a:lnTo>
                  <a:lnTo>
                    <a:pt x="2406319" y="733237"/>
                  </a:lnTo>
                  <a:lnTo>
                    <a:pt x="2406277" y="733302"/>
                  </a:lnTo>
                  <a:lnTo>
                    <a:pt x="2406250" y="733358"/>
                  </a:lnTo>
                  <a:lnTo>
                    <a:pt x="2406229" y="733394"/>
                  </a:lnTo>
                  <a:lnTo>
                    <a:pt x="2406195" y="733447"/>
                  </a:lnTo>
                  <a:lnTo>
                    <a:pt x="2406186" y="733470"/>
                  </a:lnTo>
                  <a:lnTo>
                    <a:pt x="2406188" y="733508"/>
                  </a:lnTo>
                  <a:lnTo>
                    <a:pt x="2406187" y="733513"/>
                  </a:lnTo>
                  <a:lnTo>
                    <a:pt x="2406182" y="733523"/>
                  </a:lnTo>
                  <a:lnTo>
                    <a:pt x="2406175" y="733530"/>
                  </a:lnTo>
                  <a:lnTo>
                    <a:pt x="2406156" y="733549"/>
                  </a:lnTo>
                  <a:lnTo>
                    <a:pt x="2406146" y="733559"/>
                  </a:lnTo>
                  <a:lnTo>
                    <a:pt x="2406138" y="733568"/>
                  </a:lnTo>
                  <a:lnTo>
                    <a:pt x="2406132" y="733577"/>
                  </a:lnTo>
                  <a:lnTo>
                    <a:pt x="2406128" y="733583"/>
                  </a:lnTo>
                  <a:lnTo>
                    <a:pt x="2406127" y="733590"/>
                  </a:lnTo>
                  <a:lnTo>
                    <a:pt x="2406127" y="733597"/>
                  </a:lnTo>
                  <a:lnTo>
                    <a:pt x="2406130" y="733633"/>
                  </a:lnTo>
                  <a:lnTo>
                    <a:pt x="2406132" y="733731"/>
                  </a:lnTo>
                  <a:lnTo>
                    <a:pt x="2406138" y="733868"/>
                  </a:lnTo>
                  <a:lnTo>
                    <a:pt x="2406136" y="734010"/>
                  </a:lnTo>
                  <a:lnTo>
                    <a:pt x="2406138" y="734055"/>
                  </a:lnTo>
                  <a:lnTo>
                    <a:pt x="2406140" y="734066"/>
                  </a:lnTo>
                  <a:lnTo>
                    <a:pt x="2406142" y="734077"/>
                  </a:lnTo>
                  <a:lnTo>
                    <a:pt x="2406145" y="734088"/>
                  </a:lnTo>
                  <a:lnTo>
                    <a:pt x="2406149" y="734099"/>
                  </a:lnTo>
                  <a:lnTo>
                    <a:pt x="2406166" y="734137"/>
                  </a:lnTo>
                  <a:lnTo>
                    <a:pt x="2406170" y="734142"/>
                  </a:lnTo>
                  <a:lnTo>
                    <a:pt x="2406174" y="734147"/>
                  </a:lnTo>
                  <a:lnTo>
                    <a:pt x="2406180" y="734152"/>
                  </a:lnTo>
                  <a:lnTo>
                    <a:pt x="2406186" y="734157"/>
                  </a:lnTo>
                  <a:lnTo>
                    <a:pt x="2406193" y="734159"/>
                  </a:lnTo>
                  <a:lnTo>
                    <a:pt x="2406200" y="734157"/>
                  </a:lnTo>
                  <a:lnTo>
                    <a:pt x="2406220" y="734150"/>
                  </a:lnTo>
                  <a:lnTo>
                    <a:pt x="2406225" y="734151"/>
                  </a:lnTo>
                  <a:lnTo>
                    <a:pt x="2406224" y="734158"/>
                  </a:lnTo>
                  <a:lnTo>
                    <a:pt x="2406221" y="734169"/>
                  </a:lnTo>
                  <a:lnTo>
                    <a:pt x="2406221" y="734182"/>
                  </a:lnTo>
                  <a:lnTo>
                    <a:pt x="2406229" y="734187"/>
                  </a:lnTo>
                  <a:lnTo>
                    <a:pt x="2406242" y="734190"/>
                  </a:lnTo>
                  <a:lnTo>
                    <a:pt x="2406248" y="734193"/>
                  </a:lnTo>
                  <a:lnTo>
                    <a:pt x="2406270" y="734204"/>
                  </a:lnTo>
                  <a:lnTo>
                    <a:pt x="2406345" y="734261"/>
                  </a:lnTo>
                  <a:lnTo>
                    <a:pt x="2406352" y="734268"/>
                  </a:lnTo>
                  <a:lnTo>
                    <a:pt x="2406369" y="734285"/>
                  </a:lnTo>
                  <a:lnTo>
                    <a:pt x="2406385" y="734299"/>
                  </a:lnTo>
                  <a:lnTo>
                    <a:pt x="2406443" y="734348"/>
                  </a:lnTo>
                  <a:lnTo>
                    <a:pt x="2406448" y="734352"/>
                  </a:lnTo>
                  <a:lnTo>
                    <a:pt x="2406453" y="734356"/>
                  </a:lnTo>
                  <a:lnTo>
                    <a:pt x="2406458" y="734362"/>
                  </a:lnTo>
                  <a:lnTo>
                    <a:pt x="2406464" y="734369"/>
                  </a:lnTo>
                  <a:lnTo>
                    <a:pt x="2406483" y="734394"/>
                  </a:lnTo>
                  <a:lnTo>
                    <a:pt x="2406504" y="734423"/>
                  </a:lnTo>
                  <a:lnTo>
                    <a:pt x="2406506" y="734428"/>
                  </a:lnTo>
                  <a:lnTo>
                    <a:pt x="2406509" y="734436"/>
                  </a:lnTo>
                  <a:lnTo>
                    <a:pt x="2406522" y="734464"/>
                  </a:lnTo>
                  <a:lnTo>
                    <a:pt x="2406524" y="734471"/>
                  </a:lnTo>
                  <a:lnTo>
                    <a:pt x="2406525" y="734477"/>
                  </a:lnTo>
                  <a:lnTo>
                    <a:pt x="2406528" y="734485"/>
                  </a:lnTo>
                  <a:lnTo>
                    <a:pt x="2406532" y="734493"/>
                  </a:lnTo>
                  <a:lnTo>
                    <a:pt x="2406537" y="734500"/>
                  </a:lnTo>
                  <a:lnTo>
                    <a:pt x="2406541" y="734505"/>
                  </a:lnTo>
                  <a:lnTo>
                    <a:pt x="2406546" y="734508"/>
                  </a:lnTo>
                  <a:lnTo>
                    <a:pt x="2406556" y="734514"/>
                  </a:lnTo>
                  <a:lnTo>
                    <a:pt x="2406561" y="734519"/>
                  </a:lnTo>
                  <a:lnTo>
                    <a:pt x="2406569" y="734534"/>
                  </a:lnTo>
                  <a:lnTo>
                    <a:pt x="2406635" y="734622"/>
                  </a:lnTo>
                  <a:lnTo>
                    <a:pt x="2406710" y="734730"/>
                  </a:lnTo>
                  <a:lnTo>
                    <a:pt x="2406720" y="734744"/>
                  </a:lnTo>
                  <a:lnTo>
                    <a:pt x="2406727" y="734754"/>
                  </a:lnTo>
                  <a:lnTo>
                    <a:pt x="2406779" y="734830"/>
                  </a:lnTo>
                  <a:lnTo>
                    <a:pt x="2406798" y="734863"/>
                  </a:lnTo>
                  <a:lnTo>
                    <a:pt x="2406831" y="734916"/>
                  </a:lnTo>
                  <a:lnTo>
                    <a:pt x="2406870" y="734965"/>
                  </a:lnTo>
                  <a:lnTo>
                    <a:pt x="2406874" y="734970"/>
                  </a:lnTo>
                  <a:lnTo>
                    <a:pt x="2406926" y="735025"/>
                  </a:lnTo>
                  <a:lnTo>
                    <a:pt x="2407007" y="735108"/>
                  </a:lnTo>
                  <a:lnTo>
                    <a:pt x="2407045" y="735122"/>
                  </a:lnTo>
                  <a:lnTo>
                    <a:pt x="2407099" y="735136"/>
                  </a:lnTo>
                  <a:lnTo>
                    <a:pt x="2407143" y="735154"/>
                  </a:lnTo>
                  <a:lnTo>
                    <a:pt x="2407160" y="735160"/>
                  </a:lnTo>
                  <a:lnTo>
                    <a:pt x="2407177" y="735167"/>
                  </a:lnTo>
                  <a:lnTo>
                    <a:pt x="2407205" y="735180"/>
                  </a:lnTo>
                  <a:lnTo>
                    <a:pt x="2407235" y="735193"/>
                  </a:lnTo>
                  <a:lnTo>
                    <a:pt x="2407245" y="735198"/>
                  </a:lnTo>
                  <a:lnTo>
                    <a:pt x="2407269" y="735213"/>
                  </a:lnTo>
                  <a:lnTo>
                    <a:pt x="2407281" y="735221"/>
                  </a:lnTo>
                  <a:lnTo>
                    <a:pt x="2407303" y="735240"/>
                  </a:lnTo>
                  <a:lnTo>
                    <a:pt x="2407324" y="735253"/>
                  </a:lnTo>
                  <a:lnTo>
                    <a:pt x="2407340" y="735264"/>
                  </a:lnTo>
                  <a:lnTo>
                    <a:pt x="2407368" y="735281"/>
                  </a:lnTo>
                  <a:lnTo>
                    <a:pt x="2407388" y="735292"/>
                  </a:lnTo>
                  <a:lnTo>
                    <a:pt x="2407395" y="735296"/>
                  </a:lnTo>
                  <a:lnTo>
                    <a:pt x="2407438" y="735328"/>
                  </a:lnTo>
                  <a:lnTo>
                    <a:pt x="2407448" y="735338"/>
                  </a:lnTo>
                  <a:lnTo>
                    <a:pt x="2407486" y="735378"/>
                  </a:lnTo>
                  <a:lnTo>
                    <a:pt x="2407550" y="735449"/>
                  </a:lnTo>
                  <a:lnTo>
                    <a:pt x="2407557" y="735460"/>
                  </a:lnTo>
                  <a:lnTo>
                    <a:pt x="2407595" y="735509"/>
                  </a:lnTo>
                  <a:lnTo>
                    <a:pt x="2407605" y="735524"/>
                  </a:lnTo>
                  <a:lnTo>
                    <a:pt x="2407607" y="735530"/>
                  </a:lnTo>
                  <a:lnTo>
                    <a:pt x="2407615" y="735543"/>
                  </a:lnTo>
                  <a:lnTo>
                    <a:pt x="2407628" y="735561"/>
                  </a:lnTo>
                  <a:lnTo>
                    <a:pt x="2407665" y="735618"/>
                  </a:lnTo>
                  <a:lnTo>
                    <a:pt x="2407681" y="735650"/>
                  </a:lnTo>
                  <a:lnTo>
                    <a:pt x="2407692" y="735666"/>
                  </a:lnTo>
                  <a:lnTo>
                    <a:pt x="2407715" y="735715"/>
                  </a:lnTo>
                  <a:lnTo>
                    <a:pt x="2407720" y="735724"/>
                  </a:lnTo>
                  <a:lnTo>
                    <a:pt x="2407731" y="735751"/>
                  </a:lnTo>
                  <a:lnTo>
                    <a:pt x="2407737" y="735766"/>
                  </a:lnTo>
                  <a:lnTo>
                    <a:pt x="2407739" y="735776"/>
                  </a:lnTo>
                  <a:lnTo>
                    <a:pt x="2407741" y="735782"/>
                  </a:lnTo>
                  <a:lnTo>
                    <a:pt x="2407796" y="735946"/>
                  </a:lnTo>
                  <a:lnTo>
                    <a:pt x="2407804" y="735969"/>
                  </a:lnTo>
                  <a:lnTo>
                    <a:pt x="2407810" y="735986"/>
                  </a:lnTo>
                  <a:lnTo>
                    <a:pt x="2407813" y="735999"/>
                  </a:lnTo>
                  <a:lnTo>
                    <a:pt x="2407818" y="736009"/>
                  </a:lnTo>
                  <a:lnTo>
                    <a:pt x="2407823" y="736018"/>
                  </a:lnTo>
                  <a:lnTo>
                    <a:pt x="2407828" y="736029"/>
                  </a:lnTo>
                  <a:lnTo>
                    <a:pt x="2407843" y="736068"/>
                  </a:lnTo>
                  <a:lnTo>
                    <a:pt x="2407847" y="736078"/>
                  </a:lnTo>
                  <a:lnTo>
                    <a:pt x="2407849" y="736083"/>
                  </a:lnTo>
                  <a:lnTo>
                    <a:pt x="2407852" y="736088"/>
                  </a:lnTo>
                  <a:lnTo>
                    <a:pt x="2407853" y="736094"/>
                  </a:lnTo>
                  <a:lnTo>
                    <a:pt x="2407855" y="736102"/>
                  </a:lnTo>
                  <a:lnTo>
                    <a:pt x="2407873" y="736153"/>
                  </a:lnTo>
                  <a:lnTo>
                    <a:pt x="2407874" y="736165"/>
                  </a:lnTo>
                  <a:lnTo>
                    <a:pt x="2407884" y="736208"/>
                  </a:lnTo>
                  <a:lnTo>
                    <a:pt x="2407889" y="736234"/>
                  </a:lnTo>
                  <a:lnTo>
                    <a:pt x="2407890" y="736243"/>
                  </a:lnTo>
                  <a:lnTo>
                    <a:pt x="2407893" y="736265"/>
                  </a:lnTo>
                  <a:lnTo>
                    <a:pt x="2407897" y="736295"/>
                  </a:lnTo>
                  <a:lnTo>
                    <a:pt x="2407899" y="736311"/>
                  </a:lnTo>
                  <a:lnTo>
                    <a:pt x="2407904" y="736325"/>
                  </a:lnTo>
                  <a:lnTo>
                    <a:pt x="2407909" y="736357"/>
                  </a:lnTo>
                  <a:lnTo>
                    <a:pt x="2407912" y="736380"/>
                  </a:lnTo>
                  <a:lnTo>
                    <a:pt x="2407918" y="736417"/>
                  </a:lnTo>
                  <a:lnTo>
                    <a:pt x="2407921" y="736454"/>
                  </a:lnTo>
                  <a:lnTo>
                    <a:pt x="2407928" y="736487"/>
                  </a:lnTo>
                  <a:lnTo>
                    <a:pt x="2407933" y="736540"/>
                  </a:lnTo>
                  <a:lnTo>
                    <a:pt x="2407938" y="736569"/>
                  </a:lnTo>
                  <a:lnTo>
                    <a:pt x="2407945" y="736605"/>
                  </a:lnTo>
                  <a:lnTo>
                    <a:pt x="2407948" y="736640"/>
                  </a:lnTo>
                  <a:lnTo>
                    <a:pt x="2407967" y="736715"/>
                  </a:lnTo>
                  <a:lnTo>
                    <a:pt x="2407978" y="736843"/>
                  </a:lnTo>
                  <a:lnTo>
                    <a:pt x="2407995" y="736970"/>
                  </a:lnTo>
                  <a:lnTo>
                    <a:pt x="2407998" y="736991"/>
                  </a:lnTo>
                  <a:lnTo>
                    <a:pt x="2408020" y="737057"/>
                  </a:lnTo>
                  <a:lnTo>
                    <a:pt x="2408059" y="737094"/>
                  </a:lnTo>
                  <a:lnTo>
                    <a:pt x="2408186" y="737196"/>
                  </a:lnTo>
                  <a:lnTo>
                    <a:pt x="2408296" y="737274"/>
                  </a:lnTo>
                  <a:lnTo>
                    <a:pt x="2408405" y="737341"/>
                  </a:lnTo>
                  <a:lnTo>
                    <a:pt x="2408504" y="737397"/>
                  </a:lnTo>
                  <a:lnTo>
                    <a:pt x="2408570" y="737437"/>
                  </a:lnTo>
                  <a:lnTo>
                    <a:pt x="2408699" y="737508"/>
                  </a:lnTo>
                  <a:lnTo>
                    <a:pt x="2408774" y="737541"/>
                  </a:lnTo>
                  <a:lnTo>
                    <a:pt x="2408855" y="737588"/>
                  </a:lnTo>
                  <a:lnTo>
                    <a:pt x="2408905" y="737624"/>
                  </a:lnTo>
                  <a:lnTo>
                    <a:pt x="2408983" y="737687"/>
                  </a:lnTo>
                  <a:lnTo>
                    <a:pt x="2409055" y="737752"/>
                  </a:lnTo>
                  <a:lnTo>
                    <a:pt x="2409065" y="737731"/>
                  </a:lnTo>
                  <a:lnTo>
                    <a:pt x="2409004" y="737624"/>
                  </a:lnTo>
                  <a:lnTo>
                    <a:pt x="2408975" y="737551"/>
                  </a:lnTo>
                  <a:lnTo>
                    <a:pt x="2408969" y="737489"/>
                  </a:lnTo>
                  <a:lnTo>
                    <a:pt x="2408966" y="737428"/>
                  </a:lnTo>
                  <a:lnTo>
                    <a:pt x="2408945" y="737324"/>
                  </a:lnTo>
                  <a:lnTo>
                    <a:pt x="2408934" y="737294"/>
                  </a:lnTo>
                  <a:lnTo>
                    <a:pt x="2408851" y="737143"/>
                  </a:lnTo>
                  <a:lnTo>
                    <a:pt x="2408758" y="737015"/>
                  </a:lnTo>
                  <a:lnTo>
                    <a:pt x="2408629" y="736941"/>
                  </a:lnTo>
                  <a:lnTo>
                    <a:pt x="2408481" y="736865"/>
                  </a:lnTo>
                  <a:lnTo>
                    <a:pt x="2408438" y="736830"/>
                  </a:lnTo>
                  <a:lnTo>
                    <a:pt x="2408427" y="736792"/>
                  </a:lnTo>
                  <a:lnTo>
                    <a:pt x="2408422" y="736777"/>
                  </a:lnTo>
                  <a:lnTo>
                    <a:pt x="2408430" y="736733"/>
                  </a:lnTo>
                  <a:lnTo>
                    <a:pt x="2408433" y="736716"/>
                  </a:lnTo>
                  <a:lnTo>
                    <a:pt x="2408438" y="736694"/>
                  </a:lnTo>
                  <a:lnTo>
                    <a:pt x="2408469" y="736630"/>
                  </a:lnTo>
                  <a:lnTo>
                    <a:pt x="2408492" y="736593"/>
                  </a:lnTo>
                  <a:lnTo>
                    <a:pt x="2408565" y="736522"/>
                  </a:lnTo>
                  <a:lnTo>
                    <a:pt x="2408596" y="736479"/>
                  </a:lnTo>
                  <a:lnTo>
                    <a:pt x="2408622" y="736424"/>
                  </a:lnTo>
                  <a:lnTo>
                    <a:pt x="2408625" y="736401"/>
                  </a:lnTo>
                  <a:lnTo>
                    <a:pt x="2408630" y="736374"/>
                  </a:lnTo>
                  <a:lnTo>
                    <a:pt x="2408613" y="736297"/>
                  </a:lnTo>
                  <a:lnTo>
                    <a:pt x="2408589" y="736200"/>
                  </a:lnTo>
                  <a:lnTo>
                    <a:pt x="2408572" y="736153"/>
                  </a:lnTo>
                  <a:lnTo>
                    <a:pt x="2408566" y="736124"/>
                  </a:lnTo>
                  <a:lnTo>
                    <a:pt x="2408527" y="735980"/>
                  </a:lnTo>
                  <a:lnTo>
                    <a:pt x="2408524" y="735960"/>
                  </a:lnTo>
                  <a:lnTo>
                    <a:pt x="2408517" y="735929"/>
                  </a:lnTo>
                  <a:lnTo>
                    <a:pt x="2408513" y="735894"/>
                  </a:lnTo>
                  <a:lnTo>
                    <a:pt x="2408511" y="735857"/>
                  </a:lnTo>
                  <a:lnTo>
                    <a:pt x="2408514" y="735764"/>
                  </a:lnTo>
                  <a:lnTo>
                    <a:pt x="2408515" y="735743"/>
                  </a:lnTo>
                  <a:lnTo>
                    <a:pt x="2408503" y="735650"/>
                  </a:lnTo>
                  <a:lnTo>
                    <a:pt x="2408501" y="735643"/>
                  </a:lnTo>
                  <a:lnTo>
                    <a:pt x="2408486" y="735582"/>
                  </a:lnTo>
                  <a:lnTo>
                    <a:pt x="2408469" y="735528"/>
                  </a:lnTo>
                  <a:lnTo>
                    <a:pt x="2408455" y="735500"/>
                  </a:lnTo>
                  <a:lnTo>
                    <a:pt x="2408431" y="735460"/>
                  </a:lnTo>
                  <a:lnTo>
                    <a:pt x="2408387" y="735412"/>
                  </a:lnTo>
                  <a:lnTo>
                    <a:pt x="2408372" y="735396"/>
                  </a:lnTo>
                  <a:lnTo>
                    <a:pt x="2408362" y="735386"/>
                  </a:lnTo>
                  <a:lnTo>
                    <a:pt x="2408353" y="735373"/>
                  </a:lnTo>
                  <a:lnTo>
                    <a:pt x="2408325" y="735323"/>
                  </a:lnTo>
                  <a:lnTo>
                    <a:pt x="2408312" y="735306"/>
                  </a:lnTo>
                  <a:lnTo>
                    <a:pt x="2408290" y="735280"/>
                  </a:lnTo>
                  <a:lnTo>
                    <a:pt x="2408271" y="735266"/>
                  </a:lnTo>
                  <a:lnTo>
                    <a:pt x="2408257" y="735257"/>
                  </a:lnTo>
                  <a:lnTo>
                    <a:pt x="2408221" y="735243"/>
                  </a:lnTo>
                  <a:lnTo>
                    <a:pt x="2408192" y="735238"/>
                  </a:lnTo>
                  <a:lnTo>
                    <a:pt x="2408152" y="735226"/>
                  </a:lnTo>
                  <a:lnTo>
                    <a:pt x="2408116" y="735210"/>
                  </a:lnTo>
                  <a:lnTo>
                    <a:pt x="2408052" y="735195"/>
                  </a:lnTo>
                  <a:lnTo>
                    <a:pt x="2408001" y="735196"/>
                  </a:lnTo>
                  <a:lnTo>
                    <a:pt x="2407964" y="735198"/>
                  </a:lnTo>
                  <a:lnTo>
                    <a:pt x="2407943" y="735203"/>
                  </a:lnTo>
                  <a:lnTo>
                    <a:pt x="2407928" y="735204"/>
                  </a:lnTo>
                  <a:lnTo>
                    <a:pt x="2407921" y="735204"/>
                  </a:lnTo>
                  <a:lnTo>
                    <a:pt x="2407904" y="735203"/>
                  </a:lnTo>
                  <a:lnTo>
                    <a:pt x="2407883" y="735198"/>
                  </a:lnTo>
                  <a:lnTo>
                    <a:pt x="2407867" y="735188"/>
                  </a:lnTo>
                  <a:lnTo>
                    <a:pt x="2407855" y="735174"/>
                  </a:lnTo>
                  <a:lnTo>
                    <a:pt x="2407845" y="735149"/>
                  </a:lnTo>
                  <a:lnTo>
                    <a:pt x="2407838" y="735124"/>
                  </a:lnTo>
                  <a:lnTo>
                    <a:pt x="2407830" y="735109"/>
                  </a:lnTo>
                  <a:lnTo>
                    <a:pt x="2407824" y="735102"/>
                  </a:lnTo>
                  <a:lnTo>
                    <a:pt x="2407812" y="735094"/>
                  </a:lnTo>
                  <a:lnTo>
                    <a:pt x="2407797" y="735085"/>
                  </a:lnTo>
                  <a:lnTo>
                    <a:pt x="2407766" y="735066"/>
                  </a:lnTo>
                  <a:lnTo>
                    <a:pt x="2407746" y="735049"/>
                  </a:lnTo>
                  <a:lnTo>
                    <a:pt x="2407729" y="735024"/>
                  </a:lnTo>
                  <a:lnTo>
                    <a:pt x="2407710" y="734989"/>
                  </a:lnTo>
                  <a:lnTo>
                    <a:pt x="2407702" y="734971"/>
                  </a:lnTo>
                  <a:lnTo>
                    <a:pt x="2407700" y="734958"/>
                  </a:lnTo>
                  <a:lnTo>
                    <a:pt x="2407701" y="734921"/>
                  </a:lnTo>
                  <a:lnTo>
                    <a:pt x="2407706" y="734894"/>
                  </a:lnTo>
                  <a:lnTo>
                    <a:pt x="2407712" y="734867"/>
                  </a:lnTo>
                  <a:lnTo>
                    <a:pt x="2407714" y="734849"/>
                  </a:lnTo>
                  <a:lnTo>
                    <a:pt x="2407709" y="734828"/>
                  </a:lnTo>
                  <a:lnTo>
                    <a:pt x="2407698" y="734805"/>
                  </a:lnTo>
                  <a:lnTo>
                    <a:pt x="2407673" y="734771"/>
                  </a:lnTo>
                  <a:lnTo>
                    <a:pt x="2407661" y="734758"/>
                  </a:lnTo>
                  <a:lnTo>
                    <a:pt x="2407658" y="734751"/>
                  </a:lnTo>
                  <a:lnTo>
                    <a:pt x="2407650" y="734711"/>
                  </a:lnTo>
                  <a:lnTo>
                    <a:pt x="2407640" y="734682"/>
                  </a:lnTo>
                  <a:lnTo>
                    <a:pt x="2407632" y="734663"/>
                  </a:lnTo>
                  <a:lnTo>
                    <a:pt x="2407619" y="734645"/>
                  </a:lnTo>
                  <a:lnTo>
                    <a:pt x="2407600" y="734626"/>
                  </a:lnTo>
                  <a:lnTo>
                    <a:pt x="2407584" y="734607"/>
                  </a:lnTo>
                  <a:lnTo>
                    <a:pt x="2407577" y="734598"/>
                  </a:lnTo>
                  <a:lnTo>
                    <a:pt x="2407559" y="734560"/>
                  </a:lnTo>
                  <a:lnTo>
                    <a:pt x="2407547" y="734539"/>
                  </a:lnTo>
                  <a:lnTo>
                    <a:pt x="2407523" y="734507"/>
                  </a:lnTo>
                  <a:lnTo>
                    <a:pt x="2407499" y="734485"/>
                  </a:lnTo>
                  <a:lnTo>
                    <a:pt x="2407493" y="734478"/>
                  </a:lnTo>
                  <a:lnTo>
                    <a:pt x="2407510" y="734487"/>
                  </a:lnTo>
                  <a:lnTo>
                    <a:pt x="2407532" y="734508"/>
                  </a:lnTo>
                  <a:lnTo>
                    <a:pt x="2407552" y="734535"/>
                  </a:lnTo>
                  <a:lnTo>
                    <a:pt x="2407565" y="734558"/>
                  </a:lnTo>
                  <a:lnTo>
                    <a:pt x="2407577" y="734579"/>
                  </a:lnTo>
                  <a:lnTo>
                    <a:pt x="2407581" y="734591"/>
                  </a:lnTo>
                  <a:lnTo>
                    <a:pt x="2407585" y="734597"/>
                  </a:lnTo>
                  <a:lnTo>
                    <a:pt x="2407594" y="734610"/>
                  </a:lnTo>
                  <a:lnTo>
                    <a:pt x="2407631" y="734649"/>
                  </a:lnTo>
                  <a:lnTo>
                    <a:pt x="2407643" y="734664"/>
                  </a:lnTo>
                  <a:lnTo>
                    <a:pt x="2407655" y="734690"/>
                  </a:lnTo>
                  <a:lnTo>
                    <a:pt x="2407660" y="734712"/>
                  </a:lnTo>
                  <a:lnTo>
                    <a:pt x="2407664" y="734739"/>
                  </a:lnTo>
                  <a:lnTo>
                    <a:pt x="2407666" y="734746"/>
                  </a:lnTo>
                  <a:lnTo>
                    <a:pt x="2407686" y="734772"/>
                  </a:lnTo>
                  <a:lnTo>
                    <a:pt x="2407703" y="734795"/>
                  </a:lnTo>
                  <a:lnTo>
                    <a:pt x="2407720" y="734831"/>
                  </a:lnTo>
                  <a:lnTo>
                    <a:pt x="2407724" y="734840"/>
                  </a:lnTo>
                  <a:lnTo>
                    <a:pt x="2407724" y="734861"/>
                  </a:lnTo>
                  <a:lnTo>
                    <a:pt x="2407722" y="734891"/>
                  </a:lnTo>
                  <a:lnTo>
                    <a:pt x="2407716" y="734908"/>
                  </a:lnTo>
                  <a:lnTo>
                    <a:pt x="2407712" y="734929"/>
                  </a:lnTo>
                  <a:lnTo>
                    <a:pt x="2407711" y="734941"/>
                  </a:lnTo>
                  <a:lnTo>
                    <a:pt x="2407713" y="734958"/>
                  </a:lnTo>
                  <a:lnTo>
                    <a:pt x="2407718" y="734976"/>
                  </a:lnTo>
                  <a:lnTo>
                    <a:pt x="2407729" y="735002"/>
                  </a:lnTo>
                  <a:lnTo>
                    <a:pt x="2407736" y="735016"/>
                  </a:lnTo>
                  <a:lnTo>
                    <a:pt x="2407750" y="735033"/>
                  </a:lnTo>
                  <a:lnTo>
                    <a:pt x="2407762" y="735046"/>
                  </a:lnTo>
                  <a:lnTo>
                    <a:pt x="2407790" y="735068"/>
                  </a:lnTo>
                  <a:lnTo>
                    <a:pt x="2407831" y="735093"/>
                  </a:lnTo>
                  <a:lnTo>
                    <a:pt x="2407839" y="735097"/>
                  </a:lnTo>
                  <a:lnTo>
                    <a:pt x="2407849" y="735107"/>
                  </a:lnTo>
                  <a:lnTo>
                    <a:pt x="2407854" y="735116"/>
                  </a:lnTo>
                  <a:lnTo>
                    <a:pt x="2407853" y="735124"/>
                  </a:lnTo>
                  <a:lnTo>
                    <a:pt x="2407853" y="735135"/>
                  </a:lnTo>
                  <a:lnTo>
                    <a:pt x="2407860" y="735154"/>
                  </a:lnTo>
                  <a:lnTo>
                    <a:pt x="2407869" y="735170"/>
                  </a:lnTo>
                  <a:lnTo>
                    <a:pt x="2407876" y="735179"/>
                  </a:lnTo>
                  <a:lnTo>
                    <a:pt x="2407883" y="735186"/>
                  </a:lnTo>
                  <a:lnTo>
                    <a:pt x="2407892" y="735189"/>
                  </a:lnTo>
                  <a:lnTo>
                    <a:pt x="2407910" y="735192"/>
                  </a:lnTo>
                  <a:lnTo>
                    <a:pt x="2407920" y="735192"/>
                  </a:lnTo>
                  <a:lnTo>
                    <a:pt x="2407932" y="735189"/>
                  </a:lnTo>
                  <a:lnTo>
                    <a:pt x="2407955" y="735184"/>
                  </a:lnTo>
                  <a:lnTo>
                    <a:pt x="2407994" y="735176"/>
                  </a:lnTo>
                  <a:lnTo>
                    <a:pt x="2408023" y="735172"/>
                  </a:lnTo>
                  <a:lnTo>
                    <a:pt x="2408046" y="735173"/>
                  </a:lnTo>
                  <a:lnTo>
                    <a:pt x="2408083" y="735181"/>
                  </a:lnTo>
                  <a:lnTo>
                    <a:pt x="2408109" y="735189"/>
                  </a:lnTo>
                  <a:lnTo>
                    <a:pt x="2408123" y="735195"/>
                  </a:lnTo>
                  <a:lnTo>
                    <a:pt x="2408146" y="735203"/>
                  </a:lnTo>
                  <a:lnTo>
                    <a:pt x="2408180" y="735217"/>
                  </a:lnTo>
                  <a:lnTo>
                    <a:pt x="2408223" y="735227"/>
                  </a:lnTo>
                  <a:lnTo>
                    <a:pt x="2408271" y="735244"/>
                  </a:lnTo>
                  <a:lnTo>
                    <a:pt x="2408296" y="735258"/>
                  </a:lnTo>
                  <a:lnTo>
                    <a:pt x="2408310" y="735271"/>
                  </a:lnTo>
                  <a:lnTo>
                    <a:pt x="2408331" y="735295"/>
                  </a:lnTo>
                  <a:lnTo>
                    <a:pt x="2408342" y="735308"/>
                  </a:lnTo>
                  <a:lnTo>
                    <a:pt x="2408357" y="735327"/>
                  </a:lnTo>
                  <a:lnTo>
                    <a:pt x="2408363" y="735333"/>
                  </a:lnTo>
                  <a:lnTo>
                    <a:pt x="2408364" y="735340"/>
                  </a:lnTo>
                  <a:lnTo>
                    <a:pt x="2408372" y="735356"/>
                  </a:lnTo>
                  <a:lnTo>
                    <a:pt x="2408381" y="735367"/>
                  </a:lnTo>
                  <a:lnTo>
                    <a:pt x="2408408" y="735397"/>
                  </a:lnTo>
                  <a:lnTo>
                    <a:pt x="2408457" y="735458"/>
                  </a:lnTo>
                  <a:lnTo>
                    <a:pt x="2408486" y="735501"/>
                  </a:lnTo>
                  <a:lnTo>
                    <a:pt x="2408507" y="735548"/>
                  </a:lnTo>
                  <a:lnTo>
                    <a:pt x="2408559" y="735807"/>
                  </a:lnTo>
                  <a:lnTo>
                    <a:pt x="2408578" y="735899"/>
                  </a:lnTo>
                  <a:lnTo>
                    <a:pt x="2408591" y="735961"/>
                  </a:lnTo>
                  <a:lnTo>
                    <a:pt x="2408598" y="735999"/>
                  </a:lnTo>
                  <a:lnTo>
                    <a:pt x="2408598" y="736032"/>
                  </a:lnTo>
                  <a:lnTo>
                    <a:pt x="2408600" y="736041"/>
                  </a:lnTo>
                  <a:lnTo>
                    <a:pt x="2408613" y="736103"/>
                  </a:lnTo>
                  <a:lnTo>
                    <a:pt x="2408621" y="736120"/>
                  </a:lnTo>
                  <a:lnTo>
                    <a:pt x="2408622" y="736141"/>
                  </a:lnTo>
                  <a:lnTo>
                    <a:pt x="2408623" y="736175"/>
                  </a:lnTo>
                  <a:lnTo>
                    <a:pt x="2408634" y="736233"/>
                  </a:lnTo>
                  <a:lnTo>
                    <a:pt x="2408652" y="736300"/>
                  </a:lnTo>
                  <a:lnTo>
                    <a:pt x="2408659" y="736335"/>
                  </a:lnTo>
                  <a:lnTo>
                    <a:pt x="2408661" y="736346"/>
                  </a:lnTo>
                  <a:lnTo>
                    <a:pt x="2408664" y="736401"/>
                  </a:lnTo>
                  <a:lnTo>
                    <a:pt x="2408651" y="736450"/>
                  </a:lnTo>
                  <a:lnTo>
                    <a:pt x="2408631" y="736494"/>
                  </a:lnTo>
                  <a:lnTo>
                    <a:pt x="2408611" y="736527"/>
                  </a:lnTo>
                  <a:lnTo>
                    <a:pt x="2408586" y="736560"/>
                  </a:lnTo>
                  <a:lnTo>
                    <a:pt x="2408508" y="736659"/>
                  </a:lnTo>
                  <a:lnTo>
                    <a:pt x="2408479" y="736717"/>
                  </a:lnTo>
                  <a:lnTo>
                    <a:pt x="2408476" y="736755"/>
                  </a:lnTo>
                  <a:lnTo>
                    <a:pt x="2408486" y="736783"/>
                  </a:lnTo>
                  <a:lnTo>
                    <a:pt x="2408505" y="736801"/>
                  </a:lnTo>
                  <a:lnTo>
                    <a:pt x="2408548" y="736827"/>
                  </a:lnTo>
                  <a:lnTo>
                    <a:pt x="2408624" y="736856"/>
                  </a:lnTo>
                  <a:lnTo>
                    <a:pt x="2408710" y="736881"/>
                  </a:lnTo>
                  <a:lnTo>
                    <a:pt x="2408739" y="736889"/>
                  </a:lnTo>
                  <a:lnTo>
                    <a:pt x="2408773" y="736915"/>
                  </a:lnTo>
                  <a:lnTo>
                    <a:pt x="2408797" y="736939"/>
                  </a:lnTo>
                  <a:lnTo>
                    <a:pt x="2408831" y="736986"/>
                  </a:lnTo>
                  <a:lnTo>
                    <a:pt x="2408838" y="736998"/>
                  </a:lnTo>
                  <a:lnTo>
                    <a:pt x="2408848" y="737015"/>
                  </a:lnTo>
                  <a:lnTo>
                    <a:pt x="2408870" y="737046"/>
                  </a:lnTo>
                  <a:lnTo>
                    <a:pt x="2408874" y="737051"/>
                  </a:lnTo>
                  <a:lnTo>
                    <a:pt x="2408923" y="737104"/>
                  </a:lnTo>
                  <a:lnTo>
                    <a:pt x="2408929" y="737111"/>
                  </a:lnTo>
                  <a:lnTo>
                    <a:pt x="2408947" y="737132"/>
                  </a:lnTo>
                  <a:lnTo>
                    <a:pt x="2408977" y="737158"/>
                  </a:lnTo>
                  <a:lnTo>
                    <a:pt x="2409001" y="737180"/>
                  </a:lnTo>
                  <a:lnTo>
                    <a:pt x="2409005" y="737185"/>
                  </a:lnTo>
                  <a:lnTo>
                    <a:pt x="2409025" y="737209"/>
                  </a:lnTo>
                  <a:lnTo>
                    <a:pt x="2409035" y="737223"/>
                  </a:lnTo>
                  <a:lnTo>
                    <a:pt x="2409055" y="737247"/>
                  </a:lnTo>
                  <a:lnTo>
                    <a:pt x="2409081" y="737276"/>
                  </a:lnTo>
                  <a:lnTo>
                    <a:pt x="2409117" y="737314"/>
                  </a:lnTo>
                  <a:lnTo>
                    <a:pt x="2409148" y="737339"/>
                  </a:lnTo>
                  <a:lnTo>
                    <a:pt x="2409154" y="737345"/>
                  </a:lnTo>
                  <a:lnTo>
                    <a:pt x="2409162" y="737356"/>
                  </a:lnTo>
                  <a:lnTo>
                    <a:pt x="2409189" y="737384"/>
                  </a:lnTo>
                  <a:lnTo>
                    <a:pt x="2409206" y="737401"/>
                  </a:lnTo>
                  <a:lnTo>
                    <a:pt x="2409222" y="737411"/>
                  </a:lnTo>
                  <a:lnTo>
                    <a:pt x="2409236" y="737412"/>
                  </a:lnTo>
                  <a:lnTo>
                    <a:pt x="2409253" y="737406"/>
                  </a:lnTo>
                  <a:lnTo>
                    <a:pt x="2409277" y="737395"/>
                  </a:lnTo>
                  <a:lnTo>
                    <a:pt x="2409285" y="737390"/>
                  </a:lnTo>
                  <a:lnTo>
                    <a:pt x="2409294" y="737389"/>
                  </a:lnTo>
                  <a:lnTo>
                    <a:pt x="2409299" y="737392"/>
                  </a:lnTo>
                  <a:lnTo>
                    <a:pt x="2409307" y="737407"/>
                  </a:lnTo>
                  <a:lnTo>
                    <a:pt x="2409311" y="737445"/>
                  </a:lnTo>
                  <a:lnTo>
                    <a:pt x="2409309" y="737478"/>
                  </a:lnTo>
                  <a:lnTo>
                    <a:pt x="2409312" y="737492"/>
                  </a:lnTo>
                  <a:lnTo>
                    <a:pt x="2409318" y="737494"/>
                  </a:lnTo>
                  <a:lnTo>
                    <a:pt x="2409347" y="737486"/>
                  </a:lnTo>
                  <a:lnTo>
                    <a:pt x="2409361" y="737480"/>
                  </a:lnTo>
                  <a:lnTo>
                    <a:pt x="2409373" y="737468"/>
                  </a:lnTo>
                  <a:lnTo>
                    <a:pt x="2409386" y="737461"/>
                  </a:lnTo>
                  <a:lnTo>
                    <a:pt x="2409401" y="737455"/>
                  </a:lnTo>
                  <a:lnTo>
                    <a:pt x="2409422" y="737443"/>
                  </a:lnTo>
                  <a:lnTo>
                    <a:pt x="2409443" y="737415"/>
                  </a:lnTo>
                  <a:lnTo>
                    <a:pt x="2409472" y="737358"/>
                  </a:lnTo>
                  <a:lnTo>
                    <a:pt x="2409510" y="737277"/>
                  </a:lnTo>
                  <a:lnTo>
                    <a:pt x="2409522" y="737205"/>
                  </a:lnTo>
                  <a:lnTo>
                    <a:pt x="2409513" y="737107"/>
                  </a:lnTo>
                  <a:lnTo>
                    <a:pt x="2409502" y="737076"/>
                  </a:lnTo>
                  <a:lnTo>
                    <a:pt x="2409503" y="737068"/>
                  </a:lnTo>
                  <a:lnTo>
                    <a:pt x="2409503" y="737046"/>
                  </a:lnTo>
                  <a:lnTo>
                    <a:pt x="2409503" y="737016"/>
                  </a:lnTo>
                  <a:lnTo>
                    <a:pt x="2409512" y="736976"/>
                  </a:lnTo>
                  <a:lnTo>
                    <a:pt x="2409514" y="736961"/>
                  </a:lnTo>
                  <a:lnTo>
                    <a:pt x="2409514" y="736949"/>
                  </a:lnTo>
                  <a:lnTo>
                    <a:pt x="2409513" y="736898"/>
                  </a:lnTo>
                  <a:lnTo>
                    <a:pt x="2409514" y="736809"/>
                  </a:lnTo>
                  <a:lnTo>
                    <a:pt x="2409517" y="736738"/>
                  </a:lnTo>
                  <a:lnTo>
                    <a:pt x="2409531" y="736691"/>
                  </a:lnTo>
                  <a:lnTo>
                    <a:pt x="2409540" y="736656"/>
                  </a:lnTo>
                  <a:lnTo>
                    <a:pt x="2409562" y="736590"/>
                  </a:lnTo>
                  <a:lnTo>
                    <a:pt x="2409572" y="736570"/>
                  </a:lnTo>
                  <a:lnTo>
                    <a:pt x="2409579" y="736557"/>
                  </a:lnTo>
                  <a:lnTo>
                    <a:pt x="2409621" y="736494"/>
                  </a:lnTo>
                  <a:lnTo>
                    <a:pt x="2409653" y="736453"/>
                  </a:lnTo>
                  <a:lnTo>
                    <a:pt x="2409672" y="736428"/>
                  </a:lnTo>
                  <a:lnTo>
                    <a:pt x="2409704" y="736372"/>
                  </a:lnTo>
                  <a:lnTo>
                    <a:pt x="2409721" y="736321"/>
                  </a:lnTo>
                  <a:lnTo>
                    <a:pt x="2409731" y="736251"/>
                  </a:lnTo>
                  <a:lnTo>
                    <a:pt x="2409743" y="736131"/>
                  </a:lnTo>
                  <a:lnTo>
                    <a:pt x="2409801" y="736019"/>
                  </a:lnTo>
                  <a:lnTo>
                    <a:pt x="2409820" y="735997"/>
                  </a:lnTo>
                  <a:lnTo>
                    <a:pt x="2409834" y="735985"/>
                  </a:lnTo>
                  <a:lnTo>
                    <a:pt x="2409855" y="735961"/>
                  </a:lnTo>
                  <a:lnTo>
                    <a:pt x="2409868" y="735942"/>
                  </a:lnTo>
                  <a:lnTo>
                    <a:pt x="2409873" y="735928"/>
                  </a:lnTo>
                  <a:lnTo>
                    <a:pt x="2409875" y="735908"/>
                  </a:lnTo>
                  <a:lnTo>
                    <a:pt x="2409872" y="735878"/>
                  </a:lnTo>
                  <a:lnTo>
                    <a:pt x="2409859" y="735846"/>
                  </a:lnTo>
                  <a:lnTo>
                    <a:pt x="2409820" y="735807"/>
                  </a:lnTo>
                  <a:lnTo>
                    <a:pt x="2409793" y="735785"/>
                  </a:lnTo>
                  <a:lnTo>
                    <a:pt x="2409780" y="735770"/>
                  </a:lnTo>
                  <a:lnTo>
                    <a:pt x="2409766" y="735754"/>
                  </a:lnTo>
                  <a:lnTo>
                    <a:pt x="2409728" y="735689"/>
                  </a:lnTo>
                  <a:lnTo>
                    <a:pt x="2409705" y="735655"/>
                  </a:lnTo>
                  <a:lnTo>
                    <a:pt x="2409666" y="735606"/>
                  </a:lnTo>
                  <a:lnTo>
                    <a:pt x="2409637" y="735578"/>
                  </a:lnTo>
                  <a:lnTo>
                    <a:pt x="2409616" y="735562"/>
                  </a:lnTo>
                  <a:lnTo>
                    <a:pt x="2409567" y="735533"/>
                  </a:lnTo>
                  <a:lnTo>
                    <a:pt x="2409513" y="735504"/>
                  </a:lnTo>
                  <a:lnTo>
                    <a:pt x="2409480" y="735490"/>
                  </a:lnTo>
                  <a:lnTo>
                    <a:pt x="2409452" y="735481"/>
                  </a:lnTo>
                  <a:lnTo>
                    <a:pt x="2409447" y="735478"/>
                  </a:lnTo>
                  <a:lnTo>
                    <a:pt x="2409442" y="735476"/>
                  </a:lnTo>
                  <a:lnTo>
                    <a:pt x="2409425" y="735472"/>
                  </a:lnTo>
                  <a:lnTo>
                    <a:pt x="2409396" y="735462"/>
                  </a:lnTo>
                  <a:lnTo>
                    <a:pt x="2409354" y="735444"/>
                  </a:lnTo>
                  <a:lnTo>
                    <a:pt x="2409328" y="735433"/>
                  </a:lnTo>
                  <a:lnTo>
                    <a:pt x="2409298" y="735423"/>
                  </a:lnTo>
                  <a:lnTo>
                    <a:pt x="2409290" y="735418"/>
                  </a:lnTo>
                  <a:lnTo>
                    <a:pt x="2409343" y="735433"/>
                  </a:lnTo>
                  <a:lnTo>
                    <a:pt x="2409372" y="735445"/>
                  </a:lnTo>
                  <a:lnTo>
                    <a:pt x="2409424" y="735466"/>
                  </a:lnTo>
                  <a:lnTo>
                    <a:pt x="2409453" y="735474"/>
                  </a:lnTo>
                  <a:lnTo>
                    <a:pt x="2409466" y="735476"/>
                  </a:lnTo>
                  <a:lnTo>
                    <a:pt x="2409481" y="735480"/>
                  </a:lnTo>
                  <a:lnTo>
                    <a:pt x="2409500" y="735488"/>
                  </a:lnTo>
                  <a:lnTo>
                    <a:pt x="2409545" y="735510"/>
                  </a:lnTo>
                  <a:lnTo>
                    <a:pt x="2409627" y="735558"/>
                  </a:lnTo>
                  <a:lnTo>
                    <a:pt x="2409664" y="735587"/>
                  </a:lnTo>
                  <a:lnTo>
                    <a:pt x="2409710" y="735634"/>
                  </a:lnTo>
                  <a:lnTo>
                    <a:pt x="2409724" y="735651"/>
                  </a:lnTo>
                  <a:lnTo>
                    <a:pt x="2409748" y="735682"/>
                  </a:lnTo>
                  <a:lnTo>
                    <a:pt x="2409778" y="735735"/>
                  </a:lnTo>
                  <a:lnTo>
                    <a:pt x="2409798" y="735764"/>
                  </a:lnTo>
                  <a:lnTo>
                    <a:pt x="2409807" y="735775"/>
                  </a:lnTo>
                  <a:lnTo>
                    <a:pt x="2409830" y="735796"/>
                  </a:lnTo>
                  <a:lnTo>
                    <a:pt x="2409848" y="735810"/>
                  </a:lnTo>
                  <a:lnTo>
                    <a:pt x="2409868" y="735834"/>
                  </a:lnTo>
                  <a:lnTo>
                    <a:pt x="2409884" y="735857"/>
                  </a:lnTo>
                  <a:lnTo>
                    <a:pt x="2409890" y="735878"/>
                  </a:lnTo>
                  <a:lnTo>
                    <a:pt x="2409894" y="735906"/>
                  </a:lnTo>
                  <a:lnTo>
                    <a:pt x="2409895" y="735915"/>
                  </a:lnTo>
                  <a:lnTo>
                    <a:pt x="2409893" y="735927"/>
                  </a:lnTo>
                  <a:lnTo>
                    <a:pt x="2409879" y="735964"/>
                  </a:lnTo>
                  <a:lnTo>
                    <a:pt x="2409872" y="735972"/>
                  </a:lnTo>
                  <a:lnTo>
                    <a:pt x="2409849" y="735988"/>
                  </a:lnTo>
                  <a:lnTo>
                    <a:pt x="2409832" y="736012"/>
                  </a:lnTo>
                  <a:lnTo>
                    <a:pt x="2409818" y="736041"/>
                  </a:lnTo>
                  <a:lnTo>
                    <a:pt x="2409804" y="736064"/>
                  </a:lnTo>
                  <a:lnTo>
                    <a:pt x="2409780" y="736127"/>
                  </a:lnTo>
                  <a:lnTo>
                    <a:pt x="2409764" y="736165"/>
                  </a:lnTo>
                  <a:lnTo>
                    <a:pt x="2409757" y="736194"/>
                  </a:lnTo>
                  <a:lnTo>
                    <a:pt x="2409756" y="736217"/>
                  </a:lnTo>
                  <a:lnTo>
                    <a:pt x="2409758" y="736250"/>
                  </a:lnTo>
                  <a:lnTo>
                    <a:pt x="2409747" y="736310"/>
                  </a:lnTo>
                  <a:lnTo>
                    <a:pt x="2409738" y="736341"/>
                  </a:lnTo>
                  <a:lnTo>
                    <a:pt x="2409728" y="736382"/>
                  </a:lnTo>
                  <a:lnTo>
                    <a:pt x="2409716" y="736412"/>
                  </a:lnTo>
                  <a:lnTo>
                    <a:pt x="2409668" y="736497"/>
                  </a:lnTo>
                  <a:lnTo>
                    <a:pt x="2409635" y="736534"/>
                  </a:lnTo>
                  <a:lnTo>
                    <a:pt x="2409610" y="736562"/>
                  </a:lnTo>
                  <a:lnTo>
                    <a:pt x="2409595" y="736591"/>
                  </a:lnTo>
                  <a:lnTo>
                    <a:pt x="2409574" y="736666"/>
                  </a:lnTo>
                  <a:lnTo>
                    <a:pt x="2409558" y="736732"/>
                  </a:lnTo>
                  <a:lnTo>
                    <a:pt x="2409545" y="736832"/>
                  </a:lnTo>
                  <a:lnTo>
                    <a:pt x="2409544" y="736894"/>
                  </a:lnTo>
                  <a:lnTo>
                    <a:pt x="2409551" y="736966"/>
                  </a:lnTo>
                  <a:lnTo>
                    <a:pt x="2409550" y="736978"/>
                  </a:lnTo>
                  <a:lnTo>
                    <a:pt x="2409548" y="736995"/>
                  </a:lnTo>
                  <a:lnTo>
                    <a:pt x="2409547" y="737010"/>
                  </a:lnTo>
                  <a:lnTo>
                    <a:pt x="2409550" y="737022"/>
                  </a:lnTo>
                  <a:lnTo>
                    <a:pt x="2409553" y="737032"/>
                  </a:lnTo>
                  <a:lnTo>
                    <a:pt x="2409560" y="737040"/>
                  </a:lnTo>
                  <a:lnTo>
                    <a:pt x="2409574" y="737049"/>
                  </a:lnTo>
                  <a:lnTo>
                    <a:pt x="2409595" y="737057"/>
                  </a:lnTo>
                  <a:lnTo>
                    <a:pt x="2409630" y="737063"/>
                  </a:lnTo>
                  <a:lnTo>
                    <a:pt x="2409700" y="737059"/>
                  </a:lnTo>
                  <a:lnTo>
                    <a:pt x="2409760" y="737065"/>
                  </a:lnTo>
                  <a:lnTo>
                    <a:pt x="2409817" y="737075"/>
                  </a:lnTo>
                  <a:lnTo>
                    <a:pt x="2409835" y="737080"/>
                  </a:lnTo>
                  <a:lnTo>
                    <a:pt x="2409876" y="737092"/>
                  </a:lnTo>
                  <a:lnTo>
                    <a:pt x="2409905" y="737100"/>
                  </a:lnTo>
                  <a:lnTo>
                    <a:pt x="2409923" y="737108"/>
                  </a:lnTo>
                  <a:lnTo>
                    <a:pt x="2409948" y="737115"/>
                  </a:lnTo>
                  <a:lnTo>
                    <a:pt x="2409992" y="737137"/>
                  </a:lnTo>
                  <a:lnTo>
                    <a:pt x="2410025" y="737159"/>
                  </a:lnTo>
                  <a:lnTo>
                    <a:pt x="2410045" y="737178"/>
                  </a:lnTo>
                  <a:lnTo>
                    <a:pt x="2410078" y="737217"/>
                  </a:lnTo>
                  <a:lnTo>
                    <a:pt x="2410106" y="737252"/>
                  </a:lnTo>
                  <a:lnTo>
                    <a:pt x="2410120" y="737269"/>
                  </a:lnTo>
                  <a:lnTo>
                    <a:pt x="2410150" y="737309"/>
                  </a:lnTo>
                  <a:lnTo>
                    <a:pt x="2410162" y="737324"/>
                  </a:lnTo>
                  <a:lnTo>
                    <a:pt x="2410184" y="737351"/>
                  </a:lnTo>
                  <a:lnTo>
                    <a:pt x="2410210" y="737382"/>
                  </a:lnTo>
                  <a:lnTo>
                    <a:pt x="2410257" y="737446"/>
                  </a:lnTo>
                  <a:lnTo>
                    <a:pt x="2410285" y="737490"/>
                  </a:lnTo>
                  <a:lnTo>
                    <a:pt x="2410305" y="737531"/>
                  </a:lnTo>
                  <a:lnTo>
                    <a:pt x="2410323" y="737572"/>
                  </a:lnTo>
                  <a:lnTo>
                    <a:pt x="2410354" y="737626"/>
                  </a:lnTo>
                  <a:lnTo>
                    <a:pt x="2410373" y="737652"/>
                  </a:lnTo>
                  <a:lnTo>
                    <a:pt x="2410428" y="737725"/>
                  </a:lnTo>
                  <a:lnTo>
                    <a:pt x="2410499" y="737815"/>
                  </a:lnTo>
                  <a:lnTo>
                    <a:pt x="2410522" y="737843"/>
                  </a:lnTo>
                  <a:lnTo>
                    <a:pt x="2410547" y="737857"/>
                  </a:lnTo>
                  <a:lnTo>
                    <a:pt x="2410564" y="737867"/>
                  </a:lnTo>
                  <a:lnTo>
                    <a:pt x="2410579" y="737875"/>
                  </a:lnTo>
                  <a:lnTo>
                    <a:pt x="2410603" y="737895"/>
                  </a:lnTo>
                  <a:lnTo>
                    <a:pt x="2410630" y="737919"/>
                  </a:lnTo>
                  <a:lnTo>
                    <a:pt x="2410648" y="737941"/>
                  </a:lnTo>
                  <a:lnTo>
                    <a:pt x="2410666" y="737961"/>
                  </a:lnTo>
                  <a:lnTo>
                    <a:pt x="2410675" y="737973"/>
                  </a:lnTo>
                  <a:lnTo>
                    <a:pt x="2410680" y="737980"/>
                  </a:lnTo>
                  <a:lnTo>
                    <a:pt x="2410688" y="738004"/>
                  </a:lnTo>
                  <a:lnTo>
                    <a:pt x="2410699" y="738020"/>
                  </a:lnTo>
                  <a:lnTo>
                    <a:pt x="2410719" y="738035"/>
                  </a:lnTo>
                  <a:lnTo>
                    <a:pt x="2410744" y="738050"/>
                  </a:lnTo>
                  <a:lnTo>
                    <a:pt x="2410763" y="738063"/>
                  </a:lnTo>
                  <a:lnTo>
                    <a:pt x="2410773" y="738071"/>
                  </a:lnTo>
                  <a:lnTo>
                    <a:pt x="2410782" y="738076"/>
                  </a:lnTo>
                  <a:lnTo>
                    <a:pt x="2410794" y="738076"/>
                  </a:lnTo>
                  <a:lnTo>
                    <a:pt x="2410824" y="738073"/>
                  </a:lnTo>
                  <a:lnTo>
                    <a:pt x="2410838" y="738075"/>
                  </a:lnTo>
                  <a:lnTo>
                    <a:pt x="2410851" y="738077"/>
                  </a:lnTo>
                  <a:lnTo>
                    <a:pt x="2410864" y="738081"/>
                  </a:lnTo>
                  <a:lnTo>
                    <a:pt x="2410873" y="738081"/>
                  </a:lnTo>
                  <a:lnTo>
                    <a:pt x="2411017" y="738096"/>
                  </a:lnTo>
                  <a:lnTo>
                    <a:pt x="2411029" y="738101"/>
                  </a:lnTo>
                  <a:lnTo>
                    <a:pt x="2411036" y="738105"/>
                  </a:lnTo>
                  <a:lnTo>
                    <a:pt x="2411041" y="738110"/>
                  </a:lnTo>
                  <a:lnTo>
                    <a:pt x="2411044" y="738116"/>
                  </a:lnTo>
                  <a:lnTo>
                    <a:pt x="2411043" y="738126"/>
                  </a:lnTo>
                  <a:lnTo>
                    <a:pt x="2411041" y="738131"/>
                  </a:lnTo>
                  <a:lnTo>
                    <a:pt x="2411037" y="738137"/>
                  </a:lnTo>
                  <a:lnTo>
                    <a:pt x="2411034" y="738142"/>
                  </a:lnTo>
                  <a:lnTo>
                    <a:pt x="2411030" y="738149"/>
                  </a:lnTo>
                  <a:lnTo>
                    <a:pt x="2411037" y="738160"/>
                  </a:lnTo>
                  <a:lnTo>
                    <a:pt x="2411045" y="738168"/>
                  </a:lnTo>
                  <a:lnTo>
                    <a:pt x="2411054" y="738174"/>
                  </a:lnTo>
                  <a:lnTo>
                    <a:pt x="2411062" y="738177"/>
                  </a:lnTo>
                  <a:lnTo>
                    <a:pt x="2411071" y="738184"/>
                  </a:lnTo>
                  <a:lnTo>
                    <a:pt x="2411077" y="738191"/>
                  </a:lnTo>
                  <a:lnTo>
                    <a:pt x="2411084" y="738197"/>
                  </a:lnTo>
                  <a:lnTo>
                    <a:pt x="2411090" y="738199"/>
                  </a:lnTo>
                  <a:lnTo>
                    <a:pt x="2411100" y="738200"/>
                  </a:lnTo>
                  <a:lnTo>
                    <a:pt x="2411107" y="738200"/>
                  </a:lnTo>
                  <a:lnTo>
                    <a:pt x="2411115" y="738206"/>
                  </a:lnTo>
                  <a:lnTo>
                    <a:pt x="2411127" y="738217"/>
                  </a:lnTo>
                  <a:lnTo>
                    <a:pt x="2411133" y="738225"/>
                  </a:lnTo>
                  <a:lnTo>
                    <a:pt x="2411136" y="738235"/>
                  </a:lnTo>
                  <a:lnTo>
                    <a:pt x="2411139" y="738242"/>
                  </a:lnTo>
                  <a:lnTo>
                    <a:pt x="2411140" y="738249"/>
                  </a:lnTo>
                  <a:lnTo>
                    <a:pt x="2411146" y="738255"/>
                  </a:lnTo>
                  <a:lnTo>
                    <a:pt x="2411148" y="738263"/>
                  </a:lnTo>
                  <a:lnTo>
                    <a:pt x="2411147" y="738269"/>
                  </a:lnTo>
                  <a:lnTo>
                    <a:pt x="2411147" y="738277"/>
                  </a:lnTo>
                  <a:lnTo>
                    <a:pt x="2411156" y="738287"/>
                  </a:lnTo>
                  <a:lnTo>
                    <a:pt x="2411156" y="738294"/>
                  </a:lnTo>
                  <a:lnTo>
                    <a:pt x="2411158" y="738301"/>
                  </a:lnTo>
                  <a:lnTo>
                    <a:pt x="2411160" y="738319"/>
                  </a:lnTo>
                  <a:lnTo>
                    <a:pt x="2411164" y="738325"/>
                  </a:lnTo>
                  <a:lnTo>
                    <a:pt x="2411171" y="738338"/>
                  </a:lnTo>
                  <a:lnTo>
                    <a:pt x="2411175" y="738346"/>
                  </a:lnTo>
                  <a:lnTo>
                    <a:pt x="2411179" y="738357"/>
                  </a:lnTo>
                  <a:lnTo>
                    <a:pt x="2411182" y="738370"/>
                  </a:lnTo>
                  <a:lnTo>
                    <a:pt x="2411184" y="738389"/>
                  </a:lnTo>
                  <a:lnTo>
                    <a:pt x="2411182" y="738408"/>
                  </a:lnTo>
                  <a:lnTo>
                    <a:pt x="2411178" y="738422"/>
                  </a:lnTo>
                  <a:lnTo>
                    <a:pt x="2411173" y="738430"/>
                  </a:lnTo>
                  <a:lnTo>
                    <a:pt x="2411166" y="738431"/>
                  </a:lnTo>
                  <a:lnTo>
                    <a:pt x="2411159" y="738440"/>
                  </a:lnTo>
                  <a:lnTo>
                    <a:pt x="2411149" y="738480"/>
                  </a:lnTo>
                  <a:lnTo>
                    <a:pt x="2411149" y="738489"/>
                  </a:lnTo>
                  <a:lnTo>
                    <a:pt x="2411150" y="738499"/>
                  </a:lnTo>
                  <a:lnTo>
                    <a:pt x="2411131" y="738524"/>
                  </a:lnTo>
                  <a:lnTo>
                    <a:pt x="2411110" y="738549"/>
                  </a:lnTo>
                  <a:lnTo>
                    <a:pt x="2411084" y="738579"/>
                  </a:lnTo>
                  <a:lnTo>
                    <a:pt x="2411079" y="738580"/>
                  </a:lnTo>
                  <a:lnTo>
                    <a:pt x="2411008" y="738561"/>
                  </a:lnTo>
                  <a:lnTo>
                    <a:pt x="2411000" y="738564"/>
                  </a:lnTo>
                  <a:lnTo>
                    <a:pt x="2410961" y="738605"/>
                  </a:lnTo>
                  <a:lnTo>
                    <a:pt x="2410928" y="738652"/>
                  </a:lnTo>
                  <a:lnTo>
                    <a:pt x="2410961" y="738678"/>
                  </a:lnTo>
                  <a:lnTo>
                    <a:pt x="2410956" y="738683"/>
                  </a:lnTo>
                  <a:lnTo>
                    <a:pt x="2410967" y="738692"/>
                  </a:lnTo>
                  <a:lnTo>
                    <a:pt x="2410947" y="738714"/>
                  </a:lnTo>
                  <a:lnTo>
                    <a:pt x="2410939" y="738764"/>
                  </a:lnTo>
                  <a:lnTo>
                    <a:pt x="2410932" y="738771"/>
                  </a:lnTo>
                  <a:lnTo>
                    <a:pt x="2410928" y="738870"/>
                  </a:lnTo>
                  <a:lnTo>
                    <a:pt x="2410948" y="738870"/>
                  </a:lnTo>
                  <a:lnTo>
                    <a:pt x="2410943" y="738991"/>
                  </a:lnTo>
                  <a:lnTo>
                    <a:pt x="2410932" y="738991"/>
                  </a:lnTo>
                  <a:lnTo>
                    <a:pt x="2410928" y="739134"/>
                  </a:lnTo>
                  <a:lnTo>
                    <a:pt x="2410938" y="739137"/>
                  </a:lnTo>
                  <a:lnTo>
                    <a:pt x="2410886" y="739220"/>
                  </a:lnTo>
                  <a:lnTo>
                    <a:pt x="2410884" y="739226"/>
                  </a:lnTo>
                  <a:lnTo>
                    <a:pt x="2410881" y="739237"/>
                  </a:lnTo>
                  <a:lnTo>
                    <a:pt x="2410878" y="739249"/>
                  </a:lnTo>
                  <a:lnTo>
                    <a:pt x="2410876" y="739260"/>
                  </a:lnTo>
                  <a:lnTo>
                    <a:pt x="2410864" y="739291"/>
                  </a:lnTo>
                  <a:lnTo>
                    <a:pt x="2410850" y="739318"/>
                  </a:lnTo>
                  <a:lnTo>
                    <a:pt x="2410846" y="739322"/>
                  </a:lnTo>
                  <a:lnTo>
                    <a:pt x="2410837" y="739320"/>
                  </a:lnTo>
                  <a:lnTo>
                    <a:pt x="2410828" y="739334"/>
                  </a:lnTo>
                  <a:lnTo>
                    <a:pt x="2410832" y="739340"/>
                  </a:lnTo>
                  <a:lnTo>
                    <a:pt x="2410828" y="739349"/>
                  </a:lnTo>
                  <a:lnTo>
                    <a:pt x="2410822" y="739350"/>
                  </a:lnTo>
                  <a:lnTo>
                    <a:pt x="2410815" y="739360"/>
                  </a:lnTo>
                  <a:lnTo>
                    <a:pt x="2410807" y="739372"/>
                  </a:lnTo>
                  <a:lnTo>
                    <a:pt x="2410787" y="739412"/>
                  </a:lnTo>
                  <a:lnTo>
                    <a:pt x="2409837" y="739310"/>
                  </a:lnTo>
                  <a:lnTo>
                    <a:pt x="2409494" y="739275"/>
                  </a:lnTo>
                  <a:lnTo>
                    <a:pt x="2409170" y="739242"/>
                  </a:lnTo>
                  <a:lnTo>
                    <a:pt x="2408678" y="739191"/>
                  </a:lnTo>
                  <a:lnTo>
                    <a:pt x="2408223" y="739144"/>
                  </a:lnTo>
                  <a:lnTo>
                    <a:pt x="2407709" y="739091"/>
                  </a:lnTo>
                  <a:lnTo>
                    <a:pt x="2407260" y="739048"/>
                  </a:lnTo>
                  <a:lnTo>
                    <a:pt x="2407020" y="739022"/>
                  </a:lnTo>
                  <a:lnTo>
                    <a:pt x="2406853" y="739003"/>
                  </a:lnTo>
                  <a:lnTo>
                    <a:pt x="2406480" y="738965"/>
                  </a:lnTo>
                  <a:lnTo>
                    <a:pt x="2405967" y="738912"/>
                  </a:lnTo>
                  <a:lnTo>
                    <a:pt x="2405398" y="738854"/>
                  </a:lnTo>
                  <a:lnTo>
                    <a:pt x="2404675" y="738780"/>
                  </a:lnTo>
                  <a:lnTo>
                    <a:pt x="2404115" y="738723"/>
                  </a:lnTo>
                  <a:lnTo>
                    <a:pt x="2404113" y="738667"/>
                  </a:lnTo>
                  <a:lnTo>
                    <a:pt x="2404171" y="738338"/>
                  </a:lnTo>
                  <a:lnTo>
                    <a:pt x="2404172" y="738331"/>
                  </a:lnTo>
                  <a:lnTo>
                    <a:pt x="2404175" y="738321"/>
                  </a:lnTo>
                  <a:lnTo>
                    <a:pt x="2404218" y="738192"/>
                  </a:lnTo>
                  <a:lnTo>
                    <a:pt x="2404245" y="738114"/>
                  </a:lnTo>
                  <a:lnTo>
                    <a:pt x="2404255" y="738078"/>
                  </a:lnTo>
                  <a:lnTo>
                    <a:pt x="2404259" y="738060"/>
                  </a:lnTo>
                  <a:lnTo>
                    <a:pt x="2404262" y="738042"/>
                  </a:lnTo>
                  <a:lnTo>
                    <a:pt x="2404263" y="738025"/>
                  </a:lnTo>
                  <a:lnTo>
                    <a:pt x="2404262" y="737974"/>
                  </a:lnTo>
                  <a:lnTo>
                    <a:pt x="2404264" y="737931"/>
                  </a:lnTo>
                  <a:lnTo>
                    <a:pt x="2404266" y="737823"/>
                  </a:lnTo>
                  <a:lnTo>
                    <a:pt x="2404265" y="737817"/>
                  </a:lnTo>
                  <a:lnTo>
                    <a:pt x="2404263" y="737791"/>
                  </a:lnTo>
                  <a:lnTo>
                    <a:pt x="2404254" y="737714"/>
                  </a:lnTo>
                  <a:lnTo>
                    <a:pt x="2404249" y="737694"/>
                  </a:lnTo>
                  <a:lnTo>
                    <a:pt x="2404245" y="737670"/>
                  </a:lnTo>
                  <a:lnTo>
                    <a:pt x="2404232" y="737614"/>
                  </a:lnTo>
                  <a:lnTo>
                    <a:pt x="2404231" y="737599"/>
                  </a:lnTo>
                  <a:lnTo>
                    <a:pt x="2404229" y="737578"/>
                  </a:lnTo>
                  <a:lnTo>
                    <a:pt x="2404227" y="737566"/>
                  </a:lnTo>
                  <a:lnTo>
                    <a:pt x="2404223" y="737543"/>
                  </a:lnTo>
                  <a:lnTo>
                    <a:pt x="2404222" y="737537"/>
                  </a:lnTo>
                  <a:lnTo>
                    <a:pt x="2404211" y="737484"/>
                  </a:lnTo>
                  <a:lnTo>
                    <a:pt x="2404197" y="737407"/>
                  </a:lnTo>
                  <a:lnTo>
                    <a:pt x="2404187" y="737345"/>
                  </a:lnTo>
                  <a:lnTo>
                    <a:pt x="2404176" y="737283"/>
                  </a:lnTo>
                  <a:lnTo>
                    <a:pt x="2404162" y="737204"/>
                  </a:lnTo>
                  <a:lnTo>
                    <a:pt x="2404158" y="737186"/>
                  </a:lnTo>
                  <a:lnTo>
                    <a:pt x="2404132" y="737055"/>
                  </a:lnTo>
                  <a:lnTo>
                    <a:pt x="2404122" y="737004"/>
                  </a:lnTo>
                  <a:lnTo>
                    <a:pt x="2404121" y="736975"/>
                  </a:lnTo>
                  <a:lnTo>
                    <a:pt x="2404117" y="736951"/>
                  </a:lnTo>
                  <a:lnTo>
                    <a:pt x="2404113" y="736897"/>
                  </a:lnTo>
                  <a:lnTo>
                    <a:pt x="2404106" y="736835"/>
                  </a:lnTo>
                  <a:lnTo>
                    <a:pt x="2404102" y="736824"/>
                  </a:lnTo>
                  <a:lnTo>
                    <a:pt x="2404096" y="736797"/>
                  </a:lnTo>
                  <a:lnTo>
                    <a:pt x="2404088" y="736771"/>
                  </a:lnTo>
                  <a:lnTo>
                    <a:pt x="2404084" y="736753"/>
                  </a:lnTo>
                  <a:lnTo>
                    <a:pt x="2404084" y="736747"/>
                  </a:lnTo>
                  <a:lnTo>
                    <a:pt x="2404082" y="736740"/>
                  </a:lnTo>
                  <a:lnTo>
                    <a:pt x="2404052" y="736687"/>
                  </a:lnTo>
                  <a:lnTo>
                    <a:pt x="2404045" y="736680"/>
                  </a:lnTo>
                  <a:lnTo>
                    <a:pt x="2404040" y="736673"/>
                  </a:lnTo>
                  <a:lnTo>
                    <a:pt x="2404038" y="736666"/>
                  </a:lnTo>
                  <a:lnTo>
                    <a:pt x="2404039" y="736657"/>
                  </a:lnTo>
                  <a:lnTo>
                    <a:pt x="2404045" y="736639"/>
                  </a:lnTo>
                  <a:lnTo>
                    <a:pt x="2404049" y="736629"/>
                  </a:lnTo>
                  <a:lnTo>
                    <a:pt x="2404059" y="736599"/>
                  </a:lnTo>
                  <a:lnTo>
                    <a:pt x="2404066" y="736583"/>
                  </a:lnTo>
                  <a:lnTo>
                    <a:pt x="2404066" y="736572"/>
                  </a:lnTo>
                  <a:lnTo>
                    <a:pt x="2404063" y="736546"/>
                  </a:lnTo>
                  <a:lnTo>
                    <a:pt x="2404049" y="736508"/>
                  </a:lnTo>
                  <a:lnTo>
                    <a:pt x="2404042" y="736472"/>
                  </a:lnTo>
                  <a:lnTo>
                    <a:pt x="2404031" y="736373"/>
                  </a:lnTo>
                  <a:lnTo>
                    <a:pt x="2404031" y="736351"/>
                  </a:lnTo>
                  <a:lnTo>
                    <a:pt x="2404029" y="736285"/>
                  </a:lnTo>
                  <a:lnTo>
                    <a:pt x="2404028" y="736273"/>
                  </a:lnTo>
                  <a:lnTo>
                    <a:pt x="2404028" y="736264"/>
                  </a:lnTo>
                  <a:lnTo>
                    <a:pt x="2404029" y="736257"/>
                  </a:lnTo>
                  <a:lnTo>
                    <a:pt x="2404034" y="736229"/>
                  </a:lnTo>
                  <a:lnTo>
                    <a:pt x="2404040" y="736195"/>
                  </a:lnTo>
                  <a:lnTo>
                    <a:pt x="2404045" y="736165"/>
                  </a:lnTo>
                  <a:lnTo>
                    <a:pt x="2404047" y="736146"/>
                  </a:lnTo>
                  <a:lnTo>
                    <a:pt x="2404048" y="736131"/>
                  </a:lnTo>
                  <a:lnTo>
                    <a:pt x="2404048" y="736120"/>
                  </a:lnTo>
                  <a:lnTo>
                    <a:pt x="2404047" y="736101"/>
                  </a:lnTo>
                  <a:lnTo>
                    <a:pt x="2404044" y="736094"/>
                  </a:lnTo>
                  <a:lnTo>
                    <a:pt x="2404041" y="736089"/>
                  </a:lnTo>
                  <a:lnTo>
                    <a:pt x="2404034" y="736076"/>
                  </a:lnTo>
                  <a:lnTo>
                    <a:pt x="2404047" y="735935"/>
                  </a:lnTo>
                  <a:lnTo>
                    <a:pt x="2404059" y="735892"/>
                  </a:lnTo>
                  <a:lnTo>
                    <a:pt x="2404062" y="735882"/>
                  </a:lnTo>
                  <a:lnTo>
                    <a:pt x="2404064" y="735873"/>
                  </a:lnTo>
                  <a:lnTo>
                    <a:pt x="2404065" y="735864"/>
                  </a:lnTo>
                  <a:lnTo>
                    <a:pt x="2404065" y="735855"/>
                  </a:lnTo>
                  <a:lnTo>
                    <a:pt x="2404066" y="735847"/>
                  </a:lnTo>
                  <a:lnTo>
                    <a:pt x="2404066" y="735838"/>
                  </a:lnTo>
                  <a:lnTo>
                    <a:pt x="2404068" y="735830"/>
                  </a:lnTo>
                  <a:lnTo>
                    <a:pt x="2404076" y="735803"/>
                  </a:lnTo>
                  <a:lnTo>
                    <a:pt x="2404081" y="735788"/>
                  </a:lnTo>
                  <a:lnTo>
                    <a:pt x="2404086" y="735768"/>
                  </a:lnTo>
                  <a:lnTo>
                    <a:pt x="2404089" y="735760"/>
                  </a:lnTo>
                  <a:lnTo>
                    <a:pt x="2404126" y="735610"/>
                  </a:lnTo>
                  <a:lnTo>
                    <a:pt x="2404135" y="735579"/>
                  </a:lnTo>
                  <a:lnTo>
                    <a:pt x="2404137" y="735572"/>
                  </a:lnTo>
                  <a:lnTo>
                    <a:pt x="2404141" y="735565"/>
                  </a:lnTo>
                  <a:lnTo>
                    <a:pt x="2404160" y="735509"/>
                  </a:lnTo>
                  <a:lnTo>
                    <a:pt x="2404166" y="735491"/>
                  </a:lnTo>
                  <a:lnTo>
                    <a:pt x="2404167" y="735486"/>
                  </a:lnTo>
                  <a:lnTo>
                    <a:pt x="2404170" y="735476"/>
                  </a:lnTo>
                  <a:lnTo>
                    <a:pt x="2404172" y="735471"/>
                  </a:lnTo>
                  <a:lnTo>
                    <a:pt x="2404175" y="735465"/>
                  </a:lnTo>
                  <a:lnTo>
                    <a:pt x="2404190" y="735419"/>
                  </a:lnTo>
                  <a:lnTo>
                    <a:pt x="2404208" y="735345"/>
                  </a:lnTo>
                  <a:lnTo>
                    <a:pt x="2404218" y="735302"/>
                  </a:lnTo>
                  <a:lnTo>
                    <a:pt x="2404228" y="735242"/>
                  </a:lnTo>
                  <a:lnTo>
                    <a:pt x="2404231" y="735234"/>
                  </a:lnTo>
                  <a:lnTo>
                    <a:pt x="2404240" y="735220"/>
                  </a:lnTo>
                  <a:lnTo>
                    <a:pt x="2404243" y="735216"/>
                  </a:lnTo>
                  <a:lnTo>
                    <a:pt x="2404246" y="735209"/>
                  </a:lnTo>
                  <a:lnTo>
                    <a:pt x="2404241" y="735172"/>
                  </a:lnTo>
                  <a:lnTo>
                    <a:pt x="2404237" y="735166"/>
                  </a:lnTo>
                  <a:lnTo>
                    <a:pt x="2404235" y="735157"/>
                  </a:lnTo>
                  <a:lnTo>
                    <a:pt x="2404235" y="735151"/>
                  </a:lnTo>
                  <a:lnTo>
                    <a:pt x="2404236" y="735145"/>
                  </a:lnTo>
                  <a:lnTo>
                    <a:pt x="2404241" y="735123"/>
                  </a:lnTo>
                  <a:lnTo>
                    <a:pt x="2404244" y="735114"/>
                  </a:lnTo>
                  <a:lnTo>
                    <a:pt x="2404248" y="735094"/>
                  </a:lnTo>
                  <a:lnTo>
                    <a:pt x="2404262" y="735032"/>
                  </a:lnTo>
                  <a:lnTo>
                    <a:pt x="2404300" y="734914"/>
                  </a:lnTo>
                  <a:lnTo>
                    <a:pt x="2404349" y="734792"/>
                  </a:lnTo>
                  <a:lnTo>
                    <a:pt x="2404378" y="734724"/>
                  </a:lnTo>
                  <a:lnTo>
                    <a:pt x="2404399" y="734683"/>
                  </a:lnTo>
                  <a:lnTo>
                    <a:pt x="2404408" y="734667"/>
                  </a:lnTo>
                  <a:lnTo>
                    <a:pt x="2404415" y="734656"/>
                  </a:lnTo>
                  <a:lnTo>
                    <a:pt x="2404421" y="734648"/>
                  </a:lnTo>
                  <a:lnTo>
                    <a:pt x="2404426" y="734643"/>
                  </a:lnTo>
                  <a:lnTo>
                    <a:pt x="2404430" y="734638"/>
                  </a:lnTo>
                  <a:lnTo>
                    <a:pt x="2404434" y="734635"/>
                  </a:lnTo>
                  <a:lnTo>
                    <a:pt x="2404456" y="734620"/>
                  </a:lnTo>
                  <a:lnTo>
                    <a:pt x="2404468" y="734613"/>
                  </a:lnTo>
                  <a:lnTo>
                    <a:pt x="2404477" y="734609"/>
                  </a:lnTo>
                  <a:lnTo>
                    <a:pt x="2404482" y="734607"/>
                  </a:lnTo>
                  <a:lnTo>
                    <a:pt x="2404510" y="734510"/>
                  </a:lnTo>
                  <a:lnTo>
                    <a:pt x="2404507" y="734502"/>
                  </a:lnTo>
                  <a:lnTo>
                    <a:pt x="2404501" y="734499"/>
                  </a:lnTo>
                  <a:lnTo>
                    <a:pt x="2404494" y="734495"/>
                  </a:lnTo>
                  <a:lnTo>
                    <a:pt x="2404489" y="734492"/>
                  </a:lnTo>
                  <a:lnTo>
                    <a:pt x="2404483" y="734486"/>
                  </a:lnTo>
                  <a:lnTo>
                    <a:pt x="2404480" y="734482"/>
                  </a:lnTo>
                  <a:lnTo>
                    <a:pt x="2404468" y="734465"/>
                  </a:lnTo>
                  <a:lnTo>
                    <a:pt x="2404464" y="734457"/>
                  </a:lnTo>
                  <a:lnTo>
                    <a:pt x="2404462" y="734448"/>
                  </a:lnTo>
                  <a:lnTo>
                    <a:pt x="2404457" y="734433"/>
                  </a:lnTo>
                  <a:lnTo>
                    <a:pt x="2404444" y="734418"/>
                  </a:lnTo>
                  <a:lnTo>
                    <a:pt x="2404441" y="734413"/>
                  </a:lnTo>
                  <a:lnTo>
                    <a:pt x="2404445" y="734408"/>
                  </a:lnTo>
                  <a:lnTo>
                    <a:pt x="2404449" y="734399"/>
                  </a:lnTo>
                  <a:lnTo>
                    <a:pt x="2404440" y="734330"/>
                  </a:lnTo>
                  <a:lnTo>
                    <a:pt x="2404447" y="734152"/>
                  </a:lnTo>
                  <a:lnTo>
                    <a:pt x="2404456" y="734107"/>
                  </a:lnTo>
                  <a:lnTo>
                    <a:pt x="2404484" y="733975"/>
                  </a:lnTo>
                  <a:lnTo>
                    <a:pt x="2404486" y="733963"/>
                  </a:lnTo>
                  <a:lnTo>
                    <a:pt x="2404498" y="733887"/>
                  </a:lnTo>
                  <a:lnTo>
                    <a:pt x="2404506" y="733836"/>
                  </a:lnTo>
                  <a:lnTo>
                    <a:pt x="2404510" y="733822"/>
                  </a:lnTo>
                  <a:lnTo>
                    <a:pt x="2404512" y="733814"/>
                  </a:lnTo>
                  <a:lnTo>
                    <a:pt x="2404518" y="733789"/>
                  </a:lnTo>
                  <a:lnTo>
                    <a:pt x="2404525" y="733758"/>
                  </a:lnTo>
                  <a:lnTo>
                    <a:pt x="2404536" y="733728"/>
                  </a:lnTo>
                  <a:lnTo>
                    <a:pt x="2404542" y="733710"/>
                  </a:lnTo>
                  <a:lnTo>
                    <a:pt x="2404549" y="733691"/>
                  </a:lnTo>
                  <a:lnTo>
                    <a:pt x="2404561" y="733645"/>
                  </a:lnTo>
                  <a:lnTo>
                    <a:pt x="2404566" y="733632"/>
                  </a:lnTo>
                  <a:lnTo>
                    <a:pt x="2404571" y="733620"/>
                  </a:lnTo>
                  <a:lnTo>
                    <a:pt x="2404584" y="733575"/>
                  </a:lnTo>
                  <a:lnTo>
                    <a:pt x="2404589" y="733557"/>
                  </a:lnTo>
                  <a:lnTo>
                    <a:pt x="2404593" y="733544"/>
                  </a:lnTo>
                  <a:lnTo>
                    <a:pt x="2404606" y="733512"/>
                  </a:lnTo>
                  <a:lnTo>
                    <a:pt x="2404623" y="733479"/>
                  </a:lnTo>
                  <a:lnTo>
                    <a:pt x="2404625" y="733475"/>
                  </a:lnTo>
                  <a:lnTo>
                    <a:pt x="2404634" y="733450"/>
                  </a:lnTo>
                  <a:lnTo>
                    <a:pt x="2404639" y="733436"/>
                  </a:lnTo>
                  <a:lnTo>
                    <a:pt x="2404643" y="733426"/>
                  </a:lnTo>
                  <a:lnTo>
                    <a:pt x="2404646" y="733420"/>
                  </a:lnTo>
                  <a:lnTo>
                    <a:pt x="2404651" y="733407"/>
                  </a:lnTo>
                  <a:lnTo>
                    <a:pt x="2404667" y="733365"/>
                  </a:lnTo>
                  <a:lnTo>
                    <a:pt x="2404671" y="733355"/>
                  </a:lnTo>
                  <a:lnTo>
                    <a:pt x="2404674" y="733341"/>
                  </a:lnTo>
                  <a:lnTo>
                    <a:pt x="2404688" y="733296"/>
                  </a:lnTo>
                  <a:lnTo>
                    <a:pt x="2404694" y="733280"/>
                  </a:lnTo>
                  <a:lnTo>
                    <a:pt x="2404697" y="733269"/>
                  </a:lnTo>
                  <a:lnTo>
                    <a:pt x="2404701" y="733261"/>
                  </a:lnTo>
                  <a:lnTo>
                    <a:pt x="2404705" y="733249"/>
                  </a:lnTo>
                  <a:lnTo>
                    <a:pt x="2404713" y="733231"/>
                  </a:lnTo>
                  <a:lnTo>
                    <a:pt x="2404715" y="733222"/>
                  </a:lnTo>
                  <a:lnTo>
                    <a:pt x="2404718" y="733213"/>
                  </a:lnTo>
                  <a:lnTo>
                    <a:pt x="2404725" y="733191"/>
                  </a:lnTo>
                  <a:lnTo>
                    <a:pt x="2404729" y="733182"/>
                  </a:lnTo>
                  <a:lnTo>
                    <a:pt x="2404733" y="733174"/>
                  </a:lnTo>
                  <a:lnTo>
                    <a:pt x="2404739" y="733157"/>
                  </a:lnTo>
                  <a:lnTo>
                    <a:pt x="2404742" y="733149"/>
                  </a:lnTo>
                  <a:lnTo>
                    <a:pt x="2404759" y="733107"/>
                  </a:lnTo>
                  <a:lnTo>
                    <a:pt x="2404764" y="733094"/>
                  </a:lnTo>
                  <a:lnTo>
                    <a:pt x="2404771" y="733077"/>
                  </a:lnTo>
                  <a:lnTo>
                    <a:pt x="2404776" y="733062"/>
                  </a:lnTo>
                  <a:lnTo>
                    <a:pt x="2404786" y="733026"/>
                  </a:lnTo>
                  <a:lnTo>
                    <a:pt x="2404788" y="733019"/>
                  </a:lnTo>
                  <a:lnTo>
                    <a:pt x="2404793" y="733003"/>
                  </a:lnTo>
                  <a:lnTo>
                    <a:pt x="2404799" y="732989"/>
                  </a:lnTo>
                  <a:lnTo>
                    <a:pt x="2404803" y="732979"/>
                  </a:lnTo>
                  <a:lnTo>
                    <a:pt x="2404806" y="732967"/>
                  </a:lnTo>
                  <a:lnTo>
                    <a:pt x="2404812" y="732940"/>
                  </a:lnTo>
                  <a:lnTo>
                    <a:pt x="2404809" y="732932"/>
                  </a:lnTo>
                  <a:lnTo>
                    <a:pt x="2404800" y="732921"/>
                  </a:lnTo>
                  <a:lnTo>
                    <a:pt x="2404778" y="732902"/>
                  </a:lnTo>
                  <a:lnTo>
                    <a:pt x="2404764" y="732889"/>
                  </a:lnTo>
                  <a:lnTo>
                    <a:pt x="2404756" y="732880"/>
                  </a:lnTo>
                  <a:lnTo>
                    <a:pt x="2404740" y="732855"/>
                  </a:lnTo>
                  <a:lnTo>
                    <a:pt x="2404730" y="732839"/>
                  </a:lnTo>
                  <a:lnTo>
                    <a:pt x="2404711" y="732805"/>
                  </a:lnTo>
                  <a:lnTo>
                    <a:pt x="2404705" y="732795"/>
                  </a:lnTo>
                  <a:lnTo>
                    <a:pt x="2404708" y="732790"/>
                  </a:lnTo>
                  <a:lnTo>
                    <a:pt x="2404711" y="732783"/>
                  </a:lnTo>
                  <a:lnTo>
                    <a:pt x="2404709" y="732771"/>
                  </a:lnTo>
                  <a:lnTo>
                    <a:pt x="2404704" y="732768"/>
                  </a:lnTo>
                  <a:lnTo>
                    <a:pt x="2404700" y="732775"/>
                  </a:lnTo>
                  <a:lnTo>
                    <a:pt x="2404695" y="732783"/>
                  </a:lnTo>
                  <a:lnTo>
                    <a:pt x="2404676" y="732801"/>
                  </a:lnTo>
                  <a:lnTo>
                    <a:pt x="2404667" y="732809"/>
                  </a:lnTo>
                  <a:lnTo>
                    <a:pt x="2404654" y="732814"/>
                  </a:lnTo>
                  <a:lnTo>
                    <a:pt x="2404619" y="732822"/>
                  </a:lnTo>
                  <a:lnTo>
                    <a:pt x="2404604" y="732825"/>
                  </a:lnTo>
                  <a:lnTo>
                    <a:pt x="2404590" y="732826"/>
                  </a:lnTo>
                  <a:lnTo>
                    <a:pt x="2404575" y="732827"/>
                  </a:lnTo>
                  <a:lnTo>
                    <a:pt x="2404567" y="732828"/>
                  </a:lnTo>
                  <a:lnTo>
                    <a:pt x="2404536" y="732829"/>
                  </a:lnTo>
                  <a:lnTo>
                    <a:pt x="2404518" y="732828"/>
                  </a:lnTo>
                  <a:lnTo>
                    <a:pt x="2404479" y="732816"/>
                  </a:lnTo>
                  <a:lnTo>
                    <a:pt x="2404467" y="732812"/>
                  </a:lnTo>
                  <a:lnTo>
                    <a:pt x="2404461" y="732811"/>
                  </a:lnTo>
                  <a:lnTo>
                    <a:pt x="2404428" y="732795"/>
                  </a:lnTo>
                  <a:lnTo>
                    <a:pt x="2404422" y="732786"/>
                  </a:lnTo>
                  <a:lnTo>
                    <a:pt x="2404405" y="732769"/>
                  </a:lnTo>
                  <a:lnTo>
                    <a:pt x="2404392" y="732759"/>
                  </a:lnTo>
                  <a:lnTo>
                    <a:pt x="2404378" y="732755"/>
                  </a:lnTo>
                  <a:lnTo>
                    <a:pt x="2404351" y="732742"/>
                  </a:lnTo>
                  <a:lnTo>
                    <a:pt x="2404308" y="732726"/>
                  </a:lnTo>
                  <a:lnTo>
                    <a:pt x="2404288" y="732717"/>
                  </a:lnTo>
                  <a:lnTo>
                    <a:pt x="2404260" y="732705"/>
                  </a:lnTo>
                  <a:lnTo>
                    <a:pt x="2404228" y="732691"/>
                  </a:lnTo>
                  <a:lnTo>
                    <a:pt x="2404198" y="732683"/>
                  </a:lnTo>
                  <a:lnTo>
                    <a:pt x="2404181" y="732677"/>
                  </a:lnTo>
                  <a:lnTo>
                    <a:pt x="2404152" y="732665"/>
                  </a:lnTo>
                  <a:lnTo>
                    <a:pt x="2404116" y="732653"/>
                  </a:lnTo>
                  <a:lnTo>
                    <a:pt x="2404092" y="732648"/>
                  </a:lnTo>
                  <a:lnTo>
                    <a:pt x="2404064" y="732641"/>
                  </a:lnTo>
                  <a:lnTo>
                    <a:pt x="2404054" y="732639"/>
                  </a:lnTo>
                  <a:lnTo>
                    <a:pt x="2404042" y="732637"/>
                  </a:lnTo>
                  <a:lnTo>
                    <a:pt x="2404025" y="732637"/>
                  </a:lnTo>
                  <a:lnTo>
                    <a:pt x="2404011" y="732636"/>
                  </a:lnTo>
                  <a:lnTo>
                    <a:pt x="2403991" y="732638"/>
                  </a:lnTo>
                  <a:lnTo>
                    <a:pt x="2403972" y="732640"/>
                  </a:lnTo>
                  <a:lnTo>
                    <a:pt x="2403962" y="732640"/>
                  </a:lnTo>
                  <a:lnTo>
                    <a:pt x="2403925" y="732638"/>
                  </a:lnTo>
                  <a:lnTo>
                    <a:pt x="2403870" y="732639"/>
                  </a:lnTo>
                  <a:lnTo>
                    <a:pt x="2403847" y="732641"/>
                  </a:lnTo>
                  <a:lnTo>
                    <a:pt x="2403828" y="732644"/>
                  </a:lnTo>
                  <a:lnTo>
                    <a:pt x="2403810" y="732650"/>
                  </a:lnTo>
                  <a:lnTo>
                    <a:pt x="2403801" y="732653"/>
                  </a:lnTo>
                  <a:lnTo>
                    <a:pt x="2403791" y="732654"/>
                  </a:lnTo>
                  <a:lnTo>
                    <a:pt x="2403777" y="732657"/>
                  </a:lnTo>
                  <a:lnTo>
                    <a:pt x="2403765" y="732662"/>
                  </a:lnTo>
                  <a:lnTo>
                    <a:pt x="2403754" y="732668"/>
                  </a:lnTo>
                  <a:lnTo>
                    <a:pt x="2403744" y="732680"/>
                  </a:lnTo>
                  <a:lnTo>
                    <a:pt x="2403734" y="732689"/>
                  </a:lnTo>
                  <a:lnTo>
                    <a:pt x="2403721" y="732696"/>
                  </a:lnTo>
                  <a:lnTo>
                    <a:pt x="2403697" y="732706"/>
                  </a:lnTo>
                  <a:lnTo>
                    <a:pt x="2403674" y="732717"/>
                  </a:lnTo>
                  <a:lnTo>
                    <a:pt x="2403615" y="732737"/>
                  </a:lnTo>
                  <a:lnTo>
                    <a:pt x="2403522" y="732745"/>
                  </a:lnTo>
                  <a:lnTo>
                    <a:pt x="2403494" y="732741"/>
                  </a:lnTo>
                  <a:lnTo>
                    <a:pt x="2403477" y="732739"/>
                  </a:lnTo>
                  <a:lnTo>
                    <a:pt x="2403467" y="732740"/>
                  </a:lnTo>
                  <a:lnTo>
                    <a:pt x="2403455" y="732741"/>
                  </a:lnTo>
                  <a:lnTo>
                    <a:pt x="2403444" y="732742"/>
                  </a:lnTo>
                  <a:lnTo>
                    <a:pt x="2403405" y="732747"/>
                  </a:lnTo>
                  <a:lnTo>
                    <a:pt x="2403386" y="732750"/>
                  </a:lnTo>
                  <a:lnTo>
                    <a:pt x="2403321" y="732749"/>
                  </a:lnTo>
                  <a:lnTo>
                    <a:pt x="2403300" y="732750"/>
                  </a:lnTo>
                  <a:lnTo>
                    <a:pt x="2403235" y="732774"/>
                  </a:lnTo>
                  <a:lnTo>
                    <a:pt x="2403178" y="732794"/>
                  </a:lnTo>
                  <a:lnTo>
                    <a:pt x="2403152" y="732801"/>
                  </a:lnTo>
                  <a:lnTo>
                    <a:pt x="2403130" y="732805"/>
                  </a:lnTo>
                  <a:lnTo>
                    <a:pt x="2403050" y="732824"/>
                  </a:lnTo>
                  <a:lnTo>
                    <a:pt x="2402985" y="732837"/>
                  </a:lnTo>
                  <a:lnTo>
                    <a:pt x="2402850" y="732867"/>
                  </a:lnTo>
                  <a:lnTo>
                    <a:pt x="2402726" y="732909"/>
                  </a:lnTo>
                  <a:lnTo>
                    <a:pt x="2402560" y="732986"/>
                  </a:lnTo>
                  <a:lnTo>
                    <a:pt x="2402456" y="733054"/>
                  </a:lnTo>
                  <a:lnTo>
                    <a:pt x="2402314" y="733174"/>
                  </a:lnTo>
                  <a:lnTo>
                    <a:pt x="2402211" y="733266"/>
                  </a:lnTo>
                  <a:lnTo>
                    <a:pt x="2402139" y="733369"/>
                  </a:lnTo>
                  <a:lnTo>
                    <a:pt x="2402098" y="733422"/>
                  </a:lnTo>
                  <a:lnTo>
                    <a:pt x="2402053" y="733498"/>
                  </a:lnTo>
                  <a:lnTo>
                    <a:pt x="2402007" y="733589"/>
                  </a:lnTo>
                  <a:lnTo>
                    <a:pt x="2401971" y="733693"/>
                  </a:lnTo>
                  <a:lnTo>
                    <a:pt x="2401933" y="733776"/>
                  </a:lnTo>
                  <a:lnTo>
                    <a:pt x="2401920" y="733806"/>
                  </a:lnTo>
                  <a:lnTo>
                    <a:pt x="2401916" y="733822"/>
                  </a:lnTo>
                  <a:lnTo>
                    <a:pt x="2401911" y="733850"/>
                  </a:lnTo>
                  <a:lnTo>
                    <a:pt x="2401907" y="733912"/>
                  </a:lnTo>
                  <a:lnTo>
                    <a:pt x="2401906" y="734065"/>
                  </a:lnTo>
                  <a:lnTo>
                    <a:pt x="2401905" y="734088"/>
                  </a:lnTo>
                  <a:lnTo>
                    <a:pt x="2401871" y="734232"/>
                  </a:lnTo>
                  <a:lnTo>
                    <a:pt x="2401834" y="734311"/>
                  </a:lnTo>
                  <a:lnTo>
                    <a:pt x="2401819" y="734337"/>
                  </a:lnTo>
                  <a:lnTo>
                    <a:pt x="2401770" y="734411"/>
                  </a:lnTo>
                  <a:lnTo>
                    <a:pt x="2401754" y="734437"/>
                  </a:lnTo>
                  <a:lnTo>
                    <a:pt x="2401710" y="734523"/>
                  </a:lnTo>
                  <a:lnTo>
                    <a:pt x="2401671" y="734620"/>
                  </a:lnTo>
                  <a:lnTo>
                    <a:pt x="2401662" y="734649"/>
                  </a:lnTo>
                  <a:lnTo>
                    <a:pt x="2401654" y="734697"/>
                  </a:lnTo>
                  <a:lnTo>
                    <a:pt x="2401651" y="734725"/>
                  </a:lnTo>
                  <a:lnTo>
                    <a:pt x="2401650" y="734788"/>
                  </a:lnTo>
                  <a:lnTo>
                    <a:pt x="2401652" y="734905"/>
                  </a:lnTo>
                  <a:lnTo>
                    <a:pt x="2401657" y="734939"/>
                  </a:lnTo>
                  <a:lnTo>
                    <a:pt x="2401692" y="735044"/>
                  </a:lnTo>
                  <a:lnTo>
                    <a:pt x="2401697" y="735068"/>
                  </a:lnTo>
                  <a:lnTo>
                    <a:pt x="2401698" y="735103"/>
                  </a:lnTo>
                  <a:lnTo>
                    <a:pt x="2401689" y="735144"/>
                  </a:lnTo>
                  <a:lnTo>
                    <a:pt x="2401688" y="735156"/>
                  </a:lnTo>
                  <a:lnTo>
                    <a:pt x="2401710" y="735310"/>
                  </a:lnTo>
                  <a:lnTo>
                    <a:pt x="2401721" y="735421"/>
                  </a:lnTo>
                  <a:lnTo>
                    <a:pt x="2401724" y="735485"/>
                  </a:lnTo>
                  <a:lnTo>
                    <a:pt x="2401726" y="735606"/>
                  </a:lnTo>
                  <a:lnTo>
                    <a:pt x="2401733" y="735738"/>
                  </a:lnTo>
                  <a:lnTo>
                    <a:pt x="2401738" y="735813"/>
                  </a:lnTo>
                  <a:lnTo>
                    <a:pt x="2401749" y="735888"/>
                  </a:lnTo>
                  <a:lnTo>
                    <a:pt x="2401754" y="735946"/>
                  </a:lnTo>
                  <a:lnTo>
                    <a:pt x="2401755" y="736040"/>
                  </a:lnTo>
                  <a:lnTo>
                    <a:pt x="2401751" y="736082"/>
                  </a:lnTo>
                  <a:lnTo>
                    <a:pt x="2401753" y="736197"/>
                  </a:lnTo>
                  <a:lnTo>
                    <a:pt x="2401755" y="736233"/>
                  </a:lnTo>
                  <a:lnTo>
                    <a:pt x="2401757" y="736304"/>
                  </a:lnTo>
                  <a:lnTo>
                    <a:pt x="2401762" y="736321"/>
                  </a:lnTo>
                  <a:lnTo>
                    <a:pt x="2401792" y="736377"/>
                  </a:lnTo>
                  <a:lnTo>
                    <a:pt x="2401799" y="736398"/>
                  </a:lnTo>
                  <a:lnTo>
                    <a:pt x="2401799" y="736409"/>
                  </a:lnTo>
                  <a:lnTo>
                    <a:pt x="2401791" y="736427"/>
                  </a:lnTo>
                  <a:lnTo>
                    <a:pt x="2401774" y="736464"/>
                  </a:lnTo>
                  <a:lnTo>
                    <a:pt x="2401765" y="736492"/>
                  </a:lnTo>
                  <a:lnTo>
                    <a:pt x="2401764" y="736511"/>
                  </a:lnTo>
                  <a:lnTo>
                    <a:pt x="2401764" y="736519"/>
                  </a:lnTo>
                  <a:lnTo>
                    <a:pt x="2401751" y="736560"/>
                  </a:lnTo>
                  <a:lnTo>
                    <a:pt x="2401746" y="736577"/>
                  </a:lnTo>
                  <a:lnTo>
                    <a:pt x="2401739" y="736597"/>
                  </a:lnTo>
                  <a:lnTo>
                    <a:pt x="2401726" y="736652"/>
                  </a:lnTo>
                  <a:lnTo>
                    <a:pt x="2401726" y="736662"/>
                  </a:lnTo>
                  <a:lnTo>
                    <a:pt x="2401727" y="736703"/>
                  </a:lnTo>
                  <a:lnTo>
                    <a:pt x="2401740" y="736808"/>
                  </a:lnTo>
                  <a:lnTo>
                    <a:pt x="2401741" y="736851"/>
                  </a:lnTo>
                  <a:lnTo>
                    <a:pt x="2401742" y="736879"/>
                  </a:lnTo>
                  <a:lnTo>
                    <a:pt x="2401742" y="736897"/>
                  </a:lnTo>
                  <a:lnTo>
                    <a:pt x="2401745" y="736909"/>
                  </a:lnTo>
                  <a:lnTo>
                    <a:pt x="2401764" y="736928"/>
                  </a:lnTo>
                  <a:lnTo>
                    <a:pt x="2401776" y="736934"/>
                  </a:lnTo>
                  <a:lnTo>
                    <a:pt x="2401799" y="736941"/>
                  </a:lnTo>
                  <a:lnTo>
                    <a:pt x="2401807" y="736946"/>
                  </a:lnTo>
                  <a:lnTo>
                    <a:pt x="2401812" y="736957"/>
                  </a:lnTo>
                  <a:lnTo>
                    <a:pt x="2401811" y="736965"/>
                  </a:lnTo>
                  <a:lnTo>
                    <a:pt x="2401807" y="736971"/>
                  </a:lnTo>
                  <a:lnTo>
                    <a:pt x="2401770" y="736992"/>
                  </a:lnTo>
                  <a:lnTo>
                    <a:pt x="2401755" y="736996"/>
                  </a:lnTo>
                  <a:lnTo>
                    <a:pt x="2401728" y="736997"/>
                  </a:lnTo>
                  <a:lnTo>
                    <a:pt x="2401698" y="737001"/>
                  </a:lnTo>
                  <a:lnTo>
                    <a:pt x="2401687" y="737006"/>
                  </a:lnTo>
                  <a:lnTo>
                    <a:pt x="2401681" y="737012"/>
                  </a:lnTo>
                  <a:lnTo>
                    <a:pt x="2401664" y="737036"/>
                  </a:lnTo>
                  <a:lnTo>
                    <a:pt x="2401644" y="737074"/>
                  </a:lnTo>
                  <a:lnTo>
                    <a:pt x="2401642" y="737084"/>
                  </a:lnTo>
                  <a:lnTo>
                    <a:pt x="2401641" y="737099"/>
                  </a:lnTo>
                  <a:lnTo>
                    <a:pt x="2401643" y="737128"/>
                  </a:lnTo>
                  <a:lnTo>
                    <a:pt x="2401631" y="737141"/>
                  </a:lnTo>
                  <a:lnTo>
                    <a:pt x="2401626" y="737159"/>
                  </a:lnTo>
                  <a:lnTo>
                    <a:pt x="2401617" y="737164"/>
                  </a:lnTo>
                  <a:lnTo>
                    <a:pt x="2401570" y="737180"/>
                  </a:lnTo>
                  <a:lnTo>
                    <a:pt x="2401554" y="737199"/>
                  </a:lnTo>
                  <a:lnTo>
                    <a:pt x="2401551" y="737211"/>
                  </a:lnTo>
                  <a:lnTo>
                    <a:pt x="2401551" y="737223"/>
                  </a:lnTo>
                  <a:lnTo>
                    <a:pt x="2401562" y="737312"/>
                  </a:lnTo>
                  <a:lnTo>
                    <a:pt x="2401561" y="737321"/>
                  </a:lnTo>
                  <a:lnTo>
                    <a:pt x="2401552" y="737345"/>
                  </a:lnTo>
                  <a:lnTo>
                    <a:pt x="2401543" y="737360"/>
                  </a:lnTo>
                  <a:lnTo>
                    <a:pt x="2401525" y="737376"/>
                  </a:lnTo>
                  <a:lnTo>
                    <a:pt x="2401503" y="737402"/>
                  </a:lnTo>
                  <a:lnTo>
                    <a:pt x="2401487" y="737418"/>
                  </a:lnTo>
                  <a:lnTo>
                    <a:pt x="2401424" y="737463"/>
                  </a:lnTo>
                  <a:lnTo>
                    <a:pt x="2401407" y="737478"/>
                  </a:lnTo>
                  <a:lnTo>
                    <a:pt x="2401394" y="737498"/>
                  </a:lnTo>
                  <a:lnTo>
                    <a:pt x="2401383" y="737523"/>
                  </a:lnTo>
                  <a:lnTo>
                    <a:pt x="2401379" y="737530"/>
                  </a:lnTo>
                  <a:lnTo>
                    <a:pt x="2401332" y="737548"/>
                  </a:lnTo>
                  <a:lnTo>
                    <a:pt x="2401295" y="737574"/>
                  </a:lnTo>
                  <a:lnTo>
                    <a:pt x="2401276" y="737587"/>
                  </a:lnTo>
                  <a:lnTo>
                    <a:pt x="2401257" y="737597"/>
                  </a:lnTo>
                  <a:lnTo>
                    <a:pt x="2401234" y="737613"/>
                  </a:lnTo>
                  <a:lnTo>
                    <a:pt x="2401197" y="737646"/>
                  </a:lnTo>
                  <a:lnTo>
                    <a:pt x="2401120" y="737731"/>
                  </a:lnTo>
                  <a:lnTo>
                    <a:pt x="2401067" y="737784"/>
                  </a:lnTo>
                  <a:lnTo>
                    <a:pt x="2401031" y="737809"/>
                  </a:lnTo>
                  <a:lnTo>
                    <a:pt x="2400978" y="737854"/>
                  </a:lnTo>
                  <a:lnTo>
                    <a:pt x="2400926" y="737894"/>
                  </a:lnTo>
                  <a:lnTo>
                    <a:pt x="2400797" y="737976"/>
                  </a:lnTo>
                  <a:lnTo>
                    <a:pt x="2400605" y="738027"/>
                  </a:lnTo>
                  <a:lnTo>
                    <a:pt x="2400493" y="738072"/>
                  </a:lnTo>
                  <a:lnTo>
                    <a:pt x="2400475" y="738073"/>
                  </a:lnTo>
                  <a:lnTo>
                    <a:pt x="2400460" y="738073"/>
                  </a:lnTo>
                  <a:lnTo>
                    <a:pt x="2400429" y="738088"/>
                  </a:lnTo>
                  <a:lnTo>
                    <a:pt x="2400394" y="738097"/>
                  </a:lnTo>
                  <a:lnTo>
                    <a:pt x="2400361" y="738114"/>
                  </a:lnTo>
                  <a:lnTo>
                    <a:pt x="2400314" y="738148"/>
                  </a:lnTo>
                  <a:lnTo>
                    <a:pt x="2400302" y="738168"/>
                  </a:lnTo>
                  <a:lnTo>
                    <a:pt x="2400265" y="738201"/>
                  </a:lnTo>
                  <a:lnTo>
                    <a:pt x="2400150" y="738317"/>
                  </a:lnTo>
                  <a:lnTo>
                    <a:pt x="2399410" y="738243"/>
                  </a:lnTo>
                  <a:lnTo>
                    <a:pt x="2399068" y="738209"/>
                  </a:lnTo>
                  <a:lnTo>
                    <a:pt x="2398947" y="738196"/>
                  </a:lnTo>
                  <a:lnTo>
                    <a:pt x="2398816" y="738868"/>
                  </a:lnTo>
                  <a:lnTo>
                    <a:pt x="2398207" y="738094"/>
                  </a:lnTo>
                  <a:lnTo>
                    <a:pt x="2397933" y="737638"/>
                  </a:lnTo>
                  <a:lnTo>
                    <a:pt x="2397823" y="737611"/>
                  </a:lnTo>
                  <a:lnTo>
                    <a:pt x="2397726" y="737648"/>
                  </a:lnTo>
                  <a:lnTo>
                    <a:pt x="2397663" y="737703"/>
                  </a:lnTo>
                  <a:lnTo>
                    <a:pt x="2397667" y="737736"/>
                  </a:lnTo>
                  <a:lnTo>
                    <a:pt x="2397687" y="737764"/>
                  </a:lnTo>
                  <a:lnTo>
                    <a:pt x="2397703" y="737785"/>
                  </a:lnTo>
                  <a:lnTo>
                    <a:pt x="2397546" y="738181"/>
                  </a:lnTo>
                  <a:lnTo>
                    <a:pt x="2397099" y="738189"/>
                  </a:lnTo>
                  <a:lnTo>
                    <a:pt x="2397086" y="738190"/>
                  </a:lnTo>
                  <a:lnTo>
                    <a:pt x="2396958" y="738196"/>
                  </a:lnTo>
                  <a:lnTo>
                    <a:pt x="2396517" y="738218"/>
                  </a:lnTo>
                  <a:lnTo>
                    <a:pt x="2395818" y="738401"/>
                  </a:lnTo>
                  <a:lnTo>
                    <a:pt x="2395710" y="738195"/>
                  </a:lnTo>
                  <a:lnTo>
                    <a:pt x="2394071" y="738851"/>
                  </a:lnTo>
                  <a:lnTo>
                    <a:pt x="2394002" y="738805"/>
                  </a:lnTo>
                  <a:lnTo>
                    <a:pt x="2393955" y="738774"/>
                  </a:lnTo>
                  <a:lnTo>
                    <a:pt x="2393531" y="739041"/>
                  </a:lnTo>
                  <a:lnTo>
                    <a:pt x="2393451" y="739091"/>
                  </a:lnTo>
                  <a:lnTo>
                    <a:pt x="2393327" y="739169"/>
                  </a:lnTo>
                  <a:lnTo>
                    <a:pt x="2393088" y="739248"/>
                  </a:lnTo>
                  <a:lnTo>
                    <a:pt x="2393039" y="739264"/>
                  </a:lnTo>
                  <a:lnTo>
                    <a:pt x="2392780" y="739349"/>
                  </a:lnTo>
                  <a:lnTo>
                    <a:pt x="2392751" y="739359"/>
                  </a:lnTo>
                  <a:lnTo>
                    <a:pt x="2392699" y="739374"/>
                  </a:lnTo>
                  <a:lnTo>
                    <a:pt x="2392630" y="739394"/>
                  </a:lnTo>
                  <a:lnTo>
                    <a:pt x="2391587" y="739697"/>
                  </a:lnTo>
                  <a:lnTo>
                    <a:pt x="2391490" y="739685"/>
                  </a:lnTo>
                  <a:lnTo>
                    <a:pt x="2391008" y="739630"/>
                  </a:lnTo>
                  <a:lnTo>
                    <a:pt x="2391002" y="739630"/>
                  </a:lnTo>
                  <a:lnTo>
                    <a:pt x="2389729" y="739301"/>
                  </a:lnTo>
                  <a:lnTo>
                    <a:pt x="2389705" y="739312"/>
                  </a:lnTo>
                  <a:lnTo>
                    <a:pt x="2389559" y="739271"/>
                  </a:lnTo>
                  <a:lnTo>
                    <a:pt x="2388992" y="738890"/>
                  </a:lnTo>
                  <a:lnTo>
                    <a:pt x="2388932" y="738784"/>
                  </a:lnTo>
                  <a:lnTo>
                    <a:pt x="2388869" y="738675"/>
                  </a:lnTo>
                  <a:lnTo>
                    <a:pt x="2388614" y="738689"/>
                  </a:lnTo>
                  <a:lnTo>
                    <a:pt x="2388241" y="738710"/>
                  </a:lnTo>
                  <a:lnTo>
                    <a:pt x="2387484" y="738722"/>
                  </a:lnTo>
                  <a:lnTo>
                    <a:pt x="2386896" y="738677"/>
                  </a:lnTo>
                  <a:lnTo>
                    <a:pt x="2386772" y="738565"/>
                  </a:lnTo>
                  <a:lnTo>
                    <a:pt x="2386752" y="738547"/>
                  </a:lnTo>
                  <a:lnTo>
                    <a:pt x="2386616" y="738511"/>
                  </a:lnTo>
                  <a:lnTo>
                    <a:pt x="2386540" y="738502"/>
                  </a:lnTo>
                  <a:lnTo>
                    <a:pt x="2386254" y="738470"/>
                  </a:lnTo>
                  <a:lnTo>
                    <a:pt x="2386173" y="738461"/>
                  </a:lnTo>
                  <a:lnTo>
                    <a:pt x="2385790" y="738419"/>
                  </a:lnTo>
                  <a:lnTo>
                    <a:pt x="2385747" y="738503"/>
                  </a:lnTo>
                  <a:lnTo>
                    <a:pt x="2385739" y="738519"/>
                  </a:lnTo>
                  <a:lnTo>
                    <a:pt x="2385541" y="738510"/>
                  </a:lnTo>
                  <a:lnTo>
                    <a:pt x="2385512" y="738508"/>
                  </a:lnTo>
                  <a:lnTo>
                    <a:pt x="2385034" y="738485"/>
                  </a:lnTo>
                  <a:lnTo>
                    <a:pt x="2384958" y="738482"/>
                  </a:lnTo>
                  <a:lnTo>
                    <a:pt x="2384781" y="738445"/>
                  </a:lnTo>
                  <a:lnTo>
                    <a:pt x="2384713" y="738431"/>
                  </a:lnTo>
                  <a:lnTo>
                    <a:pt x="2384471" y="738373"/>
                  </a:lnTo>
                  <a:lnTo>
                    <a:pt x="2384328" y="738338"/>
                  </a:lnTo>
                  <a:lnTo>
                    <a:pt x="2384095" y="738283"/>
                  </a:lnTo>
                  <a:lnTo>
                    <a:pt x="2383622" y="738170"/>
                  </a:lnTo>
                  <a:lnTo>
                    <a:pt x="2383568" y="738157"/>
                  </a:lnTo>
                  <a:lnTo>
                    <a:pt x="2383407" y="738118"/>
                  </a:lnTo>
                  <a:lnTo>
                    <a:pt x="2383391" y="738053"/>
                  </a:lnTo>
                  <a:lnTo>
                    <a:pt x="2383419" y="738002"/>
                  </a:lnTo>
                  <a:lnTo>
                    <a:pt x="2383797" y="737912"/>
                  </a:lnTo>
                  <a:lnTo>
                    <a:pt x="2383930" y="737729"/>
                  </a:lnTo>
                  <a:lnTo>
                    <a:pt x="2383967" y="737677"/>
                  </a:lnTo>
                  <a:lnTo>
                    <a:pt x="2383956" y="737594"/>
                  </a:lnTo>
                  <a:lnTo>
                    <a:pt x="2383885" y="737564"/>
                  </a:lnTo>
                  <a:lnTo>
                    <a:pt x="2383786" y="737523"/>
                  </a:lnTo>
                  <a:lnTo>
                    <a:pt x="2383494" y="737686"/>
                  </a:lnTo>
                  <a:lnTo>
                    <a:pt x="2383474" y="737695"/>
                  </a:lnTo>
                  <a:lnTo>
                    <a:pt x="2383028" y="737882"/>
                  </a:lnTo>
                  <a:lnTo>
                    <a:pt x="2383000" y="737894"/>
                  </a:lnTo>
                  <a:lnTo>
                    <a:pt x="2382823" y="737969"/>
                  </a:lnTo>
                  <a:lnTo>
                    <a:pt x="2382288" y="738041"/>
                  </a:lnTo>
                  <a:lnTo>
                    <a:pt x="2382269" y="738044"/>
                  </a:lnTo>
                  <a:lnTo>
                    <a:pt x="2381856" y="738100"/>
                  </a:lnTo>
                  <a:lnTo>
                    <a:pt x="2381305" y="738395"/>
                  </a:lnTo>
                  <a:lnTo>
                    <a:pt x="2380861" y="738550"/>
                  </a:lnTo>
                  <a:lnTo>
                    <a:pt x="2380750" y="738554"/>
                  </a:lnTo>
                  <a:lnTo>
                    <a:pt x="2380439" y="738564"/>
                  </a:lnTo>
                  <a:lnTo>
                    <a:pt x="2380234" y="738571"/>
                  </a:lnTo>
                  <a:lnTo>
                    <a:pt x="2380072" y="738559"/>
                  </a:lnTo>
                  <a:lnTo>
                    <a:pt x="2379521" y="738567"/>
                  </a:lnTo>
                  <a:lnTo>
                    <a:pt x="2379153" y="738636"/>
                  </a:lnTo>
                  <a:lnTo>
                    <a:pt x="2379145" y="738636"/>
                  </a:lnTo>
                  <a:lnTo>
                    <a:pt x="2378939" y="738659"/>
                  </a:lnTo>
                  <a:lnTo>
                    <a:pt x="2378900" y="738439"/>
                  </a:lnTo>
                  <a:lnTo>
                    <a:pt x="2378830" y="738425"/>
                  </a:lnTo>
                  <a:lnTo>
                    <a:pt x="2378749" y="738439"/>
                  </a:lnTo>
                  <a:lnTo>
                    <a:pt x="2376812" y="739043"/>
                  </a:lnTo>
                  <a:lnTo>
                    <a:pt x="2376745" y="739025"/>
                  </a:lnTo>
                  <a:lnTo>
                    <a:pt x="2376701" y="738990"/>
                  </a:lnTo>
                  <a:lnTo>
                    <a:pt x="2376209" y="738362"/>
                  </a:lnTo>
                  <a:lnTo>
                    <a:pt x="2375889" y="738259"/>
                  </a:lnTo>
                  <a:lnTo>
                    <a:pt x="2375621" y="738090"/>
                  </a:lnTo>
                  <a:lnTo>
                    <a:pt x="2375002" y="737700"/>
                  </a:lnTo>
                  <a:lnTo>
                    <a:pt x="2374989" y="737692"/>
                  </a:lnTo>
                  <a:lnTo>
                    <a:pt x="2374955" y="737530"/>
                  </a:lnTo>
                  <a:lnTo>
                    <a:pt x="2374978" y="737340"/>
                  </a:lnTo>
                  <a:lnTo>
                    <a:pt x="2374972" y="737220"/>
                  </a:lnTo>
                  <a:lnTo>
                    <a:pt x="2374924" y="737080"/>
                  </a:lnTo>
                  <a:lnTo>
                    <a:pt x="2374762" y="736916"/>
                  </a:lnTo>
                  <a:lnTo>
                    <a:pt x="2374689" y="736872"/>
                  </a:lnTo>
                  <a:lnTo>
                    <a:pt x="2374682" y="736867"/>
                  </a:lnTo>
                  <a:lnTo>
                    <a:pt x="2374345" y="736692"/>
                  </a:lnTo>
                  <a:lnTo>
                    <a:pt x="2374231" y="736736"/>
                  </a:lnTo>
                  <a:lnTo>
                    <a:pt x="2374119" y="736779"/>
                  </a:lnTo>
                  <a:lnTo>
                    <a:pt x="2374511" y="737485"/>
                  </a:lnTo>
                  <a:lnTo>
                    <a:pt x="2374550" y="737783"/>
                  </a:lnTo>
                  <a:lnTo>
                    <a:pt x="2374550" y="737855"/>
                  </a:lnTo>
                  <a:lnTo>
                    <a:pt x="2374550" y="737916"/>
                  </a:lnTo>
                  <a:lnTo>
                    <a:pt x="2374549" y="738074"/>
                  </a:lnTo>
                  <a:lnTo>
                    <a:pt x="2374529" y="738123"/>
                  </a:lnTo>
                  <a:lnTo>
                    <a:pt x="2374520" y="738125"/>
                  </a:lnTo>
                  <a:lnTo>
                    <a:pt x="2374475" y="738136"/>
                  </a:lnTo>
                  <a:lnTo>
                    <a:pt x="2374461" y="738140"/>
                  </a:lnTo>
                  <a:lnTo>
                    <a:pt x="2373910" y="738011"/>
                  </a:lnTo>
                  <a:lnTo>
                    <a:pt x="2373873" y="738002"/>
                  </a:lnTo>
                  <a:lnTo>
                    <a:pt x="2373809" y="737997"/>
                  </a:lnTo>
                  <a:lnTo>
                    <a:pt x="2373874" y="738555"/>
                  </a:lnTo>
                  <a:lnTo>
                    <a:pt x="2373909" y="738655"/>
                  </a:lnTo>
                  <a:lnTo>
                    <a:pt x="2373989" y="738882"/>
                  </a:lnTo>
                  <a:lnTo>
                    <a:pt x="2374013" y="738917"/>
                  </a:lnTo>
                  <a:lnTo>
                    <a:pt x="2374113" y="739061"/>
                  </a:lnTo>
                  <a:lnTo>
                    <a:pt x="2374179" y="739158"/>
                  </a:lnTo>
                  <a:lnTo>
                    <a:pt x="2374222" y="739183"/>
                  </a:lnTo>
                  <a:lnTo>
                    <a:pt x="2374130" y="739708"/>
                  </a:lnTo>
                  <a:lnTo>
                    <a:pt x="2374103" y="739732"/>
                  </a:lnTo>
                  <a:lnTo>
                    <a:pt x="2374005" y="739732"/>
                  </a:lnTo>
                  <a:lnTo>
                    <a:pt x="2373738" y="739732"/>
                  </a:lnTo>
                  <a:lnTo>
                    <a:pt x="2373696" y="739732"/>
                  </a:lnTo>
                  <a:lnTo>
                    <a:pt x="2373697" y="739845"/>
                  </a:lnTo>
                  <a:lnTo>
                    <a:pt x="2373697" y="739964"/>
                  </a:lnTo>
                  <a:lnTo>
                    <a:pt x="2373698" y="740142"/>
                  </a:lnTo>
                  <a:lnTo>
                    <a:pt x="2373644" y="740165"/>
                  </a:lnTo>
                  <a:lnTo>
                    <a:pt x="2373199" y="740353"/>
                  </a:lnTo>
                  <a:lnTo>
                    <a:pt x="2373122" y="740632"/>
                  </a:lnTo>
                  <a:lnTo>
                    <a:pt x="2372853" y="740959"/>
                  </a:lnTo>
                  <a:lnTo>
                    <a:pt x="2372783" y="741011"/>
                  </a:lnTo>
                  <a:lnTo>
                    <a:pt x="2372255" y="741169"/>
                  </a:lnTo>
                  <a:lnTo>
                    <a:pt x="2372217" y="741181"/>
                  </a:lnTo>
                  <a:lnTo>
                    <a:pt x="2372156" y="741199"/>
                  </a:lnTo>
                  <a:lnTo>
                    <a:pt x="2371488" y="741201"/>
                  </a:lnTo>
                  <a:lnTo>
                    <a:pt x="2371450" y="741175"/>
                  </a:lnTo>
                  <a:lnTo>
                    <a:pt x="2371363" y="740828"/>
                  </a:lnTo>
                  <a:lnTo>
                    <a:pt x="2371388" y="740736"/>
                  </a:lnTo>
                  <a:lnTo>
                    <a:pt x="2371391" y="740723"/>
                  </a:lnTo>
                  <a:lnTo>
                    <a:pt x="2371373" y="740699"/>
                  </a:lnTo>
                  <a:lnTo>
                    <a:pt x="2371325" y="740635"/>
                  </a:lnTo>
                  <a:lnTo>
                    <a:pt x="2371297" y="740624"/>
                  </a:lnTo>
                  <a:lnTo>
                    <a:pt x="2371280" y="740618"/>
                  </a:lnTo>
                  <a:lnTo>
                    <a:pt x="2371235" y="740600"/>
                  </a:lnTo>
                  <a:lnTo>
                    <a:pt x="2371055" y="740595"/>
                  </a:lnTo>
                  <a:lnTo>
                    <a:pt x="2370955" y="740592"/>
                  </a:lnTo>
                  <a:lnTo>
                    <a:pt x="2370866" y="740589"/>
                  </a:lnTo>
                  <a:lnTo>
                    <a:pt x="2370833" y="740636"/>
                  </a:lnTo>
                  <a:lnTo>
                    <a:pt x="2370814" y="740661"/>
                  </a:lnTo>
                  <a:lnTo>
                    <a:pt x="2370774" y="740716"/>
                  </a:lnTo>
                  <a:lnTo>
                    <a:pt x="2370520" y="741066"/>
                  </a:lnTo>
                  <a:lnTo>
                    <a:pt x="2370519" y="741072"/>
                  </a:lnTo>
                  <a:lnTo>
                    <a:pt x="2370491" y="741251"/>
                  </a:lnTo>
                  <a:lnTo>
                    <a:pt x="2370489" y="741266"/>
                  </a:lnTo>
                  <a:lnTo>
                    <a:pt x="2370537" y="741390"/>
                  </a:lnTo>
                  <a:lnTo>
                    <a:pt x="2370543" y="741406"/>
                  </a:lnTo>
                  <a:lnTo>
                    <a:pt x="2370649" y="741465"/>
                  </a:lnTo>
                  <a:lnTo>
                    <a:pt x="2370633" y="741552"/>
                  </a:lnTo>
                  <a:lnTo>
                    <a:pt x="2370485" y="741740"/>
                  </a:lnTo>
                  <a:lnTo>
                    <a:pt x="2370446" y="741771"/>
                  </a:lnTo>
                  <a:lnTo>
                    <a:pt x="2370370" y="741833"/>
                  </a:lnTo>
                  <a:lnTo>
                    <a:pt x="2370337" y="741852"/>
                  </a:lnTo>
                  <a:lnTo>
                    <a:pt x="2370183" y="741940"/>
                  </a:lnTo>
                  <a:lnTo>
                    <a:pt x="2370151" y="741958"/>
                  </a:lnTo>
                  <a:lnTo>
                    <a:pt x="2369980" y="742055"/>
                  </a:lnTo>
                  <a:lnTo>
                    <a:pt x="2369866" y="742101"/>
                  </a:lnTo>
                  <a:lnTo>
                    <a:pt x="2369794" y="742130"/>
                  </a:lnTo>
                  <a:lnTo>
                    <a:pt x="2369783" y="742134"/>
                  </a:lnTo>
                  <a:lnTo>
                    <a:pt x="2369768" y="742119"/>
                  </a:lnTo>
                  <a:lnTo>
                    <a:pt x="2369683" y="742033"/>
                  </a:lnTo>
                  <a:lnTo>
                    <a:pt x="2369673" y="742023"/>
                  </a:lnTo>
                  <a:lnTo>
                    <a:pt x="2369723" y="741990"/>
                  </a:lnTo>
                  <a:lnTo>
                    <a:pt x="2369828" y="741808"/>
                  </a:lnTo>
                  <a:lnTo>
                    <a:pt x="2369836" y="741795"/>
                  </a:lnTo>
                  <a:lnTo>
                    <a:pt x="2369864" y="741367"/>
                  </a:lnTo>
                  <a:lnTo>
                    <a:pt x="2369849" y="741187"/>
                  </a:lnTo>
                  <a:lnTo>
                    <a:pt x="2369754" y="740864"/>
                  </a:lnTo>
                  <a:lnTo>
                    <a:pt x="2369734" y="740799"/>
                  </a:lnTo>
                  <a:lnTo>
                    <a:pt x="2369721" y="740768"/>
                  </a:lnTo>
                  <a:lnTo>
                    <a:pt x="2369565" y="740418"/>
                  </a:lnTo>
                  <a:lnTo>
                    <a:pt x="2369543" y="740417"/>
                  </a:lnTo>
                  <a:lnTo>
                    <a:pt x="2369260" y="740400"/>
                  </a:lnTo>
                  <a:lnTo>
                    <a:pt x="2369106" y="740413"/>
                  </a:lnTo>
                  <a:lnTo>
                    <a:pt x="2368451" y="740551"/>
                  </a:lnTo>
                  <a:lnTo>
                    <a:pt x="2368434" y="740554"/>
                  </a:lnTo>
                  <a:lnTo>
                    <a:pt x="2368401" y="741129"/>
                  </a:lnTo>
                  <a:lnTo>
                    <a:pt x="2368389" y="741335"/>
                  </a:lnTo>
                  <a:lnTo>
                    <a:pt x="2368376" y="741364"/>
                  </a:lnTo>
                  <a:lnTo>
                    <a:pt x="2367532" y="741361"/>
                  </a:lnTo>
                  <a:lnTo>
                    <a:pt x="2367485" y="741361"/>
                  </a:lnTo>
                  <a:lnTo>
                    <a:pt x="2367485" y="741462"/>
                  </a:lnTo>
                  <a:lnTo>
                    <a:pt x="2367484" y="741792"/>
                  </a:lnTo>
                  <a:lnTo>
                    <a:pt x="2367484" y="741845"/>
                  </a:lnTo>
                  <a:lnTo>
                    <a:pt x="2367095" y="742016"/>
                  </a:lnTo>
                  <a:lnTo>
                    <a:pt x="2366782" y="741652"/>
                  </a:lnTo>
                  <a:lnTo>
                    <a:pt x="2366625" y="741662"/>
                  </a:lnTo>
                  <a:lnTo>
                    <a:pt x="2366353" y="741968"/>
                  </a:lnTo>
                  <a:lnTo>
                    <a:pt x="2366261" y="742017"/>
                  </a:lnTo>
                  <a:lnTo>
                    <a:pt x="2366145" y="742018"/>
                  </a:lnTo>
                  <a:lnTo>
                    <a:pt x="2365693" y="742020"/>
                  </a:lnTo>
                  <a:lnTo>
                    <a:pt x="2365718" y="742143"/>
                  </a:lnTo>
                  <a:lnTo>
                    <a:pt x="2365757" y="742235"/>
                  </a:lnTo>
                  <a:lnTo>
                    <a:pt x="2365777" y="742247"/>
                  </a:lnTo>
                  <a:lnTo>
                    <a:pt x="2365827" y="742262"/>
                  </a:lnTo>
                  <a:lnTo>
                    <a:pt x="2365949" y="742300"/>
                  </a:lnTo>
                  <a:lnTo>
                    <a:pt x="2365968" y="742288"/>
                  </a:lnTo>
                  <a:lnTo>
                    <a:pt x="2366007" y="742263"/>
                  </a:lnTo>
                  <a:lnTo>
                    <a:pt x="2366033" y="742258"/>
                  </a:lnTo>
                  <a:lnTo>
                    <a:pt x="2366094" y="742245"/>
                  </a:lnTo>
                  <a:lnTo>
                    <a:pt x="2366105" y="742243"/>
                  </a:lnTo>
                  <a:lnTo>
                    <a:pt x="2366123" y="742250"/>
                  </a:lnTo>
                  <a:lnTo>
                    <a:pt x="2366221" y="742291"/>
                  </a:lnTo>
                  <a:lnTo>
                    <a:pt x="2366247" y="742301"/>
                  </a:lnTo>
                  <a:lnTo>
                    <a:pt x="2366257" y="742321"/>
                  </a:lnTo>
                  <a:lnTo>
                    <a:pt x="2366270" y="742346"/>
                  </a:lnTo>
                  <a:lnTo>
                    <a:pt x="2366264" y="742555"/>
                  </a:lnTo>
                  <a:lnTo>
                    <a:pt x="2366232" y="742613"/>
                  </a:lnTo>
                  <a:lnTo>
                    <a:pt x="2366178" y="742637"/>
                  </a:lnTo>
                  <a:lnTo>
                    <a:pt x="2366162" y="742634"/>
                  </a:lnTo>
                  <a:lnTo>
                    <a:pt x="2366028" y="742611"/>
                  </a:lnTo>
                  <a:lnTo>
                    <a:pt x="2365861" y="742565"/>
                  </a:lnTo>
                  <a:lnTo>
                    <a:pt x="2365703" y="742492"/>
                  </a:lnTo>
                  <a:lnTo>
                    <a:pt x="2365674" y="742479"/>
                  </a:lnTo>
                  <a:lnTo>
                    <a:pt x="2365609" y="742483"/>
                  </a:lnTo>
                  <a:lnTo>
                    <a:pt x="2365568" y="742485"/>
                  </a:lnTo>
                  <a:lnTo>
                    <a:pt x="2365521" y="742503"/>
                  </a:lnTo>
                  <a:lnTo>
                    <a:pt x="2365415" y="742544"/>
                  </a:lnTo>
                  <a:lnTo>
                    <a:pt x="2365390" y="742560"/>
                  </a:lnTo>
                  <a:lnTo>
                    <a:pt x="2365191" y="742692"/>
                  </a:lnTo>
                  <a:lnTo>
                    <a:pt x="2365174" y="742711"/>
                  </a:lnTo>
                  <a:lnTo>
                    <a:pt x="2365126" y="742761"/>
                  </a:lnTo>
                  <a:lnTo>
                    <a:pt x="2365059" y="742831"/>
                  </a:lnTo>
                  <a:lnTo>
                    <a:pt x="2365054" y="742864"/>
                  </a:lnTo>
                  <a:lnTo>
                    <a:pt x="2365026" y="743039"/>
                  </a:lnTo>
                  <a:lnTo>
                    <a:pt x="2364897" y="743136"/>
                  </a:lnTo>
                  <a:lnTo>
                    <a:pt x="2364852" y="743170"/>
                  </a:lnTo>
                  <a:lnTo>
                    <a:pt x="2364826" y="743177"/>
                  </a:lnTo>
                  <a:lnTo>
                    <a:pt x="2364663" y="743219"/>
                  </a:lnTo>
                  <a:lnTo>
                    <a:pt x="2364645" y="743224"/>
                  </a:lnTo>
                  <a:lnTo>
                    <a:pt x="2364523" y="743256"/>
                  </a:lnTo>
                  <a:lnTo>
                    <a:pt x="2364517" y="743257"/>
                  </a:lnTo>
                  <a:lnTo>
                    <a:pt x="2364421" y="743282"/>
                  </a:lnTo>
                  <a:lnTo>
                    <a:pt x="2364252" y="743327"/>
                  </a:lnTo>
                  <a:lnTo>
                    <a:pt x="2364174" y="743347"/>
                  </a:lnTo>
                  <a:lnTo>
                    <a:pt x="2364048" y="743380"/>
                  </a:lnTo>
                  <a:lnTo>
                    <a:pt x="2363944" y="743407"/>
                  </a:lnTo>
                  <a:lnTo>
                    <a:pt x="2363931" y="743410"/>
                  </a:lnTo>
                  <a:lnTo>
                    <a:pt x="2363810" y="743400"/>
                  </a:lnTo>
                  <a:lnTo>
                    <a:pt x="2363643" y="743385"/>
                  </a:lnTo>
                  <a:lnTo>
                    <a:pt x="2363544" y="743254"/>
                  </a:lnTo>
                  <a:lnTo>
                    <a:pt x="2363528" y="743234"/>
                  </a:lnTo>
                  <a:lnTo>
                    <a:pt x="2363509" y="743208"/>
                  </a:lnTo>
                  <a:lnTo>
                    <a:pt x="2363476" y="743177"/>
                  </a:lnTo>
                  <a:lnTo>
                    <a:pt x="2363456" y="743157"/>
                  </a:lnTo>
                  <a:lnTo>
                    <a:pt x="2363388" y="743120"/>
                  </a:lnTo>
                  <a:lnTo>
                    <a:pt x="2363271" y="743219"/>
                  </a:lnTo>
                  <a:lnTo>
                    <a:pt x="2362990" y="743457"/>
                  </a:lnTo>
                  <a:lnTo>
                    <a:pt x="2362807" y="743613"/>
                  </a:lnTo>
                  <a:lnTo>
                    <a:pt x="2362688" y="743657"/>
                  </a:lnTo>
                  <a:lnTo>
                    <a:pt x="2362368" y="743777"/>
                  </a:lnTo>
                  <a:lnTo>
                    <a:pt x="2362241" y="743403"/>
                  </a:lnTo>
                  <a:lnTo>
                    <a:pt x="2362248" y="743346"/>
                  </a:lnTo>
                  <a:lnTo>
                    <a:pt x="2362276" y="743114"/>
                  </a:lnTo>
                  <a:lnTo>
                    <a:pt x="2362281" y="743072"/>
                  </a:lnTo>
                  <a:lnTo>
                    <a:pt x="2362291" y="742988"/>
                  </a:lnTo>
                  <a:lnTo>
                    <a:pt x="2362296" y="742952"/>
                  </a:lnTo>
                  <a:lnTo>
                    <a:pt x="2362498" y="742277"/>
                  </a:lnTo>
                  <a:lnTo>
                    <a:pt x="2362740" y="742375"/>
                  </a:lnTo>
                  <a:lnTo>
                    <a:pt x="2363014" y="742487"/>
                  </a:lnTo>
                  <a:lnTo>
                    <a:pt x="2363319" y="742551"/>
                  </a:lnTo>
                  <a:lnTo>
                    <a:pt x="2363331" y="742554"/>
                  </a:lnTo>
                  <a:lnTo>
                    <a:pt x="2363375" y="742563"/>
                  </a:lnTo>
                  <a:lnTo>
                    <a:pt x="2363482" y="742514"/>
                  </a:lnTo>
                  <a:lnTo>
                    <a:pt x="2363514" y="742475"/>
                  </a:lnTo>
                  <a:lnTo>
                    <a:pt x="2363521" y="742461"/>
                  </a:lnTo>
                  <a:lnTo>
                    <a:pt x="2363685" y="742142"/>
                  </a:lnTo>
                  <a:lnTo>
                    <a:pt x="2363727" y="742059"/>
                  </a:lnTo>
                  <a:lnTo>
                    <a:pt x="2363641" y="741916"/>
                  </a:lnTo>
                  <a:lnTo>
                    <a:pt x="2363577" y="741809"/>
                  </a:lnTo>
                  <a:lnTo>
                    <a:pt x="2363335" y="741906"/>
                  </a:lnTo>
                  <a:lnTo>
                    <a:pt x="2363059" y="742134"/>
                  </a:lnTo>
                  <a:lnTo>
                    <a:pt x="2362971" y="742256"/>
                  </a:lnTo>
                  <a:lnTo>
                    <a:pt x="2362557" y="742182"/>
                  </a:lnTo>
                  <a:lnTo>
                    <a:pt x="2362573" y="742057"/>
                  </a:lnTo>
                  <a:lnTo>
                    <a:pt x="2362588" y="741938"/>
                  </a:lnTo>
                  <a:lnTo>
                    <a:pt x="2362592" y="741924"/>
                  </a:lnTo>
                  <a:lnTo>
                    <a:pt x="2362607" y="741873"/>
                  </a:lnTo>
                  <a:lnTo>
                    <a:pt x="2362626" y="741811"/>
                  </a:lnTo>
                  <a:lnTo>
                    <a:pt x="2362676" y="741641"/>
                  </a:lnTo>
                  <a:lnTo>
                    <a:pt x="2362681" y="741622"/>
                  </a:lnTo>
                  <a:lnTo>
                    <a:pt x="2362688" y="741598"/>
                  </a:lnTo>
                  <a:lnTo>
                    <a:pt x="2362791" y="741423"/>
                  </a:lnTo>
                  <a:lnTo>
                    <a:pt x="2362819" y="741375"/>
                  </a:lnTo>
                  <a:lnTo>
                    <a:pt x="2362814" y="740823"/>
                  </a:lnTo>
                  <a:lnTo>
                    <a:pt x="2362931" y="740773"/>
                  </a:lnTo>
                  <a:lnTo>
                    <a:pt x="2362948" y="740765"/>
                  </a:lnTo>
                  <a:lnTo>
                    <a:pt x="2363009" y="740739"/>
                  </a:lnTo>
                  <a:lnTo>
                    <a:pt x="2363189" y="740576"/>
                  </a:lnTo>
                  <a:lnTo>
                    <a:pt x="2363223" y="740341"/>
                  </a:lnTo>
                  <a:lnTo>
                    <a:pt x="2363181" y="740190"/>
                  </a:lnTo>
                  <a:lnTo>
                    <a:pt x="2363172" y="740160"/>
                  </a:lnTo>
                  <a:lnTo>
                    <a:pt x="2363153" y="740091"/>
                  </a:lnTo>
                  <a:lnTo>
                    <a:pt x="2363164" y="740065"/>
                  </a:lnTo>
                  <a:lnTo>
                    <a:pt x="2363213" y="739957"/>
                  </a:lnTo>
                  <a:lnTo>
                    <a:pt x="2363313" y="739859"/>
                  </a:lnTo>
                  <a:lnTo>
                    <a:pt x="2363331" y="739842"/>
                  </a:lnTo>
                  <a:lnTo>
                    <a:pt x="2363392" y="739804"/>
                  </a:lnTo>
                  <a:lnTo>
                    <a:pt x="2363269" y="739780"/>
                  </a:lnTo>
                  <a:lnTo>
                    <a:pt x="2363069" y="739812"/>
                  </a:lnTo>
                  <a:lnTo>
                    <a:pt x="2363022" y="739831"/>
                  </a:lnTo>
                  <a:lnTo>
                    <a:pt x="2363009" y="739836"/>
                  </a:lnTo>
                  <a:lnTo>
                    <a:pt x="2363019" y="740009"/>
                  </a:lnTo>
                  <a:lnTo>
                    <a:pt x="2363034" y="740272"/>
                  </a:lnTo>
                  <a:lnTo>
                    <a:pt x="2362765" y="740635"/>
                  </a:lnTo>
                  <a:lnTo>
                    <a:pt x="2362557" y="740668"/>
                  </a:lnTo>
                  <a:lnTo>
                    <a:pt x="2362356" y="740701"/>
                  </a:lnTo>
                  <a:lnTo>
                    <a:pt x="2362444" y="741546"/>
                  </a:lnTo>
                  <a:lnTo>
                    <a:pt x="2362434" y="741889"/>
                  </a:lnTo>
                  <a:lnTo>
                    <a:pt x="2362180" y="742437"/>
                  </a:lnTo>
                  <a:lnTo>
                    <a:pt x="2361730" y="742518"/>
                  </a:lnTo>
                  <a:lnTo>
                    <a:pt x="2361483" y="742544"/>
                  </a:lnTo>
                  <a:lnTo>
                    <a:pt x="2361351" y="742557"/>
                  </a:lnTo>
                  <a:lnTo>
                    <a:pt x="2361323" y="742514"/>
                  </a:lnTo>
                  <a:lnTo>
                    <a:pt x="2361295" y="742265"/>
                  </a:lnTo>
                  <a:lnTo>
                    <a:pt x="2360098" y="742412"/>
                  </a:lnTo>
                  <a:lnTo>
                    <a:pt x="2360043" y="742104"/>
                  </a:lnTo>
                  <a:lnTo>
                    <a:pt x="2359660" y="742160"/>
                  </a:lnTo>
                  <a:lnTo>
                    <a:pt x="2359417" y="742196"/>
                  </a:lnTo>
                  <a:lnTo>
                    <a:pt x="2359308" y="742212"/>
                  </a:lnTo>
                  <a:lnTo>
                    <a:pt x="2359261" y="742287"/>
                  </a:lnTo>
                  <a:lnTo>
                    <a:pt x="2359214" y="742307"/>
                  </a:lnTo>
                  <a:lnTo>
                    <a:pt x="2358630" y="742326"/>
                  </a:lnTo>
                  <a:lnTo>
                    <a:pt x="2358590" y="742308"/>
                  </a:lnTo>
                  <a:lnTo>
                    <a:pt x="2358191" y="741920"/>
                  </a:lnTo>
                  <a:lnTo>
                    <a:pt x="2358107" y="741810"/>
                  </a:lnTo>
                  <a:lnTo>
                    <a:pt x="2357952" y="741419"/>
                  </a:lnTo>
                  <a:lnTo>
                    <a:pt x="2357616" y="741038"/>
                  </a:lnTo>
                  <a:lnTo>
                    <a:pt x="2357522" y="740828"/>
                  </a:lnTo>
                  <a:lnTo>
                    <a:pt x="2357517" y="740806"/>
                  </a:lnTo>
                  <a:lnTo>
                    <a:pt x="2357514" y="740792"/>
                  </a:lnTo>
                  <a:lnTo>
                    <a:pt x="2357497" y="740706"/>
                  </a:lnTo>
                  <a:lnTo>
                    <a:pt x="2357509" y="740565"/>
                  </a:lnTo>
                  <a:lnTo>
                    <a:pt x="2357434" y="740226"/>
                  </a:lnTo>
                  <a:lnTo>
                    <a:pt x="2357426" y="740187"/>
                  </a:lnTo>
                  <a:lnTo>
                    <a:pt x="2357410" y="740190"/>
                  </a:lnTo>
                  <a:lnTo>
                    <a:pt x="2357362" y="740201"/>
                  </a:lnTo>
                  <a:lnTo>
                    <a:pt x="2357317" y="740211"/>
                  </a:lnTo>
                  <a:lnTo>
                    <a:pt x="2357232" y="740230"/>
                  </a:lnTo>
                  <a:lnTo>
                    <a:pt x="2357018" y="740278"/>
                  </a:lnTo>
                  <a:lnTo>
                    <a:pt x="2356792" y="740329"/>
                  </a:lnTo>
                  <a:lnTo>
                    <a:pt x="2356758" y="740337"/>
                  </a:lnTo>
                  <a:lnTo>
                    <a:pt x="2356747" y="740341"/>
                  </a:lnTo>
                  <a:lnTo>
                    <a:pt x="2356812" y="740420"/>
                  </a:lnTo>
                  <a:lnTo>
                    <a:pt x="2356827" y="740439"/>
                  </a:lnTo>
                  <a:lnTo>
                    <a:pt x="2356880" y="740504"/>
                  </a:lnTo>
                  <a:lnTo>
                    <a:pt x="2356956" y="740596"/>
                  </a:lnTo>
                  <a:lnTo>
                    <a:pt x="2356983" y="740630"/>
                  </a:lnTo>
                  <a:lnTo>
                    <a:pt x="2357029" y="740696"/>
                  </a:lnTo>
                  <a:lnTo>
                    <a:pt x="2357751" y="741741"/>
                  </a:lnTo>
                  <a:lnTo>
                    <a:pt x="2357818" y="741837"/>
                  </a:lnTo>
                  <a:lnTo>
                    <a:pt x="2357809" y="741844"/>
                  </a:lnTo>
                  <a:lnTo>
                    <a:pt x="2357681" y="741939"/>
                  </a:lnTo>
                  <a:lnTo>
                    <a:pt x="2357667" y="741942"/>
                  </a:lnTo>
                  <a:lnTo>
                    <a:pt x="2356595" y="742166"/>
                  </a:lnTo>
                  <a:lnTo>
                    <a:pt x="2356588" y="742187"/>
                  </a:lnTo>
                  <a:lnTo>
                    <a:pt x="2356585" y="742195"/>
                  </a:lnTo>
                  <a:lnTo>
                    <a:pt x="2357088" y="742865"/>
                  </a:lnTo>
                  <a:lnTo>
                    <a:pt x="2356713" y="743114"/>
                  </a:lnTo>
                  <a:lnTo>
                    <a:pt x="2356177" y="742845"/>
                  </a:lnTo>
                  <a:lnTo>
                    <a:pt x="2355994" y="742595"/>
                  </a:lnTo>
                  <a:lnTo>
                    <a:pt x="2355512" y="742390"/>
                  </a:lnTo>
                  <a:lnTo>
                    <a:pt x="2355473" y="742373"/>
                  </a:lnTo>
                  <a:lnTo>
                    <a:pt x="2355403" y="742343"/>
                  </a:lnTo>
                  <a:lnTo>
                    <a:pt x="2355366" y="742389"/>
                  </a:lnTo>
                  <a:lnTo>
                    <a:pt x="2355350" y="742409"/>
                  </a:lnTo>
                  <a:lnTo>
                    <a:pt x="2355198" y="742709"/>
                  </a:lnTo>
                  <a:lnTo>
                    <a:pt x="2355175" y="742756"/>
                  </a:lnTo>
                  <a:lnTo>
                    <a:pt x="2355175" y="742764"/>
                  </a:lnTo>
                  <a:lnTo>
                    <a:pt x="2355184" y="742832"/>
                  </a:lnTo>
                  <a:lnTo>
                    <a:pt x="2355187" y="742860"/>
                  </a:lnTo>
                  <a:lnTo>
                    <a:pt x="2355240" y="742970"/>
                  </a:lnTo>
                  <a:lnTo>
                    <a:pt x="2355248" y="742981"/>
                  </a:lnTo>
                  <a:lnTo>
                    <a:pt x="2355318" y="743077"/>
                  </a:lnTo>
                  <a:lnTo>
                    <a:pt x="2355431" y="743096"/>
                  </a:lnTo>
                  <a:lnTo>
                    <a:pt x="2355526" y="743038"/>
                  </a:lnTo>
                  <a:lnTo>
                    <a:pt x="2355587" y="743020"/>
                  </a:lnTo>
                  <a:lnTo>
                    <a:pt x="2355731" y="742977"/>
                  </a:lnTo>
                  <a:lnTo>
                    <a:pt x="2356136" y="743137"/>
                  </a:lnTo>
                  <a:lnTo>
                    <a:pt x="2356805" y="743785"/>
                  </a:lnTo>
                  <a:lnTo>
                    <a:pt x="2356794" y="743806"/>
                  </a:lnTo>
                  <a:lnTo>
                    <a:pt x="2356594" y="744179"/>
                  </a:lnTo>
                  <a:lnTo>
                    <a:pt x="2356582" y="744201"/>
                  </a:lnTo>
                  <a:lnTo>
                    <a:pt x="2356522" y="744313"/>
                  </a:lnTo>
                  <a:lnTo>
                    <a:pt x="2356477" y="744397"/>
                  </a:lnTo>
                  <a:lnTo>
                    <a:pt x="2356460" y="744428"/>
                  </a:lnTo>
                  <a:lnTo>
                    <a:pt x="2356435" y="744475"/>
                  </a:lnTo>
                  <a:lnTo>
                    <a:pt x="2356458" y="744595"/>
                  </a:lnTo>
                  <a:lnTo>
                    <a:pt x="2356504" y="744645"/>
                  </a:lnTo>
                  <a:lnTo>
                    <a:pt x="2356514" y="744655"/>
                  </a:lnTo>
                  <a:lnTo>
                    <a:pt x="2356578" y="744724"/>
                  </a:lnTo>
                  <a:lnTo>
                    <a:pt x="2356713" y="744868"/>
                  </a:lnTo>
                  <a:lnTo>
                    <a:pt x="2357056" y="744981"/>
                  </a:lnTo>
                  <a:lnTo>
                    <a:pt x="2357081" y="744994"/>
                  </a:lnTo>
                  <a:lnTo>
                    <a:pt x="2357197" y="745053"/>
                  </a:lnTo>
                  <a:lnTo>
                    <a:pt x="2357218" y="745064"/>
                  </a:lnTo>
                  <a:lnTo>
                    <a:pt x="2357233" y="745120"/>
                  </a:lnTo>
                  <a:lnTo>
                    <a:pt x="2357146" y="745372"/>
                  </a:lnTo>
                  <a:lnTo>
                    <a:pt x="2357107" y="745446"/>
                  </a:lnTo>
                  <a:lnTo>
                    <a:pt x="2357096" y="745467"/>
                  </a:lnTo>
                  <a:lnTo>
                    <a:pt x="2357092" y="745476"/>
                  </a:lnTo>
                  <a:lnTo>
                    <a:pt x="2357025" y="745465"/>
                  </a:lnTo>
                  <a:lnTo>
                    <a:pt x="2356938" y="745370"/>
                  </a:lnTo>
                  <a:lnTo>
                    <a:pt x="2356858" y="745323"/>
                  </a:lnTo>
                  <a:lnTo>
                    <a:pt x="2356295" y="745162"/>
                  </a:lnTo>
                  <a:lnTo>
                    <a:pt x="2356172" y="745172"/>
                  </a:lnTo>
                  <a:lnTo>
                    <a:pt x="2356030" y="745307"/>
                  </a:lnTo>
                  <a:lnTo>
                    <a:pt x="2355885" y="745445"/>
                  </a:lnTo>
                  <a:lnTo>
                    <a:pt x="2355863" y="745466"/>
                  </a:lnTo>
                  <a:lnTo>
                    <a:pt x="2355798" y="745453"/>
                  </a:lnTo>
                  <a:lnTo>
                    <a:pt x="2355719" y="745437"/>
                  </a:lnTo>
                  <a:lnTo>
                    <a:pt x="2355352" y="745362"/>
                  </a:lnTo>
                  <a:lnTo>
                    <a:pt x="2355109" y="745313"/>
                  </a:lnTo>
                  <a:lnTo>
                    <a:pt x="2354663" y="745222"/>
                  </a:lnTo>
                  <a:lnTo>
                    <a:pt x="2354627" y="745215"/>
                  </a:lnTo>
                  <a:lnTo>
                    <a:pt x="2354585" y="745206"/>
                  </a:lnTo>
                  <a:lnTo>
                    <a:pt x="2354573" y="745204"/>
                  </a:lnTo>
                  <a:lnTo>
                    <a:pt x="2354542" y="745121"/>
                  </a:lnTo>
                  <a:lnTo>
                    <a:pt x="2354537" y="745109"/>
                  </a:lnTo>
                  <a:lnTo>
                    <a:pt x="2354511" y="745086"/>
                  </a:lnTo>
                  <a:lnTo>
                    <a:pt x="2354494" y="745072"/>
                  </a:lnTo>
                  <a:lnTo>
                    <a:pt x="2354401" y="745076"/>
                  </a:lnTo>
                  <a:lnTo>
                    <a:pt x="2354301" y="745111"/>
                  </a:lnTo>
                  <a:lnTo>
                    <a:pt x="2354266" y="745124"/>
                  </a:lnTo>
                  <a:lnTo>
                    <a:pt x="2354241" y="745133"/>
                  </a:lnTo>
                  <a:lnTo>
                    <a:pt x="2354186" y="745170"/>
                  </a:lnTo>
                  <a:lnTo>
                    <a:pt x="2354054" y="745258"/>
                  </a:lnTo>
                  <a:lnTo>
                    <a:pt x="2353916" y="745381"/>
                  </a:lnTo>
                  <a:lnTo>
                    <a:pt x="2353882" y="745454"/>
                  </a:lnTo>
                  <a:lnTo>
                    <a:pt x="2353856" y="745508"/>
                  </a:lnTo>
                  <a:lnTo>
                    <a:pt x="2353800" y="745627"/>
                  </a:lnTo>
                  <a:lnTo>
                    <a:pt x="2353780" y="745728"/>
                  </a:lnTo>
                  <a:lnTo>
                    <a:pt x="2353785" y="745752"/>
                  </a:lnTo>
                  <a:lnTo>
                    <a:pt x="2353805" y="745839"/>
                  </a:lnTo>
                  <a:lnTo>
                    <a:pt x="2353810" y="745862"/>
                  </a:lnTo>
                  <a:lnTo>
                    <a:pt x="2353818" y="745868"/>
                  </a:lnTo>
                  <a:lnTo>
                    <a:pt x="2353897" y="745925"/>
                  </a:lnTo>
                  <a:lnTo>
                    <a:pt x="2353905" y="745931"/>
                  </a:lnTo>
                  <a:lnTo>
                    <a:pt x="2354042" y="745907"/>
                  </a:lnTo>
                  <a:lnTo>
                    <a:pt x="2354080" y="745901"/>
                  </a:lnTo>
                  <a:lnTo>
                    <a:pt x="2354118" y="745915"/>
                  </a:lnTo>
                  <a:lnTo>
                    <a:pt x="2354327" y="745995"/>
                  </a:lnTo>
                  <a:lnTo>
                    <a:pt x="2354340" y="746007"/>
                  </a:lnTo>
                  <a:lnTo>
                    <a:pt x="2354362" y="746027"/>
                  </a:lnTo>
                  <a:lnTo>
                    <a:pt x="2354211" y="746122"/>
                  </a:lnTo>
                  <a:lnTo>
                    <a:pt x="2354334" y="746479"/>
                  </a:lnTo>
                  <a:lnTo>
                    <a:pt x="2354321" y="746491"/>
                  </a:lnTo>
                  <a:lnTo>
                    <a:pt x="2354310" y="746502"/>
                  </a:lnTo>
                  <a:lnTo>
                    <a:pt x="2353783" y="746645"/>
                  </a:lnTo>
                  <a:lnTo>
                    <a:pt x="2353606" y="746693"/>
                  </a:lnTo>
                  <a:lnTo>
                    <a:pt x="2353641" y="746753"/>
                  </a:lnTo>
                  <a:lnTo>
                    <a:pt x="2353491" y="746757"/>
                  </a:lnTo>
                  <a:lnTo>
                    <a:pt x="2353357" y="746762"/>
                  </a:lnTo>
                  <a:lnTo>
                    <a:pt x="2352637" y="746761"/>
                  </a:lnTo>
                  <a:lnTo>
                    <a:pt x="2352640" y="746499"/>
                  </a:lnTo>
                  <a:lnTo>
                    <a:pt x="2352624" y="746503"/>
                  </a:lnTo>
                  <a:lnTo>
                    <a:pt x="2352195" y="746609"/>
                  </a:lnTo>
                  <a:lnTo>
                    <a:pt x="2352125" y="746411"/>
                  </a:lnTo>
                  <a:lnTo>
                    <a:pt x="2352027" y="746431"/>
                  </a:lnTo>
                  <a:lnTo>
                    <a:pt x="2351745" y="746490"/>
                  </a:lnTo>
                  <a:lnTo>
                    <a:pt x="2351516" y="746560"/>
                  </a:lnTo>
                  <a:lnTo>
                    <a:pt x="2351432" y="746604"/>
                  </a:lnTo>
                  <a:lnTo>
                    <a:pt x="2351415" y="746635"/>
                  </a:lnTo>
                  <a:lnTo>
                    <a:pt x="2351458" y="746729"/>
                  </a:lnTo>
                  <a:lnTo>
                    <a:pt x="2351546" y="746923"/>
                  </a:lnTo>
                  <a:lnTo>
                    <a:pt x="2351538" y="746934"/>
                  </a:lnTo>
                  <a:lnTo>
                    <a:pt x="2351447" y="747066"/>
                  </a:lnTo>
                  <a:lnTo>
                    <a:pt x="2351389" y="747151"/>
                  </a:lnTo>
                  <a:lnTo>
                    <a:pt x="2351263" y="747262"/>
                  </a:lnTo>
                  <a:lnTo>
                    <a:pt x="2351193" y="747284"/>
                  </a:lnTo>
                  <a:lnTo>
                    <a:pt x="2350976" y="747350"/>
                  </a:lnTo>
                  <a:lnTo>
                    <a:pt x="2350649" y="747586"/>
                  </a:lnTo>
                  <a:lnTo>
                    <a:pt x="2350471" y="747729"/>
                  </a:lnTo>
                  <a:lnTo>
                    <a:pt x="2350500" y="747812"/>
                  </a:lnTo>
                  <a:lnTo>
                    <a:pt x="2350510" y="747844"/>
                  </a:lnTo>
                  <a:lnTo>
                    <a:pt x="2350482" y="747964"/>
                  </a:lnTo>
                  <a:lnTo>
                    <a:pt x="2350262" y="748036"/>
                  </a:lnTo>
                  <a:lnTo>
                    <a:pt x="2350138" y="748024"/>
                  </a:lnTo>
                  <a:lnTo>
                    <a:pt x="2350127" y="748023"/>
                  </a:lnTo>
                  <a:lnTo>
                    <a:pt x="2350098" y="748021"/>
                  </a:lnTo>
                  <a:lnTo>
                    <a:pt x="2350059" y="748017"/>
                  </a:lnTo>
                  <a:lnTo>
                    <a:pt x="2349552" y="747599"/>
                  </a:lnTo>
                  <a:lnTo>
                    <a:pt x="2349568" y="747441"/>
                  </a:lnTo>
                  <a:lnTo>
                    <a:pt x="2349733" y="747244"/>
                  </a:lnTo>
                  <a:lnTo>
                    <a:pt x="2349850" y="747147"/>
                  </a:lnTo>
                  <a:lnTo>
                    <a:pt x="2349618" y="747045"/>
                  </a:lnTo>
                  <a:lnTo>
                    <a:pt x="2348864" y="746483"/>
                  </a:lnTo>
                  <a:lnTo>
                    <a:pt x="2348769" y="746393"/>
                  </a:lnTo>
                  <a:lnTo>
                    <a:pt x="2348755" y="746379"/>
                  </a:lnTo>
                  <a:lnTo>
                    <a:pt x="2348661" y="746226"/>
                  </a:lnTo>
                  <a:lnTo>
                    <a:pt x="2348554" y="746279"/>
                  </a:lnTo>
                  <a:lnTo>
                    <a:pt x="2348417" y="746348"/>
                  </a:lnTo>
                  <a:lnTo>
                    <a:pt x="2348271" y="746421"/>
                  </a:lnTo>
                  <a:lnTo>
                    <a:pt x="2348572" y="747167"/>
                  </a:lnTo>
                  <a:lnTo>
                    <a:pt x="2348552" y="747201"/>
                  </a:lnTo>
                  <a:lnTo>
                    <a:pt x="2348478" y="747218"/>
                  </a:lnTo>
                  <a:lnTo>
                    <a:pt x="2348470" y="747220"/>
                  </a:lnTo>
                  <a:lnTo>
                    <a:pt x="2348373" y="747190"/>
                  </a:lnTo>
                  <a:lnTo>
                    <a:pt x="2347926" y="747340"/>
                  </a:lnTo>
                  <a:lnTo>
                    <a:pt x="2347878" y="747356"/>
                  </a:lnTo>
                  <a:lnTo>
                    <a:pt x="2347856" y="747364"/>
                  </a:lnTo>
                  <a:lnTo>
                    <a:pt x="2347837" y="747370"/>
                  </a:lnTo>
                  <a:lnTo>
                    <a:pt x="2347826" y="747364"/>
                  </a:lnTo>
                  <a:lnTo>
                    <a:pt x="2347692" y="747295"/>
                  </a:lnTo>
                  <a:lnTo>
                    <a:pt x="2347395" y="746841"/>
                  </a:lnTo>
                  <a:lnTo>
                    <a:pt x="2347229" y="746870"/>
                  </a:lnTo>
                  <a:lnTo>
                    <a:pt x="2347120" y="746889"/>
                  </a:lnTo>
                  <a:lnTo>
                    <a:pt x="2347081" y="746910"/>
                  </a:lnTo>
                  <a:lnTo>
                    <a:pt x="2346629" y="747146"/>
                  </a:lnTo>
                  <a:lnTo>
                    <a:pt x="2346546" y="747169"/>
                  </a:lnTo>
                  <a:lnTo>
                    <a:pt x="2346505" y="747179"/>
                  </a:lnTo>
                  <a:lnTo>
                    <a:pt x="2346240" y="747251"/>
                  </a:lnTo>
                  <a:lnTo>
                    <a:pt x="2346127" y="746915"/>
                  </a:lnTo>
                  <a:lnTo>
                    <a:pt x="2345600" y="746925"/>
                  </a:lnTo>
                  <a:lnTo>
                    <a:pt x="2345589" y="746925"/>
                  </a:lnTo>
                  <a:lnTo>
                    <a:pt x="2345572" y="746932"/>
                  </a:lnTo>
                  <a:lnTo>
                    <a:pt x="2345475" y="746968"/>
                  </a:lnTo>
                  <a:lnTo>
                    <a:pt x="2345181" y="747078"/>
                  </a:lnTo>
                  <a:lnTo>
                    <a:pt x="2345168" y="747085"/>
                  </a:lnTo>
                  <a:lnTo>
                    <a:pt x="2345044" y="747146"/>
                  </a:lnTo>
                  <a:lnTo>
                    <a:pt x="2344909" y="747214"/>
                  </a:lnTo>
                  <a:lnTo>
                    <a:pt x="2344877" y="747230"/>
                  </a:lnTo>
                  <a:lnTo>
                    <a:pt x="2344754" y="747222"/>
                  </a:lnTo>
                  <a:lnTo>
                    <a:pt x="2344553" y="747210"/>
                  </a:lnTo>
                  <a:lnTo>
                    <a:pt x="2344312" y="747165"/>
                  </a:lnTo>
                  <a:lnTo>
                    <a:pt x="2344308" y="747073"/>
                  </a:lnTo>
                  <a:lnTo>
                    <a:pt x="2344312" y="747052"/>
                  </a:lnTo>
                  <a:lnTo>
                    <a:pt x="2344392" y="746662"/>
                  </a:lnTo>
                  <a:lnTo>
                    <a:pt x="2344379" y="746615"/>
                  </a:lnTo>
                  <a:lnTo>
                    <a:pt x="2344371" y="746583"/>
                  </a:lnTo>
                  <a:lnTo>
                    <a:pt x="2344357" y="746532"/>
                  </a:lnTo>
                  <a:lnTo>
                    <a:pt x="2344263" y="746299"/>
                  </a:lnTo>
                  <a:lnTo>
                    <a:pt x="2344254" y="746277"/>
                  </a:lnTo>
                  <a:lnTo>
                    <a:pt x="2344236" y="746279"/>
                  </a:lnTo>
                  <a:lnTo>
                    <a:pt x="2344166" y="746286"/>
                  </a:lnTo>
                  <a:lnTo>
                    <a:pt x="2344154" y="746350"/>
                  </a:lnTo>
                  <a:lnTo>
                    <a:pt x="2344108" y="746601"/>
                  </a:lnTo>
                  <a:lnTo>
                    <a:pt x="2343940" y="746913"/>
                  </a:lnTo>
                  <a:lnTo>
                    <a:pt x="2343816" y="747033"/>
                  </a:lnTo>
                  <a:lnTo>
                    <a:pt x="2343608" y="747232"/>
                  </a:lnTo>
                  <a:lnTo>
                    <a:pt x="2343570" y="747269"/>
                  </a:lnTo>
                  <a:lnTo>
                    <a:pt x="2343517" y="747301"/>
                  </a:lnTo>
                  <a:lnTo>
                    <a:pt x="2343362" y="747343"/>
                  </a:lnTo>
                  <a:lnTo>
                    <a:pt x="2343305" y="747344"/>
                  </a:lnTo>
                  <a:lnTo>
                    <a:pt x="2343152" y="747312"/>
                  </a:lnTo>
                  <a:lnTo>
                    <a:pt x="2343072" y="747295"/>
                  </a:lnTo>
                  <a:lnTo>
                    <a:pt x="2342975" y="747215"/>
                  </a:lnTo>
                  <a:lnTo>
                    <a:pt x="2342929" y="747178"/>
                  </a:lnTo>
                  <a:lnTo>
                    <a:pt x="2342911" y="747186"/>
                  </a:lnTo>
                  <a:lnTo>
                    <a:pt x="2342916" y="747233"/>
                  </a:lnTo>
                  <a:lnTo>
                    <a:pt x="2342929" y="747350"/>
                  </a:lnTo>
                  <a:lnTo>
                    <a:pt x="2342962" y="747390"/>
                  </a:lnTo>
                  <a:lnTo>
                    <a:pt x="2342971" y="747393"/>
                  </a:lnTo>
                  <a:lnTo>
                    <a:pt x="2343199" y="747470"/>
                  </a:lnTo>
                  <a:lnTo>
                    <a:pt x="2343218" y="747477"/>
                  </a:lnTo>
                  <a:lnTo>
                    <a:pt x="2343351" y="747468"/>
                  </a:lnTo>
                  <a:lnTo>
                    <a:pt x="2343394" y="747431"/>
                  </a:lnTo>
                  <a:lnTo>
                    <a:pt x="2343478" y="747440"/>
                  </a:lnTo>
                  <a:lnTo>
                    <a:pt x="2343544" y="747482"/>
                  </a:lnTo>
                  <a:lnTo>
                    <a:pt x="2343565" y="747494"/>
                  </a:lnTo>
                  <a:lnTo>
                    <a:pt x="2343722" y="747592"/>
                  </a:lnTo>
                  <a:lnTo>
                    <a:pt x="2343755" y="747613"/>
                  </a:lnTo>
                  <a:lnTo>
                    <a:pt x="2343778" y="747627"/>
                  </a:lnTo>
                  <a:lnTo>
                    <a:pt x="2343916" y="747735"/>
                  </a:lnTo>
                  <a:lnTo>
                    <a:pt x="2343925" y="747774"/>
                  </a:lnTo>
                  <a:lnTo>
                    <a:pt x="2343893" y="747799"/>
                  </a:lnTo>
                  <a:lnTo>
                    <a:pt x="2343592" y="748036"/>
                  </a:lnTo>
                  <a:lnTo>
                    <a:pt x="2343376" y="748206"/>
                  </a:lnTo>
                  <a:lnTo>
                    <a:pt x="2343088" y="748274"/>
                  </a:lnTo>
                  <a:lnTo>
                    <a:pt x="2342999" y="748340"/>
                  </a:lnTo>
                  <a:lnTo>
                    <a:pt x="2342472" y="748758"/>
                  </a:lnTo>
                  <a:lnTo>
                    <a:pt x="2342466" y="748765"/>
                  </a:lnTo>
                  <a:lnTo>
                    <a:pt x="2342307" y="748946"/>
                  </a:lnTo>
                  <a:lnTo>
                    <a:pt x="2342214" y="749052"/>
                  </a:lnTo>
                  <a:lnTo>
                    <a:pt x="2342407" y="749337"/>
                  </a:lnTo>
                  <a:lnTo>
                    <a:pt x="2342426" y="749366"/>
                  </a:lnTo>
                  <a:lnTo>
                    <a:pt x="2342429" y="749521"/>
                  </a:lnTo>
                  <a:lnTo>
                    <a:pt x="2342432" y="749639"/>
                  </a:lnTo>
                  <a:lnTo>
                    <a:pt x="2342430" y="749717"/>
                  </a:lnTo>
                  <a:lnTo>
                    <a:pt x="2342420" y="749718"/>
                  </a:lnTo>
                  <a:lnTo>
                    <a:pt x="2342409" y="750325"/>
                  </a:lnTo>
                  <a:lnTo>
                    <a:pt x="2341295" y="750470"/>
                  </a:lnTo>
                  <a:lnTo>
                    <a:pt x="2341077" y="749836"/>
                  </a:lnTo>
                  <a:lnTo>
                    <a:pt x="2341058" y="749782"/>
                  </a:lnTo>
                  <a:lnTo>
                    <a:pt x="2339370" y="750138"/>
                  </a:lnTo>
                  <a:lnTo>
                    <a:pt x="2339233" y="749896"/>
                  </a:lnTo>
                  <a:lnTo>
                    <a:pt x="2337683" y="750306"/>
                  </a:lnTo>
                  <a:lnTo>
                    <a:pt x="2337489" y="750110"/>
                  </a:lnTo>
                  <a:lnTo>
                    <a:pt x="2336406" y="750353"/>
                  </a:lnTo>
                  <a:lnTo>
                    <a:pt x="2336602" y="750638"/>
                  </a:lnTo>
                  <a:lnTo>
                    <a:pt x="2336073" y="750741"/>
                  </a:lnTo>
                  <a:lnTo>
                    <a:pt x="2336400" y="751772"/>
                  </a:lnTo>
                  <a:lnTo>
                    <a:pt x="2335407" y="752188"/>
                  </a:lnTo>
                  <a:lnTo>
                    <a:pt x="2335279" y="752242"/>
                  </a:lnTo>
                  <a:lnTo>
                    <a:pt x="2334871" y="751213"/>
                  </a:lnTo>
                  <a:lnTo>
                    <a:pt x="2334780" y="751294"/>
                  </a:lnTo>
                  <a:lnTo>
                    <a:pt x="2334732" y="751306"/>
                  </a:lnTo>
                  <a:lnTo>
                    <a:pt x="2334641" y="751276"/>
                  </a:lnTo>
                  <a:lnTo>
                    <a:pt x="2334439" y="751304"/>
                  </a:lnTo>
                  <a:lnTo>
                    <a:pt x="2334009" y="751666"/>
                  </a:lnTo>
                  <a:lnTo>
                    <a:pt x="2333889" y="751767"/>
                  </a:lnTo>
                  <a:lnTo>
                    <a:pt x="2333866" y="751787"/>
                  </a:lnTo>
                  <a:lnTo>
                    <a:pt x="2334725" y="752415"/>
                  </a:lnTo>
                  <a:lnTo>
                    <a:pt x="2330576" y="754138"/>
                  </a:lnTo>
                  <a:lnTo>
                    <a:pt x="2329821" y="753569"/>
                  </a:lnTo>
                  <a:lnTo>
                    <a:pt x="2329585" y="753798"/>
                  </a:lnTo>
                  <a:lnTo>
                    <a:pt x="2329260" y="754112"/>
                  </a:lnTo>
                  <a:lnTo>
                    <a:pt x="2329218" y="754152"/>
                  </a:lnTo>
                  <a:lnTo>
                    <a:pt x="2329013" y="754634"/>
                  </a:lnTo>
                  <a:lnTo>
                    <a:pt x="2328934" y="754867"/>
                  </a:lnTo>
                  <a:lnTo>
                    <a:pt x="2328986" y="755021"/>
                  </a:lnTo>
                  <a:lnTo>
                    <a:pt x="2328954" y="755074"/>
                  </a:lnTo>
                  <a:lnTo>
                    <a:pt x="2328946" y="755075"/>
                  </a:lnTo>
                  <a:lnTo>
                    <a:pt x="2328918" y="755077"/>
                  </a:lnTo>
                  <a:lnTo>
                    <a:pt x="2328863" y="755081"/>
                  </a:lnTo>
                  <a:lnTo>
                    <a:pt x="2328814" y="755067"/>
                  </a:lnTo>
                  <a:lnTo>
                    <a:pt x="2328583" y="755002"/>
                  </a:lnTo>
                  <a:lnTo>
                    <a:pt x="2328243" y="754682"/>
                  </a:lnTo>
                  <a:lnTo>
                    <a:pt x="2328235" y="754659"/>
                  </a:lnTo>
                  <a:lnTo>
                    <a:pt x="2328256" y="754573"/>
                  </a:lnTo>
                  <a:lnTo>
                    <a:pt x="2328232" y="754554"/>
                  </a:lnTo>
                  <a:lnTo>
                    <a:pt x="2328056" y="754413"/>
                  </a:lnTo>
                  <a:lnTo>
                    <a:pt x="2328001" y="754369"/>
                  </a:lnTo>
                  <a:lnTo>
                    <a:pt x="2327473" y="753757"/>
                  </a:lnTo>
                  <a:lnTo>
                    <a:pt x="2327442" y="753722"/>
                  </a:lnTo>
                  <a:lnTo>
                    <a:pt x="2327394" y="753739"/>
                  </a:lnTo>
                  <a:lnTo>
                    <a:pt x="2327379" y="753745"/>
                  </a:lnTo>
                  <a:lnTo>
                    <a:pt x="2327341" y="753759"/>
                  </a:lnTo>
                  <a:lnTo>
                    <a:pt x="2327254" y="753791"/>
                  </a:lnTo>
                  <a:lnTo>
                    <a:pt x="2326821" y="753952"/>
                  </a:lnTo>
                  <a:lnTo>
                    <a:pt x="2326851" y="753996"/>
                  </a:lnTo>
                  <a:lnTo>
                    <a:pt x="2326858" y="754005"/>
                  </a:lnTo>
                  <a:lnTo>
                    <a:pt x="2326867" y="754017"/>
                  </a:lnTo>
                  <a:lnTo>
                    <a:pt x="2327009" y="754214"/>
                  </a:lnTo>
                  <a:lnTo>
                    <a:pt x="2327248" y="754349"/>
                  </a:lnTo>
                  <a:lnTo>
                    <a:pt x="2327270" y="754361"/>
                  </a:lnTo>
                  <a:lnTo>
                    <a:pt x="2327279" y="754366"/>
                  </a:lnTo>
                  <a:lnTo>
                    <a:pt x="2327272" y="754384"/>
                  </a:lnTo>
                  <a:lnTo>
                    <a:pt x="2327172" y="754638"/>
                  </a:lnTo>
                  <a:lnTo>
                    <a:pt x="2327144" y="754710"/>
                  </a:lnTo>
                  <a:lnTo>
                    <a:pt x="2327120" y="754771"/>
                  </a:lnTo>
                  <a:lnTo>
                    <a:pt x="2327114" y="754785"/>
                  </a:lnTo>
                  <a:lnTo>
                    <a:pt x="2327087" y="754854"/>
                  </a:lnTo>
                  <a:lnTo>
                    <a:pt x="2327081" y="754870"/>
                  </a:lnTo>
                  <a:lnTo>
                    <a:pt x="2327034" y="754990"/>
                  </a:lnTo>
                  <a:lnTo>
                    <a:pt x="2327032" y="755004"/>
                  </a:lnTo>
                  <a:lnTo>
                    <a:pt x="2327006" y="755223"/>
                  </a:lnTo>
                  <a:lnTo>
                    <a:pt x="2326992" y="755344"/>
                  </a:lnTo>
                  <a:lnTo>
                    <a:pt x="2326972" y="755489"/>
                  </a:lnTo>
                  <a:lnTo>
                    <a:pt x="2326968" y="755513"/>
                  </a:lnTo>
                  <a:lnTo>
                    <a:pt x="2326949" y="755546"/>
                  </a:lnTo>
                  <a:lnTo>
                    <a:pt x="2326922" y="755572"/>
                  </a:lnTo>
                  <a:lnTo>
                    <a:pt x="2326910" y="755598"/>
                  </a:lnTo>
                  <a:lnTo>
                    <a:pt x="2326698" y="756056"/>
                  </a:lnTo>
                  <a:lnTo>
                    <a:pt x="2326678" y="756098"/>
                  </a:lnTo>
                  <a:lnTo>
                    <a:pt x="2326650" y="756159"/>
                  </a:lnTo>
                  <a:lnTo>
                    <a:pt x="2326620" y="756224"/>
                  </a:lnTo>
                  <a:lnTo>
                    <a:pt x="2326385" y="756200"/>
                  </a:lnTo>
                  <a:lnTo>
                    <a:pt x="2326342" y="756165"/>
                  </a:lnTo>
                  <a:lnTo>
                    <a:pt x="2326388" y="756023"/>
                  </a:lnTo>
                  <a:lnTo>
                    <a:pt x="2326390" y="756017"/>
                  </a:lnTo>
                  <a:lnTo>
                    <a:pt x="2326393" y="756007"/>
                  </a:lnTo>
                  <a:lnTo>
                    <a:pt x="2326409" y="755959"/>
                  </a:lnTo>
                  <a:lnTo>
                    <a:pt x="2326414" y="755941"/>
                  </a:lnTo>
                  <a:lnTo>
                    <a:pt x="2326358" y="755893"/>
                  </a:lnTo>
                  <a:lnTo>
                    <a:pt x="2326225" y="755893"/>
                  </a:lnTo>
                  <a:lnTo>
                    <a:pt x="2326029" y="756024"/>
                  </a:lnTo>
                  <a:lnTo>
                    <a:pt x="2325973" y="756062"/>
                  </a:lnTo>
                  <a:lnTo>
                    <a:pt x="2325945" y="756093"/>
                  </a:lnTo>
                  <a:lnTo>
                    <a:pt x="2325909" y="756133"/>
                  </a:lnTo>
                  <a:lnTo>
                    <a:pt x="2325860" y="756258"/>
                  </a:lnTo>
                  <a:lnTo>
                    <a:pt x="2325863" y="756275"/>
                  </a:lnTo>
                  <a:lnTo>
                    <a:pt x="2325888" y="756434"/>
                  </a:lnTo>
                  <a:lnTo>
                    <a:pt x="2325934" y="756483"/>
                  </a:lnTo>
                  <a:lnTo>
                    <a:pt x="2325953" y="756469"/>
                  </a:lnTo>
                  <a:lnTo>
                    <a:pt x="2325967" y="756459"/>
                  </a:lnTo>
                  <a:lnTo>
                    <a:pt x="2326009" y="756454"/>
                  </a:lnTo>
                  <a:lnTo>
                    <a:pt x="2326114" y="756502"/>
                  </a:lnTo>
                  <a:lnTo>
                    <a:pt x="2326119" y="756510"/>
                  </a:lnTo>
                  <a:lnTo>
                    <a:pt x="2326138" y="756543"/>
                  </a:lnTo>
                  <a:lnTo>
                    <a:pt x="2326183" y="756619"/>
                  </a:lnTo>
                  <a:lnTo>
                    <a:pt x="2326193" y="756773"/>
                  </a:lnTo>
                  <a:lnTo>
                    <a:pt x="2326179" y="756829"/>
                  </a:lnTo>
                  <a:lnTo>
                    <a:pt x="2326125" y="756877"/>
                  </a:lnTo>
                  <a:lnTo>
                    <a:pt x="2326057" y="756866"/>
                  </a:lnTo>
                  <a:lnTo>
                    <a:pt x="2325910" y="756746"/>
                  </a:lnTo>
                  <a:lnTo>
                    <a:pt x="2325904" y="756740"/>
                  </a:lnTo>
                  <a:lnTo>
                    <a:pt x="2325794" y="756651"/>
                  </a:lnTo>
                  <a:lnTo>
                    <a:pt x="2325703" y="756577"/>
                  </a:lnTo>
                  <a:lnTo>
                    <a:pt x="2325695" y="756570"/>
                  </a:lnTo>
                  <a:lnTo>
                    <a:pt x="2325458" y="756377"/>
                  </a:lnTo>
                  <a:lnTo>
                    <a:pt x="2325441" y="756362"/>
                  </a:lnTo>
                  <a:lnTo>
                    <a:pt x="2325389" y="756353"/>
                  </a:lnTo>
                  <a:lnTo>
                    <a:pt x="2325298" y="756375"/>
                  </a:lnTo>
                  <a:lnTo>
                    <a:pt x="2325265" y="756397"/>
                  </a:lnTo>
                  <a:lnTo>
                    <a:pt x="2325182" y="756452"/>
                  </a:lnTo>
                  <a:lnTo>
                    <a:pt x="2325158" y="756503"/>
                  </a:lnTo>
                  <a:lnTo>
                    <a:pt x="2325181" y="756557"/>
                  </a:lnTo>
                  <a:lnTo>
                    <a:pt x="2325203" y="756608"/>
                  </a:lnTo>
                  <a:lnTo>
                    <a:pt x="2325230" y="756622"/>
                  </a:lnTo>
                  <a:lnTo>
                    <a:pt x="2325249" y="756633"/>
                  </a:lnTo>
                  <a:lnTo>
                    <a:pt x="2325359" y="756839"/>
                  </a:lnTo>
                  <a:lnTo>
                    <a:pt x="2325357" y="756871"/>
                  </a:lnTo>
                  <a:lnTo>
                    <a:pt x="2324932" y="756964"/>
                  </a:lnTo>
                  <a:lnTo>
                    <a:pt x="2324642" y="757072"/>
                  </a:lnTo>
                  <a:lnTo>
                    <a:pt x="2324473" y="757243"/>
                  </a:lnTo>
                  <a:lnTo>
                    <a:pt x="2324458" y="757268"/>
                  </a:lnTo>
                  <a:lnTo>
                    <a:pt x="2324388" y="757383"/>
                  </a:lnTo>
                  <a:lnTo>
                    <a:pt x="2324321" y="757495"/>
                  </a:lnTo>
                  <a:lnTo>
                    <a:pt x="2324305" y="757520"/>
                  </a:lnTo>
                  <a:lnTo>
                    <a:pt x="2324237" y="757554"/>
                  </a:lnTo>
                  <a:lnTo>
                    <a:pt x="2324192" y="757575"/>
                  </a:lnTo>
                  <a:lnTo>
                    <a:pt x="2324098" y="757620"/>
                  </a:lnTo>
                  <a:lnTo>
                    <a:pt x="2324034" y="757651"/>
                  </a:lnTo>
                  <a:lnTo>
                    <a:pt x="2323994" y="757670"/>
                  </a:lnTo>
                  <a:lnTo>
                    <a:pt x="2323792" y="757767"/>
                  </a:lnTo>
                  <a:lnTo>
                    <a:pt x="2323771" y="757778"/>
                  </a:lnTo>
                  <a:lnTo>
                    <a:pt x="2323714" y="757764"/>
                  </a:lnTo>
                  <a:lnTo>
                    <a:pt x="2323686" y="757757"/>
                  </a:lnTo>
                  <a:lnTo>
                    <a:pt x="2323684" y="757747"/>
                  </a:lnTo>
                  <a:lnTo>
                    <a:pt x="2323672" y="757700"/>
                  </a:lnTo>
                  <a:lnTo>
                    <a:pt x="2323660" y="757654"/>
                  </a:lnTo>
                  <a:lnTo>
                    <a:pt x="2323657" y="757643"/>
                  </a:lnTo>
                  <a:lnTo>
                    <a:pt x="2323682" y="757640"/>
                  </a:lnTo>
                  <a:lnTo>
                    <a:pt x="2323732" y="757634"/>
                  </a:lnTo>
                  <a:lnTo>
                    <a:pt x="2323773" y="757586"/>
                  </a:lnTo>
                  <a:lnTo>
                    <a:pt x="2323876" y="757461"/>
                  </a:lnTo>
                  <a:lnTo>
                    <a:pt x="2324029" y="757279"/>
                  </a:lnTo>
                  <a:lnTo>
                    <a:pt x="2324149" y="757135"/>
                  </a:lnTo>
                  <a:lnTo>
                    <a:pt x="2324152" y="757019"/>
                  </a:lnTo>
                  <a:lnTo>
                    <a:pt x="2324149" y="757013"/>
                  </a:lnTo>
                  <a:lnTo>
                    <a:pt x="2324147" y="757008"/>
                  </a:lnTo>
                  <a:lnTo>
                    <a:pt x="2324140" y="756988"/>
                  </a:lnTo>
                  <a:lnTo>
                    <a:pt x="2324132" y="756969"/>
                  </a:lnTo>
                  <a:lnTo>
                    <a:pt x="2324125" y="756950"/>
                  </a:lnTo>
                  <a:lnTo>
                    <a:pt x="2324117" y="756929"/>
                  </a:lnTo>
                  <a:lnTo>
                    <a:pt x="2324112" y="756917"/>
                  </a:lnTo>
                  <a:lnTo>
                    <a:pt x="2324099" y="756885"/>
                  </a:lnTo>
                  <a:lnTo>
                    <a:pt x="2324081" y="756839"/>
                  </a:lnTo>
                  <a:lnTo>
                    <a:pt x="2324063" y="756805"/>
                  </a:lnTo>
                  <a:lnTo>
                    <a:pt x="2324040" y="756765"/>
                  </a:lnTo>
                  <a:lnTo>
                    <a:pt x="2323936" y="756579"/>
                  </a:lnTo>
                  <a:lnTo>
                    <a:pt x="2323920" y="756578"/>
                  </a:lnTo>
                  <a:lnTo>
                    <a:pt x="2323833" y="756574"/>
                  </a:lnTo>
                  <a:lnTo>
                    <a:pt x="2323686" y="756617"/>
                  </a:lnTo>
                  <a:lnTo>
                    <a:pt x="2323635" y="756632"/>
                  </a:lnTo>
                  <a:lnTo>
                    <a:pt x="2323628" y="756634"/>
                  </a:lnTo>
                  <a:lnTo>
                    <a:pt x="2323621" y="756636"/>
                  </a:lnTo>
                  <a:lnTo>
                    <a:pt x="2323611" y="756639"/>
                  </a:lnTo>
                  <a:lnTo>
                    <a:pt x="2323598" y="756643"/>
                  </a:lnTo>
                  <a:lnTo>
                    <a:pt x="2323591" y="756645"/>
                  </a:lnTo>
                  <a:lnTo>
                    <a:pt x="2323514" y="756667"/>
                  </a:lnTo>
                  <a:lnTo>
                    <a:pt x="2323419" y="756695"/>
                  </a:lnTo>
                  <a:lnTo>
                    <a:pt x="2323412" y="756704"/>
                  </a:lnTo>
                  <a:lnTo>
                    <a:pt x="2323392" y="756730"/>
                  </a:lnTo>
                  <a:lnTo>
                    <a:pt x="2323388" y="756735"/>
                  </a:lnTo>
                  <a:lnTo>
                    <a:pt x="2323386" y="756780"/>
                  </a:lnTo>
                  <a:lnTo>
                    <a:pt x="2323384" y="756821"/>
                  </a:lnTo>
                  <a:lnTo>
                    <a:pt x="2323386" y="756827"/>
                  </a:lnTo>
                  <a:lnTo>
                    <a:pt x="2323444" y="756923"/>
                  </a:lnTo>
                  <a:lnTo>
                    <a:pt x="2323474" y="756973"/>
                  </a:lnTo>
                  <a:lnTo>
                    <a:pt x="2323535" y="757138"/>
                  </a:lnTo>
                  <a:lnTo>
                    <a:pt x="2323547" y="757170"/>
                  </a:lnTo>
                  <a:lnTo>
                    <a:pt x="2323557" y="757197"/>
                  </a:lnTo>
                  <a:lnTo>
                    <a:pt x="2323601" y="757317"/>
                  </a:lnTo>
                  <a:lnTo>
                    <a:pt x="2323408" y="757886"/>
                  </a:lnTo>
                  <a:lnTo>
                    <a:pt x="2323362" y="758022"/>
                  </a:lnTo>
                  <a:lnTo>
                    <a:pt x="2323296" y="758406"/>
                  </a:lnTo>
                  <a:lnTo>
                    <a:pt x="2323347" y="758658"/>
                  </a:lnTo>
                  <a:lnTo>
                    <a:pt x="2323380" y="758771"/>
                  </a:lnTo>
                  <a:lnTo>
                    <a:pt x="2323483" y="759180"/>
                  </a:lnTo>
                  <a:lnTo>
                    <a:pt x="2323513" y="759402"/>
                  </a:lnTo>
                  <a:lnTo>
                    <a:pt x="2323543" y="759631"/>
                  </a:lnTo>
                  <a:lnTo>
                    <a:pt x="2323107" y="759824"/>
                  </a:lnTo>
                  <a:lnTo>
                    <a:pt x="2322882" y="759012"/>
                  </a:lnTo>
                  <a:lnTo>
                    <a:pt x="2321586" y="760187"/>
                  </a:lnTo>
                  <a:lnTo>
                    <a:pt x="2321225" y="760311"/>
                  </a:lnTo>
                  <a:lnTo>
                    <a:pt x="2320777" y="760463"/>
                  </a:lnTo>
                  <a:lnTo>
                    <a:pt x="2320674" y="760498"/>
                  </a:lnTo>
                  <a:lnTo>
                    <a:pt x="2320655" y="760490"/>
                  </a:lnTo>
                  <a:lnTo>
                    <a:pt x="2320461" y="760058"/>
                  </a:lnTo>
                  <a:lnTo>
                    <a:pt x="2320439" y="760060"/>
                  </a:lnTo>
                  <a:lnTo>
                    <a:pt x="2320415" y="760063"/>
                  </a:lnTo>
                  <a:lnTo>
                    <a:pt x="2320343" y="760084"/>
                  </a:lnTo>
                  <a:lnTo>
                    <a:pt x="2320271" y="760104"/>
                  </a:lnTo>
                  <a:lnTo>
                    <a:pt x="2320401" y="760636"/>
                  </a:lnTo>
                  <a:lnTo>
                    <a:pt x="2320385" y="760882"/>
                  </a:lnTo>
                  <a:lnTo>
                    <a:pt x="2320105" y="761087"/>
                  </a:lnTo>
                  <a:lnTo>
                    <a:pt x="2320027" y="761145"/>
                  </a:lnTo>
                  <a:lnTo>
                    <a:pt x="2319599" y="761144"/>
                  </a:lnTo>
                  <a:lnTo>
                    <a:pt x="2319569" y="761014"/>
                  </a:lnTo>
                  <a:lnTo>
                    <a:pt x="2319522" y="761015"/>
                  </a:lnTo>
                  <a:lnTo>
                    <a:pt x="2319385" y="761018"/>
                  </a:lnTo>
                  <a:lnTo>
                    <a:pt x="2319340" y="761018"/>
                  </a:lnTo>
                  <a:lnTo>
                    <a:pt x="2318712" y="761029"/>
                  </a:lnTo>
                  <a:lnTo>
                    <a:pt x="2318079" y="761090"/>
                  </a:lnTo>
                  <a:lnTo>
                    <a:pt x="2318026" y="760324"/>
                  </a:lnTo>
                  <a:lnTo>
                    <a:pt x="2317406" y="760382"/>
                  </a:lnTo>
                  <a:lnTo>
                    <a:pt x="2315932" y="760366"/>
                  </a:lnTo>
                  <a:lnTo>
                    <a:pt x="2315918" y="760368"/>
                  </a:lnTo>
                  <a:lnTo>
                    <a:pt x="2315855" y="760379"/>
                  </a:lnTo>
                  <a:lnTo>
                    <a:pt x="2315804" y="760387"/>
                  </a:lnTo>
                  <a:lnTo>
                    <a:pt x="2315778" y="760392"/>
                  </a:lnTo>
                  <a:lnTo>
                    <a:pt x="2315122" y="760500"/>
                  </a:lnTo>
                  <a:lnTo>
                    <a:pt x="2315069" y="760509"/>
                  </a:lnTo>
                  <a:lnTo>
                    <a:pt x="2315024" y="760521"/>
                  </a:lnTo>
                  <a:lnTo>
                    <a:pt x="2314923" y="760836"/>
                  </a:lnTo>
                  <a:lnTo>
                    <a:pt x="2314888" y="761177"/>
                  </a:lnTo>
                  <a:lnTo>
                    <a:pt x="2314865" y="761215"/>
                  </a:lnTo>
                  <a:lnTo>
                    <a:pt x="2313372" y="761954"/>
                  </a:lnTo>
                  <a:lnTo>
                    <a:pt x="2312799" y="762238"/>
                  </a:lnTo>
                  <a:lnTo>
                    <a:pt x="2312752" y="762214"/>
                  </a:lnTo>
                  <a:lnTo>
                    <a:pt x="2312592" y="762131"/>
                  </a:lnTo>
                  <a:lnTo>
                    <a:pt x="2312361" y="762227"/>
                  </a:lnTo>
                  <a:lnTo>
                    <a:pt x="2312352" y="762230"/>
                  </a:lnTo>
                  <a:lnTo>
                    <a:pt x="2312419" y="762350"/>
                  </a:lnTo>
                  <a:lnTo>
                    <a:pt x="2312560" y="762603"/>
                  </a:lnTo>
                  <a:lnTo>
                    <a:pt x="2312735" y="762917"/>
                  </a:lnTo>
                  <a:lnTo>
                    <a:pt x="2311304" y="763741"/>
                  </a:lnTo>
                  <a:lnTo>
                    <a:pt x="2311258" y="763752"/>
                  </a:lnTo>
                  <a:lnTo>
                    <a:pt x="2311219" y="763724"/>
                  </a:lnTo>
                  <a:lnTo>
                    <a:pt x="2310961" y="763434"/>
                  </a:lnTo>
                  <a:lnTo>
                    <a:pt x="2310925" y="763428"/>
                  </a:lnTo>
                  <a:lnTo>
                    <a:pt x="2310884" y="763519"/>
                  </a:lnTo>
                  <a:lnTo>
                    <a:pt x="2310847" y="763600"/>
                  </a:lnTo>
                  <a:lnTo>
                    <a:pt x="2310884" y="763680"/>
                  </a:lnTo>
                  <a:lnTo>
                    <a:pt x="2310899" y="763715"/>
                  </a:lnTo>
                  <a:lnTo>
                    <a:pt x="2310922" y="763764"/>
                  </a:lnTo>
                  <a:lnTo>
                    <a:pt x="2310942" y="763808"/>
                  </a:lnTo>
                  <a:lnTo>
                    <a:pt x="2310964" y="763857"/>
                  </a:lnTo>
                  <a:lnTo>
                    <a:pt x="2311599" y="764311"/>
                  </a:lnTo>
                  <a:lnTo>
                    <a:pt x="2311519" y="764766"/>
                  </a:lnTo>
                  <a:lnTo>
                    <a:pt x="2311276" y="764944"/>
                  </a:lnTo>
                  <a:lnTo>
                    <a:pt x="2310921" y="764764"/>
                  </a:lnTo>
                  <a:lnTo>
                    <a:pt x="2310484" y="764098"/>
                  </a:lnTo>
                  <a:lnTo>
                    <a:pt x="2310423" y="764090"/>
                  </a:lnTo>
                  <a:lnTo>
                    <a:pt x="2310196" y="764359"/>
                  </a:lnTo>
                  <a:lnTo>
                    <a:pt x="2309256" y="765469"/>
                  </a:lnTo>
                  <a:lnTo>
                    <a:pt x="2309177" y="765591"/>
                  </a:lnTo>
                  <a:lnTo>
                    <a:pt x="2309170" y="765602"/>
                  </a:lnTo>
                  <a:lnTo>
                    <a:pt x="2308645" y="765527"/>
                  </a:lnTo>
                  <a:lnTo>
                    <a:pt x="2308574" y="765495"/>
                  </a:lnTo>
                  <a:lnTo>
                    <a:pt x="2308512" y="765466"/>
                  </a:lnTo>
                  <a:lnTo>
                    <a:pt x="2308322" y="765307"/>
                  </a:lnTo>
                  <a:lnTo>
                    <a:pt x="2308158" y="765170"/>
                  </a:lnTo>
                  <a:lnTo>
                    <a:pt x="2308074" y="765159"/>
                  </a:lnTo>
                  <a:lnTo>
                    <a:pt x="2307995" y="765190"/>
                  </a:lnTo>
                  <a:lnTo>
                    <a:pt x="2307939" y="765212"/>
                  </a:lnTo>
                  <a:lnTo>
                    <a:pt x="2307920" y="765220"/>
                  </a:lnTo>
                  <a:lnTo>
                    <a:pt x="2307944" y="765274"/>
                  </a:lnTo>
                  <a:lnTo>
                    <a:pt x="2307958" y="765304"/>
                  </a:lnTo>
                  <a:lnTo>
                    <a:pt x="2307963" y="765316"/>
                  </a:lnTo>
                  <a:lnTo>
                    <a:pt x="2307986" y="765347"/>
                  </a:lnTo>
                  <a:lnTo>
                    <a:pt x="2308049" y="765430"/>
                  </a:lnTo>
                  <a:lnTo>
                    <a:pt x="2308059" y="765445"/>
                  </a:lnTo>
                  <a:lnTo>
                    <a:pt x="2308157" y="765543"/>
                  </a:lnTo>
                  <a:lnTo>
                    <a:pt x="2308164" y="765550"/>
                  </a:lnTo>
                  <a:lnTo>
                    <a:pt x="2308167" y="765554"/>
                  </a:lnTo>
                  <a:lnTo>
                    <a:pt x="2308270" y="765607"/>
                  </a:lnTo>
                  <a:lnTo>
                    <a:pt x="2308338" y="765642"/>
                  </a:lnTo>
                  <a:lnTo>
                    <a:pt x="2308392" y="765648"/>
                  </a:lnTo>
                  <a:lnTo>
                    <a:pt x="2308684" y="765677"/>
                  </a:lnTo>
                  <a:lnTo>
                    <a:pt x="2308820" y="765722"/>
                  </a:lnTo>
                  <a:lnTo>
                    <a:pt x="2308826" y="765726"/>
                  </a:lnTo>
                  <a:lnTo>
                    <a:pt x="2308837" y="765734"/>
                  </a:lnTo>
                  <a:lnTo>
                    <a:pt x="2308880" y="765763"/>
                  </a:lnTo>
                  <a:lnTo>
                    <a:pt x="2308985" y="765837"/>
                  </a:lnTo>
                  <a:lnTo>
                    <a:pt x="2309001" y="765855"/>
                  </a:lnTo>
                  <a:lnTo>
                    <a:pt x="2309008" y="765864"/>
                  </a:lnTo>
                  <a:lnTo>
                    <a:pt x="2309016" y="765873"/>
                  </a:lnTo>
                  <a:lnTo>
                    <a:pt x="2309019" y="765959"/>
                  </a:lnTo>
                  <a:lnTo>
                    <a:pt x="2309020" y="765968"/>
                  </a:lnTo>
                  <a:lnTo>
                    <a:pt x="2309023" y="766051"/>
                  </a:lnTo>
                  <a:lnTo>
                    <a:pt x="2309034" y="766308"/>
                  </a:lnTo>
                  <a:lnTo>
                    <a:pt x="2309023" y="766331"/>
                  </a:lnTo>
                  <a:lnTo>
                    <a:pt x="2309018" y="766343"/>
                  </a:lnTo>
                  <a:lnTo>
                    <a:pt x="2309014" y="766351"/>
                  </a:lnTo>
                  <a:lnTo>
                    <a:pt x="2308884" y="766508"/>
                  </a:lnTo>
                  <a:lnTo>
                    <a:pt x="2308869" y="766526"/>
                  </a:lnTo>
                  <a:lnTo>
                    <a:pt x="2308852" y="766546"/>
                  </a:lnTo>
                  <a:lnTo>
                    <a:pt x="2308846" y="766552"/>
                  </a:lnTo>
                  <a:lnTo>
                    <a:pt x="2308377" y="766990"/>
                  </a:lnTo>
                  <a:lnTo>
                    <a:pt x="2308257" y="767101"/>
                  </a:lnTo>
                  <a:lnTo>
                    <a:pt x="2308214" y="767141"/>
                  </a:lnTo>
                  <a:lnTo>
                    <a:pt x="2308197" y="767162"/>
                  </a:lnTo>
                  <a:lnTo>
                    <a:pt x="2308124" y="767247"/>
                  </a:lnTo>
                  <a:lnTo>
                    <a:pt x="2308070" y="767309"/>
                  </a:lnTo>
                  <a:lnTo>
                    <a:pt x="2308037" y="767348"/>
                  </a:lnTo>
                  <a:lnTo>
                    <a:pt x="2307908" y="767731"/>
                  </a:lnTo>
                  <a:lnTo>
                    <a:pt x="2307917" y="767745"/>
                  </a:lnTo>
                  <a:lnTo>
                    <a:pt x="2307952" y="767799"/>
                  </a:lnTo>
                  <a:lnTo>
                    <a:pt x="2307959" y="767810"/>
                  </a:lnTo>
                  <a:lnTo>
                    <a:pt x="2308082" y="768003"/>
                  </a:lnTo>
                  <a:lnTo>
                    <a:pt x="2308156" y="768028"/>
                  </a:lnTo>
                  <a:lnTo>
                    <a:pt x="2308147" y="768035"/>
                  </a:lnTo>
                  <a:lnTo>
                    <a:pt x="2307887" y="768203"/>
                  </a:lnTo>
                  <a:lnTo>
                    <a:pt x="2307863" y="768218"/>
                  </a:lnTo>
                  <a:lnTo>
                    <a:pt x="2307625" y="768306"/>
                  </a:lnTo>
                  <a:lnTo>
                    <a:pt x="2307612" y="768291"/>
                  </a:lnTo>
                  <a:lnTo>
                    <a:pt x="2307389" y="768032"/>
                  </a:lnTo>
                  <a:lnTo>
                    <a:pt x="2307371" y="768036"/>
                  </a:lnTo>
                  <a:lnTo>
                    <a:pt x="2307353" y="768040"/>
                  </a:lnTo>
                  <a:lnTo>
                    <a:pt x="2307178" y="768079"/>
                  </a:lnTo>
                  <a:lnTo>
                    <a:pt x="2306955" y="768129"/>
                  </a:lnTo>
                  <a:lnTo>
                    <a:pt x="2306873" y="768153"/>
                  </a:lnTo>
                  <a:lnTo>
                    <a:pt x="2306803" y="768185"/>
                  </a:lnTo>
                  <a:lnTo>
                    <a:pt x="2306769" y="768201"/>
                  </a:lnTo>
                  <a:lnTo>
                    <a:pt x="2306687" y="768239"/>
                  </a:lnTo>
                  <a:lnTo>
                    <a:pt x="2306674" y="768245"/>
                  </a:lnTo>
                  <a:lnTo>
                    <a:pt x="2306576" y="768290"/>
                  </a:lnTo>
                  <a:lnTo>
                    <a:pt x="2306567" y="768294"/>
                  </a:lnTo>
                  <a:lnTo>
                    <a:pt x="2306540" y="768335"/>
                  </a:lnTo>
                  <a:lnTo>
                    <a:pt x="2306494" y="768399"/>
                  </a:lnTo>
                  <a:lnTo>
                    <a:pt x="2306470" y="768432"/>
                  </a:lnTo>
                  <a:lnTo>
                    <a:pt x="2306532" y="768580"/>
                  </a:lnTo>
                  <a:lnTo>
                    <a:pt x="2306534" y="768636"/>
                  </a:lnTo>
                  <a:lnTo>
                    <a:pt x="2306535" y="768660"/>
                  </a:lnTo>
                  <a:lnTo>
                    <a:pt x="2306502" y="768693"/>
                  </a:lnTo>
                  <a:lnTo>
                    <a:pt x="2306397" y="768802"/>
                  </a:lnTo>
                  <a:lnTo>
                    <a:pt x="2306386" y="768947"/>
                  </a:lnTo>
                  <a:lnTo>
                    <a:pt x="2306145" y="768953"/>
                  </a:lnTo>
                  <a:lnTo>
                    <a:pt x="2306126" y="768764"/>
                  </a:lnTo>
                  <a:lnTo>
                    <a:pt x="2305956" y="768751"/>
                  </a:lnTo>
                  <a:lnTo>
                    <a:pt x="2305873" y="768659"/>
                  </a:lnTo>
                  <a:lnTo>
                    <a:pt x="2305617" y="768720"/>
                  </a:lnTo>
                  <a:lnTo>
                    <a:pt x="2305315" y="768819"/>
                  </a:lnTo>
                  <a:lnTo>
                    <a:pt x="2305290" y="768829"/>
                  </a:lnTo>
                  <a:lnTo>
                    <a:pt x="2305227" y="768871"/>
                  </a:lnTo>
                  <a:lnTo>
                    <a:pt x="2305059" y="768983"/>
                  </a:lnTo>
                  <a:lnTo>
                    <a:pt x="2305031" y="769001"/>
                  </a:lnTo>
                  <a:lnTo>
                    <a:pt x="2304909" y="769083"/>
                  </a:lnTo>
                  <a:lnTo>
                    <a:pt x="2304632" y="769267"/>
                  </a:lnTo>
                  <a:lnTo>
                    <a:pt x="2304624" y="769271"/>
                  </a:lnTo>
                  <a:lnTo>
                    <a:pt x="2304583" y="769352"/>
                  </a:lnTo>
                  <a:lnTo>
                    <a:pt x="2304555" y="769436"/>
                  </a:lnTo>
                  <a:lnTo>
                    <a:pt x="2304528" y="769459"/>
                  </a:lnTo>
                  <a:lnTo>
                    <a:pt x="2304493" y="769443"/>
                  </a:lnTo>
                  <a:lnTo>
                    <a:pt x="2304442" y="769437"/>
                  </a:lnTo>
                  <a:lnTo>
                    <a:pt x="2304307" y="769452"/>
                  </a:lnTo>
                  <a:lnTo>
                    <a:pt x="2304123" y="769497"/>
                  </a:lnTo>
                  <a:lnTo>
                    <a:pt x="2304112" y="769505"/>
                  </a:lnTo>
                  <a:lnTo>
                    <a:pt x="2303990" y="769584"/>
                  </a:lnTo>
                  <a:lnTo>
                    <a:pt x="2303920" y="769635"/>
                  </a:lnTo>
                  <a:lnTo>
                    <a:pt x="2303675" y="769817"/>
                  </a:lnTo>
                  <a:lnTo>
                    <a:pt x="2303447" y="770053"/>
                  </a:lnTo>
                  <a:lnTo>
                    <a:pt x="2303306" y="770200"/>
                  </a:lnTo>
                  <a:lnTo>
                    <a:pt x="2303308" y="770240"/>
                  </a:lnTo>
                  <a:lnTo>
                    <a:pt x="2303310" y="770273"/>
                  </a:lnTo>
                  <a:lnTo>
                    <a:pt x="2303291" y="770308"/>
                  </a:lnTo>
                  <a:lnTo>
                    <a:pt x="2303254" y="770375"/>
                  </a:lnTo>
                  <a:lnTo>
                    <a:pt x="2303176" y="770468"/>
                  </a:lnTo>
                  <a:lnTo>
                    <a:pt x="2303114" y="770542"/>
                  </a:lnTo>
                  <a:lnTo>
                    <a:pt x="2303017" y="770657"/>
                  </a:lnTo>
                  <a:lnTo>
                    <a:pt x="2302828" y="770796"/>
                  </a:lnTo>
                  <a:lnTo>
                    <a:pt x="2302818" y="770784"/>
                  </a:lnTo>
                  <a:lnTo>
                    <a:pt x="2302727" y="770732"/>
                  </a:lnTo>
                  <a:lnTo>
                    <a:pt x="2302713" y="770724"/>
                  </a:lnTo>
                  <a:lnTo>
                    <a:pt x="2302701" y="770717"/>
                  </a:lnTo>
                  <a:lnTo>
                    <a:pt x="2302638" y="770681"/>
                  </a:lnTo>
                  <a:lnTo>
                    <a:pt x="2302590" y="770674"/>
                  </a:lnTo>
                  <a:lnTo>
                    <a:pt x="2302580" y="770677"/>
                  </a:lnTo>
                  <a:lnTo>
                    <a:pt x="2302559" y="770684"/>
                  </a:lnTo>
                  <a:lnTo>
                    <a:pt x="2302479" y="770709"/>
                  </a:lnTo>
                  <a:lnTo>
                    <a:pt x="2302325" y="770783"/>
                  </a:lnTo>
                  <a:lnTo>
                    <a:pt x="2302222" y="770847"/>
                  </a:lnTo>
                  <a:lnTo>
                    <a:pt x="2302196" y="770864"/>
                  </a:lnTo>
                  <a:lnTo>
                    <a:pt x="2302145" y="770896"/>
                  </a:lnTo>
                  <a:lnTo>
                    <a:pt x="2301969" y="771084"/>
                  </a:lnTo>
                  <a:lnTo>
                    <a:pt x="2301882" y="771249"/>
                  </a:lnTo>
                  <a:lnTo>
                    <a:pt x="2301850" y="771308"/>
                  </a:lnTo>
                  <a:lnTo>
                    <a:pt x="2301759" y="771496"/>
                  </a:lnTo>
                  <a:lnTo>
                    <a:pt x="2301726" y="771564"/>
                  </a:lnTo>
                  <a:lnTo>
                    <a:pt x="2301702" y="771614"/>
                  </a:lnTo>
                  <a:lnTo>
                    <a:pt x="2301702" y="771620"/>
                  </a:lnTo>
                  <a:lnTo>
                    <a:pt x="2301697" y="771691"/>
                  </a:lnTo>
                  <a:lnTo>
                    <a:pt x="2301702" y="771698"/>
                  </a:lnTo>
                  <a:lnTo>
                    <a:pt x="2301742" y="771747"/>
                  </a:lnTo>
                  <a:lnTo>
                    <a:pt x="2301764" y="771774"/>
                  </a:lnTo>
                  <a:lnTo>
                    <a:pt x="2301820" y="771841"/>
                  </a:lnTo>
                  <a:lnTo>
                    <a:pt x="2301898" y="771936"/>
                  </a:lnTo>
                  <a:lnTo>
                    <a:pt x="2301915" y="771935"/>
                  </a:lnTo>
                  <a:lnTo>
                    <a:pt x="2301924" y="771935"/>
                  </a:lnTo>
                  <a:lnTo>
                    <a:pt x="2302016" y="771933"/>
                  </a:lnTo>
                  <a:lnTo>
                    <a:pt x="2302088" y="771931"/>
                  </a:lnTo>
                  <a:lnTo>
                    <a:pt x="2302127" y="771935"/>
                  </a:lnTo>
                  <a:lnTo>
                    <a:pt x="2302244" y="771947"/>
                  </a:lnTo>
                  <a:lnTo>
                    <a:pt x="2302251" y="771970"/>
                  </a:lnTo>
                  <a:lnTo>
                    <a:pt x="2302231" y="772021"/>
                  </a:lnTo>
                  <a:lnTo>
                    <a:pt x="2302199" y="772105"/>
                  </a:lnTo>
                  <a:lnTo>
                    <a:pt x="2302118" y="772317"/>
                  </a:lnTo>
                  <a:lnTo>
                    <a:pt x="2302080" y="772416"/>
                  </a:lnTo>
                  <a:lnTo>
                    <a:pt x="2302023" y="772530"/>
                  </a:lnTo>
                  <a:lnTo>
                    <a:pt x="2302017" y="772540"/>
                  </a:lnTo>
                  <a:lnTo>
                    <a:pt x="2301902" y="772766"/>
                  </a:lnTo>
                  <a:lnTo>
                    <a:pt x="2301882" y="772806"/>
                  </a:lnTo>
                  <a:lnTo>
                    <a:pt x="2301877" y="772816"/>
                  </a:lnTo>
                  <a:lnTo>
                    <a:pt x="2301698" y="773168"/>
                  </a:lnTo>
                  <a:lnTo>
                    <a:pt x="2301085" y="773059"/>
                  </a:lnTo>
                  <a:lnTo>
                    <a:pt x="2301059" y="773054"/>
                  </a:lnTo>
                  <a:lnTo>
                    <a:pt x="2301050" y="773053"/>
                  </a:lnTo>
                  <a:lnTo>
                    <a:pt x="2301016" y="773047"/>
                  </a:lnTo>
                  <a:lnTo>
                    <a:pt x="2300810" y="772992"/>
                  </a:lnTo>
                  <a:lnTo>
                    <a:pt x="2300766" y="773042"/>
                  </a:lnTo>
                  <a:lnTo>
                    <a:pt x="2300753" y="773058"/>
                  </a:lnTo>
                  <a:lnTo>
                    <a:pt x="2300733" y="773080"/>
                  </a:lnTo>
                  <a:lnTo>
                    <a:pt x="2300724" y="773091"/>
                  </a:lnTo>
                  <a:lnTo>
                    <a:pt x="2300775" y="773237"/>
                  </a:lnTo>
                  <a:lnTo>
                    <a:pt x="2300812" y="773227"/>
                  </a:lnTo>
                  <a:lnTo>
                    <a:pt x="2300929" y="773197"/>
                  </a:lnTo>
                  <a:lnTo>
                    <a:pt x="2300947" y="773197"/>
                  </a:lnTo>
                  <a:lnTo>
                    <a:pt x="2301287" y="773210"/>
                  </a:lnTo>
                  <a:lnTo>
                    <a:pt x="2301374" y="773229"/>
                  </a:lnTo>
                  <a:lnTo>
                    <a:pt x="2301383" y="773231"/>
                  </a:lnTo>
                  <a:lnTo>
                    <a:pt x="2301440" y="773243"/>
                  </a:lnTo>
                  <a:lnTo>
                    <a:pt x="2301461" y="773248"/>
                  </a:lnTo>
                  <a:lnTo>
                    <a:pt x="2301639" y="773286"/>
                  </a:lnTo>
                  <a:lnTo>
                    <a:pt x="2301993" y="773436"/>
                  </a:lnTo>
                  <a:lnTo>
                    <a:pt x="2302003" y="773440"/>
                  </a:lnTo>
                  <a:lnTo>
                    <a:pt x="2302015" y="773472"/>
                  </a:lnTo>
                  <a:lnTo>
                    <a:pt x="2301891" y="773984"/>
                  </a:lnTo>
                  <a:lnTo>
                    <a:pt x="2301933" y="773996"/>
                  </a:lnTo>
                  <a:lnTo>
                    <a:pt x="2302165" y="774058"/>
                  </a:lnTo>
                  <a:lnTo>
                    <a:pt x="2302197" y="774067"/>
                  </a:lnTo>
                  <a:lnTo>
                    <a:pt x="2302367" y="774113"/>
                  </a:lnTo>
                  <a:lnTo>
                    <a:pt x="2302424" y="774128"/>
                  </a:lnTo>
                  <a:lnTo>
                    <a:pt x="2302507" y="774151"/>
                  </a:lnTo>
                  <a:lnTo>
                    <a:pt x="2302578" y="774142"/>
                  </a:lnTo>
                  <a:lnTo>
                    <a:pt x="2302596" y="774140"/>
                  </a:lnTo>
                  <a:lnTo>
                    <a:pt x="2302703" y="774001"/>
                  </a:lnTo>
                  <a:lnTo>
                    <a:pt x="2302749" y="773978"/>
                  </a:lnTo>
                  <a:lnTo>
                    <a:pt x="2302790" y="773974"/>
                  </a:lnTo>
                  <a:lnTo>
                    <a:pt x="2302838" y="774009"/>
                  </a:lnTo>
                  <a:lnTo>
                    <a:pt x="2302936" y="774100"/>
                  </a:lnTo>
                  <a:lnTo>
                    <a:pt x="2303047" y="774203"/>
                  </a:lnTo>
                  <a:lnTo>
                    <a:pt x="2303237" y="774278"/>
                  </a:lnTo>
                  <a:lnTo>
                    <a:pt x="2303675" y="774291"/>
                  </a:lnTo>
                  <a:lnTo>
                    <a:pt x="2303836" y="774338"/>
                  </a:lnTo>
                  <a:lnTo>
                    <a:pt x="2303950" y="774450"/>
                  </a:lnTo>
                  <a:lnTo>
                    <a:pt x="2304096" y="774498"/>
                  </a:lnTo>
                  <a:lnTo>
                    <a:pt x="2304379" y="774459"/>
                  </a:lnTo>
                  <a:lnTo>
                    <a:pt x="2304436" y="774535"/>
                  </a:lnTo>
                  <a:lnTo>
                    <a:pt x="2304445" y="774548"/>
                  </a:lnTo>
                  <a:lnTo>
                    <a:pt x="2304392" y="774609"/>
                  </a:lnTo>
                  <a:lnTo>
                    <a:pt x="2304025" y="774744"/>
                  </a:lnTo>
                  <a:lnTo>
                    <a:pt x="2303968" y="774717"/>
                  </a:lnTo>
                  <a:lnTo>
                    <a:pt x="2303949" y="774708"/>
                  </a:lnTo>
                  <a:lnTo>
                    <a:pt x="2303939" y="774704"/>
                  </a:lnTo>
                  <a:lnTo>
                    <a:pt x="2303975" y="774668"/>
                  </a:lnTo>
                  <a:lnTo>
                    <a:pt x="2303994" y="774649"/>
                  </a:lnTo>
                  <a:lnTo>
                    <a:pt x="2303991" y="774637"/>
                  </a:lnTo>
                  <a:lnTo>
                    <a:pt x="2303986" y="774620"/>
                  </a:lnTo>
                  <a:lnTo>
                    <a:pt x="2303969" y="774552"/>
                  </a:lnTo>
                  <a:lnTo>
                    <a:pt x="2303959" y="774513"/>
                  </a:lnTo>
                  <a:lnTo>
                    <a:pt x="2303860" y="774456"/>
                  </a:lnTo>
                  <a:lnTo>
                    <a:pt x="2303789" y="774444"/>
                  </a:lnTo>
                  <a:lnTo>
                    <a:pt x="2303347" y="774463"/>
                  </a:lnTo>
                  <a:lnTo>
                    <a:pt x="2303337" y="774463"/>
                  </a:lnTo>
                  <a:lnTo>
                    <a:pt x="2303204" y="774515"/>
                  </a:lnTo>
                  <a:lnTo>
                    <a:pt x="2302888" y="774641"/>
                  </a:lnTo>
                  <a:lnTo>
                    <a:pt x="2302720" y="774707"/>
                  </a:lnTo>
                  <a:lnTo>
                    <a:pt x="2302712" y="774710"/>
                  </a:lnTo>
                  <a:lnTo>
                    <a:pt x="2302406" y="774831"/>
                  </a:lnTo>
                  <a:lnTo>
                    <a:pt x="2302281" y="774818"/>
                  </a:lnTo>
                  <a:lnTo>
                    <a:pt x="2302044" y="774892"/>
                  </a:lnTo>
                  <a:lnTo>
                    <a:pt x="2301992" y="775083"/>
                  </a:lnTo>
                  <a:lnTo>
                    <a:pt x="2301964" y="775220"/>
                  </a:lnTo>
                  <a:lnTo>
                    <a:pt x="2301948" y="775242"/>
                  </a:lnTo>
                  <a:lnTo>
                    <a:pt x="2301929" y="775271"/>
                  </a:lnTo>
                  <a:lnTo>
                    <a:pt x="2301925" y="775276"/>
                  </a:lnTo>
                  <a:lnTo>
                    <a:pt x="2301879" y="775343"/>
                  </a:lnTo>
                  <a:lnTo>
                    <a:pt x="2301827" y="775419"/>
                  </a:lnTo>
                  <a:lnTo>
                    <a:pt x="2301805" y="775450"/>
                  </a:lnTo>
                  <a:lnTo>
                    <a:pt x="2301800" y="775459"/>
                  </a:lnTo>
                  <a:lnTo>
                    <a:pt x="2301789" y="775463"/>
                  </a:lnTo>
                  <a:lnTo>
                    <a:pt x="2301478" y="775591"/>
                  </a:lnTo>
                  <a:lnTo>
                    <a:pt x="2301437" y="775593"/>
                  </a:lnTo>
                  <a:lnTo>
                    <a:pt x="2301372" y="775562"/>
                  </a:lnTo>
                  <a:lnTo>
                    <a:pt x="2301174" y="775621"/>
                  </a:lnTo>
                  <a:lnTo>
                    <a:pt x="2301020" y="775666"/>
                  </a:lnTo>
                  <a:lnTo>
                    <a:pt x="2300992" y="775674"/>
                  </a:lnTo>
                  <a:lnTo>
                    <a:pt x="2300918" y="775804"/>
                  </a:lnTo>
                  <a:lnTo>
                    <a:pt x="2300969" y="775942"/>
                  </a:lnTo>
                  <a:lnTo>
                    <a:pt x="2300978" y="776063"/>
                  </a:lnTo>
                  <a:lnTo>
                    <a:pt x="2300940" y="776120"/>
                  </a:lnTo>
                  <a:lnTo>
                    <a:pt x="2300827" y="776159"/>
                  </a:lnTo>
                  <a:lnTo>
                    <a:pt x="2300672" y="776135"/>
                  </a:lnTo>
                  <a:lnTo>
                    <a:pt x="2300505" y="775989"/>
                  </a:lnTo>
                  <a:lnTo>
                    <a:pt x="2300435" y="775971"/>
                  </a:lnTo>
                  <a:lnTo>
                    <a:pt x="2300412" y="775983"/>
                  </a:lnTo>
                  <a:lnTo>
                    <a:pt x="2300403" y="775988"/>
                  </a:lnTo>
                  <a:lnTo>
                    <a:pt x="2300398" y="775991"/>
                  </a:lnTo>
                  <a:lnTo>
                    <a:pt x="2300297" y="776192"/>
                  </a:lnTo>
                  <a:lnTo>
                    <a:pt x="2300258" y="776270"/>
                  </a:lnTo>
                  <a:lnTo>
                    <a:pt x="2300259" y="776363"/>
                  </a:lnTo>
                  <a:lnTo>
                    <a:pt x="2300272" y="776395"/>
                  </a:lnTo>
                  <a:lnTo>
                    <a:pt x="2300299" y="776404"/>
                  </a:lnTo>
                  <a:lnTo>
                    <a:pt x="2300389" y="776435"/>
                  </a:lnTo>
                  <a:lnTo>
                    <a:pt x="2300512" y="776510"/>
                  </a:lnTo>
                  <a:lnTo>
                    <a:pt x="2300577" y="776549"/>
                  </a:lnTo>
                  <a:lnTo>
                    <a:pt x="2300540" y="776644"/>
                  </a:lnTo>
                  <a:lnTo>
                    <a:pt x="2300500" y="776672"/>
                  </a:lnTo>
                  <a:lnTo>
                    <a:pt x="2300473" y="776674"/>
                  </a:lnTo>
                  <a:lnTo>
                    <a:pt x="2300287" y="776691"/>
                  </a:lnTo>
                  <a:lnTo>
                    <a:pt x="2300215" y="776697"/>
                  </a:lnTo>
                  <a:lnTo>
                    <a:pt x="2300058" y="776660"/>
                  </a:lnTo>
                  <a:lnTo>
                    <a:pt x="2300047" y="776658"/>
                  </a:lnTo>
                  <a:lnTo>
                    <a:pt x="2300044" y="776651"/>
                  </a:lnTo>
                  <a:lnTo>
                    <a:pt x="2300022" y="776610"/>
                  </a:lnTo>
                  <a:lnTo>
                    <a:pt x="2300006" y="776578"/>
                  </a:lnTo>
                  <a:lnTo>
                    <a:pt x="2299991" y="776548"/>
                  </a:lnTo>
                  <a:lnTo>
                    <a:pt x="2299851" y="776541"/>
                  </a:lnTo>
                  <a:lnTo>
                    <a:pt x="2299754" y="776578"/>
                  </a:lnTo>
                  <a:lnTo>
                    <a:pt x="2299587" y="776700"/>
                  </a:lnTo>
                  <a:lnTo>
                    <a:pt x="2299537" y="776737"/>
                  </a:lnTo>
                  <a:lnTo>
                    <a:pt x="2299449" y="776779"/>
                  </a:lnTo>
                  <a:lnTo>
                    <a:pt x="2299337" y="776783"/>
                  </a:lnTo>
                  <a:lnTo>
                    <a:pt x="2299310" y="776774"/>
                  </a:lnTo>
                  <a:lnTo>
                    <a:pt x="2299280" y="776764"/>
                  </a:lnTo>
                  <a:lnTo>
                    <a:pt x="2299275" y="776762"/>
                  </a:lnTo>
                  <a:lnTo>
                    <a:pt x="2298995" y="776666"/>
                  </a:lnTo>
                  <a:lnTo>
                    <a:pt x="2298787" y="776594"/>
                  </a:lnTo>
                  <a:lnTo>
                    <a:pt x="2298679" y="776534"/>
                  </a:lnTo>
                  <a:lnTo>
                    <a:pt x="2298600" y="776399"/>
                  </a:lnTo>
                  <a:lnTo>
                    <a:pt x="2298641" y="776258"/>
                  </a:lnTo>
                  <a:lnTo>
                    <a:pt x="2298631" y="776254"/>
                  </a:lnTo>
                  <a:lnTo>
                    <a:pt x="2298491" y="776201"/>
                  </a:lnTo>
                  <a:lnTo>
                    <a:pt x="2298458" y="776189"/>
                  </a:lnTo>
                  <a:lnTo>
                    <a:pt x="2298449" y="776185"/>
                  </a:lnTo>
                  <a:lnTo>
                    <a:pt x="2298251" y="776111"/>
                  </a:lnTo>
                  <a:lnTo>
                    <a:pt x="2298227" y="776167"/>
                  </a:lnTo>
                  <a:lnTo>
                    <a:pt x="2298155" y="776343"/>
                  </a:lnTo>
                  <a:lnTo>
                    <a:pt x="2298351" y="777082"/>
                  </a:lnTo>
                  <a:lnTo>
                    <a:pt x="2298377" y="777182"/>
                  </a:lnTo>
                  <a:lnTo>
                    <a:pt x="2298458" y="777488"/>
                  </a:lnTo>
                  <a:lnTo>
                    <a:pt x="2298503" y="777605"/>
                  </a:lnTo>
                  <a:lnTo>
                    <a:pt x="2298750" y="778249"/>
                  </a:lnTo>
                  <a:lnTo>
                    <a:pt x="2298762" y="778282"/>
                  </a:lnTo>
                  <a:lnTo>
                    <a:pt x="2298795" y="778317"/>
                  </a:lnTo>
                  <a:lnTo>
                    <a:pt x="2298847" y="778339"/>
                  </a:lnTo>
                  <a:lnTo>
                    <a:pt x="2298896" y="778359"/>
                  </a:lnTo>
                  <a:lnTo>
                    <a:pt x="2299013" y="778351"/>
                  </a:lnTo>
                  <a:lnTo>
                    <a:pt x="2299027" y="778276"/>
                  </a:lnTo>
                  <a:lnTo>
                    <a:pt x="2299034" y="778243"/>
                  </a:lnTo>
                  <a:lnTo>
                    <a:pt x="2299157" y="778244"/>
                  </a:lnTo>
                  <a:lnTo>
                    <a:pt x="2299317" y="778433"/>
                  </a:lnTo>
                  <a:lnTo>
                    <a:pt x="2299357" y="778480"/>
                  </a:lnTo>
                  <a:lnTo>
                    <a:pt x="2299492" y="778638"/>
                  </a:lnTo>
                  <a:lnTo>
                    <a:pt x="2299538" y="778723"/>
                  </a:lnTo>
                  <a:lnTo>
                    <a:pt x="2299741" y="779092"/>
                  </a:lnTo>
                  <a:lnTo>
                    <a:pt x="2299709" y="779193"/>
                  </a:lnTo>
                  <a:lnTo>
                    <a:pt x="2299640" y="779302"/>
                  </a:lnTo>
                  <a:lnTo>
                    <a:pt x="2299585" y="779381"/>
                  </a:lnTo>
                  <a:lnTo>
                    <a:pt x="2299577" y="779388"/>
                  </a:lnTo>
                  <a:lnTo>
                    <a:pt x="2299472" y="779476"/>
                  </a:lnTo>
                  <a:lnTo>
                    <a:pt x="2299421" y="779428"/>
                  </a:lnTo>
                  <a:lnTo>
                    <a:pt x="2299379" y="779386"/>
                  </a:lnTo>
                  <a:lnTo>
                    <a:pt x="2299340" y="779350"/>
                  </a:lnTo>
                  <a:lnTo>
                    <a:pt x="2299291" y="779302"/>
                  </a:lnTo>
                  <a:lnTo>
                    <a:pt x="2299216" y="779230"/>
                  </a:lnTo>
                  <a:lnTo>
                    <a:pt x="2299197" y="779219"/>
                  </a:lnTo>
                  <a:lnTo>
                    <a:pt x="2299017" y="779121"/>
                  </a:lnTo>
                  <a:lnTo>
                    <a:pt x="2298892" y="779095"/>
                  </a:lnTo>
                  <a:lnTo>
                    <a:pt x="2298722" y="779059"/>
                  </a:lnTo>
                  <a:lnTo>
                    <a:pt x="2298552" y="779024"/>
                  </a:lnTo>
                  <a:lnTo>
                    <a:pt x="2298126" y="778895"/>
                  </a:lnTo>
                  <a:lnTo>
                    <a:pt x="2298121" y="778886"/>
                  </a:lnTo>
                  <a:lnTo>
                    <a:pt x="2298117" y="778878"/>
                  </a:lnTo>
                  <a:lnTo>
                    <a:pt x="2298050" y="778750"/>
                  </a:lnTo>
                  <a:lnTo>
                    <a:pt x="2298019" y="778736"/>
                  </a:lnTo>
                  <a:lnTo>
                    <a:pt x="2297792" y="778629"/>
                  </a:lnTo>
                  <a:lnTo>
                    <a:pt x="2297724" y="778597"/>
                  </a:lnTo>
                  <a:lnTo>
                    <a:pt x="2297379" y="778484"/>
                  </a:lnTo>
                  <a:lnTo>
                    <a:pt x="2297321" y="778503"/>
                  </a:lnTo>
                  <a:lnTo>
                    <a:pt x="2296750" y="778688"/>
                  </a:lnTo>
                  <a:lnTo>
                    <a:pt x="2296158" y="778962"/>
                  </a:lnTo>
                  <a:lnTo>
                    <a:pt x="2295807" y="779124"/>
                  </a:lnTo>
                  <a:lnTo>
                    <a:pt x="2295682" y="779215"/>
                  </a:lnTo>
                  <a:lnTo>
                    <a:pt x="2295666" y="779244"/>
                  </a:lnTo>
                  <a:lnTo>
                    <a:pt x="2295197" y="780102"/>
                  </a:lnTo>
                  <a:lnTo>
                    <a:pt x="2295154" y="780239"/>
                  </a:lnTo>
                  <a:lnTo>
                    <a:pt x="2295129" y="780322"/>
                  </a:lnTo>
                  <a:lnTo>
                    <a:pt x="2295049" y="780698"/>
                  </a:lnTo>
                  <a:lnTo>
                    <a:pt x="2294933" y="781059"/>
                  </a:lnTo>
                  <a:lnTo>
                    <a:pt x="2294923" y="781071"/>
                  </a:lnTo>
                  <a:lnTo>
                    <a:pt x="2294918" y="781077"/>
                  </a:lnTo>
                  <a:lnTo>
                    <a:pt x="2294903" y="781094"/>
                  </a:lnTo>
                  <a:lnTo>
                    <a:pt x="2294872" y="781067"/>
                  </a:lnTo>
                  <a:lnTo>
                    <a:pt x="2294827" y="781029"/>
                  </a:lnTo>
                  <a:lnTo>
                    <a:pt x="2294413" y="780790"/>
                  </a:lnTo>
                  <a:lnTo>
                    <a:pt x="2294146" y="780636"/>
                  </a:lnTo>
                  <a:lnTo>
                    <a:pt x="2294075" y="780600"/>
                  </a:lnTo>
                  <a:lnTo>
                    <a:pt x="2293670" y="780398"/>
                  </a:lnTo>
                  <a:lnTo>
                    <a:pt x="2293659" y="780392"/>
                  </a:lnTo>
                  <a:lnTo>
                    <a:pt x="2293638" y="780382"/>
                  </a:lnTo>
                  <a:lnTo>
                    <a:pt x="2293371" y="780187"/>
                  </a:lnTo>
                  <a:lnTo>
                    <a:pt x="2293355" y="780129"/>
                  </a:lnTo>
                  <a:lnTo>
                    <a:pt x="2293341" y="780079"/>
                  </a:lnTo>
                  <a:lnTo>
                    <a:pt x="2293265" y="779942"/>
                  </a:lnTo>
                  <a:lnTo>
                    <a:pt x="2293258" y="779928"/>
                  </a:lnTo>
                  <a:lnTo>
                    <a:pt x="2292927" y="779670"/>
                  </a:lnTo>
                  <a:lnTo>
                    <a:pt x="2292917" y="779667"/>
                  </a:lnTo>
                  <a:lnTo>
                    <a:pt x="2292698" y="779620"/>
                  </a:lnTo>
                  <a:lnTo>
                    <a:pt x="2292641" y="779608"/>
                  </a:lnTo>
                  <a:lnTo>
                    <a:pt x="2292550" y="779589"/>
                  </a:lnTo>
                  <a:lnTo>
                    <a:pt x="2292536" y="779586"/>
                  </a:lnTo>
                  <a:lnTo>
                    <a:pt x="2292497" y="779577"/>
                  </a:lnTo>
                  <a:lnTo>
                    <a:pt x="2292276" y="779579"/>
                  </a:lnTo>
                  <a:lnTo>
                    <a:pt x="2292222" y="779585"/>
                  </a:lnTo>
                  <a:lnTo>
                    <a:pt x="2291873" y="779794"/>
                  </a:lnTo>
                  <a:lnTo>
                    <a:pt x="2291786" y="779846"/>
                  </a:lnTo>
                  <a:lnTo>
                    <a:pt x="2291791" y="779884"/>
                  </a:lnTo>
                  <a:lnTo>
                    <a:pt x="2291839" y="780263"/>
                  </a:lnTo>
                  <a:lnTo>
                    <a:pt x="2291926" y="780406"/>
                  </a:lnTo>
                  <a:lnTo>
                    <a:pt x="2291998" y="780486"/>
                  </a:lnTo>
                  <a:lnTo>
                    <a:pt x="2292130" y="780563"/>
                  </a:lnTo>
                  <a:lnTo>
                    <a:pt x="2292345" y="780589"/>
                  </a:lnTo>
                  <a:lnTo>
                    <a:pt x="2292477" y="780544"/>
                  </a:lnTo>
                  <a:lnTo>
                    <a:pt x="2292614" y="780949"/>
                  </a:lnTo>
                  <a:lnTo>
                    <a:pt x="2292761" y="781386"/>
                  </a:lnTo>
                  <a:lnTo>
                    <a:pt x="2292837" y="781402"/>
                  </a:lnTo>
                  <a:lnTo>
                    <a:pt x="2292874" y="781410"/>
                  </a:lnTo>
                  <a:lnTo>
                    <a:pt x="2292885" y="781444"/>
                  </a:lnTo>
                  <a:lnTo>
                    <a:pt x="2292968" y="781695"/>
                  </a:lnTo>
                  <a:lnTo>
                    <a:pt x="2292710" y="781859"/>
                  </a:lnTo>
                  <a:lnTo>
                    <a:pt x="2292614" y="781865"/>
                  </a:lnTo>
                  <a:lnTo>
                    <a:pt x="2292594" y="781866"/>
                  </a:lnTo>
                  <a:lnTo>
                    <a:pt x="2292589" y="781853"/>
                  </a:lnTo>
                  <a:lnTo>
                    <a:pt x="2292514" y="781635"/>
                  </a:lnTo>
                  <a:lnTo>
                    <a:pt x="2292392" y="781285"/>
                  </a:lnTo>
                  <a:lnTo>
                    <a:pt x="2292384" y="781262"/>
                  </a:lnTo>
                  <a:lnTo>
                    <a:pt x="2292290" y="781187"/>
                  </a:lnTo>
                  <a:lnTo>
                    <a:pt x="2292064" y="781066"/>
                  </a:lnTo>
                  <a:lnTo>
                    <a:pt x="2292037" y="781051"/>
                  </a:lnTo>
                  <a:lnTo>
                    <a:pt x="2291972" y="781042"/>
                  </a:lnTo>
                  <a:lnTo>
                    <a:pt x="2291818" y="781073"/>
                  </a:lnTo>
                  <a:lnTo>
                    <a:pt x="2291624" y="781142"/>
                  </a:lnTo>
                  <a:lnTo>
                    <a:pt x="2291494" y="781205"/>
                  </a:lnTo>
                  <a:lnTo>
                    <a:pt x="2291432" y="781235"/>
                  </a:lnTo>
                  <a:lnTo>
                    <a:pt x="2291416" y="781234"/>
                  </a:lnTo>
                  <a:lnTo>
                    <a:pt x="2291375" y="781232"/>
                  </a:lnTo>
                  <a:lnTo>
                    <a:pt x="2291307" y="781227"/>
                  </a:lnTo>
                  <a:lnTo>
                    <a:pt x="2291033" y="781166"/>
                  </a:lnTo>
                  <a:lnTo>
                    <a:pt x="2290473" y="780864"/>
                  </a:lnTo>
                  <a:lnTo>
                    <a:pt x="2290447" y="780849"/>
                  </a:lnTo>
                  <a:lnTo>
                    <a:pt x="2290412" y="780830"/>
                  </a:lnTo>
                  <a:lnTo>
                    <a:pt x="2289908" y="780679"/>
                  </a:lnTo>
                  <a:lnTo>
                    <a:pt x="2289423" y="780532"/>
                  </a:lnTo>
                  <a:lnTo>
                    <a:pt x="2289026" y="780433"/>
                  </a:lnTo>
                  <a:lnTo>
                    <a:pt x="2288993" y="780447"/>
                  </a:lnTo>
                  <a:lnTo>
                    <a:pt x="2289009" y="780516"/>
                  </a:lnTo>
                  <a:lnTo>
                    <a:pt x="2289202" y="780962"/>
                  </a:lnTo>
                  <a:lnTo>
                    <a:pt x="2289238" y="781035"/>
                  </a:lnTo>
                  <a:lnTo>
                    <a:pt x="2289355" y="781276"/>
                  </a:lnTo>
                  <a:lnTo>
                    <a:pt x="2289372" y="781291"/>
                  </a:lnTo>
                  <a:lnTo>
                    <a:pt x="2289735" y="781615"/>
                  </a:lnTo>
                  <a:lnTo>
                    <a:pt x="2290060" y="781904"/>
                  </a:lnTo>
                  <a:lnTo>
                    <a:pt x="2290110" y="781935"/>
                  </a:lnTo>
                  <a:lnTo>
                    <a:pt x="2290329" y="782067"/>
                  </a:lnTo>
                  <a:lnTo>
                    <a:pt x="2290561" y="782208"/>
                  </a:lnTo>
                  <a:lnTo>
                    <a:pt x="2290712" y="782299"/>
                  </a:lnTo>
                  <a:lnTo>
                    <a:pt x="2291613" y="782996"/>
                  </a:lnTo>
                  <a:lnTo>
                    <a:pt x="2291549" y="783273"/>
                  </a:lnTo>
                  <a:lnTo>
                    <a:pt x="2291546" y="783368"/>
                  </a:lnTo>
                  <a:lnTo>
                    <a:pt x="2291652" y="784127"/>
                  </a:lnTo>
                  <a:lnTo>
                    <a:pt x="2291778" y="784529"/>
                  </a:lnTo>
                  <a:lnTo>
                    <a:pt x="2291766" y="784541"/>
                  </a:lnTo>
                  <a:lnTo>
                    <a:pt x="2291570" y="784731"/>
                  </a:lnTo>
                  <a:lnTo>
                    <a:pt x="2291307" y="784988"/>
                  </a:lnTo>
                  <a:lnTo>
                    <a:pt x="2291179" y="785070"/>
                  </a:lnTo>
                  <a:lnTo>
                    <a:pt x="2290776" y="785331"/>
                  </a:lnTo>
                  <a:lnTo>
                    <a:pt x="2290660" y="785406"/>
                  </a:lnTo>
                  <a:lnTo>
                    <a:pt x="2290150" y="785785"/>
                  </a:lnTo>
                  <a:lnTo>
                    <a:pt x="2290144" y="785788"/>
                  </a:lnTo>
                  <a:lnTo>
                    <a:pt x="2289985" y="785855"/>
                  </a:lnTo>
                  <a:lnTo>
                    <a:pt x="2289463" y="785600"/>
                  </a:lnTo>
                  <a:lnTo>
                    <a:pt x="2289209" y="785446"/>
                  </a:lnTo>
                  <a:lnTo>
                    <a:pt x="2289197" y="785449"/>
                  </a:lnTo>
                  <a:lnTo>
                    <a:pt x="2289059" y="785492"/>
                  </a:lnTo>
                  <a:lnTo>
                    <a:pt x="2289051" y="785494"/>
                  </a:lnTo>
                  <a:lnTo>
                    <a:pt x="2288845" y="785415"/>
                  </a:lnTo>
                  <a:lnTo>
                    <a:pt x="2288836" y="785411"/>
                  </a:lnTo>
                  <a:lnTo>
                    <a:pt x="2288793" y="785395"/>
                  </a:lnTo>
                  <a:lnTo>
                    <a:pt x="2288739" y="785365"/>
                  </a:lnTo>
                  <a:lnTo>
                    <a:pt x="2288731" y="785358"/>
                  </a:lnTo>
                  <a:lnTo>
                    <a:pt x="2288610" y="785244"/>
                  </a:lnTo>
                  <a:lnTo>
                    <a:pt x="2288596" y="785231"/>
                  </a:lnTo>
                  <a:lnTo>
                    <a:pt x="2288446" y="785062"/>
                  </a:lnTo>
                  <a:lnTo>
                    <a:pt x="2288439" y="785054"/>
                  </a:lnTo>
                  <a:lnTo>
                    <a:pt x="2288429" y="785015"/>
                  </a:lnTo>
                  <a:lnTo>
                    <a:pt x="2288433" y="785010"/>
                  </a:lnTo>
                  <a:lnTo>
                    <a:pt x="2288457" y="784978"/>
                  </a:lnTo>
                  <a:lnTo>
                    <a:pt x="2288484" y="784943"/>
                  </a:lnTo>
                  <a:lnTo>
                    <a:pt x="2288512" y="784906"/>
                  </a:lnTo>
                  <a:lnTo>
                    <a:pt x="2288520" y="784896"/>
                  </a:lnTo>
                  <a:lnTo>
                    <a:pt x="2288548" y="784892"/>
                  </a:lnTo>
                  <a:lnTo>
                    <a:pt x="2288679" y="784876"/>
                  </a:lnTo>
                  <a:lnTo>
                    <a:pt x="2288829" y="784857"/>
                  </a:lnTo>
                  <a:lnTo>
                    <a:pt x="2288848" y="784855"/>
                  </a:lnTo>
                  <a:lnTo>
                    <a:pt x="2288926" y="784829"/>
                  </a:lnTo>
                  <a:lnTo>
                    <a:pt x="2288976" y="784750"/>
                  </a:lnTo>
                  <a:lnTo>
                    <a:pt x="2288965" y="784732"/>
                  </a:lnTo>
                  <a:lnTo>
                    <a:pt x="2288763" y="784379"/>
                  </a:lnTo>
                  <a:lnTo>
                    <a:pt x="2288722" y="784345"/>
                  </a:lnTo>
                  <a:lnTo>
                    <a:pt x="2288714" y="784337"/>
                  </a:lnTo>
                  <a:lnTo>
                    <a:pt x="2288674" y="784305"/>
                  </a:lnTo>
                  <a:lnTo>
                    <a:pt x="2288664" y="784297"/>
                  </a:lnTo>
                  <a:lnTo>
                    <a:pt x="2288612" y="784253"/>
                  </a:lnTo>
                  <a:lnTo>
                    <a:pt x="2288570" y="784249"/>
                  </a:lnTo>
                  <a:lnTo>
                    <a:pt x="2288532" y="784246"/>
                  </a:lnTo>
                  <a:lnTo>
                    <a:pt x="2288493" y="784242"/>
                  </a:lnTo>
                  <a:lnTo>
                    <a:pt x="2288358" y="784229"/>
                  </a:lnTo>
                  <a:lnTo>
                    <a:pt x="2288304" y="784224"/>
                  </a:lnTo>
                  <a:lnTo>
                    <a:pt x="2288266" y="784300"/>
                  </a:lnTo>
                  <a:lnTo>
                    <a:pt x="2288169" y="784356"/>
                  </a:lnTo>
                  <a:lnTo>
                    <a:pt x="2287754" y="784458"/>
                  </a:lnTo>
                  <a:lnTo>
                    <a:pt x="2287665" y="784422"/>
                  </a:lnTo>
                  <a:lnTo>
                    <a:pt x="2287604" y="784397"/>
                  </a:lnTo>
                  <a:lnTo>
                    <a:pt x="2287561" y="784335"/>
                  </a:lnTo>
                  <a:lnTo>
                    <a:pt x="2287523" y="784281"/>
                  </a:lnTo>
                  <a:lnTo>
                    <a:pt x="2287638" y="784215"/>
                  </a:lnTo>
                  <a:lnTo>
                    <a:pt x="2287766" y="784092"/>
                  </a:lnTo>
                  <a:lnTo>
                    <a:pt x="2287563" y="783873"/>
                  </a:lnTo>
                  <a:lnTo>
                    <a:pt x="2287444" y="783743"/>
                  </a:lnTo>
                  <a:lnTo>
                    <a:pt x="2287369" y="783662"/>
                  </a:lnTo>
                  <a:lnTo>
                    <a:pt x="2287173" y="782951"/>
                  </a:lnTo>
                  <a:lnTo>
                    <a:pt x="2287169" y="782936"/>
                  </a:lnTo>
                  <a:lnTo>
                    <a:pt x="2287155" y="782882"/>
                  </a:lnTo>
                  <a:lnTo>
                    <a:pt x="2287187" y="782771"/>
                  </a:lnTo>
                  <a:lnTo>
                    <a:pt x="2287160" y="782693"/>
                  </a:lnTo>
                  <a:lnTo>
                    <a:pt x="2287151" y="782666"/>
                  </a:lnTo>
                  <a:lnTo>
                    <a:pt x="2286984" y="782457"/>
                  </a:lnTo>
                  <a:lnTo>
                    <a:pt x="2286723" y="781981"/>
                  </a:lnTo>
                  <a:lnTo>
                    <a:pt x="2286744" y="781873"/>
                  </a:lnTo>
                  <a:lnTo>
                    <a:pt x="2286748" y="781852"/>
                  </a:lnTo>
                  <a:lnTo>
                    <a:pt x="2286753" y="781828"/>
                  </a:lnTo>
                  <a:lnTo>
                    <a:pt x="2286756" y="781813"/>
                  </a:lnTo>
                  <a:lnTo>
                    <a:pt x="2286761" y="781785"/>
                  </a:lnTo>
                  <a:lnTo>
                    <a:pt x="2286753" y="781673"/>
                  </a:lnTo>
                  <a:lnTo>
                    <a:pt x="2286704" y="781640"/>
                  </a:lnTo>
                  <a:lnTo>
                    <a:pt x="2286594" y="781594"/>
                  </a:lnTo>
                  <a:lnTo>
                    <a:pt x="2286483" y="781548"/>
                  </a:lnTo>
                  <a:lnTo>
                    <a:pt x="2286437" y="781529"/>
                  </a:lnTo>
                  <a:lnTo>
                    <a:pt x="2286425" y="781524"/>
                  </a:lnTo>
                  <a:lnTo>
                    <a:pt x="2286236" y="781445"/>
                  </a:lnTo>
                  <a:lnTo>
                    <a:pt x="2286177" y="781420"/>
                  </a:lnTo>
                  <a:lnTo>
                    <a:pt x="2286161" y="781417"/>
                  </a:lnTo>
                  <a:lnTo>
                    <a:pt x="2285916" y="781369"/>
                  </a:lnTo>
                  <a:lnTo>
                    <a:pt x="2285892" y="781364"/>
                  </a:lnTo>
                  <a:lnTo>
                    <a:pt x="2285808" y="781348"/>
                  </a:lnTo>
                  <a:lnTo>
                    <a:pt x="2285724" y="781331"/>
                  </a:lnTo>
                  <a:lnTo>
                    <a:pt x="2285710" y="781328"/>
                  </a:lnTo>
                  <a:lnTo>
                    <a:pt x="2285702" y="781327"/>
                  </a:lnTo>
                  <a:lnTo>
                    <a:pt x="2285674" y="781288"/>
                  </a:lnTo>
                  <a:lnTo>
                    <a:pt x="2285657" y="781227"/>
                  </a:lnTo>
                  <a:lnTo>
                    <a:pt x="2285640" y="781168"/>
                  </a:lnTo>
                  <a:lnTo>
                    <a:pt x="2285628" y="781155"/>
                  </a:lnTo>
                  <a:lnTo>
                    <a:pt x="2285597" y="781124"/>
                  </a:lnTo>
                  <a:lnTo>
                    <a:pt x="2285562" y="781109"/>
                  </a:lnTo>
                  <a:lnTo>
                    <a:pt x="2285382" y="781033"/>
                  </a:lnTo>
                  <a:lnTo>
                    <a:pt x="2285357" y="781032"/>
                  </a:lnTo>
                  <a:lnTo>
                    <a:pt x="2285220" y="781113"/>
                  </a:lnTo>
                  <a:lnTo>
                    <a:pt x="2285090" y="781162"/>
                  </a:lnTo>
                  <a:lnTo>
                    <a:pt x="2284662" y="781196"/>
                  </a:lnTo>
                  <a:lnTo>
                    <a:pt x="2284535" y="781155"/>
                  </a:lnTo>
                  <a:lnTo>
                    <a:pt x="2284493" y="781128"/>
                  </a:lnTo>
                  <a:lnTo>
                    <a:pt x="2284191" y="780932"/>
                  </a:lnTo>
                  <a:lnTo>
                    <a:pt x="2284140" y="780872"/>
                  </a:lnTo>
                  <a:lnTo>
                    <a:pt x="2284143" y="780851"/>
                  </a:lnTo>
                  <a:lnTo>
                    <a:pt x="2283987" y="780792"/>
                  </a:lnTo>
                  <a:lnTo>
                    <a:pt x="2283817" y="780770"/>
                  </a:lnTo>
                  <a:lnTo>
                    <a:pt x="2283610" y="780798"/>
                  </a:lnTo>
                  <a:lnTo>
                    <a:pt x="2283493" y="780843"/>
                  </a:lnTo>
                  <a:lnTo>
                    <a:pt x="2283443" y="780861"/>
                  </a:lnTo>
                  <a:lnTo>
                    <a:pt x="2283430" y="780872"/>
                  </a:lnTo>
                  <a:lnTo>
                    <a:pt x="2283413" y="780888"/>
                  </a:lnTo>
                  <a:lnTo>
                    <a:pt x="2283373" y="780966"/>
                  </a:lnTo>
                  <a:lnTo>
                    <a:pt x="2283300" y="781112"/>
                  </a:lnTo>
                  <a:lnTo>
                    <a:pt x="2283295" y="781159"/>
                  </a:lnTo>
                  <a:lnTo>
                    <a:pt x="2283292" y="781187"/>
                  </a:lnTo>
                  <a:lnTo>
                    <a:pt x="2283290" y="781201"/>
                  </a:lnTo>
                  <a:lnTo>
                    <a:pt x="2283445" y="781308"/>
                  </a:lnTo>
                  <a:lnTo>
                    <a:pt x="2283608" y="781249"/>
                  </a:lnTo>
                  <a:lnTo>
                    <a:pt x="2283618" y="781245"/>
                  </a:lnTo>
                  <a:lnTo>
                    <a:pt x="2283717" y="781209"/>
                  </a:lnTo>
                  <a:lnTo>
                    <a:pt x="2283742" y="781200"/>
                  </a:lnTo>
                  <a:lnTo>
                    <a:pt x="2283869" y="781153"/>
                  </a:lnTo>
                  <a:lnTo>
                    <a:pt x="2283898" y="781143"/>
                  </a:lnTo>
                  <a:lnTo>
                    <a:pt x="2283906" y="781140"/>
                  </a:lnTo>
                  <a:lnTo>
                    <a:pt x="2284045" y="781089"/>
                  </a:lnTo>
                  <a:lnTo>
                    <a:pt x="2284330" y="781410"/>
                  </a:lnTo>
                  <a:lnTo>
                    <a:pt x="2284369" y="781453"/>
                  </a:lnTo>
                  <a:lnTo>
                    <a:pt x="2284582" y="781775"/>
                  </a:lnTo>
                  <a:lnTo>
                    <a:pt x="2284626" y="781842"/>
                  </a:lnTo>
                  <a:lnTo>
                    <a:pt x="2284744" y="782020"/>
                  </a:lnTo>
                  <a:lnTo>
                    <a:pt x="2284393" y="782336"/>
                  </a:lnTo>
                  <a:lnTo>
                    <a:pt x="2284369" y="782357"/>
                  </a:lnTo>
                  <a:lnTo>
                    <a:pt x="2284300" y="782401"/>
                  </a:lnTo>
                  <a:lnTo>
                    <a:pt x="2284204" y="782463"/>
                  </a:lnTo>
                  <a:lnTo>
                    <a:pt x="2283842" y="782644"/>
                  </a:lnTo>
                  <a:lnTo>
                    <a:pt x="2283522" y="782641"/>
                  </a:lnTo>
                  <a:lnTo>
                    <a:pt x="2283485" y="782641"/>
                  </a:lnTo>
                  <a:lnTo>
                    <a:pt x="2283306" y="782639"/>
                  </a:lnTo>
                  <a:lnTo>
                    <a:pt x="2283301" y="782639"/>
                  </a:lnTo>
                  <a:lnTo>
                    <a:pt x="2283256" y="782638"/>
                  </a:lnTo>
                  <a:lnTo>
                    <a:pt x="2282848" y="782599"/>
                  </a:lnTo>
                  <a:lnTo>
                    <a:pt x="2282783" y="782498"/>
                  </a:lnTo>
                  <a:lnTo>
                    <a:pt x="2282872" y="782392"/>
                  </a:lnTo>
                  <a:lnTo>
                    <a:pt x="2282882" y="782381"/>
                  </a:lnTo>
                  <a:lnTo>
                    <a:pt x="2282917" y="782339"/>
                  </a:lnTo>
                  <a:lnTo>
                    <a:pt x="2283028" y="782099"/>
                  </a:lnTo>
                  <a:lnTo>
                    <a:pt x="2283032" y="782092"/>
                  </a:lnTo>
                  <a:lnTo>
                    <a:pt x="2283048" y="782057"/>
                  </a:lnTo>
                  <a:lnTo>
                    <a:pt x="2283028" y="782030"/>
                  </a:lnTo>
                  <a:lnTo>
                    <a:pt x="2282948" y="781920"/>
                  </a:lnTo>
                  <a:lnTo>
                    <a:pt x="2282942" y="781918"/>
                  </a:lnTo>
                  <a:lnTo>
                    <a:pt x="2282268" y="781732"/>
                  </a:lnTo>
                  <a:lnTo>
                    <a:pt x="2281605" y="781861"/>
                  </a:lnTo>
                  <a:lnTo>
                    <a:pt x="2281589" y="781864"/>
                  </a:lnTo>
                  <a:lnTo>
                    <a:pt x="2281590" y="782195"/>
                  </a:lnTo>
                  <a:lnTo>
                    <a:pt x="2281575" y="782265"/>
                  </a:lnTo>
                  <a:lnTo>
                    <a:pt x="2281479" y="782300"/>
                  </a:lnTo>
                  <a:lnTo>
                    <a:pt x="2281452" y="782295"/>
                  </a:lnTo>
                  <a:lnTo>
                    <a:pt x="2281338" y="782277"/>
                  </a:lnTo>
                  <a:lnTo>
                    <a:pt x="2281310" y="782204"/>
                  </a:lnTo>
                  <a:lnTo>
                    <a:pt x="2281255" y="782062"/>
                  </a:lnTo>
                  <a:lnTo>
                    <a:pt x="2281237" y="782016"/>
                  </a:lnTo>
                  <a:lnTo>
                    <a:pt x="2280973" y="781825"/>
                  </a:lnTo>
                  <a:lnTo>
                    <a:pt x="2280960" y="781826"/>
                  </a:lnTo>
                  <a:lnTo>
                    <a:pt x="2280827" y="781837"/>
                  </a:lnTo>
                  <a:lnTo>
                    <a:pt x="2280766" y="781851"/>
                  </a:lnTo>
                  <a:lnTo>
                    <a:pt x="2280406" y="781934"/>
                  </a:lnTo>
                  <a:lnTo>
                    <a:pt x="2279489" y="782548"/>
                  </a:lnTo>
                  <a:lnTo>
                    <a:pt x="2279445" y="782677"/>
                  </a:lnTo>
                  <a:lnTo>
                    <a:pt x="2279523" y="782689"/>
                  </a:lnTo>
                  <a:lnTo>
                    <a:pt x="2279601" y="782701"/>
                  </a:lnTo>
                  <a:lnTo>
                    <a:pt x="2279646" y="782708"/>
                  </a:lnTo>
                  <a:lnTo>
                    <a:pt x="2279804" y="782732"/>
                  </a:lnTo>
                  <a:lnTo>
                    <a:pt x="2279839" y="782738"/>
                  </a:lnTo>
                  <a:lnTo>
                    <a:pt x="2279863" y="782741"/>
                  </a:lnTo>
                  <a:lnTo>
                    <a:pt x="2279870" y="782742"/>
                  </a:lnTo>
                  <a:lnTo>
                    <a:pt x="2280330" y="782787"/>
                  </a:lnTo>
                  <a:lnTo>
                    <a:pt x="2280624" y="783011"/>
                  </a:lnTo>
                  <a:lnTo>
                    <a:pt x="2280648" y="783029"/>
                  </a:lnTo>
                  <a:lnTo>
                    <a:pt x="2280637" y="783218"/>
                  </a:lnTo>
                  <a:lnTo>
                    <a:pt x="2280581" y="783299"/>
                  </a:lnTo>
                  <a:lnTo>
                    <a:pt x="2280560" y="783473"/>
                  </a:lnTo>
                  <a:lnTo>
                    <a:pt x="2280567" y="783570"/>
                  </a:lnTo>
                  <a:lnTo>
                    <a:pt x="2280812" y="783859"/>
                  </a:lnTo>
                  <a:lnTo>
                    <a:pt x="2280663" y="784121"/>
                  </a:lnTo>
                  <a:lnTo>
                    <a:pt x="2280570" y="784204"/>
                  </a:lnTo>
                  <a:lnTo>
                    <a:pt x="2280476" y="784287"/>
                  </a:lnTo>
                  <a:lnTo>
                    <a:pt x="2280139" y="784588"/>
                  </a:lnTo>
                  <a:lnTo>
                    <a:pt x="2280134" y="784593"/>
                  </a:lnTo>
                  <a:lnTo>
                    <a:pt x="2279807" y="784829"/>
                  </a:lnTo>
                  <a:lnTo>
                    <a:pt x="2279763" y="784649"/>
                  </a:lnTo>
                  <a:lnTo>
                    <a:pt x="2279629" y="784670"/>
                  </a:lnTo>
                  <a:lnTo>
                    <a:pt x="2279603" y="784674"/>
                  </a:lnTo>
                  <a:lnTo>
                    <a:pt x="2279244" y="784809"/>
                  </a:lnTo>
                  <a:lnTo>
                    <a:pt x="2279185" y="784831"/>
                  </a:lnTo>
                  <a:lnTo>
                    <a:pt x="2279065" y="784892"/>
                  </a:lnTo>
                  <a:lnTo>
                    <a:pt x="2278906" y="785056"/>
                  </a:lnTo>
                  <a:lnTo>
                    <a:pt x="2278747" y="785220"/>
                  </a:lnTo>
                  <a:lnTo>
                    <a:pt x="2278700" y="785268"/>
                  </a:lnTo>
                  <a:lnTo>
                    <a:pt x="2278279" y="785426"/>
                  </a:lnTo>
                  <a:lnTo>
                    <a:pt x="2278246" y="785439"/>
                  </a:lnTo>
                  <a:lnTo>
                    <a:pt x="2278255" y="785467"/>
                  </a:lnTo>
                  <a:lnTo>
                    <a:pt x="2278260" y="785482"/>
                  </a:lnTo>
                  <a:lnTo>
                    <a:pt x="2278327" y="785681"/>
                  </a:lnTo>
                  <a:lnTo>
                    <a:pt x="2278354" y="785763"/>
                  </a:lnTo>
                  <a:lnTo>
                    <a:pt x="2278383" y="785850"/>
                  </a:lnTo>
                  <a:lnTo>
                    <a:pt x="2278465" y="786099"/>
                  </a:lnTo>
                  <a:lnTo>
                    <a:pt x="2278499" y="786200"/>
                  </a:lnTo>
                  <a:lnTo>
                    <a:pt x="2278510" y="786233"/>
                  </a:lnTo>
                  <a:lnTo>
                    <a:pt x="2278061" y="786366"/>
                  </a:lnTo>
                  <a:lnTo>
                    <a:pt x="2278071" y="786390"/>
                  </a:lnTo>
                  <a:lnTo>
                    <a:pt x="2278091" y="786436"/>
                  </a:lnTo>
                  <a:lnTo>
                    <a:pt x="2278123" y="786510"/>
                  </a:lnTo>
                  <a:lnTo>
                    <a:pt x="2278295" y="786658"/>
                  </a:lnTo>
                  <a:lnTo>
                    <a:pt x="2278408" y="786628"/>
                  </a:lnTo>
                  <a:lnTo>
                    <a:pt x="2278425" y="786623"/>
                  </a:lnTo>
                  <a:lnTo>
                    <a:pt x="2278565" y="786587"/>
                  </a:lnTo>
                  <a:lnTo>
                    <a:pt x="2278771" y="786494"/>
                  </a:lnTo>
                  <a:lnTo>
                    <a:pt x="2278858" y="786388"/>
                  </a:lnTo>
                  <a:lnTo>
                    <a:pt x="2278917" y="786316"/>
                  </a:lnTo>
                  <a:lnTo>
                    <a:pt x="2279078" y="786196"/>
                  </a:lnTo>
                  <a:lnTo>
                    <a:pt x="2279743" y="785876"/>
                  </a:lnTo>
                  <a:lnTo>
                    <a:pt x="2279902" y="785980"/>
                  </a:lnTo>
                  <a:lnTo>
                    <a:pt x="2279962" y="786020"/>
                  </a:lnTo>
                  <a:lnTo>
                    <a:pt x="2279739" y="786281"/>
                  </a:lnTo>
                  <a:lnTo>
                    <a:pt x="2279710" y="786410"/>
                  </a:lnTo>
                  <a:lnTo>
                    <a:pt x="2279704" y="786436"/>
                  </a:lnTo>
                  <a:lnTo>
                    <a:pt x="2279714" y="786449"/>
                  </a:lnTo>
                  <a:lnTo>
                    <a:pt x="2279752" y="786502"/>
                  </a:lnTo>
                  <a:lnTo>
                    <a:pt x="2279766" y="786520"/>
                  </a:lnTo>
                  <a:lnTo>
                    <a:pt x="2279784" y="786520"/>
                  </a:lnTo>
                  <a:lnTo>
                    <a:pt x="2280420" y="786534"/>
                  </a:lnTo>
                  <a:lnTo>
                    <a:pt x="2280538" y="786482"/>
                  </a:lnTo>
                  <a:lnTo>
                    <a:pt x="2280802" y="786366"/>
                  </a:lnTo>
                  <a:lnTo>
                    <a:pt x="2280890" y="786373"/>
                  </a:lnTo>
                  <a:lnTo>
                    <a:pt x="2280903" y="786374"/>
                  </a:lnTo>
                  <a:lnTo>
                    <a:pt x="2281172" y="786396"/>
                  </a:lnTo>
                  <a:lnTo>
                    <a:pt x="2281183" y="786421"/>
                  </a:lnTo>
                  <a:lnTo>
                    <a:pt x="2281252" y="786574"/>
                  </a:lnTo>
                  <a:lnTo>
                    <a:pt x="2281445" y="786661"/>
                  </a:lnTo>
                  <a:lnTo>
                    <a:pt x="2281497" y="786679"/>
                  </a:lnTo>
                  <a:lnTo>
                    <a:pt x="2281588" y="786709"/>
                  </a:lnTo>
                  <a:lnTo>
                    <a:pt x="2281925" y="786821"/>
                  </a:lnTo>
                  <a:lnTo>
                    <a:pt x="2282013" y="786851"/>
                  </a:lnTo>
                  <a:lnTo>
                    <a:pt x="2282279" y="786940"/>
                  </a:lnTo>
                  <a:lnTo>
                    <a:pt x="2282309" y="786949"/>
                  </a:lnTo>
                  <a:lnTo>
                    <a:pt x="2283079" y="787184"/>
                  </a:lnTo>
                  <a:lnTo>
                    <a:pt x="2283150" y="787220"/>
                  </a:lnTo>
                  <a:lnTo>
                    <a:pt x="2283218" y="787301"/>
                  </a:lnTo>
                  <a:lnTo>
                    <a:pt x="2283228" y="787407"/>
                  </a:lnTo>
                  <a:lnTo>
                    <a:pt x="2283278" y="787926"/>
                  </a:lnTo>
                  <a:lnTo>
                    <a:pt x="2283274" y="787946"/>
                  </a:lnTo>
                  <a:lnTo>
                    <a:pt x="2283266" y="787984"/>
                  </a:lnTo>
                  <a:lnTo>
                    <a:pt x="2283253" y="788042"/>
                  </a:lnTo>
                  <a:lnTo>
                    <a:pt x="2283213" y="788114"/>
                  </a:lnTo>
                  <a:lnTo>
                    <a:pt x="2283205" y="788128"/>
                  </a:lnTo>
                  <a:lnTo>
                    <a:pt x="2283121" y="788280"/>
                  </a:lnTo>
                  <a:lnTo>
                    <a:pt x="2283114" y="788293"/>
                  </a:lnTo>
                  <a:lnTo>
                    <a:pt x="2283094" y="788318"/>
                  </a:lnTo>
                  <a:lnTo>
                    <a:pt x="2283065" y="788355"/>
                  </a:lnTo>
                  <a:lnTo>
                    <a:pt x="2283000" y="788437"/>
                  </a:lnTo>
                  <a:lnTo>
                    <a:pt x="2282895" y="788569"/>
                  </a:lnTo>
                  <a:lnTo>
                    <a:pt x="2282873" y="788609"/>
                  </a:lnTo>
                  <a:lnTo>
                    <a:pt x="2282849" y="788655"/>
                  </a:lnTo>
                  <a:lnTo>
                    <a:pt x="2282829" y="788691"/>
                  </a:lnTo>
                  <a:lnTo>
                    <a:pt x="2282794" y="788755"/>
                  </a:lnTo>
                  <a:lnTo>
                    <a:pt x="2282750" y="788836"/>
                  </a:lnTo>
                  <a:lnTo>
                    <a:pt x="2282747" y="788842"/>
                  </a:lnTo>
                  <a:lnTo>
                    <a:pt x="2282761" y="789019"/>
                  </a:lnTo>
                  <a:lnTo>
                    <a:pt x="2282809" y="789030"/>
                  </a:lnTo>
                  <a:lnTo>
                    <a:pt x="2282827" y="789116"/>
                  </a:lnTo>
                  <a:lnTo>
                    <a:pt x="2282822" y="789137"/>
                  </a:lnTo>
                  <a:lnTo>
                    <a:pt x="2282800" y="789222"/>
                  </a:lnTo>
                  <a:lnTo>
                    <a:pt x="2282678" y="789473"/>
                  </a:lnTo>
                  <a:lnTo>
                    <a:pt x="2282607" y="789579"/>
                  </a:lnTo>
                  <a:lnTo>
                    <a:pt x="2282593" y="789600"/>
                  </a:lnTo>
                  <a:lnTo>
                    <a:pt x="2282308" y="789923"/>
                  </a:lnTo>
                  <a:lnTo>
                    <a:pt x="2282286" y="789942"/>
                  </a:lnTo>
                  <a:lnTo>
                    <a:pt x="2282147" y="790059"/>
                  </a:lnTo>
                  <a:lnTo>
                    <a:pt x="2282129" y="790068"/>
                  </a:lnTo>
                  <a:lnTo>
                    <a:pt x="2282078" y="790095"/>
                  </a:lnTo>
                  <a:lnTo>
                    <a:pt x="2282008" y="790116"/>
                  </a:lnTo>
                  <a:lnTo>
                    <a:pt x="2281976" y="790108"/>
                  </a:lnTo>
                  <a:lnTo>
                    <a:pt x="2281985" y="790078"/>
                  </a:lnTo>
                  <a:lnTo>
                    <a:pt x="2282004" y="790018"/>
                  </a:lnTo>
                  <a:lnTo>
                    <a:pt x="2282007" y="790009"/>
                  </a:lnTo>
                  <a:lnTo>
                    <a:pt x="2281954" y="789933"/>
                  </a:lnTo>
                  <a:lnTo>
                    <a:pt x="2281940" y="789912"/>
                  </a:lnTo>
                  <a:lnTo>
                    <a:pt x="2281923" y="789888"/>
                  </a:lnTo>
                  <a:lnTo>
                    <a:pt x="2281750" y="789639"/>
                  </a:lnTo>
                  <a:lnTo>
                    <a:pt x="2281743" y="789630"/>
                  </a:lnTo>
                  <a:lnTo>
                    <a:pt x="2281526" y="789461"/>
                  </a:lnTo>
                  <a:lnTo>
                    <a:pt x="2281496" y="789438"/>
                  </a:lnTo>
                  <a:lnTo>
                    <a:pt x="2281418" y="789433"/>
                  </a:lnTo>
                  <a:lnTo>
                    <a:pt x="2281116" y="789417"/>
                  </a:lnTo>
                  <a:lnTo>
                    <a:pt x="2281084" y="789457"/>
                  </a:lnTo>
                  <a:lnTo>
                    <a:pt x="2281080" y="789462"/>
                  </a:lnTo>
                  <a:lnTo>
                    <a:pt x="2281060" y="789487"/>
                  </a:lnTo>
                  <a:lnTo>
                    <a:pt x="2281037" y="789517"/>
                  </a:lnTo>
                  <a:lnTo>
                    <a:pt x="2281038" y="789538"/>
                  </a:lnTo>
                  <a:lnTo>
                    <a:pt x="2281040" y="789563"/>
                  </a:lnTo>
                  <a:lnTo>
                    <a:pt x="2281109" y="789663"/>
                  </a:lnTo>
                  <a:lnTo>
                    <a:pt x="2281144" y="789683"/>
                  </a:lnTo>
                  <a:lnTo>
                    <a:pt x="2281190" y="789694"/>
                  </a:lnTo>
                  <a:lnTo>
                    <a:pt x="2281200" y="789678"/>
                  </a:lnTo>
                  <a:lnTo>
                    <a:pt x="2281236" y="789697"/>
                  </a:lnTo>
                  <a:lnTo>
                    <a:pt x="2281249" y="789746"/>
                  </a:lnTo>
                  <a:lnTo>
                    <a:pt x="2281286" y="789887"/>
                  </a:lnTo>
                  <a:lnTo>
                    <a:pt x="2281238" y="789950"/>
                  </a:lnTo>
                  <a:lnTo>
                    <a:pt x="2281195" y="790006"/>
                  </a:lnTo>
                  <a:lnTo>
                    <a:pt x="2281179" y="790027"/>
                  </a:lnTo>
                  <a:lnTo>
                    <a:pt x="2281117" y="790108"/>
                  </a:lnTo>
                  <a:lnTo>
                    <a:pt x="2281084" y="790130"/>
                  </a:lnTo>
                  <a:lnTo>
                    <a:pt x="2281065" y="790124"/>
                  </a:lnTo>
                  <a:lnTo>
                    <a:pt x="2281010" y="790108"/>
                  </a:lnTo>
                  <a:lnTo>
                    <a:pt x="2280928" y="790083"/>
                  </a:lnTo>
                  <a:lnTo>
                    <a:pt x="2280913" y="790084"/>
                  </a:lnTo>
                  <a:lnTo>
                    <a:pt x="2280726" y="790096"/>
                  </a:lnTo>
                  <a:lnTo>
                    <a:pt x="2280640" y="790102"/>
                  </a:lnTo>
                  <a:lnTo>
                    <a:pt x="2280524" y="790141"/>
                  </a:lnTo>
                  <a:lnTo>
                    <a:pt x="2280491" y="790152"/>
                  </a:lnTo>
                  <a:lnTo>
                    <a:pt x="2280434" y="790186"/>
                  </a:lnTo>
                  <a:lnTo>
                    <a:pt x="2280410" y="790200"/>
                  </a:lnTo>
                  <a:lnTo>
                    <a:pt x="2280404" y="790217"/>
                  </a:lnTo>
                  <a:lnTo>
                    <a:pt x="2280396" y="790243"/>
                  </a:lnTo>
                  <a:lnTo>
                    <a:pt x="2280292" y="790253"/>
                  </a:lnTo>
                  <a:lnTo>
                    <a:pt x="2280286" y="790254"/>
                  </a:lnTo>
                  <a:lnTo>
                    <a:pt x="2279846" y="790151"/>
                  </a:lnTo>
                  <a:lnTo>
                    <a:pt x="2279107" y="790093"/>
                  </a:lnTo>
                  <a:lnTo>
                    <a:pt x="2278765" y="790097"/>
                  </a:lnTo>
                  <a:lnTo>
                    <a:pt x="2278628" y="790099"/>
                  </a:lnTo>
                  <a:lnTo>
                    <a:pt x="2278463" y="790123"/>
                  </a:lnTo>
                  <a:lnTo>
                    <a:pt x="2278433" y="790127"/>
                  </a:lnTo>
                  <a:lnTo>
                    <a:pt x="2278320" y="790094"/>
                  </a:lnTo>
                  <a:lnTo>
                    <a:pt x="2278313" y="790092"/>
                  </a:lnTo>
                  <a:lnTo>
                    <a:pt x="2278310" y="790082"/>
                  </a:lnTo>
                  <a:lnTo>
                    <a:pt x="2278303" y="790062"/>
                  </a:lnTo>
                  <a:lnTo>
                    <a:pt x="2278275" y="789974"/>
                  </a:lnTo>
                  <a:lnTo>
                    <a:pt x="2278273" y="789968"/>
                  </a:lnTo>
                  <a:lnTo>
                    <a:pt x="2278175" y="789901"/>
                  </a:lnTo>
                  <a:lnTo>
                    <a:pt x="2277978" y="789765"/>
                  </a:lnTo>
                  <a:lnTo>
                    <a:pt x="2277860" y="789683"/>
                  </a:lnTo>
                  <a:lnTo>
                    <a:pt x="2277729" y="789630"/>
                  </a:lnTo>
                  <a:lnTo>
                    <a:pt x="2277680" y="789619"/>
                  </a:lnTo>
                  <a:lnTo>
                    <a:pt x="2277461" y="789568"/>
                  </a:lnTo>
                  <a:lnTo>
                    <a:pt x="2277364" y="789546"/>
                  </a:lnTo>
                  <a:lnTo>
                    <a:pt x="2277282" y="789527"/>
                  </a:lnTo>
                  <a:lnTo>
                    <a:pt x="2277064" y="789477"/>
                  </a:lnTo>
                  <a:lnTo>
                    <a:pt x="2276774" y="789410"/>
                  </a:lnTo>
                  <a:lnTo>
                    <a:pt x="2276719" y="789398"/>
                  </a:lnTo>
                  <a:lnTo>
                    <a:pt x="2276688" y="789398"/>
                  </a:lnTo>
                  <a:lnTo>
                    <a:pt x="2276287" y="789400"/>
                  </a:lnTo>
                  <a:lnTo>
                    <a:pt x="2276188" y="789402"/>
                  </a:lnTo>
                  <a:lnTo>
                    <a:pt x="2276055" y="789404"/>
                  </a:lnTo>
                  <a:lnTo>
                    <a:pt x="2275932" y="789423"/>
                  </a:lnTo>
                  <a:lnTo>
                    <a:pt x="2275811" y="789495"/>
                  </a:lnTo>
                  <a:lnTo>
                    <a:pt x="2275803" y="789510"/>
                  </a:lnTo>
                  <a:lnTo>
                    <a:pt x="2275633" y="789791"/>
                  </a:lnTo>
                  <a:lnTo>
                    <a:pt x="2275577" y="789974"/>
                  </a:lnTo>
                  <a:lnTo>
                    <a:pt x="2275230" y="790334"/>
                  </a:lnTo>
                  <a:lnTo>
                    <a:pt x="2275190" y="790375"/>
                  </a:lnTo>
                  <a:lnTo>
                    <a:pt x="2275159" y="790408"/>
                  </a:lnTo>
                  <a:lnTo>
                    <a:pt x="2275036" y="790535"/>
                  </a:lnTo>
                  <a:lnTo>
                    <a:pt x="2274924" y="790651"/>
                  </a:lnTo>
                  <a:lnTo>
                    <a:pt x="2274913" y="790663"/>
                  </a:lnTo>
                  <a:lnTo>
                    <a:pt x="2274870" y="790683"/>
                  </a:lnTo>
                  <a:lnTo>
                    <a:pt x="2274651" y="790722"/>
                  </a:lnTo>
                  <a:lnTo>
                    <a:pt x="2274486" y="790752"/>
                  </a:lnTo>
                  <a:lnTo>
                    <a:pt x="2274467" y="790755"/>
                  </a:lnTo>
                  <a:lnTo>
                    <a:pt x="2274389" y="790813"/>
                  </a:lnTo>
                  <a:lnTo>
                    <a:pt x="2274090" y="791030"/>
                  </a:lnTo>
                  <a:lnTo>
                    <a:pt x="2274086" y="791033"/>
                  </a:lnTo>
                  <a:lnTo>
                    <a:pt x="2273952" y="791130"/>
                  </a:lnTo>
                  <a:lnTo>
                    <a:pt x="2273923" y="791217"/>
                  </a:lnTo>
                  <a:lnTo>
                    <a:pt x="2273952" y="791226"/>
                  </a:lnTo>
                  <a:lnTo>
                    <a:pt x="2273983" y="791235"/>
                  </a:lnTo>
                  <a:lnTo>
                    <a:pt x="2273989" y="791274"/>
                  </a:lnTo>
                  <a:lnTo>
                    <a:pt x="2273996" y="791317"/>
                  </a:lnTo>
                  <a:lnTo>
                    <a:pt x="2273999" y="791336"/>
                  </a:lnTo>
                  <a:lnTo>
                    <a:pt x="2273987" y="791476"/>
                  </a:lnTo>
                  <a:lnTo>
                    <a:pt x="2273983" y="791528"/>
                  </a:lnTo>
                  <a:lnTo>
                    <a:pt x="2273942" y="791603"/>
                  </a:lnTo>
                  <a:lnTo>
                    <a:pt x="2273674" y="792100"/>
                  </a:lnTo>
                  <a:lnTo>
                    <a:pt x="2273666" y="792115"/>
                  </a:lnTo>
                  <a:lnTo>
                    <a:pt x="2273598" y="792150"/>
                  </a:lnTo>
                  <a:lnTo>
                    <a:pt x="2273519" y="792163"/>
                  </a:lnTo>
                  <a:lnTo>
                    <a:pt x="2273345" y="792193"/>
                  </a:lnTo>
                  <a:lnTo>
                    <a:pt x="2273286" y="792203"/>
                  </a:lnTo>
                  <a:lnTo>
                    <a:pt x="2272775" y="792289"/>
                  </a:lnTo>
                  <a:lnTo>
                    <a:pt x="2272636" y="792224"/>
                  </a:lnTo>
                  <a:lnTo>
                    <a:pt x="2272176" y="792205"/>
                  </a:lnTo>
                  <a:lnTo>
                    <a:pt x="2272099" y="792224"/>
                  </a:lnTo>
                  <a:lnTo>
                    <a:pt x="2272100" y="792265"/>
                  </a:lnTo>
                  <a:lnTo>
                    <a:pt x="2272028" y="792351"/>
                  </a:lnTo>
                  <a:lnTo>
                    <a:pt x="2271859" y="792436"/>
                  </a:lnTo>
                  <a:lnTo>
                    <a:pt x="2271757" y="792488"/>
                  </a:lnTo>
                  <a:lnTo>
                    <a:pt x="2271632" y="792550"/>
                  </a:lnTo>
                  <a:lnTo>
                    <a:pt x="2271627" y="792553"/>
                  </a:lnTo>
                  <a:lnTo>
                    <a:pt x="2270658" y="792659"/>
                  </a:lnTo>
                  <a:lnTo>
                    <a:pt x="2270632" y="792662"/>
                  </a:lnTo>
                  <a:lnTo>
                    <a:pt x="2270595" y="792655"/>
                  </a:lnTo>
                  <a:lnTo>
                    <a:pt x="2270434" y="792559"/>
                  </a:lnTo>
                  <a:lnTo>
                    <a:pt x="2270336" y="792528"/>
                  </a:lnTo>
                  <a:lnTo>
                    <a:pt x="2270297" y="792515"/>
                  </a:lnTo>
                  <a:lnTo>
                    <a:pt x="2269400" y="792616"/>
                  </a:lnTo>
                  <a:lnTo>
                    <a:pt x="2269052" y="792819"/>
                  </a:lnTo>
                  <a:lnTo>
                    <a:pt x="2269006" y="792846"/>
                  </a:lnTo>
                  <a:lnTo>
                    <a:pt x="2268977" y="792843"/>
                  </a:lnTo>
                  <a:lnTo>
                    <a:pt x="2268856" y="792828"/>
                  </a:lnTo>
                  <a:lnTo>
                    <a:pt x="2268783" y="792819"/>
                  </a:lnTo>
                  <a:lnTo>
                    <a:pt x="2268210" y="792750"/>
                  </a:lnTo>
                  <a:lnTo>
                    <a:pt x="2267800" y="792700"/>
                  </a:lnTo>
                  <a:lnTo>
                    <a:pt x="2267686" y="792667"/>
                  </a:lnTo>
                  <a:lnTo>
                    <a:pt x="2267552" y="792629"/>
                  </a:lnTo>
                  <a:lnTo>
                    <a:pt x="2267373" y="792577"/>
                  </a:lnTo>
                  <a:lnTo>
                    <a:pt x="2267319" y="792562"/>
                  </a:lnTo>
                  <a:lnTo>
                    <a:pt x="2266900" y="792412"/>
                  </a:lnTo>
                  <a:lnTo>
                    <a:pt x="2266401" y="792234"/>
                  </a:lnTo>
                  <a:lnTo>
                    <a:pt x="2266260" y="792184"/>
                  </a:lnTo>
                  <a:lnTo>
                    <a:pt x="2265951" y="792188"/>
                  </a:lnTo>
                  <a:lnTo>
                    <a:pt x="2265819" y="792189"/>
                  </a:lnTo>
                  <a:lnTo>
                    <a:pt x="2265747" y="792190"/>
                  </a:lnTo>
                  <a:lnTo>
                    <a:pt x="2265703" y="792191"/>
                  </a:lnTo>
                  <a:lnTo>
                    <a:pt x="2265137" y="792339"/>
                  </a:lnTo>
                  <a:lnTo>
                    <a:pt x="2265117" y="792344"/>
                  </a:lnTo>
                  <a:lnTo>
                    <a:pt x="2264869" y="792409"/>
                  </a:lnTo>
                  <a:lnTo>
                    <a:pt x="2264695" y="792538"/>
                  </a:lnTo>
                  <a:lnTo>
                    <a:pt x="2264649" y="792573"/>
                  </a:lnTo>
                  <a:lnTo>
                    <a:pt x="2264631" y="792586"/>
                  </a:lnTo>
                  <a:lnTo>
                    <a:pt x="2264549" y="792674"/>
                  </a:lnTo>
                  <a:lnTo>
                    <a:pt x="2264487" y="792740"/>
                  </a:lnTo>
                  <a:lnTo>
                    <a:pt x="2264399" y="792833"/>
                  </a:lnTo>
                  <a:lnTo>
                    <a:pt x="2264357" y="792879"/>
                  </a:lnTo>
                  <a:lnTo>
                    <a:pt x="2264368" y="792964"/>
                  </a:lnTo>
                  <a:lnTo>
                    <a:pt x="2264433" y="793018"/>
                  </a:lnTo>
                  <a:lnTo>
                    <a:pt x="2264452" y="793034"/>
                  </a:lnTo>
                  <a:lnTo>
                    <a:pt x="2264479" y="793093"/>
                  </a:lnTo>
                  <a:lnTo>
                    <a:pt x="2264542" y="793234"/>
                  </a:lnTo>
                  <a:lnTo>
                    <a:pt x="2264521" y="793327"/>
                  </a:lnTo>
                  <a:lnTo>
                    <a:pt x="2264485" y="793349"/>
                  </a:lnTo>
                  <a:lnTo>
                    <a:pt x="2264383" y="793414"/>
                  </a:lnTo>
                  <a:lnTo>
                    <a:pt x="2264270" y="793445"/>
                  </a:lnTo>
                  <a:lnTo>
                    <a:pt x="2264247" y="793451"/>
                  </a:lnTo>
                  <a:lnTo>
                    <a:pt x="2264033" y="793599"/>
                  </a:lnTo>
                  <a:lnTo>
                    <a:pt x="2264012" y="793613"/>
                  </a:lnTo>
                  <a:lnTo>
                    <a:pt x="2263990" y="793628"/>
                  </a:lnTo>
                  <a:lnTo>
                    <a:pt x="2263892" y="793696"/>
                  </a:lnTo>
                  <a:lnTo>
                    <a:pt x="2263885" y="793727"/>
                  </a:lnTo>
                  <a:lnTo>
                    <a:pt x="2263959" y="793819"/>
                  </a:lnTo>
                  <a:lnTo>
                    <a:pt x="2263971" y="793835"/>
                  </a:lnTo>
                  <a:lnTo>
                    <a:pt x="2263970" y="793864"/>
                  </a:lnTo>
                  <a:lnTo>
                    <a:pt x="2263939" y="793894"/>
                  </a:lnTo>
                  <a:lnTo>
                    <a:pt x="2263608" y="793890"/>
                  </a:lnTo>
                  <a:lnTo>
                    <a:pt x="2263587" y="793890"/>
                  </a:lnTo>
                  <a:lnTo>
                    <a:pt x="2263534" y="793889"/>
                  </a:lnTo>
                  <a:lnTo>
                    <a:pt x="2263522" y="793889"/>
                  </a:lnTo>
                  <a:lnTo>
                    <a:pt x="2263308" y="793886"/>
                  </a:lnTo>
                  <a:lnTo>
                    <a:pt x="2263185" y="793770"/>
                  </a:lnTo>
                  <a:lnTo>
                    <a:pt x="2263101" y="793719"/>
                  </a:lnTo>
                  <a:lnTo>
                    <a:pt x="2263054" y="793720"/>
                  </a:lnTo>
                  <a:lnTo>
                    <a:pt x="2262933" y="793724"/>
                  </a:lnTo>
                  <a:lnTo>
                    <a:pt x="2262894" y="793725"/>
                  </a:lnTo>
                  <a:lnTo>
                    <a:pt x="2262798" y="793728"/>
                  </a:lnTo>
                  <a:lnTo>
                    <a:pt x="2262705" y="793759"/>
                  </a:lnTo>
                  <a:lnTo>
                    <a:pt x="2262294" y="793898"/>
                  </a:lnTo>
                  <a:lnTo>
                    <a:pt x="2261910" y="793993"/>
                  </a:lnTo>
                  <a:lnTo>
                    <a:pt x="2261864" y="794000"/>
                  </a:lnTo>
                  <a:lnTo>
                    <a:pt x="2261749" y="794016"/>
                  </a:lnTo>
                  <a:lnTo>
                    <a:pt x="2261443" y="793888"/>
                  </a:lnTo>
                  <a:lnTo>
                    <a:pt x="2261428" y="793881"/>
                  </a:lnTo>
                  <a:lnTo>
                    <a:pt x="2261422" y="793872"/>
                  </a:lnTo>
                  <a:lnTo>
                    <a:pt x="2261406" y="793846"/>
                  </a:lnTo>
                  <a:lnTo>
                    <a:pt x="2261403" y="793825"/>
                  </a:lnTo>
                  <a:lnTo>
                    <a:pt x="2261387" y="793726"/>
                  </a:lnTo>
                  <a:lnTo>
                    <a:pt x="2261379" y="793674"/>
                  </a:lnTo>
                  <a:lnTo>
                    <a:pt x="2261383" y="793662"/>
                  </a:lnTo>
                  <a:lnTo>
                    <a:pt x="2261434" y="793536"/>
                  </a:lnTo>
                  <a:lnTo>
                    <a:pt x="2261501" y="793520"/>
                  </a:lnTo>
                  <a:lnTo>
                    <a:pt x="2261464" y="793475"/>
                  </a:lnTo>
                  <a:lnTo>
                    <a:pt x="2261425" y="793427"/>
                  </a:lnTo>
                  <a:lnTo>
                    <a:pt x="2261295" y="793380"/>
                  </a:lnTo>
                  <a:lnTo>
                    <a:pt x="2261120" y="793317"/>
                  </a:lnTo>
                  <a:lnTo>
                    <a:pt x="2260893" y="793300"/>
                  </a:lnTo>
                  <a:lnTo>
                    <a:pt x="2260822" y="793295"/>
                  </a:lnTo>
                  <a:lnTo>
                    <a:pt x="2260466" y="793268"/>
                  </a:lnTo>
                  <a:lnTo>
                    <a:pt x="2260177" y="793332"/>
                  </a:lnTo>
                  <a:lnTo>
                    <a:pt x="2260055" y="793398"/>
                  </a:lnTo>
                  <a:lnTo>
                    <a:pt x="2259996" y="793498"/>
                  </a:lnTo>
                  <a:lnTo>
                    <a:pt x="2259992" y="793504"/>
                  </a:lnTo>
                  <a:lnTo>
                    <a:pt x="2259835" y="793772"/>
                  </a:lnTo>
                  <a:lnTo>
                    <a:pt x="2259801" y="793829"/>
                  </a:lnTo>
                  <a:lnTo>
                    <a:pt x="2259766" y="793922"/>
                  </a:lnTo>
                  <a:lnTo>
                    <a:pt x="2259726" y="794028"/>
                  </a:lnTo>
                  <a:lnTo>
                    <a:pt x="2259711" y="794067"/>
                  </a:lnTo>
                  <a:lnTo>
                    <a:pt x="2259627" y="794290"/>
                  </a:lnTo>
                  <a:lnTo>
                    <a:pt x="2259571" y="794440"/>
                  </a:lnTo>
                  <a:lnTo>
                    <a:pt x="2259581" y="794498"/>
                  </a:lnTo>
                  <a:lnTo>
                    <a:pt x="2259648" y="794878"/>
                  </a:lnTo>
                  <a:lnTo>
                    <a:pt x="2259707" y="794894"/>
                  </a:lnTo>
                  <a:lnTo>
                    <a:pt x="2259863" y="794674"/>
                  </a:lnTo>
                  <a:lnTo>
                    <a:pt x="2259876" y="794589"/>
                  </a:lnTo>
                  <a:lnTo>
                    <a:pt x="2259880" y="794559"/>
                  </a:lnTo>
                  <a:lnTo>
                    <a:pt x="2259925" y="794463"/>
                  </a:lnTo>
                  <a:lnTo>
                    <a:pt x="2260127" y="794296"/>
                  </a:lnTo>
                  <a:lnTo>
                    <a:pt x="2260567" y="794075"/>
                  </a:lnTo>
                  <a:lnTo>
                    <a:pt x="2261005" y="793934"/>
                  </a:lnTo>
                  <a:lnTo>
                    <a:pt x="2261075" y="793912"/>
                  </a:lnTo>
                  <a:lnTo>
                    <a:pt x="2261190" y="793993"/>
                  </a:lnTo>
                  <a:lnTo>
                    <a:pt x="2261070" y="794234"/>
                  </a:lnTo>
                  <a:lnTo>
                    <a:pt x="2260941" y="794493"/>
                  </a:lnTo>
                  <a:lnTo>
                    <a:pt x="2260880" y="794614"/>
                  </a:lnTo>
                  <a:lnTo>
                    <a:pt x="2260818" y="794738"/>
                  </a:lnTo>
                  <a:lnTo>
                    <a:pt x="2260760" y="794813"/>
                  </a:lnTo>
                  <a:lnTo>
                    <a:pt x="2260705" y="794883"/>
                  </a:lnTo>
                  <a:lnTo>
                    <a:pt x="2260610" y="795005"/>
                  </a:lnTo>
                  <a:lnTo>
                    <a:pt x="2260587" y="795034"/>
                  </a:lnTo>
                  <a:lnTo>
                    <a:pt x="2260496" y="795149"/>
                  </a:lnTo>
                  <a:lnTo>
                    <a:pt x="2260325" y="795368"/>
                  </a:lnTo>
                  <a:lnTo>
                    <a:pt x="2260246" y="795425"/>
                  </a:lnTo>
                  <a:lnTo>
                    <a:pt x="2260102" y="795449"/>
                  </a:lnTo>
                  <a:lnTo>
                    <a:pt x="2259814" y="795566"/>
                  </a:lnTo>
                  <a:lnTo>
                    <a:pt x="2259625" y="795642"/>
                  </a:lnTo>
                  <a:lnTo>
                    <a:pt x="2259607" y="795697"/>
                  </a:lnTo>
                  <a:lnTo>
                    <a:pt x="2259583" y="795767"/>
                  </a:lnTo>
                  <a:lnTo>
                    <a:pt x="2259510" y="795981"/>
                  </a:lnTo>
                  <a:lnTo>
                    <a:pt x="2259491" y="796069"/>
                  </a:lnTo>
                  <a:lnTo>
                    <a:pt x="2259480" y="796119"/>
                  </a:lnTo>
                  <a:lnTo>
                    <a:pt x="2259466" y="796284"/>
                  </a:lnTo>
                  <a:lnTo>
                    <a:pt x="2259463" y="796316"/>
                  </a:lnTo>
                  <a:lnTo>
                    <a:pt x="2259452" y="796451"/>
                  </a:lnTo>
                  <a:lnTo>
                    <a:pt x="2259436" y="796643"/>
                  </a:lnTo>
                  <a:lnTo>
                    <a:pt x="2259390" y="796695"/>
                  </a:lnTo>
                  <a:lnTo>
                    <a:pt x="2259321" y="796774"/>
                  </a:lnTo>
                  <a:lnTo>
                    <a:pt x="2259105" y="797019"/>
                  </a:lnTo>
                  <a:lnTo>
                    <a:pt x="2259089" y="797045"/>
                  </a:lnTo>
                  <a:lnTo>
                    <a:pt x="2258705" y="797625"/>
                  </a:lnTo>
                  <a:lnTo>
                    <a:pt x="2258700" y="797632"/>
                  </a:lnTo>
                  <a:lnTo>
                    <a:pt x="2258693" y="797634"/>
                  </a:lnTo>
                  <a:lnTo>
                    <a:pt x="2258596" y="797660"/>
                  </a:lnTo>
                  <a:lnTo>
                    <a:pt x="2258532" y="797678"/>
                  </a:lnTo>
                  <a:lnTo>
                    <a:pt x="2258473" y="797694"/>
                  </a:lnTo>
                  <a:lnTo>
                    <a:pt x="2258455" y="797699"/>
                  </a:lnTo>
                  <a:lnTo>
                    <a:pt x="2257927" y="797743"/>
                  </a:lnTo>
                  <a:lnTo>
                    <a:pt x="2257732" y="797726"/>
                  </a:lnTo>
                  <a:lnTo>
                    <a:pt x="2257698" y="797723"/>
                  </a:lnTo>
                  <a:lnTo>
                    <a:pt x="2257203" y="797680"/>
                  </a:lnTo>
                  <a:lnTo>
                    <a:pt x="2256802" y="797613"/>
                  </a:lnTo>
                  <a:lnTo>
                    <a:pt x="2256593" y="797555"/>
                  </a:lnTo>
                  <a:lnTo>
                    <a:pt x="2256575" y="797554"/>
                  </a:lnTo>
                  <a:lnTo>
                    <a:pt x="2256522" y="797551"/>
                  </a:lnTo>
                  <a:lnTo>
                    <a:pt x="2256507" y="797550"/>
                  </a:lnTo>
                  <a:lnTo>
                    <a:pt x="2256430" y="797561"/>
                  </a:lnTo>
                  <a:lnTo>
                    <a:pt x="2256310" y="797577"/>
                  </a:lnTo>
                  <a:lnTo>
                    <a:pt x="2256297" y="797582"/>
                  </a:lnTo>
                  <a:lnTo>
                    <a:pt x="2256250" y="797598"/>
                  </a:lnTo>
                  <a:lnTo>
                    <a:pt x="2255801" y="797480"/>
                  </a:lnTo>
                  <a:lnTo>
                    <a:pt x="2255667" y="797392"/>
                  </a:lnTo>
                  <a:lnTo>
                    <a:pt x="2255642" y="797229"/>
                  </a:lnTo>
                  <a:lnTo>
                    <a:pt x="2255642" y="797223"/>
                  </a:lnTo>
                  <a:lnTo>
                    <a:pt x="2255643" y="797207"/>
                  </a:lnTo>
                  <a:lnTo>
                    <a:pt x="2255647" y="796999"/>
                  </a:lnTo>
                  <a:lnTo>
                    <a:pt x="2255651" y="796790"/>
                  </a:lnTo>
                  <a:lnTo>
                    <a:pt x="2255635" y="796680"/>
                  </a:lnTo>
                  <a:lnTo>
                    <a:pt x="2255615" y="796535"/>
                  </a:lnTo>
                  <a:lnTo>
                    <a:pt x="2255611" y="796510"/>
                  </a:lnTo>
                  <a:lnTo>
                    <a:pt x="2255511" y="795817"/>
                  </a:lnTo>
                  <a:lnTo>
                    <a:pt x="2255493" y="795690"/>
                  </a:lnTo>
                  <a:lnTo>
                    <a:pt x="2255453" y="795644"/>
                  </a:lnTo>
                  <a:lnTo>
                    <a:pt x="2255354" y="795527"/>
                  </a:lnTo>
                  <a:lnTo>
                    <a:pt x="2255299" y="795476"/>
                  </a:lnTo>
                  <a:lnTo>
                    <a:pt x="2255192" y="795379"/>
                  </a:lnTo>
                  <a:lnTo>
                    <a:pt x="2255147" y="795338"/>
                  </a:lnTo>
                  <a:lnTo>
                    <a:pt x="2255096" y="795333"/>
                  </a:lnTo>
                  <a:lnTo>
                    <a:pt x="2255014" y="795291"/>
                  </a:lnTo>
                  <a:lnTo>
                    <a:pt x="2254921" y="795244"/>
                  </a:lnTo>
                  <a:lnTo>
                    <a:pt x="2254795" y="795114"/>
                  </a:lnTo>
                  <a:lnTo>
                    <a:pt x="2254709" y="795025"/>
                  </a:lnTo>
                  <a:lnTo>
                    <a:pt x="2254671" y="794985"/>
                  </a:lnTo>
                  <a:lnTo>
                    <a:pt x="2254552" y="794861"/>
                  </a:lnTo>
                  <a:lnTo>
                    <a:pt x="2254520" y="794828"/>
                  </a:lnTo>
                  <a:lnTo>
                    <a:pt x="2254519" y="794821"/>
                  </a:lnTo>
                  <a:lnTo>
                    <a:pt x="2254515" y="794774"/>
                  </a:lnTo>
                  <a:lnTo>
                    <a:pt x="2254514" y="794759"/>
                  </a:lnTo>
                  <a:lnTo>
                    <a:pt x="2254509" y="794694"/>
                  </a:lnTo>
                  <a:lnTo>
                    <a:pt x="2254529" y="794667"/>
                  </a:lnTo>
                  <a:lnTo>
                    <a:pt x="2254573" y="794607"/>
                  </a:lnTo>
                  <a:lnTo>
                    <a:pt x="2254594" y="794579"/>
                  </a:lnTo>
                  <a:lnTo>
                    <a:pt x="2254840" y="794443"/>
                  </a:lnTo>
                  <a:lnTo>
                    <a:pt x="2254847" y="794440"/>
                  </a:lnTo>
                  <a:lnTo>
                    <a:pt x="2254882" y="794420"/>
                  </a:lnTo>
                  <a:lnTo>
                    <a:pt x="2254928" y="794395"/>
                  </a:lnTo>
                  <a:lnTo>
                    <a:pt x="2254971" y="794411"/>
                  </a:lnTo>
                  <a:lnTo>
                    <a:pt x="2255170" y="794488"/>
                  </a:lnTo>
                  <a:lnTo>
                    <a:pt x="2255253" y="794520"/>
                  </a:lnTo>
                  <a:lnTo>
                    <a:pt x="2255372" y="794621"/>
                  </a:lnTo>
                  <a:lnTo>
                    <a:pt x="2255404" y="794633"/>
                  </a:lnTo>
                  <a:lnTo>
                    <a:pt x="2255465" y="794655"/>
                  </a:lnTo>
                  <a:lnTo>
                    <a:pt x="2255504" y="794650"/>
                  </a:lnTo>
                  <a:lnTo>
                    <a:pt x="2255586" y="794640"/>
                  </a:lnTo>
                  <a:lnTo>
                    <a:pt x="2255604" y="794638"/>
                  </a:lnTo>
                  <a:lnTo>
                    <a:pt x="2255705" y="794593"/>
                  </a:lnTo>
                  <a:lnTo>
                    <a:pt x="2255775" y="794525"/>
                  </a:lnTo>
                  <a:lnTo>
                    <a:pt x="2255803" y="794498"/>
                  </a:lnTo>
                  <a:lnTo>
                    <a:pt x="2255829" y="794473"/>
                  </a:lnTo>
                  <a:lnTo>
                    <a:pt x="2255893" y="794410"/>
                  </a:lnTo>
                  <a:lnTo>
                    <a:pt x="2255914" y="794383"/>
                  </a:lnTo>
                  <a:lnTo>
                    <a:pt x="2256015" y="794259"/>
                  </a:lnTo>
                  <a:lnTo>
                    <a:pt x="2256099" y="794101"/>
                  </a:lnTo>
                  <a:lnTo>
                    <a:pt x="2256167" y="793920"/>
                  </a:lnTo>
                  <a:lnTo>
                    <a:pt x="2256169" y="793825"/>
                  </a:lnTo>
                  <a:lnTo>
                    <a:pt x="2256100" y="793771"/>
                  </a:lnTo>
                  <a:lnTo>
                    <a:pt x="2255986" y="793725"/>
                  </a:lnTo>
                  <a:lnTo>
                    <a:pt x="2255838" y="793721"/>
                  </a:lnTo>
                  <a:lnTo>
                    <a:pt x="2255723" y="793752"/>
                  </a:lnTo>
                  <a:lnTo>
                    <a:pt x="2255602" y="793861"/>
                  </a:lnTo>
                  <a:lnTo>
                    <a:pt x="2255511" y="793943"/>
                  </a:lnTo>
                  <a:lnTo>
                    <a:pt x="2255403" y="793890"/>
                  </a:lnTo>
                  <a:lnTo>
                    <a:pt x="2255366" y="793851"/>
                  </a:lnTo>
                  <a:lnTo>
                    <a:pt x="2255392" y="793374"/>
                  </a:lnTo>
                  <a:lnTo>
                    <a:pt x="2255555" y="793117"/>
                  </a:lnTo>
                  <a:lnTo>
                    <a:pt x="2255568" y="793096"/>
                  </a:lnTo>
                  <a:lnTo>
                    <a:pt x="2255638" y="793025"/>
                  </a:lnTo>
                  <a:lnTo>
                    <a:pt x="2255744" y="793102"/>
                  </a:lnTo>
                  <a:lnTo>
                    <a:pt x="2255914" y="792941"/>
                  </a:lnTo>
                  <a:lnTo>
                    <a:pt x="2255879" y="792870"/>
                  </a:lnTo>
                  <a:lnTo>
                    <a:pt x="2255838" y="792789"/>
                  </a:lnTo>
                  <a:lnTo>
                    <a:pt x="2255797" y="792705"/>
                  </a:lnTo>
                  <a:lnTo>
                    <a:pt x="2255746" y="792604"/>
                  </a:lnTo>
                  <a:lnTo>
                    <a:pt x="2255704" y="792590"/>
                  </a:lnTo>
                  <a:lnTo>
                    <a:pt x="2255559" y="792591"/>
                  </a:lnTo>
                  <a:lnTo>
                    <a:pt x="2255543" y="792591"/>
                  </a:lnTo>
                  <a:lnTo>
                    <a:pt x="2255472" y="792711"/>
                  </a:lnTo>
                  <a:lnTo>
                    <a:pt x="2255430" y="792783"/>
                  </a:lnTo>
                  <a:lnTo>
                    <a:pt x="2255337" y="792942"/>
                  </a:lnTo>
                  <a:lnTo>
                    <a:pt x="2255072" y="792833"/>
                  </a:lnTo>
                  <a:lnTo>
                    <a:pt x="2254830" y="792734"/>
                  </a:lnTo>
                  <a:lnTo>
                    <a:pt x="2254766" y="792637"/>
                  </a:lnTo>
                  <a:lnTo>
                    <a:pt x="2254686" y="792519"/>
                  </a:lnTo>
                  <a:lnTo>
                    <a:pt x="2254670" y="792494"/>
                  </a:lnTo>
                  <a:lnTo>
                    <a:pt x="2254644" y="792457"/>
                  </a:lnTo>
                  <a:lnTo>
                    <a:pt x="2254705" y="792067"/>
                  </a:lnTo>
                  <a:lnTo>
                    <a:pt x="2254698" y="791829"/>
                  </a:lnTo>
                  <a:lnTo>
                    <a:pt x="2254693" y="791647"/>
                  </a:lnTo>
                  <a:lnTo>
                    <a:pt x="2254688" y="791475"/>
                  </a:lnTo>
                  <a:lnTo>
                    <a:pt x="2254680" y="791460"/>
                  </a:lnTo>
                  <a:lnTo>
                    <a:pt x="2254611" y="791336"/>
                  </a:lnTo>
                  <a:lnTo>
                    <a:pt x="2254569" y="791262"/>
                  </a:lnTo>
                  <a:lnTo>
                    <a:pt x="2254563" y="791256"/>
                  </a:lnTo>
                  <a:lnTo>
                    <a:pt x="2254469" y="791171"/>
                  </a:lnTo>
                  <a:lnTo>
                    <a:pt x="2254430" y="791079"/>
                  </a:lnTo>
                  <a:lnTo>
                    <a:pt x="2254361" y="790778"/>
                  </a:lnTo>
                  <a:lnTo>
                    <a:pt x="2254352" y="790735"/>
                  </a:lnTo>
                  <a:lnTo>
                    <a:pt x="2254488" y="790384"/>
                  </a:lnTo>
                  <a:lnTo>
                    <a:pt x="2254507" y="790336"/>
                  </a:lnTo>
                  <a:lnTo>
                    <a:pt x="2254627" y="790028"/>
                  </a:lnTo>
                  <a:lnTo>
                    <a:pt x="2254643" y="790012"/>
                  </a:lnTo>
                  <a:lnTo>
                    <a:pt x="2254766" y="789895"/>
                  </a:lnTo>
                  <a:lnTo>
                    <a:pt x="2254877" y="789944"/>
                  </a:lnTo>
                  <a:lnTo>
                    <a:pt x="2254940" y="789946"/>
                  </a:lnTo>
                  <a:lnTo>
                    <a:pt x="2255057" y="789864"/>
                  </a:lnTo>
                  <a:lnTo>
                    <a:pt x="2255145" y="789802"/>
                  </a:lnTo>
                  <a:lnTo>
                    <a:pt x="2255242" y="789734"/>
                  </a:lnTo>
                  <a:lnTo>
                    <a:pt x="2255288" y="789702"/>
                  </a:lnTo>
                  <a:lnTo>
                    <a:pt x="2255241" y="789640"/>
                  </a:lnTo>
                  <a:lnTo>
                    <a:pt x="2255135" y="789501"/>
                  </a:lnTo>
                  <a:lnTo>
                    <a:pt x="2255118" y="789410"/>
                  </a:lnTo>
                  <a:lnTo>
                    <a:pt x="2255082" y="789219"/>
                  </a:lnTo>
                  <a:lnTo>
                    <a:pt x="2255053" y="789060"/>
                  </a:lnTo>
                  <a:lnTo>
                    <a:pt x="2255054" y="788942"/>
                  </a:lnTo>
                  <a:lnTo>
                    <a:pt x="2255055" y="788915"/>
                  </a:lnTo>
                  <a:lnTo>
                    <a:pt x="2255057" y="788726"/>
                  </a:lnTo>
                  <a:lnTo>
                    <a:pt x="2254966" y="788664"/>
                  </a:lnTo>
                  <a:lnTo>
                    <a:pt x="2254957" y="788658"/>
                  </a:lnTo>
                  <a:lnTo>
                    <a:pt x="2254517" y="788456"/>
                  </a:lnTo>
                  <a:lnTo>
                    <a:pt x="2254499" y="788447"/>
                  </a:lnTo>
                  <a:lnTo>
                    <a:pt x="2254416" y="788469"/>
                  </a:lnTo>
                  <a:lnTo>
                    <a:pt x="2254278" y="788505"/>
                  </a:lnTo>
                  <a:lnTo>
                    <a:pt x="2254234" y="788508"/>
                  </a:lnTo>
                  <a:lnTo>
                    <a:pt x="2254134" y="788515"/>
                  </a:lnTo>
                  <a:lnTo>
                    <a:pt x="2253984" y="788524"/>
                  </a:lnTo>
                  <a:lnTo>
                    <a:pt x="2253913" y="788529"/>
                  </a:lnTo>
                  <a:lnTo>
                    <a:pt x="2253514" y="788404"/>
                  </a:lnTo>
                  <a:lnTo>
                    <a:pt x="2253489" y="788382"/>
                  </a:lnTo>
                  <a:lnTo>
                    <a:pt x="2253478" y="788296"/>
                  </a:lnTo>
                  <a:lnTo>
                    <a:pt x="2253402" y="787728"/>
                  </a:lnTo>
                  <a:lnTo>
                    <a:pt x="2253392" y="787656"/>
                  </a:lnTo>
                  <a:lnTo>
                    <a:pt x="2253412" y="787528"/>
                  </a:lnTo>
                  <a:lnTo>
                    <a:pt x="2253413" y="787518"/>
                  </a:lnTo>
                  <a:lnTo>
                    <a:pt x="2253426" y="787478"/>
                  </a:lnTo>
                  <a:lnTo>
                    <a:pt x="2253503" y="787238"/>
                  </a:lnTo>
                  <a:lnTo>
                    <a:pt x="2253505" y="787232"/>
                  </a:lnTo>
                  <a:lnTo>
                    <a:pt x="2253681" y="786888"/>
                  </a:lnTo>
                  <a:lnTo>
                    <a:pt x="2253702" y="786846"/>
                  </a:lnTo>
                  <a:lnTo>
                    <a:pt x="2253781" y="786690"/>
                  </a:lnTo>
                  <a:lnTo>
                    <a:pt x="2253786" y="786680"/>
                  </a:lnTo>
                  <a:lnTo>
                    <a:pt x="2253878" y="786568"/>
                  </a:lnTo>
                  <a:lnTo>
                    <a:pt x="2253991" y="786482"/>
                  </a:lnTo>
                  <a:lnTo>
                    <a:pt x="2254161" y="786422"/>
                  </a:lnTo>
                  <a:lnTo>
                    <a:pt x="2254353" y="786354"/>
                  </a:lnTo>
                  <a:lnTo>
                    <a:pt x="2254596" y="786269"/>
                  </a:lnTo>
                  <a:lnTo>
                    <a:pt x="2254829" y="786225"/>
                  </a:lnTo>
                  <a:lnTo>
                    <a:pt x="2254923" y="786225"/>
                  </a:lnTo>
                  <a:lnTo>
                    <a:pt x="2254960" y="786225"/>
                  </a:lnTo>
                  <a:lnTo>
                    <a:pt x="2255003" y="786211"/>
                  </a:lnTo>
                  <a:lnTo>
                    <a:pt x="2255046" y="786197"/>
                  </a:lnTo>
                  <a:lnTo>
                    <a:pt x="2255046" y="786175"/>
                  </a:lnTo>
                  <a:lnTo>
                    <a:pt x="2255050" y="785648"/>
                  </a:lnTo>
                  <a:lnTo>
                    <a:pt x="2255116" y="785622"/>
                  </a:lnTo>
                  <a:lnTo>
                    <a:pt x="2255838" y="785333"/>
                  </a:lnTo>
                  <a:lnTo>
                    <a:pt x="2255891" y="785312"/>
                  </a:lnTo>
                  <a:lnTo>
                    <a:pt x="2255989" y="785273"/>
                  </a:lnTo>
                  <a:lnTo>
                    <a:pt x="2256338" y="785316"/>
                  </a:lnTo>
                  <a:lnTo>
                    <a:pt x="2256383" y="785352"/>
                  </a:lnTo>
                  <a:lnTo>
                    <a:pt x="2256485" y="785391"/>
                  </a:lnTo>
                  <a:lnTo>
                    <a:pt x="2256499" y="785397"/>
                  </a:lnTo>
                  <a:lnTo>
                    <a:pt x="2256920" y="785522"/>
                  </a:lnTo>
                  <a:lnTo>
                    <a:pt x="2256985" y="785526"/>
                  </a:lnTo>
                  <a:lnTo>
                    <a:pt x="2257065" y="785499"/>
                  </a:lnTo>
                  <a:lnTo>
                    <a:pt x="2257182" y="785397"/>
                  </a:lnTo>
                  <a:lnTo>
                    <a:pt x="2257266" y="785369"/>
                  </a:lnTo>
                  <a:lnTo>
                    <a:pt x="2257468" y="785300"/>
                  </a:lnTo>
                  <a:lnTo>
                    <a:pt x="2257484" y="785295"/>
                  </a:lnTo>
                  <a:lnTo>
                    <a:pt x="2257652" y="785317"/>
                  </a:lnTo>
                  <a:lnTo>
                    <a:pt x="2257872" y="785389"/>
                  </a:lnTo>
                  <a:lnTo>
                    <a:pt x="2258009" y="785484"/>
                  </a:lnTo>
                  <a:lnTo>
                    <a:pt x="2258204" y="785643"/>
                  </a:lnTo>
                  <a:lnTo>
                    <a:pt x="2258376" y="785783"/>
                  </a:lnTo>
                  <a:lnTo>
                    <a:pt x="2258804" y="786133"/>
                  </a:lnTo>
                  <a:lnTo>
                    <a:pt x="2258726" y="786236"/>
                  </a:lnTo>
                  <a:lnTo>
                    <a:pt x="2258690" y="786283"/>
                  </a:lnTo>
                  <a:lnTo>
                    <a:pt x="2258815" y="786351"/>
                  </a:lnTo>
                  <a:lnTo>
                    <a:pt x="2259028" y="786401"/>
                  </a:lnTo>
                  <a:lnTo>
                    <a:pt x="2259439" y="786423"/>
                  </a:lnTo>
                  <a:lnTo>
                    <a:pt x="2259765" y="786374"/>
                  </a:lnTo>
                  <a:lnTo>
                    <a:pt x="2259844" y="786362"/>
                  </a:lnTo>
                  <a:lnTo>
                    <a:pt x="2259925" y="786319"/>
                  </a:lnTo>
                  <a:lnTo>
                    <a:pt x="2259935" y="786305"/>
                  </a:lnTo>
                  <a:lnTo>
                    <a:pt x="2259957" y="786276"/>
                  </a:lnTo>
                  <a:lnTo>
                    <a:pt x="2260108" y="786072"/>
                  </a:lnTo>
                  <a:lnTo>
                    <a:pt x="2260131" y="786040"/>
                  </a:lnTo>
                  <a:lnTo>
                    <a:pt x="2260182" y="785908"/>
                  </a:lnTo>
                  <a:lnTo>
                    <a:pt x="2260172" y="785841"/>
                  </a:lnTo>
                  <a:lnTo>
                    <a:pt x="2260162" y="785830"/>
                  </a:lnTo>
                  <a:lnTo>
                    <a:pt x="2260139" y="785805"/>
                  </a:lnTo>
                  <a:lnTo>
                    <a:pt x="2260131" y="785703"/>
                  </a:lnTo>
                  <a:lnTo>
                    <a:pt x="2260156" y="785629"/>
                  </a:lnTo>
                  <a:lnTo>
                    <a:pt x="2260178" y="785560"/>
                  </a:lnTo>
                  <a:lnTo>
                    <a:pt x="2260208" y="785471"/>
                  </a:lnTo>
                  <a:lnTo>
                    <a:pt x="2260430" y="785324"/>
                  </a:lnTo>
                  <a:lnTo>
                    <a:pt x="2260465" y="785301"/>
                  </a:lnTo>
                  <a:lnTo>
                    <a:pt x="2260631" y="785190"/>
                  </a:lnTo>
                  <a:lnTo>
                    <a:pt x="2260657" y="785197"/>
                  </a:lnTo>
                  <a:lnTo>
                    <a:pt x="2260828" y="785243"/>
                  </a:lnTo>
                  <a:lnTo>
                    <a:pt x="2260991" y="785243"/>
                  </a:lnTo>
                  <a:lnTo>
                    <a:pt x="2261030" y="785243"/>
                  </a:lnTo>
                  <a:lnTo>
                    <a:pt x="2261049" y="785243"/>
                  </a:lnTo>
                  <a:lnTo>
                    <a:pt x="2261119" y="785243"/>
                  </a:lnTo>
                  <a:lnTo>
                    <a:pt x="2261233" y="785243"/>
                  </a:lnTo>
                  <a:lnTo>
                    <a:pt x="2261515" y="785211"/>
                  </a:lnTo>
                  <a:lnTo>
                    <a:pt x="2261614" y="785199"/>
                  </a:lnTo>
                  <a:lnTo>
                    <a:pt x="2261619" y="785196"/>
                  </a:lnTo>
                  <a:lnTo>
                    <a:pt x="2261807" y="785080"/>
                  </a:lnTo>
                  <a:lnTo>
                    <a:pt x="2261876" y="785037"/>
                  </a:lnTo>
                  <a:lnTo>
                    <a:pt x="2262086" y="784837"/>
                  </a:lnTo>
                  <a:lnTo>
                    <a:pt x="2262140" y="784785"/>
                  </a:lnTo>
                  <a:lnTo>
                    <a:pt x="2262266" y="784665"/>
                  </a:lnTo>
                  <a:lnTo>
                    <a:pt x="2262371" y="784471"/>
                  </a:lnTo>
                  <a:lnTo>
                    <a:pt x="2262400" y="784467"/>
                  </a:lnTo>
                  <a:lnTo>
                    <a:pt x="2263241" y="784349"/>
                  </a:lnTo>
                  <a:lnTo>
                    <a:pt x="2263474" y="784349"/>
                  </a:lnTo>
                  <a:lnTo>
                    <a:pt x="2263496" y="784370"/>
                  </a:lnTo>
                  <a:lnTo>
                    <a:pt x="2263635" y="784496"/>
                  </a:lnTo>
                  <a:lnTo>
                    <a:pt x="2263732" y="784584"/>
                  </a:lnTo>
                  <a:lnTo>
                    <a:pt x="2263885" y="784623"/>
                  </a:lnTo>
                  <a:lnTo>
                    <a:pt x="2264019" y="784621"/>
                  </a:lnTo>
                  <a:lnTo>
                    <a:pt x="2264052" y="784613"/>
                  </a:lnTo>
                  <a:lnTo>
                    <a:pt x="2264508" y="784491"/>
                  </a:lnTo>
                  <a:lnTo>
                    <a:pt x="2264529" y="784484"/>
                  </a:lnTo>
                  <a:lnTo>
                    <a:pt x="2264793" y="784389"/>
                  </a:lnTo>
                  <a:lnTo>
                    <a:pt x="2264814" y="784381"/>
                  </a:lnTo>
                  <a:lnTo>
                    <a:pt x="2265297" y="784159"/>
                  </a:lnTo>
                  <a:lnTo>
                    <a:pt x="2265456" y="784061"/>
                  </a:lnTo>
                  <a:lnTo>
                    <a:pt x="2265587" y="783909"/>
                  </a:lnTo>
                  <a:lnTo>
                    <a:pt x="2265578" y="783614"/>
                  </a:lnTo>
                  <a:lnTo>
                    <a:pt x="2265577" y="783603"/>
                  </a:lnTo>
                  <a:lnTo>
                    <a:pt x="2265547" y="783573"/>
                  </a:lnTo>
                  <a:lnTo>
                    <a:pt x="2265481" y="783510"/>
                  </a:lnTo>
                  <a:lnTo>
                    <a:pt x="2265362" y="783301"/>
                  </a:lnTo>
                  <a:lnTo>
                    <a:pt x="2265294" y="783009"/>
                  </a:lnTo>
                  <a:lnTo>
                    <a:pt x="2265287" y="782965"/>
                  </a:lnTo>
                  <a:lnTo>
                    <a:pt x="2265244" y="782650"/>
                  </a:lnTo>
                  <a:lnTo>
                    <a:pt x="2265058" y="782659"/>
                  </a:lnTo>
                  <a:lnTo>
                    <a:pt x="2264664" y="782678"/>
                  </a:lnTo>
                  <a:lnTo>
                    <a:pt x="2264623" y="782687"/>
                  </a:lnTo>
                  <a:lnTo>
                    <a:pt x="2264606" y="782718"/>
                  </a:lnTo>
                  <a:lnTo>
                    <a:pt x="2264577" y="782736"/>
                  </a:lnTo>
                  <a:lnTo>
                    <a:pt x="2264562" y="782745"/>
                  </a:lnTo>
                  <a:lnTo>
                    <a:pt x="2264524" y="782743"/>
                  </a:lnTo>
                  <a:lnTo>
                    <a:pt x="2264513" y="782737"/>
                  </a:lnTo>
                  <a:lnTo>
                    <a:pt x="2264354" y="782641"/>
                  </a:lnTo>
                  <a:lnTo>
                    <a:pt x="2264302" y="782455"/>
                  </a:lnTo>
                  <a:lnTo>
                    <a:pt x="2264295" y="782430"/>
                  </a:lnTo>
                  <a:lnTo>
                    <a:pt x="2264242" y="782240"/>
                  </a:lnTo>
                  <a:lnTo>
                    <a:pt x="2264278" y="782224"/>
                  </a:lnTo>
                  <a:lnTo>
                    <a:pt x="2264412" y="782166"/>
                  </a:lnTo>
                  <a:lnTo>
                    <a:pt x="2264445" y="782152"/>
                  </a:lnTo>
                  <a:lnTo>
                    <a:pt x="2264502" y="782152"/>
                  </a:lnTo>
                  <a:lnTo>
                    <a:pt x="2264589" y="782153"/>
                  </a:lnTo>
                  <a:lnTo>
                    <a:pt x="2264597" y="782153"/>
                  </a:lnTo>
                  <a:lnTo>
                    <a:pt x="2264633" y="782125"/>
                  </a:lnTo>
                  <a:lnTo>
                    <a:pt x="2264937" y="781833"/>
                  </a:lnTo>
                  <a:lnTo>
                    <a:pt x="2264979" y="781770"/>
                  </a:lnTo>
                  <a:lnTo>
                    <a:pt x="2265121" y="781421"/>
                  </a:lnTo>
                  <a:lnTo>
                    <a:pt x="2265334" y="781316"/>
                  </a:lnTo>
                  <a:lnTo>
                    <a:pt x="2265395" y="781285"/>
                  </a:lnTo>
                  <a:lnTo>
                    <a:pt x="2265463" y="781192"/>
                  </a:lnTo>
                  <a:lnTo>
                    <a:pt x="2265475" y="781177"/>
                  </a:lnTo>
                  <a:lnTo>
                    <a:pt x="2265567" y="781051"/>
                  </a:lnTo>
                  <a:lnTo>
                    <a:pt x="2265591" y="780989"/>
                  </a:lnTo>
                  <a:lnTo>
                    <a:pt x="2265513" y="780871"/>
                  </a:lnTo>
                  <a:lnTo>
                    <a:pt x="2265506" y="780861"/>
                  </a:lnTo>
                  <a:lnTo>
                    <a:pt x="2265468" y="780857"/>
                  </a:lnTo>
                  <a:lnTo>
                    <a:pt x="2265414" y="780850"/>
                  </a:lnTo>
                  <a:lnTo>
                    <a:pt x="2265390" y="780837"/>
                  </a:lnTo>
                  <a:lnTo>
                    <a:pt x="2265366" y="780823"/>
                  </a:lnTo>
                  <a:lnTo>
                    <a:pt x="2265323" y="780800"/>
                  </a:lnTo>
                  <a:lnTo>
                    <a:pt x="2265390" y="780718"/>
                  </a:lnTo>
                  <a:lnTo>
                    <a:pt x="2265577" y="780488"/>
                  </a:lnTo>
                  <a:lnTo>
                    <a:pt x="2265599" y="780475"/>
                  </a:lnTo>
                  <a:lnTo>
                    <a:pt x="2265667" y="780439"/>
                  </a:lnTo>
                  <a:lnTo>
                    <a:pt x="2265676" y="780434"/>
                  </a:lnTo>
                  <a:lnTo>
                    <a:pt x="2265688" y="780434"/>
                  </a:lnTo>
                  <a:lnTo>
                    <a:pt x="2265765" y="780433"/>
                  </a:lnTo>
                  <a:lnTo>
                    <a:pt x="2266173" y="780493"/>
                  </a:lnTo>
                  <a:lnTo>
                    <a:pt x="2266269" y="780543"/>
                  </a:lnTo>
                  <a:lnTo>
                    <a:pt x="2266283" y="780549"/>
                  </a:lnTo>
                  <a:lnTo>
                    <a:pt x="2266292" y="780546"/>
                  </a:lnTo>
                  <a:lnTo>
                    <a:pt x="2266369" y="780518"/>
                  </a:lnTo>
                  <a:lnTo>
                    <a:pt x="2266452" y="780463"/>
                  </a:lnTo>
                  <a:lnTo>
                    <a:pt x="2266615" y="780298"/>
                  </a:lnTo>
                  <a:lnTo>
                    <a:pt x="2266695" y="780144"/>
                  </a:lnTo>
                  <a:lnTo>
                    <a:pt x="2266722" y="780028"/>
                  </a:lnTo>
                  <a:lnTo>
                    <a:pt x="2266724" y="779903"/>
                  </a:lnTo>
                  <a:lnTo>
                    <a:pt x="2266668" y="779797"/>
                  </a:lnTo>
                  <a:lnTo>
                    <a:pt x="2266680" y="779765"/>
                  </a:lnTo>
                  <a:lnTo>
                    <a:pt x="2266705" y="779737"/>
                  </a:lnTo>
                  <a:lnTo>
                    <a:pt x="2266808" y="779624"/>
                  </a:lnTo>
                  <a:lnTo>
                    <a:pt x="2266872" y="779594"/>
                  </a:lnTo>
                  <a:lnTo>
                    <a:pt x="2266885" y="779589"/>
                  </a:lnTo>
                  <a:lnTo>
                    <a:pt x="2266915" y="779574"/>
                  </a:lnTo>
                  <a:lnTo>
                    <a:pt x="2267007" y="779532"/>
                  </a:lnTo>
                  <a:lnTo>
                    <a:pt x="2267091" y="779541"/>
                  </a:lnTo>
                  <a:lnTo>
                    <a:pt x="2267172" y="779551"/>
                  </a:lnTo>
                  <a:lnTo>
                    <a:pt x="2267206" y="779587"/>
                  </a:lnTo>
                  <a:lnTo>
                    <a:pt x="2267232" y="779614"/>
                  </a:lnTo>
                  <a:lnTo>
                    <a:pt x="2267238" y="779660"/>
                  </a:lnTo>
                  <a:lnTo>
                    <a:pt x="2267274" y="779899"/>
                  </a:lnTo>
                  <a:lnTo>
                    <a:pt x="2267306" y="779993"/>
                  </a:lnTo>
                  <a:lnTo>
                    <a:pt x="2267643" y="780312"/>
                  </a:lnTo>
                  <a:lnTo>
                    <a:pt x="2267773" y="780434"/>
                  </a:lnTo>
                  <a:lnTo>
                    <a:pt x="2267850" y="780483"/>
                  </a:lnTo>
                  <a:lnTo>
                    <a:pt x="2267985" y="780568"/>
                  </a:lnTo>
                  <a:lnTo>
                    <a:pt x="2268049" y="780597"/>
                  </a:lnTo>
                  <a:lnTo>
                    <a:pt x="2268220" y="780673"/>
                  </a:lnTo>
                  <a:lnTo>
                    <a:pt x="2268452" y="780807"/>
                  </a:lnTo>
                  <a:lnTo>
                    <a:pt x="2268537" y="780856"/>
                  </a:lnTo>
                  <a:lnTo>
                    <a:pt x="2268564" y="780930"/>
                  </a:lnTo>
                  <a:lnTo>
                    <a:pt x="2268546" y="780959"/>
                  </a:lnTo>
                  <a:lnTo>
                    <a:pt x="2268517" y="781007"/>
                  </a:lnTo>
                  <a:lnTo>
                    <a:pt x="2268499" y="781021"/>
                  </a:lnTo>
                  <a:lnTo>
                    <a:pt x="2268478" y="781037"/>
                  </a:lnTo>
                  <a:lnTo>
                    <a:pt x="2268474" y="781076"/>
                  </a:lnTo>
                  <a:lnTo>
                    <a:pt x="2268470" y="781112"/>
                  </a:lnTo>
                  <a:lnTo>
                    <a:pt x="2268502" y="781221"/>
                  </a:lnTo>
                  <a:lnTo>
                    <a:pt x="2268512" y="781255"/>
                  </a:lnTo>
                  <a:lnTo>
                    <a:pt x="2268543" y="781357"/>
                  </a:lnTo>
                  <a:lnTo>
                    <a:pt x="2268552" y="781388"/>
                  </a:lnTo>
                  <a:lnTo>
                    <a:pt x="2269479" y="781568"/>
                  </a:lnTo>
                  <a:lnTo>
                    <a:pt x="2269663" y="781604"/>
                  </a:lnTo>
                  <a:lnTo>
                    <a:pt x="2269682" y="781550"/>
                  </a:lnTo>
                  <a:lnTo>
                    <a:pt x="2269691" y="781545"/>
                  </a:lnTo>
                  <a:lnTo>
                    <a:pt x="2269744" y="781520"/>
                  </a:lnTo>
                  <a:lnTo>
                    <a:pt x="2269763" y="781511"/>
                  </a:lnTo>
                  <a:lnTo>
                    <a:pt x="2269986" y="781404"/>
                  </a:lnTo>
                  <a:lnTo>
                    <a:pt x="2270005" y="781400"/>
                  </a:lnTo>
                  <a:lnTo>
                    <a:pt x="2270081" y="781384"/>
                  </a:lnTo>
                  <a:lnTo>
                    <a:pt x="2270287" y="781342"/>
                  </a:lnTo>
                  <a:lnTo>
                    <a:pt x="2270585" y="781302"/>
                  </a:lnTo>
                  <a:lnTo>
                    <a:pt x="2270992" y="781249"/>
                  </a:lnTo>
                  <a:lnTo>
                    <a:pt x="2271010" y="781339"/>
                  </a:lnTo>
                  <a:lnTo>
                    <a:pt x="2271024" y="781864"/>
                  </a:lnTo>
                  <a:lnTo>
                    <a:pt x="2271122" y="781837"/>
                  </a:lnTo>
                  <a:lnTo>
                    <a:pt x="2271852" y="781631"/>
                  </a:lnTo>
                  <a:lnTo>
                    <a:pt x="2272029" y="781581"/>
                  </a:lnTo>
                  <a:lnTo>
                    <a:pt x="2272122" y="781555"/>
                  </a:lnTo>
                  <a:lnTo>
                    <a:pt x="2272168" y="781543"/>
                  </a:lnTo>
                  <a:lnTo>
                    <a:pt x="2272667" y="781371"/>
                  </a:lnTo>
                  <a:lnTo>
                    <a:pt x="2272765" y="781338"/>
                  </a:lnTo>
                  <a:lnTo>
                    <a:pt x="2272807" y="781323"/>
                  </a:lnTo>
                  <a:lnTo>
                    <a:pt x="2272862" y="781304"/>
                  </a:lnTo>
                  <a:lnTo>
                    <a:pt x="2272911" y="781281"/>
                  </a:lnTo>
                  <a:lnTo>
                    <a:pt x="2272968" y="781254"/>
                  </a:lnTo>
                  <a:lnTo>
                    <a:pt x="2273114" y="781184"/>
                  </a:lnTo>
                  <a:lnTo>
                    <a:pt x="2273311" y="781089"/>
                  </a:lnTo>
                  <a:lnTo>
                    <a:pt x="2273447" y="781003"/>
                  </a:lnTo>
                  <a:lnTo>
                    <a:pt x="2273481" y="780982"/>
                  </a:lnTo>
                  <a:lnTo>
                    <a:pt x="2273576" y="780922"/>
                  </a:lnTo>
                  <a:lnTo>
                    <a:pt x="2273603" y="780905"/>
                  </a:lnTo>
                  <a:lnTo>
                    <a:pt x="2273610" y="780872"/>
                  </a:lnTo>
                  <a:lnTo>
                    <a:pt x="2273618" y="780832"/>
                  </a:lnTo>
                  <a:lnTo>
                    <a:pt x="2273717" y="780741"/>
                  </a:lnTo>
                  <a:lnTo>
                    <a:pt x="2273862" y="780629"/>
                  </a:lnTo>
                  <a:lnTo>
                    <a:pt x="2273956" y="780557"/>
                  </a:lnTo>
                  <a:lnTo>
                    <a:pt x="2274068" y="780470"/>
                  </a:lnTo>
                  <a:lnTo>
                    <a:pt x="2274107" y="780440"/>
                  </a:lnTo>
                  <a:lnTo>
                    <a:pt x="2274273" y="780312"/>
                  </a:lnTo>
                  <a:lnTo>
                    <a:pt x="2274284" y="780304"/>
                  </a:lnTo>
                  <a:lnTo>
                    <a:pt x="2274324" y="780273"/>
                  </a:lnTo>
                  <a:lnTo>
                    <a:pt x="2274434" y="780188"/>
                  </a:lnTo>
                  <a:lnTo>
                    <a:pt x="2274541" y="780132"/>
                  </a:lnTo>
                  <a:lnTo>
                    <a:pt x="2274669" y="780066"/>
                  </a:lnTo>
                  <a:lnTo>
                    <a:pt x="2275102" y="779841"/>
                  </a:lnTo>
                  <a:lnTo>
                    <a:pt x="2275137" y="779823"/>
                  </a:lnTo>
                  <a:lnTo>
                    <a:pt x="2275504" y="779632"/>
                  </a:lnTo>
                  <a:lnTo>
                    <a:pt x="2275804" y="779510"/>
                  </a:lnTo>
                  <a:lnTo>
                    <a:pt x="2276170" y="779490"/>
                  </a:lnTo>
                  <a:lnTo>
                    <a:pt x="2276198" y="779485"/>
                  </a:lnTo>
                  <a:lnTo>
                    <a:pt x="2276403" y="779450"/>
                  </a:lnTo>
                  <a:lnTo>
                    <a:pt x="2276702" y="779400"/>
                  </a:lnTo>
                  <a:lnTo>
                    <a:pt x="2276922" y="779363"/>
                  </a:lnTo>
                  <a:lnTo>
                    <a:pt x="2277135" y="779327"/>
                  </a:lnTo>
                  <a:lnTo>
                    <a:pt x="2277580" y="779101"/>
                  </a:lnTo>
                  <a:lnTo>
                    <a:pt x="2277986" y="778894"/>
                  </a:lnTo>
                  <a:lnTo>
                    <a:pt x="2278087" y="778852"/>
                  </a:lnTo>
                  <a:lnTo>
                    <a:pt x="2278174" y="778817"/>
                  </a:lnTo>
                  <a:lnTo>
                    <a:pt x="2278451" y="778703"/>
                  </a:lnTo>
                  <a:lnTo>
                    <a:pt x="2278510" y="778696"/>
                  </a:lnTo>
                  <a:lnTo>
                    <a:pt x="2278523" y="778702"/>
                  </a:lnTo>
                  <a:lnTo>
                    <a:pt x="2278616" y="778748"/>
                  </a:lnTo>
                  <a:lnTo>
                    <a:pt x="2278756" y="778816"/>
                  </a:lnTo>
                  <a:lnTo>
                    <a:pt x="2278829" y="778837"/>
                  </a:lnTo>
                  <a:lnTo>
                    <a:pt x="2278858" y="778845"/>
                  </a:lnTo>
                  <a:lnTo>
                    <a:pt x="2278977" y="778811"/>
                  </a:lnTo>
                  <a:lnTo>
                    <a:pt x="2278991" y="778807"/>
                  </a:lnTo>
                  <a:lnTo>
                    <a:pt x="2279456" y="778600"/>
                  </a:lnTo>
                  <a:lnTo>
                    <a:pt x="2279245" y="778271"/>
                  </a:lnTo>
                  <a:lnTo>
                    <a:pt x="2279215" y="778224"/>
                  </a:lnTo>
                  <a:lnTo>
                    <a:pt x="2279228" y="778220"/>
                  </a:lnTo>
                  <a:lnTo>
                    <a:pt x="2279649" y="778084"/>
                  </a:lnTo>
                  <a:lnTo>
                    <a:pt x="2279676" y="778066"/>
                  </a:lnTo>
                  <a:lnTo>
                    <a:pt x="2279894" y="777929"/>
                  </a:lnTo>
                  <a:lnTo>
                    <a:pt x="2279922" y="777911"/>
                  </a:lnTo>
                  <a:lnTo>
                    <a:pt x="2279985" y="777872"/>
                  </a:lnTo>
                  <a:lnTo>
                    <a:pt x="2279992" y="777867"/>
                  </a:lnTo>
                  <a:lnTo>
                    <a:pt x="2280206" y="777733"/>
                  </a:lnTo>
                  <a:lnTo>
                    <a:pt x="2280577" y="778169"/>
                  </a:lnTo>
                  <a:lnTo>
                    <a:pt x="2280885" y="777950"/>
                  </a:lnTo>
                  <a:lnTo>
                    <a:pt x="2280893" y="777945"/>
                  </a:lnTo>
                  <a:lnTo>
                    <a:pt x="2281154" y="777671"/>
                  </a:lnTo>
                  <a:lnTo>
                    <a:pt x="2281260" y="777560"/>
                  </a:lnTo>
                  <a:lnTo>
                    <a:pt x="2281420" y="777338"/>
                  </a:lnTo>
                  <a:lnTo>
                    <a:pt x="2281629" y="777050"/>
                  </a:lnTo>
                  <a:lnTo>
                    <a:pt x="2281697" y="776991"/>
                  </a:lnTo>
                  <a:lnTo>
                    <a:pt x="2281802" y="776898"/>
                  </a:lnTo>
                  <a:lnTo>
                    <a:pt x="2281806" y="776895"/>
                  </a:lnTo>
                  <a:lnTo>
                    <a:pt x="2281850" y="776856"/>
                  </a:lnTo>
                  <a:lnTo>
                    <a:pt x="2281874" y="776774"/>
                  </a:lnTo>
                  <a:lnTo>
                    <a:pt x="2281730" y="776137"/>
                  </a:lnTo>
                  <a:lnTo>
                    <a:pt x="2281425" y="776060"/>
                  </a:lnTo>
                  <a:lnTo>
                    <a:pt x="2281401" y="776053"/>
                  </a:lnTo>
                  <a:lnTo>
                    <a:pt x="2281404" y="776034"/>
                  </a:lnTo>
                  <a:lnTo>
                    <a:pt x="2281427" y="775875"/>
                  </a:lnTo>
                  <a:lnTo>
                    <a:pt x="2281441" y="775777"/>
                  </a:lnTo>
                  <a:lnTo>
                    <a:pt x="2281693" y="775712"/>
                  </a:lnTo>
                  <a:lnTo>
                    <a:pt x="2281732" y="775702"/>
                  </a:lnTo>
                  <a:lnTo>
                    <a:pt x="2281714" y="775675"/>
                  </a:lnTo>
                  <a:lnTo>
                    <a:pt x="2281610" y="775513"/>
                  </a:lnTo>
                  <a:lnTo>
                    <a:pt x="2281565" y="775442"/>
                  </a:lnTo>
                  <a:lnTo>
                    <a:pt x="2281551" y="775420"/>
                  </a:lnTo>
                  <a:lnTo>
                    <a:pt x="2281548" y="775415"/>
                  </a:lnTo>
                  <a:lnTo>
                    <a:pt x="2281508" y="775352"/>
                  </a:lnTo>
                  <a:lnTo>
                    <a:pt x="2281460" y="775278"/>
                  </a:lnTo>
                  <a:lnTo>
                    <a:pt x="2281431" y="775266"/>
                  </a:lnTo>
                  <a:lnTo>
                    <a:pt x="2281374" y="775245"/>
                  </a:lnTo>
                  <a:lnTo>
                    <a:pt x="2281149" y="775160"/>
                  </a:lnTo>
                  <a:lnTo>
                    <a:pt x="2281112" y="775146"/>
                  </a:lnTo>
                  <a:lnTo>
                    <a:pt x="2281086" y="775136"/>
                  </a:lnTo>
                  <a:lnTo>
                    <a:pt x="2280953" y="775085"/>
                  </a:lnTo>
                  <a:lnTo>
                    <a:pt x="2280931" y="775077"/>
                  </a:lnTo>
                  <a:lnTo>
                    <a:pt x="2280704" y="774858"/>
                  </a:lnTo>
                  <a:lnTo>
                    <a:pt x="2280697" y="774851"/>
                  </a:lnTo>
                  <a:lnTo>
                    <a:pt x="2280667" y="774822"/>
                  </a:lnTo>
                  <a:lnTo>
                    <a:pt x="2280372" y="774742"/>
                  </a:lnTo>
                  <a:lnTo>
                    <a:pt x="2280349" y="774748"/>
                  </a:lnTo>
                  <a:lnTo>
                    <a:pt x="2280314" y="774757"/>
                  </a:lnTo>
                  <a:lnTo>
                    <a:pt x="2280053" y="774480"/>
                  </a:lnTo>
                  <a:lnTo>
                    <a:pt x="2279767" y="774176"/>
                  </a:lnTo>
                  <a:lnTo>
                    <a:pt x="2279585" y="773854"/>
                  </a:lnTo>
                  <a:lnTo>
                    <a:pt x="2279345" y="773733"/>
                  </a:lnTo>
                  <a:lnTo>
                    <a:pt x="2279218" y="773815"/>
                  </a:lnTo>
                  <a:lnTo>
                    <a:pt x="2279148" y="773860"/>
                  </a:lnTo>
                  <a:lnTo>
                    <a:pt x="2278709" y="773593"/>
                  </a:lnTo>
                  <a:lnTo>
                    <a:pt x="2278641" y="773603"/>
                  </a:lnTo>
                  <a:lnTo>
                    <a:pt x="2277656" y="773743"/>
                  </a:lnTo>
                  <a:lnTo>
                    <a:pt x="2277639" y="773746"/>
                  </a:lnTo>
                  <a:lnTo>
                    <a:pt x="2277538" y="773403"/>
                  </a:lnTo>
                  <a:lnTo>
                    <a:pt x="2277494" y="773255"/>
                  </a:lnTo>
                  <a:lnTo>
                    <a:pt x="2277486" y="773225"/>
                  </a:lnTo>
                  <a:lnTo>
                    <a:pt x="2277658" y="773178"/>
                  </a:lnTo>
                  <a:lnTo>
                    <a:pt x="2277658" y="773172"/>
                  </a:lnTo>
                  <a:lnTo>
                    <a:pt x="2277661" y="772946"/>
                  </a:lnTo>
                  <a:lnTo>
                    <a:pt x="2277664" y="772730"/>
                  </a:lnTo>
                  <a:lnTo>
                    <a:pt x="2277627" y="772592"/>
                  </a:lnTo>
                  <a:lnTo>
                    <a:pt x="2277566" y="772540"/>
                  </a:lnTo>
                  <a:lnTo>
                    <a:pt x="2277507" y="772525"/>
                  </a:lnTo>
                  <a:lnTo>
                    <a:pt x="2277489" y="772532"/>
                  </a:lnTo>
                  <a:lnTo>
                    <a:pt x="2277278" y="772621"/>
                  </a:lnTo>
                  <a:lnTo>
                    <a:pt x="2277247" y="772663"/>
                  </a:lnTo>
                  <a:lnTo>
                    <a:pt x="2277154" y="772575"/>
                  </a:lnTo>
                  <a:lnTo>
                    <a:pt x="2277109" y="772532"/>
                  </a:lnTo>
                  <a:lnTo>
                    <a:pt x="2276991" y="772420"/>
                  </a:lnTo>
                  <a:lnTo>
                    <a:pt x="2276972" y="772345"/>
                  </a:lnTo>
                  <a:lnTo>
                    <a:pt x="2276979" y="772222"/>
                  </a:lnTo>
                  <a:lnTo>
                    <a:pt x="2277022" y="772063"/>
                  </a:lnTo>
                  <a:lnTo>
                    <a:pt x="2277026" y="772048"/>
                  </a:lnTo>
                  <a:lnTo>
                    <a:pt x="2277075" y="772012"/>
                  </a:lnTo>
                  <a:lnTo>
                    <a:pt x="2277097" y="771995"/>
                  </a:lnTo>
                  <a:lnTo>
                    <a:pt x="2277361" y="771801"/>
                  </a:lnTo>
                  <a:lnTo>
                    <a:pt x="2277537" y="771820"/>
                  </a:lnTo>
                  <a:lnTo>
                    <a:pt x="2277575" y="771824"/>
                  </a:lnTo>
                  <a:lnTo>
                    <a:pt x="2277730" y="771840"/>
                  </a:lnTo>
                  <a:lnTo>
                    <a:pt x="2277759" y="771843"/>
                  </a:lnTo>
                  <a:lnTo>
                    <a:pt x="2277881" y="771856"/>
                  </a:lnTo>
                  <a:lnTo>
                    <a:pt x="2277895" y="771858"/>
                  </a:lnTo>
                  <a:lnTo>
                    <a:pt x="2278087" y="771878"/>
                  </a:lnTo>
                  <a:lnTo>
                    <a:pt x="2278133" y="771810"/>
                  </a:lnTo>
                  <a:lnTo>
                    <a:pt x="2278153" y="771781"/>
                  </a:lnTo>
                  <a:lnTo>
                    <a:pt x="2278172" y="771753"/>
                  </a:lnTo>
                  <a:lnTo>
                    <a:pt x="2278176" y="771601"/>
                  </a:lnTo>
                  <a:lnTo>
                    <a:pt x="2278177" y="771567"/>
                  </a:lnTo>
                  <a:lnTo>
                    <a:pt x="2278178" y="771539"/>
                  </a:lnTo>
                  <a:lnTo>
                    <a:pt x="2278183" y="771396"/>
                  </a:lnTo>
                  <a:lnTo>
                    <a:pt x="2278184" y="771362"/>
                  </a:lnTo>
                  <a:lnTo>
                    <a:pt x="2278184" y="771344"/>
                  </a:lnTo>
                  <a:lnTo>
                    <a:pt x="2278151" y="771337"/>
                  </a:lnTo>
                  <a:lnTo>
                    <a:pt x="2278008" y="771310"/>
                  </a:lnTo>
                  <a:lnTo>
                    <a:pt x="2277509" y="771297"/>
                  </a:lnTo>
                  <a:lnTo>
                    <a:pt x="2277379" y="771294"/>
                  </a:lnTo>
                  <a:lnTo>
                    <a:pt x="2277206" y="771202"/>
                  </a:lnTo>
                  <a:lnTo>
                    <a:pt x="2277119" y="770931"/>
                  </a:lnTo>
                  <a:lnTo>
                    <a:pt x="2277088" y="770704"/>
                  </a:lnTo>
                  <a:lnTo>
                    <a:pt x="2277204" y="770643"/>
                  </a:lnTo>
                  <a:lnTo>
                    <a:pt x="2277226" y="770642"/>
                  </a:lnTo>
                  <a:lnTo>
                    <a:pt x="2277324" y="770640"/>
                  </a:lnTo>
                  <a:lnTo>
                    <a:pt x="2277468" y="770666"/>
                  </a:lnTo>
                  <a:lnTo>
                    <a:pt x="2277710" y="770710"/>
                  </a:lnTo>
                  <a:lnTo>
                    <a:pt x="2277919" y="770697"/>
                  </a:lnTo>
                  <a:lnTo>
                    <a:pt x="2277944" y="770628"/>
                  </a:lnTo>
                  <a:lnTo>
                    <a:pt x="2277967" y="770567"/>
                  </a:lnTo>
                  <a:lnTo>
                    <a:pt x="2278178" y="770563"/>
                  </a:lnTo>
                  <a:lnTo>
                    <a:pt x="2278885" y="770697"/>
                  </a:lnTo>
                  <a:lnTo>
                    <a:pt x="2279035" y="770746"/>
                  </a:lnTo>
                  <a:lnTo>
                    <a:pt x="2279083" y="770754"/>
                  </a:lnTo>
                  <a:lnTo>
                    <a:pt x="2279090" y="770756"/>
                  </a:lnTo>
                  <a:lnTo>
                    <a:pt x="2279191" y="770774"/>
                  </a:lnTo>
                  <a:lnTo>
                    <a:pt x="2279207" y="770776"/>
                  </a:lnTo>
                  <a:lnTo>
                    <a:pt x="2279332" y="770575"/>
                  </a:lnTo>
                  <a:lnTo>
                    <a:pt x="2279353" y="770540"/>
                  </a:lnTo>
                  <a:lnTo>
                    <a:pt x="2279385" y="770133"/>
                  </a:lnTo>
                  <a:lnTo>
                    <a:pt x="2279464" y="770085"/>
                  </a:lnTo>
                  <a:lnTo>
                    <a:pt x="2279637" y="769982"/>
                  </a:lnTo>
                  <a:lnTo>
                    <a:pt x="2279613" y="769941"/>
                  </a:lnTo>
                  <a:lnTo>
                    <a:pt x="2279566" y="769861"/>
                  </a:lnTo>
                  <a:lnTo>
                    <a:pt x="2279559" y="769849"/>
                  </a:lnTo>
                  <a:lnTo>
                    <a:pt x="2279517" y="769776"/>
                  </a:lnTo>
                  <a:lnTo>
                    <a:pt x="2278671" y="769574"/>
                  </a:lnTo>
                  <a:lnTo>
                    <a:pt x="2278429" y="769400"/>
                  </a:lnTo>
                  <a:lnTo>
                    <a:pt x="2278197" y="769108"/>
                  </a:lnTo>
                  <a:lnTo>
                    <a:pt x="2278105" y="768959"/>
                  </a:lnTo>
                  <a:lnTo>
                    <a:pt x="2278054" y="768877"/>
                  </a:lnTo>
                  <a:lnTo>
                    <a:pt x="2277621" y="768878"/>
                  </a:lnTo>
                  <a:lnTo>
                    <a:pt x="2277610" y="768899"/>
                  </a:lnTo>
                  <a:lnTo>
                    <a:pt x="2277607" y="768905"/>
                  </a:lnTo>
                  <a:lnTo>
                    <a:pt x="2277604" y="768913"/>
                  </a:lnTo>
                  <a:lnTo>
                    <a:pt x="2277592" y="768936"/>
                  </a:lnTo>
                  <a:lnTo>
                    <a:pt x="2277581" y="768959"/>
                  </a:lnTo>
                  <a:lnTo>
                    <a:pt x="2277551" y="769018"/>
                  </a:lnTo>
                  <a:lnTo>
                    <a:pt x="2277494" y="769133"/>
                  </a:lnTo>
                  <a:lnTo>
                    <a:pt x="2277463" y="769120"/>
                  </a:lnTo>
                  <a:lnTo>
                    <a:pt x="2277448" y="769114"/>
                  </a:lnTo>
                  <a:lnTo>
                    <a:pt x="2277393" y="769091"/>
                  </a:lnTo>
                  <a:lnTo>
                    <a:pt x="2277345" y="769011"/>
                  </a:lnTo>
                  <a:lnTo>
                    <a:pt x="2277339" y="769002"/>
                  </a:lnTo>
                  <a:lnTo>
                    <a:pt x="2277166" y="768547"/>
                  </a:lnTo>
                  <a:lnTo>
                    <a:pt x="2277177" y="768435"/>
                  </a:lnTo>
                  <a:lnTo>
                    <a:pt x="2277185" y="768351"/>
                  </a:lnTo>
                  <a:lnTo>
                    <a:pt x="2277259" y="768237"/>
                  </a:lnTo>
                  <a:lnTo>
                    <a:pt x="2277300" y="768174"/>
                  </a:lnTo>
                  <a:lnTo>
                    <a:pt x="2277337" y="768116"/>
                  </a:lnTo>
                  <a:lnTo>
                    <a:pt x="2277384" y="768121"/>
                  </a:lnTo>
                  <a:lnTo>
                    <a:pt x="2277587" y="768141"/>
                  </a:lnTo>
                  <a:lnTo>
                    <a:pt x="2277596" y="768142"/>
                  </a:lnTo>
                  <a:lnTo>
                    <a:pt x="2277618" y="768144"/>
                  </a:lnTo>
                  <a:lnTo>
                    <a:pt x="2277782" y="768160"/>
                  </a:lnTo>
                  <a:lnTo>
                    <a:pt x="2277802" y="768163"/>
                  </a:lnTo>
                  <a:lnTo>
                    <a:pt x="2278025" y="768196"/>
                  </a:lnTo>
                  <a:lnTo>
                    <a:pt x="2278094" y="768206"/>
                  </a:lnTo>
                  <a:lnTo>
                    <a:pt x="2278203" y="768221"/>
                  </a:lnTo>
                  <a:lnTo>
                    <a:pt x="2278256" y="768229"/>
                  </a:lnTo>
                  <a:lnTo>
                    <a:pt x="2278272" y="768220"/>
                  </a:lnTo>
                  <a:lnTo>
                    <a:pt x="2278350" y="768177"/>
                  </a:lnTo>
                  <a:lnTo>
                    <a:pt x="2278373" y="768164"/>
                  </a:lnTo>
                  <a:lnTo>
                    <a:pt x="2278575" y="768052"/>
                  </a:lnTo>
                  <a:lnTo>
                    <a:pt x="2278598" y="768039"/>
                  </a:lnTo>
                  <a:lnTo>
                    <a:pt x="2278605" y="768032"/>
                  </a:lnTo>
                  <a:lnTo>
                    <a:pt x="2278616" y="768019"/>
                  </a:lnTo>
                  <a:lnTo>
                    <a:pt x="2278622" y="768013"/>
                  </a:lnTo>
                  <a:lnTo>
                    <a:pt x="2278646" y="767985"/>
                  </a:lnTo>
                  <a:lnTo>
                    <a:pt x="2278737" y="767884"/>
                  </a:lnTo>
                  <a:lnTo>
                    <a:pt x="2278732" y="767851"/>
                  </a:lnTo>
                  <a:lnTo>
                    <a:pt x="2278729" y="767826"/>
                  </a:lnTo>
                  <a:lnTo>
                    <a:pt x="2278726" y="767807"/>
                  </a:lnTo>
                  <a:lnTo>
                    <a:pt x="2278728" y="767802"/>
                  </a:lnTo>
                  <a:lnTo>
                    <a:pt x="2278734" y="767786"/>
                  </a:lnTo>
                  <a:lnTo>
                    <a:pt x="2278743" y="767766"/>
                  </a:lnTo>
                  <a:lnTo>
                    <a:pt x="2278765" y="767711"/>
                  </a:lnTo>
                  <a:lnTo>
                    <a:pt x="2278776" y="767684"/>
                  </a:lnTo>
                  <a:lnTo>
                    <a:pt x="2278799" y="767663"/>
                  </a:lnTo>
                  <a:lnTo>
                    <a:pt x="2278905" y="767642"/>
                  </a:lnTo>
                  <a:lnTo>
                    <a:pt x="2278935" y="767654"/>
                  </a:lnTo>
                  <a:lnTo>
                    <a:pt x="2279319" y="767822"/>
                  </a:lnTo>
                  <a:lnTo>
                    <a:pt x="2279371" y="767845"/>
                  </a:lnTo>
                  <a:lnTo>
                    <a:pt x="2279396" y="767867"/>
                  </a:lnTo>
                  <a:lnTo>
                    <a:pt x="2279484" y="767947"/>
                  </a:lnTo>
                  <a:lnTo>
                    <a:pt x="2279508" y="767949"/>
                  </a:lnTo>
                  <a:lnTo>
                    <a:pt x="2279759" y="767967"/>
                  </a:lnTo>
                  <a:lnTo>
                    <a:pt x="2279978" y="768010"/>
                  </a:lnTo>
                  <a:lnTo>
                    <a:pt x="2280649" y="768140"/>
                  </a:lnTo>
                  <a:lnTo>
                    <a:pt x="2281172" y="768027"/>
                  </a:lnTo>
                  <a:lnTo>
                    <a:pt x="2281362" y="767901"/>
                  </a:lnTo>
                  <a:lnTo>
                    <a:pt x="2281452" y="767841"/>
                  </a:lnTo>
                  <a:lnTo>
                    <a:pt x="2281560" y="767769"/>
                  </a:lnTo>
                  <a:lnTo>
                    <a:pt x="2281898" y="767544"/>
                  </a:lnTo>
                  <a:lnTo>
                    <a:pt x="2281867" y="767454"/>
                  </a:lnTo>
                  <a:lnTo>
                    <a:pt x="2281855" y="767420"/>
                  </a:lnTo>
                  <a:lnTo>
                    <a:pt x="2281822" y="767328"/>
                  </a:lnTo>
                  <a:lnTo>
                    <a:pt x="2281790" y="767238"/>
                  </a:lnTo>
                  <a:lnTo>
                    <a:pt x="2281733" y="767152"/>
                  </a:lnTo>
                  <a:lnTo>
                    <a:pt x="2281729" y="767146"/>
                  </a:lnTo>
                  <a:lnTo>
                    <a:pt x="2281720" y="767132"/>
                  </a:lnTo>
                  <a:lnTo>
                    <a:pt x="2281631" y="766999"/>
                  </a:lnTo>
                  <a:lnTo>
                    <a:pt x="2281622" y="766985"/>
                  </a:lnTo>
                  <a:lnTo>
                    <a:pt x="2281597" y="766947"/>
                  </a:lnTo>
                  <a:lnTo>
                    <a:pt x="2281590" y="766943"/>
                  </a:lnTo>
                  <a:lnTo>
                    <a:pt x="2281362" y="766526"/>
                  </a:lnTo>
                  <a:lnTo>
                    <a:pt x="2280952" y="766193"/>
                  </a:lnTo>
                  <a:lnTo>
                    <a:pt x="2281012" y="766119"/>
                  </a:lnTo>
                  <a:lnTo>
                    <a:pt x="2281146" y="766072"/>
                  </a:lnTo>
                  <a:lnTo>
                    <a:pt x="2281334" y="766251"/>
                  </a:lnTo>
                  <a:lnTo>
                    <a:pt x="2281941" y="765965"/>
                  </a:lnTo>
                  <a:lnTo>
                    <a:pt x="2282202" y="765842"/>
                  </a:lnTo>
                  <a:lnTo>
                    <a:pt x="2282428" y="766084"/>
                  </a:lnTo>
                  <a:lnTo>
                    <a:pt x="2282438" y="766095"/>
                  </a:lnTo>
                  <a:lnTo>
                    <a:pt x="2282514" y="766177"/>
                  </a:lnTo>
                  <a:lnTo>
                    <a:pt x="2282608" y="766156"/>
                  </a:lnTo>
                  <a:lnTo>
                    <a:pt x="2282631" y="766076"/>
                  </a:lnTo>
                  <a:lnTo>
                    <a:pt x="2282907" y="766052"/>
                  </a:lnTo>
                  <a:lnTo>
                    <a:pt x="2282913" y="766057"/>
                  </a:lnTo>
                  <a:lnTo>
                    <a:pt x="2283224" y="766348"/>
                  </a:lnTo>
                  <a:lnTo>
                    <a:pt x="2283518" y="766512"/>
                  </a:lnTo>
                  <a:lnTo>
                    <a:pt x="2283635" y="766507"/>
                  </a:lnTo>
                  <a:lnTo>
                    <a:pt x="2283727" y="766503"/>
                  </a:lnTo>
                  <a:lnTo>
                    <a:pt x="2283806" y="766436"/>
                  </a:lnTo>
                  <a:lnTo>
                    <a:pt x="2283879" y="766372"/>
                  </a:lnTo>
                  <a:lnTo>
                    <a:pt x="2283869" y="765973"/>
                  </a:lnTo>
                  <a:lnTo>
                    <a:pt x="2283927" y="765693"/>
                  </a:lnTo>
                  <a:lnTo>
                    <a:pt x="2283912" y="765693"/>
                  </a:lnTo>
                  <a:lnTo>
                    <a:pt x="2283471" y="765703"/>
                  </a:lnTo>
                  <a:lnTo>
                    <a:pt x="2283217" y="765657"/>
                  </a:lnTo>
                  <a:lnTo>
                    <a:pt x="2283261" y="765475"/>
                  </a:lnTo>
                  <a:lnTo>
                    <a:pt x="2283521" y="765400"/>
                  </a:lnTo>
                  <a:lnTo>
                    <a:pt x="2283354" y="764928"/>
                  </a:lnTo>
                  <a:lnTo>
                    <a:pt x="2283347" y="764928"/>
                  </a:lnTo>
                  <a:lnTo>
                    <a:pt x="2283265" y="764854"/>
                  </a:lnTo>
                  <a:lnTo>
                    <a:pt x="2282875" y="764509"/>
                  </a:lnTo>
                  <a:lnTo>
                    <a:pt x="2282866" y="764509"/>
                  </a:lnTo>
                  <a:lnTo>
                    <a:pt x="2282857" y="764506"/>
                  </a:lnTo>
                  <a:lnTo>
                    <a:pt x="2282852" y="764501"/>
                  </a:lnTo>
                  <a:lnTo>
                    <a:pt x="2282849" y="764494"/>
                  </a:lnTo>
                  <a:lnTo>
                    <a:pt x="2282849" y="764487"/>
                  </a:lnTo>
                  <a:lnTo>
                    <a:pt x="2282852" y="764481"/>
                  </a:lnTo>
                  <a:lnTo>
                    <a:pt x="2282856" y="764475"/>
                  </a:lnTo>
                  <a:lnTo>
                    <a:pt x="2282862" y="764470"/>
                  </a:lnTo>
                  <a:lnTo>
                    <a:pt x="2282868" y="764466"/>
                  </a:lnTo>
                  <a:lnTo>
                    <a:pt x="2282873" y="764463"/>
                  </a:lnTo>
                  <a:lnTo>
                    <a:pt x="2282970" y="764320"/>
                  </a:lnTo>
                  <a:lnTo>
                    <a:pt x="2283016" y="764254"/>
                  </a:lnTo>
                  <a:lnTo>
                    <a:pt x="2283020" y="764247"/>
                  </a:lnTo>
                  <a:lnTo>
                    <a:pt x="2283049" y="764205"/>
                  </a:lnTo>
                  <a:lnTo>
                    <a:pt x="2283106" y="764121"/>
                  </a:lnTo>
                  <a:lnTo>
                    <a:pt x="2283259" y="763897"/>
                  </a:lnTo>
                  <a:lnTo>
                    <a:pt x="2283308" y="763825"/>
                  </a:lnTo>
                  <a:lnTo>
                    <a:pt x="2283473" y="763913"/>
                  </a:lnTo>
                  <a:lnTo>
                    <a:pt x="2283612" y="763925"/>
                  </a:lnTo>
                  <a:lnTo>
                    <a:pt x="2283735" y="763936"/>
                  </a:lnTo>
                  <a:lnTo>
                    <a:pt x="2283901" y="763633"/>
                  </a:lnTo>
                  <a:lnTo>
                    <a:pt x="2283886" y="763595"/>
                  </a:lnTo>
                  <a:lnTo>
                    <a:pt x="2283604" y="763594"/>
                  </a:lnTo>
                  <a:lnTo>
                    <a:pt x="2283424" y="763593"/>
                  </a:lnTo>
                  <a:lnTo>
                    <a:pt x="2283424" y="763553"/>
                  </a:lnTo>
                  <a:lnTo>
                    <a:pt x="2283424" y="763420"/>
                  </a:lnTo>
                  <a:lnTo>
                    <a:pt x="2283683" y="762933"/>
                  </a:lnTo>
                  <a:lnTo>
                    <a:pt x="2284036" y="762544"/>
                  </a:lnTo>
                  <a:lnTo>
                    <a:pt x="2284188" y="762523"/>
                  </a:lnTo>
                  <a:lnTo>
                    <a:pt x="2284149" y="762343"/>
                  </a:lnTo>
                  <a:lnTo>
                    <a:pt x="2284177" y="762259"/>
                  </a:lnTo>
                  <a:lnTo>
                    <a:pt x="2284251" y="762216"/>
                  </a:lnTo>
                  <a:lnTo>
                    <a:pt x="2284323" y="762201"/>
                  </a:lnTo>
                  <a:lnTo>
                    <a:pt x="2284394" y="762187"/>
                  </a:lnTo>
                  <a:lnTo>
                    <a:pt x="2284517" y="762197"/>
                  </a:lnTo>
                  <a:lnTo>
                    <a:pt x="2284545" y="762199"/>
                  </a:lnTo>
                  <a:lnTo>
                    <a:pt x="2284566" y="762201"/>
                  </a:lnTo>
                  <a:lnTo>
                    <a:pt x="2285095" y="762565"/>
                  </a:lnTo>
                  <a:lnTo>
                    <a:pt x="2285148" y="762585"/>
                  </a:lnTo>
                  <a:lnTo>
                    <a:pt x="2285788" y="762830"/>
                  </a:lnTo>
                  <a:lnTo>
                    <a:pt x="2285902" y="762822"/>
                  </a:lnTo>
                  <a:lnTo>
                    <a:pt x="2287518" y="763044"/>
                  </a:lnTo>
                  <a:lnTo>
                    <a:pt x="2287888" y="763005"/>
                  </a:lnTo>
                  <a:lnTo>
                    <a:pt x="2288160" y="762887"/>
                  </a:lnTo>
                  <a:lnTo>
                    <a:pt x="2288258" y="762845"/>
                  </a:lnTo>
                  <a:lnTo>
                    <a:pt x="2288584" y="762765"/>
                  </a:lnTo>
                  <a:lnTo>
                    <a:pt x="2289048" y="762652"/>
                  </a:lnTo>
                  <a:lnTo>
                    <a:pt x="2289101" y="762668"/>
                  </a:lnTo>
                  <a:lnTo>
                    <a:pt x="2289085" y="762897"/>
                  </a:lnTo>
                  <a:lnTo>
                    <a:pt x="2289284" y="762987"/>
                  </a:lnTo>
                  <a:lnTo>
                    <a:pt x="2289399" y="762987"/>
                  </a:lnTo>
                  <a:lnTo>
                    <a:pt x="2289496" y="762987"/>
                  </a:lnTo>
                  <a:lnTo>
                    <a:pt x="2289511" y="762986"/>
                  </a:lnTo>
                  <a:lnTo>
                    <a:pt x="2289822" y="762903"/>
                  </a:lnTo>
                  <a:lnTo>
                    <a:pt x="2289831" y="762900"/>
                  </a:lnTo>
                  <a:lnTo>
                    <a:pt x="2289898" y="762827"/>
                  </a:lnTo>
                  <a:lnTo>
                    <a:pt x="2290215" y="762478"/>
                  </a:lnTo>
                  <a:lnTo>
                    <a:pt x="2290327" y="762356"/>
                  </a:lnTo>
                  <a:lnTo>
                    <a:pt x="2291022" y="761800"/>
                  </a:lnTo>
                  <a:lnTo>
                    <a:pt x="2291307" y="761809"/>
                  </a:lnTo>
                  <a:lnTo>
                    <a:pt x="2291348" y="761810"/>
                  </a:lnTo>
                  <a:lnTo>
                    <a:pt x="2291523" y="761806"/>
                  </a:lnTo>
                  <a:lnTo>
                    <a:pt x="2291517" y="761546"/>
                  </a:lnTo>
                  <a:lnTo>
                    <a:pt x="2291517" y="761477"/>
                  </a:lnTo>
                  <a:lnTo>
                    <a:pt x="2291825" y="761504"/>
                  </a:lnTo>
                  <a:lnTo>
                    <a:pt x="2291825" y="761558"/>
                  </a:lnTo>
                  <a:lnTo>
                    <a:pt x="2291824" y="761762"/>
                  </a:lnTo>
                  <a:lnTo>
                    <a:pt x="2292224" y="761720"/>
                  </a:lnTo>
                  <a:lnTo>
                    <a:pt x="2292213" y="761597"/>
                  </a:lnTo>
                  <a:lnTo>
                    <a:pt x="2292155" y="761481"/>
                  </a:lnTo>
                  <a:lnTo>
                    <a:pt x="2292133" y="761437"/>
                  </a:lnTo>
                  <a:lnTo>
                    <a:pt x="2292130" y="761430"/>
                  </a:lnTo>
                  <a:lnTo>
                    <a:pt x="2292264" y="761409"/>
                  </a:lnTo>
                  <a:lnTo>
                    <a:pt x="2292403" y="761387"/>
                  </a:lnTo>
                  <a:lnTo>
                    <a:pt x="2292847" y="761317"/>
                  </a:lnTo>
                  <a:lnTo>
                    <a:pt x="2293009" y="761291"/>
                  </a:lnTo>
                  <a:lnTo>
                    <a:pt x="2293098" y="761241"/>
                  </a:lnTo>
                  <a:lnTo>
                    <a:pt x="2293063" y="761224"/>
                  </a:lnTo>
                  <a:lnTo>
                    <a:pt x="2293032" y="761208"/>
                  </a:lnTo>
                  <a:lnTo>
                    <a:pt x="2292999" y="761192"/>
                  </a:lnTo>
                  <a:lnTo>
                    <a:pt x="2292809" y="761170"/>
                  </a:lnTo>
                  <a:lnTo>
                    <a:pt x="2292777" y="761166"/>
                  </a:lnTo>
                  <a:lnTo>
                    <a:pt x="2292479" y="761131"/>
                  </a:lnTo>
                  <a:lnTo>
                    <a:pt x="2292134" y="761128"/>
                  </a:lnTo>
                  <a:lnTo>
                    <a:pt x="2291985" y="761127"/>
                  </a:lnTo>
                  <a:lnTo>
                    <a:pt x="2291878" y="761126"/>
                  </a:lnTo>
                  <a:lnTo>
                    <a:pt x="2291864" y="761126"/>
                  </a:lnTo>
                  <a:lnTo>
                    <a:pt x="2291793" y="761125"/>
                  </a:lnTo>
                  <a:lnTo>
                    <a:pt x="2291513" y="761123"/>
                  </a:lnTo>
                  <a:lnTo>
                    <a:pt x="2291392" y="761122"/>
                  </a:lnTo>
                  <a:lnTo>
                    <a:pt x="2291074" y="761170"/>
                  </a:lnTo>
                  <a:lnTo>
                    <a:pt x="2290732" y="761243"/>
                  </a:lnTo>
                  <a:lnTo>
                    <a:pt x="2290712" y="761250"/>
                  </a:lnTo>
                  <a:lnTo>
                    <a:pt x="2290586" y="761290"/>
                  </a:lnTo>
                  <a:lnTo>
                    <a:pt x="2290014" y="761474"/>
                  </a:lnTo>
                  <a:lnTo>
                    <a:pt x="2289937" y="761498"/>
                  </a:lnTo>
                  <a:lnTo>
                    <a:pt x="2289663" y="761665"/>
                  </a:lnTo>
                  <a:lnTo>
                    <a:pt x="2288871" y="762025"/>
                  </a:lnTo>
                  <a:lnTo>
                    <a:pt x="2288573" y="762125"/>
                  </a:lnTo>
                  <a:lnTo>
                    <a:pt x="2288269" y="762226"/>
                  </a:lnTo>
                  <a:lnTo>
                    <a:pt x="2288202" y="762217"/>
                  </a:lnTo>
                  <a:lnTo>
                    <a:pt x="2288167" y="762212"/>
                  </a:lnTo>
                  <a:lnTo>
                    <a:pt x="2288120" y="762206"/>
                  </a:lnTo>
                  <a:lnTo>
                    <a:pt x="2288029" y="762193"/>
                  </a:lnTo>
                  <a:lnTo>
                    <a:pt x="2287991" y="762190"/>
                  </a:lnTo>
                  <a:lnTo>
                    <a:pt x="2287490" y="762151"/>
                  </a:lnTo>
                  <a:lnTo>
                    <a:pt x="2287071" y="762119"/>
                  </a:lnTo>
                  <a:lnTo>
                    <a:pt x="2286568" y="762109"/>
                  </a:lnTo>
                  <a:lnTo>
                    <a:pt x="2286440" y="762123"/>
                  </a:lnTo>
                  <a:lnTo>
                    <a:pt x="2286350" y="762132"/>
                  </a:lnTo>
                  <a:lnTo>
                    <a:pt x="2286027" y="762167"/>
                  </a:lnTo>
                  <a:lnTo>
                    <a:pt x="2285950" y="762190"/>
                  </a:lnTo>
                  <a:lnTo>
                    <a:pt x="2285852" y="762220"/>
                  </a:lnTo>
                  <a:lnTo>
                    <a:pt x="2285189" y="762192"/>
                  </a:lnTo>
                  <a:lnTo>
                    <a:pt x="2285092" y="762154"/>
                  </a:lnTo>
                  <a:lnTo>
                    <a:pt x="2284862" y="762062"/>
                  </a:lnTo>
                  <a:lnTo>
                    <a:pt x="2284851" y="762054"/>
                  </a:lnTo>
                  <a:lnTo>
                    <a:pt x="2284818" y="762030"/>
                  </a:lnTo>
                  <a:lnTo>
                    <a:pt x="2284534" y="761826"/>
                  </a:lnTo>
                  <a:lnTo>
                    <a:pt x="2284498" y="761816"/>
                  </a:lnTo>
                  <a:lnTo>
                    <a:pt x="2284360" y="761778"/>
                  </a:lnTo>
                  <a:lnTo>
                    <a:pt x="2284312" y="761765"/>
                  </a:lnTo>
                  <a:lnTo>
                    <a:pt x="2284144" y="761718"/>
                  </a:lnTo>
                  <a:lnTo>
                    <a:pt x="2283928" y="761657"/>
                  </a:lnTo>
                  <a:lnTo>
                    <a:pt x="2283485" y="761420"/>
                  </a:lnTo>
                  <a:lnTo>
                    <a:pt x="2283251" y="761282"/>
                  </a:lnTo>
                  <a:lnTo>
                    <a:pt x="2282875" y="761061"/>
                  </a:lnTo>
                  <a:lnTo>
                    <a:pt x="2282875" y="760772"/>
                  </a:lnTo>
                  <a:lnTo>
                    <a:pt x="2282787" y="760707"/>
                  </a:lnTo>
                  <a:lnTo>
                    <a:pt x="2282776" y="760745"/>
                  </a:lnTo>
                  <a:lnTo>
                    <a:pt x="2282747" y="760852"/>
                  </a:lnTo>
                  <a:lnTo>
                    <a:pt x="2282689" y="761058"/>
                  </a:lnTo>
                  <a:lnTo>
                    <a:pt x="2282643" y="761104"/>
                  </a:lnTo>
                  <a:lnTo>
                    <a:pt x="2282520" y="761588"/>
                  </a:lnTo>
                  <a:lnTo>
                    <a:pt x="2282591" y="761774"/>
                  </a:lnTo>
                  <a:lnTo>
                    <a:pt x="2282720" y="762010"/>
                  </a:lnTo>
                  <a:lnTo>
                    <a:pt x="2282830" y="762214"/>
                  </a:lnTo>
                  <a:lnTo>
                    <a:pt x="2283032" y="762513"/>
                  </a:lnTo>
                  <a:lnTo>
                    <a:pt x="2283061" y="762606"/>
                  </a:lnTo>
                  <a:lnTo>
                    <a:pt x="2283082" y="762672"/>
                  </a:lnTo>
                  <a:lnTo>
                    <a:pt x="2282782" y="763206"/>
                  </a:lnTo>
                  <a:lnTo>
                    <a:pt x="2282570" y="763386"/>
                  </a:lnTo>
                  <a:lnTo>
                    <a:pt x="2282444" y="763493"/>
                  </a:lnTo>
                  <a:lnTo>
                    <a:pt x="2281928" y="763679"/>
                  </a:lnTo>
                  <a:lnTo>
                    <a:pt x="2281826" y="763705"/>
                  </a:lnTo>
                  <a:lnTo>
                    <a:pt x="2281781" y="763716"/>
                  </a:lnTo>
                  <a:lnTo>
                    <a:pt x="2281755" y="763723"/>
                  </a:lnTo>
                  <a:lnTo>
                    <a:pt x="2281681" y="763742"/>
                  </a:lnTo>
                  <a:lnTo>
                    <a:pt x="2281651" y="763750"/>
                  </a:lnTo>
                  <a:lnTo>
                    <a:pt x="2281627" y="763756"/>
                  </a:lnTo>
                  <a:lnTo>
                    <a:pt x="2281726" y="764039"/>
                  </a:lnTo>
                  <a:lnTo>
                    <a:pt x="2281425" y="764108"/>
                  </a:lnTo>
                  <a:lnTo>
                    <a:pt x="2281302" y="763702"/>
                  </a:lnTo>
                  <a:lnTo>
                    <a:pt x="2281060" y="763746"/>
                  </a:lnTo>
                  <a:lnTo>
                    <a:pt x="2281026" y="763752"/>
                  </a:lnTo>
                  <a:lnTo>
                    <a:pt x="2280669" y="763851"/>
                  </a:lnTo>
                  <a:lnTo>
                    <a:pt x="2280612" y="763866"/>
                  </a:lnTo>
                  <a:lnTo>
                    <a:pt x="2280600" y="763870"/>
                  </a:lnTo>
                  <a:lnTo>
                    <a:pt x="2280587" y="763873"/>
                  </a:lnTo>
                  <a:lnTo>
                    <a:pt x="2280593" y="763891"/>
                  </a:lnTo>
                  <a:lnTo>
                    <a:pt x="2280656" y="764058"/>
                  </a:lnTo>
                  <a:lnTo>
                    <a:pt x="2280473" y="764130"/>
                  </a:lnTo>
                  <a:lnTo>
                    <a:pt x="2279977" y="764257"/>
                  </a:lnTo>
                  <a:lnTo>
                    <a:pt x="2279502" y="764309"/>
                  </a:lnTo>
                  <a:lnTo>
                    <a:pt x="2279496" y="764309"/>
                  </a:lnTo>
                  <a:lnTo>
                    <a:pt x="2279480" y="764311"/>
                  </a:lnTo>
                  <a:lnTo>
                    <a:pt x="2279361" y="764305"/>
                  </a:lnTo>
                  <a:lnTo>
                    <a:pt x="2279157" y="764295"/>
                  </a:lnTo>
                  <a:lnTo>
                    <a:pt x="2279006" y="764839"/>
                  </a:lnTo>
                  <a:lnTo>
                    <a:pt x="2278703" y="765038"/>
                  </a:lnTo>
                  <a:lnTo>
                    <a:pt x="2277275" y="765225"/>
                  </a:lnTo>
                  <a:lnTo>
                    <a:pt x="2277254" y="765228"/>
                  </a:lnTo>
                  <a:lnTo>
                    <a:pt x="2276368" y="765344"/>
                  </a:lnTo>
                  <a:lnTo>
                    <a:pt x="2276362" y="765344"/>
                  </a:lnTo>
                  <a:lnTo>
                    <a:pt x="2276116" y="765376"/>
                  </a:lnTo>
                  <a:lnTo>
                    <a:pt x="2275992" y="765154"/>
                  </a:lnTo>
                  <a:lnTo>
                    <a:pt x="2275970" y="765154"/>
                  </a:lnTo>
                  <a:lnTo>
                    <a:pt x="2275957" y="765154"/>
                  </a:lnTo>
                  <a:lnTo>
                    <a:pt x="2275944" y="765154"/>
                  </a:lnTo>
                  <a:lnTo>
                    <a:pt x="2275935" y="765154"/>
                  </a:lnTo>
                  <a:lnTo>
                    <a:pt x="2275916" y="765154"/>
                  </a:lnTo>
                  <a:lnTo>
                    <a:pt x="2275608" y="765323"/>
                  </a:lnTo>
                  <a:lnTo>
                    <a:pt x="2275364" y="765628"/>
                  </a:lnTo>
                  <a:lnTo>
                    <a:pt x="2275248" y="765851"/>
                  </a:lnTo>
                  <a:lnTo>
                    <a:pt x="2275056" y="765718"/>
                  </a:lnTo>
                  <a:lnTo>
                    <a:pt x="2275061" y="765662"/>
                  </a:lnTo>
                  <a:lnTo>
                    <a:pt x="2275093" y="765287"/>
                  </a:lnTo>
                  <a:lnTo>
                    <a:pt x="2275104" y="765166"/>
                  </a:lnTo>
                  <a:lnTo>
                    <a:pt x="2275110" y="765093"/>
                  </a:lnTo>
                  <a:lnTo>
                    <a:pt x="2275128" y="764895"/>
                  </a:lnTo>
                  <a:lnTo>
                    <a:pt x="2275077" y="764896"/>
                  </a:lnTo>
                  <a:lnTo>
                    <a:pt x="2275064" y="764896"/>
                  </a:lnTo>
                  <a:lnTo>
                    <a:pt x="2275022" y="764897"/>
                  </a:lnTo>
                  <a:lnTo>
                    <a:pt x="2274895" y="764899"/>
                  </a:lnTo>
                  <a:lnTo>
                    <a:pt x="2274826" y="764900"/>
                  </a:lnTo>
                  <a:lnTo>
                    <a:pt x="2274640" y="764903"/>
                  </a:lnTo>
                  <a:lnTo>
                    <a:pt x="2274550" y="764905"/>
                  </a:lnTo>
                  <a:lnTo>
                    <a:pt x="2274525" y="764905"/>
                  </a:lnTo>
                  <a:lnTo>
                    <a:pt x="2274327" y="764939"/>
                  </a:lnTo>
                  <a:lnTo>
                    <a:pt x="2273962" y="765001"/>
                  </a:lnTo>
                  <a:lnTo>
                    <a:pt x="2273979" y="765328"/>
                  </a:lnTo>
                  <a:lnTo>
                    <a:pt x="2273975" y="765469"/>
                  </a:lnTo>
                  <a:lnTo>
                    <a:pt x="2273967" y="765758"/>
                  </a:lnTo>
                  <a:lnTo>
                    <a:pt x="2273966" y="765781"/>
                  </a:lnTo>
                  <a:lnTo>
                    <a:pt x="2273954" y="766242"/>
                  </a:lnTo>
                  <a:lnTo>
                    <a:pt x="2273941" y="766791"/>
                  </a:lnTo>
                  <a:lnTo>
                    <a:pt x="2273134" y="766849"/>
                  </a:lnTo>
                  <a:lnTo>
                    <a:pt x="2273098" y="767427"/>
                  </a:lnTo>
                  <a:lnTo>
                    <a:pt x="2272662" y="767427"/>
                  </a:lnTo>
                  <a:lnTo>
                    <a:pt x="2272753" y="766773"/>
                  </a:lnTo>
                  <a:lnTo>
                    <a:pt x="2271377" y="766591"/>
                  </a:lnTo>
                  <a:lnTo>
                    <a:pt x="2271575" y="765783"/>
                  </a:lnTo>
                  <a:lnTo>
                    <a:pt x="2271594" y="765693"/>
                  </a:lnTo>
                  <a:lnTo>
                    <a:pt x="2271679" y="765296"/>
                  </a:lnTo>
                  <a:lnTo>
                    <a:pt x="2271785" y="764799"/>
                  </a:lnTo>
                  <a:lnTo>
                    <a:pt x="2271863" y="764431"/>
                  </a:lnTo>
                  <a:lnTo>
                    <a:pt x="2271867" y="764412"/>
                  </a:lnTo>
                  <a:lnTo>
                    <a:pt x="2271745" y="764390"/>
                  </a:lnTo>
                  <a:lnTo>
                    <a:pt x="2271364" y="764321"/>
                  </a:lnTo>
                  <a:lnTo>
                    <a:pt x="2271355" y="764319"/>
                  </a:lnTo>
                  <a:lnTo>
                    <a:pt x="2270566" y="764210"/>
                  </a:lnTo>
                  <a:lnTo>
                    <a:pt x="2270507" y="764336"/>
                  </a:lnTo>
                  <a:lnTo>
                    <a:pt x="2270449" y="764462"/>
                  </a:lnTo>
                  <a:lnTo>
                    <a:pt x="2270124" y="764406"/>
                  </a:lnTo>
                  <a:lnTo>
                    <a:pt x="2270351" y="763922"/>
                  </a:lnTo>
                  <a:lnTo>
                    <a:pt x="2270354" y="763915"/>
                  </a:lnTo>
                  <a:lnTo>
                    <a:pt x="2270358" y="763906"/>
                  </a:lnTo>
                  <a:lnTo>
                    <a:pt x="2270661" y="763262"/>
                  </a:lnTo>
                  <a:lnTo>
                    <a:pt x="2270935" y="763311"/>
                  </a:lnTo>
                  <a:lnTo>
                    <a:pt x="2271130" y="762907"/>
                  </a:lnTo>
                  <a:lnTo>
                    <a:pt x="2271283" y="762591"/>
                  </a:lnTo>
                  <a:lnTo>
                    <a:pt x="2271453" y="762236"/>
                  </a:lnTo>
                  <a:lnTo>
                    <a:pt x="2271493" y="762023"/>
                  </a:lnTo>
                  <a:lnTo>
                    <a:pt x="2271479" y="761312"/>
                  </a:lnTo>
                  <a:lnTo>
                    <a:pt x="2271493" y="761282"/>
                  </a:lnTo>
                  <a:lnTo>
                    <a:pt x="2271608" y="761221"/>
                  </a:lnTo>
                  <a:lnTo>
                    <a:pt x="2271722" y="761117"/>
                  </a:lnTo>
                  <a:lnTo>
                    <a:pt x="2271668" y="760848"/>
                  </a:lnTo>
                  <a:lnTo>
                    <a:pt x="2271657" y="760839"/>
                  </a:lnTo>
                  <a:lnTo>
                    <a:pt x="2271650" y="760834"/>
                  </a:lnTo>
                  <a:lnTo>
                    <a:pt x="2271411" y="760800"/>
                  </a:lnTo>
                  <a:lnTo>
                    <a:pt x="2271394" y="760811"/>
                  </a:lnTo>
                  <a:lnTo>
                    <a:pt x="2271388" y="760845"/>
                  </a:lnTo>
                  <a:lnTo>
                    <a:pt x="2271379" y="760898"/>
                  </a:lnTo>
                  <a:lnTo>
                    <a:pt x="2271368" y="760960"/>
                  </a:lnTo>
                  <a:lnTo>
                    <a:pt x="2271359" y="761007"/>
                  </a:lnTo>
                  <a:lnTo>
                    <a:pt x="2271346" y="761081"/>
                  </a:lnTo>
                  <a:lnTo>
                    <a:pt x="2271196" y="761065"/>
                  </a:lnTo>
                  <a:lnTo>
                    <a:pt x="2270959" y="760846"/>
                  </a:lnTo>
                  <a:lnTo>
                    <a:pt x="2270941" y="760816"/>
                  </a:lnTo>
                  <a:lnTo>
                    <a:pt x="2270919" y="760778"/>
                  </a:lnTo>
                  <a:lnTo>
                    <a:pt x="2270930" y="760734"/>
                  </a:lnTo>
                  <a:lnTo>
                    <a:pt x="2270977" y="760672"/>
                  </a:lnTo>
                  <a:lnTo>
                    <a:pt x="2270965" y="760627"/>
                  </a:lnTo>
                  <a:lnTo>
                    <a:pt x="2270717" y="760402"/>
                  </a:lnTo>
                  <a:lnTo>
                    <a:pt x="2270571" y="760269"/>
                  </a:lnTo>
                  <a:lnTo>
                    <a:pt x="2270538" y="760240"/>
                  </a:lnTo>
                  <a:lnTo>
                    <a:pt x="2270488" y="760194"/>
                  </a:lnTo>
                  <a:lnTo>
                    <a:pt x="2270336" y="760057"/>
                  </a:lnTo>
                  <a:lnTo>
                    <a:pt x="2270138" y="759713"/>
                  </a:lnTo>
                  <a:lnTo>
                    <a:pt x="2270107" y="759710"/>
                  </a:lnTo>
                  <a:lnTo>
                    <a:pt x="2270041" y="759761"/>
                  </a:lnTo>
                  <a:lnTo>
                    <a:pt x="2270037" y="759764"/>
                  </a:lnTo>
                  <a:lnTo>
                    <a:pt x="2269950" y="759832"/>
                  </a:lnTo>
                  <a:lnTo>
                    <a:pt x="2269934" y="759844"/>
                  </a:lnTo>
                  <a:lnTo>
                    <a:pt x="2269941" y="759864"/>
                  </a:lnTo>
                  <a:lnTo>
                    <a:pt x="2270057" y="760220"/>
                  </a:lnTo>
                  <a:lnTo>
                    <a:pt x="2270235" y="760430"/>
                  </a:lnTo>
                  <a:lnTo>
                    <a:pt x="2270328" y="760610"/>
                  </a:lnTo>
                  <a:lnTo>
                    <a:pt x="2270322" y="760860"/>
                  </a:lnTo>
                  <a:lnTo>
                    <a:pt x="2270321" y="760889"/>
                  </a:lnTo>
                  <a:lnTo>
                    <a:pt x="2270317" y="761033"/>
                  </a:lnTo>
                  <a:lnTo>
                    <a:pt x="2270271" y="761144"/>
                  </a:lnTo>
                  <a:lnTo>
                    <a:pt x="2270203" y="761309"/>
                  </a:lnTo>
                  <a:lnTo>
                    <a:pt x="2270128" y="761490"/>
                  </a:lnTo>
                  <a:lnTo>
                    <a:pt x="2270039" y="761705"/>
                  </a:lnTo>
                  <a:lnTo>
                    <a:pt x="2270020" y="761750"/>
                  </a:lnTo>
                  <a:lnTo>
                    <a:pt x="2269904" y="762029"/>
                  </a:lnTo>
                  <a:lnTo>
                    <a:pt x="2269669" y="762196"/>
                  </a:lnTo>
                  <a:lnTo>
                    <a:pt x="2269533" y="762253"/>
                  </a:lnTo>
                  <a:lnTo>
                    <a:pt x="2269522" y="762258"/>
                  </a:lnTo>
                  <a:lnTo>
                    <a:pt x="2269506" y="762253"/>
                  </a:lnTo>
                  <a:lnTo>
                    <a:pt x="2269409" y="762223"/>
                  </a:lnTo>
                  <a:lnTo>
                    <a:pt x="2269279" y="762415"/>
                  </a:lnTo>
                  <a:lnTo>
                    <a:pt x="2269242" y="762470"/>
                  </a:lnTo>
                  <a:lnTo>
                    <a:pt x="2269221" y="762500"/>
                  </a:lnTo>
                  <a:lnTo>
                    <a:pt x="2269220" y="762508"/>
                  </a:lnTo>
                  <a:lnTo>
                    <a:pt x="2269213" y="762601"/>
                  </a:lnTo>
                  <a:lnTo>
                    <a:pt x="2269206" y="762684"/>
                  </a:lnTo>
                  <a:lnTo>
                    <a:pt x="2269233" y="762821"/>
                  </a:lnTo>
                  <a:lnTo>
                    <a:pt x="2269073" y="762925"/>
                  </a:lnTo>
                  <a:lnTo>
                    <a:pt x="2268928" y="762911"/>
                  </a:lnTo>
                  <a:lnTo>
                    <a:pt x="2268785" y="762931"/>
                  </a:lnTo>
                  <a:lnTo>
                    <a:pt x="2268692" y="762982"/>
                  </a:lnTo>
                  <a:lnTo>
                    <a:pt x="2268436" y="763124"/>
                  </a:lnTo>
                  <a:lnTo>
                    <a:pt x="2268301" y="763252"/>
                  </a:lnTo>
                  <a:lnTo>
                    <a:pt x="2268234" y="763316"/>
                  </a:lnTo>
                  <a:lnTo>
                    <a:pt x="2268196" y="763314"/>
                  </a:lnTo>
                  <a:lnTo>
                    <a:pt x="2267869" y="763294"/>
                  </a:lnTo>
                  <a:lnTo>
                    <a:pt x="2267788" y="763222"/>
                  </a:lnTo>
                  <a:lnTo>
                    <a:pt x="2267811" y="763158"/>
                  </a:lnTo>
                  <a:lnTo>
                    <a:pt x="2267768" y="763097"/>
                  </a:lnTo>
                  <a:lnTo>
                    <a:pt x="2267662" y="763004"/>
                  </a:lnTo>
                  <a:lnTo>
                    <a:pt x="2267494" y="762883"/>
                  </a:lnTo>
                  <a:lnTo>
                    <a:pt x="2267469" y="762865"/>
                  </a:lnTo>
                  <a:lnTo>
                    <a:pt x="2267347" y="762777"/>
                  </a:lnTo>
                  <a:lnTo>
                    <a:pt x="2267275" y="762725"/>
                  </a:lnTo>
                  <a:lnTo>
                    <a:pt x="2267206" y="762692"/>
                  </a:lnTo>
                  <a:lnTo>
                    <a:pt x="2267140" y="762683"/>
                  </a:lnTo>
                  <a:lnTo>
                    <a:pt x="2267102" y="762713"/>
                  </a:lnTo>
                  <a:lnTo>
                    <a:pt x="2267011" y="762783"/>
                  </a:lnTo>
                  <a:lnTo>
                    <a:pt x="2266966" y="762765"/>
                  </a:lnTo>
                  <a:lnTo>
                    <a:pt x="2266919" y="762745"/>
                  </a:lnTo>
                  <a:lnTo>
                    <a:pt x="2266884" y="762731"/>
                  </a:lnTo>
                  <a:lnTo>
                    <a:pt x="2266803" y="762698"/>
                  </a:lnTo>
                  <a:lnTo>
                    <a:pt x="2266645" y="762633"/>
                  </a:lnTo>
                  <a:lnTo>
                    <a:pt x="2266536" y="762588"/>
                  </a:lnTo>
                  <a:lnTo>
                    <a:pt x="2266492" y="762570"/>
                  </a:lnTo>
                  <a:lnTo>
                    <a:pt x="2266475" y="762563"/>
                  </a:lnTo>
                  <a:lnTo>
                    <a:pt x="2266279" y="762457"/>
                  </a:lnTo>
                  <a:lnTo>
                    <a:pt x="2266069" y="762304"/>
                  </a:lnTo>
                  <a:lnTo>
                    <a:pt x="2265947" y="762251"/>
                  </a:lnTo>
                  <a:lnTo>
                    <a:pt x="2265848" y="762254"/>
                  </a:lnTo>
                  <a:lnTo>
                    <a:pt x="2265626" y="762326"/>
                  </a:lnTo>
                  <a:lnTo>
                    <a:pt x="2265617" y="762329"/>
                  </a:lnTo>
                  <a:lnTo>
                    <a:pt x="2265595" y="762343"/>
                  </a:lnTo>
                  <a:lnTo>
                    <a:pt x="2265420" y="762459"/>
                  </a:lnTo>
                  <a:lnTo>
                    <a:pt x="2265356" y="762501"/>
                  </a:lnTo>
                  <a:lnTo>
                    <a:pt x="2265141" y="762565"/>
                  </a:lnTo>
                  <a:lnTo>
                    <a:pt x="2264812" y="762635"/>
                  </a:lnTo>
                  <a:lnTo>
                    <a:pt x="2264779" y="762634"/>
                  </a:lnTo>
                  <a:lnTo>
                    <a:pt x="2264744" y="762634"/>
                  </a:lnTo>
                  <a:lnTo>
                    <a:pt x="2264729" y="762634"/>
                  </a:lnTo>
                  <a:lnTo>
                    <a:pt x="2264715" y="762626"/>
                  </a:lnTo>
                  <a:lnTo>
                    <a:pt x="2264342" y="762404"/>
                  </a:lnTo>
                  <a:lnTo>
                    <a:pt x="2264318" y="762388"/>
                  </a:lnTo>
                  <a:lnTo>
                    <a:pt x="2264315" y="762358"/>
                  </a:lnTo>
                  <a:lnTo>
                    <a:pt x="2264310" y="762314"/>
                  </a:lnTo>
                  <a:lnTo>
                    <a:pt x="2264260" y="761845"/>
                  </a:lnTo>
                  <a:lnTo>
                    <a:pt x="2264266" y="761697"/>
                  </a:lnTo>
                  <a:lnTo>
                    <a:pt x="2264380" y="761567"/>
                  </a:lnTo>
                  <a:lnTo>
                    <a:pt x="2264540" y="761648"/>
                  </a:lnTo>
                  <a:lnTo>
                    <a:pt x="2264608" y="761648"/>
                  </a:lnTo>
                  <a:lnTo>
                    <a:pt x="2264674" y="761648"/>
                  </a:lnTo>
                  <a:lnTo>
                    <a:pt x="2265144" y="760746"/>
                  </a:lnTo>
                  <a:lnTo>
                    <a:pt x="2265300" y="760539"/>
                  </a:lnTo>
                  <a:lnTo>
                    <a:pt x="2265442" y="760352"/>
                  </a:lnTo>
                  <a:lnTo>
                    <a:pt x="2265762" y="760521"/>
                  </a:lnTo>
                  <a:lnTo>
                    <a:pt x="2265903" y="760441"/>
                  </a:lnTo>
                  <a:lnTo>
                    <a:pt x="2265941" y="760419"/>
                  </a:lnTo>
                  <a:lnTo>
                    <a:pt x="2266245" y="760247"/>
                  </a:lnTo>
                  <a:lnTo>
                    <a:pt x="2266266" y="760235"/>
                  </a:lnTo>
                  <a:lnTo>
                    <a:pt x="2266523" y="759960"/>
                  </a:lnTo>
                  <a:lnTo>
                    <a:pt x="2266517" y="759920"/>
                  </a:lnTo>
                  <a:lnTo>
                    <a:pt x="2266459" y="759540"/>
                  </a:lnTo>
                  <a:lnTo>
                    <a:pt x="2266455" y="759512"/>
                  </a:lnTo>
                  <a:lnTo>
                    <a:pt x="2266609" y="758769"/>
                  </a:lnTo>
                  <a:lnTo>
                    <a:pt x="2266402" y="758736"/>
                  </a:lnTo>
                  <a:lnTo>
                    <a:pt x="2266392" y="758735"/>
                  </a:lnTo>
                  <a:lnTo>
                    <a:pt x="2266336" y="758756"/>
                  </a:lnTo>
                  <a:lnTo>
                    <a:pt x="2265931" y="758910"/>
                  </a:lnTo>
                  <a:lnTo>
                    <a:pt x="2265897" y="758931"/>
                  </a:lnTo>
                  <a:lnTo>
                    <a:pt x="2265381" y="759244"/>
                  </a:lnTo>
                  <a:lnTo>
                    <a:pt x="2264792" y="759677"/>
                  </a:lnTo>
                  <a:lnTo>
                    <a:pt x="2264639" y="759910"/>
                  </a:lnTo>
                  <a:lnTo>
                    <a:pt x="2265212" y="760200"/>
                  </a:lnTo>
                  <a:lnTo>
                    <a:pt x="2264976" y="760430"/>
                  </a:lnTo>
                  <a:lnTo>
                    <a:pt x="2264947" y="760458"/>
                  </a:lnTo>
                  <a:lnTo>
                    <a:pt x="2264806" y="760596"/>
                  </a:lnTo>
                  <a:lnTo>
                    <a:pt x="2264797" y="760604"/>
                  </a:lnTo>
                  <a:lnTo>
                    <a:pt x="2264590" y="760807"/>
                  </a:lnTo>
                  <a:lnTo>
                    <a:pt x="2264543" y="760809"/>
                  </a:lnTo>
                  <a:lnTo>
                    <a:pt x="2264449" y="760731"/>
                  </a:lnTo>
                  <a:lnTo>
                    <a:pt x="2264282" y="760862"/>
                  </a:lnTo>
                  <a:lnTo>
                    <a:pt x="2264256" y="760883"/>
                  </a:lnTo>
                  <a:lnTo>
                    <a:pt x="2264125" y="761150"/>
                  </a:lnTo>
                  <a:lnTo>
                    <a:pt x="2263828" y="761542"/>
                  </a:lnTo>
                  <a:lnTo>
                    <a:pt x="2263495" y="761228"/>
                  </a:lnTo>
                  <a:lnTo>
                    <a:pt x="2263425" y="761173"/>
                  </a:lnTo>
                  <a:lnTo>
                    <a:pt x="2263239" y="761028"/>
                  </a:lnTo>
                  <a:lnTo>
                    <a:pt x="2263135" y="760947"/>
                  </a:lnTo>
                  <a:lnTo>
                    <a:pt x="2263121" y="760937"/>
                  </a:lnTo>
                  <a:lnTo>
                    <a:pt x="2263039" y="761083"/>
                  </a:lnTo>
                  <a:lnTo>
                    <a:pt x="2262976" y="761312"/>
                  </a:lnTo>
                  <a:lnTo>
                    <a:pt x="2262974" y="761320"/>
                  </a:lnTo>
                  <a:lnTo>
                    <a:pt x="2263054" y="761664"/>
                  </a:lnTo>
                  <a:lnTo>
                    <a:pt x="2263042" y="761677"/>
                  </a:lnTo>
                  <a:lnTo>
                    <a:pt x="2263000" y="761721"/>
                  </a:lnTo>
                  <a:lnTo>
                    <a:pt x="2262907" y="761819"/>
                  </a:lnTo>
                  <a:lnTo>
                    <a:pt x="2262861" y="761868"/>
                  </a:lnTo>
                  <a:lnTo>
                    <a:pt x="2262369" y="762386"/>
                  </a:lnTo>
                  <a:lnTo>
                    <a:pt x="2262319" y="762409"/>
                  </a:lnTo>
                  <a:lnTo>
                    <a:pt x="2262076" y="762522"/>
                  </a:lnTo>
                  <a:lnTo>
                    <a:pt x="2262009" y="762553"/>
                  </a:lnTo>
                  <a:lnTo>
                    <a:pt x="2261847" y="762569"/>
                  </a:lnTo>
                  <a:lnTo>
                    <a:pt x="2261798" y="762574"/>
                  </a:lnTo>
                  <a:lnTo>
                    <a:pt x="2261700" y="762559"/>
                  </a:lnTo>
                  <a:lnTo>
                    <a:pt x="2261660" y="762542"/>
                  </a:lnTo>
                  <a:lnTo>
                    <a:pt x="2261611" y="762470"/>
                  </a:lnTo>
                  <a:lnTo>
                    <a:pt x="2261607" y="762447"/>
                  </a:lnTo>
                  <a:lnTo>
                    <a:pt x="2261602" y="762407"/>
                  </a:lnTo>
                  <a:lnTo>
                    <a:pt x="2261471" y="762137"/>
                  </a:lnTo>
                  <a:lnTo>
                    <a:pt x="2261454" y="762129"/>
                  </a:lnTo>
                  <a:lnTo>
                    <a:pt x="2261025" y="761934"/>
                  </a:lnTo>
                  <a:lnTo>
                    <a:pt x="2260996" y="761921"/>
                  </a:lnTo>
                  <a:lnTo>
                    <a:pt x="2260957" y="761892"/>
                  </a:lnTo>
                  <a:lnTo>
                    <a:pt x="2260920" y="761864"/>
                  </a:lnTo>
                  <a:lnTo>
                    <a:pt x="2260969" y="761774"/>
                  </a:lnTo>
                  <a:lnTo>
                    <a:pt x="2261087" y="761561"/>
                  </a:lnTo>
                  <a:lnTo>
                    <a:pt x="2261137" y="761471"/>
                  </a:lnTo>
                  <a:lnTo>
                    <a:pt x="2261142" y="761460"/>
                  </a:lnTo>
                  <a:lnTo>
                    <a:pt x="2261170" y="761447"/>
                  </a:lnTo>
                  <a:lnTo>
                    <a:pt x="2261177" y="761443"/>
                  </a:lnTo>
                  <a:lnTo>
                    <a:pt x="2261184" y="761439"/>
                  </a:lnTo>
                  <a:lnTo>
                    <a:pt x="2261287" y="761388"/>
                  </a:lnTo>
                  <a:lnTo>
                    <a:pt x="2261316" y="761374"/>
                  </a:lnTo>
                  <a:lnTo>
                    <a:pt x="2261434" y="761315"/>
                  </a:lnTo>
                  <a:lnTo>
                    <a:pt x="2261468" y="761319"/>
                  </a:lnTo>
                  <a:lnTo>
                    <a:pt x="2261497" y="761323"/>
                  </a:lnTo>
                  <a:lnTo>
                    <a:pt x="2261571" y="761266"/>
                  </a:lnTo>
                  <a:lnTo>
                    <a:pt x="2261584" y="761256"/>
                  </a:lnTo>
                  <a:lnTo>
                    <a:pt x="2261644" y="761097"/>
                  </a:lnTo>
                  <a:lnTo>
                    <a:pt x="2261653" y="761071"/>
                  </a:lnTo>
                  <a:lnTo>
                    <a:pt x="2261655" y="761066"/>
                  </a:lnTo>
                  <a:lnTo>
                    <a:pt x="2261661" y="761009"/>
                  </a:lnTo>
                  <a:lnTo>
                    <a:pt x="2261665" y="760955"/>
                  </a:lnTo>
                  <a:lnTo>
                    <a:pt x="2261667" y="760941"/>
                  </a:lnTo>
                  <a:lnTo>
                    <a:pt x="2261639" y="760668"/>
                  </a:lnTo>
                  <a:lnTo>
                    <a:pt x="2261548" y="760441"/>
                  </a:lnTo>
                  <a:lnTo>
                    <a:pt x="2261626" y="760319"/>
                  </a:lnTo>
                  <a:lnTo>
                    <a:pt x="2261953" y="760180"/>
                  </a:lnTo>
                  <a:lnTo>
                    <a:pt x="2261963" y="760167"/>
                  </a:lnTo>
                  <a:lnTo>
                    <a:pt x="2262031" y="760077"/>
                  </a:lnTo>
                  <a:lnTo>
                    <a:pt x="2262145" y="759930"/>
                  </a:lnTo>
                  <a:lnTo>
                    <a:pt x="2262187" y="759876"/>
                  </a:lnTo>
                  <a:lnTo>
                    <a:pt x="2262190" y="759844"/>
                  </a:lnTo>
                  <a:lnTo>
                    <a:pt x="2262126" y="759757"/>
                  </a:lnTo>
                  <a:lnTo>
                    <a:pt x="2262098" y="759719"/>
                  </a:lnTo>
                  <a:lnTo>
                    <a:pt x="2262088" y="759704"/>
                  </a:lnTo>
                  <a:lnTo>
                    <a:pt x="2262009" y="759597"/>
                  </a:lnTo>
                  <a:lnTo>
                    <a:pt x="2261997" y="759473"/>
                  </a:lnTo>
                  <a:lnTo>
                    <a:pt x="2261986" y="759350"/>
                  </a:lnTo>
                  <a:lnTo>
                    <a:pt x="2261979" y="759277"/>
                  </a:lnTo>
                  <a:lnTo>
                    <a:pt x="2262023" y="759067"/>
                  </a:lnTo>
                  <a:lnTo>
                    <a:pt x="2262140" y="758834"/>
                  </a:lnTo>
                  <a:lnTo>
                    <a:pt x="2262146" y="758822"/>
                  </a:lnTo>
                  <a:lnTo>
                    <a:pt x="2262182" y="758752"/>
                  </a:lnTo>
                  <a:lnTo>
                    <a:pt x="2262205" y="758751"/>
                  </a:lnTo>
                  <a:lnTo>
                    <a:pt x="2262395" y="758742"/>
                  </a:lnTo>
                  <a:lnTo>
                    <a:pt x="2262411" y="758742"/>
                  </a:lnTo>
                  <a:lnTo>
                    <a:pt x="2262484" y="758558"/>
                  </a:lnTo>
                  <a:lnTo>
                    <a:pt x="2262492" y="758536"/>
                  </a:lnTo>
                  <a:lnTo>
                    <a:pt x="2262515" y="758479"/>
                  </a:lnTo>
                  <a:lnTo>
                    <a:pt x="2262518" y="758455"/>
                  </a:lnTo>
                  <a:lnTo>
                    <a:pt x="2262501" y="758433"/>
                  </a:lnTo>
                  <a:lnTo>
                    <a:pt x="2262465" y="758384"/>
                  </a:lnTo>
                  <a:lnTo>
                    <a:pt x="2262396" y="758353"/>
                  </a:lnTo>
                  <a:lnTo>
                    <a:pt x="2262349" y="758350"/>
                  </a:lnTo>
                  <a:lnTo>
                    <a:pt x="2262267" y="758276"/>
                  </a:lnTo>
                  <a:lnTo>
                    <a:pt x="2262208" y="758194"/>
                  </a:lnTo>
                  <a:lnTo>
                    <a:pt x="2262207" y="758148"/>
                  </a:lnTo>
                  <a:lnTo>
                    <a:pt x="2262321" y="757902"/>
                  </a:lnTo>
                  <a:lnTo>
                    <a:pt x="2262449" y="757765"/>
                  </a:lnTo>
                  <a:lnTo>
                    <a:pt x="2262531" y="757731"/>
                  </a:lnTo>
                  <a:lnTo>
                    <a:pt x="2263110" y="757491"/>
                  </a:lnTo>
                  <a:lnTo>
                    <a:pt x="2263559" y="757305"/>
                  </a:lnTo>
                  <a:lnTo>
                    <a:pt x="2263953" y="757104"/>
                  </a:lnTo>
                  <a:lnTo>
                    <a:pt x="2264019" y="757026"/>
                  </a:lnTo>
                  <a:lnTo>
                    <a:pt x="2264126" y="756898"/>
                  </a:lnTo>
                  <a:lnTo>
                    <a:pt x="2264134" y="756889"/>
                  </a:lnTo>
                  <a:lnTo>
                    <a:pt x="2264183" y="756830"/>
                  </a:lnTo>
                  <a:lnTo>
                    <a:pt x="2264300" y="756691"/>
                  </a:lnTo>
                  <a:lnTo>
                    <a:pt x="2264402" y="756590"/>
                  </a:lnTo>
                  <a:lnTo>
                    <a:pt x="2264854" y="756471"/>
                  </a:lnTo>
                  <a:lnTo>
                    <a:pt x="2264966" y="756441"/>
                  </a:lnTo>
                  <a:lnTo>
                    <a:pt x="2264978" y="756438"/>
                  </a:lnTo>
                  <a:lnTo>
                    <a:pt x="2265165" y="756388"/>
                  </a:lnTo>
                  <a:lnTo>
                    <a:pt x="2265290" y="756310"/>
                  </a:lnTo>
                  <a:lnTo>
                    <a:pt x="2265598" y="756115"/>
                  </a:lnTo>
                  <a:lnTo>
                    <a:pt x="2265776" y="756002"/>
                  </a:lnTo>
                  <a:lnTo>
                    <a:pt x="2266156" y="755618"/>
                  </a:lnTo>
                  <a:lnTo>
                    <a:pt x="2266331" y="755487"/>
                  </a:lnTo>
                  <a:lnTo>
                    <a:pt x="2266987" y="755497"/>
                  </a:lnTo>
                  <a:lnTo>
                    <a:pt x="2267474" y="755849"/>
                  </a:lnTo>
                  <a:lnTo>
                    <a:pt x="2267607" y="755948"/>
                  </a:lnTo>
                  <a:lnTo>
                    <a:pt x="2267455" y="756455"/>
                  </a:lnTo>
                  <a:lnTo>
                    <a:pt x="2267488" y="756528"/>
                  </a:lnTo>
                  <a:lnTo>
                    <a:pt x="2267527" y="756537"/>
                  </a:lnTo>
                  <a:lnTo>
                    <a:pt x="2267545" y="756540"/>
                  </a:lnTo>
                  <a:lnTo>
                    <a:pt x="2267623" y="756557"/>
                  </a:lnTo>
                  <a:lnTo>
                    <a:pt x="2267640" y="756561"/>
                  </a:lnTo>
                  <a:lnTo>
                    <a:pt x="2267658" y="756565"/>
                  </a:lnTo>
                  <a:lnTo>
                    <a:pt x="2267750" y="756584"/>
                  </a:lnTo>
                  <a:lnTo>
                    <a:pt x="2267804" y="756596"/>
                  </a:lnTo>
                  <a:lnTo>
                    <a:pt x="2267838" y="756603"/>
                  </a:lnTo>
                  <a:lnTo>
                    <a:pt x="2268347" y="756712"/>
                  </a:lnTo>
                  <a:lnTo>
                    <a:pt x="2268403" y="756671"/>
                  </a:lnTo>
                  <a:lnTo>
                    <a:pt x="2268527" y="756143"/>
                  </a:lnTo>
                  <a:lnTo>
                    <a:pt x="2269093" y="755936"/>
                  </a:lnTo>
                  <a:lnTo>
                    <a:pt x="2269266" y="755873"/>
                  </a:lnTo>
                  <a:lnTo>
                    <a:pt x="2269677" y="755724"/>
                  </a:lnTo>
                  <a:lnTo>
                    <a:pt x="2269769" y="755690"/>
                  </a:lnTo>
                  <a:lnTo>
                    <a:pt x="2269867" y="755654"/>
                  </a:lnTo>
                  <a:lnTo>
                    <a:pt x="2270191" y="755514"/>
                  </a:lnTo>
                  <a:lnTo>
                    <a:pt x="2270291" y="755471"/>
                  </a:lnTo>
                  <a:lnTo>
                    <a:pt x="2270290" y="755465"/>
                  </a:lnTo>
                  <a:lnTo>
                    <a:pt x="2270274" y="755431"/>
                  </a:lnTo>
                  <a:lnTo>
                    <a:pt x="2270216" y="755311"/>
                  </a:lnTo>
                  <a:lnTo>
                    <a:pt x="2270220" y="755300"/>
                  </a:lnTo>
                  <a:lnTo>
                    <a:pt x="2270236" y="755256"/>
                  </a:lnTo>
                  <a:lnTo>
                    <a:pt x="2270266" y="755171"/>
                  </a:lnTo>
                  <a:lnTo>
                    <a:pt x="2270286" y="755115"/>
                  </a:lnTo>
                  <a:lnTo>
                    <a:pt x="2270292" y="755098"/>
                  </a:lnTo>
                  <a:lnTo>
                    <a:pt x="2270311" y="755081"/>
                  </a:lnTo>
                  <a:lnTo>
                    <a:pt x="2270559" y="754879"/>
                  </a:lnTo>
                  <a:lnTo>
                    <a:pt x="2270694" y="754856"/>
                  </a:lnTo>
                  <a:lnTo>
                    <a:pt x="2270757" y="754846"/>
                  </a:lnTo>
                  <a:lnTo>
                    <a:pt x="2271020" y="754801"/>
                  </a:lnTo>
                  <a:lnTo>
                    <a:pt x="2271151" y="754779"/>
                  </a:lnTo>
                  <a:lnTo>
                    <a:pt x="2271900" y="754490"/>
                  </a:lnTo>
                  <a:lnTo>
                    <a:pt x="2271951" y="754486"/>
                  </a:lnTo>
                  <a:lnTo>
                    <a:pt x="2272006" y="754458"/>
                  </a:lnTo>
                  <a:lnTo>
                    <a:pt x="2272002" y="754437"/>
                  </a:lnTo>
                  <a:lnTo>
                    <a:pt x="2271972" y="754298"/>
                  </a:lnTo>
                  <a:lnTo>
                    <a:pt x="2271818" y="754293"/>
                  </a:lnTo>
                  <a:lnTo>
                    <a:pt x="2271755" y="754291"/>
                  </a:lnTo>
                  <a:lnTo>
                    <a:pt x="2271560" y="754286"/>
                  </a:lnTo>
                  <a:lnTo>
                    <a:pt x="2271537" y="754287"/>
                  </a:lnTo>
                  <a:lnTo>
                    <a:pt x="2271332" y="754301"/>
                  </a:lnTo>
                  <a:lnTo>
                    <a:pt x="2271330" y="754377"/>
                  </a:lnTo>
                  <a:lnTo>
                    <a:pt x="2271279" y="754471"/>
                  </a:lnTo>
                  <a:lnTo>
                    <a:pt x="2271253" y="754489"/>
                  </a:lnTo>
                  <a:lnTo>
                    <a:pt x="2271037" y="754543"/>
                  </a:lnTo>
                  <a:lnTo>
                    <a:pt x="2270916" y="754573"/>
                  </a:lnTo>
                  <a:lnTo>
                    <a:pt x="2270899" y="754577"/>
                  </a:lnTo>
                  <a:lnTo>
                    <a:pt x="2270660" y="754637"/>
                  </a:lnTo>
                  <a:lnTo>
                    <a:pt x="2270617" y="754667"/>
                  </a:lnTo>
                  <a:lnTo>
                    <a:pt x="2270438" y="754791"/>
                  </a:lnTo>
                  <a:lnTo>
                    <a:pt x="2270042" y="755098"/>
                  </a:lnTo>
                  <a:lnTo>
                    <a:pt x="2269901" y="755300"/>
                  </a:lnTo>
                  <a:lnTo>
                    <a:pt x="2269780" y="755472"/>
                  </a:lnTo>
                  <a:lnTo>
                    <a:pt x="2269095" y="755563"/>
                  </a:lnTo>
                  <a:lnTo>
                    <a:pt x="2268682" y="755619"/>
                  </a:lnTo>
                  <a:lnTo>
                    <a:pt x="2268664" y="755648"/>
                  </a:lnTo>
                  <a:lnTo>
                    <a:pt x="2268578" y="755795"/>
                  </a:lnTo>
                  <a:lnTo>
                    <a:pt x="2268531" y="755808"/>
                  </a:lnTo>
                  <a:lnTo>
                    <a:pt x="2268239" y="755740"/>
                  </a:lnTo>
                  <a:lnTo>
                    <a:pt x="2268215" y="755710"/>
                  </a:lnTo>
                  <a:lnTo>
                    <a:pt x="2268284" y="755479"/>
                  </a:lnTo>
                  <a:lnTo>
                    <a:pt x="2268040" y="755309"/>
                  </a:lnTo>
                  <a:lnTo>
                    <a:pt x="2267853" y="755179"/>
                  </a:lnTo>
                  <a:lnTo>
                    <a:pt x="2267416" y="754909"/>
                  </a:lnTo>
                  <a:lnTo>
                    <a:pt x="2267314" y="754873"/>
                  </a:lnTo>
                  <a:lnTo>
                    <a:pt x="2266511" y="754729"/>
                  </a:lnTo>
                  <a:lnTo>
                    <a:pt x="2266259" y="754729"/>
                  </a:lnTo>
                  <a:lnTo>
                    <a:pt x="2266058" y="754824"/>
                  </a:lnTo>
                  <a:lnTo>
                    <a:pt x="2265918" y="754946"/>
                  </a:lnTo>
                  <a:lnTo>
                    <a:pt x="2265438" y="755232"/>
                  </a:lnTo>
                  <a:lnTo>
                    <a:pt x="2265176" y="755247"/>
                  </a:lnTo>
                  <a:lnTo>
                    <a:pt x="2265084" y="755165"/>
                  </a:lnTo>
                  <a:lnTo>
                    <a:pt x="2265031" y="755153"/>
                  </a:lnTo>
                  <a:lnTo>
                    <a:pt x="2264941" y="755212"/>
                  </a:lnTo>
                  <a:lnTo>
                    <a:pt x="2264485" y="755509"/>
                  </a:lnTo>
                  <a:lnTo>
                    <a:pt x="2264485" y="755527"/>
                  </a:lnTo>
                  <a:lnTo>
                    <a:pt x="2264667" y="755764"/>
                  </a:lnTo>
                  <a:lnTo>
                    <a:pt x="2264452" y="755931"/>
                  </a:lnTo>
                  <a:lnTo>
                    <a:pt x="2263929" y="756242"/>
                  </a:lnTo>
                  <a:lnTo>
                    <a:pt x="2263882" y="756266"/>
                  </a:lnTo>
                  <a:lnTo>
                    <a:pt x="2263877" y="756268"/>
                  </a:lnTo>
                  <a:lnTo>
                    <a:pt x="2263798" y="756309"/>
                  </a:lnTo>
                  <a:lnTo>
                    <a:pt x="2263745" y="756335"/>
                  </a:lnTo>
                  <a:lnTo>
                    <a:pt x="2263738" y="756339"/>
                  </a:lnTo>
                  <a:lnTo>
                    <a:pt x="2263671" y="756373"/>
                  </a:lnTo>
                  <a:lnTo>
                    <a:pt x="2263629" y="756395"/>
                  </a:lnTo>
                  <a:lnTo>
                    <a:pt x="2263613" y="756403"/>
                  </a:lnTo>
                  <a:lnTo>
                    <a:pt x="2263535" y="756443"/>
                  </a:lnTo>
                  <a:lnTo>
                    <a:pt x="2263530" y="756445"/>
                  </a:lnTo>
                  <a:lnTo>
                    <a:pt x="2263435" y="756494"/>
                  </a:lnTo>
                  <a:lnTo>
                    <a:pt x="2263356" y="756487"/>
                  </a:lnTo>
                  <a:lnTo>
                    <a:pt x="2263324" y="756317"/>
                  </a:lnTo>
                  <a:lnTo>
                    <a:pt x="2263256" y="755940"/>
                  </a:lnTo>
                  <a:lnTo>
                    <a:pt x="2263263" y="755735"/>
                  </a:lnTo>
                  <a:lnTo>
                    <a:pt x="2263266" y="755627"/>
                  </a:lnTo>
                  <a:lnTo>
                    <a:pt x="2263065" y="755338"/>
                  </a:lnTo>
                  <a:lnTo>
                    <a:pt x="2262914" y="755171"/>
                  </a:lnTo>
                  <a:lnTo>
                    <a:pt x="2262796" y="755097"/>
                  </a:lnTo>
                  <a:lnTo>
                    <a:pt x="2262564" y="755107"/>
                  </a:lnTo>
                  <a:lnTo>
                    <a:pt x="2262228" y="755121"/>
                  </a:lnTo>
                  <a:lnTo>
                    <a:pt x="2262163" y="755360"/>
                  </a:lnTo>
                  <a:lnTo>
                    <a:pt x="2262170" y="755498"/>
                  </a:lnTo>
                  <a:lnTo>
                    <a:pt x="2262215" y="755634"/>
                  </a:lnTo>
                  <a:lnTo>
                    <a:pt x="2262217" y="755838"/>
                  </a:lnTo>
                  <a:lnTo>
                    <a:pt x="2262170" y="755873"/>
                  </a:lnTo>
                  <a:lnTo>
                    <a:pt x="2261874" y="755867"/>
                  </a:lnTo>
                  <a:lnTo>
                    <a:pt x="2261802" y="755942"/>
                  </a:lnTo>
                  <a:lnTo>
                    <a:pt x="2261814" y="756627"/>
                  </a:lnTo>
                  <a:lnTo>
                    <a:pt x="2261815" y="756701"/>
                  </a:lnTo>
                  <a:lnTo>
                    <a:pt x="2259944" y="756704"/>
                  </a:lnTo>
                  <a:lnTo>
                    <a:pt x="2259899" y="754922"/>
                  </a:lnTo>
                  <a:lnTo>
                    <a:pt x="2259906" y="754488"/>
                  </a:lnTo>
                  <a:lnTo>
                    <a:pt x="2259909" y="754264"/>
                  </a:lnTo>
                  <a:lnTo>
                    <a:pt x="2259922" y="754218"/>
                  </a:lnTo>
                  <a:lnTo>
                    <a:pt x="2259928" y="754213"/>
                  </a:lnTo>
                  <a:lnTo>
                    <a:pt x="2260002" y="754137"/>
                  </a:lnTo>
                  <a:lnTo>
                    <a:pt x="2260024" y="754114"/>
                  </a:lnTo>
                  <a:lnTo>
                    <a:pt x="2260078" y="753746"/>
                  </a:lnTo>
                  <a:lnTo>
                    <a:pt x="2260063" y="753494"/>
                  </a:lnTo>
                  <a:lnTo>
                    <a:pt x="2260204" y="752933"/>
                  </a:lnTo>
                  <a:lnTo>
                    <a:pt x="2261041" y="752143"/>
                  </a:lnTo>
                  <a:lnTo>
                    <a:pt x="2261114" y="752074"/>
                  </a:lnTo>
                  <a:lnTo>
                    <a:pt x="2261179" y="751994"/>
                  </a:lnTo>
                  <a:lnTo>
                    <a:pt x="2261410" y="751712"/>
                  </a:lnTo>
                  <a:lnTo>
                    <a:pt x="2261442" y="751712"/>
                  </a:lnTo>
                  <a:lnTo>
                    <a:pt x="2262069" y="751987"/>
                  </a:lnTo>
                  <a:lnTo>
                    <a:pt x="2262739" y="751683"/>
                  </a:lnTo>
                  <a:lnTo>
                    <a:pt x="2262783" y="751634"/>
                  </a:lnTo>
                  <a:lnTo>
                    <a:pt x="2263126" y="751261"/>
                  </a:lnTo>
                  <a:lnTo>
                    <a:pt x="2263142" y="751081"/>
                  </a:lnTo>
                  <a:lnTo>
                    <a:pt x="2263165" y="750832"/>
                  </a:lnTo>
                  <a:lnTo>
                    <a:pt x="2263229" y="750720"/>
                  </a:lnTo>
                  <a:lnTo>
                    <a:pt x="2263323" y="750555"/>
                  </a:lnTo>
                  <a:lnTo>
                    <a:pt x="2263327" y="750548"/>
                  </a:lnTo>
                  <a:lnTo>
                    <a:pt x="2263453" y="750452"/>
                  </a:lnTo>
                  <a:lnTo>
                    <a:pt x="2263509" y="750409"/>
                  </a:lnTo>
                  <a:lnTo>
                    <a:pt x="2263608" y="750398"/>
                  </a:lnTo>
                  <a:lnTo>
                    <a:pt x="2263974" y="750677"/>
                  </a:lnTo>
                  <a:lnTo>
                    <a:pt x="2264040" y="750727"/>
                  </a:lnTo>
                  <a:lnTo>
                    <a:pt x="2264127" y="750793"/>
                  </a:lnTo>
                  <a:lnTo>
                    <a:pt x="2264200" y="750832"/>
                  </a:lnTo>
                  <a:lnTo>
                    <a:pt x="2264309" y="750852"/>
                  </a:lnTo>
                  <a:lnTo>
                    <a:pt x="2264324" y="750855"/>
                  </a:lnTo>
                  <a:lnTo>
                    <a:pt x="2264532" y="750802"/>
                  </a:lnTo>
                  <a:lnTo>
                    <a:pt x="2265283" y="750493"/>
                  </a:lnTo>
                  <a:lnTo>
                    <a:pt x="2265407" y="750480"/>
                  </a:lnTo>
                  <a:lnTo>
                    <a:pt x="2265516" y="750469"/>
                  </a:lnTo>
                  <a:lnTo>
                    <a:pt x="2265729" y="750446"/>
                  </a:lnTo>
                  <a:lnTo>
                    <a:pt x="2265872" y="750414"/>
                  </a:lnTo>
                  <a:lnTo>
                    <a:pt x="2266047" y="750346"/>
                  </a:lnTo>
                  <a:lnTo>
                    <a:pt x="2266156" y="750331"/>
                  </a:lnTo>
                  <a:lnTo>
                    <a:pt x="2266386" y="750336"/>
                  </a:lnTo>
                  <a:lnTo>
                    <a:pt x="2266398" y="750341"/>
                  </a:lnTo>
                  <a:lnTo>
                    <a:pt x="2266486" y="750375"/>
                  </a:lnTo>
                  <a:lnTo>
                    <a:pt x="2266524" y="750389"/>
                  </a:lnTo>
                  <a:lnTo>
                    <a:pt x="2266780" y="750442"/>
                  </a:lnTo>
                  <a:lnTo>
                    <a:pt x="2267328" y="750460"/>
                  </a:lnTo>
                  <a:lnTo>
                    <a:pt x="2267548" y="750467"/>
                  </a:lnTo>
                  <a:lnTo>
                    <a:pt x="2267960" y="750395"/>
                  </a:lnTo>
                  <a:lnTo>
                    <a:pt x="2268607" y="750226"/>
                  </a:lnTo>
                  <a:lnTo>
                    <a:pt x="2268626" y="750212"/>
                  </a:lnTo>
                  <a:lnTo>
                    <a:pt x="2268904" y="749995"/>
                  </a:lnTo>
                  <a:lnTo>
                    <a:pt x="2268943" y="749890"/>
                  </a:lnTo>
                  <a:lnTo>
                    <a:pt x="2268980" y="749790"/>
                  </a:lnTo>
                  <a:lnTo>
                    <a:pt x="2269042" y="749624"/>
                  </a:lnTo>
                  <a:lnTo>
                    <a:pt x="2269132" y="749540"/>
                  </a:lnTo>
                  <a:lnTo>
                    <a:pt x="2269320" y="749505"/>
                  </a:lnTo>
                  <a:lnTo>
                    <a:pt x="2269519" y="749573"/>
                  </a:lnTo>
                  <a:lnTo>
                    <a:pt x="2269526" y="749695"/>
                  </a:lnTo>
                  <a:lnTo>
                    <a:pt x="2269530" y="749763"/>
                  </a:lnTo>
                  <a:lnTo>
                    <a:pt x="2269531" y="749783"/>
                  </a:lnTo>
                  <a:lnTo>
                    <a:pt x="2269723" y="749777"/>
                  </a:lnTo>
                  <a:lnTo>
                    <a:pt x="2270193" y="749659"/>
                  </a:lnTo>
                  <a:lnTo>
                    <a:pt x="2270243" y="749647"/>
                  </a:lnTo>
                  <a:lnTo>
                    <a:pt x="2270299" y="749624"/>
                  </a:lnTo>
                  <a:lnTo>
                    <a:pt x="2270329" y="749612"/>
                  </a:lnTo>
                  <a:lnTo>
                    <a:pt x="2270376" y="749593"/>
                  </a:lnTo>
                  <a:lnTo>
                    <a:pt x="2270414" y="749573"/>
                  </a:lnTo>
                  <a:lnTo>
                    <a:pt x="2270468" y="749544"/>
                  </a:lnTo>
                  <a:lnTo>
                    <a:pt x="2270505" y="749524"/>
                  </a:lnTo>
                  <a:lnTo>
                    <a:pt x="2270658" y="749416"/>
                  </a:lnTo>
                  <a:lnTo>
                    <a:pt x="2270833" y="749252"/>
                  </a:lnTo>
                  <a:lnTo>
                    <a:pt x="2270974" y="749042"/>
                  </a:lnTo>
                  <a:lnTo>
                    <a:pt x="2271084" y="748769"/>
                  </a:lnTo>
                  <a:lnTo>
                    <a:pt x="2271084" y="748590"/>
                  </a:lnTo>
                  <a:lnTo>
                    <a:pt x="2271062" y="748487"/>
                  </a:lnTo>
                  <a:lnTo>
                    <a:pt x="2271052" y="748439"/>
                  </a:lnTo>
                  <a:lnTo>
                    <a:pt x="2271025" y="748306"/>
                  </a:lnTo>
                  <a:lnTo>
                    <a:pt x="2270960" y="748194"/>
                  </a:lnTo>
                  <a:lnTo>
                    <a:pt x="2270910" y="748159"/>
                  </a:lnTo>
                  <a:lnTo>
                    <a:pt x="2270890" y="748155"/>
                  </a:lnTo>
                  <a:lnTo>
                    <a:pt x="2270763" y="748130"/>
                  </a:lnTo>
                  <a:lnTo>
                    <a:pt x="2270746" y="748127"/>
                  </a:lnTo>
                  <a:lnTo>
                    <a:pt x="2270529" y="748120"/>
                  </a:lnTo>
                  <a:lnTo>
                    <a:pt x="2270342" y="748153"/>
                  </a:lnTo>
                  <a:lnTo>
                    <a:pt x="2270300" y="748192"/>
                  </a:lnTo>
                  <a:lnTo>
                    <a:pt x="2270265" y="748198"/>
                  </a:lnTo>
                  <a:lnTo>
                    <a:pt x="2270268" y="748146"/>
                  </a:lnTo>
                  <a:lnTo>
                    <a:pt x="2270274" y="748035"/>
                  </a:lnTo>
                  <a:lnTo>
                    <a:pt x="2270301" y="748002"/>
                  </a:lnTo>
                  <a:lnTo>
                    <a:pt x="2270343" y="747950"/>
                  </a:lnTo>
                  <a:lnTo>
                    <a:pt x="2270378" y="747922"/>
                  </a:lnTo>
                  <a:lnTo>
                    <a:pt x="2270467" y="747854"/>
                  </a:lnTo>
                  <a:lnTo>
                    <a:pt x="2270479" y="747844"/>
                  </a:lnTo>
                  <a:lnTo>
                    <a:pt x="2270572" y="747772"/>
                  </a:lnTo>
                  <a:lnTo>
                    <a:pt x="2270593" y="747761"/>
                  </a:lnTo>
                  <a:lnTo>
                    <a:pt x="2270714" y="747700"/>
                  </a:lnTo>
                  <a:lnTo>
                    <a:pt x="2270765" y="747674"/>
                  </a:lnTo>
                  <a:lnTo>
                    <a:pt x="2270786" y="747682"/>
                  </a:lnTo>
                  <a:lnTo>
                    <a:pt x="2270899" y="747723"/>
                  </a:lnTo>
                  <a:lnTo>
                    <a:pt x="2271210" y="747708"/>
                  </a:lnTo>
                  <a:lnTo>
                    <a:pt x="2271295" y="747690"/>
                  </a:lnTo>
                  <a:lnTo>
                    <a:pt x="2271314" y="747686"/>
                  </a:lnTo>
                  <a:lnTo>
                    <a:pt x="2271561" y="747632"/>
                  </a:lnTo>
                  <a:lnTo>
                    <a:pt x="2271573" y="747629"/>
                  </a:lnTo>
                  <a:lnTo>
                    <a:pt x="2271766" y="747588"/>
                  </a:lnTo>
                  <a:lnTo>
                    <a:pt x="2271777" y="747585"/>
                  </a:lnTo>
                  <a:lnTo>
                    <a:pt x="2271994" y="747538"/>
                  </a:lnTo>
                  <a:lnTo>
                    <a:pt x="2272295" y="747323"/>
                  </a:lnTo>
                  <a:lnTo>
                    <a:pt x="2272375" y="747329"/>
                  </a:lnTo>
                  <a:lnTo>
                    <a:pt x="2272456" y="747336"/>
                  </a:lnTo>
                  <a:lnTo>
                    <a:pt x="2272500" y="747340"/>
                  </a:lnTo>
                  <a:lnTo>
                    <a:pt x="2272675" y="747354"/>
                  </a:lnTo>
                  <a:lnTo>
                    <a:pt x="2272721" y="747357"/>
                  </a:lnTo>
                  <a:lnTo>
                    <a:pt x="2272808" y="747386"/>
                  </a:lnTo>
                  <a:lnTo>
                    <a:pt x="2272875" y="747434"/>
                  </a:lnTo>
                  <a:lnTo>
                    <a:pt x="2272879" y="747437"/>
                  </a:lnTo>
                  <a:lnTo>
                    <a:pt x="2272892" y="747447"/>
                  </a:lnTo>
                  <a:lnTo>
                    <a:pt x="2273020" y="747539"/>
                  </a:lnTo>
                  <a:lnTo>
                    <a:pt x="2273069" y="747574"/>
                  </a:lnTo>
                  <a:lnTo>
                    <a:pt x="2273400" y="747812"/>
                  </a:lnTo>
                  <a:lnTo>
                    <a:pt x="2273713" y="748038"/>
                  </a:lnTo>
                  <a:lnTo>
                    <a:pt x="2273895" y="748329"/>
                  </a:lnTo>
                  <a:lnTo>
                    <a:pt x="2273907" y="748460"/>
                  </a:lnTo>
                  <a:lnTo>
                    <a:pt x="2273885" y="748528"/>
                  </a:lnTo>
                  <a:lnTo>
                    <a:pt x="2273873" y="748567"/>
                  </a:lnTo>
                  <a:lnTo>
                    <a:pt x="2273862" y="748600"/>
                  </a:lnTo>
                  <a:lnTo>
                    <a:pt x="2273901" y="748745"/>
                  </a:lnTo>
                  <a:lnTo>
                    <a:pt x="2273941" y="748899"/>
                  </a:lnTo>
                  <a:lnTo>
                    <a:pt x="2273953" y="748945"/>
                  </a:lnTo>
                  <a:lnTo>
                    <a:pt x="2274164" y="749506"/>
                  </a:lnTo>
                  <a:lnTo>
                    <a:pt x="2274266" y="749661"/>
                  </a:lnTo>
                  <a:lnTo>
                    <a:pt x="2274329" y="749757"/>
                  </a:lnTo>
                  <a:lnTo>
                    <a:pt x="2274354" y="749821"/>
                  </a:lnTo>
                  <a:lnTo>
                    <a:pt x="2274361" y="749840"/>
                  </a:lnTo>
                  <a:lnTo>
                    <a:pt x="2274363" y="749845"/>
                  </a:lnTo>
                  <a:lnTo>
                    <a:pt x="2274522" y="750263"/>
                  </a:lnTo>
                  <a:lnTo>
                    <a:pt x="2274564" y="750543"/>
                  </a:lnTo>
                  <a:lnTo>
                    <a:pt x="2274568" y="750571"/>
                  </a:lnTo>
                  <a:lnTo>
                    <a:pt x="2274555" y="750723"/>
                  </a:lnTo>
                  <a:lnTo>
                    <a:pt x="2274592" y="750863"/>
                  </a:lnTo>
                  <a:lnTo>
                    <a:pt x="2274634" y="751024"/>
                  </a:lnTo>
                  <a:lnTo>
                    <a:pt x="2274863" y="751025"/>
                  </a:lnTo>
                  <a:lnTo>
                    <a:pt x="2274886" y="750973"/>
                  </a:lnTo>
                  <a:lnTo>
                    <a:pt x="2274816" y="750788"/>
                  </a:lnTo>
                  <a:lnTo>
                    <a:pt x="2274803" y="750756"/>
                  </a:lnTo>
                  <a:lnTo>
                    <a:pt x="2274812" y="750742"/>
                  </a:lnTo>
                  <a:lnTo>
                    <a:pt x="2274857" y="750735"/>
                  </a:lnTo>
                  <a:lnTo>
                    <a:pt x="2274939" y="750722"/>
                  </a:lnTo>
                  <a:lnTo>
                    <a:pt x="2275198" y="750683"/>
                  </a:lnTo>
                  <a:lnTo>
                    <a:pt x="2275296" y="750716"/>
                  </a:lnTo>
                  <a:lnTo>
                    <a:pt x="2275357" y="750707"/>
                  </a:lnTo>
                  <a:lnTo>
                    <a:pt x="2275570" y="750678"/>
                  </a:lnTo>
                  <a:lnTo>
                    <a:pt x="2275726" y="750572"/>
                  </a:lnTo>
                  <a:lnTo>
                    <a:pt x="2275856" y="750389"/>
                  </a:lnTo>
                  <a:lnTo>
                    <a:pt x="2275894" y="750337"/>
                  </a:lnTo>
                  <a:lnTo>
                    <a:pt x="2275934" y="750281"/>
                  </a:lnTo>
                  <a:lnTo>
                    <a:pt x="2275957" y="750218"/>
                  </a:lnTo>
                  <a:lnTo>
                    <a:pt x="2275914" y="750194"/>
                  </a:lnTo>
                  <a:lnTo>
                    <a:pt x="2275863" y="750166"/>
                  </a:lnTo>
                  <a:lnTo>
                    <a:pt x="2275784" y="750235"/>
                  </a:lnTo>
                  <a:lnTo>
                    <a:pt x="2275643" y="750359"/>
                  </a:lnTo>
                  <a:lnTo>
                    <a:pt x="2275614" y="750385"/>
                  </a:lnTo>
                  <a:lnTo>
                    <a:pt x="2275468" y="750453"/>
                  </a:lnTo>
                  <a:lnTo>
                    <a:pt x="2275409" y="750469"/>
                  </a:lnTo>
                  <a:lnTo>
                    <a:pt x="2275392" y="750473"/>
                  </a:lnTo>
                  <a:lnTo>
                    <a:pt x="2275345" y="750486"/>
                  </a:lnTo>
                  <a:lnTo>
                    <a:pt x="2275302" y="750481"/>
                  </a:lnTo>
                  <a:lnTo>
                    <a:pt x="2275290" y="750479"/>
                  </a:lnTo>
                  <a:lnTo>
                    <a:pt x="2275237" y="750474"/>
                  </a:lnTo>
                  <a:lnTo>
                    <a:pt x="2275109" y="750459"/>
                  </a:lnTo>
                  <a:lnTo>
                    <a:pt x="2274779" y="750385"/>
                  </a:lnTo>
                  <a:lnTo>
                    <a:pt x="2274742" y="750360"/>
                  </a:lnTo>
                  <a:lnTo>
                    <a:pt x="2274609" y="749920"/>
                  </a:lnTo>
                  <a:lnTo>
                    <a:pt x="2274609" y="749913"/>
                  </a:lnTo>
                  <a:lnTo>
                    <a:pt x="2274609" y="749874"/>
                  </a:lnTo>
                  <a:lnTo>
                    <a:pt x="2274587" y="749833"/>
                  </a:lnTo>
                  <a:lnTo>
                    <a:pt x="2274558" y="749777"/>
                  </a:lnTo>
                  <a:lnTo>
                    <a:pt x="2274543" y="749749"/>
                  </a:lnTo>
                  <a:lnTo>
                    <a:pt x="2274538" y="749739"/>
                  </a:lnTo>
                  <a:lnTo>
                    <a:pt x="2274500" y="749667"/>
                  </a:lnTo>
                  <a:lnTo>
                    <a:pt x="2274482" y="749633"/>
                  </a:lnTo>
                  <a:lnTo>
                    <a:pt x="2274459" y="749613"/>
                  </a:lnTo>
                  <a:lnTo>
                    <a:pt x="2274414" y="749574"/>
                  </a:lnTo>
                  <a:lnTo>
                    <a:pt x="2274373" y="749540"/>
                  </a:lnTo>
                  <a:lnTo>
                    <a:pt x="2274229" y="749251"/>
                  </a:lnTo>
                  <a:lnTo>
                    <a:pt x="2274176" y="748990"/>
                  </a:lnTo>
                  <a:lnTo>
                    <a:pt x="2274176" y="748959"/>
                  </a:lnTo>
                  <a:lnTo>
                    <a:pt x="2274176" y="748766"/>
                  </a:lnTo>
                  <a:lnTo>
                    <a:pt x="2273960" y="748056"/>
                  </a:lnTo>
                  <a:lnTo>
                    <a:pt x="2273541" y="747580"/>
                  </a:lnTo>
                  <a:lnTo>
                    <a:pt x="2273330" y="747371"/>
                  </a:lnTo>
                  <a:lnTo>
                    <a:pt x="2273010" y="747279"/>
                  </a:lnTo>
                  <a:lnTo>
                    <a:pt x="2272627" y="747170"/>
                  </a:lnTo>
                  <a:lnTo>
                    <a:pt x="2272610" y="747146"/>
                  </a:lnTo>
                  <a:lnTo>
                    <a:pt x="2272798" y="746659"/>
                  </a:lnTo>
                  <a:lnTo>
                    <a:pt x="2272857" y="746639"/>
                  </a:lnTo>
                  <a:lnTo>
                    <a:pt x="2273010" y="746692"/>
                  </a:lnTo>
                  <a:lnTo>
                    <a:pt x="2273154" y="746741"/>
                  </a:lnTo>
                  <a:lnTo>
                    <a:pt x="2273343" y="746806"/>
                  </a:lnTo>
                  <a:lnTo>
                    <a:pt x="2273386" y="746812"/>
                  </a:lnTo>
                  <a:lnTo>
                    <a:pt x="2273460" y="746822"/>
                  </a:lnTo>
                  <a:lnTo>
                    <a:pt x="2273479" y="746806"/>
                  </a:lnTo>
                  <a:lnTo>
                    <a:pt x="2273433" y="746745"/>
                  </a:lnTo>
                  <a:lnTo>
                    <a:pt x="2273357" y="746643"/>
                  </a:lnTo>
                  <a:lnTo>
                    <a:pt x="2273338" y="746633"/>
                  </a:lnTo>
                  <a:lnTo>
                    <a:pt x="2273150" y="746536"/>
                  </a:lnTo>
                  <a:lnTo>
                    <a:pt x="2273040" y="746430"/>
                  </a:lnTo>
                  <a:lnTo>
                    <a:pt x="2272879" y="746212"/>
                  </a:lnTo>
                  <a:lnTo>
                    <a:pt x="2272937" y="745967"/>
                  </a:lnTo>
                  <a:lnTo>
                    <a:pt x="2273008" y="745819"/>
                  </a:lnTo>
                  <a:lnTo>
                    <a:pt x="2273017" y="745799"/>
                  </a:lnTo>
                  <a:lnTo>
                    <a:pt x="2273139" y="745637"/>
                  </a:lnTo>
                  <a:lnTo>
                    <a:pt x="2273197" y="745515"/>
                  </a:lnTo>
                  <a:lnTo>
                    <a:pt x="2273208" y="745446"/>
                  </a:lnTo>
                  <a:lnTo>
                    <a:pt x="2273190" y="745157"/>
                  </a:lnTo>
                  <a:lnTo>
                    <a:pt x="2273151" y="745025"/>
                  </a:lnTo>
                  <a:lnTo>
                    <a:pt x="2273053" y="744690"/>
                  </a:lnTo>
                  <a:lnTo>
                    <a:pt x="2272926" y="744525"/>
                  </a:lnTo>
                  <a:lnTo>
                    <a:pt x="2272769" y="744394"/>
                  </a:lnTo>
                  <a:lnTo>
                    <a:pt x="2272738" y="744383"/>
                  </a:lnTo>
                  <a:lnTo>
                    <a:pt x="2272588" y="744326"/>
                  </a:lnTo>
                  <a:lnTo>
                    <a:pt x="2272505" y="744312"/>
                  </a:lnTo>
                  <a:lnTo>
                    <a:pt x="2272448" y="744239"/>
                  </a:lnTo>
                  <a:lnTo>
                    <a:pt x="2272242" y="743974"/>
                  </a:lnTo>
                  <a:lnTo>
                    <a:pt x="2272121" y="743837"/>
                  </a:lnTo>
                  <a:lnTo>
                    <a:pt x="2271852" y="743532"/>
                  </a:lnTo>
                  <a:lnTo>
                    <a:pt x="2271661" y="743359"/>
                  </a:lnTo>
                  <a:lnTo>
                    <a:pt x="2271426" y="743182"/>
                  </a:lnTo>
                  <a:lnTo>
                    <a:pt x="2271411" y="743174"/>
                  </a:lnTo>
                  <a:lnTo>
                    <a:pt x="2271105" y="743023"/>
                  </a:lnTo>
                  <a:lnTo>
                    <a:pt x="2271042" y="742992"/>
                  </a:lnTo>
                  <a:lnTo>
                    <a:pt x="2270967" y="742955"/>
                  </a:lnTo>
                  <a:lnTo>
                    <a:pt x="2270949" y="742937"/>
                  </a:lnTo>
                  <a:lnTo>
                    <a:pt x="2270876" y="742860"/>
                  </a:lnTo>
                  <a:lnTo>
                    <a:pt x="2270905" y="742748"/>
                  </a:lnTo>
                  <a:lnTo>
                    <a:pt x="2270911" y="742722"/>
                  </a:lnTo>
                  <a:lnTo>
                    <a:pt x="2270968" y="742656"/>
                  </a:lnTo>
                  <a:lnTo>
                    <a:pt x="2270999" y="742645"/>
                  </a:lnTo>
                  <a:lnTo>
                    <a:pt x="2271124" y="742603"/>
                  </a:lnTo>
                  <a:lnTo>
                    <a:pt x="2271221" y="742570"/>
                  </a:lnTo>
                  <a:lnTo>
                    <a:pt x="2271596" y="742442"/>
                  </a:lnTo>
                  <a:lnTo>
                    <a:pt x="2271750" y="742351"/>
                  </a:lnTo>
                  <a:lnTo>
                    <a:pt x="2272078" y="742156"/>
                  </a:lnTo>
                  <a:lnTo>
                    <a:pt x="2272118" y="742119"/>
                  </a:lnTo>
                  <a:lnTo>
                    <a:pt x="2272369" y="741889"/>
                  </a:lnTo>
                  <a:lnTo>
                    <a:pt x="2272481" y="741705"/>
                  </a:lnTo>
                  <a:lnTo>
                    <a:pt x="2272547" y="741490"/>
                  </a:lnTo>
                  <a:lnTo>
                    <a:pt x="2272594" y="741153"/>
                  </a:lnTo>
                  <a:lnTo>
                    <a:pt x="2272590" y="741123"/>
                  </a:lnTo>
                  <a:lnTo>
                    <a:pt x="2272575" y="740998"/>
                  </a:lnTo>
                  <a:lnTo>
                    <a:pt x="2272573" y="740978"/>
                  </a:lnTo>
                  <a:lnTo>
                    <a:pt x="2272394" y="740903"/>
                  </a:lnTo>
                  <a:lnTo>
                    <a:pt x="2272368" y="740892"/>
                  </a:lnTo>
                  <a:lnTo>
                    <a:pt x="2272345" y="740871"/>
                  </a:lnTo>
                  <a:lnTo>
                    <a:pt x="2272321" y="740848"/>
                  </a:lnTo>
                  <a:lnTo>
                    <a:pt x="2272229" y="740761"/>
                  </a:lnTo>
                  <a:lnTo>
                    <a:pt x="2272231" y="740733"/>
                  </a:lnTo>
                  <a:lnTo>
                    <a:pt x="2272239" y="740587"/>
                  </a:lnTo>
                  <a:lnTo>
                    <a:pt x="2272197" y="740367"/>
                  </a:lnTo>
                  <a:lnTo>
                    <a:pt x="2271974" y="740359"/>
                  </a:lnTo>
                  <a:lnTo>
                    <a:pt x="2271931" y="740334"/>
                  </a:lnTo>
                  <a:lnTo>
                    <a:pt x="2271685" y="740192"/>
                  </a:lnTo>
                  <a:lnTo>
                    <a:pt x="2271659" y="740145"/>
                  </a:lnTo>
                  <a:lnTo>
                    <a:pt x="2271579" y="740002"/>
                  </a:lnTo>
                  <a:lnTo>
                    <a:pt x="2271626" y="739595"/>
                  </a:lnTo>
                  <a:lnTo>
                    <a:pt x="2271633" y="739533"/>
                  </a:lnTo>
                  <a:lnTo>
                    <a:pt x="2271648" y="739400"/>
                  </a:lnTo>
                  <a:lnTo>
                    <a:pt x="2271652" y="739393"/>
                  </a:lnTo>
                  <a:lnTo>
                    <a:pt x="2271728" y="739239"/>
                  </a:lnTo>
                  <a:lnTo>
                    <a:pt x="2271781" y="739243"/>
                  </a:lnTo>
                  <a:lnTo>
                    <a:pt x="2271888" y="739251"/>
                  </a:lnTo>
                  <a:lnTo>
                    <a:pt x="2271945" y="739255"/>
                  </a:lnTo>
                  <a:lnTo>
                    <a:pt x="2272002" y="739260"/>
                  </a:lnTo>
                  <a:lnTo>
                    <a:pt x="2272316" y="739239"/>
                  </a:lnTo>
                  <a:lnTo>
                    <a:pt x="2272373" y="739235"/>
                  </a:lnTo>
                  <a:lnTo>
                    <a:pt x="2272514" y="739209"/>
                  </a:lnTo>
                  <a:lnTo>
                    <a:pt x="2272536" y="739205"/>
                  </a:lnTo>
                  <a:lnTo>
                    <a:pt x="2272765" y="739074"/>
                  </a:lnTo>
                  <a:lnTo>
                    <a:pt x="2272868" y="738927"/>
                  </a:lnTo>
                  <a:lnTo>
                    <a:pt x="2273122" y="738561"/>
                  </a:lnTo>
                  <a:lnTo>
                    <a:pt x="2273335" y="738302"/>
                  </a:lnTo>
                  <a:lnTo>
                    <a:pt x="2273492" y="738245"/>
                  </a:lnTo>
                  <a:lnTo>
                    <a:pt x="2273537" y="738191"/>
                  </a:lnTo>
                  <a:lnTo>
                    <a:pt x="2273590" y="738128"/>
                  </a:lnTo>
                  <a:lnTo>
                    <a:pt x="2273718" y="737976"/>
                  </a:lnTo>
                  <a:lnTo>
                    <a:pt x="2273784" y="737840"/>
                  </a:lnTo>
                  <a:lnTo>
                    <a:pt x="2273940" y="737599"/>
                  </a:lnTo>
                  <a:lnTo>
                    <a:pt x="2273993" y="737517"/>
                  </a:lnTo>
                  <a:lnTo>
                    <a:pt x="2274216" y="737427"/>
                  </a:lnTo>
                  <a:lnTo>
                    <a:pt x="2274364" y="737347"/>
                  </a:lnTo>
                  <a:lnTo>
                    <a:pt x="2274442" y="737251"/>
                  </a:lnTo>
                  <a:lnTo>
                    <a:pt x="2274715" y="736595"/>
                  </a:lnTo>
                  <a:lnTo>
                    <a:pt x="2274705" y="736524"/>
                  </a:lnTo>
                  <a:lnTo>
                    <a:pt x="2274658" y="736462"/>
                  </a:lnTo>
                  <a:lnTo>
                    <a:pt x="2274623" y="736361"/>
                  </a:lnTo>
                  <a:lnTo>
                    <a:pt x="2274631" y="736344"/>
                  </a:lnTo>
                  <a:lnTo>
                    <a:pt x="2274673" y="736254"/>
                  </a:lnTo>
                  <a:lnTo>
                    <a:pt x="2274687" y="736222"/>
                  </a:lnTo>
                  <a:lnTo>
                    <a:pt x="2274760" y="736256"/>
                  </a:lnTo>
                  <a:lnTo>
                    <a:pt x="2274910" y="736324"/>
                  </a:lnTo>
                  <a:lnTo>
                    <a:pt x="2275109" y="736415"/>
                  </a:lnTo>
                  <a:lnTo>
                    <a:pt x="2275128" y="736423"/>
                  </a:lnTo>
                  <a:lnTo>
                    <a:pt x="2275155" y="736435"/>
                  </a:lnTo>
                  <a:lnTo>
                    <a:pt x="2275301" y="736502"/>
                  </a:lnTo>
                  <a:lnTo>
                    <a:pt x="2275417" y="736555"/>
                  </a:lnTo>
                  <a:lnTo>
                    <a:pt x="2275534" y="736608"/>
                  </a:lnTo>
                  <a:lnTo>
                    <a:pt x="2275829" y="736689"/>
                  </a:lnTo>
                  <a:lnTo>
                    <a:pt x="2276116" y="736684"/>
                  </a:lnTo>
                  <a:lnTo>
                    <a:pt x="2276179" y="736675"/>
                  </a:lnTo>
                  <a:lnTo>
                    <a:pt x="2276210" y="736670"/>
                  </a:lnTo>
                  <a:lnTo>
                    <a:pt x="2276455" y="736636"/>
                  </a:lnTo>
                  <a:lnTo>
                    <a:pt x="2276748" y="736594"/>
                  </a:lnTo>
                  <a:lnTo>
                    <a:pt x="2276923" y="736569"/>
                  </a:lnTo>
                  <a:lnTo>
                    <a:pt x="2276996" y="736547"/>
                  </a:lnTo>
                  <a:lnTo>
                    <a:pt x="2277089" y="736519"/>
                  </a:lnTo>
                  <a:lnTo>
                    <a:pt x="2277136" y="736498"/>
                  </a:lnTo>
                  <a:lnTo>
                    <a:pt x="2277224" y="736457"/>
                  </a:lnTo>
                  <a:lnTo>
                    <a:pt x="2277304" y="736421"/>
                  </a:lnTo>
                  <a:lnTo>
                    <a:pt x="2277369" y="736392"/>
                  </a:lnTo>
                  <a:lnTo>
                    <a:pt x="2277419" y="736351"/>
                  </a:lnTo>
                  <a:lnTo>
                    <a:pt x="2277460" y="736318"/>
                  </a:lnTo>
                  <a:lnTo>
                    <a:pt x="2277527" y="736263"/>
                  </a:lnTo>
                  <a:lnTo>
                    <a:pt x="2277567" y="736231"/>
                  </a:lnTo>
                  <a:lnTo>
                    <a:pt x="2277630" y="736220"/>
                  </a:lnTo>
                  <a:lnTo>
                    <a:pt x="2278031" y="736230"/>
                  </a:lnTo>
                  <a:lnTo>
                    <a:pt x="2278052" y="736230"/>
                  </a:lnTo>
                  <a:lnTo>
                    <a:pt x="2278163" y="736197"/>
                  </a:lnTo>
                  <a:lnTo>
                    <a:pt x="2278187" y="736178"/>
                  </a:lnTo>
                  <a:lnTo>
                    <a:pt x="2278679" y="735789"/>
                  </a:lnTo>
                  <a:lnTo>
                    <a:pt x="2278715" y="735761"/>
                  </a:lnTo>
                  <a:lnTo>
                    <a:pt x="2278925" y="735594"/>
                  </a:lnTo>
                  <a:lnTo>
                    <a:pt x="2279020" y="735496"/>
                  </a:lnTo>
                  <a:lnTo>
                    <a:pt x="2279096" y="735381"/>
                  </a:lnTo>
                  <a:lnTo>
                    <a:pt x="2279162" y="735282"/>
                  </a:lnTo>
                  <a:lnTo>
                    <a:pt x="2279239" y="735167"/>
                  </a:lnTo>
                  <a:lnTo>
                    <a:pt x="2279250" y="735125"/>
                  </a:lnTo>
                  <a:lnTo>
                    <a:pt x="2279343" y="734790"/>
                  </a:lnTo>
                  <a:lnTo>
                    <a:pt x="2279343" y="734753"/>
                  </a:lnTo>
                  <a:lnTo>
                    <a:pt x="2279343" y="734690"/>
                  </a:lnTo>
                  <a:lnTo>
                    <a:pt x="2279312" y="734577"/>
                  </a:lnTo>
                  <a:lnTo>
                    <a:pt x="2279407" y="734471"/>
                  </a:lnTo>
                  <a:lnTo>
                    <a:pt x="2279453" y="734462"/>
                  </a:lnTo>
                  <a:lnTo>
                    <a:pt x="2279782" y="734398"/>
                  </a:lnTo>
                  <a:lnTo>
                    <a:pt x="2279864" y="734405"/>
                  </a:lnTo>
                  <a:lnTo>
                    <a:pt x="2280164" y="734429"/>
                  </a:lnTo>
                  <a:lnTo>
                    <a:pt x="2280439" y="734377"/>
                  </a:lnTo>
                  <a:lnTo>
                    <a:pt x="2280624" y="734293"/>
                  </a:lnTo>
                  <a:lnTo>
                    <a:pt x="2280723" y="734168"/>
                  </a:lnTo>
                  <a:lnTo>
                    <a:pt x="2280745" y="734140"/>
                  </a:lnTo>
                  <a:lnTo>
                    <a:pt x="2280862" y="733909"/>
                  </a:lnTo>
                  <a:lnTo>
                    <a:pt x="2281089" y="733554"/>
                  </a:lnTo>
                  <a:lnTo>
                    <a:pt x="2281224" y="733514"/>
                  </a:lnTo>
                  <a:lnTo>
                    <a:pt x="2281302" y="733527"/>
                  </a:lnTo>
                  <a:lnTo>
                    <a:pt x="2281420" y="733575"/>
                  </a:lnTo>
                  <a:lnTo>
                    <a:pt x="2281568" y="733572"/>
                  </a:lnTo>
                  <a:lnTo>
                    <a:pt x="2281647" y="733539"/>
                  </a:lnTo>
                  <a:lnTo>
                    <a:pt x="2281745" y="733473"/>
                  </a:lnTo>
                  <a:lnTo>
                    <a:pt x="2282022" y="733175"/>
                  </a:lnTo>
                  <a:lnTo>
                    <a:pt x="2282038" y="733159"/>
                  </a:lnTo>
                  <a:lnTo>
                    <a:pt x="2282068" y="733126"/>
                  </a:lnTo>
                  <a:lnTo>
                    <a:pt x="2282127" y="733063"/>
                  </a:lnTo>
                  <a:lnTo>
                    <a:pt x="2282237" y="732945"/>
                  </a:lnTo>
                  <a:lnTo>
                    <a:pt x="2282297" y="732881"/>
                  </a:lnTo>
                  <a:lnTo>
                    <a:pt x="2282161" y="732640"/>
                  </a:lnTo>
                  <a:lnTo>
                    <a:pt x="2282234" y="732586"/>
                  </a:lnTo>
                  <a:lnTo>
                    <a:pt x="2282400" y="732560"/>
                  </a:lnTo>
                  <a:lnTo>
                    <a:pt x="2282710" y="732552"/>
                  </a:lnTo>
                  <a:lnTo>
                    <a:pt x="2283179" y="732849"/>
                  </a:lnTo>
                  <a:lnTo>
                    <a:pt x="2283155" y="732959"/>
                  </a:lnTo>
                  <a:lnTo>
                    <a:pt x="2283169" y="733178"/>
                  </a:lnTo>
                  <a:lnTo>
                    <a:pt x="2283597" y="733218"/>
                  </a:lnTo>
                  <a:lnTo>
                    <a:pt x="2284077" y="733391"/>
                  </a:lnTo>
                  <a:lnTo>
                    <a:pt x="2284071" y="733545"/>
                  </a:lnTo>
                  <a:lnTo>
                    <a:pt x="2284066" y="733688"/>
                  </a:lnTo>
                  <a:lnTo>
                    <a:pt x="2284269" y="733721"/>
                  </a:lnTo>
                  <a:lnTo>
                    <a:pt x="2284372" y="733706"/>
                  </a:lnTo>
                  <a:lnTo>
                    <a:pt x="2284404" y="733701"/>
                  </a:lnTo>
                  <a:lnTo>
                    <a:pt x="2284399" y="733602"/>
                  </a:lnTo>
                  <a:lnTo>
                    <a:pt x="2284391" y="733469"/>
                  </a:lnTo>
                  <a:lnTo>
                    <a:pt x="2284384" y="733341"/>
                  </a:lnTo>
                  <a:lnTo>
                    <a:pt x="2284378" y="733231"/>
                  </a:lnTo>
                  <a:lnTo>
                    <a:pt x="2284941" y="733140"/>
                  </a:lnTo>
                  <a:lnTo>
                    <a:pt x="2284939" y="733106"/>
                  </a:lnTo>
                  <a:lnTo>
                    <a:pt x="2284932" y="732983"/>
                  </a:lnTo>
                  <a:lnTo>
                    <a:pt x="2284926" y="732873"/>
                  </a:lnTo>
                  <a:lnTo>
                    <a:pt x="2284923" y="732823"/>
                  </a:lnTo>
                  <a:lnTo>
                    <a:pt x="2285188" y="732787"/>
                  </a:lnTo>
                  <a:lnTo>
                    <a:pt x="2285230" y="732781"/>
                  </a:lnTo>
                  <a:lnTo>
                    <a:pt x="2285365" y="732748"/>
                  </a:lnTo>
                  <a:lnTo>
                    <a:pt x="2285465" y="732724"/>
                  </a:lnTo>
                  <a:lnTo>
                    <a:pt x="2285877" y="732623"/>
                  </a:lnTo>
                  <a:lnTo>
                    <a:pt x="2286126" y="732563"/>
                  </a:lnTo>
                  <a:lnTo>
                    <a:pt x="2286176" y="732524"/>
                  </a:lnTo>
                  <a:lnTo>
                    <a:pt x="2286244" y="732472"/>
                  </a:lnTo>
                  <a:lnTo>
                    <a:pt x="2286284" y="732104"/>
                  </a:lnTo>
                  <a:lnTo>
                    <a:pt x="2286404" y="731710"/>
                  </a:lnTo>
                  <a:lnTo>
                    <a:pt x="2286715" y="731477"/>
                  </a:lnTo>
                  <a:lnTo>
                    <a:pt x="2287120" y="731175"/>
                  </a:lnTo>
                  <a:lnTo>
                    <a:pt x="2287783" y="730678"/>
                  </a:lnTo>
                  <a:lnTo>
                    <a:pt x="2287973" y="730537"/>
                  </a:lnTo>
                  <a:lnTo>
                    <a:pt x="2288249" y="730486"/>
                  </a:lnTo>
                  <a:lnTo>
                    <a:pt x="2288583" y="730426"/>
                  </a:lnTo>
                  <a:lnTo>
                    <a:pt x="2288722" y="730419"/>
                  </a:lnTo>
                  <a:lnTo>
                    <a:pt x="2288833" y="730347"/>
                  </a:lnTo>
                  <a:lnTo>
                    <a:pt x="2288177" y="729790"/>
                  </a:lnTo>
                  <a:lnTo>
                    <a:pt x="2288271" y="729704"/>
                  </a:lnTo>
                  <a:lnTo>
                    <a:pt x="2287917" y="729371"/>
                  </a:lnTo>
                  <a:lnTo>
                    <a:pt x="2288165" y="729015"/>
                  </a:lnTo>
                  <a:lnTo>
                    <a:pt x="2288291" y="728833"/>
                  </a:lnTo>
                  <a:lnTo>
                    <a:pt x="2287898" y="728514"/>
                  </a:lnTo>
                  <a:lnTo>
                    <a:pt x="2287355" y="729015"/>
                  </a:lnTo>
                  <a:lnTo>
                    <a:pt x="2287038" y="729307"/>
                  </a:lnTo>
                  <a:lnTo>
                    <a:pt x="2286956" y="729382"/>
                  </a:lnTo>
                  <a:lnTo>
                    <a:pt x="2286904" y="729433"/>
                  </a:lnTo>
                  <a:lnTo>
                    <a:pt x="2286859" y="729450"/>
                  </a:lnTo>
                  <a:lnTo>
                    <a:pt x="2285521" y="729757"/>
                  </a:lnTo>
                  <a:lnTo>
                    <a:pt x="2285444" y="729514"/>
                  </a:lnTo>
                  <a:lnTo>
                    <a:pt x="2285441" y="729496"/>
                  </a:lnTo>
                  <a:lnTo>
                    <a:pt x="2285448" y="729482"/>
                  </a:lnTo>
                  <a:lnTo>
                    <a:pt x="2285581" y="729356"/>
                  </a:lnTo>
                  <a:lnTo>
                    <a:pt x="2285622" y="729320"/>
                  </a:lnTo>
                  <a:lnTo>
                    <a:pt x="2285694" y="729288"/>
                  </a:lnTo>
                  <a:lnTo>
                    <a:pt x="2286328" y="729134"/>
                  </a:lnTo>
                  <a:lnTo>
                    <a:pt x="2286660" y="729062"/>
                  </a:lnTo>
                  <a:lnTo>
                    <a:pt x="2286732" y="729040"/>
                  </a:lnTo>
                  <a:lnTo>
                    <a:pt x="2286764" y="729015"/>
                  </a:lnTo>
                  <a:lnTo>
                    <a:pt x="2287405" y="728387"/>
                  </a:lnTo>
                  <a:lnTo>
                    <a:pt x="2287474" y="728346"/>
                  </a:lnTo>
                  <a:lnTo>
                    <a:pt x="2287746" y="728181"/>
                  </a:lnTo>
                  <a:lnTo>
                    <a:pt x="2287757" y="728174"/>
                  </a:lnTo>
                  <a:lnTo>
                    <a:pt x="2287925" y="728074"/>
                  </a:lnTo>
                  <a:lnTo>
                    <a:pt x="2288048" y="728012"/>
                  </a:lnTo>
                  <a:lnTo>
                    <a:pt x="2288289" y="727892"/>
                  </a:lnTo>
                  <a:lnTo>
                    <a:pt x="2288460" y="727806"/>
                  </a:lnTo>
                  <a:lnTo>
                    <a:pt x="2288568" y="727719"/>
                  </a:lnTo>
                  <a:lnTo>
                    <a:pt x="2288688" y="727623"/>
                  </a:lnTo>
                  <a:lnTo>
                    <a:pt x="2288657" y="727564"/>
                  </a:lnTo>
                  <a:lnTo>
                    <a:pt x="2288282" y="727203"/>
                  </a:lnTo>
                  <a:lnTo>
                    <a:pt x="2289069" y="727071"/>
                  </a:lnTo>
                  <a:lnTo>
                    <a:pt x="2289149" y="727257"/>
                  </a:lnTo>
                  <a:lnTo>
                    <a:pt x="2289578" y="727155"/>
                  </a:lnTo>
                  <a:lnTo>
                    <a:pt x="2289596" y="727151"/>
                  </a:lnTo>
                  <a:lnTo>
                    <a:pt x="2290072" y="726997"/>
                  </a:lnTo>
                  <a:lnTo>
                    <a:pt x="2290531" y="726903"/>
                  </a:lnTo>
                  <a:lnTo>
                    <a:pt x="2290583" y="727122"/>
                  </a:lnTo>
                  <a:lnTo>
                    <a:pt x="2290955" y="727103"/>
                  </a:lnTo>
                  <a:lnTo>
                    <a:pt x="2291030" y="727066"/>
                  </a:lnTo>
                  <a:lnTo>
                    <a:pt x="2291082" y="727040"/>
                  </a:lnTo>
                  <a:lnTo>
                    <a:pt x="2291202" y="726954"/>
                  </a:lnTo>
                  <a:lnTo>
                    <a:pt x="2291220" y="726933"/>
                  </a:lnTo>
                  <a:lnTo>
                    <a:pt x="2291127" y="726674"/>
                  </a:lnTo>
                  <a:lnTo>
                    <a:pt x="2291108" y="726621"/>
                  </a:lnTo>
                  <a:lnTo>
                    <a:pt x="2291588" y="726079"/>
                  </a:lnTo>
                  <a:lnTo>
                    <a:pt x="2291999" y="725738"/>
                  </a:lnTo>
                  <a:lnTo>
                    <a:pt x="2292175" y="726019"/>
                  </a:lnTo>
                  <a:lnTo>
                    <a:pt x="2292389" y="725841"/>
                  </a:lnTo>
                  <a:lnTo>
                    <a:pt x="2292946" y="725353"/>
                  </a:lnTo>
                  <a:lnTo>
                    <a:pt x="2293085" y="725196"/>
                  </a:lnTo>
                  <a:lnTo>
                    <a:pt x="2293198" y="725033"/>
                  </a:lnTo>
                  <a:lnTo>
                    <a:pt x="2293302" y="724844"/>
                  </a:lnTo>
                  <a:lnTo>
                    <a:pt x="2293337" y="724728"/>
                  </a:lnTo>
                  <a:lnTo>
                    <a:pt x="2293349" y="724666"/>
                  </a:lnTo>
                  <a:lnTo>
                    <a:pt x="2293376" y="724528"/>
                  </a:lnTo>
                  <a:lnTo>
                    <a:pt x="2293386" y="724355"/>
                  </a:lnTo>
                  <a:lnTo>
                    <a:pt x="2293376" y="724263"/>
                  </a:lnTo>
                  <a:lnTo>
                    <a:pt x="2293432" y="723868"/>
                  </a:lnTo>
                  <a:lnTo>
                    <a:pt x="2293488" y="723830"/>
                  </a:lnTo>
                  <a:lnTo>
                    <a:pt x="2293830" y="723595"/>
                  </a:lnTo>
                  <a:lnTo>
                    <a:pt x="2293913" y="723528"/>
                  </a:lnTo>
                  <a:lnTo>
                    <a:pt x="2294012" y="723371"/>
                  </a:lnTo>
                  <a:lnTo>
                    <a:pt x="2294046" y="723274"/>
                  </a:lnTo>
                  <a:lnTo>
                    <a:pt x="2294068" y="723186"/>
                  </a:lnTo>
                  <a:lnTo>
                    <a:pt x="2294309" y="722960"/>
                  </a:lnTo>
                  <a:lnTo>
                    <a:pt x="2294338" y="722933"/>
                  </a:lnTo>
                  <a:lnTo>
                    <a:pt x="2294354" y="722918"/>
                  </a:lnTo>
                  <a:lnTo>
                    <a:pt x="2294406" y="722869"/>
                  </a:lnTo>
                  <a:lnTo>
                    <a:pt x="2294447" y="722831"/>
                  </a:lnTo>
                  <a:lnTo>
                    <a:pt x="2294456" y="722822"/>
                  </a:lnTo>
                  <a:lnTo>
                    <a:pt x="2294645" y="722645"/>
                  </a:lnTo>
                  <a:lnTo>
                    <a:pt x="2294656" y="722649"/>
                  </a:lnTo>
                  <a:lnTo>
                    <a:pt x="2294706" y="722663"/>
                  </a:lnTo>
                  <a:lnTo>
                    <a:pt x="2294902" y="722747"/>
                  </a:lnTo>
                  <a:lnTo>
                    <a:pt x="2294923" y="722756"/>
                  </a:lnTo>
                  <a:lnTo>
                    <a:pt x="2295472" y="722706"/>
                  </a:lnTo>
                  <a:lnTo>
                    <a:pt x="2295557" y="722698"/>
                  </a:lnTo>
                  <a:lnTo>
                    <a:pt x="2296059" y="722526"/>
                  </a:lnTo>
                  <a:lnTo>
                    <a:pt x="2296281" y="722409"/>
                  </a:lnTo>
                  <a:lnTo>
                    <a:pt x="2296333" y="722381"/>
                  </a:lnTo>
                  <a:lnTo>
                    <a:pt x="2296563" y="722224"/>
                  </a:lnTo>
                  <a:lnTo>
                    <a:pt x="2296732" y="722073"/>
                  </a:lnTo>
                  <a:lnTo>
                    <a:pt x="2296808" y="721970"/>
                  </a:lnTo>
                  <a:lnTo>
                    <a:pt x="2296853" y="721866"/>
                  </a:lnTo>
                  <a:lnTo>
                    <a:pt x="2296963" y="721614"/>
                  </a:lnTo>
                  <a:lnTo>
                    <a:pt x="2296990" y="721554"/>
                  </a:lnTo>
                  <a:lnTo>
                    <a:pt x="2297036" y="721388"/>
                  </a:lnTo>
                  <a:lnTo>
                    <a:pt x="2297061" y="721277"/>
                  </a:lnTo>
                  <a:lnTo>
                    <a:pt x="2297091" y="721150"/>
                  </a:lnTo>
                  <a:lnTo>
                    <a:pt x="2297137" y="720916"/>
                  </a:lnTo>
                  <a:lnTo>
                    <a:pt x="2297147" y="720865"/>
                  </a:lnTo>
                  <a:lnTo>
                    <a:pt x="2297161" y="720738"/>
                  </a:lnTo>
                  <a:lnTo>
                    <a:pt x="2297159" y="720576"/>
                  </a:lnTo>
                  <a:lnTo>
                    <a:pt x="2297143" y="720354"/>
                  </a:lnTo>
                  <a:lnTo>
                    <a:pt x="2297137" y="720314"/>
                  </a:lnTo>
                  <a:lnTo>
                    <a:pt x="2297097" y="720016"/>
                  </a:lnTo>
                  <a:lnTo>
                    <a:pt x="2297086" y="719983"/>
                  </a:lnTo>
                  <a:lnTo>
                    <a:pt x="2297075" y="719945"/>
                  </a:lnTo>
                  <a:lnTo>
                    <a:pt x="2297031" y="719799"/>
                  </a:lnTo>
                  <a:lnTo>
                    <a:pt x="2297011" y="719748"/>
                  </a:lnTo>
                  <a:lnTo>
                    <a:pt x="2296975" y="719655"/>
                  </a:lnTo>
                  <a:lnTo>
                    <a:pt x="2296881" y="719492"/>
                  </a:lnTo>
                  <a:lnTo>
                    <a:pt x="2296804" y="719385"/>
                  </a:lnTo>
                  <a:lnTo>
                    <a:pt x="2296751" y="719319"/>
                  </a:lnTo>
                  <a:lnTo>
                    <a:pt x="2296737" y="719305"/>
                  </a:lnTo>
                  <a:lnTo>
                    <a:pt x="2296680" y="719262"/>
                  </a:lnTo>
                  <a:lnTo>
                    <a:pt x="2296649" y="719239"/>
                  </a:lnTo>
                  <a:lnTo>
                    <a:pt x="2296604" y="719218"/>
                  </a:lnTo>
                  <a:lnTo>
                    <a:pt x="2296518" y="719218"/>
                  </a:lnTo>
                  <a:lnTo>
                    <a:pt x="2296501" y="719226"/>
                  </a:lnTo>
                  <a:lnTo>
                    <a:pt x="2296326" y="719303"/>
                  </a:lnTo>
                  <a:lnTo>
                    <a:pt x="2296226" y="719425"/>
                  </a:lnTo>
                  <a:lnTo>
                    <a:pt x="2296178" y="719454"/>
                  </a:lnTo>
                  <a:lnTo>
                    <a:pt x="2296148" y="719456"/>
                  </a:lnTo>
                  <a:lnTo>
                    <a:pt x="2296055" y="719427"/>
                  </a:lnTo>
                  <a:lnTo>
                    <a:pt x="2295951" y="719373"/>
                  </a:lnTo>
                  <a:lnTo>
                    <a:pt x="2295943" y="719360"/>
                  </a:lnTo>
                  <a:lnTo>
                    <a:pt x="2295948" y="719341"/>
                  </a:lnTo>
                  <a:lnTo>
                    <a:pt x="2295988" y="719247"/>
                  </a:lnTo>
                  <a:lnTo>
                    <a:pt x="2296129" y="719036"/>
                  </a:lnTo>
                  <a:lnTo>
                    <a:pt x="2296339" y="718961"/>
                  </a:lnTo>
                  <a:lnTo>
                    <a:pt x="2296344" y="718890"/>
                  </a:lnTo>
                  <a:lnTo>
                    <a:pt x="2294789" y="718496"/>
                  </a:lnTo>
                  <a:lnTo>
                    <a:pt x="2294741" y="718473"/>
                  </a:lnTo>
                  <a:lnTo>
                    <a:pt x="2294709" y="718447"/>
                  </a:lnTo>
                  <a:lnTo>
                    <a:pt x="2294696" y="718437"/>
                  </a:lnTo>
                  <a:lnTo>
                    <a:pt x="2294569" y="718209"/>
                  </a:lnTo>
                  <a:lnTo>
                    <a:pt x="2294589" y="718196"/>
                  </a:lnTo>
                  <a:lnTo>
                    <a:pt x="2294717" y="718199"/>
                  </a:lnTo>
                  <a:lnTo>
                    <a:pt x="2294802" y="718201"/>
                  </a:lnTo>
                  <a:lnTo>
                    <a:pt x="2294956" y="718205"/>
                  </a:lnTo>
                  <a:lnTo>
                    <a:pt x="2295172" y="718241"/>
                  </a:lnTo>
                  <a:lnTo>
                    <a:pt x="2295181" y="718242"/>
                  </a:lnTo>
                  <a:lnTo>
                    <a:pt x="2297627" y="718220"/>
                  </a:lnTo>
                  <a:lnTo>
                    <a:pt x="2297618" y="718828"/>
                  </a:lnTo>
                  <a:lnTo>
                    <a:pt x="2297657" y="718857"/>
                  </a:lnTo>
                  <a:lnTo>
                    <a:pt x="2297688" y="718864"/>
                  </a:lnTo>
                  <a:lnTo>
                    <a:pt x="2297787" y="718845"/>
                  </a:lnTo>
                  <a:lnTo>
                    <a:pt x="2297878" y="718813"/>
                  </a:lnTo>
                  <a:lnTo>
                    <a:pt x="2298081" y="718732"/>
                  </a:lnTo>
                  <a:lnTo>
                    <a:pt x="2298409" y="718584"/>
                  </a:lnTo>
                  <a:lnTo>
                    <a:pt x="2298649" y="718457"/>
                  </a:lnTo>
                  <a:lnTo>
                    <a:pt x="2298701" y="718425"/>
                  </a:lnTo>
                  <a:lnTo>
                    <a:pt x="2299037" y="718217"/>
                  </a:lnTo>
                  <a:lnTo>
                    <a:pt x="2299065" y="718184"/>
                  </a:lnTo>
                  <a:lnTo>
                    <a:pt x="2299076" y="718170"/>
                  </a:lnTo>
                  <a:lnTo>
                    <a:pt x="2299056" y="718148"/>
                  </a:lnTo>
                  <a:lnTo>
                    <a:pt x="2299042" y="718134"/>
                  </a:lnTo>
                  <a:lnTo>
                    <a:pt x="2299023" y="718115"/>
                  </a:lnTo>
                  <a:lnTo>
                    <a:pt x="2299018" y="718110"/>
                  </a:lnTo>
                  <a:lnTo>
                    <a:pt x="2299103" y="717999"/>
                  </a:lnTo>
                  <a:lnTo>
                    <a:pt x="2299117" y="717985"/>
                  </a:lnTo>
                  <a:lnTo>
                    <a:pt x="2299137" y="717967"/>
                  </a:lnTo>
                  <a:lnTo>
                    <a:pt x="2299155" y="717950"/>
                  </a:lnTo>
                  <a:lnTo>
                    <a:pt x="2299249" y="717861"/>
                  </a:lnTo>
                  <a:lnTo>
                    <a:pt x="2299290" y="717835"/>
                  </a:lnTo>
                  <a:lnTo>
                    <a:pt x="2299365" y="717786"/>
                  </a:lnTo>
                  <a:lnTo>
                    <a:pt x="2299453" y="717754"/>
                  </a:lnTo>
                  <a:lnTo>
                    <a:pt x="2299532" y="717725"/>
                  </a:lnTo>
                  <a:lnTo>
                    <a:pt x="2299659" y="717707"/>
                  </a:lnTo>
                  <a:lnTo>
                    <a:pt x="2299680" y="717704"/>
                  </a:lnTo>
                  <a:lnTo>
                    <a:pt x="2299714" y="717698"/>
                  </a:lnTo>
                  <a:lnTo>
                    <a:pt x="2299818" y="717681"/>
                  </a:lnTo>
                  <a:lnTo>
                    <a:pt x="2300120" y="717498"/>
                  </a:lnTo>
                  <a:lnTo>
                    <a:pt x="2300779" y="716941"/>
                  </a:lnTo>
                  <a:lnTo>
                    <a:pt x="2300947" y="716797"/>
                  </a:lnTo>
                  <a:lnTo>
                    <a:pt x="2300993" y="716757"/>
                  </a:lnTo>
                  <a:lnTo>
                    <a:pt x="2300998" y="716753"/>
                  </a:lnTo>
                  <a:lnTo>
                    <a:pt x="2301081" y="716667"/>
                  </a:lnTo>
                  <a:lnTo>
                    <a:pt x="2301138" y="716608"/>
                  </a:lnTo>
                  <a:lnTo>
                    <a:pt x="2301190" y="716555"/>
                  </a:lnTo>
                  <a:lnTo>
                    <a:pt x="2301312" y="716429"/>
                  </a:lnTo>
                  <a:lnTo>
                    <a:pt x="2301364" y="716375"/>
                  </a:lnTo>
                  <a:lnTo>
                    <a:pt x="2301386" y="716353"/>
                  </a:lnTo>
                  <a:lnTo>
                    <a:pt x="2301433" y="716304"/>
                  </a:lnTo>
                  <a:lnTo>
                    <a:pt x="2301425" y="716291"/>
                  </a:lnTo>
                  <a:lnTo>
                    <a:pt x="2301406" y="716282"/>
                  </a:lnTo>
                  <a:lnTo>
                    <a:pt x="2301401" y="716280"/>
                  </a:lnTo>
                  <a:lnTo>
                    <a:pt x="2301118" y="716294"/>
                  </a:lnTo>
                  <a:lnTo>
                    <a:pt x="2301095" y="716303"/>
                  </a:lnTo>
                  <a:lnTo>
                    <a:pt x="2300535" y="716305"/>
                  </a:lnTo>
                  <a:lnTo>
                    <a:pt x="2300473" y="716281"/>
                  </a:lnTo>
                  <a:lnTo>
                    <a:pt x="2300434" y="716227"/>
                  </a:lnTo>
                  <a:lnTo>
                    <a:pt x="2300431" y="716206"/>
                  </a:lnTo>
                  <a:lnTo>
                    <a:pt x="2300423" y="716133"/>
                  </a:lnTo>
                  <a:lnTo>
                    <a:pt x="2300419" y="716094"/>
                  </a:lnTo>
                  <a:lnTo>
                    <a:pt x="2300415" y="715798"/>
                  </a:lnTo>
                  <a:lnTo>
                    <a:pt x="2300682" y="715798"/>
                  </a:lnTo>
                  <a:lnTo>
                    <a:pt x="2300846" y="715797"/>
                  </a:lnTo>
                  <a:lnTo>
                    <a:pt x="2301183" y="715750"/>
                  </a:lnTo>
                  <a:lnTo>
                    <a:pt x="2301158" y="713937"/>
                  </a:lnTo>
                  <a:lnTo>
                    <a:pt x="2301287" y="713881"/>
                  </a:lnTo>
                  <a:lnTo>
                    <a:pt x="2301335" y="713868"/>
                  </a:lnTo>
                  <a:lnTo>
                    <a:pt x="2301421" y="713868"/>
                  </a:lnTo>
                  <a:lnTo>
                    <a:pt x="2301433" y="713844"/>
                  </a:lnTo>
                  <a:lnTo>
                    <a:pt x="2301444" y="713780"/>
                  </a:lnTo>
                  <a:lnTo>
                    <a:pt x="2301042" y="713175"/>
                  </a:lnTo>
                  <a:lnTo>
                    <a:pt x="2300863" y="712975"/>
                  </a:lnTo>
                  <a:lnTo>
                    <a:pt x="2300764" y="712909"/>
                  </a:lnTo>
                  <a:lnTo>
                    <a:pt x="2300601" y="712802"/>
                  </a:lnTo>
                  <a:lnTo>
                    <a:pt x="2300107" y="711938"/>
                  </a:lnTo>
                  <a:lnTo>
                    <a:pt x="2298457" y="712649"/>
                  </a:lnTo>
                  <a:lnTo>
                    <a:pt x="2298488" y="712137"/>
                  </a:lnTo>
                  <a:lnTo>
                    <a:pt x="2298495" y="712073"/>
                  </a:lnTo>
                  <a:lnTo>
                    <a:pt x="2298527" y="712014"/>
                  </a:lnTo>
                  <a:lnTo>
                    <a:pt x="2298633" y="711929"/>
                  </a:lnTo>
                  <a:lnTo>
                    <a:pt x="2300141" y="711273"/>
                  </a:lnTo>
                  <a:lnTo>
                    <a:pt x="2300280" y="711269"/>
                  </a:lnTo>
                  <a:lnTo>
                    <a:pt x="2300395" y="711317"/>
                  </a:lnTo>
                  <a:lnTo>
                    <a:pt x="2300453" y="711365"/>
                  </a:lnTo>
                  <a:lnTo>
                    <a:pt x="2300981" y="712298"/>
                  </a:lnTo>
                  <a:lnTo>
                    <a:pt x="2300991" y="712314"/>
                  </a:lnTo>
                  <a:lnTo>
                    <a:pt x="2301132" y="712546"/>
                  </a:lnTo>
                  <a:lnTo>
                    <a:pt x="2301228" y="712601"/>
                  </a:lnTo>
                  <a:lnTo>
                    <a:pt x="2301507" y="712511"/>
                  </a:lnTo>
                  <a:lnTo>
                    <a:pt x="2301707" y="712419"/>
                  </a:lnTo>
                  <a:lnTo>
                    <a:pt x="2301818" y="712113"/>
                  </a:lnTo>
                  <a:lnTo>
                    <a:pt x="2301839" y="712067"/>
                  </a:lnTo>
                  <a:lnTo>
                    <a:pt x="2301882" y="712034"/>
                  </a:lnTo>
                  <a:lnTo>
                    <a:pt x="2302927" y="711420"/>
                  </a:lnTo>
                  <a:lnTo>
                    <a:pt x="2302820" y="711291"/>
                  </a:lnTo>
                  <a:lnTo>
                    <a:pt x="2302994" y="711187"/>
                  </a:lnTo>
                  <a:lnTo>
                    <a:pt x="2303150" y="711094"/>
                  </a:lnTo>
                  <a:lnTo>
                    <a:pt x="2303207" y="711061"/>
                  </a:lnTo>
                  <a:lnTo>
                    <a:pt x="2303575" y="711530"/>
                  </a:lnTo>
                  <a:lnTo>
                    <a:pt x="2303622" y="711518"/>
                  </a:lnTo>
                  <a:lnTo>
                    <a:pt x="2303651" y="711498"/>
                  </a:lnTo>
                  <a:lnTo>
                    <a:pt x="2303627" y="711138"/>
                  </a:lnTo>
                  <a:lnTo>
                    <a:pt x="2303624" y="711079"/>
                  </a:lnTo>
                  <a:lnTo>
                    <a:pt x="2303621" y="711046"/>
                  </a:lnTo>
                  <a:lnTo>
                    <a:pt x="2303635" y="711018"/>
                  </a:lnTo>
                  <a:lnTo>
                    <a:pt x="2303651" y="711004"/>
                  </a:lnTo>
                  <a:lnTo>
                    <a:pt x="2303817" y="710951"/>
                  </a:lnTo>
                  <a:lnTo>
                    <a:pt x="2303866" y="710960"/>
                  </a:lnTo>
                  <a:lnTo>
                    <a:pt x="2303902" y="710995"/>
                  </a:lnTo>
                  <a:lnTo>
                    <a:pt x="2304136" y="711229"/>
                  </a:lnTo>
                  <a:lnTo>
                    <a:pt x="2304341" y="710843"/>
                  </a:lnTo>
                  <a:lnTo>
                    <a:pt x="2304348" y="710829"/>
                  </a:lnTo>
                  <a:lnTo>
                    <a:pt x="2303823" y="710325"/>
                  </a:lnTo>
                  <a:lnTo>
                    <a:pt x="2303795" y="710268"/>
                  </a:lnTo>
                  <a:lnTo>
                    <a:pt x="2303786" y="710215"/>
                  </a:lnTo>
                  <a:lnTo>
                    <a:pt x="2303790" y="710153"/>
                  </a:lnTo>
                  <a:lnTo>
                    <a:pt x="2303820" y="710077"/>
                  </a:lnTo>
                  <a:lnTo>
                    <a:pt x="2303830" y="710067"/>
                  </a:lnTo>
                  <a:lnTo>
                    <a:pt x="2303835" y="710062"/>
                  </a:lnTo>
                  <a:lnTo>
                    <a:pt x="2304149" y="710180"/>
                  </a:lnTo>
                  <a:lnTo>
                    <a:pt x="2304342" y="710260"/>
                  </a:lnTo>
                  <a:lnTo>
                    <a:pt x="2304452" y="710228"/>
                  </a:lnTo>
                  <a:lnTo>
                    <a:pt x="2304504" y="710194"/>
                  </a:lnTo>
                  <a:lnTo>
                    <a:pt x="2304673" y="710082"/>
                  </a:lnTo>
                  <a:lnTo>
                    <a:pt x="2304701" y="710073"/>
                  </a:lnTo>
                  <a:lnTo>
                    <a:pt x="2304735" y="710077"/>
                  </a:lnTo>
                  <a:lnTo>
                    <a:pt x="2304745" y="710085"/>
                  </a:lnTo>
                  <a:lnTo>
                    <a:pt x="2304760" y="710097"/>
                  </a:lnTo>
                  <a:lnTo>
                    <a:pt x="2304825" y="710148"/>
                  </a:lnTo>
                  <a:lnTo>
                    <a:pt x="2304857" y="710174"/>
                  </a:lnTo>
                  <a:lnTo>
                    <a:pt x="2304913" y="710219"/>
                  </a:lnTo>
                  <a:lnTo>
                    <a:pt x="2305021" y="710121"/>
                  </a:lnTo>
                  <a:lnTo>
                    <a:pt x="2305186" y="709971"/>
                  </a:lnTo>
                  <a:lnTo>
                    <a:pt x="2305208" y="709951"/>
                  </a:lnTo>
                  <a:lnTo>
                    <a:pt x="2305300" y="709868"/>
                  </a:lnTo>
                  <a:lnTo>
                    <a:pt x="2305187" y="709720"/>
                  </a:lnTo>
                  <a:lnTo>
                    <a:pt x="2305292" y="709660"/>
                  </a:lnTo>
                  <a:lnTo>
                    <a:pt x="2305400" y="709623"/>
                  </a:lnTo>
                  <a:lnTo>
                    <a:pt x="2305683" y="709785"/>
                  </a:lnTo>
                  <a:lnTo>
                    <a:pt x="2305727" y="709758"/>
                  </a:lnTo>
                  <a:lnTo>
                    <a:pt x="2305744" y="709747"/>
                  </a:lnTo>
                  <a:lnTo>
                    <a:pt x="2305755" y="709730"/>
                  </a:lnTo>
                  <a:lnTo>
                    <a:pt x="2305789" y="709675"/>
                  </a:lnTo>
                  <a:lnTo>
                    <a:pt x="2305809" y="709643"/>
                  </a:lnTo>
                  <a:lnTo>
                    <a:pt x="2305861" y="709535"/>
                  </a:lnTo>
                  <a:lnTo>
                    <a:pt x="2305865" y="709502"/>
                  </a:lnTo>
                  <a:lnTo>
                    <a:pt x="2305864" y="709496"/>
                  </a:lnTo>
                  <a:lnTo>
                    <a:pt x="2305751" y="709024"/>
                  </a:lnTo>
                  <a:lnTo>
                    <a:pt x="2305747" y="709016"/>
                  </a:lnTo>
                  <a:lnTo>
                    <a:pt x="2305483" y="708884"/>
                  </a:lnTo>
                  <a:lnTo>
                    <a:pt x="2305466" y="708882"/>
                  </a:lnTo>
                  <a:lnTo>
                    <a:pt x="2305472" y="708707"/>
                  </a:lnTo>
                  <a:lnTo>
                    <a:pt x="2305908" y="708770"/>
                  </a:lnTo>
                  <a:lnTo>
                    <a:pt x="2306054" y="708848"/>
                  </a:lnTo>
                  <a:lnTo>
                    <a:pt x="2306126" y="708901"/>
                  </a:lnTo>
                  <a:lnTo>
                    <a:pt x="2306290" y="708810"/>
                  </a:lnTo>
                  <a:lnTo>
                    <a:pt x="2306322" y="708786"/>
                  </a:lnTo>
                  <a:lnTo>
                    <a:pt x="2306398" y="708722"/>
                  </a:lnTo>
                  <a:lnTo>
                    <a:pt x="2306415" y="708694"/>
                  </a:lnTo>
                  <a:lnTo>
                    <a:pt x="2306445" y="708586"/>
                  </a:lnTo>
                  <a:lnTo>
                    <a:pt x="2306435" y="708124"/>
                  </a:lnTo>
                  <a:lnTo>
                    <a:pt x="2306439" y="708114"/>
                  </a:lnTo>
                  <a:lnTo>
                    <a:pt x="2306419" y="707963"/>
                  </a:lnTo>
                  <a:lnTo>
                    <a:pt x="2306385" y="707711"/>
                  </a:lnTo>
                  <a:lnTo>
                    <a:pt x="2306383" y="707699"/>
                  </a:lnTo>
                  <a:lnTo>
                    <a:pt x="2306370" y="707605"/>
                  </a:lnTo>
                  <a:lnTo>
                    <a:pt x="2306282" y="707192"/>
                  </a:lnTo>
                  <a:lnTo>
                    <a:pt x="2306279" y="707184"/>
                  </a:lnTo>
                  <a:lnTo>
                    <a:pt x="2306269" y="707159"/>
                  </a:lnTo>
                  <a:lnTo>
                    <a:pt x="2306163" y="706898"/>
                  </a:lnTo>
                  <a:lnTo>
                    <a:pt x="2306120" y="706688"/>
                  </a:lnTo>
                  <a:lnTo>
                    <a:pt x="2306130" y="706632"/>
                  </a:lnTo>
                  <a:lnTo>
                    <a:pt x="2306150" y="706512"/>
                  </a:lnTo>
                  <a:lnTo>
                    <a:pt x="2306155" y="706503"/>
                  </a:lnTo>
                  <a:lnTo>
                    <a:pt x="2306171" y="706484"/>
                  </a:lnTo>
                  <a:lnTo>
                    <a:pt x="2306203" y="706469"/>
                  </a:lnTo>
                  <a:lnTo>
                    <a:pt x="2306231" y="706456"/>
                  </a:lnTo>
                  <a:lnTo>
                    <a:pt x="2306255" y="706445"/>
                  </a:lnTo>
                  <a:lnTo>
                    <a:pt x="2306377" y="706387"/>
                  </a:lnTo>
                  <a:lnTo>
                    <a:pt x="2306561" y="706373"/>
                  </a:lnTo>
                  <a:lnTo>
                    <a:pt x="2306575" y="706388"/>
                  </a:lnTo>
                  <a:lnTo>
                    <a:pt x="2306625" y="706439"/>
                  </a:lnTo>
                  <a:lnTo>
                    <a:pt x="2306685" y="706480"/>
                  </a:lnTo>
                  <a:lnTo>
                    <a:pt x="2306704" y="706483"/>
                  </a:lnTo>
                  <a:lnTo>
                    <a:pt x="2306785" y="706493"/>
                  </a:lnTo>
                  <a:lnTo>
                    <a:pt x="2306820" y="706498"/>
                  </a:lnTo>
                  <a:lnTo>
                    <a:pt x="2306877" y="706505"/>
                  </a:lnTo>
                  <a:lnTo>
                    <a:pt x="2306905" y="706504"/>
                  </a:lnTo>
                  <a:lnTo>
                    <a:pt x="2306919" y="706503"/>
                  </a:lnTo>
                  <a:lnTo>
                    <a:pt x="2307066" y="706483"/>
                  </a:lnTo>
                  <a:lnTo>
                    <a:pt x="2307450" y="706431"/>
                  </a:lnTo>
                  <a:lnTo>
                    <a:pt x="2307465" y="706429"/>
                  </a:lnTo>
                  <a:lnTo>
                    <a:pt x="2307473" y="706419"/>
                  </a:lnTo>
                  <a:lnTo>
                    <a:pt x="2307609" y="706252"/>
                  </a:lnTo>
                  <a:lnTo>
                    <a:pt x="2307616" y="706242"/>
                  </a:lnTo>
                  <a:lnTo>
                    <a:pt x="2307760" y="706066"/>
                  </a:lnTo>
                  <a:lnTo>
                    <a:pt x="2307775" y="706048"/>
                  </a:lnTo>
                  <a:lnTo>
                    <a:pt x="2307827" y="705984"/>
                  </a:lnTo>
                  <a:lnTo>
                    <a:pt x="2308325" y="705376"/>
                  </a:lnTo>
                  <a:lnTo>
                    <a:pt x="2308366" y="705325"/>
                  </a:lnTo>
                  <a:lnTo>
                    <a:pt x="2308457" y="705270"/>
                  </a:lnTo>
                  <a:lnTo>
                    <a:pt x="2308567" y="705164"/>
                  </a:lnTo>
                  <a:lnTo>
                    <a:pt x="2308658" y="705076"/>
                  </a:lnTo>
                  <a:lnTo>
                    <a:pt x="2308578" y="704963"/>
                  </a:lnTo>
                  <a:lnTo>
                    <a:pt x="2308547" y="704919"/>
                  </a:lnTo>
                  <a:lnTo>
                    <a:pt x="2308467" y="704807"/>
                  </a:lnTo>
                  <a:lnTo>
                    <a:pt x="2308423" y="704746"/>
                  </a:lnTo>
                  <a:lnTo>
                    <a:pt x="2308372" y="704674"/>
                  </a:lnTo>
                  <a:lnTo>
                    <a:pt x="2308296" y="704568"/>
                  </a:lnTo>
                  <a:lnTo>
                    <a:pt x="2308442" y="704458"/>
                  </a:lnTo>
                  <a:lnTo>
                    <a:pt x="2308489" y="704416"/>
                  </a:lnTo>
                  <a:lnTo>
                    <a:pt x="2309082" y="703891"/>
                  </a:lnTo>
                  <a:lnTo>
                    <a:pt x="2309219" y="703769"/>
                  </a:lnTo>
                  <a:lnTo>
                    <a:pt x="2309347" y="703629"/>
                  </a:lnTo>
                  <a:lnTo>
                    <a:pt x="2309657" y="703624"/>
                  </a:lnTo>
                  <a:lnTo>
                    <a:pt x="2309759" y="703623"/>
                  </a:lnTo>
                  <a:lnTo>
                    <a:pt x="2309824" y="703622"/>
                  </a:lnTo>
                  <a:lnTo>
                    <a:pt x="2309829" y="703584"/>
                  </a:lnTo>
                  <a:lnTo>
                    <a:pt x="2309831" y="703563"/>
                  </a:lnTo>
                  <a:lnTo>
                    <a:pt x="2309837" y="703517"/>
                  </a:lnTo>
                  <a:lnTo>
                    <a:pt x="2309847" y="703436"/>
                  </a:lnTo>
                  <a:lnTo>
                    <a:pt x="2309918" y="702845"/>
                  </a:lnTo>
                  <a:lnTo>
                    <a:pt x="2309764" y="702877"/>
                  </a:lnTo>
                  <a:lnTo>
                    <a:pt x="2309303" y="702972"/>
                  </a:lnTo>
                  <a:lnTo>
                    <a:pt x="2308622" y="702817"/>
                  </a:lnTo>
                  <a:lnTo>
                    <a:pt x="2308604" y="702746"/>
                  </a:lnTo>
                  <a:lnTo>
                    <a:pt x="2309108" y="702630"/>
                  </a:lnTo>
                  <a:lnTo>
                    <a:pt x="2309140" y="702622"/>
                  </a:lnTo>
                  <a:lnTo>
                    <a:pt x="2308625" y="701668"/>
                  </a:lnTo>
                  <a:lnTo>
                    <a:pt x="2308590" y="701596"/>
                  </a:lnTo>
                  <a:lnTo>
                    <a:pt x="2308576" y="701566"/>
                  </a:lnTo>
                  <a:lnTo>
                    <a:pt x="2308527" y="701467"/>
                  </a:lnTo>
                  <a:lnTo>
                    <a:pt x="2308438" y="701243"/>
                  </a:lnTo>
                  <a:lnTo>
                    <a:pt x="2308093" y="701011"/>
                  </a:lnTo>
                  <a:lnTo>
                    <a:pt x="2308049" y="700977"/>
                  </a:lnTo>
                  <a:lnTo>
                    <a:pt x="2307099" y="700235"/>
                  </a:lnTo>
                  <a:lnTo>
                    <a:pt x="2307322" y="700116"/>
                  </a:lnTo>
                  <a:lnTo>
                    <a:pt x="2307395" y="700098"/>
                  </a:lnTo>
                  <a:lnTo>
                    <a:pt x="2307408" y="700094"/>
                  </a:lnTo>
                  <a:lnTo>
                    <a:pt x="2307540" y="700020"/>
                  </a:lnTo>
                  <a:lnTo>
                    <a:pt x="2307506" y="699963"/>
                  </a:lnTo>
                  <a:lnTo>
                    <a:pt x="2307048" y="699619"/>
                  </a:lnTo>
                  <a:lnTo>
                    <a:pt x="2306723" y="699278"/>
                  </a:lnTo>
                  <a:lnTo>
                    <a:pt x="2306496" y="699041"/>
                  </a:lnTo>
                  <a:lnTo>
                    <a:pt x="2306169" y="698783"/>
                  </a:lnTo>
                  <a:lnTo>
                    <a:pt x="2305914" y="698956"/>
                  </a:lnTo>
                  <a:lnTo>
                    <a:pt x="2305721" y="698795"/>
                  </a:lnTo>
                  <a:lnTo>
                    <a:pt x="2305953" y="698621"/>
                  </a:lnTo>
                  <a:lnTo>
                    <a:pt x="2306151" y="698369"/>
                  </a:lnTo>
                  <a:lnTo>
                    <a:pt x="2306103" y="698339"/>
                  </a:lnTo>
                  <a:lnTo>
                    <a:pt x="2306087" y="698333"/>
                  </a:lnTo>
                  <a:lnTo>
                    <a:pt x="2306043" y="698319"/>
                  </a:lnTo>
                  <a:lnTo>
                    <a:pt x="2306002" y="698293"/>
                  </a:lnTo>
                  <a:lnTo>
                    <a:pt x="2305404" y="697863"/>
                  </a:lnTo>
                  <a:lnTo>
                    <a:pt x="2305155" y="697628"/>
                  </a:lnTo>
                  <a:lnTo>
                    <a:pt x="2304998" y="697500"/>
                  </a:lnTo>
                  <a:lnTo>
                    <a:pt x="2304213" y="696940"/>
                  </a:lnTo>
                  <a:lnTo>
                    <a:pt x="2303759" y="696635"/>
                  </a:lnTo>
                  <a:lnTo>
                    <a:pt x="2303656" y="696554"/>
                  </a:lnTo>
                  <a:lnTo>
                    <a:pt x="2302856" y="695921"/>
                  </a:lnTo>
                  <a:lnTo>
                    <a:pt x="2302861" y="695844"/>
                  </a:lnTo>
                  <a:lnTo>
                    <a:pt x="2302895" y="695686"/>
                  </a:lnTo>
                  <a:lnTo>
                    <a:pt x="2302906" y="695637"/>
                  </a:lnTo>
                  <a:lnTo>
                    <a:pt x="2302934" y="695582"/>
                  </a:lnTo>
                  <a:lnTo>
                    <a:pt x="2303031" y="695398"/>
                  </a:lnTo>
                  <a:lnTo>
                    <a:pt x="2303042" y="695377"/>
                  </a:lnTo>
                  <a:lnTo>
                    <a:pt x="2303053" y="695370"/>
                  </a:lnTo>
                  <a:lnTo>
                    <a:pt x="2303144" y="695317"/>
                  </a:lnTo>
                  <a:lnTo>
                    <a:pt x="2303174" y="695300"/>
                  </a:lnTo>
                  <a:lnTo>
                    <a:pt x="2303211" y="695290"/>
                  </a:lnTo>
                  <a:lnTo>
                    <a:pt x="2303357" y="695226"/>
                  </a:lnTo>
                  <a:lnTo>
                    <a:pt x="2303461" y="695181"/>
                  </a:lnTo>
                  <a:lnTo>
                    <a:pt x="2303598" y="695121"/>
                  </a:lnTo>
                  <a:lnTo>
                    <a:pt x="2303721" y="694933"/>
                  </a:lnTo>
                  <a:lnTo>
                    <a:pt x="2303727" y="694922"/>
                  </a:lnTo>
                  <a:lnTo>
                    <a:pt x="2303773" y="694852"/>
                  </a:lnTo>
                  <a:lnTo>
                    <a:pt x="2304009" y="694487"/>
                  </a:lnTo>
                  <a:lnTo>
                    <a:pt x="2304102" y="694246"/>
                  </a:lnTo>
                  <a:lnTo>
                    <a:pt x="2304181" y="694040"/>
                  </a:lnTo>
                  <a:lnTo>
                    <a:pt x="2304274" y="693790"/>
                  </a:lnTo>
                  <a:lnTo>
                    <a:pt x="2304353" y="693580"/>
                  </a:lnTo>
                  <a:lnTo>
                    <a:pt x="2304361" y="693563"/>
                  </a:lnTo>
                  <a:lnTo>
                    <a:pt x="2304400" y="693492"/>
                  </a:lnTo>
                  <a:lnTo>
                    <a:pt x="2304424" y="693479"/>
                  </a:lnTo>
                  <a:lnTo>
                    <a:pt x="2304466" y="693442"/>
                  </a:lnTo>
                  <a:lnTo>
                    <a:pt x="2304463" y="693407"/>
                  </a:lnTo>
                  <a:lnTo>
                    <a:pt x="2304461" y="693384"/>
                  </a:lnTo>
                  <a:lnTo>
                    <a:pt x="2304449" y="693219"/>
                  </a:lnTo>
                  <a:lnTo>
                    <a:pt x="2304447" y="693198"/>
                  </a:lnTo>
                  <a:lnTo>
                    <a:pt x="2304446" y="693177"/>
                  </a:lnTo>
                  <a:lnTo>
                    <a:pt x="2304443" y="693145"/>
                  </a:lnTo>
                  <a:lnTo>
                    <a:pt x="2304377" y="692932"/>
                  </a:lnTo>
                  <a:lnTo>
                    <a:pt x="2304319" y="692774"/>
                  </a:lnTo>
                  <a:lnTo>
                    <a:pt x="2304188" y="692499"/>
                  </a:lnTo>
                  <a:lnTo>
                    <a:pt x="2304178" y="692497"/>
                  </a:lnTo>
                  <a:lnTo>
                    <a:pt x="2303707" y="692442"/>
                  </a:lnTo>
                  <a:lnTo>
                    <a:pt x="2303391" y="692405"/>
                  </a:lnTo>
                  <a:lnTo>
                    <a:pt x="2303291" y="692874"/>
                  </a:lnTo>
                  <a:lnTo>
                    <a:pt x="2303289" y="692883"/>
                  </a:lnTo>
                  <a:lnTo>
                    <a:pt x="2303270" y="692918"/>
                  </a:lnTo>
                  <a:lnTo>
                    <a:pt x="2303231" y="692958"/>
                  </a:lnTo>
                  <a:lnTo>
                    <a:pt x="2303173" y="692994"/>
                  </a:lnTo>
                  <a:lnTo>
                    <a:pt x="2302931" y="693062"/>
                  </a:lnTo>
                  <a:lnTo>
                    <a:pt x="2302712" y="693124"/>
                  </a:lnTo>
                  <a:lnTo>
                    <a:pt x="2302505" y="693168"/>
                  </a:lnTo>
                  <a:lnTo>
                    <a:pt x="2302254" y="693204"/>
                  </a:lnTo>
                  <a:lnTo>
                    <a:pt x="2302172" y="693204"/>
                  </a:lnTo>
                  <a:lnTo>
                    <a:pt x="2302057" y="693175"/>
                  </a:lnTo>
                  <a:lnTo>
                    <a:pt x="2301774" y="693129"/>
                  </a:lnTo>
                  <a:lnTo>
                    <a:pt x="2301240" y="693213"/>
                  </a:lnTo>
                  <a:lnTo>
                    <a:pt x="2301164" y="693218"/>
                  </a:lnTo>
                  <a:lnTo>
                    <a:pt x="2300728" y="693206"/>
                  </a:lnTo>
                  <a:lnTo>
                    <a:pt x="2300291" y="693235"/>
                  </a:lnTo>
                  <a:lnTo>
                    <a:pt x="2300138" y="693262"/>
                  </a:lnTo>
                  <a:lnTo>
                    <a:pt x="2299976" y="693308"/>
                  </a:lnTo>
                  <a:lnTo>
                    <a:pt x="2299670" y="693442"/>
                  </a:lnTo>
                  <a:lnTo>
                    <a:pt x="2299366" y="693636"/>
                  </a:lnTo>
                  <a:lnTo>
                    <a:pt x="2299314" y="693647"/>
                  </a:lnTo>
                  <a:lnTo>
                    <a:pt x="2299250" y="693632"/>
                  </a:lnTo>
                  <a:lnTo>
                    <a:pt x="2299207" y="693597"/>
                  </a:lnTo>
                  <a:lnTo>
                    <a:pt x="2298913" y="693215"/>
                  </a:lnTo>
                  <a:lnTo>
                    <a:pt x="2298897" y="693176"/>
                  </a:lnTo>
                  <a:lnTo>
                    <a:pt x="2298890" y="693148"/>
                  </a:lnTo>
                  <a:lnTo>
                    <a:pt x="2298893" y="693071"/>
                  </a:lnTo>
                  <a:lnTo>
                    <a:pt x="2298954" y="692670"/>
                  </a:lnTo>
                  <a:lnTo>
                    <a:pt x="2298957" y="692646"/>
                  </a:lnTo>
                  <a:lnTo>
                    <a:pt x="2299006" y="692585"/>
                  </a:lnTo>
                  <a:lnTo>
                    <a:pt x="2299048" y="692559"/>
                  </a:lnTo>
                  <a:lnTo>
                    <a:pt x="2299140" y="692552"/>
                  </a:lnTo>
                  <a:lnTo>
                    <a:pt x="2299349" y="692535"/>
                  </a:lnTo>
                  <a:lnTo>
                    <a:pt x="2299436" y="692512"/>
                  </a:lnTo>
                  <a:lnTo>
                    <a:pt x="2299529" y="692455"/>
                  </a:lnTo>
                  <a:lnTo>
                    <a:pt x="2299703" y="692319"/>
                  </a:lnTo>
                  <a:lnTo>
                    <a:pt x="2299862" y="692064"/>
                  </a:lnTo>
                  <a:lnTo>
                    <a:pt x="2299719" y="692033"/>
                  </a:lnTo>
                  <a:lnTo>
                    <a:pt x="2299538" y="692039"/>
                  </a:lnTo>
                  <a:lnTo>
                    <a:pt x="2299257" y="692106"/>
                  </a:lnTo>
                  <a:lnTo>
                    <a:pt x="2299226" y="692118"/>
                  </a:lnTo>
                  <a:lnTo>
                    <a:pt x="2299067" y="692265"/>
                  </a:lnTo>
                  <a:lnTo>
                    <a:pt x="2298940" y="692255"/>
                  </a:lnTo>
                  <a:lnTo>
                    <a:pt x="2298927" y="692235"/>
                  </a:lnTo>
                  <a:lnTo>
                    <a:pt x="2299769" y="691119"/>
                  </a:lnTo>
                  <a:lnTo>
                    <a:pt x="2299831" y="691026"/>
                  </a:lnTo>
                  <a:lnTo>
                    <a:pt x="2299499" y="690835"/>
                  </a:lnTo>
                  <a:lnTo>
                    <a:pt x="2299492" y="690814"/>
                  </a:lnTo>
                  <a:lnTo>
                    <a:pt x="2299397" y="690766"/>
                  </a:lnTo>
                  <a:lnTo>
                    <a:pt x="2298377" y="692117"/>
                  </a:lnTo>
                  <a:lnTo>
                    <a:pt x="2298734" y="692316"/>
                  </a:lnTo>
                  <a:lnTo>
                    <a:pt x="2298395" y="692761"/>
                  </a:lnTo>
                  <a:lnTo>
                    <a:pt x="2296833" y="691889"/>
                  </a:lnTo>
                  <a:lnTo>
                    <a:pt x="2296540" y="691723"/>
                  </a:lnTo>
                  <a:lnTo>
                    <a:pt x="2296304" y="691588"/>
                  </a:lnTo>
                  <a:lnTo>
                    <a:pt x="2295533" y="691151"/>
                  </a:lnTo>
                  <a:lnTo>
                    <a:pt x="2296751" y="689544"/>
                  </a:lnTo>
                  <a:lnTo>
                    <a:pt x="2296107" y="689137"/>
                  </a:lnTo>
                  <a:lnTo>
                    <a:pt x="2296089" y="689129"/>
                  </a:lnTo>
                  <a:lnTo>
                    <a:pt x="2296071" y="689122"/>
                  </a:lnTo>
                  <a:lnTo>
                    <a:pt x="2295434" y="689967"/>
                  </a:lnTo>
                  <a:lnTo>
                    <a:pt x="2295193" y="689829"/>
                  </a:lnTo>
                  <a:lnTo>
                    <a:pt x="2295762" y="689072"/>
                  </a:lnTo>
                  <a:lnTo>
                    <a:pt x="2295402" y="688865"/>
                  </a:lnTo>
                  <a:lnTo>
                    <a:pt x="2295183" y="688738"/>
                  </a:lnTo>
                  <a:lnTo>
                    <a:pt x="2294812" y="688397"/>
                  </a:lnTo>
                  <a:lnTo>
                    <a:pt x="2295167" y="687949"/>
                  </a:lnTo>
                  <a:lnTo>
                    <a:pt x="2295156" y="687888"/>
                  </a:lnTo>
                  <a:lnTo>
                    <a:pt x="2295146" y="687839"/>
                  </a:lnTo>
                  <a:lnTo>
                    <a:pt x="2295135" y="687830"/>
                  </a:lnTo>
                  <a:lnTo>
                    <a:pt x="2294596" y="687389"/>
                  </a:lnTo>
                  <a:lnTo>
                    <a:pt x="2294305" y="687335"/>
                  </a:lnTo>
                  <a:lnTo>
                    <a:pt x="2294276" y="687318"/>
                  </a:lnTo>
                  <a:lnTo>
                    <a:pt x="2294129" y="687150"/>
                  </a:lnTo>
                  <a:lnTo>
                    <a:pt x="2294256" y="686918"/>
                  </a:lnTo>
                  <a:lnTo>
                    <a:pt x="2294300" y="686933"/>
                  </a:lnTo>
                  <a:lnTo>
                    <a:pt x="2294356" y="686826"/>
                  </a:lnTo>
                  <a:lnTo>
                    <a:pt x="2294370" y="686799"/>
                  </a:lnTo>
                  <a:lnTo>
                    <a:pt x="2294412" y="686684"/>
                  </a:lnTo>
                  <a:lnTo>
                    <a:pt x="2294417" y="686655"/>
                  </a:lnTo>
                  <a:lnTo>
                    <a:pt x="2294446" y="686173"/>
                  </a:lnTo>
                  <a:lnTo>
                    <a:pt x="2294447" y="686145"/>
                  </a:lnTo>
                  <a:lnTo>
                    <a:pt x="2294446" y="685942"/>
                  </a:lnTo>
                  <a:lnTo>
                    <a:pt x="2294418" y="685936"/>
                  </a:lnTo>
                  <a:lnTo>
                    <a:pt x="2294331" y="685917"/>
                  </a:lnTo>
                  <a:lnTo>
                    <a:pt x="2294157" y="685894"/>
                  </a:lnTo>
                  <a:lnTo>
                    <a:pt x="2293889" y="685717"/>
                  </a:lnTo>
                  <a:lnTo>
                    <a:pt x="2293857" y="685642"/>
                  </a:lnTo>
                  <a:lnTo>
                    <a:pt x="2293830" y="685405"/>
                  </a:lnTo>
                  <a:lnTo>
                    <a:pt x="2293817" y="685296"/>
                  </a:lnTo>
                  <a:lnTo>
                    <a:pt x="2293621" y="685135"/>
                  </a:lnTo>
                  <a:lnTo>
                    <a:pt x="2293498" y="685071"/>
                  </a:lnTo>
                  <a:lnTo>
                    <a:pt x="2293503" y="685056"/>
                  </a:lnTo>
                  <a:lnTo>
                    <a:pt x="2293510" y="685033"/>
                  </a:lnTo>
                  <a:lnTo>
                    <a:pt x="2293529" y="684970"/>
                  </a:lnTo>
                  <a:lnTo>
                    <a:pt x="2293898" y="684869"/>
                  </a:lnTo>
                  <a:lnTo>
                    <a:pt x="2294034" y="684880"/>
                  </a:lnTo>
                  <a:lnTo>
                    <a:pt x="2294158" y="684890"/>
                  </a:lnTo>
                  <a:lnTo>
                    <a:pt x="2294231" y="684925"/>
                  </a:lnTo>
                  <a:lnTo>
                    <a:pt x="2294307" y="684859"/>
                  </a:lnTo>
                  <a:lnTo>
                    <a:pt x="2294348" y="684821"/>
                  </a:lnTo>
                  <a:lnTo>
                    <a:pt x="2294355" y="684305"/>
                  </a:lnTo>
                  <a:lnTo>
                    <a:pt x="2294117" y="684271"/>
                  </a:lnTo>
                  <a:lnTo>
                    <a:pt x="2293531" y="684186"/>
                  </a:lnTo>
                  <a:lnTo>
                    <a:pt x="2293178" y="684175"/>
                  </a:lnTo>
                  <a:lnTo>
                    <a:pt x="2292978" y="684168"/>
                  </a:lnTo>
                  <a:lnTo>
                    <a:pt x="2292309" y="684159"/>
                  </a:lnTo>
                  <a:lnTo>
                    <a:pt x="2292306" y="684168"/>
                  </a:lnTo>
                  <a:lnTo>
                    <a:pt x="2292301" y="684182"/>
                  </a:lnTo>
                  <a:lnTo>
                    <a:pt x="2292091" y="684753"/>
                  </a:lnTo>
                  <a:lnTo>
                    <a:pt x="2292097" y="684825"/>
                  </a:lnTo>
                  <a:lnTo>
                    <a:pt x="2292100" y="684857"/>
                  </a:lnTo>
                  <a:lnTo>
                    <a:pt x="2292108" y="684948"/>
                  </a:lnTo>
                  <a:lnTo>
                    <a:pt x="2292111" y="684975"/>
                  </a:lnTo>
                  <a:lnTo>
                    <a:pt x="2292189" y="685186"/>
                  </a:lnTo>
                  <a:lnTo>
                    <a:pt x="2292337" y="685230"/>
                  </a:lnTo>
                  <a:lnTo>
                    <a:pt x="2292465" y="685256"/>
                  </a:lnTo>
                  <a:lnTo>
                    <a:pt x="2292501" y="685263"/>
                  </a:lnTo>
                  <a:lnTo>
                    <a:pt x="2292604" y="685283"/>
                  </a:lnTo>
                  <a:lnTo>
                    <a:pt x="2292620" y="685286"/>
                  </a:lnTo>
                  <a:lnTo>
                    <a:pt x="2293248" y="685329"/>
                  </a:lnTo>
                  <a:lnTo>
                    <a:pt x="2293353" y="685401"/>
                  </a:lnTo>
                  <a:lnTo>
                    <a:pt x="2293364" y="685470"/>
                  </a:lnTo>
                  <a:lnTo>
                    <a:pt x="2293330" y="685534"/>
                  </a:lnTo>
                  <a:lnTo>
                    <a:pt x="2293221" y="685615"/>
                  </a:lnTo>
                  <a:lnTo>
                    <a:pt x="2293196" y="685621"/>
                  </a:lnTo>
                  <a:lnTo>
                    <a:pt x="2291768" y="685632"/>
                  </a:lnTo>
                  <a:lnTo>
                    <a:pt x="2291583" y="685566"/>
                  </a:lnTo>
                  <a:lnTo>
                    <a:pt x="2291486" y="685529"/>
                  </a:lnTo>
                  <a:lnTo>
                    <a:pt x="2291113" y="685397"/>
                  </a:lnTo>
                  <a:lnTo>
                    <a:pt x="2290949" y="685338"/>
                  </a:lnTo>
                  <a:lnTo>
                    <a:pt x="2290486" y="685171"/>
                  </a:lnTo>
                  <a:lnTo>
                    <a:pt x="2290453" y="685146"/>
                  </a:lnTo>
                  <a:lnTo>
                    <a:pt x="2290263" y="684781"/>
                  </a:lnTo>
                  <a:lnTo>
                    <a:pt x="2289968" y="684897"/>
                  </a:lnTo>
                  <a:lnTo>
                    <a:pt x="2289829" y="684601"/>
                  </a:lnTo>
                  <a:lnTo>
                    <a:pt x="2289737" y="684428"/>
                  </a:lnTo>
                  <a:lnTo>
                    <a:pt x="2289729" y="684413"/>
                  </a:lnTo>
                  <a:lnTo>
                    <a:pt x="2289647" y="684248"/>
                  </a:lnTo>
                  <a:lnTo>
                    <a:pt x="2289596" y="684146"/>
                  </a:lnTo>
                  <a:lnTo>
                    <a:pt x="2289601" y="684077"/>
                  </a:lnTo>
                  <a:lnTo>
                    <a:pt x="2289734" y="684026"/>
                  </a:lnTo>
                  <a:lnTo>
                    <a:pt x="2289850" y="683982"/>
                  </a:lnTo>
                  <a:lnTo>
                    <a:pt x="2289355" y="683005"/>
                  </a:lnTo>
                  <a:lnTo>
                    <a:pt x="2289330" y="682955"/>
                  </a:lnTo>
                  <a:lnTo>
                    <a:pt x="2289170" y="682634"/>
                  </a:lnTo>
                  <a:lnTo>
                    <a:pt x="2288918" y="682130"/>
                  </a:lnTo>
                  <a:lnTo>
                    <a:pt x="2288992" y="681098"/>
                  </a:lnTo>
                  <a:lnTo>
                    <a:pt x="2288912" y="680842"/>
                  </a:lnTo>
                  <a:lnTo>
                    <a:pt x="2288636" y="680761"/>
                  </a:lnTo>
                  <a:lnTo>
                    <a:pt x="2288530" y="680549"/>
                  </a:lnTo>
                  <a:lnTo>
                    <a:pt x="2288511" y="680460"/>
                  </a:lnTo>
                  <a:lnTo>
                    <a:pt x="2288519" y="680396"/>
                  </a:lnTo>
                  <a:lnTo>
                    <a:pt x="2288521" y="680382"/>
                  </a:lnTo>
                  <a:lnTo>
                    <a:pt x="2288743" y="679971"/>
                  </a:lnTo>
                  <a:lnTo>
                    <a:pt x="2288848" y="679777"/>
                  </a:lnTo>
                  <a:lnTo>
                    <a:pt x="2288863" y="679750"/>
                  </a:lnTo>
                  <a:lnTo>
                    <a:pt x="2288958" y="679633"/>
                  </a:lnTo>
                  <a:lnTo>
                    <a:pt x="2288970" y="679618"/>
                  </a:lnTo>
                  <a:lnTo>
                    <a:pt x="2288961" y="679563"/>
                  </a:lnTo>
                  <a:lnTo>
                    <a:pt x="2288948" y="679483"/>
                  </a:lnTo>
                  <a:lnTo>
                    <a:pt x="2288644" y="679311"/>
                  </a:lnTo>
                  <a:lnTo>
                    <a:pt x="2288553" y="679291"/>
                  </a:lnTo>
                  <a:lnTo>
                    <a:pt x="2288427" y="679101"/>
                  </a:lnTo>
                  <a:lnTo>
                    <a:pt x="2288385" y="679039"/>
                  </a:lnTo>
                  <a:lnTo>
                    <a:pt x="2288285" y="678888"/>
                  </a:lnTo>
                  <a:lnTo>
                    <a:pt x="2288275" y="678830"/>
                  </a:lnTo>
                  <a:lnTo>
                    <a:pt x="2288235" y="678186"/>
                  </a:lnTo>
                  <a:lnTo>
                    <a:pt x="2288231" y="678069"/>
                  </a:lnTo>
                  <a:lnTo>
                    <a:pt x="2288221" y="677728"/>
                  </a:lnTo>
                  <a:lnTo>
                    <a:pt x="2288422" y="677643"/>
                  </a:lnTo>
                  <a:lnTo>
                    <a:pt x="2288515" y="677593"/>
                  </a:lnTo>
                  <a:lnTo>
                    <a:pt x="2288584" y="677549"/>
                  </a:lnTo>
                  <a:lnTo>
                    <a:pt x="2288674" y="677476"/>
                  </a:lnTo>
                  <a:lnTo>
                    <a:pt x="2288809" y="677318"/>
                  </a:lnTo>
                  <a:lnTo>
                    <a:pt x="2288868" y="677236"/>
                  </a:lnTo>
                  <a:lnTo>
                    <a:pt x="2288986" y="677016"/>
                  </a:lnTo>
                  <a:lnTo>
                    <a:pt x="2289032" y="676932"/>
                  </a:lnTo>
                  <a:lnTo>
                    <a:pt x="2289183" y="676753"/>
                  </a:lnTo>
                  <a:lnTo>
                    <a:pt x="2289231" y="676703"/>
                  </a:lnTo>
                  <a:lnTo>
                    <a:pt x="2289345" y="676584"/>
                  </a:lnTo>
                  <a:lnTo>
                    <a:pt x="2289402" y="676525"/>
                  </a:lnTo>
                  <a:lnTo>
                    <a:pt x="2289521" y="676362"/>
                  </a:lnTo>
                  <a:lnTo>
                    <a:pt x="2289332" y="676322"/>
                  </a:lnTo>
                  <a:lnTo>
                    <a:pt x="2289096" y="676273"/>
                  </a:lnTo>
                  <a:lnTo>
                    <a:pt x="2288946" y="676241"/>
                  </a:lnTo>
                  <a:lnTo>
                    <a:pt x="2288878" y="676306"/>
                  </a:lnTo>
                  <a:lnTo>
                    <a:pt x="2288706" y="676497"/>
                  </a:lnTo>
                  <a:lnTo>
                    <a:pt x="2288574" y="676624"/>
                  </a:lnTo>
                  <a:lnTo>
                    <a:pt x="2288446" y="676717"/>
                  </a:lnTo>
                  <a:lnTo>
                    <a:pt x="2288154" y="676875"/>
                  </a:lnTo>
                  <a:lnTo>
                    <a:pt x="2288141" y="676877"/>
                  </a:lnTo>
                  <a:lnTo>
                    <a:pt x="2287967" y="676901"/>
                  </a:lnTo>
                  <a:lnTo>
                    <a:pt x="2287851" y="676917"/>
                  </a:lnTo>
                  <a:lnTo>
                    <a:pt x="2287733" y="677001"/>
                  </a:lnTo>
                  <a:lnTo>
                    <a:pt x="2287310" y="677322"/>
                  </a:lnTo>
                  <a:lnTo>
                    <a:pt x="2287186" y="677448"/>
                  </a:lnTo>
                  <a:lnTo>
                    <a:pt x="2287211" y="677584"/>
                  </a:lnTo>
                  <a:lnTo>
                    <a:pt x="2287212" y="677589"/>
                  </a:lnTo>
                  <a:lnTo>
                    <a:pt x="2287227" y="677668"/>
                  </a:lnTo>
                  <a:lnTo>
                    <a:pt x="2287233" y="677700"/>
                  </a:lnTo>
                  <a:lnTo>
                    <a:pt x="2287243" y="677751"/>
                  </a:lnTo>
                  <a:lnTo>
                    <a:pt x="2287285" y="678146"/>
                  </a:lnTo>
                  <a:lnTo>
                    <a:pt x="2287180" y="678221"/>
                  </a:lnTo>
                  <a:lnTo>
                    <a:pt x="2286976" y="678367"/>
                  </a:lnTo>
                  <a:lnTo>
                    <a:pt x="2286745" y="678533"/>
                  </a:lnTo>
                  <a:lnTo>
                    <a:pt x="2286363" y="678696"/>
                  </a:lnTo>
                  <a:lnTo>
                    <a:pt x="2286331" y="678710"/>
                  </a:lnTo>
                  <a:lnTo>
                    <a:pt x="2286315" y="678736"/>
                  </a:lnTo>
                  <a:lnTo>
                    <a:pt x="2286219" y="678894"/>
                  </a:lnTo>
                  <a:lnTo>
                    <a:pt x="2286199" y="678928"/>
                  </a:lnTo>
                  <a:lnTo>
                    <a:pt x="2286135" y="679032"/>
                  </a:lnTo>
                  <a:lnTo>
                    <a:pt x="2286134" y="679332"/>
                  </a:lnTo>
                  <a:lnTo>
                    <a:pt x="2286134" y="679443"/>
                  </a:lnTo>
                  <a:lnTo>
                    <a:pt x="2286384" y="679691"/>
                  </a:lnTo>
                  <a:lnTo>
                    <a:pt x="2286463" y="679797"/>
                  </a:lnTo>
                  <a:lnTo>
                    <a:pt x="2286465" y="679846"/>
                  </a:lnTo>
                  <a:lnTo>
                    <a:pt x="2286434" y="680202"/>
                  </a:lnTo>
                  <a:lnTo>
                    <a:pt x="2286434" y="680210"/>
                  </a:lnTo>
                  <a:lnTo>
                    <a:pt x="2286279" y="680352"/>
                  </a:lnTo>
                  <a:lnTo>
                    <a:pt x="2285900" y="680590"/>
                  </a:lnTo>
                  <a:lnTo>
                    <a:pt x="2285865" y="680677"/>
                  </a:lnTo>
                  <a:lnTo>
                    <a:pt x="2285786" y="680870"/>
                  </a:lnTo>
                  <a:lnTo>
                    <a:pt x="2285946" y="680917"/>
                  </a:lnTo>
                  <a:lnTo>
                    <a:pt x="2285970" y="681075"/>
                  </a:lnTo>
                  <a:lnTo>
                    <a:pt x="2285599" y="681319"/>
                  </a:lnTo>
                  <a:lnTo>
                    <a:pt x="2285454" y="681527"/>
                  </a:lnTo>
                  <a:lnTo>
                    <a:pt x="2285338" y="681473"/>
                  </a:lnTo>
                  <a:lnTo>
                    <a:pt x="2285247" y="681113"/>
                  </a:lnTo>
                  <a:lnTo>
                    <a:pt x="2284972" y="681087"/>
                  </a:lnTo>
                  <a:lnTo>
                    <a:pt x="2284948" y="681085"/>
                  </a:lnTo>
                  <a:lnTo>
                    <a:pt x="2284926" y="681258"/>
                  </a:lnTo>
                  <a:lnTo>
                    <a:pt x="2284919" y="681311"/>
                  </a:lnTo>
                  <a:lnTo>
                    <a:pt x="2284875" y="681564"/>
                  </a:lnTo>
                  <a:lnTo>
                    <a:pt x="2284260" y="681402"/>
                  </a:lnTo>
                  <a:lnTo>
                    <a:pt x="2284213" y="681383"/>
                  </a:lnTo>
                  <a:lnTo>
                    <a:pt x="2284180" y="681351"/>
                  </a:lnTo>
                  <a:lnTo>
                    <a:pt x="2284123" y="681242"/>
                  </a:lnTo>
                  <a:lnTo>
                    <a:pt x="2284126" y="681211"/>
                  </a:lnTo>
                  <a:lnTo>
                    <a:pt x="2284139" y="681189"/>
                  </a:lnTo>
                  <a:lnTo>
                    <a:pt x="2284213" y="681152"/>
                  </a:lnTo>
                  <a:lnTo>
                    <a:pt x="2284287" y="681113"/>
                  </a:lnTo>
                  <a:lnTo>
                    <a:pt x="2284323" y="681001"/>
                  </a:lnTo>
                  <a:lnTo>
                    <a:pt x="2284371" y="680851"/>
                  </a:lnTo>
                  <a:lnTo>
                    <a:pt x="2284405" y="680718"/>
                  </a:lnTo>
                  <a:lnTo>
                    <a:pt x="2284393" y="680716"/>
                  </a:lnTo>
                  <a:lnTo>
                    <a:pt x="2284206" y="680679"/>
                  </a:lnTo>
                  <a:lnTo>
                    <a:pt x="2284154" y="680668"/>
                  </a:lnTo>
                  <a:lnTo>
                    <a:pt x="2284032" y="680683"/>
                  </a:lnTo>
                  <a:lnTo>
                    <a:pt x="2283901" y="680700"/>
                  </a:lnTo>
                  <a:lnTo>
                    <a:pt x="2283744" y="680721"/>
                  </a:lnTo>
                  <a:lnTo>
                    <a:pt x="2283447" y="680967"/>
                  </a:lnTo>
                  <a:lnTo>
                    <a:pt x="2283379" y="681030"/>
                  </a:lnTo>
                  <a:lnTo>
                    <a:pt x="2282961" y="681412"/>
                  </a:lnTo>
                  <a:lnTo>
                    <a:pt x="2282947" y="681425"/>
                  </a:lnTo>
                  <a:lnTo>
                    <a:pt x="2282897" y="681504"/>
                  </a:lnTo>
                  <a:lnTo>
                    <a:pt x="2282970" y="681545"/>
                  </a:lnTo>
                  <a:lnTo>
                    <a:pt x="2283505" y="681850"/>
                  </a:lnTo>
                  <a:lnTo>
                    <a:pt x="2283526" y="681860"/>
                  </a:lnTo>
                  <a:lnTo>
                    <a:pt x="2283550" y="681830"/>
                  </a:lnTo>
                  <a:lnTo>
                    <a:pt x="2283558" y="681819"/>
                  </a:lnTo>
                  <a:lnTo>
                    <a:pt x="2283810" y="681501"/>
                  </a:lnTo>
                  <a:lnTo>
                    <a:pt x="2283888" y="681403"/>
                  </a:lnTo>
                  <a:lnTo>
                    <a:pt x="2283908" y="681373"/>
                  </a:lnTo>
                  <a:lnTo>
                    <a:pt x="2283943" y="681319"/>
                  </a:lnTo>
                  <a:lnTo>
                    <a:pt x="2283950" y="681309"/>
                  </a:lnTo>
                  <a:lnTo>
                    <a:pt x="2283974" y="681315"/>
                  </a:lnTo>
                  <a:lnTo>
                    <a:pt x="2284012" y="681337"/>
                  </a:lnTo>
                  <a:lnTo>
                    <a:pt x="2284022" y="681345"/>
                  </a:lnTo>
                  <a:lnTo>
                    <a:pt x="2284039" y="681358"/>
                  </a:lnTo>
                  <a:lnTo>
                    <a:pt x="2284107" y="681412"/>
                  </a:lnTo>
                  <a:lnTo>
                    <a:pt x="2284112" y="681416"/>
                  </a:lnTo>
                  <a:lnTo>
                    <a:pt x="2284218" y="681517"/>
                  </a:lnTo>
                  <a:lnTo>
                    <a:pt x="2284349" y="681562"/>
                  </a:lnTo>
                  <a:lnTo>
                    <a:pt x="2284371" y="681569"/>
                  </a:lnTo>
                  <a:lnTo>
                    <a:pt x="2284403" y="681580"/>
                  </a:lnTo>
                  <a:lnTo>
                    <a:pt x="2284438" y="681591"/>
                  </a:lnTo>
                  <a:lnTo>
                    <a:pt x="2284560" y="681664"/>
                  </a:lnTo>
                  <a:lnTo>
                    <a:pt x="2284903" y="681869"/>
                  </a:lnTo>
                  <a:lnTo>
                    <a:pt x="2284915" y="681897"/>
                  </a:lnTo>
                  <a:lnTo>
                    <a:pt x="2284664" y="682360"/>
                  </a:lnTo>
                  <a:lnTo>
                    <a:pt x="2284567" y="682338"/>
                  </a:lnTo>
                  <a:lnTo>
                    <a:pt x="2284397" y="682275"/>
                  </a:lnTo>
                  <a:lnTo>
                    <a:pt x="2284197" y="682202"/>
                  </a:lnTo>
                  <a:lnTo>
                    <a:pt x="2284191" y="682200"/>
                  </a:lnTo>
                  <a:lnTo>
                    <a:pt x="2284184" y="682199"/>
                  </a:lnTo>
                  <a:lnTo>
                    <a:pt x="2284177" y="682198"/>
                  </a:lnTo>
                  <a:lnTo>
                    <a:pt x="2284169" y="682198"/>
                  </a:lnTo>
                  <a:lnTo>
                    <a:pt x="2284162" y="682199"/>
                  </a:lnTo>
                  <a:lnTo>
                    <a:pt x="2284155" y="682201"/>
                  </a:lnTo>
                  <a:lnTo>
                    <a:pt x="2284149" y="682204"/>
                  </a:lnTo>
                  <a:lnTo>
                    <a:pt x="2284142" y="682207"/>
                  </a:lnTo>
                  <a:lnTo>
                    <a:pt x="2284136" y="682212"/>
                  </a:lnTo>
                  <a:lnTo>
                    <a:pt x="2284132" y="682216"/>
                  </a:lnTo>
                  <a:lnTo>
                    <a:pt x="2284127" y="682221"/>
                  </a:lnTo>
                  <a:lnTo>
                    <a:pt x="2284124" y="682227"/>
                  </a:lnTo>
                  <a:lnTo>
                    <a:pt x="2284122" y="682233"/>
                  </a:lnTo>
                  <a:lnTo>
                    <a:pt x="2284120" y="682239"/>
                  </a:lnTo>
                  <a:lnTo>
                    <a:pt x="2284119" y="682245"/>
                  </a:lnTo>
                  <a:lnTo>
                    <a:pt x="2284120" y="682252"/>
                  </a:lnTo>
                  <a:lnTo>
                    <a:pt x="2284121" y="682258"/>
                  </a:lnTo>
                  <a:lnTo>
                    <a:pt x="2284123" y="682264"/>
                  </a:lnTo>
                  <a:lnTo>
                    <a:pt x="2284301" y="682636"/>
                  </a:lnTo>
                  <a:lnTo>
                    <a:pt x="2283763" y="682685"/>
                  </a:lnTo>
                  <a:lnTo>
                    <a:pt x="2283672" y="683496"/>
                  </a:lnTo>
                  <a:lnTo>
                    <a:pt x="2283420" y="683495"/>
                  </a:lnTo>
                  <a:lnTo>
                    <a:pt x="2283413" y="683492"/>
                  </a:lnTo>
                  <a:lnTo>
                    <a:pt x="2283406" y="683491"/>
                  </a:lnTo>
                  <a:lnTo>
                    <a:pt x="2283398" y="683490"/>
                  </a:lnTo>
                  <a:lnTo>
                    <a:pt x="2283393" y="683490"/>
                  </a:lnTo>
                  <a:lnTo>
                    <a:pt x="2283387" y="683490"/>
                  </a:lnTo>
                  <a:lnTo>
                    <a:pt x="2283380" y="683491"/>
                  </a:lnTo>
                  <a:lnTo>
                    <a:pt x="2283373" y="683493"/>
                  </a:lnTo>
                  <a:lnTo>
                    <a:pt x="2283367" y="683496"/>
                  </a:lnTo>
                  <a:lnTo>
                    <a:pt x="2283360" y="683499"/>
                  </a:lnTo>
                  <a:lnTo>
                    <a:pt x="2283355" y="683503"/>
                  </a:lnTo>
                  <a:lnTo>
                    <a:pt x="2283350" y="683508"/>
                  </a:lnTo>
                  <a:lnTo>
                    <a:pt x="2283346" y="683513"/>
                  </a:lnTo>
                  <a:lnTo>
                    <a:pt x="2283342" y="683519"/>
                  </a:lnTo>
                  <a:lnTo>
                    <a:pt x="2283340" y="683525"/>
                  </a:lnTo>
                  <a:lnTo>
                    <a:pt x="2283338" y="683531"/>
                  </a:lnTo>
                  <a:lnTo>
                    <a:pt x="2283338" y="683537"/>
                  </a:lnTo>
                  <a:lnTo>
                    <a:pt x="2283338" y="683594"/>
                  </a:lnTo>
                  <a:lnTo>
                    <a:pt x="2282987" y="683639"/>
                  </a:lnTo>
                  <a:lnTo>
                    <a:pt x="2282739" y="683670"/>
                  </a:lnTo>
                  <a:lnTo>
                    <a:pt x="2282729" y="683310"/>
                  </a:lnTo>
                  <a:lnTo>
                    <a:pt x="2282728" y="683304"/>
                  </a:lnTo>
                  <a:lnTo>
                    <a:pt x="2282726" y="683297"/>
                  </a:lnTo>
                  <a:lnTo>
                    <a:pt x="2282724" y="683256"/>
                  </a:lnTo>
                  <a:lnTo>
                    <a:pt x="2282692" y="683261"/>
                  </a:lnTo>
                  <a:lnTo>
                    <a:pt x="2282670" y="683264"/>
                  </a:lnTo>
                  <a:lnTo>
                    <a:pt x="2282657" y="683266"/>
                  </a:lnTo>
                  <a:lnTo>
                    <a:pt x="2282287" y="683333"/>
                  </a:lnTo>
                  <a:lnTo>
                    <a:pt x="2282269" y="683335"/>
                  </a:lnTo>
                  <a:lnTo>
                    <a:pt x="2282255" y="683337"/>
                  </a:lnTo>
                  <a:lnTo>
                    <a:pt x="2282242" y="683339"/>
                  </a:lnTo>
                  <a:lnTo>
                    <a:pt x="2282243" y="683351"/>
                  </a:lnTo>
                  <a:lnTo>
                    <a:pt x="2282250" y="683545"/>
                  </a:lnTo>
                  <a:lnTo>
                    <a:pt x="2281856" y="683473"/>
                  </a:lnTo>
                  <a:lnTo>
                    <a:pt x="2281804" y="683233"/>
                  </a:lnTo>
                  <a:lnTo>
                    <a:pt x="2281783" y="683190"/>
                  </a:lnTo>
                  <a:lnTo>
                    <a:pt x="2281783" y="683135"/>
                  </a:lnTo>
                  <a:lnTo>
                    <a:pt x="2281799" y="682923"/>
                  </a:lnTo>
                  <a:lnTo>
                    <a:pt x="2281797" y="682906"/>
                  </a:lnTo>
                  <a:lnTo>
                    <a:pt x="2281784" y="682863"/>
                  </a:lnTo>
                  <a:lnTo>
                    <a:pt x="2281817" y="682436"/>
                  </a:lnTo>
                  <a:lnTo>
                    <a:pt x="2281841" y="682134"/>
                  </a:lnTo>
                  <a:lnTo>
                    <a:pt x="2281734" y="682120"/>
                  </a:lnTo>
                  <a:lnTo>
                    <a:pt x="2281708" y="682200"/>
                  </a:lnTo>
                  <a:lnTo>
                    <a:pt x="2281653" y="682368"/>
                  </a:lnTo>
                  <a:lnTo>
                    <a:pt x="2281644" y="682395"/>
                  </a:lnTo>
                  <a:lnTo>
                    <a:pt x="2281601" y="682525"/>
                  </a:lnTo>
                  <a:lnTo>
                    <a:pt x="2281594" y="682546"/>
                  </a:lnTo>
                  <a:lnTo>
                    <a:pt x="2281563" y="682643"/>
                  </a:lnTo>
                  <a:lnTo>
                    <a:pt x="2281561" y="682649"/>
                  </a:lnTo>
                  <a:lnTo>
                    <a:pt x="2281687" y="683388"/>
                  </a:lnTo>
                  <a:lnTo>
                    <a:pt x="2281824" y="683991"/>
                  </a:lnTo>
                  <a:lnTo>
                    <a:pt x="2281908" y="684246"/>
                  </a:lnTo>
                  <a:lnTo>
                    <a:pt x="2281450" y="684345"/>
                  </a:lnTo>
                  <a:lnTo>
                    <a:pt x="2281297" y="684096"/>
                  </a:lnTo>
                  <a:lnTo>
                    <a:pt x="2281199" y="683915"/>
                  </a:lnTo>
                  <a:lnTo>
                    <a:pt x="2281191" y="683886"/>
                  </a:lnTo>
                  <a:lnTo>
                    <a:pt x="2281082" y="683513"/>
                  </a:lnTo>
                  <a:lnTo>
                    <a:pt x="2280974" y="683468"/>
                  </a:lnTo>
                  <a:lnTo>
                    <a:pt x="2280900" y="683565"/>
                  </a:lnTo>
                  <a:lnTo>
                    <a:pt x="2280947" y="683910"/>
                  </a:lnTo>
                  <a:lnTo>
                    <a:pt x="2280947" y="684032"/>
                  </a:lnTo>
                  <a:lnTo>
                    <a:pt x="2280943" y="684323"/>
                  </a:lnTo>
                  <a:lnTo>
                    <a:pt x="2279872" y="684363"/>
                  </a:lnTo>
                  <a:lnTo>
                    <a:pt x="2279879" y="684182"/>
                  </a:lnTo>
                  <a:lnTo>
                    <a:pt x="2279867" y="683960"/>
                  </a:lnTo>
                  <a:lnTo>
                    <a:pt x="2279840" y="683420"/>
                  </a:lnTo>
                  <a:lnTo>
                    <a:pt x="2279851" y="683393"/>
                  </a:lnTo>
                  <a:lnTo>
                    <a:pt x="2279863" y="683360"/>
                  </a:lnTo>
                  <a:lnTo>
                    <a:pt x="2279893" y="683301"/>
                  </a:lnTo>
                  <a:lnTo>
                    <a:pt x="2279889" y="683295"/>
                  </a:lnTo>
                  <a:lnTo>
                    <a:pt x="2279782" y="683168"/>
                  </a:lnTo>
                  <a:lnTo>
                    <a:pt x="2279551" y="683191"/>
                  </a:lnTo>
                  <a:lnTo>
                    <a:pt x="2279546" y="683191"/>
                  </a:lnTo>
                  <a:lnTo>
                    <a:pt x="2279540" y="683191"/>
                  </a:lnTo>
                  <a:lnTo>
                    <a:pt x="2279534" y="683193"/>
                  </a:lnTo>
                  <a:lnTo>
                    <a:pt x="2279512" y="683195"/>
                  </a:lnTo>
                  <a:lnTo>
                    <a:pt x="2279496" y="683197"/>
                  </a:lnTo>
                  <a:lnTo>
                    <a:pt x="2279488" y="683348"/>
                  </a:lnTo>
                  <a:lnTo>
                    <a:pt x="2279476" y="683566"/>
                  </a:lnTo>
                  <a:lnTo>
                    <a:pt x="2279475" y="683581"/>
                  </a:lnTo>
                  <a:lnTo>
                    <a:pt x="2279479" y="684181"/>
                  </a:lnTo>
                  <a:lnTo>
                    <a:pt x="2279200" y="684197"/>
                  </a:lnTo>
                  <a:lnTo>
                    <a:pt x="2279201" y="684186"/>
                  </a:lnTo>
                  <a:lnTo>
                    <a:pt x="2279209" y="683355"/>
                  </a:lnTo>
                  <a:lnTo>
                    <a:pt x="2279154" y="683346"/>
                  </a:lnTo>
                  <a:lnTo>
                    <a:pt x="2278754" y="683275"/>
                  </a:lnTo>
                  <a:lnTo>
                    <a:pt x="2278314" y="683139"/>
                  </a:lnTo>
                  <a:lnTo>
                    <a:pt x="2278439" y="682848"/>
                  </a:lnTo>
                  <a:lnTo>
                    <a:pt x="2278195" y="682748"/>
                  </a:lnTo>
                  <a:lnTo>
                    <a:pt x="2278167" y="682736"/>
                  </a:lnTo>
                  <a:lnTo>
                    <a:pt x="2278088" y="682704"/>
                  </a:lnTo>
                  <a:lnTo>
                    <a:pt x="2278081" y="682709"/>
                  </a:lnTo>
                  <a:lnTo>
                    <a:pt x="2277964" y="682793"/>
                  </a:lnTo>
                  <a:lnTo>
                    <a:pt x="2277959" y="682797"/>
                  </a:lnTo>
                  <a:lnTo>
                    <a:pt x="2277577" y="683184"/>
                  </a:lnTo>
                  <a:lnTo>
                    <a:pt x="2277569" y="683192"/>
                  </a:lnTo>
                  <a:lnTo>
                    <a:pt x="2277498" y="683263"/>
                  </a:lnTo>
                  <a:lnTo>
                    <a:pt x="2277105" y="683662"/>
                  </a:lnTo>
                  <a:lnTo>
                    <a:pt x="2276201" y="683759"/>
                  </a:lnTo>
                  <a:lnTo>
                    <a:pt x="2276180" y="683761"/>
                  </a:lnTo>
                  <a:lnTo>
                    <a:pt x="2275749" y="683808"/>
                  </a:lnTo>
                  <a:lnTo>
                    <a:pt x="2275745" y="683800"/>
                  </a:lnTo>
                  <a:lnTo>
                    <a:pt x="2275732" y="683772"/>
                  </a:lnTo>
                  <a:lnTo>
                    <a:pt x="2275694" y="683721"/>
                  </a:lnTo>
                  <a:lnTo>
                    <a:pt x="2275685" y="683709"/>
                  </a:lnTo>
                  <a:lnTo>
                    <a:pt x="2275677" y="683696"/>
                  </a:lnTo>
                  <a:lnTo>
                    <a:pt x="2275663" y="683673"/>
                  </a:lnTo>
                  <a:lnTo>
                    <a:pt x="2275621" y="683602"/>
                  </a:lnTo>
                  <a:lnTo>
                    <a:pt x="2275618" y="683594"/>
                  </a:lnTo>
                  <a:lnTo>
                    <a:pt x="2275622" y="683581"/>
                  </a:lnTo>
                  <a:lnTo>
                    <a:pt x="2275630" y="683572"/>
                  </a:lnTo>
                  <a:lnTo>
                    <a:pt x="2275645" y="683557"/>
                  </a:lnTo>
                  <a:lnTo>
                    <a:pt x="2275655" y="683550"/>
                  </a:lnTo>
                  <a:lnTo>
                    <a:pt x="2275709" y="683534"/>
                  </a:lnTo>
                  <a:lnTo>
                    <a:pt x="2275715" y="683532"/>
                  </a:lnTo>
                  <a:lnTo>
                    <a:pt x="2275721" y="683529"/>
                  </a:lnTo>
                  <a:lnTo>
                    <a:pt x="2275727" y="683525"/>
                  </a:lnTo>
                  <a:lnTo>
                    <a:pt x="2275732" y="683521"/>
                  </a:lnTo>
                  <a:lnTo>
                    <a:pt x="2275737" y="683516"/>
                  </a:lnTo>
                  <a:lnTo>
                    <a:pt x="2275741" y="683510"/>
                  </a:lnTo>
                  <a:lnTo>
                    <a:pt x="2275745" y="683501"/>
                  </a:lnTo>
                  <a:lnTo>
                    <a:pt x="2275746" y="683495"/>
                  </a:lnTo>
                  <a:lnTo>
                    <a:pt x="2275752" y="683475"/>
                  </a:lnTo>
                  <a:lnTo>
                    <a:pt x="2275807" y="683403"/>
                  </a:lnTo>
                  <a:lnTo>
                    <a:pt x="2275777" y="683383"/>
                  </a:lnTo>
                  <a:lnTo>
                    <a:pt x="2275768" y="683381"/>
                  </a:lnTo>
                  <a:lnTo>
                    <a:pt x="2275552" y="683438"/>
                  </a:lnTo>
                  <a:lnTo>
                    <a:pt x="2275534" y="683442"/>
                  </a:lnTo>
                  <a:lnTo>
                    <a:pt x="2275524" y="683442"/>
                  </a:lnTo>
                  <a:lnTo>
                    <a:pt x="2275519" y="683440"/>
                  </a:lnTo>
                  <a:lnTo>
                    <a:pt x="2275510" y="683434"/>
                  </a:lnTo>
                  <a:lnTo>
                    <a:pt x="2275493" y="683415"/>
                  </a:lnTo>
                  <a:lnTo>
                    <a:pt x="2275445" y="683355"/>
                  </a:lnTo>
                  <a:lnTo>
                    <a:pt x="2275666" y="682711"/>
                  </a:lnTo>
                  <a:lnTo>
                    <a:pt x="2275668" y="682700"/>
                  </a:lnTo>
                  <a:lnTo>
                    <a:pt x="2275670" y="682678"/>
                  </a:lnTo>
                  <a:lnTo>
                    <a:pt x="2275737" y="682226"/>
                  </a:lnTo>
                  <a:lnTo>
                    <a:pt x="2275736" y="682157"/>
                  </a:lnTo>
                  <a:lnTo>
                    <a:pt x="2275735" y="682141"/>
                  </a:lnTo>
                  <a:lnTo>
                    <a:pt x="2275645" y="682138"/>
                  </a:lnTo>
                  <a:lnTo>
                    <a:pt x="2275603" y="682136"/>
                  </a:lnTo>
                  <a:lnTo>
                    <a:pt x="2275505" y="682340"/>
                  </a:lnTo>
                  <a:lnTo>
                    <a:pt x="2275480" y="682411"/>
                  </a:lnTo>
                  <a:lnTo>
                    <a:pt x="2275416" y="682603"/>
                  </a:lnTo>
                  <a:lnTo>
                    <a:pt x="2275368" y="682814"/>
                  </a:lnTo>
                  <a:lnTo>
                    <a:pt x="2275330" y="683020"/>
                  </a:lnTo>
                  <a:lnTo>
                    <a:pt x="2275222" y="683349"/>
                  </a:lnTo>
                  <a:lnTo>
                    <a:pt x="2275102" y="683367"/>
                  </a:lnTo>
                  <a:lnTo>
                    <a:pt x="2274767" y="683356"/>
                  </a:lnTo>
                  <a:lnTo>
                    <a:pt x="2274761" y="683356"/>
                  </a:lnTo>
                  <a:lnTo>
                    <a:pt x="2274564" y="683335"/>
                  </a:lnTo>
                  <a:lnTo>
                    <a:pt x="2273861" y="682909"/>
                  </a:lnTo>
                  <a:lnTo>
                    <a:pt x="2273855" y="682899"/>
                  </a:lnTo>
                  <a:lnTo>
                    <a:pt x="2273969" y="682666"/>
                  </a:lnTo>
                  <a:lnTo>
                    <a:pt x="2274010" y="682614"/>
                  </a:lnTo>
                  <a:lnTo>
                    <a:pt x="2274074" y="682531"/>
                  </a:lnTo>
                  <a:lnTo>
                    <a:pt x="2274079" y="682522"/>
                  </a:lnTo>
                  <a:lnTo>
                    <a:pt x="2274081" y="682514"/>
                  </a:lnTo>
                  <a:lnTo>
                    <a:pt x="2274082" y="682507"/>
                  </a:lnTo>
                  <a:lnTo>
                    <a:pt x="2274082" y="682501"/>
                  </a:lnTo>
                  <a:lnTo>
                    <a:pt x="2274080" y="682495"/>
                  </a:lnTo>
                  <a:lnTo>
                    <a:pt x="2274078" y="682489"/>
                  </a:lnTo>
                  <a:lnTo>
                    <a:pt x="2274075" y="682483"/>
                  </a:lnTo>
                  <a:lnTo>
                    <a:pt x="2274071" y="682478"/>
                  </a:lnTo>
                  <a:lnTo>
                    <a:pt x="2274066" y="682473"/>
                  </a:lnTo>
                  <a:lnTo>
                    <a:pt x="2274061" y="682469"/>
                  </a:lnTo>
                  <a:lnTo>
                    <a:pt x="2274055" y="682465"/>
                  </a:lnTo>
                  <a:lnTo>
                    <a:pt x="2274048" y="682462"/>
                  </a:lnTo>
                  <a:lnTo>
                    <a:pt x="2274041" y="682460"/>
                  </a:lnTo>
                  <a:lnTo>
                    <a:pt x="2274034" y="682459"/>
                  </a:lnTo>
                  <a:lnTo>
                    <a:pt x="2274027" y="682458"/>
                  </a:lnTo>
                  <a:lnTo>
                    <a:pt x="2274019" y="682459"/>
                  </a:lnTo>
                  <a:lnTo>
                    <a:pt x="2274012" y="682460"/>
                  </a:lnTo>
                  <a:lnTo>
                    <a:pt x="2274005" y="682462"/>
                  </a:lnTo>
                  <a:lnTo>
                    <a:pt x="2273999" y="682464"/>
                  </a:lnTo>
                  <a:lnTo>
                    <a:pt x="2273943" y="682494"/>
                  </a:lnTo>
                  <a:lnTo>
                    <a:pt x="2273784" y="682461"/>
                  </a:lnTo>
                  <a:lnTo>
                    <a:pt x="2273729" y="682132"/>
                  </a:lnTo>
                  <a:lnTo>
                    <a:pt x="2273719" y="682100"/>
                  </a:lnTo>
                  <a:lnTo>
                    <a:pt x="2273108" y="682027"/>
                  </a:lnTo>
                  <a:lnTo>
                    <a:pt x="2273026" y="681870"/>
                  </a:lnTo>
                  <a:lnTo>
                    <a:pt x="2273015" y="681803"/>
                  </a:lnTo>
                  <a:lnTo>
                    <a:pt x="2273015" y="681791"/>
                  </a:lnTo>
                  <a:lnTo>
                    <a:pt x="2273022" y="681507"/>
                  </a:lnTo>
                  <a:lnTo>
                    <a:pt x="2273090" y="681385"/>
                  </a:lnTo>
                  <a:lnTo>
                    <a:pt x="2273116" y="681345"/>
                  </a:lnTo>
                  <a:lnTo>
                    <a:pt x="2273119" y="681339"/>
                  </a:lnTo>
                  <a:lnTo>
                    <a:pt x="2273121" y="681332"/>
                  </a:lnTo>
                  <a:lnTo>
                    <a:pt x="2273123" y="681324"/>
                  </a:lnTo>
                  <a:lnTo>
                    <a:pt x="2273122" y="681317"/>
                  </a:lnTo>
                  <a:lnTo>
                    <a:pt x="2273121" y="681311"/>
                  </a:lnTo>
                  <a:lnTo>
                    <a:pt x="2273119" y="681305"/>
                  </a:lnTo>
                  <a:lnTo>
                    <a:pt x="2273115" y="681299"/>
                  </a:lnTo>
                  <a:lnTo>
                    <a:pt x="2273111" y="681294"/>
                  </a:lnTo>
                  <a:lnTo>
                    <a:pt x="2273107" y="681289"/>
                  </a:lnTo>
                  <a:lnTo>
                    <a:pt x="2273101" y="681285"/>
                  </a:lnTo>
                  <a:lnTo>
                    <a:pt x="2273095" y="681281"/>
                  </a:lnTo>
                  <a:lnTo>
                    <a:pt x="2273089" y="681279"/>
                  </a:lnTo>
                  <a:lnTo>
                    <a:pt x="2273082" y="681276"/>
                  </a:lnTo>
                  <a:lnTo>
                    <a:pt x="2273075" y="681275"/>
                  </a:lnTo>
                  <a:lnTo>
                    <a:pt x="2273067" y="681275"/>
                  </a:lnTo>
                  <a:lnTo>
                    <a:pt x="2273060" y="681275"/>
                  </a:lnTo>
                  <a:lnTo>
                    <a:pt x="2273053" y="681276"/>
                  </a:lnTo>
                  <a:lnTo>
                    <a:pt x="2273046" y="681278"/>
                  </a:lnTo>
                  <a:lnTo>
                    <a:pt x="2273039" y="681281"/>
                  </a:lnTo>
                  <a:lnTo>
                    <a:pt x="2273034" y="681283"/>
                  </a:lnTo>
                  <a:lnTo>
                    <a:pt x="2273011" y="681298"/>
                  </a:lnTo>
                  <a:lnTo>
                    <a:pt x="2273007" y="681301"/>
                  </a:lnTo>
                  <a:lnTo>
                    <a:pt x="2272983" y="681321"/>
                  </a:lnTo>
                  <a:lnTo>
                    <a:pt x="2272880" y="681412"/>
                  </a:lnTo>
                  <a:lnTo>
                    <a:pt x="2272830" y="681511"/>
                  </a:lnTo>
                  <a:lnTo>
                    <a:pt x="2272835" y="681569"/>
                  </a:lnTo>
                  <a:lnTo>
                    <a:pt x="2272825" y="681583"/>
                  </a:lnTo>
                  <a:lnTo>
                    <a:pt x="2272479" y="681640"/>
                  </a:lnTo>
                  <a:lnTo>
                    <a:pt x="2271899" y="681417"/>
                  </a:lnTo>
                  <a:lnTo>
                    <a:pt x="2271094" y="681450"/>
                  </a:lnTo>
                  <a:lnTo>
                    <a:pt x="2270848" y="681461"/>
                  </a:lnTo>
                  <a:lnTo>
                    <a:pt x="2270838" y="681462"/>
                  </a:lnTo>
                  <a:lnTo>
                    <a:pt x="2270817" y="681464"/>
                  </a:lnTo>
                  <a:lnTo>
                    <a:pt x="2270807" y="681465"/>
                  </a:lnTo>
                  <a:lnTo>
                    <a:pt x="2269882" y="681505"/>
                  </a:lnTo>
                  <a:lnTo>
                    <a:pt x="2269741" y="681354"/>
                  </a:lnTo>
                  <a:lnTo>
                    <a:pt x="2269614" y="681135"/>
                  </a:lnTo>
                  <a:lnTo>
                    <a:pt x="2269608" y="681040"/>
                  </a:lnTo>
                  <a:lnTo>
                    <a:pt x="2269604" y="680980"/>
                  </a:lnTo>
                  <a:lnTo>
                    <a:pt x="2269579" y="680622"/>
                  </a:lnTo>
                  <a:lnTo>
                    <a:pt x="2269575" y="680567"/>
                  </a:lnTo>
                  <a:lnTo>
                    <a:pt x="2269580" y="680508"/>
                  </a:lnTo>
                  <a:lnTo>
                    <a:pt x="2269511" y="680487"/>
                  </a:lnTo>
                  <a:lnTo>
                    <a:pt x="2269469" y="680475"/>
                  </a:lnTo>
                  <a:lnTo>
                    <a:pt x="2269434" y="680545"/>
                  </a:lnTo>
                  <a:lnTo>
                    <a:pt x="2269414" y="680586"/>
                  </a:lnTo>
                  <a:lnTo>
                    <a:pt x="2269389" y="680682"/>
                  </a:lnTo>
                  <a:lnTo>
                    <a:pt x="2269387" y="680719"/>
                  </a:lnTo>
                  <a:lnTo>
                    <a:pt x="2269385" y="680769"/>
                  </a:lnTo>
                  <a:lnTo>
                    <a:pt x="2269372" y="681050"/>
                  </a:lnTo>
                  <a:lnTo>
                    <a:pt x="2269422" y="681197"/>
                  </a:lnTo>
                  <a:lnTo>
                    <a:pt x="2269428" y="681244"/>
                  </a:lnTo>
                  <a:lnTo>
                    <a:pt x="2269451" y="681433"/>
                  </a:lnTo>
                  <a:lnTo>
                    <a:pt x="2267735" y="681221"/>
                  </a:lnTo>
                  <a:lnTo>
                    <a:pt x="2267468" y="681170"/>
                  </a:lnTo>
                  <a:lnTo>
                    <a:pt x="2267458" y="681196"/>
                  </a:lnTo>
                  <a:lnTo>
                    <a:pt x="2267845" y="681268"/>
                  </a:lnTo>
                  <a:lnTo>
                    <a:pt x="2268115" y="681319"/>
                  </a:lnTo>
                  <a:lnTo>
                    <a:pt x="2268129" y="681322"/>
                  </a:lnTo>
                  <a:lnTo>
                    <a:pt x="2269448" y="681482"/>
                  </a:lnTo>
                  <a:lnTo>
                    <a:pt x="2269438" y="681615"/>
                  </a:lnTo>
                  <a:lnTo>
                    <a:pt x="2269397" y="682203"/>
                  </a:lnTo>
                  <a:lnTo>
                    <a:pt x="2269517" y="682754"/>
                  </a:lnTo>
                  <a:lnTo>
                    <a:pt x="2269593" y="683101"/>
                  </a:lnTo>
                  <a:lnTo>
                    <a:pt x="2269633" y="683413"/>
                  </a:lnTo>
                  <a:lnTo>
                    <a:pt x="2269682" y="683784"/>
                  </a:lnTo>
                  <a:lnTo>
                    <a:pt x="2269658" y="684215"/>
                  </a:lnTo>
                  <a:lnTo>
                    <a:pt x="2267504" y="683742"/>
                  </a:lnTo>
                  <a:lnTo>
                    <a:pt x="2266911" y="683611"/>
                  </a:lnTo>
                  <a:lnTo>
                    <a:pt x="2266142" y="683443"/>
                  </a:lnTo>
                  <a:lnTo>
                    <a:pt x="2264803" y="683196"/>
                  </a:lnTo>
                  <a:lnTo>
                    <a:pt x="2264826" y="682694"/>
                  </a:lnTo>
                  <a:lnTo>
                    <a:pt x="2264831" y="682569"/>
                  </a:lnTo>
                  <a:lnTo>
                    <a:pt x="2264817" y="682424"/>
                  </a:lnTo>
                  <a:lnTo>
                    <a:pt x="2264773" y="682010"/>
                  </a:lnTo>
                  <a:lnTo>
                    <a:pt x="2264750" y="682013"/>
                  </a:lnTo>
                  <a:lnTo>
                    <a:pt x="2264664" y="682025"/>
                  </a:lnTo>
                  <a:lnTo>
                    <a:pt x="2264592" y="682035"/>
                  </a:lnTo>
                  <a:lnTo>
                    <a:pt x="2262965" y="682376"/>
                  </a:lnTo>
                  <a:lnTo>
                    <a:pt x="2262961" y="682373"/>
                  </a:lnTo>
                  <a:lnTo>
                    <a:pt x="2262933" y="682348"/>
                  </a:lnTo>
                  <a:lnTo>
                    <a:pt x="2262771" y="682110"/>
                  </a:lnTo>
                  <a:lnTo>
                    <a:pt x="2262558" y="681593"/>
                  </a:lnTo>
                  <a:lnTo>
                    <a:pt x="2262555" y="681582"/>
                  </a:lnTo>
                  <a:lnTo>
                    <a:pt x="2262554" y="681576"/>
                  </a:lnTo>
                  <a:lnTo>
                    <a:pt x="2262552" y="681566"/>
                  </a:lnTo>
                  <a:lnTo>
                    <a:pt x="2262538" y="681510"/>
                  </a:lnTo>
                  <a:lnTo>
                    <a:pt x="2262512" y="681403"/>
                  </a:lnTo>
                  <a:lnTo>
                    <a:pt x="2262506" y="681378"/>
                  </a:lnTo>
                  <a:lnTo>
                    <a:pt x="2262497" y="681341"/>
                  </a:lnTo>
                  <a:lnTo>
                    <a:pt x="2262160" y="680678"/>
                  </a:lnTo>
                  <a:lnTo>
                    <a:pt x="2262133" y="680631"/>
                  </a:lnTo>
                  <a:lnTo>
                    <a:pt x="2262124" y="680616"/>
                  </a:lnTo>
                  <a:lnTo>
                    <a:pt x="2262186" y="680576"/>
                  </a:lnTo>
                  <a:lnTo>
                    <a:pt x="2262316" y="680515"/>
                  </a:lnTo>
                  <a:lnTo>
                    <a:pt x="2262448" y="680476"/>
                  </a:lnTo>
                  <a:lnTo>
                    <a:pt x="2263001" y="680383"/>
                  </a:lnTo>
                  <a:lnTo>
                    <a:pt x="2263164" y="680347"/>
                  </a:lnTo>
                  <a:lnTo>
                    <a:pt x="2263583" y="680203"/>
                  </a:lnTo>
                  <a:lnTo>
                    <a:pt x="2263537" y="680015"/>
                  </a:lnTo>
                  <a:lnTo>
                    <a:pt x="2263113" y="680016"/>
                  </a:lnTo>
                  <a:lnTo>
                    <a:pt x="2261666" y="680036"/>
                  </a:lnTo>
                  <a:lnTo>
                    <a:pt x="2261574" y="680037"/>
                  </a:lnTo>
                  <a:lnTo>
                    <a:pt x="2261447" y="679859"/>
                  </a:lnTo>
                  <a:lnTo>
                    <a:pt x="2261254" y="679888"/>
                  </a:lnTo>
                  <a:lnTo>
                    <a:pt x="2261170" y="679921"/>
                  </a:lnTo>
                  <a:lnTo>
                    <a:pt x="2261073" y="680208"/>
                  </a:lnTo>
                  <a:lnTo>
                    <a:pt x="2261041" y="680301"/>
                  </a:lnTo>
                  <a:lnTo>
                    <a:pt x="2260835" y="680303"/>
                  </a:lnTo>
                  <a:lnTo>
                    <a:pt x="2260996" y="680658"/>
                  </a:lnTo>
                  <a:lnTo>
                    <a:pt x="2261193" y="681092"/>
                  </a:lnTo>
                  <a:lnTo>
                    <a:pt x="2261237" y="681187"/>
                  </a:lnTo>
                  <a:lnTo>
                    <a:pt x="2261242" y="681198"/>
                  </a:lnTo>
                  <a:lnTo>
                    <a:pt x="2261235" y="681200"/>
                  </a:lnTo>
                  <a:lnTo>
                    <a:pt x="2261175" y="681217"/>
                  </a:lnTo>
                  <a:lnTo>
                    <a:pt x="2261049" y="681230"/>
                  </a:lnTo>
                  <a:lnTo>
                    <a:pt x="2260408" y="681227"/>
                  </a:lnTo>
                  <a:lnTo>
                    <a:pt x="2260405" y="681437"/>
                  </a:lnTo>
                  <a:lnTo>
                    <a:pt x="2260400" y="681692"/>
                  </a:lnTo>
                  <a:lnTo>
                    <a:pt x="2260396" y="681934"/>
                  </a:lnTo>
                  <a:lnTo>
                    <a:pt x="2260395" y="681995"/>
                  </a:lnTo>
                  <a:lnTo>
                    <a:pt x="2260385" y="682570"/>
                  </a:lnTo>
                  <a:lnTo>
                    <a:pt x="2260380" y="682871"/>
                  </a:lnTo>
                  <a:lnTo>
                    <a:pt x="2260380" y="683219"/>
                  </a:lnTo>
                  <a:lnTo>
                    <a:pt x="2259660" y="683212"/>
                  </a:lnTo>
                  <a:lnTo>
                    <a:pt x="2259777" y="682862"/>
                  </a:lnTo>
                  <a:lnTo>
                    <a:pt x="2259776" y="682835"/>
                  </a:lnTo>
                  <a:lnTo>
                    <a:pt x="2259776" y="682821"/>
                  </a:lnTo>
                  <a:lnTo>
                    <a:pt x="2258570" y="682810"/>
                  </a:lnTo>
                  <a:lnTo>
                    <a:pt x="2258997" y="682071"/>
                  </a:lnTo>
                  <a:lnTo>
                    <a:pt x="2259017" y="682036"/>
                  </a:lnTo>
                  <a:lnTo>
                    <a:pt x="2259125" y="682003"/>
                  </a:lnTo>
                  <a:lnTo>
                    <a:pt x="2259203" y="681980"/>
                  </a:lnTo>
                  <a:lnTo>
                    <a:pt x="2259774" y="681810"/>
                  </a:lnTo>
                  <a:lnTo>
                    <a:pt x="2259833" y="681792"/>
                  </a:lnTo>
                  <a:lnTo>
                    <a:pt x="2259830" y="681284"/>
                  </a:lnTo>
                  <a:lnTo>
                    <a:pt x="2259809" y="681270"/>
                  </a:lnTo>
                  <a:lnTo>
                    <a:pt x="2259361" y="681220"/>
                  </a:lnTo>
                  <a:lnTo>
                    <a:pt x="2258500" y="681219"/>
                  </a:lnTo>
                  <a:lnTo>
                    <a:pt x="2258074" y="681271"/>
                  </a:lnTo>
                  <a:lnTo>
                    <a:pt x="2258070" y="681265"/>
                  </a:lnTo>
                  <a:lnTo>
                    <a:pt x="2258070" y="681253"/>
                  </a:lnTo>
                  <a:lnTo>
                    <a:pt x="2258099" y="680404"/>
                  </a:lnTo>
                  <a:lnTo>
                    <a:pt x="2258021" y="680396"/>
                  </a:lnTo>
                  <a:lnTo>
                    <a:pt x="2257866" y="680382"/>
                  </a:lnTo>
                  <a:lnTo>
                    <a:pt x="2257551" y="680377"/>
                  </a:lnTo>
                  <a:lnTo>
                    <a:pt x="2257177" y="680691"/>
                  </a:lnTo>
                  <a:lnTo>
                    <a:pt x="2257136" y="680702"/>
                  </a:lnTo>
                  <a:lnTo>
                    <a:pt x="2256981" y="680698"/>
                  </a:lnTo>
                  <a:lnTo>
                    <a:pt x="2256918" y="680716"/>
                  </a:lnTo>
                  <a:lnTo>
                    <a:pt x="2256928" y="680924"/>
                  </a:lnTo>
                  <a:lnTo>
                    <a:pt x="2257221" y="680917"/>
                  </a:lnTo>
                  <a:lnTo>
                    <a:pt x="2257506" y="680910"/>
                  </a:lnTo>
                  <a:lnTo>
                    <a:pt x="2257654" y="680921"/>
                  </a:lnTo>
                  <a:lnTo>
                    <a:pt x="2257653" y="680978"/>
                  </a:lnTo>
                  <a:lnTo>
                    <a:pt x="2257652" y="681104"/>
                  </a:lnTo>
                  <a:lnTo>
                    <a:pt x="2257651" y="681229"/>
                  </a:lnTo>
                  <a:lnTo>
                    <a:pt x="2257619" y="681323"/>
                  </a:lnTo>
                  <a:lnTo>
                    <a:pt x="2257574" y="681407"/>
                  </a:lnTo>
                  <a:lnTo>
                    <a:pt x="2257361" y="681797"/>
                  </a:lnTo>
                  <a:lnTo>
                    <a:pt x="2257321" y="681836"/>
                  </a:lnTo>
                  <a:lnTo>
                    <a:pt x="2257235" y="681887"/>
                  </a:lnTo>
                  <a:lnTo>
                    <a:pt x="2257007" y="681936"/>
                  </a:lnTo>
                  <a:lnTo>
                    <a:pt x="2256833" y="681955"/>
                  </a:lnTo>
                  <a:lnTo>
                    <a:pt x="2256749" y="681949"/>
                  </a:lnTo>
                  <a:lnTo>
                    <a:pt x="2256682" y="681931"/>
                  </a:lnTo>
                  <a:lnTo>
                    <a:pt x="2256089" y="681682"/>
                  </a:lnTo>
                  <a:lnTo>
                    <a:pt x="2255897" y="681615"/>
                  </a:lnTo>
                  <a:lnTo>
                    <a:pt x="2255445" y="681686"/>
                  </a:lnTo>
                  <a:lnTo>
                    <a:pt x="2255078" y="681776"/>
                  </a:lnTo>
                  <a:lnTo>
                    <a:pt x="2254490" y="681921"/>
                  </a:lnTo>
                  <a:lnTo>
                    <a:pt x="2254228" y="681948"/>
                  </a:lnTo>
                  <a:lnTo>
                    <a:pt x="2254051" y="681977"/>
                  </a:lnTo>
                  <a:lnTo>
                    <a:pt x="2253739" y="682051"/>
                  </a:lnTo>
                  <a:lnTo>
                    <a:pt x="2253506" y="682125"/>
                  </a:lnTo>
                  <a:lnTo>
                    <a:pt x="2253471" y="682136"/>
                  </a:lnTo>
                  <a:lnTo>
                    <a:pt x="2253396" y="682167"/>
                  </a:lnTo>
                  <a:lnTo>
                    <a:pt x="2253269" y="682230"/>
                  </a:lnTo>
                  <a:lnTo>
                    <a:pt x="2253220" y="682255"/>
                  </a:lnTo>
                  <a:lnTo>
                    <a:pt x="2253185" y="682272"/>
                  </a:lnTo>
                  <a:lnTo>
                    <a:pt x="2253118" y="682319"/>
                  </a:lnTo>
                  <a:lnTo>
                    <a:pt x="2253046" y="682381"/>
                  </a:lnTo>
                  <a:lnTo>
                    <a:pt x="2252987" y="682430"/>
                  </a:lnTo>
                  <a:lnTo>
                    <a:pt x="2252966" y="682514"/>
                  </a:lnTo>
                  <a:lnTo>
                    <a:pt x="2252955" y="682558"/>
                  </a:lnTo>
                  <a:lnTo>
                    <a:pt x="2252873" y="683014"/>
                  </a:lnTo>
                  <a:lnTo>
                    <a:pt x="2252876" y="683053"/>
                  </a:lnTo>
                  <a:lnTo>
                    <a:pt x="2252881" y="683116"/>
                  </a:lnTo>
                  <a:lnTo>
                    <a:pt x="2252950" y="683129"/>
                  </a:lnTo>
                  <a:lnTo>
                    <a:pt x="2252978" y="683134"/>
                  </a:lnTo>
                  <a:lnTo>
                    <a:pt x="2253221" y="683172"/>
                  </a:lnTo>
                  <a:lnTo>
                    <a:pt x="2253405" y="683201"/>
                  </a:lnTo>
                  <a:lnTo>
                    <a:pt x="2253397" y="683878"/>
                  </a:lnTo>
                  <a:lnTo>
                    <a:pt x="2253342" y="683932"/>
                  </a:lnTo>
                  <a:lnTo>
                    <a:pt x="2253172" y="684101"/>
                  </a:lnTo>
                  <a:lnTo>
                    <a:pt x="2253144" y="684129"/>
                  </a:lnTo>
                  <a:lnTo>
                    <a:pt x="2252781" y="684489"/>
                  </a:lnTo>
                  <a:lnTo>
                    <a:pt x="2252146" y="684703"/>
                  </a:lnTo>
                  <a:lnTo>
                    <a:pt x="2252130" y="684712"/>
                  </a:lnTo>
                  <a:lnTo>
                    <a:pt x="2252122" y="684718"/>
                  </a:lnTo>
                  <a:lnTo>
                    <a:pt x="2252134" y="684734"/>
                  </a:lnTo>
                  <a:lnTo>
                    <a:pt x="2252202" y="684828"/>
                  </a:lnTo>
                  <a:lnTo>
                    <a:pt x="2252228" y="684863"/>
                  </a:lnTo>
                  <a:lnTo>
                    <a:pt x="2252320" y="684990"/>
                  </a:lnTo>
                  <a:lnTo>
                    <a:pt x="2252402" y="685102"/>
                  </a:lnTo>
                  <a:lnTo>
                    <a:pt x="2252410" y="685113"/>
                  </a:lnTo>
                  <a:lnTo>
                    <a:pt x="2252504" y="685242"/>
                  </a:lnTo>
                  <a:lnTo>
                    <a:pt x="2252622" y="685406"/>
                  </a:lnTo>
                  <a:lnTo>
                    <a:pt x="2252715" y="685533"/>
                  </a:lnTo>
                  <a:lnTo>
                    <a:pt x="2252755" y="685588"/>
                  </a:lnTo>
                  <a:lnTo>
                    <a:pt x="2252760" y="685595"/>
                  </a:lnTo>
                  <a:lnTo>
                    <a:pt x="2252496" y="685752"/>
                  </a:lnTo>
                  <a:lnTo>
                    <a:pt x="2252486" y="685738"/>
                  </a:lnTo>
                  <a:lnTo>
                    <a:pt x="2252453" y="685691"/>
                  </a:lnTo>
                  <a:lnTo>
                    <a:pt x="2252427" y="685657"/>
                  </a:lnTo>
                  <a:lnTo>
                    <a:pt x="2252402" y="685622"/>
                  </a:lnTo>
                  <a:lnTo>
                    <a:pt x="2252242" y="685398"/>
                  </a:lnTo>
                  <a:lnTo>
                    <a:pt x="2251902" y="685545"/>
                  </a:lnTo>
                  <a:lnTo>
                    <a:pt x="2251995" y="685798"/>
                  </a:lnTo>
                  <a:lnTo>
                    <a:pt x="2252060" y="685917"/>
                  </a:lnTo>
                  <a:lnTo>
                    <a:pt x="2252075" y="685944"/>
                  </a:lnTo>
                  <a:lnTo>
                    <a:pt x="2252156" y="686090"/>
                  </a:lnTo>
                  <a:lnTo>
                    <a:pt x="2251873" y="686210"/>
                  </a:lnTo>
                  <a:lnTo>
                    <a:pt x="2251852" y="686219"/>
                  </a:lnTo>
                  <a:lnTo>
                    <a:pt x="2251792" y="686240"/>
                  </a:lnTo>
                  <a:lnTo>
                    <a:pt x="2251668" y="686233"/>
                  </a:lnTo>
                  <a:lnTo>
                    <a:pt x="2251655" y="686232"/>
                  </a:lnTo>
                  <a:lnTo>
                    <a:pt x="2251433" y="685838"/>
                  </a:lnTo>
                  <a:lnTo>
                    <a:pt x="2251303" y="685606"/>
                  </a:lnTo>
                  <a:lnTo>
                    <a:pt x="2251276" y="685605"/>
                  </a:lnTo>
                  <a:lnTo>
                    <a:pt x="2251047" y="685595"/>
                  </a:lnTo>
                  <a:lnTo>
                    <a:pt x="2250942" y="685590"/>
                  </a:lnTo>
                  <a:lnTo>
                    <a:pt x="2250883" y="685484"/>
                  </a:lnTo>
                  <a:lnTo>
                    <a:pt x="2250659" y="685083"/>
                  </a:lnTo>
                  <a:lnTo>
                    <a:pt x="2250639" y="685046"/>
                  </a:lnTo>
                  <a:lnTo>
                    <a:pt x="2250625" y="685021"/>
                  </a:lnTo>
                  <a:lnTo>
                    <a:pt x="2250448" y="684575"/>
                  </a:lnTo>
                  <a:lnTo>
                    <a:pt x="2250440" y="684575"/>
                  </a:lnTo>
                  <a:lnTo>
                    <a:pt x="2250415" y="684574"/>
                  </a:lnTo>
                  <a:lnTo>
                    <a:pt x="2250373" y="684573"/>
                  </a:lnTo>
                  <a:lnTo>
                    <a:pt x="2250225" y="684568"/>
                  </a:lnTo>
                  <a:lnTo>
                    <a:pt x="2250219" y="684598"/>
                  </a:lnTo>
                  <a:lnTo>
                    <a:pt x="2250219" y="684724"/>
                  </a:lnTo>
                  <a:lnTo>
                    <a:pt x="2250219" y="684760"/>
                  </a:lnTo>
                  <a:lnTo>
                    <a:pt x="2250210" y="684790"/>
                  </a:lnTo>
                  <a:lnTo>
                    <a:pt x="2250173" y="684797"/>
                  </a:lnTo>
                  <a:lnTo>
                    <a:pt x="2249733" y="684793"/>
                  </a:lnTo>
                  <a:lnTo>
                    <a:pt x="2249704" y="684785"/>
                  </a:lnTo>
                  <a:lnTo>
                    <a:pt x="2249615" y="684763"/>
                  </a:lnTo>
                  <a:lnTo>
                    <a:pt x="2249502" y="684734"/>
                  </a:lnTo>
                  <a:lnTo>
                    <a:pt x="2249396" y="684722"/>
                  </a:lnTo>
                  <a:lnTo>
                    <a:pt x="2249253" y="684705"/>
                  </a:lnTo>
                  <a:lnTo>
                    <a:pt x="2249279" y="684520"/>
                  </a:lnTo>
                  <a:lnTo>
                    <a:pt x="2249167" y="684551"/>
                  </a:lnTo>
                  <a:lnTo>
                    <a:pt x="2248420" y="684754"/>
                  </a:lnTo>
                  <a:lnTo>
                    <a:pt x="2248249" y="684816"/>
                  </a:lnTo>
                  <a:lnTo>
                    <a:pt x="2248140" y="684869"/>
                  </a:lnTo>
                  <a:lnTo>
                    <a:pt x="2247987" y="684959"/>
                  </a:lnTo>
                  <a:lnTo>
                    <a:pt x="2247918" y="685013"/>
                  </a:lnTo>
                  <a:lnTo>
                    <a:pt x="2247893" y="685032"/>
                  </a:lnTo>
                  <a:lnTo>
                    <a:pt x="2247735" y="685185"/>
                  </a:lnTo>
                  <a:lnTo>
                    <a:pt x="2247598" y="685375"/>
                  </a:lnTo>
                  <a:lnTo>
                    <a:pt x="2247564" y="685448"/>
                  </a:lnTo>
                  <a:lnTo>
                    <a:pt x="2247421" y="685754"/>
                  </a:lnTo>
                  <a:lnTo>
                    <a:pt x="2247412" y="685795"/>
                  </a:lnTo>
                  <a:lnTo>
                    <a:pt x="2247413" y="685856"/>
                  </a:lnTo>
                  <a:lnTo>
                    <a:pt x="2247458" y="685974"/>
                  </a:lnTo>
                  <a:lnTo>
                    <a:pt x="2247587" y="686196"/>
                  </a:lnTo>
                  <a:lnTo>
                    <a:pt x="2247798" y="686307"/>
                  </a:lnTo>
                  <a:lnTo>
                    <a:pt x="2247819" y="686316"/>
                  </a:lnTo>
                  <a:lnTo>
                    <a:pt x="2248147" y="686580"/>
                  </a:lnTo>
                  <a:lnTo>
                    <a:pt x="2248222" y="686640"/>
                  </a:lnTo>
                  <a:lnTo>
                    <a:pt x="2248218" y="686720"/>
                  </a:lnTo>
                  <a:lnTo>
                    <a:pt x="2247926" y="687040"/>
                  </a:lnTo>
                  <a:lnTo>
                    <a:pt x="2247904" y="687063"/>
                  </a:lnTo>
                  <a:lnTo>
                    <a:pt x="2247434" y="687320"/>
                  </a:lnTo>
                  <a:lnTo>
                    <a:pt x="2247396" y="687327"/>
                  </a:lnTo>
                  <a:lnTo>
                    <a:pt x="2247360" y="687345"/>
                  </a:lnTo>
                  <a:lnTo>
                    <a:pt x="2247265" y="687393"/>
                  </a:lnTo>
                  <a:lnTo>
                    <a:pt x="2247170" y="687481"/>
                  </a:lnTo>
                  <a:lnTo>
                    <a:pt x="2247148" y="687502"/>
                  </a:lnTo>
                  <a:lnTo>
                    <a:pt x="2247153" y="687563"/>
                  </a:lnTo>
                  <a:lnTo>
                    <a:pt x="2247185" y="687576"/>
                  </a:lnTo>
                  <a:lnTo>
                    <a:pt x="2247796" y="687580"/>
                  </a:lnTo>
                  <a:lnTo>
                    <a:pt x="2247858" y="687605"/>
                  </a:lnTo>
                  <a:lnTo>
                    <a:pt x="2247870" y="687634"/>
                  </a:lnTo>
                  <a:lnTo>
                    <a:pt x="2247864" y="688822"/>
                  </a:lnTo>
                  <a:lnTo>
                    <a:pt x="2247887" y="688887"/>
                  </a:lnTo>
                  <a:lnTo>
                    <a:pt x="2247928" y="689050"/>
                  </a:lnTo>
                  <a:lnTo>
                    <a:pt x="2247929" y="689056"/>
                  </a:lnTo>
                  <a:lnTo>
                    <a:pt x="2247958" y="689170"/>
                  </a:lnTo>
                  <a:lnTo>
                    <a:pt x="2248000" y="689333"/>
                  </a:lnTo>
                  <a:lnTo>
                    <a:pt x="2248008" y="689339"/>
                  </a:lnTo>
                  <a:lnTo>
                    <a:pt x="2248048" y="689368"/>
                  </a:lnTo>
                  <a:lnTo>
                    <a:pt x="2248108" y="689398"/>
                  </a:lnTo>
                  <a:lnTo>
                    <a:pt x="2248190" y="689370"/>
                  </a:lnTo>
                  <a:lnTo>
                    <a:pt x="2248536" y="689210"/>
                  </a:lnTo>
                  <a:lnTo>
                    <a:pt x="2248764" y="689013"/>
                  </a:lnTo>
                  <a:lnTo>
                    <a:pt x="2250225" y="689024"/>
                  </a:lnTo>
                  <a:lnTo>
                    <a:pt x="2250406" y="689150"/>
                  </a:lnTo>
                  <a:lnTo>
                    <a:pt x="2250383" y="690135"/>
                  </a:lnTo>
                  <a:lnTo>
                    <a:pt x="2250371" y="690269"/>
                  </a:lnTo>
                  <a:lnTo>
                    <a:pt x="2250438" y="690317"/>
                  </a:lnTo>
                  <a:lnTo>
                    <a:pt x="2250482" y="690371"/>
                  </a:lnTo>
                  <a:lnTo>
                    <a:pt x="2250613" y="690535"/>
                  </a:lnTo>
                  <a:lnTo>
                    <a:pt x="2250582" y="690846"/>
                  </a:lnTo>
                  <a:lnTo>
                    <a:pt x="2250113" y="690817"/>
                  </a:lnTo>
                  <a:lnTo>
                    <a:pt x="2250088" y="690815"/>
                  </a:lnTo>
                  <a:lnTo>
                    <a:pt x="2249903" y="690789"/>
                  </a:lnTo>
                  <a:lnTo>
                    <a:pt x="2249760" y="690636"/>
                  </a:lnTo>
                  <a:lnTo>
                    <a:pt x="2249751" y="690625"/>
                  </a:lnTo>
                  <a:lnTo>
                    <a:pt x="2249655" y="690507"/>
                  </a:lnTo>
                  <a:lnTo>
                    <a:pt x="2249001" y="690442"/>
                  </a:lnTo>
                  <a:lnTo>
                    <a:pt x="2247925" y="690747"/>
                  </a:lnTo>
                  <a:lnTo>
                    <a:pt x="2247132" y="691385"/>
                  </a:lnTo>
                  <a:lnTo>
                    <a:pt x="2246952" y="691530"/>
                  </a:lnTo>
                  <a:lnTo>
                    <a:pt x="2246946" y="691533"/>
                  </a:lnTo>
                  <a:lnTo>
                    <a:pt x="2246925" y="691544"/>
                  </a:lnTo>
                  <a:lnTo>
                    <a:pt x="2246832" y="691592"/>
                  </a:lnTo>
                  <a:lnTo>
                    <a:pt x="2246753" y="691634"/>
                  </a:lnTo>
                  <a:lnTo>
                    <a:pt x="2246707" y="691658"/>
                  </a:lnTo>
                  <a:lnTo>
                    <a:pt x="2246589" y="691719"/>
                  </a:lnTo>
                  <a:lnTo>
                    <a:pt x="2246487" y="691776"/>
                  </a:lnTo>
                  <a:lnTo>
                    <a:pt x="2246368" y="691803"/>
                  </a:lnTo>
                  <a:lnTo>
                    <a:pt x="2246350" y="691807"/>
                  </a:lnTo>
                  <a:lnTo>
                    <a:pt x="2245999" y="691885"/>
                  </a:lnTo>
                  <a:lnTo>
                    <a:pt x="2245985" y="691888"/>
                  </a:lnTo>
                  <a:lnTo>
                    <a:pt x="2245784" y="691932"/>
                  </a:lnTo>
                  <a:lnTo>
                    <a:pt x="2245742" y="691942"/>
                  </a:lnTo>
                  <a:lnTo>
                    <a:pt x="2245701" y="691942"/>
                  </a:lnTo>
                  <a:lnTo>
                    <a:pt x="2245320" y="691927"/>
                  </a:lnTo>
                  <a:lnTo>
                    <a:pt x="2245246" y="691924"/>
                  </a:lnTo>
                  <a:lnTo>
                    <a:pt x="2245208" y="691919"/>
                  </a:lnTo>
                  <a:lnTo>
                    <a:pt x="2245193" y="691919"/>
                  </a:lnTo>
                  <a:lnTo>
                    <a:pt x="2244797" y="691932"/>
                  </a:lnTo>
                  <a:lnTo>
                    <a:pt x="2244777" y="691934"/>
                  </a:lnTo>
                  <a:lnTo>
                    <a:pt x="2244665" y="691948"/>
                  </a:lnTo>
                  <a:lnTo>
                    <a:pt x="2244619" y="691958"/>
                  </a:lnTo>
                  <a:lnTo>
                    <a:pt x="2244594" y="691968"/>
                  </a:lnTo>
                  <a:lnTo>
                    <a:pt x="2243963" y="692223"/>
                  </a:lnTo>
                  <a:lnTo>
                    <a:pt x="2243476" y="692261"/>
                  </a:lnTo>
                  <a:lnTo>
                    <a:pt x="2243369" y="692272"/>
                  </a:lnTo>
                  <a:lnTo>
                    <a:pt x="2243338" y="692289"/>
                  </a:lnTo>
                  <a:lnTo>
                    <a:pt x="2243269" y="692325"/>
                  </a:lnTo>
                  <a:lnTo>
                    <a:pt x="2243247" y="692336"/>
                  </a:lnTo>
                  <a:lnTo>
                    <a:pt x="2243182" y="692377"/>
                  </a:lnTo>
                  <a:lnTo>
                    <a:pt x="2243179" y="692401"/>
                  </a:lnTo>
                  <a:lnTo>
                    <a:pt x="2243169" y="692409"/>
                  </a:lnTo>
                  <a:lnTo>
                    <a:pt x="2243146" y="692411"/>
                  </a:lnTo>
                  <a:lnTo>
                    <a:pt x="2243123" y="692410"/>
                  </a:lnTo>
                  <a:lnTo>
                    <a:pt x="2243074" y="692407"/>
                  </a:lnTo>
                  <a:lnTo>
                    <a:pt x="2243049" y="692405"/>
                  </a:lnTo>
                  <a:lnTo>
                    <a:pt x="2242841" y="692391"/>
                  </a:lnTo>
                  <a:lnTo>
                    <a:pt x="2242757" y="692377"/>
                  </a:lnTo>
                  <a:lnTo>
                    <a:pt x="2242733" y="692373"/>
                  </a:lnTo>
                  <a:lnTo>
                    <a:pt x="2242677" y="692326"/>
                  </a:lnTo>
                  <a:lnTo>
                    <a:pt x="2242622" y="692280"/>
                  </a:lnTo>
                  <a:lnTo>
                    <a:pt x="2242554" y="692211"/>
                  </a:lnTo>
                  <a:lnTo>
                    <a:pt x="2242515" y="692203"/>
                  </a:lnTo>
                  <a:lnTo>
                    <a:pt x="2242477" y="692207"/>
                  </a:lnTo>
                  <a:lnTo>
                    <a:pt x="2242052" y="692288"/>
                  </a:lnTo>
                  <a:lnTo>
                    <a:pt x="2242033" y="692293"/>
                  </a:lnTo>
                  <a:lnTo>
                    <a:pt x="2241947" y="692315"/>
                  </a:lnTo>
                  <a:lnTo>
                    <a:pt x="2241737" y="692370"/>
                  </a:lnTo>
                  <a:lnTo>
                    <a:pt x="2241516" y="692451"/>
                  </a:lnTo>
                  <a:lnTo>
                    <a:pt x="2241307" y="692555"/>
                  </a:lnTo>
                  <a:lnTo>
                    <a:pt x="2241294" y="692562"/>
                  </a:lnTo>
                  <a:lnTo>
                    <a:pt x="2241274" y="692574"/>
                  </a:lnTo>
                  <a:lnTo>
                    <a:pt x="2241200" y="692617"/>
                  </a:lnTo>
                  <a:lnTo>
                    <a:pt x="2241086" y="692706"/>
                  </a:lnTo>
                  <a:lnTo>
                    <a:pt x="2240987" y="692815"/>
                  </a:lnTo>
                  <a:lnTo>
                    <a:pt x="2240938" y="692879"/>
                  </a:lnTo>
                  <a:lnTo>
                    <a:pt x="2240831" y="693100"/>
                  </a:lnTo>
                  <a:lnTo>
                    <a:pt x="2240831" y="693146"/>
                  </a:lnTo>
                  <a:lnTo>
                    <a:pt x="2240828" y="693641"/>
                  </a:lnTo>
                  <a:lnTo>
                    <a:pt x="2240831" y="693652"/>
                  </a:lnTo>
                  <a:lnTo>
                    <a:pt x="2240899" y="693877"/>
                  </a:lnTo>
                  <a:lnTo>
                    <a:pt x="2240904" y="693894"/>
                  </a:lnTo>
                  <a:lnTo>
                    <a:pt x="2240938" y="693913"/>
                  </a:lnTo>
                  <a:lnTo>
                    <a:pt x="2240943" y="693916"/>
                  </a:lnTo>
                  <a:lnTo>
                    <a:pt x="2240961" y="693927"/>
                  </a:lnTo>
                  <a:lnTo>
                    <a:pt x="2240993" y="693945"/>
                  </a:lnTo>
                  <a:lnTo>
                    <a:pt x="2240997" y="693955"/>
                  </a:lnTo>
                  <a:lnTo>
                    <a:pt x="2241046" y="694086"/>
                  </a:lnTo>
                  <a:lnTo>
                    <a:pt x="2241048" y="694093"/>
                  </a:lnTo>
                  <a:lnTo>
                    <a:pt x="2241050" y="694105"/>
                  </a:lnTo>
                  <a:lnTo>
                    <a:pt x="2241056" y="694145"/>
                  </a:lnTo>
                  <a:lnTo>
                    <a:pt x="2241041" y="694432"/>
                  </a:lnTo>
                  <a:lnTo>
                    <a:pt x="2240999" y="694501"/>
                  </a:lnTo>
                  <a:lnTo>
                    <a:pt x="2240983" y="694523"/>
                  </a:lnTo>
                  <a:lnTo>
                    <a:pt x="2240979" y="694528"/>
                  </a:lnTo>
                  <a:lnTo>
                    <a:pt x="2240974" y="694530"/>
                  </a:lnTo>
                  <a:lnTo>
                    <a:pt x="2240801" y="694607"/>
                  </a:lnTo>
                  <a:lnTo>
                    <a:pt x="2240722" y="694651"/>
                  </a:lnTo>
                  <a:lnTo>
                    <a:pt x="2240485" y="694783"/>
                  </a:lnTo>
                  <a:lnTo>
                    <a:pt x="2240374" y="694854"/>
                  </a:lnTo>
                  <a:lnTo>
                    <a:pt x="2240228" y="694992"/>
                  </a:lnTo>
                  <a:lnTo>
                    <a:pt x="2239871" y="695493"/>
                  </a:lnTo>
                  <a:lnTo>
                    <a:pt x="2239829" y="695552"/>
                  </a:lnTo>
                  <a:lnTo>
                    <a:pt x="2239775" y="695660"/>
                  </a:lnTo>
                  <a:lnTo>
                    <a:pt x="2239769" y="695727"/>
                  </a:lnTo>
                  <a:lnTo>
                    <a:pt x="2239630" y="696195"/>
                  </a:lnTo>
                  <a:lnTo>
                    <a:pt x="2239535" y="696513"/>
                  </a:lnTo>
                  <a:lnTo>
                    <a:pt x="2239460" y="696766"/>
                  </a:lnTo>
                  <a:lnTo>
                    <a:pt x="2239453" y="696773"/>
                  </a:lnTo>
                  <a:lnTo>
                    <a:pt x="2239429" y="696799"/>
                  </a:lnTo>
                  <a:lnTo>
                    <a:pt x="2239275" y="696964"/>
                  </a:lnTo>
                  <a:lnTo>
                    <a:pt x="2238971" y="697290"/>
                  </a:lnTo>
                  <a:lnTo>
                    <a:pt x="2238905" y="697361"/>
                  </a:lnTo>
                  <a:lnTo>
                    <a:pt x="2238817" y="697456"/>
                  </a:lnTo>
                  <a:lnTo>
                    <a:pt x="2238725" y="697554"/>
                  </a:lnTo>
                  <a:lnTo>
                    <a:pt x="2238052" y="698464"/>
                  </a:lnTo>
                  <a:lnTo>
                    <a:pt x="2238000" y="698535"/>
                  </a:lnTo>
                  <a:lnTo>
                    <a:pt x="2237951" y="698601"/>
                  </a:lnTo>
                  <a:lnTo>
                    <a:pt x="2237937" y="698605"/>
                  </a:lnTo>
                  <a:lnTo>
                    <a:pt x="2237909" y="698600"/>
                  </a:lnTo>
                  <a:lnTo>
                    <a:pt x="2237474" y="698384"/>
                  </a:lnTo>
                  <a:lnTo>
                    <a:pt x="2236988" y="698592"/>
                  </a:lnTo>
                  <a:lnTo>
                    <a:pt x="2236898" y="698642"/>
                  </a:lnTo>
                  <a:lnTo>
                    <a:pt x="2236327" y="699020"/>
                  </a:lnTo>
                  <a:lnTo>
                    <a:pt x="2236254" y="699091"/>
                  </a:lnTo>
                  <a:lnTo>
                    <a:pt x="2236229" y="699148"/>
                  </a:lnTo>
                  <a:lnTo>
                    <a:pt x="2236214" y="699214"/>
                  </a:lnTo>
                  <a:lnTo>
                    <a:pt x="2236204" y="699306"/>
                  </a:lnTo>
                  <a:lnTo>
                    <a:pt x="2236308" y="699435"/>
                  </a:lnTo>
                  <a:lnTo>
                    <a:pt x="2235738" y="699791"/>
                  </a:lnTo>
                  <a:lnTo>
                    <a:pt x="2235353" y="699835"/>
                  </a:lnTo>
                  <a:lnTo>
                    <a:pt x="2235155" y="699857"/>
                  </a:lnTo>
                  <a:lnTo>
                    <a:pt x="2235147" y="699858"/>
                  </a:lnTo>
                  <a:lnTo>
                    <a:pt x="2235055" y="699886"/>
                  </a:lnTo>
                  <a:lnTo>
                    <a:pt x="2234991" y="699905"/>
                  </a:lnTo>
                  <a:lnTo>
                    <a:pt x="2235022" y="699964"/>
                  </a:lnTo>
                  <a:lnTo>
                    <a:pt x="2235070" y="700057"/>
                  </a:lnTo>
                  <a:lnTo>
                    <a:pt x="2235099" y="700141"/>
                  </a:lnTo>
                  <a:lnTo>
                    <a:pt x="2235103" y="700154"/>
                  </a:lnTo>
                  <a:lnTo>
                    <a:pt x="2235099" y="700182"/>
                  </a:lnTo>
                  <a:lnTo>
                    <a:pt x="2235087" y="700257"/>
                  </a:lnTo>
                  <a:lnTo>
                    <a:pt x="2235067" y="700286"/>
                  </a:lnTo>
                  <a:lnTo>
                    <a:pt x="2235060" y="700291"/>
                  </a:lnTo>
                  <a:lnTo>
                    <a:pt x="2234871" y="700409"/>
                  </a:lnTo>
                  <a:lnTo>
                    <a:pt x="2234853" y="700413"/>
                  </a:lnTo>
                  <a:lnTo>
                    <a:pt x="2234686" y="700453"/>
                  </a:lnTo>
                  <a:lnTo>
                    <a:pt x="2234664" y="700471"/>
                  </a:lnTo>
                  <a:lnTo>
                    <a:pt x="2234854" y="700716"/>
                  </a:lnTo>
                  <a:lnTo>
                    <a:pt x="2235040" y="700608"/>
                  </a:lnTo>
                  <a:lnTo>
                    <a:pt x="2235363" y="700421"/>
                  </a:lnTo>
                  <a:lnTo>
                    <a:pt x="2235872" y="701077"/>
                  </a:lnTo>
                  <a:lnTo>
                    <a:pt x="2235873" y="701090"/>
                  </a:lnTo>
                  <a:lnTo>
                    <a:pt x="2235796" y="701209"/>
                  </a:lnTo>
                  <a:lnTo>
                    <a:pt x="2235681" y="701354"/>
                  </a:lnTo>
                  <a:lnTo>
                    <a:pt x="2235510" y="701513"/>
                  </a:lnTo>
                  <a:lnTo>
                    <a:pt x="2235365" y="701622"/>
                  </a:lnTo>
                  <a:lnTo>
                    <a:pt x="2235271" y="701675"/>
                  </a:lnTo>
                  <a:lnTo>
                    <a:pt x="2235166" y="701733"/>
                  </a:lnTo>
                  <a:lnTo>
                    <a:pt x="2234960" y="701815"/>
                  </a:lnTo>
                  <a:lnTo>
                    <a:pt x="2234765" y="701871"/>
                  </a:lnTo>
                  <a:lnTo>
                    <a:pt x="2234650" y="701892"/>
                  </a:lnTo>
                  <a:lnTo>
                    <a:pt x="2234618" y="701891"/>
                  </a:lnTo>
                  <a:lnTo>
                    <a:pt x="2234595" y="701880"/>
                  </a:lnTo>
                  <a:lnTo>
                    <a:pt x="2234377" y="701593"/>
                  </a:lnTo>
                  <a:lnTo>
                    <a:pt x="2234272" y="701562"/>
                  </a:lnTo>
                  <a:lnTo>
                    <a:pt x="2233867" y="701490"/>
                  </a:lnTo>
                  <a:lnTo>
                    <a:pt x="2233759" y="701480"/>
                  </a:lnTo>
                  <a:lnTo>
                    <a:pt x="2233482" y="701821"/>
                  </a:lnTo>
                  <a:lnTo>
                    <a:pt x="2233364" y="702282"/>
                  </a:lnTo>
                  <a:lnTo>
                    <a:pt x="2233285" y="702639"/>
                  </a:lnTo>
                  <a:lnTo>
                    <a:pt x="2233276" y="702680"/>
                  </a:lnTo>
                  <a:lnTo>
                    <a:pt x="2233260" y="702906"/>
                  </a:lnTo>
                  <a:lnTo>
                    <a:pt x="2233109" y="703115"/>
                  </a:lnTo>
                  <a:lnTo>
                    <a:pt x="2232652" y="703201"/>
                  </a:lnTo>
                  <a:lnTo>
                    <a:pt x="2232646" y="703202"/>
                  </a:lnTo>
                  <a:lnTo>
                    <a:pt x="2232510" y="703228"/>
                  </a:lnTo>
                  <a:lnTo>
                    <a:pt x="2232133" y="703203"/>
                  </a:lnTo>
                  <a:lnTo>
                    <a:pt x="2231859" y="703042"/>
                  </a:lnTo>
                  <a:lnTo>
                    <a:pt x="2231590" y="702884"/>
                  </a:lnTo>
                  <a:lnTo>
                    <a:pt x="2231570" y="702884"/>
                  </a:lnTo>
                  <a:lnTo>
                    <a:pt x="2231499" y="702907"/>
                  </a:lnTo>
                  <a:lnTo>
                    <a:pt x="2231411" y="702958"/>
                  </a:lnTo>
                  <a:lnTo>
                    <a:pt x="2231252" y="703067"/>
                  </a:lnTo>
                  <a:lnTo>
                    <a:pt x="2231138" y="703162"/>
                  </a:lnTo>
                  <a:lnTo>
                    <a:pt x="2231094" y="703198"/>
                  </a:lnTo>
                  <a:lnTo>
                    <a:pt x="2231004" y="703385"/>
                  </a:lnTo>
                  <a:lnTo>
                    <a:pt x="2230914" y="703419"/>
                  </a:lnTo>
                  <a:lnTo>
                    <a:pt x="2230650" y="703517"/>
                  </a:lnTo>
                  <a:lnTo>
                    <a:pt x="2230485" y="703580"/>
                  </a:lnTo>
                  <a:lnTo>
                    <a:pt x="2230322" y="703657"/>
                  </a:lnTo>
                  <a:lnTo>
                    <a:pt x="2230109" y="703791"/>
                  </a:lnTo>
                  <a:lnTo>
                    <a:pt x="2230255" y="703926"/>
                  </a:lnTo>
                  <a:lnTo>
                    <a:pt x="2230383" y="704045"/>
                  </a:lnTo>
                  <a:lnTo>
                    <a:pt x="2230605" y="704251"/>
                  </a:lnTo>
                  <a:lnTo>
                    <a:pt x="2230612" y="704257"/>
                  </a:lnTo>
                  <a:lnTo>
                    <a:pt x="2230715" y="704353"/>
                  </a:lnTo>
                  <a:lnTo>
                    <a:pt x="2230923" y="704545"/>
                  </a:lnTo>
                  <a:lnTo>
                    <a:pt x="2231040" y="704654"/>
                  </a:lnTo>
                  <a:lnTo>
                    <a:pt x="2231106" y="704715"/>
                  </a:lnTo>
                  <a:lnTo>
                    <a:pt x="2231004" y="704807"/>
                  </a:lnTo>
                  <a:lnTo>
                    <a:pt x="2230979" y="704829"/>
                  </a:lnTo>
                  <a:lnTo>
                    <a:pt x="2230875" y="704919"/>
                  </a:lnTo>
                  <a:lnTo>
                    <a:pt x="2230750" y="704847"/>
                  </a:lnTo>
                  <a:lnTo>
                    <a:pt x="2230736" y="704839"/>
                  </a:lnTo>
                  <a:lnTo>
                    <a:pt x="2230453" y="704675"/>
                  </a:lnTo>
                  <a:lnTo>
                    <a:pt x="2230330" y="704604"/>
                  </a:lnTo>
                  <a:lnTo>
                    <a:pt x="2230247" y="704556"/>
                  </a:lnTo>
                  <a:lnTo>
                    <a:pt x="2230217" y="704538"/>
                  </a:lnTo>
                  <a:lnTo>
                    <a:pt x="2230164" y="704508"/>
                  </a:lnTo>
                  <a:lnTo>
                    <a:pt x="2230151" y="704531"/>
                  </a:lnTo>
                  <a:lnTo>
                    <a:pt x="2230122" y="704586"/>
                  </a:lnTo>
                  <a:lnTo>
                    <a:pt x="2230129" y="704927"/>
                  </a:lnTo>
                  <a:lnTo>
                    <a:pt x="2230130" y="704977"/>
                  </a:lnTo>
                  <a:lnTo>
                    <a:pt x="2230131" y="705028"/>
                  </a:lnTo>
                  <a:lnTo>
                    <a:pt x="2230320" y="705035"/>
                  </a:lnTo>
                  <a:lnTo>
                    <a:pt x="2230551" y="705042"/>
                  </a:lnTo>
                  <a:lnTo>
                    <a:pt x="2230576" y="705043"/>
                  </a:lnTo>
                  <a:lnTo>
                    <a:pt x="2230576" y="705061"/>
                  </a:lnTo>
                  <a:lnTo>
                    <a:pt x="2230576" y="705082"/>
                  </a:lnTo>
                  <a:lnTo>
                    <a:pt x="2230574" y="705224"/>
                  </a:lnTo>
                  <a:lnTo>
                    <a:pt x="2230574" y="705257"/>
                  </a:lnTo>
                  <a:lnTo>
                    <a:pt x="2230574" y="705264"/>
                  </a:lnTo>
                  <a:lnTo>
                    <a:pt x="2230574" y="705290"/>
                  </a:lnTo>
                  <a:lnTo>
                    <a:pt x="2230573" y="705300"/>
                  </a:lnTo>
                  <a:lnTo>
                    <a:pt x="2230478" y="705496"/>
                  </a:lnTo>
                  <a:lnTo>
                    <a:pt x="2230450" y="705554"/>
                  </a:lnTo>
                  <a:lnTo>
                    <a:pt x="2230398" y="705661"/>
                  </a:lnTo>
                  <a:lnTo>
                    <a:pt x="2230354" y="705749"/>
                  </a:lnTo>
                  <a:lnTo>
                    <a:pt x="2230272" y="705913"/>
                  </a:lnTo>
                  <a:lnTo>
                    <a:pt x="2230413" y="705898"/>
                  </a:lnTo>
                  <a:lnTo>
                    <a:pt x="2230777" y="706085"/>
                  </a:lnTo>
                  <a:lnTo>
                    <a:pt x="2230835" y="706377"/>
                  </a:lnTo>
                  <a:lnTo>
                    <a:pt x="2230841" y="706467"/>
                  </a:lnTo>
                  <a:lnTo>
                    <a:pt x="2230855" y="706689"/>
                  </a:lnTo>
                  <a:lnTo>
                    <a:pt x="2230828" y="706717"/>
                  </a:lnTo>
                  <a:lnTo>
                    <a:pt x="2230692" y="706890"/>
                  </a:lnTo>
                  <a:lnTo>
                    <a:pt x="2230672" y="706918"/>
                  </a:lnTo>
                  <a:lnTo>
                    <a:pt x="2230659" y="706934"/>
                  </a:lnTo>
                  <a:lnTo>
                    <a:pt x="2230650" y="706945"/>
                  </a:lnTo>
                  <a:lnTo>
                    <a:pt x="2230510" y="707124"/>
                  </a:lnTo>
                  <a:lnTo>
                    <a:pt x="2230490" y="707148"/>
                  </a:lnTo>
                  <a:lnTo>
                    <a:pt x="2230355" y="707320"/>
                  </a:lnTo>
                  <a:lnTo>
                    <a:pt x="2230340" y="707339"/>
                  </a:lnTo>
                  <a:lnTo>
                    <a:pt x="2229391" y="706769"/>
                  </a:lnTo>
                  <a:lnTo>
                    <a:pt x="2229376" y="706786"/>
                  </a:lnTo>
                  <a:lnTo>
                    <a:pt x="2229369" y="706816"/>
                  </a:lnTo>
                  <a:lnTo>
                    <a:pt x="2229366" y="706828"/>
                  </a:lnTo>
                  <a:lnTo>
                    <a:pt x="2229460" y="707217"/>
                  </a:lnTo>
                  <a:lnTo>
                    <a:pt x="2229459" y="707236"/>
                  </a:lnTo>
                  <a:lnTo>
                    <a:pt x="2229443" y="707260"/>
                  </a:lnTo>
                  <a:lnTo>
                    <a:pt x="2229214" y="707502"/>
                  </a:lnTo>
                  <a:lnTo>
                    <a:pt x="2229125" y="707595"/>
                  </a:lnTo>
                  <a:lnTo>
                    <a:pt x="2229063" y="707660"/>
                  </a:lnTo>
                  <a:lnTo>
                    <a:pt x="2229028" y="707697"/>
                  </a:lnTo>
                  <a:lnTo>
                    <a:pt x="2228920" y="707857"/>
                  </a:lnTo>
                  <a:lnTo>
                    <a:pt x="2228915" y="707886"/>
                  </a:lnTo>
                  <a:lnTo>
                    <a:pt x="2228923" y="707933"/>
                  </a:lnTo>
                  <a:lnTo>
                    <a:pt x="2229319" y="708536"/>
                  </a:lnTo>
                  <a:lnTo>
                    <a:pt x="2229381" y="708629"/>
                  </a:lnTo>
                  <a:lnTo>
                    <a:pt x="2229553" y="708560"/>
                  </a:lnTo>
                  <a:lnTo>
                    <a:pt x="2229609" y="708547"/>
                  </a:lnTo>
                  <a:lnTo>
                    <a:pt x="2229833" y="708495"/>
                  </a:lnTo>
                  <a:lnTo>
                    <a:pt x="2229893" y="708538"/>
                  </a:lnTo>
                  <a:lnTo>
                    <a:pt x="2230018" y="708627"/>
                  </a:lnTo>
                  <a:lnTo>
                    <a:pt x="2230070" y="708676"/>
                  </a:lnTo>
                  <a:lnTo>
                    <a:pt x="2230148" y="708749"/>
                  </a:lnTo>
                  <a:lnTo>
                    <a:pt x="2230123" y="708752"/>
                  </a:lnTo>
                  <a:lnTo>
                    <a:pt x="2230034" y="708771"/>
                  </a:lnTo>
                  <a:lnTo>
                    <a:pt x="2230026" y="708777"/>
                  </a:lnTo>
                  <a:lnTo>
                    <a:pt x="2229945" y="708840"/>
                  </a:lnTo>
                  <a:lnTo>
                    <a:pt x="2229906" y="708892"/>
                  </a:lnTo>
                  <a:lnTo>
                    <a:pt x="2229858" y="708985"/>
                  </a:lnTo>
                  <a:lnTo>
                    <a:pt x="2229841" y="709047"/>
                  </a:lnTo>
                  <a:lnTo>
                    <a:pt x="2229839" y="709078"/>
                  </a:lnTo>
                  <a:lnTo>
                    <a:pt x="2229834" y="709150"/>
                  </a:lnTo>
                  <a:lnTo>
                    <a:pt x="2229720" y="709487"/>
                  </a:lnTo>
                  <a:lnTo>
                    <a:pt x="2229524" y="709535"/>
                  </a:lnTo>
                  <a:lnTo>
                    <a:pt x="2229369" y="709576"/>
                  </a:lnTo>
                  <a:lnTo>
                    <a:pt x="2228988" y="709677"/>
                  </a:lnTo>
                  <a:lnTo>
                    <a:pt x="2228964" y="709684"/>
                  </a:lnTo>
                  <a:lnTo>
                    <a:pt x="2228760" y="709744"/>
                  </a:lnTo>
                  <a:lnTo>
                    <a:pt x="2228530" y="709811"/>
                  </a:lnTo>
                  <a:lnTo>
                    <a:pt x="2228332" y="709916"/>
                  </a:lnTo>
                  <a:lnTo>
                    <a:pt x="2227729" y="710311"/>
                  </a:lnTo>
                  <a:lnTo>
                    <a:pt x="2227494" y="710435"/>
                  </a:lnTo>
                  <a:lnTo>
                    <a:pt x="2227108" y="710639"/>
                  </a:lnTo>
                  <a:lnTo>
                    <a:pt x="2226944" y="710706"/>
                  </a:lnTo>
                  <a:lnTo>
                    <a:pt x="2226563" y="710862"/>
                  </a:lnTo>
                  <a:lnTo>
                    <a:pt x="2226404" y="710932"/>
                  </a:lnTo>
                  <a:lnTo>
                    <a:pt x="2225863" y="711261"/>
                  </a:lnTo>
                  <a:lnTo>
                    <a:pt x="2225823" y="711293"/>
                  </a:lnTo>
                  <a:lnTo>
                    <a:pt x="2225810" y="711304"/>
                  </a:lnTo>
                  <a:lnTo>
                    <a:pt x="2225666" y="711425"/>
                  </a:lnTo>
                  <a:lnTo>
                    <a:pt x="2225652" y="711437"/>
                  </a:lnTo>
                  <a:lnTo>
                    <a:pt x="2225569" y="711511"/>
                  </a:lnTo>
                  <a:lnTo>
                    <a:pt x="2225547" y="711544"/>
                  </a:lnTo>
                  <a:lnTo>
                    <a:pt x="2225517" y="711660"/>
                  </a:lnTo>
                  <a:lnTo>
                    <a:pt x="2225510" y="711686"/>
                  </a:lnTo>
                  <a:lnTo>
                    <a:pt x="2225490" y="711765"/>
                  </a:lnTo>
                  <a:lnTo>
                    <a:pt x="2225434" y="712148"/>
                  </a:lnTo>
                  <a:lnTo>
                    <a:pt x="2225563" y="712146"/>
                  </a:lnTo>
                  <a:lnTo>
                    <a:pt x="2225587" y="712170"/>
                  </a:lnTo>
                  <a:lnTo>
                    <a:pt x="2225717" y="712540"/>
                  </a:lnTo>
                  <a:lnTo>
                    <a:pt x="2225969" y="713254"/>
                  </a:lnTo>
                  <a:lnTo>
                    <a:pt x="2225996" y="713312"/>
                  </a:lnTo>
                  <a:lnTo>
                    <a:pt x="2226116" y="713494"/>
                  </a:lnTo>
                  <a:lnTo>
                    <a:pt x="2226224" y="713647"/>
                  </a:lnTo>
                  <a:lnTo>
                    <a:pt x="2226255" y="713692"/>
                  </a:lnTo>
                  <a:lnTo>
                    <a:pt x="2226309" y="713852"/>
                  </a:lnTo>
                  <a:lnTo>
                    <a:pt x="2226398" y="714240"/>
                  </a:lnTo>
                  <a:lnTo>
                    <a:pt x="2226414" y="714377"/>
                  </a:lnTo>
                  <a:lnTo>
                    <a:pt x="2226388" y="714847"/>
                  </a:lnTo>
                  <a:lnTo>
                    <a:pt x="2225891" y="714944"/>
                  </a:lnTo>
                  <a:lnTo>
                    <a:pt x="2225937" y="714984"/>
                  </a:lnTo>
                  <a:lnTo>
                    <a:pt x="2225965" y="715009"/>
                  </a:lnTo>
                  <a:lnTo>
                    <a:pt x="2226199" y="715305"/>
                  </a:lnTo>
                  <a:lnTo>
                    <a:pt x="2226020" y="715413"/>
                  </a:lnTo>
                  <a:lnTo>
                    <a:pt x="2225928" y="715491"/>
                  </a:lnTo>
                  <a:lnTo>
                    <a:pt x="2225908" y="715511"/>
                  </a:lnTo>
                  <a:lnTo>
                    <a:pt x="2225828" y="715591"/>
                  </a:lnTo>
                  <a:lnTo>
                    <a:pt x="2225711" y="715727"/>
                  </a:lnTo>
                  <a:lnTo>
                    <a:pt x="2225665" y="716035"/>
                  </a:lnTo>
                  <a:lnTo>
                    <a:pt x="2225667" y="716130"/>
                  </a:lnTo>
                  <a:lnTo>
                    <a:pt x="2225687" y="716221"/>
                  </a:lnTo>
                  <a:lnTo>
                    <a:pt x="2225682" y="716272"/>
                  </a:lnTo>
                  <a:lnTo>
                    <a:pt x="2225615" y="716368"/>
                  </a:lnTo>
                  <a:lnTo>
                    <a:pt x="2225507" y="716483"/>
                  </a:lnTo>
                  <a:lnTo>
                    <a:pt x="2225282" y="716640"/>
                  </a:lnTo>
                  <a:lnTo>
                    <a:pt x="2225191" y="716568"/>
                  </a:lnTo>
                  <a:lnTo>
                    <a:pt x="2225144" y="716531"/>
                  </a:lnTo>
                  <a:lnTo>
                    <a:pt x="2225094" y="716490"/>
                  </a:lnTo>
                  <a:lnTo>
                    <a:pt x="2224945" y="716372"/>
                  </a:lnTo>
                  <a:lnTo>
                    <a:pt x="2224865" y="716446"/>
                  </a:lnTo>
                  <a:lnTo>
                    <a:pt x="2224835" y="716475"/>
                  </a:lnTo>
                  <a:lnTo>
                    <a:pt x="2224733" y="716569"/>
                  </a:lnTo>
                  <a:lnTo>
                    <a:pt x="2224779" y="716626"/>
                  </a:lnTo>
                  <a:lnTo>
                    <a:pt x="2224803" y="716656"/>
                  </a:lnTo>
                  <a:lnTo>
                    <a:pt x="2224473" y="716981"/>
                  </a:lnTo>
                  <a:lnTo>
                    <a:pt x="2224341" y="717113"/>
                  </a:lnTo>
                  <a:lnTo>
                    <a:pt x="2224334" y="717120"/>
                  </a:lnTo>
                  <a:lnTo>
                    <a:pt x="2224115" y="717335"/>
                  </a:lnTo>
                  <a:lnTo>
                    <a:pt x="2223829" y="717567"/>
                  </a:lnTo>
                  <a:lnTo>
                    <a:pt x="2223745" y="717635"/>
                  </a:lnTo>
                  <a:lnTo>
                    <a:pt x="2223410" y="717908"/>
                  </a:lnTo>
                  <a:lnTo>
                    <a:pt x="2223339" y="717966"/>
                  </a:lnTo>
                  <a:lnTo>
                    <a:pt x="2223191" y="718171"/>
                  </a:lnTo>
                  <a:lnTo>
                    <a:pt x="2223168" y="718203"/>
                  </a:lnTo>
                  <a:lnTo>
                    <a:pt x="2222978" y="718470"/>
                  </a:lnTo>
                  <a:lnTo>
                    <a:pt x="2222854" y="718489"/>
                  </a:lnTo>
                  <a:lnTo>
                    <a:pt x="2222402" y="718499"/>
                  </a:lnTo>
                  <a:lnTo>
                    <a:pt x="2221755" y="718513"/>
                  </a:lnTo>
                  <a:lnTo>
                    <a:pt x="2221594" y="718506"/>
                  </a:lnTo>
                  <a:lnTo>
                    <a:pt x="2221536" y="718499"/>
                  </a:lnTo>
                  <a:lnTo>
                    <a:pt x="2221330" y="718452"/>
                  </a:lnTo>
                  <a:lnTo>
                    <a:pt x="2220852" y="718396"/>
                  </a:lnTo>
                  <a:lnTo>
                    <a:pt x="2220532" y="718371"/>
                  </a:lnTo>
                  <a:lnTo>
                    <a:pt x="2220500" y="718369"/>
                  </a:lnTo>
                  <a:lnTo>
                    <a:pt x="2220384" y="718360"/>
                  </a:lnTo>
                  <a:lnTo>
                    <a:pt x="2220287" y="718352"/>
                  </a:lnTo>
                  <a:lnTo>
                    <a:pt x="2220088" y="718353"/>
                  </a:lnTo>
                  <a:lnTo>
                    <a:pt x="2220010" y="718359"/>
                  </a:lnTo>
                  <a:lnTo>
                    <a:pt x="2219987" y="718361"/>
                  </a:lnTo>
                  <a:lnTo>
                    <a:pt x="2219759" y="718380"/>
                  </a:lnTo>
                  <a:lnTo>
                    <a:pt x="2219712" y="718389"/>
                  </a:lnTo>
                  <a:lnTo>
                    <a:pt x="2219642" y="718404"/>
                  </a:lnTo>
                  <a:lnTo>
                    <a:pt x="2219597" y="718413"/>
                  </a:lnTo>
                  <a:lnTo>
                    <a:pt x="2219479" y="718470"/>
                  </a:lnTo>
                  <a:lnTo>
                    <a:pt x="2219442" y="718498"/>
                  </a:lnTo>
                  <a:lnTo>
                    <a:pt x="2219409" y="718523"/>
                  </a:lnTo>
                  <a:lnTo>
                    <a:pt x="2219196" y="718642"/>
                  </a:lnTo>
                  <a:lnTo>
                    <a:pt x="2219125" y="718657"/>
                  </a:lnTo>
                  <a:lnTo>
                    <a:pt x="2218797" y="718725"/>
                  </a:lnTo>
                  <a:lnTo>
                    <a:pt x="2218754" y="718733"/>
                  </a:lnTo>
                  <a:lnTo>
                    <a:pt x="2218149" y="718859"/>
                  </a:lnTo>
                  <a:lnTo>
                    <a:pt x="2217860" y="718894"/>
                  </a:lnTo>
                  <a:lnTo>
                    <a:pt x="2217838" y="718897"/>
                  </a:lnTo>
                  <a:lnTo>
                    <a:pt x="2217594" y="718927"/>
                  </a:lnTo>
                  <a:lnTo>
                    <a:pt x="2217102" y="718966"/>
                  </a:lnTo>
                  <a:lnTo>
                    <a:pt x="2216856" y="719008"/>
                  </a:lnTo>
                  <a:lnTo>
                    <a:pt x="2216747" y="719047"/>
                  </a:lnTo>
                  <a:lnTo>
                    <a:pt x="2216618" y="719096"/>
                  </a:lnTo>
                  <a:lnTo>
                    <a:pt x="2216597" y="719104"/>
                  </a:lnTo>
                  <a:lnTo>
                    <a:pt x="2216090" y="719299"/>
                  </a:lnTo>
                  <a:lnTo>
                    <a:pt x="2216041" y="719318"/>
                  </a:lnTo>
                  <a:lnTo>
                    <a:pt x="2216015" y="719336"/>
                  </a:lnTo>
                  <a:lnTo>
                    <a:pt x="2216123" y="719446"/>
                  </a:lnTo>
                  <a:lnTo>
                    <a:pt x="2216315" y="719621"/>
                  </a:lnTo>
                  <a:lnTo>
                    <a:pt x="2215903" y="720041"/>
                  </a:lnTo>
                  <a:lnTo>
                    <a:pt x="2215624" y="720238"/>
                  </a:lnTo>
                  <a:lnTo>
                    <a:pt x="2215507" y="720321"/>
                  </a:lnTo>
                  <a:lnTo>
                    <a:pt x="2215446" y="720364"/>
                  </a:lnTo>
                  <a:lnTo>
                    <a:pt x="2215128" y="720589"/>
                  </a:lnTo>
                  <a:lnTo>
                    <a:pt x="2215011" y="720659"/>
                  </a:lnTo>
                  <a:lnTo>
                    <a:pt x="2214947" y="720697"/>
                  </a:lnTo>
                  <a:lnTo>
                    <a:pt x="2214751" y="720763"/>
                  </a:lnTo>
                  <a:lnTo>
                    <a:pt x="2214665" y="720792"/>
                  </a:lnTo>
                  <a:lnTo>
                    <a:pt x="2214334" y="720902"/>
                  </a:lnTo>
                  <a:lnTo>
                    <a:pt x="2214215" y="720934"/>
                  </a:lnTo>
                  <a:lnTo>
                    <a:pt x="2213987" y="720991"/>
                  </a:lnTo>
                  <a:lnTo>
                    <a:pt x="2213879" y="721009"/>
                  </a:lnTo>
                  <a:lnTo>
                    <a:pt x="2213705" y="721067"/>
                  </a:lnTo>
                  <a:lnTo>
                    <a:pt x="2213463" y="721170"/>
                  </a:lnTo>
                  <a:lnTo>
                    <a:pt x="2213030" y="721381"/>
                  </a:lnTo>
                  <a:lnTo>
                    <a:pt x="2212669" y="721510"/>
                  </a:lnTo>
                  <a:lnTo>
                    <a:pt x="2212510" y="721488"/>
                  </a:lnTo>
                  <a:lnTo>
                    <a:pt x="2212381" y="721530"/>
                  </a:lnTo>
                  <a:lnTo>
                    <a:pt x="2212346" y="721665"/>
                  </a:lnTo>
                  <a:lnTo>
                    <a:pt x="2212329" y="721757"/>
                  </a:lnTo>
                  <a:lnTo>
                    <a:pt x="2212305" y="721914"/>
                  </a:lnTo>
                  <a:lnTo>
                    <a:pt x="2212109" y="721979"/>
                  </a:lnTo>
                  <a:lnTo>
                    <a:pt x="2212089" y="721986"/>
                  </a:lnTo>
                  <a:lnTo>
                    <a:pt x="2211918" y="722043"/>
                  </a:lnTo>
                  <a:lnTo>
                    <a:pt x="2211894" y="722051"/>
                  </a:lnTo>
                  <a:lnTo>
                    <a:pt x="2211746" y="722100"/>
                  </a:lnTo>
                  <a:lnTo>
                    <a:pt x="2211727" y="722106"/>
                  </a:lnTo>
                  <a:lnTo>
                    <a:pt x="2211574" y="722157"/>
                  </a:lnTo>
                  <a:lnTo>
                    <a:pt x="2211554" y="722164"/>
                  </a:lnTo>
                  <a:lnTo>
                    <a:pt x="2211373" y="722224"/>
                  </a:lnTo>
                  <a:lnTo>
                    <a:pt x="2211350" y="722232"/>
                  </a:lnTo>
                  <a:lnTo>
                    <a:pt x="2211187" y="722286"/>
                  </a:lnTo>
                  <a:lnTo>
                    <a:pt x="2211156" y="722296"/>
                  </a:lnTo>
                  <a:lnTo>
                    <a:pt x="2210960" y="722350"/>
                  </a:lnTo>
                  <a:lnTo>
                    <a:pt x="2210941" y="722355"/>
                  </a:lnTo>
                  <a:lnTo>
                    <a:pt x="2210749" y="722407"/>
                  </a:lnTo>
                  <a:lnTo>
                    <a:pt x="2210732" y="722412"/>
                  </a:lnTo>
                  <a:lnTo>
                    <a:pt x="2210352" y="722516"/>
                  </a:lnTo>
                  <a:lnTo>
                    <a:pt x="2210340" y="722519"/>
                  </a:lnTo>
                  <a:lnTo>
                    <a:pt x="2210307" y="722530"/>
                  </a:lnTo>
                  <a:lnTo>
                    <a:pt x="2209939" y="722660"/>
                  </a:lnTo>
                  <a:lnTo>
                    <a:pt x="2209921" y="722666"/>
                  </a:lnTo>
                  <a:lnTo>
                    <a:pt x="2209712" y="722739"/>
                  </a:lnTo>
                  <a:lnTo>
                    <a:pt x="2209595" y="722782"/>
                  </a:lnTo>
                  <a:lnTo>
                    <a:pt x="2209494" y="722825"/>
                  </a:lnTo>
                  <a:lnTo>
                    <a:pt x="2209438" y="722877"/>
                  </a:lnTo>
                  <a:lnTo>
                    <a:pt x="2209354" y="722932"/>
                  </a:lnTo>
                  <a:lnTo>
                    <a:pt x="2209173" y="723028"/>
                  </a:lnTo>
                  <a:lnTo>
                    <a:pt x="2209012" y="723078"/>
                  </a:lnTo>
                  <a:lnTo>
                    <a:pt x="2208839" y="723132"/>
                  </a:lnTo>
                  <a:lnTo>
                    <a:pt x="2207728" y="723456"/>
                  </a:lnTo>
                  <a:lnTo>
                    <a:pt x="2207695" y="723470"/>
                  </a:lnTo>
                  <a:lnTo>
                    <a:pt x="2207572" y="723520"/>
                  </a:lnTo>
                  <a:lnTo>
                    <a:pt x="2207393" y="723592"/>
                  </a:lnTo>
                  <a:lnTo>
                    <a:pt x="2206107" y="723966"/>
                  </a:lnTo>
                  <a:lnTo>
                    <a:pt x="2205112" y="724255"/>
                  </a:lnTo>
                  <a:lnTo>
                    <a:pt x="2204995" y="724285"/>
                  </a:lnTo>
                  <a:lnTo>
                    <a:pt x="2204969" y="724292"/>
                  </a:lnTo>
                  <a:lnTo>
                    <a:pt x="2204889" y="724313"/>
                  </a:lnTo>
                  <a:lnTo>
                    <a:pt x="2204863" y="724320"/>
                  </a:lnTo>
                  <a:lnTo>
                    <a:pt x="2204095" y="724519"/>
                  </a:lnTo>
                  <a:lnTo>
                    <a:pt x="2203951" y="724533"/>
                  </a:lnTo>
                  <a:lnTo>
                    <a:pt x="2203780" y="724560"/>
                  </a:lnTo>
                  <a:lnTo>
                    <a:pt x="2203732" y="724568"/>
                  </a:lnTo>
                  <a:lnTo>
                    <a:pt x="2203633" y="724584"/>
                  </a:lnTo>
                  <a:lnTo>
                    <a:pt x="2203572" y="724594"/>
                  </a:lnTo>
                  <a:lnTo>
                    <a:pt x="2203455" y="724613"/>
                  </a:lnTo>
                  <a:lnTo>
                    <a:pt x="2203436" y="724616"/>
                  </a:lnTo>
                  <a:lnTo>
                    <a:pt x="2203392" y="724623"/>
                  </a:lnTo>
                  <a:lnTo>
                    <a:pt x="2203363" y="724683"/>
                  </a:lnTo>
                  <a:lnTo>
                    <a:pt x="2203352" y="724716"/>
                  </a:lnTo>
                  <a:lnTo>
                    <a:pt x="2203339" y="724757"/>
                  </a:lnTo>
                  <a:lnTo>
                    <a:pt x="2203333" y="724777"/>
                  </a:lnTo>
                  <a:lnTo>
                    <a:pt x="2203309" y="724852"/>
                  </a:lnTo>
                  <a:lnTo>
                    <a:pt x="2203461" y="725157"/>
                  </a:lnTo>
                  <a:lnTo>
                    <a:pt x="2203272" y="725245"/>
                  </a:lnTo>
                  <a:lnTo>
                    <a:pt x="2203118" y="725307"/>
                  </a:lnTo>
                  <a:lnTo>
                    <a:pt x="2203103" y="725308"/>
                  </a:lnTo>
                  <a:lnTo>
                    <a:pt x="2203001" y="725313"/>
                  </a:lnTo>
                  <a:lnTo>
                    <a:pt x="2202986" y="725313"/>
                  </a:lnTo>
                  <a:lnTo>
                    <a:pt x="2202920" y="725179"/>
                  </a:lnTo>
                  <a:lnTo>
                    <a:pt x="2202835" y="725007"/>
                  </a:lnTo>
                  <a:lnTo>
                    <a:pt x="2202820" y="725001"/>
                  </a:lnTo>
                  <a:lnTo>
                    <a:pt x="2202736" y="725011"/>
                  </a:lnTo>
                  <a:lnTo>
                    <a:pt x="2202569" y="725049"/>
                  </a:lnTo>
                  <a:lnTo>
                    <a:pt x="2202536" y="725057"/>
                  </a:lnTo>
                  <a:lnTo>
                    <a:pt x="2202356" y="725098"/>
                  </a:lnTo>
                  <a:lnTo>
                    <a:pt x="2202273" y="725118"/>
                  </a:lnTo>
                  <a:lnTo>
                    <a:pt x="2202265" y="725120"/>
                  </a:lnTo>
                  <a:lnTo>
                    <a:pt x="2201974" y="725187"/>
                  </a:lnTo>
                  <a:lnTo>
                    <a:pt x="2201940" y="725189"/>
                  </a:lnTo>
                  <a:lnTo>
                    <a:pt x="2201713" y="725260"/>
                  </a:lnTo>
                  <a:lnTo>
                    <a:pt x="2200819" y="725597"/>
                  </a:lnTo>
                  <a:lnTo>
                    <a:pt x="2200028" y="725774"/>
                  </a:lnTo>
                  <a:lnTo>
                    <a:pt x="2199584" y="725919"/>
                  </a:lnTo>
                  <a:lnTo>
                    <a:pt x="2199280" y="726047"/>
                  </a:lnTo>
                  <a:lnTo>
                    <a:pt x="2199087" y="726163"/>
                  </a:lnTo>
                  <a:lnTo>
                    <a:pt x="2198485" y="726556"/>
                  </a:lnTo>
                  <a:lnTo>
                    <a:pt x="2198267" y="726757"/>
                  </a:lnTo>
                  <a:lnTo>
                    <a:pt x="2198036" y="727077"/>
                  </a:lnTo>
                  <a:lnTo>
                    <a:pt x="2197466" y="727992"/>
                  </a:lnTo>
                  <a:lnTo>
                    <a:pt x="2197553" y="728368"/>
                  </a:lnTo>
                  <a:lnTo>
                    <a:pt x="2197895" y="729015"/>
                  </a:lnTo>
                  <a:lnTo>
                    <a:pt x="2197894" y="729032"/>
                  </a:lnTo>
                  <a:lnTo>
                    <a:pt x="2197051" y="729171"/>
                  </a:lnTo>
                  <a:lnTo>
                    <a:pt x="2196715" y="729138"/>
                  </a:lnTo>
                  <a:lnTo>
                    <a:pt x="2196561" y="729155"/>
                  </a:lnTo>
                  <a:lnTo>
                    <a:pt x="2196382" y="729238"/>
                  </a:lnTo>
                  <a:lnTo>
                    <a:pt x="2196241" y="729377"/>
                  </a:lnTo>
                  <a:lnTo>
                    <a:pt x="2196044" y="729461"/>
                  </a:lnTo>
                  <a:lnTo>
                    <a:pt x="2195442" y="729467"/>
                  </a:lnTo>
                  <a:lnTo>
                    <a:pt x="2194880" y="729528"/>
                  </a:lnTo>
                  <a:lnTo>
                    <a:pt x="2194774" y="729562"/>
                  </a:lnTo>
                  <a:lnTo>
                    <a:pt x="2194751" y="729569"/>
                  </a:lnTo>
                  <a:lnTo>
                    <a:pt x="2194665" y="729596"/>
                  </a:lnTo>
                  <a:lnTo>
                    <a:pt x="2194429" y="729732"/>
                  </a:lnTo>
                  <a:lnTo>
                    <a:pt x="2194202" y="729855"/>
                  </a:lnTo>
                  <a:lnTo>
                    <a:pt x="2193497" y="730026"/>
                  </a:lnTo>
                  <a:lnTo>
                    <a:pt x="2193341" y="730034"/>
                  </a:lnTo>
                  <a:lnTo>
                    <a:pt x="2193290" y="729977"/>
                  </a:lnTo>
                  <a:lnTo>
                    <a:pt x="2193225" y="729970"/>
                  </a:lnTo>
                  <a:lnTo>
                    <a:pt x="2193062" y="730025"/>
                  </a:lnTo>
                  <a:lnTo>
                    <a:pt x="2192719" y="730153"/>
                  </a:lnTo>
                  <a:lnTo>
                    <a:pt x="2192639" y="730206"/>
                  </a:lnTo>
                  <a:lnTo>
                    <a:pt x="2192598" y="730233"/>
                  </a:lnTo>
                  <a:lnTo>
                    <a:pt x="2192504" y="730294"/>
                  </a:lnTo>
                  <a:lnTo>
                    <a:pt x="2192313" y="730545"/>
                  </a:lnTo>
                  <a:lnTo>
                    <a:pt x="2192295" y="730568"/>
                  </a:lnTo>
                  <a:lnTo>
                    <a:pt x="2192263" y="730610"/>
                  </a:lnTo>
                  <a:lnTo>
                    <a:pt x="2192286" y="730787"/>
                  </a:lnTo>
                  <a:lnTo>
                    <a:pt x="2192140" y="730913"/>
                  </a:lnTo>
                  <a:lnTo>
                    <a:pt x="2191879" y="731221"/>
                  </a:lnTo>
                  <a:lnTo>
                    <a:pt x="2191867" y="731294"/>
                  </a:lnTo>
                  <a:lnTo>
                    <a:pt x="2191784" y="731372"/>
                  </a:lnTo>
                  <a:lnTo>
                    <a:pt x="2191620" y="731475"/>
                  </a:lnTo>
                  <a:lnTo>
                    <a:pt x="2191486" y="731527"/>
                  </a:lnTo>
                  <a:lnTo>
                    <a:pt x="2191139" y="731551"/>
                  </a:lnTo>
                  <a:lnTo>
                    <a:pt x="2190598" y="731537"/>
                  </a:lnTo>
                  <a:lnTo>
                    <a:pt x="2190423" y="731552"/>
                  </a:lnTo>
                  <a:lnTo>
                    <a:pt x="2190182" y="731572"/>
                  </a:lnTo>
                  <a:lnTo>
                    <a:pt x="2189574" y="731723"/>
                  </a:lnTo>
                  <a:lnTo>
                    <a:pt x="2189087" y="731892"/>
                  </a:lnTo>
                  <a:lnTo>
                    <a:pt x="2188377" y="732080"/>
                  </a:lnTo>
                  <a:lnTo>
                    <a:pt x="2188341" y="732126"/>
                  </a:lnTo>
                  <a:lnTo>
                    <a:pt x="2188279" y="732206"/>
                  </a:lnTo>
                  <a:lnTo>
                    <a:pt x="2188275" y="732269"/>
                  </a:lnTo>
                  <a:lnTo>
                    <a:pt x="2188260" y="732492"/>
                  </a:lnTo>
                  <a:lnTo>
                    <a:pt x="2187787" y="732493"/>
                  </a:lnTo>
                  <a:lnTo>
                    <a:pt x="2187722" y="732424"/>
                  </a:lnTo>
                  <a:lnTo>
                    <a:pt x="2187385" y="732427"/>
                  </a:lnTo>
                  <a:lnTo>
                    <a:pt x="2187339" y="732570"/>
                  </a:lnTo>
                  <a:lnTo>
                    <a:pt x="2187330" y="733042"/>
                  </a:lnTo>
                  <a:lnTo>
                    <a:pt x="2186790" y="733043"/>
                  </a:lnTo>
                  <a:lnTo>
                    <a:pt x="2186649" y="732802"/>
                  </a:lnTo>
                  <a:lnTo>
                    <a:pt x="2186552" y="732545"/>
                  </a:lnTo>
                  <a:lnTo>
                    <a:pt x="2186362" y="732441"/>
                  </a:lnTo>
                  <a:lnTo>
                    <a:pt x="2186243" y="732475"/>
                  </a:lnTo>
                  <a:lnTo>
                    <a:pt x="2186068" y="732568"/>
                  </a:lnTo>
                  <a:lnTo>
                    <a:pt x="2185764" y="732729"/>
                  </a:lnTo>
                  <a:lnTo>
                    <a:pt x="2185707" y="732756"/>
                  </a:lnTo>
                  <a:lnTo>
                    <a:pt x="2185609" y="732803"/>
                  </a:lnTo>
                  <a:lnTo>
                    <a:pt x="2185514" y="732848"/>
                  </a:lnTo>
                  <a:lnTo>
                    <a:pt x="2185411" y="732898"/>
                  </a:lnTo>
                  <a:lnTo>
                    <a:pt x="2185366" y="732919"/>
                  </a:lnTo>
                  <a:lnTo>
                    <a:pt x="2185346" y="732928"/>
                  </a:lnTo>
                  <a:lnTo>
                    <a:pt x="2185109" y="733039"/>
                  </a:lnTo>
                  <a:lnTo>
                    <a:pt x="2185074" y="733055"/>
                  </a:lnTo>
                  <a:lnTo>
                    <a:pt x="2184975" y="733101"/>
                  </a:lnTo>
                  <a:lnTo>
                    <a:pt x="2184853" y="732899"/>
                  </a:lnTo>
                  <a:lnTo>
                    <a:pt x="2184636" y="732950"/>
                  </a:lnTo>
                  <a:lnTo>
                    <a:pt x="2184517" y="733014"/>
                  </a:lnTo>
                  <a:lnTo>
                    <a:pt x="2184493" y="733038"/>
                  </a:lnTo>
                  <a:lnTo>
                    <a:pt x="2184253" y="733272"/>
                  </a:lnTo>
                  <a:lnTo>
                    <a:pt x="2184226" y="733351"/>
                  </a:lnTo>
                  <a:lnTo>
                    <a:pt x="2184139" y="733448"/>
                  </a:lnTo>
                  <a:lnTo>
                    <a:pt x="2183902" y="733707"/>
                  </a:lnTo>
                  <a:lnTo>
                    <a:pt x="2183882" y="733730"/>
                  </a:lnTo>
                  <a:lnTo>
                    <a:pt x="2183765" y="733857"/>
                  </a:lnTo>
                  <a:lnTo>
                    <a:pt x="2183583" y="733929"/>
                  </a:lnTo>
                  <a:lnTo>
                    <a:pt x="2183089" y="734020"/>
                  </a:lnTo>
                  <a:lnTo>
                    <a:pt x="2182996" y="733963"/>
                  </a:lnTo>
                  <a:lnTo>
                    <a:pt x="2182902" y="733807"/>
                  </a:lnTo>
                  <a:lnTo>
                    <a:pt x="2182826" y="733786"/>
                  </a:lnTo>
                  <a:lnTo>
                    <a:pt x="2182781" y="733788"/>
                  </a:lnTo>
                  <a:lnTo>
                    <a:pt x="2182558" y="733799"/>
                  </a:lnTo>
                  <a:lnTo>
                    <a:pt x="2182377" y="733825"/>
                  </a:lnTo>
                  <a:lnTo>
                    <a:pt x="2182295" y="733837"/>
                  </a:lnTo>
                  <a:lnTo>
                    <a:pt x="2182150" y="733857"/>
                  </a:lnTo>
                  <a:lnTo>
                    <a:pt x="2182205" y="734425"/>
                  </a:lnTo>
                  <a:lnTo>
                    <a:pt x="2181853" y="734448"/>
                  </a:lnTo>
                  <a:lnTo>
                    <a:pt x="2181819" y="734068"/>
                  </a:lnTo>
                  <a:lnTo>
                    <a:pt x="2181778" y="734068"/>
                  </a:lnTo>
                  <a:lnTo>
                    <a:pt x="2181673" y="734068"/>
                  </a:lnTo>
                  <a:lnTo>
                    <a:pt x="2181489" y="734034"/>
                  </a:lnTo>
                  <a:lnTo>
                    <a:pt x="2181370" y="734023"/>
                  </a:lnTo>
                  <a:lnTo>
                    <a:pt x="2181345" y="734031"/>
                  </a:lnTo>
                  <a:lnTo>
                    <a:pt x="2181259" y="734058"/>
                  </a:lnTo>
                  <a:lnTo>
                    <a:pt x="2181184" y="734081"/>
                  </a:lnTo>
                  <a:lnTo>
                    <a:pt x="2181119" y="734112"/>
                  </a:lnTo>
                  <a:lnTo>
                    <a:pt x="2180942" y="734199"/>
                  </a:lnTo>
                  <a:lnTo>
                    <a:pt x="2180152" y="734754"/>
                  </a:lnTo>
                  <a:lnTo>
                    <a:pt x="2179949" y="734956"/>
                  </a:lnTo>
                  <a:lnTo>
                    <a:pt x="2179855" y="735051"/>
                  </a:lnTo>
                  <a:lnTo>
                    <a:pt x="2179816" y="735123"/>
                  </a:lnTo>
                  <a:lnTo>
                    <a:pt x="2179803" y="735146"/>
                  </a:lnTo>
                  <a:lnTo>
                    <a:pt x="2179798" y="735156"/>
                  </a:lnTo>
                  <a:lnTo>
                    <a:pt x="2179748" y="735250"/>
                  </a:lnTo>
                  <a:lnTo>
                    <a:pt x="2179717" y="735308"/>
                  </a:lnTo>
                  <a:lnTo>
                    <a:pt x="2179660" y="735414"/>
                  </a:lnTo>
                  <a:lnTo>
                    <a:pt x="2179512" y="735850"/>
                  </a:lnTo>
                  <a:lnTo>
                    <a:pt x="2179394" y="736283"/>
                  </a:lnTo>
                  <a:lnTo>
                    <a:pt x="2179214" y="737230"/>
                  </a:lnTo>
                  <a:lnTo>
                    <a:pt x="2179173" y="737274"/>
                  </a:lnTo>
                  <a:lnTo>
                    <a:pt x="2179117" y="737280"/>
                  </a:lnTo>
                  <a:lnTo>
                    <a:pt x="2179054" y="737330"/>
                  </a:lnTo>
                  <a:lnTo>
                    <a:pt x="2178953" y="737584"/>
                  </a:lnTo>
                  <a:lnTo>
                    <a:pt x="2178949" y="737594"/>
                  </a:lnTo>
                  <a:lnTo>
                    <a:pt x="2178936" y="737627"/>
                  </a:lnTo>
                  <a:lnTo>
                    <a:pt x="2178926" y="737686"/>
                  </a:lnTo>
                  <a:lnTo>
                    <a:pt x="2178958" y="737816"/>
                  </a:lnTo>
                  <a:lnTo>
                    <a:pt x="2178961" y="737827"/>
                  </a:lnTo>
                  <a:lnTo>
                    <a:pt x="2178937" y="737906"/>
                  </a:lnTo>
                  <a:lnTo>
                    <a:pt x="2179052" y="737910"/>
                  </a:lnTo>
                  <a:lnTo>
                    <a:pt x="2179154" y="737851"/>
                  </a:lnTo>
                  <a:lnTo>
                    <a:pt x="2179257" y="737835"/>
                  </a:lnTo>
                  <a:lnTo>
                    <a:pt x="2179329" y="737835"/>
                  </a:lnTo>
                  <a:lnTo>
                    <a:pt x="2179384" y="737861"/>
                  </a:lnTo>
                  <a:lnTo>
                    <a:pt x="2179438" y="737924"/>
                  </a:lnTo>
                  <a:lnTo>
                    <a:pt x="2179442" y="738020"/>
                  </a:lnTo>
                  <a:lnTo>
                    <a:pt x="2179453" y="738032"/>
                  </a:lnTo>
                  <a:lnTo>
                    <a:pt x="2179487" y="738071"/>
                  </a:lnTo>
                  <a:lnTo>
                    <a:pt x="2179532" y="738106"/>
                  </a:lnTo>
                  <a:lnTo>
                    <a:pt x="2179586" y="738127"/>
                  </a:lnTo>
                  <a:lnTo>
                    <a:pt x="2179622" y="738127"/>
                  </a:lnTo>
                  <a:lnTo>
                    <a:pt x="2179681" y="738081"/>
                  </a:lnTo>
                  <a:lnTo>
                    <a:pt x="2179735" y="738096"/>
                  </a:lnTo>
                  <a:lnTo>
                    <a:pt x="2179771" y="738173"/>
                  </a:lnTo>
                  <a:lnTo>
                    <a:pt x="2179771" y="738265"/>
                  </a:lnTo>
                  <a:lnTo>
                    <a:pt x="2179762" y="738327"/>
                  </a:lnTo>
                  <a:lnTo>
                    <a:pt x="2179695" y="738393"/>
                  </a:lnTo>
                  <a:lnTo>
                    <a:pt x="2179686" y="738403"/>
                  </a:lnTo>
                  <a:lnTo>
                    <a:pt x="2179677" y="738485"/>
                  </a:lnTo>
                  <a:lnTo>
                    <a:pt x="2179663" y="738613"/>
                  </a:lnTo>
                  <a:lnTo>
                    <a:pt x="2179668" y="738761"/>
                  </a:lnTo>
                  <a:lnTo>
                    <a:pt x="2179677" y="738848"/>
                  </a:lnTo>
                  <a:lnTo>
                    <a:pt x="2179726" y="738966"/>
                  </a:lnTo>
                  <a:lnTo>
                    <a:pt x="2179771" y="739068"/>
                  </a:lnTo>
                  <a:lnTo>
                    <a:pt x="2179753" y="739242"/>
                  </a:lnTo>
                  <a:lnTo>
                    <a:pt x="2179546" y="739309"/>
                  </a:lnTo>
                  <a:lnTo>
                    <a:pt x="2179433" y="739258"/>
                  </a:lnTo>
                  <a:lnTo>
                    <a:pt x="2179379" y="739166"/>
                  </a:lnTo>
                  <a:lnTo>
                    <a:pt x="2179343" y="739063"/>
                  </a:lnTo>
                  <a:lnTo>
                    <a:pt x="2179316" y="739017"/>
                  </a:lnTo>
                  <a:lnTo>
                    <a:pt x="2179263" y="738970"/>
                  </a:lnTo>
                  <a:lnTo>
                    <a:pt x="2178688" y="739003"/>
                  </a:lnTo>
                  <a:lnTo>
                    <a:pt x="2178516" y="738889"/>
                  </a:lnTo>
                  <a:lnTo>
                    <a:pt x="2178325" y="738894"/>
                  </a:lnTo>
                  <a:lnTo>
                    <a:pt x="2177783" y="739107"/>
                  </a:lnTo>
                  <a:lnTo>
                    <a:pt x="2177659" y="739096"/>
                  </a:lnTo>
                  <a:lnTo>
                    <a:pt x="2177560" y="739129"/>
                  </a:lnTo>
                  <a:lnTo>
                    <a:pt x="2177488" y="739097"/>
                  </a:lnTo>
                  <a:lnTo>
                    <a:pt x="2177342" y="739104"/>
                  </a:lnTo>
                  <a:lnTo>
                    <a:pt x="2177281" y="739082"/>
                  </a:lnTo>
                  <a:lnTo>
                    <a:pt x="2177195" y="739103"/>
                  </a:lnTo>
                  <a:lnTo>
                    <a:pt x="2177146" y="739115"/>
                  </a:lnTo>
                  <a:lnTo>
                    <a:pt x="2176548" y="739259"/>
                  </a:lnTo>
                  <a:lnTo>
                    <a:pt x="2176258" y="739329"/>
                  </a:lnTo>
                  <a:lnTo>
                    <a:pt x="2176127" y="739361"/>
                  </a:lnTo>
                  <a:lnTo>
                    <a:pt x="2175891" y="739509"/>
                  </a:lnTo>
                  <a:lnTo>
                    <a:pt x="2175764" y="739626"/>
                  </a:lnTo>
                  <a:lnTo>
                    <a:pt x="2175685" y="739767"/>
                  </a:lnTo>
                  <a:lnTo>
                    <a:pt x="2175567" y="739739"/>
                  </a:lnTo>
                  <a:lnTo>
                    <a:pt x="2175282" y="739902"/>
                  </a:lnTo>
                  <a:lnTo>
                    <a:pt x="2175195" y="739952"/>
                  </a:lnTo>
                  <a:lnTo>
                    <a:pt x="2174917" y="740149"/>
                  </a:lnTo>
                  <a:lnTo>
                    <a:pt x="2174831" y="740211"/>
                  </a:lnTo>
                  <a:lnTo>
                    <a:pt x="2174768" y="740256"/>
                  </a:lnTo>
                  <a:lnTo>
                    <a:pt x="2174431" y="740618"/>
                  </a:lnTo>
                  <a:lnTo>
                    <a:pt x="2174314" y="740826"/>
                  </a:lnTo>
                  <a:lnTo>
                    <a:pt x="2174389" y="740997"/>
                  </a:lnTo>
                  <a:lnTo>
                    <a:pt x="2174391" y="741003"/>
                  </a:lnTo>
                  <a:lnTo>
                    <a:pt x="2174343" y="741020"/>
                  </a:lnTo>
                  <a:lnTo>
                    <a:pt x="2174156" y="740986"/>
                  </a:lnTo>
                  <a:lnTo>
                    <a:pt x="2174052" y="741034"/>
                  </a:lnTo>
                  <a:lnTo>
                    <a:pt x="2173927" y="741092"/>
                  </a:lnTo>
                  <a:lnTo>
                    <a:pt x="2173755" y="741296"/>
                  </a:lnTo>
                  <a:lnTo>
                    <a:pt x="2173202" y="741660"/>
                  </a:lnTo>
                  <a:lnTo>
                    <a:pt x="2173045" y="741764"/>
                  </a:lnTo>
                  <a:lnTo>
                    <a:pt x="2172655" y="742021"/>
                  </a:lnTo>
                  <a:lnTo>
                    <a:pt x="2171894" y="742611"/>
                  </a:lnTo>
                  <a:lnTo>
                    <a:pt x="2171704" y="742799"/>
                  </a:lnTo>
                  <a:lnTo>
                    <a:pt x="2171693" y="742818"/>
                  </a:lnTo>
                  <a:lnTo>
                    <a:pt x="2171606" y="742957"/>
                  </a:lnTo>
                  <a:lnTo>
                    <a:pt x="2171594" y="743017"/>
                  </a:lnTo>
                  <a:lnTo>
                    <a:pt x="2171588" y="743028"/>
                  </a:lnTo>
                  <a:lnTo>
                    <a:pt x="2171503" y="743184"/>
                  </a:lnTo>
                  <a:lnTo>
                    <a:pt x="2171499" y="743191"/>
                  </a:lnTo>
                  <a:lnTo>
                    <a:pt x="2171478" y="743230"/>
                  </a:lnTo>
                  <a:lnTo>
                    <a:pt x="2171413" y="743348"/>
                  </a:lnTo>
                  <a:lnTo>
                    <a:pt x="2171226" y="743603"/>
                  </a:lnTo>
                  <a:lnTo>
                    <a:pt x="2171090" y="743790"/>
                  </a:lnTo>
                  <a:lnTo>
                    <a:pt x="2171021" y="743921"/>
                  </a:lnTo>
                  <a:lnTo>
                    <a:pt x="2170989" y="743982"/>
                  </a:lnTo>
                  <a:lnTo>
                    <a:pt x="2170948" y="744061"/>
                  </a:lnTo>
                  <a:lnTo>
                    <a:pt x="2170814" y="744319"/>
                  </a:lnTo>
                  <a:lnTo>
                    <a:pt x="2170546" y="744989"/>
                  </a:lnTo>
                  <a:lnTo>
                    <a:pt x="2170519" y="745084"/>
                  </a:lnTo>
                  <a:lnTo>
                    <a:pt x="2170310" y="745814"/>
                  </a:lnTo>
                  <a:lnTo>
                    <a:pt x="2170308" y="745823"/>
                  </a:lnTo>
                  <a:lnTo>
                    <a:pt x="2170201" y="746185"/>
                  </a:lnTo>
                  <a:lnTo>
                    <a:pt x="2170195" y="746208"/>
                  </a:lnTo>
                  <a:lnTo>
                    <a:pt x="2170184" y="746243"/>
                  </a:lnTo>
                  <a:lnTo>
                    <a:pt x="2170181" y="746259"/>
                  </a:lnTo>
                  <a:lnTo>
                    <a:pt x="2170177" y="746275"/>
                  </a:lnTo>
                  <a:lnTo>
                    <a:pt x="2170143" y="746430"/>
                  </a:lnTo>
                  <a:lnTo>
                    <a:pt x="2169962" y="746816"/>
                  </a:lnTo>
                  <a:lnTo>
                    <a:pt x="2169933" y="746877"/>
                  </a:lnTo>
                  <a:lnTo>
                    <a:pt x="2169738" y="747293"/>
                  </a:lnTo>
                  <a:lnTo>
                    <a:pt x="2169733" y="747308"/>
                  </a:lnTo>
                  <a:lnTo>
                    <a:pt x="2169724" y="747333"/>
                  </a:lnTo>
                  <a:lnTo>
                    <a:pt x="2169569" y="747784"/>
                  </a:lnTo>
                  <a:lnTo>
                    <a:pt x="2169563" y="747799"/>
                  </a:lnTo>
                  <a:lnTo>
                    <a:pt x="2169323" y="748496"/>
                  </a:lnTo>
                  <a:lnTo>
                    <a:pt x="2169311" y="748529"/>
                  </a:lnTo>
                  <a:lnTo>
                    <a:pt x="2169239" y="748772"/>
                  </a:lnTo>
                  <a:lnTo>
                    <a:pt x="2169230" y="748806"/>
                  </a:lnTo>
                  <a:lnTo>
                    <a:pt x="2169184" y="748959"/>
                  </a:lnTo>
                  <a:lnTo>
                    <a:pt x="2169172" y="749000"/>
                  </a:lnTo>
                  <a:lnTo>
                    <a:pt x="2169122" y="749169"/>
                  </a:lnTo>
                  <a:lnTo>
                    <a:pt x="2169116" y="749188"/>
                  </a:lnTo>
                  <a:lnTo>
                    <a:pt x="2168675" y="750365"/>
                  </a:lnTo>
                  <a:lnTo>
                    <a:pt x="2168666" y="750384"/>
                  </a:lnTo>
                  <a:lnTo>
                    <a:pt x="2168531" y="750648"/>
                  </a:lnTo>
                  <a:lnTo>
                    <a:pt x="2168306" y="751088"/>
                  </a:lnTo>
                  <a:lnTo>
                    <a:pt x="2168149" y="751744"/>
                  </a:lnTo>
                  <a:lnTo>
                    <a:pt x="2168027" y="751984"/>
                  </a:lnTo>
                  <a:lnTo>
                    <a:pt x="2167914" y="752208"/>
                  </a:lnTo>
                  <a:lnTo>
                    <a:pt x="2167747" y="752537"/>
                  </a:lnTo>
                  <a:lnTo>
                    <a:pt x="2167427" y="753067"/>
                  </a:lnTo>
                  <a:lnTo>
                    <a:pt x="2167260" y="753414"/>
                  </a:lnTo>
                  <a:lnTo>
                    <a:pt x="2167208" y="753565"/>
                  </a:lnTo>
                  <a:lnTo>
                    <a:pt x="2167168" y="753678"/>
                  </a:lnTo>
                  <a:lnTo>
                    <a:pt x="2167108" y="753855"/>
                  </a:lnTo>
                  <a:lnTo>
                    <a:pt x="2166967" y="754292"/>
                  </a:lnTo>
                  <a:lnTo>
                    <a:pt x="2166786" y="755291"/>
                  </a:lnTo>
                  <a:lnTo>
                    <a:pt x="2166752" y="755720"/>
                  </a:lnTo>
                  <a:lnTo>
                    <a:pt x="2166761" y="756240"/>
                  </a:lnTo>
                  <a:lnTo>
                    <a:pt x="2166763" y="756388"/>
                  </a:lnTo>
                  <a:lnTo>
                    <a:pt x="2167011" y="756693"/>
                  </a:lnTo>
                  <a:lnTo>
                    <a:pt x="2167067" y="756719"/>
                  </a:lnTo>
                  <a:lnTo>
                    <a:pt x="2167207" y="756375"/>
                  </a:lnTo>
                  <a:lnTo>
                    <a:pt x="2167227" y="756374"/>
                  </a:lnTo>
                  <a:lnTo>
                    <a:pt x="2167324" y="756447"/>
                  </a:lnTo>
                  <a:lnTo>
                    <a:pt x="2167579" y="756658"/>
                  </a:lnTo>
                  <a:lnTo>
                    <a:pt x="2167645" y="756770"/>
                  </a:lnTo>
                  <a:lnTo>
                    <a:pt x="2167616" y="756873"/>
                  </a:lnTo>
                  <a:lnTo>
                    <a:pt x="2168004" y="757276"/>
                  </a:lnTo>
                  <a:lnTo>
                    <a:pt x="2168474" y="757868"/>
                  </a:lnTo>
                  <a:lnTo>
                    <a:pt x="2168729" y="758302"/>
                  </a:lnTo>
                  <a:lnTo>
                    <a:pt x="2169023" y="759075"/>
                  </a:lnTo>
                  <a:lnTo>
                    <a:pt x="2169068" y="759268"/>
                  </a:lnTo>
                  <a:lnTo>
                    <a:pt x="2169060" y="759434"/>
                  </a:lnTo>
                  <a:lnTo>
                    <a:pt x="2169015" y="759474"/>
                  </a:lnTo>
                  <a:lnTo>
                    <a:pt x="2168977" y="759508"/>
                  </a:lnTo>
                  <a:lnTo>
                    <a:pt x="2168811" y="759655"/>
                  </a:lnTo>
                  <a:lnTo>
                    <a:pt x="2168416" y="759753"/>
                  </a:lnTo>
                  <a:lnTo>
                    <a:pt x="2168371" y="759773"/>
                  </a:lnTo>
                  <a:lnTo>
                    <a:pt x="2168338" y="759788"/>
                  </a:lnTo>
                  <a:lnTo>
                    <a:pt x="2168274" y="759817"/>
                  </a:lnTo>
                  <a:lnTo>
                    <a:pt x="2168262" y="759851"/>
                  </a:lnTo>
                  <a:lnTo>
                    <a:pt x="2168248" y="759891"/>
                  </a:lnTo>
                  <a:lnTo>
                    <a:pt x="2168238" y="759917"/>
                  </a:lnTo>
                  <a:lnTo>
                    <a:pt x="2168243" y="759927"/>
                  </a:lnTo>
                  <a:lnTo>
                    <a:pt x="2168246" y="759934"/>
                  </a:lnTo>
                  <a:lnTo>
                    <a:pt x="2168265" y="759973"/>
                  </a:lnTo>
                  <a:lnTo>
                    <a:pt x="2168270" y="759982"/>
                  </a:lnTo>
                  <a:lnTo>
                    <a:pt x="2168299" y="759994"/>
                  </a:lnTo>
                  <a:lnTo>
                    <a:pt x="2168366" y="759983"/>
                  </a:lnTo>
                  <a:lnTo>
                    <a:pt x="2168374" y="759981"/>
                  </a:lnTo>
                  <a:lnTo>
                    <a:pt x="2168538" y="759953"/>
                  </a:lnTo>
                  <a:lnTo>
                    <a:pt x="2168549" y="759952"/>
                  </a:lnTo>
                  <a:lnTo>
                    <a:pt x="2168630" y="759938"/>
                  </a:lnTo>
                  <a:lnTo>
                    <a:pt x="2168651" y="759934"/>
                  </a:lnTo>
                  <a:lnTo>
                    <a:pt x="2168664" y="759931"/>
                  </a:lnTo>
                  <a:lnTo>
                    <a:pt x="2168676" y="759928"/>
                  </a:lnTo>
                  <a:lnTo>
                    <a:pt x="2168710" y="759924"/>
                  </a:lnTo>
                  <a:lnTo>
                    <a:pt x="2168837" y="759862"/>
                  </a:lnTo>
                  <a:lnTo>
                    <a:pt x="2169002" y="759818"/>
                  </a:lnTo>
                  <a:lnTo>
                    <a:pt x="2169013" y="759840"/>
                  </a:lnTo>
                  <a:lnTo>
                    <a:pt x="2169002" y="760002"/>
                  </a:lnTo>
                  <a:lnTo>
                    <a:pt x="2168733" y="760525"/>
                  </a:lnTo>
                  <a:lnTo>
                    <a:pt x="2168645" y="760696"/>
                  </a:lnTo>
                  <a:lnTo>
                    <a:pt x="2168541" y="760605"/>
                  </a:lnTo>
                  <a:lnTo>
                    <a:pt x="2168068" y="760592"/>
                  </a:lnTo>
                  <a:lnTo>
                    <a:pt x="2168058" y="760684"/>
                  </a:lnTo>
                  <a:lnTo>
                    <a:pt x="2168028" y="761174"/>
                  </a:lnTo>
                  <a:lnTo>
                    <a:pt x="2168295" y="761329"/>
                  </a:lnTo>
                  <a:lnTo>
                    <a:pt x="2167969" y="761819"/>
                  </a:lnTo>
                  <a:lnTo>
                    <a:pt x="2167875" y="761960"/>
                  </a:lnTo>
                  <a:lnTo>
                    <a:pt x="2167771" y="762085"/>
                  </a:lnTo>
                  <a:lnTo>
                    <a:pt x="2167663" y="762136"/>
                  </a:lnTo>
                  <a:lnTo>
                    <a:pt x="2167538" y="762097"/>
                  </a:lnTo>
                  <a:lnTo>
                    <a:pt x="2167102" y="762186"/>
                  </a:lnTo>
                  <a:lnTo>
                    <a:pt x="2167051" y="762225"/>
                  </a:lnTo>
                  <a:lnTo>
                    <a:pt x="2167049" y="762265"/>
                  </a:lnTo>
                  <a:lnTo>
                    <a:pt x="2167065" y="762314"/>
                  </a:lnTo>
                  <a:lnTo>
                    <a:pt x="2167096" y="762343"/>
                  </a:lnTo>
                  <a:lnTo>
                    <a:pt x="2167157" y="762359"/>
                  </a:lnTo>
                  <a:lnTo>
                    <a:pt x="2167227" y="762343"/>
                  </a:lnTo>
                  <a:lnTo>
                    <a:pt x="2167297" y="762314"/>
                  </a:lnTo>
                  <a:lnTo>
                    <a:pt x="2167404" y="762344"/>
                  </a:lnTo>
                  <a:lnTo>
                    <a:pt x="2167449" y="762393"/>
                  </a:lnTo>
                  <a:lnTo>
                    <a:pt x="2167446" y="762481"/>
                  </a:lnTo>
                  <a:lnTo>
                    <a:pt x="2167267" y="762722"/>
                  </a:lnTo>
                  <a:lnTo>
                    <a:pt x="2166847" y="763121"/>
                  </a:lnTo>
                  <a:lnTo>
                    <a:pt x="2166794" y="763145"/>
                  </a:lnTo>
                  <a:lnTo>
                    <a:pt x="2166507" y="763282"/>
                  </a:lnTo>
                  <a:lnTo>
                    <a:pt x="2166382" y="763341"/>
                  </a:lnTo>
                  <a:lnTo>
                    <a:pt x="2165830" y="763336"/>
                  </a:lnTo>
                  <a:lnTo>
                    <a:pt x="2165409" y="763426"/>
                  </a:lnTo>
                  <a:lnTo>
                    <a:pt x="2165369" y="763434"/>
                  </a:lnTo>
                  <a:lnTo>
                    <a:pt x="2165252" y="763501"/>
                  </a:lnTo>
                  <a:lnTo>
                    <a:pt x="2165064" y="763608"/>
                  </a:lnTo>
                  <a:lnTo>
                    <a:pt x="2165053" y="763614"/>
                  </a:lnTo>
                  <a:lnTo>
                    <a:pt x="2165000" y="763644"/>
                  </a:lnTo>
                  <a:lnTo>
                    <a:pt x="2164545" y="763807"/>
                  </a:lnTo>
                  <a:lnTo>
                    <a:pt x="2164341" y="763822"/>
                  </a:lnTo>
                  <a:lnTo>
                    <a:pt x="2164339" y="763813"/>
                  </a:lnTo>
                  <a:lnTo>
                    <a:pt x="2164251" y="763398"/>
                  </a:lnTo>
                  <a:lnTo>
                    <a:pt x="2164170" y="763146"/>
                  </a:lnTo>
                  <a:lnTo>
                    <a:pt x="2164075" y="763170"/>
                  </a:lnTo>
                  <a:lnTo>
                    <a:pt x="2163658" y="763263"/>
                  </a:lnTo>
                  <a:lnTo>
                    <a:pt x="2163505" y="763042"/>
                  </a:lnTo>
                  <a:lnTo>
                    <a:pt x="2163283" y="763355"/>
                  </a:lnTo>
                  <a:lnTo>
                    <a:pt x="2163187" y="763490"/>
                  </a:lnTo>
                  <a:lnTo>
                    <a:pt x="2163060" y="763631"/>
                  </a:lnTo>
                  <a:lnTo>
                    <a:pt x="2162842" y="763873"/>
                  </a:lnTo>
                  <a:lnTo>
                    <a:pt x="2162816" y="764039"/>
                  </a:lnTo>
                  <a:lnTo>
                    <a:pt x="2162937" y="764185"/>
                  </a:lnTo>
                  <a:lnTo>
                    <a:pt x="2162610" y="764451"/>
                  </a:lnTo>
                  <a:lnTo>
                    <a:pt x="2162527" y="764519"/>
                  </a:lnTo>
                  <a:lnTo>
                    <a:pt x="2162394" y="764651"/>
                  </a:lnTo>
                  <a:lnTo>
                    <a:pt x="2162266" y="764777"/>
                  </a:lnTo>
                  <a:lnTo>
                    <a:pt x="2162168" y="764964"/>
                  </a:lnTo>
                  <a:lnTo>
                    <a:pt x="2161955" y="765269"/>
                  </a:lnTo>
                  <a:lnTo>
                    <a:pt x="2161334" y="765994"/>
                  </a:lnTo>
                  <a:lnTo>
                    <a:pt x="2161204" y="766146"/>
                  </a:lnTo>
                  <a:lnTo>
                    <a:pt x="2161071" y="766327"/>
                  </a:lnTo>
                  <a:lnTo>
                    <a:pt x="2160843" y="766637"/>
                  </a:lnTo>
                  <a:lnTo>
                    <a:pt x="2160595" y="767073"/>
                  </a:lnTo>
                  <a:lnTo>
                    <a:pt x="2160591" y="767160"/>
                  </a:lnTo>
                  <a:lnTo>
                    <a:pt x="2160669" y="767306"/>
                  </a:lnTo>
                  <a:lnTo>
                    <a:pt x="2160546" y="767551"/>
                  </a:lnTo>
                  <a:lnTo>
                    <a:pt x="2160500" y="767577"/>
                  </a:lnTo>
                  <a:lnTo>
                    <a:pt x="2160272" y="767434"/>
                  </a:lnTo>
                  <a:lnTo>
                    <a:pt x="2160202" y="767427"/>
                  </a:lnTo>
                  <a:lnTo>
                    <a:pt x="2160178" y="767445"/>
                  </a:lnTo>
                  <a:lnTo>
                    <a:pt x="2159717" y="767862"/>
                  </a:lnTo>
                  <a:lnTo>
                    <a:pt x="2159618" y="767987"/>
                  </a:lnTo>
                  <a:lnTo>
                    <a:pt x="2159601" y="768008"/>
                  </a:lnTo>
                  <a:lnTo>
                    <a:pt x="2159525" y="768103"/>
                  </a:lnTo>
                  <a:lnTo>
                    <a:pt x="2159368" y="768356"/>
                  </a:lnTo>
                  <a:lnTo>
                    <a:pt x="2159197" y="768537"/>
                  </a:lnTo>
                  <a:lnTo>
                    <a:pt x="2159000" y="768747"/>
                  </a:lnTo>
                  <a:lnTo>
                    <a:pt x="2158813" y="768902"/>
                  </a:lnTo>
                  <a:lnTo>
                    <a:pt x="2158568" y="769224"/>
                  </a:lnTo>
                  <a:lnTo>
                    <a:pt x="2158732" y="769435"/>
                  </a:lnTo>
                  <a:lnTo>
                    <a:pt x="2159129" y="769943"/>
                  </a:lnTo>
                  <a:lnTo>
                    <a:pt x="2159150" y="769970"/>
                  </a:lnTo>
                  <a:lnTo>
                    <a:pt x="2159169" y="769995"/>
                  </a:lnTo>
                  <a:lnTo>
                    <a:pt x="2159169" y="770184"/>
                  </a:lnTo>
                  <a:lnTo>
                    <a:pt x="2159099" y="770227"/>
                  </a:lnTo>
                  <a:lnTo>
                    <a:pt x="2158443" y="770628"/>
                  </a:lnTo>
                  <a:lnTo>
                    <a:pt x="2157859" y="770985"/>
                  </a:lnTo>
                  <a:lnTo>
                    <a:pt x="2157783" y="771031"/>
                  </a:lnTo>
                  <a:lnTo>
                    <a:pt x="2157020" y="771498"/>
                  </a:lnTo>
                  <a:lnTo>
                    <a:pt x="2157006" y="771507"/>
                  </a:lnTo>
                  <a:lnTo>
                    <a:pt x="2155968" y="772142"/>
                  </a:lnTo>
                  <a:lnTo>
                    <a:pt x="2156132" y="772747"/>
                  </a:lnTo>
                  <a:lnTo>
                    <a:pt x="2156405" y="772991"/>
                  </a:lnTo>
                  <a:lnTo>
                    <a:pt x="2156288" y="773095"/>
                  </a:lnTo>
                  <a:lnTo>
                    <a:pt x="2156127" y="773240"/>
                  </a:lnTo>
                  <a:lnTo>
                    <a:pt x="2156067" y="773187"/>
                  </a:lnTo>
                  <a:lnTo>
                    <a:pt x="2155886" y="773027"/>
                  </a:lnTo>
                  <a:lnTo>
                    <a:pt x="2155786" y="773003"/>
                  </a:lnTo>
                  <a:lnTo>
                    <a:pt x="2155742" y="772992"/>
                  </a:lnTo>
                  <a:lnTo>
                    <a:pt x="2154402" y="773419"/>
                  </a:lnTo>
                  <a:lnTo>
                    <a:pt x="2154216" y="773478"/>
                  </a:lnTo>
                  <a:lnTo>
                    <a:pt x="2154033" y="773031"/>
                  </a:lnTo>
                  <a:lnTo>
                    <a:pt x="2153806" y="773084"/>
                  </a:lnTo>
                  <a:lnTo>
                    <a:pt x="2153661" y="773208"/>
                  </a:lnTo>
                  <a:lnTo>
                    <a:pt x="2153749" y="773270"/>
                  </a:lnTo>
                  <a:lnTo>
                    <a:pt x="2153765" y="773325"/>
                  </a:lnTo>
                  <a:lnTo>
                    <a:pt x="2153443" y="773582"/>
                  </a:lnTo>
                  <a:lnTo>
                    <a:pt x="2153285" y="773755"/>
                  </a:lnTo>
                  <a:lnTo>
                    <a:pt x="2152840" y="774244"/>
                  </a:lnTo>
                  <a:lnTo>
                    <a:pt x="2152685" y="774377"/>
                  </a:lnTo>
                  <a:lnTo>
                    <a:pt x="2152584" y="774464"/>
                  </a:lnTo>
                  <a:lnTo>
                    <a:pt x="2151934" y="775022"/>
                  </a:lnTo>
                  <a:lnTo>
                    <a:pt x="2151470" y="775482"/>
                  </a:lnTo>
                  <a:lnTo>
                    <a:pt x="2151288" y="775663"/>
                  </a:lnTo>
                  <a:lnTo>
                    <a:pt x="2150936" y="775969"/>
                  </a:lnTo>
                  <a:lnTo>
                    <a:pt x="2150662" y="776131"/>
                  </a:lnTo>
                  <a:lnTo>
                    <a:pt x="2150409" y="776225"/>
                  </a:lnTo>
                  <a:lnTo>
                    <a:pt x="2149624" y="776369"/>
                  </a:lnTo>
                  <a:lnTo>
                    <a:pt x="2149436" y="776381"/>
                  </a:lnTo>
                  <a:lnTo>
                    <a:pt x="2149279" y="776326"/>
                  </a:lnTo>
                  <a:lnTo>
                    <a:pt x="2149160" y="776121"/>
                  </a:lnTo>
                  <a:lnTo>
                    <a:pt x="2149139" y="776084"/>
                  </a:lnTo>
                  <a:lnTo>
                    <a:pt x="2149117" y="776031"/>
                  </a:lnTo>
                  <a:lnTo>
                    <a:pt x="2149212" y="775814"/>
                  </a:lnTo>
                  <a:lnTo>
                    <a:pt x="2149321" y="775661"/>
                  </a:lnTo>
                  <a:lnTo>
                    <a:pt x="2149801" y="775179"/>
                  </a:lnTo>
                  <a:lnTo>
                    <a:pt x="2150562" y="774539"/>
                  </a:lnTo>
                  <a:lnTo>
                    <a:pt x="2150987" y="774219"/>
                  </a:lnTo>
                  <a:lnTo>
                    <a:pt x="2151202" y="774057"/>
                  </a:lnTo>
                  <a:lnTo>
                    <a:pt x="2151623" y="773791"/>
                  </a:lnTo>
                  <a:lnTo>
                    <a:pt x="2152365" y="773322"/>
                  </a:lnTo>
                  <a:lnTo>
                    <a:pt x="2153042" y="773049"/>
                  </a:lnTo>
                  <a:lnTo>
                    <a:pt x="2153060" y="773042"/>
                  </a:lnTo>
                  <a:lnTo>
                    <a:pt x="2153407" y="772902"/>
                  </a:lnTo>
                  <a:lnTo>
                    <a:pt x="2153759" y="772760"/>
                  </a:lnTo>
                  <a:lnTo>
                    <a:pt x="2153793" y="772731"/>
                  </a:lnTo>
                  <a:lnTo>
                    <a:pt x="2153794" y="772724"/>
                  </a:lnTo>
                  <a:lnTo>
                    <a:pt x="2153722" y="772580"/>
                  </a:lnTo>
                  <a:lnTo>
                    <a:pt x="2153020" y="772839"/>
                  </a:lnTo>
                  <a:lnTo>
                    <a:pt x="2152983" y="772855"/>
                  </a:lnTo>
                  <a:lnTo>
                    <a:pt x="2152788" y="772939"/>
                  </a:lnTo>
                  <a:lnTo>
                    <a:pt x="2152392" y="773109"/>
                  </a:lnTo>
                  <a:lnTo>
                    <a:pt x="2152154" y="773138"/>
                  </a:lnTo>
                  <a:lnTo>
                    <a:pt x="2151901" y="773126"/>
                  </a:lnTo>
                  <a:lnTo>
                    <a:pt x="2151805" y="772881"/>
                  </a:lnTo>
                  <a:lnTo>
                    <a:pt x="2151774" y="772876"/>
                  </a:lnTo>
                  <a:lnTo>
                    <a:pt x="2151743" y="772871"/>
                  </a:lnTo>
                  <a:lnTo>
                    <a:pt x="2151619" y="773068"/>
                  </a:lnTo>
                  <a:lnTo>
                    <a:pt x="2151499" y="773258"/>
                  </a:lnTo>
                  <a:lnTo>
                    <a:pt x="2151480" y="773261"/>
                  </a:lnTo>
                  <a:lnTo>
                    <a:pt x="2151440" y="773246"/>
                  </a:lnTo>
                  <a:lnTo>
                    <a:pt x="2151462" y="773125"/>
                  </a:lnTo>
                  <a:lnTo>
                    <a:pt x="2151454" y="773107"/>
                  </a:lnTo>
                  <a:lnTo>
                    <a:pt x="2151433" y="773107"/>
                  </a:lnTo>
                  <a:lnTo>
                    <a:pt x="2151107" y="773200"/>
                  </a:lnTo>
                  <a:lnTo>
                    <a:pt x="2150521" y="773426"/>
                  </a:lnTo>
                  <a:lnTo>
                    <a:pt x="2150480" y="773550"/>
                  </a:lnTo>
                  <a:lnTo>
                    <a:pt x="2150292" y="773768"/>
                  </a:lnTo>
                  <a:lnTo>
                    <a:pt x="2150281" y="773782"/>
                  </a:lnTo>
                  <a:lnTo>
                    <a:pt x="2150106" y="773898"/>
                  </a:lnTo>
                  <a:lnTo>
                    <a:pt x="2150071" y="773898"/>
                  </a:lnTo>
                  <a:lnTo>
                    <a:pt x="2149994" y="773812"/>
                  </a:lnTo>
                  <a:lnTo>
                    <a:pt x="2149909" y="773851"/>
                  </a:lnTo>
                  <a:lnTo>
                    <a:pt x="2149552" y="774106"/>
                  </a:lnTo>
                  <a:lnTo>
                    <a:pt x="2149148" y="774172"/>
                  </a:lnTo>
                  <a:lnTo>
                    <a:pt x="2148829" y="774312"/>
                  </a:lnTo>
                  <a:lnTo>
                    <a:pt x="2148789" y="774372"/>
                  </a:lnTo>
                  <a:lnTo>
                    <a:pt x="2148757" y="774396"/>
                  </a:lnTo>
                  <a:lnTo>
                    <a:pt x="2148718" y="774406"/>
                  </a:lnTo>
                  <a:lnTo>
                    <a:pt x="2148500" y="774460"/>
                  </a:lnTo>
                  <a:lnTo>
                    <a:pt x="2148423" y="774371"/>
                  </a:lnTo>
                  <a:lnTo>
                    <a:pt x="2148389" y="774150"/>
                  </a:lnTo>
                  <a:lnTo>
                    <a:pt x="2148328" y="774057"/>
                  </a:lnTo>
                  <a:lnTo>
                    <a:pt x="2148109" y="773979"/>
                  </a:lnTo>
                  <a:lnTo>
                    <a:pt x="2147915" y="773785"/>
                  </a:lnTo>
                  <a:lnTo>
                    <a:pt x="2147897" y="773753"/>
                  </a:lnTo>
                  <a:lnTo>
                    <a:pt x="2147868" y="773700"/>
                  </a:lnTo>
                  <a:lnTo>
                    <a:pt x="2147862" y="773689"/>
                  </a:lnTo>
                  <a:lnTo>
                    <a:pt x="2147849" y="773580"/>
                  </a:lnTo>
                  <a:lnTo>
                    <a:pt x="2147846" y="773547"/>
                  </a:lnTo>
                  <a:lnTo>
                    <a:pt x="2147842" y="773514"/>
                  </a:lnTo>
                  <a:lnTo>
                    <a:pt x="2147869" y="773442"/>
                  </a:lnTo>
                  <a:lnTo>
                    <a:pt x="2147875" y="773426"/>
                  </a:lnTo>
                  <a:lnTo>
                    <a:pt x="2147880" y="773413"/>
                  </a:lnTo>
                  <a:lnTo>
                    <a:pt x="2147893" y="773378"/>
                  </a:lnTo>
                  <a:lnTo>
                    <a:pt x="2147899" y="773377"/>
                  </a:lnTo>
                  <a:lnTo>
                    <a:pt x="2148296" y="773335"/>
                  </a:lnTo>
                  <a:lnTo>
                    <a:pt x="2148382" y="773258"/>
                  </a:lnTo>
                  <a:lnTo>
                    <a:pt x="2148476" y="773118"/>
                  </a:lnTo>
                  <a:lnTo>
                    <a:pt x="2148486" y="773100"/>
                  </a:lnTo>
                  <a:lnTo>
                    <a:pt x="2148476" y="773083"/>
                  </a:lnTo>
                  <a:lnTo>
                    <a:pt x="2148453" y="773059"/>
                  </a:lnTo>
                  <a:lnTo>
                    <a:pt x="2148274" y="772851"/>
                  </a:lnTo>
                  <a:lnTo>
                    <a:pt x="2148270" y="772829"/>
                  </a:lnTo>
                  <a:lnTo>
                    <a:pt x="2148266" y="772813"/>
                  </a:lnTo>
                  <a:lnTo>
                    <a:pt x="2148264" y="772800"/>
                  </a:lnTo>
                  <a:lnTo>
                    <a:pt x="2148257" y="772804"/>
                  </a:lnTo>
                  <a:lnTo>
                    <a:pt x="2148227" y="772822"/>
                  </a:lnTo>
                  <a:lnTo>
                    <a:pt x="2148150" y="772867"/>
                  </a:lnTo>
                  <a:lnTo>
                    <a:pt x="2148128" y="772880"/>
                  </a:lnTo>
                  <a:lnTo>
                    <a:pt x="2147977" y="772767"/>
                  </a:lnTo>
                  <a:lnTo>
                    <a:pt x="2147911" y="772646"/>
                  </a:lnTo>
                  <a:lnTo>
                    <a:pt x="2147897" y="772556"/>
                  </a:lnTo>
                  <a:lnTo>
                    <a:pt x="2147892" y="772522"/>
                  </a:lnTo>
                  <a:lnTo>
                    <a:pt x="2147906" y="772499"/>
                  </a:lnTo>
                  <a:lnTo>
                    <a:pt x="2147917" y="772435"/>
                  </a:lnTo>
                  <a:lnTo>
                    <a:pt x="2147922" y="772296"/>
                  </a:lnTo>
                  <a:lnTo>
                    <a:pt x="2147856" y="772067"/>
                  </a:lnTo>
                  <a:lnTo>
                    <a:pt x="2147844" y="772023"/>
                  </a:lnTo>
                  <a:lnTo>
                    <a:pt x="2147828" y="771965"/>
                  </a:lnTo>
                  <a:lnTo>
                    <a:pt x="2147774" y="771765"/>
                  </a:lnTo>
                  <a:lnTo>
                    <a:pt x="2147739" y="771503"/>
                  </a:lnTo>
                  <a:lnTo>
                    <a:pt x="2147756" y="771441"/>
                  </a:lnTo>
                  <a:lnTo>
                    <a:pt x="2147763" y="771418"/>
                  </a:lnTo>
                  <a:lnTo>
                    <a:pt x="2147769" y="771397"/>
                  </a:lnTo>
                  <a:lnTo>
                    <a:pt x="2147776" y="771370"/>
                  </a:lnTo>
                  <a:lnTo>
                    <a:pt x="2147816" y="771227"/>
                  </a:lnTo>
                  <a:lnTo>
                    <a:pt x="2147802" y="771224"/>
                  </a:lnTo>
                  <a:lnTo>
                    <a:pt x="2147789" y="771220"/>
                  </a:lnTo>
                  <a:lnTo>
                    <a:pt x="2147768" y="771263"/>
                  </a:lnTo>
                  <a:lnTo>
                    <a:pt x="2147749" y="771301"/>
                  </a:lnTo>
                  <a:lnTo>
                    <a:pt x="2147744" y="771311"/>
                  </a:lnTo>
                  <a:lnTo>
                    <a:pt x="2147715" y="771371"/>
                  </a:lnTo>
                  <a:lnTo>
                    <a:pt x="2147673" y="771508"/>
                  </a:lnTo>
                  <a:lnTo>
                    <a:pt x="2147674" y="771527"/>
                  </a:lnTo>
                  <a:lnTo>
                    <a:pt x="2147675" y="771551"/>
                  </a:lnTo>
                  <a:lnTo>
                    <a:pt x="2147675" y="771563"/>
                  </a:lnTo>
                  <a:lnTo>
                    <a:pt x="2147823" y="772620"/>
                  </a:lnTo>
                  <a:lnTo>
                    <a:pt x="2147868" y="772730"/>
                  </a:lnTo>
                  <a:lnTo>
                    <a:pt x="2147880" y="772759"/>
                  </a:lnTo>
                  <a:lnTo>
                    <a:pt x="2147898" y="772804"/>
                  </a:lnTo>
                  <a:lnTo>
                    <a:pt x="2147928" y="772869"/>
                  </a:lnTo>
                  <a:lnTo>
                    <a:pt x="2147931" y="772877"/>
                  </a:lnTo>
                  <a:lnTo>
                    <a:pt x="2147935" y="772885"/>
                  </a:lnTo>
                  <a:lnTo>
                    <a:pt x="2147941" y="772889"/>
                  </a:lnTo>
                  <a:lnTo>
                    <a:pt x="2147947" y="772891"/>
                  </a:lnTo>
                  <a:lnTo>
                    <a:pt x="2147952" y="772894"/>
                  </a:lnTo>
                  <a:lnTo>
                    <a:pt x="2147959" y="772898"/>
                  </a:lnTo>
                  <a:lnTo>
                    <a:pt x="2148206" y="773023"/>
                  </a:lnTo>
                  <a:lnTo>
                    <a:pt x="2148227" y="773063"/>
                  </a:lnTo>
                  <a:lnTo>
                    <a:pt x="2148230" y="773074"/>
                  </a:lnTo>
                  <a:lnTo>
                    <a:pt x="2148235" y="773096"/>
                  </a:lnTo>
                  <a:lnTo>
                    <a:pt x="2148251" y="773161"/>
                  </a:lnTo>
                  <a:lnTo>
                    <a:pt x="2148189" y="773212"/>
                  </a:lnTo>
                  <a:lnTo>
                    <a:pt x="2148173" y="773226"/>
                  </a:lnTo>
                  <a:lnTo>
                    <a:pt x="2147956" y="773167"/>
                  </a:lnTo>
                  <a:lnTo>
                    <a:pt x="2147815" y="773257"/>
                  </a:lnTo>
                  <a:lnTo>
                    <a:pt x="2147736" y="773380"/>
                  </a:lnTo>
                  <a:lnTo>
                    <a:pt x="2147715" y="773413"/>
                  </a:lnTo>
                  <a:lnTo>
                    <a:pt x="2147678" y="773470"/>
                  </a:lnTo>
                  <a:lnTo>
                    <a:pt x="2147658" y="773512"/>
                  </a:lnTo>
                  <a:lnTo>
                    <a:pt x="2147636" y="773557"/>
                  </a:lnTo>
                  <a:lnTo>
                    <a:pt x="2147684" y="773887"/>
                  </a:lnTo>
                  <a:lnTo>
                    <a:pt x="2147647" y="773901"/>
                  </a:lnTo>
                  <a:lnTo>
                    <a:pt x="2147536" y="773912"/>
                  </a:lnTo>
                  <a:lnTo>
                    <a:pt x="2147412" y="773906"/>
                  </a:lnTo>
                  <a:lnTo>
                    <a:pt x="2147368" y="773904"/>
                  </a:lnTo>
                  <a:lnTo>
                    <a:pt x="2147240" y="773917"/>
                  </a:lnTo>
                  <a:lnTo>
                    <a:pt x="2147205" y="773945"/>
                  </a:lnTo>
                  <a:lnTo>
                    <a:pt x="2147255" y="774012"/>
                  </a:lnTo>
                  <a:lnTo>
                    <a:pt x="2147340" y="774149"/>
                  </a:lnTo>
                  <a:lnTo>
                    <a:pt x="2147223" y="774202"/>
                  </a:lnTo>
                  <a:lnTo>
                    <a:pt x="2146907" y="774343"/>
                  </a:lnTo>
                  <a:lnTo>
                    <a:pt x="2146603" y="774479"/>
                  </a:lnTo>
                  <a:lnTo>
                    <a:pt x="2146479" y="774297"/>
                  </a:lnTo>
                  <a:lnTo>
                    <a:pt x="2146447" y="774298"/>
                  </a:lnTo>
                  <a:lnTo>
                    <a:pt x="2146031" y="774629"/>
                  </a:lnTo>
                  <a:lnTo>
                    <a:pt x="2145618" y="775035"/>
                  </a:lnTo>
                  <a:lnTo>
                    <a:pt x="2145600" y="775069"/>
                  </a:lnTo>
                  <a:lnTo>
                    <a:pt x="2145644" y="775140"/>
                  </a:lnTo>
                  <a:lnTo>
                    <a:pt x="2145597" y="775186"/>
                  </a:lnTo>
                  <a:lnTo>
                    <a:pt x="2145521" y="775261"/>
                  </a:lnTo>
                  <a:lnTo>
                    <a:pt x="2145474" y="775307"/>
                  </a:lnTo>
                  <a:lnTo>
                    <a:pt x="2145218" y="775356"/>
                  </a:lnTo>
                  <a:lnTo>
                    <a:pt x="2145032" y="775392"/>
                  </a:lnTo>
                  <a:lnTo>
                    <a:pt x="2144788" y="775439"/>
                  </a:lnTo>
                  <a:lnTo>
                    <a:pt x="2144738" y="775379"/>
                  </a:lnTo>
                  <a:lnTo>
                    <a:pt x="2143827" y="775416"/>
                  </a:lnTo>
                  <a:lnTo>
                    <a:pt x="2142931" y="775591"/>
                  </a:lnTo>
                  <a:lnTo>
                    <a:pt x="2142913" y="775335"/>
                  </a:lnTo>
                  <a:lnTo>
                    <a:pt x="2142449" y="775325"/>
                  </a:lnTo>
                  <a:lnTo>
                    <a:pt x="2141899" y="775314"/>
                  </a:lnTo>
                  <a:lnTo>
                    <a:pt x="2141259" y="775334"/>
                  </a:lnTo>
                  <a:lnTo>
                    <a:pt x="2140627" y="775089"/>
                  </a:lnTo>
                  <a:lnTo>
                    <a:pt x="2140372" y="775270"/>
                  </a:lnTo>
                  <a:lnTo>
                    <a:pt x="2140123" y="775045"/>
                  </a:lnTo>
                  <a:lnTo>
                    <a:pt x="2140049" y="774929"/>
                  </a:lnTo>
                  <a:lnTo>
                    <a:pt x="2139674" y="775071"/>
                  </a:lnTo>
                  <a:lnTo>
                    <a:pt x="2139405" y="774666"/>
                  </a:lnTo>
                  <a:lnTo>
                    <a:pt x="2139212" y="774502"/>
                  </a:lnTo>
                  <a:lnTo>
                    <a:pt x="2139205" y="774496"/>
                  </a:lnTo>
                  <a:lnTo>
                    <a:pt x="2139147" y="774485"/>
                  </a:lnTo>
                  <a:lnTo>
                    <a:pt x="2139079" y="774476"/>
                  </a:lnTo>
                  <a:lnTo>
                    <a:pt x="2138976" y="774595"/>
                  </a:lnTo>
                  <a:lnTo>
                    <a:pt x="2138905" y="774677"/>
                  </a:lnTo>
                  <a:lnTo>
                    <a:pt x="2138223" y="774394"/>
                  </a:lnTo>
                  <a:lnTo>
                    <a:pt x="2138170" y="774336"/>
                  </a:lnTo>
                  <a:lnTo>
                    <a:pt x="2137379" y="774206"/>
                  </a:lnTo>
                  <a:lnTo>
                    <a:pt x="2137351" y="774202"/>
                  </a:lnTo>
                  <a:lnTo>
                    <a:pt x="2137317" y="774196"/>
                  </a:lnTo>
                  <a:lnTo>
                    <a:pt x="2137013" y="774186"/>
                  </a:lnTo>
                  <a:lnTo>
                    <a:pt x="2136704" y="774228"/>
                  </a:lnTo>
                  <a:lnTo>
                    <a:pt x="2136391" y="774332"/>
                  </a:lnTo>
                  <a:lnTo>
                    <a:pt x="2136416" y="774360"/>
                  </a:lnTo>
                  <a:lnTo>
                    <a:pt x="2136729" y="774264"/>
                  </a:lnTo>
                  <a:lnTo>
                    <a:pt x="2136860" y="774468"/>
                  </a:lnTo>
                  <a:lnTo>
                    <a:pt x="2136529" y="774566"/>
                  </a:lnTo>
                  <a:lnTo>
                    <a:pt x="2136363" y="774332"/>
                  </a:lnTo>
                  <a:lnTo>
                    <a:pt x="2136126" y="774455"/>
                  </a:lnTo>
                  <a:lnTo>
                    <a:pt x="2135846" y="774621"/>
                  </a:lnTo>
                  <a:lnTo>
                    <a:pt x="2135504" y="774804"/>
                  </a:lnTo>
                  <a:lnTo>
                    <a:pt x="2135144" y="774942"/>
                  </a:lnTo>
                  <a:lnTo>
                    <a:pt x="2134481" y="775062"/>
                  </a:lnTo>
                  <a:lnTo>
                    <a:pt x="2134228" y="775082"/>
                  </a:lnTo>
                  <a:lnTo>
                    <a:pt x="2134154" y="775072"/>
                  </a:lnTo>
                  <a:lnTo>
                    <a:pt x="2133841" y="775030"/>
                  </a:lnTo>
                  <a:lnTo>
                    <a:pt x="2133511" y="774921"/>
                  </a:lnTo>
                  <a:lnTo>
                    <a:pt x="2133208" y="774740"/>
                  </a:lnTo>
                  <a:lnTo>
                    <a:pt x="2133198" y="774733"/>
                  </a:lnTo>
                  <a:lnTo>
                    <a:pt x="2133190" y="774733"/>
                  </a:lnTo>
                  <a:lnTo>
                    <a:pt x="2133127" y="774726"/>
                  </a:lnTo>
                  <a:lnTo>
                    <a:pt x="2133057" y="774719"/>
                  </a:lnTo>
                  <a:lnTo>
                    <a:pt x="2133014" y="774714"/>
                  </a:lnTo>
                  <a:lnTo>
                    <a:pt x="2132977" y="774718"/>
                  </a:lnTo>
                  <a:lnTo>
                    <a:pt x="2132899" y="774726"/>
                  </a:lnTo>
                  <a:lnTo>
                    <a:pt x="2132817" y="774787"/>
                  </a:lnTo>
                  <a:lnTo>
                    <a:pt x="2132804" y="774802"/>
                  </a:lnTo>
                  <a:lnTo>
                    <a:pt x="2132624" y="774635"/>
                  </a:lnTo>
                  <a:lnTo>
                    <a:pt x="2132572" y="774682"/>
                  </a:lnTo>
                  <a:lnTo>
                    <a:pt x="2132546" y="774705"/>
                  </a:lnTo>
                  <a:lnTo>
                    <a:pt x="2132506" y="774741"/>
                  </a:lnTo>
                  <a:lnTo>
                    <a:pt x="2132648" y="774917"/>
                  </a:lnTo>
                  <a:lnTo>
                    <a:pt x="2132684" y="774953"/>
                  </a:lnTo>
                  <a:lnTo>
                    <a:pt x="2132711" y="774979"/>
                  </a:lnTo>
                  <a:lnTo>
                    <a:pt x="2132733" y="775000"/>
                  </a:lnTo>
                  <a:lnTo>
                    <a:pt x="2133109" y="775371"/>
                  </a:lnTo>
                  <a:lnTo>
                    <a:pt x="2133154" y="775416"/>
                  </a:lnTo>
                  <a:lnTo>
                    <a:pt x="2133170" y="775431"/>
                  </a:lnTo>
                  <a:lnTo>
                    <a:pt x="2133176" y="775438"/>
                  </a:lnTo>
                  <a:lnTo>
                    <a:pt x="2133411" y="775670"/>
                  </a:lnTo>
                  <a:lnTo>
                    <a:pt x="2134537" y="776780"/>
                  </a:lnTo>
                  <a:lnTo>
                    <a:pt x="2134540" y="776828"/>
                  </a:lnTo>
                  <a:lnTo>
                    <a:pt x="2134293" y="777271"/>
                  </a:lnTo>
                  <a:lnTo>
                    <a:pt x="2133700" y="777040"/>
                  </a:lnTo>
                  <a:lnTo>
                    <a:pt x="2132623" y="776558"/>
                  </a:lnTo>
                  <a:lnTo>
                    <a:pt x="2132393" y="776969"/>
                  </a:lnTo>
                  <a:lnTo>
                    <a:pt x="2133129" y="777302"/>
                  </a:lnTo>
                  <a:lnTo>
                    <a:pt x="2133131" y="777371"/>
                  </a:lnTo>
                  <a:lnTo>
                    <a:pt x="2133080" y="777464"/>
                  </a:lnTo>
                  <a:lnTo>
                    <a:pt x="2132968" y="777638"/>
                  </a:lnTo>
                  <a:lnTo>
                    <a:pt x="2132935" y="777688"/>
                  </a:lnTo>
                  <a:lnTo>
                    <a:pt x="2132754" y="777970"/>
                  </a:lnTo>
                  <a:lnTo>
                    <a:pt x="2131085" y="777249"/>
                  </a:lnTo>
                  <a:lnTo>
                    <a:pt x="2130940" y="777505"/>
                  </a:lnTo>
                  <a:lnTo>
                    <a:pt x="2130871" y="777633"/>
                  </a:lnTo>
                  <a:lnTo>
                    <a:pt x="2130886" y="777666"/>
                  </a:lnTo>
                  <a:lnTo>
                    <a:pt x="2131592" y="777982"/>
                  </a:lnTo>
                  <a:lnTo>
                    <a:pt x="2131550" y="778059"/>
                  </a:lnTo>
                  <a:lnTo>
                    <a:pt x="2131234" y="778633"/>
                  </a:lnTo>
                  <a:lnTo>
                    <a:pt x="2131206" y="778643"/>
                  </a:lnTo>
                  <a:lnTo>
                    <a:pt x="2131177" y="778630"/>
                  </a:lnTo>
                  <a:lnTo>
                    <a:pt x="2130967" y="778536"/>
                  </a:lnTo>
                  <a:lnTo>
                    <a:pt x="2130940" y="778524"/>
                  </a:lnTo>
                  <a:lnTo>
                    <a:pt x="2130778" y="778453"/>
                  </a:lnTo>
                  <a:lnTo>
                    <a:pt x="2130636" y="778390"/>
                  </a:lnTo>
                  <a:lnTo>
                    <a:pt x="2130340" y="778260"/>
                  </a:lnTo>
                  <a:lnTo>
                    <a:pt x="2129918" y="778074"/>
                  </a:lnTo>
                  <a:lnTo>
                    <a:pt x="2129898" y="778066"/>
                  </a:lnTo>
                  <a:lnTo>
                    <a:pt x="2129837" y="778065"/>
                  </a:lnTo>
                  <a:lnTo>
                    <a:pt x="2129570" y="778241"/>
                  </a:lnTo>
                  <a:lnTo>
                    <a:pt x="2129492" y="778370"/>
                  </a:lnTo>
                  <a:lnTo>
                    <a:pt x="2129515" y="778416"/>
                  </a:lnTo>
                  <a:lnTo>
                    <a:pt x="2129806" y="778548"/>
                  </a:lnTo>
                  <a:lnTo>
                    <a:pt x="2129771" y="778675"/>
                  </a:lnTo>
                  <a:lnTo>
                    <a:pt x="2129719" y="778863"/>
                  </a:lnTo>
                  <a:lnTo>
                    <a:pt x="2129777" y="778998"/>
                  </a:lnTo>
                  <a:lnTo>
                    <a:pt x="2130036" y="779602"/>
                  </a:lnTo>
                  <a:lnTo>
                    <a:pt x="2130046" y="779624"/>
                  </a:lnTo>
                  <a:lnTo>
                    <a:pt x="2129837" y="779796"/>
                  </a:lnTo>
                  <a:lnTo>
                    <a:pt x="2130024" y="780057"/>
                  </a:lnTo>
                  <a:lnTo>
                    <a:pt x="2130191" y="780164"/>
                  </a:lnTo>
                  <a:lnTo>
                    <a:pt x="2130282" y="780114"/>
                  </a:lnTo>
                  <a:lnTo>
                    <a:pt x="2130379" y="780122"/>
                  </a:lnTo>
                  <a:lnTo>
                    <a:pt x="2130595" y="780141"/>
                  </a:lnTo>
                  <a:lnTo>
                    <a:pt x="2132095" y="780407"/>
                  </a:lnTo>
                  <a:lnTo>
                    <a:pt x="2132313" y="780696"/>
                  </a:lnTo>
                  <a:lnTo>
                    <a:pt x="2132351" y="780747"/>
                  </a:lnTo>
                  <a:lnTo>
                    <a:pt x="2132564" y="781030"/>
                  </a:lnTo>
                  <a:lnTo>
                    <a:pt x="2132674" y="781183"/>
                  </a:lnTo>
                  <a:lnTo>
                    <a:pt x="2133065" y="781733"/>
                  </a:lnTo>
                  <a:lnTo>
                    <a:pt x="2133484" y="782321"/>
                  </a:lnTo>
                  <a:lnTo>
                    <a:pt x="2133727" y="782662"/>
                  </a:lnTo>
                  <a:lnTo>
                    <a:pt x="2133781" y="782739"/>
                  </a:lnTo>
                  <a:lnTo>
                    <a:pt x="2134134" y="783235"/>
                  </a:lnTo>
                  <a:lnTo>
                    <a:pt x="2134153" y="783261"/>
                  </a:lnTo>
                  <a:lnTo>
                    <a:pt x="2134190" y="783211"/>
                  </a:lnTo>
                  <a:lnTo>
                    <a:pt x="2134518" y="782770"/>
                  </a:lnTo>
                  <a:lnTo>
                    <a:pt x="2134533" y="782749"/>
                  </a:lnTo>
                  <a:lnTo>
                    <a:pt x="2135016" y="782100"/>
                  </a:lnTo>
                  <a:lnTo>
                    <a:pt x="2136175" y="781027"/>
                  </a:lnTo>
                  <a:lnTo>
                    <a:pt x="2136667" y="780757"/>
                  </a:lnTo>
                  <a:lnTo>
                    <a:pt x="2136717" y="780562"/>
                  </a:lnTo>
                  <a:lnTo>
                    <a:pt x="2136932" y="780252"/>
                  </a:lnTo>
                  <a:lnTo>
                    <a:pt x="2137019" y="780196"/>
                  </a:lnTo>
                  <a:lnTo>
                    <a:pt x="2137066" y="780166"/>
                  </a:lnTo>
                  <a:lnTo>
                    <a:pt x="2136823" y="779778"/>
                  </a:lnTo>
                  <a:lnTo>
                    <a:pt x="2136730" y="779631"/>
                  </a:lnTo>
                  <a:lnTo>
                    <a:pt x="2136432" y="779158"/>
                  </a:lnTo>
                  <a:lnTo>
                    <a:pt x="2137233" y="778784"/>
                  </a:lnTo>
                  <a:lnTo>
                    <a:pt x="2137261" y="778771"/>
                  </a:lnTo>
                  <a:lnTo>
                    <a:pt x="2137774" y="779552"/>
                  </a:lnTo>
                  <a:lnTo>
                    <a:pt x="2137921" y="779775"/>
                  </a:lnTo>
                  <a:lnTo>
                    <a:pt x="2137921" y="780114"/>
                  </a:lnTo>
                  <a:lnTo>
                    <a:pt x="2137920" y="780348"/>
                  </a:lnTo>
                  <a:lnTo>
                    <a:pt x="2137018" y="781756"/>
                  </a:lnTo>
                  <a:lnTo>
                    <a:pt x="2136370" y="782770"/>
                  </a:lnTo>
                  <a:lnTo>
                    <a:pt x="2135482" y="784158"/>
                  </a:lnTo>
                  <a:lnTo>
                    <a:pt x="2135372" y="784244"/>
                  </a:lnTo>
                  <a:lnTo>
                    <a:pt x="2135020" y="784520"/>
                  </a:lnTo>
                  <a:lnTo>
                    <a:pt x="2134051" y="785280"/>
                  </a:lnTo>
                  <a:lnTo>
                    <a:pt x="2133296" y="785872"/>
                  </a:lnTo>
                  <a:lnTo>
                    <a:pt x="2131672" y="787148"/>
                  </a:lnTo>
                  <a:lnTo>
                    <a:pt x="2131389" y="787228"/>
                  </a:lnTo>
                  <a:lnTo>
                    <a:pt x="2131078" y="787179"/>
                  </a:lnTo>
                  <a:lnTo>
                    <a:pt x="2130063" y="786164"/>
                  </a:lnTo>
                  <a:lnTo>
                    <a:pt x="2130297" y="785965"/>
                  </a:lnTo>
                  <a:lnTo>
                    <a:pt x="2130483" y="785807"/>
                  </a:lnTo>
                  <a:lnTo>
                    <a:pt x="2130486" y="785778"/>
                  </a:lnTo>
                  <a:lnTo>
                    <a:pt x="2130488" y="785748"/>
                  </a:lnTo>
                  <a:lnTo>
                    <a:pt x="2130370" y="785582"/>
                  </a:lnTo>
                  <a:lnTo>
                    <a:pt x="2130065" y="785153"/>
                  </a:lnTo>
                  <a:lnTo>
                    <a:pt x="2129924" y="784956"/>
                  </a:lnTo>
                  <a:lnTo>
                    <a:pt x="2129466" y="784311"/>
                  </a:lnTo>
                  <a:lnTo>
                    <a:pt x="2129464" y="784197"/>
                  </a:lnTo>
                  <a:lnTo>
                    <a:pt x="2129466" y="783900"/>
                  </a:lnTo>
                  <a:lnTo>
                    <a:pt x="2129469" y="783479"/>
                  </a:lnTo>
                  <a:lnTo>
                    <a:pt x="2129471" y="783208"/>
                  </a:lnTo>
                  <a:lnTo>
                    <a:pt x="2129471" y="783106"/>
                  </a:lnTo>
                  <a:lnTo>
                    <a:pt x="2129469" y="783048"/>
                  </a:lnTo>
                  <a:lnTo>
                    <a:pt x="2129460" y="782831"/>
                  </a:lnTo>
                  <a:lnTo>
                    <a:pt x="2129448" y="782530"/>
                  </a:lnTo>
                  <a:lnTo>
                    <a:pt x="2129434" y="782173"/>
                  </a:lnTo>
                  <a:lnTo>
                    <a:pt x="2129142" y="781675"/>
                  </a:lnTo>
                  <a:lnTo>
                    <a:pt x="2129106" y="781626"/>
                  </a:lnTo>
                  <a:lnTo>
                    <a:pt x="2128839" y="781718"/>
                  </a:lnTo>
                  <a:lnTo>
                    <a:pt x="2128527" y="781891"/>
                  </a:lnTo>
                  <a:lnTo>
                    <a:pt x="2128827" y="782360"/>
                  </a:lnTo>
                  <a:lnTo>
                    <a:pt x="2128828" y="782503"/>
                  </a:lnTo>
                  <a:lnTo>
                    <a:pt x="2128829" y="782606"/>
                  </a:lnTo>
                  <a:lnTo>
                    <a:pt x="2128828" y="782926"/>
                  </a:lnTo>
                  <a:lnTo>
                    <a:pt x="2128827" y="783289"/>
                  </a:lnTo>
                  <a:lnTo>
                    <a:pt x="2128827" y="783300"/>
                  </a:lnTo>
                  <a:lnTo>
                    <a:pt x="2128821" y="783877"/>
                  </a:lnTo>
                  <a:lnTo>
                    <a:pt x="2128819" y="784058"/>
                  </a:lnTo>
                  <a:lnTo>
                    <a:pt x="2128814" y="784462"/>
                  </a:lnTo>
                  <a:lnTo>
                    <a:pt x="2128812" y="784646"/>
                  </a:lnTo>
                  <a:lnTo>
                    <a:pt x="2128813" y="785091"/>
                  </a:lnTo>
                  <a:lnTo>
                    <a:pt x="2128813" y="785356"/>
                  </a:lnTo>
                  <a:lnTo>
                    <a:pt x="2128784" y="785494"/>
                  </a:lnTo>
                  <a:lnTo>
                    <a:pt x="2128779" y="785517"/>
                  </a:lnTo>
                  <a:lnTo>
                    <a:pt x="2128745" y="785531"/>
                  </a:lnTo>
                  <a:lnTo>
                    <a:pt x="2128731" y="785537"/>
                  </a:lnTo>
                  <a:lnTo>
                    <a:pt x="2128693" y="785521"/>
                  </a:lnTo>
                  <a:lnTo>
                    <a:pt x="2128416" y="785370"/>
                  </a:lnTo>
                  <a:lnTo>
                    <a:pt x="2128023" y="785157"/>
                  </a:lnTo>
                  <a:lnTo>
                    <a:pt x="2127498" y="784872"/>
                  </a:lnTo>
                  <a:lnTo>
                    <a:pt x="2127452" y="784879"/>
                  </a:lnTo>
                  <a:lnTo>
                    <a:pt x="2127243" y="784913"/>
                  </a:lnTo>
                  <a:lnTo>
                    <a:pt x="2127106" y="784936"/>
                  </a:lnTo>
                  <a:lnTo>
                    <a:pt x="2127076" y="784941"/>
                  </a:lnTo>
                  <a:lnTo>
                    <a:pt x="2127075" y="783135"/>
                  </a:lnTo>
                  <a:lnTo>
                    <a:pt x="2127075" y="783076"/>
                  </a:lnTo>
                  <a:lnTo>
                    <a:pt x="2127075" y="782575"/>
                  </a:lnTo>
                  <a:lnTo>
                    <a:pt x="2127075" y="782277"/>
                  </a:lnTo>
                  <a:lnTo>
                    <a:pt x="2127464" y="781692"/>
                  </a:lnTo>
                  <a:lnTo>
                    <a:pt x="2127813" y="781488"/>
                  </a:lnTo>
                  <a:lnTo>
                    <a:pt x="2127916" y="781427"/>
                  </a:lnTo>
                  <a:lnTo>
                    <a:pt x="2127940" y="781414"/>
                  </a:lnTo>
                  <a:lnTo>
                    <a:pt x="2128186" y="781277"/>
                  </a:lnTo>
                  <a:lnTo>
                    <a:pt x="2128480" y="781069"/>
                  </a:lnTo>
                  <a:lnTo>
                    <a:pt x="2128632" y="780951"/>
                  </a:lnTo>
                  <a:lnTo>
                    <a:pt x="2128781" y="780866"/>
                  </a:lnTo>
                  <a:lnTo>
                    <a:pt x="2128857" y="780824"/>
                  </a:lnTo>
                  <a:lnTo>
                    <a:pt x="2129037" y="780722"/>
                  </a:lnTo>
                  <a:lnTo>
                    <a:pt x="2129294" y="780578"/>
                  </a:lnTo>
                  <a:lnTo>
                    <a:pt x="2129331" y="780557"/>
                  </a:lnTo>
                  <a:lnTo>
                    <a:pt x="2129336" y="780554"/>
                  </a:lnTo>
                  <a:lnTo>
                    <a:pt x="2129720" y="780366"/>
                  </a:lnTo>
                  <a:lnTo>
                    <a:pt x="2129962" y="780256"/>
                  </a:lnTo>
                  <a:lnTo>
                    <a:pt x="2129966" y="780208"/>
                  </a:lnTo>
                  <a:lnTo>
                    <a:pt x="2129877" y="780079"/>
                  </a:lnTo>
                  <a:lnTo>
                    <a:pt x="2129853" y="780045"/>
                  </a:lnTo>
                  <a:lnTo>
                    <a:pt x="2129797" y="779968"/>
                  </a:lnTo>
                  <a:lnTo>
                    <a:pt x="2129718" y="779858"/>
                  </a:lnTo>
                  <a:lnTo>
                    <a:pt x="2129388" y="780002"/>
                  </a:lnTo>
                  <a:lnTo>
                    <a:pt x="2129327" y="780030"/>
                  </a:lnTo>
                  <a:lnTo>
                    <a:pt x="2129317" y="780035"/>
                  </a:lnTo>
                  <a:lnTo>
                    <a:pt x="2129030" y="780197"/>
                  </a:lnTo>
                  <a:lnTo>
                    <a:pt x="2127854" y="780890"/>
                  </a:lnTo>
                  <a:lnTo>
                    <a:pt x="2127186" y="781283"/>
                  </a:lnTo>
                  <a:lnTo>
                    <a:pt x="2127074" y="781349"/>
                  </a:lnTo>
                  <a:lnTo>
                    <a:pt x="2126993" y="781470"/>
                  </a:lnTo>
                  <a:lnTo>
                    <a:pt x="2126897" y="781615"/>
                  </a:lnTo>
                  <a:lnTo>
                    <a:pt x="2126391" y="782378"/>
                  </a:lnTo>
                  <a:lnTo>
                    <a:pt x="2126374" y="782902"/>
                  </a:lnTo>
                  <a:lnTo>
                    <a:pt x="2126373" y="782957"/>
                  </a:lnTo>
                  <a:lnTo>
                    <a:pt x="2126383" y="783039"/>
                  </a:lnTo>
                  <a:lnTo>
                    <a:pt x="2126394" y="783132"/>
                  </a:lnTo>
                  <a:lnTo>
                    <a:pt x="2126394" y="783196"/>
                  </a:lnTo>
                  <a:lnTo>
                    <a:pt x="2126389" y="784567"/>
                  </a:lnTo>
                  <a:lnTo>
                    <a:pt x="2125203" y="783930"/>
                  </a:lnTo>
                  <a:lnTo>
                    <a:pt x="2125181" y="783919"/>
                  </a:lnTo>
                  <a:lnTo>
                    <a:pt x="2124886" y="783761"/>
                  </a:lnTo>
                  <a:lnTo>
                    <a:pt x="2124886" y="783659"/>
                  </a:lnTo>
                  <a:lnTo>
                    <a:pt x="2124885" y="783223"/>
                  </a:lnTo>
                  <a:lnTo>
                    <a:pt x="2124883" y="782770"/>
                  </a:lnTo>
                  <a:lnTo>
                    <a:pt x="2124882" y="782185"/>
                  </a:lnTo>
                  <a:lnTo>
                    <a:pt x="2124882" y="782101"/>
                  </a:lnTo>
                  <a:lnTo>
                    <a:pt x="2124880" y="781626"/>
                  </a:lnTo>
                  <a:lnTo>
                    <a:pt x="2124880" y="781527"/>
                  </a:lnTo>
                  <a:lnTo>
                    <a:pt x="2124832" y="781337"/>
                  </a:lnTo>
                  <a:lnTo>
                    <a:pt x="2124677" y="780770"/>
                  </a:lnTo>
                  <a:lnTo>
                    <a:pt x="2124672" y="780750"/>
                  </a:lnTo>
                  <a:lnTo>
                    <a:pt x="2124597" y="780738"/>
                  </a:lnTo>
                  <a:lnTo>
                    <a:pt x="2124573" y="780745"/>
                  </a:lnTo>
                  <a:lnTo>
                    <a:pt x="2124492" y="780769"/>
                  </a:lnTo>
                  <a:lnTo>
                    <a:pt x="2124462" y="780852"/>
                  </a:lnTo>
                  <a:lnTo>
                    <a:pt x="2124304" y="781173"/>
                  </a:lnTo>
                  <a:lnTo>
                    <a:pt x="2124246" y="781291"/>
                  </a:lnTo>
                  <a:lnTo>
                    <a:pt x="2124097" y="781414"/>
                  </a:lnTo>
                  <a:lnTo>
                    <a:pt x="2123927" y="781555"/>
                  </a:lnTo>
                  <a:lnTo>
                    <a:pt x="2123877" y="781569"/>
                  </a:lnTo>
                  <a:lnTo>
                    <a:pt x="2123648" y="781634"/>
                  </a:lnTo>
                  <a:lnTo>
                    <a:pt x="2123633" y="781639"/>
                  </a:lnTo>
                  <a:lnTo>
                    <a:pt x="2123428" y="781327"/>
                  </a:lnTo>
                  <a:lnTo>
                    <a:pt x="2123123" y="781429"/>
                  </a:lnTo>
                  <a:lnTo>
                    <a:pt x="2122584" y="781305"/>
                  </a:lnTo>
                  <a:lnTo>
                    <a:pt x="2122477" y="781263"/>
                  </a:lnTo>
                  <a:lnTo>
                    <a:pt x="2122162" y="781141"/>
                  </a:lnTo>
                  <a:lnTo>
                    <a:pt x="2121825" y="780920"/>
                  </a:lnTo>
                  <a:lnTo>
                    <a:pt x="2121807" y="780859"/>
                  </a:lnTo>
                  <a:lnTo>
                    <a:pt x="2121714" y="780556"/>
                  </a:lnTo>
                  <a:lnTo>
                    <a:pt x="2121698" y="780506"/>
                  </a:lnTo>
                  <a:lnTo>
                    <a:pt x="2121671" y="780484"/>
                  </a:lnTo>
                  <a:lnTo>
                    <a:pt x="2121625" y="780490"/>
                  </a:lnTo>
                  <a:lnTo>
                    <a:pt x="2121569" y="780579"/>
                  </a:lnTo>
                  <a:lnTo>
                    <a:pt x="2121491" y="780618"/>
                  </a:lnTo>
                  <a:lnTo>
                    <a:pt x="2121483" y="780622"/>
                  </a:lnTo>
                  <a:lnTo>
                    <a:pt x="2121466" y="780631"/>
                  </a:lnTo>
                  <a:lnTo>
                    <a:pt x="2120843" y="780595"/>
                  </a:lnTo>
                  <a:lnTo>
                    <a:pt x="2120579" y="780521"/>
                  </a:lnTo>
                  <a:lnTo>
                    <a:pt x="2120454" y="780486"/>
                  </a:lnTo>
                  <a:lnTo>
                    <a:pt x="2120207" y="780417"/>
                  </a:lnTo>
                  <a:lnTo>
                    <a:pt x="2120166" y="780531"/>
                  </a:lnTo>
                  <a:lnTo>
                    <a:pt x="2120031" y="780679"/>
                  </a:lnTo>
                  <a:lnTo>
                    <a:pt x="2119789" y="780663"/>
                  </a:lnTo>
                  <a:lnTo>
                    <a:pt x="2119434" y="780597"/>
                  </a:lnTo>
                  <a:lnTo>
                    <a:pt x="2118805" y="780307"/>
                  </a:lnTo>
                  <a:lnTo>
                    <a:pt x="2118260" y="779887"/>
                  </a:lnTo>
                  <a:lnTo>
                    <a:pt x="2117276" y="779059"/>
                  </a:lnTo>
                  <a:lnTo>
                    <a:pt x="2116721" y="778425"/>
                  </a:lnTo>
                  <a:lnTo>
                    <a:pt x="2116181" y="777613"/>
                  </a:lnTo>
                  <a:lnTo>
                    <a:pt x="2116134" y="777502"/>
                  </a:lnTo>
                  <a:lnTo>
                    <a:pt x="2116063" y="777336"/>
                  </a:lnTo>
                  <a:lnTo>
                    <a:pt x="2116012" y="777168"/>
                  </a:lnTo>
                  <a:lnTo>
                    <a:pt x="2115981" y="777066"/>
                  </a:lnTo>
                  <a:lnTo>
                    <a:pt x="2115937" y="776921"/>
                  </a:lnTo>
                  <a:lnTo>
                    <a:pt x="2115669" y="776317"/>
                  </a:lnTo>
                  <a:lnTo>
                    <a:pt x="2115641" y="776255"/>
                  </a:lnTo>
                  <a:lnTo>
                    <a:pt x="2115503" y="776040"/>
                  </a:lnTo>
                  <a:lnTo>
                    <a:pt x="2115360" y="775811"/>
                  </a:lnTo>
                  <a:lnTo>
                    <a:pt x="2115216" y="775575"/>
                  </a:lnTo>
                  <a:lnTo>
                    <a:pt x="2115074" y="775309"/>
                  </a:lnTo>
                  <a:lnTo>
                    <a:pt x="2115023" y="775209"/>
                  </a:lnTo>
                  <a:lnTo>
                    <a:pt x="2115016" y="775113"/>
                  </a:lnTo>
                  <a:lnTo>
                    <a:pt x="2115030" y="775091"/>
                  </a:lnTo>
                  <a:lnTo>
                    <a:pt x="2115017" y="775056"/>
                  </a:lnTo>
                  <a:lnTo>
                    <a:pt x="2114918" y="774899"/>
                  </a:lnTo>
                  <a:lnTo>
                    <a:pt x="2114791" y="774696"/>
                  </a:lnTo>
                  <a:lnTo>
                    <a:pt x="2114516" y="774319"/>
                  </a:lnTo>
                  <a:lnTo>
                    <a:pt x="2114496" y="774292"/>
                  </a:lnTo>
                  <a:lnTo>
                    <a:pt x="2114327" y="774354"/>
                  </a:lnTo>
                  <a:lnTo>
                    <a:pt x="2113866" y="773860"/>
                  </a:lnTo>
                  <a:lnTo>
                    <a:pt x="2113871" y="773856"/>
                  </a:lnTo>
                  <a:lnTo>
                    <a:pt x="2114093" y="773677"/>
                  </a:lnTo>
                  <a:lnTo>
                    <a:pt x="2113784" y="773375"/>
                  </a:lnTo>
                  <a:lnTo>
                    <a:pt x="2113636" y="773650"/>
                  </a:lnTo>
                  <a:lnTo>
                    <a:pt x="2113383" y="773336"/>
                  </a:lnTo>
                  <a:lnTo>
                    <a:pt x="2113336" y="773277"/>
                  </a:lnTo>
                  <a:lnTo>
                    <a:pt x="2113258" y="773181"/>
                  </a:lnTo>
                  <a:lnTo>
                    <a:pt x="2113406" y="772902"/>
                  </a:lnTo>
                  <a:lnTo>
                    <a:pt x="2113445" y="772704"/>
                  </a:lnTo>
                  <a:lnTo>
                    <a:pt x="2112970" y="772548"/>
                  </a:lnTo>
                  <a:lnTo>
                    <a:pt x="2112760" y="772510"/>
                  </a:lnTo>
                  <a:lnTo>
                    <a:pt x="2112131" y="772267"/>
                  </a:lnTo>
                  <a:lnTo>
                    <a:pt x="2111884" y="772140"/>
                  </a:lnTo>
                  <a:lnTo>
                    <a:pt x="2112088" y="771943"/>
                  </a:lnTo>
                  <a:lnTo>
                    <a:pt x="2112115" y="771836"/>
                  </a:lnTo>
                  <a:lnTo>
                    <a:pt x="2111773" y="771698"/>
                  </a:lnTo>
                  <a:lnTo>
                    <a:pt x="2111113" y="771431"/>
                  </a:lnTo>
                  <a:lnTo>
                    <a:pt x="2111077" y="771416"/>
                  </a:lnTo>
                  <a:lnTo>
                    <a:pt x="2111014" y="771514"/>
                  </a:lnTo>
                  <a:lnTo>
                    <a:pt x="2110850" y="771450"/>
                  </a:lnTo>
                  <a:lnTo>
                    <a:pt x="2110433" y="771153"/>
                  </a:lnTo>
                  <a:lnTo>
                    <a:pt x="2110430" y="771088"/>
                  </a:lnTo>
                  <a:lnTo>
                    <a:pt x="2110429" y="771074"/>
                  </a:lnTo>
                  <a:lnTo>
                    <a:pt x="2110391" y="771063"/>
                  </a:lnTo>
                  <a:lnTo>
                    <a:pt x="2110380" y="771069"/>
                  </a:lnTo>
                  <a:lnTo>
                    <a:pt x="2110368" y="771076"/>
                  </a:lnTo>
                  <a:lnTo>
                    <a:pt x="2110196" y="771173"/>
                  </a:lnTo>
                  <a:lnTo>
                    <a:pt x="2110125" y="771250"/>
                  </a:lnTo>
                  <a:lnTo>
                    <a:pt x="2109782" y="771297"/>
                  </a:lnTo>
                  <a:lnTo>
                    <a:pt x="2109764" y="771296"/>
                  </a:lnTo>
                  <a:lnTo>
                    <a:pt x="2109299" y="771212"/>
                  </a:lnTo>
                  <a:lnTo>
                    <a:pt x="2109104" y="771177"/>
                  </a:lnTo>
                  <a:lnTo>
                    <a:pt x="2108661" y="771098"/>
                  </a:lnTo>
                  <a:lnTo>
                    <a:pt x="2108679" y="770868"/>
                  </a:lnTo>
                  <a:lnTo>
                    <a:pt x="2108660" y="770868"/>
                  </a:lnTo>
                  <a:lnTo>
                    <a:pt x="2108631" y="770869"/>
                  </a:lnTo>
                  <a:lnTo>
                    <a:pt x="2108097" y="770874"/>
                  </a:lnTo>
                  <a:lnTo>
                    <a:pt x="2107710" y="770877"/>
                  </a:lnTo>
                  <a:lnTo>
                    <a:pt x="2107433" y="770880"/>
                  </a:lnTo>
                  <a:lnTo>
                    <a:pt x="2106755" y="770932"/>
                  </a:lnTo>
                  <a:lnTo>
                    <a:pt x="2106228" y="770980"/>
                  </a:lnTo>
                  <a:lnTo>
                    <a:pt x="2105887" y="771042"/>
                  </a:lnTo>
                  <a:lnTo>
                    <a:pt x="2105708" y="771076"/>
                  </a:lnTo>
                  <a:lnTo>
                    <a:pt x="2105224" y="771190"/>
                  </a:lnTo>
                  <a:lnTo>
                    <a:pt x="2105179" y="771195"/>
                  </a:lnTo>
                  <a:lnTo>
                    <a:pt x="2104583" y="771367"/>
                  </a:lnTo>
                  <a:lnTo>
                    <a:pt x="2104629" y="771505"/>
                  </a:lnTo>
                  <a:lnTo>
                    <a:pt x="2104807" y="772049"/>
                  </a:lnTo>
                  <a:lnTo>
                    <a:pt x="2105130" y="773038"/>
                  </a:lnTo>
                  <a:lnTo>
                    <a:pt x="2104760" y="773130"/>
                  </a:lnTo>
                  <a:lnTo>
                    <a:pt x="2104174" y="773266"/>
                  </a:lnTo>
                  <a:lnTo>
                    <a:pt x="2103578" y="771513"/>
                  </a:lnTo>
                  <a:lnTo>
                    <a:pt x="2103163" y="771670"/>
                  </a:lnTo>
                  <a:lnTo>
                    <a:pt x="2101018" y="772477"/>
                  </a:lnTo>
                  <a:lnTo>
                    <a:pt x="2101515" y="773368"/>
                  </a:lnTo>
                  <a:lnTo>
                    <a:pt x="2101563" y="773515"/>
                  </a:lnTo>
                  <a:lnTo>
                    <a:pt x="2101560" y="773679"/>
                  </a:lnTo>
                  <a:lnTo>
                    <a:pt x="2101414" y="773970"/>
                  </a:lnTo>
                  <a:lnTo>
                    <a:pt x="2101408" y="773409"/>
                  </a:lnTo>
                  <a:lnTo>
                    <a:pt x="2101308" y="773229"/>
                  </a:lnTo>
                  <a:lnTo>
                    <a:pt x="2101231" y="773090"/>
                  </a:lnTo>
                  <a:lnTo>
                    <a:pt x="2101158" y="772964"/>
                  </a:lnTo>
                  <a:lnTo>
                    <a:pt x="2100819" y="773089"/>
                  </a:lnTo>
                  <a:lnTo>
                    <a:pt x="2100796" y="773203"/>
                  </a:lnTo>
                  <a:lnTo>
                    <a:pt x="2100847" y="773273"/>
                  </a:lnTo>
                  <a:lnTo>
                    <a:pt x="2101025" y="773390"/>
                  </a:lnTo>
                  <a:lnTo>
                    <a:pt x="2101188" y="773474"/>
                  </a:lnTo>
                  <a:lnTo>
                    <a:pt x="2101301" y="773597"/>
                  </a:lnTo>
                  <a:lnTo>
                    <a:pt x="2101320" y="773617"/>
                  </a:lnTo>
                  <a:lnTo>
                    <a:pt x="2101320" y="773718"/>
                  </a:lnTo>
                  <a:lnTo>
                    <a:pt x="2101313" y="773932"/>
                  </a:lnTo>
                  <a:lnTo>
                    <a:pt x="2100966" y="773668"/>
                  </a:lnTo>
                  <a:lnTo>
                    <a:pt x="2100917" y="773594"/>
                  </a:lnTo>
                  <a:lnTo>
                    <a:pt x="2100510" y="772976"/>
                  </a:lnTo>
                  <a:lnTo>
                    <a:pt x="2100296" y="773070"/>
                  </a:lnTo>
                  <a:lnTo>
                    <a:pt x="2100550" y="773547"/>
                  </a:lnTo>
                  <a:lnTo>
                    <a:pt x="2100574" y="773591"/>
                  </a:lnTo>
                  <a:lnTo>
                    <a:pt x="2100854" y="774117"/>
                  </a:lnTo>
                  <a:lnTo>
                    <a:pt x="2100713" y="774120"/>
                  </a:lnTo>
                  <a:lnTo>
                    <a:pt x="2100639" y="774089"/>
                  </a:lnTo>
                  <a:lnTo>
                    <a:pt x="2100517" y="773883"/>
                  </a:lnTo>
                  <a:lnTo>
                    <a:pt x="2100394" y="773678"/>
                  </a:lnTo>
                  <a:lnTo>
                    <a:pt x="2100372" y="773640"/>
                  </a:lnTo>
                  <a:lnTo>
                    <a:pt x="2100013" y="773040"/>
                  </a:lnTo>
                  <a:lnTo>
                    <a:pt x="2099936" y="773072"/>
                  </a:lnTo>
                  <a:lnTo>
                    <a:pt x="2099914" y="773083"/>
                  </a:lnTo>
                  <a:lnTo>
                    <a:pt x="2099814" y="773136"/>
                  </a:lnTo>
                  <a:lnTo>
                    <a:pt x="2099817" y="773141"/>
                  </a:lnTo>
                  <a:lnTo>
                    <a:pt x="2099534" y="773304"/>
                  </a:lnTo>
                  <a:lnTo>
                    <a:pt x="2099463" y="773333"/>
                  </a:lnTo>
                  <a:lnTo>
                    <a:pt x="2099455" y="773336"/>
                  </a:lnTo>
                  <a:lnTo>
                    <a:pt x="2099420" y="773350"/>
                  </a:lnTo>
                  <a:lnTo>
                    <a:pt x="2099270" y="773410"/>
                  </a:lnTo>
                  <a:lnTo>
                    <a:pt x="2099127" y="773506"/>
                  </a:lnTo>
                  <a:lnTo>
                    <a:pt x="2099095" y="773527"/>
                  </a:lnTo>
                  <a:lnTo>
                    <a:pt x="2099086" y="773533"/>
                  </a:lnTo>
                  <a:lnTo>
                    <a:pt x="2099045" y="773560"/>
                  </a:lnTo>
                  <a:lnTo>
                    <a:pt x="2099032" y="773571"/>
                  </a:lnTo>
                  <a:lnTo>
                    <a:pt x="2099028" y="773575"/>
                  </a:lnTo>
                  <a:lnTo>
                    <a:pt x="2098971" y="773626"/>
                  </a:lnTo>
                  <a:lnTo>
                    <a:pt x="2098979" y="773682"/>
                  </a:lnTo>
                  <a:lnTo>
                    <a:pt x="2098991" y="773696"/>
                  </a:lnTo>
                  <a:lnTo>
                    <a:pt x="2099000" y="773704"/>
                  </a:lnTo>
                  <a:lnTo>
                    <a:pt x="2099199" y="773710"/>
                  </a:lnTo>
                  <a:lnTo>
                    <a:pt x="2099227" y="773726"/>
                  </a:lnTo>
                  <a:lnTo>
                    <a:pt x="2099241" y="773734"/>
                  </a:lnTo>
                  <a:lnTo>
                    <a:pt x="2099270" y="773750"/>
                  </a:lnTo>
                  <a:lnTo>
                    <a:pt x="2099424" y="773839"/>
                  </a:lnTo>
                  <a:lnTo>
                    <a:pt x="2099455" y="773884"/>
                  </a:lnTo>
                  <a:lnTo>
                    <a:pt x="2099426" y="773946"/>
                  </a:lnTo>
                  <a:lnTo>
                    <a:pt x="2099310" y="773962"/>
                  </a:lnTo>
                  <a:lnTo>
                    <a:pt x="2099252" y="773970"/>
                  </a:lnTo>
                  <a:lnTo>
                    <a:pt x="2099235" y="773973"/>
                  </a:lnTo>
                  <a:lnTo>
                    <a:pt x="2099170" y="773982"/>
                  </a:lnTo>
                  <a:lnTo>
                    <a:pt x="2099137" y="773986"/>
                  </a:lnTo>
                  <a:lnTo>
                    <a:pt x="2099007" y="773976"/>
                  </a:lnTo>
                  <a:lnTo>
                    <a:pt x="2098980" y="773974"/>
                  </a:lnTo>
                  <a:lnTo>
                    <a:pt x="2098743" y="773973"/>
                  </a:lnTo>
                  <a:lnTo>
                    <a:pt x="2098677" y="773973"/>
                  </a:lnTo>
                  <a:lnTo>
                    <a:pt x="2098660" y="774001"/>
                  </a:lnTo>
                  <a:lnTo>
                    <a:pt x="2098627" y="774055"/>
                  </a:lnTo>
                  <a:lnTo>
                    <a:pt x="2098697" y="774223"/>
                  </a:lnTo>
                  <a:lnTo>
                    <a:pt x="2098699" y="774249"/>
                  </a:lnTo>
                  <a:lnTo>
                    <a:pt x="2098706" y="774360"/>
                  </a:lnTo>
                  <a:lnTo>
                    <a:pt x="2098677" y="774489"/>
                  </a:lnTo>
                  <a:lnTo>
                    <a:pt x="2098597" y="774635"/>
                  </a:lnTo>
                  <a:lnTo>
                    <a:pt x="2098431" y="774777"/>
                  </a:lnTo>
                  <a:lnTo>
                    <a:pt x="2098161" y="774870"/>
                  </a:lnTo>
                  <a:lnTo>
                    <a:pt x="2097879" y="774845"/>
                  </a:lnTo>
                  <a:lnTo>
                    <a:pt x="2097674" y="774748"/>
                  </a:lnTo>
                  <a:lnTo>
                    <a:pt x="2097501" y="774876"/>
                  </a:lnTo>
                  <a:lnTo>
                    <a:pt x="2097368" y="775071"/>
                  </a:lnTo>
                  <a:lnTo>
                    <a:pt x="2097123" y="775524"/>
                  </a:lnTo>
                  <a:lnTo>
                    <a:pt x="2097791" y="775961"/>
                  </a:lnTo>
                  <a:lnTo>
                    <a:pt x="2099766" y="777255"/>
                  </a:lnTo>
                  <a:lnTo>
                    <a:pt x="2099541" y="777579"/>
                  </a:lnTo>
                  <a:lnTo>
                    <a:pt x="2098661" y="778842"/>
                  </a:lnTo>
                  <a:lnTo>
                    <a:pt x="2098575" y="778863"/>
                  </a:lnTo>
                  <a:lnTo>
                    <a:pt x="2098463" y="778842"/>
                  </a:lnTo>
                  <a:lnTo>
                    <a:pt x="2097696" y="778551"/>
                  </a:lnTo>
                  <a:lnTo>
                    <a:pt x="2097229" y="778375"/>
                  </a:lnTo>
                  <a:lnTo>
                    <a:pt x="2095669" y="777784"/>
                  </a:lnTo>
                  <a:lnTo>
                    <a:pt x="2095518" y="777727"/>
                  </a:lnTo>
                  <a:lnTo>
                    <a:pt x="2095167" y="777594"/>
                  </a:lnTo>
                  <a:lnTo>
                    <a:pt x="2094440" y="777735"/>
                  </a:lnTo>
                  <a:lnTo>
                    <a:pt x="2094308" y="777854"/>
                  </a:lnTo>
                  <a:lnTo>
                    <a:pt x="2094208" y="777945"/>
                  </a:lnTo>
                  <a:lnTo>
                    <a:pt x="2094251" y="777995"/>
                  </a:lnTo>
                  <a:lnTo>
                    <a:pt x="2094390" y="778111"/>
                  </a:lnTo>
                  <a:lnTo>
                    <a:pt x="2094864" y="778425"/>
                  </a:lnTo>
                  <a:lnTo>
                    <a:pt x="2095505" y="778705"/>
                  </a:lnTo>
                  <a:lnTo>
                    <a:pt x="2096507" y="779049"/>
                  </a:lnTo>
                  <a:lnTo>
                    <a:pt x="2096848" y="779166"/>
                  </a:lnTo>
                  <a:lnTo>
                    <a:pt x="2096993" y="779215"/>
                  </a:lnTo>
                  <a:lnTo>
                    <a:pt x="2098021" y="779630"/>
                  </a:lnTo>
                  <a:lnTo>
                    <a:pt x="2098582" y="781860"/>
                  </a:lnTo>
                  <a:lnTo>
                    <a:pt x="2098631" y="782057"/>
                  </a:lnTo>
                  <a:lnTo>
                    <a:pt x="2098892" y="782070"/>
                  </a:lnTo>
                  <a:lnTo>
                    <a:pt x="2099118" y="782159"/>
                  </a:lnTo>
                  <a:lnTo>
                    <a:pt x="2099313" y="782330"/>
                  </a:lnTo>
                  <a:lnTo>
                    <a:pt x="2099425" y="782573"/>
                  </a:lnTo>
                  <a:lnTo>
                    <a:pt x="2099435" y="782770"/>
                  </a:lnTo>
                  <a:lnTo>
                    <a:pt x="2099417" y="782856"/>
                  </a:lnTo>
                  <a:lnTo>
                    <a:pt x="2099352" y="782956"/>
                  </a:lnTo>
                  <a:lnTo>
                    <a:pt x="2099162" y="783134"/>
                  </a:lnTo>
                  <a:lnTo>
                    <a:pt x="2098926" y="783226"/>
                  </a:lnTo>
                  <a:lnTo>
                    <a:pt x="2099077" y="783827"/>
                  </a:lnTo>
                  <a:lnTo>
                    <a:pt x="2099167" y="784185"/>
                  </a:lnTo>
                  <a:lnTo>
                    <a:pt x="2098671" y="784093"/>
                  </a:lnTo>
                  <a:lnTo>
                    <a:pt x="2098329" y="784056"/>
                  </a:lnTo>
                  <a:lnTo>
                    <a:pt x="2098183" y="784111"/>
                  </a:lnTo>
                  <a:lnTo>
                    <a:pt x="2097491" y="783605"/>
                  </a:lnTo>
                  <a:lnTo>
                    <a:pt x="2097358" y="783410"/>
                  </a:lnTo>
                  <a:lnTo>
                    <a:pt x="2097257" y="783020"/>
                  </a:lnTo>
                  <a:lnTo>
                    <a:pt x="2097245" y="782972"/>
                  </a:lnTo>
                  <a:lnTo>
                    <a:pt x="2097232" y="782899"/>
                  </a:lnTo>
                  <a:lnTo>
                    <a:pt x="2097228" y="782877"/>
                  </a:lnTo>
                  <a:lnTo>
                    <a:pt x="2097198" y="782792"/>
                  </a:lnTo>
                  <a:lnTo>
                    <a:pt x="2097193" y="782772"/>
                  </a:lnTo>
                  <a:lnTo>
                    <a:pt x="2097189" y="782758"/>
                  </a:lnTo>
                  <a:lnTo>
                    <a:pt x="2097159" y="782639"/>
                  </a:lnTo>
                  <a:lnTo>
                    <a:pt x="2097119" y="782487"/>
                  </a:lnTo>
                  <a:lnTo>
                    <a:pt x="2097086" y="782184"/>
                  </a:lnTo>
                  <a:lnTo>
                    <a:pt x="2097086" y="782165"/>
                  </a:lnTo>
                  <a:lnTo>
                    <a:pt x="2096614" y="780279"/>
                  </a:lnTo>
                  <a:lnTo>
                    <a:pt x="2096573" y="780263"/>
                  </a:lnTo>
                  <a:lnTo>
                    <a:pt x="2096029" y="780068"/>
                  </a:lnTo>
                  <a:lnTo>
                    <a:pt x="2095953" y="780110"/>
                  </a:lnTo>
                  <a:lnTo>
                    <a:pt x="2095903" y="780224"/>
                  </a:lnTo>
                  <a:lnTo>
                    <a:pt x="2096027" y="780361"/>
                  </a:lnTo>
                  <a:lnTo>
                    <a:pt x="2096120" y="780733"/>
                  </a:lnTo>
                  <a:lnTo>
                    <a:pt x="2096277" y="781368"/>
                  </a:lnTo>
                  <a:lnTo>
                    <a:pt x="2096306" y="781468"/>
                  </a:lnTo>
                  <a:lnTo>
                    <a:pt x="2096312" y="781488"/>
                  </a:lnTo>
                  <a:lnTo>
                    <a:pt x="2096345" y="781611"/>
                  </a:lnTo>
                  <a:lnTo>
                    <a:pt x="2096377" y="781785"/>
                  </a:lnTo>
                  <a:lnTo>
                    <a:pt x="2096456" y="782088"/>
                  </a:lnTo>
                  <a:lnTo>
                    <a:pt x="2096486" y="782200"/>
                  </a:lnTo>
                  <a:lnTo>
                    <a:pt x="2096629" y="782772"/>
                  </a:lnTo>
                  <a:lnTo>
                    <a:pt x="2096653" y="782868"/>
                  </a:lnTo>
                  <a:lnTo>
                    <a:pt x="2096710" y="783094"/>
                  </a:lnTo>
                  <a:lnTo>
                    <a:pt x="2096771" y="783340"/>
                  </a:lnTo>
                  <a:lnTo>
                    <a:pt x="2096800" y="783453"/>
                  </a:lnTo>
                  <a:lnTo>
                    <a:pt x="2096820" y="783537"/>
                  </a:lnTo>
                  <a:lnTo>
                    <a:pt x="2097266" y="783967"/>
                  </a:lnTo>
                  <a:lnTo>
                    <a:pt x="2097241" y="784018"/>
                  </a:lnTo>
                  <a:lnTo>
                    <a:pt x="2097213" y="784076"/>
                  </a:lnTo>
                  <a:lnTo>
                    <a:pt x="2097171" y="784164"/>
                  </a:lnTo>
                  <a:lnTo>
                    <a:pt x="2097159" y="784191"/>
                  </a:lnTo>
                  <a:lnTo>
                    <a:pt x="2096629" y="784017"/>
                  </a:lnTo>
                  <a:lnTo>
                    <a:pt x="2096571" y="783997"/>
                  </a:lnTo>
                  <a:lnTo>
                    <a:pt x="2096152" y="783851"/>
                  </a:lnTo>
                  <a:lnTo>
                    <a:pt x="2095995" y="783762"/>
                  </a:lnTo>
                  <a:lnTo>
                    <a:pt x="2095799" y="783685"/>
                  </a:lnTo>
                  <a:lnTo>
                    <a:pt x="2095640" y="783622"/>
                  </a:lnTo>
                  <a:lnTo>
                    <a:pt x="2095497" y="783566"/>
                  </a:lnTo>
                  <a:lnTo>
                    <a:pt x="2095485" y="783561"/>
                  </a:lnTo>
                  <a:lnTo>
                    <a:pt x="2095453" y="783549"/>
                  </a:lnTo>
                  <a:lnTo>
                    <a:pt x="2095403" y="783530"/>
                  </a:lnTo>
                  <a:lnTo>
                    <a:pt x="2095136" y="783426"/>
                  </a:lnTo>
                  <a:lnTo>
                    <a:pt x="2095045" y="783622"/>
                  </a:lnTo>
                  <a:lnTo>
                    <a:pt x="2094428" y="783375"/>
                  </a:lnTo>
                  <a:lnTo>
                    <a:pt x="2094335" y="783338"/>
                  </a:lnTo>
                  <a:lnTo>
                    <a:pt x="2094196" y="783213"/>
                  </a:lnTo>
                  <a:lnTo>
                    <a:pt x="2094094" y="783179"/>
                  </a:lnTo>
                  <a:lnTo>
                    <a:pt x="2094081" y="783175"/>
                  </a:lnTo>
                  <a:lnTo>
                    <a:pt x="2093971" y="783142"/>
                  </a:lnTo>
                  <a:lnTo>
                    <a:pt x="2093962" y="783145"/>
                  </a:lnTo>
                  <a:lnTo>
                    <a:pt x="2093779" y="783203"/>
                  </a:lnTo>
                  <a:lnTo>
                    <a:pt x="2093712" y="783224"/>
                  </a:lnTo>
                  <a:lnTo>
                    <a:pt x="2093704" y="783226"/>
                  </a:lnTo>
                  <a:lnTo>
                    <a:pt x="2093705" y="783239"/>
                  </a:lnTo>
                  <a:lnTo>
                    <a:pt x="2093722" y="783365"/>
                  </a:lnTo>
                  <a:lnTo>
                    <a:pt x="2093726" y="783395"/>
                  </a:lnTo>
                  <a:lnTo>
                    <a:pt x="2093738" y="783403"/>
                  </a:lnTo>
                  <a:lnTo>
                    <a:pt x="2093751" y="783411"/>
                  </a:lnTo>
                  <a:lnTo>
                    <a:pt x="2093771" y="783424"/>
                  </a:lnTo>
                  <a:lnTo>
                    <a:pt x="2093787" y="783435"/>
                  </a:lnTo>
                  <a:lnTo>
                    <a:pt x="2093807" y="783448"/>
                  </a:lnTo>
                  <a:lnTo>
                    <a:pt x="2093845" y="783473"/>
                  </a:lnTo>
                  <a:lnTo>
                    <a:pt x="2094046" y="783604"/>
                  </a:lnTo>
                  <a:lnTo>
                    <a:pt x="2094152" y="783673"/>
                  </a:lnTo>
                  <a:lnTo>
                    <a:pt x="2094180" y="783691"/>
                  </a:lnTo>
                  <a:lnTo>
                    <a:pt x="2094253" y="783728"/>
                  </a:lnTo>
                  <a:lnTo>
                    <a:pt x="2094974" y="783981"/>
                  </a:lnTo>
                  <a:lnTo>
                    <a:pt x="2095440" y="784145"/>
                  </a:lnTo>
                  <a:lnTo>
                    <a:pt x="2095668" y="784251"/>
                  </a:lnTo>
                  <a:lnTo>
                    <a:pt x="2095768" y="784297"/>
                  </a:lnTo>
                  <a:lnTo>
                    <a:pt x="2095806" y="784302"/>
                  </a:lnTo>
                  <a:lnTo>
                    <a:pt x="2095824" y="784305"/>
                  </a:lnTo>
                  <a:lnTo>
                    <a:pt x="2096061" y="784339"/>
                  </a:lnTo>
                  <a:lnTo>
                    <a:pt x="2096305" y="784374"/>
                  </a:lnTo>
                  <a:lnTo>
                    <a:pt x="2096353" y="784382"/>
                  </a:lnTo>
                  <a:lnTo>
                    <a:pt x="2096648" y="784436"/>
                  </a:lnTo>
                  <a:lnTo>
                    <a:pt x="2096789" y="784462"/>
                  </a:lnTo>
                  <a:lnTo>
                    <a:pt x="2097502" y="784594"/>
                  </a:lnTo>
                  <a:lnTo>
                    <a:pt x="2097667" y="784624"/>
                  </a:lnTo>
                  <a:lnTo>
                    <a:pt x="2097775" y="784644"/>
                  </a:lnTo>
                  <a:lnTo>
                    <a:pt x="2098187" y="784754"/>
                  </a:lnTo>
                  <a:lnTo>
                    <a:pt x="2098157" y="784878"/>
                  </a:lnTo>
                  <a:lnTo>
                    <a:pt x="2098143" y="784940"/>
                  </a:lnTo>
                  <a:lnTo>
                    <a:pt x="2098332" y="784975"/>
                  </a:lnTo>
                  <a:lnTo>
                    <a:pt x="2099662" y="785225"/>
                  </a:lnTo>
                  <a:lnTo>
                    <a:pt x="2099896" y="785269"/>
                  </a:lnTo>
                  <a:lnTo>
                    <a:pt x="2099866" y="785398"/>
                  </a:lnTo>
                  <a:lnTo>
                    <a:pt x="2101509" y="785696"/>
                  </a:lnTo>
                  <a:lnTo>
                    <a:pt x="2101445" y="785952"/>
                  </a:lnTo>
                  <a:lnTo>
                    <a:pt x="2101390" y="786174"/>
                  </a:lnTo>
                  <a:lnTo>
                    <a:pt x="2101288" y="786584"/>
                  </a:lnTo>
                  <a:lnTo>
                    <a:pt x="2098695" y="785828"/>
                  </a:lnTo>
                  <a:lnTo>
                    <a:pt x="2098564" y="785790"/>
                  </a:lnTo>
                  <a:lnTo>
                    <a:pt x="2098517" y="785799"/>
                  </a:lnTo>
                  <a:lnTo>
                    <a:pt x="2095462" y="784875"/>
                  </a:lnTo>
                  <a:lnTo>
                    <a:pt x="2095327" y="784843"/>
                  </a:lnTo>
                  <a:lnTo>
                    <a:pt x="2095221" y="784818"/>
                  </a:lnTo>
                  <a:lnTo>
                    <a:pt x="2094795" y="784716"/>
                  </a:lnTo>
                  <a:lnTo>
                    <a:pt x="2094776" y="784707"/>
                  </a:lnTo>
                  <a:lnTo>
                    <a:pt x="2094268" y="784460"/>
                  </a:lnTo>
                  <a:lnTo>
                    <a:pt x="2094253" y="784450"/>
                  </a:lnTo>
                  <a:lnTo>
                    <a:pt x="2094133" y="784371"/>
                  </a:lnTo>
                  <a:lnTo>
                    <a:pt x="2094090" y="784330"/>
                  </a:lnTo>
                  <a:lnTo>
                    <a:pt x="2093942" y="784190"/>
                  </a:lnTo>
                  <a:lnTo>
                    <a:pt x="2093793" y="784025"/>
                  </a:lnTo>
                  <a:lnTo>
                    <a:pt x="2093759" y="783988"/>
                  </a:lnTo>
                  <a:lnTo>
                    <a:pt x="2093764" y="783940"/>
                  </a:lnTo>
                  <a:lnTo>
                    <a:pt x="2093788" y="783724"/>
                  </a:lnTo>
                  <a:lnTo>
                    <a:pt x="2093732" y="783570"/>
                  </a:lnTo>
                  <a:lnTo>
                    <a:pt x="2093717" y="783531"/>
                  </a:lnTo>
                  <a:lnTo>
                    <a:pt x="2093701" y="783518"/>
                  </a:lnTo>
                  <a:lnTo>
                    <a:pt x="2093683" y="783504"/>
                  </a:lnTo>
                  <a:lnTo>
                    <a:pt x="2093648" y="783506"/>
                  </a:lnTo>
                  <a:lnTo>
                    <a:pt x="2093601" y="783510"/>
                  </a:lnTo>
                  <a:lnTo>
                    <a:pt x="2093494" y="783519"/>
                  </a:lnTo>
                  <a:lnTo>
                    <a:pt x="2093476" y="783520"/>
                  </a:lnTo>
                  <a:lnTo>
                    <a:pt x="2093465" y="783521"/>
                  </a:lnTo>
                  <a:lnTo>
                    <a:pt x="2093374" y="783549"/>
                  </a:lnTo>
                  <a:lnTo>
                    <a:pt x="2093364" y="783552"/>
                  </a:lnTo>
                  <a:lnTo>
                    <a:pt x="2093360" y="783559"/>
                  </a:lnTo>
                  <a:lnTo>
                    <a:pt x="2093345" y="783587"/>
                  </a:lnTo>
                  <a:lnTo>
                    <a:pt x="2093354" y="783617"/>
                  </a:lnTo>
                  <a:lnTo>
                    <a:pt x="2093370" y="783675"/>
                  </a:lnTo>
                  <a:lnTo>
                    <a:pt x="2093477" y="783929"/>
                  </a:lnTo>
                  <a:lnTo>
                    <a:pt x="2093502" y="783986"/>
                  </a:lnTo>
                  <a:lnTo>
                    <a:pt x="2093517" y="784021"/>
                  </a:lnTo>
                  <a:lnTo>
                    <a:pt x="2093536" y="784045"/>
                  </a:lnTo>
                  <a:lnTo>
                    <a:pt x="2093554" y="784068"/>
                  </a:lnTo>
                  <a:lnTo>
                    <a:pt x="2093775" y="784351"/>
                  </a:lnTo>
                  <a:lnTo>
                    <a:pt x="2093854" y="784452"/>
                  </a:lnTo>
                  <a:lnTo>
                    <a:pt x="2093860" y="784459"/>
                  </a:lnTo>
                  <a:lnTo>
                    <a:pt x="2093875" y="784476"/>
                  </a:lnTo>
                  <a:lnTo>
                    <a:pt x="2093886" y="784488"/>
                  </a:lnTo>
                  <a:lnTo>
                    <a:pt x="2093944" y="784552"/>
                  </a:lnTo>
                  <a:lnTo>
                    <a:pt x="2094047" y="784666"/>
                  </a:lnTo>
                  <a:lnTo>
                    <a:pt x="2094081" y="784703"/>
                  </a:lnTo>
                  <a:lnTo>
                    <a:pt x="2094115" y="784741"/>
                  </a:lnTo>
                  <a:lnTo>
                    <a:pt x="2094171" y="784803"/>
                  </a:lnTo>
                  <a:lnTo>
                    <a:pt x="2094186" y="784820"/>
                  </a:lnTo>
                  <a:lnTo>
                    <a:pt x="2094190" y="784823"/>
                  </a:lnTo>
                  <a:lnTo>
                    <a:pt x="2094364" y="784947"/>
                  </a:lnTo>
                  <a:lnTo>
                    <a:pt x="2094477" y="785027"/>
                  </a:lnTo>
                  <a:lnTo>
                    <a:pt x="2094583" y="785103"/>
                  </a:lnTo>
                  <a:lnTo>
                    <a:pt x="2094698" y="785185"/>
                  </a:lnTo>
                  <a:lnTo>
                    <a:pt x="2094722" y="785202"/>
                  </a:lnTo>
                  <a:lnTo>
                    <a:pt x="2094809" y="785264"/>
                  </a:lnTo>
                  <a:lnTo>
                    <a:pt x="2095731" y="785559"/>
                  </a:lnTo>
                  <a:lnTo>
                    <a:pt x="2095747" y="785564"/>
                  </a:lnTo>
                  <a:lnTo>
                    <a:pt x="2095914" y="785616"/>
                  </a:lnTo>
                  <a:lnTo>
                    <a:pt x="2096148" y="785690"/>
                  </a:lnTo>
                  <a:lnTo>
                    <a:pt x="2096184" y="785702"/>
                  </a:lnTo>
                  <a:lnTo>
                    <a:pt x="2096374" y="785763"/>
                  </a:lnTo>
                  <a:lnTo>
                    <a:pt x="2096064" y="786565"/>
                  </a:lnTo>
                  <a:lnTo>
                    <a:pt x="2096087" y="786595"/>
                  </a:lnTo>
                  <a:lnTo>
                    <a:pt x="2096776" y="786810"/>
                  </a:lnTo>
                  <a:lnTo>
                    <a:pt x="2097059" y="786051"/>
                  </a:lnTo>
                  <a:lnTo>
                    <a:pt x="2097067" y="786029"/>
                  </a:lnTo>
                  <a:lnTo>
                    <a:pt x="2098772" y="786583"/>
                  </a:lnTo>
                  <a:lnTo>
                    <a:pt x="2098475" y="787356"/>
                  </a:lnTo>
                  <a:lnTo>
                    <a:pt x="2098980" y="787515"/>
                  </a:lnTo>
                  <a:lnTo>
                    <a:pt x="2099273" y="786741"/>
                  </a:lnTo>
                  <a:lnTo>
                    <a:pt x="2100389" y="787108"/>
                  </a:lnTo>
                  <a:lnTo>
                    <a:pt x="2100484" y="787139"/>
                  </a:lnTo>
                  <a:lnTo>
                    <a:pt x="2099638" y="788538"/>
                  </a:lnTo>
                  <a:lnTo>
                    <a:pt x="2099257" y="789168"/>
                  </a:lnTo>
                  <a:lnTo>
                    <a:pt x="2099211" y="789245"/>
                  </a:lnTo>
                  <a:lnTo>
                    <a:pt x="2099360" y="789316"/>
                  </a:lnTo>
                  <a:lnTo>
                    <a:pt x="2099626" y="789443"/>
                  </a:lnTo>
                  <a:lnTo>
                    <a:pt x="2099936" y="789590"/>
                  </a:lnTo>
                  <a:lnTo>
                    <a:pt x="2099585" y="790176"/>
                  </a:lnTo>
                  <a:lnTo>
                    <a:pt x="2099573" y="790195"/>
                  </a:lnTo>
                  <a:lnTo>
                    <a:pt x="2098252" y="789570"/>
                  </a:lnTo>
                  <a:lnTo>
                    <a:pt x="2098020" y="789461"/>
                  </a:lnTo>
                  <a:lnTo>
                    <a:pt x="2097654" y="789339"/>
                  </a:lnTo>
                  <a:lnTo>
                    <a:pt x="2097644" y="789301"/>
                  </a:lnTo>
                  <a:lnTo>
                    <a:pt x="2096650" y="788981"/>
                  </a:lnTo>
                  <a:lnTo>
                    <a:pt x="2094721" y="788359"/>
                  </a:lnTo>
                  <a:lnTo>
                    <a:pt x="2094576" y="788764"/>
                  </a:lnTo>
                  <a:lnTo>
                    <a:pt x="2094112" y="788632"/>
                  </a:lnTo>
                  <a:lnTo>
                    <a:pt x="2093594" y="788486"/>
                  </a:lnTo>
                  <a:lnTo>
                    <a:pt x="2093546" y="788621"/>
                  </a:lnTo>
                  <a:lnTo>
                    <a:pt x="2093262" y="788542"/>
                  </a:lnTo>
                  <a:lnTo>
                    <a:pt x="2092283" y="788269"/>
                  </a:lnTo>
                  <a:lnTo>
                    <a:pt x="2092122" y="788627"/>
                  </a:lnTo>
                  <a:lnTo>
                    <a:pt x="2092257" y="788667"/>
                  </a:lnTo>
                  <a:lnTo>
                    <a:pt x="2092647" y="788767"/>
                  </a:lnTo>
                  <a:lnTo>
                    <a:pt x="2093046" y="788877"/>
                  </a:lnTo>
                  <a:lnTo>
                    <a:pt x="2093571" y="789027"/>
                  </a:lnTo>
                  <a:lnTo>
                    <a:pt x="2093762" y="789081"/>
                  </a:lnTo>
                  <a:lnTo>
                    <a:pt x="2094358" y="789252"/>
                  </a:lnTo>
                  <a:lnTo>
                    <a:pt x="2094524" y="789299"/>
                  </a:lnTo>
                  <a:lnTo>
                    <a:pt x="2094604" y="789322"/>
                  </a:lnTo>
                  <a:lnTo>
                    <a:pt x="2095467" y="789568"/>
                  </a:lnTo>
                  <a:lnTo>
                    <a:pt x="2095602" y="789842"/>
                  </a:lnTo>
                  <a:lnTo>
                    <a:pt x="2095263" y="790488"/>
                  </a:lnTo>
                  <a:lnTo>
                    <a:pt x="2094583" y="790292"/>
                  </a:lnTo>
                  <a:lnTo>
                    <a:pt x="2094489" y="790265"/>
                  </a:lnTo>
                  <a:lnTo>
                    <a:pt x="2092605" y="789723"/>
                  </a:lnTo>
                  <a:lnTo>
                    <a:pt x="2092330" y="790455"/>
                  </a:lnTo>
                  <a:lnTo>
                    <a:pt x="2094882" y="791183"/>
                  </a:lnTo>
                  <a:lnTo>
                    <a:pt x="2094896" y="791187"/>
                  </a:lnTo>
                  <a:lnTo>
                    <a:pt x="2094452" y="792039"/>
                  </a:lnTo>
                  <a:lnTo>
                    <a:pt x="2094318" y="792001"/>
                  </a:lnTo>
                  <a:lnTo>
                    <a:pt x="2093253" y="791703"/>
                  </a:lnTo>
                  <a:lnTo>
                    <a:pt x="2091605" y="791241"/>
                  </a:lnTo>
                  <a:lnTo>
                    <a:pt x="2091026" y="791079"/>
                  </a:lnTo>
                  <a:lnTo>
                    <a:pt x="2090526" y="790939"/>
                  </a:lnTo>
                  <a:lnTo>
                    <a:pt x="2090467" y="790862"/>
                  </a:lnTo>
                  <a:lnTo>
                    <a:pt x="2090447" y="790837"/>
                  </a:lnTo>
                  <a:lnTo>
                    <a:pt x="2090438" y="790825"/>
                  </a:lnTo>
                  <a:lnTo>
                    <a:pt x="2090359" y="790724"/>
                  </a:lnTo>
                  <a:lnTo>
                    <a:pt x="2090250" y="790583"/>
                  </a:lnTo>
                  <a:lnTo>
                    <a:pt x="2090209" y="790531"/>
                  </a:lnTo>
                  <a:lnTo>
                    <a:pt x="2090204" y="790529"/>
                  </a:lnTo>
                  <a:lnTo>
                    <a:pt x="2090143" y="790509"/>
                  </a:lnTo>
                  <a:lnTo>
                    <a:pt x="2089927" y="790817"/>
                  </a:lnTo>
                  <a:lnTo>
                    <a:pt x="2089729" y="791040"/>
                  </a:lnTo>
                  <a:lnTo>
                    <a:pt x="2089586" y="791094"/>
                  </a:lnTo>
                  <a:lnTo>
                    <a:pt x="2089323" y="791192"/>
                  </a:lnTo>
                  <a:lnTo>
                    <a:pt x="2089203" y="791302"/>
                  </a:lnTo>
                  <a:lnTo>
                    <a:pt x="2088618" y="792426"/>
                  </a:lnTo>
                  <a:lnTo>
                    <a:pt x="2088586" y="792487"/>
                  </a:lnTo>
                  <a:lnTo>
                    <a:pt x="2088238" y="792867"/>
                  </a:lnTo>
                  <a:lnTo>
                    <a:pt x="2088194" y="792859"/>
                  </a:lnTo>
                  <a:lnTo>
                    <a:pt x="2088176" y="792856"/>
                  </a:lnTo>
                  <a:lnTo>
                    <a:pt x="2088160" y="792854"/>
                  </a:lnTo>
                  <a:lnTo>
                    <a:pt x="2088127" y="792879"/>
                  </a:lnTo>
                  <a:lnTo>
                    <a:pt x="2088064" y="793058"/>
                  </a:lnTo>
                  <a:lnTo>
                    <a:pt x="2087986" y="793322"/>
                  </a:lnTo>
                  <a:lnTo>
                    <a:pt x="2087940" y="793474"/>
                  </a:lnTo>
                  <a:lnTo>
                    <a:pt x="2087869" y="793667"/>
                  </a:lnTo>
                  <a:lnTo>
                    <a:pt x="2087676" y="794149"/>
                  </a:lnTo>
                  <a:lnTo>
                    <a:pt x="2087659" y="794207"/>
                  </a:lnTo>
                  <a:lnTo>
                    <a:pt x="2087591" y="794428"/>
                  </a:lnTo>
                  <a:lnTo>
                    <a:pt x="2087582" y="794460"/>
                  </a:lnTo>
                  <a:lnTo>
                    <a:pt x="2087550" y="794564"/>
                  </a:lnTo>
                  <a:lnTo>
                    <a:pt x="2087547" y="794572"/>
                  </a:lnTo>
                  <a:lnTo>
                    <a:pt x="2087536" y="794608"/>
                  </a:lnTo>
                  <a:lnTo>
                    <a:pt x="2087528" y="794635"/>
                  </a:lnTo>
                  <a:lnTo>
                    <a:pt x="2087544" y="794647"/>
                  </a:lnTo>
                  <a:lnTo>
                    <a:pt x="2087603" y="794691"/>
                  </a:lnTo>
                  <a:lnTo>
                    <a:pt x="2087620" y="794691"/>
                  </a:lnTo>
                  <a:lnTo>
                    <a:pt x="2087650" y="794690"/>
                  </a:lnTo>
                  <a:lnTo>
                    <a:pt x="2087707" y="794690"/>
                  </a:lnTo>
                  <a:lnTo>
                    <a:pt x="2087714" y="794690"/>
                  </a:lnTo>
                  <a:lnTo>
                    <a:pt x="2087734" y="794690"/>
                  </a:lnTo>
                  <a:lnTo>
                    <a:pt x="2087734" y="794699"/>
                  </a:lnTo>
                  <a:lnTo>
                    <a:pt x="2087734" y="794706"/>
                  </a:lnTo>
                  <a:lnTo>
                    <a:pt x="2087735" y="794742"/>
                  </a:lnTo>
                  <a:lnTo>
                    <a:pt x="2087735" y="794748"/>
                  </a:lnTo>
                  <a:lnTo>
                    <a:pt x="2087735" y="794757"/>
                  </a:lnTo>
                  <a:lnTo>
                    <a:pt x="2087740" y="794766"/>
                  </a:lnTo>
                  <a:lnTo>
                    <a:pt x="2087746" y="794771"/>
                  </a:lnTo>
                  <a:lnTo>
                    <a:pt x="2087764" y="794819"/>
                  </a:lnTo>
                  <a:lnTo>
                    <a:pt x="2087769" y="794829"/>
                  </a:lnTo>
                  <a:lnTo>
                    <a:pt x="2087776" y="794824"/>
                  </a:lnTo>
                  <a:lnTo>
                    <a:pt x="2087786" y="794818"/>
                  </a:lnTo>
                  <a:lnTo>
                    <a:pt x="2087798" y="794809"/>
                  </a:lnTo>
                  <a:lnTo>
                    <a:pt x="2087863" y="794857"/>
                  </a:lnTo>
                  <a:lnTo>
                    <a:pt x="2087892" y="794879"/>
                  </a:lnTo>
                  <a:lnTo>
                    <a:pt x="2088048" y="795000"/>
                  </a:lnTo>
                  <a:lnTo>
                    <a:pt x="2088195" y="795145"/>
                  </a:lnTo>
                  <a:lnTo>
                    <a:pt x="2088091" y="795250"/>
                  </a:lnTo>
                  <a:lnTo>
                    <a:pt x="2087977" y="795253"/>
                  </a:lnTo>
                  <a:lnTo>
                    <a:pt x="2087883" y="795248"/>
                  </a:lnTo>
                  <a:lnTo>
                    <a:pt x="2087804" y="795274"/>
                  </a:lnTo>
                  <a:lnTo>
                    <a:pt x="2087696" y="795309"/>
                  </a:lnTo>
                  <a:lnTo>
                    <a:pt x="2087619" y="795421"/>
                  </a:lnTo>
                  <a:lnTo>
                    <a:pt x="2087603" y="795447"/>
                  </a:lnTo>
                  <a:lnTo>
                    <a:pt x="2087554" y="795625"/>
                  </a:lnTo>
                  <a:lnTo>
                    <a:pt x="2088174" y="795779"/>
                  </a:lnTo>
                  <a:lnTo>
                    <a:pt x="2088347" y="795785"/>
                  </a:lnTo>
                  <a:lnTo>
                    <a:pt x="2088604" y="795789"/>
                  </a:lnTo>
                  <a:lnTo>
                    <a:pt x="2088748" y="795791"/>
                  </a:lnTo>
                  <a:lnTo>
                    <a:pt x="2088745" y="796523"/>
                  </a:lnTo>
                  <a:lnTo>
                    <a:pt x="2088744" y="796984"/>
                  </a:lnTo>
                  <a:lnTo>
                    <a:pt x="2088739" y="798119"/>
                  </a:lnTo>
                  <a:lnTo>
                    <a:pt x="2089495" y="798126"/>
                  </a:lnTo>
                  <a:lnTo>
                    <a:pt x="2089505" y="797068"/>
                  </a:lnTo>
                  <a:lnTo>
                    <a:pt x="2089510" y="796488"/>
                  </a:lnTo>
                  <a:lnTo>
                    <a:pt x="2090318" y="795775"/>
                  </a:lnTo>
                  <a:lnTo>
                    <a:pt x="2092474" y="795784"/>
                  </a:lnTo>
                  <a:lnTo>
                    <a:pt x="2092473" y="796183"/>
                  </a:lnTo>
                  <a:lnTo>
                    <a:pt x="2092469" y="797594"/>
                  </a:lnTo>
                  <a:lnTo>
                    <a:pt x="2092469" y="797627"/>
                  </a:lnTo>
                  <a:lnTo>
                    <a:pt x="2092561" y="797628"/>
                  </a:lnTo>
                  <a:lnTo>
                    <a:pt x="2092645" y="797629"/>
                  </a:lnTo>
                  <a:lnTo>
                    <a:pt x="2093189" y="797637"/>
                  </a:lnTo>
                  <a:lnTo>
                    <a:pt x="2093371" y="797639"/>
                  </a:lnTo>
                  <a:lnTo>
                    <a:pt x="2093399" y="796074"/>
                  </a:lnTo>
                  <a:lnTo>
                    <a:pt x="2093546" y="796078"/>
                  </a:lnTo>
                  <a:lnTo>
                    <a:pt x="2094000" y="796089"/>
                  </a:lnTo>
                  <a:lnTo>
                    <a:pt x="2093973" y="800496"/>
                  </a:lnTo>
                  <a:lnTo>
                    <a:pt x="2093971" y="800801"/>
                  </a:lnTo>
                  <a:lnTo>
                    <a:pt x="2088702" y="800791"/>
                  </a:lnTo>
                  <a:lnTo>
                    <a:pt x="2088703" y="800308"/>
                  </a:lnTo>
                  <a:lnTo>
                    <a:pt x="2088667" y="800308"/>
                  </a:lnTo>
                  <a:lnTo>
                    <a:pt x="2087312" y="800303"/>
                  </a:lnTo>
                  <a:lnTo>
                    <a:pt x="2087343" y="800724"/>
                  </a:lnTo>
                  <a:lnTo>
                    <a:pt x="2087370" y="800760"/>
                  </a:lnTo>
                  <a:lnTo>
                    <a:pt x="2087441" y="801116"/>
                  </a:lnTo>
                  <a:lnTo>
                    <a:pt x="2087472" y="801268"/>
                  </a:lnTo>
                  <a:lnTo>
                    <a:pt x="2087482" y="801322"/>
                  </a:lnTo>
                  <a:lnTo>
                    <a:pt x="2087587" y="801338"/>
                  </a:lnTo>
                  <a:lnTo>
                    <a:pt x="2087765" y="802269"/>
                  </a:lnTo>
                  <a:lnTo>
                    <a:pt x="2088208" y="802188"/>
                  </a:lnTo>
                  <a:lnTo>
                    <a:pt x="2088282" y="802205"/>
                  </a:lnTo>
                  <a:lnTo>
                    <a:pt x="2088393" y="802401"/>
                  </a:lnTo>
                  <a:lnTo>
                    <a:pt x="2088424" y="802503"/>
                  </a:lnTo>
                  <a:lnTo>
                    <a:pt x="2088470" y="802650"/>
                  </a:lnTo>
                  <a:lnTo>
                    <a:pt x="2088451" y="803121"/>
                  </a:lnTo>
                  <a:lnTo>
                    <a:pt x="2088425" y="803346"/>
                  </a:lnTo>
                  <a:lnTo>
                    <a:pt x="2088423" y="803362"/>
                  </a:lnTo>
                  <a:lnTo>
                    <a:pt x="2088070" y="803389"/>
                  </a:lnTo>
                  <a:lnTo>
                    <a:pt x="2087933" y="803399"/>
                  </a:lnTo>
                  <a:lnTo>
                    <a:pt x="2087425" y="803438"/>
                  </a:lnTo>
                  <a:lnTo>
                    <a:pt x="2087250" y="803481"/>
                  </a:lnTo>
                  <a:lnTo>
                    <a:pt x="2087175" y="803528"/>
                  </a:lnTo>
                  <a:lnTo>
                    <a:pt x="2087185" y="803546"/>
                  </a:lnTo>
                  <a:lnTo>
                    <a:pt x="2087306" y="803524"/>
                  </a:lnTo>
                  <a:lnTo>
                    <a:pt x="2087321" y="803521"/>
                  </a:lnTo>
                  <a:lnTo>
                    <a:pt x="2087355" y="803515"/>
                  </a:lnTo>
                  <a:lnTo>
                    <a:pt x="2087413" y="803526"/>
                  </a:lnTo>
                  <a:lnTo>
                    <a:pt x="2087431" y="803530"/>
                  </a:lnTo>
                  <a:lnTo>
                    <a:pt x="2087689" y="803583"/>
                  </a:lnTo>
                  <a:lnTo>
                    <a:pt x="2087715" y="803667"/>
                  </a:lnTo>
                  <a:lnTo>
                    <a:pt x="2087955" y="804437"/>
                  </a:lnTo>
                  <a:lnTo>
                    <a:pt x="2087967" y="804475"/>
                  </a:lnTo>
                  <a:lnTo>
                    <a:pt x="2087984" y="804527"/>
                  </a:lnTo>
                  <a:lnTo>
                    <a:pt x="2088007" y="804842"/>
                  </a:lnTo>
                  <a:lnTo>
                    <a:pt x="2087883" y="804883"/>
                  </a:lnTo>
                  <a:lnTo>
                    <a:pt x="2087921" y="804998"/>
                  </a:lnTo>
                  <a:lnTo>
                    <a:pt x="2088000" y="804985"/>
                  </a:lnTo>
                  <a:lnTo>
                    <a:pt x="2088141" y="805233"/>
                  </a:lnTo>
                  <a:lnTo>
                    <a:pt x="2088238" y="805427"/>
                  </a:lnTo>
                  <a:lnTo>
                    <a:pt x="2088120" y="805471"/>
                  </a:lnTo>
                  <a:lnTo>
                    <a:pt x="2088180" y="805726"/>
                  </a:lnTo>
                  <a:lnTo>
                    <a:pt x="2088189" y="805767"/>
                  </a:lnTo>
                  <a:lnTo>
                    <a:pt x="2088253" y="806040"/>
                  </a:lnTo>
                  <a:lnTo>
                    <a:pt x="2088433" y="806370"/>
                  </a:lnTo>
                  <a:lnTo>
                    <a:pt x="2088812" y="807059"/>
                  </a:lnTo>
                  <a:lnTo>
                    <a:pt x="2088855" y="807198"/>
                  </a:lnTo>
                  <a:lnTo>
                    <a:pt x="2088887" y="807300"/>
                  </a:lnTo>
                  <a:lnTo>
                    <a:pt x="2089014" y="807712"/>
                  </a:lnTo>
                  <a:lnTo>
                    <a:pt x="2089413" y="808408"/>
                  </a:lnTo>
                  <a:lnTo>
                    <a:pt x="2089488" y="808553"/>
                  </a:lnTo>
                  <a:lnTo>
                    <a:pt x="2089615" y="808881"/>
                  </a:lnTo>
                  <a:lnTo>
                    <a:pt x="2089860" y="809761"/>
                  </a:lnTo>
                  <a:lnTo>
                    <a:pt x="2089852" y="809960"/>
                  </a:lnTo>
                  <a:lnTo>
                    <a:pt x="2089808" y="809999"/>
                  </a:lnTo>
                  <a:lnTo>
                    <a:pt x="2089794" y="810010"/>
                  </a:lnTo>
                  <a:lnTo>
                    <a:pt x="2089691" y="810100"/>
                  </a:lnTo>
                  <a:lnTo>
                    <a:pt x="2089684" y="810107"/>
                  </a:lnTo>
                  <a:lnTo>
                    <a:pt x="2089681" y="810116"/>
                  </a:lnTo>
                  <a:lnTo>
                    <a:pt x="2089676" y="810131"/>
                  </a:lnTo>
                  <a:lnTo>
                    <a:pt x="2089652" y="810210"/>
                  </a:lnTo>
                  <a:lnTo>
                    <a:pt x="2089650" y="810217"/>
                  </a:lnTo>
                  <a:lnTo>
                    <a:pt x="2089640" y="810250"/>
                  </a:lnTo>
                  <a:lnTo>
                    <a:pt x="2089645" y="810259"/>
                  </a:lnTo>
                  <a:lnTo>
                    <a:pt x="2089647" y="810264"/>
                  </a:lnTo>
                  <a:lnTo>
                    <a:pt x="2089681" y="810342"/>
                  </a:lnTo>
                  <a:lnTo>
                    <a:pt x="2089686" y="810353"/>
                  </a:lnTo>
                  <a:lnTo>
                    <a:pt x="2089702" y="810389"/>
                  </a:lnTo>
                  <a:lnTo>
                    <a:pt x="2089691" y="810349"/>
                  </a:lnTo>
                  <a:lnTo>
                    <a:pt x="2089689" y="810341"/>
                  </a:lnTo>
                  <a:lnTo>
                    <a:pt x="2089687" y="810332"/>
                  </a:lnTo>
                  <a:lnTo>
                    <a:pt x="2089667" y="810257"/>
                  </a:lnTo>
                  <a:lnTo>
                    <a:pt x="2089667" y="810251"/>
                  </a:lnTo>
                  <a:lnTo>
                    <a:pt x="2089681" y="810231"/>
                  </a:lnTo>
                  <a:lnTo>
                    <a:pt x="2089709" y="810236"/>
                  </a:lnTo>
                  <a:lnTo>
                    <a:pt x="2089726" y="810238"/>
                  </a:lnTo>
                  <a:lnTo>
                    <a:pt x="2089839" y="810255"/>
                  </a:lnTo>
                  <a:lnTo>
                    <a:pt x="2089933" y="810282"/>
                  </a:lnTo>
                  <a:lnTo>
                    <a:pt x="2090051" y="810317"/>
                  </a:lnTo>
                  <a:lnTo>
                    <a:pt x="2090112" y="810365"/>
                  </a:lnTo>
                  <a:lnTo>
                    <a:pt x="2090374" y="810594"/>
                  </a:lnTo>
                  <a:lnTo>
                    <a:pt x="2090851" y="811212"/>
                  </a:lnTo>
                  <a:lnTo>
                    <a:pt x="2090963" y="811428"/>
                  </a:lnTo>
                  <a:lnTo>
                    <a:pt x="2091163" y="811812"/>
                  </a:lnTo>
                  <a:lnTo>
                    <a:pt x="2091228" y="811937"/>
                  </a:lnTo>
                  <a:lnTo>
                    <a:pt x="2091402" y="812274"/>
                  </a:lnTo>
                  <a:lnTo>
                    <a:pt x="2091430" y="812283"/>
                  </a:lnTo>
                  <a:lnTo>
                    <a:pt x="2091457" y="812292"/>
                  </a:lnTo>
                  <a:lnTo>
                    <a:pt x="2091738" y="812842"/>
                  </a:lnTo>
                  <a:lnTo>
                    <a:pt x="2091837" y="813068"/>
                  </a:lnTo>
                  <a:lnTo>
                    <a:pt x="2092030" y="813425"/>
                  </a:lnTo>
                  <a:lnTo>
                    <a:pt x="2092152" y="813645"/>
                  </a:lnTo>
                  <a:lnTo>
                    <a:pt x="2092221" y="813765"/>
                  </a:lnTo>
                  <a:lnTo>
                    <a:pt x="2092464" y="814186"/>
                  </a:lnTo>
                  <a:lnTo>
                    <a:pt x="2092791" y="814745"/>
                  </a:lnTo>
                  <a:lnTo>
                    <a:pt x="2093112" y="815358"/>
                  </a:lnTo>
                  <a:lnTo>
                    <a:pt x="2093135" y="815443"/>
                  </a:lnTo>
                  <a:lnTo>
                    <a:pt x="2093138" y="815454"/>
                  </a:lnTo>
                  <a:lnTo>
                    <a:pt x="2093158" y="815527"/>
                  </a:lnTo>
                  <a:lnTo>
                    <a:pt x="2093186" y="815604"/>
                  </a:lnTo>
                  <a:lnTo>
                    <a:pt x="2093214" y="815668"/>
                  </a:lnTo>
                  <a:lnTo>
                    <a:pt x="2093663" y="816192"/>
                  </a:lnTo>
                  <a:lnTo>
                    <a:pt x="2093670" y="816200"/>
                  </a:lnTo>
                  <a:lnTo>
                    <a:pt x="2093677" y="816209"/>
                  </a:lnTo>
                  <a:lnTo>
                    <a:pt x="2093689" y="816224"/>
                  </a:lnTo>
                  <a:lnTo>
                    <a:pt x="2093699" y="816237"/>
                  </a:lnTo>
                  <a:lnTo>
                    <a:pt x="2093722" y="816239"/>
                  </a:lnTo>
                  <a:lnTo>
                    <a:pt x="2093729" y="816247"/>
                  </a:lnTo>
                  <a:lnTo>
                    <a:pt x="2093735" y="816254"/>
                  </a:lnTo>
                  <a:lnTo>
                    <a:pt x="2093988" y="816533"/>
                  </a:lnTo>
                  <a:lnTo>
                    <a:pt x="2094114" y="816671"/>
                  </a:lnTo>
                  <a:lnTo>
                    <a:pt x="2094203" y="816792"/>
                  </a:lnTo>
                  <a:lnTo>
                    <a:pt x="2094653" y="817411"/>
                  </a:lnTo>
                  <a:lnTo>
                    <a:pt x="2094676" y="817520"/>
                  </a:lnTo>
                  <a:lnTo>
                    <a:pt x="2094570" y="817601"/>
                  </a:lnTo>
                  <a:lnTo>
                    <a:pt x="2094859" y="817884"/>
                  </a:lnTo>
                  <a:lnTo>
                    <a:pt x="2095098" y="818118"/>
                  </a:lnTo>
                  <a:lnTo>
                    <a:pt x="2095410" y="818355"/>
                  </a:lnTo>
                  <a:lnTo>
                    <a:pt x="2095483" y="818360"/>
                  </a:lnTo>
                  <a:lnTo>
                    <a:pt x="2095798" y="818634"/>
                  </a:lnTo>
                  <a:lnTo>
                    <a:pt x="2095941" y="818875"/>
                  </a:lnTo>
                  <a:lnTo>
                    <a:pt x="2095968" y="818920"/>
                  </a:lnTo>
                  <a:lnTo>
                    <a:pt x="2096004" y="818931"/>
                  </a:lnTo>
                  <a:lnTo>
                    <a:pt x="2096312" y="818727"/>
                  </a:lnTo>
                  <a:lnTo>
                    <a:pt x="2096009" y="818414"/>
                  </a:lnTo>
                  <a:lnTo>
                    <a:pt x="2096334" y="818164"/>
                  </a:lnTo>
                  <a:lnTo>
                    <a:pt x="2096446" y="818079"/>
                  </a:lnTo>
                  <a:lnTo>
                    <a:pt x="2096903" y="817727"/>
                  </a:lnTo>
                  <a:lnTo>
                    <a:pt x="2097229" y="818059"/>
                  </a:lnTo>
                  <a:lnTo>
                    <a:pt x="2097914" y="817535"/>
                  </a:lnTo>
                  <a:lnTo>
                    <a:pt x="2098336" y="817974"/>
                  </a:lnTo>
                  <a:lnTo>
                    <a:pt x="2099358" y="817192"/>
                  </a:lnTo>
                  <a:lnTo>
                    <a:pt x="2100103" y="817368"/>
                  </a:lnTo>
                  <a:lnTo>
                    <a:pt x="2100327" y="817602"/>
                  </a:lnTo>
                  <a:lnTo>
                    <a:pt x="2098969" y="818639"/>
                  </a:lnTo>
                  <a:lnTo>
                    <a:pt x="2099216" y="818894"/>
                  </a:lnTo>
                  <a:lnTo>
                    <a:pt x="2099391" y="819075"/>
                  </a:lnTo>
                  <a:lnTo>
                    <a:pt x="2101200" y="817694"/>
                  </a:lnTo>
                  <a:lnTo>
                    <a:pt x="2102901" y="816859"/>
                  </a:lnTo>
                  <a:lnTo>
                    <a:pt x="2104045" y="816272"/>
                  </a:lnTo>
                  <a:lnTo>
                    <a:pt x="2104481" y="816955"/>
                  </a:lnTo>
                  <a:lnTo>
                    <a:pt x="2103560" y="817517"/>
                  </a:lnTo>
                  <a:lnTo>
                    <a:pt x="2103558" y="817528"/>
                  </a:lnTo>
                  <a:lnTo>
                    <a:pt x="2103463" y="817968"/>
                  </a:lnTo>
                  <a:lnTo>
                    <a:pt x="2103459" y="817989"/>
                  </a:lnTo>
                  <a:lnTo>
                    <a:pt x="2102755" y="818328"/>
                  </a:lnTo>
                  <a:lnTo>
                    <a:pt x="2102259" y="818568"/>
                  </a:lnTo>
                  <a:lnTo>
                    <a:pt x="2102057" y="818543"/>
                  </a:lnTo>
                  <a:lnTo>
                    <a:pt x="2101370" y="818456"/>
                  </a:lnTo>
                  <a:lnTo>
                    <a:pt x="2101319" y="818494"/>
                  </a:lnTo>
                  <a:lnTo>
                    <a:pt x="2101041" y="818708"/>
                  </a:lnTo>
                  <a:lnTo>
                    <a:pt x="2101012" y="818731"/>
                  </a:lnTo>
                  <a:lnTo>
                    <a:pt x="2100799" y="818894"/>
                  </a:lnTo>
                  <a:lnTo>
                    <a:pt x="2100941" y="819045"/>
                  </a:lnTo>
                  <a:lnTo>
                    <a:pt x="2101484" y="819622"/>
                  </a:lnTo>
                  <a:lnTo>
                    <a:pt x="2101958" y="819253"/>
                  </a:lnTo>
                  <a:lnTo>
                    <a:pt x="2102107" y="819405"/>
                  </a:lnTo>
                  <a:lnTo>
                    <a:pt x="2102571" y="819064"/>
                  </a:lnTo>
                  <a:lnTo>
                    <a:pt x="2102562" y="819145"/>
                  </a:lnTo>
                  <a:lnTo>
                    <a:pt x="2102548" y="819278"/>
                  </a:lnTo>
                  <a:lnTo>
                    <a:pt x="2102311" y="819442"/>
                  </a:lnTo>
                  <a:lnTo>
                    <a:pt x="2101730" y="820026"/>
                  </a:lnTo>
                  <a:lnTo>
                    <a:pt x="2100012" y="821330"/>
                  </a:lnTo>
                  <a:lnTo>
                    <a:pt x="2099717" y="821713"/>
                  </a:lnTo>
                  <a:lnTo>
                    <a:pt x="2099999" y="821826"/>
                  </a:lnTo>
                  <a:lnTo>
                    <a:pt x="2100108" y="821869"/>
                  </a:lnTo>
                  <a:lnTo>
                    <a:pt x="2100116" y="821872"/>
                  </a:lnTo>
                  <a:lnTo>
                    <a:pt x="2100058" y="822041"/>
                  </a:lnTo>
                  <a:lnTo>
                    <a:pt x="2099923" y="822282"/>
                  </a:lnTo>
                  <a:lnTo>
                    <a:pt x="2099910" y="822305"/>
                  </a:lnTo>
                  <a:lnTo>
                    <a:pt x="2099903" y="822322"/>
                  </a:lnTo>
                  <a:lnTo>
                    <a:pt x="2099975" y="822406"/>
                  </a:lnTo>
                  <a:lnTo>
                    <a:pt x="2099987" y="822421"/>
                  </a:lnTo>
                  <a:lnTo>
                    <a:pt x="2099992" y="822426"/>
                  </a:lnTo>
                  <a:lnTo>
                    <a:pt x="2100052" y="822472"/>
                  </a:lnTo>
                  <a:lnTo>
                    <a:pt x="2100083" y="822449"/>
                  </a:lnTo>
                  <a:lnTo>
                    <a:pt x="2100116" y="822424"/>
                  </a:lnTo>
                  <a:lnTo>
                    <a:pt x="2100333" y="822264"/>
                  </a:lnTo>
                  <a:lnTo>
                    <a:pt x="2100654" y="822170"/>
                  </a:lnTo>
                  <a:lnTo>
                    <a:pt x="2100743" y="822192"/>
                  </a:lnTo>
                  <a:lnTo>
                    <a:pt x="2100763" y="822204"/>
                  </a:lnTo>
                  <a:lnTo>
                    <a:pt x="2100808" y="822230"/>
                  </a:lnTo>
                  <a:lnTo>
                    <a:pt x="2100831" y="822243"/>
                  </a:lnTo>
                  <a:lnTo>
                    <a:pt x="2100911" y="822290"/>
                  </a:lnTo>
                  <a:lnTo>
                    <a:pt x="2100993" y="822337"/>
                  </a:lnTo>
                  <a:lnTo>
                    <a:pt x="2101135" y="822466"/>
                  </a:lnTo>
                  <a:lnTo>
                    <a:pt x="2101142" y="822473"/>
                  </a:lnTo>
                  <a:lnTo>
                    <a:pt x="2101148" y="822478"/>
                  </a:lnTo>
                  <a:lnTo>
                    <a:pt x="2101159" y="822529"/>
                  </a:lnTo>
                  <a:lnTo>
                    <a:pt x="2101248" y="822952"/>
                  </a:lnTo>
                  <a:lnTo>
                    <a:pt x="2101258" y="823000"/>
                  </a:lnTo>
                  <a:lnTo>
                    <a:pt x="2101269" y="823052"/>
                  </a:lnTo>
                  <a:lnTo>
                    <a:pt x="2101293" y="823099"/>
                  </a:lnTo>
                  <a:lnTo>
                    <a:pt x="2101415" y="823174"/>
                  </a:lnTo>
                  <a:lnTo>
                    <a:pt x="2101421" y="823178"/>
                  </a:lnTo>
                  <a:lnTo>
                    <a:pt x="2101481" y="823214"/>
                  </a:lnTo>
                  <a:lnTo>
                    <a:pt x="2101520" y="823238"/>
                  </a:lnTo>
                  <a:lnTo>
                    <a:pt x="2101732" y="823287"/>
                  </a:lnTo>
                  <a:lnTo>
                    <a:pt x="2101756" y="823289"/>
                  </a:lnTo>
                  <a:lnTo>
                    <a:pt x="2101862" y="823295"/>
                  </a:lnTo>
                  <a:lnTo>
                    <a:pt x="2101869" y="823270"/>
                  </a:lnTo>
                  <a:lnTo>
                    <a:pt x="2101884" y="823067"/>
                  </a:lnTo>
                  <a:lnTo>
                    <a:pt x="2101887" y="823025"/>
                  </a:lnTo>
                  <a:lnTo>
                    <a:pt x="2101983" y="822976"/>
                  </a:lnTo>
                  <a:lnTo>
                    <a:pt x="2102139" y="822982"/>
                  </a:lnTo>
                  <a:lnTo>
                    <a:pt x="2102656" y="823178"/>
                  </a:lnTo>
                  <a:lnTo>
                    <a:pt x="2102708" y="823198"/>
                  </a:lnTo>
                  <a:lnTo>
                    <a:pt x="2102753" y="823215"/>
                  </a:lnTo>
                  <a:lnTo>
                    <a:pt x="2102778" y="823225"/>
                  </a:lnTo>
                  <a:lnTo>
                    <a:pt x="2103364" y="823460"/>
                  </a:lnTo>
                  <a:lnTo>
                    <a:pt x="2103743" y="823635"/>
                  </a:lnTo>
                  <a:lnTo>
                    <a:pt x="2104049" y="823821"/>
                  </a:lnTo>
                  <a:lnTo>
                    <a:pt x="2104424" y="824048"/>
                  </a:lnTo>
                  <a:lnTo>
                    <a:pt x="2104517" y="824115"/>
                  </a:lnTo>
                  <a:lnTo>
                    <a:pt x="2104530" y="824125"/>
                  </a:lnTo>
                  <a:lnTo>
                    <a:pt x="2104706" y="824252"/>
                  </a:lnTo>
                  <a:lnTo>
                    <a:pt x="2104715" y="824259"/>
                  </a:lnTo>
                  <a:lnTo>
                    <a:pt x="2105008" y="824524"/>
                  </a:lnTo>
                  <a:lnTo>
                    <a:pt x="2105090" y="824637"/>
                  </a:lnTo>
                  <a:lnTo>
                    <a:pt x="2105037" y="824915"/>
                  </a:lnTo>
                  <a:lnTo>
                    <a:pt x="2105035" y="824924"/>
                  </a:lnTo>
                  <a:lnTo>
                    <a:pt x="2105033" y="824933"/>
                  </a:lnTo>
                  <a:lnTo>
                    <a:pt x="2105018" y="824966"/>
                  </a:lnTo>
                  <a:lnTo>
                    <a:pt x="2105014" y="824976"/>
                  </a:lnTo>
                  <a:lnTo>
                    <a:pt x="2105009" y="824988"/>
                  </a:lnTo>
                  <a:lnTo>
                    <a:pt x="2105007" y="824997"/>
                  </a:lnTo>
                  <a:lnTo>
                    <a:pt x="2105007" y="825003"/>
                  </a:lnTo>
                  <a:lnTo>
                    <a:pt x="2105005" y="825012"/>
                  </a:lnTo>
                  <a:lnTo>
                    <a:pt x="2105004" y="825023"/>
                  </a:lnTo>
                  <a:lnTo>
                    <a:pt x="2105003" y="825032"/>
                  </a:lnTo>
                  <a:lnTo>
                    <a:pt x="2105037" y="825059"/>
                  </a:lnTo>
                  <a:lnTo>
                    <a:pt x="2105065" y="825081"/>
                  </a:lnTo>
                  <a:lnTo>
                    <a:pt x="2105119" y="825123"/>
                  </a:lnTo>
                  <a:lnTo>
                    <a:pt x="2105215" y="825199"/>
                  </a:lnTo>
                  <a:lnTo>
                    <a:pt x="2105220" y="825203"/>
                  </a:lnTo>
                  <a:lnTo>
                    <a:pt x="2105277" y="825248"/>
                  </a:lnTo>
                  <a:lnTo>
                    <a:pt x="2105303" y="825268"/>
                  </a:lnTo>
                  <a:lnTo>
                    <a:pt x="2105318" y="825280"/>
                  </a:lnTo>
                  <a:lnTo>
                    <a:pt x="2105462" y="825393"/>
                  </a:lnTo>
                  <a:lnTo>
                    <a:pt x="2105520" y="825426"/>
                  </a:lnTo>
                  <a:lnTo>
                    <a:pt x="2105684" y="825519"/>
                  </a:lnTo>
                  <a:lnTo>
                    <a:pt x="2105700" y="825529"/>
                  </a:lnTo>
                  <a:lnTo>
                    <a:pt x="2105784" y="825576"/>
                  </a:lnTo>
                  <a:lnTo>
                    <a:pt x="2105736" y="825762"/>
                  </a:lnTo>
                  <a:lnTo>
                    <a:pt x="2105662" y="825971"/>
                  </a:lnTo>
                  <a:lnTo>
                    <a:pt x="2105653" y="826002"/>
                  </a:lnTo>
                  <a:lnTo>
                    <a:pt x="2105647" y="826024"/>
                  </a:lnTo>
                  <a:lnTo>
                    <a:pt x="2105623" y="826111"/>
                  </a:lnTo>
                  <a:lnTo>
                    <a:pt x="2106346" y="826291"/>
                  </a:lnTo>
                  <a:lnTo>
                    <a:pt x="2106529" y="826235"/>
                  </a:lnTo>
                  <a:lnTo>
                    <a:pt x="2106666" y="826155"/>
                  </a:lnTo>
                  <a:lnTo>
                    <a:pt x="2106801" y="826034"/>
                  </a:lnTo>
                  <a:lnTo>
                    <a:pt x="2106805" y="825987"/>
                  </a:lnTo>
                  <a:lnTo>
                    <a:pt x="2106815" y="825857"/>
                  </a:lnTo>
                  <a:lnTo>
                    <a:pt x="2106892" y="825773"/>
                  </a:lnTo>
                  <a:lnTo>
                    <a:pt x="2107170" y="825770"/>
                  </a:lnTo>
                  <a:lnTo>
                    <a:pt x="2107476" y="825809"/>
                  </a:lnTo>
                  <a:lnTo>
                    <a:pt x="2107985" y="826084"/>
                  </a:lnTo>
                  <a:lnTo>
                    <a:pt x="2109102" y="826596"/>
                  </a:lnTo>
                  <a:lnTo>
                    <a:pt x="2109037" y="826828"/>
                  </a:lnTo>
                  <a:lnTo>
                    <a:pt x="2109309" y="826922"/>
                  </a:lnTo>
                  <a:lnTo>
                    <a:pt x="2109346" y="826934"/>
                  </a:lnTo>
                  <a:lnTo>
                    <a:pt x="2109601" y="826952"/>
                  </a:lnTo>
                  <a:lnTo>
                    <a:pt x="2109805" y="827203"/>
                  </a:lnTo>
                  <a:lnTo>
                    <a:pt x="2109914" y="827403"/>
                  </a:lnTo>
                  <a:lnTo>
                    <a:pt x="2110085" y="827462"/>
                  </a:lnTo>
                  <a:lnTo>
                    <a:pt x="2110178" y="827494"/>
                  </a:lnTo>
                  <a:lnTo>
                    <a:pt x="2110250" y="827533"/>
                  </a:lnTo>
                  <a:lnTo>
                    <a:pt x="2110687" y="827770"/>
                  </a:lnTo>
                  <a:lnTo>
                    <a:pt x="2110708" y="827781"/>
                  </a:lnTo>
                  <a:lnTo>
                    <a:pt x="2110827" y="827841"/>
                  </a:lnTo>
                  <a:lnTo>
                    <a:pt x="2110705" y="828029"/>
                  </a:lnTo>
                  <a:lnTo>
                    <a:pt x="2110540" y="828283"/>
                  </a:lnTo>
                  <a:lnTo>
                    <a:pt x="2110496" y="828469"/>
                  </a:lnTo>
                  <a:lnTo>
                    <a:pt x="2110115" y="829071"/>
                  </a:lnTo>
                  <a:lnTo>
                    <a:pt x="2110399" y="829210"/>
                  </a:lnTo>
                  <a:lnTo>
                    <a:pt x="2110443" y="829188"/>
                  </a:lnTo>
                  <a:lnTo>
                    <a:pt x="2110536" y="829141"/>
                  </a:lnTo>
                  <a:lnTo>
                    <a:pt x="2111711" y="828901"/>
                  </a:lnTo>
                  <a:lnTo>
                    <a:pt x="2111718" y="828900"/>
                  </a:lnTo>
                  <a:lnTo>
                    <a:pt x="2111727" y="828898"/>
                  </a:lnTo>
                  <a:lnTo>
                    <a:pt x="2111765" y="828891"/>
                  </a:lnTo>
                  <a:lnTo>
                    <a:pt x="2111796" y="828884"/>
                  </a:lnTo>
                  <a:lnTo>
                    <a:pt x="2111820" y="828879"/>
                  </a:lnTo>
                  <a:lnTo>
                    <a:pt x="2111851" y="828873"/>
                  </a:lnTo>
                  <a:lnTo>
                    <a:pt x="2111887" y="828866"/>
                  </a:lnTo>
                  <a:lnTo>
                    <a:pt x="2111914" y="828861"/>
                  </a:lnTo>
                  <a:lnTo>
                    <a:pt x="2111921" y="828860"/>
                  </a:lnTo>
                  <a:lnTo>
                    <a:pt x="2111926" y="828859"/>
                  </a:lnTo>
                  <a:lnTo>
                    <a:pt x="2111935" y="828860"/>
                  </a:lnTo>
                  <a:lnTo>
                    <a:pt x="2111954" y="828864"/>
                  </a:lnTo>
                  <a:lnTo>
                    <a:pt x="2111976" y="828871"/>
                  </a:lnTo>
                  <a:lnTo>
                    <a:pt x="2111992" y="828876"/>
                  </a:lnTo>
                  <a:lnTo>
                    <a:pt x="2112057" y="828871"/>
                  </a:lnTo>
                  <a:lnTo>
                    <a:pt x="2112088" y="828861"/>
                  </a:lnTo>
                  <a:lnTo>
                    <a:pt x="2112096" y="828859"/>
                  </a:lnTo>
                  <a:lnTo>
                    <a:pt x="2112110" y="828854"/>
                  </a:lnTo>
                  <a:lnTo>
                    <a:pt x="2112816" y="828629"/>
                  </a:lnTo>
                  <a:lnTo>
                    <a:pt x="2112849" y="828627"/>
                  </a:lnTo>
                  <a:lnTo>
                    <a:pt x="2112898" y="828623"/>
                  </a:lnTo>
                  <a:lnTo>
                    <a:pt x="2112922" y="828621"/>
                  </a:lnTo>
                  <a:lnTo>
                    <a:pt x="2113114" y="828668"/>
                  </a:lnTo>
                  <a:lnTo>
                    <a:pt x="2113193" y="828687"/>
                  </a:lnTo>
                  <a:lnTo>
                    <a:pt x="2113520" y="828767"/>
                  </a:lnTo>
                  <a:lnTo>
                    <a:pt x="2114107" y="828909"/>
                  </a:lnTo>
                  <a:lnTo>
                    <a:pt x="2114324" y="828962"/>
                  </a:lnTo>
                  <a:lnTo>
                    <a:pt x="2114410" y="828983"/>
                  </a:lnTo>
                  <a:lnTo>
                    <a:pt x="2114502" y="829006"/>
                  </a:lnTo>
                  <a:lnTo>
                    <a:pt x="2114737" y="829063"/>
                  </a:lnTo>
                  <a:lnTo>
                    <a:pt x="2114768" y="829227"/>
                  </a:lnTo>
                  <a:lnTo>
                    <a:pt x="2114782" y="829229"/>
                  </a:lnTo>
                  <a:lnTo>
                    <a:pt x="2115102" y="829215"/>
                  </a:lnTo>
                  <a:lnTo>
                    <a:pt x="2115140" y="829213"/>
                  </a:lnTo>
                  <a:lnTo>
                    <a:pt x="2115157" y="829199"/>
                  </a:lnTo>
                  <a:lnTo>
                    <a:pt x="2115164" y="829188"/>
                  </a:lnTo>
                  <a:lnTo>
                    <a:pt x="2115168" y="829182"/>
                  </a:lnTo>
                  <a:lnTo>
                    <a:pt x="2115177" y="829165"/>
                  </a:lnTo>
                  <a:lnTo>
                    <a:pt x="2115197" y="829123"/>
                  </a:lnTo>
                  <a:lnTo>
                    <a:pt x="2115204" y="829109"/>
                  </a:lnTo>
                  <a:lnTo>
                    <a:pt x="2115249" y="829011"/>
                  </a:lnTo>
                  <a:lnTo>
                    <a:pt x="2115251" y="829006"/>
                  </a:lnTo>
                  <a:lnTo>
                    <a:pt x="2115260" y="828988"/>
                  </a:lnTo>
                  <a:lnTo>
                    <a:pt x="2116061" y="829124"/>
                  </a:lnTo>
                  <a:lnTo>
                    <a:pt x="2116068" y="829126"/>
                  </a:lnTo>
                  <a:lnTo>
                    <a:pt x="2116379" y="829221"/>
                  </a:lnTo>
                  <a:lnTo>
                    <a:pt x="2116602" y="829289"/>
                  </a:lnTo>
                  <a:lnTo>
                    <a:pt x="2116697" y="829318"/>
                  </a:lnTo>
                  <a:lnTo>
                    <a:pt x="2117330" y="829354"/>
                  </a:lnTo>
                  <a:lnTo>
                    <a:pt x="2117342" y="829352"/>
                  </a:lnTo>
                  <a:lnTo>
                    <a:pt x="2117766" y="829280"/>
                  </a:lnTo>
                  <a:lnTo>
                    <a:pt x="2117775" y="829282"/>
                  </a:lnTo>
                  <a:lnTo>
                    <a:pt x="2118075" y="829395"/>
                  </a:lnTo>
                  <a:lnTo>
                    <a:pt x="2118080" y="829405"/>
                  </a:lnTo>
                  <a:lnTo>
                    <a:pt x="2118091" y="829426"/>
                  </a:lnTo>
                  <a:lnTo>
                    <a:pt x="2118098" y="829441"/>
                  </a:lnTo>
                  <a:lnTo>
                    <a:pt x="2118178" y="829596"/>
                  </a:lnTo>
                  <a:lnTo>
                    <a:pt x="2118196" y="829630"/>
                  </a:lnTo>
                  <a:lnTo>
                    <a:pt x="2118212" y="829662"/>
                  </a:lnTo>
                  <a:lnTo>
                    <a:pt x="2118228" y="829678"/>
                  </a:lnTo>
                  <a:lnTo>
                    <a:pt x="2118241" y="829691"/>
                  </a:lnTo>
                  <a:lnTo>
                    <a:pt x="2118334" y="829784"/>
                  </a:lnTo>
                  <a:lnTo>
                    <a:pt x="2118356" y="829775"/>
                  </a:lnTo>
                  <a:lnTo>
                    <a:pt x="2118383" y="829764"/>
                  </a:lnTo>
                  <a:lnTo>
                    <a:pt x="2118447" y="829737"/>
                  </a:lnTo>
                  <a:lnTo>
                    <a:pt x="2118524" y="829704"/>
                  </a:lnTo>
                  <a:lnTo>
                    <a:pt x="2118589" y="829700"/>
                  </a:lnTo>
                  <a:lnTo>
                    <a:pt x="2118775" y="829690"/>
                  </a:lnTo>
                  <a:lnTo>
                    <a:pt x="2119126" y="829718"/>
                  </a:lnTo>
                  <a:lnTo>
                    <a:pt x="2119254" y="829728"/>
                  </a:lnTo>
                  <a:lnTo>
                    <a:pt x="2119252" y="829753"/>
                  </a:lnTo>
                  <a:lnTo>
                    <a:pt x="2119232" y="829961"/>
                  </a:lnTo>
                  <a:lnTo>
                    <a:pt x="2119219" y="830094"/>
                  </a:lnTo>
                  <a:lnTo>
                    <a:pt x="2119399" y="830090"/>
                  </a:lnTo>
                  <a:lnTo>
                    <a:pt x="2119428" y="830089"/>
                  </a:lnTo>
                  <a:lnTo>
                    <a:pt x="2119849" y="830064"/>
                  </a:lnTo>
                  <a:lnTo>
                    <a:pt x="2119989" y="830023"/>
                  </a:lnTo>
                  <a:lnTo>
                    <a:pt x="2120038" y="829827"/>
                  </a:lnTo>
                  <a:lnTo>
                    <a:pt x="2120469" y="829917"/>
                  </a:lnTo>
                  <a:lnTo>
                    <a:pt x="2120488" y="829921"/>
                  </a:lnTo>
                  <a:lnTo>
                    <a:pt x="2120806" y="829988"/>
                  </a:lnTo>
                  <a:lnTo>
                    <a:pt x="2121088" y="829958"/>
                  </a:lnTo>
                  <a:lnTo>
                    <a:pt x="2121160" y="830005"/>
                  </a:lnTo>
                  <a:lnTo>
                    <a:pt x="2121198" y="830053"/>
                  </a:lnTo>
                  <a:lnTo>
                    <a:pt x="2121233" y="830150"/>
                  </a:lnTo>
                  <a:lnTo>
                    <a:pt x="2121277" y="830298"/>
                  </a:lnTo>
                  <a:lnTo>
                    <a:pt x="2121289" y="830410"/>
                  </a:lnTo>
                  <a:lnTo>
                    <a:pt x="2121313" y="830519"/>
                  </a:lnTo>
                  <a:lnTo>
                    <a:pt x="2121336" y="830557"/>
                  </a:lnTo>
                  <a:lnTo>
                    <a:pt x="2121638" y="830462"/>
                  </a:lnTo>
                  <a:lnTo>
                    <a:pt x="2121679" y="830439"/>
                  </a:lnTo>
                  <a:lnTo>
                    <a:pt x="2121617" y="830252"/>
                  </a:lnTo>
                  <a:lnTo>
                    <a:pt x="2121551" y="830054"/>
                  </a:lnTo>
                  <a:lnTo>
                    <a:pt x="2121546" y="830039"/>
                  </a:lnTo>
                  <a:lnTo>
                    <a:pt x="2121898" y="830025"/>
                  </a:lnTo>
                  <a:lnTo>
                    <a:pt x="2122110" y="830056"/>
                  </a:lnTo>
                  <a:lnTo>
                    <a:pt x="2122512" y="830241"/>
                  </a:lnTo>
                  <a:lnTo>
                    <a:pt x="2122603" y="830351"/>
                  </a:lnTo>
                  <a:lnTo>
                    <a:pt x="2122517" y="830481"/>
                  </a:lnTo>
                  <a:lnTo>
                    <a:pt x="2122503" y="830480"/>
                  </a:lnTo>
                  <a:lnTo>
                    <a:pt x="2122493" y="830479"/>
                  </a:lnTo>
                  <a:lnTo>
                    <a:pt x="2122233" y="830466"/>
                  </a:lnTo>
                  <a:lnTo>
                    <a:pt x="2122190" y="830464"/>
                  </a:lnTo>
                  <a:lnTo>
                    <a:pt x="2121937" y="830587"/>
                  </a:lnTo>
                  <a:lnTo>
                    <a:pt x="2121986" y="830701"/>
                  </a:lnTo>
                  <a:lnTo>
                    <a:pt x="2122021" y="830772"/>
                  </a:lnTo>
                  <a:lnTo>
                    <a:pt x="2122097" y="830824"/>
                  </a:lnTo>
                  <a:lnTo>
                    <a:pt x="2122179" y="830847"/>
                  </a:lnTo>
                  <a:lnTo>
                    <a:pt x="2122906" y="830795"/>
                  </a:lnTo>
                  <a:lnTo>
                    <a:pt x="2123134" y="830604"/>
                  </a:lnTo>
                  <a:lnTo>
                    <a:pt x="2123258" y="830781"/>
                  </a:lnTo>
                  <a:lnTo>
                    <a:pt x="2123342" y="831183"/>
                  </a:lnTo>
                  <a:lnTo>
                    <a:pt x="2123482" y="831862"/>
                  </a:lnTo>
                  <a:lnTo>
                    <a:pt x="2123464" y="832214"/>
                  </a:lnTo>
                  <a:lnTo>
                    <a:pt x="2123521" y="832190"/>
                  </a:lnTo>
                  <a:lnTo>
                    <a:pt x="2123630" y="832170"/>
                  </a:lnTo>
                  <a:lnTo>
                    <a:pt x="2123724" y="831784"/>
                  </a:lnTo>
                  <a:lnTo>
                    <a:pt x="2123546" y="831477"/>
                  </a:lnTo>
                  <a:lnTo>
                    <a:pt x="2123531" y="830862"/>
                  </a:lnTo>
                  <a:lnTo>
                    <a:pt x="2123531" y="830842"/>
                  </a:lnTo>
                  <a:lnTo>
                    <a:pt x="2124048" y="830841"/>
                  </a:lnTo>
                  <a:lnTo>
                    <a:pt x="2125485" y="830838"/>
                  </a:lnTo>
                  <a:lnTo>
                    <a:pt x="2125493" y="830838"/>
                  </a:lnTo>
                  <a:lnTo>
                    <a:pt x="2126840" y="830836"/>
                  </a:lnTo>
                  <a:lnTo>
                    <a:pt x="2126873" y="830836"/>
                  </a:lnTo>
                  <a:lnTo>
                    <a:pt x="2126960" y="830836"/>
                  </a:lnTo>
                  <a:lnTo>
                    <a:pt x="2126977" y="830846"/>
                  </a:lnTo>
                  <a:lnTo>
                    <a:pt x="2126968" y="830981"/>
                  </a:lnTo>
                  <a:lnTo>
                    <a:pt x="2126887" y="831168"/>
                  </a:lnTo>
                  <a:lnTo>
                    <a:pt x="2126619" y="831672"/>
                  </a:lnTo>
                  <a:lnTo>
                    <a:pt x="2126296" y="831907"/>
                  </a:lnTo>
                  <a:lnTo>
                    <a:pt x="2126211" y="832153"/>
                  </a:lnTo>
                  <a:lnTo>
                    <a:pt x="2126219" y="832295"/>
                  </a:lnTo>
                  <a:lnTo>
                    <a:pt x="2126278" y="832507"/>
                  </a:lnTo>
                  <a:lnTo>
                    <a:pt x="2126320" y="832544"/>
                  </a:lnTo>
                  <a:lnTo>
                    <a:pt x="2126418" y="832507"/>
                  </a:lnTo>
                  <a:lnTo>
                    <a:pt x="2126528" y="832583"/>
                  </a:lnTo>
                  <a:lnTo>
                    <a:pt x="2126564" y="832256"/>
                  </a:lnTo>
                  <a:lnTo>
                    <a:pt x="2126587" y="832042"/>
                  </a:lnTo>
                  <a:lnTo>
                    <a:pt x="2126638" y="832053"/>
                  </a:lnTo>
                  <a:lnTo>
                    <a:pt x="2126828" y="832094"/>
                  </a:lnTo>
                  <a:lnTo>
                    <a:pt x="2126915" y="831837"/>
                  </a:lnTo>
                  <a:lnTo>
                    <a:pt x="2126953" y="831724"/>
                  </a:lnTo>
                  <a:lnTo>
                    <a:pt x="2126988" y="831619"/>
                  </a:lnTo>
                  <a:lnTo>
                    <a:pt x="2127013" y="831546"/>
                  </a:lnTo>
                  <a:lnTo>
                    <a:pt x="2127237" y="831060"/>
                  </a:lnTo>
                  <a:lnTo>
                    <a:pt x="2127945" y="831062"/>
                  </a:lnTo>
                  <a:lnTo>
                    <a:pt x="2128412" y="831196"/>
                  </a:lnTo>
                  <a:lnTo>
                    <a:pt x="2128426" y="831197"/>
                  </a:lnTo>
                  <a:lnTo>
                    <a:pt x="2128898" y="831216"/>
                  </a:lnTo>
                  <a:lnTo>
                    <a:pt x="2129049" y="831222"/>
                  </a:lnTo>
                  <a:lnTo>
                    <a:pt x="2129373" y="831235"/>
                  </a:lnTo>
                  <a:lnTo>
                    <a:pt x="2129544" y="831257"/>
                  </a:lnTo>
                  <a:lnTo>
                    <a:pt x="2129614" y="831266"/>
                  </a:lnTo>
                  <a:lnTo>
                    <a:pt x="2130363" y="831363"/>
                  </a:lnTo>
                  <a:lnTo>
                    <a:pt x="2130450" y="831416"/>
                  </a:lnTo>
                  <a:lnTo>
                    <a:pt x="2130770" y="831612"/>
                  </a:lnTo>
                  <a:lnTo>
                    <a:pt x="2130774" y="831616"/>
                  </a:lnTo>
                  <a:lnTo>
                    <a:pt x="2131028" y="831798"/>
                  </a:lnTo>
                  <a:lnTo>
                    <a:pt x="2131175" y="831905"/>
                  </a:lnTo>
                  <a:lnTo>
                    <a:pt x="2131181" y="831909"/>
                  </a:lnTo>
                  <a:lnTo>
                    <a:pt x="2131182" y="832535"/>
                  </a:lnTo>
                  <a:lnTo>
                    <a:pt x="2131182" y="832706"/>
                  </a:lnTo>
                  <a:lnTo>
                    <a:pt x="2131182" y="832829"/>
                  </a:lnTo>
                  <a:lnTo>
                    <a:pt x="2131218" y="832830"/>
                  </a:lnTo>
                  <a:lnTo>
                    <a:pt x="2131243" y="832831"/>
                  </a:lnTo>
                  <a:lnTo>
                    <a:pt x="2131247" y="832975"/>
                  </a:lnTo>
                  <a:lnTo>
                    <a:pt x="2131258" y="833359"/>
                  </a:lnTo>
                  <a:lnTo>
                    <a:pt x="2131259" y="833422"/>
                  </a:lnTo>
                  <a:lnTo>
                    <a:pt x="2131264" y="833792"/>
                  </a:lnTo>
                  <a:lnTo>
                    <a:pt x="2131265" y="833844"/>
                  </a:lnTo>
                  <a:lnTo>
                    <a:pt x="2131717" y="834008"/>
                  </a:lnTo>
                  <a:lnTo>
                    <a:pt x="2132066" y="833949"/>
                  </a:lnTo>
                  <a:lnTo>
                    <a:pt x="2132297" y="834489"/>
                  </a:lnTo>
                  <a:lnTo>
                    <a:pt x="2132465" y="834540"/>
                  </a:lnTo>
                  <a:lnTo>
                    <a:pt x="2132529" y="834510"/>
                  </a:lnTo>
                  <a:lnTo>
                    <a:pt x="2132520" y="834313"/>
                  </a:lnTo>
                  <a:lnTo>
                    <a:pt x="2132600" y="834227"/>
                  </a:lnTo>
                  <a:lnTo>
                    <a:pt x="2132632" y="834191"/>
                  </a:lnTo>
                  <a:lnTo>
                    <a:pt x="2132828" y="834040"/>
                  </a:lnTo>
                  <a:lnTo>
                    <a:pt x="2133409" y="833870"/>
                  </a:lnTo>
                  <a:lnTo>
                    <a:pt x="2133663" y="833946"/>
                  </a:lnTo>
                  <a:lnTo>
                    <a:pt x="2133842" y="834089"/>
                  </a:lnTo>
                  <a:lnTo>
                    <a:pt x="2133869" y="834131"/>
                  </a:lnTo>
                  <a:lnTo>
                    <a:pt x="2133929" y="834222"/>
                  </a:lnTo>
                  <a:lnTo>
                    <a:pt x="2133937" y="834234"/>
                  </a:lnTo>
                  <a:lnTo>
                    <a:pt x="2134146" y="834215"/>
                  </a:lnTo>
                  <a:lnTo>
                    <a:pt x="2134190" y="834211"/>
                  </a:lnTo>
                  <a:lnTo>
                    <a:pt x="2134256" y="834205"/>
                  </a:lnTo>
                  <a:lnTo>
                    <a:pt x="2134593" y="834175"/>
                  </a:lnTo>
                  <a:lnTo>
                    <a:pt x="2134609" y="834174"/>
                  </a:lnTo>
                  <a:lnTo>
                    <a:pt x="2134711" y="834163"/>
                  </a:lnTo>
                  <a:lnTo>
                    <a:pt x="2134719" y="834164"/>
                  </a:lnTo>
                  <a:lnTo>
                    <a:pt x="2134750" y="834168"/>
                  </a:lnTo>
                  <a:lnTo>
                    <a:pt x="2134931" y="834192"/>
                  </a:lnTo>
                  <a:lnTo>
                    <a:pt x="2135084" y="834212"/>
                  </a:lnTo>
                  <a:lnTo>
                    <a:pt x="2135154" y="834221"/>
                  </a:lnTo>
                  <a:lnTo>
                    <a:pt x="2135409" y="834255"/>
                  </a:lnTo>
                  <a:lnTo>
                    <a:pt x="2135449" y="834260"/>
                  </a:lnTo>
                  <a:lnTo>
                    <a:pt x="2135469" y="834263"/>
                  </a:lnTo>
                  <a:lnTo>
                    <a:pt x="2135840" y="834476"/>
                  </a:lnTo>
                  <a:lnTo>
                    <a:pt x="2135886" y="834502"/>
                  </a:lnTo>
                  <a:lnTo>
                    <a:pt x="2135905" y="834513"/>
                  </a:lnTo>
                  <a:lnTo>
                    <a:pt x="2135947" y="834473"/>
                  </a:lnTo>
                  <a:lnTo>
                    <a:pt x="2135989" y="834432"/>
                  </a:lnTo>
                  <a:lnTo>
                    <a:pt x="2136263" y="834167"/>
                  </a:lnTo>
                  <a:lnTo>
                    <a:pt x="2136347" y="834086"/>
                  </a:lnTo>
                  <a:lnTo>
                    <a:pt x="2136357" y="834076"/>
                  </a:lnTo>
                  <a:lnTo>
                    <a:pt x="2136362" y="834071"/>
                  </a:lnTo>
                  <a:lnTo>
                    <a:pt x="2136353" y="834067"/>
                  </a:lnTo>
                  <a:lnTo>
                    <a:pt x="2136102" y="833956"/>
                  </a:lnTo>
                  <a:lnTo>
                    <a:pt x="2135834" y="833995"/>
                  </a:lnTo>
                  <a:lnTo>
                    <a:pt x="2135693" y="833968"/>
                  </a:lnTo>
                  <a:lnTo>
                    <a:pt x="2135682" y="833947"/>
                  </a:lnTo>
                  <a:lnTo>
                    <a:pt x="2135418" y="833272"/>
                  </a:lnTo>
                  <a:lnTo>
                    <a:pt x="2135550" y="832879"/>
                  </a:lnTo>
                  <a:lnTo>
                    <a:pt x="2135713" y="832447"/>
                  </a:lnTo>
                  <a:lnTo>
                    <a:pt x="2135705" y="832432"/>
                  </a:lnTo>
                  <a:lnTo>
                    <a:pt x="2135618" y="832269"/>
                  </a:lnTo>
                  <a:lnTo>
                    <a:pt x="2135980" y="832078"/>
                  </a:lnTo>
                  <a:lnTo>
                    <a:pt x="2136374" y="831869"/>
                  </a:lnTo>
                  <a:lnTo>
                    <a:pt x="2136385" y="831863"/>
                  </a:lnTo>
                  <a:lnTo>
                    <a:pt x="2136610" y="832206"/>
                  </a:lnTo>
                  <a:lnTo>
                    <a:pt x="2137247" y="832386"/>
                  </a:lnTo>
                  <a:lnTo>
                    <a:pt x="2137281" y="832242"/>
                  </a:lnTo>
                  <a:lnTo>
                    <a:pt x="2137221" y="832035"/>
                  </a:lnTo>
                  <a:lnTo>
                    <a:pt x="2137150" y="831968"/>
                  </a:lnTo>
                  <a:lnTo>
                    <a:pt x="2137116" y="831885"/>
                  </a:lnTo>
                  <a:lnTo>
                    <a:pt x="2137088" y="831738"/>
                  </a:lnTo>
                  <a:lnTo>
                    <a:pt x="2137107" y="831704"/>
                  </a:lnTo>
                  <a:lnTo>
                    <a:pt x="2137370" y="831684"/>
                  </a:lnTo>
                  <a:lnTo>
                    <a:pt x="2137427" y="831679"/>
                  </a:lnTo>
                  <a:lnTo>
                    <a:pt x="2137678" y="831839"/>
                  </a:lnTo>
                  <a:lnTo>
                    <a:pt x="2137877" y="831918"/>
                  </a:lnTo>
                  <a:lnTo>
                    <a:pt x="2137883" y="831916"/>
                  </a:lnTo>
                  <a:lnTo>
                    <a:pt x="2137916" y="831904"/>
                  </a:lnTo>
                  <a:lnTo>
                    <a:pt x="2137915" y="831893"/>
                  </a:lnTo>
                  <a:lnTo>
                    <a:pt x="2137905" y="831809"/>
                  </a:lnTo>
                  <a:lnTo>
                    <a:pt x="2137880" y="831595"/>
                  </a:lnTo>
                  <a:lnTo>
                    <a:pt x="2137875" y="831558"/>
                  </a:lnTo>
                  <a:lnTo>
                    <a:pt x="2137871" y="831518"/>
                  </a:lnTo>
                  <a:lnTo>
                    <a:pt x="2137864" y="831466"/>
                  </a:lnTo>
                  <a:lnTo>
                    <a:pt x="2137859" y="831424"/>
                  </a:lnTo>
                  <a:lnTo>
                    <a:pt x="2137857" y="831416"/>
                  </a:lnTo>
                  <a:lnTo>
                    <a:pt x="2137785" y="831154"/>
                  </a:lnTo>
                  <a:lnTo>
                    <a:pt x="2137774" y="831112"/>
                  </a:lnTo>
                  <a:lnTo>
                    <a:pt x="2137769" y="831095"/>
                  </a:lnTo>
                  <a:lnTo>
                    <a:pt x="2137765" y="831080"/>
                  </a:lnTo>
                  <a:lnTo>
                    <a:pt x="2137761" y="831065"/>
                  </a:lnTo>
                  <a:lnTo>
                    <a:pt x="2137760" y="831029"/>
                  </a:lnTo>
                  <a:lnTo>
                    <a:pt x="2137760" y="831023"/>
                  </a:lnTo>
                  <a:lnTo>
                    <a:pt x="2137760" y="830993"/>
                  </a:lnTo>
                  <a:lnTo>
                    <a:pt x="2137397" y="831050"/>
                  </a:lnTo>
                  <a:lnTo>
                    <a:pt x="2137381" y="831055"/>
                  </a:lnTo>
                  <a:lnTo>
                    <a:pt x="2137374" y="831057"/>
                  </a:lnTo>
                  <a:lnTo>
                    <a:pt x="2137365" y="831060"/>
                  </a:lnTo>
                  <a:lnTo>
                    <a:pt x="2137294" y="830972"/>
                  </a:lnTo>
                  <a:lnTo>
                    <a:pt x="2137289" y="830943"/>
                  </a:lnTo>
                  <a:lnTo>
                    <a:pt x="2137285" y="830926"/>
                  </a:lnTo>
                  <a:lnTo>
                    <a:pt x="2137255" y="830764"/>
                  </a:lnTo>
                  <a:lnTo>
                    <a:pt x="2137251" y="830721"/>
                  </a:lnTo>
                  <a:lnTo>
                    <a:pt x="2137242" y="830619"/>
                  </a:lnTo>
                  <a:lnTo>
                    <a:pt x="2137240" y="830598"/>
                  </a:lnTo>
                  <a:lnTo>
                    <a:pt x="2137237" y="830562"/>
                  </a:lnTo>
                  <a:lnTo>
                    <a:pt x="2137237" y="830554"/>
                  </a:lnTo>
                  <a:lnTo>
                    <a:pt x="2137245" y="830548"/>
                  </a:lnTo>
                  <a:lnTo>
                    <a:pt x="2137258" y="830539"/>
                  </a:lnTo>
                  <a:lnTo>
                    <a:pt x="2137318" y="830518"/>
                  </a:lnTo>
                  <a:lnTo>
                    <a:pt x="2137323" y="830517"/>
                  </a:lnTo>
                  <a:lnTo>
                    <a:pt x="2137381" y="830504"/>
                  </a:lnTo>
                  <a:lnTo>
                    <a:pt x="2137407" y="830499"/>
                  </a:lnTo>
                  <a:lnTo>
                    <a:pt x="2137474" y="830484"/>
                  </a:lnTo>
                  <a:lnTo>
                    <a:pt x="2137474" y="830477"/>
                  </a:lnTo>
                  <a:lnTo>
                    <a:pt x="2137473" y="830470"/>
                  </a:lnTo>
                  <a:lnTo>
                    <a:pt x="2138080" y="830340"/>
                  </a:lnTo>
                  <a:lnTo>
                    <a:pt x="2138081" y="830332"/>
                  </a:lnTo>
                  <a:lnTo>
                    <a:pt x="2138081" y="830322"/>
                  </a:lnTo>
                  <a:lnTo>
                    <a:pt x="2138138" y="830317"/>
                  </a:lnTo>
                  <a:lnTo>
                    <a:pt x="2138206" y="830312"/>
                  </a:lnTo>
                  <a:lnTo>
                    <a:pt x="2138307" y="830305"/>
                  </a:lnTo>
                  <a:lnTo>
                    <a:pt x="2138380" y="830300"/>
                  </a:lnTo>
                  <a:lnTo>
                    <a:pt x="2138486" y="830292"/>
                  </a:lnTo>
                  <a:lnTo>
                    <a:pt x="2138577" y="830286"/>
                  </a:lnTo>
                  <a:lnTo>
                    <a:pt x="2138680" y="830279"/>
                  </a:lnTo>
                  <a:lnTo>
                    <a:pt x="2138742" y="830274"/>
                  </a:lnTo>
                  <a:lnTo>
                    <a:pt x="2138802" y="830270"/>
                  </a:lnTo>
                  <a:lnTo>
                    <a:pt x="2138889" y="830264"/>
                  </a:lnTo>
                  <a:lnTo>
                    <a:pt x="2138892" y="830314"/>
                  </a:lnTo>
                  <a:lnTo>
                    <a:pt x="2138893" y="830364"/>
                  </a:lnTo>
                  <a:lnTo>
                    <a:pt x="2138902" y="830591"/>
                  </a:lnTo>
                  <a:lnTo>
                    <a:pt x="2138906" y="830705"/>
                  </a:lnTo>
                  <a:lnTo>
                    <a:pt x="2138910" y="830820"/>
                  </a:lnTo>
                  <a:lnTo>
                    <a:pt x="2138911" y="830856"/>
                  </a:lnTo>
                  <a:lnTo>
                    <a:pt x="2138912" y="830883"/>
                  </a:lnTo>
                  <a:lnTo>
                    <a:pt x="2138913" y="830900"/>
                  </a:lnTo>
                  <a:lnTo>
                    <a:pt x="2138914" y="830945"/>
                  </a:lnTo>
                  <a:lnTo>
                    <a:pt x="2138919" y="831064"/>
                  </a:lnTo>
                  <a:lnTo>
                    <a:pt x="2139000" y="831048"/>
                  </a:lnTo>
                  <a:lnTo>
                    <a:pt x="2139023" y="831044"/>
                  </a:lnTo>
                  <a:lnTo>
                    <a:pt x="2139161" y="831017"/>
                  </a:lnTo>
                  <a:lnTo>
                    <a:pt x="2139511" y="830949"/>
                  </a:lnTo>
                  <a:lnTo>
                    <a:pt x="2139783" y="830896"/>
                  </a:lnTo>
                  <a:lnTo>
                    <a:pt x="2139825" y="830887"/>
                  </a:lnTo>
                  <a:lnTo>
                    <a:pt x="2139892" y="830874"/>
                  </a:lnTo>
                  <a:lnTo>
                    <a:pt x="2140103" y="830833"/>
                  </a:lnTo>
                  <a:lnTo>
                    <a:pt x="2140185" y="830830"/>
                  </a:lnTo>
                  <a:lnTo>
                    <a:pt x="2140355" y="830853"/>
                  </a:lnTo>
                  <a:lnTo>
                    <a:pt x="2140363" y="830855"/>
                  </a:lnTo>
                  <a:lnTo>
                    <a:pt x="2140386" y="830875"/>
                  </a:lnTo>
                  <a:lnTo>
                    <a:pt x="2140391" y="830914"/>
                  </a:lnTo>
                  <a:lnTo>
                    <a:pt x="2140387" y="830937"/>
                  </a:lnTo>
                  <a:lnTo>
                    <a:pt x="2140206" y="831038"/>
                  </a:lnTo>
                  <a:lnTo>
                    <a:pt x="2140084" y="831070"/>
                  </a:lnTo>
                  <a:lnTo>
                    <a:pt x="2140053" y="831144"/>
                  </a:lnTo>
                  <a:lnTo>
                    <a:pt x="2140144" y="831356"/>
                  </a:lnTo>
                  <a:lnTo>
                    <a:pt x="2140202" y="831407"/>
                  </a:lnTo>
                  <a:lnTo>
                    <a:pt x="2140266" y="831411"/>
                  </a:lnTo>
                  <a:lnTo>
                    <a:pt x="2140501" y="831370"/>
                  </a:lnTo>
                  <a:lnTo>
                    <a:pt x="2140507" y="831261"/>
                  </a:lnTo>
                  <a:lnTo>
                    <a:pt x="2140516" y="831108"/>
                  </a:lnTo>
                  <a:lnTo>
                    <a:pt x="2140659" y="831029"/>
                  </a:lnTo>
                  <a:lnTo>
                    <a:pt x="2140764" y="831020"/>
                  </a:lnTo>
                  <a:lnTo>
                    <a:pt x="2141017" y="831367"/>
                  </a:lnTo>
                  <a:lnTo>
                    <a:pt x="2141050" y="831412"/>
                  </a:lnTo>
                  <a:lnTo>
                    <a:pt x="2141050" y="831429"/>
                  </a:lnTo>
                  <a:lnTo>
                    <a:pt x="2141049" y="831452"/>
                  </a:lnTo>
                  <a:lnTo>
                    <a:pt x="2141049" y="831475"/>
                  </a:lnTo>
                  <a:lnTo>
                    <a:pt x="2141049" y="831561"/>
                  </a:lnTo>
                  <a:lnTo>
                    <a:pt x="2141039" y="831593"/>
                  </a:lnTo>
                  <a:lnTo>
                    <a:pt x="2141027" y="831615"/>
                  </a:lnTo>
                  <a:lnTo>
                    <a:pt x="2141020" y="831621"/>
                  </a:lnTo>
                  <a:lnTo>
                    <a:pt x="2140984" y="831652"/>
                  </a:lnTo>
                  <a:lnTo>
                    <a:pt x="2140955" y="831683"/>
                  </a:lnTo>
                  <a:lnTo>
                    <a:pt x="2140955" y="831785"/>
                  </a:lnTo>
                  <a:lnTo>
                    <a:pt x="2140967" y="831797"/>
                  </a:lnTo>
                  <a:lnTo>
                    <a:pt x="2140979" y="831797"/>
                  </a:lnTo>
                  <a:lnTo>
                    <a:pt x="2141010" y="831739"/>
                  </a:lnTo>
                  <a:lnTo>
                    <a:pt x="2141071" y="831699"/>
                  </a:lnTo>
                  <a:lnTo>
                    <a:pt x="2141110" y="831705"/>
                  </a:lnTo>
                  <a:lnTo>
                    <a:pt x="2141466" y="831752"/>
                  </a:lnTo>
                  <a:lnTo>
                    <a:pt x="2141533" y="831811"/>
                  </a:lnTo>
                  <a:lnTo>
                    <a:pt x="2141539" y="831838"/>
                  </a:lnTo>
                  <a:lnTo>
                    <a:pt x="2141584" y="832043"/>
                  </a:lnTo>
                  <a:lnTo>
                    <a:pt x="2141587" y="832241"/>
                  </a:lnTo>
                  <a:lnTo>
                    <a:pt x="2141615" y="832474"/>
                  </a:lnTo>
                  <a:lnTo>
                    <a:pt x="2141884" y="832472"/>
                  </a:lnTo>
                  <a:lnTo>
                    <a:pt x="2141951" y="832442"/>
                  </a:lnTo>
                  <a:lnTo>
                    <a:pt x="2141957" y="832406"/>
                  </a:lnTo>
                  <a:lnTo>
                    <a:pt x="2141982" y="832255"/>
                  </a:lnTo>
                  <a:lnTo>
                    <a:pt x="2142004" y="832216"/>
                  </a:lnTo>
                  <a:lnTo>
                    <a:pt x="2142116" y="832232"/>
                  </a:lnTo>
                  <a:lnTo>
                    <a:pt x="2142136" y="832235"/>
                  </a:lnTo>
                  <a:lnTo>
                    <a:pt x="2142206" y="832275"/>
                  </a:lnTo>
                  <a:lnTo>
                    <a:pt x="2142228" y="832287"/>
                  </a:lnTo>
                  <a:lnTo>
                    <a:pt x="2142290" y="832393"/>
                  </a:lnTo>
                  <a:lnTo>
                    <a:pt x="2142504" y="832491"/>
                  </a:lnTo>
                  <a:lnTo>
                    <a:pt x="2142825" y="832396"/>
                  </a:lnTo>
                  <a:lnTo>
                    <a:pt x="2143065" y="832175"/>
                  </a:lnTo>
                  <a:lnTo>
                    <a:pt x="2143380" y="832192"/>
                  </a:lnTo>
                  <a:lnTo>
                    <a:pt x="2143559" y="832243"/>
                  </a:lnTo>
                  <a:lnTo>
                    <a:pt x="2143706" y="832278"/>
                  </a:lnTo>
                  <a:lnTo>
                    <a:pt x="2143738" y="832286"/>
                  </a:lnTo>
                  <a:lnTo>
                    <a:pt x="2143751" y="832289"/>
                  </a:lnTo>
                  <a:lnTo>
                    <a:pt x="2143869" y="832317"/>
                  </a:lnTo>
                  <a:lnTo>
                    <a:pt x="2144633" y="832459"/>
                  </a:lnTo>
                  <a:lnTo>
                    <a:pt x="2145171" y="832226"/>
                  </a:lnTo>
                  <a:lnTo>
                    <a:pt x="2145478" y="831779"/>
                  </a:lnTo>
                  <a:lnTo>
                    <a:pt x="2145507" y="831673"/>
                  </a:lnTo>
                  <a:lnTo>
                    <a:pt x="2145444" y="830903"/>
                  </a:lnTo>
                  <a:lnTo>
                    <a:pt x="2145438" y="830829"/>
                  </a:lnTo>
                  <a:lnTo>
                    <a:pt x="2145435" y="830798"/>
                  </a:lnTo>
                  <a:lnTo>
                    <a:pt x="2145415" y="830568"/>
                  </a:lnTo>
                  <a:lnTo>
                    <a:pt x="2145309" y="830555"/>
                  </a:lnTo>
                  <a:lnTo>
                    <a:pt x="2145153" y="830586"/>
                  </a:lnTo>
                  <a:lnTo>
                    <a:pt x="2145076" y="830571"/>
                  </a:lnTo>
                  <a:lnTo>
                    <a:pt x="2145012" y="830524"/>
                  </a:lnTo>
                  <a:lnTo>
                    <a:pt x="2144992" y="830488"/>
                  </a:lnTo>
                  <a:lnTo>
                    <a:pt x="2144928" y="830374"/>
                  </a:lnTo>
                  <a:lnTo>
                    <a:pt x="2144978" y="830322"/>
                  </a:lnTo>
                  <a:lnTo>
                    <a:pt x="2145188" y="830103"/>
                  </a:lnTo>
                  <a:lnTo>
                    <a:pt x="2145376" y="830104"/>
                  </a:lnTo>
                  <a:lnTo>
                    <a:pt x="2145367" y="830014"/>
                  </a:lnTo>
                  <a:lnTo>
                    <a:pt x="2145359" y="829924"/>
                  </a:lnTo>
                  <a:lnTo>
                    <a:pt x="2145347" y="829780"/>
                  </a:lnTo>
                  <a:lnTo>
                    <a:pt x="2145273" y="828892"/>
                  </a:lnTo>
                  <a:lnTo>
                    <a:pt x="2145253" y="828658"/>
                  </a:lnTo>
                  <a:lnTo>
                    <a:pt x="2146069" y="828605"/>
                  </a:lnTo>
                  <a:lnTo>
                    <a:pt x="2147240" y="828764"/>
                  </a:lnTo>
                  <a:lnTo>
                    <a:pt x="2147339" y="828777"/>
                  </a:lnTo>
                  <a:lnTo>
                    <a:pt x="2147363" y="828781"/>
                  </a:lnTo>
                  <a:lnTo>
                    <a:pt x="2147383" y="828811"/>
                  </a:lnTo>
                  <a:lnTo>
                    <a:pt x="2147370" y="829099"/>
                  </a:lnTo>
                  <a:lnTo>
                    <a:pt x="2147331" y="830020"/>
                  </a:lnTo>
                  <a:lnTo>
                    <a:pt x="2147433" y="830034"/>
                  </a:lnTo>
                  <a:lnTo>
                    <a:pt x="2147628" y="830060"/>
                  </a:lnTo>
                  <a:lnTo>
                    <a:pt x="2147703" y="830047"/>
                  </a:lnTo>
                  <a:lnTo>
                    <a:pt x="2148588" y="829894"/>
                  </a:lnTo>
                  <a:lnTo>
                    <a:pt x="2148712" y="829973"/>
                  </a:lnTo>
                  <a:lnTo>
                    <a:pt x="2148806" y="830033"/>
                  </a:lnTo>
                  <a:lnTo>
                    <a:pt x="2148938" y="829839"/>
                  </a:lnTo>
                  <a:lnTo>
                    <a:pt x="2149259" y="829368"/>
                  </a:lnTo>
                  <a:lnTo>
                    <a:pt x="2149405" y="829484"/>
                  </a:lnTo>
                  <a:lnTo>
                    <a:pt x="2152178" y="831229"/>
                  </a:lnTo>
                  <a:lnTo>
                    <a:pt x="2152459" y="831721"/>
                  </a:lnTo>
                  <a:lnTo>
                    <a:pt x="2152163" y="831861"/>
                  </a:lnTo>
                  <a:lnTo>
                    <a:pt x="2151465" y="832190"/>
                  </a:lnTo>
                  <a:lnTo>
                    <a:pt x="2151455" y="832176"/>
                  </a:lnTo>
                  <a:lnTo>
                    <a:pt x="2151266" y="832255"/>
                  </a:lnTo>
                  <a:lnTo>
                    <a:pt x="2151362" y="832433"/>
                  </a:lnTo>
                  <a:lnTo>
                    <a:pt x="2151914" y="832257"/>
                  </a:lnTo>
                  <a:lnTo>
                    <a:pt x="2152234" y="832201"/>
                  </a:lnTo>
                  <a:lnTo>
                    <a:pt x="2152690" y="832172"/>
                  </a:lnTo>
                  <a:lnTo>
                    <a:pt x="2152708" y="832197"/>
                  </a:lnTo>
                  <a:lnTo>
                    <a:pt x="2152760" y="832273"/>
                  </a:lnTo>
                  <a:lnTo>
                    <a:pt x="2152802" y="832334"/>
                  </a:lnTo>
                  <a:lnTo>
                    <a:pt x="2152805" y="832338"/>
                  </a:lnTo>
                  <a:lnTo>
                    <a:pt x="2152804" y="832343"/>
                  </a:lnTo>
                  <a:lnTo>
                    <a:pt x="2152799" y="832347"/>
                  </a:lnTo>
                  <a:lnTo>
                    <a:pt x="2152790" y="832350"/>
                  </a:lnTo>
                  <a:lnTo>
                    <a:pt x="2152804" y="832376"/>
                  </a:lnTo>
                  <a:lnTo>
                    <a:pt x="2152811" y="832390"/>
                  </a:lnTo>
                  <a:lnTo>
                    <a:pt x="2152824" y="832413"/>
                  </a:lnTo>
                  <a:lnTo>
                    <a:pt x="2152836" y="832442"/>
                  </a:lnTo>
                  <a:lnTo>
                    <a:pt x="2152848" y="832470"/>
                  </a:lnTo>
                  <a:lnTo>
                    <a:pt x="2152859" y="832519"/>
                  </a:lnTo>
                  <a:lnTo>
                    <a:pt x="2152865" y="832561"/>
                  </a:lnTo>
                  <a:lnTo>
                    <a:pt x="2152863" y="832602"/>
                  </a:lnTo>
                  <a:lnTo>
                    <a:pt x="2152863" y="832609"/>
                  </a:lnTo>
                  <a:lnTo>
                    <a:pt x="2152857" y="832662"/>
                  </a:lnTo>
                  <a:lnTo>
                    <a:pt x="2152854" y="832688"/>
                  </a:lnTo>
                  <a:lnTo>
                    <a:pt x="2152844" y="832766"/>
                  </a:lnTo>
                  <a:lnTo>
                    <a:pt x="2152842" y="832794"/>
                  </a:lnTo>
                  <a:lnTo>
                    <a:pt x="2152833" y="832876"/>
                  </a:lnTo>
                  <a:lnTo>
                    <a:pt x="2152832" y="832931"/>
                  </a:lnTo>
                  <a:lnTo>
                    <a:pt x="2152832" y="832945"/>
                  </a:lnTo>
                  <a:lnTo>
                    <a:pt x="2152837" y="833066"/>
                  </a:lnTo>
                  <a:lnTo>
                    <a:pt x="2152841" y="833101"/>
                  </a:lnTo>
                  <a:lnTo>
                    <a:pt x="2152842" y="833113"/>
                  </a:lnTo>
                  <a:lnTo>
                    <a:pt x="2152847" y="833140"/>
                  </a:lnTo>
                  <a:lnTo>
                    <a:pt x="2152851" y="833163"/>
                  </a:lnTo>
                  <a:lnTo>
                    <a:pt x="2152854" y="833178"/>
                  </a:lnTo>
                  <a:lnTo>
                    <a:pt x="2152858" y="833198"/>
                  </a:lnTo>
                  <a:lnTo>
                    <a:pt x="2152876" y="833283"/>
                  </a:lnTo>
                  <a:lnTo>
                    <a:pt x="2152897" y="833355"/>
                  </a:lnTo>
                  <a:lnTo>
                    <a:pt x="2152920" y="833415"/>
                  </a:lnTo>
                  <a:lnTo>
                    <a:pt x="2152923" y="833423"/>
                  </a:lnTo>
                  <a:lnTo>
                    <a:pt x="2152930" y="833441"/>
                  </a:lnTo>
                  <a:lnTo>
                    <a:pt x="2152945" y="833478"/>
                  </a:lnTo>
                  <a:lnTo>
                    <a:pt x="2152980" y="833550"/>
                  </a:lnTo>
                  <a:lnTo>
                    <a:pt x="2153014" y="833615"/>
                  </a:lnTo>
                  <a:lnTo>
                    <a:pt x="2153024" y="833634"/>
                  </a:lnTo>
                  <a:lnTo>
                    <a:pt x="2153070" y="833722"/>
                  </a:lnTo>
                  <a:lnTo>
                    <a:pt x="2153076" y="833734"/>
                  </a:lnTo>
                  <a:lnTo>
                    <a:pt x="2153090" y="833759"/>
                  </a:lnTo>
                  <a:lnTo>
                    <a:pt x="2153104" y="833784"/>
                  </a:lnTo>
                  <a:lnTo>
                    <a:pt x="2153116" y="833807"/>
                  </a:lnTo>
                  <a:lnTo>
                    <a:pt x="2153120" y="833813"/>
                  </a:lnTo>
                  <a:lnTo>
                    <a:pt x="2153173" y="833915"/>
                  </a:lnTo>
                  <a:lnTo>
                    <a:pt x="2153214" y="833994"/>
                  </a:lnTo>
                  <a:lnTo>
                    <a:pt x="2153232" y="834029"/>
                  </a:lnTo>
                  <a:lnTo>
                    <a:pt x="2153248" y="834059"/>
                  </a:lnTo>
                  <a:lnTo>
                    <a:pt x="2153279" y="834114"/>
                  </a:lnTo>
                  <a:lnTo>
                    <a:pt x="2153311" y="834175"/>
                  </a:lnTo>
                  <a:lnTo>
                    <a:pt x="2153316" y="834184"/>
                  </a:lnTo>
                  <a:lnTo>
                    <a:pt x="2153334" y="834218"/>
                  </a:lnTo>
                  <a:lnTo>
                    <a:pt x="2153405" y="834354"/>
                  </a:lnTo>
                  <a:lnTo>
                    <a:pt x="2153421" y="834384"/>
                  </a:lnTo>
                  <a:lnTo>
                    <a:pt x="2153425" y="834393"/>
                  </a:lnTo>
                  <a:lnTo>
                    <a:pt x="2153497" y="834527"/>
                  </a:lnTo>
                  <a:lnTo>
                    <a:pt x="2153504" y="834540"/>
                  </a:lnTo>
                  <a:lnTo>
                    <a:pt x="2153512" y="834554"/>
                  </a:lnTo>
                  <a:lnTo>
                    <a:pt x="2153589" y="834700"/>
                  </a:lnTo>
                  <a:lnTo>
                    <a:pt x="2153592" y="834706"/>
                  </a:lnTo>
                  <a:lnTo>
                    <a:pt x="2153610" y="834739"/>
                  </a:lnTo>
                  <a:lnTo>
                    <a:pt x="2153633" y="834783"/>
                  </a:lnTo>
                  <a:lnTo>
                    <a:pt x="2153654" y="834822"/>
                  </a:lnTo>
                  <a:lnTo>
                    <a:pt x="2153683" y="834878"/>
                  </a:lnTo>
                  <a:lnTo>
                    <a:pt x="2153686" y="834883"/>
                  </a:lnTo>
                  <a:lnTo>
                    <a:pt x="2153709" y="834927"/>
                  </a:lnTo>
                  <a:lnTo>
                    <a:pt x="2153727" y="834961"/>
                  </a:lnTo>
                  <a:lnTo>
                    <a:pt x="2153730" y="834968"/>
                  </a:lnTo>
                  <a:lnTo>
                    <a:pt x="2153735" y="834983"/>
                  </a:lnTo>
                  <a:lnTo>
                    <a:pt x="2153737" y="834995"/>
                  </a:lnTo>
                  <a:lnTo>
                    <a:pt x="2153739" y="835006"/>
                  </a:lnTo>
                  <a:lnTo>
                    <a:pt x="2153739" y="835028"/>
                  </a:lnTo>
                  <a:lnTo>
                    <a:pt x="2153737" y="835037"/>
                  </a:lnTo>
                  <a:lnTo>
                    <a:pt x="2153732" y="835061"/>
                  </a:lnTo>
                  <a:lnTo>
                    <a:pt x="2153719" y="835090"/>
                  </a:lnTo>
                  <a:lnTo>
                    <a:pt x="2153704" y="835110"/>
                  </a:lnTo>
                  <a:lnTo>
                    <a:pt x="2153681" y="835130"/>
                  </a:lnTo>
                  <a:lnTo>
                    <a:pt x="2153657" y="835145"/>
                  </a:lnTo>
                  <a:lnTo>
                    <a:pt x="2153649" y="835150"/>
                  </a:lnTo>
                  <a:lnTo>
                    <a:pt x="2153611" y="835160"/>
                  </a:lnTo>
                  <a:lnTo>
                    <a:pt x="2153534" y="835178"/>
                  </a:lnTo>
                  <a:lnTo>
                    <a:pt x="2153457" y="835197"/>
                  </a:lnTo>
                  <a:lnTo>
                    <a:pt x="2153418" y="835207"/>
                  </a:lnTo>
                  <a:lnTo>
                    <a:pt x="2153363" y="835220"/>
                  </a:lnTo>
                  <a:lnTo>
                    <a:pt x="2153347" y="835224"/>
                  </a:lnTo>
                  <a:lnTo>
                    <a:pt x="2153320" y="835229"/>
                  </a:lnTo>
                  <a:lnTo>
                    <a:pt x="2153289" y="835227"/>
                  </a:lnTo>
                  <a:lnTo>
                    <a:pt x="2153271" y="835226"/>
                  </a:lnTo>
                  <a:lnTo>
                    <a:pt x="2153253" y="835225"/>
                  </a:lnTo>
                  <a:lnTo>
                    <a:pt x="2153244" y="835226"/>
                  </a:lnTo>
                  <a:lnTo>
                    <a:pt x="2153236" y="835226"/>
                  </a:lnTo>
                  <a:lnTo>
                    <a:pt x="2153226" y="835227"/>
                  </a:lnTo>
                  <a:lnTo>
                    <a:pt x="2153216" y="835230"/>
                  </a:lnTo>
                  <a:lnTo>
                    <a:pt x="2153194" y="835237"/>
                  </a:lnTo>
                  <a:lnTo>
                    <a:pt x="2153157" y="835253"/>
                  </a:lnTo>
                  <a:lnTo>
                    <a:pt x="2153154" y="835400"/>
                  </a:lnTo>
                  <a:lnTo>
                    <a:pt x="2153157" y="835450"/>
                  </a:lnTo>
                  <a:lnTo>
                    <a:pt x="2153154" y="835529"/>
                  </a:lnTo>
                  <a:lnTo>
                    <a:pt x="2153149" y="835686"/>
                  </a:lnTo>
                  <a:lnTo>
                    <a:pt x="2153139" y="835986"/>
                  </a:lnTo>
                  <a:lnTo>
                    <a:pt x="2153133" y="836135"/>
                  </a:lnTo>
                  <a:lnTo>
                    <a:pt x="2153147" y="836173"/>
                  </a:lnTo>
                  <a:lnTo>
                    <a:pt x="2153434" y="836589"/>
                  </a:lnTo>
                  <a:lnTo>
                    <a:pt x="2153687" y="836956"/>
                  </a:lnTo>
                  <a:lnTo>
                    <a:pt x="2153993" y="837401"/>
                  </a:lnTo>
                  <a:lnTo>
                    <a:pt x="2154021" y="837441"/>
                  </a:lnTo>
                  <a:lnTo>
                    <a:pt x="2154060" y="837498"/>
                  </a:lnTo>
                  <a:lnTo>
                    <a:pt x="2154089" y="837540"/>
                  </a:lnTo>
                  <a:lnTo>
                    <a:pt x="2154224" y="837753"/>
                  </a:lnTo>
                  <a:lnTo>
                    <a:pt x="2154728" y="839180"/>
                  </a:lnTo>
                  <a:lnTo>
                    <a:pt x="2154734" y="839193"/>
                  </a:lnTo>
                  <a:lnTo>
                    <a:pt x="2154854" y="839196"/>
                  </a:lnTo>
                  <a:lnTo>
                    <a:pt x="2154932" y="839198"/>
                  </a:lnTo>
                  <a:lnTo>
                    <a:pt x="2156067" y="839226"/>
                  </a:lnTo>
                  <a:lnTo>
                    <a:pt x="2156099" y="839256"/>
                  </a:lnTo>
                  <a:lnTo>
                    <a:pt x="2156115" y="839328"/>
                  </a:lnTo>
                  <a:lnTo>
                    <a:pt x="2156677" y="839630"/>
                  </a:lnTo>
                  <a:lnTo>
                    <a:pt x="2157465" y="840110"/>
                  </a:lnTo>
                  <a:lnTo>
                    <a:pt x="2157479" y="840356"/>
                  </a:lnTo>
                  <a:lnTo>
                    <a:pt x="2157821" y="840531"/>
                  </a:lnTo>
                  <a:lnTo>
                    <a:pt x="2158208" y="840690"/>
                  </a:lnTo>
                  <a:lnTo>
                    <a:pt x="2158475" y="840869"/>
                  </a:lnTo>
                  <a:lnTo>
                    <a:pt x="2158818" y="841238"/>
                  </a:lnTo>
                  <a:lnTo>
                    <a:pt x="2158826" y="841306"/>
                  </a:lnTo>
                  <a:lnTo>
                    <a:pt x="2158836" y="841394"/>
                  </a:lnTo>
                  <a:lnTo>
                    <a:pt x="2158992" y="842754"/>
                  </a:lnTo>
                  <a:lnTo>
                    <a:pt x="2159181" y="844395"/>
                  </a:lnTo>
                  <a:lnTo>
                    <a:pt x="2159186" y="844446"/>
                  </a:lnTo>
                  <a:lnTo>
                    <a:pt x="2159190" y="844476"/>
                  </a:lnTo>
                  <a:lnTo>
                    <a:pt x="2159170" y="844523"/>
                  </a:lnTo>
                  <a:lnTo>
                    <a:pt x="2159132" y="844610"/>
                  </a:lnTo>
                  <a:lnTo>
                    <a:pt x="2159103" y="844679"/>
                  </a:lnTo>
                  <a:lnTo>
                    <a:pt x="2159049" y="844805"/>
                  </a:lnTo>
                  <a:lnTo>
                    <a:pt x="2158585" y="845241"/>
                  </a:lnTo>
                  <a:lnTo>
                    <a:pt x="2158580" y="845245"/>
                  </a:lnTo>
                  <a:lnTo>
                    <a:pt x="2158570" y="845248"/>
                  </a:lnTo>
                  <a:lnTo>
                    <a:pt x="2158542" y="845256"/>
                  </a:lnTo>
                  <a:lnTo>
                    <a:pt x="2158366" y="845303"/>
                  </a:lnTo>
                  <a:lnTo>
                    <a:pt x="2158341" y="845308"/>
                  </a:lnTo>
                  <a:lnTo>
                    <a:pt x="2158316" y="845311"/>
                  </a:lnTo>
                  <a:lnTo>
                    <a:pt x="2158196" y="845319"/>
                  </a:lnTo>
                  <a:lnTo>
                    <a:pt x="2158165" y="845320"/>
                  </a:lnTo>
                  <a:lnTo>
                    <a:pt x="2158134" y="845321"/>
                  </a:lnTo>
                  <a:lnTo>
                    <a:pt x="2158095" y="845322"/>
                  </a:lnTo>
                  <a:lnTo>
                    <a:pt x="2158069" y="845322"/>
                  </a:lnTo>
                  <a:lnTo>
                    <a:pt x="2158060" y="845322"/>
                  </a:lnTo>
                  <a:lnTo>
                    <a:pt x="2158032" y="845319"/>
                  </a:lnTo>
                  <a:lnTo>
                    <a:pt x="2158016" y="845317"/>
                  </a:lnTo>
                  <a:lnTo>
                    <a:pt x="2157976" y="845490"/>
                  </a:lnTo>
                  <a:lnTo>
                    <a:pt x="2157904" y="845865"/>
                  </a:lnTo>
                  <a:lnTo>
                    <a:pt x="2157904" y="845900"/>
                  </a:lnTo>
                  <a:lnTo>
                    <a:pt x="2157912" y="846398"/>
                  </a:lnTo>
                  <a:lnTo>
                    <a:pt x="2158193" y="846463"/>
                  </a:lnTo>
                  <a:lnTo>
                    <a:pt x="2158329" y="846495"/>
                  </a:lnTo>
                  <a:lnTo>
                    <a:pt x="2158774" y="846456"/>
                  </a:lnTo>
                  <a:lnTo>
                    <a:pt x="2158816" y="846451"/>
                  </a:lnTo>
                  <a:lnTo>
                    <a:pt x="2158990" y="846552"/>
                  </a:lnTo>
                  <a:lnTo>
                    <a:pt x="2159284" y="846991"/>
                  </a:lnTo>
                  <a:lnTo>
                    <a:pt x="2159204" y="847116"/>
                  </a:lnTo>
                  <a:lnTo>
                    <a:pt x="2158868" y="847605"/>
                  </a:lnTo>
                  <a:lnTo>
                    <a:pt x="2158845" y="847635"/>
                  </a:lnTo>
                  <a:lnTo>
                    <a:pt x="2158785" y="847712"/>
                  </a:lnTo>
                  <a:lnTo>
                    <a:pt x="2158708" y="847811"/>
                  </a:lnTo>
                  <a:lnTo>
                    <a:pt x="2158437" y="847838"/>
                  </a:lnTo>
                  <a:lnTo>
                    <a:pt x="2158288" y="848381"/>
                  </a:lnTo>
                  <a:lnTo>
                    <a:pt x="2158259" y="848484"/>
                  </a:lnTo>
                  <a:lnTo>
                    <a:pt x="2158735" y="848502"/>
                  </a:lnTo>
                  <a:lnTo>
                    <a:pt x="2158840" y="848243"/>
                  </a:lnTo>
                  <a:lnTo>
                    <a:pt x="2158922" y="848045"/>
                  </a:lnTo>
                  <a:lnTo>
                    <a:pt x="2160352" y="848481"/>
                  </a:lnTo>
                  <a:lnTo>
                    <a:pt x="2160431" y="848174"/>
                  </a:lnTo>
                  <a:lnTo>
                    <a:pt x="2160820" y="848059"/>
                  </a:lnTo>
                  <a:lnTo>
                    <a:pt x="2161891" y="847953"/>
                  </a:lnTo>
                  <a:lnTo>
                    <a:pt x="2161977" y="847982"/>
                  </a:lnTo>
                  <a:lnTo>
                    <a:pt x="2162094" y="848250"/>
                  </a:lnTo>
                  <a:lnTo>
                    <a:pt x="2162009" y="848574"/>
                  </a:lnTo>
                  <a:lnTo>
                    <a:pt x="2162289" y="849015"/>
                  </a:lnTo>
                  <a:lnTo>
                    <a:pt x="2162416" y="849041"/>
                  </a:lnTo>
                  <a:lnTo>
                    <a:pt x="2162755" y="848833"/>
                  </a:lnTo>
                  <a:lnTo>
                    <a:pt x="2162810" y="848718"/>
                  </a:lnTo>
                  <a:lnTo>
                    <a:pt x="2162842" y="848605"/>
                  </a:lnTo>
                  <a:lnTo>
                    <a:pt x="2162866" y="848559"/>
                  </a:lnTo>
                  <a:lnTo>
                    <a:pt x="2163058" y="848248"/>
                  </a:lnTo>
                  <a:lnTo>
                    <a:pt x="2163300" y="847929"/>
                  </a:lnTo>
                  <a:lnTo>
                    <a:pt x="2163332" y="847918"/>
                  </a:lnTo>
                  <a:lnTo>
                    <a:pt x="2163449" y="847876"/>
                  </a:lnTo>
                  <a:lnTo>
                    <a:pt x="2163698" y="847604"/>
                  </a:lnTo>
                  <a:lnTo>
                    <a:pt x="2163812" y="847437"/>
                  </a:lnTo>
                  <a:lnTo>
                    <a:pt x="2163881" y="847335"/>
                  </a:lnTo>
                  <a:lnTo>
                    <a:pt x="2164167" y="847302"/>
                  </a:lnTo>
                  <a:lnTo>
                    <a:pt x="2164263" y="847311"/>
                  </a:lnTo>
                  <a:lnTo>
                    <a:pt x="2164415" y="847367"/>
                  </a:lnTo>
                  <a:lnTo>
                    <a:pt x="2164545" y="847582"/>
                  </a:lnTo>
                  <a:lnTo>
                    <a:pt x="2164590" y="847718"/>
                  </a:lnTo>
                  <a:lnTo>
                    <a:pt x="2164640" y="847870"/>
                  </a:lnTo>
                  <a:lnTo>
                    <a:pt x="2164660" y="847934"/>
                  </a:lnTo>
                  <a:lnTo>
                    <a:pt x="2164723" y="848114"/>
                  </a:lnTo>
                  <a:lnTo>
                    <a:pt x="2164778" y="848215"/>
                  </a:lnTo>
                  <a:lnTo>
                    <a:pt x="2164801" y="848258"/>
                  </a:lnTo>
                  <a:lnTo>
                    <a:pt x="2164898" y="848313"/>
                  </a:lnTo>
                  <a:lnTo>
                    <a:pt x="2165042" y="848357"/>
                  </a:lnTo>
                  <a:lnTo>
                    <a:pt x="2165077" y="848368"/>
                  </a:lnTo>
                  <a:lnTo>
                    <a:pt x="2165198" y="848431"/>
                  </a:lnTo>
                  <a:lnTo>
                    <a:pt x="2165223" y="848444"/>
                  </a:lnTo>
                  <a:lnTo>
                    <a:pt x="2165278" y="848474"/>
                  </a:lnTo>
                  <a:lnTo>
                    <a:pt x="2165388" y="848423"/>
                  </a:lnTo>
                  <a:lnTo>
                    <a:pt x="2165756" y="848250"/>
                  </a:lnTo>
                  <a:lnTo>
                    <a:pt x="2165851" y="848203"/>
                  </a:lnTo>
                  <a:lnTo>
                    <a:pt x="2166034" y="848052"/>
                  </a:lnTo>
                  <a:lnTo>
                    <a:pt x="2166082" y="847990"/>
                  </a:lnTo>
                  <a:lnTo>
                    <a:pt x="2166193" y="847846"/>
                  </a:lnTo>
                  <a:lnTo>
                    <a:pt x="2166151" y="847723"/>
                  </a:lnTo>
                  <a:lnTo>
                    <a:pt x="2166101" y="847701"/>
                  </a:lnTo>
                  <a:lnTo>
                    <a:pt x="2166087" y="847664"/>
                  </a:lnTo>
                  <a:lnTo>
                    <a:pt x="2166169" y="847610"/>
                  </a:lnTo>
                  <a:lnTo>
                    <a:pt x="2166372" y="847565"/>
                  </a:lnTo>
                  <a:lnTo>
                    <a:pt x="2166521" y="847533"/>
                  </a:lnTo>
                  <a:lnTo>
                    <a:pt x="2166895" y="847488"/>
                  </a:lnTo>
                  <a:lnTo>
                    <a:pt x="2167008" y="847498"/>
                  </a:lnTo>
                  <a:lnTo>
                    <a:pt x="2167108" y="847600"/>
                  </a:lnTo>
                  <a:lnTo>
                    <a:pt x="2167221" y="847643"/>
                  </a:lnTo>
                  <a:lnTo>
                    <a:pt x="2167327" y="847623"/>
                  </a:lnTo>
                  <a:lnTo>
                    <a:pt x="2167479" y="847595"/>
                  </a:lnTo>
                  <a:lnTo>
                    <a:pt x="2167545" y="847525"/>
                  </a:lnTo>
                  <a:lnTo>
                    <a:pt x="2167663" y="847403"/>
                  </a:lnTo>
                  <a:lnTo>
                    <a:pt x="2167599" y="847084"/>
                  </a:lnTo>
                  <a:lnTo>
                    <a:pt x="2167639" y="847033"/>
                  </a:lnTo>
                  <a:lnTo>
                    <a:pt x="2167732" y="847017"/>
                  </a:lnTo>
                  <a:lnTo>
                    <a:pt x="2167883" y="847065"/>
                  </a:lnTo>
                  <a:lnTo>
                    <a:pt x="2168074" y="847169"/>
                  </a:lnTo>
                  <a:lnTo>
                    <a:pt x="2168297" y="847292"/>
                  </a:lnTo>
                  <a:lnTo>
                    <a:pt x="2168565" y="847568"/>
                  </a:lnTo>
                  <a:lnTo>
                    <a:pt x="2168605" y="847673"/>
                  </a:lnTo>
                  <a:lnTo>
                    <a:pt x="2168565" y="847732"/>
                  </a:lnTo>
                  <a:lnTo>
                    <a:pt x="2168511" y="847780"/>
                  </a:lnTo>
                  <a:lnTo>
                    <a:pt x="2168495" y="847795"/>
                  </a:lnTo>
                  <a:lnTo>
                    <a:pt x="2168415" y="847833"/>
                  </a:lnTo>
                  <a:lnTo>
                    <a:pt x="2168375" y="847852"/>
                  </a:lnTo>
                  <a:lnTo>
                    <a:pt x="2168394" y="847894"/>
                  </a:lnTo>
                  <a:lnTo>
                    <a:pt x="2168399" y="847905"/>
                  </a:lnTo>
                  <a:lnTo>
                    <a:pt x="2168441" y="847988"/>
                  </a:lnTo>
                  <a:lnTo>
                    <a:pt x="2168445" y="847995"/>
                  </a:lnTo>
                  <a:lnTo>
                    <a:pt x="2168529" y="848164"/>
                  </a:lnTo>
                  <a:lnTo>
                    <a:pt x="2168535" y="848165"/>
                  </a:lnTo>
                  <a:lnTo>
                    <a:pt x="2168561" y="848169"/>
                  </a:lnTo>
                  <a:lnTo>
                    <a:pt x="2168580" y="848171"/>
                  </a:lnTo>
                  <a:lnTo>
                    <a:pt x="2168588" y="848172"/>
                  </a:lnTo>
                  <a:lnTo>
                    <a:pt x="2168685" y="848185"/>
                  </a:lnTo>
                  <a:lnTo>
                    <a:pt x="2168721" y="848189"/>
                  </a:lnTo>
                  <a:lnTo>
                    <a:pt x="2168817" y="848201"/>
                  </a:lnTo>
                  <a:lnTo>
                    <a:pt x="2168860" y="848223"/>
                  </a:lnTo>
                  <a:lnTo>
                    <a:pt x="2168923" y="848314"/>
                  </a:lnTo>
                  <a:lnTo>
                    <a:pt x="2168912" y="848445"/>
                  </a:lnTo>
                  <a:lnTo>
                    <a:pt x="2168756" y="848619"/>
                  </a:lnTo>
                  <a:lnTo>
                    <a:pt x="2168638" y="848682"/>
                  </a:lnTo>
                  <a:lnTo>
                    <a:pt x="2167874" y="848938"/>
                  </a:lnTo>
                  <a:lnTo>
                    <a:pt x="2167573" y="848896"/>
                  </a:lnTo>
                  <a:lnTo>
                    <a:pt x="2167503" y="848774"/>
                  </a:lnTo>
                  <a:lnTo>
                    <a:pt x="2167498" y="848775"/>
                  </a:lnTo>
                  <a:lnTo>
                    <a:pt x="2167477" y="848782"/>
                  </a:lnTo>
                  <a:lnTo>
                    <a:pt x="2167036" y="849026"/>
                  </a:lnTo>
                  <a:lnTo>
                    <a:pt x="2166920" y="849216"/>
                  </a:lnTo>
                  <a:lnTo>
                    <a:pt x="2166650" y="849527"/>
                  </a:lnTo>
                  <a:lnTo>
                    <a:pt x="2166311" y="849718"/>
                  </a:lnTo>
                  <a:lnTo>
                    <a:pt x="2166299" y="849725"/>
                  </a:lnTo>
                  <a:lnTo>
                    <a:pt x="2166288" y="849731"/>
                  </a:lnTo>
                  <a:lnTo>
                    <a:pt x="2166249" y="849753"/>
                  </a:lnTo>
                  <a:lnTo>
                    <a:pt x="2166212" y="849751"/>
                  </a:lnTo>
                  <a:lnTo>
                    <a:pt x="2166162" y="849764"/>
                  </a:lnTo>
                  <a:lnTo>
                    <a:pt x="2166145" y="849768"/>
                  </a:lnTo>
                  <a:lnTo>
                    <a:pt x="2166033" y="849797"/>
                  </a:lnTo>
                  <a:lnTo>
                    <a:pt x="2165934" y="849822"/>
                  </a:lnTo>
                  <a:lnTo>
                    <a:pt x="2165503" y="849771"/>
                  </a:lnTo>
                  <a:lnTo>
                    <a:pt x="2165228" y="849693"/>
                  </a:lnTo>
                  <a:lnTo>
                    <a:pt x="2165151" y="849672"/>
                  </a:lnTo>
                  <a:lnTo>
                    <a:pt x="2164915" y="849605"/>
                  </a:lnTo>
                  <a:lnTo>
                    <a:pt x="2164442" y="849408"/>
                  </a:lnTo>
                  <a:lnTo>
                    <a:pt x="2164402" y="849391"/>
                  </a:lnTo>
                  <a:lnTo>
                    <a:pt x="2164336" y="849363"/>
                  </a:lnTo>
                  <a:lnTo>
                    <a:pt x="2164319" y="849356"/>
                  </a:lnTo>
                  <a:lnTo>
                    <a:pt x="2164192" y="849339"/>
                  </a:lnTo>
                  <a:lnTo>
                    <a:pt x="2163956" y="849307"/>
                  </a:lnTo>
                  <a:lnTo>
                    <a:pt x="2163740" y="849303"/>
                  </a:lnTo>
                  <a:lnTo>
                    <a:pt x="2163543" y="849402"/>
                  </a:lnTo>
                  <a:lnTo>
                    <a:pt x="2163478" y="849490"/>
                  </a:lnTo>
                  <a:lnTo>
                    <a:pt x="2163181" y="849894"/>
                  </a:lnTo>
                  <a:lnTo>
                    <a:pt x="2163165" y="849915"/>
                  </a:lnTo>
                  <a:lnTo>
                    <a:pt x="2163138" y="849951"/>
                  </a:lnTo>
                  <a:lnTo>
                    <a:pt x="2163071" y="850043"/>
                  </a:lnTo>
                  <a:lnTo>
                    <a:pt x="2163140" y="850085"/>
                  </a:lnTo>
                  <a:lnTo>
                    <a:pt x="2163709" y="850431"/>
                  </a:lnTo>
                  <a:lnTo>
                    <a:pt x="2163788" y="850501"/>
                  </a:lnTo>
                  <a:lnTo>
                    <a:pt x="2164184" y="850855"/>
                  </a:lnTo>
                  <a:lnTo>
                    <a:pt x="2164320" y="850976"/>
                  </a:lnTo>
                  <a:lnTo>
                    <a:pt x="2164653" y="851273"/>
                  </a:lnTo>
                  <a:lnTo>
                    <a:pt x="2164754" y="851364"/>
                  </a:lnTo>
                  <a:lnTo>
                    <a:pt x="2164899" y="851494"/>
                  </a:lnTo>
                  <a:lnTo>
                    <a:pt x="2165212" y="851752"/>
                  </a:lnTo>
                  <a:lnTo>
                    <a:pt x="2165345" y="851861"/>
                  </a:lnTo>
                  <a:lnTo>
                    <a:pt x="2166230" y="852364"/>
                  </a:lnTo>
                  <a:lnTo>
                    <a:pt x="2166825" y="853093"/>
                  </a:lnTo>
                  <a:lnTo>
                    <a:pt x="2167325" y="853494"/>
                  </a:lnTo>
                  <a:lnTo>
                    <a:pt x="2167524" y="853734"/>
                  </a:lnTo>
                  <a:lnTo>
                    <a:pt x="2167620" y="853979"/>
                  </a:lnTo>
                  <a:lnTo>
                    <a:pt x="2167580" y="854090"/>
                  </a:lnTo>
                  <a:lnTo>
                    <a:pt x="2167333" y="854064"/>
                  </a:lnTo>
                  <a:lnTo>
                    <a:pt x="2165308" y="852144"/>
                  </a:lnTo>
                  <a:lnTo>
                    <a:pt x="2163880" y="851131"/>
                  </a:lnTo>
                  <a:lnTo>
                    <a:pt x="2163753" y="851262"/>
                  </a:lnTo>
                  <a:lnTo>
                    <a:pt x="2164834" y="852146"/>
                  </a:lnTo>
                  <a:lnTo>
                    <a:pt x="2166090" y="853535"/>
                  </a:lnTo>
                  <a:lnTo>
                    <a:pt x="2166967" y="854962"/>
                  </a:lnTo>
                  <a:lnTo>
                    <a:pt x="2166943" y="855056"/>
                  </a:lnTo>
                  <a:lnTo>
                    <a:pt x="2166780" y="855061"/>
                  </a:lnTo>
                  <a:lnTo>
                    <a:pt x="2166436" y="854859"/>
                  </a:lnTo>
                  <a:lnTo>
                    <a:pt x="2166203" y="854659"/>
                  </a:lnTo>
                  <a:lnTo>
                    <a:pt x="2165896" y="853585"/>
                  </a:lnTo>
                  <a:lnTo>
                    <a:pt x="2165781" y="853503"/>
                  </a:lnTo>
                  <a:lnTo>
                    <a:pt x="2165560" y="853345"/>
                  </a:lnTo>
                  <a:lnTo>
                    <a:pt x="2165054" y="852983"/>
                  </a:lnTo>
                  <a:lnTo>
                    <a:pt x="2163978" y="852212"/>
                  </a:lnTo>
                  <a:lnTo>
                    <a:pt x="2163312" y="851810"/>
                  </a:lnTo>
                  <a:lnTo>
                    <a:pt x="2163252" y="851774"/>
                  </a:lnTo>
                  <a:lnTo>
                    <a:pt x="2163099" y="851681"/>
                  </a:lnTo>
                  <a:lnTo>
                    <a:pt x="2163007" y="851657"/>
                  </a:lnTo>
                  <a:lnTo>
                    <a:pt x="2162837" y="851634"/>
                  </a:lnTo>
                  <a:lnTo>
                    <a:pt x="2162346" y="851791"/>
                  </a:lnTo>
                  <a:lnTo>
                    <a:pt x="2162084" y="851841"/>
                  </a:lnTo>
                  <a:lnTo>
                    <a:pt x="2161597" y="851825"/>
                  </a:lnTo>
                  <a:lnTo>
                    <a:pt x="2161214" y="851832"/>
                  </a:lnTo>
                  <a:lnTo>
                    <a:pt x="2160624" y="851842"/>
                  </a:lnTo>
                  <a:lnTo>
                    <a:pt x="2160575" y="851813"/>
                  </a:lnTo>
                  <a:lnTo>
                    <a:pt x="2160519" y="851678"/>
                  </a:lnTo>
                  <a:lnTo>
                    <a:pt x="2160409" y="851550"/>
                  </a:lnTo>
                  <a:lnTo>
                    <a:pt x="2160131" y="851503"/>
                  </a:lnTo>
                  <a:lnTo>
                    <a:pt x="2160057" y="851543"/>
                  </a:lnTo>
                  <a:lnTo>
                    <a:pt x="2159803" y="851869"/>
                  </a:lnTo>
                  <a:lnTo>
                    <a:pt x="2159666" y="852102"/>
                  </a:lnTo>
                  <a:lnTo>
                    <a:pt x="2159647" y="852134"/>
                  </a:lnTo>
                  <a:lnTo>
                    <a:pt x="2159611" y="852158"/>
                  </a:lnTo>
                  <a:lnTo>
                    <a:pt x="2159532" y="852210"/>
                  </a:lnTo>
                  <a:lnTo>
                    <a:pt x="2159422" y="852208"/>
                  </a:lnTo>
                  <a:lnTo>
                    <a:pt x="2158957" y="852181"/>
                  </a:lnTo>
                  <a:lnTo>
                    <a:pt x="2158870" y="852148"/>
                  </a:lnTo>
                  <a:lnTo>
                    <a:pt x="2158256" y="851819"/>
                  </a:lnTo>
                  <a:lnTo>
                    <a:pt x="2157619" y="851263"/>
                  </a:lnTo>
                  <a:lnTo>
                    <a:pt x="2157323" y="851166"/>
                  </a:lnTo>
                  <a:lnTo>
                    <a:pt x="2157054" y="851171"/>
                  </a:lnTo>
                  <a:lnTo>
                    <a:pt x="2156544" y="851277"/>
                  </a:lnTo>
                  <a:lnTo>
                    <a:pt x="2155932" y="851329"/>
                  </a:lnTo>
                  <a:lnTo>
                    <a:pt x="2155663" y="851423"/>
                  </a:lnTo>
                  <a:lnTo>
                    <a:pt x="2155665" y="851439"/>
                  </a:lnTo>
                  <a:lnTo>
                    <a:pt x="2155829" y="851491"/>
                  </a:lnTo>
                  <a:lnTo>
                    <a:pt x="2155898" y="851588"/>
                  </a:lnTo>
                  <a:lnTo>
                    <a:pt x="2155954" y="851904"/>
                  </a:lnTo>
                  <a:lnTo>
                    <a:pt x="2155973" y="852012"/>
                  </a:lnTo>
                  <a:lnTo>
                    <a:pt x="2156117" y="852364"/>
                  </a:lnTo>
                  <a:lnTo>
                    <a:pt x="2156237" y="852657"/>
                  </a:lnTo>
                  <a:lnTo>
                    <a:pt x="2156330" y="852807"/>
                  </a:lnTo>
                  <a:lnTo>
                    <a:pt x="2156058" y="852980"/>
                  </a:lnTo>
                  <a:lnTo>
                    <a:pt x="2156033" y="853054"/>
                  </a:lnTo>
                  <a:lnTo>
                    <a:pt x="2156037" y="853093"/>
                  </a:lnTo>
                  <a:lnTo>
                    <a:pt x="2156045" y="853175"/>
                  </a:lnTo>
                  <a:lnTo>
                    <a:pt x="2156190" y="853345"/>
                  </a:lnTo>
                  <a:lnTo>
                    <a:pt x="2156282" y="853510"/>
                  </a:lnTo>
                  <a:lnTo>
                    <a:pt x="2155967" y="854232"/>
                  </a:lnTo>
                  <a:lnTo>
                    <a:pt x="2155936" y="854244"/>
                  </a:lnTo>
                  <a:lnTo>
                    <a:pt x="2155642" y="854174"/>
                  </a:lnTo>
                  <a:lnTo>
                    <a:pt x="2155539" y="854344"/>
                  </a:lnTo>
                  <a:lnTo>
                    <a:pt x="2155431" y="854649"/>
                  </a:lnTo>
                  <a:lnTo>
                    <a:pt x="2155086" y="855024"/>
                  </a:lnTo>
                  <a:lnTo>
                    <a:pt x="2155050" y="855011"/>
                  </a:lnTo>
                  <a:lnTo>
                    <a:pt x="2154920" y="854965"/>
                  </a:lnTo>
                  <a:lnTo>
                    <a:pt x="2154883" y="854952"/>
                  </a:lnTo>
                  <a:lnTo>
                    <a:pt x="2154804" y="855004"/>
                  </a:lnTo>
                  <a:lnTo>
                    <a:pt x="2154751" y="855067"/>
                  </a:lnTo>
                  <a:lnTo>
                    <a:pt x="2154724" y="855175"/>
                  </a:lnTo>
                  <a:lnTo>
                    <a:pt x="2154698" y="855274"/>
                  </a:lnTo>
                  <a:lnTo>
                    <a:pt x="2154615" y="855406"/>
                  </a:lnTo>
                  <a:lnTo>
                    <a:pt x="2154333" y="855636"/>
                  </a:lnTo>
                  <a:lnTo>
                    <a:pt x="2154322" y="855645"/>
                  </a:lnTo>
                  <a:lnTo>
                    <a:pt x="2153641" y="856200"/>
                  </a:lnTo>
                  <a:lnTo>
                    <a:pt x="2153367" y="856472"/>
                  </a:lnTo>
                  <a:lnTo>
                    <a:pt x="2153308" y="856529"/>
                  </a:lnTo>
                  <a:lnTo>
                    <a:pt x="2153302" y="856536"/>
                  </a:lnTo>
                  <a:lnTo>
                    <a:pt x="2153018" y="856892"/>
                  </a:lnTo>
                  <a:lnTo>
                    <a:pt x="2152917" y="857051"/>
                  </a:lnTo>
                  <a:lnTo>
                    <a:pt x="2152886" y="857099"/>
                  </a:lnTo>
                  <a:lnTo>
                    <a:pt x="2152817" y="857209"/>
                  </a:lnTo>
                  <a:lnTo>
                    <a:pt x="2152436" y="858046"/>
                  </a:lnTo>
                  <a:lnTo>
                    <a:pt x="2152403" y="858119"/>
                  </a:lnTo>
                  <a:lnTo>
                    <a:pt x="2152360" y="858214"/>
                  </a:lnTo>
                  <a:lnTo>
                    <a:pt x="2152443" y="858270"/>
                  </a:lnTo>
                  <a:lnTo>
                    <a:pt x="2152457" y="858279"/>
                  </a:lnTo>
                  <a:lnTo>
                    <a:pt x="2152458" y="858304"/>
                  </a:lnTo>
                  <a:lnTo>
                    <a:pt x="2152460" y="858335"/>
                  </a:lnTo>
                  <a:lnTo>
                    <a:pt x="2152462" y="858361"/>
                  </a:lnTo>
                  <a:lnTo>
                    <a:pt x="2152416" y="858418"/>
                  </a:lnTo>
                  <a:lnTo>
                    <a:pt x="2152392" y="858416"/>
                  </a:lnTo>
                  <a:lnTo>
                    <a:pt x="2152275" y="858405"/>
                  </a:lnTo>
                  <a:lnTo>
                    <a:pt x="2152273" y="858410"/>
                  </a:lnTo>
                  <a:lnTo>
                    <a:pt x="2152269" y="858420"/>
                  </a:lnTo>
                  <a:lnTo>
                    <a:pt x="2152065" y="858889"/>
                  </a:lnTo>
                  <a:lnTo>
                    <a:pt x="2152049" y="858927"/>
                  </a:lnTo>
                  <a:lnTo>
                    <a:pt x="2152036" y="858956"/>
                  </a:lnTo>
                  <a:lnTo>
                    <a:pt x="2151984" y="859076"/>
                  </a:lnTo>
                  <a:lnTo>
                    <a:pt x="2151453" y="860299"/>
                  </a:lnTo>
                  <a:lnTo>
                    <a:pt x="2151372" y="860486"/>
                  </a:lnTo>
                  <a:lnTo>
                    <a:pt x="2151311" y="860625"/>
                  </a:lnTo>
                  <a:lnTo>
                    <a:pt x="2151063" y="861197"/>
                  </a:lnTo>
                  <a:lnTo>
                    <a:pt x="2151046" y="861225"/>
                  </a:lnTo>
                  <a:lnTo>
                    <a:pt x="2150955" y="861380"/>
                  </a:lnTo>
                  <a:lnTo>
                    <a:pt x="2150919" y="861441"/>
                  </a:lnTo>
                  <a:lnTo>
                    <a:pt x="2150878" y="861480"/>
                  </a:lnTo>
                  <a:lnTo>
                    <a:pt x="2150673" y="861673"/>
                  </a:lnTo>
                  <a:lnTo>
                    <a:pt x="2150634" y="861711"/>
                  </a:lnTo>
                  <a:lnTo>
                    <a:pt x="2150580" y="861738"/>
                  </a:lnTo>
                  <a:lnTo>
                    <a:pt x="2150341" y="861862"/>
                  </a:lnTo>
                  <a:lnTo>
                    <a:pt x="2150289" y="861889"/>
                  </a:lnTo>
                  <a:lnTo>
                    <a:pt x="2150084" y="861946"/>
                  </a:lnTo>
                  <a:lnTo>
                    <a:pt x="2149868" y="861974"/>
                  </a:lnTo>
                  <a:lnTo>
                    <a:pt x="2149298" y="861956"/>
                  </a:lnTo>
                  <a:lnTo>
                    <a:pt x="2149289" y="861956"/>
                  </a:lnTo>
                  <a:lnTo>
                    <a:pt x="2149300" y="862029"/>
                  </a:lnTo>
                  <a:lnTo>
                    <a:pt x="2149340" y="862075"/>
                  </a:lnTo>
                  <a:lnTo>
                    <a:pt x="2149472" y="862112"/>
                  </a:lnTo>
                  <a:lnTo>
                    <a:pt x="2149477" y="862114"/>
                  </a:lnTo>
                  <a:lnTo>
                    <a:pt x="2149506" y="862122"/>
                  </a:lnTo>
                  <a:lnTo>
                    <a:pt x="2149786" y="862130"/>
                  </a:lnTo>
                  <a:lnTo>
                    <a:pt x="2149937" y="862164"/>
                  </a:lnTo>
                  <a:lnTo>
                    <a:pt x="2150076" y="862237"/>
                  </a:lnTo>
                  <a:lnTo>
                    <a:pt x="2150177" y="862333"/>
                  </a:lnTo>
                  <a:lnTo>
                    <a:pt x="2150210" y="862393"/>
                  </a:lnTo>
                  <a:lnTo>
                    <a:pt x="2150227" y="862425"/>
                  </a:lnTo>
                  <a:lnTo>
                    <a:pt x="2150259" y="862484"/>
                  </a:lnTo>
                  <a:lnTo>
                    <a:pt x="2150279" y="862550"/>
                  </a:lnTo>
                  <a:lnTo>
                    <a:pt x="2150338" y="862746"/>
                  </a:lnTo>
                  <a:lnTo>
                    <a:pt x="2150634" y="863723"/>
                  </a:lnTo>
                  <a:lnTo>
                    <a:pt x="2150808" y="863911"/>
                  </a:lnTo>
                  <a:lnTo>
                    <a:pt x="2150888" y="863998"/>
                  </a:lnTo>
                  <a:lnTo>
                    <a:pt x="2151079" y="864203"/>
                  </a:lnTo>
                  <a:lnTo>
                    <a:pt x="2151084" y="864214"/>
                  </a:lnTo>
                  <a:lnTo>
                    <a:pt x="2151111" y="864271"/>
                  </a:lnTo>
                  <a:lnTo>
                    <a:pt x="2151149" y="864351"/>
                  </a:lnTo>
                  <a:lnTo>
                    <a:pt x="2151154" y="864362"/>
                  </a:lnTo>
                  <a:lnTo>
                    <a:pt x="2151156" y="864378"/>
                  </a:lnTo>
                  <a:lnTo>
                    <a:pt x="2151179" y="864616"/>
                  </a:lnTo>
                  <a:lnTo>
                    <a:pt x="2151180" y="864627"/>
                  </a:lnTo>
                  <a:lnTo>
                    <a:pt x="2151087" y="865211"/>
                  </a:lnTo>
                  <a:lnTo>
                    <a:pt x="2151010" y="865698"/>
                  </a:lnTo>
                  <a:lnTo>
                    <a:pt x="2150993" y="865800"/>
                  </a:lnTo>
                  <a:lnTo>
                    <a:pt x="2150986" y="865820"/>
                  </a:lnTo>
                  <a:lnTo>
                    <a:pt x="2150870" y="866126"/>
                  </a:lnTo>
                  <a:lnTo>
                    <a:pt x="2150724" y="866508"/>
                  </a:lnTo>
                  <a:lnTo>
                    <a:pt x="2150650" y="866765"/>
                  </a:lnTo>
                  <a:lnTo>
                    <a:pt x="2150549" y="867113"/>
                  </a:lnTo>
                  <a:lnTo>
                    <a:pt x="2150431" y="867521"/>
                  </a:lnTo>
                  <a:lnTo>
                    <a:pt x="2150627" y="868090"/>
                  </a:lnTo>
                  <a:lnTo>
                    <a:pt x="2151002" y="869184"/>
                  </a:lnTo>
                  <a:lnTo>
                    <a:pt x="2150741" y="869823"/>
                  </a:lnTo>
                  <a:lnTo>
                    <a:pt x="2151170" y="869965"/>
                  </a:lnTo>
                  <a:lnTo>
                    <a:pt x="2151344" y="870023"/>
                  </a:lnTo>
                  <a:lnTo>
                    <a:pt x="2151556" y="870093"/>
                  </a:lnTo>
                  <a:lnTo>
                    <a:pt x="2151539" y="870971"/>
                  </a:lnTo>
                  <a:lnTo>
                    <a:pt x="2151314" y="871057"/>
                  </a:lnTo>
                  <a:lnTo>
                    <a:pt x="2150967" y="871136"/>
                  </a:lnTo>
                  <a:lnTo>
                    <a:pt x="2150542" y="871140"/>
                  </a:lnTo>
                  <a:lnTo>
                    <a:pt x="2150238" y="871046"/>
                  </a:lnTo>
                  <a:lnTo>
                    <a:pt x="2149662" y="870701"/>
                  </a:lnTo>
                  <a:lnTo>
                    <a:pt x="2149279" y="870348"/>
                  </a:lnTo>
                  <a:lnTo>
                    <a:pt x="2149198" y="870297"/>
                  </a:lnTo>
                  <a:lnTo>
                    <a:pt x="2149159" y="870272"/>
                  </a:lnTo>
                  <a:lnTo>
                    <a:pt x="2149033" y="870285"/>
                  </a:lnTo>
                  <a:lnTo>
                    <a:pt x="2149009" y="870289"/>
                  </a:lnTo>
                  <a:lnTo>
                    <a:pt x="2148950" y="870298"/>
                  </a:lnTo>
                  <a:lnTo>
                    <a:pt x="2148948" y="870304"/>
                  </a:lnTo>
                  <a:lnTo>
                    <a:pt x="2148954" y="870581"/>
                  </a:lnTo>
                  <a:lnTo>
                    <a:pt x="2148954" y="870609"/>
                  </a:lnTo>
                  <a:lnTo>
                    <a:pt x="2148962" y="870992"/>
                  </a:lnTo>
                  <a:lnTo>
                    <a:pt x="2148963" y="871038"/>
                  </a:lnTo>
                  <a:lnTo>
                    <a:pt x="2149019" y="871117"/>
                  </a:lnTo>
                  <a:lnTo>
                    <a:pt x="2149081" y="871108"/>
                  </a:lnTo>
                  <a:lnTo>
                    <a:pt x="2149069" y="870789"/>
                  </a:lnTo>
                  <a:lnTo>
                    <a:pt x="2149172" y="870691"/>
                  </a:lnTo>
                  <a:lnTo>
                    <a:pt x="2149321" y="870747"/>
                  </a:lnTo>
                  <a:lnTo>
                    <a:pt x="2149611" y="870932"/>
                  </a:lnTo>
                  <a:lnTo>
                    <a:pt x="2149627" y="870982"/>
                  </a:lnTo>
                  <a:lnTo>
                    <a:pt x="2149596" y="871341"/>
                  </a:lnTo>
                  <a:lnTo>
                    <a:pt x="2149529" y="871647"/>
                  </a:lnTo>
                  <a:lnTo>
                    <a:pt x="2149493" y="871706"/>
                  </a:lnTo>
                  <a:lnTo>
                    <a:pt x="2149448" y="871718"/>
                  </a:lnTo>
                  <a:lnTo>
                    <a:pt x="2148811" y="871784"/>
                  </a:lnTo>
                  <a:lnTo>
                    <a:pt x="2148683" y="871797"/>
                  </a:lnTo>
                  <a:lnTo>
                    <a:pt x="2148681" y="871902"/>
                  </a:lnTo>
                  <a:lnTo>
                    <a:pt x="2148677" y="872140"/>
                  </a:lnTo>
                  <a:lnTo>
                    <a:pt x="2148676" y="872200"/>
                  </a:lnTo>
                  <a:lnTo>
                    <a:pt x="2148676" y="872215"/>
                  </a:lnTo>
                  <a:lnTo>
                    <a:pt x="2148676" y="872222"/>
                  </a:lnTo>
                  <a:lnTo>
                    <a:pt x="2148676" y="872234"/>
                  </a:lnTo>
                  <a:lnTo>
                    <a:pt x="2148676" y="872244"/>
                  </a:lnTo>
                  <a:lnTo>
                    <a:pt x="2148672" y="872480"/>
                  </a:lnTo>
                  <a:lnTo>
                    <a:pt x="2148671" y="872526"/>
                  </a:lnTo>
                  <a:lnTo>
                    <a:pt x="2148670" y="872578"/>
                  </a:lnTo>
                  <a:lnTo>
                    <a:pt x="2148620" y="872609"/>
                  </a:lnTo>
                  <a:lnTo>
                    <a:pt x="2148543" y="872608"/>
                  </a:lnTo>
                  <a:lnTo>
                    <a:pt x="2148437" y="872592"/>
                  </a:lnTo>
                  <a:lnTo>
                    <a:pt x="2148679" y="872713"/>
                  </a:lnTo>
                  <a:lnTo>
                    <a:pt x="2148833" y="872665"/>
                  </a:lnTo>
                  <a:lnTo>
                    <a:pt x="2148895" y="872563"/>
                  </a:lnTo>
                  <a:lnTo>
                    <a:pt x="2148988" y="872409"/>
                  </a:lnTo>
                  <a:lnTo>
                    <a:pt x="2149396" y="872075"/>
                  </a:lnTo>
                  <a:lnTo>
                    <a:pt x="2149791" y="871916"/>
                  </a:lnTo>
                  <a:lnTo>
                    <a:pt x="2150263" y="871855"/>
                  </a:lnTo>
                  <a:lnTo>
                    <a:pt x="2150722" y="871904"/>
                  </a:lnTo>
                  <a:lnTo>
                    <a:pt x="2150933" y="871954"/>
                  </a:lnTo>
                  <a:lnTo>
                    <a:pt x="2151320" y="871954"/>
                  </a:lnTo>
                  <a:lnTo>
                    <a:pt x="2151892" y="871819"/>
                  </a:lnTo>
                  <a:lnTo>
                    <a:pt x="2152003" y="872142"/>
                  </a:lnTo>
                  <a:lnTo>
                    <a:pt x="2152206" y="872732"/>
                  </a:lnTo>
                  <a:lnTo>
                    <a:pt x="2152234" y="873016"/>
                  </a:lnTo>
                  <a:lnTo>
                    <a:pt x="2152443" y="873583"/>
                  </a:lnTo>
                  <a:lnTo>
                    <a:pt x="2152522" y="873672"/>
                  </a:lnTo>
                  <a:lnTo>
                    <a:pt x="2152734" y="873751"/>
                  </a:lnTo>
                  <a:lnTo>
                    <a:pt x="2152788" y="873802"/>
                  </a:lnTo>
                  <a:lnTo>
                    <a:pt x="2152814" y="873826"/>
                  </a:lnTo>
                  <a:lnTo>
                    <a:pt x="2152955" y="873958"/>
                  </a:lnTo>
                  <a:lnTo>
                    <a:pt x="2152975" y="873988"/>
                  </a:lnTo>
                  <a:lnTo>
                    <a:pt x="2153031" y="874074"/>
                  </a:lnTo>
                  <a:lnTo>
                    <a:pt x="2153078" y="874147"/>
                  </a:lnTo>
                  <a:lnTo>
                    <a:pt x="2153083" y="874155"/>
                  </a:lnTo>
                  <a:lnTo>
                    <a:pt x="2153090" y="874166"/>
                  </a:lnTo>
                  <a:lnTo>
                    <a:pt x="2153213" y="874356"/>
                  </a:lnTo>
                  <a:lnTo>
                    <a:pt x="2153211" y="874362"/>
                  </a:lnTo>
                  <a:lnTo>
                    <a:pt x="2153187" y="874442"/>
                  </a:lnTo>
                  <a:lnTo>
                    <a:pt x="2152997" y="875084"/>
                  </a:lnTo>
                  <a:lnTo>
                    <a:pt x="2152905" y="875306"/>
                  </a:lnTo>
                  <a:lnTo>
                    <a:pt x="2152887" y="875364"/>
                  </a:lnTo>
                  <a:lnTo>
                    <a:pt x="2153053" y="875436"/>
                  </a:lnTo>
                  <a:lnTo>
                    <a:pt x="2153059" y="875437"/>
                  </a:lnTo>
                  <a:lnTo>
                    <a:pt x="2153105" y="875446"/>
                  </a:lnTo>
                  <a:lnTo>
                    <a:pt x="2153164" y="875457"/>
                  </a:lnTo>
                  <a:lnTo>
                    <a:pt x="2153372" y="875497"/>
                  </a:lnTo>
                  <a:lnTo>
                    <a:pt x="2153648" y="875471"/>
                  </a:lnTo>
                  <a:lnTo>
                    <a:pt x="2153868" y="875413"/>
                  </a:lnTo>
                  <a:lnTo>
                    <a:pt x="2153922" y="875426"/>
                  </a:lnTo>
                  <a:lnTo>
                    <a:pt x="2154307" y="875596"/>
                  </a:lnTo>
                  <a:lnTo>
                    <a:pt x="2154390" y="875891"/>
                  </a:lnTo>
                  <a:lnTo>
                    <a:pt x="2154567" y="875891"/>
                  </a:lnTo>
                  <a:lnTo>
                    <a:pt x="2155979" y="875893"/>
                  </a:lnTo>
                  <a:lnTo>
                    <a:pt x="2156008" y="875893"/>
                  </a:lnTo>
                  <a:lnTo>
                    <a:pt x="2156521" y="876290"/>
                  </a:lnTo>
                  <a:lnTo>
                    <a:pt x="2156520" y="876348"/>
                  </a:lnTo>
                  <a:lnTo>
                    <a:pt x="2156516" y="876820"/>
                  </a:lnTo>
                  <a:lnTo>
                    <a:pt x="2156534" y="876835"/>
                  </a:lnTo>
                  <a:lnTo>
                    <a:pt x="2156707" y="876968"/>
                  </a:lnTo>
                  <a:lnTo>
                    <a:pt x="2156738" y="876992"/>
                  </a:lnTo>
                  <a:lnTo>
                    <a:pt x="2156799" y="877040"/>
                  </a:lnTo>
                  <a:lnTo>
                    <a:pt x="2156823" y="877053"/>
                  </a:lnTo>
                  <a:lnTo>
                    <a:pt x="2156873" y="877081"/>
                  </a:lnTo>
                  <a:lnTo>
                    <a:pt x="2156884" y="877088"/>
                  </a:lnTo>
                  <a:lnTo>
                    <a:pt x="2156899" y="877096"/>
                  </a:lnTo>
                  <a:lnTo>
                    <a:pt x="2156910" y="877102"/>
                  </a:lnTo>
                  <a:lnTo>
                    <a:pt x="2156994" y="877150"/>
                  </a:lnTo>
                  <a:lnTo>
                    <a:pt x="2157129" y="877313"/>
                  </a:lnTo>
                  <a:lnTo>
                    <a:pt x="2157245" y="877455"/>
                  </a:lnTo>
                  <a:lnTo>
                    <a:pt x="2157265" y="877466"/>
                  </a:lnTo>
                  <a:lnTo>
                    <a:pt x="2157314" y="877494"/>
                  </a:lnTo>
                  <a:lnTo>
                    <a:pt x="2157419" y="877555"/>
                  </a:lnTo>
                  <a:lnTo>
                    <a:pt x="2157563" y="877638"/>
                  </a:lnTo>
                  <a:lnTo>
                    <a:pt x="2157632" y="877678"/>
                  </a:lnTo>
                  <a:lnTo>
                    <a:pt x="2157851" y="877804"/>
                  </a:lnTo>
                  <a:lnTo>
                    <a:pt x="2158033" y="877909"/>
                  </a:lnTo>
                  <a:lnTo>
                    <a:pt x="2158215" y="878013"/>
                  </a:lnTo>
                  <a:lnTo>
                    <a:pt x="2158423" y="878211"/>
                  </a:lnTo>
                  <a:lnTo>
                    <a:pt x="2159081" y="878836"/>
                  </a:lnTo>
                  <a:lnTo>
                    <a:pt x="2159234" y="878981"/>
                  </a:lnTo>
                  <a:lnTo>
                    <a:pt x="2159360" y="879101"/>
                  </a:lnTo>
                  <a:lnTo>
                    <a:pt x="2159665" y="878864"/>
                  </a:lnTo>
                  <a:lnTo>
                    <a:pt x="2160219" y="878556"/>
                  </a:lnTo>
                  <a:lnTo>
                    <a:pt x="2160381" y="878776"/>
                  </a:lnTo>
                  <a:lnTo>
                    <a:pt x="2160497" y="878934"/>
                  </a:lnTo>
                  <a:lnTo>
                    <a:pt x="2160666" y="879164"/>
                  </a:lnTo>
                  <a:lnTo>
                    <a:pt x="2160895" y="878215"/>
                  </a:lnTo>
                  <a:lnTo>
                    <a:pt x="2160957" y="877960"/>
                  </a:lnTo>
                  <a:lnTo>
                    <a:pt x="2161014" y="877725"/>
                  </a:lnTo>
                  <a:lnTo>
                    <a:pt x="2161465" y="877971"/>
                  </a:lnTo>
                  <a:lnTo>
                    <a:pt x="2161839" y="878174"/>
                  </a:lnTo>
                  <a:lnTo>
                    <a:pt x="2162263" y="878244"/>
                  </a:lnTo>
                  <a:lnTo>
                    <a:pt x="2163269" y="878409"/>
                  </a:lnTo>
                  <a:lnTo>
                    <a:pt x="2163196" y="880055"/>
                  </a:lnTo>
                  <a:lnTo>
                    <a:pt x="2164289" y="879973"/>
                  </a:lnTo>
                  <a:lnTo>
                    <a:pt x="2164233" y="879619"/>
                  </a:lnTo>
                  <a:lnTo>
                    <a:pt x="2164176" y="879253"/>
                  </a:lnTo>
                  <a:lnTo>
                    <a:pt x="2164139" y="878721"/>
                  </a:lnTo>
                  <a:lnTo>
                    <a:pt x="2164393" y="878358"/>
                  </a:lnTo>
                  <a:lnTo>
                    <a:pt x="2165224" y="878644"/>
                  </a:lnTo>
                  <a:lnTo>
                    <a:pt x="2166085" y="879389"/>
                  </a:lnTo>
                  <a:lnTo>
                    <a:pt x="2166715" y="879456"/>
                  </a:lnTo>
                  <a:lnTo>
                    <a:pt x="2167507" y="879205"/>
                  </a:lnTo>
                  <a:lnTo>
                    <a:pt x="2167965" y="879327"/>
                  </a:lnTo>
                  <a:lnTo>
                    <a:pt x="2168199" y="879907"/>
                  </a:lnTo>
                  <a:lnTo>
                    <a:pt x="2168002" y="880357"/>
                  </a:lnTo>
                  <a:lnTo>
                    <a:pt x="2167790" y="881538"/>
                  </a:lnTo>
                  <a:lnTo>
                    <a:pt x="2168303" y="881770"/>
                  </a:lnTo>
                  <a:lnTo>
                    <a:pt x="2168317" y="882266"/>
                  </a:lnTo>
                  <a:lnTo>
                    <a:pt x="2166470" y="885485"/>
                  </a:lnTo>
                  <a:lnTo>
                    <a:pt x="2166563" y="885477"/>
                  </a:lnTo>
                  <a:lnTo>
                    <a:pt x="2166599" y="885474"/>
                  </a:lnTo>
                  <a:lnTo>
                    <a:pt x="2166723" y="885464"/>
                  </a:lnTo>
                  <a:lnTo>
                    <a:pt x="2166744" y="885463"/>
                  </a:lnTo>
                  <a:lnTo>
                    <a:pt x="2166778" y="885460"/>
                  </a:lnTo>
                  <a:lnTo>
                    <a:pt x="2166844" y="885454"/>
                  </a:lnTo>
                  <a:lnTo>
                    <a:pt x="2166878" y="885452"/>
                  </a:lnTo>
                  <a:lnTo>
                    <a:pt x="2166964" y="885445"/>
                  </a:lnTo>
                  <a:lnTo>
                    <a:pt x="2166998" y="885433"/>
                  </a:lnTo>
                  <a:lnTo>
                    <a:pt x="2167011" y="885429"/>
                  </a:lnTo>
                  <a:lnTo>
                    <a:pt x="2167085" y="885404"/>
                  </a:lnTo>
                  <a:lnTo>
                    <a:pt x="2167143" y="885385"/>
                  </a:lnTo>
                  <a:lnTo>
                    <a:pt x="2167230" y="885356"/>
                  </a:lnTo>
                  <a:lnTo>
                    <a:pt x="2167273" y="885324"/>
                  </a:lnTo>
                  <a:lnTo>
                    <a:pt x="2167523" y="885138"/>
                  </a:lnTo>
                  <a:lnTo>
                    <a:pt x="2167714" y="885083"/>
                  </a:lnTo>
                  <a:lnTo>
                    <a:pt x="2167788" y="885114"/>
                  </a:lnTo>
                  <a:lnTo>
                    <a:pt x="2167869" y="885190"/>
                  </a:lnTo>
                  <a:lnTo>
                    <a:pt x="2167905" y="885261"/>
                  </a:lnTo>
                  <a:lnTo>
                    <a:pt x="2167956" y="885287"/>
                  </a:lnTo>
                  <a:lnTo>
                    <a:pt x="2168076" y="885331"/>
                  </a:lnTo>
                  <a:lnTo>
                    <a:pt x="2168204" y="885323"/>
                  </a:lnTo>
                  <a:lnTo>
                    <a:pt x="2168410" y="885201"/>
                  </a:lnTo>
                  <a:lnTo>
                    <a:pt x="2168476" y="885102"/>
                  </a:lnTo>
                  <a:lnTo>
                    <a:pt x="2168486" y="885030"/>
                  </a:lnTo>
                  <a:lnTo>
                    <a:pt x="2168593" y="884910"/>
                  </a:lnTo>
                  <a:lnTo>
                    <a:pt x="2168792" y="884825"/>
                  </a:lnTo>
                  <a:lnTo>
                    <a:pt x="2168984" y="884778"/>
                  </a:lnTo>
                  <a:lnTo>
                    <a:pt x="2169347" y="884902"/>
                  </a:lnTo>
                  <a:lnTo>
                    <a:pt x="2169499" y="885033"/>
                  </a:lnTo>
                  <a:lnTo>
                    <a:pt x="2169517" y="885077"/>
                  </a:lnTo>
                  <a:lnTo>
                    <a:pt x="2169534" y="885121"/>
                  </a:lnTo>
                  <a:lnTo>
                    <a:pt x="2169571" y="885211"/>
                  </a:lnTo>
                  <a:lnTo>
                    <a:pt x="2169610" y="885307"/>
                  </a:lnTo>
                  <a:lnTo>
                    <a:pt x="2169664" y="885441"/>
                  </a:lnTo>
                  <a:lnTo>
                    <a:pt x="2169839" y="885836"/>
                  </a:lnTo>
                  <a:lnTo>
                    <a:pt x="2169871" y="885911"/>
                  </a:lnTo>
                  <a:lnTo>
                    <a:pt x="2169867" y="885932"/>
                  </a:lnTo>
                  <a:lnTo>
                    <a:pt x="2169865" y="885972"/>
                  </a:lnTo>
                  <a:lnTo>
                    <a:pt x="2169958" y="886268"/>
                  </a:lnTo>
                  <a:lnTo>
                    <a:pt x="2170055" y="886497"/>
                  </a:lnTo>
                  <a:lnTo>
                    <a:pt x="2170110" y="886627"/>
                  </a:lnTo>
                  <a:lnTo>
                    <a:pt x="2170140" y="886639"/>
                  </a:lnTo>
                  <a:lnTo>
                    <a:pt x="2170158" y="886646"/>
                  </a:lnTo>
                  <a:lnTo>
                    <a:pt x="2170238" y="886664"/>
                  </a:lnTo>
                  <a:lnTo>
                    <a:pt x="2170363" y="886677"/>
                  </a:lnTo>
                  <a:lnTo>
                    <a:pt x="2170371" y="886663"/>
                  </a:lnTo>
                  <a:lnTo>
                    <a:pt x="2170376" y="886655"/>
                  </a:lnTo>
                  <a:lnTo>
                    <a:pt x="2170381" y="886647"/>
                  </a:lnTo>
                  <a:lnTo>
                    <a:pt x="2170392" y="886622"/>
                  </a:lnTo>
                  <a:lnTo>
                    <a:pt x="2170392" y="886601"/>
                  </a:lnTo>
                  <a:lnTo>
                    <a:pt x="2170393" y="886504"/>
                  </a:lnTo>
                  <a:lnTo>
                    <a:pt x="2170391" y="886472"/>
                  </a:lnTo>
                  <a:lnTo>
                    <a:pt x="2170388" y="886429"/>
                  </a:lnTo>
                  <a:lnTo>
                    <a:pt x="2170387" y="886399"/>
                  </a:lnTo>
                  <a:lnTo>
                    <a:pt x="2170385" y="886361"/>
                  </a:lnTo>
                  <a:lnTo>
                    <a:pt x="2170389" y="886354"/>
                  </a:lnTo>
                  <a:lnTo>
                    <a:pt x="2170437" y="886329"/>
                  </a:lnTo>
                  <a:lnTo>
                    <a:pt x="2170446" y="886326"/>
                  </a:lnTo>
                  <a:lnTo>
                    <a:pt x="2170509" y="886299"/>
                  </a:lnTo>
                  <a:lnTo>
                    <a:pt x="2170529" y="886274"/>
                  </a:lnTo>
                  <a:lnTo>
                    <a:pt x="2170550" y="886247"/>
                  </a:lnTo>
                  <a:lnTo>
                    <a:pt x="2170589" y="886074"/>
                  </a:lnTo>
                  <a:lnTo>
                    <a:pt x="2170588" y="886056"/>
                  </a:lnTo>
                  <a:lnTo>
                    <a:pt x="2170577" y="885855"/>
                  </a:lnTo>
                  <a:lnTo>
                    <a:pt x="2170570" y="885718"/>
                  </a:lnTo>
                  <a:lnTo>
                    <a:pt x="2170558" y="885324"/>
                  </a:lnTo>
                  <a:lnTo>
                    <a:pt x="2170601" y="885254"/>
                  </a:lnTo>
                  <a:lnTo>
                    <a:pt x="2170760" y="885132"/>
                  </a:lnTo>
                  <a:lnTo>
                    <a:pt x="2171021" y="885002"/>
                  </a:lnTo>
                  <a:lnTo>
                    <a:pt x="2171085" y="884976"/>
                  </a:lnTo>
                  <a:lnTo>
                    <a:pt x="2171428" y="884836"/>
                  </a:lnTo>
                  <a:lnTo>
                    <a:pt x="2171533" y="884822"/>
                  </a:lnTo>
                  <a:lnTo>
                    <a:pt x="2171709" y="884799"/>
                  </a:lnTo>
                  <a:lnTo>
                    <a:pt x="2171873" y="884656"/>
                  </a:lnTo>
                  <a:lnTo>
                    <a:pt x="2171905" y="884515"/>
                  </a:lnTo>
                  <a:lnTo>
                    <a:pt x="2171933" y="884445"/>
                  </a:lnTo>
                  <a:lnTo>
                    <a:pt x="2172027" y="884247"/>
                  </a:lnTo>
                  <a:lnTo>
                    <a:pt x="2172086" y="884181"/>
                  </a:lnTo>
                  <a:lnTo>
                    <a:pt x="2172172" y="884144"/>
                  </a:lnTo>
                  <a:lnTo>
                    <a:pt x="2172208" y="884138"/>
                  </a:lnTo>
                  <a:lnTo>
                    <a:pt x="2172257" y="884133"/>
                  </a:lnTo>
                  <a:lnTo>
                    <a:pt x="2172443" y="884105"/>
                  </a:lnTo>
                  <a:lnTo>
                    <a:pt x="2172446" y="884070"/>
                  </a:lnTo>
                  <a:lnTo>
                    <a:pt x="2172456" y="883929"/>
                  </a:lnTo>
                  <a:lnTo>
                    <a:pt x="2172636" y="883872"/>
                  </a:lnTo>
                  <a:lnTo>
                    <a:pt x="2172721" y="883851"/>
                  </a:lnTo>
                  <a:lnTo>
                    <a:pt x="2172812" y="883851"/>
                  </a:lnTo>
                  <a:lnTo>
                    <a:pt x="2173381" y="883851"/>
                  </a:lnTo>
                  <a:lnTo>
                    <a:pt x="2174979" y="883935"/>
                  </a:lnTo>
                  <a:lnTo>
                    <a:pt x="2174979" y="883965"/>
                  </a:lnTo>
                  <a:lnTo>
                    <a:pt x="2174978" y="884087"/>
                  </a:lnTo>
                  <a:lnTo>
                    <a:pt x="2175011" y="884091"/>
                  </a:lnTo>
                  <a:lnTo>
                    <a:pt x="2176432" y="884113"/>
                  </a:lnTo>
                  <a:lnTo>
                    <a:pt x="2176681" y="884116"/>
                  </a:lnTo>
                  <a:lnTo>
                    <a:pt x="2176697" y="884148"/>
                  </a:lnTo>
                  <a:lnTo>
                    <a:pt x="2176544" y="884738"/>
                  </a:lnTo>
                  <a:lnTo>
                    <a:pt x="2176530" y="884794"/>
                  </a:lnTo>
                  <a:lnTo>
                    <a:pt x="2176648" y="885065"/>
                  </a:lnTo>
                  <a:lnTo>
                    <a:pt x="2176660" y="885093"/>
                  </a:lnTo>
                  <a:lnTo>
                    <a:pt x="2176734" y="885263"/>
                  </a:lnTo>
                  <a:lnTo>
                    <a:pt x="2176932" y="885562"/>
                  </a:lnTo>
                  <a:lnTo>
                    <a:pt x="2176964" y="885610"/>
                  </a:lnTo>
                  <a:lnTo>
                    <a:pt x="2177029" y="885598"/>
                  </a:lnTo>
                  <a:lnTo>
                    <a:pt x="2177055" y="885593"/>
                  </a:lnTo>
                  <a:lnTo>
                    <a:pt x="2177067" y="885591"/>
                  </a:lnTo>
                  <a:lnTo>
                    <a:pt x="2177212" y="885567"/>
                  </a:lnTo>
                  <a:lnTo>
                    <a:pt x="2177250" y="885248"/>
                  </a:lnTo>
                  <a:lnTo>
                    <a:pt x="2177407" y="885080"/>
                  </a:lnTo>
                  <a:lnTo>
                    <a:pt x="2177789" y="885112"/>
                  </a:lnTo>
                  <a:lnTo>
                    <a:pt x="2177816" y="884879"/>
                  </a:lnTo>
                  <a:lnTo>
                    <a:pt x="2177904" y="884139"/>
                  </a:lnTo>
                  <a:lnTo>
                    <a:pt x="2178080" y="884141"/>
                  </a:lnTo>
                  <a:lnTo>
                    <a:pt x="2178198" y="884142"/>
                  </a:lnTo>
                  <a:lnTo>
                    <a:pt x="2178210" y="884072"/>
                  </a:lnTo>
                  <a:lnTo>
                    <a:pt x="2178288" y="883653"/>
                  </a:lnTo>
                  <a:lnTo>
                    <a:pt x="2180681" y="883604"/>
                  </a:lnTo>
                  <a:lnTo>
                    <a:pt x="2180725" y="883632"/>
                  </a:lnTo>
                  <a:lnTo>
                    <a:pt x="2180700" y="884470"/>
                  </a:lnTo>
                  <a:lnTo>
                    <a:pt x="2180692" y="884737"/>
                  </a:lnTo>
                  <a:lnTo>
                    <a:pt x="2180678" y="885236"/>
                  </a:lnTo>
                  <a:lnTo>
                    <a:pt x="2180666" y="885644"/>
                  </a:lnTo>
                  <a:lnTo>
                    <a:pt x="2180619" y="886074"/>
                  </a:lnTo>
                  <a:lnTo>
                    <a:pt x="2180588" y="886355"/>
                  </a:lnTo>
                  <a:lnTo>
                    <a:pt x="2180566" y="886556"/>
                  </a:lnTo>
                  <a:lnTo>
                    <a:pt x="2180431" y="886860"/>
                  </a:lnTo>
                  <a:lnTo>
                    <a:pt x="2180392" y="886947"/>
                  </a:lnTo>
                  <a:lnTo>
                    <a:pt x="2180389" y="887291"/>
                  </a:lnTo>
                  <a:lnTo>
                    <a:pt x="2180389" y="887314"/>
                  </a:lnTo>
                  <a:lnTo>
                    <a:pt x="2180458" y="887387"/>
                  </a:lnTo>
                  <a:lnTo>
                    <a:pt x="2180533" y="887464"/>
                  </a:lnTo>
                  <a:lnTo>
                    <a:pt x="2180612" y="887492"/>
                  </a:lnTo>
                  <a:lnTo>
                    <a:pt x="2180762" y="887544"/>
                  </a:lnTo>
                  <a:lnTo>
                    <a:pt x="2181139" y="887595"/>
                  </a:lnTo>
                  <a:lnTo>
                    <a:pt x="2181184" y="887599"/>
                  </a:lnTo>
                  <a:lnTo>
                    <a:pt x="2181218" y="887525"/>
                  </a:lnTo>
                  <a:lnTo>
                    <a:pt x="2181207" y="887449"/>
                  </a:lnTo>
                  <a:lnTo>
                    <a:pt x="2181183" y="887276"/>
                  </a:lnTo>
                  <a:lnTo>
                    <a:pt x="2181162" y="887250"/>
                  </a:lnTo>
                  <a:lnTo>
                    <a:pt x="2181136" y="887216"/>
                  </a:lnTo>
                  <a:lnTo>
                    <a:pt x="2181108" y="887180"/>
                  </a:lnTo>
                  <a:lnTo>
                    <a:pt x="2181080" y="887125"/>
                  </a:lnTo>
                  <a:lnTo>
                    <a:pt x="2181052" y="887069"/>
                  </a:lnTo>
                  <a:lnTo>
                    <a:pt x="2181004" y="886974"/>
                  </a:lnTo>
                  <a:lnTo>
                    <a:pt x="2180986" y="886913"/>
                  </a:lnTo>
                  <a:lnTo>
                    <a:pt x="2180946" y="886777"/>
                  </a:lnTo>
                  <a:lnTo>
                    <a:pt x="2180927" y="886715"/>
                  </a:lnTo>
                  <a:lnTo>
                    <a:pt x="2180928" y="886709"/>
                  </a:lnTo>
                  <a:lnTo>
                    <a:pt x="2180949" y="886677"/>
                  </a:lnTo>
                  <a:lnTo>
                    <a:pt x="2181016" y="886709"/>
                  </a:lnTo>
                  <a:lnTo>
                    <a:pt x="2181040" y="886728"/>
                  </a:lnTo>
                  <a:lnTo>
                    <a:pt x="2181052" y="886702"/>
                  </a:lnTo>
                  <a:lnTo>
                    <a:pt x="2181067" y="886662"/>
                  </a:lnTo>
                  <a:lnTo>
                    <a:pt x="2181079" y="886630"/>
                  </a:lnTo>
                  <a:lnTo>
                    <a:pt x="2181094" y="886561"/>
                  </a:lnTo>
                  <a:lnTo>
                    <a:pt x="2181133" y="886372"/>
                  </a:lnTo>
                  <a:lnTo>
                    <a:pt x="2181153" y="886367"/>
                  </a:lnTo>
                  <a:lnTo>
                    <a:pt x="2181159" y="886349"/>
                  </a:lnTo>
                  <a:lnTo>
                    <a:pt x="2181211" y="886125"/>
                  </a:lnTo>
                  <a:lnTo>
                    <a:pt x="2181217" y="886055"/>
                  </a:lnTo>
                  <a:lnTo>
                    <a:pt x="2181221" y="886042"/>
                  </a:lnTo>
                  <a:lnTo>
                    <a:pt x="2181228" y="886020"/>
                  </a:lnTo>
                  <a:lnTo>
                    <a:pt x="2181287" y="885831"/>
                  </a:lnTo>
                  <a:lnTo>
                    <a:pt x="2181303" y="885779"/>
                  </a:lnTo>
                  <a:lnTo>
                    <a:pt x="2181352" y="885752"/>
                  </a:lnTo>
                  <a:lnTo>
                    <a:pt x="2181498" y="885669"/>
                  </a:lnTo>
                  <a:lnTo>
                    <a:pt x="2181572" y="885617"/>
                  </a:lnTo>
                  <a:lnTo>
                    <a:pt x="2181618" y="885575"/>
                  </a:lnTo>
                  <a:lnTo>
                    <a:pt x="2181662" y="885534"/>
                  </a:lnTo>
                  <a:lnTo>
                    <a:pt x="2181710" y="885496"/>
                  </a:lnTo>
                  <a:lnTo>
                    <a:pt x="2181831" y="885397"/>
                  </a:lnTo>
                  <a:lnTo>
                    <a:pt x="2181984" y="885276"/>
                  </a:lnTo>
                  <a:lnTo>
                    <a:pt x="2182034" y="885210"/>
                  </a:lnTo>
                  <a:lnTo>
                    <a:pt x="2182041" y="885204"/>
                  </a:lnTo>
                  <a:lnTo>
                    <a:pt x="2182030" y="885185"/>
                  </a:lnTo>
                  <a:lnTo>
                    <a:pt x="2182024" y="885175"/>
                  </a:lnTo>
                  <a:lnTo>
                    <a:pt x="2182019" y="885167"/>
                  </a:lnTo>
                  <a:lnTo>
                    <a:pt x="2181910" y="884997"/>
                  </a:lnTo>
                  <a:lnTo>
                    <a:pt x="2181847" y="884897"/>
                  </a:lnTo>
                  <a:lnTo>
                    <a:pt x="2181823" y="884859"/>
                  </a:lnTo>
                  <a:lnTo>
                    <a:pt x="2181822" y="884850"/>
                  </a:lnTo>
                  <a:lnTo>
                    <a:pt x="2181825" y="884844"/>
                  </a:lnTo>
                  <a:lnTo>
                    <a:pt x="2181850" y="884829"/>
                  </a:lnTo>
                  <a:lnTo>
                    <a:pt x="2181849" y="884787"/>
                  </a:lnTo>
                  <a:lnTo>
                    <a:pt x="2181931" y="884734"/>
                  </a:lnTo>
                  <a:lnTo>
                    <a:pt x="2181967" y="884704"/>
                  </a:lnTo>
                  <a:lnTo>
                    <a:pt x="2181985" y="884689"/>
                  </a:lnTo>
                  <a:lnTo>
                    <a:pt x="2182131" y="884600"/>
                  </a:lnTo>
                  <a:lnTo>
                    <a:pt x="2182200" y="884558"/>
                  </a:lnTo>
                  <a:lnTo>
                    <a:pt x="2182406" y="884433"/>
                  </a:lnTo>
                  <a:lnTo>
                    <a:pt x="2182418" y="884426"/>
                  </a:lnTo>
                  <a:lnTo>
                    <a:pt x="2182443" y="884411"/>
                  </a:lnTo>
                  <a:lnTo>
                    <a:pt x="2182478" y="884390"/>
                  </a:lnTo>
                  <a:lnTo>
                    <a:pt x="2182569" y="884334"/>
                  </a:lnTo>
                  <a:lnTo>
                    <a:pt x="2182618" y="884305"/>
                  </a:lnTo>
                  <a:lnTo>
                    <a:pt x="2182640" y="884291"/>
                  </a:lnTo>
                  <a:lnTo>
                    <a:pt x="2182826" y="884206"/>
                  </a:lnTo>
                  <a:lnTo>
                    <a:pt x="2182775" y="884125"/>
                  </a:lnTo>
                  <a:lnTo>
                    <a:pt x="2182501" y="883690"/>
                  </a:lnTo>
                  <a:lnTo>
                    <a:pt x="2183419" y="883248"/>
                  </a:lnTo>
                  <a:lnTo>
                    <a:pt x="2183942" y="882997"/>
                  </a:lnTo>
                  <a:lnTo>
                    <a:pt x="2184171" y="882886"/>
                  </a:lnTo>
                  <a:lnTo>
                    <a:pt x="2184172" y="883234"/>
                  </a:lnTo>
                  <a:lnTo>
                    <a:pt x="2186525" y="883001"/>
                  </a:lnTo>
                  <a:lnTo>
                    <a:pt x="2186470" y="883504"/>
                  </a:lnTo>
                  <a:lnTo>
                    <a:pt x="2186499" y="883848"/>
                  </a:lnTo>
                  <a:lnTo>
                    <a:pt x="2186516" y="884062"/>
                  </a:lnTo>
                  <a:lnTo>
                    <a:pt x="2186543" y="884069"/>
                  </a:lnTo>
                  <a:lnTo>
                    <a:pt x="2187971" y="883937"/>
                  </a:lnTo>
                  <a:lnTo>
                    <a:pt x="2187935" y="883205"/>
                  </a:lnTo>
                  <a:lnTo>
                    <a:pt x="2187920" y="882904"/>
                  </a:lnTo>
                  <a:lnTo>
                    <a:pt x="2188747" y="882834"/>
                  </a:lnTo>
                  <a:lnTo>
                    <a:pt x="2188813" y="883323"/>
                  </a:lnTo>
                  <a:lnTo>
                    <a:pt x="2188826" y="883417"/>
                  </a:lnTo>
                  <a:lnTo>
                    <a:pt x="2189010" y="883855"/>
                  </a:lnTo>
                  <a:lnTo>
                    <a:pt x="2189066" y="883853"/>
                  </a:lnTo>
                  <a:lnTo>
                    <a:pt x="2189392" y="883812"/>
                  </a:lnTo>
                  <a:lnTo>
                    <a:pt x="2189466" y="883803"/>
                  </a:lnTo>
                  <a:lnTo>
                    <a:pt x="2190124" y="883719"/>
                  </a:lnTo>
                  <a:lnTo>
                    <a:pt x="2190082" y="882897"/>
                  </a:lnTo>
                  <a:lnTo>
                    <a:pt x="2190163" y="882703"/>
                  </a:lnTo>
                  <a:lnTo>
                    <a:pt x="2190421" y="882510"/>
                  </a:lnTo>
                  <a:lnTo>
                    <a:pt x="2190505" y="882447"/>
                  </a:lnTo>
                  <a:lnTo>
                    <a:pt x="2191339" y="881821"/>
                  </a:lnTo>
                  <a:lnTo>
                    <a:pt x="2191361" y="881784"/>
                  </a:lnTo>
                  <a:lnTo>
                    <a:pt x="2191367" y="881305"/>
                  </a:lnTo>
                  <a:lnTo>
                    <a:pt x="2191407" y="881240"/>
                  </a:lnTo>
                  <a:lnTo>
                    <a:pt x="2191830" y="880886"/>
                  </a:lnTo>
                  <a:lnTo>
                    <a:pt x="2191981" y="880760"/>
                  </a:lnTo>
                  <a:lnTo>
                    <a:pt x="2192350" y="880496"/>
                  </a:lnTo>
                  <a:lnTo>
                    <a:pt x="2192831" y="880179"/>
                  </a:lnTo>
                  <a:lnTo>
                    <a:pt x="2192837" y="880364"/>
                  </a:lnTo>
                  <a:lnTo>
                    <a:pt x="2193086" y="880263"/>
                  </a:lnTo>
                  <a:lnTo>
                    <a:pt x="2193125" y="880240"/>
                  </a:lnTo>
                  <a:lnTo>
                    <a:pt x="2193244" y="880154"/>
                  </a:lnTo>
                  <a:lnTo>
                    <a:pt x="2193318" y="880107"/>
                  </a:lnTo>
                  <a:lnTo>
                    <a:pt x="2193430" y="880037"/>
                  </a:lnTo>
                  <a:lnTo>
                    <a:pt x="2194239" y="879530"/>
                  </a:lnTo>
                  <a:lnTo>
                    <a:pt x="2194341" y="879428"/>
                  </a:lnTo>
                  <a:lnTo>
                    <a:pt x="2194386" y="879357"/>
                  </a:lnTo>
                  <a:lnTo>
                    <a:pt x="2194469" y="879228"/>
                  </a:lnTo>
                  <a:lnTo>
                    <a:pt x="2194475" y="879136"/>
                  </a:lnTo>
                  <a:lnTo>
                    <a:pt x="2193952" y="878830"/>
                  </a:lnTo>
                  <a:lnTo>
                    <a:pt x="2193811" y="878827"/>
                  </a:lnTo>
                  <a:lnTo>
                    <a:pt x="2193809" y="878767"/>
                  </a:lnTo>
                  <a:lnTo>
                    <a:pt x="2193986" y="878772"/>
                  </a:lnTo>
                  <a:lnTo>
                    <a:pt x="2194526" y="879078"/>
                  </a:lnTo>
                  <a:lnTo>
                    <a:pt x="2194599" y="878993"/>
                  </a:lnTo>
                  <a:lnTo>
                    <a:pt x="2194623" y="878966"/>
                  </a:lnTo>
                  <a:lnTo>
                    <a:pt x="2195092" y="878454"/>
                  </a:lnTo>
                  <a:lnTo>
                    <a:pt x="2195151" y="878406"/>
                  </a:lnTo>
                  <a:lnTo>
                    <a:pt x="2195191" y="878373"/>
                  </a:lnTo>
                  <a:lnTo>
                    <a:pt x="2195395" y="878205"/>
                  </a:lnTo>
                  <a:lnTo>
                    <a:pt x="2195994" y="878043"/>
                  </a:lnTo>
                  <a:lnTo>
                    <a:pt x="2195850" y="877709"/>
                  </a:lnTo>
                  <a:lnTo>
                    <a:pt x="2195920" y="877689"/>
                  </a:lnTo>
                  <a:lnTo>
                    <a:pt x="2196116" y="877636"/>
                  </a:lnTo>
                  <a:lnTo>
                    <a:pt x="2196364" y="877498"/>
                  </a:lnTo>
                  <a:lnTo>
                    <a:pt x="2196601" y="877110"/>
                  </a:lnTo>
                  <a:lnTo>
                    <a:pt x="2196689" y="876502"/>
                  </a:lnTo>
                  <a:lnTo>
                    <a:pt x="2196089" y="876506"/>
                  </a:lnTo>
                  <a:lnTo>
                    <a:pt x="2196109" y="876388"/>
                  </a:lnTo>
                  <a:lnTo>
                    <a:pt x="2196143" y="876193"/>
                  </a:lnTo>
                  <a:lnTo>
                    <a:pt x="2197013" y="876335"/>
                  </a:lnTo>
                  <a:lnTo>
                    <a:pt x="2197035" y="876270"/>
                  </a:lnTo>
                  <a:lnTo>
                    <a:pt x="2197108" y="876052"/>
                  </a:lnTo>
                  <a:lnTo>
                    <a:pt x="2197136" y="876036"/>
                  </a:lnTo>
                  <a:lnTo>
                    <a:pt x="2197164" y="876064"/>
                  </a:lnTo>
                  <a:lnTo>
                    <a:pt x="2197166" y="875901"/>
                  </a:lnTo>
                  <a:lnTo>
                    <a:pt x="2197221" y="875400"/>
                  </a:lnTo>
                  <a:lnTo>
                    <a:pt x="2197202" y="875396"/>
                  </a:lnTo>
                  <a:lnTo>
                    <a:pt x="2196630" y="875280"/>
                  </a:lnTo>
                  <a:lnTo>
                    <a:pt x="2196563" y="875108"/>
                  </a:lnTo>
                  <a:lnTo>
                    <a:pt x="2196502" y="874949"/>
                  </a:lnTo>
                  <a:lnTo>
                    <a:pt x="2196506" y="874747"/>
                  </a:lnTo>
                  <a:lnTo>
                    <a:pt x="2196642" y="874398"/>
                  </a:lnTo>
                  <a:lnTo>
                    <a:pt x="2196660" y="874352"/>
                  </a:lnTo>
                  <a:lnTo>
                    <a:pt x="2196726" y="874365"/>
                  </a:lnTo>
                  <a:lnTo>
                    <a:pt x="2196788" y="874378"/>
                  </a:lnTo>
                  <a:lnTo>
                    <a:pt x="2196768" y="874519"/>
                  </a:lnTo>
                  <a:lnTo>
                    <a:pt x="2196962" y="874610"/>
                  </a:lnTo>
                  <a:lnTo>
                    <a:pt x="2197004" y="874629"/>
                  </a:lnTo>
                  <a:lnTo>
                    <a:pt x="2197110" y="874679"/>
                  </a:lnTo>
                  <a:lnTo>
                    <a:pt x="2197311" y="874709"/>
                  </a:lnTo>
                  <a:lnTo>
                    <a:pt x="2197383" y="874462"/>
                  </a:lnTo>
                  <a:lnTo>
                    <a:pt x="2197234" y="874443"/>
                  </a:lnTo>
                  <a:lnTo>
                    <a:pt x="2197243" y="874339"/>
                  </a:lnTo>
                  <a:lnTo>
                    <a:pt x="2197537" y="874345"/>
                  </a:lnTo>
                  <a:lnTo>
                    <a:pt x="2197498" y="874177"/>
                  </a:lnTo>
                  <a:lnTo>
                    <a:pt x="2197432" y="874100"/>
                  </a:lnTo>
                  <a:lnTo>
                    <a:pt x="2197186" y="873817"/>
                  </a:lnTo>
                  <a:lnTo>
                    <a:pt x="2196892" y="873778"/>
                  </a:lnTo>
                  <a:lnTo>
                    <a:pt x="2196585" y="873835"/>
                  </a:lnTo>
                  <a:lnTo>
                    <a:pt x="2196561" y="873754"/>
                  </a:lnTo>
                  <a:lnTo>
                    <a:pt x="2196559" y="873745"/>
                  </a:lnTo>
                  <a:lnTo>
                    <a:pt x="2196463" y="873392"/>
                  </a:lnTo>
                  <a:lnTo>
                    <a:pt x="2196260" y="873009"/>
                  </a:lnTo>
                  <a:lnTo>
                    <a:pt x="2196148" y="872887"/>
                  </a:lnTo>
                  <a:lnTo>
                    <a:pt x="2196218" y="872621"/>
                  </a:lnTo>
                  <a:lnTo>
                    <a:pt x="2196233" y="872565"/>
                  </a:lnTo>
                  <a:lnTo>
                    <a:pt x="2196240" y="872529"/>
                  </a:lnTo>
                  <a:lnTo>
                    <a:pt x="2196235" y="872524"/>
                  </a:lnTo>
                  <a:lnTo>
                    <a:pt x="2196176" y="872452"/>
                  </a:lnTo>
                  <a:lnTo>
                    <a:pt x="2196081" y="872354"/>
                  </a:lnTo>
                  <a:lnTo>
                    <a:pt x="2195667" y="872586"/>
                  </a:lnTo>
                  <a:lnTo>
                    <a:pt x="2195580" y="873007"/>
                  </a:lnTo>
                  <a:lnTo>
                    <a:pt x="2195337" y="872954"/>
                  </a:lnTo>
                  <a:lnTo>
                    <a:pt x="2195296" y="872946"/>
                  </a:lnTo>
                  <a:lnTo>
                    <a:pt x="2195292" y="872943"/>
                  </a:lnTo>
                  <a:lnTo>
                    <a:pt x="2195103" y="872851"/>
                  </a:lnTo>
                  <a:lnTo>
                    <a:pt x="2194694" y="872435"/>
                  </a:lnTo>
                  <a:lnTo>
                    <a:pt x="2194798" y="872209"/>
                  </a:lnTo>
                  <a:lnTo>
                    <a:pt x="2194779" y="872165"/>
                  </a:lnTo>
                  <a:lnTo>
                    <a:pt x="2194254" y="871877"/>
                  </a:lnTo>
                  <a:lnTo>
                    <a:pt x="2194114" y="871773"/>
                  </a:lnTo>
                  <a:lnTo>
                    <a:pt x="2194339" y="871493"/>
                  </a:lnTo>
                  <a:lnTo>
                    <a:pt x="2194342" y="871488"/>
                  </a:lnTo>
                  <a:lnTo>
                    <a:pt x="2194391" y="871364"/>
                  </a:lnTo>
                  <a:lnTo>
                    <a:pt x="2194476" y="870953"/>
                  </a:lnTo>
                  <a:lnTo>
                    <a:pt x="2194503" y="870765"/>
                  </a:lnTo>
                  <a:lnTo>
                    <a:pt x="2194511" y="870704"/>
                  </a:lnTo>
                  <a:lnTo>
                    <a:pt x="2194304" y="870547"/>
                  </a:lnTo>
                  <a:lnTo>
                    <a:pt x="2194274" y="870479"/>
                  </a:lnTo>
                  <a:lnTo>
                    <a:pt x="2194268" y="870401"/>
                  </a:lnTo>
                  <a:lnTo>
                    <a:pt x="2194294" y="870352"/>
                  </a:lnTo>
                  <a:lnTo>
                    <a:pt x="2194394" y="870283"/>
                  </a:lnTo>
                  <a:lnTo>
                    <a:pt x="2194566" y="870211"/>
                  </a:lnTo>
                  <a:lnTo>
                    <a:pt x="2194745" y="870211"/>
                  </a:lnTo>
                  <a:lnTo>
                    <a:pt x="2195010" y="870163"/>
                  </a:lnTo>
                  <a:lnTo>
                    <a:pt x="2195519" y="870005"/>
                  </a:lnTo>
                  <a:lnTo>
                    <a:pt x="2195699" y="869973"/>
                  </a:lnTo>
                  <a:lnTo>
                    <a:pt x="2195856" y="869946"/>
                  </a:lnTo>
                  <a:lnTo>
                    <a:pt x="2195964" y="869943"/>
                  </a:lnTo>
                  <a:lnTo>
                    <a:pt x="2196493" y="869919"/>
                  </a:lnTo>
                  <a:lnTo>
                    <a:pt x="2197585" y="869853"/>
                  </a:lnTo>
                  <a:lnTo>
                    <a:pt x="2198320" y="869696"/>
                  </a:lnTo>
                  <a:lnTo>
                    <a:pt x="2198684" y="869576"/>
                  </a:lnTo>
                  <a:lnTo>
                    <a:pt x="2198860" y="869493"/>
                  </a:lnTo>
                  <a:lnTo>
                    <a:pt x="2199156" y="869264"/>
                  </a:lnTo>
                  <a:lnTo>
                    <a:pt x="2199187" y="869170"/>
                  </a:lnTo>
                  <a:lnTo>
                    <a:pt x="2199190" y="869161"/>
                  </a:lnTo>
                  <a:lnTo>
                    <a:pt x="2199240" y="868953"/>
                  </a:lnTo>
                  <a:lnTo>
                    <a:pt x="2199257" y="868884"/>
                  </a:lnTo>
                  <a:lnTo>
                    <a:pt x="2199259" y="868857"/>
                  </a:lnTo>
                  <a:lnTo>
                    <a:pt x="2199077" y="868763"/>
                  </a:lnTo>
                  <a:lnTo>
                    <a:pt x="2199000" y="868723"/>
                  </a:lnTo>
                  <a:lnTo>
                    <a:pt x="2199038" y="868402"/>
                  </a:lnTo>
                  <a:lnTo>
                    <a:pt x="2199039" y="868394"/>
                  </a:lnTo>
                  <a:lnTo>
                    <a:pt x="2199077" y="868073"/>
                  </a:lnTo>
                  <a:lnTo>
                    <a:pt x="2199090" y="868054"/>
                  </a:lnTo>
                  <a:lnTo>
                    <a:pt x="2199727" y="868057"/>
                  </a:lnTo>
                  <a:lnTo>
                    <a:pt x="2199727" y="868003"/>
                  </a:lnTo>
                  <a:lnTo>
                    <a:pt x="2199727" y="867943"/>
                  </a:lnTo>
                  <a:lnTo>
                    <a:pt x="2199711" y="867913"/>
                  </a:lnTo>
                  <a:lnTo>
                    <a:pt x="2199679" y="867854"/>
                  </a:lnTo>
                  <a:lnTo>
                    <a:pt x="2199495" y="867855"/>
                  </a:lnTo>
                  <a:lnTo>
                    <a:pt x="2199468" y="867798"/>
                  </a:lnTo>
                  <a:lnTo>
                    <a:pt x="2199682" y="867707"/>
                  </a:lnTo>
                  <a:lnTo>
                    <a:pt x="2199974" y="867709"/>
                  </a:lnTo>
                  <a:lnTo>
                    <a:pt x="2200620" y="867712"/>
                  </a:lnTo>
                  <a:lnTo>
                    <a:pt x="2200633" y="868041"/>
                  </a:lnTo>
                  <a:lnTo>
                    <a:pt x="2201702" y="867824"/>
                  </a:lnTo>
                  <a:lnTo>
                    <a:pt x="2201974" y="867726"/>
                  </a:lnTo>
                  <a:lnTo>
                    <a:pt x="2202199" y="867609"/>
                  </a:lnTo>
                  <a:lnTo>
                    <a:pt x="2202394" y="867481"/>
                  </a:lnTo>
                  <a:lnTo>
                    <a:pt x="2202403" y="867475"/>
                  </a:lnTo>
                  <a:lnTo>
                    <a:pt x="2202503" y="867402"/>
                  </a:lnTo>
                  <a:lnTo>
                    <a:pt x="2202595" y="867288"/>
                  </a:lnTo>
                  <a:lnTo>
                    <a:pt x="2202639" y="867082"/>
                  </a:lnTo>
                  <a:lnTo>
                    <a:pt x="2202620" y="867047"/>
                  </a:lnTo>
                  <a:lnTo>
                    <a:pt x="2202570" y="867026"/>
                  </a:lnTo>
                  <a:lnTo>
                    <a:pt x="2202534" y="867023"/>
                  </a:lnTo>
                  <a:lnTo>
                    <a:pt x="2202495" y="867020"/>
                  </a:lnTo>
                  <a:lnTo>
                    <a:pt x="2202471" y="866980"/>
                  </a:lnTo>
                  <a:lnTo>
                    <a:pt x="2202510" y="866932"/>
                  </a:lnTo>
                  <a:lnTo>
                    <a:pt x="2203072" y="866910"/>
                  </a:lnTo>
                  <a:lnTo>
                    <a:pt x="2203816" y="866882"/>
                  </a:lnTo>
                  <a:lnTo>
                    <a:pt x="2204582" y="866786"/>
                  </a:lnTo>
                  <a:lnTo>
                    <a:pt x="2204681" y="866774"/>
                  </a:lnTo>
                  <a:lnTo>
                    <a:pt x="2204692" y="866772"/>
                  </a:lnTo>
                  <a:lnTo>
                    <a:pt x="2205230" y="866670"/>
                  </a:lnTo>
                  <a:lnTo>
                    <a:pt x="2205760" y="866496"/>
                  </a:lnTo>
                  <a:lnTo>
                    <a:pt x="2205860" y="866463"/>
                  </a:lnTo>
                  <a:lnTo>
                    <a:pt x="2205999" y="866387"/>
                  </a:lnTo>
                  <a:lnTo>
                    <a:pt x="2206155" y="866262"/>
                  </a:lnTo>
                  <a:lnTo>
                    <a:pt x="2206204" y="866091"/>
                  </a:lnTo>
                  <a:lnTo>
                    <a:pt x="2206208" y="865988"/>
                  </a:lnTo>
                  <a:lnTo>
                    <a:pt x="2206172" y="865857"/>
                  </a:lnTo>
                  <a:lnTo>
                    <a:pt x="2206161" y="865738"/>
                  </a:lnTo>
                  <a:lnTo>
                    <a:pt x="2206172" y="865702"/>
                  </a:lnTo>
                  <a:lnTo>
                    <a:pt x="2206207" y="865677"/>
                  </a:lnTo>
                  <a:lnTo>
                    <a:pt x="2206226" y="865675"/>
                  </a:lnTo>
                  <a:lnTo>
                    <a:pt x="2206467" y="865653"/>
                  </a:lnTo>
                  <a:lnTo>
                    <a:pt x="2206777" y="865578"/>
                  </a:lnTo>
                  <a:lnTo>
                    <a:pt x="2207082" y="865461"/>
                  </a:lnTo>
                  <a:lnTo>
                    <a:pt x="2207631" y="865251"/>
                  </a:lnTo>
                  <a:lnTo>
                    <a:pt x="2207763" y="865208"/>
                  </a:lnTo>
                  <a:lnTo>
                    <a:pt x="2207948" y="865147"/>
                  </a:lnTo>
                  <a:lnTo>
                    <a:pt x="2208189" y="865068"/>
                  </a:lnTo>
                  <a:lnTo>
                    <a:pt x="2208480" y="864945"/>
                  </a:lnTo>
                  <a:lnTo>
                    <a:pt x="2208815" y="864802"/>
                  </a:lnTo>
                  <a:lnTo>
                    <a:pt x="2208850" y="864785"/>
                  </a:lnTo>
                  <a:lnTo>
                    <a:pt x="2209133" y="864644"/>
                  </a:lnTo>
                  <a:lnTo>
                    <a:pt x="2209271" y="864566"/>
                  </a:lnTo>
                  <a:lnTo>
                    <a:pt x="2209585" y="864390"/>
                  </a:lnTo>
                  <a:lnTo>
                    <a:pt x="2209955" y="864103"/>
                  </a:lnTo>
                  <a:lnTo>
                    <a:pt x="2211034" y="863097"/>
                  </a:lnTo>
                  <a:lnTo>
                    <a:pt x="2212176" y="862166"/>
                  </a:lnTo>
                  <a:lnTo>
                    <a:pt x="2212474" y="861885"/>
                  </a:lnTo>
                  <a:lnTo>
                    <a:pt x="2212595" y="861743"/>
                  </a:lnTo>
                  <a:lnTo>
                    <a:pt x="2212611" y="861710"/>
                  </a:lnTo>
                  <a:lnTo>
                    <a:pt x="2212673" y="861578"/>
                  </a:lnTo>
                  <a:lnTo>
                    <a:pt x="2212841" y="861330"/>
                  </a:lnTo>
                  <a:lnTo>
                    <a:pt x="2213077" y="861069"/>
                  </a:lnTo>
                  <a:lnTo>
                    <a:pt x="2213319" y="860801"/>
                  </a:lnTo>
                  <a:lnTo>
                    <a:pt x="2213414" y="860708"/>
                  </a:lnTo>
                  <a:lnTo>
                    <a:pt x="2213447" y="860675"/>
                  </a:lnTo>
                  <a:lnTo>
                    <a:pt x="2213522" y="860602"/>
                  </a:lnTo>
                  <a:lnTo>
                    <a:pt x="2213557" y="860567"/>
                  </a:lnTo>
                  <a:lnTo>
                    <a:pt x="2213579" y="860550"/>
                  </a:lnTo>
                  <a:lnTo>
                    <a:pt x="2213596" y="860536"/>
                  </a:lnTo>
                  <a:lnTo>
                    <a:pt x="2213608" y="860529"/>
                  </a:lnTo>
                  <a:lnTo>
                    <a:pt x="2213579" y="860489"/>
                  </a:lnTo>
                  <a:lnTo>
                    <a:pt x="2213551" y="860450"/>
                  </a:lnTo>
                  <a:lnTo>
                    <a:pt x="2213355" y="860179"/>
                  </a:lnTo>
                  <a:lnTo>
                    <a:pt x="2213153" y="859972"/>
                  </a:lnTo>
                  <a:lnTo>
                    <a:pt x="2211836" y="858628"/>
                  </a:lnTo>
                  <a:lnTo>
                    <a:pt x="2211810" y="858544"/>
                  </a:lnTo>
                  <a:lnTo>
                    <a:pt x="2211841" y="858453"/>
                  </a:lnTo>
                  <a:lnTo>
                    <a:pt x="2212378" y="858005"/>
                  </a:lnTo>
                  <a:lnTo>
                    <a:pt x="2212997" y="857488"/>
                  </a:lnTo>
                  <a:lnTo>
                    <a:pt x="2213397" y="857155"/>
                  </a:lnTo>
                  <a:lnTo>
                    <a:pt x="2213713" y="856891"/>
                  </a:lnTo>
                  <a:lnTo>
                    <a:pt x="2216538" y="856902"/>
                  </a:lnTo>
                  <a:lnTo>
                    <a:pt x="2216651" y="856903"/>
                  </a:lnTo>
                  <a:lnTo>
                    <a:pt x="2216754" y="856467"/>
                  </a:lnTo>
                  <a:lnTo>
                    <a:pt x="2216798" y="856281"/>
                  </a:lnTo>
                  <a:lnTo>
                    <a:pt x="2216792" y="856087"/>
                  </a:lnTo>
                  <a:lnTo>
                    <a:pt x="2216791" y="856073"/>
                  </a:lnTo>
                  <a:lnTo>
                    <a:pt x="2216795" y="856067"/>
                  </a:lnTo>
                  <a:lnTo>
                    <a:pt x="2216957" y="855827"/>
                  </a:lnTo>
                  <a:lnTo>
                    <a:pt x="2217039" y="855811"/>
                  </a:lnTo>
                  <a:lnTo>
                    <a:pt x="2217090" y="855801"/>
                  </a:lnTo>
                  <a:lnTo>
                    <a:pt x="2217311" y="855671"/>
                  </a:lnTo>
                  <a:lnTo>
                    <a:pt x="2217328" y="855586"/>
                  </a:lnTo>
                  <a:lnTo>
                    <a:pt x="2217325" y="855429"/>
                  </a:lnTo>
                  <a:lnTo>
                    <a:pt x="2217199" y="855092"/>
                  </a:lnTo>
                  <a:lnTo>
                    <a:pt x="2216709" y="854657"/>
                  </a:lnTo>
                  <a:lnTo>
                    <a:pt x="2216677" y="854629"/>
                  </a:lnTo>
                  <a:lnTo>
                    <a:pt x="2216608" y="854568"/>
                  </a:lnTo>
                  <a:lnTo>
                    <a:pt x="2216603" y="854573"/>
                  </a:lnTo>
                  <a:lnTo>
                    <a:pt x="2216260" y="854877"/>
                  </a:lnTo>
                  <a:lnTo>
                    <a:pt x="2216272" y="855007"/>
                  </a:lnTo>
                  <a:lnTo>
                    <a:pt x="2216328" y="855575"/>
                  </a:lnTo>
                  <a:lnTo>
                    <a:pt x="2215635" y="855619"/>
                  </a:lnTo>
                  <a:lnTo>
                    <a:pt x="2215300" y="855270"/>
                  </a:lnTo>
                  <a:lnTo>
                    <a:pt x="2215573" y="855078"/>
                  </a:lnTo>
                  <a:lnTo>
                    <a:pt x="2215537" y="854689"/>
                  </a:lnTo>
                  <a:lnTo>
                    <a:pt x="2215948" y="854659"/>
                  </a:lnTo>
                  <a:lnTo>
                    <a:pt x="2216029" y="854654"/>
                  </a:lnTo>
                  <a:lnTo>
                    <a:pt x="2216378" y="854405"/>
                  </a:lnTo>
                  <a:lnTo>
                    <a:pt x="2216441" y="854335"/>
                  </a:lnTo>
                  <a:lnTo>
                    <a:pt x="2216451" y="854287"/>
                  </a:lnTo>
                  <a:lnTo>
                    <a:pt x="2216428" y="854249"/>
                  </a:lnTo>
                  <a:lnTo>
                    <a:pt x="2216308" y="854153"/>
                  </a:lnTo>
                  <a:lnTo>
                    <a:pt x="2215767" y="854168"/>
                  </a:lnTo>
                  <a:lnTo>
                    <a:pt x="2215412" y="854195"/>
                  </a:lnTo>
                  <a:lnTo>
                    <a:pt x="2215427" y="854570"/>
                  </a:lnTo>
                  <a:lnTo>
                    <a:pt x="2215304" y="854598"/>
                  </a:lnTo>
                  <a:lnTo>
                    <a:pt x="2215292" y="854593"/>
                  </a:lnTo>
                  <a:lnTo>
                    <a:pt x="2214876" y="854403"/>
                  </a:lnTo>
                  <a:lnTo>
                    <a:pt x="2214863" y="854184"/>
                  </a:lnTo>
                  <a:lnTo>
                    <a:pt x="2214485" y="854123"/>
                  </a:lnTo>
                  <a:lnTo>
                    <a:pt x="2214425" y="854133"/>
                  </a:lnTo>
                  <a:lnTo>
                    <a:pt x="2214168" y="854172"/>
                  </a:lnTo>
                  <a:lnTo>
                    <a:pt x="2214074" y="854199"/>
                  </a:lnTo>
                  <a:lnTo>
                    <a:pt x="2214060" y="854202"/>
                  </a:lnTo>
                  <a:lnTo>
                    <a:pt x="2213993" y="854222"/>
                  </a:lnTo>
                  <a:lnTo>
                    <a:pt x="2213838" y="854266"/>
                  </a:lnTo>
                  <a:lnTo>
                    <a:pt x="2213640" y="854436"/>
                  </a:lnTo>
                  <a:lnTo>
                    <a:pt x="2213485" y="854433"/>
                  </a:lnTo>
                  <a:lnTo>
                    <a:pt x="2212746" y="854081"/>
                  </a:lnTo>
                  <a:lnTo>
                    <a:pt x="2212692" y="854071"/>
                  </a:lnTo>
                  <a:lnTo>
                    <a:pt x="2212533" y="854043"/>
                  </a:lnTo>
                  <a:lnTo>
                    <a:pt x="2212512" y="854039"/>
                  </a:lnTo>
                  <a:lnTo>
                    <a:pt x="2212398" y="854019"/>
                  </a:lnTo>
                  <a:lnTo>
                    <a:pt x="2212279" y="853872"/>
                  </a:lnTo>
                  <a:lnTo>
                    <a:pt x="2212247" y="853650"/>
                  </a:lnTo>
                  <a:lnTo>
                    <a:pt x="2212282" y="853604"/>
                  </a:lnTo>
                  <a:lnTo>
                    <a:pt x="2212424" y="853416"/>
                  </a:lnTo>
                  <a:lnTo>
                    <a:pt x="2212470" y="853371"/>
                  </a:lnTo>
                  <a:lnTo>
                    <a:pt x="2212740" y="853355"/>
                  </a:lnTo>
                  <a:lnTo>
                    <a:pt x="2213201" y="853327"/>
                  </a:lnTo>
                  <a:lnTo>
                    <a:pt x="2213306" y="853346"/>
                  </a:lnTo>
                  <a:lnTo>
                    <a:pt x="2213609" y="853369"/>
                  </a:lnTo>
                  <a:lnTo>
                    <a:pt x="2213905" y="853391"/>
                  </a:lnTo>
                  <a:lnTo>
                    <a:pt x="2214255" y="853390"/>
                  </a:lnTo>
                  <a:lnTo>
                    <a:pt x="2214278" y="853389"/>
                  </a:lnTo>
                  <a:lnTo>
                    <a:pt x="2215542" y="853385"/>
                  </a:lnTo>
                  <a:lnTo>
                    <a:pt x="2215852" y="853384"/>
                  </a:lnTo>
                  <a:lnTo>
                    <a:pt x="2216062" y="853383"/>
                  </a:lnTo>
                  <a:lnTo>
                    <a:pt x="2216527" y="853355"/>
                  </a:lnTo>
                  <a:lnTo>
                    <a:pt x="2216544" y="853354"/>
                  </a:lnTo>
                  <a:lnTo>
                    <a:pt x="2217013" y="853325"/>
                  </a:lnTo>
                  <a:lnTo>
                    <a:pt x="2217102" y="853319"/>
                  </a:lnTo>
                  <a:lnTo>
                    <a:pt x="2217404" y="853285"/>
                  </a:lnTo>
                  <a:lnTo>
                    <a:pt x="2217999" y="853218"/>
                  </a:lnTo>
                  <a:lnTo>
                    <a:pt x="2218398" y="853151"/>
                  </a:lnTo>
                  <a:lnTo>
                    <a:pt x="2218444" y="853143"/>
                  </a:lnTo>
                  <a:lnTo>
                    <a:pt x="2218699" y="853100"/>
                  </a:lnTo>
                  <a:lnTo>
                    <a:pt x="2218880" y="853069"/>
                  </a:lnTo>
                  <a:lnTo>
                    <a:pt x="2219114" y="852998"/>
                  </a:lnTo>
                  <a:lnTo>
                    <a:pt x="2219144" y="852989"/>
                  </a:lnTo>
                  <a:lnTo>
                    <a:pt x="2219128" y="852889"/>
                  </a:lnTo>
                  <a:lnTo>
                    <a:pt x="2219406" y="852803"/>
                  </a:lnTo>
                  <a:lnTo>
                    <a:pt x="2219628" y="852710"/>
                  </a:lnTo>
                  <a:lnTo>
                    <a:pt x="2219642" y="852704"/>
                  </a:lnTo>
                  <a:lnTo>
                    <a:pt x="2219904" y="852595"/>
                  </a:lnTo>
                  <a:lnTo>
                    <a:pt x="2220475" y="852255"/>
                  </a:lnTo>
                  <a:lnTo>
                    <a:pt x="2220665" y="852142"/>
                  </a:lnTo>
                  <a:lnTo>
                    <a:pt x="2220737" y="852099"/>
                  </a:lnTo>
                  <a:lnTo>
                    <a:pt x="2220943" y="851968"/>
                  </a:lnTo>
                  <a:lnTo>
                    <a:pt x="2220969" y="851951"/>
                  </a:lnTo>
                  <a:lnTo>
                    <a:pt x="2221009" y="851973"/>
                  </a:lnTo>
                  <a:lnTo>
                    <a:pt x="2221046" y="851950"/>
                  </a:lnTo>
                  <a:lnTo>
                    <a:pt x="2221286" y="851800"/>
                  </a:lnTo>
                  <a:lnTo>
                    <a:pt x="2221510" y="851631"/>
                  </a:lnTo>
                  <a:lnTo>
                    <a:pt x="2221828" y="851390"/>
                  </a:lnTo>
                  <a:lnTo>
                    <a:pt x="2221990" y="851241"/>
                  </a:lnTo>
                  <a:lnTo>
                    <a:pt x="2221998" y="851234"/>
                  </a:lnTo>
                  <a:lnTo>
                    <a:pt x="2222155" y="851091"/>
                  </a:lnTo>
                  <a:lnTo>
                    <a:pt x="2222238" y="851015"/>
                  </a:lnTo>
                  <a:lnTo>
                    <a:pt x="2222255" y="850978"/>
                  </a:lnTo>
                  <a:lnTo>
                    <a:pt x="2222245" y="850927"/>
                  </a:lnTo>
                  <a:lnTo>
                    <a:pt x="2222237" y="850888"/>
                  </a:lnTo>
                  <a:lnTo>
                    <a:pt x="2222285" y="850797"/>
                  </a:lnTo>
                  <a:lnTo>
                    <a:pt x="2222289" y="850789"/>
                  </a:lnTo>
                  <a:lnTo>
                    <a:pt x="2222451" y="850706"/>
                  </a:lnTo>
                  <a:lnTo>
                    <a:pt x="2222964" y="850303"/>
                  </a:lnTo>
                  <a:lnTo>
                    <a:pt x="2223042" y="850228"/>
                  </a:lnTo>
                  <a:lnTo>
                    <a:pt x="2223160" y="850114"/>
                  </a:lnTo>
                  <a:lnTo>
                    <a:pt x="2223167" y="850107"/>
                  </a:lnTo>
                  <a:lnTo>
                    <a:pt x="2223655" y="850043"/>
                  </a:lnTo>
                  <a:lnTo>
                    <a:pt x="2223665" y="850041"/>
                  </a:lnTo>
                  <a:lnTo>
                    <a:pt x="2223829" y="850020"/>
                  </a:lnTo>
                  <a:lnTo>
                    <a:pt x="2224078" y="849987"/>
                  </a:lnTo>
                  <a:lnTo>
                    <a:pt x="2224178" y="849974"/>
                  </a:lnTo>
                  <a:lnTo>
                    <a:pt x="2224350" y="850037"/>
                  </a:lnTo>
                  <a:lnTo>
                    <a:pt x="2224457" y="850140"/>
                  </a:lnTo>
                  <a:lnTo>
                    <a:pt x="2224527" y="850156"/>
                  </a:lnTo>
                  <a:lnTo>
                    <a:pt x="2224597" y="850172"/>
                  </a:lnTo>
                  <a:lnTo>
                    <a:pt x="2224708" y="850196"/>
                  </a:lnTo>
                  <a:lnTo>
                    <a:pt x="2224813" y="850180"/>
                  </a:lnTo>
                  <a:lnTo>
                    <a:pt x="2224997" y="850150"/>
                  </a:lnTo>
                  <a:lnTo>
                    <a:pt x="2225135" y="850146"/>
                  </a:lnTo>
                  <a:lnTo>
                    <a:pt x="2225154" y="850146"/>
                  </a:lnTo>
                  <a:lnTo>
                    <a:pt x="2225339" y="850140"/>
                  </a:lnTo>
                  <a:lnTo>
                    <a:pt x="2225477" y="850136"/>
                  </a:lnTo>
                  <a:lnTo>
                    <a:pt x="2226453" y="850040"/>
                  </a:lnTo>
                  <a:lnTo>
                    <a:pt x="2226720" y="850011"/>
                  </a:lnTo>
                  <a:lnTo>
                    <a:pt x="2226999" y="849980"/>
                  </a:lnTo>
                  <a:lnTo>
                    <a:pt x="2227190" y="849959"/>
                  </a:lnTo>
                  <a:lnTo>
                    <a:pt x="2227749" y="849898"/>
                  </a:lnTo>
                  <a:lnTo>
                    <a:pt x="2227983" y="849863"/>
                  </a:lnTo>
                  <a:lnTo>
                    <a:pt x="2228317" y="849815"/>
                  </a:lnTo>
                  <a:lnTo>
                    <a:pt x="2228798" y="849713"/>
                  </a:lnTo>
                  <a:lnTo>
                    <a:pt x="2229075" y="849655"/>
                  </a:lnTo>
                  <a:lnTo>
                    <a:pt x="2229147" y="849639"/>
                  </a:lnTo>
                  <a:lnTo>
                    <a:pt x="2229221" y="849624"/>
                  </a:lnTo>
                  <a:lnTo>
                    <a:pt x="2229246" y="849619"/>
                  </a:lnTo>
                  <a:lnTo>
                    <a:pt x="2229419" y="849560"/>
                  </a:lnTo>
                  <a:lnTo>
                    <a:pt x="2229483" y="849539"/>
                  </a:lnTo>
                  <a:lnTo>
                    <a:pt x="2229664" y="849478"/>
                  </a:lnTo>
                  <a:lnTo>
                    <a:pt x="2229851" y="849416"/>
                  </a:lnTo>
                  <a:lnTo>
                    <a:pt x="2230169" y="849232"/>
                  </a:lnTo>
                  <a:lnTo>
                    <a:pt x="2230304" y="849154"/>
                  </a:lnTo>
                  <a:lnTo>
                    <a:pt x="2230520" y="848998"/>
                  </a:lnTo>
                  <a:lnTo>
                    <a:pt x="2230659" y="848852"/>
                  </a:lnTo>
                  <a:lnTo>
                    <a:pt x="2231012" y="848478"/>
                  </a:lnTo>
                  <a:lnTo>
                    <a:pt x="2231201" y="848322"/>
                  </a:lnTo>
                  <a:lnTo>
                    <a:pt x="2231220" y="848307"/>
                  </a:lnTo>
                  <a:lnTo>
                    <a:pt x="2231348" y="848290"/>
                  </a:lnTo>
                  <a:lnTo>
                    <a:pt x="2231532" y="848294"/>
                  </a:lnTo>
                  <a:lnTo>
                    <a:pt x="2231668" y="848421"/>
                  </a:lnTo>
                  <a:lnTo>
                    <a:pt x="2231782" y="848527"/>
                  </a:lnTo>
                  <a:lnTo>
                    <a:pt x="2232280" y="848545"/>
                  </a:lnTo>
                  <a:lnTo>
                    <a:pt x="2232315" y="848525"/>
                  </a:lnTo>
                  <a:lnTo>
                    <a:pt x="2232738" y="848283"/>
                  </a:lnTo>
                  <a:lnTo>
                    <a:pt x="2232794" y="848237"/>
                  </a:lnTo>
                  <a:lnTo>
                    <a:pt x="2232674" y="848064"/>
                  </a:lnTo>
                  <a:lnTo>
                    <a:pt x="2233121" y="847815"/>
                  </a:lnTo>
                  <a:lnTo>
                    <a:pt x="2233157" y="847820"/>
                  </a:lnTo>
                  <a:lnTo>
                    <a:pt x="2233299" y="848044"/>
                  </a:lnTo>
                  <a:lnTo>
                    <a:pt x="2233414" y="847982"/>
                  </a:lnTo>
                  <a:lnTo>
                    <a:pt x="2233711" y="847824"/>
                  </a:lnTo>
                  <a:lnTo>
                    <a:pt x="2233835" y="847758"/>
                  </a:lnTo>
                  <a:lnTo>
                    <a:pt x="2234145" y="847543"/>
                  </a:lnTo>
                  <a:lnTo>
                    <a:pt x="2234236" y="847480"/>
                  </a:lnTo>
                  <a:lnTo>
                    <a:pt x="2234457" y="847303"/>
                  </a:lnTo>
                  <a:lnTo>
                    <a:pt x="2234734" y="847081"/>
                  </a:lnTo>
                  <a:lnTo>
                    <a:pt x="2235515" y="846456"/>
                  </a:lnTo>
                  <a:lnTo>
                    <a:pt x="2235781" y="846264"/>
                  </a:lnTo>
                  <a:lnTo>
                    <a:pt x="2235969" y="846129"/>
                  </a:lnTo>
                  <a:lnTo>
                    <a:pt x="2235977" y="846125"/>
                  </a:lnTo>
                  <a:lnTo>
                    <a:pt x="2236242" y="846000"/>
                  </a:lnTo>
                  <a:lnTo>
                    <a:pt x="2236532" y="845897"/>
                  </a:lnTo>
                  <a:lnTo>
                    <a:pt x="2236685" y="845873"/>
                  </a:lnTo>
                  <a:lnTo>
                    <a:pt x="2236972" y="845829"/>
                  </a:lnTo>
                  <a:lnTo>
                    <a:pt x="2237314" y="845776"/>
                  </a:lnTo>
                  <a:lnTo>
                    <a:pt x="2237363" y="845816"/>
                  </a:lnTo>
                  <a:lnTo>
                    <a:pt x="2237534" y="845954"/>
                  </a:lnTo>
                  <a:lnTo>
                    <a:pt x="2237691" y="846030"/>
                  </a:lnTo>
                  <a:lnTo>
                    <a:pt x="2237930" y="846112"/>
                  </a:lnTo>
                  <a:lnTo>
                    <a:pt x="2238078" y="846136"/>
                  </a:lnTo>
                  <a:lnTo>
                    <a:pt x="2238222" y="846131"/>
                  </a:lnTo>
                  <a:lnTo>
                    <a:pt x="2238359" y="846080"/>
                  </a:lnTo>
                  <a:lnTo>
                    <a:pt x="2238635" y="846041"/>
                  </a:lnTo>
                  <a:lnTo>
                    <a:pt x="2239034" y="846010"/>
                  </a:lnTo>
                  <a:lnTo>
                    <a:pt x="2239154" y="846087"/>
                  </a:lnTo>
                  <a:lnTo>
                    <a:pt x="2239185" y="846118"/>
                  </a:lnTo>
                  <a:lnTo>
                    <a:pt x="2239269" y="846204"/>
                  </a:lnTo>
                  <a:lnTo>
                    <a:pt x="2239397" y="846278"/>
                  </a:lnTo>
                  <a:lnTo>
                    <a:pt x="2239941" y="846485"/>
                  </a:lnTo>
                  <a:lnTo>
                    <a:pt x="2240363" y="846575"/>
                  </a:lnTo>
                  <a:lnTo>
                    <a:pt x="2240782" y="846632"/>
                  </a:lnTo>
                  <a:lnTo>
                    <a:pt x="2241235" y="846647"/>
                  </a:lnTo>
                  <a:lnTo>
                    <a:pt x="2241416" y="846623"/>
                  </a:lnTo>
                  <a:lnTo>
                    <a:pt x="2241847" y="846402"/>
                  </a:lnTo>
                  <a:lnTo>
                    <a:pt x="2241928" y="846360"/>
                  </a:lnTo>
                  <a:lnTo>
                    <a:pt x="2241936" y="846355"/>
                  </a:lnTo>
                  <a:lnTo>
                    <a:pt x="2242136" y="846216"/>
                  </a:lnTo>
                  <a:lnTo>
                    <a:pt x="2242258" y="846093"/>
                  </a:lnTo>
                  <a:lnTo>
                    <a:pt x="2242271" y="846080"/>
                  </a:lnTo>
                  <a:lnTo>
                    <a:pt x="2242389" y="845960"/>
                  </a:lnTo>
                  <a:lnTo>
                    <a:pt x="2242742" y="845794"/>
                  </a:lnTo>
                  <a:lnTo>
                    <a:pt x="2243395" y="845707"/>
                  </a:lnTo>
                  <a:lnTo>
                    <a:pt x="2243868" y="845803"/>
                  </a:lnTo>
                  <a:lnTo>
                    <a:pt x="2244117" y="845984"/>
                  </a:lnTo>
                  <a:lnTo>
                    <a:pt x="2244541" y="846082"/>
                  </a:lnTo>
                  <a:lnTo>
                    <a:pt x="2244811" y="846084"/>
                  </a:lnTo>
                  <a:lnTo>
                    <a:pt x="2245061" y="846131"/>
                  </a:lnTo>
                  <a:lnTo>
                    <a:pt x="2245186" y="846183"/>
                  </a:lnTo>
                  <a:lnTo>
                    <a:pt x="2245250" y="846237"/>
                  </a:lnTo>
                  <a:lnTo>
                    <a:pt x="2245316" y="846379"/>
                  </a:lnTo>
                  <a:lnTo>
                    <a:pt x="2245402" y="846413"/>
                  </a:lnTo>
                  <a:lnTo>
                    <a:pt x="2245655" y="846459"/>
                  </a:lnTo>
                  <a:lnTo>
                    <a:pt x="2245776" y="846438"/>
                  </a:lnTo>
                  <a:lnTo>
                    <a:pt x="2246031" y="846395"/>
                  </a:lnTo>
                  <a:lnTo>
                    <a:pt x="2246405" y="846550"/>
                  </a:lnTo>
                  <a:lnTo>
                    <a:pt x="2246417" y="846557"/>
                  </a:lnTo>
                  <a:lnTo>
                    <a:pt x="2246574" y="846643"/>
                  </a:lnTo>
                  <a:lnTo>
                    <a:pt x="2246638" y="846939"/>
                  </a:lnTo>
                  <a:lnTo>
                    <a:pt x="2246620" y="847023"/>
                  </a:lnTo>
                  <a:lnTo>
                    <a:pt x="2246572" y="847246"/>
                  </a:lnTo>
                  <a:lnTo>
                    <a:pt x="2246460" y="847237"/>
                  </a:lnTo>
                  <a:lnTo>
                    <a:pt x="2246380" y="847231"/>
                  </a:lnTo>
                  <a:lnTo>
                    <a:pt x="2246323" y="847226"/>
                  </a:lnTo>
                  <a:lnTo>
                    <a:pt x="2246280" y="847223"/>
                  </a:lnTo>
                  <a:lnTo>
                    <a:pt x="2246220" y="847265"/>
                  </a:lnTo>
                  <a:lnTo>
                    <a:pt x="2246127" y="847371"/>
                  </a:lnTo>
                  <a:lnTo>
                    <a:pt x="2245996" y="847589"/>
                  </a:lnTo>
                  <a:lnTo>
                    <a:pt x="2245950" y="847711"/>
                  </a:lnTo>
                  <a:lnTo>
                    <a:pt x="2245913" y="847811"/>
                  </a:lnTo>
                  <a:lnTo>
                    <a:pt x="2245922" y="848075"/>
                  </a:lnTo>
                  <a:lnTo>
                    <a:pt x="2245965" y="848204"/>
                  </a:lnTo>
                  <a:lnTo>
                    <a:pt x="2246019" y="848308"/>
                  </a:lnTo>
                  <a:lnTo>
                    <a:pt x="2246085" y="848433"/>
                  </a:lnTo>
                  <a:lnTo>
                    <a:pt x="2246193" y="848563"/>
                  </a:lnTo>
                  <a:lnTo>
                    <a:pt x="2246332" y="848691"/>
                  </a:lnTo>
                  <a:lnTo>
                    <a:pt x="2246478" y="848760"/>
                  </a:lnTo>
                  <a:lnTo>
                    <a:pt x="2246680" y="848855"/>
                  </a:lnTo>
                  <a:lnTo>
                    <a:pt x="2247272" y="849199"/>
                  </a:lnTo>
                  <a:lnTo>
                    <a:pt x="2247374" y="849286"/>
                  </a:lnTo>
                  <a:lnTo>
                    <a:pt x="2247508" y="849400"/>
                  </a:lnTo>
                  <a:lnTo>
                    <a:pt x="2247861" y="849617"/>
                  </a:lnTo>
                  <a:lnTo>
                    <a:pt x="2248259" y="849777"/>
                  </a:lnTo>
                  <a:lnTo>
                    <a:pt x="2248609" y="849917"/>
                  </a:lnTo>
                  <a:lnTo>
                    <a:pt x="2248768" y="849901"/>
                  </a:lnTo>
                  <a:lnTo>
                    <a:pt x="2248787" y="849885"/>
                  </a:lnTo>
                  <a:lnTo>
                    <a:pt x="2248851" y="849877"/>
                  </a:lnTo>
                  <a:lnTo>
                    <a:pt x="2249139" y="849899"/>
                  </a:lnTo>
                  <a:lnTo>
                    <a:pt x="2249305" y="850010"/>
                  </a:lnTo>
                  <a:lnTo>
                    <a:pt x="2249280" y="850060"/>
                  </a:lnTo>
                  <a:lnTo>
                    <a:pt x="2249224" y="850172"/>
                  </a:lnTo>
                  <a:lnTo>
                    <a:pt x="2249238" y="850397"/>
                  </a:lnTo>
                  <a:lnTo>
                    <a:pt x="2249380" y="850546"/>
                  </a:lnTo>
                  <a:lnTo>
                    <a:pt x="2249555" y="850691"/>
                  </a:lnTo>
                  <a:lnTo>
                    <a:pt x="2249604" y="851066"/>
                  </a:lnTo>
                  <a:lnTo>
                    <a:pt x="2249604" y="851282"/>
                  </a:lnTo>
                  <a:lnTo>
                    <a:pt x="2249651" y="851403"/>
                  </a:lnTo>
                  <a:lnTo>
                    <a:pt x="2249816" y="851574"/>
                  </a:lnTo>
                  <a:lnTo>
                    <a:pt x="2250066" y="851770"/>
                  </a:lnTo>
                  <a:lnTo>
                    <a:pt x="2250383" y="851933"/>
                  </a:lnTo>
                  <a:lnTo>
                    <a:pt x="2250508" y="851997"/>
                  </a:lnTo>
                  <a:lnTo>
                    <a:pt x="2250513" y="851999"/>
                  </a:lnTo>
                  <a:lnTo>
                    <a:pt x="2250591" y="852036"/>
                  </a:lnTo>
                  <a:lnTo>
                    <a:pt x="2250746" y="852109"/>
                  </a:lnTo>
                  <a:lnTo>
                    <a:pt x="2250780" y="852125"/>
                  </a:lnTo>
                  <a:lnTo>
                    <a:pt x="2251422" y="852278"/>
                  </a:lnTo>
                  <a:lnTo>
                    <a:pt x="2251796" y="852346"/>
                  </a:lnTo>
                  <a:lnTo>
                    <a:pt x="2251873" y="852360"/>
                  </a:lnTo>
                  <a:lnTo>
                    <a:pt x="2251985" y="852380"/>
                  </a:lnTo>
                  <a:lnTo>
                    <a:pt x="2252071" y="852380"/>
                  </a:lnTo>
                  <a:lnTo>
                    <a:pt x="2252193" y="852344"/>
                  </a:lnTo>
                  <a:lnTo>
                    <a:pt x="2252308" y="852052"/>
                  </a:lnTo>
                  <a:lnTo>
                    <a:pt x="2252330" y="851939"/>
                  </a:lnTo>
                  <a:lnTo>
                    <a:pt x="2252750" y="851937"/>
                  </a:lnTo>
                  <a:lnTo>
                    <a:pt x="2253135" y="852076"/>
                  </a:lnTo>
                  <a:lnTo>
                    <a:pt x="2253202" y="852081"/>
                  </a:lnTo>
                  <a:lnTo>
                    <a:pt x="2253217" y="852082"/>
                  </a:lnTo>
                  <a:lnTo>
                    <a:pt x="2253347" y="852093"/>
                  </a:lnTo>
                  <a:lnTo>
                    <a:pt x="2254048" y="852059"/>
                  </a:lnTo>
                  <a:lnTo>
                    <a:pt x="2254280" y="852075"/>
                  </a:lnTo>
                  <a:lnTo>
                    <a:pt x="2254453" y="852086"/>
                  </a:lnTo>
                  <a:lnTo>
                    <a:pt x="2254487" y="852078"/>
                  </a:lnTo>
                  <a:lnTo>
                    <a:pt x="2254712" y="852020"/>
                  </a:lnTo>
                  <a:lnTo>
                    <a:pt x="2254813" y="851994"/>
                  </a:lnTo>
                  <a:lnTo>
                    <a:pt x="2255131" y="851993"/>
                  </a:lnTo>
                  <a:lnTo>
                    <a:pt x="2255179" y="851993"/>
                  </a:lnTo>
                  <a:lnTo>
                    <a:pt x="2255704" y="851992"/>
                  </a:lnTo>
                  <a:lnTo>
                    <a:pt x="2255851" y="852023"/>
                  </a:lnTo>
                  <a:lnTo>
                    <a:pt x="2255877" y="852067"/>
                  </a:lnTo>
                  <a:lnTo>
                    <a:pt x="2255867" y="852098"/>
                  </a:lnTo>
                  <a:lnTo>
                    <a:pt x="2255889" y="852208"/>
                  </a:lnTo>
                  <a:lnTo>
                    <a:pt x="2256034" y="852390"/>
                  </a:lnTo>
                  <a:lnTo>
                    <a:pt x="2256145" y="852492"/>
                  </a:lnTo>
                  <a:lnTo>
                    <a:pt x="2256178" y="852523"/>
                  </a:lnTo>
                  <a:lnTo>
                    <a:pt x="2256371" y="852700"/>
                  </a:lnTo>
                  <a:lnTo>
                    <a:pt x="2256361" y="852795"/>
                  </a:lnTo>
                  <a:lnTo>
                    <a:pt x="2256315" y="852859"/>
                  </a:lnTo>
                  <a:lnTo>
                    <a:pt x="2256241" y="852905"/>
                  </a:lnTo>
                  <a:lnTo>
                    <a:pt x="2256218" y="852919"/>
                  </a:lnTo>
                  <a:lnTo>
                    <a:pt x="2256065" y="852885"/>
                  </a:lnTo>
                  <a:lnTo>
                    <a:pt x="2256013" y="852873"/>
                  </a:lnTo>
                  <a:lnTo>
                    <a:pt x="2255981" y="852887"/>
                  </a:lnTo>
                  <a:lnTo>
                    <a:pt x="2255908" y="852976"/>
                  </a:lnTo>
                  <a:lnTo>
                    <a:pt x="2255878" y="853159"/>
                  </a:lnTo>
                  <a:lnTo>
                    <a:pt x="2255835" y="853421"/>
                  </a:lnTo>
                  <a:lnTo>
                    <a:pt x="2255817" y="853531"/>
                  </a:lnTo>
                  <a:lnTo>
                    <a:pt x="2255808" y="853583"/>
                  </a:lnTo>
                  <a:lnTo>
                    <a:pt x="2255730" y="853766"/>
                  </a:lnTo>
                  <a:lnTo>
                    <a:pt x="2255691" y="853806"/>
                  </a:lnTo>
                  <a:lnTo>
                    <a:pt x="2255614" y="853886"/>
                  </a:lnTo>
                  <a:lnTo>
                    <a:pt x="2255561" y="853940"/>
                  </a:lnTo>
                  <a:lnTo>
                    <a:pt x="2255453" y="854023"/>
                  </a:lnTo>
                  <a:lnTo>
                    <a:pt x="2255389" y="854072"/>
                  </a:lnTo>
                  <a:lnTo>
                    <a:pt x="2255300" y="854171"/>
                  </a:lnTo>
                  <a:lnTo>
                    <a:pt x="2255279" y="854194"/>
                  </a:lnTo>
                  <a:lnTo>
                    <a:pt x="2255146" y="854343"/>
                  </a:lnTo>
                  <a:lnTo>
                    <a:pt x="2255146" y="854417"/>
                  </a:lnTo>
                  <a:lnTo>
                    <a:pt x="2255256" y="854693"/>
                  </a:lnTo>
                  <a:lnTo>
                    <a:pt x="2255308" y="854759"/>
                  </a:lnTo>
                  <a:lnTo>
                    <a:pt x="2255485" y="854981"/>
                  </a:lnTo>
                  <a:lnTo>
                    <a:pt x="2255632" y="855050"/>
                  </a:lnTo>
                  <a:lnTo>
                    <a:pt x="2255777" y="855082"/>
                  </a:lnTo>
                  <a:lnTo>
                    <a:pt x="2255907" y="855074"/>
                  </a:lnTo>
                  <a:lnTo>
                    <a:pt x="2256020" y="855041"/>
                  </a:lnTo>
                  <a:lnTo>
                    <a:pt x="2256086" y="855021"/>
                  </a:lnTo>
                  <a:lnTo>
                    <a:pt x="2256128" y="855009"/>
                  </a:lnTo>
                  <a:lnTo>
                    <a:pt x="2256188" y="855033"/>
                  </a:lnTo>
                  <a:lnTo>
                    <a:pt x="2256324" y="855115"/>
                  </a:lnTo>
                  <a:lnTo>
                    <a:pt x="2256481" y="855251"/>
                  </a:lnTo>
                  <a:lnTo>
                    <a:pt x="2256593" y="855582"/>
                  </a:lnTo>
                  <a:lnTo>
                    <a:pt x="2256470" y="855799"/>
                  </a:lnTo>
                  <a:lnTo>
                    <a:pt x="2256387" y="855902"/>
                  </a:lnTo>
                  <a:lnTo>
                    <a:pt x="2256271" y="855933"/>
                  </a:lnTo>
                  <a:lnTo>
                    <a:pt x="2256225" y="855946"/>
                  </a:lnTo>
                  <a:lnTo>
                    <a:pt x="2256092" y="855954"/>
                  </a:lnTo>
                  <a:lnTo>
                    <a:pt x="2255969" y="856174"/>
                  </a:lnTo>
                  <a:lnTo>
                    <a:pt x="2255943" y="856221"/>
                  </a:lnTo>
                  <a:lnTo>
                    <a:pt x="2255861" y="856368"/>
                  </a:lnTo>
                  <a:lnTo>
                    <a:pt x="2255940" y="856739"/>
                  </a:lnTo>
                  <a:lnTo>
                    <a:pt x="2255975" y="856907"/>
                  </a:lnTo>
                  <a:lnTo>
                    <a:pt x="2255978" y="856947"/>
                  </a:lnTo>
                  <a:lnTo>
                    <a:pt x="2255984" y="857058"/>
                  </a:lnTo>
                  <a:lnTo>
                    <a:pt x="2255964" y="857074"/>
                  </a:lnTo>
                  <a:lnTo>
                    <a:pt x="2255838" y="857091"/>
                  </a:lnTo>
                  <a:lnTo>
                    <a:pt x="2255631" y="857119"/>
                  </a:lnTo>
                  <a:lnTo>
                    <a:pt x="2255575" y="857126"/>
                  </a:lnTo>
                  <a:lnTo>
                    <a:pt x="2255571" y="857160"/>
                  </a:lnTo>
                  <a:lnTo>
                    <a:pt x="2255571" y="857166"/>
                  </a:lnTo>
                  <a:lnTo>
                    <a:pt x="2255567" y="857225"/>
                  </a:lnTo>
                  <a:lnTo>
                    <a:pt x="2255564" y="857268"/>
                  </a:lnTo>
                  <a:lnTo>
                    <a:pt x="2255581" y="857351"/>
                  </a:lnTo>
                  <a:lnTo>
                    <a:pt x="2255636" y="857470"/>
                  </a:lnTo>
                  <a:lnTo>
                    <a:pt x="2255778" y="857668"/>
                  </a:lnTo>
                  <a:lnTo>
                    <a:pt x="2256142" y="858094"/>
                  </a:lnTo>
                  <a:lnTo>
                    <a:pt x="2256198" y="858159"/>
                  </a:lnTo>
                  <a:lnTo>
                    <a:pt x="2256216" y="858181"/>
                  </a:lnTo>
                  <a:lnTo>
                    <a:pt x="2256231" y="858191"/>
                  </a:lnTo>
                  <a:lnTo>
                    <a:pt x="2256387" y="858300"/>
                  </a:lnTo>
                  <a:lnTo>
                    <a:pt x="2256551" y="858388"/>
                  </a:lnTo>
                  <a:lnTo>
                    <a:pt x="2256921" y="858586"/>
                  </a:lnTo>
                  <a:lnTo>
                    <a:pt x="2257066" y="858663"/>
                  </a:lnTo>
                  <a:lnTo>
                    <a:pt x="2257355" y="858798"/>
                  </a:lnTo>
                  <a:lnTo>
                    <a:pt x="2257494" y="858863"/>
                  </a:lnTo>
                  <a:lnTo>
                    <a:pt x="2257601" y="858913"/>
                  </a:lnTo>
                  <a:lnTo>
                    <a:pt x="2257761" y="858957"/>
                  </a:lnTo>
                  <a:lnTo>
                    <a:pt x="2258066" y="859040"/>
                  </a:lnTo>
                  <a:lnTo>
                    <a:pt x="2258260" y="859093"/>
                  </a:lnTo>
                  <a:lnTo>
                    <a:pt x="2258289" y="859101"/>
                  </a:lnTo>
                  <a:lnTo>
                    <a:pt x="2258745" y="859226"/>
                  </a:lnTo>
                  <a:lnTo>
                    <a:pt x="2259477" y="859371"/>
                  </a:lnTo>
                  <a:lnTo>
                    <a:pt x="2260418" y="859486"/>
                  </a:lnTo>
                  <a:lnTo>
                    <a:pt x="2260847" y="859510"/>
                  </a:lnTo>
                  <a:lnTo>
                    <a:pt x="2261206" y="859531"/>
                  </a:lnTo>
                  <a:lnTo>
                    <a:pt x="2261716" y="859491"/>
                  </a:lnTo>
                  <a:lnTo>
                    <a:pt x="2262244" y="859423"/>
                  </a:lnTo>
                  <a:lnTo>
                    <a:pt x="2262356" y="859379"/>
                  </a:lnTo>
                  <a:lnTo>
                    <a:pt x="2262455" y="859340"/>
                  </a:lnTo>
                  <a:lnTo>
                    <a:pt x="2262697" y="859330"/>
                  </a:lnTo>
                  <a:lnTo>
                    <a:pt x="2263193" y="859310"/>
                  </a:lnTo>
                  <a:lnTo>
                    <a:pt x="2263315" y="859315"/>
                  </a:lnTo>
                  <a:lnTo>
                    <a:pt x="2263366" y="859317"/>
                  </a:lnTo>
                  <a:lnTo>
                    <a:pt x="2263527" y="859324"/>
                  </a:lnTo>
                  <a:lnTo>
                    <a:pt x="2263658" y="859327"/>
                  </a:lnTo>
                  <a:lnTo>
                    <a:pt x="2263679" y="859319"/>
                  </a:lnTo>
                  <a:lnTo>
                    <a:pt x="2264025" y="859196"/>
                  </a:lnTo>
                  <a:lnTo>
                    <a:pt x="2264399" y="859118"/>
                  </a:lnTo>
                  <a:lnTo>
                    <a:pt x="2264465" y="859105"/>
                  </a:lnTo>
                  <a:lnTo>
                    <a:pt x="2264745" y="859047"/>
                  </a:lnTo>
                  <a:lnTo>
                    <a:pt x="2265086" y="858961"/>
                  </a:lnTo>
                  <a:lnTo>
                    <a:pt x="2265582" y="858784"/>
                  </a:lnTo>
                  <a:lnTo>
                    <a:pt x="2265885" y="858635"/>
                  </a:lnTo>
                  <a:lnTo>
                    <a:pt x="2266197" y="858215"/>
                  </a:lnTo>
                  <a:lnTo>
                    <a:pt x="2266220" y="858193"/>
                  </a:lnTo>
                  <a:lnTo>
                    <a:pt x="2266526" y="857910"/>
                  </a:lnTo>
                  <a:lnTo>
                    <a:pt x="2266593" y="857815"/>
                  </a:lnTo>
                  <a:lnTo>
                    <a:pt x="2266690" y="857602"/>
                  </a:lnTo>
                  <a:lnTo>
                    <a:pt x="2266634" y="857507"/>
                  </a:lnTo>
                  <a:lnTo>
                    <a:pt x="2266438" y="857178"/>
                  </a:lnTo>
                  <a:lnTo>
                    <a:pt x="2266416" y="857140"/>
                  </a:lnTo>
                  <a:lnTo>
                    <a:pt x="2266318" y="856976"/>
                  </a:lnTo>
                  <a:lnTo>
                    <a:pt x="2266311" y="856964"/>
                  </a:lnTo>
                  <a:lnTo>
                    <a:pt x="2265927" y="856810"/>
                  </a:lnTo>
                  <a:lnTo>
                    <a:pt x="2265746" y="856687"/>
                  </a:lnTo>
                  <a:lnTo>
                    <a:pt x="2265559" y="856560"/>
                  </a:lnTo>
                  <a:lnTo>
                    <a:pt x="2265535" y="856505"/>
                  </a:lnTo>
                  <a:lnTo>
                    <a:pt x="2265585" y="856371"/>
                  </a:lnTo>
                  <a:lnTo>
                    <a:pt x="2265598" y="856368"/>
                  </a:lnTo>
                  <a:lnTo>
                    <a:pt x="2265834" y="856492"/>
                  </a:lnTo>
                  <a:lnTo>
                    <a:pt x="2265890" y="856522"/>
                  </a:lnTo>
                  <a:lnTo>
                    <a:pt x="2265999" y="856579"/>
                  </a:lnTo>
                  <a:lnTo>
                    <a:pt x="2267013" y="856930"/>
                  </a:lnTo>
                  <a:lnTo>
                    <a:pt x="2267095" y="856929"/>
                  </a:lnTo>
                  <a:lnTo>
                    <a:pt x="2267155" y="856914"/>
                  </a:lnTo>
                  <a:lnTo>
                    <a:pt x="2267218" y="856874"/>
                  </a:lnTo>
                  <a:lnTo>
                    <a:pt x="2267279" y="856874"/>
                  </a:lnTo>
                  <a:lnTo>
                    <a:pt x="2267341" y="856898"/>
                  </a:lnTo>
                  <a:lnTo>
                    <a:pt x="2267640" y="857014"/>
                  </a:lnTo>
                  <a:lnTo>
                    <a:pt x="2267684" y="857047"/>
                  </a:lnTo>
                  <a:lnTo>
                    <a:pt x="2267720" y="857140"/>
                  </a:lnTo>
                  <a:lnTo>
                    <a:pt x="2267699" y="857167"/>
                  </a:lnTo>
                  <a:lnTo>
                    <a:pt x="2267685" y="857185"/>
                  </a:lnTo>
                  <a:lnTo>
                    <a:pt x="2267686" y="857242"/>
                  </a:lnTo>
                  <a:lnTo>
                    <a:pt x="2267703" y="857260"/>
                  </a:lnTo>
                  <a:lnTo>
                    <a:pt x="2267905" y="857471"/>
                  </a:lnTo>
                  <a:lnTo>
                    <a:pt x="2267932" y="857487"/>
                  </a:lnTo>
                  <a:lnTo>
                    <a:pt x="2268231" y="857657"/>
                  </a:lnTo>
                  <a:lnTo>
                    <a:pt x="2268310" y="857702"/>
                  </a:lnTo>
                  <a:lnTo>
                    <a:pt x="2268405" y="857715"/>
                  </a:lnTo>
                  <a:lnTo>
                    <a:pt x="2268447" y="857702"/>
                  </a:lnTo>
                  <a:lnTo>
                    <a:pt x="2268653" y="857733"/>
                  </a:lnTo>
                  <a:lnTo>
                    <a:pt x="2268888" y="857846"/>
                  </a:lnTo>
                  <a:lnTo>
                    <a:pt x="2269068" y="857979"/>
                  </a:lnTo>
                  <a:lnTo>
                    <a:pt x="2269120" y="858017"/>
                  </a:lnTo>
                  <a:lnTo>
                    <a:pt x="2269311" y="858093"/>
                  </a:lnTo>
                  <a:lnTo>
                    <a:pt x="2269440" y="858119"/>
                  </a:lnTo>
                  <a:lnTo>
                    <a:pt x="2269552" y="858115"/>
                  </a:lnTo>
                  <a:lnTo>
                    <a:pt x="2269665" y="858171"/>
                  </a:lnTo>
                  <a:lnTo>
                    <a:pt x="2269750" y="858214"/>
                  </a:lnTo>
                  <a:lnTo>
                    <a:pt x="2269809" y="858269"/>
                  </a:lnTo>
                  <a:lnTo>
                    <a:pt x="2269809" y="858300"/>
                  </a:lnTo>
                  <a:lnTo>
                    <a:pt x="2269739" y="858361"/>
                  </a:lnTo>
                  <a:lnTo>
                    <a:pt x="2269549" y="858397"/>
                  </a:lnTo>
                  <a:lnTo>
                    <a:pt x="2269389" y="858408"/>
                  </a:lnTo>
                  <a:lnTo>
                    <a:pt x="2269358" y="858407"/>
                  </a:lnTo>
                  <a:lnTo>
                    <a:pt x="2268999" y="858394"/>
                  </a:lnTo>
                  <a:lnTo>
                    <a:pt x="2268905" y="858391"/>
                  </a:lnTo>
                  <a:lnTo>
                    <a:pt x="2268753" y="858311"/>
                  </a:lnTo>
                  <a:lnTo>
                    <a:pt x="2268703" y="858296"/>
                  </a:lnTo>
                  <a:lnTo>
                    <a:pt x="2268571" y="858258"/>
                  </a:lnTo>
                  <a:lnTo>
                    <a:pt x="2268259" y="858212"/>
                  </a:lnTo>
                  <a:lnTo>
                    <a:pt x="2268228" y="858208"/>
                  </a:lnTo>
                  <a:lnTo>
                    <a:pt x="2267660" y="858125"/>
                  </a:lnTo>
                  <a:lnTo>
                    <a:pt x="2267193" y="858232"/>
                  </a:lnTo>
                  <a:lnTo>
                    <a:pt x="2266965" y="858395"/>
                  </a:lnTo>
                  <a:lnTo>
                    <a:pt x="2266938" y="858438"/>
                  </a:lnTo>
                  <a:lnTo>
                    <a:pt x="2266948" y="858572"/>
                  </a:lnTo>
                  <a:lnTo>
                    <a:pt x="2266965" y="858586"/>
                  </a:lnTo>
                  <a:lnTo>
                    <a:pt x="2266975" y="858595"/>
                  </a:lnTo>
                  <a:lnTo>
                    <a:pt x="2267040" y="858650"/>
                  </a:lnTo>
                  <a:lnTo>
                    <a:pt x="2267066" y="858673"/>
                  </a:lnTo>
                  <a:lnTo>
                    <a:pt x="2267204" y="858790"/>
                  </a:lnTo>
                  <a:lnTo>
                    <a:pt x="2267250" y="858919"/>
                  </a:lnTo>
                  <a:lnTo>
                    <a:pt x="2267250" y="859248"/>
                  </a:lnTo>
                  <a:lnTo>
                    <a:pt x="2267250" y="859260"/>
                  </a:lnTo>
                  <a:lnTo>
                    <a:pt x="2267893" y="859258"/>
                  </a:lnTo>
                  <a:lnTo>
                    <a:pt x="2267897" y="859581"/>
                  </a:lnTo>
                  <a:lnTo>
                    <a:pt x="2267085" y="859757"/>
                  </a:lnTo>
                  <a:lnTo>
                    <a:pt x="2266974" y="860387"/>
                  </a:lnTo>
                  <a:lnTo>
                    <a:pt x="2266998" y="860452"/>
                  </a:lnTo>
                  <a:lnTo>
                    <a:pt x="2267009" y="860455"/>
                  </a:lnTo>
                  <a:lnTo>
                    <a:pt x="2267023" y="860460"/>
                  </a:lnTo>
                  <a:lnTo>
                    <a:pt x="2267031" y="860463"/>
                  </a:lnTo>
                  <a:lnTo>
                    <a:pt x="2267237" y="860531"/>
                  </a:lnTo>
                  <a:lnTo>
                    <a:pt x="2267247" y="860533"/>
                  </a:lnTo>
                  <a:lnTo>
                    <a:pt x="2267360" y="860552"/>
                  </a:lnTo>
                  <a:lnTo>
                    <a:pt x="2267482" y="860630"/>
                  </a:lnTo>
                  <a:lnTo>
                    <a:pt x="2267434" y="860950"/>
                  </a:lnTo>
                  <a:lnTo>
                    <a:pt x="2267562" y="861019"/>
                  </a:lnTo>
                  <a:lnTo>
                    <a:pt x="2267873" y="861058"/>
                  </a:lnTo>
                  <a:lnTo>
                    <a:pt x="2268240" y="861012"/>
                  </a:lnTo>
                  <a:lnTo>
                    <a:pt x="2268546" y="861246"/>
                  </a:lnTo>
                  <a:lnTo>
                    <a:pt x="2268677" y="861345"/>
                  </a:lnTo>
                  <a:lnTo>
                    <a:pt x="2268859" y="861446"/>
                  </a:lnTo>
                  <a:lnTo>
                    <a:pt x="2269067" y="861524"/>
                  </a:lnTo>
                  <a:lnTo>
                    <a:pt x="2269098" y="861520"/>
                  </a:lnTo>
                  <a:lnTo>
                    <a:pt x="2269136" y="861486"/>
                  </a:lnTo>
                  <a:lnTo>
                    <a:pt x="2269141" y="861482"/>
                  </a:lnTo>
                  <a:lnTo>
                    <a:pt x="2269422" y="861500"/>
                  </a:lnTo>
                  <a:lnTo>
                    <a:pt x="2269439" y="861507"/>
                  </a:lnTo>
                  <a:lnTo>
                    <a:pt x="2269618" y="861570"/>
                  </a:lnTo>
                  <a:lnTo>
                    <a:pt x="2269782" y="861628"/>
                  </a:lnTo>
                  <a:lnTo>
                    <a:pt x="2269877" y="861850"/>
                  </a:lnTo>
                  <a:lnTo>
                    <a:pt x="2269982" y="862098"/>
                  </a:lnTo>
                  <a:lnTo>
                    <a:pt x="2270006" y="862154"/>
                  </a:lnTo>
                  <a:lnTo>
                    <a:pt x="2270059" y="862202"/>
                  </a:lnTo>
                  <a:lnTo>
                    <a:pt x="2270252" y="862313"/>
                  </a:lnTo>
                  <a:lnTo>
                    <a:pt x="2270382" y="862335"/>
                  </a:lnTo>
                  <a:lnTo>
                    <a:pt x="2270364" y="862596"/>
                  </a:lnTo>
                  <a:lnTo>
                    <a:pt x="2270315" y="862911"/>
                  </a:lnTo>
                  <a:lnTo>
                    <a:pt x="2270314" y="862969"/>
                  </a:lnTo>
                  <a:lnTo>
                    <a:pt x="2270307" y="863507"/>
                  </a:lnTo>
                  <a:lnTo>
                    <a:pt x="2270315" y="863634"/>
                  </a:lnTo>
                  <a:lnTo>
                    <a:pt x="2270412" y="863824"/>
                  </a:lnTo>
                  <a:lnTo>
                    <a:pt x="2270547" y="864031"/>
                  </a:lnTo>
                  <a:lnTo>
                    <a:pt x="2270702" y="864227"/>
                  </a:lnTo>
                  <a:lnTo>
                    <a:pt x="2270892" y="864433"/>
                  </a:lnTo>
                  <a:lnTo>
                    <a:pt x="2271029" y="864582"/>
                  </a:lnTo>
                  <a:lnTo>
                    <a:pt x="2271089" y="864647"/>
                  </a:lnTo>
                  <a:lnTo>
                    <a:pt x="2271445" y="865032"/>
                  </a:lnTo>
                  <a:lnTo>
                    <a:pt x="2271497" y="865073"/>
                  </a:lnTo>
                  <a:lnTo>
                    <a:pt x="2271671" y="865205"/>
                  </a:lnTo>
                  <a:lnTo>
                    <a:pt x="2271755" y="865209"/>
                  </a:lnTo>
                  <a:lnTo>
                    <a:pt x="2271879" y="865245"/>
                  </a:lnTo>
                  <a:lnTo>
                    <a:pt x="2272102" y="865373"/>
                  </a:lnTo>
                  <a:lnTo>
                    <a:pt x="2272399" y="865543"/>
                  </a:lnTo>
                  <a:lnTo>
                    <a:pt x="2272441" y="865566"/>
                  </a:lnTo>
                  <a:lnTo>
                    <a:pt x="2272646" y="865683"/>
                  </a:lnTo>
                  <a:lnTo>
                    <a:pt x="2272843" y="865767"/>
                  </a:lnTo>
                  <a:lnTo>
                    <a:pt x="2273155" y="865899"/>
                  </a:lnTo>
                  <a:lnTo>
                    <a:pt x="2273376" y="865977"/>
                  </a:lnTo>
                  <a:lnTo>
                    <a:pt x="2273394" y="865981"/>
                  </a:lnTo>
                  <a:lnTo>
                    <a:pt x="2273405" y="865984"/>
                  </a:lnTo>
                  <a:lnTo>
                    <a:pt x="2273540" y="865927"/>
                  </a:lnTo>
                  <a:lnTo>
                    <a:pt x="2273565" y="865910"/>
                  </a:lnTo>
                  <a:lnTo>
                    <a:pt x="2273572" y="865857"/>
                  </a:lnTo>
                  <a:lnTo>
                    <a:pt x="2273785" y="865787"/>
                  </a:lnTo>
                  <a:lnTo>
                    <a:pt x="2273844" y="865788"/>
                  </a:lnTo>
                  <a:lnTo>
                    <a:pt x="2274041" y="865791"/>
                  </a:lnTo>
                  <a:lnTo>
                    <a:pt x="2274186" y="865793"/>
                  </a:lnTo>
                  <a:lnTo>
                    <a:pt x="2274208" y="865869"/>
                  </a:lnTo>
                  <a:lnTo>
                    <a:pt x="2274352" y="866098"/>
                  </a:lnTo>
                  <a:lnTo>
                    <a:pt x="2274412" y="866156"/>
                  </a:lnTo>
                  <a:lnTo>
                    <a:pt x="2274820" y="866307"/>
                  </a:lnTo>
                  <a:lnTo>
                    <a:pt x="2274903" y="866338"/>
                  </a:lnTo>
                  <a:lnTo>
                    <a:pt x="2275222" y="866456"/>
                  </a:lnTo>
                  <a:lnTo>
                    <a:pt x="2275311" y="866489"/>
                  </a:lnTo>
                  <a:lnTo>
                    <a:pt x="2275646" y="866578"/>
                  </a:lnTo>
                  <a:lnTo>
                    <a:pt x="2276061" y="866668"/>
                  </a:lnTo>
                  <a:lnTo>
                    <a:pt x="2276268" y="866713"/>
                  </a:lnTo>
                  <a:lnTo>
                    <a:pt x="2276472" y="866612"/>
                  </a:lnTo>
                  <a:lnTo>
                    <a:pt x="2276570" y="866563"/>
                  </a:lnTo>
                  <a:lnTo>
                    <a:pt x="2277536" y="866354"/>
                  </a:lnTo>
                  <a:lnTo>
                    <a:pt x="2277684" y="866634"/>
                  </a:lnTo>
                  <a:lnTo>
                    <a:pt x="2277817" y="866984"/>
                  </a:lnTo>
                  <a:lnTo>
                    <a:pt x="2278051" y="866914"/>
                  </a:lnTo>
                  <a:lnTo>
                    <a:pt x="2278064" y="866910"/>
                  </a:lnTo>
                  <a:lnTo>
                    <a:pt x="2278243" y="866857"/>
                  </a:lnTo>
                  <a:lnTo>
                    <a:pt x="2278329" y="866689"/>
                  </a:lnTo>
                  <a:lnTo>
                    <a:pt x="2278279" y="866507"/>
                  </a:lnTo>
                  <a:lnTo>
                    <a:pt x="2278265" y="866459"/>
                  </a:lnTo>
                  <a:lnTo>
                    <a:pt x="2278219" y="866295"/>
                  </a:lnTo>
                  <a:lnTo>
                    <a:pt x="2279516" y="865743"/>
                  </a:lnTo>
                  <a:lnTo>
                    <a:pt x="2279458" y="866304"/>
                  </a:lnTo>
                  <a:lnTo>
                    <a:pt x="2279557" y="866321"/>
                  </a:lnTo>
                  <a:lnTo>
                    <a:pt x="2279849" y="866340"/>
                  </a:lnTo>
                  <a:lnTo>
                    <a:pt x="2280135" y="866359"/>
                  </a:lnTo>
                  <a:lnTo>
                    <a:pt x="2280147" y="866290"/>
                  </a:lnTo>
                  <a:lnTo>
                    <a:pt x="2279940" y="865810"/>
                  </a:lnTo>
                  <a:lnTo>
                    <a:pt x="2279872" y="865337"/>
                  </a:lnTo>
                  <a:lnTo>
                    <a:pt x="2279853" y="865210"/>
                  </a:lnTo>
                  <a:lnTo>
                    <a:pt x="2280014" y="865224"/>
                  </a:lnTo>
                  <a:lnTo>
                    <a:pt x="2280242" y="865333"/>
                  </a:lnTo>
                  <a:lnTo>
                    <a:pt x="2280373" y="865396"/>
                  </a:lnTo>
                  <a:lnTo>
                    <a:pt x="2280532" y="865472"/>
                  </a:lnTo>
                  <a:lnTo>
                    <a:pt x="2280547" y="865479"/>
                  </a:lnTo>
                  <a:lnTo>
                    <a:pt x="2280571" y="865486"/>
                  </a:lnTo>
                  <a:lnTo>
                    <a:pt x="2280601" y="865494"/>
                  </a:lnTo>
                  <a:lnTo>
                    <a:pt x="2280832" y="865561"/>
                  </a:lnTo>
                  <a:lnTo>
                    <a:pt x="2281716" y="865703"/>
                  </a:lnTo>
                  <a:lnTo>
                    <a:pt x="2282301" y="865769"/>
                  </a:lnTo>
                  <a:lnTo>
                    <a:pt x="2282644" y="865792"/>
                  </a:lnTo>
                  <a:lnTo>
                    <a:pt x="2283383" y="865841"/>
                  </a:lnTo>
                  <a:lnTo>
                    <a:pt x="2283558" y="865853"/>
                  </a:lnTo>
                  <a:lnTo>
                    <a:pt x="2283893" y="865859"/>
                  </a:lnTo>
                  <a:lnTo>
                    <a:pt x="2284044" y="865871"/>
                  </a:lnTo>
                  <a:lnTo>
                    <a:pt x="2284309" y="865891"/>
                  </a:lnTo>
                  <a:lnTo>
                    <a:pt x="2284322" y="865892"/>
                  </a:lnTo>
                  <a:lnTo>
                    <a:pt x="2284576" y="865912"/>
                  </a:lnTo>
                  <a:lnTo>
                    <a:pt x="2284666" y="865919"/>
                  </a:lnTo>
                  <a:lnTo>
                    <a:pt x="2284694" y="865957"/>
                  </a:lnTo>
                  <a:lnTo>
                    <a:pt x="2284758" y="866241"/>
                  </a:lnTo>
                  <a:lnTo>
                    <a:pt x="2284854" y="866467"/>
                  </a:lnTo>
                  <a:lnTo>
                    <a:pt x="2284884" y="866538"/>
                  </a:lnTo>
                  <a:lnTo>
                    <a:pt x="2285127" y="866761"/>
                  </a:lnTo>
                  <a:lnTo>
                    <a:pt x="2285162" y="866818"/>
                  </a:lnTo>
                  <a:lnTo>
                    <a:pt x="2285554" y="867444"/>
                  </a:lnTo>
                  <a:lnTo>
                    <a:pt x="2285572" y="867473"/>
                  </a:lnTo>
                  <a:lnTo>
                    <a:pt x="2285631" y="867502"/>
                  </a:lnTo>
                  <a:lnTo>
                    <a:pt x="2285635" y="867355"/>
                  </a:lnTo>
                  <a:lnTo>
                    <a:pt x="2285637" y="867299"/>
                  </a:lnTo>
                  <a:lnTo>
                    <a:pt x="2285618" y="867199"/>
                  </a:lnTo>
                  <a:lnTo>
                    <a:pt x="2285612" y="867166"/>
                  </a:lnTo>
                  <a:lnTo>
                    <a:pt x="2285591" y="867109"/>
                  </a:lnTo>
                  <a:lnTo>
                    <a:pt x="2285523" y="866925"/>
                  </a:lnTo>
                  <a:lnTo>
                    <a:pt x="2285426" y="866814"/>
                  </a:lnTo>
                  <a:lnTo>
                    <a:pt x="2285319" y="866691"/>
                  </a:lnTo>
                  <a:lnTo>
                    <a:pt x="2285147" y="866537"/>
                  </a:lnTo>
                  <a:lnTo>
                    <a:pt x="2285013" y="866418"/>
                  </a:lnTo>
                  <a:lnTo>
                    <a:pt x="2285017" y="866311"/>
                  </a:lnTo>
                  <a:lnTo>
                    <a:pt x="2285025" y="866005"/>
                  </a:lnTo>
                  <a:lnTo>
                    <a:pt x="2285158" y="865891"/>
                  </a:lnTo>
                  <a:lnTo>
                    <a:pt x="2285354" y="865837"/>
                  </a:lnTo>
                  <a:lnTo>
                    <a:pt x="2285564" y="865808"/>
                  </a:lnTo>
                  <a:lnTo>
                    <a:pt x="2285830" y="865791"/>
                  </a:lnTo>
                  <a:lnTo>
                    <a:pt x="2287166" y="865705"/>
                  </a:lnTo>
                  <a:lnTo>
                    <a:pt x="2288306" y="865597"/>
                  </a:lnTo>
                  <a:lnTo>
                    <a:pt x="2288348" y="865593"/>
                  </a:lnTo>
                  <a:lnTo>
                    <a:pt x="2288887" y="865552"/>
                  </a:lnTo>
                  <a:lnTo>
                    <a:pt x="2289556" y="865501"/>
                  </a:lnTo>
                  <a:lnTo>
                    <a:pt x="2289737" y="865487"/>
                  </a:lnTo>
                  <a:lnTo>
                    <a:pt x="2290760" y="865376"/>
                  </a:lnTo>
                  <a:lnTo>
                    <a:pt x="2290876" y="865363"/>
                  </a:lnTo>
                  <a:lnTo>
                    <a:pt x="2291129" y="865336"/>
                  </a:lnTo>
                  <a:lnTo>
                    <a:pt x="2291230" y="865325"/>
                  </a:lnTo>
                  <a:lnTo>
                    <a:pt x="2291902" y="865236"/>
                  </a:lnTo>
                  <a:lnTo>
                    <a:pt x="2292239" y="865184"/>
                  </a:lnTo>
                  <a:lnTo>
                    <a:pt x="2292430" y="865155"/>
                  </a:lnTo>
                  <a:lnTo>
                    <a:pt x="2292804" y="865098"/>
                  </a:lnTo>
                  <a:lnTo>
                    <a:pt x="2292994" y="865069"/>
                  </a:lnTo>
                  <a:lnTo>
                    <a:pt x="2293014" y="865065"/>
                  </a:lnTo>
                  <a:lnTo>
                    <a:pt x="2293165" y="865042"/>
                  </a:lnTo>
                  <a:lnTo>
                    <a:pt x="2293215" y="865035"/>
                  </a:lnTo>
                  <a:lnTo>
                    <a:pt x="2293531" y="864986"/>
                  </a:lnTo>
                  <a:lnTo>
                    <a:pt x="2293655" y="864960"/>
                  </a:lnTo>
                  <a:lnTo>
                    <a:pt x="2293865" y="864877"/>
                  </a:lnTo>
                  <a:lnTo>
                    <a:pt x="2294494" y="864628"/>
                  </a:lnTo>
                  <a:lnTo>
                    <a:pt x="2294571" y="864618"/>
                  </a:lnTo>
                  <a:lnTo>
                    <a:pt x="2294791" y="864820"/>
                  </a:lnTo>
                  <a:lnTo>
                    <a:pt x="2294747" y="864901"/>
                  </a:lnTo>
                  <a:lnTo>
                    <a:pt x="2294714" y="864962"/>
                  </a:lnTo>
                  <a:lnTo>
                    <a:pt x="2294598" y="865176"/>
                  </a:lnTo>
                  <a:lnTo>
                    <a:pt x="2294595" y="865230"/>
                  </a:lnTo>
                  <a:lnTo>
                    <a:pt x="2294631" y="865477"/>
                  </a:lnTo>
                  <a:lnTo>
                    <a:pt x="2294759" y="865765"/>
                  </a:lnTo>
                  <a:lnTo>
                    <a:pt x="2294815" y="865893"/>
                  </a:lnTo>
                  <a:lnTo>
                    <a:pt x="2294922" y="866133"/>
                  </a:lnTo>
                  <a:lnTo>
                    <a:pt x="2294698" y="866305"/>
                  </a:lnTo>
                  <a:lnTo>
                    <a:pt x="2294690" y="866332"/>
                  </a:lnTo>
                  <a:lnTo>
                    <a:pt x="2294853" y="866478"/>
                  </a:lnTo>
                  <a:lnTo>
                    <a:pt x="2295428" y="866473"/>
                  </a:lnTo>
                  <a:lnTo>
                    <a:pt x="2295475" y="866417"/>
                  </a:lnTo>
                  <a:lnTo>
                    <a:pt x="2295434" y="866233"/>
                  </a:lnTo>
                  <a:lnTo>
                    <a:pt x="2295201" y="866121"/>
                  </a:lnTo>
                  <a:lnTo>
                    <a:pt x="2294943" y="865770"/>
                  </a:lnTo>
                  <a:lnTo>
                    <a:pt x="2294868" y="865534"/>
                  </a:lnTo>
                  <a:lnTo>
                    <a:pt x="2294904" y="865317"/>
                  </a:lnTo>
                  <a:lnTo>
                    <a:pt x="2295123" y="865235"/>
                  </a:lnTo>
                  <a:lnTo>
                    <a:pt x="2295113" y="864805"/>
                  </a:lnTo>
                  <a:lnTo>
                    <a:pt x="2295092" y="864735"/>
                  </a:lnTo>
                  <a:lnTo>
                    <a:pt x="2295083" y="864703"/>
                  </a:lnTo>
                  <a:lnTo>
                    <a:pt x="2295044" y="864572"/>
                  </a:lnTo>
                  <a:lnTo>
                    <a:pt x="2295014" y="864470"/>
                  </a:lnTo>
                  <a:lnTo>
                    <a:pt x="2294997" y="864414"/>
                  </a:lnTo>
                  <a:lnTo>
                    <a:pt x="2295089" y="864296"/>
                  </a:lnTo>
                  <a:lnTo>
                    <a:pt x="2295247" y="864258"/>
                  </a:lnTo>
                  <a:lnTo>
                    <a:pt x="2295846" y="864113"/>
                  </a:lnTo>
                  <a:lnTo>
                    <a:pt x="2296230" y="863980"/>
                  </a:lnTo>
                  <a:lnTo>
                    <a:pt x="2296437" y="863908"/>
                  </a:lnTo>
                  <a:lnTo>
                    <a:pt x="2296469" y="863723"/>
                  </a:lnTo>
                  <a:lnTo>
                    <a:pt x="2296477" y="863681"/>
                  </a:lnTo>
                  <a:lnTo>
                    <a:pt x="2296484" y="863639"/>
                  </a:lnTo>
                  <a:lnTo>
                    <a:pt x="2296640" y="863397"/>
                  </a:lnTo>
                  <a:lnTo>
                    <a:pt x="2296771" y="863347"/>
                  </a:lnTo>
                  <a:lnTo>
                    <a:pt x="2297039" y="863172"/>
                  </a:lnTo>
                  <a:lnTo>
                    <a:pt x="2297201" y="863041"/>
                  </a:lnTo>
                  <a:lnTo>
                    <a:pt x="2297365" y="862853"/>
                  </a:lnTo>
                  <a:lnTo>
                    <a:pt x="2297481" y="862667"/>
                  </a:lnTo>
                  <a:lnTo>
                    <a:pt x="2297552" y="862502"/>
                  </a:lnTo>
                  <a:lnTo>
                    <a:pt x="2297604" y="862381"/>
                  </a:lnTo>
                  <a:lnTo>
                    <a:pt x="2297629" y="862323"/>
                  </a:lnTo>
                  <a:lnTo>
                    <a:pt x="2297585" y="862194"/>
                  </a:lnTo>
                  <a:lnTo>
                    <a:pt x="2297430" y="862107"/>
                  </a:lnTo>
                  <a:lnTo>
                    <a:pt x="2297309" y="862087"/>
                  </a:lnTo>
                  <a:lnTo>
                    <a:pt x="2297223" y="862086"/>
                  </a:lnTo>
                  <a:lnTo>
                    <a:pt x="2297171" y="862086"/>
                  </a:lnTo>
                  <a:lnTo>
                    <a:pt x="2297234" y="861946"/>
                  </a:lnTo>
                  <a:lnTo>
                    <a:pt x="2297254" y="861902"/>
                  </a:lnTo>
                  <a:lnTo>
                    <a:pt x="2297273" y="861905"/>
                  </a:lnTo>
                  <a:lnTo>
                    <a:pt x="2297482" y="861947"/>
                  </a:lnTo>
                  <a:lnTo>
                    <a:pt x="2297564" y="862006"/>
                  </a:lnTo>
                  <a:lnTo>
                    <a:pt x="2297585" y="862022"/>
                  </a:lnTo>
                  <a:lnTo>
                    <a:pt x="2297624" y="862025"/>
                  </a:lnTo>
                  <a:lnTo>
                    <a:pt x="2297944" y="862056"/>
                  </a:lnTo>
                  <a:lnTo>
                    <a:pt x="2298137" y="862018"/>
                  </a:lnTo>
                  <a:lnTo>
                    <a:pt x="2298162" y="862013"/>
                  </a:lnTo>
                  <a:lnTo>
                    <a:pt x="2298236" y="861998"/>
                  </a:lnTo>
                  <a:lnTo>
                    <a:pt x="2298262" y="861993"/>
                  </a:lnTo>
                  <a:lnTo>
                    <a:pt x="2298340" y="861968"/>
                  </a:lnTo>
                  <a:lnTo>
                    <a:pt x="2298430" y="861940"/>
                  </a:lnTo>
                  <a:lnTo>
                    <a:pt x="2298558" y="861900"/>
                  </a:lnTo>
                  <a:lnTo>
                    <a:pt x="2298835" y="861760"/>
                  </a:lnTo>
                  <a:lnTo>
                    <a:pt x="2298882" y="861717"/>
                  </a:lnTo>
                  <a:lnTo>
                    <a:pt x="2298923" y="861624"/>
                  </a:lnTo>
                  <a:lnTo>
                    <a:pt x="2298895" y="861527"/>
                  </a:lnTo>
                  <a:lnTo>
                    <a:pt x="2298845" y="861481"/>
                  </a:lnTo>
                  <a:lnTo>
                    <a:pt x="2298830" y="861467"/>
                  </a:lnTo>
                  <a:lnTo>
                    <a:pt x="2298813" y="861428"/>
                  </a:lnTo>
                  <a:lnTo>
                    <a:pt x="2298802" y="861402"/>
                  </a:lnTo>
                  <a:lnTo>
                    <a:pt x="2298875" y="861353"/>
                  </a:lnTo>
                  <a:lnTo>
                    <a:pt x="2299061" y="861229"/>
                  </a:lnTo>
                  <a:lnTo>
                    <a:pt x="2299357" y="861235"/>
                  </a:lnTo>
                  <a:lnTo>
                    <a:pt x="2299451" y="861355"/>
                  </a:lnTo>
                  <a:lnTo>
                    <a:pt x="2299506" y="861484"/>
                  </a:lnTo>
                  <a:lnTo>
                    <a:pt x="2299516" y="861497"/>
                  </a:lnTo>
                  <a:lnTo>
                    <a:pt x="2299620" y="861633"/>
                  </a:lnTo>
                  <a:lnTo>
                    <a:pt x="2299731" y="861629"/>
                  </a:lnTo>
                  <a:lnTo>
                    <a:pt x="2299858" y="861595"/>
                  </a:lnTo>
                  <a:lnTo>
                    <a:pt x="2300069" y="861493"/>
                  </a:lnTo>
                  <a:lnTo>
                    <a:pt x="2300106" y="861462"/>
                  </a:lnTo>
                  <a:lnTo>
                    <a:pt x="2300184" y="861361"/>
                  </a:lnTo>
                  <a:lnTo>
                    <a:pt x="2300198" y="861255"/>
                  </a:lnTo>
                  <a:lnTo>
                    <a:pt x="2300114" y="860828"/>
                  </a:lnTo>
                  <a:lnTo>
                    <a:pt x="2300100" y="860757"/>
                  </a:lnTo>
                  <a:lnTo>
                    <a:pt x="2300081" y="860658"/>
                  </a:lnTo>
                  <a:lnTo>
                    <a:pt x="2300027" y="860523"/>
                  </a:lnTo>
                  <a:lnTo>
                    <a:pt x="2300005" y="860466"/>
                  </a:lnTo>
                  <a:lnTo>
                    <a:pt x="2299887" y="860166"/>
                  </a:lnTo>
                  <a:lnTo>
                    <a:pt x="2299892" y="860041"/>
                  </a:lnTo>
                  <a:lnTo>
                    <a:pt x="2300042" y="860131"/>
                  </a:lnTo>
                  <a:lnTo>
                    <a:pt x="2300325" y="860299"/>
                  </a:lnTo>
                  <a:lnTo>
                    <a:pt x="2300375" y="860351"/>
                  </a:lnTo>
                  <a:lnTo>
                    <a:pt x="2300391" y="860407"/>
                  </a:lnTo>
                  <a:lnTo>
                    <a:pt x="2300416" y="860499"/>
                  </a:lnTo>
                  <a:lnTo>
                    <a:pt x="2300422" y="860520"/>
                  </a:lnTo>
                  <a:lnTo>
                    <a:pt x="2300430" y="860551"/>
                  </a:lnTo>
                  <a:lnTo>
                    <a:pt x="2300434" y="860565"/>
                  </a:lnTo>
                  <a:lnTo>
                    <a:pt x="2300443" y="860598"/>
                  </a:lnTo>
                  <a:lnTo>
                    <a:pt x="2300457" y="860648"/>
                  </a:lnTo>
                  <a:lnTo>
                    <a:pt x="2300469" y="860662"/>
                  </a:lnTo>
                  <a:lnTo>
                    <a:pt x="2300500" y="860699"/>
                  </a:lnTo>
                  <a:lnTo>
                    <a:pt x="2300527" y="860729"/>
                  </a:lnTo>
                  <a:lnTo>
                    <a:pt x="2300542" y="860746"/>
                  </a:lnTo>
                  <a:lnTo>
                    <a:pt x="2300564" y="860772"/>
                  </a:lnTo>
                  <a:lnTo>
                    <a:pt x="2300603" y="860816"/>
                  </a:lnTo>
                  <a:lnTo>
                    <a:pt x="2300617" y="860833"/>
                  </a:lnTo>
                  <a:lnTo>
                    <a:pt x="2300918" y="861122"/>
                  </a:lnTo>
                  <a:lnTo>
                    <a:pt x="2300939" y="861142"/>
                  </a:lnTo>
                  <a:lnTo>
                    <a:pt x="2301093" y="861173"/>
                  </a:lnTo>
                  <a:lnTo>
                    <a:pt x="2301181" y="861173"/>
                  </a:lnTo>
                  <a:lnTo>
                    <a:pt x="2301304" y="861172"/>
                  </a:lnTo>
                  <a:lnTo>
                    <a:pt x="2301325" y="861172"/>
                  </a:lnTo>
                  <a:lnTo>
                    <a:pt x="2301394" y="861172"/>
                  </a:lnTo>
                  <a:lnTo>
                    <a:pt x="2301475" y="861172"/>
                  </a:lnTo>
                  <a:lnTo>
                    <a:pt x="2301651" y="861136"/>
                  </a:lnTo>
                  <a:lnTo>
                    <a:pt x="2301698" y="861111"/>
                  </a:lnTo>
                  <a:lnTo>
                    <a:pt x="2302269" y="860809"/>
                  </a:lnTo>
                  <a:lnTo>
                    <a:pt x="2302274" y="860806"/>
                  </a:lnTo>
                  <a:lnTo>
                    <a:pt x="2302299" y="860793"/>
                  </a:lnTo>
                  <a:lnTo>
                    <a:pt x="2302369" y="860737"/>
                  </a:lnTo>
                  <a:lnTo>
                    <a:pt x="2302435" y="860684"/>
                  </a:lnTo>
                  <a:lnTo>
                    <a:pt x="2302473" y="860625"/>
                  </a:lnTo>
                  <a:lnTo>
                    <a:pt x="2302479" y="860568"/>
                  </a:lnTo>
                  <a:lnTo>
                    <a:pt x="2302362" y="860376"/>
                  </a:lnTo>
                  <a:lnTo>
                    <a:pt x="2302253" y="860323"/>
                  </a:lnTo>
                  <a:lnTo>
                    <a:pt x="2302230" y="860265"/>
                  </a:lnTo>
                  <a:lnTo>
                    <a:pt x="2302211" y="860214"/>
                  </a:lnTo>
                  <a:lnTo>
                    <a:pt x="2302192" y="860164"/>
                  </a:lnTo>
                  <a:lnTo>
                    <a:pt x="2302167" y="860097"/>
                  </a:lnTo>
                  <a:lnTo>
                    <a:pt x="2302176" y="859996"/>
                  </a:lnTo>
                  <a:lnTo>
                    <a:pt x="2302219" y="859969"/>
                  </a:lnTo>
                  <a:lnTo>
                    <a:pt x="2302253" y="859947"/>
                  </a:lnTo>
                  <a:lnTo>
                    <a:pt x="2302280" y="859953"/>
                  </a:lnTo>
                  <a:lnTo>
                    <a:pt x="2302561" y="860098"/>
                  </a:lnTo>
                  <a:lnTo>
                    <a:pt x="2302672" y="860273"/>
                  </a:lnTo>
                  <a:lnTo>
                    <a:pt x="2302682" y="860358"/>
                  </a:lnTo>
                  <a:lnTo>
                    <a:pt x="2302654" y="860420"/>
                  </a:lnTo>
                  <a:lnTo>
                    <a:pt x="2302929" y="860465"/>
                  </a:lnTo>
                  <a:lnTo>
                    <a:pt x="2303112" y="860457"/>
                  </a:lnTo>
                  <a:lnTo>
                    <a:pt x="2303506" y="860441"/>
                  </a:lnTo>
                  <a:lnTo>
                    <a:pt x="2303524" y="860462"/>
                  </a:lnTo>
                  <a:lnTo>
                    <a:pt x="2303510" y="860505"/>
                  </a:lnTo>
                  <a:lnTo>
                    <a:pt x="2303300" y="860698"/>
                  </a:lnTo>
                  <a:lnTo>
                    <a:pt x="2303253" y="860692"/>
                  </a:lnTo>
                  <a:lnTo>
                    <a:pt x="2303210" y="860686"/>
                  </a:lnTo>
                  <a:lnTo>
                    <a:pt x="2303190" y="860701"/>
                  </a:lnTo>
                  <a:lnTo>
                    <a:pt x="2303158" y="860724"/>
                  </a:lnTo>
                  <a:lnTo>
                    <a:pt x="2303136" y="860740"/>
                  </a:lnTo>
                  <a:lnTo>
                    <a:pt x="2303125" y="860844"/>
                  </a:lnTo>
                  <a:lnTo>
                    <a:pt x="2303121" y="860883"/>
                  </a:lnTo>
                  <a:lnTo>
                    <a:pt x="2303119" y="860897"/>
                  </a:lnTo>
                  <a:lnTo>
                    <a:pt x="2303128" y="860927"/>
                  </a:lnTo>
                  <a:lnTo>
                    <a:pt x="2303140" y="860966"/>
                  </a:lnTo>
                  <a:lnTo>
                    <a:pt x="2303144" y="860978"/>
                  </a:lnTo>
                  <a:lnTo>
                    <a:pt x="2303157" y="861018"/>
                  </a:lnTo>
                  <a:lnTo>
                    <a:pt x="2303175" y="861025"/>
                  </a:lnTo>
                  <a:lnTo>
                    <a:pt x="2303218" y="861043"/>
                  </a:lnTo>
                  <a:lnTo>
                    <a:pt x="2303275" y="861066"/>
                  </a:lnTo>
                  <a:lnTo>
                    <a:pt x="2303487" y="861088"/>
                  </a:lnTo>
                  <a:lnTo>
                    <a:pt x="2303889" y="861224"/>
                  </a:lnTo>
                  <a:lnTo>
                    <a:pt x="2303909" y="861242"/>
                  </a:lnTo>
                  <a:lnTo>
                    <a:pt x="2304088" y="861394"/>
                  </a:lnTo>
                  <a:lnTo>
                    <a:pt x="2304161" y="861456"/>
                  </a:lnTo>
                  <a:lnTo>
                    <a:pt x="2304125" y="861519"/>
                  </a:lnTo>
                  <a:lnTo>
                    <a:pt x="2304086" y="861555"/>
                  </a:lnTo>
                  <a:lnTo>
                    <a:pt x="2304080" y="861561"/>
                  </a:lnTo>
                  <a:lnTo>
                    <a:pt x="2304066" y="861574"/>
                  </a:lnTo>
                  <a:lnTo>
                    <a:pt x="2304061" y="861579"/>
                  </a:lnTo>
                  <a:lnTo>
                    <a:pt x="2304039" y="861600"/>
                  </a:lnTo>
                  <a:lnTo>
                    <a:pt x="2303903" y="861728"/>
                  </a:lnTo>
                  <a:lnTo>
                    <a:pt x="2303869" y="861808"/>
                  </a:lnTo>
                  <a:lnTo>
                    <a:pt x="2303879" y="861914"/>
                  </a:lnTo>
                  <a:lnTo>
                    <a:pt x="2303903" y="861970"/>
                  </a:lnTo>
                  <a:lnTo>
                    <a:pt x="2303959" y="862037"/>
                  </a:lnTo>
                  <a:lnTo>
                    <a:pt x="2303979" y="862046"/>
                  </a:lnTo>
                  <a:lnTo>
                    <a:pt x="2304085" y="862012"/>
                  </a:lnTo>
                  <a:lnTo>
                    <a:pt x="2304110" y="862004"/>
                  </a:lnTo>
                  <a:lnTo>
                    <a:pt x="2304135" y="862027"/>
                  </a:lnTo>
                  <a:lnTo>
                    <a:pt x="2304203" y="862092"/>
                  </a:lnTo>
                  <a:lnTo>
                    <a:pt x="2304209" y="862158"/>
                  </a:lnTo>
                  <a:lnTo>
                    <a:pt x="2304212" y="862179"/>
                  </a:lnTo>
                  <a:lnTo>
                    <a:pt x="2304183" y="862283"/>
                  </a:lnTo>
                  <a:lnTo>
                    <a:pt x="2304104" y="862326"/>
                  </a:lnTo>
                  <a:lnTo>
                    <a:pt x="2303897" y="862360"/>
                  </a:lnTo>
                  <a:lnTo>
                    <a:pt x="2303745" y="862342"/>
                  </a:lnTo>
                  <a:lnTo>
                    <a:pt x="2303696" y="862351"/>
                  </a:lnTo>
                  <a:lnTo>
                    <a:pt x="2303639" y="862410"/>
                  </a:lnTo>
                  <a:lnTo>
                    <a:pt x="2303524" y="862528"/>
                  </a:lnTo>
                  <a:lnTo>
                    <a:pt x="2303496" y="862557"/>
                  </a:lnTo>
                  <a:lnTo>
                    <a:pt x="2303320" y="862737"/>
                  </a:lnTo>
                  <a:lnTo>
                    <a:pt x="2303260" y="862752"/>
                  </a:lnTo>
                  <a:lnTo>
                    <a:pt x="2303213" y="862741"/>
                  </a:lnTo>
                  <a:lnTo>
                    <a:pt x="2303172" y="862723"/>
                  </a:lnTo>
                  <a:lnTo>
                    <a:pt x="2303035" y="862662"/>
                  </a:lnTo>
                  <a:lnTo>
                    <a:pt x="2303002" y="862670"/>
                  </a:lnTo>
                  <a:lnTo>
                    <a:pt x="2302847" y="862707"/>
                  </a:lnTo>
                  <a:lnTo>
                    <a:pt x="2302401" y="862926"/>
                  </a:lnTo>
                  <a:lnTo>
                    <a:pt x="2302391" y="863011"/>
                  </a:lnTo>
                  <a:lnTo>
                    <a:pt x="2302504" y="863346"/>
                  </a:lnTo>
                  <a:lnTo>
                    <a:pt x="2302619" y="863579"/>
                  </a:lnTo>
                  <a:lnTo>
                    <a:pt x="2302778" y="863752"/>
                  </a:lnTo>
                  <a:lnTo>
                    <a:pt x="2302835" y="863814"/>
                  </a:lnTo>
                  <a:lnTo>
                    <a:pt x="2302848" y="863816"/>
                  </a:lnTo>
                  <a:lnTo>
                    <a:pt x="2302917" y="863824"/>
                  </a:lnTo>
                  <a:lnTo>
                    <a:pt x="2302964" y="863829"/>
                  </a:lnTo>
                  <a:lnTo>
                    <a:pt x="2303331" y="863871"/>
                  </a:lnTo>
                  <a:lnTo>
                    <a:pt x="2303328" y="863888"/>
                  </a:lnTo>
                  <a:lnTo>
                    <a:pt x="2303313" y="863970"/>
                  </a:lnTo>
                  <a:lnTo>
                    <a:pt x="2303306" y="864013"/>
                  </a:lnTo>
                  <a:lnTo>
                    <a:pt x="2303299" y="864054"/>
                  </a:lnTo>
                  <a:lnTo>
                    <a:pt x="2303282" y="864151"/>
                  </a:lnTo>
                  <a:lnTo>
                    <a:pt x="2303260" y="864273"/>
                  </a:lnTo>
                  <a:lnTo>
                    <a:pt x="2303256" y="864296"/>
                  </a:lnTo>
                  <a:lnTo>
                    <a:pt x="2303250" y="864331"/>
                  </a:lnTo>
                  <a:lnTo>
                    <a:pt x="2303243" y="864371"/>
                  </a:lnTo>
                  <a:lnTo>
                    <a:pt x="2303100" y="864664"/>
                  </a:lnTo>
                  <a:lnTo>
                    <a:pt x="2303060" y="864654"/>
                  </a:lnTo>
                  <a:lnTo>
                    <a:pt x="2303069" y="864741"/>
                  </a:lnTo>
                  <a:lnTo>
                    <a:pt x="2303228" y="865195"/>
                  </a:lnTo>
                  <a:lnTo>
                    <a:pt x="2303351" y="865446"/>
                  </a:lnTo>
                  <a:lnTo>
                    <a:pt x="2303406" y="865554"/>
                  </a:lnTo>
                  <a:lnTo>
                    <a:pt x="2303720" y="866006"/>
                  </a:lnTo>
                  <a:lnTo>
                    <a:pt x="2303741" y="866009"/>
                  </a:lnTo>
                  <a:lnTo>
                    <a:pt x="2303960" y="866037"/>
                  </a:lnTo>
                  <a:lnTo>
                    <a:pt x="2304004" y="866055"/>
                  </a:lnTo>
                  <a:lnTo>
                    <a:pt x="2304032" y="866096"/>
                  </a:lnTo>
                  <a:lnTo>
                    <a:pt x="2304182" y="866439"/>
                  </a:lnTo>
                  <a:lnTo>
                    <a:pt x="2304189" y="866517"/>
                  </a:lnTo>
                  <a:lnTo>
                    <a:pt x="2304151" y="866628"/>
                  </a:lnTo>
                  <a:lnTo>
                    <a:pt x="2304059" y="866659"/>
                  </a:lnTo>
                  <a:lnTo>
                    <a:pt x="2304088" y="866758"/>
                  </a:lnTo>
                  <a:lnTo>
                    <a:pt x="2304196" y="866957"/>
                  </a:lnTo>
                  <a:lnTo>
                    <a:pt x="2304737" y="867253"/>
                  </a:lnTo>
                  <a:lnTo>
                    <a:pt x="2305013" y="867301"/>
                  </a:lnTo>
                  <a:lnTo>
                    <a:pt x="2305219" y="867301"/>
                  </a:lnTo>
                  <a:lnTo>
                    <a:pt x="2305321" y="867282"/>
                  </a:lnTo>
                  <a:lnTo>
                    <a:pt x="2305461" y="867229"/>
                  </a:lnTo>
                  <a:lnTo>
                    <a:pt x="2305537" y="867170"/>
                  </a:lnTo>
                  <a:lnTo>
                    <a:pt x="2305601" y="867051"/>
                  </a:lnTo>
                  <a:lnTo>
                    <a:pt x="2305644" y="866969"/>
                  </a:lnTo>
                  <a:lnTo>
                    <a:pt x="2305772" y="866730"/>
                  </a:lnTo>
                  <a:lnTo>
                    <a:pt x="2305811" y="866658"/>
                  </a:lnTo>
                  <a:lnTo>
                    <a:pt x="2305735" y="866386"/>
                  </a:lnTo>
                  <a:lnTo>
                    <a:pt x="2305626" y="865991"/>
                  </a:lnTo>
                  <a:lnTo>
                    <a:pt x="2305735" y="865887"/>
                  </a:lnTo>
                  <a:lnTo>
                    <a:pt x="2306057" y="866166"/>
                  </a:lnTo>
                  <a:lnTo>
                    <a:pt x="2306987" y="865938"/>
                  </a:lnTo>
                  <a:lnTo>
                    <a:pt x="2307005" y="865933"/>
                  </a:lnTo>
                  <a:lnTo>
                    <a:pt x="2307017" y="865925"/>
                  </a:lnTo>
                  <a:lnTo>
                    <a:pt x="2307175" y="865821"/>
                  </a:lnTo>
                  <a:lnTo>
                    <a:pt x="2307368" y="865694"/>
                  </a:lnTo>
                  <a:lnTo>
                    <a:pt x="2307562" y="865566"/>
                  </a:lnTo>
                  <a:lnTo>
                    <a:pt x="2307686" y="865485"/>
                  </a:lnTo>
                  <a:lnTo>
                    <a:pt x="2307707" y="865486"/>
                  </a:lnTo>
                  <a:lnTo>
                    <a:pt x="2307725" y="865487"/>
                  </a:lnTo>
                  <a:lnTo>
                    <a:pt x="2307859" y="865493"/>
                  </a:lnTo>
                  <a:lnTo>
                    <a:pt x="2308290" y="865514"/>
                  </a:lnTo>
                  <a:lnTo>
                    <a:pt x="2308333" y="865577"/>
                  </a:lnTo>
                  <a:lnTo>
                    <a:pt x="2308639" y="865692"/>
                  </a:lnTo>
                  <a:lnTo>
                    <a:pt x="2308668" y="865703"/>
                  </a:lnTo>
                  <a:lnTo>
                    <a:pt x="2309037" y="865819"/>
                  </a:lnTo>
                  <a:lnTo>
                    <a:pt x="2309135" y="865850"/>
                  </a:lnTo>
                  <a:lnTo>
                    <a:pt x="2309198" y="865848"/>
                  </a:lnTo>
                  <a:lnTo>
                    <a:pt x="2309251" y="865828"/>
                  </a:lnTo>
                  <a:lnTo>
                    <a:pt x="2309296" y="865796"/>
                  </a:lnTo>
                  <a:lnTo>
                    <a:pt x="2309301" y="865771"/>
                  </a:lnTo>
                  <a:lnTo>
                    <a:pt x="2309305" y="865748"/>
                  </a:lnTo>
                  <a:lnTo>
                    <a:pt x="2309409" y="865762"/>
                  </a:lnTo>
                  <a:lnTo>
                    <a:pt x="2309442" y="865786"/>
                  </a:lnTo>
                  <a:lnTo>
                    <a:pt x="2309554" y="865866"/>
                  </a:lnTo>
                  <a:lnTo>
                    <a:pt x="2309842" y="866215"/>
                  </a:lnTo>
                  <a:lnTo>
                    <a:pt x="2309965" y="866430"/>
                  </a:lnTo>
                  <a:lnTo>
                    <a:pt x="2309845" y="866489"/>
                  </a:lnTo>
                  <a:lnTo>
                    <a:pt x="2309594" y="866469"/>
                  </a:lnTo>
                  <a:lnTo>
                    <a:pt x="2309382" y="866452"/>
                  </a:lnTo>
                  <a:lnTo>
                    <a:pt x="2309279" y="866465"/>
                  </a:lnTo>
                  <a:lnTo>
                    <a:pt x="2309280" y="866470"/>
                  </a:lnTo>
                  <a:lnTo>
                    <a:pt x="2309405" y="867193"/>
                  </a:lnTo>
                  <a:lnTo>
                    <a:pt x="2309438" y="867224"/>
                  </a:lnTo>
                  <a:lnTo>
                    <a:pt x="2309453" y="867234"/>
                  </a:lnTo>
                  <a:lnTo>
                    <a:pt x="2309639" y="867360"/>
                  </a:lnTo>
                  <a:lnTo>
                    <a:pt x="2309925" y="867555"/>
                  </a:lnTo>
                  <a:lnTo>
                    <a:pt x="2310158" y="867665"/>
                  </a:lnTo>
                  <a:lnTo>
                    <a:pt x="2311027" y="868075"/>
                  </a:lnTo>
                  <a:lnTo>
                    <a:pt x="2311189" y="868096"/>
                  </a:lnTo>
                  <a:lnTo>
                    <a:pt x="2311291" y="868038"/>
                  </a:lnTo>
                  <a:lnTo>
                    <a:pt x="2311499" y="868043"/>
                  </a:lnTo>
                  <a:lnTo>
                    <a:pt x="2311703" y="868095"/>
                  </a:lnTo>
                  <a:lnTo>
                    <a:pt x="2311886" y="868165"/>
                  </a:lnTo>
                  <a:lnTo>
                    <a:pt x="2311984" y="868203"/>
                  </a:lnTo>
                  <a:lnTo>
                    <a:pt x="2312120" y="868270"/>
                  </a:lnTo>
                  <a:lnTo>
                    <a:pt x="2312191" y="868284"/>
                  </a:lnTo>
                  <a:lnTo>
                    <a:pt x="2312393" y="868291"/>
                  </a:lnTo>
                  <a:lnTo>
                    <a:pt x="2312676" y="868301"/>
                  </a:lnTo>
                  <a:lnTo>
                    <a:pt x="2313317" y="868174"/>
                  </a:lnTo>
                  <a:lnTo>
                    <a:pt x="2313668" y="868121"/>
                  </a:lnTo>
                  <a:lnTo>
                    <a:pt x="2313764" y="868107"/>
                  </a:lnTo>
                  <a:lnTo>
                    <a:pt x="2314055" y="868088"/>
                  </a:lnTo>
                  <a:lnTo>
                    <a:pt x="2314444" y="868062"/>
                  </a:lnTo>
                  <a:lnTo>
                    <a:pt x="2314865" y="868124"/>
                  </a:lnTo>
                  <a:lnTo>
                    <a:pt x="2314989" y="868258"/>
                  </a:lnTo>
                  <a:lnTo>
                    <a:pt x="2315069" y="868295"/>
                  </a:lnTo>
                  <a:lnTo>
                    <a:pt x="2315302" y="868338"/>
                  </a:lnTo>
                  <a:lnTo>
                    <a:pt x="2315606" y="868340"/>
                  </a:lnTo>
                  <a:lnTo>
                    <a:pt x="2316063" y="868343"/>
                  </a:lnTo>
                  <a:lnTo>
                    <a:pt x="2316410" y="868313"/>
                  </a:lnTo>
                  <a:lnTo>
                    <a:pt x="2316425" y="868311"/>
                  </a:lnTo>
                  <a:lnTo>
                    <a:pt x="2316588" y="868291"/>
                  </a:lnTo>
                  <a:lnTo>
                    <a:pt x="2317000" y="868239"/>
                  </a:lnTo>
                  <a:lnTo>
                    <a:pt x="2317771" y="868070"/>
                  </a:lnTo>
                  <a:lnTo>
                    <a:pt x="2317977" y="868024"/>
                  </a:lnTo>
                  <a:lnTo>
                    <a:pt x="2318097" y="867961"/>
                  </a:lnTo>
                  <a:lnTo>
                    <a:pt x="2318731" y="867629"/>
                  </a:lnTo>
                  <a:lnTo>
                    <a:pt x="2319150" y="867337"/>
                  </a:lnTo>
                  <a:lnTo>
                    <a:pt x="2319445" y="867299"/>
                  </a:lnTo>
                  <a:lnTo>
                    <a:pt x="2319394" y="867398"/>
                  </a:lnTo>
                  <a:lnTo>
                    <a:pt x="2319334" y="867590"/>
                  </a:lnTo>
                  <a:lnTo>
                    <a:pt x="2319337" y="867736"/>
                  </a:lnTo>
                  <a:lnTo>
                    <a:pt x="2319371" y="867818"/>
                  </a:lnTo>
                  <a:lnTo>
                    <a:pt x="2319682" y="868180"/>
                  </a:lnTo>
                  <a:lnTo>
                    <a:pt x="2319742" y="868251"/>
                  </a:lnTo>
                  <a:lnTo>
                    <a:pt x="2319703" y="868361"/>
                  </a:lnTo>
                  <a:lnTo>
                    <a:pt x="2319596" y="868381"/>
                  </a:lnTo>
                  <a:lnTo>
                    <a:pt x="2319559" y="868388"/>
                  </a:lnTo>
                  <a:lnTo>
                    <a:pt x="2319328" y="868433"/>
                  </a:lnTo>
                  <a:lnTo>
                    <a:pt x="2319072" y="868624"/>
                  </a:lnTo>
                  <a:lnTo>
                    <a:pt x="2319082" y="868903"/>
                  </a:lnTo>
                  <a:lnTo>
                    <a:pt x="2319107" y="868946"/>
                  </a:lnTo>
                  <a:lnTo>
                    <a:pt x="2319115" y="868960"/>
                  </a:lnTo>
                  <a:lnTo>
                    <a:pt x="2319312" y="868885"/>
                  </a:lnTo>
                  <a:lnTo>
                    <a:pt x="2319355" y="868869"/>
                  </a:lnTo>
                  <a:lnTo>
                    <a:pt x="2319553" y="868793"/>
                  </a:lnTo>
                  <a:lnTo>
                    <a:pt x="2319562" y="868911"/>
                  </a:lnTo>
                  <a:lnTo>
                    <a:pt x="2319603" y="869501"/>
                  </a:lnTo>
                  <a:lnTo>
                    <a:pt x="2319358" y="869486"/>
                  </a:lnTo>
                  <a:lnTo>
                    <a:pt x="2319352" y="869485"/>
                  </a:lnTo>
                  <a:lnTo>
                    <a:pt x="2319304" y="869626"/>
                  </a:lnTo>
                  <a:lnTo>
                    <a:pt x="2319613" y="869729"/>
                  </a:lnTo>
                  <a:lnTo>
                    <a:pt x="2319645" y="869739"/>
                  </a:lnTo>
                  <a:lnTo>
                    <a:pt x="2320118" y="869896"/>
                  </a:lnTo>
                  <a:lnTo>
                    <a:pt x="2320183" y="869893"/>
                  </a:lnTo>
                  <a:lnTo>
                    <a:pt x="2320187" y="869050"/>
                  </a:lnTo>
                  <a:lnTo>
                    <a:pt x="2320046" y="868945"/>
                  </a:lnTo>
                  <a:lnTo>
                    <a:pt x="2319974" y="868860"/>
                  </a:lnTo>
                  <a:lnTo>
                    <a:pt x="2319873" y="868673"/>
                  </a:lnTo>
                  <a:lnTo>
                    <a:pt x="2319893" y="868510"/>
                  </a:lnTo>
                  <a:lnTo>
                    <a:pt x="2320089" y="868642"/>
                  </a:lnTo>
                  <a:lnTo>
                    <a:pt x="2320155" y="868638"/>
                  </a:lnTo>
                  <a:lnTo>
                    <a:pt x="2320284" y="868573"/>
                  </a:lnTo>
                  <a:lnTo>
                    <a:pt x="2320303" y="868564"/>
                  </a:lnTo>
                  <a:lnTo>
                    <a:pt x="2320730" y="868595"/>
                  </a:lnTo>
                  <a:lnTo>
                    <a:pt x="2320788" y="868600"/>
                  </a:lnTo>
                  <a:lnTo>
                    <a:pt x="2320827" y="868603"/>
                  </a:lnTo>
                  <a:lnTo>
                    <a:pt x="2321025" y="868617"/>
                  </a:lnTo>
                  <a:lnTo>
                    <a:pt x="2321139" y="868626"/>
                  </a:lnTo>
                  <a:lnTo>
                    <a:pt x="2321363" y="868642"/>
                  </a:lnTo>
                  <a:lnTo>
                    <a:pt x="2321618" y="868676"/>
                  </a:lnTo>
                  <a:lnTo>
                    <a:pt x="2321697" y="868686"/>
                  </a:lnTo>
                  <a:lnTo>
                    <a:pt x="2321914" y="868736"/>
                  </a:lnTo>
                  <a:lnTo>
                    <a:pt x="2322007" y="868757"/>
                  </a:lnTo>
                  <a:lnTo>
                    <a:pt x="2322559" y="868839"/>
                  </a:lnTo>
                  <a:lnTo>
                    <a:pt x="2322780" y="868842"/>
                  </a:lnTo>
                  <a:lnTo>
                    <a:pt x="2323056" y="868845"/>
                  </a:lnTo>
                  <a:lnTo>
                    <a:pt x="2323405" y="868850"/>
                  </a:lnTo>
                  <a:lnTo>
                    <a:pt x="2323466" y="868837"/>
                  </a:lnTo>
                  <a:lnTo>
                    <a:pt x="2324204" y="868679"/>
                  </a:lnTo>
                  <a:lnTo>
                    <a:pt x="2324214" y="868664"/>
                  </a:lnTo>
                  <a:lnTo>
                    <a:pt x="2324373" y="868418"/>
                  </a:lnTo>
                  <a:lnTo>
                    <a:pt x="2324384" y="868401"/>
                  </a:lnTo>
                  <a:lnTo>
                    <a:pt x="2324476" y="868283"/>
                  </a:lnTo>
                  <a:lnTo>
                    <a:pt x="2324651" y="868060"/>
                  </a:lnTo>
                  <a:lnTo>
                    <a:pt x="2325089" y="867996"/>
                  </a:lnTo>
                  <a:lnTo>
                    <a:pt x="2325107" y="867983"/>
                  </a:lnTo>
                  <a:lnTo>
                    <a:pt x="2325221" y="867898"/>
                  </a:lnTo>
                  <a:lnTo>
                    <a:pt x="2325298" y="867841"/>
                  </a:lnTo>
                  <a:lnTo>
                    <a:pt x="2325347" y="867763"/>
                  </a:lnTo>
                  <a:lnTo>
                    <a:pt x="2325508" y="867699"/>
                  </a:lnTo>
                  <a:lnTo>
                    <a:pt x="2325589" y="867684"/>
                  </a:lnTo>
                  <a:lnTo>
                    <a:pt x="2325701" y="867693"/>
                  </a:lnTo>
                  <a:lnTo>
                    <a:pt x="2325761" y="867698"/>
                  </a:lnTo>
                  <a:lnTo>
                    <a:pt x="2325804" y="867701"/>
                  </a:lnTo>
                  <a:lnTo>
                    <a:pt x="2325843" y="867704"/>
                  </a:lnTo>
                  <a:lnTo>
                    <a:pt x="2325849" y="867704"/>
                  </a:lnTo>
                  <a:lnTo>
                    <a:pt x="2326266" y="867678"/>
                  </a:lnTo>
                  <a:lnTo>
                    <a:pt x="2326379" y="867536"/>
                  </a:lnTo>
                  <a:lnTo>
                    <a:pt x="2326476" y="867459"/>
                  </a:lnTo>
                  <a:lnTo>
                    <a:pt x="2326481" y="867459"/>
                  </a:lnTo>
                  <a:lnTo>
                    <a:pt x="2326637" y="867446"/>
                  </a:lnTo>
                  <a:lnTo>
                    <a:pt x="2326676" y="867488"/>
                  </a:lnTo>
                  <a:lnTo>
                    <a:pt x="2326766" y="867584"/>
                  </a:lnTo>
                  <a:lnTo>
                    <a:pt x="2326771" y="867655"/>
                  </a:lnTo>
                  <a:lnTo>
                    <a:pt x="2326774" y="867704"/>
                  </a:lnTo>
                  <a:lnTo>
                    <a:pt x="2326775" y="867726"/>
                  </a:lnTo>
                  <a:lnTo>
                    <a:pt x="2326784" y="867857"/>
                  </a:lnTo>
                  <a:lnTo>
                    <a:pt x="2326864" y="867979"/>
                  </a:lnTo>
                  <a:lnTo>
                    <a:pt x="2326928" y="868023"/>
                  </a:lnTo>
                  <a:lnTo>
                    <a:pt x="2326997" y="868039"/>
                  </a:lnTo>
                  <a:lnTo>
                    <a:pt x="2327092" y="868062"/>
                  </a:lnTo>
                  <a:lnTo>
                    <a:pt x="2327268" y="868035"/>
                  </a:lnTo>
                  <a:lnTo>
                    <a:pt x="2327313" y="868004"/>
                  </a:lnTo>
                  <a:lnTo>
                    <a:pt x="2327332" y="867974"/>
                  </a:lnTo>
                  <a:lnTo>
                    <a:pt x="2327352" y="867941"/>
                  </a:lnTo>
                  <a:lnTo>
                    <a:pt x="2327392" y="867846"/>
                  </a:lnTo>
                  <a:lnTo>
                    <a:pt x="2327294" y="867633"/>
                  </a:lnTo>
                  <a:lnTo>
                    <a:pt x="2327321" y="867583"/>
                  </a:lnTo>
                  <a:lnTo>
                    <a:pt x="2327360" y="867510"/>
                  </a:lnTo>
                  <a:lnTo>
                    <a:pt x="2327366" y="867499"/>
                  </a:lnTo>
                  <a:lnTo>
                    <a:pt x="2327633" y="867497"/>
                  </a:lnTo>
                  <a:lnTo>
                    <a:pt x="2327689" y="867542"/>
                  </a:lnTo>
                  <a:lnTo>
                    <a:pt x="2327661" y="867648"/>
                  </a:lnTo>
                  <a:lnTo>
                    <a:pt x="2327660" y="867675"/>
                  </a:lnTo>
                  <a:lnTo>
                    <a:pt x="2327659" y="867841"/>
                  </a:lnTo>
                  <a:lnTo>
                    <a:pt x="2327657" y="868005"/>
                  </a:lnTo>
                  <a:lnTo>
                    <a:pt x="2327674" y="868096"/>
                  </a:lnTo>
                  <a:lnTo>
                    <a:pt x="2327761" y="868156"/>
                  </a:lnTo>
                  <a:lnTo>
                    <a:pt x="2328096" y="868239"/>
                  </a:lnTo>
                  <a:lnTo>
                    <a:pt x="2328197" y="868263"/>
                  </a:lnTo>
                  <a:lnTo>
                    <a:pt x="2328305" y="868249"/>
                  </a:lnTo>
                  <a:lnTo>
                    <a:pt x="2328491" y="868124"/>
                  </a:lnTo>
                  <a:lnTo>
                    <a:pt x="2328602" y="867983"/>
                  </a:lnTo>
                  <a:lnTo>
                    <a:pt x="2328665" y="867843"/>
                  </a:lnTo>
                  <a:lnTo>
                    <a:pt x="2328436" y="867729"/>
                  </a:lnTo>
                  <a:lnTo>
                    <a:pt x="2328376" y="867699"/>
                  </a:lnTo>
                  <a:lnTo>
                    <a:pt x="2328247" y="867572"/>
                  </a:lnTo>
                  <a:lnTo>
                    <a:pt x="2328230" y="867556"/>
                  </a:lnTo>
                  <a:lnTo>
                    <a:pt x="2328239" y="867530"/>
                  </a:lnTo>
                  <a:lnTo>
                    <a:pt x="2328359" y="867508"/>
                  </a:lnTo>
                  <a:lnTo>
                    <a:pt x="2328552" y="867564"/>
                  </a:lnTo>
                  <a:lnTo>
                    <a:pt x="2328573" y="867570"/>
                  </a:lnTo>
                  <a:lnTo>
                    <a:pt x="2328656" y="867594"/>
                  </a:lnTo>
                  <a:lnTo>
                    <a:pt x="2328666" y="867596"/>
                  </a:lnTo>
                  <a:lnTo>
                    <a:pt x="2328670" y="867599"/>
                  </a:lnTo>
                  <a:lnTo>
                    <a:pt x="2329038" y="867838"/>
                  </a:lnTo>
                  <a:lnTo>
                    <a:pt x="2329112" y="867886"/>
                  </a:lnTo>
                  <a:lnTo>
                    <a:pt x="2329134" y="867900"/>
                  </a:lnTo>
                  <a:lnTo>
                    <a:pt x="2329154" y="867914"/>
                  </a:lnTo>
                  <a:lnTo>
                    <a:pt x="2329202" y="867944"/>
                  </a:lnTo>
                  <a:lnTo>
                    <a:pt x="2329239" y="867968"/>
                  </a:lnTo>
                  <a:lnTo>
                    <a:pt x="2329462" y="868113"/>
                  </a:lnTo>
                  <a:lnTo>
                    <a:pt x="2329473" y="868120"/>
                  </a:lnTo>
                  <a:lnTo>
                    <a:pt x="2329528" y="868156"/>
                  </a:lnTo>
                  <a:lnTo>
                    <a:pt x="2329614" y="868212"/>
                  </a:lnTo>
                  <a:lnTo>
                    <a:pt x="2329685" y="868258"/>
                  </a:lnTo>
                  <a:lnTo>
                    <a:pt x="2329710" y="868291"/>
                  </a:lnTo>
                  <a:lnTo>
                    <a:pt x="2329660" y="868342"/>
                  </a:lnTo>
                  <a:lnTo>
                    <a:pt x="2329623" y="868343"/>
                  </a:lnTo>
                  <a:lnTo>
                    <a:pt x="2329594" y="868344"/>
                  </a:lnTo>
                  <a:lnTo>
                    <a:pt x="2329554" y="868378"/>
                  </a:lnTo>
                  <a:lnTo>
                    <a:pt x="2329528" y="868444"/>
                  </a:lnTo>
                  <a:lnTo>
                    <a:pt x="2329545" y="868482"/>
                  </a:lnTo>
                  <a:lnTo>
                    <a:pt x="2329601" y="868612"/>
                  </a:lnTo>
                  <a:lnTo>
                    <a:pt x="2329616" y="868647"/>
                  </a:lnTo>
                  <a:lnTo>
                    <a:pt x="2329635" y="868689"/>
                  </a:lnTo>
                  <a:lnTo>
                    <a:pt x="2329660" y="868748"/>
                  </a:lnTo>
                  <a:lnTo>
                    <a:pt x="2329698" y="868834"/>
                  </a:lnTo>
                  <a:lnTo>
                    <a:pt x="2329705" y="868850"/>
                  </a:lnTo>
                  <a:lnTo>
                    <a:pt x="2329769" y="868895"/>
                  </a:lnTo>
                  <a:lnTo>
                    <a:pt x="2329790" y="868910"/>
                  </a:lnTo>
                  <a:lnTo>
                    <a:pt x="2329796" y="868915"/>
                  </a:lnTo>
                  <a:lnTo>
                    <a:pt x="2329942" y="868973"/>
                  </a:lnTo>
                  <a:lnTo>
                    <a:pt x="2329966" y="868977"/>
                  </a:lnTo>
                  <a:lnTo>
                    <a:pt x="2329990" y="868982"/>
                  </a:lnTo>
                  <a:lnTo>
                    <a:pt x="2329995" y="868984"/>
                  </a:lnTo>
                  <a:lnTo>
                    <a:pt x="2330029" y="868990"/>
                  </a:lnTo>
                  <a:lnTo>
                    <a:pt x="2330042" y="868993"/>
                  </a:lnTo>
                  <a:lnTo>
                    <a:pt x="2330092" y="869004"/>
                  </a:lnTo>
                  <a:lnTo>
                    <a:pt x="2330099" y="869008"/>
                  </a:lnTo>
                  <a:lnTo>
                    <a:pt x="2330090" y="869021"/>
                  </a:lnTo>
                  <a:lnTo>
                    <a:pt x="2330074" y="869037"/>
                  </a:lnTo>
                  <a:lnTo>
                    <a:pt x="2330067" y="869050"/>
                  </a:lnTo>
                  <a:lnTo>
                    <a:pt x="2330064" y="869059"/>
                  </a:lnTo>
                  <a:lnTo>
                    <a:pt x="2330064" y="869079"/>
                  </a:lnTo>
                  <a:lnTo>
                    <a:pt x="2330064" y="869093"/>
                  </a:lnTo>
                  <a:lnTo>
                    <a:pt x="2330060" y="869102"/>
                  </a:lnTo>
                  <a:lnTo>
                    <a:pt x="2330002" y="869152"/>
                  </a:lnTo>
                  <a:lnTo>
                    <a:pt x="2329991" y="869161"/>
                  </a:lnTo>
                  <a:lnTo>
                    <a:pt x="2329965" y="869183"/>
                  </a:lnTo>
                  <a:lnTo>
                    <a:pt x="2329862" y="869270"/>
                  </a:lnTo>
                  <a:lnTo>
                    <a:pt x="2329721" y="869330"/>
                  </a:lnTo>
                  <a:lnTo>
                    <a:pt x="2329521" y="869350"/>
                  </a:lnTo>
                  <a:lnTo>
                    <a:pt x="2329384" y="869387"/>
                  </a:lnTo>
                  <a:lnTo>
                    <a:pt x="2329339" y="869400"/>
                  </a:lnTo>
                  <a:lnTo>
                    <a:pt x="2329208" y="869488"/>
                  </a:lnTo>
                  <a:lnTo>
                    <a:pt x="2329194" y="869518"/>
                  </a:lnTo>
                  <a:lnTo>
                    <a:pt x="2329161" y="869587"/>
                  </a:lnTo>
                  <a:lnTo>
                    <a:pt x="2329159" y="869598"/>
                  </a:lnTo>
                  <a:lnTo>
                    <a:pt x="2329133" y="869723"/>
                  </a:lnTo>
                  <a:lnTo>
                    <a:pt x="2329129" y="869741"/>
                  </a:lnTo>
                  <a:lnTo>
                    <a:pt x="2329143" y="869761"/>
                  </a:lnTo>
                  <a:lnTo>
                    <a:pt x="2329201" y="869784"/>
                  </a:lnTo>
                  <a:lnTo>
                    <a:pt x="2329220" y="869792"/>
                  </a:lnTo>
                  <a:lnTo>
                    <a:pt x="2329241" y="869800"/>
                  </a:lnTo>
                  <a:lnTo>
                    <a:pt x="2329236" y="869880"/>
                  </a:lnTo>
                  <a:lnTo>
                    <a:pt x="2329170" y="869941"/>
                  </a:lnTo>
                  <a:lnTo>
                    <a:pt x="2329005" y="870095"/>
                  </a:lnTo>
                  <a:lnTo>
                    <a:pt x="2328976" y="870122"/>
                  </a:lnTo>
                  <a:lnTo>
                    <a:pt x="2328900" y="870127"/>
                  </a:lnTo>
                  <a:lnTo>
                    <a:pt x="2328862" y="870020"/>
                  </a:lnTo>
                  <a:lnTo>
                    <a:pt x="2328795" y="869830"/>
                  </a:lnTo>
                  <a:lnTo>
                    <a:pt x="2328788" y="869782"/>
                  </a:lnTo>
                  <a:lnTo>
                    <a:pt x="2328785" y="869763"/>
                  </a:lnTo>
                  <a:lnTo>
                    <a:pt x="2328762" y="869611"/>
                  </a:lnTo>
                  <a:lnTo>
                    <a:pt x="2328756" y="869566"/>
                  </a:lnTo>
                  <a:lnTo>
                    <a:pt x="2328735" y="869424"/>
                  </a:lnTo>
                  <a:lnTo>
                    <a:pt x="2328714" y="869413"/>
                  </a:lnTo>
                  <a:lnTo>
                    <a:pt x="2328674" y="869391"/>
                  </a:lnTo>
                  <a:lnTo>
                    <a:pt x="2328580" y="869340"/>
                  </a:lnTo>
                  <a:lnTo>
                    <a:pt x="2328470" y="869319"/>
                  </a:lnTo>
                  <a:lnTo>
                    <a:pt x="2328270" y="869335"/>
                  </a:lnTo>
                  <a:lnTo>
                    <a:pt x="2328130" y="869346"/>
                  </a:lnTo>
                  <a:lnTo>
                    <a:pt x="2327685" y="869104"/>
                  </a:lnTo>
                  <a:lnTo>
                    <a:pt x="2327653" y="869086"/>
                  </a:lnTo>
                  <a:lnTo>
                    <a:pt x="2327391" y="869138"/>
                  </a:lnTo>
                  <a:lnTo>
                    <a:pt x="2327146" y="869236"/>
                  </a:lnTo>
                  <a:lnTo>
                    <a:pt x="2327100" y="869255"/>
                  </a:lnTo>
                  <a:lnTo>
                    <a:pt x="2326635" y="869532"/>
                  </a:lnTo>
                  <a:lnTo>
                    <a:pt x="2326285" y="869786"/>
                  </a:lnTo>
                  <a:lnTo>
                    <a:pt x="2326063" y="869899"/>
                  </a:lnTo>
                  <a:lnTo>
                    <a:pt x="2325684" y="869983"/>
                  </a:lnTo>
                  <a:lnTo>
                    <a:pt x="2325662" y="869988"/>
                  </a:lnTo>
                  <a:lnTo>
                    <a:pt x="2325621" y="869997"/>
                  </a:lnTo>
                  <a:lnTo>
                    <a:pt x="2325612" y="869999"/>
                  </a:lnTo>
                  <a:lnTo>
                    <a:pt x="2325543" y="870014"/>
                  </a:lnTo>
                  <a:lnTo>
                    <a:pt x="2325521" y="870019"/>
                  </a:lnTo>
                  <a:lnTo>
                    <a:pt x="2325356" y="870093"/>
                  </a:lnTo>
                  <a:lnTo>
                    <a:pt x="2325302" y="870128"/>
                  </a:lnTo>
                  <a:lnTo>
                    <a:pt x="2325135" y="870238"/>
                  </a:lnTo>
                  <a:lnTo>
                    <a:pt x="2324724" y="870699"/>
                  </a:lnTo>
                  <a:lnTo>
                    <a:pt x="2324634" y="870800"/>
                  </a:lnTo>
                  <a:lnTo>
                    <a:pt x="2324489" y="870986"/>
                  </a:lnTo>
                  <a:lnTo>
                    <a:pt x="2324287" y="871350"/>
                  </a:lnTo>
                  <a:lnTo>
                    <a:pt x="2324221" y="871539"/>
                  </a:lnTo>
                  <a:lnTo>
                    <a:pt x="2324177" y="871752"/>
                  </a:lnTo>
                  <a:lnTo>
                    <a:pt x="2324169" y="872011"/>
                  </a:lnTo>
                  <a:lnTo>
                    <a:pt x="2324165" y="872134"/>
                  </a:lnTo>
                  <a:lnTo>
                    <a:pt x="2324202" y="872193"/>
                  </a:lnTo>
                  <a:lnTo>
                    <a:pt x="2324219" y="872210"/>
                  </a:lnTo>
                  <a:lnTo>
                    <a:pt x="2324346" y="872332"/>
                  </a:lnTo>
                  <a:lnTo>
                    <a:pt x="2324400" y="872385"/>
                  </a:lnTo>
                  <a:lnTo>
                    <a:pt x="2324468" y="872451"/>
                  </a:lnTo>
                  <a:lnTo>
                    <a:pt x="2324578" y="872557"/>
                  </a:lnTo>
                  <a:lnTo>
                    <a:pt x="2324594" y="872641"/>
                  </a:lnTo>
                  <a:lnTo>
                    <a:pt x="2324424" y="872945"/>
                  </a:lnTo>
                  <a:lnTo>
                    <a:pt x="2324404" y="873061"/>
                  </a:lnTo>
                  <a:lnTo>
                    <a:pt x="2324390" y="873140"/>
                  </a:lnTo>
                  <a:lnTo>
                    <a:pt x="2324371" y="873247"/>
                  </a:lnTo>
                  <a:lnTo>
                    <a:pt x="2324360" y="873310"/>
                  </a:lnTo>
                  <a:lnTo>
                    <a:pt x="2324255" y="873416"/>
                  </a:lnTo>
                  <a:lnTo>
                    <a:pt x="2324200" y="873461"/>
                  </a:lnTo>
                  <a:lnTo>
                    <a:pt x="2324187" y="873471"/>
                  </a:lnTo>
                  <a:lnTo>
                    <a:pt x="2324170" y="873484"/>
                  </a:lnTo>
                  <a:lnTo>
                    <a:pt x="2324141" y="873508"/>
                  </a:lnTo>
                  <a:lnTo>
                    <a:pt x="2323944" y="873667"/>
                  </a:lnTo>
                  <a:lnTo>
                    <a:pt x="2323874" y="873706"/>
                  </a:lnTo>
                  <a:lnTo>
                    <a:pt x="2323821" y="873735"/>
                  </a:lnTo>
                  <a:lnTo>
                    <a:pt x="2323760" y="873770"/>
                  </a:lnTo>
                  <a:lnTo>
                    <a:pt x="2323741" y="873781"/>
                  </a:lnTo>
                  <a:lnTo>
                    <a:pt x="2323739" y="873773"/>
                  </a:lnTo>
                  <a:lnTo>
                    <a:pt x="2323722" y="873715"/>
                  </a:lnTo>
                  <a:lnTo>
                    <a:pt x="2323719" y="873706"/>
                  </a:lnTo>
                  <a:lnTo>
                    <a:pt x="2323701" y="873643"/>
                  </a:lnTo>
                  <a:lnTo>
                    <a:pt x="2323712" y="873603"/>
                  </a:lnTo>
                  <a:lnTo>
                    <a:pt x="2323715" y="873594"/>
                  </a:lnTo>
                  <a:lnTo>
                    <a:pt x="2323720" y="873575"/>
                  </a:lnTo>
                  <a:lnTo>
                    <a:pt x="2323721" y="873433"/>
                  </a:lnTo>
                  <a:lnTo>
                    <a:pt x="2323722" y="873386"/>
                  </a:lnTo>
                  <a:lnTo>
                    <a:pt x="2323686" y="873332"/>
                  </a:lnTo>
                  <a:lnTo>
                    <a:pt x="2323667" y="873305"/>
                  </a:lnTo>
                  <a:lnTo>
                    <a:pt x="2323401" y="873132"/>
                  </a:lnTo>
                  <a:lnTo>
                    <a:pt x="2323342" y="873120"/>
                  </a:lnTo>
                  <a:lnTo>
                    <a:pt x="2323293" y="873126"/>
                  </a:lnTo>
                  <a:lnTo>
                    <a:pt x="2323214" y="873137"/>
                  </a:lnTo>
                  <a:lnTo>
                    <a:pt x="2323181" y="873157"/>
                  </a:lnTo>
                  <a:lnTo>
                    <a:pt x="2323081" y="873216"/>
                  </a:lnTo>
                  <a:lnTo>
                    <a:pt x="2322937" y="873302"/>
                  </a:lnTo>
                  <a:lnTo>
                    <a:pt x="2322941" y="873328"/>
                  </a:lnTo>
                  <a:lnTo>
                    <a:pt x="2322990" y="873676"/>
                  </a:lnTo>
                  <a:lnTo>
                    <a:pt x="2323035" y="873667"/>
                  </a:lnTo>
                  <a:lnTo>
                    <a:pt x="2323065" y="873661"/>
                  </a:lnTo>
                  <a:lnTo>
                    <a:pt x="2323094" y="873654"/>
                  </a:lnTo>
                  <a:lnTo>
                    <a:pt x="2323105" y="873652"/>
                  </a:lnTo>
                  <a:lnTo>
                    <a:pt x="2323214" y="873718"/>
                  </a:lnTo>
                  <a:lnTo>
                    <a:pt x="2323560" y="873925"/>
                  </a:lnTo>
                  <a:lnTo>
                    <a:pt x="2323631" y="873968"/>
                  </a:lnTo>
                  <a:lnTo>
                    <a:pt x="2323627" y="873981"/>
                  </a:lnTo>
                  <a:lnTo>
                    <a:pt x="2323601" y="874061"/>
                  </a:lnTo>
                  <a:lnTo>
                    <a:pt x="2323597" y="874074"/>
                  </a:lnTo>
                  <a:lnTo>
                    <a:pt x="2323563" y="874181"/>
                  </a:lnTo>
                  <a:lnTo>
                    <a:pt x="2323554" y="874208"/>
                  </a:lnTo>
                  <a:lnTo>
                    <a:pt x="2323486" y="874419"/>
                  </a:lnTo>
                  <a:lnTo>
                    <a:pt x="2323299" y="874511"/>
                  </a:lnTo>
                  <a:lnTo>
                    <a:pt x="2323197" y="874535"/>
                  </a:lnTo>
                  <a:lnTo>
                    <a:pt x="2323102" y="874558"/>
                  </a:lnTo>
                  <a:lnTo>
                    <a:pt x="2323078" y="874673"/>
                  </a:lnTo>
                  <a:lnTo>
                    <a:pt x="2323136" y="874768"/>
                  </a:lnTo>
                  <a:lnTo>
                    <a:pt x="2323310" y="874886"/>
                  </a:lnTo>
                  <a:lnTo>
                    <a:pt x="2323670" y="875031"/>
                  </a:lnTo>
                  <a:lnTo>
                    <a:pt x="2323614" y="875081"/>
                  </a:lnTo>
                  <a:lnTo>
                    <a:pt x="2323456" y="875167"/>
                  </a:lnTo>
                  <a:lnTo>
                    <a:pt x="2323445" y="875160"/>
                  </a:lnTo>
                  <a:lnTo>
                    <a:pt x="2323257" y="875042"/>
                  </a:lnTo>
                  <a:lnTo>
                    <a:pt x="2323239" y="875031"/>
                  </a:lnTo>
                  <a:lnTo>
                    <a:pt x="2323196" y="875005"/>
                  </a:lnTo>
                  <a:lnTo>
                    <a:pt x="2323189" y="875000"/>
                  </a:lnTo>
                  <a:lnTo>
                    <a:pt x="2323173" y="874990"/>
                  </a:lnTo>
                  <a:lnTo>
                    <a:pt x="2323141" y="874970"/>
                  </a:lnTo>
                  <a:lnTo>
                    <a:pt x="2323084" y="874917"/>
                  </a:lnTo>
                  <a:lnTo>
                    <a:pt x="2323055" y="874890"/>
                  </a:lnTo>
                  <a:lnTo>
                    <a:pt x="2323027" y="874828"/>
                  </a:lnTo>
                  <a:lnTo>
                    <a:pt x="2323009" y="874819"/>
                  </a:lnTo>
                  <a:lnTo>
                    <a:pt x="2322865" y="874838"/>
                  </a:lnTo>
                  <a:lnTo>
                    <a:pt x="2322843" y="874847"/>
                  </a:lnTo>
                  <a:lnTo>
                    <a:pt x="2322774" y="874873"/>
                  </a:lnTo>
                  <a:lnTo>
                    <a:pt x="2322736" y="874905"/>
                  </a:lnTo>
                  <a:lnTo>
                    <a:pt x="2322657" y="875066"/>
                  </a:lnTo>
                  <a:lnTo>
                    <a:pt x="2322650" y="875155"/>
                  </a:lnTo>
                  <a:lnTo>
                    <a:pt x="2322673" y="875255"/>
                  </a:lnTo>
                  <a:lnTo>
                    <a:pt x="2322684" y="875279"/>
                  </a:lnTo>
                  <a:lnTo>
                    <a:pt x="2322784" y="875487"/>
                  </a:lnTo>
                  <a:lnTo>
                    <a:pt x="2322886" y="875495"/>
                  </a:lnTo>
                  <a:lnTo>
                    <a:pt x="2323136" y="875515"/>
                  </a:lnTo>
                  <a:lnTo>
                    <a:pt x="2323224" y="875522"/>
                  </a:lnTo>
                  <a:lnTo>
                    <a:pt x="2323277" y="875526"/>
                  </a:lnTo>
                  <a:lnTo>
                    <a:pt x="2323388" y="875535"/>
                  </a:lnTo>
                  <a:lnTo>
                    <a:pt x="2323432" y="875776"/>
                  </a:lnTo>
                  <a:lnTo>
                    <a:pt x="2323402" y="875829"/>
                  </a:lnTo>
                  <a:lnTo>
                    <a:pt x="2323329" y="875956"/>
                  </a:lnTo>
                  <a:lnTo>
                    <a:pt x="2323305" y="875998"/>
                  </a:lnTo>
                  <a:lnTo>
                    <a:pt x="2323291" y="876022"/>
                  </a:lnTo>
                  <a:lnTo>
                    <a:pt x="2323103" y="876183"/>
                  </a:lnTo>
                  <a:lnTo>
                    <a:pt x="2323071" y="876210"/>
                  </a:lnTo>
                  <a:lnTo>
                    <a:pt x="2323071" y="876240"/>
                  </a:lnTo>
                  <a:lnTo>
                    <a:pt x="2323070" y="876355"/>
                  </a:lnTo>
                  <a:lnTo>
                    <a:pt x="2323070" y="876381"/>
                  </a:lnTo>
                  <a:lnTo>
                    <a:pt x="2323070" y="876496"/>
                  </a:lnTo>
                  <a:lnTo>
                    <a:pt x="2323081" y="876528"/>
                  </a:lnTo>
                  <a:lnTo>
                    <a:pt x="2323094" y="876565"/>
                  </a:lnTo>
                  <a:lnTo>
                    <a:pt x="2323132" y="876562"/>
                  </a:lnTo>
                  <a:lnTo>
                    <a:pt x="2323353" y="876548"/>
                  </a:lnTo>
                  <a:lnTo>
                    <a:pt x="2323465" y="876505"/>
                  </a:lnTo>
                  <a:lnTo>
                    <a:pt x="2323576" y="876461"/>
                  </a:lnTo>
                  <a:lnTo>
                    <a:pt x="2323823" y="876455"/>
                  </a:lnTo>
                  <a:lnTo>
                    <a:pt x="2323949" y="876451"/>
                  </a:lnTo>
                  <a:lnTo>
                    <a:pt x="2323956" y="876451"/>
                  </a:lnTo>
                  <a:lnTo>
                    <a:pt x="2323992" y="876450"/>
                  </a:lnTo>
                  <a:lnTo>
                    <a:pt x="2324050" y="876448"/>
                  </a:lnTo>
                  <a:lnTo>
                    <a:pt x="2324110" y="876538"/>
                  </a:lnTo>
                  <a:lnTo>
                    <a:pt x="2324115" y="876545"/>
                  </a:lnTo>
                  <a:lnTo>
                    <a:pt x="2324230" y="876717"/>
                  </a:lnTo>
                  <a:lnTo>
                    <a:pt x="2324338" y="876903"/>
                  </a:lnTo>
                  <a:lnTo>
                    <a:pt x="2324601" y="877355"/>
                  </a:lnTo>
                  <a:lnTo>
                    <a:pt x="2324686" y="877682"/>
                  </a:lnTo>
                  <a:lnTo>
                    <a:pt x="2324664" y="877769"/>
                  </a:lnTo>
                  <a:lnTo>
                    <a:pt x="2324642" y="877857"/>
                  </a:lnTo>
                  <a:lnTo>
                    <a:pt x="2324623" y="877930"/>
                  </a:lnTo>
                  <a:lnTo>
                    <a:pt x="2324581" y="878095"/>
                  </a:lnTo>
                  <a:lnTo>
                    <a:pt x="2324569" y="878144"/>
                  </a:lnTo>
                  <a:lnTo>
                    <a:pt x="2324578" y="878232"/>
                  </a:lnTo>
                  <a:lnTo>
                    <a:pt x="2324615" y="878333"/>
                  </a:lnTo>
                  <a:lnTo>
                    <a:pt x="2324676" y="878382"/>
                  </a:lnTo>
                  <a:lnTo>
                    <a:pt x="2325052" y="878685"/>
                  </a:lnTo>
                  <a:lnTo>
                    <a:pt x="2325226" y="878803"/>
                  </a:lnTo>
                  <a:lnTo>
                    <a:pt x="2325259" y="878812"/>
                  </a:lnTo>
                  <a:lnTo>
                    <a:pt x="2325466" y="878869"/>
                  </a:lnTo>
                  <a:lnTo>
                    <a:pt x="2325537" y="878915"/>
                  </a:lnTo>
                  <a:lnTo>
                    <a:pt x="2325708" y="879026"/>
                  </a:lnTo>
                  <a:lnTo>
                    <a:pt x="2325726" y="879038"/>
                  </a:lnTo>
                  <a:lnTo>
                    <a:pt x="2325794" y="879082"/>
                  </a:lnTo>
                  <a:lnTo>
                    <a:pt x="2325813" y="879095"/>
                  </a:lnTo>
                  <a:lnTo>
                    <a:pt x="2326040" y="879322"/>
                  </a:lnTo>
                  <a:lnTo>
                    <a:pt x="2326084" y="879366"/>
                  </a:lnTo>
                  <a:lnTo>
                    <a:pt x="2326123" y="879406"/>
                  </a:lnTo>
                  <a:lnTo>
                    <a:pt x="2326141" y="879530"/>
                  </a:lnTo>
                  <a:lnTo>
                    <a:pt x="2326048" y="879694"/>
                  </a:lnTo>
                  <a:lnTo>
                    <a:pt x="2325905" y="879637"/>
                  </a:lnTo>
                  <a:lnTo>
                    <a:pt x="2325810" y="879543"/>
                  </a:lnTo>
                  <a:lnTo>
                    <a:pt x="2325686" y="879519"/>
                  </a:lnTo>
                  <a:lnTo>
                    <a:pt x="2325620" y="879521"/>
                  </a:lnTo>
                  <a:lnTo>
                    <a:pt x="2325334" y="879621"/>
                  </a:lnTo>
                  <a:lnTo>
                    <a:pt x="2325233" y="879671"/>
                  </a:lnTo>
                  <a:lnTo>
                    <a:pt x="2324956" y="879850"/>
                  </a:lnTo>
                  <a:lnTo>
                    <a:pt x="2324828" y="879964"/>
                  </a:lnTo>
                  <a:lnTo>
                    <a:pt x="2324283" y="880031"/>
                  </a:lnTo>
                  <a:lnTo>
                    <a:pt x="2324048" y="880060"/>
                  </a:lnTo>
                  <a:lnTo>
                    <a:pt x="2323255" y="880420"/>
                  </a:lnTo>
                  <a:lnTo>
                    <a:pt x="2323203" y="880455"/>
                  </a:lnTo>
                  <a:lnTo>
                    <a:pt x="2323154" y="880524"/>
                  </a:lnTo>
                  <a:lnTo>
                    <a:pt x="2323070" y="880804"/>
                  </a:lnTo>
                  <a:lnTo>
                    <a:pt x="2323064" y="880869"/>
                  </a:lnTo>
                  <a:lnTo>
                    <a:pt x="2323061" y="880897"/>
                  </a:lnTo>
                  <a:lnTo>
                    <a:pt x="2323051" y="881005"/>
                  </a:lnTo>
                  <a:lnTo>
                    <a:pt x="2323066" y="881046"/>
                  </a:lnTo>
                  <a:lnTo>
                    <a:pt x="2323126" y="881206"/>
                  </a:lnTo>
                  <a:lnTo>
                    <a:pt x="2323173" y="881249"/>
                  </a:lnTo>
                  <a:lnTo>
                    <a:pt x="2323204" y="881257"/>
                  </a:lnTo>
                  <a:lnTo>
                    <a:pt x="2323239" y="881267"/>
                  </a:lnTo>
                  <a:lnTo>
                    <a:pt x="2323245" y="881269"/>
                  </a:lnTo>
                  <a:lnTo>
                    <a:pt x="2323286" y="881281"/>
                  </a:lnTo>
                  <a:lnTo>
                    <a:pt x="2323356" y="881301"/>
                  </a:lnTo>
                  <a:lnTo>
                    <a:pt x="2323394" y="881273"/>
                  </a:lnTo>
                  <a:lnTo>
                    <a:pt x="2323418" y="881257"/>
                  </a:lnTo>
                  <a:lnTo>
                    <a:pt x="2323560" y="881248"/>
                  </a:lnTo>
                  <a:lnTo>
                    <a:pt x="2323584" y="881252"/>
                  </a:lnTo>
                  <a:lnTo>
                    <a:pt x="2323601" y="881256"/>
                  </a:lnTo>
                  <a:lnTo>
                    <a:pt x="2323615" y="881259"/>
                  </a:lnTo>
                  <a:lnTo>
                    <a:pt x="2323664" y="881293"/>
                  </a:lnTo>
                  <a:lnTo>
                    <a:pt x="2323701" y="881319"/>
                  </a:lnTo>
                  <a:lnTo>
                    <a:pt x="2323780" y="881374"/>
                  </a:lnTo>
                  <a:lnTo>
                    <a:pt x="2323788" y="881379"/>
                  </a:lnTo>
                  <a:lnTo>
                    <a:pt x="2324059" y="881606"/>
                  </a:lnTo>
                  <a:lnTo>
                    <a:pt x="2324075" y="881752"/>
                  </a:lnTo>
                  <a:lnTo>
                    <a:pt x="2324069" y="881896"/>
                  </a:lnTo>
                  <a:lnTo>
                    <a:pt x="2324067" y="881944"/>
                  </a:lnTo>
                  <a:lnTo>
                    <a:pt x="2324058" y="882138"/>
                  </a:lnTo>
                  <a:lnTo>
                    <a:pt x="2324016" y="882275"/>
                  </a:lnTo>
                  <a:lnTo>
                    <a:pt x="2323999" y="882329"/>
                  </a:lnTo>
                  <a:lnTo>
                    <a:pt x="2323960" y="882342"/>
                  </a:lnTo>
                  <a:lnTo>
                    <a:pt x="2323903" y="882361"/>
                  </a:lnTo>
                  <a:lnTo>
                    <a:pt x="2323794" y="882360"/>
                  </a:lnTo>
                  <a:lnTo>
                    <a:pt x="2323296" y="882290"/>
                  </a:lnTo>
                  <a:lnTo>
                    <a:pt x="2323285" y="882288"/>
                  </a:lnTo>
                  <a:lnTo>
                    <a:pt x="2322891" y="882173"/>
                  </a:lnTo>
                  <a:lnTo>
                    <a:pt x="2322625" y="882075"/>
                  </a:lnTo>
                  <a:lnTo>
                    <a:pt x="2322461" y="882013"/>
                  </a:lnTo>
                  <a:lnTo>
                    <a:pt x="2322424" y="881999"/>
                  </a:lnTo>
                  <a:lnTo>
                    <a:pt x="2321786" y="881756"/>
                  </a:lnTo>
                  <a:lnTo>
                    <a:pt x="2321772" y="881747"/>
                  </a:lnTo>
                  <a:lnTo>
                    <a:pt x="2321715" y="881709"/>
                  </a:lnTo>
                  <a:lnTo>
                    <a:pt x="2321525" y="881738"/>
                  </a:lnTo>
                  <a:lnTo>
                    <a:pt x="2321515" y="881739"/>
                  </a:lnTo>
                  <a:lnTo>
                    <a:pt x="2321285" y="881773"/>
                  </a:lnTo>
                  <a:lnTo>
                    <a:pt x="2321262" y="881777"/>
                  </a:lnTo>
                  <a:lnTo>
                    <a:pt x="2321072" y="881805"/>
                  </a:lnTo>
                  <a:lnTo>
                    <a:pt x="2320967" y="881850"/>
                  </a:lnTo>
                  <a:lnTo>
                    <a:pt x="2320855" y="881897"/>
                  </a:lnTo>
                  <a:lnTo>
                    <a:pt x="2320617" y="881929"/>
                  </a:lnTo>
                  <a:lnTo>
                    <a:pt x="2320370" y="881961"/>
                  </a:lnTo>
                  <a:lnTo>
                    <a:pt x="2320275" y="881947"/>
                  </a:lnTo>
                  <a:lnTo>
                    <a:pt x="2320178" y="881933"/>
                  </a:lnTo>
                  <a:lnTo>
                    <a:pt x="2319971" y="881902"/>
                  </a:lnTo>
                  <a:lnTo>
                    <a:pt x="2319775" y="882012"/>
                  </a:lnTo>
                  <a:lnTo>
                    <a:pt x="2319646" y="882132"/>
                  </a:lnTo>
                  <a:lnTo>
                    <a:pt x="2319515" y="882303"/>
                  </a:lnTo>
                  <a:lnTo>
                    <a:pt x="2319369" y="882536"/>
                  </a:lnTo>
                  <a:lnTo>
                    <a:pt x="2319160" y="882930"/>
                  </a:lnTo>
                  <a:lnTo>
                    <a:pt x="2318895" y="883594"/>
                  </a:lnTo>
                  <a:lnTo>
                    <a:pt x="2318870" y="883701"/>
                  </a:lnTo>
                  <a:lnTo>
                    <a:pt x="2318764" y="884151"/>
                  </a:lnTo>
                  <a:lnTo>
                    <a:pt x="2318562" y="884191"/>
                  </a:lnTo>
                  <a:lnTo>
                    <a:pt x="2318539" y="884110"/>
                  </a:lnTo>
                  <a:lnTo>
                    <a:pt x="2318501" y="884078"/>
                  </a:lnTo>
                  <a:lnTo>
                    <a:pt x="2318340" y="883947"/>
                  </a:lnTo>
                  <a:lnTo>
                    <a:pt x="2318258" y="883971"/>
                  </a:lnTo>
                  <a:lnTo>
                    <a:pt x="2317932" y="884065"/>
                  </a:lnTo>
                  <a:lnTo>
                    <a:pt x="2317857" y="884139"/>
                  </a:lnTo>
                  <a:lnTo>
                    <a:pt x="2317858" y="884167"/>
                  </a:lnTo>
                  <a:lnTo>
                    <a:pt x="2317859" y="884212"/>
                  </a:lnTo>
                  <a:lnTo>
                    <a:pt x="2317944" y="884407"/>
                  </a:lnTo>
                  <a:lnTo>
                    <a:pt x="2318047" y="884641"/>
                  </a:lnTo>
                  <a:lnTo>
                    <a:pt x="2318051" y="884650"/>
                  </a:lnTo>
                  <a:lnTo>
                    <a:pt x="2318352" y="884814"/>
                  </a:lnTo>
                  <a:lnTo>
                    <a:pt x="2318379" y="884812"/>
                  </a:lnTo>
                  <a:lnTo>
                    <a:pt x="2318427" y="884808"/>
                  </a:lnTo>
                  <a:lnTo>
                    <a:pt x="2318447" y="884834"/>
                  </a:lnTo>
                  <a:lnTo>
                    <a:pt x="2318477" y="885016"/>
                  </a:lnTo>
                  <a:lnTo>
                    <a:pt x="2318481" y="885238"/>
                  </a:lnTo>
                  <a:lnTo>
                    <a:pt x="2318453" y="885337"/>
                  </a:lnTo>
                  <a:lnTo>
                    <a:pt x="2318421" y="885447"/>
                  </a:lnTo>
                  <a:lnTo>
                    <a:pt x="2318442" y="885531"/>
                  </a:lnTo>
                  <a:lnTo>
                    <a:pt x="2318546" y="885943"/>
                  </a:lnTo>
                  <a:lnTo>
                    <a:pt x="2318654" y="886256"/>
                  </a:lnTo>
                  <a:lnTo>
                    <a:pt x="2318644" y="886976"/>
                  </a:lnTo>
                  <a:lnTo>
                    <a:pt x="2318542" y="887075"/>
                  </a:lnTo>
                  <a:lnTo>
                    <a:pt x="2318252" y="887070"/>
                  </a:lnTo>
                  <a:lnTo>
                    <a:pt x="2317598" y="887058"/>
                  </a:lnTo>
                  <a:lnTo>
                    <a:pt x="2317570" y="887058"/>
                  </a:lnTo>
                  <a:lnTo>
                    <a:pt x="2317551" y="887080"/>
                  </a:lnTo>
                  <a:lnTo>
                    <a:pt x="2317264" y="887418"/>
                  </a:lnTo>
                  <a:lnTo>
                    <a:pt x="2316799" y="888098"/>
                  </a:lnTo>
                  <a:lnTo>
                    <a:pt x="2316942" y="888354"/>
                  </a:lnTo>
                  <a:lnTo>
                    <a:pt x="2317128" y="888685"/>
                  </a:lnTo>
                  <a:lnTo>
                    <a:pt x="2317145" y="888715"/>
                  </a:lnTo>
                  <a:lnTo>
                    <a:pt x="2317374" y="889124"/>
                  </a:lnTo>
                  <a:lnTo>
                    <a:pt x="2317413" y="889118"/>
                  </a:lnTo>
                  <a:lnTo>
                    <a:pt x="2317495" y="889105"/>
                  </a:lnTo>
                  <a:lnTo>
                    <a:pt x="2317826" y="888970"/>
                  </a:lnTo>
                  <a:lnTo>
                    <a:pt x="2317851" y="888947"/>
                  </a:lnTo>
                  <a:lnTo>
                    <a:pt x="2317823" y="888896"/>
                  </a:lnTo>
                  <a:lnTo>
                    <a:pt x="2317817" y="888884"/>
                  </a:lnTo>
                  <a:lnTo>
                    <a:pt x="2317830" y="888807"/>
                  </a:lnTo>
                  <a:lnTo>
                    <a:pt x="2317842" y="888791"/>
                  </a:lnTo>
                  <a:lnTo>
                    <a:pt x="2317939" y="888668"/>
                  </a:lnTo>
                  <a:lnTo>
                    <a:pt x="2318000" y="888622"/>
                  </a:lnTo>
                  <a:lnTo>
                    <a:pt x="2318240" y="888522"/>
                  </a:lnTo>
                  <a:lnTo>
                    <a:pt x="2318290" y="888502"/>
                  </a:lnTo>
                  <a:lnTo>
                    <a:pt x="2318874" y="888427"/>
                  </a:lnTo>
                  <a:lnTo>
                    <a:pt x="2318943" y="888419"/>
                  </a:lnTo>
                  <a:lnTo>
                    <a:pt x="2319037" y="888467"/>
                  </a:lnTo>
                  <a:lnTo>
                    <a:pt x="2319056" y="888528"/>
                  </a:lnTo>
                  <a:lnTo>
                    <a:pt x="2319105" y="888594"/>
                  </a:lnTo>
                  <a:lnTo>
                    <a:pt x="2319178" y="888654"/>
                  </a:lnTo>
                  <a:lnTo>
                    <a:pt x="2319289" y="888747"/>
                  </a:lnTo>
                  <a:lnTo>
                    <a:pt x="2319687" y="889014"/>
                  </a:lnTo>
                  <a:lnTo>
                    <a:pt x="2319902" y="889082"/>
                  </a:lnTo>
                  <a:lnTo>
                    <a:pt x="2320055" y="889098"/>
                  </a:lnTo>
                  <a:lnTo>
                    <a:pt x="2320114" y="889079"/>
                  </a:lnTo>
                  <a:lnTo>
                    <a:pt x="2320145" y="889003"/>
                  </a:lnTo>
                  <a:lnTo>
                    <a:pt x="2320210" y="888950"/>
                  </a:lnTo>
                  <a:lnTo>
                    <a:pt x="2320265" y="888938"/>
                  </a:lnTo>
                  <a:lnTo>
                    <a:pt x="2320768" y="888833"/>
                  </a:lnTo>
                  <a:lnTo>
                    <a:pt x="2321008" y="888807"/>
                  </a:lnTo>
                  <a:lnTo>
                    <a:pt x="2321133" y="888794"/>
                  </a:lnTo>
                  <a:lnTo>
                    <a:pt x="2321617" y="888614"/>
                  </a:lnTo>
                  <a:lnTo>
                    <a:pt x="2323012" y="888097"/>
                  </a:lnTo>
                  <a:lnTo>
                    <a:pt x="2323320" y="888018"/>
                  </a:lnTo>
                  <a:lnTo>
                    <a:pt x="2323741" y="887982"/>
                  </a:lnTo>
                  <a:lnTo>
                    <a:pt x="2323806" y="888028"/>
                  </a:lnTo>
                  <a:lnTo>
                    <a:pt x="2323804" y="888101"/>
                  </a:lnTo>
                  <a:lnTo>
                    <a:pt x="2323774" y="888172"/>
                  </a:lnTo>
                  <a:lnTo>
                    <a:pt x="2323608" y="888242"/>
                  </a:lnTo>
                  <a:lnTo>
                    <a:pt x="2323507" y="888285"/>
                  </a:lnTo>
                  <a:lnTo>
                    <a:pt x="2323337" y="888295"/>
                  </a:lnTo>
                  <a:lnTo>
                    <a:pt x="2322774" y="888378"/>
                  </a:lnTo>
                  <a:lnTo>
                    <a:pt x="2322760" y="888380"/>
                  </a:lnTo>
                  <a:lnTo>
                    <a:pt x="2322709" y="888414"/>
                  </a:lnTo>
                  <a:lnTo>
                    <a:pt x="2322456" y="888586"/>
                  </a:lnTo>
                  <a:lnTo>
                    <a:pt x="2322164" y="888882"/>
                  </a:lnTo>
                  <a:lnTo>
                    <a:pt x="2322010" y="889096"/>
                  </a:lnTo>
                  <a:lnTo>
                    <a:pt x="2322003" y="889138"/>
                  </a:lnTo>
                  <a:lnTo>
                    <a:pt x="2321881" y="889850"/>
                  </a:lnTo>
                  <a:lnTo>
                    <a:pt x="2321851" y="890025"/>
                  </a:lnTo>
                  <a:lnTo>
                    <a:pt x="2321854" y="890084"/>
                  </a:lnTo>
                  <a:lnTo>
                    <a:pt x="2321873" y="890434"/>
                  </a:lnTo>
                  <a:lnTo>
                    <a:pt x="2321908" y="890566"/>
                  </a:lnTo>
                  <a:lnTo>
                    <a:pt x="2321919" y="890605"/>
                  </a:lnTo>
                  <a:lnTo>
                    <a:pt x="2321931" y="890651"/>
                  </a:lnTo>
                  <a:lnTo>
                    <a:pt x="2322054" y="891104"/>
                  </a:lnTo>
                  <a:lnTo>
                    <a:pt x="2322076" y="891186"/>
                  </a:lnTo>
                  <a:lnTo>
                    <a:pt x="2322240" y="891450"/>
                  </a:lnTo>
                  <a:lnTo>
                    <a:pt x="2322128" y="891683"/>
                  </a:lnTo>
                  <a:lnTo>
                    <a:pt x="2321991" y="891818"/>
                  </a:lnTo>
                  <a:lnTo>
                    <a:pt x="2321850" y="891958"/>
                  </a:lnTo>
                  <a:lnTo>
                    <a:pt x="2321785" y="892043"/>
                  </a:lnTo>
                  <a:lnTo>
                    <a:pt x="2321714" y="892135"/>
                  </a:lnTo>
                  <a:lnTo>
                    <a:pt x="2321583" y="892307"/>
                  </a:lnTo>
                  <a:lnTo>
                    <a:pt x="2321404" y="892635"/>
                  </a:lnTo>
                  <a:lnTo>
                    <a:pt x="2321346" y="892802"/>
                  </a:lnTo>
                  <a:lnTo>
                    <a:pt x="2321318" y="892951"/>
                  </a:lnTo>
                  <a:lnTo>
                    <a:pt x="2321294" y="893291"/>
                  </a:lnTo>
                  <a:lnTo>
                    <a:pt x="2321293" y="893302"/>
                  </a:lnTo>
                  <a:lnTo>
                    <a:pt x="2321339" y="893554"/>
                  </a:lnTo>
                  <a:lnTo>
                    <a:pt x="2321441" y="893849"/>
                  </a:lnTo>
                  <a:lnTo>
                    <a:pt x="2321537" y="894012"/>
                  </a:lnTo>
                  <a:lnTo>
                    <a:pt x="2321653" y="894156"/>
                  </a:lnTo>
                  <a:lnTo>
                    <a:pt x="2321826" y="894561"/>
                  </a:lnTo>
                  <a:lnTo>
                    <a:pt x="2321549" y="895055"/>
                  </a:lnTo>
                  <a:lnTo>
                    <a:pt x="2321399" y="895187"/>
                  </a:lnTo>
                  <a:lnTo>
                    <a:pt x="2321296" y="895277"/>
                  </a:lnTo>
                  <a:lnTo>
                    <a:pt x="2320909" y="895615"/>
                  </a:lnTo>
                  <a:lnTo>
                    <a:pt x="2320790" y="895595"/>
                  </a:lnTo>
                  <a:lnTo>
                    <a:pt x="2320603" y="895610"/>
                  </a:lnTo>
                  <a:lnTo>
                    <a:pt x="2320547" y="895615"/>
                  </a:lnTo>
                  <a:lnTo>
                    <a:pt x="2320342" y="895717"/>
                  </a:lnTo>
                  <a:lnTo>
                    <a:pt x="2320227" y="895774"/>
                  </a:lnTo>
                  <a:lnTo>
                    <a:pt x="2320075" y="895907"/>
                  </a:lnTo>
                  <a:lnTo>
                    <a:pt x="2319980" y="896043"/>
                  </a:lnTo>
                  <a:lnTo>
                    <a:pt x="2319956" y="896055"/>
                  </a:lnTo>
                  <a:lnTo>
                    <a:pt x="2319908" y="896027"/>
                  </a:lnTo>
                  <a:lnTo>
                    <a:pt x="2319831" y="895940"/>
                  </a:lnTo>
                  <a:lnTo>
                    <a:pt x="2319796" y="895762"/>
                  </a:lnTo>
                  <a:lnTo>
                    <a:pt x="2319868" y="895650"/>
                  </a:lnTo>
                  <a:lnTo>
                    <a:pt x="2320045" y="895451"/>
                  </a:lnTo>
                  <a:lnTo>
                    <a:pt x="2320322" y="895140"/>
                  </a:lnTo>
                  <a:lnTo>
                    <a:pt x="2320363" y="895124"/>
                  </a:lnTo>
                  <a:lnTo>
                    <a:pt x="2320422" y="895100"/>
                  </a:lnTo>
                  <a:lnTo>
                    <a:pt x="2320443" y="895091"/>
                  </a:lnTo>
                  <a:lnTo>
                    <a:pt x="2320572" y="894775"/>
                  </a:lnTo>
                  <a:lnTo>
                    <a:pt x="2320676" y="894521"/>
                  </a:lnTo>
                  <a:lnTo>
                    <a:pt x="2320589" y="894186"/>
                  </a:lnTo>
                  <a:lnTo>
                    <a:pt x="2320561" y="894078"/>
                  </a:lnTo>
                  <a:lnTo>
                    <a:pt x="2320541" y="894003"/>
                  </a:lnTo>
                  <a:lnTo>
                    <a:pt x="2320496" y="893828"/>
                  </a:lnTo>
                  <a:lnTo>
                    <a:pt x="2320489" y="893804"/>
                  </a:lnTo>
                  <a:lnTo>
                    <a:pt x="2320377" y="893796"/>
                  </a:lnTo>
                  <a:lnTo>
                    <a:pt x="2320343" y="893794"/>
                  </a:lnTo>
                  <a:lnTo>
                    <a:pt x="2320317" y="893812"/>
                  </a:lnTo>
                  <a:lnTo>
                    <a:pt x="2320313" y="893844"/>
                  </a:lnTo>
                  <a:lnTo>
                    <a:pt x="2320140" y="894011"/>
                  </a:lnTo>
                  <a:lnTo>
                    <a:pt x="2320071" y="894033"/>
                  </a:lnTo>
                  <a:lnTo>
                    <a:pt x="2319989" y="894010"/>
                  </a:lnTo>
                  <a:lnTo>
                    <a:pt x="2319682" y="893868"/>
                  </a:lnTo>
                  <a:lnTo>
                    <a:pt x="2319604" y="893864"/>
                  </a:lnTo>
                  <a:lnTo>
                    <a:pt x="2319495" y="893888"/>
                  </a:lnTo>
                  <a:lnTo>
                    <a:pt x="2319426" y="893904"/>
                  </a:lnTo>
                  <a:lnTo>
                    <a:pt x="2319099" y="894159"/>
                  </a:lnTo>
                  <a:lnTo>
                    <a:pt x="2319101" y="894506"/>
                  </a:lnTo>
                  <a:lnTo>
                    <a:pt x="2319022" y="894498"/>
                  </a:lnTo>
                  <a:lnTo>
                    <a:pt x="2318916" y="894488"/>
                  </a:lnTo>
                  <a:lnTo>
                    <a:pt x="2318796" y="894259"/>
                  </a:lnTo>
                  <a:lnTo>
                    <a:pt x="2318541" y="894065"/>
                  </a:lnTo>
                  <a:lnTo>
                    <a:pt x="2318367" y="894088"/>
                  </a:lnTo>
                  <a:lnTo>
                    <a:pt x="2318281" y="894100"/>
                  </a:lnTo>
                  <a:lnTo>
                    <a:pt x="2318265" y="894102"/>
                  </a:lnTo>
                  <a:lnTo>
                    <a:pt x="2318193" y="894111"/>
                  </a:lnTo>
                  <a:lnTo>
                    <a:pt x="2318143" y="894131"/>
                  </a:lnTo>
                  <a:lnTo>
                    <a:pt x="2318105" y="894180"/>
                  </a:lnTo>
                  <a:lnTo>
                    <a:pt x="2318046" y="894256"/>
                  </a:lnTo>
                  <a:lnTo>
                    <a:pt x="2318031" y="894259"/>
                  </a:lnTo>
                  <a:lnTo>
                    <a:pt x="2317849" y="894297"/>
                  </a:lnTo>
                  <a:lnTo>
                    <a:pt x="2317664" y="894292"/>
                  </a:lnTo>
                  <a:lnTo>
                    <a:pt x="2317655" y="894292"/>
                  </a:lnTo>
                  <a:lnTo>
                    <a:pt x="2317461" y="894249"/>
                  </a:lnTo>
                  <a:lnTo>
                    <a:pt x="2317437" y="894252"/>
                  </a:lnTo>
                  <a:lnTo>
                    <a:pt x="2317389" y="894258"/>
                  </a:lnTo>
                  <a:lnTo>
                    <a:pt x="2317350" y="894263"/>
                  </a:lnTo>
                  <a:lnTo>
                    <a:pt x="2317319" y="894267"/>
                  </a:lnTo>
                  <a:lnTo>
                    <a:pt x="2317131" y="894291"/>
                  </a:lnTo>
                  <a:lnTo>
                    <a:pt x="2316963" y="894313"/>
                  </a:lnTo>
                  <a:lnTo>
                    <a:pt x="2316686" y="894490"/>
                  </a:lnTo>
                  <a:lnTo>
                    <a:pt x="2316444" y="894676"/>
                  </a:lnTo>
                  <a:lnTo>
                    <a:pt x="2316322" y="894770"/>
                  </a:lnTo>
                  <a:lnTo>
                    <a:pt x="2316236" y="894837"/>
                  </a:lnTo>
                  <a:lnTo>
                    <a:pt x="2316151" y="895200"/>
                  </a:lnTo>
                  <a:lnTo>
                    <a:pt x="2316149" y="895212"/>
                  </a:lnTo>
                  <a:lnTo>
                    <a:pt x="2316143" y="895238"/>
                  </a:lnTo>
                  <a:lnTo>
                    <a:pt x="2316124" y="895317"/>
                  </a:lnTo>
                  <a:lnTo>
                    <a:pt x="2316312" y="895600"/>
                  </a:lnTo>
                  <a:lnTo>
                    <a:pt x="2316467" y="895640"/>
                  </a:lnTo>
                  <a:lnTo>
                    <a:pt x="2316717" y="895903"/>
                  </a:lnTo>
                  <a:lnTo>
                    <a:pt x="2316719" y="895923"/>
                  </a:lnTo>
                  <a:lnTo>
                    <a:pt x="2316761" y="896268"/>
                  </a:lnTo>
                  <a:lnTo>
                    <a:pt x="2316764" y="896290"/>
                  </a:lnTo>
                  <a:lnTo>
                    <a:pt x="2316849" y="896435"/>
                  </a:lnTo>
                  <a:lnTo>
                    <a:pt x="2317193" y="896432"/>
                  </a:lnTo>
                  <a:lnTo>
                    <a:pt x="2317342" y="895918"/>
                  </a:lnTo>
                  <a:lnTo>
                    <a:pt x="2317461" y="895916"/>
                  </a:lnTo>
                  <a:lnTo>
                    <a:pt x="2317458" y="896584"/>
                  </a:lnTo>
                  <a:lnTo>
                    <a:pt x="2317580" y="896916"/>
                  </a:lnTo>
                  <a:lnTo>
                    <a:pt x="2317372" y="896968"/>
                  </a:lnTo>
                  <a:lnTo>
                    <a:pt x="2317237" y="896929"/>
                  </a:lnTo>
                  <a:lnTo>
                    <a:pt x="2317144" y="896963"/>
                  </a:lnTo>
                  <a:lnTo>
                    <a:pt x="2316864" y="897173"/>
                  </a:lnTo>
                  <a:lnTo>
                    <a:pt x="2316822" y="897210"/>
                  </a:lnTo>
                  <a:lnTo>
                    <a:pt x="2316789" y="897238"/>
                  </a:lnTo>
                  <a:lnTo>
                    <a:pt x="2316781" y="897245"/>
                  </a:lnTo>
                  <a:lnTo>
                    <a:pt x="2316521" y="897470"/>
                  </a:lnTo>
                  <a:lnTo>
                    <a:pt x="2316499" y="897477"/>
                  </a:lnTo>
                  <a:lnTo>
                    <a:pt x="2316479" y="897483"/>
                  </a:lnTo>
                  <a:lnTo>
                    <a:pt x="2316449" y="897491"/>
                  </a:lnTo>
                  <a:lnTo>
                    <a:pt x="2316373" y="897513"/>
                  </a:lnTo>
                  <a:lnTo>
                    <a:pt x="2316138" y="897581"/>
                  </a:lnTo>
                  <a:lnTo>
                    <a:pt x="2315853" y="897663"/>
                  </a:lnTo>
                  <a:lnTo>
                    <a:pt x="2315745" y="897657"/>
                  </a:lnTo>
                  <a:lnTo>
                    <a:pt x="2315718" y="897656"/>
                  </a:lnTo>
                  <a:lnTo>
                    <a:pt x="2315495" y="897488"/>
                  </a:lnTo>
                  <a:lnTo>
                    <a:pt x="2315477" y="897474"/>
                  </a:lnTo>
                  <a:lnTo>
                    <a:pt x="2315455" y="897464"/>
                  </a:lnTo>
                  <a:lnTo>
                    <a:pt x="2315278" y="897382"/>
                  </a:lnTo>
                  <a:lnTo>
                    <a:pt x="2315265" y="897377"/>
                  </a:lnTo>
                  <a:lnTo>
                    <a:pt x="2314635" y="897401"/>
                  </a:lnTo>
                  <a:lnTo>
                    <a:pt x="2314596" y="897414"/>
                  </a:lnTo>
                  <a:lnTo>
                    <a:pt x="2314530" y="897437"/>
                  </a:lnTo>
                  <a:lnTo>
                    <a:pt x="2314488" y="897462"/>
                  </a:lnTo>
                  <a:lnTo>
                    <a:pt x="2314370" y="897533"/>
                  </a:lnTo>
                  <a:lnTo>
                    <a:pt x="2314335" y="897601"/>
                  </a:lnTo>
                  <a:lnTo>
                    <a:pt x="2314093" y="898066"/>
                  </a:lnTo>
                  <a:lnTo>
                    <a:pt x="2314095" y="898072"/>
                  </a:lnTo>
                  <a:lnTo>
                    <a:pt x="2314100" y="898088"/>
                  </a:lnTo>
                  <a:lnTo>
                    <a:pt x="2314121" y="898149"/>
                  </a:lnTo>
                  <a:lnTo>
                    <a:pt x="2314128" y="898169"/>
                  </a:lnTo>
                  <a:lnTo>
                    <a:pt x="2314201" y="898241"/>
                  </a:lnTo>
                  <a:lnTo>
                    <a:pt x="2314268" y="898229"/>
                  </a:lnTo>
                  <a:lnTo>
                    <a:pt x="2314362" y="898257"/>
                  </a:lnTo>
                  <a:lnTo>
                    <a:pt x="2314390" y="898265"/>
                  </a:lnTo>
                  <a:lnTo>
                    <a:pt x="2314406" y="898270"/>
                  </a:lnTo>
                  <a:lnTo>
                    <a:pt x="2314449" y="898283"/>
                  </a:lnTo>
                  <a:lnTo>
                    <a:pt x="2314463" y="898287"/>
                  </a:lnTo>
                  <a:lnTo>
                    <a:pt x="2314472" y="898293"/>
                  </a:lnTo>
                  <a:lnTo>
                    <a:pt x="2314510" y="898316"/>
                  </a:lnTo>
                  <a:lnTo>
                    <a:pt x="2314479" y="898338"/>
                  </a:lnTo>
                  <a:lnTo>
                    <a:pt x="2314428" y="898373"/>
                  </a:lnTo>
                  <a:lnTo>
                    <a:pt x="2314399" y="898393"/>
                  </a:lnTo>
                  <a:lnTo>
                    <a:pt x="2314318" y="898449"/>
                  </a:lnTo>
                  <a:lnTo>
                    <a:pt x="2314306" y="898458"/>
                  </a:lnTo>
                  <a:lnTo>
                    <a:pt x="2314212" y="898523"/>
                  </a:lnTo>
                  <a:lnTo>
                    <a:pt x="2314201" y="898530"/>
                  </a:lnTo>
                  <a:lnTo>
                    <a:pt x="2314194" y="898535"/>
                  </a:lnTo>
                  <a:lnTo>
                    <a:pt x="2314026" y="898651"/>
                  </a:lnTo>
                  <a:lnTo>
                    <a:pt x="2313745" y="898846"/>
                  </a:lnTo>
                  <a:lnTo>
                    <a:pt x="2313734" y="898854"/>
                  </a:lnTo>
                  <a:lnTo>
                    <a:pt x="2313709" y="898871"/>
                  </a:lnTo>
                  <a:lnTo>
                    <a:pt x="2313682" y="898889"/>
                  </a:lnTo>
                  <a:lnTo>
                    <a:pt x="2313628" y="898927"/>
                  </a:lnTo>
                  <a:lnTo>
                    <a:pt x="2313567" y="898940"/>
                  </a:lnTo>
                  <a:lnTo>
                    <a:pt x="2313551" y="898944"/>
                  </a:lnTo>
                  <a:lnTo>
                    <a:pt x="2313516" y="898904"/>
                  </a:lnTo>
                  <a:lnTo>
                    <a:pt x="2313510" y="898865"/>
                  </a:lnTo>
                  <a:lnTo>
                    <a:pt x="2313507" y="898842"/>
                  </a:lnTo>
                  <a:lnTo>
                    <a:pt x="2313470" y="898811"/>
                  </a:lnTo>
                  <a:lnTo>
                    <a:pt x="2313459" y="898803"/>
                  </a:lnTo>
                  <a:lnTo>
                    <a:pt x="2313400" y="898796"/>
                  </a:lnTo>
                  <a:lnTo>
                    <a:pt x="2313273" y="898830"/>
                  </a:lnTo>
                  <a:lnTo>
                    <a:pt x="2313235" y="898852"/>
                  </a:lnTo>
                  <a:lnTo>
                    <a:pt x="2313181" y="898884"/>
                  </a:lnTo>
                  <a:lnTo>
                    <a:pt x="2313005" y="898988"/>
                  </a:lnTo>
                  <a:lnTo>
                    <a:pt x="2312948" y="899039"/>
                  </a:lnTo>
                  <a:lnTo>
                    <a:pt x="2312905" y="899152"/>
                  </a:lnTo>
                  <a:lnTo>
                    <a:pt x="2312918" y="899163"/>
                  </a:lnTo>
                  <a:lnTo>
                    <a:pt x="2312946" y="899187"/>
                  </a:lnTo>
                  <a:lnTo>
                    <a:pt x="2312962" y="899201"/>
                  </a:lnTo>
                  <a:lnTo>
                    <a:pt x="2312983" y="899219"/>
                  </a:lnTo>
                  <a:lnTo>
                    <a:pt x="2312989" y="899224"/>
                  </a:lnTo>
                  <a:lnTo>
                    <a:pt x="2313037" y="899265"/>
                  </a:lnTo>
                  <a:lnTo>
                    <a:pt x="2313019" y="899300"/>
                  </a:lnTo>
                  <a:lnTo>
                    <a:pt x="2312987" y="899363"/>
                  </a:lnTo>
                  <a:lnTo>
                    <a:pt x="2312977" y="899384"/>
                  </a:lnTo>
                  <a:lnTo>
                    <a:pt x="2312851" y="899346"/>
                  </a:lnTo>
                  <a:lnTo>
                    <a:pt x="2312662" y="899288"/>
                  </a:lnTo>
                  <a:lnTo>
                    <a:pt x="2312558" y="899257"/>
                  </a:lnTo>
                  <a:lnTo>
                    <a:pt x="2312669" y="899114"/>
                  </a:lnTo>
                  <a:lnTo>
                    <a:pt x="2312642" y="899054"/>
                  </a:lnTo>
                  <a:lnTo>
                    <a:pt x="2312528" y="898961"/>
                  </a:lnTo>
                  <a:lnTo>
                    <a:pt x="2312357" y="898890"/>
                  </a:lnTo>
                  <a:lnTo>
                    <a:pt x="2312025" y="898932"/>
                  </a:lnTo>
                  <a:lnTo>
                    <a:pt x="2311866" y="899009"/>
                  </a:lnTo>
                  <a:lnTo>
                    <a:pt x="2311814" y="899054"/>
                  </a:lnTo>
                  <a:lnTo>
                    <a:pt x="2311758" y="899155"/>
                  </a:lnTo>
                  <a:lnTo>
                    <a:pt x="2311755" y="899236"/>
                  </a:lnTo>
                  <a:lnTo>
                    <a:pt x="2311639" y="899229"/>
                  </a:lnTo>
                  <a:lnTo>
                    <a:pt x="2311570" y="899224"/>
                  </a:lnTo>
                  <a:lnTo>
                    <a:pt x="2311519" y="899221"/>
                  </a:lnTo>
                  <a:lnTo>
                    <a:pt x="2311297" y="899208"/>
                  </a:lnTo>
                  <a:lnTo>
                    <a:pt x="2311232" y="899181"/>
                  </a:lnTo>
                  <a:lnTo>
                    <a:pt x="2310990" y="899083"/>
                  </a:lnTo>
                  <a:lnTo>
                    <a:pt x="2310684" y="898958"/>
                  </a:lnTo>
                  <a:lnTo>
                    <a:pt x="2310465" y="898918"/>
                  </a:lnTo>
                  <a:lnTo>
                    <a:pt x="2309989" y="898831"/>
                  </a:lnTo>
                  <a:lnTo>
                    <a:pt x="2309629" y="898749"/>
                  </a:lnTo>
                  <a:lnTo>
                    <a:pt x="2309321" y="898633"/>
                  </a:lnTo>
                  <a:lnTo>
                    <a:pt x="2309116" y="898676"/>
                  </a:lnTo>
                  <a:lnTo>
                    <a:pt x="2309105" y="898719"/>
                  </a:lnTo>
                  <a:lnTo>
                    <a:pt x="2308967" y="898757"/>
                  </a:lnTo>
                  <a:lnTo>
                    <a:pt x="2308608" y="898770"/>
                  </a:lnTo>
                  <a:lnTo>
                    <a:pt x="2308546" y="898760"/>
                  </a:lnTo>
                  <a:lnTo>
                    <a:pt x="2308125" y="898696"/>
                  </a:lnTo>
                  <a:lnTo>
                    <a:pt x="2308091" y="898691"/>
                  </a:lnTo>
                  <a:lnTo>
                    <a:pt x="2307930" y="898666"/>
                  </a:lnTo>
                  <a:lnTo>
                    <a:pt x="2307729" y="898636"/>
                  </a:lnTo>
                  <a:lnTo>
                    <a:pt x="2307653" y="898624"/>
                  </a:lnTo>
                  <a:lnTo>
                    <a:pt x="2307603" y="898569"/>
                  </a:lnTo>
                  <a:lnTo>
                    <a:pt x="2307408" y="898354"/>
                  </a:lnTo>
                  <a:lnTo>
                    <a:pt x="2307271" y="898285"/>
                  </a:lnTo>
                  <a:lnTo>
                    <a:pt x="2307130" y="898213"/>
                  </a:lnTo>
                  <a:lnTo>
                    <a:pt x="2306993" y="898193"/>
                  </a:lnTo>
                  <a:lnTo>
                    <a:pt x="2306896" y="898200"/>
                  </a:lnTo>
                  <a:lnTo>
                    <a:pt x="2306652" y="898254"/>
                  </a:lnTo>
                  <a:lnTo>
                    <a:pt x="2306528" y="898304"/>
                  </a:lnTo>
                  <a:lnTo>
                    <a:pt x="2306464" y="898376"/>
                  </a:lnTo>
                  <a:lnTo>
                    <a:pt x="2306437" y="898385"/>
                  </a:lnTo>
                  <a:lnTo>
                    <a:pt x="2306146" y="898481"/>
                  </a:lnTo>
                  <a:lnTo>
                    <a:pt x="2305952" y="898545"/>
                  </a:lnTo>
                  <a:lnTo>
                    <a:pt x="2305819" y="898589"/>
                  </a:lnTo>
                  <a:lnTo>
                    <a:pt x="2305758" y="898609"/>
                  </a:lnTo>
                  <a:lnTo>
                    <a:pt x="2305272" y="898568"/>
                  </a:lnTo>
                  <a:lnTo>
                    <a:pt x="2305241" y="898566"/>
                  </a:lnTo>
                  <a:lnTo>
                    <a:pt x="2305211" y="898535"/>
                  </a:lnTo>
                  <a:lnTo>
                    <a:pt x="2305224" y="898461"/>
                  </a:lnTo>
                  <a:lnTo>
                    <a:pt x="2305284" y="898321"/>
                  </a:lnTo>
                  <a:lnTo>
                    <a:pt x="2305506" y="897897"/>
                  </a:lnTo>
                  <a:lnTo>
                    <a:pt x="2305574" y="897817"/>
                  </a:lnTo>
                  <a:lnTo>
                    <a:pt x="2305658" y="897765"/>
                  </a:lnTo>
                  <a:lnTo>
                    <a:pt x="2305741" y="897772"/>
                  </a:lnTo>
                  <a:lnTo>
                    <a:pt x="2305737" y="897824"/>
                  </a:lnTo>
                  <a:lnTo>
                    <a:pt x="2305787" y="897831"/>
                  </a:lnTo>
                  <a:lnTo>
                    <a:pt x="2305860" y="897757"/>
                  </a:lnTo>
                  <a:lnTo>
                    <a:pt x="2305868" y="897648"/>
                  </a:lnTo>
                  <a:lnTo>
                    <a:pt x="2305743" y="897233"/>
                  </a:lnTo>
                  <a:lnTo>
                    <a:pt x="2305622" y="897084"/>
                  </a:lnTo>
                  <a:lnTo>
                    <a:pt x="2305479" y="896948"/>
                  </a:lnTo>
                  <a:lnTo>
                    <a:pt x="2305317" y="896822"/>
                  </a:lnTo>
                  <a:lnTo>
                    <a:pt x="2305305" y="896572"/>
                  </a:lnTo>
                  <a:lnTo>
                    <a:pt x="2305296" y="896391"/>
                  </a:lnTo>
                  <a:lnTo>
                    <a:pt x="2305292" y="896289"/>
                  </a:lnTo>
                  <a:lnTo>
                    <a:pt x="2305509" y="896004"/>
                  </a:lnTo>
                  <a:lnTo>
                    <a:pt x="2305567" y="895965"/>
                  </a:lnTo>
                  <a:lnTo>
                    <a:pt x="2305619" y="895960"/>
                  </a:lnTo>
                  <a:lnTo>
                    <a:pt x="2305650" y="895940"/>
                  </a:lnTo>
                  <a:lnTo>
                    <a:pt x="2305867" y="895662"/>
                  </a:lnTo>
                  <a:lnTo>
                    <a:pt x="2305890" y="895632"/>
                  </a:lnTo>
                  <a:lnTo>
                    <a:pt x="2305901" y="895564"/>
                  </a:lnTo>
                  <a:lnTo>
                    <a:pt x="2305895" y="895545"/>
                  </a:lnTo>
                  <a:lnTo>
                    <a:pt x="2305891" y="895526"/>
                  </a:lnTo>
                  <a:lnTo>
                    <a:pt x="2305838" y="895319"/>
                  </a:lnTo>
                  <a:lnTo>
                    <a:pt x="2305849" y="895280"/>
                  </a:lnTo>
                  <a:lnTo>
                    <a:pt x="2305911" y="895238"/>
                  </a:lnTo>
                  <a:lnTo>
                    <a:pt x="2306109" y="895235"/>
                  </a:lnTo>
                  <a:lnTo>
                    <a:pt x="2306163" y="895235"/>
                  </a:lnTo>
                  <a:lnTo>
                    <a:pt x="2306426" y="895261"/>
                  </a:lnTo>
                  <a:lnTo>
                    <a:pt x="2306913" y="895346"/>
                  </a:lnTo>
                  <a:lnTo>
                    <a:pt x="2307165" y="895334"/>
                  </a:lnTo>
                  <a:lnTo>
                    <a:pt x="2307490" y="895228"/>
                  </a:lnTo>
                  <a:lnTo>
                    <a:pt x="2307762" y="895309"/>
                  </a:lnTo>
                  <a:lnTo>
                    <a:pt x="2307846" y="895334"/>
                  </a:lnTo>
                  <a:lnTo>
                    <a:pt x="2308192" y="895390"/>
                  </a:lnTo>
                  <a:lnTo>
                    <a:pt x="2308223" y="895383"/>
                  </a:lnTo>
                  <a:lnTo>
                    <a:pt x="2308290" y="895368"/>
                  </a:lnTo>
                  <a:lnTo>
                    <a:pt x="2308680" y="895282"/>
                  </a:lnTo>
                  <a:lnTo>
                    <a:pt x="2308631" y="895168"/>
                  </a:lnTo>
                  <a:lnTo>
                    <a:pt x="2308398" y="895273"/>
                  </a:lnTo>
                  <a:lnTo>
                    <a:pt x="2308310" y="895313"/>
                  </a:lnTo>
                  <a:lnTo>
                    <a:pt x="2308019" y="895303"/>
                  </a:lnTo>
                  <a:lnTo>
                    <a:pt x="2307987" y="895294"/>
                  </a:lnTo>
                  <a:lnTo>
                    <a:pt x="2307424" y="895140"/>
                  </a:lnTo>
                  <a:lnTo>
                    <a:pt x="2307301" y="895142"/>
                  </a:lnTo>
                  <a:lnTo>
                    <a:pt x="2307282" y="895142"/>
                  </a:lnTo>
                  <a:lnTo>
                    <a:pt x="2307219" y="895144"/>
                  </a:lnTo>
                  <a:lnTo>
                    <a:pt x="2306795" y="895152"/>
                  </a:lnTo>
                  <a:lnTo>
                    <a:pt x="2306223" y="895072"/>
                  </a:lnTo>
                  <a:lnTo>
                    <a:pt x="2306186" y="895062"/>
                  </a:lnTo>
                  <a:lnTo>
                    <a:pt x="2306170" y="895058"/>
                  </a:lnTo>
                  <a:lnTo>
                    <a:pt x="2306160" y="895055"/>
                  </a:lnTo>
                  <a:lnTo>
                    <a:pt x="2306128" y="895046"/>
                  </a:lnTo>
                  <a:lnTo>
                    <a:pt x="2305625" y="894698"/>
                  </a:lnTo>
                  <a:lnTo>
                    <a:pt x="2305494" y="894607"/>
                  </a:lnTo>
                  <a:lnTo>
                    <a:pt x="2305481" y="894698"/>
                  </a:lnTo>
                  <a:lnTo>
                    <a:pt x="2305431" y="895047"/>
                  </a:lnTo>
                  <a:lnTo>
                    <a:pt x="2305358" y="895137"/>
                  </a:lnTo>
                  <a:lnTo>
                    <a:pt x="2305253" y="895149"/>
                  </a:lnTo>
                  <a:lnTo>
                    <a:pt x="2304794" y="894947"/>
                  </a:lnTo>
                  <a:lnTo>
                    <a:pt x="2304636" y="894878"/>
                  </a:lnTo>
                  <a:lnTo>
                    <a:pt x="2304554" y="894842"/>
                  </a:lnTo>
                  <a:lnTo>
                    <a:pt x="2304167" y="894672"/>
                  </a:lnTo>
                  <a:lnTo>
                    <a:pt x="2304142" y="894623"/>
                  </a:lnTo>
                  <a:lnTo>
                    <a:pt x="2304108" y="894411"/>
                  </a:lnTo>
                  <a:lnTo>
                    <a:pt x="2304169" y="894265"/>
                  </a:lnTo>
                  <a:lnTo>
                    <a:pt x="2304311" y="893922"/>
                  </a:lnTo>
                  <a:lnTo>
                    <a:pt x="2304332" y="893873"/>
                  </a:lnTo>
                  <a:lnTo>
                    <a:pt x="2304365" y="893793"/>
                  </a:lnTo>
                  <a:lnTo>
                    <a:pt x="2304365" y="893744"/>
                  </a:lnTo>
                  <a:lnTo>
                    <a:pt x="2304364" y="893697"/>
                  </a:lnTo>
                  <a:lnTo>
                    <a:pt x="2304293" y="893649"/>
                  </a:lnTo>
                  <a:lnTo>
                    <a:pt x="2304207" y="893643"/>
                  </a:lnTo>
                  <a:lnTo>
                    <a:pt x="2304150" y="893640"/>
                  </a:lnTo>
                  <a:lnTo>
                    <a:pt x="2304038" y="893632"/>
                  </a:lnTo>
                  <a:lnTo>
                    <a:pt x="2304003" y="893782"/>
                  </a:lnTo>
                  <a:lnTo>
                    <a:pt x="2303885" y="893805"/>
                  </a:lnTo>
                  <a:lnTo>
                    <a:pt x="2303795" y="893788"/>
                  </a:lnTo>
                  <a:lnTo>
                    <a:pt x="2303742" y="893778"/>
                  </a:lnTo>
                  <a:lnTo>
                    <a:pt x="2303466" y="893633"/>
                  </a:lnTo>
                  <a:lnTo>
                    <a:pt x="2303428" y="893613"/>
                  </a:lnTo>
                  <a:lnTo>
                    <a:pt x="2303622" y="893170"/>
                  </a:lnTo>
                  <a:lnTo>
                    <a:pt x="2303654" y="893099"/>
                  </a:lnTo>
                  <a:lnTo>
                    <a:pt x="2303703" y="892985"/>
                  </a:lnTo>
                  <a:lnTo>
                    <a:pt x="2303711" y="892967"/>
                  </a:lnTo>
                  <a:lnTo>
                    <a:pt x="2303740" y="892901"/>
                  </a:lnTo>
                  <a:lnTo>
                    <a:pt x="2303812" y="892821"/>
                  </a:lnTo>
                  <a:lnTo>
                    <a:pt x="2303823" y="892815"/>
                  </a:lnTo>
                  <a:lnTo>
                    <a:pt x="2303866" y="892791"/>
                  </a:lnTo>
                  <a:lnTo>
                    <a:pt x="2303975" y="892816"/>
                  </a:lnTo>
                  <a:lnTo>
                    <a:pt x="2304033" y="892830"/>
                  </a:lnTo>
                  <a:lnTo>
                    <a:pt x="2304384" y="892193"/>
                  </a:lnTo>
                  <a:lnTo>
                    <a:pt x="2304398" y="892162"/>
                  </a:lnTo>
                  <a:lnTo>
                    <a:pt x="2304467" y="892010"/>
                  </a:lnTo>
                  <a:lnTo>
                    <a:pt x="2304540" y="891852"/>
                  </a:lnTo>
                  <a:lnTo>
                    <a:pt x="2304623" y="891666"/>
                  </a:lnTo>
                  <a:lnTo>
                    <a:pt x="2304812" y="891239"/>
                  </a:lnTo>
                  <a:lnTo>
                    <a:pt x="2304973" y="890876"/>
                  </a:lnTo>
                  <a:lnTo>
                    <a:pt x="2304896" y="890456"/>
                  </a:lnTo>
                  <a:lnTo>
                    <a:pt x="2304847" y="890425"/>
                  </a:lnTo>
                  <a:lnTo>
                    <a:pt x="2305027" y="890094"/>
                  </a:lnTo>
                  <a:lnTo>
                    <a:pt x="2305048" y="890088"/>
                  </a:lnTo>
                  <a:lnTo>
                    <a:pt x="2305306" y="890009"/>
                  </a:lnTo>
                  <a:lnTo>
                    <a:pt x="2305371" y="889989"/>
                  </a:lnTo>
                  <a:lnTo>
                    <a:pt x="2305493" y="889952"/>
                  </a:lnTo>
                  <a:lnTo>
                    <a:pt x="2305923" y="890004"/>
                  </a:lnTo>
                  <a:lnTo>
                    <a:pt x="2306091" y="889859"/>
                  </a:lnTo>
                  <a:lnTo>
                    <a:pt x="2306099" y="889768"/>
                  </a:lnTo>
                  <a:lnTo>
                    <a:pt x="2306115" y="889582"/>
                  </a:lnTo>
                  <a:lnTo>
                    <a:pt x="2306123" y="889481"/>
                  </a:lnTo>
                  <a:lnTo>
                    <a:pt x="2306155" y="889440"/>
                  </a:lnTo>
                  <a:lnTo>
                    <a:pt x="2306319" y="889227"/>
                  </a:lnTo>
                  <a:lnTo>
                    <a:pt x="2306341" y="889198"/>
                  </a:lnTo>
                  <a:lnTo>
                    <a:pt x="2306377" y="889152"/>
                  </a:lnTo>
                  <a:lnTo>
                    <a:pt x="2306611" y="888879"/>
                  </a:lnTo>
                  <a:lnTo>
                    <a:pt x="2306890" y="888612"/>
                  </a:lnTo>
                  <a:lnTo>
                    <a:pt x="2307152" y="888456"/>
                  </a:lnTo>
                  <a:lnTo>
                    <a:pt x="2307272" y="888426"/>
                  </a:lnTo>
                  <a:lnTo>
                    <a:pt x="2307393" y="888395"/>
                  </a:lnTo>
                  <a:lnTo>
                    <a:pt x="2307412" y="888390"/>
                  </a:lnTo>
                  <a:lnTo>
                    <a:pt x="2307430" y="888386"/>
                  </a:lnTo>
                  <a:lnTo>
                    <a:pt x="2307442" y="888383"/>
                  </a:lnTo>
                  <a:lnTo>
                    <a:pt x="2307383" y="888297"/>
                  </a:lnTo>
                  <a:lnTo>
                    <a:pt x="2307313" y="888308"/>
                  </a:lnTo>
                  <a:lnTo>
                    <a:pt x="2307264" y="888329"/>
                  </a:lnTo>
                  <a:lnTo>
                    <a:pt x="2306958" y="888459"/>
                  </a:lnTo>
                  <a:lnTo>
                    <a:pt x="2306841" y="888533"/>
                  </a:lnTo>
                  <a:lnTo>
                    <a:pt x="2306692" y="888665"/>
                  </a:lnTo>
                  <a:lnTo>
                    <a:pt x="2306659" y="888694"/>
                  </a:lnTo>
                  <a:lnTo>
                    <a:pt x="2306365" y="888881"/>
                  </a:lnTo>
                  <a:lnTo>
                    <a:pt x="2306378" y="888724"/>
                  </a:lnTo>
                  <a:lnTo>
                    <a:pt x="2306394" y="888516"/>
                  </a:lnTo>
                  <a:lnTo>
                    <a:pt x="2306331" y="888350"/>
                  </a:lnTo>
                  <a:lnTo>
                    <a:pt x="2306274" y="888200"/>
                  </a:lnTo>
                  <a:lnTo>
                    <a:pt x="2306202" y="888009"/>
                  </a:lnTo>
                  <a:lnTo>
                    <a:pt x="2306168" y="887958"/>
                  </a:lnTo>
                  <a:lnTo>
                    <a:pt x="2306077" y="887872"/>
                  </a:lnTo>
                  <a:lnTo>
                    <a:pt x="2306048" y="887844"/>
                  </a:lnTo>
                  <a:lnTo>
                    <a:pt x="2305898" y="887702"/>
                  </a:lnTo>
                  <a:lnTo>
                    <a:pt x="2305858" y="887664"/>
                  </a:lnTo>
                  <a:lnTo>
                    <a:pt x="2305820" y="887628"/>
                  </a:lnTo>
                  <a:lnTo>
                    <a:pt x="2305777" y="887614"/>
                  </a:lnTo>
                  <a:lnTo>
                    <a:pt x="2305668" y="887621"/>
                  </a:lnTo>
                  <a:lnTo>
                    <a:pt x="2305452" y="887669"/>
                  </a:lnTo>
                  <a:lnTo>
                    <a:pt x="2305447" y="887690"/>
                  </a:lnTo>
                  <a:lnTo>
                    <a:pt x="2305507" y="887708"/>
                  </a:lnTo>
                  <a:lnTo>
                    <a:pt x="2305696" y="887688"/>
                  </a:lnTo>
                  <a:lnTo>
                    <a:pt x="2305806" y="887742"/>
                  </a:lnTo>
                  <a:lnTo>
                    <a:pt x="2305836" y="887775"/>
                  </a:lnTo>
                  <a:lnTo>
                    <a:pt x="2305989" y="887949"/>
                  </a:lnTo>
                  <a:lnTo>
                    <a:pt x="2306038" y="888069"/>
                  </a:lnTo>
                  <a:lnTo>
                    <a:pt x="2306120" y="888690"/>
                  </a:lnTo>
                  <a:lnTo>
                    <a:pt x="2306125" y="888733"/>
                  </a:lnTo>
                  <a:lnTo>
                    <a:pt x="2306032" y="888879"/>
                  </a:lnTo>
                  <a:lnTo>
                    <a:pt x="2305665" y="889081"/>
                  </a:lnTo>
                  <a:lnTo>
                    <a:pt x="2305665" y="889089"/>
                  </a:lnTo>
                  <a:lnTo>
                    <a:pt x="2305671" y="889201"/>
                  </a:lnTo>
                  <a:lnTo>
                    <a:pt x="2305680" y="889392"/>
                  </a:lnTo>
                  <a:lnTo>
                    <a:pt x="2305684" y="889463"/>
                  </a:lnTo>
                  <a:lnTo>
                    <a:pt x="2305270" y="889572"/>
                  </a:lnTo>
                  <a:lnTo>
                    <a:pt x="2305226" y="889577"/>
                  </a:lnTo>
                  <a:lnTo>
                    <a:pt x="2305002" y="889605"/>
                  </a:lnTo>
                  <a:lnTo>
                    <a:pt x="2304934" y="889626"/>
                  </a:lnTo>
                  <a:lnTo>
                    <a:pt x="2304367" y="889805"/>
                  </a:lnTo>
                  <a:lnTo>
                    <a:pt x="2304329" y="889839"/>
                  </a:lnTo>
                  <a:lnTo>
                    <a:pt x="2304295" y="889868"/>
                  </a:lnTo>
                  <a:lnTo>
                    <a:pt x="2304156" y="889991"/>
                  </a:lnTo>
                  <a:lnTo>
                    <a:pt x="2303915" y="890201"/>
                  </a:lnTo>
                  <a:lnTo>
                    <a:pt x="2303898" y="890217"/>
                  </a:lnTo>
                  <a:lnTo>
                    <a:pt x="2303890" y="890241"/>
                  </a:lnTo>
                  <a:lnTo>
                    <a:pt x="2303906" y="890287"/>
                  </a:lnTo>
                  <a:lnTo>
                    <a:pt x="2303943" y="890291"/>
                  </a:lnTo>
                  <a:lnTo>
                    <a:pt x="2303996" y="890297"/>
                  </a:lnTo>
                  <a:lnTo>
                    <a:pt x="2304035" y="890322"/>
                  </a:lnTo>
                  <a:lnTo>
                    <a:pt x="2304053" y="890373"/>
                  </a:lnTo>
                  <a:lnTo>
                    <a:pt x="2304047" y="890453"/>
                  </a:lnTo>
                  <a:lnTo>
                    <a:pt x="2304045" y="890484"/>
                  </a:lnTo>
                  <a:lnTo>
                    <a:pt x="2304024" y="890777"/>
                  </a:lnTo>
                  <a:lnTo>
                    <a:pt x="2303979" y="891124"/>
                  </a:lnTo>
                  <a:lnTo>
                    <a:pt x="2303965" y="891233"/>
                  </a:lnTo>
                  <a:lnTo>
                    <a:pt x="2303937" y="891242"/>
                  </a:lnTo>
                  <a:lnTo>
                    <a:pt x="2303699" y="891322"/>
                  </a:lnTo>
                  <a:lnTo>
                    <a:pt x="2303733" y="891987"/>
                  </a:lnTo>
                  <a:lnTo>
                    <a:pt x="2303585" y="892789"/>
                  </a:lnTo>
                  <a:lnTo>
                    <a:pt x="2303434" y="892975"/>
                  </a:lnTo>
                  <a:lnTo>
                    <a:pt x="2303386" y="893033"/>
                  </a:lnTo>
                  <a:lnTo>
                    <a:pt x="2303341" y="893073"/>
                  </a:lnTo>
                  <a:lnTo>
                    <a:pt x="2303247" y="893040"/>
                  </a:lnTo>
                  <a:lnTo>
                    <a:pt x="2303233" y="893035"/>
                  </a:lnTo>
                  <a:lnTo>
                    <a:pt x="2303214" y="893029"/>
                  </a:lnTo>
                  <a:lnTo>
                    <a:pt x="2302949" y="892936"/>
                  </a:lnTo>
                  <a:lnTo>
                    <a:pt x="2302868" y="892900"/>
                  </a:lnTo>
                  <a:lnTo>
                    <a:pt x="2302741" y="892843"/>
                  </a:lnTo>
                  <a:lnTo>
                    <a:pt x="2302633" y="892725"/>
                  </a:lnTo>
                  <a:lnTo>
                    <a:pt x="2302535" y="892662"/>
                  </a:lnTo>
                  <a:lnTo>
                    <a:pt x="2302440" y="892641"/>
                  </a:lnTo>
                  <a:lnTo>
                    <a:pt x="2302409" y="892634"/>
                  </a:lnTo>
                  <a:lnTo>
                    <a:pt x="2302332" y="892642"/>
                  </a:lnTo>
                  <a:lnTo>
                    <a:pt x="2302314" y="892644"/>
                  </a:lnTo>
                  <a:lnTo>
                    <a:pt x="2302300" y="892646"/>
                  </a:lnTo>
                  <a:lnTo>
                    <a:pt x="2302203" y="892657"/>
                  </a:lnTo>
                  <a:lnTo>
                    <a:pt x="2302155" y="892662"/>
                  </a:lnTo>
                  <a:lnTo>
                    <a:pt x="2301906" y="892690"/>
                  </a:lnTo>
                  <a:lnTo>
                    <a:pt x="2301798" y="892702"/>
                  </a:lnTo>
                  <a:lnTo>
                    <a:pt x="2301609" y="892723"/>
                  </a:lnTo>
                  <a:lnTo>
                    <a:pt x="2301560" y="892742"/>
                  </a:lnTo>
                  <a:lnTo>
                    <a:pt x="2301536" y="892751"/>
                  </a:lnTo>
                  <a:lnTo>
                    <a:pt x="2301415" y="892799"/>
                  </a:lnTo>
                  <a:lnTo>
                    <a:pt x="2301208" y="892921"/>
                  </a:lnTo>
                  <a:lnTo>
                    <a:pt x="2301146" y="892997"/>
                  </a:lnTo>
                  <a:lnTo>
                    <a:pt x="2300743" y="893700"/>
                  </a:lnTo>
                  <a:lnTo>
                    <a:pt x="2300742" y="893723"/>
                  </a:lnTo>
                  <a:lnTo>
                    <a:pt x="2300739" y="893891"/>
                  </a:lnTo>
                  <a:lnTo>
                    <a:pt x="2300739" y="893931"/>
                  </a:lnTo>
                  <a:lnTo>
                    <a:pt x="2300814" y="894127"/>
                  </a:lnTo>
                  <a:lnTo>
                    <a:pt x="2300891" y="894280"/>
                  </a:lnTo>
                  <a:lnTo>
                    <a:pt x="2300944" y="894385"/>
                  </a:lnTo>
                  <a:lnTo>
                    <a:pt x="2300737" y="894545"/>
                  </a:lnTo>
                  <a:lnTo>
                    <a:pt x="2300447" y="894572"/>
                  </a:lnTo>
                  <a:lnTo>
                    <a:pt x="2300155" y="894630"/>
                  </a:lnTo>
                  <a:lnTo>
                    <a:pt x="2299914" y="894714"/>
                  </a:lnTo>
                  <a:lnTo>
                    <a:pt x="2299767" y="894766"/>
                  </a:lnTo>
                  <a:lnTo>
                    <a:pt x="2299210" y="894960"/>
                  </a:lnTo>
                  <a:lnTo>
                    <a:pt x="2299090" y="895020"/>
                  </a:lnTo>
                  <a:lnTo>
                    <a:pt x="2298852" y="895140"/>
                  </a:lnTo>
                  <a:lnTo>
                    <a:pt x="2298673" y="895279"/>
                  </a:lnTo>
                  <a:lnTo>
                    <a:pt x="2298582" y="895390"/>
                  </a:lnTo>
                  <a:lnTo>
                    <a:pt x="2298492" y="895541"/>
                  </a:lnTo>
                  <a:lnTo>
                    <a:pt x="2298152" y="895357"/>
                  </a:lnTo>
                  <a:lnTo>
                    <a:pt x="2298057" y="895275"/>
                  </a:lnTo>
                  <a:lnTo>
                    <a:pt x="2297932" y="895167"/>
                  </a:lnTo>
                  <a:lnTo>
                    <a:pt x="2297934" y="895141"/>
                  </a:lnTo>
                  <a:lnTo>
                    <a:pt x="2297974" y="894704"/>
                  </a:lnTo>
                  <a:lnTo>
                    <a:pt x="2297984" y="894602"/>
                  </a:lnTo>
                  <a:lnTo>
                    <a:pt x="2298043" y="894563"/>
                  </a:lnTo>
                  <a:lnTo>
                    <a:pt x="2298092" y="894589"/>
                  </a:lnTo>
                  <a:lnTo>
                    <a:pt x="2298137" y="894591"/>
                  </a:lnTo>
                  <a:lnTo>
                    <a:pt x="2298197" y="894525"/>
                  </a:lnTo>
                  <a:lnTo>
                    <a:pt x="2298194" y="894507"/>
                  </a:lnTo>
                  <a:lnTo>
                    <a:pt x="2298062" y="893513"/>
                  </a:lnTo>
                  <a:lnTo>
                    <a:pt x="2297797" y="893115"/>
                  </a:lnTo>
                  <a:lnTo>
                    <a:pt x="2297475" y="892952"/>
                  </a:lnTo>
                  <a:lnTo>
                    <a:pt x="2297465" y="892934"/>
                  </a:lnTo>
                  <a:lnTo>
                    <a:pt x="2297438" y="892703"/>
                  </a:lnTo>
                  <a:lnTo>
                    <a:pt x="2297455" y="892697"/>
                  </a:lnTo>
                  <a:lnTo>
                    <a:pt x="2297584" y="892644"/>
                  </a:lnTo>
                  <a:lnTo>
                    <a:pt x="2297465" y="892081"/>
                  </a:lnTo>
                  <a:lnTo>
                    <a:pt x="2297226" y="891996"/>
                  </a:lnTo>
                  <a:lnTo>
                    <a:pt x="2297183" y="891981"/>
                  </a:lnTo>
                  <a:lnTo>
                    <a:pt x="2297150" y="891977"/>
                  </a:lnTo>
                  <a:lnTo>
                    <a:pt x="2296842" y="891937"/>
                  </a:lnTo>
                  <a:lnTo>
                    <a:pt x="2296616" y="891505"/>
                  </a:lnTo>
                  <a:lnTo>
                    <a:pt x="2296658" y="891226"/>
                  </a:lnTo>
                  <a:lnTo>
                    <a:pt x="2296693" y="890998"/>
                  </a:lnTo>
                  <a:lnTo>
                    <a:pt x="2296673" y="890807"/>
                  </a:lnTo>
                  <a:lnTo>
                    <a:pt x="2296651" y="890753"/>
                  </a:lnTo>
                  <a:lnTo>
                    <a:pt x="2296625" y="890754"/>
                  </a:lnTo>
                  <a:lnTo>
                    <a:pt x="2296560" y="890963"/>
                  </a:lnTo>
                  <a:lnTo>
                    <a:pt x="2296457" y="891298"/>
                  </a:lnTo>
                  <a:lnTo>
                    <a:pt x="2296426" y="891540"/>
                  </a:lnTo>
                  <a:lnTo>
                    <a:pt x="2296427" y="891580"/>
                  </a:lnTo>
                  <a:lnTo>
                    <a:pt x="2296557" y="891846"/>
                  </a:lnTo>
                  <a:lnTo>
                    <a:pt x="2296670" y="892165"/>
                  </a:lnTo>
                  <a:lnTo>
                    <a:pt x="2295519" y="892255"/>
                  </a:lnTo>
                  <a:lnTo>
                    <a:pt x="2295413" y="892029"/>
                  </a:lnTo>
                  <a:lnTo>
                    <a:pt x="2295373" y="891985"/>
                  </a:lnTo>
                  <a:lnTo>
                    <a:pt x="2295098" y="891684"/>
                  </a:lnTo>
                  <a:lnTo>
                    <a:pt x="2294860" y="891540"/>
                  </a:lnTo>
                  <a:lnTo>
                    <a:pt x="2294618" y="891442"/>
                  </a:lnTo>
                  <a:lnTo>
                    <a:pt x="2294576" y="891437"/>
                  </a:lnTo>
                  <a:lnTo>
                    <a:pt x="2294462" y="891423"/>
                  </a:lnTo>
                  <a:lnTo>
                    <a:pt x="2294431" y="891413"/>
                  </a:lnTo>
                  <a:lnTo>
                    <a:pt x="2294327" y="891381"/>
                  </a:lnTo>
                  <a:lnTo>
                    <a:pt x="2294186" y="891336"/>
                  </a:lnTo>
                  <a:lnTo>
                    <a:pt x="2294168" y="891195"/>
                  </a:lnTo>
                  <a:lnTo>
                    <a:pt x="2294138" y="890970"/>
                  </a:lnTo>
                  <a:lnTo>
                    <a:pt x="2294135" y="890942"/>
                  </a:lnTo>
                  <a:lnTo>
                    <a:pt x="2294040" y="890945"/>
                  </a:lnTo>
                  <a:lnTo>
                    <a:pt x="2294028" y="890957"/>
                  </a:lnTo>
                  <a:lnTo>
                    <a:pt x="2294000" y="890983"/>
                  </a:lnTo>
                  <a:lnTo>
                    <a:pt x="2293989" y="891077"/>
                  </a:lnTo>
                  <a:lnTo>
                    <a:pt x="2294095" y="891437"/>
                  </a:lnTo>
                  <a:lnTo>
                    <a:pt x="2294116" y="891508"/>
                  </a:lnTo>
                  <a:lnTo>
                    <a:pt x="2294519" y="891592"/>
                  </a:lnTo>
                  <a:lnTo>
                    <a:pt x="2294923" y="891860"/>
                  </a:lnTo>
                  <a:lnTo>
                    <a:pt x="2295130" y="891997"/>
                  </a:lnTo>
                  <a:lnTo>
                    <a:pt x="2295146" y="892008"/>
                  </a:lnTo>
                  <a:lnTo>
                    <a:pt x="2295167" y="892044"/>
                  </a:lnTo>
                  <a:lnTo>
                    <a:pt x="2295112" y="892299"/>
                  </a:lnTo>
                  <a:lnTo>
                    <a:pt x="2295084" y="892390"/>
                  </a:lnTo>
                  <a:lnTo>
                    <a:pt x="2294865" y="892281"/>
                  </a:lnTo>
                  <a:lnTo>
                    <a:pt x="2294855" y="892276"/>
                  </a:lnTo>
                  <a:lnTo>
                    <a:pt x="2294793" y="892332"/>
                  </a:lnTo>
                  <a:lnTo>
                    <a:pt x="2294709" y="892408"/>
                  </a:lnTo>
                  <a:lnTo>
                    <a:pt x="2294715" y="892410"/>
                  </a:lnTo>
                  <a:lnTo>
                    <a:pt x="2294852" y="892438"/>
                  </a:lnTo>
                  <a:lnTo>
                    <a:pt x="2295227" y="892648"/>
                  </a:lnTo>
                  <a:lnTo>
                    <a:pt x="2295266" y="892688"/>
                  </a:lnTo>
                  <a:lnTo>
                    <a:pt x="2295279" y="892701"/>
                  </a:lnTo>
                  <a:lnTo>
                    <a:pt x="2295287" y="892709"/>
                  </a:lnTo>
                  <a:lnTo>
                    <a:pt x="2295305" y="892727"/>
                  </a:lnTo>
                  <a:lnTo>
                    <a:pt x="2295280" y="892892"/>
                  </a:lnTo>
                  <a:lnTo>
                    <a:pt x="2295228" y="892946"/>
                  </a:lnTo>
                  <a:lnTo>
                    <a:pt x="2295157" y="893019"/>
                  </a:lnTo>
                  <a:lnTo>
                    <a:pt x="2295053" y="893127"/>
                  </a:lnTo>
                  <a:lnTo>
                    <a:pt x="2294942" y="893198"/>
                  </a:lnTo>
                  <a:lnTo>
                    <a:pt x="2294793" y="893268"/>
                  </a:lnTo>
                  <a:lnTo>
                    <a:pt x="2294570" y="893372"/>
                  </a:lnTo>
                  <a:lnTo>
                    <a:pt x="2294481" y="893414"/>
                  </a:lnTo>
                  <a:lnTo>
                    <a:pt x="2293830" y="893569"/>
                  </a:lnTo>
                  <a:lnTo>
                    <a:pt x="2293115" y="893739"/>
                  </a:lnTo>
                  <a:lnTo>
                    <a:pt x="2292784" y="893839"/>
                  </a:lnTo>
                  <a:lnTo>
                    <a:pt x="2292683" y="893870"/>
                  </a:lnTo>
                  <a:lnTo>
                    <a:pt x="2292576" y="893915"/>
                  </a:lnTo>
                  <a:lnTo>
                    <a:pt x="2292224" y="894062"/>
                  </a:lnTo>
                  <a:lnTo>
                    <a:pt x="2292137" y="894098"/>
                  </a:lnTo>
                  <a:lnTo>
                    <a:pt x="2291851" y="894218"/>
                  </a:lnTo>
                  <a:lnTo>
                    <a:pt x="2291543" y="894294"/>
                  </a:lnTo>
                  <a:lnTo>
                    <a:pt x="2291366" y="894338"/>
                  </a:lnTo>
                  <a:lnTo>
                    <a:pt x="2291186" y="894396"/>
                  </a:lnTo>
                  <a:lnTo>
                    <a:pt x="2291075" y="894432"/>
                  </a:lnTo>
                  <a:lnTo>
                    <a:pt x="2290569" y="894597"/>
                  </a:lnTo>
                  <a:lnTo>
                    <a:pt x="2290418" y="894646"/>
                  </a:lnTo>
                  <a:lnTo>
                    <a:pt x="2290312" y="894680"/>
                  </a:lnTo>
                  <a:lnTo>
                    <a:pt x="2290159" y="894746"/>
                  </a:lnTo>
                  <a:lnTo>
                    <a:pt x="2290102" y="894736"/>
                  </a:lnTo>
                  <a:lnTo>
                    <a:pt x="2290013" y="894719"/>
                  </a:lnTo>
                  <a:lnTo>
                    <a:pt x="2289961" y="894710"/>
                  </a:lnTo>
                  <a:lnTo>
                    <a:pt x="2289854" y="894812"/>
                  </a:lnTo>
                  <a:lnTo>
                    <a:pt x="2289542" y="895109"/>
                  </a:lnTo>
                  <a:lnTo>
                    <a:pt x="2289502" y="895146"/>
                  </a:lnTo>
                  <a:lnTo>
                    <a:pt x="2289410" y="895178"/>
                  </a:lnTo>
                  <a:lnTo>
                    <a:pt x="2289170" y="895230"/>
                  </a:lnTo>
                  <a:lnTo>
                    <a:pt x="2288898" y="895288"/>
                  </a:lnTo>
                  <a:lnTo>
                    <a:pt x="2288626" y="895346"/>
                  </a:lnTo>
                  <a:lnTo>
                    <a:pt x="2288265" y="895472"/>
                  </a:lnTo>
                  <a:lnTo>
                    <a:pt x="2288125" y="895521"/>
                  </a:lnTo>
                  <a:lnTo>
                    <a:pt x="2287817" y="895655"/>
                  </a:lnTo>
                  <a:lnTo>
                    <a:pt x="2287617" y="895781"/>
                  </a:lnTo>
                  <a:lnTo>
                    <a:pt x="2287510" y="895848"/>
                  </a:lnTo>
                  <a:lnTo>
                    <a:pt x="2287470" y="895872"/>
                  </a:lnTo>
                  <a:lnTo>
                    <a:pt x="2287447" y="895885"/>
                  </a:lnTo>
                  <a:lnTo>
                    <a:pt x="2287388" y="895918"/>
                  </a:lnTo>
                  <a:lnTo>
                    <a:pt x="2287036" y="895984"/>
                  </a:lnTo>
                  <a:lnTo>
                    <a:pt x="2286667" y="896081"/>
                  </a:lnTo>
                  <a:lnTo>
                    <a:pt x="2286065" y="896306"/>
                  </a:lnTo>
                  <a:lnTo>
                    <a:pt x="2285523" y="896535"/>
                  </a:lnTo>
                  <a:lnTo>
                    <a:pt x="2285442" y="896595"/>
                  </a:lnTo>
                  <a:lnTo>
                    <a:pt x="2285315" y="896689"/>
                  </a:lnTo>
                  <a:lnTo>
                    <a:pt x="2285237" y="896786"/>
                  </a:lnTo>
                  <a:lnTo>
                    <a:pt x="2284939" y="897311"/>
                  </a:lnTo>
                  <a:lnTo>
                    <a:pt x="2284856" y="897456"/>
                  </a:lnTo>
                  <a:lnTo>
                    <a:pt x="2284808" y="897557"/>
                  </a:lnTo>
                  <a:lnTo>
                    <a:pt x="2284716" y="897751"/>
                  </a:lnTo>
                  <a:lnTo>
                    <a:pt x="2284663" y="897863"/>
                  </a:lnTo>
                  <a:lnTo>
                    <a:pt x="2284658" y="897973"/>
                  </a:lnTo>
                  <a:lnTo>
                    <a:pt x="2284716" y="898081"/>
                  </a:lnTo>
                  <a:lnTo>
                    <a:pt x="2284787" y="898120"/>
                  </a:lnTo>
                  <a:lnTo>
                    <a:pt x="2284846" y="898091"/>
                  </a:lnTo>
                  <a:lnTo>
                    <a:pt x="2284891" y="898099"/>
                  </a:lnTo>
                  <a:lnTo>
                    <a:pt x="2284959" y="898186"/>
                  </a:lnTo>
                  <a:lnTo>
                    <a:pt x="2284956" y="898390"/>
                  </a:lnTo>
                  <a:lnTo>
                    <a:pt x="2284915" y="898573"/>
                  </a:lnTo>
                  <a:lnTo>
                    <a:pt x="2284869" y="898678"/>
                  </a:lnTo>
                  <a:lnTo>
                    <a:pt x="2284783" y="898696"/>
                  </a:lnTo>
                  <a:lnTo>
                    <a:pt x="2284742" y="898673"/>
                  </a:lnTo>
                  <a:lnTo>
                    <a:pt x="2284037" y="898941"/>
                  </a:lnTo>
                  <a:lnTo>
                    <a:pt x="2283953" y="898986"/>
                  </a:lnTo>
                  <a:lnTo>
                    <a:pt x="2283889" y="899043"/>
                  </a:lnTo>
                  <a:lnTo>
                    <a:pt x="2283773" y="899262"/>
                  </a:lnTo>
                  <a:lnTo>
                    <a:pt x="2283756" y="899330"/>
                  </a:lnTo>
                  <a:lnTo>
                    <a:pt x="2283762" y="899424"/>
                  </a:lnTo>
                  <a:lnTo>
                    <a:pt x="2283739" y="899461"/>
                  </a:lnTo>
                  <a:lnTo>
                    <a:pt x="2283600" y="899545"/>
                  </a:lnTo>
                  <a:lnTo>
                    <a:pt x="2283514" y="899597"/>
                  </a:lnTo>
                  <a:lnTo>
                    <a:pt x="2283469" y="899572"/>
                  </a:lnTo>
                  <a:lnTo>
                    <a:pt x="2283370" y="899380"/>
                  </a:lnTo>
                  <a:lnTo>
                    <a:pt x="2283367" y="899374"/>
                  </a:lnTo>
                  <a:lnTo>
                    <a:pt x="2283373" y="899341"/>
                  </a:lnTo>
                  <a:lnTo>
                    <a:pt x="2283409" y="899307"/>
                  </a:lnTo>
                  <a:lnTo>
                    <a:pt x="2283406" y="899275"/>
                  </a:lnTo>
                  <a:lnTo>
                    <a:pt x="2283202" y="899267"/>
                  </a:lnTo>
                  <a:lnTo>
                    <a:pt x="2283033" y="899309"/>
                  </a:lnTo>
                  <a:lnTo>
                    <a:pt x="2282866" y="899350"/>
                  </a:lnTo>
                  <a:lnTo>
                    <a:pt x="2282681" y="899479"/>
                  </a:lnTo>
                  <a:lnTo>
                    <a:pt x="2282474" y="899658"/>
                  </a:lnTo>
                  <a:lnTo>
                    <a:pt x="2282425" y="899699"/>
                  </a:lnTo>
                  <a:lnTo>
                    <a:pt x="2282282" y="899703"/>
                  </a:lnTo>
                  <a:lnTo>
                    <a:pt x="2281649" y="899643"/>
                  </a:lnTo>
                  <a:lnTo>
                    <a:pt x="2281342" y="899695"/>
                  </a:lnTo>
                  <a:lnTo>
                    <a:pt x="2281082" y="899739"/>
                  </a:lnTo>
                  <a:lnTo>
                    <a:pt x="2280655" y="899837"/>
                  </a:lnTo>
                  <a:lnTo>
                    <a:pt x="2280584" y="899871"/>
                  </a:lnTo>
                  <a:lnTo>
                    <a:pt x="2280401" y="899959"/>
                  </a:lnTo>
                  <a:lnTo>
                    <a:pt x="2279555" y="900365"/>
                  </a:lnTo>
                  <a:lnTo>
                    <a:pt x="2279313" y="900529"/>
                  </a:lnTo>
                  <a:lnTo>
                    <a:pt x="2279151" y="900732"/>
                  </a:lnTo>
                  <a:lnTo>
                    <a:pt x="2279130" y="900735"/>
                  </a:lnTo>
                  <a:lnTo>
                    <a:pt x="2279040" y="900602"/>
                  </a:lnTo>
                  <a:lnTo>
                    <a:pt x="2279032" y="900566"/>
                  </a:lnTo>
                  <a:lnTo>
                    <a:pt x="2278993" y="900391"/>
                  </a:lnTo>
                  <a:lnTo>
                    <a:pt x="2278959" y="900078"/>
                  </a:lnTo>
                  <a:lnTo>
                    <a:pt x="2278977" y="900042"/>
                  </a:lnTo>
                  <a:lnTo>
                    <a:pt x="2279162" y="899922"/>
                  </a:lnTo>
                  <a:lnTo>
                    <a:pt x="2279267" y="899875"/>
                  </a:lnTo>
                  <a:lnTo>
                    <a:pt x="2279449" y="899811"/>
                  </a:lnTo>
                  <a:lnTo>
                    <a:pt x="2279680" y="899752"/>
                  </a:lnTo>
                  <a:lnTo>
                    <a:pt x="2279822" y="899715"/>
                  </a:lnTo>
                  <a:lnTo>
                    <a:pt x="2280068" y="899578"/>
                  </a:lnTo>
                  <a:lnTo>
                    <a:pt x="2280156" y="899528"/>
                  </a:lnTo>
                  <a:lnTo>
                    <a:pt x="2280168" y="899475"/>
                  </a:lnTo>
                  <a:lnTo>
                    <a:pt x="2280191" y="899377"/>
                  </a:lnTo>
                  <a:lnTo>
                    <a:pt x="2279850" y="899465"/>
                  </a:lnTo>
                  <a:lnTo>
                    <a:pt x="2279655" y="899442"/>
                  </a:lnTo>
                  <a:lnTo>
                    <a:pt x="2279617" y="899438"/>
                  </a:lnTo>
                  <a:lnTo>
                    <a:pt x="2279406" y="899413"/>
                  </a:lnTo>
                  <a:lnTo>
                    <a:pt x="2279397" y="899412"/>
                  </a:lnTo>
                  <a:lnTo>
                    <a:pt x="2279339" y="899448"/>
                  </a:lnTo>
                  <a:lnTo>
                    <a:pt x="2279108" y="899591"/>
                  </a:lnTo>
                  <a:lnTo>
                    <a:pt x="2278837" y="899760"/>
                  </a:lnTo>
                  <a:lnTo>
                    <a:pt x="2278727" y="900110"/>
                  </a:lnTo>
                  <a:lnTo>
                    <a:pt x="2278739" y="900264"/>
                  </a:lnTo>
                  <a:lnTo>
                    <a:pt x="2278752" y="900435"/>
                  </a:lnTo>
                  <a:lnTo>
                    <a:pt x="2278789" y="900906"/>
                  </a:lnTo>
                  <a:lnTo>
                    <a:pt x="2278797" y="901015"/>
                  </a:lnTo>
                  <a:lnTo>
                    <a:pt x="2278752" y="901299"/>
                  </a:lnTo>
                  <a:lnTo>
                    <a:pt x="2278769" y="901500"/>
                  </a:lnTo>
                  <a:lnTo>
                    <a:pt x="2278793" y="901778"/>
                  </a:lnTo>
                  <a:lnTo>
                    <a:pt x="2278797" y="901827"/>
                  </a:lnTo>
                  <a:lnTo>
                    <a:pt x="2278798" y="901832"/>
                  </a:lnTo>
                  <a:lnTo>
                    <a:pt x="2278802" y="901882"/>
                  </a:lnTo>
                  <a:lnTo>
                    <a:pt x="2278813" y="902013"/>
                  </a:lnTo>
                  <a:lnTo>
                    <a:pt x="2278825" y="902054"/>
                  </a:lnTo>
                  <a:lnTo>
                    <a:pt x="2278919" y="902157"/>
                  </a:lnTo>
                  <a:lnTo>
                    <a:pt x="2278973" y="902283"/>
                  </a:lnTo>
                  <a:lnTo>
                    <a:pt x="2278994" y="902333"/>
                  </a:lnTo>
                  <a:lnTo>
                    <a:pt x="2278983" y="902379"/>
                  </a:lnTo>
                  <a:lnTo>
                    <a:pt x="2278950" y="902516"/>
                  </a:lnTo>
                  <a:lnTo>
                    <a:pt x="2278928" y="902602"/>
                  </a:lnTo>
                  <a:lnTo>
                    <a:pt x="2278858" y="902702"/>
                  </a:lnTo>
                  <a:lnTo>
                    <a:pt x="2278831" y="902791"/>
                  </a:lnTo>
                  <a:lnTo>
                    <a:pt x="2278879" y="903028"/>
                  </a:lnTo>
                  <a:lnTo>
                    <a:pt x="2278952" y="903051"/>
                  </a:lnTo>
                  <a:lnTo>
                    <a:pt x="2279053" y="903083"/>
                  </a:lnTo>
                  <a:lnTo>
                    <a:pt x="2279085" y="903092"/>
                  </a:lnTo>
                  <a:lnTo>
                    <a:pt x="2279145" y="903083"/>
                  </a:lnTo>
                  <a:lnTo>
                    <a:pt x="2279168" y="903095"/>
                  </a:lnTo>
                  <a:lnTo>
                    <a:pt x="2279296" y="903156"/>
                  </a:lnTo>
                  <a:lnTo>
                    <a:pt x="2279371" y="903222"/>
                  </a:lnTo>
                  <a:lnTo>
                    <a:pt x="2279380" y="903314"/>
                  </a:lnTo>
                  <a:lnTo>
                    <a:pt x="2279401" y="903546"/>
                  </a:lnTo>
                  <a:lnTo>
                    <a:pt x="2279396" y="903678"/>
                  </a:lnTo>
                  <a:lnTo>
                    <a:pt x="2279391" y="903803"/>
                  </a:lnTo>
                  <a:lnTo>
                    <a:pt x="2279499" y="904026"/>
                  </a:lnTo>
                  <a:lnTo>
                    <a:pt x="2279544" y="904078"/>
                  </a:lnTo>
                  <a:lnTo>
                    <a:pt x="2279559" y="904094"/>
                  </a:lnTo>
                  <a:lnTo>
                    <a:pt x="2279616" y="904159"/>
                  </a:lnTo>
                  <a:lnTo>
                    <a:pt x="2279704" y="904296"/>
                  </a:lnTo>
                  <a:lnTo>
                    <a:pt x="2279779" y="904415"/>
                  </a:lnTo>
                  <a:lnTo>
                    <a:pt x="2279629" y="904438"/>
                  </a:lnTo>
                  <a:lnTo>
                    <a:pt x="2279039" y="904532"/>
                  </a:lnTo>
                  <a:lnTo>
                    <a:pt x="2278882" y="904534"/>
                  </a:lnTo>
                  <a:lnTo>
                    <a:pt x="2278823" y="904491"/>
                  </a:lnTo>
                  <a:lnTo>
                    <a:pt x="2278814" y="904387"/>
                  </a:lnTo>
                  <a:lnTo>
                    <a:pt x="2278355" y="904271"/>
                  </a:lnTo>
                  <a:lnTo>
                    <a:pt x="2278254" y="904238"/>
                  </a:lnTo>
                  <a:lnTo>
                    <a:pt x="2277865" y="904112"/>
                  </a:lnTo>
                  <a:lnTo>
                    <a:pt x="2277736" y="904070"/>
                  </a:lnTo>
                  <a:lnTo>
                    <a:pt x="2277733" y="904041"/>
                  </a:lnTo>
                  <a:lnTo>
                    <a:pt x="2277719" y="903913"/>
                  </a:lnTo>
                  <a:lnTo>
                    <a:pt x="2277650" y="903264"/>
                  </a:lnTo>
                  <a:lnTo>
                    <a:pt x="2277684" y="902833"/>
                  </a:lnTo>
                  <a:lnTo>
                    <a:pt x="2277412" y="902813"/>
                  </a:lnTo>
                  <a:lnTo>
                    <a:pt x="2277352" y="902821"/>
                  </a:lnTo>
                  <a:lnTo>
                    <a:pt x="2277178" y="902844"/>
                  </a:lnTo>
                  <a:lnTo>
                    <a:pt x="2277158" y="902846"/>
                  </a:lnTo>
                  <a:lnTo>
                    <a:pt x="2276974" y="902973"/>
                  </a:lnTo>
                  <a:lnTo>
                    <a:pt x="2276987" y="903221"/>
                  </a:lnTo>
                  <a:lnTo>
                    <a:pt x="2276966" y="903245"/>
                  </a:lnTo>
                  <a:lnTo>
                    <a:pt x="2276946" y="903240"/>
                  </a:lnTo>
                  <a:lnTo>
                    <a:pt x="2276829" y="903209"/>
                  </a:lnTo>
                  <a:lnTo>
                    <a:pt x="2276787" y="903199"/>
                  </a:lnTo>
                  <a:lnTo>
                    <a:pt x="2276621" y="903156"/>
                  </a:lnTo>
                  <a:lnTo>
                    <a:pt x="2276594" y="903149"/>
                  </a:lnTo>
                  <a:lnTo>
                    <a:pt x="2276617" y="903063"/>
                  </a:lnTo>
                  <a:lnTo>
                    <a:pt x="2276658" y="902909"/>
                  </a:lnTo>
                  <a:lnTo>
                    <a:pt x="2276603" y="902884"/>
                  </a:lnTo>
                  <a:lnTo>
                    <a:pt x="2276473" y="902826"/>
                  </a:lnTo>
                  <a:lnTo>
                    <a:pt x="2275973" y="902798"/>
                  </a:lnTo>
                  <a:lnTo>
                    <a:pt x="2275649" y="902858"/>
                  </a:lnTo>
                  <a:lnTo>
                    <a:pt x="2275629" y="902861"/>
                  </a:lnTo>
                  <a:lnTo>
                    <a:pt x="2275374" y="902927"/>
                  </a:lnTo>
                  <a:lnTo>
                    <a:pt x="2275367" y="902954"/>
                  </a:lnTo>
                  <a:lnTo>
                    <a:pt x="2275360" y="902983"/>
                  </a:lnTo>
                  <a:lnTo>
                    <a:pt x="2275646" y="903207"/>
                  </a:lnTo>
                  <a:lnTo>
                    <a:pt x="2275704" y="903266"/>
                  </a:lnTo>
                  <a:lnTo>
                    <a:pt x="2275969" y="903533"/>
                  </a:lnTo>
                  <a:lnTo>
                    <a:pt x="2276262" y="904008"/>
                  </a:lnTo>
                  <a:lnTo>
                    <a:pt x="2276278" y="904096"/>
                  </a:lnTo>
                  <a:lnTo>
                    <a:pt x="2276260" y="904384"/>
                  </a:lnTo>
                  <a:lnTo>
                    <a:pt x="2276258" y="904416"/>
                  </a:lnTo>
                  <a:lnTo>
                    <a:pt x="2276119" y="904575"/>
                  </a:lnTo>
                  <a:lnTo>
                    <a:pt x="2276061" y="904609"/>
                  </a:lnTo>
                  <a:lnTo>
                    <a:pt x="2275825" y="904643"/>
                  </a:lnTo>
                  <a:lnTo>
                    <a:pt x="2275696" y="904636"/>
                  </a:lnTo>
                  <a:lnTo>
                    <a:pt x="2275239" y="904555"/>
                  </a:lnTo>
                  <a:lnTo>
                    <a:pt x="2275036" y="904519"/>
                  </a:lnTo>
                  <a:lnTo>
                    <a:pt x="2275008" y="904408"/>
                  </a:lnTo>
                  <a:lnTo>
                    <a:pt x="2275130" y="904247"/>
                  </a:lnTo>
                  <a:lnTo>
                    <a:pt x="2275258" y="903637"/>
                  </a:lnTo>
                  <a:lnTo>
                    <a:pt x="2274817" y="903549"/>
                  </a:lnTo>
                  <a:lnTo>
                    <a:pt x="2274744" y="903534"/>
                  </a:lnTo>
                  <a:lnTo>
                    <a:pt x="2274635" y="903524"/>
                  </a:lnTo>
                  <a:lnTo>
                    <a:pt x="2274262" y="903490"/>
                  </a:lnTo>
                  <a:lnTo>
                    <a:pt x="2273962" y="903433"/>
                  </a:lnTo>
                  <a:lnTo>
                    <a:pt x="2273973" y="903386"/>
                  </a:lnTo>
                  <a:lnTo>
                    <a:pt x="2273996" y="903295"/>
                  </a:lnTo>
                  <a:lnTo>
                    <a:pt x="2273974" y="903180"/>
                  </a:lnTo>
                  <a:lnTo>
                    <a:pt x="2273943" y="903140"/>
                  </a:lnTo>
                  <a:lnTo>
                    <a:pt x="2273881" y="903056"/>
                  </a:lnTo>
                  <a:lnTo>
                    <a:pt x="2273811" y="903044"/>
                  </a:lnTo>
                  <a:lnTo>
                    <a:pt x="2273709" y="903027"/>
                  </a:lnTo>
                  <a:lnTo>
                    <a:pt x="2273668" y="903020"/>
                  </a:lnTo>
                  <a:lnTo>
                    <a:pt x="2273462" y="903073"/>
                  </a:lnTo>
                  <a:lnTo>
                    <a:pt x="2273409" y="903087"/>
                  </a:lnTo>
                  <a:lnTo>
                    <a:pt x="2273377" y="903144"/>
                  </a:lnTo>
                  <a:lnTo>
                    <a:pt x="2273223" y="903107"/>
                  </a:lnTo>
                  <a:lnTo>
                    <a:pt x="2273150" y="903090"/>
                  </a:lnTo>
                  <a:lnTo>
                    <a:pt x="2273070" y="903043"/>
                  </a:lnTo>
                  <a:lnTo>
                    <a:pt x="2273052" y="903005"/>
                  </a:lnTo>
                  <a:lnTo>
                    <a:pt x="2273123" y="902805"/>
                  </a:lnTo>
                  <a:lnTo>
                    <a:pt x="2273197" y="902776"/>
                  </a:lnTo>
                  <a:lnTo>
                    <a:pt x="2273233" y="902735"/>
                  </a:lnTo>
                  <a:lnTo>
                    <a:pt x="2273204" y="902655"/>
                  </a:lnTo>
                  <a:lnTo>
                    <a:pt x="2273149" y="902605"/>
                  </a:lnTo>
                  <a:lnTo>
                    <a:pt x="2273080" y="902572"/>
                  </a:lnTo>
                  <a:lnTo>
                    <a:pt x="2272936" y="902501"/>
                  </a:lnTo>
                  <a:lnTo>
                    <a:pt x="2272841" y="902455"/>
                  </a:lnTo>
                  <a:lnTo>
                    <a:pt x="2272308" y="902522"/>
                  </a:lnTo>
                  <a:lnTo>
                    <a:pt x="2272162" y="902445"/>
                  </a:lnTo>
                  <a:lnTo>
                    <a:pt x="2272122" y="902424"/>
                  </a:lnTo>
                  <a:lnTo>
                    <a:pt x="2272021" y="902183"/>
                  </a:lnTo>
                  <a:lnTo>
                    <a:pt x="2272031" y="902075"/>
                  </a:lnTo>
                  <a:lnTo>
                    <a:pt x="2272067" y="901994"/>
                  </a:lnTo>
                  <a:lnTo>
                    <a:pt x="2272570" y="901605"/>
                  </a:lnTo>
                  <a:lnTo>
                    <a:pt x="2272762" y="901547"/>
                  </a:lnTo>
                  <a:lnTo>
                    <a:pt x="2272772" y="901545"/>
                  </a:lnTo>
                  <a:lnTo>
                    <a:pt x="2273039" y="901464"/>
                  </a:lnTo>
                  <a:lnTo>
                    <a:pt x="2273367" y="901365"/>
                  </a:lnTo>
                  <a:lnTo>
                    <a:pt x="2273408" y="901342"/>
                  </a:lnTo>
                  <a:lnTo>
                    <a:pt x="2273555" y="901256"/>
                  </a:lnTo>
                  <a:lnTo>
                    <a:pt x="2273993" y="901001"/>
                  </a:lnTo>
                  <a:lnTo>
                    <a:pt x="2274018" y="900987"/>
                  </a:lnTo>
                  <a:lnTo>
                    <a:pt x="2274088" y="900940"/>
                  </a:lnTo>
                  <a:lnTo>
                    <a:pt x="2274195" y="900869"/>
                  </a:lnTo>
                  <a:lnTo>
                    <a:pt x="2274448" y="900853"/>
                  </a:lnTo>
                  <a:lnTo>
                    <a:pt x="2274559" y="900846"/>
                  </a:lnTo>
                  <a:lnTo>
                    <a:pt x="2274805" y="900830"/>
                  </a:lnTo>
                  <a:lnTo>
                    <a:pt x="2274813" y="900944"/>
                  </a:lnTo>
                  <a:lnTo>
                    <a:pt x="2274814" y="900953"/>
                  </a:lnTo>
                  <a:lnTo>
                    <a:pt x="2275257" y="900952"/>
                  </a:lnTo>
                  <a:lnTo>
                    <a:pt x="2275482" y="900821"/>
                  </a:lnTo>
                  <a:lnTo>
                    <a:pt x="2275462" y="900765"/>
                  </a:lnTo>
                  <a:lnTo>
                    <a:pt x="2275408" y="900618"/>
                  </a:lnTo>
                  <a:lnTo>
                    <a:pt x="2275327" y="900606"/>
                  </a:lnTo>
                  <a:lnTo>
                    <a:pt x="2275313" y="900604"/>
                  </a:lnTo>
                  <a:lnTo>
                    <a:pt x="2275271" y="900459"/>
                  </a:lnTo>
                  <a:lnTo>
                    <a:pt x="2275598" y="900164"/>
                  </a:lnTo>
                  <a:lnTo>
                    <a:pt x="2275699" y="900073"/>
                  </a:lnTo>
                  <a:lnTo>
                    <a:pt x="2275860" y="900006"/>
                  </a:lnTo>
                  <a:lnTo>
                    <a:pt x="2276009" y="899943"/>
                  </a:lnTo>
                  <a:lnTo>
                    <a:pt x="2276145" y="899886"/>
                  </a:lnTo>
                  <a:lnTo>
                    <a:pt x="2276549" y="899541"/>
                  </a:lnTo>
                  <a:lnTo>
                    <a:pt x="2276546" y="898954"/>
                  </a:lnTo>
                  <a:lnTo>
                    <a:pt x="2276546" y="898774"/>
                  </a:lnTo>
                  <a:lnTo>
                    <a:pt x="2277100" y="898442"/>
                  </a:lnTo>
                  <a:lnTo>
                    <a:pt x="2277196" y="898409"/>
                  </a:lnTo>
                  <a:lnTo>
                    <a:pt x="2277554" y="898290"/>
                  </a:lnTo>
                  <a:lnTo>
                    <a:pt x="2277590" y="898294"/>
                  </a:lnTo>
                  <a:lnTo>
                    <a:pt x="2277642" y="898327"/>
                  </a:lnTo>
                  <a:lnTo>
                    <a:pt x="2277678" y="898383"/>
                  </a:lnTo>
                  <a:lnTo>
                    <a:pt x="2277856" y="898660"/>
                  </a:lnTo>
                  <a:lnTo>
                    <a:pt x="2278206" y="898520"/>
                  </a:lnTo>
                  <a:lnTo>
                    <a:pt x="2278423" y="898415"/>
                  </a:lnTo>
                  <a:lnTo>
                    <a:pt x="2278414" y="898363"/>
                  </a:lnTo>
                  <a:lnTo>
                    <a:pt x="2278216" y="898452"/>
                  </a:lnTo>
                  <a:lnTo>
                    <a:pt x="2278168" y="898490"/>
                  </a:lnTo>
                  <a:lnTo>
                    <a:pt x="2277986" y="898545"/>
                  </a:lnTo>
                  <a:lnTo>
                    <a:pt x="2277845" y="898541"/>
                  </a:lnTo>
                  <a:lnTo>
                    <a:pt x="2277626" y="898232"/>
                  </a:lnTo>
                  <a:lnTo>
                    <a:pt x="2277617" y="898232"/>
                  </a:lnTo>
                  <a:lnTo>
                    <a:pt x="2277560" y="898228"/>
                  </a:lnTo>
                  <a:lnTo>
                    <a:pt x="2277419" y="898250"/>
                  </a:lnTo>
                  <a:lnTo>
                    <a:pt x="2277337" y="898263"/>
                  </a:lnTo>
                  <a:lnTo>
                    <a:pt x="2277221" y="898307"/>
                  </a:lnTo>
                  <a:lnTo>
                    <a:pt x="2277163" y="898330"/>
                  </a:lnTo>
                  <a:lnTo>
                    <a:pt x="2276574" y="898556"/>
                  </a:lnTo>
                  <a:lnTo>
                    <a:pt x="2276569" y="898558"/>
                  </a:lnTo>
                  <a:lnTo>
                    <a:pt x="2276559" y="898561"/>
                  </a:lnTo>
                  <a:lnTo>
                    <a:pt x="2276514" y="898579"/>
                  </a:lnTo>
                  <a:lnTo>
                    <a:pt x="2276434" y="898609"/>
                  </a:lnTo>
                  <a:lnTo>
                    <a:pt x="2276378" y="898631"/>
                  </a:lnTo>
                  <a:lnTo>
                    <a:pt x="2276364" y="898638"/>
                  </a:lnTo>
                  <a:lnTo>
                    <a:pt x="2275695" y="898968"/>
                  </a:lnTo>
                  <a:lnTo>
                    <a:pt x="2275722" y="899161"/>
                  </a:lnTo>
                  <a:lnTo>
                    <a:pt x="2275208" y="899366"/>
                  </a:lnTo>
                  <a:lnTo>
                    <a:pt x="2275149" y="899390"/>
                  </a:lnTo>
                  <a:lnTo>
                    <a:pt x="2274627" y="899598"/>
                  </a:lnTo>
                  <a:lnTo>
                    <a:pt x="2274474" y="899659"/>
                  </a:lnTo>
                  <a:lnTo>
                    <a:pt x="2274284" y="899736"/>
                  </a:lnTo>
                  <a:lnTo>
                    <a:pt x="2273925" y="899960"/>
                  </a:lnTo>
                  <a:lnTo>
                    <a:pt x="2273788" y="900441"/>
                  </a:lnTo>
                  <a:lnTo>
                    <a:pt x="2273784" y="900456"/>
                  </a:lnTo>
                  <a:lnTo>
                    <a:pt x="2273723" y="900522"/>
                  </a:lnTo>
                  <a:lnTo>
                    <a:pt x="2273597" y="900590"/>
                  </a:lnTo>
                  <a:lnTo>
                    <a:pt x="2273295" y="900677"/>
                  </a:lnTo>
                  <a:lnTo>
                    <a:pt x="2273122" y="900727"/>
                  </a:lnTo>
                  <a:lnTo>
                    <a:pt x="2272796" y="900921"/>
                  </a:lnTo>
                  <a:lnTo>
                    <a:pt x="2272652" y="901007"/>
                  </a:lnTo>
                  <a:lnTo>
                    <a:pt x="2272599" y="901074"/>
                  </a:lnTo>
                  <a:lnTo>
                    <a:pt x="2272694" y="901226"/>
                  </a:lnTo>
                  <a:lnTo>
                    <a:pt x="2272417" y="901339"/>
                  </a:lnTo>
                  <a:lnTo>
                    <a:pt x="2272310" y="901353"/>
                  </a:lnTo>
                  <a:lnTo>
                    <a:pt x="2272263" y="901343"/>
                  </a:lnTo>
                  <a:lnTo>
                    <a:pt x="2272331" y="900985"/>
                  </a:lnTo>
                  <a:lnTo>
                    <a:pt x="2272390" y="900795"/>
                  </a:lnTo>
                  <a:lnTo>
                    <a:pt x="2272401" y="900651"/>
                  </a:lnTo>
                  <a:lnTo>
                    <a:pt x="2272390" y="900441"/>
                  </a:lnTo>
                  <a:lnTo>
                    <a:pt x="2272367" y="899989"/>
                  </a:lnTo>
                  <a:lnTo>
                    <a:pt x="2272204" y="899819"/>
                  </a:lnTo>
                  <a:lnTo>
                    <a:pt x="2271954" y="899742"/>
                  </a:lnTo>
                  <a:lnTo>
                    <a:pt x="2271809" y="899697"/>
                  </a:lnTo>
                  <a:lnTo>
                    <a:pt x="2271737" y="899728"/>
                  </a:lnTo>
                  <a:lnTo>
                    <a:pt x="2271548" y="899810"/>
                  </a:lnTo>
                  <a:lnTo>
                    <a:pt x="2271503" y="899856"/>
                  </a:lnTo>
                  <a:lnTo>
                    <a:pt x="2271378" y="899983"/>
                  </a:lnTo>
                  <a:lnTo>
                    <a:pt x="2271633" y="900303"/>
                  </a:lnTo>
                  <a:lnTo>
                    <a:pt x="2271853" y="900713"/>
                  </a:lnTo>
                  <a:lnTo>
                    <a:pt x="2271683" y="901063"/>
                  </a:lnTo>
                  <a:lnTo>
                    <a:pt x="2271617" y="901197"/>
                  </a:lnTo>
                  <a:lnTo>
                    <a:pt x="2271453" y="901825"/>
                  </a:lnTo>
                  <a:lnTo>
                    <a:pt x="2271526" y="902049"/>
                  </a:lnTo>
                  <a:lnTo>
                    <a:pt x="2271568" y="902181"/>
                  </a:lnTo>
                  <a:lnTo>
                    <a:pt x="2271684" y="902541"/>
                  </a:lnTo>
                  <a:lnTo>
                    <a:pt x="2271518" y="902576"/>
                  </a:lnTo>
                  <a:lnTo>
                    <a:pt x="2271316" y="902619"/>
                  </a:lnTo>
                  <a:lnTo>
                    <a:pt x="2271100" y="902702"/>
                  </a:lnTo>
                  <a:lnTo>
                    <a:pt x="2270739" y="902841"/>
                  </a:lnTo>
                  <a:lnTo>
                    <a:pt x="2270762" y="902883"/>
                  </a:lnTo>
                  <a:lnTo>
                    <a:pt x="2270766" y="902889"/>
                  </a:lnTo>
                  <a:lnTo>
                    <a:pt x="2270769" y="902894"/>
                  </a:lnTo>
                  <a:lnTo>
                    <a:pt x="2270800" y="902952"/>
                  </a:lnTo>
                  <a:lnTo>
                    <a:pt x="2270806" y="902961"/>
                  </a:lnTo>
                  <a:lnTo>
                    <a:pt x="2270818" y="902984"/>
                  </a:lnTo>
                  <a:lnTo>
                    <a:pt x="2270882" y="903039"/>
                  </a:lnTo>
                  <a:lnTo>
                    <a:pt x="2270843" y="903236"/>
                  </a:lnTo>
                  <a:lnTo>
                    <a:pt x="2270750" y="903349"/>
                  </a:lnTo>
                  <a:lnTo>
                    <a:pt x="2270510" y="903381"/>
                  </a:lnTo>
                  <a:lnTo>
                    <a:pt x="2270469" y="903387"/>
                  </a:lnTo>
                  <a:lnTo>
                    <a:pt x="2270428" y="903392"/>
                  </a:lnTo>
                  <a:lnTo>
                    <a:pt x="2270215" y="903358"/>
                  </a:lnTo>
                  <a:lnTo>
                    <a:pt x="2270177" y="903365"/>
                  </a:lnTo>
                  <a:lnTo>
                    <a:pt x="2270166" y="903367"/>
                  </a:lnTo>
                  <a:lnTo>
                    <a:pt x="2270128" y="903374"/>
                  </a:lnTo>
                  <a:lnTo>
                    <a:pt x="2269817" y="903430"/>
                  </a:lnTo>
                  <a:lnTo>
                    <a:pt x="2269701" y="903451"/>
                  </a:lnTo>
                  <a:lnTo>
                    <a:pt x="2269455" y="903495"/>
                  </a:lnTo>
                  <a:lnTo>
                    <a:pt x="2269304" y="903236"/>
                  </a:lnTo>
                  <a:lnTo>
                    <a:pt x="2269003" y="903116"/>
                  </a:lnTo>
                  <a:lnTo>
                    <a:pt x="2268895" y="903111"/>
                  </a:lnTo>
                  <a:lnTo>
                    <a:pt x="2268667" y="903099"/>
                  </a:lnTo>
                  <a:lnTo>
                    <a:pt x="2268520" y="903134"/>
                  </a:lnTo>
                  <a:lnTo>
                    <a:pt x="2268302" y="903248"/>
                  </a:lnTo>
                  <a:lnTo>
                    <a:pt x="2268144" y="903357"/>
                  </a:lnTo>
                  <a:lnTo>
                    <a:pt x="2267595" y="903841"/>
                  </a:lnTo>
                  <a:lnTo>
                    <a:pt x="2267254" y="904187"/>
                  </a:lnTo>
                  <a:lnTo>
                    <a:pt x="2267197" y="904294"/>
                  </a:lnTo>
                  <a:lnTo>
                    <a:pt x="2267122" y="904508"/>
                  </a:lnTo>
                  <a:lnTo>
                    <a:pt x="2267052" y="904830"/>
                  </a:lnTo>
                  <a:lnTo>
                    <a:pt x="2267055" y="905008"/>
                  </a:lnTo>
                  <a:lnTo>
                    <a:pt x="2267117" y="905296"/>
                  </a:lnTo>
                  <a:lnTo>
                    <a:pt x="2267139" y="905329"/>
                  </a:lnTo>
                  <a:lnTo>
                    <a:pt x="2267348" y="905450"/>
                  </a:lnTo>
                  <a:lnTo>
                    <a:pt x="2267359" y="905456"/>
                  </a:lnTo>
                  <a:lnTo>
                    <a:pt x="2267537" y="905243"/>
                  </a:lnTo>
                  <a:lnTo>
                    <a:pt x="2267587" y="905275"/>
                  </a:lnTo>
                  <a:lnTo>
                    <a:pt x="2268017" y="905556"/>
                  </a:lnTo>
                  <a:lnTo>
                    <a:pt x="2268025" y="905562"/>
                  </a:lnTo>
                  <a:lnTo>
                    <a:pt x="2268231" y="905696"/>
                  </a:lnTo>
                  <a:lnTo>
                    <a:pt x="2268209" y="905792"/>
                  </a:lnTo>
                  <a:lnTo>
                    <a:pt x="2267996" y="906001"/>
                  </a:lnTo>
                  <a:lnTo>
                    <a:pt x="2267981" y="906015"/>
                  </a:lnTo>
                  <a:lnTo>
                    <a:pt x="2267867" y="906128"/>
                  </a:lnTo>
                  <a:lnTo>
                    <a:pt x="2267853" y="906140"/>
                  </a:lnTo>
                  <a:lnTo>
                    <a:pt x="2267127" y="906295"/>
                  </a:lnTo>
                  <a:lnTo>
                    <a:pt x="2267070" y="906286"/>
                  </a:lnTo>
                  <a:lnTo>
                    <a:pt x="2267013" y="906253"/>
                  </a:lnTo>
                  <a:lnTo>
                    <a:pt x="2266846" y="905968"/>
                  </a:lnTo>
                  <a:lnTo>
                    <a:pt x="2266771" y="905840"/>
                  </a:lnTo>
                  <a:lnTo>
                    <a:pt x="2266906" y="905742"/>
                  </a:lnTo>
                  <a:lnTo>
                    <a:pt x="2266668" y="905577"/>
                  </a:lnTo>
                  <a:lnTo>
                    <a:pt x="2266453" y="905428"/>
                  </a:lnTo>
                  <a:lnTo>
                    <a:pt x="2266372" y="905414"/>
                  </a:lnTo>
                  <a:lnTo>
                    <a:pt x="2266139" y="905374"/>
                  </a:lnTo>
                  <a:lnTo>
                    <a:pt x="2265824" y="905321"/>
                  </a:lnTo>
                  <a:lnTo>
                    <a:pt x="2265322" y="905330"/>
                  </a:lnTo>
                  <a:lnTo>
                    <a:pt x="2264947" y="905402"/>
                  </a:lnTo>
                  <a:lnTo>
                    <a:pt x="2264534" y="905544"/>
                  </a:lnTo>
                  <a:lnTo>
                    <a:pt x="2264321" y="905656"/>
                  </a:lnTo>
                  <a:lnTo>
                    <a:pt x="2264163" y="905764"/>
                  </a:lnTo>
                  <a:lnTo>
                    <a:pt x="2264104" y="905805"/>
                  </a:lnTo>
                  <a:lnTo>
                    <a:pt x="2263950" y="905762"/>
                  </a:lnTo>
                  <a:lnTo>
                    <a:pt x="2263649" y="905679"/>
                  </a:lnTo>
                  <a:lnTo>
                    <a:pt x="2263473" y="905697"/>
                  </a:lnTo>
                  <a:lnTo>
                    <a:pt x="2263386" y="905706"/>
                  </a:lnTo>
                  <a:lnTo>
                    <a:pt x="2263301" y="905714"/>
                  </a:lnTo>
                  <a:lnTo>
                    <a:pt x="2262649" y="905927"/>
                  </a:lnTo>
                  <a:lnTo>
                    <a:pt x="2262639" y="905931"/>
                  </a:lnTo>
                  <a:lnTo>
                    <a:pt x="2262254" y="906089"/>
                  </a:lnTo>
                  <a:lnTo>
                    <a:pt x="2261707" y="906355"/>
                  </a:lnTo>
                  <a:lnTo>
                    <a:pt x="2261119" y="906667"/>
                  </a:lnTo>
                  <a:lnTo>
                    <a:pt x="2260911" y="906798"/>
                  </a:lnTo>
                  <a:lnTo>
                    <a:pt x="2260885" y="907972"/>
                  </a:lnTo>
                  <a:lnTo>
                    <a:pt x="2260568" y="908026"/>
                  </a:lnTo>
                  <a:lnTo>
                    <a:pt x="2260475" y="908042"/>
                  </a:lnTo>
                  <a:lnTo>
                    <a:pt x="2260479" y="907785"/>
                  </a:lnTo>
                  <a:lnTo>
                    <a:pt x="2260502" y="907681"/>
                  </a:lnTo>
                  <a:lnTo>
                    <a:pt x="2260518" y="907608"/>
                  </a:lnTo>
                  <a:lnTo>
                    <a:pt x="2260567" y="907386"/>
                  </a:lnTo>
                  <a:lnTo>
                    <a:pt x="2260564" y="907290"/>
                  </a:lnTo>
                  <a:lnTo>
                    <a:pt x="2260550" y="906900"/>
                  </a:lnTo>
                  <a:lnTo>
                    <a:pt x="2260536" y="906847"/>
                  </a:lnTo>
                  <a:lnTo>
                    <a:pt x="2260479" y="906782"/>
                  </a:lnTo>
                  <a:lnTo>
                    <a:pt x="2260237" y="906706"/>
                  </a:lnTo>
                  <a:lnTo>
                    <a:pt x="2259971" y="906694"/>
                  </a:lnTo>
                  <a:lnTo>
                    <a:pt x="2259851" y="906688"/>
                  </a:lnTo>
                  <a:lnTo>
                    <a:pt x="2259606" y="906723"/>
                  </a:lnTo>
                  <a:lnTo>
                    <a:pt x="2259179" y="906827"/>
                  </a:lnTo>
                  <a:lnTo>
                    <a:pt x="2258763" y="906988"/>
                  </a:lnTo>
                  <a:lnTo>
                    <a:pt x="2258511" y="907108"/>
                  </a:lnTo>
                  <a:lnTo>
                    <a:pt x="2258073" y="907316"/>
                  </a:lnTo>
                  <a:lnTo>
                    <a:pt x="2257709" y="907561"/>
                  </a:lnTo>
                  <a:lnTo>
                    <a:pt x="2257632" y="907613"/>
                  </a:lnTo>
                  <a:lnTo>
                    <a:pt x="2257417" y="907685"/>
                  </a:lnTo>
                  <a:lnTo>
                    <a:pt x="2256965" y="907871"/>
                  </a:lnTo>
                  <a:lnTo>
                    <a:pt x="2256910" y="907894"/>
                  </a:lnTo>
                  <a:lnTo>
                    <a:pt x="2256393" y="908157"/>
                  </a:lnTo>
                  <a:lnTo>
                    <a:pt x="2256004" y="908391"/>
                  </a:lnTo>
                  <a:lnTo>
                    <a:pt x="2255424" y="908780"/>
                  </a:lnTo>
                  <a:lnTo>
                    <a:pt x="2254695" y="909355"/>
                  </a:lnTo>
                  <a:lnTo>
                    <a:pt x="2254519" y="909538"/>
                  </a:lnTo>
                  <a:lnTo>
                    <a:pt x="2254400" y="909689"/>
                  </a:lnTo>
                  <a:lnTo>
                    <a:pt x="2254222" y="909915"/>
                  </a:lnTo>
                  <a:lnTo>
                    <a:pt x="2254184" y="909964"/>
                  </a:lnTo>
                  <a:lnTo>
                    <a:pt x="2253985" y="910179"/>
                  </a:lnTo>
                  <a:lnTo>
                    <a:pt x="2253723" y="910237"/>
                  </a:lnTo>
                  <a:lnTo>
                    <a:pt x="2253549" y="910383"/>
                  </a:lnTo>
                  <a:lnTo>
                    <a:pt x="2253402" y="910506"/>
                  </a:lnTo>
                  <a:lnTo>
                    <a:pt x="2253278" y="910646"/>
                  </a:lnTo>
                  <a:lnTo>
                    <a:pt x="2253214" y="910648"/>
                  </a:lnTo>
                  <a:lnTo>
                    <a:pt x="2253120" y="910652"/>
                  </a:lnTo>
                  <a:lnTo>
                    <a:pt x="2252968" y="910657"/>
                  </a:lnTo>
                  <a:lnTo>
                    <a:pt x="2252898" y="910660"/>
                  </a:lnTo>
                  <a:lnTo>
                    <a:pt x="2252684" y="910725"/>
                  </a:lnTo>
                  <a:lnTo>
                    <a:pt x="2252534" y="910818"/>
                  </a:lnTo>
                  <a:lnTo>
                    <a:pt x="2252291" y="910904"/>
                  </a:lnTo>
                  <a:lnTo>
                    <a:pt x="2252087" y="910926"/>
                  </a:lnTo>
                  <a:lnTo>
                    <a:pt x="2251759" y="910915"/>
                  </a:lnTo>
                  <a:lnTo>
                    <a:pt x="2251704" y="910874"/>
                  </a:lnTo>
                  <a:lnTo>
                    <a:pt x="2251691" y="910830"/>
                  </a:lnTo>
                  <a:lnTo>
                    <a:pt x="2251719" y="910809"/>
                  </a:lnTo>
                  <a:lnTo>
                    <a:pt x="2251791" y="910474"/>
                  </a:lnTo>
                  <a:lnTo>
                    <a:pt x="2251864" y="910137"/>
                  </a:lnTo>
                  <a:lnTo>
                    <a:pt x="2251845" y="909926"/>
                  </a:lnTo>
                  <a:lnTo>
                    <a:pt x="2251705" y="909826"/>
                  </a:lnTo>
                  <a:lnTo>
                    <a:pt x="2251685" y="909832"/>
                  </a:lnTo>
                  <a:lnTo>
                    <a:pt x="2251668" y="909838"/>
                  </a:lnTo>
                  <a:lnTo>
                    <a:pt x="2251632" y="909849"/>
                  </a:lnTo>
                  <a:lnTo>
                    <a:pt x="2251629" y="909859"/>
                  </a:lnTo>
                  <a:lnTo>
                    <a:pt x="2251474" y="910348"/>
                  </a:lnTo>
                  <a:lnTo>
                    <a:pt x="2251302" y="911001"/>
                  </a:lnTo>
                  <a:lnTo>
                    <a:pt x="2251300" y="911012"/>
                  </a:lnTo>
                  <a:lnTo>
                    <a:pt x="2251263" y="911231"/>
                  </a:lnTo>
                  <a:lnTo>
                    <a:pt x="2251241" y="911570"/>
                  </a:lnTo>
                  <a:lnTo>
                    <a:pt x="2251236" y="911641"/>
                  </a:lnTo>
                  <a:lnTo>
                    <a:pt x="2251224" y="911824"/>
                  </a:lnTo>
                  <a:lnTo>
                    <a:pt x="2251232" y="911877"/>
                  </a:lnTo>
                  <a:lnTo>
                    <a:pt x="2251266" y="912112"/>
                  </a:lnTo>
                  <a:lnTo>
                    <a:pt x="2251189" y="912215"/>
                  </a:lnTo>
                  <a:lnTo>
                    <a:pt x="2251148" y="912270"/>
                  </a:lnTo>
                  <a:lnTo>
                    <a:pt x="2251120" y="912308"/>
                  </a:lnTo>
                  <a:lnTo>
                    <a:pt x="2251088" y="912350"/>
                  </a:lnTo>
                  <a:lnTo>
                    <a:pt x="2251065" y="912349"/>
                  </a:lnTo>
                  <a:lnTo>
                    <a:pt x="2251000" y="912345"/>
                  </a:lnTo>
                  <a:lnTo>
                    <a:pt x="2250888" y="912340"/>
                  </a:lnTo>
                  <a:lnTo>
                    <a:pt x="2250704" y="912371"/>
                  </a:lnTo>
                  <a:lnTo>
                    <a:pt x="2250584" y="912433"/>
                  </a:lnTo>
                  <a:lnTo>
                    <a:pt x="2250295" y="912685"/>
                  </a:lnTo>
                  <a:lnTo>
                    <a:pt x="2249998" y="912880"/>
                  </a:lnTo>
                  <a:lnTo>
                    <a:pt x="2249957" y="912906"/>
                  </a:lnTo>
                  <a:lnTo>
                    <a:pt x="2249921" y="912909"/>
                  </a:lnTo>
                  <a:lnTo>
                    <a:pt x="2249896" y="912911"/>
                  </a:lnTo>
                  <a:lnTo>
                    <a:pt x="2249889" y="912853"/>
                  </a:lnTo>
                  <a:lnTo>
                    <a:pt x="2249886" y="912823"/>
                  </a:lnTo>
                  <a:lnTo>
                    <a:pt x="2249607" y="912651"/>
                  </a:lnTo>
                  <a:lnTo>
                    <a:pt x="2249089" y="912624"/>
                  </a:lnTo>
                  <a:lnTo>
                    <a:pt x="2249078" y="912624"/>
                  </a:lnTo>
                  <a:lnTo>
                    <a:pt x="2248960" y="912670"/>
                  </a:lnTo>
                  <a:lnTo>
                    <a:pt x="2248950" y="912674"/>
                  </a:lnTo>
                  <a:lnTo>
                    <a:pt x="2248944" y="912676"/>
                  </a:lnTo>
                  <a:lnTo>
                    <a:pt x="2248920" y="912685"/>
                  </a:lnTo>
                  <a:lnTo>
                    <a:pt x="2248914" y="912691"/>
                  </a:lnTo>
                  <a:lnTo>
                    <a:pt x="2248923" y="912742"/>
                  </a:lnTo>
                  <a:lnTo>
                    <a:pt x="2248926" y="912755"/>
                  </a:lnTo>
                  <a:lnTo>
                    <a:pt x="2248938" y="912814"/>
                  </a:lnTo>
                  <a:lnTo>
                    <a:pt x="2248942" y="912833"/>
                  </a:lnTo>
                  <a:lnTo>
                    <a:pt x="2248951" y="912879"/>
                  </a:lnTo>
                  <a:lnTo>
                    <a:pt x="2248952" y="912943"/>
                  </a:lnTo>
                  <a:lnTo>
                    <a:pt x="2248943" y="912947"/>
                  </a:lnTo>
                  <a:lnTo>
                    <a:pt x="2248937" y="912949"/>
                  </a:lnTo>
                  <a:lnTo>
                    <a:pt x="2248904" y="912963"/>
                  </a:lnTo>
                  <a:lnTo>
                    <a:pt x="2248883" y="912972"/>
                  </a:lnTo>
                  <a:lnTo>
                    <a:pt x="2248456" y="913029"/>
                  </a:lnTo>
                  <a:lnTo>
                    <a:pt x="2248372" y="913032"/>
                  </a:lnTo>
                  <a:lnTo>
                    <a:pt x="2248067" y="913040"/>
                  </a:lnTo>
                  <a:lnTo>
                    <a:pt x="2247924" y="913044"/>
                  </a:lnTo>
                  <a:lnTo>
                    <a:pt x="2247775" y="912948"/>
                  </a:lnTo>
                  <a:lnTo>
                    <a:pt x="2247603" y="912838"/>
                  </a:lnTo>
                  <a:lnTo>
                    <a:pt x="2247373" y="912494"/>
                  </a:lnTo>
                  <a:lnTo>
                    <a:pt x="2247296" y="912527"/>
                  </a:lnTo>
                  <a:lnTo>
                    <a:pt x="2247224" y="912558"/>
                  </a:lnTo>
                  <a:lnTo>
                    <a:pt x="2247049" y="913010"/>
                  </a:lnTo>
                  <a:lnTo>
                    <a:pt x="2246821" y="912897"/>
                  </a:lnTo>
                  <a:lnTo>
                    <a:pt x="2246805" y="912520"/>
                  </a:lnTo>
                  <a:lnTo>
                    <a:pt x="2246489" y="912443"/>
                  </a:lnTo>
                  <a:lnTo>
                    <a:pt x="2246335" y="912405"/>
                  </a:lnTo>
                  <a:lnTo>
                    <a:pt x="2246319" y="912398"/>
                  </a:lnTo>
                  <a:lnTo>
                    <a:pt x="2245978" y="912263"/>
                  </a:lnTo>
                  <a:lnTo>
                    <a:pt x="2245965" y="912015"/>
                  </a:lnTo>
                  <a:lnTo>
                    <a:pt x="2245958" y="911880"/>
                  </a:lnTo>
                  <a:lnTo>
                    <a:pt x="2245942" y="911589"/>
                  </a:lnTo>
                  <a:lnTo>
                    <a:pt x="2245971" y="911360"/>
                  </a:lnTo>
                  <a:lnTo>
                    <a:pt x="2246032" y="911115"/>
                  </a:lnTo>
                  <a:lnTo>
                    <a:pt x="2246145" y="910782"/>
                  </a:lnTo>
                  <a:lnTo>
                    <a:pt x="2246382" y="910462"/>
                  </a:lnTo>
                  <a:lnTo>
                    <a:pt x="2246393" y="910451"/>
                  </a:lnTo>
                  <a:lnTo>
                    <a:pt x="2246494" y="910355"/>
                  </a:lnTo>
                  <a:lnTo>
                    <a:pt x="2246754" y="910188"/>
                  </a:lnTo>
                  <a:lnTo>
                    <a:pt x="2246511" y="910141"/>
                  </a:lnTo>
                  <a:lnTo>
                    <a:pt x="2246444" y="910163"/>
                  </a:lnTo>
                  <a:lnTo>
                    <a:pt x="2246048" y="910554"/>
                  </a:lnTo>
                  <a:lnTo>
                    <a:pt x="2246011" y="910603"/>
                  </a:lnTo>
                  <a:lnTo>
                    <a:pt x="2245992" y="910629"/>
                  </a:lnTo>
                  <a:lnTo>
                    <a:pt x="2245848" y="910821"/>
                  </a:lnTo>
                  <a:lnTo>
                    <a:pt x="2245658" y="910939"/>
                  </a:lnTo>
                  <a:lnTo>
                    <a:pt x="2245276" y="910313"/>
                  </a:lnTo>
                  <a:lnTo>
                    <a:pt x="2245223" y="910324"/>
                  </a:lnTo>
                  <a:lnTo>
                    <a:pt x="2245082" y="910354"/>
                  </a:lnTo>
                  <a:lnTo>
                    <a:pt x="2244888" y="910356"/>
                  </a:lnTo>
                  <a:lnTo>
                    <a:pt x="2244581" y="910313"/>
                  </a:lnTo>
                  <a:lnTo>
                    <a:pt x="2244561" y="910255"/>
                  </a:lnTo>
                  <a:lnTo>
                    <a:pt x="2244526" y="910160"/>
                  </a:lnTo>
                  <a:lnTo>
                    <a:pt x="2244524" y="910154"/>
                  </a:lnTo>
                  <a:lnTo>
                    <a:pt x="2244551" y="909912"/>
                  </a:lnTo>
                  <a:lnTo>
                    <a:pt x="2244560" y="909832"/>
                  </a:lnTo>
                  <a:lnTo>
                    <a:pt x="2244579" y="909667"/>
                  </a:lnTo>
                  <a:lnTo>
                    <a:pt x="2244571" y="909633"/>
                  </a:lnTo>
                  <a:lnTo>
                    <a:pt x="2244542" y="909522"/>
                  </a:lnTo>
                  <a:lnTo>
                    <a:pt x="2244524" y="909454"/>
                  </a:lnTo>
                  <a:lnTo>
                    <a:pt x="2244468" y="909238"/>
                  </a:lnTo>
                  <a:lnTo>
                    <a:pt x="2244458" y="909174"/>
                  </a:lnTo>
                  <a:lnTo>
                    <a:pt x="2244444" y="909084"/>
                  </a:lnTo>
                  <a:lnTo>
                    <a:pt x="2244366" y="908585"/>
                  </a:lnTo>
                  <a:lnTo>
                    <a:pt x="2244351" y="908593"/>
                  </a:lnTo>
                  <a:lnTo>
                    <a:pt x="2244340" y="908599"/>
                  </a:lnTo>
                  <a:lnTo>
                    <a:pt x="2244266" y="908679"/>
                  </a:lnTo>
                  <a:lnTo>
                    <a:pt x="2244302" y="909089"/>
                  </a:lnTo>
                  <a:lnTo>
                    <a:pt x="2244314" y="909225"/>
                  </a:lnTo>
                  <a:lnTo>
                    <a:pt x="2244337" y="909487"/>
                  </a:lnTo>
                  <a:lnTo>
                    <a:pt x="2244353" y="909759"/>
                  </a:lnTo>
                  <a:lnTo>
                    <a:pt x="2244339" y="909915"/>
                  </a:lnTo>
                  <a:lnTo>
                    <a:pt x="2244237" y="910246"/>
                  </a:lnTo>
                  <a:lnTo>
                    <a:pt x="2244104" y="910524"/>
                  </a:lnTo>
                  <a:lnTo>
                    <a:pt x="2244096" y="910542"/>
                  </a:lnTo>
                  <a:lnTo>
                    <a:pt x="2244062" y="910523"/>
                  </a:lnTo>
                  <a:lnTo>
                    <a:pt x="2243901" y="910437"/>
                  </a:lnTo>
                  <a:lnTo>
                    <a:pt x="2243795" y="910381"/>
                  </a:lnTo>
                  <a:lnTo>
                    <a:pt x="2243771" y="910247"/>
                  </a:lnTo>
                  <a:lnTo>
                    <a:pt x="2243637" y="909926"/>
                  </a:lnTo>
                  <a:lnTo>
                    <a:pt x="2243438" y="909665"/>
                  </a:lnTo>
                  <a:lnTo>
                    <a:pt x="2243367" y="909501"/>
                  </a:lnTo>
                  <a:lnTo>
                    <a:pt x="2243216" y="908989"/>
                  </a:lnTo>
                  <a:lnTo>
                    <a:pt x="2243204" y="908946"/>
                  </a:lnTo>
                  <a:lnTo>
                    <a:pt x="2243078" y="908848"/>
                  </a:lnTo>
                  <a:lnTo>
                    <a:pt x="2242994" y="908871"/>
                  </a:lnTo>
                  <a:lnTo>
                    <a:pt x="2242560" y="908989"/>
                  </a:lnTo>
                  <a:lnTo>
                    <a:pt x="2242505" y="908989"/>
                  </a:lnTo>
                  <a:lnTo>
                    <a:pt x="2242487" y="909039"/>
                  </a:lnTo>
                  <a:lnTo>
                    <a:pt x="2242905" y="909849"/>
                  </a:lnTo>
                  <a:lnTo>
                    <a:pt x="2243175" y="910145"/>
                  </a:lnTo>
                  <a:lnTo>
                    <a:pt x="2243168" y="910238"/>
                  </a:lnTo>
                  <a:lnTo>
                    <a:pt x="2243141" y="910257"/>
                  </a:lnTo>
                  <a:lnTo>
                    <a:pt x="2242980" y="910277"/>
                  </a:lnTo>
                  <a:lnTo>
                    <a:pt x="2242697" y="910312"/>
                  </a:lnTo>
                  <a:lnTo>
                    <a:pt x="2242421" y="910486"/>
                  </a:lnTo>
                  <a:lnTo>
                    <a:pt x="2242178" y="910566"/>
                  </a:lnTo>
                  <a:lnTo>
                    <a:pt x="2241924" y="910650"/>
                  </a:lnTo>
                  <a:lnTo>
                    <a:pt x="2241770" y="910701"/>
                  </a:lnTo>
                  <a:lnTo>
                    <a:pt x="2241932" y="910852"/>
                  </a:lnTo>
                  <a:lnTo>
                    <a:pt x="2241865" y="910960"/>
                  </a:lnTo>
                  <a:lnTo>
                    <a:pt x="2241739" y="911012"/>
                  </a:lnTo>
                  <a:lnTo>
                    <a:pt x="2241239" y="911156"/>
                  </a:lnTo>
                  <a:lnTo>
                    <a:pt x="2240979" y="911262"/>
                  </a:lnTo>
                  <a:lnTo>
                    <a:pt x="2240700" y="911406"/>
                  </a:lnTo>
                  <a:lnTo>
                    <a:pt x="2240443" y="911435"/>
                  </a:lnTo>
                  <a:lnTo>
                    <a:pt x="2240211" y="911356"/>
                  </a:lnTo>
                  <a:lnTo>
                    <a:pt x="2240137" y="911332"/>
                  </a:lnTo>
                  <a:lnTo>
                    <a:pt x="2239852" y="911236"/>
                  </a:lnTo>
                  <a:lnTo>
                    <a:pt x="2239799" y="911171"/>
                  </a:lnTo>
                  <a:lnTo>
                    <a:pt x="2239727" y="911001"/>
                  </a:lnTo>
                  <a:lnTo>
                    <a:pt x="2239711" y="910925"/>
                  </a:lnTo>
                  <a:lnTo>
                    <a:pt x="2239694" y="910841"/>
                  </a:lnTo>
                  <a:lnTo>
                    <a:pt x="2239702" y="910769"/>
                  </a:lnTo>
                  <a:lnTo>
                    <a:pt x="2239687" y="910693"/>
                  </a:lnTo>
                  <a:lnTo>
                    <a:pt x="2239616" y="910605"/>
                  </a:lnTo>
                  <a:lnTo>
                    <a:pt x="2239424" y="910464"/>
                  </a:lnTo>
                  <a:lnTo>
                    <a:pt x="2239024" y="910243"/>
                  </a:lnTo>
                  <a:lnTo>
                    <a:pt x="2238975" y="910295"/>
                  </a:lnTo>
                  <a:lnTo>
                    <a:pt x="2238942" y="910331"/>
                  </a:lnTo>
                  <a:lnTo>
                    <a:pt x="2238912" y="910363"/>
                  </a:lnTo>
                  <a:lnTo>
                    <a:pt x="2238889" y="910387"/>
                  </a:lnTo>
                  <a:lnTo>
                    <a:pt x="2238859" y="910419"/>
                  </a:lnTo>
                  <a:lnTo>
                    <a:pt x="2238884" y="910430"/>
                  </a:lnTo>
                  <a:lnTo>
                    <a:pt x="2238962" y="910466"/>
                  </a:lnTo>
                  <a:lnTo>
                    <a:pt x="2239092" y="910526"/>
                  </a:lnTo>
                  <a:lnTo>
                    <a:pt x="2239097" y="910527"/>
                  </a:lnTo>
                  <a:lnTo>
                    <a:pt x="2239196" y="910543"/>
                  </a:lnTo>
                  <a:lnTo>
                    <a:pt x="2239327" y="910565"/>
                  </a:lnTo>
                  <a:lnTo>
                    <a:pt x="2239452" y="910606"/>
                  </a:lnTo>
                  <a:lnTo>
                    <a:pt x="2239487" y="910664"/>
                  </a:lnTo>
                  <a:lnTo>
                    <a:pt x="2239490" y="910883"/>
                  </a:lnTo>
                  <a:lnTo>
                    <a:pt x="2239510" y="911005"/>
                  </a:lnTo>
                  <a:lnTo>
                    <a:pt x="2239561" y="911180"/>
                  </a:lnTo>
                  <a:lnTo>
                    <a:pt x="2239591" y="911240"/>
                  </a:lnTo>
                  <a:lnTo>
                    <a:pt x="2239627" y="911315"/>
                  </a:lnTo>
                  <a:lnTo>
                    <a:pt x="2240143" y="911611"/>
                  </a:lnTo>
                  <a:lnTo>
                    <a:pt x="2240177" y="911694"/>
                  </a:lnTo>
                  <a:lnTo>
                    <a:pt x="2240186" y="911803"/>
                  </a:lnTo>
                  <a:lnTo>
                    <a:pt x="2240145" y="912136"/>
                  </a:lnTo>
                  <a:lnTo>
                    <a:pt x="2240031" y="912223"/>
                  </a:lnTo>
                  <a:lnTo>
                    <a:pt x="2240023" y="912226"/>
                  </a:lnTo>
                  <a:lnTo>
                    <a:pt x="2239889" y="912273"/>
                  </a:lnTo>
                  <a:lnTo>
                    <a:pt x="2239840" y="912291"/>
                  </a:lnTo>
                  <a:lnTo>
                    <a:pt x="2239330" y="912433"/>
                  </a:lnTo>
                  <a:lnTo>
                    <a:pt x="2239212" y="912451"/>
                  </a:lnTo>
                  <a:lnTo>
                    <a:pt x="2238972" y="912435"/>
                  </a:lnTo>
                  <a:lnTo>
                    <a:pt x="2238916" y="912435"/>
                  </a:lnTo>
                  <a:lnTo>
                    <a:pt x="2238430" y="912434"/>
                  </a:lnTo>
                  <a:lnTo>
                    <a:pt x="2238353" y="912465"/>
                  </a:lnTo>
                  <a:lnTo>
                    <a:pt x="2238299" y="912509"/>
                  </a:lnTo>
                  <a:lnTo>
                    <a:pt x="2238278" y="912526"/>
                  </a:lnTo>
                  <a:lnTo>
                    <a:pt x="2238334" y="912539"/>
                  </a:lnTo>
                  <a:lnTo>
                    <a:pt x="2238435" y="912534"/>
                  </a:lnTo>
                  <a:lnTo>
                    <a:pt x="2238444" y="912534"/>
                  </a:lnTo>
                  <a:lnTo>
                    <a:pt x="2238459" y="912533"/>
                  </a:lnTo>
                  <a:lnTo>
                    <a:pt x="2238681" y="912522"/>
                  </a:lnTo>
                  <a:lnTo>
                    <a:pt x="2239028" y="912505"/>
                  </a:lnTo>
                  <a:lnTo>
                    <a:pt x="2239117" y="912500"/>
                  </a:lnTo>
                  <a:lnTo>
                    <a:pt x="2239603" y="912566"/>
                  </a:lnTo>
                  <a:lnTo>
                    <a:pt x="2239677" y="912576"/>
                  </a:lnTo>
                  <a:lnTo>
                    <a:pt x="2239739" y="912577"/>
                  </a:lnTo>
                  <a:lnTo>
                    <a:pt x="2239836" y="912578"/>
                  </a:lnTo>
                  <a:lnTo>
                    <a:pt x="2239930" y="912580"/>
                  </a:lnTo>
                  <a:lnTo>
                    <a:pt x="2240462" y="912267"/>
                  </a:lnTo>
                  <a:lnTo>
                    <a:pt x="2240634" y="911982"/>
                  </a:lnTo>
                  <a:lnTo>
                    <a:pt x="2240820" y="911884"/>
                  </a:lnTo>
                  <a:lnTo>
                    <a:pt x="2241012" y="911782"/>
                  </a:lnTo>
                  <a:lnTo>
                    <a:pt x="2241710" y="911453"/>
                  </a:lnTo>
                  <a:lnTo>
                    <a:pt x="2242004" y="911226"/>
                  </a:lnTo>
                  <a:lnTo>
                    <a:pt x="2242156" y="911203"/>
                  </a:lnTo>
                  <a:lnTo>
                    <a:pt x="2242232" y="911209"/>
                  </a:lnTo>
                  <a:lnTo>
                    <a:pt x="2242354" y="911245"/>
                  </a:lnTo>
                  <a:lnTo>
                    <a:pt x="2242495" y="911402"/>
                  </a:lnTo>
                  <a:lnTo>
                    <a:pt x="2242530" y="911441"/>
                  </a:lnTo>
                  <a:lnTo>
                    <a:pt x="2242595" y="911513"/>
                  </a:lnTo>
                  <a:lnTo>
                    <a:pt x="2242742" y="911600"/>
                  </a:lnTo>
                  <a:lnTo>
                    <a:pt x="2242947" y="911653"/>
                  </a:lnTo>
                  <a:lnTo>
                    <a:pt x="2243028" y="911674"/>
                  </a:lnTo>
                  <a:lnTo>
                    <a:pt x="2243129" y="911700"/>
                  </a:lnTo>
                  <a:lnTo>
                    <a:pt x="2243405" y="911723"/>
                  </a:lnTo>
                  <a:lnTo>
                    <a:pt x="2243416" y="911724"/>
                  </a:lnTo>
                  <a:lnTo>
                    <a:pt x="2243550" y="911779"/>
                  </a:lnTo>
                  <a:lnTo>
                    <a:pt x="2243651" y="912037"/>
                  </a:lnTo>
                  <a:lnTo>
                    <a:pt x="2243695" y="912221"/>
                  </a:lnTo>
                  <a:lnTo>
                    <a:pt x="2243653" y="912236"/>
                  </a:lnTo>
                  <a:lnTo>
                    <a:pt x="2243702" y="912425"/>
                  </a:lnTo>
                  <a:lnTo>
                    <a:pt x="2243809" y="912733"/>
                  </a:lnTo>
                  <a:lnTo>
                    <a:pt x="2243836" y="912810"/>
                  </a:lnTo>
                  <a:lnTo>
                    <a:pt x="2244077" y="913503"/>
                  </a:lnTo>
                  <a:lnTo>
                    <a:pt x="2244293" y="913413"/>
                  </a:lnTo>
                  <a:lnTo>
                    <a:pt x="2244499" y="913271"/>
                  </a:lnTo>
                  <a:lnTo>
                    <a:pt x="2244571" y="913448"/>
                  </a:lnTo>
                  <a:lnTo>
                    <a:pt x="2244551" y="913749"/>
                  </a:lnTo>
                  <a:lnTo>
                    <a:pt x="2244605" y="913846"/>
                  </a:lnTo>
                  <a:lnTo>
                    <a:pt x="2244773" y="913766"/>
                  </a:lnTo>
                  <a:lnTo>
                    <a:pt x="2244800" y="913753"/>
                  </a:lnTo>
                  <a:lnTo>
                    <a:pt x="2245290" y="913442"/>
                  </a:lnTo>
                  <a:lnTo>
                    <a:pt x="2245382" y="913368"/>
                  </a:lnTo>
                  <a:lnTo>
                    <a:pt x="2245420" y="913381"/>
                  </a:lnTo>
                  <a:lnTo>
                    <a:pt x="2245511" y="913411"/>
                  </a:lnTo>
                  <a:lnTo>
                    <a:pt x="2245625" y="913525"/>
                  </a:lnTo>
                  <a:lnTo>
                    <a:pt x="2245671" y="913636"/>
                  </a:lnTo>
                  <a:lnTo>
                    <a:pt x="2245723" y="913763"/>
                  </a:lnTo>
                  <a:lnTo>
                    <a:pt x="2245843" y="913779"/>
                  </a:lnTo>
                  <a:lnTo>
                    <a:pt x="2246014" y="913802"/>
                  </a:lnTo>
                  <a:lnTo>
                    <a:pt x="2247059" y="913943"/>
                  </a:lnTo>
                  <a:lnTo>
                    <a:pt x="2247244" y="913930"/>
                  </a:lnTo>
                  <a:lnTo>
                    <a:pt x="2247297" y="913926"/>
                  </a:lnTo>
                  <a:lnTo>
                    <a:pt x="2247813" y="914317"/>
                  </a:lnTo>
                  <a:lnTo>
                    <a:pt x="2247884" y="914371"/>
                  </a:lnTo>
                  <a:lnTo>
                    <a:pt x="2247961" y="914463"/>
                  </a:lnTo>
                  <a:lnTo>
                    <a:pt x="2248050" y="914571"/>
                  </a:lnTo>
                  <a:lnTo>
                    <a:pt x="2248070" y="914630"/>
                  </a:lnTo>
                  <a:lnTo>
                    <a:pt x="2248122" y="914785"/>
                  </a:lnTo>
                  <a:lnTo>
                    <a:pt x="2248099" y="914904"/>
                  </a:lnTo>
                  <a:lnTo>
                    <a:pt x="2248090" y="914953"/>
                  </a:lnTo>
                  <a:lnTo>
                    <a:pt x="2248056" y="915130"/>
                  </a:lnTo>
                  <a:lnTo>
                    <a:pt x="2248030" y="915155"/>
                  </a:lnTo>
                  <a:lnTo>
                    <a:pt x="2247851" y="915329"/>
                  </a:lnTo>
                  <a:lnTo>
                    <a:pt x="2247671" y="915503"/>
                  </a:lnTo>
                  <a:lnTo>
                    <a:pt x="2247490" y="915745"/>
                  </a:lnTo>
                  <a:lnTo>
                    <a:pt x="2247479" y="915759"/>
                  </a:lnTo>
                  <a:lnTo>
                    <a:pt x="2247278" y="916029"/>
                  </a:lnTo>
                  <a:lnTo>
                    <a:pt x="2247215" y="916137"/>
                  </a:lnTo>
                  <a:lnTo>
                    <a:pt x="2247033" y="916520"/>
                  </a:lnTo>
                  <a:lnTo>
                    <a:pt x="2247025" y="916536"/>
                  </a:lnTo>
                  <a:lnTo>
                    <a:pt x="2246964" y="916664"/>
                  </a:lnTo>
                  <a:lnTo>
                    <a:pt x="2246966" y="916896"/>
                  </a:lnTo>
                  <a:lnTo>
                    <a:pt x="2246967" y="917113"/>
                  </a:lnTo>
                  <a:lnTo>
                    <a:pt x="2246983" y="917198"/>
                  </a:lnTo>
                  <a:lnTo>
                    <a:pt x="2246787" y="917381"/>
                  </a:lnTo>
                  <a:lnTo>
                    <a:pt x="2246716" y="917378"/>
                  </a:lnTo>
                  <a:lnTo>
                    <a:pt x="2246657" y="917375"/>
                  </a:lnTo>
                  <a:lnTo>
                    <a:pt x="2246591" y="917464"/>
                  </a:lnTo>
                  <a:lnTo>
                    <a:pt x="2246595" y="917579"/>
                  </a:lnTo>
                  <a:lnTo>
                    <a:pt x="2246633" y="917762"/>
                  </a:lnTo>
                  <a:lnTo>
                    <a:pt x="2246939" y="918199"/>
                  </a:lnTo>
                  <a:lnTo>
                    <a:pt x="2246997" y="918243"/>
                  </a:lnTo>
                  <a:lnTo>
                    <a:pt x="2247034" y="918242"/>
                  </a:lnTo>
                  <a:lnTo>
                    <a:pt x="2247126" y="918231"/>
                  </a:lnTo>
                  <a:lnTo>
                    <a:pt x="2247135" y="918196"/>
                  </a:lnTo>
                  <a:lnTo>
                    <a:pt x="2247198" y="918186"/>
                  </a:lnTo>
                  <a:lnTo>
                    <a:pt x="2247227" y="918219"/>
                  </a:lnTo>
                  <a:lnTo>
                    <a:pt x="2247351" y="918364"/>
                  </a:lnTo>
                  <a:lnTo>
                    <a:pt x="2247353" y="918377"/>
                  </a:lnTo>
                  <a:lnTo>
                    <a:pt x="2247365" y="918462"/>
                  </a:lnTo>
                  <a:lnTo>
                    <a:pt x="2247394" y="918662"/>
                  </a:lnTo>
                  <a:lnTo>
                    <a:pt x="2247324" y="918819"/>
                  </a:lnTo>
                  <a:lnTo>
                    <a:pt x="2247289" y="918856"/>
                  </a:lnTo>
                  <a:lnTo>
                    <a:pt x="2247241" y="918801"/>
                  </a:lnTo>
                  <a:lnTo>
                    <a:pt x="2247050" y="918936"/>
                  </a:lnTo>
                  <a:lnTo>
                    <a:pt x="2246826" y="919094"/>
                  </a:lnTo>
                  <a:lnTo>
                    <a:pt x="2246669" y="919205"/>
                  </a:lnTo>
                  <a:lnTo>
                    <a:pt x="2246613" y="919305"/>
                  </a:lnTo>
                  <a:lnTo>
                    <a:pt x="2246582" y="919436"/>
                  </a:lnTo>
                  <a:lnTo>
                    <a:pt x="2246586" y="919482"/>
                  </a:lnTo>
                  <a:lnTo>
                    <a:pt x="2246633" y="919566"/>
                  </a:lnTo>
                  <a:lnTo>
                    <a:pt x="2246636" y="919675"/>
                  </a:lnTo>
                  <a:lnTo>
                    <a:pt x="2246485" y="919752"/>
                  </a:lnTo>
                  <a:lnTo>
                    <a:pt x="2246400" y="919796"/>
                  </a:lnTo>
                  <a:lnTo>
                    <a:pt x="2246358" y="919782"/>
                  </a:lnTo>
                  <a:lnTo>
                    <a:pt x="2246248" y="919746"/>
                  </a:lnTo>
                  <a:lnTo>
                    <a:pt x="2246022" y="919509"/>
                  </a:lnTo>
                  <a:lnTo>
                    <a:pt x="2245750" y="919519"/>
                  </a:lnTo>
                  <a:lnTo>
                    <a:pt x="2245679" y="919522"/>
                  </a:lnTo>
                  <a:lnTo>
                    <a:pt x="2245103" y="919544"/>
                  </a:lnTo>
                  <a:lnTo>
                    <a:pt x="2244907" y="919503"/>
                  </a:lnTo>
                  <a:lnTo>
                    <a:pt x="2244789" y="919548"/>
                  </a:lnTo>
                  <a:lnTo>
                    <a:pt x="2244779" y="919551"/>
                  </a:lnTo>
                  <a:lnTo>
                    <a:pt x="2244577" y="920265"/>
                  </a:lnTo>
                  <a:lnTo>
                    <a:pt x="2244573" y="920281"/>
                  </a:lnTo>
                  <a:lnTo>
                    <a:pt x="2244591" y="920296"/>
                  </a:lnTo>
                  <a:lnTo>
                    <a:pt x="2244691" y="920382"/>
                  </a:lnTo>
                  <a:lnTo>
                    <a:pt x="2244848" y="920518"/>
                  </a:lnTo>
                  <a:lnTo>
                    <a:pt x="2244952" y="920628"/>
                  </a:lnTo>
                  <a:lnTo>
                    <a:pt x="2245074" y="920927"/>
                  </a:lnTo>
                  <a:lnTo>
                    <a:pt x="2245150" y="921350"/>
                  </a:lnTo>
                  <a:lnTo>
                    <a:pt x="2245149" y="921382"/>
                  </a:lnTo>
                  <a:lnTo>
                    <a:pt x="2245147" y="921656"/>
                  </a:lnTo>
                  <a:lnTo>
                    <a:pt x="2244802" y="921829"/>
                  </a:lnTo>
                  <a:lnTo>
                    <a:pt x="2244490" y="922013"/>
                  </a:lnTo>
                  <a:lnTo>
                    <a:pt x="2244373" y="922145"/>
                  </a:lnTo>
                  <a:lnTo>
                    <a:pt x="2244136" y="922411"/>
                  </a:lnTo>
                  <a:lnTo>
                    <a:pt x="2243984" y="922582"/>
                  </a:lnTo>
                  <a:lnTo>
                    <a:pt x="2243926" y="922712"/>
                  </a:lnTo>
                  <a:lnTo>
                    <a:pt x="2243720" y="923165"/>
                  </a:lnTo>
                  <a:lnTo>
                    <a:pt x="2243752" y="923203"/>
                  </a:lnTo>
                  <a:lnTo>
                    <a:pt x="2243922" y="923406"/>
                  </a:lnTo>
                  <a:lnTo>
                    <a:pt x="2244018" y="923440"/>
                  </a:lnTo>
                  <a:lnTo>
                    <a:pt x="2244048" y="923469"/>
                  </a:lnTo>
                  <a:lnTo>
                    <a:pt x="2244095" y="923585"/>
                  </a:lnTo>
                  <a:lnTo>
                    <a:pt x="2244025" y="923722"/>
                  </a:lnTo>
                  <a:lnTo>
                    <a:pt x="2243906" y="923837"/>
                  </a:lnTo>
                  <a:lnTo>
                    <a:pt x="2243717" y="923829"/>
                  </a:lnTo>
                  <a:lnTo>
                    <a:pt x="2243508" y="923820"/>
                  </a:lnTo>
                  <a:lnTo>
                    <a:pt x="2243507" y="924099"/>
                  </a:lnTo>
                  <a:lnTo>
                    <a:pt x="2243375" y="924147"/>
                  </a:lnTo>
                  <a:lnTo>
                    <a:pt x="2243369" y="924144"/>
                  </a:lnTo>
                  <a:lnTo>
                    <a:pt x="2243308" y="924121"/>
                  </a:lnTo>
                  <a:lnTo>
                    <a:pt x="2243308" y="924043"/>
                  </a:lnTo>
                  <a:lnTo>
                    <a:pt x="2243308" y="923891"/>
                  </a:lnTo>
                  <a:lnTo>
                    <a:pt x="2243097" y="923669"/>
                  </a:lnTo>
                  <a:lnTo>
                    <a:pt x="2243028" y="923627"/>
                  </a:lnTo>
                  <a:lnTo>
                    <a:pt x="2242942" y="923620"/>
                  </a:lnTo>
                  <a:lnTo>
                    <a:pt x="2242798" y="923671"/>
                  </a:lnTo>
                  <a:lnTo>
                    <a:pt x="2242794" y="923685"/>
                  </a:lnTo>
                  <a:lnTo>
                    <a:pt x="2242774" y="923750"/>
                  </a:lnTo>
                  <a:lnTo>
                    <a:pt x="2242714" y="923747"/>
                  </a:lnTo>
                  <a:lnTo>
                    <a:pt x="2242403" y="923563"/>
                  </a:lnTo>
                  <a:lnTo>
                    <a:pt x="2242384" y="923552"/>
                  </a:lnTo>
                  <a:lnTo>
                    <a:pt x="2242366" y="923526"/>
                  </a:lnTo>
                  <a:lnTo>
                    <a:pt x="2242239" y="923348"/>
                  </a:lnTo>
                  <a:lnTo>
                    <a:pt x="2242244" y="923331"/>
                  </a:lnTo>
                  <a:lnTo>
                    <a:pt x="2242328" y="923293"/>
                  </a:lnTo>
                  <a:lnTo>
                    <a:pt x="2242357" y="923226"/>
                  </a:lnTo>
                  <a:lnTo>
                    <a:pt x="2242360" y="923103"/>
                  </a:lnTo>
                  <a:lnTo>
                    <a:pt x="2242368" y="922803"/>
                  </a:lnTo>
                  <a:lnTo>
                    <a:pt x="2242325" y="922700"/>
                  </a:lnTo>
                  <a:lnTo>
                    <a:pt x="2242349" y="922300"/>
                  </a:lnTo>
                  <a:lnTo>
                    <a:pt x="2242444" y="922170"/>
                  </a:lnTo>
                  <a:lnTo>
                    <a:pt x="2242695" y="921825"/>
                  </a:lnTo>
                  <a:lnTo>
                    <a:pt x="2242724" y="921753"/>
                  </a:lnTo>
                  <a:lnTo>
                    <a:pt x="2242724" y="921673"/>
                  </a:lnTo>
                  <a:lnTo>
                    <a:pt x="2242670" y="921451"/>
                  </a:lnTo>
                  <a:lnTo>
                    <a:pt x="2242642" y="921389"/>
                  </a:lnTo>
                  <a:lnTo>
                    <a:pt x="2242634" y="921372"/>
                  </a:lnTo>
                  <a:lnTo>
                    <a:pt x="2242599" y="921294"/>
                  </a:lnTo>
                  <a:lnTo>
                    <a:pt x="2242360" y="921040"/>
                  </a:lnTo>
                  <a:lnTo>
                    <a:pt x="2242267" y="920973"/>
                  </a:lnTo>
                  <a:lnTo>
                    <a:pt x="2242093" y="920847"/>
                  </a:lnTo>
                  <a:lnTo>
                    <a:pt x="2241985" y="920822"/>
                  </a:lnTo>
                  <a:lnTo>
                    <a:pt x="2241893" y="920768"/>
                  </a:lnTo>
                  <a:lnTo>
                    <a:pt x="2241710" y="920663"/>
                  </a:lnTo>
                  <a:lnTo>
                    <a:pt x="2241593" y="920537"/>
                  </a:lnTo>
                  <a:lnTo>
                    <a:pt x="2241687" y="920105"/>
                  </a:lnTo>
                  <a:lnTo>
                    <a:pt x="2241888" y="919710"/>
                  </a:lnTo>
                  <a:lnTo>
                    <a:pt x="2241866" y="919644"/>
                  </a:lnTo>
                  <a:lnTo>
                    <a:pt x="2241732" y="919237"/>
                  </a:lnTo>
                  <a:lnTo>
                    <a:pt x="2241726" y="919219"/>
                  </a:lnTo>
                  <a:lnTo>
                    <a:pt x="2241698" y="919168"/>
                  </a:lnTo>
                  <a:lnTo>
                    <a:pt x="2241675" y="919125"/>
                  </a:lnTo>
                  <a:lnTo>
                    <a:pt x="2241522" y="919018"/>
                  </a:lnTo>
                  <a:lnTo>
                    <a:pt x="2241466" y="918997"/>
                  </a:lnTo>
                  <a:lnTo>
                    <a:pt x="2241009" y="918820"/>
                  </a:lnTo>
                  <a:lnTo>
                    <a:pt x="2240814" y="918745"/>
                  </a:lnTo>
                  <a:lnTo>
                    <a:pt x="2240537" y="918686"/>
                  </a:lnTo>
                  <a:lnTo>
                    <a:pt x="2240515" y="918700"/>
                  </a:lnTo>
                  <a:lnTo>
                    <a:pt x="2240489" y="918718"/>
                  </a:lnTo>
                  <a:lnTo>
                    <a:pt x="2240500" y="918928"/>
                  </a:lnTo>
                  <a:lnTo>
                    <a:pt x="2240492" y="918944"/>
                  </a:lnTo>
                  <a:lnTo>
                    <a:pt x="2240454" y="918953"/>
                  </a:lnTo>
                  <a:lnTo>
                    <a:pt x="2239581" y="919017"/>
                  </a:lnTo>
                  <a:lnTo>
                    <a:pt x="2237760" y="919153"/>
                  </a:lnTo>
                  <a:lnTo>
                    <a:pt x="2237737" y="919139"/>
                  </a:lnTo>
                  <a:lnTo>
                    <a:pt x="2237189" y="919288"/>
                  </a:lnTo>
                  <a:lnTo>
                    <a:pt x="2237186" y="919316"/>
                  </a:lnTo>
                  <a:lnTo>
                    <a:pt x="2237167" y="919505"/>
                  </a:lnTo>
                  <a:lnTo>
                    <a:pt x="2237164" y="919541"/>
                  </a:lnTo>
                  <a:lnTo>
                    <a:pt x="2237161" y="919568"/>
                  </a:lnTo>
                  <a:lnTo>
                    <a:pt x="2237228" y="919610"/>
                  </a:lnTo>
                  <a:lnTo>
                    <a:pt x="2237269" y="919608"/>
                  </a:lnTo>
                  <a:lnTo>
                    <a:pt x="2237452" y="919601"/>
                  </a:lnTo>
                  <a:lnTo>
                    <a:pt x="2237524" y="919642"/>
                  </a:lnTo>
                  <a:lnTo>
                    <a:pt x="2237554" y="919682"/>
                  </a:lnTo>
                  <a:lnTo>
                    <a:pt x="2237568" y="919760"/>
                  </a:lnTo>
                  <a:lnTo>
                    <a:pt x="2237569" y="919767"/>
                  </a:lnTo>
                  <a:lnTo>
                    <a:pt x="2237461" y="919984"/>
                  </a:lnTo>
                  <a:lnTo>
                    <a:pt x="2237466" y="920075"/>
                  </a:lnTo>
                  <a:lnTo>
                    <a:pt x="2237663" y="920321"/>
                  </a:lnTo>
                  <a:lnTo>
                    <a:pt x="2237667" y="920395"/>
                  </a:lnTo>
                  <a:lnTo>
                    <a:pt x="2237636" y="920508"/>
                  </a:lnTo>
                  <a:lnTo>
                    <a:pt x="2237553" y="920617"/>
                  </a:lnTo>
                  <a:lnTo>
                    <a:pt x="2237468" y="920667"/>
                  </a:lnTo>
                  <a:lnTo>
                    <a:pt x="2237362" y="920688"/>
                  </a:lnTo>
                  <a:lnTo>
                    <a:pt x="2237267" y="920676"/>
                  </a:lnTo>
                  <a:lnTo>
                    <a:pt x="2236961" y="920639"/>
                  </a:lnTo>
                  <a:lnTo>
                    <a:pt x="2236762" y="920615"/>
                  </a:lnTo>
                  <a:lnTo>
                    <a:pt x="2236730" y="920502"/>
                  </a:lnTo>
                  <a:lnTo>
                    <a:pt x="2236723" y="920501"/>
                  </a:lnTo>
                  <a:lnTo>
                    <a:pt x="2236691" y="920497"/>
                  </a:lnTo>
                  <a:lnTo>
                    <a:pt x="2236664" y="920493"/>
                  </a:lnTo>
                  <a:lnTo>
                    <a:pt x="2236602" y="920484"/>
                  </a:lnTo>
                  <a:lnTo>
                    <a:pt x="2236477" y="920466"/>
                  </a:lnTo>
                  <a:lnTo>
                    <a:pt x="2236417" y="920506"/>
                  </a:lnTo>
                  <a:lnTo>
                    <a:pt x="2236290" y="920654"/>
                  </a:lnTo>
                  <a:lnTo>
                    <a:pt x="2236111" y="920862"/>
                  </a:lnTo>
                  <a:lnTo>
                    <a:pt x="2235781" y="921247"/>
                  </a:lnTo>
                  <a:lnTo>
                    <a:pt x="2235763" y="921290"/>
                  </a:lnTo>
                  <a:lnTo>
                    <a:pt x="2235821" y="921318"/>
                  </a:lnTo>
                  <a:lnTo>
                    <a:pt x="2235857" y="921335"/>
                  </a:lnTo>
                  <a:lnTo>
                    <a:pt x="2235927" y="921328"/>
                  </a:lnTo>
                  <a:lnTo>
                    <a:pt x="2235949" y="921326"/>
                  </a:lnTo>
                  <a:lnTo>
                    <a:pt x="2236050" y="921316"/>
                  </a:lnTo>
                  <a:lnTo>
                    <a:pt x="2236122" y="921494"/>
                  </a:lnTo>
                  <a:lnTo>
                    <a:pt x="2236145" y="921549"/>
                  </a:lnTo>
                  <a:lnTo>
                    <a:pt x="2236127" y="921672"/>
                  </a:lnTo>
                  <a:lnTo>
                    <a:pt x="2236093" y="921716"/>
                  </a:lnTo>
                  <a:lnTo>
                    <a:pt x="2236010" y="921772"/>
                  </a:lnTo>
                  <a:lnTo>
                    <a:pt x="2235945" y="921785"/>
                  </a:lnTo>
                  <a:lnTo>
                    <a:pt x="2235845" y="921772"/>
                  </a:lnTo>
                  <a:lnTo>
                    <a:pt x="2235779" y="921743"/>
                  </a:lnTo>
                  <a:lnTo>
                    <a:pt x="2235773" y="921738"/>
                  </a:lnTo>
                  <a:lnTo>
                    <a:pt x="2235723" y="921693"/>
                  </a:lnTo>
                  <a:lnTo>
                    <a:pt x="2235694" y="921638"/>
                  </a:lnTo>
                  <a:lnTo>
                    <a:pt x="2235693" y="921531"/>
                  </a:lnTo>
                  <a:lnTo>
                    <a:pt x="2235596" y="921472"/>
                  </a:lnTo>
                  <a:lnTo>
                    <a:pt x="2235543" y="921470"/>
                  </a:lnTo>
                  <a:lnTo>
                    <a:pt x="2235473" y="921520"/>
                  </a:lnTo>
                  <a:lnTo>
                    <a:pt x="2235385" y="921607"/>
                  </a:lnTo>
                  <a:lnTo>
                    <a:pt x="2235338" y="921690"/>
                  </a:lnTo>
                  <a:lnTo>
                    <a:pt x="2235249" y="922059"/>
                  </a:lnTo>
                  <a:lnTo>
                    <a:pt x="2235070" y="922434"/>
                  </a:lnTo>
                  <a:lnTo>
                    <a:pt x="2234981" y="922547"/>
                  </a:lnTo>
                  <a:lnTo>
                    <a:pt x="2234708" y="922896"/>
                  </a:lnTo>
                  <a:lnTo>
                    <a:pt x="2234696" y="922942"/>
                  </a:lnTo>
                  <a:lnTo>
                    <a:pt x="2234573" y="923391"/>
                  </a:lnTo>
                  <a:lnTo>
                    <a:pt x="2234549" y="923477"/>
                  </a:lnTo>
                  <a:lnTo>
                    <a:pt x="2234539" y="923564"/>
                  </a:lnTo>
                  <a:lnTo>
                    <a:pt x="2234520" y="923730"/>
                  </a:lnTo>
                  <a:lnTo>
                    <a:pt x="2234524" y="923834"/>
                  </a:lnTo>
                  <a:lnTo>
                    <a:pt x="2234526" y="923915"/>
                  </a:lnTo>
                  <a:lnTo>
                    <a:pt x="2234572" y="924095"/>
                  </a:lnTo>
                  <a:lnTo>
                    <a:pt x="2234667" y="924244"/>
                  </a:lnTo>
                  <a:lnTo>
                    <a:pt x="2234845" y="924445"/>
                  </a:lnTo>
                  <a:lnTo>
                    <a:pt x="2234956" y="924515"/>
                  </a:lnTo>
                  <a:lnTo>
                    <a:pt x="2235029" y="924515"/>
                  </a:lnTo>
                  <a:lnTo>
                    <a:pt x="2235405" y="924512"/>
                  </a:lnTo>
                  <a:lnTo>
                    <a:pt x="2235487" y="924558"/>
                  </a:lnTo>
                  <a:lnTo>
                    <a:pt x="2235533" y="924583"/>
                  </a:lnTo>
                  <a:lnTo>
                    <a:pt x="2235842" y="924753"/>
                  </a:lnTo>
                  <a:lnTo>
                    <a:pt x="2236066" y="924948"/>
                  </a:lnTo>
                  <a:lnTo>
                    <a:pt x="2236432" y="925454"/>
                  </a:lnTo>
                  <a:lnTo>
                    <a:pt x="2236443" y="925469"/>
                  </a:lnTo>
                  <a:lnTo>
                    <a:pt x="2236519" y="925575"/>
                  </a:lnTo>
                  <a:lnTo>
                    <a:pt x="2236578" y="925752"/>
                  </a:lnTo>
                  <a:lnTo>
                    <a:pt x="2236587" y="925780"/>
                  </a:lnTo>
                  <a:lnTo>
                    <a:pt x="2236609" y="925847"/>
                  </a:lnTo>
                  <a:lnTo>
                    <a:pt x="2236639" y="925936"/>
                  </a:lnTo>
                  <a:lnTo>
                    <a:pt x="2236666" y="926018"/>
                  </a:lnTo>
                  <a:lnTo>
                    <a:pt x="2236675" y="926045"/>
                  </a:lnTo>
                  <a:lnTo>
                    <a:pt x="2236620" y="926140"/>
                  </a:lnTo>
                  <a:lnTo>
                    <a:pt x="2236502" y="926344"/>
                  </a:lnTo>
                  <a:lnTo>
                    <a:pt x="2236427" y="926400"/>
                  </a:lnTo>
                  <a:lnTo>
                    <a:pt x="2236359" y="926387"/>
                  </a:lnTo>
                  <a:lnTo>
                    <a:pt x="2236303" y="926349"/>
                  </a:lnTo>
                  <a:lnTo>
                    <a:pt x="2236140" y="926236"/>
                  </a:lnTo>
                  <a:lnTo>
                    <a:pt x="2235981" y="926191"/>
                  </a:lnTo>
                  <a:lnTo>
                    <a:pt x="2235646" y="926096"/>
                  </a:lnTo>
                  <a:lnTo>
                    <a:pt x="2235599" y="926082"/>
                  </a:lnTo>
                  <a:lnTo>
                    <a:pt x="2235391" y="926060"/>
                  </a:lnTo>
                  <a:lnTo>
                    <a:pt x="2235299" y="926068"/>
                  </a:lnTo>
                  <a:lnTo>
                    <a:pt x="2235172" y="926079"/>
                  </a:lnTo>
                  <a:lnTo>
                    <a:pt x="2234905" y="926154"/>
                  </a:lnTo>
                  <a:lnTo>
                    <a:pt x="2234736" y="926202"/>
                  </a:lnTo>
                  <a:lnTo>
                    <a:pt x="2234340" y="926314"/>
                  </a:lnTo>
                  <a:lnTo>
                    <a:pt x="2234306" y="926259"/>
                  </a:lnTo>
                  <a:lnTo>
                    <a:pt x="2234262" y="926188"/>
                  </a:lnTo>
                  <a:lnTo>
                    <a:pt x="2234225" y="926129"/>
                  </a:lnTo>
                  <a:lnTo>
                    <a:pt x="2234165" y="926093"/>
                  </a:lnTo>
                  <a:lnTo>
                    <a:pt x="2234054" y="926028"/>
                  </a:lnTo>
                  <a:lnTo>
                    <a:pt x="2233851" y="925920"/>
                  </a:lnTo>
                  <a:lnTo>
                    <a:pt x="2233733" y="925879"/>
                  </a:lnTo>
                  <a:lnTo>
                    <a:pt x="2233673" y="925858"/>
                  </a:lnTo>
                  <a:lnTo>
                    <a:pt x="2233440" y="925775"/>
                  </a:lnTo>
                  <a:lnTo>
                    <a:pt x="2233405" y="925763"/>
                  </a:lnTo>
                  <a:lnTo>
                    <a:pt x="2233396" y="925760"/>
                  </a:lnTo>
                  <a:lnTo>
                    <a:pt x="2233260" y="925817"/>
                  </a:lnTo>
                  <a:lnTo>
                    <a:pt x="2232863" y="925983"/>
                  </a:lnTo>
                  <a:lnTo>
                    <a:pt x="2232815" y="926030"/>
                  </a:lnTo>
                  <a:lnTo>
                    <a:pt x="2232818" y="926045"/>
                  </a:lnTo>
                  <a:lnTo>
                    <a:pt x="2232821" y="926055"/>
                  </a:lnTo>
                  <a:lnTo>
                    <a:pt x="2233036" y="926192"/>
                  </a:lnTo>
                  <a:lnTo>
                    <a:pt x="2232846" y="926512"/>
                  </a:lnTo>
                  <a:lnTo>
                    <a:pt x="2232565" y="926432"/>
                  </a:lnTo>
                  <a:lnTo>
                    <a:pt x="2232486" y="926699"/>
                  </a:lnTo>
                  <a:lnTo>
                    <a:pt x="2232854" y="926750"/>
                  </a:lnTo>
                  <a:lnTo>
                    <a:pt x="2232903" y="926757"/>
                  </a:lnTo>
                  <a:lnTo>
                    <a:pt x="2232971" y="926767"/>
                  </a:lnTo>
                  <a:lnTo>
                    <a:pt x="2233005" y="926793"/>
                  </a:lnTo>
                  <a:lnTo>
                    <a:pt x="2233004" y="927257"/>
                  </a:lnTo>
                  <a:lnTo>
                    <a:pt x="2233071" y="927293"/>
                  </a:lnTo>
                  <a:lnTo>
                    <a:pt x="2233125" y="927327"/>
                  </a:lnTo>
                  <a:lnTo>
                    <a:pt x="2233278" y="927424"/>
                  </a:lnTo>
                  <a:lnTo>
                    <a:pt x="2233296" y="927623"/>
                  </a:lnTo>
                  <a:lnTo>
                    <a:pt x="2233287" y="927680"/>
                  </a:lnTo>
                  <a:lnTo>
                    <a:pt x="2233271" y="927791"/>
                  </a:lnTo>
                  <a:lnTo>
                    <a:pt x="2233255" y="927899"/>
                  </a:lnTo>
                  <a:lnTo>
                    <a:pt x="2232954" y="928181"/>
                  </a:lnTo>
                  <a:lnTo>
                    <a:pt x="2232876" y="928182"/>
                  </a:lnTo>
                  <a:lnTo>
                    <a:pt x="2232775" y="928160"/>
                  </a:lnTo>
                  <a:lnTo>
                    <a:pt x="2232718" y="928170"/>
                  </a:lnTo>
                  <a:lnTo>
                    <a:pt x="2232639" y="928228"/>
                  </a:lnTo>
                  <a:lnTo>
                    <a:pt x="2232504" y="928327"/>
                  </a:lnTo>
                  <a:lnTo>
                    <a:pt x="2232483" y="928342"/>
                  </a:lnTo>
                  <a:lnTo>
                    <a:pt x="2232441" y="928455"/>
                  </a:lnTo>
                  <a:lnTo>
                    <a:pt x="2232499" y="928856"/>
                  </a:lnTo>
                  <a:lnTo>
                    <a:pt x="2232532" y="928947"/>
                  </a:lnTo>
                  <a:lnTo>
                    <a:pt x="2232565" y="928991"/>
                  </a:lnTo>
                  <a:lnTo>
                    <a:pt x="2232835" y="929353"/>
                  </a:lnTo>
                  <a:lnTo>
                    <a:pt x="2232851" y="929367"/>
                  </a:lnTo>
                  <a:lnTo>
                    <a:pt x="2232878" y="929390"/>
                  </a:lnTo>
                  <a:lnTo>
                    <a:pt x="2233039" y="929346"/>
                  </a:lnTo>
                  <a:lnTo>
                    <a:pt x="2233574" y="929199"/>
                  </a:lnTo>
                  <a:lnTo>
                    <a:pt x="2233754" y="928976"/>
                  </a:lnTo>
                  <a:lnTo>
                    <a:pt x="2233785" y="928938"/>
                  </a:lnTo>
                  <a:lnTo>
                    <a:pt x="2233827" y="928947"/>
                  </a:lnTo>
                  <a:lnTo>
                    <a:pt x="2234126" y="929149"/>
                  </a:lnTo>
                  <a:lnTo>
                    <a:pt x="2234144" y="929236"/>
                  </a:lnTo>
                  <a:lnTo>
                    <a:pt x="2234000" y="929824"/>
                  </a:lnTo>
                  <a:lnTo>
                    <a:pt x="2233902" y="930025"/>
                  </a:lnTo>
                  <a:lnTo>
                    <a:pt x="2233863" y="930105"/>
                  </a:lnTo>
                  <a:lnTo>
                    <a:pt x="2233850" y="930132"/>
                  </a:lnTo>
                  <a:lnTo>
                    <a:pt x="2233859" y="930197"/>
                  </a:lnTo>
                  <a:lnTo>
                    <a:pt x="2234025" y="930414"/>
                  </a:lnTo>
                  <a:lnTo>
                    <a:pt x="2234184" y="930524"/>
                  </a:lnTo>
                  <a:lnTo>
                    <a:pt x="2234206" y="930599"/>
                  </a:lnTo>
                  <a:lnTo>
                    <a:pt x="2233983" y="930753"/>
                  </a:lnTo>
                  <a:lnTo>
                    <a:pt x="2233870" y="930797"/>
                  </a:lnTo>
                  <a:lnTo>
                    <a:pt x="2233678" y="930932"/>
                  </a:lnTo>
                  <a:lnTo>
                    <a:pt x="2233594" y="931095"/>
                  </a:lnTo>
                  <a:lnTo>
                    <a:pt x="2233591" y="931253"/>
                  </a:lnTo>
                  <a:lnTo>
                    <a:pt x="2233646" y="931387"/>
                  </a:lnTo>
                  <a:lnTo>
                    <a:pt x="2233699" y="931392"/>
                  </a:lnTo>
                  <a:lnTo>
                    <a:pt x="2233741" y="931396"/>
                  </a:lnTo>
                  <a:lnTo>
                    <a:pt x="2233881" y="931518"/>
                  </a:lnTo>
                  <a:lnTo>
                    <a:pt x="2234026" y="931699"/>
                  </a:lnTo>
                  <a:lnTo>
                    <a:pt x="2234124" y="931821"/>
                  </a:lnTo>
                  <a:lnTo>
                    <a:pt x="2234145" y="932047"/>
                  </a:lnTo>
                  <a:lnTo>
                    <a:pt x="2234231" y="932340"/>
                  </a:lnTo>
                  <a:lnTo>
                    <a:pt x="2234263" y="932409"/>
                  </a:lnTo>
                  <a:lnTo>
                    <a:pt x="2234301" y="932494"/>
                  </a:lnTo>
                  <a:lnTo>
                    <a:pt x="2234382" y="932674"/>
                  </a:lnTo>
                  <a:lnTo>
                    <a:pt x="2234405" y="932722"/>
                  </a:lnTo>
                  <a:lnTo>
                    <a:pt x="2234452" y="932827"/>
                  </a:lnTo>
                  <a:lnTo>
                    <a:pt x="2234476" y="932925"/>
                  </a:lnTo>
                  <a:lnTo>
                    <a:pt x="2234487" y="932972"/>
                  </a:lnTo>
                  <a:lnTo>
                    <a:pt x="2234504" y="933039"/>
                  </a:lnTo>
                  <a:lnTo>
                    <a:pt x="2234516" y="933159"/>
                  </a:lnTo>
                  <a:lnTo>
                    <a:pt x="2234536" y="933342"/>
                  </a:lnTo>
                  <a:lnTo>
                    <a:pt x="2234510" y="933381"/>
                  </a:lnTo>
                  <a:lnTo>
                    <a:pt x="2234486" y="933373"/>
                  </a:lnTo>
                  <a:lnTo>
                    <a:pt x="2234391" y="933345"/>
                  </a:lnTo>
                  <a:lnTo>
                    <a:pt x="2234298" y="933435"/>
                  </a:lnTo>
                  <a:lnTo>
                    <a:pt x="2234203" y="933721"/>
                  </a:lnTo>
                  <a:lnTo>
                    <a:pt x="2234245" y="933902"/>
                  </a:lnTo>
                  <a:lnTo>
                    <a:pt x="2234290" y="933999"/>
                  </a:lnTo>
                  <a:lnTo>
                    <a:pt x="2234458" y="934075"/>
                  </a:lnTo>
                  <a:lnTo>
                    <a:pt x="2234507" y="934128"/>
                  </a:lnTo>
                  <a:lnTo>
                    <a:pt x="2234509" y="934291"/>
                  </a:lnTo>
                  <a:lnTo>
                    <a:pt x="2234466" y="934439"/>
                  </a:lnTo>
                  <a:lnTo>
                    <a:pt x="2234454" y="934457"/>
                  </a:lnTo>
                  <a:lnTo>
                    <a:pt x="2234419" y="934511"/>
                  </a:lnTo>
                  <a:lnTo>
                    <a:pt x="2234370" y="934587"/>
                  </a:lnTo>
                  <a:lnTo>
                    <a:pt x="2234343" y="934628"/>
                  </a:lnTo>
                  <a:lnTo>
                    <a:pt x="2234635" y="935412"/>
                  </a:lnTo>
                  <a:lnTo>
                    <a:pt x="2234506" y="935675"/>
                  </a:lnTo>
                  <a:lnTo>
                    <a:pt x="2234510" y="935729"/>
                  </a:lnTo>
                  <a:lnTo>
                    <a:pt x="2234548" y="935799"/>
                  </a:lnTo>
                  <a:lnTo>
                    <a:pt x="2234686" y="935852"/>
                  </a:lnTo>
                  <a:lnTo>
                    <a:pt x="2234834" y="935889"/>
                  </a:lnTo>
                  <a:lnTo>
                    <a:pt x="2234843" y="935888"/>
                  </a:lnTo>
                  <a:lnTo>
                    <a:pt x="2234989" y="935866"/>
                  </a:lnTo>
                  <a:lnTo>
                    <a:pt x="2235083" y="935911"/>
                  </a:lnTo>
                  <a:lnTo>
                    <a:pt x="2235095" y="935963"/>
                  </a:lnTo>
                  <a:lnTo>
                    <a:pt x="2235076" y="936055"/>
                  </a:lnTo>
                  <a:lnTo>
                    <a:pt x="2235030" y="936285"/>
                  </a:lnTo>
                  <a:lnTo>
                    <a:pt x="2234980" y="936360"/>
                  </a:lnTo>
                  <a:lnTo>
                    <a:pt x="2234924" y="936443"/>
                  </a:lnTo>
                  <a:lnTo>
                    <a:pt x="2234992" y="936550"/>
                  </a:lnTo>
                  <a:lnTo>
                    <a:pt x="2235057" y="936616"/>
                  </a:lnTo>
                  <a:lnTo>
                    <a:pt x="2235108" y="936637"/>
                  </a:lnTo>
                  <a:lnTo>
                    <a:pt x="2235287" y="936604"/>
                  </a:lnTo>
                  <a:lnTo>
                    <a:pt x="2235490" y="936544"/>
                  </a:lnTo>
                  <a:lnTo>
                    <a:pt x="2235761" y="936671"/>
                  </a:lnTo>
                  <a:lnTo>
                    <a:pt x="2235793" y="936686"/>
                  </a:lnTo>
                  <a:lnTo>
                    <a:pt x="2235820" y="936742"/>
                  </a:lnTo>
                  <a:lnTo>
                    <a:pt x="2235796" y="936786"/>
                  </a:lnTo>
                  <a:lnTo>
                    <a:pt x="2235684" y="936842"/>
                  </a:lnTo>
                  <a:lnTo>
                    <a:pt x="2235493" y="936915"/>
                  </a:lnTo>
                  <a:lnTo>
                    <a:pt x="2235462" y="936927"/>
                  </a:lnTo>
                  <a:lnTo>
                    <a:pt x="2235252" y="937007"/>
                  </a:lnTo>
                  <a:lnTo>
                    <a:pt x="2234881" y="937051"/>
                  </a:lnTo>
                  <a:lnTo>
                    <a:pt x="2234635" y="937081"/>
                  </a:lnTo>
                  <a:lnTo>
                    <a:pt x="2234300" y="937043"/>
                  </a:lnTo>
                  <a:lnTo>
                    <a:pt x="2234210" y="936977"/>
                  </a:lnTo>
                  <a:lnTo>
                    <a:pt x="2234114" y="936906"/>
                  </a:lnTo>
                  <a:lnTo>
                    <a:pt x="2233750" y="936701"/>
                  </a:lnTo>
                  <a:lnTo>
                    <a:pt x="2233614" y="936690"/>
                  </a:lnTo>
                  <a:lnTo>
                    <a:pt x="2233528" y="936683"/>
                  </a:lnTo>
                  <a:lnTo>
                    <a:pt x="2233497" y="936680"/>
                  </a:lnTo>
                  <a:lnTo>
                    <a:pt x="2233402" y="936746"/>
                  </a:lnTo>
                  <a:lnTo>
                    <a:pt x="2233273" y="936836"/>
                  </a:lnTo>
                  <a:lnTo>
                    <a:pt x="2233134" y="936931"/>
                  </a:lnTo>
                  <a:lnTo>
                    <a:pt x="2232993" y="937046"/>
                  </a:lnTo>
                  <a:lnTo>
                    <a:pt x="2232984" y="937057"/>
                  </a:lnTo>
                  <a:lnTo>
                    <a:pt x="2232897" y="937160"/>
                  </a:lnTo>
                  <a:lnTo>
                    <a:pt x="2232734" y="937289"/>
                  </a:lnTo>
                  <a:lnTo>
                    <a:pt x="2232718" y="937301"/>
                  </a:lnTo>
                  <a:lnTo>
                    <a:pt x="2232667" y="937324"/>
                  </a:lnTo>
                  <a:lnTo>
                    <a:pt x="2232296" y="937489"/>
                  </a:lnTo>
                  <a:lnTo>
                    <a:pt x="2232078" y="937556"/>
                  </a:lnTo>
                  <a:lnTo>
                    <a:pt x="2232009" y="937578"/>
                  </a:lnTo>
                  <a:lnTo>
                    <a:pt x="2231904" y="937566"/>
                  </a:lnTo>
                  <a:lnTo>
                    <a:pt x="2231759" y="937548"/>
                  </a:lnTo>
                  <a:lnTo>
                    <a:pt x="2231752" y="937548"/>
                  </a:lnTo>
                  <a:lnTo>
                    <a:pt x="2231503" y="937447"/>
                  </a:lnTo>
                  <a:lnTo>
                    <a:pt x="2231379" y="937396"/>
                  </a:lnTo>
                  <a:lnTo>
                    <a:pt x="2231328" y="937302"/>
                  </a:lnTo>
                  <a:lnTo>
                    <a:pt x="2231207" y="937236"/>
                  </a:lnTo>
                  <a:lnTo>
                    <a:pt x="2231162" y="937240"/>
                  </a:lnTo>
                  <a:lnTo>
                    <a:pt x="2230894" y="937262"/>
                  </a:lnTo>
                  <a:lnTo>
                    <a:pt x="2230683" y="937413"/>
                  </a:lnTo>
                  <a:lnTo>
                    <a:pt x="2230602" y="937517"/>
                  </a:lnTo>
                  <a:lnTo>
                    <a:pt x="2230464" y="937695"/>
                  </a:lnTo>
                  <a:lnTo>
                    <a:pt x="2230458" y="937710"/>
                  </a:lnTo>
                  <a:lnTo>
                    <a:pt x="2230416" y="937808"/>
                  </a:lnTo>
                  <a:lnTo>
                    <a:pt x="2230385" y="938020"/>
                  </a:lnTo>
                  <a:lnTo>
                    <a:pt x="2230402" y="938043"/>
                  </a:lnTo>
                  <a:lnTo>
                    <a:pt x="2230487" y="938058"/>
                  </a:lnTo>
                  <a:lnTo>
                    <a:pt x="2230522" y="938182"/>
                  </a:lnTo>
                  <a:lnTo>
                    <a:pt x="2230502" y="938202"/>
                  </a:lnTo>
                  <a:lnTo>
                    <a:pt x="2230401" y="938307"/>
                  </a:lnTo>
                  <a:lnTo>
                    <a:pt x="2230301" y="938368"/>
                  </a:lnTo>
                  <a:lnTo>
                    <a:pt x="2230121" y="938481"/>
                  </a:lnTo>
                  <a:lnTo>
                    <a:pt x="2229886" y="938540"/>
                  </a:lnTo>
                  <a:lnTo>
                    <a:pt x="2229649" y="938601"/>
                  </a:lnTo>
                  <a:lnTo>
                    <a:pt x="2229471" y="938536"/>
                  </a:lnTo>
                  <a:lnTo>
                    <a:pt x="2229435" y="938522"/>
                  </a:lnTo>
                  <a:lnTo>
                    <a:pt x="2229438" y="938494"/>
                  </a:lnTo>
                  <a:lnTo>
                    <a:pt x="2229577" y="938402"/>
                  </a:lnTo>
                  <a:lnTo>
                    <a:pt x="2229621" y="938332"/>
                  </a:lnTo>
                  <a:lnTo>
                    <a:pt x="2229652" y="938209"/>
                  </a:lnTo>
                  <a:lnTo>
                    <a:pt x="2229643" y="937896"/>
                  </a:lnTo>
                  <a:lnTo>
                    <a:pt x="2229629" y="937887"/>
                  </a:lnTo>
                  <a:lnTo>
                    <a:pt x="2229437" y="937755"/>
                  </a:lnTo>
                  <a:lnTo>
                    <a:pt x="2229412" y="937744"/>
                  </a:lnTo>
                  <a:lnTo>
                    <a:pt x="2228849" y="937745"/>
                  </a:lnTo>
                  <a:lnTo>
                    <a:pt x="2228733" y="937872"/>
                  </a:lnTo>
                  <a:lnTo>
                    <a:pt x="2228732" y="938011"/>
                  </a:lnTo>
                  <a:lnTo>
                    <a:pt x="2228554" y="938132"/>
                  </a:lnTo>
                  <a:lnTo>
                    <a:pt x="2228524" y="938152"/>
                  </a:lnTo>
                  <a:lnTo>
                    <a:pt x="2228216" y="937963"/>
                  </a:lnTo>
                  <a:lnTo>
                    <a:pt x="2227886" y="937820"/>
                  </a:lnTo>
                  <a:lnTo>
                    <a:pt x="2227866" y="937811"/>
                  </a:lnTo>
                  <a:lnTo>
                    <a:pt x="2227751" y="937790"/>
                  </a:lnTo>
                  <a:lnTo>
                    <a:pt x="2227568" y="937920"/>
                  </a:lnTo>
                  <a:lnTo>
                    <a:pt x="2227349" y="938107"/>
                  </a:lnTo>
                  <a:lnTo>
                    <a:pt x="2227317" y="938190"/>
                  </a:lnTo>
                  <a:lnTo>
                    <a:pt x="2227346" y="938323"/>
                  </a:lnTo>
                  <a:lnTo>
                    <a:pt x="2227405" y="938366"/>
                  </a:lnTo>
                  <a:lnTo>
                    <a:pt x="2227445" y="938377"/>
                  </a:lnTo>
                  <a:lnTo>
                    <a:pt x="2227470" y="938351"/>
                  </a:lnTo>
                  <a:lnTo>
                    <a:pt x="2227506" y="938314"/>
                  </a:lnTo>
                  <a:lnTo>
                    <a:pt x="2227541" y="938349"/>
                  </a:lnTo>
                  <a:lnTo>
                    <a:pt x="2227864" y="938676"/>
                  </a:lnTo>
                  <a:lnTo>
                    <a:pt x="2227887" y="938765"/>
                  </a:lnTo>
                  <a:lnTo>
                    <a:pt x="2227845" y="938815"/>
                  </a:lnTo>
                  <a:lnTo>
                    <a:pt x="2227761" y="938915"/>
                  </a:lnTo>
                  <a:lnTo>
                    <a:pt x="2227734" y="938947"/>
                  </a:lnTo>
                  <a:lnTo>
                    <a:pt x="2227651" y="938965"/>
                  </a:lnTo>
                  <a:lnTo>
                    <a:pt x="2227192" y="938953"/>
                  </a:lnTo>
                  <a:lnTo>
                    <a:pt x="2226962" y="938920"/>
                  </a:lnTo>
                  <a:lnTo>
                    <a:pt x="2226796" y="938844"/>
                  </a:lnTo>
                  <a:lnTo>
                    <a:pt x="2226639" y="938749"/>
                  </a:lnTo>
                  <a:lnTo>
                    <a:pt x="2226592" y="938743"/>
                  </a:lnTo>
                  <a:lnTo>
                    <a:pt x="2226550" y="938750"/>
                  </a:lnTo>
                  <a:lnTo>
                    <a:pt x="2226406" y="938823"/>
                  </a:lnTo>
                  <a:lnTo>
                    <a:pt x="2226401" y="938842"/>
                  </a:lnTo>
                  <a:lnTo>
                    <a:pt x="2226389" y="938882"/>
                  </a:lnTo>
                  <a:lnTo>
                    <a:pt x="2226385" y="938899"/>
                  </a:lnTo>
                  <a:lnTo>
                    <a:pt x="2226379" y="938920"/>
                  </a:lnTo>
                  <a:lnTo>
                    <a:pt x="2226361" y="938984"/>
                  </a:lnTo>
                  <a:lnTo>
                    <a:pt x="2226356" y="939002"/>
                  </a:lnTo>
                  <a:lnTo>
                    <a:pt x="2226319" y="939027"/>
                  </a:lnTo>
                  <a:lnTo>
                    <a:pt x="2226308" y="939028"/>
                  </a:lnTo>
                  <a:lnTo>
                    <a:pt x="2226225" y="939039"/>
                  </a:lnTo>
                  <a:lnTo>
                    <a:pt x="2226150" y="939049"/>
                  </a:lnTo>
                  <a:lnTo>
                    <a:pt x="2225447" y="939142"/>
                  </a:lnTo>
                  <a:lnTo>
                    <a:pt x="2225165" y="939089"/>
                  </a:lnTo>
                  <a:lnTo>
                    <a:pt x="2225031" y="939037"/>
                  </a:lnTo>
                  <a:lnTo>
                    <a:pt x="2224854" y="938969"/>
                  </a:lnTo>
                  <a:lnTo>
                    <a:pt x="2224754" y="938951"/>
                  </a:lnTo>
                  <a:lnTo>
                    <a:pt x="2224500" y="938906"/>
                  </a:lnTo>
                  <a:lnTo>
                    <a:pt x="2224336" y="938948"/>
                  </a:lnTo>
                  <a:lnTo>
                    <a:pt x="2224074" y="939058"/>
                  </a:lnTo>
                  <a:lnTo>
                    <a:pt x="2223938" y="939116"/>
                  </a:lnTo>
                  <a:lnTo>
                    <a:pt x="2223675" y="939290"/>
                  </a:lnTo>
                  <a:lnTo>
                    <a:pt x="2223428" y="939585"/>
                  </a:lnTo>
                  <a:lnTo>
                    <a:pt x="2223319" y="939715"/>
                  </a:lnTo>
                  <a:lnTo>
                    <a:pt x="2223305" y="939740"/>
                  </a:lnTo>
                  <a:lnTo>
                    <a:pt x="2223180" y="939948"/>
                  </a:lnTo>
                  <a:lnTo>
                    <a:pt x="2222670" y="940497"/>
                  </a:lnTo>
                  <a:lnTo>
                    <a:pt x="2222654" y="940515"/>
                  </a:lnTo>
                  <a:lnTo>
                    <a:pt x="2222638" y="940532"/>
                  </a:lnTo>
                  <a:lnTo>
                    <a:pt x="2222559" y="940482"/>
                  </a:lnTo>
                  <a:lnTo>
                    <a:pt x="2222398" y="940477"/>
                  </a:lnTo>
                  <a:lnTo>
                    <a:pt x="2222294" y="940580"/>
                  </a:lnTo>
                  <a:lnTo>
                    <a:pt x="2222214" y="940659"/>
                  </a:lnTo>
                  <a:lnTo>
                    <a:pt x="2222206" y="940666"/>
                  </a:lnTo>
                  <a:lnTo>
                    <a:pt x="2222176" y="940723"/>
                  </a:lnTo>
                  <a:lnTo>
                    <a:pt x="2222169" y="940812"/>
                  </a:lnTo>
                  <a:lnTo>
                    <a:pt x="2222165" y="940865"/>
                  </a:lnTo>
                  <a:lnTo>
                    <a:pt x="2222046" y="940937"/>
                  </a:lnTo>
                  <a:lnTo>
                    <a:pt x="2221938" y="940961"/>
                  </a:lnTo>
                  <a:lnTo>
                    <a:pt x="2221904" y="940969"/>
                  </a:lnTo>
                  <a:lnTo>
                    <a:pt x="2221749" y="941004"/>
                  </a:lnTo>
                  <a:lnTo>
                    <a:pt x="2221622" y="941005"/>
                  </a:lnTo>
                  <a:lnTo>
                    <a:pt x="2221521" y="940983"/>
                  </a:lnTo>
                  <a:lnTo>
                    <a:pt x="2221133" y="941058"/>
                  </a:lnTo>
                  <a:lnTo>
                    <a:pt x="2221068" y="941070"/>
                  </a:lnTo>
                  <a:lnTo>
                    <a:pt x="2221045" y="941075"/>
                  </a:lnTo>
                  <a:lnTo>
                    <a:pt x="2220900" y="941169"/>
                  </a:lnTo>
                  <a:lnTo>
                    <a:pt x="2220880" y="941176"/>
                  </a:lnTo>
                  <a:lnTo>
                    <a:pt x="2220713" y="941237"/>
                  </a:lnTo>
                  <a:lnTo>
                    <a:pt x="2220401" y="941293"/>
                  </a:lnTo>
                  <a:lnTo>
                    <a:pt x="2220358" y="941259"/>
                  </a:lnTo>
                  <a:lnTo>
                    <a:pt x="2220480" y="941005"/>
                  </a:lnTo>
                  <a:lnTo>
                    <a:pt x="2220410" y="940948"/>
                  </a:lnTo>
                  <a:lnTo>
                    <a:pt x="2220362" y="940909"/>
                  </a:lnTo>
                  <a:lnTo>
                    <a:pt x="2220153" y="940787"/>
                  </a:lnTo>
                  <a:lnTo>
                    <a:pt x="2220082" y="940759"/>
                  </a:lnTo>
                  <a:lnTo>
                    <a:pt x="2220023" y="940756"/>
                  </a:lnTo>
                  <a:lnTo>
                    <a:pt x="2219907" y="940802"/>
                  </a:lnTo>
                  <a:lnTo>
                    <a:pt x="2219263" y="941059"/>
                  </a:lnTo>
                  <a:lnTo>
                    <a:pt x="2219157" y="941136"/>
                  </a:lnTo>
                  <a:lnTo>
                    <a:pt x="2219077" y="941236"/>
                  </a:lnTo>
                  <a:lnTo>
                    <a:pt x="2218710" y="941294"/>
                  </a:lnTo>
                  <a:lnTo>
                    <a:pt x="2218550" y="941319"/>
                  </a:lnTo>
                  <a:lnTo>
                    <a:pt x="2218316" y="941356"/>
                  </a:lnTo>
                  <a:lnTo>
                    <a:pt x="2218231" y="941369"/>
                  </a:lnTo>
                  <a:lnTo>
                    <a:pt x="2218101" y="941301"/>
                  </a:lnTo>
                  <a:lnTo>
                    <a:pt x="2218082" y="941176"/>
                  </a:lnTo>
                  <a:lnTo>
                    <a:pt x="2217979" y="941003"/>
                  </a:lnTo>
                  <a:lnTo>
                    <a:pt x="2217932" y="940966"/>
                  </a:lnTo>
                  <a:lnTo>
                    <a:pt x="2217831" y="940923"/>
                  </a:lnTo>
                  <a:lnTo>
                    <a:pt x="2217762" y="940926"/>
                  </a:lnTo>
                  <a:lnTo>
                    <a:pt x="2217728" y="940959"/>
                  </a:lnTo>
                  <a:lnTo>
                    <a:pt x="2217654" y="941030"/>
                  </a:lnTo>
                  <a:lnTo>
                    <a:pt x="2217584" y="941077"/>
                  </a:lnTo>
                  <a:lnTo>
                    <a:pt x="2217533" y="941112"/>
                  </a:lnTo>
                  <a:lnTo>
                    <a:pt x="2217457" y="941163"/>
                  </a:lnTo>
                  <a:lnTo>
                    <a:pt x="2217310" y="941207"/>
                  </a:lnTo>
                  <a:lnTo>
                    <a:pt x="2217274" y="941198"/>
                  </a:lnTo>
                  <a:lnTo>
                    <a:pt x="2217251" y="941153"/>
                  </a:lnTo>
                  <a:lnTo>
                    <a:pt x="2217214" y="940946"/>
                  </a:lnTo>
                  <a:lnTo>
                    <a:pt x="2217190" y="940817"/>
                  </a:lnTo>
                  <a:lnTo>
                    <a:pt x="2217183" y="940779"/>
                  </a:lnTo>
                  <a:lnTo>
                    <a:pt x="2216956" y="940719"/>
                  </a:lnTo>
                  <a:lnTo>
                    <a:pt x="2216934" y="940720"/>
                  </a:lnTo>
                  <a:lnTo>
                    <a:pt x="2216741" y="940725"/>
                  </a:lnTo>
                  <a:lnTo>
                    <a:pt x="2216582" y="940747"/>
                  </a:lnTo>
                  <a:lnTo>
                    <a:pt x="2216574" y="940761"/>
                  </a:lnTo>
                  <a:lnTo>
                    <a:pt x="2216421" y="941027"/>
                  </a:lnTo>
                  <a:lnTo>
                    <a:pt x="2216393" y="941124"/>
                  </a:lnTo>
                  <a:lnTo>
                    <a:pt x="2216415" y="941147"/>
                  </a:lnTo>
                  <a:lnTo>
                    <a:pt x="2216459" y="941195"/>
                  </a:lnTo>
                  <a:lnTo>
                    <a:pt x="2216465" y="941250"/>
                  </a:lnTo>
                  <a:lnTo>
                    <a:pt x="2216348" y="941303"/>
                  </a:lnTo>
                  <a:lnTo>
                    <a:pt x="2215645" y="941231"/>
                  </a:lnTo>
                  <a:lnTo>
                    <a:pt x="2215558" y="941059"/>
                  </a:lnTo>
                  <a:lnTo>
                    <a:pt x="2215491" y="940843"/>
                  </a:lnTo>
                  <a:lnTo>
                    <a:pt x="2215497" y="940806"/>
                  </a:lnTo>
                  <a:lnTo>
                    <a:pt x="2215656" y="940658"/>
                  </a:lnTo>
                  <a:lnTo>
                    <a:pt x="2216154" y="940190"/>
                  </a:lnTo>
                  <a:lnTo>
                    <a:pt x="2216201" y="940146"/>
                  </a:lnTo>
                  <a:lnTo>
                    <a:pt x="2216349" y="940007"/>
                  </a:lnTo>
                  <a:lnTo>
                    <a:pt x="2216432" y="939942"/>
                  </a:lnTo>
                  <a:lnTo>
                    <a:pt x="2216539" y="939859"/>
                  </a:lnTo>
                  <a:lnTo>
                    <a:pt x="2216814" y="939643"/>
                  </a:lnTo>
                  <a:lnTo>
                    <a:pt x="2216829" y="939547"/>
                  </a:lnTo>
                  <a:lnTo>
                    <a:pt x="2216758" y="939539"/>
                  </a:lnTo>
                  <a:lnTo>
                    <a:pt x="2216582" y="939519"/>
                  </a:lnTo>
                  <a:lnTo>
                    <a:pt x="2216557" y="939469"/>
                  </a:lnTo>
                  <a:lnTo>
                    <a:pt x="2216739" y="939297"/>
                  </a:lnTo>
                  <a:lnTo>
                    <a:pt x="2216967" y="939171"/>
                  </a:lnTo>
                  <a:lnTo>
                    <a:pt x="2217287" y="939240"/>
                  </a:lnTo>
                  <a:lnTo>
                    <a:pt x="2217334" y="939208"/>
                  </a:lnTo>
                  <a:lnTo>
                    <a:pt x="2217429" y="939144"/>
                  </a:lnTo>
                  <a:lnTo>
                    <a:pt x="2217448" y="939071"/>
                  </a:lnTo>
                  <a:lnTo>
                    <a:pt x="2217496" y="938887"/>
                  </a:lnTo>
                  <a:lnTo>
                    <a:pt x="2217471" y="938772"/>
                  </a:lnTo>
                  <a:lnTo>
                    <a:pt x="2217295" y="938594"/>
                  </a:lnTo>
                  <a:lnTo>
                    <a:pt x="2217175" y="938660"/>
                  </a:lnTo>
                  <a:lnTo>
                    <a:pt x="2216832" y="938850"/>
                  </a:lnTo>
                  <a:lnTo>
                    <a:pt x="2216760" y="939123"/>
                  </a:lnTo>
                  <a:lnTo>
                    <a:pt x="2216601" y="939242"/>
                  </a:lnTo>
                  <a:lnTo>
                    <a:pt x="2216587" y="939227"/>
                  </a:lnTo>
                  <a:lnTo>
                    <a:pt x="2216560" y="939198"/>
                  </a:lnTo>
                  <a:lnTo>
                    <a:pt x="2216531" y="938781"/>
                  </a:lnTo>
                  <a:lnTo>
                    <a:pt x="2216529" y="938743"/>
                  </a:lnTo>
                  <a:lnTo>
                    <a:pt x="2216611" y="938670"/>
                  </a:lnTo>
                  <a:lnTo>
                    <a:pt x="2216728" y="938636"/>
                  </a:lnTo>
                  <a:lnTo>
                    <a:pt x="2216753" y="938628"/>
                  </a:lnTo>
                  <a:lnTo>
                    <a:pt x="2217007" y="938512"/>
                  </a:lnTo>
                  <a:lnTo>
                    <a:pt x="2217029" y="938502"/>
                  </a:lnTo>
                  <a:lnTo>
                    <a:pt x="2216999" y="938446"/>
                  </a:lnTo>
                  <a:lnTo>
                    <a:pt x="2216777" y="938301"/>
                  </a:lnTo>
                  <a:lnTo>
                    <a:pt x="2216993" y="938039"/>
                  </a:lnTo>
                  <a:lnTo>
                    <a:pt x="2217032" y="938041"/>
                  </a:lnTo>
                  <a:lnTo>
                    <a:pt x="2217152" y="938122"/>
                  </a:lnTo>
                  <a:lnTo>
                    <a:pt x="2217168" y="938133"/>
                  </a:lnTo>
                  <a:lnTo>
                    <a:pt x="2217273" y="938010"/>
                  </a:lnTo>
                  <a:lnTo>
                    <a:pt x="2217286" y="937994"/>
                  </a:lnTo>
                  <a:lnTo>
                    <a:pt x="2217358" y="937845"/>
                  </a:lnTo>
                  <a:lnTo>
                    <a:pt x="2217554" y="937303"/>
                  </a:lnTo>
                  <a:lnTo>
                    <a:pt x="2217596" y="937185"/>
                  </a:lnTo>
                  <a:lnTo>
                    <a:pt x="2217658" y="937075"/>
                  </a:lnTo>
                  <a:lnTo>
                    <a:pt x="2217838" y="936754"/>
                  </a:lnTo>
                  <a:lnTo>
                    <a:pt x="2217740" y="936548"/>
                  </a:lnTo>
                  <a:lnTo>
                    <a:pt x="2218037" y="936087"/>
                  </a:lnTo>
                  <a:lnTo>
                    <a:pt x="2218051" y="936066"/>
                  </a:lnTo>
                  <a:lnTo>
                    <a:pt x="2218329" y="935635"/>
                  </a:lnTo>
                  <a:lnTo>
                    <a:pt x="2218397" y="935590"/>
                  </a:lnTo>
                  <a:lnTo>
                    <a:pt x="2218496" y="935596"/>
                  </a:lnTo>
                  <a:lnTo>
                    <a:pt x="2218754" y="935710"/>
                  </a:lnTo>
                  <a:lnTo>
                    <a:pt x="2219271" y="935939"/>
                  </a:lnTo>
                  <a:lnTo>
                    <a:pt x="2219376" y="935986"/>
                  </a:lnTo>
                  <a:lnTo>
                    <a:pt x="2219464" y="935997"/>
                  </a:lnTo>
                  <a:lnTo>
                    <a:pt x="2219481" y="935898"/>
                  </a:lnTo>
                  <a:lnTo>
                    <a:pt x="2219227" y="935764"/>
                  </a:lnTo>
                  <a:lnTo>
                    <a:pt x="2219023" y="935623"/>
                  </a:lnTo>
                  <a:lnTo>
                    <a:pt x="2218871" y="935518"/>
                  </a:lnTo>
                  <a:lnTo>
                    <a:pt x="2218994" y="935323"/>
                  </a:lnTo>
                  <a:lnTo>
                    <a:pt x="2218971" y="935228"/>
                  </a:lnTo>
                  <a:lnTo>
                    <a:pt x="2218640" y="935039"/>
                  </a:lnTo>
                  <a:lnTo>
                    <a:pt x="2218812" y="934658"/>
                  </a:lnTo>
                  <a:lnTo>
                    <a:pt x="2219310" y="934660"/>
                  </a:lnTo>
                  <a:lnTo>
                    <a:pt x="2219344" y="934369"/>
                  </a:lnTo>
                  <a:lnTo>
                    <a:pt x="2219176" y="933625"/>
                  </a:lnTo>
                  <a:lnTo>
                    <a:pt x="2218846" y="933190"/>
                  </a:lnTo>
                  <a:lnTo>
                    <a:pt x="2218562" y="933040"/>
                  </a:lnTo>
                  <a:lnTo>
                    <a:pt x="2218544" y="933030"/>
                  </a:lnTo>
                  <a:lnTo>
                    <a:pt x="2218465" y="932989"/>
                  </a:lnTo>
                  <a:lnTo>
                    <a:pt x="2218038" y="932617"/>
                  </a:lnTo>
                  <a:lnTo>
                    <a:pt x="2217850" y="932455"/>
                  </a:lnTo>
                  <a:lnTo>
                    <a:pt x="2217774" y="932331"/>
                  </a:lnTo>
                  <a:lnTo>
                    <a:pt x="2217773" y="932277"/>
                  </a:lnTo>
                  <a:lnTo>
                    <a:pt x="2217789" y="932195"/>
                  </a:lnTo>
                  <a:lnTo>
                    <a:pt x="2217797" y="932178"/>
                  </a:lnTo>
                  <a:lnTo>
                    <a:pt x="2217823" y="932139"/>
                  </a:lnTo>
                  <a:lnTo>
                    <a:pt x="2217900" y="932072"/>
                  </a:lnTo>
                  <a:lnTo>
                    <a:pt x="2217579" y="931973"/>
                  </a:lnTo>
                  <a:lnTo>
                    <a:pt x="2217483" y="931853"/>
                  </a:lnTo>
                  <a:lnTo>
                    <a:pt x="2217399" y="931783"/>
                  </a:lnTo>
                  <a:lnTo>
                    <a:pt x="2217368" y="931756"/>
                  </a:lnTo>
                  <a:lnTo>
                    <a:pt x="2217233" y="931644"/>
                  </a:lnTo>
                  <a:lnTo>
                    <a:pt x="2217226" y="931630"/>
                  </a:lnTo>
                  <a:lnTo>
                    <a:pt x="2217041" y="931281"/>
                  </a:lnTo>
                  <a:lnTo>
                    <a:pt x="2216953" y="931114"/>
                  </a:lnTo>
                  <a:lnTo>
                    <a:pt x="2216914" y="931040"/>
                  </a:lnTo>
                  <a:lnTo>
                    <a:pt x="2216876" y="930897"/>
                  </a:lnTo>
                  <a:lnTo>
                    <a:pt x="2216882" y="930710"/>
                  </a:lnTo>
                  <a:lnTo>
                    <a:pt x="2216925" y="930587"/>
                  </a:lnTo>
                  <a:lnTo>
                    <a:pt x="2217054" y="930420"/>
                  </a:lnTo>
                  <a:lnTo>
                    <a:pt x="2217022" y="930382"/>
                  </a:lnTo>
                  <a:lnTo>
                    <a:pt x="2216899" y="930240"/>
                  </a:lnTo>
                  <a:lnTo>
                    <a:pt x="2216791" y="930131"/>
                  </a:lnTo>
                  <a:lnTo>
                    <a:pt x="2216754" y="930093"/>
                  </a:lnTo>
                  <a:lnTo>
                    <a:pt x="2216663" y="930338"/>
                  </a:lnTo>
                  <a:lnTo>
                    <a:pt x="2216598" y="930403"/>
                  </a:lnTo>
                  <a:lnTo>
                    <a:pt x="2216527" y="930410"/>
                  </a:lnTo>
                  <a:lnTo>
                    <a:pt x="2216420" y="930386"/>
                  </a:lnTo>
                  <a:lnTo>
                    <a:pt x="2216273" y="930353"/>
                  </a:lnTo>
                  <a:lnTo>
                    <a:pt x="2216109" y="930376"/>
                  </a:lnTo>
                  <a:lnTo>
                    <a:pt x="2216015" y="930398"/>
                  </a:lnTo>
                  <a:lnTo>
                    <a:pt x="2215946" y="930457"/>
                  </a:lnTo>
                  <a:lnTo>
                    <a:pt x="2215926" y="930547"/>
                  </a:lnTo>
                  <a:lnTo>
                    <a:pt x="2215915" y="930592"/>
                  </a:lnTo>
                  <a:lnTo>
                    <a:pt x="2215913" y="930604"/>
                  </a:lnTo>
                  <a:lnTo>
                    <a:pt x="2215914" y="930647"/>
                  </a:lnTo>
                  <a:lnTo>
                    <a:pt x="2215919" y="930803"/>
                  </a:lnTo>
                  <a:lnTo>
                    <a:pt x="2215995" y="930934"/>
                  </a:lnTo>
                  <a:lnTo>
                    <a:pt x="2216112" y="931135"/>
                  </a:lnTo>
                  <a:lnTo>
                    <a:pt x="2216152" y="931311"/>
                  </a:lnTo>
                  <a:lnTo>
                    <a:pt x="2215899" y="931486"/>
                  </a:lnTo>
                  <a:lnTo>
                    <a:pt x="2215888" y="931494"/>
                  </a:lnTo>
                  <a:lnTo>
                    <a:pt x="2215872" y="931517"/>
                  </a:lnTo>
                  <a:lnTo>
                    <a:pt x="2215698" y="931768"/>
                  </a:lnTo>
                  <a:lnTo>
                    <a:pt x="2215619" y="931882"/>
                  </a:lnTo>
                  <a:lnTo>
                    <a:pt x="2215582" y="931985"/>
                  </a:lnTo>
                  <a:lnTo>
                    <a:pt x="2215451" y="932113"/>
                  </a:lnTo>
                  <a:lnTo>
                    <a:pt x="2215429" y="932128"/>
                  </a:lnTo>
                  <a:lnTo>
                    <a:pt x="2215341" y="932048"/>
                  </a:lnTo>
                  <a:lnTo>
                    <a:pt x="2215259" y="932058"/>
                  </a:lnTo>
                  <a:lnTo>
                    <a:pt x="2215201" y="932335"/>
                  </a:lnTo>
                  <a:lnTo>
                    <a:pt x="2215428" y="932809"/>
                  </a:lnTo>
                  <a:lnTo>
                    <a:pt x="2215433" y="932822"/>
                  </a:lnTo>
                  <a:lnTo>
                    <a:pt x="2215754" y="933272"/>
                  </a:lnTo>
                  <a:lnTo>
                    <a:pt x="2215793" y="933229"/>
                  </a:lnTo>
                  <a:lnTo>
                    <a:pt x="2215887" y="933220"/>
                  </a:lnTo>
                  <a:lnTo>
                    <a:pt x="2216118" y="933277"/>
                  </a:lnTo>
                  <a:lnTo>
                    <a:pt x="2216129" y="933279"/>
                  </a:lnTo>
                  <a:lnTo>
                    <a:pt x="2216288" y="933337"/>
                  </a:lnTo>
                  <a:lnTo>
                    <a:pt x="2216521" y="933466"/>
                  </a:lnTo>
                  <a:lnTo>
                    <a:pt x="2216518" y="933492"/>
                  </a:lnTo>
                  <a:lnTo>
                    <a:pt x="2216485" y="933857"/>
                  </a:lnTo>
                  <a:lnTo>
                    <a:pt x="2216351" y="933903"/>
                  </a:lnTo>
                  <a:lnTo>
                    <a:pt x="2216077" y="933996"/>
                  </a:lnTo>
                  <a:lnTo>
                    <a:pt x="2216044" y="934007"/>
                  </a:lnTo>
                  <a:lnTo>
                    <a:pt x="2215390" y="934022"/>
                  </a:lnTo>
                  <a:lnTo>
                    <a:pt x="2214997" y="934031"/>
                  </a:lnTo>
                  <a:lnTo>
                    <a:pt x="2214811" y="934036"/>
                  </a:lnTo>
                  <a:lnTo>
                    <a:pt x="2214796" y="934049"/>
                  </a:lnTo>
                  <a:lnTo>
                    <a:pt x="2214579" y="934245"/>
                  </a:lnTo>
                  <a:lnTo>
                    <a:pt x="2214415" y="934298"/>
                  </a:lnTo>
                  <a:lnTo>
                    <a:pt x="2214256" y="934207"/>
                  </a:lnTo>
                  <a:lnTo>
                    <a:pt x="2214201" y="934175"/>
                  </a:lnTo>
                  <a:lnTo>
                    <a:pt x="2214156" y="934149"/>
                  </a:lnTo>
                  <a:lnTo>
                    <a:pt x="2214129" y="934134"/>
                  </a:lnTo>
                  <a:lnTo>
                    <a:pt x="2214091" y="933962"/>
                  </a:lnTo>
                  <a:lnTo>
                    <a:pt x="2214072" y="933873"/>
                  </a:lnTo>
                  <a:lnTo>
                    <a:pt x="2214076" y="933867"/>
                  </a:lnTo>
                  <a:lnTo>
                    <a:pt x="2214126" y="933810"/>
                  </a:lnTo>
                  <a:lnTo>
                    <a:pt x="2214135" y="933805"/>
                  </a:lnTo>
                  <a:lnTo>
                    <a:pt x="2214269" y="933728"/>
                  </a:lnTo>
                  <a:lnTo>
                    <a:pt x="2214305" y="933744"/>
                  </a:lnTo>
                  <a:lnTo>
                    <a:pt x="2214420" y="933737"/>
                  </a:lnTo>
                  <a:lnTo>
                    <a:pt x="2214446" y="933428"/>
                  </a:lnTo>
                  <a:lnTo>
                    <a:pt x="2214293" y="933294"/>
                  </a:lnTo>
                  <a:lnTo>
                    <a:pt x="2214256" y="933281"/>
                  </a:lnTo>
                  <a:lnTo>
                    <a:pt x="2214089" y="933221"/>
                  </a:lnTo>
                  <a:lnTo>
                    <a:pt x="2214041" y="933204"/>
                  </a:lnTo>
                  <a:lnTo>
                    <a:pt x="2213535" y="933156"/>
                  </a:lnTo>
                  <a:lnTo>
                    <a:pt x="2213153" y="933200"/>
                  </a:lnTo>
                  <a:lnTo>
                    <a:pt x="2213136" y="933202"/>
                  </a:lnTo>
                  <a:lnTo>
                    <a:pt x="2213048" y="933246"/>
                  </a:lnTo>
                  <a:lnTo>
                    <a:pt x="2212973" y="933284"/>
                  </a:lnTo>
                  <a:lnTo>
                    <a:pt x="2213026" y="933366"/>
                  </a:lnTo>
                  <a:lnTo>
                    <a:pt x="2213005" y="933523"/>
                  </a:lnTo>
                  <a:lnTo>
                    <a:pt x="2212967" y="933560"/>
                  </a:lnTo>
                  <a:lnTo>
                    <a:pt x="2212745" y="933784"/>
                  </a:lnTo>
                  <a:lnTo>
                    <a:pt x="2212703" y="933801"/>
                  </a:lnTo>
                  <a:lnTo>
                    <a:pt x="2212395" y="933575"/>
                  </a:lnTo>
                  <a:lnTo>
                    <a:pt x="2212372" y="933441"/>
                  </a:lnTo>
                  <a:lnTo>
                    <a:pt x="2212397" y="933330"/>
                  </a:lnTo>
                  <a:lnTo>
                    <a:pt x="2212404" y="933299"/>
                  </a:lnTo>
                  <a:lnTo>
                    <a:pt x="2212357" y="932661"/>
                  </a:lnTo>
                  <a:lnTo>
                    <a:pt x="2212328" y="932457"/>
                  </a:lnTo>
                  <a:lnTo>
                    <a:pt x="2212315" y="932373"/>
                  </a:lnTo>
                  <a:lnTo>
                    <a:pt x="2212312" y="932351"/>
                  </a:lnTo>
                  <a:lnTo>
                    <a:pt x="2212310" y="932337"/>
                  </a:lnTo>
                  <a:lnTo>
                    <a:pt x="2212309" y="932329"/>
                  </a:lnTo>
                  <a:lnTo>
                    <a:pt x="2212232" y="932222"/>
                  </a:lnTo>
                  <a:lnTo>
                    <a:pt x="2211935" y="932285"/>
                  </a:lnTo>
                  <a:lnTo>
                    <a:pt x="2211913" y="932295"/>
                  </a:lnTo>
                  <a:lnTo>
                    <a:pt x="2211379" y="932526"/>
                  </a:lnTo>
                  <a:lnTo>
                    <a:pt x="2210833" y="932762"/>
                  </a:lnTo>
                  <a:lnTo>
                    <a:pt x="2210664" y="932836"/>
                  </a:lnTo>
                  <a:lnTo>
                    <a:pt x="2210034" y="933109"/>
                  </a:lnTo>
                  <a:lnTo>
                    <a:pt x="2209854" y="933286"/>
                  </a:lnTo>
                  <a:lnTo>
                    <a:pt x="2209720" y="933418"/>
                  </a:lnTo>
                  <a:lnTo>
                    <a:pt x="2209666" y="933471"/>
                  </a:lnTo>
                  <a:lnTo>
                    <a:pt x="2209657" y="933479"/>
                  </a:lnTo>
                  <a:lnTo>
                    <a:pt x="2209510" y="933770"/>
                  </a:lnTo>
                  <a:lnTo>
                    <a:pt x="2209186" y="934017"/>
                  </a:lnTo>
                  <a:lnTo>
                    <a:pt x="2208611" y="934295"/>
                  </a:lnTo>
                  <a:lnTo>
                    <a:pt x="2208460" y="934313"/>
                  </a:lnTo>
                  <a:lnTo>
                    <a:pt x="2208409" y="934319"/>
                  </a:lnTo>
                  <a:lnTo>
                    <a:pt x="2208399" y="934320"/>
                  </a:lnTo>
                  <a:lnTo>
                    <a:pt x="2208143" y="934129"/>
                  </a:lnTo>
                  <a:lnTo>
                    <a:pt x="2208138" y="934125"/>
                  </a:lnTo>
                  <a:lnTo>
                    <a:pt x="2207734" y="934000"/>
                  </a:lnTo>
                  <a:lnTo>
                    <a:pt x="2207665" y="934009"/>
                  </a:lnTo>
                  <a:lnTo>
                    <a:pt x="2207582" y="933999"/>
                  </a:lnTo>
                  <a:lnTo>
                    <a:pt x="2207457" y="933950"/>
                  </a:lnTo>
                  <a:lnTo>
                    <a:pt x="2207402" y="933885"/>
                  </a:lnTo>
                  <a:lnTo>
                    <a:pt x="2207385" y="933787"/>
                  </a:lnTo>
                  <a:lnTo>
                    <a:pt x="2207424" y="933696"/>
                  </a:lnTo>
                  <a:lnTo>
                    <a:pt x="2207573" y="933590"/>
                  </a:lnTo>
                  <a:lnTo>
                    <a:pt x="2207622" y="933576"/>
                  </a:lnTo>
                  <a:lnTo>
                    <a:pt x="2207718" y="933584"/>
                  </a:lnTo>
                  <a:lnTo>
                    <a:pt x="2207861" y="933666"/>
                  </a:lnTo>
                  <a:lnTo>
                    <a:pt x="2207946" y="933663"/>
                  </a:lnTo>
                  <a:lnTo>
                    <a:pt x="2208053" y="933659"/>
                  </a:lnTo>
                  <a:lnTo>
                    <a:pt x="2208046" y="933631"/>
                  </a:lnTo>
                  <a:lnTo>
                    <a:pt x="2208032" y="933575"/>
                  </a:lnTo>
                  <a:lnTo>
                    <a:pt x="2208026" y="933555"/>
                  </a:lnTo>
                  <a:lnTo>
                    <a:pt x="2207722" y="933486"/>
                  </a:lnTo>
                  <a:lnTo>
                    <a:pt x="2207598" y="933484"/>
                  </a:lnTo>
                  <a:lnTo>
                    <a:pt x="2207515" y="933511"/>
                  </a:lnTo>
                  <a:lnTo>
                    <a:pt x="2207408" y="933591"/>
                  </a:lnTo>
                  <a:lnTo>
                    <a:pt x="2207295" y="933772"/>
                  </a:lnTo>
                  <a:lnTo>
                    <a:pt x="2207279" y="933798"/>
                  </a:lnTo>
                  <a:lnTo>
                    <a:pt x="2207283" y="933879"/>
                  </a:lnTo>
                  <a:lnTo>
                    <a:pt x="2207363" y="934003"/>
                  </a:lnTo>
                  <a:lnTo>
                    <a:pt x="2207698" y="934252"/>
                  </a:lnTo>
                  <a:lnTo>
                    <a:pt x="2207806" y="934269"/>
                  </a:lnTo>
                  <a:lnTo>
                    <a:pt x="2208062" y="934532"/>
                  </a:lnTo>
                  <a:lnTo>
                    <a:pt x="2208126" y="934655"/>
                  </a:lnTo>
                  <a:lnTo>
                    <a:pt x="2208107" y="934722"/>
                  </a:lnTo>
                  <a:lnTo>
                    <a:pt x="2207898" y="934930"/>
                  </a:lnTo>
                  <a:lnTo>
                    <a:pt x="2207872" y="935080"/>
                  </a:lnTo>
                  <a:lnTo>
                    <a:pt x="2207879" y="935191"/>
                  </a:lnTo>
                  <a:lnTo>
                    <a:pt x="2207882" y="935248"/>
                  </a:lnTo>
                  <a:lnTo>
                    <a:pt x="2207940" y="935496"/>
                  </a:lnTo>
                  <a:lnTo>
                    <a:pt x="2207983" y="935570"/>
                  </a:lnTo>
                  <a:lnTo>
                    <a:pt x="2208031" y="935600"/>
                  </a:lnTo>
                  <a:lnTo>
                    <a:pt x="2208083" y="935755"/>
                  </a:lnTo>
                  <a:lnTo>
                    <a:pt x="2208111" y="935841"/>
                  </a:lnTo>
                  <a:lnTo>
                    <a:pt x="2208152" y="935964"/>
                  </a:lnTo>
                  <a:lnTo>
                    <a:pt x="2208158" y="936044"/>
                  </a:lnTo>
                  <a:lnTo>
                    <a:pt x="2208130" y="936215"/>
                  </a:lnTo>
                  <a:lnTo>
                    <a:pt x="2208090" y="936301"/>
                  </a:lnTo>
                  <a:lnTo>
                    <a:pt x="2208021" y="936385"/>
                  </a:lnTo>
                  <a:lnTo>
                    <a:pt x="2207442" y="936797"/>
                  </a:lnTo>
                  <a:lnTo>
                    <a:pt x="2207123" y="936960"/>
                  </a:lnTo>
                  <a:lnTo>
                    <a:pt x="2206766" y="937060"/>
                  </a:lnTo>
                  <a:lnTo>
                    <a:pt x="2206335" y="937063"/>
                  </a:lnTo>
                  <a:lnTo>
                    <a:pt x="2206220" y="937048"/>
                  </a:lnTo>
                  <a:lnTo>
                    <a:pt x="2206109" y="937013"/>
                  </a:lnTo>
                  <a:lnTo>
                    <a:pt x="2205842" y="936814"/>
                  </a:lnTo>
                  <a:lnTo>
                    <a:pt x="2205764" y="936877"/>
                  </a:lnTo>
                  <a:lnTo>
                    <a:pt x="2205769" y="936938"/>
                  </a:lnTo>
                  <a:lnTo>
                    <a:pt x="2205771" y="936969"/>
                  </a:lnTo>
                  <a:lnTo>
                    <a:pt x="2205772" y="936974"/>
                  </a:lnTo>
                  <a:lnTo>
                    <a:pt x="2205781" y="937012"/>
                  </a:lnTo>
                  <a:lnTo>
                    <a:pt x="2205786" y="937030"/>
                  </a:lnTo>
                  <a:lnTo>
                    <a:pt x="2205806" y="937110"/>
                  </a:lnTo>
                  <a:lnTo>
                    <a:pt x="2206081" y="937319"/>
                  </a:lnTo>
                  <a:lnTo>
                    <a:pt x="2206109" y="937340"/>
                  </a:lnTo>
                  <a:lnTo>
                    <a:pt x="2206178" y="937344"/>
                  </a:lnTo>
                  <a:lnTo>
                    <a:pt x="2206627" y="937369"/>
                  </a:lnTo>
                  <a:lnTo>
                    <a:pt x="2206637" y="937369"/>
                  </a:lnTo>
                  <a:lnTo>
                    <a:pt x="2206905" y="937516"/>
                  </a:lnTo>
                  <a:lnTo>
                    <a:pt x="2206909" y="937522"/>
                  </a:lnTo>
                  <a:lnTo>
                    <a:pt x="2206931" y="937555"/>
                  </a:lnTo>
                  <a:lnTo>
                    <a:pt x="2206962" y="937601"/>
                  </a:lnTo>
                  <a:lnTo>
                    <a:pt x="2207220" y="938050"/>
                  </a:lnTo>
                  <a:lnTo>
                    <a:pt x="2207211" y="938250"/>
                  </a:lnTo>
                  <a:lnTo>
                    <a:pt x="2207179" y="938278"/>
                  </a:lnTo>
                  <a:lnTo>
                    <a:pt x="2207083" y="938361"/>
                  </a:lnTo>
                  <a:lnTo>
                    <a:pt x="2206998" y="938629"/>
                  </a:lnTo>
                  <a:lnTo>
                    <a:pt x="2206990" y="938655"/>
                  </a:lnTo>
                  <a:lnTo>
                    <a:pt x="2207152" y="938727"/>
                  </a:lnTo>
                  <a:lnTo>
                    <a:pt x="2207295" y="938791"/>
                  </a:lnTo>
                  <a:lnTo>
                    <a:pt x="2207526" y="938819"/>
                  </a:lnTo>
                  <a:lnTo>
                    <a:pt x="2207548" y="938822"/>
                  </a:lnTo>
                  <a:lnTo>
                    <a:pt x="2207560" y="938823"/>
                  </a:lnTo>
                  <a:lnTo>
                    <a:pt x="2207599" y="938828"/>
                  </a:lnTo>
                  <a:lnTo>
                    <a:pt x="2207692" y="938865"/>
                  </a:lnTo>
                  <a:lnTo>
                    <a:pt x="2207730" y="938880"/>
                  </a:lnTo>
                  <a:lnTo>
                    <a:pt x="2207969" y="938976"/>
                  </a:lnTo>
                  <a:lnTo>
                    <a:pt x="2208143" y="939046"/>
                  </a:lnTo>
                  <a:lnTo>
                    <a:pt x="2208456" y="939054"/>
                  </a:lnTo>
                  <a:lnTo>
                    <a:pt x="2208826" y="939232"/>
                  </a:lnTo>
                  <a:lnTo>
                    <a:pt x="2208875" y="939255"/>
                  </a:lnTo>
                  <a:lnTo>
                    <a:pt x="2209015" y="939323"/>
                  </a:lnTo>
                  <a:lnTo>
                    <a:pt x="2209024" y="939401"/>
                  </a:lnTo>
                  <a:lnTo>
                    <a:pt x="2209027" y="939432"/>
                  </a:lnTo>
                  <a:lnTo>
                    <a:pt x="2209069" y="939504"/>
                  </a:lnTo>
                  <a:lnTo>
                    <a:pt x="2209315" y="939812"/>
                  </a:lnTo>
                  <a:lnTo>
                    <a:pt x="2209488" y="939658"/>
                  </a:lnTo>
                  <a:lnTo>
                    <a:pt x="2209953" y="940004"/>
                  </a:lnTo>
                  <a:lnTo>
                    <a:pt x="2209698" y="940283"/>
                  </a:lnTo>
                  <a:lnTo>
                    <a:pt x="2209857" y="940399"/>
                  </a:lnTo>
                  <a:lnTo>
                    <a:pt x="2209945" y="940440"/>
                  </a:lnTo>
                  <a:lnTo>
                    <a:pt x="2210007" y="940469"/>
                  </a:lnTo>
                  <a:lnTo>
                    <a:pt x="2210172" y="940547"/>
                  </a:lnTo>
                  <a:lnTo>
                    <a:pt x="2210315" y="940615"/>
                  </a:lnTo>
                  <a:lnTo>
                    <a:pt x="2210610" y="940695"/>
                  </a:lnTo>
                  <a:lnTo>
                    <a:pt x="2210803" y="940729"/>
                  </a:lnTo>
                  <a:lnTo>
                    <a:pt x="2210934" y="940739"/>
                  </a:lnTo>
                  <a:lnTo>
                    <a:pt x="2211219" y="940726"/>
                  </a:lnTo>
                  <a:lnTo>
                    <a:pt x="2211662" y="940705"/>
                  </a:lnTo>
                  <a:lnTo>
                    <a:pt x="2211730" y="940702"/>
                  </a:lnTo>
                  <a:lnTo>
                    <a:pt x="2212214" y="940705"/>
                  </a:lnTo>
                  <a:lnTo>
                    <a:pt x="2212799" y="940708"/>
                  </a:lnTo>
                  <a:lnTo>
                    <a:pt x="2213107" y="940785"/>
                  </a:lnTo>
                  <a:lnTo>
                    <a:pt x="2213192" y="940883"/>
                  </a:lnTo>
                  <a:lnTo>
                    <a:pt x="2213197" y="941112"/>
                  </a:lnTo>
                  <a:lnTo>
                    <a:pt x="2213086" y="941306"/>
                  </a:lnTo>
                  <a:lnTo>
                    <a:pt x="2213043" y="941382"/>
                  </a:lnTo>
                  <a:lnTo>
                    <a:pt x="2212883" y="941495"/>
                  </a:lnTo>
                  <a:lnTo>
                    <a:pt x="2212852" y="941517"/>
                  </a:lnTo>
                  <a:lnTo>
                    <a:pt x="2212694" y="941484"/>
                  </a:lnTo>
                  <a:lnTo>
                    <a:pt x="2212605" y="941465"/>
                  </a:lnTo>
                  <a:lnTo>
                    <a:pt x="2212513" y="941509"/>
                  </a:lnTo>
                  <a:lnTo>
                    <a:pt x="2212444" y="941566"/>
                  </a:lnTo>
                  <a:lnTo>
                    <a:pt x="2212416" y="941683"/>
                  </a:lnTo>
                  <a:lnTo>
                    <a:pt x="2212499" y="941932"/>
                  </a:lnTo>
                  <a:lnTo>
                    <a:pt x="2212526" y="942014"/>
                  </a:lnTo>
                  <a:lnTo>
                    <a:pt x="2212618" y="941967"/>
                  </a:lnTo>
                  <a:lnTo>
                    <a:pt x="2212830" y="942088"/>
                  </a:lnTo>
                  <a:lnTo>
                    <a:pt x="2212721" y="942462"/>
                  </a:lnTo>
                  <a:lnTo>
                    <a:pt x="2212683" y="942491"/>
                  </a:lnTo>
                  <a:lnTo>
                    <a:pt x="2212014" y="942994"/>
                  </a:lnTo>
                  <a:lnTo>
                    <a:pt x="2212079" y="943238"/>
                  </a:lnTo>
                  <a:lnTo>
                    <a:pt x="2211291" y="944049"/>
                  </a:lnTo>
                  <a:lnTo>
                    <a:pt x="2211239" y="944100"/>
                  </a:lnTo>
                  <a:lnTo>
                    <a:pt x="2211195" y="944065"/>
                  </a:lnTo>
                  <a:lnTo>
                    <a:pt x="2211178" y="944049"/>
                  </a:lnTo>
                  <a:lnTo>
                    <a:pt x="2211161" y="944036"/>
                  </a:lnTo>
                  <a:lnTo>
                    <a:pt x="2210965" y="943762"/>
                  </a:lnTo>
                  <a:lnTo>
                    <a:pt x="2210904" y="943799"/>
                  </a:lnTo>
                  <a:lnTo>
                    <a:pt x="2210873" y="943817"/>
                  </a:lnTo>
                  <a:lnTo>
                    <a:pt x="2210866" y="943822"/>
                  </a:lnTo>
                  <a:lnTo>
                    <a:pt x="2210860" y="943825"/>
                  </a:lnTo>
                  <a:lnTo>
                    <a:pt x="2210853" y="943829"/>
                  </a:lnTo>
                  <a:lnTo>
                    <a:pt x="2210873" y="943861"/>
                  </a:lnTo>
                  <a:lnTo>
                    <a:pt x="2210934" y="943963"/>
                  </a:lnTo>
                  <a:lnTo>
                    <a:pt x="2210968" y="944020"/>
                  </a:lnTo>
                  <a:lnTo>
                    <a:pt x="2210936" y="944049"/>
                  </a:lnTo>
                  <a:lnTo>
                    <a:pt x="2210879" y="944110"/>
                  </a:lnTo>
                  <a:lnTo>
                    <a:pt x="2211070" y="944272"/>
                  </a:lnTo>
                  <a:lnTo>
                    <a:pt x="2211136" y="944322"/>
                  </a:lnTo>
                  <a:lnTo>
                    <a:pt x="2211150" y="944332"/>
                  </a:lnTo>
                  <a:lnTo>
                    <a:pt x="2211469" y="944302"/>
                  </a:lnTo>
                  <a:lnTo>
                    <a:pt x="2211696" y="944280"/>
                  </a:lnTo>
                  <a:lnTo>
                    <a:pt x="2212024" y="944049"/>
                  </a:lnTo>
                  <a:lnTo>
                    <a:pt x="2213137" y="943251"/>
                  </a:lnTo>
                  <a:lnTo>
                    <a:pt x="2213366" y="943556"/>
                  </a:lnTo>
                  <a:lnTo>
                    <a:pt x="2213434" y="943512"/>
                  </a:lnTo>
                  <a:lnTo>
                    <a:pt x="2213554" y="943435"/>
                  </a:lnTo>
                  <a:lnTo>
                    <a:pt x="2213583" y="943416"/>
                  </a:lnTo>
                  <a:lnTo>
                    <a:pt x="2213693" y="943500"/>
                  </a:lnTo>
                  <a:lnTo>
                    <a:pt x="2213799" y="943586"/>
                  </a:lnTo>
                  <a:lnTo>
                    <a:pt x="2213837" y="943617"/>
                  </a:lnTo>
                  <a:lnTo>
                    <a:pt x="2213873" y="943651"/>
                  </a:lnTo>
                  <a:lnTo>
                    <a:pt x="2213721" y="943934"/>
                  </a:lnTo>
                  <a:lnTo>
                    <a:pt x="2213492" y="943975"/>
                  </a:lnTo>
                  <a:lnTo>
                    <a:pt x="2213419" y="944049"/>
                  </a:lnTo>
                  <a:lnTo>
                    <a:pt x="2213615" y="944138"/>
                  </a:lnTo>
                  <a:lnTo>
                    <a:pt x="2213509" y="944725"/>
                  </a:lnTo>
                  <a:lnTo>
                    <a:pt x="2213391" y="945172"/>
                  </a:lnTo>
                  <a:lnTo>
                    <a:pt x="2213351" y="945197"/>
                  </a:lnTo>
                  <a:lnTo>
                    <a:pt x="2213221" y="945277"/>
                  </a:lnTo>
                  <a:lnTo>
                    <a:pt x="2213224" y="945284"/>
                  </a:lnTo>
                  <a:lnTo>
                    <a:pt x="2213256" y="945383"/>
                  </a:lnTo>
                  <a:lnTo>
                    <a:pt x="2213327" y="945449"/>
                  </a:lnTo>
                  <a:lnTo>
                    <a:pt x="2213347" y="945467"/>
                  </a:lnTo>
                  <a:lnTo>
                    <a:pt x="2213362" y="945476"/>
                  </a:lnTo>
                  <a:lnTo>
                    <a:pt x="2213369" y="945481"/>
                  </a:lnTo>
                  <a:lnTo>
                    <a:pt x="2213387" y="945493"/>
                  </a:lnTo>
                  <a:lnTo>
                    <a:pt x="2213451" y="945516"/>
                  </a:lnTo>
                  <a:lnTo>
                    <a:pt x="2213495" y="945519"/>
                  </a:lnTo>
                  <a:lnTo>
                    <a:pt x="2213532" y="945518"/>
                  </a:lnTo>
                  <a:lnTo>
                    <a:pt x="2213713" y="945501"/>
                  </a:lnTo>
                  <a:lnTo>
                    <a:pt x="2213868" y="945110"/>
                  </a:lnTo>
                  <a:lnTo>
                    <a:pt x="2214229" y="944567"/>
                  </a:lnTo>
                  <a:lnTo>
                    <a:pt x="2214181" y="944407"/>
                  </a:lnTo>
                  <a:lnTo>
                    <a:pt x="2214087" y="944162"/>
                  </a:lnTo>
                  <a:lnTo>
                    <a:pt x="2214244" y="944113"/>
                  </a:lnTo>
                  <a:lnTo>
                    <a:pt x="2214308" y="944094"/>
                  </a:lnTo>
                  <a:lnTo>
                    <a:pt x="2214416" y="944400"/>
                  </a:lnTo>
                  <a:lnTo>
                    <a:pt x="2214825" y="944348"/>
                  </a:lnTo>
                  <a:lnTo>
                    <a:pt x="2214858" y="944440"/>
                  </a:lnTo>
                  <a:lnTo>
                    <a:pt x="2214941" y="944658"/>
                  </a:lnTo>
                  <a:lnTo>
                    <a:pt x="2215076" y="944620"/>
                  </a:lnTo>
                  <a:lnTo>
                    <a:pt x="2215091" y="944615"/>
                  </a:lnTo>
                  <a:lnTo>
                    <a:pt x="2215115" y="944609"/>
                  </a:lnTo>
                  <a:lnTo>
                    <a:pt x="2214971" y="944180"/>
                  </a:lnTo>
                  <a:lnTo>
                    <a:pt x="2214948" y="944119"/>
                  </a:lnTo>
                  <a:lnTo>
                    <a:pt x="2214921" y="944049"/>
                  </a:lnTo>
                  <a:lnTo>
                    <a:pt x="2214921" y="943996"/>
                  </a:lnTo>
                  <a:lnTo>
                    <a:pt x="2214924" y="943691"/>
                  </a:lnTo>
                  <a:lnTo>
                    <a:pt x="2214976" y="943646"/>
                  </a:lnTo>
                  <a:lnTo>
                    <a:pt x="2215282" y="943383"/>
                  </a:lnTo>
                  <a:lnTo>
                    <a:pt x="2215303" y="943364"/>
                  </a:lnTo>
                  <a:lnTo>
                    <a:pt x="2215462" y="943227"/>
                  </a:lnTo>
                  <a:lnTo>
                    <a:pt x="2215602" y="943185"/>
                  </a:lnTo>
                  <a:lnTo>
                    <a:pt x="2215621" y="943186"/>
                  </a:lnTo>
                  <a:lnTo>
                    <a:pt x="2215646" y="943188"/>
                  </a:lnTo>
                  <a:lnTo>
                    <a:pt x="2215686" y="943191"/>
                  </a:lnTo>
                  <a:lnTo>
                    <a:pt x="2216383" y="943386"/>
                  </a:lnTo>
                  <a:lnTo>
                    <a:pt x="2216429" y="943429"/>
                  </a:lnTo>
                  <a:lnTo>
                    <a:pt x="2216444" y="943465"/>
                  </a:lnTo>
                  <a:lnTo>
                    <a:pt x="2216593" y="943843"/>
                  </a:lnTo>
                  <a:lnTo>
                    <a:pt x="2216600" y="943862"/>
                  </a:lnTo>
                  <a:lnTo>
                    <a:pt x="2216586" y="943908"/>
                  </a:lnTo>
                  <a:lnTo>
                    <a:pt x="2216565" y="943921"/>
                  </a:lnTo>
                  <a:lnTo>
                    <a:pt x="2216352" y="944049"/>
                  </a:lnTo>
                  <a:lnTo>
                    <a:pt x="2216275" y="944236"/>
                  </a:lnTo>
                  <a:lnTo>
                    <a:pt x="2216156" y="944643"/>
                  </a:lnTo>
                  <a:lnTo>
                    <a:pt x="2216148" y="944721"/>
                  </a:lnTo>
                  <a:lnTo>
                    <a:pt x="2216145" y="944767"/>
                  </a:lnTo>
                  <a:lnTo>
                    <a:pt x="2216145" y="944793"/>
                  </a:lnTo>
                  <a:lnTo>
                    <a:pt x="2216147" y="944813"/>
                  </a:lnTo>
                  <a:lnTo>
                    <a:pt x="2216160" y="944825"/>
                  </a:lnTo>
                  <a:lnTo>
                    <a:pt x="2216172" y="944849"/>
                  </a:lnTo>
                  <a:lnTo>
                    <a:pt x="2216151" y="944993"/>
                  </a:lnTo>
                  <a:lnTo>
                    <a:pt x="2216131" y="945049"/>
                  </a:lnTo>
                  <a:lnTo>
                    <a:pt x="2216013" y="945250"/>
                  </a:lnTo>
                  <a:lnTo>
                    <a:pt x="2215834" y="945503"/>
                  </a:lnTo>
                  <a:lnTo>
                    <a:pt x="2215681" y="945597"/>
                  </a:lnTo>
                  <a:lnTo>
                    <a:pt x="2215591" y="945650"/>
                  </a:lnTo>
                  <a:lnTo>
                    <a:pt x="2215583" y="945654"/>
                  </a:lnTo>
                  <a:lnTo>
                    <a:pt x="2215044" y="945755"/>
                  </a:lnTo>
                  <a:lnTo>
                    <a:pt x="2214842" y="945767"/>
                  </a:lnTo>
                  <a:lnTo>
                    <a:pt x="2214722" y="945739"/>
                  </a:lnTo>
                  <a:lnTo>
                    <a:pt x="2214710" y="945736"/>
                  </a:lnTo>
                  <a:lnTo>
                    <a:pt x="2214694" y="945727"/>
                  </a:lnTo>
                  <a:lnTo>
                    <a:pt x="2214675" y="945713"/>
                  </a:lnTo>
                  <a:lnTo>
                    <a:pt x="2214659" y="945697"/>
                  </a:lnTo>
                  <a:lnTo>
                    <a:pt x="2214647" y="945685"/>
                  </a:lnTo>
                  <a:lnTo>
                    <a:pt x="2214590" y="945677"/>
                  </a:lnTo>
                  <a:lnTo>
                    <a:pt x="2214371" y="945672"/>
                  </a:lnTo>
                  <a:lnTo>
                    <a:pt x="2214359" y="945671"/>
                  </a:lnTo>
                  <a:lnTo>
                    <a:pt x="2214327" y="945679"/>
                  </a:lnTo>
                  <a:lnTo>
                    <a:pt x="2214292" y="945690"/>
                  </a:lnTo>
                  <a:lnTo>
                    <a:pt x="2214198" y="945723"/>
                  </a:lnTo>
                  <a:lnTo>
                    <a:pt x="2214105" y="945764"/>
                  </a:lnTo>
                  <a:lnTo>
                    <a:pt x="2214059" y="945786"/>
                  </a:lnTo>
                  <a:lnTo>
                    <a:pt x="2214028" y="945802"/>
                  </a:lnTo>
                  <a:lnTo>
                    <a:pt x="2213991" y="945824"/>
                  </a:lnTo>
                  <a:lnTo>
                    <a:pt x="2213918" y="945871"/>
                  </a:lnTo>
                  <a:lnTo>
                    <a:pt x="2213874" y="945904"/>
                  </a:lnTo>
                  <a:lnTo>
                    <a:pt x="2213813" y="945952"/>
                  </a:lnTo>
                  <a:lnTo>
                    <a:pt x="2213743" y="946013"/>
                  </a:lnTo>
                  <a:lnTo>
                    <a:pt x="2213622" y="946137"/>
                  </a:lnTo>
                  <a:lnTo>
                    <a:pt x="2212972" y="946822"/>
                  </a:lnTo>
                  <a:lnTo>
                    <a:pt x="2212808" y="946956"/>
                  </a:lnTo>
                  <a:lnTo>
                    <a:pt x="2212761" y="946995"/>
                  </a:lnTo>
                  <a:lnTo>
                    <a:pt x="2212684" y="947079"/>
                  </a:lnTo>
                  <a:lnTo>
                    <a:pt x="2212307" y="947499"/>
                  </a:lnTo>
                  <a:lnTo>
                    <a:pt x="2212201" y="947634"/>
                  </a:lnTo>
                  <a:lnTo>
                    <a:pt x="2211771" y="948133"/>
                  </a:lnTo>
                  <a:lnTo>
                    <a:pt x="2211739" y="948135"/>
                  </a:lnTo>
                  <a:lnTo>
                    <a:pt x="2211659" y="948159"/>
                  </a:lnTo>
                  <a:lnTo>
                    <a:pt x="2211613" y="948178"/>
                  </a:lnTo>
                  <a:lnTo>
                    <a:pt x="2211573" y="948210"/>
                  </a:lnTo>
                  <a:lnTo>
                    <a:pt x="2211549" y="948231"/>
                  </a:lnTo>
                  <a:lnTo>
                    <a:pt x="2211498" y="948278"/>
                  </a:lnTo>
                  <a:lnTo>
                    <a:pt x="2211449" y="948334"/>
                  </a:lnTo>
                  <a:lnTo>
                    <a:pt x="2211323" y="948486"/>
                  </a:lnTo>
                  <a:lnTo>
                    <a:pt x="2211261" y="948566"/>
                  </a:lnTo>
                  <a:lnTo>
                    <a:pt x="2211238" y="948604"/>
                  </a:lnTo>
                  <a:lnTo>
                    <a:pt x="2211056" y="949048"/>
                  </a:lnTo>
                  <a:lnTo>
                    <a:pt x="2210957" y="949434"/>
                  </a:lnTo>
                  <a:lnTo>
                    <a:pt x="2210621" y="949663"/>
                  </a:lnTo>
                  <a:lnTo>
                    <a:pt x="2210486" y="949750"/>
                  </a:lnTo>
                  <a:lnTo>
                    <a:pt x="2210481" y="949753"/>
                  </a:lnTo>
                  <a:lnTo>
                    <a:pt x="2210266" y="949852"/>
                  </a:lnTo>
                  <a:lnTo>
                    <a:pt x="2209928" y="949908"/>
                  </a:lnTo>
                  <a:lnTo>
                    <a:pt x="2209910" y="949909"/>
                  </a:lnTo>
                  <a:lnTo>
                    <a:pt x="2209888" y="949909"/>
                  </a:lnTo>
                  <a:lnTo>
                    <a:pt x="2209877" y="949908"/>
                  </a:lnTo>
                  <a:lnTo>
                    <a:pt x="2209873" y="949905"/>
                  </a:lnTo>
                  <a:lnTo>
                    <a:pt x="2209825" y="949838"/>
                  </a:lnTo>
                  <a:lnTo>
                    <a:pt x="2209826" y="949823"/>
                  </a:lnTo>
                  <a:lnTo>
                    <a:pt x="2209831" y="949792"/>
                  </a:lnTo>
                  <a:lnTo>
                    <a:pt x="2209960" y="949263"/>
                  </a:lnTo>
                  <a:lnTo>
                    <a:pt x="2210186" y="948917"/>
                  </a:lnTo>
                  <a:lnTo>
                    <a:pt x="2210197" y="948907"/>
                  </a:lnTo>
                  <a:lnTo>
                    <a:pt x="2210313" y="948807"/>
                  </a:lnTo>
                  <a:lnTo>
                    <a:pt x="2210329" y="948799"/>
                  </a:lnTo>
                  <a:lnTo>
                    <a:pt x="2210334" y="948797"/>
                  </a:lnTo>
                  <a:lnTo>
                    <a:pt x="2210521" y="948711"/>
                  </a:lnTo>
                  <a:lnTo>
                    <a:pt x="2210724" y="948517"/>
                  </a:lnTo>
                  <a:lnTo>
                    <a:pt x="2210776" y="948371"/>
                  </a:lnTo>
                  <a:lnTo>
                    <a:pt x="2211010" y="947862"/>
                  </a:lnTo>
                  <a:lnTo>
                    <a:pt x="2211254" y="947706"/>
                  </a:lnTo>
                  <a:lnTo>
                    <a:pt x="2211268" y="947710"/>
                  </a:lnTo>
                  <a:lnTo>
                    <a:pt x="2211284" y="947710"/>
                  </a:lnTo>
                  <a:lnTo>
                    <a:pt x="2211295" y="947706"/>
                  </a:lnTo>
                  <a:lnTo>
                    <a:pt x="2211652" y="947586"/>
                  </a:lnTo>
                  <a:lnTo>
                    <a:pt x="2211702" y="947561"/>
                  </a:lnTo>
                  <a:lnTo>
                    <a:pt x="2211758" y="947530"/>
                  </a:lnTo>
                  <a:lnTo>
                    <a:pt x="2211812" y="947493"/>
                  </a:lnTo>
                  <a:lnTo>
                    <a:pt x="2211850" y="947457"/>
                  </a:lnTo>
                  <a:lnTo>
                    <a:pt x="2211877" y="947425"/>
                  </a:lnTo>
                  <a:lnTo>
                    <a:pt x="2211898" y="947396"/>
                  </a:lnTo>
                  <a:lnTo>
                    <a:pt x="2211910" y="947374"/>
                  </a:lnTo>
                  <a:lnTo>
                    <a:pt x="2211915" y="947358"/>
                  </a:lnTo>
                  <a:lnTo>
                    <a:pt x="2211916" y="947345"/>
                  </a:lnTo>
                  <a:lnTo>
                    <a:pt x="2211914" y="947329"/>
                  </a:lnTo>
                  <a:lnTo>
                    <a:pt x="2211848" y="946902"/>
                  </a:lnTo>
                  <a:lnTo>
                    <a:pt x="2211675" y="946856"/>
                  </a:lnTo>
                  <a:lnTo>
                    <a:pt x="2211658" y="946856"/>
                  </a:lnTo>
                  <a:lnTo>
                    <a:pt x="2211045" y="946973"/>
                  </a:lnTo>
                  <a:lnTo>
                    <a:pt x="2210707" y="947128"/>
                  </a:lnTo>
                  <a:lnTo>
                    <a:pt x="2210123" y="947474"/>
                  </a:lnTo>
                  <a:lnTo>
                    <a:pt x="2209954" y="947602"/>
                  </a:lnTo>
                  <a:lnTo>
                    <a:pt x="2209942" y="947718"/>
                  </a:lnTo>
                  <a:lnTo>
                    <a:pt x="2209851" y="948020"/>
                  </a:lnTo>
                  <a:lnTo>
                    <a:pt x="2209847" y="948030"/>
                  </a:lnTo>
                  <a:lnTo>
                    <a:pt x="2209798" y="948044"/>
                  </a:lnTo>
                  <a:lnTo>
                    <a:pt x="2209756" y="948056"/>
                  </a:lnTo>
                  <a:lnTo>
                    <a:pt x="2209751" y="948058"/>
                  </a:lnTo>
                  <a:lnTo>
                    <a:pt x="2209642" y="948099"/>
                  </a:lnTo>
                  <a:lnTo>
                    <a:pt x="2209529" y="948140"/>
                  </a:lnTo>
                  <a:lnTo>
                    <a:pt x="2209523" y="948172"/>
                  </a:lnTo>
                  <a:lnTo>
                    <a:pt x="2209486" y="948360"/>
                  </a:lnTo>
                  <a:lnTo>
                    <a:pt x="2209271" y="948589"/>
                  </a:lnTo>
                  <a:lnTo>
                    <a:pt x="2209270" y="948601"/>
                  </a:lnTo>
                  <a:lnTo>
                    <a:pt x="2209235" y="948772"/>
                  </a:lnTo>
                  <a:lnTo>
                    <a:pt x="2209221" y="948810"/>
                  </a:lnTo>
                  <a:lnTo>
                    <a:pt x="2209080" y="948920"/>
                  </a:lnTo>
                  <a:lnTo>
                    <a:pt x="2209049" y="948927"/>
                  </a:lnTo>
                  <a:lnTo>
                    <a:pt x="2208819" y="948874"/>
                  </a:lnTo>
                  <a:lnTo>
                    <a:pt x="2208703" y="948840"/>
                  </a:lnTo>
                  <a:lnTo>
                    <a:pt x="2208565" y="948694"/>
                  </a:lnTo>
                  <a:lnTo>
                    <a:pt x="2208563" y="948688"/>
                  </a:lnTo>
                  <a:lnTo>
                    <a:pt x="2208550" y="948295"/>
                  </a:lnTo>
                  <a:lnTo>
                    <a:pt x="2208497" y="948260"/>
                  </a:lnTo>
                  <a:lnTo>
                    <a:pt x="2208359" y="948269"/>
                  </a:lnTo>
                  <a:lnTo>
                    <a:pt x="2208236" y="948306"/>
                  </a:lnTo>
                  <a:lnTo>
                    <a:pt x="2208130" y="948366"/>
                  </a:lnTo>
                  <a:lnTo>
                    <a:pt x="2208326" y="948719"/>
                  </a:lnTo>
                  <a:lnTo>
                    <a:pt x="2208333" y="948887"/>
                  </a:lnTo>
                  <a:lnTo>
                    <a:pt x="2208317" y="948925"/>
                  </a:lnTo>
                  <a:lnTo>
                    <a:pt x="2208212" y="948968"/>
                  </a:lnTo>
                  <a:lnTo>
                    <a:pt x="2208201" y="948969"/>
                  </a:lnTo>
                  <a:lnTo>
                    <a:pt x="2208174" y="948959"/>
                  </a:lnTo>
                  <a:lnTo>
                    <a:pt x="2208132" y="948896"/>
                  </a:lnTo>
                  <a:lnTo>
                    <a:pt x="2208129" y="948882"/>
                  </a:lnTo>
                  <a:lnTo>
                    <a:pt x="2208133" y="948868"/>
                  </a:lnTo>
                  <a:lnTo>
                    <a:pt x="2208133" y="948858"/>
                  </a:lnTo>
                  <a:lnTo>
                    <a:pt x="2208130" y="948845"/>
                  </a:lnTo>
                  <a:lnTo>
                    <a:pt x="2208102" y="948795"/>
                  </a:lnTo>
                  <a:lnTo>
                    <a:pt x="2208095" y="948783"/>
                  </a:lnTo>
                  <a:lnTo>
                    <a:pt x="2208088" y="948777"/>
                  </a:lnTo>
                  <a:lnTo>
                    <a:pt x="2207999" y="948702"/>
                  </a:lnTo>
                  <a:lnTo>
                    <a:pt x="2207974" y="948692"/>
                  </a:lnTo>
                  <a:lnTo>
                    <a:pt x="2207929" y="948687"/>
                  </a:lnTo>
                  <a:lnTo>
                    <a:pt x="2207901" y="948685"/>
                  </a:lnTo>
                  <a:lnTo>
                    <a:pt x="2207674" y="948684"/>
                  </a:lnTo>
                  <a:lnTo>
                    <a:pt x="2207611" y="948706"/>
                  </a:lnTo>
                  <a:lnTo>
                    <a:pt x="2207501" y="948748"/>
                  </a:lnTo>
                  <a:lnTo>
                    <a:pt x="2207483" y="948754"/>
                  </a:lnTo>
                  <a:lnTo>
                    <a:pt x="2207459" y="948765"/>
                  </a:lnTo>
                  <a:lnTo>
                    <a:pt x="2207448" y="948771"/>
                  </a:lnTo>
                  <a:lnTo>
                    <a:pt x="2207165" y="948935"/>
                  </a:lnTo>
                  <a:lnTo>
                    <a:pt x="2206895" y="949127"/>
                  </a:lnTo>
                  <a:lnTo>
                    <a:pt x="2206439" y="949452"/>
                  </a:lnTo>
                  <a:lnTo>
                    <a:pt x="2206387" y="949523"/>
                  </a:lnTo>
                  <a:lnTo>
                    <a:pt x="2206298" y="949667"/>
                  </a:lnTo>
                  <a:lnTo>
                    <a:pt x="2205949" y="950076"/>
                  </a:lnTo>
                  <a:lnTo>
                    <a:pt x="2205929" y="950084"/>
                  </a:lnTo>
                  <a:lnTo>
                    <a:pt x="2205864" y="950087"/>
                  </a:lnTo>
                  <a:lnTo>
                    <a:pt x="2205734" y="950059"/>
                  </a:lnTo>
                  <a:lnTo>
                    <a:pt x="2205720" y="950053"/>
                  </a:lnTo>
                  <a:lnTo>
                    <a:pt x="2205621" y="950024"/>
                  </a:lnTo>
                  <a:lnTo>
                    <a:pt x="2205603" y="950019"/>
                  </a:lnTo>
                  <a:lnTo>
                    <a:pt x="2205584" y="950014"/>
                  </a:lnTo>
                  <a:lnTo>
                    <a:pt x="2205534" y="950002"/>
                  </a:lnTo>
                  <a:lnTo>
                    <a:pt x="2205488" y="949993"/>
                  </a:lnTo>
                  <a:lnTo>
                    <a:pt x="2205458" y="949988"/>
                  </a:lnTo>
                  <a:lnTo>
                    <a:pt x="2205426" y="949993"/>
                  </a:lnTo>
                  <a:lnTo>
                    <a:pt x="2205364" y="950003"/>
                  </a:lnTo>
                  <a:lnTo>
                    <a:pt x="2205327" y="950010"/>
                  </a:lnTo>
                  <a:lnTo>
                    <a:pt x="2205319" y="950013"/>
                  </a:lnTo>
                  <a:lnTo>
                    <a:pt x="2205257" y="950044"/>
                  </a:lnTo>
                  <a:lnTo>
                    <a:pt x="2205175" y="950103"/>
                  </a:lnTo>
                  <a:lnTo>
                    <a:pt x="2205136" y="950133"/>
                  </a:lnTo>
                  <a:lnTo>
                    <a:pt x="2205128" y="950139"/>
                  </a:lnTo>
                  <a:lnTo>
                    <a:pt x="2205101" y="950173"/>
                  </a:lnTo>
                  <a:lnTo>
                    <a:pt x="2204968" y="950340"/>
                  </a:lnTo>
                  <a:lnTo>
                    <a:pt x="2204774" y="950607"/>
                  </a:lnTo>
                  <a:lnTo>
                    <a:pt x="2204615" y="950882"/>
                  </a:lnTo>
                  <a:lnTo>
                    <a:pt x="2204518" y="951105"/>
                  </a:lnTo>
                  <a:lnTo>
                    <a:pt x="2204416" y="951321"/>
                  </a:lnTo>
                  <a:lnTo>
                    <a:pt x="2204315" y="951528"/>
                  </a:lnTo>
                  <a:lnTo>
                    <a:pt x="2204283" y="951585"/>
                  </a:lnTo>
                  <a:lnTo>
                    <a:pt x="2204233" y="951656"/>
                  </a:lnTo>
                  <a:lnTo>
                    <a:pt x="2204073" y="951805"/>
                  </a:lnTo>
                  <a:lnTo>
                    <a:pt x="2204055" y="951951"/>
                  </a:lnTo>
                  <a:lnTo>
                    <a:pt x="2204034" y="952011"/>
                  </a:lnTo>
                  <a:lnTo>
                    <a:pt x="2203982" y="952128"/>
                  </a:lnTo>
                  <a:lnTo>
                    <a:pt x="2203916" y="952260"/>
                  </a:lnTo>
                  <a:lnTo>
                    <a:pt x="2203858" y="952355"/>
                  </a:lnTo>
                  <a:lnTo>
                    <a:pt x="2203749" y="952547"/>
                  </a:lnTo>
                  <a:lnTo>
                    <a:pt x="2203575" y="952879"/>
                  </a:lnTo>
                  <a:lnTo>
                    <a:pt x="2203389" y="953317"/>
                  </a:lnTo>
                  <a:lnTo>
                    <a:pt x="2203360" y="953388"/>
                  </a:lnTo>
                  <a:lnTo>
                    <a:pt x="2203302" y="953562"/>
                  </a:lnTo>
                  <a:lnTo>
                    <a:pt x="2203234" y="953781"/>
                  </a:lnTo>
                  <a:lnTo>
                    <a:pt x="2203220" y="953826"/>
                  </a:lnTo>
                  <a:lnTo>
                    <a:pt x="2203177" y="954069"/>
                  </a:lnTo>
                  <a:lnTo>
                    <a:pt x="2203166" y="954150"/>
                  </a:lnTo>
                  <a:lnTo>
                    <a:pt x="2203150" y="954402"/>
                  </a:lnTo>
                  <a:lnTo>
                    <a:pt x="2203151" y="954443"/>
                  </a:lnTo>
                  <a:lnTo>
                    <a:pt x="2203397" y="954822"/>
                  </a:lnTo>
                  <a:lnTo>
                    <a:pt x="2203444" y="954883"/>
                  </a:lnTo>
                  <a:lnTo>
                    <a:pt x="2203459" y="954890"/>
                  </a:lnTo>
                  <a:lnTo>
                    <a:pt x="2203474" y="954891"/>
                  </a:lnTo>
                  <a:lnTo>
                    <a:pt x="2203489" y="954891"/>
                  </a:lnTo>
                  <a:lnTo>
                    <a:pt x="2203590" y="954919"/>
                  </a:lnTo>
                  <a:lnTo>
                    <a:pt x="2203705" y="955315"/>
                  </a:lnTo>
                  <a:lnTo>
                    <a:pt x="2203820" y="955761"/>
                  </a:lnTo>
                  <a:lnTo>
                    <a:pt x="2203822" y="955823"/>
                  </a:lnTo>
                  <a:lnTo>
                    <a:pt x="2203770" y="955851"/>
                  </a:lnTo>
                  <a:lnTo>
                    <a:pt x="2203745" y="955860"/>
                  </a:lnTo>
                  <a:lnTo>
                    <a:pt x="2203741" y="955862"/>
                  </a:lnTo>
                  <a:lnTo>
                    <a:pt x="2203724" y="955873"/>
                  </a:lnTo>
                  <a:lnTo>
                    <a:pt x="2203702" y="955892"/>
                  </a:lnTo>
                  <a:lnTo>
                    <a:pt x="2203661" y="955932"/>
                  </a:lnTo>
                  <a:lnTo>
                    <a:pt x="2203625" y="955976"/>
                  </a:lnTo>
                  <a:lnTo>
                    <a:pt x="2203602" y="956009"/>
                  </a:lnTo>
                  <a:lnTo>
                    <a:pt x="2203581" y="956041"/>
                  </a:lnTo>
                  <a:lnTo>
                    <a:pt x="2203577" y="956049"/>
                  </a:lnTo>
                  <a:lnTo>
                    <a:pt x="2203562" y="956084"/>
                  </a:lnTo>
                  <a:lnTo>
                    <a:pt x="2203557" y="956130"/>
                  </a:lnTo>
                  <a:lnTo>
                    <a:pt x="2203556" y="956158"/>
                  </a:lnTo>
                  <a:lnTo>
                    <a:pt x="2203556" y="956183"/>
                  </a:lnTo>
                  <a:lnTo>
                    <a:pt x="2203558" y="956240"/>
                  </a:lnTo>
                  <a:lnTo>
                    <a:pt x="2203560" y="956303"/>
                  </a:lnTo>
                  <a:lnTo>
                    <a:pt x="2203561" y="956312"/>
                  </a:lnTo>
                  <a:lnTo>
                    <a:pt x="2203564" y="956338"/>
                  </a:lnTo>
                  <a:lnTo>
                    <a:pt x="2203566" y="956351"/>
                  </a:lnTo>
                  <a:lnTo>
                    <a:pt x="2203580" y="956373"/>
                  </a:lnTo>
                  <a:lnTo>
                    <a:pt x="2203590" y="956387"/>
                  </a:lnTo>
                  <a:lnTo>
                    <a:pt x="2203599" y="956401"/>
                  </a:lnTo>
                  <a:lnTo>
                    <a:pt x="2203613" y="956417"/>
                  </a:lnTo>
                  <a:lnTo>
                    <a:pt x="2203452" y="956639"/>
                  </a:lnTo>
                  <a:lnTo>
                    <a:pt x="2203063" y="957154"/>
                  </a:lnTo>
                  <a:lnTo>
                    <a:pt x="2203020" y="957186"/>
                  </a:lnTo>
                  <a:lnTo>
                    <a:pt x="2202996" y="957205"/>
                  </a:lnTo>
                  <a:lnTo>
                    <a:pt x="2202959" y="957241"/>
                  </a:lnTo>
                  <a:lnTo>
                    <a:pt x="2202951" y="957251"/>
                  </a:lnTo>
                  <a:lnTo>
                    <a:pt x="2202943" y="957264"/>
                  </a:lnTo>
                  <a:lnTo>
                    <a:pt x="2202819" y="957462"/>
                  </a:lnTo>
                  <a:lnTo>
                    <a:pt x="2202812" y="957473"/>
                  </a:lnTo>
                  <a:lnTo>
                    <a:pt x="2202800" y="957500"/>
                  </a:lnTo>
                  <a:lnTo>
                    <a:pt x="2202794" y="957518"/>
                  </a:lnTo>
                  <a:lnTo>
                    <a:pt x="2202691" y="957956"/>
                  </a:lnTo>
                  <a:lnTo>
                    <a:pt x="2202687" y="957981"/>
                  </a:lnTo>
                  <a:lnTo>
                    <a:pt x="2202688" y="958011"/>
                  </a:lnTo>
                  <a:lnTo>
                    <a:pt x="2202696" y="958036"/>
                  </a:lnTo>
                  <a:lnTo>
                    <a:pt x="2202707" y="958056"/>
                  </a:lnTo>
                  <a:lnTo>
                    <a:pt x="2202870" y="958234"/>
                  </a:lnTo>
                  <a:lnTo>
                    <a:pt x="2202830" y="958270"/>
                  </a:lnTo>
                  <a:lnTo>
                    <a:pt x="2202810" y="958268"/>
                  </a:lnTo>
                  <a:lnTo>
                    <a:pt x="2202789" y="958270"/>
                  </a:lnTo>
                  <a:lnTo>
                    <a:pt x="2202556" y="958310"/>
                  </a:lnTo>
                  <a:lnTo>
                    <a:pt x="2202530" y="958319"/>
                  </a:lnTo>
                  <a:lnTo>
                    <a:pt x="2202508" y="958332"/>
                  </a:lnTo>
                  <a:lnTo>
                    <a:pt x="2202485" y="958347"/>
                  </a:lnTo>
                  <a:lnTo>
                    <a:pt x="2202463" y="958364"/>
                  </a:lnTo>
                  <a:lnTo>
                    <a:pt x="2202446" y="958385"/>
                  </a:lnTo>
                  <a:lnTo>
                    <a:pt x="2202437" y="958398"/>
                  </a:lnTo>
                  <a:lnTo>
                    <a:pt x="2202429" y="958414"/>
                  </a:lnTo>
                  <a:lnTo>
                    <a:pt x="2202423" y="958437"/>
                  </a:lnTo>
                  <a:lnTo>
                    <a:pt x="2202419" y="958456"/>
                  </a:lnTo>
                  <a:lnTo>
                    <a:pt x="2202422" y="958470"/>
                  </a:lnTo>
                  <a:lnTo>
                    <a:pt x="2202427" y="958480"/>
                  </a:lnTo>
                  <a:lnTo>
                    <a:pt x="2202452" y="958500"/>
                  </a:lnTo>
                  <a:lnTo>
                    <a:pt x="2202539" y="958596"/>
                  </a:lnTo>
                  <a:lnTo>
                    <a:pt x="2202610" y="958817"/>
                  </a:lnTo>
                  <a:lnTo>
                    <a:pt x="2202599" y="958922"/>
                  </a:lnTo>
                  <a:lnTo>
                    <a:pt x="2202594" y="958937"/>
                  </a:lnTo>
                  <a:lnTo>
                    <a:pt x="2202584" y="958953"/>
                  </a:lnTo>
                  <a:lnTo>
                    <a:pt x="2202569" y="958968"/>
                  </a:lnTo>
                  <a:lnTo>
                    <a:pt x="2202358" y="959076"/>
                  </a:lnTo>
                  <a:lnTo>
                    <a:pt x="2202342" y="959077"/>
                  </a:lnTo>
                  <a:lnTo>
                    <a:pt x="2202254" y="959071"/>
                  </a:lnTo>
                  <a:lnTo>
                    <a:pt x="2202234" y="959070"/>
                  </a:lnTo>
                  <a:lnTo>
                    <a:pt x="2202200" y="959064"/>
                  </a:lnTo>
                  <a:lnTo>
                    <a:pt x="2202188" y="959063"/>
                  </a:lnTo>
                  <a:lnTo>
                    <a:pt x="2202133" y="959050"/>
                  </a:lnTo>
                  <a:lnTo>
                    <a:pt x="2202038" y="959004"/>
                  </a:lnTo>
                  <a:lnTo>
                    <a:pt x="2202005" y="958955"/>
                  </a:lnTo>
                  <a:lnTo>
                    <a:pt x="2201974" y="958902"/>
                  </a:lnTo>
                  <a:lnTo>
                    <a:pt x="2201850" y="958842"/>
                  </a:lnTo>
                  <a:lnTo>
                    <a:pt x="2201664" y="958812"/>
                  </a:lnTo>
                  <a:lnTo>
                    <a:pt x="2201610" y="958850"/>
                  </a:lnTo>
                  <a:lnTo>
                    <a:pt x="2201447" y="958773"/>
                  </a:lnTo>
                  <a:lnTo>
                    <a:pt x="2201310" y="958691"/>
                  </a:lnTo>
                  <a:lnTo>
                    <a:pt x="2201290" y="958669"/>
                  </a:lnTo>
                  <a:lnTo>
                    <a:pt x="2201156" y="958376"/>
                  </a:lnTo>
                  <a:lnTo>
                    <a:pt x="2200881" y="957997"/>
                  </a:lnTo>
                  <a:lnTo>
                    <a:pt x="2200511" y="957995"/>
                  </a:lnTo>
                  <a:lnTo>
                    <a:pt x="2200421" y="958117"/>
                  </a:lnTo>
                  <a:lnTo>
                    <a:pt x="2200399" y="958105"/>
                  </a:lnTo>
                  <a:lnTo>
                    <a:pt x="2200225" y="957999"/>
                  </a:lnTo>
                  <a:lnTo>
                    <a:pt x="2200328" y="957879"/>
                  </a:lnTo>
                  <a:lnTo>
                    <a:pt x="2200433" y="957685"/>
                  </a:lnTo>
                  <a:lnTo>
                    <a:pt x="2200426" y="957625"/>
                  </a:lnTo>
                  <a:lnTo>
                    <a:pt x="2200330" y="957299"/>
                  </a:lnTo>
                  <a:lnTo>
                    <a:pt x="2200004" y="956966"/>
                  </a:lnTo>
                  <a:lnTo>
                    <a:pt x="2199806" y="956775"/>
                  </a:lnTo>
                  <a:lnTo>
                    <a:pt x="2199478" y="956662"/>
                  </a:lnTo>
                  <a:lnTo>
                    <a:pt x="2198996" y="956527"/>
                  </a:lnTo>
                  <a:lnTo>
                    <a:pt x="2198864" y="956501"/>
                  </a:lnTo>
                  <a:lnTo>
                    <a:pt x="2198722" y="956524"/>
                  </a:lnTo>
                  <a:lnTo>
                    <a:pt x="2198507" y="956596"/>
                  </a:lnTo>
                  <a:lnTo>
                    <a:pt x="2198293" y="956707"/>
                  </a:lnTo>
                  <a:lnTo>
                    <a:pt x="2198080" y="956859"/>
                  </a:lnTo>
                  <a:lnTo>
                    <a:pt x="2198011" y="956910"/>
                  </a:lnTo>
                  <a:lnTo>
                    <a:pt x="2197793" y="957159"/>
                  </a:lnTo>
                  <a:lnTo>
                    <a:pt x="2197699" y="957328"/>
                  </a:lnTo>
                  <a:lnTo>
                    <a:pt x="2197643" y="957468"/>
                  </a:lnTo>
                  <a:lnTo>
                    <a:pt x="2197627" y="957773"/>
                  </a:lnTo>
                  <a:lnTo>
                    <a:pt x="2197635" y="957866"/>
                  </a:lnTo>
                  <a:lnTo>
                    <a:pt x="2197676" y="958058"/>
                  </a:lnTo>
                  <a:lnTo>
                    <a:pt x="2197738" y="958176"/>
                  </a:lnTo>
                  <a:lnTo>
                    <a:pt x="2198131" y="958556"/>
                  </a:lnTo>
                  <a:lnTo>
                    <a:pt x="2198398" y="958811"/>
                  </a:lnTo>
                  <a:lnTo>
                    <a:pt x="2198470" y="958848"/>
                  </a:lnTo>
                  <a:lnTo>
                    <a:pt x="2198520" y="958860"/>
                  </a:lnTo>
                  <a:lnTo>
                    <a:pt x="2198650" y="958884"/>
                  </a:lnTo>
                  <a:lnTo>
                    <a:pt x="2198754" y="958891"/>
                  </a:lnTo>
                  <a:lnTo>
                    <a:pt x="2199157" y="958902"/>
                  </a:lnTo>
                  <a:lnTo>
                    <a:pt x="2199237" y="958888"/>
                  </a:lnTo>
                  <a:lnTo>
                    <a:pt x="2199277" y="958870"/>
                  </a:lnTo>
                  <a:lnTo>
                    <a:pt x="2199369" y="958781"/>
                  </a:lnTo>
                  <a:lnTo>
                    <a:pt x="2199443" y="958810"/>
                  </a:lnTo>
                  <a:lnTo>
                    <a:pt x="2199434" y="959305"/>
                  </a:lnTo>
                  <a:lnTo>
                    <a:pt x="2199268" y="959487"/>
                  </a:lnTo>
                  <a:lnTo>
                    <a:pt x="2198990" y="959744"/>
                  </a:lnTo>
                  <a:lnTo>
                    <a:pt x="2198877" y="959805"/>
                  </a:lnTo>
                  <a:lnTo>
                    <a:pt x="2198497" y="959915"/>
                  </a:lnTo>
                  <a:lnTo>
                    <a:pt x="2198176" y="960066"/>
                  </a:lnTo>
                  <a:lnTo>
                    <a:pt x="2198049" y="960153"/>
                  </a:lnTo>
                  <a:lnTo>
                    <a:pt x="2197950" y="960285"/>
                  </a:lnTo>
                  <a:lnTo>
                    <a:pt x="2197851" y="960445"/>
                  </a:lnTo>
                  <a:lnTo>
                    <a:pt x="2197684" y="960772"/>
                  </a:lnTo>
                  <a:lnTo>
                    <a:pt x="2197561" y="961041"/>
                  </a:lnTo>
                  <a:lnTo>
                    <a:pt x="2197433" y="961509"/>
                  </a:lnTo>
                  <a:lnTo>
                    <a:pt x="2197399" y="961652"/>
                  </a:lnTo>
                  <a:lnTo>
                    <a:pt x="2197390" y="961726"/>
                  </a:lnTo>
                  <a:lnTo>
                    <a:pt x="2197385" y="962007"/>
                  </a:lnTo>
                  <a:lnTo>
                    <a:pt x="2197392" y="962198"/>
                  </a:lnTo>
                  <a:lnTo>
                    <a:pt x="2197424" y="962315"/>
                  </a:lnTo>
                  <a:lnTo>
                    <a:pt x="2197457" y="962386"/>
                  </a:lnTo>
                  <a:lnTo>
                    <a:pt x="2197501" y="962432"/>
                  </a:lnTo>
                  <a:lnTo>
                    <a:pt x="2197733" y="962595"/>
                  </a:lnTo>
                  <a:lnTo>
                    <a:pt x="2197860" y="962639"/>
                  </a:lnTo>
                  <a:lnTo>
                    <a:pt x="2198148" y="962784"/>
                  </a:lnTo>
                  <a:lnTo>
                    <a:pt x="2198219" y="962827"/>
                  </a:lnTo>
                  <a:lnTo>
                    <a:pt x="2198247" y="962926"/>
                  </a:lnTo>
                  <a:lnTo>
                    <a:pt x="2198243" y="962976"/>
                  </a:lnTo>
                  <a:lnTo>
                    <a:pt x="2197884" y="963528"/>
                  </a:lnTo>
                  <a:lnTo>
                    <a:pt x="2197648" y="963521"/>
                  </a:lnTo>
                  <a:lnTo>
                    <a:pt x="2197487" y="963487"/>
                  </a:lnTo>
                  <a:lnTo>
                    <a:pt x="2197395" y="963484"/>
                  </a:lnTo>
                  <a:lnTo>
                    <a:pt x="2197368" y="963488"/>
                  </a:lnTo>
                  <a:lnTo>
                    <a:pt x="2197064" y="963562"/>
                  </a:lnTo>
                  <a:lnTo>
                    <a:pt x="2196897" y="963611"/>
                  </a:lnTo>
                  <a:lnTo>
                    <a:pt x="2196854" y="963639"/>
                  </a:lnTo>
                  <a:lnTo>
                    <a:pt x="2196809" y="963680"/>
                  </a:lnTo>
                  <a:lnTo>
                    <a:pt x="2196722" y="963766"/>
                  </a:lnTo>
                  <a:lnTo>
                    <a:pt x="2196689" y="963802"/>
                  </a:lnTo>
                  <a:lnTo>
                    <a:pt x="2196657" y="963888"/>
                  </a:lnTo>
                  <a:lnTo>
                    <a:pt x="2196663" y="963927"/>
                  </a:lnTo>
                  <a:lnTo>
                    <a:pt x="2196465" y="964234"/>
                  </a:lnTo>
                  <a:lnTo>
                    <a:pt x="2196449" y="964251"/>
                  </a:lnTo>
                  <a:lnTo>
                    <a:pt x="2196335" y="964276"/>
                  </a:lnTo>
                  <a:lnTo>
                    <a:pt x="2196242" y="964275"/>
                  </a:lnTo>
                  <a:lnTo>
                    <a:pt x="2196175" y="964307"/>
                  </a:lnTo>
                  <a:lnTo>
                    <a:pt x="2196098" y="964400"/>
                  </a:lnTo>
                  <a:lnTo>
                    <a:pt x="2196043" y="964600"/>
                  </a:lnTo>
                  <a:lnTo>
                    <a:pt x="2196014" y="964745"/>
                  </a:lnTo>
                  <a:lnTo>
                    <a:pt x="2195953" y="964826"/>
                  </a:lnTo>
                  <a:lnTo>
                    <a:pt x="2195905" y="964852"/>
                  </a:lnTo>
                  <a:lnTo>
                    <a:pt x="2195659" y="964950"/>
                  </a:lnTo>
                  <a:lnTo>
                    <a:pt x="2195596" y="964946"/>
                  </a:lnTo>
                  <a:lnTo>
                    <a:pt x="2195428" y="964775"/>
                  </a:lnTo>
                  <a:lnTo>
                    <a:pt x="2195416" y="964754"/>
                  </a:lnTo>
                  <a:lnTo>
                    <a:pt x="2195475" y="964534"/>
                  </a:lnTo>
                  <a:lnTo>
                    <a:pt x="2195449" y="964450"/>
                  </a:lnTo>
                  <a:lnTo>
                    <a:pt x="2195390" y="964433"/>
                  </a:lnTo>
                  <a:lnTo>
                    <a:pt x="2195097" y="964407"/>
                  </a:lnTo>
                  <a:lnTo>
                    <a:pt x="2195021" y="964378"/>
                  </a:lnTo>
                  <a:lnTo>
                    <a:pt x="2194981" y="964352"/>
                  </a:lnTo>
                  <a:lnTo>
                    <a:pt x="2194928" y="964264"/>
                  </a:lnTo>
                  <a:lnTo>
                    <a:pt x="2194928" y="964235"/>
                  </a:lnTo>
                  <a:lnTo>
                    <a:pt x="2194954" y="964179"/>
                  </a:lnTo>
                  <a:lnTo>
                    <a:pt x="2195014" y="964136"/>
                  </a:lnTo>
                  <a:lnTo>
                    <a:pt x="2195150" y="964082"/>
                  </a:lnTo>
                  <a:lnTo>
                    <a:pt x="2195224" y="963976"/>
                  </a:lnTo>
                  <a:lnTo>
                    <a:pt x="2195062" y="963837"/>
                  </a:lnTo>
                  <a:lnTo>
                    <a:pt x="2194919" y="963813"/>
                  </a:lnTo>
                  <a:lnTo>
                    <a:pt x="2194747" y="963791"/>
                  </a:lnTo>
                  <a:lnTo>
                    <a:pt x="2194552" y="963814"/>
                  </a:lnTo>
                  <a:lnTo>
                    <a:pt x="2194191" y="964054"/>
                  </a:lnTo>
                  <a:lnTo>
                    <a:pt x="2193979" y="964264"/>
                  </a:lnTo>
                  <a:lnTo>
                    <a:pt x="2193936" y="964340"/>
                  </a:lnTo>
                  <a:lnTo>
                    <a:pt x="2193927" y="964347"/>
                  </a:lnTo>
                  <a:lnTo>
                    <a:pt x="2193911" y="964329"/>
                  </a:lnTo>
                  <a:lnTo>
                    <a:pt x="2193897" y="964313"/>
                  </a:lnTo>
                  <a:lnTo>
                    <a:pt x="2193870" y="964282"/>
                  </a:lnTo>
                  <a:lnTo>
                    <a:pt x="2193836" y="964246"/>
                  </a:lnTo>
                  <a:lnTo>
                    <a:pt x="2193845" y="964215"/>
                  </a:lnTo>
                  <a:lnTo>
                    <a:pt x="2193953" y="963840"/>
                  </a:lnTo>
                  <a:lnTo>
                    <a:pt x="2193929" y="963749"/>
                  </a:lnTo>
                  <a:lnTo>
                    <a:pt x="2193858" y="963673"/>
                  </a:lnTo>
                  <a:lnTo>
                    <a:pt x="2193834" y="963655"/>
                  </a:lnTo>
                  <a:lnTo>
                    <a:pt x="2193809" y="963652"/>
                  </a:lnTo>
                  <a:lnTo>
                    <a:pt x="2193792" y="963633"/>
                  </a:lnTo>
                  <a:lnTo>
                    <a:pt x="2193774" y="963488"/>
                  </a:lnTo>
                  <a:lnTo>
                    <a:pt x="2193780" y="963468"/>
                  </a:lnTo>
                  <a:lnTo>
                    <a:pt x="2193878" y="963311"/>
                  </a:lnTo>
                  <a:lnTo>
                    <a:pt x="2193921" y="963287"/>
                  </a:lnTo>
                  <a:lnTo>
                    <a:pt x="2193961" y="963243"/>
                  </a:lnTo>
                  <a:lnTo>
                    <a:pt x="2193959" y="963208"/>
                  </a:lnTo>
                  <a:lnTo>
                    <a:pt x="2193828" y="963139"/>
                  </a:lnTo>
                  <a:lnTo>
                    <a:pt x="2193230" y="962826"/>
                  </a:lnTo>
                  <a:lnTo>
                    <a:pt x="2193211" y="962830"/>
                  </a:lnTo>
                  <a:lnTo>
                    <a:pt x="2193089" y="962903"/>
                  </a:lnTo>
                  <a:lnTo>
                    <a:pt x="2193072" y="962923"/>
                  </a:lnTo>
                  <a:lnTo>
                    <a:pt x="2193061" y="963006"/>
                  </a:lnTo>
                  <a:lnTo>
                    <a:pt x="2193062" y="963079"/>
                  </a:lnTo>
                  <a:lnTo>
                    <a:pt x="2193104" y="963167"/>
                  </a:lnTo>
                  <a:lnTo>
                    <a:pt x="2193248" y="963161"/>
                  </a:lnTo>
                  <a:lnTo>
                    <a:pt x="2193248" y="963213"/>
                  </a:lnTo>
                  <a:lnTo>
                    <a:pt x="2193227" y="963239"/>
                  </a:lnTo>
                  <a:lnTo>
                    <a:pt x="2193188" y="963267"/>
                  </a:lnTo>
                  <a:lnTo>
                    <a:pt x="2193030" y="963311"/>
                  </a:lnTo>
                  <a:lnTo>
                    <a:pt x="2192787" y="963353"/>
                  </a:lnTo>
                  <a:lnTo>
                    <a:pt x="2192472" y="963604"/>
                  </a:lnTo>
                  <a:lnTo>
                    <a:pt x="2192272" y="963909"/>
                  </a:lnTo>
                  <a:lnTo>
                    <a:pt x="2192162" y="963906"/>
                  </a:lnTo>
                  <a:lnTo>
                    <a:pt x="2192075" y="963927"/>
                  </a:lnTo>
                  <a:lnTo>
                    <a:pt x="2192015" y="963955"/>
                  </a:lnTo>
                  <a:lnTo>
                    <a:pt x="2191940" y="964079"/>
                  </a:lnTo>
                  <a:lnTo>
                    <a:pt x="2191915" y="964161"/>
                  </a:lnTo>
                  <a:lnTo>
                    <a:pt x="2192148" y="964149"/>
                  </a:lnTo>
                  <a:lnTo>
                    <a:pt x="2192157" y="964157"/>
                  </a:lnTo>
                  <a:lnTo>
                    <a:pt x="2192263" y="964404"/>
                  </a:lnTo>
                  <a:lnTo>
                    <a:pt x="2192000" y="964414"/>
                  </a:lnTo>
                  <a:lnTo>
                    <a:pt x="2191742" y="964439"/>
                  </a:lnTo>
                  <a:lnTo>
                    <a:pt x="2191711" y="964456"/>
                  </a:lnTo>
                  <a:lnTo>
                    <a:pt x="2191629" y="964576"/>
                  </a:lnTo>
                  <a:lnTo>
                    <a:pt x="2191601" y="964653"/>
                  </a:lnTo>
                  <a:lnTo>
                    <a:pt x="2191591" y="964713"/>
                  </a:lnTo>
                  <a:lnTo>
                    <a:pt x="2191602" y="964748"/>
                  </a:lnTo>
                  <a:lnTo>
                    <a:pt x="2191632" y="964794"/>
                  </a:lnTo>
                  <a:lnTo>
                    <a:pt x="2191711" y="964885"/>
                  </a:lnTo>
                  <a:lnTo>
                    <a:pt x="2192403" y="964863"/>
                  </a:lnTo>
                  <a:lnTo>
                    <a:pt x="2192479" y="965131"/>
                  </a:lnTo>
                  <a:lnTo>
                    <a:pt x="2191784" y="965563"/>
                  </a:lnTo>
                  <a:lnTo>
                    <a:pt x="2191942" y="965785"/>
                  </a:lnTo>
                  <a:lnTo>
                    <a:pt x="2191771" y="965889"/>
                  </a:lnTo>
                  <a:lnTo>
                    <a:pt x="2192171" y="966435"/>
                  </a:lnTo>
                  <a:lnTo>
                    <a:pt x="2191766" y="966691"/>
                  </a:lnTo>
                  <a:lnTo>
                    <a:pt x="2191454" y="966253"/>
                  </a:lnTo>
                  <a:lnTo>
                    <a:pt x="2190982" y="966544"/>
                  </a:lnTo>
                  <a:lnTo>
                    <a:pt x="2190892" y="966417"/>
                  </a:lnTo>
                  <a:lnTo>
                    <a:pt x="2190786" y="966494"/>
                  </a:lnTo>
                  <a:lnTo>
                    <a:pt x="2190484" y="966489"/>
                  </a:lnTo>
                  <a:lnTo>
                    <a:pt x="2190416" y="966383"/>
                  </a:lnTo>
                  <a:lnTo>
                    <a:pt x="2190384" y="966335"/>
                  </a:lnTo>
                  <a:lnTo>
                    <a:pt x="2190384" y="966325"/>
                  </a:lnTo>
                  <a:lnTo>
                    <a:pt x="2190422" y="966305"/>
                  </a:lnTo>
                  <a:lnTo>
                    <a:pt x="2190421" y="966289"/>
                  </a:lnTo>
                  <a:lnTo>
                    <a:pt x="2190413" y="966260"/>
                  </a:lnTo>
                  <a:lnTo>
                    <a:pt x="2190370" y="966212"/>
                  </a:lnTo>
                  <a:lnTo>
                    <a:pt x="2190318" y="966173"/>
                  </a:lnTo>
                  <a:lnTo>
                    <a:pt x="2190279" y="966151"/>
                  </a:lnTo>
                  <a:lnTo>
                    <a:pt x="2190127" y="966189"/>
                  </a:lnTo>
                  <a:lnTo>
                    <a:pt x="2190114" y="966186"/>
                  </a:lnTo>
                  <a:lnTo>
                    <a:pt x="2190107" y="966163"/>
                  </a:lnTo>
                  <a:lnTo>
                    <a:pt x="2190107" y="964487"/>
                  </a:lnTo>
                  <a:lnTo>
                    <a:pt x="2189893" y="964054"/>
                  </a:lnTo>
                  <a:lnTo>
                    <a:pt x="2189715" y="963721"/>
                  </a:lnTo>
                  <a:lnTo>
                    <a:pt x="2189630" y="963559"/>
                  </a:lnTo>
                  <a:lnTo>
                    <a:pt x="2189529" y="963334"/>
                  </a:lnTo>
                  <a:lnTo>
                    <a:pt x="2189502" y="963315"/>
                  </a:lnTo>
                  <a:lnTo>
                    <a:pt x="2189467" y="963310"/>
                  </a:lnTo>
                  <a:lnTo>
                    <a:pt x="2189455" y="963308"/>
                  </a:lnTo>
                  <a:lnTo>
                    <a:pt x="2189438" y="963305"/>
                  </a:lnTo>
                  <a:lnTo>
                    <a:pt x="2189409" y="963371"/>
                  </a:lnTo>
                  <a:lnTo>
                    <a:pt x="2189440" y="963959"/>
                  </a:lnTo>
                  <a:lnTo>
                    <a:pt x="2189473" y="963986"/>
                  </a:lnTo>
                  <a:lnTo>
                    <a:pt x="2189476" y="964039"/>
                  </a:lnTo>
                  <a:lnTo>
                    <a:pt x="2189485" y="964183"/>
                  </a:lnTo>
                  <a:lnTo>
                    <a:pt x="2189475" y="964216"/>
                  </a:lnTo>
                  <a:lnTo>
                    <a:pt x="2189454" y="964231"/>
                  </a:lnTo>
                  <a:lnTo>
                    <a:pt x="2189413" y="964227"/>
                  </a:lnTo>
                  <a:lnTo>
                    <a:pt x="2189270" y="964196"/>
                  </a:lnTo>
                  <a:lnTo>
                    <a:pt x="2189167" y="964209"/>
                  </a:lnTo>
                  <a:lnTo>
                    <a:pt x="2189067" y="964388"/>
                  </a:lnTo>
                  <a:lnTo>
                    <a:pt x="2188945" y="964373"/>
                  </a:lnTo>
                  <a:lnTo>
                    <a:pt x="2188896" y="964260"/>
                  </a:lnTo>
                  <a:lnTo>
                    <a:pt x="2188718" y="964345"/>
                  </a:lnTo>
                  <a:lnTo>
                    <a:pt x="2188216" y="964624"/>
                  </a:lnTo>
                  <a:lnTo>
                    <a:pt x="2188256" y="964729"/>
                  </a:lnTo>
                  <a:lnTo>
                    <a:pt x="2187963" y="964862"/>
                  </a:lnTo>
                  <a:lnTo>
                    <a:pt x="2187483" y="965113"/>
                  </a:lnTo>
                  <a:lnTo>
                    <a:pt x="2187367" y="965180"/>
                  </a:lnTo>
                  <a:lnTo>
                    <a:pt x="2187038" y="965441"/>
                  </a:lnTo>
                  <a:lnTo>
                    <a:pt x="2186991" y="965479"/>
                  </a:lnTo>
                  <a:lnTo>
                    <a:pt x="2186920" y="965549"/>
                  </a:lnTo>
                  <a:lnTo>
                    <a:pt x="2186650" y="965918"/>
                  </a:lnTo>
                  <a:lnTo>
                    <a:pt x="2186330" y="966112"/>
                  </a:lnTo>
                  <a:lnTo>
                    <a:pt x="2186043" y="966095"/>
                  </a:lnTo>
                  <a:lnTo>
                    <a:pt x="2185966" y="965948"/>
                  </a:lnTo>
                  <a:lnTo>
                    <a:pt x="2185956" y="965828"/>
                  </a:lnTo>
                  <a:lnTo>
                    <a:pt x="2185948" y="965788"/>
                  </a:lnTo>
                  <a:lnTo>
                    <a:pt x="2185709" y="965671"/>
                  </a:lnTo>
                  <a:lnTo>
                    <a:pt x="2185676" y="965628"/>
                  </a:lnTo>
                  <a:lnTo>
                    <a:pt x="2185391" y="965268"/>
                  </a:lnTo>
                  <a:lnTo>
                    <a:pt x="2184993" y="964877"/>
                  </a:lnTo>
                  <a:lnTo>
                    <a:pt x="2184938" y="964884"/>
                  </a:lnTo>
                  <a:lnTo>
                    <a:pt x="2184937" y="964925"/>
                  </a:lnTo>
                  <a:lnTo>
                    <a:pt x="2184977" y="965073"/>
                  </a:lnTo>
                  <a:lnTo>
                    <a:pt x="2185025" y="965160"/>
                  </a:lnTo>
                  <a:lnTo>
                    <a:pt x="2185106" y="965263"/>
                  </a:lnTo>
                  <a:lnTo>
                    <a:pt x="2185227" y="965360"/>
                  </a:lnTo>
                  <a:lnTo>
                    <a:pt x="2185277" y="965410"/>
                  </a:lnTo>
                  <a:lnTo>
                    <a:pt x="2185339" y="965472"/>
                  </a:lnTo>
                  <a:lnTo>
                    <a:pt x="2185506" y="965796"/>
                  </a:lnTo>
                  <a:lnTo>
                    <a:pt x="2185623" y="966057"/>
                  </a:lnTo>
                  <a:lnTo>
                    <a:pt x="2185611" y="966069"/>
                  </a:lnTo>
                  <a:lnTo>
                    <a:pt x="2185576" y="966062"/>
                  </a:lnTo>
                  <a:lnTo>
                    <a:pt x="2185366" y="965982"/>
                  </a:lnTo>
                  <a:lnTo>
                    <a:pt x="2185148" y="965900"/>
                  </a:lnTo>
                  <a:lnTo>
                    <a:pt x="2184942" y="965909"/>
                  </a:lnTo>
                  <a:lnTo>
                    <a:pt x="2184926" y="965912"/>
                  </a:lnTo>
                  <a:lnTo>
                    <a:pt x="2184883" y="965946"/>
                  </a:lnTo>
                  <a:lnTo>
                    <a:pt x="2184954" y="966050"/>
                  </a:lnTo>
                  <a:lnTo>
                    <a:pt x="2185014" y="966093"/>
                  </a:lnTo>
                  <a:lnTo>
                    <a:pt x="2185338" y="966272"/>
                  </a:lnTo>
                  <a:lnTo>
                    <a:pt x="2185602" y="966375"/>
                  </a:lnTo>
                  <a:lnTo>
                    <a:pt x="2185786" y="966537"/>
                  </a:lnTo>
                  <a:lnTo>
                    <a:pt x="2185838" y="966793"/>
                  </a:lnTo>
                  <a:lnTo>
                    <a:pt x="2185773" y="967033"/>
                  </a:lnTo>
                  <a:lnTo>
                    <a:pt x="2185591" y="967319"/>
                  </a:lnTo>
                  <a:lnTo>
                    <a:pt x="2185359" y="967209"/>
                  </a:lnTo>
                  <a:lnTo>
                    <a:pt x="2185241" y="967155"/>
                  </a:lnTo>
                  <a:lnTo>
                    <a:pt x="2184976" y="967146"/>
                  </a:lnTo>
                  <a:lnTo>
                    <a:pt x="2184974" y="967159"/>
                  </a:lnTo>
                  <a:lnTo>
                    <a:pt x="2184928" y="967309"/>
                  </a:lnTo>
                  <a:lnTo>
                    <a:pt x="2184859" y="967305"/>
                  </a:lnTo>
                  <a:lnTo>
                    <a:pt x="2184604" y="967252"/>
                  </a:lnTo>
                  <a:lnTo>
                    <a:pt x="2184515" y="967258"/>
                  </a:lnTo>
                  <a:lnTo>
                    <a:pt x="2184420" y="967276"/>
                  </a:lnTo>
                  <a:lnTo>
                    <a:pt x="2184391" y="967299"/>
                  </a:lnTo>
                  <a:lnTo>
                    <a:pt x="2184431" y="967352"/>
                  </a:lnTo>
                  <a:lnTo>
                    <a:pt x="2184485" y="967333"/>
                  </a:lnTo>
                  <a:lnTo>
                    <a:pt x="2184564" y="967329"/>
                  </a:lnTo>
                  <a:lnTo>
                    <a:pt x="2184769" y="967365"/>
                  </a:lnTo>
                  <a:lnTo>
                    <a:pt x="2184769" y="967426"/>
                  </a:lnTo>
                  <a:lnTo>
                    <a:pt x="2184457" y="967467"/>
                  </a:lnTo>
                  <a:lnTo>
                    <a:pt x="2184305" y="967522"/>
                  </a:lnTo>
                  <a:lnTo>
                    <a:pt x="2184290" y="967531"/>
                  </a:lnTo>
                  <a:lnTo>
                    <a:pt x="2184278" y="967562"/>
                  </a:lnTo>
                  <a:lnTo>
                    <a:pt x="2184254" y="967625"/>
                  </a:lnTo>
                  <a:lnTo>
                    <a:pt x="2184248" y="967664"/>
                  </a:lnTo>
                  <a:lnTo>
                    <a:pt x="2184412" y="967733"/>
                  </a:lnTo>
                  <a:lnTo>
                    <a:pt x="2185081" y="967670"/>
                  </a:lnTo>
                  <a:lnTo>
                    <a:pt x="2185099" y="967644"/>
                  </a:lnTo>
                  <a:lnTo>
                    <a:pt x="2185115" y="967654"/>
                  </a:lnTo>
                  <a:lnTo>
                    <a:pt x="2185128" y="967698"/>
                  </a:lnTo>
                  <a:lnTo>
                    <a:pt x="2185063" y="967853"/>
                  </a:lnTo>
                  <a:lnTo>
                    <a:pt x="2185002" y="967946"/>
                  </a:lnTo>
                  <a:lnTo>
                    <a:pt x="2184770" y="968244"/>
                  </a:lnTo>
                  <a:lnTo>
                    <a:pt x="2184386" y="968841"/>
                  </a:lnTo>
                  <a:lnTo>
                    <a:pt x="2184246" y="969155"/>
                  </a:lnTo>
                  <a:lnTo>
                    <a:pt x="2184010" y="969736"/>
                  </a:lnTo>
                  <a:lnTo>
                    <a:pt x="2183969" y="969936"/>
                  </a:lnTo>
                  <a:lnTo>
                    <a:pt x="2184036" y="970094"/>
                  </a:lnTo>
                  <a:lnTo>
                    <a:pt x="2184079" y="970165"/>
                  </a:lnTo>
                  <a:lnTo>
                    <a:pt x="2184174" y="970288"/>
                  </a:lnTo>
                  <a:lnTo>
                    <a:pt x="2184200" y="970379"/>
                  </a:lnTo>
                  <a:lnTo>
                    <a:pt x="2184203" y="970461"/>
                  </a:lnTo>
                  <a:lnTo>
                    <a:pt x="2184156" y="970588"/>
                  </a:lnTo>
                  <a:lnTo>
                    <a:pt x="2184003" y="970603"/>
                  </a:lnTo>
                  <a:lnTo>
                    <a:pt x="2183980" y="970593"/>
                  </a:lnTo>
                  <a:lnTo>
                    <a:pt x="2183930" y="970563"/>
                  </a:lnTo>
                  <a:lnTo>
                    <a:pt x="2183810" y="970591"/>
                  </a:lnTo>
                  <a:lnTo>
                    <a:pt x="2183778" y="970619"/>
                  </a:lnTo>
                  <a:lnTo>
                    <a:pt x="2183705" y="970726"/>
                  </a:lnTo>
                  <a:lnTo>
                    <a:pt x="2183455" y="971254"/>
                  </a:lnTo>
                  <a:lnTo>
                    <a:pt x="2183423" y="971368"/>
                  </a:lnTo>
                  <a:lnTo>
                    <a:pt x="2183394" y="971468"/>
                  </a:lnTo>
                  <a:lnTo>
                    <a:pt x="2183366" y="971697"/>
                  </a:lnTo>
                  <a:lnTo>
                    <a:pt x="2183248" y="972244"/>
                  </a:lnTo>
                  <a:lnTo>
                    <a:pt x="2183244" y="972373"/>
                  </a:lnTo>
                  <a:lnTo>
                    <a:pt x="2183064" y="972600"/>
                  </a:lnTo>
                  <a:lnTo>
                    <a:pt x="2183003" y="972707"/>
                  </a:lnTo>
                  <a:lnTo>
                    <a:pt x="2182967" y="972820"/>
                  </a:lnTo>
                  <a:lnTo>
                    <a:pt x="2182958" y="972883"/>
                  </a:lnTo>
                  <a:lnTo>
                    <a:pt x="2182942" y="972955"/>
                  </a:lnTo>
                  <a:lnTo>
                    <a:pt x="2182886" y="972951"/>
                  </a:lnTo>
                  <a:lnTo>
                    <a:pt x="2182670" y="972990"/>
                  </a:lnTo>
                  <a:lnTo>
                    <a:pt x="2182162" y="973250"/>
                  </a:lnTo>
                  <a:lnTo>
                    <a:pt x="2182108" y="973285"/>
                  </a:lnTo>
                  <a:lnTo>
                    <a:pt x="2182064" y="973334"/>
                  </a:lnTo>
                  <a:lnTo>
                    <a:pt x="2182026" y="973398"/>
                  </a:lnTo>
                  <a:lnTo>
                    <a:pt x="2181949" y="973586"/>
                  </a:lnTo>
                  <a:lnTo>
                    <a:pt x="2181902" y="973752"/>
                  </a:lnTo>
                  <a:lnTo>
                    <a:pt x="2181884" y="973847"/>
                  </a:lnTo>
                  <a:lnTo>
                    <a:pt x="2181876" y="973953"/>
                  </a:lnTo>
                  <a:lnTo>
                    <a:pt x="2181873" y="974035"/>
                  </a:lnTo>
                  <a:lnTo>
                    <a:pt x="2181886" y="974158"/>
                  </a:lnTo>
                  <a:lnTo>
                    <a:pt x="2181873" y="974226"/>
                  </a:lnTo>
                  <a:lnTo>
                    <a:pt x="2181738" y="974399"/>
                  </a:lnTo>
                  <a:lnTo>
                    <a:pt x="2181595" y="974687"/>
                  </a:lnTo>
                  <a:lnTo>
                    <a:pt x="2181434" y="975071"/>
                  </a:lnTo>
                  <a:lnTo>
                    <a:pt x="2181323" y="975371"/>
                  </a:lnTo>
                  <a:lnTo>
                    <a:pt x="2181271" y="975555"/>
                  </a:lnTo>
                  <a:lnTo>
                    <a:pt x="2181187" y="975905"/>
                  </a:lnTo>
                  <a:lnTo>
                    <a:pt x="2181157" y="976122"/>
                  </a:lnTo>
                  <a:lnTo>
                    <a:pt x="2181156" y="976158"/>
                  </a:lnTo>
                  <a:lnTo>
                    <a:pt x="2181011" y="976067"/>
                  </a:lnTo>
                  <a:lnTo>
                    <a:pt x="2180967" y="975964"/>
                  </a:lnTo>
                  <a:lnTo>
                    <a:pt x="2180883" y="975962"/>
                  </a:lnTo>
                  <a:lnTo>
                    <a:pt x="2180822" y="976053"/>
                  </a:lnTo>
                  <a:lnTo>
                    <a:pt x="2180822" y="976082"/>
                  </a:lnTo>
                  <a:lnTo>
                    <a:pt x="2180878" y="976314"/>
                  </a:lnTo>
                  <a:lnTo>
                    <a:pt x="2180905" y="976346"/>
                  </a:lnTo>
                  <a:lnTo>
                    <a:pt x="2180945" y="976358"/>
                  </a:lnTo>
                  <a:lnTo>
                    <a:pt x="2181034" y="976362"/>
                  </a:lnTo>
                  <a:lnTo>
                    <a:pt x="2181090" y="976355"/>
                  </a:lnTo>
                  <a:lnTo>
                    <a:pt x="2181134" y="976332"/>
                  </a:lnTo>
                  <a:lnTo>
                    <a:pt x="2181171" y="976317"/>
                  </a:lnTo>
                  <a:lnTo>
                    <a:pt x="2181186" y="976389"/>
                  </a:lnTo>
                  <a:lnTo>
                    <a:pt x="2181166" y="976726"/>
                  </a:lnTo>
                  <a:lnTo>
                    <a:pt x="2181162" y="976886"/>
                  </a:lnTo>
                  <a:lnTo>
                    <a:pt x="2181328" y="977541"/>
                  </a:lnTo>
                  <a:lnTo>
                    <a:pt x="2181333" y="977583"/>
                  </a:lnTo>
                  <a:lnTo>
                    <a:pt x="2180901" y="978082"/>
                  </a:lnTo>
                  <a:lnTo>
                    <a:pt x="2180773" y="978298"/>
                  </a:lnTo>
                  <a:lnTo>
                    <a:pt x="2180689" y="978756"/>
                  </a:lnTo>
                  <a:lnTo>
                    <a:pt x="2180662" y="978769"/>
                  </a:lnTo>
                  <a:lnTo>
                    <a:pt x="2180454" y="978729"/>
                  </a:lnTo>
                  <a:lnTo>
                    <a:pt x="2180524" y="978347"/>
                  </a:lnTo>
                  <a:lnTo>
                    <a:pt x="2180635" y="977929"/>
                  </a:lnTo>
                  <a:lnTo>
                    <a:pt x="2180809" y="977669"/>
                  </a:lnTo>
                  <a:lnTo>
                    <a:pt x="2180757" y="977570"/>
                  </a:lnTo>
                  <a:lnTo>
                    <a:pt x="2180622" y="977555"/>
                  </a:lnTo>
                  <a:lnTo>
                    <a:pt x="2180012" y="977498"/>
                  </a:lnTo>
                  <a:lnTo>
                    <a:pt x="2179888" y="977869"/>
                  </a:lnTo>
                  <a:lnTo>
                    <a:pt x="2179899" y="977905"/>
                  </a:lnTo>
                  <a:lnTo>
                    <a:pt x="2179905" y="978924"/>
                  </a:lnTo>
                  <a:lnTo>
                    <a:pt x="2179907" y="979235"/>
                  </a:lnTo>
                  <a:lnTo>
                    <a:pt x="2179908" y="979934"/>
                  </a:lnTo>
                  <a:lnTo>
                    <a:pt x="2179693" y="979935"/>
                  </a:lnTo>
                  <a:lnTo>
                    <a:pt x="2179722" y="981347"/>
                  </a:lnTo>
                  <a:lnTo>
                    <a:pt x="2179052" y="981339"/>
                  </a:lnTo>
                  <a:lnTo>
                    <a:pt x="2179040" y="979654"/>
                  </a:lnTo>
                  <a:lnTo>
                    <a:pt x="2178566" y="979656"/>
                  </a:lnTo>
                  <a:lnTo>
                    <a:pt x="2178548" y="979664"/>
                  </a:lnTo>
                  <a:lnTo>
                    <a:pt x="2178293" y="979659"/>
                  </a:lnTo>
                  <a:lnTo>
                    <a:pt x="2178021" y="979711"/>
                  </a:lnTo>
                  <a:lnTo>
                    <a:pt x="2177762" y="979818"/>
                  </a:lnTo>
                  <a:lnTo>
                    <a:pt x="2176976" y="980210"/>
                  </a:lnTo>
                  <a:lnTo>
                    <a:pt x="2176962" y="980003"/>
                  </a:lnTo>
                  <a:lnTo>
                    <a:pt x="2176920" y="980023"/>
                  </a:lnTo>
                  <a:lnTo>
                    <a:pt x="2176803" y="980163"/>
                  </a:lnTo>
                  <a:lnTo>
                    <a:pt x="2176809" y="980218"/>
                  </a:lnTo>
                  <a:lnTo>
                    <a:pt x="2177166" y="980444"/>
                  </a:lnTo>
                  <a:lnTo>
                    <a:pt x="2177293" y="980529"/>
                  </a:lnTo>
                  <a:lnTo>
                    <a:pt x="2177300" y="980543"/>
                  </a:lnTo>
                  <a:lnTo>
                    <a:pt x="2177301" y="980564"/>
                  </a:lnTo>
                  <a:lnTo>
                    <a:pt x="2177044" y="980900"/>
                  </a:lnTo>
                  <a:lnTo>
                    <a:pt x="2177019" y="980914"/>
                  </a:lnTo>
                  <a:lnTo>
                    <a:pt x="2177004" y="980908"/>
                  </a:lnTo>
                  <a:lnTo>
                    <a:pt x="2176455" y="980571"/>
                  </a:lnTo>
                  <a:lnTo>
                    <a:pt x="2176437" y="980585"/>
                  </a:lnTo>
                  <a:lnTo>
                    <a:pt x="2176335" y="980731"/>
                  </a:lnTo>
                  <a:lnTo>
                    <a:pt x="2176166" y="980999"/>
                  </a:lnTo>
                  <a:lnTo>
                    <a:pt x="2176029" y="981285"/>
                  </a:lnTo>
                  <a:lnTo>
                    <a:pt x="2175930" y="981520"/>
                  </a:lnTo>
                  <a:lnTo>
                    <a:pt x="2175849" y="981671"/>
                  </a:lnTo>
                  <a:lnTo>
                    <a:pt x="2175800" y="981731"/>
                  </a:lnTo>
                  <a:lnTo>
                    <a:pt x="2175753" y="981764"/>
                  </a:lnTo>
                  <a:lnTo>
                    <a:pt x="2175712" y="981675"/>
                  </a:lnTo>
                  <a:lnTo>
                    <a:pt x="2175724" y="981570"/>
                  </a:lnTo>
                  <a:lnTo>
                    <a:pt x="2175707" y="981370"/>
                  </a:lnTo>
                  <a:lnTo>
                    <a:pt x="2175673" y="981318"/>
                  </a:lnTo>
                  <a:lnTo>
                    <a:pt x="2175592" y="981213"/>
                  </a:lnTo>
                  <a:lnTo>
                    <a:pt x="2175464" y="981252"/>
                  </a:lnTo>
                  <a:lnTo>
                    <a:pt x="2175344" y="981288"/>
                  </a:lnTo>
                  <a:lnTo>
                    <a:pt x="2175332" y="981298"/>
                  </a:lnTo>
                  <a:lnTo>
                    <a:pt x="2175256" y="981431"/>
                  </a:lnTo>
                  <a:lnTo>
                    <a:pt x="2175398" y="981600"/>
                  </a:lnTo>
                  <a:lnTo>
                    <a:pt x="2175539" y="981717"/>
                  </a:lnTo>
                  <a:lnTo>
                    <a:pt x="2175560" y="981781"/>
                  </a:lnTo>
                  <a:lnTo>
                    <a:pt x="2175523" y="982207"/>
                  </a:lnTo>
                  <a:lnTo>
                    <a:pt x="2175176" y="982598"/>
                  </a:lnTo>
                  <a:lnTo>
                    <a:pt x="2174952" y="982418"/>
                  </a:lnTo>
                  <a:lnTo>
                    <a:pt x="2174705" y="982628"/>
                  </a:lnTo>
                  <a:lnTo>
                    <a:pt x="2174220" y="982999"/>
                  </a:lnTo>
                  <a:lnTo>
                    <a:pt x="2174014" y="983210"/>
                  </a:lnTo>
                  <a:lnTo>
                    <a:pt x="2173970" y="983268"/>
                  </a:lnTo>
                  <a:lnTo>
                    <a:pt x="2173950" y="983309"/>
                  </a:lnTo>
                  <a:lnTo>
                    <a:pt x="2173879" y="983516"/>
                  </a:lnTo>
                  <a:lnTo>
                    <a:pt x="2173853" y="983676"/>
                  </a:lnTo>
                  <a:lnTo>
                    <a:pt x="2173935" y="983809"/>
                  </a:lnTo>
                  <a:lnTo>
                    <a:pt x="2173928" y="983886"/>
                  </a:lnTo>
                  <a:lnTo>
                    <a:pt x="2173839" y="984177"/>
                  </a:lnTo>
                  <a:lnTo>
                    <a:pt x="2173756" y="984501"/>
                  </a:lnTo>
                  <a:lnTo>
                    <a:pt x="2173664" y="984913"/>
                  </a:lnTo>
                  <a:lnTo>
                    <a:pt x="2173634" y="985061"/>
                  </a:lnTo>
                  <a:lnTo>
                    <a:pt x="2173485" y="985700"/>
                  </a:lnTo>
                  <a:lnTo>
                    <a:pt x="2173412" y="985927"/>
                  </a:lnTo>
                  <a:lnTo>
                    <a:pt x="2173268" y="986207"/>
                  </a:lnTo>
                  <a:lnTo>
                    <a:pt x="2173090" y="986670"/>
                  </a:lnTo>
                  <a:lnTo>
                    <a:pt x="2173054" y="986784"/>
                  </a:lnTo>
                  <a:lnTo>
                    <a:pt x="2172959" y="987085"/>
                  </a:lnTo>
                  <a:lnTo>
                    <a:pt x="2172808" y="987880"/>
                  </a:lnTo>
                  <a:lnTo>
                    <a:pt x="2172788" y="988080"/>
                  </a:lnTo>
                  <a:lnTo>
                    <a:pt x="2172737" y="988516"/>
                  </a:lnTo>
                  <a:lnTo>
                    <a:pt x="2172658" y="989030"/>
                  </a:lnTo>
                  <a:lnTo>
                    <a:pt x="2172576" y="989279"/>
                  </a:lnTo>
                  <a:lnTo>
                    <a:pt x="2172484" y="989370"/>
                  </a:lnTo>
                  <a:lnTo>
                    <a:pt x="2172476" y="989543"/>
                  </a:lnTo>
                  <a:lnTo>
                    <a:pt x="2172492" y="989640"/>
                  </a:lnTo>
                  <a:lnTo>
                    <a:pt x="2172513" y="989848"/>
                  </a:lnTo>
                  <a:lnTo>
                    <a:pt x="2172477" y="990327"/>
                  </a:lnTo>
                  <a:lnTo>
                    <a:pt x="2172425" y="990349"/>
                  </a:lnTo>
                  <a:lnTo>
                    <a:pt x="2172421" y="990699"/>
                  </a:lnTo>
                  <a:lnTo>
                    <a:pt x="2172443" y="990809"/>
                  </a:lnTo>
                  <a:lnTo>
                    <a:pt x="2172813" y="990802"/>
                  </a:lnTo>
                  <a:lnTo>
                    <a:pt x="2173130" y="990882"/>
                  </a:lnTo>
                  <a:lnTo>
                    <a:pt x="2173090" y="991225"/>
                  </a:lnTo>
                  <a:lnTo>
                    <a:pt x="2172953" y="991781"/>
                  </a:lnTo>
                  <a:lnTo>
                    <a:pt x="2172941" y="991816"/>
                  </a:lnTo>
                  <a:lnTo>
                    <a:pt x="2172766" y="992039"/>
                  </a:lnTo>
                  <a:lnTo>
                    <a:pt x="2172717" y="992033"/>
                  </a:lnTo>
                  <a:lnTo>
                    <a:pt x="2172582" y="991898"/>
                  </a:lnTo>
                  <a:lnTo>
                    <a:pt x="2172546" y="991838"/>
                  </a:lnTo>
                  <a:lnTo>
                    <a:pt x="2172537" y="991818"/>
                  </a:lnTo>
                  <a:lnTo>
                    <a:pt x="2172512" y="991783"/>
                  </a:lnTo>
                  <a:lnTo>
                    <a:pt x="2172452" y="991766"/>
                  </a:lnTo>
                  <a:lnTo>
                    <a:pt x="2172396" y="991786"/>
                  </a:lnTo>
                  <a:lnTo>
                    <a:pt x="2172318" y="991879"/>
                  </a:lnTo>
                  <a:lnTo>
                    <a:pt x="2172278" y="992019"/>
                  </a:lnTo>
                  <a:lnTo>
                    <a:pt x="2172315" y="992150"/>
                  </a:lnTo>
                  <a:lnTo>
                    <a:pt x="2172373" y="992158"/>
                  </a:lnTo>
                  <a:lnTo>
                    <a:pt x="2172610" y="992144"/>
                  </a:lnTo>
                  <a:lnTo>
                    <a:pt x="2172729" y="992160"/>
                  </a:lnTo>
                  <a:lnTo>
                    <a:pt x="2172773" y="992463"/>
                  </a:lnTo>
                  <a:lnTo>
                    <a:pt x="2173076" y="992431"/>
                  </a:lnTo>
                  <a:lnTo>
                    <a:pt x="2173130" y="992754"/>
                  </a:lnTo>
                  <a:lnTo>
                    <a:pt x="2172502" y="992828"/>
                  </a:lnTo>
                  <a:lnTo>
                    <a:pt x="2172528" y="993021"/>
                  </a:lnTo>
                  <a:lnTo>
                    <a:pt x="2172320" y="993045"/>
                  </a:lnTo>
                  <a:lnTo>
                    <a:pt x="2172257" y="992650"/>
                  </a:lnTo>
                  <a:lnTo>
                    <a:pt x="2172193" y="992588"/>
                  </a:lnTo>
                  <a:lnTo>
                    <a:pt x="2171818" y="992859"/>
                  </a:lnTo>
                  <a:lnTo>
                    <a:pt x="2171811" y="993142"/>
                  </a:lnTo>
                  <a:lnTo>
                    <a:pt x="2171858" y="993476"/>
                  </a:lnTo>
                  <a:lnTo>
                    <a:pt x="2171269" y="993547"/>
                  </a:lnTo>
                  <a:lnTo>
                    <a:pt x="2171196" y="993143"/>
                  </a:lnTo>
                  <a:lnTo>
                    <a:pt x="2171513" y="992933"/>
                  </a:lnTo>
                  <a:lnTo>
                    <a:pt x="2171672" y="992802"/>
                  </a:lnTo>
                  <a:lnTo>
                    <a:pt x="2171699" y="992760"/>
                  </a:lnTo>
                  <a:lnTo>
                    <a:pt x="2171680" y="992715"/>
                  </a:lnTo>
                  <a:lnTo>
                    <a:pt x="2171623" y="992628"/>
                  </a:lnTo>
                  <a:lnTo>
                    <a:pt x="2171467" y="992684"/>
                  </a:lnTo>
                  <a:lnTo>
                    <a:pt x="2171323" y="992751"/>
                  </a:lnTo>
                  <a:lnTo>
                    <a:pt x="2171276" y="992784"/>
                  </a:lnTo>
                  <a:lnTo>
                    <a:pt x="2171134" y="992987"/>
                  </a:lnTo>
                  <a:lnTo>
                    <a:pt x="2171066" y="993094"/>
                  </a:lnTo>
                  <a:lnTo>
                    <a:pt x="2171036" y="993121"/>
                  </a:lnTo>
                  <a:lnTo>
                    <a:pt x="2170961" y="993136"/>
                  </a:lnTo>
                  <a:lnTo>
                    <a:pt x="2170945" y="993067"/>
                  </a:lnTo>
                  <a:lnTo>
                    <a:pt x="2170927" y="993041"/>
                  </a:lnTo>
                  <a:lnTo>
                    <a:pt x="2170895" y="993019"/>
                  </a:lnTo>
                  <a:lnTo>
                    <a:pt x="2170753" y="992959"/>
                  </a:lnTo>
                  <a:lnTo>
                    <a:pt x="2170688" y="992936"/>
                  </a:lnTo>
                  <a:lnTo>
                    <a:pt x="2170644" y="992928"/>
                  </a:lnTo>
                  <a:lnTo>
                    <a:pt x="2170481" y="992925"/>
                  </a:lnTo>
                  <a:lnTo>
                    <a:pt x="2170297" y="992973"/>
                  </a:lnTo>
                  <a:lnTo>
                    <a:pt x="2170145" y="993122"/>
                  </a:lnTo>
                  <a:lnTo>
                    <a:pt x="2169966" y="993200"/>
                  </a:lnTo>
                  <a:lnTo>
                    <a:pt x="2169831" y="993120"/>
                  </a:lnTo>
                  <a:lnTo>
                    <a:pt x="2169739" y="993099"/>
                  </a:lnTo>
                  <a:lnTo>
                    <a:pt x="2169719" y="993101"/>
                  </a:lnTo>
                  <a:lnTo>
                    <a:pt x="2169606" y="993131"/>
                  </a:lnTo>
                  <a:lnTo>
                    <a:pt x="2168945" y="993486"/>
                  </a:lnTo>
                  <a:lnTo>
                    <a:pt x="2168912" y="993520"/>
                  </a:lnTo>
                  <a:lnTo>
                    <a:pt x="2168842" y="993457"/>
                  </a:lnTo>
                  <a:lnTo>
                    <a:pt x="2168785" y="993185"/>
                  </a:lnTo>
                  <a:lnTo>
                    <a:pt x="2168751" y="992915"/>
                  </a:lnTo>
                  <a:lnTo>
                    <a:pt x="2168624" y="992929"/>
                  </a:lnTo>
                  <a:lnTo>
                    <a:pt x="2168643" y="993177"/>
                  </a:lnTo>
                  <a:lnTo>
                    <a:pt x="2168638" y="993310"/>
                  </a:lnTo>
                  <a:lnTo>
                    <a:pt x="2168392" y="993509"/>
                  </a:lnTo>
                  <a:lnTo>
                    <a:pt x="2167882" y="993699"/>
                  </a:lnTo>
                  <a:lnTo>
                    <a:pt x="2167418" y="993806"/>
                  </a:lnTo>
                  <a:lnTo>
                    <a:pt x="2166755" y="994055"/>
                  </a:lnTo>
                  <a:lnTo>
                    <a:pt x="2166814" y="994253"/>
                  </a:lnTo>
                  <a:lnTo>
                    <a:pt x="2166852" y="994426"/>
                  </a:lnTo>
                  <a:lnTo>
                    <a:pt x="2166174" y="994759"/>
                  </a:lnTo>
                  <a:lnTo>
                    <a:pt x="2166066" y="994431"/>
                  </a:lnTo>
                  <a:lnTo>
                    <a:pt x="2166019" y="994415"/>
                  </a:lnTo>
                  <a:lnTo>
                    <a:pt x="2165851" y="994515"/>
                  </a:lnTo>
                  <a:lnTo>
                    <a:pt x="2165864" y="994684"/>
                  </a:lnTo>
                  <a:lnTo>
                    <a:pt x="2165493" y="994801"/>
                  </a:lnTo>
                  <a:lnTo>
                    <a:pt x="2165435" y="994933"/>
                  </a:lnTo>
                  <a:lnTo>
                    <a:pt x="2165306" y="995234"/>
                  </a:lnTo>
                  <a:lnTo>
                    <a:pt x="2165082" y="995670"/>
                  </a:lnTo>
                  <a:lnTo>
                    <a:pt x="2164843" y="995601"/>
                  </a:lnTo>
                  <a:lnTo>
                    <a:pt x="2164791" y="995566"/>
                  </a:lnTo>
                  <a:lnTo>
                    <a:pt x="2164770" y="995618"/>
                  </a:lnTo>
                  <a:lnTo>
                    <a:pt x="2164565" y="996438"/>
                  </a:lnTo>
                  <a:lnTo>
                    <a:pt x="2164551" y="996508"/>
                  </a:lnTo>
                  <a:lnTo>
                    <a:pt x="2164545" y="996653"/>
                  </a:lnTo>
                  <a:lnTo>
                    <a:pt x="2164380" y="997283"/>
                  </a:lnTo>
                  <a:lnTo>
                    <a:pt x="2164310" y="997470"/>
                  </a:lnTo>
                  <a:lnTo>
                    <a:pt x="2164300" y="997681"/>
                  </a:lnTo>
                  <a:lnTo>
                    <a:pt x="2164311" y="997792"/>
                  </a:lnTo>
                  <a:lnTo>
                    <a:pt x="2164292" y="998071"/>
                  </a:lnTo>
                  <a:lnTo>
                    <a:pt x="2164123" y="998773"/>
                  </a:lnTo>
                  <a:lnTo>
                    <a:pt x="2164064" y="999056"/>
                  </a:lnTo>
                  <a:lnTo>
                    <a:pt x="2164030" y="999255"/>
                  </a:lnTo>
                  <a:lnTo>
                    <a:pt x="2163970" y="1000103"/>
                  </a:lnTo>
                  <a:lnTo>
                    <a:pt x="2163960" y="1000552"/>
                  </a:lnTo>
                  <a:lnTo>
                    <a:pt x="2163984" y="1000967"/>
                  </a:lnTo>
                  <a:lnTo>
                    <a:pt x="2164061" y="1001652"/>
                  </a:lnTo>
                  <a:lnTo>
                    <a:pt x="2164149" y="1002087"/>
                  </a:lnTo>
                  <a:lnTo>
                    <a:pt x="2164076" y="1002094"/>
                  </a:lnTo>
                  <a:lnTo>
                    <a:pt x="2163999" y="1002082"/>
                  </a:lnTo>
                  <a:lnTo>
                    <a:pt x="2163910" y="1002175"/>
                  </a:lnTo>
                  <a:lnTo>
                    <a:pt x="2163855" y="1002233"/>
                  </a:lnTo>
                  <a:lnTo>
                    <a:pt x="2164023" y="1002412"/>
                  </a:lnTo>
                  <a:lnTo>
                    <a:pt x="2164004" y="1002709"/>
                  </a:lnTo>
                  <a:lnTo>
                    <a:pt x="2163944" y="1002971"/>
                  </a:lnTo>
                  <a:lnTo>
                    <a:pt x="2163905" y="1003111"/>
                  </a:lnTo>
                  <a:lnTo>
                    <a:pt x="2163822" y="1003312"/>
                  </a:lnTo>
                  <a:lnTo>
                    <a:pt x="2163653" y="1003595"/>
                  </a:lnTo>
                  <a:lnTo>
                    <a:pt x="2163809" y="1003662"/>
                  </a:lnTo>
                  <a:lnTo>
                    <a:pt x="2163756" y="1003783"/>
                  </a:lnTo>
                  <a:lnTo>
                    <a:pt x="2163457" y="1003784"/>
                  </a:lnTo>
                  <a:lnTo>
                    <a:pt x="2163359" y="1003840"/>
                  </a:lnTo>
                  <a:lnTo>
                    <a:pt x="2163350" y="1003887"/>
                  </a:lnTo>
                  <a:lnTo>
                    <a:pt x="2163433" y="1003971"/>
                  </a:lnTo>
                  <a:lnTo>
                    <a:pt x="2163448" y="1003974"/>
                  </a:lnTo>
                  <a:lnTo>
                    <a:pt x="2163549" y="1003998"/>
                  </a:lnTo>
                  <a:lnTo>
                    <a:pt x="2164191" y="1004196"/>
                  </a:lnTo>
                  <a:lnTo>
                    <a:pt x="2164024" y="1005634"/>
                  </a:lnTo>
                  <a:lnTo>
                    <a:pt x="2163991" y="1005649"/>
                  </a:lnTo>
                  <a:lnTo>
                    <a:pt x="2163966" y="1005631"/>
                  </a:lnTo>
                  <a:lnTo>
                    <a:pt x="2163344" y="1005617"/>
                  </a:lnTo>
                  <a:lnTo>
                    <a:pt x="2163278" y="1005764"/>
                  </a:lnTo>
                  <a:lnTo>
                    <a:pt x="2163295" y="1005795"/>
                  </a:lnTo>
                  <a:lnTo>
                    <a:pt x="2163516" y="1005771"/>
                  </a:lnTo>
                  <a:lnTo>
                    <a:pt x="2163526" y="1005811"/>
                  </a:lnTo>
                  <a:lnTo>
                    <a:pt x="2163755" y="1005794"/>
                  </a:lnTo>
                  <a:lnTo>
                    <a:pt x="2164432" y="1005719"/>
                  </a:lnTo>
                  <a:lnTo>
                    <a:pt x="2164487" y="1005714"/>
                  </a:lnTo>
                  <a:lnTo>
                    <a:pt x="2164559" y="1005755"/>
                  </a:lnTo>
                  <a:lnTo>
                    <a:pt x="2164684" y="1006094"/>
                  </a:lnTo>
                  <a:lnTo>
                    <a:pt x="2164704" y="1006189"/>
                  </a:lnTo>
                  <a:lnTo>
                    <a:pt x="2164664" y="1006264"/>
                  </a:lnTo>
                  <a:lnTo>
                    <a:pt x="2164386" y="1006348"/>
                  </a:lnTo>
                  <a:lnTo>
                    <a:pt x="2163738" y="1006670"/>
                  </a:lnTo>
                  <a:lnTo>
                    <a:pt x="2163738" y="1006839"/>
                  </a:lnTo>
                  <a:lnTo>
                    <a:pt x="2163741" y="1007040"/>
                  </a:lnTo>
                  <a:lnTo>
                    <a:pt x="2163787" y="1007111"/>
                  </a:lnTo>
                  <a:lnTo>
                    <a:pt x="2163902" y="1007190"/>
                  </a:lnTo>
                  <a:lnTo>
                    <a:pt x="2164006" y="1007206"/>
                  </a:lnTo>
                  <a:lnTo>
                    <a:pt x="2164408" y="1007018"/>
                  </a:lnTo>
                  <a:lnTo>
                    <a:pt x="2164549" y="1007357"/>
                  </a:lnTo>
                  <a:lnTo>
                    <a:pt x="2164511" y="1007626"/>
                  </a:lnTo>
                  <a:lnTo>
                    <a:pt x="2164506" y="1007789"/>
                  </a:lnTo>
                  <a:lnTo>
                    <a:pt x="2164657" y="1008032"/>
                  </a:lnTo>
                  <a:lnTo>
                    <a:pt x="2164985" y="1008261"/>
                  </a:lnTo>
                  <a:lnTo>
                    <a:pt x="2165255" y="1008835"/>
                  </a:lnTo>
                  <a:lnTo>
                    <a:pt x="2165250" y="1008847"/>
                  </a:lnTo>
                  <a:lnTo>
                    <a:pt x="2165165" y="1008905"/>
                  </a:lnTo>
                  <a:lnTo>
                    <a:pt x="2165071" y="1009009"/>
                  </a:lnTo>
                  <a:lnTo>
                    <a:pt x="2165038" y="1009060"/>
                  </a:lnTo>
                  <a:lnTo>
                    <a:pt x="2165080" y="1009094"/>
                  </a:lnTo>
                  <a:lnTo>
                    <a:pt x="2165199" y="1009190"/>
                  </a:lnTo>
                  <a:lnTo>
                    <a:pt x="2165285" y="1009232"/>
                  </a:lnTo>
                  <a:lnTo>
                    <a:pt x="2165376" y="1009252"/>
                  </a:lnTo>
                  <a:lnTo>
                    <a:pt x="2165448" y="1009255"/>
                  </a:lnTo>
                  <a:lnTo>
                    <a:pt x="2165456" y="1009240"/>
                  </a:lnTo>
                  <a:lnTo>
                    <a:pt x="2165538" y="1009239"/>
                  </a:lnTo>
                  <a:lnTo>
                    <a:pt x="2165843" y="1009290"/>
                  </a:lnTo>
                  <a:lnTo>
                    <a:pt x="2166100" y="1009437"/>
                  </a:lnTo>
                  <a:lnTo>
                    <a:pt x="2166888" y="1008822"/>
                  </a:lnTo>
                  <a:lnTo>
                    <a:pt x="2166966" y="1008779"/>
                  </a:lnTo>
                  <a:lnTo>
                    <a:pt x="2167055" y="1008763"/>
                  </a:lnTo>
                  <a:lnTo>
                    <a:pt x="2167144" y="1008771"/>
                  </a:lnTo>
                  <a:lnTo>
                    <a:pt x="2167224" y="1008813"/>
                  </a:lnTo>
                  <a:lnTo>
                    <a:pt x="2167458" y="1009013"/>
                  </a:lnTo>
                  <a:lnTo>
                    <a:pt x="2167616" y="1009130"/>
                  </a:lnTo>
                  <a:lnTo>
                    <a:pt x="2167959" y="1009381"/>
                  </a:lnTo>
                  <a:lnTo>
                    <a:pt x="2168296" y="1009595"/>
                  </a:lnTo>
                  <a:lnTo>
                    <a:pt x="2168793" y="1009861"/>
                  </a:lnTo>
                  <a:lnTo>
                    <a:pt x="2168996" y="1009953"/>
                  </a:lnTo>
                  <a:lnTo>
                    <a:pt x="2169054" y="1009976"/>
                  </a:lnTo>
                  <a:lnTo>
                    <a:pt x="2169582" y="1010187"/>
                  </a:lnTo>
                  <a:lnTo>
                    <a:pt x="2169822" y="1010264"/>
                  </a:lnTo>
                  <a:lnTo>
                    <a:pt x="2169886" y="1010299"/>
                  </a:lnTo>
                  <a:lnTo>
                    <a:pt x="2169948" y="1010361"/>
                  </a:lnTo>
                  <a:lnTo>
                    <a:pt x="2170086" y="1010564"/>
                  </a:lnTo>
                  <a:lnTo>
                    <a:pt x="2170195" y="1010496"/>
                  </a:lnTo>
                  <a:lnTo>
                    <a:pt x="2170242" y="1010484"/>
                  </a:lnTo>
                  <a:lnTo>
                    <a:pt x="2170515" y="1010517"/>
                  </a:lnTo>
                  <a:lnTo>
                    <a:pt x="2170765" y="1010492"/>
                  </a:lnTo>
                  <a:lnTo>
                    <a:pt x="2170949" y="1010451"/>
                  </a:lnTo>
                  <a:lnTo>
                    <a:pt x="2171011" y="1010415"/>
                  </a:lnTo>
                  <a:lnTo>
                    <a:pt x="2171073" y="1010352"/>
                  </a:lnTo>
                  <a:lnTo>
                    <a:pt x="2171114" y="1010340"/>
                  </a:lnTo>
                  <a:lnTo>
                    <a:pt x="2171290" y="1010342"/>
                  </a:lnTo>
                  <a:lnTo>
                    <a:pt x="2171785" y="1010404"/>
                  </a:lnTo>
                  <a:lnTo>
                    <a:pt x="2171863" y="1010421"/>
                  </a:lnTo>
                  <a:lnTo>
                    <a:pt x="2171922" y="1010444"/>
                  </a:lnTo>
                  <a:lnTo>
                    <a:pt x="2172046" y="1010517"/>
                  </a:lnTo>
                  <a:lnTo>
                    <a:pt x="2172180" y="1010974"/>
                  </a:lnTo>
                  <a:lnTo>
                    <a:pt x="2172252" y="1011297"/>
                  </a:lnTo>
                  <a:lnTo>
                    <a:pt x="2172270" y="1011299"/>
                  </a:lnTo>
                  <a:lnTo>
                    <a:pt x="2172315" y="1011277"/>
                  </a:lnTo>
                  <a:lnTo>
                    <a:pt x="2172347" y="1011255"/>
                  </a:lnTo>
                  <a:lnTo>
                    <a:pt x="2172398" y="1011247"/>
                  </a:lnTo>
                  <a:lnTo>
                    <a:pt x="2172450" y="1011248"/>
                  </a:lnTo>
                  <a:lnTo>
                    <a:pt x="2172922" y="1011263"/>
                  </a:lnTo>
                  <a:lnTo>
                    <a:pt x="2173262" y="1011337"/>
                  </a:lnTo>
                  <a:lnTo>
                    <a:pt x="2173417" y="1011368"/>
                  </a:lnTo>
                  <a:lnTo>
                    <a:pt x="2173841" y="1011366"/>
                  </a:lnTo>
                  <a:lnTo>
                    <a:pt x="2173875" y="1011488"/>
                  </a:lnTo>
                  <a:lnTo>
                    <a:pt x="2174199" y="1011573"/>
                  </a:lnTo>
                  <a:lnTo>
                    <a:pt x="2174230" y="1011573"/>
                  </a:lnTo>
                  <a:lnTo>
                    <a:pt x="2174323" y="1011574"/>
                  </a:lnTo>
                  <a:lnTo>
                    <a:pt x="2174421" y="1011375"/>
                  </a:lnTo>
                  <a:lnTo>
                    <a:pt x="2174570" y="1011327"/>
                  </a:lnTo>
                  <a:lnTo>
                    <a:pt x="2174800" y="1011515"/>
                  </a:lnTo>
                  <a:lnTo>
                    <a:pt x="2174805" y="1011666"/>
                  </a:lnTo>
                  <a:lnTo>
                    <a:pt x="2175147" y="1011749"/>
                  </a:lnTo>
                  <a:lnTo>
                    <a:pt x="2175269" y="1011734"/>
                  </a:lnTo>
                  <a:lnTo>
                    <a:pt x="2175272" y="1011528"/>
                  </a:lnTo>
                  <a:lnTo>
                    <a:pt x="2175696" y="1011527"/>
                  </a:lnTo>
                  <a:lnTo>
                    <a:pt x="2175714" y="1011529"/>
                  </a:lnTo>
                  <a:lnTo>
                    <a:pt x="2175786" y="1011676"/>
                  </a:lnTo>
                  <a:lnTo>
                    <a:pt x="2175875" y="1011727"/>
                  </a:lnTo>
                  <a:lnTo>
                    <a:pt x="2176232" y="1011935"/>
                  </a:lnTo>
                  <a:lnTo>
                    <a:pt x="2176125" y="1012097"/>
                  </a:lnTo>
                  <a:lnTo>
                    <a:pt x="2176312" y="1012258"/>
                  </a:lnTo>
                  <a:lnTo>
                    <a:pt x="2176373" y="1012307"/>
                  </a:lnTo>
                  <a:lnTo>
                    <a:pt x="2176400" y="1012319"/>
                  </a:lnTo>
                  <a:lnTo>
                    <a:pt x="2176472" y="1012322"/>
                  </a:lnTo>
                  <a:lnTo>
                    <a:pt x="2176645" y="1012282"/>
                  </a:lnTo>
                  <a:lnTo>
                    <a:pt x="2176652" y="1012282"/>
                  </a:lnTo>
                  <a:lnTo>
                    <a:pt x="2176814" y="1012327"/>
                  </a:lnTo>
                  <a:lnTo>
                    <a:pt x="2176815" y="1012319"/>
                  </a:lnTo>
                  <a:lnTo>
                    <a:pt x="2176849" y="1012165"/>
                  </a:lnTo>
                  <a:lnTo>
                    <a:pt x="2176940" y="1011949"/>
                  </a:lnTo>
                  <a:lnTo>
                    <a:pt x="2177093" y="1011987"/>
                  </a:lnTo>
                  <a:lnTo>
                    <a:pt x="2178246" y="1012428"/>
                  </a:lnTo>
                  <a:lnTo>
                    <a:pt x="2178332" y="1012427"/>
                  </a:lnTo>
                  <a:lnTo>
                    <a:pt x="2178499" y="1012424"/>
                  </a:lnTo>
                  <a:lnTo>
                    <a:pt x="2178663" y="1012404"/>
                  </a:lnTo>
                  <a:lnTo>
                    <a:pt x="2178871" y="1012307"/>
                  </a:lnTo>
                  <a:lnTo>
                    <a:pt x="2179198" y="1012156"/>
                  </a:lnTo>
                  <a:lnTo>
                    <a:pt x="2179065" y="1012628"/>
                  </a:lnTo>
                  <a:lnTo>
                    <a:pt x="2178733" y="1012746"/>
                  </a:lnTo>
                  <a:lnTo>
                    <a:pt x="2178390" y="1012746"/>
                  </a:lnTo>
                  <a:lnTo>
                    <a:pt x="2178390" y="1013199"/>
                  </a:lnTo>
                  <a:lnTo>
                    <a:pt x="2177084" y="1013045"/>
                  </a:lnTo>
                  <a:lnTo>
                    <a:pt x="2177081" y="1013070"/>
                  </a:lnTo>
                  <a:lnTo>
                    <a:pt x="2177134" y="1013089"/>
                  </a:lnTo>
                  <a:lnTo>
                    <a:pt x="2177296" y="1013269"/>
                  </a:lnTo>
                  <a:lnTo>
                    <a:pt x="2177348" y="1013332"/>
                  </a:lnTo>
                  <a:lnTo>
                    <a:pt x="2177448" y="1013541"/>
                  </a:lnTo>
                  <a:lnTo>
                    <a:pt x="2177446" y="1013552"/>
                  </a:lnTo>
                  <a:lnTo>
                    <a:pt x="2177256" y="1013930"/>
                  </a:lnTo>
                  <a:lnTo>
                    <a:pt x="2177093" y="1013945"/>
                  </a:lnTo>
                  <a:lnTo>
                    <a:pt x="2177046" y="1013938"/>
                  </a:lnTo>
                  <a:lnTo>
                    <a:pt x="2176996" y="1013922"/>
                  </a:lnTo>
                  <a:lnTo>
                    <a:pt x="2176769" y="1014022"/>
                  </a:lnTo>
                  <a:lnTo>
                    <a:pt x="2176681" y="1014138"/>
                  </a:lnTo>
                  <a:lnTo>
                    <a:pt x="2176614" y="1014326"/>
                  </a:lnTo>
                  <a:lnTo>
                    <a:pt x="2176667" y="1014520"/>
                  </a:lnTo>
                  <a:lnTo>
                    <a:pt x="2176519" y="1014742"/>
                  </a:lnTo>
                  <a:lnTo>
                    <a:pt x="2176484" y="1014792"/>
                  </a:lnTo>
                  <a:lnTo>
                    <a:pt x="2176472" y="1014807"/>
                  </a:lnTo>
                  <a:lnTo>
                    <a:pt x="2176330" y="1014954"/>
                  </a:lnTo>
                  <a:lnTo>
                    <a:pt x="2176014" y="1014991"/>
                  </a:lnTo>
                  <a:lnTo>
                    <a:pt x="2175899" y="1015254"/>
                  </a:lnTo>
                  <a:lnTo>
                    <a:pt x="2176356" y="1015567"/>
                  </a:lnTo>
                  <a:lnTo>
                    <a:pt x="2176482" y="1015729"/>
                  </a:lnTo>
                  <a:lnTo>
                    <a:pt x="2177163" y="1016143"/>
                  </a:lnTo>
                  <a:lnTo>
                    <a:pt x="2177437" y="1016407"/>
                  </a:lnTo>
                  <a:lnTo>
                    <a:pt x="2177783" y="1016768"/>
                  </a:lnTo>
                  <a:lnTo>
                    <a:pt x="2178255" y="1017220"/>
                  </a:lnTo>
                  <a:lnTo>
                    <a:pt x="2179281" y="1018070"/>
                  </a:lnTo>
                  <a:lnTo>
                    <a:pt x="2179483" y="1018246"/>
                  </a:lnTo>
                  <a:lnTo>
                    <a:pt x="2180054" y="1017634"/>
                  </a:lnTo>
                  <a:lnTo>
                    <a:pt x="2180912" y="1017782"/>
                  </a:lnTo>
                  <a:lnTo>
                    <a:pt x="2180737" y="1018745"/>
                  </a:lnTo>
                  <a:lnTo>
                    <a:pt x="2181395" y="1019046"/>
                  </a:lnTo>
                  <a:lnTo>
                    <a:pt x="2181149" y="1019508"/>
                  </a:lnTo>
                  <a:lnTo>
                    <a:pt x="2181697" y="1019756"/>
                  </a:lnTo>
                  <a:lnTo>
                    <a:pt x="2182159" y="1020016"/>
                  </a:lnTo>
                  <a:lnTo>
                    <a:pt x="2182135" y="1020079"/>
                  </a:lnTo>
                  <a:lnTo>
                    <a:pt x="2182242" y="1020116"/>
                  </a:lnTo>
                  <a:lnTo>
                    <a:pt x="2182843" y="1020403"/>
                  </a:lnTo>
                  <a:lnTo>
                    <a:pt x="2183542" y="1020727"/>
                  </a:lnTo>
                  <a:lnTo>
                    <a:pt x="2183573" y="1020741"/>
                  </a:lnTo>
                  <a:lnTo>
                    <a:pt x="2184148" y="1021008"/>
                  </a:lnTo>
                  <a:lnTo>
                    <a:pt x="2184219" y="1021032"/>
                  </a:lnTo>
                  <a:lnTo>
                    <a:pt x="2184741" y="1021273"/>
                  </a:lnTo>
                  <a:lnTo>
                    <a:pt x="2184880" y="1021344"/>
                  </a:lnTo>
                  <a:lnTo>
                    <a:pt x="2184942" y="1021390"/>
                  </a:lnTo>
                  <a:lnTo>
                    <a:pt x="2185026" y="1021468"/>
                  </a:lnTo>
                  <a:lnTo>
                    <a:pt x="2185117" y="1021587"/>
                  </a:lnTo>
                  <a:lnTo>
                    <a:pt x="2185178" y="1021717"/>
                  </a:lnTo>
                  <a:lnTo>
                    <a:pt x="2185207" y="1021830"/>
                  </a:lnTo>
                  <a:lnTo>
                    <a:pt x="2185219" y="1021937"/>
                  </a:lnTo>
                  <a:lnTo>
                    <a:pt x="2185217" y="1022016"/>
                  </a:lnTo>
                  <a:lnTo>
                    <a:pt x="2185187" y="1022149"/>
                  </a:lnTo>
                  <a:lnTo>
                    <a:pt x="2185178" y="1022658"/>
                  </a:lnTo>
                  <a:lnTo>
                    <a:pt x="2185203" y="1022896"/>
                  </a:lnTo>
                  <a:lnTo>
                    <a:pt x="2185238" y="1023049"/>
                  </a:lnTo>
                  <a:lnTo>
                    <a:pt x="2185243" y="1023434"/>
                  </a:lnTo>
                  <a:lnTo>
                    <a:pt x="2185244" y="1023488"/>
                  </a:lnTo>
                  <a:lnTo>
                    <a:pt x="2185125" y="1023570"/>
                  </a:lnTo>
                  <a:lnTo>
                    <a:pt x="2185052" y="1023654"/>
                  </a:lnTo>
                  <a:lnTo>
                    <a:pt x="2185030" y="1023699"/>
                  </a:lnTo>
                  <a:lnTo>
                    <a:pt x="2185001" y="1023835"/>
                  </a:lnTo>
                  <a:lnTo>
                    <a:pt x="2185015" y="1023875"/>
                  </a:lnTo>
                  <a:lnTo>
                    <a:pt x="2185475" y="1023706"/>
                  </a:lnTo>
                  <a:lnTo>
                    <a:pt x="2185642" y="1023660"/>
                  </a:lnTo>
                  <a:lnTo>
                    <a:pt x="2186429" y="1023622"/>
                  </a:lnTo>
                  <a:lnTo>
                    <a:pt x="2186682" y="1023576"/>
                  </a:lnTo>
                  <a:lnTo>
                    <a:pt x="2186694" y="1023571"/>
                  </a:lnTo>
                  <a:lnTo>
                    <a:pt x="2186688" y="1023536"/>
                  </a:lnTo>
                  <a:lnTo>
                    <a:pt x="2186695" y="1023522"/>
                  </a:lnTo>
                  <a:lnTo>
                    <a:pt x="2186762" y="1023460"/>
                  </a:lnTo>
                  <a:lnTo>
                    <a:pt x="2186905" y="1023387"/>
                  </a:lnTo>
                  <a:lnTo>
                    <a:pt x="2187115" y="1023407"/>
                  </a:lnTo>
                  <a:lnTo>
                    <a:pt x="2187148" y="1023426"/>
                  </a:lnTo>
                  <a:lnTo>
                    <a:pt x="2187176" y="1023441"/>
                  </a:lnTo>
                  <a:lnTo>
                    <a:pt x="2187206" y="1023446"/>
                  </a:lnTo>
                  <a:lnTo>
                    <a:pt x="2187292" y="1023427"/>
                  </a:lnTo>
                  <a:lnTo>
                    <a:pt x="2187501" y="1023379"/>
                  </a:lnTo>
                  <a:lnTo>
                    <a:pt x="2187626" y="1023312"/>
                  </a:lnTo>
                  <a:lnTo>
                    <a:pt x="2187777" y="1023255"/>
                  </a:lnTo>
                  <a:lnTo>
                    <a:pt x="2188504" y="1023316"/>
                  </a:lnTo>
                  <a:lnTo>
                    <a:pt x="2188815" y="1023430"/>
                  </a:lnTo>
                  <a:lnTo>
                    <a:pt x="2188996" y="1023513"/>
                  </a:lnTo>
                  <a:lnTo>
                    <a:pt x="2189233" y="1023623"/>
                  </a:lnTo>
                  <a:lnTo>
                    <a:pt x="2190196" y="1024082"/>
                  </a:lnTo>
                  <a:lnTo>
                    <a:pt x="2190946" y="1024428"/>
                  </a:lnTo>
                  <a:lnTo>
                    <a:pt x="2191064" y="1024500"/>
                  </a:lnTo>
                  <a:lnTo>
                    <a:pt x="2191107" y="1024549"/>
                  </a:lnTo>
                  <a:lnTo>
                    <a:pt x="2191156" y="1024615"/>
                  </a:lnTo>
                  <a:lnTo>
                    <a:pt x="2191232" y="1024770"/>
                  </a:lnTo>
                  <a:lnTo>
                    <a:pt x="2191255" y="1024771"/>
                  </a:lnTo>
                  <a:lnTo>
                    <a:pt x="2191439" y="1024706"/>
                  </a:lnTo>
                  <a:lnTo>
                    <a:pt x="2191472" y="1024714"/>
                  </a:lnTo>
                  <a:lnTo>
                    <a:pt x="2191762" y="1024977"/>
                  </a:lnTo>
                  <a:lnTo>
                    <a:pt x="2191928" y="1025186"/>
                  </a:lnTo>
                  <a:lnTo>
                    <a:pt x="2191934" y="1025200"/>
                  </a:lnTo>
                  <a:lnTo>
                    <a:pt x="2191935" y="1025231"/>
                  </a:lnTo>
                  <a:lnTo>
                    <a:pt x="2191926" y="1025245"/>
                  </a:lnTo>
                  <a:lnTo>
                    <a:pt x="2191832" y="1025329"/>
                  </a:lnTo>
                  <a:lnTo>
                    <a:pt x="2191553" y="1025511"/>
                  </a:lnTo>
                  <a:lnTo>
                    <a:pt x="2191802" y="1025689"/>
                  </a:lnTo>
                  <a:lnTo>
                    <a:pt x="2191864" y="1025722"/>
                  </a:lnTo>
                  <a:lnTo>
                    <a:pt x="2191901" y="1025726"/>
                  </a:lnTo>
                  <a:lnTo>
                    <a:pt x="2191910" y="1025746"/>
                  </a:lnTo>
                  <a:lnTo>
                    <a:pt x="2191902" y="1025849"/>
                  </a:lnTo>
                  <a:lnTo>
                    <a:pt x="2191657" y="1026130"/>
                  </a:lnTo>
                  <a:lnTo>
                    <a:pt x="2192113" y="1026464"/>
                  </a:lnTo>
                  <a:lnTo>
                    <a:pt x="2192672" y="1026457"/>
                  </a:lnTo>
                  <a:lnTo>
                    <a:pt x="2192855" y="1026437"/>
                  </a:lnTo>
                  <a:lnTo>
                    <a:pt x="2192986" y="1026406"/>
                  </a:lnTo>
                  <a:lnTo>
                    <a:pt x="2193147" y="1026419"/>
                  </a:lnTo>
                  <a:lnTo>
                    <a:pt x="2193486" y="1026446"/>
                  </a:lnTo>
                  <a:lnTo>
                    <a:pt x="2193608" y="1026495"/>
                  </a:lnTo>
                  <a:lnTo>
                    <a:pt x="2194138" y="1026725"/>
                  </a:lnTo>
                  <a:lnTo>
                    <a:pt x="2194471" y="1026766"/>
                  </a:lnTo>
                  <a:lnTo>
                    <a:pt x="2195308" y="1026833"/>
                  </a:lnTo>
                  <a:lnTo>
                    <a:pt x="2196104" y="1026930"/>
                  </a:lnTo>
                  <a:lnTo>
                    <a:pt x="2196399" y="1027005"/>
                  </a:lnTo>
                  <a:lnTo>
                    <a:pt x="2196546" y="1027046"/>
                  </a:lnTo>
                  <a:lnTo>
                    <a:pt x="2196846" y="1027133"/>
                  </a:lnTo>
                  <a:lnTo>
                    <a:pt x="2196973" y="1027171"/>
                  </a:lnTo>
                  <a:lnTo>
                    <a:pt x="2197488" y="1027347"/>
                  </a:lnTo>
                  <a:lnTo>
                    <a:pt x="2198229" y="1027480"/>
                  </a:lnTo>
                  <a:lnTo>
                    <a:pt x="2198383" y="1027493"/>
                  </a:lnTo>
                  <a:lnTo>
                    <a:pt x="2198475" y="1027484"/>
                  </a:lnTo>
                  <a:lnTo>
                    <a:pt x="2198548" y="1027490"/>
                  </a:lnTo>
                  <a:lnTo>
                    <a:pt x="2198635" y="1027521"/>
                  </a:lnTo>
                  <a:lnTo>
                    <a:pt x="2199222" y="1027730"/>
                  </a:lnTo>
                  <a:lnTo>
                    <a:pt x="2199511" y="1027856"/>
                  </a:lnTo>
                  <a:lnTo>
                    <a:pt x="2199988" y="1028031"/>
                  </a:lnTo>
                  <a:lnTo>
                    <a:pt x="2200786" y="1028338"/>
                  </a:lnTo>
                  <a:lnTo>
                    <a:pt x="2201268" y="1028507"/>
                  </a:lnTo>
                  <a:lnTo>
                    <a:pt x="2201304" y="1028508"/>
                  </a:lnTo>
                  <a:lnTo>
                    <a:pt x="2201338" y="1028488"/>
                  </a:lnTo>
                  <a:lnTo>
                    <a:pt x="2201368" y="1028489"/>
                  </a:lnTo>
                  <a:lnTo>
                    <a:pt x="2201861" y="1028675"/>
                  </a:lnTo>
                  <a:lnTo>
                    <a:pt x="2201926" y="1028730"/>
                  </a:lnTo>
                  <a:lnTo>
                    <a:pt x="2201974" y="1028861"/>
                  </a:lnTo>
                  <a:lnTo>
                    <a:pt x="2202236" y="1028750"/>
                  </a:lnTo>
                  <a:lnTo>
                    <a:pt x="2202391" y="1028698"/>
                  </a:lnTo>
                  <a:lnTo>
                    <a:pt x="2203398" y="1029271"/>
                  </a:lnTo>
                  <a:lnTo>
                    <a:pt x="2204506" y="1029879"/>
                  </a:lnTo>
                  <a:lnTo>
                    <a:pt x="2204532" y="1029896"/>
                  </a:lnTo>
                  <a:lnTo>
                    <a:pt x="2204587" y="1029939"/>
                  </a:lnTo>
                  <a:lnTo>
                    <a:pt x="2204905" y="1030206"/>
                  </a:lnTo>
                  <a:lnTo>
                    <a:pt x="2205089" y="1030360"/>
                  </a:lnTo>
                  <a:lnTo>
                    <a:pt x="2205756" y="1030942"/>
                  </a:lnTo>
                  <a:lnTo>
                    <a:pt x="2206165" y="1031208"/>
                  </a:lnTo>
                  <a:lnTo>
                    <a:pt x="2206230" y="1031262"/>
                  </a:lnTo>
                  <a:lnTo>
                    <a:pt x="2206234" y="1031284"/>
                  </a:lnTo>
                  <a:lnTo>
                    <a:pt x="2206237" y="1031303"/>
                  </a:lnTo>
                  <a:lnTo>
                    <a:pt x="2206221" y="1031392"/>
                  </a:lnTo>
                  <a:lnTo>
                    <a:pt x="2206193" y="1031476"/>
                  </a:lnTo>
                  <a:lnTo>
                    <a:pt x="2206130" y="1031606"/>
                  </a:lnTo>
                  <a:lnTo>
                    <a:pt x="2206072" y="1031700"/>
                  </a:lnTo>
                  <a:lnTo>
                    <a:pt x="2206088" y="1031721"/>
                  </a:lnTo>
                  <a:lnTo>
                    <a:pt x="2206187" y="1031742"/>
                  </a:lnTo>
                  <a:lnTo>
                    <a:pt x="2206360" y="1031671"/>
                  </a:lnTo>
                  <a:lnTo>
                    <a:pt x="2206660" y="1031548"/>
                  </a:lnTo>
                  <a:lnTo>
                    <a:pt x="2206665" y="1031548"/>
                  </a:lnTo>
                  <a:lnTo>
                    <a:pt x="2206703" y="1031554"/>
                  </a:lnTo>
                  <a:lnTo>
                    <a:pt x="2206724" y="1031561"/>
                  </a:lnTo>
                  <a:lnTo>
                    <a:pt x="2206939" y="1031641"/>
                  </a:lnTo>
                  <a:lnTo>
                    <a:pt x="2207112" y="1031708"/>
                  </a:lnTo>
                  <a:lnTo>
                    <a:pt x="2207127" y="1031714"/>
                  </a:lnTo>
                  <a:lnTo>
                    <a:pt x="2207134" y="1031717"/>
                  </a:lnTo>
                  <a:lnTo>
                    <a:pt x="2207229" y="1031769"/>
                  </a:lnTo>
                  <a:lnTo>
                    <a:pt x="2207295" y="1031805"/>
                  </a:lnTo>
                  <a:lnTo>
                    <a:pt x="2207313" y="1031818"/>
                  </a:lnTo>
                  <a:lnTo>
                    <a:pt x="2207319" y="1031822"/>
                  </a:lnTo>
                  <a:lnTo>
                    <a:pt x="2207366" y="1031843"/>
                  </a:lnTo>
                  <a:lnTo>
                    <a:pt x="2207453" y="1031881"/>
                  </a:lnTo>
                  <a:lnTo>
                    <a:pt x="2207682" y="1031983"/>
                  </a:lnTo>
                  <a:lnTo>
                    <a:pt x="2208806" y="1032435"/>
                  </a:lnTo>
                  <a:lnTo>
                    <a:pt x="2209118" y="1032586"/>
                  </a:lnTo>
                  <a:lnTo>
                    <a:pt x="2209272" y="1032661"/>
                  </a:lnTo>
                  <a:lnTo>
                    <a:pt x="2209282" y="1032666"/>
                  </a:lnTo>
                  <a:lnTo>
                    <a:pt x="2209333" y="1032691"/>
                  </a:lnTo>
                  <a:lnTo>
                    <a:pt x="2209368" y="1032708"/>
                  </a:lnTo>
                  <a:lnTo>
                    <a:pt x="2209836" y="1032941"/>
                  </a:lnTo>
                  <a:lnTo>
                    <a:pt x="2209900" y="1032979"/>
                  </a:lnTo>
                  <a:lnTo>
                    <a:pt x="2209922" y="1032991"/>
                  </a:lnTo>
                  <a:lnTo>
                    <a:pt x="2209982" y="1033021"/>
                  </a:lnTo>
                  <a:lnTo>
                    <a:pt x="2210071" y="1033065"/>
                  </a:lnTo>
                  <a:lnTo>
                    <a:pt x="2210104" y="1033080"/>
                  </a:lnTo>
                  <a:lnTo>
                    <a:pt x="2210194" y="1033114"/>
                  </a:lnTo>
                  <a:lnTo>
                    <a:pt x="2210237" y="1033130"/>
                  </a:lnTo>
                  <a:lnTo>
                    <a:pt x="2210383" y="1033164"/>
                  </a:lnTo>
                  <a:lnTo>
                    <a:pt x="2210575" y="1033204"/>
                  </a:lnTo>
                  <a:lnTo>
                    <a:pt x="2210766" y="1033235"/>
                  </a:lnTo>
                  <a:lnTo>
                    <a:pt x="2210903" y="1033299"/>
                  </a:lnTo>
                  <a:lnTo>
                    <a:pt x="2211229" y="1033518"/>
                  </a:lnTo>
                  <a:lnTo>
                    <a:pt x="2211391" y="1033634"/>
                  </a:lnTo>
                  <a:lnTo>
                    <a:pt x="2211410" y="1033649"/>
                  </a:lnTo>
                  <a:lnTo>
                    <a:pt x="2211455" y="1033682"/>
                  </a:lnTo>
                  <a:lnTo>
                    <a:pt x="2211484" y="1033703"/>
                  </a:lnTo>
                  <a:lnTo>
                    <a:pt x="2211494" y="1033711"/>
                  </a:lnTo>
                  <a:lnTo>
                    <a:pt x="2212241" y="1033994"/>
                  </a:lnTo>
                  <a:lnTo>
                    <a:pt x="2213250" y="1034363"/>
                  </a:lnTo>
                  <a:lnTo>
                    <a:pt x="2214305" y="1034884"/>
                  </a:lnTo>
                  <a:lnTo>
                    <a:pt x="2214391" y="1034929"/>
                  </a:lnTo>
                  <a:lnTo>
                    <a:pt x="2214580" y="1035096"/>
                  </a:lnTo>
                  <a:lnTo>
                    <a:pt x="2214779" y="1035298"/>
                  </a:lnTo>
                  <a:lnTo>
                    <a:pt x="2214897" y="1035418"/>
                  </a:lnTo>
                  <a:lnTo>
                    <a:pt x="2214914" y="1035435"/>
                  </a:lnTo>
                  <a:lnTo>
                    <a:pt x="2214972" y="1035495"/>
                  </a:lnTo>
                  <a:lnTo>
                    <a:pt x="2215019" y="1035545"/>
                  </a:lnTo>
                  <a:lnTo>
                    <a:pt x="2215052" y="1035591"/>
                  </a:lnTo>
                  <a:lnTo>
                    <a:pt x="2215100" y="1035692"/>
                  </a:lnTo>
                  <a:lnTo>
                    <a:pt x="2215099" y="1035758"/>
                  </a:lnTo>
                  <a:lnTo>
                    <a:pt x="2215098" y="1035775"/>
                  </a:lnTo>
                  <a:lnTo>
                    <a:pt x="2215097" y="1035782"/>
                  </a:lnTo>
                  <a:lnTo>
                    <a:pt x="2215088" y="1035831"/>
                  </a:lnTo>
                  <a:lnTo>
                    <a:pt x="2215073" y="1035898"/>
                  </a:lnTo>
                  <a:lnTo>
                    <a:pt x="2215062" y="1035938"/>
                  </a:lnTo>
                  <a:lnTo>
                    <a:pt x="2215034" y="1036035"/>
                  </a:lnTo>
                  <a:lnTo>
                    <a:pt x="2215009" y="1036115"/>
                  </a:lnTo>
                  <a:lnTo>
                    <a:pt x="2214983" y="1036191"/>
                  </a:lnTo>
                  <a:lnTo>
                    <a:pt x="2214956" y="1036291"/>
                  </a:lnTo>
                  <a:lnTo>
                    <a:pt x="2214881" y="1036601"/>
                  </a:lnTo>
                  <a:lnTo>
                    <a:pt x="2215259" y="1036979"/>
                  </a:lnTo>
                  <a:lnTo>
                    <a:pt x="2215309" y="1037257"/>
                  </a:lnTo>
                  <a:lnTo>
                    <a:pt x="2215331" y="1037379"/>
                  </a:lnTo>
                  <a:lnTo>
                    <a:pt x="2215059" y="1037763"/>
                  </a:lnTo>
                  <a:lnTo>
                    <a:pt x="2215026" y="1037861"/>
                  </a:lnTo>
                  <a:lnTo>
                    <a:pt x="2215113" y="1038026"/>
                  </a:lnTo>
                  <a:lnTo>
                    <a:pt x="2215162" y="1038101"/>
                  </a:lnTo>
                  <a:lnTo>
                    <a:pt x="2215270" y="1038265"/>
                  </a:lnTo>
                  <a:lnTo>
                    <a:pt x="2215344" y="1038383"/>
                  </a:lnTo>
                  <a:lnTo>
                    <a:pt x="2215372" y="1038460"/>
                  </a:lnTo>
                  <a:lnTo>
                    <a:pt x="2215444" y="1038681"/>
                  </a:lnTo>
                  <a:lnTo>
                    <a:pt x="2215472" y="1038771"/>
                  </a:lnTo>
                  <a:lnTo>
                    <a:pt x="2215566" y="1039087"/>
                  </a:lnTo>
                  <a:lnTo>
                    <a:pt x="2215576" y="1039124"/>
                  </a:lnTo>
                  <a:lnTo>
                    <a:pt x="2215586" y="1039159"/>
                  </a:lnTo>
                  <a:lnTo>
                    <a:pt x="2215715" y="1039628"/>
                  </a:lnTo>
                  <a:lnTo>
                    <a:pt x="2215750" y="1039756"/>
                  </a:lnTo>
                  <a:lnTo>
                    <a:pt x="2215769" y="1039827"/>
                  </a:lnTo>
                  <a:lnTo>
                    <a:pt x="2215772" y="1039840"/>
                  </a:lnTo>
                  <a:lnTo>
                    <a:pt x="2215790" y="1039914"/>
                  </a:lnTo>
                  <a:lnTo>
                    <a:pt x="2215832" y="1040095"/>
                  </a:lnTo>
                  <a:lnTo>
                    <a:pt x="2215854" y="1040202"/>
                  </a:lnTo>
                  <a:lnTo>
                    <a:pt x="2215888" y="1040365"/>
                  </a:lnTo>
                  <a:lnTo>
                    <a:pt x="2216056" y="1040441"/>
                  </a:lnTo>
                  <a:lnTo>
                    <a:pt x="2216025" y="1040668"/>
                  </a:lnTo>
                  <a:lnTo>
                    <a:pt x="2216024" y="1041087"/>
                  </a:lnTo>
                  <a:lnTo>
                    <a:pt x="2216029" y="1041273"/>
                  </a:lnTo>
                  <a:lnTo>
                    <a:pt x="2216056" y="1041438"/>
                  </a:lnTo>
                  <a:lnTo>
                    <a:pt x="2216092" y="1041653"/>
                  </a:lnTo>
                  <a:lnTo>
                    <a:pt x="2216182" y="1041973"/>
                  </a:lnTo>
                  <a:lnTo>
                    <a:pt x="2216254" y="1042212"/>
                  </a:lnTo>
                  <a:lnTo>
                    <a:pt x="2216592" y="1043168"/>
                  </a:lnTo>
                  <a:lnTo>
                    <a:pt x="2216739" y="1043587"/>
                  </a:lnTo>
                  <a:lnTo>
                    <a:pt x="2216906" y="1043773"/>
                  </a:lnTo>
                  <a:lnTo>
                    <a:pt x="2216906" y="1043987"/>
                  </a:lnTo>
                  <a:lnTo>
                    <a:pt x="2217006" y="1044026"/>
                  </a:lnTo>
                  <a:lnTo>
                    <a:pt x="2217011" y="1044030"/>
                  </a:lnTo>
                  <a:lnTo>
                    <a:pt x="2217254" y="1044375"/>
                  </a:lnTo>
                  <a:lnTo>
                    <a:pt x="2217274" y="1044419"/>
                  </a:lnTo>
                  <a:lnTo>
                    <a:pt x="2217351" y="1044599"/>
                  </a:lnTo>
                  <a:lnTo>
                    <a:pt x="2217360" y="1044624"/>
                  </a:lnTo>
                  <a:lnTo>
                    <a:pt x="2217451" y="1044957"/>
                  </a:lnTo>
                  <a:lnTo>
                    <a:pt x="2217457" y="1044986"/>
                  </a:lnTo>
                  <a:lnTo>
                    <a:pt x="2217460" y="1045006"/>
                  </a:lnTo>
                  <a:lnTo>
                    <a:pt x="2217458" y="1045019"/>
                  </a:lnTo>
                  <a:lnTo>
                    <a:pt x="2217443" y="1045091"/>
                  </a:lnTo>
                  <a:lnTo>
                    <a:pt x="2217438" y="1045104"/>
                  </a:lnTo>
                  <a:lnTo>
                    <a:pt x="2217333" y="1045298"/>
                  </a:lnTo>
                  <a:lnTo>
                    <a:pt x="2217309" y="1045750"/>
                  </a:lnTo>
                  <a:lnTo>
                    <a:pt x="2217287" y="1045826"/>
                  </a:lnTo>
                  <a:lnTo>
                    <a:pt x="2217275" y="1045867"/>
                  </a:lnTo>
                  <a:lnTo>
                    <a:pt x="2217278" y="1045926"/>
                  </a:lnTo>
                  <a:lnTo>
                    <a:pt x="2217279" y="1045933"/>
                  </a:lnTo>
                  <a:lnTo>
                    <a:pt x="2217286" y="1046006"/>
                  </a:lnTo>
                  <a:lnTo>
                    <a:pt x="2217291" y="1046022"/>
                  </a:lnTo>
                  <a:lnTo>
                    <a:pt x="2217354" y="1046063"/>
                  </a:lnTo>
                  <a:lnTo>
                    <a:pt x="2217596" y="1046220"/>
                  </a:lnTo>
                  <a:lnTo>
                    <a:pt x="2217611" y="1046230"/>
                  </a:lnTo>
                  <a:lnTo>
                    <a:pt x="2217889" y="1046532"/>
                  </a:lnTo>
                  <a:lnTo>
                    <a:pt x="2217910" y="1046555"/>
                  </a:lnTo>
                  <a:lnTo>
                    <a:pt x="2217955" y="1046610"/>
                  </a:lnTo>
                  <a:lnTo>
                    <a:pt x="2218324" y="1047219"/>
                  </a:lnTo>
                  <a:lnTo>
                    <a:pt x="2218339" y="1047250"/>
                  </a:lnTo>
                  <a:lnTo>
                    <a:pt x="2218669" y="1047946"/>
                  </a:lnTo>
                  <a:lnTo>
                    <a:pt x="2218709" y="1048030"/>
                  </a:lnTo>
                  <a:lnTo>
                    <a:pt x="2218711" y="1048041"/>
                  </a:lnTo>
                  <a:lnTo>
                    <a:pt x="2218701" y="1048065"/>
                  </a:lnTo>
                  <a:lnTo>
                    <a:pt x="2218694" y="1048081"/>
                  </a:lnTo>
                  <a:lnTo>
                    <a:pt x="2218663" y="1048150"/>
                  </a:lnTo>
                  <a:lnTo>
                    <a:pt x="2218719" y="1048139"/>
                  </a:lnTo>
                  <a:lnTo>
                    <a:pt x="2218729" y="1048141"/>
                  </a:lnTo>
                  <a:lnTo>
                    <a:pt x="2218852" y="1048159"/>
                  </a:lnTo>
                  <a:lnTo>
                    <a:pt x="2218905" y="1048241"/>
                  </a:lnTo>
                  <a:lnTo>
                    <a:pt x="2219041" y="1048468"/>
                  </a:lnTo>
                  <a:lnTo>
                    <a:pt x="2219256" y="1048860"/>
                  </a:lnTo>
                  <a:lnTo>
                    <a:pt x="2219321" y="1049033"/>
                  </a:lnTo>
                  <a:lnTo>
                    <a:pt x="2219423" y="1049304"/>
                  </a:lnTo>
                  <a:lnTo>
                    <a:pt x="2219435" y="1049334"/>
                  </a:lnTo>
                  <a:lnTo>
                    <a:pt x="2219506" y="1049517"/>
                  </a:lnTo>
                  <a:lnTo>
                    <a:pt x="2219542" y="1049602"/>
                  </a:lnTo>
                  <a:lnTo>
                    <a:pt x="2220112" y="1050793"/>
                  </a:lnTo>
                  <a:lnTo>
                    <a:pt x="2220133" y="1050838"/>
                  </a:lnTo>
                  <a:lnTo>
                    <a:pt x="2220209" y="1050960"/>
                  </a:lnTo>
                  <a:lnTo>
                    <a:pt x="2220247" y="1051037"/>
                  </a:lnTo>
                  <a:lnTo>
                    <a:pt x="2220343" y="1051233"/>
                  </a:lnTo>
                  <a:lnTo>
                    <a:pt x="2220392" y="1051353"/>
                  </a:lnTo>
                  <a:lnTo>
                    <a:pt x="2220454" y="1051504"/>
                  </a:lnTo>
                  <a:lnTo>
                    <a:pt x="2220618" y="1051905"/>
                  </a:lnTo>
                  <a:lnTo>
                    <a:pt x="2220622" y="1051935"/>
                  </a:lnTo>
                  <a:lnTo>
                    <a:pt x="2220610" y="1052022"/>
                  </a:lnTo>
                  <a:lnTo>
                    <a:pt x="2220607" y="1052036"/>
                  </a:lnTo>
                  <a:lnTo>
                    <a:pt x="2220605" y="1052052"/>
                  </a:lnTo>
                  <a:lnTo>
                    <a:pt x="2220607" y="1052083"/>
                  </a:lnTo>
                  <a:lnTo>
                    <a:pt x="2220610" y="1052092"/>
                  </a:lnTo>
                  <a:lnTo>
                    <a:pt x="2220639" y="1052187"/>
                  </a:lnTo>
                  <a:lnTo>
                    <a:pt x="2220642" y="1052199"/>
                  </a:lnTo>
                  <a:lnTo>
                    <a:pt x="2220644" y="1052205"/>
                  </a:lnTo>
                  <a:lnTo>
                    <a:pt x="2220828" y="1052785"/>
                  </a:lnTo>
                  <a:lnTo>
                    <a:pt x="2220831" y="1052797"/>
                  </a:lnTo>
                  <a:lnTo>
                    <a:pt x="2220838" y="1052806"/>
                  </a:lnTo>
                  <a:lnTo>
                    <a:pt x="2220848" y="1052812"/>
                  </a:lnTo>
                  <a:lnTo>
                    <a:pt x="2220861" y="1052820"/>
                  </a:lnTo>
                  <a:lnTo>
                    <a:pt x="2220867" y="1052820"/>
                  </a:lnTo>
                  <a:lnTo>
                    <a:pt x="2220904" y="1052802"/>
                  </a:lnTo>
                  <a:lnTo>
                    <a:pt x="2221029" y="1052973"/>
                  </a:lnTo>
                  <a:lnTo>
                    <a:pt x="2221048" y="1052999"/>
                  </a:lnTo>
                  <a:lnTo>
                    <a:pt x="2221121" y="1053129"/>
                  </a:lnTo>
                  <a:lnTo>
                    <a:pt x="2221170" y="1053219"/>
                  </a:lnTo>
                  <a:lnTo>
                    <a:pt x="2221219" y="1053310"/>
                  </a:lnTo>
                  <a:lnTo>
                    <a:pt x="2221350" y="1053550"/>
                  </a:lnTo>
                  <a:lnTo>
                    <a:pt x="2221418" y="1053679"/>
                  </a:lnTo>
                  <a:lnTo>
                    <a:pt x="2221689" y="1054205"/>
                  </a:lnTo>
                  <a:lnTo>
                    <a:pt x="2221708" y="1054250"/>
                  </a:lnTo>
                  <a:lnTo>
                    <a:pt x="2221730" y="1054302"/>
                  </a:lnTo>
                  <a:lnTo>
                    <a:pt x="2221837" y="1054584"/>
                  </a:lnTo>
                  <a:lnTo>
                    <a:pt x="2221845" y="1054615"/>
                  </a:lnTo>
                  <a:lnTo>
                    <a:pt x="2221898" y="1054821"/>
                  </a:lnTo>
                  <a:lnTo>
                    <a:pt x="2221952" y="1055034"/>
                  </a:lnTo>
                  <a:lnTo>
                    <a:pt x="2221953" y="1055049"/>
                  </a:lnTo>
                  <a:lnTo>
                    <a:pt x="2221951" y="1055067"/>
                  </a:lnTo>
                  <a:lnTo>
                    <a:pt x="2221944" y="1055074"/>
                  </a:lnTo>
                  <a:lnTo>
                    <a:pt x="2221916" y="1055090"/>
                  </a:lnTo>
                  <a:lnTo>
                    <a:pt x="2221904" y="1055091"/>
                  </a:lnTo>
                  <a:lnTo>
                    <a:pt x="2221841" y="1055092"/>
                  </a:lnTo>
                  <a:lnTo>
                    <a:pt x="2221723" y="1055095"/>
                  </a:lnTo>
                  <a:lnTo>
                    <a:pt x="2221706" y="1055099"/>
                  </a:lnTo>
                  <a:lnTo>
                    <a:pt x="2221716" y="1055121"/>
                  </a:lnTo>
                  <a:lnTo>
                    <a:pt x="2221727" y="1055144"/>
                  </a:lnTo>
                  <a:lnTo>
                    <a:pt x="2221765" y="1055148"/>
                  </a:lnTo>
                  <a:lnTo>
                    <a:pt x="2221848" y="1055155"/>
                  </a:lnTo>
                  <a:lnTo>
                    <a:pt x="2221973" y="1055150"/>
                  </a:lnTo>
                  <a:lnTo>
                    <a:pt x="2221983" y="1055153"/>
                  </a:lnTo>
                  <a:lnTo>
                    <a:pt x="2222037" y="1055256"/>
                  </a:lnTo>
                  <a:lnTo>
                    <a:pt x="2222039" y="1055354"/>
                  </a:lnTo>
                  <a:lnTo>
                    <a:pt x="2222020" y="1055420"/>
                  </a:lnTo>
                  <a:lnTo>
                    <a:pt x="2222121" y="1055717"/>
                  </a:lnTo>
                  <a:lnTo>
                    <a:pt x="2222189" y="1055846"/>
                  </a:lnTo>
                  <a:lnTo>
                    <a:pt x="2222350" y="1056135"/>
                  </a:lnTo>
                  <a:lnTo>
                    <a:pt x="2222391" y="1056200"/>
                  </a:lnTo>
                  <a:lnTo>
                    <a:pt x="2222508" y="1056347"/>
                  </a:lnTo>
                  <a:lnTo>
                    <a:pt x="2222980" y="1057055"/>
                  </a:lnTo>
                  <a:lnTo>
                    <a:pt x="2223522" y="1057927"/>
                  </a:lnTo>
                  <a:lnTo>
                    <a:pt x="2223738" y="1058366"/>
                  </a:lnTo>
                  <a:lnTo>
                    <a:pt x="2223811" y="1058521"/>
                  </a:lnTo>
                  <a:lnTo>
                    <a:pt x="2224212" y="1059398"/>
                  </a:lnTo>
                  <a:lnTo>
                    <a:pt x="2224249" y="1059479"/>
                  </a:lnTo>
                  <a:lnTo>
                    <a:pt x="2224300" y="1059574"/>
                  </a:lnTo>
                  <a:lnTo>
                    <a:pt x="2224514" y="1059973"/>
                  </a:lnTo>
                  <a:lnTo>
                    <a:pt x="2224665" y="1060342"/>
                  </a:lnTo>
                  <a:lnTo>
                    <a:pt x="2224708" y="1060461"/>
                  </a:lnTo>
                  <a:lnTo>
                    <a:pt x="2224728" y="1060528"/>
                  </a:lnTo>
                  <a:lnTo>
                    <a:pt x="2224736" y="1060553"/>
                  </a:lnTo>
                  <a:lnTo>
                    <a:pt x="2224754" y="1060617"/>
                  </a:lnTo>
                  <a:lnTo>
                    <a:pt x="2224757" y="1060641"/>
                  </a:lnTo>
                  <a:lnTo>
                    <a:pt x="2224787" y="1060881"/>
                  </a:lnTo>
                  <a:lnTo>
                    <a:pt x="2224783" y="1060987"/>
                  </a:lnTo>
                  <a:lnTo>
                    <a:pt x="2224775" y="1061210"/>
                  </a:lnTo>
                  <a:lnTo>
                    <a:pt x="2224771" y="1061226"/>
                  </a:lnTo>
                  <a:lnTo>
                    <a:pt x="2224562" y="1061465"/>
                  </a:lnTo>
                  <a:lnTo>
                    <a:pt x="2224497" y="1061539"/>
                  </a:lnTo>
                  <a:lnTo>
                    <a:pt x="2224466" y="1061633"/>
                  </a:lnTo>
                  <a:lnTo>
                    <a:pt x="2224447" y="1061690"/>
                  </a:lnTo>
                  <a:lnTo>
                    <a:pt x="2224411" y="1061799"/>
                  </a:lnTo>
                  <a:lnTo>
                    <a:pt x="2224399" y="1061830"/>
                  </a:lnTo>
                  <a:lnTo>
                    <a:pt x="2224392" y="1061842"/>
                  </a:lnTo>
                  <a:lnTo>
                    <a:pt x="2224375" y="1061866"/>
                  </a:lnTo>
                  <a:lnTo>
                    <a:pt x="2224365" y="1061877"/>
                  </a:lnTo>
                  <a:lnTo>
                    <a:pt x="2224340" y="1061892"/>
                  </a:lnTo>
                  <a:lnTo>
                    <a:pt x="2224333" y="1061896"/>
                  </a:lnTo>
                  <a:lnTo>
                    <a:pt x="2224317" y="1061904"/>
                  </a:lnTo>
                  <a:lnTo>
                    <a:pt x="2224307" y="1061909"/>
                  </a:lnTo>
                  <a:lnTo>
                    <a:pt x="2224252" y="1061934"/>
                  </a:lnTo>
                  <a:lnTo>
                    <a:pt x="2224216" y="1061952"/>
                  </a:lnTo>
                  <a:lnTo>
                    <a:pt x="2224211" y="1061955"/>
                  </a:lnTo>
                  <a:lnTo>
                    <a:pt x="2224182" y="1061979"/>
                  </a:lnTo>
                  <a:lnTo>
                    <a:pt x="2224172" y="1061990"/>
                  </a:lnTo>
                  <a:lnTo>
                    <a:pt x="2224167" y="1061996"/>
                  </a:lnTo>
                  <a:lnTo>
                    <a:pt x="2224164" y="1062001"/>
                  </a:lnTo>
                  <a:lnTo>
                    <a:pt x="2224158" y="1062013"/>
                  </a:lnTo>
                  <a:lnTo>
                    <a:pt x="2224145" y="1062070"/>
                  </a:lnTo>
                  <a:lnTo>
                    <a:pt x="2224141" y="1062084"/>
                  </a:lnTo>
                  <a:lnTo>
                    <a:pt x="2224139" y="1062102"/>
                  </a:lnTo>
                  <a:lnTo>
                    <a:pt x="2224139" y="1062108"/>
                  </a:lnTo>
                  <a:lnTo>
                    <a:pt x="2224137" y="1062205"/>
                  </a:lnTo>
                  <a:lnTo>
                    <a:pt x="2224143" y="1062349"/>
                  </a:lnTo>
                  <a:lnTo>
                    <a:pt x="2224221" y="1062419"/>
                  </a:lnTo>
                  <a:lnTo>
                    <a:pt x="2224263" y="1062456"/>
                  </a:lnTo>
                  <a:lnTo>
                    <a:pt x="2224297" y="1062485"/>
                  </a:lnTo>
                  <a:lnTo>
                    <a:pt x="2224328" y="1062477"/>
                  </a:lnTo>
                  <a:lnTo>
                    <a:pt x="2224413" y="1062375"/>
                  </a:lnTo>
                  <a:lnTo>
                    <a:pt x="2224506" y="1062265"/>
                  </a:lnTo>
                  <a:lnTo>
                    <a:pt x="2224787" y="1061979"/>
                  </a:lnTo>
                  <a:lnTo>
                    <a:pt x="2224936" y="1061830"/>
                  </a:lnTo>
                  <a:lnTo>
                    <a:pt x="2224972" y="1061808"/>
                  </a:lnTo>
                  <a:lnTo>
                    <a:pt x="2225000" y="1061801"/>
                  </a:lnTo>
                  <a:lnTo>
                    <a:pt x="2225020" y="1061799"/>
                  </a:lnTo>
                  <a:lnTo>
                    <a:pt x="2225050" y="1061801"/>
                  </a:lnTo>
                  <a:lnTo>
                    <a:pt x="2225075" y="1061807"/>
                  </a:lnTo>
                  <a:lnTo>
                    <a:pt x="2225214" y="1061891"/>
                  </a:lnTo>
                  <a:lnTo>
                    <a:pt x="2225585" y="1062143"/>
                  </a:lnTo>
                  <a:lnTo>
                    <a:pt x="2226080" y="1062484"/>
                  </a:lnTo>
                  <a:lnTo>
                    <a:pt x="2226228" y="1062598"/>
                  </a:lnTo>
                  <a:lnTo>
                    <a:pt x="2226296" y="1062661"/>
                  </a:lnTo>
                  <a:lnTo>
                    <a:pt x="2226376" y="1062778"/>
                  </a:lnTo>
                  <a:lnTo>
                    <a:pt x="2226505" y="1062971"/>
                  </a:lnTo>
                  <a:lnTo>
                    <a:pt x="2226817" y="1063459"/>
                  </a:lnTo>
                  <a:lnTo>
                    <a:pt x="2226839" y="1063495"/>
                  </a:lnTo>
                  <a:lnTo>
                    <a:pt x="2226909" y="1063612"/>
                  </a:lnTo>
                  <a:lnTo>
                    <a:pt x="2226912" y="1063619"/>
                  </a:lnTo>
                  <a:lnTo>
                    <a:pt x="2226927" y="1063657"/>
                  </a:lnTo>
                  <a:lnTo>
                    <a:pt x="2226939" y="1063686"/>
                  </a:lnTo>
                  <a:lnTo>
                    <a:pt x="2226950" y="1063714"/>
                  </a:lnTo>
                  <a:lnTo>
                    <a:pt x="2226959" y="1063736"/>
                  </a:lnTo>
                  <a:lnTo>
                    <a:pt x="2227225" y="1064390"/>
                  </a:lnTo>
                  <a:lnTo>
                    <a:pt x="2227528" y="1065174"/>
                  </a:lnTo>
                  <a:lnTo>
                    <a:pt x="2227654" y="1065523"/>
                  </a:lnTo>
                  <a:lnTo>
                    <a:pt x="2227698" y="1065647"/>
                  </a:lnTo>
                  <a:lnTo>
                    <a:pt x="2227823" y="1066000"/>
                  </a:lnTo>
                  <a:lnTo>
                    <a:pt x="2227958" y="1066353"/>
                  </a:lnTo>
                  <a:lnTo>
                    <a:pt x="2228154" y="1066634"/>
                  </a:lnTo>
                  <a:lnTo>
                    <a:pt x="2228402" y="1067379"/>
                  </a:lnTo>
                  <a:lnTo>
                    <a:pt x="2228424" y="1067452"/>
                  </a:lnTo>
                  <a:lnTo>
                    <a:pt x="2228445" y="1067531"/>
                  </a:lnTo>
                  <a:lnTo>
                    <a:pt x="2228450" y="1067551"/>
                  </a:lnTo>
                  <a:lnTo>
                    <a:pt x="2228452" y="1067558"/>
                  </a:lnTo>
                  <a:lnTo>
                    <a:pt x="2228481" y="1067579"/>
                  </a:lnTo>
                  <a:lnTo>
                    <a:pt x="2228515" y="1067605"/>
                  </a:lnTo>
                  <a:lnTo>
                    <a:pt x="2228564" y="1067641"/>
                  </a:lnTo>
                  <a:lnTo>
                    <a:pt x="2228616" y="1067724"/>
                  </a:lnTo>
                  <a:lnTo>
                    <a:pt x="2228661" y="1067811"/>
                  </a:lnTo>
                  <a:lnTo>
                    <a:pt x="2228743" y="1068018"/>
                  </a:lnTo>
                  <a:lnTo>
                    <a:pt x="2228782" y="1068123"/>
                  </a:lnTo>
                  <a:lnTo>
                    <a:pt x="2228790" y="1068163"/>
                  </a:lnTo>
                  <a:lnTo>
                    <a:pt x="2228789" y="1068190"/>
                  </a:lnTo>
                  <a:lnTo>
                    <a:pt x="2228779" y="1068216"/>
                  </a:lnTo>
                  <a:lnTo>
                    <a:pt x="2228782" y="1068228"/>
                  </a:lnTo>
                  <a:lnTo>
                    <a:pt x="2228975" y="1069059"/>
                  </a:lnTo>
                  <a:lnTo>
                    <a:pt x="2229115" y="1069636"/>
                  </a:lnTo>
                  <a:lnTo>
                    <a:pt x="2229133" y="1069711"/>
                  </a:lnTo>
                  <a:lnTo>
                    <a:pt x="2229143" y="1069727"/>
                  </a:lnTo>
                  <a:lnTo>
                    <a:pt x="2229158" y="1069729"/>
                  </a:lnTo>
                  <a:lnTo>
                    <a:pt x="2229239" y="1069704"/>
                  </a:lnTo>
                  <a:lnTo>
                    <a:pt x="2229324" y="1069678"/>
                  </a:lnTo>
                  <a:lnTo>
                    <a:pt x="2229349" y="1069670"/>
                  </a:lnTo>
                  <a:lnTo>
                    <a:pt x="2229355" y="1069684"/>
                  </a:lnTo>
                  <a:lnTo>
                    <a:pt x="2229490" y="1069994"/>
                  </a:lnTo>
                  <a:lnTo>
                    <a:pt x="2229493" y="1070000"/>
                  </a:lnTo>
                  <a:lnTo>
                    <a:pt x="2229482" y="1070483"/>
                  </a:lnTo>
                  <a:lnTo>
                    <a:pt x="2229464" y="1070530"/>
                  </a:lnTo>
                  <a:lnTo>
                    <a:pt x="2229432" y="1070613"/>
                  </a:lnTo>
                  <a:lnTo>
                    <a:pt x="2229414" y="1070663"/>
                  </a:lnTo>
                  <a:lnTo>
                    <a:pt x="2229283" y="1070943"/>
                  </a:lnTo>
                  <a:lnTo>
                    <a:pt x="2229260" y="1070978"/>
                  </a:lnTo>
                  <a:lnTo>
                    <a:pt x="2229247" y="1070998"/>
                  </a:lnTo>
                  <a:lnTo>
                    <a:pt x="2229213" y="1071009"/>
                  </a:lnTo>
                  <a:lnTo>
                    <a:pt x="2229132" y="1071037"/>
                  </a:lnTo>
                  <a:lnTo>
                    <a:pt x="2229108" y="1071042"/>
                  </a:lnTo>
                  <a:lnTo>
                    <a:pt x="2228989" y="1071080"/>
                  </a:lnTo>
                  <a:lnTo>
                    <a:pt x="2228925" y="1071101"/>
                  </a:lnTo>
                  <a:lnTo>
                    <a:pt x="2228893" y="1071120"/>
                  </a:lnTo>
                  <a:lnTo>
                    <a:pt x="2228864" y="1071144"/>
                  </a:lnTo>
                  <a:lnTo>
                    <a:pt x="2228650" y="1071320"/>
                  </a:lnTo>
                  <a:lnTo>
                    <a:pt x="2228602" y="1071372"/>
                  </a:lnTo>
                  <a:lnTo>
                    <a:pt x="2228595" y="1071386"/>
                  </a:lnTo>
                  <a:lnTo>
                    <a:pt x="2228586" y="1071414"/>
                  </a:lnTo>
                  <a:lnTo>
                    <a:pt x="2228622" y="1071444"/>
                  </a:lnTo>
                  <a:lnTo>
                    <a:pt x="2228651" y="1071469"/>
                  </a:lnTo>
                  <a:lnTo>
                    <a:pt x="2228690" y="1071501"/>
                  </a:lnTo>
                  <a:lnTo>
                    <a:pt x="2228908" y="1071522"/>
                  </a:lnTo>
                  <a:lnTo>
                    <a:pt x="2228961" y="1071493"/>
                  </a:lnTo>
                  <a:lnTo>
                    <a:pt x="2228999" y="1071475"/>
                  </a:lnTo>
                  <a:lnTo>
                    <a:pt x="2229027" y="1071463"/>
                  </a:lnTo>
                  <a:lnTo>
                    <a:pt x="2229045" y="1071457"/>
                  </a:lnTo>
                  <a:lnTo>
                    <a:pt x="2229064" y="1071454"/>
                  </a:lnTo>
                  <a:lnTo>
                    <a:pt x="2229091" y="1071456"/>
                  </a:lnTo>
                  <a:lnTo>
                    <a:pt x="2229240" y="1071472"/>
                  </a:lnTo>
                  <a:lnTo>
                    <a:pt x="2229254" y="1071475"/>
                  </a:lnTo>
                  <a:lnTo>
                    <a:pt x="2229290" y="1071486"/>
                  </a:lnTo>
                  <a:lnTo>
                    <a:pt x="2229298" y="1071489"/>
                  </a:lnTo>
                  <a:lnTo>
                    <a:pt x="2229324" y="1071506"/>
                  </a:lnTo>
                  <a:lnTo>
                    <a:pt x="2229351" y="1071527"/>
                  </a:lnTo>
                  <a:lnTo>
                    <a:pt x="2229496" y="1071640"/>
                  </a:lnTo>
                  <a:lnTo>
                    <a:pt x="2229508" y="1071650"/>
                  </a:lnTo>
                  <a:lnTo>
                    <a:pt x="2229515" y="1071659"/>
                  </a:lnTo>
                  <a:lnTo>
                    <a:pt x="2229522" y="1071668"/>
                  </a:lnTo>
                  <a:lnTo>
                    <a:pt x="2229526" y="1071681"/>
                  </a:lnTo>
                  <a:lnTo>
                    <a:pt x="2229531" y="1071701"/>
                  </a:lnTo>
                  <a:lnTo>
                    <a:pt x="2229539" y="1071736"/>
                  </a:lnTo>
                  <a:lnTo>
                    <a:pt x="2229539" y="1071751"/>
                  </a:lnTo>
                  <a:lnTo>
                    <a:pt x="2229541" y="1071844"/>
                  </a:lnTo>
                  <a:lnTo>
                    <a:pt x="2229541" y="1071869"/>
                  </a:lnTo>
                  <a:lnTo>
                    <a:pt x="2229539" y="1071902"/>
                  </a:lnTo>
                  <a:lnTo>
                    <a:pt x="2229531" y="1071964"/>
                  </a:lnTo>
                  <a:lnTo>
                    <a:pt x="2229526" y="1072001"/>
                  </a:lnTo>
                  <a:lnTo>
                    <a:pt x="2229482" y="1072321"/>
                  </a:lnTo>
                  <a:lnTo>
                    <a:pt x="2229437" y="1072648"/>
                  </a:lnTo>
                  <a:lnTo>
                    <a:pt x="2229459" y="1073379"/>
                  </a:lnTo>
                  <a:lnTo>
                    <a:pt x="2228546" y="1073968"/>
                  </a:lnTo>
                  <a:lnTo>
                    <a:pt x="2228250" y="1074160"/>
                  </a:lnTo>
                  <a:lnTo>
                    <a:pt x="2228173" y="1074211"/>
                  </a:lnTo>
                  <a:lnTo>
                    <a:pt x="2228167" y="1074216"/>
                  </a:lnTo>
                  <a:lnTo>
                    <a:pt x="2228530" y="1074896"/>
                  </a:lnTo>
                  <a:lnTo>
                    <a:pt x="2227875" y="1075297"/>
                  </a:lnTo>
                  <a:lnTo>
                    <a:pt x="2227791" y="1075355"/>
                  </a:lnTo>
                  <a:lnTo>
                    <a:pt x="2227639" y="1075449"/>
                  </a:lnTo>
                  <a:lnTo>
                    <a:pt x="2227630" y="1075454"/>
                  </a:lnTo>
                  <a:lnTo>
                    <a:pt x="2227683" y="1075535"/>
                  </a:lnTo>
                  <a:lnTo>
                    <a:pt x="2227738" y="1075616"/>
                  </a:lnTo>
                  <a:lnTo>
                    <a:pt x="2227895" y="1075849"/>
                  </a:lnTo>
                  <a:lnTo>
                    <a:pt x="2228049" y="1076057"/>
                  </a:lnTo>
                  <a:lnTo>
                    <a:pt x="2228933" y="1076795"/>
                  </a:lnTo>
                  <a:lnTo>
                    <a:pt x="2230090" y="1077762"/>
                  </a:lnTo>
                  <a:lnTo>
                    <a:pt x="2230305" y="1077888"/>
                  </a:lnTo>
                  <a:lnTo>
                    <a:pt x="2230318" y="1077887"/>
                  </a:lnTo>
                  <a:lnTo>
                    <a:pt x="2230359" y="1077887"/>
                  </a:lnTo>
                  <a:lnTo>
                    <a:pt x="2230512" y="1077889"/>
                  </a:lnTo>
                  <a:lnTo>
                    <a:pt x="2230617" y="1077903"/>
                  </a:lnTo>
                  <a:lnTo>
                    <a:pt x="2230626" y="1077913"/>
                  </a:lnTo>
                  <a:lnTo>
                    <a:pt x="2230635" y="1077949"/>
                  </a:lnTo>
                  <a:lnTo>
                    <a:pt x="2230637" y="1077957"/>
                  </a:lnTo>
                  <a:lnTo>
                    <a:pt x="2230639" y="1077980"/>
                  </a:lnTo>
                  <a:lnTo>
                    <a:pt x="2230640" y="1077986"/>
                  </a:lnTo>
                  <a:lnTo>
                    <a:pt x="2230925" y="1077988"/>
                  </a:lnTo>
                  <a:lnTo>
                    <a:pt x="2231009" y="1077995"/>
                  </a:lnTo>
                  <a:lnTo>
                    <a:pt x="2231073" y="1078000"/>
                  </a:lnTo>
                  <a:lnTo>
                    <a:pt x="2231122" y="1078004"/>
                  </a:lnTo>
                  <a:lnTo>
                    <a:pt x="2231135" y="1078005"/>
                  </a:lnTo>
                  <a:lnTo>
                    <a:pt x="2231521" y="1078064"/>
                  </a:lnTo>
                  <a:lnTo>
                    <a:pt x="2231859" y="1078203"/>
                  </a:lnTo>
                  <a:lnTo>
                    <a:pt x="2232313" y="1078417"/>
                  </a:lnTo>
                  <a:lnTo>
                    <a:pt x="2232155" y="1078496"/>
                  </a:lnTo>
                  <a:lnTo>
                    <a:pt x="2231946" y="1078502"/>
                  </a:lnTo>
                  <a:lnTo>
                    <a:pt x="2231846" y="1078545"/>
                  </a:lnTo>
                  <a:lnTo>
                    <a:pt x="2231581" y="1078784"/>
                  </a:lnTo>
                  <a:lnTo>
                    <a:pt x="2231535" y="1078807"/>
                  </a:lnTo>
                  <a:lnTo>
                    <a:pt x="2231507" y="1078818"/>
                  </a:lnTo>
                  <a:lnTo>
                    <a:pt x="2231509" y="1078832"/>
                  </a:lnTo>
                  <a:lnTo>
                    <a:pt x="2231513" y="1078850"/>
                  </a:lnTo>
                  <a:lnTo>
                    <a:pt x="2231646" y="1078800"/>
                  </a:lnTo>
                  <a:lnTo>
                    <a:pt x="2231919" y="1078697"/>
                  </a:lnTo>
                  <a:lnTo>
                    <a:pt x="2232005" y="1078664"/>
                  </a:lnTo>
                  <a:lnTo>
                    <a:pt x="2232718" y="1078468"/>
                  </a:lnTo>
                  <a:lnTo>
                    <a:pt x="2232726" y="1078470"/>
                  </a:lnTo>
                  <a:lnTo>
                    <a:pt x="2232736" y="1078474"/>
                  </a:lnTo>
                  <a:lnTo>
                    <a:pt x="2232765" y="1078489"/>
                  </a:lnTo>
                  <a:lnTo>
                    <a:pt x="2232787" y="1078505"/>
                  </a:lnTo>
                  <a:lnTo>
                    <a:pt x="2232804" y="1078521"/>
                  </a:lnTo>
                  <a:lnTo>
                    <a:pt x="2232830" y="1078549"/>
                  </a:lnTo>
                  <a:lnTo>
                    <a:pt x="2232836" y="1078563"/>
                  </a:lnTo>
                  <a:lnTo>
                    <a:pt x="2232840" y="1078591"/>
                  </a:lnTo>
                  <a:lnTo>
                    <a:pt x="2232824" y="1078710"/>
                  </a:lnTo>
                  <a:lnTo>
                    <a:pt x="2232797" y="1079004"/>
                  </a:lnTo>
                  <a:lnTo>
                    <a:pt x="2232803" y="1079089"/>
                  </a:lnTo>
                  <a:lnTo>
                    <a:pt x="2232809" y="1079172"/>
                  </a:lnTo>
                  <a:lnTo>
                    <a:pt x="2232833" y="1079510"/>
                  </a:lnTo>
                  <a:lnTo>
                    <a:pt x="2232866" y="1079637"/>
                  </a:lnTo>
                  <a:lnTo>
                    <a:pt x="2232977" y="1080064"/>
                  </a:lnTo>
                  <a:lnTo>
                    <a:pt x="2232985" y="1080092"/>
                  </a:lnTo>
                  <a:lnTo>
                    <a:pt x="2233016" y="1080106"/>
                  </a:lnTo>
                  <a:lnTo>
                    <a:pt x="2233031" y="1080112"/>
                  </a:lnTo>
                  <a:lnTo>
                    <a:pt x="2233037" y="1080112"/>
                  </a:lnTo>
                  <a:lnTo>
                    <a:pt x="2233043" y="1080107"/>
                  </a:lnTo>
                  <a:lnTo>
                    <a:pt x="2233068" y="1080054"/>
                  </a:lnTo>
                  <a:lnTo>
                    <a:pt x="2233130" y="1079899"/>
                  </a:lnTo>
                  <a:lnTo>
                    <a:pt x="2233161" y="1079813"/>
                  </a:lnTo>
                  <a:lnTo>
                    <a:pt x="2233203" y="1079681"/>
                  </a:lnTo>
                  <a:lnTo>
                    <a:pt x="2233231" y="1079679"/>
                  </a:lnTo>
                  <a:lnTo>
                    <a:pt x="2233438" y="1079666"/>
                  </a:lnTo>
                  <a:lnTo>
                    <a:pt x="2233452" y="1079665"/>
                  </a:lnTo>
                  <a:lnTo>
                    <a:pt x="2233546" y="1079671"/>
                  </a:lnTo>
                  <a:lnTo>
                    <a:pt x="2233688" y="1079681"/>
                  </a:lnTo>
                  <a:lnTo>
                    <a:pt x="2233698" y="1079689"/>
                  </a:lnTo>
                  <a:lnTo>
                    <a:pt x="2234050" y="1080074"/>
                  </a:lnTo>
                  <a:lnTo>
                    <a:pt x="2234113" y="1080199"/>
                  </a:lnTo>
                  <a:lnTo>
                    <a:pt x="2234332" y="1080929"/>
                  </a:lnTo>
                  <a:lnTo>
                    <a:pt x="2234337" y="1080945"/>
                  </a:lnTo>
                  <a:lnTo>
                    <a:pt x="2234334" y="1080971"/>
                  </a:lnTo>
                  <a:lnTo>
                    <a:pt x="2234336" y="1081031"/>
                  </a:lnTo>
                  <a:lnTo>
                    <a:pt x="2234439" y="1081526"/>
                  </a:lnTo>
                  <a:lnTo>
                    <a:pt x="2234671" y="1082257"/>
                  </a:lnTo>
                  <a:lnTo>
                    <a:pt x="2234684" y="1082360"/>
                  </a:lnTo>
                  <a:lnTo>
                    <a:pt x="2234689" y="1082400"/>
                  </a:lnTo>
                  <a:lnTo>
                    <a:pt x="2234700" y="1082483"/>
                  </a:lnTo>
                  <a:lnTo>
                    <a:pt x="2234700" y="1082495"/>
                  </a:lnTo>
                  <a:lnTo>
                    <a:pt x="2234706" y="1082500"/>
                  </a:lnTo>
                  <a:lnTo>
                    <a:pt x="2234890" y="1082448"/>
                  </a:lnTo>
                  <a:lnTo>
                    <a:pt x="2235185" y="1082364"/>
                  </a:lnTo>
                  <a:lnTo>
                    <a:pt x="2235212" y="1082363"/>
                  </a:lnTo>
                  <a:lnTo>
                    <a:pt x="2235263" y="1082372"/>
                  </a:lnTo>
                  <a:lnTo>
                    <a:pt x="2235317" y="1082393"/>
                  </a:lnTo>
                  <a:lnTo>
                    <a:pt x="2235357" y="1082441"/>
                  </a:lnTo>
                  <a:lnTo>
                    <a:pt x="2235374" y="1082461"/>
                  </a:lnTo>
                  <a:lnTo>
                    <a:pt x="2235708" y="1083207"/>
                  </a:lnTo>
                  <a:lnTo>
                    <a:pt x="2235713" y="1083293"/>
                  </a:lnTo>
                  <a:lnTo>
                    <a:pt x="2235714" y="1083677"/>
                  </a:lnTo>
                  <a:lnTo>
                    <a:pt x="2235717" y="1083740"/>
                  </a:lnTo>
                  <a:lnTo>
                    <a:pt x="2235728" y="1083935"/>
                  </a:lnTo>
                  <a:lnTo>
                    <a:pt x="2235747" y="1084006"/>
                  </a:lnTo>
                  <a:lnTo>
                    <a:pt x="2235813" y="1084184"/>
                  </a:lnTo>
                  <a:lnTo>
                    <a:pt x="2235834" y="1084178"/>
                  </a:lnTo>
                  <a:lnTo>
                    <a:pt x="2235948" y="1084142"/>
                  </a:lnTo>
                  <a:lnTo>
                    <a:pt x="2235954" y="1084145"/>
                  </a:lnTo>
                  <a:lnTo>
                    <a:pt x="2235960" y="1084148"/>
                  </a:lnTo>
                  <a:lnTo>
                    <a:pt x="2236094" y="1084645"/>
                  </a:lnTo>
                  <a:lnTo>
                    <a:pt x="2236087" y="1084665"/>
                  </a:lnTo>
                  <a:lnTo>
                    <a:pt x="2235830" y="1085121"/>
                  </a:lnTo>
                  <a:lnTo>
                    <a:pt x="2235818" y="1085127"/>
                  </a:lnTo>
                  <a:lnTo>
                    <a:pt x="2235725" y="1085036"/>
                  </a:lnTo>
                  <a:lnTo>
                    <a:pt x="2235711" y="1085026"/>
                  </a:lnTo>
                  <a:lnTo>
                    <a:pt x="2235682" y="1085038"/>
                  </a:lnTo>
                  <a:lnTo>
                    <a:pt x="2235521" y="1085119"/>
                  </a:lnTo>
                  <a:lnTo>
                    <a:pt x="2235211" y="1085274"/>
                  </a:lnTo>
                  <a:lnTo>
                    <a:pt x="2235182" y="1085295"/>
                  </a:lnTo>
                  <a:lnTo>
                    <a:pt x="2235183" y="1085309"/>
                  </a:lnTo>
                  <a:lnTo>
                    <a:pt x="2235245" y="1085471"/>
                  </a:lnTo>
                  <a:lnTo>
                    <a:pt x="2235259" y="1085476"/>
                  </a:lnTo>
                  <a:lnTo>
                    <a:pt x="2235271" y="1085471"/>
                  </a:lnTo>
                  <a:lnTo>
                    <a:pt x="2235322" y="1085451"/>
                  </a:lnTo>
                  <a:lnTo>
                    <a:pt x="2235616" y="1085299"/>
                  </a:lnTo>
                  <a:lnTo>
                    <a:pt x="2235674" y="1085270"/>
                  </a:lnTo>
                  <a:lnTo>
                    <a:pt x="2235902" y="1085152"/>
                  </a:lnTo>
                  <a:lnTo>
                    <a:pt x="2235940" y="1085142"/>
                  </a:lnTo>
                  <a:lnTo>
                    <a:pt x="2235956" y="1085144"/>
                  </a:lnTo>
                  <a:lnTo>
                    <a:pt x="2235972" y="1085160"/>
                  </a:lnTo>
                  <a:lnTo>
                    <a:pt x="2235982" y="1085191"/>
                  </a:lnTo>
                  <a:lnTo>
                    <a:pt x="2236123" y="1086134"/>
                  </a:lnTo>
                  <a:lnTo>
                    <a:pt x="2236047" y="1086617"/>
                  </a:lnTo>
                  <a:lnTo>
                    <a:pt x="2236005" y="1086689"/>
                  </a:lnTo>
                  <a:lnTo>
                    <a:pt x="2235936" y="1086754"/>
                  </a:lnTo>
                  <a:lnTo>
                    <a:pt x="2235864" y="1086807"/>
                  </a:lnTo>
                  <a:lnTo>
                    <a:pt x="2235808" y="1086847"/>
                  </a:lnTo>
                  <a:lnTo>
                    <a:pt x="2235747" y="1086843"/>
                  </a:lnTo>
                  <a:lnTo>
                    <a:pt x="2235673" y="1086822"/>
                  </a:lnTo>
                  <a:lnTo>
                    <a:pt x="2235592" y="1086798"/>
                  </a:lnTo>
                  <a:lnTo>
                    <a:pt x="2235508" y="1086781"/>
                  </a:lnTo>
                  <a:lnTo>
                    <a:pt x="2235461" y="1086794"/>
                  </a:lnTo>
                  <a:lnTo>
                    <a:pt x="2234848" y="1087071"/>
                  </a:lnTo>
                  <a:lnTo>
                    <a:pt x="2234759" y="1087126"/>
                  </a:lnTo>
                  <a:lnTo>
                    <a:pt x="2234683" y="1087230"/>
                  </a:lnTo>
                  <a:lnTo>
                    <a:pt x="2234662" y="1087283"/>
                  </a:lnTo>
                  <a:lnTo>
                    <a:pt x="2234648" y="1087320"/>
                  </a:lnTo>
                  <a:lnTo>
                    <a:pt x="2234521" y="1087369"/>
                  </a:lnTo>
                  <a:lnTo>
                    <a:pt x="2234286" y="1087461"/>
                  </a:lnTo>
                  <a:lnTo>
                    <a:pt x="2234255" y="1087473"/>
                  </a:lnTo>
                  <a:lnTo>
                    <a:pt x="2234182" y="1087478"/>
                  </a:lnTo>
                  <a:lnTo>
                    <a:pt x="2234041" y="1087489"/>
                  </a:lnTo>
                  <a:lnTo>
                    <a:pt x="2233762" y="1087542"/>
                  </a:lnTo>
                  <a:lnTo>
                    <a:pt x="2233756" y="1087547"/>
                  </a:lnTo>
                  <a:lnTo>
                    <a:pt x="2233757" y="1087562"/>
                  </a:lnTo>
                  <a:lnTo>
                    <a:pt x="2233758" y="1087580"/>
                  </a:lnTo>
                  <a:lnTo>
                    <a:pt x="2233769" y="1087586"/>
                  </a:lnTo>
                  <a:lnTo>
                    <a:pt x="2233865" y="1087600"/>
                  </a:lnTo>
                  <a:lnTo>
                    <a:pt x="2233875" y="1087601"/>
                  </a:lnTo>
                  <a:lnTo>
                    <a:pt x="2233941" y="1087599"/>
                  </a:lnTo>
                  <a:lnTo>
                    <a:pt x="2234561" y="1087570"/>
                  </a:lnTo>
                  <a:lnTo>
                    <a:pt x="2234588" y="1087569"/>
                  </a:lnTo>
                  <a:lnTo>
                    <a:pt x="2234681" y="1087564"/>
                  </a:lnTo>
                  <a:lnTo>
                    <a:pt x="2234742" y="1087546"/>
                  </a:lnTo>
                  <a:lnTo>
                    <a:pt x="2234798" y="1087517"/>
                  </a:lnTo>
                  <a:lnTo>
                    <a:pt x="2235082" y="1087372"/>
                  </a:lnTo>
                  <a:lnTo>
                    <a:pt x="2235108" y="1087359"/>
                  </a:lnTo>
                  <a:lnTo>
                    <a:pt x="2235117" y="1087341"/>
                  </a:lnTo>
                  <a:lnTo>
                    <a:pt x="2235123" y="1087327"/>
                  </a:lnTo>
                  <a:lnTo>
                    <a:pt x="2235168" y="1087232"/>
                  </a:lnTo>
                  <a:lnTo>
                    <a:pt x="2235167" y="1087186"/>
                  </a:lnTo>
                  <a:lnTo>
                    <a:pt x="2235158" y="1087125"/>
                  </a:lnTo>
                  <a:lnTo>
                    <a:pt x="2235159" y="1087097"/>
                  </a:lnTo>
                  <a:lnTo>
                    <a:pt x="2235176" y="1087087"/>
                  </a:lnTo>
                  <a:lnTo>
                    <a:pt x="2235501" y="1086975"/>
                  </a:lnTo>
                  <a:lnTo>
                    <a:pt x="2235514" y="1086976"/>
                  </a:lnTo>
                  <a:lnTo>
                    <a:pt x="2235740" y="1087006"/>
                  </a:lnTo>
                  <a:lnTo>
                    <a:pt x="2235751" y="1087007"/>
                  </a:lnTo>
                  <a:lnTo>
                    <a:pt x="2235940" y="1086992"/>
                  </a:lnTo>
                  <a:lnTo>
                    <a:pt x="2235948" y="1086991"/>
                  </a:lnTo>
                  <a:lnTo>
                    <a:pt x="2235955" y="1086982"/>
                  </a:lnTo>
                  <a:lnTo>
                    <a:pt x="2236054" y="1086852"/>
                  </a:lnTo>
                  <a:lnTo>
                    <a:pt x="2236165" y="1086706"/>
                  </a:lnTo>
                  <a:lnTo>
                    <a:pt x="2236241" y="1086590"/>
                  </a:lnTo>
                  <a:lnTo>
                    <a:pt x="2236343" y="1086547"/>
                  </a:lnTo>
                  <a:lnTo>
                    <a:pt x="2236354" y="1086546"/>
                  </a:lnTo>
                  <a:lnTo>
                    <a:pt x="2236362" y="1086551"/>
                  </a:lnTo>
                  <a:lnTo>
                    <a:pt x="2236416" y="1086762"/>
                  </a:lnTo>
                  <a:lnTo>
                    <a:pt x="2236506" y="1086979"/>
                  </a:lnTo>
                  <a:lnTo>
                    <a:pt x="2236649" y="1087264"/>
                  </a:lnTo>
                  <a:lnTo>
                    <a:pt x="2236706" y="1087342"/>
                  </a:lnTo>
                  <a:lnTo>
                    <a:pt x="2236761" y="1087394"/>
                  </a:lnTo>
                  <a:lnTo>
                    <a:pt x="2236946" y="1087531"/>
                  </a:lnTo>
                  <a:lnTo>
                    <a:pt x="2236994" y="1087521"/>
                  </a:lnTo>
                  <a:lnTo>
                    <a:pt x="2237056" y="1087509"/>
                  </a:lnTo>
                  <a:lnTo>
                    <a:pt x="2237108" y="1087498"/>
                  </a:lnTo>
                  <a:lnTo>
                    <a:pt x="2237124" y="1087495"/>
                  </a:lnTo>
                  <a:lnTo>
                    <a:pt x="2237336" y="1087719"/>
                  </a:lnTo>
                  <a:lnTo>
                    <a:pt x="2237344" y="1087727"/>
                  </a:lnTo>
                  <a:lnTo>
                    <a:pt x="2237346" y="1087736"/>
                  </a:lnTo>
                  <a:lnTo>
                    <a:pt x="2237349" y="1087870"/>
                  </a:lnTo>
                  <a:lnTo>
                    <a:pt x="2237342" y="1087884"/>
                  </a:lnTo>
                  <a:lnTo>
                    <a:pt x="2237317" y="1087907"/>
                  </a:lnTo>
                  <a:lnTo>
                    <a:pt x="2237303" y="1087920"/>
                  </a:lnTo>
                  <a:lnTo>
                    <a:pt x="2237325" y="1087926"/>
                  </a:lnTo>
                  <a:lnTo>
                    <a:pt x="2237344" y="1087934"/>
                  </a:lnTo>
                  <a:lnTo>
                    <a:pt x="2237355" y="1087938"/>
                  </a:lnTo>
                  <a:lnTo>
                    <a:pt x="2237538" y="1088146"/>
                  </a:lnTo>
                  <a:lnTo>
                    <a:pt x="2237545" y="1088158"/>
                  </a:lnTo>
                  <a:lnTo>
                    <a:pt x="2237891" y="1089183"/>
                  </a:lnTo>
                  <a:lnTo>
                    <a:pt x="2237878" y="1089324"/>
                  </a:lnTo>
                  <a:lnTo>
                    <a:pt x="2237865" y="1089399"/>
                  </a:lnTo>
                  <a:lnTo>
                    <a:pt x="2237974" y="1089550"/>
                  </a:lnTo>
                  <a:lnTo>
                    <a:pt x="2238033" y="1089632"/>
                  </a:lnTo>
                  <a:lnTo>
                    <a:pt x="2238257" y="1089940"/>
                  </a:lnTo>
                  <a:lnTo>
                    <a:pt x="2238552" y="1090401"/>
                  </a:lnTo>
                  <a:lnTo>
                    <a:pt x="2238671" y="1090611"/>
                  </a:lnTo>
                  <a:lnTo>
                    <a:pt x="2238684" y="1090631"/>
                  </a:lnTo>
                  <a:lnTo>
                    <a:pt x="2238679" y="1090637"/>
                  </a:lnTo>
                  <a:lnTo>
                    <a:pt x="2238610" y="1090723"/>
                  </a:lnTo>
                  <a:lnTo>
                    <a:pt x="2238933" y="1091560"/>
                  </a:lnTo>
                  <a:lnTo>
                    <a:pt x="2238980" y="1091678"/>
                  </a:lnTo>
                  <a:lnTo>
                    <a:pt x="2239470" y="1092903"/>
                  </a:lnTo>
                  <a:lnTo>
                    <a:pt x="2239603" y="1093238"/>
                  </a:lnTo>
                  <a:lnTo>
                    <a:pt x="2240580" y="1093052"/>
                  </a:lnTo>
                  <a:lnTo>
                    <a:pt x="2241232" y="1092900"/>
                  </a:lnTo>
                  <a:lnTo>
                    <a:pt x="2241571" y="1093752"/>
                  </a:lnTo>
                  <a:lnTo>
                    <a:pt x="2241031" y="1093968"/>
                  </a:lnTo>
                  <a:lnTo>
                    <a:pt x="2241354" y="1094497"/>
                  </a:lnTo>
                  <a:lnTo>
                    <a:pt x="2241475" y="1094947"/>
                  </a:lnTo>
                  <a:lnTo>
                    <a:pt x="2241554" y="1095241"/>
                  </a:lnTo>
                  <a:lnTo>
                    <a:pt x="2241627" y="1095515"/>
                  </a:lnTo>
                  <a:lnTo>
                    <a:pt x="2240966" y="1095749"/>
                  </a:lnTo>
                  <a:lnTo>
                    <a:pt x="2241108" y="1095993"/>
                  </a:lnTo>
                  <a:lnTo>
                    <a:pt x="2241117" y="1096007"/>
                  </a:lnTo>
                  <a:lnTo>
                    <a:pt x="2241152" y="1096064"/>
                  </a:lnTo>
                  <a:lnTo>
                    <a:pt x="2241167" y="1096089"/>
                  </a:lnTo>
                  <a:lnTo>
                    <a:pt x="2241453" y="1096553"/>
                  </a:lnTo>
                  <a:lnTo>
                    <a:pt x="2241462" y="1096567"/>
                  </a:lnTo>
                  <a:lnTo>
                    <a:pt x="2241513" y="1096765"/>
                  </a:lnTo>
                  <a:lnTo>
                    <a:pt x="2241545" y="1096887"/>
                  </a:lnTo>
                  <a:lnTo>
                    <a:pt x="2241560" y="1096944"/>
                  </a:lnTo>
                  <a:lnTo>
                    <a:pt x="2241579" y="1097018"/>
                  </a:lnTo>
                  <a:lnTo>
                    <a:pt x="2241700" y="1097242"/>
                  </a:lnTo>
                  <a:lnTo>
                    <a:pt x="2241792" y="1097411"/>
                  </a:lnTo>
                  <a:lnTo>
                    <a:pt x="2241916" y="1097640"/>
                  </a:lnTo>
                  <a:lnTo>
                    <a:pt x="2241920" y="1097648"/>
                  </a:lnTo>
                  <a:lnTo>
                    <a:pt x="2241943" y="1097689"/>
                  </a:lnTo>
                  <a:lnTo>
                    <a:pt x="2241940" y="1097704"/>
                  </a:lnTo>
                  <a:lnTo>
                    <a:pt x="2241932" y="1097714"/>
                  </a:lnTo>
                  <a:lnTo>
                    <a:pt x="2241898" y="1097751"/>
                  </a:lnTo>
                  <a:lnTo>
                    <a:pt x="2241963" y="1097753"/>
                  </a:lnTo>
                  <a:lnTo>
                    <a:pt x="2241977" y="1097758"/>
                  </a:lnTo>
                  <a:lnTo>
                    <a:pt x="2242000" y="1097796"/>
                  </a:lnTo>
                  <a:lnTo>
                    <a:pt x="2242280" y="1098308"/>
                  </a:lnTo>
                  <a:lnTo>
                    <a:pt x="2242303" y="1098364"/>
                  </a:lnTo>
                  <a:lnTo>
                    <a:pt x="2242318" y="1098424"/>
                  </a:lnTo>
                  <a:lnTo>
                    <a:pt x="2242327" y="1098487"/>
                  </a:lnTo>
                  <a:lnTo>
                    <a:pt x="2242328" y="1098522"/>
                  </a:lnTo>
                  <a:lnTo>
                    <a:pt x="2242322" y="1098594"/>
                  </a:lnTo>
                  <a:lnTo>
                    <a:pt x="2242281" y="1098682"/>
                  </a:lnTo>
                  <a:lnTo>
                    <a:pt x="2242254" y="1098740"/>
                  </a:lnTo>
                  <a:lnTo>
                    <a:pt x="2242216" y="1098808"/>
                  </a:lnTo>
                  <a:lnTo>
                    <a:pt x="2242239" y="1098862"/>
                  </a:lnTo>
                  <a:lnTo>
                    <a:pt x="2242356" y="1099072"/>
                  </a:lnTo>
                  <a:lnTo>
                    <a:pt x="2242445" y="1099303"/>
                  </a:lnTo>
                  <a:lnTo>
                    <a:pt x="2242471" y="1099376"/>
                  </a:lnTo>
                  <a:lnTo>
                    <a:pt x="2242485" y="1099417"/>
                  </a:lnTo>
                  <a:lnTo>
                    <a:pt x="2242511" y="1099492"/>
                  </a:lnTo>
                  <a:lnTo>
                    <a:pt x="2242557" y="1099627"/>
                  </a:lnTo>
                  <a:lnTo>
                    <a:pt x="2242769" y="1100279"/>
                  </a:lnTo>
                  <a:lnTo>
                    <a:pt x="2242774" y="1100301"/>
                  </a:lnTo>
                  <a:lnTo>
                    <a:pt x="2242790" y="1100417"/>
                  </a:lnTo>
                  <a:lnTo>
                    <a:pt x="2242793" y="1100509"/>
                  </a:lnTo>
                  <a:lnTo>
                    <a:pt x="2242803" y="1101279"/>
                  </a:lnTo>
                  <a:lnTo>
                    <a:pt x="2242802" y="1101517"/>
                  </a:lnTo>
                  <a:lnTo>
                    <a:pt x="2242799" y="1101580"/>
                  </a:lnTo>
                  <a:lnTo>
                    <a:pt x="2242770" y="1102017"/>
                  </a:lnTo>
                  <a:lnTo>
                    <a:pt x="2242766" y="1102234"/>
                  </a:lnTo>
                  <a:lnTo>
                    <a:pt x="2242764" y="1102271"/>
                  </a:lnTo>
                  <a:lnTo>
                    <a:pt x="2242758" y="1102327"/>
                  </a:lnTo>
                  <a:lnTo>
                    <a:pt x="2242742" y="1102335"/>
                  </a:lnTo>
                  <a:lnTo>
                    <a:pt x="2242661" y="1102335"/>
                  </a:lnTo>
                  <a:lnTo>
                    <a:pt x="2242295" y="1102334"/>
                  </a:lnTo>
                  <a:lnTo>
                    <a:pt x="2242104" y="1102332"/>
                  </a:lnTo>
                  <a:lnTo>
                    <a:pt x="2242012" y="1102331"/>
                  </a:lnTo>
                  <a:lnTo>
                    <a:pt x="2241826" y="1102329"/>
                  </a:lnTo>
                  <a:lnTo>
                    <a:pt x="2241032" y="1102324"/>
                  </a:lnTo>
                  <a:lnTo>
                    <a:pt x="2240443" y="1102816"/>
                  </a:lnTo>
                  <a:lnTo>
                    <a:pt x="2240669" y="1103037"/>
                  </a:lnTo>
                  <a:lnTo>
                    <a:pt x="2240711" y="1103064"/>
                  </a:lnTo>
                  <a:lnTo>
                    <a:pt x="2240780" y="1103079"/>
                  </a:lnTo>
                  <a:lnTo>
                    <a:pt x="2241078" y="1103062"/>
                  </a:lnTo>
                  <a:lnTo>
                    <a:pt x="2241129" y="1103069"/>
                  </a:lnTo>
                  <a:lnTo>
                    <a:pt x="2242375" y="1103610"/>
                  </a:lnTo>
                  <a:lnTo>
                    <a:pt x="2242939" y="1103855"/>
                  </a:lnTo>
                  <a:lnTo>
                    <a:pt x="2243825" y="1104241"/>
                  </a:lnTo>
                  <a:lnTo>
                    <a:pt x="2243870" y="1104328"/>
                  </a:lnTo>
                  <a:lnTo>
                    <a:pt x="2243709" y="1104421"/>
                  </a:lnTo>
                  <a:lnTo>
                    <a:pt x="2243608" y="1104442"/>
                  </a:lnTo>
                  <a:lnTo>
                    <a:pt x="2243621" y="1104553"/>
                  </a:lnTo>
                  <a:lnTo>
                    <a:pt x="2243647" y="1104752"/>
                  </a:lnTo>
                  <a:lnTo>
                    <a:pt x="2243648" y="1104764"/>
                  </a:lnTo>
                  <a:lnTo>
                    <a:pt x="2243651" y="1104779"/>
                  </a:lnTo>
                  <a:lnTo>
                    <a:pt x="2243697" y="1104766"/>
                  </a:lnTo>
                  <a:lnTo>
                    <a:pt x="2243714" y="1104761"/>
                  </a:lnTo>
                  <a:lnTo>
                    <a:pt x="2244316" y="1104589"/>
                  </a:lnTo>
                  <a:lnTo>
                    <a:pt x="2244346" y="1104593"/>
                  </a:lnTo>
                  <a:lnTo>
                    <a:pt x="2244523" y="1105032"/>
                  </a:lnTo>
                  <a:lnTo>
                    <a:pt x="2244568" y="1105327"/>
                  </a:lnTo>
                  <a:lnTo>
                    <a:pt x="2244766" y="1107006"/>
                  </a:lnTo>
                  <a:lnTo>
                    <a:pt x="2244768" y="1107025"/>
                  </a:lnTo>
                  <a:lnTo>
                    <a:pt x="2244768" y="1107059"/>
                  </a:lnTo>
                  <a:lnTo>
                    <a:pt x="2244691" y="1107643"/>
                  </a:lnTo>
                  <a:lnTo>
                    <a:pt x="2244681" y="1107661"/>
                  </a:lnTo>
                  <a:lnTo>
                    <a:pt x="2244441" y="1107740"/>
                  </a:lnTo>
                  <a:lnTo>
                    <a:pt x="2244386" y="1107771"/>
                  </a:lnTo>
                  <a:lnTo>
                    <a:pt x="2244345" y="1107795"/>
                  </a:lnTo>
                  <a:lnTo>
                    <a:pt x="2244316" y="1107812"/>
                  </a:lnTo>
                  <a:lnTo>
                    <a:pt x="2244311" y="1107815"/>
                  </a:lnTo>
                  <a:lnTo>
                    <a:pt x="2244267" y="1107840"/>
                  </a:lnTo>
                  <a:lnTo>
                    <a:pt x="2244250" y="1107850"/>
                  </a:lnTo>
                  <a:lnTo>
                    <a:pt x="2244265" y="1107866"/>
                  </a:lnTo>
                  <a:lnTo>
                    <a:pt x="2244284" y="1107886"/>
                  </a:lnTo>
                  <a:lnTo>
                    <a:pt x="2244299" y="1107902"/>
                  </a:lnTo>
                  <a:lnTo>
                    <a:pt x="2244349" y="1107956"/>
                  </a:lnTo>
                  <a:lnTo>
                    <a:pt x="2244762" y="1107986"/>
                  </a:lnTo>
                  <a:lnTo>
                    <a:pt x="2244790" y="1107988"/>
                  </a:lnTo>
                  <a:lnTo>
                    <a:pt x="2244844" y="1108009"/>
                  </a:lnTo>
                  <a:lnTo>
                    <a:pt x="2244865" y="1108041"/>
                  </a:lnTo>
                  <a:lnTo>
                    <a:pt x="2244874" y="1108062"/>
                  </a:lnTo>
                  <a:lnTo>
                    <a:pt x="2244937" y="1108350"/>
                  </a:lnTo>
                  <a:lnTo>
                    <a:pt x="2244944" y="1108380"/>
                  </a:lnTo>
                  <a:lnTo>
                    <a:pt x="2245166" y="1109418"/>
                  </a:lnTo>
                  <a:lnTo>
                    <a:pt x="2245195" y="1109445"/>
                  </a:lnTo>
                  <a:lnTo>
                    <a:pt x="2245425" y="1109660"/>
                  </a:lnTo>
                  <a:lnTo>
                    <a:pt x="2245428" y="1109673"/>
                  </a:lnTo>
                  <a:lnTo>
                    <a:pt x="2245460" y="1109795"/>
                  </a:lnTo>
                  <a:lnTo>
                    <a:pt x="2245474" y="1109850"/>
                  </a:lnTo>
                  <a:lnTo>
                    <a:pt x="2245542" y="1110207"/>
                  </a:lnTo>
                  <a:lnTo>
                    <a:pt x="2245572" y="1110359"/>
                  </a:lnTo>
                  <a:lnTo>
                    <a:pt x="2245645" y="1110739"/>
                  </a:lnTo>
                  <a:lnTo>
                    <a:pt x="2245656" y="1111029"/>
                  </a:lnTo>
                  <a:lnTo>
                    <a:pt x="2245653" y="1111042"/>
                  </a:lnTo>
                  <a:lnTo>
                    <a:pt x="2245650" y="1111059"/>
                  </a:lnTo>
                  <a:lnTo>
                    <a:pt x="2245532" y="1111315"/>
                  </a:lnTo>
                  <a:lnTo>
                    <a:pt x="2245208" y="1111437"/>
                  </a:lnTo>
                  <a:lnTo>
                    <a:pt x="2245195" y="1111460"/>
                  </a:lnTo>
                  <a:lnTo>
                    <a:pt x="2244990" y="1111821"/>
                  </a:lnTo>
                  <a:lnTo>
                    <a:pt x="2244981" y="1111837"/>
                  </a:lnTo>
                  <a:lnTo>
                    <a:pt x="2244973" y="1111851"/>
                  </a:lnTo>
                  <a:lnTo>
                    <a:pt x="2245062" y="1112192"/>
                  </a:lnTo>
                  <a:lnTo>
                    <a:pt x="2245541" y="1112100"/>
                  </a:lnTo>
                  <a:lnTo>
                    <a:pt x="2245887" y="1111921"/>
                  </a:lnTo>
                  <a:lnTo>
                    <a:pt x="2246596" y="1111709"/>
                  </a:lnTo>
                  <a:lnTo>
                    <a:pt x="2247735" y="1111700"/>
                  </a:lnTo>
                  <a:lnTo>
                    <a:pt x="2247847" y="1111990"/>
                  </a:lnTo>
                  <a:lnTo>
                    <a:pt x="2247406" y="1118146"/>
                  </a:lnTo>
                  <a:lnTo>
                    <a:pt x="2246991" y="1118271"/>
                  </a:lnTo>
                  <a:lnTo>
                    <a:pt x="2246740" y="1120245"/>
                  </a:lnTo>
                  <a:lnTo>
                    <a:pt x="2244966" y="1120354"/>
                  </a:lnTo>
                  <a:lnTo>
                    <a:pt x="2244909" y="1120793"/>
                  </a:lnTo>
                  <a:lnTo>
                    <a:pt x="2244862" y="1120864"/>
                  </a:lnTo>
                  <a:lnTo>
                    <a:pt x="2244837" y="1120889"/>
                  </a:lnTo>
                  <a:lnTo>
                    <a:pt x="2244710" y="1120943"/>
                  </a:lnTo>
                  <a:lnTo>
                    <a:pt x="2244602" y="1121026"/>
                  </a:lnTo>
                  <a:lnTo>
                    <a:pt x="2244478" y="1121121"/>
                  </a:lnTo>
                  <a:lnTo>
                    <a:pt x="2244428" y="1121222"/>
                  </a:lnTo>
                  <a:lnTo>
                    <a:pt x="2244282" y="1121515"/>
                  </a:lnTo>
                  <a:lnTo>
                    <a:pt x="2244253" y="1121573"/>
                  </a:lnTo>
                  <a:lnTo>
                    <a:pt x="2244233" y="1121618"/>
                  </a:lnTo>
                  <a:lnTo>
                    <a:pt x="2244259" y="1121647"/>
                  </a:lnTo>
                  <a:lnTo>
                    <a:pt x="2244350" y="1121740"/>
                  </a:lnTo>
                  <a:lnTo>
                    <a:pt x="2244354" y="1121744"/>
                  </a:lnTo>
                  <a:lnTo>
                    <a:pt x="2244388" y="1121772"/>
                  </a:lnTo>
                  <a:lnTo>
                    <a:pt x="2244392" y="1121775"/>
                  </a:lnTo>
                  <a:lnTo>
                    <a:pt x="2244397" y="1121779"/>
                  </a:lnTo>
                  <a:lnTo>
                    <a:pt x="2244393" y="1121789"/>
                  </a:lnTo>
                  <a:lnTo>
                    <a:pt x="2244380" y="1121822"/>
                  </a:lnTo>
                  <a:lnTo>
                    <a:pt x="2244399" y="1122149"/>
                  </a:lnTo>
                  <a:lnTo>
                    <a:pt x="2244402" y="1122153"/>
                  </a:lnTo>
                  <a:lnTo>
                    <a:pt x="2244417" y="1122166"/>
                  </a:lnTo>
                  <a:lnTo>
                    <a:pt x="2244478" y="1122210"/>
                  </a:lnTo>
                  <a:lnTo>
                    <a:pt x="2244669" y="1122109"/>
                  </a:lnTo>
                  <a:lnTo>
                    <a:pt x="2245979" y="1122105"/>
                  </a:lnTo>
                  <a:lnTo>
                    <a:pt x="2246018" y="1122109"/>
                  </a:lnTo>
                  <a:lnTo>
                    <a:pt x="2246091" y="1122151"/>
                  </a:lnTo>
                  <a:lnTo>
                    <a:pt x="2246114" y="1122139"/>
                  </a:lnTo>
                  <a:lnTo>
                    <a:pt x="2246121" y="1122128"/>
                  </a:lnTo>
                  <a:lnTo>
                    <a:pt x="2246126" y="1122121"/>
                  </a:lnTo>
                  <a:lnTo>
                    <a:pt x="2246137" y="1122115"/>
                  </a:lnTo>
                  <a:lnTo>
                    <a:pt x="2246144" y="1122111"/>
                  </a:lnTo>
                  <a:lnTo>
                    <a:pt x="2246172" y="1122105"/>
                  </a:lnTo>
                  <a:lnTo>
                    <a:pt x="2246197" y="1122102"/>
                  </a:lnTo>
                  <a:lnTo>
                    <a:pt x="2246298" y="1122088"/>
                  </a:lnTo>
                  <a:lnTo>
                    <a:pt x="2246598" y="1122048"/>
                  </a:lnTo>
                  <a:lnTo>
                    <a:pt x="2246615" y="1122051"/>
                  </a:lnTo>
                  <a:lnTo>
                    <a:pt x="2246631" y="1122057"/>
                  </a:lnTo>
                  <a:lnTo>
                    <a:pt x="2246713" y="1122045"/>
                  </a:lnTo>
                  <a:lnTo>
                    <a:pt x="2246743" y="1122104"/>
                  </a:lnTo>
                  <a:lnTo>
                    <a:pt x="2246748" y="1122113"/>
                  </a:lnTo>
                  <a:lnTo>
                    <a:pt x="2246696" y="1122123"/>
                  </a:lnTo>
                  <a:lnTo>
                    <a:pt x="2246705" y="1122150"/>
                  </a:lnTo>
                  <a:lnTo>
                    <a:pt x="2246924" y="1122664"/>
                  </a:lnTo>
                  <a:lnTo>
                    <a:pt x="2247069" y="1123006"/>
                  </a:lnTo>
                  <a:lnTo>
                    <a:pt x="2247134" y="1123158"/>
                  </a:lnTo>
                  <a:lnTo>
                    <a:pt x="2247191" y="1123247"/>
                  </a:lnTo>
                  <a:lnTo>
                    <a:pt x="2247472" y="1123685"/>
                  </a:lnTo>
                  <a:lnTo>
                    <a:pt x="2247735" y="1124095"/>
                  </a:lnTo>
                  <a:lnTo>
                    <a:pt x="2247809" y="1124165"/>
                  </a:lnTo>
                  <a:lnTo>
                    <a:pt x="2247909" y="1124478"/>
                  </a:lnTo>
                  <a:lnTo>
                    <a:pt x="2247982" y="1124705"/>
                  </a:lnTo>
                  <a:lnTo>
                    <a:pt x="2248009" y="1124788"/>
                  </a:lnTo>
                  <a:lnTo>
                    <a:pt x="2247972" y="1124897"/>
                  </a:lnTo>
                  <a:lnTo>
                    <a:pt x="2247895" y="1125000"/>
                  </a:lnTo>
                  <a:lnTo>
                    <a:pt x="2247819" y="1125100"/>
                  </a:lnTo>
                  <a:lnTo>
                    <a:pt x="2247027" y="1126125"/>
                  </a:lnTo>
                  <a:lnTo>
                    <a:pt x="2246646" y="1126609"/>
                  </a:lnTo>
                  <a:lnTo>
                    <a:pt x="2246567" y="1126709"/>
                  </a:lnTo>
                  <a:lnTo>
                    <a:pt x="2246565" y="1126715"/>
                  </a:lnTo>
                  <a:lnTo>
                    <a:pt x="2246566" y="1126720"/>
                  </a:lnTo>
                  <a:lnTo>
                    <a:pt x="2246598" y="1126767"/>
                  </a:lnTo>
                  <a:lnTo>
                    <a:pt x="2246603" y="1126774"/>
                  </a:lnTo>
                  <a:lnTo>
                    <a:pt x="2246610" y="1126779"/>
                  </a:lnTo>
                  <a:lnTo>
                    <a:pt x="2246687" y="1126838"/>
                  </a:lnTo>
                  <a:lnTo>
                    <a:pt x="2246765" y="1126835"/>
                  </a:lnTo>
                  <a:lnTo>
                    <a:pt x="2246794" y="1126833"/>
                  </a:lnTo>
                  <a:lnTo>
                    <a:pt x="2247049" y="1126415"/>
                  </a:lnTo>
                  <a:lnTo>
                    <a:pt x="2247756" y="1126373"/>
                  </a:lnTo>
                  <a:lnTo>
                    <a:pt x="2248017" y="1126440"/>
                  </a:lnTo>
                  <a:lnTo>
                    <a:pt x="2248103" y="1126497"/>
                  </a:lnTo>
                  <a:lnTo>
                    <a:pt x="2248482" y="1126747"/>
                  </a:lnTo>
                  <a:lnTo>
                    <a:pt x="2248773" y="1126650"/>
                  </a:lnTo>
                  <a:lnTo>
                    <a:pt x="2248783" y="1126650"/>
                  </a:lnTo>
                  <a:lnTo>
                    <a:pt x="2249661" y="1126988"/>
                  </a:lnTo>
                  <a:lnTo>
                    <a:pt x="2249946" y="1126681"/>
                  </a:lnTo>
                  <a:lnTo>
                    <a:pt x="2250057" y="1126680"/>
                  </a:lnTo>
                  <a:lnTo>
                    <a:pt x="2251246" y="1127448"/>
                  </a:lnTo>
                  <a:lnTo>
                    <a:pt x="2251106" y="1127826"/>
                  </a:lnTo>
                  <a:lnTo>
                    <a:pt x="2250628" y="1128636"/>
                  </a:lnTo>
                  <a:lnTo>
                    <a:pt x="2250830" y="1128747"/>
                  </a:lnTo>
                  <a:lnTo>
                    <a:pt x="2250861" y="1128763"/>
                  </a:lnTo>
                  <a:lnTo>
                    <a:pt x="2251110" y="1128895"/>
                  </a:lnTo>
                  <a:lnTo>
                    <a:pt x="2251124" y="1128904"/>
                  </a:lnTo>
                  <a:lnTo>
                    <a:pt x="2251128" y="1128907"/>
                  </a:lnTo>
                  <a:lnTo>
                    <a:pt x="2251135" y="1128911"/>
                  </a:lnTo>
                  <a:lnTo>
                    <a:pt x="2251183" y="1128944"/>
                  </a:lnTo>
                  <a:lnTo>
                    <a:pt x="2251269" y="1129002"/>
                  </a:lnTo>
                  <a:lnTo>
                    <a:pt x="2251867" y="1129294"/>
                  </a:lnTo>
                  <a:lnTo>
                    <a:pt x="2251995" y="1129332"/>
                  </a:lnTo>
                  <a:lnTo>
                    <a:pt x="2252243" y="1129399"/>
                  </a:lnTo>
                  <a:lnTo>
                    <a:pt x="2252310" y="1129417"/>
                  </a:lnTo>
                  <a:lnTo>
                    <a:pt x="2252541" y="1129478"/>
                  </a:lnTo>
                  <a:lnTo>
                    <a:pt x="2252868" y="1129560"/>
                  </a:lnTo>
                  <a:lnTo>
                    <a:pt x="2253466" y="1129712"/>
                  </a:lnTo>
                  <a:lnTo>
                    <a:pt x="2254265" y="1129915"/>
                  </a:lnTo>
                  <a:lnTo>
                    <a:pt x="2254587" y="1129998"/>
                  </a:lnTo>
                  <a:lnTo>
                    <a:pt x="2254626" y="1130018"/>
                  </a:lnTo>
                  <a:lnTo>
                    <a:pt x="2254963" y="1130193"/>
                  </a:lnTo>
                  <a:lnTo>
                    <a:pt x="2258679" y="1132148"/>
                  </a:lnTo>
                  <a:lnTo>
                    <a:pt x="2258766" y="1132365"/>
                  </a:lnTo>
                  <a:lnTo>
                    <a:pt x="2258041" y="1133793"/>
                  </a:lnTo>
                  <a:lnTo>
                    <a:pt x="2258214" y="1133865"/>
                  </a:lnTo>
                  <a:lnTo>
                    <a:pt x="2258317" y="1133773"/>
                  </a:lnTo>
                  <a:lnTo>
                    <a:pt x="2258408" y="1133747"/>
                  </a:lnTo>
                  <a:lnTo>
                    <a:pt x="2258675" y="1133779"/>
                  </a:lnTo>
                  <a:lnTo>
                    <a:pt x="2258682" y="1133780"/>
                  </a:lnTo>
                  <a:lnTo>
                    <a:pt x="2258690" y="1133782"/>
                  </a:lnTo>
                  <a:lnTo>
                    <a:pt x="2258706" y="1133787"/>
                  </a:lnTo>
                  <a:lnTo>
                    <a:pt x="2258775" y="1133816"/>
                  </a:lnTo>
                  <a:lnTo>
                    <a:pt x="2259064" y="1133938"/>
                  </a:lnTo>
                  <a:lnTo>
                    <a:pt x="2259855" y="1133090"/>
                  </a:lnTo>
                  <a:lnTo>
                    <a:pt x="2261684" y="1133787"/>
                  </a:lnTo>
                  <a:lnTo>
                    <a:pt x="2261708" y="1134209"/>
                  </a:lnTo>
                  <a:lnTo>
                    <a:pt x="2262695" y="1135031"/>
                  </a:lnTo>
                  <a:lnTo>
                    <a:pt x="2262987" y="1134388"/>
                  </a:lnTo>
                  <a:lnTo>
                    <a:pt x="2263013" y="1134350"/>
                  </a:lnTo>
                  <a:lnTo>
                    <a:pt x="2263036" y="1134331"/>
                  </a:lnTo>
                  <a:lnTo>
                    <a:pt x="2263056" y="1134321"/>
                  </a:lnTo>
                  <a:lnTo>
                    <a:pt x="2263073" y="1134319"/>
                  </a:lnTo>
                  <a:lnTo>
                    <a:pt x="2263103" y="1134318"/>
                  </a:lnTo>
                  <a:lnTo>
                    <a:pt x="2263135" y="1134324"/>
                  </a:lnTo>
                  <a:lnTo>
                    <a:pt x="2263176" y="1134340"/>
                  </a:lnTo>
                  <a:lnTo>
                    <a:pt x="2263432" y="1134447"/>
                  </a:lnTo>
                  <a:lnTo>
                    <a:pt x="2264855" y="1135043"/>
                  </a:lnTo>
                  <a:lnTo>
                    <a:pt x="2264946" y="1135086"/>
                  </a:lnTo>
                  <a:lnTo>
                    <a:pt x="2265048" y="1135142"/>
                  </a:lnTo>
                  <a:lnTo>
                    <a:pt x="2266964" y="1136227"/>
                  </a:lnTo>
                  <a:lnTo>
                    <a:pt x="2266958" y="1136236"/>
                  </a:lnTo>
                  <a:lnTo>
                    <a:pt x="2267077" y="1136306"/>
                  </a:lnTo>
                  <a:lnTo>
                    <a:pt x="2268535" y="1137154"/>
                  </a:lnTo>
                  <a:lnTo>
                    <a:pt x="2268861" y="1137343"/>
                  </a:lnTo>
                  <a:lnTo>
                    <a:pt x="2268874" y="1137355"/>
                  </a:lnTo>
                  <a:lnTo>
                    <a:pt x="2268886" y="1137371"/>
                  </a:lnTo>
                  <a:lnTo>
                    <a:pt x="2268894" y="1137384"/>
                  </a:lnTo>
                  <a:lnTo>
                    <a:pt x="2268902" y="1137400"/>
                  </a:lnTo>
                  <a:lnTo>
                    <a:pt x="2268905" y="1137435"/>
                  </a:lnTo>
                  <a:lnTo>
                    <a:pt x="2268903" y="1137466"/>
                  </a:lnTo>
                  <a:lnTo>
                    <a:pt x="2268910" y="1137792"/>
                  </a:lnTo>
                  <a:lnTo>
                    <a:pt x="2268916" y="1138054"/>
                  </a:lnTo>
                  <a:lnTo>
                    <a:pt x="2268931" y="1138702"/>
                  </a:lnTo>
                  <a:lnTo>
                    <a:pt x="2268936" y="1138932"/>
                  </a:lnTo>
                  <a:lnTo>
                    <a:pt x="2268924" y="1138973"/>
                  </a:lnTo>
                  <a:lnTo>
                    <a:pt x="2268924" y="1139004"/>
                  </a:lnTo>
                  <a:lnTo>
                    <a:pt x="2268929" y="1139020"/>
                  </a:lnTo>
                  <a:lnTo>
                    <a:pt x="2268951" y="1139052"/>
                  </a:lnTo>
                  <a:lnTo>
                    <a:pt x="2268966" y="1139083"/>
                  </a:lnTo>
                  <a:lnTo>
                    <a:pt x="2268968" y="1139114"/>
                  </a:lnTo>
                  <a:lnTo>
                    <a:pt x="2268978" y="1139350"/>
                  </a:lnTo>
                  <a:lnTo>
                    <a:pt x="2268981" y="1139534"/>
                  </a:lnTo>
                  <a:lnTo>
                    <a:pt x="2268986" y="1139859"/>
                  </a:lnTo>
                  <a:lnTo>
                    <a:pt x="2268993" y="1140177"/>
                  </a:lnTo>
                  <a:lnTo>
                    <a:pt x="2269015" y="1140991"/>
                  </a:lnTo>
                  <a:lnTo>
                    <a:pt x="2269023" y="1141167"/>
                  </a:lnTo>
                  <a:lnTo>
                    <a:pt x="2269028" y="1141267"/>
                  </a:lnTo>
                  <a:lnTo>
                    <a:pt x="2269032" y="1141275"/>
                  </a:lnTo>
                  <a:lnTo>
                    <a:pt x="2269142" y="1142008"/>
                  </a:lnTo>
                  <a:lnTo>
                    <a:pt x="2269164" y="1142155"/>
                  </a:lnTo>
                  <a:lnTo>
                    <a:pt x="2269495" y="1142367"/>
                  </a:lnTo>
                  <a:lnTo>
                    <a:pt x="2269499" y="1142370"/>
                  </a:lnTo>
                  <a:lnTo>
                    <a:pt x="2269894" y="1142377"/>
                  </a:lnTo>
                  <a:lnTo>
                    <a:pt x="2269932" y="1142390"/>
                  </a:lnTo>
                  <a:lnTo>
                    <a:pt x="2269946" y="1142398"/>
                  </a:lnTo>
                  <a:lnTo>
                    <a:pt x="2269974" y="1142421"/>
                  </a:lnTo>
                  <a:lnTo>
                    <a:pt x="2270002" y="1142462"/>
                  </a:lnTo>
                  <a:lnTo>
                    <a:pt x="2270015" y="1142499"/>
                  </a:lnTo>
                  <a:lnTo>
                    <a:pt x="2270014" y="1142695"/>
                  </a:lnTo>
                  <a:lnTo>
                    <a:pt x="2270013" y="1143253"/>
                  </a:lnTo>
                  <a:lnTo>
                    <a:pt x="2270011" y="1143353"/>
                  </a:lnTo>
                  <a:lnTo>
                    <a:pt x="2270008" y="1143534"/>
                  </a:lnTo>
                  <a:lnTo>
                    <a:pt x="2270004" y="1143725"/>
                  </a:lnTo>
                  <a:lnTo>
                    <a:pt x="2270003" y="1143779"/>
                  </a:lnTo>
                  <a:lnTo>
                    <a:pt x="2270000" y="1143963"/>
                  </a:lnTo>
                  <a:lnTo>
                    <a:pt x="2269999" y="1144020"/>
                  </a:lnTo>
                  <a:lnTo>
                    <a:pt x="2269998" y="1144077"/>
                  </a:lnTo>
                  <a:lnTo>
                    <a:pt x="2269997" y="1144163"/>
                  </a:lnTo>
                  <a:lnTo>
                    <a:pt x="2270492" y="1144607"/>
                  </a:lnTo>
                  <a:lnTo>
                    <a:pt x="2270492" y="1144649"/>
                  </a:lnTo>
                  <a:lnTo>
                    <a:pt x="2270492" y="1144835"/>
                  </a:lnTo>
                  <a:lnTo>
                    <a:pt x="2270492" y="1144969"/>
                  </a:lnTo>
                  <a:lnTo>
                    <a:pt x="2270612" y="1145424"/>
                  </a:lnTo>
                  <a:lnTo>
                    <a:pt x="2270974" y="1145866"/>
                  </a:lnTo>
                  <a:lnTo>
                    <a:pt x="2271382" y="1146293"/>
                  </a:lnTo>
                  <a:lnTo>
                    <a:pt x="2271863" y="1146451"/>
                  </a:lnTo>
                  <a:lnTo>
                    <a:pt x="2272130" y="1146875"/>
                  </a:lnTo>
                  <a:lnTo>
                    <a:pt x="2272123" y="1146901"/>
                  </a:lnTo>
                  <a:lnTo>
                    <a:pt x="2271967" y="1147470"/>
                  </a:lnTo>
                  <a:lnTo>
                    <a:pt x="2271445" y="1147823"/>
                  </a:lnTo>
                  <a:lnTo>
                    <a:pt x="2270846" y="1148131"/>
                  </a:lnTo>
                  <a:lnTo>
                    <a:pt x="2270302" y="1148317"/>
                  </a:lnTo>
                  <a:lnTo>
                    <a:pt x="2269549" y="1147972"/>
                  </a:lnTo>
                  <a:lnTo>
                    <a:pt x="2269445" y="1147924"/>
                  </a:lnTo>
                  <a:lnTo>
                    <a:pt x="2268433" y="1147459"/>
                  </a:lnTo>
                  <a:lnTo>
                    <a:pt x="2268416" y="1147290"/>
                  </a:lnTo>
                  <a:lnTo>
                    <a:pt x="2268375" y="1147268"/>
                  </a:lnTo>
                  <a:lnTo>
                    <a:pt x="2268315" y="1147263"/>
                  </a:lnTo>
                  <a:lnTo>
                    <a:pt x="2268274" y="1147280"/>
                  </a:lnTo>
                  <a:lnTo>
                    <a:pt x="2268160" y="1147452"/>
                  </a:lnTo>
                  <a:lnTo>
                    <a:pt x="2268135" y="1147504"/>
                  </a:lnTo>
                  <a:lnTo>
                    <a:pt x="2268116" y="1147541"/>
                  </a:lnTo>
                  <a:lnTo>
                    <a:pt x="2268091" y="1147592"/>
                  </a:lnTo>
                  <a:lnTo>
                    <a:pt x="2268055" y="1147605"/>
                  </a:lnTo>
                  <a:lnTo>
                    <a:pt x="2267993" y="1147607"/>
                  </a:lnTo>
                  <a:lnTo>
                    <a:pt x="2267987" y="1147604"/>
                  </a:lnTo>
                  <a:lnTo>
                    <a:pt x="2267961" y="1147594"/>
                  </a:lnTo>
                  <a:lnTo>
                    <a:pt x="2267951" y="1147593"/>
                  </a:lnTo>
                  <a:lnTo>
                    <a:pt x="2267789" y="1147569"/>
                  </a:lnTo>
                  <a:lnTo>
                    <a:pt x="2267776" y="1147572"/>
                  </a:lnTo>
                  <a:lnTo>
                    <a:pt x="2267763" y="1147575"/>
                  </a:lnTo>
                  <a:lnTo>
                    <a:pt x="2267195" y="1147700"/>
                  </a:lnTo>
                  <a:lnTo>
                    <a:pt x="2267408" y="1147877"/>
                  </a:lnTo>
                  <a:lnTo>
                    <a:pt x="2267495" y="1147975"/>
                  </a:lnTo>
                  <a:lnTo>
                    <a:pt x="2267509" y="1147995"/>
                  </a:lnTo>
                  <a:lnTo>
                    <a:pt x="2267516" y="1148009"/>
                  </a:lnTo>
                  <a:lnTo>
                    <a:pt x="2267518" y="1148023"/>
                  </a:lnTo>
                  <a:lnTo>
                    <a:pt x="2267518" y="1148037"/>
                  </a:lnTo>
                  <a:lnTo>
                    <a:pt x="2267506" y="1148062"/>
                  </a:lnTo>
                  <a:lnTo>
                    <a:pt x="2267470" y="1148078"/>
                  </a:lnTo>
                  <a:lnTo>
                    <a:pt x="2267429" y="1148078"/>
                  </a:lnTo>
                  <a:lnTo>
                    <a:pt x="2267209" y="1147987"/>
                  </a:lnTo>
                  <a:lnTo>
                    <a:pt x="2267136" y="1147984"/>
                  </a:lnTo>
                  <a:lnTo>
                    <a:pt x="2266788" y="1148027"/>
                  </a:lnTo>
                  <a:lnTo>
                    <a:pt x="2266527" y="1147977"/>
                  </a:lnTo>
                  <a:lnTo>
                    <a:pt x="2266396" y="1147974"/>
                  </a:lnTo>
                  <a:lnTo>
                    <a:pt x="2266384" y="1148009"/>
                  </a:lnTo>
                  <a:lnTo>
                    <a:pt x="2266446" y="1148190"/>
                  </a:lnTo>
                  <a:lnTo>
                    <a:pt x="2266781" y="1148080"/>
                  </a:lnTo>
                  <a:lnTo>
                    <a:pt x="2266824" y="1148074"/>
                  </a:lnTo>
                  <a:lnTo>
                    <a:pt x="2266835" y="1148072"/>
                  </a:lnTo>
                  <a:lnTo>
                    <a:pt x="2266921" y="1148060"/>
                  </a:lnTo>
                  <a:lnTo>
                    <a:pt x="2266993" y="1148050"/>
                  </a:lnTo>
                  <a:lnTo>
                    <a:pt x="2267020" y="1148047"/>
                  </a:lnTo>
                  <a:lnTo>
                    <a:pt x="2267034" y="1148045"/>
                  </a:lnTo>
                  <a:lnTo>
                    <a:pt x="2267154" y="1148028"/>
                  </a:lnTo>
                  <a:lnTo>
                    <a:pt x="2267188" y="1148029"/>
                  </a:lnTo>
                  <a:lnTo>
                    <a:pt x="2267267" y="1148054"/>
                  </a:lnTo>
                  <a:lnTo>
                    <a:pt x="2267309" y="1148078"/>
                  </a:lnTo>
                  <a:lnTo>
                    <a:pt x="2267319" y="1148083"/>
                  </a:lnTo>
                  <a:lnTo>
                    <a:pt x="2267328" y="1148092"/>
                  </a:lnTo>
                  <a:lnTo>
                    <a:pt x="2267377" y="1148134"/>
                  </a:lnTo>
                  <a:lnTo>
                    <a:pt x="2267426" y="1148177"/>
                  </a:lnTo>
                  <a:lnTo>
                    <a:pt x="2267489" y="1148221"/>
                  </a:lnTo>
                  <a:lnTo>
                    <a:pt x="2267519" y="1148234"/>
                  </a:lnTo>
                  <a:lnTo>
                    <a:pt x="2267524" y="1148236"/>
                  </a:lnTo>
                  <a:lnTo>
                    <a:pt x="2267558" y="1148251"/>
                  </a:lnTo>
                  <a:lnTo>
                    <a:pt x="2268620" y="1148256"/>
                  </a:lnTo>
                  <a:lnTo>
                    <a:pt x="2268730" y="1148285"/>
                  </a:lnTo>
                  <a:lnTo>
                    <a:pt x="2268766" y="1148305"/>
                  </a:lnTo>
                  <a:lnTo>
                    <a:pt x="2268812" y="1148368"/>
                  </a:lnTo>
                  <a:lnTo>
                    <a:pt x="2268832" y="1148410"/>
                  </a:lnTo>
                  <a:lnTo>
                    <a:pt x="2268906" y="1148602"/>
                  </a:lnTo>
                  <a:lnTo>
                    <a:pt x="2268877" y="1148663"/>
                  </a:lnTo>
                  <a:lnTo>
                    <a:pt x="2268848" y="1148724"/>
                  </a:lnTo>
                  <a:lnTo>
                    <a:pt x="2268848" y="1149411"/>
                  </a:lnTo>
                  <a:lnTo>
                    <a:pt x="2268848" y="1149618"/>
                  </a:lnTo>
                  <a:lnTo>
                    <a:pt x="2268851" y="1149626"/>
                  </a:lnTo>
                  <a:lnTo>
                    <a:pt x="2268860" y="1149629"/>
                  </a:lnTo>
                  <a:lnTo>
                    <a:pt x="2268961" y="1149632"/>
                  </a:lnTo>
                  <a:lnTo>
                    <a:pt x="2268993" y="1149625"/>
                  </a:lnTo>
                  <a:lnTo>
                    <a:pt x="2268999" y="1149624"/>
                  </a:lnTo>
                  <a:lnTo>
                    <a:pt x="2269092" y="1149620"/>
                  </a:lnTo>
                  <a:lnTo>
                    <a:pt x="2269098" y="1149622"/>
                  </a:lnTo>
                  <a:lnTo>
                    <a:pt x="2269177" y="1149691"/>
                  </a:lnTo>
                  <a:lnTo>
                    <a:pt x="2269371" y="1149867"/>
                  </a:lnTo>
                  <a:lnTo>
                    <a:pt x="2269479" y="1149966"/>
                  </a:lnTo>
                  <a:lnTo>
                    <a:pt x="2269519" y="1150003"/>
                  </a:lnTo>
                  <a:lnTo>
                    <a:pt x="2269523" y="1150012"/>
                  </a:lnTo>
                  <a:lnTo>
                    <a:pt x="2269643" y="1150346"/>
                  </a:lnTo>
                  <a:lnTo>
                    <a:pt x="2270421" y="1150399"/>
                  </a:lnTo>
                  <a:lnTo>
                    <a:pt x="2270786" y="1150890"/>
                  </a:lnTo>
                  <a:lnTo>
                    <a:pt x="2271673" y="1150459"/>
                  </a:lnTo>
                  <a:lnTo>
                    <a:pt x="2272274" y="1150166"/>
                  </a:lnTo>
                  <a:lnTo>
                    <a:pt x="2272535" y="1150040"/>
                  </a:lnTo>
                  <a:lnTo>
                    <a:pt x="2272548" y="1150034"/>
                  </a:lnTo>
                  <a:lnTo>
                    <a:pt x="2272561" y="1150040"/>
                  </a:lnTo>
                  <a:lnTo>
                    <a:pt x="2273009" y="1150254"/>
                  </a:lnTo>
                  <a:lnTo>
                    <a:pt x="2273072" y="1150284"/>
                  </a:lnTo>
                  <a:lnTo>
                    <a:pt x="2273077" y="1150286"/>
                  </a:lnTo>
                  <a:lnTo>
                    <a:pt x="2273710" y="1150589"/>
                  </a:lnTo>
                  <a:lnTo>
                    <a:pt x="2273825" y="1151200"/>
                  </a:lnTo>
                  <a:lnTo>
                    <a:pt x="2273945" y="1151840"/>
                  </a:lnTo>
                  <a:lnTo>
                    <a:pt x="2273644" y="1153030"/>
                  </a:lnTo>
                  <a:lnTo>
                    <a:pt x="2273657" y="1153031"/>
                  </a:lnTo>
                  <a:lnTo>
                    <a:pt x="2273742" y="1153043"/>
                  </a:lnTo>
                  <a:lnTo>
                    <a:pt x="2274022" y="1153093"/>
                  </a:lnTo>
                  <a:lnTo>
                    <a:pt x="2274491" y="1153215"/>
                  </a:lnTo>
                  <a:lnTo>
                    <a:pt x="2274516" y="1153221"/>
                  </a:lnTo>
                  <a:lnTo>
                    <a:pt x="2274593" y="1153340"/>
                  </a:lnTo>
                  <a:lnTo>
                    <a:pt x="2274630" y="1153396"/>
                  </a:lnTo>
                  <a:lnTo>
                    <a:pt x="2274674" y="1153417"/>
                  </a:lnTo>
                  <a:lnTo>
                    <a:pt x="2274947" y="1153521"/>
                  </a:lnTo>
                  <a:lnTo>
                    <a:pt x="2274979" y="1153532"/>
                  </a:lnTo>
                  <a:lnTo>
                    <a:pt x="2275075" y="1153553"/>
                  </a:lnTo>
                  <a:lnTo>
                    <a:pt x="2275486" y="1153686"/>
                  </a:lnTo>
                  <a:lnTo>
                    <a:pt x="2276020" y="1153909"/>
                  </a:lnTo>
                  <a:lnTo>
                    <a:pt x="2276061" y="1153931"/>
                  </a:lnTo>
                  <a:lnTo>
                    <a:pt x="2276465" y="1153053"/>
                  </a:lnTo>
                  <a:lnTo>
                    <a:pt x="2277683" y="1153435"/>
                  </a:lnTo>
                  <a:lnTo>
                    <a:pt x="2282110" y="1154827"/>
                  </a:lnTo>
                  <a:lnTo>
                    <a:pt x="2284064" y="1155987"/>
                  </a:lnTo>
                  <a:lnTo>
                    <a:pt x="2284905" y="1156871"/>
                  </a:lnTo>
                  <a:lnTo>
                    <a:pt x="2284743" y="1157102"/>
                  </a:lnTo>
                  <a:lnTo>
                    <a:pt x="2284119" y="1157993"/>
                  </a:lnTo>
                  <a:lnTo>
                    <a:pt x="2284073" y="1158058"/>
                  </a:lnTo>
                  <a:lnTo>
                    <a:pt x="2284140" y="1158069"/>
                  </a:lnTo>
                  <a:lnTo>
                    <a:pt x="2284209" y="1158087"/>
                  </a:lnTo>
                  <a:lnTo>
                    <a:pt x="2284319" y="1158152"/>
                  </a:lnTo>
                  <a:lnTo>
                    <a:pt x="2284578" y="1158382"/>
                  </a:lnTo>
                  <a:lnTo>
                    <a:pt x="2284649" y="1158479"/>
                  </a:lnTo>
                  <a:lnTo>
                    <a:pt x="2284654" y="1158490"/>
                  </a:lnTo>
                  <a:lnTo>
                    <a:pt x="2284653" y="1158502"/>
                  </a:lnTo>
                  <a:lnTo>
                    <a:pt x="2284852" y="1158654"/>
                  </a:lnTo>
                  <a:lnTo>
                    <a:pt x="2285122" y="1158811"/>
                  </a:lnTo>
                  <a:lnTo>
                    <a:pt x="2285405" y="1158810"/>
                  </a:lnTo>
                  <a:lnTo>
                    <a:pt x="2285741" y="1159083"/>
                  </a:lnTo>
                  <a:lnTo>
                    <a:pt x="2286517" y="1159860"/>
                  </a:lnTo>
                  <a:lnTo>
                    <a:pt x="2287073" y="1160545"/>
                  </a:lnTo>
                  <a:lnTo>
                    <a:pt x="2287408" y="1160995"/>
                  </a:lnTo>
                  <a:lnTo>
                    <a:pt x="2287555" y="1160734"/>
                  </a:lnTo>
                  <a:lnTo>
                    <a:pt x="2287575" y="1160725"/>
                  </a:lnTo>
                  <a:lnTo>
                    <a:pt x="2287598" y="1160726"/>
                  </a:lnTo>
                  <a:lnTo>
                    <a:pt x="2287676" y="1160778"/>
                  </a:lnTo>
                  <a:lnTo>
                    <a:pt x="2288448" y="1161295"/>
                  </a:lnTo>
                  <a:lnTo>
                    <a:pt x="2288469" y="1161309"/>
                  </a:lnTo>
                  <a:lnTo>
                    <a:pt x="2288481" y="1161346"/>
                  </a:lnTo>
                  <a:lnTo>
                    <a:pt x="2290471" y="1166142"/>
                  </a:lnTo>
                  <a:lnTo>
                    <a:pt x="2290528" y="1166418"/>
                  </a:lnTo>
                  <a:lnTo>
                    <a:pt x="2290549" y="1166518"/>
                  </a:lnTo>
                  <a:lnTo>
                    <a:pt x="2290552" y="1166533"/>
                  </a:lnTo>
                  <a:lnTo>
                    <a:pt x="2290556" y="1166605"/>
                  </a:lnTo>
                  <a:lnTo>
                    <a:pt x="2290538" y="1166741"/>
                  </a:lnTo>
                  <a:lnTo>
                    <a:pt x="2290534" y="1166900"/>
                  </a:lnTo>
                  <a:lnTo>
                    <a:pt x="2290528" y="1167183"/>
                  </a:lnTo>
                  <a:lnTo>
                    <a:pt x="2290536" y="1167186"/>
                  </a:lnTo>
                  <a:lnTo>
                    <a:pt x="2290549" y="1167240"/>
                  </a:lnTo>
                  <a:lnTo>
                    <a:pt x="2290551" y="1167247"/>
                  </a:lnTo>
                  <a:lnTo>
                    <a:pt x="2290570" y="1167312"/>
                  </a:lnTo>
                  <a:lnTo>
                    <a:pt x="2290572" y="1167321"/>
                  </a:lnTo>
                  <a:lnTo>
                    <a:pt x="2290576" y="1167335"/>
                  </a:lnTo>
                  <a:lnTo>
                    <a:pt x="2290589" y="1167380"/>
                  </a:lnTo>
                  <a:lnTo>
                    <a:pt x="2290592" y="1167391"/>
                  </a:lnTo>
                  <a:lnTo>
                    <a:pt x="2290606" y="1167439"/>
                  </a:lnTo>
                  <a:lnTo>
                    <a:pt x="2290625" y="1167465"/>
                  </a:lnTo>
                  <a:lnTo>
                    <a:pt x="2290652" y="1167503"/>
                  </a:lnTo>
                  <a:lnTo>
                    <a:pt x="2290656" y="1167509"/>
                  </a:lnTo>
                  <a:lnTo>
                    <a:pt x="2290719" y="1167597"/>
                  </a:lnTo>
                  <a:lnTo>
                    <a:pt x="2290723" y="1167605"/>
                  </a:lnTo>
                  <a:lnTo>
                    <a:pt x="2290817" y="1167809"/>
                  </a:lnTo>
                  <a:lnTo>
                    <a:pt x="2290820" y="1167817"/>
                  </a:lnTo>
                  <a:lnTo>
                    <a:pt x="2290963" y="1168126"/>
                  </a:lnTo>
                  <a:lnTo>
                    <a:pt x="2290967" y="1168134"/>
                  </a:lnTo>
                  <a:lnTo>
                    <a:pt x="2291002" y="1168199"/>
                  </a:lnTo>
                  <a:lnTo>
                    <a:pt x="2291019" y="1168238"/>
                  </a:lnTo>
                  <a:lnTo>
                    <a:pt x="2291022" y="1168245"/>
                  </a:lnTo>
                  <a:lnTo>
                    <a:pt x="2291038" y="1168272"/>
                  </a:lnTo>
                  <a:lnTo>
                    <a:pt x="2291042" y="1168280"/>
                  </a:lnTo>
                  <a:lnTo>
                    <a:pt x="2291065" y="1168322"/>
                  </a:lnTo>
                  <a:lnTo>
                    <a:pt x="2291087" y="1168363"/>
                  </a:lnTo>
                  <a:lnTo>
                    <a:pt x="2291093" y="1168374"/>
                  </a:lnTo>
                  <a:lnTo>
                    <a:pt x="2291130" y="1168446"/>
                  </a:lnTo>
                  <a:lnTo>
                    <a:pt x="2291173" y="1168528"/>
                  </a:lnTo>
                  <a:lnTo>
                    <a:pt x="2291176" y="1168535"/>
                  </a:lnTo>
                  <a:lnTo>
                    <a:pt x="2291195" y="1168570"/>
                  </a:lnTo>
                  <a:lnTo>
                    <a:pt x="2291201" y="1168581"/>
                  </a:lnTo>
                  <a:lnTo>
                    <a:pt x="2291215" y="1168607"/>
                  </a:lnTo>
                  <a:lnTo>
                    <a:pt x="2291217" y="1168612"/>
                  </a:lnTo>
                  <a:lnTo>
                    <a:pt x="2291254" y="1168678"/>
                  </a:lnTo>
                  <a:lnTo>
                    <a:pt x="2291286" y="1168738"/>
                  </a:lnTo>
                  <a:lnTo>
                    <a:pt x="2291307" y="1168776"/>
                  </a:lnTo>
                  <a:lnTo>
                    <a:pt x="2291311" y="1168782"/>
                  </a:lnTo>
                  <a:lnTo>
                    <a:pt x="2291319" y="1168798"/>
                  </a:lnTo>
                  <a:lnTo>
                    <a:pt x="2291336" y="1168828"/>
                  </a:lnTo>
                  <a:lnTo>
                    <a:pt x="2291357" y="1168868"/>
                  </a:lnTo>
                  <a:lnTo>
                    <a:pt x="2291379" y="1168907"/>
                  </a:lnTo>
                  <a:lnTo>
                    <a:pt x="2291382" y="1168912"/>
                  </a:lnTo>
                  <a:lnTo>
                    <a:pt x="2291403" y="1168950"/>
                  </a:lnTo>
                  <a:lnTo>
                    <a:pt x="2291405" y="1168955"/>
                  </a:lnTo>
                  <a:lnTo>
                    <a:pt x="2291425" y="1168990"/>
                  </a:lnTo>
                  <a:lnTo>
                    <a:pt x="2291428" y="1168997"/>
                  </a:lnTo>
                  <a:lnTo>
                    <a:pt x="2291439" y="1169016"/>
                  </a:lnTo>
                  <a:lnTo>
                    <a:pt x="2291447" y="1169031"/>
                  </a:lnTo>
                  <a:lnTo>
                    <a:pt x="2291450" y="1169036"/>
                  </a:lnTo>
                  <a:lnTo>
                    <a:pt x="2291480" y="1169091"/>
                  </a:lnTo>
                  <a:lnTo>
                    <a:pt x="2291483" y="1169097"/>
                  </a:lnTo>
                  <a:lnTo>
                    <a:pt x="2291514" y="1169155"/>
                  </a:lnTo>
                  <a:lnTo>
                    <a:pt x="2291546" y="1169214"/>
                  </a:lnTo>
                  <a:lnTo>
                    <a:pt x="2291551" y="1169223"/>
                  </a:lnTo>
                  <a:lnTo>
                    <a:pt x="2291556" y="1169233"/>
                  </a:lnTo>
                  <a:lnTo>
                    <a:pt x="2291585" y="1169286"/>
                  </a:lnTo>
                  <a:lnTo>
                    <a:pt x="2291606" y="1169322"/>
                  </a:lnTo>
                  <a:lnTo>
                    <a:pt x="2291610" y="1169328"/>
                  </a:lnTo>
                  <a:lnTo>
                    <a:pt x="2291614" y="1169337"/>
                  </a:lnTo>
                  <a:lnTo>
                    <a:pt x="2291657" y="1169410"/>
                  </a:lnTo>
                  <a:lnTo>
                    <a:pt x="2291876" y="1169788"/>
                  </a:lnTo>
                  <a:lnTo>
                    <a:pt x="2292142" y="1170244"/>
                  </a:lnTo>
                  <a:lnTo>
                    <a:pt x="2292146" y="1170251"/>
                  </a:lnTo>
                  <a:lnTo>
                    <a:pt x="2292153" y="1170263"/>
                  </a:lnTo>
                  <a:lnTo>
                    <a:pt x="2292161" y="1170264"/>
                  </a:lnTo>
                  <a:lnTo>
                    <a:pt x="2292169" y="1170265"/>
                  </a:lnTo>
                  <a:lnTo>
                    <a:pt x="2292175" y="1170272"/>
                  </a:lnTo>
                  <a:lnTo>
                    <a:pt x="2292176" y="1170286"/>
                  </a:lnTo>
                  <a:lnTo>
                    <a:pt x="2292170" y="1170292"/>
                  </a:lnTo>
                  <a:lnTo>
                    <a:pt x="2292061" y="1170356"/>
                  </a:lnTo>
                  <a:lnTo>
                    <a:pt x="2292030" y="1170373"/>
                  </a:lnTo>
                  <a:lnTo>
                    <a:pt x="2291956" y="1170414"/>
                  </a:lnTo>
                  <a:lnTo>
                    <a:pt x="2291887" y="1170465"/>
                  </a:lnTo>
                  <a:lnTo>
                    <a:pt x="2292245" y="1171043"/>
                  </a:lnTo>
                  <a:lnTo>
                    <a:pt x="2292388" y="1171199"/>
                  </a:lnTo>
                  <a:lnTo>
                    <a:pt x="2292714" y="1171627"/>
                  </a:lnTo>
                  <a:lnTo>
                    <a:pt x="2292867" y="1171915"/>
                  </a:lnTo>
                  <a:lnTo>
                    <a:pt x="2293052" y="1172531"/>
                  </a:lnTo>
                  <a:lnTo>
                    <a:pt x="2293101" y="1172695"/>
                  </a:lnTo>
                  <a:lnTo>
                    <a:pt x="2293215" y="1173146"/>
                  </a:lnTo>
                  <a:lnTo>
                    <a:pt x="2293229" y="1173213"/>
                  </a:lnTo>
                  <a:lnTo>
                    <a:pt x="2293234" y="1173239"/>
                  </a:lnTo>
                  <a:lnTo>
                    <a:pt x="2293250" y="1173681"/>
                  </a:lnTo>
                  <a:lnTo>
                    <a:pt x="2293250" y="1173745"/>
                  </a:lnTo>
                  <a:lnTo>
                    <a:pt x="2293234" y="1173854"/>
                  </a:lnTo>
                  <a:lnTo>
                    <a:pt x="2292700" y="1174789"/>
                  </a:lnTo>
                  <a:lnTo>
                    <a:pt x="2292597" y="1174950"/>
                  </a:lnTo>
                  <a:lnTo>
                    <a:pt x="2292386" y="1175056"/>
                  </a:lnTo>
                  <a:lnTo>
                    <a:pt x="2292370" y="1175064"/>
                  </a:lnTo>
                  <a:lnTo>
                    <a:pt x="2292304" y="1175079"/>
                  </a:lnTo>
                  <a:lnTo>
                    <a:pt x="2291930" y="1175164"/>
                  </a:lnTo>
                  <a:lnTo>
                    <a:pt x="2291891" y="1175173"/>
                  </a:lnTo>
                  <a:lnTo>
                    <a:pt x="2291858" y="1175150"/>
                  </a:lnTo>
                  <a:lnTo>
                    <a:pt x="2291686" y="1175210"/>
                  </a:lnTo>
                  <a:lnTo>
                    <a:pt x="2291568" y="1175280"/>
                  </a:lnTo>
                  <a:lnTo>
                    <a:pt x="2291082" y="1175570"/>
                  </a:lnTo>
                  <a:lnTo>
                    <a:pt x="2291094" y="1175660"/>
                  </a:lnTo>
                  <a:lnTo>
                    <a:pt x="2291149" y="1177003"/>
                  </a:lnTo>
                  <a:lnTo>
                    <a:pt x="2290754" y="1178697"/>
                  </a:lnTo>
                  <a:lnTo>
                    <a:pt x="2290785" y="1179858"/>
                  </a:lnTo>
                  <a:lnTo>
                    <a:pt x="2290819" y="1181111"/>
                  </a:lnTo>
                  <a:lnTo>
                    <a:pt x="2291139" y="1181174"/>
                  </a:lnTo>
                  <a:lnTo>
                    <a:pt x="2291416" y="1181179"/>
                  </a:lnTo>
                  <a:lnTo>
                    <a:pt x="2292272" y="1181674"/>
                  </a:lnTo>
                  <a:lnTo>
                    <a:pt x="2292383" y="1181748"/>
                  </a:lnTo>
                  <a:lnTo>
                    <a:pt x="2292445" y="1181763"/>
                  </a:lnTo>
                  <a:lnTo>
                    <a:pt x="2292501" y="1181776"/>
                  </a:lnTo>
                  <a:lnTo>
                    <a:pt x="2292520" y="1181754"/>
                  </a:lnTo>
                  <a:lnTo>
                    <a:pt x="2292635" y="1181564"/>
                  </a:lnTo>
                  <a:lnTo>
                    <a:pt x="2292654" y="1181551"/>
                  </a:lnTo>
                  <a:lnTo>
                    <a:pt x="2292705" y="1181556"/>
                  </a:lnTo>
                  <a:lnTo>
                    <a:pt x="2294777" y="1183287"/>
                  </a:lnTo>
                  <a:lnTo>
                    <a:pt x="2295344" y="1183903"/>
                  </a:lnTo>
                  <a:lnTo>
                    <a:pt x="2295674" y="1184395"/>
                  </a:lnTo>
                  <a:lnTo>
                    <a:pt x="2296003" y="1185203"/>
                  </a:lnTo>
                  <a:lnTo>
                    <a:pt x="2296154" y="1185966"/>
                  </a:lnTo>
                  <a:lnTo>
                    <a:pt x="2296078" y="1186774"/>
                  </a:lnTo>
                  <a:lnTo>
                    <a:pt x="2295941" y="1187207"/>
                  </a:lnTo>
                  <a:lnTo>
                    <a:pt x="2295631" y="1187530"/>
                  </a:lnTo>
                  <a:lnTo>
                    <a:pt x="2295427" y="1187586"/>
                  </a:lnTo>
                  <a:lnTo>
                    <a:pt x="2295288" y="1187498"/>
                  </a:lnTo>
                  <a:lnTo>
                    <a:pt x="2294681" y="1187680"/>
                  </a:lnTo>
                  <a:lnTo>
                    <a:pt x="2293012" y="1188393"/>
                  </a:lnTo>
                  <a:lnTo>
                    <a:pt x="2291130" y="1189086"/>
                  </a:lnTo>
                  <a:lnTo>
                    <a:pt x="2291095" y="1189418"/>
                  </a:lnTo>
                  <a:lnTo>
                    <a:pt x="2290691" y="1193328"/>
                  </a:lnTo>
                  <a:lnTo>
                    <a:pt x="2290707" y="1193343"/>
                  </a:lnTo>
                  <a:lnTo>
                    <a:pt x="2292420" y="1194097"/>
                  </a:lnTo>
                  <a:lnTo>
                    <a:pt x="2292105" y="1195449"/>
                  </a:lnTo>
                  <a:lnTo>
                    <a:pt x="2292919" y="1195582"/>
                  </a:lnTo>
                  <a:lnTo>
                    <a:pt x="2295675" y="1196032"/>
                  </a:lnTo>
                  <a:lnTo>
                    <a:pt x="2299323" y="1196678"/>
                  </a:lnTo>
                  <a:lnTo>
                    <a:pt x="2298884" y="1197790"/>
                  </a:lnTo>
                  <a:lnTo>
                    <a:pt x="2297369" y="1197341"/>
                  </a:lnTo>
                  <a:lnTo>
                    <a:pt x="2295779" y="1197047"/>
                  </a:lnTo>
                  <a:lnTo>
                    <a:pt x="2295109" y="1196972"/>
                  </a:lnTo>
                  <a:lnTo>
                    <a:pt x="2294270" y="1196942"/>
                  </a:lnTo>
                  <a:lnTo>
                    <a:pt x="2291708" y="1196849"/>
                  </a:lnTo>
                  <a:lnTo>
                    <a:pt x="2291403" y="1196837"/>
                  </a:lnTo>
                  <a:lnTo>
                    <a:pt x="2289795" y="1196779"/>
                  </a:lnTo>
                  <a:lnTo>
                    <a:pt x="2289585" y="1196925"/>
                  </a:lnTo>
                  <a:lnTo>
                    <a:pt x="2289647" y="1197779"/>
                  </a:lnTo>
                  <a:lnTo>
                    <a:pt x="2289646" y="1197963"/>
                  </a:lnTo>
                  <a:lnTo>
                    <a:pt x="2289644" y="1198797"/>
                  </a:lnTo>
                  <a:lnTo>
                    <a:pt x="2289638" y="1198868"/>
                  </a:lnTo>
                  <a:lnTo>
                    <a:pt x="2289365" y="1199687"/>
                  </a:lnTo>
                  <a:lnTo>
                    <a:pt x="2288996" y="1200066"/>
                  </a:lnTo>
                  <a:lnTo>
                    <a:pt x="2288819" y="1200259"/>
                  </a:lnTo>
                  <a:lnTo>
                    <a:pt x="2288853" y="1200380"/>
                  </a:lnTo>
                  <a:lnTo>
                    <a:pt x="2288894" y="1200634"/>
                  </a:lnTo>
                  <a:lnTo>
                    <a:pt x="2288895" y="1200703"/>
                  </a:lnTo>
                  <a:lnTo>
                    <a:pt x="2288848" y="1200780"/>
                  </a:lnTo>
                  <a:lnTo>
                    <a:pt x="2288746" y="1200776"/>
                  </a:lnTo>
                  <a:lnTo>
                    <a:pt x="2288594" y="1200708"/>
                  </a:lnTo>
                  <a:lnTo>
                    <a:pt x="2288145" y="1200444"/>
                  </a:lnTo>
                  <a:lnTo>
                    <a:pt x="2287978" y="1200310"/>
                  </a:lnTo>
                  <a:lnTo>
                    <a:pt x="2287860" y="1200252"/>
                  </a:lnTo>
                  <a:lnTo>
                    <a:pt x="2287752" y="1200213"/>
                  </a:lnTo>
                  <a:lnTo>
                    <a:pt x="2287710" y="1200326"/>
                  </a:lnTo>
                  <a:lnTo>
                    <a:pt x="2287015" y="1200398"/>
                  </a:lnTo>
                  <a:lnTo>
                    <a:pt x="2286645" y="1200623"/>
                  </a:lnTo>
                  <a:lnTo>
                    <a:pt x="2285934" y="1201204"/>
                  </a:lnTo>
                  <a:lnTo>
                    <a:pt x="2285996" y="1201325"/>
                  </a:lnTo>
                  <a:lnTo>
                    <a:pt x="2286049" y="1201369"/>
                  </a:lnTo>
                  <a:lnTo>
                    <a:pt x="2286660" y="1202173"/>
                  </a:lnTo>
                  <a:lnTo>
                    <a:pt x="2286681" y="1202202"/>
                  </a:lnTo>
                  <a:lnTo>
                    <a:pt x="2286732" y="1202274"/>
                  </a:lnTo>
                  <a:lnTo>
                    <a:pt x="2286949" y="1202205"/>
                  </a:lnTo>
                  <a:lnTo>
                    <a:pt x="2288013" y="1203518"/>
                  </a:lnTo>
                  <a:lnTo>
                    <a:pt x="2288329" y="1203754"/>
                  </a:lnTo>
                  <a:lnTo>
                    <a:pt x="2288928" y="1204110"/>
                  </a:lnTo>
                  <a:lnTo>
                    <a:pt x="2290855" y="1205719"/>
                  </a:lnTo>
                  <a:lnTo>
                    <a:pt x="2290852" y="1205816"/>
                  </a:lnTo>
                  <a:lnTo>
                    <a:pt x="2290041" y="1206629"/>
                  </a:lnTo>
                  <a:lnTo>
                    <a:pt x="2290135" y="1206752"/>
                  </a:lnTo>
                  <a:lnTo>
                    <a:pt x="2290139" y="1206757"/>
                  </a:lnTo>
                  <a:lnTo>
                    <a:pt x="2291550" y="1208851"/>
                  </a:lnTo>
                  <a:lnTo>
                    <a:pt x="2291573" y="1208842"/>
                  </a:lnTo>
                  <a:lnTo>
                    <a:pt x="2293520" y="1212299"/>
                  </a:lnTo>
                  <a:lnTo>
                    <a:pt x="2293523" y="1212310"/>
                  </a:lnTo>
                  <a:lnTo>
                    <a:pt x="2293532" y="1212346"/>
                  </a:lnTo>
                  <a:lnTo>
                    <a:pt x="2293529" y="1212394"/>
                  </a:lnTo>
                  <a:lnTo>
                    <a:pt x="2293684" y="1212634"/>
                  </a:lnTo>
                  <a:lnTo>
                    <a:pt x="2293839" y="1212874"/>
                  </a:lnTo>
                  <a:lnTo>
                    <a:pt x="2293847" y="1212886"/>
                  </a:lnTo>
                  <a:lnTo>
                    <a:pt x="2295457" y="1217117"/>
                  </a:lnTo>
                  <a:lnTo>
                    <a:pt x="2295382" y="1219025"/>
                  </a:lnTo>
                  <a:lnTo>
                    <a:pt x="2295003" y="1219379"/>
                  </a:lnTo>
                  <a:lnTo>
                    <a:pt x="2294894" y="1219423"/>
                  </a:lnTo>
                  <a:lnTo>
                    <a:pt x="2294214" y="1219703"/>
                  </a:lnTo>
                  <a:lnTo>
                    <a:pt x="2292738" y="1220349"/>
                  </a:lnTo>
                  <a:lnTo>
                    <a:pt x="2292543" y="1220441"/>
                  </a:lnTo>
                  <a:lnTo>
                    <a:pt x="2291361" y="1221001"/>
                  </a:lnTo>
                  <a:lnTo>
                    <a:pt x="2291309" y="1221008"/>
                  </a:lnTo>
                  <a:lnTo>
                    <a:pt x="2291083" y="1221009"/>
                  </a:lnTo>
                  <a:lnTo>
                    <a:pt x="2290984" y="1220932"/>
                  </a:lnTo>
                  <a:lnTo>
                    <a:pt x="2290812" y="1220961"/>
                  </a:lnTo>
                  <a:lnTo>
                    <a:pt x="2290711" y="1220978"/>
                  </a:lnTo>
                  <a:lnTo>
                    <a:pt x="2289498" y="1220878"/>
                  </a:lnTo>
                  <a:lnTo>
                    <a:pt x="2289456" y="1220932"/>
                  </a:lnTo>
                  <a:lnTo>
                    <a:pt x="2289413" y="1220986"/>
                  </a:lnTo>
                  <a:lnTo>
                    <a:pt x="2288887" y="1221159"/>
                  </a:lnTo>
                  <a:lnTo>
                    <a:pt x="2288406" y="1221163"/>
                  </a:lnTo>
                  <a:lnTo>
                    <a:pt x="2288008" y="1221132"/>
                  </a:lnTo>
                  <a:lnTo>
                    <a:pt x="2287259" y="1221026"/>
                  </a:lnTo>
                  <a:lnTo>
                    <a:pt x="2286441" y="1220977"/>
                  </a:lnTo>
                  <a:lnTo>
                    <a:pt x="2285544" y="1221005"/>
                  </a:lnTo>
                  <a:lnTo>
                    <a:pt x="2285544" y="1220867"/>
                  </a:lnTo>
                  <a:lnTo>
                    <a:pt x="2285526" y="1220844"/>
                  </a:lnTo>
                  <a:lnTo>
                    <a:pt x="2284418" y="1220829"/>
                  </a:lnTo>
                  <a:lnTo>
                    <a:pt x="2284383" y="1220850"/>
                  </a:lnTo>
                  <a:lnTo>
                    <a:pt x="2284327" y="1220884"/>
                  </a:lnTo>
                  <a:lnTo>
                    <a:pt x="2283366" y="1220900"/>
                  </a:lnTo>
                  <a:lnTo>
                    <a:pt x="2283340" y="1220901"/>
                  </a:lnTo>
                  <a:lnTo>
                    <a:pt x="2283310" y="1220903"/>
                  </a:lnTo>
                  <a:lnTo>
                    <a:pt x="2282653" y="1220954"/>
                  </a:lnTo>
                  <a:lnTo>
                    <a:pt x="2282495" y="1221029"/>
                  </a:lnTo>
                  <a:lnTo>
                    <a:pt x="2282410" y="1221031"/>
                  </a:lnTo>
                  <a:lnTo>
                    <a:pt x="2281837" y="1221039"/>
                  </a:lnTo>
                  <a:lnTo>
                    <a:pt x="2280914" y="1221111"/>
                  </a:lnTo>
                  <a:lnTo>
                    <a:pt x="2280708" y="1221127"/>
                  </a:lnTo>
                  <a:lnTo>
                    <a:pt x="2280554" y="1221149"/>
                  </a:lnTo>
                  <a:lnTo>
                    <a:pt x="2280419" y="1221230"/>
                  </a:lnTo>
                  <a:lnTo>
                    <a:pt x="2280394" y="1221244"/>
                  </a:lnTo>
                  <a:lnTo>
                    <a:pt x="2280370" y="1221259"/>
                  </a:lnTo>
                  <a:lnTo>
                    <a:pt x="2280357" y="1221294"/>
                  </a:lnTo>
                  <a:lnTo>
                    <a:pt x="2280332" y="1221310"/>
                  </a:lnTo>
                  <a:lnTo>
                    <a:pt x="2279587" y="1221419"/>
                  </a:lnTo>
                  <a:lnTo>
                    <a:pt x="2279581" y="1221376"/>
                  </a:lnTo>
                  <a:lnTo>
                    <a:pt x="2278875" y="1221478"/>
                  </a:lnTo>
                  <a:lnTo>
                    <a:pt x="2278444" y="1221589"/>
                  </a:lnTo>
                  <a:lnTo>
                    <a:pt x="2278471" y="1221770"/>
                  </a:lnTo>
                  <a:lnTo>
                    <a:pt x="2278472" y="1221785"/>
                  </a:lnTo>
                  <a:lnTo>
                    <a:pt x="2278455" y="1221801"/>
                  </a:lnTo>
                  <a:lnTo>
                    <a:pt x="2277440" y="1222131"/>
                  </a:lnTo>
                  <a:lnTo>
                    <a:pt x="2276402" y="1222411"/>
                  </a:lnTo>
                  <a:lnTo>
                    <a:pt x="2276336" y="1222428"/>
                  </a:lnTo>
                  <a:lnTo>
                    <a:pt x="2276315" y="1222425"/>
                  </a:lnTo>
                  <a:lnTo>
                    <a:pt x="2274489" y="1222931"/>
                  </a:lnTo>
                  <a:lnTo>
                    <a:pt x="2274461" y="1222919"/>
                  </a:lnTo>
                  <a:lnTo>
                    <a:pt x="2274447" y="1222890"/>
                  </a:lnTo>
                  <a:lnTo>
                    <a:pt x="2274347" y="1222762"/>
                  </a:lnTo>
                  <a:lnTo>
                    <a:pt x="2274194" y="1222568"/>
                  </a:lnTo>
                  <a:lnTo>
                    <a:pt x="2273347" y="1222871"/>
                  </a:lnTo>
                  <a:lnTo>
                    <a:pt x="2273483" y="1223290"/>
                  </a:lnTo>
                  <a:lnTo>
                    <a:pt x="2273482" y="1223328"/>
                  </a:lnTo>
                  <a:lnTo>
                    <a:pt x="2272598" y="1223729"/>
                  </a:lnTo>
                  <a:lnTo>
                    <a:pt x="2272531" y="1223783"/>
                  </a:lnTo>
                  <a:lnTo>
                    <a:pt x="2272391" y="1223897"/>
                  </a:lnTo>
                  <a:lnTo>
                    <a:pt x="2271817" y="1224244"/>
                  </a:lnTo>
                  <a:lnTo>
                    <a:pt x="2271042" y="1224580"/>
                  </a:lnTo>
                  <a:lnTo>
                    <a:pt x="2269577" y="1225217"/>
                  </a:lnTo>
                  <a:lnTo>
                    <a:pt x="2269570" y="1225243"/>
                  </a:lnTo>
                  <a:lnTo>
                    <a:pt x="2268883" y="1225656"/>
                  </a:lnTo>
                  <a:lnTo>
                    <a:pt x="2268362" y="1226039"/>
                  </a:lnTo>
                  <a:lnTo>
                    <a:pt x="2267647" y="1226741"/>
                  </a:lnTo>
                  <a:lnTo>
                    <a:pt x="2267613" y="1226766"/>
                  </a:lnTo>
                  <a:lnTo>
                    <a:pt x="2267555" y="1226778"/>
                  </a:lnTo>
                  <a:lnTo>
                    <a:pt x="2267541" y="1226775"/>
                  </a:lnTo>
                  <a:lnTo>
                    <a:pt x="2266301" y="1227849"/>
                  </a:lnTo>
                  <a:lnTo>
                    <a:pt x="2266442" y="1227982"/>
                  </a:lnTo>
                  <a:lnTo>
                    <a:pt x="2266443" y="1227990"/>
                  </a:lnTo>
                  <a:lnTo>
                    <a:pt x="2266441" y="1227998"/>
                  </a:lnTo>
                  <a:lnTo>
                    <a:pt x="2266432" y="1228006"/>
                  </a:lnTo>
                  <a:lnTo>
                    <a:pt x="2266154" y="1228296"/>
                  </a:lnTo>
                  <a:lnTo>
                    <a:pt x="2265760" y="1228704"/>
                  </a:lnTo>
                  <a:lnTo>
                    <a:pt x="2265731" y="1228725"/>
                  </a:lnTo>
                  <a:lnTo>
                    <a:pt x="2265691" y="1228738"/>
                  </a:lnTo>
                  <a:lnTo>
                    <a:pt x="2265654" y="1228741"/>
                  </a:lnTo>
                  <a:lnTo>
                    <a:pt x="2265622" y="1228734"/>
                  </a:lnTo>
                  <a:lnTo>
                    <a:pt x="2265535" y="1228699"/>
                  </a:lnTo>
                  <a:lnTo>
                    <a:pt x="2265520" y="1228691"/>
                  </a:lnTo>
                  <a:lnTo>
                    <a:pt x="2265393" y="1228636"/>
                  </a:lnTo>
                  <a:lnTo>
                    <a:pt x="2265306" y="1228712"/>
                  </a:lnTo>
                  <a:lnTo>
                    <a:pt x="2265212" y="1228786"/>
                  </a:lnTo>
                  <a:lnTo>
                    <a:pt x="2264832" y="1229087"/>
                  </a:lnTo>
                  <a:lnTo>
                    <a:pt x="2264471" y="1229136"/>
                  </a:lnTo>
                  <a:lnTo>
                    <a:pt x="2264202" y="1229138"/>
                  </a:lnTo>
                  <a:lnTo>
                    <a:pt x="2263909" y="1229065"/>
                  </a:lnTo>
                  <a:lnTo>
                    <a:pt x="2263827" y="1229023"/>
                  </a:lnTo>
                  <a:lnTo>
                    <a:pt x="2263257" y="1229094"/>
                  </a:lnTo>
                  <a:lnTo>
                    <a:pt x="2262264" y="1229287"/>
                  </a:lnTo>
                  <a:lnTo>
                    <a:pt x="2262189" y="1229312"/>
                  </a:lnTo>
                  <a:lnTo>
                    <a:pt x="2262015" y="1229416"/>
                  </a:lnTo>
                  <a:lnTo>
                    <a:pt x="2261906" y="1229481"/>
                  </a:lnTo>
                  <a:lnTo>
                    <a:pt x="2261498" y="1229757"/>
                  </a:lnTo>
                  <a:lnTo>
                    <a:pt x="2261404" y="1230765"/>
                  </a:lnTo>
                  <a:lnTo>
                    <a:pt x="2260692" y="1239724"/>
                  </a:lnTo>
                  <a:lnTo>
                    <a:pt x="2260669" y="1240003"/>
                  </a:lnTo>
                  <a:lnTo>
                    <a:pt x="2260480" y="1242254"/>
                  </a:lnTo>
                  <a:lnTo>
                    <a:pt x="2260404" y="1243169"/>
                  </a:lnTo>
                  <a:lnTo>
                    <a:pt x="2260095" y="1246863"/>
                  </a:lnTo>
                  <a:lnTo>
                    <a:pt x="2261914" y="1246750"/>
                  </a:lnTo>
                  <a:lnTo>
                    <a:pt x="2262161" y="1244861"/>
                  </a:lnTo>
                  <a:lnTo>
                    <a:pt x="2263668" y="1245287"/>
                  </a:lnTo>
                  <a:lnTo>
                    <a:pt x="2265131" y="1246006"/>
                  </a:lnTo>
                  <a:lnTo>
                    <a:pt x="2267035" y="1247339"/>
                  </a:lnTo>
                  <a:lnTo>
                    <a:pt x="2266484" y="1248209"/>
                  </a:lnTo>
                  <a:lnTo>
                    <a:pt x="2268234" y="1249351"/>
                  </a:lnTo>
                  <a:lnTo>
                    <a:pt x="2268254" y="1249366"/>
                  </a:lnTo>
                  <a:lnTo>
                    <a:pt x="2268269" y="1249377"/>
                  </a:lnTo>
                  <a:lnTo>
                    <a:pt x="2268891" y="1249847"/>
                  </a:lnTo>
                  <a:lnTo>
                    <a:pt x="2270107" y="1250744"/>
                  </a:lnTo>
                  <a:lnTo>
                    <a:pt x="2271320" y="1251818"/>
                  </a:lnTo>
                  <a:lnTo>
                    <a:pt x="2271347" y="1251854"/>
                  </a:lnTo>
                  <a:lnTo>
                    <a:pt x="2272147" y="1253237"/>
                  </a:lnTo>
                  <a:lnTo>
                    <a:pt x="2272208" y="1253299"/>
                  </a:lnTo>
                  <a:lnTo>
                    <a:pt x="2272251" y="1253342"/>
                  </a:lnTo>
                  <a:lnTo>
                    <a:pt x="2273861" y="1254799"/>
                  </a:lnTo>
                  <a:lnTo>
                    <a:pt x="2274599" y="1256045"/>
                  </a:lnTo>
                  <a:lnTo>
                    <a:pt x="2275346" y="1257428"/>
                  </a:lnTo>
                  <a:lnTo>
                    <a:pt x="2275373" y="1257462"/>
                  </a:lnTo>
                  <a:lnTo>
                    <a:pt x="2275402" y="1257498"/>
                  </a:lnTo>
                  <a:lnTo>
                    <a:pt x="2276096" y="1258662"/>
                  </a:lnTo>
                  <a:lnTo>
                    <a:pt x="2277358" y="1260781"/>
                  </a:lnTo>
                  <a:lnTo>
                    <a:pt x="2277391" y="1260835"/>
                  </a:lnTo>
                  <a:lnTo>
                    <a:pt x="2277531" y="1261059"/>
                  </a:lnTo>
                  <a:lnTo>
                    <a:pt x="2278623" y="1262813"/>
                  </a:lnTo>
                  <a:lnTo>
                    <a:pt x="2278635" y="1262833"/>
                  </a:lnTo>
                  <a:lnTo>
                    <a:pt x="2278643" y="1262845"/>
                  </a:lnTo>
                  <a:lnTo>
                    <a:pt x="2279045" y="1263513"/>
                  </a:lnTo>
                  <a:lnTo>
                    <a:pt x="2279055" y="1263528"/>
                  </a:lnTo>
                  <a:lnTo>
                    <a:pt x="2279070" y="1263532"/>
                  </a:lnTo>
                  <a:lnTo>
                    <a:pt x="2279098" y="1263540"/>
                  </a:lnTo>
                  <a:lnTo>
                    <a:pt x="2279146" y="1263605"/>
                  </a:lnTo>
                  <a:lnTo>
                    <a:pt x="2279338" y="1263467"/>
                  </a:lnTo>
                  <a:lnTo>
                    <a:pt x="2280086" y="1262929"/>
                  </a:lnTo>
                  <a:lnTo>
                    <a:pt x="2281436" y="1265738"/>
                  </a:lnTo>
                  <a:lnTo>
                    <a:pt x="2280943" y="1266132"/>
                  </a:lnTo>
                  <a:lnTo>
                    <a:pt x="2281099" y="1266314"/>
                  </a:lnTo>
                  <a:lnTo>
                    <a:pt x="2281128" y="1266348"/>
                  </a:lnTo>
                  <a:lnTo>
                    <a:pt x="2281138" y="1266360"/>
                  </a:lnTo>
                  <a:lnTo>
                    <a:pt x="2281298" y="1266532"/>
                  </a:lnTo>
                  <a:lnTo>
                    <a:pt x="2281648" y="1266758"/>
                  </a:lnTo>
                  <a:lnTo>
                    <a:pt x="2282073" y="1267033"/>
                  </a:lnTo>
                  <a:lnTo>
                    <a:pt x="2282634" y="1267359"/>
                  </a:lnTo>
                  <a:lnTo>
                    <a:pt x="2282953" y="1267512"/>
                  </a:lnTo>
                  <a:lnTo>
                    <a:pt x="2283362" y="1267659"/>
                  </a:lnTo>
                  <a:lnTo>
                    <a:pt x="2283649" y="1267734"/>
                  </a:lnTo>
                  <a:lnTo>
                    <a:pt x="2283930" y="1267806"/>
                  </a:lnTo>
                  <a:lnTo>
                    <a:pt x="2284004" y="1267724"/>
                  </a:lnTo>
                  <a:lnTo>
                    <a:pt x="2284031" y="1267715"/>
                  </a:lnTo>
                  <a:lnTo>
                    <a:pt x="2284502" y="1267631"/>
                  </a:lnTo>
                  <a:lnTo>
                    <a:pt x="2284679" y="1267629"/>
                  </a:lnTo>
                  <a:lnTo>
                    <a:pt x="2284942" y="1267719"/>
                  </a:lnTo>
                  <a:lnTo>
                    <a:pt x="2285066" y="1267797"/>
                  </a:lnTo>
                  <a:lnTo>
                    <a:pt x="2285085" y="1267892"/>
                  </a:lnTo>
                  <a:lnTo>
                    <a:pt x="2285091" y="1267926"/>
                  </a:lnTo>
                  <a:lnTo>
                    <a:pt x="2285104" y="1267992"/>
                  </a:lnTo>
                  <a:lnTo>
                    <a:pt x="2285392" y="1267967"/>
                  </a:lnTo>
                  <a:lnTo>
                    <a:pt x="2285640" y="1267982"/>
                  </a:lnTo>
                  <a:lnTo>
                    <a:pt x="2285835" y="1268049"/>
                  </a:lnTo>
                  <a:lnTo>
                    <a:pt x="2286100" y="1268176"/>
                  </a:lnTo>
                  <a:lnTo>
                    <a:pt x="2287010" y="1268614"/>
                  </a:lnTo>
                  <a:lnTo>
                    <a:pt x="2287138" y="1268675"/>
                  </a:lnTo>
                  <a:lnTo>
                    <a:pt x="2287240" y="1268725"/>
                  </a:lnTo>
                  <a:lnTo>
                    <a:pt x="2287383" y="1268794"/>
                  </a:lnTo>
                  <a:lnTo>
                    <a:pt x="2287667" y="1268972"/>
                  </a:lnTo>
                  <a:lnTo>
                    <a:pt x="2287690" y="1268986"/>
                  </a:lnTo>
                  <a:lnTo>
                    <a:pt x="2287764" y="1269126"/>
                  </a:lnTo>
                  <a:lnTo>
                    <a:pt x="2287800" y="1269217"/>
                  </a:lnTo>
                  <a:lnTo>
                    <a:pt x="2287820" y="1269261"/>
                  </a:lnTo>
                  <a:lnTo>
                    <a:pt x="2287813" y="1269306"/>
                  </a:lnTo>
                  <a:lnTo>
                    <a:pt x="2287774" y="1269360"/>
                  </a:lnTo>
                  <a:lnTo>
                    <a:pt x="2287732" y="1269410"/>
                  </a:lnTo>
                  <a:lnTo>
                    <a:pt x="2287730" y="1269449"/>
                  </a:lnTo>
                  <a:lnTo>
                    <a:pt x="2287743" y="1269481"/>
                  </a:lnTo>
                  <a:lnTo>
                    <a:pt x="2287788" y="1269518"/>
                  </a:lnTo>
                  <a:lnTo>
                    <a:pt x="2287818" y="1269530"/>
                  </a:lnTo>
                  <a:lnTo>
                    <a:pt x="2287865" y="1269515"/>
                  </a:lnTo>
                  <a:lnTo>
                    <a:pt x="2287974" y="1269417"/>
                  </a:lnTo>
                  <a:lnTo>
                    <a:pt x="2288056" y="1269365"/>
                  </a:lnTo>
                  <a:lnTo>
                    <a:pt x="2288103" y="1269362"/>
                  </a:lnTo>
                  <a:lnTo>
                    <a:pt x="2288195" y="1269398"/>
                  </a:lnTo>
                  <a:lnTo>
                    <a:pt x="2288552" y="1269631"/>
                  </a:lnTo>
                  <a:lnTo>
                    <a:pt x="2288597" y="1269638"/>
                  </a:lnTo>
                  <a:lnTo>
                    <a:pt x="2288782" y="1269661"/>
                  </a:lnTo>
                  <a:lnTo>
                    <a:pt x="2288849" y="1269663"/>
                  </a:lnTo>
                  <a:lnTo>
                    <a:pt x="2289374" y="1269917"/>
                  </a:lnTo>
                  <a:lnTo>
                    <a:pt x="2289472" y="1269965"/>
                  </a:lnTo>
                  <a:lnTo>
                    <a:pt x="2289673" y="1270039"/>
                  </a:lnTo>
                  <a:lnTo>
                    <a:pt x="2290824" y="1270420"/>
                  </a:lnTo>
                  <a:lnTo>
                    <a:pt x="2291272" y="1270538"/>
                  </a:lnTo>
                  <a:lnTo>
                    <a:pt x="2292325" y="1270688"/>
                  </a:lnTo>
                  <a:lnTo>
                    <a:pt x="2292512" y="1270730"/>
                  </a:lnTo>
                  <a:lnTo>
                    <a:pt x="2292579" y="1270773"/>
                  </a:lnTo>
                  <a:lnTo>
                    <a:pt x="2293223" y="1271692"/>
                  </a:lnTo>
                  <a:lnTo>
                    <a:pt x="2293506" y="1272069"/>
                  </a:lnTo>
                  <a:lnTo>
                    <a:pt x="2293535" y="1272171"/>
                  </a:lnTo>
                  <a:lnTo>
                    <a:pt x="2293466" y="1272313"/>
                  </a:lnTo>
                  <a:lnTo>
                    <a:pt x="2293406" y="1272332"/>
                  </a:lnTo>
                  <a:lnTo>
                    <a:pt x="2293382" y="1272361"/>
                  </a:lnTo>
                  <a:lnTo>
                    <a:pt x="2293333" y="1272455"/>
                  </a:lnTo>
                  <a:lnTo>
                    <a:pt x="2293595" y="1272481"/>
                  </a:lnTo>
                  <a:lnTo>
                    <a:pt x="2294036" y="1272524"/>
                  </a:lnTo>
                  <a:lnTo>
                    <a:pt x="2294431" y="1272582"/>
                  </a:lnTo>
                  <a:lnTo>
                    <a:pt x="2294436" y="1272583"/>
                  </a:lnTo>
                  <a:lnTo>
                    <a:pt x="2294684" y="1272633"/>
                  </a:lnTo>
                  <a:lnTo>
                    <a:pt x="2294810" y="1272591"/>
                  </a:lnTo>
                  <a:lnTo>
                    <a:pt x="2294985" y="1272561"/>
                  </a:lnTo>
                  <a:lnTo>
                    <a:pt x="2295482" y="1272542"/>
                  </a:lnTo>
                  <a:lnTo>
                    <a:pt x="2295482" y="1272564"/>
                  </a:lnTo>
                  <a:lnTo>
                    <a:pt x="2295964" y="1272577"/>
                  </a:lnTo>
                  <a:lnTo>
                    <a:pt x="2296393" y="1272544"/>
                  </a:lnTo>
                  <a:lnTo>
                    <a:pt x="2296503" y="1272514"/>
                  </a:lnTo>
                  <a:lnTo>
                    <a:pt x="2296647" y="1272453"/>
                  </a:lnTo>
                  <a:lnTo>
                    <a:pt x="2296668" y="1272430"/>
                  </a:lnTo>
                  <a:lnTo>
                    <a:pt x="2296776" y="1272422"/>
                  </a:lnTo>
                  <a:lnTo>
                    <a:pt x="2296903" y="1272413"/>
                  </a:lnTo>
                  <a:lnTo>
                    <a:pt x="2296926" y="1272413"/>
                  </a:lnTo>
                  <a:lnTo>
                    <a:pt x="2297048" y="1272411"/>
                  </a:lnTo>
                  <a:lnTo>
                    <a:pt x="2297062" y="1272422"/>
                  </a:lnTo>
                  <a:lnTo>
                    <a:pt x="2297072" y="1272460"/>
                  </a:lnTo>
                  <a:lnTo>
                    <a:pt x="2297064" y="1272624"/>
                  </a:lnTo>
                  <a:lnTo>
                    <a:pt x="2297055" y="1272668"/>
                  </a:lnTo>
                  <a:lnTo>
                    <a:pt x="2297142" y="1273116"/>
                  </a:lnTo>
                  <a:lnTo>
                    <a:pt x="2297165" y="1273174"/>
                  </a:lnTo>
                  <a:lnTo>
                    <a:pt x="2297203" y="1273209"/>
                  </a:lnTo>
                  <a:lnTo>
                    <a:pt x="2297288" y="1273218"/>
                  </a:lnTo>
                  <a:lnTo>
                    <a:pt x="2297526" y="1273082"/>
                  </a:lnTo>
                  <a:lnTo>
                    <a:pt x="2297609" y="1272981"/>
                  </a:lnTo>
                  <a:lnTo>
                    <a:pt x="2297701" y="1272840"/>
                  </a:lnTo>
                  <a:lnTo>
                    <a:pt x="2297773" y="1272671"/>
                  </a:lnTo>
                  <a:lnTo>
                    <a:pt x="2297809" y="1272376"/>
                  </a:lnTo>
                  <a:lnTo>
                    <a:pt x="2297825" y="1272340"/>
                  </a:lnTo>
                  <a:lnTo>
                    <a:pt x="2297865" y="1272309"/>
                  </a:lnTo>
                  <a:lnTo>
                    <a:pt x="2297912" y="1272298"/>
                  </a:lnTo>
                  <a:lnTo>
                    <a:pt x="2297964" y="1272309"/>
                  </a:lnTo>
                  <a:lnTo>
                    <a:pt x="2298249" y="1272413"/>
                  </a:lnTo>
                  <a:lnTo>
                    <a:pt x="2298504" y="1272507"/>
                  </a:lnTo>
                  <a:lnTo>
                    <a:pt x="2298773" y="1272592"/>
                  </a:lnTo>
                  <a:lnTo>
                    <a:pt x="2299446" y="1272649"/>
                  </a:lnTo>
                  <a:lnTo>
                    <a:pt x="2299791" y="1272589"/>
                  </a:lnTo>
                  <a:lnTo>
                    <a:pt x="2300334" y="1272482"/>
                  </a:lnTo>
                  <a:lnTo>
                    <a:pt x="2300681" y="1272356"/>
                  </a:lnTo>
                  <a:lnTo>
                    <a:pt x="2300689" y="1272353"/>
                  </a:lnTo>
                  <a:lnTo>
                    <a:pt x="2300788" y="1272303"/>
                  </a:lnTo>
                  <a:lnTo>
                    <a:pt x="2300798" y="1272297"/>
                  </a:lnTo>
                  <a:lnTo>
                    <a:pt x="2301102" y="1272107"/>
                  </a:lnTo>
                  <a:lnTo>
                    <a:pt x="2301371" y="1271862"/>
                  </a:lnTo>
                  <a:lnTo>
                    <a:pt x="2301620" y="1271864"/>
                  </a:lnTo>
                  <a:lnTo>
                    <a:pt x="2301721" y="1271865"/>
                  </a:lnTo>
                  <a:lnTo>
                    <a:pt x="2301813" y="1271726"/>
                  </a:lnTo>
                  <a:lnTo>
                    <a:pt x="2301904" y="1271617"/>
                  </a:lnTo>
                  <a:lnTo>
                    <a:pt x="2301981" y="1271596"/>
                  </a:lnTo>
                  <a:lnTo>
                    <a:pt x="2302258" y="1271620"/>
                  </a:lnTo>
                  <a:lnTo>
                    <a:pt x="2302263" y="1271621"/>
                  </a:lnTo>
                  <a:lnTo>
                    <a:pt x="2302661" y="1271714"/>
                  </a:lnTo>
                  <a:lnTo>
                    <a:pt x="2302772" y="1271767"/>
                  </a:lnTo>
                  <a:lnTo>
                    <a:pt x="2303004" y="1271879"/>
                  </a:lnTo>
                  <a:lnTo>
                    <a:pt x="2303041" y="1271985"/>
                  </a:lnTo>
                  <a:lnTo>
                    <a:pt x="2303231" y="1272530"/>
                  </a:lnTo>
                  <a:lnTo>
                    <a:pt x="2303234" y="1272537"/>
                  </a:lnTo>
                  <a:lnTo>
                    <a:pt x="2303227" y="1272989"/>
                  </a:lnTo>
                  <a:lnTo>
                    <a:pt x="2303179" y="1273042"/>
                  </a:lnTo>
                  <a:lnTo>
                    <a:pt x="2302972" y="1273162"/>
                  </a:lnTo>
                  <a:lnTo>
                    <a:pt x="2302510" y="1273398"/>
                  </a:lnTo>
                  <a:lnTo>
                    <a:pt x="2302450" y="1273418"/>
                  </a:lnTo>
                  <a:lnTo>
                    <a:pt x="2302418" y="1273411"/>
                  </a:lnTo>
                  <a:lnTo>
                    <a:pt x="2302386" y="1273386"/>
                  </a:lnTo>
                  <a:lnTo>
                    <a:pt x="2302083" y="1273416"/>
                  </a:lnTo>
                  <a:lnTo>
                    <a:pt x="2301927" y="1273467"/>
                  </a:lnTo>
                  <a:lnTo>
                    <a:pt x="2301608" y="1273586"/>
                  </a:lnTo>
                  <a:lnTo>
                    <a:pt x="2301580" y="1273691"/>
                  </a:lnTo>
                  <a:lnTo>
                    <a:pt x="2301539" y="1273806"/>
                  </a:lnTo>
                  <a:lnTo>
                    <a:pt x="2301518" y="1273868"/>
                  </a:lnTo>
                  <a:lnTo>
                    <a:pt x="2301393" y="1273935"/>
                  </a:lnTo>
                  <a:lnTo>
                    <a:pt x="2300820" y="1274125"/>
                  </a:lnTo>
                  <a:lnTo>
                    <a:pt x="2300220" y="1274435"/>
                  </a:lnTo>
                  <a:lnTo>
                    <a:pt x="2300160" y="1274466"/>
                  </a:lnTo>
                  <a:lnTo>
                    <a:pt x="2299940" y="1274580"/>
                  </a:lnTo>
                  <a:lnTo>
                    <a:pt x="2299581" y="1274661"/>
                  </a:lnTo>
                  <a:lnTo>
                    <a:pt x="2299042" y="1274894"/>
                  </a:lnTo>
                  <a:lnTo>
                    <a:pt x="2299069" y="1274991"/>
                  </a:lnTo>
                  <a:lnTo>
                    <a:pt x="2299054" y="1275049"/>
                  </a:lnTo>
                  <a:lnTo>
                    <a:pt x="2299007" y="1275105"/>
                  </a:lnTo>
                  <a:lnTo>
                    <a:pt x="2298781" y="1275322"/>
                  </a:lnTo>
                  <a:lnTo>
                    <a:pt x="2298642" y="1275408"/>
                  </a:lnTo>
                  <a:lnTo>
                    <a:pt x="2298405" y="1275519"/>
                  </a:lnTo>
                  <a:lnTo>
                    <a:pt x="2298086" y="1275646"/>
                  </a:lnTo>
                  <a:lnTo>
                    <a:pt x="2298043" y="1275659"/>
                  </a:lnTo>
                  <a:lnTo>
                    <a:pt x="2297970" y="1275681"/>
                  </a:lnTo>
                  <a:lnTo>
                    <a:pt x="2297525" y="1275816"/>
                  </a:lnTo>
                  <a:lnTo>
                    <a:pt x="2296828" y="1276048"/>
                  </a:lnTo>
                  <a:lnTo>
                    <a:pt x="2296579" y="1276131"/>
                  </a:lnTo>
                  <a:lnTo>
                    <a:pt x="2296351" y="1276228"/>
                  </a:lnTo>
                  <a:lnTo>
                    <a:pt x="2295918" y="1276449"/>
                  </a:lnTo>
                  <a:lnTo>
                    <a:pt x="2295769" y="1276569"/>
                  </a:lnTo>
                  <a:lnTo>
                    <a:pt x="2295260" y="1276978"/>
                  </a:lnTo>
                  <a:lnTo>
                    <a:pt x="2295038" y="1277220"/>
                  </a:lnTo>
                  <a:lnTo>
                    <a:pt x="2294983" y="1277268"/>
                  </a:lnTo>
                  <a:lnTo>
                    <a:pt x="2294193" y="1277801"/>
                  </a:lnTo>
                  <a:lnTo>
                    <a:pt x="2294107" y="1277845"/>
                  </a:lnTo>
                  <a:lnTo>
                    <a:pt x="2293931" y="1277936"/>
                  </a:lnTo>
                  <a:lnTo>
                    <a:pt x="2293849" y="1277929"/>
                  </a:lnTo>
                  <a:lnTo>
                    <a:pt x="2293792" y="1277938"/>
                  </a:lnTo>
                  <a:lnTo>
                    <a:pt x="2293666" y="1277972"/>
                  </a:lnTo>
                  <a:lnTo>
                    <a:pt x="2293508" y="1278046"/>
                  </a:lnTo>
                  <a:lnTo>
                    <a:pt x="2293503" y="1278051"/>
                  </a:lnTo>
                  <a:lnTo>
                    <a:pt x="2293521" y="1278344"/>
                  </a:lnTo>
                  <a:lnTo>
                    <a:pt x="2293501" y="1278370"/>
                  </a:lnTo>
                  <a:lnTo>
                    <a:pt x="2293232" y="1278720"/>
                  </a:lnTo>
                  <a:lnTo>
                    <a:pt x="2293171" y="1278787"/>
                  </a:lnTo>
                  <a:lnTo>
                    <a:pt x="2293147" y="1278813"/>
                  </a:lnTo>
                  <a:lnTo>
                    <a:pt x="2293135" y="1278826"/>
                  </a:lnTo>
                  <a:lnTo>
                    <a:pt x="2293105" y="1278859"/>
                  </a:lnTo>
                  <a:lnTo>
                    <a:pt x="2292529" y="1279490"/>
                  </a:lnTo>
                  <a:lnTo>
                    <a:pt x="2292516" y="1279516"/>
                  </a:lnTo>
                  <a:lnTo>
                    <a:pt x="2292348" y="1279857"/>
                  </a:lnTo>
                  <a:lnTo>
                    <a:pt x="2292182" y="1279927"/>
                  </a:lnTo>
                  <a:lnTo>
                    <a:pt x="2291982" y="1280069"/>
                  </a:lnTo>
                  <a:lnTo>
                    <a:pt x="2291671" y="1280521"/>
                  </a:lnTo>
                  <a:lnTo>
                    <a:pt x="2291657" y="1280525"/>
                  </a:lnTo>
                  <a:lnTo>
                    <a:pt x="2291435" y="1280497"/>
                  </a:lnTo>
                  <a:lnTo>
                    <a:pt x="2291549" y="1281044"/>
                  </a:lnTo>
                  <a:lnTo>
                    <a:pt x="2291299" y="1281812"/>
                  </a:lnTo>
                  <a:lnTo>
                    <a:pt x="2291118" y="1281999"/>
                  </a:lnTo>
                  <a:lnTo>
                    <a:pt x="2290290" y="1282854"/>
                  </a:lnTo>
                  <a:lnTo>
                    <a:pt x="2289814" y="1283160"/>
                  </a:lnTo>
                  <a:lnTo>
                    <a:pt x="2289606" y="1283293"/>
                  </a:lnTo>
                  <a:lnTo>
                    <a:pt x="2289601" y="1283297"/>
                  </a:lnTo>
                  <a:lnTo>
                    <a:pt x="2289422" y="1283354"/>
                  </a:lnTo>
                  <a:lnTo>
                    <a:pt x="2289353" y="1283296"/>
                  </a:lnTo>
                  <a:lnTo>
                    <a:pt x="2289345" y="1283303"/>
                  </a:lnTo>
                  <a:lnTo>
                    <a:pt x="2289136" y="1283361"/>
                  </a:lnTo>
                  <a:lnTo>
                    <a:pt x="2289042" y="1283402"/>
                  </a:lnTo>
                  <a:lnTo>
                    <a:pt x="2288995" y="1283423"/>
                  </a:lnTo>
                  <a:lnTo>
                    <a:pt x="2288873" y="1283476"/>
                  </a:lnTo>
                  <a:lnTo>
                    <a:pt x="2288608" y="1283678"/>
                  </a:lnTo>
                  <a:lnTo>
                    <a:pt x="2288374" y="1283817"/>
                  </a:lnTo>
                  <a:lnTo>
                    <a:pt x="2288223" y="1283891"/>
                  </a:lnTo>
                  <a:lnTo>
                    <a:pt x="2288050" y="1283934"/>
                  </a:lnTo>
                  <a:lnTo>
                    <a:pt x="2287275" y="1284349"/>
                  </a:lnTo>
                  <a:lnTo>
                    <a:pt x="2287235" y="1284370"/>
                  </a:lnTo>
                  <a:lnTo>
                    <a:pt x="2287153" y="1284421"/>
                  </a:lnTo>
                  <a:lnTo>
                    <a:pt x="2286691" y="1284776"/>
                  </a:lnTo>
                  <a:lnTo>
                    <a:pt x="2286321" y="1285060"/>
                  </a:lnTo>
                  <a:lnTo>
                    <a:pt x="2286056" y="1285304"/>
                  </a:lnTo>
                  <a:lnTo>
                    <a:pt x="2285953" y="1285496"/>
                  </a:lnTo>
                  <a:lnTo>
                    <a:pt x="2285825" y="1285832"/>
                  </a:lnTo>
                  <a:lnTo>
                    <a:pt x="2285832" y="1285933"/>
                  </a:lnTo>
                  <a:lnTo>
                    <a:pt x="2285708" y="1286042"/>
                  </a:lnTo>
                  <a:lnTo>
                    <a:pt x="2285461" y="1286259"/>
                  </a:lnTo>
                  <a:lnTo>
                    <a:pt x="2285227" y="1286508"/>
                  </a:lnTo>
                  <a:lnTo>
                    <a:pt x="2285192" y="1286563"/>
                  </a:lnTo>
                  <a:lnTo>
                    <a:pt x="2284794" y="1287186"/>
                  </a:lnTo>
                  <a:lnTo>
                    <a:pt x="2284768" y="1287316"/>
                  </a:lnTo>
                  <a:lnTo>
                    <a:pt x="2284685" y="1287480"/>
                  </a:lnTo>
                  <a:lnTo>
                    <a:pt x="2284533" y="1287682"/>
                  </a:lnTo>
                  <a:lnTo>
                    <a:pt x="2284120" y="1288139"/>
                  </a:lnTo>
                  <a:lnTo>
                    <a:pt x="2283855" y="1288362"/>
                  </a:lnTo>
                  <a:lnTo>
                    <a:pt x="2283707" y="1288487"/>
                  </a:lnTo>
                  <a:lnTo>
                    <a:pt x="2283403" y="1288658"/>
                  </a:lnTo>
                  <a:lnTo>
                    <a:pt x="2283261" y="1288737"/>
                  </a:lnTo>
                  <a:lnTo>
                    <a:pt x="2283212" y="1288714"/>
                  </a:lnTo>
                  <a:lnTo>
                    <a:pt x="2282810" y="1289587"/>
                  </a:lnTo>
                  <a:lnTo>
                    <a:pt x="2282871" y="1289673"/>
                  </a:lnTo>
                  <a:lnTo>
                    <a:pt x="2282802" y="1289887"/>
                  </a:lnTo>
                  <a:lnTo>
                    <a:pt x="2282531" y="1290195"/>
                  </a:lnTo>
                  <a:lnTo>
                    <a:pt x="2282422" y="1290205"/>
                  </a:lnTo>
                  <a:lnTo>
                    <a:pt x="2282251" y="1290187"/>
                  </a:lnTo>
                  <a:lnTo>
                    <a:pt x="2282043" y="1290149"/>
                  </a:lnTo>
                  <a:lnTo>
                    <a:pt x="2282033" y="1290138"/>
                  </a:lnTo>
                  <a:lnTo>
                    <a:pt x="2282033" y="1290106"/>
                  </a:lnTo>
                  <a:lnTo>
                    <a:pt x="2282052" y="1290073"/>
                  </a:lnTo>
                  <a:lnTo>
                    <a:pt x="2282037" y="1289962"/>
                  </a:lnTo>
                  <a:lnTo>
                    <a:pt x="2281894" y="1289954"/>
                  </a:lnTo>
                  <a:lnTo>
                    <a:pt x="2281590" y="1290127"/>
                  </a:lnTo>
                  <a:lnTo>
                    <a:pt x="2281186" y="1290489"/>
                  </a:lnTo>
                  <a:lnTo>
                    <a:pt x="2280283" y="1290813"/>
                  </a:lnTo>
                  <a:lnTo>
                    <a:pt x="2280198" y="1290818"/>
                  </a:lnTo>
                  <a:lnTo>
                    <a:pt x="2280119" y="1290815"/>
                  </a:lnTo>
                  <a:lnTo>
                    <a:pt x="2280067" y="1290816"/>
                  </a:lnTo>
                  <a:lnTo>
                    <a:pt x="2280024" y="1290789"/>
                  </a:lnTo>
                  <a:lnTo>
                    <a:pt x="2279988" y="1290753"/>
                  </a:lnTo>
                  <a:lnTo>
                    <a:pt x="2279941" y="1290755"/>
                  </a:lnTo>
                  <a:lnTo>
                    <a:pt x="2279768" y="1290825"/>
                  </a:lnTo>
                  <a:lnTo>
                    <a:pt x="2279755" y="1290832"/>
                  </a:lnTo>
                  <a:lnTo>
                    <a:pt x="2279743" y="1290856"/>
                  </a:lnTo>
                  <a:lnTo>
                    <a:pt x="2279763" y="1290934"/>
                  </a:lnTo>
                  <a:lnTo>
                    <a:pt x="2279749" y="1290965"/>
                  </a:lnTo>
                  <a:lnTo>
                    <a:pt x="2279686" y="1290984"/>
                  </a:lnTo>
                  <a:lnTo>
                    <a:pt x="2279527" y="1290978"/>
                  </a:lnTo>
                  <a:lnTo>
                    <a:pt x="2279463" y="1290964"/>
                  </a:lnTo>
                  <a:lnTo>
                    <a:pt x="2279417" y="1290932"/>
                  </a:lnTo>
                  <a:lnTo>
                    <a:pt x="2279377" y="1290881"/>
                  </a:lnTo>
                  <a:lnTo>
                    <a:pt x="2279348" y="1290849"/>
                  </a:lnTo>
                  <a:lnTo>
                    <a:pt x="2279323" y="1290851"/>
                  </a:lnTo>
                  <a:lnTo>
                    <a:pt x="2279249" y="1290872"/>
                  </a:lnTo>
                  <a:lnTo>
                    <a:pt x="2279119" y="1290934"/>
                  </a:lnTo>
                  <a:lnTo>
                    <a:pt x="2278959" y="1290969"/>
                  </a:lnTo>
                  <a:lnTo>
                    <a:pt x="2278781" y="1290933"/>
                  </a:lnTo>
                  <a:lnTo>
                    <a:pt x="2278705" y="1290827"/>
                  </a:lnTo>
                  <a:lnTo>
                    <a:pt x="2278618" y="1290795"/>
                  </a:lnTo>
                  <a:lnTo>
                    <a:pt x="2278564" y="1290808"/>
                  </a:lnTo>
                  <a:lnTo>
                    <a:pt x="2278527" y="1290829"/>
                  </a:lnTo>
                  <a:lnTo>
                    <a:pt x="2278393" y="1291028"/>
                  </a:lnTo>
                  <a:lnTo>
                    <a:pt x="2278314" y="1291116"/>
                  </a:lnTo>
                  <a:lnTo>
                    <a:pt x="2277934" y="1291276"/>
                  </a:lnTo>
                  <a:lnTo>
                    <a:pt x="2277456" y="1291319"/>
                  </a:lnTo>
                  <a:lnTo>
                    <a:pt x="2277335" y="1291299"/>
                  </a:lnTo>
                  <a:lnTo>
                    <a:pt x="2277121" y="1291179"/>
                  </a:lnTo>
                  <a:lnTo>
                    <a:pt x="2276816" y="1290885"/>
                  </a:lnTo>
                  <a:lnTo>
                    <a:pt x="2276260" y="1290898"/>
                  </a:lnTo>
                  <a:lnTo>
                    <a:pt x="2276133" y="1290946"/>
                  </a:lnTo>
                  <a:lnTo>
                    <a:pt x="2276044" y="1290989"/>
                  </a:lnTo>
                  <a:lnTo>
                    <a:pt x="2275894" y="1291206"/>
                  </a:lnTo>
                  <a:lnTo>
                    <a:pt x="2275888" y="1291222"/>
                  </a:lnTo>
                  <a:lnTo>
                    <a:pt x="2275897" y="1291243"/>
                  </a:lnTo>
                  <a:lnTo>
                    <a:pt x="2275908" y="1291271"/>
                  </a:lnTo>
                  <a:lnTo>
                    <a:pt x="2275930" y="1291273"/>
                  </a:lnTo>
                  <a:lnTo>
                    <a:pt x="2275945" y="1291275"/>
                  </a:lnTo>
                  <a:lnTo>
                    <a:pt x="2275992" y="1291317"/>
                  </a:lnTo>
                  <a:lnTo>
                    <a:pt x="2276013" y="1291421"/>
                  </a:lnTo>
                  <a:lnTo>
                    <a:pt x="2275991" y="1291534"/>
                  </a:lnTo>
                  <a:lnTo>
                    <a:pt x="2275961" y="1291578"/>
                  </a:lnTo>
                  <a:lnTo>
                    <a:pt x="2275921" y="1291591"/>
                  </a:lnTo>
                  <a:lnTo>
                    <a:pt x="2275913" y="1291593"/>
                  </a:lnTo>
                  <a:lnTo>
                    <a:pt x="2275899" y="1291598"/>
                  </a:lnTo>
                  <a:lnTo>
                    <a:pt x="2275691" y="1291589"/>
                  </a:lnTo>
                  <a:lnTo>
                    <a:pt x="2275657" y="1291641"/>
                  </a:lnTo>
                  <a:lnTo>
                    <a:pt x="2275612" y="1291706"/>
                  </a:lnTo>
                  <a:lnTo>
                    <a:pt x="2275608" y="1291756"/>
                  </a:lnTo>
                  <a:lnTo>
                    <a:pt x="2275572" y="1291813"/>
                  </a:lnTo>
                  <a:lnTo>
                    <a:pt x="2275497" y="1291897"/>
                  </a:lnTo>
                  <a:lnTo>
                    <a:pt x="2275304" y="1291863"/>
                  </a:lnTo>
                  <a:lnTo>
                    <a:pt x="2275261" y="1291919"/>
                  </a:lnTo>
                  <a:lnTo>
                    <a:pt x="2275339" y="1292066"/>
                  </a:lnTo>
                  <a:lnTo>
                    <a:pt x="2275162" y="1292188"/>
                  </a:lnTo>
                  <a:lnTo>
                    <a:pt x="2275047" y="1292238"/>
                  </a:lnTo>
                  <a:lnTo>
                    <a:pt x="2274983" y="1292177"/>
                  </a:lnTo>
                  <a:lnTo>
                    <a:pt x="2274935" y="1292177"/>
                  </a:lnTo>
                  <a:lnTo>
                    <a:pt x="2274787" y="1292314"/>
                  </a:lnTo>
                  <a:lnTo>
                    <a:pt x="2274787" y="1292354"/>
                  </a:lnTo>
                  <a:lnTo>
                    <a:pt x="2274763" y="1292394"/>
                  </a:lnTo>
                  <a:lnTo>
                    <a:pt x="2274750" y="1292427"/>
                  </a:lnTo>
                  <a:lnTo>
                    <a:pt x="2274768" y="1292460"/>
                  </a:lnTo>
                  <a:lnTo>
                    <a:pt x="2274852" y="1292546"/>
                  </a:lnTo>
                  <a:lnTo>
                    <a:pt x="2274587" y="1292786"/>
                  </a:lnTo>
                  <a:lnTo>
                    <a:pt x="2274516" y="1292851"/>
                  </a:lnTo>
                  <a:lnTo>
                    <a:pt x="2274227" y="1293061"/>
                  </a:lnTo>
                  <a:lnTo>
                    <a:pt x="2273745" y="1293113"/>
                  </a:lnTo>
                  <a:lnTo>
                    <a:pt x="2273725" y="1293098"/>
                  </a:lnTo>
                  <a:lnTo>
                    <a:pt x="2273725" y="1293086"/>
                  </a:lnTo>
                  <a:lnTo>
                    <a:pt x="2273726" y="1293065"/>
                  </a:lnTo>
                  <a:lnTo>
                    <a:pt x="2274027" y="1292728"/>
                  </a:lnTo>
                  <a:lnTo>
                    <a:pt x="2274054" y="1292623"/>
                  </a:lnTo>
                  <a:lnTo>
                    <a:pt x="2273841" y="1291950"/>
                  </a:lnTo>
                  <a:lnTo>
                    <a:pt x="2271802" y="1292443"/>
                  </a:lnTo>
                  <a:lnTo>
                    <a:pt x="2271724" y="1292439"/>
                  </a:lnTo>
                  <a:lnTo>
                    <a:pt x="2271615" y="1292505"/>
                  </a:lnTo>
                  <a:lnTo>
                    <a:pt x="2271609" y="1292508"/>
                  </a:lnTo>
                  <a:lnTo>
                    <a:pt x="2271471" y="1292591"/>
                  </a:lnTo>
                  <a:lnTo>
                    <a:pt x="2271039" y="1292695"/>
                  </a:lnTo>
                  <a:lnTo>
                    <a:pt x="2270954" y="1292716"/>
                  </a:lnTo>
                  <a:lnTo>
                    <a:pt x="2270890" y="1292746"/>
                  </a:lnTo>
                  <a:lnTo>
                    <a:pt x="2270690" y="1293062"/>
                  </a:lnTo>
                  <a:lnTo>
                    <a:pt x="2270655" y="1293169"/>
                  </a:lnTo>
                  <a:lnTo>
                    <a:pt x="2270702" y="1293318"/>
                  </a:lnTo>
                  <a:lnTo>
                    <a:pt x="2270745" y="1293335"/>
                  </a:lnTo>
                  <a:lnTo>
                    <a:pt x="2271011" y="1293365"/>
                  </a:lnTo>
                  <a:lnTo>
                    <a:pt x="2271113" y="1293465"/>
                  </a:lnTo>
                  <a:lnTo>
                    <a:pt x="2271177" y="1293544"/>
                  </a:lnTo>
                  <a:lnTo>
                    <a:pt x="2271061" y="1293918"/>
                  </a:lnTo>
                  <a:lnTo>
                    <a:pt x="2270900" y="1293956"/>
                  </a:lnTo>
                  <a:lnTo>
                    <a:pt x="2270302" y="1294740"/>
                  </a:lnTo>
                  <a:lnTo>
                    <a:pt x="2270224" y="1294787"/>
                  </a:lnTo>
                  <a:lnTo>
                    <a:pt x="2270146" y="1294818"/>
                  </a:lnTo>
                  <a:lnTo>
                    <a:pt x="2270020" y="1294811"/>
                  </a:lnTo>
                  <a:lnTo>
                    <a:pt x="2269841" y="1294845"/>
                  </a:lnTo>
                  <a:lnTo>
                    <a:pt x="2269738" y="1294943"/>
                  </a:lnTo>
                  <a:lnTo>
                    <a:pt x="2269559" y="1295274"/>
                  </a:lnTo>
                  <a:lnTo>
                    <a:pt x="2269570" y="1295587"/>
                  </a:lnTo>
                  <a:lnTo>
                    <a:pt x="2269660" y="1295751"/>
                  </a:lnTo>
                  <a:lnTo>
                    <a:pt x="2269874" y="1295853"/>
                  </a:lnTo>
                  <a:lnTo>
                    <a:pt x="2269939" y="1295819"/>
                  </a:lnTo>
                  <a:lnTo>
                    <a:pt x="2270132" y="1295765"/>
                  </a:lnTo>
                  <a:lnTo>
                    <a:pt x="2270181" y="1295774"/>
                  </a:lnTo>
                  <a:lnTo>
                    <a:pt x="2270187" y="1295953"/>
                  </a:lnTo>
                  <a:lnTo>
                    <a:pt x="2270162" y="1296096"/>
                  </a:lnTo>
                  <a:lnTo>
                    <a:pt x="2270163" y="1296125"/>
                  </a:lnTo>
                  <a:lnTo>
                    <a:pt x="2270294" y="1296346"/>
                  </a:lnTo>
                  <a:lnTo>
                    <a:pt x="2270446" y="1296722"/>
                  </a:lnTo>
                  <a:lnTo>
                    <a:pt x="2270450" y="1296768"/>
                  </a:lnTo>
                  <a:lnTo>
                    <a:pt x="2270443" y="1296813"/>
                  </a:lnTo>
                  <a:lnTo>
                    <a:pt x="2270376" y="1296983"/>
                  </a:lnTo>
                  <a:lnTo>
                    <a:pt x="2270283" y="1297104"/>
                  </a:lnTo>
                  <a:lnTo>
                    <a:pt x="2270230" y="1297142"/>
                  </a:lnTo>
                  <a:lnTo>
                    <a:pt x="2270134" y="1297280"/>
                  </a:lnTo>
                  <a:lnTo>
                    <a:pt x="2270080" y="1297419"/>
                  </a:lnTo>
                  <a:lnTo>
                    <a:pt x="2270112" y="1297679"/>
                  </a:lnTo>
                  <a:lnTo>
                    <a:pt x="2270177" y="1297886"/>
                  </a:lnTo>
                  <a:lnTo>
                    <a:pt x="2270114" y="1298033"/>
                  </a:lnTo>
                  <a:lnTo>
                    <a:pt x="2270017" y="1298086"/>
                  </a:lnTo>
                  <a:lnTo>
                    <a:pt x="2269949" y="1298098"/>
                  </a:lnTo>
                  <a:lnTo>
                    <a:pt x="2269907" y="1298117"/>
                  </a:lnTo>
                  <a:lnTo>
                    <a:pt x="2269912" y="1298210"/>
                  </a:lnTo>
                  <a:lnTo>
                    <a:pt x="2269915" y="1298260"/>
                  </a:lnTo>
                  <a:lnTo>
                    <a:pt x="2269987" y="1298267"/>
                  </a:lnTo>
                  <a:lnTo>
                    <a:pt x="2270207" y="1298224"/>
                  </a:lnTo>
                  <a:lnTo>
                    <a:pt x="2270764" y="1298077"/>
                  </a:lnTo>
                  <a:lnTo>
                    <a:pt x="2271351" y="1297830"/>
                  </a:lnTo>
                  <a:lnTo>
                    <a:pt x="2271514" y="1297692"/>
                  </a:lnTo>
                  <a:lnTo>
                    <a:pt x="2271506" y="1297573"/>
                  </a:lnTo>
                  <a:lnTo>
                    <a:pt x="2271490" y="1297496"/>
                  </a:lnTo>
                  <a:lnTo>
                    <a:pt x="2271463" y="1297469"/>
                  </a:lnTo>
                  <a:lnTo>
                    <a:pt x="2271432" y="1297416"/>
                  </a:lnTo>
                  <a:lnTo>
                    <a:pt x="2271410" y="1297346"/>
                  </a:lnTo>
                  <a:lnTo>
                    <a:pt x="2271417" y="1297043"/>
                  </a:lnTo>
                  <a:lnTo>
                    <a:pt x="2271515" y="1296598"/>
                  </a:lnTo>
                  <a:lnTo>
                    <a:pt x="2271624" y="1296217"/>
                  </a:lnTo>
                  <a:lnTo>
                    <a:pt x="2271671" y="1296166"/>
                  </a:lnTo>
                  <a:lnTo>
                    <a:pt x="2271705" y="1296166"/>
                  </a:lnTo>
                  <a:lnTo>
                    <a:pt x="2271721" y="1296158"/>
                  </a:lnTo>
                  <a:lnTo>
                    <a:pt x="2271769" y="1296103"/>
                  </a:lnTo>
                  <a:lnTo>
                    <a:pt x="2271888" y="1295541"/>
                  </a:lnTo>
                  <a:lnTo>
                    <a:pt x="2271884" y="1295309"/>
                  </a:lnTo>
                  <a:lnTo>
                    <a:pt x="2271881" y="1295301"/>
                  </a:lnTo>
                  <a:lnTo>
                    <a:pt x="2271844" y="1295293"/>
                  </a:lnTo>
                  <a:lnTo>
                    <a:pt x="2271844" y="1295287"/>
                  </a:lnTo>
                  <a:lnTo>
                    <a:pt x="2271913" y="1295192"/>
                  </a:lnTo>
                  <a:lnTo>
                    <a:pt x="2272000" y="1295089"/>
                  </a:lnTo>
                  <a:lnTo>
                    <a:pt x="2272146" y="1294948"/>
                  </a:lnTo>
                  <a:lnTo>
                    <a:pt x="2272418" y="1294755"/>
                  </a:lnTo>
                  <a:lnTo>
                    <a:pt x="2272485" y="1294720"/>
                  </a:lnTo>
                  <a:lnTo>
                    <a:pt x="2272664" y="1294683"/>
                  </a:lnTo>
                  <a:lnTo>
                    <a:pt x="2272722" y="1294698"/>
                  </a:lnTo>
                  <a:lnTo>
                    <a:pt x="2272775" y="1294689"/>
                  </a:lnTo>
                  <a:lnTo>
                    <a:pt x="2272900" y="1294589"/>
                  </a:lnTo>
                  <a:lnTo>
                    <a:pt x="2273109" y="1294159"/>
                  </a:lnTo>
                  <a:lnTo>
                    <a:pt x="2273118" y="1294082"/>
                  </a:lnTo>
                  <a:lnTo>
                    <a:pt x="2273107" y="1293984"/>
                  </a:lnTo>
                  <a:lnTo>
                    <a:pt x="2273119" y="1293941"/>
                  </a:lnTo>
                  <a:lnTo>
                    <a:pt x="2273147" y="1293914"/>
                  </a:lnTo>
                  <a:lnTo>
                    <a:pt x="2273472" y="1293939"/>
                  </a:lnTo>
                  <a:lnTo>
                    <a:pt x="2274092" y="1294607"/>
                  </a:lnTo>
                  <a:lnTo>
                    <a:pt x="2274034" y="1294936"/>
                  </a:lnTo>
                  <a:lnTo>
                    <a:pt x="2274378" y="1295158"/>
                  </a:lnTo>
                  <a:lnTo>
                    <a:pt x="2274503" y="1295302"/>
                  </a:lnTo>
                  <a:lnTo>
                    <a:pt x="2274531" y="1295350"/>
                  </a:lnTo>
                  <a:lnTo>
                    <a:pt x="2274575" y="1295502"/>
                  </a:lnTo>
                  <a:lnTo>
                    <a:pt x="2274574" y="1295526"/>
                  </a:lnTo>
                  <a:lnTo>
                    <a:pt x="2274539" y="1295563"/>
                  </a:lnTo>
                  <a:lnTo>
                    <a:pt x="2274410" y="1295573"/>
                  </a:lnTo>
                  <a:lnTo>
                    <a:pt x="2274161" y="1295677"/>
                  </a:lnTo>
                  <a:lnTo>
                    <a:pt x="2274112" y="1295719"/>
                  </a:lnTo>
                  <a:lnTo>
                    <a:pt x="2273997" y="1295929"/>
                  </a:lnTo>
                  <a:lnTo>
                    <a:pt x="2274027" y="1295964"/>
                  </a:lnTo>
                  <a:lnTo>
                    <a:pt x="2274121" y="1295982"/>
                  </a:lnTo>
                  <a:lnTo>
                    <a:pt x="2274142" y="1296012"/>
                  </a:lnTo>
                  <a:lnTo>
                    <a:pt x="2274155" y="1296061"/>
                  </a:lnTo>
                  <a:lnTo>
                    <a:pt x="2274133" y="1296210"/>
                  </a:lnTo>
                  <a:lnTo>
                    <a:pt x="2274080" y="1296440"/>
                  </a:lnTo>
                  <a:lnTo>
                    <a:pt x="2274064" y="1296471"/>
                  </a:lnTo>
                  <a:lnTo>
                    <a:pt x="2273984" y="1296514"/>
                  </a:lnTo>
                  <a:lnTo>
                    <a:pt x="2273952" y="1296517"/>
                  </a:lnTo>
                  <a:lnTo>
                    <a:pt x="2273834" y="1296461"/>
                  </a:lnTo>
                  <a:lnTo>
                    <a:pt x="2273818" y="1296432"/>
                  </a:lnTo>
                  <a:lnTo>
                    <a:pt x="2273851" y="1296402"/>
                  </a:lnTo>
                  <a:lnTo>
                    <a:pt x="2273937" y="1296382"/>
                  </a:lnTo>
                  <a:lnTo>
                    <a:pt x="2273936" y="1296365"/>
                  </a:lnTo>
                  <a:lnTo>
                    <a:pt x="2273867" y="1296245"/>
                  </a:lnTo>
                  <a:lnTo>
                    <a:pt x="2273845" y="1296229"/>
                  </a:lnTo>
                  <a:lnTo>
                    <a:pt x="2273831" y="1296227"/>
                  </a:lnTo>
                  <a:lnTo>
                    <a:pt x="2273681" y="1296266"/>
                  </a:lnTo>
                  <a:lnTo>
                    <a:pt x="2273613" y="1296395"/>
                  </a:lnTo>
                  <a:lnTo>
                    <a:pt x="2273687" y="1296608"/>
                  </a:lnTo>
                  <a:lnTo>
                    <a:pt x="2273702" y="1296738"/>
                  </a:lnTo>
                  <a:lnTo>
                    <a:pt x="2273626" y="1297004"/>
                  </a:lnTo>
                  <a:lnTo>
                    <a:pt x="2273577" y="1297253"/>
                  </a:lnTo>
                  <a:lnTo>
                    <a:pt x="2273573" y="1297385"/>
                  </a:lnTo>
                  <a:lnTo>
                    <a:pt x="2273604" y="1297434"/>
                  </a:lnTo>
                  <a:lnTo>
                    <a:pt x="2273696" y="1297631"/>
                  </a:lnTo>
                  <a:lnTo>
                    <a:pt x="2273694" y="1297660"/>
                  </a:lnTo>
                  <a:lnTo>
                    <a:pt x="2273652" y="1297784"/>
                  </a:lnTo>
                  <a:lnTo>
                    <a:pt x="2273562" y="1297816"/>
                  </a:lnTo>
                  <a:lnTo>
                    <a:pt x="2273477" y="1297833"/>
                  </a:lnTo>
                  <a:lnTo>
                    <a:pt x="2273340" y="1297837"/>
                  </a:lnTo>
                  <a:lnTo>
                    <a:pt x="2273266" y="1297820"/>
                  </a:lnTo>
                  <a:lnTo>
                    <a:pt x="2273257" y="1297794"/>
                  </a:lnTo>
                  <a:lnTo>
                    <a:pt x="2273217" y="1297780"/>
                  </a:lnTo>
                  <a:lnTo>
                    <a:pt x="2272990" y="1297733"/>
                  </a:lnTo>
                  <a:lnTo>
                    <a:pt x="2272469" y="1298196"/>
                  </a:lnTo>
                  <a:lnTo>
                    <a:pt x="2272420" y="1298251"/>
                  </a:lnTo>
                  <a:lnTo>
                    <a:pt x="2272368" y="1298425"/>
                  </a:lnTo>
                  <a:lnTo>
                    <a:pt x="2272351" y="1298722"/>
                  </a:lnTo>
                  <a:lnTo>
                    <a:pt x="2272354" y="1298996"/>
                  </a:lnTo>
                  <a:lnTo>
                    <a:pt x="2272364" y="1299279"/>
                  </a:lnTo>
                  <a:lnTo>
                    <a:pt x="2272383" y="1299421"/>
                  </a:lnTo>
                  <a:lnTo>
                    <a:pt x="2272400" y="1299448"/>
                  </a:lnTo>
                  <a:lnTo>
                    <a:pt x="2272427" y="1299445"/>
                  </a:lnTo>
                  <a:lnTo>
                    <a:pt x="2272448" y="1299443"/>
                  </a:lnTo>
                  <a:lnTo>
                    <a:pt x="2272442" y="1299395"/>
                  </a:lnTo>
                  <a:lnTo>
                    <a:pt x="2272447" y="1299331"/>
                  </a:lnTo>
                  <a:lnTo>
                    <a:pt x="2272489" y="1299237"/>
                  </a:lnTo>
                  <a:lnTo>
                    <a:pt x="2272761" y="1299006"/>
                  </a:lnTo>
                  <a:lnTo>
                    <a:pt x="2273013" y="1298933"/>
                  </a:lnTo>
                  <a:lnTo>
                    <a:pt x="2273153" y="1298930"/>
                  </a:lnTo>
                  <a:lnTo>
                    <a:pt x="2273193" y="1298938"/>
                  </a:lnTo>
                  <a:lnTo>
                    <a:pt x="2273402" y="1298894"/>
                  </a:lnTo>
                  <a:lnTo>
                    <a:pt x="2273660" y="1298777"/>
                  </a:lnTo>
                  <a:lnTo>
                    <a:pt x="2273866" y="1298347"/>
                  </a:lnTo>
                  <a:lnTo>
                    <a:pt x="2274148" y="1298189"/>
                  </a:lnTo>
                  <a:lnTo>
                    <a:pt x="2274369" y="1297910"/>
                  </a:lnTo>
                  <a:lnTo>
                    <a:pt x="2274456" y="1297675"/>
                  </a:lnTo>
                  <a:lnTo>
                    <a:pt x="2274500" y="1297585"/>
                  </a:lnTo>
                  <a:lnTo>
                    <a:pt x="2274509" y="1297568"/>
                  </a:lnTo>
                  <a:lnTo>
                    <a:pt x="2274843" y="1296945"/>
                  </a:lnTo>
                  <a:lnTo>
                    <a:pt x="2274875" y="1296945"/>
                  </a:lnTo>
                  <a:lnTo>
                    <a:pt x="2274936" y="1296944"/>
                  </a:lnTo>
                  <a:lnTo>
                    <a:pt x="2275117" y="1296819"/>
                  </a:lnTo>
                  <a:lnTo>
                    <a:pt x="2275128" y="1296811"/>
                  </a:lnTo>
                  <a:lnTo>
                    <a:pt x="2275155" y="1296779"/>
                  </a:lnTo>
                  <a:lnTo>
                    <a:pt x="2275195" y="1296732"/>
                  </a:lnTo>
                  <a:lnTo>
                    <a:pt x="2275201" y="1296725"/>
                  </a:lnTo>
                  <a:lnTo>
                    <a:pt x="2275050" y="1296526"/>
                  </a:lnTo>
                  <a:lnTo>
                    <a:pt x="2275043" y="1295985"/>
                  </a:lnTo>
                  <a:lnTo>
                    <a:pt x="2275107" y="1295965"/>
                  </a:lnTo>
                  <a:lnTo>
                    <a:pt x="2275379" y="1295908"/>
                  </a:lnTo>
                  <a:lnTo>
                    <a:pt x="2275621" y="1295755"/>
                  </a:lnTo>
                  <a:lnTo>
                    <a:pt x="2275765" y="1295593"/>
                  </a:lnTo>
                  <a:lnTo>
                    <a:pt x="2275907" y="1295432"/>
                  </a:lnTo>
                  <a:lnTo>
                    <a:pt x="2275952" y="1295355"/>
                  </a:lnTo>
                  <a:lnTo>
                    <a:pt x="2275946" y="1295196"/>
                  </a:lnTo>
                  <a:lnTo>
                    <a:pt x="2275963" y="1295123"/>
                  </a:lnTo>
                  <a:lnTo>
                    <a:pt x="2276101" y="1294854"/>
                  </a:lnTo>
                  <a:lnTo>
                    <a:pt x="2276164" y="1294834"/>
                  </a:lnTo>
                  <a:lnTo>
                    <a:pt x="2276695" y="1294662"/>
                  </a:lnTo>
                  <a:lnTo>
                    <a:pt x="2276706" y="1294658"/>
                  </a:lnTo>
                  <a:lnTo>
                    <a:pt x="2277225" y="1294516"/>
                  </a:lnTo>
                  <a:lnTo>
                    <a:pt x="2279058" y="1293861"/>
                  </a:lnTo>
                  <a:lnTo>
                    <a:pt x="2279535" y="1293717"/>
                  </a:lnTo>
                  <a:lnTo>
                    <a:pt x="2279706" y="1293666"/>
                  </a:lnTo>
                  <a:lnTo>
                    <a:pt x="2279769" y="1293647"/>
                  </a:lnTo>
                  <a:lnTo>
                    <a:pt x="2279920" y="1293557"/>
                  </a:lnTo>
                  <a:lnTo>
                    <a:pt x="2279953" y="1293535"/>
                  </a:lnTo>
                  <a:lnTo>
                    <a:pt x="2280408" y="1293228"/>
                  </a:lnTo>
                  <a:lnTo>
                    <a:pt x="2281041" y="1292711"/>
                  </a:lnTo>
                  <a:lnTo>
                    <a:pt x="2281050" y="1292645"/>
                  </a:lnTo>
                  <a:lnTo>
                    <a:pt x="2281148" y="1292494"/>
                  </a:lnTo>
                  <a:lnTo>
                    <a:pt x="2281192" y="1292462"/>
                  </a:lnTo>
                  <a:lnTo>
                    <a:pt x="2281682" y="1292204"/>
                  </a:lnTo>
                  <a:lnTo>
                    <a:pt x="2281733" y="1292150"/>
                  </a:lnTo>
                  <a:lnTo>
                    <a:pt x="2281990" y="1291877"/>
                  </a:lnTo>
                  <a:lnTo>
                    <a:pt x="2282139" y="1291849"/>
                  </a:lnTo>
                  <a:lnTo>
                    <a:pt x="2282204" y="1291879"/>
                  </a:lnTo>
                  <a:lnTo>
                    <a:pt x="2282358" y="1291882"/>
                  </a:lnTo>
                  <a:lnTo>
                    <a:pt x="2282600" y="1291798"/>
                  </a:lnTo>
                  <a:lnTo>
                    <a:pt x="2283025" y="1291573"/>
                  </a:lnTo>
                  <a:lnTo>
                    <a:pt x="2283248" y="1291439"/>
                  </a:lnTo>
                  <a:lnTo>
                    <a:pt x="2283269" y="1291416"/>
                  </a:lnTo>
                  <a:lnTo>
                    <a:pt x="2283415" y="1291342"/>
                  </a:lnTo>
                  <a:lnTo>
                    <a:pt x="2283551" y="1291288"/>
                  </a:lnTo>
                  <a:lnTo>
                    <a:pt x="2283654" y="1291259"/>
                  </a:lnTo>
                  <a:lnTo>
                    <a:pt x="2283828" y="1291273"/>
                  </a:lnTo>
                  <a:lnTo>
                    <a:pt x="2283887" y="1291288"/>
                  </a:lnTo>
                  <a:lnTo>
                    <a:pt x="2284073" y="1291395"/>
                  </a:lnTo>
                  <a:lnTo>
                    <a:pt x="2284108" y="1291434"/>
                  </a:lnTo>
                  <a:lnTo>
                    <a:pt x="2284132" y="1291490"/>
                  </a:lnTo>
                  <a:lnTo>
                    <a:pt x="2284121" y="1291509"/>
                  </a:lnTo>
                  <a:lnTo>
                    <a:pt x="2284290" y="1291743"/>
                  </a:lnTo>
                  <a:lnTo>
                    <a:pt x="2284695" y="1291938"/>
                  </a:lnTo>
                  <a:lnTo>
                    <a:pt x="2284904" y="1291972"/>
                  </a:lnTo>
                  <a:lnTo>
                    <a:pt x="2285012" y="1291977"/>
                  </a:lnTo>
                  <a:lnTo>
                    <a:pt x="2285225" y="1291928"/>
                  </a:lnTo>
                  <a:lnTo>
                    <a:pt x="2285322" y="1291898"/>
                  </a:lnTo>
                  <a:lnTo>
                    <a:pt x="2285386" y="1291861"/>
                  </a:lnTo>
                  <a:lnTo>
                    <a:pt x="2285420" y="1291807"/>
                  </a:lnTo>
                  <a:lnTo>
                    <a:pt x="2285435" y="1291768"/>
                  </a:lnTo>
                  <a:lnTo>
                    <a:pt x="2285425" y="1291732"/>
                  </a:lnTo>
                  <a:lnTo>
                    <a:pt x="2285434" y="1291663"/>
                  </a:lnTo>
                  <a:lnTo>
                    <a:pt x="2285458" y="1291511"/>
                  </a:lnTo>
                  <a:lnTo>
                    <a:pt x="2285477" y="1291500"/>
                  </a:lnTo>
                  <a:lnTo>
                    <a:pt x="2285988" y="1291469"/>
                  </a:lnTo>
                  <a:lnTo>
                    <a:pt x="2286285" y="1291516"/>
                  </a:lnTo>
                  <a:lnTo>
                    <a:pt x="2286289" y="1291555"/>
                  </a:lnTo>
                  <a:lnTo>
                    <a:pt x="2286231" y="1291642"/>
                  </a:lnTo>
                  <a:lnTo>
                    <a:pt x="2286212" y="1291660"/>
                  </a:lnTo>
                  <a:lnTo>
                    <a:pt x="2286143" y="1291727"/>
                  </a:lnTo>
                  <a:lnTo>
                    <a:pt x="2286059" y="1291825"/>
                  </a:lnTo>
                  <a:lnTo>
                    <a:pt x="2285858" y="1292135"/>
                  </a:lnTo>
                  <a:lnTo>
                    <a:pt x="2285850" y="1292151"/>
                  </a:lnTo>
                  <a:lnTo>
                    <a:pt x="2285692" y="1292473"/>
                  </a:lnTo>
                  <a:lnTo>
                    <a:pt x="2285662" y="1292491"/>
                  </a:lnTo>
                  <a:lnTo>
                    <a:pt x="2285563" y="1292515"/>
                  </a:lnTo>
                  <a:lnTo>
                    <a:pt x="2285399" y="1292890"/>
                  </a:lnTo>
                  <a:lnTo>
                    <a:pt x="2285324" y="1293328"/>
                  </a:lnTo>
                  <a:lnTo>
                    <a:pt x="2285293" y="1293590"/>
                  </a:lnTo>
                  <a:lnTo>
                    <a:pt x="2285295" y="1293864"/>
                  </a:lnTo>
                  <a:lnTo>
                    <a:pt x="2285312" y="1293971"/>
                  </a:lnTo>
                  <a:lnTo>
                    <a:pt x="2285401" y="1294333"/>
                  </a:lnTo>
                  <a:lnTo>
                    <a:pt x="2285482" y="1294613"/>
                  </a:lnTo>
                  <a:lnTo>
                    <a:pt x="2285503" y="1294680"/>
                  </a:lnTo>
                  <a:lnTo>
                    <a:pt x="2285757" y="1295026"/>
                  </a:lnTo>
                  <a:lnTo>
                    <a:pt x="2285931" y="1295124"/>
                  </a:lnTo>
                  <a:lnTo>
                    <a:pt x="2286022" y="1295161"/>
                  </a:lnTo>
                  <a:lnTo>
                    <a:pt x="2286103" y="1295142"/>
                  </a:lnTo>
                  <a:lnTo>
                    <a:pt x="2286479" y="1295009"/>
                  </a:lnTo>
                  <a:lnTo>
                    <a:pt x="2286702" y="1294740"/>
                  </a:lnTo>
                  <a:lnTo>
                    <a:pt x="2287016" y="1294690"/>
                  </a:lnTo>
                  <a:lnTo>
                    <a:pt x="2287201" y="1294759"/>
                  </a:lnTo>
                  <a:lnTo>
                    <a:pt x="2287269" y="1294793"/>
                  </a:lnTo>
                  <a:lnTo>
                    <a:pt x="2287303" y="1294787"/>
                  </a:lnTo>
                  <a:lnTo>
                    <a:pt x="2287449" y="1294585"/>
                  </a:lnTo>
                  <a:lnTo>
                    <a:pt x="2287485" y="1294526"/>
                  </a:lnTo>
                  <a:lnTo>
                    <a:pt x="2287553" y="1294417"/>
                  </a:lnTo>
                  <a:lnTo>
                    <a:pt x="2287636" y="1294235"/>
                  </a:lnTo>
                  <a:lnTo>
                    <a:pt x="2287686" y="1294198"/>
                  </a:lnTo>
                  <a:lnTo>
                    <a:pt x="2287901" y="1294116"/>
                  </a:lnTo>
                  <a:lnTo>
                    <a:pt x="2288018" y="1293980"/>
                  </a:lnTo>
                  <a:lnTo>
                    <a:pt x="2288100" y="1293700"/>
                  </a:lnTo>
                  <a:lnTo>
                    <a:pt x="2288101" y="1293646"/>
                  </a:lnTo>
                  <a:lnTo>
                    <a:pt x="2288057" y="1293534"/>
                  </a:lnTo>
                  <a:lnTo>
                    <a:pt x="2288030" y="1293494"/>
                  </a:lnTo>
                  <a:lnTo>
                    <a:pt x="2288024" y="1293248"/>
                  </a:lnTo>
                  <a:lnTo>
                    <a:pt x="2288109" y="1292878"/>
                  </a:lnTo>
                  <a:lnTo>
                    <a:pt x="2288204" y="1292705"/>
                  </a:lnTo>
                  <a:lnTo>
                    <a:pt x="2288279" y="1292654"/>
                  </a:lnTo>
                  <a:lnTo>
                    <a:pt x="2288304" y="1292625"/>
                  </a:lnTo>
                  <a:lnTo>
                    <a:pt x="2288309" y="1292620"/>
                  </a:lnTo>
                  <a:lnTo>
                    <a:pt x="2288436" y="1292323"/>
                  </a:lnTo>
                  <a:lnTo>
                    <a:pt x="2288481" y="1292209"/>
                  </a:lnTo>
                  <a:lnTo>
                    <a:pt x="2288627" y="1291837"/>
                  </a:lnTo>
                  <a:lnTo>
                    <a:pt x="2288637" y="1291789"/>
                  </a:lnTo>
                  <a:lnTo>
                    <a:pt x="2289001" y="1291841"/>
                  </a:lnTo>
                  <a:lnTo>
                    <a:pt x="2289142" y="1291794"/>
                  </a:lnTo>
                  <a:lnTo>
                    <a:pt x="2289279" y="1291549"/>
                  </a:lnTo>
                  <a:lnTo>
                    <a:pt x="2289282" y="1291544"/>
                  </a:lnTo>
                  <a:lnTo>
                    <a:pt x="2289241" y="1291484"/>
                  </a:lnTo>
                  <a:lnTo>
                    <a:pt x="2289176" y="1291405"/>
                  </a:lnTo>
                  <a:lnTo>
                    <a:pt x="2288953" y="1291334"/>
                  </a:lnTo>
                  <a:lnTo>
                    <a:pt x="2288916" y="1291330"/>
                  </a:lnTo>
                  <a:lnTo>
                    <a:pt x="2288613" y="1291144"/>
                  </a:lnTo>
                  <a:lnTo>
                    <a:pt x="2288556" y="1291072"/>
                  </a:lnTo>
                  <a:lnTo>
                    <a:pt x="2288483" y="1290959"/>
                  </a:lnTo>
                  <a:lnTo>
                    <a:pt x="2288461" y="1290944"/>
                  </a:lnTo>
                  <a:lnTo>
                    <a:pt x="2288054" y="1290893"/>
                  </a:lnTo>
                  <a:lnTo>
                    <a:pt x="2287132" y="1290850"/>
                  </a:lnTo>
                  <a:lnTo>
                    <a:pt x="2286947" y="1290935"/>
                  </a:lnTo>
                  <a:lnTo>
                    <a:pt x="2286858" y="1290963"/>
                  </a:lnTo>
                  <a:lnTo>
                    <a:pt x="2286239" y="1290999"/>
                  </a:lnTo>
                  <a:lnTo>
                    <a:pt x="2286246" y="1290885"/>
                  </a:lnTo>
                  <a:lnTo>
                    <a:pt x="2285911" y="1290805"/>
                  </a:lnTo>
                  <a:lnTo>
                    <a:pt x="2285860" y="1290819"/>
                  </a:lnTo>
                  <a:lnTo>
                    <a:pt x="2285816" y="1290851"/>
                  </a:lnTo>
                  <a:lnTo>
                    <a:pt x="2285809" y="1290870"/>
                  </a:lnTo>
                  <a:lnTo>
                    <a:pt x="2285832" y="1290932"/>
                  </a:lnTo>
                  <a:lnTo>
                    <a:pt x="2285826" y="1290947"/>
                  </a:lnTo>
                  <a:lnTo>
                    <a:pt x="2285729" y="1291022"/>
                  </a:lnTo>
                  <a:lnTo>
                    <a:pt x="2285590" y="1291028"/>
                  </a:lnTo>
                  <a:lnTo>
                    <a:pt x="2285435" y="1291018"/>
                  </a:lnTo>
                  <a:lnTo>
                    <a:pt x="2285293" y="1290985"/>
                  </a:lnTo>
                  <a:lnTo>
                    <a:pt x="2285152" y="1290972"/>
                  </a:lnTo>
                  <a:lnTo>
                    <a:pt x="2284957" y="1291060"/>
                  </a:lnTo>
                  <a:lnTo>
                    <a:pt x="2284767" y="1291166"/>
                  </a:lnTo>
                  <a:lnTo>
                    <a:pt x="2284751" y="1291185"/>
                  </a:lnTo>
                  <a:lnTo>
                    <a:pt x="2284648" y="1291165"/>
                  </a:lnTo>
                  <a:lnTo>
                    <a:pt x="2284533" y="1291010"/>
                  </a:lnTo>
                  <a:lnTo>
                    <a:pt x="2284534" y="1290886"/>
                  </a:lnTo>
                  <a:lnTo>
                    <a:pt x="2284537" y="1290396"/>
                  </a:lnTo>
                  <a:lnTo>
                    <a:pt x="2284569" y="1290359"/>
                  </a:lnTo>
                  <a:lnTo>
                    <a:pt x="2284602" y="1290339"/>
                  </a:lnTo>
                  <a:lnTo>
                    <a:pt x="2284806" y="1290243"/>
                  </a:lnTo>
                  <a:lnTo>
                    <a:pt x="2284961" y="1290225"/>
                  </a:lnTo>
                  <a:lnTo>
                    <a:pt x="2285036" y="1290208"/>
                  </a:lnTo>
                  <a:lnTo>
                    <a:pt x="2285076" y="1290188"/>
                  </a:lnTo>
                  <a:lnTo>
                    <a:pt x="2285378" y="1289803"/>
                  </a:lnTo>
                  <a:lnTo>
                    <a:pt x="2285623" y="1289738"/>
                  </a:lnTo>
                  <a:lnTo>
                    <a:pt x="2286058" y="1289441"/>
                  </a:lnTo>
                  <a:lnTo>
                    <a:pt x="2286138" y="1289154"/>
                  </a:lnTo>
                  <a:lnTo>
                    <a:pt x="2286304" y="1288850"/>
                  </a:lnTo>
                  <a:lnTo>
                    <a:pt x="2286384" y="1288766"/>
                  </a:lnTo>
                  <a:lnTo>
                    <a:pt x="2286451" y="1288713"/>
                  </a:lnTo>
                  <a:lnTo>
                    <a:pt x="2286577" y="1288651"/>
                  </a:lnTo>
                  <a:lnTo>
                    <a:pt x="2286589" y="1288640"/>
                  </a:lnTo>
                  <a:lnTo>
                    <a:pt x="2286607" y="1288623"/>
                  </a:lnTo>
                  <a:lnTo>
                    <a:pt x="2286666" y="1288565"/>
                  </a:lnTo>
                  <a:lnTo>
                    <a:pt x="2286729" y="1288483"/>
                  </a:lnTo>
                  <a:lnTo>
                    <a:pt x="2286760" y="1288326"/>
                  </a:lnTo>
                  <a:lnTo>
                    <a:pt x="2286750" y="1288161"/>
                  </a:lnTo>
                  <a:lnTo>
                    <a:pt x="2286732" y="1288132"/>
                  </a:lnTo>
                  <a:lnTo>
                    <a:pt x="2287032" y="1287844"/>
                  </a:lnTo>
                  <a:lnTo>
                    <a:pt x="2287189" y="1287851"/>
                  </a:lnTo>
                  <a:lnTo>
                    <a:pt x="2287442" y="1287837"/>
                  </a:lnTo>
                  <a:lnTo>
                    <a:pt x="2288047" y="1287689"/>
                  </a:lnTo>
                  <a:lnTo>
                    <a:pt x="2288233" y="1287395"/>
                  </a:lnTo>
                  <a:lnTo>
                    <a:pt x="2288948" y="1287252"/>
                  </a:lnTo>
                  <a:lnTo>
                    <a:pt x="2289633" y="1287186"/>
                  </a:lnTo>
                  <a:lnTo>
                    <a:pt x="2289764" y="1287159"/>
                  </a:lnTo>
                  <a:lnTo>
                    <a:pt x="2290011" y="1287092"/>
                  </a:lnTo>
                  <a:lnTo>
                    <a:pt x="2290058" y="1287079"/>
                  </a:lnTo>
                  <a:lnTo>
                    <a:pt x="2290145" y="1287047"/>
                  </a:lnTo>
                  <a:lnTo>
                    <a:pt x="2290152" y="1287045"/>
                  </a:lnTo>
                  <a:lnTo>
                    <a:pt x="2290111" y="1286937"/>
                  </a:lnTo>
                  <a:lnTo>
                    <a:pt x="2290293" y="1286819"/>
                  </a:lnTo>
                  <a:lnTo>
                    <a:pt x="2290410" y="1286822"/>
                  </a:lnTo>
                  <a:lnTo>
                    <a:pt x="2290952" y="1287228"/>
                  </a:lnTo>
                  <a:lnTo>
                    <a:pt x="2291160" y="1286983"/>
                  </a:lnTo>
                  <a:lnTo>
                    <a:pt x="2291269" y="1286921"/>
                  </a:lnTo>
                  <a:lnTo>
                    <a:pt x="2291517" y="1286779"/>
                  </a:lnTo>
                  <a:lnTo>
                    <a:pt x="2291545" y="1286794"/>
                  </a:lnTo>
                  <a:lnTo>
                    <a:pt x="2291616" y="1286900"/>
                  </a:lnTo>
                  <a:lnTo>
                    <a:pt x="2292064" y="1286752"/>
                  </a:lnTo>
                  <a:lnTo>
                    <a:pt x="2292433" y="1286452"/>
                  </a:lnTo>
                  <a:lnTo>
                    <a:pt x="2292484" y="1286370"/>
                  </a:lnTo>
                  <a:lnTo>
                    <a:pt x="2292538" y="1286221"/>
                  </a:lnTo>
                  <a:lnTo>
                    <a:pt x="2292486" y="1286024"/>
                  </a:lnTo>
                  <a:lnTo>
                    <a:pt x="2292460" y="1285833"/>
                  </a:lnTo>
                  <a:lnTo>
                    <a:pt x="2292467" y="1285822"/>
                  </a:lnTo>
                  <a:lnTo>
                    <a:pt x="2292948" y="1285788"/>
                  </a:lnTo>
                  <a:lnTo>
                    <a:pt x="2293345" y="1286017"/>
                  </a:lnTo>
                  <a:lnTo>
                    <a:pt x="2293412" y="1286086"/>
                  </a:lnTo>
                  <a:lnTo>
                    <a:pt x="2293421" y="1286125"/>
                  </a:lnTo>
                  <a:lnTo>
                    <a:pt x="2293457" y="1286171"/>
                  </a:lnTo>
                  <a:lnTo>
                    <a:pt x="2293833" y="1286238"/>
                  </a:lnTo>
                  <a:lnTo>
                    <a:pt x="2293854" y="1286227"/>
                  </a:lnTo>
                  <a:lnTo>
                    <a:pt x="2293909" y="1286111"/>
                  </a:lnTo>
                  <a:lnTo>
                    <a:pt x="2293926" y="1286110"/>
                  </a:lnTo>
                  <a:lnTo>
                    <a:pt x="2294427" y="1286244"/>
                  </a:lnTo>
                  <a:lnTo>
                    <a:pt x="2294606" y="1286334"/>
                  </a:lnTo>
                  <a:lnTo>
                    <a:pt x="2294634" y="1286390"/>
                  </a:lnTo>
                  <a:lnTo>
                    <a:pt x="2294608" y="1286416"/>
                  </a:lnTo>
                  <a:lnTo>
                    <a:pt x="2294565" y="1286438"/>
                  </a:lnTo>
                  <a:lnTo>
                    <a:pt x="2294385" y="1286903"/>
                  </a:lnTo>
                  <a:lnTo>
                    <a:pt x="2294382" y="1286970"/>
                  </a:lnTo>
                  <a:lnTo>
                    <a:pt x="2294380" y="1286999"/>
                  </a:lnTo>
                  <a:lnTo>
                    <a:pt x="2294392" y="1287099"/>
                  </a:lnTo>
                  <a:lnTo>
                    <a:pt x="2294405" y="1287099"/>
                  </a:lnTo>
                  <a:lnTo>
                    <a:pt x="2294446" y="1287074"/>
                  </a:lnTo>
                  <a:lnTo>
                    <a:pt x="2294503" y="1287024"/>
                  </a:lnTo>
                  <a:lnTo>
                    <a:pt x="2295203" y="1287080"/>
                  </a:lnTo>
                  <a:lnTo>
                    <a:pt x="2295485" y="1287324"/>
                  </a:lnTo>
                  <a:lnTo>
                    <a:pt x="2295408" y="1287559"/>
                  </a:lnTo>
                  <a:lnTo>
                    <a:pt x="2295488" y="1288193"/>
                  </a:lnTo>
                  <a:lnTo>
                    <a:pt x="2295513" y="1288242"/>
                  </a:lnTo>
                  <a:lnTo>
                    <a:pt x="2295569" y="1288290"/>
                  </a:lnTo>
                  <a:lnTo>
                    <a:pt x="2295609" y="1288305"/>
                  </a:lnTo>
                  <a:lnTo>
                    <a:pt x="2295709" y="1288277"/>
                  </a:lnTo>
                  <a:lnTo>
                    <a:pt x="2295743" y="1288258"/>
                  </a:lnTo>
                  <a:lnTo>
                    <a:pt x="2295769" y="1288205"/>
                  </a:lnTo>
                  <a:lnTo>
                    <a:pt x="2295914" y="1288153"/>
                  </a:lnTo>
                  <a:lnTo>
                    <a:pt x="2296140" y="1288147"/>
                  </a:lnTo>
                  <a:lnTo>
                    <a:pt x="2296245" y="1288362"/>
                  </a:lnTo>
                  <a:lnTo>
                    <a:pt x="2296262" y="1288947"/>
                  </a:lnTo>
                  <a:lnTo>
                    <a:pt x="2296222" y="1288951"/>
                  </a:lnTo>
                  <a:lnTo>
                    <a:pt x="2295952" y="1289042"/>
                  </a:lnTo>
                  <a:lnTo>
                    <a:pt x="2295585" y="1289281"/>
                  </a:lnTo>
                  <a:lnTo>
                    <a:pt x="2295574" y="1289326"/>
                  </a:lnTo>
                  <a:lnTo>
                    <a:pt x="2295688" y="1289365"/>
                  </a:lnTo>
                  <a:lnTo>
                    <a:pt x="2295715" y="1289410"/>
                  </a:lnTo>
                  <a:lnTo>
                    <a:pt x="2295725" y="1289457"/>
                  </a:lnTo>
                  <a:lnTo>
                    <a:pt x="2295692" y="1289656"/>
                  </a:lnTo>
                  <a:lnTo>
                    <a:pt x="2295675" y="1289760"/>
                  </a:lnTo>
                  <a:lnTo>
                    <a:pt x="2295741" y="1289796"/>
                  </a:lnTo>
                  <a:lnTo>
                    <a:pt x="2295759" y="1289925"/>
                  </a:lnTo>
                  <a:lnTo>
                    <a:pt x="2295800" y="1290217"/>
                  </a:lnTo>
                  <a:lnTo>
                    <a:pt x="2295806" y="1290261"/>
                  </a:lnTo>
                  <a:lnTo>
                    <a:pt x="2295827" y="1290263"/>
                  </a:lnTo>
                  <a:lnTo>
                    <a:pt x="2295841" y="1290265"/>
                  </a:lnTo>
                  <a:lnTo>
                    <a:pt x="2295849" y="1290274"/>
                  </a:lnTo>
                  <a:lnTo>
                    <a:pt x="2295854" y="1290324"/>
                  </a:lnTo>
                  <a:lnTo>
                    <a:pt x="2295851" y="1290341"/>
                  </a:lnTo>
                  <a:lnTo>
                    <a:pt x="2295837" y="1290430"/>
                  </a:lnTo>
                  <a:lnTo>
                    <a:pt x="2295829" y="1290524"/>
                  </a:lnTo>
                  <a:lnTo>
                    <a:pt x="2295825" y="1290580"/>
                  </a:lnTo>
                  <a:lnTo>
                    <a:pt x="2295887" y="1290637"/>
                  </a:lnTo>
                  <a:lnTo>
                    <a:pt x="2295960" y="1290671"/>
                  </a:lnTo>
                  <a:lnTo>
                    <a:pt x="2296028" y="1290691"/>
                  </a:lnTo>
                  <a:lnTo>
                    <a:pt x="2296118" y="1290659"/>
                  </a:lnTo>
                  <a:lnTo>
                    <a:pt x="2296129" y="1290662"/>
                  </a:lnTo>
                  <a:lnTo>
                    <a:pt x="2296234" y="1290706"/>
                  </a:lnTo>
                  <a:lnTo>
                    <a:pt x="2296290" y="1290730"/>
                  </a:lnTo>
                  <a:lnTo>
                    <a:pt x="2296185" y="1290891"/>
                  </a:lnTo>
                  <a:lnTo>
                    <a:pt x="2296165" y="1290906"/>
                  </a:lnTo>
                  <a:lnTo>
                    <a:pt x="2295903" y="1290986"/>
                  </a:lnTo>
                  <a:lnTo>
                    <a:pt x="2295837" y="1290982"/>
                  </a:lnTo>
                  <a:lnTo>
                    <a:pt x="2295729" y="1291051"/>
                  </a:lnTo>
                  <a:lnTo>
                    <a:pt x="2295716" y="1291060"/>
                  </a:lnTo>
                  <a:lnTo>
                    <a:pt x="2295654" y="1291155"/>
                  </a:lnTo>
                  <a:lnTo>
                    <a:pt x="2294568" y="1292847"/>
                  </a:lnTo>
                  <a:lnTo>
                    <a:pt x="2294545" y="1292883"/>
                  </a:lnTo>
                  <a:lnTo>
                    <a:pt x="2294528" y="1292974"/>
                  </a:lnTo>
                  <a:lnTo>
                    <a:pt x="2294515" y="1293358"/>
                  </a:lnTo>
                  <a:lnTo>
                    <a:pt x="2294609" y="1294688"/>
                  </a:lnTo>
                  <a:lnTo>
                    <a:pt x="2294874" y="1294965"/>
                  </a:lnTo>
                  <a:lnTo>
                    <a:pt x="2295184" y="1295134"/>
                  </a:lnTo>
                  <a:lnTo>
                    <a:pt x="2295401" y="1295179"/>
                  </a:lnTo>
                  <a:lnTo>
                    <a:pt x="2295653" y="1295472"/>
                  </a:lnTo>
                  <a:lnTo>
                    <a:pt x="2295840" y="1295689"/>
                  </a:lnTo>
                  <a:lnTo>
                    <a:pt x="2295948" y="1295895"/>
                  </a:lnTo>
                  <a:lnTo>
                    <a:pt x="2295977" y="1296299"/>
                  </a:lnTo>
                  <a:lnTo>
                    <a:pt x="2295952" y="1296353"/>
                  </a:lnTo>
                  <a:lnTo>
                    <a:pt x="2295923" y="1296353"/>
                  </a:lnTo>
                  <a:lnTo>
                    <a:pt x="2295862" y="1296325"/>
                  </a:lnTo>
                  <a:lnTo>
                    <a:pt x="2295849" y="1296312"/>
                  </a:lnTo>
                  <a:lnTo>
                    <a:pt x="2295595" y="1296077"/>
                  </a:lnTo>
                  <a:lnTo>
                    <a:pt x="2295330" y="1296314"/>
                  </a:lnTo>
                  <a:lnTo>
                    <a:pt x="2295319" y="1296342"/>
                  </a:lnTo>
                  <a:lnTo>
                    <a:pt x="2295319" y="1296368"/>
                  </a:lnTo>
                  <a:lnTo>
                    <a:pt x="2295325" y="1296391"/>
                  </a:lnTo>
                  <a:lnTo>
                    <a:pt x="2295392" y="1296447"/>
                  </a:lnTo>
                  <a:lnTo>
                    <a:pt x="2295447" y="1296500"/>
                  </a:lnTo>
                  <a:lnTo>
                    <a:pt x="2295539" y="1296610"/>
                  </a:lnTo>
                  <a:lnTo>
                    <a:pt x="2295560" y="1296676"/>
                  </a:lnTo>
                  <a:lnTo>
                    <a:pt x="2295550" y="1296712"/>
                  </a:lnTo>
                  <a:lnTo>
                    <a:pt x="2295478" y="1296728"/>
                  </a:lnTo>
                  <a:lnTo>
                    <a:pt x="2295384" y="1296711"/>
                  </a:lnTo>
                  <a:lnTo>
                    <a:pt x="2295216" y="1296695"/>
                  </a:lnTo>
                  <a:lnTo>
                    <a:pt x="2295152" y="1296693"/>
                  </a:lnTo>
                  <a:lnTo>
                    <a:pt x="2295100" y="1296716"/>
                  </a:lnTo>
                  <a:lnTo>
                    <a:pt x="2295074" y="1296817"/>
                  </a:lnTo>
                  <a:lnTo>
                    <a:pt x="2295060" y="1296868"/>
                  </a:lnTo>
                  <a:lnTo>
                    <a:pt x="2295014" y="1296879"/>
                  </a:lnTo>
                  <a:lnTo>
                    <a:pt x="2294936" y="1296861"/>
                  </a:lnTo>
                  <a:lnTo>
                    <a:pt x="2294901" y="1296912"/>
                  </a:lnTo>
                  <a:lnTo>
                    <a:pt x="2294885" y="1297000"/>
                  </a:lnTo>
                  <a:lnTo>
                    <a:pt x="2294897" y="1297088"/>
                  </a:lnTo>
                  <a:lnTo>
                    <a:pt x="2294921" y="1297149"/>
                  </a:lnTo>
                  <a:lnTo>
                    <a:pt x="2294935" y="1297159"/>
                  </a:lnTo>
                  <a:lnTo>
                    <a:pt x="2294955" y="1297172"/>
                  </a:lnTo>
                  <a:lnTo>
                    <a:pt x="2294996" y="1297184"/>
                  </a:lnTo>
                  <a:lnTo>
                    <a:pt x="2295096" y="1297142"/>
                  </a:lnTo>
                  <a:lnTo>
                    <a:pt x="2295205" y="1297131"/>
                  </a:lnTo>
                  <a:lnTo>
                    <a:pt x="2295257" y="1297144"/>
                  </a:lnTo>
                  <a:lnTo>
                    <a:pt x="2295275" y="1297185"/>
                  </a:lnTo>
                  <a:lnTo>
                    <a:pt x="2295257" y="1297226"/>
                  </a:lnTo>
                  <a:lnTo>
                    <a:pt x="2295154" y="1297275"/>
                  </a:lnTo>
                  <a:lnTo>
                    <a:pt x="2294937" y="1297295"/>
                  </a:lnTo>
                  <a:lnTo>
                    <a:pt x="2294860" y="1297301"/>
                  </a:lnTo>
                  <a:lnTo>
                    <a:pt x="2294819" y="1297343"/>
                  </a:lnTo>
                  <a:lnTo>
                    <a:pt x="2294820" y="1297389"/>
                  </a:lnTo>
                  <a:lnTo>
                    <a:pt x="2294896" y="1297534"/>
                  </a:lnTo>
                  <a:lnTo>
                    <a:pt x="2294925" y="1297580"/>
                  </a:lnTo>
                  <a:lnTo>
                    <a:pt x="2295000" y="1297657"/>
                  </a:lnTo>
                  <a:lnTo>
                    <a:pt x="2295081" y="1297702"/>
                  </a:lnTo>
                  <a:lnTo>
                    <a:pt x="2295074" y="1297779"/>
                  </a:lnTo>
                  <a:lnTo>
                    <a:pt x="2295045" y="1297795"/>
                  </a:lnTo>
                  <a:lnTo>
                    <a:pt x="2294983" y="1297775"/>
                  </a:lnTo>
                  <a:lnTo>
                    <a:pt x="2293800" y="1298794"/>
                  </a:lnTo>
                  <a:lnTo>
                    <a:pt x="2293801" y="1298809"/>
                  </a:lnTo>
                  <a:lnTo>
                    <a:pt x="2293748" y="1299015"/>
                  </a:lnTo>
                  <a:lnTo>
                    <a:pt x="2293445" y="1299444"/>
                  </a:lnTo>
                  <a:lnTo>
                    <a:pt x="2293290" y="1299558"/>
                  </a:lnTo>
                  <a:lnTo>
                    <a:pt x="2293253" y="1299563"/>
                  </a:lnTo>
                  <a:lnTo>
                    <a:pt x="2293205" y="1299556"/>
                  </a:lnTo>
                  <a:lnTo>
                    <a:pt x="2293184" y="1299570"/>
                  </a:lnTo>
                  <a:lnTo>
                    <a:pt x="2293157" y="1299604"/>
                  </a:lnTo>
                  <a:lnTo>
                    <a:pt x="2293169" y="1300246"/>
                  </a:lnTo>
                  <a:lnTo>
                    <a:pt x="2293185" y="1300290"/>
                  </a:lnTo>
                  <a:lnTo>
                    <a:pt x="2293231" y="1300305"/>
                  </a:lnTo>
                  <a:lnTo>
                    <a:pt x="2293273" y="1300320"/>
                  </a:lnTo>
                  <a:lnTo>
                    <a:pt x="2293309" y="1300430"/>
                  </a:lnTo>
                  <a:lnTo>
                    <a:pt x="2293286" y="1300607"/>
                  </a:lnTo>
                  <a:lnTo>
                    <a:pt x="2293209" y="1300787"/>
                  </a:lnTo>
                  <a:lnTo>
                    <a:pt x="2293085" y="1300856"/>
                  </a:lnTo>
                  <a:lnTo>
                    <a:pt x="2292975" y="1300853"/>
                  </a:lnTo>
                  <a:lnTo>
                    <a:pt x="2292940" y="1300821"/>
                  </a:lnTo>
                  <a:lnTo>
                    <a:pt x="2292881" y="1300856"/>
                  </a:lnTo>
                  <a:lnTo>
                    <a:pt x="2292841" y="1300894"/>
                  </a:lnTo>
                  <a:lnTo>
                    <a:pt x="2292829" y="1300985"/>
                  </a:lnTo>
                  <a:lnTo>
                    <a:pt x="2292850" y="1301083"/>
                  </a:lnTo>
                  <a:lnTo>
                    <a:pt x="2293081" y="1301267"/>
                  </a:lnTo>
                  <a:lnTo>
                    <a:pt x="2293089" y="1301279"/>
                  </a:lnTo>
                  <a:lnTo>
                    <a:pt x="2293542" y="1301916"/>
                  </a:lnTo>
                  <a:lnTo>
                    <a:pt x="2293572" y="1301957"/>
                  </a:lnTo>
                  <a:lnTo>
                    <a:pt x="2293759" y="1302138"/>
                  </a:lnTo>
                  <a:lnTo>
                    <a:pt x="2293826" y="1302156"/>
                  </a:lnTo>
                  <a:lnTo>
                    <a:pt x="2293911" y="1302163"/>
                  </a:lnTo>
                  <a:lnTo>
                    <a:pt x="2294010" y="1302152"/>
                  </a:lnTo>
                  <a:lnTo>
                    <a:pt x="2294069" y="1302168"/>
                  </a:lnTo>
                  <a:lnTo>
                    <a:pt x="2294084" y="1302196"/>
                  </a:lnTo>
                  <a:lnTo>
                    <a:pt x="2294093" y="1302245"/>
                  </a:lnTo>
                  <a:lnTo>
                    <a:pt x="2294093" y="1302272"/>
                  </a:lnTo>
                  <a:lnTo>
                    <a:pt x="2293797" y="1302703"/>
                  </a:lnTo>
                  <a:lnTo>
                    <a:pt x="2293642" y="1302914"/>
                  </a:lnTo>
                  <a:lnTo>
                    <a:pt x="2293298" y="1302982"/>
                  </a:lnTo>
                  <a:lnTo>
                    <a:pt x="2292944" y="1303432"/>
                  </a:lnTo>
                  <a:lnTo>
                    <a:pt x="2292932" y="1303479"/>
                  </a:lnTo>
                  <a:lnTo>
                    <a:pt x="2292957" y="1303528"/>
                  </a:lnTo>
                  <a:lnTo>
                    <a:pt x="2292988" y="1303562"/>
                  </a:lnTo>
                  <a:lnTo>
                    <a:pt x="2293155" y="1303677"/>
                  </a:lnTo>
                  <a:lnTo>
                    <a:pt x="2293161" y="1303684"/>
                  </a:lnTo>
                  <a:lnTo>
                    <a:pt x="2293308" y="1303830"/>
                  </a:lnTo>
                  <a:lnTo>
                    <a:pt x="2293312" y="1303834"/>
                  </a:lnTo>
                  <a:lnTo>
                    <a:pt x="2293298" y="1304439"/>
                  </a:lnTo>
                  <a:lnTo>
                    <a:pt x="2293230" y="1304684"/>
                  </a:lnTo>
                  <a:lnTo>
                    <a:pt x="2293083" y="1304904"/>
                  </a:lnTo>
                  <a:lnTo>
                    <a:pt x="2293082" y="1304919"/>
                  </a:lnTo>
                  <a:lnTo>
                    <a:pt x="2293130" y="1304992"/>
                  </a:lnTo>
                  <a:lnTo>
                    <a:pt x="2294319" y="1305057"/>
                  </a:lnTo>
                  <a:lnTo>
                    <a:pt x="2294400" y="1305079"/>
                  </a:lnTo>
                  <a:lnTo>
                    <a:pt x="2294452" y="1305093"/>
                  </a:lnTo>
                  <a:lnTo>
                    <a:pt x="2294469" y="1305098"/>
                  </a:lnTo>
                  <a:lnTo>
                    <a:pt x="2294945" y="1305464"/>
                  </a:lnTo>
                  <a:lnTo>
                    <a:pt x="2295088" y="1305537"/>
                  </a:lnTo>
                  <a:lnTo>
                    <a:pt x="2295190" y="1305570"/>
                  </a:lnTo>
                  <a:lnTo>
                    <a:pt x="2295298" y="1305576"/>
                  </a:lnTo>
                  <a:lnTo>
                    <a:pt x="2295408" y="1305557"/>
                  </a:lnTo>
                  <a:lnTo>
                    <a:pt x="2295517" y="1305467"/>
                  </a:lnTo>
                  <a:lnTo>
                    <a:pt x="2295706" y="1305262"/>
                  </a:lnTo>
                  <a:lnTo>
                    <a:pt x="2295722" y="1305130"/>
                  </a:lnTo>
                  <a:lnTo>
                    <a:pt x="2295677" y="1305052"/>
                  </a:lnTo>
                  <a:lnTo>
                    <a:pt x="2295706" y="1305009"/>
                  </a:lnTo>
                  <a:lnTo>
                    <a:pt x="2295729" y="1304995"/>
                  </a:lnTo>
                  <a:lnTo>
                    <a:pt x="2295796" y="1304992"/>
                  </a:lnTo>
                  <a:lnTo>
                    <a:pt x="2295963" y="1305011"/>
                  </a:lnTo>
                  <a:lnTo>
                    <a:pt x="2296033" y="1305036"/>
                  </a:lnTo>
                  <a:lnTo>
                    <a:pt x="2296043" y="1305043"/>
                  </a:lnTo>
                  <a:lnTo>
                    <a:pt x="2296061" y="1305054"/>
                  </a:lnTo>
                  <a:lnTo>
                    <a:pt x="2296250" y="1305334"/>
                  </a:lnTo>
                  <a:lnTo>
                    <a:pt x="2296239" y="1305423"/>
                  </a:lnTo>
                  <a:lnTo>
                    <a:pt x="2296190" y="1305596"/>
                  </a:lnTo>
                  <a:lnTo>
                    <a:pt x="2296160" y="1305619"/>
                  </a:lnTo>
                  <a:lnTo>
                    <a:pt x="2296011" y="1305734"/>
                  </a:lnTo>
                  <a:lnTo>
                    <a:pt x="2295920" y="1305804"/>
                  </a:lnTo>
                  <a:lnTo>
                    <a:pt x="2295816" y="1305885"/>
                  </a:lnTo>
                  <a:lnTo>
                    <a:pt x="2295752" y="1305916"/>
                  </a:lnTo>
                  <a:lnTo>
                    <a:pt x="2295715" y="1305934"/>
                  </a:lnTo>
                  <a:lnTo>
                    <a:pt x="2295642" y="1305949"/>
                  </a:lnTo>
                  <a:lnTo>
                    <a:pt x="2295236" y="1306075"/>
                  </a:lnTo>
                  <a:lnTo>
                    <a:pt x="2295187" y="1306105"/>
                  </a:lnTo>
                  <a:lnTo>
                    <a:pt x="2295112" y="1306177"/>
                  </a:lnTo>
                  <a:lnTo>
                    <a:pt x="2295005" y="1306296"/>
                  </a:lnTo>
                  <a:lnTo>
                    <a:pt x="2294987" y="1306420"/>
                  </a:lnTo>
                  <a:lnTo>
                    <a:pt x="2294973" y="1306515"/>
                  </a:lnTo>
                  <a:lnTo>
                    <a:pt x="2294950" y="1306620"/>
                  </a:lnTo>
                  <a:lnTo>
                    <a:pt x="2294863" y="1306683"/>
                  </a:lnTo>
                  <a:lnTo>
                    <a:pt x="2294838" y="1306685"/>
                  </a:lnTo>
                  <a:lnTo>
                    <a:pt x="2294747" y="1306748"/>
                  </a:lnTo>
                  <a:lnTo>
                    <a:pt x="2294729" y="1306788"/>
                  </a:lnTo>
                  <a:lnTo>
                    <a:pt x="2294718" y="1306852"/>
                  </a:lnTo>
                  <a:lnTo>
                    <a:pt x="2294712" y="1307189"/>
                  </a:lnTo>
                  <a:lnTo>
                    <a:pt x="2294723" y="1307375"/>
                  </a:lnTo>
                  <a:lnTo>
                    <a:pt x="2294739" y="1307469"/>
                  </a:lnTo>
                  <a:lnTo>
                    <a:pt x="2294821" y="1307547"/>
                  </a:lnTo>
                  <a:lnTo>
                    <a:pt x="2294875" y="1307548"/>
                  </a:lnTo>
                  <a:lnTo>
                    <a:pt x="2294914" y="1307530"/>
                  </a:lnTo>
                  <a:lnTo>
                    <a:pt x="2294956" y="1307530"/>
                  </a:lnTo>
                  <a:lnTo>
                    <a:pt x="2295078" y="1307592"/>
                  </a:lnTo>
                  <a:lnTo>
                    <a:pt x="2295180" y="1307790"/>
                  </a:lnTo>
                  <a:lnTo>
                    <a:pt x="2295413" y="1308398"/>
                  </a:lnTo>
                  <a:lnTo>
                    <a:pt x="2295038" y="1308714"/>
                  </a:lnTo>
                  <a:lnTo>
                    <a:pt x="2294861" y="1308838"/>
                  </a:lnTo>
                  <a:lnTo>
                    <a:pt x="2294828" y="1308827"/>
                  </a:lnTo>
                  <a:lnTo>
                    <a:pt x="2294817" y="1308811"/>
                  </a:lnTo>
                  <a:lnTo>
                    <a:pt x="2294775" y="1308699"/>
                  </a:lnTo>
                  <a:lnTo>
                    <a:pt x="2294796" y="1308677"/>
                  </a:lnTo>
                  <a:lnTo>
                    <a:pt x="2294815" y="1308625"/>
                  </a:lnTo>
                  <a:lnTo>
                    <a:pt x="2294786" y="1308408"/>
                  </a:lnTo>
                  <a:lnTo>
                    <a:pt x="2294689" y="1308238"/>
                  </a:lnTo>
                  <a:lnTo>
                    <a:pt x="2294648" y="1308188"/>
                  </a:lnTo>
                  <a:lnTo>
                    <a:pt x="2294572" y="1308145"/>
                  </a:lnTo>
                  <a:lnTo>
                    <a:pt x="2294517" y="1308128"/>
                  </a:lnTo>
                  <a:lnTo>
                    <a:pt x="2294354" y="1308115"/>
                  </a:lnTo>
                  <a:lnTo>
                    <a:pt x="2294315" y="1308120"/>
                  </a:lnTo>
                  <a:lnTo>
                    <a:pt x="2294237" y="1308225"/>
                  </a:lnTo>
                  <a:lnTo>
                    <a:pt x="2294215" y="1308272"/>
                  </a:lnTo>
                  <a:lnTo>
                    <a:pt x="2294171" y="1308364"/>
                  </a:lnTo>
                  <a:lnTo>
                    <a:pt x="2294050" y="1308881"/>
                  </a:lnTo>
                  <a:lnTo>
                    <a:pt x="2294019" y="1309042"/>
                  </a:lnTo>
                  <a:lnTo>
                    <a:pt x="2294018" y="1309059"/>
                  </a:lnTo>
                  <a:lnTo>
                    <a:pt x="2294017" y="1309100"/>
                  </a:lnTo>
                  <a:lnTo>
                    <a:pt x="2293987" y="1309275"/>
                  </a:lnTo>
                  <a:lnTo>
                    <a:pt x="2293888" y="1309549"/>
                  </a:lnTo>
                  <a:lnTo>
                    <a:pt x="2293861" y="1309600"/>
                  </a:lnTo>
                  <a:lnTo>
                    <a:pt x="2293677" y="1309787"/>
                  </a:lnTo>
                  <a:lnTo>
                    <a:pt x="2293624" y="1309818"/>
                  </a:lnTo>
                  <a:lnTo>
                    <a:pt x="2293492" y="1309869"/>
                  </a:lnTo>
                  <a:lnTo>
                    <a:pt x="2293178" y="1309932"/>
                  </a:lnTo>
                  <a:lnTo>
                    <a:pt x="2292801" y="1310009"/>
                  </a:lnTo>
                  <a:lnTo>
                    <a:pt x="2292490" y="1310096"/>
                  </a:lnTo>
                  <a:lnTo>
                    <a:pt x="2291959" y="1310319"/>
                  </a:lnTo>
                  <a:lnTo>
                    <a:pt x="2291295" y="1310767"/>
                  </a:lnTo>
                  <a:lnTo>
                    <a:pt x="2290991" y="1311026"/>
                  </a:lnTo>
                  <a:lnTo>
                    <a:pt x="2290983" y="1311160"/>
                  </a:lnTo>
                  <a:lnTo>
                    <a:pt x="2290909" y="1311256"/>
                  </a:lnTo>
                  <a:lnTo>
                    <a:pt x="2290793" y="1311312"/>
                  </a:lnTo>
                  <a:lnTo>
                    <a:pt x="2290766" y="1311308"/>
                  </a:lnTo>
                  <a:lnTo>
                    <a:pt x="2290537" y="1311232"/>
                  </a:lnTo>
                  <a:lnTo>
                    <a:pt x="2290492" y="1311207"/>
                  </a:lnTo>
                  <a:lnTo>
                    <a:pt x="2290395" y="1311182"/>
                  </a:lnTo>
                  <a:lnTo>
                    <a:pt x="2290322" y="1311172"/>
                  </a:lnTo>
                  <a:lnTo>
                    <a:pt x="2290082" y="1311187"/>
                  </a:lnTo>
                  <a:lnTo>
                    <a:pt x="2289894" y="1311298"/>
                  </a:lnTo>
                  <a:lnTo>
                    <a:pt x="2289783" y="1311418"/>
                  </a:lnTo>
                  <a:lnTo>
                    <a:pt x="2289732" y="1311493"/>
                  </a:lnTo>
                  <a:lnTo>
                    <a:pt x="2289647" y="1311573"/>
                  </a:lnTo>
                  <a:lnTo>
                    <a:pt x="2289626" y="1311587"/>
                  </a:lnTo>
                  <a:lnTo>
                    <a:pt x="2289459" y="1311693"/>
                  </a:lnTo>
                  <a:lnTo>
                    <a:pt x="2289364" y="1311715"/>
                  </a:lnTo>
                  <a:lnTo>
                    <a:pt x="2289089" y="1311777"/>
                  </a:lnTo>
                  <a:lnTo>
                    <a:pt x="2288087" y="1311893"/>
                  </a:lnTo>
                  <a:lnTo>
                    <a:pt x="2287839" y="1311893"/>
                  </a:lnTo>
                  <a:lnTo>
                    <a:pt x="2287786" y="1311887"/>
                  </a:lnTo>
                  <a:lnTo>
                    <a:pt x="2287526" y="1311789"/>
                  </a:lnTo>
                  <a:lnTo>
                    <a:pt x="2287474" y="1311753"/>
                  </a:lnTo>
                  <a:lnTo>
                    <a:pt x="2287380" y="1311652"/>
                  </a:lnTo>
                  <a:lnTo>
                    <a:pt x="2287302" y="1311562"/>
                  </a:lnTo>
                  <a:lnTo>
                    <a:pt x="2287245" y="1311481"/>
                  </a:lnTo>
                  <a:lnTo>
                    <a:pt x="2287018" y="1311358"/>
                  </a:lnTo>
                  <a:lnTo>
                    <a:pt x="2286870" y="1311320"/>
                  </a:lnTo>
                  <a:lnTo>
                    <a:pt x="2286834" y="1311336"/>
                  </a:lnTo>
                  <a:lnTo>
                    <a:pt x="2286739" y="1311342"/>
                  </a:lnTo>
                  <a:lnTo>
                    <a:pt x="2286714" y="1311335"/>
                  </a:lnTo>
                  <a:lnTo>
                    <a:pt x="2286551" y="1311153"/>
                  </a:lnTo>
                  <a:lnTo>
                    <a:pt x="2286386" y="1310872"/>
                  </a:lnTo>
                  <a:lnTo>
                    <a:pt x="2286392" y="1310621"/>
                  </a:lnTo>
                  <a:lnTo>
                    <a:pt x="2286485" y="1309768"/>
                  </a:lnTo>
                  <a:lnTo>
                    <a:pt x="2286624" y="1309425"/>
                  </a:lnTo>
                  <a:lnTo>
                    <a:pt x="2286880" y="1308252"/>
                  </a:lnTo>
                  <a:lnTo>
                    <a:pt x="2286913" y="1308063"/>
                  </a:lnTo>
                  <a:lnTo>
                    <a:pt x="2286914" y="1307928"/>
                  </a:lnTo>
                  <a:lnTo>
                    <a:pt x="2286875" y="1307670"/>
                  </a:lnTo>
                  <a:lnTo>
                    <a:pt x="2286868" y="1307631"/>
                  </a:lnTo>
                  <a:lnTo>
                    <a:pt x="2287052" y="1307156"/>
                  </a:lnTo>
                  <a:lnTo>
                    <a:pt x="2287130" y="1307016"/>
                  </a:lnTo>
                  <a:lnTo>
                    <a:pt x="2287112" y="1306885"/>
                  </a:lnTo>
                  <a:lnTo>
                    <a:pt x="2287109" y="1306856"/>
                  </a:lnTo>
                  <a:lnTo>
                    <a:pt x="2287070" y="1306559"/>
                  </a:lnTo>
                  <a:lnTo>
                    <a:pt x="2287009" y="1306225"/>
                  </a:lnTo>
                  <a:lnTo>
                    <a:pt x="2286986" y="1306220"/>
                  </a:lnTo>
                  <a:lnTo>
                    <a:pt x="2286925" y="1306015"/>
                  </a:lnTo>
                  <a:lnTo>
                    <a:pt x="2286933" y="1305881"/>
                  </a:lnTo>
                  <a:lnTo>
                    <a:pt x="2286994" y="1305744"/>
                  </a:lnTo>
                  <a:lnTo>
                    <a:pt x="2287310" y="1305036"/>
                  </a:lnTo>
                  <a:lnTo>
                    <a:pt x="2287337" y="1305007"/>
                  </a:lnTo>
                  <a:lnTo>
                    <a:pt x="2287485" y="1304946"/>
                  </a:lnTo>
                  <a:lnTo>
                    <a:pt x="2287497" y="1304925"/>
                  </a:lnTo>
                  <a:lnTo>
                    <a:pt x="2287501" y="1304860"/>
                  </a:lnTo>
                  <a:lnTo>
                    <a:pt x="2287484" y="1304433"/>
                  </a:lnTo>
                  <a:lnTo>
                    <a:pt x="2287437" y="1304274"/>
                  </a:lnTo>
                  <a:lnTo>
                    <a:pt x="2287375" y="1304221"/>
                  </a:lnTo>
                  <a:lnTo>
                    <a:pt x="2287397" y="1304111"/>
                  </a:lnTo>
                  <a:lnTo>
                    <a:pt x="2287425" y="1303974"/>
                  </a:lnTo>
                  <a:lnTo>
                    <a:pt x="2287698" y="1303579"/>
                  </a:lnTo>
                  <a:lnTo>
                    <a:pt x="2287826" y="1303525"/>
                  </a:lnTo>
                  <a:lnTo>
                    <a:pt x="2287997" y="1303623"/>
                  </a:lnTo>
                  <a:lnTo>
                    <a:pt x="2288103" y="1303652"/>
                  </a:lnTo>
                  <a:lnTo>
                    <a:pt x="2288374" y="1303396"/>
                  </a:lnTo>
                  <a:lnTo>
                    <a:pt x="2288377" y="1303329"/>
                  </a:lnTo>
                  <a:lnTo>
                    <a:pt x="2288287" y="1303064"/>
                  </a:lnTo>
                  <a:lnTo>
                    <a:pt x="2288603" y="1302948"/>
                  </a:lnTo>
                  <a:lnTo>
                    <a:pt x="2288732" y="1302960"/>
                  </a:lnTo>
                  <a:lnTo>
                    <a:pt x="2288808" y="1303008"/>
                  </a:lnTo>
                  <a:lnTo>
                    <a:pt x="2288897" y="1303031"/>
                  </a:lnTo>
                  <a:lnTo>
                    <a:pt x="2289054" y="1302973"/>
                  </a:lnTo>
                  <a:lnTo>
                    <a:pt x="2289078" y="1302943"/>
                  </a:lnTo>
                  <a:lnTo>
                    <a:pt x="2289107" y="1302674"/>
                  </a:lnTo>
                  <a:lnTo>
                    <a:pt x="2289091" y="1302656"/>
                  </a:lnTo>
                  <a:lnTo>
                    <a:pt x="2288977" y="1302606"/>
                  </a:lnTo>
                  <a:lnTo>
                    <a:pt x="2288539" y="1302481"/>
                  </a:lnTo>
                  <a:lnTo>
                    <a:pt x="2288391" y="1302492"/>
                  </a:lnTo>
                  <a:lnTo>
                    <a:pt x="2287996" y="1302231"/>
                  </a:lnTo>
                  <a:lnTo>
                    <a:pt x="2287918" y="1302166"/>
                  </a:lnTo>
                  <a:lnTo>
                    <a:pt x="2287879" y="1302153"/>
                  </a:lnTo>
                  <a:lnTo>
                    <a:pt x="2287805" y="1302143"/>
                  </a:lnTo>
                  <a:lnTo>
                    <a:pt x="2287535" y="1302223"/>
                  </a:lnTo>
                  <a:lnTo>
                    <a:pt x="2287417" y="1302326"/>
                  </a:lnTo>
                  <a:lnTo>
                    <a:pt x="2287284" y="1302513"/>
                  </a:lnTo>
                  <a:lnTo>
                    <a:pt x="2287292" y="1302872"/>
                  </a:lnTo>
                  <a:lnTo>
                    <a:pt x="2287374" y="1302975"/>
                  </a:lnTo>
                  <a:lnTo>
                    <a:pt x="2287442" y="1303019"/>
                  </a:lnTo>
                  <a:lnTo>
                    <a:pt x="2287456" y="1303084"/>
                  </a:lnTo>
                  <a:lnTo>
                    <a:pt x="2287398" y="1303104"/>
                  </a:lnTo>
                  <a:lnTo>
                    <a:pt x="2287206" y="1303132"/>
                  </a:lnTo>
                  <a:lnTo>
                    <a:pt x="2286858" y="1303155"/>
                  </a:lnTo>
                  <a:lnTo>
                    <a:pt x="2286755" y="1302884"/>
                  </a:lnTo>
                  <a:lnTo>
                    <a:pt x="2286683" y="1302665"/>
                  </a:lnTo>
                  <a:lnTo>
                    <a:pt x="2286699" y="1302583"/>
                  </a:lnTo>
                  <a:lnTo>
                    <a:pt x="2286790" y="1302520"/>
                  </a:lnTo>
                  <a:lnTo>
                    <a:pt x="2286867" y="1302480"/>
                  </a:lnTo>
                  <a:lnTo>
                    <a:pt x="2286901" y="1302426"/>
                  </a:lnTo>
                  <a:lnTo>
                    <a:pt x="2286964" y="1302445"/>
                  </a:lnTo>
                  <a:lnTo>
                    <a:pt x="2287092" y="1302456"/>
                  </a:lnTo>
                  <a:lnTo>
                    <a:pt x="2287110" y="1302452"/>
                  </a:lnTo>
                  <a:lnTo>
                    <a:pt x="2287123" y="1302439"/>
                  </a:lnTo>
                  <a:lnTo>
                    <a:pt x="2287120" y="1302409"/>
                  </a:lnTo>
                  <a:lnTo>
                    <a:pt x="2287075" y="1302271"/>
                  </a:lnTo>
                  <a:lnTo>
                    <a:pt x="2287041" y="1302199"/>
                  </a:lnTo>
                  <a:lnTo>
                    <a:pt x="2287037" y="1302192"/>
                  </a:lnTo>
                  <a:lnTo>
                    <a:pt x="2286977" y="1302168"/>
                  </a:lnTo>
                  <a:lnTo>
                    <a:pt x="2286927" y="1302125"/>
                  </a:lnTo>
                  <a:lnTo>
                    <a:pt x="2286926" y="1302033"/>
                  </a:lnTo>
                  <a:lnTo>
                    <a:pt x="2286950" y="1301971"/>
                  </a:lnTo>
                  <a:lnTo>
                    <a:pt x="2286985" y="1301911"/>
                  </a:lnTo>
                  <a:lnTo>
                    <a:pt x="2287032" y="1301906"/>
                  </a:lnTo>
                  <a:lnTo>
                    <a:pt x="2287059" y="1301919"/>
                  </a:lnTo>
                  <a:lnTo>
                    <a:pt x="2287088" y="1301932"/>
                  </a:lnTo>
                  <a:lnTo>
                    <a:pt x="2287169" y="1301958"/>
                  </a:lnTo>
                  <a:lnTo>
                    <a:pt x="2287213" y="1301960"/>
                  </a:lnTo>
                  <a:lnTo>
                    <a:pt x="2287268" y="1301931"/>
                  </a:lnTo>
                  <a:lnTo>
                    <a:pt x="2287311" y="1301891"/>
                  </a:lnTo>
                  <a:lnTo>
                    <a:pt x="2287331" y="1301813"/>
                  </a:lnTo>
                  <a:lnTo>
                    <a:pt x="2287328" y="1301749"/>
                  </a:lnTo>
                  <a:lnTo>
                    <a:pt x="2287291" y="1301715"/>
                  </a:lnTo>
                  <a:lnTo>
                    <a:pt x="2287220" y="1301668"/>
                  </a:lnTo>
                  <a:lnTo>
                    <a:pt x="2287191" y="1301629"/>
                  </a:lnTo>
                  <a:lnTo>
                    <a:pt x="2287186" y="1301593"/>
                  </a:lnTo>
                  <a:lnTo>
                    <a:pt x="2287214" y="1301427"/>
                  </a:lnTo>
                  <a:lnTo>
                    <a:pt x="2287219" y="1301412"/>
                  </a:lnTo>
                  <a:lnTo>
                    <a:pt x="2287350" y="1301320"/>
                  </a:lnTo>
                  <a:lnTo>
                    <a:pt x="2287393" y="1301309"/>
                  </a:lnTo>
                  <a:lnTo>
                    <a:pt x="2287381" y="1301234"/>
                  </a:lnTo>
                  <a:lnTo>
                    <a:pt x="2287374" y="1301190"/>
                  </a:lnTo>
                  <a:lnTo>
                    <a:pt x="2287350" y="1301103"/>
                  </a:lnTo>
                  <a:lnTo>
                    <a:pt x="2287317" y="1300980"/>
                  </a:lnTo>
                  <a:lnTo>
                    <a:pt x="2287266" y="1300972"/>
                  </a:lnTo>
                  <a:lnTo>
                    <a:pt x="2287125" y="1300948"/>
                  </a:lnTo>
                  <a:lnTo>
                    <a:pt x="2287076" y="1300971"/>
                  </a:lnTo>
                  <a:lnTo>
                    <a:pt x="2287061" y="1300996"/>
                  </a:lnTo>
                  <a:lnTo>
                    <a:pt x="2286872" y="1300972"/>
                  </a:lnTo>
                  <a:lnTo>
                    <a:pt x="2286858" y="1300965"/>
                  </a:lnTo>
                  <a:lnTo>
                    <a:pt x="2286839" y="1300936"/>
                  </a:lnTo>
                  <a:lnTo>
                    <a:pt x="2286746" y="1300775"/>
                  </a:lnTo>
                  <a:lnTo>
                    <a:pt x="2287099" y="1300540"/>
                  </a:lnTo>
                  <a:lnTo>
                    <a:pt x="2287262" y="1300472"/>
                  </a:lnTo>
                  <a:lnTo>
                    <a:pt x="2287390" y="1300451"/>
                  </a:lnTo>
                  <a:lnTo>
                    <a:pt x="2287478" y="1300404"/>
                  </a:lnTo>
                  <a:lnTo>
                    <a:pt x="2287564" y="1300226"/>
                  </a:lnTo>
                  <a:lnTo>
                    <a:pt x="2287577" y="1300199"/>
                  </a:lnTo>
                  <a:lnTo>
                    <a:pt x="2287583" y="1299997"/>
                  </a:lnTo>
                  <a:lnTo>
                    <a:pt x="2287564" y="1299977"/>
                  </a:lnTo>
                  <a:lnTo>
                    <a:pt x="2287403" y="1300019"/>
                  </a:lnTo>
                  <a:lnTo>
                    <a:pt x="2287096" y="1300147"/>
                  </a:lnTo>
                  <a:lnTo>
                    <a:pt x="2287068" y="1300197"/>
                  </a:lnTo>
                  <a:lnTo>
                    <a:pt x="2287005" y="1300261"/>
                  </a:lnTo>
                  <a:lnTo>
                    <a:pt x="2286942" y="1300308"/>
                  </a:lnTo>
                  <a:lnTo>
                    <a:pt x="2286916" y="1300328"/>
                  </a:lnTo>
                  <a:lnTo>
                    <a:pt x="2286748" y="1300439"/>
                  </a:lnTo>
                  <a:lnTo>
                    <a:pt x="2286669" y="1300461"/>
                  </a:lnTo>
                  <a:lnTo>
                    <a:pt x="2286592" y="1300454"/>
                  </a:lnTo>
                  <a:lnTo>
                    <a:pt x="2286439" y="1300433"/>
                  </a:lnTo>
                  <a:lnTo>
                    <a:pt x="2286382" y="1300415"/>
                  </a:lnTo>
                  <a:lnTo>
                    <a:pt x="2286346" y="1300426"/>
                  </a:lnTo>
                  <a:lnTo>
                    <a:pt x="2286326" y="1300457"/>
                  </a:lnTo>
                  <a:lnTo>
                    <a:pt x="2286333" y="1300662"/>
                  </a:lnTo>
                  <a:lnTo>
                    <a:pt x="2286285" y="1300735"/>
                  </a:lnTo>
                  <a:lnTo>
                    <a:pt x="2286169" y="1300818"/>
                  </a:lnTo>
                  <a:lnTo>
                    <a:pt x="2286123" y="1300824"/>
                  </a:lnTo>
                  <a:lnTo>
                    <a:pt x="2285948" y="1300809"/>
                  </a:lnTo>
                  <a:lnTo>
                    <a:pt x="2285690" y="1301135"/>
                  </a:lnTo>
                  <a:lnTo>
                    <a:pt x="2285823" y="1301329"/>
                  </a:lnTo>
                  <a:lnTo>
                    <a:pt x="2286175" y="1301373"/>
                  </a:lnTo>
                  <a:lnTo>
                    <a:pt x="2286374" y="1301434"/>
                  </a:lnTo>
                  <a:lnTo>
                    <a:pt x="2286425" y="1301469"/>
                  </a:lnTo>
                  <a:lnTo>
                    <a:pt x="2286597" y="1301650"/>
                  </a:lnTo>
                  <a:lnTo>
                    <a:pt x="2286626" y="1301687"/>
                  </a:lnTo>
                  <a:lnTo>
                    <a:pt x="2286650" y="1301740"/>
                  </a:lnTo>
                  <a:lnTo>
                    <a:pt x="2286567" y="1302079"/>
                  </a:lnTo>
                  <a:lnTo>
                    <a:pt x="2286495" y="1302208"/>
                  </a:lnTo>
                  <a:lnTo>
                    <a:pt x="2286406" y="1302185"/>
                  </a:lnTo>
                  <a:lnTo>
                    <a:pt x="2286292" y="1302128"/>
                  </a:lnTo>
                  <a:lnTo>
                    <a:pt x="2286246" y="1302145"/>
                  </a:lnTo>
                  <a:lnTo>
                    <a:pt x="2286210" y="1302266"/>
                  </a:lnTo>
                  <a:lnTo>
                    <a:pt x="2286172" y="1302481"/>
                  </a:lnTo>
                  <a:lnTo>
                    <a:pt x="2286169" y="1302498"/>
                  </a:lnTo>
                  <a:lnTo>
                    <a:pt x="2286141" y="1302761"/>
                  </a:lnTo>
                  <a:lnTo>
                    <a:pt x="2286396" y="1302891"/>
                  </a:lnTo>
                  <a:lnTo>
                    <a:pt x="2286484" y="1303127"/>
                  </a:lnTo>
                  <a:lnTo>
                    <a:pt x="2286468" y="1303298"/>
                  </a:lnTo>
                  <a:lnTo>
                    <a:pt x="2286437" y="1303352"/>
                  </a:lnTo>
                  <a:lnTo>
                    <a:pt x="2286346" y="1303514"/>
                  </a:lnTo>
                  <a:lnTo>
                    <a:pt x="2286324" y="1303657"/>
                  </a:lnTo>
                  <a:lnTo>
                    <a:pt x="2286305" y="1303783"/>
                  </a:lnTo>
                  <a:lnTo>
                    <a:pt x="2286291" y="1303942"/>
                  </a:lnTo>
                  <a:lnTo>
                    <a:pt x="2286257" y="1304320"/>
                  </a:lnTo>
                  <a:lnTo>
                    <a:pt x="2286347" y="1304880"/>
                  </a:lnTo>
                  <a:lnTo>
                    <a:pt x="2286392" y="1305161"/>
                  </a:lnTo>
                  <a:lnTo>
                    <a:pt x="2286421" y="1305580"/>
                  </a:lnTo>
                  <a:lnTo>
                    <a:pt x="2286433" y="1305757"/>
                  </a:lnTo>
                  <a:lnTo>
                    <a:pt x="2286432" y="1305942"/>
                  </a:lnTo>
                  <a:lnTo>
                    <a:pt x="2286432" y="1306004"/>
                  </a:lnTo>
                  <a:lnTo>
                    <a:pt x="2286175" y="1307015"/>
                  </a:lnTo>
                  <a:lnTo>
                    <a:pt x="2286043" y="1307428"/>
                  </a:lnTo>
                  <a:lnTo>
                    <a:pt x="2285741" y="1308282"/>
                  </a:lnTo>
                  <a:lnTo>
                    <a:pt x="2285611" y="1308594"/>
                  </a:lnTo>
                  <a:lnTo>
                    <a:pt x="2285576" y="1308653"/>
                  </a:lnTo>
                  <a:lnTo>
                    <a:pt x="2285522" y="1308804"/>
                  </a:lnTo>
                  <a:lnTo>
                    <a:pt x="2285344" y="1309297"/>
                  </a:lnTo>
                  <a:lnTo>
                    <a:pt x="2285343" y="1309305"/>
                  </a:lnTo>
                  <a:lnTo>
                    <a:pt x="2285307" y="1309635"/>
                  </a:lnTo>
                  <a:lnTo>
                    <a:pt x="2285299" y="1309708"/>
                  </a:lnTo>
                  <a:lnTo>
                    <a:pt x="2285292" y="1309770"/>
                  </a:lnTo>
                  <a:lnTo>
                    <a:pt x="2285293" y="1309892"/>
                  </a:lnTo>
                  <a:lnTo>
                    <a:pt x="2285280" y="1310037"/>
                  </a:lnTo>
                  <a:lnTo>
                    <a:pt x="2285259" y="1310271"/>
                  </a:lnTo>
                  <a:lnTo>
                    <a:pt x="2285255" y="1310312"/>
                  </a:lnTo>
                  <a:lnTo>
                    <a:pt x="2285253" y="1310319"/>
                  </a:lnTo>
                  <a:lnTo>
                    <a:pt x="2285249" y="1310373"/>
                  </a:lnTo>
                  <a:lnTo>
                    <a:pt x="2285243" y="1310458"/>
                  </a:lnTo>
                  <a:lnTo>
                    <a:pt x="2285237" y="1310544"/>
                  </a:lnTo>
                  <a:lnTo>
                    <a:pt x="2285226" y="1310694"/>
                  </a:lnTo>
                  <a:lnTo>
                    <a:pt x="2285225" y="1310709"/>
                  </a:lnTo>
                  <a:lnTo>
                    <a:pt x="2285220" y="1310780"/>
                  </a:lnTo>
                  <a:lnTo>
                    <a:pt x="2285201" y="1311039"/>
                  </a:lnTo>
                  <a:lnTo>
                    <a:pt x="2285190" y="1311189"/>
                  </a:lnTo>
                  <a:lnTo>
                    <a:pt x="2285182" y="1311297"/>
                  </a:lnTo>
                  <a:lnTo>
                    <a:pt x="2285178" y="1311354"/>
                  </a:lnTo>
                  <a:lnTo>
                    <a:pt x="2285174" y="1311403"/>
                  </a:lnTo>
                  <a:lnTo>
                    <a:pt x="2285168" y="1311484"/>
                  </a:lnTo>
                  <a:lnTo>
                    <a:pt x="2285167" y="1311491"/>
                  </a:lnTo>
                  <a:lnTo>
                    <a:pt x="2285166" y="1311518"/>
                  </a:lnTo>
                  <a:lnTo>
                    <a:pt x="2285157" y="1311679"/>
                  </a:lnTo>
                  <a:lnTo>
                    <a:pt x="2285154" y="1311693"/>
                  </a:lnTo>
                  <a:lnTo>
                    <a:pt x="2285139" y="1311722"/>
                  </a:lnTo>
                  <a:lnTo>
                    <a:pt x="2284904" y="1312051"/>
                  </a:lnTo>
                  <a:lnTo>
                    <a:pt x="2284820" y="1312167"/>
                  </a:lnTo>
                  <a:lnTo>
                    <a:pt x="2284795" y="1312200"/>
                  </a:lnTo>
                  <a:lnTo>
                    <a:pt x="2284773" y="1312229"/>
                  </a:lnTo>
                  <a:lnTo>
                    <a:pt x="2284742" y="1312269"/>
                  </a:lnTo>
                  <a:lnTo>
                    <a:pt x="2284730" y="1312279"/>
                  </a:lnTo>
                  <a:lnTo>
                    <a:pt x="2284617" y="1312340"/>
                  </a:lnTo>
                  <a:lnTo>
                    <a:pt x="2284588" y="1312354"/>
                  </a:lnTo>
                  <a:lnTo>
                    <a:pt x="2284428" y="1312430"/>
                  </a:lnTo>
                  <a:lnTo>
                    <a:pt x="2283890" y="1312689"/>
                  </a:lnTo>
                  <a:lnTo>
                    <a:pt x="2283876" y="1312696"/>
                  </a:lnTo>
                  <a:lnTo>
                    <a:pt x="2283870" y="1312699"/>
                  </a:lnTo>
                  <a:lnTo>
                    <a:pt x="2283475" y="1312890"/>
                  </a:lnTo>
                  <a:lnTo>
                    <a:pt x="2283462" y="1312896"/>
                  </a:lnTo>
                  <a:lnTo>
                    <a:pt x="2282908" y="1313164"/>
                  </a:lnTo>
                  <a:lnTo>
                    <a:pt x="2282821" y="1313212"/>
                  </a:lnTo>
                  <a:lnTo>
                    <a:pt x="2282721" y="1313266"/>
                  </a:lnTo>
                  <a:lnTo>
                    <a:pt x="2282693" y="1313266"/>
                  </a:lnTo>
                  <a:lnTo>
                    <a:pt x="2282438" y="1313147"/>
                  </a:lnTo>
                  <a:lnTo>
                    <a:pt x="2282347" y="1313105"/>
                  </a:lnTo>
                  <a:lnTo>
                    <a:pt x="2282320" y="1313083"/>
                  </a:lnTo>
                  <a:lnTo>
                    <a:pt x="2282300" y="1313059"/>
                  </a:lnTo>
                  <a:lnTo>
                    <a:pt x="2282208" y="1312991"/>
                  </a:lnTo>
                  <a:lnTo>
                    <a:pt x="2282169" y="1312979"/>
                  </a:lnTo>
                  <a:lnTo>
                    <a:pt x="2282006" y="1312918"/>
                  </a:lnTo>
                  <a:lnTo>
                    <a:pt x="2281851" y="1312855"/>
                  </a:lnTo>
                  <a:lnTo>
                    <a:pt x="2281840" y="1312848"/>
                  </a:lnTo>
                  <a:lnTo>
                    <a:pt x="2281768" y="1312806"/>
                  </a:lnTo>
                  <a:lnTo>
                    <a:pt x="2281697" y="1312748"/>
                  </a:lnTo>
                  <a:lnTo>
                    <a:pt x="2281672" y="1312708"/>
                  </a:lnTo>
                  <a:lnTo>
                    <a:pt x="2281639" y="1312641"/>
                  </a:lnTo>
                  <a:lnTo>
                    <a:pt x="2281633" y="1312630"/>
                  </a:lnTo>
                  <a:lnTo>
                    <a:pt x="2281625" y="1312614"/>
                  </a:lnTo>
                  <a:lnTo>
                    <a:pt x="2281593" y="1312544"/>
                  </a:lnTo>
                  <a:lnTo>
                    <a:pt x="2281552" y="1312512"/>
                  </a:lnTo>
                  <a:lnTo>
                    <a:pt x="2281486" y="1312427"/>
                  </a:lnTo>
                  <a:lnTo>
                    <a:pt x="2281419" y="1312361"/>
                  </a:lnTo>
                  <a:lnTo>
                    <a:pt x="2281414" y="1312356"/>
                  </a:lnTo>
                  <a:lnTo>
                    <a:pt x="2281328" y="1312271"/>
                  </a:lnTo>
                  <a:lnTo>
                    <a:pt x="2281310" y="1312272"/>
                  </a:lnTo>
                  <a:lnTo>
                    <a:pt x="2281288" y="1312259"/>
                  </a:lnTo>
                  <a:lnTo>
                    <a:pt x="2281248" y="1312196"/>
                  </a:lnTo>
                  <a:lnTo>
                    <a:pt x="2281238" y="1312184"/>
                  </a:lnTo>
                  <a:lnTo>
                    <a:pt x="2281223" y="1312185"/>
                  </a:lnTo>
                  <a:lnTo>
                    <a:pt x="2281208" y="1312204"/>
                  </a:lnTo>
                  <a:lnTo>
                    <a:pt x="2281177" y="1312190"/>
                  </a:lnTo>
                  <a:lnTo>
                    <a:pt x="2281112" y="1312141"/>
                  </a:lnTo>
                  <a:lnTo>
                    <a:pt x="2281096" y="1312130"/>
                  </a:lnTo>
                  <a:lnTo>
                    <a:pt x="2281082" y="1312092"/>
                  </a:lnTo>
                  <a:lnTo>
                    <a:pt x="2281064" y="1312058"/>
                  </a:lnTo>
                  <a:lnTo>
                    <a:pt x="2281026" y="1312018"/>
                  </a:lnTo>
                  <a:lnTo>
                    <a:pt x="2280993" y="1311986"/>
                  </a:lnTo>
                  <a:lnTo>
                    <a:pt x="2280977" y="1311955"/>
                  </a:lnTo>
                  <a:lnTo>
                    <a:pt x="2280935" y="1311880"/>
                  </a:lnTo>
                  <a:lnTo>
                    <a:pt x="2280917" y="1311855"/>
                  </a:lnTo>
                  <a:lnTo>
                    <a:pt x="2280861" y="1311779"/>
                  </a:lnTo>
                  <a:lnTo>
                    <a:pt x="2280824" y="1311714"/>
                  </a:lnTo>
                  <a:lnTo>
                    <a:pt x="2280799" y="1311669"/>
                  </a:lnTo>
                  <a:lnTo>
                    <a:pt x="2280791" y="1311640"/>
                  </a:lnTo>
                  <a:lnTo>
                    <a:pt x="2280785" y="1311623"/>
                  </a:lnTo>
                  <a:lnTo>
                    <a:pt x="2280776" y="1311593"/>
                  </a:lnTo>
                  <a:lnTo>
                    <a:pt x="2280756" y="1311532"/>
                  </a:lnTo>
                  <a:lnTo>
                    <a:pt x="2280748" y="1311509"/>
                  </a:lnTo>
                  <a:lnTo>
                    <a:pt x="2280693" y="1311460"/>
                  </a:lnTo>
                  <a:lnTo>
                    <a:pt x="2279644" y="1310701"/>
                  </a:lnTo>
                  <a:lnTo>
                    <a:pt x="2279454" y="1310552"/>
                  </a:lnTo>
                  <a:lnTo>
                    <a:pt x="2279450" y="1310549"/>
                  </a:lnTo>
                  <a:lnTo>
                    <a:pt x="2279390" y="1310508"/>
                  </a:lnTo>
                  <a:lnTo>
                    <a:pt x="2279024" y="1310258"/>
                  </a:lnTo>
                  <a:lnTo>
                    <a:pt x="2278945" y="1310139"/>
                  </a:lnTo>
                  <a:lnTo>
                    <a:pt x="2278959" y="1310101"/>
                  </a:lnTo>
                  <a:lnTo>
                    <a:pt x="2278993" y="1310089"/>
                  </a:lnTo>
                  <a:lnTo>
                    <a:pt x="2278643" y="1309322"/>
                  </a:lnTo>
                  <a:lnTo>
                    <a:pt x="2278491" y="1308920"/>
                  </a:lnTo>
                  <a:lnTo>
                    <a:pt x="2278369" y="1308628"/>
                  </a:lnTo>
                  <a:lnTo>
                    <a:pt x="2278133" y="1308210"/>
                  </a:lnTo>
                  <a:lnTo>
                    <a:pt x="2277999" y="1307973"/>
                  </a:lnTo>
                  <a:lnTo>
                    <a:pt x="2277835" y="1307569"/>
                  </a:lnTo>
                  <a:lnTo>
                    <a:pt x="2277764" y="1307289"/>
                  </a:lnTo>
                  <a:lnTo>
                    <a:pt x="2277807" y="1306695"/>
                  </a:lnTo>
                  <a:lnTo>
                    <a:pt x="2277828" y="1306611"/>
                  </a:lnTo>
                  <a:lnTo>
                    <a:pt x="2277748" y="1306013"/>
                  </a:lnTo>
                  <a:lnTo>
                    <a:pt x="2277723" y="1305912"/>
                  </a:lnTo>
                  <a:lnTo>
                    <a:pt x="2277506" y="1305938"/>
                  </a:lnTo>
                  <a:lnTo>
                    <a:pt x="2277401" y="1305991"/>
                  </a:lnTo>
                  <a:lnTo>
                    <a:pt x="2277276" y="1306053"/>
                  </a:lnTo>
                  <a:lnTo>
                    <a:pt x="2277229" y="1306190"/>
                  </a:lnTo>
                  <a:lnTo>
                    <a:pt x="2277214" y="1306207"/>
                  </a:lnTo>
                  <a:lnTo>
                    <a:pt x="2277204" y="1306217"/>
                  </a:lnTo>
                  <a:lnTo>
                    <a:pt x="2277026" y="1306336"/>
                  </a:lnTo>
                  <a:lnTo>
                    <a:pt x="2276817" y="1306440"/>
                  </a:lnTo>
                  <a:lnTo>
                    <a:pt x="2276785" y="1306426"/>
                  </a:lnTo>
                  <a:lnTo>
                    <a:pt x="2276737" y="1306366"/>
                  </a:lnTo>
                  <a:lnTo>
                    <a:pt x="2276703" y="1306305"/>
                  </a:lnTo>
                  <a:lnTo>
                    <a:pt x="2276294" y="1306220"/>
                  </a:lnTo>
                  <a:lnTo>
                    <a:pt x="2276156" y="1306212"/>
                  </a:lnTo>
                  <a:lnTo>
                    <a:pt x="2276060" y="1306168"/>
                  </a:lnTo>
                  <a:lnTo>
                    <a:pt x="2275981" y="1306073"/>
                  </a:lnTo>
                  <a:lnTo>
                    <a:pt x="2275878" y="1305970"/>
                  </a:lnTo>
                  <a:lnTo>
                    <a:pt x="2275640" y="1305776"/>
                  </a:lnTo>
                  <a:lnTo>
                    <a:pt x="2275629" y="1305767"/>
                  </a:lnTo>
                  <a:lnTo>
                    <a:pt x="2275106" y="1305471"/>
                  </a:lnTo>
                  <a:lnTo>
                    <a:pt x="2275085" y="1305460"/>
                  </a:lnTo>
                  <a:lnTo>
                    <a:pt x="2275024" y="1305437"/>
                  </a:lnTo>
                  <a:lnTo>
                    <a:pt x="2274926" y="1305419"/>
                  </a:lnTo>
                  <a:lnTo>
                    <a:pt x="2274886" y="1305422"/>
                  </a:lnTo>
                  <a:lnTo>
                    <a:pt x="2274813" y="1305427"/>
                  </a:lnTo>
                  <a:lnTo>
                    <a:pt x="2274588" y="1305462"/>
                  </a:lnTo>
                  <a:lnTo>
                    <a:pt x="2274503" y="1305493"/>
                  </a:lnTo>
                  <a:lnTo>
                    <a:pt x="2274490" y="1305498"/>
                  </a:lnTo>
                  <a:lnTo>
                    <a:pt x="2274426" y="1305530"/>
                  </a:lnTo>
                  <a:lnTo>
                    <a:pt x="2274344" y="1305633"/>
                  </a:lnTo>
                  <a:lnTo>
                    <a:pt x="2274322" y="1305701"/>
                  </a:lnTo>
                  <a:lnTo>
                    <a:pt x="2274328" y="1305843"/>
                  </a:lnTo>
                  <a:lnTo>
                    <a:pt x="2274314" y="1305864"/>
                  </a:lnTo>
                  <a:lnTo>
                    <a:pt x="2274294" y="1305868"/>
                  </a:lnTo>
                  <a:lnTo>
                    <a:pt x="2274249" y="1305862"/>
                  </a:lnTo>
                  <a:lnTo>
                    <a:pt x="2273842" y="1305781"/>
                  </a:lnTo>
                  <a:lnTo>
                    <a:pt x="2273824" y="1305790"/>
                  </a:lnTo>
                  <a:lnTo>
                    <a:pt x="2273823" y="1305806"/>
                  </a:lnTo>
                  <a:lnTo>
                    <a:pt x="2273822" y="1305829"/>
                  </a:lnTo>
                  <a:lnTo>
                    <a:pt x="2274063" y="1305945"/>
                  </a:lnTo>
                  <a:lnTo>
                    <a:pt x="2274215" y="1305979"/>
                  </a:lnTo>
                  <a:lnTo>
                    <a:pt x="2274376" y="1305942"/>
                  </a:lnTo>
                  <a:lnTo>
                    <a:pt x="2274404" y="1305920"/>
                  </a:lnTo>
                  <a:lnTo>
                    <a:pt x="2274396" y="1305831"/>
                  </a:lnTo>
                  <a:lnTo>
                    <a:pt x="2274423" y="1305752"/>
                  </a:lnTo>
                  <a:lnTo>
                    <a:pt x="2274446" y="1305688"/>
                  </a:lnTo>
                  <a:lnTo>
                    <a:pt x="2274501" y="1305626"/>
                  </a:lnTo>
                  <a:lnTo>
                    <a:pt x="2274552" y="1305589"/>
                  </a:lnTo>
                  <a:lnTo>
                    <a:pt x="2274603" y="1305572"/>
                  </a:lnTo>
                  <a:lnTo>
                    <a:pt x="2274654" y="1305568"/>
                  </a:lnTo>
                  <a:lnTo>
                    <a:pt x="2274790" y="1305569"/>
                  </a:lnTo>
                  <a:lnTo>
                    <a:pt x="2274868" y="1305600"/>
                  </a:lnTo>
                  <a:lnTo>
                    <a:pt x="2275234" y="1305908"/>
                  </a:lnTo>
                  <a:lnTo>
                    <a:pt x="2275371" y="1306036"/>
                  </a:lnTo>
                  <a:lnTo>
                    <a:pt x="2275405" y="1306088"/>
                  </a:lnTo>
                  <a:lnTo>
                    <a:pt x="2275420" y="1306236"/>
                  </a:lnTo>
                  <a:lnTo>
                    <a:pt x="2275420" y="1306243"/>
                  </a:lnTo>
                  <a:lnTo>
                    <a:pt x="2275781" y="1306461"/>
                  </a:lnTo>
                  <a:lnTo>
                    <a:pt x="2276294" y="1306824"/>
                  </a:lnTo>
                  <a:lnTo>
                    <a:pt x="2276417" y="1306922"/>
                  </a:lnTo>
                  <a:lnTo>
                    <a:pt x="2276541" y="1307054"/>
                  </a:lnTo>
                  <a:lnTo>
                    <a:pt x="2276637" y="1307176"/>
                  </a:lnTo>
                  <a:lnTo>
                    <a:pt x="2276703" y="1307260"/>
                  </a:lnTo>
                  <a:lnTo>
                    <a:pt x="2276718" y="1307280"/>
                  </a:lnTo>
                  <a:lnTo>
                    <a:pt x="2276693" y="1307394"/>
                  </a:lnTo>
                  <a:lnTo>
                    <a:pt x="2276568" y="1307646"/>
                  </a:lnTo>
                  <a:lnTo>
                    <a:pt x="2276793" y="1307795"/>
                  </a:lnTo>
                  <a:lnTo>
                    <a:pt x="2276889" y="1308002"/>
                  </a:lnTo>
                  <a:lnTo>
                    <a:pt x="2276873" y="1308033"/>
                  </a:lnTo>
                  <a:lnTo>
                    <a:pt x="2276842" y="1308094"/>
                  </a:lnTo>
                  <a:lnTo>
                    <a:pt x="2276827" y="1308123"/>
                  </a:lnTo>
                  <a:lnTo>
                    <a:pt x="2276817" y="1308143"/>
                  </a:lnTo>
                  <a:lnTo>
                    <a:pt x="2276681" y="1308406"/>
                  </a:lnTo>
                  <a:lnTo>
                    <a:pt x="2276626" y="1308455"/>
                  </a:lnTo>
                  <a:lnTo>
                    <a:pt x="2276617" y="1308462"/>
                  </a:lnTo>
                  <a:lnTo>
                    <a:pt x="2276578" y="1308450"/>
                  </a:lnTo>
                  <a:lnTo>
                    <a:pt x="2276557" y="1308439"/>
                  </a:lnTo>
                  <a:lnTo>
                    <a:pt x="2276298" y="1308299"/>
                  </a:lnTo>
                  <a:lnTo>
                    <a:pt x="2276195" y="1308169"/>
                  </a:lnTo>
                  <a:lnTo>
                    <a:pt x="2276186" y="1308160"/>
                  </a:lnTo>
                  <a:lnTo>
                    <a:pt x="2276140" y="1308118"/>
                  </a:lnTo>
                  <a:lnTo>
                    <a:pt x="2275916" y="1308155"/>
                  </a:lnTo>
                  <a:lnTo>
                    <a:pt x="2275327" y="1308313"/>
                  </a:lnTo>
                  <a:lnTo>
                    <a:pt x="2275344" y="1308357"/>
                  </a:lnTo>
                  <a:lnTo>
                    <a:pt x="2275327" y="1308386"/>
                  </a:lnTo>
                  <a:lnTo>
                    <a:pt x="2275156" y="1308411"/>
                  </a:lnTo>
                  <a:lnTo>
                    <a:pt x="2275138" y="1308410"/>
                  </a:lnTo>
                  <a:lnTo>
                    <a:pt x="2274617" y="1308394"/>
                  </a:lnTo>
                  <a:lnTo>
                    <a:pt x="2274552" y="1308474"/>
                  </a:lnTo>
                  <a:lnTo>
                    <a:pt x="2274543" y="1308485"/>
                  </a:lnTo>
                  <a:lnTo>
                    <a:pt x="2274545" y="1308490"/>
                  </a:lnTo>
                  <a:lnTo>
                    <a:pt x="2274559" y="1308525"/>
                  </a:lnTo>
                  <a:lnTo>
                    <a:pt x="2274562" y="1308551"/>
                  </a:lnTo>
                  <a:lnTo>
                    <a:pt x="2274564" y="1308566"/>
                  </a:lnTo>
                  <a:lnTo>
                    <a:pt x="2274551" y="1308963"/>
                  </a:lnTo>
                  <a:lnTo>
                    <a:pt x="2274525" y="1309060"/>
                  </a:lnTo>
                  <a:lnTo>
                    <a:pt x="2274502" y="1309152"/>
                  </a:lnTo>
                  <a:lnTo>
                    <a:pt x="2274490" y="1309195"/>
                  </a:lnTo>
                  <a:lnTo>
                    <a:pt x="2274448" y="1309292"/>
                  </a:lnTo>
                  <a:lnTo>
                    <a:pt x="2274409" y="1309344"/>
                  </a:lnTo>
                  <a:lnTo>
                    <a:pt x="2274283" y="1309419"/>
                  </a:lnTo>
                  <a:lnTo>
                    <a:pt x="2274201" y="1309453"/>
                  </a:lnTo>
                  <a:lnTo>
                    <a:pt x="2274176" y="1309458"/>
                  </a:lnTo>
                  <a:lnTo>
                    <a:pt x="2274164" y="1309461"/>
                  </a:lnTo>
                  <a:lnTo>
                    <a:pt x="2274069" y="1309521"/>
                  </a:lnTo>
                  <a:lnTo>
                    <a:pt x="2274188" y="1310237"/>
                  </a:lnTo>
                  <a:lnTo>
                    <a:pt x="2274244" y="1310236"/>
                  </a:lnTo>
                  <a:lnTo>
                    <a:pt x="2274274" y="1310222"/>
                  </a:lnTo>
                  <a:lnTo>
                    <a:pt x="2274424" y="1310214"/>
                  </a:lnTo>
                  <a:lnTo>
                    <a:pt x="2274611" y="1310306"/>
                  </a:lnTo>
                  <a:lnTo>
                    <a:pt x="2274636" y="1310342"/>
                  </a:lnTo>
                  <a:lnTo>
                    <a:pt x="2274671" y="1310439"/>
                  </a:lnTo>
                  <a:lnTo>
                    <a:pt x="2274679" y="1310645"/>
                  </a:lnTo>
                  <a:lnTo>
                    <a:pt x="2275350" y="1311237"/>
                  </a:lnTo>
                  <a:lnTo>
                    <a:pt x="2275435" y="1311312"/>
                  </a:lnTo>
                  <a:lnTo>
                    <a:pt x="2275483" y="1311242"/>
                  </a:lnTo>
                  <a:lnTo>
                    <a:pt x="2275579" y="1311130"/>
                  </a:lnTo>
                  <a:lnTo>
                    <a:pt x="2275628" y="1311103"/>
                  </a:lnTo>
                  <a:lnTo>
                    <a:pt x="2275712" y="1311075"/>
                  </a:lnTo>
                  <a:lnTo>
                    <a:pt x="2276418" y="1311160"/>
                  </a:lnTo>
                  <a:lnTo>
                    <a:pt x="2276448" y="1311201"/>
                  </a:lnTo>
                  <a:lnTo>
                    <a:pt x="2276453" y="1311233"/>
                  </a:lnTo>
                  <a:lnTo>
                    <a:pt x="2276403" y="1311457"/>
                  </a:lnTo>
                  <a:lnTo>
                    <a:pt x="2276337" y="1311849"/>
                  </a:lnTo>
                  <a:lnTo>
                    <a:pt x="2276335" y="1311865"/>
                  </a:lnTo>
                  <a:lnTo>
                    <a:pt x="2276908" y="1311985"/>
                  </a:lnTo>
                  <a:lnTo>
                    <a:pt x="2276979" y="1311974"/>
                  </a:lnTo>
                  <a:lnTo>
                    <a:pt x="2276988" y="1311954"/>
                  </a:lnTo>
                  <a:lnTo>
                    <a:pt x="2277057" y="1311895"/>
                  </a:lnTo>
                  <a:lnTo>
                    <a:pt x="2277171" y="1311889"/>
                  </a:lnTo>
                  <a:lnTo>
                    <a:pt x="2277435" y="1311875"/>
                  </a:lnTo>
                  <a:lnTo>
                    <a:pt x="2277527" y="1311969"/>
                  </a:lnTo>
                  <a:lnTo>
                    <a:pt x="2277575" y="1312035"/>
                  </a:lnTo>
                  <a:lnTo>
                    <a:pt x="2277605" y="1312097"/>
                  </a:lnTo>
                  <a:lnTo>
                    <a:pt x="2277679" y="1312351"/>
                  </a:lnTo>
                  <a:lnTo>
                    <a:pt x="2277686" y="1312438"/>
                  </a:lnTo>
                  <a:lnTo>
                    <a:pt x="2277613" y="1312746"/>
                  </a:lnTo>
                  <a:lnTo>
                    <a:pt x="2276371" y="1313052"/>
                  </a:lnTo>
                  <a:lnTo>
                    <a:pt x="2276197" y="1313045"/>
                  </a:lnTo>
                  <a:lnTo>
                    <a:pt x="2276173" y="1313039"/>
                  </a:lnTo>
                  <a:lnTo>
                    <a:pt x="2275616" y="1312904"/>
                  </a:lnTo>
                  <a:lnTo>
                    <a:pt x="2275308" y="1312829"/>
                  </a:lnTo>
                  <a:lnTo>
                    <a:pt x="2275042" y="1312614"/>
                  </a:lnTo>
                  <a:lnTo>
                    <a:pt x="2274806" y="1312615"/>
                  </a:lnTo>
                  <a:lnTo>
                    <a:pt x="2274587" y="1312572"/>
                  </a:lnTo>
                  <a:lnTo>
                    <a:pt x="2273585" y="1312376"/>
                  </a:lnTo>
                  <a:lnTo>
                    <a:pt x="2273451" y="1312343"/>
                  </a:lnTo>
                  <a:lnTo>
                    <a:pt x="2273093" y="1312181"/>
                  </a:lnTo>
                  <a:lnTo>
                    <a:pt x="2273029" y="1312153"/>
                  </a:lnTo>
                  <a:lnTo>
                    <a:pt x="2273007" y="1312136"/>
                  </a:lnTo>
                  <a:lnTo>
                    <a:pt x="2272899" y="1312052"/>
                  </a:lnTo>
                  <a:lnTo>
                    <a:pt x="2272803" y="1311930"/>
                  </a:lnTo>
                  <a:lnTo>
                    <a:pt x="2272742" y="1311812"/>
                  </a:lnTo>
                  <a:lnTo>
                    <a:pt x="2272726" y="1311721"/>
                  </a:lnTo>
                  <a:lnTo>
                    <a:pt x="2272724" y="1311708"/>
                  </a:lnTo>
                  <a:lnTo>
                    <a:pt x="2272682" y="1311454"/>
                  </a:lnTo>
                  <a:lnTo>
                    <a:pt x="2272737" y="1311304"/>
                  </a:lnTo>
                  <a:lnTo>
                    <a:pt x="2272745" y="1311245"/>
                  </a:lnTo>
                  <a:lnTo>
                    <a:pt x="2272743" y="1311234"/>
                  </a:lnTo>
                  <a:lnTo>
                    <a:pt x="2272721" y="1311211"/>
                  </a:lnTo>
                  <a:lnTo>
                    <a:pt x="2272717" y="1311210"/>
                  </a:lnTo>
                  <a:lnTo>
                    <a:pt x="2272700" y="1311205"/>
                  </a:lnTo>
                  <a:lnTo>
                    <a:pt x="2272664" y="1311209"/>
                  </a:lnTo>
                  <a:lnTo>
                    <a:pt x="2272635" y="1311249"/>
                  </a:lnTo>
                  <a:lnTo>
                    <a:pt x="2272626" y="1311281"/>
                  </a:lnTo>
                  <a:lnTo>
                    <a:pt x="2272597" y="1311388"/>
                  </a:lnTo>
                  <a:lnTo>
                    <a:pt x="2272562" y="1311413"/>
                  </a:lnTo>
                  <a:lnTo>
                    <a:pt x="2272489" y="1311390"/>
                  </a:lnTo>
                  <a:lnTo>
                    <a:pt x="2272322" y="1311339"/>
                  </a:lnTo>
                  <a:lnTo>
                    <a:pt x="2272291" y="1311330"/>
                  </a:lnTo>
                  <a:lnTo>
                    <a:pt x="2272261" y="1311346"/>
                  </a:lnTo>
                  <a:lnTo>
                    <a:pt x="2272157" y="1311484"/>
                  </a:lnTo>
                  <a:lnTo>
                    <a:pt x="2272069" y="1311509"/>
                  </a:lnTo>
                  <a:lnTo>
                    <a:pt x="2272014" y="1311538"/>
                  </a:lnTo>
                  <a:lnTo>
                    <a:pt x="2271971" y="1311581"/>
                  </a:lnTo>
                  <a:lnTo>
                    <a:pt x="2271969" y="1311662"/>
                  </a:lnTo>
                  <a:lnTo>
                    <a:pt x="2271906" y="1311880"/>
                  </a:lnTo>
                  <a:lnTo>
                    <a:pt x="2271821" y="1311953"/>
                  </a:lnTo>
                  <a:lnTo>
                    <a:pt x="2271781" y="1311962"/>
                  </a:lnTo>
                  <a:lnTo>
                    <a:pt x="2271672" y="1311918"/>
                  </a:lnTo>
                  <a:lnTo>
                    <a:pt x="2271589" y="1311891"/>
                  </a:lnTo>
                  <a:lnTo>
                    <a:pt x="2271540" y="1311901"/>
                  </a:lnTo>
                  <a:lnTo>
                    <a:pt x="2271524" y="1311905"/>
                  </a:lnTo>
                  <a:lnTo>
                    <a:pt x="2271453" y="1311961"/>
                  </a:lnTo>
                  <a:lnTo>
                    <a:pt x="2271418" y="1311986"/>
                  </a:lnTo>
                  <a:lnTo>
                    <a:pt x="2271381" y="1312011"/>
                  </a:lnTo>
                  <a:lnTo>
                    <a:pt x="2271356" y="1312014"/>
                  </a:lnTo>
                  <a:lnTo>
                    <a:pt x="2271296" y="1312014"/>
                  </a:lnTo>
                  <a:lnTo>
                    <a:pt x="2271278" y="1312005"/>
                  </a:lnTo>
                  <a:lnTo>
                    <a:pt x="2271260" y="1311981"/>
                  </a:lnTo>
                  <a:lnTo>
                    <a:pt x="2271255" y="1311966"/>
                  </a:lnTo>
                  <a:lnTo>
                    <a:pt x="2271205" y="1311812"/>
                  </a:lnTo>
                  <a:lnTo>
                    <a:pt x="2271112" y="1311666"/>
                  </a:lnTo>
                  <a:lnTo>
                    <a:pt x="2270953" y="1311479"/>
                  </a:lnTo>
                  <a:lnTo>
                    <a:pt x="2270854" y="1311384"/>
                  </a:lnTo>
                  <a:lnTo>
                    <a:pt x="2270760" y="1311334"/>
                  </a:lnTo>
                  <a:lnTo>
                    <a:pt x="2270189" y="1311322"/>
                  </a:lnTo>
                  <a:lnTo>
                    <a:pt x="2270185" y="1311332"/>
                  </a:lnTo>
                  <a:lnTo>
                    <a:pt x="2270147" y="1311427"/>
                  </a:lnTo>
                  <a:lnTo>
                    <a:pt x="2270031" y="1311618"/>
                  </a:lnTo>
                  <a:lnTo>
                    <a:pt x="2270024" y="1311631"/>
                  </a:lnTo>
                  <a:lnTo>
                    <a:pt x="2270019" y="1311688"/>
                  </a:lnTo>
                  <a:lnTo>
                    <a:pt x="2270016" y="1311719"/>
                  </a:lnTo>
                  <a:lnTo>
                    <a:pt x="2270019" y="1311761"/>
                  </a:lnTo>
                  <a:lnTo>
                    <a:pt x="2270045" y="1311778"/>
                  </a:lnTo>
                  <a:lnTo>
                    <a:pt x="2270135" y="1311772"/>
                  </a:lnTo>
                  <a:lnTo>
                    <a:pt x="2270195" y="1311779"/>
                  </a:lnTo>
                  <a:lnTo>
                    <a:pt x="2270351" y="1311797"/>
                  </a:lnTo>
                  <a:lnTo>
                    <a:pt x="2270572" y="1311867"/>
                  </a:lnTo>
                  <a:lnTo>
                    <a:pt x="2271011" y="1312142"/>
                  </a:lnTo>
                  <a:lnTo>
                    <a:pt x="2271074" y="1312210"/>
                  </a:lnTo>
                  <a:lnTo>
                    <a:pt x="2271106" y="1312488"/>
                  </a:lnTo>
                  <a:lnTo>
                    <a:pt x="2271180" y="1312820"/>
                  </a:lnTo>
                  <a:lnTo>
                    <a:pt x="2271183" y="1312836"/>
                  </a:lnTo>
                  <a:lnTo>
                    <a:pt x="2271264" y="1312852"/>
                  </a:lnTo>
                  <a:lnTo>
                    <a:pt x="2271404" y="1312845"/>
                  </a:lnTo>
                  <a:lnTo>
                    <a:pt x="2271552" y="1312654"/>
                  </a:lnTo>
                  <a:lnTo>
                    <a:pt x="2271584" y="1312639"/>
                  </a:lnTo>
                  <a:lnTo>
                    <a:pt x="2272419" y="1312872"/>
                  </a:lnTo>
                  <a:lnTo>
                    <a:pt x="2272639" y="1312906"/>
                  </a:lnTo>
                  <a:lnTo>
                    <a:pt x="2272880" y="1312912"/>
                  </a:lnTo>
                  <a:lnTo>
                    <a:pt x="2272934" y="1312919"/>
                  </a:lnTo>
                  <a:lnTo>
                    <a:pt x="2272956" y="1312952"/>
                  </a:lnTo>
                  <a:lnTo>
                    <a:pt x="2272956" y="1312973"/>
                  </a:lnTo>
                  <a:lnTo>
                    <a:pt x="2272957" y="1313608"/>
                  </a:lnTo>
                  <a:lnTo>
                    <a:pt x="2273053" y="1313694"/>
                  </a:lnTo>
                  <a:lnTo>
                    <a:pt x="2273385" y="1313829"/>
                  </a:lnTo>
                  <a:lnTo>
                    <a:pt x="2273456" y="1313827"/>
                  </a:lnTo>
                  <a:lnTo>
                    <a:pt x="2273793" y="1313785"/>
                  </a:lnTo>
                  <a:lnTo>
                    <a:pt x="2274014" y="1313741"/>
                  </a:lnTo>
                  <a:lnTo>
                    <a:pt x="2274524" y="1313621"/>
                  </a:lnTo>
                  <a:lnTo>
                    <a:pt x="2275227" y="1313879"/>
                  </a:lnTo>
                  <a:lnTo>
                    <a:pt x="2275251" y="1313927"/>
                  </a:lnTo>
                  <a:lnTo>
                    <a:pt x="2275235" y="1314004"/>
                  </a:lnTo>
                  <a:lnTo>
                    <a:pt x="2275240" y="1314023"/>
                  </a:lnTo>
                  <a:lnTo>
                    <a:pt x="2275327" y="1314103"/>
                  </a:lnTo>
                  <a:lnTo>
                    <a:pt x="2275443" y="1314208"/>
                  </a:lnTo>
                  <a:lnTo>
                    <a:pt x="2275458" y="1314222"/>
                  </a:lnTo>
                  <a:lnTo>
                    <a:pt x="2275504" y="1314224"/>
                  </a:lnTo>
                  <a:lnTo>
                    <a:pt x="2276002" y="1314115"/>
                  </a:lnTo>
                  <a:lnTo>
                    <a:pt x="2276241" y="1314032"/>
                  </a:lnTo>
                  <a:lnTo>
                    <a:pt x="2276430" y="1314016"/>
                  </a:lnTo>
                  <a:lnTo>
                    <a:pt x="2276643" y="1314030"/>
                  </a:lnTo>
                  <a:lnTo>
                    <a:pt x="2276776" y="1314061"/>
                  </a:lnTo>
                  <a:lnTo>
                    <a:pt x="2277069" y="1314152"/>
                  </a:lnTo>
                  <a:lnTo>
                    <a:pt x="2277511" y="1314308"/>
                  </a:lnTo>
                  <a:lnTo>
                    <a:pt x="2277569" y="1314334"/>
                  </a:lnTo>
                  <a:lnTo>
                    <a:pt x="2277690" y="1314437"/>
                  </a:lnTo>
                  <a:lnTo>
                    <a:pt x="2278043" y="1314640"/>
                  </a:lnTo>
                  <a:lnTo>
                    <a:pt x="2278248" y="1314705"/>
                  </a:lnTo>
                  <a:lnTo>
                    <a:pt x="2278404" y="1314741"/>
                  </a:lnTo>
                  <a:lnTo>
                    <a:pt x="2278491" y="1314746"/>
                  </a:lnTo>
                  <a:lnTo>
                    <a:pt x="2278805" y="1314719"/>
                  </a:lnTo>
                  <a:lnTo>
                    <a:pt x="2278822" y="1314717"/>
                  </a:lnTo>
                  <a:lnTo>
                    <a:pt x="2278828" y="1314713"/>
                  </a:lnTo>
                  <a:lnTo>
                    <a:pt x="2278847" y="1314662"/>
                  </a:lnTo>
                  <a:lnTo>
                    <a:pt x="2279576" y="1314763"/>
                  </a:lnTo>
                  <a:lnTo>
                    <a:pt x="2279763" y="1314771"/>
                  </a:lnTo>
                  <a:lnTo>
                    <a:pt x="2279842" y="1314754"/>
                  </a:lnTo>
                  <a:lnTo>
                    <a:pt x="2279892" y="1314708"/>
                  </a:lnTo>
                  <a:lnTo>
                    <a:pt x="2280031" y="1314718"/>
                  </a:lnTo>
                  <a:lnTo>
                    <a:pt x="2280091" y="1314777"/>
                  </a:lnTo>
                  <a:lnTo>
                    <a:pt x="2280097" y="1314816"/>
                  </a:lnTo>
                  <a:lnTo>
                    <a:pt x="2279823" y="1315096"/>
                  </a:lnTo>
                  <a:lnTo>
                    <a:pt x="2279337" y="1315329"/>
                  </a:lnTo>
                  <a:lnTo>
                    <a:pt x="2279093" y="1316127"/>
                  </a:lnTo>
                  <a:lnTo>
                    <a:pt x="2279084" y="1316224"/>
                  </a:lnTo>
                  <a:lnTo>
                    <a:pt x="2279106" y="1316276"/>
                  </a:lnTo>
                  <a:lnTo>
                    <a:pt x="2279233" y="1316485"/>
                  </a:lnTo>
                  <a:lnTo>
                    <a:pt x="2279231" y="1316752"/>
                  </a:lnTo>
                  <a:lnTo>
                    <a:pt x="2279156" y="1316973"/>
                  </a:lnTo>
                  <a:lnTo>
                    <a:pt x="2279139" y="1317078"/>
                  </a:lnTo>
                  <a:lnTo>
                    <a:pt x="2279432" y="1317313"/>
                  </a:lnTo>
                  <a:lnTo>
                    <a:pt x="2279486" y="1317329"/>
                  </a:lnTo>
                  <a:lnTo>
                    <a:pt x="2279539" y="1317326"/>
                  </a:lnTo>
                  <a:lnTo>
                    <a:pt x="2279551" y="1317336"/>
                  </a:lnTo>
                  <a:lnTo>
                    <a:pt x="2279552" y="1317347"/>
                  </a:lnTo>
                  <a:lnTo>
                    <a:pt x="2279530" y="1317417"/>
                  </a:lnTo>
                  <a:lnTo>
                    <a:pt x="2279356" y="1317825"/>
                  </a:lnTo>
                  <a:lnTo>
                    <a:pt x="2279207" y="1318054"/>
                  </a:lnTo>
                  <a:lnTo>
                    <a:pt x="2279167" y="1318097"/>
                  </a:lnTo>
                  <a:lnTo>
                    <a:pt x="2279142" y="1318104"/>
                  </a:lnTo>
                  <a:lnTo>
                    <a:pt x="2278880" y="1318104"/>
                  </a:lnTo>
                  <a:lnTo>
                    <a:pt x="2278518" y="1318092"/>
                  </a:lnTo>
                  <a:lnTo>
                    <a:pt x="2278336" y="1318077"/>
                  </a:lnTo>
                  <a:lnTo>
                    <a:pt x="2278211" y="1317951"/>
                  </a:lnTo>
                  <a:lnTo>
                    <a:pt x="2277971" y="1317982"/>
                  </a:lnTo>
                  <a:lnTo>
                    <a:pt x="2277860" y="1318033"/>
                  </a:lnTo>
                  <a:lnTo>
                    <a:pt x="2277403" y="1318139"/>
                  </a:lnTo>
                  <a:lnTo>
                    <a:pt x="2277255" y="1318125"/>
                  </a:lnTo>
                  <a:lnTo>
                    <a:pt x="2277150" y="1318096"/>
                  </a:lnTo>
                  <a:lnTo>
                    <a:pt x="2277139" y="1318082"/>
                  </a:lnTo>
                  <a:lnTo>
                    <a:pt x="2277133" y="1318023"/>
                  </a:lnTo>
                  <a:lnTo>
                    <a:pt x="2277114" y="1317983"/>
                  </a:lnTo>
                  <a:lnTo>
                    <a:pt x="2277043" y="1317873"/>
                  </a:lnTo>
                  <a:lnTo>
                    <a:pt x="2276703" y="1317495"/>
                  </a:lnTo>
                  <a:lnTo>
                    <a:pt x="2276608" y="1317388"/>
                  </a:lnTo>
                  <a:lnTo>
                    <a:pt x="2275920" y="1317390"/>
                  </a:lnTo>
                  <a:lnTo>
                    <a:pt x="2275806" y="1317390"/>
                  </a:lnTo>
                  <a:lnTo>
                    <a:pt x="2275789" y="1317393"/>
                  </a:lnTo>
                  <a:lnTo>
                    <a:pt x="2275243" y="1317464"/>
                  </a:lnTo>
                  <a:lnTo>
                    <a:pt x="2275205" y="1317475"/>
                  </a:lnTo>
                  <a:lnTo>
                    <a:pt x="2275101" y="1317505"/>
                  </a:lnTo>
                  <a:lnTo>
                    <a:pt x="2274983" y="1317623"/>
                  </a:lnTo>
                  <a:lnTo>
                    <a:pt x="2274871" y="1317990"/>
                  </a:lnTo>
                  <a:lnTo>
                    <a:pt x="2274877" y="1318034"/>
                  </a:lnTo>
                  <a:lnTo>
                    <a:pt x="2275011" y="1318309"/>
                  </a:lnTo>
                  <a:lnTo>
                    <a:pt x="2275077" y="1318300"/>
                  </a:lnTo>
                  <a:lnTo>
                    <a:pt x="2275104" y="1318317"/>
                  </a:lnTo>
                  <a:lnTo>
                    <a:pt x="2275123" y="1318491"/>
                  </a:lnTo>
                  <a:lnTo>
                    <a:pt x="2275121" y="1318580"/>
                  </a:lnTo>
                  <a:lnTo>
                    <a:pt x="2274781" y="1319119"/>
                  </a:lnTo>
                  <a:lnTo>
                    <a:pt x="2274643" y="1319230"/>
                  </a:lnTo>
                  <a:lnTo>
                    <a:pt x="2274532" y="1319256"/>
                  </a:lnTo>
                  <a:lnTo>
                    <a:pt x="2274386" y="1319621"/>
                  </a:lnTo>
                  <a:lnTo>
                    <a:pt x="2274408" y="1320245"/>
                  </a:lnTo>
                  <a:lnTo>
                    <a:pt x="2274417" y="1320258"/>
                  </a:lnTo>
                  <a:lnTo>
                    <a:pt x="2274422" y="1320261"/>
                  </a:lnTo>
                  <a:lnTo>
                    <a:pt x="2274540" y="1320323"/>
                  </a:lnTo>
                  <a:lnTo>
                    <a:pt x="2275596" y="1319795"/>
                  </a:lnTo>
                  <a:lnTo>
                    <a:pt x="2275754" y="1319703"/>
                  </a:lnTo>
                  <a:lnTo>
                    <a:pt x="2275831" y="1319595"/>
                  </a:lnTo>
                  <a:lnTo>
                    <a:pt x="2275833" y="1319575"/>
                  </a:lnTo>
                  <a:lnTo>
                    <a:pt x="2275805" y="1319537"/>
                  </a:lnTo>
                  <a:lnTo>
                    <a:pt x="2275528" y="1319326"/>
                  </a:lnTo>
                  <a:lnTo>
                    <a:pt x="2275246" y="1319071"/>
                  </a:lnTo>
                  <a:lnTo>
                    <a:pt x="2275331" y="1318920"/>
                  </a:lnTo>
                  <a:lnTo>
                    <a:pt x="2275352" y="1318742"/>
                  </a:lnTo>
                  <a:lnTo>
                    <a:pt x="2275350" y="1318421"/>
                  </a:lnTo>
                  <a:lnTo>
                    <a:pt x="2275307" y="1318092"/>
                  </a:lnTo>
                  <a:lnTo>
                    <a:pt x="2275330" y="1318043"/>
                  </a:lnTo>
                  <a:lnTo>
                    <a:pt x="2275353" y="1317970"/>
                  </a:lnTo>
                  <a:lnTo>
                    <a:pt x="2275410" y="1317882"/>
                  </a:lnTo>
                  <a:lnTo>
                    <a:pt x="2275587" y="1317733"/>
                  </a:lnTo>
                  <a:lnTo>
                    <a:pt x="2275685" y="1317687"/>
                  </a:lnTo>
                  <a:lnTo>
                    <a:pt x="2275785" y="1317665"/>
                  </a:lnTo>
                  <a:lnTo>
                    <a:pt x="2276264" y="1317659"/>
                  </a:lnTo>
                  <a:lnTo>
                    <a:pt x="2276321" y="1317671"/>
                  </a:lnTo>
                  <a:lnTo>
                    <a:pt x="2276560" y="1317774"/>
                  </a:lnTo>
                  <a:lnTo>
                    <a:pt x="2276569" y="1317769"/>
                  </a:lnTo>
                  <a:lnTo>
                    <a:pt x="2276817" y="1318042"/>
                  </a:lnTo>
                  <a:lnTo>
                    <a:pt x="2276911" y="1318173"/>
                  </a:lnTo>
                  <a:lnTo>
                    <a:pt x="2276984" y="1318256"/>
                  </a:lnTo>
                  <a:lnTo>
                    <a:pt x="2277118" y="1318341"/>
                  </a:lnTo>
                  <a:lnTo>
                    <a:pt x="2277379" y="1318457"/>
                  </a:lnTo>
                  <a:lnTo>
                    <a:pt x="2277502" y="1318461"/>
                  </a:lnTo>
                  <a:lnTo>
                    <a:pt x="2277664" y="1318452"/>
                  </a:lnTo>
                  <a:lnTo>
                    <a:pt x="2277690" y="1318445"/>
                  </a:lnTo>
                  <a:lnTo>
                    <a:pt x="2277851" y="1318396"/>
                  </a:lnTo>
                  <a:lnTo>
                    <a:pt x="2277949" y="1318348"/>
                  </a:lnTo>
                  <a:lnTo>
                    <a:pt x="2278096" y="1318226"/>
                  </a:lnTo>
                  <a:lnTo>
                    <a:pt x="2278656" y="1318354"/>
                  </a:lnTo>
                  <a:lnTo>
                    <a:pt x="2278795" y="1318370"/>
                  </a:lnTo>
                  <a:lnTo>
                    <a:pt x="2278938" y="1318366"/>
                  </a:lnTo>
                  <a:lnTo>
                    <a:pt x="2279022" y="1318355"/>
                  </a:lnTo>
                  <a:lnTo>
                    <a:pt x="2279217" y="1318306"/>
                  </a:lnTo>
                  <a:lnTo>
                    <a:pt x="2279361" y="1318233"/>
                  </a:lnTo>
                  <a:lnTo>
                    <a:pt x="2279503" y="1318133"/>
                  </a:lnTo>
                  <a:lnTo>
                    <a:pt x="2279934" y="1317719"/>
                  </a:lnTo>
                  <a:lnTo>
                    <a:pt x="2279968" y="1317665"/>
                  </a:lnTo>
                  <a:lnTo>
                    <a:pt x="2279989" y="1317609"/>
                  </a:lnTo>
                  <a:lnTo>
                    <a:pt x="2280025" y="1317569"/>
                  </a:lnTo>
                  <a:lnTo>
                    <a:pt x="2280172" y="1317526"/>
                  </a:lnTo>
                  <a:lnTo>
                    <a:pt x="2280533" y="1317462"/>
                  </a:lnTo>
                  <a:lnTo>
                    <a:pt x="2280685" y="1317473"/>
                  </a:lnTo>
                  <a:lnTo>
                    <a:pt x="2280727" y="1317511"/>
                  </a:lnTo>
                  <a:lnTo>
                    <a:pt x="2280776" y="1317739"/>
                  </a:lnTo>
                  <a:lnTo>
                    <a:pt x="2280805" y="1317878"/>
                  </a:lnTo>
                  <a:lnTo>
                    <a:pt x="2280815" y="1317898"/>
                  </a:lnTo>
                  <a:lnTo>
                    <a:pt x="2280834" y="1317897"/>
                  </a:lnTo>
                  <a:lnTo>
                    <a:pt x="2280870" y="1317896"/>
                  </a:lnTo>
                  <a:lnTo>
                    <a:pt x="2280900" y="1317894"/>
                  </a:lnTo>
                  <a:lnTo>
                    <a:pt x="2280938" y="1317891"/>
                  </a:lnTo>
                  <a:lnTo>
                    <a:pt x="2280961" y="1317893"/>
                  </a:lnTo>
                  <a:lnTo>
                    <a:pt x="2280982" y="1317902"/>
                  </a:lnTo>
                  <a:lnTo>
                    <a:pt x="2281009" y="1317917"/>
                  </a:lnTo>
                  <a:lnTo>
                    <a:pt x="2281025" y="1317926"/>
                  </a:lnTo>
                  <a:lnTo>
                    <a:pt x="2281095" y="1317967"/>
                  </a:lnTo>
                  <a:lnTo>
                    <a:pt x="2281116" y="1317979"/>
                  </a:lnTo>
                  <a:lnTo>
                    <a:pt x="2281140" y="1317983"/>
                  </a:lnTo>
                  <a:lnTo>
                    <a:pt x="2281164" y="1317987"/>
                  </a:lnTo>
                  <a:lnTo>
                    <a:pt x="2281279" y="1318055"/>
                  </a:lnTo>
                  <a:lnTo>
                    <a:pt x="2281304" y="1318074"/>
                  </a:lnTo>
                  <a:lnTo>
                    <a:pt x="2281318" y="1318088"/>
                  </a:lnTo>
                  <a:lnTo>
                    <a:pt x="2281324" y="1318102"/>
                  </a:lnTo>
                  <a:lnTo>
                    <a:pt x="2281327" y="1318133"/>
                  </a:lnTo>
                  <a:lnTo>
                    <a:pt x="2281335" y="1318235"/>
                  </a:lnTo>
                  <a:lnTo>
                    <a:pt x="2281337" y="1318274"/>
                  </a:lnTo>
                  <a:lnTo>
                    <a:pt x="2281336" y="1318289"/>
                  </a:lnTo>
                  <a:lnTo>
                    <a:pt x="2281329" y="1318301"/>
                  </a:lnTo>
                  <a:lnTo>
                    <a:pt x="2281323" y="1318308"/>
                  </a:lnTo>
                  <a:lnTo>
                    <a:pt x="2281317" y="1318314"/>
                  </a:lnTo>
                  <a:lnTo>
                    <a:pt x="2281311" y="1318322"/>
                  </a:lnTo>
                  <a:lnTo>
                    <a:pt x="2281309" y="1318334"/>
                  </a:lnTo>
                  <a:lnTo>
                    <a:pt x="2281313" y="1318344"/>
                  </a:lnTo>
                  <a:lnTo>
                    <a:pt x="2281334" y="1318366"/>
                  </a:lnTo>
                  <a:lnTo>
                    <a:pt x="2281351" y="1318376"/>
                  </a:lnTo>
                  <a:lnTo>
                    <a:pt x="2281365" y="1318412"/>
                  </a:lnTo>
                  <a:lnTo>
                    <a:pt x="2281378" y="1318499"/>
                  </a:lnTo>
                  <a:lnTo>
                    <a:pt x="2281380" y="1318523"/>
                  </a:lnTo>
                  <a:lnTo>
                    <a:pt x="2281397" y="1318505"/>
                  </a:lnTo>
                  <a:lnTo>
                    <a:pt x="2281422" y="1318478"/>
                  </a:lnTo>
                  <a:lnTo>
                    <a:pt x="2281462" y="1318482"/>
                  </a:lnTo>
                  <a:lnTo>
                    <a:pt x="2281486" y="1318493"/>
                  </a:lnTo>
                  <a:lnTo>
                    <a:pt x="2281734" y="1318763"/>
                  </a:lnTo>
                  <a:lnTo>
                    <a:pt x="2281741" y="1318793"/>
                  </a:lnTo>
                  <a:lnTo>
                    <a:pt x="2281729" y="1318845"/>
                  </a:lnTo>
                  <a:lnTo>
                    <a:pt x="2281715" y="1318864"/>
                  </a:lnTo>
                  <a:lnTo>
                    <a:pt x="2281576" y="1318923"/>
                  </a:lnTo>
                  <a:lnTo>
                    <a:pt x="2281504" y="1318929"/>
                  </a:lnTo>
                  <a:lnTo>
                    <a:pt x="2281487" y="1318947"/>
                  </a:lnTo>
                  <a:lnTo>
                    <a:pt x="2281464" y="1319081"/>
                  </a:lnTo>
                  <a:lnTo>
                    <a:pt x="2281463" y="1319140"/>
                  </a:lnTo>
                  <a:lnTo>
                    <a:pt x="2281474" y="1319216"/>
                  </a:lnTo>
                  <a:lnTo>
                    <a:pt x="2281495" y="1319240"/>
                  </a:lnTo>
                  <a:lnTo>
                    <a:pt x="2281517" y="1319249"/>
                  </a:lnTo>
                  <a:lnTo>
                    <a:pt x="2281594" y="1319257"/>
                  </a:lnTo>
                  <a:lnTo>
                    <a:pt x="2281690" y="1319259"/>
                  </a:lnTo>
                  <a:lnTo>
                    <a:pt x="2281795" y="1319280"/>
                  </a:lnTo>
                  <a:lnTo>
                    <a:pt x="2281866" y="1319306"/>
                  </a:lnTo>
                  <a:lnTo>
                    <a:pt x="2281913" y="1319306"/>
                  </a:lnTo>
                  <a:lnTo>
                    <a:pt x="2282017" y="1319280"/>
                  </a:lnTo>
                  <a:lnTo>
                    <a:pt x="2282084" y="1319187"/>
                  </a:lnTo>
                  <a:lnTo>
                    <a:pt x="2282155" y="1319174"/>
                  </a:lnTo>
                  <a:lnTo>
                    <a:pt x="2282248" y="1319188"/>
                  </a:lnTo>
                  <a:lnTo>
                    <a:pt x="2282329" y="1319273"/>
                  </a:lnTo>
                  <a:lnTo>
                    <a:pt x="2282501" y="1319432"/>
                  </a:lnTo>
                  <a:lnTo>
                    <a:pt x="2282515" y="1319520"/>
                  </a:lnTo>
                  <a:lnTo>
                    <a:pt x="2282517" y="1319536"/>
                  </a:lnTo>
                  <a:lnTo>
                    <a:pt x="2282499" y="1319580"/>
                  </a:lnTo>
                  <a:lnTo>
                    <a:pt x="2282265" y="1319607"/>
                  </a:lnTo>
                  <a:lnTo>
                    <a:pt x="2282094" y="1319495"/>
                  </a:lnTo>
                  <a:lnTo>
                    <a:pt x="2281974" y="1319469"/>
                  </a:lnTo>
                  <a:lnTo>
                    <a:pt x="2281784" y="1319428"/>
                  </a:lnTo>
                  <a:lnTo>
                    <a:pt x="2281543" y="1319485"/>
                  </a:lnTo>
                  <a:lnTo>
                    <a:pt x="2281464" y="1319499"/>
                  </a:lnTo>
                  <a:lnTo>
                    <a:pt x="2281418" y="1319534"/>
                  </a:lnTo>
                  <a:lnTo>
                    <a:pt x="2281389" y="1319602"/>
                  </a:lnTo>
                  <a:lnTo>
                    <a:pt x="2281374" y="1319735"/>
                  </a:lnTo>
                  <a:lnTo>
                    <a:pt x="2281389" y="1319780"/>
                  </a:lnTo>
                  <a:lnTo>
                    <a:pt x="2281512" y="1320007"/>
                  </a:lnTo>
                  <a:lnTo>
                    <a:pt x="2281517" y="1320018"/>
                  </a:lnTo>
                  <a:lnTo>
                    <a:pt x="2281650" y="1320885"/>
                  </a:lnTo>
                  <a:lnTo>
                    <a:pt x="2281632" y="1320905"/>
                  </a:lnTo>
                  <a:lnTo>
                    <a:pt x="2281455" y="1320949"/>
                  </a:lnTo>
                  <a:lnTo>
                    <a:pt x="2281434" y="1320954"/>
                  </a:lnTo>
                  <a:lnTo>
                    <a:pt x="2281076" y="1321165"/>
                  </a:lnTo>
                  <a:lnTo>
                    <a:pt x="2280803" y="1321439"/>
                  </a:lnTo>
                  <a:lnTo>
                    <a:pt x="2280802" y="1321486"/>
                  </a:lnTo>
                  <a:lnTo>
                    <a:pt x="2280867" y="1321614"/>
                  </a:lnTo>
                  <a:lnTo>
                    <a:pt x="2281511" y="1322155"/>
                  </a:lnTo>
                  <a:lnTo>
                    <a:pt x="2281853" y="1322354"/>
                  </a:lnTo>
                  <a:lnTo>
                    <a:pt x="2281921" y="1322305"/>
                  </a:lnTo>
                  <a:lnTo>
                    <a:pt x="2281989" y="1322243"/>
                  </a:lnTo>
                  <a:lnTo>
                    <a:pt x="2282021" y="1322180"/>
                  </a:lnTo>
                  <a:lnTo>
                    <a:pt x="2282045" y="1321991"/>
                  </a:lnTo>
                  <a:lnTo>
                    <a:pt x="2282047" y="1321970"/>
                  </a:lnTo>
                  <a:lnTo>
                    <a:pt x="2282084" y="1321900"/>
                  </a:lnTo>
                  <a:lnTo>
                    <a:pt x="2282121" y="1321883"/>
                  </a:lnTo>
                  <a:lnTo>
                    <a:pt x="2282174" y="1321882"/>
                  </a:lnTo>
                  <a:lnTo>
                    <a:pt x="2282232" y="1321927"/>
                  </a:lnTo>
                  <a:lnTo>
                    <a:pt x="2282306" y="1322242"/>
                  </a:lnTo>
                  <a:lnTo>
                    <a:pt x="2282354" y="1322415"/>
                  </a:lnTo>
                  <a:lnTo>
                    <a:pt x="2282520" y="1322573"/>
                  </a:lnTo>
                  <a:lnTo>
                    <a:pt x="2282558" y="1322609"/>
                  </a:lnTo>
                  <a:lnTo>
                    <a:pt x="2282606" y="1322629"/>
                  </a:lnTo>
                  <a:lnTo>
                    <a:pt x="2282680" y="1322624"/>
                  </a:lnTo>
                  <a:lnTo>
                    <a:pt x="2282835" y="1322462"/>
                  </a:lnTo>
                  <a:lnTo>
                    <a:pt x="2282962" y="1322473"/>
                  </a:lnTo>
                  <a:lnTo>
                    <a:pt x="2283024" y="1322501"/>
                  </a:lnTo>
                  <a:lnTo>
                    <a:pt x="2283037" y="1322530"/>
                  </a:lnTo>
                  <a:lnTo>
                    <a:pt x="2283042" y="1322604"/>
                  </a:lnTo>
                  <a:lnTo>
                    <a:pt x="2282949" y="1322724"/>
                  </a:lnTo>
                  <a:lnTo>
                    <a:pt x="2282646" y="1322953"/>
                  </a:lnTo>
                  <a:lnTo>
                    <a:pt x="2282663" y="1323040"/>
                  </a:lnTo>
                  <a:lnTo>
                    <a:pt x="2282653" y="1323069"/>
                  </a:lnTo>
                  <a:lnTo>
                    <a:pt x="2282683" y="1323309"/>
                  </a:lnTo>
                  <a:lnTo>
                    <a:pt x="2282760" y="1323334"/>
                  </a:lnTo>
                  <a:lnTo>
                    <a:pt x="2283511" y="1323307"/>
                  </a:lnTo>
                  <a:lnTo>
                    <a:pt x="2283578" y="1323292"/>
                  </a:lnTo>
                  <a:lnTo>
                    <a:pt x="2283656" y="1323275"/>
                  </a:lnTo>
                  <a:lnTo>
                    <a:pt x="2283757" y="1323294"/>
                  </a:lnTo>
                  <a:lnTo>
                    <a:pt x="2283799" y="1323347"/>
                  </a:lnTo>
                  <a:lnTo>
                    <a:pt x="2283800" y="1323407"/>
                  </a:lnTo>
                  <a:lnTo>
                    <a:pt x="2283800" y="1323425"/>
                  </a:lnTo>
                  <a:lnTo>
                    <a:pt x="2283794" y="1323439"/>
                  </a:lnTo>
                  <a:lnTo>
                    <a:pt x="2283465" y="1323672"/>
                  </a:lnTo>
                  <a:lnTo>
                    <a:pt x="2283198" y="1323799"/>
                  </a:lnTo>
                  <a:lnTo>
                    <a:pt x="2282872" y="1324070"/>
                  </a:lnTo>
                  <a:lnTo>
                    <a:pt x="2282680" y="1324322"/>
                  </a:lnTo>
                  <a:lnTo>
                    <a:pt x="2282449" y="1324624"/>
                  </a:lnTo>
                  <a:lnTo>
                    <a:pt x="2282435" y="1324642"/>
                  </a:lnTo>
                  <a:lnTo>
                    <a:pt x="2282429" y="1324669"/>
                  </a:lnTo>
                  <a:lnTo>
                    <a:pt x="2282436" y="1324735"/>
                  </a:lnTo>
                  <a:lnTo>
                    <a:pt x="2282451" y="1324784"/>
                  </a:lnTo>
                  <a:lnTo>
                    <a:pt x="2282491" y="1324874"/>
                  </a:lnTo>
                  <a:lnTo>
                    <a:pt x="2282486" y="1324917"/>
                  </a:lnTo>
                  <a:lnTo>
                    <a:pt x="2282453" y="1324930"/>
                  </a:lnTo>
                  <a:lnTo>
                    <a:pt x="2282412" y="1324931"/>
                  </a:lnTo>
                  <a:lnTo>
                    <a:pt x="2282401" y="1324932"/>
                  </a:lnTo>
                  <a:lnTo>
                    <a:pt x="2282338" y="1324942"/>
                  </a:lnTo>
                  <a:lnTo>
                    <a:pt x="2282265" y="1325018"/>
                  </a:lnTo>
                  <a:lnTo>
                    <a:pt x="2282224" y="1325021"/>
                  </a:lnTo>
                  <a:lnTo>
                    <a:pt x="2282209" y="1324999"/>
                  </a:lnTo>
                  <a:lnTo>
                    <a:pt x="2282192" y="1324917"/>
                  </a:lnTo>
                  <a:lnTo>
                    <a:pt x="2282176" y="1324800"/>
                  </a:lnTo>
                  <a:lnTo>
                    <a:pt x="2282130" y="1324749"/>
                  </a:lnTo>
                  <a:lnTo>
                    <a:pt x="2282094" y="1324752"/>
                  </a:lnTo>
                  <a:lnTo>
                    <a:pt x="2282081" y="1324754"/>
                  </a:lnTo>
                  <a:lnTo>
                    <a:pt x="2281894" y="1324772"/>
                  </a:lnTo>
                  <a:lnTo>
                    <a:pt x="2281833" y="1324802"/>
                  </a:lnTo>
                  <a:lnTo>
                    <a:pt x="2281819" y="1324833"/>
                  </a:lnTo>
                  <a:lnTo>
                    <a:pt x="2281806" y="1324847"/>
                  </a:lnTo>
                  <a:lnTo>
                    <a:pt x="2281735" y="1324860"/>
                  </a:lnTo>
                  <a:lnTo>
                    <a:pt x="2281656" y="1324857"/>
                  </a:lnTo>
                  <a:lnTo>
                    <a:pt x="2281597" y="1324866"/>
                  </a:lnTo>
                  <a:lnTo>
                    <a:pt x="2281564" y="1324885"/>
                  </a:lnTo>
                  <a:lnTo>
                    <a:pt x="2281634" y="1325126"/>
                  </a:lnTo>
                  <a:lnTo>
                    <a:pt x="2281640" y="1325174"/>
                  </a:lnTo>
                  <a:lnTo>
                    <a:pt x="2281159" y="1325373"/>
                  </a:lnTo>
                  <a:lnTo>
                    <a:pt x="2281056" y="1325415"/>
                  </a:lnTo>
                  <a:lnTo>
                    <a:pt x="2280534" y="1325631"/>
                  </a:lnTo>
                  <a:lnTo>
                    <a:pt x="2280477" y="1325610"/>
                  </a:lnTo>
                  <a:lnTo>
                    <a:pt x="2280428" y="1325404"/>
                  </a:lnTo>
                  <a:lnTo>
                    <a:pt x="2280272" y="1325180"/>
                  </a:lnTo>
                  <a:lnTo>
                    <a:pt x="2280043" y="1325159"/>
                  </a:lnTo>
                  <a:lnTo>
                    <a:pt x="2280012" y="1325187"/>
                  </a:lnTo>
                  <a:lnTo>
                    <a:pt x="2279762" y="1325357"/>
                  </a:lnTo>
                  <a:lnTo>
                    <a:pt x="2279700" y="1325382"/>
                  </a:lnTo>
                  <a:lnTo>
                    <a:pt x="2279579" y="1325391"/>
                  </a:lnTo>
                  <a:lnTo>
                    <a:pt x="2278747" y="1324977"/>
                  </a:lnTo>
                  <a:lnTo>
                    <a:pt x="2278178" y="1324664"/>
                  </a:lnTo>
                  <a:lnTo>
                    <a:pt x="2277927" y="1324481"/>
                  </a:lnTo>
                  <a:lnTo>
                    <a:pt x="2277861" y="1324417"/>
                  </a:lnTo>
                  <a:lnTo>
                    <a:pt x="2277800" y="1324397"/>
                  </a:lnTo>
                  <a:lnTo>
                    <a:pt x="2277697" y="1324413"/>
                  </a:lnTo>
                  <a:lnTo>
                    <a:pt x="2277508" y="1324420"/>
                  </a:lnTo>
                  <a:lnTo>
                    <a:pt x="2277096" y="1324366"/>
                  </a:lnTo>
                  <a:lnTo>
                    <a:pt x="2277024" y="1324357"/>
                  </a:lnTo>
                  <a:lnTo>
                    <a:pt x="2276761" y="1324313"/>
                  </a:lnTo>
                  <a:lnTo>
                    <a:pt x="2276164" y="1324032"/>
                  </a:lnTo>
                  <a:lnTo>
                    <a:pt x="2275919" y="1323799"/>
                  </a:lnTo>
                  <a:lnTo>
                    <a:pt x="2275760" y="1323627"/>
                  </a:lnTo>
                  <a:lnTo>
                    <a:pt x="2275651" y="1323425"/>
                  </a:lnTo>
                  <a:lnTo>
                    <a:pt x="2275617" y="1323319"/>
                  </a:lnTo>
                  <a:lnTo>
                    <a:pt x="2275606" y="1323214"/>
                  </a:lnTo>
                  <a:lnTo>
                    <a:pt x="2275283" y="1322808"/>
                  </a:lnTo>
                  <a:lnTo>
                    <a:pt x="2275253" y="1322771"/>
                  </a:lnTo>
                  <a:lnTo>
                    <a:pt x="2274808" y="1322783"/>
                  </a:lnTo>
                  <a:lnTo>
                    <a:pt x="2274639" y="1322833"/>
                  </a:lnTo>
                  <a:lnTo>
                    <a:pt x="2273991" y="1323252"/>
                  </a:lnTo>
                  <a:lnTo>
                    <a:pt x="2273962" y="1323273"/>
                  </a:lnTo>
                  <a:lnTo>
                    <a:pt x="2273663" y="1323496"/>
                  </a:lnTo>
                  <a:lnTo>
                    <a:pt x="2273676" y="1323536"/>
                  </a:lnTo>
                  <a:lnTo>
                    <a:pt x="2273768" y="1323690"/>
                  </a:lnTo>
                  <a:lnTo>
                    <a:pt x="2273894" y="1323730"/>
                  </a:lnTo>
                  <a:lnTo>
                    <a:pt x="2273991" y="1323690"/>
                  </a:lnTo>
                  <a:lnTo>
                    <a:pt x="2274144" y="1323643"/>
                  </a:lnTo>
                  <a:lnTo>
                    <a:pt x="2274382" y="1323848"/>
                  </a:lnTo>
                  <a:lnTo>
                    <a:pt x="2274575" y="1323954"/>
                  </a:lnTo>
                  <a:lnTo>
                    <a:pt x="2274895" y="1323969"/>
                  </a:lnTo>
                  <a:lnTo>
                    <a:pt x="2275080" y="1324035"/>
                  </a:lnTo>
                  <a:lnTo>
                    <a:pt x="2275271" y="1324104"/>
                  </a:lnTo>
                  <a:lnTo>
                    <a:pt x="2275890" y="1324375"/>
                  </a:lnTo>
                  <a:lnTo>
                    <a:pt x="2275893" y="1324387"/>
                  </a:lnTo>
                  <a:lnTo>
                    <a:pt x="2275854" y="1324397"/>
                  </a:lnTo>
                  <a:lnTo>
                    <a:pt x="2275406" y="1324394"/>
                  </a:lnTo>
                  <a:lnTo>
                    <a:pt x="2275355" y="1324388"/>
                  </a:lnTo>
                  <a:lnTo>
                    <a:pt x="2275346" y="1324437"/>
                  </a:lnTo>
                  <a:lnTo>
                    <a:pt x="2275348" y="1324443"/>
                  </a:lnTo>
                  <a:lnTo>
                    <a:pt x="2275384" y="1324544"/>
                  </a:lnTo>
                  <a:lnTo>
                    <a:pt x="2275397" y="1324732"/>
                  </a:lnTo>
                  <a:lnTo>
                    <a:pt x="2275385" y="1325167"/>
                  </a:lnTo>
                  <a:lnTo>
                    <a:pt x="2275338" y="1325464"/>
                  </a:lnTo>
                  <a:lnTo>
                    <a:pt x="2275337" y="1325470"/>
                  </a:lnTo>
                  <a:lnTo>
                    <a:pt x="2275363" y="1325501"/>
                  </a:lnTo>
                  <a:lnTo>
                    <a:pt x="2275612" y="1325538"/>
                  </a:lnTo>
                  <a:lnTo>
                    <a:pt x="2275917" y="1325559"/>
                  </a:lnTo>
                  <a:lnTo>
                    <a:pt x="2276006" y="1325547"/>
                  </a:lnTo>
                  <a:lnTo>
                    <a:pt x="2276041" y="1325461"/>
                  </a:lnTo>
                  <a:lnTo>
                    <a:pt x="2276205" y="1325320"/>
                  </a:lnTo>
                  <a:lnTo>
                    <a:pt x="2276246" y="1325297"/>
                  </a:lnTo>
                  <a:lnTo>
                    <a:pt x="2276511" y="1325235"/>
                  </a:lnTo>
                  <a:lnTo>
                    <a:pt x="2276639" y="1325205"/>
                  </a:lnTo>
                  <a:lnTo>
                    <a:pt x="2276927" y="1325175"/>
                  </a:lnTo>
                  <a:lnTo>
                    <a:pt x="2277027" y="1325177"/>
                  </a:lnTo>
                  <a:lnTo>
                    <a:pt x="2277328" y="1325606"/>
                  </a:lnTo>
                  <a:lnTo>
                    <a:pt x="2277441" y="1325767"/>
                  </a:lnTo>
                  <a:lnTo>
                    <a:pt x="2277832" y="1325848"/>
                  </a:lnTo>
                  <a:lnTo>
                    <a:pt x="2277842" y="1325845"/>
                  </a:lnTo>
                  <a:lnTo>
                    <a:pt x="2277846" y="1325789"/>
                  </a:lnTo>
                  <a:lnTo>
                    <a:pt x="2277876" y="1325761"/>
                  </a:lnTo>
                  <a:lnTo>
                    <a:pt x="2278042" y="1325664"/>
                  </a:lnTo>
                  <a:lnTo>
                    <a:pt x="2278081" y="1325653"/>
                  </a:lnTo>
                  <a:lnTo>
                    <a:pt x="2278164" y="1325644"/>
                  </a:lnTo>
                  <a:lnTo>
                    <a:pt x="2278579" y="1325682"/>
                  </a:lnTo>
                  <a:lnTo>
                    <a:pt x="2278628" y="1325695"/>
                  </a:lnTo>
                  <a:lnTo>
                    <a:pt x="2278734" y="1325741"/>
                  </a:lnTo>
                  <a:lnTo>
                    <a:pt x="2279254" y="1326044"/>
                  </a:lnTo>
                  <a:lnTo>
                    <a:pt x="2279591" y="1326258"/>
                  </a:lnTo>
                  <a:lnTo>
                    <a:pt x="2279610" y="1326271"/>
                  </a:lnTo>
                  <a:lnTo>
                    <a:pt x="2279657" y="1326310"/>
                  </a:lnTo>
                  <a:lnTo>
                    <a:pt x="2279799" y="1326459"/>
                  </a:lnTo>
                  <a:lnTo>
                    <a:pt x="2279815" y="1326483"/>
                  </a:lnTo>
                  <a:lnTo>
                    <a:pt x="2279823" y="1326495"/>
                  </a:lnTo>
                  <a:lnTo>
                    <a:pt x="2279834" y="1326511"/>
                  </a:lnTo>
                  <a:lnTo>
                    <a:pt x="2279844" y="1326536"/>
                  </a:lnTo>
                  <a:lnTo>
                    <a:pt x="2279869" y="1326596"/>
                  </a:lnTo>
                  <a:lnTo>
                    <a:pt x="2279872" y="1326603"/>
                  </a:lnTo>
                  <a:lnTo>
                    <a:pt x="2279871" y="1326615"/>
                  </a:lnTo>
                  <a:lnTo>
                    <a:pt x="2279855" y="1326831"/>
                  </a:lnTo>
                  <a:lnTo>
                    <a:pt x="2279817" y="1327025"/>
                  </a:lnTo>
                  <a:lnTo>
                    <a:pt x="2279925" y="1327456"/>
                  </a:lnTo>
                  <a:lnTo>
                    <a:pt x="2279927" y="1327461"/>
                  </a:lnTo>
                  <a:lnTo>
                    <a:pt x="2279955" y="1327516"/>
                  </a:lnTo>
                  <a:lnTo>
                    <a:pt x="2279978" y="1327585"/>
                  </a:lnTo>
                  <a:lnTo>
                    <a:pt x="2279978" y="1327598"/>
                  </a:lnTo>
                  <a:lnTo>
                    <a:pt x="2279973" y="1327653"/>
                  </a:lnTo>
                  <a:lnTo>
                    <a:pt x="2279972" y="1327667"/>
                  </a:lnTo>
                  <a:lnTo>
                    <a:pt x="2279971" y="1327688"/>
                  </a:lnTo>
                  <a:lnTo>
                    <a:pt x="2279956" y="1327706"/>
                  </a:lnTo>
                  <a:lnTo>
                    <a:pt x="2279941" y="1327725"/>
                  </a:lnTo>
                  <a:lnTo>
                    <a:pt x="2279932" y="1327735"/>
                  </a:lnTo>
                  <a:lnTo>
                    <a:pt x="2279903" y="1327746"/>
                  </a:lnTo>
                  <a:lnTo>
                    <a:pt x="2279864" y="1327760"/>
                  </a:lnTo>
                  <a:lnTo>
                    <a:pt x="2279845" y="1327767"/>
                  </a:lnTo>
                  <a:lnTo>
                    <a:pt x="2279824" y="1327775"/>
                  </a:lnTo>
                  <a:lnTo>
                    <a:pt x="2279788" y="1327775"/>
                  </a:lnTo>
                  <a:lnTo>
                    <a:pt x="2279780" y="1327775"/>
                  </a:lnTo>
                  <a:lnTo>
                    <a:pt x="2279782" y="1327791"/>
                  </a:lnTo>
                  <a:lnTo>
                    <a:pt x="2279786" y="1327825"/>
                  </a:lnTo>
                  <a:lnTo>
                    <a:pt x="2279786" y="1327833"/>
                  </a:lnTo>
                  <a:lnTo>
                    <a:pt x="2279788" y="1327848"/>
                  </a:lnTo>
                  <a:lnTo>
                    <a:pt x="2279789" y="1327859"/>
                  </a:lnTo>
                  <a:lnTo>
                    <a:pt x="2280647" y="1327783"/>
                  </a:lnTo>
                  <a:lnTo>
                    <a:pt x="2280753" y="1327773"/>
                  </a:lnTo>
                  <a:lnTo>
                    <a:pt x="2280795" y="1327771"/>
                  </a:lnTo>
                  <a:lnTo>
                    <a:pt x="2281369" y="1327738"/>
                  </a:lnTo>
                  <a:lnTo>
                    <a:pt x="2281327" y="1327919"/>
                  </a:lnTo>
                  <a:lnTo>
                    <a:pt x="2281316" y="1327945"/>
                  </a:lnTo>
                  <a:lnTo>
                    <a:pt x="2281274" y="1328038"/>
                  </a:lnTo>
                  <a:lnTo>
                    <a:pt x="2281137" y="1328339"/>
                  </a:lnTo>
                  <a:lnTo>
                    <a:pt x="2280946" y="1328735"/>
                  </a:lnTo>
                  <a:lnTo>
                    <a:pt x="2280887" y="1328830"/>
                  </a:lnTo>
                  <a:lnTo>
                    <a:pt x="2280854" y="1328863"/>
                  </a:lnTo>
                  <a:lnTo>
                    <a:pt x="2280798" y="1328870"/>
                  </a:lnTo>
                  <a:lnTo>
                    <a:pt x="2280744" y="1328909"/>
                  </a:lnTo>
                  <a:lnTo>
                    <a:pt x="2280704" y="1328970"/>
                  </a:lnTo>
                  <a:lnTo>
                    <a:pt x="2280681" y="1329005"/>
                  </a:lnTo>
                  <a:lnTo>
                    <a:pt x="2280731" y="1329105"/>
                  </a:lnTo>
                  <a:lnTo>
                    <a:pt x="2280761" y="1329165"/>
                  </a:lnTo>
                  <a:lnTo>
                    <a:pt x="2280840" y="1329325"/>
                  </a:lnTo>
                  <a:lnTo>
                    <a:pt x="2280873" y="1329325"/>
                  </a:lnTo>
                  <a:lnTo>
                    <a:pt x="2280913" y="1329325"/>
                  </a:lnTo>
                  <a:lnTo>
                    <a:pt x="2281230" y="1329322"/>
                  </a:lnTo>
                  <a:lnTo>
                    <a:pt x="2281389" y="1329236"/>
                  </a:lnTo>
                  <a:lnTo>
                    <a:pt x="2281466" y="1329232"/>
                  </a:lnTo>
                  <a:lnTo>
                    <a:pt x="2281502" y="1329249"/>
                  </a:lnTo>
                  <a:lnTo>
                    <a:pt x="2281595" y="1329349"/>
                  </a:lnTo>
                  <a:lnTo>
                    <a:pt x="2281614" y="1329420"/>
                  </a:lnTo>
                  <a:lnTo>
                    <a:pt x="2281609" y="1329444"/>
                  </a:lnTo>
                  <a:lnTo>
                    <a:pt x="2281605" y="1329462"/>
                  </a:lnTo>
                  <a:lnTo>
                    <a:pt x="2281588" y="1329479"/>
                  </a:lnTo>
                  <a:lnTo>
                    <a:pt x="2281577" y="1329490"/>
                  </a:lnTo>
                  <a:lnTo>
                    <a:pt x="2281566" y="1329501"/>
                  </a:lnTo>
                  <a:lnTo>
                    <a:pt x="2281526" y="1329517"/>
                  </a:lnTo>
                  <a:lnTo>
                    <a:pt x="2281498" y="1329539"/>
                  </a:lnTo>
                  <a:lnTo>
                    <a:pt x="2281442" y="1329584"/>
                  </a:lnTo>
                  <a:lnTo>
                    <a:pt x="2281427" y="1329596"/>
                  </a:lnTo>
                  <a:lnTo>
                    <a:pt x="2281412" y="1329608"/>
                  </a:lnTo>
                  <a:lnTo>
                    <a:pt x="2281398" y="1329631"/>
                  </a:lnTo>
                  <a:lnTo>
                    <a:pt x="2281395" y="1329635"/>
                  </a:lnTo>
                  <a:lnTo>
                    <a:pt x="2281386" y="1329651"/>
                  </a:lnTo>
                  <a:lnTo>
                    <a:pt x="2281379" y="1329662"/>
                  </a:lnTo>
                  <a:lnTo>
                    <a:pt x="2281377" y="1329677"/>
                  </a:lnTo>
                  <a:lnTo>
                    <a:pt x="2281375" y="1329690"/>
                  </a:lnTo>
                  <a:lnTo>
                    <a:pt x="2281374" y="1329697"/>
                  </a:lnTo>
                  <a:lnTo>
                    <a:pt x="2281376" y="1329711"/>
                  </a:lnTo>
                  <a:lnTo>
                    <a:pt x="2281378" y="1329724"/>
                  </a:lnTo>
                  <a:lnTo>
                    <a:pt x="2281398" y="1329735"/>
                  </a:lnTo>
                  <a:lnTo>
                    <a:pt x="2281403" y="1329738"/>
                  </a:lnTo>
                  <a:lnTo>
                    <a:pt x="2281411" y="1329741"/>
                  </a:lnTo>
                  <a:lnTo>
                    <a:pt x="2281454" y="1329757"/>
                  </a:lnTo>
                  <a:lnTo>
                    <a:pt x="2281475" y="1329766"/>
                  </a:lnTo>
                  <a:lnTo>
                    <a:pt x="2281483" y="1329767"/>
                  </a:lnTo>
                  <a:lnTo>
                    <a:pt x="2281522" y="1329777"/>
                  </a:lnTo>
                  <a:lnTo>
                    <a:pt x="2281529" y="1329778"/>
                  </a:lnTo>
                  <a:lnTo>
                    <a:pt x="2281560" y="1329786"/>
                  </a:lnTo>
                  <a:lnTo>
                    <a:pt x="2281566" y="1329788"/>
                  </a:lnTo>
                  <a:lnTo>
                    <a:pt x="2281579" y="1329795"/>
                  </a:lnTo>
                  <a:lnTo>
                    <a:pt x="2281587" y="1329800"/>
                  </a:lnTo>
                  <a:lnTo>
                    <a:pt x="2281592" y="1329803"/>
                  </a:lnTo>
                  <a:lnTo>
                    <a:pt x="2281601" y="1329808"/>
                  </a:lnTo>
                  <a:lnTo>
                    <a:pt x="2281612" y="1329814"/>
                  </a:lnTo>
                  <a:lnTo>
                    <a:pt x="2281618" y="1329818"/>
                  </a:lnTo>
                  <a:lnTo>
                    <a:pt x="2281625" y="1329822"/>
                  </a:lnTo>
                  <a:lnTo>
                    <a:pt x="2281634" y="1329827"/>
                  </a:lnTo>
                  <a:lnTo>
                    <a:pt x="2281648" y="1329835"/>
                  </a:lnTo>
                  <a:lnTo>
                    <a:pt x="2281686" y="1329925"/>
                  </a:lnTo>
                  <a:lnTo>
                    <a:pt x="2281687" y="1329938"/>
                  </a:lnTo>
                  <a:lnTo>
                    <a:pt x="2281715" y="1329949"/>
                  </a:lnTo>
                  <a:lnTo>
                    <a:pt x="2281859" y="1330673"/>
                  </a:lnTo>
                  <a:lnTo>
                    <a:pt x="2281886" y="1330808"/>
                  </a:lnTo>
                  <a:lnTo>
                    <a:pt x="2281854" y="1330812"/>
                  </a:lnTo>
                  <a:lnTo>
                    <a:pt x="2281507" y="1330849"/>
                  </a:lnTo>
                  <a:lnTo>
                    <a:pt x="2281495" y="1330868"/>
                  </a:lnTo>
                  <a:lnTo>
                    <a:pt x="2281480" y="1330889"/>
                  </a:lnTo>
                  <a:lnTo>
                    <a:pt x="2281463" y="1330915"/>
                  </a:lnTo>
                  <a:lnTo>
                    <a:pt x="2281473" y="1330914"/>
                  </a:lnTo>
                  <a:lnTo>
                    <a:pt x="2281506" y="1330948"/>
                  </a:lnTo>
                  <a:lnTo>
                    <a:pt x="2281599" y="1331043"/>
                  </a:lnTo>
                  <a:lnTo>
                    <a:pt x="2281585" y="1331089"/>
                  </a:lnTo>
                  <a:lnTo>
                    <a:pt x="2281575" y="1331103"/>
                  </a:lnTo>
                  <a:lnTo>
                    <a:pt x="2281552" y="1331135"/>
                  </a:lnTo>
                  <a:lnTo>
                    <a:pt x="2281542" y="1331154"/>
                  </a:lnTo>
                  <a:lnTo>
                    <a:pt x="2281539" y="1331159"/>
                  </a:lnTo>
                  <a:lnTo>
                    <a:pt x="2281536" y="1331163"/>
                  </a:lnTo>
                  <a:lnTo>
                    <a:pt x="2281527" y="1331169"/>
                  </a:lnTo>
                  <a:lnTo>
                    <a:pt x="2281453" y="1331211"/>
                  </a:lnTo>
                  <a:lnTo>
                    <a:pt x="2281438" y="1331220"/>
                  </a:lnTo>
                  <a:lnTo>
                    <a:pt x="2281429" y="1331225"/>
                  </a:lnTo>
                  <a:lnTo>
                    <a:pt x="2281417" y="1331232"/>
                  </a:lnTo>
                  <a:lnTo>
                    <a:pt x="2281398" y="1331243"/>
                  </a:lnTo>
                  <a:lnTo>
                    <a:pt x="2281394" y="1331248"/>
                  </a:lnTo>
                  <a:lnTo>
                    <a:pt x="2281388" y="1331253"/>
                  </a:lnTo>
                  <a:lnTo>
                    <a:pt x="2281379" y="1331264"/>
                  </a:lnTo>
                  <a:lnTo>
                    <a:pt x="2281373" y="1331270"/>
                  </a:lnTo>
                  <a:lnTo>
                    <a:pt x="2281377" y="1331289"/>
                  </a:lnTo>
                  <a:lnTo>
                    <a:pt x="2281378" y="1331297"/>
                  </a:lnTo>
                  <a:lnTo>
                    <a:pt x="2281380" y="1331307"/>
                  </a:lnTo>
                  <a:lnTo>
                    <a:pt x="2281405" y="1331336"/>
                  </a:lnTo>
                  <a:lnTo>
                    <a:pt x="2281409" y="1331342"/>
                  </a:lnTo>
                  <a:lnTo>
                    <a:pt x="2281455" y="1331396"/>
                  </a:lnTo>
                  <a:lnTo>
                    <a:pt x="2281458" y="1331402"/>
                  </a:lnTo>
                  <a:lnTo>
                    <a:pt x="2281497" y="1331462"/>
                  </a:lnTo>
                  <a:lnTo>
                    <a:pt x="2281501" y="1331469"/>
                  </a:lnTo>
                  <a:lnTo>
                    <a:pt x="2281505" y="1331476"/>
                  </a:lnTo>
                  <a:lnTo>
                    <a:pt x="2281526" y="1331508"/>
                  </a:lnTo>
                  <a:lnTo>
                    <a:pt x="2281536" y="1331525"/>
                  </a:lnTo>
                  <a:lnTo>
                    <a:pt x="2281539" y="1331531"/>
                  </a:lnTo>
                  <a:lnTo>
                    <a:pt x="2281542" y="1331556"/>
                  </a:lnTo>
                  <a:lnTo>
                    <a:pt x="2281546" y="1331582"/>
                  </a:lnTo>
                  <a:lnTo>
                    <a:pt x="2281559" y="1331684"/>
                  </a:lnTo>
                  <a:lnTo>
                    <a:pt x="2281564" y="1331716"/>
                  </a:lnTo>
                  <a:lnTo>
                    <a:pt x="2281560" y="1331741"/>
                  </a:lnTo>
                  <a:lnTo>
                    <a:pt x="2281559" y="1331750"/>
                  </a:lnTo>
                  <a:lnTo>
                    <a:pt x="2281555" y="1331773"/>
                  </a:lnTo>
                  <a:lnTo>
                    <a:pt x="2281513" y="1331796"/>
                  </a:lnTo>
                  <a:lnTo>
                    <a:pt x="2281454" y="1331829"/>
                  </a:lnTo>
                  <a:lnTo>
                    <a:pt x="2281434" y="1331831"/>
                  </a:lnTo>
                  <a:lnTo>
                    <a:pt x="2281425" y="1331832"/>
                  </a:lnTo>
                  <a:lnTo>
                    <a:pt x="2281408" y="1331954"/>
                  </a:lnTo>
                  <a:lnTo>
                    <a:pt x="2280849" y="1334728"/>
                  </a:lnTo>
                  <a:lnTo>
                    <a:pt x="2280579" y="1335360"/>
                  </a:lnTo>
                  <a:lnTo>
                    <a:pt x="2280560" y="1335404"/>
                  </a:lnTo>
                  <a:lnTo>
                    <a:pt x="2280580" y="1335432"/>
                  </a:lnTo>
                  <a:lnTo>
                    <a:pt x="2280577" y="1335488"/>
                  </a:lnTo>
                  <a:lnTo>
                    <a:pt x="2280576" y="1335506"/>
                  </a:lnTo>
                  <a:lnTo>
                    <a:pt x="2280565" y="1335544"/>
                  </a:lnTo>
                  <a:lnTo>
                    <a:pt x="2280459" y="1335557"/>
                  </a:lnTo>
                  <a:lnTo>
                    <a:pt x="2280339" y="1335570"/>
                  </a:lnTo>
                  <a:lnTo>
                    <a:pt x="2280196" y="1335585"/>
                  </a:lnTo>
                  <a:lnTo>
                    <a:pt x="2280125" y="1335650"/>
                  </a:lnTo>
                  <a:lnTo>
                    <a:pt x="2280111" y="1335709"/>
                  </a:lnTo>
                  <a:lnTo>
                    <a:pt x="2280121" y="1335736"/>
                  </a:lnTo>
                  <a:lnTo>
                    <a:pt x="2280151" y="1335786"/>
                  </a:lnTo>
                  <a:lnTo>
                    <a:pt x="2280156" y="1335795"/>
                  </a:lnTo>
                  <a:lnTo>
                    <a:pt x="2280145" y="1335815"/>
                  </a:lnTo>
                  <a:lnTo>
                    <a:pt x="2280135" y="1335834"/>
                  </a:lnTo>
                  <a:lnTo>
                    <a:pt x="2280083" y="1335865"/>
                  </a:lnTo>
                  <a:lnTo>
                    <a:pt x="2280071" y="1335872"/>
                  </a:lnTo>
                  <a:lnTo>
                    <a:pt x="2280005" y="1335880"/>
                  </a:lnTo>
                  <a:lnTo>
                    <a:pt x="2279962" y="1335824"/>
                  </a:lnTo>
                  <a:lnTo>
                    <a:pt x="2279935" y="1335780"/>
                  </a:lnTo>
                  <a:lnTo>
                    <a:pt x="2279907" y="1335735"/>
                  </a:lnTo>
                  <a:lnTo>
                    <a:pt x="2279894" y="1335712"/>
                  </a:lnTo>
                  <a:lnTo>
                    <a:pt x="2279874" y="1335680"/>
                  </a:lnTo>
                  <a:lnTo>
                    <a:pt x="2279811" y="1335656"/>
                  </a:lnTo>
                  <a:lnTo>
                    <a:pt x="2279751" y="1335669"/>
                  </a:lnTo>
                  <a:lnTo>
                    <a:pt x="2279709" y="1335695"/>
                  </a:lnTo>
                  <a:lnTo>
                    <a:pt x="2279695" y="1335721"/>
                  </a:lnTo>
                  <a:lnTo>
                    <a:pt x="2279703" y="1335761"/>
                  </a:lnTo>
                  <a:lnTo>
                    <a:pt x="2279727" y="1335787"/>
                  </a:lnTo>
                  <a:lnTo>
                    <a:pt x="2279760" y="1335822"/>
                  </a:lnTo>
                  <a:lnTo>
                    <a:pt x="2279758" y="1335852"/>
                  </a:lnTo>
                  <a:lnTo>
                    <a:pt x="2279754" y="1335903"/>
                  </a:lnTo>
                  <a:lnTo>
                    <a:pt x="2279717" y="1335945"/>
                  </a:lnTo>
                  <a:lnTo>
                    <a:pt x="2279712" y="1335943"/>
                  </a:lnTo>
                  <a:lnTo>
                    <a:pt x="2279668" y="1335926"/>
                  </a:lnTo>
                  <a:lnTo>
                    <a:pt x="2279625" y="1335880"/>
                  </a:lnTo>
                  <a:lnTo>
                    <a:pt x="2279591" y="1335856"/>
                  </a:lnTo>
                  <a:lnTo>
                    <a:pt x="2279547" y="1335881"/>
                  </a:lnTo>
                  <a:lnTo>
                    <a:pt x="2279513" y="1335893"/>
                  </a:lnTo>
                  <a:lnTo>
                    <a:pt x="2279490" y="1335901"/>
                  </a:lnTo>
                  <a:lnTo>
                    <a:pt x="2279458" y="1335877"/>
                  </a:lnTo>
                  <a:lnTo>
                    <a:pt x="2279455" y="1335840"/>
                  </a:lnTo>
                  <a:lnTo>
                    <a:pt x="2279455" y="1335831"/>
                  </a:lnTo>
                  <a:lnTo>
                    <a:pt x="2279460" y="1335623"/>
                  </a:lnTo>
                  <a:lnTo>
                    <a:pt x="2279429" y="1335564"/>
                  </a:lnTo>
                  <a:lnTo>
                    <a:pt x="2279365" y="1335508"/>
                  </a:lnTo>
                  <a:lnTo>
                    <a:pt x="2279152" y="1335319"/>
                  </a:lnTo>
                  <a:lnTo>
                    <a:pt x="2278934" y="1335307"/>
                  </a:lnTo>
                  <a:lnTo>
                    <a:pt x="2278630" y="1335494"/>
                  </a:lnTo>
                  <a:lnTo>
                    <a:pt x="2278572" y="1335530"/>
                  </a:lnTo>
                  <a:lnTo>
                    <a:pt x="2278557" y="1335655"/>
                  </a:lnTo>
                  <a:lnTo>
                    <a:pt x="2278557" y="1335661"/>
                  </a:lnTo>
                  <a:lnTo>
                    <a:pt x="2278729" y="1335918"/>
                  </a:lnTo>
                  <a:lnTo>
                    <a:pt x="2278736" y="1335935"/>
                  </a:lnTo>
                  <a:lnTo>
                    <a:pt x="2278726" y="1335969"/>
                  </a:lnTo>
                  <a:lnTo>
                    <a:pt x="2278717" y="1336017"/>
                  </a:lnTo>
                  <a:lnTo>
                    <a:pt x="2278708" y="1336062"/>
                  </a:lnTo>
                  <a:lnTo>
                    <a:pt x="2278660" y="1336106"/>
                  </a:lnTo>
                  <a:lnTo>
                    <a:pt x="2278639" y="1336110"/>
                  </a:lnTo>
                  <a:lnTo>
                    <a:pt x="2278634" y="1336111"/>
                  </a:lnTo>
                  <a:lnTo>
                    <a:pt x="2278584" y="1336122"/>
                  </a:lnTo>
                  <a:lnTo>
                    <a:pt x="2278566" y="1336100"/>
                  </a:lnTo>
                  <a:lnTo>
                    <a:pt x="2278552" y="1336083"/>
                  </a:lnTo>
                  <a:lnTo>
                    <a:pt x="2278548" y="1336075"/>
                  </a:lnTo>
                  <a:lnTo>
                    <a:pt x="2278543" y="1336067"/>
                  </a:lnTo>
                  <a:lnTo>
                    <a:pt x="2278539" y="1336062"/>
                  </a:lnTo>
                  <a:lnTo>
                    <a:pt x="2278534" y="1336057"/>
                  </a:lnTo>
                  <a:lnTo>
                    <a:pt x="2278527" y="1336051"/>
                  </a:lnTo>
                  <a:lnTo>
                    <a:pt x="2278543" y="1336093"/>
                  </a:lnTo>
                  <a:lnTo>
                    <a:pt x="2278545" y="1336108"/>
                  </a:lnTo>
                  <a:lnTo>
                    <a:pt x="2278542" y="1336121"/>
                  </a:lnTo>
                  <a:lnTo>
                    <a:pt x="2278541" y="1336136"/>
                  </a:lnTo>
                  <a:lnTo>
                    <a:pt x="2278547" y="1336165"/>
                  </a:lnTo>
                  <a:lnTo>
                    <a:pt x="2278556" y="1336189"/>
                  </a:lnTo>
                  <a:lnTo>
                    <a:pt x="2278565" y="1336208"/>
                  </a:lnTo>
                  <a:lnTo>
                    <a:pt x="2278574" y="1336224"/>
                  </a:lnTo>
                  <a:lnTo>
                    <a:pt x="2278578" y="1336230"/>
                  </a:lnTo>
                  <a:lnTo>
                    <a:pt x="2278593" y="1336231"/>
                  </a:lnTo>
                  <a:lnTo>
                    <a:pt x="2278604" y="1336229"/>
                  </a:lnTo>
                  <a:lnTo>
                    <a:pt x="2278616" y="1336224"/>
                  </a:lnTo>
                  <a:lnTo>
                    <a:pt x="2278625" y="1336228"/>
                  </a:lnTo>
                  <a:lnTo>
                    <a:pt x="2278623" y="1336236"/>
                  </a:lnTo>
                  <a:lnTo>
                    <a:pt x="2278617" y="1336242"/>
                  </a:lnTo>
                  <a:lnTo>
                    <a:pt x="2278614" y="1336250"/>
                  </a:lnTo>
                  <a:lnTo>
                    <a:pt x="2278614" y="1336261"/>
                  </a:lnTo>
                  <a:lnTo>
                    <a:pt x="2278615" y="1336267"/>
                  </a:lnTo>
                  <a:lnTo>
                    <a:pt x="2278602" y="1336274"/>
                  </a:lnTo>
                  <a:lnTo>
                    <a:pt x="2278204" y="1336380"/>
                  </a:lnTo>
                  <a:lnTo>
                    <a:pt x="2277809" y="1336483"/>
                  </a:lnTo>
                  <a:lnTo>
                    <a:pt x="2277428" y="1336591"/>
                  </a:lnTo>
                  <a:lnTo>
                    <a:pt x="2277050" y="1336694"/>
                  </a:lnTo>
                  <a:lnTo>
                    <a:pt x="2276632" y="1336807"/>
                  </a:lnTo>
                  <a:lnTo>
                    <a:pt x="2276307" y="1336898"/>
                  </a:lnTo>
                  <a:lnTo>
                    <a:pt x="2276222" y="1336921"/>
                  </a:lnTo>
                  <a:lnTo>
                    <a:pt x="2275972" y="1336917"/>
                  </a:lnTo>
                  <a:lnTo>
                    <a:pt x="2275302" y="1336896"/>
                  </a:lnTo>
                  <a:lnTo>
                    <a:pt x="2275202" y="1336897"/>
                  </a:lnTo>
                  <a:lnTo>
                    <a:pt x="2275153" y="1336894"/>
                  </a:lnTo>
                  <a:lnTo>
                    <a:pt x="2275114" y="1336892"/>
                  </a:lnTo>
                  <a:lnTo>
                    <a:pt x="2274995" y="1336886"/>
                  </a:lnTo>
                  <a:lnTo>
                    <a:pt x="2274749" y="1336874"/>
                  </a:lnTo>
                  <a:lnTo>
                    <a:pt x="2274398" y="1336857"/>
                  </a:lnTo>
                  <a:lnTo>
                    <a:pt x="2274316" y="1336853"/>
                  </a:lnTo>
                  <a:lnTo>
                    <a:pt x="2274193" y="1336830"/>
                  </a:lnTo>
                  <a:lnTo>
                    <a:pt x="2274096" y="1336812"/>
                  </a:lnTo>
                  <a:lnTo>
                    <a:pt x="2273902" y="1336776"/>
                  </a:lnTo>
                  <a:lnTo>
                    <a:pt x="2273609" y="1336749"/>
                  </a:lnTo>
                  <a:lnTo>
                    <a:pt x="2273296" y="1336721"/>
                  </a:lnTo>
                  <a:lnTo>
                    <a:pt x="2272992" y="1336693"/>
                  </a:lnTo>
                  <a:lnTo>
                    <a:pt x="2272813" y="1336684"/>
                  </a:lnTo>
                  <a:lnTo>
                    <a:pt x="2272723" y="1336692"/>
                  </a:lnTo>
                  <a:lnTo>
                    <a:pt x="2272661" y="1336698"/>
                  </a:lnTo>
                  <a:lnTo>
                    <a:pt x="2272641" y="1336700"/>
                  </a:lnTo>
                  <a:lnTo>
                    <a:pt x="2272603" y="1336743"/>
                  </a:lnTo>
                  <a:lnTo>
                    <a:pt x="2272341" y="1337366"/>
                  </a:lnTo>
                  <a:lnTo>
                    <a:pt x="2272139" y="1337847"/>
                  </a:lnTo>
                  <a:lnTo>
                    <a:pt x="2272215" y="1337902"/>
                  </a:lnTo>
                  <a:lnTo>
                    <a:pt x="2272864" y="1338112"/>
                  </a:lnTo>
                  <a:lnTo>
                    <a:pt x="2273064" y="1338186"/>
                  </a:lnTo>
                  <a:lnTo>
                    <a:pt x="2273253" y="1338282"/>
                  </a:lnTo>
                  <a:lnTo>
                    <a:pt x="2273826" y="1338282"/>
                  </a:lnTo>
                  <a:lnTo>
                    <a:pt x="2273877" y="1338282"/>
                  </a:lnTo>
                  <a:lnTo>
                    <a:pt x="2274421" y="1338398"/>
                  </a:lnTo>
                  <a:lnTo>
                    <a:pt x="2275281" y="1338758"/>
                  </a:lnTo>
                  <a:lnTo>
                    <a:pt x="2275630" y="1339656"/>
                  </a:lnTo>
                  <a:lnTo>
                    <a:pt x="2276222" y="1341176"/>
                  </a:lnTo>
                  <a:lnTo>
                    <a:pt x="2276448" y="1341758"/>
                  </a:lnTo>
                  <a:lnTo>
                    <a:pt x="2276773" y="1342352"/>
                  </a:lnTo>
                  <a:lnTo>
                    <a:pt x="2277252" y="1343227"/>
                  </a:lnTo>
                  <a:lnTo>
                    <a:pt x="2277309" y="1343332"/>
                  </a:lnTo>
                  <a:lnTo>
                    <a:pt x="2277595" y="1343979"/>
                  </a:lnTo>
                  <a:lnTo>
                    <a:pt x="2277759" y="1344348"/>
                  </a:lnTo>
                  <a:lnTo>
                    <a:pt x="2277676" y="1344503"/>
                  </a:lnTo>
                  <a:lnTo>
                    <a:pt x="2277676" y="1344660"/>
                  </a:lnTo>
                  <a:lnTo>
                    <a:pt x="2277679" y="1345244"/>
                  </a:lnTo>
                  <a:lnTo>
                    <a:pt x="2277809" y="1345420"/>
                  </a:lnTo>
                  <a:lnTo>
                    <a:pt x="2277833" y="1345316"/>
                  </a:lnTo>
                  <a:lnTo>
                    <a:pt x="2277839" y="1345290"/>
                  </a:lnTo>
                  <a:lnTo>
                    <a:pt x="2277920" y="1345043"/>
                  </a:lnTo>
                  <a:lnTo>
                    <a:pt x="2278258" y="1345041"/>
                  </a:lnTo>
                  <a:lnTo>
                    <a:pt x="2278735" y="1345424"/>
                  </a:lnTo>
                  <a:lnTo>
                    <a:pt x="2278724" y="1345639"/>
                  </a:lnTo>
                  <a:lnTo>
                    <a:pt x="2278668" y="1345864"/>
                  </a:lnTo>
                  <a:lnTo>
                    <a:pt x="2278623" y="1345954"/>
                  </a:lnTo>
                  <a:lnTo>
                    <a:pt x="2278620" y="1345994"/>
                  </a:lnTo>
                  <a:lnTo>
                    <a:pt x="2278636" y="1346022"/>
                  </a:lnTo>
                  <a:lnTo>
                    <a:pt x="2278716" y="1346005"/>
                  </a:lnTo>
                  <a:lnTo>
                    <a:pt x="2278798" y="1345989"/>
                  </a:lnTo>
                  <a:lnTo>
                    <a:pt x="2278903" y="1346021"/>
                  </a:lnTo>
                  <a:lnTo>
                    <a:pt x="2278923" y="1346033"/>
                  </a:lnTo>
                  <a:lnTo>
                    <a:pt x="2278938" y="1346055"/>
                  </a:lnTo>
                  <a:lnTo>
                    <a:pt x="2279187" y="1346227"/>
                  </a:lnTo>
                  <a:lnTo>
                    <a:pt x="2279176" y="1346260"/>
                  </a:lnTo>
                  <a:lnTo>
                    <a:pt x="2279032" y="1346346"/>
                  </a:lnTo>
                  <a:lnTo>
                    <a:pt x="2278949" y="1346361"/>
                  </a:lnTo>
                  <a:lnTo>
                    <a:pt x="2278841" y="1346352"/>
                  </a:lnTo>
                  <a:lnTo>
                    <a:pt x="2278520" y="1346550"/>
                  </a:lnTo>
                  <a:lnTo>
                    <a:pt x="2278504" y="1346568"/>
                  </a:lnTo>
                  <a:lnTo>
                    <a:pt x="2278486" y="1346652"/>
                  </a:lnTo>
                  <a:lnTo>
                    <a:pt x="2278489" y="1346720"/>
                  </a:lnTo>
                  <a:lnTo>
                    <a:pt x="2278519" y="1346775"/>
                  </a:lnTo>
                  <a:lnTo>
                    <a:pt x="2278565" y="1346796"/>
                  </a:lnTo>
                  <a:lnTo>
                    <a:pt x="2278598" y="1346811"/>
                  </a:lnTo>
                  <a:lnTo>
                    <a:pt x="2278613" y="1346818"/>
                  </a:lnTo>
                  <a:lnTo>
                    <a:pt x="2278636" y="1346829"/>
                  </a:lnTo>
                  <a:lnTo>
                    <a:pt x="2278650" y="1346927"/>
                  </a:lnTo>
                  <a:lnTo>
                    <a:pt x="2278650" y="1346979"/>
                  </a:lnTo>
                  <a:lnTo>
                    <a:pt x="2278566" y="1347091"/>
                  </a:lnTo>
                  <a:lnTo>
                    <a:pt x="2278451" y="1347162"/>
                  </a:lnTo>
                  <a:lnTo>
                    <a:pt x="2278429" y="1347176"/>
                  </a:lnTo>
                  <a:lnTo>
                    <a:pt x="2278303" y="1347190"/>
                  </a:lnTo>
                  <a:lnTo>
                    <a:pt x="2278287" y="1347201"/>
                  </a:lnTo>
                  <a:lnTo>
                    <a:pt x="2278242" y="1347234"/>
                  </a:lnTo>
                  <a:lnTo>
                    <a:pt x="2278218" y="1347286"/>
                  </a:lnTo>
                  <a:lnTo>
                    <a:pt x="2278232" y="1347394"/>
                  </a:lnTo>
                  <a:lnTo>
                    <a:pt x="2278263" y="1347601"/>
                  </a:lnTo>
                  <a:lnTo>
                    <a:pt x="2278256" y="1347605"/>
                  </a:lnTo>
                  <a:lnTo>
                    <a:pt x="2278221" y="1347620"/>
                  </a:lnTo>
                  <a:lnTo>
                    <a:pt x="2278130" y="1347629"/>
                  </a:lnTo>
                  <a:lnTo>
                    <a:pt x="2277978" y="1347507"/>
                  </a:lnTo>
                  <a:lnTo>
                    <a:pt x="2277835" y="1347547"/>
                  </a:lnTo>
                  <a:lnTo>
                    <a:pt x="2277713" y="1347596"/>
                  </a:lnTo>
                  <a:lnTo>
                    <a:pt x="2277580" y="1347678"/>
                  </a:lnTo>
                  <a:lnTo>
                    <a:pt x="2277525" y="1347696"/>
                  </a:lnTo>
                  <a:lnTo>
                    <a:pt x="2276962" y="1347577"/>
                  </a:lnTo>
                  <a:lnTo>
                    <a:pt x="2276922" y="1347558"/>
                  </a:lnTo>
                  <a:lnTo>
                    <a:pt x="2276841" y="1347470"/>
                  </a:lnTo>
                  <a:lnTo>
                    <a:pt x="2276807" y="1347502"/>
                  </a:lnTo>
                  <a:lnTo>
                    <a:pt x="2276776" y="1347531"/>
                  </a:lnTo>
                  <a:lnTo>
                    <a:pt x="2276742" y="1347564"/>
                  </a:lnTo>
                  <a:lnTo>
                    <a:pt x="2277022" y="1348064"/>
                  </a:lnTo>
                  <a:lnTo>
                    <a:pt x="2277370" y="1348128"/>
                  </a:lnTo>
                  <a:lnTo>
                    <a:pt x="2277534" y="1348158"/>
                  </a:lnTo>
                  <a:lnTo>
                    <a:pt x="2278023" y="1348199"/>
                  </a:lnTo>
                  <a:lnTo>
                    <a:pt x="2278026" y="1348204"/>
                  </a:lnTo>
                  <a:lnTo>
                    <a:pt x="2278181" y="1348487"/>
                  </a:lnTo>
                  <a:lnTo>
                    <a:pt x="2278269" y="1348647"/>
                  </a:lnTo>
                  <a:lnTo>
                    <a:pt x="2278235" y="1348758"/>
                  </a:lnTo>
                  <a:lnTo>
                    <a:pt x="2278207" y="1348788"/>
                  </a:lnTo>
                  <a:lnTo>
                    <a:pt x="2278174" y="1348823"/>
                  </a:lnTo>
                  <a:lnTo>
                    <a:pt x="2278152" y="1348831"/>
                  </a:lnTo>
                  <a:lnTo>
                    <a:pt x="2278120" y="1348844"/>
                  </a:lnTo>
                  <a:lnTo>
                    <a:pt x="2278107" y="1348840"/>
                  </a:lnTo>
                  <a:lnTo>
                    <a:pt x="2277762" y="1349169"/>
                  </a:lnTo>
                  <a:lnTo>
                    <a:pt x="2277760" y="1349226"/>
                  </a:lnTo>
                  <a:lnTo>
                    <a:pt x="2277695" y="1349730"/>
                  </a:lnTo>
                  <a:lnTo>
                    <a:pt x="2277521" y="1351024"/>
                  </a:lnTo>
                  <a:lnTo>
                    <a:pt x="2277547" y="1351071"/>
                  </a:lnTo>
                  <a:lnTo>
                    <a:pt x="2277994" y="1351356"/>
                  </a:lnTo>
                  <a:lnTo>
                    <a:pt x="2278237" y="1351417"/>
                  </a:lnTo>
                  <a:lnTo>
                    <a:pt x="2279559" y="1351882"/>
                  </a:lnTo>
                  <a:lnTo>
                    <a:pt x="2279719" y="1351753"/>
                  </a:lnTo>
                  <a:lnTo>
                    <a:pt x="2279924" y="1351734"/>
                  </a:lnTo>
                  <a:lnTo>
                    <a:pt x="2280248" y="1352148"/>
                  </a:lnTo>
                  <a:lnTo>
                    <a:pt x="2280286" y="1352181"/>
                  </a:lnTo>
                  <a:lnTo>
                    <a:pt x="2280550" y="1352414"/>
                  </a:lnTo>
                  <a:lnTo>
                    <a:pt x="2280559" y="1352431"/>
                  </a:lnTo>
                  <a:lnTo>
                    <a:pt x="2280432" y="1352571"/>
                  </a:lnTo>
                  <a:lnTo>
                    <a:pt x="2280200" y="1352678"/>
                  </a:lnTo>
                  <a:lnTo>
                    <a:pt x="2280043" y="1352728"/>
                  </a:lnTo>
                  <a:lnTo>
                    <a:pt x="2279921" y="1352754"/>
                  </a:lnTo>
                  <a:lnTo>
                    <a:pt x="2279872" y="1352793"/>
                  </a:lnTo>
                  <a:lnTo>
                    <a:pt x="2279517" y="1353471"/>
                  </a:lnTo>
                  <a:lnTo>
                    <a:pt x="2279517" y="1353495"/>
                  </a:lnTo>
                  <a:lnTo>
                    <a:pt x="2279524" y="1353503"/>
                  </a:lnTo>
                  <a:lnTo>
                    <a:pt x="2279813" y="1353758"/>
                  </a:lnTo>
                  <a:lnTo>
                    <a:pt x="2280098" y="1353707"/>
                  </a:lnTo>
                  <a:lnTo>
                    <a:pt x="2280018" y="1353885"/>
                  </a:lnTo>
                  <a:lnTo>
                    <a:pt x="2279856" y="1354161"/>
                  </a:lnTo>
                  <a:lnTo>
                    <a:pt x="2279541" y="1354406"/>
                  </a:lnTo>
                  <a:lnTo>
                    <a:pt x="2279092" y="1354622"/>
                  </a:lnTo>
                  <a:lnTo>
                    <a:pt x="2278930" y="1354665"/>
                  </a:lnTo>
                  <a:lnTo>
                    <a:pt x="2278860" y="1354690"/>
                  </a:lnTo>
                  <a:lnTo>
                    <a:pt x="2278823" y="1354700"/>
                  </a:lnTo>
                  <a:lnTo>
                    <a:pt x="2278694" y="1354655"/>
                  </a:lnTo>
                  <a:lnTo>
                    <a:pt x="2278620" y="1354635"/>
                  </a:lnTo>
                  <a:lnTo>
                    <a:pt x="2278562" y="1354663"/>
                  </a:lnTo>
                  <a:lnTo>
                    <a:pt x="2278566" y="1354683"/>
                  </a:lnTo>
                  <a:lnTo>
                    <a:pt x="2278575" y="1354731"/>
                  </a:lnTo>
                  <a:lnTo>
                    <a:pt x="2278647" y="1354822"/>
                  </a:lnTo>
                  <a:lnTo>
                    <a:pt x="2278749" y="1354904"/>
                  </a:lnTo>
                  <a:lnTo>
                    <a:pt x="2278789" y="1354941"/>
                  </a:lnTo>
                  <a:lnTo>
                    <a:pt x="2278762" y="1355001"/>
                  </a:lnTo>
                  <a:lnTo>
                    <a:pt x="2278761" y="1355101"/>
                  </a:lnTo>
                  <a:lnTo>
                    <a:pt x="2278689" y="1355271"/>
                  </a:lnTo>
                  <a:lnTo>
                    <a:pt x="2278625" y="1355337"/>
                  </a:lnTo>
                  <a:lnTo>
                    <a:pt x="2278582" y="1355354"/>
                  </a:lnTo>
                  <a:lnTo>
                    <a:pt x="2278562" y="1355393"/>
                  </a:lnTo>
                  <a:lnTo>
                    <a:pt x="2279084" y="1355743"/>
                  </a:lnTo>
                  <a:lnTo>
                    <a:pt x="2279157" y="1355607"/>
                  </a:lnTo>
                  <a:lnTo>
                    <a:pt x="2279770" y="1355176"/>
                  </a:lnTo>
                  <a:lnTo>
                    <a:pt x="2280020" y="1355113"/>
                  </a:lnTo>
                  <a:lnTo>
                    <a:pt x="2280404" y="1355059"/>
                  </a:lnTo>
                  <a:lnTo>
                    <a:pt x="2280436" y="1355076"/>
                  </a:lnTo>
                  <a:lnTo>
                    <a:pt x="2280443" y="1355088"/>
                  </a:lnTo>
                  <a:lnTo>
                    <a:pt x="2280352" y="1355184"/>
                  </a:lnTo>
                  <a:lnTo>
                    <a:pt x="2280219" y="1355277"/>
                  </a:lnTo>
                  <a:lnTo>
                    <a:pt x="2280130" y="1355301"/>
                  </a:lnTo>
                  <a:lnTo>
                    <a:pt x="2280101" y="1355329"/>
                  </a:lnTo>
                  <a:lnTo>
                    <a:pt x="2280017" y="1355442"/>
                  </a:lnTo>
                  <a:lnTo>
                    <a:pt x="2279990" y="1355580"/>
                  </a:lnTo>
                  <a:lnTo>
                    <a:pt x="2279990" y="1355617"/>
                  </a:lnTo>
                  <a:lnTo>
                    <a:pt x="2280038" y="1355632"/>
                  </a:lnTo>
                  <a:lnTo>
                    <a:pt x="2280292" y="1355559"/>
                  </a:lnTo>
                  <a:lnTo>
                    <a:pt x="2280363" y="1355509"/>
                  </a:lnTo>
                  <a:lnTo>
                    <a:pt x="2280496" y="1355443"/>
                  </a:lnTo>
                  <a:lnTo>
                    <a:pt x="2280559" y="1355421"/>
                  </a:lnTo>
                  <a:lnTo>
                    <a:pt x="2280828" y="1355424"/>
                  </a:lnTo>
                  <a:lnTo>
                    <a:pt x="2280838" y="1355452"/>
                  </a:lnTo>
                  <a:lnTo>
                    <a:pt x="2280813" y="1355499"/>
                  </a:lnTo>
                  <a:lnTo>
                    <a:pt x="2280712" y="1355609"/>
                  </a:lnTo>
                  <a:lnTo>
                    <a:pt x="2280668" y="1355628"/>
                  </a:lnTo>
                  <a:lnTo>
                    <a:pt x="2280660" y="1355622"/>
                  </a:lnTo>
                  <a:lnTo>
                    <a:pt x="2280130" y="1356252"/>
                  </a:lnTo>
                  <a:lnTo>
                    <a:pt x="2280044" y="1356286"/>
                  </a:lnTo>
                  <a:lnTo>
                    <a:pt x="2280006" y="1356286"/>
                  </a:lnTo>
                  <a:lnTo>
                    <a:pt x="2279986" y="1356276"/>
                  </a:lnTo>
                  <a:lnTo>
                    <a:pt x="2279952" y="1356287"/>
                  </a:lnTo>
                  <a:lnTo>
                    <a:pt x="2279943" y="1356302"/>
                  </a:lnTo>
                  <a:lnTo>
                    <a:pt x="2279915" y="1356514"/>
                  </a:lnTo>
                  <a:lnTo>
                    <a:pt x="2279917" y="1356566"/>
                  </a:lnTo>
                  <a:lnTo>
                    <a:pt x="2279928" y="1356592"/>
                  </a:lnTo>
                  <a:lnTo>
                    <a:pt x="2279958" y="1356603"/>
                  </a:lnTo>
                  <a:lnTo>
                    <a:pt x="2279988" y="1356588"/>
                  </a:lnTo>
                  <a:lnTo>
                    <a:pt x="2280022" y="1356553"/>
                  </a:lnTo>
                  <a:lnTo>
                    <a:pt x="2280073" y="1356530"/>
                  </a:lnTo>
                  <a:lnTo>
                    <a:pt x="2280115" y="1356534"/>
                  </a:lnTo>
                  <a:lnTo>
                    <a:pt x="2280204" y="1356554"/>
                  </a:lnTo>
                  <a:lnTo>
                    <a:pt x="2280229" y="1356566"/>
                  </a:lnTo>
                  <a:lnTo>
                    <a:pt x="2280234" y="1356579"/>
                  </a:lnTo>
                  <a:lnTo>
                    <a:pt x="2280226" y="1356632"/>
                  </a:lnTo>
                  <a:lnTo>
                    <a:pt x="2280189" y="1356738"/>
                  </a:lnTo>
                  <a:lnTo>
                    <a:pt x="2280138" y="1356794"/>
                  </a:lnTo>
                  <a:lnTo>
                    <a:pt x="2280059" y="1356864"/>
                  </a:lnTo>
                  <a:lnTo>
                    <a:pt x="2280012" y="1356894"/>
                  </a:lnTo>
                  <a:lnTo>
                    <a:pt x="2279766" y="1356954"/>
                  </a:lnTo>
                  <a:lnTo>
                    <a:pt x="2279657" y="1357079"/>
                  </a:lnTo>
                  <a:lnTo>
                    <a:pt x="2279652" y="1357085"/>
                  </a:lnTo>
                  <a:lnTo>
                    <a:pt x="2279619" y="1357176"/>
                  </a:lnTo>
                  <a:lnTo>
                    <a:pt x="2279620" y="1357192"/>
                  </a:lnTo>
                  <a:lnTo>
                    <a:pt x="2279621" y="1357219"/>
                  </a:lnTo>
                  <a:lnTo>
                    <a:pt x="2279623" y="1357259"/>
                  </a:lnTo>
                  <a:lnTo>
                    <a:pt x="2279648" y="1357348"/>
                  </a:lnTo>
                  <a:lnTo>
                    <a:pt x="2279660" y="1357367"/>
                  </a:lnTo>
                  <a:lnTo>
                    <a:pt x="2279672" y="1357376"/>
                  </a:lnTo>
                  <a:lnTo>
                    <a:pt x="2279722" y="1357408"/>
                  </a:lnTo>
                  <a:lnTo>
                    <a:pt x="2279758" y="1357405"/>
                  </a:lnTo>
                  <a:lnTo>
                    <a:pt x="2279820" y="1357547"/>
                  </a:lnTo>
                  <a:lnTo>
                    <a:pt x="2279832" y="1357576"/>
                  </a:lnTo>
                  <a:lnTo>
                    <a:pt x="2279735" y="1357870"/>
                  </a:lnTo>
                  <a:lnTo>
                    <a:pt x="2279586" y="1358058"/>
                  </a:lnTo>
                  <a:lnTo>
                    <a:pt x="2279517" y="1358098"/>
                  </a:lnTo>
                  <a:lnTo>
                    <a:pt x="2279439" y="1358107"/>
                  </a:lnTo>
                  <a:lnTo>
                    <a:pt x="2279259" y="1358211"/>
                  </a:lnTo>
                  <a:lnTo>
                    <a:pt x="2279254" y="1358235"/>
                  </a:lnTo>
                  <a:lnTo>
                    <a:pt x="2279258" y="1358334"/>
                  </a:lnTo>
                  <a:lnTo>
                    <a:pt x="2279628" y="1358547"/>
                  </a:lnTo>
                  <a:lnTo>
                    <a:pt x="2279646" y="1358573"/>
                  </a:lnTo>
                  <a:lnTo>
                    <a:pt x="2279521" y="1358703"/>
                  </a:lnTo>
                  <a:lnTo>
                    <a:pt x="2279441" y="1358759"/>
                  </a:lnTo>
                  <a:lnTo>
                    <a:pt x="2279362" y="1358772"/>
                  </a:lnTo>
                  <a:lnTo>
                    <a:pt x="2279313" y="1358773"/>
                  </a:lnTo>
                  <a:lnTo>
                    <a:pt x="2279251" y="1358749"/>
                  </a:lnTo>
                  <a:lnTo>
                    <a:pt x="2279204" y="1358707"/>
                  </a:lnTo>
                  <a:lnTo>
                    <a:pt x="2279162" y="1358710"/>
                  </a:lnTo>
                  <a:lnTo>
                    <a:pt x="2279131" y="1358730"/>
                  </a:lnTo>
                  <a:lnTo>
                    <a:pt x="2279112" y="1358787"/>
                  </a:lnTo>
                  <a:lnTo>
                    <a:pt x="2279041" y="1359007"/>
                  </a:lnTo>
                  <a:lnTo>
                    <a:pt x="2278963" y="1359090"/>
                  </a:lnTo>
                  <a:lnTo>
                    <a:pt x="2278955" y="1359095"/>
                  </a:lnTo>
                  <a:lnTo>
                    <a:pt x="2278796" y="1359164"/>
                  </a:lnTo>
                  <a:lnTo>
                    <a:pt x="2278737" y="1359167"/>
                  </a:lnTo>
                  <a:lnTo>
                    <a:pt x="2278668" y="1359121"/>
                  </a:lnTo>
                  <a:lnTo>
                    <a:pt x="2278596" y="1359108"/>
                  </a:lnTo>
                  <a:lnTo>
                    <a:pt x="2278518" y="1359110"/>
                  </a:lnTo>
                  <a:lnTo>
                    <a:pt x="2278500" y="1359129"/>
                  </a:lnTo>
                  <a:lnTo>
                    <a:pt x="2278490" y="1359193"/>
                  </a:lnTo>
                  <a:lnTo>
                    <a:pt x="2278494" y="1359220"/>
                  </a:lnTo>
                  <a:lnTo>
                    <a:pt x="2278530" y="1359333"/>
                  </a:lnTo>
                  <a:lnTo>
                    <a:pt x="2278555" y="1359404"/>
                  </a:lnTo>
                  <a:lnTo>
                    <a:pt x="2278562" y="1359439"/>
                  </a:lnTo>
                  <a:lnTo>
                    <a:pt x="2278556" y="1359486"/>
                  </a:lnTo>
                  <a:lnTo>
                    <a:pt x="2278530" y="1359526"/>
                  </a:lnTo>
                  <a:lnTo>
                    <a:pt x="2278451" y="1359578"/>
                  </a:lnTo>
                  <a:lnTo>
                    <a:pt x="2278428" y="1359618"/>
                  </a:lnTo>
                  <a:lnTo>
                    <a:pt x="2278425" y="1359792"/>
                  </a:lnTo>
                  <a:lnTo>
                    <a:pt x="2278427" y="1359819"/>
                  </a:lnTo>
                  <a:lnTo>
                    <a:pt x="2278450" y="1359853"/>
                  </a:lnTo>
                  <a:lnTo>
                    <a:pt x="2278473" y="1359863"/>
                  </a:lnTo>
                  <a:lnTo>
                    <a:pt x="2278497" y="1359859"/>
                  </a:lnTo>
                  <a:lnTo>
                    <a:pt x="2278535" y="1359837"/>
                  </a:lnTo>
                  <a:lnTo>
                    <a:pt x="2278568" y="1359817"/>
                  </a:lnTo>
                  <a:lnTo>
                    <a:pt x="2278717" y="1359755"/>
                  </a:lnTo>
                  <a:lnTo>
                    <a:pt x="2278792" y="1359740"/>
                  </a:lnTo>
                  <a:lnTo>
                    <a:pt x="2278829" y="1359744"/>
                  </a:lnTo>
                  <a:lnTo>
                    <a:pt x="2278866" y="1359757"/>
                  </a:lnTo>
                  <a:lnTo>
                    <a:pt x="2278897" y="1359769"/>
                  </a:lnTo>
                  <a:lnTo>
                    <a:pt x="2278932" y="1359792"/>
                  </a:lnTo>
                  <a:lnTo>
                    <a:pt x="2278934" y="1359812"/>
                  </a:lnTo>
                  <a:lnTo>
                    <a:pt x="2278924" y="1359835"/>
                  </a:lnTo>
                  <a:lnTo>
                    <a:pt x="2278896" y="1359850"/>
                  </a:lnTo>
                  <a:lnTo>
                    <a:pt x="2278855" y="1359863"/>
                  </a:lnTo>
                  <a:lnTo>
                    <a:pt x="2278751" y="1359917"/>
                  </a:lnTo>
                  <a:lnTo>
                    <a:pt x="2278691" y="1359949"/>
                  </a:lnTo>
                  <a:lnTo>
                    <a:pt x="2278665" y="1359974"/>
                  </a:lnTo>
                  <a:lnTo>
                    <a:pt x="2278656" y="1359982"/>
                  </a:lnTo>
                  <a:lnTo>
                    <a:pt x="2278641" y="1360014"/>
                  </a:lnTo>
                  <a:lnTo>
                    <a:pt x="2278626" y="1360046"/>
                  </a:lnTo>
                  <a:lnTo>
                    <a:pt x="2278589" y="1360133"/>
                  </a:lnTo>
                  <a:lnTo>
                    <a:pt x="2278507" y="1360243"/>
                  </a:lnTo>
                  <a:lnTo>
                    <a:pt x="2278472" y="1360291"/>
                  </a:lnTo>
                  <a:lnTo>
                    <a:pt x="2278388" y="1360382"/>
                  </a:lnTo>
                  <a:lnTo>
                    <a:pt x="2278217" y="1360468"/>
                  </a:lnTo>
                  <a:lnTo>
                    <a:pt x="2278119" y="1360460"/>
                  </a:lnTo>
                  <a:lnTo>
                    <a:pt x="2278077" y="1360438"/>
                  </a:lnTo>
                  <a:lnTo>
                    <a:pt x="2278030" y="1360377"/>
                  </a:lnTo>
                  <a:lnTo>
                    <a:pt x="2277971" y="1360346"/>
                  </a:lnTo>
                  <a:lnTo>
                    <a:pt x="2277919" y="1360352"/>
                  </a:lnTo>
                  <a:lnTo>
                    <a:pt x="2277903" y="1360381"/>
                  </a:lnTo>
                  <a:lnTo>
                    <a:pt x="2277910" y="1360418"/>
                  </a:lnTo>
                  <a:lnTo>
                    <a:pt x="2277906" y="1360458"/>
                  </a:lnTo>
                  <a:lnTo>
                    <a:pt x="2277892" y="1360478"/>
                  </a:lnTo>
                  <a:lnTo>
                    <a:pt x="2277852" y="1360483"/>
                  </a:lnTo>
                  <a:lnTo>
                    <a:pt x="2277811" y="1360484"/>
                  </a:lnTo>
                  <a:lnTo>
                    <a:pt x="2277776" y="1360459"/>
                  </a:lnTo>
                  <a:lnTo>
                    <a:pt x="2277729" y="1360403"/>
                  </a:lnTo>
                  <a:lnTo>
                    <a:pt x="2277672" y="1360372"/>
                  </a:lnTo>
                  <a:lnTo>
                    <a:pt x="2277623" y="1360377"/>
                  </a:lnTo>
                  <a:lnTo>
                    <a:pt x="2277553" y="1360420"/>
                  </a:lnTo>
                  <a:lnTo>
                    <a:pt x="2277502" y="1360470"/>
                  </a:lnTo>
                  <a:lnTo>
                    <a:pt x="2277466" y="1360591"/>
                  </a:lnTo>
                  <a:lnTo>
                    <a:pt x="2277324" y="1360673"/>
                  </a:lnTo>
                  <a:lnTo>
                    <a:pt x="2277294" y="1360678"/>
                  </a:lnTo>
                  <a:lnTo>
                    <a:pt x="2276965" y="1360685"/>
                  </a:lnTo>
                  <a:lnTo>
                    <a:pt x="2276922" y="1360669"/>
                  </a:lnTo>
                  <a:lnTo>
                    <a:pt x="2276906" y="1360639"/>
                  </a:lnTo>
                  <a:lnTo>
                    <a:pt x="2277033" y="1360117"/>
                  </a:lnTo>
                  <a:lnTo>
                    <a:pt x="2277193" y="1359969"/>
                  </a:lnTo>
                  <a:lnTo>
                    <a:pt x="2277338" y="1359789"/>
                  </a:lnTo>
                  <a:lnTo>
                    <a:pt x="2277378" y="1359662"/>
                  </a:lnTo>
                  <a:lnTo>
                    <a:pt x="2277380" y="1359518"/>
                  </a:lnTo>
                  <a:lnTo>
                    <a:pt x="2277372" y="1359425"/>
                  </a:lnTo>
                  <a:lnTo>
                    <a:pt x="2277327" y="1359388"/>
                  </a:lnTo>
                  <a:lnTo>
                    <a:pt x="2277017" y="1359395"/>
                  </a:lnTo>
                  <a:lnTo>
                    <a:pt x="2276991" y="1359508"/>
                  </a:lnTo>
                  <a:lnTo>
                    <a:pt x="2276967" y="1359705"/>
                  </a:lnTo>
                  <a:lnTo>
                    <a:pt x="2276957" y="1359712"/>
                  </a:lnTo>
                  <a:lnTo>
                    <a:pt x="2276792" y="1359723"/>
                  </a:lnTo>
                  <a:lnTo>
                    <a:pt x="2276681" y="1359693"/>
                  </a:lnTo>
                  <a:lnTo>
                    <a:pt x="2276387" y="1359583"/>
                  </a:lnTo>
                  <a:lnTo>
                    <a:pt x="2276364" y="1359496"/>
                  </a:lnTo>
                  <a:lnTo>
                    <a:pt x="2276395" y="1359279"/>
                  </a:lnTo>
                  <a:lnTo>
                    <a:pt x="2276463" y="1359208"/>
                  </a:lnTo>
                  <a:lnTo>
                    <a:pt x="2276535" y="1359164"/>
                  </a:lnTo>
                  <a:lnTo>
                    <a:pt x="2276638" y="1359108"/>
                  </a:lnTo>
                  <a:lnTo>
                    <a:pt x="2276693" y="1359099"/>
                  </a:lnTo>
                  <a:lnTo>
                    <a:pt x="2276798" y="1358399"/>
                  </a:lnTo>
                  <a:lnTo>
                    <a:pt x="2276703" y="1357900"/>
                  </a:lnTo>
                  <a:lnTo>
                    <a:pt x="2276014" y="1357494"/>
                  </a:lnTo>
                  <a:lnTo>
                    <a:pt x="2275228" y="1357314"/>
                  </a:lnTo>
                  <a:lnTo>
                    <a:pt x="2275200" y="1357293"/>
                  </a:lnTo>
                  <a:lnTo>
                    <a:pt x="2275225" y="1357147"/>
                  </a:lnTo>
                  <a:lnTo>
                    <a:pt x="2275233" y="1357036"/>
                  </a:lnTo>
                  <a:lnTo>
                    <a:pt x="2275224" y="1357025"/>
                  </a:lnTo>
                  <a:lnTo>
                    <a:pt x="2274235" y="1356593"/>
                  </a:lnTo>
                  <a:lnTo>
                    <a:pt x="2273852" y="1356435"/>
                  </a:lnTo>
                  <a:lnTo>
                    <a:pt x="2273643" y="1356365"/>
                  </a:lnTo>
                  <a:lnTo>
                    <a:pt x="2273480" y="1356329"/>
                  </a:lnTo>
                  <a:lnTo>
                    <a:pt x="2272868" y="1356286"/>
                  </a:lnTo>
                  <a:lnTo>
                    <a:pt x="2272632" y="1356270"/>
                  </a:lnTo>
                  <a:lnTo>
                    <a:pt x="2272036" y="1356256"/>
                  </a:lnTo>
                  <a:lnTo>
                    <a:pt x="2271819" y="1356277"/>
                  </a:lnTo>
                  <a:lnTo>
                    <a:pt x="2271551" y="1356327"/>
                  </a:lnTo>
                  <a:lnTo>
                    <a:pt x="2271455" y="1356356"/>
                  </a:lnTo>
                  <a:lnTo>
                    <a:pt x="2271290" y="1356422"/>
                  </a:lnTo>
                  <a:lnTo>
                    <a:pt x="2271199" y="1356467"/>
                  </a:lnTo>
                  <a:lnTo>
                    <a:pt x="2271117" y="1356525"/>
                  </a:lnTo>
                  <a:lnTo>
                    <a:pt x="2271116" y="1356536"/>
                  </a:lnTo>
                  <a:lnTo>
                    <a:pt x="2271173" y="1357072"/>
                  </a:lnTo>
                  <a:lnTo>
                    <a:pt x="2271226" y="1357683"/>
                  </a:lnTo>
                  <a:lnTo>
                    <a:pt x="2271211" y="1357775"/>
                  </a:lnTo>
                  <a:lnTo>
                    <a:pt x="2271200" y="1357780"/>
                  </a:lnTo>
                  <a:lnTo>
                    <a:pt x="2271168" y="1357775"/>
                  </a:lnTo>
                  <a:lnTo>
                    <a:pt x="2271038" y="1357718"/>
                  </a:lnTo>
                  <a:lnTo>
                    <a:pt x="2271012" y="1357658"/>
                  </a:lnTo>
                  <a:lnTo>
                    <a:pt x="2270977" y="1357636"/>
                  </a:lnTo>
                  <a:lnTo>
                    <a:pt x="2270775" y="1357578"/>
                  </a:lnTo>
                  <a:lnTo>
                    <a:pt x="2270562" y="1357592"/>
                  </a:lnTo>
                  <a:lnTo>
                    <a:pt x="2270533" y="1357613"/>
                  </a:lnTo>
                  <a:lnTo>
                    <a:pt x="2270497" y="1357686"/>
                  </a:lnTo>
                  <a:lnTo>
                    <a:pt x="2270489" y="1357724"/>
                  </a:lnTo>
                  <a:lnTo>
                    <a:pt x="2270496" y="1357774"/>
                  </a:lnTo>
                  <a:lnTo>
                    <a:pt x="2270523" y="1357802"/>
                  </a:lnTo>
                  <a:lnTo>
                    <a:pt x="2270554" y="1357826"/>
                  </a:lnTo>
                  <a:lnTo>
                    <a:pt x="2270602" y="1357866"/>
                  </a:lnTo>
                  <a:lnTo>
                    <a:pt x="2270635" y="1357934"/>
                  </a:lnTo>
                  <a:lnTo>
                    <a:pt x="2270642" y="1357991"/>
                  </a:lnTo>
                  <a:lnTo>
                    <a:pt x="2270636" y="1358123"/>
                  </a:lnTo>
                  <a:lnTo>
                    <a:pt x="2270602" y="1358214"/>
                  </a:lnTo>
                  <a:lnTo>
                    <a:pt x="2270556" y="1358255"/>
                  </a:lnTo>
                  <a:lnTo>
                    <a:pt x="2270509" y="1358260"/>
                  </a:lnTo>
                  <a:lnTo>
                    <a:pt x="2270433" y="1358257"/>
                  </a:lnTo>
                  <a:lnTo>
                    <a:pt x="2270374" y="1358234"/>
                  </a:lnTo>
                  <a:lnTo>
                    <a:pt x="2270349" y="1358225"/>
                  </a:lnTo>
                  <a:lnTo>
                    <a:pt x="2270330" y="1358208"/>
                  </a:lnTo>
                  <a:lnTo>
                    <a:pt x="2270322" y="1358214"/>
                  </a:lnTo>
                  <a:lnTo>
                    <a:pt x="2270320" y="1358226"/>
                  </a:lnTo>
                  <a:lnTo>
                    <a:pt x="2270316" y="1358233"/>
                  </a:lnTo>
                  <a:lnTo>
                    <a:pt x="2270307" y="1358238"/>
                  </a:lnTo>
                  <a:lnTo>
                    <a:pt x="2270296" y="1358250"/>
                  </a:lnTo>
                  <a:lnTo>
                    <a:pt x="2270284" y="1358296"/>
                  </a:lnTo>
                  <a:lnTo>
                    <a:pt x="2270277" y="1358347"/>
                  </a:lnTo>
                  <a:lnTo>
                    <a:pt x="2270255" y="1358566"/>
                  </a:lnTo>
                  <a:lnTo>
                    <a:pt x="2270242" y="1358614"/>
                  </a:lnTo>
                  <a:lnTo>
                    <a:pt x="2270239" y="1358685"/>
                  </a:lnTo>
                  <a:lnTo>
                    <a:pt x="2270202" y="1358993"/>
                  </a:lnTo>
                  <a:lnTo>
                    <a:pt x="2270169" y="1359283"/>
                  </a:lnTo>
                  <a:lnTo>
                    <a:pt x="2270101" y="1359798"/>
                  </a:lnTo>
                  <a:lnTo>
                    <a:pt x="2269881" y="1359975"/>
                  </a:lnTo>
                  <a:lnTo>
                    <a:pt x="2269846" y="1359996"/>
                  </a:lnTo>
                  <a:lnTo>
                    <a:pt x="2269672" y="1360011"/>
                  </a:lnTo>
                  <a:lnTo>
                    <a:pt x="2269563" y="1360085"/>
                  </a:lnTo>
                  <a:lnTo>
                    <a:pt x="2269411" y="1360120"/>
                  </a:lnTo>
                  <a:lnTo>
                    <a:pt x="2269359" y="1360151"/>
                  </a:lnTo>
                  <a:lnTo>
                    <a:pt x="2269328" y="1360209"/>
                  </a:lnTo>
                  <a:lnTo>
                    <a:pt x="2269299" y="1360264"/>
                  </a:lnTo>
                  <a:lnTo>
                    <a:pt x="2269260" y="1360423"/>
                  </a:lnTo>
                  <a:lnTo>
                    <a:pt x="2269326" y="1360543"/>
                  </a:lnTo>
                  <a:lnTo>
                    <a:pt x="2269374" y="1360573"/>
                  </a:lnTo>
                  <a:lnTo>
                    <a:pt x="2269476" y="1360605"/>
                  </a:lnTo>
                  <a:lnTo>
                    <a:pt x="2269535" y="1360719"/>
                  </a:lnTo>
                  <a:lnTo>
                    <a:pt x="2269160" y="1361192"/>
                  </a:lnTo>
                  <a:lnTo>
                    <a:pt x="2268934" y="1361395"/>
                  </a:lnTo>
                  <a:lnTo>
                    <a:pt x="2268596" y="1361642"/>
                  </a:lnTo>
                  <a:lnTo>
                    <a:pt x="2268410" y="1361982"/>
                  </a:lnTo>
                  <a:lnTo>
                    <a:pt x="2268412" y="1362321"/>
                  </a:lnTo>
                  <a:lnTo>
                    <a:pt x="2268429" y="1362562"/>
                  </a:lnTo>
                  <a:lnTo>
                    <a:pt x="2268426" y="1362609"/>
                  </a:lnTo>
                  <a:lnTo>
                    <a:pt x="2268325" y="1362710"/>
                  </a:lnTo>
                  <a:lnTo>
                    <a:pt x="2267918" y="1362968"/>
                  </a:lnTo>
                  <a:lnTo>
                    <a:pt x="2267870" y="1362962"/>
                  </a:lnTo>
                  <a:lnTo>
                    <a:pt x="2267726" y="1362914"/>
                  </a:lnTo>
                  <a:lnTo>
                    <a:pt x="2267673" y="1362853"/>
                  </a:lnTo>
                  <a:lnTo>
                    <a:pt x="2267584" y="1362702"/>
                  </a:lnTo>
                  <a:lnTo>
                    <a:pt x="2267582" y="1362683"/>
                  </a:lnTo>
                  <a:lnTo>
                    <a:pt x="2267685" y="1362483"/>
                  </a:lnTo>
                  <a:lnTo>
                    <a:pt x="2267635" y="1362310"/>
                  </a:lnTo>
                  <a:lnTo>
                    <a:pt x="2267263" y="1362101"/>
                  </a:lnTo>
                  <a:lnTo>
                    <a:pt x="2266679" y="1362054"/>
                  </a:lnTo>
                  <a:lnTo>
                    <a:pt x="2266651" y="1362069"/>
                  </a:lnTo>
                  <a:lnTo>
                    <a:pt x="2266627" y="1362099"/>
                  </a:lnTo>
                  <a:lnTo>
                    <a:pt x="2266507" y="1362465"/>
                  </a:lnTo>
                  <a:lnTo>
                    <a:pt x="2266500" y="1362570"/>
                  </a:lnTo>
                  <a:lnTo>
                    <a:pt x="2266531" y="1362680"/>
                  </a:lnTo>
                  <a:lnTo>
                    <a:pt x="2266739" y="1362863"/>
                  </a:lnTo>
                  <a:lnTo>
                    <a:pt x="2266942" y="1362916"/>
                  </a:lnTo>
                  <a:lnTo>
                    <a:pt x="2267003" y="1362908"/>
                  </a:lnTo>
                  <a:lnTo>
                    <a:pt x="2267383" y="1363314"/>
                  </a:lnTo>
                  <a:lnTo>
                    <a:pt x="2267394" y="1363350"/>
                  </a:lnTo>
                  <a:lnTo>
                    <a:pt x="2267336" y="1363400"/>
                  </a:lnTo>
                  <a:lnTo>
                    <a:pt x="2267274" y="1363442"/>
                  </a:lnTo>
                  <a:lnTo>
                    <a:pt x="2267176" y="1363479"/>
                  </a:lnTo>
                  <a:lnTo>
                    <a:pt x="2267139" y="1363475"/>
                  </a:lnTo>
                  <a:lnTo>
                    <a:pt x="2267083" y="1363483"/>
                  </a:lnTo>
                  <a:lnTo>
                    <a:pt x="2266847" y="1363601"/>
                  </a:lnTo>
                  <a:lnTo>
                    <a:pt x="2266831" y="1363619"/>
                  </a:lnTo>
                  <a:lnTo>
                    <a:pt x="2266812" y="1363691"/>
                  </a:lnTo>
                  <a:lnTo>
                    <a:pt x="2267335" y="1364151"/>
                  </a:lnTo>
                  <a:lnTo>
                    <a:pt x="2267416" y="1364153"/>
                  </a:lnTo>
                  <a:lnTo>
                    <a:pt x="2267525" y="1364140"/>
                  </a:lnTo>
                  <a:lnTo>
                    <a:pt x="2267584" y="1364092"/>
                  </a:lnTo>
                  <a:lnTo>
                    <a:pt x="2267658" y="1363993"/>
                  </a:lnTo>
                  <a:lnTo>
                    <a:pt x="2267734" y="1363866"/>
                  </a:lnTo>
                  <a:lnTo>
                    <a:pt x="2267759" y="1363734"/>
                  </a:lnTo>
                  <a:lnTo>
                    <a:pt x="2267781" y="1363679"/>
                  </a:lnTo>
                  <a:lnTo>
                    <a:pt x="2267799" y="1363671"/>
                  </a:lnTo>
                  <a:lnTo>
                    <a:pt x="2267809" y="1363668"/>
                  </a:lnTo>
                  <a:lnTo>
                    <a:pt x="2267957" y="1363996"/>
                  </a:lnTo>
                  <a:lnTo>
                    <a:pt x="2267957" y="1364046"/>
                  </a:lnTo>
                  <a:lnTo>
                    <a:pt x="2267899" y="1364298"/>
                  </a:lnTo>
                  <a:lnTo>
                    <a:pt x="2267687" y="1364507"/>
                  </a:lnTo>
                  <a:lnTo>
                    <a:pt x="2267576" y="1364645"/>
                  </a:lnTo>
                  <a:lnTo>
                    <a:pt x="2267558" y="1364687"/>
                  </a:lnTo>
                  <a:lnTo>
                    <a:pt x="2267539" y="1364949"/>
                  </a:lnTo>
                  <a:lnTo>
                    <a:pt x="2267557" y="1365170"/>
                  </a:lnTo>
                  <a:lnTo>
                    <a:pt x="2267572" y="1365198"/>
                  </a:lnTo>
                  <a:lnTo>
                    <a:pt x="2267533" y="1365318"/>
                  </a:lnTo>
                  <a:lnTo>
                    <a:pt x="2267513" y="1365351"/>
                  </a:lnTo>
                  <a:lnTo>
                    <a:pt x="2267469" y="1365387"/>
                  </a:lnTo>
                  <a:lnTo>
                    <a:pt x="2267193" y="1365463"/>
                  </a:lnTo>
                  <a:lnTo>
                    <a:pt x="2267128" y="1365480"/>
                  </a:lnTo>
                  <a:lnTo>
                    <a:pt x="2266993" y="1365411"/>
                  </a:lnTo>
                  <a:lnTo>
                    <a:pt x="2266543" y="1366082"/>
                  </a:lnTo>
                  <a:lnTo>
                    <a:pt x="2266537" y="1366130"/>
                  </a:lnTo>
                  <a:lnTo>
                    <a:pt x="2266573" y="1366161"/>
                  </a:lnTo>
                  <a:lnTo>
                    <a:pt x="2266573" y="1366176"/>
                  </a:lnTo>
                  <a:lnTo>
                    <a:pt x="2266505" y="1366508"/>
                  </a:lnTo>
                  <a:lnTo>
                    <a:pt x="2266446" y="1366567"/>
                  </a:lnTo>
                  <a:lnTo>
                    <a:pt x="2266376" y="1366612"/>
                  </a:lnTo>
                  <a:lnTo>
                    <a:pt x="2266324" y="1366629"/>
                  </a:lnTo>
                  <a:lnTo>
                    <a:pt x="2266277" y="1366630"/>
                  </a:lnTo>
                  <a:lnTo>
                    <a:pt x="2266170" y="1366586"/>
                  </a:lnTo>
                  <a:lnTo>
                    <a:pt x="2266111" y="1366523"/>
                  </a:lnTo>
                  <a:lnTo>
                    <a:pt x="2266097" y="1366474"/>
                  </a:lnTo>
                  <a:lnTo>
                    <a:pt x="2266091" y="1366413"/>
                  </a:lnTo>
                  <a:lnTo>
                    <a:pt x="2266118" y="1366338"/>
                  </a:lnTo>
                  <a:lnTo>
                    <a:pt x="2266120" y="1366289"/>
                  </a:lnTo>
                  <a:lnTo>
                    <a:pt x="2266099" y="1366269"/>
                  </a:lnTo>
                  <a:lnTo>
                    <a:pt x="2266071" y="1366249"/>
                  </a:lnTo>
                  <a:lnTo>
                    <a:pt x="2266005" y="1366260"/>
                  </a:lnTo>
                  <a:lnTo>
                    <a:pt x="2265795" y="1366386"/>
                  </a:lnTo>
                  <a:lnTo>
                    <a:pt x="2265532" y="1366527"/>
                  </a:lnTo>
                  <a:lnTo>
                    <a:pt x="2265480" y="1366529"/>
                  </a:lnTo>
                  <a:lnTo>
                    <a:pt x="2265437" y="1366476"/>
                  </a:lnTo>
                  <a:lnTo>
                    <a:pt x="2265350" y="1366227"/>
                  </a:lnTo>
                  <a:lnTo>
                    <a:pt x="2265286" y="1366008"/>
                  </a:lnTo>
                  <a:lnTo>
                    <a:pt x="2265182" y="1365973"/>
                  </a:lnTo>
                  <a:lnTo>
                    <a:pt x="2265152" y="1365962"/>
                  </a:lnTo>
                  <a:lnTo>
                    <a:pt x="2265139" y="1365954"/>
                  </a:lnTo>
                  <a:lnTo>
                    <a:pt x="2265077" y="1365915"/>
                  </a:lnTo>
                  <a:lnTo>
                    <a:pt x="2265037" y="1365805"/>
                  </a:lnTo>
                  <a:lnTo>
                    <a:pt x="2265024" y="1365771"/>
                  </a:lnTo>
                  <a:lnTo>
                    <a:pt x="2264669" y="1365921"/>
                  </a:lnTo>
                  <a:lnTo>
                    <a:pt x="2264644" y="1365871"/>
                  </a:lnTo>
                  <a:lnTo>
                    <a:pt x="2264607" y="1365884"/>
                  </a:lnTo>
                  <a:lnTo>
                    <a:pt x="2264336" y="1365752"/>
                  </a:lnTo>
                  <a:lnTo>
                    <a:pt x="2263721" y="1365451"/>
                  </a:lnTo>
                  <a:lnTo>
                    <a:pt x="2263695" y="1365424"/>
                  </a:lnTo>
                  <a:lnTo>
                    <a:pt x="2263658" y="1365381"/>
                  </a:lnTo>
                  <a:lnTo>
                    <a:pt x="2263611" y="1365327"/>
                  </a:lnTo>
                  <a:lnTo>
                    <a:pt x="2263575" y="1365320"/>
                  </a:lnTo>
                  <a:lnTo>
                    <a:pt x="2263538" y="1365336"/>
                  </a:lnTo>
                  <a:lnTo>
                    <a:pt x="2263535" y="1365343"/>
                  </a:lnTo>
                  <a:lnTo>
                    <a:pt x="2263532" y="1365353"/>
                  </a:lnTo>
                  <a:lnTo>
                    <a:pt x="2263495" y="1365369"/>
                  </a:lnTo>
                  <a:lnTo>
                    <a:pt x="2263412" y="1365403"/>
                  </a:lnTo>
                  <a:lnTo>
                    <a:pt x="2263334" y="1365436"/>
                  </a:lnTo>
                  <a:lnTo>
                    <a:pt x="2263321" y="1365447"/>
                  </a:lnTo>
                  <a:lnTo>
                    <a:pt x="2263280" y="1365467"/>
                  </a:lnTo>
                  <a:lnTo>
                    <a:pt x="2263267" y="1365483"/>
                  </a:lnTo>
                  <a:lnTo>
                    <a:pt x="2263257" y="1365497"/>
                  </a:lnTo>
                  <a:lnTo>
                    <a:pt x="2263188" y="1365541"/>
                  </a:lnTo>
                  <a:lnTo>
                    <a:pt x="2263165" y="1365542"/>
                  </a:lnTo>
                  <a:lnTo>
                    <a:pt x="2263153" y="1365525"/>
                  </a:lnTo>
                  <a:lnTo>
                    <a:pt x="2263143" y="1365514"/>
                  </a:lnTo>
                  <a:lnTo>
                    <a:pt x="2263132" y="1365500"/>
                  </a:lnTo>
                  <a:lnTo>
                    <a:pt x="2263084" y="1365515"/>
                  </a:lnTo>
                  <a:lnTo>
                    <a:pt x="2263042" y="1365541"/>
                  </a:lnTo>
                  <a:lnTo>
                    <a:pt x="2263006" y="1365577"/>
                  </a:lnTo>
                  <a:lnTo>
                    <a:pt x="2262988" y="1365587"/>
                  </a:lnTo>
                  <a:lnTo>
                    <a:pt x="2262984" y="1365581"/>
                  </a:lnTo>
                  <a:lnTo>
                    <a:pt x="2262966" y="1365580"/>
                  </a:lnTo>
                  <a:lnTo>
                    <a:pt x="2262934" y="1365596"/>
                  </a:lnTo>
                  <a:lnTo>
                    <a:pt x="2262916" y="1365598"/>
                  </a:lnTo>
                  <a:lnTo>
                    <a:pt x="2262894" y="1365602"/>
                  </a:lnTo>
                  <a:lnTo>
                    <a:pt x="2262812" y="1365682"/>
                  </a:lnTo>
                  <a:lnTo>
                    <a:pt x="2262766" y="1365726"/>
                  </a:lnTo>
                  <a:lnTo>
                    <a:pt x="2262759" y="1365723"/>
                  </a:lnTo>
                  <a:lnTo>
                    <a:pt x="2262710" y="1365702"/>
                  </a:lnTo>
                  <a:lnTo>
                    <a:pt x="2262669" y="1365767"/>
                  </a:lnTo>
                  <a:lnTo>
                    <a:pt x="2262725" y="1365805"/>
                  </a:lnTo>
                  <a:lnTo>
                    <a:pt x="2262774" y="1365838"/>
                  </a:lnTo>
                  <a:lnTo>
                    <a:pt x="2262675" y="1366016"/>
                  </a:lnTo>
                  <a:lnTo>
                    <a:pt x="2262645" y="1366003"/>
                  </a:lnTo>
                  <a:lnTo>
                    <a:pt x="2262640" y="1366003"/>
                  </a:lnTo>
                  <a:lnTo>
                    <a:pt x="2262633" y="1366004"/>
                  </a:lnTo>
                  <a:lnTo>
                    <a:pt x="2262622" y="1366025"/>
                  </a:lnTo>
                  <a:lnTo>
                    <a:pt x="2262570" y="1366122"/>
                  </a:lnTo>
                  <a:lnTo>
                    <a:pt x="2262536" y="1366117"/>
                  </a:lnTo>
                  <a:lnTo>
                    <a:pt x="2262502" y="1366237"/>
                  </a:lnTo>
                  <a:lnTo>
                    <a:pt x="2262481" y="1366297"/>
                  </a:lnTo>
                  <a:lnTo>
                    <a:pt x="2262465" y="1366330"/>
                  </a:lnTo>
                  <a:lnTo>
                    <a:pt x="2262449" y="1366332"/>
                  </a:lnTo>
                  <a:lnTo>
                    <a:pt x="2262440" y="1366480"/>
                  </a:lnTo>
                  <a:lnTo>
                    <a:pt x="2262478" y="1366481"/>
                  </a:lnTo>
                  <a:lnTo>
                    <a:pt x="2262473" y="1366528"/>
                  </a:lnTo>
                  <a:lnTo>
                    <a:pt x="2262464" y="1366602"/>
                  </a:lnTo>
                  <a:lnTo>
                    <a:pt x="2262456" y="1366669"/>
                  </a:lnTo>
                  <a:lnTo>
                    <a:pt x="2262435" y="1366666"/>
                  </a:lnTo>
                  <a:lnTo>
                    <a:pt x="2262409" y="1366662"/>
                  </a:lnTo>
                  <a:lnTo>
                    <a:pt x="2262386" y="1366812"/>
                  </a:lnTo>
                  <a:lnTo>
                    <a:pt x="2262383" y="1366841"/>
                  </a:lnTo>
                  <a:lnTo>
                    <a:pt x="2262384" y="1366855"/>
                  </a:lnTo>
                  <a:lnTo>
                    <a:pt x="2262389" y="1366859"/>
                  </a:lnTo>
                  <a:lnTo>
                    <a:pt x="2262404" y="1366862"/>
                  </a:lnTo>
                  <a:lnTo>
                    <a:pt x="2262409" y="1366865"/>
                  </a:lnTo>
                  <a:lnTo>
                    <a:pt x="2262410" y="1366875"/>
                  </a:lnTo>
                  <a:lnTo>
                    <a:pt x="2262409" y="1366891"/>
                  </a:lnTo>
                  <a:lnTo>
                    <a:pt x="2262404" y="1366905"/>
                  </a:lnTo>
                  <a:lnTo>
                    <a:pt x="2262399" y="1366910"/>
                  </a:lnTo>
                  <a:lnTo>
                    <a:pt x="2262389" y="1366914"/>
                  </a:lnTo>
                  <a:lnTo>
                    <a:pt x="2262371" y="1366920"/>
                  </a:lnTo>
                  <a:lnTo>
                    <a:pt x="2262368" y="1367020"/>
                  </a:lnTo>
                  <a:lnTo>
                    <a:pt x="2262362" y="1367169"/>
                  </a:lnTo>
                  <a:lnTo>
                    <a:pt x="2262367" y="1367188"/>
                  </a:lnTo>
                  <a:lnTo>
                    <a:pt x="2262377" y="1367198"/>
                  </a:lnTo>
                  <a:lnTo>
                    <a:pt x="2262391" y="1367213"/>
                  </a:lnTo>
                  <a:lnTo>
                    <a:pt x="2262370" y="1367408"/>
                  </a:lnTo>
                  <a:lnTo>
                    <a:pt x="2262376" y="1367438"/>
                  </a:lnTo>
                  <a:lnTo>
                    <a:pt x="2261908" y="1367443"/>
                  </a:lnTo>
                  <a:lnTo>
                    <a:pt x="2261893" y="1367446"/>
                  </a:lnTo>
                  <a:lnTo>
                    <a:pt x="2261956" y="1367562"/>
                  </a:lnTo>
                  <a:lnTo>
                    <a:pt x="2262133" y="1368033"/>
                  </a:lnTo>
                  <a:lnTo>
                    <a:pt x="2262181" y="1368115"/>
                  </a:lnTo>
                  <a:lnTo>
                    <a:pt x="2262307" y="1368224"/>
                  </a:lnTo>
                  <a:lnTo>
                    <a:pt x="2262682" y="1368437"/>
                  </a:lnTo>
                  <a:lnTo>
                    <a:pt x="2262802" y="1368505"/>
                  </a:lnTo>
                  <a:lnTo>
                    <a:pt x="2262824" y="1368528"/>
                  </a:lnTo>
                  <a:lnTo>
                    <a:pt x="2262857" y="1368543"/>
                  </a:lnTo>
                  <a:lnTo>
                    <a:pt x="2262864" y="1368546"/>
                  </a:lnTo>
                  <a:lnTo>
                    <a:pt x="2262947" y="1368409"/>
                  </a:lnTo>
                  <a:lnTo>
                    <a:pt x="2263087" y="1368267"/>
                  </a:lnTo>
                  <a:lnTo>
                    <a:pt x="2263134" y="1368256"/>
                  </a:lnTo>
                  <a:lnTo>
                    <a:pt x="2263175" y="1368256"/>
                  </a:lnTo>
                  <a:lnTo>
                    <a:pt x="2263193" y="1368292"/>
                  </a:lnTo>
                  <a:lnTo>
                    <a:pt x="2263179" y="1368367"/>
                  </a:lnTo>
                  <a:lnTo>
                    <a:pt x="2263175" y="1368404"/>
                  </a:lnTo>
                  <a:lnTo>
                    <a:pt x="2263165" y="1368484"/>
                  </a:lnTo>
                  <a:lnTo>
                    <a:pt x="2263144" y="1368653"/>
                  </a:lnTo>
                  <a:lnTo>
                    <a:pt x="2263109" y="1368725"/>
                  </a:lnTo>
                  <a:lnTo>
                    <a:pt x="2263027" y="1368805"/>
                  </a:lnTo>
                  <a:lnTo>
                    <a:pt x="2262949" y="1368863"/>
                  </a:lnTo>
                  <a:lnTo>
                    <a:pt x="2262911" y="1368925"/>
                  </a:lnTo>
                  <a:lnTo>
                    <a:pt x="2262896" y="1368964"/>
                  </a:lnTo>
                  <a:lnTo>
                    <a:pt x="2262896" y="1368970"/>
                  </a:lnTo>
                  <a:lnTo>
                    <a:pt x="2262896" y="1368980"/>
                  </a:lnTo>
                  <a:lnTo>
                    <a:pt x="2262896" y="1369092"/>
                  </a:lnTo>
                  <a:lnTo>
                    <a:pt x="2262896" y="1369209"/>
                  </a:lnTo>
                  <a:lnTo>
                    <a:pt x="2262882" y="1369253"/>
                  </a:lnTo>
                  <a:lnTo>
                    <a:pt x="2262845" y="1369291"/>
                  </a:lnTo>
                  <a:lnTo>
                    <a:pt x="2262784" y="1369304"/>
                  </a:lnTo>
                  <a:lnTo>
                    <a:pt x="2262645" y="1369329"/>
                  </a:lnTo>
                  <a:lnTo>
                    <a:pt x="2262511" y="1369422"/>
                  </a:lnTo>
                  <a:lnTo>
                    <a:pt x="2262499" y="1369439"/>
                  </a:lnTo>
                  <a:lnTo>
                    <a:pt x="2262470" y="1369481"/>
                  </a:lnTo>
                  <a:lnTo>
                    <a:pt x="2262455" y="1369502"/>
                  </a:lnTo>
                  <a:lnTo>
                    <a:pt x="2262402" y="1369580"/>
                  </a:lnTo>
                  <a:lnTo>
                    <a:pt x="2262403" y="1369589"/>
                  </a:lnTo>
                  <a:lnTo>
                    <a:pt x="2262413" y="1369666"/>
                  </a:lnTo>
                  <a:lnTo>
                    <a:pt x="2262421" y="1369683"/>
                  </a:lnTo>
                  <a:lnTo>
                    <a:pt x="2262455" y="1369714"/>
                  </a:lnTo>
                  <a:lnTo>
                    <a:pt x="2262608" y="1369707"/>
                  </a:lnTo>
                  <a:lnTo>
                    <a:pt x="2262639" y="1369712"/>
                  </a:lnTo>
                  <a:lnTo>
                    <a:pt x="2262698" y="1369764"/>
                  </a:lnTo>
                  <a:lnTo>
                    <a:pt x="2262822" y="1369853"/>
                  </a:lnTo>
                  <a:lnTo>
                    <a:pt x="2262935" y="1369900"/>
                  </a:lnTo>
                  <a:lnTo>
                    <a:pt x="2262972" y="1369934"/>
                  </a:lnTo>
                  <a:lnTo>
                    <a:pt x="2263008" y="1369990"/>
                  </a:lnTo>
                  <a:lnTo>
                    <a:pt x="2263092" y="1370128"/>
                  </a:lnTo>
                  <a:lnTo>
                    <a:pt x="2263126" y="1370182"/>
                  </a:lnTo>
                  <a:lnTo>
                    <a:pt x="2263134" y="1370215"/>
                  </a:lnTo>
                  <a:lnTo>
                    <a:pt x="2263144" y="1370257"/>
                  </a:lnTo>
                  <a:lnTo>
                    <a:pt x="2263115" y="1370285"/>
                  </a:lnTo>
                  <a:lnTo>
                    <a:pt x="2263071" y="1370290"/>
                  </a:lnTo>
                  <a:lnTo>
                    <a:pt x="2263002" y="1370284"/>
                  </a:lnTo>
                  <a:lnTo>
                    <a:pt x="2262960" y="1370252"/>
                  </a:lnTo>
                  <a:lnTo>
                    <a:pt x="2262869" y="1370071"/>
                  </a:lnTo>
                  <a:lnTo>
                    <a:pt x="2262832" y="1370052"/>
                  </a:lnTo>
                  <a:lnTo>
                    <a:pt x="2262793" y="1370055"/>
                  </a:lnTo>
                  <a:lnTo>
                    <a:pt x="2262774" y="1370078"/>
                  </a:lnTo>
                  <a:lnTo>
                    <a:pt x="2262760" y="1370154"/>
                  </a:lnTo>
                  <a:lnTo>
                    <a:pt x="2262749" y="1370214"/>
                  </a:lnTo>
                  <a:lnTo>
                    <a:pt x="2262662" y="1370267"/>
                  </a:lnTo>
                  <a:lnTo>
                    <a:pt x="2262635" y="1370280"/>
                  </a:lnTo>
                  <a:lnTo>
                    <a:pt x="2262603" y="1370295"/>
                  </a:lnTo>
                  <a:lnTo>
                    <a:pt x="2262566" y="1370276"/>
                  </a:lnTo>
                  <a:lnTo>
                    <a:pt x="2262568" y="1370261"/>
                  </a:lnTo>
                  <a:lnTo>
                    <a:pt x="2262574" y="1370218"/>
                  </a:lnTo>
                  <a:lnTo>
                    <a:pt x="2262580" y="1370164"/>
                  </a:lnTo>
                  <a:lnTo>
                    <a:pt x="2262584" y="1370135"/>
                  </a:lnTo>
                  <a:lnTo>
                    <a:pt x="2262580" y="1370066"/>
                  </a:lnTo>
                  <a:lnTo>
                    <a:pt x="2262564" y="1370043"/>
                  </a:lnTo>
                  <a:lnTo>
                    <a:pt x="2262556" y="1370044"/>
                  </a:lnTo>
                  <a:lnTo>
                    <a:pt x="2262292" y="1370086"/>
                  </a:lnTo>
                  <a:lnTo>
                    <a:pt x="2262282" y="1370090"/>
                  </a:lnTo>
                  <a:lnTo>
                    <a:pt x="2262244" y="1370133"/>
                  </a:lnTo>
                  <a:lnTo>
                    <a:pt x="2262162" y="1370213"/>
                  </a:lnTo>
                  <a:lnTo>
                    <a:pt x="2262139" y="1370230"/>
                  </a:lnTo>
                  <a:lnTo>
                    <a:pt x="2262106" y="1370255"/>
                  </a:lnTo>
                  <a:lnTo>
                    <a:pt x="2262072" y="1370263"/>
                  </a:lnTo>
                  <a:lnTo>
                    <a:pt x="2262055" y="1370250"/>
                  </a:lnTo>
                  <a:lnTo>
                    <a:pt x="2262020" y="1370222"/>
                  </a:lnTo>
                  <a:lnTo>
                    <a:pt x="2261962" y="1370127"/>
                  </a:lnTo>
                  <a:lnTo>
                    <a:pt x="2261952" y="1370083"/>
                  </a:lnTo>
                  <a:lnTo>
                    <a:pt x="2261959" y="1370053"/>
                  </a:lnTo>
                  <a:lnTo>
                    <a:pt x="2262042" y="1369906"/>
                  </a:lnTo>
                  <a:lnTo>
                    <a:pt x="2262047" y="1369831"/>
                  </a:lnTo>
                  <a:lnTo>
                    <a:pt x="2262027" y="1369799"/>
                  </a:lnTo>
                  <a:lnTo>
                    <a:pt x="2261932" y="1369707"/>
                  </a:lnTo>
                  <a:lnTo>
                    <a:pt x="2261849" y="1369668"/>
                  </a:lnTo>
                  <a:lnTo>
                    <a:pt x="2261745" y="1369674"/>
                  </a:lnTo>
                  <a:lnTo>
                    <a:pt x="2261555" y="1369722"/>
                  </a:lnTo>
                  <a:lnTo>
                    <a:pt x="2261402" y="1369818"/>
                  </a:lnTo>
                  <a:lnTo>
                    <a:pt x="2261334" y="1369831"/>
                  </a:lnTo>
                  <a:lnTo>
                    <a:pt x="2261304" y="1369807"/>
                  </a:lnTo>
                  <a:lnTo>
                    <a:pt x="2261289" y="1369763"/>
                  </a:lnTo>
                  <a:lnTo>
                    <a:pt x="2261283" y="1369721"/>
                  </a:lnTo>
                  <a:lnTo>
                    <a:pt x="2261329" y="1369678"/>
                  </a:lnTo>
                  <a:lnTo>
                    <a:pt x="2261343" y="1369634"/>
                  </a:lnTo>
                  <a:lnTo>
                    <a:pt x="2261335" y="1369607"/>
                  </a:lnTo>
                  <a:lnTo>
                    <a:pt x="2261233" y="1369572"/>
                  </a:lnTo>
                  <a:lnTo>
                    <a:pt x="2261225" y="1369569"/>
                  </a:lnTo>
                  <a:lnTo>
                    <a:pt x="2260951" y="1369453"/>
                  </a:lnTo>
                  <a:lnTo>
                    <a:pt x="2260894" y="1369407"/>
                  </a:lnTo>
                  <a:lnTo>
                    <a:pt x="2260837" y="1369373"/>
                  </a:lnTo>
                  <a:lnTo>
                    <a:pt x="2260788" y="1369374"/>
                  </a:lnTo>
                  <a:lnTo>
                    <a:pt x="2260752" y="1369406"/>
                  </a:lnTo>
                  <a:lnTo>
                    <a:pt x="2260740" y="1369436"/>
                  </a:lnTo>
                  <a:lnTo>
                    <a:pt x="2260825" y="1369524"/>
                  </a:lnTo>
                  <a:lnTo>
                    <a:pt x="2260826" y="1369561"/>
                  </a:lnTo>
                  <a:lnTo>
                    <a:pt x="2260826" y="1369580"/>
                  </a:lnTo>
                  <a:lnTo>
                    <a:pt x="2260826" y="1369620"/>
                  </a:lnTo>
                  <a:lnTo>
                    <a:pt x="2260815" y="1369659"/>
                  </a:lnTo>
                  <a:lnTo>
                    <a:pt x="2260756" y="1369685"/>
                  </a:lnTo>
                  <a:lnTo>
                    <a:pt x="2260652" y="1369736"/>
                  </a:lnTo>
                  <a:lnTo>
                    <a:pt x="2260496" y="1369765"/>
                  </a:lnTo>
                  <a:lnTo>
                    <a:pt x="2260361" y="1369774"/>
                  </a:lnTo>
                  <a:lnTo>
                    <a:pt x="2260329" y="1369788"/>
                  </a:lnTo>
                  <a:lnTo>
                    <a:pt x="2260306" y="1369799"/>
                  </a:lnTo>
                  <a:lnTo>
                    <a:pt x="2260216" y="1369928"/>
                  </a:lnTo>
                  <a:lnTo>
                    <a:pt x="2260205" y="1370015"/>
                  </a:lnTo>
                  <a:lnTo>
                    <a:pt x="2260211" y="1370107"/>
                  </a:lnTo>
                  <a:lnTo>
                    <a:pt x="2260244" y="1370128"/>
                  </a:lnTo>
                  <a:lnTo>
                    <a:pt x="2260470" y="1370211"/>
                  </a:lnTo>
                  <a:lnTo>
                    <a:pt x="2260589" y="1370199"/>
                  </a:lnTo>
                  <a:lnTo>
                    <a:pt x="2260632" y="1370179"/>
                  </a:lnTo>
                  <a:lnTo>
                    <a:pt x="2260773" y="1370174"/>
                  </a:lnTo>
                  <a:lnTo>
                    <a:pt x="2260815" y="1370198"/>
                  </a:lnTo>
                  <a:lnTo>
                    <a:pt x="2260852" y="1370264"/>
                  </a:lnTo>
                  <a:lnTo>
                    <a:pt x="2260919" y="1370317"/>
                  </a:lnTo>
                  <a:lnTo>
                    <a:pt x="2260945" y="1370342"/>
                  </a:lnTo>
                  <a:lnTo>
                    <a:pt x="2260961" y="1370396"/>
                  </a:lnTo>
                  <a:lnTo>
                    <a:pt x="2260988" y="1370423"/>
                  </a:lnTo>
                  <a:lnTo>
                    <a:pt x="2261035" y="1370421"/>
                  </a:lnTo>
                  <a:lnTo>
                    <a:pt x="2261122" y="1370411"/>
                  </a:lnTo>
                  <a:lnTo>
                    <a:pt x="2261189" y="1370442"/>
                  </a:lnTo>
                  <a:lnTo>
                    <a:pt x="2261216" y="1370460"/>
                  </a:lnTo>
                  <a:lnTo>
                    <a:pt x="2261225" y="1370476"/>
                  </a:lnTo>
                  <a:lnTo>
                    <a:pt x="2261133" y="1370515"/>
                  </a:lnTo>
                  <a:lnTo>
                    <a:pt x="2261010" y="1370568"/>
                  </a:lnTo>
                  <a:lnTo>
                    <a:pt x="2260953" y="1370592"/>
                  </a:lnTo>
                  <a:lnTo>
                    <a:pt x="2260929" y="1370620"/>
                  </a:lnTo>
                  <a:lnTo>
                    <a:pt x="2260927" y="1370642"/>
                  </a:lnTo>
                  <a:lnTo>
                    <a:pt x="2260952" y="1370667"/>
                  </a:lnTo>
                  <a:lnTo>
                    <a:pt x="2260992" y="1370681"/>
                  </a:lnTo>
                  <a:lnTo>
                    <a:pt x="2261063" y="1370669"/>
                  </a:lnTo>
                  <a:lnTo>
                    <a:pt x="2261088" y="1370669"/>
                  </a:lnTo>
                  <a:lnTo>
                    <a:pt x="2261098" y="1370670"/>
                  </a:lnTo>
                  <a:lnTo>
                    <a:pt x="2261123" y="1370695"/>
                  </a:lnTo>
                  <a:lnTo>
                    <a:pt x="2261122" y="1370706"/>
                  </a:lnTo>
                  <a:lnTo>
                    <a:pt x="2261110" y="1370736"/>
                  </a:lnTo>
                  <a:lnTo>
                    <a:pt x="2261059" y="1370787"/>
                  </a:lnTo>
                  <a:lnTo>
                    <a:pt x="2261005" y="1370841"/>
                  </a:lnTo>
                  <a:lnTo>
                    <a:pt x="2260998" y="1370848"/>
                  </a:lnTo>
                  <a:lnTo>
                    <a:pt x="2260985" y="1370864"/>
                  </a:lnTo>
                  <a:lnTo>
                    <a:pt x="2260983" y="1370901"/>
                  </a:lnTo>
                  <a:lnTo>
                    <a:pt x="2260983" y="1370935"/>
                  </a:lnTo>
                  <a:lnTo>
                    <a:pt x="2260986" y="1370949"/>
                  </a:lnTo>
                  <a:lnTo>
                    <a:pt x="2260988" y="1370962"/>
                  </a:lnTo>
                  <a:lnTo>
                    <a:pt x="2260996" y="1370975"/>
                  </a:lnTo>
                  <a:lnTo>
                    <a:pt x="2261022" y="1370971"/>
                  </a:lnTo>
                  <a:lnTo>
                    <a:pt x="2261057" y="1370949"/>
                  </a:lnTo>
                  <a:lnTo>
                    <a:pt x="2261100" y="1370945"/>
                  </a:lnTo>
                  <a:lnTo>
                    <a:pt x="2261129" y="1370946"/>
                  </a:lnTo>
                  <a:lnTo>
                    <a:pt x="2261155" y="1370958"/>
                  </a:lnTo>
                  <a:lnTo>
                    <a:pt x="2261168" y="1370978"/>
                  </a:lnTo>
                  <a:lnTo>
                    <a:pt x="2261168" y="1370998"/>
                  </a:lnTo>
                  <a:lnTo>
                    <a:pt x="2261141" y="1371021"/>
                  </a:lnTo>
                  <a:lnTo>
                    <a:pt x="2261131" y="1371030"/>
                  </a:lnTo>
                  <a:lnTo>
                    <a:pt x="2261089" y="1371063"/>
                  </a:lnTo>
                  <a:lnTo>
                    <a:pt x="2261081" y="1371118"/>
                  </a:lnTo>
                  <a:lnTo>
                    <a:pt x="2261067" y="1371144"/>
                  </a:lnTo>
                  <a:lnTo>
                    <a:pt x="2261062" y="1371153"/>
                  </a:lnTo>
                  <a:lnTo>
                    <a:pt x="2261030" y="1371173"/>
                  </a:lnTo>
                  <a:lnTo>
                    <a:pt x="2261011" y="1371178"/>
                  </a:lnTo>
                  <a:lnTo>
                    <a:pt x="2260959" y="1371190"/>
                  </a:lnTo>
                  <a:lnTo>
                    <a:pt x="2260954" y="1371191"/>
                  </a:lnTo>
                  <a:lnTo>
                    <a:pt x="2260923" y="1371190"/>
                  </a:lnTo>
                  <a:lnTo>
                    <a:pt x="2260903" y="1371170"/>
                  </a:lnTo>
                  <a:lnTo>
                    <a:pt x="2260941" y="1371106"/>
                  </a:lnTo>
                  <a:lnTo>
                    <a:pt x="2260966" y="1371041"/>
                  </a:lnTo>
                  <a:lnTo>
                    <a:pt x="2260963" y="1371017"/>
                  </a:lnTo>
                  <a:lnTo>
                    <a:pt x="2260950" y="1370995"/>
                  </a:lnTo>
                  <a:lnTo>
                    <a:pt x="2260936" y="1370976"/>
                  </a:lnTo>
                  <a:lnTo>
                    <a:pt x="2260867" y="1370949"/>
                  </a:lnTo>
                  <a:lnTo>
                    <a:pt x="2260755" y="1370907"/>
                  </a:lnTo>
                  <a:lnTo>
                    <a:pt x="2260743" y="1370903"/>
                  </a:lnTo>
                  <a:lnTo>
                    <a:pt x="2260736" y="1370904"/>
                  </a:lnTo>
                  <a:lnTo>
                    <a:pt x="2260622" y="1370920"/>
                  </a:lnTo>
                  <a:lnTo>
                    <a:pt x="2260559" y="1370920"/>
                  </a:lnTo>
                  <a:lnTo>
                    <a:pt x="2260533" y="1370899"/>
                  </a:lnTo>
                  <a:lnTo>
                    <a:pt x="2260526" y="1370871"/>
                  </a:lnTo>
                  <a:lnTo>
                    <a:pt x="2260541" y="1370845"/>
                  </a:lnTo>
                  <a:lnTo>
                    <a:pt x="2260546" y="1370841"/>
                  </a:lnTo>
                  <a:lnTo>
                    <a:pt x="2260643" y="1370766"/>
                  </a:lnTo>
                  <a:lnTo>
                    <a:pt x="2260754" y="1370646"/>
                  </a:lnTo>
                  <a:lnTo>
                    <a:pt x="2260757" y="1370609"/>
                  </a:lnTo>
                  <a:lnTo>
                    <a:pt x="2260716" y="1370553"/>
                  </a:lnTo>
                  <a:lnTo>
                    <a:pt x="2260493" y="1370620"/>
                  </a:lnTo>
                  <a:lnTo>
                    <a:pt x="2260389" y="1370659"/>
                  </a:lnTo>
                  <a:lnTo>
                    <a:pt x="2260350" y="1370654"/>
                  </a:lnTo>
                  <a:lnTo>
                    <a:pt x="2260320" y="1370638"/>
                  </a:lnTo>
                  <a:lnTo>
                    <a:pt x="2260227" y="1370544"/>
                  </a:lnTo>
                  <a:lnTo>
                    <a:pt x="2260033" y="1370436"/>
                  </a:lnTo>
                  <a:lnTo>
                    <a:pt x="2259755" y="1370302"/>
                  </a:lnTo>
                  <a:lnTo>
                    <a:pt x="2259688" y="1370297"/>
                  </a:lnTo>
                  <a:lnTo>
                    <a:pt x="2259655" y="1370316"/>
                  </a:lnTo>
                  <a:lnTo>
                    <a:pt x="2259658" y="1370343"/>
                  </a:lnTo>
                  <a:lnTo>
                    <a:pt x="2259669" y="1370375"/>
                  </a:lnTo>
                  <a:lnTo>
                    <a:pt x="2259674" y="1370389"/>
                  </a:lnTo>
                  <a:lnTo>
                    <a:pt x="2259736" y="1370459"/>
                  </a:lnTo>
                  <a:lnTo>
                    <a:pt x="2259796" y="1370544"/>
                  </a:lnTo>
                  <a:lnTo>
                    <a:pt x="2259794" y="1370612"/>
                  </a:lnTo>
                  <a:lnTo>
                    <a:pt x="2259776" y="1370649"/>
                  </a:lnTo>
                  <a:lnTo>
                    <a:pt x="2259749" y="1370662"/>
                  </a:lnTo>
                  <a:lnTo>
                    <a:pt x="2259697" y="1370657"/>
                  </a:lnTo>
                  <a:lnTo>
                    <a:pt x="2259495" y="1370666"/>
                  </a:lnTo>
                  <a:lnTo>
                    <a:pt x="2259264" y="1370714"/>
                  </a:lnTo>
                  <a:lnTo>
                    <a:pt x="2259157" y="1370805"/>
                  </a:lnTo>
                  <a:lnTo>
                    <a:pt x="2259202" y="1370876"/>
                  </a:lnTo>
                  <a:lnTo>
                    <a:pt x="2259348" y="1370863"/>
                  </a:lnTo>
                  <a:lnTo>
                    <a:pt x="2259457" y="1370865"/>
                  </a:lnTo>
                  <a:lnTo>
                    <a:pt x="2259581" y="1370876"/>
                  </a:lnTo>
                  <a:lnTo>
                    <a:pt x="2259712" y="1370899"/>
                  </a:lnTo>
                  <a:lnTo>
                    <a:pt x="2259939" y="1371016"/>
                  </a:lnTo>
                  <a:lnTo>
                    <a:pt x="2259965" y="1371029"/>
                  </a:lnTo>
                  <a:lnTo>
                    <a:pt x="2259964" y="1371039"/>
                  </a:lnTo>
                  <a:lnTo>
                    <a:pt x="2259924" y="1371075"/>
                  </a:lnTo>
                  <a:lnTo>
                    <a:pt x="2258925" y="1371366"/>
                  </a:lnTo>
                  <a:lnTo>
                    <a:pt x="2258794" y="1371357"/>
                  </a:lnTo>
                  <a:lnTo>
                    <a:pt x="2258710" y="1371333"/>
                  </a:lnTo>
                  <a:lnTo>
                    <a:pt x="2258639" y="1371356"/>
                  </a:lnTo>
                  <a:lnTo>
                    <a:pt x="2258260" y="1371560"/>
                  </a:lnTo>
                  <a:lnTo>
                    <a:pt x="2258259" y="1371575"/>
                  </a:lnTo>
                  <a:lnTo>
                    <a:pt x="2258204" y="1371624"/>
                  </a:lnTo>
                  <a:lnTo>
                    <a:pt x="2258140" y="1371681"/>
                  </a:lnTo>
                  <a:lnTo>
                    <a:pt x="2258058" y="1371727"/>
                  </a:lnTo>
                  <a:lnTo>
                    <a:pt x="2257765" y="1371831"/>
                  </a:lnTo>
                  <a:lnTo>
                    <a:pt x="2257763" y="1371701"/>
                  </a:lnTo>
                  <a:lnTo>
                    <a:pt x="2257643" y="1371559"/>
                  </a:lnTo>
                  <a:lnTo>
                    <a:pt x="2257589" y="1371561"/>
                  </a:lnTo>
                  <a:lnTo>
                    <a:pt x="2256655" y="1371965"/>
                  </a:lnTo>
                  <a:lnTo>
                    <a:pt x="2256630" y="1371965"/>
                  </a:lnTo>
                  <a:lnTo>
                    <a:pt x="2256570" y="1371930"/>
                  </a:lnTo>
                  <a:lnTo>
                    <a:pt x="2256548" y="1371887"/>
                  </a:lnTo>
                  <a:lnTo>
                    <a:pt x="2256560" y="1371832"/>
                  </a:lnTo>
                  <a:lnTo>
                    <a:pt x="2256580" y="1371735"/>
                  </a:lnTo>
                  <a:lnTo>
                    <a:pt x="2256646" y="1371646"/>
                  </a:lnTo>
                  <a:lnTo>
                    <a:pt x="2256724" y="1371592"/>
                  </a:lnTo>
                  <a:lnTo>
                    <a:pt x="2256755" y="1371440"/>
                  </a:lnTo>
                  <a:lnTo>
                    <a:pt x="2256737" y="1371371"/>
                  </a:lnTo>
                  <a:lnTo>
                    <a:pt x="2256731" y="1371350"/>
                  </a:lnTo>
                  <a:lnTo>
                    <a:pt x="2256699" y="1371232"/>
                  </a:lnTo>
                  <a:lnTo>
                    <a:pt x="2256684" y="1371212"/>
                  </a:lnTo>
                  <a:lnTo>
                    <a:pt x="2256657" y="1371195"/>
                  </a:lnTo>
                  <a:lnTo>
                    <a:pt x="2256541" y="1371190"/>
                  </a:lnTo>
                  <a:lnTo>
                    <a:pt x="2256436" y="1371196"/>
                  </a:lnTo>
                  <a:lnTo>
                    <a:pt x="2256289" y="1371161"/>
                  </a:lnTo>
                  <a:lnTo>
                    <a:pt x="2256197" y="1371084"/>
                  </a:lnTo>
                  <a:lnTo>
                    <a:pt x="2256128" y="1370988"/>
                  </a:lnTo>
                  <a:lnTo>
                    <a:pt x="2256118" y="1370960"/>
                  </a:lnTo>
                  <a:lnTo>
                    <a:pt x="2256140" y="1370945"/>
                  </a:lnTo>
                  <a:lnTo>
                    <a:pt x="2256308" y="1370936"/>
                  </a:lnTo>
                  <a:lnTo>
                    <a:pt x="2256462" y="1370969"/>
                  </a:lnTo>
                  <a:lnTo>
                    <a:pt x="2256661" y="1370689"/>
                  </a:lnTo>
                  <a:lnTo>
                    <a:pt x="2256726" y="1370507"/>
                  </a:lnTo>
                  <a:lnTo>
                    <a:pt x="2256750" y="1370393"/>
                  </a:lnTo>
                  <a:lnTo>
                    <a:pt x="2256796" y="1370172"/>
                  </a:lnTo>
                  <a:lnTo>
                    <a:pt x="2256731" y="1370103"/>
                  </a:lnTo>
                  <a:lnTo>
                    <a:pt x="2256661" y="1370117"/>
                  </a:lnTo>
                  <a:lnTo>
                    <a:pt x="2256638" y="1370117"/>
                  </a:lnTo>
                  <a:lnTo>
                    <a:pt x="2256621" y="1370107"/>
                  </a:lnTo>
                  <a:lnTo>
                    <a:pt x="2256230" y="1369691"/>
                  </a:lnTo>
                  <a:lnTo>
                    <a:pt x="2256144" y="1369569"/>
                  </a:lnTo>
                  <a:lnTo>
                    <a:pt x="2256064" y="1369456"/>
                  </a:lnTo>
                  <a:lnTo>
                    <a:pt x="2256055" y="1369442"/>
                  </a:lnTo>
                  <a:lnTo>
                    <a:pt x="2255972" y="1369325"/>
                  </a:lnTo>
                  <a:lnTo>
                    <a:pt x="2255937" y="1369255"/>
                  </a:lnTo>
                  <a:lnTo>
                    <a:pt x="2255892" y="1369165"/>
                  </a:lnTo>
                  <a:lnTo>
                    <a:pt x="2255691" y="1368715"/>
                  </a:lnTo>
                  <a:lnTo>
                    <a:pt x="2255685" y="1368348"/>
                  </a:lnTo>
                  <a:lnTo>
                    <a:pt x="2255730" y="1368281"/>
                  </a:lnTo>
                  <a:lnTo>
                    <a:pt x="2255735" y="1368262"/>
                  </a:lnTo>
                  <a:lnTo>
                    <a:pt x="2255705" y="1367828"/>
                  </a:lnTo>
                  <a:lnTo>
                    <a:pt x="2255619" y="1367485"/>
                  </a:lnTo>
                  <a:lnTo>
                    <a:pt x="2255591" y="1367413"/>
                  </a:lnTo>
                  <a:lnTo>
                    <a:pt x="2255496" y="1367227"/>
                  </a:lnTo>
                  <a:lnTo>
                    <a:pt x="2255447" y="1366813"/>
                  </a:lnTo>
                  <a:lnTo>
                    <a:pt x="2255472" y="1366771"/>
                  </a:lnTo>
                  <a:lnTo>
                    <a:pt x="2255635" y="1366680"/>
                  </a:lnTo>
                  <a:lnTo>
                    <a:pt x="2256306" y="1366393"/>
                  </a:lnTo>
                  <a:lnTo>
                    <a:pt x="2256338" y="1366405"/>
                  </a:lnTo>
                  <a:lnTo>
                    <a:pt x="2256446" y="1366639"/>
                  </a:lnTo>
                  <a:lnTo>
                    <a:pt x="2256469" y="1366674"/>
                  </a:lnTo>
                  <a:lnTo>
                    <a:pt x="2256663" y="1366772"/>
                  </a:lnTo>
                  <a:lnTo>
                    <a:pt x="2256839" y="1366723"/>
                  </a:lnTo>
                  <a:lnTo>
                    <a:pt x="2256861" y="1366694"/>
                  </a:lnTo>
                  <a:lnTo>
                    <a:pt x="2256845" y="1366586"/>
                  </a:lnTo>
                  <a:lnTo>
                    <a:pt x="2256809" y="1366443"/>
                  </a:lnTo>
                  <a:lnTo>
                    <a:pt x="2256828" y="1366410"/>
                  </a:lnTo>
                  <a:lnTo>
                    <a:pt x="2257099" y="1366105"/>
                  </a:lnTo>
                  <a:lnTo>
                    <a:pt x="2257276" y="1366087"/>
                  </a:lnTo>
                  <a:lnTo>
                    <a:pt x="2257339" y="1366105"/>
                  </a:lnTo>
                  <a:lnTo>
                    <a:pt x="2257643" y="1365861"/>
                  </a:lnTo>
                  <a:lnTo>
                    <a:pt x="2257907" y="1365635"/>
                  </a:lnTo>
                  <a:lnTo>
                    <a:pt x="2258290" y="1365204"/>
                  </a:lnTo>
                  <a:lnTo>
                    <a:pt x="2258308" y="1365124"/>
                  </a:lnTo>
                  <a:lnTo>
                    <a:pt x="2258527" y="1365005"/>
                  </a:lnTo>
                  <a:lnTo>
                    <a:pt x="2258617" y="1364981"/>
                  </a:lnTo>
                  <a:lnTo>
                    <a:pt x="2258812" y="1364936"/>
                  </a:lnTo>
                  <a:lnTo>
                    <a:pt x="2258867" y="1364945"/>
                  </a:lnTo>
                  <a:lnTo>
                    <a:pt x="2258894" y="1364972"/>
                  </a:lnTo>
                  <a:lnTo>
                    <a:pt x="2258963" y="1364956"/>
                  </a:lnTo>
                  <a:lnTo>
                    <a:pt x="2258968" y="1364730"/>
                  </a:lnTo>
                  <a:lnTo>
                    <a:pt x="2258931" y="1364433"/>
                  </a:lnTo>
                  <a:lnTo>
                    <a:pt x="2258881" y="1364235"/>
                  </a:lnTo>
                  <a:lnTo>
                    <a:pt x="2259018" y="1363760"/>
                  </a:lnTo>
                  <a:lnTo>
                    <a:pt x="2259033" y="1363728"/>
                  </a:lnTo>
                  <a:lnTo>
                    <a:pt x="2259103" y="1363661"/>
                  </a:lnTo>
                  <a:lnTo>
                    <a:pt x="2259194" y="1363624"/>
                  </a:lnTo>
                  <a:lnTo>
                    <a:pt x="2259225" y="1363550"/>
                  </a:lnTo>
                  <a:lnTo>
                    <a:pt x="2259070" y="1363171"/>
                  </a:lnTo>
                  <a:lnTo>
                    <a:pt x="2258706" y="1362856"/>
                  </a:lnTo>
                  <a:lnTo>
                    <a:pt x="2258672" y="1362810"/>
                  </a:lnTo>
                  <a:lnTo>
                    <a:pt x="2258666" y="1362802"/>
                  </a:lnTo>
                  <a:lnTo>
                    <a:pt x="2258652" y="1362783"/>
                  </a:lnTo>
                  <a:lnTo>
                    <a:pt x="2258635" y="1362759"/>
                  </a:lnTo>
                  <a:lnTo>
                    <a:pt x="2258627" y="1362741"/>
                  </a:lnTo>
                  <a:lnTo>
                    <a:pt x="2258518" y="1362475"/>
                  </a:lnTo>
                  <a:lnTo>
                    <a:pt x="2258524" y="1362422"/>
                  </a:lnTo>
                  <a:lnTo>
                    <a:pt x="2259325" y="1360230"/>
                  </a:lnTo>
                  <a:lnTo>
                    <a:pt x="2259327" y="1360224"/>
                  </a:lnTo>
                  <a:lnTo>
                    <a:pt x="2259340" y="1360215"/>
                  </a:lnTo>
                  <a:lnTo>
                    <a:pt x="2259675" y="1359970"/>
                  </a:lnTo>
                  <a:lnTo>
                    <a:pt x="2259846" y="1359942"/>
                  </a:lnTo>
                  <a:lnTo>
                    <a:pt x="2260096" y="1359948"/>
                  </a:lnTo>
                  <a:lnTo>
                    <a:pt x="2260143" y="1359909"/>
                  </a:lnTo>
                  <a:lnTo>
                    <a:pt x="2260336" y="1359747"/>
                  </a:lnTo>
                  <a:lnTo>
                    <a:pt x="2260491" y="1359568"/>
                  </a:lnTo>
                  <a:lnTo>
                    <a:pt x="2260599" y="1359367"/>
                  </a:lnTo>
                  <a:lnTo>
                    <a:pt x="2260604" y="1359060"/>
                  </a:lnTo>
                  <a:lnTo>
                    <a:pt x="2260604" y="1359048"/>
                  </a:lnTo>
                  <a:lnTo>
                    <a:pt x="2260551" y="1358863"/>
                  </a:lnTo>
                  <a:lnTo>
                    <a:pt x="2260561" y="1358796"/>
                  </a:lnTo>
                  <a:lnTo>
                    <a:pt x="2260637" y="1358658"/>
                  </a:lnTo>
                  <a:lnTo>
                    <a:pt x="2260699" y="1358577"/>
                  </a:lnTo>
                  <a:lnTo>
                    <a:pt x="2260735" y="1358544"/>
                  </a:lnTo>
                  <a:lnTo>
                    <a:pt x="2260798" y="1358501"/>
                  </a:lnTo>
                  <a:lnTo>
                    <a:pt x="2260854" y="1358463"/>
                  </a:lnTo>
                  <a:lnTo>
                    <a:pt x="2260349" y="1358261"/>
                  </a:lnTo>
                  <a:lnTo>
                    <a:pt x="2260294" y="1358227"/>
                  </a:lnTo>
                  <a:lnTo>
                    <a:pt x="2260237" y="1358146"/>
                  </a:lnTo>
                  <a:lnTo>
                    <a:pt x="2260229" y="1358128"/>
                  </a:lnTo>
                  <a:lnTo>
                    <a:pt x="2260233" y="1358110"/>
                  </a:lnTo>
                  <a:lnTo>
                    <a:pt x="2260263" y="1358056"/>
                  </a:lnTo>
                  <a:lnTo>
                    <a:pt x="2260319" y="1357991"/>
                  </a:lnTo>
                  <a:lnTo>
                    <a:pt x="2260350" y="1357982"/>
                  </a:lnTo>
                  <a:lnTo>
                    <a:pt x="2260381" y="1357987"/>
                  </a:lnTo>
                  <a:lnTo>
                    <a:pt x="2260397" y="1357930"/>
                  </a:lnTo>
                  <a:lnTo>
                    <a:pt x="2260390" y="1357860"/>
                  </a:lnTo>
                  <a:lnTo>
                    <a:pt x="2260329" y="1357653"/>
                  </a:lnTo>
                  <a:lnTo>
                    <a:pt x="2260308" y="1357592"/>
                  </a:lnTo>
                  <a:lnTo>
                    <a:pt x="2260261" y="1357504"/>
                  </a:lnTo>
                  <a:lnTo>
                    <a:pt x="2260103" y="1357413"/>
                  </a:lnTo>
                  <a:lnTo>
                    <a:pt x="2259906" y="1357404"/>
                  </a:lnTo>
                  <a:lnTo>
                    <a:pt x="2259491" y="1356871"/>
                  </a:lnTo>
                  <a:lnTo>
                    <a:pt x="2259490" y="1356644"/>
                  </a:lnTo>
                  <a:lnTo>
                    <a:pt x="2259490" y="1356430"/>
                  </a:lnTo>
                  <a:lnTo>
                    <a:pt x="2259524" y="1356284"/>
                  </a:lnTo>
                  <a:lnTo>
                    <a:pt x="2259536" y="1356243"/>
                  </a:lnTo>
                  <a:lnTo>
                    <a:pt x="2259543" y="1356219"/>
                  </a:lnTo>
                  <a:lnTo>
                    <a:pt x="2259619" y="1355972"/>
                  </a:lnTo>
                  <a:lnTo>
                    <a:pt x="2259771" y="1355802"/>
                  </a:lnTo>
                  <a:lnTo>
                    <a:pt x="2259910" y="1355746"/>
                  </a:lnTo>
                  <a:lnTo>
                    <a:pt x="2260006" y="1355720"/>
                  </a:lnTo>
                  <a:lnTo>
                    <a:pt x="2260427" y="1355694"/>
                  </a:lnTo>
                  <a:lnTo>
                    <a:pt x="2260624" y="1355711"/>
                  </a:lnTo>
                  <a:lnTo>
                    <a:pt x="2260705" y="1355698"/>
                  </a:lnTo>
                  <a:lnTo>
                    <a:pt x="2260598" y="1355344"/>
                  </a:lnTo>
                  <a:lnTo>
                    <a:pt x="2260550" y="1355357"/>
                  </a:lnTo>
                  <a:lnTo>
                    <a:pt x="2260470" y="1355394"/>
                  </a:lnTo>
                  <a:lnTo>
                    <a:pt x="2260422" y="1355428"/>
                  </a:lnTo>
                  <a:lnTo>
                    <a:pt x="2260252" y="1355445"/>
                  </a:lnTo>
                  <a:lnTo>
                    <a:pt x="2259699" y="1355524"/>
                  </a:lnTo>
                  <a:lnTo>
                    <a:pt x="2259542" y="1355514"/>
                  </a:lnTo>
                  <a:lnTo>
                    <a:pt x="2259511" y="1355478"/>
                  </a:lnTo>
                  <a:lnTo>
                    <a:pt x="2259491" y="1355423"/>
                  </a:lnTo>
                  <a:lnTo>
                    <a:pt x="2259557" y="1354843"/>
                  </a:lnTo>
                  <a:lnTo>
                    <a:pt x="2259373" y="1354590"/>
                  </a:lnTo>
                  <a:lnTo>
                    <a:pt x="2259335" y="1354550"/>
                  </a:lnTo>
                  <a:lnTo>
                    <a:pt x="2259050" y="1354130"/>
                  </a:lnTo>
                  <a:lnTo>
                    <a:pt x="2259001" y="1354038"/>
                  </a:lnTo>
                  <a:lnTo>
                    <a:pt x="2258845" y="1353745"/>
                  </a:lnTo>
                  <a:lnTo>
                    <a:pt x="2258971" y="1353432"/>
                  </a:lnTo>
                  <a:lnTo>
                    <a:pt x="2258933" y="1353118"/>
                  </a:lnTo>
                  <a:lnTo>
                    <a:pt x="2258926" y="1353104"/>
                  </a:lnTo>
                  <a:lnTo>
                    <a:pt x="2258678" y="1353043"/>
                  </a:lnTo>
                  <a:lnTo>
                    <a:pt x="2258490" y="1353041"/>
                  </a:lnTo>
                  <a:lnTo>
                    <a:pt x="2258353" y="1353053"/>
                  </a:lnTo>
                  <a:lnTo>
                    <a:pt x="2257914" y="1353272"/>
                  </a:lnTo>
                  <a:lnTo>
                    <a:pt x="2257872" y="1353700"/>
                  </a:lnTo>
                  <a:lnTo>
                    <a:pt x="2257807" y="1353825"/>
                  </a:lnTo>
                  <a:lnTo>
                    <a:pt x="2257795" y="1353831"/>
                  </a:lnTo>
                  <a:lnTo>
                    <a:pt x="2257731" y="1353825"/>
                  </a:lnTo>
                  <a:lnTo>
                    <a:pt x="2257689" y="1353806"/>
                  </a:lnTo>
                  <a:lnTo>
                    <a:pt x="2257670" y="1353782"/>
                  </a:lnTo>
                  <a:lnTo>
                    <a:pt x="2257580" y="1353616"/>
                  </a:lnTo>
                  <a:lnTo>
                    <a:pt x="2257556" y="1353459"/>
                  </a:lnTo>
                  <a:lnTo>
                    <a:pt x="2257468" y="1353236"/>
                  </a:lnTo>
                  <a:lnTo>
                    <a:pt x="2257428" y="1353158"/>
                  </a:lnTo>
                  <a:lnTo>
                    <a:pt x="2257381" y="1353178"/>
                  </a:lnTo>
                  <a:lnTo>
                    <a:pt x="2257326" y="1353202"/>
                  </a:lnTo>
                  <a:lnTo>
                    <a:pt x="2257585" y="1354025"/>
                  </a:lnTo>
                  <a:lnTo>
                    <a:pt x="2257589" y="1354038"/>
                  </a:lnTo>
                  <a:lnTo>
                    <a:pt x="2257861" y="1354158"/>
                  </a:lnTo>
                  <a:lnTo>
                    <a:pt x="2258030" y="1354252"/>
                  </a:lnTo>
                  <a:lnTo>
                    <a:pt x="2258092" y="1354361"/>
                  </a:lnTo>
                  <a:lnTo>
                    <a:pt x="2258110" y="1354457"/>
                  </a:lnTo>
                  <a:lnTo>
                    <a:pt x="2258123" y="1354621"/>
                  </a:lnTo>
                  <a:lnTo>
                    <a:pt x="2258108" y="1354733"/>
                  </a:lnTo>
                  <a:lnTo>
                    <a:pt x="2257997" y="1354953"/>
                  </a:lnTo>
                  <a:lnTo>
                    <a:pt x="2257867" y="1355024"/>
                  </a:lnTo>
                  <a:lnTo>
                    <a:pt x="2257647" y="1355135"/>
                  </a:lnTo>
                  <a:lnTo>
                    <a:pt x="2257573" y="1355151"/>
                  </a:lnTo>
                  <a:lnTo>
                    <a:pt x="2257457" y="1355158"/>
                  </a:lnTo>
                  <a:lnTo>
                    <a:pt x="2257361" y="1355132"/>
                  </a:lnTo>
                  <a:lnTo>
                    <a:pt x="2257267" y="1355085"/>
                  </a:lnTo>
                  <a:lnTo>
                    <a:pt x="2257146" y="1355113"/>
                  </a:lnTo>
                  <a:lnTo>
                    <a:pt x="2257069" y="1355213"/>
                  </a:lnTo>
                  <a:lnTo>
                    <a:pt x="2257077" y="1355347"/>
                  </a:lnTo>
                  <a:lnTo>
                    <a:pt x="2257070" y="1355378"/>
                  </a:lnTo>
                  <a:lnTo>
                    <a:pt x="2256981" y="1355437"/>
                  </a:lnTo>
                  <a:lnTo>
                    <a:pt x="2256975" y="1355440"/>
                  </a:lnTo>
                  <a:lnTo>
                    <a:pt x="2256938" y="1355442"/>
                  </a:lnTo>
                  <a:lnTo>
                    <a:pt x="2256910" y="1355432"/>
                  </a:lnTo>
                  <a:lnTo>
                    <a:pt x="2256887" y="1355412"/>
                  </a:lnTo>
                  <a:lnTo>
                    <a:pt x="2256850" y="1355338"/>
                  </a:lnTo>
                  <a:lnTo>
                    <a:pt x="2256807" y="1355208"/>
                  </a:lnTo>
                  <a:lnTo>
                    <a:pt x="2256796" y="1355180"/>
                  </a:lnTo>
                  <a:lnTo>
                    <a:pt x="2256770" y="1355181"/>
                  </a:lnTo>
                  <a:lnTo>
                    <a:pt x="2256745" y="1355194"/>
                  </a:lnTo>
                  <a:lnTo>
                    <a:pt x="2256733" y="1355235"/>
                  </a:lnTo>
                  <a:lnTo>
                    <a:pt x="2256664" y="1355544"/>
                  </a:lnTo>
                  <a:lnTo>
                    <a:pt x="2256632" y="1355619"/>
                  </a:lnTo>
                  <a:lnTo>
                    <a:pt x="2256522" y="1355676"/>
                  </a:lnTo>
                  <a:lnTo>
                    <a:pt x="2256294" y="1355709"/>
                  </a:lnTo>
                  <a:lnTo>
                    <a:pt x="2256258" y="1356209"/>
                  </a:lnTo>
                  <a:lnTo>
                    <a:pt x="2256248" y="1356350"/>
                  </a:lnTo>
                  <a:lnTo>
                    <a:pt x="2256316" y="1356538"/>
                  </a:lnTo>
                  <a:lnTo>
                    <a:pt x="2256304" y="1356660"/>
                  </a:lnTo>
                  <a:lnTo>
                    <a:pt x="2256272" y="1356821"/>
                  </a:lnTo>
                  <a:lnTo>
                    <a:pt x="2256263" y="1356835"/>
                  </a:lnTo>
                  <a:lnTo>
                    <a:pt x="2256190" y="1356946"/>
                  </a:lnTo>
                  <a:lnTo>
                    <a:pt x="2255706" y="1357254"/>
                  </a:lnTo>
                  <a:lnTo>
                    <a:pt x="2255574" y="1357272"/>
                  </a:lnTo>
                  <a:lnTo>
                    <a:pt x="2255485" y="1357411"/>
                  </a:lnTo>
                  <a:lnTo>
                    <a:pt x="2255399" y="1357605"/>
                  </a:lnTo>
                  <a:lnTo>
                    <a:pt x="2255402" y="1357612"/>
                  </a:lnTo>
                  <a:lnTo>
                    <a:pt x="2255605" y="1357652"/>
                  </a:lnTo>
                  <a:lnTo>
                    <a:pt x="2255669" y="1357713"/>
                  </a:lnTo>
                  <a:lnTo>
                    <a:pt x="2255778" y="1357897"/>
                  </a:lnTo>
                  <a:lnTo>
                    <a:pt x="2255764" y="1357994"/>
                  </a:lnTo>
                  <a:lnTo>
                    <a:pt x="2255686" y="1358134"/>
                  </a:lnTo>
                  <a:lnTo>
                    <a:pt x="2255617" y="1358177"/>
                  </a:lnTo>
                  <a:lnTo>
                    <a:pt x="2255441" y="1358205"/>
                  </a:lnTo>
                  <a:lnTo>
                    <a:pt x="2255249" y="1358255"/>
                  </a:lnTo>
                  <a:lnTo>
                    <a:pt x="2255206" y="1358278"/>
                  </a:lnTo>
                  <a:lnTo>
                    <a:pt x="2255094" y="1358564"/>
                  </a:lnTo>
                  <a:lnTo>
                    <a:pt x="2254974" y="1358789"/>
                  </a:lnTo>
                  <a:lnTo>
                    <a:pt x="2254945" y="1358810"/>
                  </a:lnTo>
                  <a:lnTo>
                    <a:pt x="2254737" y="1358786"/>
                  </a:lnTo>
                  <a:lnTo>
                    <a:pt x="2254625" y="1358749"/>
                  </a:lnTo>
                  <a:lnTo>
                    <a:pt x="2254409" y="1358728"/>
                  </a:lnTo>
                  <a:lnTo>
                    <a:pt x="2254185" y="1358763"/>
                  </a:lnTo>
                  <a:lnTo>
                    <a:pt x="2254138" y="1358771"/>
                  </a:lnTo>
                  <a:lnTo>
                    <a:pt x="2253928" y="1358833"/>
                  </a:lnTo>
                  <a:lnTo>
                    <a:pt x="2253893" y="1358841"/>
                  </a:lnTo>
                  <a:lnTo>
                    <a:pt x="2253644" y="1358895"/>
                  </a:lnTo>
                  <a:lnTo>
                    <a:pt x="2253557" y="1358905"/>
                  </a:lnTo>
                  <a:lnTo>
                    <a:pt x="2253484" y="1358914"/>
                  </a:lnTo>
                  <a:lnTo>
                    <a:pt x="2253340" y="1358896"/>
                  </a:lnTo>
                  <a:lnTo>
                    <a:pt x="2253258" y="1358852"/>
                  </a:lnTo>
                  <a:lnTo>
                    <a:pt x="2253190" y="1358790"/>
                  </a:lnTo>
                  <a:lnTo>
                    <a:pt x="2253135" y="1358714"/>
                  </a:lnTo>
                  <a:lnTo>
                    <a:pt x="2253106" y="1358657"/>
                  </a:lnTo>
                  <a:lnTo>
                    <a:pt x="2253075" y="1358496"/>
                  </a:lnTo>
                  <a:lnTo>
                    <a:pt x="2253074" y="1358441"/>
                  </a:lnTo>
                  <a:lnTo>
                    <a:pt x="2253082" y="1358403"/>
                  </a:lnTo>
                  <a:lnTo>
                    <a:pt x="2253090" y="1358406"/>
                  </a:lnTo>
                  <a:lnTo>
                    <a:pt x="2253111" y="1358313"/>
                  </a:lnTo>
                  <a:lnTo>
                    <a:pt x="2253028" y="1358326"/>
                  </a:lnTo>
                  <a:lnTo>
                    <a:pt x="2252967" y="1358348"/>
                  </a:lnTo>
                  <a:lnTo>
                    <a:pt x="2252836" y="1358421"/>
                  </a:lnTo>
                  <a:lnTo>
                    <a:pt x="2252734" y="1358502"/>
                  </a:lnTo>
                  <a:lnTo>
                    <a:pt x="2252713" y="1358518"/>
                  </a:lnTo>
                  <a:lnTo>
                    <a:pt x="2252701" y="1358535"/>
                  </a:lnTo>
                  <a:lnTo>
                    <a:pt x="2252755" y="1358576"/>
                  </a:lnTo>
                  <a:lnTo>
                    <a:pt x="2252785" y="1358618"/>
                  </a:lnTo>
                  <a:lnTo>
                    <a:pt x="2252794" y="1358696"/>
                  </a:lnTo>
                  <a:lnTo>
                    <a:pt x="2252793" y="1358713"/>
                  </a:lnTo>
                  <a:lnTo>
                    <a:pt x="2252789" y="1358723"/>
                  </a:lnTo>
                  <a:lnTo>
                    <a:pt x="2252772" y="1358724"/>
                  </a:lnTo>
                  <a:lnTo>
                    <a:pt x="2252734" y="1358721"/>
                  </a:lnTo>
                  <a:lnTo>
                    <a:pt x="2252596" y="1358691"/>
                  </a:lnTo>
                  <a:lnTo>
                    <a:pt x="2252588" y="1358691"/>
                  </a:lnTo>
                  <a:lnTo>
                    <a:pt x="2252562" y="1358727"/>
                  </a:lnTo>
                  <a:lnTo>
                    <a:pt x="2252553" y="1358742"/>
                  </a:lnTo>
                  <a:lnTo>
                    <a:pt x="2252505" y="1358820"/>
                  </a:lnTo>
                  <a:lnTo>
                    <a:pt x="2252655" y="1358900"/>
                  </a:lnTo>
                  <a:lnTo>
                    <a:pt x="2253235" y="1359167"/>
                  </a:lnTo>
                  <a:lnTo>
                    <a:pt x="2253711" y="1359224"/>
                  </a:lnTo>
                  <a:lnTo>
                    <a:pt x="2253782" y="1359223"/>
                  </a:lnTo>
                  <a:lnTo>
                    <a:pt x="2253902" y="1359202"/>
                  </a:lnTo>
                  <a:lnTo>
                    <a:pt x="2253908" y="1359184"/>
                  </a:lnTo>
                  <a:lnTo>
                    <a:pt x="2254055" y="1359140"/>
                  </a:lnTo>
                  <a:lnTo>
                    <a:pt x="2254453" y="1359089"/>
                  </a:lnTo>
                  <a:lnTo>
                    <a:pt x="2254609" y="1359112"/>
                  </a:lnTo>
                  <a:lnTo>
                    <a:pt x="2254687" y="1359148"/>
                  </a:lnTo>
                  <a:lnTo>
                    <a:pt x="2254716" y="1359170"/>
                  </a:lnTo>
                  <a:lnTo>
                    <a:pt x="2254755" y="1359222"/>
                  </a:lnTo>
                  <a:lnTo>
                    <a:pt x="2254867" y="1359523"/>
                  </a:lnTo>
                  <a:lnTo>
                    <a:pt x="2254975" y="1359942"/>
                  </a:lnTo>
                  <a:lnTo>
                    <a:pt x="2255023" y="1360035"/>
                  </a:lnTo>
                  <a:lnTo>
                    <a:pt x="2255122" y="1360225"/>
                  </a:lnTo>
                  <a:lnTo>
                    <a:pt x="2255517" y="1360821"/>
                  </a:lnTo>
                  <a:lnTo>
                    <a:pt x="2255481" y="1361150"/>
                  </a:lnTo>
                  <a:lnTo>
                    <a:pt x="2255057" y="1362598"/>
                  </a:lnTo>
                  <a:lnTo>
                    <a:pt x="2255052" y="1362762"/>
                  </a:lnTo>
                  <a:lnTo>
                    <a:pt x="2254898" y="1362854"/>
                  </a:lnTo>
                  <a:lnTo>
                    <a:pt x="2254516" y="1363085"/>
                  </a:lnTo>
                  <a:lnTo>
                    <a:pt x="2254432" y="1363150"/>
                  </a:lnTo>
                  <a:lnTo>
                    <a:pt x="2254374" y="1363221"/>
                  </a:lnTo>
                  <a:lnTo>
                    <a:pt x="2254085" y="1363574"/>
                  </a:lnTo>
                  <a:lnTo>
                    <a:pt x="2254040" y="1363642"/>
                  </a:lnTo>
                  <a:lnTo>
                    <a:pt x="2254019" y="1363747"/>
                  </a:lnTo>
                  <a:lnTo>
                    <a:pt x="2254028" y="1363927"/>
                  </a:lnTo>
                  <a:lnTo>
                    <a:pt x="2254057" y="1363994"/>
                  </a:lnTo>
                  <a:lnTo>
                    <a:pt x="2254183" y="1364172"/>
                  </a:lnTo>
                  <a:lnTo>
                    <a:pt x="2254116" y="1364383"/>
                  </a:lnTo>
                  <a:lnTo>
                    <a:pt x="2254093" y="1364428"/>
                  </a:lnTo>
                  <a:lnTo>
                    <a:pt x="2253982" y="1364585"/>
                  </a:lnTo>
                  <a:lnTo>
                    <a:pt x="2253935" y="1364672"/>
                  </a:lnTo>
                  <a:lnTo>
                    <a:pt x="2253929" y="1364682"/>
                  </a:lnTo>
                  <a:lnTo>
                    <a:pt x="2253818" y="1365250"/>
                  </a:lnTo>
                  <a:lnTo>
                    <a:pt x="2253878" y="1365277"/>
                  </a:lnTo>
                  <a:lnTo>
                    <a:pt x="2253935" y="1365301"/>
                  </a:lnTo>
                  <a:lnTo>
                    <a:pt x="2253969" y="1365382"/>
                  </a:lnTo>
                  <a:lnTo>
                    <a:pt x="2253676" y="1366280"/>
                  </a:lnTo>
                  <a:lnTo>
                    <a:pt x="2253660" y="1366284"/>
                  </a:lnTo>
                  <a:lnTo>
                    <a:pt x="2253443" y="1366217"/>
                  </a:lnTo>
                  <a:lnTo>
                    <a:pt x="2252956" y="1365815"/>
                  </a:lnTo>
                  <a:lnTo>
                    <a:pt x="2252665" y="1365577"/>
                  </a:lnTo>
                  <a:lnTo>
                    <a:pt x="2252651" y="1365565"/>
                  </a:lnTo>
                  <a:lnTo>
                    <a:pt x="2252462" y="1365542"/>
                  </a:lnTo>
                  <a:lnTo>
                    <a:pt x="2252442" y="1365539"/>
                  </a:lnTo>
                  <a:lnTo>
                    <a:pt x="2252866" y="1365850"/>
                  </a:lnTo>
                  <a:lnTo>
                    <a:pt x="2252347" y="1366581"/>
                  </a:lnTo>
                  <a:lnTo>
                    <a:pt x="2250465" y="1368143"/>
                  </a:lnTo>
                  <a:lnTo>
                    <a:pt x="2250407" y="1368149"/>
                  </a:lnTo>
                  <a:lnTo>
                    <a:pt x="2250199" y="1368028"/>
                  </a:lnTo>
                  <a:lnTo>
                    <a:pt x="2250168" y="1368035"/>
                  </a:lnTo>
                  <a:lnTo>
                    <a:pt x="2250161" y="1368057"/>
                  </a:lnTo>
                  <a:lnTo>
                    <a:pt x="2250006" y="1368369"/>
                  </a:lnTo>
                  <a:lnTo>
                    <a:pt x="2249649" y="1369244"/>
                  </a:lnTo>
                  <a:lnTo>
                    <a:pt x="2249624" y="1369263"/>
                  </a:lnTo>
                  <a:lnTo>
                    <a:pt x="2249602" y="1369267"/>
                  </a:lnTo>
                  <a:lnTo>
                    <a:pt x="2249441" y="1369214"/>
                  </a:lnTo>
                  <a:lnTo>
                    <a:pt x="2249386" y="1369296"/>
                  </a:lnTo>
                  <a:lnTo>
                    <a:pt x="2249445" y="1369429"/>
                  </a:lnTo>
                  <a:lnTo>
                    <a:pt x="2249945" y="1369636"/>
                  </a:lnTo>
                  <a:lnTo>
                    <a:pt x="2249969" y="1369672"/>
                  </a:lnTo>
                  <a:lnTo>
                    <a:pt x="2249970" y="1369698"/>
                  </a:lnTo>
                  <a:lnTo>
                    <a:pt x="2249803" y="1370284"/>
                  </a:lnTo>
                  <a:lnTo>
                    <a:pt x="2249884" y="1372114"/>
                  </a:lnTo>
                  <a:lnTo>
                    <a:pt x="2249879" y="1372146"/>
                  </a:lnTo>
                  <a:lnTo>
                    <a:pt x="2249861" y="1372170"/>
                  </a:lnTo>
                  <a:lnTo>
                    <a:pt x="2249821" y="1372184"/>
                  </a:lnTo>
                  <a:lnTo>
                    <a:pt x="2249420" y="1372177"/>
                  </a:lnTo>
                  <a:lnTo>
                    <a:pt x="2249409" y="1372196"/>
                  </a:lnTo>
                  <a:lnTo>
                    <a:pt x="2249413" y="1372224"/>
                  </a:lnTo>
                  <a:lnTo>
                    <a:pt x="2249417" y="1372257"/>
                  </a:lnTo>
                  <a:lnTo>
                    <a:pt x="2249419" y="1372280"/>
                  </a:lnTo>
                  <a:lnTo>
                    <a:pt x="2249460" y="1372420"/>
                  </a:lnTo>
                  <a:lnTo>
                    <a:pt x="2249491" y="1372446"/>
                  </a:lnTo>
                  <a:lnTo>
                    <a:pt x="2249481" y="1372695"/>
                  </a:lnTo>
                  <a:lnTo>
                    <a:pt x="2249438" y="1372728"/>
                  </a:lnTo>
                  <a:lnTo>
                    <a:pt x="2249402" y="1372751"/>
                  </a:lnTo>
                  <a:lnTo>
                    <a:pt x="2249242" y="1372685"/>
                  </a:lnTo>
                  <a:lnTo>
                    <a:pt x="2249192" y="1372685"/>
                  </a:lnTo>
                  <a:lnTo>
                    <a:pt x="2249144" y="1372787"/>
                  </a:lnTo>
                  <a:lnTo>
                    <a:pt x="2249123" y="1372852"/>
                  </a:lnTo>
                  <a:lnTo>
                    <a:pt x="2249116" y="1372877"/>
                  </a:lnTo>
                  <a:lnTo>
                    <a:pt x="2249412" y="1372981"/>
                  </a:lnTo>
                  <a:lnTo>
                    <a:pt x="2249440" y="1372993"/>
                  </a:lnTo>
                  <a:lnTo>
                    <a:pt x="2249364" y="1373222"/>
                  </a:lnTo>
                  <a:lnTo>
                    <a:pt x="2249362" y="1373435"/>
                  </a:lnTo>
                  <a:lnTo>
                    <a:pt x="2249361" y="1373568"/>
                  </a:lnTo>
                  <a:lnTo>
                    <a:pt x="2249361" y="1373575"/>
                  </a:lnTo>
                  <a:lnTo>
                    <a:pt x="2249361" y="1373604"/>
                  </a:lnTo>
                  <a:lnTo>
                    <a:pt x="2249172" y="1373826"/>
                  </a:lnTo>
                  <a:lnTo>
                    <a:pt x="2248870" y="1374118"/>
                  </a:lnTo>
                  <a:lnTo>
                    <a:pt x="2248862" y="1374165"/>
                  </a:lnTo>
                  <a:lnTo>
                    <a:pt x="2248855" y="1374176"/>
                  </a:lnTo>
                  <a:lnTo>
                    <a:pt x="2248845" y="1374192"/>
                  </a:lnTo>
                  <a:lnTo>
                    <a:pt x="2248824" y="1374222"/>
                  </a:lnTo>
                  <a:lnTo>
                    <a:pt x="2248819" y="1374228"/>
                  </a:lnTo>
                  <a:lnTo>
                    <a:pt x="2248799" y="1374241"/>
                  </a:lnTo>
                  <a:lnTo>
                    <a:pt x="2248791" y="1374246"/>
                  </a:lnTo>
                  <a:lnTo>
                    <a:pt x="2248777" y="1374255"/>
                  </a:lnTo>
                  <a:lnTo>
                    <a:pt x="2248770" y="1374260"/>
                  </a:lnTo>
                  <a:lnTo>
                    <a:pt x="2248762" y="1374265"/>
                  </a:lnTo>
                  <a:lnTo>
                    <a:pt x="2248283" y="1374568"/>
                  </a:lnTo>
                  <a:lnTo>
                    <a:pt x="2248268" y="1374578"/>
                  </a:lnTo>
                  <a:lnTo>
                    <a:pt x="2248234" y="1374600"/>
                  </a:lnTo>
                  <a:lnTo>
                    <a:pt x="2247957" y="1374766"/>
                  </a:lnTo>
                  <a:lnTo>
                    <a:pt x="2247947" y="1374772"/>
                  </a:lnTo>
                  <a:lnTo>
                    <a:pt x="2247928" y="1374786"/>
                  </a:lnTo>
                  <a:lnTo>
                    <a:pt x="2247916" y="1374794"/>
                  </a:lnTo>
                  <a:lnTo>
                    <a:pt x="2247801" y="1374874"/>
                  </a:lnTo>
                  <a:lnTo>
                    <a:pt x="2247791" y="1374881"/>
                  </a:lnTo>
                  <a:lnTo>
                    <a:pt x="2247761" y="1374905"/>
                  </a:lnTo>
                  <a:lnTo>
                    <a:pt x="2247682" y="1374961"/>
                  </a:lnTo>
                  <a:lnTo>
                    <a:pt x="2247636" y="1374985"/>
                  </a:lnTo>
                  <a:lnTo>
                    <a:pt x="2247361" y="1375127"/>
                  </a:lnTo>
                  <a:lnTo>
                    <a:pt x="2247333" y="1375141"/>
                  </a:lnTo>
                  <a:lnTo>
                    <a:pt x="2247303" y="1375146"/>
                  </a:lnTo>
                  <a:lnTo>
                    <a:pt x="2247292" y="1375146"/>
                  </a:lnTo>
                  <a:lnTo>
                    <a:pt x="2247257" y="1375356"/>
                  </a:lnTo>
                  <a:lnTo>
                    <a:pt x="2247243" y="1375439"/>
                  </a:lnTo>
                  <a:lnTo>
                    <a:pt x="2247204" y="1375678"/>
                  </a:lnTo>
                  <a:lnTo>
                    <a:pt x="2247099" y="1376307"/>
                  </a:lnTo>
                  <a:lnTo>
                    <a:pt x="2247075" y="1376450"/>
                  </a:lnTo>
                  <a:lnTo>
                    <a:pt x="2247070" y="1376481"/>
                  </a:lnTo>
                  <a:lnTo>
                    <a:pt x="2247046" y="1376529"/>
                  </a:lnTo>
                  <a:lnTo>
                    <a:pt x="2247013" y="1376598"/>
                  </a:lnTo>
                  <a:lnTo>
                    <a:pt x="2247010" y="1376604"/>
                  </a:lnTo>
                  <a:lnTo>
                    <a:pt x="2247003" y="1376620"/>
                  </a:lnTo>
                  <a:lnTo>
                    <a:pt x="2247971" y="1377348"/>
                  </a:lnTo>
                  <a:lnTo>
                    <a:pt x="2247914" y="1377424"/>
                  </a:lnTo>
                  <a:lnTo>
                    <a:pt x="2247876" y="1377476"/>
                  </a:lnTo>
                  <a:lnTo>
                    <a:pt x="2247805" y="1377570"/>
                  </a:lnTo>
                  <a:lnTo>
                    <a:pt x="2247776" y="1377609"/>
                  </a:lnTo>
                  <a:lnTo>
                    <a:pt x="2247740" y="1377656"/>
                  </a:lnTo>
                  <a:lnTo>
                    <a:pt x="2247726" y="1377675"/>
                  </a:lnTo>
                  <a:lnTo>
                    <a:pt x="2247698" y="1377713"/>
                  </a:lnTo>
                  <a:lnTo>
                    <a:pt x="2247544" y="1377919"/>
                  </a:lnTo>
                  <a:lnTo>
                    <a:pt x="2247518" y="1377954"/>
                  </a:lnTo>
                  <a:lnTo>
                    <a:pt x="2247437" y="1378062"/>
                  </a:lnTo>
                  <a:lnTo>
                    <a:pt x="2247405" y="1378105"/>
                  </a:lnTo>
                  <a:lnTo>
                    <a:pt x="2247380" y="1378138"/>
                  </a:lnTo>
                  <a:lnTo>
                    <a:pt x="2247341" y="1378190"/>
                  </a:lnTo>
                  <a:lnTo>
                    <a:pt x="2247292" y="1378256"/>
                  </a:lnTo>
                  <a:lnTo>
                    <a:pt x="2247147" y="1378449"/>
                  </a:lnTo>
                  <a:lnTo>
                    <a:pt x="2247111" y="1378498"/>
                  </a:lnTo>
                  <a:lnTo>
                    <a:pt x="2247070" y="1378553"/>
                  </a:lnTo>
                  <a:lnTo>
                    <a:pt x="2247020" y="1378620"/>
                  </a:lnTo>
                  <a:lnTo>
                    <a:pt x="2246935" y="1378734"/>
                  </a:lnTo>
                  <a:lnTo>
                    <a:pt x="2246899" y="1378781"/>
                  </a:lnTo>
                  <a:lnTo>
                    <a:pt x="2246877" y="1378812"/>
                  </a:lnTo>
                  <a:lnTo>
                    <a:pt x="2246870" y="1378820"/>
                  </a:lnTo>
                  <a:lnTo>
                    <a:pt x="2246827" y="1378878"/>
                  </a:lnTo>
                  <a:lnTo>
                    <a:pt x="2246787" y="1378931"/>
                  </a:lnTo>
                  <a:lnTo>
                    <a:pt x="2246779" y="1378941"/>
                  </a:lnTo>
                  <a:lnTo>
                    <a:pt x="2246702" y="1379044"/>
                  </a:lnTo>
                  <a:lnTo>
                    <a:pt x="2246647" y="1379119"/>
                  </a:lnTo>
                  <a:lnTo>
                    <a:pt x="2246593" y="1379190"/>
                  </a:lnTo>
                  <a:lnTo>
                    <a:pt x="2246504" y="1379310"/>
                  </a:lnTo>
                  <a:lnTo>
                    <a:pt x="2246463" y="1379261"/>
                  </a:lnTo>
                  <a:lnTo>
                    <a:pt x="2246401" y="1379190"/>
                  </a:lnTo>
                  <a:lnTo>
                    <a:pt x="2246368" y="1379151"/>
                  </a:lnTo>
                  <a:lnTo>
                    <a:pt x="2246282" y="1379052"/>
                  </a:lnTo>
                  <a:lnTo>
                    <a:pt x="2246246" y="1379009"/>
                  </a:lnTo>
                  <a:lnTo>
                    <a:pt x="2246200" y="1378956"/>
                  </a:lnTo>
                  <a:lnTo>
                    <a:pt x="2246158" y="1378907"/>
                  </a:lnTo>
                  <a:lnTo>
                    <a:pt x="2246014" y="1378740"/>
                  </a:lnTo>
                  <a:lnTo>
                    <a:pt x="2245976" y="1378696"/>
                  </a:lnTo>
                  <a:lnTo>
                    <a:pt x="2245972" y="1378691"/>
                  </a:lnTo>
                  <a:lnTo>
                    <a:pt x="2245963" y="1378680"/>
                  </a:lnTo>
                  <a:lnTo>
                    <a:pt x="2245911" y="1378620"/>
                  </a:lnTo>
                  <a:lnTo>
                    <a:pt x="2245872" y="1378574"/>
                  </a:lnTo>
                  <a:lnTo>
                    <a:pt x="2245806" y="1378498"/>
                  </a:lnTo>
                  <a:lnTo>
                    <a:pt x="2245801" y="1378491"/>
                  </a:lnTo>
                  <a:lnTo>
                    <a:pt x="2245792" y="1378481"/>
                  </a:lnTo>
                  <a:lnTo>
                    <a:pt x="2245780" y="1378466"/>
                  </a:lnTo>
                  <a:lnTo>
                    <a:pt x="2245718" y="1378392"/>
                  </a:lnTo>
                  <a:lnTo>
                    <a:pt x="2245699" y="1378368"/>
                  </a:lnTo>
                  <a:lnTo>
                    <a:pt x="2245695" y="1378364"/>
                  </a:lnTo>
                  <a:lnTo>
                    <a:pt x="2245621" y="1378282"/>
                  </a:lnTo>
                  <a:lnTo>
                    <a:pt x="2245484" y="1378168"/>
                  </a:lnTo>
                  <a:lnTo>
                    <a:pt x="2245416" y="1378205"/>
                  </a:lnTo>
                  <a:lnTo>
                    <a:pt x="2245252" y="1378295"/>
                  </a:lnTo>
                  <a:lnTo>
                    <a:pt x="2244378" y="1378519"/>
                  </a:lnTo>
                  <a:lnTo>
                    <a:pt x="2244300" y="1378532"/>
                  </a:lnTo>
                  <a:lnTo>
                    <a:pt x="2243848" y="1378606"/>
                  </a:lnTo>
                  <a:lnTo>
                    <a:pt x="2243760" y="1378620"/>
                  </a:lnTo>
                  <a:lnTo>
                    <a:pt x="2243754" y="1378680"/>
                  </a:lnTo>
                  <a:lnTo>
                    <a:pt x="2243522" y="1379784"/>
                  </a:lnTo>
                  <a:lnTo>
                    <a:pt x="2243346" y="1379855"/>
                  </a:lnTo>
                  <a:lnTo>
                    <a:pt x="2243351" y="1379917"/>
                  </a:lnTo>
                  <a:lnTo>
                    <a:pt x="2243238" y="1380965"/>
                  </a:lnTo>
                  <a:lnTo>
                    <a:pt x="2242940" y="1381242"/>
                  </a:lnTo>
                  <a:lnTo>
                    <a:pt x="2242958" y="1381256"/>
                  </a:lnTo>
                  <a:lnTo>
                    <a:pt x="2242969" y="1381277"/>
                  </a:lnTo>
                  <a:lnTo>
                    <a:pt x="2242902" y="1381345"/>
                  </a:lnTo>
                  <a:lnTo>
                    <a:pt x="2242517" y="1381730"/>
                  </a:lnTo>
                  <a:lnTo>
                    <a:pt x="2242355" y="1381891"/>
                  </a:lnTo>
                  <a:lnTo>
                    <a:pt x="2242277" y="1381967"/>
                  </a:lnTo>
                  <a:lnTo>
                    <a:pt x="2241938" y="1382300"/>
                  </a:lnTo>
                  <a:lnTo>
                    <a:pt x="2241934" y="1382304"/>
                  </a:lnTo>
                  <a:lnTo>
                    <a:pt x="2241739" y="1382480"/>
                  </a:lnTo>
                  <a:lnTo>
                    <a:pt x="2241705" y="1382510"/>
                  </a:lnTo>
                  <a:lnTo>
                    <a:pt x="2240363" y="1383679"/>
                  </a:lnTo>
                  <a:lnTo>
                    <a:pt x="2240360" y="1383684"/>
                  </a:lnTo>
                  <a:lnTo>
                    <a:pt x="2240357" y="1383689"/>
                  </a:lnTo>
                  <a:lnTo>
                    <a:pt x="2240232" y="1383868"/>
                  </a:lnTo>
                  <a:lnTo>
                    <a:pt x="2240051" y="1384126"/>
                  </a:lnTo>
                  <a:lnTo>
                    <a:pt x="2239899" y="1384343"/>
                  </a:lnTo>
                  <a:lnTo>
                    <a:pt x="2239893" y="1384351"/>
                  </a:lnTo>
                  <a:lnTo>
                    <a:pt x="2239621" y="1384720"/>
                  </a:lnTo>
                  <a:lnTo>
                    <a:pt x="2239547" y="1384819"/>
                  </a:lnTo>
                  <a:lnTo>
                    <a:pt x="2239391" y="1385029"/>
                  </a:lnTo>
                  <a:lnTo>
                    <a:pt x="2239317" y="1385121"/>
                  </a:lnTo>
                  <a:lnTo>
                    <a:pt x="2239301" y="1385141"/>
                  </a:lnTo>
                  <a:lnTo>
                    <a:pt x="2239247" y="1385208"/>
                  </a:lnTo>
                  <a:lnTo>
                    <a:pt x="2239225" y="1385236"/>
                  </a:lnTo>
                  <a:lnTo>
                    <a:pt x="2239198" y="1385211"/>
                  </a:lnTo>
                  <a:lnTo>
                    <a:pt x="2239134" y="1385150"/>
                  </a:lnTo>
                  <a:lnTo>
                    <a:pt x="2238998" y="1385034"/>
                  </a:lnTo>
                  <a:lnTo>
                    <a:pt x="2238966" y="1385007"/>
                  </a:lnTo>
                  <a:lnTo>
                    <a:pt x="2238740" y="1384842"/>
                  </a:lnTo>
                  <a:lnTo>
                    <a:pt x="2238713" y="1384823"/>
                  </a:lnTo>
                  <a:lnTo>
                    <a:pt x="2238672" y="1384796"/>
                  </a:lnTo>
                  <a:lnTo>
                    <a:pt x="2238646" y="1384814"/>
                  </a:lnTo>
                  <a:lnTo>
                    <a:pt x="2238650" y="1384820"/>
                  </a:lnTo>
                  <a:lnTo>
                    <a:pt x="2238644" y="1384839"/>
                  </a:lnTo>
                  <a:lnTo>
                    <a:pt x="2238636" y="1384855"/>
                  </a:lnTo>
                  <a:lnTo>
                    <a:pt x="2238542" y="1384992"/>
                  </a:lnTo>
                  <a:lnTo>
                    <a:pt x="2238485" y="1385075"/>
                  </a:lnTo>
                  <a:lnTo>
                    <a:pt x="2238472" y="1385081"/>
                  </a:lnTo>
                  <a:lnTo>
                    <a:pt x="2238460" y="1385078"/>
                  </a:lnTo>
                  <a:lnTo>
                    <a:pt x="2238404" y="1385040"/>
                  </a:lnTo>
                  <a:lnTo>
                    <a:pt x="2238380" y="1385025"/>
                  </a:lnTo>
                  <a:lnTo>
                    <a:pt x="2238353" y="1385064"/>
                  </a:lnTo>
                  <a:lnTo>
                    <a:pt x="2238138" y="1385389"/>
                  </a:lnTo>
                  <a:lnTo>
                    <a:pt x="2238061" y="1385543"/>
                  </a:lnTo>
                  <a:lnTo>
                    <a:pt x="2238012" y="1385642"/>
                  </a:lnTo>
                  <a:lnTo>
                    <a:pt x="2237935" y="1385792"/>
                  </a:lnTo>
                  <a:lnTo>
                    <a:pt x="2237927" y="1385809"/>
                  </a:lnTo>
                  <a:lnTo>
                    <a:pt x="2237872" y="1385914"/>
                  </a:lnTo>
                  <a:lnTo>
                    <a:pt x="2237865" y="1385922"/>
                  </a:lnTo>
                  <a:lnTo>
                    <a:pt x="2237856" y="1385921"/>
                  </a:lnTo>
                  <a:lnTo>
                    <a:pt x="2237862" y="1385929"/>
                  </a:lnTo>
                  <a:lnTo>
                    <a:pt x="2237861" y="1385937"/>
                  </a:lnTo>
                  <a:lnTo>
                    <a:pt x="2237844" y="1385974"/>
                  </a:lnTo>
                  <a:lnTo>
                    <a:pt x="2237637" y="1386424"/>
                  </a:lnTo>
                  <a:lnTo>
                    <a:pt x="2237522" y="1386675"/>
                  </a:lnTo>
                  <a:lnTo>
                    <a:pt x="2237426" y="1386884"/>
                  </a:lnTo>
                  <a:lnTo>
                    <a:pt x="2237416" y="1386908"/>
                  </a:lnTo>
                  <a:lnTo>
                    <a:pt x="2237404" y="1386934"/>
                  </a:lnTo>
                  <a:lnTo>
                    <a:pt x="2237402" y="1386940"/>
                  </a:lnTo>
                  <a:lnTo>
                    <a:pt x="2237384" y="1386983"/>
                  </a:lnTo>
                  <a:lnTo>
                    <a:pt x="2237356" y="1387053"/>
                  </a:lnTo>
                  <a:lnTo>
                    <a:pt x="2237349" y="1387071"/>
                  </a:lnTo>
                  <a:lnTo>
                    <a:pt x="2237330" y="1387127"/>
                  </a:lnTo>
                  <a:lnTo>
                    <a:pt x="2237323" y="1387148"/>
                  </a:lnTo>
                  <a:lnTo>
                    <a:pt x="2237321" y="1387153"/>
                  </a:lnTo>
                  <a:lnTo>
                    <a:pt x="2237292" y="1387246"/>
                  </a:lnTo>
                  <a:lnTo>
                    <a:pt x="2237270" y="1387326"/>
                  </a:lnTo>
                  <a:lnTo>
                    <a:pt x="2237270" y="1387331"/>
                  </a:lnTo>
                  <a:lnTo>
                    <a:pt x="2237269" y="1387340"/>
                  </a:lnTo>
                  <a:lnTo>
                    <a:pt x="2237267" y="1387348"/>
                  </a:lnTo>
                  <a:lnTo>
                    <a:pt x="2237217" y="1387487"/>
                  </a:lnTo>
                  <a:lnTo>
                    <a:pt x="2237149" y="1387662"/>
                  </a:lnTo>
                  <a:lnTo>
                    <a:pt x="2237112" y="1387754"/>
                  </a:lnTo>
                  <a:lnTo>
                    <a:pt x="2236979" y="1388022"/>
                  </a:lnTo>
                  <a:lnTo>
                    <a:pt x="2236933" y="1388115"/>
                  </a:lnTo>
                  <a:lnTo>
                    <a:pt x="2236929" y="1388122"/>
                  </a:lnTo>
                  <a:lnTo>
                    <a:pt x="2237608" y="1388584"/>
                  </a:lnTo>
                  <a:lnTo>
                    <a:pt x="2237615" y="1388682"/>
                  </a:lnTo>
                  <a:lnTo>
                    <a:pt x="2237373" y="1389006"/>
                  </a:lnTo>
                  <a:lnTo>
                    <a:pt x="2236930" y="1389298"/>
                  </a:lnTo>
                  <a:lnTo>
                    <a:pt x="2236209" y="1389808"/>
                  </a:lnTo>
                  <a:lnTo>
                    <a:pt x="2236123" y="1389833"/>
                  </a:lnTo>
                  <a:lnTo>
                    <a:pt x="2235416" y="1389598"/>
                  </a:lnTo>
                  <a:lnTo>
                    <a:pt x="2235338" y="1389508"/>
                  </a:lnTo>
                  <a:lnTo>
                    <a:pt x="2235322" y="1389333"/>
                  </a:lnTo>
                  <a:lnTo>
                    <a:pt x="2235300" y="1389344"/>
                  </a:lnTo>
                  <a:lnTo>
                    <a:pt x="2235293" y="1389345"/>
                  </a:lnTo>
                  <a:lnTo>
                    <a:pt x="2235287" y="1389343"/>
                  </a:lnTo>
                  <a:lnTo>
                    <a:pt x="2235280" y="1389336"/>
                  </a:lnTo>
                  <a:lnTo>
                    <a:pt x="2235274" y="1389347"/>
                  </a:lnTo>
                  <a:lnTo>
                    <a:pt x="2235257" y="1389348"/>
                  </a:lnTo>
                  <a:lnTo>
                    <a:pt x="2235226" y="1389346"/>
                  </a:lnTo>
                  <a:lnTo>
                    <a:pt x="2235134" y="1389339"/>
                  </a:lnTo>
                  <a:lnTo>
                    <a:pt x="2235120" y="1389337"/>
                  </a:lnTo>
                  <a:lnTo>
                    <a:pt x="2234976" y="1389300"/>
                  </a:lnTo>
                  <a:lnTo>
                    <a:pt x="2234967" y="1389298"/>
                  </a:lnTo>
                  <a:lnTo>
                    <a:pt x="2234827" y="1389262"/>
                  </a:lnTo>
                  <a:lnTo>
                    <a:pt x="2234699" y="1389288"/>
                  </a:lnTo>
                  <a:lnTo>
                    <a:pt x="2234288" y="1389800"/>
                  </a:lnTo>
                  <a:lnTo>
                    <a:pt x="2234162" y="1389957"/>
                  </a:lnTo>
                  <a:lnTo>
                    <a:pt x="2234120" y="1390009"/>
                  </a:lnTo>
                  <a:lnTo>
                    <a:pt x="2234072" y="1390068"/>
                  </a:lnTo>
                  <a:lnTo>
                    <a:pt x="2234159" y="1390193"/>
                  </a:lnTo>
                  <a:lnTo>
                    <a:pt x="2234161" y="1390201"/>
                  </a:lnTo>
                  <a:lnTo>
                    <a:pt x="2234160" y="1390209"/>
                  </a:lnTo>
                  <a:lnTo>
                    <a:pt x="2234196" y="1390230"/>
                  </a:lnTo>
                  <a:lnTo>
                    <a:pt x="2234731" y="1390838"/>
                  </a:lnTo>
                  <a:lnTo>
                    <a:pt x="2234727" y="1390939"/>
                  </a:lnTo>
                  <a:lnTo>
                    <a:pt x="2234724" y="1391040"/>
                  </a:lnTo>
                  <a:lnTo>
                    <a:pt x="2234584" y="1391445"/>
                  </a:lnTo>
                  <a:lnTo>
                    <a:pt x="2234081" y="1392896"/>
                  </a:lnTo>
                  <a:lnTo>
                    <a:pt x="2234038" y="1393010"/>
                  </a:lnTo>
                  <a:lnTo>
                    <a:pt x="2233939" y="1393026"/>
                  </a:lnTo>
                  <a:lnTo>
                    <a:pt x="2233853" y="1393034"/>
                  </a:lnTo>
                  <a:lnTo>
                    <a:pt x="2233900" y="1393083"/>
                  </a:lnTo>
                  <a:lnTo>
                    <a:pt x="2233913" y="1393101"/>
                  </a:lnTo>
                  <a:lnTo>
                    <a:pt x="2233959" y="1393167"/>
                  </a:lnTo>
                  <a:lnTo>
                    <a:pt x="2234006" y="1393377"/>
                  </a:lnTo>
                  <a:lnTo>
                    <a:pt x="2234015" y="1393419"/>
                  </a:lnTo>
                  <a:lnTo>
                    <a:pt x="2233989" y="1393463"/>
                  </a:lnTo>
                  <a:lnTo>
                    <a:pt x="2233984" y="1393471"/>
                  </a:lnTo>
                  <a:lnTo>
                    <a:pt x="2233964" y="1393504"/>
                  </a:lnTo>
                  <a:lnTo>
                    <a:pt x="2233913" y="1393590"/>
                  </a:lnTo>
                  <a:lnTo>
                    <a:pt x="2233876" y="1393610"/>
                  </a:lnTo>
                  <a:lnTo>
                    <a:pt x="2233782" y="1393659"/>
                  </a:lnTo>
                  <a:lnTo>
                    <a:pt x="2233760" y="1393670"/>
                  </a:lnTo>
                  <a:lnTo>
                    <a:pt x="2233650" y="1393727"/>
                  </a:lnTo>
                  <a:lnTo>
                    <a:pt x="2233545" y="1393706"/>
                  </a:lnTo>
                  <a:lnTo>
                    <a:pt x="2233528" y="1393702"/>
                  </a:lnTo>
                  <a:lnTo>
                    <a:pt x="2233505" y="1393697"/>
                  </a:lnTo>
                  <a:lnTo>
                    <a:pt x="2233355" y="1393792"/>
                  </a:lnTo>
                  <a:lnTo>
                    <a:pt x="2233378" y="1394223"/>
                  </a:lnTo>
                  <a:lnTo>
                    <a:pt x="2233270" y="1394615"/>
                  </a:lnTo>
                  <a:lnTo>
                    <a:pt x="2233264" y="1394636"/>
                  </a:lnTo>
                  <a:lnTo>
                    <a:pt x="2233260" y="1394651"/>
                  </a:lnTo>
                  <a:lnTo>
                    <a:pt x="2233227" y="1394764"/>
                  </a:lnTo>
                  <a:lnTo>
                    <a:pt x="2232813" y="1394936"/>
                  </a:lnTo>
                  <a:lnTo>
                    <a:pt x="2232775" y="1394952"/>
                  </a:lnTo>
                  <a:lnTo>
                    <a:pt x="2232750" y="1394963"/>
                  </a:lnTo>
                  <a:lnTo>
                    <a:pt x="2232744" y="1394963"/>
                  </a:lnTo>
                  <a:lnTo>
                    <a:pt x="2232723" y="1394961"/>
                  </a:lnTo>
                  <a:lnTo>
                    <a:pt x="2232668" y="1394943"/>
                  </a:lnTo>
                  <a:lnTo>
                    <a:pt x="2232662" y="1394940"/>
                  </a:lnTo>
                  <a:lnTo>
                    <a:pt x="2232656" y="1394934"/>
                  </a:lnTo>
                  <a:lnTo>
                    <a:pt x="2232648" y="1394924"/>
                  </a:lnTo>
                  <a:lnTo>
                    <a:pt x="2232602" y="1394862"/>
                  </a:lnTo>
                  <a:lnTo>
                    <a:pt x="2232600" y="1394856"/>
                  </a:lnTo>
                  <a:lnTo>
                    <a:pt x="2232593" y="1394837"/>
                  </a:lnTo>
                  <a:lnTo>
                    <a:pt x="2232577" y="1394818"/>
                  </a:lnTo>
                  <a:lnTo>
                    <a:pt x="2232573" y="1394814"/>
                  </a:lnTo>
                  <a:lnTo>
                    <a:pt x="2232564" y="1394811"/>
                  </a:lnTo>
                  <a:lnTo>
                    <a:pt x="2232555" y="1394811"/>
                  </a:lnTo>
                  <a:lnTo>
                    <a:pt x="2232544" y="1394815"/>
                  </a:lnTo>
                  <a:lnTo>
                    <a:pt x="2232528" y="1394822"/>
                  </a:lnTo>
                  <a:lnTo>
                    <a:pt x="2232513" y="1394829"/>
                  </a:lnTo>
                  <a:lnTo>
                    <a:pt x="2232502" y="1394836"/>
                  </a:lnTo>
                  <a:lnTo>
                    <a:pt x="2232419" y="1394899"/>
                  </a:lnTo>
                  <a:lnTo>
                    <a:pt x="2232239" y="1395225"/>
                  </a:lnTo>
                  <a:lnTo>
                    <a:pt x="2232185" y="1395327"/>
                  </a:lnTo>
                  <a:lnTo>
                    <a:pt x="2232174" y="1395354"/>
                  </a:lnTo>
                  <a:lnTo>
                    <a:pt x="2232173" y="1395362"/>
                  </a:lnTo>
                  <a:lnTo>
                    <a:pt x="2232166" y="1395407"/>
                  </a:lnTo>
                  <a:lnTo>
                    <a:pt x="2232162" y="1395435"/>
                  </a:lnTo>
                  <a:lnTo>
                    <a:pt x="2232164" y="1395441"/>
                  </a:lnTo>
                  <a:lnTo>
                    <a:pt x="2232167" y="1395449"/>
                  </a:lnTo>
                  <a:lnTo>
                    <a:pt x="2232171" y="1395457"/>
                  </a:lnTo>
                  <a:lnTo>
                    <a:pt x="2232205" y="1395506"/>
                  </a:lnTo>
                  <a:lnTo>
                    <a:pt x="2232252" y="1395509"/>
                  </a:lnTo>
                  <a:lnTo>
                    <a:pt x="2232267" y="1395510"/>
                  </a:lnTo>
                  <a:lnTo>
                    <a:pt x="2232293" y="1395511"/>
                  </a:lnTo>
                  <a:lnTo>
                    <a:pt x="2232310" y="1395513"/>
                  </a:lnTo>
                  <a:lnTo>
                    <a:pt x="2232332" y="1395516"/>
                  </a:lnTo>
                  <a:lnTo>
                    <a:pt x="2232344" y="1395517"/>
                  </a:lnTo>
                  <a:lnTo>
                    <a:pt x="2232349" y="1395519"/>
                  </a:lnTo>
                  <a:lnTo>
                    <a:pt x="2232365" y="1395533"/>
                  </a:lnTo>
                  <a:lnTo>
                    <a:pt x="2232813" y="1395915"/>
                  </a:lnTo>
                  <a:lnTo>
                    <a:pt x="2232812" y="1395925"/>
                  </a:lnTo>
                  <a:lnTo>
                    <a:pt x="2232794" y="1395950"/>
                  </a:lnTo>
                  <a:lnTo>
                    <a:pt x="2232767" y="1395987"/>
                  </a:lnTo>
                  <a:lnTo>
                    <a:pt x="2232747" y="1396015"/>
                  </a:lnTo>
                  <a:lnTo>
                    <a:pt x="2232725" y="1396038"/>
                  </a:lnTo>
                  <a:lnTo>
                    <a:pt x="2232702" y="1396062"/>
                  </a:lnTo>
                  <a:lnTo>
                    <a:pt x="2232671" y="1396092"/>
                  </a:lnTo>
                  <a:lnTo>
                    <a:pt x="2232663" y="1396097"/>
                  </a:lnTo>
                  <a:lnTo>
                    <a:pt x="2232655" y="1396098"/>
                  </a:lnTo>
                  <a:lnTo>
                    <a:pt x="2232637" y="1396100"/>
                  </a:lnTo>
                  <a:lnTo>
                    <a:pt x="2232422" y="1396121"/>
                  </a:lnTo>
                  <a:lnTo>
                    <a:pt x="2231740" y="1396486"/>
                  </a:lnTo>
                  <a:lnTo>
                    <a:pt x="2230624" y="1395962"/>
                  </a:lnTo>
                  <a:lnTo>
                    <a:pt x="2230601" y="1395932"/>
                  </a:lnTo>
                  <a:lnTo>
                    <a:pt x="2230592" y="1395932"/>
                  </a:lnTo>
                  <a:lnTo>
                    <a:pt x="2230528" y="1395931"/>
                  </a:lnTo>
                  <a:lnTo>
                    <a:pt x="2230161" y="1395926"/>
                  </a:lnTo>
                  <a:lnTo>
                    <a:pt x="2230139" y="1395928"/>
                  </a:lnTo>
                  <a:lnTo>
                    <a:pt x="2230021" y="1395945"/>
                  </a:lnTo>
                  <a:lnTo>
                    <a:pt x="2230000" y="1395949"/>
                  </a:lnTo>
                  <a:lnTo>
                    <a:pt x="2230002" y="1395985"/>
                  </a:lnTo>
                  <a:lnTo>
                    <a:pt x="2230007" y="1396103"/>
                  </a:lnTo>
                  <a:lnTo>
                    <a:pt x="2230008" y="1396123"/>
                  </a:lnTo>
                  <a:lnTo>
                    <a:pt x="2230015" y="1396259"/>
                  </a:lnTo>
                  <a:lnTo>
                    <a:pt x="2230061" y="1396261"/>
                  </a:lnTo>
                  <a:lnTo>
                    <a:pt x="2230132" y="1396265"/>
                  </a:lnTo>
                  <a:lnTo>
                    <a:pt x="2230157" y="1396283"/>
                  </a:lnTo>
                  <a:lnTo>
                    <a:pt x="2230268" y="1396383"/>
                  </a:lnTo>
                  <a:lnTo>
                    <a:pt x="2230272" y="1396386"/>
                  </a:lnTo>
                  <a:lnTo>
                    <a:pt x="2230305" y="1396416"/>
                  </a:lnTo>
                  <a:lnTo>
                    <a:pt x="2230343" y="1396450"/>
                  </a:lnTo>
                  <a:lnTo>
                    <a:pt x="2230517" y="1396611"/>
                  </a:lnTo>
                  <a:lnTo>
                    <a:pt x="2230564" y="1396707"/>
                  </a:lnTo>
                  <a:lnTo>
                    <a:pt x="2230568" y="1396721"/>
                  </a:lnTo>
                  <a:lnTo>
                    <a:pt x="2230568" y="1396758"/>
                  </a:lnTo>
                  <a:lnTo>
                    <a:pt x="2230565" y="1396777"/>
                  </a:lnTo>
                  <a:lnTo>
                    <a:pt x="2230593" y="1396790"/>
                  </a:lnTo>
                  <a:lnTo>
                    <a:pt x="2231972" y="1397731"/>
                  </a:lnTo>
                  <a:lnTo>
                    <a:pt x="2232198" y="1397936"/>
                  </a:lnTo>
                  <a:lnTo>
                    <a:pt x="2233063" y="1399932"/>
                  </a:lnTo>
                  <a:lnTo>
                    <a:pt x="2233210" y="1400349"/>
                  </a:lnTo>
                  <a:lnTo>
                    <a:pt x="2233223" y="1400347"/>
                  </a:lnTo>
                  <a:lnTo>
                    <a:pt x="2233371" y="1400389"/>
                  </a:lnTo>
                  <a:lnTo>
                    <a:pt x="2233543" y="1400527"/>
                  </a:lnTo>
                  <a:lnTo>
                    <a:pt x="2233598" y="1400525"/>
                  </a:lnTo>
                  <a:lnTo>
                    <a:pt x="2233628" y="1400513"/>
                  </a:lnTo>
                  <a:lnTo>
                    <a:pt x="2233693" y="1400405"/>
                  </a:lnTo>
                  <a:lnTo>
                    <a:pt x="2233707" y="1400336"/>
                  </a:lnTo>
                  <a:lnTo>
                    <a:pt x="2233727" y="1400323"/>
                  </a:lnTo>
                  <a:lnTo>
                    <a:pt x="2233825" y="1400367"/>
                  </a:lnTo>
                  <a:lnTo>
                    <a:pt x="2233761" y="1400481"/>
                  </a:lnTo>
                  <a:lnTo>
                    <a:pt x="2233720" y="1400524"/>
                  </a:lnTo>
                  <a:lnTo>
                    <a:pt x="2233409" y="1400709"/>
                  </a:lnTo>
                  <a:lnTo>
                    <a:pt x="2233330" y="1400737"/>
                  </a:lnTo>
                  <a:lnTo>
                    <a:pt x="2233293" y="1400736"/>
                  </a:lnTo>
                  <a:lnTo>
                    <a:pt x="2233171" y="1400674"/>
                  </a:lnTo>
                  <a:lnTo>
                    <a:pt x="2233151" y="1400653"/>
                  </a:lnTo>
                  <a:lnTo>
                    <a:pt x="2233147" y="1400626"/>
                  </a:lnTo>
                  <a:lnTo>
                    <a:pt x="2233167" y="1400422"/>
                  </a:lnTo>
                  <a:lnTo>
                    <a:pt x="2233126" y="1400443"/>
                  </a:lnTo>
                  <a:lnTo>
                    <a:pt x="2232387" y="1400566"/>
                  </a:lnTo>
                  <a:lnTo>
                    <a:pt x="2232207" y="1400740"/>
                  </a:lnTo>
                  <a:lnTo>
                    <a:pt x="2231882" y="1401129"/>
                  </a:lnTo>
                  <a:lnTo>
                    <a:pt x="2231841" y="1401250"/>
                  </a:lnTo>
                  <a:lnTo>
                    <a:pt x="2231851" y="1401257"/>
                  </a:lnTo>
                  <a:lnTo>
                    <a:pt x="2231858" y="1401263"/>
                  </a:lnTo>
                  <a:lnTo>
                    <a:pt x="2232025" y="1401307"/>
                  </a:lnTo>
                  <a:lnTo>
                    <a:pt x="2232070" y="1401215"/>
                  </a:lnTo>
                  <a:lnTo>
                    <a:pt x="2232078" y="1401200"/>
                  </a:lnTo>
                  <a:lnTo>
                    <a:pt x="2232165" y="1401048"/>
                  </a:lnTo>
                  <a:lnTo>
                    <a:pt x="2232170" y="1401041"/>
                  </a:lnTo>
                  <a:lnTo>
                    <a:pt x="2232202" y="1401017"/>
                  </a:lnTo>
                  <a:lnTo>
                    <a:pt x="2232445" y="1401056"/>
                  </a:lnTo>
                  <a:lnTo>
                    <a:pt x="2232722" y="1401058"/>
                  </a:lnTo>
                  <a:lnTo>
                    <a:pt x="2232728" y="1401055"/>
                  </a:lnTo>
                  <a:lnTo>
                    <a:pt x="2232753" y="1401041"/>
                  </a:lnTo>
                  <a:lnTo>
                    <a:pt x="2232806" y="1400978"/>
                  </a:lnTo>
                  <a:lnTo>
                    <a:pt x="2232826" y="1400964"/>
                  </a:lnTo>
                  <a:lnTo>
                    <a:pt x="2232847" y="1400947"/>
                  </a:lnTo>
                  <a:lnTo>
                    <a:pt x="2232966" y="1400926"/>
                  </a:lnTo>
                  <a:lnTo>
                    <a:pt x="2233349" y="1400921"/>
                  </a:lnTo>
                  <a:lnTo>
                    <a:pt x="2233398" y="1400951"/>
                  </a:lnTo>
                  <a:lnTo>
                    <a:pt x="2233415" y="1400999"/>
                  </a:lnTo>
                  <a:lnTo>
                    <a:pt x="2233417" y="1401004"/>
                  </a:lnTo>
                  <a:lnTo>
                    <a:pt x="2233430" y="1401041"/>
                  </a:lnTo>
                  <a:lnTo>
                    <a:pt x="2233426" y="1401180"/>
                  </a:lnTo>
                  <a:lnTo>
                    <a:pt x="2233426" y="1401196"/>
                  </a:lnTo>
                  <a:lnTo>
                    <a:pt x="2233424" y="1401373"/>
                  </a:lnTo>
                  <a:lnTo>
                    <a:pt x="2233420" y="1401739"/>
                  </a:lnTo>
                  <a:lnTo>
                    <a:pt x="2233440" y="1401766"/>
                  </a:lnTo>
                  <a:lnTo>
                    <a:pt x="2233457" y="1401775"/>
                  </a:lnTo>
                  <a:lnTo>
                    <a:pt x="2233462" y="1401775"/>
                  </a:lnTo>
                  <a:lnTo>
                    <a:pt x="2233512" y="1401785"/>
                  </a:lnTo>
                  <a:lnTo>
                    <a:pt x="2233517" y="1401787"/>
                  </a:lnTo>
                  <a:lnTo>
                    <a:pt x="2233591" y="1401821"/>
                  </a:lnTo>
                  <a:lnTo>
                    <a:pt x="2233678" y="1401898"/>
                  </a:lnTo>
                  <a:lnTo>
                    <a:pt x="2233690" y="1401910"/>
                  </a:lnTo>
                  <a:lnTo>
                    <a:pt x="2233796" y="1402014"/>
                  </a:lnTo>
                  <a:lnTo>
                    <a:pt x="2233802" y="1402020"/>
                  </a:lnTo>
                  <a:lnTo>
                    <a:pt x="2233842" y="1402046"/>
                  </a:lnTo>
                  <a:lnTo>
                    <a:pt x="2234064" y="1402189"/>
                  </a:lnTo>
                  <a:lnTo>
                    <a:pt x="2234218" y="1402126"/>
                  </a:lnTo>
                  <a:lnTo>
                    <a:pt x="2234483" y="1402152"/>
                  </a:lnTo>
                  <a:lnTo>
                    <a:pt x="2234497" y="1402154"/>
                  </a:lnTo>
                  <a:lnTo>
                    <a:pt x="2234522" y="1402159"/>
                  </a:lnTo>
                  <a:lnTo>
                    <a:pt x="2234541" y="1402167"/>
                  </a:lnTo>
                  <a:lnTo>
                    <a:pt x="2234564" y="1402269"/>
                  </a:lnTo>
                  <a:lnTo>
                    <a:pt x="2234559" y="1402274"/>
                  </a:lnTo>
                  <a:lnTo>
                    <a:pt x="2234405" y="1402437"/>
                  </a:lnTo>
                  <a:lnTo>
                    <a:pt x="2234397" y="1402441"/>
                  </a:lnTo>
                  <a:lnTo>
                    <a:pt x="2234380" y="1402448"/>
                  </a:lnTo>
                  <a:lnTo>
                    <a:pt x="2234352" y="1402497"/>
                  </a:lnTo>
                  <a:lnTo>
                    <a:pt x="2234183" y="1402790"/>
                  </a:lnTo>
                  <a:lnTo>
                    <a:pt x="2233828" y="1403227"/>
                  </a:lnTo>
                  <a:lnTo>
                    <a:pt x="2233800" y="1403248"/>
                  </a:lnTo>
                  <a:lnTo>
                    <a:pt x="2233793" y="1403252"/>
                  </a:lnTo>
                  <a:lnTo>
                    <a:pt x="2233688" y="1403290"/>
                  </a:lnTo>
                  <a:lnTo>
                    <a:pt x="2233585" y="1403351"/>
                  </a:lnTo>
                  <a:lnTo>
                    <a:pt x="2233545" y="1403392"/>
                  </a:lnTo>
                  <a:lnTo>
                    <a:pt x="2233342" y="1403614"/>
                  </a:lnTo>
                  <a:lnTo>
                    <a:pt x="2233340" y="1403620"/>
                  </a:lnTo>
                  <a:lnTo>
                    <a:pt x="2233345" y="1403626"/>
                  </a:lnTo>
                  <a:lnTo>
                    <a:pt x="2233463" y="1403693"/>
                  </a:lnTo>
                  <a:lnTo>
                    <a:pt x="2233516" y="1403700"/>
                  </a:lnTo>
                  <a:lnTo>
                    <a:pt x="2233522" y="1403712"/>
                  </a:lnTo>
                  <a:lnTo>
                    <a:pt x="2233525" y="1403724"/>
                  </a:lnTo>
                  <a:lnTo>
                    <a:pt x="2233523" y="1403735"/>
                  </a:lnTo>
                  <a:lnTo>
                    <a:pt x="2233499" y="1403780"/>
                  </a:lnTo>
                  <a:lnTo>
                    <a:pt x="2233468" y="1403821"/>
                  </a:lnTo>
                  <a:lnTo>
                    <a:pt x="2233461" y="1403828"/>
                  </a:lnTo>
                  <a:lnTo>
                    <a:pt x="2233351" y="1403928"/>
                  </a:lnTo>
                  <a:lnTo>
                    <a:pt x="2233343" y="1403932"/>
                  </a:lnTo>
                  <a:lnTo>
                    <a:pt x="2233334" y="1403937"/>
                  </a:lnTo>
                  <a:lnTo>
                    <a:pt x="2233327" y="1403939"/>
                  </a:lnTo>
                  <a:lnTo>
                    <a:pt x="2233284" y="1403946"/>
                  </a:lnTo>
                  <a:lnTo>
                    <a:pt x="2233202" y="1403960"/>
                  </a:lnTo>
                  <a:lnTo>
                    <a:pt x="2233142" y="1403948"/>
                  </a:lnTo>
                  <a:lnTo>
                    <a:pt x="2233136" y="1403921"/>
                  </a:lnTo>
                  <a:lnTo>
                    <a:pt x="2233131" y="1403904"/>
                  </a:lnTo>
                  <a:lnTo>
                    <a:pt x="2233115" y="1403850"/>
                  </a:lnTo>
                  <a:lnTo>
                    <a:pt x="2233061" y="1403673"/>
                  </a:lnTo>
                  <a:lnTo>
                    <a:pt x="2233056" y="1403666"/>
                  </a:lnTo>
                  <a:lnTo>
                    <a:pt x="2233048" y="1403658"/>
                  </a:lnTo>
                  <a:lnTo>
                    <a:pt x="2233023" y="1403646"/>
                  </a:lnTo>
                  <a:lnTo>
                    <a:pt x="2232993" y="1403634"/>
                  </a:lnTo>
                  <a:lnTo>
                    <a:pt x="2232971" y="1403628"/>
                  </a:lnTo>
                  <a:lnTo>
                    <a:pt x="2232967" y="1403630"/>
                  </a:lnTo>
                  <a:lnTo>
                    <a:pt x="2232701" y="1403779"/>
                  </a:lnTo>
                  <a:lnTo>
                    <a:pt x="2232686" y="1403790"/>
                  </a:lnTo>
                  <a:lnTo>
                    <a:pt x="2232680" y="1403795"/>
                  </a:lnTo>
                  <a:lnTo>
                    <a:pt x="2232676" y="1403807"/>
                  </a:lnTo>
                  <a:lnTo>
                    <a:pt x="2232639" y="1403966"/>
                  </a:lnTo>
                  <a:lnTo>
                    <a:pt x="2232631" y="1404014"/>
                  </a:lnTo>
                  <a:lnTo>
                    <a:pt x="2232626" y="1404058"/>
                  </a:lnTo>
                  <a:lnTo>
                    <a:pt x="2232635" y="1404121"/>
                  </a:lnTo>
                  <a:lnTo>
                    <a:pt x="2232646" y="1404163"/>
                  </a:lnTo>
                  <a:lnTo>
                    <a:pt x="2232650" y="1404177"/>
                  </a:lnTo>
                  <a:lnTo>
                    <a:pt x="2232667" y="1404234"/>
                  </a:lnTo>
                  <a:lnTo>
                    <a:pt x="2232385" y="1404891"/>
                  </a:lnTo>
                  <a:lnTo>
                    <a:pt x="2232314" y="1404913"/>
                  </a:lnTo>
                  <a:lnTo>
                    <a:pt x="2232279" y="1405055"/>
                  </a:lnTo>
                  <a:lnTo>
                    <a:pt x="2232374" y="1405419"/>
                  </a:lnTo>
                  <a:lnTo>
                    <a:pt x="2232378" y="1405435"/>
                  </a:lnTo>
                  <a:lnTo>
                    <a:pt x="2232394" y="1405505"/>
                  </a:lnTo>
                  <a:lnTo>
                    <a:pt x="2232376" y="1405675"/>
                  </a:lnTo>
                  <a:lnTo>
                    <a:pt x="2232374" y="1405688"/>
                  </a:lnTo>
                  <a:lnTo>
                    <a:pt x="2232364" y="1405703"/>
                  </a:lnTo>
                  <a:lnTo>
                    <a:pt x="2232323" y="1405763"/>
                  </a:lnTo>
                  <a:lnTo>
                    <a:pt x="2232269" y="1405787"/>
                  </a:lnTo>
                  <a:lnTo>
                    <a:pt x="2232264" y="1405789"/>
                  </a:lnTo>
                  <a:lnTo>
                    <a:pt x="2232150" y="1405854"/>
                  </a:lnTo>
                  <a:lnTo>
                    <a:pt x="2232126" y="1405875"/>
                  </a:lnTo>
                  <a:lnTo>
                    <a:pt x="2232112" y="1405893"/>
                  </a:lnTo>
                  <a:lnTo>
                    <a:pt x="2232108" y="1405903"/>
                  </a:lnTo>
                  <a:lnTo>
                    <a:pt x="2232110" y="1405966"/>
                  </a:lnTo>
                  <a:lnTo>
                    <a:pt x="2232133" y="1406011"/>
                  </a:lnTo>
                  <a:lnTo>
                    <a:pt x="2232158" y="1406047"/>
                  </a:lnTo>
                  <a:lnTo>
                    <a:pt x="2232182" y="1406074"/>
                  </a:lnTo>
                  <a:lnTo>
                    <a:pt x="2232189" y="1406082"/>
                  </a:lnTo>
                  <a:lnTo>
                    <a:pt x="2232196" y="1406087"/>
                  </a:lnTo>
                  <a:lnTo>
                    <a:pt x="2232235" y="1406092"/>
                  </a:lnTo>
                  <a:lnTo>
                    <a:pt x="2232351" y="1406105"/>
                  </a:lnTo>
                  <a:lnTo>
                    <a:pt x="2232441" y="1406086"/>
                  </a:lnTo>
                  <a:lnTo>
                    <a:pt x="2232516" y="1406016"/>
                  </a:lnTo>
                  <a:lnTo>
                    <a:pt x="2232520" y="1406001"/>
                  </a:lnTo>
                  <a:lnTo>
                    <a:pt x="2232525" y="1405985"/>
                  </a:lnTo>
                  <a:lnTo>
                    <a:pt x="2232535" y="1405966"/>
                  </a:lnTo>
                  <a:lnTo>
                    <a:pt x="2232555" y="1405947"/>
                  </a:lnTo>
                  <a:lnTo>
                    <a:pt x="2232614" y="1405953"/>
                  </a:lnTo>
                  <a:lnTo>
                    <a:pt x="2232631" y="1406024"/>
                  </a:lnTo>
                  <a:lnTo>
                    <a:pt x="2232634" y="1406035"/>
                  </a:lnTo>
                  <a:lnTo>
                    <a:pt x="2232635" y="1406043"/>
                  </a:lnTo>
                  <a:lnTo>
                    <a:pt x="2232638" y="1406324"/>
                  </a:lnTo>
                  <a:lnTo>
                    <a:pt x="2232637" y="1406342"/>
                  </a:lnTo>
                  <a:lnTo>
                    <a:pt x="2232638" y="1406360"/>
                  </a:lnTo>
                  <a:lnTo>
                    <a:pt x="2232681" y="1406482"/>
                  </a:lnTo>
                  <a:lnTo>
                    <a:pt x="2232744" y="1406615"/>
                  </a:lnTo>
                  <a:lnTo>
                    <a:pt x="2232746" y="1406620"/>
                  </a:lnTo>
                  <a:lnTo>
                    <a:pt x="2232790" y="1406738"/>
                  </a:lnTo>
                  <a:lnTo>
                    <a:pt x="2232809" y="1407125"/>
                  </a:lnTo>
                  <a:lnTo>
                    <a:pt x="2232798" y="1407158"/>
                  </a:lnTo>
                  <a:lnTo>
                    <a:pt x="2232777" y="1407216"/>
                  </a:lnTo>
                  <a:lnTo>
                    <a:pt x="2232768" y="1407227"/>
                  </a:lnTo>
                  <a:lnTo>
                    <a:pt x="2232610" y="1407251"/>
                  </a:lnTo>
                  <a:lnTo>
                    <a:pt x="2232674" y="1407577"/>
                  </a:lnTo>
                  <a:lnTo>
                    <a:pt x="2232686" y="1407640"/>
                  </a:lnTo>
                  <a:lnTo>
                    <a:pt x="2232595" y="1408198"/>
                  </a:lnTo>
                  <a:lnTo>
                    <a:pt x="2232591" y="1408210"/>
                  </a:lnTo>
                  <a:lnTo>
                    <a:pt x="2232587" y="1408217"/>
                  </a:lnTo>
                  <a:lnTo>
                    <a:pt x="2232531" y="1408274"/>
                  </a:lnTo>
                  <a:lnTo>
                    <a:pt x="2232523" y="1408281"/>
                  </a:lnTo>
                  <a:lnTo>
                    <a:pt x="2232514" y="1408285"/>
                  </a:lnTo>
                  <a:lnTo>
                    <a:pt x="2232508" y="1408285"/>
                  </a:lnTo>
                  <a:lnTo>
                    <a:pt x="2232407" y="1408266"/>
                  </a:lnTo>
                  <a:lnTo>
                    <a:pt x="2232197" y="1408147"/>
                  </a:lnTo>
                  <a:lnTo>
                    <a:pt x="2232174" y="1408128"/>
                  </a:lnTo>
                  <a:lnTo>
                    <a:pt x="2231910" y="1408176"/>
                  </a:lnTo>
                  <a:lnTo>
                    <a:pt x="2231860" y="1408227"/>
                  </a:lnTo>
                  <a:lnTo>
                    <a:pt x="2231850" y="1408234"/>
                  </a:lnTo>
                  <a:lnTo>
                    <a:pt x="2231800" y="1408272"/>
                  </a:lnTo>
                  <a:lnTo>
                    <a:pt x="2231777" y="1408289"/>
                  </a:lnTo>
                  <a:lnTo>
                    <a:pt x="2231758" y="1408296"/>
                  </a:lnTo>
                  <a:lnTo>
                    <a:pt x="2231600" y="1408318"/>
                  </a:lnTo>
                  <a:lnTo>
                    <a:pt x="2231568" y="1408320"/>
                  </a:lnTo>
                  <a:lnTo>
                    <a:pt x="2231470" y="1408322"/>
                  </a:lnTo>
                  <a:lnTo>
                    <a:pt x="2231458" y="1408322"/>
                  </a:lnTo>
                  <a:lnTo>
                    <a:pt x="2231444" y="1408321"/>
                  </a:lnTo>
                  <a:lnTo>
                    <a:pt x="2231435" y="1408318"/>
                  </a:lnTo>
                  <a:lnTo>
                    <a:pt x="2231425" y="1408313"/>
                  </a:lnTo>
                  <a:lnTo>
                    <a:pt x="2231259" y="1408215"/>
                  </a:lnTo>
                  <a:lnTo>
                    <a:pt x="2231125" y="1408099"/>
                  </a:lnTo>
                  <a:lnTo>
                    <a:pt x="2231123" y="1408091"/>
                  </a:lnTo>
                  <a:lnTo>
                    <a:pt x="2231124" y="1408082"/>
                  </a:lnTo>
                  <a:lnTo>
                    <a:pt x="2231143" y="1407966"/>
                  </a:lnTo>
                  <a:lnTo>
                    <a:pt x="2231146" y="1407960"/>
                  </a:lnTo>
                  <a:lnTo>
                    <a:pt x="2231195" y="1407904"/>
                  </a:lnTo>
                  <a:lnTo>
                    <a:pt x="2231218" y="1407882"/>
                  </a:lnTo>
                  <a:lnTo>
                    <a:pt x="2231253" y="1407858"/>
                  </a:lnTo>
                  <a:lnTo>
                    <a:pt x="2231263" y="1407857"/>
                  </a:lnTo>
                  <a:lnTo>
                    <a:pt x="2231275" y="1407857"/>
                  </a:lnTo>
                  <a:lnTo>
                    <a:pt x="2231283" y="1407857"/>
                  </a:lnTo>
                  <a:lnTo>
                    <a:pt x="2231288" y="1407861"/>
                  </a:lnTo>
                  <a:lnTo>
                    <a:pt x="2231336" y="1407842"/>
                  </a:lnTo>
                  <a:lnTo>
                    <a:pt x="2231400" y="1407816"/>
                  </a:lnTo>
                  <a:lnTo>
                    <a:pt x="2231412" y="1407809"/>
                  </a:lnTo>
                  <a:lnTo>
                    <a:pt x="2231467" y="1407766"/>
                  </a:lnTo>
                  <a:lnTo>
                    <a:pt x="2231471" y="1407763"/>
                  </a:lnTo>
                  <a:lnTo>
                    <a:pt x="2231474" y="1407759"/>
                  </a:lnTo>
                  <a:lnTo>
                    <a:pt x="2231478" y="1407751"/>
                  </a:lnTo>
                  <a:lnTo>
                    <a:pt x="2231478" y="1407737"/>
                  </a:lnTo>
                  <a:lnTo>
                    <a:pt x="2231478" y="1407720"/>
                  </a:lnTo>
                  <a:lnTo>
                    <a:pt x="2231470" y="1407613"/>
                  </a:lnTo>
                  <a:lnTo>
                    <a:pt x="2231464" y="1407597"/>
                  </a:lnTo>
                  <a:lnTo>
                    <a:pt x="2231461" y="1407588"/>
                  </a:lnTo>
                  <a:lnTo>
                    <a:pt x="2231449" y="1407561"/>
                  </a:lnTo>
                  <a:lnTo>
                    <a:pt x="2231442" y="1407548"/>
                  </a:lnTo>
                  <a:lnTo>
                    <a:pt x="2231431" y="1407528"/>
                  </a:lnTo>
                  <a:lnTo>
                    <a:pt x="2231424" y="1407516"/>
                  </a:lnTo>
                  <a:lnTo>
                    <a:pt x="2231386" y="1407462"/>
                  </a:lnTo>
                  <a:lnTo>
                    <a:pt x="2231355" y="1407424"/>
                  </a:lnTo>
                  <a:lnTo>
                    <a:pt x="2231351" y="1407419"/>
                  </a:lnTo>
                  <a:lnTo>
                    <a:pt x="2231346" y="1407415"/>
                  </a:lnTo>
                  <a:lnTo>
                    <a:pt x="2231341" y="1407413"/>
                  </a:lnTo>
                  <a:lnTo>
                    <a:pt x="2231299" y="1407424"/>
                  </a:lnTo>
                  <a:lnTo>
                    <a:pt x="2231119" y="1407430"/>
                  </a:lnTo>
                  <a:lnTo>
                    <a:pt x="2231051" y="1407432"/>
                  </a:lnTo>
                  <a:lnTo>
                    <a:pt x="2230793" y="1407239"/>
                  </a:lnTo>
                  <a:lnTo>
                    <a:pt x="2230775" y="1407224"/>
                  </a:lnTo>
                  <a:lnTo>
                    <a:pt x="2230771" y="1407215"/>
                  </a:lnTo>
                  <a:lnTo>
                    <a:pt x="2230769" y="1407207"/>
                  </a:lnTo>
                  <a:lnTo>
                    <a:pt x="2230767" y="1407188"/>
                  </a:lnTo>
                  <a:lnTo>
                    <a:pt x="2230768" y="1407165"/>
                  </a:lnTo>
                  <a:lnTo>
                    <a:pt x="2230770" y="1407155"/>
                  </a:lnTo>
                  <a:lnTo>
                    <a:pt x="2230772" y="1407149"/>
                  </a:lnTo>
                  <a:lnTo>
                    <a:pt x="2230786" y="1407110"/>
                  </a:lnTo>
                  <a:lnTo>
                    <a:pt x="2230791" y="1407097"/>
                  </a:lnTo>
                  <a:lnTo>
                    <a:pt x="2230796" y="1407090"/>
                  </a:lnTo>
                  <a:lnTo>
                    <a:pt x="2230800" y="1407085"/>
                  </a:lnTo>
                  <a:lnTo>
                    <a:pt x="2230883" y="1406999"/>
                  </a:lnTo>
                  <a:lnTo>
                    <a:pt x="2230903" y="1407001"/>
                  </a:lnTo>
                  <a:lnTo>
                    <a:pt x="2230956" y="1407005"/>
                  </a:lnTo>
                  <a:lnTo>
                    <a:pt x="2230968" y="1407004"/>
                  </a:lnTo>
                  <a:lnTo>
                    <a:pt x="2230980" y="1407001"/>
                  </a:lnTo>
                  <a:lnTo>
                    <a:pt x="2230987" y="1406994"/>
                  </a:lnTo>
                  <a:lnTo>
                    <a:pt x="2230990" y="1406986"/>
                  </a:lnTo>
                  <a:lnTo>
                    <a:pt x="2231026" y="1406821"/>
                  </a:lnTo>
                  <a:lnTo>
                    <a:pt x="2231020" y="1406813"/>
                  </a:lnTo>
                  <a:lnTo>
                    <a:pt x="2231013" y="1406807"/>
                  </a:lnTo>
                  <a:lnTo>
                    <a:pt x="2230984" y="1406784"/>
                  </a:lnTo>
                  <a:lnTo>
                    <a:pt x="2230980" y="1406782"/>
                  </a:lnTo>
                  <a:lnTo>
                    <a:pt x="2230522" y="1406845"/>
                  </a:lnTo>
                  <a:lnTo>
                    <a:pt x="2230511" y="1406847"/>
                  </a:lnTo>
                  <a:lnTo>
                    <a:pt x="2230496" y="1406850"/>
                  </a:lnTo>
                  <a:lnTo>
                    <a:pt x="2230481" y="1406853"/>
                  </a:lnTo>
                  <a:lnTo>
                    <a:pt x="2230469" y="1406856"/>
                  </a:lnTo>
                  <a:lnTo>
                    <a:pt x="2230454" y="1406861"/>
                  </a:lnTo>
                  <a:lnTo>
                    <a:pt x="2230432" y="1406870"/>
                  </a:lnTo>
                  <a:lnTo>
                    <a:pt x="2230388" y="1406891"/>
                  </a:lnTo>
                  <a:lnTo>
                    <a:pt x="2230383" y="1406894"/>
                  </a:lnTo>
                  <a:lnTo>
                    <a:pt x="2230348" y="1406922"/>
                  </a:lnTo>
                  <a:lnTo>
                    <a:pt x="2230345" y="1406926"/>
                  </a:lnTo>
                  <a:lnTo>
                    <a:pt x="2230335" y="1406936"/>
                  </a:lnTo>
                  <a:lnTo>
                    <a:pt x="2230330" y="1406943"/>
                  </a:lnTo>
                  <a:lnTo>
                    <a:pt x="2230326" y="1406949"/>
                  </a:lnTo>
                  <a:lnTo>
                    <a:pt x="2230323" y="1406957"/>
                  </a:lnTo>
                  <a:lnTo>
                    <a:pt x="2230321" y="1406968"/>
                  </a:lnTo>
                  <a:lnTo>
                    <a:pt x="2230318" y="1406984"/>
                  </a:lnTo>
                  <a:lnTo>
                    <a:pt x="2230316" y="1406994"/>
                  </a:lnTo>
                  <a:lnTo>
                    <a:pt x="2230316" y="1407007"/>
                  </a:lnTo>
                  <a:lnTo>
                    <a:pt x="2230317" y="1407017"/>
                  </a:lnTo>
                  <a:lnTo>
                    <a:pt x="2230318" y="1407025"/>
                  </a:lnTo>
                  <a:lnTo>
                    <a:pt x="2230323" y="1407027"/>
                  </a:lnTo>
                  <a:lnTo>
                    <a:pt x="2230334" y="1407028"/>
                  </a:lnTo>
                  <a:lnTo>
                    <a:pt x="2230365" y="1407039"/>
                  </a:lnTo>
                  <a:lnTo>
                    <a:pt x="2230376" y="1407045"/>
                  </a:lnTo>
                  <a:lnTo>
                    <a:pt x="2230388" y="1407052"/>
                  </a:lnTo>
                  <a:lnTo>
                    <a:pt x="2230399" y="1407059"/>
                  </a:lnTo>
                  <a:lnTo>
                    <a:pt x="2230417" y="1407077"/>
                  </a:lnTo>
                  <a:lnTo>
                    <a:pt x="2230433" y="1407098"/>
                  </a:lnTo>
                  <a:lnTo>
                    <a:pt x="2230427" y="1407151"/>
                  </a:lnTo>
                  <a:lnTo>
                    <a:pt x="2230421" y="1407166"/>
                  </a:lnTo>
                  <a:lnTo>
                    <a:pt x="2230179" y="1407382"/>
                  </a:lnTo>
                  <a:lnTo>
                    <a:pt x="2230146" y="1407394"/>
                  </a:lnTo>
                  <a:lnTo>
                    <a:pt x="2230128" y="1407394"/>
                  </a:lnTo>
                  <a:lnTo>
                    <a:pt x="2230117" y="1407394"/>
                  </a:lnTo>
                  <a:lnTo>
                    <a:pt x="2230111" y="1407393"/>
                  </a:lnTo>
                  <a:lnTo>
                    <a:pt x="2230105" y="1407391"/>
                  </a:lnTo>
                  <a:lnTo>
                    <a:pt x="2229938" y="1407331"/>
                  </a:lnTo>
                  <a:lnTo>
                    <a:pt x="2229416" y="1406977"/>
                  </a:lnTo>
                  <a:lnTo>
                    <a:pt x="2229256" y="1406666"/>
                  </a:lnTo>
                  <a:lnTo>
                    <a:pt x="2229257" y="1406639"/>
                  </a:lnTo>
                  <a:lnTo>
                    <a:pt x="2229255" y="1406632"/>
                  </a:lnTo>
                  <a:lnTo>
                    <a:pt x="2229243" y="1406616"/>
                  </a:lnTo>
                  <a:lnTo>
                    <a:pt x="2229225" y="1406595"/>
                  </a:lnTo>
                  <a:lnTo>
                    <a:pt x="2229208" y="1406576"/>
                  </a:lnTo>
                  <a:lnTo>
                    <a:pt x="2229168" y="1406547"/>
                  </a:lnTo>
                  <a:lnTo>
                    <a:pt x="2229023" y="1406457"/>
                  </a:lnTo>
                  <a:lnTo>
                    <a:pt x="2228709" y="1406262"/>
                  </a:lnTo>
                  <a:lnTo>
                    <a:pt x="2228621" y="1406207"/>
                  </a:lnTo>
                  <a:lnTo>
                    <a:pt x="2228398" y="1406153"/>
                  </a:lnTo>
                  <a:lnTo>
                    <a:pt x="2227893" y="1406035"/>
                  </a:lnTo>
                  <a:lnTo>
                    <a:pt x="2227868" y="1406056"/>
                  </a:lnTo>
                  <a:lnTo>
                    <a:pt x="2227848" y="1406075"/>
                  </a:lnTo>
                  <a:lnTo>
                    <a:pt x="2227822" y="1406105"/>
                  </a:lnTo>
                  <a:lnTo>
                    <a:pt x="2227726" y="1406227"/>
                  </a:lnTo>
                  <a:lnTo>
                    <a:pt x="2227655" y="1406319"/>
                  </a:lnTo>
                  <a:lnTo>
                    <a:pt x="2227633" y="1406348"/>
                  </a:lnTo>
                  <a:lnTo>
                    <a:pt x="2227682" y="1406463"/>
                  </a:lnTo>
                  <a:lnTo>
                    <a:pt x="2227790" y="1406556"/>
                  </a:lnTo>
                  <a:lnTo>
                    <a:pt x="2227868" y="1406605"/>
                  </a:lnTo>
                  <a:lnTo>
                    <a:pt x="2228089" y="1406725"/>
                  </a:lnTo>
                  <a:lnTo>
                    <a:pt x="2228101" y="1406731"/>
                  </a:lnTo>
                  <a:lnTo>
                    <a:pt x="2228112" y="1406736"/>
                  </a:lnTo>
                  <a:lnTo>
                    <a:pt x="2228120" y="1406741"/>
                  </a:lnTo>
                  <a:lnTo>
                    <a:pt x="2228131" y="1406749"/>
                  </a:lnTo>
                  <a:lnTo>
                    <a:pt x="2228139" y="1406755"/>
                  </a:lnTo>
                  <a:lnTo>
                    <a:pt x="2228150" y="1406768"/>
                  </a:lnTo>
                  <a:lnTo>
                    <a:pt x="2228153" y="1406774"/>
                  </a:lnTo>
                  <a:lnTo>
                    <a:pt x="2228154" y="1406779"/>
                  </a:lnTo>
                  <a:lnTo>
                    <a:pt x="2228155" y="1406793"/>
                  </a:lnTo>
                  <a:lnTo>
                    <a:pt x="2228154" y="1406802"/>
                  </a:lnTo>
                  <a:lnTo>
                    <a:pt x="2228152" y="1406807"/>
                  </a:lnTo>
                  <a:lnTo>
                    <a:pt x="2228149" y="1406813"/>
                  </a:lnTo>
                  <a:lnTo>
                    <a:pt x="2228140" y="1406819"/>
                  </a:lnTo>
                  <a:lnTo>
                    <a:pt x="2228090" y="1406839"/>
                  </a:lnTo>
                  <a:lnTo>
                    <a:pt x="2228059" y="1406847"/>
                  </a:lnTo>
                  <a:lnTo>
                    <a:pt x="2228023" y="1406853"/>
                  </a:lnTo>
                  <a:lnTo>
                    <a:pt x="2227859" y="1406868"/>
                  </a:lnTo>
                  <a:lnTo>
                    <a:pt x="2227849" y="1406862"/>
                  </a:lnTo>
                  <a:lnTo>
                    <a:pt x="2227825" y="1406831"/>
                  </a:lnTo>
                  <a:lnTo>
                    <a:pt x="2227821" y="1406823"/>
                  </a:lnTo>
                  <a:lnTo>
                    <a:pt x="2227815" y="1406809"/>
                  </a:lnTo>
                  <a:lnTo>
                    <a:pt x="2227611" y="1406725"/>
                  </a:lnTo>
                  <a:lnTo>
                    <a:pt x="2227364" y="1407069"/>
                  </a:lnTo>
                  <a:lnTo>
                    <a:pt x="2227348" y="1407096"/>
                  </a:lnTo>
                  <a:lnTo>
                    <a:pt x="2227339" y="1407127"/>
                  </a:lnTo>
                  <a:lnTo>
                    <a:pt x="2227340" y="1407140"/>
                  </a:lnTo>
                  <a:lnTo>
                    <a:pt x="2227353" y="1407223"/>
                  </a:lnTo>
                  <a:lnTo>
                    <a:pt x="2227356" y="1407231"/>
                  </a:lnTo>
                  <a:lnTo>
                    <a:pt x="2227384" y="1407259"/>
                  </a:lnTo>
                  <a:lnTo>
                    <a:pt x="2227419" y="1407291"/>
                  </a:lnTo>
                  <a:lnTo>
                    <a:pt x="2227677" y="1407517"/>
                  </a:lnTo>
                  <a:lnTo>
                    <a:pt x="2227736" y="1407509"/>
                  </a:lnTo>
                  <a:lnTo>
                    <a:pt x="2227869" y="1407470"/>
                  </a:lnTo>
                  <a:lnTo>
                    <a:pt x="2227877" y="1407466"/>
                  </a:lnTo>
                  <a:lnTo>
                    <a:pt x="2227925" y="1407423"/>
                  </a:lnTo>
                  <a:lnTo>
                    <a:pt x="2227971" y="1407367"/>
                  </a:lnTo>
                  <a:lnTo>
                    <a:pt x="2227976" y="1407357"/>
                  </a:lnTo>
                  <a:lnTo>
                    <a:pt x="2227977" y="1407338"/>
                  </a:lnTo>
                  <a:lnTo>
                    <a:pt x="2228147" y="1407229"/>
                  </a:lnTo>
                  <a:lnTo>
                    <a:pt x="2228369" y="1407394"/>
                  </a:lnTo>
                  <a:lnTo>
                    <a:pt x="2228463" y="1407463"/>
                  </a:lnTo>
                  <a:lnTo>
                    <a:pt x="2228431" y="1407558"/>
                  </a:lnTo>
                  <a:lnTo>
                    <a:pt x="2228309" y="1407917"/>
                  </a:lnTo>
                  <a:lnTo>
                    <a:pt x="2228304" y="1407930"/>
                  </a:lnTo>
                  <a:lnTo>
                    <a:pt x="2228300" y="1407937"/>
                  </a:lnTo>
                  <a:lnTo>
                    <a:pt x="2228214" y="1408062"/>
                  </a:lnTo>
                  <a:lnTo>
                    <a:pt x="2228107" y="1408164"/>
                  </a:lnTo>
                  <a:lnTo>
                    <a:pt x="2227710" y="1408460"/>
                  </a:lnTo>
                  <a:lnTo>
                    <a:pt x="2227405" y="1408524"/>
                  </a:lnTo>
                  <a:lnTo>
                    <a:pt x="2227409" y="1408517"/>
                  </a:lnTo>
                  <a:lnTo>
                    <a:pt x="2227407" y="1408508"/>
                  </a:lnTo>
                  <a:lnTo>
                    <a:pt x="2227402" y="1408500"/>
                  </a:lnTo>
                  <a:lnTo>
                    <a:pt x="2227390" y="1408484"/>
                  </a:lnTo>
                  <a:lnTo>
                    <a:pt x="2227379" y="1408472"/>
                  </a:lnTo>
                  <a:lnTo>
                    <a:pt x="2227367" y="1408463"/>
                  </a:lnTo>
                  <a:lnTo>
                    <a:pt x="2227358" y="1408459"/>
                  </a:lnTo>
                  <a:lnTo>
                    <a:pt x="2227350" y="1408458"/>
                  </a:lnTo>
                  <a:lnTo>
                    <a:pt x="2227343" y="1408458"/>
                  </a:lnTo>
                  <a:lnTo>
                    <a:pt x="2227334" y="1408460"/>
                  </a:lnTo>
                  <a:lnTo>
                    <a:pt x="2227289" y="1408483"/>
                  </a:lnTo>
                  <a:lnTo>
                    <a:pt x="2227277" y="1408492"/>
                  </a:lnTo>
                  <a:lnTo>
                    <a:pt x="2227261" y="1408504"/>
                  </a:lnTo>
                  <a:lnTo>
                    <a:pt x="2227253" y="1408510"/>
                  </a:lnTo>
                  <a:lnTo>
                    <a:pt x="2227243" y="1408519"/>
                  </a:lnTo>
                  <a:lnTo>
                    <a:pt x="2227234" y="1408530"/>
                  </a:lnTo>
                  <a:lnTo>
                    <a:pt x="2227222" y="1408543"/>
                  </a:lnTo>
                  <a:lnTo>
                    <a:pt x="2227184" y="1408593"/>
                  </a:lnTo>
                  <a:lnTo>
                    <a:pt x="2227173" y="1408611"/>
                  </a:lnTo>
                  <a:lnTo>
                    <a:pt x="2227131" y="1408723"/>
                  </a:lnTo>
                  <a:lnTo>
                    <a:pt x="2227122" y="1408745"/>
                  </a:lnTo>
                  <a:lnTo>
                    <a:pt x="2227118" y="1408763"/>
                  </a:lnTo>
                  <a:lnTo>
                    <a:pt x="2227041" y="1409086"/>
                  </a:lnTo>
                  <a:lnTo>
                    <a:pt x="2227034" y="1409121"/>
                  </a:lnTo>
                  <a:lnTo>
                    <a:pt x="2227034" y="1409143"/>
                  </a:lnTo>
                  <a:lnTo>
                    <a:pt x="2227034" y="1409154"/>
                  </a:lnTo>
                  <a:lnTo>
                    <a:pt x="2227039" y="1409186"/>
                  </a:lnTo>
                  <a:lnTo>
                    <a:pt x="2227046" y="1409199"/>
                  </a:lnTo>
                  <a:lnTo>
                    <a:pt x="2227081" y="1409216"/>
                  </a:lnTo>
                  <a:lnTo>
                    <a:pt x="2227225" y="1409288"/>
                  </a:lnTo>
                  <a:lnTo>
                    <a:pt x="2227348" y="1409343"/>
                  </a:lnTo>
                  <a:lnTo>
                    <a:pt x="2227368" y="1409356"/>
                  </a:lnTo>
                  <a:lnTo>
                    <a:pt x="2227421" y="1409394"/>
                  </a:lnTo>
                  <a:lnTo>
                    <a:pt x="2227424" y="1409398"/>
                  </a:lnTo>
                  <a:lnTo>
                    <a:pt x="2227423" y="1409405"/>
                  </a:lnTo>
                  <a:lnTo>
                    <a:pt x="2227348" y="1409700"/>
                  </a:lnTo>
                  <a:lnTo>
                    <a:pt x="2227177" y="1409611"/>
                  </a:lnTo>
                  <a:lnTo>
                    <a:pt x="2226899" y="1409617"/>
                  </a:lnTo>
                  <a:lnTo>
                    <a:pt x="2226860" y="1409696"/>
                  </a:lnTo>
                  <a:lnTo>
                    <a:pt x="2226549" y="1409754"/>
                  </a:lnTo>
                  <a:lnTo>
                    <a:pt x="2226525" y="1409757"/>
                  </a:lnTo>
                  <a:lnTo>
                    <a:pt x="2226503" y="1409758"/>
                  </a:lnTo>
                  <a:lnTo>
                    <a:pt x="2226498" y="1409757"/>
                  </a:lnTo>
                  <a:lnTo>
                    <a:pt x="2226485" y="1409754"/>
                  </a:lnTo>
                  <a:lnTo>
                    <a:pt x="2226476" y="1409752"/>
                  </a:lnTo>
                  <a:lnTo>
                    <a:pt x="2226470" y="1409751"/>
                  </a:lnTo>
                  <a:lnTo>
                    <a:pt x="2226465" y="1409749"/>
                  </a:lnTo>
                  <a:lnTo>
                    <a:pt x="2226457" y="1409744"/>
                  </a:lnTo>
                  <a:lnTo>
                    <a:pt x="2226452" y="1409741"/>
                  </a:lnTo>
                  <a:lnTo>
                    <a:pt x="2226443" y="1409735"/>
                  </a:lnTo>
                  <a:lnTo>
                    <a:pt x="2226437" y="1409730"/>
                  </a:lnTo>
                  <a:lnTo>
                    <a:pt x="2226393" y="1409672"/>
                  </a:lnTo>
                  <a:lnTo>
                    <a:pt x="2226374" y="1409646"/>
                  </a:lnTo>
                  <a:lnTo>
                    <a:pt x="2226371" y="1409636"/>
                  </a:lnTo>
                  <a:lnTo>
                    <a:pt x="2226364" y="1409628"/>
                  </a:lnTo>
                  <a:lnTo>
                    <a:pt x="2226347" y="1409611"/>
                  </a:lnTo>
                  <a:lnTo>
                    <a:pt x="2226328" y="1409600"/>
                  </a:lnTo>
                  <a:lnTo>
                    <a:pt x="2226315" y="1409596"/>
                  </a:lnTo>
                  <a:lnTo>
                    <a:pt x="2226121" y="1409579"/>
                  </a:lnTo>
                  <a:lnTo>
                    <a:pt x="2226112" y="1409580"/>
                  </a:lnTo>
                  <a:lnTo>
                    <a:pt x="2226102" y="1409590"/>
                  </a:lnTo>
                  <a:lnTo>
                    <a:pt x="2226096" y="1409600"/>
                  </a:lnTo>
                  <a:lnTo>
                    <a:pt x="2226125" y="1409716"/>
                  </a:lnTo>
                  <a:lnTo>
                    <a:pt x="2226190" y="1409831"/>
                  </a:lnTo>
                  <a:lnTo>
                    <a:pt x="2226271" y="1409936"/>
                  </a:lnTo>
                  <a:lnTo>
                    <a:pt x="2226328" y="1410006"/>
                  </a:lnTo>
                  <a:lnTo>
                    <a:pt x="2226336" y="1410015"/>
                  </a:lnTo>
                  <a:lnTo>
                    <a:pt x="2226344" y="1410021"/>
                  </a:lnTo>
                  <a:lnTo>
                    <a:pt x="2226794" y="1410322"/>
                  </a:lnTo>
                  <a:lnTo>
                    <a:pt x="2226855" y="1410341"/>
                  </a:lnTo>
                  <a:lnTo>
                    <a:pt x="2226893" y="1410338"/>
                  </a:lnTo>
                  <a:lnTo>
                    <a:pt x="2227575" y="1410123"/>
                  </a:lnTo>
                  <a:lnTo>
                    <a:pt x="2227605" y="1410426"/>
                  </a:lnTo>
                  <a:lnTo>
                    <a:pt x="2227509" y="1410540"/>
                  </a:lnTo>
                  <a:lnTo>
                    <a:pt x="2227552" y="1410635"/>
                  </a:lnTo>
                  <a:lnTo>
                    <a:pt x="2227593" y="1410726"/>
                  </a:lnTo>
                  <a:lnTo>
                    <a:pt x="2227597" y="1410734"/>
                  </a:lnTo>
                  <a:lnTo>
                    <a:pt x="2227605" y="1410742"/>
                  </a:lnTo>
                  <a:lnTo>
                    <a:pt x="2227623" y="1410755"/>
                  </a:lnTo>
                  <a:lnTo>
                    <a:pt x="2227631" y="1410759"/>
                  </a:lnTo>
                  <a:lnTo>
                    <a:pt x="2227637" y="1410762"/>
                  </a:lnTo>
                  <a:lnTo>
                    <a:pt x="2227714" y="1410769"/>
                  </a:lnTo>
                  <a:lnTo>
                    <a:pt x="2227735" y="1410770"/>
                  </a:lnTo>
                  <a:lnTo>
                    <a:pt x="2227779" y="1410768"/>
                  </a:lnTo>
                  <a:lnTo>
                    <a:pt x="2227795" y="1410763"/>
                  </a:lnTo>
                  <a:lnTo>
                    <a:pt x="2227977" y="1410653"/>
                  </a:lnTo>
                  <a:lnTo>
                    <a:pt x="2227985" y="1410646"/>
                  </a:lnTo>
                  <a:lnTo>
                    <a:pt x="2228055" y="1410578"/>
                  </a:lnTo>
                  <a:lnTo>
                    <a:pt x="2228204" y="1410596"/>
                  </a:lnTo>
                  <a:lnTo>
                    <a:pt x="2228242" y="1410663"/>
                  </a:lnTo>
                  <a:lnTo>
                    <a:pt x="2228301" y="1410766"/>
                  </a:lnTo>
                  <a:lnTo>
                    <a:pt x="2228341" y="1410968"/>
                  </a:lnTo>
                  <a:lnTo>
                    <a:pt x="2227885" y="1411376"/>
                  </a:lnTo>
                  <a:lnTo>
                    <a:pt x="2227839" y="1411400"/>
                  </a:lnTo>
                  <a:lnTo>
                    <a:pt x="2227662" y="1411498"/>
                  </a:lnTo>
                  <a:lnTo>
                    <a:pt x="2227564" y="1411627"/>
                  </a:lnTo>
                  <a:lnTo>
                    <a:pt x="2227543" y="1411698"/>
                  </a:lnTo>
                  <a:lnTo>
                    <a:pt x="2227536" y="1411728"/>
                  </a:lnTo>
                  <a:lnTo>
                    <a:pt x="2227557" y="1411788"/>
                  </a:lnTo>
                  <a:lnTo>
                    <a:pt x="2227566" y="1411794"/>
                  </a:lnTo>
                  <a:lnTo>
                    <a:pt x="2227574" y="1411797"/>
                  </a:lnTo>
                  <a:lnTo>
                    <a:pt x="2227588" y="1411797"/>
                  </a:lnTo>
                  <a:lnTo>
                    <a:pt x="2227857" y="1411720"/>
                  </a:lnTo>
                  <a:lnTo>
                    <a:pt x="2227881" y="1411710"/>
                  </a:lnTo>
                  <a:lnTo>
                    <a:pt x="2227921" y="1411683"/>
                  </a:lnTo>
                  <a:lnTo>
                    <a:pt x="2227944" y="1411668"/>
                  </a:lnTo>
                  <a:lnTo>
                    <a:pt x="2227979" y="1411642"/>
                  </a:lnTo>
                  <a:lnTo>
                    <a:pt x="2228021" y="1411610"/>
                  </a:lnTo>
                  <a:lnTo>
                    <a:pt x="2228045" y="1411603"/>
                  </a:lnTo>
                  <a:lnTo>
                    <a:pt x="2228195" y="1411602"/>
                  </a:lnTo>
                  <a:lnTo>
                    <a:pt x="2228224" y="1411603"/>
                  </a:lnTo>
                  <a:lnTo>
                    <a:pt x="2228239" y="1411603"/>
                  </a:lnTo>
                  <a:lnTo>
                    <a:pt x="2228251" y="1411606"/>
                  </a:lnTo>
                  <a:lnTo>
                    <a:pt x="2228288" y="1411621"/>
                  </a:lnTo>
                  <a:lnTo>
                    <a:pt x="2228298" y="1411625"/>
                  </a:lnTo>
                  <a:lnTo>
                    <a:pt x="2228327" y="1411649"/>
                  </a:lnTo>
                  <a:lnTo>
                    <a:pt x="2228590" y="1411883"/>
                  </a:lnTo>
                  <a:lnTo>
                    <a:pt x="2228597" y="1411890"/>
                  </a:lnTo>
                  <a:lnTo>
                    <a:pt x="2228609" y="1411903"/>
                  </a:lnTo>
                  <a:lnTo>
                    <a:pt x="2228613" y="1411910"/>
                  </a:lnTo>
                  <a:lnTo>
                    <a:pt x="2228654" y="1412000"/>
                  </a:lnTo>
                  <a:lnTo>
                    <a:pt x="2228639" y="1412016"/>
                  </a:lnTo>
                  <a:lnTo>
                    <a:pt x="2228616" y="1412028"/>
                  </a:lnTo>
                  <a:lnTo>
                    <a:pt x="2228610" y="1412029"/>
                  </a:lnTo>
                  <a:lnTo>
                    <a:pt x="2228494" y="1412049"/>
                  </a:lnTo>
                  <a:lnTo>
                    <a:pt x="2228489" y="1412050"/>
                  </a:lnTo>
                  <a:lnTo>
                    <a:pt x="2228451" y="1412046"/>
                  </a:lnTo>
                  <a:lnTo>
                    <a:pt x="2228438" y="1412044"/>
                  </a:lnTo>
                  <a:lnTo>
                    <a:pt x="2228387" y="1412028"/>
                  </a:lnTo>
                  <a:lnTo>
                    <a:pt x="2228381" y="1412023"/>
                  </a:lnTo>
                  <a:lnTo>
                    <a:pt x="2228357" y="1412003"/>
                  </a:lnTo>
                  <a:lnTo>
                    <a:pt x="2228192" y="1411924"/>
                  </a:lnTo>
                  <a:lnTo>
                    <a:pt x="2228182" y="1411920"/>
                  </a:lnTo>
                  <a:lnTo>
                    <a:pt x="2228175" y="1411920"/>
                  </a:lnTo>
                  <a:lnTo>
                    <a:pt x="2227715" y="1412211"/>
                  </a:lnTo>
                  <a:lnTo>
                    <a:pt x="2227704" y="1412227"/>
                  </a:lnTo>
                  <a:lnTo>
                    <a:pt x="2227700" y="1412232"/>
                  </a:lnTo>
                  <a:lnTo>
                    <a:pt x="2227699" y="1412241"/>
                  </a:lnTo>
                  <a:lnTo>
                    <a:pt x="2227706" y="1412313"/>
                  </a:lnTo>
                  <a:lnTo>
                    <a:pt x="2227707" y="1412319"/>
                  </a:lnTo>
                  <a:lnTo>
                    <a:pt x="2227711" y="1412333"/>
                  </a:lnTo>
                  <a:lnTo>
                    <a:pt x="2227715" y="1412338"/>
                  </a:lnTo>
                  <a:lnTo>
                    <a:pt x="2227724" y="1412343"/>
                  </a:lnTo>
                  <a:lnTo>
                    <a:pt x="2227733" y="1412346"/>
                  </a:lnTo>
                  <a:lnTo>
                    <a:pt x="2227773" y="1412352"/>
                  </a:lnTo>
                  <a:lnTo>
                    <a:pt x="2227842" y="1412346"/>
                  </a:lnTo>
                  <a:lnTo>
                    <a:pt x="2227925" y="1412350"/>
                  </a:lnTo>
                  <a:lnTo>
                    <a:pt x="2227963" y="1412362"/>
                  </a:lnTo>
                  <a:lnTo>
                    <a:pt x="2227968" y="1412365"/>
                  </a:lnTo>
                  <a:lnTo>
                    <a:pt x="2228019" y="1412403"/>
                  </a:lnTo>
                  <a:lnTo>
                    <a:pt x="2228049" y="1412440"/>
                  </a:lnTo>
                  <a:lnTo>
                    <a:pt x="2228040" y="1412585"/>
                  </a:lnTo>
                  <a:lnTo>
                    <a:pt x="2228035" y="1412589"/>
                  </a:lnTo>
                  <a:lnTo>
                    <a:pt x="2227652" y="1412822"/>
                  </a:lnTo>
                  <a:lnTo>
                    <a:pt x="2227567" y="1412874"/>
                  </a:lnTo>
                  <a:lnTo>
                    <a:pt x="2227393" y="1412949"/>
                  </a:lnTo>
                  <a:lnTo>
                    <a:pt x="2227315" y="1412981"/>
                  </a:lnTo>
                  <a:lnTo>
                    <a:pt x="2226984" y="1413118"/>
                  </a:lnTo>
                  <a:lnTo>
                    <a:pt x="2226973" y="1413118"/>
                  </a:lnTo>
                  <a:lnTo>
                    <a:pt x="2226962" y="1413116"/>
                  </a:lnTo>
                  <a:lnTo>
                    <a:pt x="2226931" y="1413100"/>
                  </a:lnTo>
                  <a:lnTo>
                    <a:pt x="2226908" y="1413041"/>
                  </a:lnTo>
                  <a:lnTo>
                    <a:pt x="2226898" y="1413008"/>
                  </a:lnTo>
                  <a:lnTo>
                    <a:pt x="2226887" y="1412994"/>
                  </a:lnTo>
                  <a:lnTo>
                    <a:pt x="2226731" y="1412916"/>
                  </a:lnTo>
                  <a:lnTo>
                    <a:pt x="2226621" y="1412883"/>
                  </a:lnTo>
                  <a:lnTo>
                    <a:pt x="2226611" y="1412880"/>
                  </a:lnTo>
                  <a:lnTo>
                    <a:pt x="2226585" y="1412872"/>
                  </a:lnTo>
                  <a:lnTo>
                    <a:pt x="2226525" y="1412860"/>
                  </a:lnTo>
                  <a:lnTo>
                    <a:pt x="2226494" y="1412963"/>
                  </a:lnTo>
                  <a:lnTo>
                    <a:pt x="2226489" y="1413174"/>
                  </a:lnTo>
                  <a:lnTo>
                    <a:pt x="2226679" y="1413452"/>
                  </a:lnTo>
                  <a:lnTo>
                    <a:pt x="2226736" y="1413541"/>
                  </a:lnTo>
                  <a:lnTo>
                    <a:pt x="2226820" y="1413672"/>
                  </a:lnTo>
                  <a:lnTo>
                    <a:pt x="2226785" y="1413692"/>
                  </a:lnTo>
                  <a:lnTo>
                    <a:pt x="2226580" y="1413805"/>
                  </a:lnTo>
                  <a:lnTo>
                    <a:pt x="2226553" y="1413797"/>
                  </a:lnTo>
                  <a:lnTo>
                    <a:pt x="2226535" y="1413797"/>
                  </a:lnTo>
                  <a:lnTo>
                    <a:pt x="2226500" y="1413809"/>
                  </a:lnTo>
                  <a:lnTo>
                    <a:pt x="2226477" y="1413827"/>
                  </a:lnTo>
                  <a:lnTo>
                    <a:pt x="2226442" y="1413856"/>
                  </a:lnTo>
                  <a:lnTo>
                    <a:pt x="2226427" y="1413879"/>
                  </a:lnTo>
                  <a:lnTo>
                    <a:pt x="2226393" y="1414117"/>
                  </a:lnTo>
                  <a:lnTo>
                    <a:pt x="2226423" y="1414297"/>
                  </a:lnTo>
                  <a:lnTo>
                    <a:pt x="2226442" y="1414413"/>
                  </a:lnTo>
                  <a:lnTo>
                    <a:pt x="2226467" y="1414449"/>
                  </a:lnTo>
                  <a:lnTo>
                    <a:pt x="2226491" y="1414484"/>
                  </a:lnTo>
                  <a:lnTo>
                    <a:pt x="2226601" y="1414588"/>
                  </a:lnTo>
                  <a:lnTo>
                    <a:pt x="2226750" y="1414645"/>
                  </a:lnTo>
                  <a:lnTo>
                    <a:pt x="2226775" y="1414654"/>
                  </a:lnTo>
                  <a:lnTo>
                    <a:pt x="2227037" y="1414665"/>
                  </a:lnTo>
                  <a:lnTo>
                    <a:pt x="2227298" y="1414649"/>
                  </a:lnTo>
                  <a:lnTo>
                    <a:pt x="2227411" y="1414792"/>
                  </a:lnTo>
                  <a:lnTo>
                    <a:pt x="2227289" y="1415104"/>
                  </a:lnTo>
                  <a:lnTo>
                    <a:pt x="2227285" y="1415111"/>
                  </a:lnTo>
                  <a:lnTo>
                    <a:pt x="2227140" y="1415171"/>
                  </a:lnTo>
                  <a:lnTo>
                    <a:pt x="2227116" y="1415174"/>
                  </a:lnTo>
                  <a:lnTo>
                    <a:pt x="2227110" y="1415174"/>
                  </a:lnTo>
                  <a:lnTo>
                    <a:pt x="2227105" y="1415173"/>
                  </a:lnTo>
                  <a:lnTo>
                    <a:pt x="2227099" y="1415171"/>
                  </a:lnTo>
                  <a:lnTo>
                    <a:pt x="2227093" y="1415166"/>
                  </a:lnTo>
                  <a:lnTo>
                    <a:pt x="2227086" y="1415166"/>
                  </a:lnTo>
                  <a:lnTo>
                    <a:pt x="2227079" y="1415168"/>
                  </a:lnTo>
                  <a:lnTo>
                    <a:pt x="2227023" y="1415180"/>
                  </a:lnTo>
                  <a:lnTo>
                    <a:pt x="2227004" y="1415190"/>
                  </a:lnTo>
                  <a:lnTo>
                    <a:pt x="2226989" y="1415205"/>
                  </a:lnTo>
                  <a:lnTo>
                    <a:pt x="2226895" y="1415303"/>
                  </a:lnTo>
                  <a:lnTo>
                    <a:pt x="2226874" y="1415328"/>
                  </a:lnTo>
                  <a:lnTo>
                    <a:pt x="2226862" y="1415343"/>
                  </a:lnTo>
                  <a:lnTo>
                    <a:pt x="2226884" y="1415414"/>
                  </a:lnTo>
                  <a:lnTo>
                    <a:pt x="2226914" y="1415440"/>
                  </a:lnTo>
                  <a:lnTo>
                    <a:pt x="2226949" y="1415457"/>
                  </a:lnTo>
                  <a:lnTo>
                    <a:pt x="2226969" y="1415467"/>
                  </a:lnTo>
                  <a:lnTo>
                    <a:pt x="2226984" y="1415470"/>
                  </a:lnTo>
                  <a:lnTo>
                    <a:pt x="2226989" y="1415471"/>
                  </a:lnTo>
                  <a:lnTo>
                    <a:pt x="2226996" y="1415471"/>
                  </a:lnTo>
                  <a:lnTo>
                    <a:pt x="2227015" y="1415480"/>
                  </a:lnTo>
                  <a:lnTo>
                    <a:pt x="2227032" y="1415489"/>
                  </a:lnTo>
                  <a:lnTo>
                    <a:pt x="2227038" y="1415493"/>
                  </a:lnTo>
                  <a:lnTo>
                    <a:pt x="2227070" y="1415542"/>
                  </a:lnTo>
                  <a:lnTo>
                    <a:pt x="2227109" y="1415608"/>
                  </a:lnTo>
                  <a:lnTo>
                    <a:pt x="2227167" y="1415704"/>
                  </a:lnTo>
                  <a:lnTo>
                    <a:pt x="2227174" y="1415747"/>
                  </a:lnTo>
                  <a:lnTo>
                    <a:pt x="2227170" y="1415760"/>
                  </a:lnTo>
                  <a:lnTo>
                    <a:pt x="2227166" y="1415765"/>
                  </a:lnTo>
                  <a:lnTo>
                    <a:pt x="2227155" y="1415773"/>
                  </a:lnTo>
                  <a:lnTo>
                    <a:pt x="2227146" y="1415777"/>
                  </a:lnTo>
                  <a:lnTo>
                    <a:pt x="2226997" y="1415853"/>
                  </a:lnTo>
                  <a:lnTo>
                    <a:pt x="2226980" y="1415852"/>
                  </a:lnTo>
                  <a:lnTo>
                    <a:pt x="2226971" y="1415850"/>
                  </a:lnTo>
                  <a:lnTo>
                    <a:pt x="2226966" y="1415846"/>
                  </a:lnTo>
                  <a:lnTo>
                    <a:pt x="2226957" y="1415837"/>
                  </a:lnTo>
                  <a:lnTo>
                    <a:pt x="2226952" y="1415832"/>
                  </a:lnTo>
                  <a:lnTo>
                    <a:pt x="2226927" y="1415813"/>
                  </a:lnTo>
                  <a:lnTo>
                    <a:pt x="2226444" y="1415679"/>
                  </a:lnTo>
                  <a:lnTo>
                    <a:pt x="2226430" y="1415699"/>
                  </a:lnTo>
                  <a:lnTo>
                    <a:pt x="2226416" y="1415719"/>
                  </a:lnTo>
                  <a:lnTo>
                    <a:pt x="2226371" y="1415794"/>
                  </a:lnTo>
                  <a:lnTo>
                    <a:pt x="2226376" y="1415823"/>
                  </a:lnTo>
                  <a:lnTo>
                    <a:pt x="2226336" y="1416069"/>
                  </a:lnTo>
                  <a:lnTo>
                    <a:pt x="2226117" y="1416304"/>
                  </a:lnTo>
                  <a:lnTo>
                    <a:pt x="2226110" y="1416313"/>
                  </a:lnTo>
                  <a:lnTo>
                    <a:pt x="2226104" y="1416333"/>
                  </a:lnTo>
                  <a:lnTo>
                    <a:pt x="2226079" y="1416687"/>
                  </a:lnTo>
                  <a:lnTo>
                    <a:pt x="2226079" y="1416697"/>
                  </a:lnTo>
                  <a:lnTo>
                    <a:pt x="2226080" y="1416725"/>
                  </a:lnTo>
                  <a:lnTo>
                    <a:pt x="2226082" y="1416742"/>
                  </a:lnTo>
                  <a:lnTo>
                    <a:pt x="2226088" y="1416764"/>
                  </a:lnTo>
                  <a:lnTo>
                    <a:pt x="2226102" y="1416810"/>
                  </a:lnTo>
                  <a:lnTo>
                    <a:pt x="2226130" y="1416855"/>
                  </a:lnTo>
                  <a:lnTo>
                    <a:pt x="2226141" y="1416863"/>
                  </a:lnTo>
                  <a:lnTo>
                    <a:pt x="2226306" y="1416872"/>
                  </a:lnTo>
                  <a:lnTo>
                    <a:pt x="2226472" y="1416884"/>
                  </a:lnTo>
                  <a:lnTo>
                    <a:pt x="2226477" y="1416885"/>
                  </a:lnTo>
                  <a:lnTo>
                    <a:pt x="2226556" y="1416905"/>
                  </a:lnTo>
                  <a:lnTo>
                    <a:pt x="2226562" y="1416917"/>
                  </a:lnTo>
                  <a:lnTo>
                    <a:pt x="2226567" y="1416932"/>
                  </a:lnTo>
                  <a:lnTo>
                    <a:pt x="2226613" y="1417076"/>
                  </a:lnTo>
                  <a:lnTo>
                    <a:pt x="2226618" y="1417102"/>
                  </a:lnTo>
                  <a:lnTo>
                    <a:pt x="2226608" y="1417164"/>
                  </a:lnTo>
                  <a:lnTo>
                    <a:pt x="2226561" y="1417342"/>
                  </a:lnTo>
                  <a:lnTo>
                    <a:pt x="2226319" y="1417477"/>
                  </a:lnTo>
                  <a:lnTo>
                    <a:pt x="2226302" y="1417483"/>
                  </a:lnTo>
                  <a:lnTo>
                    <a:pt x="2226218" y="1417509"/>
                  </a:lnTo>
                  <a:lnTo>
                    <a:pt x="2226200" y="1417514"/>
                  </a:lnTo>
                  <a:lnTo>
                    <a:pt x="2226064" y="1417550"/>
                  </a:lnTo>
                  <a:lnTo>
                    <a:pt x="2225801" y="1417620"/>
                  </a:lnTo>
                  <a:lnTo>
                    <a:pt x="2225785" y="1417611"/>
                  </a:lnTo>
                  <a:lnTo>
                    <a:pt x="2225723" y="1417581"/>
                  </a:lnTo>
                  <a:lnTo>
                    <a:pt x="2225708" y="1417574"/>
                  </a:lnTo>
                  <a:lnTo>
                    <a:pt x="2225537" y="1417571"/>
                  </a:lnTo>
                  <a:lnTo>
                    <a:pt x="2225524" y="1417570"/>
                  </a:lnTo>
                  <a:lnTo>
                    <a:pt x="2225519" y="1417571"/>
                  </a:lnTo>
                  <a:lnTo>
                    <a:pt x="2225493" y="1417575"/>
                  </a:lnTo>
                  <a:lnTo>
                    <a:pt x="2225486" y="1417577"/>
                  </a:lnTo>
                  <a:lnTo>
                    <a:pt x="2225344" y="1417777"/>
                  </a:lnTo>
                  <a:lnTo>
                    <a:pt x="2225331" y="1417925"/>
                  </a:lnTo>
                  <a:lnTo>
                    <a:pt x="2225330" y="1417933"/>
                  </a:lnTo>
                  <a:lnTo>
                    <a:pt x="2225218" y="1418158"/>
                  </a:lnTo>
                  <a:lnTo>
                    <a:pt x="2225200" y="1418165"/>
                  </a:lnTo>
                  <a:lnTo>
                    <a:pt x="2225120" y="1418197"/>
                  </a:lnTo>
                  <a:lnTo>
                    <a:pt x="2225112" y="1418188"/>
                  </a:lnTo>
                  <a:lnTo>
                    <a:pt x="2225107" y="1418185"/>
                  </a:lnTo>
                  <a:lnTo>
                    <a:pt x="2225100" y="1418183"/>
                  </a:lnTo>
                  <a:lnTo>
                    <a:pt x="2225084" y="1418179"/>
                  </a:lnTo>
                  <a:lnTo>
                    <a:pt x="2225065" y="1418177"/>
                  </a:lnTo>
                  <a:lnTo>
                    <a:pt x="2224855" y="1418467"/>
                  </a:lnTo>
                  <a:lnTo>
                    <a:pt x="2224863" y="1418668"/>
                  </a:lnTo>
                  <a:lnTo>
                    <a:pt x="2224850" y="1418704"/>
                  </a:lnTo>
                  <a:lnTo>
                    <a:pt x="2224769" y="1418858"/>
                  </a:lnTo>
                  <a:lnTo>
                    <a:pt x="2224727" y="1418904"/>
                  </a:lnTo>
                  <a:lnTo>
                    <a:pt x="2224709" y="1418918"/>
                  </a:lnTo>
                  <a:lnTo>
                    <a:pt x="2224694" y="1418927"/>
                  </a:lnTo>
                  <a:lnTo>
                    <a:pt x="2224431" y="1418863"/>
                  </a:lnTo>
                  <a:lnTo>
                    <a:pt x="2224073" y="1418665"/>
                  </a:lnTo>
                  <a:lnTo>
                    <a:pt x="2224060" y="1418655"/>
                  </a:lnTo>
                  <a:lnTo>
                    <a:pt x="2224040" y="1418636"/>
                  </a:lnTo>
                  <a:lnTo>
                    <a:pt x="2224027" y="1418621"/>
                  </a:lnTo>
                  <a:lnTo>
                    <a:pt x="2224012" y="1418604"/>
                  </a:lnTo>
                  <a:lnTo>
                    <a:pt x="2224005" y="1418594"/>
                  </a:lnTo>
                  <a:lnTo>
                    <a:pt x="2223957" y="1418526"/>
                  </a:lnTo>
                  <a:lnTo>
                    <a:pt x="2223951" y="1418516"/>
                  </a:lnTo>
                  <a:lnTo>
                    <a:pt x="2223929" y="1418483"/>
                  </a:lnTo>
                  <a:lnTo>
                    <a:pt x="2223910" y="1418448"/>
                  </a:lnTo>
                  <a:lnTo>
                    <a:pt x="2223883" y="1418387"/>
                  </a:lnTo>
                  <a:lnTo>
                    <a:pt x="2223875" y="1418355"/>
                  </a:lnTo>
                  <a:lnTo>
                    <a:pt x="2223745" y="1417648"/>
                  </a:lnTo>
                  <a:lnTo>
                    <a:pt x="2223787" y="1417636"/>
                  </a:lnTo>
                  <a:lnTo>
                    <a:pt x="2223883" y="1417606"/>
                  </a:lnTo>
                  <a:lnTo>
                    <a:pt x="2223979" y="1417534"/>
                  </a:lnTo>
                  <a:lnTo>
                    <a:pt x="2224008" y="1417508"/>
                  </a:lnTo>
                  <a:lnTo>
                    <a:pt x="2224037" y="1417481"/>
                  </a:lnTo>
                  <a:lnTo>
                    <a:pt x="2224113" y="1417409"/>
                  </a:lnTo>
                  <a:lnTo>
                    <a:pt x="2224085" y="1417269"/>
                  </a:lnTo>
                  <a:lnTo>
                    <a:pt x="2224027" y="1417122"/>
                  </a:lnTo>
                  <a:lnTo>
                    <a:pt x="2224014" y="1417123"/>
                  </a:lnTo>
                  <a:lnTo>
                    <a:pt x="2223929" y="1417121"/>
                  </a:lnTo>
                  <a:lnTo>
                    <a:pt x="2223921" y="1417116"/>
                  </a:lnTo>
                  <a:lnTo>
                    <a:pt x="2223667" y="1416524"/>
                  </a:lnTo>
                  <a:lnTo>
                    <a:pt x="2223667" y="1416498"/>
                  </a:lnTo>
                  <a:lnTo>
                    <a:pt x="2223674" y="1416482"/>
                  </a:lnTo>
                  <a:lnTo>
                    <a:pt x="2223703" y="1416455"/>
                  </a:lnTo>
                  <a:lnTo>
                    <a:pt x="2223824" y="1416367"/>
                  </a:lnTo>
                  <a:lnTo>
                    <a:pt x="2223846" y="1416352"/>
                  </a:lnTo>
                  <a:lnTo>
                    <a:pt x="2223854" y="1416346"/>
                  </a:lnTo>
                  <a:lnTo>
                    <a:pt x="2223875" y="1416327"/>
                  </a:lnTo>
                  <a:lnTo>
                    <a:pt x="2223842" y="1416234"/>
                  </a:lnTo>
                  <a:lnTo>
                    <a:pt x="2223836" y="1416221"/>
                  </a:lnTo>
                  <a:lnTo>
                    <a:pt x="2223823" y="1416197"/>
                  </a:lnTo>
                  <a:lnTo>
                    <a:pt x="2223762" y="1416092"/>
                  </a:lnTo>
                  <a:lnTo>
                    <a:pt x="2223758" y="1416087"/>
                  </a:lnTo>
                  <a:lnTo>
                    <a:pt x="2223726" y="1416052"/>
                  </a:lnTo>
                  <a:lnTo>
                    <a:pt x="2223646" y="1416000"/>
                  </a:lnTo>
                  <a:lnTo>
                    <a:pt x="2223592" y="1415971"/>
                  </a:lnTo>
                  <a:lnTo>
                    <a:pt x="2223552" y="1415952"/>
                  </a:lnTo>
                  <a:lnTo>
                    <a:pt x="2223502" y="1415926"/>
                  </a:lnTo>
                  <a:lnTo>
                    <a:pt x="2223458" y="1415905"/>
                  </a:lnTo>
                  <a:lnTo>
                    <a:pt x="2223443" y="1415936"/>
                  </a:lnTo>
                  <a:lnTo>
                    <a:pt x="2223426" y="1415960"/>
                  </a:lnTo>
                  <a:lnTo>
                    <a:pt x="2223420" y="1415968"/>
                  </a:lnTo>
                  <a:lnTo>
                    <a:pt x="2223412" y="1415977"/>
                  </a:lnTo>
                  <a:lnTo>
                    <a:pt x="2223355" y="1416022"/>
                  </a:lnTo>
                  <a:lnTo>
                    <a:pt x="2223346" y="1416027"/>
                  </a:lnTo>
                  <a:lnTo>
                    <a:pt x="2223274" y="1416062"/>
                  </a:lnTo>
                  <a:lnTo>
                    <a:pt x="2223171" y="1416111"/>
                  </a:lnTo>
                  <a:lnTo>
                    <a:pt x="2223113" y="1416422"/>
                  </a:lnTo>
                  <a:lnTo>
                    <a:pt x="2223098" y="1416500"/>
                  </a:lnTo>
                  <a:lnTo>
                    <a:pt x="2223066" y="1416541"/>
                  </a:lnTo>
                  <a:lnTo>
                    <a:pt x="2223036" y="1416578"/>
                  </a:lnTo>
                  <a:lnTo>
                    <a:pt x="2223026" y="1416590"/>
                  </a:lnTo>
                  <a:lnTo>
                    <a:pt x="2223011" y="1416603"/>
                  </a:lnTo>
                  <a:lnTo>
                    <a:pt x="2223006" y="1416608"/>
                  </a:lnTo>
                  <a:lnTo>
                    <a:pt x="2223001" y="1416610"/>
                  </a:lnTo>
                  <a:lnTo>
                    <a:pt x="2222930" y="1416625"/>
                  </a:lnTo>
                  <a:lnTo>
                    <a:pt x="2222914" y="1416625"/>
                  </a:lnTo>
                  <a:lnTo>
                    <a:pt x="2222905" y="1416623"/>
                  </a:lnTo>
                  <a:lnTo>
                    <a:pt x="2222889" y="1416611"/>
                  </a:lnTo>
                  <a:lnTo>
                    <a:pt x="2222879" y="1416594"/>
                  </a:lnTo>
                  <a:lnTo>
                    <a:pt x="2222876" y="1416577"/>
                  </a:lnTo>
                  <a:lnTo>
                    <a:pt x="2222874" y="1416564"/>
                  </a:lnTo>
                  <a:lnTo>
                    <a:pt x="2222871" y="1416546"/>
                  </a:lnTo>
                  <a:lnTo>
                    <a:pt x="2222865" y="1416509"/>
                  </a:lnTo>
                  <a:lnTo>
                    <a:pt x="2222863" y="1416494"/>
                  </a:lnTo>
                  <a:lnTo>
                    <a:pt x="2222861" y="1416464"/>
                  </a:lnTo>
                  <a:lnTo>
                    <a:pt x="2222862" y="1416454"/>
                  </a:lnTo>
                  <a:lnTo>
                    <a:pt x="2222866" y="1416426"/>
                  </a:lnTo>
                  <a:lnTo>
                    <a:pt x="2222866" y="1416420"/>
                  </a:lnTo>
                  <a:lnTo>
                    <a:pt x="2222868" y="1416399"/>
                  </a:lnTo>
                  <a:lnTo>
                    <a:pt x="2222859" y="1416349"/>
                  </a:lnTo>
                  <a:lnTo>
                    <a:pt x="2222857" y="1416344"/>
                  </a:lnTo>
                  <a:lnTo>
                    <a:pt x="2222852" y="1416336"/>
                  </a:lnTo>
                  <a:lnTo>
                    <a:pt x="2222842" y="1416328"/>
                  </a:lnTo>
                  <a:lnTo>
                    <a:pt x="2222834" y="1416323"/>
                  </a:lnTo>
                  <a:lnTo>
                    <a:pt x="2222726" y="1416295"/>
                  </a:lnTo>
                  <a:lnTo>
                    <a:pt x="2222721" y="1416294"/>
                  </a:lnTo>
                  <a:lnTo>
                    <a:pt x="2222659" y="1416300"/>
                  </a:lnTo>
                  <a:lnTo>
                    <a:pt x="2222514" y="1416315"/>
                  </a:lnTo>
                  <a:lnTo>
                    <a:pt x="2222442" y="1416322"/>
                  </a:lnTo>
                  <a:lnTo>
                    <a:pt x="2222437" y="1416323"/>
                  </a:lnTo>
                  <a:lnTo>
                    <a:pt x="2222429" y="1416327"/>
                  </a:lnTo>
                  <a:lnTo>
                    <a:pt x="2222408" y="1416342"/>
                  </a:lnTo>
                  <a:lnTo>
                    <a:pt x="2222398" y="1416355"/>
                  </a:lnTo>
                  <a:lnTo>
                    <a:pt x="2222382" y="1416378"/>
                  </a:lnTo>
                  <a:lnTo>
                    <a:pt x="2222374" y="1416390"/>
                  </a:lnTo>
                  <a:lnTo>
                    <a:pt x="2222360" y="1416553"/>
                  </a:lnTo>
                  <a:lnTo>
                    <a:pt x="2222335" y="1416864"/>
                  </a:lnTo>
                  <a:lnTo>
                    <a:pt x="2222329" y="1416929"/>
                  </a:lnTo>
                  <a:lnTo>
                    <a:pt x="2222188" y="1417188"/>
                  </a:lnTo>
                  <a:lnTo>
                    <a:pt x="2222124" y="1417305"/>
                  </a:lnTo>
                  <a:lnTo>
                    <a:pt x="2221988" y="1417617"/>
                  </a:lnTo>
                  <a:lnTo>
                    <a:pt x="2221978" y="1417671"/>
                  </a:lnTo>
                  <a:lnTo>
                    <a:pt x="2221964" y="1417755"/>
                  </a:lnTo>
                  <a:lnTo>
                    <a:pt x="2221973" y="1417793"/>
                  </a:lnTo>
                  <a:lnTo>
                    <a:pt x="2221991" y="1417829"/>
                  </a:lnTo>
                  <a:lnTo>
                    <a:pt x="2222001" y="1417845"/>
                  </a:lnTo>
                  <a:lnTo>
                    <a:pt x="2222009" y="1417860"/>
                  </a:lnTo>
                  <a:lnTo>
                    <a:pt x="2222025" y="1417875"/>
                  </a:lnTo>
                  <a:lnTo>
                    <a:pt x="2222035" y="1417880"/>
                  </a:lnTo>
                  <a:lnTo>
                    <a:pt x="2222048" y="1417884"/>
                  </a:lnTo>
                  <a:lnTo>
                    <a:pt x="2222154" y="1417912"/>
                  </a:lnTo>
                  <a:lnTo>
                    <a:pt x="2222159" y="1417910"/>
                  </a:lnTo>
                  <a:lnTo>
                    <a:pt x="2222166" y="1417901"/>
                  </a:lnTo>
                  <a:lnTo>
                    <a:pt x="2222170" y="1417898"/>
                  </a:lnTo>
                  <a:lnTo>
                    <a:pt x="2222194" y="1417896"/>
                  </a:lnTo>
                  <a:lnTo>
                    <a:pt x="2222223" y="1417899"/>
                  </a:lnTo>
                  <a:lnTo>
                    <a:pt x="2222244" y="1417906"/>
                  </a:lnTo>
                  <a:lnTo>
                    <a:pt x="2222252" y="1417911"/>
                  </a:lnTo>
                  <a:lnTo>
                    <a:pt x="2222262" y="1417918"/>
                  </a:lnTo>
                  <a:lnTo>
                    <a:pt x="2222303" y="1417961"/>
                  </a:lnTo>
                  <a:lnTo>
                    <a:pt x="2222364" y="1418024"/>
                  </a:lnTo>
                  <a:lnTo>
                    <a:pt x="2222556" y="1418273"/>
                  </a:lnTo>
                  <a:lnTo>
                    <a:pt x="2222559" y="1418278"/>
                  </a:lnTo>
                  <a:lnTo>
                    <a:pt x="2222571" y="1418325"/>
                  </a:lnTo>
                  <a:lnTo>
                    <a:pt x="2222580" y="1418359"/>
                  </a:lnTo>
                  <a:lnTo>
                    <a:pt x="2222578" y="1418380"/>
                  </a:lnTo>
                  <a:lnTo>
                    <a:pt x="2222564" y="1418522"/>
                  </a:lnTo>
                  <a:lnTo>
                    <a:pt x="2222555" y="1418625"/>
                  </a:lnTo>
                  <a:lnTo>
                    <a:pt x="2222551" y="1418668"/>
                  </a:lnTo>
                  <a:lnTo>
                    <a:pt x="2222546" y="1418681"/>
                  </a:lnTo>
                  <a:lnTo>
                    <a:pt x="2222511" y="1418761"/>
                  </a:lnTo>
                  <a:lnTo>
                    <a:pt x="2222508" y="1418767"/>
                  </a:lnTo>
                  <a:lnTo>
                    <a:pt x="2222504" y="1418776"/>
                  </a:lnTo>
                  <a:lnTo>
                    <a:pt x="2222499" y="1418788"/>
                  </a:lnTo>
                  <a:lnTo>
                    <a:pt x="2222493" y="1418801"/>
                  </a:lnTo>
                  <a:lnTo>
                    <a:pt x="2222490" y="1418810"/>
                  </a:lnTo>
                  <a:lnTo>
                    <a:pt x="2222449" y="1418856"/>
                  </a:lnTo>
                  <a:lnTo>
                    <a:pt x="2222444" y="1418859"/>
                  </a:lnTo>
                  <a:lnTo>
                    <a:pt x="2222439" y="1418859"/>
                  </a:lnTo>
                  <a:lnTo>
                    <a:pt x="2222433" y="1418859"/>
                  </a:lnTo>
                  <a:lnTo>
                    <a:pt x="2222426" y="1418858"/>
                  </a:lnTo>
                  <a:lnTo>
                    <a:pt x="2222420" y="1418855"/>
                  </a:lnTo>
                  <a:lnTo>
                    <a:pt x="2222413" y="1418856"/>
                  </a:lnTo>
                  <a:lnTo>
                    <a:pt x="2222408" y="1418855"/>
                  </a:lnTo>
                  <a:lnTo>
                    <a:pt x="2222398" y="1418851"/>
                  </a:lnTo>
                  <a:lnTo>
                    <a:pt x="2222390" y="1418848"/>
                  </a:lnTo>
                  <a:lnTo>
                    <a:pt x="2222385" y="1418845"/>
                  </a:lnTo>
                  <a:lnTo>
                    <a:pt x="2222380" y="1418838"/>
                  </a:lnTo>
                  <a:lnTo>
                    <a:pt x="2222375" y="1418830"/>
                  </a:lnTo>
                  <a:lnTo>
                    <a:pt x="2222368" y="1418822"/>
                  </a:lnTo>
                  <a:lnTo>
                    <a:pt x="2222331" y="1418789"/>
                  </a:lnTo>
                  <a:lnTo>
                    <a:pt x="2222301" y="1418776"/>
                  </a:lnTo>
                  <a:lnTo>
                    <a:pt x="2222079" y="1418720"/>
                  </a:lnTo>
                  <a:lnTo>
                    <a:pt x="2222044" y="1418726"/>
                  </a:lnTo>
                  <a:lnTo>
                    <a:pt x="2222030" y="1418730"/>
                  </a:lnTo>
                  <a:lnTo>
                    <a:pt x="2222020" y="1418737"/>
                  </a:lnTo>
                  <a:lnTo>
                    <a:pt x="2222006" y="1418757"/>
                  </a:lnTo>
                  <a:lnTo>
                    <a:pt x="2221941" y="1418887"/>
                  </a:lnTo>
                  <a:lnTo>
                    <a:pt x="2221944" y="1418918"/>
                  </a:lnTo>
                  <a:lnTo>
                    <a:pt x="2221951" y="1418944"/>
                  </a:lnTo>
                  <a:lnTo>
                    <a:pt x="2221956" y="1418958"/>
                  </a:lnTo>
                  <a:lnTo>
                    <a:pt x="2221967" y="1418976"/>
                  </a:lnTo>
                  <a:lnTo>
                    <a:pt x="2221976" y="1418990"/>
                  </a:lnTo>
                  <a:lnTo>
                    <a:pt x="2221982" y="1419007"/>
                  </a:lnTo>
                  <a:lnTo>
                    <a:pt x="2221983" y="1419058"/>
                  </a:lnTo>
                  <a:lnTo>
                    <a:pt x="2221977" y="1419076"/>
                  </a:lnTo>
                  <a:lnTo>
                    <a:pt x="2221892" y="1419162"/>
                  </a:lnTo>
                  <a:lnTo>
                    <a:pt x="2221870" y="1419176"/>
                  </a:lnTo>
                  <a:lnTo>
                    <a:pt x="2221845" y="1419176"/>
                  </a:lnTo>
                  <a:lnTo>
                    <a:pt x="2221751" y="1419156"/>
                  </a:lnTo>
                  <a:lnTo>
                    <a:pt x="2221724" y="1419150"/>
                  </a:lnTo>
                  <a:lnTo>
                    <a:pt x="2221692" y="1419143"/>
                  </a:lnTo>
                  <a:lnTo>
                    <a:pt x="2221600" y="1419079"/>
                  </a:lnTo>
                  <a:lnTo>
                    <a:pt x="2221594" y="1419048"/>
                  </a:lnTo>
                  <a:lnTo>
                    <a:pt x="2221599" y="1419039"/>
                  </a:lnTo>
                  <a:lnTo>
                    <a:pt x="2221614" y="1419018"/>
                  </a:lnTo>
                  <a:lnTo>
                    <a:pt x="2221627" y="1418976"/>
                  </a:lnTo>
                  <a:lnTo>
                    <a:pt x="2221636" y="1418940"/>
                  </a:lnTo>
                  <a:lnTo>
                    <a:pt x="2221640" y="1418924"/>
                  </a:lnTo>
                  <a:lnTo>
                    <a:pt x="2221643" y="1418911"/>
                  </a:lnTo>
                  <a:lnTo>
                    <a:pt x="2221672" y="1418772"/>
                  </a:lnTo>
                  <a:lnTo>
                    <a:pt x="2221684" y="1418588"/>
                  </a:lnTo>
                  <a:lnTo>
                    <a:pt x="2221679" y="1418218"/>
                  </a:lnTo>
                  <a:lnTo>
                    <a:pt x="2221676" y="1418209"/>
                  </a:lnTo>
                  <a:lnTo>
                    <a:pt x="2221444" y="1417893"/>
                  </a:lnTo>
                  <a:lnTo>
                    <a:pt x="2221410" y="1417846"/>
                  </a:lnTo>
                  <a:lnTo>
                    <a:pt x="2221391" y="1417834"/>
                  </a:lnTo>
                  <a:lnTo>
                    <a:pt x="2221360" y="1417823"/>
                  </a:lnTo>
                  <a:lnTo>
                    <a:pt x="2221354" y="1417821"/>
                  </a:lnTo>
                  <a:lnTo>
                    <a:pt x="2221283" y="1417801"/>
                  </a:lnTo>
                  <a:lnTo>
                    <a:pt x="2221269" y="1417797"/>
                  </a:lnTo>
                  <a:lnTo>
                    <a:pt x="2221139" y="1417750"/>
                  </a:lnTo>
                  <a:lnTo>
                    <a:pt x="2221109" y="1417735"/>
                  </a:lnTo>
                  <a:lnTo>
                    <a:pt x="2221092" y="1417726"/>
                  </a:lnTo>
                  <a:lnTo>
                    <a:pt x="2221083" y="1417720"/>
                  </a:lnTo>
                  <a:lnTo>
                    <a:pt x="2220992" y="1417562"/>
                  </a:lnTo>
                  <a:lnTo>
                    <a:pt x="2220988" y="1417503"/>
                  </a:lnTo>
                  <a:lnTo>
                    <a:pt x="2220988" y="1417494"/>
                  </a:lnTo>
                  <a:lnTo>
                    <a:pt x="2220986" y="1417461"/>
                  </a:lnTo>
                  <a:lnTo>
                    <a:pt x="2220943" y="1417344"/>
                  </a:lnTo>
                  <a:lnTo>
                    <a:pt x="2220830" y="1417261"/>
                  </a:lnTo>
                  <a:lnTo>
                    <a:pt x="2220810" y="1417247"/>
                  </a:lnTo>
                  <a:lnTo>
                    <a:pt x="2220674" y="1417148"/>
                  </a:lnTo>
                  <a:lnTo>
                    <a:pt x="2220659" y="1417137"/>
                  </a:lnTo>
                  <a:lnTo>
                    <a:pt x="2220623" y="1417112"/>
                  </a:lnTo>
                  <a:lnTo>
                    <a:pt x="2220565" y="1417073"/>
                  </a:lnTo>
                  <a:lnTo>
                    <a:pt x="2220499" y="1417033"/>
                  </a:lnTo>
                  <a:lnTo>
                    <a:pt x="2220493" y="1417030"/>
                  </a:lnTo>
                  <a:lnTo>
                    <a:pt x="2220488" y="1417029"/>
                  </a:lnTo>
                  <a:lnTo>
                    <a:pt x="2220476" y="1417027"/>
                  </a:lnTo>
                  <a:lnTo>
                    <a:pt x="2220458" y="1417013"/>
                  </a:lnTo>
                  <a:lnTo>
                    <a:pt x="2220388" y="1416947"/>
                  </a:lnTo>
                  <a:lnTo>
                    <a:pt x="2220359" y="1416920"/>
                  </a:lnTo>
                  <a:lnTo>
                    <a:pt x="2220280" y="1416846"/>
                  </a:lnTo>
                  <a:lnTo>
                    <a:pt x="2220261" y="1416817"/>
                  </a:lnTo>
                  <a:lnTo>
                    <a:pt x="2220256" y="1416810"/>
                  </a:lnTo>
                  <a:lnTo>
                    <a:pt x="2220230" y="1416762"/>
                  </a:lnTo>
                  <a:lnTo>
                    <a:pt x="2220231" y="1416750"/>
                  </a:lnTo>
                  <a:lnTo>
                    <a:pt x="2220239" y="1416656"/>
                  </a:lnTo>
                  <a:lnTo>
                    <a:pt x="2220243" y="1416605"/>
                  </a:lnTo>
                  <a:lnTo>
                    <a:pt x="2220246" y="1416582"/>
                  </a:lnTo>
                  <a:lnTo>
                    <a:pt x="2220252" y="1416554"/>
                  </a:lnTo>
                  <a:lnTo>
                    <a:pt x="2220257" y="1416532"/>
                  </a:lnTo>
                  <a:lnTo>
                    <a:pt x="2220285" y="1416409"/>
                  </a:lnTo>
                  <a:lnTo>
                    <a:pt x="2220288" y="1416396"/>
                  </a:lnTo>
                  <a:lnTo>
                    <a:pt x="2220292" y="1416386"/>
                  </a:lnTo>
                  <a:lnTo>
                    <a:pt x="2220298" y="1416374"/>
                  </a:lnTo>
                  <a:lnTo>
                    <a:pt x="2220302" y="1416368"/>
                  </a:lnTo>
                  <a:lnTo>
                    <a:pt x="2220319" y="1416348"/>
                  </a:lnTo>
                  <a:lnTo>
                    <a:pt x="2220336" y="1416337"/>
                  </a:lnTo>
                  <a:lnTo>
                    <a:pt x="2220361" y="1416333"/>
                  </a:lnTo>
                  <a:lnTo>
                    <a:pt x="2220420" y="1416340"/>
                  </a:lnTo>
                  <a:lnTo>
                    <a:pt x="2220444" y="1416345"/>
                  </a:lnTo>
                  <a:lnTo>
                    <a:pt x="2220458" y="1416348"/>
                  </a:lnTo>
                  <a:lnTo>
                    <a:pt x="2220477" y="1416349"/>
                  </a:lnTo>
                  <a:lnTo>
                    <a:pt x="2220491" y="1416347"/>
                  </a:lnTo>
                  <a:lnTo>
                    <a:pt x="2220498" y="1416344"/>
                  </a:lnTo>
                  <a:lnTo>
                    <a:pt x="2220510" y="1416336"/>
                  </a:lnTo>
                  <a:lnTo>
                    <a:pt x="2220525" y="1416325"/>
                  </a:lnTo>
                  <a:lnTo>
                    <a:pt x="2220589" y="1416276"/>
                  </a:lnTo>
                  <a:lnTo>
                    <a:pt x="2220592" y="1416272"/>
                  </a:lnTo>
                  <a:lnTo>
                    <a:pt x="2220615" y="1416231"/>
                  </a:lnTo>
                  <a:lnTo>
                    <a:pt x="2220619" y="1416223"/>
                  </a:lnTo>
                  <a:lnTo>
                    <a:pt x="2220649" y="1416170"/>
                  </a:lnTo>
                  <a:lnTo>
                    <a:pt x="2220655" y="1416165"/>
                  </a:lnTo>
                  <a:lnTo>
                    <a:pt x="2220664" y="1416163"/>
                  </a:lnTo>
                  <a:lnTo>
                    <a:pt x="2220676" y="1416164"/>
                  </a:lnTo>
                  <a:lnTo>
                    <a:pt x="2220684" y="1416165"/>
                  </a:lnTo>
                  <a:lnTo>
                    <a:pt x="2220714" y="1416169"/>
                  </a:lnTo>
                  <a:lnTo>
                    <a:pt x="2220730" y="1416175"/>
                  </a:lnTo>
                  <a:lnTo>
                    <a:pt x="2220735" y="1416177"/>
                  </a:lnTo>
                  <a:lnTo>
                    <a:pt x="2220745" y="1416182"/>
                  </a:lnTo>
                  <a:lnTo>
                    <a:pt x="2220748" y="1416208"/>
                  </a:lnTo>
                  <a:lnTo>
                    <a:pt x="2220749" y="1416221"/>
                  </a:lnTo>
                  <a:lnTo>
                    <a:pt x="2220750" y="1416233"/>
                  </a:lnTo>
                  <a:lnTo>
                    <a:pt x="2220750" y="1416242"/>
                  </a:lnTo>
                  <a:lnTo>
                    <a:pt x="2220757" y="1416245"/>
                  </a:lnTo>
                  <a:lnTo>
                    <a:pt x="2220767" y="1416248"/>
                  </a:lnTo>
                  <a:lnTo>
                    <a:pt x="2220776" y="1416244"/>
                  </a:lnTo>
                  <a:lnTo>
                    <a:pt x="2220782" y="1416239"/>
                  </a:lnTo>
                  <a:lnTo>
                    <a:pt x="2220790" y="1416230"/>
                  </a:lnTo>
                  <a:lnTo>
                    <a:pt x="2220798" y="1416228"/>
                  </a:lnTo>
                  <a:lnTo>
                    <a:pt x="2220806" y="1416226"/>
                  </a:lnTo>
                  <a:lnTo>
                    <a:pt x="2220822" y="1416222"/>
                  </a:lnTo>
                  <a:lnTo>
                    <a:pt x="2220832" y="1416220"/>
                  </a:lnTo>
                  <a:lnTo>
                    <a:pt x="2220847" y="1416217"/>
                  </a:lnTo>
                  <a:lnTo>
                    <a:pt x="2220866" y="1416217"/>
                  </a:lnTo>
                  <a:lnTo>
                    <a:pt x="2220887" y="1416216"/>
                  </a:lnTo>
                  <a:lnTo>
                    <a:pt x="2220902" y="1416215"/>
                  </a:lnTo>
                  <a:lnTo>
                    <a:pt x="2220928" y="1416214"/>
                  </a:lnTo>
                  <a:lnTo>
                    <a:pt x="2220935" y="1416214"/>
                  </a:lnTo>
                  <a:lnTo>
                    <a:pt x="2220976" y="1416217"/>
                  </a:lnTo>
                  <a:lnTo>
                    <a:pt x="2220991" y="1416209"/>
                  </a:lnTo>
                  <a:lnTo>
                    <a:pt x="2220990" y="1416197"/>
                  </a:lnTo>
                  <a:lnTo>
                    <a:pt x="2220989" y="1416191"/>
                  </a:lnTo>
                  <a:lnTo>
                    <a:pt x="2220981" y="1416179"/>
                  </a:lnTo>
                  <a:lnTo>
                    <a:pt x="2220975" y="1416178"/>
                  </a:lnTo>
                  <a:lnTo>
                    <a:pt x="2220965" y="1416178"/>
                  </a:lnTo>
                  <a:lnTo>
                    <a:pt x="2220900" y="1416180"/>
                  </a:lnTo>
                  <a:lnTo>
                    <a:pt x="2220881" y="1416181"/>
                  </a:lnTo>
                  <a:lnTo>
                    <a:pt x="2220837" y="1416183"/>
                  </a:lnTo>
                  <a:lnTo>
                    <a:pt x="2220832" y="1416180"/>
                  </a:lnTo>
                  <a:lnTo>
                    <a:pt x="2220827" y="1416176"/>
                  </a:lnTo>
                  <a:lnTo>
                    <a:pt x="2220821" y="1416172"/>
                  </a:lnTo>
                  <a:lnTo>
                    <a:pt x="2220767" y="1416138"/>
                  </a:lnTo>
                  <a:lnTo>
                    <a:pt x="2220730" y="1416114"/>
                  </a:lnTo>
                  <a:lnTo>
                    <a:pt x="2220712" y="1416103"/>
                  </a:lnTo>
                  <a:lnTo>
                    <a:pt x="2220703" y="1416097"/>
                  </a:lnTo>
                  <a:lnTo>
                    <a:pt x="2220702" y="1416090"/>
                  </a:lnTo>
                  <a:lnTo>
                    <a:pt x="2220701" y="1416081"/>
                  </a:lnTo>
                  <a:lnTo>
                    <a:pt x="2220705" y="1416070"/>
                  </a:lnTo>
                  <a:lnTo>
                    <a:pt x="2220855" y="1415801"/>
                  </a:lnTo>
                  <a:lnTo>
                    <a:pt x="2220859" y="1415788"/>
                  </a:lnTo>
                  <a:lnTo>
                    <a:pt x="2220904" y="1415626"/>
                  </a:lnTo>
                  <a:lnTo>
                    <a:pt x="2220901" y="1415604"/>
                  </a:lnTo>
                  <a:lnTo>
                    <a:pt x="2220870" y="1415565"/>
                  </a:lnTo>
                  <a:lnTo>
                    <a:pt x="2220828" y="1415513"/>
                  </a:lnTo>
                  <a:lnTo>
                    <a:pt x="2220603" y="1415232"/>
                  </a:lnTo>
                  <a:lnTo>
                    <a:pt x="2220527" y="1415158"/>
                  </a:lnTo>
                  <a:lnTo>
                    <a:pt x="2220467" y="1415101"/>
                  </a:lnTo>
                  <a:lnTo>
                    <a:pt x="2220451" y="1415090"/>
                  </a:lnTo>
                  <a:lnTo>
                    <a:pt x="2220417" y="1415082"/>
                  </a:lnTo>
                  <a:lnTo>
                    <a:pt x="2220399" y="1415081"/>
                  </a:lnTo>
                  <a:lnTo>
                    <a:pt x="2220384" y="1415085"/>
                  </a:lnTo>
                  <a:lnTo>
                    <a:pt x="2220285" y="1415122"/>
                  </a:lnTo>
                  <a:lnTo>
                    <a:pt x="2220206" y="1415172"/>
                  </a:lnTo>
                  <a:lnTo>
                    <a:pt x="2220181" y="1415188"/>
                  </a:lnTo>
                  <a:lnTo>
                    <a:pt x="2219966" y="1415303"/>
                  </a:lnTo>
                  <a:lnTo>
                    <a:pt x="2219955" y="1415302"/>
                  </a:lnTo>
                  <a:lnTo>
                    <a:pt x="2219938" y="1415287"/>
                  </a:lnTo>
                  <a:lnTo>
                    <a:pt x="2219867" y="1415207"/>
                  </a:lnTo>
                  <a:lnTo>
                    <a:pt x="2219865" y="1415145"/>
                  </a:lnTo>
                  <a:lnTo>
                    <a:pt x="2219878" y="1415139"/>
                  </a:lnTo>
                  <a:lnTo>
                    <a:pt x="2219906" y="1415129"/>
                  </a:lnTo>
                  <a:lnTo>
                    <a:pt x="2219986" y="1415075"/>
                  </a:lnTo>
                  <a:lnTo>
                    <a:pt x="2220072" y="1414974"/>
                  </a:lnTo>
                  <a:lnTo>
                    <a:pt x="2220058" y="1414951"/>
                  </a:lnTo>
                  <a:lnTo>
                    <a:pt x="2219985" y="1414866"/>
                  </a:lnTo>
                  <a:lnTo>
                    <a:pt x="2219973" y="1414860"/>
                  </a:lnTo>
                  <a:lnTo>
                    <a:pt x="2219966" y="1414856"/>
                  </a:lnTo>
                  <a:lnTo>
                    <a:pt x="2219840" y="1414826"/>
                  </a:lnTo>
                  <a:lnTo>
                    <a:pt x="2219816" y="1414829"/>
                  </a:lnTo>
                  <a:lnTo>
                    <a:pt x="2219769" y="1414840"/>
                  </a:lnTo>
                  <a:lnTo>
                    <a:pt x="2219748" y="1414846"/>
                  </a:lnTo>
                  <a:lnTo>
                    <a:pt x="2219714" y="1414863"/>
                  </a:lnTo>
                  <a:lnTo>
                    <a:pt x="2219673" y="1414883"/>
                  </a:lnTo>
                  <a:lnTo>
                    <a:pt x="2219632" y="1414890"/>
                  </a:lnTo>
                  <a:lnTo>
                    <a:pt x="2219598" y="1414886"/>
                  </a:lnTo>
                  <a:lnTo>
                    <a:pt x="2219559" y="1414875"/>
                  </a:lnTo>
                  <a:lnTo>
                    <a:pt x="2219525" y="1414865"/>
                  </a:lnTo>
                  <a:lnTo>
                    <a:pt x="2219464" y="1414818"/>
                  </a:lnTo>
                  <a:lnTo>
                    <a:pt x="2219452" y="1414800"/>
                  </a:lnTo>
                  <a:lnTo>
                    <a:pt x="2219437" y="1414765"/>
                  </a:lnTo>
                  <a:lnTo>
                    <a:pt x="2219429" y="1414732"/>
                  </a:lnTo>
                  <a:lnTo>
                    <a:pt x="2219424" y="1414711"/>
                  </a:lnTo>
                  <a:lnTo>
                    <a:pt x="2219425" y="1414703"/>
                  </a:lnTo>
                  <a:lnTo>
                    <a:pt x="2219438" y="1414636"/>
                  </a:lnTo>
                  <a:lnTo>
                    <a:pt x="2219443" y="1414621"/>
                  </a:lnTo>
                  <a:lnTo>
                    <a:pt x="2219451" y="1414612"/>
                  </a:lnTo>
                  <a:lnTo>
                    <a:pt x="2219467" y="1414590"/>
                  </a:lnTo>
                  <a:lnTo>
                    <a:pt x="2219477" y="1414568"/>
                  </a:lnTo>
                  <a:lnTo>
                    <a:pt x="2219481" y="1414558"/>
                  </a:lnTo>
                  <a:lnTo>
                    <a:pt x="2219482" y="1414545"/>
                  </a:lnTo>
                  <a:lnTo>
                    <a:pt x="2219484" y="1414510"/>
                  </a:lnTo>
                  <a:lnTo>
                    <a:pt x="2219473" y="1414484"/>
                  </a:lnTo>
                  <a:lnTo>
                    <a:pt x="2219468" y="1414480"/>
                  </a:lnTo>
                  <a:lnTo>
                    <a:pt x="2219383" y="1414432"/>
                  </a:lnTo>
                  <a:lnTo>
                    <a:pt x="2219368" y="1414431"/>
                  </a:lnTo>
                  <a:lnTo>
                    <a:pt x="2219286" y="1414449"/>
                  </a:lnTo>
                  <a:lnTo>
                    <a:pt x="2218709" y="1414597"/>
                  </a:lnTo>
                  <a:lnTo>
                    <a:pt x="2218568" y="1414707"/>
                  </a:lnTo>
                  <a:lnTo>
                    <a:pt x="2218374" y="1414906"/>
                  </a:lnTo>
                  <a:lnTo>
                    <a:pt x="2218359" y="1414921"/>
                  </a:lnTo>
                  <a:lnTo>
                    <a:pt x="2218343" y="1414939"/>
                  </a:lnTo>
                  <a:lnTo>
                    <a:pt x="2218295" y="1415057"/>
                  </a:lnTo>
                  <a:lnTo>
                    <a:pt x="2218284" y="1415099"/>
                  </a:lnTo>
                  <a:lnTo>
                    <a:pt x="2218287" y="1415156"/>
                  </a:lnTo>
                  <a:lnTo>
                    <a:pt x="2218296" y="1415186"/>
                  </a:lnTo>
                  <a:lnTo>
                    <a:pt x="2218275" y="1415221"/>
                  </a:lnTo>
                  <a:lnTo>
                    <a:pt x="2218266" y="1415226"/>
                  </a:lnTo>
                  <a:lnTo>
                    <a:pt x="2218140" y="1415292"/>
                  </a:lnTo>
                  <a:lnTo>
                    <a:pt x="2218134" y="1415293"/>
                  </a:lnTo>
                  <a:lnTo>
                    <a:pt x="2218126" y="1415294"/>
                  </a:lnTo>
                  <a:lnTo>
                    <a:pt x="2217904" y="1415284"/>
                  </a:lnTo>
                  <a:lnTo>
                    <a:pt x="2217725" y="1415164"/>
                  </a:lnTo>
                  <a:lnTo>
                    <a:pt x="2217720" y="1415156"/>
                  </a:lnTo>
                  <a:lnTo>
                    <a:pt x="2217713" y="1415143"/>
                  </a:lnTo>
                  <a:lnTo>
                    <a:pt x="2217693" y="1415091"/>
                  </a:lnTo>
                  <a:lnTo>
                    <a:pt x="2217689" y="1415077"/>
                  </a:lnTo>
                  <a:lnTo>
                    <a:pt x="2217665" y="1414967"/>
                  </a:lnTo>
                  <a:lnTo>
                    <a:pt x="2217661" y="1414944"/>
                  </a:lnTo>
                  <a:lnTo>
                    <a:pt x="2217660" y="1414925"/>
                  </a:lnTo>
                  <a:lnTo>
                    <a:pt x="2217659" y="1414893"/>
                  </a:lnTo>
                  <a:lnTo>
                    <a:pt x="2217665" y="1414808"/>
                  </a:lnTo>
                  <a:lnTo>
                    <a:pt x="2217670" y="1414779"/>
                  </a:lnTo>
                  <a:lnTo>
                    <a:pt x="2217547" y="1414730"/>
                  </a:lnTo>
                  <a:lnTo>
                    <a:pt x="2217541" y="1414728"/>
                  </a:lnTo>
                  <a:lnTo>
                    <a:pt x="2217502" y="1414712"/>
                  </a:lnTo>
                  <a:lnTo>
                    <a:pt x="2217469" y="1414710"/>
                  </a:lnTo>
                  <a:lnTo>
                    <a:pt x="2217325" y="1414784"/>
                  </a:lnTo>
                  <a:lnTo>
                    <a:pt x="2217310" y="1414795"/>
                  </a:lnTo>
                  <a:lnTo>
                    <a:pt x="2217280" y="1414819"/>
                  </a:lnTo>
                  <a:lnTo>
                    <a:pt x="2217266" y="1414837"/>
                  </a:lnTo>
                  <a:lnTo>
                    <a:pt x="2217247" y="1414876"/>
                  </a:lnTo>
                  <a:lnTo>
                    <a:pt x="2217227" y="1414920"/>
                  </a:lnTo>
                  <a:lnTo>
                    <a:pt x="2217225" y="1414936"/>
                  </a:lnTo>
                  <a:lnTo>
                    <a:pt x="2217222" y="1414980"/>
                  </a:lnTo>
                  <a:lnTo>
                    <a:pt x="2217223" y="1414999"/>
                  </a:lnTo>
                  <a:lnTo>
                    <a:pt x="2217264" y="1415042"/>
                  </a:lnTo>
                  <a:lnTo>
                    <a:pt x="2217249" y="1415060"/>
                  </a:lnTo>
                  <a:lnTo>
                    <a:pt x="2217145" y="1415145"/>
                  </a:lnTo>
                  <a:lnTo>
                    <a:pt x="2216956" y="1415281"/>
                  </a:lnTo>
                  <a:lnTo>
                    <a:pt x="2216557" y="1415553"/>
                  </a:lnTo>
                  <a:lnTo>
                    <a:pt x="2216443" y="1415595"/>
                  </a:lnTo>
                  <a:lnTo>
                    <a:pt x="2216411" y="1415575"/>
                  </a:lnTo>
                  <a:lnTo>
                    <a:pt x="2216351" y="1415489"/>
                  </a:lnTo>
                  <a:lnTo>
                    <a:pt x="2216342" y="1415477"/>
                  </a:lnTo>
                  <a:lnTo>
                    <a:pt x="2215968" y="1414869"/>
                  </a:lnTo>
                  <a:lnTo>
                    <a:pt x="2216024" y="1414818"/>
                  </a:lnTo>
                  <a:lnTo>
                    <a:pt x="2216060" y="1414766"/>
                  </a:lnTo>
                  <a:lnTo>
                    <a:pt x="2216080" y="1414738"/>
                  </a:lnTo>
                  <a:lnTo>
                    <a:pt x="2216098" y="1414708"/>
                  </a:lnTo>
                  <a:lnTo>
                    <a:pt x="2216188" y="1414484"/>
                  </a:lnTo>
                  <a:lnTo>
                    <a:pt x="2216185" y="1414466"/>
                  </a:lnTo>
                  <a:lnTo>
                    <a:pt x="2216175" y="1414446"/>
                  </a:lnTo>
                  <a:lnTo>
                    <a:pt x="2216170" y="1414439"/>
                  </a:lnTo>
                  <a:lnTo>
                    <a:pt x="2216163" y="1414433"/>
                  </a:lnTo>
                  <a:lnTo>
                    <a:pt x="2216053" y="1414424"/>
                  </a:lnTo>
                  <a:lnTo>
                    <a:pt x="2216042" y="1414415"/>
                  </a:lnTo>
                  <a:lnTo>
                    <a:pt x="2216033" y="1414390"/>
                  </a:lnTo>
                  <a:lnTo>
                    <a:pt x="2216009" y="1414315"/>
                  </a:lnTo>
                  <a:lnTo>
                    <a:pt x="2215961" y="1414160"/>
                  </a:lnTo>
                  <a:lnTo>
                    <a:pt x="2215929" y="1414058"/>
                  </a:lnTo>
                  <a:lnTo>
                    <a:pt x="2215925" y="1414045"/>
                  </a:lnTo>
                  <a:lnTo>
                    <a:pt x="2215898" y="1413955"/>
                  </a:lnTo>
                  <a:lnTo>
                    <a:pt x="2215897" y="1413939"/>
                  </a:lnTo>
                  <a:lnTo>
                    <a:pt x="2215902" y="1413930"/>
                  </a:lnTo>
                  <a:lnTo>
                    <a:pt x="2215913" y="1413919"/>
                  </a:lnTo>
                  <a:lnTo>
                    <a:pt x="2216268" y="1413549"/>
                  </a:lnTo>
                  <a:lnTo>
                    <a:pt x="2216275" y="1413515"/>
                  </a:lnTo>
                  <a:lnTo>
                    <a:pt x="2216307" y="1413380"/>
                  </a:lnTo>
                  <a:lnTo>
                    <a:pt x="2216430" y="1413199"/>
                  </a:lnTo>
                  <a:lnTo>
                    <a:pt x="2216544" y="1413060"/>
                  </a:lnTo>
                  <a:lnTo>
                    <a:pt x="2216637" y="1412993"/>
                  </a:lnTo>
                  <a:lnTo>
                    <a:pt x="2216642" y="1412990"/>
                  </a:lnTo>
                  <a:lnTo>
                    <a:pt x="2216670" y="1412970"/>
                  </a:lnTo>
                  <a:lnTo>
                    <a:pt x="2216680" y="1412967"/>
                  </a:lnTo>
                  <a:lnTo>
                    <a:pt x="2216701" y="1412965"/>
                  </a:lnTo>
                  <a:lnTo>
                    <a:pt x="2216706" y="1412965"/>
                  </a:lnTo>
                  <a:lnTo>
                    <a:pt x="2216712" y="1412971"/>
                  </a:lnTo>
                  <a:lnTo>
                    <a:pt x="2216717" y="1412977"/>
                  </a:lnTo>
                  <a:lnTo>
                    <a:pt x="2216723" y="1412990"/>
                  </a:lnTo>
                  <a:lnTo>
                    <a:pt x="2216750" y="1413016"/>
                  </a:lnTo>
                  <a:lnTo>
                    <a:pt x="2216758" y="1413019"/>
                  </a:lnTo>
                  <a:lnTo>
                    <a:pt x="2216933" y="1412912"/>
                  </a:lnTo>
                  <a:lnTo>
                    <a:pt x="2216965" y="1412816"/>
                  </a:lnTo>
                  <a:lnTo>
                    <a:pt x="2216991" y="1412725"/>
                  </a:lnTo>
                  <a:lnTo>
                    <a:pt x="2217128" y="1412560"/>
                  </a:lnTo>
                  <a:lnTo>
                    <a:pt x="2217319" y="1412430"/>
                  </a:lnTo>
                  <a:lnTo>
                    <a:pt x="2217577" y="1412271"/>
                  </a:lnTo>
                  <a:lnTo>
                    <a:pt x="2217533" y="1412222"/>
                  </a:lnTo>
                  <a:lnTo>
                    <a:pt x="2217509" y="1412197"/>
                  </a:lnTo>
                  <a:lnTo>
                    <a:pt x="2217485" y="1412215"/>
                  </a:lnTo>
                  <a:lnTo>
                    <a:pt x="2217442" y="1412248"/>
                  </a:lnTo>
                  <a:lnTo>
                    <a:pt x="2217211" y="1412394"/>
                  </a:lnTo>
                  <a:lnTo>
                    <a:pt x="2217122" y="1412435"/>
                  </a:lnTo>
                  <a:lnTo>
                    <a:pt x="2216775" y="1412697"/>
                  </a:lnTo>
                  <a:lnTo>
                    <a:pt x="2216762" y="1412717"/>
                  </a:lnTo>
                  <a:lnTo>
                    <a:pt x="2216740" y="1412738"/>
                  </a:lnTo>
                  <a:lnTo>
                    <a:pt x="2216707" y="1412770"/>
                  </a:lnTo>
                  <a:lnTo>
                    <a:pt x="2216643" y="1412803"/>
                  </a:lnTo>
                  <a:lnTo>
                    <a:pt x="2216091" y="1413090"/>
                  </a:lnTo>
                  <a:lnTo>
                    <a:pt x="2215946" y="1413146"/>
                  </a:lnTo>
                  <a:lnTo>
                    <a:pt x="2215874" y="1413122"/>
                  </a:lnTo>
                  <a:lnTo>
                    <a:pt x="2215853" y="1413112"/>
                  </a:lnTo>
                  <a:lnTo>
                    <a:pt x="2215769" y="1412951"/>
                  </a:lnTo>
                  <a:lnTo>
                    <a:pt x="2215808" y="1412888"/>
                  </a:lnTo>
                  <a:lnTo>
                    <a:pt x="2215823" y="1412865"/>
                  </a:lnTo>
                  <a:lnTo>
                    <a:pt x="2215838" y="1412850"/>
                  </a:lnTo>
                  <a:lnTo>
                    <a:pt x="2215851" y="1412838"/>
                  </a:lnTo>
                  <a:lnTo>
                    <a:pt x="2215869" y="1412835"/>
                  </a:lnTo>
                  <a:lnTo>
                    <a:pt x="2215882" y="1412838"/>
                  </a:lnTo>
                  <a:lnTo>
                    <a:pt x="2215895" y="1412844"/>
                  </a:lnTo>
                  <a:lnTo>
                    <a:pt x="2215904" y="1412848"/>
                  </a:lnTo>
                  <a:lnTo>
                    <a:pt x="2215913" y="1412850"/>
                  </a:lnTo>
                  <a:lnTo>
                    <a:pt x="2215936" y="1412846"/>
                  </a:lnTo>
                  <a:lnTo>
                    <a:pt x="2215977" y="1412812"/>
                  </a:lnTo>
                  <a:lnTo>
                    <a:pt x="2216071" y="1412725"/>
                  </a:lnTo>
                  <a:lnTo>
                    <a:pt x="2216105" y="1412686"/>
                  </a:lnTo>
                  <a:lnTo>
                    <a:pt x="2216140" y="1412626"/>
                  </a:lnTo>
                  <a:lnTo>
                    <a:pt x="2216118" y="1412567"/>
                  </a:lnTo>
                  <a:lnTo>
                    <a:pt x="2216001" y="1412418"/>
                  </a:lnTo>
                  <a:lnTo>
                    <a:pt x="2215870" y="1412293"/>
                  </a:lnTo>
                  <a:lnTo>
                    <a:pt x="2215693" y="1412126"/>
                  </a:lnTo>
                  <a:lnTo>
                    <a:pt x="2215624" y="1412060"/>
                  </a:lnTo>
                  <a:lnTo>
                    <a:pt x="2215611" y="1412054"/>
                  </a:lnTo>
                  <a:lnTo>
                    <a:pt x="2215603" y="1412054"/>
                  </a:lnTo>
                  <a:lnTo>
                    <a:pt x="2215585" y="1412054"/>
                  </a:lnTo>
                  <a:lnTo>
                    <a:pt x="2215563" y="1412055"/>
                  </a:lnTo>
                  <a:lnTo>
                    <a:pt x="2215444" y="1412148"/>
                  </a:lnTo>
                  <a:lnTo>
                    <a:pt x="2215268" y="1412236"/>
                  </a:lnTo>
                  <a:lnTo>
                    <a:pt x="2215285" y="1412473"/>
                  </a:lnTo>
                  <a:lnTo>
                    <a:pt x="2215318" y="1412531"/>
                  </a:lnTo>
                  <a:lnTo>
                    <a:pt x="2215321" y="1412538"/>
                  </a:lnTo>
                  <a:lnTo>
                    <a:pt x="2215345" y="1412622"/>
                  </a:lnTo>
                  <a:lnTo>
                    <a:pt x="2215345" y="1412634"/>
                  </a:lnTo>
                  <a:lnTo>
                    <a:pt x="2215337" y="1412645"/>
                  </a:lnTo>
                  <a:lnTo>
                    <a:pt x="2215202" y="1412808"/>
                  </a:lnTo>
                  <a:lnTo>
                    <a:pt x="2215110" y="1412983"/>
                  </a:lnTo>
                  <a:lnTo>
                    <a:pt x="2215079" y="1413087"/>
                  </a:lnTo>
                  <a:lnTo>
                    <a:pt x="2215087" y="1413107"/>
                  </a:lnTo>
                  <a:lnTo>
                    <a:pt x="2215098" y="1413136"/>
                  </a:lnTo>
                  <a:lnTo>
                    <a:pt x="2215112" y="1413164"/>
                  </a:lnTo>
                  <a:lnTo>
                    <a:pt x="2215157" y="1413197"/>
                  </a:lnTo>
                  <a:lnTo>
                    <a:pt x="2215225" y="1413212"/>
                  </a:lnTo>
                  <a:lnTo>
                    <a:pt x="2215231" y="1413212"/>
                  </a:lnTo>
                  <a:lnTo>
                    <a:pt x="2215239" y="1413212"/>
                  </a:lnTo>
                  <a:lnTo>
                    <a:pt x="2215271" y="1413209"/>
                  </a:lnTo>
                  <a:lnTo>
                    <a:pt x="2215297" y="1413197"/>
                  </a:lnTo>
                  <a:lnTo>
                    <a:pt x="2215317" y="1413184"/>
                  </a:lnTo>
                  <a:lnTo>
                    <a:pt x="2215347" y="1413175"/>
                  </a:lnTo>
                  <a:lnTo>
                    <a:pt x="2215414" y="1413175"/>
                  </a:lnTo>
                  <a:lnTo>
                    <a:pt x="2215421" y="1413178"/>
                  </a:lnTo>
                  <a:lnTo>
                    <a:pt x="2215477" y="1413195"/>
                  </a:lnTo>
                  <a:lnTo>
                    <a:pt x="2215626" y="1413275"/>
                  </a:lnTo>
                  <a:lnTo>
                    <a:pt x="2215632" y="1413279"/>
                  </a:lnTo>
                  <a:lnTo>
                    <a:pt x="2215638" y="1413284"/>
                  </a:lnTo>
                  <a:lnTo>
                    <a:pt x="2215641" y="1413290"/>
                  </a:lnTo>
                  <a:lnTo>
                    <a:pt x="2215644" y="1413298"/>
                  </a:lnTo>
                  <a:lnTo>
                    <a:pt x="2215663" y="1413349"/>
                  </a:lnTo>
                  <a:lnTo>
                    <a:pt x="2215703" y="1413505"/>
                  </a:lnTo>
                  <a:lnTo>
                    <a:pt x="2215703" y="1413512"/>
                  </a:lnTo>
                  <a:lnTo>
                    <a:pt x="2215702" y="1413520"/>
                  </a:lnTo>
                  <a:lnTo>
                    <a:pt x="2215690" y="1413598"/>
                  </a:lnTo>
                  <a:lnTo>
                    <a:pt x="2215688" y="1413604"/>
                  </a:lnTo>
                  <a:lnTo>
                    <a:pt x="2215684" y="1413609"/>
                  </a:lnTo>
                  <a:lnTo>
                    <a:pt x="2215674" y="1413620"/>
                  </a:lnTo>
                  <a:lnTo>
                    <a:pt x="2215653" y="1413635"/>
                  </a:lnTo>
                  <a:lnTo>
                    <a:pt x="2215641" y="1413638"/>
                  </a:lnTo>
                  <a:lnTo>
                    <a:pt x="2215633" y="1413636"/>
                  </a:lnTo>
                  <a:lnTo>
                    <a:pt x="2215629" y="1413629"/>
                  </a:lnTo>
                  <a:lnTo>
                    <a:pt x="2215622" y="1413613"/>
                  </a:lnTo>
                  <a:lnTo>
                    <a:pt x="2215620" y="1413607"/>
                  </a:lnTo>
                  <a:lnTo>
                    <a:pt x="2215617" y="1413600"/>
                  </a:lnTo>
                  <a:lnTo>
                    <a:pt x="2215595" y="1413570"/>
                  </a:lnTo>
                  <a:lnTo>
                    <a:pt x="2215587" y="1413561"/>
                  </a:lnTo>
                  <a:lnTo>
                    <a:pt x="2215572" y="1413559"/>
                  </a:lnTo>
                  <a:lnTo>
                    <a:pt x="2215558" y="1413560"/>
                  </a:lnTo>
                  <a:lnTo>
                    <a:pt x="2215467" y="1413606"/>
                  </a:lnTo>
                  <a:lnTo>
                    <a:pt x="2215451" y="1413617"/>
                  </a:lnTo>
                  <a:lnTo>
                    <a:pt x="2215396" y="1413692"/>
                  </a:lnTo>
                  <a:lnTo>
                    <a:pt x="2215370" y="1413726"/>
                  </a:lnTo>
                  <a:lnTo>
                    <a:pt x="2215362" y="1413737"/>
                  </a:lnTo>
                  <a:lnTo>
                    <a:pt x="2215270" y="1413860"/>
                  </a:lnTo>
                  <a:lnTo>
                    <a:pt x="2215229" y="1413914"/>
                  </a:lnTo>
                  <a:lnTo>
                    <a:pt x="2215192" y="1413960"/>
                  </a:lnTo>
                  <a:lnTo>
                    <a:pt x="2215033" y="1414126"/>
                  </a:lnTo>
                  <a:lnTo>
                    <a:pt x="2215022" y="1414126"/>
                  </a:lnTo>
                  <a:lnTo>
                    <a:pt x="2214839" y="1414111"/>
                  </a:lnTo>
                  <a:lnTo>
                    <a:pt x="2214827" y="1414101"/>
                  </a:lnTo>
                  <a:lnTo>
                    <a:pt x="2214816" y="1414087"/>
                  </a:lnTo>
                  <a:lnTo>
                    <a:pt x="2214809" y="1414071"/>
                  </a:lnTo>
                  <a:lnTo>
                    <a:pt x="2214723" y="1413904"/>
                  </a:lnTo>
                  <a:lnTo>
                    <a:pt x="2214621" y="1413714"/>
                  </a:lnTo>
                  <a:lnTo>
                    <a:pt x="2214515" y="1413576"/>
                  </a:lnTo>
                  <a:lnTo>
                    <a:pt x="2214506" y="1413564"/>
                  </a:lnTo>
                  <a:lnTo>
                    <a:pt x="2214365" y="1413385"/>
                  </a:lnTo>
                  <a:lnTo>
                    <a:pt x="2214348" y="1413383"/>
                  </a:lnTo>
                  <a:lnTo>
                    <a:pt x="2214343" y="1413379"/>
                  </a:lnTo>
                  <a:lnTo>
                    <a:pt x="2214336" y="1413350"/>
                  </a:lnTo>
                  <a:lnTo>
                    <a:pt x="2214340" y="1413339"/>
                  </a:lnTo>
                  <a:lnTo>
                    <a:pt x="2214355" y="1413297"/>
                  </a:lnTo>
                  <a:lnTo>
                    <a:pt x="2214487" y="1413037"/>
                  </a:lnTo>
                  <a:lnTo>
                    <a:pt x="2214515" y="1412981"/>
                  </a:lnTo>
                  <a:lnTo>
                    <a:pt x="2214605" y="1412915"/>
                  </a:lnTo>
                  <a:lnTo>
                    <a:pt x="2214684" y="1412838"/>
                  </a:lnTo>
                  <a:lnTo>
                    <a:pt x="2214685" y="1412802"/>
                  </a:lnTo>
                  <a:lnTo>
                    <a:pt x="2214463" y="1412561"/>
                  </a:lnTo>
                  <a:lnTo>
                    <a:pt x="2214355" y="1412501"/>
                  </a:lnTo>
                  <a:lnTo>
                    <a:pt x="2214314" y="1412417"/>
                  </a:lnTo>
                  <a:lnTo>
                    <a:pt x="2214165" y="1411935"/>
                  </a:lnTo>
                  <a:lnTo>
                    <a:pt x="2213869" y="1411728"/>
                  </a:lnTo>
                  <a:lnTo>
                    <a:pt x="2213804" y="1411658"/>
                  </a:lnTo>
                  <a:lnTo>
                    <a:pt x="2213640" y="1411483"/>
                  </a:lnTo>
                  <a:lnTo>
                    <a:pt x="2213576" y="1411415"/>
                  </a:lnTo>
                  <a:lnTo>
                    <a:pt x="2213567" y="1411349"/>
                  </a:lnTo>
                  <a:lnTo>
                    <a:pt x="2213528" y="1411262"/>
                  </a:lnTo>
                  <a:lnTo>
                    <a:pt x="2213523" y="1411251"/>
                  </a:lnTo>
                  <a:lnTo>
                    <a:pt x="2213477" y="1411212"/>
                  </a:lnTo>
                  <a:lnTo>
                    <a:pt x="2213463" y="1411201"/>
                  </a:lnTo>
                  <a:lnTo>
                    <a:pt x="2213430" y="1411178"/>
                  </a:lnTo>
                  <a:lnTo>
                    <a:pt x="2213386" y="1411149"/>
                  </a:lnTo>
                  <a:lnTo>
                    <a:pt x="2213254" y="1411138"/>
                  </a:lnTo>
                  <a:lnTo>
                    <a:pt x="2213244" y="1411137"/>
                  </a:lnTo>
                  <a:lnTo>
                    <a:pt x="2213200" y="1411134"/>
                  </a:lnTo>
                  <a:lnTo>
                    <a:pt x="2213124" y="1411128"/>
                  </a:lnTo>
                  <a:lnTo>
                    <a:pt x="2213080" y="1411124"/>
                  </a:lnTo>
                  <a:lnTo>
                    <a:pt x="2212976" y="1411116"/>
                  </a:lnTo>
                  <a:lnTo>
                    <a:pt x="2212956" y="1411114"/>
                  </a:lnTo>
                  <a:lnTo>
                    <a:pt x="2212945" y="1411114"/>
                  </a:lnTo>
                  <a:lnTo>
                    <a:pt x="2212938" y="1411113"/>
                  </a:lnTo>
                  <a:lnTo>
                    <a:pt x="2212931" y="1411114"/>
                  </a:lnTo>
                  <a:lnTo>
                    <a:pt x="2212926" y="1411114"/>
                  </a:lnTo>
                  <a:lnTo>
                    <a:pt x="2212903" y="1411116"/>
                  </a:lnTo>
                  <a:lnTo>
                    <a:pt x="2212878" y="1411162"/>
                  </a:lnTo>
                  <a:lnTo>
                    <a:pt x="2212866" y="1411185"/>
                  </a:lnTo>
                  <a:lnTo>
                    <a:pt x="2212861" y="1411194"/>
                  </a:lnTo>
                  <a:lnTo>
                    <a:pt x="2212858" y="1411200"/>
                  </a:lnTo>
                  <a:lnTo>
                    <a:pt x="2212869" y="1411200"/>
                  </a:lnTo>
                  <a:lnTo>
                    <a:pt x="2212910" y="1411199"/>
                  </a:lnTo>
                  <a:lnTo>
                    <a:pt x="2212947" y="1411198"/>
                  </a:lnTo>
                  <a:lnTo>
                    <a:pt x="2212954" y="1411198"/>
                  </a:lnTo>
                  <a:lnTo>
                    <a:pt x="2213072" y="1411195"/>
                  </a:lnTo>
                  <a:lnTo>
                    <a:pt x="2213085" y="1411194"/>
                  </a:lnTo>
                  <a:lnTo>
                    <a:pt x="2213104" y="1411199"/>
                  </a:lnTo>
                  <a:lnTo>
                    <a:pt x="2213111" y="1411205"/>
                  </a:lnTo>
                  <a:lnTo>
                    <a:pt x="2213129" y="1411217"/>
                  </a:lnTo>
                  <a:lnTo>
                    <a:pt x="2213135" y="1411221"/>
                  </a:lnTo>
                  <a:lnTo>
                    <a:pt x="2213157" y="1411236"/>
                  </a:lnTo>
                  <a:lnTo>
                    <a:pt x="2213157" y="1411245"/>
                  </a:lnTo>
                  <a:lnTo>
                    <a:pt x="2213156" y="1411258"/>
                  </a:lnTo>
                  <a:lnTo>
                    <a:pt x="2213147" y="1411285"/>
                  </a:lnTo>
                  <a:lnTo>
                    <a:pt x="2213138" y="1411296"/>
                  </a:lnTo>
                  <a:lnTo>
                    <a:pt x="2213104" y="1411341"/>
                  </a:lnTo>
                  <a:lnTo>
                    <a:pt x="2213094" y="1411356"/>
                  </a:lnTo>
                  <a:lnTo>
                    <a:pt x="2213061" y="1411400"/>
                  </a:lnTo>
                  <a:lnTo>
                    <a:pt x="2213051" y="1411417"/>
                  </a:lnTo>
                  <a:lnTo>
                    <a:pt x="2213042" y="1411432"/>
                  </a:lnTo>
                  <a:lnTo>
                    <a:pt x="2213038" y="1411439"/>
                  </a:lnTo>
                  <a:lnTo>
                    <a:pt x="2213030" y="1411453"/>
                  </a:lnTo>
                  <a:lnTo>
                    <a:pt x="2213021" y="1411478"/>
                  </a:lnTo>
                  <a:lnTo>
                    <a:pt x="2213020" y="1411490"/>
                  </a:lnTo>
                  <a:lnTo>
                    <a:pt x="2213030" y="1411524"/>
                  </a:lnTo>
                  <a:lnTo>
                    <a:pt x="2213034" y="1411529"/>
                  </a:lnTo>
                  <a:lnTo>
                    <a:pt x="2213039" y="1411536"/>
                  </a:lnTo>
                  <a:lnTo>
                    <a:pt x="2213047" y="1411544"/>
                  </a:lnTo>
                  <a:lnTo>
                    <a:pt x="2213165" y="1411660"/>
                  </a:lnTo>
                  <a:lnTo>
                    <a:pt x="2213219" y="1411655"/>
                  </a:lnTo>
                  <a:lnTo>
                    <a:pt x="2213272" y="1411623"/>
                  </a:lnTo>
                  <a:lnTo>
                    <a:pt x="2213278" y="1411620"/>
                  </a:lnTo>
                  <a:lnTo>
                    <a:pt x="2213345" y="1411591"/>
                  </a:lnTo>
                  <a:lnTo>
                    <a:pt x="2213421" y="1411557"/>
                  </a:lnTo>
                  <a:lnTo>
                    <a:pt x="2213436" y="1411556"/>
                  </a:lnTo>
                  <a:lnTo>
                    <a:pt x="2213445" y="1411558"/>
                  </a:lnTo>
                  <a:lnTo>
                    <a:pt x="2213460" y="1411564"/>
                  </a:lnTo>
                  <a:lnTo>
                    <a:pt x="2213522" y="1411602"/>
                  </a:lnTo>
                  <a:lnTo>
                    <a:pt x="2213528" y="1411609"/>
                  </a:lnTo>
                  <a:lnTo>
                    <a:pt x="2213588" y="1411735"/>
                  </a:lnTo>
                  <a:lnTo>
                    <a:pt x="2213642" y="1411847"/>
                  </a:lnTo>
                  <a:lnTo>
                    <a:pt x="2213658" y="1411881"/>
                  </a:lnTo>
                  <a:lnTo>
                    <a:pt x="2213660" y="1411900"/>
                  </a:lnTo>
                  <a:lnTo>
                    <a:pt x="2213662" y="1411909"/>
                  </a:lnTo>
                  <a:lnTo>
                    <a:pt x="2213660" y="1411929"/>
                  </a:lnTo>
                  <a:lnTo>
                    <a:pt x="2213646" y="1411953"/>
                  </a:lnTo>
                  <a:lnTo>
                    <a:pt x="2213623" y="1411969"/>
                  </a:lnTo>
                  <a:lnTo>
                    <a:pt x="2213602" y="1411975"/>
                  </a:lnTo>
                  <a:lnTo>
                    <a:pt x="2213597" y="1411976"/>
                  </a:lnTo>
                  <a:lnTo>
                    <a:pt x="2213583" y="1412025"/>
                  </a:lnTo>
                  <a:lnTo>
                    <a:pt x="2213613" y="1412199"/>
                  </a:lnTo>
                  <a:lnTo>
                    <a:pt x="2213687" y="1412348"/>
                  </a:lnTo>
                  <a:lnTo>
                    <a:pt x="2213741" y="1412384"/>
                  </a:lnTo>
                  <a:lnTo>
                    <a:pt x="2213813" y="1412419"/>
                  </a:lnTo>
                  <a:lnTo>
                    <a:pt x="2213890" y="1412428"/>
                  </a:lnTo>
                  <a:lnTo>
                    <a:pt x="2213903" y="1412408"/>
                  </a:lnTo>
                  <a:lnTo>
                    <a:pt x="2213917" y="1412386"/>
                  </a:lnTo>
                  <a:lnTo>
                    <a:pt x="2213927" y="1412373"/>
                  </a:lnTo>
                  <a:lnTo>
                    <a:pt x="2213940" y="1412362"/>
                  </a:lnTo>
                  <a:lnTo>
                    <a:pt x="2213968" y="1412349"/>
                  </a:lnTo>
                  <a:lnTo>
                    <a:pt x="2214040" y="1412372"/>
                  </a:lnTo>
                  <a:lnTo>
                    <a:pt x="2214056" y="1412421"/>
                  </a:lnTo>
                  <a:lnTo>
                    <a:pt x="2214069" y="1412477"/>
                  </a:lnTo>
                  <a:lnTo>
                    <a:pt x="2214080" y="1412525"/>
                  </a:lnTo>
                  <a:lnTo>
                    <a:pt x="2214099" y="1412688"/>
                  </a:lnTo>
                  <a:lnTo>
                    <a:pt x="2214103" y="1412728"/>
                  </a:lnTo>
                  <a:lnTo>
                    <a:pt x="2214104" y="1412742"/>
                  </a:lnTo>
                  <a:lnTo>
                    <a:pt x="2214017" y="1412824"/>
                  </a:lnTo>
                  <a:lnTo>
                    <a:pt x="2214067" y="1413498"/>
                  </a:lnTo>
                  <a:lnTo>
                    <a:pt x="2214069" y="1413516"/>
                  </a:lnTo>
                  <a:lnTo>
                    <a:pt x="2214061" y="1413631"/>
                  </a:lnTo>
                  <a:lnTo>
                    <a:pt x="2213975" y="1413701"/>
                  </a:lnTo>
                  <a:lnTo>
                    <a:pt x="2213965" y="1413710"/>
                  </a:lnTo>
                  <a:lnTo>
                    <a:pt x="2213947" y="1413719"/>
                  </a:lnTo>
                  <a:lnTo>
                    <a:pt x="2213918" y="1413726"/>
                  </a:lnTo>
                  <a:lnTo>
                    <a:pt x="2213899" y="1413728"/>
                  </a:lnTo>
                  <a:lnTo>
                    <a:pt x="2213813" y="1413690"/>
                  </a:lnTo>
                  <a:lnTo>
                    <a:pt x="2213670" y="1413695"/>
                  </a:lnTo>
                  <a:lnTo>
                    <a:pt x="2213636" y="1413721"/>
                  </a:lnTo>
                  <a:lnTo>
                    <a:pt x="2213484" y="1413899"/>
                  </a:lnTo>
                  <a:lnTo>
                    <a:pt x="2213453" y="1413975"/>
                  </a:lnTo>
                  <a:lnTo>
                    <a:pt x="2213453" y="1413987"/>
                  </a:lnTo>
                  <a:lnTo>
                    <a:pt x="2213390" y="1414045"/>
                  </a:lnTo>
                  <a:lnTo>
                    <a:pt x="2213316" y="1414110"/>
                  </a:lnTo>
                  <a:lnTo>
                    <a:pt x="2212947" y="1414328"/>
                  </a:lnTo>
                  <a:lnTo>
                    <a:pt x="2212934" y="1414334"/>
                  </a:lnTo>
                  <a:lnTo>
                    <a:pt x="2212845" y="1414339"/>
                  </a:lnTo>
                  <a:lnTo>
                    <a:pt x="2212823" y="1414331"/>
                  </a:lnTo>
                  <a:lnTo>
                    <a:pt x="2212789" y="1414302"/>
                  </a:lnTo>
                  <a:lnTo>
                    <a:pt x="2212668" y="1414181"/>
                  </a:lnTo>
                  <a:lnTo>
                    <a:pt x="2212658" y="1414170"/>
                  </a:lnTo>
                  <a:lnTo>
                    <a:pt x="2212652" y="1414165"/>
                  </a:lnTo>
                  <a:lnTo>
                    <a:pt x="2212649" y="1414157"/>
                  </a:lnTo>
                  <a:lnTo>
                    <a:pt x="2212622" y="1414063"/>
                  </a:lnTo>
                  <a:lnTo>
                    <a:pt x="2212622" y="1414041"/>
                  </a:lnTo>
                  <a:lnTo>
                    <a:pt x="2212628" y="1414003"/>
                  </a:lnTo>
                  <a:lnTo>
                    <a:pt x="2212633" y="1413972"/>
                  </a:lnTo>
                  <a:lnTo>
                    <a:pt x="2212647" y="1413931"/>
                  </a:lnTo>
                  <a:lnTo>
                    <a:pt x="2212662" y="1413904"/>
                  </a:lnTo>
                  <a:lnTo>
                    <a:pt x="2212715" y="1413845"/>
                  </a:lnTo>
                  <a:lnTo>
                    <a:pt x="2212784" y="1413831"/>
                  </a:lnTo>
                  <a:lnTo>
                    <a:pt x="2212792" y="1413831"/>
                  </a:lnTo>
                  <a:lnTo>
                    <a:pt x="2212814" y="1413841"/>
                  </a:lnTo>
                  <a:lnTo>
                    <a:pt x="2212821" y="1413838"/>
                  </a:lnTo>
                  <a:lnTo>
                    <a:pt x="2212833" y="1413821"/>
                  </a:lnTo>
                  <a:lnTo>
                    <a:pt x="2212807" y="1413757"/>
                  </a:lnTo>
                  <a:lnTo>
                    <a:pt x="2212751" y="1413655"/>
                  </a:lnTo>
                  <a:lnTo>
                    <a:pt x="2212696" y="1413590"/>
                  </a:lnTo>
                  <a:lnTo>
                    <a:pt x="2212641" y="1413556"/>
                  </a:lnTo>
                  <a:lnTo>
                    <a:pt x="2212618" y="1413555"/>
                  </a:lnTo>
                  <a:lnTo>
                    <a:pt x="2212387" y="1413545"/>
                  </a:lnTo>
                  <a:lnTo>
                    <a:pt x="2212282" y="1413393"/>
                  </a:lnTo>
                  <a:lnTo>
                    <a:pt x="2212180" y="1413108"/>
                  </a:lnTo>
                  <a:lnTo>
                    <a:pt x="2212153" y="1413029"/>
                  </a:lnTo>
                  <a:lnTo>
                    <a:pt x="2212132" y="1412967"/>
                  </a:lnTo>
                  <a:lnTo>
                    <a:pt x="2212071" y="1412568"/>
                  </a:lnTo>
                  <a:lnTo>
                    <a:pt x="2212070" y="1412542"/>
                  </a:lnTo>
                  <a:lnTo>
                    <a:pt x="2211874" y="1412275"/>
                  </a:lnTo>
                  <a:lnTo>
                    <a:pt x="2211843" y="1412257"/>
                  </a:lnTo>
                  <a:lnTo>
                    <a:pt x="2211833" y="1412231"/>
                  </a:lnTo>
                  <a:lnTo>
                    <a:pt x="2211804" y="1412132"/>
                  </a:lnTo>
                  <a:lnTo>
                    <a:pt x="2211775" y="1412005"/>
                  </a:lnTo>
                  <a:lnTo>
                    <a:pt x="2211771" y="1411990"/>
                  </a:lnTo>
                  <a:lnTo>
                    <a:pt x="2211763" y="1411984"/>
                  </a:lnTo>
                  <a:lnTo>
                    <a:pt x="2211729" y="1412050"/>
                  </a:lnTo>
                  <a:lnTo>
                    <a:pt x="2211723" y="1412082"/>
                  </a:lnTo>
                  <a:lnTo>
                    <a:pt x="2211720" y="1412099"/>
                  </a:lnTo>
                  <a:lnTo>
                    <a:pt x="2211718" y="1412214"/>
                  </a:lnTo>
                  <a:lnTo>
                    <a:pt x="2211778" y="1412324"/>
                  </a:lnTo>
                  <a:lnTo>
                    <a:pt x="2211783" y="1412342"/>
                  </a:lnTo>
                  <a:lnTo>
                    <a:pt x="2211786" y="1412375"/>
                  </a:lnTo>
                  <a:lnTo>
                    <a:pt x="2211788" y="1412394"/>
                  </a:lnTo>
                  <a:lnTo>
                    <a:pt x="2211791" y="1412438"/>
                  </a:lnTo>
                  <a:lnTo>
                    <a:pt x="2211792" y="1412519"/>
                  </a:lnTo>
                  <a:lnTo>
                    <a:pt x="2211731" y="1412751"/>
                  </a:lnTo>
                  <a:lnTo>
                    <a:pt x="2211628" y="1412815"/>
                  </a:lnTo>
                  <a:lnTo>
                    <a:pt x="2211510" y="1412888"/>
                  </a:lnTo>
                  <a:lnTo>
                    <a:pt x="2211442" y="1412882"/>
                  </a:lnTo>
                  <a:lnTo>
                    <a:pt x="2211061" y="1412848"/>
                  </a:lnTo>
                  <a:lnTo>
                    <a:pt x="2210824" y="1413068"/>
                  </a:lnTo>
                  <a:lnTo>
                    <a:pt x="2210820" y="1413072"/>
                  </a:lnTo>
                  <a:lnTo>
                    <a:pt x="2210855" y="1413313"/>
                  </a:lnTo>
                  <a:lnTo>
                    <a:pt x="2210897" y="1413315"/>
                  </a:lnTo>
                  <a:lnTo>
                    <a:pt x="2210918" y="1413320"/>
                  </a:lnTo>
                  <a:lnTo>
                    <a:pt x="2210936" y="1413327"/>
                  </a:lnTo>
                  <a:lnTo>
                    <a:pt x="2211033" y="1413418"/>
                  </a:lnTo>
                  <a:lnTo>
                    <a:pt x="2211242" y="1413684"/>
                  </a:lnTo>
                  <a:lnTo>
                    <a:pt x="2211283" y="1413785"/>
                  </a:lnTo>
                  <a:lnTo>
                    <a:pt x="2211464" y="1414265"/>
                  </a:lnTo>
                  <a:lnTo>
                    <a:pt x="2211357" y="1414600"/>
                  </a:lnTo>
                  <a:lnTo>
                    <a:pt x="2211275" y="1414568"/>
                  </a:lnTo>
                  <a:lnTo>
                    <a:pt x="2211141" y="1414559"/>
                  </a:lnTo>
                  <a:lnTo>
                    <a:pt x="2211061" y="1414631"/>
                  </a:lnTo>
                  <a:lnTo>
                    <a:pt x="2211044" y="1414650"/>
                  </a:lnTo>
                  <a:lnTo>
                    <a:pt x="2211015" y="1414684"/>
                  </a:lnTo>
                  <a:lnTo>
                    <a:pt x="2211006" y="1414696"/>
                  </a:lnTo>
                  <a:lnTo>
                    <a:pt x="2211000" y="1414809"/>
                  </a:lnTo>
                  <a:lnTo>
                    <a:pt x="2211006" y="1414908"/>
                  </a:lnTo>
                  <a:lnTo>
                    <a:pt x="2211013" y="1414947"/>
                  </a:lnTo>
                  <a:lnTo>
                    <a:pt x="2211012" y="1414963"/>
                  </a:lnTo>
                  <a:lnTo>
                    <a:pt x="2210945" y="1415499"/>
                  </a:lnTo>
                  <a:lnTo>
                    <a:pt x="2210941" y="1415528"/>
                  </a:lnTo>
                  <a:lnTo>
                    <a:pt x="2210878" y="1415828"/>
                  </a:lnTo>
                  <a:lnTo>
                    <a:pt x="2210742" y="1415863"/>
                  </a:lnTo>
                  <a:lnTo>
                    <a:pt x="2210695" y="1415881"/>
                  </a:lnTo>
                  <a:lnTo>
                    <a:pt x="2210679" y="1415904"/>
                  </a:lnTo>
                  <a:lnTo>
                    <a:pt x="2210673" y="1415920"/>
                  </a:lnTo>
                  <a:lnTo>
                    <a:pt x="2210673" y="1416101"/>
                  </a:lnTo>
                  <a:lnTo>
                    <a:pt x="2210668" y="1416373"/>
                  </a:lnTo>
                  <a:lnTo>
                    <a:pt x="2210558" y="1416390"/>
                  </a:lnTo>
                  <a:lnTo>
                    <a:pt x="2210543" y="1416500"/>
                  </a:lnTo>
                  <a:lnTo>
                    <a:pt x="2210550" y="1416519"/>
                  </a:lnTo>
                  <a:lnTo>
                    <a:pt x="2210580" y="1416563"/>
                  </a:lnTo>
                  <a:lnTo>
                    <a:pt x="2210617" y="1416592"/>
                  </a:lnTo>
                  <a:lnTo>
                    <a:pt x="2210648" y="1416607"/>
                  </a:lnTo>
                  <a:lnTo>
                    <a:pt x="2210680" y="1416609"/>
                  </a:lnTo>
                  <a:lnTo>
                    <a:pt x="2210687" y="1416610"/>
                  </a:lnTo>
                  <a:lnTo>
                    <a:pt x="2210719" y="1416606"/>
                  </a:lnTo>
                  <a:lnTo>
                    <a:pt x="2210832" y="1416563"/>
                  </a:lnTo>
                  <a:lnTo>
                    <a:pt x="2210844" y="1416547"/>
                  </a:lnTo>
                  <a:lnTo>
                    <a:pt x="2210881" y="1416495"/>
                  </a:lnTo>
                  <a:lnTo>
                    <a:pt x="2210935" y="1416426"/>
                  </a:lnTo>
                  <a:lnTo>
                    <a:pt x="2210996" y="1416492"/>
                  </a:lnTo>
                  <a:lnTo>
                    <a:pt x="2211107" y="1416611"/>
                  </a:lnTo>
                  <a:lnTo>
                    <a:pt x="2211235" y="1416750"/>
                  </a:lnTo>
                  <a:lnTo>
                    <a:pt x="2211233" y="1416762"/>
                  </a:lnTo>
                  <a:lnTo>
                    <a:pt x="2211162" y="1416915"/>
                  </a:lnTo>
                  <a:lnTo>
                    <a:pt x="2211113" y="1417178"/>
                  </a:lnTo>
                  <a:lnTo>
                    <a:pt x="2211130" y="1417183"/>
                  </a:lnTo>
                  <a:lnTo>
                    <a:pt x="2211169" y="1417158"/>
                  </a:lnTo>
                  <a:lnTo>
                    <a:pt x="2211190" y="1417141"/>
                  </a:lnTo>
                  <a:lnTo>
                    <a:pt x="2211337" y="1417010"/>
                  </a:lnTo>
                  <a:lnTo>
                    <a:pt x="2211421" y="1416893"/>
                  </a:lnTo>
                  <a:lnTo>
                    <a:pt x="2211465" y="1416825"/>
                  </a:lnTo>
                  <a:lnTo>
                    <a:pt x="2211494" y="1416707"/>
                  </a:lnTo>
                  <a:lnTo>
                    <a:pt x="2211683" y="1415797"/>
                  </a:lnTo>
                  <a:lnTo>
                    <a:pt x="2211700" y="1415549"/>
                  </a:lnTo>
                  <a:lnTo>
                    <a:pt x="2211704" y="1415478"/>
                  </a:lnTo>
                  <a:lnTo>
                    <a:pt x="2211851" y="1414990"/>
                  </a:lnTo>
                  <a:lnTo>
                    <a:pt x="2212045" y="1414758"/>
                  </a:lnTo>
                  <a:lnTo>
                    <a:pt x="2212508" y="1414380"/>
                  </a:lnTo>
                  <a:lnTo>
                    <a:pt x="2212534" y="1414364"/>
                  </a:lnTo>
                  <a:lnTo>
                    <a:pt x="2212545" y="1414363"/>
                  </a:lnTo>
                  <a:lnTo>
                    <a:pt x="2212597" y="1414365"/>
                  </a:lnTo>
                  <a:lnTo>
                    <a:pt x="2212629" y="1414366"/>
                  </a:lnTo>
                  <a:lnTo>
                    <a:pt x="2212645" y="1414373"/>
                  </a:lnTo>
                  <a:lnTo>
                    <a:pt x="2212711" y="1414416"/>
                  </a:lnTo>
                  <a:lnTo>
                    <a:pt x="2212724" y="1414433"/>
                  </a:lnTo>
                  <a:lnTo>
                    <a:pt x="2212729" y="1414451"/>
                  </a:lnTo>
                  <a:lnTo>
                    <a:pt x="2212762" y="1414572"/>
                  </a:lnTo>
                  <a:lnTo>
                    <a:pt x="2212818" y="1414695"/>
                  </a:lnTo>
                  <a:lnTo>
                    <a:pt x="2212843" y="1414708"/>
                  </a:lnTo>
                  <a:lnTo>
                    <a:pt x="2212864" y="1414715"/>
                  </a:lnTo>
                  <a:lnTo>
                    <a:pt x="2212890" y="1414716"/>
                  </a:lnTo>
                  <a:lnTo>
                    <a:pt x="2213410" y="1414688"/>
                  </a:lnTo>
                  <a:lnTo>
                    <a:pt x="2213813" y="1414532"/>
                  </a:lnTo>
                  <a:lnTo>
                    <a:pt x="2213877" y="1414435"/>
                  </a:lnTo>
                  <a:lnTo>
                    <a:pt x="2213885" y="1414416"/>
                  </a:lnTo>
                  <a:lnTo>
                    <a:pt x="2213888" y="1414399"/>
                  </a:lnTo>
                  <a:lnTo>
                    <a:pt x="2213889" y="1414393"/>
                  </a:lnTo>
                  <a:lnTo>
                    <a:pt x="2213892" y="1414372"/>
                  </a:lnTo>
                  <a:lnTo>
                    <a:pt x="2213895" y="1414361"/>
                  </a:lnTo>
                  <a:lnTo>
                    <a:pt x="2213900" y="1414348"/>
                  </a:lnTo>
                  <a:lnTo>
                    <a:pt x="2213907" y="1414337"/>
                  </a:lnTo>
                  <a:lnTo>
                    <a:pt x="2213916" y="1414329"/>
                  </a:lnTo>
                  <a:lnTo>
                    <a:pt x="2213934" y="1414317"/>
                  </a:lnTo>
                  <a:lnTo>
                    <a:pt x="2214021" y="1414262"/>
                  </a:lnTo>
                  <a:lnTo>
                    <a:pt x="2214052" y="1414245"/>
                  </a:lnTo>
                  <a:lnTo>
                    <a:pt x="2214400" y="1414154"/>
                  </a:lnTo>
                  <a:lnTo>
                    <a:pt x="2214413" y="1414153"/>
                  </a:lnTo>
                  <a:lnTo>
                    <a:pt x="2214607" y="1414272"/>
                  </a:lnTo>
                  <a:lnTo>
                    <a:pt x="2214635" y="1414295"/>
                  </a:lnTo>
                  <a:lnTo>
                    <a:pt x="2214833" y="1414453"/>
                  </a:lnTo>
                  <a:lnTo>
                    <a:pt x="2214850" y="1414565"/>
                  </a:lnTo>
                  <a:lnTo>
                    <a:pt x="2214840" y="1414584"/>
                  </a:lnTo>
                  <a:lnTo>
                    <a:pt x="2214839" y="1414595"/>
                  </a:lnTo>
                  <a:lnTo>
                    <a:pt x="2214831" y="1414732"/>
                  </a:lnTo>
                  <a:lnTo>
                    <a:pt x="2214923" y="1414895"/>
                  </a:lnTo>
                  <a:lnTo>
                    <a:pt x="2214916" y="1414922"/>
                  </a:lnTo>
                  <a:lnTo>
                    <a:pt x="2214920" y="1414945"/>
                  </a:lnTo>
                  <a:lnTo>
                    <a:pt x="2214925" y="1414960"/>
                  </a:lnTo>
                  <a:lnTo>
                    <a:pt x="2215059" y="1415092"/>
                  </a:lnTo>
                  <a:lnTo>
                    <a:pt x="2215086" y="1415119"/>
                  </a:lnTo>
                  <a:lnTo>
                    <a:pt x="2215197" y="1415229"/>
                  </a:lnTo>
                  <a:lnTo>
                    <a:pt x="2215416" y="1415441"/>
                  </a:lnTo>
                  <a:lnTo>
                    <a:pt x="2215423" y="1415444"/>
                  </a:lnTo>
                  <a:lnTo>
                    <a:pt x="2215441" y="1415440"/>
                  </a:lnTo>
                  <a:lnTo>
                    <a:pt x="2215569" y="1415382"/>
                  </a:lnTo>
                  <a:lnTo>
                    <a:pt x="2215905" y="1415410"/>
                  </a:lnTo>
                  <a:lnTo>
                    <a:pt x="2215918" y="1415415"/>
                  </a:lnTo>
                  <a:lnTo>
                    <a:pt x="2215927" y="1415422"/>
                  </a:lnTo>
                  <a:lnTo>
                    <a:pt x="2215935" y="1415429"/>
                  </a:lnTo>
                  <a:lnTo>
                    <a:pt x="2215964" y="1415457"/>
                  </a:lnTo>
                  <a:lnTo>
                    <a:pt x="2216040" y="1415528"/>
                  </a:lnTo>
                  <a:lnTo>
                    <a:pt x="2216067" y="1415564"/>
                  </a:lnTo>
                  <a:lnTo>
                    <a:pt x="2216081" y="1415637"/>
                  </a:lnTo>
                  <a:lnTo>
                    <a:pt x="2216081" y="1415644"/>
                  </a:lnTo>
                  <a:lnTo>
                    <a:pt x="2216080" y="1415650"/>
                  </a:lnTo>
                  <a:lnTo>
                    <a:pt x="2216044" y="1415759"/>
                  </a:lnTo>
                  <a:lnTo>
                    <a:pt x="2216018" y="1415789"/>
                  </a:lnTo>
                  <a:lnTo>
                    <a:pt x="2216014" y="1415791"/>
                  </a:lnTo>
                  <a:lnTo>
                    <a:pt x="2215980" y="1415790"/>
                  </a:lnTo>
                  <a:lnTo>
                    <a:pt x="2215944" y="1415786"/>
                  </a:lnTo>
                  <a:lnTo>
                    <a:pt x="2215894" y="1415766"/>
                  </a:lnTo>
                  <a:lnTo>
                    <a:pt x="2215876" y="1415759"/>
                  </a:lnTo>
                  <a:lnTo>
                    <a:pt x="2215868" y="1415755"/>
                  </a:lnTo>
                  <a:lnTo>
                    <a:pt x="2215830" y="1415894"/>
                  </a:lnTo>
                  <a:lnTo>
                    <a:pt x="2216014" y="1416163"/>
                  </a:lnTo>
                  <a:lnTo>
                    <a:pt x="2216213" y="1416455"/>
                  </a:lnTo>
                  <a:lnTo>
                    <a:pt x="2216644" y="1416683"/>
                  </a:lnTo>
                  <a:lnTo>
                    <a:pt x="2216783" y="1416684"/>
                  </a:lnTo>
                  <a:lnTo>
                    <a:pt x="2217004" y="1416508"/>
                  </a:lnTo>
                  <a:lnTo>
                    <a:pt x="2217013" y="1416500"/>
                  </a:lnTo>
                  <a:lnTo>
                    <a:pt x="2217144" y="1416378"/>
                  </a:lnTo>
                  <a:lnTo>
                    <a:pt x="2217184" y="1416323"/>
                  </a:lnTo>
                  <a:lnTo>
                    <a:pt x="2217210" y="1416251"/>
                  </a:lnTo>
                  <a:lnTo>
                    <a:pt x="2217234" y="1416163"/>
                  </a:lnTo>
                  <a:lnTo>
                    <a:pt x="2217248" y="1416052"/>
                  </a:lnTo>
                  <a:lnTo>
                    <a:pt x="2217242" y="1416049"/>
                  </a:lnTo>
                  <a:lnTo>
                    <a:pt x="2217235" y="1416041"/>
                  </a:lnTo>
                  <a:lnTo>
                    <a:pt x="2217218" y="1415994"/>
                  </a:lnTo>
                  <a:lnTo>
                    <a:pt x="2217218" y="1415974"/>
                  </a:lnTo>
                  <a:lnTo>
                    <a:pt x="2217222" y="1415953"/>
                  </a:lnTo>
                  <a:lnTo>
                    <a:pt x="2217269" y="1415861"/>
                  </a:lnTo>
                  <a:lnTo>
                    <a:pt x="2217322" y="1415796"/>
                  </a:lnTo>
                  <a:lnTo>
                    <a:pt x="2217655" y="1415523"/>
                  </a:lnTo>
                  <a:lnTo>
                    <a:pt x="2217771" y="1415534"/>
                  </a:lnTo>
                  <a:lnTo>
                    <a:pt x="2217809" y="1415538"/>
                  </a:lnTo>
                  <a:lnTo>
                    <a:pt x="2217825" y="1415544"/>
                  </a:lnTo>
                  <a:lnTo>
                    <a:pt x="2217830" y="1415548"/>
                  </a:lnTo>
                  <a:lnTo>
                    <a:pt x="2217837" y="1415555"/>
                  </a:lnTo>
                  <a:lnTo>
                    <a:pt x="2217840" y="1415563"/>
                  </a:lnTo>
                  <a:lnTo>
                    <a:pt x="2217846" y="1415577"/>
                  </a:lnTo>
                  <a:lnTo>
                    <a:pt x="2217866" y="1415619"/>
                  </a:lnTo>
                  <a:lnTo>
                    <a:pt x="2217904" y="1415680"/>
                  </a:lnTo>
                  <a:lnTo>
                    <a:pt x="2217913" y="1415690"/>
                  </a:lnTo>
                  <a:lnTo>
                    <a:pt x="2217922" y="1415699"/>
                  </a:lnTo>
                  <a:lnTo>
                    <a:pt x="2218320" y="1415642"/>
                  </a:lnTo>
                  <a:lnTo>
                    <a:pt x="2218378" y="1415613"/>
                  </a:lnTo>
                  <a:lnTo>
                    <a:pt x="2218418" y="1415566"/>
                  </a:lnTo>
                  <a:lnTo>
                    <a:pt x="2218451" y="1415511"/>
                  </a:lnTo>
                  <a:lnTo>
                    <a:pt x="2218458" y="1415495"/>
                  </a:lnTo>
                  <a:lnTo>
                    <a:pt x="2218484" y="1415416"/>
                  </a:lnTo>
                  <a:lnTo>
                    <a:pt x="2218493" y="1415387"/>
                  </a:lnTo>
                  <a:lnTo>
                    <a:pt x="2218496" y="1415360"/>
                  </a:lnTo>
                  <a:lnTo>
                    <a:pt x="2218496" y="1415339"/>
                  </a:lnTo>
                  <a:lnTo>
                    <a:pt x="2218493" y="1415328"/>
                  </a:lnTo>
                  <a:lnTo>
                    <a:pt x="2218499" y="1415306"/>
                  </a:lnTo>
                  <a:lnTo>
                    <a:pt x="2218502" y="1415298"/>
                  </a:lnTo>
                  <a:lnTo>
                    <a:pt x="2218597" y="1415161"/>
                  </a:lnTo>
                  <a:lnTo>
                    <a:pt x="2218603" y="1415152"/>
                  </a:lnTo>
                  <a:lnTo>
                    <a:pt x="2218618" y="1415133"/>
                  </a:lnTo>
                  <a:lnTo>
                    <a:pt x="2218636" y="1415112"/>
                  </a:lnTo>
                  <a:lnTo>
                    <a:pt x="2218718" y="1415044"/>
                  </a:lnTo>
                  <a:lnTo>
                    <a:pt x="2218755" y="1415020"/>
                  </a:lnTo>
                  <a:lnTo>
                    <a:pt x="2218784" y="1415005"/>
                  </a:lnTo>
                  <a:lnTo>
                    <a:pt x="2218797" y="1415000"/>
                  </a:lnTo>
                  <a:lnTo>
                    <a:pt x="2218809" y="1414996"/>
                  </a:lnTo>
                  <a:lnTo>
                    <a:pt x="2218833" y="1414994"/>
                  </a:lnTo>
                  <a:lnTo>
                    <a:pt x="2218860" y="1414999"/>
                  </a:lnTo>
                  <a:lnTo>
                    <a:pt x="2218900" y="1415005"/>
                  </a:lnTo>
                  <a:lnTo>
                    <a:pt x="2218920" y="1415011"/>
                  </a:lnTo>
                  <a:lnTo>
                    <a:pt x="2219075" y="1415098"/>
                  </a:lnTo>
                  <a:lnTo>
                    <a:pt x="2219163" y="1415161"/>
                  </a:lnTo>
                  <a:lnTo>
                    <a:pt x="2219211" y="1415205"/>
                  </a:lnTo>
                  <a:lnTo>
                    <a:pt x="2219233" y="1415237"/>
                  </a:lnTo>
                  <a:lnTo>
                    <a:pt x="2219255" y="1415275"/>
                  </a:lnTo>
                  <a:lnTo>
                    <a:pt x="2219324" y="1415393"/>
                  </a:lnTo>
                  <a:lnTo>
                    <a:pt x="2219329" y="1415402"/>
                  </a:lnTo>
                  <a:lnTo>
                    <a:pt x="2219353" y="1415452"/>
                  </a:lnTo>
                  <a:lnTo>
                    <a:pt x="2219355" y="1415460"/>
                  </a:lnTo>
                  <a:lnTo>
                    <a:pt x="2219389" y="1415611"/>
                  </a:lnTo>
                  <a:lnTo>
                    <a:pt x="2219390" y="1415622"/>
                  </a:lnTo>
                  <a:lnTo>
                    <a:pt x="2219436" y="1415680"/>
                  </a:lnTo>
                  <a:lnTo>
                    <a:pt x="2219638" y="1415828"/>
                  </a:lnTo>
                  <a:lnTo>
                    <a:pt x="2219857" y="1415969"/>
                  </a:lnTo>
                  <a:lnTo>
                    <a:pt x="2219801" y="1416252"/>
                  </a:lnTo>
                  <a:lnTo>
                    <a:pt x="2219783" y="1416451"/>
                  </a:lnTo>
                  <a:lnTo>
                    <a:pt x="2219770" y="1416595"/>
                  </a:lnTo>
                  <a:lnTo>
                    <a:pt x="2219791" y="1416884"/>
                  </a:lnTo>
                  <a:lnTo>
                    <a:pt x="2219806" y="1417104"/>
                  </a:lnTo>
                  <a:lnTo>
                    <a:pt x="2219807" y="1417525"/>
                  </a:lnTo>
                  <a:lnTo>
                    <a:pt x="2219929" y="1417992"/>
                  </a:lnTo>
                  <a:lnTo>
                    <a:pt x="2219938" y="1418025"/>
                  </a:lnTo>
                  <a:lnTo>
                    <a:pt x="2219944" y="1418045"/>
                  </a:lnTo>
                  <a:lnTo>
                    <a:pt x="2219950" y="1418045"/>
                  </a:lnTo>
                  <a:lnTo>
                    <a:pt x="2219963" y="1418043"/>
                  </a:lnTo>
                  <a:lnTo>
                    <a:pt x="2220000" y="1418027"/>
                  </a:lnTo>
                  <a:lnTo>
                    <a:pt x="2220010" y="1418015"/>
                  </a:lnTo>
                  <a:lnTo>
                    <a:pt x="2220016" y="1418010"/>
                  </a:lnTo>
                  <a:lnTo>
                    <a:pt x="2220090" y="1417977"/>
                  </a:lnTo>
                  <a:lnTo>
                    <a:pt x="2220325" y="1418114"/>
                  </a:lnTo>
                  <a:lnTo>
                    <a:pt x="2220335" y="1418121"/>
                  </a:lnTo>
                  <a:lnTo>
                    <a:pt x="2220378" y="1418175"/>
                  </a:lnTo>
                  <a:lnTo>
                    <a:pt x="2220382" y="1418186"/>
                  </a:lnTo>
                  <a:lnTo>
                    <a:pt x="2220383" y="1418205"/>
                  </a:lnTo>
                  <a:lnTo>
                    <a:pt x="2220327" y="1418308"/>
                  </a:lnTo>
                  <a:lnTo>
                    <a:pt x="2220306" y="1418324"/>
                  </a:lnTo>
                  <a:lnTo>
                    <a:pt x="2220278" y="1418336"/>
                  </a:lnTo>
                  <a:lnTo>
                    <a:pt x="2220246" y="1418350"/>
                  </a:lnTo>
                  <a:lnTo>
                    <a:pt x="2220200" y="1418382"/>
                  </a:lnTo>
                  <a:lnTo>
                    <a:pt x="2220172" y="1418408"/>
                  </a:lnTo>
                  <a:lnTo>
                    <a:pt x="2220169" y="1418413"/>
                  </a:lnTo>
                  <a:lnTo>
                    <a:pt x="2220166" y="1418420"/>
                  </a:lnTo>
                  <a:lnTo>
                    <a:pt x="2220218" y="1418529"/>
                  </a:lnTo>
                  <a:lnTo>
                    <a:pt x="2220308" y="1418687"/>
                  </a:lnTo>
                  <a:lnTo>
                    <a:pt x="2220502" y="1418669"/>
                  </a:lnTo>
                  <a:lnTo>
                    <a:pt x="2220502" y="1418648"/>
                  </a:lnTo>
                  <a:lnTo>
                    <a:pt x="2220529" y="1418604"/>
                  </a:lnTo>
                  <a:lnTo>
                    <a:pt x="2220549" y="1418587"/>
                  </a:lnTo>
                  <a:lnTo>
                    <a:pt x="2220565" y="1418576"/>
                  </a:lnTo>
                  <a:lnTo>
                    <a:pt x="2220583" y="1418568"/>
                  </a:lnTo>
                  <a:lnTo>
                    <a:pt x="2220610" y="1418561"/>
                  </a:lnTo>
                  <a:lnTo>
                    <a:pt x="2220631" y="1418561"/>
                  </a:lnTo>
                  <a:lnTo>
                    <a:pt x="2220655" y="1418565"/>
                  </a:lnTo>
                  <a:lnTo>
                    <a:pt x="2220666" y="1418569"/>
                  </a:lnTo>
                  <a:lnTo>
                    <a:pt x="2220680" y="1418574"/>
                  </a:lnTo>
                  <a:lnTo>
                    <a:pt x="2220692" y="1418580"/>
                  </a:lnTo>
                  <a:lnTo>
                    <a:pt x="2220704" y="1418587"/>
                  </a:lnTo>
                  <a:lnTo>
                    <a:pt x="2220717" y="1418595"/>
                  </a:lnTo>
                  <a:lnTo>
                    <a:pt x="2220732" y="1418614"/>
                  </a:lnTo>
                  <a:lnTo>
                    <a:pt x="2220760" y="1418710"/>
                  </a:lnTo>
                  <a:lnTo>
                    <a:pt x="2220769" y="1418848"/>
                  </a:lnTo>
                  <a:lnTo>
                    <a:pt x="2220791" y="1418939"/>
                  </a:lnTo>
                  <a:lnTo>
                    <a:pt x="2220821" y="1419057"/>
                  </a:lnTo>
                  <a:lnTo>
                    <a:pt x="2220826" y="1419069"/>
                  </a:lnTo>
                  <a:lnTo>
                    <a:pt x="2220859" y="1419139"/>
                  </a:lnTo>
                  <a:lnTo>
                    <a:pt x="2221196" y="1419628"/>
                  </a:lnTo>
                  <a:lnTo>
                    <a:pt x="2221343" y="1419757"/>
                  </a:lnTo>
                  <a:lnTo>
                    <a:pt x="2221351" y="1419756"/>
                  </a:lnTo>
                  <a:lnTo>
                    <a:pt x="2221643" y="1419787"/>
                  </a:lnTo>
                  <a:lnTo>
                    <a:pt x="2221736" y="1419801"/>
                  </a:lnTo>
                  <a:lnTo>
                    <a:pt x="2222110" y="1419887"/>
                  </a:lnTo>
                  <a:lnTo>
                    <a:pt x="2222151" y="1419897"/>
                  </a:lnTo>
                  <a:lnTo>
                    <a:pt x="2222209" y="1419937"/>
                  </a:lnTo>
                  <a:lnTo>
                    <a:pt x="2222256" y="1419984"/>
                  </a:lnTo>
                  <a:lnTo>
                    <a:pt x="2222347" y="1419946"/>
                  </a:lnTo>
                  <a:lnTo>
                    <a:pt x="2222401" y="1419798"/>
                  </a:lnTo>
                  <a:lnTo>
                    <a:pt x="2222494" y="1419665"/>
                  </a:lnTo>
                  <a:lnTo>
                    <a:pt x="2222746" y="1419632"/>
                  </a:lnTo>
                  <a:lnTo>
                    <a:pt x="2222754" y="1419633"/>
                  </a:lnTo>
                  <a:lnTo>
                    <a:pt x="2222758" y="1419637"/>
                  </a:lnTo>
                  <a:lnTo>
                    <a:pt x="2222768" y="1419647"/>
                  </a:lnTo>
                  <a:lnTo>
                    <a:pt x="2222771" y="1419654"/>
                  </a:lnTo>
                  <a:lnTo>
                    <a:pt x="2222775" y="1419665"/>
                  </a:lnTo>
                  <a:lnTo>
                    <a:pt x="2222776" y="1419674"/>
                  </a:lnTo>
                  <a:lnTo>
                    <a:pt x="2222788" y="1419814"/>
                  </a:lnTo>
                  <a:lnTo>
                    <a:pt x="2222699" y="1420027"/>
                  </a:lnTo>
                  <a:lnTo>
                    <a:pt x="2222612" y="1420165"/>
                  </a:lnTo>
                  <a:lnTo>
                    <a:pt x="2222373" y="1420547"/>
                  </a:lnTo>
                  <a:lnTo>
                    <a:pt x="2222357" y="1420573"/>
                  </a:lnTo>
                  <a:lnTo>
                    <a:pt x="2222353" y="1420579"/>
                  </a:lnTo>
                  <a:lnTo>
                    <a:pt x="2222311" y="1420610"/>
                  </a:lnTo>
                  <a:lnTo>
                    <a:pt x="2222303" y="1420613"/>
                  </a:lnTo>
                  <a:lnTo>
                    <a:pt x="2222197" y="1420606"/>
                  </a:lnTo>
                  <a:lnTo>
                    <a:pt x="2222190" y="1420602"/>
                  </a:lnTo>
                  <a:lnTo>
                    <a:pt x="2222182" y="1420597"/>
                  </a:lnTo>
                  <a:lnTo>
                    <a:pt x="2221999" y="1420460"/>
                  </a:lnTo>
                  <a:lnTo>
                    <a:pt x="2221960" y="1420409"/>
                  </a:lnTo>
                  <a:lnTo>
                    <a:pt x="2221901" y="1420310"/>
                  </a:lnTo>
                  <a:lnTo>
                    <a:pt x="2221892" y="1420294"/>
                  </a:lnTo>
                  <a:lnTo>
                    <a:pt x="2221881" y="1420276"/>
                  </a:lnTo>
                  <a:lnTo>
                    <a:pt x="2221830" y="1420232"/>
                  </a:lnTo>
                  <a:lnTo>
                    <a:pt x="2221803" y="1420213"/>
                  </a:lnTo>
                  <a:lnTo>
                    <a:pt x="2221797" y="1420212"/>
                  </a:lnTo>
                  <a:lnTo>
                    <a:pt x="2221789" y="1420211"/>
                  </a:lnTo>
                  <a:lnTo>
                    <a:pt x="2221773" y="1420210"/>
                  </a:lnTo>
                  <a:lnTo>
                    <a:pt x="2221536" y="1420196"/>
                  </a:lnTo>
                  <a:lnTo>
                    <a:pt x="2221464" y="1420195"/>
                  </a:lnTo>
                  <a:lnTo>
                    <a:pt x="2221456" y="1420201"/>
                  </a:lnTo>
                  <a:lnTo>
                    <a:pt x="2221440" y="1420211"/>
                  </a:lnTo>
                  <a:lnTo>
                    <a:pt x="2221434" y="1420221"/>
                  </a:lnTo>
                  <a:lnTo>
                    <a:pt x="2221415" y="1420253"/>
                  </a:lnTo>
                  <a:lnTo>
                    <a:pt x="2221412" y="1420303"/>
                  </a:lnTo>
                  <a:lnTo>
                    <a:pt x="2221410" y="1420342"/>
                  </a:lnTo>
                  <a:lnTo>
                    <a:pt x="2221399" y="1420350"/>
                  </a:lnTo>
                  <a:lnTo>
                    <a:pt x="2221291" y="1420400"/>
                  </a:lnTo>
                  <a:lnTo>
                    <a:pt x="2221119" y="1420478"/>
                  </a:lnTo>
                  <a:lnTo>
                    <a:pt x="2221104" y="1420481"/>
                  </a:lnTo>
                  <a:lnTo>
                    <a:pt x="2221005" y="1420492"/>
                  </a:lnTo>
                  <a:lnTo>
                    <a:pt x="2220972" y="1420496"/>
                  </a:lnTo>
                  <a:lnTo>
                    <a:pt x="2220479" y="1420457"/>
                  </a:lnTo>
                  <a:lnTo>
                    <a:pt x="2220425" y="1420448"/>
                  </a:lnTo>
                  <a:lnTo>
                    <a:pt x="2220411" y="1420446"/>
                  </a:lnTo>
                  <a:lnTo>
                    <a:pt x="2220396" y="1420442"/>
                  </a:lnTo>
                  <a:lnTo>
                    <a:pt x="2220261" y="1420390"/>
                  </a:lnTo>
                  <a:lnTo>
                    <a:pt x="2220135" y="1420342"/>
                  </a:lnTo>
                  <a:lnTo>
                    <a:pt x="2220062" y="1420319"/>
                  </a:lnTo>
                  <a:lnTo>
                    <a:pt x="2220031" y="1420314"/>
                  </a:lnTo>
                  <a:lnTo>
                    <a:pt x="2220007" y="1420311"/>
                  </a:lnTo>
                  <a:lnTo>
                    <a:pt x="2219996" y="1420312"/>
                  </a:lnTo>
                  <a:lnTo>
                    <a:pt x="2219990" y="1420314"/>
                  </a:lnTo>
                  <a:lnTo>
                    <a:pt x="2219959" y="1420348"/>
                  </a:lnTo>
                  <a:lnTo>
                    <a:pt x="2219929" y="1420395"/>
                  </a:lnTo>
                  <a:lnTo>
                    <a:pt x="2219909" y="1420451"/>
                  </a:lnTo>
                  <a:lnTo>
                    <a:pt x="2219901" y="1420525"/>
                  </a:lnTo>
                  <a:lnTo>
                    <a:pt x="2219905" y="1420533"/>
                  </a:lnTo>
                  <a:lnTo>
                    <a:pt x="2219910" y="1420539"/>
                  </a:lnTo>
                  <a:lnTo>
                    <a:pt x="2220331" y="1420687"/>
                  </a:lnTo>
                  <a:lnTo>
                    <a:pt x="2220732" y="1420858"/>
                  </a:lnTo>
                  <a:lnTo>
                    <a:pt x="2220831" y="1420900"/>
                  </a:lnTo>
                  <a:lnTo>
                    <a:pt x="2221332" y="1421102"/>
                  </a:lnTo>
                  <a:lnTo>
                    <a:pt x="2221338" y="1421105"/>
                  </a:lnTo>
                  <a:lnTo>
                    <a:pt x="2221622" y="1421204"/>
                  </a:lnTo>
                  <a:lnTo>
                    <a:pt x="2221690" y="1421298"/>
                  </a:lnTo>
                  <a:lnTo>
                    <a:pt x="2221687" y="1421374"/>
                  </a:lnTo>
                  <a:lnTo>
                    <a:pt x="2221657" y="1421380"/>
                  </a:lnTo>
                  <a:lnTo>
                    <a:pt x="2221537" y="1421405"/>
                  </a:lnTo>
                  <a:lnTo>
                    <a:pt x="2221479" y="1421415"/>
                  </a:lnTo>
                  <a:lnTo>
                    <a:pt x="2221469" y="1421414"/>
                  </a:lnTo>
                  <a:lnTo>
                    <a:pt x="2221284" y="1421399"/>
                  </a:lnTo>
                  <a:lnTo>
                    <a:pt x="2221040" y="1421380"/>
                  </a:lnTo>
                  <a:lnTo>
                    <a:pt x="2220600" y="1421453"/>
                  </a:lnTo>
                  <a:lnTo>
                    <a:pt x="2220578" y="1421455"/>
                  </a:lnTo>
                  <a:lnTo>
                    <a:pt x="2220437" y="1421467"/>
                  </a:lnTo>
                  <a:lnTo>
                    <a:pt x="2220383" y="1421466"/>
                  </a:lnTo>
                  <a:lnTo>
                    <a:pt x="2220292" y="1421460"/>
                  </a:lnTo>
                  <a:lnTo>
                    <a:pt x="2220087" y="1421445"/>
                  </a:lnTo>
                  <a:lnTo>
                    <a:pt x="2219949" y="1421382"/>
                  </a:lnTo>
                  <a:lnTo>
                    <a:pt x="2219779" y="1421303"/>
                  </a:lnTo>
                  <a:lnTo>
                    <a:pt x="2219761" y="1421299"/>
                  </a:lnTo>
                  <a:lnTo>
                    <a:pt x="2219718" y="1421295"/>
                  </a:lnTo>
                  <a:lnTo>
                    <a:pt x="2219707" y="1421294"/>
                  </a:lnTo>
                  <a:lnTo>
                    <a:pt x="2219633" y="1421401"/>
                  </a:lnTo>
                  <a:lnTo>
                    <a:pt x="2219411" y="1421724"/>
                  </a:lnTo>
                  <a:lnTo>
                    <a:pt x="2219429" y="1421893"/>
                  </a:lnTo>
                  <a:lnTo>
                    <a:pt x="2219435" y="1421907"/>
                  </a:lnTo>
                  <a:lnTo>
                    <a:pt x="2219440" y="1421909"/>
                  </a:lnTo>
                  <a:lnTo>
                    <a:pt x="2219495" y="1421923"/>
                  </a:lnTo>
                  <a:lnTo>
                    <a:pt x="2219927" y="1421980"/>
                  </a:lnTo>
                  <a:lnTo>
                    <a:pt x="2219933" y="1422077"/>
                  </a:lnTo>
                  <a:lnTo>
                    <a:pt x="2219886" y="1422093"/>
                  </a:lnTo>
                  <a:lnTo>
                    <a:pt x="2219824" y="1422128"/>
                  </a:lnTo>
                  <a:lnTo>
                    <a:pt x="2219641" y="1422320"/>
                  </a:lnTo>
                  <a:lnTo>
                    <a:pt x="2219609" y="1422359"/>
                  </a:lnTo>
                  <a:lnTo>
                    <a:pt x="2219525" y="1422543"/>
                  </a:lnTo>
                  <a:lnTo>
                    <a:pt x="2219520" y="1422594"/>
                  </a:lnTo>
                  <a:lnTo>
                    <a:pt x="2219610" y="1422806"/>
                  </a:lnTo>
                  <a:lnTo>
                    <a:pt x="2219616" y="1422818"/>
                  </a:lnTo>
                  <a:lnTo>
                    <a:pt x="2219692" y="1422930"/>
                  </a:lnTo>
                  <a:lnTo>
                    <a:pt x="2219738" y="1422940"/>
                  </a:lnTo>
                  <a:lnTo>
                    <a:pt x="2219929" y="1422931"/>
                  </a:lnTo>
                  <a:lnTo>
                    <a:pt x="2219959" y="1422929"/>
                  </a:lnTo>
                  <a:lnTo>
                    <a:pt x="2220286" y="1422896"/>
                  </a:lnTo>
                  <a:lnTo>
                    <a:pt x="2220301" y="1422894"/>
                  </a:lnTo>
                  <a:lnTo>
                    <a:pt x="2220320" y="1422891"/>
                  </a:lnTo>
                  <a:lnTo>
                    <a:pt x="2220355" y="1422884"/>
                  </a:lnTo>
                  <a:lnTo>
                    <a:pt x="2220480" y="1422834"/>
                  </a:lnTo>
                  <a:lnTo>
                    <a:pt x="2220520" y="1422818"/>
                  </a:lnTo>
                  <a:lnTo>
                    <a:pt x="2220544" y="1422801"/>
                  </a:lnTo>
                  <a:lnTo>
                    <a:pt x="2220549" y="1422796"/>
                  </a:lnTo>
                  <a:lnTo>
                    <a:pt x="2220559" y="1422780"/>
                  </a:lnTo>
                  <a:lnTo>
                    <a:pt x="2220567" y="1422770"/>
                  </a:lnTo>
                  <a:lnTo>
                    <a:pt x="2220570" y="1422767"/>
                  </a:lnTo>
                  <a:lnTo>
                    <a:pt x="2220581" y="1422763"/>
                  </a:lnTo>
                  <a:lnTo>
                    <a:pt x="2220589" y="1422761"/>
                  </a:lnTo>
                  <a:lnTo>
                    <a:pt x="2220703" y="1422747"/>
                  </a:lnTo>
                  <a:lnTo>
                    <a:pt x="2220708" y="1422749"/>
                  </a:lnTo>
                  <a:lnTo>
                    <a:pt x="2220712" y="1422755"/>
                  </a:lnTo>
                  <a:lnTo>
                    <a:pt x="2220714" y="1422760"/>
                  </a:lnTo>
                  <a:lnTo>
                    <a:pt x="2220716" y="1422766"/>
                  </a:lnTo>
                  <a:lnTo>
                    <a:pt x="2220716" y="1422773"/>
                  </a:lnTo>
                  <a:lnTo>
                    <a:pt x="2220715" y="1422782"/>
                  </a:lnTo>
                  <a:lnTo>
                    <a:pt x="2220706" y="1422798"/>
                  </a:lnTo>
                  <a:lnTo>
                    <a:pt x="2220273" y="1423235"/>
                  </a:lnTo>
                  <a:lnTo>
                    <a:pt x="2220193" y="1423284"/>
                  </a:lnTo>
                  <a:lnTo>
                    <a:pt x="2220059" y="1423248"/>
                  </a:lnTo>
                  <a:lnTo>
                    <a:pt x="2219906" y="1423155"/>
                  </a:lnTo>
                  <a:lnTo>
                    <a:pt x="2219893" y="1423151"/>
                  </a:lnTo>
                  <a:lnTo>
                    <a:pt x="2219846" y="1423139"/>
                  </a:lnTo>
                  <a:lnTo>
                    <a:pt x="2219794" y="1423126"/>
                  </a:lnTo>
                  <a:lnTo>
                    <a:pt x="2219785" y="1423124"/>
                  </a:lnTo>
                  <a:lnTo>
                    <a:pt x="2219350" y="1423038"/>
                  </a:lnTo>
                  <a:lnTo>
                    <a:pt x="2219170" y="1423049"/>
                  </a:lnTo>
                  <a:lnTo>
                    <a:pt x="2219073" y="1423063"/>
                  </a:lnTo>
                  <a:lnTo>
                    <a:pt x="2218826" y="1423008"/>
                  </a:lnTo>
                  <a:lnTo>
                    <a:pt x="2218818" y="1423001"/>
                  </a:lnTo>
                  <a:lnTo>
                    <a:pt x="2218688" y="1422881"/>
                  </a:lnTo>
                  <a:lnTo>
                    <a:pt x="2218622" y="1422865"/>
                  </a:lnTo>
                  <a:lnTo>
                    <a:pt x="2218586" y="1422857"/>
                  </a:lnTo>
                  <a:lnTo>
                    <a:pt x="2218577" y="1422856"/>
                  </a:lnTo>
                  <a:lnTo>
                    <a:pt x="2217464" y="1422787"/>
                  </a:lnTo>
                  <a:lnTo>
                    <a:pt x="2217322" y="1422569"/>
                  </a:lnTo>
                  <a:lnTo>
                    <a:pt x="2217295" y="1422534"/>
                  </a:lnTo>
                  <a:lnTo>
                    <a:pt x="2217230" y="1422450"/>
                  </a:lnTo>
                  <a:lnTo>
                    <a:pt x="2217201" y="1422427"/>
                  </a:lnTo>
                  <a:lnTo>
                    <a:pt x="2217194" y="1422422"/>
                  </a:lnTo>
                  <a:lnTo>
                    <a:pt x="2217077" y="1422336"/>
                  </a:lnTo>
                  <a:lnTo>
                    <a:pt x="2217059" y="1422326"/>
                  </a:lnTo>
                  <a:lnTo>
                    <a:pt x="2217040" y="1422318"/>
                  </a:lnTo>
                  <a:lnTo>
                    <a:pt x="2217028" y="1422313"/>
                  </a:lnTo>
                  <a:lnTo>
                    <a:pt x="2217009" y="1422308"/>
                  </a:lnTo>
                  <a:lnTo>
                    <a:pt x="2216985" y="1422307"/>
                  </a:lnTo>
                  <a:lnTo>
                    <a:pt x="2216918" y="1422312"/>
                  </a:lnTo>
                  <a:lnTo>
                    <a:pt x="2216903" y="1422313"/>
                  </a:lnTo>
                  <a:lnTo>
                    <a:pt x="2216873" y="1422320"/>
                  </a:lnTo>
                  <a:lnTo>
                    <a:pt x="2216837" y="1422332"/>
                  </a:lnTo>
                  <a:lnTo>
                    <a:pt x="2216812" y="1422343"/>
                  </a:lnTo>
                  <a:lnTo>
                    <a:pt x="2216735" y="1422377"/>
                  </a:lnTo>
                  <a:lnTo>
                    <a:pt x="2216699" y="1422410"/>
                  </a:lnTo>
                  <a:lnTo>
                    <a:pt x="2216691" y="1422426"/>
                  </a:lnTo>
                  <a:lnTo>
                    <a:pt x="2216675" y="1422447"/>
                  </a:lnTo>
                  <a:lnTo>
                    <a:pt x="2216654" y="1422470"/>
                  </a:lnTo>
                  <a:lnTo>
                    <a:pt x="2216449" y="1422607"/>
                  </a:lnTo>
                  <a:lnTo>
                    <a:pt x="2216356" y="1422670"/>
                  </a:lnTo>
                  <a:lnTo>
                    <a:pt x="2216283" y="1422711"/>
                  </a:lnTo>
                  <a:lnTo>
                    <a:pt x="2216274" y="1422715"/>
                  </a:lnTo>
                  <a:lnTo>
                    <a:pt x="2216155" y="1422744"/>
                  </a:lnTo>
                  <a:lnTo>
                    <a:pt x="2216131" y="1422744"/>
                  </a:lnTo>
                  <a:lnTo>
                    <a:pt x="2216093" y="1422739"/>
                  </a:lnTo>
                  <a:lnTo>
                    <a:pt x="2216050" y="1422730"/>
                  </a:lnTo>
                  <a:lnTo>
                    <a:pt x="2216004" y="1422718"/>
                  </a:lnTo>
                  <a:lnTo>
                    <a:pt x="2215899" y="1422686"/>
                  </a:lnTo>
                  <a:lnTo>
                    <a:pt x="2215854" y="1422626"/>
                  </a:lnTo>
                  <a:lnTo>
                    <a:pt x="2215859" y="1422620"/>
                  </a:lnTo>
                  <a:lnTo>
                    <a:pt x="2215855" y="1422607"/>
                  </a:lnTo>
                  <a:lnTo>
                    <a:pt x="2215853" y="1422601"/>
                  </a:lnTo>
                  <a:lnTo>
                    <a:pt x="2215792" y="1422532"/>
                  </a:lnTo>
                  <a:lnTo>
                    <a:pt x="2215468" y="1422242"/>
                  </a:lnTo>
                  <a:lnTo>
                    <a:pt x="2215464" y="1422238"/>
                  </a:lnTo>
                  <a:lnTo>
                    <a:pt x="2215458" y="1422235"/>
                  </a:lnTo>
                  <a:lnTo>
                    <a:pt x="2215430" y="1422222"/>
                  </a:lnTo>
                  <a:lnTo>
                    <a:pt x="2215421" y="1422222"/>
                  </a:lnTo>
                  <a:lnTo>
                    <a:pt x="2215415" y="1422225"/>
                  </a:lnTo>
                  <a:lnTo>
                    <a:pt x="2215361" y="1422264"/>
                  </a:lnTo>
                  <a:lnTo>
                    <a:pt x="2215314" y="1422295"/>
                  </a:lnTo>
                  <a:lnTo>
                    <a:pt x="2215214" y="1422359"/>
                  </a:lnTo>
                  <a:lnTo>
                    <a:pt x="2215201" y="1422365"/>
                  </a:lnTo>
                  <a:lnTo>
                    <a:pt x="2215192" y="1422367"/>
                  </a:lnTo>
                  <a:lnTo>
                    <a:pt x="2215170" y="1422373"/>
                  </a:lnTo>
                  <a:lnTo>
                    <a:pt x="2215109" y="1422386"/>
                  </a:lnTo>
                  <a:lnTo>
                    <a:pt x="2214942" y="1422412"/>
                  </a:lnTo>
                  <a:lnTo>
                    <a:pt x="2214928" y="1422413"/>
                  </a:lnTo>
                  <a:lnTo>
                    <a:pt x="2214916" y="1422411"/>
                  </a:lnTo>
                  <a:lnTo>
                    <a:pt x="2214905" y="1422407"/>
                  </a:lnTo>
                  <a:lnTo>
                    <a:pt x="2214822" y="1422361"/>
                  </a:lnTo>
                  <a:lnTo>
                    <a:pt x="2214798" y="1422341"/>
                  </a:lnTo>
                  <a:lnTo>
                    <a:pt x="2214788" y="1422330"/>
                  </a:lnTo>
                  <a:lnTo>
                    <a:pt x="2214781" y="1422317"/>
                  </a:lnTo>
                  <a:lnTo>
                    <a:pt x="2214780" y="1422306"/>
                  </a:lnTo>
                  <a:lnTo>
                    <a:pt x="2214760" y="1422071"/>
                  </a:lnTo>
                  <a:lnTo>
                    <a:pt x="2214762" y="1422052"/>
                  </a:lnTo>
                  <a:lnTo>
                    <a:pt x="2214770" y="1422033"/>
                  </a:lnTo>
                  <a:lnTo>
                    <a:pt x="2214785" y="1422017"/>
                  </a:lnTo>
                  <a:lnTo>
                    <a:pt x="2214793" y="1422009"/>
                  </a:lnTo>
                  <a:lnTo>
                    <a:pt x="2214804" y="1422001"/>
                  </a:lnTo>
                  <a:lnTo>
                    <a:pt x="2214813" y="1421998"/>
                  </a:lnTo>
                  <a:lnTo>
                    <a:pt x="2214819" y="1421995"/>
                  </a:lnTo>
                  <a:lnTo>
                    <a:pt x="2214872" y="1421965"/>
                  </a:lnTo>
                  <a:lnTo>
                    <a:pt x="2214879" y="1421959"/>
                  </a:lnTo>
                  <a:lnTo>
                    <a:pt x="2214923" y="1421916"/>
                  </a:lnTo>
                  <a:lnTo>
                    <a:pt x="2214933" y="1421905"/>
                  </a:lnTo>
                  <a:lnTo>
                    <a:pt x="2214929" y="1421898"/>
                  </a:lnTo>
                  <a:lnTo>
                    <a:pt x="2214924" y="1421892"/>
                  </a:lnTo>
                  <a:lnTo>
                    <a:pt x="2214832" y="1421804"/>
                  </a:lnTo>
                  <a:lnTo>
                    <a:pt x="2214826" y="1421799"/>
                  </a:lnTo>
                  <a:lnTo>
                    <a:pt x="2214820" y="1421796"/>
                  </a:lnTo>
                  <a:lnTo>
                    <a:pt x="2214815" y="1421794"/>
                  </a:lnTo>
                  <a:lnTo>
                    <a:pt x="2214733" y="1421787"/>
                  </a:lnTo>
                  <a:lnTo>
                    <a:pt x="2214420" y="1421758"/>
                  </a:lnTo>
                  <a:lnTo>
                    <a:pt x="2214309" y="1421754"/>
                  </a:lnTo>
                  <a:lnTo>
                    <a:pt x="2214169" y="1421943"/>
                  </a:lnTo>
                  <a:lnTo>
                    <a:pt x="2214087" y="1422055"/>
                  </a:lnTo>
                  <a:lnTo>
                    <a:pt x="2214077" y="1422072"/>
                  </a:lnTo>
                  <a:lnTo>
                    <a:pt x="2214104" y="1422442"/>
                  </a:lnTo>
                  <a:lnTo>
                    <a:pt x="2214098" y="1422513"/>
                  </a:lnTo>
                  <a:lnTo>
                    <a:pt x="2214156" y="1422644"/>
                  </a:lnTo>
                  <a:lnTo>
                    <a:pt x="2214254" y="1422864"/>
                  </a:lnTo>
                  <a:lnTo>
                    <a:pt x="2214258" y="1422870"/>
                  </a:lnTo>
                  <a:lnTo>
                    <a:pt x="2214315" y="1422953"/>
                  </a:lnTo>
                  <a:lnTo>
                    <a:pt x="2214320" y="1422959"/>
                  </a:lnTo>
                  <a:lnTo>
                    <a:pt x="2214328" y="1422968"/>
                  </a:lnTo>
                  <a:lnTo>
                    <a:pt x="2214380" y="1422999"/>
                  </a:lnTo>
                  <a:lnTo>
                    <a:pt x="2214402" y="1423007"/>
                  </a:lnTo>
                  <a:lnTo>
                    <a:pt x="2214437" y="1423015"/>
                  </a:lnTo>
                  <a:lnTo>
                    <a:pt x="2214455" y="1423020"/>
                  </a:lnTo>
                  <a:lnTo>
                    <a:pt x="2214463" y="1423018"/>
                  </a:lnTo>
                  <a:lnTo>
                    <a:pt x="2214472" y="1423011"/>
                  </a:lnTo>
                  <a:lnTo>
                    <a:pt x="2214630" y="1422871"/>
                  </a:lnTo>
                  <a:lnTo>
                    <a:pt x="2214679" y="1422810"/>
                  </a:lnTo>
                  <a:lnTo>
                    <a:pt x="2214688" y="1422804"/>
                  </a:lnTo>
                  <a:lnTo>
                    <a:pt x="2214770" y="1422746"/>
                  </a:lnTo>
                  <a:lnTo>
                    <a:pt x="2214781" y="1422741"/>
                  </a:lnTo>
                  <a:lnTo>
                    <a:pt x="2214794" y="1422742"/>
                  </a:lnTo>
                  <a:lnTo>
                    <a:pt x="2214806" y="1422744"/>
                  </a:lnTo>
                  <a:lnTo>
                    <a:pt x="2214817" y="1422750"/>
                  </a:lnTo>
                  <a:lnTo>
                    <a:pt x="2215005" y="1422852"/>
                  </a:lnTo>
                  <a:lnTo>
                    <a:pt x="2215072" y="1422915"/>
                  </a:lnTo>
                  <a:lnTo>
                    <a:pt x="2215095" y="1422950"/>
                  </a:lnTo>
                  <a:lnTo>
                    <a:pt x="2215122" y="1422990"/>
                  </a:lnTo>
                  <a:lnTo>
                    <a:pt x="2215142" y="1423020"/>
                  </a:lnTo>
                  <a:lnTo>
                    <a:pt x="2215149" y="1423034"/>
                  </a:lnTo>
                  <a:lnTo>
                    <a:pt x="2215184" y="1423119"/>
                  </a:lnTo>
                  <a:lnTo>
                    <a:pt x="2215347" y="1423523"/>
                  </a:lnTo>
                  <a:lnTo>
                    <a:pt x="2215314" y="1423910"/>
                  </a:lnTo>
                  <a:lnTo>
                    <a:pt x="2215285" y="1423920"/>
                  </a:lnTo>
                  <a:lnTo>
                    <a:pt x="2215236" y="1423941"/>
                  </a:lnTo>
                  <a:lnTo>
                    <a:pt x="2215197" y="1423969"/>
                  </a:lnTo>
                  <a:lnTo>
                    <a:pt x="2215190" y="1423974"/>
                  </a:lnTo>
                  <a:lnTo>
                    <a:pt x="2215093" y="1424132"/>
                  </a:lnTo>
                  <a:lnTo>
                    <a:pt x="2215068" y="1424174"/>
                  </a:lnTo>
                  <a:lnTo>
                    <a:pt x="2215069" y="1424181"/>
                  </a:lnTo>
                  <a:lnTo>
                    <a:pt x="2215105" y="1424263"/>
                  </a:lnTo>
                  <a:lnTo>
                    <a:pt x="2215170" y="1424416"/>
                  </a:lnTo>
                  <a:lnTo>
                    <a:pt x="2215191" y="1424739"/>
                  </a:lnTo>
                  <a:lnTo>
                    <a:pt x="2215176" y="1424755"/>
                  </a:lnTo>
                  <a:lnTo>
                    <a:pt x="2215164" y="1424779"/>
                  </a:lnTo>
                  <a:lnTo>
                    <a:pt x="2215164" y="1424791"/>
                  </a:lnTo>
                  <a:lnTo>
                    <a:pt x="2215176" y="1424882"/>
                  </a:lnTo>
                  <a:lnTo>
                    <a:pt x="2215180" y="1424914"/>
                  </a:lnTo>
                  <a:lnTo>
                    <a:pt x="2215184" y="1424936"/>
                  </a:lnTo>
                  <a:lnTo>
                    <a:pt x="2215258" y="1425018"/>
                  </a:lnTo>
                  <a:lnTo>
                    <a:pt x="2215329" y="1425087"/>
                  </a:lnTo>
                  <a:lnTo>
                    <a:pt x="2215378" y="1425114"/>
                  </a:lnTo>
                  <a:lnTo>
                    <a:pt x="2215384" y="1425117"/>
                  </a:lnTo>
                  <a:lnTo>
                    <a:pt x="2215400" y="1425115"/>
                  </a:lnTo>
                  <a:lnTo>
                    <a:pt x="2215414" y="1425108"/>
                  </a:lnTo>
                  <a:lnTo>
                    <a:pt x="2215427" y="1425107"/>
                  </a:lnTo>
                  <a:lnTo>
                    <a:pt x="2215563" y="1425120"/>
                  </a:lnTo>
                  <a:lnTo>
                    <a:pt x="2215596" y="1425127"/>
                  </a:lnTo>
                  <a:lnTo>
                    <a:pt x="2215704" y="1425206"/>
                  </a:lnTo>
                  <a:lnTo>
                    <a:pt x="2215769" y="1425326"/>
                  </a:lnTo>
                  <a:lnTo>
                    <a:pt x="2215848" y="1425477"/>
                  </a:lnTo>
                  <a:lnTo>
                    <a:pt x="2215856" y="1425506"/>
                  </a:lnTo>
                  <a:lnTo>
                    <a:pt x="2215810" y="1425672"/>
                  </a:lnTo>
                  <a:lnTo>
                    <a:pt x="2215785" y="1425706"/>
                  </a:lnTo>
                  <a:lnTo>
                    <a:pt x="2215736" y="1425719"/>
                  </a:lnTo>
                  <a:lnTo>
                    <a:pt x="2215311" y="1425735"/>
                  </a:lnTo>
                  <a:lnTo>
                    <a:pt x="2215051" y="1425711"/>
                  </a:lnTo>
                  <a:lnTo>
                    <a:pt x="2214910" y="1425431"/>
                  </a:lnTo>
                  <a:lnTo>
                    <a:pt x="2214813" y="1425121"/>
                  </a:lnTo>
                  <a:lnTo>
                    <a:pt x="2214799" y="1424862"/>
                  </a:lnTo>
                  <a:lnTo>
                    <a:pt x="2214188" y="1424417"/>
                  </a:lnTo>
                  <a:lnTo>
                    <a:pt x="2214177" y="1424410"/>
                  </a:lnTo>
                  <a:lnTo>
                    <a:pt x="2214163" y="1424406"/>
                  </a:lnTo>
                  <a:lnTo>
                    <a:pt x="2214147" y="1424410"/>
                  </a:lnTo>
                  <a:lnTo>
                    <a:pt x="2214137" y="1424414"/>
                  </a:lnTo>
                  <a:lnTo>
                    <a:pt x="2214127" y="1424421"/>
                  </a:lnTo>
                  <a:lnTo>
                    <a:pt x="2214119" y="1424434"/>
                  </a:lnTo>
                  <a:lnTo>
                    <a:pt x="2214133" y="1424842"/>
                  </a:lnTo>
                  <a:lnTo>
                    <a:pt x="2214217" y="1424862"/>
                  </a:lnTo>
                  <a:lnTo>
                    <a:pt x="2214225" y="1424866"/>
                  </a:lnTo>
                  <a:lnTo>
                    <a:pt x="2214242" y="1424876"/>
                  </a:lnTo>
                  <a:lnTo>
                    <a:pt x="2214260" y="1424890"/>
                  </a:lnTo>
                  <a:lnTo>
                    <a:pt x="2214264" y="1424898"/>
                  </a:lnTo>
                  <a:lnTo>
                    <a:pt x="2214267" y="1424905"/>
                  </a:lnTo>
                  <a:lnTo>
                    <a:pt x="2214267" y="1424915"/>
                  </a:lnTo>
                  <a:lnTo>
                    <a:pt x="2214268" y="1424984"/>
                  </a:lnTo>
                  <a:lnTo>
                    <a:pt x="2214268" y="1424992"/>
                  </a:lnTo>
                  <a:lnTo>
                    <a:pt x="2214267" y="1424998"/>
                  </a:lnTo>
                  <a:lnTo>
                    <a:pt x="2214264" y="1425004"/>
                  </a:lnTo>
                  <a:lnTo>
                    <a:pt x="2214254" y="1425019"/>
                  </a:lnTo>
                  <a:lnTo>
                    <a:pt x="2214246" y="1425019"/>
                  </a:lnTo>
                  <a:lnTo>
                    <a:pt x="2214173" y="1424967"/>
                  </a:lnTo>
                  <a:lnTo>
                    <a:pt x="2214142" y="1424982"/>
                  </a:lnTo>
                  <a:lnTo>
                    <a:pt x="2214107" y="1425000"/>
                  </a:lnTo>
                  <a:lnTo>
                    <a:pt x="2213818" y="1425143"/>
                  </a:lnTo>
                  <a:lnTo>
                    <a:pt x="2213812" y="1425148"/>
                  </a:lnTo>
                  <a:lnTo>
                    <a:pt x="2213815" y="1425164"/>
                  </a:lnTo>
                  <a:lnTo>
                    <a:pt x="2213837" y="1425261"/>
                  </a:lnTo>
                  <a:lnTo>
                    <a:pt x="2213841" y="1425265"/>
                  </a:lnTo>
                  <a:lnTo>
                    <a:pt x="2214049" y="1425528"/>
                  </a:lnTo>
                  <a:lnTo>
                    <a:pt x="2214076" y="1425562"/>
                  </a:lnTo>
                  <a:lnTo>
                    <a:pt x="2214083" y="1425569"/>
                  </a:lnTo>
                  <a:lnTo>
                    <a:pt x="2214122" y="1425581"/>
                  </a:lnTo>
                  <a:lnTo>
                    <a:pt x="2214186" y="1425622"/>
                  </a:lnTo>
                  <a:lnTo>
                    <a:pt x="2214223" y="1425648"/>
                  </a:lnTo>
                  <a:lnTo>
                    <a:pt x="2214242" y="1425664"/>
                  </a:lnTo>
                  <a:lnTo>
                    <a:pt x="2214243" y="1425708"/>
                  </a:lnTo>
                  <a:lnTo>
                    <a:pt x="2214219" y="1425711"/>
                  </a:lnTo>
                  <a:lnTo>
                    <a:pt x="2214175" y="1425699"/>
                  </a:lnTo>
                  <a:lnTo>
                    <a:pt x="2213891" y="1425454"/>
                  </a:lnTo>
                  <a:lnTo>
                    <a:pt x="2213637" y="1425454"/>
                  </a:lnTo>
                  <a:lnTo>
                    <a:pt x="2213605" y="1425484"/>
                  </a:lnTo>
                  <a:lnTo>
                    <a:pt x="2213561" y="1425610"/>
                  </a:lnTo>
                  <a:lnTo>
                    <a:pt x="2213570" y="1425647"/>
                  </a:lnTo>
                  <a:lnTo>
                    <a:pt x="2213591" y="1425659"/>
                  </a:lnTo>
                  <a:lnTo>
                    <a:pt x="2213753" y="1425782"/>
                  </a:lnTo>
                  <a:lnTo>
                    <a:pt x="2213756" y="1425828"/>
                  </a:lnTo>
                  <a:lnTo>
                    <a:pt x="2213567" y="1425954"/>
                  </a:lnTo>
                  <a:lnTo>
                    <a:pt x="2213415" y="1425948"/>
                  </a:lnTo>
                  <a:lnTo>
                    <a:pt x="2213407" y="1425979"/>
                  </a:lnTo>
                  <a:lnTo>
                    <a:pt x="2213399" y="1426022"/>
                  </a:lnTo>
                  <a:lnTo>
                    <a:pt x="2213356" y="1426225"/>
                  </a:lnTo>
                  <a:lnTo>
                    <a:pt x="2213348" y="1426261"/>
                  </a:lnTo>
                  <a:lnTo>
                    <a:pt x="2213361" y="1426295"/>
                  </a:lnTo>
                  <a:lnTo>
                    <a:pt x="2213504" y="1426355"/>
                  </a:lnTo>
                  <a:lnTo>
                    <a:pt x="2213522" y="1426349"/>
                  </a:lnTo>
                  <a:lnTo>
                    <a:pt x="2213534" y="1426353"/>
                  </a:lnTo>
                  <a:lnTo>
                    <a:pt x="2213588" y="1426350"/>
                  </a:lnTo>
                  <a:lnTo>
                    <a:pt x="2213778" y="1426298"/>
                  </a:lnTo>
                  <a:lnTo>
                    <a:pt x="2213826" y="1426249"/>
                  </a:lnTo>
                  <a:lnTo>
                    <a:pt x="2213830" y="1426243"/>
                  </a:lnTo>
                  <a:lnTo>
                    <a:pt x="2213884" y="1426224"/>
                  </a:lnTo>
                  <a:lnTo>
                    <a:pt x="2214003" y="1426221"/>
                  </a:lnTo>
                  <a:lnTo>
                    <a:pt x="2214010" y="1426295"/>
                  </a:lnTo>
                  <a:lnTo>
                    <a:pt x="2214048" y="1426338"/>
                  </a:lnTo>
                  <a:lnTo>
                    <a:pt x="2214091" y="1426356"/>
                  </a:lnTo>
                  <a:lnTo>
                    <a:pt x="2214178" y="1426347"/>
                  </a:lnTo>
                  <a:lnTo>
                    <a:pt x="2214319" y="1426246"/>
                  </a:lnTo>
                  <a:lnTo>
                    <a:pt x="2214348" y="1426193"/>
                  </a:lnTo>
                  <a:lnTo>
                    <a:pt x="2214361" y="1426157"/>
                  </a:lnTo>
                  <a:lnTo>
                    <a:pt x="2214424" y="1426232"/>
                  </a:lnTo>
                  <a:lnTo>
                    <a:pt x="2214476" y="1426278"/>
                  </a:lnTo>
                  <a:lnTo>
                    <a:pt x="2214492" y="1426292"/>
                  </a:lnTo>
                  <a:lnTo>
                    <a:pt x="2214538" y="1426342"/>
                  </a:lnTo>
                  <a:lnTo>
                    <a:pt x="2214558" y="1426409"/>
                  </a:lnTo>
                  <a:lnTo>
                    <a:pt x="2214560" y="1426418"/>
                  </a:lnTo>
                  <a:lnTo>
                    <a:pt x="2214575" y="1426522"/>
                  </a:lnTo>
                  <a:lnTo>
                    <a:pt x="2214639" y="1426984"/>
                  </a:lnTo>
                  <a:lnTo>
                    <a:pt x="2214647" y="1427047"/>
                  </a:lnTo>
                  <a:lnTo>
                    <a:pt x="2214626" y="1427324"/>
                  </a:lnTo>
                  <a:lnTo>
                    <a:pt x="2214475" y="1427607"/>
                  </a:lnTo>
                  <a:lnTo>
                    <a:pt x="2214446" y="1427736"/>
                  </a:lnTo>
                  <a:lnTo>
                    <a:pt x="2214465" y="1427774"/>
                  </a:lnTo>
                  <a:lnTo>
                    <a:pt x="2214570" y="1427804"/>
                  </a:lnTo>
                  <a:lnTo>
                    <a:pt x="2214599" y="1427813"/>
                  </a:lnTo>
                  <a:lnTo>
                    <a:pt x="2214645" y="1427863"/>
                  </a:lnTo>
                  <a:lnTo>
                    <a:pt x="2214652" y="1427874"/>
                  </a:lnTo>
                  <a:lnTo>
                    <a:pt x="2214654" y="1427901"/>
                  </a:lnTo>
                  <a:lnTo>
                    <a:pt x="2214650" y="1427930"/>
                  </a:lnTo>
                  <a:lnTo>
                    <a:pt x="2214647" y="1427943"/>
                  </a:lnTo>
                  <a:lnTo>
                    <a:pt x="2214623" y="1428006"/>
                  </a:lnTo>
                  <a:lnTo>
                    <a:pt x="2214617" y="1428016"/>
                  </a:lnTo>
                  <a:lnTo>
                    <a:pt x="2214477" y="1428250"/>
                  </a:lnTo>
                  <a:lnTo>
                    <a:pt x="2214407" y="1428336"/>
                  </a:lnTo>
                  <a:lnTo>
                    <a:pt x="2214230" y="1428399"/>
                  </a:lnTo>
                  <a:lnTo>
                    <a:pt x="2214217" y="1428403"/>
                  </a:lnTo>
                  <a:lnTo>
                    <a:pt x="2214191" y="1428410"/>
                  </a:lnTo>
                  <a:lnTo>
                    <a:pt x="2214147" y="1428415"/>
                  </a:lnTo>
                  <a:lnTo>
                    <a:pt x="2214095" y="1428418"/>
                  </a:lnTo>
                  <a:lnTo>
                    <a:pt x="2213983" y="1428423"/>
                  </a:lnTo>
                  <a:lnTo>
                    <a:pt x="2213963" y="1428424"/>
                  </a:lnTo>
                  <a:lnTo>
                    <a:pt x="2213813" y="1428430"/>
                  </a:lnTo>
                  <a:lnTo>
                    <a:pt x="2213737" y="1428431"/>
                  </a:lnTo>
                  <a:lnTo>
                    <a:pt x="2213712" y="1428434"/>
                  </a:lnTo>
                  <a:lnTo>
                    <a:pt x="2213685" y="1428440"/>
                  </a:lnTo>
                  <a:lnTo>
                    <a:pt x="2213672" y="1428444"/>
                  </a:lnTo>
                  <a:lnTo>
                    <a:pt x="2213667" y="1428449"/>
                  </a:lnTo>
                  <a:lnTo>
                    <a:pt x="2213668" y="1428459"/>
                  </a:lnTo>
                  <a:lnTo>
                    <a:pt x="2213674" y="1428480"/>
                  </a:lnTo>
                  <a:lnTo>
                    <a:pt x="2213690" y="1428546"/>
                  </a:lnTo>
                  <a:lnTo>
                    <a:pt x="2213768" y="1428660"/>
                  </a:lnTo>
                  <a:lnTo>
                    <a:pt x="2213772" y="1428668"/>
                  </a:lnTo>
                  <a:lnTo>
                    <a:pt x="2213771" y="1428681"/>
                  </a:lnTo>
                  <a:lnTo>
                    <a:pt x="2213759" y="1428695"/>
                  </a:lnTo>
                  <a:lnTo>
                    <a:pt x="2213746" y="1428703"/>
                  </a:lnTo>
                  <a:lnTo>
                    <a:pt x="2213676" y="1428744"/>
                  </a:lnTo>
                  <a:lnTo>
                    <a:pt x="2213644" y="1428757"/>
                  </a:lnTo>
                  <a:lnTo>
                    <a:pt x="2213476" y="1428821"/>
                  </a:lnTo>
                  <a:lnTo>
                    <a:pt x="2213457" y="1428829"/>
                  </a:lnTo>
                  <a:lnTo>
                    <a:pt x="2213339" y="1428853"/>
                  </a:lnTo>
                  <a:lnTo>
                    <a:pt x="2213295" y="1428863"/>
                  </a:lnTo>
                  <a:lnTo>
                    <a:pt x="2213250" y="1428866"/>
                  </a:lnTo>
                  <a:lnTo>
                    <a:pt x="2213211" y="1428875"/>
                  </a:lnTo>
                  <a:lnTo>
                    <a:pt x="2213186" y="1428880"/>
                  </a:lnTo>
                  <a:lnTo>
                    <a:pt x="2212930" y="1428936"/>
                  </a:lnTo>
                  <a:lnTo>
                    <a:pt x="2212725" y="1428983"/>
                  </a:lnTo>
                  <a:lnTo>
                    <a:pt x="2212695" y="1428993"/>
                  </a:lnTo>
                  <a:lnTo>
                    <a:pt x="2212605" y="1429021"/>
                  </a:lnTo>
                  <a:lnTo>
                    <a:pt x="2212584" y="1429031"/>
                  </a:lnTo>
                  <a:lnTo>
                    <a:pt x="2212487" y="1429078"/>
                  </a:lnTo>
                  <a:lnTo>
                    <a:pt x="2212350" y="1429148"/>
                  </a:lnTo>
                  <a:lnTo>
                    <a:pt x="2212248" y="1429167"/>
                  </a:lnTo>
                  <a:lnTo>
                    <a:pt x="2212096" y="1429185"/>
                  </a:lnTo>
                  <a:lnTo>
                    <a:pt x="2211868" y="1429113"/>
                  </a:lnTo>
                  <a:lnTo>
                    <a:pt x="2211804" y="1429078"/>
                  </a:lnTo>
                  <a:lnTo>
                    <a:pt x="2211798" y="1429071"/>
                  </a:lnTo>
                  <a:lnTo>
                    <a:pt x="2211786" y="1429046"/>
                  </a:lnTo>
                  <a:lnTo>
                    <a:pt x="2211778" y="1429022"/>
                  </a:lnTo>
                  <a:lnTo>
                    <a:pt x="2211786" y="1429004"/>
                  </a:lnTo>
                  <a:lnTo>
                    <a:pt x="2211658" y="1428883"/>
                  </a:lnTo>
                  <a:lnTo>
                    <a:pt x="2211589" y="1428874"/>
                  </a:lnTo>
                  <a:lnTo>
                    <a:pt x="2211415" y="1428873"/>
                  </a:lnTo>
                  <a:lnTo>
                    <a:pt x="2211390" y="1428912"/>
                  </a:lnTo>
                  <a:lnTo>
                    <a:pt x="2211347" y="1428985"/>
                  </a:lnTo>
                  <a:lnTo>
                    <a:pt x="2211327" y="1429032"/>
                  </a:lnTo>
                  <a:lnTo>
                    <a:pt x="2211292" y="1429042"/>
                  </a:lnTo>
                  <a:lnTo>
                    <a:pt x="2211124" y="1429061"/>
                  </a:lnTo>
                  <a:lnTo>
                    <a:pt x="2211033" y="1429053"/>
                  </a:lnTo>
                  <a:lnTo>
                    <a:pt x="2210954" y="1429035"/>
                  </a:lnTo>
                  <a:lnTo>
                    <a:pt x="2210858" y="1429007"/>
                  </a:lnTo>
                  <a:lnTo>
                    <a:pt x="2210797" y="1428981"/>
                  </a:lnTo>
                  <a:lnTo>
                    <a:pt x="2210789" y="1428980"/>
                  </a:lnTo>
                  <a:lnTo>
                    <a:pt x="2210732" y="1428971"/>
                  </a:lnTo>
                  <a:lnTo>
                    <a:pt x="2210692" y="1428965"/>
                  </a:lnTo>
                  <a:lnTo>
                    <a:pt x="2210672" y="1428983"/>
                  </a:lnTo>
                  <a:lnTo>
                    <a:pt x="2210672" y="1428992"/>
                  </a:lnTo>
                  <a:lnTo>
                    <a:pt x="2210671" y="1429014"/>
                  </a:lnTo>
                  <a:lnTo>
                    <a:pt x="2210673" y="1429020"/>
                  </a:lnTo>
                  <a:lnTo>
                    <a:pt x="2210772" y="1429168"/>
                  </a:lnTo>
                  <a:lnTo>
                    <a:pt x="2210845" y="1429226"/>
                  </a:lnTo>
                  <a:lnTo>
                    <a:pt x="2210950" y="1429260"/>
                  </a:lnTo>
                  <a:lnTo>
                    <a:pt x="2211065" y="1429280"/>
                  </a:lnTo>
                  <a:lnTo>
                    <a:pt x="2211123" y="1429272"/>
                  </a:lnTo>
                  <a:lnTo>
                    <a:pt x="2211165" y="1429254"/>
                  </a:lnTo>
                  <a:lnTo>
                    <a:pt x="2211220" y="1429250"/>
                  </a:lnTo>
                  <a:lnTo>
                    <a:pt x="2211254" y="1429251"/>
                  </a:lnTo>
                  <a:lnTo>
                    <a:pt x="2211299" y="1429258"/>
                  </a:lnTo>
                  <a:lnTo>
                    <a:pt x="2211302" y="1429264"/>
                  </a:lnTo>
                  <a:lnTo>
                    <a:pt x="2211382" y="1429480"/>
                  </a:lnTo>
                  <a:lnTo>
                    <a:pt x="2211384" y="1429499"/>
                  </a:lnTo>
                  <a:lnTo>
                    <a:pt x="2211380" y="1429522"/>
                  </a:lnTo>
                  <a:lnTo>
                    <a:pt x="2211376" y="1429533"/>
                  </a:lnTo>
                  <a:lnTo>
                    <a:pt x="2211371" y="1429536"/>
                  </a:lnTo>
                  <a:lnTo>
                    <a:pt x="2211344" y="1429537"/>
                  </a:lnTo>
                  <a:lnTo>
                    <a:pt x="2211316" y="1429528"/>
                  </a:lnTo>
                  <a:lnTo>
                    <a:pt x="2211303" y="1429524"/>
                  </a:lnTo>
                  <a:lnTo>
                    <a:pt x="2211162" y="1429459"/>
                  </a:lnTo>
                  <a:lnTo>
                    <a:pt x="2211096" y="1429491"/>
                  </a:lnTo>
                  <a:lnTo>
                    <a:pt x="2211034" y="1429498"/>
                  </a:lnTo>
                  <a:lnTo>
                    <a:pt x="2210946" y="1429599"/>
                  </a:lnTo>
                  <a:lnTo>
                    <a:pt x="2210938" y="1429617"/>
                  </a:lnTo>
                  <a:lnTo>
                    <a:pt x="2210934" y="1429624"/>
                  </a:lnTo>
                  <a:lnTo>
                    <a:pt x="2210928" y="1429661"/>
                  </a:lnTo>
                  <a:lnTo>
                    <a:pt x="2210933" y="1429700"/>
                  </a:lnTo>
                  <a:lnTo>
                    <a:pt x="2210957" y="1429987"/>
                  </a:lnTo>
                  <a:lnTo>
                    <a:pt x="2210789" y="1430115"/>
                  </a:lnTo>
                  <a:lnTo>
                    <a:pt x="2210735" y="1430159"/>
                  </a:lnTo>
                  <a:lnTo>
                    <a:pt x="2210726" y="1430169"/>
                  </a:lnTo>
                  <a:lnTo>
                    <a:pt x="2210720" y="1430179"/>
                  </a:lnTo>
                  <a:lnTo>
                    <a:pt x="2210710" y="1430195"/>
                  </a:lnTo>
                  <a:lnTo>
                    <a:pt x="2210702" y="1430210"/>
                  </a:lnTo>
                  <a:lnTo>
                    <a:pt x="2210707" y="1430223"/>
                  </a:lnTo>
                  <a:lnTo>
                    <a:pt x="2210720" y="1430228"/>
                  </a:lnTo>
                  <a:lnTo>
                    <a:pt x="2210752" y="1430229"/>
                  </a:lnTo>
                  <a:lnTo>
                    <a:pt x="2211303" y="1430197"/>
                  </a:lnTo>
                  <a:lnTo>
                    <a:pt x="2211754" y="1430063"/>
                  </a:lnTo>
                  <a:lnTo>
                    <a:pt x="2212002" y="1429920"/>
                  </a:lnTo>
                  <a:lnTo>
                    <a:pt x="2212007" y="1429917"/>
                  </a:lnTo>
                  <a:lnTo>
                    <a:pt x="2212036" y="1429899"/>
                  </a:lnTo>
                  <a:lnTo>
                    <a:pt x="2212063" y="1429881"/>
                  </a:lnTo>
                  <a:lnTo>
                    <a:pt x="2212150" y="1429822"/>
                  </a:lnTo>
                  <a:lnTo>
                    <a:pt x="2212448" y="1429605"/>
                  </a:lnTo>
                  <a:lnTo>
                    <a:pt x="2212931" y="1429521"/>
                  </a:lnTo>
                  <a:lnTo>
                    <a:pt x="2212940" y="1429529"/>
                  </a:lnTo>
                  <a:lnTo>
                    <a:pt x="2212945" y="1429533"/>
                  </a:lnTo>
                  <a:lnTo>
                    <a:pt x="2213092" y="1429737"/>
                  </a:lnTo>
                  <a:lnTo>
                    <a:pt x="2213164" y="1429718"/>
                  </a:lnTo>
                  <a:lnTo>
                    <a:pt x="2213465" y="1429701"/>
                  </a:lnTo>
                  <a:lnTo>
                    <a:pt x="2213476" y="1429701"/>
                  </a:lnTo>
                  <a:lnTo>
                    <a:pt x="2213488" y="1429703"/>
                  </a:lnTo>
                  <a:lnTo>
                    <a:pt x="2213498" y="1429712"/>
                  </a:lnTo>
                  <a:lnTo>
                    <a:pt x="2213503" y="1429720"/>
                  </a:lnTo>
                  <a:lnTo>
                    <a:pt x="2213512" y="1429860"/>
                  </a:lnTo>
                  <a:lnTo>
                    <a:pt x="2213512" y="1429870"/>
                  </a:lnTo>
                  <a:lnTo>
                    <a:pt x="2213507" y="1429882"/>
                  </a:lnTo>
                  <a:lnTo>
                    <a:pt x="2213400" y="1429931"/>
                  </a:lnTo>
                  <a:lnTo>
                    <a:pt x="2213378" y="1429935"/>
                  </a:lnTo>
                  <a:lnTo>
                    <a:pt x="2213291" y="1429986"/>
                  </a:lnTo>
                  <a:lnTo>
                    <a:pt x="2213276" y="1430012"/>
                  </a:lnTo>
                  <a:lnTo>
                    <a:pt x="2213088" y="1430348"/>
                  </a:lnTo>
                  <a:lnTo>
                    <a:pt x="2213076" y="1430398"/>
                  </a:lnTo>
                  <a:lnTo>
                    <a:pt x="2213074" y="1430409"/>
                  </a:lnTo>
                  <a:lnTo>
                    <a:pt x="2213085" y="1430531"/>
                  </a:lnTo>
                  <a:lnTo>
                    <a:pt x="2213120" y="1430911"/>
                  </a:lnTo>
                  <a:lnTo>
                    <a:pt x="2213124" y="1430945"/>
                  </a:lnTo>
                  <a:lnTo>
                    <a:pt x="2213162" y="1430986"/>
                  </a:lnTo>
                  <a:lnTo>
                    <a:pt x="2213202" y="1431006"/>
                  </a:lnTo>
                  <a:lnTo>
                    <a:pt x="2213257" y="1431038"/>
                  </a:lnTo>
                  <a:lnTo>
                    <a:pt x="2213291" y="1431058"/>
                  </a:lnTo>
                  <a:lnTo>
                    <a:pt x="2213405" y="1431134"/>
                  </a:lnTo>
                  <a:lnTo>
                    <a:pt x="2213413" y="1431168"/>
                  </a:lnTo>
                  <a:lnTo>
                    <a:pt x="2213415" y="1431196"/>
                  </a:lnTo>
                  <a:lnTo>
                    <a:pt x="2213209" y="1431854"/>
                  </a:lnTo>
                  <a:lnTo>
                    <a:pt x="2213154" y="1431887"/>
                  </a:lnTo>
                  <a:lnTo>
                    <a:pt x="2213148" y="1431891"/>
                  </a:lnTo>
                  <a:lnTo>
                    <a:pt x="2213092" y="1431953"/>
                  </a:lnTo>
                  <a:lnTo>
                    <a:pt x="2212885" y="1432180"/>
                  </a:lnTo>
                  <a:lnTo>
                    <a:pt x="2212886" y="1432191"/>
                  </a:lnTo>
                  <a:lnTo>
                    <a:pt x="2212862" y="1432303"/>
                  </a:lnTo>
                  <a:lnTo>
                    <a:pt x="2212846" y="1432336"/>
                  </a:lnTo>
                  <a:lnTo>
                    <a:pt x="2212725" y="1432524"/>
                  </a:lnTo>
                  <a:lnTo>
                    <a:pt x="2212717" y="1432530"/>
                  </a:lnTo>
                  <a:lnTo>
                    <a:pt x="2212654" y="1432580"/>
                  </a:lnTo>
                  <a:lnTo>
                    <a:pt x="2212610" y="1432605"/>
                  </a:lnTo>
                  <a:lnTo>
                    <a:pt x="2212589" y="1432608"/>
                  </a:lnTo>
                  <a:lnTo>
                    <a:pt x="2212570" y="1432605"/>
                  </a:lnTo>
                  <a:lnTo>
                    <a:pt x="2212545" y="1432581"/>
                  </a:lnTo>
                  <a:lnTo>
                    <a:pt x="2212545" y="1432564"/>
                  </a:lnTo>
                  <a:lnTo>
                    <a:pt x="2212549" y="1432546"/>
                  </a:lnTo>
                  <a:lnTo>
                    <a:pt x="2212537" y="1432472"/>
                  </a:lnTo>
                  <a:lnTo>
                    <a:pt x="2212520" y="1432418"/>
                  </a:lnTo>
                  <a:lnTo>
                    <a:pt x="2212504" y="1432369"/>
                  </a:lnTo>
                  <a:lnTo>
                    <a:pt x="2212397" y="1432143"/>
                  </a:lnTo>
                  <a:lnTo>
                    <a:pt x="2212374" y="1432108"/>
                  </a:lnTo>
                  <a:lnTo>
                    <a:pt x="2212339" y="1432085"/>
                  </a:lnTo>
                  <a:lnTo>
                    <a:pt x="2212315" y="1432082"/>
                  </a:lnTo>
                  <a:lnTo>
                    <a:pt x="2212260" y="1432088"/>
                  </a:lnTo>
                  <a:lnTo>
                    <a:pt x="2212104" y="1432160"/>
                  </a:lnTo>
                  <a:lnTo>
                    <a:pt x="2212094" y="1432217"/>
                  </a:lnTo>
                  <a:lnTo>
                    <a:pt x="2212079" y="1432258"/>
                  </a:lnTo>
                  <a:lnTo>
                    <a:pt x="2212063" y="1432268"/>
                  </a:lnTo>
                  <a:lnTo>
                    <a:pt x="2212009" y="1432293"/>
                  </a:lnTo>
                  <a:lnTo>
                    <a:pt x="2211981" y="1432290"/>
                  </a:lnTo>
                  <a:lnTo>
                    <a:pt x="2211822" y="1432273"/>
                  </a:lnTo>
                  <a:lnTo>
                    <a:pt x="2211807" y="1432270"/>
                  </a:lnTo>
                  <a:lnTo>
                    <a:pt x="2211786" y="1432257"/>
                  </a:lnTo>
                  <a:lnTo>
                    <a:pt x="2211785" y="1432242"/>
                  </a:lnTo>
                  <a:lnTo>
                    <a:pt x="2211787" y="1432236"/>
                  </a:lnTo>
                  <a:lnTo>
                    <a:pt x="2211798" y="1432190"/>
                  </a:lnTo>
                  <a:lnTo>
                    <a:pt x="2211808" y="1432148"/>
                  </a:lnTo>
                  <a:lnTo>
                    <a:pt x="2211755" y="1432084"/>
                  </a:lnTo>
                  <a:lnTo>
                    <a:pt x="2211746" y="1432080"/>
                  </a:lnTo>
                  <a:lnTo>
                    <a:pt x="2211619" y="1432035"/>
                  </a:lnTo>
                  <a:lnTo>
                    <a:pt x="2211589" y="1432032"/>
                  </a:lnTo>
                  <a:lnTo>
                    <a:pt x="2211562" y="1432036"/>
                  </a:lnTo>
                  <a:lnTo>
                    <a:pt x="2211536" y="1432044"/>
                  </a:lnTo>
                  <a:lnTo>
                    <a:pt x="2211450" y="1432068"/>
                  </a:lnTo>
                  <a:lnTo>
                    <a:pt x="2211411" y="1432079"/>
                  </a:lnTo>
                  <a:lnTo>
                    <a:pt x="2211239" y="1432122"/>
                  </a:lnTo>
                  <a:lnTo>
                    <a:pt x="2211113" y="1432137"/>
                  </a:lnTo>
                  <a:lnTo>
                    <a:pt x="2210872" y="1432163"/>
                  </a:lnTo>
                  <a:lnTo>
                    <a:pt x="2210779" y="1432097"/>
                  </a:lnTo>
                  <a:lnTo>
                    <a:pt x="2210751" y="1432076"/>
                  </a:lnTo>
                  <a:lnTo>
                    <a:pt x="2210650" y="1431929"/>
                  </a:lnTo>
                  <a:lnTo>
                    <a:pt x="2210447" y="1431743"/>
                  </a:lnTo>
                  <a:lnTo>
                    <a:pt x="2210417" y="1431716"/>
                  </a:lnTo>
                  <a:lnTo>
                    <a:pt x="2210393" y="1431704"/>
                  </a:lnTo>
                  <a:lnTo>
                    <a:pt x="2210376" y="1431696"/>
                  </a:lnTo>
                  <a:lnTo>
                    <a:pt x="2210278" y="1431690"/>
                  </a:lnTo>
                  <a:lnTo>
                    <a:pt x="2210260" y="1431693"/>
                  </a:lnTo>
                  <a:lnTo>
                    <a:pt x="2210076" y="1431728"/>
                  </a:lnTo>
                  <a:lnTo>
                    <a:pt x="2209970" y="1431708"/>
                  </a:lnTo>
                  <a:lnTo>
                    <a:pt x="2209626" y="1431644"/>
                  </a:lnTo>
                  <a:lnTo>
                    <a:pt x="2209392" y="1431784"/>
                  </a:lnTo>
                  <a:lnTo>
                    <a:pt x="2209142" y="1431933"/>
                  </a:lnTo>
                  <a:lnTo>
                    <a:pt x="2209122" y="1431952"/>
                  </a:lnTo>
                  <a:lnTo>
                    <a:pt x="2209082" y="1431971"/>
                  </a:lnTo>
                  <a:lnTo>
                    <a:pt x="2208972" y="1432001"/>
                  </a:lnTo>
                  <a:lnTo>
                    <a:pt x="2208953" y="1431994"/>
                  </a:lnTo>
                  <a:lnTo>
                    <a:pt x="2208908" y="1431976"/>
                  </a:lnTo>
                  <a:lnTo>
                    <a:pt x="2208515" y="1431918"/>
                  </a:lnTo>
                  <a:lnTo>
                    <a:pt x="2208493" y="1431916"/>
                  </a:lnTo>
                  <a:lnTo>
                    <a:pt x="2208464" y="1431918"/>
                  </a:lnTo>
                  <a:lnTo>
                    <a:pt x="2208428" y="1431924"/>
                  </a:lnTo>
                  <a:lnTo>
                    <a:pt x="2208406" y="1431940"/>
                  </a:lnTo>
                  <a:lnTo>
                    <a:pt x="2208386" y="1431956"/>
                  </a:lnTo>
                  <a:lnTo>
                    <a:pt x="2208113" y="1432267"/>
                  </a:lnTo>
                  <a:lnTo>
                    <a:pt x="2208026" y="1432445"/>
                  </a:lnTo>
                  <a:lnTo>
                    <a:pt x="2207923" y="1432394"/>
                  </a:lnTo>
                  <a:lnTo>
                    <a:pt x="2207907" y="1432369"/>
                  </a:lnTo>
                  <a:lnTo>
                    <a:pt x="2207907" y="1432332"/>
                  </a:lnTo>
                  <a:lnTo>
                    <a:pt x="2207928" y="1432283"/>
                  </a:lnTo>
                  <a:lnTo>
                    <a:pt x="2207988" y="1432280"/>
                  </a:lnTo>
                  <a:lnTo>
                    <a:pt x="2208029" y="1432268"/>
                  </a:lnTo>
                  <a:lnTo>
                    <a:pt x="2208015" y="1432240"/>
                  </a:lnTo>
                  <a:lnTo>
                    <a:pt x="2207991" y="1432188"/>
                  </a:lnTo>
                  <a:lnTo>
                    <a:pt x="2208007" y="1432071"/>
                  </a:lnTo>
                  <a:lnTo>
                    <a:pt x="2208020" y="1431967"/>
                  </a:lnTo>
                  <a:lnTo>
                    <a:pt x="2208018" y="1431890"/>
                  </a:lnTo>
                  <a:lnTo>
                    <a:pt x="2207937" y="1431777"/>
                  </a:lnTo>
                  <a:lnTo>
                    <a:pt x="2207915" y="1431725"/>
                  </a:lnTo>
                  <a:lnTo>
                    <a:pt x="2207861" y="1431697"/>
                  </a:lnTo>
                  <a:lnTo>
                    <a:pt x="2207747" y="1431721"/>
                  </a:lnTo>
                  <a:lnTo>
                    <a:pt x="2207572" y="1431703"/>
                  </a:lnTo>
                  <a:lnTo>
                    <a:pt x="2207512" y="1431642"/>
                  </a:lnTo>
                  <a:lnTo>
                    <a:pt x="2207461" y="1431623"/>
                  </a:lnTo>
                  <a:lnTo>
                    <a:pt x="2207096" y="1431823"/>
                  </a:lnTo>
                  <a:lnTo>
                    <a:pt x="2207082" y="1431838"/>
                  </a:lnTo>
                  <a:lnTo>
                    <a:pt x="2207139" y="1432044"/>
                  </a:lnTo>
                  <a:lnTo>
                    <a:pt x="2207114" y="1432342"/>
                  </a:lnTo>
                  <a:lnTo>
                    <a:pt x="2207066" y="1432394"/>
                  </a:lnTo>
                  <a:lnTo>
                    <a:pt x="2206982" y="1432369"/>
                  </a:lnTo>
                  <a:lnTo>
                    <a:pt x="2206955" y="1432388"/>
                  </a:lnTo>
                  <a:lnTo>
                    <a:pt x="2206941" y="1432437"/>
                  </a:lnTo>
                  <a:lnTo>
                    <a:pt x="2207025" y="1432581"/>
                  </a:lnTo>
                  <a:lnTo>
                    <a:pt x="2207174" y="1432756"/>
                  </a:lnTo>
                  <a:lnTo>
                    <a:pt x="2207306" y="1433060"/>
                  </a:lnTo>
                  <a:lnTo>
                    <a:pt x="2207320" y="1433085"/>
                  </a:lnTo>
                  <a:lnTo>
                    <a:pt x="2207317" y="1433124"/>
                  </a:lnTo>
                  <a:lnTo>
                    <a:pt x="2207288" y="1433183"/>
                  </a:lnTo>
                  <a:lnTo>
                    <a:pt x="2207328" y="1433260"/>
                  </a:lnTo>
                  <a:lnTo>
                    <a:pt x="2207389" y="1433281"/>
                  </a:lnTo>
                  <a:lnTo>
                    <a:pt x="2207372" y="1433339"/>
                  </a:lnTo>
                  <a:lnTo>
                    <a:pt x="2207369" y="1433349"/>
                  </a:lnTo>
                  <a:lnTo>
                    <a:pt x="2207370" y="1433394"/>
                  </a:lnTo>
                  <a:lnTo>
                    <a:pt x="2207380" y="1433482"/>
                  </a:lnTo>
                  <a:lnTo>
                    <a:pt x="2207391" y="1433525"/>
                  </a:lnTo>
                  <a:lnTo>
                    <a:pt x="2207397" y="1433527"/>
                  </a:lnTo>
                  <a:lnTo>
                    <a:pt x="2207418" y="1433534"/>
                  </a:lnTo>
                  <a:lnTo>
                    <a:pt x="2207411" y="1433589"/>
                  </a:lnTo>
                  <a:lnTo>
                    <a:pt x="2207348" y="1433697"/>
                  </a:lnTo>
                  <a:lnTo>
                    <a:pt x="2207277" y="1433770"/>
                  </a:lnTo>
                  <a:lnTo>
                    <a:pt x="2206849" y="1434219"/>
                  </a:lnTo>
                  <a:lnTo>
                    <a:pt x="2206562" y="1434496"/>
                  </a:lnTo>
                  <a:lnTo>
                    <a:pt x="2206550" y="1434507"/>
                  </a:lnTo>
                  <a:lnTo>
                    <a:pt x="2206520" y="1434518"/>
                  </a:lnTo>
                  <a:lnTo>
                    <a:pt x="2206380" y="1434535"/>
                  </a:lnTo>
                  <a:lnTo>
                    <a:pt x="2206368" y="1434534"/>
                  </a:lnTo>
                  <a:lnTo>
                    <a:pt x="2206312" y="1434485"/>
                  </a:lnTo>
                  <a:lnTo>
                    <a:pt x="2206289" y="1434455"/>
                  </a:lnTo>
                  <a:lnTo>
                    <a:pt x="2206244" y="1434425"/>
                  </a:lnTo>
                  <a:lnTo>
                    <a:pt x="2206155" y="1434368"/>
                  </a:lnTo>
                  <a:lnTo>
                    <a:pt x="2206038" y="1434306"/>
                  </a:lnTo>
                  <a:lnTo>
                    <a:pt x="2206001" y="1434287"/>
                  </a:lnTo>
                  <a:lnTo>
                    <a:pt x="2205956" y="1434269"/>
                  </a:lnTo>
                  <a:lnTo>
                    <a:pt x="2205929" y="1434281"/>
                  </a:lnTo>
                  <a:lnTo>
                    <a:pt x="2205895" y="1434312"/>
                  </a:lnTo>
                  <a:lnTo>
                    <a:pt x="2205882" y="1434326"/>
                  </a:lnTo>
                  <a:lnTo>
                    <a:pt x="2205879" y="1434354"/>
                  </a:lnTo>
                  <a:lnTo>
                    <a:pt x="2205873" y="1434364"/>
                  </a:lnTo>
                  <a:lnTo>
                    <a:pt x="2205857" y="1434372"/>
                  </a:lnTo>
                  <a:lnTo>
                    <a:pt x="2205679" y="1434357"/>
                  </a:lnTo>
                  <a:lnTo>
                    <a:pt x="2205577" y="1434340"/>
                  </a:lnTo>
                  <a:lnTo>
                    <a:pt x="2205560" y="1434336"/>
                  </a:lnTo>
                  <a:lnTo>
                    <a:pt x="2205540" y="1434330"/>
                  </a:lnTo>
                  <a:lnTo>
                    <a:pt x="2205524" y="1434321"/>
                  </a:lnTo>
                  <a:lnTo>
                    <a:pt x="2205516" y="1434313"/>
                  </a:lnTo>
                  <a:lnTo>
                    <a:pt x="2205617" y="1434000"/>
                  </a:lnTo>
                  <a:lnTo>
                    <a:pt x="2205650" y="1433931"/>
                  </a:lnTo>
                  <a:lnTo>
                    <a:pt x="2205746" y="1433814"/>
                  </a:lnTo>
                  <a:lnTo>
                    <a:pt x="2205753" y="1433789"/>
                  </a:lnTo>
                  <a:lnTo>
                    <a:pt x="2205678" y="1433723"/>
                  </a:lnTo>
                  <a:lnTo>
                    <a:pt x="2205424" y="1433680"/>
                  </a:lnTo>
                  <a:lnTo>
                    <a:pt x="2205011" y="1433733"/>
                  </a:lnTo>
                  <a:lnTo>
                    <a:pt x="2204483" y="1433499"/>
                  </a:lnTo>
                  <a:lnTo>
                    <a:pt x="2204448" y="1433498"/>
                  </a:lnTo>
                  <a:lnTo>
                    <a:pt x="2204429" y="1433513"/>
                  </a:lnTo>
                  <a:lnTo>
                    <a:pt x="2204391" y="1433572"/>
                  </a:lnTo>
                  <a:lnTo>
                    <a:pt x="2204391" y="1433587"/>
                  </a:lnTo>
                  <a:lnTo>
                    <a:pt x="2204345" y="1433728"/>
                  </a:lnTo>
                  <a:lnTo>
                    <a:pt x="2204198" y="1433877"/>
                  </a:lnTo>
                  <a:lnTo>
                    <a:pt x="2204172" y="1433902"/>
                  </a:lnTo>
                  <a:lnTo>
                    <a:pt x="2204161" y="1433975"/>
                  </a:lnTo>
                  <a:lnTo>
                    <a:pt x="2204183" y="1434014"/>
                  </a:lnTo>
                  <a:lnTo>
                    <a:pt x="2204215" y="1434073"/>
                  </a:lnTo>
                  <a:lnTo>
                    <a:pt x="2204257" y="1434118"/>
                  </a:lnTo>
                  <a:lnTo>
                    <a:pt x="2204284" y="1434140"/>
                  </a:lnTo>
                  <a:lnTo>
                    <a:pt x="2204462" y="1434208"/>
                  </a:lnTo>
                  <a:lnTo>
                    <a:pt x="2204612" y="1434250"/>
                  </a:lnTo>
                  <a:lnTo>
                    <a:pt x="2204685" y="1434265"/>
                  </a:lnTo>
                  <a:lnTo>
                    <a:pt x="2204759" y="1434264"/>
                  </a:lnTo>
                  <a:lnTo>
                    <a:pt x="2204778" y="1434253"/>
                  </a:lnTo>
                  <a:lnTo>
                    <a:pt x="2204800" y="1434238"/>
                  </a:lnTo>
                  <a:lnTo>
                    <a:pt x="2204828" y="1434229"/>
                  </a:lnTo>
                  <a:lnTo>
                    <a:pt x="2204842" y="1434233"/>
                  </a:lnTo>
                  <a:lnTo>
                    <a:pt x="2204890" y="1434254"/>
                  </a:lnTo>
                  <a:lnTo>
                    <a:pt x="2204972" y="1434305"/>
                  </a:lnTo>
                  <a:lnTo>
                    <a:pt x="2205073" y="1434586"/>
                  </a:lnTo>
                  <a:lnTo>
                    <a:pt x="2205076" y="1434596"/>
                  </a:lnTo>
                  <a:lnTo>
                    <a:pt x="2205085" y="1434652"/>
                  </a:lnTo>
                  <a:lnTo>
                    <a:pt x="2205084" y="1434669"/>
                  </a:lnTo>
                  <a:lnTo>
                    <a:pt x="2205045" y="1434728"/>
                  </a:lnTo>
                  <a:lnTo>
                    <a:pt x="2205017" y="1434758"/>
                  </a:lnTo>
                  <a:lnTo>
                    <a:pt x="2204970" y="1434786"/>
                  </a:lnTo>
                  <a:lnTo>
                    <a:pt x="2204859" y="1434850"/>
                  </a:lnTo>
                  <a:lnTo>
                    <a:pt x="2204836" y="1434861"/>
                  </a:lnTo>
                  <a:lnTo>
                    <a:pt x="2204820" y="1434868"/>
                  </a:lnTo>
                  <a:lnTo>
                    <a:pt x="2204768" y="1434887"/>
                  </a:lnTo>
                  <a:lnTo>
                    <a:pt x="2204743" y="1434893"/>
                  </a:lnTo>
                  <a:lnTo>
                    <a:pt x="2205231" y="1437425"/>
                  </a:lnTo>
                  <a:lnTo>
                    <a:pt x="2205266" y="1437472"/>
                  </a:lnTo>
                  <a:lnTo>
                    <a:pt x="2205628" y="1437520"/>
                  </a:lnTo>
                  <a:lnTo>
                    <a:pt x="2205699" y="1437529"/>
                  </a:lnTo>
                  <a:lnTo>
                    <a:pt x="2206096" y="1437639"/>
                  </a:lnTo>
                  <a:lnTo>
                    <a:pt x="2206119" y="1437669"/>
                  </a:lnTo>
                  <a:lnTo>
                    <a:pt x="2206123" y="1437675"/>
                  </a:lnTo>
                  <a:lnTo>
                    <a:pt x="2206129" y="1437711"/>
                  </a:lnTo>
                  <a:lnTo>
                    <a:pt x="2206122" y="1437719"/>
                  </a:lnTo>
                  <a:lnTo>
                    <a:pt x="2206015" y="1437805"/>
                  </a:lnTo>
                  <a:lnTo>
                    <a:pt x="2205992" y="1437807"/>
                  </a:lnTo>
                  <a:lnTo>
                    <a:pt x="2205968" y="1437819"/>
                  </a:lnTo>
                  <a:lnTo>
                    <a:pt x="2205952" y="1437827"/>
                  </a:lnTo>
                  <a:lnTo>
                    <a:pt x="2205929" y="1437845"/>
                  </a:lnTo>
                  <a:lnTo>
                    <a:pt x="2205926" y="1437865"/>
                  </a:lnTo>
                  <a:lnTo>
                    <a:pt x="2205940" y="1437943"/>
                  </a:lnTo>
                  <a:lnTo>
                    <a:pt x="2205968" y="1438053"/>
                  </a:lnTo>
                  <a:lnTo>
                    <a:pt x="2205989" y="1438137"/>
                  </a:lnTo>
                  <a:lnTo>
                    <a:pt x="2206040" y="1438307"/>
                  </a:lnTo>
                  <a:lnTo>
                    <a:pt x="2206143" y="1438553"/>
                  </a:lnTo>
                  <a:lnTo>
                    <a:pt x="2206169" y="1438613"/>
                  </a:lnTo>
                  <a:lnTo>
                    <a:pt x="2206197" y="1438670"/>
                  </a:lnTo>
                  <a:lnTo>
                    <a:pt x="2206220" y="1438714"/>
                  </a:lnTo>
                  <a:lnTo>
                    <a:pt x="2206287" y="1438843"/>
                  </a:lnTo>
                  <a:lnTo>
                    <a:pt x="2206324" y="1438901"/>
                  </a:lnTo>
                  <a:lnTo>
                    <a:pt x="2206368" y="1438961"/>
                  </a:lnTo>
                  <a:lnTo>
                    <a:pt x="2206412" y="1439013"/>
                  </a:lnTo>
                  <a:lnTo>
                    <a:pt x="2206494" y="1439051"/>
                  </a:lnTo>
                  <a:lnTo>
                    <a:pt x="2206637" y="1439047"/>
                  </a:lnTo>
                  <a:lnTo>
                    <a:pt x="2206642" y="1439047"/>
                  </a:lnTo>
                  <a:lnTo>
                    <a:pt x="2206703" y="1439044"/>
                  </a:lnTo>
                  <a:lnTo>
                    <a:pt x="2206745" y="1439041"/>
                  </a:lnTo>
                  <a:lnTo>
                    <a:pt x="2206787" y="1439012"/>
                  </a:lnTo>
                  <a:lnTo>
                    <a:pt x="2206810" y="1438987"/>
                  </a:lnTo>
                  <a:lnTo>
                    <a:pt x="2206812" y="1438961"/>
                  </a:lnTo>
                  <a:lnTo>
                    <a:pt x="2206812" y="1438947"/>
                  </a:lnTo>
                  <a:lnTo>
                    <a:pt x="2206834" y="1438922"/>
                  </a:lnTo>
                  <a:lnTo>
                    <a:pt x="2206850" y="1438911"/>
                  </a:lnTo>
                  <a:lnTo>
                    <a:pt x="2207014" y="1438835"/>
                  </a:lnTo>
                  <a:lnTo>
                    <a:pt x="2207386" y="1438724"/>
                  </a:lnTo>
                  <a:lnTo>
                    <a:pt x="2207469" y="1438700"/>
                  </a:lnTo>
                  <a:lnTo>
                    <a:pt x="2207483" y="1438697"/>
                  </a:lnTo>
                  <a:lnTo>
                    <a:pt x="2207498" y="1438695"/>
                  </a:lnTo>
                  <a:lnTo>
                    <a:pt x="2207517" y="1438719"/>
                  </a:lnTo>
                  <a:lnTo>
                    <a:pt x="2207515" y="1438728"/>
                  </a:lnTo>
                  <a:lnTo>
                    <a:pt x="2207510" y="1438736"/>
                  </a:lnTo>
                  <a:lnTo>
                    <a:pt x="2207504" y="1438745"/>
                  </a:lnTo>
                  <a:lnTo>
                    <a:pt x="2207449" y="1438792"/>
                  </a:lnTo>
                  <a:lnTo>
                    <a:pt x="2207370" y="1438835"/>
                  </a:lnTo>
                  <a:lnTo>
                    <a:pt x="2207329" y="1438852"/>
                  </a:lnTo>
                  <a:lnTo>
                    <a:pt x="2207322" y="1438853"/>
                  </a:lnTo>
                  <a:lnTo>
                    <a:pt x="2207313" y="1438853"/>
                  </a:lnTo>
                  <a:lnTo>
                    <a:pt x="2207298" y="1438861"/>
                  </a:lnTo>
                  <a:lnTo>
                    <a:pt x="2207287" y="1438873"/>
                  </a:lnTo>
                  <a:lnTo>
                    <a:pt x="2207283" y="1438887"/>
                  </a:lnTo>
                  <a:lnTo>
                    <a:pt x="2207286" y="1438916"/>
                  </a:lnTo>
                  <a:lnTo>
                    <a:pt x="2207300" y="1438950"/>
                  </a:lnTo>
                  <a:lnTo>
                    <a:pt x="2207309" y="1438972"/>
                  </a:lnTo>
                  <a:lnTo>
                    <a:pt x="2207334" y="1439025"/>
                  </a:lnTo>
                  <a:lnTo>
                    <a:pt x="2207362" y="1439065"/>
                  </a:lnTo>
                  <a:lnTo>
                    <a:pt x="2207395" y="1439091"/>
                  </a:lnTo>
                  <a:lnTo>
                    <a:pt x="2207410" y="1439090"/>
                  </a:lnTo>
                  <a:lnTo>
                    <a:pt x="2207530" y="1439069"/>
                  </a:lnTo>
                  <a:lnTo>
                    <a:pt x="2207555" y="1439059"/>
                  </a:lnTo>
                  <a:lnTo>
                    <a:pt x="2207718" y="1438986"/>
                  </a:lnTo>
                  <a:lnTo>
                    <a:pt x="2207916" y="1438897"/>
                  </a:lnTo>
                  <a:lnTo>
                    <a:pt x="2208119" y="1438778"/>
                  </a:lnTo>
                  <a:lnTo>
                    <a:pt x="2208176" y="1438752"/>
                  </a:lnTo>
                  <a:lnTo>
                    <a:pt x="2208270" y="1438709"/>
                  </a:lnTo>
                  <a:lnTo>
                    <a:pt x="2208282" y="1438704"/>
                  </a:lnTo>
                  <a:lnTo>
                    <a:pt x="2208308" y="1438698"/>
                  </a:lnTo>
                  <a:lnTo>
                    <a:pt x="2208323" y="1438697"/>
                  </a:lnTo>
                  <a:lnTo>
                    <a:pt x="2208330" y="1438702"/>
                  </a:lnTo>
                  <a:lnTo>
                    <a:pt x="2208351" y="1438724"/>
                  </a:lnTo>
                  <a:lnTo>
                    <a:pt x="2208359" y="1438733"/>
                  </a:lnTo>
                  <a:lnTo>
                    <a:pt x="2208362" y="1438747"/>
                  </a:lnTo>
                  <a:lnTo>
                    <a:pt x="2208362" y="1438753"/>
                  </a:lnTo>
                  <a:lnTo>
                    <a:pt x="2208346" y="1438790"/>
                  </a:lnTo>
                  <a:lnTo>
                    <a:pt x="2208236" y="1438996"/>
                  </a:lnTo>
                  <a:lnTo>
                    <a:pt x="2208195" y="1439074"/>
                  </a:lnTo>
                  <a:lnTo>
                    <a:pt x="2208112" y="1439127"/>
                  </a:lnTo>
                  <a:lnTo>
                    <a:pt x="2207638" y="1439425"/>
                  </a:lnTo>
                  <a:lnTo>
                    <a:pt x="2207526" y="1439434"/>
                  </a:lnTo>
                  <a:lnTo>
                    <a:pt x="2207488" y="1439439"/>
                  </a:lnTo>
                  <a:lnTo>
                    <a:pt x="2207444" y="1439473"/>
                  </a:lnTo>
                  <a:lnTo>
                    <a:pt x="2207408" y="1439503"/>
                  </a:lnTo>
                  <a:lnTo>
                    <a:pt x="2207403" y="1439507"/>
                  </a:lnTo>
                  <a:lnTo>
                    <a:pt x="2207299" y="1439594"/>
                  </a:lnTo>
                  <a:lnTo>
                    <a:pt x="2207296" y="1439609"/>
                  </a:lnTo>
                  <a:lnTo>
                    <a:pt x="2207183" y="1440047"/>
                  </a:lnTo>
                  <a:lnTo>
                    <a:pt x="2206997" y="1440411"/>
                  </a:lnTo>
                  <a:lnTo>
                    <a:pt x="2206983" y="1440433"/>
                  </a:lnTo>
                  <a:lnTo>
                    <a:pt x="2206972" y="1440446"/>
                  </a:lnTo>
                  <a:lnTo>
                    <a:pt x="2206941" y="1440483"/>
                  </a:lnTo>
                  <a:lnTo>
                    <a:pt x="2206931" y="1440492"/>
                  </a:lnTo>
                  <a:lnTo>
                    <a:pt x="2206856" y="1440551"/>
                  </a:lnTo>
                  <a:lnTo>
                    <a:pt x="2206760" y="1440624"/>
                  </a:lnTo>
                  <a:lnTo>
                    <a:pt x="2206751" y="1440631"/>
                  </a:lnTo>
                  <a:lnTo>
                    <a:pt x="2206743" y="1440636"/>
                  </a:lnTo>
                  <a:lnTo>
                    <a:pt x="2206598" y="1440682"/>
                  </a:lnTo>
                  <a:lnTo>
                    <a:pt x="2206584" y="1440680"/>
                  </a:lnTo>
                  <a:lnTo>
                    <a:pt x="2206562" y="1440676"/>
                  </a:lnTo>
                  <a:lnTo>
                    <a:pt x="2206547" y="1440666"/>
                  </a:lnTo>
                  <a:lnTo>
                    <a:pt x="2206462" y="1440659"/>
                  </a:lnTo>
                  <a:lnTo>
                    <a:pt x="2206449" y="1440657"/>
                  </a:lnTo>
                  <a:lnTo>
                    <a:pt x="2206434" y="1440658"/>
                  </a:lnTo>
                  <a:lnTo>
                    <a:pt x="2206425" y="1440659"/>
                  </a:lnTo>
                  <a:lnTo>
                    <a:pt x="2206419" y="1440661"/>
                  </a:lnTo>
                  <a:lnTo>
                    <a:pt x="2206414" y="1440668"/>
                  </a:lnTo>
                  <a:lnTo>
                    <a:pt x="2206382" y="1440813"/>
                  </a:lnTo>
                  <a:lnTo>
                    <a:pt x="2206366" y="1440903"/>
                  </a:lnTo>
                  <a:lnTo>
                    <a:pt x="2206367" y="1440975"/>
                  </a:lnTo>
                  <a:lnTo>
                    <a:pt x="2206375" y="1441038"/>
                  </a:lnTo>
                  <a:lnTo>
                    <a:pt x="2206386" y="1441110"/>
                  </a:lnTo>
                  <a:lnTo>
                    <a:pt x="2206400" y="1441197"/>
                  </a:lnTo>
                  <a:lnTo>
                    <a:pt x="2206420" y="1441320"/>
                  </a:lnTo>
                  <a:lnTo>
                    <a:pt x="2206426" y="1441344"/>
                  </a:lnTo>
                  <a:lnTo>
                    <a:pt x="2206428" y="1441354"/>
                  </a:lnTo>
                  <a:lnTo>
                    <a:pt x="2206433" y="1441373"/>
                  </a:lnTo>
                  <a:lnTo>
                    <a:pt x="2206452" y="1441424"/>
                  </a:lnTo>
                  <a:lnTo>
                    <a:pt x="2206479" y="1441466"/>
                  </a:lnTo>
                  <a:lnTo>
                    <a:pt x="2206497" y="1441484"/>
                  </a:lnTo>
                  <a:lnTo>
                    <a:pt x="2206515" y="1441501"/>
                  </a:lnTo>
                  <a:lnTo>
                    <a:pt x="2206558" y="1441528"/>
                  </a:lnTo>
                  <a:lnTo>
                    <a:pt x="2206568" y="1441527"/>
                  </a:lnTo>
                  <a:lnTo>
                    <a:pt x="2206791" y="1441606"/>
                  </a:lnTo>
                  <a:lnTo>
                    <a:pt x="2206876" y="1441851"/>
                  </a:lnTo>
                  <a:lnTo>
                    <a:pt x="2206910" y="1441934"/>
                  </a:lnTo>
                  <a:lnTo>
                    <a:pt x="2206983" y="1442064"/>
                  </a:lnTo>
                  <a:lnTo>
                    <a:pt x="2207043" y="1442162"/>
                  </a:lnTo>
                  <a:lnTo>
                    <a:pt x="2207090" y="1442212"/>
                  </a:lnTo>
                  <a:lnTo>
                    <a:pt x="2207153" y="1442255"/>
                  </a:lnTo>
                  <a:lnTo>
                    <a:pt x="2207193" y="1442266"/>
                  </a:lnTo>
                  <a:lnTo>
                    <a:pt x="2207285" y="1442227"/>
                  </a:lnTo>
                  <a:lnTo>
                    <a:pt x="2207665" y="1442084"/>
                  </a:lnTo>
                  <a:lnTo>
                    <a:pt x="2207880" y="1442003"/>
                  </a:lnTo>
                  <a:lnTo>
                    <a:pt x="2208090" y="1442006"/>
                  </a:lnTo>
                  <a:lnTo>
                    <a:pt x="2208159" y="1441989"/>
                  </a:lnTo>
                  <a:lnTo>
                    <a:pt x="2208399" y="1441929"/>
                  </a:lnTo>
                  <a:lnTo>
                    <a:pt x="2208557" y="1441882"/>
                  </a:lnTo>
                  <a:lnTo>
                    <a:pt x="2208572" y="1441878"/>
                  </a:lnTo>
                  <a:lnTo>
                    <a:pt x="2208593" y="1441873"/>
                  </a:lnTo>
                  <a:lnTo>
                    <a:pt x="2208614" y="1441873"/>
                  </a:lnTo>
                  <a:lnTo>
                    <a:pt x="2208735" y="1441892"/>
                  </a:lnTo>
                  <a:lnTo>
                    <a:pt x="2208741" y="1441906"/>
                  </a:lnTo>
                  <a:lnTo>
                    <a:pt x="2208521" y="1442054"/>
                  </a:lnTo>
                  <a:lnTo>
                    <a:pt x="2208370" y="1442131"/>
                  </a:lnTo>
                  <a:lnTo>
                    <a:pt x="2208345" y="1442143"/>
                  </a:lnTo>
                  <a:lnTo>
                    <a:pt x="2208240" y="1442194"/>
                  </a:lnTo>
                  <a:lnTo>
                    <a:pt x="2208026" y="1442331"/>
                  </a:lnTo>
                  <a:lnTo>
                    <a:pt x="2208022" y="1442346"/>
                  </a:lnTo>
                  <a:lnTo>
                    <a:pt x="2208013" y="1442392"/>
                  </a:lnTo>
                  <a:lnTo>
                    <a:pt x="2208012" y="1442410"/>
                  </a:lnTo>
                  <a:lnTo>
                    <a:pt x="2208013" y="1442423"/>
                  </a:lnTo>
                  <a:lnTo>
                    <a:pt x="2208014" y="1442435"/>
                  </a:lnTo>
                  <a:lnTo>
                    <a:pt x="2208016" y="1442450"/>
                  </a:lnTo>
                  <a:lnTo>
                    <a:pt x="2208033" y="1442505"/>
                  </a:lnTo>
                  <a:lnTo>
                    <a:pt x="2208063" y="1442545"/>
                  </a:lnTo>
                  <a:lnTo>
                    <a:pt x="2208076" y="1442561"/>
                  </a:lnTo>
                  <a:lnTo>
                    <a:pt x="2208177" y="1442554"/>
                  </a:lnTo>
                  <a:lnTo>
                    <a:pt x="2208223" y="1442549"/>
                  </a:lnTo>
                  <a:lnTo>
                    <a:pt x="2208706" y="1442495"/>
                  </a:lnTo>
                  <a:lnTo>
                    <a:pt x="2208795" y="1442460"/>
                  </a:lnTo>
                  <a:lnTo>
                    <a:pt x="2208914" y="1442414"/>
                  </a:lnTo>
                  <a:lnTo>
                    <a:pt x="2208970" y="1442392"/>
                  </a:lnTo>
                  <a:lnTo>
                    <a:pt x="2208981" y="1442374"/>
                  </a:lnTo>
                  <a:lnTo>
                    <a:pt x="2209006" y="1442372"/>
                  </a:lnTo>
                  <a:lnTo>
                    <a:pt x="2209040" y="1442380"/>
                  </a:lnTo>
                  <a:lnTo>
                    <a:pt x="2209134" y="1442426"/>
                  </a:lnTo>
                  <a:lnTo>
                    <a:pt x="2209141" y="1442431"/>
                  </a:lnTo>
                  <a:lnTo>
                    <a:pt x="2209220" y="1442540"/>
                  </a:lnTo>
                  <a:lnTo>
                    <a:pt x="2209225" y="1442578"/>
                  </a:lnTo>
                  <a:lnTo>
                    <a:pt x="2209216" y="1442651"/>
                  </a:lnTo>
                  <a:lnTo>
                    <a:pt x="2209142" y="1442839"/>
                  </a:lnTo>
                  <a:lnTo>
                    <a:pt x="2209096" y="1442926"/>
                  </a:lnTo>
                  <a:lnTo>
                    <a:pt x="2209021" y="1442986"/>
                  </a:lnTo>
                  <a:lnTo>
                    <a:pt x="2208737" y="1443191"/>
                  </a:lnTo>
                  <a:lnTo>
                    <a:pt x="2208534" y="1443334"/>
                  </a:lnTo>
                  <a:lnTo>
                    <a:pt x="2208446" y="1443369"/>
                  </a:lnTo>
                  <a:lnTo>
                    <a:pt x="2208401" y="1443359"/>
                  </a:lnTo>
                  <a:lnTo>
                    <a:pt x="2208374" y="1443349"/>
                  </a:lnTo>
                  <a:lnTo>
                    <a:pt x="2208368" y="1443340"/>
                  </a:lnTo>
                  <a:lnTo>
                    <a:pt x="2208272" y="1443320"/>
                  </a:lnTo>
                  <a:lnTo>
                    <a:pt x="2208177" y="1443301"/>
                  </a:lnTo>
                  <a:lnTo>
                    <a:pt x="2207986" y="1443350"/>
                  </a:lnTo>
                  <a:lnTo>
                    <a:pt x="2207889" y="1443388"/>
                  </a:lnTo>
                  <a:lnTo>
                    <a:pt x="2207797" y="1443497"/>
                  </a:lnTo>
                  <a:lnTo>
                    <a:pt x="2207578" y="1443605"/>
                  </a:lnTo>
                  <a:lnTo>
                    <a:pt x="2207572" y="1443606"/>
                  </a:lnTo>
                  <a:lnTo>
                    <a:pt x="2207556" y="1443602"/>
                  </a:lnTo>
                  <a:lnTo>
                    <a:pt x="2207546" y="1443598"/>
                  </a:lnTo>
                  <a:lnTo>
                    <a:pt x="2207532" y="1443591"/>
                  </a:lnTo>
                  <a:lnTo>
                    <a:pt x="2207483" y="1443564"/>
                  </a:lnTo>
                  <a:lnTo>
                    <a:pt x="2207441" y="1443539"/>
                  </a:lnTo>
                  <a:lnTo>
                    <a:pt x="2207241" y="1443631"/>
                  </a:lnTo>
                  <a:lnTo>
                    <a:pt x="2206892" y="1444094"/>
                  </a:lnTo>
                  <a:lnTo>
                    <a:pt x="2206828" y="1444182"/>
                  </a:lnTo>
                  <a:lnTo>
                    <a:pt x="2206801" y="1444222"/>
                  </a:lnTo>
                  <a:lnTo>
                    <a:pt x="2206770" y="1444267"/>
                  </a:lnTo>
                  <a:lnTo>
                    <a:pt x="2206740" y="1444331"/>
                  </a:lnTo>
                  <a:lnTo>
                    <a:pt x="2206722" y="1444387"/>
                  </a:lnTo>
                  <a:lnTo>
                    <a:pt x="2206716" y="1444406"/>
                  </a:lnTo>
                  <a:lnTo>
                    <a:pt x="2206715" y="1444460"/>
                  </a:lnTo>
                  <a:lnTo>
                    <a:pt x="2206728" y="1444500"/>
                  </a:lnTo>
                  <a:lnTo>
                    <a:pt x="2206732" y="1444505"/>
                  </a:lnTo>
                  <a:lnTo>
                    <a:pt x="2206785" y="1444557"/>
                  </a:lnTo>
                  <a:lnTo>
                    <a:pt x="2206795" y="1444566"/>
                  </a:lnTo>
                  <a:lnTo>
                    <a:pt x="2206869" y="1444685"/>
                  </a:lnTo>
                  <a:lnTo>
                    <a:pt x="2206912" y="1444815"/>
                  </a:lnTo>
                  <a:lnTo>
                    <a:pt x="2206946" y="1444975"/>
                  </a:lnTo>
                  <a:lnTo>
                    <a:pt x="2206991" y="1445200"/>
                  </a:lnTo>
                  <a:lnTo>
                    <a:pt x="2206941" y="1445237"/>
                  </a:lnTo>
                  <a:lnTo>
                    <a:pt x="2206901" y="1445269"/>
                  </a:lnTo>
                  <a:lnTo>
                    <a:pt x="2206895" y="1445275"/>
                  </a:lnTo>
                  <a:lnTo>
                    <a:pt x="2206838" y="1445415"/>
                  </a:lnTo>
                  <a:lnTo>
                    <a:pt x="2206834" y="1445425"/>
                  </a:lnTo>
                  <a:lnTo>
                    <a:pt x="2206810" y="1445523"/>
                  </a:lnTo>
                  <a:lnTo>
                    <a:pt x="2206818" y="1445548"/>
                  </a:lnTo>
                  <a:lnTo>
                    <a:pt x="2206824" y="1445568"/>
                  </a:lnTo>
                  <a:lnTo>
                    <a:pt x="2206833" y="1445586"/>
                  </a:lnTo>
                  <a:lnTo>
                    <a:pt x="2206859" y="1445609"/>
                  </a:lnTo>
                  <a:lnTo>
                    <a:pt x="2206894" y="1445631"/>
                  </a:lnTo>
                  <a:lnTo>
                    <a:pt x="2206913" y="1445639"/>
                  </a:lnTo>
                  <a:lnTo>
                    <a:pt x="2206961" y="1445686"/>
                  </a:lnTo>
                  <a:lnTo>
                    <a:pt x="2206994" y="1445750"/>
                  </a:lnTo>
                  <a:lnTo>
                    <a:pt x="2207017" y="1445842"/>
                  </a:lnTo>
                  <a:lnTo>
                    <a:pt x="2207020" y="1445853"/>
                  </a:lnTo>
                  <a:lnTo>
                    <a:pt x="2207034" y="1445928"/>
                  </a:lnTo>
                  <a:lnTo>
                    <a:pt x="2207037" y="1445942"/>
                  </a:lnTo>
                  <a:lnTo>
                    <a:pt x="2207213" y="1446395"/>
                  </a:lnTo>
                  <a:lnTo>
                    <a:pt x="2207255" y="1446538"/>
                  </a:lnTo>
                  <a:lnTo>
                    <a:pt x="2207256" y="1446595"/>
                  </a:lnTo>
                  <a:lnTo>
                    <a:pt x="2207250" y="1446614"/>
                  </a:lnTo>
                  <a:lnTo>
                    <a:pt x="2207174" y="1446649"/>
                  </a:lnTo>
                  <a:lnTo>
                    <a:pt x="2207055" y="1446695"/>
                  </a:lnTo>
                  <a:lnTo>
                    <a:pt x="2206990" y="1446710"/>
                  </a:lnTo>
                  <a:lnTo>
                    <a:pt x="2206937" y="1446722"/>
                  </a:lnTo>
                  <a:lnTo>
                    <a:pt x="2206874" y="1446756"/>
                  </a:lnTo>
                  <a:lnTo>
                    <a:pt x="2206843" y="1446781"/>
                  </a:lnTo>
                  <a:lnTo>
                    <a:pt x="2206833" y="1446812"/>
                  </a:lnTo>
                  <a:lnTo>
                    <a:pt x="2206896" y="1446951"/>
                  </a:lnTo>
                  <a:lnTo>
                    <a:pt x="2206911" y="1446979"/>
                  </a:lnTo>
                  <a:lnTo>
                    <a:pt x="2206921" y="1446998"/>
                  </a:lnTo>
                  <a:lnTo>
                    <a:pt x="2206935" y="1447021"/>
                  </a:lnTo>
                  <a:lnTo>
                    <a:pt x="2206975" y="1447085"/>
                  </a:lnTo>
                  <a:lnTo>
                    <a:pt x="2207056" y="1447183"/>
                  </a:lnTo>
                  <a:lnTo>
                    <a:pt x="2207068" y="1447192"/>
                  </a:lnTo>
                  <a:lnTo>
                    <a:pt x="2207083" y="1447193"/>
                  </a:lnTo>
                  <a:lnTo>
                    <a:pt x="2207429" y="1447043"/>
                  </a:lnTo>
                  <a:lnTo>
                    <a:pt x="2207580" y="1446926"/>
                  </a:lnTo>
                  <a:lnTo>
                    <a:pt x="2207602" y="1446909"/>
                  </a:lnTo>
                  <a:lnTo>
                    <a:pt x="2207627" y="1446878"/>
                  </a:lnTo>
                  <a:lnTo>
                    <a:pt x="2207656" y="1446850"/>
                  </a:lnTo>
                  <a:lnTo>
                    <a:pt x="2208075" y="1446679"/>
                  </a:lnTo>
                  <a:lnTo>
                    <a:pt x="2208148" y="1446669"/>
                  </a:lnTo>
                  <a:lnTo>
                    <a:pt x="2208201" y="1446680"/>
                  </a:lnTo>
                  <a:lnTo>
                    <a:pt x="2208250" y="1446704"/>
                  </a:lnTo>
                  <a:lnTo>
                    <a:pt x="2208260" y="1446717"/>
                  </a:lnTo>
                  <a:lnTo>
                    <a:pt x="2208265" y="1446795"/>
                  </a:lnTo>
                  <a:lnTo>
                    <a:pt x="2208263" y="1446815"/>
                  </a:lnTo>
                  <a:lnTo>
                    <a:pt x="2207976" y="1447114"/>
                  </a:lnTo>
                  <a:lnTo>
                    <a:pt x="2207696" y="1447350"/>
                  </a:lnTo>
                  <a:lnTo>
                    <a:pt x="2207527" y="1447491"/>
                  </a:lnTo>
                  <a:lnTo>
                    <a:pt x="2207042" y="1447792"/>
                  </a:lnTo>
                  <a:lnTo>
                    <a:pt x="2206670" y="1447971"/>
                  </a:lnTo>
                  <a:lnTo>
                    <a:pt x="2206614" y="1448053"/>
                  </a:lnTo>
                  <a:lnTo>
                    <a:pt x="2206581" y="1448124"/>
                  </a:lnTo>
                  <a:lnTo>
                    <a:pt x="2206569" y="1448148"/>
                  </a:lnTo>
                  <a:lnTo>
                    <a:pt x="2206366" y="1448407"/>
                  </a:lnTo>
                  <a:lnTo>
                    <a:pt x="2206340" y="1448414"/>
                  </a:lnTo>
                  <a:lnTo>
                    <a:pt x="2206217" y="1448417"/>
                  </a:lnTo>
                  <a:lnTo>
                    <a:pt x="2206206" y="1448416"/>
                  </a:lnTo>
                  <a:lnTo>
                    <a:pt x="2206030" y="1448379"/>
                  </a:lnTo>
                  <a:lnTo>
                    <a:pt x="2206016" y="1448374"/>
                  </a:lnTo>
                  <a:lnTo>
                    <a:pt x="2205628" y="1448107"/>
                  </a:lnTo>
                  <a:lnTo>
                    <a:pt x="2205620" y="1448101"/>
                  </a:lnTo>
                  <a:lnTo>
                    <a:pt x="2205587" y="1448076"/>
                  </a:lnTo>
                  <a:lnTo>
                    <a:pt x="2205575" y="1448058"/>
                  </a:lnTo>
                  <a:lnTo>
                    <a:pt x="2205544" y="1447964"/>
                  </a:lnTo>
                  <a:lnTo>
                    <a:pt x="2205559" y="1447924"/>
                  </a:lnTo>
                  <a:lnTo>
                    <a:pt x="2205833" y="1447687"/>
                  </a:lnTo>
                  <a:lnTo>
                    <a:pt x="2205904" y="1447633"/>
                  </a:lnTo>
                  <a:lnTo>
                    <a:pt x="2205918" y="1447633"/>
                  </a:lnTo>
                  <a:lnTo>
                    <a:pt x="2206066" y="1447346"/>
                  </a:lnTo>
                  <a:lnTo>
                    <a:pt x="2206107" y="1446988"/>
                  </a:lnTo>
                  <a:lnTo>
                    <a:pt x="2206108" y="1446977"/>
                  </a:lnTo>
                  <a:lnTo>
                    <a:pt x="2206110" y="1446866"/>
                  </a:lnTo>
                  <a:lnTo>
                    <a:pt x="2206105" y="1446855"/>
                  </a:lnTo>
                  <a:lnTo>
                    <a:pt x="2206050" y="1446833"/>
                  </a:lnTo>
                  <a:lnTo>
                    <a:pt x="2206032" y="1446826"/>
                  </a:lnTo>
                  <a:lnTo>
                    <a:pt x="2206018" y="1446823"/>
                  </a:lnTo>
                  <a:lnTo>
                    <a:pt x="2205891" y="1446794"/>
                  </a:lnTo>
                  <a:lnTo>
                    <a:pt x="2205820" y="1446792"/>
                  </a:lnTo>
                  <a:lnTo>
                    <a:pt x="2205726" y="1446790"/>
                  </a:lnTo>
                  <a:lnTo>
                    <a:pt x="2205701" y="1446798"/>
                  </a:lnTo>
                  <a:lnTo>
                    <a:pt x="2205588" y="1446837"/>
                  </a:lnTo>
                  <a:lnTo>
                    <a:pt x="2205553" y="1446849"/>
                  </a:lnTo>
                  <a:lnTo>
                    <a:pt x="2205527" y="1446858"/>
                  </a:lnTo>
                  <a:lnTo>
                    <a:pt x="2205090" y="1447109"/>
                  </a:lnTo>
                  <a:lnTo>
                    <a:pt x="2205065" y="1447123"/>
                  </a:lnTo>
                  <a:lnTo>
                    <a:pt x="2204913" y="1447329"/>
                  </a:lnTo>
                  <a:lnTo>
                    <a:pt x="2204879" y="1447411"/>
                  </a:lnTo>
                  <a:lnTo>
                    <a:pt x="2204791" y="1447624"/>
                  </a:lnTo>
                  <a:lnTo>
                    <a:pt x="2204705" y="1447733"/>
                  </a:lnTo>
                  <a:lnTo>
                    <a:pt x="2204693" y="1447739"/>
                  </a:lnTo>
                  <a:lnTo>
                    <a:pt x="2204081" y="1448013"/>
                  </a:lnTo>
                  <a:lnTo>
                    <a:pt x="2203843" y="1448108"/>
                  </a:lnTo>
                  <a:lnTo>
                    <a:pt x="2203751" y="1448129"/>
                  </a:lnTo>
                  <a:lnTo>
                    <a:pt x="2203679" y="1448145"/>
                  </a:lnTo>
                  <a:lnTo>
                    <a:pt x="2203573" y="1448175"/>
                  </a:lnTo>
                  <a:lnTo>
                    <a:pt x="2203549" y="1448182"/>
                  </a:lnTo>
                  <a:lnTo>
                    <a:pt x="2202754" y="1448679"/>
                  </a:lnTo>
                  <a:lnTo>
                    <a:pt x="2202707" y="1448778"/>
                  </a:lnTo>
                  <a:lnTo>
                    <a:pt x="2202629" y="1448946"/>
                  </a:lnTo>
                  <a:lnTo>
                    <a:pt x="2202632" y="1448955"/>
                  </a:lnTo>
                  <a:lnTo>
                    <a:pt x="2202575" y="1449050"/>
                  </a:lnTo>
                  <a:lnTo>
                    <a:pt x="2202560" y="1449061"/>
                  </a:lnTo>
                  <a:lnTo>
                    <a:pt x="2202511" y="1449084"/>
                  </a:lnTo>
                  <a:lnTo>
                    <a:pt x="2202427" y="1449121"/>
                  </a:lnTo>
                  <a:lnTo>
                    <a:pt x="2202360" y="1449128"/>
                  </a:lnTo>
                  <a:lnTo>
                    <a:pt x="2202340" y="1449129"/>
                  </a:lnTo>
                  <a:lnTo>
                    <a:pt x="2202328" y="1449129"/>
                  </a:lnTo>
                  <a:lnTo>
                    <a:pt x="2202185" y="1449127"/>
                  </a:lnTo>
                  <a:lnTo>
                    <a:pt x="2202046" y="1449108"/>
                  </a:lnTo>
                  <a:lnTo>
                    <a:pt x="2202020" y="1449104"/>
                  </a:lnTo>
                  <a:lnTo>
                    <a:pt x="2202014" y="1449103"/>
                  </a:lnTo>
                  <a:lnTo>
                    <a:pt x="2201974" y="1449097"/>
                  </a:lnTo>
                  <a:lnTo>
                    <a:pt x="2201945" y="1449099"/>
                  </a:lnTo>
                  <a:lnTo>
                    <a:pt x="2201920" y="1449123"/>
                  </a:lnTo>
                  <a:lnTo>
                    <a:pt x="2201628" y="1449195"/>
                  </a:lnTo>
                  <a:lnTo>
                    <a:pt x="2201256" y="1449223"/>
                  </a:lnTo>
                  <a:lnTo>
                    <a:pt x="2200740" y="1449163"/>
                  </a:lnTo>
                  <a:lnTo>
                    <a:pt x="2200745" y="1449104"/>
                  </a:lnTo>
                  <a:lnTo>
                    <a:pt x="2200589" y="1448965"/>
                  </a:lnTo>
                  <a:lnTo>
                    <a:pt x="2200199" y="1448831"/>
                  </a:lnTo>
                  <a:lnTo>
                    <a:pt x="2200080" y="1448808"/>
                  </a:lnTo>
                  <a:lnTo>
                    <a:pt x="2199888" y="1448843"/>
                  </a:lnTo>
                  <a:lnTo>
                    <a:pt x="2199661" y="1449030"/>
                  </a:lnTo>
                  <a:lnTo>
                    <a:pt x="2199290" y="1449402"/>
                  </a:lnTo>
                  <a:lnTo>
                    <a:pt x="2199168" y="1449555"/>
                  </a:lnTo>
                  <a:lnTo>
                    <a:pt x="2199123" y="1449691"/>
                  </a:lnTo>
                  <a:lnTo>
                    <a:pt x="2199090" y="1449971"/>
                  </a:lnTo>
                  <a:lnTo>
                    <a:pt x="2198999" y="1450120"/>
                  </a:lnTo>
                  <a:lnTo>
                    <a:pt x="2198844" y="1450257"/>
                  </a:lnTo>
                  <a:lnTo>
                    <a:pt x="2198645" y="1450295"/>
                  </a:lnTo>
                  <a:lnTo>
                    <a:pt x="2198622" y="1450332"/>
                  </a:lnTo>
                  <a:lnTo>
                    <a:pt x="2198609" y="1450494"/>
                  </a:lnTo>
                  <a:lnTo>
                    <a:pt x="2198647" y="1450565"/>
                  </a:lnTo>
                  <a:lnTo>
                    <a:pt x="2198959" y="1450910"/>
                  </a:lnTo>
                  <a:lnTo>
                    <a:pt x="2199233" y="1451120"/>
                  </a:lnTo>
                  <a:lnTo>
                    <a:pt x="2199321" y="1451242"/>
                  </a:lnTo>
                  <a:lnTo>
                    <a:pt x="2199273" y="1451297"/>
                  </a:lnTo>
                  <a:lnTo>
                    <a:pt x="2198945" y="1451371"/>
                  </a:lnTo>
                  <a:lnTo>
                    <a:pt x="2198767" y="1451391"/>
                  </a:lnTo>
                  <a:lnTo>
                    <a:pt x="2198727" y="1451478"/>
                  </a:lnTo>
                  <a:lnTo>
                    <a:pt x="2198832" y="1451736"/>
                  </a:lnTo>
                  <a:lnTo>
                    <a:pt x="2198801" y="1451849"/>
                  </a:lnTo>
                  <a:lnTo>
                    <a:pt x="2198732" y="1451955"/>
                  </a:lnTo>
                  <a:lnTo>
                    <a:pt x="2198657" y="1451985"/>
                  </a:lnTo>
                  <a:lnTo>
                    <a:pt x="2198231" y="1452045"/>
                  </a:lnTo>
                  <a:lnTo>
                    <a:pt x="2198059" y="1451962"/>
                  </a:lnTo>
                  <a:lnTo>
                    <a:pt x="2198006" y="1451957"/>
                  </a:lnTo>
                  <a:lnTo>
                    <a:pt x="2197604" y="1452223"/>
                  </a:lnTo>
                  <a:lnTo>
                    <a:pt x="2197155" y="1452621"/>
                  </a:lnTo>
                  <a:lnTo>
                    <a:pt x="2197075" y="1452835"/>
                  </a:lnTo>
                  <a:lnTo>
                    <a:pt x="2197106" y="1452906"/>
                  </a:lnTo>
                  <a:lnTo>
                    <a:pt x="2196968" y="1453229"/>
                  </a:lnTo>
                  <a:lnTo>
                    <a:pt x="2196716" y="1453526"/>
                  </a:lnTo>
                  <a:lnTo>
                    <a:pt x="2196396" y="1453821"/>
                  </a:lnTo>
                  <a:lnTo>
                    <a:pt x="2196205" y="1453847"/>
                  </a:lnTo>
                  <a:lnTo>
                    <a:pt x="2196164" y="1453843"/>
                  </a:lnTo>
                  <a:lnTo>
                    <a:pt x="2196045" y="1453751"/>
                  </a:lnTo>
                  <a:lnTo>
                    <a:pt x="2195903" y="1453735"/>
                  </a:lnTo>
                  <a:lnTo>
                    <a:pt x="2195724" y="1453850"/>
                  </a:lnTo>
                  <a:lnTo>
                    <a:pt x="2195644" y="1453882"/>
                  </a:lnTo>
                  <a:lnTo>
                    <a:pt x="2195589" y="1453904"/>
                  </a:lnTo>
                  <a:lnTo>
                    <a:pt x="2195459" y="1453866"/>
                  </a:lnTo>
                  <a:lnTo>
                    <a:pt x="2195440" y="1453808"/>
                  </a:lnTo>
                  <a:lnTo>
                    <a:pt x="2195386" y="1453651"/>
                  </a:lnTo>
                  <a:lnTo>
                    <a:pt x="2195268" y="1453589"/>
                  </a:lnTo>
                  <a:lnTo>
                    <a:pt x="2195143" y="1453547"/>
                  </a:lnTo>
                  <a:lnTo>
                    <a:pt x="2195001" y="1453651"/>
                  </a:lnTo>
                  <a:lnTo>
                    <a:pt x="2194818" y="1453674"/>
                  </a:lnTo>
                  <a:lnTo>
                    <a:pt x="2194710" y="1453609"/>
                  </a:lnTo>
                  <a:lnTo>
                    <a:pt x="2194740" y="1453486"/>
                  </a:lnTo>
                  <a:lnTo>
                    <a:pt x="2194737" y="1453417"/>
                  </a:lnTo>
                  <a:lnTo>
                    <a:pt x="2194676" y="1453401"/>
                  </a:lnTo>
                  <a:lnTo>
                    <a:pt x="2194544" y="1453455"/>
                  </a:lnTo>
                  <a:lnTo>
                    <a:pt x="2194426" y="1453559"/>
                  </a:lnTo>
                  <a:lnTo>
                    <a:pt x="2194331" y="1453505"/>
                  </a:lnTo>
                  <a:lnTo>
                    <a:pt x="2194257" y="1453478"/>
                  </a:lnTo>
                  <a:lnTo>
                    <a:pt x="2194169" y="1453497"/>
                  </a:lnTo>
                  <a:lnTo>
                    <a:pt x="2194122" y="1453467"/>
                  </a:lnTo>
                  <a:lnTo>
                    <a:pt x="2194139" y="1453405"/>
                  </a:lnTo>
                  <a:lnTo>
                    <a:pt x="2194203" y="1453317"/>
                  </a:lnTo>
                  <a:lnTo>
                    <a:pt x="2194304" y="1453256"/>
                  </a:lnTo>
                  <a:lnTo>
                    <a:pt x="2194355" y="1453087"/>
                  </a:lnTo>
                  <a:lnTo>
                    <a:pt x="2194362" y="1452956"/>
                  </a:lnTo>
                  <a:lnTo>
                    <a:pt x="2194355" y="1452887"/>
                  </a:lnTo>
                  <a:lnTo>
                    <a:pt x="2194277" y="1452895"/>
                  </a:lnTo>
                  <a:lnTo>
                    <a:pt x="2193963" y="1453079"/>
                  </a:lnTo>
                  <a:lnTo>
                    <a:pt x="2193834" y="1453110"/>
                  </a:lnTo>
                  <a:lnTo>
                    <a:pt x="2193797" y="1453045"/>
                  </a:lnTo>
                  <a:lnTo>
                    <a:pt x="2193818" y="1452968"/>
                  </a:lnTo>
                  <a:lnTo>
                    <a:pt x="2194031" y="1452895"/>
                  </a:lnTo>
                  <a:lnTo>
                    <a:pt x="2194085" y="1452833"/>
                  </a:lnTo>
                  <a:lnTo>
                    <a:pt x="2194041" y="1452784"/>
                  </a:lnTo>
                  <a:lnTo>
                    <a:pt x="2193993" y="1452649"/>
                  </a:lnTo>
                  <a:lnTo>
                    <a:pt x="2194052" y="1452543"/>
                  </a:lnTo>
                  <a:lnTo>
                    <a:pt x="2194158" y="1452505"/>
                  </a:lnTo>
                  <a:lnTo>
                    <a:pt x="2194225" y="1452524"/>
                  </a:lnTo>
                  <a:lnTo>
                    <a:pt x="2194278" y="1452495"/>
                  </a:lnTo>
                  <a:lnTo>
                    <a:pt x="2194284" y="1452482"/>
                  </a:lnTo>
                  <a:lnTo>
                    <a:pt x="2194326" y="1452385"/>
                  </a:lnTo>
                  <a:lnTo>
                    <a:pt x="2194298" y="1452300"/>
                  </a:lnTo>
                  <a:lnTo>
                    <a:pt x="2194243" y="1452223"/>
                  </a:lnTo>
                  <a:lnTo>
                    <a:pt x="2194176" y="1452223"/>
                  </a:lnTo>
                  <a:lnTo>
                    <a:pt x="2194136" y="1452225"/>
                  </a:lnTo>
                  <a:lnTo>
                    <a:pt x="2194027" y="1452246"/>
                  </a:lnTo>
                  <a:lnTo>
                    <a:pt x="2193943" y="1452281"/>
                  </a:lnTo>
                  <a:lnTo>
                    <a:pt x="2193902" y="1452239"/>
                  </a:lnTo>
                  <a:lnTo>
                    <a:pt x="2193916" y="1452185"/>
                  </a:lnTo>
                  <a:lnTo>
                    <a:pt x="2193980" y="1452177"/>
                  </a:lnTo>
                  <a:lnTo>
                    <a:pt x="2194079" y="1452123"/>
                  </a:lnTo>
                  <a:lnTo>
                    <a:pt x="2194227" y="1452031"/>
                  </a:lnTo>
                  <a:lnTo>
                    <a:pt x="2194382" y="1451959"/>
                  </a:lnTo>
                  <a:lnTo>
                    <a:pt x="2194527" y="1451862"/>
                  </a:lnTo>
                  <a:lnTo>
                    <a:pt x="2194532" y="1451827"/>
                  </a:lnTo>
                  <a:lnTo>
                    <a:pt x="2194544" y="1451802"/>
                  </a:lnTo>
                  <a:lnTo>
                    <a:pt x="2194469" y="1451538"/>
                  </a:lnTo>
                  <a:lnTo>
                    <a:pt x="2194331" y="1451498"/>
                  </a:lnTo>
                  <a:lnTo>
                    <a:pt x="2194087" y="1451560"/>
                  </a:lnTo>
                  <a:lnTo>
                    <a:pt x="2194014" y="1451544"/>
                  </a:lnTo>
                  <a:lnTo>
                    <a:pt x="2194007" y="1451520"/>
                  </a:lnTo>
                  <a:lnTo>
                    <a:pt x="2194100" y="1451314"/>
                  </a:lnTo>
                  <a:lnTo>
                    <a:pt x="2194239" y="1451202"/>
                  </a:lnTo>
                  <a:lnTo>
                    <a:pt x="2194345" y="1451150"/>
                  </a:lnTo>
                  <a:lnTo>
                    <a:pt x="2194365" y="1451128"/>
                  </a:lnTo>
                  <a:lnTo>
                    <a:pt x="2194571" y="1451118"/>
                  </a:lnTo>
                  <a:lnTo>
                    <a:pt x="2194744" y="1451130"/>
                  </a:lnTo>
                  <a:lnTo>
                    <a:pt x="2194855" y="1451103"/>
                  </a:lnTo>
                  <a:lnTo>
                    <a:pt x="2194855" y="1451026"/>
                  </a:lnTo>
                  <a:lnTo>
                    <a:pt x="2194791" y="1450953"/>
                  </a:lnTo>
                  <a:lnTo>
                    <a:pt x="2194696" y="1450853"/>
                  </a:lnTo>
                  <a:lnTo>
                    <a:pt x="2194642" y="1450784"/>
                  </a:lnTo>
                  <a:lnTo>
                    <a:pt x="2194637" y="1450765"/>
                  </a:lnTo>
                  <a:lnTo>
                    <a:pt x="2194685" y="1450427"/>
                  </a:lnTo>
                  <a:lnTo>
                    <a:pt x="2194696" y="1450427"/>
                  </a:lnTo>
                  <a:lnTo>
                    <a:pt x="2194886" y="1450458"/>
                  </a:lnTo>
                  <a:lnTo>
                    <a:pt x="2195014" y="1450508"/>
                  </a:lnTo>
                  <a:lnTo>
                    <a:pt x="2195119" y="1450485"/>
                  </a:lnTo>
                  <a:lnTo>
                    <a:pt x="2195139" y="1450389"/>
                  </a:lnTo>
                  <a:lnTo>
                    <a:pt x="2195095" y="1450354"/>
                  </a:lnTo>
                  <a:lnTo>
                    <a:pt x="2194936" y="1450354"/>
                  </a:lnTo>
                  <a:lnTo>
                    <a:pt x="2194855" y="1450305"/>
                  </a:lnTo>
                  <a:lnTo>
                    <a:pt x="2194791" y="1450236"/>
                  </a:lnTo>
                  <a:lnTo>
                    <a:pt x="2194761" y="1450155"/>
                  </a:lnTo>
                  <a:lnTo>
                    <a:pt x="2194669" y="1450140"/>
                  </a:lnTo>
                  <a:lnTo>
                    <a:pt x="2194586" y="1450140"/>
                  </a:lnTo>
                  <a:lnTo>
                    <a:pt x="2194570" y="1450098"/>
                  </a:lnTo>
                  <a:lnTo>
                    <a:pt x="2194741" y="1449848"/>
                  </a:lnTo>
                  <a:lnTo>
                    <a:pt x="2194779" y="1449811"/>
                  </a:lnTo>
                  <a:lnTo>
                    <a:pt x="2195131" y="1449472"/>
                  </a:lnTo>
                  <a:lnTo>
                    <a:pt x="2195442" y="1449368"/>
                  </a:lnTo>
                  <a:lnTo>
                    <a:pt x="2195504" y="1449372"/>
                  </a:lnTo>
                  <a:lnTo>
                    <a:pt x="2195728" y="1449229"/>
                  </a:lnTo>
                  <a:lnTo>
                    <a:pt x="2195984" y="1449034"/>
                  </a:lnTo>
                  <a:lnTo>
                    <a:pt x="2196213" y="1448718"/>
                  </a:lnTo>
                  <a:lnTo>
                    <a:pt x="2197157" y="1448097"/>
                  </a:lnTo>
                  <a:lnTo>
                    <a:pt x="2197333" y="1448060"/>
                  </a:lnTo>
                  <a:lnTo>
                    <a:pt x="2197491" y="1448221"/>
                  </a:lnTo>
                  <a:lnTo>
                    <a:pt x="2197809" y="1448386"/>
                  </a:lnTo>
                  <a:lnTo>
                    <a:pt x="2198003" y="1448344"/>
                  </a:lnTo>
                  <a:lnTo>
                    <a:pt x="2198009" y="1448343"/>
                  </a:lnTo>
                  <a:lnTo>
                    <a:pt x="2198029" y="1448231"/>
                  </a:lnTo>
                  <a:lnTo>
                    <a:pt x="2198053" y="1448164"/>
                  </a:lnTo>
                  <a:lnTo>
                    <a:pt x="2198093" y="1448150"/>
                  </a:lnTo>
                  <a:lnTo>
                    <a:pt x="2198151" y="1448162"/>
                  </a:lnTo>
                  <a:lnTo>
                    <a:pt x="2198244" y="1448144"/>
                  </a:lnTo>
                  <a:lnTo>
                    <a:pt x="2198377" y="1448112"/>
                  </a:lnTo>
                  <a:lnTo>
                    <a:pt x="2198415" y="1448106"/>
                  </a:lnTo>
                  <a:lnTo>
                    <a:pt x="2198429" y="1448109"/>
                  </a:lnTo>
                  <a:lnTo>
                    <a:pt x="2198457" y="1448156"/>
                  </a:lnTo>
                  <a:lnTo>
                    <a:pt x="2198507" y="1448181"/>
                  </a:lnTo>
                  <a:lnTo>
                    <a:pt x="2198526" y="1448237"/>
                  </a:lnTo>
                  <a:lnTo>
                    <a:pt x="2198548" y="1448308"/>
                  </a:lnTo>
                  <a:lnTo>
                    <a:pt x="2198582" y="1448380"/>
                  </a:lnTo>
                  <a:lnTo>
                    <a:pt x="2198680" y="1448534"/>
                  </a:lnTo>
                  <a:lnTo>
                    <a:pt x="2198749" y="1448582"/>
                  </a:lnTo>
                  <a:lnTo>
                    <a:pt x="2198810" y="1448557"/>
                  </a:lnTo>
                  <a:lnTo>
                    <a:pt x="2198876" y="1448511"/>
                  </a:lnTo>
                  <a:lnTo>
                    <a:pt x="2198867" y="1448471"/>
                  </a:lnTo>
                  <a:lnTo>
                    <a:pt x="2198828" y="1448434"/>
                  </a:lnTo>
                  <a:lnTo>
                    <a:pt x="2198781" y="1448365"/>
                  </a:lnTo>
                  <a:lnTo>
                    <a:pt x="2198791" y="1448271"/>
                  </a:lnTo>
                  <a:lnTo>
                    <a:pt x="2198781" y="1448158"/>
                  </a:lnTo>
                  <a:lnTo>
                    <a:pt x="2198746" y="1448077"/>
                  </a:lnTo>
                  <a:lnTo>
                    <a:pt x="2198686" y="1448031"/>
                  </a:lnTo>
                  <a:lnTo>
                    <a:pt x="2198680" y="1448001"/>
                  </a:lnTo>
                  <a:lnTo>
                    <a:pt x="2198681" y="1447979"/>
                  </a:lnTo>
                  <a:lnTo>
                    <a:pt x="2198705" y="1447974"/>
                  </a:lnTo>
                  <a:lnTo>
                    <a:pt x="2198729" y="1447977"/>
                  </a:lnTo>
                  <a:lnTo>
                    <a:pt x="2198829" y="1447982"/>
                  </a:lnTo>
                  <a:lnTo>
                    <a:pt x="2198864" y="1447997"/>
                  </a:lnTo>
                  <a:lnTo>
                    <a:pt x="2198941" y="1448032"/>
                  </a:lnTo>
                  <a:lnTo>
                    <a:pt x="2199033" y="1448190"/>
                  </a:lnTo>
                  <a:lnTo>
                    <a:pt x="2199042" y="1448461"/>
                  </a:lnTo>
                  <a:lnTo>
                    <a:pt x="2199021" y="1448507"/>
                  </a:lnTo>
                  <a:lnTo>
                    <a:pt x="2198956" y="1448559"/>
                  </a:lnTo>
                  <a:lnTo>
                    <a:pt x="2198923" y="1448672"/>
                  </a:lnTo>
                  <a:lnTo>
                    <a:pt x="2199044" y="1448750"/>
                  </a:lnTo>
                  <a:lnTo>
                    <a:pt x="2199392" y="1448640"/>
                  </a:lnTo>
                  <a:lnTo>
                    <a:pt x="2199657" y="1448460"/>
                  </a:lnTo>
                  <a:lnTo>
                    <a:pt x="2199642" y="1448234"/>
                  </a:lnTo>
                  <a:lnTo>
                    <a:pt x="2199520" y="1448221"/>
                  </a:lnTo>
                  <a:lnTo>
                    <a:pt x="2199411" y="1447942"/>
                  </a:lnTo>
                  <a:lnTo>
                    <a:pt x="2199445" y="1447866"/>
                  </a:lnTo>
                  <a:lnTo>
                    <a:pt x="2199517" y="1447795"/>
                  </a:lnTo>
                  <a:lnTo>
                    <a:pt x="2199684" y="1447745"/>
                  </a:lnTo>
                  <a:lnTo>
                    <a:pt x="2200017" y="1447713"/>
                  </a:lnTo>
                  <a:lnTo>
                    <a:pt x="2200132" y="1447329"/>
                  </a:lnTo>
                  <a:lnTo>
                    <a:pt x="2200273" y="1447125"/>
                  </a:lnTo>
                  <a:lnTo>
                    <a:pt x="2200390" y="1447012"/>
                  </a:lnTo>
                  <a:lnTo>
                    <a:pt x="2200421" y="1446944"/>
                  </a:lnTo>
                  <a:lnTo>
                    <a:pt x="2200302" y="1446841"/>
                  </a:lnTo>
                  <a:lnTo>
                    <a:pt x="2200158" y="1446761"/>
                  </a:lnTo>
                  <a:lnTo>
                    <a:pt x="2200043" y="1446786"/>
                  </a:lnTo>
                  <a:lnTo>
                    <a:pt x="2199886" y="1446737"/>
                  </a:lnTo>
                  <a:lnTo>
                    <a:pt x="2199912" y="1446396"/>
                  </a:lnTo>
                  <a:lnTo>
                    <a:pt x="2200036" y="1446391"/>
                  </a:lnTo>
                  <a:lnTo>
                    <a:pt x="2200202" y="1446527"/>
                  </a:lnTo>
                  <a:lnTo>
                    <a:pt x="2200269" y="1446618"/>
                  </a:lnTo>
                  <a:lnTo>
                    <a:pt x="2200389" y="1446650"/>
                  </a:lnTo>
                  <a:lnTo>
                    <a:pt x="2200721" y="1446280"/>
                  </a:lnTo>
                  <a:lnTo>
                    <a:pt x="2200870" y="1445995"/>
                  </a:lnTo>
                  <a:lnTo>
                    <a:pt x="2200856" y="1445922"/>
                  </a:lnTo>
                  <a:lnTo>
                    <a:pt x="2200744" y="1445853"/>
                  </a:lnTo>
                  <a:lnTo>
                    <a:pt x="2200705" y="1445711"/>
                  </a:lnTo>
                  <a:lnTo>
                    <a:pt x="2200898" y="1445477"/>
                  </a:lnTo>
                  <a:lnTo>
                    <a:pt x="2201255" y="1445395"/>
                  </a:lnTo>
                  <a:lnTo>
                    <a:pt x="2201436" y="1445215"/>
                  </a:lnTo>
                  <a:lnTo>
                    <a:pt x="2201580" y="1444991"/>
                  </a:lnTo>
                  <a:lnTo>
                    <a:pt x="2201698" y="1444982"/>
                  </a:lnTo>
                  <a:lnTo>
                    <a:pt x="2201715" y="1445009"/>
                  </a:lnTo>
                  <a:lnTo>
                    <a:pt x="2201705" y="1444967"/>
                  </a:lnTo>
                  <a:lnTo>
                    <a:pt x="2201552" y="1444910"/>
                  </a:lnTo>
                  <a:lnTo>
                    <a:pt x="2201394" y="1444884"/>
                  </a:lnTo>
                  <a:lnTo>
                    <a:pt x="2201322" y="1444923"/>
                  </a:lnTo>
                  <a:lnTo>
                    <a:pt x="2201249" y="1445003"/>
                  </a:lnTo>
                  <a:lnTo>
                    <a:pt x="2201211" y="1445004"/>
                  </a:lnTo>
                  <a:lnTo>
                    <a:pt x="2200789" y="1444812"/>
                  </a:lnTo>
                  <a:lnTo>
                    <a:pt x="2200744" y="1444776"/>
                  </a:lnTo>
                  <a:lnTo>
                    <a:pt x="2200535" y="1444503"/>
                  </a:lnTo>
                  <a:lnTo>
                    <a:pt x="2201059" y="1444086"/>
                  </a:lnTo>
                  <a:lnTo>
                    <a:pt x="2201266" y="1443800"/>
                  </a:lnTo>
                  <a:lnTo>
                    <a:pt x="2201807" y="1443540"/>
                  </a:lnTo>
                  <a:lnTo>
                    <a:pt x="2201924" y="1443562"/>
                  </a:lnTo>
                  <a:lnTo>
                    <a:pt x="2201974" y="1443641"/>
                  </a:lnTo>
                  <a:lnTo>
                    <a:pt x="2202005" y="1443609"/>
                  </a:lnTo>
                  <a:lnTo>
                    <a:pt x="2202010" y="1443604"/>
                  </a:lnTo>
                  <a:lnTo>
                    <a:pt x="2202027" y="1443586"/>
                  </a:lnTo>
                  <a:lnTo>
                    <a:pt x="2202041" y="1443570"/>
                  </a:lnTo>
                  <a:lnTo>
                    <a:pt x="2202053" y="1443558"/>
                  </a:lnTo>
                  <a:lnTo>
                    <a:pt x="2202059" y="1443555"/>
                  </a:lnTo>
                  <a:lnTo>
                    <a:pt x="2202319" y="1443438"/>
                  </a:lnTo>
                  <a:lnTo>
                    <a:pt x="2202236" y="1443357"/>
                  </a:lnTo>
                  <a:lnTo>
                    <a:pt x="2202176" y="1443297"/>
                  </a:lnTo>
                  <a:lnTo>
                    <a:pt x="2202156" y="1443278"/>
                  </a:lnTo>
                  <a:lnTo>
                    <a:pt x="2202129" y="1443254"/>
                  </a:lnTo>
                  <a:lnTo>
                    <a:pt x="2202084" y="1443275"/>
                  </a:lnTo>
                  <a:lnTo>
                    <a:pt x="2202072" y="1443280"/>
                  </a:lnTo>
                  <a:lnTo>
                    <a:pt x="2202066" y="1443281"/>
                  </a:lnTo>
                  <a:lnTo>
                    <a:pt x="2202057" y="1443281"/>
                  </a:lnTo>
                  <a:lnTo>
                    <a:pt x="2202046" y="1443273"/>
                  </a:lnTo>
                  <a:lnTo>
                    <a:pt x="2202036" y="1443250"/>
                  </a:lnTo>
                  <a:lnTo>
                    <a:pt x="2201999" y="1443169"/>
                  </a:lnTo>
                  <a:lnTo>
                    <a:pt x="2201974" y="1443095"/>
                  </a:lnTo>
                  <a:lnTo>
                    <a:pt x="2201763" y="1443096"/>
                  </a:lnTo>
                  <a:lnTo>
                    <a:pt x="2201678" y="1443102"/>
                  </a:lnTo>
                  <a:lnTo>
                    <a:pt x="2201642" y="1443080"/>
                  </a:lnTo>
                  <a:lnTo>
                    <a:pt x="2201476" y="1442979"/>
                  </a:lnTo>
                  <a:lnTo>
                    <a:pt x="2201468" y="1442974"/>
                  </a:lnTo>
                  <a:lnTo>
                    <a:pt x="2201473" y="1442963"/>
                  </a:lnTo>
                  <a:lnTo>
                    <a:pt x="2201483" y="1442939"/>
                  </a:lnTo>
                  <a:lnTo>
                    <a:pt x="2201490" y="1442925"/>
                  </a:lnTo>
                  <a:lnTo>
                    <a:pt x="2201512" y="1442917"/>
                  </a:lnTo>
                  <a:lnTo>
                    <a:pt x="2201589" y="1442891"/>
                  </a:lnTo>
                  <a:lnTo>
                    <a:pt x="2201632" y="1442876"/>
                  </a:lnTo>
                  <a:lnTo>
                    <a:pt x="2201715" y="1442888"/>
                  </a:lnTo>
                  <a:lnTo>
                    <a:pt x="2201743" y="1442876"/>
                  </a:lnTo>
                  <a:lnTo>
                    <a:pt x="2201887" y="1442811"/>
                  </a:lnTo>
                  <a:lnTo>
                    <a:pt x="2201972" y="1442707"/>
                  </a:lnTo>
                  <a:lnTo>
                    <a:pt x="2201985" y="1442709"/>
                  </a:lnTo>
                  <a:lnTo>
                    <a:pt x="2202081" y="1442725"/>
                  </a:lnTo>
                  <a:lnTo>
                    <a:pt x="2202550" y="1442745"/>
                  </a:lnTo>
                  <a:lnTo>
                    <a:pt x="2202599" y="1442747"/>
                  </a:lnTo>
                  <a:lnTo>
                    <a:pt x="2202623" y="1442748"/>
                  </a:lnTo>
                  <a:lnTo>
                    <a:pt x="2202641" y="1442749"/>
                  </a:lnTo>
                  <a:lnTo>
                    <a:pt x="2202660" y="1442750"/>
                  </a:lnTo>
                  <a:lnTo>
                    <a:pt x="2202711" y="1442752"/>
                  </a:lnTo>
                  <a:lnTo>
                    <a:pt x="2202735" y="1442741"/>
                  </a:lnTo>
                  <a:lnTo>
                    <a:pt x="2203071" y="1442424"/>
                  </a:lnTo>
                  <a:lnTo>
                    <a:pt x="2203076" y="1442407"/>
                  </a:lnTo>
                  <a:lnTo>
                    <a:pt x="2203081" y="1442384"/>
                  </a:lnTo>
                  <a:lnTo>
                    <a:pt x="2203084" y="1442368"/>
                  </a:lnTo>
                  <a:lnTo>
                    <a:pt x="2203079" y="1442357"/>
                  </a:lnTo>
                  <a:lnTo>
                    <a:pt x="2202983" y="1442223"/>
                  </a:lnTo>
                  <a:lnTo>
                    <a:pt x="2202959" y="1442232"/>
                  </a:lnTo>
                  <a:lnTo>
                    <a:pt x="2202863" y="1442262"/>
                  </a:lnTo>
                  <a:lnTo>
                    <a:pt x="2202842" y="1442267"/>
                  </a:lnTo>
                  <a:lnTo>
                    <a:pt x="2202832" y="1442259"/>
                  </a:lnTo>
                  <a:lnTo>
                    <a:pt x="2202783" y="1442102"/>
                  </a:lnTo>
                  <a:lnTo>
                    <a:pt x="2202775" y="1442074"/>
                  </a:lnTo>
                  <a:lnTo>
                    <a:pt x="2202778" y="1442049"/>
                  </a:lnTo>
                  <a:lnTo>
                    <a:pt x="2202793" y="1442038"/>
                  </a:lnTo>
                  <a:lnTo>
                    <a:pt x="2203278" y="1441765"/>
                  </a:lnTo>
                  <a:lnTo>
                    <a:pt x="2203340" y="1441755"/>
                  </a:lnTo>
                  <a:lnTo>
                    <a:pt x="2203380" y="1441750"/>
                  </a:lnTo>
                  <a:lnTo>
                    <a:pt x="2203402" y="1441749"/>
                  </a:lnTo>
                  <a:lnTo>
                    <a:pt x="2203554" y="1441793"/>
                  </a:lnTo>
                  <a:lnTo>
                    <a:pt x="2203623" y="1441821"/>
                  </a:lnTo>
                  <a:lnTo>
                    <a:pt x="2203716" y="1441813"/>
                  </a:lnTo>
                  <a:lnTo>
                    <a:pt x="2203957" y="1441687"/>
                  </a:lnTo>
                  <a:lnTo>
                    <a:pt x="2204181" y="1441489"/>
                  </a:lnTo>
                  <a:lnTo>
                    <a:pt x="2204234" y="1441384"/>
                  </a:lnTo>
                  <a:lnTo>
                    <a:pt x="2204233" y="1441355"/>
                  </a:lnTo>
                  <a:lnTo>
                    <a:pt x="2204232" y="1441328"/>
                  </a:lnTo>
                  <a:lnTo>
                    <a:pt x="2204182" y="1441184"/>
                  </a:lnTo>
                  <a:lnTo>
                    <a:pt x="2204176" y="1441166"/>
                  </a:lnTo>
                  <a:lnTo>
                    <a:pt x="2204140" y="1441049"/>
                  </a:lnTo>
                  <a:lnTo>
                    <a:pt x="2204139" y="1441028"/>
                  </a:lnTo>
                  <a:lnTo>
                    <a:pt x="2204186" y="1440970"/>
                  </a:lnTo>
                  <a:lnTo>
                    <a:pt x="2204209" y="1440950"/>
                  </a:lnTo>
                  <a:lnTo>
                    <a:pt x="2204366" y="1440826"/>
                  </a:lnTo>
                  <a:lnTo>
                    <a:pt x="2204474" y="1440754"/>
                  </a:lnTo>
                  <a:lnTo>
                    <a:pt x="2204589" y="1440693"/>
                  </a:lnTo>
                  <a:lnTo>
                    <a:pt x="2204733" y="1440621"/>
                  </a:lnTo>
                  <a:lnTo>
                    <a:pt x="2204772" y="1440601"/>
                  </a:lnTo>
                  <a:lnTo>
                    <a:pt x="2204811" y="1440572"/>
                  </a:lnTo>
                  <a:lnTo>
                    <a:pt x="2204893" y="1440511"/>
                  </a:lnTo>
                  <a:lnTo>
                    <a:pt x="2204940" y="1440472"/>
                  </a:lnTo>
                  <a:lnTo>
                    <a:pt x="2205068" y="1440368"/>
                  </a:lnTo>
                  <a:lnTo>
                    <a:pt x="2205160" y="1440292"/>
                  </a:lnTo>
                  <a:lnTo>
                    <a:pt x="2205179" y="1440269"/>
                  </a:lnTo>
                  <a:lnTo>
                    <a:pt x="2205191" y="1440253"/>
                  </a:lnTo>
                  <a:lnTo>
                    <a:pt x="2205215" y="1440223"/>
                  </a:lnTo>
                  <a:lnTo>
                    <a:pt x="2205304" y="1440110"/>
                  </a:lnTo>
                  <a:lnTo>
                    <a:pt x="2205393" y="1439994"/>
                  </a:lnTo>
                  <a:lnTo>
                    <a:pt x="2205487" y="1439871"/>
                  </a:lnTo>
                  <a:lnTo>
                    <a:pt x="2205606" y="1439597"/>
                  </a:lnTo>
                  <a:lnTo>
                    <a:pt x="2205740" y="1439287"/>
                  </a:lnTo>
                  <a:lnTo>
                    <a:pt x="2205591" y="1438764"/>
                  </a:lnTo>
                  <a:lnTo>
                    <a:pt x="2205514" y="1438706"/>
                  </a:lnTo>
                  <a:lnTo>
                    <a:pt x="2205387" y="1438676"/>
                  </a:lnTo>
                  <a:lnTo>
                    <a:pt x="2205300" y="1438678"/>
                  </a:lnTo>
                  <a:lnTo>
                    <a:pt x="2205238" y="1438694"/>
                  </a:lnTo>
                  <a:lnTo>
                    <a:pt x="2205142" y="1438747"/>
                  </a:lnTo>
                  <a:lnTo>
                    <a:pt x="2205132" y="1438752"/>
                  </a:lnTo>
                  <a:lnTo>
                    <a:pt x="2205071" y="1438773"/>
                  </a:lnTo>
                  <a:lnTo>
                    <a:pt x="2204844" y="1438851"/>
                  </a:lnTo>
                  <a:lnTo>
                    <a:pt x="2204832" y="1438855"/>
                  </a:lnTo>
                  <a:lnTo>
                    <a:pt x="2204466" y="1438991"/>
                  </a:lnTo>
                  <a:lnTo>
                    <a:pt x="2204316" y="1439070"/>
                  </a:lnTo>
                  <a:lnTo>
                    <a:pt x="2204161" y="1439127"/>
                  </a:lnTo>
                  <a:lnTo>
                    <a:pt x="2204129" y="1439139"/>
                  </a:lnTo>
                  <a:lnTo>
                    <a:pt x="2204039" y="1439155"/>
                  </a:lnTo>
                  <a:lnTo>
                    <a:pt x="2204027" y="1439157"/>
                  </a:lnTo>
                  <a:lnTo>
                    <a:pt x="2203743" y="1439147"/>
                  </a:lnTo>
                  <a:lnTo>
                    <a:pt x="2203613" y="1439154"/>
                  </a:lnTo>
                  <a:lnTo>
                    <a:pt x="2203404" y="1439163"/>
                  </a:lnTo>
                  <a:lnTo>
                    <a:pt x="2203137" y="1439202"/>
                  </a:lnTo>
                  <a:lnTo>
                    <a:pt x="2203130" y="1439202"/>
                  </a:lnTo>
                  <a:lnTo>
                    <a:pt x="2203002" y="1439218"/>
                  </a:lnTo>
                  <a:lnTo>
                    <a:pt x="2202792" y="1439208"/>
                  </a:lnTo>
                  <a:lnTo>
                    <a:pt x="2202777" y="1439206"/>
                  </a:lnTo>
                  <a:lnTo>
                    <a:pt x="2202716" y="1439198"/>
                  </a:lnTo>
                  <a:lnTo>
                    <a:pt x="2202495" y="1439171"/>
                  </a:lnTo>
                  <a:lnTo>
                    <a:pt x="2202242" y="1439139"/>
                  </a:lnTo>
                  <a:lnTo>
                    <a:pt x="2202215" y="1439137"/>
                  </a:lnTo>
                  <a:lnTo>
                    <a:pt x="2202186" y="1439142"/>
                  </a:lnTo>
                  <a:lnTo>
                    <a:pt x="2202129" y="1439157"/>
                  </a:lnTo>
                  <a:lnTo>
                    <a:pt x="2202048" y="1439191"/>
                  </a:lnTo>
                  <a:lnTo>
                    <a:pt x="2202032" y="1439198"/>
                  </a:lnTo>
                  <a:lnTo>
                    <a:pt x="2201972" y="1439223"/>
                  </a:lnTo>
                  <a:lnTo>
                    <a:pt x="2201853" y="1439285"/>
                  </a:lnTo>
                  <a:lnTo>
                    <a:pt x="2201649" y="1439247"/>
                  </a:lnTo>
                  <a:lnTo>
                    <a:pt x="2201543" y="1439262"/>
                  </a:lnTo>
                  <a:lnTo>
                    <a:pt x="2200723" y="1439579"/>
                  </a:lnTo>
                  <a:lnTo>
                    <a:pt x="2200568" y="1439736"/>
                  </a:lnTo>
                  <a:lnTo>
                    <a:pt x="2200397" y="1439651"/>
                  </a:lnTo>
                  <a:lnTo>
                    <a:pt x="2200343" y="1439574"/>
                  </a:lnTo>
                  <a:lnTo>
                    <a:pt x="2200333" y="1439479"/>
                  </a:lnTo>
                  <a:lnTo>
                    <a:pt x="2200383" y="1439447"/>
                  </a:lnTo>
                  <a:lnTo>
                    <a:pt x="2200505" y="1439489"/>
                  </a:lnTo>
                  <a:lnTo>
                    <a:pt x="2200561" y="1439307"/>
                  </a:lnTo>
                  <a:lnTo>
                    <a:pt x="2200569" y="1439011"/>
                  </a:lnTo>
                  <a:lnTo>
                    <a:pt x="2200314" y="1438887"/>
                  </a:lnTo>
                  <a:lnTo>
                    <a:pt x="2199840" y="1439020"/>
                  </a:lnTo>
                  <a:lnTo>
                    <a:pt x="2199818" y="1439095"/>
                  </a:lnTo>
                  <a:lnTo>
                    <a:pt x="2199834" y="1439184"/>
                  </a:lnTo>
                  <a:lnTo>
                    <a:pt x="2199687" y="1439219"/>
                  </a:lnTo>
                  <a:lnTo>
                    <a:pt x="2199624" y="1439223"/>
                  </a:lnTo>
                  <a:lnTo>
                    <a:pt x="2199408" y="1439169"/>
                  </a:lnTo>
                  <a:lnTo>
                    <a:pt x="2199357" y="1438950"/>
                  </a:lnTo>
                  <a:lnTo>
                    <a:pt x="2199340" y="1438792"/>
                  </a:lnTo>
                  <a:lnTo>
                    <a:pt x="2199232" y="1438806"/>
                  </a:lnTo>
                  <a:lnTo>
                    <a:pt x="2199028" y="1438865"/>
                  </a:lnTo>
                  <a:lnTo>
                    <a:pt x="2198819" y="1439100"/>
                  </a:lnTo>
                  <a:lnTo>
                    <a:pt x="2198887" y="1439127"/>
                  </a:lnTo>
                  <a:lnTo>
                    <a:pt x="2198925" y="1439151"/>
                  </a:lnTo>
                  <a:lnTo>
                    <a:pt x="2198897" y="1439192"/>
                  </a:lnTo>
                  <a:lnTo>
                    <a:pt x="2198780" y="1439287"/>
                  </a:lnTo>
                  <a:lnTo>
                    <a:pt x="2198549" y="1439438"/>
                  </a:lnTo>
                  <a:lnTo>
                    <a:pt x="2198468" y="1439457"/>
                  </a:lnTo>
                  <a:lnTo>
                    <a:pt x="2198321" y="1439569"/>
                  </a:lnTo>
                  <a:lnTo>
                    <a:pt x="2198075" y="1439958"/>
                  </a:lnTo>
                  <a:lnTo>
                    <a:pt x="2198070" y="1439995"/>
                  </a:lnTo>
                  <a:lnTo>
                    <a:pt x="2198143" y="1440238"/>
                  </a:lnTo>
                  <a:lnTo>
                    <a:pt x="2198375" y="1440678"/>
                  </a:lnTo>
                  <a:lnTo>
                    <a:pt x="2198496" y="1440773"/>
                  </a:lnTo>
                  <a:lnTo>
                    <a:pt x="2198612" y="1440994"/>
                  </a:lnTo>
                  <a:lnTo>
                    <a:pt x="2198726" y="1441369"/>
                  </a:lnTo>
                  <a:lnTo>
                    <a:pt x="2198465" y="1441843"/>
                  </a:lnTo>
                  <a:lnTo>
                    <a:pt x="2198478" y="1442115"/>
                  </a:lnTo>
                  <a:lnTo>
                    <a:pt x="2198459" y="1442176"/>
                  </a:lnTo>
                  <a:lnTo>
                    <a:pt x="2198177" y="1442414"/>
                  </a:lnTo>
                  <a:lnTo>
                    <a:pt x="2197621" y="1442783"/>
                  </a:lnTo>
                  <a:lnTo>
                    <a:pt x="2197418" y="1443000"/>
                  </a:lnTo>
                  <a:lnTo>
                    <a:pt x="2197109" y="1443605"/>
                  </a:lnTo>
                  <a:lnTo>
                    <a:pt x="2196938" y="1444006"/>
                  </a:lnTo>
                  <a:lnTo>
                    <a:pt x="2196907" y="1444358"/>
                  </a:lnTo>
                  <a:lnTo>
                    <a:pt x="2197100" y="1444821"/>
                  </a:lnTo>
                  <a:lnTo>
                    <a:pt x="2196921" y="1444981"/>
                  </a:lnTo>
                  <a:lnTo>
                    <a:pt x="2196848" y="1444975"/>
                  </a:lnTo>
                  <a:lnTo>
                    <a:pt x="2196790" y="1445006"/>
                  </a:lnTo>
                  <a:lnTo>
                    <a:pt x="2196652" y="1445124"/>
                  </a:lnTo>
                  <a:lnTo>
                    <a:pt x="2196532" y="1445278"/>
                  </a:lnTo>
                  <a:lnTo>
                    <a:pt x="2196530" y="1445359"/>
                  </a:lnTo>
                  <a:lnTo>
                    <a:pt x="2196576" y="1445422"/>
                  </a:lnTo>
                  <a:lnTo>
                    <a:pt x="2196903" y="1445646"/>
                  </a:lnTo>
                  <a:lnTo>
                    <a:pt x="2197113" y="1445711"/>
                  </a:lnTo>
                  <a:lnTo>
                    <a:pt x="2197208" y="1445700"/>
                  </a:lnTo>
                  <a:lnTo>
                    <a:pt x="2197250" y="1445670"/>
                  </a:lnTo>
                  <a:lnTo>
                    <a:pt x="2197380" y="1445691"/>
                  </a:lnTo>
                  <a:lnTo>
                    <a:pt x="2197369" y="1445762"/>
                  </a:lnTo>
                  <a:lnTo>
                    <a:pt x="2197126" y="1446026"/>
                  </a:lnTo>
                  <a:lnTo>
                    <a:pt x="2196861" y="1446089"/>
                  </a:lnTo>
                  <a:lnTo>
                    <a:pt x="2196492" y="1446310"/>
                  </a:lnTo>
                  <a:lnTo>
                    <a:pt x="2196373" y="1446482"/>
                  </a:lnTo>
                  <a:lnTo>
                    <a:pt x="2196000" y="1446674"/>
                  </a:lnTo>
                  <a:lnTo>
                    <a:pt x="2195683" y="1446807"/>
                  </a:lnTo>
                  <a:lnTo>
                    <a:pt x="2195420" y="1446587"/>
                  </a:lnTo>
                  <a:lnTo>
                    <a:pt x="2195375" y="1446056"/>
                  </a:lnTo>
                  <a:lnTo>
                    <a:pt x="2195434" y="1445917"/>
                  </a:lnTo>
                  <a:lnTo>
                    <a:pt x="2195589" y="1445754"/>
                  </a:lnTo>
                  <a:lnTo>
                    <a:pt x="2195870" y="1445509"/>
                  </a:lnTo>
                  <a:lnTo>
                    <a:pt x="2195822" y="1445315"/>
                  </a:lnTo>
                  <a:lnTo>
                    <a:pt x="2195708" y="1445126"/>
                  </a:lnTo>
                  <a:lnTo>
                    <a:pt x="2195496" y="1444880"/>
                  </a:lnTo>
                  <a:lnTo>
                    <a:pt x="2195274" y="1444661"/>
                  </a:lnTo>
                  <a:lnTo>
                    <a:pt x="2194970" y="1444460"/>
                  </a:lnTo>
                  <a:lnTo>
                    <a:pt x="2194407" y="1444288"/>
                  </a:lnTo>
                  <a:lnTo>
                    <a:pt x="2194268" y="1444203"/>
                  </a:lnTo>
                  <a:lnTo>
                    <a:pt x="2194279" y="1443896"/>
                  </a:lnTo>
                  <a:lnTo>
                    <a:pt x="2194334" y="1443708"/>
                  </a:lnTo>
                  <a:lnTo>
                    <a:pt x="2194406" y="1443643"/>
                  </a:lnTo>
                  <a:lnTo>
                    <a:pt x="2194431" y="1443573"/>
                  </a:lnTo>
                  <a:lnTo>
                    <a:pt x="2194443" y="1443499"/>
                  </a:lnTo>
                  <a:lnTo>
                    <a:pt x="2194415" y="1443436"/>
                  </a:lnTo>
                  <a:lnTo>
                    <a:pt x="2194296" y="1443397"/>
                  </a:lnTo>
                  <a:lnTo>
                    <a:pt x="2193921" y="1443397"/>
                  </a:lnTo>
                  <a:lnTo>
                    <a:pt x="2193795" y="1443429"/>
                  </a:lnTo>
                  <a:lnTo>
                    <a:pt x="2193481" y="1443681"/>
                  </a:lnTo>
                  <a:lnTo>
                    <a:pt x="2193485" y="1443830"/>
                  </a:lnTo>
                  <a:lnTo>
                    <a:pt x="2193566" y="1443912"/>
                  </a:lnTo>
                  <a:lnTo>
                    <a:pt x="2193453" y="1444187"/>
                  </a:lnTo>
                  <a:lnTo>
                    <a:pt x="2192921" y="1444187"/>
                  </a:lnTo>
                  <a:lnTo>
                    <a:pt x="2192682" y="1444317"/>
                  </a:lnTo>
                  <a:lnTo>
                    <a:pt x="2192683" y="1444368"/>
                  </a:lnTo>
                  <a:lnTo>
                    <a:pt x="2192607" y="1444432"/>
                  </a:lnTo>
                  <a:lnTo>
                    <a:pt x="2192100" y="1444117"/>
                  </a:lnTo>
                  <a:lnTo>
                    <a:pt x="2191799" y="1443459"/>
                  </a:lnTo>
                  <a:lnTo>
                    <a:pt x="2192175" y="1443051"/>
                  </a:lnTo>
                  <a:lnTo>
                    <a:pt x="2192707" y="1442838"/>
                  </a:lnTo>
                  <a:lnTo>
                    <a:pt x="2192819" y="1442743"/>
                  </a:lnTo>
                  <a:lnTo>
                    <a:pt x="2192831" y="1442539"/>
                  </a:lnTo>
                  <a:lnTo>
                    <a:pt x="2192665" y="1442250"/>
                  </a:lnTo>
                  <a:lnTo>
                    <a:pt x="2192623" y="1442072"/>
                  </a:lnTo>
                  <a:lnTo>
                    <a:pt x="2192590" y="1441537"/>
                  </a:lnTo>
                  <a:lnTo>
                    <a:pt x="2192440" y="1441436"/>
                  </a:lnTo>
                  <a:lnTo>
                    <a:pt x="2192259" y="1441433"/>
                  </a:lnTo>
                  <a:lnTo>
                    <a:pt x="2192105" y="1441279"/>
                  </a:lnTo>
                  <a:lnTo>
                    <a:pt x="2192163" y="1441111"/>
                  </a:lnTo>
                  <a:lnTo>
                    <a:pt x="2192529" y="1440721"/>
                  </a:lnTo>
                  <a:lnTo>
                    <a:pt x="2192677" y="1440729"/>
                  </a:lnTo>
                  <a:lnTo>
                    <a:pt x="2192753" y="1440672"/>
                  </a:lnTo>
                  <a:lnTo>
                    <a:pt x="2192620" y="1440241"/>
                  </a:lnTo>
                  <a:lnTo>
                    <a:pt x="2192605" y="1440124"/>
                  </a:lnTo>
                  <a:lnTo>
                    <a:pt x="2192787" y="1439885"/>
                  </a:lnTo>
                  <a:lnTo>
                    <a:pt x="2193126" y="1439571"/>
                  </a:lnTo>
                  <a:lnTo>
                    <a:pt x="2193381" y="1439502"/>
                  </a:lnTo>
                  <a:lnTo>
                    <a:pt x="2193936" y="1439738"/>
                  </a:lnTo>
                  <a:lnTo>
                    <a:pt x="2194095" y="1439690"/>
                  </a:lnTo>
                  <a:lnTo>
                    <a:pt x="2194152" y="1439696"/>
                  </a:lnTo>
                  <a:lnTo>
                    <a:pt x="2194366" y="1439762"/>
                  </a:lnTo>
                  <a:lnTo>
                    <a:pt x="2194629" y="1439900"/>
                  </a:lnTo>
                  <a:lnTo>
                    <a:pt x="2195018" y="1439801"/>
                  </a:lnTo>
                  <a:lnTo>
                    <a:pt x="2195080" y="1439685"/>
                  </a:lnTo>
                  <a:lnTo>
                    <a:pt x="2195044" y="1439541"/>
                  </a:lnTo>
                  <a:lnTo>
                    <a:pt x="2194868" y="1439103"/>
                  </a:lnTo>
                  <a:lnTo>
                    <a:pt x="2194633" y="1438967"/>
                  </a:lnTo>
                  <a:lnTo>
                    <a:pt x="2194815" y="1438533"/>
                  </a:lnTo>
                  <a:lnTo>
                    <a:pt x="2194900" y="1438209"/>
                  </a:lnTo>
                  <a:lnTo>
                    <a:pt x="2194776" y="1437862"/>
                  </a:lnTo>
                  <a:lnTo>
                    <a:pt x="2194580" y="1437776"/>
                  </a:lnTo>
                  <a:lnTo>
                    <a:pt x="2194380" y="1437895"/>
                  </a:lnTo>
                  <a:lnTo>
                    <a:pt x="2194333" y="1437955"/>
                  </a:lnTo>
                  <a:lnTo>
                    <a:pt x="2194340" y="1438092"/>
                  </a:lnTo>
                  <a:lnTo>
                    <a:pt x="2194280" y="1438245"/>
                  </a:lnTo>
                  <a:lnTo>
                    <a:pt x="2194101" y="1438550"/>
                  </a:lnTo>
                  <a:lnTo>
                    <a:pt x="2193896" y="1438710"/>
                  </a:lnTo>
                  <a:lnTo>
                    <a:pt x="2193480" y="1438854"/>
                  </a:lnTo>
                  <a:lnTo>
                    <a:pt x="2192996" y="1438963"/>
                  </a:lnTo>
                  <a:lnTo>
                    <a:pt x="2192155" y="1438924"/>
                  </a:lnTo>
                  <a:lnTo>
                    <a:pt x="2192046" y="1439072"/>
                  </a:lnTo>
                  <a:lnTo>
                    <a:pt x="2192021" y="1439198"/>
                  </a:lnTo>
                  <a:lnTo>
                    <a:pt x="2192025" y="1439354"/>
                  </a:lnTo>
                  <a:lnTo>
                    <a:pt x="2191909" y="1439324"/>
                  </a:lnTo>
                  <a:lnTo>
                    <a:pt x="2191866" y="1439268"/>
                  </a:lnTo>
                  <a:lnTo>
                    <a:pt x="2191636" y="1438786"/>
                  </a:lnTo>
                  <a:lnTo>
                    <a:pt x="2191621" y="1438642"/>
                  </a:lnTo>
                  <a:lnTo>
                    <a:pt x="2191640" y="1438514"/>
                  </a:lnTo>
                  <a:lnTo>
                    <a:pt x="2191856" y="1437855"/>
                  </a:lnTo>
                  <a:lnTo>
                    <a:pt x="2191943" y="1437707"/>
                  </a:lnTo>
                  <a:lnTo>
                    <a:pt x="2192394" y="1437278"/>
                  </a:lnTo>
                  <a:lnTo>
                    <a:pt x="2192656" y="1437095"/>
                  </a:lnTo>
                  <a:lnTo>
                    <a:pt x="2193454" y="1437035"/>
                  </a:lnTo>
                  <a:lnTo>
                    <a:pt x="2193556" y="1437016"/>
                  </a:lnTo>
                  <a:lnTo>
                    <a:pt x="2194246" y="1436582"/>
                  </a:lnTo>
                  <a:lnTo>
                    <a:pt x="2194281" y="1436483"/>
                  </a:lnTo>
                  <a:lnTo>
                    <a:pt x="2194484" y="1436255"/>
                  </a:lnTo>
                  <a:lnTo>
                    <a:pt x="2195140" y="1436008"/>
                  </a:lnTo>
                  <a:lnTo>
                    <a:pt x="2195065" y="1435902"/>
                  </a:lnTo>
                  <a:lnTo>
                    <a:pt x="2194968" y="1435833"/>
                  </a:lnTo>
                  <a:lnTo>
                    <a:pt x="2194854" y="1435768"/>
                  </a:lnTo>
                  <a:lnTo>
                    <a:pt x="2194611" y="1435669"/>
                  </a:lnTo>
                  <a:lnTo>
                    <a:pt x="2194569" y="1435607"/>
                  </a:lnTo>
                  <a:lnTo>
                    <a:pt x="2194549" y="1435548"/>
                  </a:lnTo>
                  <a:lnTo>
                    <a:pt x="2194547" y="1435492"/>
                  </a:lnTo>
                  <a:lnTo>
                    <a:pt x="2194555" y="1435341"/>
                  </a:lnTo>
                  <a:lnTo>
                    <a:pt x="2194464" y="1435389"/>
                  </a:lnTo>
                  <a:lnTo>
                    <a:pt x="2194442" y="1435451"/>
                  </a:lnTo>
                  <a:lnTo>
                    <a:pt x="2194443" y="1435550"/>
                  </a:lnTo>
                  <a:lnTo>
                    <a:pt x="2194464" y="1435629"/>
                  </a:lnTo>
                  <a:lnTo>
                    <a:pt x="2194470" y="1435642"/>
                  </a:lnTo>
                  <a:lnTo>
                    <a:pt x="2194488" y="1435682"/>
                  </a:lnTo>
                  <a:lnTo>
                    <a:pt x="2194505" y="1435721"/>
                  </a:lnTo>
                  <a:lnTo>
                    <a:pt x="2194662" y="1435820"/>
                  </a:lnTo>
                  <a:lnTo>
                    <a:pt x="2194659" y="1435884"/>
                  </a:lnTo>
                  <a:lnTo>
                    <a:pt x="2194424" y="1436022"/>
                  </a:lnTo>
                  <a:lnTo>
                    <a:pt x="2194195" y="1436153"/>
                  </a:lnTo>
                  <a:lnTo>
                    <a:pt x="2193331" y="1436567"/>
                  </a:lnTo>
                  <a:lnTo>
                    <a:pt x="2193018" y="1436700"/>
                  </a:lnTo>
                  <a:lnTo>
                    <a:pt x="2192634" y="1436615"/>
                  </a:lnTo>
                  <a:lnTo>
                    <a:pt x="2192449" y="1435977"/>
                  </a:lnTo>
                  <a:lnTo>
                    <a:pt x="2192570" y="1435800"/>
                  </a:lnTo>
                  <a:lnTo>
                    <a:pt x="2192759" y="1435720"/>
                  </a:lnTo>
                  <a:lnTo>
                    <a:pt x="2192758" y="1435694"/>
                  </a:lnTo>
                  <a:lnTo>
                    <a:pt x="2192626" y="1435743"/>
                  </a:lnTo>
                  <a:lnTo>
                    <a:pt x="2192495" y="1435737"/>
                  </a:lnTo>
                  <a:lnTo>
                    <a:pt x="2192386" y="1435706"/>
                  </a:lnTo>
                  <a:lnTo>
                    <a:pt x="2192304" y="1435858"/>
                  </a:lnTo>
                  <a:lnTo>
                    <a:pt x="2192229" y="1436094"/>
                  </a:lnTo>
                  <a:lnTo>
                    <a:pt x="2192298" y="1436217"/>
                  </a:lnTo>
                  <a:lnTo>
                    <a:pt x="2192212" y="1436392"/>
                  </a:lnTo>
                  <a:lnTo>
                    <a:pt x="2191917" y="1436708"/>
                  </a:lnTo>
                  <a:lnTo>
                    <a:pt x="2191935" y="1437004"/>
                  </a:lnTo>
                  <a:lnTo>
                    <a:pt x="2191621" y="1437201"/>
                  </a:lnTo>
                  <a:lnTo>
                    <a:pt x="2191302" y="1437555"/>
                  </a:lnTo>
                  <a:lnTo>
                    <a:pt x="2191373" y="1437619"/>
                  </a:lnTo>
                  <a:lnTo>
                    <a:pt x="2191278" y="1437895"/>
                  </a:lnTo>
                  <a:lnTo>
                    <a:pt x="2191077" y="1438127"/>
                  </a:lnTo>
                  <a:lnTo>
                    <a:pt x="2190817" y="1438309"/>
                  </a:lnTo>
                  <a:lnTo>
                    <a:pt x="2190572" y="1438443"/>
                  </a:lnTo>
                  <a:lnTo>
                    <a:pt x="2190520" y="1438493"/>
                  </a:lnTo>
                  <a:lnTo>
                    <a:pt x="2190479" y="1438889"/>
                  </a:lnTo>
                  <a:lnTo>
                    <a:pt x="2190512" y="1439329"/>
                  </a:lnTo>
                  <a:lnTo>
                    <a:pt x="2190951" y="1439819"/>
                  </a:lnTo>
                  <a:lnTo>
                    <a:pt x="2190990" y="1439826"/>
                  </a:lnTo>
                  <a:lnTo>
                    <a:pt x="2191046" y="1439837"/>
                  </a:lnTo>
                  <a:lnTo>
                    <a:pt x="2191159" y="1439923"/>
                  </a:lnTo>
                  <a:lnTo>
                    <a:pt x="2191162" y="1439940"/>
                  </a:lnTo>
                  <a:lnTo>
                    <a:pt x="2191139" y="1440350"/>
                  </a:lnTo>
                  <a:lnTo>
                    <a:pt x="2191083" y="1440589"/>
                  </a:lnTo>
                  <a:lnTo>
                    <a:pt x="2190784" y="1440592"/>
                  </a:lnTo>
                  <a:lnTo>
                    <a:pt x="2190785" y="1440600"/>
                  </a:lnTo>
                  <a:lnTo>
                    <a:pt x="2190786" y="1440607"/>
                  </a:lnTo>
                  <a:lnTo>
                    <a:pt x="2190782" y="1440616"/>
                  </a:lnTo>
                  <a:lnTo>
                    <a:pt x="2190767" y="1440629"/>
                  </a:lnTo>
                  <a:lnTo>
                    <a:pt x="2190741" y="1440665"/>
                  </a:lnTo>
                  <a:lnTo>
                    <a:pt x="2190735" y="1440674"/>
                  </a:lnTo>
                  <a:lnTo>
                    <a:pt x="2190730" y="1440679"/>
                  </a:lnTo>
                  <a:lnTo>
                    <a:pt x="2190718" y="1440689"/>
                  </a:lnTo>
                  <a:lnTo>
                    <a:pt x="2190703" y="1440702"/>
                  </a:lnTo>
                  <a:lnTo>
                    <a:pt x="2190689" y="1440719"/>
                  </a:lnTo>
                  <a:lnTo>
                    <a:pt x="2190685" y="1440733"/>
                  </a:lnTo>
                  <a:lnTo>
                    <a:pt x="2190683" y="1440760"/>
                  </a:lnTo>
                  <a:lnTo>
                    <a:pt x="2190693" y="1440777"/>
                  </a:lnTo>
                  <a:lnTo>
                    <a:pt x="2190702" y="1440794"/>
                  </a:lnTo>
                  <a:lnTo>
                    <a:pt x="2190817" y="1441010"/>
                  </a:lnTo>
                  <a:lnTo>
                    <a:pt x="2190830" y="1441035"/>
                  </a:lnTo>
                  <a:lnTo>
                    <a:pt x="2190838" y="1441031"/>
                  </a:lnTo>
                  <a:lnTo>
                    <a:pt x="2190855" y="1441053"/>
                  </a:lnTo>
                  <a:lnTo>
                    <a:pt x="2190866" y="1441079"/>
                  </a:lnTo>
                  <a:lnTo>
                    <a:pt x="2190879" y="1441098"/>
                  </a:lnTo>
                  <a:lnTo>
                    <a:pt x="2190887" y="1441123"/>
                  </a:lnTo>
                  <a:lnTo>
                    <a:pt x="2190884" y="1441143"/>
                  </a:lnTo>
                  <a:lnTo>
                    <a:pt x="2190878" y="1441155"/>
                  </a:lnTo>
                  <a:lnTo>
                    <a:pt x="2190844" y="1441174"/>
                  </a:lnTo>
                  <a:lnTo>
                    <a:pt x="2190818" y="1441179"/>
                  </a:lnTo>
                  <a:lnTo>
                    <a:pt x="2190803" y="1441193"/>
                  </a:lnTo>
                  <a:lnTo>
                    <a:pt x="2190787" y="1441199"/>
                  </a:lnTo>
                  <a:lnTo>
                    <a:pt x="2190754" y="1441245"/>
                  </a:lnTo>
                  <a:lnTo>
                    <a:pt x="2190350" y="1441827"/>
                  </a:lnTo>
                  <a:lnTo>
                    <a:pt x="2189921" y="1442069"/>
                  </a:lnTo>
                  <a:lnTo>
                    <a:pt x="2189733" y="1442101"/>
                  </a:lnTo>
                  <a:lnTo>
                    <a:pt x="2189148" y="1441782"/>
                  </a:lnTo>
                  <a:lnTo>
                    <a:pt x="2189051" y="1441707"/>
                  </a:lnTo>
                  <a:lnTo>
                    <a:pt x="2189150" y="1441434"/>
                  </a:lnTo>
                  <a:lnTo>
                    <a:pt x="2189139" y="1441122"/>
                  </a:lnTo>
                  <a:lnTo>
                    <a:pt x="2189063" y="1440652"/>
                  </a:lnTo>
                  <a:lnTo>
                    <a:pt x="2188941" y="1440259"/>
                  </a:lnTo>
                  <a:lnTo>
                    <a:pt x="2188504" y="1439180"/>
                  </a:lnTo>
                  <a:lnTo>
                    <a:pt x="2188269" y="1438799"/>
                  </a:lnTo>
                  <a:lnTo>
                    <a:pt x="2188049" y="1438403"/>
                  </a:lnTo>
                  <a:lnTo>
                    <a:pt x="2187924" y="1438108"/>
                  </a:lnTo>
                  <a:lnTo>
                    <a:pt x="2187739" y="1437790"/>
                  </a:lnTo>
                  <a:lnTo>
                    <a:pt x="2187608" y="1437617"/>
                  </a:lnTo>
                  <a:lnTo>
                    <a:pt x="2187250" y="1437380"/>
                  </a:lnTo>
                  <a:lnTo>
                    <a:pt x="2186971" y="1437588"/>
                  </a:lnTo>
                  <a:lnTo>
                    <a:pt x="2187071" y="1437963"/>
                  </a:lnTo>
                  <a:lnTo>
                    <a:pt x="2187241" y="1438338"/>
                  </a:lnTo>
                  <a:lnTo>
                    <a:pt x="2187344" y="1438358"/>
                  </a:lnTo>
                  <a:lnTo>
                    <a:pt x="2187375" y="1438406"/>
                  </a:lnTo>
                  <a:lnTo>
                    <a:pt x="2187355" y="1438817"/>
                  </a:lnTo>
                  <a:lnTo>
                    <a:pt x="2187256" y="1439465"/>
                  </a:lnTo>
                  <a:lnTo>
                    <a:pt x="2187346" y="1439746"/>
                  </a:lnTo>
                  <a:lnTo>
                    <a:pt x="2187389" y="1439837"/>
                  </a:lnTo>
                  <a:lnTo>
                    <a:pt x="2187365" y="1439841"/>
                  </a:lnTo>
                  <a:lnTo>
                    <a:pt x="2187358" y="1439830"/>
                  </a:lnTo>
                  <a:lnTo>
                    <a:pt x="2187334" y="1439821"/>
                  </a:lnTo>
                  <a:lnTo>
                    <a:pt x="2187322" y="1439822"/>
                  </a:lnTo>
                  <a:lnTo>
                    <a:pt x="2187341" y="1439923"/>
                  </a:lnTo>
                  <a:lnTo>
                    <a:pt x="2187337" y="1439924"/>
                  </a:lnTo>
                  <a:lnTo>
                    <a:pt x="2187275" y="1439925"/>
                  </a:lnTo>
                  <a:lnTo>
                    <a:pt x="2187246" y="1439925"/>
                  </a:lnTo>
                  <a:lnTo>
                    <a:pt x="2187201" y="1439924"/>
                  </a:lnTo>
                  <a:lnTo>
                    <a:pt x="2187171" y="1439925"/>
                  </a:lnTo>
                  <a:lnTo>
                    <a:pt x="2187077" y="1439928"/>
                  </a:lnTo>
                  <a:lnTo>
                    <a:pt x="2187061" y="1439923"/>
                  </a:lnTo>
                  <a:lnTo>
                    <a:pt x="2187039" y="1439920"/>
                  </a:lnTo>
                  <a:lnTo>
                    <a:pt x="2186956" y="1439902"/>
                  </a:lnTo>
                  <a:lnTo>
                    <a:pt x="2186916" y="1439897"/>
                  </a:lnTo>
                  <a:lnTo>
                    <a:pt x="2186907" y="1439904"/>
                  </a:lnTo>
                  <a:lnTo>
                    <a:pt x="2186908" y="1439911"/>
                  </a:lnTo>
                  <a:lnTo>
                    <a:pt x="2186914" y="1439931"/>
                  </a:lnTo>
                  <a:lnTo>
                    <a:pt x="2186931" y="1439958"/>
                  </a:lnTo>
                  <a:lnTo>
                    <a:pt x="2186925" y="1439965"/>
                  </a:lnTo>
                  <a:lnTo>
                    <a:pt x="2186894" y="1439997"/>
                  </a:lnTo>
                  <a:lnTo>
                    <a:pt x="2186868" y="1439995"/>
                  </a:lnTo>
                  <a:lnTo>
                    <a:pt x="2186828" y="1439986"/>
                  </a:lnTo>
                  <a:lnTo>
                    <a:pt x="2186815" y="1439989"/>
                  </a:lnTo>
                  <a:lnTo>
                    <a:pt x="2186800" y="1439954"/>
                  </a:lnTo>
                  <a:lnTo>
                    <a:pt x="2186801" y="1439948"/>
                  </a:lnTo>
                  <a:lnTo>
                    <a:pt x="2186810" y="1439939"/>
                  </a:lnTo>
                  <a:lnTo>
                    <a:pt x="2186817" y="1439932"/>
                  </a:lnTo>
                  <a:lnTo>
                    <a:pt x="2186815" y="1439925"/>
                  </a:lnTo>
                  <a:lnTo>
                    <a:pt x="2186805" y="1439912"/>
                  </a:lnTo>
                  <a:lnTo>
                    <a:pt x="2186795" y="1439898"/>
                  </a:lnTo>
                  <a:lnTo>
                    <a:pt x="2186757" y="1439921"/>
                  </a:lnTo>
                  <a:lnTo>
                    <a:pt x="2186752" y="1439924"/>
                  </a:lnTo>
                  <a:lnTo>
                    <a:pt x="2186745" y="1439991"/>
                  </a:lnTo>
                  <a:lnTo>
                    <a:pt x="2186828" y="1440033"/>
                  </a:lnTo>
                  <a:lnTo>
                    <a:pt x="2186873" y="1440108"/>
                  </a:lnTo>
                  <a:lnTo>
                    <a:pt x="2186891" y="1440158"/>
                  </a:lnTo>
                  <a:lnTo>
                    <a:pt x="2186900" y="1440184"/>
                  </a:lnTo>
                  <a:lnTo>
                    <a:pt x="2186905" y="1440194"/>
                  </a:lnTo>
                  <a:lnTo>
                    <a:pt x="2186923" y="1440220"/>
                  </a:lnTo>
                  <a:lnTo>
                    <a:pt x="2186932" y="1440236"/>
                  </a:lnTo>
                  <a:lnTo>
                    <a:pt x="2186938" y="1440258"/>
                  </a:lnTo>
                  <a:lnTo>
                    <a:pt x="2186938" y="1440276"/>
                  </a:lnTo>
                  <a:lnTo>
                    <a:pt x="2186940" y="1440309"/>
                  </a:lnTo>
                  <a:lnTo>
                    <a:pt x="2186944" y="1440339"/>
                  </a:lnTo>
                  <a:lnTo>
                    <a:pt x="2186936" y="1440367"/>
                  </a:lnTo>
                  <a:lnTo>
                    <a:pt x="2186932" y="1440384"/>
                  </a:lnTo>
                  <a:lnTo>
                    <a:pt x="2186925" y="1440421"/>
                  </a:lnTo>
                  <a:lnTo>
                    <a:pt x="2186921" y="1440432"/>
                  </a:lnTo>
                  <a:lnTo>
                    <a:pt x="2186908" y="1440466"/>
                  </a:lnTo>
                  <a:lnTo>
                    <a:pt x="2186901" y="1440489"/>
                  </a:lnTo>
                  <a:lnTo>
                    <a:pt x="2186906" y="1440492"/>
                  </a:lnTo>
                  <a:lnTo>
                    <a:pt x="2186910" y="1440508"/>
                  </a:lnTo>
                  <a:lnTo>
                    <a:pt x="2186924" y="1440546"/>
                  </a:lnTo>
                  <a:lnTo>
                    <a:pt x="2186926" y="1440559"/>
                  </a:lnTo>
                  <a:lnTo>
                    <a:pt x="2186927" y="1440633"/>
                  </a:lnTo>
                  <a:lnTo>
                    <a:pt x="2186923" y="1440660"/>
                  </a:lnTo>
                  <a:lnTo>
                    <a:pt x="2186914" y="1440704"/>
                  </a:lnTo>
                  <a:lnTo>
                    <a:pt x="2186889" y="1440768"/>
                  </a:lnTo>
                  <a:lnTo>
                    <a:pt x="2186873" y="1440806"/>
                  </a:lnTo>
                  <a:lnTo>
                    <a:pt x="2186871" y="1440811"/>
                  </a:lnTo>
                  <a:lnTo>
                    <a:pt x="2186865" y="1440820"/>
                  </a:lnTo>
                  <a:lnTo>
                    <a:pt x="2186858" y="1440830"/>
                  </a:lnTo>
                  <a:lnTo>
                    <a:pt x="2186905" y="1440925"/>
                  </a:lnTo>
                  <a:lnTo>
                    <a:pt x="2186955" y="1441040"/>
                  </a:lnTo>
                  <a:lnTo>
                    <a:pt x="2187041" y="1441030"/>
                  </a:lnTo>
                  <a:lnTo>
                    <a:pt x="2187041" y="1441022"/>
                  </a:lnTo>
                  <a:lnTo>
                    <a:pt x="2187059" y="1441001"/>
                  </a:lnTo>
                  <a:lnTo>
                    <a:pt x="2187072" y="1440986"/>
                  </a:lnTo>
                  <a:lnTo>
                    <a:pt x="2187079" y="1440974"/>
                  </a:lnTo>
                  <a:lnTo>
                    <a:pt x="2187117" y="1440943"/>
                  </a:lnTo>
                  <a:lnTo>
                    <a:pt x="2187128" y="1440941"/>
                  </a:lnTo>
                  <a:lnTo>
                    <a:pt x="2187145" y="1440956"/>
                  </a:lnTo>
                  <a:lnTo>
                    <a:pt x="2187152" y="1440965"/>
                  </a:lnTo>
                  <a:lnTo>
                    <a:pt x="2187171" y="1440945"/>
                  </a:lnTo>
                  <a:lnTo>
                    <a:pt x="2187201" y="1440960"/>
                  </a:lnTo>
                  <a:lnTo>
                    <a:pt x="2187212" y="1440976"/>
                  </a:lnTo>
                  <a:lnTo>
                    <a:pt x="2187219" y="1440978"/>
                  </a:lnTo>
                  <a:lnTo>
                    <a:pt x="2187222" y="1440987"/>
                  </a:lnTo>
                  <a:lnTo>
                    <a:pt x="2187214" y="1440995"/>
                  </a:lnTo>
                  <a:lnTo>
                    <a:pt x="2187203" y="1441006"/>
                  </a:lnTo>
                  <a:lnTo>
                    <a:pt x="2187187" y="1441013"/>
                  </a:lnTo>
                  <a:lnTo>
                    <a:pt x="2187186" y="1441026"/>
                  </a:lnTo>
                  <a:lnTo>
                    <a:pt x="2187146" y="1441052"/>
                  </a:lnTo>
                  <a:lnTo>
                    <a:pt x="2187099" y="1441073"/>
                  </a:lnTo>
                  <a:lnTo>
                    <a:pt x="2187098" y="1441085"/>
                  </a:lnTo>
                  <a:lnTo>
                    <a:pt x="2187106" y="1441107"/>
                  </a:lnTo>
                  <a:lnTo>
                    <a:pt x="2187102" y="1441132"/>
                  </a:lnTo>
                  <a:lnTo>
                    <a:pt x="2187079" y="1441168"/>
                  </a:lnTo>
                  <a:lnTo>
                    <a:pt x="2187075" y="1441172"/>
                  </a:lnTo>
                  <a:lnTo>
                    <a:pt x="2187063" y="1441181"/>
                  </a:lnTo>
                  <a:lnTo>
                    <a:pt x="2187071" y="1441223"/>
                  </a:lnTo>
                  <a:lnTo>
                    <a:pt x="2187184" y="1441351"/>
                  </a:lnTo>
                  <a:lnTo>
                    <a:pt x="2187226" y="1441381"/>
                  </a:lnTo>
                  <a:lnTo>
                    <a:pt x="2187237" y="1441367"/>
                  </a:lnTo>
                  <a:lnTo>
                    <a:pt x="2187250" y="1441372"/>
                  </a:lnTo>
                  <a:lnTo>
                    <a:pt x="2187276" y="1441382"/>
                  </a:lnTo>
                  <a:lnTo>
                    <a:pt x="2187299" y="1441389"/>
                  </a:lnTo>
                  <a:lnTo>
                    <a:pt x="2187326" y="1441402"/>
                  </a:lnTo>
                  <a:lnTo>
                    <a:pt x="2187356" y="1441422"/>
                  </a:lnTo>
                  <a:lnTo>
                    <a:pt x="2187414" y="1441461"/>
                  </a:lnTo>
                  <a:lnTo>
                    <a:pt x="2187420" y="1441467"/>
                  </a:lnTo>
                  <a:lnTo>
                    <a:pt x="2187432" y="1441476"/>
                  </a:lnTo>
                  <a:lnTo>
                    <a:pt x="2187466" y="1441502"/>
                  </a:lnTo>
                  <a:lnTo>
                    <a:pt x="2187481" y="1441523"/>
                  </a:lnTo>
                  <a:lnTo>
                    <a:pt x="2187498" y="1441559"/>
                  </a:lnTo>
                  <a:lnTo>
                    <a:pt x="2187506" y="1441583"/>
                  </a:lnTo>
                  <a:lnTo>
                    <a:pt x="2187524" y="1441594"/>
                  </a:lnTo>
                  <a:lnTo>
                    <a:pt x="2187578" y="1441590"/>
                  </a:lnTo>
                  <a:lnTo>
                    <a:pt x="2187599" y="1441596"/>
                  </a:lnTo>
                  <a:lnTo>
                    <a:pt x="2187604" y="1441579"/>
                  </a:lnTo>
                  <a:lnTo>
                    <a:pt x="2187668" y="1441508"/>
                  </a:lnTo>
                  <a:lnTo>
                    <a:pt x="2187685" y="1441495"/>
                  </a:lnTo>
                  <a:lnTo>
                    <a:pt x="2187691" y="1441495"/>
                  </a:lnTo>
                  <a:lnTo>
                    <a:pt x="2187711" y="1441503"/>
                  </a:lnTo>
                  <a:lnTo>
                    <a:pt x="2187741" y="1441515"/>
                  </a:lnTo>
                  <a:lnTo>
                    <a:pt x="2187751" y="1441524"/>
                  </a:lnTo>
                  <a:lnTo>
                    <a:pt x="2187759" y="1441530"/>
                  </a:lnTo>
                  <a:lnTo>
                    <a:pt x="2187778" y="1441553"/>
                  </a:lnTo>
                  <a:lnTo>
                    <a:pt x="2187753" y="1441592"/>
                  </a:lnTo>
                  <a:lnTo>
                    <a:pt x="2187702" y="1441642"/>
                  </a:lnTo>
                  <a:lnTo>
                    <a:pt x="2187657" y="1441678"/>
                  </a:lnTo>
                  <a:lnTo>
                    <a:pt x="2187662" y="1441696"/>
                  </a:lnTo>
                  <a:lnTo>
                    <a:pt x="2187727" y="1441760"/>
                  </a:lnTo>
                  <a:lnTo>
                    <a:pt x="2187779" y="1441772"/>
                  </a:lnTo>
                  <a:lnTo>
                    <a:pt x="2187786" y="1441761"/>
                  </a:lnTo>
                  <a:lnTo>
                    <a:pt x="2187880" y="1441611"/>
                  </a:lnTo>
                  <a:lnTo>
                    <a:pt x="2187896" y="1441595"/>
                  </a:lnTo>
                  <a:lnTo>
                    <a:pt x="2187921" y="1441590"/>
                  </a:lnTo>
                  <a:lnTo>
                    <a:pt x="2187966" y="1441602"/>
                  </a:lnTo>
                  <a:lnTo>
                    <a:pt x="2187986" y="1441613"/>
                  </a:lnTo>
                  <a:lnTo>
                    <a:pt x="2187997" y="1441620"/>
                  </a:lnTo>
                  <a:lnTo>
                    <a:pt x="2188018" y="1441633"/>
                  </a:lnTo>
                  <a:lnTo>
                    <a:pt x="2188054" y="1441666"/>
                  </a:lnTo>
                  <a:lnTo>
                    <a:pt x="2188059" y="1441695"/>
                  </a:lnTo>
                  <a:lnTo>
                    <a:pt x="2188010" y="1441831"/>
                  </a:lnTo>
                  <a:lnTo>
                    <a:pt x="2188026" y="1441861"/>
                  </a:lnTo>
                  <a:lnTo>
                    <a:pt x="2188033" y="1441859"/>
                  </a:lnTo>
                  <a:lnTo>
                    <a:pt x="2188039" y="1441862"/>
                  </a:lnTo>
                  <a:lnTo>
                    <a:pt x="2188077" y="1441880"/>
                  </a:lnTo>
                  <a:lnTo>
                    <a:pt x="2188123" y="1441820"/>
                  </a:lnTo>
                  <a:lnTo>
                    <a:pt x="2188149" y="1441830"/>
                  </a:lnTo>
                  <a:lnTo>
                    <a:pt x="2188173" y="1441823"/>
                  </a:lnTo>
                  <a:lnTo>
                    <a:pt x="2188184" y="1441821"/>
                  </a:lnTo>
                  <a:lnTo>
                    <a:pt x="2188256" y="1441849"/>
                  </a:lnTo>
                  <a:lnTo>
                    <a:pt x="2188272" y="1441857"/>
                  </a:lnTo>
                  <a:lnTo>
                    <a:pt x="2188298" y="1441815"/>
                  </a:lnTo>
                  <a:lnTo>
                    <a:pt x="2188304" y="1441805"/>
                  </a:lnTo>
                  <a:lnTo>
                    <a:pt x="2188350" y="1441828"/>
                  </a:lnTo>
                  <a:lnTo>
                    <a:pt x="2188321" y="1441900"/>
                  </a:lnTo>
                  <a:lnTo>
                    <a:pt x="2188332" y="1441921"/>
                  </a:lnTo>
                  <a:lnTo>
                    <a:pt x="2188322" y="1441943"/>
                  </a:lnTo>
                  <a:lnTo>
                    <a:pt x="2188315" y="1441961"/>
                  </a:lnTo>
                  <a:lnTo>
                    <a:pt x="2188306" y="1441961"/>
                  </a:lnTo>
                  <a:lnTo>
                    <a:pt x="2188296" y="1441969"/>
                  </a:lnTo>
                  <a:lnTo>
                    <a:pt x="2188294" y="1441984"/>
                  </a:lnTo>
                  <a:lnTo>
                    <a:pt x="2188315" y="1442004"/>
                  </a:lnTo>
                  <a:lnTo>
                    <a:pt x="2188318" y="1442022"/>
                  </a:lnTo>
                  <a:lnTo>
                    <a:pt x="2188355" y="1442006"/>
                  </a:lnTo>
                  <a:lnTo>
                    <a:pt x="2188375" y="1441881"/>
                  </a:lnTo>
                  <a:lnTo>
                    <a:pt x="2188412" y="1441872"/>
                  </a:lnTo>
                  <a:lnTo>
                    <a:pt x="2188513" y="1441885"/>
                  </a:lnTo>
                  <a:lnTo>
                    <a:pt x="2188559" y="1441860"/>
                  </a:lnTo>
                  <a:lnTo>
                    <a:pt x="2188611" y="1441877"/>
                  </a:lnTo>
                  <a:lnTo>
                    <a:pt x="2188628" y="1441883"/>
                  </a:lnTo>
                  <a:lnTo>
                    <a:pt x="2188743" y="1441956"/>
                  </a:lnTo>
                  <a:lnTo>
                    <a:pt x="2188797" y="1441990"/>
                  </a:lnTo>
                  <a:lnTo>
                    <a:pt x="2188956" y="1442091"/>
                  </a:lnTo>
                  <a:lnTo>
                    <a:pt x="2189484" y="1442506"/>
                  </a:lnTo>
                  <a:lnTo>
                    <a:pt x="2189446" y="1442669"/>
                  </a:lnTo>
                  <a:lnTo>
                    <a:pt x="2189358" y="1442903"/>
                  </a:lnTo>
                  <a:lnTo>
                    <a:pt x="2189045" y="1443172"/>
                  </a:lnTo>
                  <a:lnTo>
                    <a:pt x="2189036" y="1443280"/>
                  </a:lnTo>
                  <a:lnTo>
                    <a:pt x="2189073" y="1443382"/>
                  </a:lnTo>
                  <a:lnTo>
                    <a:pt x="2189129" y="1443421"/>
                  </a:lnTo>
                  <a:lnTo>
                    <a:pt x="2189069" y="1443747"/>
                  </a:lnTo>
                  <a:lnTo>
                    <a:pt x="2189041" y="1443768"/>
                  </a:lnTo>
                  <a:lnTo>
                    <a:pt x="2188933" y="1443782"/>
                  </a:lnTo>
                  <a:lnTo>
                    <a:pt x="2188771" y="1443684"/>
                  </a:lnTo>
                  <a:lnTo>
                    <a:pt x="2188512" y="1443608"/>
                  </a:lnTo>
                  <a:lnTo>
                    <a:pt x="2188268" y="1443574"/>
                  </a:lnTo>
                  <a:lnTo>
                    <a:pt x="2188016" y="1443567"/>
                  </a:lnTo>
                  <a:lnTo>
                    <a:pt x="2187834" y="1443623"/>
                  </a:lnTo>
                  <a:lnTo>
                    <a:pt x="2187613" y="1443591"/>
                  </a:lnTo>
                  <a:lnTo>
                    <a:pt x="2187129" y="1443103"/>
                  </a:lnTo>
                  <a:lnTo>
                    <a:pt x="2186914" y="1442821"/>
                  </a:lnTo>
                  <a:lnTo>
                    <a:pt x="2186879" y="1442719"/>
                  </a:lnTo>
                  <a:lnTo>
                    <a:pt x="2186766" y="1442570"/>
                  </a:lnTo>
                  <a:lnTo>
                    <a:pt x="2186600" y="1442406"/>
                  </a:lnTo>
                  <a:lnTo>
                    <a:pt x="2186529" y="1442378"/>
                  </a:lnTo>
                  <a:lnTo>
                    <a:pt x="2186327" y="1442300"/>
                  </a:lnTo>
                  <a:lnTo>
                    <a:pt x="2186273" y="1442312"/>
                  </a:lnTo>
                  <a:lnTo>
                    <a:pt x="2186132" y="1442333"/>
                  </a:lnTo>
                  <a:lnTo>
                    <a:pt x="2186000" y="1442333"/>
                  </a:lnTo>
                  <a:lnTo>
                    <a:pt x="2185978" y="1442275"/>
                  </a:lnTo>
                  <a:lnTo>
                    <a:pt x="2185997" y="1442192"/>
                  </a:lnTo>
                  <a:lnTo>
                    <a:pt x="2186116" y="1442088"/>
                  </a:lnTo>
                  <a:lnTo>
                    <a:pt x="2186125" y="1442044"/>
                  </a:lnTo>
                  <a:lnTo>
                    <a:pt x="2186092" y="1441894"/>
                  </a:lnTo>
                  <a:lnTo>
                    <a:pt x="2186042" y="1441771"/>
                  </a:lnTo>
                  <a:lnTo>
                    <a:pt x="2185848" y="1441504"/>
                  </a:lnTo>
                  <a:lnTo>
                    <a:pt x="2185756" y="1441421"/>
                  </a:lnTo>
                  <a:lnTo>
                    <a:pt x="2185745" y="1441122"/>
                  </a:lnTo>
                  <a:lnTo>
                    <a:pt x="2185641" y="1440933"/>
                  </a:lnTo>
                  <a:lnTo>
                    <a:pt x="2185470" y="1440742"/>
                  </a:lnTo>
                  <a:lnTo>
                    <a:pt x="2185140" y="1440794"/>
                  </a:lnTo>
                  <a:lnTo>
                    <a:pt x="2184978" y="1440864"/>
                  </a:lnTo>
                  <a:lnTo>
                    <a:pt x="2184021" y="1440928"/>
                  </a:lnTo>
                  <a:lnTo>
                    <a:pt x="2183755" y="1440922"/>
                  </a:lnTo>
                  <a:lnTo>
                    <a:pt x="2183605" y="1440836"/>
                  </a:lnTo>
                  <a:lnTo>
                    <a:pt x="2183553" y="1440732"/>
                  </a:lnTo>
                  <a:lnTo>
                    <a:pt x="2183581" y="1440631"/>
                  </a:lnTo>
                  <a:lnTo>
                    <a:pt x="2183672" y="1440517"/>
                  </a:lnTo>
                  <a:lnTo>
                    <a:pt x="2183774" y="1440441"/>
                  </a:lnTo>
                  <a:lnTo>
                    <a:pt x="2183915" y="1440159"/>
                  </a:lnTo>
                  <a:lnTo>
                    <a:pt x="2184146" y="1439633"/>
                  </a:lnTo>
                  <a:lnTo>
                    <a:pt x="2184147" y="1438775"/>
                  </a:lnTo>
                  <a:lnTo>
                    <a:pt x="2184106" y="1438675"/>
                  </a:lnTo>
                  <a:lnTo>
                    <a:pt x="2183910" y="1438647"/>
                  </a:lnTo>
                  <a:lnTo>
                    <a:pt x="2183461" y="1438859"/>
                  </a:lnTo>
                  <a:lnTo>
                    <a:pt x="2183181" y="1439146"/>
                  </a:lnTo>
                  <a:lnTo>
                    <a:pt x="2182977" y="1439314"/>
                  </a:lnTo>
                  <a:lnTo>
                    <a:pt x="2182762" y="1439443"/>
                  </a:lnTo>
                  <a:lnTo>
                    <a:pt x="2182727" y="1439449"/>
                  </a:lnTo>
                  <a:lnTo>
                    <a:pt x="2182427" y="1439445"/>
                  </a:lnTo>
                  <a:lnTo>
                    <a:pt x="2182387" y="1439425"/>
                  </a:lnTo>
                  <a:lnTo>
                    <a:pt x="2182354" y="1439378"/>
                  </a:lnTo>
                  <a:lnTo>
                    <a:pt x="2182353" y="1439360"/>
                  </a:lnTo>
                  <a:lnTo>
                    <a:pt x="2182348" y="1439311"/>
                  </a:lnTo>
                  <a:lnTo>
                    <a:pt x="2182090" y="1439050"/>
                  </a:lnTo>
                  <a:lnTo>
                    <a:pt x="2181808" y="1438860"/>
                  </a:lnTo>
                  <a:lnTo>
                    <a:pt x="2181447" y="1438710"/>
                  </a:lnTo>
                  <a:lnTo>
                    <a:pt x="2181419" y="1438736"/>
                  </a:lnTo>
                  <a:lnTo>
                    <a:pt x="2181458" y="1438779"/>
                  </a:lnTo>
                  <a:lnTo>
                    <a:pt x="2181527" y="1438855"/>
                  </a:lnTo>
                  <a:lnTo>
                    <a:pt x="2181586" y="1438919"/>
                  </a:lnTo>
                  <a:lnTo>
                    <a:pt x="2181666" y="1439008"/>
                  </a:lnTo>
                  <a:lnTo>
                    <a:pt x="2181727" y="1439054"/>
                  </a:lnTo>
                  <a:lnTo>
                    <a:pt x="2181787" y="1439101"/>
                  </a:lnTo>
                  <a:lnTo>
                    <a:pt x="2181988" y="1439148"/>
                  </a:lnTo>
                  <a:lnTo>
                    <a:pt x="2182030" y="1439191"/>
                  </a:lnTo>
                  <a:lnTo>
                    <a:pt x="2182009" y="1439453"/>
                  </a:lnTo>
                  <a:lnTo>
                    <a:pt x="2181970" y="1439641"/>
                  </a:lnTo>
                  <a:lnTo>
                    <a:pt x="2181858" y="1440015"/>
                  </a:lnTo>
                  <a:lnTo>
                    <a:pt x="2181332" y="1440667"/>
                  </a:lnTo>
                  <a:lnTo>
                    <a:pt x="2180994" y="1440923"/>
                  </a:lnTo>
                  <a:lnTo>
                    <a:pt x="2180852" y="1440625"/>
                  </a:lnTo>
                  <a:lnTo>
                    <a:pt x="2180810" y="1440629"/>
                  </a:lnTo>
                  <a:lnTo>
                    <a:pt x="2180760" y="1440648"/>
                  </a:lnTo>
                  <a:lnTo>
                    <a:pt x="2180761" y="1440674"/>
                  </a:lnTo>
                  <a:lnTo>
                    <a:pt x="2180934" y="1441210"/>
                  </a:lnTo>
                  <a:lnTo>
                    <a:pt x="2180978" y="1441282"/>
                  </a:lnTo>
                  <a:lnTo>
                    <a:pt x="2181129" y="1441301"/>
                  </a:lnTo>
                  <a:lnTo>
                    <a:pt x="2181203" y="1441396"/>
                  </a:lnTo>
                  <a:lnTo>
                    <a:pt x="2181158" y="1441572"/>
                  </a:lnTo>
                  <a:lnTo>
                    <a:pt x="2181037" y="1441853"/>
                  </a:lnTo>
                  <a:lnTo>
                    <a:pt x="2180992" y="1441894"/>
                  </a:lnTo>
                  <a:lnTo>
                    <a:pt x="2180968" y="1441885"/>
                  </a:lnTo>
                  <a:lnTo>
                    <a:pt x="2181032" y="1441957"/>
                  </a:lnTo>
                  <a:lnTo>
                    <a:pt x="2181166" y="1441950"/>
                  </a:lnTo>
                  <a:lnTo>
                    <a:pt x="2181334" y="1441900"/>
                  </a:lnTo>
                  <a:lnTo>
                    <a:pt x="2181417" y="1441786"/>
                  </a:lnTo>
                  <a:lnTo>
                    <a:pt x="2181650" y="1441654"/>
                  </a:lnTo>
                  <a:lnTo>
                    <a:pt x="2182546" y="1441309"/>
                  </a:lnTo>
                  <a:lnTo>
                    <a:pt x="2182596" y="1441324"/>
                  </a:lnTo>
                  <a:lnTo>
                    <a:pt x="2182852" y="1441480"/>
                  </a:lnTo>
                  <a:lnTo>
                    <a:pt x="2182906" y="1441554"/>
                  </a:lnTo>
                  <a:lnTo>
                    <a:pt x="2182959" y="1441561"/>
                  </a:lnTo>
                  <a:lnTo>
                    <a:pt x="2182972" y="1441420"/>
                  </a:lnTo>
                  <a:lnTo>
                    <a:pt x="2182979" y="1441402"/>
                  </a:lnTo>
                  <a:lnTo>
                    <a:pt x="2182992" y="1441392"/>
                  </a:lnTo>
                  <a:lnTo>
                    <a:pt x="2183007" y="1441388"/>
                  </a:lnTo>
                  <a:lnTo>
                    <a:pt x="2183192" y="1441405"/>
                  </a:lnTo>
                  <a:lnTo>
                    <a:pt x="2183257" y="1441408"/>
                  </a:lnTo>
                  <a:lnTo>
                    <a:pt x="2183345" y="1441440"/>
                  </a:lnTo>
                  <a:lnTo>
                    <a:pt x="2183347" y="1441489"/>
                  </a:lnTo>
                  <a:lnTo>
                    <a:pt x="2183340" y="1441611"/>
                  </a:lnTo>
                  <a:lnTo>
                    <a:pt x="2183365" y="1441601"/>
                  </a:lnTo>
                  <a:lnTo>
                    <a:pt x="2183442" y="1441572"/>
                  </a:lnTo>
                  <a:lnTo>
                    <a:pt x="2183624" y="1441502"/>
                  </a:lnTo>
                  <a:lnTo>
                    <a:pt x="2184011" y="1441321"/>
                  </a:lnTo>
                  <a:lnTo>
                    <a:pt x="2184120" y="1441290"/>
                  </a:lnTo>
                  <a:lnTo>
                    <a:pt x="2184249" y="1441346"/>
                  </a:lnTo>
                  <a:lnTo>
                    <a:pt x="2184603" y="1441564"/>
                  </a:lnTo>
                  <a:lnTo>
                    <a:pt x="2184672" y="1441661"/>
                  </a:lnTo>
                  <a:lnTo>
                    <a:pt x="2184690" y="1441764"/>
                  </a:lnTo>
                  <a:lnTo>
                    <a:pt x="2184624" y="1442107"/>
                  </a:lnTo>
                  <a:lnTo>
                    <a:pt x="2184645" y="1442143"/>
                  </a:lnTo>
                  <a:lnTo>
                    <a:pt x="2184805" y="1442130"/>
                  </a:lnTo>
                  <a:lnTo>
                    <a:pt x="2184934" y="1442138"/>
                  </a:lnTo>
                  <a:lnTo>
                    <a:pt x="2184969" y="1442150"/>
                  </a:lnTo>
                  <a:lnTo>
                    <a:pt x="2185026" y="1442173"/>
                  </a:lnTo>
                  <a:lnTo>
                    <a:pt x="2185050" y="1442187"/>
                  </a:lnTo>
                  <a:lnTo>
                    <a:pt x="2185056" y="1442197"/>
                  </a:lnTo>
                  <a:lnTo>
                    <a:pt x="2185059" y="1442211"/>
                  </a:lnTo>
                  <a:lnTo>
                    <a:pt x="2185017" y="1442274"/>
                  </a:lnTo>
                  <a:lnTo>
                    <a:pt x="2184720" y="1442454"/>
                  </a:lnTo>
                  <a:lnTo>
                    <a:pt x="2184493" y="1442600"/>
                  </a:lnTo>
                  <a:lnTo>
                    <a:pt x="2184388" y="1442665"/>
                  </a:lnTo>
                  <a:lnTo>
                    <a:pt x="2184363" y="1442710"/>
                  </a:lnTo>
                  <a:lnTo>
                    <a:pt x="2184279" y="1442860"/>
                  </a:lnTo>
                  <a:lnTo>
                    <a:pt x="2184285" y="1442901"/>
                  </a:lnTo>
                  <a:lnTo>
                    <a:pt x="2184266" y="1443003"/>
                  </a:lnTo>
                  <a:lnTo>
                    <a:pt x="2184212" y="1443058"/>
                  </a:lnTo>
                  <a:lnTo>
                    <a:pt x="2184193" y="1443049"/>
                  </a:lnTo>
                  <a:lnTo>
                    <a:pt x="2184183" y="1443029"/>
                  </a:lnTo>
                  <a:lnTo>
                    <a:pt x="2184150" y="1442966"/>
                  </a:lnTo>
                  <a:lnTo>
                    <a:pt x="2184120" y="1442818"/>
                  </a:lnTo>
                  <a:lnTo>
                    <a:pt x="2184112" y="1442739"/>
                  </a:lnTo>
                  <a:lnTo>
                    <a:pt x="2184190" y="1442653"/>
                  </a:lnTo>
                  <a:lnTo>
                    <a:pt x="2184215" y="1442576"/>
                  </a:lnTo>
                  <a:lnTo>
                    <a:pt x="2184226" y="1442533"/>
                  </a:lnTo>
                  <a:lnTo>
                    <a:pt x="2184261" y="1442404"/>
                  </a:lnTo>
                  <a:lnTo>
                    <a:pt x="2184242" y="1442367"/>
                  </a:lnTo>
                  <a:lnTo>
                    <a:pt x="2184217" y="1442364"/>
                  </a:lnTo>
                  <a:lnTo>
                    <a:pt x="2184185" y="1442376"/>
                  </a:lnTo>
                  <a:lnTo>
                    <a:pt x="2184166" y="1442438"/>
                  </a:lnTo>
                  <a:lnTo>
                    <a:pt x="2184153" y="1442548"/>
                  </a:lnTo>
                  <a:lnTo>
                    <a:pt x="2184088" y="1442665"/>
                  </a:lnTo>
                  <a:lnTo>
                    <a:pt x="2184047" y="1442794"/>
                  </a:lnTo>
                  <a:lnTo>
                    <a:pt x="2184080" y="1442960"/>
                  </a:lnTo>
                  <a:lnTo>
                    <a:pt x="2184159" y="1443098"/>
                  </a:lnTo>
                  <a:lnTo>
                    <a:pt x="2184195" y="1443653"/>
                  </a:lnTo>
                  <a:lnTo>
                    <a:pt x="2184157" y="1443670"/>
                  </a:lnTo>
                  <a:lnTo>
                    <a:pt x="2183984" y="1443569"/>
                  </a:lnTo>
                  <a:lnTo>
                    <a:pt x="2183826" y="1443422"/>
                  </a:lnTo>
                  <a:lnTo>
                    <a:pt x="2183777" y="1443322"/>
                  </a:lnTo>
                  <a:lnTo>
                    <a:pt x="2183766" y="1443230"/>
                  </a:lnTo>
                  <a:lnTo>
                    <a:pt x="2183742" y="1443178"/>
                  </a:lnTo>
                  <a:lnTo>
                    <a:pt x="2183625" y="1443153"/>
                  </a:lnTo>
                  <a:lnTo>
                    <a:pt x="2183497" y="1443114"/>
                  </a:lnTo>
                  <a:lnTo>
                    <a:pt x="2183474" y="1443107"/>
                  </a:lnTo>
                  <a:lnTo>
                    <a:pt x="2183457" y="1443101"/>
                  </a:lnTo>
                  <a:lnTo>
                    <a:pt x="2183412" y="1443132"/>
                  </a:lnTo>
                  <a:lnTo>
                    <a:pt x="2183284" y="1443125"/>
                  </a:lnTo>
                  <a:lnTo>
                    <a:pt x="2183201" y="1443055"/>
                  </a:lnTo>
                  <a:lnTo>
                    <a:pt x="2183174" y="1443002"/>
                  </a:lnTo>
                  <a:lnTo>
                    <a:pt x="2183163" y="1442978"/>
                  </a:lnTo>
                  <a:lnTo>
                    <a:pt x="2183125" y="1442935"/>
                  </a:lnTo>
                  <a:lnTo>
                    <a:pt x="2183047" y="1442941"/>
                  </a:lnTo>
                  <a:lnTo>
                    <a:pt x="2182817" y="1442926"/>
                  </a:lnTo>
                  <a:lnTo>
                    <a:pt x="2182700" y="1442929"/>
                  </a:lnTo>
                  <a:lnTo>
                    <a:pt x="2182692" y="1442975"/>
                  </a:lnTo>
                  <a:lnTo>
                    <a:pt x="2182706" y="1443012"/>
                  </a:lnTo>
                  <a:lnTo>
                    <a:pt x="2182864" y="1442992"/>
                  </a:lnTo>
                  <a:lnTo>
                    <a:pt x="2182955" y="1442981"/>
                  </a:lnTo>
                  <a:lnTo>
                    <a:pt x="2183060" y="1443018"/>
                  </a:lnTo>
                  <a:lnTo>
                    <a:pt x="2183128" y="1443089"/>
                  </a:lnTo>
                  <a:lnTo>
                    <a:pt x="2183174" y="1443159"/>
                  </a:lnTo>
                  <a:lnTo>
                    <a:pt x="2183198" y="1443196"/>
                  </a:lnTo>
                  <a:lnTo>
                    <a:pt x="2183293" y="1443233"/>
                  </a:lnTo>
                  <a:lnTo>
                    <a:pt x="2183513" y="1443281"/>
                  </a:lnTo>
                  <a:lnTo>
                    <a:pt x="2183568" y="1443300"/>
                  </a:lnTo>
                  <a:lnTo>
                    <a:pt x="2183640" y="1443389"/>
                  </a:lnTo>
                  <a:lnTo>
                    <a:pt x="2183659" y="1443412"/>
                  </a:lnTo>
                  <a:lnTo>
                    <a:pt x="2183650" y="1443447"/>
                  </a:lnTo>
                  <a:lnTo>
                    <a:pt x="2183665" y="1443520"/>
                  </a:lnTo>
                  <a:lnTo>
                    <a:pt x="2183977" y="1443758"/>
                  </a:lnTo>
                  <a:lnTo>
                    <a:pt x="2184293" y="1443925"/>
                  </a:lnTo>
                  <a:lnTo>
                    <a:pt x="2184384" y="1444050"/>
                  </a:lnTo>
                  <a:lnTo>
                    <a:pt x="2184409" y="1444084"/>
                  </a:lnTo>
                  <a:lnTo>
                    <a:pt x="2184433" y="1444192"/>
                  </a:lnTo>
                  <a:lnTo>
                    <a:pt x="2184646" y="1444573"/>
                  </a:lnTo>
                  <a:lnTo>
                    <a:pt x="2184440" y="1444957"/>
                  </a:lnTo>
                  <a:lnTo>
                    <a:pt x="2184395" y="1444992"/>
                  </a:lnTo>
                  <a:lnTo>
                    <a:pt x="2184223" y="1444872"/>
                  </a:lnTo>
                  <a:lnTo>
                    <a:pt x="2184184" y="1444845"/>
                  </a:lnTo>
                  <a:lnTo>
                    <a:pt x="2184176" y="1444752"/>
                  </a:lnTo>
                  <a:lnTo>
                    <a:pt x="2183981" y="1444653"/>
                  </a:lnTo>
                  <a:lnTo>
                    <a:pt x="2183919" y="1444650"/>
                  </a:lnTo>
                  <a:lnTo>
                    <a:pt x="2183688" y="1444439"/>
                  </a:lnTo>
                  <a:lnTo>
                    <a:pt x="2183638" y="1444481"/>
                  </a:lnTo>
                  <a:lnTo>
                    <a:pt x="2183660" y="1444548"/>
                  </a:lnTo>
                  <a:lnTo>
                    <a:pt x="2183716" y="1444647"/>
                  </a:lnTo>
                  <a:lnTo>
                    <a:pt x="2183877" y="1444778"/>
                  </a:lnTo>
                  <a:lnTo>
                    <a:pt x="2183877" y="1444880"/>
                  </a:lnTo>
                  <a:lnTo>
                    <a:pt x="2183815" y="1444992"/>
                  </a:lnTo>
                  <a:lnTo>
                    <a:pt x="2183739" y="1445011"/>
                  </a:lnTo>
                  <a:lnTo>
                    <a:pt x="2183680" y="1444957"/>
                  </a:lnTo>
                  <a:lnTo>
                    <a:pt x="2183612" y="1444724"/>
                  </a:lnTo>
                  <a:lnTo>
                    <a:pt x="2183584" y="1444669"/>
                  </a:lnTo>
                  <a:lnTo>
                    <a:pt x="2183539" y="1444688"/>
                  </a:lnTo>
                  <a:lnTo>
                    <a:pt x="2183483" y="1444727"/>
                  </a:lnTo>
                  <a:lnTo>
                    <a:pt x="2183398" y="1444679"/>
                  </a:lnTo>
                  <a:lnTo>
                    <a:pt x="2183347" y="1444692"/>
                  </a:lnTo>
                  <a:lnTo>
                    <a:pt x="2183339" y="1444740"/>
                  </a:lnTo>
                  <a:lnTo>
                    <a:pt x="2183415" y="1444788"/>
                  </a:lnTo>
                  <a:lnTo>
                    <a:pt x="2183471" y="1444842"/>
                  </a:lnTo>
                  <a:lnTo>
                    <a:pt x="2183446" y="1444906"/>
                  </a:lnTo>
                  <a:lnTo>
                    <a:pt x="2183362" y="1445082"/>
                  </a:lnTo>
                  <a:lnTo>
                    <a:pt x="2183229" y="1445149"/>
                  </a:lnTo>
                  <a:lnTo>
                    <a:pt x="2183190" y="1445200"/>
                  </a:lnTo>
                  <a:lnTo>
                    <a:pt x="2183260" y="1445251"/>
                  </a:lnTo>
                  <a:lnTo>
                    <a:pt x="2183387" y="1445302"/>
                  </a:lnTo>
                  <a:lnTo>
                    <a:pt x="2183404" y="1445370"/>
                  </a:lnTo>
                  <a:lnTo>
                    <a:pt x="2183421" y="1445418"/>
                  </a:lnTo>
                  <a:lnTo>
                    <a:pt x="2183514" y="1445462"/>
                  </a:lnTo>
                  <a:lnTo>
                    <a:pt x="2183824" y="1445533"/>
                  </a:lnTo>
                  <a:lnTo>
                    <a:pt x="2183979" y="1445566"/>
                  </a:lnTo>
                  <a:lnTo>
                    <a:pt x="2183829" y="1446162"/>
                  </a:lnTo>
                  <a:lnTo>
                    <a:pt x="2183754" y="1446378"/>
                  </a:lnTo>
                  <a:lnTo>
                    <a:pt x="2183720" y="1446429"/>
                  </a:lnTo>
                  <a:lnTo>
                    <a:pt x="2183382" y="1446684"/>
                  </a:lnTo>
                  <a:lnTo>
                    <a:pt x="2183329" y="1446684"/>
                  </a:lnTo>
                  <a:lnTo>
                    <a:pt x="2182984" y="1446643"/>
                  </a:lnTo>
                  <a:lnTo>
                    <a:pt x="2182755" y="1446494"/>
                  </a:lnTo>
                  <a:lnTo>
                    <a:pt x="2182277" y="1446382"/>
                  </a:lnTo>
                  <a:lnTo>
                    <a:pt x="2182000" y="1446663"/>
                  </a:lnTo>
                  <a:lnTo>
                    <a:pt x="2181862" y="1446878"/>
                  </a:lnTo>
                  <a:lnTo>
                    <a:pt x="2181871" y="1446946"/>
                  </a:lnTo>
                  <a:lnTo>
                    <a:pt x="2181851" y="1446985"/>
                  </a:lnTo>
                  <a:lnTo>
                    <a:pt x="2181543" y="1447198"/>
                  </a:lnTo>
                  <a:lnTo>
                    <a:pt x="2181386" y="1447235"/>
                  </a:lnTo>
                  <a:lnTo>
                    <a:pt x="2181265" y="1447331"/>
                  </a:lnTo>
                  <a:lnTo>
                    <a:pt x="2181060" y="1447533"/>
                  </a:lnTo>
                  <a:lnTo>
                    <a:pt x="2181139" y="1448497"/>
                  </a:lnTo>
                  <a:lnTo>
                    <a:pt x="2181591" y="1448476"/>
                  </a:lnTo>
                  <a:lnTo>
                    <a:pt x="2181795" y="1448932"/>
                  </a:lnTo>
                  <a:lnTo>
                    <a:pt x="2182309" y="1448996"/>
                  </a:lnTo>
                  <a:lnTo>
                    <a:pt x="2182796" y="1449594"/>
                  </a:lnTo>
                  <a:lnTo>
                    <a:pt x="2182790" y="1449926"/>
                  </a:lnTo>
                  <a:lnTo>
                    <a:pt x="2183112" y="1450266"/>
                  </a:lnTo>
                  <a:lnTo>
                    <a:pt x="2183117" y="1450274"/>
                  </a:lnTo>
                  <a:lnTo>
                    <a:pt x="2183120" y="1450285"/>
                  </a:lnTo>
                  <a:lnTo>
                    <a:pt x="2183127" y="1450314"/>
                  </a:lnTo>
                  <a:lnTo>
                    <a:pt x="2183138" y="1450371"/>
                  </a:lnTo>
                  <a:lnTo>
                    <a:pt x="2183137" y="1450414"/>
                  </a:lnTo>
                  <a:lnTo>
                    <a:pt x="2183137" y="1450429"/>
                  </a:lnTo>
                  <a:lnTo>
                    <a:pt x="2183137" y="1450436"/>
                  </a:lnTo>
                  <a:lnTo>
                    <a:pt x="2183131" y="1450483"/>
                  </a:lnTo>
                  <a:lnTo>
                    <a:pt x="2183063" y="1450651"/>
                  </a:lnTo>
                  <a:lnTo>
                    <a:pt x="2183001" y="1450751"/>
                  </a:lnTo>
                  <a:lnTo>
                    <a:pt x="2182991" y="1450767"/>
                  </a:lnTo>
                  <a:lnTo>
                    <a:pt x="2182976" y="1450803"/>
                  </a:lnTo>
                  <a:lnTo>
                    <a:pt x="2182907" y="1450937"/>
                  </a:lnTo>
                  <a:lnTo>
                    <a:pt x="2182894" y="1450976"/>
                  </a:lnTo>
                  <a:lnTo>
                    <a:pt x="2182886" y="1451012"/>
                  </a:lnTo>
                  <a:lnTo>
                    <a:pt x="2182876" y="1451059"/>
                  </a:lnTo>
                  <a:lnTo>
                    <a:pt x="2182876" y="1451066"/>
                  </a:lnTo>
                  <a:lnTo>
                    <a:pt x="2182875" y="1451103"/>
                  </a:lnTo>
                  <a:lnTo>
                    <a:pt x="2182878" y="1451124"/>
                  </a:lnTo>
                  <a:lnTo>
                    <a:pt x="2182897" y="1451174"/>
                  </a:lnTo>
                  <a:lnTo>
                    <a:pt x="2182916" y="1451216"/>
                  </a:lnTo>
                  <a:lnTo>
                    <a:pt x="2182945" y="1451264"/>
                  </a:lnTo>
                  <a:lnTo>
                    <a:pt x="2182954" y="1451277"/>
                  </a:lnTo>
                  <a:lnTo>
                    <a:pt x="2182958" y="1451283"/>
                  </a:lnTo>
                  <a:lnTo>
                    <a:pt x="2182965" y="1451293"/>
                  </a:lnTo>
                  <a:lnTo>
                    <a:pt x="2182983" y="1451317"/>
                  </a:lnTo>
                  <a:lnTo>
                    <a:pt x="2183041" y="1451396"/>
                  </a:lnTo>
                  <a:lnTo>
                    <a:pt x="2183070" y="1451432"/>
                  </a:lnTo>
                  <a:lnTo>
                    <a:pt x="2183078" y="1451444"/>
                  </a:lnTo>
                  <a:lnTo>
                    <a:pt x="2183077" y="1451453"/>
                  </a:lnTo>
                  <a:lnTo>
                    <a:pt x="2183073" y="1451462"/>
                  </a:lnTo>
                  <a:lnTo>
                    <a:pt x="2183064" y="1451492"/>
                  </a:lnTo>
                  <a:lnTo>
                    <a:pt x="2183060" y="1451505"/>
                  </a:lnTo>
                  <a:lnTo>
                    <a:pt x="2183056" y="1451516"/>
                  </a:lnTo>
                  <a:lnTo>
                    <a:pt x="2183057" y="1451528"/>
                  </a:lnTo>
                  <a:lnTo>
                    <a:pt x="2183063" y="1451534"/>
                  </a:lnTo>
                  <a:lnTo>
                    <a:pt x="2183073" y="1451531"/>
                  </a:lnTo>
                  <a:lnTo>
                    <a:pt x="2183090" y="1451484"/>
                  </a:lnTo>
                  <a:lnTo>
                    <a:pt x="2183096" y="1451464"/>
                  </a:lnTo>
                  <a:lnTo>
                    <a:pt x="2183101" y="1451453"/>
                  </a:lnTo>
                  <a:lnTo>
                    <a:pt x="2183101" y="1451441"/>
                  </a:lnTo>
                  <a:lnTo>
                    <a:pt x="2183074" y="1451388"/>
                  </a:lnTo>
                  <a:lnTo>
                    <a:pt x="2183069" y="1451380"/>
                  </a:lnTo>
                  <a:lnTo>
                    <a:pt x="2183036" y="1451327"/>
                  </a:lnTo>
                  <a:lnTo>
                    <a:pt x="2182985" y="1451235"/>
                  </a:lnTo>
                  <a:lnTo>
                    <a:pt x="2182969" y="1451192"/>
                  </a:lnTo>
                  <a:lnTo>
                    <a:pt x="2182967" y="1451166"/>
                  </a:lnTo>
                  <a:lnTo>
                    <a:pt x="2182970" y="1451139"/>
                  </a:lnTo>
                  <a:lnTo>
                    <a:pt x="2183019" y="1450976"/>
                  </a:lnTo>
                  <a:lnTo>
                    <a:pt x="2183032" y="1450945"/>
                  </a:lnTo>
                  <a:lnTo>
                    <a:pt x="2183062" y="1450883"/>
                  </a:lnTo>
                  <a:lnTo>
                    <a:pt x="2183092" y="1450823"/>
                  </a:lnTo>
                  <a:lnTo>
                    <a:pt x="2183107" y="1450794"/>
                  </a:lnTo>
                  <a:lnTo>
                    <a:pt x="2183160" y="1450735"/>
                  </a:lnTo>
                  <a:lnTo>
                    <a:pt x="2183207" y="1450656"/>
                  </a:lnTo>
                  <a:lnTo>
                    <a:pt x="2183227" y="1450617"/>
                  </a:lnTo>
                  <a:lnTo>
                    <a:pt x="2183235" y="1450537"/>
                  </a:lnTo>
                  <a:lnTo>
                    <a:pt x="2183252" y="1450440"/>
                  </a:lnTo>
                  <a:lnTo>
                    <a:pt x="2183259" y="1450410"/>
                  </a:lnTo>
                  <a:lnTo>
                    <a:pt x="2183265" y="1450396"/>
                  </a:lnTo>
                  <a:lnTo>
                    <a:pt x="2183294" y="1450353"/>
                  </a:lnTo>
                  <a:lnTo>
                    <a:pt x="2183321" y="1450315"/>
                  </a:lnTo>
                  <a:lnTo>
                    <a:pt x="2183319" y="1450267"/>
                  </a:lnTo>
                  <a:lnTo>
                    <a:pt x="2183316" y="1450214"/>
                  </a:lnTo>
                  <a:lnTo>
                    <a:pt x="2183505" y="1449936"/>
                  </a:lnTo>
                  <a:lnTo>
                    <a:pt x="2183983" y="1449663"/>
                  </a:lnTo>
                  <a:lnTo>
                    <a:pt x="2184054" y="1449612"/>
                  </a:lnTo>
                  <a:lnTo>
                    <a:pt x="2184075" y="1449597"/>
                  </a:lnTo>
                  <a:lnTo>
                    <a:pt x="2184049" y="1449489"/>
                  </a:lnTo>
                  <a:lnTo>
                    <a:pt x="2184063" y="1449443"/>
                  </a:lnTo>
                  <a:lnTo>
                    <a:pt x="2184244" y="1449339"/>
                  </a:lnTo>
                  <a:lnTo>
                    <a:pt x="2184308" y="1449341"/>
                  </a:lnTo>
                  <a:lnTo>
                    <a:pt x="2184326" y="1449368"/>
                  </a:lnTo>
                  <a:lnTo>
                    <a:pt x="2184328" y="1449415"/>
                  </a:lnTo>
                  <a:lnTo>
                    <a:pt x="2184331" y="1449504"/>
                  </a:lnTo>
                  <a:lnTo>
                    <a:pt x="2184358" y="1449516"/>
                  </a:lnTo>
                  <a:lnTo>
                    <a:pt x="2184394" y="1449478"/>
                  </a:lnTo>
                  <a:lnTo>
                    <a:pt x="2184436" y="1449361"/>
                  </a:lnTo>
                  <a:lnTo>
                    <a:pt x="2184440" y="1449350"/>
                  </a:lnTo>
                  <a:lnTo>
                    <a:pt x="2184452" y="1449319"/>
                  </a:lnTo>
                  <a:lnTo>
                    <a:pt x="2184495" y="1449275"/>
                  </a:lnTo>
                  <a:lnTo>
                    <a:pt x="2184535" y="1449253"/>
                  </a:lnTo>
                  <a:lnTo>
                    <a:pt x="2184606" y="1449215"/>
                  </a:lnTo>
                  <a:lnTo>
                    <a:pt x="2185009" y="1449034"/>
                  </a:lnTo>
                  <a:lnTo>
                    <a:pt x="2185257" y="1448950"/>
                  </a:lnTo>
                  <a:lnTo>
                    <a:pt x="2185545" y="1448937"/>
                  </a:lnTo>
                  <a:lnTo>
                    <a:pt x="2185813" y="1448806"/>
                  </a:lnTo>
                  <a:lnTo>
                    <a:pt x="2185981" y="1448661"/>
                  </a:lnTo>
                  <a:lnTo>
                    <a:pt x="2186127" y="1448476"/>
                  </a:lnTo>
                  <a:lnTo>
                    <a:pt x="2186134" y="1448376"/>
                  </a:lnTo>
                  <a:lnTo>
                    <a:pt x="2186216" y="1448318"/>
                  </a:lnTo>
                  <a:lnTo>
                    <a:pt x="2186291" y="1448289"/>
                  </a:lnTo>
                  <a:lnTo>
                    <a:pt x="2186539" y="1448358"/>
                  </a:lnTo>
                  <a:lnTo>
                    <a:pt x="2186988" y="1448624"/>
                  </a:lnTo>
                  <a:lnTo>
                    <a:pt x="2187718" y="1448775"/>
                  </a:lnTo>
                  <a:lnTo>
                    <a:pt x="2188272" y="1448715"/>
                  </a:lnTo>
                  <a:lnTo>
                    <a:pt x="2188713" y="1448531"/>
                  </a:lnTo>
                  <a:lnTo>
                    <a:pt x="2188772" y="1448543"/>
                  </a:lnTo>
                  <a:lnTo>
                    <a:pt x="2189296" y="1448692"/>
                  </a:lnTo>
                  <a:lnTo>
                    <a:pt x="2189361" y="1448737"/>
                  </a:lnTo>
                  <a:lnTo>
                    <a:pt x="2189624" y="1449024"/>
                  </a:lnTo>
                  <a:lnTo>
                    <a:pt x="2189672" y="1449115"/>
                  </a:lnTo>
                  <a:lnTo>
                    <a:pt x="2190016" y="1449509"/>
                  </a:lnTo>
                  <a:lnTo>
                    <a:pt x="2190152" y="1449574"/>
                  </a:lnTo>
                  <a:lnTo>
                    <a:pt x="2190380" y="1449638"/>
                  </a:lnTo>
                  <a:lnTo>
                    <a:pt x="2190825" y="1449733"/>
                  </a:lnTo>
                  <a:lnTo>
                    <a:pt x="2190947" y="1449856"/>
                  </a:lnTo>
                  <a:lnTo>
                    <a:pt x="2190896" y="1449922"/>
                  </a:lnTo>
                  <a:lnTo>
                    <a:pt x="2190940" y="1449998"/>
                  </a:lnTo>
                  <a:lnTo>
                    <a:pt x="2191340" y="1450214"/>
                  </a:lnTo>
                  <a:lnTo>
                    <a:pt x="2191624" y="1450244"/>
                  </a:lnTo>
                  <a:lnTo>
                    <a:pt x="2191917" y="1450580"/>
                  </a:lnTo>
                  <a:lnTo>
                    <a:pt x="2191766" y="1450726"/>
                  </a:lnTo>
                  <a:lnTo>
                    <a:pt x="2191678" y="1450771"/>
                  </a:lnTo>
                  <a:lnTo>
                    <a:pt x="2191596" y="1450782"/>
                  </a:lnTo>
                  <a:lnTo>
                    <a:pt x="2191631" y="1451112"/>
                  </a:lnTo>
                  <a:lnTo>
                    <a:pt x="2191729" y="1451219"/>
                  </a:lnTo>
                  <a:lnTo>
                    <a:pt x="2191862" y="1451281"/>
                  </a:lnTo>
                  <a:lnTo>
                    <a:pt x="2192193" y="1451582"/>
                  </a:lnTo>
                  <a:lnTo>
                    <a:pt x="2192327" y="1451945"/>
                  </a:lnTo>
                  <a:lnTo>
                    <a:pt x="2192323" y="1451949"/>
                  </a:lnTo>
                  <a:lnTo>
                    <a:pt x="2192201" y="1452049"/>
                  </a:lnTo>
                  <a:lnTo>
                    <a:pt x="2192151" y="1452051"/>
                  </a:lnTo>
                  <a:lnTo>
                    <a:pt x="2192075" y="1451962"/>
                  </a:lnTo>
                  <a:lnTo>
                    <a:pt x="2191976" y="1451769"/>
                  </a:lnTo>
                  <a:lnTo>
                    <a:pt x="2191865" y="1451611"/>
                  </a:lnTo>
                  <a:lnTo>
                    <a:pt x="2191325" y="1451269"/>
                  </a:lnTo>
                  <a:lnTo>
                    <a:pt x="2191269" y="1451234"/>
                  </a:lnTo>
                  <a:lnTo>
                    <a:pt x="2191125" y="1451194"/>
                  </a:lnTo>
                  <a:lnTo>
                    <a:pt x="2191026" y="1451641"/>
                  </a:lnTo>
                  <a:lnTo>
                    <a:pt x="2191002" y="1451752"/>
                  </a:lnTo>
                  <a:lnTo>
                    <a:pt x="2190974" y="1451807"/>
                  </a:lnTo>
                  <a:lnTo>
                    <a:pt x="2190636" y="1452029"/>
                  </a:lnTo>
                  <a:lnTo>
                    <a:pt x="2190548" y="1452160"/>
                  </a:lnTo>
                  <a:lnTo>
                    <a:pt x="2190581" y="1452275"/>
                  </a:lnTo>
                  <a:lnTo>
                    <a:pt x="2190717" y="1452328"/>
                  </a:lnTo>
                  <a:lnTo>
                    <a:pt x="2190845" y="1452190"/>
                  </a:lnTo>
                  <a:lnTo>
                    <a:pt x="2191034" y="1452137"/>
                  </a:lnTo>
                  <a:lnTo>
                    <a:pt x="2191149" y="1452190"/>
                  </a:lnTo>
                  <a:lnTo>
                    <a:pt x="2191189" y="1452195"/>
                  </a:lnTo>
                  <a:lnTo>
                    <a:pt x="2191540" y="1452436"/>
                  </a:lnTo>
                  <a:lnTo>
                    <a:pt x="2191629" y="1452574"/>
                  </a:lnTo>
                  <a:lnTo>
                    <a:pt x="2191616" y="1452689"/>
                  </a:lnTo>
                  <a:lnTo>
                    <a:pt x="2191481" y="1452904"/>
                  </a:lnTo>
                  <a:lnTo>
                    <a:pt x="2191454" y="1453081"/>
                  </a:lnTo>
                  <a:lnTo>
                    <a:pt x="2191467" y="1453311"/>
                  </a:lnTo>
                  <a:lnTo>
                    <a:pt x="2191494" y="1453388"/>
                  </a:lnTo>
                  <a:lnTo>
                    <a:pt x="2191586" y="1453444"/>
                  </a:lnTo>
                  <a:lnTo>
                    <a:pt x="2191483" y="1453475"/>
                  </a:lnTo>
                  <a:lnTo>
                    <a:pt x="2191173" y="1453656"/>
                  </a:lnTo>
                  <a:lnTo>
                    <a:pt x="2191093" y="1453743"/>
                  </a:lnTo>
                  <a:lnTo>
                    <a:pt x="2191172" y="1453776"/>
                  </a:lnTo>
                  <a:lnTo>
                    <a:pt x="2191386" y="1453776"/>
                  </a:lnTo>
                  <a:lnTo>
                    <a:pt x="2191714" y="1453693"/>
                  </a:lnTo>
                  <a:lnTo>
                    <a:pt x="2191979" y="1453671"/>
                  </a:lnTo>
                  <a:lnTo>
                    <a:pt x="2192038" y="1453704"/>
                  </a:lnTo>
                  <a:lnTo>
                    <a:pt x="2192042" y="1453733"/>
                  </a:lnTo>
                  <a:lnTo>
                    <a:pt x="2192001" y="1453856"/>
                  </a:lnTo>
                  <a:lnTo>
                    <a:pt x="2191967" y="1454032"/>
                  </a:lnTo>
                  <a:lnTo>
                    <a:pt x="2192103" y="1454109"/>
                  </a:lnTo>
                  <a:lnTo>
                    <a:pt x="2192383" y="1453990"/>
                  </a:lnTo>
                  <a:lnTo>
                    <a:pt x="2192538" y="1454122"/>
                  </a:lnTo>
                  <a:lnTo>
                    <a:pt x="2192566" y="1454225"/>
                  </a:lnTo>
                  <a:lnTo>
                    <a:pt x="2192483" y="1454406"/>
                  </a:lnTo>
                  <a:lnTo>
                    <a:pt x="2192319" y="1454435"/>
                  </a:lnTo>
                  <a:lnTo>
                    <a:pt x="2192218" y="1454376"/>
                  </a:lnTo>
                  <a:lnTo>
                    <a:pt x="2191974" y="1454403"/>
                  </a:lnTo>
                  <a:lnTo>
                    <a:pt x="2191554" y="1454562"/>
                  </a:lnTo>
                  <a:lnTo>
                    <a:pt x="2191290" y="1454773"/>
                  </a:lnTo>
                  <a:lnTo>
                    <a:pt x="2191271" y="1454812"/>
                  </a:lnTo>
                  <a:lnTo>
                    <a:pt x="2191504" y="1454948"/>
                  </a:lnTo>
                  <a:lnTo>
                    <a:pt x="2192125" y="1455061"/>
                  </a:lnTo>
                  <a:lnTo>
                    <a:pt x="2192201" y="1455151"/>
                  </a:lnTo>
                  <a:lnTo>
                    <a:pt x="2192401" y="1455159"/>
                  </a:lnTo>
                  <a:lnTo>
                    <a:pt x="2192472" y="1455070"/>
                  </a:lnTo>
                  <a:lnTo>
                    <a:pt x="2192502" y="1454964"/>
                  </a:lnTo>
                  <a:lnTo>
                    <a:pt x="2192609" y="1454935"/>
                  </a:lnTo>
                  <a:lnTo>
                    <a:pt x="2192656" y="1455007"/>
                  </a:lnTo>
                  <a:lnTo>
                    <a:pt x="2192666" y="1455035"/>
                  </a:lnTo>
                  <a:lnTo>
                    <a:pt x="2192587" y="1455207"/>
                  </a:lnTo>
                  <a:lnTo>
                    <a:pt x="2192572" y="1455353"/>
                  </a:lnTo>
                  <a:lnTo>
                    <a:pt x="2192587" y="1455426"/>
                  </a:lnTo>
                  <a:lnTo>
                    <a:pt x="2192715" y="1455499"/>
                  </a:lnTo>
                  <a:lnTo>
                    <a:pt x="2192827" y="1455488"/>
                  </a:lnTo>
                  <a:lnTo>
                    <a:pt x="2192835" y="1455508"/>
                  </a:lnTo>
                  <a:lnTo>
                    <a:pt x="2192857" y="1455615"/>
                  </a:lnTo>
                  <a:lnTo>
                    <a:pt x="2192493" y="1455932"/>
                  </a:lnTo>
                  <a:lnTo>
                    <a:pt x="2192363" y="1456070"/>
                  </a:lnTo>
                  <a:lnTo>
                    <a:pt x="2192366" y="1456105"/>
                  </a:lnTo>
                  <a:lnTo>
                    <a:pt x="2192380" y="1456118"/>
                  </a:lnTo>
                  <a:lnTo>
                    <a:pt x="2192869" y="1456112"/>
                  </a:lnTo>
                  <a:lnTo>
                    <a:pt x="2193072" y="1455969"/>
                  </a:lnTo>
                  <a:lnTo>
                    <a:pt x="2193205" y="1456074"/>
                  </a:lnTo>
                  <a:lnTo>
                    <a:pt x="2193232" y="1456204"/>
                  </a:lnTo>
                  <a:lnTo>
                    <a:pt x="2193205" y="1456435"/>
                  </a:lnTo>
                  <a:lnTo>
                    <a:pt x="2192894" y="1456688"/>
                  </a:lnTo>
                  <a:lnTo>
                    <a:pt x="2192779" y="1456826"/>
                  </a:lnTo>
                  <a:lnTo>
                    <a:pt x="2192772" y="1456918"/>
                  </a:lnTo>
                  <a:lnTo>
                    <a:pt x="2192988" y="1456918"/>
                  </a:lnTo>
                  <a:lnTo>
                    <a:pt x="2193178" y="1456895"/>
                  </a:lnTo>
                  <a:lnTo>
                    <a:pt x="2193320" y="1456926"/>
                  </a:lnTo>
                  <a:lnTo>
                    <a:pt x="2193387" y="1457064"/>
                  </a:lnTo>
                  <a:lnTo>
                    <a:pt x="2193394" y="1457179"/>
                  </a:lnTo>
                  <a:lnTo>
                    <a:pt x="2193340" y="1457271"/>
                  </a:lnTo>
                  <a:lnTo>
                    <a:pt x="2193252" y="1457386"/>
                  </a:lnTo>
                  <a:lnTo>
                    <a:pt x="2193266" y="1457440"/>
                  </a:lnTo>
                  <a:lnTo>
                    <a:pt x="2193387" y="1457425"/>
                  </a:lnTo>
                  <a:lnTo>
                    <a:pt x="2193583" y="1457379"/>
                  </a:lnTo>
                  <a:lnTo>
                    <a:pt x="2193716" y="1457294"/>
                  </a:lnTo>
                  <a:lnTo>
                    <a:pt x="2193836" y="1457368"/>
                  </a:lnTo>
                  <a:lnTo>
                    <a:pt x="2193881" y="1457420"/>
                  </a:lnTo>
                  <a:lnTo>
                    <a:pt x="2193862" y="1457573"/>
                  </a:lnTo>
                  <a:lnTo>
                    <a:pt x="2193841" y="1457603"/>
                  </a:lnTo>
                  <a:lnTo>
                    <a:pt x="2193803" y="1457636"/>
                  </a:lnTo>
                  <a:lnTo>
                    <a:pt x="2193776" y="1457660"/>
                  </a:lnTo>
                  <a:lnTo>
                    <a:pt x="2193700" y="1457689"/>
                  </a:lnTo>
                  <a:lnTo>
                    <a:pt x="2193589" y="1457704"/>
                  </a:lnTo>
                  <a:lnTo>
                    <a:pt x="2193003" y="1458080"/>
                  </a:lnTo>
                  <a:lnTo>
                    <a:pt x="2192923" y="1457934"/>
                  </a:lnTo>
                  <a:lnTo>
                    <a:pt x="2192790" y="1457886"/>
                  </a:lnTo>
                  <a:lnTo>
                    <a:pt x="2192569" y="1457880"/>
                  </a:lnTo>
                  <a:lnTo>
                    <a:pt x="2192510" y="1457907"/>
                  </a:lnTo>
                  <a:lnTo>
                    <a:pt x="2192432" y="1458026"/>
                  </a:lnTo>
                  <a:lnTo>
                    <a:pt x="2192364" y="1458129"/>
                  </a:lnTo>
                  <a:lnTo>
                    <a:pt x="2192343" y="1458160"/>
                  </a:lnTo>
                  <a:lnTo>
                    <a:pt x="2192449" y="1458315"/>
                  </a:lnTo>
                  <a:lnTo>
                    <a:pt x="2192455" y="1458323"/>
                  </a:lnTo>
                  <a:lnTo>
                    <a:pt x="2192445" y="1458344"/>
                  </a:lnTo>
                  <a:lnTo>
                    <a:pt x="2192279" y="1458702"/>
                  </a:lnTo>
                  <a:lnTo>
                    <a:pt x="2192272" y="1458717"/>
                  </a:lnTo>
                  <a:lnTo>
                    <a:pt x="2192246" y="1458772"/>
                  </a:lnTo>
                  <a:lnTo>
                    <a:pt x="2192180" y="1458801"/>
                  </a:lnTo>
                  <a:lnTo>
                    <a:pt x="2192091" y="1458847"/>
                  </a:lnTo>
                  <a:lnTo>
                    <a:pt x="2191980" y="1458908"/>
                  </a:lnTo>
                  <a:lnTo>
                    <a:pt x="2191945" y="1458957"/>
                  </a:lnTo>
                  <a:lnTo>
                    <a:pt x="2191947" y="1459010"/>
                  </a:lnTo>
                  <a:lnTo>
                    <a:pt x="2191977" y="1459028"/>
                  </a:lnTo>
                  <a:lnTo>
                    <a:pt x="2192069" y="1459022"/>
                  </a:lnTo>
                  <a:lnTo>
                    <a:pt x="2192114" y="1459022"/>
                  </a:lnTo>
                  <a:lnTo>
                    <a:pt x="2192140" y="1459022"/>
                  </a:lnTo>
                  <a:lnTo>
                    <a:pt x="2192161" y="1459062"/>
                  </a:lnTo>
                  <a:lnTo>
                    <a:pt x="2192161" y="1459138"/>
                  </a:lnTo>
                  <a:lnTo>
                    <a:pt x="2192112" y="1459191"/>
                  </a:lnTo>
                  <a:lnTo>
                    <a:pt x="2192034" y="1459212"/>
                  </a:lnTo>
                  <a:lnTo>
                    <a:pt x="2191983" y="1459197"/>
                  </a:lnTo>
                  <a:lnTo>
                    <a:pt x="2191945" y="1459169"/>
                  </a:lnTo>
                  <a:lnTo>
                    <a:pt x="2191925" y="1459180"/>
                  </a:lnTo>
                  <a:lnTo>
                    <a:pt x="2191588" y="1459364"/>
                  </a:lnTo>
                  <a:lnTo>
                    <a:pt x="2191493" y="1459416"/>
                  </a:lnTo>
                  <a:lnTo>
                    <a:pt x="2191480" y="1459452"/>
                  </a:lnTo>
                  <a:lnTo>
                    <a:pt x="2191453" y="1459471"/>
                  </a:lnTo>
                  <a:lnTo>
                    <a:pt x="2191396" y="1459464"/>
                  </a:lnTo>
                  <a:lnTo>
                    <a:pt x="2191311" y="1459440"/>
                  </a:lnTo>
                  <a:lnTo>
                    <a:pt x="2191167" y="1459456"/>
                  </a:lnTo>
                  <a:lnTo>
                    <a:pt x="2191025" y="1459487"/>
                  </a:lnTo>
                  <a:lnTo>
                    <a:pt x="2190983" y="1459509"/>
                  </a:lnTo>
                  <a:lnTo>
                    <a:pt x="2190998" y="1459605"/>
                  </a:lnTo>
                  <a:lnTo>
                    <a:pt x="2191000" y="1459619"/>
                  </a:lnTo>
                  <a:lnTo>
                    <a:pt x="2190991" y="1459634"/>
                  </a:lnTo>
                  <a:lnTo>
                    <a:pt x="2190971" y="1459634"/>
                  </a:lnTo>
                  <a:lnTo>
                    <a:pt x="2190952" y="1459654"/>
                  </a:lnTo>
                  <a:lnTo>
                    <a:pt x="2190947" y="1459659"/>
                  </a:lnTo>
                  <a:lnTo>
                    <a:pt x="2190789" y="1459680"/>
                  </a:lnTo>
                  <a:lnTo>
                    <a:pt x="2190680" y="1459619"/>
                  </a:lnTo>
                  <a:lnTo>
                    <a:pt x="2190571" y="1459514"/>
                  </a:lnTo>
                  <a:lnTo>
                    <a:pt x="2190537" y="1459391"/>
                  </a:lnTo>
                  <a:lnTo>
                    <a:pt x="2190524" y="1459159"/>
                  </a:lnTo>
                  <a:lnTo>
                    <a:pt x="2190875" y="1458939"/>
                  </a:lnTo>
                  <a:lnTo>
                    <a:pt x="2191011" y="1458892"/>
                  </a:lnTo>
                  <a:lnTo>
                    <a:pt x="2191253" y="1458652"/>
                  </a:lnTo>
                  <a:lnTo>
                    <a:pt x="2191250" y="1458255"/>
                  </a:lnTo>
                  <a:lnTo>
                    <a:pt x="2191206" y="1458108"/>
                  </a:lnTo>
                  <a:lnTo>
                    <a:pt x="2191118" y="1458000"/>
                  </a:lnTo>
                  <a:lnTo>
                    <a:pt x="2190456" y="1457607"/>
                  </a:lnTo>
                  <a:lnTo>
                    <a:pt x="2189952" y="1457166"/>
                  </a:lnTo>
                  <a:lnTo>
                    <a:pt x="2189812" y="1457141"/>
                  </a:lnTo>
                  <a:lnTo>
                    <a:pt x="2189672" y="1457178"/>
                  </a:lnTo>
                  <a:lnTo>
                    <a:pt x="2189700" y="1457251"/>
                  </a:lnTo>
                  <a:lnTo>
                    <a:pt x="2189702" y="1457395"/>
                  </a:lnTo>
                  <a:lnTo>
                    <a:pt x="2189672" y="1457715"/>
                  </a:lnTo>
                  <a:lnTo>
                    <a:pt x="2188914" y="1457691"/>
                  </a:lnTo>
                  <a:lnTo>
                    <a:pt x="2188465" y="1457540"/>
                  </a:lnTo>
                  <a:lnTo>
                    <a:pt x="2187749" y="1456989"/>
                  </a:lnTo>
                  <a:lnTo>
                    <a:pt x="2187110" y="1456589"/>
                  </a:lnTo>
                  <a:lnTo>
                    <a:pt x="2186708" y="1456289"/>
                  </a:lnTo>
                  <a:lnTo>
                    <a:pt x="2186420" y="1456019"/>
                  </a:lnTo>
                  <a:lnTo>
                    <a:pt x="2185377" y="1455812"/>
                  </a:lnTo>
                  <a:lnTo>
                    <a:pt x="2184805" y="1455666"/>
                  </a:lnTo>
                  <a:lnTo>
                    <a:pt x="2184421" y="1455866"/>
                  </a:lnTo>
                  <a:lnTo>
                    <a:pt x="2183995" y="1456180"/>
                  </a:lnTo>
                  <a:lnTo>
                    <a:pt x="2183631" y="1456707"/>
                  </a:lnTo>
                  <a:lnTo>
                    <a:pt x="2183664" y="1456823"/>
                  </a:lnTo>
                  <a:lnTo>
                    <a:pt x="2183926" y="1457341"/>
                  </a:lnTo>
                  <a:lnTo>
                    <a:pt x="2183977" y="1457442"/>
                  </a:lnTo>
                  <a:lnTo>
                    <a:pt x="2184045" y="1457490"/>
                  </a:lnTo>
                  <a:lnTo>
                    <a:pt x="2184185" y="1457744"/>
                  </a:lnTo>
                  <a:lnTo>
                    <a:pt x="2184220" y="1457873"/>
                  </a:lnTo>
                  <a:lnTo>
                    <a:pt x="2184199" y="1457921"/>
                  </a:lnTo>
                  <a:lnTo>
                    <a:pt x="2184219" y="1457951"/>
                  </a:lnTo>
                  <a:lnTo>
                    <a:pt x="2184596" y="1458062"/>
                  </a:lnTo>
                  <a:lnTo>
                    <a:pt x="2184849" y="1457764"/>
                  </a:lnTo>
                  <a:lnTo>
                    <a:pt x="2185102" y="1457534"/>
                  </a:lnTo>
                  <a:lnTo>
                    <a:pt x="2185142" y="1457541"/>
                  </a:lnTo>
                  <a:lnTo>
                    <a:pt x="2185259" y="1457657"/>
                  </a:lnTo>
                  <a:lnTo>
                    <a:pt x="2185523" y="1457921"/>
                  </a:lnTo>
                  <a:lnTo>
                    <a:pt x="2185931" y="1458644"/>
                  </a:lnTo>
                  <a:lnTo>
                    <a:pt x="2186008" y="1458813"/>
                  </a:lnTo>
                  <a:lnTo>
                    <a:pt x="2185913" y="1458995"/>
                  </a:lnTo>
                  <a:lnTo>
                    <a:pt x="2185955" y="1459175"/>
                  </a:lnTo>
                  <a:lnTo>
                    <a:pt x="2185984" y="1459298"/>
                  </a:lnTo>
                  <a:lnTo>
                    <a:pt x="2185974" y="1459316"/>
                  </a:lnTo>
                  <a:lnTo>
                    <a:pt x="2185959" y="1459362"/>
                  </a:lnTo>
                  <a:lnTo>
                    <a:pt x="2185930" y="1459453"/>
                  </a:lnTo>
                  <a:lnTo>
                    <a:pt x="2185928" y="1459460"/>
                  </a:lnTo>
                  <a:lnTo>
                    <a:pt x="2185911" y="1459527"/>
                  </a:lnTo>
                  <a:lnTo>
                    <a:pt x="2185896" y="1459595"/>
                  </a:lnTo>
                  <a:lnTo>
                    <a:pt x="2185887" y="1459636"/>
                  </a:lnTo>
                  <a:lnTo>
                    <a:pt x="2185886" y="1459650"/>
                  </a:lnTo>
                  <a:lnTo>
                    <a:pt x="2185886" y="1459665"/>
                  </a:lnTo>
                  <a:lnTo>
                    <a:pt x="2185883" y="1459680"/>
                  </a:lnTo>
                  <a:lnTo>
                    <a:pt x="2185881" y="1459686"/>
                  </a:lnTo>
                  <a:lnTo>
                    <a:pt x="2185861" y="1459745"/>
                  </a:lnTo>
                  <a:lnTo>
                    <a:pt x="2185842" y="1459776"/>
                  </a:lnTo>
                  <a:lnTo>
                    <a:pt x="2185820" y="1459800"/>
                  </a:lnTo>
                  <a:lnTo>
                    <a:pt x="2185812" y="1459821"/>
                  </a:lnTo>
                  <a:lnTo>
                    <a:pt x="2185811" y="1459830"/>
                  </a:lnTo>
                  <a:lnTo>
                    <a:pt x="2185808" y="1459854"/>
                  </a:lnTo>
                  <a:lnTo>
                    <a:pt x="2185807" y="1459874"/>
                  </a:lnTo>
                  <a:lnTo>
                    <a:pt x="2185801" y="1459942"/>
                  </a:lnTo>
                  <a:lnTo>
                    <a:pt x="2185799" y="1459970"/>
                  </a:lnTo>
                  <a:lnTo>
                    <a:pt x="2185794" y="1459994"/>
                  </a:lnTo>
                  <a:lnTo>
                    <a:pt x="2185738" y="1460093"/>
                  </a:lnTo>
                  <a:lnTo>
                    <a:pt x="2185729" y="1460107"/>
                  </a:lnTo>
                  <a:lnTo>
                    <a:pt x="2185696" y="1460164"/>
                  </a:lnTo>
                  <a:lnTo>
                    <a:pt x="2185686" y="1460191"/>
                  </a:lnTo>
                  <a:lnTo>
                    <a:pt x="2185660" y="1460236"/>
                  </a:lnTo>
                  <a:lnTo>
                    <a:pt x="2185651" y="1460251"/>
                  </a:lnTo>
                  <a:lnTo>
                    <a:pt x="2185634" y="1460280"/>
                  </a:lnTo>
                  <a:lnTo>
                    <a:pt x="2185616" y="1460311"/>
                  </a:lnTo>
                  <a:lnTo>
                    <a:pt x="2185632" y="1460318"/>
                  </a:lnTo>
                  <a:lnTo>
                    <a:pt x="2185651" y="1460332"/>
                  </a:lnTo>
                  <a:lnTo>
                    <a:pt x="2185654" y="1460343"/>
                  </a:lnTo>
                  <a:lnTo>
                    <a:pt x="2185652" y="1460359"/>
                  </a:lnTo>
                  <a:lnTo>
                    <a:pt x="2185649" y="1460366"/>
                  </a:lnTo>
                  <a:lnTo>
                    <a:pt x="2185635" y="1460401"/>
                  </a:lnTo>
                  <a:lnTo>
                    <a:pt x="2185617" y="1460454"/>
                  </a:lnTo>
                  <a:lnTo>
                    <a:pt x="2185612" y="1460478"/>
                  </a:lnTo>
                  <a:lnTo>
                    <a:pt x="2185599" y="1460577"/>
                  </a:lnTo>
                  <a:lnTo>
                    <a:pt x="2185592" y="1460630"/>
                  </a:lnTo>
                  <a:lnTo>
                    <a:pt x="2185592" y="1460649"/>
                  </a:lnTo>
                  <a:lnTo>
                    <a:pt x="2185591" y="1460663"/>
                  </a:lnTo>
                  <a:lnTo>
                    <a:pt x="2185591" y="1460669"/>
                  </a:lnTo>
                  <a:lnTo>
                    <a:pt x="2185591" y="1460681"/>
                  </a:lnTo>
                  <a:lnTo>
                    <a:pt x="2185590" y="1460709"/>
                  </a:lnTo>
                  <a:lnTo>
                    <a:pt x="2185593" y="1460716"/>
                  </a:lnTo>
                  <a:lnTo>
                    <a:pt x="2185594" y="1460732"/>
                  </a:lnTo>
                  <a:lnTo>
                    <a:pt x="2185599" y="1460791"/>
                  </a:lnTo>
                  <a:lnTo>
                    <a:pt x="2185603" y="1460855"/>
                  </a:lnTo>
                  <a:lnTo>
                    <a:pt x="2185599" y="1460937"/>
                  </a:lnTo>
                  <a:lnTo>
                    <a:pt x="2185602" y="1460977"/>
                  </a:lnTo>
                  <a:lnTo>
                    <a:pt x="2185714" y="1460969"/>
                  </a:lnTo>
                  <a:lnTo>
                    <a:pt x="2185925" y="1461115"/>
                  </a:lnTo>
                  <a:lnTo>
                    <a:pt x="2185946" y="1461118"/>
                  </a:lnTo>
                  <a:lnTo>
                    <a:pt x="2186172" y="1461142"/>
                  </a:lnTo>
                  <a:lnTo>
                    <a:pt x="2186237" y="1461274"/>
                  </a:lnTo>
                  <a:lnTo>
                    <a:pt x="2185840" y="1461939"/>
                  </a:lnTo>
                  <a:lnTo>
                    <a:pt x="2185918" y="1461978"/>
                  </a:lnTo>
                  <a:lnTo>
                    <a:pt x="2186147" y="1462370"/>
                  </a:lnTo>
                  <a:lnTo>
                    <a:pt x="2186466" y="1463167"/>
                  </a:lnTo>
                  <a:lnTo>
                    <a:pt x="2187105" y="1463108"/>
                  </a:lnTo>
                  <a:lnTo>
                    <a:pt x="2187488" y="1463041"/>
                  </a:lnTo>
                  <a:lnTo>
                    <a:pt x="2187746" y="1462861"/>
                  </a:lnTo>
                  <a:lnTo>
                    <a:pt x="2188048" y="1462625"/>
                  </a:lnTo>
                  <a:lnTo>
                    <a:pt x="2188127" y="1462472"/>
                  </a:lnTo>
                  <a:lnTo>
                    <a:pt x="2188324" y="1462414"/>
                  </a:lnTo>
                  <a:lnTo>
                    <a:pt x="2188595" y="1462389"/>
                  </a:lnTo>
                  <a:lnTo>
                    <a:pt x="2188871" y="1462352"/>
                  </a:lnTo>
                  <a:lnTo>
                    <a:pt x="2188975" y="1462316"/>
                  </a:lnTo>
                  <a:lnTo>
                    <a:pt x="2189137" y="1462260"/>
                  </a:lnTo>
                  <a:lnTo>
                    <a:pt x="2189329" y="1462175"/>
                  </a:lnTo>
                  <a:lnTo>
                    <a:pt x="2189379" y="1462101"/>
                  </a:lnTo>
                  <a:lnTo>
                    <a:pt x="2189381" y="1462044"/>
                  </a:lnTo>
                  <a:lnTo>
                    <a:pt x="2189568" y="1461942"/>
                  </a:lnTo>
                  <a:lnTo>
                    <a:pt x="2189652" y="1462171"/>
                  </a:lnTo>
                  <a:lnTo>
                    <a:pt x="2189588" y="1462387"/>
                  </a:lnTo>
                  <a:lnTo>
                    <a:pt x="2189500" y="1462521"/>
                  </a:lnTo>
                  <a:lnTo>
                    <a:pt x="2189256" y="1462565"/>
                  </a:lnTo>
                  <a:lnTo>
                    <a:pt x="2189249" y="1462633"/>
                  </a:lnTo>
                  <a:lnTo>
                    <a:pt x="2189472" y="1462672"/>
                  </a:lnTo>
                  <a:lnTo>
                    <a:pt x="2189816" y="1462557"/>
                  </a:lnTo>
                  <a:lnTo>
                    <a:pt x="2189934" y="1462448"/>
                  </a:lnTo>
                  <a:lnTo>
                    <a:pt x="2189980" y="1462230"/>
                  </a:lnTo>
                  <a:lnTo>
                    <a:pt x="2190157" y="1461651"/>
                  </a:lnTo>
                  <a:lnTo>
                    <a:pt x="2190631" y="1461358"/>
                  </a:lnTo>
                  <a:lnTo>
                    <a:pt x="2191006" y="1461240"/>
                  </a:lnTo>
                  <a:lnTo>
                    <a:pt x="2191121" y="1461280"/>
                  </a:lnTo>
                  <a:lnTo>
                    <a:pt x="2191196" y="1461340"/>
                  </a:lnTo>
                  <a:lnTo>
                    <a:pt x="2191225" y="1461506"/>
                  </a:lnTo>
                  <a:lnTo>
                    <a:pt x="2191434" y="1461376"/>
                  </a:lnTo>
                  <a:lnTo>
                    <a:pt x="2191541" y="1461132"/>
                  </a:lnTo>
                  <a:lnTo>
                    <a:pt x="2191562" y="1461017"/>
                  </a:lnTo>
                  <a:lnTo>
                    <a:pt x="2191386" y="1460768"/>
                  </a:lnTo>
                  <a:lnTo>
                    <a:pt x="2191660" y="1460572"/>
                  </a:lnTo>
                  <a:lnTo>
                    <a:pt x="2191748" y="1460687"/>
                  </a:lnTo>
                  <a:lnTo>
                    <a:pt x="2191795" y="1460706"/>
                  </a:lnTo>
                  <a:lnTo>
                    <a:pt x="2191829" y="1460649"/>
                  </a:lnTo>
                  <a:lnTo>
                    <a:pt x="2191873" y="1460607"/>
                  </a:lnTo>
                  <a:lnTo>
                    <a:pt x="2191854" y="1460580"/>
                  </a:lnTo>
                  <a:lnTo>
                    <a:pt x="2191737" y="1460404"/>
                  </a:lnTo>
                  <a:lnTo>
                    <a:pt x="2191795" y="1460352"/>
                  </a:lnTo>
                  <a:lnTo>
                    <a:pt x="2191851" y="1460301"/>
                  </a:lnTo>
                  <a:lnTo>
                    <a:pt x="2192092" y="1460243"/>
                  </a:lnTo>
                  <a:lnTo>
                    <a:pt x="2192241" y="1460306"/>
                  </a:lnTo>
                  <a:lnTo>
                    <a:pt x="2192371" y="1460260"/>
                  </a:lnTo>
                  <a:lnTo>
                    <a:pt x="2192385" y="1460091"/>
                  </a:lnTo>
                  <a:lnTo>
                    <a:pt x="2192380" y="1459961"/>
                  </a:lnTo>
                  <a:lnTo>
                    <a:pt x="2192534" y="1459836"/>
                  </a:lnTo>
                  <a:lnTo>
                    <a:pt x="2192547" y="1459833"/>
                  </a:lnTo>
                  <a:lnTo>
                    <a:pt x="2192637" y="1459887"/>
                  </a:lnTo>
                  <a:lnTo>
                    <a:pt x="2192768" y="1459841"/>
                  </a:lnTo>
                  <a:lnTo>
                    <a:pt x="2192971" y="1459564"/>
                  </a:lnTo>
                  <a:lnTo>
                    <a:pt x="2193205" y="1459094"/>
                  </a:lnTo>
                  <a:lnTo>
                    <a:pt x="2193399" y="1458879"/>
                  </a:lnTo>
                  <a:lnTo>
                    <a:pt x="2193872" y="1458725"/>
                  </a:lnTo>
                  <a:lnTo>
                    <a:pt x="2194044" y="1458705"/>
                  </a:lnTo>
                  <a:lnTo>
                    <a:pt x="2194098" y="1458720"/>
                  </a:lnTo>
                  <a:lnTo>
                    <a:pt x="2194102" y="1458925"/>
                  </a:lnTo>
                  <a:lnTo>
                    <a:pt x="2193877" y="1459355"/>
                  </a:lnTo>
                  <a:lnTo>
                    <a:pt x="2193904" y="1459493"/>
                  </a:lnTo>
                  <a:lnTo>
                    <a:pt x="2194039" y="1459518"/>
                  </a:lnTo>
                  <a:lnTo>
                    <a:pt x="2194197" y="1459447"/>
                  </a:lnTo>
                  <a:lnTo>
                    <a:pt x="2194273" y="1459387"/>
                  </a:lnTo>
                  <a:lnTo>
                    <a:pt x="2194466" y="1459519"/>
                  </a:lnTo>
                  <a:lnTo>
                    <a:pt x="2194539" y="1459569"/>
                  </a:lnTo>
                  <a:lnTo>
                    <a:pt x="2194669" y="1459658"/>
                  </a:lnTo>
                  <a:lnTo>
                    <a:pt x="2194820" y="1459724"/>
                  </a:lnTo>
                  <a:lnTo>
                    <a:pt x="2195104" y="1459897"/>
                  </a:lnTo>
                  <a:lnTo>
                    <a:pt x="2195164" y="1460080"/>
                  </a:lnTo>
                  <a:lnTo>
                    <a:pt x="2195150" y="1460195"/>
                  </a:lnTo>
                  <a:lnTo>
                    <a:pt x="2195118" y="1460231"/>
                  </a:lnTo>
                  <a:lnTo>
                    <a:pt x="2194998" y="1460348"/>
                  </a:lnTo>
                  <a:lnTo>
                    <a:pt x="2194853" y="1460441"/>
                  </a:lnTo>
                  <a:lnTo>
                    <a:pt x="2194738" y="1460477"/>
                  </a:lnTo>
                  <a:lnTo>
                    <a:pt x="2194582" y="1460567"/>
                  </a:lnTo>
                  <a:lnTo>
                    <a:pt x="2194465" y="1460681"/>
                  </a:lnTo>
                  <a:lnTo>
                    <a:pt x="2194396" y="1460786"/>
                  </a:lnTo>
                  <a:lnTo>
                    <a:pt x="2194411" y="1460825"/>
                  </a:lnTo>
                  <a:lnTo>
                    <a:pt x="2194513" y="1460971"/>
                  </a:lnTo>
                  <a:lnTo>
                    <a:pt x="2194559" y="1461000"/>
                  </a:lnTo>
                  <a:lnTo>
                    <a:pt x="2195071" y="1460944"/>
                  </a:lnTo>
                  <a:lnTo>
                    <a:pt x="2195220" y="1460784"/>
                  </a:lnTo>
                  <a:lnTo>
                    <a:pt x="2195289" y="1460746"/>
                  </a:lnTo>
                  <a:lnTo>
                    <a:pt x="2195342" y="1460761"/>
                  </a:lnTo>
                  <a:lnTo>
                    <a:pt x="2195526" y="1460949"/>
                  </a:lnTo>
                  <a:lnTo>
                    <a:pt x="2195694" y="1461471"/>
                  </a:lnTo>
                  <a:lnTo>
                    <a:pt x="2195841" y="1461412"/>
                  </a:lnTo>
                  <a:lnTo>
                    <a:pt x="2195921" y="1461437"/>
                  </a:lnTo>
                  <a:lnTo>
                    <a:pt x="2195939" y="1461475"/>
                  </a:lnTo>
                  <a:lnTo>
                    <a:pt x="2195896" y="1461691"/>
                  </a:lnTo>
                  <a:lnTo>
                    <a:pt x="2195646" y="1461971"/>
                  </a:lnTo>
                  <a:lnTo>
                    <a:pt x="2195546" y="1462027"/>
                  </a:lnTo>
                  <a:lnTo>
                    <a:pt x="2195460" y="1462020"/>
                  </a:lnTo>
                  <a:lnTo>
                    <a:pt x="2195384" y="1462044"/>
                  </a:lnTo>
                  <a:lnTo>
                    <a:pt x="2195128" y="1462223"/>
                  </a:lnTo>
                  <a:lnTo>
                    <a:pt x="2195077" y="1462382"/>
                  </a:lnTo>
                  <a:lnTo>
                    <a:pt x="2195094" y="1462481"/>
                  </a:lnTo>
                  <a:lnTo>
                    <a:pt x="2195139" y="1462612"/>
                  </a:lnTo>
                  <a:lnTo>
                    <a:pt x="2195229" y="1462737"/>
                  </a:lnTo>
                  <a:lnTo>
                    <a:pt x="2195286" y="1462780"/>
                  </a:lnTo>
                  <a:lnTo>
                    <a:pt x="2195765" y="1462809"/>
                  </a:lnTo>
                  <a:lnTo>
                    <a:pt x="2196183" y="1462743"/>
                  </a:lnTo>
                  <a:lnTo>
                    <a:pt x="2196503" y="1462637"/>
                  </a:lnTo>
                  <a:lnTo>
                    <a:pt x="2196572" y="1462601"/>
                  </a:lnTo>
                  <a:lnTo>
                    <a:pt x="2196670" y="1462475"/>
                  </a:lnTo>
                  <a:lnTo>
                    <a:pt x="2196869" y="1462460"/>
                  </a:lnTo>
                  <a:lnTo>
                    <a:pt x="2196914" y="1462477"/>
                  </a:lnTo>
                  <a:lnTo>
                    <a:pt x="2197035" y="1462726"/>
                  </a:lnTo>
                  <a:lnTo>
                    <a:pt x="2196978" y="1462823"/>
                  </a:lnTo>
                  <a:lnTo>
                    <a:pt x="2196919" y="1462871"/>
                  </a:lnTo>
                  <a:lnTo>
                    <a:pt x="2196867" y="1462941"/>
                  </a:lnTo>
                  <a:lnTo>
                    <a:pt x="2196872" y="1462963"/>
                  </a:lnTo>
                  <a:lnTo>
                    <a:pt x="2196950" y="1463090"/>
                  </a:lnTo>
                  <a:lnTo>
                    <a:pt x="2197039" y="1463155"/>
                  </a:lnTo>
                  <a:lnTo>
                    <a:pt x="2197167" y="1463136"/>
                  </a:lnTo>
                  <a:lnTo>
                    <a:pt x="2197228" y="1463103"/>
                  </a:lnTo>
                  <a:lnTo>
                    <a:pt x="2197434" y="1462878"/>
                  </a:lnTo>
                  <a:lnTo>
                    <a:pt x="2197542" y="1462562"/>
                  </a:lnTo>
                  <a:lnTo>
                    <a:pt x="2197852" y="1462356"/>
                  </a:lnTo>
                  <a:lnTo>
                    <a:pt x="2198094" y="1462384"/>
                  </a:lnTo>
                  <a:lnTo>
                    <a:pt x="2198440" y="1462181"/>
                  </a:lnTo>
                  <a:lnTo>
                    <a:pt x="2198479" y="1462092"/>
                  </a:lnTo>
                  <a:lnTo>
                    <a:pt x="2198680" y="1461961"/>
                  </a:lnTo>
                  <a:lnTo>
                    <a:pt x="2199307" y="1461683"/>
                  </a:lnTo>
                  <a:lnTo>
                    <a:pt x="2199624" y="1461426"/>
                  </a:lnTo>
                  <a:lnTo>
                    <a:pt x="2199742" y="1461399"/>
                  </a:lnTo>
                  <a:lnTo>
                    <a:pt x="2199939" y="1461406"/>
                  </a:lnTo>
                  <a:lnTo>
                    <a:pt x="2199735" y="1461720"/>
                  </a:lnTo>
                  <a:lnTo>
                    <a:pt x="2199668" y="1461701"/>
                  </a:lnTo>
                  <a:lnTo>
                    <a:pt x="2199534" y="1461745"/>
                  </a:lnTo>
                  <a:lnTo>
                    <a:pt x="2199440" y="1461935"/>
                  </a:lnTo>
                  <a:lnTo>
                    <a:pt x="2199417" y="1461983"/>
                  </a:lnTo>
                  <a:lnTo>
                    <a:pt x="2199296" y="1462229"/>
                  </a:lnTo>
                  <a:lnTo>
                    <a:pt x="2199289" y="1462270"/>
                  </a:lnTo>
                  <a:lnTo>
                    <a:pt x="2199339" y="1462386"/>
                  </a:lnTo>
                  <a:lnTo>
                    <a:pt x="2199066" y="1462564"/>
                  </a:lnTo>
                  <a:lnTo>
                    <a:pt x="2198815" y="1462704"/>
                  </a:lnTo>
                  <a:lnTo>
                    <a:pt x="2198452" y="1463189"/>
                  </a:lnTo>
                  <a:lnTo>
                    <a:pt x="2198224" y="1463264"/>
                  </a:lnTo>
                  <a:lnTo>
                    <a:pt x="2197827" y="1463514"/>
                  </a:lnTo>
                  <a:lnTo>
                    <a:pt x="2197707" y="1463711"/>
                  </a:lnTo>
                  <a:lnTo>
                    <a:pt x="2197428" y="1463838"/>
                  </a:lnTo>
                  <a:lnTo>
                    <a:pt x="2197053" y="1464045"/>
                  </a:lnTo>
                  <a:lnTo>
                    <a:pt x="2197069" y="1464187"/>
                  </a:lnTo>
                  <a:lnTo>
                    <a:pt x="2197252" y="1464207"/>
                  </a:lnTo>
                  <a:lnTo>
                    <a:pt x="2197386" y="1464316"/>
                  </a:lnTo>
                  <a:lnTo>
                    <a:pt x="2197413" y="1464465"/>
                  </a:lnTo>
                  <a:lnTo>
                    <a:pt x="2197392" y="1464578"/>
                  </a:lnTo>
                  <a:lnTo>
                    <a:pt x="2197054" y="1464672"/>
                  </a:lnTo>
                  <a:lnTo>
                    <a:pt x="2196521" y="1464649"/>
                  </a:lnTo>
                  <a:lnTo>
                    <a:pt x="2196433" y="1464608"/>
                  </a:lnTo>
                  <a:lnTo>
                    <a:pt x="2196439" y="1464449"/>
                  </a:lnTo>
                  <a:lnTo>
                    <a:pt x="2196492" y="1464354"/>
                  </a:lnTo>
                  <a:lnTo>
                    <a:pt x="2196399" y="1464251"/>
                  </a:lnTo>
                  <a:lnTo>
                    <a:pt x="2196339" y="1464225"/>
                  </a:lnTo>
                  <a:lnTo>
                    <a:pt x="2196243" y="1464201"/>
                  </a:lnTo>
                  <a:lnTo>
                    <a:pt x="2196187" y="1464214"/>
                  </a:lnTo>
                  <a:lnTo>
                    <a:pt x="2196161" y="1464374"/>
                  </a:lnTo>
                  <a:lnTo>
                    <a:pt x="2195623" y="1464793"/>
                  </a:lnTo>
                  <a:lnTo>
                    <a:pt x="2195453" y="1464883"/>
                  </a:lnTo>
                  <a:lnTo>
                    <a:pt x="2195435" y="1464877"/>
                  </a:lnTo>
                  <a:lnTo>
                    <a:pt x="2195408" y="1464824"/>
                  </a:lnTo>
                  <a:lnTo>
                    <a:pt x="2195384" y="1464705"/>
                  </a:lnTo>
                  <a:lnTo>
                    <a:pt x="2195548" y="1464599"/>
                  </a:lnTo>
                  <a:lnTo>
                    <a:pt x="2195555" y="1464567"/>
                  </a:lnTo>
                  <a:lnTo>
                    <a:pt x="2195544" y="1464302"/>
                  </a:lnTo>
                  <a:lnTo>
                    <a:pt x="2195500" y="1464113"/>
                  </a:lnTo>
                  <a:lnTo>
                    <a:pt x="2195482" y="1464085"/>
                  </a:lnTo>
                  <a:lnTo>
                    <a:pt x="2195405" y="1464043"/>
                  </a:lnTo>
                  <a:lnTo>
                    <a:pt x="2195181" y="1464061"/>
                  </a:lnTo>
                  <a:lnTo>
                    <a:pt x="2195067" y="1464135"/>
                  </a:lnTo>
                  <a:lnTo>
                    <a:pt x="2194727" y="1463858"/>
                  </a:lnTo>
                  <a:lnTo>
                    <a:pt x="2194592" y="1463605"/>
                  </a:lnTo>
                  <a:lnTo>
                    <a:pt x="2194378" y="1463675"/>
                  </a:lnTo>
                  <a:lnTo>
                    <a:pt x="2194224" y="1463818"/>
                  </a:lnTo>
                  <a:lnTo>
                    <a:pt x="2193924" y="1464027"/>
                  </a:lnTo>
                  <a:lnTo>
                    <a:pt x="2193711" y="1464095"/>
                  </a:lnTo>
                  <a:lnTo>
                    <a:pt x="2193083" y="1464206"/>
                  </a:lnTo>
                  <a:lnTo>
                    <a:pt x="2192049" y="1464865"/>
                  </a:lnTo>
                  <a:lnTo>
                    <a:pt x="2191956" y="1464946"/>
                  </a:lnTo>
                  <a:lnTo>
                    <a:pt x="2191920" y="1465273"/>
                  </a:lnTo>
                  <a:lnTo>
                    <a:pt x="2191973" y="1465530"/>
                  </a:lnTo>
                  <a:lnTo>
                    <a:pt x="2192152" y="1465776"/>
                  </a:lnTo>
                  <a:lnTo>
                    <a:pt x="2192241" y="1465801"/>
                  </a:lnTo>
                  <a:lnTo>
                    <a:pt x="2192734" y="1465781"/>
                  </a:lnTo>
                  <a:lnTo>
                    <a:pt x="2192977" y="1465648"/>
                  </a:lnTo>
                  <a:lnTo>
                    <a:pt x="2193045" y="1465708"/>
                  </a:lnTo>
                  <a:lnTo>
                    <a:pt x="2193047" y="1465760"/>
                  </a:lnTo>
                  <a:lnTo>
                    <a:pt x="2192987" y="1466125"/>
                  </a:lnTo>
                  <a:lnTo>
                    <a:pt x="2192454" y="1466715"/>
                  </a:lnTo>
                  <a:lnTo>
                    <a:pt x="2192321" y="1466739"/>
                  </a:lnTo>
                  <a:lnTo>
                    <a:pt x="2192037" y="1466716"/>
                  </a:lnTo>
                  <a:lnTo>
                    <a:pt x="2191880" y="1466560"/>
                  </a:lnTo>
                  <a:lnTo>
                    <a:pt x="2191879" y="1466278"/>
                  </a:lnTo>
                  <a:lnTo>
                    <a:pt x="2191835" y="1465926"/>
                  </a:lnTo>
                  <a:lnTo>
                    <a:pt x="2191803" y="1465805"/>
                  </a:lnTo>
                  <a:lnTo>
                    <a:pt x="2191676" y="1465574"/>
                  </a:lnTo>
                  <a:lnTo>
                    <a:pt x="2190867" y="1465426"/>
                  </a:lnTo>
                  <a:lnTo>
                    <a:pt x="2190784" y="1465430"/>
                  </a:lnTo>
                  <a:lnTo>
                    <a:pt x="2190575" y="1465478"/>
                  </a:lnTo>
                  <a:lnTo>
                    <a:pt x="2190127" y="1465655"/>
                  </a:lnTo>
                  <a:lnTo>
                    <a:pt x="2190150" y="1465842"/>
                  </a:lnTo>
                  <a:lnTo>
                    <a:pt x="2190239" y="1465970"/>
                  </a:lnTo>
                  <a:lnTo>
                    <a:pt x="2190289" y="1465994"/>
                  </a:lnTo>
                  <a:lnTo>
                    <a:pt x="2190453" y="1465961"/>
                  </a:lnTo>
                  <a:lnTo>
                    <a:pt x="2190501" y="1465980"/>
                  </a:lnTo>
                  <a:lnTo>
                    <a:pt x="2190135" y="1466269"/>
                  </a:lnTo>
                  <a:lnTo>
                    <a:pt x="2189946" y="1466287"/>
                  </a:lnTo>
                  <a:lnTo>
                    <a:pt x="2189926" y="1466221"/>
                  </a:lnTo>
                  <a:lnTo>
                    <a:pt x="2189965" y="1466151"/>
                  </a:lnTo>
                  <a:lnTo>
                    <a:pt x="2190030" y="1466124"/>
                  </a:lnTo>
                  <a:lnTo>
                    <a:pt x="2190048" y="1466069"/>
                  </a:lnTo>
                  <a:lnTo>
                    <a:pt x="2190026" y="1466041"/>
                  </a:lnTo>
                  <a:lnTo>
                    <a:pt x="2189841" y="1466053"/>
                  </a:lnTo>
                  <a:lnTo>
                    <a:pt x="2189208" y="1466359"/>
                  </a:lnTo>
                  <a:lnTo>
                    <a:pt x="2189111" y="1466462"/>
                  </a:lnTo>
                  <a:lnTo>
                    <a:pt x="2189090" y="1466562"/>
                  </a:lnTo>
                  <a:lnTo>
                    <a:pt x="2189020" y="1466607"/>
                  </a:lnTo>
                  <a:lnTo>
                    <a:pt x="2188887" y="1466674"/>
                  </a:lnTo>
                  <a:lnTo>
                    <a:pt x="2188650" y="1466726"/>
                  </a:lnTo>
                  <a:lnTo>
                    <a:pt x="2188419" y="1466709"/>
                  </a:lnTo>
                  <a:lnTo>
                    <a:pt x="2188268" y="1466602"/>
                  </a:lnTo>
                  <a:lnTo>
                    <a:pt x="2188066" y="1466538"/>
                  </a:lnTo>
                  <a:lnTo>
                    <a:pt x="2187499" y="1466621"/>
                  </a:lnTo>
                  <a:lnTo>
                    <a:pt x="2186981" y="1466785"/>
                  </a:lnTo>
                  <a:lnTo>
                    <a:pt x="2186336" y="1467013"/>
                  </a:lnTo>
                  <a:lnTo>
                    <a:pt x="2185674" y="1466939"/>
                  </a:lnTo>
                  <a:lnTo>
                    <a:pt x="2185195" y="1467001"/>
                  </a:lnTo>
                  <a:lnTo>
                    <a:pt x="2185039" y="1467065"/>
                  </a:lnTo>
                  <a:lnTo>
                    <a:pt x="2184731" y="1467257"/>
                  </a:lnTo>
                  <a:lnTo>
                    <a:pt x="2184319" y="1467685"/>
                  </a:lnTo>
                  <a:lnTo>
                    <a:pt x="2184392" y="1467838"/>
                  </a:lnTo>
                  <a:lnTo>
                    <a:pt x="2184464" y="1467988"/>
                  </a:lnTo>
                  <a:lnTo>
                    <a:pt x="2184661" y="1467928"/>
                  </a:lnTo>
                  <a:lnTo>
                    <a:pt x="2184792" y="1467848"/>
                  </a:lnTo>
                  <a:lnTo>
                    <a:pt x="2184800" y="1467806"/>
                  </a:lnTo>
                  <a:lnTo>
                    <a:pt x="2185078" y="1467695"/>
                  </a:lnTo>
                  <a:lnTo>
                    <a:pt x="2185199" y="1467693"/>
                  </a:lnTo>
                  <a:lnTo>
                    <a:pt x="2185417" y="1467797"/>
                  </a:lnTo>
                  <a:lnTo>
                    <a:pt x="2185426" y="1467810"/>
                  </a:lnTo>
                  <a:lnTo>
                    <a:pt x="2185476" y="1467828"/>
                  </a:lnTo>
                  <a:lnTo>
                    <a:pt x="2185708" y="1468121"/>
                  </a:lnTo>
                  <a:lnTo>
                    <a:pt x="2185701" y="1468147"/>
                  </a:lnTo>
                  <a:lnTo>
                    <a:pt x="2185557" y="1468193"/>
                  </a:lnTo>
                  <a:lnTo>
                    <a:pt x="2185569" y="1468223"/>
                  </a:lnTo>
                  <a:lnTo>
                    <a:pt x="2185585" y="1468254"/>
                  </a:lnTo>
                  <a:lnTo>
                    <a:pt x="2185591" y="1468266"/>
                  </a:lnTo>
                  <a:lnTo>
                    <a:pt x="2185776" y="1468212"/>
                  </a:lnTo>
                  <a:lnTo>
                    <a:pt x="2185849" y="1468322"/>
                  </a:lnTo>
                  <a:lnTo>
                    <a:pt x="2186216" y="1468879"/>
                  </a:lnTo>
                  <a:lnTo>
                    <a:pt x="2186477" y="1468965"/>
                  </a:lnTo>
                  <a:lnTo>
                    <a:pt x="2186495" y="1469070"/>
                  </a:lnTo>
                  <a:lnTo>
                    <a:pt x="2186474" y="1469122"/>
                  </a:lnTo>
                  <a:lnTo>
                    <a:pt x="2186104" y="1469230"/>
                  </a:lnTo>
                  <a:lnTo>
                    <a:pt x="2185881" y="1469235"/>
                  </a:lnTo>
                  <a:lnTo>
                    <a:pt x="2185736" y="1469332"/>
                  </a:lnTo>
                  <a:lnTo>
                    <a:pt x="2185548" y="1469568"/>
                  </a:lnTo>
                  <a:lnTo>
                    <a:pt x="2185611" y="1469944"/>
                  </a:lnTo>
                  <a:lnTo>
                    <a:pt x="2185714" y="1470041"/>
                  </a:lnTo>
                  <a:lnTo>
                    <a:pt x="2185799" y="1470204"/>
                  </a:lnTo>
                  <a:lnTo>
                    <a:pt x="2185714" y="1470334"/>
                  </a:lnTo>
                  <a:lnTo>
                    <a:pt x="2185544" y="1470546"/>
                  </a:lnTo>
                  <a:lnTo>
                    <a:pt x="2185470" y="1470616"/>
                  </a:lnTo>
                  <a:lnTo>
                    <a:pt x="2185277" y="1470697"/>
                  </a:lnTo>
                  <a:lnTo>
                    <a:pt x="2185151" y="1470651"/>
                  </a:lnTo>
                  <a:lnTo>
                    <a:pt x="2184476" y="1470766"/>
                  </a:lnTo>
                  <a:lnTo>
                    <a:pt x="2184345" y="1470917"/>
                  </a:lnTo>
                  <a:lnTo>
                    <a:pt x="2184131" y="1471508"/>
                  </a:lnTo>
                  <a:lnTo>
                    <a:pt x="2184154" y="1471570"/>
                  </a:lnTo>
                  <a:lnTo>
                    <a:pt x="2184099" y="1471734"/>
                  </a:lnTo>
                  <a:lnTo>
                    <a:pt x="2183828" y="1471841"/>
                  </a:lnTo>
                  <a:lnTo>
                    <a:pt x="2183781" y="1471845"/>
                  </a:lnTo>
                  <a:lnTo>
                    <a:pt x="2183677" y="1471762"/>
                  </a:lnTo>
                  <a:lnTo>
                    <a:pt x="2183134" y="1472042"/>
                  </a:lnTo>
                  <a:lnTo>
                    <a:pt x="2182978" y="1472261"/>
                  </a:lnTo>
                  <a:lnTo>
                    <a:pt x="2182866" y="1472623"/>
                  </a:lnTo>
                  <a:lnTo>
                    <a:pt x="2182867" y="1473169"/>
                  </a:lnTo>
                  <a:lnTo>
                    <a:pt x="2182904" y="1473273"/>
                  </a:lnTo>
                  <a:lnTo>
                    <a:pt x="2183094" y="1473557"/>
                  </a:lnTo>
                  <a:lnTo>
                    <a:pt x="2183238" y="1473684"/>
                  </a:lnTo>
                  <a:lnTo>
                    <a:pt x="2183377" y="1473851"/>
                  </a:lnTo>
                  <a:lnTo>
                    <a:pt x="2183362" y="1474015"/>
                  </a:lnTo>
                  <a:lnTo>
                    <a:pt x="2183263" y="1474088"/>
                  </a:lnTo>
                  <a:lnTo>
                    <a:pt x="2182613" y="1474345"/>
                  </a:lnTo>
                  <a:lnTo>
                    <a:pt x="2182444" y="1474341"/>
                  </a:lnTo>
                  <a:lnTo>
                    <a:pt x="2181971" y="1474272"/>
                  </a:lnTo>
                  <a:lnTo>
                    <a:pt x="2181314" y="1474445"/>
                  </a:lnTo>
                  <a:lnTo>
                    <a:pt x="2181083" y="1474555"/>
                  </a:lnTo>
                  <a:lnTo>
                    <a:pt x="2180965" y="1474645"/>
                  </a:lnTo>
                  <a:lnTo>
                    <a:pt x="2180801" y="1474737"/>
                  </a:lnTo>
                  <a:lnTo>
                    <a:pt x="2180570" y="1475030"/>
                  </a:lnTo>
                  <a:lnTo>
                    <a:pt x="2180522" y="1475116"/>
                  </a:lnTo>
                  <a:lnTo>
                    <a:pt x="2180345" y="1475427"/>
                  </a:lnTo>
                  <a:lnTo>
                    <a:pt x="2179427" y="1476875"/>
                  </a:lnTo>
                  <a:lnTo>
                    <a:pt x="2179012" y="1477222"/>
                  </a:lnTo>
                  <a:lnTo>
                    <a:pt x="2178772" y="1477851"/>
                  </a:lnTo>
                  <a:lnTo>
                    <a:pt x="2178728" y="1478144"/>
                  </a:lnTo>
                  <a:lnTo>
                    <a:pt x="2178744" y="1478270"/>
                  </a:lnTo>
                  <a:lnTo>
                    <a:pt x="2178734" y="1478429"/>
                  </a:lnTo>
                  <a:lnTo>
                    <a:pt x="2178431" y="1478925"/>
                  </a:lnTo>
                  <a:lnTo>
                    <a:pt x="2178437" y="1479672"/>
                  </a:lnTo>
                  <a:lnTo>
                    <a:pt x="2178418" y="1479858"/>
                  </a:lnTo>
                  <a:lnTo>
                    <a:pt x="2178119" y="1480170"/>
                  </a:lnTo>
                  <a:lnTo>
                    <a:pt x="2177552" y="1480642"/>
                  </a:lnTo>
                  <a:lnTo>
                    <a:pt x="2177452" y="1480769"/>
                  </a:lnTo>
                  <a:lnTo>
                    <a:pt x="2177809" y="1480755"/>
                  </a:lnTo>
                  <a:lnTo>
                    <a:pt x="2178065" y="1480809"/>
                  </a:lnTo>
                  <a:lnTo>
                    <a:pt x="2178192" y="1480582"/>
                  </a:lnTo>
                  <a:lnTo>
                    <a:pt x="2178256" y="1480401"/>
                  </a:lnTo>
                  <a:lnTo>
                    <a:pt x="2178421" y="1480242"/>
                  </a:lnTo>
                  <a:lnTo>
                    <a:pt x="2178551" y="1480184"/>
                  </a:lnTo>
                  <a:lnTo>
                    <a:pt x="2178681" y="1479987"/>
                  </a:lnTo>
                  <a:lnTo>
                    <a:pt x="2178746" y="1479695"/>
                  </a:lnTo>
                  <a:lnTo>
                    <a:pt x="2178674" y="1479594"/>
                  </a:lnTo>
                  <a:lnTo>
                    <a:pt x="2178660" y="1479387"/>
                  </a:lnTo>
                  <a:lnTo>
                    <a:pt x="2178663" y="1479239"/>
                  </a:lnTo>
                  <a:lnTo>
                    <a:pt x="2178726" y="1478965"/>
                  </a:lnTo>
                  <a:lnTo>
                    <a:pt x="2178958" y="1478532"/>
                  </a:lnTo>
                  <a:lnTo>
                    <a:pt x="2179258" y="1478232"/>
                  </a:lnTo>
                  <a:lnTo>
                    <a:pt x="2179368" y="1478188"/>
                  </a:lnTo>
                  <a:lnTo>
                    <a:pt x="2179530" y="1478018"/>
                  </a:lnTo>
                  <a:lnTo>
                    <a:pt x="2179694" y="1477688"/>
                  </a:lnTo>
                  <a:lnTo>
                    <a:pt x="2180031" y="1477648"/>
                  </a:lnTo>
                  <a:lnTo>
                    <a:pt x="2180407" y="1477748"/>
                  </a:lnTo>
                  <a:lnTo>
                    <a:pt x="2180474" y="1477815"/>
                  </a:lnTo>
                  <a:lnTo>
                    <a:pt x="2180577" y="1477984"/>
                  </a:lnTo>
                  <a:lnTo>
                    <a:pt x="2180804" y="1478494"/>
                  </a:lnTo>
                  <a:lnTo>
                    <a:pt x="2181030" y="1478851"/>
                  </a:lnTo>
                  <a:lnTo>
                    <a:pt x="2181864" y="1479044"/>
                  </a:lnTo>
                  <a:lnTo>
                    <a:pt x="2182262" y="1479059"/>
                  </a:lnTo>
                  <a:lnTo>
                    <a:pt x="2182330" y="1479039"/>
                  </a:lnTo>
                  <a:lnTo>
                    <a:pt x="2182404" y="1478973"/>
                  </a:lnTo>
                  <a:lnTo>
                    <a:pt x="2182455" y="1478962"/>
                  </a:lnTo>
                  <a:lnTo>
                    <a:pt x="2182747" y="1479008"/>
                  </a:lnTo>
                  <a:lnTo>
                    <a:pt x="2182907" y="1479079"/>
                  </a:lnTo>
                  <a:lnTo>
                    <a:pt x="2183351" y="1479218"/>
                  </a:lnTo>
                  <a:lnTo>
                    <a:pt x="2183423" y="1479222"/>
                  </a:lnTo>
                  <a:lnTo>
                    <a:pt x="2183413" y="1479362"/>
                  </a:lnTo>
                  <a:lnTo>
                    <a:pt x="2183461" y="1479660"/>
                  </a:lnTo>
                  <a:lnTo>
                    <a:pt x="2183637" y="1479856"/>
                  </a:lnTo>
                  <a:lnTo>
                    <a:pt x="2184158" y="1480164"/>
                  </a:lnTo>
                  <a:lnTo>
                    <a:pt x="2184222" y="1480134"/>
                  </a:lnTo>
                  <a:lnTo>
                    <a:pt x="2184275" y="1480065"/>
                  </a:lnTo>
                  <a:lnTo>
                    <a:pt x="2186192" y="1480758"/>
                  </a:lnTo>
                  <a:lnTo>
                    <a:pt x="2186417" y="1480714"/>
                  </a:lnTo>
                  <a:lnTo>
                    <a:pt x="2186437" y="1480602"/>
                  </a:lnTo>
                  <a:lnTo>
                    <a:pt x="2186703" y="1480447"/>
                  </a:lnTo>
                  <a:lnTo>
                    <a:pt x="2186954" y="1480357"/>
                  </a:lnTo>
                  <a:lnTo>
                    <a:pt x="2187409" y="1480242"/>
                  </a:lnTo>
                  <a:lnTo>
                    <a:pt x="2187577" y="1480223"/>
                  </a:lnTo>
                  <a:lnTo>
                    <a:pt x="2187895" y="1480319"/>
                  </a:lnTo>
                  <a:lnTo>
                    <a:pt x="2188356" y="1480700"/>
                  </a:lnTo>
                  <a:lnTo>
                    <a:pt x="2188398" y="1480755"/>
                  </a:lnTo>
                  <a:lnTo>
                    <a:pt x="2188459" y="1480924"/>
                  </a:lnTo>
                  <a:lnTo>
                    <a:pt x="2188480" y="1481188"/>
                  </a:lnTo>
                  <a:lnTo>
                    <a:pt x="2188374" y="1481574"/>
                  </a:lnTo>
                  <a:lnTo>
                    <a:pt x="2188131" y="1482749"/>
                  </a:lnTo>
                  <a:lnTo>
                    <a:pt x="2187932" y="1483596"/>
                  </a:lnTo>
                  <a:lnTo>
                    <a:pt x="2187501" y="1483902"/>
                  </a:lnTo>
                  <a:lnTo>
                    <a:pt x="2187402" y="1483991"/>
                  </a:lnTo>
                  <a:lnTo>
                    <a:pt x="2187314" y="1484155"/>
                  </a:lnTo>
                  <a:lnTo>
                    <a:pt x="2187206" y="1484501"/>
                  </a:lnTo>
                  <a:lnTo>
                    <a:pt x="2187101" y="1485199"/>
                  </a:lnTo>
                  <a:lnTo>
                    <a:pt x="2186961" y="1485941"/>
                  </a:lnTo>
                  <a:lnTo>
                    <a:pt x="2186797" y="1486418"/>
                  </a:lnTo>
                  <a:lnTo>
                    <a:pt x="2186671" y="1486565"/>
                  </a:lnTo>
                  <a:lnTo>
                    <a:pt x="2186547" y="1486528"/>
                  </a:lnTo>
                  <a:lnTo>
                    <a:pt x="2186169" y="1486492"/>
                  </a:lnTo>
                  <a:lnTo>
                    <a:pt x="2185611" y="1486470"/>
                  </a:lnTo>
                  <a:lnTo>
                    <a:pt x="2185280" y="1486523"/>
                  </a:lnTo>
                  <a:lnTo>
                    <a:pt x="2184823" y="1486664"/>
                  </a:lnTo>
                  <a:lnTo>
                    <a:pt x="2184430" y="1486917"/>
                  </a:lnTo>
                  <a:lnTo>
                    <a:pt x="2184316" y="1487018"/>
                  </a:lnTo>
                  <a:lnTo>
                    <a:pt x="2183959" y="1487513"/>
                  </a:lnTo>
                  <a:lnTo>
                    <a:pt x="2183736" y="1488239"/>
                  </a:lnTo>
                  <a:lnTo>
                    <a:pt x="2183549" y="1489083"/>
                  </a:lnTo>
                  <a:lnTo>
                    <a:pt x="2183489" y="1489512"/>
                  </a:lnTo>
                  <a:lnTo>
                    <a:pt x="2183845" y="1489949"/>
                  </a:lnTo>
                  <a:lnTo>
                    <a:pt x="2183867" y="1490073"/>
                  </a:lnTo>
                  <a:lnTo>
                    <a:pt x="2183837" y="1490154"/>
                  </a:lnTo>
                  <a:lnTo>
                    <a:pt x="2183262" y="1491082"/>
                  </a:lnTo>
                  <a:lnTo>
                    <a:pt x="2183534" y="1491596"/>
                  </a:lnTo>
                  <a:lnTo>
                    <a:pt x="2183537" y="1491717"/>
                  </a:lnTo>
                  <a:lnTo>
                    <a:pt x="2183591" y="1492350"/>
                  </a:lnTo>
                  <a:lnTo>
                    <a:pt x="2183654" y="1492416"/>
                  </a:lnTo>
                  <a:lnTo>
                    <a:pt x="2183755" y="1493047"/>
                  </a:lnTo>
                  <a:lnTo>
                    <a:pt x="2183748" y="1493350"/>
                  </a:lnTo>
                  <a:lnTo>
                    <a:pt x="2183678" y="1493536"/>
                  </a:lnTo>
                  <a:lnTo>
                    <a:pt x="2183661" y="1493663"/>
                  </a:lnTo>
                  <a:lnTo>
                    <a:pt x="2183743" y="1493824"/>
                  </a:lnTo>
                  <a:lnTo>
                    <a:pt x="2183915" y="1494026"/>
                  </a:lnTo>
                  <a:lnTo>
                    <a:pt x="2184179" y="1494281"/>
                  </a:lnTo>
                  <a:lnTo>
                    <a:pt x="2184351" y="1494379"/>
                  </a:lnTo>
                  <a:lnTo>
                    <a:pt x="2184530" y="1494389"/>
                  </a:lnTo>
                  <a:lnTo>
                    <a:pt x="2184541" y="1494868"/>
                  </a:lnTo>
                  <a:lnTo>
                    <a:pt x="2184334" y="1495147"/>
                  </a:lnTo>
                  <a:lnTo>
                    <a:pt x="2184250" y="1495219"/>
                  </a:lnTo>
                  <a:lnTo>
                    <a:pt x="2183972" y="1495229"/>
                  </a:lnTo>
                  <a:lnTo>
                    <a:pt x="2183735" y="1495639"/>
                  </a:lnTo>
                  <a:lnTo>
                    <a:pt x="2183431" y="1495884"/>
                  </a:lnTo>
                  <a:lnTo>
                    <a:pt x="2183264" y="1495969"/>
                  </a:lnTo>
                  <a:lnTo>
                    <a:pt x="2183193" y="1496191"/>
                  </a:lnTo>
                  <a:lnTo>
                    <a:pt x="2183199" y="1496417"/>
                  </a:lnTo>
                  <a:lnTo>
                    <a:pt x="2183127" y="1496652"/>
                  </a:lnTo>
                  <a:lnTo>
                    <a:pt x="2182933" y="1497146"/>
                  </a:lnTo>
                  <a:lnTo>
                    <a:pt x="2183150" y="1497516"/>
                  </a:lnTo>
                  <a:lnTo>
                    <a:pt x="2183167" y="1497579"/>
                  </a:lnTo>
                  <a:lnTo>
                    <a:pt x="2182824" y="1498255"/>
                  </a:lnTo>
                  <a:lnTo>
                    <a:pt x="2182623" y="1498345"/>
                  </a:lnTo>
                  <a:lnTo>
                    <a:pt x="2182251" y="1498428"/>
                  </a:lnTo>
                  <a:lnTo>
                    <a:pt x="2181994" y="1498439"/>
                  </a:lnTo>
                  <a:lnTo>
                    <a:pt x="2181818" y="1498447"/>
                  </a:lnTo>
                  <a:lnTo>
                    <a:pt x="2180884" y="1498055"/>
                  </a:lnTo>
                  <a:lnTo>
                    <a:pt x="2180570" y="1498071"/>
                  </a:lnTo>
                  <a:lnTo>
                    <a:pt x="2179079" y="1498311"/>
                  </a:lnTo>
                  <a:lnTo>
                    <a:pt x="2179060" y="1498323"/>
                  </a:lnTo>
                  <a:lnTo>
                    <a:pt x="2179162" y="1498477"/>
                  </a:lnTo>
                  <a:lnTo>
                    <a:pt x="2178979" y="1498598"/>
                  </a:lnTo>
                  <a:lnTo>
                    <a:pt x="2178909" y="1498634"/>
                  </a:lnTo>
                  <a:lnTo>
                    <a:pt x="2178203" y="1498775"/>
                  </a:lnTo>
                  <a:lnTo>
                    <a:pt x="2177823" y="1498726"/>
                  </a:lnTo>
                  <a:lnTo>
                    <a:pt x="2177669" y="1498556"/>
                  </a:lnTo>
                  <a:lnTo>
                    <a:pt x="2177590" y="1498675"/>
                  </a:lnTo>
                  <a:lnTo>
                    <a:pt x="2177432" y="1498733"/>
                  </a:lnTo>
                  <a:lnTo>
                    <a:pt x="2177318" y="1498807"/>
                  </a:lnTo>
                  <a:lnTo>
                    <a:pt x="2177323" y="1498890"/>
                  </a:lnTo>
                  <a:lnTo>
                    <a:pt x="2177471" y="1499128"/>
                  </a:lnTo>
                  <a:lnTo>
                    <a:pt x="2177337" y="1499322"/>
                  </a:lnTo>
                  <a:lnTo>
                    <a:pt x="2177265" y="1499367"/>
                  </a:lnTo>
                  <a:lnTo>
                    <a:pt x="2177047" y="1499351"/>
                  </a:lnTo>
                  <a:lnTo>
                    <a:pt x="2176977" y="1499120"/>
                  </a:lnTo>
                  <a:lnTo>
                    <a:pt x="2176869" y="1499159"/>
                  </a:lnTo>
                  <a:lnTo>
                    <a:pt x="2176627" y="1499163"/>
                  </a:lnTo>
                  <a:lnTo>
                    <a:pt x="2176572" y="1499471"/>
                  </a:lnTo>
                  <a:lnTo>
                    <a:pt x="2176547" y="1499528"/>
                  </a:lnTo>
                  <a:lnTo>
                    <a:pt x="2176423" y="1499633"/>
                  </a:lnTo>
                  <a:lnTo>
                    <a:pt x="2176460" y="1500483"/>
                  </a:lnTo>
                  <a:lnTo>
                    <a:pt x="2176429" y="1500616"/>
                  </a:lnTo>
                  <a:lnTo>
                    <a:pt x="2176458" y="1500709"/>
                  </a:lnTo>
                  <a:lnTo>
                    <a:pt x="2176530" y="1500705"/>
                  </a:lnTo>
                  <a:lnTo>
                    <a:pt x="2176613" y="1500646"/>
                  </a:lnTo>
                  <a:lnTo>
                    <a:pt x="2176723" y="1500500"/>
                  </a:lnTo>
                  <a:lnTo>
                    <a:pt x="2176847" y="1500506"/>
                  </a:lnTo>
                  <a:lnTo>
                    <a:pt x="2176906" y="1500691"/>
                  </a:lnTo>
                  <a:lnTo>
                    <a:pt x="2176939" y="1500882"/>
                  </a:lnTo>
                  <a:lnTo>
                    <a:pt x="2176872" y="1501035"/>
                  </a:lnTo>
                  <a:lnTo>
                    <a:pt x="2176808" y="1501036"/>
                  </a:lnTo>
                  <a:lnTo>
                    <a:pt x="2176775" y="1501013"/>
                  </a:lnTo>
                  <a:lnTo>
                    <a:pt x="2176722" y="1501072"/>
                  </a:lnTo>
                  <a:lnTo>
                    <a:pt x="2176702" y="1501137"/>
                  </a:lnTo>
                  <a:lnTo>
                    <a:pt x="2177190" y="1501642"/>
                  </a:lnTo>
                  <a:lnTo>
                    <a:pt x="2177537" y="1501483"/>
                  </a:lnTo>
                  <a:lnTo>
                    <a:pt x="2177806" y="1501679"/>
                  </a:lnTo>
                  <a:lnTo>
                    <a:pt x="2178074" y="1501933"/>
                  </a:lnTo>
                  <a:lnTo>
                    <a:pt x="2178554" y="1501651"/>
                  </a:lnTo>
                  <a:lnTo>
                    <a:pt x="2179533" y="1501828"/>
                  </a:lnTo>
                  <a:lnTo>
                    <a:pt x="2179586" y="1501851"/>
                  </a:lnTo>
                  <a:lnTo>
                    <a:pt x="2179598" y="1501650"/>
                  </a:lnTo>
                  <a:lnTo>
                    <a:pt x="2179698" y="1501486"/>
                  </a:lnTo>
                  <a:lnTo>
                    <a:pt x="2179844" y="1501431"/>
                  </a:lnTo>
                  <a:lnTo>
                    <a:pt x="2179963" y="1501485"/>
                  </a:lnTo>
                  <a:lnTo>
                    <a:pt x="2179952" y="1501741"/>
                  </a:lnTo>
                  <a:lnTo>
                    <a:pt x="2179994" y="1502189"/>
                  </a:lnTo>
                  <a:lnTo>
                    <a:pt x="2180070" y="1502617"/>
                  </a:lnTo>
                  <a:lnTo>
                    <a:pt x="2179929" y="1502886"/>
                  </a:lnTo>
                  <a:lnTo>
                    <a:pt x="2179626" y="1503328"/>
                  </a:lnTo>
                  <a:lnTo>
                    <a:pt x="2179762" y="1503959"/>
                  </a:lnTo>
                  <a:lnTo>
                    <a:pt x="2179886" y="1503804"/>
                  </a:lnTo>
                  <a:lnTo>
                    <a:pt x="2179982" y="1503809"/>
                  </a:lnTo>
                  <a:lnTo>
                    <a:pt x="2180155" y="1503953"/>
                  </a:lnTo>
                  <a:lnTo>
                    <a:pt x="2180313" y="1504118"/>
                  </a:lnTo>
                  <a:lnTo>
                    <a:pt x="2180923" y="1504112"/>
                  </a:lnTo>
                  <a:lnTo>
                    <a:pt x="2181088" y="1504073"/>
                  </a:lnTo>
                  <a:lnTo>
                    <a:pt x="2181530" y="1504271"/>
                  </a:lnTo>
                  <a:lnTo>
                    <a:pt x="2181715" y="1504247"/>
                  </a:lnTo>
                  <a:lnTo>
                    <a:pt x="2181790" y="1504231"/>
                  </a:lnTo>
                  <a:lnTo>
                    <a:pt x="2182130" y="1503921"/>
                  </a:lnTo>
                  <a:lnTo>
                    <a:pt x="2182145" y="1503799"/>
                  </a:lnTo>
                  <a:lnTo>
                    <a:pt x="2182237" y="1503656"/>
                  </a:lnTo>
                  <a:lnTo>
                    <a:pt x="2182342" y="1503559"/>
                  </a:lnTo>
                  <a:lnTo>
                    <a:pt x="2182377" y="1503555"/>
                  </a:lnTo>
                  <a:lnTo>
                    <a:pt x="2182557" y="1503668"/>
                  </a:lnTo>
                  <a:lnTo>
                    <a:pt x="2182610" y="1503735"/>
                  </a:lnTo>
                  <a:lnTo>
                    <a:pt x="2182435" y="1503769"/>
                  </a:lnTo>
                  <a:lnTo>
                    <a:pt x="2182405" y="1503817"/>
                  </a:lnTo>
                  <a:lnTo>
                    <a:pt x="2182379" y="1503926"/>
                  </a:lnTo>
                  <a:lnTo>
                    <a:pt x="2182486" y="1504699"/>
                  </a:lnTo>
                  <a:lnTo>
                    <a:pt x="2182774" y="1504966"/>
                  </a:lnTo>
                  <a:lnTo>
                    <a:pt x="2182892" y="1504915"/>
                  </a:lnTo>
                  <a:lnTo>
                    <a:pt x="2182945" y="1504857"/>
                  </a:lnTo>
                  <a:lnTo>
                    <a:pt x="2182969" y="1504744"/>
                  </a:lnTo>
                  <a:lnTo>
                    <a:pt x="2182941" y="1504694"/>
                  </a:lnTo>
                  <a:lnTo>
                    <a:pt x="2182970" y="1504663"/>
                  </a:lnTo>
                  <a:lnTo>
                    <a:pt x="2183041" y="1504690"/>
                  </a:lnTo>
                  <a:lnTo>
                    <a:pt x="2183292" y="1504885"/>
                  </a:lnTo>
                  <a:lnTo>
                    <a:pt x="2183453" y="1505316"/>
                  </a:lnTo>
                  <a:lnTo>
                    <a:pt x="2183369" y="1505531"/>
                  </a:lnTo>
                  <a:lnTo>
                    <a:pt x="2183271" y="1505700"/>
                  </a:lnTo>
                  <a:lnTo>
                    <a:pt x="2183449" y="1506079"/>
                  </a:lnTo>
                  <a:lnTo>
                    <a:pt x="2183574" y="1506192"/>
                  </a:lnTo>
                  <a:lnTo>
                    <a:pt x="2183647" y="1506475"/>
                  </a:lnTo>
                  <a:lnTo>
                    <a:pt x="2183423" y="1506794"/>
                  </a:lnTo>
                  <a:lnTo>
                    <a:pt x="2183372" y="1506809"/>
                  </a:lnTo>
                  <a:lnTo>
                    <a:pt x="2183199" y="1506682"/>
                  </a:lnTo>
                  <a:lnTo>
                    <a:pt x="2182776" y="1507136"/>
                  </a:lnTo>
                  <a:lnTo>
                    <a:pt x="2182775" y="1507193"/>
                  </a:lnTo>
                  <a:lnTo>
                    <a:pt x="2182845" y="1507459"/>
                  </a:lnTo>
                  <a:lnTo>
                    <a:pt x="2183027" y="1507967"/>
                  </a:lnTo>
                  <a:lnTo>
                    <a:pt x="2183135" y="1507901"/>
                  </a:lnTo>
                  <a:lnTo>
                    <a:pt x="2183198" y="1507907"/>
                  </a:lnTo>
                  <a:lnTo>
                    <a:pt x="2183334" y="1507965"/>
                  </a:lnTo>
                  <a:lnTo>
                    <a:pt x="2183164" y="1508361"/>
                  </a:lnTo>
                  <a:lnTo>
                    <a:pt x="2183025" y="1508479"/>
                  </a:lnTo>
                  <a:lnTo>
                    <a:pt x="2182955" y="1508512"/>
                  </a:lnTo>
                  <a:lnTo>
                    <a:pt x="2183183" y="1508861"/>
                  </a:lnTo>
                  <a:lnTo>
                    <a:pt x="2183617" y="1508959"/>
                  </a:lnTo>
                  <a:lnTo>
                    <a:pt x="2183671" y="1508957"/>
                  </a:lnTo>
                  <a:lnTo>
                    <a:pt x="2183767" y="1508895"/>
                  </a:lnTo>
                  <a:lnTo>
                    <a:pt x="2183834" y="1508938"/>
                  </a:lnTo>
                  <a:lnTo>
                    <a:pt x="2183856" y="1508981"/>
                  </a:lnTo>
                  <a:lnTo>
                    <a:pt x="2183854" y="1509026"/>
                  </a:lnTo>
                  <a:lnTo>
                    <a:pt x="2183815" y="1509082"/>
                  </a:lnTo>
                  <a:lnTo>
                    <a:pt x="2183712" y="1509140"/>
                  </a:lnTo>
                  <a:lnTo>
                    <a:pt x="2183454" y="1509237"/>
                  </a:lnTo>
                  <a:lnTo>
                    <a:pt x="2183334" y="1509221"/>
                  </a:lnTo>
                  <a:lnTo>
                    <a:pt x="2183205" y="1509230"/>
                  </a:lnTo>
                  <a:lnTo>
                    <a:pt x="2183110" y="1509345"/>
                  </a:lnTo>
                  <a:lnTo>
                    <a:pt x="2183098" y="1509396"/>
                  </a:lnTo>
                  <a:lnTo>
                    <a:pt x="2183231" y="1510244"/>
                  </a:lnTo>
                  <a:lnTo>
                    <a:pt x="2183580" y="1510488"/>
                  </a:lnTo>
                  <a:lnTo>
                    <a:pt x="2184126" y="1510408"/>
                  </a:lnTo>
                  <a:lnTo>
                    <a:pt x="2184395" y="1510300"/>
                  </a:lnTo>
                  <a:lnTo>
                    <a:pt x="2184597" y="1510554"/>
                  </a:lnTo>
                  <a:lnTo>
                    <a:pt x="2184838" y="1510160"/>
                  </a:lnTo>
                  <a:lnTo>
                    <a:pt x="2184837" y="1510043"/>
                  </a:lnTo>
                  <a:lnTo>
                    <a:pt x="2184801" y="1510022"/>
                  </a:lnTo>
                  <a:lnTo>
                    <a:pt x="2184824" y="1509889"/>
                  </a:lnTo>
                  <a:lnTo>
                    <a:pt x="2184870" y="1509936"/>
                  </a:lnTo>
                  <a:lnTo>
                    <a:pt x="2184930" y="1510129"/>
                  </a:lnTo>
                  <a:lnTo>
                    <a:pt x="2184871" y="1510539"/>
                  </a:lnTo>
                  <a:lnTo>
                    <a:pt x="2184739" y="1511133"/>
                  </a:lnTo>
                  <a:lnTo>
                    <a:pt x="2184679" y="1511288"/>
                  </a:lnTo>
                  <a:lnTo>
                    <a:pt x="2184307" y="1511485"/>
                  </a:lnTo>
                  <a:lnTo>
                    <a:pt x="2183950" y="1511501"/>
                  </a:lnTo>
                  <a:lnTo>
                    <a:pt x="2183533" y="1511743"/>
                  </a:lnTo>
                  <a:lnTo>
                    <a:pt x="2183473" y="1511816"/>
                  </a:lnTo>
                  <a:lnTo>
                    <a:pt x="2183430" y="1511923"/>
                  </a:lnTo>
                  <a:lnTo>
                    <a:pt x="2183377" y="1512178"/>
                  </a:lnTo>
                  <a:lnTo>
                    <a:pt x="2183518" y="1512296"/>
                  </a:lnTo>
                  <a:lnTo>
                    <a:pt x="2183585" y="1512166"/>
                  </a:lnTo>
                  <a:lnTo>
                    <a:pt x="2183731" y="1512007"/>
                  </a:lnTo>
                  <a:lnTo>
                    <a:pt x="2183867" y="1512004"/>
                  </a:lnTo>
                  <a:lnTo>
                    <a:pt x="2184242" y="1512321"/>
                  </a:lnTo>
                  <a:lnTo>
                    <a:pt x="2184560" y="1512240"/>
                  </a:lnTo>
                  <a:lnTo>
                    <a:pt x="2184906" y="1512174"/>
                  </a:lnTo>
                  <a:lnTo>
                    <a:pt x="2185150" y="1512152"/>
                  </a:lnTo>
                  <a:lnTo>
                    <a:pt x="2185482" y="1512588"/>
                  </a:lnTo>
                  <a:lnTo>
                    <a:pt x="2185590" y="1512931"/>
                  </a:lnTo>
                  <a:lnTo>
                    <a:pt x="2185633" y="1513166"/>
                  </a:lnTo>
                  <a:lnTo>
                    <a:pt x="2185588" y="1513283"/>
                  </a:lnTo>
                  <a:lnTo>
                    <a:pt x="2185549" y="1513334"/>
                  </a:lnTo>
                  <a:lnTo>
                    <a:pt x="2185453" y="1513535"/>
                  </a:lnTo>
                  <a:lnTo>
                    <a:pt x="2185376" y="1513914"/>
                  </a:lnTo>
                  <a:lnTo>
                    <a:pt x="2185381" y="1513965"/>
                  </a:lnTo>
                  <a:lnTo>
                    <a:pt x="2185559" y="1514344"/>
                  </a:lnTo>
                  <a:lnTo>
                    <a:pt x="2185543" y="1514451"/>
                  </a:lnTo>
                  <a:lnTo>
                    <a:pt x="2185530" y="1514608"/>
                  </a:lnTo>
                  <a:lnTo>
                    <a:pt x="2185497" y="1514802"/>
                  </a:lnTo>
                  <a:lnTo>
                    <a:pt x="2185464" y="1514867"/>
                  </a:lnTo>
                  <a:lnTo>
                    <a:pt x="2185421" y="1515054"/>
                  </a:lnTo>
                  <a:lnTo>
                    <a:pt x="2185419" y="1515064"/>
                  </a:lnTo>
                  <a:lnTo>
                    <a:pt x="2185433" y="1515065"/>
                  </a:lnTo>
                  <a:lnTo>
                    <a:pt x="2185461" y="1515062"/>
                  </a:lnTo>
                  <a:lnTo>
                    <a:pt x="2185479" y="1515054"/>
                  </a:lnTo>
                  <a:lnTo>
                    <a:pt x="2185490" y="1515036"/>
                  </a:lnTo>
                  <a:lnTo>
                    <a:pt x="2185500" y="1515012"/>
                  </a:lnTo>
                  <a:lnTo>
                    <a:pt x="2185518" y="1514963"/>
                  </a:lnTo>
                  <a:lnTo>
                    <a:pt x="2185531" y="1514931"/>
                  </a:lnTo>
                  <a:lnTo>
                    <a:pt x="2185594" y="1514906"/>
                  </a:lnTo>
                  <a:lnTo>
                    <a:pt x="2185646" y="1514886"/>
                  </a:lnTo>
                  <a:lnTo>
                    <a:pt x="2185674" y="1514880"/>
                  </a:lnTo>
                  <a:lnTo>
                    <a:pt x="2185741" y="1514885"/>
                  </a:lnTo>
                  <a:lnTo>
                    <a:pt x="2185758" y="1514893"/>
                  </a:lnTo>
                  <a:lnTo>
                    <a:pt x="2185777" y="1514915"/>
                  </a:lnTo>
                  <a:lnTo>
                    <a:pt x="2185801" y="1514952"/>
                  </a:lnTo>
                  <a:lnTo>
                    <a:pt x="2185804" y="1514968"/>
                  </a:lnTo>
                  <a:lnTo>
                    <a:pt x="2185806" y="1514973"/>
                  </a:lnTo>
                  <a:lnTo>
                    <a:pt x="2185801" y="1514984"/>
                  </a:lnTo>
                  <a:lnTo>
                    <a:pt x="2185787" y="1514993"/>
                  </a:lnTo>
                  <a:lnTo>
                    <a:pt x="2185771" y="1514998"/>
                  </a:lnTo>
                  <a:lnTo>
                    <a:pt x="2185763" y="1514996"/>
                  </a:lnTo>
                  <a:lnTo>
                    <a:pt x="2185758" y="1514996"/>
                  </a:lnTo>
                  <a:lnTo>
                    <a:pt x="2185752" y="1514992"/>
                  </a:lnTo>
                  <a:lnTo>
                    <a:pt x="2185745" y="1514988"/>
                  </a:lnTo>
                  <a:lnTo>
                    <a:pt x="2185740" y="1514983"/>
                  </a:lnTo>
                  <a:lnTo>
                    <a:pt x="2185735" y="1514979"/>
                  </a:lnTo>
                  <a:lnTo>
                    <a:pt x="2185726" y="1514978"/>
                  </a:lnTo>
                  <a:lnTo>
                    <a:pt x="2185720" y="1514978"/>
                  </a:lnTo>
                  <a:lnTo>
                    <a:pt x="2185678" y="1514993"/>
                  </a:lnTo>
                  <a:lnTo>
                    <a:pt x="2185646" y="1515013"/>
                  </a:lnTo>
                  <a:lnTo>
                    <a:pt x="2185634" y="1515033"/>
                  </a:lnTo>
                  <a:lnTo>
                    <a:pt x="2185618" y="1515081"/>
                  </a:lnTo>
                  <a:lnTo>
                    <a:pt x="2185617" y="1515139"/>
                  </a:lnTo>
                  <a:lnTo>
                    <a:pt x="2185622" y="1515171"/>
                  </a:lnTo>
                  <a:lnTo>
                    <a:pt x="2185630" y="1515192"/>
                  </a:lnTo>
                  <a:lnTo>
                    <a:pt x="2185639" y="1515195"/>
                  </a:lnTo>
                  <a:lnTo>
                    <a:pt x="2185646" y="1515197"/>
                  </a:lnTo>
                  <a:lnTo>
                    <a:pt x="2185654" y="1515198"/>
                  </a:lnTo>
                  <a:lnTo>
                    <a:pt x="2185664" y="1515198"/>
                  </a:lnTo>
                  <a:lnTo>
                    <a:pt x="2185670" y="1515195"/>
                  </a:lnTo>
                  <a:lnTo>
                    <a:pt x="2185676" y="1515189"/>
                  </a:lnTo>
                  <a:lnTo>
                    <a:pt x="2185682" y="1515185"/>
                  </a:lnTo>
                  <a:lnTo>
                    <a:pt x="2185687" y="1515181"/>
                  </a:lnTo>
                  <a:lnTo>
                    <a:pt x="2185695" y="1515172"/>
                  </a:lnTo>
                  <a:lnTo>
                    <a:pt x="2185699" y="1515165"/>
                  </a:lnTo>
                  <a:lnTo>
                    <a:pt x="2185702" y="1515154"/>
                  </a:lnTo>
                  <a:lnTo>
                    <a:pt x="2185705" y="1515146"/>
                  </a:lnTo>
                  <a:lnTo>
                    <a:pt x="2185721" y="1515134"/>
                  </a:lnTo>
                  <a:lnTo>
                    <a:pt x="2185729" y="1515130"/>
                  </a:lnTo>
                  <a:lnTo>
                    <a:pt x="2185737" y="1515131"/>
                  </a:lnTo>
                  <a:lnTo>
                    <a:pt x="2185745" y="1515132"/>
                  </a:lnTo>
                  <a:lnTo>
                    <a:pt x="2185754" y="1515135"/>
                  </a:lnTo>
                  <a:lnTo>
                    <a:pt x="2185769" y="1515138"/>
                  </a:lnTo>
                  <a:lnTo>
                    <a:pt x="2185789" y="1515147"/>
                  </a:lnTo>
                  <a:lnTo>
                    <a:pt x="2185801" y="1515159"/>
                  </a:lnTo>
                  <a:lnTo>
                    <a:pt x="2185821" y="1515171"/>
                  </a:lnTo>
                  <a:lnTo>
                    <a:pt x="2185853" y="1515187"/>
                  </a:lnTo>
                  <a:lnTo>
                    <a:pt x="2185868" y="1515198"/>
                  </a:lnTo>
                  <a:lnTo>
                    <a:pt x="2185872" y="1515203"/>
                  </a:lnTo>
                  <a:lnTo>
                    <a:pt x="2185878" y="1515214"/>
                  </a:lnTo>
                  <a:lnTo>
                    <a:pt x="2185880" y="1515225"/>
                  </a:lnTo>
                  <a:lnTo>
                    <a:pt x="2185876" y="1515234"/>
                  </a:lnTo>
                  <a:lnTo>
                    <a:pt x="2185871" y="1515240"/>
                  </a:lnTo>
                  <a:lnTo>
                    <a:pt x="2185853" y="1515252"/>
                  </a:lnTo>
                  <a:lnTo>
                    <a:pt x="2185838" y="1515259"/>
                  </a:lnTo>
                  <a:lnTo>
                    <a:pt x="2185805" y="1515270"/>
                  </a:lnTo>
                  <a:lnTo>
                    <a:pt x="2185795" y="1515271"/>
                  </a:lnTo>
                  <a:lnTo>
                    <a:pt x="2185776" y="1515270"/>
                  </a:lnTo>
                  <a:lnTo>
                    <a:pt x="2185767" y="1515270"/>
                  </a:lnTo>
                  <a:lnTo>
                    <a:pt x="2185761" y="1515272"/>
                  </a:lnTo>
                  <a:lnTo>
                    <a:pt x="2185754" y="1515277"/>
                  </a:lnTo>
                  <a:lnTo>
                    <a:pt x="2185746" y="1515287"/>
                  </a:lnTo>
                  <a:lnTo>
                    <a:pt x="2185741" y="1515297"/>
                  </a:lnTo>
                  <a:lnTo>
                    <a:pt x="2185736" y="1515302"/>
                  </a:lnTo>
                  <a:lnTo>
                    <a:pt x="2185702" y="1515350"/>
                  </a:lnTo>
                  <a:lnTo>
                    <a:pt x="2185687" y="1515377"/>
                  </a:lnTo>
                  <a:lnTo>
                    <a:pt x="2185682" y="1515400"/>
                  </a:lnTo>
                  <a:lnTo>
                    <a:pt x="2185688" y="1515428"/>
                  </a:lnTo>
                  <a:lnTo>
                    <a:pt x="2185707" y="1515469"/>
                  </a:lnTo>
                  <a:lnTo>
                    <a:pt x="2185717" y="1515496"/>
                  </a:lnTo>
                  <a:lnTo>
                    <a:pt x="2185720" y="1515504"/>
                  </a:lnTo>
                  <a:lnTo>
                    <a:pt x="2185719" y="1515519"/>
                  </a:lnTo>
                  <a:lnTo>
                    <a:pt x="2185718" y="1515530"/>
                  </a:lnTo>
                  <a:lnTo>
                    <a:pt x="2185714" y="1515540"/>
                  </a:lnTo>
                  <a:lnTo>
                    <a:pt x="2185707" y="1515548"/>
                  </a:lnTo>
                  <a:lnTo>
                    <a:pt x="2185700" y="1515551"/>
                  </a:lnTo>
                  <a:lnTo>
                    <a:pt x="2185682" y="1515546"/>
                  </a:lnTo>
                  <a:lnTo>
                    <a:pt x="2185672" y="1515542"/>
                  </a:lnTo>
                  <a:lnTo>
                    <a:pt x="2185667" y="1515531"/>
                  </a:lnTo>
                  <a:lnTo>
                    <a:pt x="2185659" y="1515518"/>
                  </a:lnTo>
                  <a:lnTo>
                    <a:pt x="2185646" y="1515471"/>
                  </a:lnTo>
                  <a:lnTo>
                    <a:pt x="2185618" y="1515432"/>
                  </a:lnTo>
                  <a:lnTo>
                    <a:pt x="2185607" y="1515416"/>
                  </a:lnTo>
                  <a:lnTo>
                    <a:pt x="2185581" y="1515385"/>
                  </a:lnTo>
                  <a:lnTo>
                    <a:pt x="2185561" y="1515373"/>
                  </a:lnTo>
                  <a:lnTo>
                    <a:pt x="2185545" y="1515367"/>
                  </a:lnTo>
                  <a:lnTo>
                    <a:pt x="2185533" y="1515350"/>
                  </a:lnTo>
                  <a:lnTo>
                    <a:pt x="2185530" y="1515325"/>
                  </a:lnTo>
                  <a:lnTo>
                    <a:pt x="2185326" y="1515287"/>
                  </a:lnTo>
                  <a:lnTo>
                    <a:pt x="2185300" y="1515291"/>
                  </a:lnTo>
                  <a:lnTo>
                    <a:pt x="2185279" y="1515373"/>
                  </a:lnTo>
                  <a:lnTo>
                    <a:pt x="2184926" y="1515677"/>
                  </a:lnTo>
                  <a:lnTo>
                    <a:pt x="2184500" y="1515736"/>
                  </a:lnTo>
                  <a:lnTo>
                    <a:pt x="2184088" y="1515861"/>
                  </a:lnTo>
                  <a:lnTo>
                    <a:pt x="2183923" y="1516106"/>
                  </a:lnTo>
                  <a:lnTo>
                    <a:pt x="2184295" y="1516302"/>
                  </a:lnTo>
                  <a:lnTo>
                    <a:pt x="2184932" y="1516184"/>
                  </a:lnTo>
                  <a:lnTo>
                    <a:pt x="2185477" y="1515869"/>
                  </a:lnTo>
                  <a:lnTo>
                    <a:pt x="2185580" y="1515732"/>
                  </a:lnTo>
                  <a:lnTo>
                    <a:pt x="2185670" y="1515767"/>
                  </a:lnTo>
                  <a:lnTo>
                    <a:pt x="2185675" y="1515787"/>
                  </a:lnTo>
                  <a:lnTo>
                    <a:pt x="2185559" y="1516260"/>
                  </a:lnTo>
                  <a:lnTo>
                    <a:pt x="2185372" y="1516474"/>
                  </a:lnTo>
                  <a:lnTo>
                    <a:pt x="2185178" y="1516637"/>
                  </a:lnTo>
                  <a:lnTo>
                    <a:pt x="2184529" y="1516973"/>
                  </a:lnTo>
                  <a:lnTo>
                    <a:pt x="2184445" y="1516988"/>
                  </a:lnTo>
                  <a:lnTo>
                    <a:pt x="2183849" y="1516954"/>
                  </a:lnTo>
                  <a:lnTo>
                    <a:pt x="2183587" y="1516788"/>
                  </a:lnTo>
                  <a:lnTo>
                    <a:pt x="2183371" y="1516764"/>
                  </a:lnTo>
                  <a:lnTo>
                    <a:pt x="2183263" y="1516804"/>
                  </a:lnTo>
                  <a:lnTo>
                    <a:pt x="2182951" y="1517008"/>
                  </a:lnTo>
                  <a:lnTo>
                    <a:pt x="2182884" y="1517088"/>
                  </a:lnTo>
                  <a:lnTo>
                    <a:pt x="2182607" y="1516931"/>
                  </a:lnTo>
                  <a:lnTo>
                    <a:pt x="2182606" y="1516706"/>
                  </a:lnTo>
                  <a:lnTo>
                    <a:pt x="2182728" y="1516678"/>
                  </a:lnTo>
                  <a:lnTo>
                    <a:pt x="2182806" y="1516702"/>
                  </a:lnTo>
                  <a:lnTo>
                    <a:pt x="2182870" y="1516616"/>
                  </a:lnTo>
                  <a:lnTo>
                    <a:pt x="2182931" y="1516446"/>
                  </a:lnTo>
                  <a:lnTo>
                    <a:pt x="2182942" y="1516321"/>
                  </a:lnTo>
                  <a:lnTo>
                    <a:pt x="2182925" y="1516083"/>
                  </a:lnTo>
                  <a:lnTo>
                    <a:pt x="2182747" y="1515779"/>
                  </a:lnTo>
                  <a:lnTo>
                    <a:pt x="2182549" y="1515574"/>
                  </a:lnTo>
                  <a:lnTo>
                    <a:pt x="2182215" y="1515284"/>
                  </a:lnTo>
                  <a:lnTo>
                    <a:pt x="2182121" y="1515230"/>
                  </a:lnTo>
                  <a:lnTo>
                    <a:pt x="2182083" y="1515119"/>
                  </a:lnTo>
                  <a:lnTo>
                    <a:pt x="2182079" y="1515050"/>
                  </a:lnTo>
                  <a:lnTo>
                    <a:pt x="2182101" y="1514792"/>
                  </a:lnTo>
                  <a:lnTo>
                    <a:pt x="2182123" y="1514755"/>
                  </a:lnTo>
                  <a:lnTo>
                    <a:pt x="2182292" y="1514747"/>
                  </a:lnTo>
                  <a:lnTo>
                    <a:pt x="2182329" y="1514800"/>
                  </a:lnTo>
                  <a:lnTo>
                    <a:pt x="2182480" y="1514882"/>
                  </a:lnTo>
                  <a:lnTo>
                    <a:pt x="2182526" y="1514867"/>
                  </a:lnTo>
                  <a:lnTo>
                    <a:pt x="2182624" y="1514797"/>
                  </a:lnTo>
                  <a:lnTo>
                    <a:pt x="2182650" y="1514698"/>
                  </a:lnTo>
                  <a:lnTo>
                    <a:pt x="2182688" y="1514418"/>
                  </a:lnTo>
                  <a:lnTo>
                    <a:pt x="2182659" y="1514352"/>
                  </a:lnTo>
                  <a:lnTo>
                    <a:pt x="2182607" y="1514388"/>
                  </a:lnTo>
                  <a:lnTo>
                    <a:pt x="2182528" y="1514390"/>
                  </a:lnTo>
                  <a:lnTo>
                    <a:pt x="2182387" y="1514379"/>
                  </a:lnTo>
                  <a:lnTo>
                    <a:pt x="2182360" y="1514354"/>
                  </a:lnTo>
                  <a:lnTo>
                    <a:pt x="2182395" y="1513972"/>
                  </a:lnTo>
                  <a:lnTo>
                    <a:pt x="2182348" y="1513729"/>
                  </a:lnTo>
                  <a:lnTo>
                    <a:pt x="2182264" y="1513306"/>
                  </a:lnTo>
                  <a:lnTo>
                    <a:pt x="2182093" y="1512858"/>
                  </a:lnTo>
                  <a:lnTo>
                    <a:pt x="2182080" y="1512753"/>
                  </a:lnTo>
                  <a:lnTo>
                    <a:pt x="2182149" y="1512522"/>
                  </a:lnTo>
                  <a:lnTo>
                    <a:pt x="2182095" y="1511950"/>
                  </a:lnTo>
                  <a:lnTo>
                    <a:pt x="2182216" y="1511524"/>
                  </a:lnTo>
                  <a:lnTo>
                    <a:pt x="2182340" y="1511086"/>
                  </a:lnTo>
                  <a:lnTo>
                    <a:pt x="2182327" y="1511049"/>
                  </a:lnTo>
                  <a:lnTo>
                    <a:pt x="2182074" y="1510729"/>
                  </a:lnTo>
                  <a:lnTo>
                    <a:pt x="2181412" y="1510598"/>
                  </a:lnTo>
                  <a:lnTo>
                    <a:pt x="2181200" y="1510574"/>
                  </a:lnTo>
                  <a:lnTo>
                    <a:pt x="2181084" y="1510696"/>
                  </a:lnTo>
                  <a:lnTo>
                    <a:pt x="2181053" y="1510883"/>
                  </a:lnTo>
                  <a:lnTo>
                    <a:pt x="2180831" y="1511711"/>
                  </a:lnTo>
                  <a:lnTo>
                    <a:pt x="2180780" y="1511862"/>
                  </a:lnTo>
                  <a:lnTo>
                    <a:pt x="2180742" y="1511904"/>
                  </a:lnTo>
                  <a:lnTo>
                    <a:pt x="2180676" y="1511905"/>
                  </a:lnTo>
                  <a:lnTo>
                    <a:pt x="2180570" y="1511697"/>
                  </a:lnTo>
                  <a:lnTo>
                    <a:pt x="2180586" y="1511645"/>
                  </a:lnTo>
                  <a:lnTo>
                    <a:pt x="2180573" y="1511615"/>
                  </a:lnTo>
                  <a:lnTo>
                    <a:pt x="2180233" y="1511457"/>
                  </a:lnTo>
                  <a:lnTo>
                    <a:pt x="2180058" y="1511503"/>
                  </a:lnTo>
                  <a:lnTo>
                    <a:pt x="2179984" y="1511538"/>
                  </a:lnTo>
                  <a:lnTo>
                    <a:pt x="2180015" y="1511585"/>
                  </a:lnTo>
                  <a:lnTo>
                    <a:pt x="2180014" y="1511704"/>
                  </a:lnTo>
                  <a:lnTo>
                    <a:pt x="2179957" y="1511893"/>
                  </a:lnTo>
                  <a:lnTo>
                    <a:pt x="2179909" y="1511963"/>
                  </a:lnTo>
                  <a:lnTo>
                    <a:pt x="2179857" y="1511977"/>
                  </a:lnTo>
                  <a:lnTo>
                    <a:pt x="2179731" y="1511892"/>
                  </a:lnTo>
                  <a:lnTo>
                    <a:pt x="2179663" y="1511977"/>
                  </a:lnTo>
                  <a:lnTo>
                    <a:pt x="2179621" y="1512070"/>
                  </a:lnTo>
                  <a:lnTo>
                    <a:pt x="2179646" y="1512147"/>
                  </a:lnTo>
                  <a:lnTo>
                    <a:pt x="2179759" y="1512333"/>
                  </a:lnTo>
                  <a:lnTo>
                    <a:pt x="2179882" y="1512420"/>
                  </a:lnTo>
                  <a:lnTo>
                    <a:pt x="2180030" y="1512384"/>
                  </a:lnTo>
                  <a:lnTo>
                    <a:pt x="2180123" y="1512474"/>
                  </a:lnTo>
                  <a:lnTo>
                    <a:pt x="2180355" y="1512791"/>
                  </a:lnTo>
                  <a:lnTo>
                    <a:pt x="2180293" y="1512970"/>
                  </a:lnTo>
                  <a:lnTo>
                    <a:pt x="2180374" y="1513038"/>
                  </a:lnTo>
                  <a:lnTo>
                    <a:pt x="2180429" y="1513041"/>
                  </a:lnTo>
                  <a:lnTo>
                    <a:pt x="2180600" y="1512916"/>
                  </a:lnTo>
                  <a:lnTo>
                    <a:pt x="2180789" y="1512641"/>
                  </a:lnTo>
                  <a:lnTo>
                    <a:pt x="2180955" y="1512498"/>
                  </a:lnTo>
                  <a:lnTo>
                    <a:pt x="2181057" y="1512545"/>
                  </a:lnTo>
                  <a:lnTo>
                    <a:pt x="2181145" y="1512646"/>
                  </a:lnTo>
                  <a:lnTo>
                    <a:pt x="2181163" y="1512875"/>
                  </a:lnTo>
                  <a:lnTo>
                    <a:pt x="2181045" y="1512993"/>
                  </a:lnTo>
                  <a:lnTo>
                    <a:pt x="2181060" y="1513175"/>
                  </a:lnTo>
                  <a:lnTo>
                    <a:pt x="2181139" y="1513215"/>
                  </a:lnTo>
                  <a:lnTo>
                    <a:pt x="2181185" y="1513215"/>
                  </a:lnTo>
                  <a:lnTo>
                    <a:pt x="2181352" y="1513071"/>
                  </a:lnTo>
                  <a:lnTo>
                    <a:pt x="2181499" y="1513007"/>
                  </a:lnTo>
                  <a:lnTo>
                    <a:pt x="2181645" y="1513595"/>
                  </a:lnTo>
                  <a:lnTo>
                    <a:pt x="2181524" y="1513834"/>
                  </a:lnTo>
                  <a:lnTo>
                    <a:pt x="2181343" y="1513845"/>
                  </a:lnTo>
                  <a:lnTo>
                    <a:pt x="2181200" y="1514055"/>
                  </a:lnTo>
                  <a:lnTo>
                    <a:pt x="2181131" y="1514458"/>
                  </a:lnTo>
                  <a:lnTo>
                    <a:pt x="2180752" y="1514595"/>
                  </a:lnTo>
                  <a:lnTo>
                    <a:pt x="2180645" y="1514612"/>
                  </a:lnTo>
                  <a:lnTo>
                    <a:pt x="2180501" y="1514703"/>
                  </a:lnTo>
                  <a:lnTo>
                    <a:pt x="2180289" y="1515066"/>
                  </a:lnTo>
                  <a:lnTo>
                    <a:pt x="2180224" y="1515239"/>
                  </a:lnTo>
                  <a:lnTo>
                    <a:pt x="2180315" y="1515374"/>
                  </a:lnTo>
                  <a:lnTo>
                    <a:pt x="2180329" y="1515458"/>
                  </a:lnTo>
                  <a:lnTo>
                    <a:pt x="2180273" y="1515544"/>
                  </a:lnTo>
                  <a:lnTo>
                    <a:pt x="2179971" y="1515740"/>
                  </a:lnTo>
                  <a:lnTo>
                    <a:pt x="2179689" y="1515847"/>
                  </a:lnTo>
                  <a:lnTo>
                    <a:pt x="2179659" y="1515837"/>
                  </a:lnTo>
                  <a:lnTo>
                    <a:pt x="2179614" y="1515744"/>
                  </a:lnTo>
                  <a:lnTo>
                    <a:pt x="2179641" y="1515607"/>
                  </a:lnTo>
                  <a:lnTo>
                    <a:pt x="2179862" y="1515569"/>
                  </a:lnTo>
                  <a:lnTo>
                    <a:pt x="2179928" y="1515457"/>
                  </a:lnTo>
                  <a:lnTo>
                    <a:pt x="2179796" y="1515093"/>
                  </a:lnTo>
                  <a:lnTo>
                    <a:pt x="2179751" y="1515021"/>
                  </a:lnTo>
                  <a:lnTo>
                    <a:pt x="2179315" y="1514835"/>
                  </a:lnTo>
                  <a:lnTo>
                    <a:pt x="2179218" y="1514825"/>
                  </a:lnTo>
                  <a:lnTo>
                    <a:pt x="2178683" y="1514955"/>
                  </a:lnTo>
                  <a:lnTo>
                    <a:pt x="2178169" y="1515328"/>
                  </a:lnTo>
                  <a:lnTo>
                    <a:pt x="2177892" y="1515585"/>
                  </a:lnTo>
                  <a:lnTo>
                    <a:pt x="2177919" y="1515677"/>
                  </a:lnTo>
                  <a:lnTo>
                    <a:pt x="2177971" y="1515754"/>
                  </a:lnTo>
                  <a:lnTo>
                    <a:pt x="2177962" y="1515806"/>
                  </a:lnTo>
                  <a:lnTo>
                    <a:pt x="2177830" y="1515786"/>
                  </a:lnTo>
                  <a:lnTo>
                    <a:pt x="2177596" y="1515720"/>
                  </a:lnTo>
                  <a:lnTo>
                    <a:pt x="2177470" y="1515552"/>
                  </a:lnTo>
                  <a:lnTo>
                    <a:pt x="2177483" y="1515522"/>
                  </a:lnTo>
                  <a:lnTo>
                    <a:pt x="2177807" y="1515153"/>
                  </a:lnTo>
                  <a:lnTo>
                    <a:pt x="2178062" y="1514942"/>
                  </a:lnTo>
                  <a:lnTo>
                    <a:pt x="2178323" y="1514769"/>
                  </a:lnTo>
                  <a:lnTo>
                    <a:pt x="2178391" y="1514733"/>
                  </a:lnTo>
                  <a:lnTo>
                    <a:pt x="2178666" y="1514662"/>
                  </a:lnTo>
                  <a:lnTo>
                    <a:pt x="2178838" y="1514523"/>
                  </a:lnTo>
                  <a:lnTo>
                    <a:pt x="2178876" y="1514464"/>
                  </a:lnTo>
                  <a:lnTo>
                    <a:pt x="2178892" y="1514380"/>
                  </a:lnTo>
                  <a:lnTo>
                    <a:pt x="2178908" y="1514055"/>
                  </a:lnTo>
                  <a:lnTo>
                    <a:pt x="2178691" y="1513585"/>
                  </a:lnTo>
                  <a:lnTo>
                    <a:pt x="2178256" y="1512950"/>
                  </a:lnTo>
                  <a:lnTo>
                    <a:pt x="2177645" y="1512435"/>
                  </a:lnTo>
                  <a:lnTo>
                    <a:pt x="2177546" y="1512346"/>
                  </a:lnTo>
                  <a:lnTo>
                    <a:pt x="2177513" y="1512245"/>
                  </a:lnTo>
                  <a:lnTo>
                    <a:pt x="2177848" y="1511540"/>
                  </a:lnTo>
                  <a:lnTo>
                    <a:pt x="2178147" y="1511019"/>
                  </a:lnTo>
                  <a:lnTo>
                    <a:pt x="2178247" y="1510662"/>
                  </a:lnTo>
                  <a:lnTo>
                    <a:pt x="2178268" y="1510521"/>
                  </a:lnTo>
                  <a:lnTo>
                    <a:pt x="2178195" y="1510499"/>
                  </a:lnTo>
                  <a:lnTo>
                    <a:pt x="2178115" y="1510610"/>
                  </a:lnTo>
                  <a:lnTo>
                    <a:pt x="2178075" y="1510547"/>
                  </a:lnTo>
                  <a:lnTo>
                    <a:pt x="2178014" y="1510498"/>
                  </a:lnTo>
                  <a:lnTo>
                    <a:pt x="2177799" y="1510700"/>
                  </a:lnTo>
                  <a:lnTo>
                    <a:pt x="2177792" y="1510794"/>
                  </a:lnTo>
                  <a:lnTo>
                    <a:pt x="2177511" y="1510863"/>
                  </a:lnTo>
                  <a:lnTo>
                    <a:pt x="2177469" y="1510992"/>
                  </a:lnTo>
                  <a:lnTo>
                    <a:pt x="2177081" y="1510964"/>
                  </a:lnTo>
                  <a:lnTo>
                    <a:pt x="2177107" y="1510771"/>
                  </a:lnTo>
                  <a:lnTo>
                    <a:pt x="2176856" y="1510777"/>
                  </a:lnTo>
                  <a:lnTo>
                    <a:pt x="2176538" y="1510695"/>
                  </a:lnTo>
                  <a:lnTo>
                    <a:pt x="2176379" y="1510710"/>
                  </a:lnTo>
                  <a:lnTo>
                    <a:pt x="2176291" y="1510823"/>
                  </a:lnTo>
                  <a:lnTo>
                    <a:pt x="2176251" y="1510938"/>
                  </a:lnTo>
                  <a:lnTo>
                    <a:pt x="2176283" y="1511047"/>
                  </a:lnTo>
                  <a:lnTo>
                    <a:pt x="2176177" y="1511285"/>
                  </a:lnTo>
                  <a:lnTo>
                    <a:pt x="2175954" y="1511604"/>
                  </a:lnTo>
                  <a:lnTo>
                    <a:pt x="2175394" y="1512121"/>
                  </a:lnTo>
                  <a:lnTo>
                    <a:pt x="2175339" y="1512149"/>
                  </a:lnTo>
                  <a:lnTo>
                    <a:pt x="2175095" y="1512050"/>
                  </a:lnTo>
                  <a:lnTo>
                    <a:pt x="2175076" y="1511914"/>
                  </a:lnTo>
                  <a:lnTo>
                    <a:pt x="2175344" y="1511673"/>
                  </a:lnTo>
                  <a:lnTo>
                    <a:pt x="2175537" y="1511526"/>
                  </a:lnTo>
                  <a:lnTo>
                    <a:pt x="2175572" y="1511460"/>
                  </a:lnTo>
                  <a:lnTo>
                    <a:pt x="2175715" y="1510907"/>
                  </a:lnTo>
                  <a:lnTo>
                    <a:pt x="2175730" y="1510527"/>
                  </a:lnTo>
                  <a:lnTo>
                    <a:pt x="2175655" y="1510091"/>
                  </a:lnTo>
                  <a:lnTo>
                    <a:pt x="2175557" y="1509870"/>
                  </a:lnTo>
                  <a:lnTo>
                    <a:pt x="2175602" y="1509678"/>
                  </a:lnTo>
                  <a:lnTo>
                    <a:pt x="2175654" y="1509606"/>
                  </a:lnTo>
                  <a:lnTo>
                    <a:pt x="2175798" y="1509562"/>
                  </a:lnTo>
                  <a:lnTo>
                    <a:pt x="2176031" y="1509588"/>
                  </a:lnTo>
                  <a:lnTo>
                    <a:pt x="2176204" y="1508888"/>
                  </a:lnTo>
                  <a:lnTo>
                    <a:pt x="2176196" y="1508537"/>
                  </a:lnTo>
                  <a:lnTo>
                    <a:pt x="2176187" y="1508470"/>
                  </a:lnTo>
                  <a:lnTo>
                    <a:pt x="2176092" y="1508444"/>
                  </a:lnTo>
                  <a:lnTo>
                    <a:pt x="2176094" y="1508348"/>
                  </a:lnTo>
                  <a:lnTo>
                    <a:pt x="2176145" y="1508162"/>
                  </a:lnTo>
                  <a:lnTo>
                    <a:pt x="2176059" y="1508072"/>
                  </a:lnTo>
                  <a:lnTo>
                    <a:pt x="2176015" y="1508054"/>
                  </a:lnTo>
                  <a:lnTo>
                    <a:pt x="2175808" y="1508363"/>
                  </a:lnTo>
                  <a:lnTo>
                    <a:pt x="2175371" y="1508303"/>
                  </a:lnTo>
                  <a:lnTo>
                    <a:pt x="2175105" y="1508202"/>
                  </a:lnTo>
                  <a:lnTo>
                    <a:pt x="2174914" y="1508047"/>
                  </a:lnTo>
                  <a:lnTo>
                    <a:pt x="2174841" y="1508022"/>
                  </a:lnTo>
                  <a:lnTo>
                    <a:pt x="2174606" y="1508858"/>
                  </a:lnTo>
                  <a:lnTo>
                    <a:pt x="2174555" y="1508891"/>
                  </a:lnTo>
                  <a:lnTo>
                    <a:pt x="2173419" y="1508496"/>
                  </a:lnTo>
                  <a:lnTo>
                    <a:pt x="2173399" y="1508468"/>
                  </a:lnTo>
                  <a:lnTo>
                    <a:pt x="2173859" y="1507665"/>
                  </a:lnTo>
                  <a:lnTo>
                    <a:pt x="2173789" y="1507646"/>
                  </a:lnTo>
                  <a:lnTo>
                    <a:pt x="2173633" y="1507759"/>
                  </a:lnTo>
                  <a:lnTo>
                    <a:pt x="2172720" y="1507473"/>
                  </a:lnTo>
                  <a:lnTo>
                    <a:pt x="2172692" y="1507454"/>
                  </a:lnTo>
                  <a:lnTo>
                    <a:pt x="2172688" y="1507435"/>
                  </a:lnTo>
                  <a:lnTo>
                    <a:pt x="2172700" y="1507113"/>
                  </a:lnTo>
                  <a:lnTo>
                    <a:pt x="2172477" y="1507185"/>
                  </a:lnTo>
                  <a:lnTo>
                    <a:pt x="2172258" y="1507192"/>
                  </a:lnTo>
                  <a:lnTo>
                    <a:pt x="2172076" y="1507150"/>
                  </a:lnTo>
                  <a:lnTo>
                    <a:pt x="2171814" y="1507034"/>
                  </a:lnTo>
                  <a:lnTo>
                    <a:pt x="2171745" y="1506967"/>
                  </a:lnTo>
                  <a:lnTo>
                    <a:pt x="2171551" y="1506763"/>
                  </a:lnTo>
                  <a:lnTo>
                    <a:pt x="2171456" y="1506615"/>
                  </a:lnTo>
                  <a:lnTo>
                    <a:pt x="2171391" y="1506251"/>
                  </a:lnTo>
                  <a:lnTo>
                    <a:pt x="2171397" y="1506179"/>
                  </a:lnTo>
                  <a:lnTo>
                    <a:pt x="2171626" y="1505747"/>
                  </a:lnTo>
                  <a:lnTo>
                    <a:pt x="2171672" y="1505661"/>
                  </a:lnTo>
                  <a:lnTo>
                    <a:pt x="2171676" y="1505654"/>
                  </a:lnTo>
                  <a:lnTo>
                    <a:pt x="2171690" y="1505632"/>
                  </a:lnTo>
                  <a:lnTo>
                    <a:pt x="2171705" y="1505607"/>
                  </a:lnTo>
                  <a:lnTo>
                    <a:pt x="2171710" y="1505598"/>
                  </a:lnTo>
                  <a:lnTo>
                    <a:pt x="2171715" y="1505591"/>
                  </a:lnTo>
                  <a:lnTo>
                    <a:pt x="2171740" y="1505550"/>
                  </a:lnTo>
                  <a:lnTo>
                    <a:pt x="2171572" y="1505419"/>
                  </a:lnTo>
                  <a:lnTo>
                    <a:pt x="2171492" y="1505453"/>
                  </a:lnTo>
                  <a:lnTo>
                    <a:pt x="2171484" y="1505448"/>
                  </a:lnTo>
                  <a:lnTo>
                    <a:pt x="2171388" y="1505393"/>
                  </a:lnTo>
                  <a:lnTo>
                    <a:pt x="2171383" y="1505390"/>
                  </a:lnTo>
                  <a:lnTo>
                    <a:pt x="2171228" y="1505610"/>
                  </a:lnTo>
                  <a:lnTo>
                    <a:pt x="2171250" y="1505621"/>
                  </a:lnTo>
                  <a:lnTo>
                    <a:pt x="2171318" y="1505658"/>
                  </a:lnTo>
                  <a:lnTo>
                    <a:pt x="2171191" y="1506038"/>
                  </a:lnTo>
                  <a:lnTo>
                    <a:pt x="2171024" y="1506224"/>
                  </a:lnTo>
                  <a:lnTo>
                    <a:pt x="2170964" y="1506312"/>
                  </a:lnTo>
                  <a:lnTo>
                    <a:pt x="2170917" y="1506441"/>
                  </a:lnTo>
                  <a:lnTo>
                    <a:pt x="2171011" y="1506990"/>
                  </a:lnTo>
                  <a:lnTo>
                    <a:pt x="2170908" y="1507349"/>
                  </a:lnTo>
                  <a:lnTo>
                    <a:pt x="2170850" y="1507684"/>
                  </a:lnTo>
                  <a:lnTo>
                    <a:pt x="2170832" y="1507818"/>
                  </a:lnTo>
                  <a:lnTo>
                    <a:pt x="2170867" y="1507931"/>
                  </a:lnTo>
                  <a:lnTo>
                    <a:pt x="2170628" y="1508458"/>
                  </a:lnTo>
                  <a:lnTo>
                    <a:pt x="2170408" y="1508512"/>
                  </a:lnTo>
                  <a:lnTo>
                    <a:pt x="2170380" y="1508545"/>
                  </a:lnTo>
                  <a:lnTo>
                    <a:pt x="2170103" y="1509427"/>
                  </a:lnTo>
                  <a:lnTo>
                    <a:pt x="2170139" y="1509643"/>
                  </a:lnTo>
                  <a:lnTo>
                    <a:pt x="2170237" y="1509964"/>
                  </a:lnTo>
                  <a:lnTo>
                    <a:pt x="2170341" y="1510189"/>
                  </a:lnTo>
                  <a:lnTo>
                    <a:pt x="2170297" y="1510276"/>
                  </a:lnTo>
                  <a:lnTo>
                    <a:pt x="2170195" y="1510325"/>
                  </a:lnTo>
                  <a:lnTo>
                    <a:pt x="2170208" y="1510643"/>
                  </a:lnTo>
                  <a:lnTo>
                    <a:pt x="2170307" y="1511059"/>
                  </a:lnTo>
                  <a:lnTo>
                    <a:pt x="2170417" y="1511263"/>
                  </a:lnTo>
                  <a:lnTo>
                    <a:pt x="2170606" y="1511593"/>
                  </a:lnTo>
                  <a:lnTo>
                    <a:pt x="2170749" y="1511599"/>
                  </a:lnTo>
                  <a:lnTo>
                    <a:pt x="2171016" y="1511964"/>
                  </a:lnTo>
                  <a:lnTo>
                    <a:pt x="2171015" y="1512066"/>
                  </a:lnTo>
                  <a:lnTo>
                    <a:pt x="2170946" y="1512131"/>
                  </a:lnTo>
                  <a:lnTo>
                    <a:pt x="2170800" y="1512165"/>
                  </a:lnTo>
                  <a:lnTo>
                    <a:pt x="2170761" y="1512122"/>
                  </a:lnTo>
                  <a:lnTo>
                    <a:pt x="2170760" y="1511978"/>
                  </a:lnTo>
                  <a:lnTo>
                    <a:pt x="2170054" y="1511809"/>
                  </a:lnTo>
                  <a:lnTo>
                    <a:pt x="2169847" y="1511796"/>
                  </a:lnTo>
                  <a:lnTo>
                    <a:pt x="2169450" y="1513128"/>
                  </a:lnTo>
                  <a:lnTo>
                    <a:pt x="2168908" y="1512854"/>
                  </a:lnTo>
                  <a:lnTo>
                    <a:pt x="2168723" y="1512987"/>
                  </a:lnTo>
                  <a:lnTo>
                    <a:pt x="2168659" y="1513072"/>
                  </a:lnTo>
                  <a:lnTo>
                    <a:pt x="2168488" y="1513178"/>
                  </a:lnTo>
                  <a:lnTo>
                    <a:pt x="2167788" y="1512816"/>
                  </a:lnTo>
                  <a:lnTo>
                    <a:pt x="2168097" y="1512178"/>
                  </a:lnTo>
                  <a:lnTo>
                    <a:pt x="2167800" y="1512022"/>
                  </a:lnTo>
                  <a:lnTo>
                    <a:pt x="2167777" y="1512010"/>
                  </a:lnTo>
                  <a:lnTo>
                    <a:pt x="2167427" y="1511827"/>
                  </a:lnTo>
                  <a:lnTo>
                    <a:pt x="2167219" y="1511718"/>
                  </a:lnTo>
                  <a:lnTo>
                    <a:pt x="2167131" y="1511669"/>
                  </a:lnTo>
                  <a:lnTo>
                    <a:pt x="2167110" y="1511650"/>
                  </a:lnTo>
                  <a:lnTo>
                    <a:pt x="2167092" y="1511633"/>
                  </a:lnTo>
                  <a:lnTo>
                    <a:pt x="2167056" y="1511589"/>
                  </a:lnTo>
                  <a:lnTo>
                    <a:pt x="2167025" y="1511520"/>
                  </a:lnTo>
                  <a:lnTo>
                    <a:pt x="2167013" y="1511456"/>
                  </a:lnTo>
                  <a:lnTo>
                    <a:pt x="2167011" y="1511330"/>
                  </a:lnTo>
                  <a:lnTo>
                    <a:pt x="2167010" y="1511164"/>
                  </a:lnTo>
                  <a:lnTo>
                    <a:pt x="2167009" y="1510979"/>
                  </a:lnTo>
                  <a:lnTo>
                    <a:pt x="2167012" y="1510923"/>
                  </a:lnTo>
                  <a:lnTo>
                    <a:pt x="2167013" y="1510900"/>
                  </a:lnTo>
                  <a:lnTo>
                    <a:pt x="2167027" y="1510823"/>
                  </a:lnTo>
                  <a:lnTo>
                    <a:pt x="2167042" y="1510776"/>
                  </a:lnTo>
                  <a:lnTo>
                    <a:pt x="2167089" y="1510657"/>
                  </a:lnTo>
                  <a:lnTo>
                    <a:pt x="2167133" y="1510552"/>
                  </a:lnTo>
                  <a:lnTo>
                    <a:pt x="2167186" y="1510427"/>
                  </a:lnTo>
                  <a:lnTo>
                    <a:pt x="2167221" y="1510340"/>
                  </a:lnTo>
                  <a:lnTo>
                    <a:pt x="2167281" y="1510192"/>
                  </a:lnTo>
                  <a:lnTo>
                    <a:pt x="2167314" y="1510113"/>
                  </a:lnTo>
                  <a:lnTo>
                    <a:pt x="2167356" y="1510009"/>
                  </a:lnTo>
                  <a:lnTo>
                    <a:pt x="2167391" y="1509924"/>
                  </a:lnTo>
                  <a:lnTo>
                    <a:pt x="2167412" y="1509876"/>
                  </a:lnTo>
                  <a:lnTo>
                    <a:pt x="2167435" y="1509833"/>
                  </a:lnTo>
                  <a:lnTo>
                    <a:pt x="2167458" y="1509800"/>
                  </a:lnTo>
                  <a:lnTo>
                    <a:pt x="2167467" y="1509787"/>
                  </a:lnTo>
                  <a:lnTo>
                    <a:pt x="2167537" y="1509696"/>
                  </a:lnTo>
                  <a:lnTo>
                    <a:pt x="2167580" y="1509628"/>
                  </a:lnTo>
                  <a:lnTo>
                    <a:pt x="2167637" y="1509552"/>
                  </a:lnTo>
                  <a:lnTo>
                    <a:pt x="2167695" y="1509459"/>
                  </a:lnTo>
                  <a:lnTo>
                    <a:pt x="2167722" y="1509420"/>
                  </a:lnTo>
                  <a:lnTo>
                    <a:pt x="2167575" y="1509294"/>
                  </a:lnTo>
                  <a:lnTo>
                    <a:pt x="2167365" y="1509112"/>
                  </a:lnTo>
                  <a:lnTo>
                    <a:pt x="2167058" y="1509376"/>
                  </a:lnTo>
                  <a:lnTo>
                    <a:pt x="2166994" y="1509362"/>
                  </a:lnTo>
                  <a:lnTo>
                    <a:pt x="2166842" y="1509294"/>
                  </a:lnTo>
                  <a:lnTo>
                    <a:pt x="2166834" y="1509250"/>
                  </a:lnTo>
                  <a:lnTo>
                    <a:pt x="2167000" y="1508598"/>
                  </a:lnTo>
                  <a:lnTo>
                    <a:pt x="2166996" y="1508590"/>
                  </a:lnTo>
                  <a:lnTo>
                    <a:pt x="2166977" y="1508553"/>
                  </a:lnTo>
                  <a:lnTo>
                    <a:pt x="2166952" y="1508502"/>
                  </a:lnTo>
                  <a:lnTo>
                    <a:pt x="2166941" y="1508479"/>
                  </a:lnTo>
                  <a:lnTo>
                    <a:pt x="2166923" y="1508444"/>
                  </a:lnTo>
                  <a:lnTo>
                    <a:pt x="2166909" y="1508416"/>
                  </a:lnTo>
                  <a:lnTo>
                    <a:pt x="2166903" y="1508416"/>
                  </a:lnTo>
                  <a:lnTo>
                    <a:pt x="2166784" y="1508430"/>
                  </a:lnTo>
                  <a:lnTo>
                    <a:pt x="2166817" y="1508506"/>
                  </a:lnTo>
                  <a:lnTo>
                    <a:pt x="2166451" y="1508826"/>
                  </a:lnTo>
                  <a:lnTo>
                    <a:pt x="2165847" y="1509148"/>
                  </a:lnTo>
                  <a:lnTo>
                    <a:pt x="2165370" y="1509574"/>
                  </a:lnTo>
                  <a:lnTo>
                    <a:pt x="2165234" y="1509754"/>
                  </a:lnTo>
                  <a:lnTo>
                    <a:pt x="2165230" y="1509843"/>
                  </a:lnTo>
                  <a:lnTo>
                    <a:pt x="2165271" y="1509945"/>
                  </a:lnTo>
                  <a:lnTo>
                    <a:pt x="2165200" y="1509992"/>
                  </a:lnTo>
                  <a:lnTo>
                    <a:pt x="2165004" y="1509971"/>
                  </a:lnTo>
                  <a:lnTo>
                    <a:pt x="2164841" y="1509903"/>
                  </a:lnTo>
                  <a:lnTo>
                    <a:pt x="2164799" y="1509831"/>
                  </a:lnTo>
                  <a:lnTo>
                    <a:pt x="2164754" y="1509841"/>
                  </a:lnTo>
                  <a:lnTo>
                    <a:pt x="2164570" y="1509881"/>
                  </a:lnTo>
                  <a:lnTo>
                    <a:pt x="2164579" y="1509914"/>
                  </a:lnTo>
                  <a:lnTo>
                    <a:pt x="2164554" y="1510004"/>
                  </a:lnTo>
                  <a:lnTo>
                    <a:pt x="2164398" y="1510191"/>
                  </a:lnTo>
                  <a:lnTo>
                    <a:pt x="2163455" y="1510444"/>
                  </a:lnTo>
                  <a:lnTo>
                    <a:pt x="2163482" y="1510656"/>
                  </a:lnTo>
                  <a:lnTo>
                    <a:pt x="2163088" y="1510824"/>
                  </a:lnTo>
                  <a:lnTo>
                    <a:pt x="2163029" y="1510850"/>
                  </a:lnTo>
                  <a:lnTo>
                    <a:pt x="2162932" y="1510881"/>
                  </a:lnTo>
                  <a:lnTo>
                    <a:pt x="2162643" y="1510961"/>
                  </a:lnTo>
                  <a:lnTo>
                    <a:pt x="2162472" y="1510992"/>
                  </a:lnTo>
                  <a:lnTo>
                    <a:pt x="2162078" y="1511332"/>
                  </a:lnTo>
                  <a:lnTo>
                    <a:pt x="2161809" y="1511505"/>
                  </a:lnTo>
                  <a:lnTo>
                    <a:pt x="2161453" y="1511929"/>
                  </a:lnTo>
                  <a:lnTo>
                    <a:pt x="2161300" y="1512169"/>
                  </a:lnTo>
                  <a:lnTo>
                    <a:pt x="2161213" y="1512305"/>
                  </a:lnTo>
                  <a:lnTo>
                    <a:pt x="2161013" y="1512806"/>
                  </a:lnTo>
                  <a:lnTo>
                    <a:pt x="2161126" y="1512868"/>
                  </a:lnTo>
                  <a:lnTo>
                    <a:pt x="2160927" y="1513320"/>
                  </a:lnTo>
                  <a:lnTo>
                    <a:pt x="2160743" y="1513552"/>
                  </a:lnTo>
                  <a:lnTo>
                    <a:pt x="2160685" y="1513543"/>
                  </a:lnTo>
                  <a:lnTo>
                    <a:pt x="2160446" y="1513357"/>
                  </a:lnTo>
                  <a:lnTo>
                    <a:pt x="2160319" y="1513427"/>
                  </a:lnTo>
                  <a:lnTo>
                    <a:pt x="2160230" y="1513476"/>
                  </a:lnTo>
                  <a:lnTo>
                    <a:pt x="2160396" y="1513657"/>
                  </a:lnTo>
                  <a:lnTo>
                    <a:pt x="2160577" y="1513984"/>
                  </a:lnTo>
                  <a:lnTo>
                    <a:pt x="2160744" y="1514366"/>
                  </a:lnTo>
                  <a:lnTo>
                    <a:pt x="2160785" y="1514602"/>
                  </a:lnTo>
                  <a:lnTo>
                    <a:pt x="2160893" y="1514654"/>
                  </a:lnTo>
                  <a:lnTo>
                    <a:pt x="2161157" y="1514680"/>
                  </a:lnTo>
                  <a:lnTo>
                    <a:pt x="2161495" y="1515067"/>
                  </a:lnTo>
                  <a:lnTo>
                    <a:pt x="2162239" y="1514852"/>
                  </a:lnTo>
                  <a:lnTo>
                    <a:pt x="2162302" y="1515028"/>
                  </a:lnTo>
                  <a:lnTo>
                    <a:pt x="2163025" y="1515286"/>
                  </a:lnTo>
                  <a:lnTo>
                    <a:pt x="2163868" y="1515635"/>
                  </a:lnTo>
                  <a:lnTo>
                    <a:pt x="2164070" y="1516113"/>
                  </a:lnTo>
                  <a:lnTo>
                    <a:pt x="2164210" y="1516004"/>
                  </a:lnTo>
                  <a:lnTo>
                    <a:pt x="2164138" y="1515943"/>
                  </a:lnTo>
                  <a:lnTo>
                    <a:pt x="2164131" y="1515877"/>
                  </a:lnTo>
                  <a:lnTo>
                    <a:pt x="2164177" y="1515769"/>
                  </a:lnTo>
                  <a:lnTo>
                    <a:pt x="2164358" y="1515769"/>
                  </a:lnTo>
                  <a:lnTo>
                    <a:pt x="2164597" y="1515918"/>
                  </a:lnTo>
                  <a:lnTo>
                    <a:pt x="2164764" y="1516097"/>
                  </a:lnTo>
                  <a:lnTo>
                    <a:pt x="2164824" y="1516187"/>
                  </a:lnTo>
                  <a:lnTo>
                    <a:pt x="2164714" y="1516570"/>
                  </a:lnTo>
                  <a:lnTo>
                    <a:pt x="2164714" y="1516630"/>
                  </a:lnTo>
                  <a:lnTo>
                    <a:pt x="2164750" y="1516719"/>
                  </a:lnTo>
                  <a:lnTo>
                    <a:pt x="2164928" y="1516998"/>
                  </a:lnTo>
                  <a:lnTo>
                    <a:pt x="2165107" y="1517176"/>
                  </a:lnTo>
                  <a:lnTo>
                    <a:pt x="2165014" y="1517503"/>
                  </a:lnTo>
                  <a:lnTo>
                    <a:pt x="2165032" y="1517589"/>
                  </a:lnTo>
                  <a:lnTo>
                    <a:pt x="2165230" y="1517857"/>
                  </a:lnTo>
                  <a:lnTo>
                    <a:pt x="2165314" y="1517925"/>
                  </a:lnTo>
                  <a:lnTo>
                    <a:pt x="2165390" y="1517912"/>
                  </a:lnTo>
                  <a:lnTo>
                    <a:pt x="2165693" y="1517992"/>
                  </a:lnTo>
                  <a:lnTo>
                    <a:pt x="2165749" y="1518158"/>
                  </a:lnTo>
                  <a:lnTo>
                    <a:pt x="2165736" y="1518236"/>
                  </a:lnTo>
                  <a:lnTo>
                    <a:pt x="2165679" y="1518260"/>
                  </a:lnTo>
                  <a:lnTo>
                    <a:pt x="2165527" y="1518738"/>
                  </a:lnTo>
                  <a:lnTo>
                    <a:pt x="2165543" y="1518746"/>
                  </a:lnTo>
                  <a:lnTo>
                    <a:pt x="2166163" y="1519068"/>
                  </a:lnTo>
                  <a:lnTo>
                    <a:pt x="2166325" y="1519120"/>
                  </a:lnTo>
                  <a:lnTo>
                    <a:pt x="2166502" y="1519080"/>
                  </a:lnTo>
                  <a:lnTo>
                    <a:pt x="2166634" y="1518984"/>
                  </a:lnTo>
                  <a:lnTo>
                    <a:pt x="2166643" y="1518961"/>
                  </a:lnTo>
                  <a:lnTo>
                    <a:pt x="2166603" y="1518183"/>
                  </a:lnTo>
                  <a:lnTo>
                    <a:pt x="2166506" y="1517816"/>
                  </a:lnTo>
                  <a:lnTo>
                    <a:pt x="2166432" y="1517639"/>
                  </a:lnTo>
                  <a:lnTo>
                    <a:pt x="2166437" y="1517596"/>
                  </a:lnTo>
                  <a:lnTo>
                    <a:pt x="2166471" y="1517609"/>
                  </a:lnTo>
                  <a:lnTo>
                    <a:pt x="2166651" y="1517806"/>
                  </a:lnTo>
                  <a:lnTo>
                    <a:pt x="2166737" y="1517916"/>
                  </a:lnTo>
                  <a:lnTo>
                    <a:pt x="2166760" y="1517969"/>
                  </a:lnTo>
                  <a:lnTo>
                    <a:pt x="2166858" y="1518074"/>
                  </a:lnTo>
                  <a:lnTo>
                    <a:pt x="2167306" y="1518441"/>
                  </a:lnTo>
                  <a:lnTo>
                    <a:pt x="2167716" y="1518633"/>
                  </a:lnTo>
                  <a:lnTo>
                    <a:pt x="2168179" y="1518286"/>
                  </a:lnTo>
                  <a:lnTo>
                    <a:pt x="2168284" y="1518181"/>
                  </a:lnTo>
                  <a:lnTo>
                    <a:pt x="2168302" y="1518103"/>
                  </a:lnTo>
                  <a:lnTo>
                    <a:pt x="2168267" y="1518020"/>
                  </a:lnTo>
                  <a:lnTo>
                    <a:pt x="2168181" y="1517957"/>
                  </a:lnTo>
                  <a:lnTo>
                    <a:pt x="2168146" y="1517806"/>
                  </a:lnTo>
                  <a:lnTo>
                    <a:pt x="2168237" y="1517787"/>
                  </a:lnTo>
                  <a:lnTo>
                    <a:pt x="2168383" y="1517782"/>
                  </a:lnTo>
                  <a:lnTo>
                    <a:pt x="2168611" y="1517990"/>
                  </a:lnTo>
                  <a:lnTo>
                    <a:pt x="2168918" y="1518451"/>
                  </a:lnTo>
                  <a:lnTo>
                    <a:pt x="2168943" y="1518796"/>
                  </a:lnTo>
                  <a:lnTo>
                    <a:pt x="2168814" y="1518941"/>
                  </a:lnTo>
                  <a:lnTo>
                    <a:pt x="2169003" y="1519150"/>
                  </a:lnTo>
                  <a:lnTo>
                    <a:pt x="2169481" y="1519513"/>
                  </a:lnTo>
                  <a:lnTo>
                    <a:pt x="2169879" y="1519751"/>
                  </a:lnTo>
                  <a:lnTo>
                    <a:pt x="2170147" y="1519831"/>
                  </a:lnTo>
                  <a:lnTo>
                    <a:pt x="2170271" y="1519915"/>
                  </a:lnTo>
                  <a:lnTo>
                    <a:pt x="2170356" y="1519995"/>
                  </a:lnTo>
                  <a:lnTo>
                    <a:pt x="2170383" y="1520106"/>
                  </a:lnTo>
                  <a:lnTo>
                    <a:pt x="2170372" y="1520191"/>
                  </a:lnTo>
                  <a:lnTo>
                    <a:pt x="2170416" y="1520265"/>
                  </a:lnTo>
                  <a:lnTo>
                    <a:pt x="2170818" y="1520632"/>
                  </a:lnTo>
                  <a:lnTo>
                    <a:pt x="2170990" y="1520724"/>
                  </a:lnTo>
                  <a:lnTo>
                    <a:pt x="2171079" y="1520739"/>
                  </a:lnTo>
                  <a:lnTo>
                    <a:pt x="2171268" y="1520660"/>
                  </a:lnTo>
                  <a:lnTo>
                    <a:pt x="2171425" y="1520782"/>
                  </a:lnTo>
                  <a:lnTo>
                    <a:pt x="2171805" y="1520987"/>
                  </a:lnTo>
                  <a:lnTo>
                    <a:pt x="2171866" y="1520987"/>
                  </a:lnTo>
                  <a:lnTo>
                    <a:pt x="2171965" y="1520872"/>
                  </a:lnTo>
                  <a:lnTo>
                    <a:pt x="2172223" y="1520883"/>
                  </a:lnTo>
                  <a:lnTo>
                    <a:pt x="2172208" y="1520973"/>
                  </a:lnTo>
                  <a:lnTo>
                    <a:pt x="2171923" y="1521366"/>
                  </a:lnTo>
                  <a:lnTo>
                    <a:pt x="2171839" y="1521701"/>
                  </a:lnTo>
                  <a:lnTo>
                    <a:pt x="2171830" y="1521842"/>
                  </a:lnTo>
                  <a:lnTo>
                    <a:pt x="2171586" y="1521796"/>
                  </a:lnTo>
                  <a:lnTo>
                    <a:pt x="2171415" y="1521795"/>
                  </a:lnTo>
                  <a:lnTo>
                    <a:pt x="2171245" y="1521838"/>
                  </a:lnTo>
                  <a:lnTo>
                    <a:pt x="2170345" y="1522286"/>
                  </a:lnTo>
                  <a:lnTo>
                    <a:pt x="2170240" y="1522404"/>
                  </a:lnTo>
                  <a:lnTo>
                    <a:pt x="2170146" y="1522561"/>
                  </a:lnTo>
                  <a:lnTo>
                    <a:pt x="2170176" y="1522707"/>
                  </a:lnTo>
                  <a:lnTo>
                    <a:pt x="2170163" y="1522736"/>
                  </a:lnTo>
                  <a:lnTo>
                    <a:pt x="2170021" y="1522679"/>
                  </a:lnTo>
                  <a:lnTo>
                    <a:pt x="2169733" y="1522371"/>
                  </a:lnTo>
                  <a:lnTo>
                    <a:pt x="2169677" y="1522339"/>
                  </a:lnTo>
                  <a:lnTo>
                    <a:pt x="2169359" y="1522360"/>
                  </a:lnTo>
                  <a:lnTo>
                    <a:pt x="2169190" y="1522473"/>
                  </a:lnTo>
                  <a:lnTo>
                    <a:pt x="2168884" y="1522581"/>
                  </a:lnTo>
                  <a:lnTo>
                    <a:pt x="2168809" y="1522561"/>
                  </a:lnTo>
                  <a:lnTo>
                    <a:pt x="2168752" y="1522465"/>
                  </a:lnTo>
                  <a:lnTo>
                    <a:pt x="2168732" y="1522372"/>
                  </a:lnTo>
                  <a:lnTo>
                    <a:pt x="2168514" y="1522295"/>
                  </a:lnTo>
                  <a:lnTo>
                    <a:pt x="2168398" y="1522328"/>
                  </a:lnTo>
                  <a:lnTo>
                    <a:pt x="2168182" y="1522682"/>
                  </a:lnTo>
                  <a:lnTo>
                    <a:pt x="2168234" y="1522777"/>
                  </a:lnTo>
                  <a:lnTo>
                    <a:pt x="2168340" y="1522917"/>
                  </a:lnTo>
                  <a:lnTo>
                    <a:pt x="2168382" y="1523045"/>
                  </a:lnTo>
                  <a:lnTo>
                    <a:pt x="2168462" y="1523828"/>
                  </a:lnTo>
                  <a:lnTo>
                    <a:pt x="2168411" y="1523915"/>
                  </a:lnTo>
                  <a:lnTo>
                    <a:pt x="2168530" y="1524480"/>
                  </a:lnTo>
                  <a:lnTo>
                    <a:pt x="2168810" y="1524677"/>
                  </a:lnTo>
                  <a:lnTo>
                    <a:pt x="2168949" y="1524723"/>
                  </a:lnTo>
                  <a:lnTo>
                    <a:pt x="2168964" y="1524813"/>
                  </a:lnTo>
                  <a:lnTo>
                    <a:pt x="2168791" y="1525048"/>
                  </a:lnTo>
                  <a:lnTo>
                    <a:pt x="2168640" y="1525139"/>
                  </a:lnTo>
                  <a:lnTo>
                    <a:pt x="2168198" y="1525346"/>
                  </a:lnTo>
                  <a:lnTo>
                    <a:pt x="2168072" y="1525429"/>
                  </a:lnTo>
                  <a:lnTo>
                    <a:pt x="2167758" y="1525766"/>
                  </a:lnTo>
                  <a:lnTo>
                    <a:pt x="2167694" y="1525936"/>
                  </a:lnTo>
                  <a:lnTo>
                    <a:pt x="2167695" y="1526007"/>
                  </a:lnTo>
                  <a:lnTo>
                    <a:pt x="2167722" y="1526028"/>
                  </a:lnTo>
                  <a:lnTo>
                    <a:pt x="2167699" y="1526097"/>
                  </a:lnTo>
                  <a:lnTo>
                    <a:pt x="2167436" y="1526205"/>
                  </a:lnTo>
                  <a:lnTo>
                    <a:pt x="2167404" y="1526176"/>
                  </a:lnTo>
                  <a:lnTo>
                    <a:pt x="2167368" y="1525729"/>
                  </a:lnTo>
                  <a:lnTo>
                    <a:pt x="2167244" y="1525612"/>
                  </a:lnTo>
                  <a:lnTo>
                    <a:pt x="2166932" y="1525459"/>
                  </a:lnTo>
                  <a:lnTo>
                    <a:pt x="2166649" y="1525448"/>
                  </a:lnTo>
                  <a:lnTo>
                    <a:pt x="2166325" y="1525495"/>
                  </a:lnTo>
                  <a:lnTo>
                    <a:pt x="2166195" y="1525429"/>
                  </a:lnTo>
                  <a:lnTo>
                    <a:pt x="2166186" y="1525365"/>
                  </a:lnTo>
                  <a:lnTo>
                    <a:pt x="2165902" y="1525059"/>
                  </a:lnTo>
                  <a:lnTo>
                    <a:pt x="2165788" y="1525010"/>
                  </a:lnTo>
                  <a:lnTo>
                    <a:pt x="2164927" y="1525067"/>
                  </a:lnTo>
                  <a:lnTo>
                    <a:pt x="2164738" y="1524962"/>
                  </a:lnTo>
                  <a:lnTo>
                    <a:pt x="2164398" y="1525243"/>
                  </a:lnTo>
                  <a:lnTo>
                    <a:pt x="2163796" y="1525595"/>
                  </a:lnTo>
                  <a:lnTo>
                    <a:pt x="2163631" y="1525648"/>
                  </a:lnTo>
                  <a:lnTo>
                    <a:pt x="2163349" y="1525613"/>
                  </a:lnTo>
                  <a:lnTo>
                    <a:pt x="2163159" y="1525565"/>
                  </a:lnTo>
                  <a:lnTo>
                    <a:pt x="2162999" y="1525483"/>
                  </a:lnTo>
                  <a:lnTo>
                    <a:pt x="2162610" y="1525186"/>
                  </a:lnTo>
                  <a:lnTo>
                    <a:pt x="2162558" y="1525058"/>
                  </a:lnTo>
                  <a:lnTo>
                    <a:pt x="2162313" y="1524706"/>
                  </a:lnTo>
                  <a:lnTo>
                    <a:pt x="2161939" y="1524418"/>
                  </a:lnTo>
                  <a:lnTo>
                    <a:pt x="2161622" y="1524301"/>
                  </a:lnTo>
                  <a:lnTo>
                    <a:pt x="2161471" y="1524123"/>
                  </a:lnTo>
                  <a:lnTo>
                    <a:pt x="2161319" y="1523365"/>
                  </a:lnTo>
                  <a:lnTo>
                    <a:pt x="2161606" y="1523032"/>
                  </a:lnTo>
                  <a:lnTo>
                    <a:pt x="2161316" y="1522679"/>
                  </a:lnTo>
                  <a:lnTo>
                    <a:pt x="2161246" y="1522638"/>
                  </a:lnTo>
                  <a:lnTo>
                    <a:pt x="2161166" y="1522632"/>
                  </a:lnTo>
                  <a:lnTo>
                    <a:pt x="2161138" y="1522752"/>
                  </a:lnTo>
                  <a:lnTo>
                    <a:pt x="2160875" y="1522679"/>
                  </a:lnTo>
                  <a:lnTo>
                    <a:pt x="2160673" y="1522587"/>
                  </a:lnTo>
                  <a:lnTo>
                    <a:pt x="2160566" y="1522509"/>
                  </a:lnTo>
                  <a:lnTo>
                    <a:pt x="2160540" y="1522583"/>
                  </a:lnTo>
                  <a:lnTo>
                    <a:pt x="2160538" y="1522971"/>
                  </a:lnTo>
                  <a:lnTo>
                    <a:pt x="2160497" y="1523220"/>
                  </a:lnTo>
                  <a:lnTo>
                    <a:pt x="2160187" y="1523530"/>
                  </a:lnTo>
                  <a:lnTo>
                    <a:pt x="2160012" y="1523551"/>
                  </a:lnTo>
                  <a:lnTo>
                    <a:pt x="2159919" y="1523636"/>
                  </a:lnTo>
                  <a:lnTo>
                    <a:pt x="2159858" y="1523718"/>
                  </a:lnTo>
                  <a:lnTo>
                    <a:pt x="2159812" y="1523834"/>
                  </a:lnTo>
                  <a:lnTo>
                    <a:pt x="2159782" y="1523977"/>
                  </a:lnTo>
                  <a:lnTo>
                    <a:pt x="2159801" y="1524050"/>
                  </a:lnTo>
                  <a:lnTo>
                    <a:pt x="2159693" y="1524266"/>
                  </a:lnTo>
                  <a:lnTo>
                    <a:pt x="2159326" y="1524612"/>
                  </a:lnTo>
                  <a:lnTo>
                    <a:pt x="2159816" y="1525766"/>
                  </a:lnTo>
                  <a:lnTo>
                    <a:pt x="2159937" y="1525974"/>
                  </a:lnTo>
                  <a:lnTo>
                    <a:pt x="2160103" y="1526106"/>
                  </a:lnTo>
                  <a:lnTo>
                    <a:pt x="2160359" y="1526081"/>
                  </a:lnTo>
                  <a:lnTo>
                    <a:pt x="2160474" y="1526114"/>
                  </a:lnTo>
                  <a:lnTo>
                    <a:pt x="2160763" y="1526256"/>
                  </a:lnTo>
                  <a:lnTo>
                    <a:pt x="2160938" y="1526284"/>
                  </a:lnTo>
                  <a:lnTo>
                    <a:pt x="2161001" y="1526221"/>
                  </a:lnTo>
                  <a:lnTo>
                    <a:pt x="2161120" y="1526188"/>
                  </a:lnTo>
                  <a:lnTo>
                    <a:pt x="2161207" y="1526342"/>
                  </a:lnTo>
                  <a:lnTo>
                    <a:pt x="2161209" y="1526727"/>
                  </a:lnTo>
                  <a:lnTo>
                    <a:pt x="2161016" y="1526752"/>
                  </a:lnTo>
                  <a:lnTo>
                    <a:pt x="2160751" y="1526974"/>
                  </a:lnTo>
                  <a:lnTo>
                    <a:pt x="2160743" y="1527105"/>
                  </a:lnTo>
                  <a:lnTo>
                    <a:pt x="2160778" y="1527243"/>
                  </a:lnTo>
                  <a:lnTo>
                    <a:pt x="2160927" y="1527439"/>
                  </a:lnTo>
                  <a:lnTo>
                    <a:pt x="2161369" y="1527541"/>
                  </a:lnTo>
                  <a:lnTo>
                    <a:pt x="2161525" y="1527562"/>
                  </a:lnTo>
                  <a:lnTo>
                    <a:pt x="2161566" y="1527548"/>
                  </a:lnTo>
                  <a:lnTo>
                    <a:pt x="2161663" y="1527461"/>
                  </a:lnTo>
                  <a:lnTo>
                    <a:pt x="2161579" y="1527330"/>
                  </a:lnTo>
                  <a:lnTo>
                    <a:pt x="2161710" y="1527163"/>
                  </a:lnTo>
                  <a:lnTo>
                    <a:pt x="2161963" y="1527174"/>
                  </a:lnTo>
                  <a:lnTo>
                    <a:pt x="2162070" y="1527225"/>
                  </a:lnTo>
                  <a:lnTo>
                    <a:pt x="2162143" y="1527325"/>
                  </a:lnTo>
                  <a:lnTo>
                    <a:pt x="2162205" y="1527501"/>
                  </a:lnTo>
                  <a:lnTo>
                    <a:pt x="2162206" y="1527619"/>
                  </a:lnTo>
                  <a:lnTo>
                    <a:pt x="2162139" y="1527809"/>
                  </a:lnTo>
                  <a:lnTo>
                    <a:pt x="2161890" y="1528373"/>
                  </a:lnTo>
                  <a:lnTo>
                    <a:pt x="2161908" y="1528394"/>
                  </a:lnTo>
                  <a:lnTo>
                    <a:pt x="2162006" y="1528385"/>
                  </a:lnTo>
                  <a:lnTo>
                    <a:pt x="2162081" y="1528419"/>
                  </a:lnTo>
                  <a:lnTo>
                    <a:pt x="2161960" y="1528577"/>
                  </a:lnTo>
                  <a:lnTo>
                    <a:pt x="2161866" y="1528657"/>
                  </a:lnTo>
                  <a:lnTo>
                    <a:pt x="2161655" y="1528709"/>
                  </a:lnTo>
                  <a:lnTo>
                    <a:pt x="2161614" y="1528595"/>
                  </a:lnTo>
                  <a:lnTo>
                    <a:pt x="2161636" y="1528329"/>
                  </a:lnTo>
                  <a:lnTo>
                    <a:pt x="2159719" y="1529163"/>
                  </a:lnTo>
                  <a:lnTo>
                    <a:pt x="2159690" y="1529176"/>
                  </a:lnTo>
                  <a:lnTo>
                    <a:pt x="2159641" y="1529268"/>
                  </a:lnTo>
                  <a:lnTo>
                    <a:pt x="2159629" y="1529276"/>
                  </a:lnTo>
                  <a:lnTo>
                    <a:pt x="2159595" y="1529300"/>
                  </a:lnTo>
                  <a:lnTo>
                    <a:pt x="2159585" y="1529313"/>
                  </a:lnTo>
                  <a:lnTo>
                    <a:pt x="2159582" y="1529331"/>
                  </a:lnTo>
                  <a:lnTo>
                    <a:pt x="2159578" y="1529339"/>
                  </a:lnTo>
                  <a:lnTo>
                    <a:pt x="2159567" y="1529342"/>
                  </a:lnTo>
                  <a:lnTo>
                    <a:pt x="2159560" y="1529348"/>
                  </a:lnTo>
                  <a:lnTo>
                    <a:pt x="2159553" y="1529364"/>
                  </a:lnTo>
                  <a:lnTo>
                    <a:pt x="2159554" y="1529383"/>
                  </a:lnTo>
                  <a:lnTo>
                    <a:pt x="2159548" y="1529398"/>
                  </a:lnTo>
                  <a:lnTo>
                    <a:pt x="2159497" y="1529387"/>
                  </a:lnTo>
                  <a:lnTo>
                    <a:pt x="2159500" y="1529361"/>
                  </a:lnTo>
                  <a:lnTo>
                    <a:pt x="2159474" y="1529351"/>
                  </a:lnTo>
                  <a:lnTo>
                    <a:pt x="2159468" y="1529351"/>
                  </a:lnTo>
                  <a:lnTo>
                    <a:pt x="2159446" y="1529350"/>
                  </a:lnTo>
                  <a:lnTo>
                    <a:pt x="2159437" y="1529349"/>
                  </a:lnTo>
                  <a:lnTo>
                    <a:pt x="2159421" y="1529351"/>
                  </a:lnTo>
                  <a:lnTo>
                    <a:pt x="2159407" y="1529394"/>
                  </a:lnTo>
                  <a:lnTo>
                    <a:pt x="2159372" y="1529391"/>
                  </a:lnTo>
                  <a:lnTo>
                    <a:pt x="2159366" y="1529383"/>
                  </a:lnTo>
                  <a:lnTo>
                    <a:pt x="2159356" y="1529356"/>
                  </a:lnTo>
                  <a:lnTo>
                    <a:pt x="2159344" y="1529353"/>
                  </a:lnTo>
                  <a:lnTo>
                    <a:pt x="2159327" y="1529341"/>
                  </a:lnTo>
                  <a:lnTo>
                    <a:pt x="2159321" y="1529333"/>
                  </a:lnTo>
                  <a:lnTo>
                    <a:pt x="2159313" y="1529330"/>
                  </a:lnTo>
                  <a:lnTo>
                    <a:pt x="2159220" y="1529298"/>
                  </a:lnTo>
                  <a:lnTo>
                    <a:pt x="2159210" y="1529294"/>
                  </a:lnTo>
                  <a:lnTo>
                    <a:pt x="2159119" y="1529259"/>
                  </a:lnTo>
                  <a:lnTo>
                    <a:pt x="2159088" y="1529253"/>
                  </a:lnTo>
                  <a:lnTo>
                    <a:pt x="2159011" y="1529247"/>
                  </a:lnTo>
                  <a:lnTo>
                    <a:pt x="2158865" y="1529229"/>
                  </a:lnTo>
                  <a:lnTo>
                    <a:pt x="2158566" y="1529197"/>
                  </a:lnTo>
                  <a:lnTo>
                    <a:pt x="2158496" y="1529190"/>
                  </a:lnTo>
                  <a:lnTo>
                    <a:pt x="2158382" y="1529178"/>
                  </a:lnTo>
                  <a:lnTo>
                    <a:pt x="2158340" y="1529194"/>
                  </a:lnTo>
                  <a:lnTo>
                    <a:pt x="2158301" y="1529251"/>
                  </a:lnTo>
                  <a:lnTo>
                    <a:pt x="2158201" y="1529407"/>
                  </a:lnTo>
                  <a:lnTo>
                    <a:pt x="2158176" y="1529446"/>
                  </a:lnTo>
                  <a:lnTo>
                    <a:pt x="2157924" y="1529847"/>
                  </a:lnTo>
                  <a:lnTo>
                    <a:pt x="2157902" y="1529881"/>
                  </a:lnTo>
                  <a:lnTo>
                    <a:pt x="2157885" y="1529880"/>
                  </a:lnTo>
                  <a:lnTo>
                    <a:pt x="2157643" y="1529711"/>
                  </a:lnTo>
                  <a:lnTo>
                    <a:pt x="2157640" y="1529698"/>
                  </a:lnTo>
                  <a:lnTo>
                    <a:pt x="2157650" y="1529677"/>
                  </a:lnTo>
                  <a:lnTo>
                    <a:pt x="2157822" y="1529401"/>
                  </a:lnTo>
                  <a:lnTo>
                    <a:pt x="2157966" y="1529169"/>
                  </a:lnTo>
                  <a:lnTo>
                    <a:pt x="2157970" y="1529155"/>
                  </a:lnTo>
                  <a:lnTo>
                    <a:pt x="2157923" y="1529127"/>
                  </a:lnTo>
                  <a:lnTo>
                    <a:pt x="2157869" y="1529121"/>
                  </a:lnTo>
                  <a:lnTo>
                    <a:pt x="2157597" y="1529091"/>
                  </a:lnTo>
                  <a:lnTo>
                    <a:pt x="2157574" y="1529089"/>
                  </a:lnTo>
                  <a:lnTo>
                    <a:pt x="2157515" y="1529102"/>
                  </a:lnTo>
                  <a:lnTo>
                    <a:pt x="2157496" y="1529109"/>
                  </a:lnTo>
                  <a:lnTo>
                    <a:pt x="2157459" y="1529114"/>
                  </a:lnTo>
                  <a:lnTo>
                    <a:pt x="2157437" y="1529111"/>
                  </a:lnTo>
                  <a:lnTo>
                    <a:pt x="2157396" y="1529170"/>
                  </a:lnTo>
                  <a:lnTo>
                    <a:pt x="2157388" y="1529170"/>
                  </a:lnTo>
                  <a:lnTo>
                    <a:pt x="2157371" y="1529128"/>
                  </a:lnTo>
                  <a:lnTo>
                    <a:pt x="2157366" y="1529119"/>
                  </a:lnTo>
                  <a:lnTo>
                    <a:pt x="2157351" y="1529127"/>
                  </a:lnTo>
                  <a:lnTo>
                    <a:pt x="2157342" y="1529159"/>
                  </a:lnTo>
                  <a:lnTo>
                    <a:pt x="2157338" y="1529164"/>
                  </a:lnTo>
                  <a:lnTo>
                    <a:pt x="2157326" y="1529173"/>
                  </a:lnTo>
                  <a:lnTo>
                    <a:pt x="2157318" y="1529190"/>
                  </a:lnTo>
                  <a:lnTo>
                    <a:pt x="2157291" y="1529204"/>
                  </a:lnTo>
                  <a:lnTo>
                    <a:pt x="2157265" y="1529218"/>
                  </a:lnTo>
                  <a:lnTo>
                    <a:pt x="2157245" y="1529231"/>
                  </a:lnTo>
                  <a:lnTo>
                    <a:pt x="2157219" y="1529256"/>
                  </a:lnTo>
                  <a:lnTo>
                    <a:pt x="2157211" y="1529290"/>
                  </a:lnTo>
                  <a:lnTo>
                    <a:pt x="2157211" y="1529315"/>
                  </a:lnTo>
                  <a:lnTo>
                    <a:pt x="2157217" y="1529341"/>
                  </a:lnTo>
                  <a:lnTo>
                    <a:pt x="2157206" y="1529358"/>
                  </a:lnTo>
                  <a:lnTo>
                    <a:pt x="2157193" y="1529377"/>
                  </a:lnTo>
                  <a:lnTo>
                    <a:pt x="2157186" y="1529391"/>
                  </a:lnTo>
                  <a:lnTo>
                    <a:pt x="2157180" y="1529401"/>
                  </a:lnTo>
                  <a:lnTo>
                    <a:pt x="2157164" y="1529391"/>
                  </a:lnTo>
                  <a:lnTo>
                    <a:pt x="2157073" y="1529325"/>
                  </a:lnTo>
                  <a:lnTo>
                    <a:pt x="2157046" y="1529302"/>
                  </a:lnTo>
                  <a:lnTo>
                    <a:pt x="2157048" y="1529296"/>
                  </a:lnTo>
                  <a:lnTo>
                    <a:pt x="2157058" y="1529296"/>
                  </a:lnTo>
                  <a:lnTo>
                    <a:pt x="2157077" y="1529301"/>
                  </a:lnTo>
                  <a:lnTo>
                    <a:pt x="2157094" y="1529285"/>
                  </a:lnTo>
                  <a:lnTo>
                    <a:pt x="2157097" y="1529277"/>
                  </a:lnTo>
                  <a:lnTo>
                    <a:pt x="2157099" y="1529270"/>
                  </a:lnTo>
                  <a:lnTo>
                    <a:pt x="2157103" y="1529257"/>
                  </a:lnTo>
                  <a:lnTo>
                    <a:pt x="2157098" y="1529237"/>
                  </a:lnTo>
                  <a:lnTo>
                    <a:pt x="2157078" y="1529215"/>
                  </a:lnTo>
                  <a:lnTo>
                    <a:pt x="2157041" y="1529208"/>
                  </a:lnTo>
                  <a:lnTo>
                    <a:pt x="2157004" y="1529195"/>
                  </a:lnTo>
                  <a:lnTo>
                    <a:pt x="2156992" y="1529162"/>
                  </a:lnTo>
                  <a:lnTo>
                    <a:pt x="2156990" y="1529147"/>
                  </a:lnTo>
                  <a:lnTo>
                    <a:pt x="2156992" y="1529130"/>
                  </a:lnTo>
                  <a:lnTo>
                    <a:pt x="2156995" y="1529117"/>
                  </a:lnTo>
                  <a:lnTo>
                    <a:pt x="2157006" y="1529110"/>
                  </a:lnTo>
                  <a:lnTo>
                    <a:pt x="2157006" y="1529101"/>
                  </a:lnTo>
                  <a:lnTo>
                    <a:pt x="2156990" y="1529095"/>
                  </a:lnTo>
                  <a:lnTo>
                    <a:pt x="2156957" y="1529105"/>
                  </a:lnTo>
                  <a:lnTo>
                    <a:pt x="2156939" y="1529103"/>
                  </a:lnTo>
                  <a:lnTo>
                    <a:pt x="2156937" y="1529090"/>
                  </a:lnTo>
                  <a:lnTo>
                    <a:pt x="2156952" y="1529065"/>
                  </a:lnTo>
                  <a:lnTo>
                    <a:pt x="2156996" y="1528996"/>
                  </a:lnTo>
                  <a:lnTo>
                    <a:pt x="2157015" y="1528960"/>
                  </a:lnTo>
                  <a:lnTo>
                    <a:pt x="2156921" y="1528912"/>
                  </a:lnTo>
                  <a:lnTo>
                    <a:pt x="2156472" y="1528682"/>
                  </a:lnTo>
                  <a:lnTo>
                    <a:pt x="2156220" y="1528529"/>
                  </a:lnTo>
                  <a:lnTo>
                    <a:pt x="2156132" y="1528419"/>
                  </a:lnTo>
                  <a:lnTo>
                    <a:pt x="2155951" y="1527933"/>
                  </a:lnTo>
                  <a:lnTo>
                    <a:pt x="2155899" y="1527663"/>
                  </a:lnTo>
                  <a:lnTo>
                    <a:pt x="2155836" y="1526986"/>
                  </a:lnTo>
                  <a:lnTo>
                    <a:pt x="2156029" y="1526488"/>
                  </a:lnTo>
                  <a:lnTo>
                    <a:pt x="2156222" y="1526084"/>
                  </a:lnTo>
                  <a:lnTo>
                    <a:pt x="2156253" y="1526141"/>
                  </a:lnTo>
                  <a:lnTo>
                    <a:pt x="2156310" y="1526185"/>
                  </a:lnTo>
                  <a:lnTo>
                    <a:pt x="2156578" y="1526331"/>
                  </a:lnTo>
                  <a:lnTo>
                    <a:pt x="2156846" y="1526457"/>
                  </a:lnTo>
                  <a:lnTo>
                    <a:pt x="2157126" y="1526518"/>
                  </a:lnTo>
                  <a:lnTo>
                    <a:pt x="2157456" y="1526073"/>
                  </a:lnTo>
                  <a:lnTo>
                    <a:pt x="2157681" y="1525428"/>
                  </a:lnTo>
                  <a:lnTo>
                    <a:pt x="2157829" y="1525477"/>
                  </a:lnTo>
                  <a:lnTo>
                    <a:pt x="2158059" y="1525068"/>
                  </a:lnTo>
                  <a:lnTo>
                    <a:pt x="2158078" y="1524934"/>
                  </a:lnTo>
                  <a:lnTo>
                    <a:pt x="2158034" y="1524573"/>
                  </a:lnTo>
                  <a:lnTo>
                    <a:pt x="2157850" y="1524510"/>
                  </a:lnTo>
                  <a:lnTo>
                    <a:pt x="2157963" y="1524129"/>
                  </a:lnTo>
                  <a:lnTo>
                    <a:pt x="2158078" y="1524151"/>
                  </a:lnTo>
                  <a:lnTo>
                    <a:pt x="2158085" y="1524152"/>
                  </a:lnTo>
                  <a:lnTo>
                    <a:pt x="2158306" y="1523596"/>
                  </a:lnTo>
                  <a:lnTo>
                    <a:pt x="2158302" y="1523427"/>
                  </a:lnTo>
                  <a:lnTo>
                    <a:pt x="2158289" y="1523427"/>
                  </a:lnTo>
                  <a:lnTo>
                    <a:pt x="2158253" y="1523433"/>
                  </a:lnTo>
                  <a:lnTo>
                    <a:pt x="2158253" y="1523450"/>
                  </a:lnTo>
                  <a:lnTo>
                    <a:pt x="2158254" y="1523588"/>
                  </a:lnTo>
                  <a:lnTo>
                    <a:pt x="2158241" y="1523622"/>
                  </a:lnTo>
                  <a:lnTo>
                    <a:pt x="2158175" y="1523644"/>
                  </a:lnTo>
                  <a:lnTo>
                    <a:pt x="2157502" y="1523984"/>
                  </a:lnTo>
                  <a:lnTo>
                    <a:pt x="2157335" y="1523553"/>
                  </a:lnTo>
                  <a:lnTo>
                    <a:pt x="2157715" y="1523213"/>
                  </a:lnTo>
                  <a:lnTo>
                    <a:pt x="2157811" y="1523150"/>
                  </a:lnTo>
                  <a:lnTo>
                    <a:pt x="2157817" y="1523137"/>
                  </a:lnTo>
                  <a:lnTo>
                    <a:pt x="2157767" y="1523038"/>
                  </a:lnTo>
                  <a:lnTo>
                    <a:pt x="2157248" y="1523283"/>
                  </a:lnTo>
                  <a:lnTo>
                    <a:pt x="2156232" y="1523545"/>
                  </a:lnTo>
                  <a:lnTo>
                    <a:pt x="2155271" y="1523794"/>
                  </a:lnTo>
                  <a:lnTo>
                    <a:pt x="2155245" y="1523790"/>
                  </a:lnTo>
                  <a:lnTo>
                    <a:pt x="2155032" y="1523376"/>
                  </a:lnTo>
                  <a:lnTo>
                    <a:pt x="2155098" y="1523320"/>
                  </a:lnTo>
                  <a:lnTo>
                    <a:pt x="2155500" y="1523087"/>
                  </a:lnTo>
                  <a:lnTo>
                    <a:pt x="2156241" y="1522920"/>
                  </a:lnTo>
                  <a:lnTo>
                    <a:pt x="2157384" y="1522662"/>
                  </a:lnTo>
                  <a:lnTo>
                    <a:pt x="2157397" y="1522584"/>
                  </a:lnTo>
                  <a:lnTo>
                    <a:pt x="2157372" y="1522589"/>
                  </a:lnTo>
                  <a:lnTo>
                    <a:pt x="2157369" y="1522604"/>
                  </a:lnTo>
                  <a:lnTo>
                    <a:pt x="2157365" y="1522610"/>
                  </a:lnTo>
                  <a:lnTo>
                    <a:pt x="2157359" y="1522607"/>
                  </a:lnTo>
                  <a:lnTo>
                    <a:pt x="2157358" y="1522601"/>
                  </a:lnTo>
                  <a:lnTo>
                    <a:pt x="2157354" y="1522596"/>
                  </a:lnTo>
                  <a:lnTo>
                    <a:pt x="2157342" y="1522587"/>
                  </a:lnTo>
                  <a:lnTo>
                    <a:pt x="2157338" y="1522583"/>
                  </a:lnTo>
                  <a:lnTo>
                    <a:pt x="2157320" y="1522568"/>
                  </a:lnTo>
                  <a:lnTo>
                    <a:pt x="2157071" y="1522587"/>
                  </a:lnTo>
                  <a:lnTo>
                    <a:pt x="2157066" y="1522626"/>
                  </a:lnTo>
                  <a:lnTo>
                    <a:pt x="2156940" y="1522602"/>
                  </a:lnTo>
                  <a:lnTo>
                    <a:pt x="2156566" y="1522494"/>
                  </a:lnTo>
                  <a:lnTo>
                    <a:pt x="2156348" y="1522599"/>
                  </a:lnTo>
                  <a:lnTo>
                    <a:pt x="2156213" y="1522728"/>
                  </a:lnTo>
                  <a:lnTo>
                    <a:pt x="2156178" y="1522823"/>
                  </a:lnTo>
                  <a:lnTo>
                    <a:pt x="2155967" y="1522918"/>
                  </a:lnTo>
                  <a:lnTo>
                    <a:pt x="2155190" y="1523120"/>
                  </a:lnTo>
                  <a:lnTo>
                    <a:pt x="2154972" y="1523326"/>
                  </a:lnTo>
                  <a:lnTo>
                    <a:pt x="2154823" y="1523680"/>
                  </a:lnTo>
                  <a:lnTo>
                    <a:pt x="2154667" y="1523993"/>
                  </a:lnTo>
                  <a:lnTo>
                    <a:pt x="2154313" y="1523994"/>
                  </a:lnTo>
                  <a:lnTo>
                    <a:pt x="2154086" y="1523920"/>
                  </a:lnTo>
                  <a:lnTo>
                    <a:pt x="2153866" y="1523760"/>
                  </a:lnTo>
                  <a:lnTo>
                    <a:pt x="2153749" y="1523645"/>
                  </a:lnTo>
                  <a:lnTo>
                    <a:pt x="2153503" y="1523274"/>
                  </a:lnTo>
                  <a:lnTo>
                    <a:pt x="2153464" y="1523095"/>
                  </a:lnTo>
                  <a:lnTo>
                    <a:pt x="2153580" y="1522819"/>
                  </a:lnTo>
                  <a:lnTo>
                    <a:pt x="2153771" y="1522634"/>
                  </a:lnTo>
                  <a:lnTo>
                    <a:pt x="2153821" y="1522640"/>
                  </a:lnTo>
                  <a:lnTo>
                    <a:pt x="2153899" y="1522558"/>
                  </a:lnTo>
                  <a:lnTo>
                    <a:pt x="2153919" y="1521930"/>
                  </a:lnTo>
                  <a:lnTo>
                    <a:pt x="2153889" y="1521668"/>
                  </a:lnTo>
                  <a:lnTo>
                    <a:pt x="2153896" y="1521648"/>
                  </a:lnTo>
                  <a:lnTo>
                    <a:pt x="2154101" y="1521550"/>
                  </a:lnTo>
                  <a:lnTo>
                    <a:pt x="2154165" y="1521298"/>
                  </a:lnTo>
                  <a:lnTo>
                    <a:pt x="2154151" y="1521117"/>
                  </a:lnTo>
                  <a:lnTo>
                    <a:pt x="2154501" y="1521222"/>
                  </a:lnTo>
                  <a:lnTo>
                    <a:pt x="2154610" y="1521378"/>
                  </a:lnTo>
                  <a:lnTo>
                    <a:pt x="2154733" y="1521605"/>
                  </a:lnTo>
                  <a:lnTo>
                    <a:pt x="2154893" y="1521619"/>
                  </a:lnTo>
                  <a:lnTo>
                    <a:pt x="2155354" y="1521520"/>
                  </a:lnTo>
                  <a:lnTo>
                    <a:pt x="2155742" y="1521257"/>
                  </a:lnTo>
                  <a:lnTo>
                    <a:pt x="2155875" y="1520898"/>
                  </a:lnTo>
                  <a:lnTo>
                    <a:pt x="2156051" y="1520419"/>
                  </a:lnTo>
                  <a:lnTo>
                    <a:pt x="2155457" y="1519982"/>
                  </a:lnTo>
                  <a:lnTo>
                    <a:pt x="2155181" y="1519985"/>
                  </a:lnTo>
                  <a:lnTo>
                    <a:pt x="2155126" y="1520156"/>
                  </a:lnTo>
                  <a:lnTo>
                    <a:pt x="2154959" y="1520157"/>
                  </a:lnTo>
                  <a:lnTo>
                    <a:pt x="2154587" y="1520091"/>
                  </a:lnTo>
                  <a:lnTo>
                    <a:pt x="2154492" y="1520054"/>
                  </a:lnTo>
                  <a:lnTo>
                    <a:pt x="2154216" y="1519931"/>
                  </a:lnTo>
                  <a:lnTo>
                    <a:pt x="2154233" y="1519841"/>
                  </a:lnTo>
                  <a:lnTo>
                    <a:pt x="2154130" y="1519798"/>
                  </a:lnTo>
                  <a:lnTo>
                    <a:pt x="2153810" y="1519913"/>
                  </a:lnTo>
                  <a:lnTo>
                    <a:pt x="2153752" y="1520183"/>
                  </a:lnTo>
                  <a:lnTo>
                    <a:pt x="2153344" y="1520413"/>
                  </a:lnTo>
                  <a:lnTo>
                    <a:pt x="2153198" y="1520386"/>
                  </a:lnTo>
                  <a:lnTo>
                    <a:pt x="2153190" y="1520302"/>
                  </a:lnTo>
                  <a:lnTo>
                    <a:pt x="2153061" y="1520337"/>
                  </a:lnTo>
                  <a:lnTo>
                    <a:pt x="2152556" y="1520372"/>
                  </a:lnTo>
                  <a:lnTo>
                    <a:pt x="2152343" y="1520564"/>
                  </a:lnTo>
                  <a:lnTo>
                    <a:pt x="2151957" y="1520767"/>
                  </a:lnTo>
                  <a:lnTo>
                    <a:pt x="2150706" y="1521297"/>
                  </a:lnTo>
                  <a:lnTo>
                    <a:pt x="2150693" y="1521300"/>
                  </a:lnTo>
                  <a:lnTo>
                    <a:pt x="2150688" y="1521301"/>
                  </a:lnTo>
                  <a:lnTo>
                    <a:pt x="2150642" y="1521263"/>
                  </a:lnTo>
                  <a:lnTo>
                    <a:pt x="2150467" y="1521282"/>
                  </a:lnTo>
                  <a:lnTo>
                    <a:pt x="2150225" y="1521358"/>
                  </a:lnTo>
                  <a:lnTo>
                    <a:pt x="2150132" y="1521387"/>
                  </a:lnTo>
                  <a:lnTo>
                    <a:pt x="2150246" y="1521568"/>
                  </a:lnTo>
                  <a:lnTo>
                    <a:pt x="2150252" y="1521579"/>
                  </a:lnTo>
                  <a:lnTo>
                    <a:pt x="2150429" y="1521911"/>
                  </a:lnTo>
                  <a:lnTo>
                    <a:pt x="2149904" y="1521967"/>
                  </a:lnTo>
                  <a:lnTo>
                    <a:pt x="2149736" y="1521985"/>
                  </a:lnTo>
                  <a:lnTo>
                    <a:pt x="2149676" y="1522024"/>
                  </a:lnTo>
                  <a:lnTo>
                    <a:pt x="2149693" y="1522060"/>
                  </a:lnTo>
                  <a:lnTo>
                    <a:pt x="2149607" y="1522162"/>
                  </a:lnTo>
                  <a:lnTo>
                    <a:pt x="2149021" y="1522242"/>
                  </a:lnTo>
                  <a:lnTo>
                    <a:pt x="2148732" y="1522129"/>
                  </a:lnTo>
                  <a:lnTo>
                    <a:pt x="2148489" y="1522148"/>
                  </a:lnTo>
                  <a:lnTo>
                    <a:pt x="2148463" y="1522207"/>
                  </a:lnTo>
                  <a:lnTo>
                    <a:pt x="2148533" y="1522242"/>
                  </a:lnTo>
                  <a:lnTo>
                    <a:pt x="2148941" y="1522447"/>
                  </a:lnTo>
                  <a:lnTo>
                    <a:pt x="2149553" y="1522315"/>
                  </a:lnTo>
                  <a:lnTo>
                    <a:pt x="2149851" y="1522466"/>
                  </a:lnTo>
                  <a:lnTo>
                    <a:pt x="2150097" y="1522359"/>
                  </a:lnTo>
                  <a:lnTo>
                    <a:pt x="2150499" y="1522447"/>
                  </a:lnTo>
                  <a:lnTo>
                    <a:pt x="2150539" y="1522751"/>
                  </a:lnTo>
                  <a:lnTo>
                    <a:pt x="2150973" y="1522847"/>
                  </a:lnTo>
                  <a:lnTo>
                    <a:pt x="2151107" y="1523239"/>
                  </a:lnTo>
                  <a:lnTo>
                    <a:pt x="2151125" y="1523248"/>
                  </a:lnTo>
                  <a:lnTo>
                    <a:pt x="2151214" y="1523253"/>
                  </a:lnTo>
                  <a:lnTo>
                    <a:pt x="2151611" y="1523220"/>
                  </a:lnTo>
                  <a:lnTo>
                    <a:pt x="2151633" y="1523260"/>
                  </a:lnTo>
                  <a:lnTo>
                    <a:pt x="2151647" y="1523339"/>
                  </a:lnTo>
                  <a:lnTo>
                    <a:pt x="2151603" y="1523429"/>
                  </a:lnTo>
                  <a:lnTo>
                    <a:pt x="2151511" y="1523491"/>
                  </a:lnTo>
                  <a:lnTo>
                    <a:pt x="2151682" y="1523863"/>
                  </a:lnTo>
                  <a:lnTo>
                    <a:pt x="2151534" y="1523937"/>
                  </a:lnTo>
                  <a:lnTo>
                    <a:pt x="2151690" y="1524300"/>
                  </a:lnTo>
                  <a:lnTo>
                    <a:pt x="2152085" y="1524301"/>
                  </a:lnTo>
                  <a:lnTo>
                    <a:pt x="2152200" y="1524437"/>
                  </a:lnTo>
                  <a:lnTo>
                    <a:pt x="2152539" y="1524318"/>
                  </a:lnTo>
                  <a:lnTo>
                    <a:pt x="2152595" y="1524172"/>
                  </a:lnTo>
                  <a:lnTo>
                    <a:pt x="2152836" y="1524055"/>
                  </a:lnTo>
                  <a:lnTo>
                    <a:pt x="2153102" y="1524158"/>
                  </a:lnTo>
                  <a:lnTo>
                    <a:pt x="2153037" y="1524330"/>
                  </a:lnTo>
                  <a:lnTo>
                    <a:pt x="2153122" y="1524395"/>
                  </a:lnTo>
                  <a:lnTo>
                    <a:pt x="2153585" y="1524445"/>
                  </a:lnTo>
                  <a:lnTo>
                    <a:pt x="2153718" y="1524636"/>
                  </a:lnTo>
                  <a:lnTo>
                    <a:pt x="2153692" y="1524767"/>
                  </a:lnTo>
                  <a:lnTo>
                    <a:pt x="2153329" y="1525414"/>
                  </a:lnTo>
                  <a:lnTo>
                    <a:pt x="2153348" y="1525527"/>
                  </a:lnTo>
                  <a:lnTo>
                    <a:pt x="2153519" y="1525536"/>
                  </a:lnTo>
                  <a:lnTo>
                    <a:pt x="2153597" y="1526041"/>
                  </a:lnTo>
                  <a:lnTo>
                    <a:pt x="2153528" y="1526340"/>
                  </a:lnTo>
                  <a:lnTo>
                    <a:pt x="2153318" y="1526591"/>
                  </a:lnTo>
                  <a:lnTo>
                    <a:pt x="2153079" y="1526386"/>
                  </a:lnTo>
                  <a:lnTo>
                    <a:pt x="2153032" y="1526408"/>
                  </a:lnTo>
                  <a:lnTo>
                    <a:pt x="2152968" y="1526586"/>
                  </a:lnTo>
                  <a:lnTo>
                    <a:pt x="2152826" y="1526818"/>
                  </a:lnTo>
                  <a:lnTo>
                    <a:pt x="2152679" y="1526919"/>
                  </a:lnTo>
                  <a:lnTo>
                    <a:pt x="2152216" y="1526926"/>
                  </a:lnTo>
                  <a:lnTo>
                    <a:pt x="2152071" y="1526998"/>
                  </a:lnTo>
                  <a:lnTo>
                    <a:pt x="2151630" y="1527687"/>
                  </a:lnTo>
                  <a:lnTo>
                    <a:pt x="2151646" y="1527843"/>
                  </a:lnTo>
                  <a:lnTo>
                    <a:pt x="2151692" y="1527964"/>
                  </a:lnTo>
                  <a:lnTo>
                    <a:pt x="2151900" y="1528366"/>
                  </a:lnTo>
                  <a:lnTo>
                    <a:pt x="2152162" y="1528642"/>
                  </a:lnTo>
                  <a:lnTo>
                    <a:pt x="2152247" y="1528723"/>
                  </a:lnTo>
                  <a:lnTo>
                    <a:pt x="2152528" y="1528766"/>
                  </a:lnTo>
                  <a:lnTo>
                    <a:pt x="2153007" y="1528899"/>
                  </a:lnTo>
                  <a:lnTo>
                    <a:pt x="2153041" y="1528965"/>
                  </a:lnTo>
                  <a:lnTo>
                    <a:pt x="2153038" y="1528988"/>
                  </a:lnTo>
                  <a:lnTo>
                    <a:pt x="2152961" y="1529104"/>
                  </a:lnTo>
                  <a:lnTo>
                    <a:pt x="2152878" y="1529115"/>
                  </a:lnTo>
                  <a:lnTo>
                    <a:pt x="2152787" y="1529094"/>
                  </a:lnTo>
                  <a:lnTo>
                    <a:pt x="2152685" y="1529119"/>
                  </a:lnTo>
                  <a:lnTo>
                    <a:pt x="2152319" y="1529262"/>
                  </a:lnTo>
                  <a:lnTo>
                    <a:pt x="2152067" y="1529520"/>
                  </a:lnTo>
                  <a:lnTo>
                    <a:pt x="2151807" y="1529628"/>
                  </a:lnTo>
                  <a:lnTo>
                    <a:pt x="2151225" y="1529619"/>
                  </a:lnTo>
                  <a:lnTo>
                    <a:pt x="2151220" y="1529585"/>
                  </a:lnTo>
                  <a:lnTo>
                    <a:pt x="2150338" y="1529605"/>
                  </a:lnTo>
                  <a:lnTo>
                    <a:pt x="2150330" y="1529702"/>
                  </a:lnTo>
                  <a:lnTo>
                    <a:pt x="2150376" y="1529849"/>
                  </a:lnTo>
                  <a:lnTo>
                    <a:pt x="2150318" y="1530147"/>
                  </a:lnTo>
                  <a:lnTo>
                    <a:pt x="2149588" y="1530203"/>
                  </a:lnTo>
                  <a:lnTo>
                    <a:pt x="2149608" y="1529892"/>
                  </a:lnTo>
                  <a:lnTo>
                    <a:pt x="2149515" y="1529950"/>
                  </a:lnTo>
                  <a:lnTo>
                    <a:pt x="2149174" y="1530016"/>
                  </a:lnTo>
                  <a:lnTo>
                    <a:pt x="2148517" y="1530322"/>
                  </a:lnTo>
                  <a:lnTo>
                    <a:pt x="2148092" y="1530558"/>
                  </a:lnTo>
                  <a:lnTo>
                    <a:pt x="2147874" y="1530679"/>
                  </a:lnTo>
                  <a:lnTo>
                    <a:pt x="2147858" y="1530691"/>
                  </a:lnTo>
                  <a:lnTo>
                    <a:pt x="2147937" y="1530807"/>
                  </a:lnTo>
                  <a:lnTo>
                    <a:pt x="2147943" y="1530809"/>
                  </a:lnTo>
                  <a:lnTo>
                    <a:pt x="2148025" y="1530895"/>
                  </a:lnTo>
                  <a:lnTo>
                    <a:pt x="2148069" y="1530872"/>
                  </a:lnTo>
                  <a:lnTo>
                    <a:pt x="2148077" y="1530862"/>
                  </a:lnTo>
                  <a:lnTo>
                    <a:pt x="2148086" y="1530853"/>
                  </a:lnTo>
                  <a:lnTo>
                    <a:pt x="2148100" y="1530851"/>
                  </a:lnTo>
                  <a:lnTo>
                    <a:pt x="2148187" y="1530858"/>
                  </a:lnTo>
                  <a:lnTo>
                    <a:pt x="2148473" y="1530867"/>
                  </a:lnTo>
                  <a:lnTo>
                    <a:pt x="2148979" y="1530895"/>
                  </a:lnTo>
                  <a:lnTo>
                    <a:pt x="2148999" y="1530890"/>
                  </a:lnTo>
                  <a:lnTo>
                    <a:pt x="2149011" y="1530870"/>
                  </a:lnTo>
                  <a:lnTo>
                    <a:pt x="2149027" y="1530850"/>
                  </a:lnTo>
                  <a:lnTo>
                    <a:pt x="2149036" y="1530842"/>
                  </a:lnTo>
                  <a:lnTo>
                    <a:pt x="2149048" y="1530842"/>
                  </a:lnTo>
                  <a:lnTo>
                    <a:pt x="2149081" y="1530849"/>
                  </a:lnTo>
                  <a:lnTo>
                    <a:pt x="2149128" y="1530882"/>
                  </a:lnTo>
                  <a:lnTo>
                    <a:pt x="2149173" y="1530907"/>
                  </a:lnTo>
                  <a:lnTo>
                    <a:pt x="2149192" y="1530909"/>
                  </a:lnTo>
                  <a:lnTo>
                    <a:pt x="2149207" y="1530897"/>
                  </a:lnTo>
                  <a:lnTo>
                    <a:pt x="2149212" y="1530888"/>
                  </a:lnTo>
                  <a:lnTo>
                    <a:pt x="2149231" y="1530882"/>
                  </a:lnTo>
                  <a:lnTo>
                    <a:pt x="2149239" y="1530886"/>
                  </a:lnTo>
                  <a:lnTo>
                    <a:pt x="2149245" y="1530902"/>
                  </a:lnTo>
                  <a:lnTo>
                    <a:pt x="2149243" y="1530920"/>
                  </a:lnTo>
                  <a:lnTo>
                    <a:pt x="2149230" y="1530935"/>
                  </a:lnTo>
                  <a:lnTo>
                    <a:pt x="2149217" y="1530938"/>
                  </a:lnTo>
                  <a:lnTo>
                    <a:pt x="2149203" y="1530943"/>
                  </a:lnTo>
                  <a:lnTo>
                    <a:pt x="2149197" y="1530954"/>
                  </a:lnTo>
                  <a:lnTo>
                    <a:pt x="2149195" y="1530962"/>
                  </a:lnTo>
                  <a:lnTo>
                    <a:pt x="2149187" y="1531013"/>
                  </a:lnTo>
                  <a:lnTo>
                    <a:pt x="2149197" y="1531022"/>
                  </a:lnTo>
                  <a:lnTo>
                    <a:pt x="2149666" y="1531467"/>
                  </a:lnTo>
                  <a:lnTo>
                    <a:pt x="2149918" y="1531706"/>
                  </a:lnTo>
                  <a:lnTo>
                    <a:pt x="2151010" y="1532744"/>
                  </a:lnTo>
                  <a:lnTo>
                    <a:pt x="2151405" y="1532909"/>
                  </a:lnTo>
                  <a:lnTo>
                    <a:pt x="2151481" y="1532941"/>
                  </a:lnTo>
                  <a:lnTo>
                    <a:pt x="2151592" y="1532988"/>
                  </a:lnTo>
                  <a:lnTo>
                    <a:pt x="2151607" y="1532994"/>
                  </a:lnTo>
                  <a:lnTo>
                    <a:pt x="2151645" y="1533010"/>
                  </a:lnTo>
                  <a:lnTo>
                    <a:pt x="2151652" y="1533013"/>
                  </a:lnTo>
                  <a:lnTo>
                    <a:pt x="2151686" y="1532959"/>
                  </a:lnTo>
                  <a:lnTo>
                    <a:pt x="2151686" y="1532936"/>
                  </a:lnTo>
                  <a:lnTo>
                    <a:pt x="2151686" y="1532927"/>
                  </a:lnTo>
                  <a:lnTo>
                    <a:pt x="2151684" y="1532882"/>
                  </a:lnTo>
                  <a:lnTo>
                    <a:pt x="2151693" y="1532880"/>
                  </a:lnTo>
                  <a:lnTo>
                    <a:pt x="2151722" y="1532876"/>
                  </a:lnTo>
                  <a:lnTo>
                    <a:pt x="2151742" y="1532920"/>
                  </a:lnTo>
                  <a:lnTo>
                    <a:pt x="2151746" y="1532928"/>
                  </a:lnTo>
                  <a:lnTo>
                    <a:pt x="2151747" y="1532941"/>
                  </a:lnTo>
                  <a:lnTo>
                    <a:pt x="2151751" y="1533030"/>
                  </a:lnTo>
                  <a:lnTo>
                    <a:pt x="2151732" y="1533082"/>
                  </a:lnTo>
                  <a:lnTo>
                    <a:pt x="2151725" y="1533101"/>
                  </a:lnTo>
                  <a:lnTo>
                    <a:pt x="2151744" y="1533124"/>
                  </a:lnTo>
                  <a:lnTo>
                    <a:pt x="2151755" y="1533140"/>
                  </a:lnTo>
                  <a:lnTo>
                    <a:pt x="2152094" y="1533344"/>
                  </a:lnTo>
                  <a:lnTo>
                    <a:pt x="2152318" y="1533508"/>
                  </a:lnTo>
                  <a:lnTo>
                    <a:pt x="2152741" y="1533817"/>
                  </a:lnTo>
                  <a:lnTo>
                    <a:pt x="2152850" y="1533897"/>
                  </a:lnTo>
                  <a:lnTo>
                    <a:pt x="2153150" y="1534117"/>
                  </a:lnTo>
                  <a:lnTo>
                    <a:pt x="2153240" y="1534181"/>
                  </a:lnTo>
                  <a:lnTo>
                    <a:pt x="2153374" y="1534278"/>
                  </a:lnTo>
                  <a:lnTo>
                    <a:pt x="2153586" y="1534431"/>
                  </a:lnTo>
                  <a:lnTo>
                    <a:pt x="2153630" y="1534418"/>
                  </a:lnTo>
                  <a:lnTo>
                    <a:pt x="2153645" y="1534404"/>
                  </a:lnTo>
                  <a:lnTo>
                    <a:pt x="2153829" y="1534308"/>
                  </a:lnTo>
                  <a:lnTo>
                    <a:pt x="2154024" y="1534174"/>
                  </a:lnTo>
                  <a:lnTo>
                    <a:pt x="2154106" y="1533988"/>
                  </a:lnTo>
                  <a:lnTo>
                    <a:pt x="2154167" y="1533491"/>
                  </a:lnTo>
                  <a:lnTo>
                    <a:pt x="2153891" y="1533337"/>
                  </a:lnTo>
                  <a:lnTo>
                    <a:pt x="2153771" y="1533184"/>
                  </a:lnTo>
                  <a:lnTo>
                    <a:pt x="2153761" y="1533134"/>
                  </a:lnTo>
                  <a:lnTo>
                    <a:pt x="2153857" y="1533098"/>
                  </a:lnTo>
                  <a:lnTo>
                    <a:pt x="2154201" y="1533139"/>
                  </a:lnTo>
                  <a:lnTo>
                    <a:pt x="2154263" y="1532998"/>
                  </a:lnTo>
                  <a:lnTo>
                    <a:pt x="2154196" y="1532961"/>
                  </a:lnTo>
                  <a:lnTo>
                    <a:pt x="2154207" y="1532769"/>
                  </a:lnTo>
                  <a:lnTo>
                    <a:pt x="2154418" y="1532444"/>
                  </a:lnTo>
                  <a:lnTo>
                    <a:pt x="2154967" y="1532255"/>
                  </a:lnTo>
                  <a:lnTo>
                    <a:pt x="2155341" y="1532417"/>
                  </a:lnTo>
                  <a:lnTo>
                    <a:pt x="2155428" y="1532500"/>
                  </a:lnTo>
                  <a:lnTo>
                    <a:pt x="2155459" y="1532619"/>
                  </a:lnTo>
                  <a:lnTo>
                    <a:pt x="2155133" y="1533118"/>
                  </a:lnTo>
                  <a:lnTo>
                    <a:pt x="2155033" y="1533229"/>
                  </a:lnTo>
                  <a:lnTo>
                    <a:pt x="2154913" y="1533307"/>
                  </a:lnTo>
                  <a:lnTo>
                    <a:pt x="2154836" y="1533329"/>
                  </a:lnTo>
                  <a:lnTo>
                    <a:pt x="2154748" y="1533328"/>
                  </a:lnTo>
                  <a:lnTo>
                    <a:pt x="2154632" y="1533555"/>
                  </a:lnTo>
                  <a:lnTo>
                    <a:pt x="2154616" y="1533779"/>
                  </a:lnTo>
                  <a:lnTo>
                    <a:pt x="2154478" y="1534894"/>
                  </a:lnTo>
                  <a:lnTo>
                    <a:pt x="2154289" y="1535127"/>
                  </a:lnTo>
                  <a:lnTo>
                    <a:pt x="2153960" y="1535058"/>
                  </a:lnTo>
                  <a:lnTo>
                    <a:pt x="2153832" y="1535145"/>
                  </a:lnTo>
                  <a:lnTo>
                    <a:pt x="2153730" y="1535270"/>
                  </a:lnTo>
                  <a:lnTo>
                    <a:pt x="2153651" y="1535500"/>
                  </a:lnTo>
                  <a:lnTo>
                    <a:pt x="2153623" y="1535716"/>
                  </a:lnTo>
                  <a:lnTo>
                    <a:pt x="2153646" y="1536074"/>
                  </a:lnTo>
                  <a:lnTo>
                    <a:pt x="2153754" y="1536574"/>
                  </a:lnTo>
                  <a:lnTo>
                    <a:pt x="2153832" y="1536766"/>
                  </a:lnTo>
                  <a:lnTo>
                    <a:pt x="2154127" y="1537159"/>
                  </a:lnTo>
                  <a:lnTo>
                    <a:pt x="2154133" y="1537164"/>
                  </a:lnTo>
                  <a:lnTo>
                    <a:pt x="2154265" y="1537277"/>
                  </a:lnTo>
                  <a:lnTo>
                    <a:pt x="2154278" y="1537286"/>
                  </a:lnTo>
                  <a:lnTo>
                    <a:pt x="2154320" y="1537313"/>
                  </a:lnTo>
                  <a:lnTo>
                    <a:pt x="2154334" y="1537323"/>
                  </a:lnTo>
                  <a:lnTo>
                    <a:pt x="2154358" y="1537345"/>
                  </a:lnTo>
                  <a:lnTo>
                    <a:pt x="2154386" y="1537356"/>
                  </a:lnTo>
                  <a:lnTo>
                    <a:pt x="2154410" y="1537361"/>
                  </a:lnTo>
                  <a:lnTo>
                    <a:pt x="2154422" y="1537356"/>
                  </a:lnTo>
                  <a:lnTo>
                    <a:pt x="2154472" y="1537340"/>
                  </a:lnTo>
                  <a:lnTo>
                    <a:pt x="2154486" y="1537329"/>
                  </a:lnTo>
                  <a:lnTo>
                    <a:pt x="2154391" y="1537200"/>
                  </a:lnTo>
                  <a:lnTo>
                    <a:pt x="2154671" y="1536877"/>
                  </a:lnTo>
                  <a:lnTo>
                    <a:pt x="2154803" y="1537017"/>
                  </a:lnTo>
                  <a:lnTo>
                    <a:pt x="2154604" y="1537227"/>
                  </a:lnTo>
                  <a:lnTo>
                    <a:pt x="2154597" y="1537243"/>
                  </a:lnTo>
                  <a:lnTo>
                    <a:pt x="2154581" y="1537286"/>
                  </a:lnTo>
                  <a:lnTo>
                    <a:pt x="2154571" y="1537318"/>
                  </a:lnTo>
                  <a:lnTo>
                    <a:pt x="2154571" y="1537350"/>
                  </a:lnTo>
                  <a:lnTo>
                    <a:pt x="2154571" y="1537361"/>
                  </a:lnTo>
                  <a:lnTo>
                    <a:pt x="2154566" y="1537393"/>
                  </a:lnTo>
                  <a:lnTo>
                    <a:pt x="2154566" y="1537404"/>
                  </a:lnTo>
                  <a:lnTo>
                    <a:pt x="2154566" y="1537415"/>
                  </a:lnTo>
                  <a:lnTo>
                    <a:pt x="2154576" y="1537431"/>
                  </a:lnTo>
                  <a:lnTo>
                    <a:pt x="2154576" y="1537442"/>
                  </a:lnTo>
                  <a:lnTo>
                    <a:pt x="2154571" y="1537447"/>
                  </a:lnTo>
                  <a:lnTo>
                    <a:pt x="2154576" y="1537469"/>
                  </a:lnTo>
                  <a:lnTo>
                    <a:pt x="2154585" y="1537479"/>
                  </a:lnTo>
                  <a:lnTo>
                    <a:pt x="2154619" y="1537528"/>
                  </a:lnTo>
                  <a:lnTo>
                    <a:pt x="2154652" y="1537576"/>
                  </a:lnTo>
                  <a:lnTo>
                    <a:pt x="2154671" y="1537603"/>
                  </a:lnTo>
                  <a:lnTo>
                    <a:pt x="2154680" y="1537608"/>
                  </a:lnTo>
                  <a:lnTo>
                    <a:pt x="2154699" y="1537619"/>
                  </a:lnTo>
                  <a:lnTo>
                    <a:pt x="2154713" y="1537635"/>
                  </a:lnTo>
                  <a:lnTo>
                    <a:pt x="2154732" y="1537673"/>
                  </a:lnTo>
                  <a:lnTo>
                    <a:pt x="2154741" y="1537687"/>
                  </a:lnTo>
                  <a:lnTo>
                    <a:pt x="2154748" y="1537693"/>
                  </a:lnTo>
                  <a:lnTo>
                    <a:pt x="2154847" y="1537762"/>
                  </a:lnTo>
                  <a:lnTo>
                    <a:pt x="2154868" y="1537776"/>
                  </a:lnTo>
                  <a:lnTo>
                    <a:pt x="2154970" y="1537796"/>
                  </a:lnTo>
                  <a:lnTo>
                    <a:pt x="2155002" y="1537781"/>
                  </a:lnTo>
                  <a:lnTo>
                    <a:pt x="2155031" y="1537687"/>
                  </a:lnTo>
                  <a:lnTo>
                    <a:pt x="2155529" y="1537351"/>
                  </a:lnTo>
                  <a:lnTo>
                    <a:pt x="2155855" y="1537414"/>
                  </a:lnTo>
                  <a:lnTo>
                    <a:pt x="2155926" y="1537474"/>
                  </a:lnTo>
                  <a:lnTo>
                    <a:pt x="2155913" y="1537517"/>
                  </a:lnTo>
                  <a:lnTo>
                    <a:pt x="2155803" y="1537647"/>
                  </a:lnTo>
                  <a:lnTo>
                    <a:pt x="2155643" y="1537658"/>
                  </a:lnTo>
                  <a:lnTo>
                    <a:pt x="2155548" y="1537689"/>
                  </a:lnTo>
                  <a:lnTo>
                    <a:pt x="2155403" y="1537777"/>
                  </a:lnTo>
                  <a:lnTo>
                    <a:pt x="2155238" y="1537904"/>
                  </a:lnTo>
                  <a:lnTo>
                    <a:pt x="2155061" y="1538123"/>
                  </a:lnTo>
                  <a:lnTo>
                    <a:pt x="2154841" y="1538217"/>
                  </a:lnTo>
                  <a:lnTo>
                    <a:pt x="2154173" y="1538323"/>
                  </a:lnTo>
                  <a:lnTo>
                    <a:pt x="2154035" y="1538320"/>
                  </a:lnTo>
                  <a:lnTo>
                    <a:pt x="2153974" y="1538195"/>
                  </a:lnTo>
                  <a:lnTo>
                    <a:pt x="2153635" y="1538160"/>
                  </a:lnTo>
                  <a:lnTo>
                    <a:pt x="2153718" y="1537674"/>
                  </a:lnTo>
                  <a:lnTo>
                    <a:pt x="2153585" y="1537405"/>
                  </a:lnTo>
                  <a:lnTo>
                    <a:pt x="2153034" y="1537263"/>
                  </a:lnTo>
                  <a:lnTo>
                    <a:pt x="2152688" y="1537259"/>
                  </a:lnTo>
                  <a:lnTo>
                    <a:pt x="2152390" y="1537291"/>
                  </a:lnTo>
                  <a:lnTo>
                    <a:pt x="2152247" y="1537336"/>
                  </a:lnTo>
                  <a:lnTo>
                    <a:pt x="2151964" y="1537506"/>
                  </a:lnTo>
                  <a:lnTo>
                    <a:pt x="2151648" y="1537597"/>
                  </a:lnTo>
                  <a:lnTo>
                    <a:pt x="2151450" y="1537583"/>
                  </a:lnTo>
                  <a:lnTo>
                    <a:pt x="2151295" y="1537349"/>
                  </a:lnTo>
                  <a:lnTo>
                    <a:pt x="2150531" y="1537483"/>
                  </a:lnTo>
                  <a:lnTo>
                    <a:pt x="2150015" y="1538295"/>
                  </a:lnTo>
                  <a:lnTo>
                    <a:pt x="2149834" y="1538700"/>
                  </a:lnTo>
                  <a:lnTo>
                    <a:pt x="2150046" y="1538639"/>
                  </a:lnTo>
                  <a:lnTo>
                    <a:pt x="2150119" y="1538656"/>
                  </a:lnTo>
                  <a:lnTo>
                    <a:pt x="2150352" y="1538988"/>
                  </a:lnTo>
                  <a:lnTo>
                    <a:pt x="2150322" y="1539095"/>
                  </a:lnTo>
                  <a:lnTo>
                    <a:pt x="2150248" y="1539160"/>
                  </a:lnTo>
                  <a:lnTo>
                    <a:pt x="2150231" y="1539288"/>
                  </a:lnTo>
                  <a:lnTo>
                    <a:pt x="2150276" y="1539804"/>
                  </a:lnTo>
                  <a:lnTo>
                    <a:pt x="2150306" y="1539892"/>
                  </a:lnTo>
                  <a:lnTo>
                    <a:pt x="2150395" y="1540014"/>
                  </a:lnTo>
                  <a:lnTo>
                    <a:pt x="2150594" y="1540128"/>
                  </a:lnTo>
                  <a:lnTo>
                    <a:pt x="2150721" y="1540184"/>
                  </a:lnTo>
                  <a:lnTo>
                    <a:pt x="2150855" y="1540396"/>
                  </a:lnTo>
                  <a:lnTo>
                    <a:pt x="2150918" y="1540532"/>
                  </a:lnTo>
                  <a:lnTo>
                    <a:pt x="2150991" y="1540630"/>
                  </a:lnTo>
                  <a:lnTo>
                    <a:pt x="2151126" y="1540750"/>
                  </a:lnTo>
                  <a:lnTo>
                    <a:pt x="2151270" y="1540769"/>
                  </a:lnTo>
                  <a:lnTo>
                    <a:pt x="2151720" y="1541007"/>
                  </a:lnTo>
                  <a:lnTo>
                    <a:pt x="2152863" y="1540820"/>
                  </a:lnTo>
                  <a:lnTo>
                    <a:pt x="2153270" y="1540739"/>
                  </a:lnTo>
                  <a:lnTo>
                    <a:pt x="2153503" y="1540814"/>
                  </a:lnTo>
                  <a:lnTo>
                    <a:pt x="2153577" y="1540864"/>
                  </a:lnTo>
                  <a:lnTo>
                    <a:pt x="2153663" y="1541007"/>
                  </a:lnTo>
                  <a:lnTo>
                    <a:pt x="2153925" y="1541419"/>
                  </a:lnTo>
                  <a:lnTo>
                    <a:pt x="2153958" y="1541526"/>
                  </a:lnTo>
                  <a:lnTo>
                    <a:pt x="2153910" y="1541674"/>
                  </a:lnTo>
                  <a:lnTo>
                    <a:pt x="2153727" y="1541822"/>
                  </a:lnTo>
                  <a:lnTo>
                    <a:pt x="2153332" y="1541786"/>
                  </a:lnTo>
                  <a:lnTo>
                    <a:pt x="2153070" y="1541694"/>
                  </a:lnTo>
                  <a:lnTo>
                    <a:pt x="2152804" y="1541765"/>
                  </a:lnTo>
                  <a:lnTo>
                    <a:pt x="2152360" y="1541854"/>
                  </a:lnTo>
                  <a:lnTo>
                    <a:pt x="2151886" y="1541844"/>
                  </a:lnTo>
                  <a:lnTo>
                    <a:pt x="2151590" y="1541932"/>
                  </a:lnTo>
                  <a:lnTo>
                    <a:pt x="2151525" y="1542034"/>
                  </a:lnTo>
                  <a:lnTo>
                    <a:pt x="2151458" y="1542084"/>
                  </a:lnTo>
                  <a:lnTo>
                    <a:pt x="2151280" y="1542139"/>
                  </a:lnTo>
                  <a:lnTo>
                    <a:pt x="2151121" y="1542127"/>
                  </a:lnTo>
                  <a:lnTo>
                    <a:pt x="2150331" y="1541938"/>
                  </a:lnTo>
                  <a:lnTo>
                    <a:pt x="2149875" y="1541741"/>
                  </a:lnTo>
                  <a:lnTo>
                    <a:pt x="2149803" y="1541567"/>
                  </a:lnTo>
                  <a:lnTo>
                    <a:pt x="2149808" y="1541560"/>
                  </a:lnTo>
                  <a:lnTo>
                    <a:pt x="2149716" y="1541222"/>
                  </a:lnTo>
                  <a:lnTo>
                    <a:pt x="2149683" y="1541162"/>
                  </a:lnTo>
                  <a:lnTo>
                    <a:pt x="2149338" y="1541010"/>
                  </a:lnTo>
                  <a:lnTo>
                    <a:pt x="2148560" y="1540975"/>
                  </a:lnTo>
                  <a:lnTo>
                    <a:pt x="2148076" y="1541110"/>
                  </a:lnTo>
                  <a:lnTo>
                    <a:pt x="2147707" y="1541248"/>
                  </a:lnTo>
                  <a:lnTo>
                    <a:pt x="2147652" y="1541407"/>
                  </a:lnTo>
                  <a:lnTo>
                    <a:pt x="2147528" y="1541617"/>
                  </a:lnTo>
                  <a:lnTo>
                    <a:pt x="2147173" y="1541854"/>
                  </a:lnTo>
                  <a:lnTo>
                    <a:pt x="2146626" y="1541704"/>
                  </a:lnTo>
                  <a:lnTo>
                    <a:pt x="2146450" y="1542129"/>
                  </a:lnTo>
                  <a:lnTo>
                    <a:pt x="2146258" y="1542322"/>
                  </a:lnTo>
                  <a:lnTo>
                    <a:pt x="2146244" y="1542344"/>
                  </a:lnTo>
                  <a:lnTo>
                    <a:pt x="2145902" y="1542109"/>
                  </a:lnTo>
                  <a:lnTo>
                    <a:pt x="2145601" y="1542098"/>
                  </a:lnTo>
                  <a:lnTo>
                    <a:pt x="2145253" y="1542169"/>
                  </a:lnTo>
                  <a:lnTo>
                    <a:pt x="2144880" y="1542362"/>
                  </a:lnTo>
                  <a:lnTo>
                    <a:pt x="2144670" y="1542570"/>
                  </a:lnTo>
                  <a:lnTo>
                    <a:pt x="2144451" y="1542830"/>
                  </a:lnTo>
                  <a:lnTo>
                    <a:pt x="2144124" y="1543028"/>
                  </a:lnTo>
                  <a:lnTo>
                    <a:pt x="2143985" y="1543026"/>
                  </a:lnTo>
                  <a:lnTo>
                    <a:pt x="2143806" y="1543008"/>
                  </a:lnTo>
                  <a:lnTo>
                    <a:pt x="2143116" y="1542943"/>
                  </a:lnTo>
                  <a:lnTo>
                    <a:pt x="2142717" y="1543021"/>
                  </a:lnTo>
                  <a:lnTo>
                    <a:pt x="2142616" y="1543094"/>
                  </a:lnTo>
                  <a:lnTo>
                    <a:pt x="2142561" y="1543201"/>
                  </a:lnTo>
                  <a:lnTo>
                    <a:pt x="2142448" y="1543342"/>
                  </a:lnTo>
                  <a:lnTo>
                    <a:pt x="2142382" y="1543428"/>
                  </a:lnTo>
                  <a:lnTo>
                    <a:pt x="2142284" y="1543422"/>
                  </a:lnTo>
                  <a:lnTo>
                    <a:pt x="2142069" y="1543359"/>
                  </a:lnTo>
                  <a:lnTo>
                    <a:pt x="2141821" y="1543339"/>
                  </a:lnTo>
                  <a:lnTo>
                    <a:pt x="2141186" y="1543527"/>
                  </a:lnTo>
                  <a:lnTo>
                    <a:pt x="2140937" y="1543341"/>
                  </a:lnTo>
                  <a:lnTo>
                    <a:pt x="2140511" y="1543410"/>
                  </a:lnTo>
                  <a:lnTo>
                    <a:pt x="2140440" y="1543377"/>
                  </a:lnTo>
                  <a:lnTo>
                    <a:pt x="2140268" y="1543226"/>
                  </a:lnTo>
                  <a:lnTo>
                    <a:pt x="2140245" y="1543164"/>
                  </a:lnTo>
                  <a:lnTo>
                    <a:pt x="2140452" y="1542850"/>
                  </a:lnTo>
                  <a:lnTo>
                    <a:pt x="2140559" y="1542443"/>
                  </a:lnTo>
                  <a:lnTo>
                    <a:pt x="2140551" y="1542308"/>
                  </a:lnTo>
                  <a:lnTo>
                    <a:pt x="2140382" y="1542054"/>
                  </a:lnTo>
                  <a:lnTo>
                    <a:pt x="2140366" y="1541863"/>
                  </a:lnTo>
                  <a:lnTo>
                    <a:pt x="2140356" y="1541695"/>
                  </a:lnTo>
                  <a:lnTo>
                    <a:pt x="2140348" y="1541501"/>
                  </a:lnTo>
                  <a:lnTo>
                    <a:pt x="2140296" y="1541431"/>
                  </a:lnTo>
                  <a:lnTo>
                    <a:pt x="2140120" y="1541198"/>
                  </a:lnTo>
                  <a:lnTo>
                    <a:pt x="2139967" y="1540996"/>
                  </a:lnTo>
                  <a:lnTo>
                    <a:pt x="2139884" y="1540938"/>
                  </a:lnTo>
                  <a:lnTo>
                    <a:pt x="2139795" y="1540964"/>
                  </a:lnTo>
                  <a:lnTo>
                    <a:pt x="2139753" y="1541009"/>
                  </a:lnTo>
                  <a:lnTo>
                    <a:pt x="2139726" y="1540992"/>
                  </a:lnTo>
                  <a:lnTo>
                    <a:pt x="2139594" y="1540720"/>
                  </a:lnTo>
                  <a:lnTo>
                    <a:pt x="2139563" y="1540470"/>
                  </a:lnTo>
                  <a:lnTo>
                    <a:pt x="2139580" y="1540335"/>
                  </a:lnTo>
                  <a:lnTo>
                    <a:pt x="2139768" y="1539808"/>
                  </a:lnTo>
                  <a:lnTo>
                    <a:pt x="2139806" y="1539780"/>
                  </a:lnTo>
                  <a:lnTo>
                    <a:pt x="2139817" y="1539774"/>
                  </a:lnTo>
                  <a:lnTo>
                    <a:pt x="2139827" y="1539774"/>
                  </a:lnTo>
                  <a:lnTo>
                    <a:pt x="2139834" y="1539773"/>
                  </a:lnTo>
                  <a:lnTo>
                    <a:pt x="2139848" y="1539768"/>
                  </a:lnTo>
                  <a:lnTo>
                    <a:pt x="2139873" y="1539767"/>
                  </a:lnTo>
                  <a:lnTo>
                    <a:pt x="2140004" y="1539780"/>
                  </a:lnTo>
                  <a:lnTo>
                    <a:pt x="2140011" y="1539781"/>
                  </a:lnTo>
                  <a:lnTo>
                    <a:pt x="2140030" y="1539760"/>
                  </a:lnTo>
                  <a:lnTo>
                    <a:pt x="2140029" y="1539744"/>
                  </a:lnTo>
                  <a:lnTo>
                    <a:pt x="2140028" y="1539730"/>
                  </a:lnTo>
                  <a:lnTo>
                    <a:pt x="2140045" y="1539658"/>
                  </a:lnTo>
                  <a:lnTo>
                    <a:pt x="2140050" y="1539638"/>
                  </a:lnTo>
                  <a:lnTo>
                    <a:pt x="2140052" y="1539628"/>
                  </a:lnTo>
                  <a:lnTo>
                    <a:pt x="2140041" y="1539605"/>
                  </a:lnTo>
                  <a:lnTo>
                    <a:pt x="2140044" y="1539578"/>
                  </a:lnTo>
                  <a:lnTo>
                    <a:pt x="2140057" y="1539551"/>
                  </a:lnTo>
                  <a:lnTo>
                    <a:pt x="2140112" y="1539461"/>
                  </a:lnTo>
                  <a:lnTo>
                    <a:pt x="2140116" y="1539455"/>
                  </a:lnTo>
                  <a:lnTo>
                    <a:pt x="2140123" y="1539446"/>
                  </a:lnTo>
                  <a:lnTo>
                    <a:pt x="2140182" y="1539384"/>
                  </a:lnTo>
                  <a:lnTo>
                    <a:pt x="2140205" y="1539362"/>
                  </a:lnTo>
                  <a:lnTo>
                    <a:pt x="2140249" y="1539330"/>
                  </a:lnTo>
                  <a:lnTo>
                    <a:pt x="2140261" y="1539322"/>
                  </a:lnTo>
                  <a:lnTo>
                    <a:pt x="2140265" y="1539314"/>
                  </a:lnTo>
                  <a:lnTo>
                    <a:pt x="2140275" y="1539283"/>
                  </a:lnTo>
                  <a:lnTo>
                    <a:pt x="2140309" y="1539192"/>
                  </a:lnTo>
                  <a:lnTo>
                    <a:pt x="2140350" y="1539101"/>
                  </a:lnTo>
                  <a:lnTo>
                    <a:pt x="2140353" y="1539093"/>
                  </a:lnTo>
                  <a:lnTo>
                    <a:pt x="2140363" y="1539085"/>
                  </a:lnTo>
                  <a:lnTo>
                    <a:pt x="2140368" y="1539079"/>
                  </a:lnTo>
                  <a:lnTo>
                    <a:pt x="2140377" y="1539051"/>
                  </a:lnTo>
                  <a:lnTo>
                    <a:pt x="2140320" y="1538950"/>
                  </a:lnTo>
                  <a:lnTo>
                    <a:pt x="2140302" y="1538919"/>
                  </a:lnTo>
                  <a:lnTo>
                    <a:pt x="2140305" y="1538893"/>
                  </a:lnTo>
                  <a:lnTo>
                    <a:pt x="2140309" y="1538883"/>
                  </a:lnTo>
                  <a:lnTo>
                    <a:pt x="2140367" y="1538730"/>
                  </a:lnTo>
                  <a:lnTo>
                    <a:pt x="2140370" y="1538724"/>
                  </a:lnTo>
                  <a:lnTo>
                    <a:pt x="2140368" y="1538708"/>
                  </a:lnTo>
                  <a:lnTo>
                    <a:pt x="2140366" y="1538697"/>
                  </a:lnTo>
                  <a:lnTo>
                    <a:pt x="2140209" y="1538578"/>
                  </a:lnTo>
                  <a:lnTo>
                    <a:pt x="2140177" y="1538537"/>
                  </a:lnTo>
                  <a:lnTo>
                    <a:pt x="2140173" y="1538528"/>
                  </a:lnTo>
                  <a:lnTo>
                    <a:pt x="2140170" y="1538518"/>
                  </a:lnTo>
                  <a:lnTo>
                    <a:pt x="2140171" y="1538490"/>
                  </a:lnTo>
                  <a:lnTo>
                    <a:pt x="2140174" y="1538441"/>
                  </a:lnTo>
                  <a:lnTo>
                    <a:pt x="2140182" y="1538423"/>
                  </a:lnTo>
                  <a:lnTo>
                    <a:pt x="2140183" y="1538415"/>
                  </a:lnTo>
                  <a:lnTo>
                    <a:pt x="2140171" y="1538239"/>
                  </a:lnTo>
                  <a:lnTo>
                    <a:pt x="2140166" y="1538207"/>
                  </a:lnTo>
                  <a:lnTo>
                    <a:pt x="2140165" y="1538200"/>
                  </a:lnTo>
                  <a:lnTo>
                    <a:pt x="2140088" y="1538097"/>
                  </a:lnTo>
                  <a:lnTo>
                    <a:pt x="2140056" y="1538053"/>
                  </a:lnTo>
                  <a:lnTo>
                    <a:pt x="2140044" y="1538036"/>
                  </a:lnTo>
                  <a:lnTo>
                    <a:pt x="2140032" y="1538018"/>
                  </a:lnTo>
                  <a:lnTo>
                    <a:pt x="2140010" y="1537941"/>
                  </a:lnTo>
                  <a:lnTo>
                    <a:pt x="2140010" y="1537931"/>
                  </a:lnTo>
                  <a:lnTo>
                    <a:pt x="2140011" y="1537921"/>
                  </a:lnTo>
                  <a:lnTo>
                    <a:pt x="2140015" y="1537913"/>
                  </a:lnTo>
                  <a:lnTo>
                    <a:pt x="2140032" y="1537899"/>
                  </a:lnTo>
                  <a:lnTo>
                    <a:pt x="2140035" y="1537888"/>
                  </a:lnTo>
                  <a:lnTo>
                    <a:pt x="2140031" y="1537876"/>
                  </a:lnTo>
                  <a:lnTo>
                    <a:pt x="2139991" y="1537793"/>
                  </a:lnTo>
                  <a:lnTo>
                    <a:pt x="2139983" y="1537790"/>
                  </a:lnTo>
                  <a:lnTo>
                    <a:pt x="2139964" y="1537800"/>
                  </a:lnTo>
                  <a:lnTo>
                    <a:pt x="2139956" y="1537795"/>
                  </a:lnTo>
                  <a:lnTo>
                    <a:pt x="2139951" y="1537785"/>
                  </a:lnTo>
                  <a:lnTo>
                    <a:pt x="2139912" y="1537708"/>
                  </a:lnTo>
                  <a:lnTo>
                    <a:pt x="2139909" y="1537702"/>
                  </a:lnTo>
                  <a:lnTo>
                    <a:pt x="2139883" y="1537698"/>
                  </a:lnTo>
                  <a:lnTo>
                    <a:pt x="2139877" y="1537695"/>
                  </a:lnTo>
                  <a:lnTo>
                    <a:pt x="2139872" y="1537687"/>
                  </a:lnTo>
                  <a:lnTo>
                    <a:pt x="2139859" y="1537662"/>
                  </a:lnTo>
                  <a:lnTo>
                    <a:pt x="2139854" y="1537660"/>
                  </a:lnTo>
                  <a:lnTo>
                    <a:pt x="2139737" y="1537665"/>
                  </a:lnTo>
                  <a:lnTo>
                    <a:pt x="2139687" y="1537669"/>
                  </a:lnTo>
                  <a:lnTo>
                    <a:pt x="2139663" y="1537672"/>
                  </a:lnTo>
                  <a:lnTo>
                    <a:pt x="2139438" y="1537698"/>
                  </a:lnTo>
                  <a:lnTo>
                    <a:pt x="2139407" y="1537702"/>
                  </a:lnTo>
                  <a:lnTo>
                    <a:pt x="2139385" y="1537698"/>
                  </a:lnTo>
                  <a:lnTo>
                    <a:pt x="2139377" y="1537695"/>
                  </a:lnTo>
                  <a:lnTo>
                    <a:pt x="2139357" y="1537689"/>
                  </a:lnTo>
                  <a:lnTo>
                    <a:pt x="2139196" y="1537583"/>
                  </a:lnTo>
                  <a:lnTo>
                    <a:pt x="2139189" y="1537591"/>
                  </a:lnTo>
                  <a:lnTo>
                    <a:pt x="2139176" y="1537593"/>
                  </a:lnTo>
                  <a:lnTo>
                    <a:pt x="2139167" y="1537590"/>
                  </a:lnTo>
                  <a:lnTo>
                    <a:pt x="2139146" y="1537573"/>
                  </a:lnTo>
                  <a:lnTo>
                    <a:pt x="2139072" y="1537636"/>
                  </a:lnTo>
                  <a:lnTo>
                    <a:pt x="2139048" y="1537657"/>
                  </a:lnTo>
                  <a:lnTo>
                    <a:pt x="2139005" y="1537693"/>
                  </a:lnTo>
                  <a:lnTo>
                    <a:pt x="2138985" y="1537710"/>
                  </a:lnTo>
                  <a:lnTo>
                    <a:pt x="2139115" y="1537880"/>
                  </a:lnTo>
                  <a:lnTo>
                    <a:pt x="2139184" y="1537980"/>
                  </a:lnTo>
                  <a:lnTo>
                    <a:pt x="2139193" y="1538002"/>
                  </a:lnTo>
                  <a:lnTo>
                    <a:pt x="2139213" y="1538016"/>
                  </a:lnTo>
                  <a:lnTo>
                    <a:pt x="2139225" y="1538049"/>
                  </a:lnTo>
                  <a:lnTo>
                    <a:pt x="2139250" y="1538105"/>
                  </a:lnTo>
                  <a:lnTo>
                    <a:pt x="2139264" y="1538120"/>
                  </a:lnTo>
                  <a:lnTo>
                    <a:pt x="2139289" y="1538121"/>
                  </a:lnTo>
                  <a:lnTo>
                    <a:pt x="2139292" y="1538134"/>
                  </a:lnTo>
                  <a:lnTo>
                    <a:pt x="2139297" y="1538142"/>
                  </a:lnTo>
                  <a:lnTo>
                    <a:pt x="2139299" y="1538154"/>
                  </a:lnTo>
                  <a:lnTo>
                    <a:pt x="2139302" y="1538191"/>
                  </a:lnTo>
                  <a:lnTo>
                    <a:pt x="2139298" y="1538218"/>
                  </a:lnTo>
                  <a:lnTo>
                    <a:pt x="2139303" y="1538227"/>
                  </a:lnTo>
                  <a:lnTo>
                    <a:pt x="2139316" y="1538244"/>
                  </a:lnTo>
                  <a:lnTo>
                    <a:pt x="2139315" y="1538255"/>
                  </a:lnTo>
                  <a:lnTo>
                    <a:pt x="2139315" y="1538261"/>
                  </a:lnTo>
                  <a:lnTo>
                    <a:pt x="2139303" y="1538270"/>
                  </a:lnTo>
                  <a:lnTo>
                    <a:pt x="2139269" y="1538269"/>
                  </a:lnTo>
                  <a:lnTo>
                    <a:pt x="2139260" y="1538298"/>
                  </a:lnTo>
                  <a:lnTo>
                    <a:pt x="2139259" y="1538319"/>
                  </a:lnTo>
                  <a:lnTo>
                    <a:pt x="2139251" y="1538322"/>
                  </a:lnTo>
                  <a:lnTo>
                    <a:pt x="2139221" y="1538324"/>
                  </a:lnTo>
                  <a:lnTo>
                    <a:pt x="2139222" y="1538335"/>
                  </a:lnTo>
                  <a:lnTo>
                    <a:pt x="2139228" y="1538365"/>
                  </a:lnTo>
                  <a:lnTo>
                    <a:pt x="2139227" y="1538464"/>
                  </a:lnTo>
                  <a:lnTo>
                    <a:pt x="2139217" y="1538522"/>
                  </a:lnTo>
                  <a:lnTo>
                    <a:pt x="2139209" y="1538569"/>
                  </a:lnTo>
                  <a:lnTo>
                    <a:pt x="2139204" y="1538598"/>
                  </a:lnTo>
                  <a:lnTo>
                    <a:pt x="2139194" y="1538636"/>
                  </a:lnTo>
                  <a:lnTo>
                    <a:pt x="2139183" y="1538681"/>
                  </a:lnTo>
                  <a:lnTo>
                    <a:pt x="2139163" y="1538761"/>
                  </a:lnTo>
                  <a:lnTo>
                    <a:pt x="2139160" y="1538774"/>
                  </a:lnTo>
                  <a:lnTo>
                    <a:pt x="2139150" y="1538804"/>
                  </a:lnTo>
                  <a:lnTo>
                    <a:pt x="2139117" y="1538910"/>
                  </a:lnTo>
                  <a:lnTo>
                    <a:pt x="2139138" y="1538932"/>
                  </a:lnTo>
                  <a:lnTo>
                    <a:pt x="2139144" y="1538938"/>
                  </a:lnTo>
                  <a:lnTo>
                    <a:pt x="2139153" y="1538948"/>
                  </a:lnTo>
                  <a:lnTo>
                    <a:pt x="2139158" y="1538954"/>
                  </a:lnTo>
                  <a:lnTo>
                    <a:pt x="2139170" y="1538968"/>
                  </a:lnTo>
                  <a:lnTo>
                    <a:pt x="2139181" y="1538981"/>
                  </a:lnTo>
                  <a:lnTo>
                    <a:pt x="2139189" y="1538991"/>
                  </a:lnTo>
                  <a:lnTo>
                    <a:pt x="2139210" y="1539019"/>
                  </a:lnTo>
                  <a:lnTo>
                    <a:pt x="2139246" y="1539070"/>
                  </a:lnTo>
                  <a:lnTo>
                    <a:pt x="2139253" y="1539078"/>
                  </a:lnTo>
                  <a:lnTo>
                    <a:pt x="2139274" y="1539105"/>
                  </a:lnTo>
                  <a:lnTo>
                    <a:pt x="2139290" y="1539122"/>
                  </a:lnTo>
                  <a:lnTo>
                    <a:pt x="2139315" y="1539143"/>
                  </a:lnTo>
                  <a:lnTo>
                    <a:pt x="2139326" y="1539155"/>
                  </a:lnTo>
                  <a:lnTo>
                    <a:pt x="2139341" y="1539171"/>
                  </a:lnTo>
                  <a:lnTo>
                    <a:pt x="2139345" y="1539208"/>
                  </a:lnTo>
                  <a:lnTo>
                    <a:pt x="2139346" y="1539217"/>
                  </a:lnTo>
                  <a:lnTo>
                    <a:pt x="2139360" y="1539264"/>
                  </a:lnTo>
                  <a:lnTo>
                    <a:pt x="2139400" y="1539362"/>
                  </a:lnTo>
                  <a:lnTo>
                    <a:pt x="2139402" y="1539368"/>
                  </a:lnTo>
                  <a:lnTo>
                    <a:pt x="2139405" y="1539374"/>
                  </a:lnTo>
                  <a:lnTo>
                    <a:pt x="2139426" y="1539404"/>
                  </a:lnTo>
                  <a:lnTo>
                    <a:pt x="2139431" y="1539418"/>
                  </a:lnTo>
                  <a:lnTo>
                    <a:pt x="2139430" y="1539431"/>
                  </a:lnTo>
                  <a:lnTo>
                    <a:pt x="2139427" y="1539443"/>
                  </a:lnTo>
                  <a:lnTo>
                    <a:pt x="2139094" y="1539505"/>
                  </a:lnTo>
                  <a:lnTo>
                    <a:pt x="2138684" y="1539631"/>
                  </a:lnTo>
                  <a:lnTo>
                    <a:pt x="2138676" y="1539633"/>
                  </a:lnTo>
                  <a:lnTo>
                    <a:pt x="2138373" y="1539906"/>
                  </a:lnTo>
                  <a:lnTo>
                    <a:pt x="2138232" y="1540068"/>
                  </a:lnTo>
                  <a:lnTo>
                    <a:pt x="2138174" y="1540389"/>
                  </a:lnTo>
                  <a:lnTo>
                    <a:pt x="2138173" y="1540469"/>
                  </a:lnTo>
                  <a:lnTo>
                    <a:pt x="2138340" y="1540592"/>
                  </a:lnTo>
                  <a:lnTo>
                    <a:pt x="2138488" y="1540652"/>
                  </a:lnTo>
                  <a:lnTo>
                    <a:pt x="2138827" y="1540623"/>
                  </a:lnTo>
                  <a:lnTo>
                    <a:pt x="2139154" y="1540828"/>
                  </a:lnTo>
                  <a:lnTo>
                    <a:pt x="2139598" y="1541476"/>
                  </a:lnTo>
                  <a:lnTo>
                    <a:pt x="2139550" y="1541915"/>
                  </a:lnTo>
                  <a:lnTo>
                    <a:pt x="2139601" y="1542505"/>
                  </a:lnTo>
                  <a:lnTo>
                    <a:pt x="2139575" y="1542668"/>
                  </a:lnTo>
                  <a:lnTo>
                    <a:pt x="2139392" y="1542942"/>
                  </a:lnTo>
                  <a:lnTo>
                    <a:pt x="2139247" y="1543038"/>
                  </a:lnTo>
                  <a:lnTo>
                    <a:pt x="2138827" y="1543073"/>
                  </a:lnTo>
                  <a:lnTo>
                    <a:pt x="2138174" y="1543301"/>
                  </a:lnTo>
                  <a:lnTo>
                    <a:pt x="2137971" y="1543287"/>
                  </a:lnTo>
                  <a:lnTo>
                    <a:pt x="2137940" y="1543174"/>
                  </a:lnTo>
                  <a:lnTo>
                    <a:pt x="2137668" y="1543236"/>
                  </a:lnTo>
                  <a:lnTo>
                    <a:pt x="2137524" y="1543269"/>
                  </a:lnTo>
                  <a:lnTo>
                    <a:pt x="2137690" y="1543685"/>
                  </a:lnTo>
                  <a:lnTo>
                    <a:pt x="2137691" y="1543752"/>
                  </a:lnTo>
                  <a:lnTo>
                    <a:pt x="2137638" y="1543834"/>
                  </a:lnTo>
                  <a:lnTo>
                    <a:pt x="2137609" y="1543981"/>
                  </a:lnTo>
                  <a:lnTo>
                    <a:pt x="2137476" y="1544415"/>
                  </a:lnTo>
                  <a:lnTo>
                    <a:pt x="2137659" y="1545239"/>
                  </a:lnTo>
                  <a:lnTo>
                    <a:pt x="2137924" y="1545806"/>
                  </a:lnTo>
                  <a:lnTo>
                    <a:pt x="2138252" y="1545778"/>
                  </a:lnTo>
                  <a:lnTo>
                    <a:pt x="2138352" y="1545904"/>
                  </a:lnTo>
                  <a:lnTo>
                    <a:pt x="2138482" y="1546209"/>
                  </a:lnTo>
                  <a:lnTo>
                    <a:pt x="2138492" y="1546285"/>
                  </a:lnTo>
                  <a:lnTo>
                    <a:pt x="2138456" y="1546313"/>
                  </a:lnTo>
                  <a:lnTo>
                    <a:pt x="2138157" y="1546372"/>
                  </a:lnTo>
                  <a:lnTo>
                    <a:pt x="2138081" y="1546428"/>
                  </a:lnTo>
                  <a:lnTo>
                    <a:pt x="2138062" y="1546625"/>
                  </a:lnTo>
                  <a:lnTo>
                    <a:pt x="2138079" y="1546637"/>
                  </a:lnTo>
                  <a:lnTo>
                    <a:pt x="2138101" y="1546653"/>
                  </a:lnTo>
                  <a:lnTo>
                    <a:pt x="2138354" y="1546743"/>
                  </a:lnTo>
                  <a:lnTo>
                    <a:pt x="2139597" y="1546254"/>
                  </a:lnTo>
                  <a:lnTo>
                    <a:pt x="2139965" y="1546295"/>
                  </a:lnTo>
                  <a:lnTo>
                    <a:pt x="2140276" y="1546410"/>
                  </a:lnTo>
                  <a:lnTo>
                    <a:pt x="2140541" y="1546420"/>
                  </a:lnTo>
                  <a:lnTo>
                    <a:pt x="2140838" y="1546307"/>
                  </a:lnTo>
                  <a:lnTo>
                    <a:pt x="2140952" y="1546175"/>
                  </a:lnTo>
                  <a:lnTo>
                    <a:pt x="2140988" y="1546018"/>
                  </a:lnTo>
                  <a:lnTo>
                    <a:pt x="2140882" y="1545652"/>
                  </a:lnTo>
                  <a:lnTo>
                    <a:pt x="2141217" y="1545179"/>
                  </a:lnTo>
                  <a:lnTo>
                    <a:pt x="2141743" y="1545230"/>
                  </a:lnTo>
                  <a:lnTo>
                    <a:pt x="2141727" y="1545640"/>
                  </a:lnTo>
                  <a:lnTo>
                    <a:pt x="2141523" y="1545821"/>
                  </a:lnTo>
                  <a:lnTo>
                    <a:pt x="2141308" y="1545842"/>
                  </a:lnTo>
                  <a:lnTo>
                    <a:pt x="2141312" y="1545783"/>
                  </a:lnTo>
                  <a:lnTo>
                    <a:pt x="2141257" y="1545804"/>
                  </a:lnTo>
                  <a:lnTo>
                    <a:pt x="2141195" y="1545941"/>
                  </a:lnTo>
                  <a:lnTo>
                    <a:pt x="2141165" y="1546143"/>
                  </a:lnTo>
                  <a:lnTo>
                    <a:pt x="2141184" y="1546268"/>
                  </a:lnTo>
                  <a:lnTo>
                    <a:pt x="2141353" y="1546779"/>
                  </a:lnTo>
                  <a:lnTo>
                    <a:pt x="2141681" y="1547329"/>
                  </a:lnTo>
                  <a:lnTo>
                    <a:pt x="2141827" y="1547495"/>
                  </a:lnTo>
                  <a:lnTo>
                    <a:pt x="2141928" y="1547583"/>
                  </a:lnTo>
                  <a:lnTo>
                    <a:pt x="2142166" y="1547695"/>
                  </a:lnTo>
                  <a:lnTo>
                    <a:pt x="2142291" y="1547738"/>
                  </a:lnTo>
                  <a:lnTo>
                    <a:pt x="2142357" y="1547734"/>
                  </a:lnTo>
                  <a:lnTo>
                    <a:pt x="2142469" y="1547676"/>
                  </a:lnTo>
                  <a:lnTo>
                    <a:pt x="2142558" y="1547590"/>
                  </a:lnTo>
                  <a:lnTo>
                    <a:pt x="2142565" y="1547553"/>
                  </a:lnTo>
                  <a:lnTo>
                    <a:pt x="2142521" y="1547431"/>
                  </a:lnTo>
                  <a:lnTo>
                    <a:pt x="2142613" y="1547318"/>
                  </a:lnTo>
                  <a:lnTo>
                    <a:pt x="2142659" y="1547282"/>
                  </a:lnTo>
                  <a:lnTo>
                    <a:pt x="2142849" y="1547196"/>
                  </a:lnTo>
                  <a:lnTo>
                    <a:pt x="2143045" y="1547348"/>
                  </a:lnTo>
                  <a:lnTo>
                    <a:pt x="2143292" y="1547581"/>
                  </a:lnTo>
                  <a:lnTo>
                    <a:pt x="2143551" y="1547644"/>
                  </a:lnTo>
                  <a:lnTo>
                    <a:pt x="2143626" y="1547641"/>
                  </a:lnTo>
                  <a:lnTo>
                    <a:pt x="2143698" y="1547607"/>
                  </a:lnTo>
                  <a:lnTo>
                    <a:pt x="2143718" y="1547540"/>
                  </a:lnTo>
                  <a:lnTo>
                    <a:pt x="2143710" y="1547495"/>
                  </a:lnTo>
                  <a:lnTo>
                    <a:pt x="2143676" y="1547467"/>
                  </a:lnTo>
                  <a:lnTo>
                    <a:pt x="2143655" y="1547391"/>
                  </a:lnTo>
                  <a:lnTo>
                    <a:pt x="2143778" y="1547223"/>
                  </a:lnTo>
                  <a:lnTo>
                    <a:pt x="2144110" y="1547428"/>
                  </a:lnTo>
                  <a:lnTo>
                    <a:pt x="2144236" y="1547648"/>
                  </a:lnTo>
                  <a:lnTo>
                    <a:pt x="2144043" y="1547788"/>
                  </a:lnTo>
                  <a:lnTo>
                    <a:pt x="2143986" y="1547853"/>
                  </a:lnTo>
                  <a:lnTo>
                    <a:pt x="2143955" y="1548006"/>
                  </a:lnTo>
                  <a:lnTo>
                    <a:pt x="2144031" y="1548280"/>
                  </a:lnTo>
                  <a:lnTo>
                    <a:pt x="2143991" y="1548639"/>
                  </a:lnTo>
                  <a:lnTo>
                    <a:pt x="2143927" y="1548878"/>
                  </a:lnTo>
                  <a:lnTo>
                    <a:pt x="2143701" y="1549024"/>
                  </a:lnTo>
                  <a:lnTo>
                    <a:pt x="2143484" y="1549030"/>
                  </a:lnTo>
                  <a:lnTo>
                    <a:pt x="2143331" y="1549145"/>
                  </a:lnTo>
                  <a:lnTo>
                    <a:pt x="2143174" y="1549411"/>
                  </a:lnTo>
                  <a:lnTo>
                    <a:pt x="2143115" y="1549542"/>
                  </a:lnTo>
                  <a:lnTo>
                    <a:pt x="2143114" y="1549550"/>
                  </a:lnTo>
                  <a:lnTo>
                    <a:pt x="2143188" y="1549687"/>
                  </a:lnTo>
                  <a:lnTo>
                    <a:pt x="2143164" y="1549881"/>
                  </a:lnTo>
                  <a:lnTo>
                    <a:pt x="2142941" y="1550199"/>
                  </a:lnTo>
                  <a:lnTo>
                    <a:pt x="2142889" y="1550253"/>
                  </a:lnTo>
                  <a:lnTo>
                    <a:pt x="2142736" y="1550359"/>
                  </a:lnTo>
                  <a:lnTo>
                    <a:pt x="2142497" y="1550089"/>
                  </a:lnTo>
                  <a:lnTo>
                    <a:pt x="2142576" y="1549957"/>
                  </a:lnTo>
                  <a:lnTo>
                    <a:pt x="2142550" y="1549931"/>
                  </a:lnTo>
                  <a:lnTo>
                    <a:pt x="2142372" y="1549947"/>
                  </a:lnTo>
                  <a:lnTo>
                    <a:pt x="2142281" y="1549966"/>
                  </a:lnTo>
                  <a:lnTo>
                    <a:pt x="2142245" y="1549991"/>
                  </a:lnTo>
                  <a:lnTo>
                    <a:pt x="2142043" y="1550258"/>
                  </a:lnTo>
                  <a:lnTo>
                    <a:pt x="2141984" y="1550382"/>
                  </a:lnTo>
                  <a:lnTo>
                    <a:pt x="2141857" y="1551084"/>
                  </a:lnTo>
                  <a:lnTo>
                    <a:pt x="2141857" y="1551285"/>
                  </a:lnTo>
                  <a:lnTo>
                    <a:pt x="2141914" y="1551423"/>
                  </a:lnTo>
                  <a:lnTo>
                    <a:pt x="2141976" y="1551480"/>
                  </a:lnTo>
                  <a:lnTo>
                    <a:pt x="2141775" y="1551708"/>
                  </a:lnTo>
                  <a:lnTo>
                    <a:pt x="2141433" y="1551748"/>
                  </a:lnTo>
                  <a:lnTo>
                    <a:pt x="2141246" y="1551846"/>
                  </a:lnTo>
                  <a:lnTo>
                    <a:pt x="2141098" y="1552151"/>
                  </a:lnTo>
                  <a:lnTo>
                    <a:pt x="2141112" y="1552536"/>
                  </a:lnTo>
                  <a:lnTo>
                    <a:pt x="2140374" y="1553140"/>
                  </a:lnTo>
                  <a:lnTo>
                    <a:pt x="2140218" y="1553199"/>
                  </a:lnTo>
                  <a:lnTo>
                    <a:pt x="2139538" y="1553257"/>
                  </a:lnTo>
                  <a:lnTo>
                    <a:pt x="2139291" y="1552777"/>
                  </a:lnTo>
                  <a:lnTo>
                    <a:pt x="2139306" y="1552654"/>
                  </a:lnTo>
                  <a:lnTo>
                    <a:pt x="2139174" y="1552187"/>
                  </a:lnTo>
                  <a:lnTo>
                    <a:pt x="2138871" y="1552084"/>
                  </a:lnTo>
                  <a:lnTo>
                    <a:pt x="2138465" y="1552147"/>
                  </a:lnTo>
                  <a:lnTo>
                    <a:pt x="2138330" y="1552228"/>
                  </a:lnTo>
                  <a:lnTo>
                    <a:pt x="2138165" y="1552395"/>
                  </a:lnTo>
                  <a:lnTo>
                    <a:pt x="2137979" y="1552717"/>
                  </a:lnTo>
                  <a:lnTo>
                    <a:pt x="2137749" y="1553868"/>
                  </a:lnTo>
                  <a:lnTo>
                    <a:pt x="2137753" y="1554223"/>
                  </a:lnTo>
                  <a:lnTo>
                    <a:pt x="2137780" y="1554445"/>
                  </a:lnTo>
                  <a:lnTo>
                    <a:pt x="2137880" y="1554900"/>
                  </a:lnTo>
                  <a:lnTo>
                    <a:pt x="2138134" y="1555374"/>
                  </a:lnTo>
                  <a:lnTo>
                    <a:pt x="2138413" y="1555793"/>
                  </a:lnTo>
                  <a:lnTo>
                    <a:pt x="2138404" y="1555906"/>
                  </a:lnTo>
                  <a:lnTo>
                    <a:pt x="2138509" y="1555920"/>
                  </a:lnTo>
                  <a:lnTo>
                    <a:pt x="2138635" y="1555874"/>
                  </a:lnTo>
                  <a:lnTo>
                    <a:pt x="2138847" y="1555621"/>
                  </a:lnTo>
                  <a:lnTo>
                    <a:pt x="2138973" y="1555406"/>
                  </a:lnTo>
                  <a:lnTo>
                    <a:pt x="2139249" y="1555229"/>
                  </a:lnTo>
                  <a:lnTo>
                    <a:pt x="2139306" y="1555209"/>
                  </a:lnTo>
                  <a:lnTo>
                    <a:pt x="2139577" y="1555285"/>
                  </a:lnTo>
                  <a:lnTo>
                    <a:pt x="2139503" y="1555485"/>
                  </a:lnTo>
                  <a:lnTo>
                    <a:pt x="2139447" y="1555829"/>
                  </a:lnTo>
                  <a:lnTo>
                    <a:pt x="2139599" y="1556403"/>
                  </a:lnTo>
                  <a:lnTo>
                    <a:pt x="2139569" y="1556472"/>
                  </a:lnTo>
                  <a:lnTo>
                    <a:pt x="2139379" y="1556558"/>
                  </a:lnTo>
                  <a:lnTo>
                    <a:pt x="2139320" y="1556791"/>
                  </a:lnTo>
                  <a:lnTo>
                    <a:pt x="2139076" y="1556877"/>
                  </a:lnTo>
                  <a:lnTo>
                    <a:pt x="2138988" y="1557089"/>
                  </a:lnTo>
                  <a:lnTo>
                    <a:pt x="2139117" y="1557481"/>
                  </a:lnTo>
                  <a:lnTo>
                    <a:pt x="2139037" y="1557662"/>
                  </a:lnTo>
                  <a:lnTo>
                    <a:pt x="2138783" y="1558095"/>
                  </a:lnTo>
                  <a:lnTo>
                    <a:pt x="2138530" y="1558033"/>
                  </a:lnTo>
                  <a:lnTo>
                    <a:pt x="2138354" y="1558035"/>
                  </a:lnTo>
                  <a:lnTo>
                    <a:pt x="2137931" y="1558653"/>
                  </a:lnTo>
                  <a:lnTo>
                    <a:pt x="2137906" y="1558814"/>
                  </a:lnTo>
                  <a:lnTo>
                    <a:pt x="2137917" y="1558908"/>
                  </a:lnTo>
                  <a:lnTo>
                    <a:pt x="2137994" y="1559045"/>
                  </a:lnTo>
                  <a:lnTo>
                    <a:pt x="2138135" y="1559037"/>
                  </a:lnTo>
                  <a:lnTo>
                    <a:pt x="2138177" y="1559160"/>
                  </a:lnTo>
                  <a:lnTo>
                    <a:pt x="2137933" y="1559231"/>
                  </a:lnTo>
                  <a:lnTo>
                    <a:pt x="2137919" y="1559143"/>
                  </a:lnTo>
                  <a:lnTo>
                    <a:pt x="2137846" y="1559103"/>
                  </a:lnTo>
                  <a:lnTo>
                    <a:pt x="2137628" y="1559052"/>
                  </a:lnTo>
                  <a:lnTo>
                    <a:pt x="2137615" y="1559064"/>
                  </a:lnTo>
                  <a:lnTo>
                    <a:pt x="2137603" y="1559068"/>
                  </a:lnTo>
                  <a:lnTo>
                    <a:pt x="2137344" y="1559174"/>
                  </a:lnTo>
                  <a:lnTo>
                    <a:pt x="2137212" y="1559341"/>
                  </a:lnTo>
                  <a:lnTo>
                    <a:pt x="2137160" y="1559493"/>
                  </a:lnTo>
                  <a:lnTo>
                    <a:pt x="2137174" y="1559599"/>
                  </a:lnTo>
                  <a:lnTo>
                    <a:pt x="2136913" y="1559791"/>
                  </a:lnTo>
                  <a:lnTo>
                    <a:pt x="2136640" y="1559902"/>
                  </a:lnTo>
                  <a:lnTo>
                    <a:pt x="2136626" y="1560081"/>
                  </a:lnTo>
                  <a:lnTo>
                    <a:pt x="2136590" y="1560165"/>
                  </a:lnTo>
                  <a:lnTo>
                    <a:pt x="2136418" y="1560212"/>
                  </a:lnTo>
                  <a:lnTo>
                    <a:pt x="2136152" y="1560345"/>
                  </a:lnTo>
                  <a:lnTo>
                    <a:pt x="2136042" y="1560573"/>
                  </a:lnTo>
                  <a:lnTo>
                    <a:pt x="2136077" y="1560631"/>
                  </a:lnTo>
                  <a:lnTo>
                    <a:pt x="2136058" y="1560703"/>
                  </a:lnTo>
                  <a:lnTo>
                    <a:pt x="2136020" y="1560741"/>
                  </a:lnTo>
                  <a:lnTo>
                    <a:pt x="2135927" y="1560808"/>
                  </a:lnTo>
                  <a:lnTo>
                    <a:pt x="2135758" y="1560789"/>
                  </a:lnTo>
                  <a:lnTo>
                    <a:pt x="2135635" y="1560758"/>
                  </a:lnTo>
                  <a:lnTo>
                    <a:pt x="2135591" y="1560718"/>
                  </a:lnTo>
                  <a:lnTo>
                    <a:pt x="2135480" y="1560679"/>
                  </a:lnTo>
                  <a:lnTo>
                    <a:pt x="2135223" y="1560642"/>
                  </a:lnTo>
                  <a:lnTo>
                    <a:pt x="2135163" y="1560646"/>
                  </a:lnTo>
                  <a:lnTo>
                    <a:pt x="2134885" y="1560757"/>
                  </a:lnTo>
                  <a:lnTo>
                    <a:pt x="2134575" y="1561018"/>
                  </a:lnTo>
                  <a:lnTo>
                    <a:pt x="2134503" y="1561101"/>
                  </a:lnTo>
                  <a:lnTo>
                    <a:pt x="2134447" y="1561305"/>
                  </a:lnTo>
                  <a:lnTo>
                    <a:pt x="2134482" y="1561358"/>
                  </a:lnTo>
                  <a:lnTo>
                    <a:pt x="2134448" y="1561503"/>
                  </a:lnTo>
                  <a:lnTo>
                    <a:pt x="2134388" y="1561615"/>
                  </a:lnTo>
                  <a:lnTo>
                    <a:pt x="2134279" y="1561630"/>
                  </a:lnTo>
                  <a:lnTo>
                    <a:pt x="2134194" y="1560843"/>
                  </a:lnTo>
                  <a:lnTo>
                    <a:pt x="2134209" y="1560602"/>
                  </a:lnTo>
                  <a:lnTo>
                    <a:pt x="2134461" y="1560246"/>
                  </a:lnTo>
                  <a:lnTo>
                    <a:pt x="2134346" y="1559776"/>
                  </a:lnTo>
                  <a:lnTo>
                    <a:pt x="2134537" y="1559570"/>
                  </a:lnTo>
                  <a:lnTo>
                    <a:pt x="2134606" y="1559458"/>
                  </a:lnTo>
                  <a:lnTo>
                    <a:pt x="2134592" y="1559295"/>
                  </a:lnTo>
                  <a:lnTo>
                    <a:pt x="2134165" y="1558189"/>
                  </a:lnTo>
                  <a:lnTo>
                    <a:pt x="2134242" y="1557825"/>
                  </a:lnTo>
                  <a:lnTo>
                    <a:pt x="2133044" y="1557113"/>
                  </a:lnTo>
                  <a:lnTo>
                    <a:pt x="2132642" y="1556514"/>
                  </a:lnTo>
                  <a:lnTo>
                    <a:pt x="2132382" y="1556363"/>
                  </a:lnTo>
                  <a:lnTo>
                    <a:pt x="2131642" y="1556102"/>
                  </a:lnTo>
                  <a:lnTo>
                    <a:pt x="2131399" y="1556086"/>
                  </a:lnTo>
                  <a:lnTo>
                    <a:pt x="2131120" y="1555979"/>
                  </a:lnTo>
                  <a:lnTo>
                    <a:pt x="2130920" y="1555703"/>
                  </a:lnTo>
                  <a:lnTo>
                    <a:pt x="2130882" y="1555521"/>
                  </a:lnTo>
                  <a:lnTo>
                    <a:pt x="2130854" y="1555484"/>
                  </a:lnTo>
                  <a:lnTo>
                    <a:pt x="2130647" y="1555388"/>
                  </a:lnTo>
                  <a:lnTo>
                    <a:pt x="2130331" y="1555292"/>
                  </a:lnTo>
                  <a:lnTo>
                    <a:pt x="2129760" y="1555213"/>
                  </a:lnTo>
                  <a:lnTo>
                    <a:pt x="2129294" y="1555219"/>
                  </a:lnTo>
                  <a:lnTo>
                    <a:pt x="2128364" y="1555402"/>
                  </a:lnTo>
                  <a:lnTo>
                    <a:pt x="2128232" y="1555392"/>
                  </a:lnTo>
                  <a:lnTo>
                    <a:pt x="2128101" y="1555290"/>
                  </a:lnTo>
                  <a:lnTo>
                    <a:pt x="2128099" y="1555255"/>
                  </a:lnTo>
                  <a:lnTo>
                    <a:pt x="2128168" y="1555278"/>
                  </a:lnTo>
                  <a:lnTo>
                    <a:pt x="2128217" y="1555267"/>
                  </a:lnTo>
                  <a:lnTo>
                    <a:pt x="2128432" y="1555163"/>
                  </a:lnTo>
                  <a:lnTo>
                    <a:pt x="2128308" y="1554853"/>
                  </a:lnTo>
                  <a:lnTo>
                    <a:pt x="2128246" y="1554365"/>
                  </a:lnTo>
                  <a:lnTo>
                    <a:pt x="2128174" y="1554181"/>
                  </a:lnTo>
                  <a:lnTo>
                    <a:pt x="2128187" y="1554103"/>
                  </a:lnTo>
                  <a:lnTo>
                    <a:pt x="2128471" y="1553484"/>
                  </a:lnTo>
                  <a:lnTo>
                    <a:pt x="2128522" y="1553365"/>
                  </a:lnTo>
                  <a:lnTo>
                    <a:pt x="2128531" y="1553336"/>
                  </a:lnTo>
                  <a:lnTo>
                    <a:pt x="2128538" y="1553313"/>
                  </a:lnTo>
                  <a:lnTo>
                    <a:pt x="2128558" y="1553258"/>
                  </a:lnTo>
                  <a:lnTo>
                    <a:pt x="2128560" y="1553248"/>
                  </a:lnTo>
                  <a:lnTo>
                    <a:pt x="2128369" y="1553225"/>
                  </a:lnTo>
                  <a:lnTo>
                    <a:pt x="2128374" y="1553217"/>
                  </a:lnTo>
                  <a:lnTo>
                    <a:pt x="2128393" y="1553186"/>
                  </a:lnTo>
                  <a:lnTo>
                    <a:pt x="2128452" y="1553066"/>
                  </a:lnTo>
                  <a:lnTo>
                    <a:pt x="2128455" y="1553058"/>
                  </a:lnTo>
                  <a:lnTo>
                    <a:pt x="2128475" y="1552990"/>
                  </a:lnTo>
                  <a:lnTo>
                    <a:pt x="2128517" y="1552953"/>
                  </a:lnTo>
                  <a:lnTo>
                    <a:pt x="2128534" y="1552939"/>
                  </a:lnTo>
                  <a:lnTo>
                    <a:pt x="2128615" y="1552913"/>
                  </a:lnTo>
                  <a:lnTo>
                    <a:pt x="2128640" y="1552863"/>
                  </a:lnTo>
                  <a:lnTo>
                    <a:pt x="2128645" y="1552850"/>
                  </a:lnTo>
                  <a:lnTo>
                    <a:pt x="2128629" y="1552792"/>
                  </a:lnTo>
                  <a:lnTo>
                    <a:pt x="2128616" y="1552761"/>
                  </a:lnTo>
                  <a:lnTo>
                    <a:pt x="2128598" y="1552716"/>
                  </a:lnTo>
                  <a:lnTo>
                    <a:pt x="2128555" y="1552663"/>
                  </a:lnTo>
                  <a:lnTo>
                    <a:pt x="2128482" y="1552596"/>
                  </a:lnTo>
                  <a:lnTo>
                    <a:pt x="2128399" y="1552533"/>
                  </a:lnTo>
                  <a:lnTo>
                    <a:pt x="2128377" y="1552517"/>
                  </a:lnTo>
                  <a:lnTo>
                    <a:pt x="2128336" y="1552485"/>
                  </a:lnTo>
                  <a:lnTo>
                    <a:pt x="2128295" y="1552434"/>
                  </a:lnTo>
                  <a:lnTo>
                    <a:pt x="2128258" y="1552394"/>
                  </a:lnTo>
                  <a:lnTo>
                    <a:pt x="2128211" y="1552321"/>
                  </a:lnTo>
                  <a:lnTo>
                    <a:pt x="2128188" y="1552258"/>
                  </a:lnTo>
                  <a:lnTo>
                    <a:pt x="2128171" y="1552134"/>
                  </a:lnTo>
                  <a:lnTo>
                    <a:pt x="2128166" y="1551876"/>
                  </a:lnTo>
                  <a:lnTo>
                    <a:pt x="2128158" y="1551745"/>
                  </a:lnTo>
                  <a:lnTo>
                    <a:pt x="2128156" y="1551671"/>
                  </a:lnTo>
                  <a:lnTo>
                    <a:pt x="2127876" y="1551409"/>
                  </a:lnTo>
                  <a:lnTo>
                    <a:pt x="2127881" y="1551422"/>
                  </a:lnTo>
                  <a:lnTo>
                    <a:pt x="2127907" y="1551468"/>
                  </a:lnTo>
                  <a:lnTo>
                    <a:pt x="2127924" y="1551492"/>
                  </a:lnTo>
                  <a:lnTo>
                    <a:pt x="2127988" y="1551611"/>
                  </a:lnTo>
                  <a:lnTo>
                    <a:pt x="2128004" y="1551639"/>
                  </a:lnTo>
                  <a:lnTo>
                    <a:pt x="2128004" y="1551654"/>
                  </a:lnTo>
                  <a:lnTo>
                    <a:pt x="2128003" y="1551665"/>
                  </a:lnTo>
                  <a:lnTo>
                    <a:pt x="2127978" y="1551931"/>
                  </a:lnTo>
                  <a:lnTo>
                    <a:pt x="2127981" y="1551985"/>
                  </a:lnTo>
                  <a:lnTo>
                    <a:pt x="2127969" y="1552061"/>
                  </a:lnTo>
                  <a:lnTo>
                    <a:pt x="2127915" y="1552353"/>
                  </a:lnTo>
                  <a:lnTo>
                    <a:pt x="2127909" y="1552384"/>
                  </a:lnTo>
                  <a:lnTo>
                    <a:pt x="2127875" y="1552643"/>
                  </a:lnTo>
                  <a:lnTo>
                    <a:pt x="2127880" y="1552650"/>
                  </a:lnTo>
                  <a:lnTo>
                    <a:pt x="2127911" y="1552683"/>
                  </a:lnTo>
                  <a:lnTo>
                    <a:pt x="2127942" y="1552718"/>
                  </a:lnTo>
                  <a:lnTo>
                    <a:pt x="2127964" y="1552742"/>
                  </a:lnTo>
                  <a:lnTo>
                    <a:pt x="2128018" y="1552803"/>
                  </a:lnTo>
                  <a:lnTo>
                    <a:pt x="2128031" y="1552822"/>
                  </a:lnTo>
                  <a:lnTo>
                    <a:pt x="2128055" y="1552861"/>
                  </a:lnTo>
                  <a:lnTo>
                    <a:pt x="2128058" y="1552871"/>
                  </a:lnTo>
                  <a:lnTo>
                    <a:pt x="2128066" y="1552904"/>
                  </a:lnTo>
                  <a:lnTo>
                    <a:pt x="2128048" y="1553079"/>
                  </a:lnTo>
                  <a:lnTo>
                    <a:pt x="2128037" y="1553182"/>
                  </a:lnTo>
                  <a:lnTo>
                    <a:pt x="2128032" y="1553192"/>
                  </a:lnTo>
                  <a:lnTo>
                    <a:pt x="2128021" y="1553196"/>
                  </a:lnTo>
                  <a:lnTo>
                    <a:pt x="2127983" y="1553182"/>
                  </a:lnTo>
                  <a:lnTo>
                    <a:pt x="2127861" y="1553116"/>
                  </a:lnTo>
                  <a:lnTo>
                    <a:pt x="2127841" y="1553105"/>
                  </a:lnTo>
                  <a:lnTo>
                    <a:pt x="2127812" y="1553088"/>
                  </a:lnTo>
                  <a:lnTo>
                    <a:pt x="2127745" y="1553184"/>
                  </a:lnTo>
                  <a:lnTo>
                    <a:pt x="2127744" y="1553200"/>
                  </a:lnTo>
                  <a:lnTo>
                    <a:pt x="2127742" y="1553219"/>
                  </a:lnTo>
                  <a:lnTo>
                    <a:pt x="2127733" y="1553257"/>
                  </a:lnTo>
                  <a:lnTo>
                    <a:pt x="2127637" y="1553647"/>
                  </a:lnTo>
                  <a:lnTo>
                    <a:pt x="2127612" y="1553721"/>
                  </a:lnTo>
                  <a:lnTo>
                    <a:pt x="2127541" y="1553843"/>
                  </a:lnTo>
                  <a:lnTo>
                    <a:pt x="2127325" y="1554174"/>
                  </a:lnTo>
                  <a:lnTo>
                    <a:pt x="2127335" y="1554294"/>
                  </a:lnTo>
                  <a:lnTo>
                    <a:pt x="2127363" y="1554336"/>
                  </a:lnTo>
                  <a:lnTo>
                    <a:pt x="2127503" y="1554342"/>
                  </a:lnTo>
                  <a:lnTo>
                    <a:pt x="2127498" y="1554906"/>
                  </a:lnTo>
                  <a:lnTo>
                    <a:pt x="2127797" y="1555414"/>
                  </a:lnTo>
                  <a:lnTo>
                    <a:pt x="2127680" y="1555964"/>
                  </a:lnTo>
                  <a:lnTo>
                    <a:pt x="2127174" y="1556488"/>
                  </a:lnTo>
                  <a:lnTo>
                    <a:pt x="2126997" y="1556602"/>
                  </a:lnTo>
                  <a:lnTo>
                    <a:pt x="2126835" y="1556640"/>
                  </a:lnTo>
                  <a:lnTo>
                    <a:pt x="2126737" y="1556611"/>
                  </a:lnTo>
                  <a:lnTo>
                    <a:pt x="2126167" y="1556837"/>
                  </a:lnTo>
                  <a:lnTo>
                    <a:pt x="2126064" y="1556920"/>
                  </a:lnTo>
                  <a:lnTo>
                    <a:pt x="2125588" y="1556869"/>
                  </a:lnTo>
                  <a:lnTo>
                    <a:pt x="2125619" y="1557250"/>
                  </a:lnTo>
                  <a:lnTo>
                    <a:pt x="2125596" y="1557340"/>
                  </a:lnTo>
                  <a:lnTo>
                    <a:pt x="2125080" y="1557704"/>
                  </a:lnTo>
                  <a:lnTo>
                    <a:pt x="2124707" y="1557870"/>
                  </a:lnTo>
                  <a:lnTo>
                    <a:pt x="2124541" y="1557998"/>
                  </a:lnTo>
                  <a:lnTo>
                    <a:pt x="2124333" y="1558040"/>
                  </a:lnTo>
                  <a:lnTo>
                    <a:pt x="2124084" y="1557940"/>
                  </a:lnTo>
                  <a:lnTo>
                    <a:pt x="2124019" y="1557855"/>
                  </a:lnTo>
                  <a:lnTo>
                    <a:pt x="2123832" y="1557892"/>
                  </a:lnTo>
                  <a:lnTo>
                    <a:pt x="2123277" y="1558002"/>
                  </a:lnTo>
                  <a:lnTo>
                    <a:pt x="2122876" y="1558052"/>
                  </a:lnTo>
                  <a:lnTo>
                    <a:pt x="2122516" y="1557987"/>
                  </a:lnTo>
                  <a:lnTo>
                    <a:pt x="2122488" y="1557851"/>
                  </a:lnTo>
                  <a:lnTo>
                    <a:pt x="2122200" y="1557888"/>
                  </a:lnTo>
                  <a:lnTo>
                    <a:pt x="2121740" y="1557978"/>
                  </a:lnTo>
                  <a:lnTo>
                    <a:pt x="2121512" y="1557857"/>
                  </a:lnTo>
                  <a:lnTo>
                    <a:pt x="2121138" y="1557755"/>
                  </a:lnTo>
                  <a:lnTo>
                    <a:pt x="2120930" y="1557640"/>
                  </a:lnTo>
                  <a:lnTo>
                    <a:pt x="2120843" y="1557985"/>
                  </a:lnTo>
                  <a:lnTo>
                    <a:pt x="2121093" y="1558060"/>
                  </a:lnTo>
                  <a:lnTo>
                    <a:pt x="2121088" y="1558135"/>
                  </a:lnTo>
                  <a:lnTo>
                    <a:pt x="2121029" y="1558263"/>
                  </a:lnTo>
                  <a:lnTo>
                    <a:pt x="2120805" y="1558555"/>
                  </a:lnTo>
                  <a:lnTo>
                    <a:pt x="2120027" y="1559040"/>
                  </a:lnTo>
                  <a:lnTo>
                    <a:pt x="2119825" y="1559121"/>
                  </a:lnTo>
                  <a:lnTo>
                    <a:pt x="2119345" y="1559366"/>
                  </a:lnTo>
                  <a:lnTo>
                    <a:pt x="2119102" y="1559695"/>
                  </a:lnTo>
                  <a:lnTo>
                    <a:pt x="2119171" y="1559803"/>
                  </a:lnTo>
                  <a:lnTo>
                    <a:pt x="2119229" y="1559965"/>
                  </a:lnTo>
                  <a:lnTo>
                    <a:pt x="2118935" y="1560271"/>
                  </a:lnTo>
                  <a:lnTo>
                    <a:pt x="2118762" y="1560339"/>
                  </a:lnTo>
                  <a:lnTo>
                    <a:pt x="2118660" y="1560335"/>
                  </a:lnTo>
                  <a:lnTo>
                    <a:pt x="2118027" y="1560165"/>
                  </a:lnTo>
                  <a:lnTo>
                    <a:pt x="2117757" y="1559846"/>
                  </a:lnTo>
                  <a:lnTo>
                    <a:pt x="2117258" y="1559514"/>
                  </a:lnTo>
                  <a:lnTo>
                    <a:pt x="2116688" y="1558956"/>
                  </a:lnTo>
                  <a:lnTo>
                    <a:pt x="2116245" y="1558592"/>
                  </a:lnTo>
                  <a:lnTo>
                    <a:pt x="2116219" y="1558120"/>
                  </a:lnTo>
                  <a:lnTo>
                    <a:pt x="2116283" y="1558102"/>
                  </a:lnTo>
                  <a:lnTo>
                    <a:pt x="2116331" y="1558015"/>
                  </a:lnTo>
                  <a:lnTo>
                    <a:pt x="2116311" y="1557268"/>
                  </a:lnTo>
                  <a:lnTo>
                    <a:pt x="2116251" y="1557179"/>
                  </a:lnTo>
                  <a:lnTo>
                    <a:pt x="2116166" y="1557000"/>
                  </a:lnTo>
                  <a:lnTo>
                    <a:pt x="2116149" y="1556876"/>
                  </a:lnTo>
                  <a:lnTo>
                    <a:pt x="2116183" y="1556718"/>
                  </a:lnTo>
                  <a:lnTo>
                    <a:pt x="2116219" y="1556708"/>
                  </a:lnTo>
                  <a:lnTo>
                    <a:pt x="2116305" y="1556606"/>
                  </a:lnTo>
                  <a:lnTo>
                    <a:pt x="2116290" y="1555707"/>
                  </a:lnTo>
                  <a:lnTo>
                    <a:pt x="2116264" y="1555681"/>
                  </a:lnTo>
                  <a:lnTo>
                    <a:pt x="2116138" y="1555652"/>
                  </a:lnTo>
                  <a:lnTo>
                    <a:pt x="2115818" y="1555647"/>
                  </a:lnTo>
                  <a:lnTo>
                    <a:pt x="2115710" y="1555537"/>
                  </a:lnTo>
                  <a:lnTo>
                    <a:pt x="2115716" y="1555320"/>
                  </a:lnTo>
                  <a:lnTo>
                    <a:pt x="2115804" y="1555234"/>
                  </a:lnTo>
                  <a:lnTo>
                    <a:pt x="2116144" y="1554983"/>
                  </a:lnTo>
                  <a:lnTo>
                    <a:pt x="2116432" y="1554749"/>
                  </a:lnTo>
                  <a:lnTo>
                    <a:pt x="2116725" y="1554365"/>
                  </a:lnTo>
                  <a:lnTo>
                    <a:pt x="2116821" y="1554118"/>
                  </a:lnTo>
                  <a:lnTo>
                    <a:pt x="2116579" y="1554107"/>
                  </a:lnTo>
                  <a:lnTo>
                    <a:pt x="2116231" y="1553888"/>
                  </a:lnTo>
                  <a:lnTo>
                    <a:pt x="2116059" y="1553748"/>
                  </a:lnTo>
                  <a:lnTo>
                    <a:pt x="2115974" y="1553595"/>
                  </a:lnTo>
                  <a:lnTo>
                    <a:pt x="2115951" y="1553575"/>
                  </a:lnTo>
                  <a:lnTo>
                    <a:pt x="2115833" y="1553468"/>
                  </a:lnTo>
                  <a:lnTo>
                    <a:pt x="2115691" y="1553614"/>
                  </a:lnTo>
                  <a:lnTo>
                    <a:pt x="2115765" y="1553755"/>
                  </a:lnTo>
                  <a:lnTo>
                    <a:pt x="2115820" y="1553957"/>
                  </a:lnTo>
                  <a:lnTo>
                    <a:pt x="2115783" y="1554195"/>
                  </a:lnTo>
                  <a:lnTo>
                    <a:pt x="2115624" y="1554604"/>
                  </a:lnTo>
                  <a:lnTo>
                    <a:pt x="2115216" y="1555055"/>
                  </a:lnTo>
                  <a:lnTo>
                    <a:pt x="2115016" y="1554869"/>
                  </a:lnTo>
                  <a:lnTo>
                    <a:pt x="2115043" y="1554716"/>
                  </a:lnTo>
                  <a:lnTo>
                    <a:pt x="2114421" y="1554509"/>
                  </a:lnTo>
                  <a:lnTo>
                    <a:pt x="2114392" y="1554530"/>
                  </a:lnTo>
                  <a:lnTo>
                    <a:pt x="2114317" y="1554579"/>
                  </a:lnTo>
                  <a:lnTo>
                    <a:pt x="2114307" y="1554624"/>
                  </a:lnTo>
                  <a:lnTo>
                    <a:pt x="2114482" y="1554711"/>
                  </a:lnTo>
                  <a:lnTo>
                    <a:pt x="2114506" y="1554756"/>
                  </a:lnTo>
                  <a:lnTo>
                    <a:pt x="2114242" y="1555075"/>
                  </a:lnTo>
                  <a:lnTo>
                    <a:pt x="2114168" y="1555202"/>
                  </a:lnTo>
                  <a:lnTo>
                    <a:pt x="2114022" y="1555521"/>
                  </a:lnTo>
                  <a:lnTo>
                    <a:pt x="2113976" y="1555805"/>
                  </a:lnTo>
                  <a:lnTo>
                    <a:pt x="2113836" y="1556140"/>
                  </a:lnTo>
                  <a:lnTo>
                    <a:pt x="2113581" y="1556536"/>
                  </a:lnTo>
                  <a:lnTo>
                    <a:pt x="2113191" y="1556995"/>
                  </a:lnTo>
                  <a:lnTo>
                    <a:pt x="2113032" y="1557183"/>
                  </a:lnTo>
                  <a:lnTo>
                    <a:pt x="2112557" y="1557671"/>
                  </a:lnTo>
                  <a:lnTo>
                    <a:pt x="2112397" y="1557923"/>
                  </a:lnTo>
                  <a:lnTo>
                    <a:pt x="2112294" y="1558240"/>
                  </a:lnTo>
                  <a:lnTo>
                    <a:pt x="2112078" y="1558578"/>
                  </a:lnTo>
                  <a:lnTo>
                    <a:pt x="2112000" y="1558663"/>
                  </a:lnTo>
                  <a:lnTo>
                    <a:pt x="2111879" y="1558724"/>
                  </a:lnTo>
                  <a:lnTo>
                    <a:pt x="2111443" y="1558764"/>
                  </a:lnTo>
                  <a:lnTo>
                    <a:pt x="2111293" y="1558750"/>
                  </a:lnTo>
                  <a:lnTo>
                    <a:pt x="2111270" y="1558626"/>
                  </a:lnTo>
                  <a:lnTo>
                    <a:pt x="2110431" y="1558475"/>
                  </a:lnTo>
                  <a:lnTo>
                    <a:pt x="2110190" y="1558897"/>
                  </a:lnTo>
                  <a:lnTo>
                    <a:pt x="2109910" y="1559316"/>
                  </a:lnTo>
                  <a:lnTo>
                    <a:pt x="2109618" y="1559230"/>
                  </a:lnTo>
                  <a:lnTo>
                    <a:pt x="2108643" y="1559488"/>
                  </a:lnTo>
                  <a:lnTo>
                    <a:pt x="2108641" y="1559780"/>
                  </a:lnTo>
                  <a:lnTo>
                    <a:pt x="2108640" y="1560052"/>
                  </a:lnTo>
                  <a:lnTo>
                    <a:pt x="2108638" y="1560245"/>
                  </a:lnTo>
                  <a:lnTo>
                    <a:pt x="2108638" y="1560265"/>
                  </a:lnTo>
                  <a:lnTo>
                    <a:pt x="2108773" y="1560432"/>
                  </a:lnTo>
                  <a:lnTo>
                    <a:pt x="2108966" y="1560542"/>
                  </a:lnTo>
                  <a:lnTo>
                    <a:pt x="2109096" y="1560574"/>
                  </a:lnTo>
                  <a:lnTo>
                    <a:pt x="2109226" y="1560559"/>
                  </a:lnTo>
                  <a:lnTo>
                    <a:pt x="2109224" y="1560455"/>
                  </a:lnTo>
                  <a:lnTo>
                    <a:pt x="2109243" y="1560434"/>
                  </a:lnTo>
                  <a:lnTo>
                    <a:pt x="2109387" y="1560390"/>
                  </a:lnTo>
                  <a:lnTo>
                    <a:pt x="2109520" y="1560435"/>
                  </a:lnTo>
                  <a:lnTo>
                    <a:pt x="2110523" y="1561820"/>
                  </a:lnTo>
                  <a:lnTo>
                    <a:pt x="2110527" y="1561858"/>
                  </a:lnTo>
                  <a:lnTo>
                    <a:pt x="2110495" y="1561933"/>
                  </a:lnTo>
                  <a:lnTo>
                    <a:pt x="2110393" y="1562089"/>
                  </a:lnTo>
                  <a:lnTo>
                    <a:pt x="2109878" y="1562488"/>
                  </a:lnTo>
                  <a:lnTo>
                    <a:pt x="2109381" y="1563018"/>
                  </a:lnTo>
                  <a:lnTo>
                    <a:pt x="2109033" y="1563420"/>
                  </a:lnTo>
                  <a:lnTo>
                    <a:pt x="2108937" y="1563547"/>
                  </a:lnTo>
                  <a:lnTo>
                    <a:pt x="2108862" y="1563696"/>
                  </a:lnTo>
                  <a:lnTo>
                    <a:pt x="2108826" y="1563929"/>
                  </a:lnTo>
                  <a:lnTo>
                    <a:pt x="2108853" y="1564160"/>
                  </a:lnTo>
                  <a:lnTo>
                    <a:pt x="2109099" y="1564603"/>
                  </a:lnTo>
                  <a:lnTo>
                    <a:pt x="2109221" y="1565093"/>
                  </a:lnTo>
                  <a:lnTo>
                    <a:pt x="2109225" y="1565444"/>
                  </a:lnTo>
                  <a:lnTo>
                    <a:pt x="2108460" y="1565399"/>
                  </a:lnTo>
                  <a:lnTo>
                    <a:pt x="2108197" y="1565247"/>
                  </a:lnTo>
                  <a:lnTo>
                    <a:pt x="2106035" y="1564744"/>
                  </a:lnTo>
                  <a:lnTo>
                    <a:pt x="2105355" y="1564586"/>
                  </a:lnTo>
                  <a:lnTo>
                    <a:pt x="2105030" y="1564409"/>
                  </a:lnTo>
                  <a:lnTo>
                    <a:pt x="2105081" y="1564146"/>
                  </a:lnTo>
                  <a:lnTo>
                    <a:pt x="2104912" y="1564098"/>
                  </a:lnTo>
                  <a:lnTo>
                    <a:pt x="2104732" y="1564048"/>
                  </a:lnTo>
                  <a:lnTo>
                    <a:pt x="2103685" y="1563666"/>
                  </a:lnTo>
                  <a:lnTo>
                    <a:pt x="2103552" y="1563582"/>
                  </a:lnTo>
                  <a:lnTo>
                    <a:pt x="2103209" y="1563435"/>
                  </a:lnTo>
                  <a:lnTo>
                    <a:pt x="2103040" y="1563381"/>
                  </a:lnTo>
                  <a:lnTo>
                    <a:pt x="2103028" y="1563387"/>
                  </a:lnTo>
                  <a:lnTo>
                    <a:pt x="2102967" y="1563417"/>
                  </a:lnTo>
                  <a:lnTo>
                    <a:pt x="2102891" y="1563391"/>
                  </a:lnTo>
                  <a:lnTo>
                    <a:pt x="2102773" y="1563472"/>
                  </a:lnTo>
                  <a:lnTo>
                    <a:pt x="2102739" y="1563505"/>
                  </a:lnTo>
                  <a:lnTo>
                    <a:pt x="2102693" y="1563576"/>
                  </a:lnTo>
                  <a:lnTo>
                    <a:pt x="2102619" y="1563656"/>
                  </a:lnTo>
                  <a:lnTo>
                    <a:pt x="2102824" y="1564007"/>
                  </a:lnTo>
                  <a:lnTo>
                    <a:pt x="2103150" y="1564364"/>
                  </a:lnTo>
                  <a:lnTo>
                    <a:pt x="2103170" y="1564399"/>
                  </a:lnTo>
                  <a:lnTo>
                    <a:pt x="2103143" y="1564565"/>
                  </a:lnTo>
                  <a:lnTo>
                    <a:pt x="2102955" y="1565061"/>
                  </a:lnTo>
                  <a:lnTo>
                    <a:pt x="2102706" y="1565644"/>
                  </a:lnTo>
                  <a:lnTo>
                    <a:pt x="2102557" y="1565771"/>
                  </a:lnTo>
                  <a:lnTo>
                    <a:pt x="2102276" y="1565868"/>
                  </a:lnTo>
                  <a:lnTo>
                    <a:pt x="2101869" y="1565842"/>
                  </a:lnTo>
                  <a:lnTo>
                    <a:pt x="2101670" y="1565886"/>
                  </a:lnTo>
                  <a:lnTo>
                    <a:pt x="2101621" y="1565876"/>
                  </a:lnTo>
                  <a:lnTo>
                    <a:pt x="2101551" y="1565920"/>
                  </a:lnTo>
                  <a:lnTo>
                    <a:pt x="2101551" y="1566006"/>
                  </a:lnTo>
                  <a:lnTo>
                    <a:pt x="2101551" y="1566099"/>
                  </a:lnTo>
                  <a:lnTo>
                    <a:pt x="2101747" y="1566125"/>
                  </a:lnTo>
                  <a:lnTo>
                    <a:pt x="2101746" y="1566114"/>
                  </a:lnTo>
                  <a:lnTo>
                    <a:pt x="2101821" y="1566101"/>
                  </a:lnTo>
                  <a:lnTo>
                    <a:pt x="2102281" y="1566406"/>
                  </a:lnTo>
                  <a:lnTo>
                    <a:pt x="2102820" y="1566934"/>
                  </a:lnTo>
                  <a:lnTo>
                    <a:pt x="2102812" y="1567045"/>
                  </a:lnTo>
                  <a:lnTo>
                    <a:pt x="2102652" y="1567100"/>
                  </a:lnTo>
                  <a:lnTo>
                    <a:pt x="2102310" y="1567104"/>
                  </a:lnTo>
                  <a:lnTo>
                    <a:pt x="2101975" y="1567045"/>
                  </a:lnTo>
                  <a:lnTo>
                    <a:pt x="2102242" y="1567322"/>
                  </a:lnTo>
                  <a:lnTo>
                    <a:pt x="2102412" y="1567497"/>
                  </a:lnTo>
                  <a:lnTo>
                    <a:pt x="2102524" y="1567624"/>
                  </a:lnTo>
                  <a:lnTo>
                    <a:pt x="2102600" y="1567705"/>
                  </a:lnTo>
                  <a:lnTo>
                    <a:pt x="2102777" y="1567895"/>
                  </a:lnTo>
                  <a:lnTo>
                    <a:pt x="2102817" y="1567981"/>
                  </a:lnTo>
                  <a:lnTo>
                    <a:pt x="2103510" y="1567960"/>
                  </a:lnTo>
                  <a:lnTo>
                    <a:pt x="2104129" y="1567844"/>
                  </a:lnTo>
                  <a:lnTo>
                    <a:pt x="2104266" y="1567844"/>
                  </a:lnTo>
                  <a:lnTo>
                    <a:pt x="2104637" y="1567885"/>
                  </a:lnTo>
                  <a:lnTo>
                    <a:pt x="2104886" y="1567872"/>
                  </a:lnTo>
                  <a:lnTo>
                    <a:pt x="2105075" y="1567836"/>
                  </a:lnTo>
                  <a:lnTo>
                    <a:pt x="2105306" y="1567739"/>
                  </a:lnTo>
                  <a:lnTo>
                    <a:pt x="2105315" y="1567692"/>
                  </a:lnTo>
                  <a:lnTo>
                    <a:pt x="2105367" y="1567668"/>
                  </a:lnTo>
                  <a:lnTo>
                    <a:pt x="2106332" y="1567594"/>
                  </a:lnTo>
                  <a:lnTo>
                    <a:pt x="2106580" y="1567457"/>
                  </a:lnTo>
                  <a:lnTo>
                    <a:pt x="2106885" y="1567251"/>
                  </a:lnTo>
                  <a:lnTo>
                    <a:pt x="2107070" y="1567146"/>
                  </a:lnTo>
                  <a:lnTo>
                    <a:pt x="2107559" y="1566965"/>
                  </a:lnTo>
                  <a:lnTo>
                    <a:pt x="2108070" y="1566823"/>
                  </a:lnTo>
                  <a:lnTo>
                    <a:pt x="2108969" y="1566941"/>
                  </a:lnTo>
                  <a:lnTo>
                    <a:pt x="2109619" y="1566978"/>
                  </a:lnTo>
                  <a:lnTo>
                    <a:pt x="2110185" y="1567083"/>
                  </a:lnTo>
                  <a:lnTo>
                    <a:pt x="2110354" y="1567157"/>
                  </a:lnTo>
                  <a:lnTo>
                    <a:pt x="2110462" y="1567288"/>
                  </a:lnTo>
                  <a:lnTo>
                    <a:pt x="2110526" y="1567486"/>
                  </a:lnTo>
                  <a:lnTo>
                    <a:pt x="2110534" y="1567584"/>
                  </a:lnTo>
                  <a:lnTo>
                    <a:pt x="2110453" y="1568054"/>
                  </a:lnTo>
                  <a:lnTo>
                    <a:pt x="2110425" y="1568143"/>
                  </a:lnTo>
                  <a:lnTo>
                    <a:pt x="2110127" y="1568273"/>
                  </a:lnTo>
                  <a:lnTo>
                    <a:pt x="2109846" y="1568354"/>
                  </a:lnTo>
                  <a:lnTo>
                    <a:pt x="2109698" y="1568480"/>
                  </a:lnTo>
                  <a:lnTo>
                    <a:pt x="2109676" y="1568683"/>
                  </a:lnTo>
                  <a:lnTo>
                    <a:pt x="2109733" y="1569135"/>
                  </a:lnTo>
                  <a:lnTo>
                    <a:pt x="2109828" y="1569383"/>
                  </a:lnTo>
                  <a:lnTo>
                    <a:pt x="2109890" y="1569394"/>
                  </a:lnTo>
                  <a:lnTo>
                    <a:pt x="2109949" y="1569515"/>
                  </a:lnTo>
                  <a:lnTo>
                    <a:pt x="2109845" y="1569616"/>
                  </a:lnTo>
                  <a:lnTo>
                    <a:pt x="2109742" y="1569681"/>
                  </a:lnTo>
                  <a:lnTo>
                    <a:pt x="2109658" y="1569712"/>
                  </a:lnTo>
                  <a:lnTo>
                    <a:pt x="2109652" y="1569725"/>
                  </a:lnTo>
                  <a:lnTo>
                    <a:pt x="2109643" y="1569730"/>
                  </a:lnTo>
                  <a:lnTo>
                    <a:pt x="2109633" y="1569735"/>
                  </a:lnTo>
                  <a:lnTo>
                    <a:pt x="2109625" y="1569744"/>
                  </a:lnTo>
                  <a:lnTo>
                    <a:pt x="2109623" y="1569754"/>
                  </a:lnTo>
                  <a:lnTo>
                    <a:pt x="2109609" y="1569820"/>
                  </a:lnTo>
                  <a:lnTo>
                    <a:pt x="2109586" y="1569833"/>
                  </a:lnTo>
                  <a:lnTo>
                    <a:pt x="2109582" y="1569840"/>
                  </a:lnTo>
                  <a:lnTo>
                    <a:pt x="2109585" y="1569846"/>
                  </a:lnTo>
                  <a:lnTo>
                    <a:pt x="2109592" y="1569858"/>
                  </a:lnTo>
                  <a:lnTo>
                    <a:pt x="2109588" y="1569864"/>
                  </a:lnTo>
                  <a:lnTo>
                    <a:pt x="2109581" y="1569874"/>
                  </a:lnTo>
                  <a:lnTo>
                    <a:pt x="2109558" y="1569895"/>
                  </a:lnTo>
                  <a:lnTo>
                    <a:pt x="2109516" y="1569933"/>
                  </a:lnTo>
                  <a:lnTo>
                    <a:pt x="2109489" y="1569956"/>
                  </a:lnTo>
                  <a:lnTo>
                    <a:pt x="2109464" y="1569979"/>
                  </a:lnTo>
                  <a:lnTo>
                    <a:pt x="2109414" y="1570025"/>
                  </a:lnTo>
                  <a:lnTo>
                    <a:pt x="2109400" y="1570040"/>
                  </a:lnTo>
                  <a:lnTo>
                    <a:pt x="2109420" y="1570073"/>
                  </a:lnTo>
                  <a:lnTo>
                    <a:pt x="2109318" y="1570147"/>
                  </a:lnTo>
                  <a:lnTo>
                    <a:pt x="2109312" y="1570148"/>
                  </a:lnTo>
                  <a:lnTo>
                    <a:pt x="2109261" y="1570184"/>
                  </a:lnTo>
                  <a:lnTo>
                    <a:pt x="2109208" y="1570210"/>
                  </a:lnTo>
                  <a:lnTo>
                    <a:pt x="2109196" y="1570219"/>
                  </a:lnTo>
                  <a:lnTo>
                    <a:pt x="2109184" y="1570228"/>
                  </a:lnTo>
                  <a:lnTo>
                    <a:pt x="2109162" y="1570244"/>
                  </a:lnTo>
                  <a:lnTo>
                    <a:pt x="2109134" y="1570265"/>
                  </a:lnTo>
                  <a:lnTo>
                    <a:pt x="2109097" y="1570298"/>
                  </a:lnTo>
                  <a:lnTo>
                    <a:pt x="2109101" y="1570315"/>
                  </a:lnTo>
                  <a:lnTo>
                    <a:pt x="2109094" y="1570322"/>
                  </a:lnTo>
                  <a:lnTo>
                    <a:pt x="2109073" y="1570342"/>
                  </a:lnTo>
                  <a:lnTo>
                    <a:pt x="2109068" y="1570346"/>
                  </a:lnTo>
                  <a:lnTo>
                    <a:pt x="2109059" y="1570355"/>
                  </a:lnTo>
                  <a:lnTo>
                    <a:pt x="2109090" y="1570433"/>
                  </a:lnTo>
                  <a:lnTo>
                    <a:pt x="2109134" y="1570542"/>
                  </a:lnTo>
                  <a:lnTo>
                    <a:pt x="2109175" y="1570643"/>
                  </a:lnTo>
                  <a:lnTo>
                    <a:pt x="2109193" y="1570631"/>
                  </a:lnTo>
                  <a:lnTo>
                    <a:pt x="2109292" y="1570561"/>
                  </a:lnTo>
                  <a:lnTo>
                    <a:pt x="2109318" y="1570542"/>
                  </a:lnTo>
                  <a:lnTo>
                    <a:pt x="2109373" y="1570502"/>
                  </a:lnTo>
                  <a:lnTo>
                    <a:pt x="2109432" y="1570457"/>
                  </a:lnTo>
                  <a:lnTo>
                    <a:pt x="2109444" y="1570447"/>
                  </a:lnTo>
                  <a:lnTo>
                    <a:pt x="2109503" y="1570370"/>
                  </a:lnTo>
                  <a:lnTo>
                    <a:pt x="2109567" y="1570287"/>
                  </a:lnTo>
                  <a:lnTo>
                    <a:pt x="2109558" y="1570277"/>
                  </a:lnTo>
                  <a:lnTo>
                    <a:pt x="2109576" y="1570254"/>
                  </a:lnTo>
                  <a:lnTo>
                    <a:pt x="2109584" y="1570244"/>
                  </a:lnTo>
                  <a:lnTo>
                    <a:pt x="2109615" y="1570207"/>
                  </a:lnTo>
                  <a:lnTo>
                    <a:pt x="2109623" y="1570196"/>
                  </a:lnTo>
                  <a:lnTo>
                    <a:pt x="2109657" y="1570155"/>
                  </a:lnTo>
                  <a:lnTo>
                    <a:pt x="2109675" y="1570158"/>
                  </a:lnTo>
                  <a:lnTo>
                    <a:pt x="2109684" y="1570147"/>
                  </a:lnTo>
                  <a:lnTo>
                    <a:pt x="2109698" y="1570129"/>
                  </a:lnTo>
                  <a:lnTo>
                    <a:pt x="2109720" y="1570130"/>
                  </a:lnTo>
                  <a:lnTo>
                    <a:pt x="2109732" y="1570122"/>
                  </a:lnTo>
                  <a:lnTo>
                    <a:pt x="2109739" y="1570116"/>
                  </a:lnTo>
                  <a:lnTo>
                    <a:pt x="2109835" y="1570051"/>
                  </a:lnTo>
                  <a:lnTo>
                    <a:pt x="2110896" y="1569952"/>
                  </a:lnTo>
                  <a:lnTo>
                    <a:pt x="2111126" y="1569829"/>
                  </a:lnTo>
                  <a:lnTo>
                    <a:pt x="2111426" y="1569804"/>
                  </a:lnTo>
                  <a:lnTo>
                    <a:pt x="2111659" y="1569791"/>
                  </a:lnTo>
                  <a:lnTo>
                    <a:pt x="2111730" y="1569811"/>
                  </a:lnTo>
                  <a:lnTo>
                    <a:pt x="2111745" y="1569830"/>
                  </a:lnTo>
                  <a:lnTo>
                    <a:pt x="2111976" y="1569982"/>
                  </a:lnTo>
                  <a:lnTo>
                    <a:pt x="2112299" y="1570348"/>
                  </a:lnTo>
                  <a:lnTo>
                    <a:pt x="2112308" y="1570587"/>
                  </a:lnTo>
                  <a:lnTo>
                    <a:pt x="2112267" y="1570691"/>
                  </a:lnTo>
                  <a:lnTo>
                    <a:pt x="2112524" y="1571059"/>
                  </a:lnTo>
                  <a:lnTo>
                    <a:pt x="2112707" y="1571370"/>
                  </a:lnTo>
                  <a:lnTo>
                    <a:pt x="2112636" y="1571735"/>
                  </a:lnTo>
                  <a:lnTo>
                    <a:pt x="2112636" y="1571816"/>
                  </a:lnTo>
                  <a:lnTo>
                    <a:pt x="2112755" y="1572185"/>
                  </a:lnTo>
                  <a:lnTo>
                    <a:pt x="2113284" y="1572363"/>
                  </a:lnTo>
                  <a:lnTo>
                    <a:pt x="2113581" y="1572611"/>
                  </a:lnTo>
                  <a:lnTo>
                    <a:pt x="2113157" y="1573057"/>
                  </a:lnTo>
                  <a:lnTo>
                    <a:pt x="2113174" y="1573507"/>
                  </a:lnTo>
                  <a:lnTo>
                    <a:pt x="2113230" y="1573672"/>
                  </a:lnTo>
                  <a:lnTo>
                    <a:pt x="2113393" y="1573987"/>
                  </a:lnTo>
                  <a:lnTo>
                    <a:pt x="2113654" y="1574243"/>
                  </a:lnTo>
                  <a:lnTo>
                    <a:pt x="2113875" y="1574597"/>
                  </a:lnTo>
                  <a:lnTo>
                    <a:pt x="2113886" y="1574654"/>
                  </a:lnTo>
                  <a:lnTo>
                    <a:pt x="2113664" y="1574973"/>
                  </a:lnTo>
                  <a:lnTo>
                    <a:pt x="2113598" y="1574975"/>
                  </a:lnTo>
                  <a:lnTo>
                    <a:pt x="2113413" y="1574888"/>
                  </a:lnTo>
                  <a:lnTo>
                    <a:pt x="2113286" y="1574759"/>
                  </a:lnTo>
                  <a:lnTo>
                    <a:pt x="2113068" y="1574635"/>
                  </a:lnTo>
                  <a:lnTo>
                    <a:pt x="2112998" y="1574626"/>
                  </a:lnTo>
                  <a:lnTo>
                    <a:pt x="2112474" y="1574830"/>
                  </a:lnTo>
                  <a:lnTo>
                    <a:pt x="2112174" y="1575061"/>
                  </a:lnTo>
                  <a:lnTo>
                    <a:pt x="2112081" y="1575165"/>
                  </a:lnTo>
                  <a:lnTo>
                    <a:pt x="2111950" y="1575373"/>
                  </a:lnTo>
                  <a:lnTo>
                    <a:pt x="2111869" y="1575597"/>
                  </a:lnTo>
                  <a:lnTo>
                    <a:pt x="2111787" y="1575696"/>
                  </a:lnTo>
                  <a:lnTo>
                    <a:pt x="2111624" y="1575587"/>
                  </a:lnTo>
                  <a:lnTo>
                    <a:pt x="2111222" y="1575405"/>
                  </a:lnTo>
                  <a:lnTo>
                    <a:pt x="2111001" y="1575443"/>
                  </a:lnTo>
                  <a:lnTo>
                    <a:pt x="2110673" y="1575545"/>
                  </a:lnTo>
                  <a:lnTo>
                    <a:pt x="2110526" y="1575627"/>
                  </a:lnTo>
                  <a:lnTo>
                    <a:pt x="2110323" y="1575793"/>
                  </a:lnTo>
                  <a:lnTo>
                    <a:pt x="2110120" y="1576049"/>
                  </a:lnTo>
                  <a:lnTo>
                    <a:pt x="2110007" y="1576314"/>
                  </a:lnTo>
                  <a:lnTo>
                    <a:pt x="2109790" y="1576363"/>
                  </a:lnTo>
                  <a:lnTo>
                    <a:pt x="2109645" y="1576368"/>
                  </a:lnTo>
                  <a:lnTo>
                    <a:pt x="2109523" y="1576453"/>
                  </a:lnTo>
                  <a:lnTo>
                    <a:pt x="2109406" y="1576589"/>
                  </a:lnTo>
                  <a:lnTo>
                    <a:pt x="2109337" y="1576727"/>
                  </a:lnTo>
                  <a:lnTo>
                    <a:pt x="2109219" y="1577119"/>
                  </a:lnTo>
                  <a:lnTo>
                    <a:pt x="2109031" y="1577612"/>
                  </a:lnTo>
                  <a:lnTo>
                    <a:pt x="2108944" y="1577458"/>
                  </a:lnTo>
                  <a:lnTo>
                    <a:pt x="2108893" y="1577440"/>
                  </a:lnTo>
                  <a:lnTo>
                    <a:pt x="2108787" y="1577457"/>
                  </a:lnTo>
                  <a:lnTo>
                    <a:pt x="2108572" y="1577561"/>
                  </a:lnTo>
                  <a:lnTo>
                    <a:pt x="2108429" y="1577710"/>
                  </a:lnTo>
                  <a:lnTo>
                    <a:pt x="2108291" y="1578027"/>
                  </a:lnTo>
                  <a:lnTo>
                    <a:pt x="2108077" y="1578015"/>
                  </a:lnTo>
                  <a:lnTo>
                    <a:pt x="2107921" y="1577985"/>
                  </a:lnTo>
                  <a:lnTo>
                    <a:pt x="2107793" y="1578016"/>
                  </a:lnTo>
                  <a:lnTo>
                    <a:pt x="2107557" y="1578136"/>
                  </a:lnTo>
                  <a:lnTo>
                    <a:pt x="2107263" y="1578456"/>
                  </a:lnTo>
                  <a:lnTo>
                    <a:pt x="2107164" y="1578654"/>
                  </a:lnTo>
                  <a:lnTo>
                    <a:pt x="2107131" y="1578796"/>
                  </a:lnTo>
                  <a:lnTo>
                    <a:pt x="2107191" y="1578949"/>
                  </a:lnTo>
                  <a:lnTo>
                    <a:pt x="2106694" y="1579142"/>
                  </a:lnTo>
                  <a:lnTo>
                    <a:pt x="2106526" y="1579379"/>
                  </a:lnTo>
                  <a:lnTo>
                    <a:pt x="2106425" y="1579698"/>
                  </a:lnTo>
                  <a:lnTo>
                    <a:pt x="2106374" y="1580039"/>
                  </a:lnTo>
                  <a:lnTo>
                    <a:pt x="2106377" y="1580485"/>
                  </a:lnTo>
                  <a:lnTo>
                    <a:pt x="2105794" y="1580897"/>
                  </a:lnTo>
                  <a:lnTo>
                    <a:pt x="2105709" y="1580891"/>
                  </a:lnTo>
                  <a:lnTo>
                    <a:pt x="2105683" y="1580859"/>
                  </a:lnTo>
                  <a:lnTo>
                    <a:pt x="2105629" y="1580605"/>
                  </a:lnTo>
                  <a:lnTo>
                    <a:pt x="2105662" y="1580403"/>
                  </a:lnTo>
                  <a:lnTo>
                    <a:pt x="2105743" y="1580331"/>
                  </a:lnTo>
                  <a:lnTo>
                    <a:pt x="2105823" y="1580023"/>
                  </a:lnTo>
                  <a:lnTo>
                    <a:pt x="2105738" y="1579665"/>
                  </a:lnTo>
                  <a:lnTo>
                    <a:pt x="2105961" y="1579278"/>
                  </a:lnTo>
                  <a:lnTo>
                    <a:pt x="2106118" y="1578956"/>
                  </a:lnTo>
                  <a:lnTo>
                    <a:pt x="2105774" y="1578998"/>
                  </a:lnTo>
                  <a:lnTo>
                    <a:pt x="2105809" y="1579235"/>
                  </a:lnTo>
                  <a:lnTo>
                    <a:pt x="2105756" y="1579323"/>
                  </a:lnTo>
                  <a:lnTo>
                    <a:pt x="2105623" y="1579394"/>
                  </a:lnTo>
                  <a:lnTo>
                    <a:pt x="2105555" y="1579401"/>
                  </a:lnTo>
                  <a:lnTo>
                    <a:pt x="2105510" y="1579380"/>
                  </a:lnTo>
                  <a:lnTo>
                    <a:pt x="2105432" y="1579173"/>
                  </a:lnTo>
                  <a:lnTo>
                    <a:pt x="2105461" y="1579056"/>
                  </a:lnTo>
                  <a:lnTo>
                    <a:pt x="2105544" y="1578851"/>
                  </a:lnTo>
                  <a:lnTo>
                    <a:pt x="2105487" y="1578777"/>
                  </a:lnTo>
                  <a:lnTo>
                    <a:pt x="2105206" y="1578665"/>
                  </a:lnTo>
                  <a:lnTo>
                    <a:pt x="2105135" y="1578475"/>
                  </a:lnTo>
                  <a:lnTo>
                    <a:pt x="2105131" y="1578392"/>
                  </a:lnTo>
                  <a:lnTo>
                    <a:pt x="2105211" y="1578249"/>
                  </a:lnTo>
                  <a:lnTo>
                    <a:pt x="2105288" y="1578150"/>
                  </a:lnTo>
                  <a:lnTo>
                    <a:pt x="2105150" y="1578120"/>
                  </a:lnTo>
                  <a:lnTo>
                    <a:pt x="2104795" y="1578159"/>
                  </a:lnTo>
                  <a:lnTo>
                    <a:pt x="2104728" y="1578222"/>
                  </a:lnTo>
                  <a:lnTo>
                    <a:pt x="2104680" y="1578800"/>
                  </a:lnTo>
                  <a:lnTo>
                    <a:pt x="2104953" y="1579149"/>
                  </a:lnTo>
                  <a:lnTo>
                    <a:pt x="2105421" y="1579622"/>
                  </a:lnTo>
                  <a:lnTo>
                    <a:pt x="2105392" y="1579825"/>
                  </a:lnTo>
                  <a:lnTo>
                    <a:pt x="2105265" y="1579939"/>
                  </a:lnTo>
                  <a:lnTo>
                    <a:pt x="2104827" y="1579789"/>
                  </a:lnTo>
                  <a:lnTo>
                    <a:pt x="2104787" y="1579417"/>
                  </a:lnTo>
                  <a:lnTo>
                    <a:pt x="2104648" y="1579278"/>
                  </a:lnTo>
                  <a:lnTo>
                    <a:pt x="2104523" y="1579180"/>
                  </a:lnTo>
                  <a:lnTo>
                    <a:pt x="2104468" y="1579189"/>
                  </a:lnTo>
                  <a:lnTo>
                    <a:pt x="2104531" y="1579380"/>
                  </a:lnTo>
                  <a:lnTo>
                    <a:pt x="2104624" y="1579520"/>
                  </a:lnTo>
                  <a:lnTo>
                    <a:pt x="2104612" y="1579556"/>
                  </a:lnTo>
                  <a:lnTo>
                    <a:pt x="2104537" y="1579619"/>
                  </a:lnTo>
                  <a:lnTo>
                    <a:pt x="2104481" y="1579627"/>
                  </a:lnTo>
                  <a:lnTo>
                    <a:pt x="2104402" y="1579588"/>
                  </a:lnTo>
                  <a:lnTo>
                    <a:pt x="2104129" y="1579385"/>
                  </a:lnTo>
                  <a:lnTo>
                    <a:pt x="2104094" y="1579422"/>
                  </a:lnTo>
                  <a:lnTo>
                    <a:pt x="2104054" y="1579461"/>
                  </a:lnTo>
                  <a:lnTo>
                    <a:pt x="2104668" y="1580105"/>
                  </a:lnTo>
                  <a:lnTo>
                    <a:pt x="2104970" y="1580276"/>
                  </a:lnTo>
                  <a:lnTo>
                    <a:pt x="2105190" y="1580279"/>
                  </a:lnTo>
                  <a:lnTo>
                    <a:pt x="2105014" y="1580493"/>
                  </a:lnTo>
                  <a:lnTo>
                    <a:pt x="2104837" y="1580639"/>
                  </a:lnTo>
                  <a:lnTo>
                    <a:pt x="2104738" y="1580812"/>
                  </a:lnTo>
                  <a:lnTo>
                    <a:pt x="2104713" y="1580892"/>
                  </a:lnTo>
                  <a:lnTo>
                    <a:pt x="2104719" y="1580950"/>
                  </a:lnTo>
                  <a:lnTo>
                    <a:pt x="2104550" y="1581227"/>
                  </a:lnTo>
                  <a:lnTo>
                    <a:pt x="2104143" y="1581672"/>
                  </a:lnTo>
                  <a:lnTo>
                    <a:pt x="2103995" y="1582108"/>
                  </a:lnTo>
                  <a:lnTo>
                    <a:pt x="2103748" y="1582628"/>
                  </a:lnTo>
                  <a:lnTo>
                    <a:pt x="2103516" y="1582561"/>
                  </a:lnTo>
                  <a:lnTo>
                    <a:pt x="2103220" y="1582678"/>
                  </a:lnTo>
                  <a:lnTo>
                    <a:pt x="2103047" y="1582831"/>
                  </a:lnTo>
                  <a:lnTo>
                    <a:pt x="2102927" y="1583009"/>
                  </a:lnTo>
                  <a:lnTo>
                    <a:pt x="2102636" y="1583580"/>
                  </a:lnTo>
                  <a:lnTo>
                    <a:pt x="2102441" y="1584202"/>
                  </a:lnTo>
                  <a:lnTo>
                    <a:pt x="2102388" y="1584475"/>
                  </a:lnTo>
                  <a:lnTo>
                    <a:pt x="2102352" y="1585328"/>
                  </a:lnTo>
                  <a:lnTo>
                    <a:pt x="2102379" y="1586268"/>
                  </a:lnTo>
                  <a:lnTo>
                    <a:pt x="2102402" y="1586558"/>
                  </a:lnTo>
                  <a:lnTo>
                    <a:pt x="2102510" y="1586975"/>
                  </a:lnTo>
                  <a:lnTo>
                    <a:pt x="2102575" y="1587072"/>
                  </a:lnTo>
                  <a:lnTo>
                    <a:pt x="2102462" y="1587291"/>
                  </a:lnTo>
                  <a:lnTo>
                    <a:pt x="2102275" y="1587531"/>
                  </a:lnTo>
                  <a:lnTo>
                    <a:pt x="2102115" y="1587686"/>
                  </a:lnTo>
                  <a:lnTo>
                    <a:pt x="2102100" y="1587654"/>
                  </a:lnTo>
                  <a:lnTo>
                    <a:pt x="2101841" y="1587479"/>
                  </a:lnTo>
                  <a:lnTo>
                    <a:pt x="2101626" y="1587409"/>
                  </a:lnTo>
                  <a:lnTo>
                    <a:pt x="2101389" y="1587456"/>
                  </a:lnTo>
                  <a:lnTo>
                    <a:pt x="2101359" y="1587422"/>
                  </a:lnTo>
                  <a:lnTo>
                    <a:pt x="2101302" y="1587232"/>
                  </a:lnTo>
                  <a:lnTo>
                    <a:pt x="2100690" y="1587336"/>
                  </a:lnTo>
                  <a:lnTo>
                    <a:pt x="2100163" y="1587463"/>
                  </a:lnTo>
                  <a:lnTo>
                    <a:pt x="2099783" y="1587698"/>
                  </a:lnTo>
                  <a:lnTo>
                    <a:pt x="2099466" y="1588002"/>
                  </a:lnTo>
                  <a:lnTo>
                    <a:pt x="2099202" y="1588346"/>
                  </a:lnTo>
                  <a:lnTo>
                    <a:pt x="2098990" y="1588778"/>
                  </a:lnTo>
                  <a:lnTo>
                    <a:pt x="2098938" y="1588926"/>
                  </a:lnTo>
                  <a:lnTo>
                    <a:pt x="2098897" y="1589078"/>
                  </a:lnTo>
                  <a:lnTo>
                    <a:pt x="2098928" y="1589152"/>
                  </a:lnTo>
                  <a:lnTo>
                    <a:pt x="2098916" y="1589172"/>
                  </a:lnTo>
                  <a:lnTo>
                    <a:pt x="2098897" y="1589186"/>
                  </a:lnTo>
                  <a:lnTo>
                    <a:pt x="2098883" y="1589216"/>
                  </a:lnTo>
                  <a:lnTo>
                    <a:pt x="2098887" y="1589234"/>
                  </a:lnTo>
                  <a:lnTo>
                    <a:pt x="2098891" y="1589260"/>
                  </a:lnTo>
                  <a:lnTo>
                    <a:pt x="2098892" y="1589288"/>
                  </a:lnTo>
                  <a:lnTo>
                    <a:pt x="2098874" y="1589312"/>
                  </a:lnTo>
                  <a:lnTo>
                    <a:pt x="2098858" y="1589314"/>
                  </a:lnTo>
                  <a:lnTo>
                    <a:pt x="2098849" y="1589309"/>
                  </a:lnTo>
                  <a:lnTo>
                    <a:pt x="2098837" y="1589286"/>
                  </a:lnTo>
                  <a:lnTo>
                    <a:pt x="2098835" y="1589270"/>
                  </a:lnTo>
                  <a:lnTo>
                    <a:pt x="2098837" y="1589229"/>
                  </a:lnTo>
                  <a:lnTo>
                    <a:pt x="2098836" y="1589219"/>
                  </a:lnTo>
                  <a:lnTo>
                    <a:pt x="2098824" y="1589208"/>
                  </a:lnTo>
                  <a:lnTo>
                    <a:pt x="2098795" y="1589217"/>
                  </a:lnTo>
                  <a:lnTo>
                    <a:pt x="2098780" y="1589215"/>
                  </a:lnTo>
                  <a:lnTo>
                    <a:pt x="2098769" y="1589196"/>
                  </a:lnTo>
                  <a:lnTo>
                    <a:pt x="2098757" y="1589180"/>
                  </a:lnTo>
                  <a:lnTo>
                    <a:pt x="2098748" y="1589168"/>
                  </a:lnTo>
                  <a:lnTo>
                    <a:pt x="2098741" y="1589154"/>
                  </a:lnTo>
                  <a:lnTo>
                    <a:pt x="2098775" y="1589050"/>
                  </a:lnTo>
                  <a:lnTo>
                    <a:pt x="2098707" y="1589002"/>
                  </a:lnTo>
                  <a:lnTo>
                    <a:pt x="2098620" y="1588980"/>
                  </a:lnTo>
                  <a:lnTo>
                    <a:pt x="2098390" y="1589030"/>
                  </a:lnTo>
                  <a:lnTo>
                    <a:pt x="2098189" y="1589152"/>
                  </a:lnTo>
                  <a:lnTo>
                    <a:pt x="2098158" y="1589177"/>
                  </a:lnTo>
                  <a:lnTo>
                    <a:pt x="2098043" y="1589318"/>
                  </a:lnTo>
                  <a:lnTo>
                    <a:pt x="2097973" y="1589422"/>
                  </a:lnTo>
                  <a:lnTo>
                    <a:pt x="2097840" y="1589661"/>
                  </a:lnTo>
                  <a:lnTo>
                    <a:pt x="2097792" y="1589774"/>
                  </a:lnTo>
                  <a:lnTo>
                    <a:pt x="2097731" y="1589953"/>
                  </a:lnTo>
                  <a:lnTo>
                    <a:pt x="2097669" y="1590216"/>
                  </a:lnTo>
                  <a:lnTo>
                    <a:pt x="2097634" y="1590403"/>
                  </a:lnTo>
                  <a:lnTo>
                    <a:pt x="2097591" y="1590832"/>
                  </a:lnTo>
                  <a:lnTo>
                    <a:pt x="2097657" y="1591031"/>
                  </a:lnTo>
                  <a:lnTo>
                    <a:pt x="2097700" y="1591090"/>
                  </a:lnTo>
                  <a:lnTo>
                    <a:pt x="2097742" y="1591153"/>
                  </a:lnTo>
                  <a:lnTo>
                    <a:pt x="2097751" y="1591167"/>
                  </a:lnTo>
                  <a:lnTo>
                    <a:pt x="2097766" y="1591232"/>
                  </a:lnTo>
                  <a:lnTo>
                    <a:pt x="2097762" y="1591276"/>
                  </a:lnTo>
                  <a:lnTo>
                    <a:pt x="2097688" y="1591333"/>
                  </a:lnTo>
                  <a:lnTo>
                    <a:pt x="2097677" y="1591341"/>
                  </a:lnTo>
                  <a:lnTo>
                    <a:pt x="2097522" y="1591340"/>
                  </a:lnTo>
                  <a:lnTo>
                    <a:pt x="2097231" y="1591181"/>
                  </a:lnTo>
                  <a:lnTo>
                    <a:pt x="2097223" y="1591172"/>
                  </a:lnTo>
                  <a:lnTo>
                    <a:pt x="2097243" y="1591082"/>
                  </a:lnTo>
                  <a:lnTo>
                    <a:pt x="2097197" y="1591052"/>
                  </a:lnTo>
                  <a:lnTo>
                    <a:pt x="2097153" y="1591046"/>
                  </a:lnTo>
                  <a:lnTo>
                    <a:pt x="2097031" y="1591082"/>
                  </a:lnTo>
                  <a:lnTo>
                    <a:pt x="2096920" y="1591138"/>
                  </a:lnTo>
                  <a:lnTo>
                    <a:pt x="2096787" y="1591223"/>
                  </a:lnTo>
                  <a:lnTo>
                    <a:pt x="2096699" y="1591300"/>
                  </a:lnTo>
                  <a:lnTo>
                    <a:pt x="2096665" y="1591331"/>
                  </a:lnTo>
                  <a:lnTo>
                    <a:pt x="2096597" y="1591420"/>
                  </a:lnTo>
                  <a:lnTo>
                    <a:pt x="2096560" y="1591498"/>
                  </a:lnTo>
                  <a:lnTo>
                    <a:pt x="2096414" y="1591927"/>
                  </a:lnTo>
                  <a:lnTo>
                    <a:pt x="2096355" y="1592209"/>
                  </a:lnTo>
                  <a:lnTo>
                    <a:pt x="2096291" y="1592651"/>
                  </a:lnTo>
                  <a:lnTo>
                    <a:pt x="2096212" y="1592981"/>
                  </a:lnTo>
                  <a:lnTo>
                    <a:pt x="2096242" y="1593271"/>
                  </a:lnTo>
                  <a:lnTo>
                    <a:pt x="2096269" y="1593460"/>
                  </a:lnTo>
                  <a:lnTo>
                    <a:pt x="2096228" y="1593574"/>
                  </a:lnTo>
                  <a:lnTo>
                    <a:pt x="2096158" y="1593602"/>
                  </a:lnTo>
                  <a:lnTo>
                    <a:pt x="2096036" y="1593617"/>
                  </a:lnTo>
                  <a:lnTo>
                    <a:pt x="2095744" y="1593704"/>
                  </a:lnTo>
                  <a:lnTo>
                    <a:pt x="2095694" y="1593727"/>
                  </a:lnTo>
                  <a:lnTo>
                    <a:pt x="2095569" y="1593813"/>
                  </a:lnTo>
                  <a:lnTo>
                    <a:pt x="2095556" y="1593829"/>
                  </a:lnTo>
                  <a:lnTo>
                    <a:pt x="2095395" y="1594107"/>
                  </a:lnTo>
                  <a:lnTo>
                    <a:pt x="2095329" y="1594159"/>
                  </a:lnTo>
                  <a:lnTo>
                    <a:pt x="2095067" y="1594226"/>
                  </a:lnTo>
                  <a:lnTo>
                    <a:pt x="2094811" y="1594009"/>
                  </a:lnTo>
                  <a:lnTo>
                    <a:pt x="2094781" y="1593926"/>
                  </a:lnTo>
                  <a:lnTo>
                    <a:pt x="2094774" y="1593860"/>
                  </a:lnTo>
                  <a:lnTo>
                    <a:pt x="2094798" y="1593813"/>
                  </a:lnTo>
                  <a:lnTo>
                    <a:pt x="2094809" y="1593799"/>
                  </a:lnTo>
                  <a:lnTo>
                    <a:pt x="2094889" y="1593759"/>
                  </a:lnTo>
                  <a:lnTo>
                    <a:pt x="2094922" y="1593509"/>
                  </a:lnTo>
                  <a:lnTo>
                    <a:pt x="2094677" y="1592830"/>
                  </a:lnTo>
                  <a:lnTo>
                    <a:pt x="2094558" y="1592689"/>
                  </a:lnTo>
                  <a:lnTo>
                    <a:pt x="2094554" y="1592685"/>
                  </a:lnTo>
                  <a:lnTo>
                    <a:pt x="2094518" y="1592613"/>
                  </a:lnTo>
                  <a:lnTo>
                    <a:pt x="2094514" y="1592606"/>
                  </a:lnTo>
                  <a:lnTo>
                    <a:pt x="2094514" y="1592597"/>
                  </a:lnTo>
                  <a:lnTo>
                    <a:pt x="2094515" y="1592553"/>
                  </a:lnTo>
                  <a:lnTo>
                    <a:pt x="2094531" y="1592498"/>
                  </a:lnTo>
                  <a:lnTo>
                    <a:pt x="2094558" y="1592469"/>
                  </a:lnTo>
                  <a:lnTo>
                    <a:pt x="2094566" y="1592465"/>
                  </a:lnTo>
                  <a:lnTo>
                    <a:pt x="2094861" y="1592336"/>
                  </a:lnTo>
                  <a:lnTo>
                    <a:pt x="2095313" y="1591981"/>
                  </a:lnTo>
                  <a:lnTo>
                    <a:pt x="2095752" y="1591592"/>
                  </a:lnTo>
                  <a:lnTo>
                    <a:pt x="2095645" y="1591473"/>
                  </a:lnTo>
                  <a:lnTo>
                    <a:pt x="2095804" y="1591275"/>
                  </a:lnTo>
                  <a:lnTo>
                    <a:pt x="2095843" y="1591236"/>
                  </a:lnTo>
                  <a:lnTo>
                    <a:pt x="2095936" y="1591096"/>
                  </a:lnTo>
                  <a:lnTo>
                    <a:pt x="2096101" y="1590751"/>
                  </a:lnTo>
                  <a:lnTo>
                    <a:pt x="2096135" y="1590692"/>
                  </a:lnTo>
                  <a:lnTo>
                    <a:pt x="2096300" y="1590507"/>
                  </a:lnTo>
                  <a:lnTo>
                    <a:pt x="2096221" y="1590443"/>
                  </a:lnTo>
                  <a:lnTo>
                    <a:pt x="2096204" y="1590429"/>
                  </a:lnTo>
                  <a:lnTo>
                    <a:pt x="2096172" y="1590403"/>
                  </a:lnTo>
                  <a:lnTo>
                    <a:pt x="2096207" y="1590156"/>
                  </a:lnTo>
                  <a:lnTo>
                    <a:pt x="2096507" y="1589718"/>
                  </a:lnTo>
                  <a:lnTo>
                    <a:pt x="2096532" y="1589705"/>
                  </a:lnTo>
                  <a:lnTo>
                    <a:pt x="2096651" y="1589685"/>
                  </a:lnTo>
                  <a:lnTo>
                    <a:pt x="2096685" y="1589680"/>
                  </a:lnTo>
                  <a:lnTo>
                    <a:pt x="2096809" y="1589659"/>
                  </a:lnTo>
                  <a:lnTo>
                    <a:pt x="2096930" y="1589756"/>
                  </a:lnTo>
                  <a:lnTo>
                    <a:pt x="2096946" y="1589769"/>
                  </a:lnTo>
                  <a:lnTo>
                    <a:pt x="2097023" y="1589675"/>
                  </a:lnTo>
                  <a:lnTo>
                    <a:pt x="2097173" y="1589489"/>
                  </a:lnTo>
                  <a:lnTo>
                    <a:pt x="2097199" y="1589443"/>
                  </a:lnTo>
                  <a:lnTo>
                    <a:pt x="2097366" y="1589152"/>
                  </a:lnTo>
                  <a:lnTo>
                    <a:pt x="2097394" y="1589102"/>
                  </a:lnTo>
                  <a:lnTo>
                    <a:pt x="2097396" y="1589094"/>
                  </a:lnTo>
                  <a:lnTo>
                    <a:pt x="2097366" y="1589069"/>
                  </a:lnTo>
                  <a:lnTo>
                    <a:pt x="2097330" y="1589055"/>
                  </a:lnTo>
                  <a:lnTo>
                    <a:pt x="2097302" y="1589047"/>
                  </a:lnTo>
                  <a:lnTo>
                    <a:pt x="2097290" y="1589045"/>
                  </a:lnTo>
                  <a:lnTo>
                    <a:pt x="2097285" y="1589034"/>
                  </a:lnTo>
                  <a:lnTo>
                    <a:pt x="2097272" y="1588994"/>
                  </a:lnTo>
                  <a:lnTo>
                    <a:pt x="2097260" y="1588985"/>
                  </a:lnTo>
                  <a:lnTo>
                    <a:pt x="2097246" y="1588936"/>
                  </a:lnTo>
                  <a:lnTo>
                    <a:pt x="2097247" y="1588906"/>
                  </a:lnTo>
                  <a:lnTo>
                    <a:pt x="2097241" y="1588907"/>
                  </a:lnTo>
                  <a:lnTo>
                    <a:pt x="2097159" y="1588912"/>
                  </a:lnTo>
                  <a:lnTo>
                    <a:pt x="2097139" y="1588913"/>
                  </a:lnTo>
                  <a:lnTo>
                    <a:pt x="2097141" y="1588930"/>
                  </a:lnTo>
                  <a:lnTo>
                    <a:pt x="2097126" y="1588937"/>
                  </a:lnTo>
                  <a:lnTo>
                    <a:pt x="2097121" y="1588938"/>
                  </a:lnTo>
                  <a:lnTo>
                    <a:pt x="2097121" y="1588947"/>
                  </a:lnTo>
                  <a:lnTo>
                    <a:pt x="2097137" y="1588949"/>
                  </a:lnTo>
                  <a:lnTo>
                    <a:pt x="2097145" y="1588956"/>
                  </a:lnTo>
                  <a:lnTo>
                    <a:pt x="2097153" y="1588974"/>
                  </a:lnTo>
                  <a:lnTo>
                    <a:pt x="2097161" y="1588993"/>
                  </a:lnTo>
                  <a:lnTo>
                    <a:pt x="2097171" y="1589030"/>
                  </a:lnTo>
                  <a:lnTo>
                    <a:pt x="2097176" y="1589062"/>
                  </a:lnTo>
                  <a:lnTo>
                    <a:pt x="2097173" y="1589076"/>
                  </a:lnTo>
                  <a:lnTo>
                    <a:pt x="2097148" y="1589096"/>
                  </a:lnTo>
                  <a:lnTo>
                    <a:pt x="2097143" y="1589103"/>
                  </a:lnTo>
                  <a:lnTo>
                    <a:pt x="2097140" y="1589112"/>
                  </a:lnTo>
                  <a:lnTo>
                    <a:pt x="2097139" y="1589139"/>
                  </a:lnTo>
                  <a:lnTo>
                    <a:pt x="2097141" y="1589154"/>
                  </a:lnTo>
                  <a:lnTo>
                    <a:pt x="2097142" y="1589200"/>
                  </a:lnTo>
                  <a:lnTo>
                    <a:pt x="2097116" y="1589276"/>
                  </a:lnTo>
                  <a:lnTo>
                    <a:pt x="2097043" y="1589362"/>
                  </a:lnTo>
                  <a:lnTo>
                    <a:pt x="2096957" y="1589441"/>
                  </a:lnTo>
                  <a:lnTo>
                    <a:pt x="2096862" y="1589476"/>
                  </a:lnTo>
                  <a:lnTo>
                    <a:pt x="2096842" y="1589472"/>
                  </a:lnTo>
                  <a:lnTo>
                    <a:pt x="2096823" y="1589469"/>
                  </a:lnTo>
                  <a:lnTo>
                    <a:pt x="2096744" y="1589467"/>
                  </a:lnTo>
                  <a:lnTo>
                    <a:pt x="2096724" y="1589467"/>
                  </a:lnTo>
                  <a:lnTo>
                    <a:pt x="2096713" y="1589464"/>
                  </a:lnTo>
                  <a:lnTo>
                    <a:pt x="2096708" y="1589468"/>
                  </a:lnTo>
                  <a:lnTo>
                    <a:pt x="2096697" y="1589503"/>
                  </a:lnTo>
                  <a:lnTo>
                    <a:pt x="2096671" y="1589504"/>
                  </a:lnTo>
                  <a:lnTo>
                    <a:pt x="2096632" y="1589479"/>
                  </a:lnTo>
                  <a:lnTo>
                    <a:pt x="2096629" y="1589471"/>
                  </a:lnTo>
                  <a:lnTo>
                    <a:pt x="2096676" y="1589394"/>
                  </a:lnTo>
                  <a:lnTo>
                    <a:pt x="2096696" y="1589328"/>
                  </a:lnTo>
                  <a:lnTo>
                    <a:pt x="2096705" y="1589297"/>
                  </a:lnTo>
                  <a:lnTo>
                    <a:pt x="2096713" y="1589271"/>
                  </a:lnTo>
                  <a:lnTo>
                    <a:pt x="2096714" y="1589264"/>
                  </a:lnTo>
                  <a:lnTo>
                    <a:pt x="2096719" y="1589259"/>
                  </a:lnTo>
                  <a:lnTo>
                    <a:pt x="2096726" y="1589255"/>
                  </a:lnTo>
                  <a:lnTo>
                    <a:pt x="2096732" y="1589255"/>
                  </a:lnTo>
                  <a:lnTo>
                    <a:pt x="2096733" y="1589243"/>
                  </a:lnTo>
                  <a:lnTo>
                    <a:pt x="2096730" y="1589236"/>
                  </a:lnTo>
                  <a:lnTo>
                    <a:pt x="2096722" y="1589219"/>
                  </a:lnTo>
                  <a:lnTo>
                    <a:pt x="2096727" y="1589152"/>
                  </a:lnTo>
                  <a:lnTo>
                    <a:pt x="2096734" y="1589124"/>
                  </a:lnTo>
                  <a:lnTo>
                    <a:pt x="2096735" y="1589117"/>
                  </a:lnTo>
                  <a:lnTo>
                    <a:pt x="2096743" y="1589064"/>
                  </a:lnTo>
                  <a:lnTo>
                    <a:pt x="2096748" y="1589035"/>
                  </a:lnTo>
                  <a:lnTo>
                    <a:pt x="2096746" y="1589023"/>
                  </a:lnTo>
                  <a:lnTo>
                    <a:pt x="2096734" y="1589020"/>
                  </a:lnTo>
                  <a:lnTo>
                    <a:pt x="2096729" y="1589019"/>
                  </a:lnTo>
                  <a:lnTo>
                    <a:pt x="2096706" y="1589012"/>
                  </a:lnTo>
                  <a:lnTo>
                    <a:pt x="2096681" y="1589006"/>
                  </a:lnTo>
                  <a:lnTo>
                    <a:pt x="2096675" y="1589005"/>
                  </a:lnTo>
                  <a:lnTo>
                    <a:pt x="2096664" y="1589003"/>
                  </a:lnTo>
                  <a:lnTo>
                    <a:pt x="2096662" y="1589018"/>
                  </a:lnTo>
                  <a:lnTo>
                    <a:pt x="2096662" y="1589024"/>
                  </a:lnTo>
                  <a:lnTo>
                    <a:pt x="2096666" y="1589039"/>
                  </a:lnTo>
                  <a:lnTo>
                    <a:pt x="2096665" y="1589063"/>
                  </a:lnTo>
                  <a:lnTo>
                    <a:pt x="2096667" y="1589072"/>
                  </a:lnTo>
                  <a:lnTo>
                    <a:pt x="2096657" y="1589077"/>
                  </a:lnTo>
                  <a:lnTo>
                    <a:pt x="2096649" y="1589070"/>
                  </a:lnTo>
                  <a:lnTo>
                    <a:pt x="2096641" y="1589062"/>
                  </a:lnTo>
                  <a:lnTo>
                    <a:pt x="2096631" y="1589057"/>
                  </a:lnTo>
                  <a:lnTo>
                    <a:pt x="2096623" y="1589053"/>
                  </a:lnTo>
                  <a:lnTo>
                    <a:pt x="2096596" y="1589047"/>
                  </a:lnTo>
                  <a:lnTo>
                    <a:pt x="2096592" y="1589072"/>
                  </a:lnTo>
                  <a:lnTo>
                    <a:pt x="2096590" y="1589087"/>
                  </a:lnTo>
                  <a:lnTo>
                    <a:pt x="2096586" y="1589107"/>
                  </a:lnTo>
                  <a:lnTo>
                    <a:pt x="2096581" y="1589133"/>
                  </a:lnTo>
                  <a:lnTo>
                    <a:pt x="2096575" y="1589155"/>
                  </a:lnTo>
                  <a:lnTo>
                    <a:pt x="2096573" y="1589166"/>
                  </a:lnTo>
                  <a:lnTo>
                    <a:pt x="2096570" y="1589177"/>
                  </a:lnTo>
                  <a:lnTo>
                    <a:pt x="2096567" y="1589183"/>
                  </a:lnTo>
                  <a:lnTo>
                    <a:pt x="2096563" y="1589189"/>
                  </a:lnTo>
                  <a:lnTo>
                    <a:pt x="2096545" y="1589188"/>
                  </a:lnTo>
                  <a:lnTo>
                    <a:pt x="2096505" y="1589163"/>
                  </a:lnTo>
                  <a:lnTo>
                    <a:pt x="2096486" y="1589189"/>
                  </a:lnTo>
                  <a:lnTo>
                    <a:pt x="2096480" y="1589199"/>
                  </a:lnTo>
                  <a:lnTo>
                    <a:pt x="2096433" y="1589270"/>
                  </a:lnTo>
                  <a:lnTo>
                    <a:pt x="2096422" y="1589285"/>
                  </a:lnTo>
                  <a:lnTo>
                    <a:pt x="2096349" y="1589393"/>
                  </a:lnTo>
                  <a:lnTo>
                    <a:pt x="2096335" y="1589393"/>
                  </a:lnTo>
                  <a:lnTo>
                    <a:pt x="2096317" y="1589374"/>
                  </a:lnTo>
                  <a:lnTo>
                    <a:pt x="2096302" y="1589353"/>
                  </a:lnTo>
                  <a:lnTo>
                    <a:pt x="2096262" y="1589299"/>
                  </a:lnTo>
                  <a:lnTo>
                    <a:pt x="2096231" y="1589257"/>
                  </a:lnTo>
                  <a:lnTo>
                    <a:pt x="2096220" y="1589243"/>
                  </a:lnTo>
                  <a:lnTo>
                    <a:pt x="2096208" y="1589193"/>
                  </a:lnTo>
                  <a:lnTo>
                    <a:pt x="2096224" y="1589171"/>
                  </a:lnTo>
                  <a:lnTo>
                    <a:pt x="2096234" y="1589153"/>
                  </a:lnTo>
                  <a:lnTo>
                    <a:pt x="2096363" y="1589079"/>
                  </a:lnTo>
                  <a:lnTo>
                    <a:pt x="2096423" y="1588851"/>
                  </a:lnTo>
                  <a:lnTo>
                    <a:pt x="2096108" y="1588606"/>
                  </a:lnTo>
                  <a:lnTo>
                    <a:pt x="2095744" y="1588189"/>
                  </a:lnTo>
                  <a:lnTo>
                    <a:pt x="2095789" y="1587921"/>
                  </a:lnTo>
                  <a:lnTo>
                    <a:pt x="2095848" y="1587739"/>
                  </a:lnTo>
                  <a:lnTo>
                    <a:pt x="2096111" y="1587458"/>
                  </a:lnTo>
                  <a:lnTo>
                    <a:pt x="2096366" y="1587128"/>
                  </a:lnTo>
                  <a:lnTo>
                    <a:pt x="2096348" y="1587094"/>
                  </a:lnTo>
                  <a:lnTo>
                    <a:pt x="2096327" y="1587081"/>
                  </a:lnTo>
                  <a:lnTo>
                    <a:pt x="2096231" y="1587137"/>
                  </a:lnTo>
                  <a:lnTo>
                    <a:pt x="2096111" y="1587241"/>
                  </a:lnTo>
                  <a:lnTo>
                    <a:pt x="2096007" y="1587350"/>
                  </a:lnTo>
                  <a:lnTo>
                    <a:pt x="2095811" y="1587557"/>
                  </a:lnTo>
                  <a:lnTo>
                    <a:pt x="2095734" y="1587667"/>
                  </a:lnTo>
                  <a:lnTo>
                    <a:pt x="2095570" y="1587899"/>
                  </a:lnTo>
                  <a:lnTo>
                    <a:pt x="2095570" y="1587911"/>
                  </a:lnTo>
                  <a:lnTo>
                    <a:pt x="2095589" y="1588343"/>
                  </a:lnTo>
                  <a:lnTo>
                    <a:pt x="2095111" y="1588600"/>
                  </a:lnTo>
                  <a:lnTo>
                    <a:pt x="2094957" y="1588318"/>
                  </a:lnTo>
                  <a:lnTo>
                    <a:pt x="2094341" y="1587841"/>
                  </a:lnTo>
                  <a:lnTo>
                    <a:pt x="2093979" y="1587631"/>
                  </a:lnTo>
                  <a:lnTo>
                    <a:pt x="2093870" y="1587598"/>
                  </a:lnTo>
                  <a:lnTo>
                    <a:pt x="2093704" y="1587499"/>
                  </a:lnTo>
                  <a:lnTo>
                    <a:pt x="2093609" y="1587332"/>
                  </a:lnTo>
                  <a:lnTo>
                    <a:pt x="2093600" y="1587295"/>
                  </a:lnTo>
                  <a:lnTo>
                    <a:pt x="2093493" y="1586878"/>
                  </a:lnTo>
                  <a:lnTo>
                    <a:pt x="2093444" y="1586813"/>
                  </a:lnTo>
                  <a:lnTo>
                    <a:pt x="2093313" y="1586715"/>
                  </a:lnTo>
                  <a:lnTo>
                    <a:pt x="2093183" y="1586704"/>
                  </a:lnTo>
                  <a:lnTo>
                    <a:pt x="2092930" y="1586786"/>
                  </a:lnTo>
                  <a:lnTo>
                    <a:pt x="2092928" y="1586837"/>
                  </a:lnTo>
                  <a:lnTo>
                    <a:pt x="2092926" y="1586874"/>
                  </a:lnTo>
                  <a:lnTo>
                    <a:pt x="2093020" y="1586962"/>
                  </a:lnTo>
                  <a:lnTo>
                    <a:pt x="2093240" y="1586787"/>
                  </a:lnTo>
                  <a:lnTo>
                    <a:pt x="2093290" y="1586796"/>
                  </a:lnTo>
                  <a:lnTo>
                    <a:pt x="2093333" y="1586840"/>
                  </a:lnTo>
                  <a:lnTo>
                    <a:pt x="2093412" y="1587115"/>
                  </a:lnTo>
                  <a:lnTo>
                    <a:pt x="2093445" y="1587382"/>
                  </a:lnTo>
                  <a:lnTo>
                    <a:pt x="2093504" y="1587577"/>
                  </a:lnTo>
                  <a:lnTo>
                    <a:pt x="2093579" y="1587599"/>
                  </a:lnTo>
                  <a:lnTo>
                    <a:pt x="2093620" y="1587900"/>
                  </a:lnTo>
                  <a:lnTo>
                    <a:pt x="2093484" y="1588194"/>
                  </a:lnTo>
                  <a:lnTo>
                    <a:pt x="2093388" y="1588344"/>
                  </a:lnTo>
                  <a:lnTo>
                    <a:pt x="2092908" y="1588981"/>
                  </a:lnTo>
                  <a:lnTo>
                    <a:pt x="2092745" y="1589152"/>
                  </a:lnTo>
                  <a:lnTo>
                    <a:pt x="2092742" y="1589162"/>
                  </a:lnTo>
                  <a:lnTo>
                    <a:pt x="2092835" y="1589215"/>
                  </a:lnTo>
                  <a:lnTo>
                    <a:pt x="2092824" y="1589253"/>
                  </a:lnTo>
                  <a:lnTo>
                    <a:pt x="2092814" y="1589285"/>
                  </a:lnTo>
                  <a:lnTo>
                    <a:pt x="2092810" y="1589292"/>
                  </a:lnTo>
                  <a:lnTo>
                    <a:pt x="2092805" y="1589314"/>
                  </a:lnTo>
                  <a:lnTo>
                    <a:pt x="2092794" y="1589340"/>
                  </a:lnTo>
                  <a:lnTo>
                    <a:pt x="2092781" y="1589355"/>
                  </a:lnTo>
                  <a:lnTo>
                    <a:pt x="2092780" y="1589376"/>
                  </a:lnTo>
                  <a:lnTo>
                    <a:pt x="2092713" y="1589513"/>
                  </a:lnTo>
                  <a:lnTo>
                    <a:pt x="2092690" y="1589558"/>
                  </a:lnTo>
                  <a:lnTo>
                    <a:pt x="2092695" y="1589562"/>
                  </a:lnTo>
                  <a:lnTo>
                    <a:pt x="2092644" y="1589700"/>
                  </a:lnTo>
                  <a:lnTo>
                    <a:pt x="2092606" y="1589867"/>
                  </a:lnTo>
                  <a:lnTo>
                    <a:pt x="2092593" y="1590084"/>
                  </a:lnTo>
                  <a:lnTo>
                    <a:pt x="2092676" y="1590369"/>
                  </a:lnTo>
                  <a:lnTo>
                    <a:pt x="2092695" y="1590412"/>
                  </a:lnTo>
                  <a:lnTo>
                    <a:pt x="2092755" y="1590495"/>
                  </a:lnTo>
                  <a:lnTo>
                    <a:pt x="2092833" y="1590554"/>
                  </a:lnTo>
                  <a:lnTo>
                    <a:pt x="2092884" y="1590531"/>
                  </a:lnTo>
                  <a:lnTo>
                    <a:pt x="2092906" y="1590532"/>
                  </a:lnTo>
                  <a:lnTo>
                    <a:pt x="2093074" y="1590839"/>
                  </a:lnTo>
                  <a:lnTo>
                    <a:pt x="2093071" y="1590987"/>
                  </a:lnTo>
                  <a:lnTo>
                    <a:pt x="2093199" y="1591217"/>
                  </a:lnTo>
                  <a:lnTo>
                    <a:pt x="2093305" y="1591389"/>
                  </a:lnTo>
                  <a:lnTo>
                    <a:pt x="2093323" y="1591423"/>
                  </a:lnTo>
                  <a:lnTo>
                    <a:pt x="2093346" y="1591514"/>
                  </a:lnTo>
                  <a:lnTo>
                    <a:pt x="2093373" y="1591704"/>
                  </a:lnTo>
                  <a:lnTo>
                    <a:pt x="2093379" y="1591757"/>
                  </a:lnTo>
                  <a:lnTo>
                    <a:pt x="2093346" y="1591784"/>
                  </a:lnTo>
                  <a:lnTo>
                    <a:pt x="2093234" y="1591836"/>
                  </a:lnTo>
                  <a:lnTo>
                    <a:pt x="2092718" y="1592025"/>
                  </a:lnTo>
                  <a:lnTo>
                    <a:pt x="2092579" y="1592093"/>
                  </a:lnTo>
                  <a:lnTo>
                    <a:pt x="2092449" y="1592169"/>
                  </a:lnTo>
                  <a:lnTo>
                    <a:pt x="2092259" y="1592290"/>
                  </a:lnTo>
                  <a:lnTo>
                    <a:pt x="2092119" y="1592380"/>
                  </a:lnTo>
                  <a:lnTo>
                    <a:pt x="2091806" y="1592648"/>
                  </a:lnTo>
                  <a:lnTo>
                    <a:pt x="2091534" y="1592918"/>
                  </a:lnTo>
                  <a:lnTo>
                    <a:pt x="2091153" y="1593215"/>
                  </a:lnTo>
                  <a:lnTo>
                    <a:pt x="2091056" y="1593281"/>
                  </a:lnTo>
                  <a:lnTo>
                    <a:pt x="2090915" y="1593405"/>
                  </a:lnTo>
                  <a:lnTo>
                    <a:pt x="2090820" y="1593512"/>
                  </a:lnTo>
                  <a:lnTo>
                    <a:pt x="2090665" y="1593722"/>
                  </a:lnTo>
                  <a:lnTo>
                    <a:pt x="2090379" y="1594175"/>
                  </a:lnTo>
                  <a:lnTo>
                    <a:pt x="2090307" y="1594298"/>
                  </a:lnTo>
                  <a:lnTo>
                    <a:pt x="2090085" y="1594715"/>
                  </a:lnTo>
                  <a:lnTo>
                    <a:pt x="2089959" y="1595000"/>
                  </a:lnTo>
                  <a:lnTo>
                    <a:pt x="2089815" y="1595426"/>
                  </a:lnTo>
                  <a:lnTo>
                    <a:pt x="2089681" y="1595902"/>
                  </a:lnTo>
                  <a:lnTo>
                    <a:pt x="2089593" y="1596320"/>
                  </a:lnTo>
                  <a:lnTo>
                    <a:pt x="2089492" y="1596904"/>
                  </a:lnTo>
                  <a:lnTo>
                    <a:pt x="2089456" y="1597644"/>
                  </a:lnTo>
                  <a:lnTo>
                    <a:pt x="2089436" y="1597895"/>
                  </a:lnTo>
                  <a:lnTo>
                    <a:pt x="2089446" y="1598314"/>
                  </a:lnTo>
                  <a:lnTo>
                    <a:pt x="2089480" y="1598622"/>
                  </a:lnTo>
                  <a:lnTo>
                    <a:pt x="2089522" y="1598949"/>
                  </a:lnTo>
                  <a:lnTo>
                    <a:pt x="2089548" y="1599120"/>
                  </a:lnTo>
                  <a:lnTo>
                    <a:pt x="2089604" y="1599319"/>
                  </a:lnTo>
                  <a:lnTo>
                    <a:pt x="2089683" y="1599530"/>
                  </a:lnTo>
                  <a:lnTo>
                    <a:pt x="2089804" y="1599783"/>
                  </a:lnTo>
                  <a:lnTo>
                    <a:pt x="2090011" y="1600075"/>
                  </a:lnTo>
                  <a:lnTo>
                    <a:pt x="2090087" y="1600139"/>
                  </a:lnTo>
                  <a:lnTo>
                    <a:pt x="2090115" y="1600150"/>
                  </a:lnTo>
                  <a:lnTo>
                    <a:pt x="2090218" y="1600170"/>
                  </a:lnTo>
                  <a:lnTo>
                    <a:pt x="2090265" y="1600252"/>
                  </a:lnTo>
                  <a:lnTo>
                    <a:pt x="2090171" y="1600426"/>
                  </a:lnTo>
                  <a:lnTo>
                    <a:pt x="2090135" y="1600476"/>
                  </a:lnTo>
                  <a:lnTo>
                    <a:pt x="2090094" y="1600498"/>
                  </a:lnTo>
                  <a:lnTo>
                    <a:pt x="2089916" y="1600636"/>
                  </a:lnTo>
                  <a:lnTo>
                    <a:pt x="2089784" y="1600781"/>
                  </a:lnTo>
                  <a:lnTo>
                    <a:pt x="2089515" y="1601113"/>
                  </a:lnTo>
                  <a:lnTo>
                    <a:pt x="2089502" y="1601146"/>
                  </a:lnTo>
                  <a:lnTo>
                    <a:pt x="2089435" y="1601411"/>
                  </a:lnTo>
                  <a:lnTo>
                    <a:pt x="2089456" y="1601458"/>
                  </a:lnTo>
                  <a:lnTo>
                    <a:pt x="2089472" y="1601559"/>
                  </a:lnTo>
                  <a:lnTo>
                    <a:pt x="2089463" y="1601686"/>
                  </a:lnTo>
                  <a:lnTo>
                    <a:pt x="2089441" y="1601745"/>
                  </a:lnTo>
                  <a:lnTo>
                    <a:pt x="2089402" y="1601789"/>
                  </a:lnTo>
                  <a:lnTo>
                    <a:pt x="2089360" y="1601796"/>
                  </a:lnTo>
                  <a:lnTo>
                    <a:pt x="2089227" y="1601789"/>
                  </a:lnTo>
                  <a:lnTo>
                    <a:pt x="2089193" y="1601780"/>
                  </a:lnTo>
                  <a:lnTo>
                    <a:pt x="2089175" y="1601752"/>
                  </a:lnTo>
                  <a:lnTo>
                    <a:pt x="2089137" y="1601715"/>
                  </a:lnTo>
                  <a:lnTo>
                    <a:pt x="2089117" y="1601714"/>
                  </a:lnTo>
                  <a:lnTo>
                    <a:pt x="2089026" y="1601761"/>
                  </a:lnTo>
                  <a:lnTo>
                    <a:pt x="2088939" y="1601882"/>
                  </a:lnTo>
                  <a:lnTo>
                    <a:pt x="2088894" y="1601983"/>
                  </a:lnTo>
                  <a:lnTo>
                    <a:pt x="2088869" y="1602135"/>
                  </a:lnTo>
                  <a:lnTo>
                    <a:pt x="2088878" y="1602149"/>
                  </a:lnTo>
                  <a:lnTo>
                    <a:pt x="2088884" y="1602179"/>
                  </a:lnTo>
                  <a:lnTo>
                    <a:pt x="2088871" y="1602436"/>
                  </a:lnTo>
                  <a:lnTo>
                    <a:pt x="2088844" y="1602514"/>
                  </a:lnTo>
                  <a:lnTo>
                    <a:pt x="2088678" y="1602791"/>
                  </a:lnTo>
                  <a:lnTo>
                    <a:pt x="2088559" y="1602975"/>
                  </a:lnTo>
                  <a:lnTo>
                    <a:pt x="2088543" y="1602992"/>
                  </a:lnTo>
                  <a:lnTo>
                    <a:pt x="2088503" y="1602992"/>
                  </a:lnTo>
                  <a:lnTo>
                    <a:pt x="2088473" y="1602958"/>
                  </a:lnTo>
                  <a:lnTo>
                    <a:pt x="2088349" y="1602889"/>
                  </a:lnTo>
                  <a:lnTo>
                    <a:pt x="2088310" y="1602882"/>
                  </a:lnTo>
                  <a:lnTo>
                    <a:pt x="2088258" y="1602892"/>
                  </a:lnTo>
                  <a:lnTo>
                    <a:pt x="2088196" y="1602926"/>
                  </a:lnTo>
                  <a:lnTo>
                    <a:pt x="2088152" y="1602967"/>
                  </a:lnTo>
                  <a:lnTo>
                    <a:pt x="2088122" y="1603001"/>
                  </a:lnTo>
                  <a:lnTo>
                    <a:pt x="2087994" y="1603179"/>
                  </a:lnTo>
                  <a:lnTo>
                    <a:pt x="2087957" y="1603266"/>
                  </a:lnTo>
                  <a:lnTo>
                    <a:pt x="2087945" y="1603319"/>
                  </a:lnTo>
                  <a:lnTo>
                    <a:pt x="2087946" y="1603340"/>
                  </a:lnTo>
                  <a:lnTo>
                    <a:pt x="2087966" y="1603363"/>
                  </a:lnTo>
                  <a:lnTo>
                    <a:pt x="2087992" y="1603369"/>
                  </a:lnTo>
                  <a:lnTo>
                    <a:pt x="2088001" y="1603385"/>
                  </a:lnTo>
                  <a:lnTo>
                    <a:pt x="2087980" y="1603857"/>
                  </a:lnTo>
                  <a:lnTo>
                    <a:pt x="2087960" y="1604001"/>
                  </a:lnTo>
                  <a:lnTo>
                    <a:pt x="2087942" y="1604095"/>
                  </a:lnTo>
                  <a:lnTo>
                    <a:pt x="2087918" y="1604214"/>
                  </a:lnTo>
                  <a:lnTo>
                    <a:pt x="2087915" y="1604224"/>
                  </a:lnTo>
                  <a:lnTo>
                    <a:pt x="2087860" y="1604255"/>
                  </a:lnTo>
                  <a:lnTo>
                    <a:pt x="2087553" y="1604248"/>
                  </a:lnTo>
                  <a:lnTo>
                    <a:pt x="2087534" y="1604230"/>
                  </a:lnTo>
                  <a:lnTo>
                    <a:pt x="2087519" y="1604211"/>
                  </a:lnTo>
                  <a:lnTo>
                    <a:pt x="2087503" y="1604145"/>
                  </a:lnTo>
                  <a:lnTo>
                    <a:pt x="2087459" y="1603734"/>
                  </a:lnTo>
                  <a:lnTo>
                    <a:pt x="2087455" y="1603691"/>
                  </a:lnTo>
                  <a:lnTo>
                    <a:pt x="2087456" y="1603574"/>
                  </a:lnTo>
                  <a:lnTo>
                    <a:pt x="2087539" y="1603467"/>
                  </a:lnTo>
                  <a:lnTo>
                    <a:pt x="2087578" y="1603423"/>
                  </a:lnTo>
                  <a:lnTo>
                    <a:pt x="2087607" y="1603026"/>
                  </a:lnTo>
                  <a:lnTo>
                    <a:pt x="2087787" y="1603003"/>
                  </a:lnTo>
                  <a:lnTo>
                    <a:pt x="2087954" y="1602996"/>
                  </a:lnTo>
                  <a:lnTo>
                    <a:pt x="2088077" y="1602940"/>
                  </a:lnTo>
                  <a:lnTo>
                    <a:pt x="2088088" y="1602926"/>
                  </a:lnTo>
                  <a:lnTo>
                    <a:pt x="2088112" y="1602850"/>
                  </a:lnTo>
                  <a:lnTo>
                    <a:pt x="2088199" y="1602327"/>
                  </a:lnTo>
                  <a:lnTo>
                    <a:pt x="2088210" y="1602236"/>
                  </a:lnTo>
                  <a:lnTo>
                    <a:pt x="2088197" y="1602198"/>
                  </a:lnTo>
                  <a:lnTo>
                    <a:pt x="2088140" y="1602121"/>
                  </a:lnTo>
                  <a:lnTo>
                    <a:pt x="2087774" y="1601647"/>
                  </a:lnTo>
                  <a:lnTo>
                    <a:pt x="2087758" y="1601627"/>
                  </a:lnTo>
                  <a:lnTo>
                    <a:pt x="2087730" y="1601522"/>
                  </a:lnTo>
                  <a:lnTo>
                    <a:pt x="2087736" y="1601484"/>
                  </a:lnTo>
                  <a:lnTo>
                    <a:pt x="2087976" y="1601163"/>
                  </a:lnTo>
                  <a:lnTo>
                    <a:pt x="2087981" y="1601102"/>
                  </a:lnTo>
                  <a:lnTo>
                    <a:pt x="2087962" y="1601053"/>
                  </a:lnTo>
                  <a:lnTo>
                    <a:pt x="2087941" y="1601020"/>
                  </a:lnTo>
                  <a:lnTo>
                    <a:pt x="2087922" y="1600984"/>
                  </a:lnTo>
                  <a:lnTo>
                    <a:pt x="2087922" y="1600946"/>
                  </a:lnTo>
                  <a:lnTo>
                    <a:pt x="2087922" y="1600927"/>
                  </a:lnTo>
                  <a:lnTo>
                    <a:pt x="2088018" y="1600754"/>
                  </a:lnTo>
                  <a:lnTo>
                    <a:pt x="2088120" y="1600685"/>
                  </a:lnTo>
                  <a:lnTo>
                    <a:pt x="2088217" y="1600564"/>
                  </a:lnTo>
                  <a:lnTo>
                    <a:pt x="2088300" y="1600394"/>
                  </a:lnTo>
                  <a:lnTo>
                    <a:pt x="2088305" y="1600343"/>
                  </a:lnTo>
                  <a:lnTo>
                    <a:pt x="2088342" y="1600261"/>
                  </a:lnTo>
                  <a:lnTo>
                    <a:pt x="2088395" y="1600216"/>
                  </a:lnTo>
                  <a:lnTo>
                    <a:pt x="2088408" y="1600213"/>
                  </a:lnTo>
                  <a:lnTo>
                    <a:pt x="2088527" y="1600210"/>
                  </a:lnTo>
                  <a:lnTo>
                    <a:pt x="2088679" y="1600134"/>
                  </a:lnTo>
                  <a:lnTo>
                    <a:pt x="2088750" y="1600078"/>
                  </a:lnTo>
                  <a:lnTo>
                    <a:pt x="2088797" y="1599993"/>
                  </a:lnTo>
                  <a:lnTo>
                    <a:pt x="2088843" y="1599884"/>
                  </a:lnTo>
                  <a:lnTo>
                    <a:pt x="2088877" y="1599700"/>
                  </a:lnTo>
                  <a:lnTo>
                    <a:pt x="2088958" y="1599073"/>
                  </a:lnTo>
                  <a:lnTo>
                    <a:pt x="2088964" y="1598704"/>
                  </a:lnTo>
                  <a:lnTo>
                    <a:pt x="2088809" y="1598198"/>
                  </a:lnTo>
                  <a:lnTo>
                    <a:pt x="2088793" y="1598180"/>
                  </a:lnTo>
                  <a:lnTo>
                    <a:pt x="2088751" y="1598105"/>
                  </a:lnTo>
                  <a:lnTo>
                    <a:pt x="2088716" y="1598034"/>
                  </a:lnTo>
                  <a:lnTo>
                    <a:pt x="2088661" y="1597913"/>
                  </a:lnTo>
                  <a:lnTo>
                    <a:pt x="2088628" y="1597807"/>
                  </a:lnTo>
                  <a:lnTo>
                    <a:pt x="2088630" y="1597656"/>
                  </a:lnTo>
                  <a:lnTo>
                    <a:pt x="2088622" y="1597522"/>
                  </a:lnTo>
                  <a:lnTo>
                    <a:pt x="2088565" y="1597369"/>
                  </a:lnTo>
                  <a:lnTo>
                    <a:pt x="2088461" y="1597136"/>
                  </a:lnTo>
                  <a:lnTo>
                    <a:pt x="2088381" y="1596985"/>
                  </a:lnTo>
                  <a:lnTo>
                    <a:pt x="2088349" y="1596950"/>
                  </a:lnTo>
                  <a:lnTo>
                    <a:pt x="2088285" y="1596846"/>
                  </a:lnTo>
                  <a:lnTo>
                    <a:pt x="2088260" y="1596772"/>
                  </a:lnTo>
                  <a:lnTo>
                    <a:pt x="2088424" y="1596646"/>
                  </a:lnTo>
                  <a:lnTo>
                    <a:pt x="2088453" y="1596578"/>
                  </a:lnTo>
                  <a:lnTo>
                    <a:pt x="2088467" y="1596507"/>
                  </a:lnTo>
                  <a:lnTo>
                    <a:pt x="2088384" y="1596336"/>
                  </a:lnTo>
                  <a:lnTo>
                    <a:pt x="2088298" y="1596239"/>
                  </a:lnTo>
                  <a:lnTo>
                    <a:pt x="2088203" y="1596170"/>
                  </a:lnTo>
                  <a:lnTo>
                    <a:pt x="2088141" y="1596100"/>
                  </a:lnTo>
                  <a:lnTo>
                    <a:pt x="2088053" y="1595932"/>
                  </a:lnTo>
                  <a:lnTo>
                    <a:pt x="2087982" y="1595796"/>
                  </a:lnTo>
                  <a:lnTo>
                    <a:pt x="2087948" y="1595645"/>
                  </a:lnTo>
                  <a:lnTo>
                    <a:pt x="2087890" y="1595646"/>
                  </a:lnTo>
                  <a:lnTo>
                    <a:pt x="2087827" y="1595649"/>
                  </a:lnTo>
                  <a:lnTo>
                    <a:pt x="2087769" y="1595636"/>
                  </a:lnTo>
                  <a:lnTo>
                    <a:pt x="2087603" y="1595493"/>
                  </a:lnTo>
                  <a:lnTo>
                    <a:pt x="2087514" y="1595451"/>
                  </a:lnTo>
                  <a:lnTo>
                    <a:pt x="2087454" y="1595470"/>
                  </a:lnTo>
                  <a:lnTo>
                    <a:pt x="2087336" y="1595600"/>
                  </a:lnTo>
                  <a:lnTo>
                    <a:pt x="2087259" y="1595600"/>
                  </a:lnTo>
                  <a:lnTo>
                    <a:pt x="2086780" y="1595392"/>
                  </a:lnTo>
                  <a:lnTo>
                    <a:pt x="2086731" y="1595343"/>
                  </a:lnTo>
                  <a:lnTo>
                    <a:pt x="2086746" y="1595268"/>
                  </a:lnTo>
                  <a:lnTo>
                    <a:pt x="2086843" y="1595177"/>
                  </a:lnTo>
                  <a:lnTo>
                    <a:pt x="2087061" y="1595021"/>
                  </a:lnTo>
                  <a:lnTo>
                    <a:pt x="2087078" y="1594952"/>
                  </a:lnTo>
                  <a:lnTo>
                    <a:pt x="2087064" y="1594904"/>
                  </a:lnTo>
                  <a:lnTo>
                    <a:pt x="2087041" y="1594878"/>
                  </a:lnTo>
                  <a:lnTo>
                    <a:pt x="2086932" y="1594718"/>
                  </a:lnTo>
                  <a:lnTo>
                    <a:pt x="2086895" y="1594604"/>
                  </a:lnTo>
                  <a:lnTo>
                    <a:pt x="2086791" y="1594497"/>
                  </a:lnTo>
                  <a:lnTo>
                    <a:pt x="2086717" y="1594467"/>
                  </a:lnTo>
                  <a:lnTo>
                    <a:pt x="2086674" y="1594546"/>
                  </a:lnTo>
                  <a:lnTo>
                    <a:pt x="2086665" y="1594878"/>
                  </a:lnTo>
                  <a:lnTo>
                    <a:pt x="2086642" y="1594884"/>
                  </a:lnTo>
                  <a:lnTo>
                    <a:pt x="2086450" y="1594845"/>
                  </a:lnTo>
                  <a:lnTo>
                    <a:pt x="2086353" y="1594770"/>
                  </a:lnTo>
                  <a:lnTo>
                    <a:pt x="2085960" y="1594451"/>
                  </a:lnTo>
                  <a:lnTo>
                    <a:pt x="2085851" y="1594367"/>
                  </a:lnTo>
                  <a:lnTo>
                    <a:pt x="2085851" y="1594272"/>
                  </a:lnTo>
                  <a:lnTo>
                    <a:pt x="2085858" y="1594188"/>
                  </a:lnTo>
                  <a:lnTo>
                    <a:pt x="2085826" y="1594192"/>
                  </a:lnTo>
                  <a:lnTo>
                    <a:pt x="2085622" y="1594189"/>
                  </a:lnTo>
                  <a:lnTo>
                    <a:pt x="2085520" y="1594161"/>
                  </a:lnTo>
                  <a:lnTo>
                    <a:pt x="2085004" y="1594020"/>
                  </a:lnTo>
                  <a:lnTo>
                    <a:pt x="2084662" y="1593840"/>
                  </a:lnTo>
                  <a:lnTo>
                    <a:pt x="2084261" y="1593623"/>
                  </a:lnTo>
                  <a:lnTo>
                    <a:pt x="2084110" y="1593587"/>
                  </a:lnTo>
                  <a:lnTo>
                    <a:pt x="2084042" y="1593565"/>
                  </a:lnTo>
                  <a:lnTo>
                    <a:pt x="2083878" y="1593456"/>
                  </a:lnTo>
                  <a:lnTo>
                    <a:pt x="2083772" y="1593412"/>
                  </a:lnTo>
                  <a:lnTo>
                    <a:pt x="2083673" y="1593390"/>
                  </a:lnTo>
                  <a:lnTo>
                    <a:pt x="2083460" y="1593359"/>
                  </a:lnTo>
                  <a:lnTo>
                    <a:pt x="2083399" y="1593459"/>
                  </a:lnTo>
                  <a:lnTo>
                    <a:pt x="2083352" y="1593494"/>
                  </a:lnTo>
                  <a:lnTo>
                    <a:pt x="2083287" y="1593502"/>
                  </a:lnTo>
                  <a:lnTo>
                    <a:pt x="2083174" y="1593492"/>
                  </a:lnTo>
                  <a:lnTo>
                    <a:pt x="2082993" y="1593408"/>
                  </a:lnTo>
                  <a:lnTo>
                    <a:pt x="2082722" y="1593443"/>
                  </a:lnTo>
                  <a:lnTo>
                    <a:pt x="2082204" y="1593407"/>
                  </a:lnTo>
                  <a:lnTo>
                    <a:pt x="2081989" y="1593371"/>
                  </a:lnTo>
                  <a:lnTo>
                    <a:pt x="2081788" y="1593314"/>
                  </a:lnTo>
                  <a:lnTo>
                    <a:pt x="2081722" y="1593296"/>
                  </a:lnTo>
                  <a:lnTo>
                    <a:pt x="2081698" y="1593288"/>
                  </a:lnTo>
                  <a:lnTo>
                    <a:pt x="2081675" y="1593271"/>
                  </a:lnTo>
                  <a:lnTo>
                    <a:pt x="2081660" y="1593259"/>
                  </a:lnTo>
                  <a:lnTo>
                    <a:pt x="2081649" y="1593237"/>
                  </a:lnTo>
                  <a:lnTo>
                    <a:pt x="2081647" y="1593230"/>
                  </a:lnTo>
                  <a:lnTo>
                    <a:pt x="2081646" y="1593223"/>
                  </a:lnTo>
                  <a:lnTo>
                    <a:pt x="2081648" y="1593205"/>
                  </a:lnTo>
                  <a:lnTo>
                    <a:pt x="2081664" y="1593088"/>
                  </a:lnTo>
                  <a:lnTo>
                    <a:pt x="2081645" y="1593060"/>
                  </a:lnTo>
                  <a:lnTo>
                    <a:pt x="2081640" y="1593136"/>
                  </a:lnTo>
                  <a:lnTo>
                    <a:pt x="2081638" y="1593143"/>
                  </a:lnTo>
                  <a:lnTo>
                    <a:pt x="2081634" y="1593157"/>
                  </a:lnTo>
                  <a:lnTo>
                    <a:pt x="2081606" y="1593218"/>
                  </a:lnTo>
                  <a:lnTo>
                    <a:pt x="2081366" y="1593035"/>
                  </a:lnTo>
                  <a:lnTo>
                    <a:pt x="2081308" y="1592984"/>
                  </a:lnTo>
                  <a:lnTo>
                    <a:pt x="2081226" y="1592896"/>
                  </a:lnTo>
                  <a:lnTo>
                    <a:pt x="2081150" y="1592741"/>
                  </a:lnTo>
                  <a:lnTo>
                    <a:pt x="2081099" y="1592658"/>
                  </a:lnTo>
                  <a:lnTo>
                    <a:pt x="2081088" y="1592644"/>
                  </a:lnTo>
                  <a:lnTo>
                    <a:pt x="2080920" y="1592478"/>
                  </a:lnTo>
                  <a:lnTo>
                    <a:pt x="2080574" y="1592263"/>
                  </a:lnTo>
                  <a:lnTo>
                    <a:pt x="2080551" y="1592249"/>
                  </a:lnTo>
                  <a:lnTo>
                    <a:pt x="2080537" y="1592240"/>
                  </a:lnTo>
                  <a:lnTo>
                    <a:pt x="2080433" y="1592175"/>
                  </a:lnTo>
                  <a:lnTo>
                    <a:pt x="2080413" y="1592174"/>
                  </a:lnTo>
                  <a:lnTo>
                    <a:pt x="2080407" y="1592171"/>
                  </a:lnTo>
                  <a:lnTo>
                    <a:pt x="2080402" y="1592170"/>
                  </a:lnTo>
                  <a:lnTo>
                    <a:pt x="2080390" y="1592172"/>
                  </a:lnTo>
                  <a:lnTo>
                    <a:pt x="2080249" y="1592161"/>
                  </a:lnTo>
                  <a:lnTo>
                    <a:pt x="2080232" y="1592160"/>
                  </a:lnTo>
                  <a:lnTo>
                    <a:pt x="2080233" y="1592169"/>
                  </a:lnTo>
                  <a:lnTo>
                    <a:pt x="2080227" y="1592181"/>
                  </a:lnTo>
                  <a:lnTo>
                    <a:pt x="2080204" y="1592186"/>
                  </a:lnTo>
                  <a:lnTo>
                    <a:pt x="2080186" y="1592190"/>
                  </a:lnTo>
                  <a:lnTo>
                    <a:pt x="2080171" y="1592188"/>
                  </a:lnTo>
                  <a:lnTo>
                    <a:pt x="2080011" y="1592242"/>
                  </a:lnTo>
                  <a:lnTo>
                    <a:pt x="2079968" y="1592245"/>
                  </a:lnTo>
                  <a:lnTo>
                    <a:pt x="2079954" y="1592246"/>
                  </a:lnTo>
                  <a:lnTo>
                    <a:pt x="2079917" y="1592248"/>
                  </a:lnTo>
                  <a:lnTo>
                    <a:pt x="2079910" y="1592249"/>
                  </a:lnTo>
                  <a:lnTo>
                    <a:pt x="2079898" y="1592250"/>
                  </a:lnTo>
                  <a:lnTo>
                    <a:pt x="2079871" y="1592251"/>
                  </a:lnTo>
                  <a:lnTo>
                    <a:pt x="2079856" y="1592252"/>
                  </a:lnTo>
                  <a:lnTo>
                    <a:pt x="2079846" y="1592253"/>
                  </a:lnTo>
                  <a:lnTo>
                    <a:pt x="2079824" y="1592254"/>
                  </a:lnTo>
                  <a:lnTo>
                    <a:pt x="2079805" y="1592255"/>
                  </a:lnTo>
                  <a:lnTo>
                    <a:pt x="2079783" y="1592257"/>
                  </a:lnTo>
                  <a:lnTo>
                    <a:pt x="2079763" y="1592258"/>
                  </a:lnTo>
                  <a:lnTo>
                    <a:pt x="2079660" y="1592264"/>
                  </a:lnTo>
                  <a:lnTo>
                    <a:pt x="2079639" y="1592266"/>
                  </a:lnTo>
                  <a:lnTo>
                    <a:pt x="2079591" y="1592269"/>
                  </a:lnTo>
                  <a:lnTo>
                    <a:pt x="2079548" y="1592271"/>
                  </a:lnTo>
                  <a:lnTo>
                    <a:pt x="2079516" y="1592273"/>
                  </a:lnTo>
                  <a:lnTo>
                    <a:pt x="2079510" y="1592274"/>
                  </a:lnTo>
                  <a:lnTo>
                    <a:pt x="2079488" y="1592275"/>
                  </a:lnTo>
                  <a:lnTo>
                    <a:pt x="2079468" y="1592276"/>
                  </a:lnTo>
                  <a:lnTo>
                    <a:pt x="2079427" y="1592278"/>
                  </a:lnTo>
                  <a:lnTo>
                    <a:pt x="2079396" y="1592279"/>
                  </a:lnTo>
                  <a:lnTo>
                    <a:pt x="2079375" y="1592280"/>
                  </a:lnTo>
                  <a:lnTo>
                    <a:pt x="2079363" y="1592281"/>
                  </a:lnTo>
                  <a:lnTo>
                    <a:pt x="2079273" y="1592286"/>
                  </a:lnTo>
                  <a:lnTo>
                    <a:pt x="2079210" y="1592321"/>
                  </a:lnTo>
                  <a:lnTo>
                    <a:pt x="2079207" y="1592331"/>
                  </a:lnTo>
                  <a:lnTo>
                    <a:pt x="2079208" y="1592347"/>
                  </a:lnTo>
                  <a:lnTo>
                    <a:pt x="2079201" y="1592348"/>
                  </a:lnTo>
                  <a:lnTo>
                    <a:pt x="2079178" y="1592353"/>
                  </a:lnTo>
                  <a:lnTo>
                    <a:pt x="2079172" y="1592340"/>
                  </a:lnTo>
                  <a:lnTo>
                    <a:pt x="2079150" y="1592343"/>
                  </a:lnTo>
                  <a:lnTo>
                    <a:pt x="2079136" y="1592345"/>
                  </a:lnTo>
                  <a:lnTo>
                    <a:pt x="2078963" y="1592432"/>
                  </a:lnTo>
                  <a:lnTo>
                    <a:pt x="2078951" y="1592472"/>
                  </a:lnTo>
                  <a:lnTo>
                    <a:pt x="2078928" y="1592545"/>
                  </a:lnTo>
                  <a:lnTo>
                    <a:pt x="2078906" y="1592615"/>
                  </a:lnTo>
                  <a:lnTo>
                    <a:pt x="2078900" y="1592634"/>
                  </a:lnTo>
                  <a:lnTo>
                    <a:pt x="2078890" y="1592667"/>
                  </a:lnTo>
                  <a:lnTo>
                    <a:pt x="2078905" y="1592701"/>
                  </a:lnTo>
                  <a:lnTo>
                    <a:pt x="2079064" y="1592709"/>
                  </a:lnTo>
                  <a:lnTo>
                    <a:pt x="2079073" y="1592696"/>
                  </a:lnTo>
                  <a:lnTo>
                    <a:pt x="2079119" y="1592681"/>
                  </a:lnTo>
                  <a:lnTo>
                    <a:pt x="2079219" y="1592665"/>
                  </a:lnTo>
                  <a:lnTo>
                    <a:pt x="2079277" y="1592667"/>
                  </a:lnTo>
                  <a:lnTo>
                    <a:pt x="2079300" y="1592671"/>
                  </a:lnTo>
                  <a:lnTo>
                    <a:pt x="2079447" y="1592759"/>
                  </a:lnTo>
                  <a:lnTo>
                    <a:pt x="2079478" y="1592826"/>
                  </a:lnTo>
                  <a:lnTo>
                    <a:pt x="2079486" y="1592869"/>
                  </a:lnTo>
                  <a:lnTo>
                    <a:pt x="2079483" y="1593083"/>
                  </a:lnTo>
                  <a:lnTo>
                    <a:pt x="2079457" y="1593150"/>
                  </a:lnTo>
                  <a:lnTo>
                    <a:pt x="2079462" y="1593190"/>
                  </a:lnTo>
                  <a:lnTo>
                    <a:pt x="2079488" y="1593245"/>
                  </a:lnTo>
                  <a:lnTo>
                    <a:pt x="2079534" y="1593321"/>
                  </a:lnTo>
                  <a:lnTo>
                    <a:pt x="2079582" y="1593369"/>
                  </a:lnTo>
                  <a:lnTo>
                    <a:pt x="2079660" y="1593446"/>
                  </a:lnTo>
                  <a:lnTo>
                    <a:pt x="2079679" y="1593461"/>
                  </a:lnTo>
                  <a:lnTo>
                    <a:pt x="2079858" y="1593564"/>
                  </a:lnTo>
                  <a:lnTo>
                    <a:pt x="2080069" y="1593669"/>
                  </a:lnTo>
                  <a:lnTo>
                    <a:pt x="2080117" y="1593688"/>
                  </a:lnTo>
                  <a:lnTo>
                    <a:pt x="2080216" y="1593729"/>
                  </a:lnTo>
                  <a:lnTo>
                    <a:pt x="2080531" y="1593809"/>
                  </a:lnTo>
                  <a:lnTo>
                    <a:pt x="2080698" y="1593844"/>
                  </a:lnTo>
                  <a:lnTo>
                    <a:pt x="2081173" y="1593924"/>
                  </a:lnTo>
                  <a:lnTo>
                    <a:pt x="2081471" y="1593938"/>
                  </a:lnTo>
                  <a:lnTo>
                    <a:pt x="2081702" y="1593918"/>
                  </a:lnTo>
                  <a:lnTo>
                    <a:pt x="2081743" y="1593914"/>
                  </a:lnTo>
                  <a:lnTo>
                    <a:pt x="2081819" y="1593877"/>
                  </a:lnTo>
                  <a:lnTo>
                    <a:pt x="2081947" y="1593839"/>
                  </a:lnTo>
                  <a:lnTo>
                    <a:pt x="2081994" y="1593836"/>
                  </a:lnTo>
                  <a:lnTo>
                    <a:pt x="2082279" y="1593873"/>
                  </a:lnTo>
                  <a:lnTo>
                    <a:pt x="2082398" y="1593938"/>
                  </a:lnTo>
                  <a:lnTo>
                    <a:pt x="2082782" y="1594158"/>
                  </a:lnTo>
                  <a:lnTo>
                    <a:pt x="2082834" y="1594228"/>
                  </a:lnTo>
                  <a:lnTo>
                    <a:pt x="2082953" y="1594413"/>
                  </a:lnTo>
                  <a:lnTo>
                    <a:pt x="2083113" y="1594690"/>
                  </a:lnTo>
                  <a:lnTo>
                    <a:pt x="2083157" y="1594768"/>
                  </a:lnTo>
                  <a:lnTo>
                    <a:pt x="2083208" y="1594862"/>
                  </a:lnTo>
                  <a:lnTo>
                    <a:pt x="2083213" y="1594912"/>
                  </a:lnTo>
                  <a:lnTo>
                    <a:pt x="2083198" y="1594957"/>
                  </a:lnTo>
                  <a:lnTo>
                    <a:pt x="2083166" y="1594983"/>
                  </a:lnTo>
                  <a:lnTo>
                    <a:pt x="2083110" y="1594983"/>
                  </a:lnTo>
                  <a:lnTo>
                    <a:pt x="2083066" y="1595007"/>
                  </a:lnTo>
                  <a:lnTo>
                    <a:pt x="2083035" y="1595069"/>
                  </a:lnTo>
                  <a:lnTo>
                    <a:pt x="2083031" y="1595091"/>
                  </a:lnTo>
                  <a:lnTo>
                    <a:pt x="2083030" y="1595330"/>
                  </a:lnTo>
                  <a:lnTo>
                    <a:pt x="2083140" y="1595604"/>
                  </a:lnTo>
                  <a:lnTo>
                    <a:pt x="2083202" y="1595652"/>
                  </a:lnTo>
                  <a:lnTo>
                    <a:pt x="2083252" y="1595674"/>
                  </a:lnTo>
                  <a:lnTo>
                    <a:pt x="2083475" y="1595990"/>
                  </a:lnTo>
                  <a:lnTo>
                    <a:pt x="2083619" y="1596134"/>
                  </a:lnTo>
                  <a:lnTo>
                    <a:pt x="2083787" y="1596381"/>
                  </a:lnTo>
                  <a:lnTo>
                    <a:pt x="2083635" y="1596566"/>
                  </a:lnTo>
                  <a:lnTo>
                    <a:pt x="2083267" y="1597111"/>
                  </a:lnTo>
                  <a:lnTo>
                    <a:pt x="2083183" y="1597329"/>
                  </a:lnTo>
                  <a:lnTo>
                    <a:pt x="2083003" y="1597605"/>
                  </a:lnTo>
                  <a:lnTo>
                    <a:pt x="2082973" y="1597733"/>
                  </a:lnTo>
                  <a:lnTo>
                    <a:pt x="2082936" y="1597895"/>
                  </a:lnTo>
                  <a:lnTo>
                    <a:pt x="2083045" y="1597962"/>
                  </a:lnTo>
                  <a:lnTo>
                    <a:pt x="2083126" y="1598012"/>
                  </a:lnTo>
                  <a:lnTo>
                    <a:pt x="2083196" y="1598038"/>
                  </a:lnTo>
                  <a:lnTo>
                    <a:pt x="2083238" y="1598053"/>
                  </a:lnTo>
                  <a:lnTo>
                    <a:pt x="2083303" y="1598079"/>
                  </a:lnTo>
                  <a:lnTo>
                    <a:pt x="2083383" y="1598226"/>
                  </a:lnTo>
                  <a:lnTo>
                    <a:pt x="2083384" y="1598237"/>
                  </a:lnTo>
                  <a:lnTo>
                    <a:pt x="2083370" y="1598317"/>
                  </a:lnTo>
                  <a:lnTo>
                    <a:pt x="2083342" y="1598386"/>
                  </a:lnTo>
                  <a:lnTo>
                    <a:pt x="2083333" y="1598406"/>
                  </a:lnTo>
                  <a:lnTo>
                    <a:pt x="2083286" y="1598489"/>
                  </a:lnTo>
                  <a:lnTo>
                    <a:pt x="2083266" y="1598486"/>
                  </a:lnTo>
                  <a:lnTo>
                    <a:pt x="2083246" y="1598480"/>
                  </a:lnTo>
                  <a:lnTo>
                    <a:pt x="2083185" y="1598422"/>
                  </a:lnTo>
                  <a:lnTo>
                    <a:pt x="2083163" y="1598399"/>
                  </a:lnTo>
                  <a:lnTo>
                    <a:pt x="2083148" y="1598360"/>
                  </a:lnTo>
                  <a:lnTo>
                    <a:pt x="2083120" y="1598341"/>
                  </a:lnTo>
                  <a:lnTo>
                    <a:pt x="2083053" y="1598316"/>
                  </a:lnTo>
                  <a:lnTo>
                    <a:pt x="2083004" y="1598319"/>
                  </a:lnTo>
                  <a:lnTo>
                    <a:pt x="2082930" y="1598368"/>
                  </a:lnTo>
                  <a:lnTo>
                    <a:pt x="2082798" y="1598473"/>
                  </a:lnTo>
                  <a:lnTo>
                    <a:pt x="2082616" y="1598689"/>
                  </a:lnTo>
                  <a:lnTo>
                    <a:pt x="2082563" y="1598710"/>
                  </a:lnTo>
                  <a:lnTo>
                    <a:pt x="2082349" y="1598775"/>
                  </a:lnTo>
                  <a:lnTo>
                    <a:pt x="2082170" y="1598779"/>
                  </a:lnTo>
                  <a:lnTo>
                    <a:pt x="2082113" y="1599061"/>
                  </a:lnTo>
                  <a:lnTo>
                    <a:pt x="2082104" y="1599107"/>
                  </a:lnTo>
                  <a:lnTo>
                    <a:pt x="2082110" y="1599297"/>
                  </a:lnTo>
                  <a:lnTo>
                    <a:pt x="2082210" y="1599665"/>
                  </a:lnTo>
                  <a:lnTo>
                    <a:pt x="2082259" y="1599787"/>
                  </a:lnTo>
                  <a:lnTo>
                    <a:pt x="2082288" y="1599839"/>
                  </a:lnTo>
                  <a:lnTo>
                    <a:pt x="2082311" y="1599942"/>
                  </a:lnTo>
                  <a:lnTo>
                    <a:pt x="2082286" y="1600010"/>
                  </a:lnTo>
                  <a:lnTo>
                    <a:pt x="2082197" y="1600056"/>
                  </a:lnTo>
                  <a:lnTo>
                    <a:pt x="2081878" y="1600258"/>
                  </a:lnTo>
                  <a:lnTo>
                    <a:pt x="2081640" y="1600408"/>
                  </a:lnTo>
                  <a:lnTo>
                    <a:pt x="2081435" y="1600614"/>
                  </a:lnTo>
                  <a:lnTo>
                    <a:pt x="2081115" y="1601113"/>
                  </a:lnTo>
                  <a:lnTo>
                    <a:pt x="2080931" y="1601438"/>
                  </a:lnTo>
                  <a:lnTo>
                    <a:pt x="2080743" y="1601788"/>
                  </a:lnTo>
                  <a:lnTo>
                    <a:pt x="2080743" y="1601850"/>
                  </a:lnTo>
                  <a:lnTo>
                    <a:pt x="2080760" y="1601880"/>
                  </a:lnTo>
                  <a:lnTo>
                    <a:pt x="2080814" y="1601908"/>
                  </a:lnTo>
                  <a:lnTo>
                    <a:pt x="2080830" y="1601965"/>
                  </a:lnTo>
                  <a:lnTo>
                    <a:pt x="2080830" y="1601982"/>
                  </a:lnTo>
                  <a:lnTo>
                    <a:pt x="2080776" y="1602087"/>
                  </a:lnTo>
                  <a:lnTo>
                    <a:pt x="2080693" y="1602147"/>
                  </a:lnTo>
                  <a:lnTo>
                    <a:pt x="2080680" y="1602153"/>
                  </a:lnTo>
                  <a:lnTo>
                    <a:pt x="2080582" y="1602131"/>
                  </a:lnTo>
                  <a:lnTo>
                    <a:pt x="2080392" y="1602022"/>
                  </a:lnTo>
                  <a:lnTo>
                    <a:pt x="2080071" y="1601654"/>
                  </a:lnTo>
                  <a:lnTo>
                    <a:pt x="2079546" y="1601249"/>
                  </a:lnTo>
                  <a:lnTo>
                    <a:pt x="2079399" y="1601176"/>
                  </a:lnTo>
                  <a:lnTo>
                    <a:pt x="2079178" y="1601114"/>
                  </a:lnTo>
                  <a:lnTo>
                    <a:pt x="2079080" y="1601222"/>
                  </a:lnTo>
                  <a:lnTo>
                    <a:pt x="2079030" y="1601277"/>
                  </a:lnTo>
                  <a:lnTo>
                    <a:pt x="2079021" y="1601300"/>
                  </a:lnTo>
                  <a:lnTo>
                    <a:pt x="2079142" y="1601413"/>
                  </a:lnTo>
                  <a:lnTo>
                    <a:pt x="2079249" y="1601472"/>
                  </a:lnTo>
                  <a:lnTo>
                    <a:pt x="2079616" y="1601658"/>
                  </a:lnTo>
                  <a:lnTo>
                    <a:pt x="2079789" y="1601744"/>
                  </a:lnTo>
                  <a:lnTo>
                    <a:pt x="2079919" y="1601854"/>
                  </a:lnTo>
                  <a:lnTo>
                    <a:pt x="2079959" y="1601902"/>
                  </a:lnTo>
                  <a:lnTo>
                    <a:pt x="2080087" y="1602093"/>
                  </a:lnTo>
                  <a:lnTo>
                    <a:pt x="2080139" y="1602202"/>
                  </a:lnTo>
                  <a:lnTo>
                    <a:pt x="2080298" y="1602513"/>
                  </a:lnTo>
                  <a:lnTo>
                    <a:pt x="2080429" y="1602768"/>
                  </a:lnTo>
                  <a:lnTo>
                    <a:pt x="2080474" y="1602986"/>
                  </a:lnTo>
                  <a:lnTo>
                    <a:pt x="2080697" y="1603134"/>
                  </a:lnTo>
                  <a:lnTo>
                    <a:pt x="2080777" y="1603187"/>
                  </a:lnTo>
                  <a:lnTo>
                    <a:pt x="2080792" y="1603191"/>
                  </a:lnTo>
                  <a:lnTo>
                    <a:pt x="2080909" y="1603107"/>
                  </a:lnTo>
                  <a:lnTo>
                    <a:pt x="2080999" y="1602931"/>
                  </a:lnTo>
                  <a:lnTo>
                    <a:pt x="2081094" y="1602868"/>
                  </a:lnTo>
                  <a:lnTo>
                    <a:pt x="2081336" y="1602822"/>
                  </a:lnTo>
                  <a:lnTo>
                    <a:pt x="2081365" y="1602824"/>
                  </a:lnTo>
                  <a:lnTo>
                    <a:pt x="2081379" y="1602856"/>
                  </a:lnTo>
                  <a:lnTo>
                    <a:pt x="2081501" y="1602949"/>
                  </a:lnTo>
                  <a:lnTo>
                    <a:pt x="2081532" y="1602963"/>
                  </a:lnTo>
                  <a:lnTo>
                    <a:pt x="2081685" y="1603017"/>
                  </a:lnTo>
                  <a:lnTo>
                    <a:pt x="2081759" y="1603034"/>
                  </a:lnTo>
                  <a:lnTo>
                    <a:pt x="2082064" y="1602904"/>
                  </a:lnTo>
                  <a:lnTo>
                    <a:pt x="2082111" y="1602733"/>
                  </a:lnTo>
                  <a:lnTo>
                    <a:pt x="2082079" y="1602686"/>
                  </a:lnTo>
                  <a:lnTo>
                    <a:pt x="2082055" y="1602562"/>
                  </a:lnTo>
                  <a:lnTo>
                    <a:pt x="2082052" y="1602547"/>
                  </a:lnTo>
                  <a:lnTo>
                    <a:pt x="2082058" y="1602524"/>
                  </a:lnTo>
                  <a:lnTo>
                    <a:pt x="2082181" y="1602379"/>
                  </a:lnTo>
                  <a:lnTo>
                    <a:pt x="2082217" y="1602339"/>
                  </a:lnTo>
                  <a:lnTo>
                    <a:pt x="2082251" y="1602357"/>
                  </a:lnTo>
                  <a:lnTo>
                    <a:pt x="2082263" y="1602379"/>
                  </a:lnTo>
                  <a:lnTo>
                    <a:pt x="2082270" y="1602421"/>
                  </a:lnTo>
                  <a:lnTo>
                    <a:pt x="2082372" y="1602483"/>
                  </a:lnTo>
                  <a:lnTo>
                    <a:pt x="2082533" y="1602550"/>
                  </a:lnTo>
                  <a:lnTo>
                    <a:pt x="2082577" y="1602561"/>
                  </a:lnTo>
                  <a:lnTo>
                    <a:pt x="2082683" y="1602579"/>
                  </a:lnTo>
                  <a:lnTo>
                    <a:pt x="2082764" y="1602583"/>
                  </a:lnTo>
                  <a:lnTo>
                    <a:pt x="2082775" y="1602577"/>
                  </a:lnTo>
                  <a:lnTo>
                    <a:pt x="2082847" y="1602343"/>
                  </a:lnTo>
                  <a:lnTo>
                    <a:pt x="2082908" y="1602044"/>
                  </a:lnTo>
                  <a:lnTo>
                    <a:pt x="2082966" y="1601963"/>
                  </a:lnTo>
                  <a:lnTo>
                    <a:pt x="2083040" y="1601913"/>
                  </a:lnTo>
                  <a:lnTo>
                    <a:pt x="2083462" y="1601929"/>
                  </a:lnTo>
                  <a:lnTo>
                    <a:pt x="2083474" y="1601936"/>
                  </a:lnTo>
                  <a:lnTo>
                    <a:pt x="2083516" y="1602052"/>
                  </a:lnTo>
                  <a:lnTo>
                    <a:pt x="2083582" y="1602271"/>
                  </a:lnTo>
                  <a:lnTo>
                    <a:pt x="2083438" y="1602440"/>
                  </a:lnTo>
                  <a:lnTo>
                    <a:pt x="2083435" y="1602476"/>
                  </a:lnTo>
                  <a:lnTo>
                    <a:pt x="2083519" y="1602564"/>
                  </a:lnTo>
                  <a:lnTo>
                    <a:pt x="2083785" y="1602602"/>
                  </a:lnTo>
                  <a:lnTo>
                    <a:pt x="2083800" y="1602602"/>
                  </a:lnTo>
                  <a:lnTo>
                    <a:pt x="2083819" y="1602594"/>
                  </a:lnTo>
                  <a:lnTo>
                    <a:pt x="2083863" y="1602560"/>
                  </a:lnTo>
                  <a:lnTo>
                    <a:pt x="2083967" y="1602462"/>
                  </a:lnTo>
                  <a:lnTo>
                    <a:pt x="2084225" y="1602530"/>
                  </a:lnTo>
                  <a:lnTo>
                    <a:pt x="2084414" y="1602898"/>
                  </a:lnTo>
                  <a:lnTo>
                    <a:pt x="2084423" y="1602925"/>
                  </a:lnTo>
                  <a:lnTo>
                    <a:pt x="2084648" y="1602993"/>
                  </a:lnTo>
                  <a:lnTo>
                    <a:pt x="2084695" y="1602993"/>
                  </a:lnTo>
                  <a:lnTo>
                    <a:pt x="2084932" y="1603070"/>
                  </a:lnTo>
                  <a:lnTo>
                    <a:pt x="2085167" y="1603206"/>
                  </a:lnTo>
                  <a:lnTo>
                    <a:pt x="2085272" y="1603294"/>
                  </a:lnTo>
                  <a:lnTo>
                    <a:pt x="2085289" y="1603314"/>
                  </a:lnTo>
                  <a:lnTo>
                    <a:pt x="2085282" y="1603338"/>
                  </a:lnTo>
                  <a:lnTo>
                    <a:pt x="2085185" y="1603418"/>
                  </a:lnTo>
                  <a:lnTo>
                    <a:pt x="2085119" y="1603460"/>
                  </a:lnTo>
                  <a:lnTo>
                    <a:pt x="2085071" y="1603454"/>
                  </a:lnTo>
                  <a:lnTo>
                    <a:pt x="2084983" y="1603415"/>
                  </a:lnTo>
                  <a:lnTo>
                    <a:pt x="2084869" y="1603409"/>
                  </a:lnTo>
                  <a:lnTo>
                    <a:pt x="2084796" y="1603411"/>
                  </a:lnTo>
                  <a:lnTo>
                    <a:pt x="2084680" y="1603450"/>
                  </a:lnTo>
                  <a:lnTo>
                    <a:pt x="2084650" y="1603479"/>
                  </a:lnTo>
                  <a:lnTo>
                    <a:pt x="2084565" y="1603607"/>
                  </a:lnTo>
                  <a:lnTo>
                    <a:pt x="2084530" y="1603683"/>
                  </a:lnTo>
                  <a:lnTo>
                    <a:pt x="2084515" y="1603738"/>
                  </a:lnTo>
                  <a:lnTo>
                    <a:pt x="2084509" y="1603810"/>
                  </a:lnTo>
                  <a:lnTo>
                    <a:pt x="2084515" y="1603919"/>
                  </a:lnTo>
                  <a:lnTo>
                    <a:pt x="2084406" y="1604244"/>
                  </a:lnTo>
                  <a:lnTo>
                    <a:pt x="2084369" y="1604326"/>
                  </a:lnTo>
                  <a:lnTo>
                    <a:pt x="2084353" y="1604401"/>
                  </a:lnTo>
                  <a:lnTo>
                    <a:pt x="2084350" y="1604426"/>
                  </a:lnTo>
                  <a:lnTo>
                    <a:pt x="2084369" y="1604493"/>
                  </a:lnTo>
                  <a:lnTo>
                    <a:pt x="2084361" y="1604505"/>
                  </a:lnTo>
                  <a:lnTo>
                    <a:pt x="2084031" y="1604494"/>
                  </a:lnTo>
                  <a:lnTo>
                    <a:pt x="2083993" y="1604467"/>
                  </a:lnTo>
                  <a:lnTo>
                    <a:pt x="2083846" y="1604172"/>
                  </a:lnTo>
                  <a:lnTo>
                    <a:pt x="2083639" y="1603863"/>
                  </a:lnTo>
                  <a:lnTo>
                    <a:pt x="2083543" y="1603815"/>
                  </a:lnTo>
                  <a:lnTo>
                    <a:pt x="2083494" y="1603810"/>
                  </a:lnTo>
                  <a:lnTo>
                    <a:pt x="2083426" y="1603826"/>
                  </a:lnTo>
                  <a:lnTo>
                    <a:pt x="2083263" y="1603893"/>
                  </a:lnTo>
                  <a:lnTo>
                    <a:pt x="2082953" y="1604078"/>
                  </a:lnTo>
                  <a:lnTo>
                    <a:pt x="2082908" y="1604142"/>
                  </a:lnTo>
                  <a:lnTo>
                    <a:pt x="2082891" y="1604176"/>
                  </a:lnTo>
                  <a:lnTo>
                    <a:pt x="2082840" y="1604357"/>
                  </a:lnTo>
                  <a:lnTo>
                    <a:pt x="2082834" y="1604473"/>
                  </a:lnTo>
                  <a:lnTo>
                    <a:pt x="2082789" y="1604674"/>
                  </a:lnTo>
                  <a:lnTo>
                    <a:pt x="2082770" y="1604764"/>
                  </a:lnTo>
                  <a:lnTo>
                    <a:pt x="2082690" y="1604895"/>
                  </a:lnTo>
                  <a:lnTo>
                    <a:pt x="2082565" y="1605014"/>
                  </a:lnTo>
                  <a:lnTo>
                    <a:pt x="2082476" y="1605134"/>
                  </a:lnTo>
                  <a:lnTo>
                    <a:pt x="2082426" y="1605217"/>
                  </a:lnTo>
                  <a:lnTo>
                    <a:pt x="2082350" y="1605382"/>
                  </a:lnTo>
                  <a:lnTo>
                    <a:pt x="2082227" y="1605759"/>
                  </a:lnTo>
                  <a:lnTo>
                    <a:pt x="2082216" y="1606126"/>
                  </a:lnTo>
                  <a:lnTo>
                    <a:pt x="2082217" y="1606368"/>
                  </a:lnTo>
                  <a:lnTo>
                    <a:pt x="2082233" y="1606577"/>
                  </a:lnTo>
                  <a:lnTo>
                    <a:pt x="2082266" y="1606731"/>
                  </a:lnTo>
                  <a:lnTo>
                    <a:pt x="2082298" y="1606831"/>
                  </a:lnTo>
                  <a:lnTo>
                    <a:pt x="2082367" y="1606891"/>
                  </a:lnTo>
                  <a:lnTo>
                    <a:pt x="2082431" y="1606933"/>
                  </a:lnTo>
                  <a:lnTo>
                    <a:pt x="2082554" y="1606962"/>
                  </a:lnTo>
                  <a:lnTo>
                    <a:pt x="2082680" y="1606988"/>
                  </a:lnTo>
                  <a:lnTo>
                    <a:pt x="2082750" y="1606993"/>
                  </a:lnTo>
                  <a:lnTo>
                    <a:pt x="2083103" y="1607313"/>
                  </a:lnTo>
                  <a:lnTo>
                    <a:pt x="2083097" y="1607346"/>
                  </a:lnTo>
                  <a:lnTo>
                    <a:pt x="2083051" y="1607548"/>
                  </a:lnTo>
                  <a:lnTo>
                    <a:pt x="2083031" y="1607584"/>
                  </a:lnTo>
                  <a:lnTo>
                    <a:pt x="2082986" y="1607623"/>
                  </a:lnTo>
                  <a:lnTo>
                    <a:pt x="2082911" y="1607665"/>
                  </a:lnTo>
                  <a:lnTo>
                    <a:pt x="2082889" y="1607676"/>
                  </a:lnTo>
                  <a:lnTo>
                    <a:pt x="2082639" y="1607684"/>
                  </a:lnTo>
                  <a:lnTo>
                    <a:pt x="2082526" y="1607687"/>
                  </a:lnTo>
                  <a:lnTo>
                    <a:pt x="2082440" y="1607643"/>
                  </a:lnTo>
                  <a:lnTo>
                    <a:pt x="2082272" y="1607589"/>
                  </a:lnTo>
                  <a:lnTo>
                    <a:pt x="2082216" y="1607577"/>
                  </a:lnTo>
                  <a:lnTo>
                    <a:pt x="2082125" y="1607617"/>
                  </a:lnTo>
                  <a:lnTo>
                    <a:pt x="2082075" y="1607662"/>
                  </a:lnTo>
                  <a:lnTo>
                    <a:pt x="2082065" y="1607679"/>
                  </a:lnTo>
                  <a:lnTo>
                    <a:pt x="2081947" y="1607802"/>
                  </a:lnTo>
                  <a:lnTo>
                    <a:pt x="2081741" y="1607896"/>
                  </a:lnTo>
                  <a:lnTo>
                    <a:pt x="2081728" y="1607890"/>
                  </a:lnTo>
                  <a:lnTo>
                    <a:pt x="2081643" y="1607761"/>
                  </a:lnTo>
                  <a:lnTo>
                    <a:pt x="2081605" y="1607635"/>
                  </a:lnTo>
                  <a:lnTo>
                    <a:pt x="2081632" y="1607564"/>
                  </a:lnTo>
                  <a:lnTo>
                    <a:pt x="2081633" y="1607551"/>
                  </a:lnTo>
                  <a:lnTo>
                    <a:pt x="2081606" y="1607482"/>
                  </a:lnTo>
                  <a:lnTo>
                    <a:pt x="2081534" y="1607416"/>
                  </a:lnTo>
                  <a:lnTo>
                    <a:pt x="2081496" y="1607402"/>
                  </a:lnTo>
                  <a:lnTo>
                    <a:pt x="2081398" y="1607386"/>
                  </a:lnTo>
                  <a:lnTo>
                    <a:pt x="2081243" y="1607414"/>
                  </a:lnTo>
                  <a:lnTo>
                    <a:pt x="2081153" y="1607440"/>
                  </a:lnTo>
                  <a:lnTo>
                    <a:pt x="2081092" y="1607482"/>
                  </a:lnTo>
                  <a:lnTo>
                    <a:pt x="2081023" y="1607410"/>
                  </a:lnTo>
                  <a:lnTo>
                    <a:pt x="2081024" y="1607187"/>
                  </a:lnTo>
                  <a:lnTo>
                    <a:pt x="2080943" y="1607144"/>
                  </a:lnTo>
                  <a:lnTo>
                    <a:pt x="2080694" y="1607157"/>
                  </a:lnTo>
                  <a:lnTo>
                    <a:pt x="2080636" y="1607160"/>
                  </a:lnTo>
                  <a:lnTo>
                    <a:pt x="2080574" y="1607192"/>
                  </a:lnTo>
                  <a:lnTo>
                    <a:pt x="2080318" y="1607367"/>
                  </a:lnTo>
                  <a:lnTo>
                    <a:pt x="2080211" y="1607466"/>
                  </a:lnTo>
                  <a:lnTo>
                    <a:pt x="2080136" y="1607546"/>
                  </a:lnTo>
                  <a:lnTo>
                    <a:pt x="2080061" y="1607641"/>
                  </a:lnTo>
                  <a:lnTo>
                    <a:pt x="2079979" y="1607760"/>
                  </a:lnTo>
                  <a:lnTo>
                    <a:pt x="2079793" y="1608148"/>
                  </a:lnTo>
                  <a:lnTo>
                    <a:pt x="2079695" y="1608433"/>
                  </a:lnTo>
                  <a:lnTo>
                    <a:pt x="2079627" y="1608701"/>
                  </a:lnTo>
                  <a:lnTo>
                    <a:pt x="2079562" y="1609033"/>
                  </a:lnTo>
                  <a:lnTo>
                    <a:pt x="2079554" y="1609248"/>
                  </a:lnTo>
                  <a:lnTo>
                    <a:pt x="2079541" y="1609795"/>
                  </a:lnTo>
                  <a:lnTo>
                    <a:pt x="2079554" y="1609994"/>
                  </a:lnTo>
                  <a:lnTo>
                    <a:pt x="2079604" y="1610292"/>
                  </a:lnTo>
                  <a:lnTo>
                    <a:pt x="2079619" y="1610381"/>
                  </a:lnTo>
                  <a:lnTo>
                    <a:pt x="2079711" y="1610692"/>
                  </a:lnTo>
                  <a:lnTo>
                    <a:pt x="2079776" y="1610803"/>
                  </a:lnTo>
                  <a:lnTo>
                    <a:pt x="2079868" y="1610934"/>
                  </a:lnTo>
                  <a:lnTo>
                    <a:pt x="2079973" y="1611009"/>
                  </a:lnTo>
                  <a:lnTo>
                    <a:pt x="2079991" y="1611017"/>
                  </a:lnTo>
                  <a:lnTo>
                    <a:pt x="2080079" y="1611056"/>
                  </a:lnTo>
                  <a:lnTo>
                    <a:pt x="2080123" y="1611062"/>
                  </a:lnTo>
                  <a:lnTo>
                    <a:pt x="2080152" y="1611055"/>
                  </a:lnTo>
                  <a:lnTo>
                    <a:pt x="2080169" y="1611035"/>
                  </a:lnTo>
                  <a:lnTo>
                    <a:pt x="2080171" y="1610979"/>
                  </a:lnTo>
                  <a:lnTo>
                    <a:pt x="2080296" y="1610848"/>
                  </a:lnTo>
                  <a:lnTo>
                    <a:pt x="2080392" y="1610771"/>
                  </a:lnTo>
                  <a:lnTo>
                    <a:pt x="2080439" y="1610763"/>
                  </a:lnTo>
                  <a:lnTo>
                    <a:pt x="2080474" y="1610782"/>
                  </a:lnTo>
                  <a:lnTo>
                    <a:pt x="2080476" y="1610836"/>
                  </a:lnTo>
                  <a:lnTo>
                    <a:pt x="2080487" y="1610862"/>
                  </a:lnTo>
                  <a:lnTo>
                    <a:pt x="2080619" y="1611064"/>
                  </a:lnTo>
                  <a:lnTo>
                    <a:pt x="2080687" y="1611100"/>
                  </a:lnTo>
                  <a:lnTo>
                    <a:pt x="2080714" y="1611112"/>
                  </a:lnTo>
                  <a:lnTo>
                    <a:pt x="2080787" y="1611067"/>
                  </a:lnTo>
                  <a:lnTo>
                    <a:pt x="2080819" y="1611027"/>
                  </a:lnTo>
                  <a:lnTo>
                    <a:pt x="2080854" y="1611018"/>
                  </a:lnTo>
                  <a:lnTo>
                    <a:pt x="2080870" y="1611024"/>
                  </a:lnTo>
                  <a:lnTo>
                    <a:pt x="2080896" y="1611054"/>
                  </a:lnTo>
                  <a:lnTo>
                    <a:pt x="2080901" y="1611080"/>
                  </a:lnTo>
                  <a:lnTo>
                    <a:pt x="2080873" y="1611158"/>
                  </a:lnTo>
                  <a:lnTo>
                    <a:pt x="2080845" y="1611226"/>
                  </a:lnTo>
                  <a:lnTo>
                    <a:pt x="2080783" y="1611358"/>
                  </a:lnTo>
                  <a:lnTo>
                    <a:pt x="2080723" y="1611441"/>
                  </a:lnTo>
                  <a:lnTo>
                    <a:pt x="2080629" y="1611555"/>
                  </a:lnTo>
                  <a:lnTo>
                    <a:pt x="2080522" y="1611592"/>
                  </a:lnTo>
                  <a:lnTo>
                    <a:pt x="2080355" y="1611604"/>
                  </a:lnTo>
                  <a:lnTo>
                    <a:pt x="2080311" y="1611591"/>
                  </a:lnTo>
                  <a:lnTo>
                    <a:pt x="2080244" y="1611513"/>
                  </a:lnTo>
                  <a:lnTo>
                    <a:pt x="2080268" y="1611446"/>
                  </a:lnTo>
                  <a:lnTo>
                    <a:pt x="2080278" y="1611383"/>
                  </a:lnTo>
                  <a:lnTo>
                    <a:pt x="2080272" y="1611357"/>
                  </a:lnTo>
                  <a:lnTo>
                    <a:pt x="2080233" y="1611282"/>
                  </a:lnTo>
                  <a:lnTo>
                    <a:pt x="2080223" y="1611263"/>
                  </a:lnTo>
                  <a:lnTo>
                    <a:pt x="2080155" y="1611234"/>
                  </a:lnTo>
                  <a:lnTo>
                    <a:pt x="2080015" y="1611227"/>
                  </a:lnTo>
                  <a:lnTo>
                    <a:pt x="2079949" y="1611240"/>
                  </a:lnTo>
                  <a:lnTo>
                    <a:pt x="2079782" y="1611307"/>
                  </a:lnTo>
                  <a:lnTo>
                    <a:pt x="2079446" y="1611492"/>
                  </a:lnTo>
                  <a:lnTo>
                    <a:pt x="2079344" y="1611569"/>
                  </a:lnTo>
                  <a:lnTo>
                    <a:pt x="2079077" y="1611611"/>
                  </a:lnTo>
                  <a:lnTo>
                    <a:pt x="2078877" y="1611611"/>
                  </a:lnTo>
                  <a:lnTo>
                    <a:pt x="2078653" y="1611656"/>
                  </a:lnTo>
                  <a:lnTo>
                    <a:pt x="2078481" y="1611704"/>
                  </a:lnTo>
                  <a:lnTo>
                    <a:pt x="2078268" y="1611787"/>
                  </a:lnTo>
                  <a:lnTo>
                    <a:pt x="2077949" y="1611912"/>
                  </a:lnTo>
                  <a:lnTo>
                    <a:pt x="2077472" y="1612263"/>
                  </a:lnTo>
                  <a:lnTo>
                    <a:pt x="2077382" y="1612367"/>
                  </a:lnTo>
                  <a:lnTo>
                    <a:pt x="2077347" y="1612403"/>
                  </a:lnTo>
                  <a:lnTo>
                    <a:pt x="2077312" y="1612423"/>
                  </a:lnTo>
                  <a:lnTo>
                    <a:pt x="2077272" y="1612407"/>
                  </a:lnTo>
                  <a:lnTo>
                    <a:pt x="2077265" y="1612395"/>
                  </a:lnTo>
                  <a:lnTo>
                    <a:pt x="2077266" y="1612360"/>
                  </a:lnTo>
                  <a:lnTo>
                    <a:pt x="2077291" y="1612294"/>
                  </a:lnTo>
                  <a:lnTo>
                    <a:pt x="2077306" y="1612280"/>
                  </a:lnTo>
                  <a:lnTo>
                    <a:pt x="2077345" y="1612267"/>
                  </a:lnTo>
                  <a:lnTo>
                    <a:pt x="2077356" y="1612279"/>
                  </a:lnTo>
                  <a:lnTo>
                    <a:pt x="2077400" y="1612260"/>
                  </a:lnTo>
                  <a:lnTo>
                    <a:pt x="2077418" y="1612248"/>
                  </a:lnTo>
                  <a:lnTo>
                    <a:pt x="2077453" y="1612174"/>
                  </a:lnTo>
                  <a:lnTo>
                    <a:pt x="2077461" y="1612057"/>
                  </a:lnTo>
                  <a:lnTo>
                    <a:pt x="2077435" y="1611965"/>
                  </a:lnTo>
                  <a:lnTo>
                    <a:pt x="2077347" y="1611797"/>
                  </a:lnTo>
                  <a:lnTo>
                    <a:pt x="2077318" y="1611772"/>
                  </a:lnTo>
                  <a:lnTo>
                    <a:pt x="2077185" y="1611682"/>
                  </a:lnTo>
                  <a:lnTo>
                    <a:pt x="2077010" y="1611623"/>
                  </a:lnTo>
                  <a:lnTo>
                    <a:pt x="2076820" y="1611606"/>
                  </a:lnTo>
                  <a:lnTo>
                    <a:pt x="2076695" y="1611608"/>
                  </a:lnTo>
                  <a:lnTo>
                    <a:pt x="2076567" y="1611621"/>
                  </a:lnTo>
                  <a:lnTo>
                    <a:pt x="2076349" y="1611674"/>
                  </a:lnTo>
                  <a:lnTo>
                    <a:pt x="2075749" y="1611827"/>
                  </a:lnTo>
                  <a:lnTo>
                    <a:pt x="2075416" y="1611976"/>
                  </a:lnTo>
                  <a:lnTo>
                    <a:pt x="2075199" y="1612066"/>
                  </a:lnTo>
                  <a:lnTo>
                    <a:pt x="2074988" y="1612130"/>
                  </a:lnTo>
                  <a:lnTo>
                    <a:pt x="2074908" y="1612082"/>
                  </a:lnTo>
                  <a:lnTo>
                    <a:pt x="2074889" y="1612049"/>
                  </a:lnTo>
                  <a:lnTo>
                    <a:pt x="2074868" y="1611860"/>
                  </a:lnTo>
                  <a:lnTo>
                    <a:pt x="2075157" y="1611482"/>
                  </a:lnTo>
                  <a:lnTo>
                    <a:pt x="2075296" y="1611423"/>
                  </a:lnTo>
                  <a:lnTo>
                    <a:pt x="2075312" y="1611414"/>
                  </a:lnTo>
                  <a:lnTo>
                    <a:pt x="2075348" y="1611385"/>
                  </a:lnTo>
                  <a:lnTo>
                    <a:pt x="2075444" y="1611290"/>
                  </a:lnTo>
                  <a:lnTo>
                    <a:pt x="2075658" y="1611025"/>
                  </a:lnTo>
                  <a:lnTo>
                    <a:pt x="2075797" y="1610864"/>
                  </a:lnTo>
                  <a:lnTo>
                    <a:pt x="2075999" y="1610636"/>
                  </a:lnTo>
                  <a:lnTo>
                    <a:pt x="2076151" y="1610448"/>
                  </a:lnTo>
                  <a:lnTo>
                    <a:pt x="2076495" y="1610188"/>
                  </a:lnTo>
                  <a:lnTo>
                    <a:pt x="2076686" y="1610110"/>
                  </a:lnTo>
                  <a:lnTo>
                    <a:pt x="2076736" y="1610089"/>
                  </a:lnTo>
                  <a:lnTo>
                    <a:pt x="2076851" y="1610042"/>
                  </a:lnTo>
                  <a:lnTo>
                    <a:pt x="2077040" y="1609592"/>
                  </a:lnTo>
                  <a:lnTo>
                    <a:pt x="2077687" y="1608782"/>
                  </a:lnTo>
                  <a:lnTo>
                    <a:pt x="2077699" y="1608770"/>
                  </a:lnTo>
                  <a:lnTo>
                    <a:pt x="2077703" y="1608747"/>
                  </a:lnTo>
                  <a:lnTo>
                    <a:pt x="2077534" y="1608250"/>
                  </a:lnTo>
                  <a:lnTo>
                    <a:pt x="2077037" y="1606788"/>
                  </a:lnTo>
                  <a:lnTo>
                    <a:pt x="2076989" y="1606730"/>
                  </a:lnTo>
                  <a:lnTo>
                    <a:pt x="2076957" y="1606704"/>
                  </a:lnTo>
                  <a:lnTo>
                    <a:pt x="2076800" y="1606604"/>
                  </a:lnTo>
                  <a:lnTo>
                    <a:pt x="2076788" y="1606597"/>
                  </a:lnTo>
                  <a:lnTo>
                    <a:pt x="2076760" y="1606587"/>
                  </a:lnTo>
                  <a:lnTo>
                    <a:pt x="2076746" y="1606592"/>
                  </a:lnTo>
                  <a:lnTo>
                    <a:pt x="2076532" y="1606587"/>
                  </a:lnTo>
                  <a:lnTo>
                    <a:pt x="2076373" y="1606577"/>
                  </a:lnTo>
                  <a:lnTo>
                    <a:pt x="2076342" y="1606546"/>
                  </a:lnTo>
                  <a:lnTo>
                    <a:pt x="2076278" y="1606330"/>
                  </a:lnTo>
                  <a:lnTo>
                    <a:pt x="2076137" y="1606103"/>
                  </a:lnTo>
                  <a:lnTo>
                    <a:pt x="2076020" y="1606016"/>
                  </a:lnTo>
                  <a:lnTo>
                    <a:pt x="2076011" y="1605997"/>
                  </a:lnTo>
                  <a:lnTo>
                    <a:pt x="2075990" y="1605931"/>
                  </a:lnTo>
                  <a:lnTo>
                    <a:pt x="2076001" y="1605839"/>
                  </a:lnTo>
                  <a:lnTo>
                    <a:pt x="2076046" y="1605650"/>
                  </a:lnTo>
                  <a:lnTo>
                    <a:pt x="2076087" y="1605528"/>
                  </a:lnTo>
                  <a:lnTo>
                    <a:pt x="2076417" y="1605270"/>
                  </a:lnTo>
                  <a:lnTo>
                    <a:pt x="2076521" y="1605188"/>
                  </a:lnTo>
                  <a:lnTo>
                    <a:pt x="2076577" y="1605144"/>
                  </a:lnTo>
                  <a:lnTo>
                    <a:pt x="2076743" y="1604842"/>
                  </a:lnTo>
                  <a:lnTo>
                    <a:pt x="2076929" y="1604595"/>
                  </a:lnTo>
                  <a:lnTo>
                    <a:pt x="2077051" y="1604236"/>
                  </a:lnTo>
                  <a:lnTo>
                    <a:pt x="2077039" y="1604169"/>
                  </a:lnTo>
                  <a:lnTo>
                    <a:pt x="2077038" y="1604081"/>
                  </a:lnTo>
                  <a:lnTo>
                    <a:pt x="2076755" y="1603663"/>
                  </a:lnTo>
                  <a:lnTo>
                    <a:pt x="2076614" y="1603500"/>
                  </a:lnTo>
                  <a:lnTo>
                    <a:pt x="2076492" y="1603296"/>
                  </a:lnTo>
                  <a:lnTo>
                    <a:pt x="2076396" y="1602948"/>
                  </a:lnTo>
                  <a:lnTo>
                    <a:pt x="2076386" y="1602849"/>
                  </a:lnTo>
                  <a:lnTo>
                    <a:pt x="2076384" y="1602813"/>
                  </a:lnTo>
                  <a:lnTo>
                    <a:pt x="2076401" y="1602770"/>
                  </a:lnTo>
                  <a:lnTo>
                    <a:pt x="2076449" y="1602644"/>
                  </a:lnTo>
                  <a:lnTo>
                    <a:pt x="2076502" y="1602524"/>
                  </a:lnTo>
                  <a:lnTo>
                    <a:pt x="2076526" y="1602484"/>
                  </a:lnTo>
                  <a:lnTo>
                    <a:pt x="2076554" y="1602457"/>
                  </a:lnTo>
                  <a:lnTo>
                    <a:pt x="2076600" y="1602416"/>
                  </a:lnTo>
                  <a:lnTo>
                    <a:pt x="2077184" y="1601923"/>
                  </a:lnTo>
                  <a:lnTo>
                    <a:pt x="2077358" y="1601827"/>
                  </a:lnTo>
                  <a:lnTo>
                    <a:pt x="2077418" y="1601781"/>
                  </a:lnTo>
                  <a:lnTo>
                    <a:pt x="2077426" y="1601746"/>
                  </a:lnTo>
                  <a:lnTo>
                    <a:pt x="2077412" y="1601710"/>
                  </a:lnTo>
                  <a:lnTo>
                    <a:pt x="2077261" y="1601530"/>
                  </a:lnTo>
                  <a:lnTo>
                    <a:pt x="2077475" y="1601296"/>
                  </a:lnTo>
                  <a:lnTo>
                    <a:pt x="2077670" y="1601117"/>
                  </a:lnTo>
                  <a:lnTo>
                    <a:pt x="2077763" y="1601046"/>
                  </a:lnTo>
                  <a:lnTo>
                    <a:pt x="2078212" y="1600789"/>
                  </a:lnTo>
                  <a:lnTo>
                    <a:pt x="2078371" y="1600767"/>
                  </a:lnTo>
                  <a:lnTo>
                    <a:pt x="2078538" y="1600777"/>
                  </a:lnTo>
                  <a:lnTo>
                    <a:pt x="2078691" y="1600856"/>
                  </a:lnTo>
                  <a:lnTo>
                    <a:pt x="2078708" y="1600875"/>
                  </a:lnTo>
                  <a:lnTo>
                    <a:pt x="2078695" y="1600892"/>
                  </a:lnTo>
                  <a:lnTo>
                    <a:pt x="2078702" y="1600912"/>
                  </a:lnTo>
                  <a:lnTo>
                    <a:pt x="2078840" y="1601120"/>
                  </a:lnTo>
                  <a:lnTo>
                    <a:pt x="2078916" y="1601231"/>
                  </a:lnTo>
                  <a:lnTo>
                    <a:pt x="2078990" y="1601259"/>
                  </a:lnTo>
                  <a:lnTo>
                    <a:pt x="2079032" y="1601253"/>
                  </a:lnTo>
                  <a:lnTo>
                    <a:pt x="2079068" y="1601213"/>
                  </a:lnTo>
                  <a:lnTo>
                    <a:pt x="2079133" y="1601139"/>
                  </a:lnTo>
                  <a:lnTo>
                    <a:pt x="2078870" y="1600789"/>
                  </a:lnTo>
                  <a:lnTo>
                    <a:pt x="2078713" y="1600586"/>
                  </a:lnTo>
                  <a:lnTo>
                    <a:pt x="2078307" y="1600523"/>
                  </a:lnTo>
                  <a:lnTo>
                    <a:pt x="2078248" y="1600519"/>
                  </a:lnTo>
                  <a:lnTo>
                    <a:pt x="2078166" y="1600526"/>
                  </a:lnTo>
                  <a:lnTo>
                    <a:pt x="2078085" y="1600560"/>
                  </a:lnTo>
                  <a:lnTo>
                    <a:pt x="2078079" y="1600579"/>
                  </a:lnTo>
                  <a:lnTo>
                    <a:pt x="2078049" y="1600584"/>
                  </a:lnTo>
                  <a:lnTo>
                    <a:pt x="2078038" y="1600575"/>
                  </a:lnTo>
                  <a:lnTo>
                    <a:pt x="2077935" y="1600615"/>
                  </a:lnTo>
                  <a:lnTo>
                    <a:pt x="2077764" y="1600765"/>
                  </a:lnTo>
                  <a:lnTo>
                    <a:pt x="2077337" y="1601059"/>
                  </a:lnTo>
                  <a:lnTo>
                    <a:pt x="2077333" y="1601063"/>
                  </a:lnTo>
                  <a:lnTo>
                    <a:pt x="2077233" y="1601152"/>
                  </a:lnTo>
                  <a:lnTo>
                    <a:pt x="2077173" y="1601207"/>
                  </a:lnTo>
                  <a:lnTo>
                    <a:pt x="2077111" y="1601280"/>
                  </a:lnTo>
                  <a:lnTo>
                    <a:pt x="2077017" y="1601400"/>
                  </a:lnTo>
                  <a:lnTo>
                    <a:pt x="2076949" y="1601515"/>
                  </a:lnTo>
                  <a:lnTo>
                    <a:pt x="2076920" y="1601705"/>
                  </a:lnTo>
                  <a:lnTo>
                    <a:pt x="2076693" y="1601967"/>
                  </a:lnTo>
                  <a:lnTo>
                    <a:pt x="2076571" y="1602096"/>
                  </a:lnTo>
                  <a:lnTo>
                    <a:pt x="2076360" y="1602295"/>
                  </a:lnTo>
                  <a:lnTo>
                    <a:pt x="2076240" y="1602372"/>
                  </a:lnTo>
                  <a:lnTo>
                    <a:pt x="2076166" y="1602395"/>
                  </a:lnTo>
                  <a:lnTo>
                    <a:pt x="2076143" y="1602392"/>
                  </a:lnTo>
                  <a:lnTo>
                    <a:pt x="2075988" y="1602354"/>
                  </a:lnTo>
                  <a:lnTo>
                    <a:pt x="2075568" y="1602385"/>
                  </a:lnTo>
                  <a:lnTo>
                    <a:pt x="2075404" y="1602489"/>
                  </a:lnTo>
                  <a:lnTo>
                    <a:pt x="2075330" y="1602520"/>
                  </a:lnTo>
                  <a:lnTo>
                    <a:pt x="2075217" y="1602463"/>
                  </a:lnTo>
                  <a:lnTo>
                    <a:pt x="2075149" y="1602419"/>
                  </a:lnTo>
                  <a:lnTo>
                    <a:pt x="2074996" y="1602229"/>
                  </a:lnTo>
                  <a:lnTo>
                    <a:pt x="2074973" y="1602206"/>
                  </a:lnTo>
                  <a:lnTo>
                    <a:pt x="2074877" y="1602128"/>
                  </a:lnTo>
                  <a:lnTo>
                    <a:pt x="2074667" y="1602218"/>
                  </a:lnTo>
                  <a:lnTo>
                    <a:pt x="2074708" y="1602271"/>
                  </a:lnTo>
                  <a:lnTo>
                    <a:pt x="2074743" y="1602374"/>
                  </a:lnTo>
                  <a:lnTo>
                    <a:pt x="2074818" y="1602690"/>
                  </a:lnTo>
                  <a:lnTo>
                    <a:pt x="2074819" y="1602724"/>
                  </a:lnTo>
                  <a:lnTo>
                    <a:pt x="2074794" y="1602750"/>
                  </a:lnTo>
                  <a:lnTo>
                    <a:pt x="2074538" y="1602892"/>
                  </a:lnTo>
                  <a:lnTo>
                    <a:pt x="2074492" y="1602917"/>
                  </a:lnTo>
                  <a:lnTo>
                    <a:pt x="2074272" y="1602981"/>
                  </a:lnTo>
                  <a:lnTo>
                    <a:pt x="2073561" y="1603150"/>
                  </a:lnTo>
                  <a:lnTo>
                    <a:pt x="2073095" y="1603341"/>
                  </a:lnTo>
                  <a:lnTo>
                    <a:pt x="2073085" y="1603342"/>
                  </a:lnTo>
                  <a:lnTo>
                    <a:pt x="2072906" y="1603373"/>
                  </a:lnTo>
                  <a:lnTo>
                    <a:pt x="2072846" y="1603695"/>
                  </a:lnTo>
                  <a:lnTo>
                    <a:pt x="2072797" y="1604052"/>
                  </a:lnTo>
                  <a:lnTo>
                    <a:pt x="2072660" y="1604416"/>
                  </a:lnTo>
                  <a:lnTo>
                    <a:pt x="2072680" y="1604542"/>
                  </a:lnTo>
                  <a:lnTo>
                    <a:pt x="2072734" y="1604762"/>
                  </a:lnTo>
                  <a:lnTo>
                    <a:pt x="2072892" y="1605375"/>
                  </a:lnTo>
                  <a:lnTo>
                    <a:pt x="2072934" y="1605619"/>
                  </a:lnTo>
                  <a:lnTo>
                    <a:pt x="2072986" y="1605815"/>
                  </a:lnTo>
                  <a:lnTo>
                    <a:pt x="2073060" y="1606072"/>
                  </a:lnTo>
                  <a:lnTo>
                    <a:pt x="2073109" y="1606284"/>
                  </a:lnTo>
                  <a:lnTo>
                    <a:pt x="2073015" y="1606442"/>
                  </a:lnTo>
                  <a:lnTo>
                    <a:pt x="2072877" y="1606424"/>
                  </a:lnTo>
                  <a:lnTo>
                    <a:pt x="2072674" y="1606469"/>
                  </a:lnTo>
                  <a:lnTo>
                    <a:pt x="2072642" y="1606486"/>
                  </a:lnTo>
                  <a:lnTo>
                    <a:pt x="2072589" y="1606533"/>
                  </a:lnTo>
                  <a:lnTo>
                    <a:pt x="2072551" y="1606592"/>
                  </a:lnTo>
                  <a:lnTo>
                    <a:pt x="2072524" y="1606667"/>
                  </a:lnTo>
                  <a:lnTo>
                    <a:pt x="2072506" y="1606751"/>
                  </a:lnTo>
                  <a:lnTo>
                    <a:pt x="2072498" y="1606901"/>
                  </a:lnTo>
                  <a:lnTo>
                    <a:pt x="2072506" y="1607079"/>
                  </a:lnTo>
                  <a:lnTo>
                    <a:pt x="2072494" y="1607277"/>
                  </a:lnTo>
                  <a:lnTo>
                    <a:pt x="2072507" y="1607572"/>
                  </a:lnTo>
                  <a:lnTo>
                    <a:pt x="2072542" y="1607690"/>
                  </a:lnTo>
                  <a:lnTo>
                    <a:pt x="2072583" y="1607806"/>
                  </a:lnTo>
                  <a:lnTo>
                    <a:pt x="2072659" y="1607973"/>
                  </a:lnTo>
                  <a:lnTo>
                    <a:pt x="2072679" y="1608012"/>
                  </a:lnTo>
                  <a:lnTo>
                    <a:pt x="2072775" y="1608177"/>
                  </a:lnTo>
                  <a:lnTo>
                    <a:pt x="2072854" y="1608299"/>
                  </a:lnTo>
                  <a:lnTo>
                    <a:pt x="2072998" y="1608472"/>
                  </a:lnTo>
                  <a:lnTo>
                    <a:pt x="2073016" y="1608480"/>
                  </a:lnTo>
                  <a:lnTo>
                    <a:pt x="2073120" y="1608562"/>
                  </a:lnTo>
                  <a:lnTo>
                    <a:pt x="2073187" y="1608669"/>
                  </a:lnTo>
                  <a:lnTo>
                    <a:pt x="2073196" y="1608764"/>
                  </a:lnTo>
                  <a:lnTo>
                    <a:pt x="2073143" y="1608991"/>
                  </a:lnTo>
                  <a:lnTo>
                    <a:pt x="2072982" y="1609168"/>
                  </a:lnTo>
                  <a:lnTo>
                    <a:pt x="2072952" y="1609183"/>
                  </a:lnTo>
                  <a:lnTo>
                    <a:pt x="2072736" y="1609244"/>
                  </a:lnTo>
                  <a:lnTo>
                    <a:pt x="2072635" y="1609237"/>
                  </a:lnTo>
                  <a:lnTo>
                    <a:pt x="2072248" y="1609272"/>
                  </a:lnTo>
                  <a:lnTo>
                    <a:pt x="2072137" y="1609300"/>
                  </a:lnTo>
                  <a:lnTo>
                    <a:pt x="2072048" y="1609326"/>
                  </a:lnTo>
                  <a:lnTo>
                    <a:pt x="2072006" y="1609351"/>
                  </a:lnTo>
                  <a:lnTo>
                    <a:pt x="2071870" y="1609633"/>
                  </a:lnTo>
                  <a:lnTo>
                    <a:pt x="2071859" y="1609664"/>
                  </a:lnTo>
                  <a:lnTo>
                    <a:pt x="2071855" y="1609714"/>
                  </a:lnTo>
                  <a:lnTo>
                    <a:pt x="2071864" y="1609732"/>
                  </a:lnTo>
                  <a:lnTo>
                    <a:pt x="2071909" y="1609755"/>
                  </a:lnTo>
                  <a:lnTo>
                    <a:pt x="2071928" y="1609795"/>
                  </a:lnTo>
                  <a:lnTo>
                    <a:pt x="2071926" y="1609866"/>
                  </a:lnTo>
                  <a:lnTo>
                    <a:pt x="2071894" y="1609970"/>
                  </a:lnTo>
                  <a:lnTo>
                    <a:pt x="2071785" y="1610136"/>
                  </a:lnTo>
                  <a:lnTo>
                    <a:pt x="2071703" y="1610235"/>
                  </a:lnTo>
                  <a:lnTo>
                    <a:pt x="2071693" y="1610242"/>
                  </a:lnTo>
                  <a:lnTo>
                    <a:pt x="2071404" y="1610308"/>
                  </a:lnTo>
                  <a:lnTo>
                    <a:pt x="2070946" y="1610491"/>
                  </a:lnTo>
                  <a:lnTo>
                    <a:pt x="2070928" y="1610493"/>
                  </a:lnTo>
                  <a:lnTo>
                    <a:pt x="2070889" y="1610449"/>
                  </a:lnTo>
                  <a:lnTo>
                    <a:pt x="2070785" y="1610305"/>
                  </a:lnTo>
                  <a:lnTo>
                    <a:pt x="2070785" y="1610286"/>
                  </a:lnTo>
                  <a:lnTo>
                    <a:pt x="2070794" y="1610212"/>
                  </a:lnTo>
                  <a:lnTo>
                    <a:pt x="2070836" y="1610125"/>
                  </a:lnTo>
                  <a:lnTo>
                    <a:pt x="2070900" y="1609852"/>
                  </a:lnTo>
                  <a:lnTo>
                    <a:pt x="2070897" y="1609814"/>
                  </a:lnTo>
                  <a:lnTo>
                    <a:pt x="2070861" y="1609731"/>
                  </a:lnTo>
                  <a:lnTo>
                    <a:pt x="2070838" y="1609711"/>
                  </a:lnTo>
                  <a:lnTo>
                    <a:pt x="2070728" y="1609160"/>
                  </a:lnTo>
                  <a:lnTo>
                    <a:pt x="2070729" y="1609095"/>
                  </a:lnTo>
                  <a:lnTo>
                    <a:pt x="2070853" y="1608813"/>
                  </a:lnTo>
                  <a:lnTo>
                    <a:pt x="2070881" y="1608770"/>
                  </a:lnTo>
                  <a:lnTo>
                    <a:pt x="2071058" y="1608501"/>
                  </a:lnTo>
                  <a:lnTo>
                    <a:pt x="2071057" y="1608271"/>
                  </a:lnTo>
                  <a:lnTo>
                    <a:pt x="2071166" y="1607822"/>
                  </a:lnTo>
                  <a:lnTo>
                    <a:pt x="2071153" y="1607690"/>
                  </a:lnTo>
                  <a:lnTo>
                    <a:pt x="2071183" y="1607625"/>
                  </a:lnTo>
                  <a:lnTo>
                    <a:pt x="2071255" y="1607577"/>
                  </a:lnTo>
                  <a:lnTo>
                    <a:pt x="2071308" y="1607553"/>
                  </a:lnTo>
                  <a:lnTo>
                    <a:pt x="2071345" y="1607480"/>
                  </a:lnTo>
                  <a:lnTo>
                    <a:pt x="2071349" y="1607455"/>
                  </a:lnTo>
                  <a:lnTo>
                    <a:pt x="2071407" y="1607254"/>
                  </a:lnTo>
                  <a:lnTo>
                    <a:pt x="2071600" y="1606776"/>
                  </a:lnTo>
                  <a:lnTo>
                    <a:pt x="2071592" y="1606727"/>
                  </a:lnTo>
                  <a:lnTo>
                    <a:pt x="2071582" y="1606687"/>
                  </a:lnTo>
                  <a:lnTo>
                    <a:pt x="2071400" y="1606363"/>
                  </a:lnTo>
                  <a:lnTo>
                    <a:pt x="2071361" y="1606292"/>
                  </a:lnTo>
                  <a:lnTo>
                    <a:pt x="2071291" y="1606166"/>
                  </a:lnTo>
                  <a:lnTo>
                    <a:pt x="2071264" y="1606089"/>
                  </a:lnTo>
                  <a:lnTo>
                    <a:pt x="2071027" y="1605871"/>
                  </a:lnTo>
                  <a:lnTo>
                    <a:pt x="2070810" y="1605744"/>
                  </a:lnTo>
                  <a:lnTo>
                    <a:pt x="2070773" y="1605778"/>
                  </a:lnTo>
                  <a:lnTo>
                    <a:pt x="2070736" y="1605800"/>
                  </a:lnTo>
                  <a:lnTo>
                    <a:pt x="2070694" y="1605808"/>
                  </a:lnTo>
                  <a:lnTo>
                    <a:pt x="2070702" y="1605836"/>
                  </a:lnTo>
                  <a:lnTo>
                    <a:pt x="2070714" y="1605859"/>
                  </a:lnTo>
                  <a:lnTo>
                    <a:pt x="2070731" y="1605880"/>
                  </a:lnTo>
                  <a:lnTo>
                    <a:pt x="2070767" y="1605900"/>
                  </a:lnTo>
                  <a:lnTo>
                    <a:pt x="2070829" y="1605912"/>
                  </a:lnTo>
                  <a:lnTo>
                    <a:pt x="2070872" y="1605917"/>
                  </a:lnTo>
                  <a:lnTo>
                    <a:pt x="2070937" y="1605923"/>
                  </a:lnTo>
                  <a:lnTo>
                    <a:pt x="2071082" y="1606042"/>
                  </a:lnTo>
                  <a:lnTo>
                    <a:pt x="2071210" y="1606298"/>
                  </a:lnTo>
                  <a:lnTo>
                    <a:pt x="2071338" y="1606566"/>
                  </a:lnTo>
                  <a:lnTo>
                    <a:pt x="2071323" y="1606630"/>
                  </a:lnTo>
                  <a:lnTo>
                    <a:pt x="2071165" y="1606651"/>
                  </a:lnTo>
                  <a:lnTo>
                    <a:pt x="2071144" y="1606614"/>
                  </a:lnTo>
                  <a:lnTo>
                    <a:pt x="2071122" y="1606577"/>
                  </a:lnTo>
                  <a:lnTo>
                    <a:pt x="2071103" y="1606540"/>
                  </a:lnTo>
                  <a:lnTo>
                    <a:pt x="2071044" y="1606527"/>
                  </a:lnTo>
                  <a:lnTo>
                    <a:pt x="2070981" y="1606547"/>
                  </a:lnTo>
                  <a:lnTo>
                    <a:pt x="2070924" y="1606618"/>
                  </a:lnTo>
                  <a:lnTo>
                    <a:pt x="2070914" y="1606661"/>
                  </a:lnTo>
                  <a:lnTo>
                    <a:pt x="2070932" y="1606698"/>
                  </a:lnTo>
                  <a:lnTo>
                    <a:pt x="2070932" y="1606886"/>
                  </a:lnTo>
                  <a:lnTo>
                    <a:pt x="2070909" y="1607167"/>
                  </a:lnTo>
                  <a:lnTo>
                    <a:pt x="2070903" y="1607237"/>
                  </a:lnTo>
                  <a:lnTo>
                    <a:pt x="2070764" y="1607387"/>
                  </a:lnTo>
                  <a:lnTo>
                    <a:pt x="2070628" y="1607389"/>
                  </a:lnTo>
                  <a:lnTo>
                    <a:pt x="2070609" y="1607251"/>
                  </a:lnTo>
                  <a:lnTo>
                    <a:pt x="2070593" y="1607134"/>
                  </a:lnTo>
                  <a:lnTo>
                    <a:pt x="2070567" y="1606943"/>
                  </a:lnTo>
                  <a:lnTo>
                    <a:pt x="2070563" y="1606914"/>
                  </a:lnTo>
                  <a:lnTo>
                    <a:pt x="2070542" y="1606859"/>
                  </a:lnTo>
                  <a:lnTo>
                    <a:pt x="2070487" y="1606743"/>
                  </a:lnTo>
                  <a:lnTo>
                    <a:pt x="2070403" y="1606566"/>
                  </a:lnTo>
                  <a:lnTo>
                    <a:pt x="2069898" y="1606268"/>
                  </a:lnTo>
                  <a:lnTo>
                    <a:pt x="2069845" y="1606257"/>
                  </a:lnTo>
                  <a:lnTo>
                    <a:pt x="2069832" y="1606274"/>
                  </a:lnTo>
                  <a:lnTo>
                    <a:pt x="2069823" y="1606286"/>
                  </a:lnTo>
                  <a:lnTo>
                    <a:pt x="2069785" y="1606335"/>
                  </a:lnTo>
                  <a:lnTo>
                    <a:pt x="2069811" y="1606493"/>
                  </a:lnTo>
                  <a:lnTo>
                    <a:pt x="2069813" y="1606506"/>
                  </a:lnTo>
                  <a:lnTo>
                    <a:pt x="2069823" y="1606520"/>
                  </a:lnTo>
                  <a:lnTo>
                    <a:pt x="2070057" y="1606746"/>
                  </a:lnTo>
                  <a:lnTo>
                    <a:pt x="2070163" y="1606884"/>
                  </a:lnTo>
                  <a:lnTo>
                    <a:pt x="2070178" y="1606918"/>
                  </a:lnTo>
                  <a:lnTo>
                    <a:pt x="2070195" y="1606943"/>
                  </a:lnTo>
                  <a:lnTo>
                    <a:pt x="2070200" y="1606985"/>
                  </a:lnTo>
                  <a:lnTo>
                    <a:pt x="2070200" y="1607041"/>
                  </a:lnTo>
                  <a:lnTo>
                    <a:pt x="2070155" y="1607320"/>
                  </a:lnTo>
                  <a:lnTo>
                    <a:pt x="2070147" y="1607365"/>
                  </a:lnTo>
                  <a:lnTo>
                    <a:pt x="2069955" y="1607345"/>
                  </a:lnTo>
                  <a:lnTo>
                    <a:pt x="2069886" y="1607376"/>
                  </a:lnTo>
                  <a:lnTo>
                    <a:pt x="2070032" y="1607704"/>
                  </a:lnTo>
                  <a:lnTo>
                    <a:pt x="2070063" y="1607719"/>
                  </a:lnTo>
                  <a:lnTo>
                    <a:pt x="2070089" y="1607725"/>
                  </a:lnTo>
                  <a:lnTo>
                    <a:pt x="2070102" y="1607701"/>
                  </a:lnTo>
                  <a:lnTo>
                    <a:pt x="2070167" y="1607751"/>
                  </a:lnTo>
                  <a:lnTo>
                    <a:pt x="2070200" y="1607782"/>
                  </a:lnTo>
                  <a:lnTo>
                    <a:pt x="2070387" y="1607975"/>
                  </a:lnTo>
                  <a:lnTo>
                    <a:pt x="2070400" y="1607993"/>
                  </a:lnTo>
                  <a:lnTo>
                    <a:pt x="2070431" y="1608070"/>
                  </a:lnTo>
                  <a:lnTo>
                    <a:pt x="2070531" y="1608550"/>
                  </a:lnTo>
                  <a:lnTo>
                    <a:pt x="2070568" y="1608863"/>
                  </a:lnTo>
                  <a:lnTo>
                    <a:pt x="2070594" y="1609213"/>
                  </a:lnTo>
                  <a:lnTo>
                    <a:pt x="2070595" y="1609244"/>
                  </a:lnTo>
                  <a:lnTo>
                    <a:pt x="2070583" y="1609291"/>
                  </a:lnTo>
                  <a:lnTo>
                    <a:pt x="2070503" y="1609332"/>
                  </a:lnTo>
                  <a:lnTo>
                    <a:pt x="2070427" y="1609355"/>
                  </a:lnTo>
                  <a:lnTo>
                    <a:pt x="2070221" y="1609329"/>
                  </a:lnTo>
                  <a:lnTo>
                    <a:pt x="2070037" y="1609324"/>
                  </a:lnTo>
                  <a:lnTo>
                    <a:pt x="2069645" y="1609362"/>
                  </a:lnTo>
                  <a:lnTo>
                    <a:pt x="2069283" y="1609446"/>
                  </a:lnTo>
                  <a:lnTo>
                    <a:pt x="2069181" y="1609480"/>
                  </a:lnTo>
                  <a:lnTo>
                    <a:pt x="2068870" y="1609579"/>
                  </a:lnTo>
                  <a:lnTo>
                    <a:pt x="2068842" y="1609588"/>
                  </a:lnTo>
                  <a:lnTo>
                    <a:pt x="2068794" y="1609604"/>
                  </a:lnTo>
                  <a:lnTo>
                    <a:pt x="2068621" y="1609658"/>
                  </a:lnTo>
                  <a:lnTo>
                    <a:pt x="2068430" y="1609702"/>
                  </a:lnTo>
                  <a:lnTo>
                    <a:pt x="2067836" y="1610018"/>
                  </a:lnTo>
                  <a:lnTo>
                    <a:pt x="2067575" y="1610164"/>
                  </a:lnTo>
                  <a:lnTo>
                    <a:pt x="2067167" y="1610469"/>
                  </a:lnTo>
                  <a:lnTo>
                    <a:pt x="2066855" y="1610721"/>
                  </a:lnTo>
                  <a:lnTo>
                    <a:pt x="2066424" y="1611223"/>
                  </a:lnTo>
                  <a:lnTo>
                    <a:pt x="2066156" y="1611560"/>
                  </a:lnTo>
                  <a:lnTo>
                    <a:pt x="2065990" y="1611787"/>
                  </a:lnTo>
                  <a:lnTo>
                    <a:pt x="2065938" y="1611874"/>
                  </a:lnTo>
                  <a:lnTo>
                    <a:pt x="2065846" y="1612081"/>
                  </a:lnTo>
                  <a:lnTo>
                    <a:pt x="2065767" y="1612384"/>
                  </a:lnTo>
                  <a:lnTo>
                    <a:pt x="2065804" y="1612445"/>
                  </a:lnTo>
                  <a:lnTo>
                    <a:pt x="2065798" y="1612508"/>
                  </a:lnTo>
                  <a:lnTo>
                    <a:pt x="2065777" y="1612526"/>
                  </a:lnTo>
                  <a:lnTo>
                    <a:pt x="2065757" y="1612529"/>
                  </a:lnTo>
                  <a:lnTo>
                    <a:pt x="2065515" y="1612528"/>
                  </a:lnTo>
                  <a:lnTo>
                    <a:pt x="2065307" y="1612506"/>
                  </a:lnTo>
                  <a:lnTo>
                    <a:pt x="2065117" y="1612481"/>
                  </a:lnTo>
                  <a:lnTo>
                    <a:pt x="2064916" y="1612541"/>
                  </a:lnTo>
                  <a:lnTo>
                    <a:pt x="2064674" y="1612812"/>
                  </a:lnTo>
                  <a:lnTo>
                    <a:pt x="2064488" y="1612676"/>
                  </a:lnTo>
                  <a:lnTo>
                    <a:pt x="2064454" y="1612674"/>
                  </a:lnTo>
                  <a:lnTo>
                    <a:pt x="2064434" y="1612693"/>
                  </a:lnTo>
                  <a:lnTo>
                    <a:pt x="2064263" y="1612945"/>
                  </a:lnTo>
                  <a:lnTo>
                    <a:pt x="2064080" y="1613276"/>
                  </a:lnTo>
                  <a:lnTo>
                    <a:pt x="2064127" y="1613329"/>
                  </a:lnTo>
                  <a:lnTo>
                    <a:pt x="2064127" y="1613415"/>
                  </a:lnTo>
                  <a:lnTo>
                    <a:pt x="2064114" y="1613469"/>
                  </a:lnTo>
                  <a:lnTo>
                    <a:pt x="2064080" y="1613499"/>
                  </a:lnTo>
                  <a:lnTo>
                    <a:pt x="2063801" y="1613609"/>
                  </a:lnTo>
                  <a:lnTo>
                    <a:pt x="2063791" y="1613610"/>
                  </a:lnTo>
                  <a:lnTo>
                    <a:pt x="2063778" y="1613594"/>
                  </a:lnTo>
                  <a:lnTo>
                    <a:pt x="2063780" y="1613530"/>
                  </a:lnTo>
                  <a:lnTo>
                    <a:pt x="2063801" y="1613509"/>
                  </a:lnTo>
                  <a:lnTo>
                    <a:pt x="2063822" y="1613461"/>
                  </a:lnTo>
                  <a:lnTo>
                    <a:pt x="2063845" y="1613392"/>
                  </a:lnTo>
                  <a:lnTo>
                    <a:pt x="2063835" y="1613374"/>
                  </a:lnTo>
                  <a:lnTo>
                    <a:pt x="2063722" y="1613258"/>
                  </a:lnTo>
                  <a:lnTo>
                    <a:pt x="2063584" y="1613234"/>
                  </a:lnTo>
                  <a:lnTo>
                    <a:pt x="2063561" y="1613234"/>
                  </a:lnTo>
                  <a:lnTo>
                    <a:pt x="2063534" y="1613158"/>
                  </a:lnTo>
                  <a:lnTo>
                    <a:pt x="2063535" y="1613152"/>
                  </a:lnTo>
                  <a:lnTo>
                    <a:pt x="2063597" y="1612864"/>
                  </a:lnTo>
                  <a:lnTo>
                    <a:pt x="2063608" y="1612848"/>
                  </a:lnTo>
                  <a:lnTo>
                    <a:pt x="2063745" y="1612751"/>
                  </a:lnTo>
                  <a:lnTo>
                    <a:pt x="2063900" y="1612645"/>
                  </a:lnTo>
                  <a:lnTo>
                    <a:pt x="2063917" y="1612674"/>
                  </a:lnTo>
                  <a:lnTo>
                    <a:pt x="2063931" y="1612674"/>
                  </a:lnTo>
                  <a:lnTo>
                    <a:pt x="2063738" y="1612072"/>
                  </a:lnTo>
                  <a:lnTo>
                    <a:pt x="2063727" y="1612064"/>
                  </a:lnTo>
                  <a:lnTo>
                    <a:pt x="2063698" y="1612062"/>
                  </a:lnTo>
                  <a:lnTo>
                    <a:pt x="2063688" y="1612064"/>
                  </a:lnTo>
                  <a:lnTo>
                    <a:pt x="2063686" y="1612074"/>
                  </a:lnTo>
                  <a:lnTo>
                    <a:pt x="2063632" y="1611984"/>
                  </a:lnTo>
                  <a:lnTo>
                    <a:pt x="2063652" y="1611872"/>
                  </a:lnTo>
                  <a:lnTo>
                    <a:pt x="2063942" y="1611621"/>
                  </a:lnTo>
                  <a:lnTo>
                    <a:pt x="2064021" y="1611500"/>
                  </a:lnTo>
                  <a:lnTo>
                    <a:pt x="2064021" y="1611489"/>
                  </a:lnTo>
                  <a:lnTo>
                    <a:pt x="2064014" y="1611435"/>
                  </a:lnTo>
                  <a:lnTo>
                    <a:pt x="2063978" y="1611335"/>
                  </a:lnTo>
                  <a:lnTo>
                    <a:pt x="2063959" y="1611291"/>
                  </a:lnTo>
                  <a:lnTo>
                    <a:pt x="2063914" y="1611211"/>
                  </a:lnTo>
                  <a:lnTo>
                    <a:pt x="2063895" y="1611193"/>
                  </a:lnTo>
                  <a:lnTo>
                    <a:pt x="2063877" y="1611184"/>
                  </a:lnTo>
                  <a:lnTo>
                    <a:pt x="2063758" y="1611087"/>
                  </a:lnTo>
                  <a:lnTo>
                    <a:pt x="2063539" y="1610815"/>
                  </a:lnTo>
                  <a:lnTo>
                    <a:pt x="2063493" y="1610728"/>
                  </a:lnTo>
                  <a:lnTo>
                    <a:pt x="2063409" y="1610518"/>
                  </a:lnTo>
                  <a:lnTo>
                    <a:pt x="2063345" y="1610350"/>
                  </a:lnTo>
                  <a:lnTo>
                    <a:pt x="2063328" y="1610289"/>
                  </a:lnTo>
                  <a:lnTo>
                    <a:pt x="2063396" y="1609811"/>
                  </a:lnTo>
                  <a:lnTo>
                    <a:pt x="2063426" y="1609672"/>
                  </a:lnTo>
                  <a:lnTo>
                    <a:pt x="2063430" y="1609619"/>
                  </a:lnTo>
                  <a:lnTo>
                    <a:pt x="2063421" y="1609578"/>
                  </a:lnTo>
                  <a:lnTo>
                    <a:pt x="2063372" y="1609570"/>
                  </a:lnTo>
                  <a:lnTo>
                    <a:pt x="2063319" y="1609561"/>
                  </a:lnTo>
                  <a:lnTo>
                    <a:pt x="2063182" y="1609560"/>
                  </a:lnTo>
                  <a:lnTo>
                    <a:pt x="2062383" y="1609518"/>
                  </a:lnTo>
                  <a:lnTo>
                    <a:pt x="2062345" y="1609516"/>
                  </a:lnTo>
                  <a:lnTo>
                    <a:pt x="2062282" y="1609510"/>
                  </a:lnTo>
                  <a:lnTo>
                    <a:pt x="2062155" y="1609498"/>
                  </a:lnTo>
                  <a:lnTo>
                    <a:pt x="2061578" y="1609462"/>
                  </a:lnTo>
                  <a:lnTo>
                    <a:pt x="2061557" y="1609461"/>
                  </a:lnTo>
                  <a:lnTo>
                    <a:pt x="2061548" y="1609462"/>
                  </a:lnTo>
                  <a:lnTo>
                    <a:pt x="2061509" y="1609466"/>
                  </a:lnTo>
                  <a:lnTo>
                    <a:pt x="2061495" y="1609467"/>
                  </a:lnTo>
                  <a:lnTo>
                    <a:pt x="2061476" y="1609465"/>
                  </a:lnTo>
                  <a:lnTo>
                    <a:pt x="2061453" y="1609452"/>
                  </a:lnTo>
                  <a:lnTo>
                    <a:pt x="2061432" y="1609425"/>
                  </a:lnTo>
                  <a:lnTo>
                    <a:pt x="2061331" y="1609245"/>
                  </a:lnTo>
                  <a:lnTo>
                    <a:pt x="2061303" y="1609322"/>
                  </a:lnTo>
                  <a:lnTo>
                    <a:pt x="2061192" y="1609453"/>
                  </a:lnTo>
                  <a:lnTo>
                    <a:pt x="2061104" y="1609410"/>
                  </a:lnTo>
                  <a:lnTo>
                    <a:pt x="2061078" y="1609397"/>
                  </a:lnTo>
                  <a:lnTo>
                    <a:pt x="2061030" y="1609419"/>
                  </a:lnTo>
                  <a:lnTo>
                    <a:pt x="2060962" y="1609450"/>
                  </a:lnTo>
                  <a:lnTo>
                    <a:pt x="2060848" y="1609541"/>
                  </a:lnTo>
                  <a:lnTo>
                    <a:pt x="2060822" y="1609569"/>
                  </a:lnTo>
                  <a:lnTo>
                    <a:pt x="2060797" y="1609590"/>
                  </a:lnTo>
                  <a:lnTo>
                    <a:pt x="2060786" y="1609599"/>
                  </a:lnTo>
                  <a:lnTo>
                    <a:pt x="2060789" y="1609612"/>
                  </a:lnTo>
                  <a:lnTo>
                    <a:pt x="2060794" y="1609630"/>
                  </a:lnTo>
                  <a:lnTo>
                    <a:pt x="2060796" y="1609638"/>
                  </a:lnTo>
                  <a:lnTo>
                    <a:pt x="2060802" y="1609666"/>
                  </a:lnTo>
                  <a:lnTo>
                    <a:pt x="2060787" y="1609682"/>
                  </a:lnTo>
                  <a:lnTo>
                    <a:pt x="2060765" y="1609699"/>
                  </a:lnTo>
                  <a:lnTo>
                    <a:pt x="2060750" y="1609705"/>
                  </a:lnTo>
                  <a:lnTo>
                    <a:pt x="2060663" y="1609700"/>
                  </a:lnTo>
                  <a:lnTo>
                    <a:pt x="2060608" y="1609692"/>
                  </a:lnTo>
                  <a:lnTo>
                    <a:pt x="2060599" y="1609690"/>
                  </a:lnTo>
                  <a:lnTo>
                    <a:pt x="2060552" y="1609651"/>
                  </a:lnTo>
                  <a:lnTo>
                    <a:pt x="2060255" y="1609462"/>
                  </a:lnTo>
                  <a:lnTo>
                    <a:pt x="2059660" y="1609216"/>
                  </a:lnTo>
                  <a:lnTo>
                    <a:pt x="2059329" y="1609028"/>
                  </a:lnTo>
                  <a:lnTo>
                    <a:pt x="2059282" y="1609146"/>
                  </a:lnTo>
                  <a:lnTo>
                    <a:pt x="2059195" y="1609288"/>
                  </a:lnTo>
                  <a:lnTo>
                    <a:pt x="2059146" y="1609352"/>
                  </a:lnTo>
                  <a:lnTo>
                    <a:pt x="2058791" y="1609727"/>
                  </a:lnTo>
                  <a:lnTo>
                    <a:pt x="2058674" y="1609814"/>
                  </a:lnTo>
                  <a:lnTo>
                    <a:pt x="2058304" y="1609903"/>
                  </a:lnTo>
                  <a:lnTo>
                    <a:pt x="2058231" y="1609920"/>
                  </a:lnTo>
                  <a:lnTo>
                    <a:pt x="2058014" y="1610100"/>
                  </a:lnTo>
                  <a:lnTo>
                    <a:pt x="2058006" y="1610114"/>
                  </a:lnTo>
                  <a:lnTo>
                    <a:pt x="2057971" y="1610148"/>
                  </a:lnTo>
                  <a:lnTo>
                    <a:pt x="2058137" y="1610702"/>
                  </a:lnTo>
                  <a:lnTo>
                    <a:pt x="2058155" y="1610762"/>
                  </a:lnTo>
                  <a:lnTo>
                    <a:pt x="2058201" y="1610771"/>
                  </a:lnTo>
                  <a:lnTo>
                    <a:pt x="2058216" y="1610755"/>
                  </a:lnTo>
                  <a:lnTo>
                    <a:pt x="2058203" y="1610733"/>
                  </a:lnTo>
                  <a:lnTo>
                    <a:pt x="2058317" y="1610607"/>
                  </a:lnTo>
                  <a:lnTo>
                    <a:pt x="2058395" y="1610585"/>
                  </a:lnTo>
                  <a:lnTo>
                    <a:pt x="2058629" y="1610571"/>
                  </a:lnTo>
                  <a:lnTo>
                    <a:pt x="2058672" y="1610580"/>
                  </a:lnTo>
                  <a:lnTo>
                    <a:pt x="2058768" y="1610835"/>
                  </a:lnTo>
                  <a:lnTo>
                    <a:pt x="2058744" y="1610944"/>
                  </a:lnTo>
                  <a:lnTo>
                    <a:pt x="2058547" y="1611478"/>
                  </a:lnTo>
                  <a:lnTo>
                    <a:pt x="2058522" y="1611531"/>
                  </a:lnTo>
                  <a:lnTo>
                    <a:pt x="2058395" y="1611684"/>
                  </a:lnTo>
                  <a:lnTo>
                    <a:pt x="2058255" y="1611719"/>
                  </a:lnTo>
                  <a:lnTo>
                    <a:pt x="2058197" y="1611727"/>
                  </a:lnTo>
                  <a:lnTo>
                    <a:pt x="2058053" y="1611922"/>
                  </a:lnTo>
                  <a:lnTo>
                    <a:pt x="2058029" y="1612037"/>
                  </a:lnTo>
                  <a:lnTo>
                    <a:pt x="2058023" y="1612097"/>
                  </a:lnTo>
                  <a:lnTo>
                    <a:pt x="2058012" y="1612226"/>
                  </a:lnTo>
                  <a:lnTo>
                    <a:pt x="2058007" y="1612497"/>
                  </a:lnTo>
                  <a:lnTo>
                    <a:pt x="2058034" y="1612577"/>
                  </a:lnTo>
                  <a:lnTo>
                    <a:pt x="2058111" y="1612740"/>
                  </a:lnTo>
                  <a:lnTo>
                    <a:pt x="2058185" y="1612880"/>
                  </a:lnTo>
                  <a:lnTo>
                    <a:pt x="2058236" y="1612998"/>
                  </a:lnTo>
                  <a:lnTo>
                    <a:pt x="2058221" y="1613268"/>
                  </a:lnTo>
                  <a:lnTo>
                    <a:pt x="2058220" y="1613290"/>
                  </a:lnTo>
                  <a:lnTo>
                    <a:pt x="2058266" y="1613308"/>
                  </a:lnTo>
                  <a:lnTo>
                    <a:pt x="2058311" y="1613308"/>
                  </a:lnTo>
                  <a:lnTo>
                    <a:pt x="2058369" y="1613280"/>
                  </a:lnTo>
                  <a:lnTo>
                    <a:pt x="2058399" y="1613149"/>
                  </a:lnTo>
                  <a:lnTo>
                    <a:pt x="2058394" y="1613134"/>
                  </a:lnTo>
                  <a:lnTo>
                    <a:pt x="2058440" y="1612899"/>
                  </a:lnTo>
                  <a:lnTo>
                    <a:pt x="2058668" y="1612660"/>
                  </a:lnTo>
                  <a:lnTo>
                    <a:pt x="2058678" y="1612651"/>
                  </a:lnTo>
                  <a:lnTo>
                    <a:pt x="2058686" y="1612651"/>
                  </a:lnTo>
                  <a:lnTo>
                    <a:pt x="2058854" y="1612781"/>
                  </a:lnTo>
                  <a:lnTo>
                    <a:pt x="2059082" y="1612863"/>
                  </a:lnTo>
                  <a:lnTo>
                    <a:pt x="2059200" y="1612868"/>
                  </a:lnTo>
                  <a:lnTo>
                    <a:pt x="2059340" y="1612817"/>
                  </a:lnTo>
                  <a:lnTo>
                    <a:pt x="2059548" y="1612740"/>
                  </a:lnTo>
                  <a:lnTo>
                    <a:pt x="2059591" y="1612716"/>
                  </a:lnTo>
                  <a:lnTo>
                    <a:pt x="2059776" y="1612575"/>
                  </a:lnTo>
                  <a:lnTo>
                    <a:pt x="2059793" y="1612546"/>
                  </a:lnTo>
                  <a:lnTo>
                    <a:pt x="2059805" y="1612523"/>
                  </a:lnTo>
                  <a:lnTo>
                    <a:pt x="2059867" y="1612416"/>
                  </a:lnTo>
                  <a:lnTo>
                    <a:pt x="2060215" y="1612419"/>
                  </a:lnTo>
                  <a:lnTo>
                    <a:pt x="2060306" y="1612419"/>
                  </a:lnTo>
                  <a:lnTo>
                    <a:pt x="2060498" y="1612497"/>
                  </a:lnTo>
                  <a:lnTo>
                    <a:pt x="2060756" y="1612626"/>
                  </a:lnTo>
                  <a:lnTo>
                    <a:pt x="2060824" y="1612728"/>
                  </a:lnTo>
                  <a:lnTo>
                    <a:pt x="2060841" y="1612985"/>
                  </a:lnTo>
                  <a:lnTo>
                    <a:pt x="2060791" y="1613162"/>
                  </a:lnTo>
                  <a:lnTo>
                    <a:pt x="2060763" y="1613202"/>
                  </a:lnTo>
                  <a:lnTo>
                    <a:pt x="2060740" y="1613203"/>
                  </a:lnTo>
                  <a:lnTo>
                    <a:pt x="2060610" y="1613184"/>
                  </a:lnTo>
                  <a:lnTo>
                    <a:pt x="2060417" y="1613251"/>
                  </a:lnTo>
                  <a:lnTo>
                    <a:pt x="2059975" y="1613494"/>
                  </a:lnTo>
                  <a:lnTo>
                    <a:pt x="2059958" y="1613494"/>
                  </a:lnTo>
                  <a:lnTo>
                    <a:pt x="2059892" y="1613554"/>
                  </a:lnTo>
                  <a:lnTo>
                    <a:pt x="2059739" y="1613763"/>
                  </a:lnTo>
                  <a:lnTo>
                    <a:pt x="2059711" y="1613812"/>
                  </a:lnTo>
                  <a:lnTo>
                    <a:pt x="2059700" y="1613843"/>
                  </a:lnTo>
                  <a:lnTo>
                    <a:pt x="2059637" y="1614242"/>
                  </a:lnTo>
                  <a:lnTo>
                    <a:pt x="2059614" y="1614425"/>
                  </a:lnTo>
                  <a:lnTo>
                    <a:pt x="2059582" y="1614687"/>
                  </a:lnTo>
                  <a:lnTo>
                    <a:pt x="2059556" y="1614906"/>
                  </a:lnTo>
                  <a:lnTo>
                    <a:pt x="2059521" y="1615276"/>
                  </a:lnTo>
                  <a:lnTo>
                    <a:pt x="2059584" y="1615329"/>
                  </a:lnTo>
                  <a:lnTo>
                    <a:pt x="2059608" y="1615362"/>
                  </a:lnTo>
                  <a:lnTo>
                    <a:pt x="2059641" y="1615440"/>
                  </a:lnTo>
                  <a:lnTo>
                    <a:pt x="2059633" y="1615453"/>
                  </a:lnTo>
                  <a:lnTo>
                    <a:pt x="2059601" y="1615473"/>
                  </a:lnTo>
                  <a:lnTo>
                    <a:pt x="2059410" y="1615572"/>
                  </a:lnTo>
                  <a:lnTo>
                    <a:pt x="2059383" y="1615573"/>
                  </a:lnTo>
                  <a:lnTo>
                    <a:pt x="2059333" y="1615565"/>
                  </a:lnTo>
                  <a:lnTo>
                    <a:pt x="2059287" y="1615551"/>
                  </a:lnTo>
                  <a:lnTo>
                    <a:pt x="2059090" y="1615486"/>
                  </a:lnTo>
                  <a:lnTo>
                    <a:pt x="2059069" y="1615479"/>
                  </a:lnTo>
                  <a:lnTo>
                    <a:pt x="2059005" y="1615443"/>
                  </a:lnTo>
                  <a:lnTo>
                    <a:pt x="2058946" y="1615409"/>
                  </a:lnTo>
                  <a:lnTo>
                    <a:pt x="2058865" y="1615365"/>
                  </a:lnTo>
                  <a:lnTo>
                    <a:pt x="2058845" y="1615356"/>
                  </a:lnTo>
                  <a:lnTo>
                    <a:pt x="2058721" y="1615320"/>
                  </a:lnTo>
                  <a:lnTo>
                    <a:pt x="2058674" y="1615306"/>
                  </a:lnTo>
                  <a:lnTo>
                    <a:pt x="2058646" y="1615303"/>
                  </a:lnTo>
                  <a:lnTo>
                    <a:pt x="2058451" y="1615310"/>
                  </a:lnTo>
                  <a:lnTo>
                    <a:pt x="2058316" y="1615317"/>
                  </a:lnTo>
                  <a:lnTo>
                    <a:pt x="2058288" y="1615319"/>
                  </a:lnTo>
                  <a:lnTo>
                    <a:pt x="2058121" y="1615263"/>
                  </a:lnTo>
                  <a:lnTo>
                    <a:pt x="2057912" y="1615167"/>
                  </a:lnTo>
                  <a:lnTo>
                    <a:pt x="2057884" y="1615125"/>
                  </a:lnTo>
                  <a:lnTo>
                    <a:pt x="2057854" y="1615105"/>
                  </a:lnTo>
                  <a:lnTo>
                    <a:pt x="2057619" y="1615053"/>
                  </a:lnTo>
                  <a:lnTo>
                    <a:pt x="2057249" y="1614971"/>
                  </a:lnTo>
                  <a:lnTo>
                    <a:pt x="2057086" y="1614910"/>
                  </a:lnTo>
                  <a:lnTo>
                    <a:pt x="2057069" y="1614897"/>
                  </a:lnTo>
                  <a:lnTo>
                    <a:pt x="2056938" y="1614809"/>
                  </a:lnTo>
                  <a:lnTo>
                    <a:pt x="2056771" y="1614627"/>
                  </a:lnTo>
                  <a:lnTo>
                    <a:pt x="2056691" y="1614501"/>
                  </a:lnTo>
                  <a:lnTo>
                    <a:pt x="2056641" y="1614380"/>
                  </a:lnTo>
                  <a:lnTo>
                    <a:pt x="2056695" y="1614134"/>
                  </a:lnTo>
                  <a:lnTo>
                    <a:pt x="2056716" y="1614113"/>
                  </a:lnTo>
                  <a:lnTo>
                    <a:pt x="2056764" y="1614094"/>
                  </a:lnTo>
                  <a:lnTo>
                    <a:pt x="2057082" y="1613974"/>
                  </a:lnTo>
                  <a:lnTo>
                    <a:pt x="2057527" y="1613883"/>
                  </a:lnTo>
                  <a:lnTo>
                    <a:pt x="2057764" y="1613870"/>
                  </a:lnTo>
                  <a:lnTo>
                    <a:pt x="2057824" y="1613860"/>
                  </a:lnTo>
                  <a:lnTo>
                    <a:pt x="2058026" y="1613826"/>
                  </a:lnTo>
                  <a:lnTo>
                    <a:pt x="2058093" y="1613780"/>
                  </a:lnTo>
                  <a:lnTo>
                    <a:pt x="2058176" y="1613702"/>
                  </a:lnTo>
                  <a:lnTo>
                    <a:pt x="2058146" y="1613657"/>
                  </a:lnTo>
                  <a:lnTo>
                    <a:pt x="2058107" y="1613615"/>
                  </a:lnTo>
                  <a:lnTo>
                    <a:pt x="2058002" y="1613717"/>
                  </a:lnTo>
                  <a:lnTo>
                    <a:pt x="2057898" y="1613707"/>
                  </a:lnTo>
                  <a:lnTo>
                    <a:pt x="2057522" y="1613673"/>
                  </a:lnTo>
                  <a:lnTo>
                    <a:pt x="2057425" y="1613694"/>
                  </a:lnTo>
                  <a:lnTo>
                    <a:pt x="2057402" y="1613695"/>
                  </a:lnTo>
                  <a:lnTo>
                    <a:pt x="2057165" y="1613616"/>
                  </a:lnTo>
                  <a:lnTo>
                    <a:pt x="2057061" y="1613544"/>
                  </a:lnTo>
                  <a:lnTo>
                    <a:pt x="2057049" y="1613541"/>
                  </a:lnTo>
                  <a:lnTo>
                    <a:pt x="2056911" y="1613958"/>
                  </a:lnTo>
                  <a:lnTo>
                    <a:pt x="2056699" y="1613975"/>
                  </a:lnTo>
                  <a:lnTo>
                    <a:pt x="2056321" y="1613906"/>
                  </a:lnTo>
                  <a:lnTo>
                    <a:pt x="2056210" y="1613787"/>
                  </a:lnTo>
                  <a:lnTo>
                    <a:pt x="2056142" y="1613248"/>
                  </a:lnTo>
                  <a:lnTo>
                    <a:pt x="2056142" y="1613180"/>
                  </a:lnTo>
                  <a:lnTo>
                    <a:pt x="2056149" y="1613134"/>
                  </a:lnTo>
                  <a:lnTo>
                    <a:pt x="2056147" y="1613105"/>
                  </a:lnTo>
                  <a:lnTo>
                    <a:pt x="2056061" y="1613104"/>
                  </a:lnTo>
                  <a:lnTo>
                    <a:pt x="2056039" y="1613116"/>
                  </a:lnTo>
                  <a:lnTo>
                    <a:pt x="2055995" y="1613134"/>
                  </a:lnTo>
                  <a:lnTo>
                    <a:pt x="2055932" y="1613155"/>
                  </a:lnTo>
                  <a:lnTo>
                    <a:pt x="2055800" y="1613199"/>
                  </a:lnTo>
                  <a:lnTo>
                    <a:pt x="2055780" y="1613206"/>
                  </a:lnTo>
                  <a:lnTo>
                    <a:pt x="2055734" y="1613223"/>
                  </a:lnTo>
                  <a:lnTo>
                    <a:pt x="2054713" y="1613044"/>
                  </a:lnTo>
                  <a:lnTo>
                    <a:pt x="2054450" y="1613061"/>
                  </a:lnTo>
                  <a:lnTo>
                    <a:pt x="2054078" y="1613150"/>
                  </a:lnTo>
                  <a:lnTo>
                    <a:pt x="2054010" y="1613182"/>
                  </a:lnTo>
                  <a:lnTo>
                    <a:pt x="2054362" y="1613440"/>
                  </a:lnTo>
                  <a:lnTo>
                    <a:pt x="2054962" y="1613668"/>
                  </a:lnTo>
                  <a:lnTo>
                    <a:pt x="2054470" y="1614627"/>
                  </a:lnTo>
                  <a:lnTo>
                    <a:pt x="2053907" y="1615723"/>
                  </a:lnTo>
                  <a:lnTo>
                    <a:pt x="2053883" y="1615774"/>
                  </a:lnTo>
                  <a:lnTo>
                    <a:pt x="2053703" y="1616117"/>
                  </a:lnTo>
                  <a:lnTo>
                    <a:pt x="2053500" y="1615957"/>
                  </a:lnTo>
                  <a:lnTo>
                    <a:pt x="2053488" y="1615893"/>
                  </a:lnTo>
                  <a:lnTo>
                    <a:pt x="2053361" y="1615785"/>
                  </a:lnTo>
                  <a:lnTo>
                    <a:pt x="2053328" y="1615816"/>
                  </a:lnTo>
                  <a:lnTo>
                    <a:pt x="2053328" y="1615831"/>
                  </a:lnTo>
                  <a:lnTo>
                    <a:pt x="2053329" y="1615888"/>
                  </a:lnTo>
                  <a:lnTo>
                    <a:pt x="2053329" y="1615912"/>
                  </a:lnTo>
                  <a:lnTo>
                    <a:pt x="2053375" y="1615925"/>
                  </a:lnTo>
                  <a:lnTo>
                    <a:pt x="2053334" y="1616241"/>
                  </a:lnTo>
                  <a:lnTo>
                    <a:pt x="2053335" y="1616346"/>
                  </a:lnTo>
                  <a:lnTo>
                    <a:pt x="2053476" y="1616603"/>
                  </a:lnTo>
                  <a:lnTo>
                    <a:pt x="2053486" y="1616641"/>
                  </a:lnTo>
                  <a:lnTo>
                    <a:pt x="2053482" y="1616656"/>
                  </a:lnTo>
                  <a:lnTo>
                    <a:pt x="2053460" y="1616741"/>
                  </a:lnTo>
                  <a:lnTo>
                    <a:pt x="2053254" y="1617147"/>
                  </a:lnTo>
                  <a:lnTo>
                    <a:pt x="2053313" y="1617331"/>
                  </a:lnTo>
                  <a:lnTo>
                    <a:pt x="2053441" y="1617442"/>
                  </a:lnTo>
                  <a:lnTo>
                    <a:pt x="2053534" y="1617471"/>
                  </a:lnTo>
                  <a:lnTo>
                    <a:pt x="2053597" y="1617408"/>
                  </a:lnTo>
                  <a:lnTo>
                    <a:pt x="2053719" y="1617357"/>
                  </a:lnTo>
                  <a:lnTo>
                    <a:pt x="2053737" y="1617360"/>
                  </a:lnTo>
                  <a:lnTo>
                    <a:pt x="2053795" y="1617423"/>
                  </a:lnTo>
                  <a:lnTo>
                    <a:pt x="2053957" y="1617685"/>
                  </a:lnTo>
                  <a:lnTo>
                    <a:pt x="2053966" y="1617704"/>
                  </a:lnTo>
                  <a:lnTo>
                    <a:pt x="2053860" y="1618012"/>
                  </a:lnTo>
                  <a:lnTo>
                    <a:pt x="2053739" y="1618102"/>
                  </a:lnTo>
                  <a:lnTo>
                    <a:pt x="2053679" y="1618131"/>
                  </a:lnTo>
                  <a:lnTo>
                    <a:pt x="2053645" y="1618139"/>
                  </a:lnTo>
                  <a:lnTo>
                    <a:pt x="2053628" y="1618136"/>
                  </a:lnTo>
                  <a:lnTo>
                    <a:pt x="2053494" y="1618056"/>
                  </a:lnTo>
                  <a:lnTo>
                    <a:pt x="2053416" y="1618037"/>
                  </a:lnTo>
                  <a:lnTo>
                    <a:pt x="2053171" y="1618018"/>
                  </a:lnTo>
                  <a:lnTo>
                    <a:pt x="2052878" y="1618016"/>
                  </a:lnTo>
                  <a:lnTo>
                    <a:pt x="2052730" y="1618120"/>
                  </a:lnTo>
                  <a:lnTo>
                    <a:pt x="2052597" y="1618198"/>
                  </a:lnTo>
                  <a:lnTo>
                    <a:pt x="2052150" y="1618311"/>
                  </a:lnTo>
                  <a:lnTo>
                    <a:pt x="2052046" y="1618337"/>
                  </a:lnTo>
                  <a:lnTo>
                    <a:pt x="2051672" y="1618412"/>
                  </a:lnTo>
                  <a:lnTo>
                    <a:pt x="2051607" y="1618398"/>
                  </a:lnTo>
                  <a:lnTo>
                    <a:pt x="2051440" y="1618316"/>
                  </a:lnTo>
                  <a:lnTo>
                    <a:pt x="2051413" y="1618379"/>
                  </a:lnTo>
                  <a:lnTo>
                    <a:pt x="2051383" y="1618446"/>
                  </a:lnTo>
                  <a:lnTo>
                    <a:pt x="2051379" y="1618454"/>
                  </a:lnTo>
                  <a:lnTo>
                    <a:pt x="2051593" y="1618614"/>
                  </a:lnTo>
                  <a:lnTo>
                    <a:pt x="2051679" y="1618638"/>
                  </a:lnTo>
                  <a:lnTo>
                    <a:pt x="2051827" y="1618629"/>
                  </a:lnTo>
                  <a:lnTo>
                    <a:pt x="2051903" y="1618599"/>
                  </a:lnTo>
                  <a:lnTo>
                    <a:pt x="2052039" y="1618543"/>
                  </a:lnTo>
                  <a:lnTo>
                    <a:pt x="2052269" y="1618473"/>
                  </a:lnTo>
                  <a:lnTo>
                    <a:pt x="2052714" y="1618538"/>
                  </a:lnTo>
                  <a:lnTo>
                    <a:pt x="2052912" y="1618569"/>
                  </a:lnTo>
                  <a:lnTo>
                    <a:pt x="2053459" y="1618908"/>
                  </a:lnTo>
                  <a:lnTo>
                    <a:pt x="2053469" y="1618933"/>
                  </a:lnTo>
                  <a:lnTo>
                    <a:pt x="2053472" y="1619010"/>
                  </a:lnTo>
                  <a:lnTo>
                    <a:pt x="2053440" y="1619115"/>
                  </a:lnTo>
                  <a:lnTo>
                    <a:pt x="2053277" y="1619294"/>
                  </a:lnTo>
                  <a:lnTo>
                    <a:pt x="2053224" y="1619365"/>
                  </a:lnTo>
                  <a:lnTo>
                    <a:pt x="2053099" y="1619600"/>
                  </a:lnTo>
                  <a:lnTo>
                    <a:pt x="2053103" y="1619797"/>
                  </a:lnTo>
                  <a:lnTo>
                    <a:pt x="2053108" y="1619967"/>
                  </a:lnTo>
                  <a:lnTo>
                    <a:pt x="2053143" y="1620127"/>
                  </a:lnTo>
                  <a:lnTo>
                    <a:pt x="2053284" y="1620377"/>
                  </a:lnTo>
                  <a:lnTo>
                    <a:pt x="2053312" y="1620416"/>
                  </a:lnTo>
                  <a:lnTo>
                    <a:pt x="2053332" y="1620428"/>
                  </a:lnTo>
                  <a:lnTo>
                    <a:pt x="2053394" y="1620418"/>
                  </a:lnTo>
                  <a:lnTo>
                    <a:pt x="2053457" y="1620369"/>
                  </a:lnTo>
                  <a:lnTo>
                    <a:pt x="2053551" y="1620398"/>
                  </a:lnTo>
                  <a:lnTo>
                    <a:pt x="2053575" y="1620423"/>
                  </a:lnTo>
                  <a:lnTo>
                    <a:pt x="2053593" y="1620505"/>
                  </a:lnTo>
                  <a:lnTo>
                    <a:pt x="2053577" y="1620551"/>
                  </a:lnTo>
                  <a:lnTo>
                    <a:pt x="2053428" y="1620665"/>
                  </a:lnTo>
                  <a:lnTo>
                    <a:pt x="2053365" y="1620690"/>
                  </a:lnTo>
                  <a:lnTo>
                    <a:pt x="2053325" y="1620680"/>
                  </a:lnTo>
                  <a:lnTo>
                    <a:pt x="2053225" y="1620632"/>
                  </a:lnTo>
                  <a:lnTo>
                    <a:pt x="2053216" y="1620535"/>
                  </a:lnTo>
                  <a:lnTo>
                    <a:pt x="2053211" y="1620507"/>
                  </a:lnTo>
                  <a:lnTo>
                    <a:pt x="2053198" y="1620469"/>
                  </a:lnTo>
                  <a:lnTo>
                    <a:pt x="2053190" y="1620462"/>
                  </a:lnTo>
                  <a:lnTo>
                    <a:pt x="2053047" y="1620445"/>
                  </a:lnTo>
                  <a:lnTo>
                    <a:pt x="2052778" y="1620460"/>
                  </a:lnTo>
                  <a:lnTo>
                    <a:pt x="2052741" y="1620453"/>
                  </a:lnTo>
                  <a:lnTo>
                    <a:pt x="2052639" y="1620569"/>
                  </a:lnTo>
                  <a:lnTo>
                    <a:pt x="2052634" y="1620622"/>
                  </a:lnTo>
                  <a:lnTo>
                    <a:pt x="2052615" y="1620665"/>
                  </a:lnTo>
                  <a:lnTo>
                    <a:pt x="2052454" y="1620880"/>
                  </a:lnTo>
                  <a:lnTo>
                    <a:pt x="2052430" y="1620918"/>
                  </a:lnTo>
                  <a:lnTo>
                    <a:pt x="2052383" y="1620972"/>
                  </a:lnTo>
                  <a:lnTo>
                    <a:pt x="2052326" y="1621047"/>
                  </a:lnTo>
                  <a:lnTo>
                    <a:pt x="2052208" y="1621241"/>
                  </a:lnTo>
                  <a:lnTo>
                    <a:pt x="2052047" y="1621526"/>
                  </a:lnTo>
                  <a:lnTo>
                    <a:pt x="2052013" y="1621612"/>
                  </a:lnTo>
                  <a:lnTo>
                    <a:pt x="2051914" y="1621853"/>
                  </a:lnTo>
                  <a:lnTo>
                    <a:pt x="2051876" y="1621950"/>
                  </a:lnTo>
                  <a:lnTo>
                    <a:pt x="2051829" y="1622095"/>
                  </a:lnTo>
                  <a:lnTo>
                    <a:pt x="2051786" y="1622133"/>
                  </a:lnTo>
                  <a:lnTo>
                    <a:pt x="2051739" y="1622144"/>
                  </a:lnTo>
                  <a:lnTo>
                    <a:pt x="2051706" y="1622144"/>
                  </a:lnTo>
                  <a:lnTo>
                    <a:pt x="2051658" y="1622128"/>
                  </a:lnTo>
                  <a:lnTo>
                    <a:pt x="2051426" y="1621870"/>
                  </a:lnTo>
                  <a:lnTo>
                    <a:pt x="2051384" y="1621891"/>
                  </a:lnTo>
                  <a:lnTo>
                    <a:pt x="2051365" y="1621902"/>
                  </a:lnTo>
                  <a:lnTo>
                    <a:pt x="2051322" y="1621875"/>
                  </a:lnTo>
                  <a:lnTo>
                    <a:pt x="2051175" y="1621757"/>
                  </a:lnTo>
                  <a:lnTo>
                    <a:pt x="2051171" y="1621724"/>
                  </a:lnTo>
                  <a:lnTo>
                    <a:pt x="2051104" y="1621649"/>
                  </a:lnTo>
                  <a:lnTo>
                    <a:pt x="2051133" y="1621617"/>
                  </a:lnTo>
                  <a:lnTo>
                    <a:pt x="2051142" y="1621590"/>
                  </a:lnTo>
                  <a:lnTo>
                    <a:pt x="2051146" y="1621569"/>
                  </a:lnTo>
                  <a:lnTo>
                    <a:pt x="2051138" y="1621558"/>
                  </a:lnTo>
                  <a:lnTo>
                    <a:pt x="2051101" y="1621513"/>
                  </a:lnTo>
                  <a:lnTo>
                    <a:pt x="2051063" y="1621466"/>
                  </a:lnTo>
                  <a:lnTo>
                    <a:pt x="2051053" y="1621455"/>
                  </a:lnTo>
                  <a:lnTo>
                    <a:pt x="2050921" y="1621316"/>
                  </a:lnTo>
                  <a:lnTo>
                    <a:pt x="2050815" y="1621300"/>
                  </a:lnTo>
                  <a:lnTo>
                    <a:pt x="2050806" y="1621299"/>
                  </a:lnTo>
                  <a:lnTo>
                    <a:pt x="2050799" y="1621298"/>
                  </a:lnTo>
                  <a:lnTo>
                    <a:pt x="2050792" y="1621297"/>
                  </a:lnTo>
                  <a:lnTo>
                    <a:pt x="2050715" y="1621285"/>
                  </a:lnTo>
                  <a:lnTo>
                    <a:pt x="2050682" y="1621518"/>
                  </a:lnTo>
                  <a:lnTo>
                    <a:pt x="2050673" y="1621635"/>
                  </a:lnTo>
                  <a:lnTo>
                    <a:pt x="2050781" y="1621732"/>
                  </a:lnTo>
                  <a:lnTo>
                    <a:pt x="2050830" y="1621830"/>
                  </a:lnTo>
                  <a:lnTo>
                    <a:pt x="2050834" y="1622011"/>
                  </a:lnTo>
                  <a:lnTo>
                    <a:pt x="2050910" y="1622267"/>
                  </a:lnTo>
                  <a:lnTo>
                    <a:pt x="2051213" y="1622568"/>
                  </a:lnTo>
                  <a:lnTo>
                    <a:pt x="2051260" y="1622622"/>
                  </a:lnTo>
                  <a:lnTo>
                    <a:pt x="2051275" y="1622676"/>
                  </a:lnTo>
                  <a:lnTo>
                    <a:pt x="2051260" y="1622735"/>
                  </a:lnTo>
                  <a:lnTo>
                    <a:pt x="2051237" y="1622767"/>
                  </a:lnTo>
                  <a:lnTo>
                    <a:pt x="2050839" y="1623117"/>
                  </a:lnTo>
                  <a:lnTo>
                    <a:pt x="2050759" y="1623192"/>
                  </a:lnTo>
                  <a:lnTo>
                    <a:pt x="2050735" y="1623230"/>
                  </a:lnTo>
                  <a:lnTo>
                    <a:pt x="2050697" y="1623257"/>
                  </a:lnTo>
                  <a:lnTo>
                    <a:pt x="2050621" y="1623348"/>
                  </a:lnTo>
                  <a:lnTo>
                    <a:pt x="2050531" y="1623466"/>
                  </a:lnTo>
                  <a:lnTo>
                    <a:pt x="2050347" y="1623751"/>
                  </a:lnTo>
                  <a:lnTo>
                    <a:pt x="2050294" y="1623848"/>
                  </a:lnTo>
                  <a:lnTo>
                    <a:pt x="2050148" y="1624165"/>
                  </a:lnTo>
                  <a:lnTo>
                    <a:pt x="2050020" y="1624558"/>
                  </a:lnTo>
                  <a:lnTo>
                    <a:pt x="2049830" y="1624885"/>
                  </a:lnTo>
                  <a:lnTo>
                    <a:pt x="2049821" y="1624934"/>
                  </a:lnTo>
                  <a:lnTo>
                    <a:pt x="2049778" y="1624982"/>
                  </a:lnTo>
                  <a:lnTo>
                    <a:pt x="2049769" y="1624990"/>
                  </a:lnTo>
                  <a:lnTo>
                    <a:pt x="2049755" y="1625009"/>
                  </a:lnTo>
                  <a:lnTo>
                    <a:pt x="2049707" y="1625058"/>
                  </a:lnTo>
                  <a:lnTo>
                    <a:pt x="2049698" y="1625074"/>
                  </a:lnTo>
                  <a:lnTo>
                    <a:pt x="2049532" y="1625251"/>
                  </a:lnTo>
                  <a:lnTo>
                    <a:pt x="2049347" y="1625439"/>
                  </a:lnTo>
                  <a:lnTo>
                    <a:pt x="2049309" y="1625466"/>
                  </a:lnTo>
                  <a:lnTo>
                    <a:pt x="2049285" y="1625469"/>
                  </a:lnTo>
                  <a:lnTo>
                    <a:pt x="2049267" y="1625471"/>
                  </a:lnTo>
                  <a:lnTo>
                    <a:pt x="2049224" y="1625455"/>
                  </a:lnTo>
                  <a:lnTo>
                    <a:pt x="2049158" y="1625391"/>
                  </a:lnTo>
                  <a:lnTo>
                    <a:pt x="2049011" y="1625213"/>
                  </a:lnTo>
                  <a:lnTo>
                    <a:pt x="2048864" y="1625063"/>
                  </a:lnTo>
                  <a:lnTo>
                    <a:pt x="2048860" y="1625058"/>
                  </a:lnTo>
                  <a:lnTo>
                    <a:pt x="2048835" y="1625024"/>
                  </a:lnTo>
                  <a:lnTo>
                    <a:pt x="2048759" y="1625331"/>
                  </a:lnTo>
                  <a:lnTo>
                    <a:pt x="2048741" y="1625381"/>
                  </a:lnTo>
                  <a:lnTo>
                    <a:pt x="2048703" y="1625494"/>
                  </a:lnTo>
                  <a:lnTo>
                    <a:pt x="2048677" y="1625551"/>
                  </a:lnTo>
                  <a:lnTo>
                    <a:pt x="2048659" y="1625588"/>
                  </a:lnTo>
                  <a:lnTo>
                    <a:pt x="2048512" y="1625830"/>
                  </a:lnTo>
                  <a:lnTo>
                    <a:pt x="2048481" y="1625867"/>
                  </a:lnTo>
                  <a:lnTo>
                    <a:pt x="2048401" y="1626345"/>
                  </a:lnTo>
                  <a:lnTo>
                    <a:pt x="2048385" y="1626452"/>
                  </a:lnTo>
                  <a:lnTo>
                    <a:pt x="2048399" y="1626486"/>
                  </a:lnTo>
                  <a:lnTo>
                    <a:pt x="2048429" y="1626509"/>
                  </a:lnTo>
                  <a:lnTo>
                    <a:pt x="2048516" y="1626546"/>
                  </a:lnTo>
                  <a:lnTo>
                    <a:pt x="2048652" y="1626624"/>
                  </a:lnTo>
                  <a:lnTo>
                    <a:pt x="2048898" y="1626973"/>
                  </a:lnTo>
                  <a:lnTo>
                    <a:pt x="2049065" y="1627245"/>
                  </a:lnTo>
                  <a:lnTo>
                    <a:pt x="2049062" y="1627283"/>
                  </a:lnTo>
                  <a:lnTo>
                    <a:pt x="2049062" y="1627296"/>
                  </a:lnTo>
                  <a:lnTo>
                    <a:pt x="2049085" y="1627664"/>
                  </a:lnTo>
                  <a:lnTo>
                    <a:pt x="2049087" y="1628271"/>
                  </a:lnTo>
                  <a:lnTo>
                    <a:pt x="2049089" y="1628579"/>
                  </a:lnTo>
                  <a:lnTo>
                    <a:pt x="2049112" y="1628970"/>
                  </a:lnTo>
                  <a:lnTo>
                    <a:pt x="2049136" y="1629110"/>
                  </a:lnTo>
                  <a:lnTo>
                    <a:pt x="2049164" y="1629226"/>
                  </a:lnTo>
                  <a:lnTo>
                    <a:pt x="2049236" y="1629503"/>
                  </a:lnTo>
                  <a:lnTo>
                    <a:pt x="2049283" y="1629625"/>
                  </a:lnTo>
                  <a:lnTo>
                    <a:pt x="2049424" y="1629885"/>
                  </a:lnTo>
                  <a:lnTo>
                    <a:pt x="2049490" y="1629963"/>
                  </a:lnTo>
                  <a:lnTo>
                    <a:pt x="2049614" y="1630080"/>
                  </a:lnTo>
                  <a:lnTo>
                    <a:pt x="2049881" y="1630157"/>
                  </a:lnTo>
                  <a:lnTo>
                    <a:pt x="2049898" y="1630140"/>
                  </a:lnTo>
                  <a:lnTo>
                    <a:pt x="2050089" y="1629977"/>
                  </a:lnTo>
                  <a:lnTo>
                    <a:pt x="2050394" y="1629891"/>
                  </a:lnTo>
                  <a:lnTo>
                    <a:pt x="2050800" y="1630006"/>
                  </a:lnTo>
                  <a:lnTo>
                    <a:pt x="2050813" y="1630020"/>
                  </a:lnTo>
                  <a:lnTo>
                    <a:pt x="2050828" y="1630081"/>
                  </a:lnTo>
                  <a:lnTo>
                    <a:pt x="2050810" y="1630148"/>
                  </a:lnTo>
                  <a:lnTo>
                    <a:pt x="2050747" y="1630178"/>
                  </a:lnTo>
                  <a:lnTo>
                    <a:pt x="2050655" y="1630165"/>
                  </a:lnTo>
                  <a:lnTo>
                    <a:pt x="2050616" y="1630143"/>
                  </a:lnTo>
                  <a:lnTo>
                    <a:pt x="2050598" y="1630143"/>
                  </a:lnTo>
                  <a:lnTo>
                    <a:pt x="2050570" y="1630173"/>
                  </a:lnTo>
                  <a:lnTo>
                    <a:pt x="2050438" y="1630330"/>
                  </a:lnTo>
                  <a:lnTo>
                    <a:pt x="2050258" y="1630687"/>
                  </a:lnTo>
                  <a:lnTo>
                    <a:pt x="2050221" y="1630772"/>
                  </a:lnTo>
                  <a:lnTo>
                    <a:pt x="2050189" y="1630882"/>
                  </a:lnTo>
                  <a:lnTo>
                    <a:pt x="2050181" y="1630957"/>
                  </a:lnTo>
                  <a:lnTo>
                    <a:pt x="2050191" y="1630989"/>
                  </a:lnTo>
                  <a:lnTo>
                    <a:pt x="2050215" y="1631003"/>
                  </a:lnTo>
                  <a:lnTo>
                    <a:pt x="2050247" y="1631061"/>
                  </a:lnTo>
                  <a:lnTo>
                    <a:pt x="2050276" y="1631112"/>
                  </a:lnTo>
                  <a:lnTo>
                    <a:pt x="2050302" y="1631263"/>
                  </a:lnTo>
                  <a:lnTo>
                    <a:pt x="2050301" y="1631270"/>
                  </a:lnTo>
                  <a:lnTo>
                    <a:pt x="2050299" y="1631280"/>
                  </a:lnTo>
                  <a:lnTo>
                    <a:pt x="2050278" y="1631299"/>
                  </a:lnTo>
                  <a:lnTo>
                    <a:pt x="2050215" y="1631348"/>
                  </a:lnTo>
                  <a:lnTo>
                    <a:pt x="2050031" y="1631491"/>
                  </a:lnTo>
                  <a:lnTo>
                    <a:pt x="2049992" y="1631522"/>
                  </a:lnTo>
                  <a:lnTo>
                    <a:pt x="2049934" y="1631537"/>
                  </a:lnTo>
                  <a:lnTo>
                    <a:pt x="2049899" y="1631531"/>
                  </a:lnTo>
                  <a:lnTo>
                    <a:pt x="2049881" y="1631527"/>
                  </a:lnTo>
                  <a:lnTo>
                    <a:pt x="2049832" y="1631513"/>
                  </a:lnTo>
                  <a:lnTo>
                    <a:pt x="2049705" y="1631477"/>
                  </a:lnTo>
                  <a:lnTo>
                    <a:pt x="2049355" y="1631264"/>
                  </a:lnTo>
                  <a:lnTo>
                    <a:pt x="2049325" y="1631063"/>
                  </a:lnTo>
                  <a:lnTo>
                    <a:pt x="2049376" y="1630744"/>
                  </a:lnTo>
                  <a:lnTo>
                    <a:pt x="2049333" y="1630681"/>
                  </a:lnTo>
                  <a:lnTo>
                    <a:pt x="2049151" y="1630585"/>
                  </a:lnTo>
                  <a:lnTo>
                    <a:pt x="2049060" y="1630561"/>
                  </a:lnTo>
                  <a:lnTo>
                    <a:pt x="2048869" y="1630528"/>
                  </a:lnTo>
                  <a:lnTo>
                    <a:pt x="2048795" y="1630531"/>
                  </a:lnTo>
                  <a:lnTo>
                    <a:pt x="2048735" y="1630573"/>
                  </a:lnTo>
                  <a:lnTo>
                    <a:pt x="2048725" y="1630599"/>
                  </a:lnTo>
                  <a:lnTo>
                    <a:pt x="2048739" y="1630618"/>
                  </a:lnTo>
                  <a:lnTo>
                    <a:pt x="2048719" y="1630643"/>
                  </a:lnTo>
                  <a:lnTo>
                    <a:pt x="2048708" y="1630655"/>
                  </a:lnTo>
                  <a:lnTo>
                    <a:pt x="2048621" y="1630662"/>
                  </a:lnTo>
                  <a:lnTo>
                    <a:pt x="2048556" y="1630648"/>
                  </a:lnTo>
                  <a:lnTo>
                    <a:pt x="2048388" y="1630524"/>
                  </a:lnTo>
                  <a:lnTo>
                    <a:pt x="2048301" y="1630290"/>
                  </a:lnTo>
                  <a:lnTo>
                    <a:pt x="2048273" y="1630231"/>
                  </a:lnTo>
                  <a:lnTo>
                    <a:pt x="2048223" y="1630158"/>
                  </a:lnTo>
                  <a:lnTo>
                    <a:pt x="2047969" y="1629878"/>
                  </a:lnTo>
                  <a:lnTo>
                    <a:pt x="2047980" y="1629693"/>
                  </a:lnTo>
                  <a:lnTo>
                    <a:pt x="2047982" y="1629684"/>
                  </a:lnTo>
                  <a:lnTo>
                    <a:pt x="2047977" y="1629620"/>
                  </a:lnTo>
                  <a:lnTo>
                    <a:pt x="2047964" y="1629535"/>
                  </a:lnTo>
                  <a:lnTo>
                    <a:pt x="2047963" y="1629523"/>
                  </a:lnTo>
                  <a:lnTo>
                    <a:pt x="2047960" y="1629496"/>
                  </a:lnTo>
                  <a:lnTo>
                    <a:pt x="2047949" y="1629410"/>
                  </a:lnTo>
                  <a:lnTo>
                    <a:pt x="2047944" y="1629375"/>
                  </a:lnTo>
                  <a:lnTo>
                    <a:pt x="2047942" y="1629356"/>
                  </a:lnTo>
                  <a:lnTo>
                    <a:pt x="2047939" y="1629346"/>
                  </a:lnTo>
                  <a:lnTo>
                    <a:pt x="2047934" y="1629312"/>
                  </a:lnTo>
                  <a:lnTo>
                    <a:pt x="2047931" y="1629290"/>
                  </a:lnTo>
                  <a:lnTo>
                    <a:pt x="2047912" y="1629152"/>
                  </a:lnTo>
                  <a:lnTo>
                    <a:pt x="2047911" y="1629141"/>
                  </a:lnTo>
                  <a:lnTo>
                    <a:pt x="2047910" y="1629133"/>
                  </a:lnTo>
                  <a:lnTo>
                    <a:pt x="2047912" y="1629120"/>
                  </a:lnTo>
                  <a:lnTo>
                    <a:pt x="2047908" y="1629109"/>
                  </a:lnTo>
                  <a:lnTo>
                    <a:pt x="2047905" y="1629091"/>
                  </a:lnTo>
                  <a:lnTo>
                    <a:pt x="2047903" y="1629083"/>
                  </a:lnTo>
                  <a:lnTo>
                    <a:pt x="2047701" y="1628971"/>
                  </a:lnTo>
                  <a:lnTo>
                    <a:pt x="2047676" y="1628957"/>
                  </a:lnTo>
                  <a:lnTo>
                    <a:pt x="2047435" y="1628824"/>
                  </a:lnTo>
                  <a:lnTo>
                    <a:pt x="2047263" y="1628750"/>
                  </a:lnTo>
                  <a:lnTo>
                    <a:pt x="2047129" y="1628779"/>
                  </a:lnTo>
                  <a:lnTo>
                    <a:pt x="2047057" y="1628763"/>
                  </a:lnTo>
                  <a:lnTo>
                    <a:pt x="2047007" y="1628720"/>
                  </a:lnTo>
                  <a:lnTo>
                    <a:pt x="2046985" y="1628689"/>
                  </a:lnTo>
                  <a:lnTo>
                    <a:pt x="2046965" y="1628639"/>
                  </a:lnTo>
                  <a:lnTo>
                    <a:pt x="2046866" y="1628682"/>
                  </a:lnTo>
                  <a:lnTo>
                    <a:pt x="2046728" y="1628741"/>
                  </a:lnTo>
                  <a:lnTo>
                    <a:pt x="2046622" y="1628965"/>
                  </a:lnTo>
                  <a:lnTo>
                    <a:pt x="2046781" y="1629298"/>
                  </a:lnTo>
                  <a:lnTo>
                    <a:pt x="2046888" y="1629307"/>
                  </a:lnTo>
                  <a:lnTo>
                    <a:pt x="2047013" y="1629246"/>
                  </a:lnTo>
                  <a:lnTo>
                    <a:pt x="2047099" y="1629185"/>
                  </a:lnTo>
                  <a:lnTo>
                    <a:pt x="2047119" y="1629163"/>
                  </a:lnTo>
                  <a:lnTo>
                    <a:pt x="2047269" y="1629141"/>
                  </a:lnTo>
                  <a:lnTo>
                    <a:pt x="2047658" y="1629358"/>
                  </a:lnTo>
                  <a:lnTo>
                    <a:pt x="2047685" y="1629442"/>
                  </a:lnTo>
                  <a:lnTo>
                    <a:pt x="2047689" y="1629494"/>
                  </a:lnTo>
                  <a:lnTo>
                    <a:pt x="2047681" y="1629551"/>
                  </a:lnTo>
                  <a:lnTo>
                    <a:pt x="2047641" y="1629674"/>
                  </a:lnTo>
                  <a:lnTo>
                    <a:pt x="2047626" y="1629674"/>
                  </a:lnTo>
                  <a:lnTo>
                    <a:pt x="2047568" y="1629632"/>
                  </a:lnTo>
                  <a:lnTo>
                    <a:pt x="2047499" y="1629598"/>
                  </a:lnTo>
                  <a:lnTo>
                    <a:pt x="2047315" y="1629590"/>
                  </a:lnTo>
                  <a:lnTo>
                    <a:pt x="2047165" y="1629608"/>
                  </a:lnTo>
                  <a:lnTo>
                    <a:pt x="2046832" y="1629720"/>
                  </a:lnTo>
                  <a:lnTo>
                    <a:pt x="2046559" y="1629810"/>
                  </a:lnTo>
                  <a:lnTo>
                    <a:pt x="2046548" y="1629801"/>
                  </a:lnTo>
                  <a:lnTo>
                    <a:pt x="2046480" y="1629773"/>
                  </a:lnTo>
                  <a:lnTo>
                    <a:pt x="2046451" y="1629770"/>
                  </a:lnTo>
                  <a:lnTo>
                    <a:pt x="2046406" y="1629775"/>
                  </a:lnTo>
                  <a:lnTo>
                    <a:pt x="2046354" y="1629793"/>
                  </a:lnTo>
                  <a:lnTo>
                    <a:pt x="2046133" y="1629893"/>
                  </a:lnTo>
                  <a:lnTo>
                    <a:pt x="2045804" y="1630077"/>
                  </a:lnTo>
                  <a:lnTo>
                    <a:pt x="2045663" y="1630179"/>
                  </a:lnTo>
                  <a:lnTo>
                    <a:pt x="2045299" y="1630472"/>
                  </a:lnTo>
                  <a:lnTo>
                    <a:pt x="2045057" y="1630695"/>
                  </a:lnTo>
                  <a:lnTo>
                    <a:pt x="2044855" y="1630890"/>
                  </a:lnTo>
                  <a:lnTo>
                    <a:pt x="2044690" y="1631068"/>
                  </a:lnTo>
                  <a:lnTo>
                    <a:pt x="2044645" y="1631129"/>
                  </a:lnTo>
                  <a:lnTo>
                    <a:pt x="2044037" y="1631951"/>
                  </a:lnTo>
                  <a:lnTo>
                    <a:pt x="2043980" y="1632042"/>
                  </a:lnTo>
                  <a:lnTo>
                    <a:pt x="2043932" y="1632132"/>
                  </a:lnTo>
                  <a:lnTo>
                    <a:pt x="2043869" y="1632285"/>
                  </a:lnTo>
                  <a:lnTo>
                    <a:pt x="2043870" y="1632343"/>
                  </a:lnTo>
                  <a:lnTo>
                    <a:pt x="2043902" y="1632422"/>
                  </a:lnTo>
                  <a:lnTo>
                    <a:pt x="2043910" y="1632660"/>
                  </a:lnTo>
                  <a:lnTo>
                    <a:pt x="2043914" y="1632828"/>
                  </a:lnTo>
                  <a:lnTo>
                    <a:pt x="2043909" y="1632873"/>
                  </a:lnTo>
                  <a:lnTo>
                    <a:pt x="2043815" y="1633040"/>
                  </a:lnTo>
                  <a:lnTo>
                    <a:pt x="2043285" y="1633976"/>
                  </a:lnTo>
                  <a:lnTo>
                    <a:pt x="2043250" y="1633998"/>
                  </a:lnTo>
                  <a:lnTo>
                    <a:pt x="2043052" y="1634067"/>
                  </a:lnTo>
                  <a:lnTo>
                    <a:pt x="2042760" y="1634077"/>
                  </a:lnTo>
                  <a:lnTo>
                    <a:pt x="2042694" y="1634051"/>
                  </a:lnTo>
                  <a:lnTo>
                    <a:pt x="2042676" y="1634026"/>
                  </a:lnTo>
                  <a:lnTo>
                    <a:pt x="2042334" y="1633524"/>
                  </a:lnTo>
                  <a:lnTo>
                    <a:pt x="2042314" y="1633454"/>
                  </a:lnTo>
                  <a:lnTo>
                    <a:pt x="2042351" y="1633399"/>
                  </a:lnTo>
                  <a:lnTo>
                    <a:pt x="2042419" y="1633436"/>
                  </a:lnTo>
                  <a:lnTo>
                    <a:pt x="2042512" y="1633502"/>
                  </a:lnTo>
                  <a:lnTo>
                    <a:pt x="2042535" y="1633469"/>
                  </a:lnTo>
                  <a:lnTo>
                    <a:pt x="2042544" y="1633400"/>
                  </a:lnTo>
                  <a:lnTo>
                    <a:pt x="2042538" y="1633362"/>
                  </a:lnTo>
                  <a:lnTo>
                    <a:pt x="2042503" y="1633269"/>
                  </a:lnTo>
                  <a:lnTo>
                    <a:pt x="2042438" y="1633193"/>
                  </a:lnTo>
                  <a:lnTo>
                    <a:pt x="2042396" y="1633163"/>
                  </a:lnTo>
                  <a:lnTo>
                    <a:pt x="2042338" y="1633129"/>
                  </a:lnTo>
                  <a:lnTo>
                    <a:pt x="2042238" y="1633090"/>
                  </a:lnTo>
                  <a:lnTo>
                    <a:pt x="2041767" y="1633041"/>
                  </a:lnTo>
                  <a:lnTo>
                    <a:pt x="2041580" y="1633085"/>
                  </a:lnTo>
                  <a:lnTo>
                    <a:pt x="2041446" y="1633137"/>
                  </a:lnTo>
                  <a:lnTo>
                    <a:pt x="2041433" y="1633134"/>
                  </a:lnTo>
                  <a:lnTo>
                    <a:pt x="2041337" y="1633068"/>
                  </a:lnTo>
                  <a:lnTo>
                    <a:pt x="2041311" y="1633043"/>
                  </a:lnTo>
                  <a:lnTo>
                    <a:pt x="2041298" y="1633020"/>
                  </a:lnTo>
                  <a:lnTo>
                    <a:pt x="2041230" y="1632810"/>
                  </a:lnTo>
                  <a:lnTo>
                    <a:pt x="2041222" y="1632759"/>
                  </a:lnTo>
                  <a:lnTo>
                    <a:pt x="2041310" y="1632311"/>
                  </a:lnTo>
                  <a:lnTo>
                    <a:pt x="2041313" y="1632299"/>
                  </a:lnTo>
                  <a:lnTo>
                    <a:pt x="2041326" y="1632287"/>
                  </a:lnTo>
                  <a:lnTo>
                    <a:pt x="2041349" y="1632271"/>
                  </a:lnTo>
                  <a:lnTo>
                    <a:pt x="2041457" y="1632198"/>
                  </a:lnTo>
                  <a:lnTo>
                    <a:pt x="2041717" y="1632184"/>
                  </a:lnTo>
                  <a:lnTo>
                    <a:pt x="2041832" y="1632080"/>
                  </a:lnTo>
                  <a:lnTo>
                    <a:pt x="2041848" y="1632057"/>
                  </a:lnTo>
                  <a:lnTo>
                    <a:pt x="2041854" y="1632044"/>
                  </a:lnTo>
                  <a:lnTo>
                    <a:pt x="2041914" y="1631413"/>
                  </a:lnTo>
                  <a:lnTo>
                    <a:pt x="2041852" y="1631163"/>
                  </a:lnTo>
                  <a:lnTo>
                    <a:pt x="2041776" y="1631181"/>
                  </a:lnTo>
                  <a:lnTo>
                    <a:pt x="2041692" y="1631202"/>
                  </a:lnTo>
                  <a:lnTo>
                    <a:pt x="2041682" y="1631206"/>
                  </a:lnTo>
                  <a:lnTo>
                    <a:pt x="2041525" y="1631272"/>
                  </a:lnTo>
                  <a:lnTo>
                    <a:pt x="2041565" y="1631332"/>
                  </a:lnTo>
                  <a:lnTo>
                    <a:pt x="2041645" y="1631450"/>
                  </a:lnTo>
                  <a:lnTo>
                    <a:pt x="2041669" y="1631542"/>
                  </a:lnTo>
                  <a:lnTo>
                    <a:pt x="2041695" y="1631799"/>
                  </a:lnTo>
                  <a:lnTo>
                    <a:pt x="2041644" y="1631926"/>
                  </a:lnTo>
                  <a:lnTo>
                    <a:pt x="2041636" y="1631933"/>
                  </a:lnTo>
                  <a:lnTo>
                    <a:pt x="2041502" y="1631918"/>
                  </a:lnTo>
                  <a:lnTo>
                    <a:pt x="2041244" y="1631890"/>
                  </a:lnTo>
                  <a:lnTo>
                    <a:pt x="2041196" y="1632002"/>
                  </a:lnTo>
                  <a:lnTo>
                    <a:pt x="2041109" y="1632221"/>
                  </a:lnTo>
                  <a:lnTo>
                    <a:pt x="2041116" y="1632278"/>
                  </a:lnTo>
                  <a:lnTo>
                    <a:pt x="2041142" y="1632369"/>
                  </a:lnTo>
                  <a:lnTo>
                    <a:pt x="2040945" y="1632503"/>
                  </a:lnTo>
                  <a:lnTo>
                    <a:pt x="2040760" y="1632610"/>
                  </a:lnTo>
                  <a:lnTo>
                    <a:pt x="2040573" y="1632671"/>
                  </a:lnTo>
                  <a:lnTo>
                    <a:pt x="2040454" y="1632726"/>
                  </a:lnTo>
                  <a:lnTo>
                    <a:pt x="2040168" y="1632898"/>
                  </a:lnTo>
                  <a:lnTo>
                    <a:pt x="2039971" y="1633036"/>
                  </a:lnTo>
                  <a:lnTo>
                    <a:pt x="2039774" y="1633199"/>
                  </a:lnTo>
                  <a:lnTo>
                    <a:pt x="2039487" y="1633462"/>
                  </a:lnTo>
                  <a:lnTo>
                    <a:pt x="2039084" y="1633934"/>
                  </a:lnTo>
                  <a:lnTo>
                    <a:pt x="2039001" y="1634008"/>
                  </a:lnTo>
                  <a:lnTo>
                    <a:pt x="2038852" y="1634197"/>
                  </a:lnTo>
                  <a:lnTo>
                    <a:pt x="2038654" y="1634470"/>
                  </a:lnTo>
                  <a:lnTo>
                    <a:pt x="2038558" y="1634628"/>
                  </a:lnTo>
                  <a:lnTo>
                    <a:pt x="2038353" y="1635010"/>
                  </a:lnTo>
                  <a:lnTo>
                    <a:pt x="2038247" y="1635234"/>
                  </a:lnTo>
                  <a:lnTo>
                    <a:pt x="2038160" y="1635441"/>
                  </a:lnTo>
                  <a:lnTo>
                    <a:pt x="2038021" y="1635812"/>
                  </a:lnTo>
                  <a:lnTo>
                    <a:pt x="2037912" y="1636221"/>
                  </a:lnTo>
                  <a:lnTo>
                    <a:pt x="2037867" y="1636438"/>
                  </a:lnTo>
                  <a:lnTo>
                    <a:pt x="2037859" y="1636478"/>
                  </a:lnTo>
                  <a:lnTo>
                    <a:pt x="2037832" y="1636700"/>
                  </a:lnTo>
                  <a:lnTo>
                    <a:pt x="2037827" y="1636913"/>
                  </a:lnTo>
                  <a:lnTo>
                    <a:pt x="2037842" y="1637076"/>
                  </a:lnTo>
                  <a:lnTo>
                    <a:pt x="2037869" y="1637190"/>
                  </a:lnTo>
                  <a:lnTo>
                    <a:pt x="2037895" y="1637248"/>
                  </a:lnTo>
                  <a:lnTo>
                    <a:pt x="2037959" y="1637325"/>
                  </a:lnTo>
                  <a:lnTo>
                    <a:pt x="2037997" y="1637371"/>
                  </a:lnTo>
                  <a:lnTo>
                    <a:pt x="2038366" y="1637709"/>
                  </a:lnTo>
                  <a:lnTo>
                    <a:pt x="2038458" y="1637840"/>
                  </a:lnTo>
                  <a:lnTo>
                    <a:pt x="2038480" y="1637855"/>
                  </a:lnTo>
                  <a:lnTo>
                    <a:pt x="2038650" y="1637977"/>
                  </a:lnTo>
                  <a:lnTo>
                    <a:pt x="2038849" y="1638199"/>
                  </a:lnTo>
                  <a:lnTo>
                    <a:pt x="2038808" y="1638210"/>
                  </a:lnTo>
                  <a:lnTo>
                    <a:pt x="2038725" y="1638267"/>
                  </a:lnTo>
                  <a:lnTo>
                    <a:pt x="2038688" y="1638319"/>
                  </a:lnTo>
                  <a:lnTo>
                    <a:pt x="2038668" y="1638366"/>
                  </a:lnTo>
                  <a:lnTo>
                    <a:pt x="2038571" y="1638666"/>
                  </a:lnTo>
                  <a:lnTo>
                    <a:pt x="2038516" y="1638901"/>
                  </a:lnTo>
                  <a:lnTo>
                    <a:pt x="2038469" y="1639185"/>
                  </a:lnTo>
                  <a:lnTo>
                    <a:pt x="2038444" y="1639420"/>
                  </a:lnTo>
                  <a:lnTo>
                    <a:pt x="2038437" y="1639552"/>
                  </a:lnTo>
                  <a:lnTo>
                    <a:pt x="2038433" y="1639643"/>
                  </a:lnTo>
                  <a:lnTo>
                    <a:pt x="2038435" y="1639742"/>
                  </a:lnTo>
                  <a:lnTo>
                    <a:pt x="2038440" y="1639841"/>
                  </a:lnTo>
                  <a:lnTo>
                    <a:pt x="2038459" y="1640000"/>
                  </a:lnTo>
                  <a:lnTo>
                    <a:pt x="2038480" y="1640077"/>
                  </a:lnTo>
                  <a:lnTo>
                    <a:pt x="2038558" y="1640237"/>
                  </a:lnTo>
                  <a:lnTo>
                    <a:pt x="2038639" y="1640386"/>
                  </a:lnTo>
                  <a:lnTo>
                    <a:pt x="2038661" y="1640402"/>
                  </a:lnTo>
                  <a:lnTo>
                    <a:pt x="2038720" y="1640434"/>
                  </a:lnTo>
                  <a:lnTo>
                    <a:pt x="2038753" y="1640448"/>
                  </a:lnTo>
                  <a:lnTo>
                    <a:pt x="2038771" y="1640443"/>
                  </a:lnTo>
                  <a:lnTo>
                    <a:pt x="2038776" y="1640425"/>
                  </a:lnTo>
                  <a:lnTo>
                    <a:pt x="2038791" y="1640421"/>
                  </a:lnTo>
                  <a:lnTo>
                    <a:pt x="2038832" y="1640479"/>
                  </a:lnTo>
                  <a:lnTo>
                    <a:pt x="2038834" y="1640588"/>
                  </a:lnTo>
                  <a:lnTo>
                    <a:pt x="2038826" y="1640858"/>
                  </a:lnTo>
                  <a:lnTo>
                    <a:pt x="2038811" y="1641029"/>
                  </a:lnTo>
                  <a:lnTo>
                    <a:pt x="2038799" y="1641121"/>
                  </a:lnTo>
                  <a:lnTo>
                    <a:pt x="2039014" y="1641563"/>
                  </a:lnTo>
                  <a:lnTo>
                    <a:pt x="2039043" y="1641613"/>
                  </a:lnTo>
                  <a:lnTo>
                    <a:pt x="2039136" y="1641729"/>
                  </a:lnTo>
                  <a:lnTo>
                    <a:pt x="2039273" y="1641869"/>
                  </a:lnTo>
                  <a:lnTo>
                    <a:pt x="2039093" y="1642057"/>
                  </a:lnTo>
                  <a:lnTo>
                    <a:pt x="2038851" y="1642229"/>
                  </a:lnTo>
                  <a:lnTo>
                    <a:pt x="2038830" y="1642251"/>
                  </a:lnTo>
                  <a:lnTo>
                    <a:pt x="2038976" y="1642633"/>
                  </a:lnTo>
                  <a:lnTo>
                    <a:pt x="2038645" y="1642779"/>
                  </a:lnTo>
                  <a:lnTo>
                    <a:pt x="2038538" y="1642856"/>
                  </a:lnTo>
                  <a:lnTo>
                    <a:pt x="2038445" y="1642927"/>
                  </a:lnTo>
                  <a:lnTo>
                    <a:pt x="2038405" y="1643044"/>
                  </a:lnTo>
                  <a:lnTo>
                    <a:pt x="2038338" y="1643020"/>
                  </a:lnTo>
                  <a:lnTo>
                    <a:pt x="2038297" y="1642859"/>
                  </a:lnTo>
                  <a:lnTo>
                    <a:pt x="2038246" y="1642557"/>
                  </a:lnTo>
                  <a:lnTo>
                    <a:pt x="2038262" y="1642538"/>
                  </a:lnTo>
                  <a:lnTo>
                    <a:pt x="2038240" y="1642520"/>
                  </a:lnTo>
                  <a:lnTo>
                    <a:pt x="2038122" y="1642531"/>
                  </a:lnTo>
                  <a:lnTo>
                    <a:pt x="2038010" y="1642541"/>
                  </a:lnTo>
                  <a:lnTo>
                    <a:pt x="2037694" y="1642634"/>
                  </a:lnTo>
                  <a:lnTo>
                    <a:pt x="2037624" y="1642670"/>
                  </a:lnTo>
                  <a:lnTo>
                    <a:pt x="2037511" y="1642744"/>
                  </a:lnTo>
                  <a:lnTo>
                    <a:pt x="2037323" y="1642922"/>
                  </a:lnTo>
                  <a:lnTo>
                    <a:pt x="2037254" y="1643007"/>
                  </a:lnTo>
                  <a:lnTo>
                    <a:pt x="2037121" y="1643202"/>
                  </a:lnTo>
                  <a:lnTo>
                    <a:pt x="2037048" y="1643332"/>
                  </a:lnTo>
                  <a:lnTo>
                    <a:pt x="2036988" y="1643501"/>
                  </a:lnTo>
                  <a:lnTo>
                    <a:pt x="2036913" y="1643756"/>
                  </a:lnTo>
                  <a:lnTo>
                    <a:pt x="2036852" y="1644091"/>
                  </a:lnTo>
                  <a:lnTo>
                    <a:pt x="2036850" y="1644149"/>
                  </a:lnTo>
                  <a:lnTo>
                    <a:pt x="2036863" y="1644257"/>
                  </a:lnTo>
                  <a:lnTo>
                    <a:pt x="2036894" y="1644333"/>
                  </a:lnTo>
                  <a:lnTo>
                    <a:pt x="2036907" y="1644346"/>
                  </a:lnTo>
                  <a:lnTo>
                    <a:pt x="2036930" y="1644359"/>
                  </a:lnTo>
                  <a:lnTo>
                    <a:pt x="2036971" y="1644519"/>
                  </a:lnTo>
                  <a:lnTo>
                    <a:pt x="2036882" y="1644611"/>
                  </a:lnTo>
                  <a:lnTo>
                    <a:pt x="2036797" y="1644620"/>
                  </a:lnTo>
                  <a:lnTo>
                    <a:pt x="2036757" y="1644609"/>
                  </a:lnTo>
                  <a:lnTo>
                    <a:pt x="2036736" y="1644628"/>
                  </a:lnTo>
                  <a:lnTo>
                    <a:pt x="2036690" y="1644763"/>
                  </a:lnTo>
                  <a:lnTo>
                    <a:pt x="2036447" y="1645274"/>
                  </a:lnTo>
                  <a:lnTo>
                    <a:pt x="2036396" y="1645509"/>
                  </a:lnTo>
                  <a:lnTo>
                    <a:pt x="2036373" y="1645691"/>
                  </a:lnTo>
                  <a:lnTo>
                    <a:pt x="2036370" y="1645754"/>
                  </a:lnTo>
                  <a:lnTo>
                    <a:pt x="2036385" y="1645840"/>
                  </a:lnTo>
                  <a:lnTo>
                    <a:pt x="2036396" y="1645879"/>
                  </a:lnTo>
                  <a:lnTo>
                    <a:pt x="2036427" y="1645938"/>
                  </a:lnTo>
                  <a:lnTo>
                    <a:pt x="2036139" y="1646169"/>
                  </a:lnTo>
                  <a:lnTo>
                    <a:pt x="2036065" y="1646205"/>
                  </a:lnTo>
                  <a:lnTo>
                    <a:pt x="2035640" y="1646311"/>
                  </a:lnTo>
                  <a:lnTo>
                    <a:pt x="2035534" y="1646332"/>
                  </a:lnTo>
                  <a:lnTo>
                    <a:pt x="2035493" y="1646326"/>
                  </a:lnTo>
                  <a:lnTo>
                    <a:pt x="2035421" y="1646227"/>
                  </a:lnTo>
                  <a:lnTo>
                    <a:pt x="2035412" y="1646209"/>
                  </a:lnTo>
                  <a:lnTo>
                    <a:pt x="2035411" y="1646160"/>
                  </a:lnTo>
                  <a:lnTo>
                    <a:pt x="2035440" y="1646113"/>
                  </a:lnTo>
                  <a:lnTo>
                    <a:pt x="2035428" y="1646057"/>
                  </a:lnTo>
                  <a:lnTo>
                    <a:pt x="2035291" y="1645962"/>
                  </a:lnTo>
                  <a:lnTo>
                    <a:pt x="2035013" y="1645777"/>
                  </a:lnTo>
                  <a:lnTo>
                    <a:pt x="2034958" y="1645762"/>
                  </a:lnTo>
                  <a:lnTo>
                    <a:pt x="2034826" y="1645755"/>
                  </a:lnTo>
                  <a:lnTo>
                    <a:pt x="2034646" y="1645787"/>
                  </a:lnTo>
                  <a:lnTo>
                    <a:pt x="2034566" y="1645790"/>
                  </a:lnTo>
                  <a:lnTo>
                    <a:pt x="2034316" y="1645706"/>
                  </a:lnTo>
                  <a:lnTo>
                    <a:pt x="2034267" y="1645672"/>
                  </a:lnTo>
                  <a:lnTo>
                    <a:pt x="2034231" y="1645631"/>
                  </a:lnTo>
                  <a:lnTo>
                    <a:pt x="2034214" y="1645631"/>
                  </a:lnTo>
                  <a:lnTo>
                    <a:pt x="2034059" y="1645669"/>
                  </a:lnTo>
                  <a:lnTo>
                    <a:pt x="2033961" y="1645704"/>
                  </a:lnTo>
                  <a:lnTo>
                    <a:pt x="2033785" y="1645797"/>
                  </a:lnTo>
                  <a:lnTo>
                    <a:pt x="2033672" y="1645889"/>
                  </a:lnTo>
                  <a:lnTo>
                    <a:pt x="2033539" y="1646038"/>
                  </a:lnTo>
                  <a:lnTo>
                    <a:pt x="2033360" y="1646066"/>
                  </a:lnTo>
                  <a:lnTo>
                    <a:pt x="2033223" y="1646078"/>
                  </a:lnTo>
                  <a:lnTo>
                    <a:pt x="2033110" y="1646099"/>
                  </a:lnTo>
                  <a:lnTo>
                    <a:pt x="2032834" y="1646198"/>
                  </a:lnTo>
                  <a:lnTo>
                    <a:pt x="2032726" y="1646251"/>
                  </a:lnTo>
                  <a:lnTo>
                    <a:pt x="2032652" y="1646288"/>
                  </a:lnTo>
                  <a:lnTo>
                    <a:pt x="2032600" y="1646330"/>
                  </a:lnTo>
                  <a:lnTo>
                    <a:pt x="2032498" y="1646360"/>
                  </a:lnTo>
                  <a:lnTo>
                    <a:pt x="2032348" y="1646346"/>
                  </a:lnTo>
                  <a:lnTo>
                    <a:pt x="2032336" y="1646300"/>
                  </a:lnTo>
                  <a:lnTo>
                    <a:pt x="2032314" y="1646255"/>
                  </a:lnTo>
                  <a:lnTo>
                    <a:pt x="2032292" y="1646230"/>
                  </a:lnTo>
                  <a:lnTo>
                    <a:pt x="2032247" y="1646211"/>
                  </a:lnTo>
                  <a:lnTo>
                    <a:pt x="2032190" y="1646197"/>
                  </a:lnTo>
                  <a:lnTo>
                    <a:pt x="2032025" y="1646198"/>
                  </a:lnTo>
                  <a:lnTo>
                    <a:pt x="2031990" y="1646199"/>
                  </a:lnTo>
                  <a:lnTo>
                    <a:pt x="2031892" y="1646221"/>
                  </a:lnTo>
                  <a:lnTo>
                    <a:pt x="2031720" y="1646306"/>
                  </a:lnTo>
                  <a:lnTo>
                    <a:pt x="2031501" y="1646467"/>
                  </a:lnTo>
                  <a:lnTo>
                    <a:pt x="2031281" y="1646576"/>
                  </a:lnTo>
                  <a:lnTo>
                    <a:pt x="2031173" y="1646516"/>
                  </a:lnTo>
                  <a:lnTo>
                    <a:pt x="2031132" y="1646494"/>
                  </a:lnTo>
                  <a:lnTo>
                    <a:pt x="2031080" y="1646485"/>
                  </a:lnTo>
                  <a:lnTo>
                    <a:pt x="2031022" y="1646500"/>
                  </a:lnTo>
                  <a:lnTo>
                    <a:pt x="2030929" y="1646540"/>
                  </a:lnTo>
                  <a:lnTo>
                    <a:pt x="2030808" y="1646606"/>
                  </a:lnTo>
                  <a:lnTo>
                    <a:pt x="2030702" y="1646677"/>
                  </a:lnTo>
                  <a:lnTo>
                    <a:pt x="2030648" y="1646733"/>
                  </a:lnTo>
                  <a:lnTo>
                    <a:pt x="2030583" y="1646735"/>
                  </a:lnTo>
                  <a:lnTo>
                    <a:pt x="2030281" y="1646661"/>
                  </a:lnTo>
                  <a:lnTo>
                    <a:pt x="2030234" y="1646645"/>
                  </a:lnTo>
                  <a:lnTo>
                    <a:pt x="2030167" y="1646590"/>
                  </a:lnTo>
                  <a:lnTo>
                    <a:pt x="2030159" y="1646581"/>
                  </a:lnTo>
                  <a:lnTo>
                    <a:pt x="2030092" y="1646543"/>
                  </a:lnTo>
                  <a:lnTo>
                    <a:pt x="2029950" y="1646468"/>
                  </a:lnTo>
                  <a:lnTo>
                    <a:pt x="2029833" y="1646419"/>
                  </a:lnTo>
                  <a:lnTo>
                    <a:pt x="2029391" y="1646293"/>
                  </a:lnTo>
                  <a:lnTo>
                    <a:pt x="2029161" y="1646165"/>
                  </a:lnTo>
                  <a:lnTo>
                    <a:pt x="2029027" y="1646112"/>
                  </a:lnTo>
                  <a:lnTo>
                    <a:pt x="2028690" y="1645875"/>
                  </a:lnTo>
                  <a:lnTo>
                    <a:pt x="2028684" y="1645871"/>
                  </a:lnTo>
                  <a:lnTo>
                    <a:pt x="2028667" y="1645861"/>
                  </a:lnTo>
                  <a:lnTo>
                    <a:pt x="2028597" y="1645852"/>
                  </a:lnTo>
                  <a:lnTo>
                    <a:pt x="2028508" y="1645860"/>
                  </a:lnTo>
                  <a:lnTo>
                    <a:pt x="2028461" y="1645879"/>
                  </a:lnTo>
                  <a:lnTo>
                    <a:pt x="2028357" y="1645869"/>
                  </a:lnTo>
                  <a:lnTo>
                    <a:pt x="2028183" y="1645713"/>
                  </a:lnTo>
                  <a:lnTo>
                    <a:pt x="2027998" y="1645543"/>
                  </a:lnTo>
                  <a:lnTo>
                    <a:pt x="2027997" y="1645499"/>
                  </a:lnTo>
                  <a:lnTo>
                    <a:pt x="2028009" y="1645424"/>
                  </a:lnTo>
                  <a:lnTo>
                    <a:pt x="2028018" y="1645381"/>
                  </a:lnTo>
                  <a:lnTo>
                    <a:pt x="2027994" y="1645330"/>
                  </a:lnTo>
                  <a:lnTo>
                    <a:pt x="2027876" y="1645076"/>
                  </a:lnTo>
                  <a:lnTo>
                    <a:pt x="2027771" y="1644972"/>
                  </a:lnTo>
                  <a:lnTo>
                    <a:pt x="2027676" y="1644941"/>
                  </a:lnTo>
                  <a:lnTo>
                    <a:pt x="2027454" y="1644940"/>
                  </a:lnTo>
                  <a:lnTo>
                    <a:pt x="2027330" y="1644939"/>
                  </a:lnTo>
                  <a:lnTo>
                    <a:pt x="2026527" y="1645067"/>
                  </a:lnTo>
                  <a:lnTo>
                    <a:pt x="2026426" y="1645089"/>
                  </a:lnTo>
                  <a:lnTo>
                    <a:pt x="2026132" y="1645176"/>
                  </a:lnTo>
                  <a:lnTo>
                    <a:pt x="2025913" y="1645257"/>
                  </a:lnTo>
                  <a:lnTo>
                    <a:pt x="2025465" y="1645445"/>
                  </a:lnTo>
                  <a:lnTo>
                    <a:pt x="2025004" y="1645697"/>
                  </a:lnTo>
                  <a:lnTo>
                    <a:pt x="2024855" y="1645789"/>
                  </a:lnTo>
                  <a:lnTo>
                    <a:pt x="2024643" y="1645942"/>
                  </a:lnTo>
                  <a:lnTo>
                    <a:pt x="2024492" y="1646068"/>
                  </a:lnTo>
                  <a:lnTo>
                    <a:pt x="2024266" y="1646232"/>
                  </a:lnTo>
                  <a:lnTo>
                    <a:pt x="2024047" y="1646389"/>
                  </a:lnTo>
                  <a:lnTo>
                    <a:pt x="2023955" y="1646461"/>
                  </a:lnTo>
                  <a:lnTo>
                    <a:pt x="2023632" y="1646711"/>
                  </a:lnTo>
                  <a:lnTo>
                    <a:pt x="2023320" y="1646954"/>
                  </a:lnTo>
                  <a:lnTo>
                    <a:pt x="2023043" y="1647189"/>
                  </a:lnTo>
                  <a:lnTo>
                    <a:pt x="2022984" y="1647244"/>
                  </a:lnTo>
                  <a:lnTo>
                    <a:pt x="2022840" y="1647381"/>
                  </a:lnTo>
                  <a:lnTo>
                    <a:pt x="2022528" y="1647734"/>
                  </a:lnTo>
                  <a:lnTo>
                    <a:pt x="2022344" y="1647978"/>
                  </a:lnTo>
                  <a:lnTo>
                    <a:pt x="2022086" y="1648240"/>
                  </a:lnTo>
                  <a:lnTo>
                    <a:pt x="2022047" y="1648276"/>
                  </a:lnTo>
                  <a:lnTo>
                    <a:pt x="2022001" y="1648325"/>
                  </a:lnTo>
                  <a:lnTo>
                    <a:pt x="2021881" y="1648458"/>
                  </a:lnTo>
                  <a:lnTo>
                    <a:pt x="2021089" y="1649462"/>
                  </a:lnTo>
                  <a:lnTo>
                    <a:pt x="2020882" y="1649684"/>
                  </a:lnTo>
                  <a:lnTo>
                    <a:pt x="2020609" y="1650056"/>
                  </a:lnTo>
                  <a:lnTo>
                    <a:pt x="2019364" y="1651088"/>
                  </a:lnTo>
                  <a:lnTo>
                    <a:pt x="2019329" y="1651114"/>
                  </a:lnTo>
                  <a:lnTo>
                    <a:pt x="2019222" y="1651239"/>
                  </a:lnTo>
                  <a:lnTo>
                    <a:pt x="2018987" y="1651522"/>
                  </a:lnTo>
                  <a:lnTo>
                    <a:pt x="2018782" y="1651657"/>
                  </a:lnTo>
                  <a:lnTo>
                    <a:pt x="2018528" y="1651689"/>
                  </a:lnTo>
                  <a:lnTo>
                    <a:pt x="2018520" y="1651676"/>
                  </a:lnTo>
                  <a:lnTo>
                    <a:pt x="2018475" y="1651656"/>
                  </a:lnTo>
                  <a:lnTo>
                    <a:pt x="2018417" y="1651655"/>
                  </a:lnTo>
                  <a:lnTo>
                    <a:pt x="2018137" y="1651706"/>
                  </a:lnTo>
                  <a:lnTo>
                    <a:pt x="2018103" y="1651714"/>
                  </a:lnTo>
                  <a:lnTo>
                    <a:pt x="2017766" y="1651924"/>
                  </a:lnTo>
                  <a:lnTo>
                    <a:pt x="2017515" y="1652086"/>
                  </a:lnTo>
                  <a:lnTo>
                    <a:pt x="2017484" y="1652120"/>
                  </a:lnTo>
                  <a:lnTo>
                    <a:pt x="2017304" y="1652348"/>
                  </a:lnTo>
                  <a:lnTo>
                    <a:pt x="2017301" y="1652359"/>
                  </a:lnTo>
                  <a:lnTo>
                    <a:pt x="2017278" y="1652447"/>
                  </a:lnTo>
                  <a:lnTo>
                    <a:pt x="2017152" y="1652559"/>
                  </a:lnTo>
                  <a:lnTo>
                    <a:pt x="2017059" y="1652611"/>
                  </a:lnTo>
                  <a:lnTo>
                    <a:pt x="2017043" y="1652611"/>
                  </a:lnTo>
                  <a:lnTo>
                    <a:pt x="2017028" y="1652600"/>
                  </a:lnTo>
                  <a:lnTo>
                    <a:pt x="2016740" y="1652331"/>
                  </a:lnTo>
                  <a:lnTo>
                    <a:pt x="2016667" y="1652253"/>
                  </a:lnTo>
                  <a:lnTo>
                    <a:pt x="2016625" y="1652168"/>
                  </a:lnTo>
                  <a:lnTo>
                    <a:pt x="2016561" y="1651868"/>
                  </a:lnTo>
                  <a:lnTo>
                    <a:pt x="2016561" y="1651849"/>
                  </a:lnTo>
                  <a:lnTo>
                    <a:pt x="2016586" y="1651790"/>
                  </a:lnTo>
                  <a:lnTo>
                    <a:pt x="2016575" y="1651684"/>
                  </a:lnTo>
                  <a:lnTo>
                    <a:pt x="2016508" y="1651476"/>
                  </a:lnTo>
                  <a:lnTo>
                    <a:pt x="2016328" y="1651192"/>
                  </a:lnTo>
                  <a:lnTo>
                    <a:pt x="2016297" y="1651142"/>
                  </a:lnTo>
                  <a:lnTo>
                    <a:pt x="2016257" y="1651107"/>
                  </a:lnTo>
                  <a:lnTo>
                    <a:pt x="2016178" y="1651093"/>
                  </a:lnTo>
                  <a:lnTo>
                    <a:pt x="2016149" y="1651087"/>
                  </a:lnTo>
                  <a:lnTo>
                    <a:pt x="2015677" y="1651001"/>
                  </a:lnTo>
                  <a:lnTo>
                    <a:pt x="2015350" y="1650970"/>
                  </a:lnTo>
                  <a:lnTo>
                    <a:pt x="2015071" y="1650970"/>
                  </a:lnTo>
                  <a:lnTo>
                    <a:pt x="2014952" y="1650976"/>
                  </a:lnTo>
                  <a:lnTo>
                    <a:pt x="2014798" y="1650988"/>
                  </a:lnTo>
                  <a:lnTo>
                    <a:pt x="2014620" y="1651011"/>
                  </a:lnTo>
                  <a:lnTo>
                    <a:pt x="2014491" y="1651029"/>
                  </a:lnTo>
                  <a:lnTo>
                    <a:pt x="2014379" y="1651048"/>
                  </a:lnTo>
                  <a:lnTo>
                    <a:pt x="2013704" y="1651317"/>
                  </a:lnTo>
                  <a:lnTo>
                    <a:pt x="2013680" y="1651314"/>
                  </a:lnTo>
                  <a:lnTo>
                    <a:pt x="2013567" y="1651345"/>
                  </a:lnTo>
                  <a:lnTo>
                    <a:pt x="2013308" y="1651483"/>
                  </a:lnTo>
                  <a:lnTo>
                    <a:pt x="2013133" y="1651621"/>
                  </a:lnTo>
                  <a:lnTo>
                    <a:pt x="2013055" y="1651689"/>
                  </a:lnTo>
                  <a:lnTo>
                    <a:pt x="2012950" y="1651766"/>
                  </a:lnTo>
                  <a:lnTo>
                    <a:pt x="2012852" y="1651817"/>
                  </a:lnTo>
                  <a:lnTo>
                    <a:pt x="2012629" y="1651914"/>
                  </a:lnTo>
                  <a:lnTo>
                    <a:pt x="2012616" y="1651919"/>
                  </a:lnTo>
                  <a:lnTo>
                    <a:pt x="2012434" y="1651850"/>
                  </a:lnTo>
                  <a:lnTo>
                    <a:pt x="2012277" y="1651776"/>
                  </a:lnTo>
                  <a:lnTo>
                    <a:pt x="2012219" y="1651776"/>
                  </a:lnTo>
                  <a:lnTo>
                    <a:pt x="2011998" y="1651899"/>
                  </a:lnTo>
                  <a:lnTo>
                    <a:pt x="2011751" y="1652050"/>
                  </a:lnTo>
                  <a:lnTo>
                    <a:pt x="2011364" y="1652408"/>
                  </a:lnTo>
                  <a:lnTo>
                    <a:pt x="2011237" y="1652539"/>
                  </a:lnTo>
                  <a:lnTo>
                    <a:pt x="2010916" y="1652920"/>
                  </a:lnTo>
                  <a:lnTo>
                    <a:pt x="2010837" y="1653027"/>
                  </a:lnTo>
                  <a:lnTo>
                    <a:pt x="2010651" y="1653315"/>
                  </a:lnTo>
                  <a:lnTo>
                    <a:pt x="2010587" y="1653376"/>
                  </a:lnTo>
                  <a:lnTo>
                    <a:pt x="2010415" y="1653535"/>
                  </a:lnTo>
                  <a:lnTo>
                    <a:pt x="2010384" y="1653544"/>
                  </a:lnTo>
                  <a:lnTo>
                    <a:pt x="2010104" y="1653501"/>
                  </a:lnTo>
                  <a:lnTo>
                    <a:pt x="2010033" y="1653402"/>
                  </a:lnTo>
                  <a:lnTo>
                    <a:pt x="2010008" y="1653358"/>
                  </a:lnTo>
                  <a:lnTo>
                    <a:pt x="2010174" y="1653089"/>
                  </a:lnTo>
                  <a:lnTo>
                    <a:pt x="2010421" y="1653041"/>
                  </a:lnTo>
                  <a:lnTo>
                    <a:pt x="2010474" y="1652967"/>
                  </a:lnTo>
                  <a:lnTo>
                    <a:pt x="2010429" y="1652910"/>
                  </a:lnTo>
                  <a:lnTo>
                    <a:pt x="2010398" y="1652870"/>
                  </a:lnTo>
                  <a:lnTo>
                    <a:pt x="2010130" y="1652890"/>
                  </a:lnTo>
                  <a:lnTo>
                    <a:pt x="2010031" y="1652958"/>
                  </a:lnTo>
                  <a:lnTo>
                    <a:pt x="2009996" y="1653014"/>
                  </a:lnTo>
                  <a:lnTo>
                    <a:pt x="2009998" y="1653076"/>
                  </a:lnTo>
                  <a:lnTo>
                    <a:pt x="2009896" y="1653109"/>
                  </a:lnTo>
                  <a:lnTo>
                    <a:pt x="2009751" y="1653086"/>
                  </a:lnTo>
                  <a:lnTo>
                    <a:pt x="2009663" y="1653086"/>
                  </a:lnTo>
                  <a:lnTo>
                    <a:pt x="2009610" y="1653091"/>
                  </a:lnTo>
                  <a:lnTo>
                    <a:pt x="2009438" y="1653120"/>
                  </a:lnTo>
                  <a:lnTo>
                    <a:pt x="2009228" y="1653180"/>
                  </a:lnTo>
                  <a:lnTo>
                    <a:pt x="2009035" y="1653269"/>
                  </a:lnTo>
                  <a:lnTo>
                    <a:pt x="2008839" y="1653375"/>
                  </a:lnTo>
                  <a:lnTo>
                    <a:pt x="2008644" y="1653502"/>
                  </a:lnTo>
                  <a:lnTo>
                    <a:pt x="2008415" y="1653679"/>
                  </a:lnTo>
                  <a:lnTo>
                    <a:pt x="2008267" y="1653816"/>
                  </a:lnTo>
                  <a:lnTo>
                    <a:pt x="2008142" y="1653933"/>
                  </a:lnTo>
                  <a:lnTo>
                    <a:pt x="2008012" y="1654086"/>
                  </a:lnTo>
                  <a:lnTo>
                    <a:pt x="2008000" y="1654125"/>
                  </a:lnTo>
                  <a:lnTo>
                    <a:pt x="2007895" y="1654109"/>
                  </a:lnTo>
                  <a:lnTo>
                    <a:pt x="2007675" y="1654032"/>
                  </a:lnTo>
                  <a:lnTo>
                    <a:pt x="2007629" y="1654000"/>
                  </a:lnTo>
                  <a:lnTo>
                    <a:pt x="2007589" y="1653961"/>
                  </a:lnTo>
                  <a:lnTo>
                    <a:pt x="2007596" y="1653945"/>
                  </a:lnTo>
                  <a:lnTo>
                    <a:pt x="2007591" y="1653850"/>
                  </a:lnTo>
                  <a:lnTo>
                    <a:pt x="2007578" y="1653833"/>
                  </a:lnTo>
                  <a:lnTo>
                    <a:pt x="2007405" y="1653704"/>
                  </a:lnTo>
                  <a:lnTo>
                    <a:pt x="2007271" y="1653683"/>
                  </a:lnTo>
                  <a:lnTo>
                    <a:pt x="2007170" y="1653678"/>
                  </a:lnTo>
                  <a:lnTo>
                    <a:pt x="2007067" y="1653691"/>
                  </a:lnTo>
                  <a:lnTo>
                    <a:pt x="2006866" y="1653769"/>
                  </a:lnTo>
                  <a:lnTo>
                    <a:pt x="2006692" y="1653866"/>
                  </a:lnTo>
                  <a:lnTo>
                    <a:pt x="2006272" y="1654168"/>
                  </a:lnTo>
                  <a:lnTo>
                    <a:pt x="2005959" y="1654402"/>
                  </a:lnTo>
                  <a:lnTo>
                    <a:pt x="2005777" y="1654559"/>
                  </a:lnTo>
                  <a:lnTo>
                    <a:pt x="2005595" y="1654733"/>
                  </a:lnTo>
                  <a:lnTo>
                    <a:pt x="2005484" y="1654850"/>
                  </a:lnTo>
                  <a:lnTo>
                    <a:pt x="2005287" y="1655068"/>
                  </a:lnTo>
                  <a:lnTo>
                    <a:pt x="2004777" y="1655740"/>
                  </a:lnTo>
                  <a:lnTo>
                    <a:pt x="2004552" y="1656027"/>
                  </a:lnTo>
                  <a:lnTo>
                    <a:pt x="2004005" y="1656724"/>
                  </a:lnTo>
                  <a:lnTo>
                    <a:pt x="2003974" y="1656749"/>
                  </a:lnTo>
                  <a:lnTo>
                    <a:pt x="2003841" y="1656815"/>
                  </a:lnTo>
                  <a:lnTo>
                    <a:pt x="2003825" y="1656822"/>
                  </a:lnTo>
                  <a:lnTo>
                    <a:pt x="2003663" y="1656716"/>
                  </a:lnTo>
                  <a:lnTo>
                    <a:pt x="2003471" y="1656622"/>
                  </a:lnTo>
                  <a:lnTo>
                    <a:pt x="2003257" y="1656499"/>
                  </a:lnTo>
                  <a:lnTo>
                    <a:pt x="2003093" y="1656329"/>
                  </a:lnTo>
                  <a:lnTo>
                    <a:pt x="2003064" y="1656266"/>
                  </a:lnTo>
                  <a:lnTo>
                    <a:pt x="2002849" y="1655737"/>
                  </a:lnTo>
                  <a:lnTo>
                    <a:pt x="2002841" y="1655713"/>
                  </a:lnTo>
                  <a:lnTo>
                    <a:pt x="2002848" y="1655703"/>
                  </a:lnTo>
                  <a:lnTo>
                    <a:pt x="2002968" y="1655682"/>
                  </a:lnTo>
                  <a:lnTo>
                    <a:pt x="2003026" y="1655686"/>
                  </a:lnTo>
                  <a:lnTo>
                    <a:pt x="2003063" y="1655689"/>
                  </a:lnTo>
                  <a:lnTo>
                    <a:pt x="2003142" y="1655525"/>
                  </a:lnTo>
                  <a:lnTo>
                    <a:pt x="2003191" y="1655350"/>
                  </a:lnTo>
                  <a:lnTo>
                    <a:pt x="2003191" y="1655310"/>
                  </a:lnTo>
                  <a:lnTo>
                    <a:pt x="2003172" y="1655196"/>
                  </a:lnTo>
                  <a:lnTo>
                    <a:pt x="2003070" y="1654819"/>
                  </a:lnTo>
                  <a:lnTo>
                    <a:pt x="2003057" y="1654349"/>
                  </a:lnTo>
                  <a:lnTo>
                    <a:pt x="2003078" y="1654342"/>
                  </a:lnTo>
                  <a:lnTo>
                    <a:pt x="2003143" y="1654298"/>
                  </a:lnTo>
                  <a:lnTo>
                    <a:pt x="2003203" y="1654221"/>
                  </a:lnTo>
                  <a:lnTo>
                    <a:pt x="2003217" y="1654134"/>
                  </a:lnTo>
                  <a:lnTo>
                    <a:pt x="2003200" y="1653965"/>
                  </a:lnTo>
                  <a:lnTo>
                    <a:pt x="2003187" y="1653923"/>
                  </a:lnTo>
                  <a:lnTo>
                    <a:pt x="2003146" y="1653849"/>
                  </a:lnTo>
                  <a:lnTo>
                    <a:pt x="2003025" y="1653698"/>
                  </a:lnTo>
                  <a:lnTo>
                    <a:pt x="2002867" y="1653438"/>
                  </a:lnTo>
                  <a:lnTo>
                    <a:pt x="2002768" y="1653099"/>
                  </a:lnTo>
                  <a:lnTo>
                    <a:pt x="2002806" y="1653079"/>
                  </a:lnTo>
                  <a:lnTo>
                    <a:pt x="2002842" y="1653048"/>
                  </a:lnTo>
                  <a:lnTo>
                    <a:pt x="2002864" y="1653008"/>
                  </a:lnTo>
                  <a:lnTo>
                    <a:pt x="2002869" y="1652964"/>
                  </a:lnTo>
                  <a:lnTo>
                    <a:pt x="2002863" y="1652926"/>
                  </a:lnTo>
                  <a:lnTo>
                    <a:pt x="2002838" y="1652868"/>
                  </a:lnTo>
                  <a:lnTo>
                    <a:pt x="2002797" y="1652802"/>
                  </a:lnTo>
                  <a:lnTo>
                    <a:pt x="2002766" y="1652766"/>
                  </a:lnTo>
                  <a:lnTo>
                    <a:pt x="2002684" y="1652702"/>
                  </a:lnTo>
                  <a:lnTo>
                    <a:pt x="2002683" y="1652687"/>
                  </a:lnTo>
                  <a:lnTo>
                    <a:pt x="2002794" y="1652538"/>
                  </a:lnTo>
                  <a:lnTo>
                    <a:pt x="2002817" y="1652521"/>
                  </a:lnTo>
                  <a:lnTo>
                    <a:pt x="2002901" y="1652508"/>
                  </a:lnTo>
                  <a:lnTo>
                    <a:pt x="2002930" y="1652525"/>
                  </a:lnTo>
                  <a:lnTo>
                    <a:pt x="2003005" y="1652598"/>
                  </a:lnTo>
                  <a:lnTo>
                    <a:pt x="2003068" y="1652684"/>
                  </a:lnTo>
                  <a:lnTo>
                    <a:pt x="2003099" y="1652751"/>
                  </a:lnTo>
                  <a:lnTo>
                    <a:pt x="2003135" y="1652801"/>
                  </a:lnTo>
                  <a:lnTo>
                    <a:pt x="2003214" y="1652808"/>
                  </a:lnTo>
                  <a:lnTo>
                    <a:pt x="2003308" y="1652782"/>
                  </a:lnTo>
                  <a:lnTo>
                    <a:pt x="2003340" y="1652788"/>
                  </a:lnTo>
                  <a:lnTo>
                    <a:pt x="2003404" y="1652835"/>
                  </a:lnTo>
                  <a:lnTo>
                    <a:pt x="2003470" y="1652954"/>
                  </a:lnTo>
                  <a:lnTo>
                    <a:pt x="2003518" y="1653109"/>
                  </a:lnTo>
                  <a:lnTo>
                    <a:pt x="2003612" y="1653329"/>
                  </a:lnTo>
                  <a:lnTo>
                    <a:pt x="2003622" y="1653337"/>
                  </a:lnTo>
                  <a:lnTo>
                    <a:pt x="2003639" y="1653326"/>
                  </a:lnTo>
                  <a:lnTo>
                    <a:pt x="2003868" y="1653178"/>
                  </a:lnTo>
                  <a:lnTo>
                    <a:pt x="2003868" y="1653170"/>
                  </a:lnTo>
                  <a:lnTo>
                    <a:pt x="2003858" y="1653140"/>
                  </a:lnTo>
                  <a:lnTo>
                    <a:pt x="2003551" y="1652620"/>
                  </a:lnTo>
                  <a:lnTo>
                    <a:pt x="2003529" y="1652597"/>
                  </a:lnTo>
                  <a:lnTo>
                    <a:pt x="2003328" y="1652564"/>
                  </a:lnTo>
                  <a:lnTo>
                    <a:pt x="2003193" y="1652534"/>
                  </a:lnTo>
                  <a:lnTo>
                    <a:pt x="2003102" y="1652513"/>
                  </a:lnTo>
                  <a:lnTo>
                    <a:pt x="2003082" y="1652505"/>
                  </a:lnTo>
                  <a:lnTo>
                    <a:pt x="2003134" y="1652397"/>
                  </a:lnTo>
                  <a:lnTo>
                    <a:pt x="2003067" y="1652343"/>
                  </a:lnTo>
                  <a:lnTo>
                    <a:pt x="2002865" y="1652253"/>
                  </a:lnTo>
                  <a:lnTo>
                    <a:pt x="2002804" y="1652239"/>
                  </a:lnTo>
                  <a:lnTo>
                    <a:pt x="2002722" y="1652243"/>
                  </a:lnTo>
                  <a:lnTo>
                    <a:pt x="2002686" y="1652254"/>
                  </a:lnTo>
                  <a:lnTo>
                    <a:pt x="2002628" y="1652326"/>
                  </a:lnTo>
                  <a:lnTo>
                    <a:pt x="2002587" y="1652389"/>
                  </a:lnTo>
                  <a:lnTo>
                    <a:pt x="2002527" y="1652383"/>
                  </a:lnTo>
                  <a:lnTo>
                    <a:pt x="2002189" y="1652172"/>
                  </a:lnTo>
                  <a:lnTo>
                    <a:pt x="2001854" y="1651870"/>
                  </a:lnTo>
                  <a:lnTo>
                    <a:pt x="2001758" y="1651766"/>
                  </a:lnTo>
                  <a:lnTo>
                    <a:pt x="2001744" y="1651665"/>
                  </a:lnTo>
                  <a:lnTo>
                    <a:pt x="2001729" y="1651572"/>
                  </a:lnTo>
                  <a:lnTo>
                    <a:pt x="2001722" y="1651555"/>
                  </a:lnTo>
                  <a:lnTo>
                    <a:pt x="2001692" y="1651530"/>
                  </a:lnTo>
                  <a:lnTo>
                    <a:pt x="2001069" y="1651231"/>
                  </a:lnTo>
                  <a:lnTo>
                    <a:pt x="2000753" y="1651107"/>
                  </a:lnTo>
                  <a:lnTo>
                    <a:pt x="2000379" y="1651015"/>
                  </a:lnTo>
                  <a:lnTo>
                    <a:pt x="1999595" y="1650897"/>
                  </a:lnTo>
                  <a:lnTo>
                    <a:pt x="1999502" y="1650889"/>
                  </a:lnTo>
                  <a:lnTo>
                    <a:pt x="1999184" y="1650881"/>
                  </a:lnTo>
                  <a:lnTo>
                    <a:pt x="1998626" y="1650908"/>
                  </a:lnTo>
                  <a:lnTo>
                    <a:pt x="1998303" y="1650933"/>
                  </a:lnTo>
                  <a:lnTo>
                    <a:pt x="1998292" y="1650944"/>
                  </a:lnTo>
                  <a:lnTo>
                    <a:pt x="1998287" y="1650962"/>
                  </a:lnTo>
                  <a:lnTo>
                    <a:pt x="1998255" y="1650980"/>
                  </a:lnTo>
                  <a:lnTo>
                    <a:pt x="1998196" y="1650891"/>
                  </a:lnTo>
                  <a:lnTo>
                    <a:pt x="1998179" y="1650830"/>
                  </a:lnTo>
                  <a:lnTo>
                    <a:pt x="1998190" y="1650725"/>
                  </a:lnTo>
                  <a:lnTo>
                    <a:pt x="1998203" y="1650655"/>
                  </a:lnTo>
                  <a:lnTo>
                    <a:pt x="1998208" y="1650641"/>
                  </a:lnTo>
                  <a:lnTo>
                    <a:pt x="1998267" y="1650560"/>
                  </a:lnTo>
                  <a:lnTo>
                    <a:pt x="1998318" y="1650514"/>
                  </a:lnTo>
                  <a:lnTo>
                    <a:pt x="1998331" y="1650441"/>
                  </a:lnTo>
                  <a:lnTo>
                    <a:pt x="1998361" y="1650013"/>
                  </a:lnTo>
                  <a:lnTo>
                    <a:pt x="1998331" y="1649884"/>
                  </a:lnTo>
                  <a:lnTo>
                    <a:pt x="1998279" y="1649784"/>
                  </a:lnTo>
                  <a:lnTo>
                    <a:pt x="1998171" y="1649666"/>
                  </a:lnTo>
                  <a:lnTo>
                    <a:pt x="1998109" y="1649616"/>
                  </a:lnTo>
                  <a:lnTo>
                    <a:pt x="1997989" y="1649566"/>
                  </a:lnTo>
                  <a:lnTo>
                    <a:pt x="1997850" y="1649527"/>
                  </a:lnTo>
                  <a:lnTo>
                    <a:pt x="1997613" y="1649492"/>
                  </a:lnTo>
                  <a:lnTo>
                    <a:pt x="1997229" y="1649483"/>
                  </a:lnTo>
                  <a:lnTo>
                    <a:pt x="1997046" y="1649494"/>
                  </a:lnTo>
                  <a:lnTo>
                    <a:pt x="1996549" y="1649548"/>
                  </a:lnTo>
                  <a:lnTo>
                    <a:pt x="1996378" y="1649567"/>
                  </a:lnTo>
                  <a:lnTo>
                    <a:pt x="1996144" y="1649622"/>
                  </a:lnTo>
                  <a:lnTo>
                    <a:pt x="1995829" y="1649711"/>
                  </a:lnTo>
                  <a:lnTo>
                    <a:pt x="1995239" y="1649921"/>
                  </a:lnTo>
                  <a:lnTo>
                    <a:pt x="1995101" y="1649982"/>
                  </a:lnTo>
                  <a:lnTo>
                    <a:pt x="1994645" y="1650187"/>
                  </a:lnTo>
                  <a:lnTo>
                    <a:pt x="1994415" y="1650303"/>
                  </a:lnTo>
                  <a:lnTo>
                    <a:pt x="1994328" y="1650336"/>
                  </a:lnTo>
                  <a:lnTo>
                    <a:pt x="1994285" y="1650338"/>
                  </a:lnTo>
                  <a:lnTo>
                    <a:pt x="1994280" y="1650330"/>
                  </a:lnTo>
                  <a:lnTo>
                    <a:pt x="1994281" y="1650281"/>
                  </a:lnTo>
                  <a:lnTo>
                    <a:pt x="1994311" y="1650240"/>
                  </a:lnTo>
                  <a:lnTo>
                    <a:pt x="1994335" y="1650187"/>
                  </a:lnTo>
                  <a:lnTo>
                    <a:pt x="1994248" y="1650172"/>
                  </a:lnTo>
                  <a:lnTo>
                    <a:pt x="1994192" y="1650163"/>
                  </a:lnTo>
                  <a:lnTo>
                    <a:pt x="1994162" y="1650158"/>
                  </a:lnTo>
                  <a:lnTo>
                    <a:pt x="1994021" y="1650137"/>
                  </a:lnTo>
                  <a:lnTo>
                    <a:pt x="1993897" y="1650244"/>
                  </a:lnTo>
                  <a:lnTo>
                    <a:pt x="1993768" y="1650404"/>
                  </a:lnTo>
                  <a:lnTo>
                    <a:pt x="1993729" y="1650484"/>
                  </a:lnTo>
                  <a:lnTo>
                    <a:pt x="1993707" y="1650544"/>
                  </a:lnTo>
                  <a:lnTo>
                    <a:pt x="1993715" y="1650657"/>
                  </a:lnTo>
                  <a:lnTo>
                    <a:pt x="1993731" y="1650751"/>
                  </a:lnTo>
                  <a:lnTo>
                    <a:pt x="1993706" y="1650815"/>
                  </a:lnTo>
                  <a:lnTo>
                    <a:pt x="1993678" y="1650840"/>
                  </a:lnTo>
                  <a:lnTo>
                    <a:pt x="1993631" y="1650861"/>
                  </a:lnTo>
                  <a:lnTo>
                    <a:pt x="1993516" y="1650892"/>
                  </a:lnTo>
                  <a:lnTo>
                    <a:pt x="1993347" y="1650974"/>
                  </a:lnTo>
                  <a:lnTo>
                    <a:pt x="1993233" y="1651056"/>
                  </a:lnTo>
                  <a:lnTo>
                    <a:pt x="1993032" y="1651222"/>
                  </a:lnTo>
                  <a:lnTo>
                    <a:pt x="1992618" y="1651588"/>
                  </a:lnTo>
                  <a:lnTo>
                    <a:pt x="1992347" y="1651871"/>
                  </a:lnTo>
                  <a:lnTo>
                    <a:pt x="1992255" y="1651980"/>
                  </a:lnTo>
                  <a:lnTo>
                    <a:pt x="1991876" y="1652454"/>
                  </a:lnTo>
                  <a:lnTo>
                    <a:pt x="1991672" y="1652728"/>
                  </a:lnTo>
                  <a:lnTo>
                    <a:pt x="1991608" y="1652915"/>
                  </a:lnTo>
                  <a:lnTo>
                    <a:pt x="1991605" y="1652967"/>
                  </a:lnTo>
                  <a:lnTo>
                    <a:pt x="1991621" y="1652995"/>
                  </a:lnTo>
                  <a:lnTo>
                    <a:pt x="1991649" y="1653011"/>
                  </a:lnTo>
                  <a:lnTo>
                    <a:pt x="1991715" y="1653076"/>
                  </a:lnTo>
                  <a:lnTo>
                    <a:pt x="1991736" y="1653139"/>
                  </a:lnTo>
                  <a:lnTo>
                    <a:pt x="1991741" y="1653155"/>
                  </a:lnTo>
                  <a:lnTo>
                    <a:pt x="1991739" y="1653174"/>
                  </a:lnTo>
                  <a:lnTo>
                    <a:pt x="1991436" y="1653636"/>
                  </a:lnTo>
                  <a:lnTo>
                    <a:pt x="1991223" y="1653856"/>
                  </a:lnTo>
                  <a:lnTo>
                    <a:pt x="1991072" y="1653934"/>
                  </a:lnTo>
                  <a:lnTo>
                    <a:pt x="1991033" y="1653932"/>
                  </a:lnTo>
                  <a:lnTo>
                    <a:pt x="1991008" y="1653947"/>
                  </a:lnTo>
                  <a:lnTo>
                    <a:pt x="1990976" y="1653989"/>
                  </a:lnTo>
                  <a:lnTo>
                    <a:pt x="1990847" y="1654247"/>
                  </a:lnTo>
                  <a:lnTo>
                    <a:pt x="1990773" y="1654549"/>
                  </a:lnTo>
                  <a:lnTo>
                    <a:pt x="1990747" y="1654708"/>
                  </a:lnTo>
                  <a:lnTo>
                    <a:pt x="1990755" y="1654720"/>
                  </a:lnTo>
                  <a:lnTo>
                    <a:pt x="1990769" y="1654794"/>
                  </a:lnTo>
                  <a:lnTo>
                    <a:pt x="1990756" y="1654817"/>
                  </a:lnTo>
                  <a:lnTo>
                    <a:pt x="1990698" y="1654843"/>
                  </a:lnTo>
                  <a:lnTo>
                    <a:pt x="1990608" y="1654824"/>
                  </a:lnTo>
                  <a:lnTo>
                    <a:pt x="1990596" y="1654819"/>
                  </a:lnTo>
                  <a:lnTo>
                    <a:pt x="1990545" y="1654786"/>
                  </a:lnTo>
                  <a:lnTo>
                    <a:pt x="1990496" y="1654735"/>
                  </a:lnTo>
                  <a:lnTo>
                    <a:pt x="1990469" y="1654739"/>
                  </a:lnTo>
                  <a:lnTo>
                    <a:pt x="1990418" y="1654766"/>
                  </a:lnTo>
                  <a:lnTo>
                    <a:pt x="1990105" y="1655117"/>
                  </a:lnTo>
                  <a:lnTo>
                    <a:pt x="1990098" y="1655125"/>
                  </a:lnTo>
                  <a:lnTo>
                    <a:pt x="1990067" y="1655209"/>
                  </a:lnTo>
                  <a:lnTo>
                    <a:pt x="1990072" y="1655320"/>
                  </a:lnTo>
                  <a:lnTo>
                    <a:pt x="1990211" y="1655295"/>
                  </a:lnTo>
                  <a:lnTo>
                    <a:pt x="1990305" y="1655309"/>
                  </a:lnTo>
                  <a:lnTo>
                    <a:pt x="1990307" y="1655314"/>
                  </a:lnTo>
                  <a:lnTo>
                    <a:pt x="1990366" y="1655451"/>
                  </a:lnTo>
                  <a:lnTo>
                    <a:pt x="1990270" y="1655785"/>
                  </a:lnTo>
                  <a:lnTo>
                    <a:pt x="1990033" y="1656092"/>
                  </a:lnTo>
                  <a:lnTo>
                    <a:pt x="1989969" y="1656124"/>
                  </a:lnTo>
                  <a:lnTo>
                    <a:pt x="1989893" y="1656150"/>
                  </a:lnTo>
                  <a:lnTo>
                    <a:pt x="1989906" y="1656174"/>
                  </a:lnTo>
                  <a:lnTo>
                    <a:pt x="1989926" y="1656210"/>
                  </a:lnTo>
                  <a:lnTo>
                    <a:pt x="1990150" y="1656621"/>
                  </a:lnTo>
                  <a:lnTo>
                    <a:pt x="1990398" y="1657075"/>
                  </a:lnTo>
                  <a:lnTo>
                    <a:pt x="1990486" y="1657411"/>
                  </a:lnTo>
                  <a:lnTo>
                    <a:pt x="1990601" y="1657813"/>
                  </a:lnTo>
                  <a:lnTo>
                    <a:pt x="1990717" y="1658016"/>
                  </a:lnTo>
                  <a:lnTo>
                    <a:pt x="1990904" y="1658205"/>
                  </a:lnTo>
                  <a:lnTo>
                    <a:pt x="1990993" y="1658272"/>
                  </a:lnTo>
                  <a:lnTo>
                    <a:pt x="1991122" y="1658173"/>
                  </a:lnTo>
                  <a:lnTo>
                    <a:pt x="1991157" y="1658127"/>
                  </a:lnTo>
                  <a:lnTo>
                    <a:pt x="1991375" y="1657734"/>
                  </a:lnTo>
                  <a:lnTo>
                    <a:pt x="1991441" y="1657612"/>
                  </a:lnTo>
                  <a:lnTo>
                    <a:pt x="1991542" y="1657426"/>
                  </a:lnTo>
                  <a:lnTo>
                    <a:pt x="1991848" y="1656842"/>
                  </a:lnTo>
                  <a:lnTo>
                    <a:pt x="1991763" y="1656741"/>
                  </a:lnTo>
                  <a:lnTo>
                    <a:pt x="1991739" y="1656728"/>
                  </a:lnTo>
                  <a:lnTo>
                    <a:pt x="1991701" y="1656717"/>
                  </a:lnTo>
                  <a:lnTo>
                    <a:pt x="1991560" y="1656684"/>
                  </a:lnTo>
                  <a:lnTo>
                    <a:pt x="1991533" y="1656684"/>
                  </a:lnTo>
                  <a:lnTo>
                    <a:pt x="1991515" y="1656695"/>
                  </a:lnTo>
                  <a:lnTo>
                    <a:pt x="1991496" y="1656690"/>
                  </a:lnTo>
                  <a:lnTo>
                    <a:pt x="1991450" y="1656629"/>
                  </a:lnTo>
                  <a:lnTo>
                    <a:pt x="1991450" y="1656560"/>
                  </a:lnTo>
                  <a:lnTo>
                    <a:pt x="1991505" y="1656415"/>
                  </a:lnTo>
                  <a:lnTo>
                    <a:pt x="1991646" y="1656120"/>
                  </a:lnTo>
                  <a:lnTo>
                    <a:pt x="1991694" y="1656094"/>
                  </a:lnTo>
                  <a:lnTo>
                    <a:pt x="1991738" y="1656124"/>
                  </a:lnTo>
                  <a:lnTo>
                    <a:pt x="1991765" y="1656188"/>
                  </a:lnTo>
                  <a:lnTo>
                    <a:pt x="1991806" y="1656230"/>
                  </a:lnTo>
                  <a:lnTo>
                    <a:pt x="1991965" y="1656306"/>
                  </a:lnTo>
                  <a:lnTo>
                    <a:pt x="1992425" y="1656613"/>
                  </a:lnTo>
                  <a:lnTo>
                    <a:pt x="1992656" y="1656730"/>
                  </a:lnTo>
                  <a:lnTo>
                    <a:pt x="1992746" y="1656754"/>
                  </a:lnTo>
                  <a:lnTo>
                    <a:pt x="1992827" y="1656751"/>
                  </a:lnTo>
                  <a:lnTo>
                    <a:pt x="1992859" y="1656740"/>
                  </a:lnTo>
                  <a:lnTo>
                    <a:pt x="1992953" y="1656685"/>
                  </a:lnTo>
                  <a:lnTo>
                    <a:pt x="1992993" y="1656616"/>
                  </a:lnTo>
                  <a:lnTo>
                    <a:pt x="1993003" y="1656583"/>
                  </a:lnTo>
                  <a:lnTo>
                    <a:pt x="1993147" y="1656429"/>
                  </a:lnTo>
                  <a:lnTo>
                    <a:pt x="1993174" y="1656400"/>
                  </a:lnTo>
                  <a:lnTo>
                    <a:pt x="1993448" y="1656202"/>
                  </a:lnTo>
                  <a:lnTo>
                    <a:pt x="1993489" y="1656101"/>
                  </a:lnTo>
                  <a:lnTo>
                    <a:pt x="1993519" y="1656092"/>
                  </a:lnTo>
                  <a:lnTo>
                    <a:pt x="1993534" y="1656097"/>
                  </a:lnTo>
                  <a:lnTo>
                    <a:pt x="1993637" y="1656204"/>
                  </a:lnTo>
                  <a:lnTo>
                    <a:pt x="1993659" y="1656235"/>
                  </a:lnTo>
                  <a:lnTo>
                    <a:pt x="1993659" y="1656256"/>
                  </a:lnTo>
                  <a:lnTo>
                    <a:pt x="1993595" y="1656351"/>
                  </a:lnTo>
                  <a:lnTo>
                    <a:pt x="1993539" y="1656556"/>
                  </a:lnTo>
                  <a:lnTo>
                    <a:pt x="1993518" y="1656638"/>
                  </a:lnTo>
                  <a:lnTo>
                    <a:pt x="1993528" y="1656703"/>
                  </a:lnTo>
                  <a:lnTo>
                    <a:pt x="1993546" y="1656728"/>
                  </a:lnTo>
                  <a:lnTo>
                    <a:pt x="1993562" y="1656731"/>
                  </a:lnTo>
                  <a:lnTo>
                    <a:pt x="1993582" y="1656717"/>
                  </a:lnTo>
                  <a:lnTo>
                    <a:pt x="1993612" y="1656725"/>
                  </a:lnTo>
                  <a:lnTo>
                    <a:pt x="1993661" y="1656781"/>
                  </a:lnTo>
                  <a:lnTo>
                    <a:pt x="1993670" y="1656826"/>
                  </a:lnTo>
                  <a:lnTo>
                    <a:pt x="1993663" y="1656945"/>
                  </a:lnTo>
                  <a:lnTo>
                    <a:pt x="1993644" y="1657016"/>
                  </a:lnTo>
                  <a:lnTo>
                    <a:pt x="1993611" y="1657066"/>
                  </a:lnTo>
                  <a:lnTo>
                    <a:pt x="1993569" y="1657097"/>
                  </a:lnTo>
                  <a:lnTo>
                    <a:pt x="1993466" y="1657156"/>
                  </a:lnTo>
                  <a:lnTo>
                    <a:pt x="1992961" y="1657228"/>
                  </a:lnTo>
                  <a:lnTo>
                    <a:pt x="1992854" y="1657315"/>
                  </a:lnTo>
                  <a:lnTo>
                    <a:pt x="1992644" y="1657543"/>
                  </a:lnTo>
                  <a:lnTo>
                    <a:pt x="1992290" y="1657891"/>
                  </a:lnTo>
                  <a:lnTo>
                    <a:pt x="1992281" y="1657905"/>
                  </a:lnTo>
                  <a:lnTo>
                    <a:pt x="1992122" y="1658144"/>
                  </a:lnTo>
                  <a:lnTo>
                    <a:pt x="1991937" y="1658424"/>
                  </a:lnTo>
                  <a:lnTo>
                    <a:pt x="1991842" y="1658566"/>
                  </a:lnTo>
                  <a:lnTo>
                    <a:pt x="1991730" y="1658811"/>
                  </a:lnTo>
                  <a:lnTo>
                    <a:pt x="1991674" y="1658989"/>
                  </a:lnTo>
                  <a:lnTo>
                    <a:pt x="1991620" y="1659238"/>
                  </a:lnTo>
                  <a:lnTo>
                    <a:pt x="1991602" y="1659370"/>
                  </a:lnTo>
                  <a:lnTo>
                    <a:pt x="1991639" y="1659781"/>
                  </a:lnTo>
                  <a:lnTo>
                    <a:pt x="1991650" y="1659810"/>
                  </a:lnTo>
                  <a:lnTo>
                    <a:pt x="1991687" y="1659863"/>
                  </a:lnTo>
                  <a:lnTo>
                    <a:pt x="1992021" y="1660144"/>
                  </a:lnTo>
                  <a:lnTo>
                    <a:pt x="1992189" y="1660261"/>
                  </a:lnTo>
                  <a:lnTo>
                    <a:pt x="1992253" y="1660302"/>
                  </a:lnTo>
                  <a:lnTo>
                    <a:pt x="1992479" y="1660411"/>
                  </a:lnTo>
                  <a:lnTo>
                    <a:pt x="1992518" y="1660455"/>
                  </a:lnTo>
                  <a:lnTo>
                    <a:pt x="1992556" y="1660505"/>
                  </a:lnTo>
                  <a:lnTo>
                    <a:pt x="1992558" y="1660527"/>
                  </a:lnTo>
                  <a:lnTo>
                    <a:pt x="1992543" y="1660547"/>
                  </a:lnTo>
                  <a:lnTo>
                    <a:pt x="1992509" y="1660581"/>
                  </a:lnTo>
                  <a:lnTo>
                    <a:pt x="1992422" y="1660645"/>
                  </a:lnTo>
                  <a:lnTo>
                    <a:pt x="1992328" y="1660694"/>
                  </a:lnTo>
                  <a:lnTo>
                    <a:pt x="1992310" y="1660682"/>
                  </a:lnTo>
                  <a:lnTo>
                    <a:pt x="1992267" y="1660672"/>
                  </a:lnTo>
                  <a:lnTo>
                    <a:pt x="1992231" y="1660664"/>
                  </a:lnTo>
                  <a:lnTo>
                    <a:pt x="1992192" y="1660674"/>
                  </a:lnTo>
                  <a:lnTo>
                    <a:pt x="1992117" y="1660749"/>
                  </a:lnTo>
                  <a:lnTo>
                    <a:pt x="1992062" y="1660843"/>
                  </a:lnTo>
                  <a:lnTo>
                    <a:pt x="1992048" y="1660917"/>
                  </a:lnTo>
                  <a:lnTo>
                    <a:pt x="1992039" y="1661061"/>
                  </a:lnTo>
                  <a:lnTo>
                    <a:pt x="1992045" y="1661115"/>
                  </a:lnTo>
                  <a:lnTo>
                    <a:pt x="1992064" y="1661169"/>
                  </a:lnTo>
                  <a:lnTo>
                    <a:pt x="1992091" y="1661191"/>
                  </a:lnTo>
                  <a:lnTo>
                    <a:pt x="1992214" y="1661240"/>
                  </a:lnTo>
                  <a:lnTo>
                    <a:pt x="1992251" y="1661253"/>
                  </a:lnTo>
                  <a:lnTo>
                    <a:pt x="1992216" y="1661511"/>
                  </a:lnTo>
                  <a:lnTo>
                    <a:pt x="1992197" y="1661523"/>
                  </a:lnTo>
                  <a:lnTo>
                    <a:pt x="1992118" y="1661451"/>
                  </a:lnTo>
                  <a:lnTo>
                    <a:pt x="1992061" y="1661384"/>
                  </a:lnTo>
                  <a:lnTo>
                    <a:pt x="1991843" y="1661188"/>
                  </a:lnTo>
                  <a:lnTo>
                    <a:pt x="1991709" y="1661053"/>
                  </a:lnTo>
                  <a:lnTo>
                    <a:pt x="1991680" y="1660820"/>
                  </a:lnTo>
                  <a:lnTo>
                    <a:pt x="1991662" y="1660775"/>
                  </a:lnTo>
                  <a:lnTo>
                    <a:pt x="1991617" y="1660716"/>
                  </a:lnTo>
                  <a:lnTo>
                    <a:pt x="1991492" y="1660620"/>
                  </a:lnTo>
                  <a:lnTo>
                    <a:pt x="1991427" y="1660591"/>
                  </a:lnTo>
                  <a:lnTo>
                    <a:pt x="1991208" y="1660544"/>
                  </a:lnTo>
                  <a:lnTo>
                    <a:pt x="1991106" y="1660539"/>
                  </a:lnTo>
                  <a:lnTo>
                    <a:pt x="1990975" y="1660546"/>
                  </a:lnTo>
                  <a:lnTo>
                    <a:pt x="1990677" y="1660654"/>
                  </a:lnTo>
                  <a:lnTo>
                    <a:pt x="1990627" y="1660679"/>
                  </a:lnTo>
                  <a:lnTo>
                    <a:pt x="1990420" y="1660559"/>
                  </a:lnTo>
                  <a:lnTo>
                    <a:pt x="1990415" y="1660509"/>
                  </a:lnTo>
                  <a:lnTo>
                    <a:pt x="1990338" y="1660418"/>
                  </a:lnTo>
                  <a:lnTo>
                    <a:pt x="1990303" y="1660392"/>
                  </a:lnTo>
                  <a:lnTo>
                    <a:pt x="1990236" y="1660363"/>
                  </a:lnTo>
                  <a:lnTo>
                    <a:pt x="1990193" y="1660360"/>
                  </a:lnTo>
                  <a:lnTo>
                    <a:pt x="1990168" y="1660370"/>
                  </a:lnTo>
                  <a:lnTo>
                    <a:pt x="1990162" y="1660404"/>
                  </a:lnTo>
                  <a:lnTo>
                    <a:pt x="1990133" y="1660420"/>
                  </a:lnTo>
                  <a:lnTo>
                    <a:pt x="1990068" y="1660422"/>
                  </a:lnTo>
                  <a:lnTo>
                    <a:pt x="1989927" y="1660381"/>
                  </a:lnTo>
                  <a:lnTo>
                    <a:pt x="1989794" y="1660269"/>
                  </a:lnTo>
                  <a:lnTo>
                    <a:pt x="1989713" y="1660173"/>
                  </a:lnTo>
                  <a:lnTo>
                    <a:pt x="1989703" y="1660151"/>
                  </a:lnTo>
                  <a:lnTo>
                    <a:pt x="1989616" y="1659902"/>
                  </a:lnTo>
                  <a:lnTo>
                    <a:pt x="1989635" y="1659827"/>
                  </a:lnTo>
                  <a:lnTo>
                    <a:pt x="1989631" y="1659815"/>
                  </a:lnTo>
                  <a:lnTo>
                    <a:pt x="1989567" y="1659764"/>
                  </a:lnTo>
                  <a:lnTo>
                    <a:pt x="1989505" y="1659738"/>
                  </a:lnTo>
                  <a:lnTo>
                    <a:pt x="1989447" y="1659728"/>
                  </a:lnTo>
                  <a:lnTo>
                    <a:pt x="1989194" y="1659720"/>
                  </a:lnTo>
                  <a:lnTo>
                    <a:pt x="1989104" y="1659720"/>
                  </a:lnTo>
                  <a:lnTo>
                    <a:pt x="1988958" y="1659733"/>
                  </a:lnTo>
                  <a:lnTo>
                    <a:pt x="1988919" y="1659763"/>
                  </a:lnTo>
                  <a:lnTo>
                    <a:pt x="1988908" y="1659776"/>
                  </a:lnTo>
                  <a:lnTo>
                    <a:pt x="1988836" y="1659773"/>
                  </a:lnTo>
                  <a:lnTo>
                    <a:pt x="1988623" y="1659758"/>
                  </a:lnTo>
                  <a:lnTo>
                    <a:pt x="1988568" y="1659744"/>
                  </a:lnTo>
                  <a:lnTo>
                    <a:pt x="1988558" y="1659739"/>
                  </a:lnTo>
                  <a:lnTo>
                    <a:pt x="1988498" y="1659708"/>
                  </a:lnTo>
                  <a:lnTo>
                    <a:pt x="1988424" y="1659662"/>
                  </a:lnTo>
                  <a:lnTo>
                    <a:pt x="1988256" y="1659524"/>
                  </a:lnTo>
                  <a:lnTo>
                    <a:pt x="1988212" y="1659469"/>
                  </a:lnTo>
                  <a:lnTo>
                    <a:pt x="1987858" y="1659223"/>
                  </a:lnTo>
                  <a:lnTo>
                    <a:pt x="1987662" y="1659054"/>
                  </a:lnTo>
                  <a:lnTo>
                    <a:pt x="1987394" y="1658835"/>
                  </a:lnTo>
                  <a:lnTo>
                    <a:pt x="1987114" y="1658840"/>
                  </a:lnTo>
                  <a:lnTo>
                    <a:pt x="1986991" y="1658856"/>
                  </a:lnTo>
                  <a:lnTo>
                    <a:pt x="1986630" y="1658938"/>
                  </a:lnTo>
                  <a:lnTo>
                    <a:pt x="1986389" y="1659002"/>
                  </a:lnTo>
                  <a:lnTo>
                    <a:pt x="1986080" y="1659007"/>
                  </a:lnTo>
                  <a:lnTo>
                    <a:pt x="1985927" y="1658937"/>
                  </a:lnTo>
                  <a:lnTo>
                    <a:pt x="1985912" y="1658939"/>
                  </a:lnTo>
                  <a:lnTo>
                    <a:pt x="1985737" y="1659028"/>
                  </a:lnTo>
                  <a:lnTo>
                    <a:pt x="1985662" y="1659076"/>
                  </a:lnTo>
                  <a:lnTo>
                    <a:pt x="1985573" y="1659149"/>
                  </a:lnTo>
                  <a:lnTo>
                    <a:pt x="1985375" y="1659368"/>
                  </a:lnTo>
                  <a:lnTo>
                    <a:pt x="1985274" y="1659496"/>
                  </a:lnTo>
                  <a:lnTo>
                    <a:pt x="1985222" y="1659583"/>
                  </a:lnTo>
                  <a:lnTo>
                    <a:pt x="1985168" y="1659615"/>
                  </a:lnTo>
                  <a:lnTo>
                    <a:pt x="1984859" y="1659585"/>
                  </a:lnTo>
                  <a:lnTo>
                    <a:pt x="1984457" y="1659503"/>
                  </a:lnTo>
                  <a:lnTo>
                    <a:pt x="1984204" y="1659475"/>
                  </a:lnTo>
                  <a:lnTo>
                    <a:pt x="1983826" y="1659489"/>
                  </a:lnTo>
                  <a:lnTo>
                    <a:pt x="1983418" y="1659543"/>
                  </a:lnTo>
                  <a:lnTo>
                    <a:pt x="1983349" y="1659562"/>
                  </a:lnTo>
                  <a:lnTo>
                    <a:pt x="1983333" y="1659574"/>
                  </a:lnTo>
                  <a:lnTo>
                    <a:pt x="1983299" y="1659606"/>
                  </a:lnTo>
                  <a:lnTo>
                    <a:pt x="1983266" y="1659620"/>
                  </a:lnTo>
                  <a:lnTo>
                    <a:pt x="1983207" y="1659560"/>
                  </a:lnTo>
                  <a:lnTo>
                    <a:pt x="1983189" y="1659520"/>
                  </a:lnTo>
                  <a:lnTo>
                    <a:pt x="1983088" y="1659247"/>
                  </a:lnTo>
                  <a:lnTo>
                    <a:pt x="1983073" y="1659208"/>
                  </a:lnTo>
                  <a:lnTo>
                    <a:pt x="1983063" y="1659131"/>
                  </a:lnTo>
                  <a:lnTo>
                    <a:pt x="1983019" y="1659095"/>
                  </a:lnTo>
                  <a:lnTo>
                    <a:pt x="1982568" y="1658880"/>
                  </a:lnTo>
                  <a:lnTo>
                    <a:pt x="1982454" y="1658896"/>
                  </a:lnTo>
                  <a:lnTo>
                    <a:pt x="1982432" y="1658889"/>
                  </a:lnTo>
                  <a:lnTo>
                    <a:pt x="1982381" y="1658862"/>
                  </a:lnTo>
                  <a:lnTo>
                    <a:pt x="1982261" y="1658628"/>
                  </a:lnTo>
                  <a:lnTo>
                    <a:pt x="1982217" y="1658542"/>
                  </a:lnTo>
                  <a:lnTo>
                    <a:pt x="1982158" y="1658416"/>
                  </a:lnTo>
                  <a:lnTo>
                    <a:pt x="1982113" y="1658380"/>
                  </a:lnTo>
                  <a:lnTo>
                    <a:pt x="1982032" y="1658366"/>
                  </a:lnTo>
                  <a:lnTo>
                    <a:pt x="1982000" y="1658391"/>
                  </a:lnTo>
                  <a:lnTo>
                    <a:pt x="1981934" y="1658410"/>
                  </a:lnTo>
                  <a:lnTo>
                    <a:pt x="1981860" y="1658403"/>
                  </a:lnTo>
                  <a:lnTo>
                    <a:pt x="1981841" y="1658393"/>
                  </a:lnTo>
                  <a:lnTo>
                    <a:pt x="1981727" y="1658243"/>
                  </a:lnTo>
                  <a:lnTo>
                    <a:pt x="1981616" y="1658086"/>
                  </a:lnTo>
                  <a:lnTo>
                    <a:pt x="1981500" y="1657687"/>
                  </a:lnTo>
                  <a:lnTo>
                    <a:pt x="1981412" y="1657552"/>
                  </a:lnTo>
                  <a:lnTo>
                    <a:pt x="1981293" y="1657331"/>
                  </a:lnTo>
                  <a:lnTo>
                    <a:pt x="1981274" y="1657281"/>
                  </a:lnTo>
                  <a:lnTo>
                    <a:pt x="1981275" y="1657222"/>
                  </a:lnTo>
                  <a:lnTo>
                    <a:pt x="1981287" y="1657192"/>
                  </a:lnTo>
                  <a:lnTo>
                    <a:pt x="1981391" y="1657045"/>
                  </a:lnTo>
                  <a:lnTo>
                    <a:pt x="1981490" y="1656983"/>
                  </a:lnTo>
                  <a:lnTo>
                    <a:pt x="1981564" y="1656964"/>
                  </a:lnTo>
                  <a:lnTo>
                    <a:pt x="1981580" y="1656957"/>
                  </a:lnTo>
                  <a:lnTo>
                    <a:pt x="1981632" y="1656895"/>
                  </a:lnTo>
                  <a:lnTo>
                    <a:pt x="1981700" y="1656771"/>
                  </a:lnTo>
                  <a:lnTo>
                    <a:pt x="1981736" y="1656688"/>
                  </a:lnTo>
                  <a:lnTo>
                    <a:pt x="1981734" y="1656301"/>
                  </a:lnTo>
                  <a:lnTo>
                    <a:pt x="1981683" y="1656024"/>
                  </a:lnTo>
                  <a:lnTo>
                    <a:pt x="1981704" y="1655957"/>
                  </a:lnTo>
                  <a:lnTo>
                    <a:pt x="1981732" y="1655925"/>
                  </a:lnTo>
                  <a:lnTo>
                    <a:pt x="1981801" y="1655878"/>
                  </a:lnTo>
                  <a:lnTo>
                    <a:pt x="1981818" y="1655853"/>
                  </a:lnTo>
                  <a:lnTo>
                    <a:pt x="1981850" y="1655746"/>
                  </a:lnTo>
                  <a:lnTo>
                    <a:pt x="1981875" y="1655722"/>
                  </a:lnTo>
                  <a:lnTo>
                    <a:pt x="1981954" y="1655728"/>
                  </a:lnTo>
                  <a:lnTo>
                    <a:pt x="1982010" y="1655800"/>
                  </a:lnTo>
                  <a:lnTo>
                    <a:pt x="1982013" y="1655883"/>
                  </a:lnTo>
                  <a:lnTo>
                    <a:pt x="1982060" y="1655965"/>
                  </a:lnTo>
                  <a:lnTo>
                    <a:pt x="1982118" y="1656025"/>
                  </a:lnTo>
                  <a:lnTo>
                    <a:pt x="1982281" y="1656127"/>
                  </a:lnTo>
                  <a:lnTo>
                    <a:pt x="1982725" y="1656253"/>
                  </a:lnTo>
                  <a:lnTo>
                    <a:pt x="1983082" y="1656280"/>
                  </a:lnTo>
                  <a:lnTo>
                    <a:pt x="1983297" y="1656322"/>
                  </a:lnTo>
                  <a:lnTo>
                    <a:pt x="1983440" y="1656368"/>
                  </a:lnTo>
                  <a:lnTo>
                    <a:pt x="1983487" y="1656395"/>
                  </a:lnTo>
                  <a:lnTo>
                    <a:pt x="1983885" y="1656463"/>
                  </a:lnTo>
                  <a:lnTo>
                    <a:pt x="1983990" y="1656476"/>
                  </a:lnTo>
                  <a:lnTo>
                    <a:pt x="1984032" y="1656481"/>
                  </a:lnTo>
                  <a:lnTo>
                    <a:pt x="1984362" y="1656402"/>
                  </a:lnTo>
                  <a:lnTo>
                    <a:pt x="1984495" y="1656322"/>
                  </a:lnTo>
                  <a:lnTo>
                    <a:pt x="1984602" y="1656248"/>
                  </a:lnTo>
                  <a:lnTo>
                    <a:pt x="1984699" y="1656181"/>
                  </a:lnTo>
                  <a:lnTo>
                    <a:pt x="1984938" y="1655945"/>
                  </a:lnTo>
                  <a:lnTo>
                    <a:pt x="1985194" y="1655919"/>
                  </a:lnTo>
                  <a:lnTo>
                    <a:pt x="1985536" y="1655739"/>
                  </a:lnTo>
                  <a:lnTo>
                    <a:pt x="1985717" y="1655700"/>
                  </a:lnTo>
                  <a:lnTo>
                    <a:pt x="1985624" y="1655594"/>
                  </a:lnTo>
                  <a:lnTo>
                    <a:pt x="1985512" y="1655539"/>
                  </a:lnTo>
                  <a:lnTo>
                    <a:pt x="1985448" y="1655505"/>
                  </a:lnTo>
                  <a:lnTo>
                    <a:pt x="1985387" y="1655470"/>
                  </a:lnTo>
                  <a:lnTo>
                    <a:pt x="1985251" y="1655232"/>
                  </a:lnTo>
                  <a:lnTo>
                    <a:pt x="1985197" y="1655121"/>
                  </a:lnTo>
                  <a:lnTo>
                    <a:pt x="1985115" y="1654948"/>
                  </a:lnTo>
                  <a:lnTo>
                    <a:pt x="1984911" y="1654526"/>
                  </a:lnTo>
                  <a:lnTo>
                    <a:pt x="1984845" y="1654388"/>
                  </a:lnTo>
                  <a:lnTo>
                    <a:pt x="1984790" y="1654313"/>
                  </a:lnTo>
                  <a:lnTo>
                    <a:pt x="1984734" y="1654296"/>
                  </a:lnTo>
                  <a:lnTo>
                    <a:pt x="1984655" y="1654263"/>
                  </a:lnTo>
                  <a:lnTo>
                    <a:pt x="1984521" y="1654226"/>
                  </a:lnTo>
                  <a:lnTo>
                    <a:pt x="1984469" y="1654219"/>
                  </a:lnTo>
                  <a:lnTo>
                    <a:pt x="1984063" y="1654231"/>
                  </a:lnTo>
                  <a:lnTo>
                    <a:pt x="1983983" y="1654234"/>
                  </a:lnTo>
                  <a:lnTo>
                    <a:pt x="1983909" y="1654257"/>
                  </a:lnTo>
                  <a:lnTo>
                    <a:pt x="1983850" y="1654296"/>
                  </a:lnTo>
                  <a:lnTo>
                    <a:pt x="1983560" y="1654555"/>
                  </a:lnTo>
                  <a:lnTo>
                    <a:pt x="1983458" y="1654733"/>
                  </a:lnTo>
                  <a:lnTo>
                    <a:pt x="1983314" y="1654870"/>
                  </a:lnTo>
                  <a:lnTo>
                    <a:pt x="1983234" y="1654942"/>
                  </a:lnTo>
                  <a:lnTo>
                    <a:pt x="1983204" y="1654957"/>
                  </a:lnTo>
                  <a:lnTo>
                    <a:pt x="1983153" y="1654935"/>
                  </a:lnTo>
                  <a:lnTo>
                    <a:pt x="1983142" y="1654928"/>
                  </a:lnTo>
                  <a:lnTo>
                    <a:pt x="1983077" y="1654885"/>
                  </a:lnTo>
                  <a:lnTo>
                    <a:pt x="1983067" y="1654878"/>
                  </a:lnTo>
                  <a:lnTo>
                    <a:pt x="1982940" y="1654842"/>
                  </a:lnTo>
                  <a:lnTo>
                    <a:pt x="1982857" y="1654837"/>
                  </a:lnTo>
                  <a:lnTo>
                    <a:pt x="1982715" y="1654865"/>
                  </a:lnTo>
                  <a:lnTo>
                    <a:pt x="1982683" y="1654880"/>
                  </a:lnTo>
                  <a:lnTo>
                    <a:pt x="1982673" y="1654892"/>
                  </a:lnTo>
                  <a:lnTo>
                    <a:pt x="1982643" y="1655053"/>
                  </a:lnTo>
                  <a:lnTo>
                    <a:pt x="1982637" y="1655157"/>
                  </a:lnTo>
                  <a:lnTo>
                    <a:pt x="1982657" y="1655322"/>
                  </a:lnTo>
                  <a:lnTo>
                    <a:pt x="1982700" y="1655448"/>
                  </a:lnTo>
                  <a:lnTo>
                    <a:pt x="1982698" y="1655508"/>
                  </a:lnTo>
                  <a:lnTo>
                    <a:pt x="1982673" y="1655552"/>
                  </a:lnTo>
                  <a:lnTo>
                    <a:pt x="1982648" y="1655570"/>
                  </a:lnTo>
                  <a:lnTo>
                    <a:pt x="1982329" y="1655670"/>
                  </a:lnTo>
                  <a:lnTo>
                    <a:pt x="1982285" y="1655664"/>
                  </a:lnTo>
                  <a:lnTo>
                    <a:pt x="1982248" y="1655642"/>
                  </a:lnTo>
                  <a:lnTo>
                    <a:pt x="1981816" y="1655111"/>
                  </a:lnTo>
                  <a:lnTo>
                    <a:pt x="1981790" y="1655041"/>
                  </a:lnTo>
                  <a:lnTo>
                    <a:pt x="1981705" y="1654906"/>
                  </a:lnTo>
                  <a:lnTo>
                    <a:pt x="1981686" y="1654884"/>
                  </a:lnTo>
                  <a:lnTo>
                    <a:pt x="1981608" y="1654810"/>
                  </a:lnTo>
                  <a:lnTo>
                    <a:pt x="1981316" y="1654545"/>
                  </a:lnTo>
                  <a:lnTo>
                    <a:pt x="1981189" y="1654472"/>
                  </a:lnTo>
                  <a:lnTo>
                    <a:pt x="1980503" y="1654135"/>
                  </a:lnTo>
                  <a:lnTo>
                    <a:pt x="1980378" y="1654080"/>
                  </a:lnTo>
                  <a:lnTo>
                    <a:pt x="1980028" y="1653997"/>
                  </a:lnTo>
                  <a:lnTo>
                    <a:pt x="1979862" y="1653979"/>
                  </a:lnTo>
                  <a:lnTo>
                    <a:pt x="1979462" y="1653959"/>
                  </a:lnTo>
                  <a:lnTo>
                    <a:pt x="1979175" y="1653967"/>
                  </a:lnTo>
                  <a:lnTo>
                    <a:pt x="1978634" y="1654005"/>
                  </a:lnTo>
                  <a:lnTo>
                    <a:pt x="1978079" y="1654073"/>
                  </a:lnTo>
                  <a:lnTo>
                    <a:pt x="1978019" y="1654087"/>
                  </a:lnTo>
                  <a:lnTo>
                    <a:pt x="1977880" y="1654137"/>
                  </a:lnTo>
                  <a:lnTo>
                    <a:pt x="1977786" y="1654191"/>
                  </a:lnTo>
                  <a:lnTo>
                    <a:pt x="1977708" y="1654219"/>
                  </a:lnTo>
                  <a:lnTo>
                    <a:pt x="1977343" y="1654336"/>
                  </a:lnTo>
                  <a:lnTo>
                    <a:pt x="1977080" y="1654349"/>
                  </a:lnTo>
                  <a:lnTo>
                    <a:pt x="1976710" y="1654347"/>
                  </a:lnTo>
                  <a:lnTo>
                    <a:pt x="1976521" y="1654365"/>
                  </a:lnTo>
                  <a:lnTo>
                    <a:pt x="1976349" y="1654397"/>
                  </a:lnTo>
                  <a:lnTo>
                    <a:pt x="1976282" y="1654429"/>
                  </a:lnTo>
                  <a:lnTo>
                    <a:pt x="1976185" y="1654556"/>
                  </a:lnTo>
                  <a:lnTo>
                    <a:pt x="1976153" y="1654632"/>
                  </a:lnTo>
                  <a:lnTo>
                    <a:pt x="1976110" y="1654674"/>
                  </a:lnTo>
                  <a:lnTo>
                    <a:pt x="1976103" y="1654668"/>
                  </a:lnTo>
                  <a:lnTo>
                    <a:pt x="1976018" y="1654517"/>
                  </a:lnTo>
                  <a:lnTo>
                    <a:pt x="1976008" y="1654471"/>
                  </a:lnTo>
                  <a:lnTo>
                    <a:pt x="1976010" y="1654362"/>
                  </a:lnTo>
                  <a:lnTo>
                    <a:pt x="1976051" y="1654305"/>
                  </a:lnTo>
                  <a:lnTo>
                    <a:pt x="1976101" y="1654264"/>
                  </a:lnTo>
                  <a:lnTo>
                    <a:pt x="1976118" y="1654255"/>
                  </a:lnTo>
                  <a:lnTo>
                    <a:pt x="1976173" y="1654234"/>
                  </a:lnTo>
                  <a:lnTo>
                    <a:pt x="1976255" y="1654242"/>
                  </a:lnTo>
                  <a:lnTo>
                    <a:pt x="1976345" y="1654239"/>
                  </a:lnTo>
                  <a:lnTo>
                    <a:pt x="1976392" y="1654204"/>
                  </a:lnTo>
                  <a:lnTo>
                    <a:pt x="1976415" y="1654168"/>
                  </a:lnTo>
                  <a:lnTo>
                    <a:pt x="1976437" y="1654097"/>
                  </a:lnTo>
                  <a:lnTo>
                    <a:pt x="1976431" y="1654024"/>
                  </a:lnTo>
                  <a:lnTo>
                    <a:pt x="1976342" y="1653834"/>
                  </a:lnTo>
                  <a:lnTo>
                    <a:pt x="1976284" y="1653837"/>
                  </a:lnTo>
                  <a:lnTo>
                    <a:pt x="1976248" y="1653830"/>
                  </a:lnTo>
                  <a:lnTo>
                    <a:pt x="1976216" y="1653711"/>
                  </a:lnTo>
                  <a:lnTo>
                    <a:pt x="1976206" y="1653611"/>
                  </a:lnTo>
                  <a:lnTo>
                    <a:pt x="1976217" y="1653547"/>
                  </a:lnTo>
                  <a:lnTo>
                    <a:pt x="1976260" y="1653433"/>
                  </a:lnTo>
                  <a:lnTo>
                    <a:pt x="1976570" y="1653210"/>
                  </a:lnTo>
                  <a:lnTo>
                    <a:pt x="1976653" y="1653182"/>
                  </a:lnTo>
                  <a:lnTo>
                    <a:pt x="1976713" y="1653192"/>
                  </a:lnTo>
                  <a:lnTo>
                    <a:pt x="1976994" y="1652895"/>
                  </a:lnTo>
                  <a:lnTo>
                    <a:pt x="1977002" y="1652887"/>
                  </a:lnTo>
                  <a:lnTo>
                    <a:pt x="1977051" y="1652856"/>
                  </a:lnTo>
                  <a:lnTo>
                    <a:pt x="1977059" y="1652859"/>
                  </a:lnTo>
                  <a:lnTo>
                    <a:pt x="1977792" y="1652578"/>
                  </a:lnTo>
                  <a:lnTo>
                    <a:pt x="1977868" y="1652358"/>
                  </a:lnTo>
                  <a:lnTo>
                    <a:pt x="1977877" y="1652324"/>
                  </a:lnTo>
                  <a:lnTo>
                    <a:pt x="1977875" y="1652252"/>
                  </a:lnTo>
                  <a:lnTo>
                    <a:pt x="1977883" y="1652208"/>
                  </a:lnTo>
                  <a:lnTo>
                    <a:pt x="1977887" y="1652192"/>
                  </a:lnTo>
                  <a:lnTo>
                    <a:pt x="1977910" y="1652161"/>
                  </a:lnTo>
                  <a:lnTo>
                    <a:pt x="1978032" y="1652073"/>
                  </a:lnTo>
                  <a:lnTo>
                    <a:pt x="1978463" y="1651874"/>
                  </a:lnTo>
                  <a:lnTo>
                    <a:pt x="1978526" y="1651882"/>
                  </a:lnTo>
                  <a:lnTo>
                    <a:pt x="1978585" y="1651925"/>
                  </a:lnTo>
                  <a:lnTo>
                    <a:pt x="1978596" y="1651939"/>
                  </a:lnTo>
                  <a:lnTo>
                    <a:pt x="1978617" y="1652034"/>
                  </a:lnTo>
                  <a:lnTo>
                    <a:pt x="1978668" y="1652043"/>
                  </a:lnTo>
                  <a:lnTo>
                    <a:pt x="1978687" y="1651634"/>
                  </a:lnTo>
                  <a:lnTo>
                    <a:pt x="1978689" y="1651586"/>
                  </a:lnTo>
                  <a:lnTo>
                    <a:pt x="1978718" y="1650791"/>
                  </a:lnTo>
                  <a:lnTo>
                    <a:pt x="1978723" y="1650775"/>
                  </a:lnTo>
                  <a:lnTo>
                    <a:pt x="1978795" y="1650789"/>
                  </a:lnTo>
                  <a:lnTo>
                    <a:pt x="1979117" y="1650892"/>
                  </a:lnTo>
                  <a:lnTo>
                    <a:pt x="1979163" y="1650902"/>
                  </a:lnTo>
                  <a:lnTo>
                    <a:pt x="1979183" y="1650885"/>
                  </a:lnTo>
                  <a:lnTo>
                    <a:pt x="1979189" y="1650871"/>
                  </a:lnTo>
                  <a:lnTo>
                    <a:pt x="1979214" y="1650813"/>
                  </a:lnTo>
                  <a:lnTo>
                    <a:pt x="1979416" y="1650633"/>
                  </a:lnTo>
                  <a:lnTo>
                    <a:pt x="1979469" y="1650602"/>
                  </a:lnTo>
                  <a:lnTo>
                    <a:pt x="1979549" y="1650589"/>
                  </a:lnTo>
                  <a:lnTo>
                    <a:pt x="1979603" y="1650521"/>
                  </a:lnTo>
                  <a:lnTo>
                    <a:pt x="1979637" y="1650500"/>
                  </a:lnTo>
                  <a:lnTo>
                    <a:pt x="1979925" y="1650351"/>
                  </a:lnTo>
                  <a:lnTo>
                    <a:pt x="1979979" y="1650339"/>
                  </a:lnTo>
                  <a:lnTo>
                    <a:pt x="1980199" y="1650000"/>
                  </a:lnTo>
                  <a:lnTo>
                    <a:pt x="1980231" y="1649901"/>
                  </a:lnTo>
                  <a:lnTo>
                    <a:pt x="1980245" y="1649101"/>
                  </a:lnTo>
                  <a:lnTo>
                    <a:pt x="1980239" y="1649088"/>
                  </a:lnTo>
                  <a:lnTo>
                    <a:pt x="1980233" y="1648773"/>
                  </a:lnTo>
                  <a:lnTo>
                    <a:pt x="1980228" y="1648635"/>
                  </a:lnTo>
                  <a:lnTo>
                    <a:pt x="1980190" y="1648460"/>
                  </a:lnTo>
                  <a:lnTo>
                    <a:pt x="1980176" y="1648433"/>
                  </a:lnTo>
                  <a:lnTo>
                    <a:pt x="1980251" y="1648221"/>
                  </a:lnTo>
                  <a:lnTo>
                    <a:pt x="1980268" y="1648144"/>
                  </a:lnTo>
                  <a:lnTo>
                    <a:pt x="1980294" y="1648139"/>
                  </a:lnTo>
                  <a:lnTo>
                    <a:pt x="1980408" y="1648081"/>
                  </a:lnTo>
                  <a:lnTo>
                    <a:pt x="1980472" y="1648031"/>
                  </a:lnTo>
                  <a:lnTo>
                    <a:pt x="1980516" y="1647980"/>
                  </a:lnTo>
                  <a:lnTo>
                    <a:pt x="1980561" y="1647914"/>
                  </a:lnTo>
                  <a:lnTo>
                    <a:pt x="1980689" y="1647673"/>
                  </a:lnTo>
                  <a:lnTo>
                    <a:pt x="1980736" y="1647582"/>
                  </a:lnTo>
                  <a:lnTo>
                    <a:pt x="1980713" y="1647552"/>
                  </a:lnTo>
                  <a:lnTo>
                    <a:pt x="1980710" y="1647548"/>
                  </a:lnTo>
                  <a:lnTo>
                    <a:pt x="1980691" y="1647524"/>
                  </a:lnTo>
                  <a:lnTo>
                    <a:pt x="1980615" y="1647436"/>
                  </a:lnTo>
                  <a:lnTo>
                    <a:pt x="1980601" y="1647422"/>
                  </a:lnTo>
                  <a:lnTo>
                    <a:pt x="1980590" y="1647411"/>
                  </a:lnTo>
                  <a:lnTo>
                    <a:pt x="1980578" y="1647431"/>
                  </a:lnTo>
                  <a:lnTo>
                    <a:pt x="1980574" y="1647565"/>
                  </a:lnTo>
                  <a:lnTo>
                    <a:pt x="1980499" y="1647860"/>
                  </a:lnTo>
                  <a:lnTo>
                    <a:pt x="1980471" y="1647920"/>
                  </a:lnTo>
                  <a:lnTo>
                    <a:pt x="1980439" y="1647956"/>
                  </a:lnTo>
                  <a:lnTo>
                    <a:pt x="1980391" y="1647978"/>
                  </a:lnTo>
                  <a:lnTo>
                    <a:pt x="1980057" y="1648136"/>
                  </a:lnTo>
                  <a:lnTo>
                    <a:pt x="1980045" y="1648141"/>
                  </a:lnTo>
                  <a:lnTo>
                    <a:pt x="1979980" y="1648126"/>
                  </a:lnTo>
                  <a:lnTo>
                    <a:pt x="1979975" y="1648119"/>
                  </a:lnTo>
                  <a:lnTo>
                    <a:pt x="1979963" y="1648077"/>
                  </a:lnTo>
                  <a:lnTo>
                    <a:pt x="1979902" y="1647960"/>
                  </a:lnTo>
                  <a:lnTo>
                    <a:pt x="1979813" y="1647839"/>
                  </a:lnTo>
                  <a:lnTo>
                    <a:pt x="1979803" y="1647849"/>
                  </a:lnTo>
                  <a:lnTo>
                    <a:pt x="1979791" y="1647861"/>
                  </a:lnTo>
                  <a:lnTo>
                    <a:pt x="1979771" y="1647881"/>
                  </a:lnTo>
                  <a:lnTo>
                    <a:pt x="1979707" y="1647943"/>
                  </a:lnTo>
                  <a:lnTo>
                    <a:pt x="1979682" y="1647972"/>
                  </a:lnTo>
                  <a:lnTo>
                    <a:pt x="1979665" y="1648009"/>
                  </a:lnTo>
                  <a:lnTo>
                    <a:pt x="1979659" y="1648054"/>
                  </a:lnTo>
                  <a:lnTo>
                    <a:pt x="1979683" y="1648187"/>
                  </a:lnTo>
                  <a:lnTo>
                    <a:pt x="1979772" y="1648239"/>
                  </a:lnTo>
                  <a:lnTo>
                    <a:pt x="1979873" y="1648323"/>
                  </a:lnTo>
                  <a:lnTo>
                    <a:pt x="1979928" y="1648396"/>
                  </a:lnTo>
                  <a:lnTo>
                    <a:pt x="1979936" y="1648413"/>
                  </a:lnTo>
                  <a:lnTo>
                    <a:pt x="1980020" y="1648781"/>
                  </a:lnTo>
                  <a:lnTo>
                    <a:pt x="1980020" y="1648834"/>
                  </a:lnTo>
                  <a:lnTo>
                    <a:pt x="1980001" y="1649320"/>
                  </a:lnTo>
                  <a:lnTo>
                    <a:pt x="1979900" y="1649726"/>
                  </a:lnTo>
                  <a:lnTo>
                    <a:pt x="1979898" y="1649732"/>
                  </a:lnTo>
                  <a:lnTo>
                    <a:pt x="1979883" y="1649774"/>
                  </a:lnTo>
                  <a:lnTo>
                    <a:pt x="1979871" y="1649791"/>
                  </a:lnTo>
                  <a:lnTo>
                    <a:pt x="1979867" y="1649801"/>
                  </a:lnTo>
                  <a:lnTo>
                    <a:pt x="1979837" y="1649843"/>
                  </a:lnTo>
                  <a:lnTo>
                    <a:pt x="1979664" y="1649957"/>
                  </a:lnTo>
                  <a:lnTo>
                    <a:pt x="1979574" y="1650007"/>
                  </a:lnTo>
                  <a:lnTo>
                    <a:pt x="1979526" y="1650028"/>
                  </a:lnTo>
                  <a:lnTo>
                    <a:pt x="1979233" y="1650094"/>
                  </a:lnTo>
                  <a:lnTo>
                    <a:pt x="1979126" y="1650125"/>
                  </a:lnTo>
                  <a:lnTo>
                    <a:pt x="1979043" y="1650172"/>
                  </a:lnTo>
                  <a:lnTo>
                    <a:pt x="1978968" y="1650216"/>
                  </a:lnTo>
                  <a:lnTo>
                    <a:pt x="1978760" y="1650359"/>
                  </a:lnTo>
                  <a:lnTo>
                    <a:pt x="1978546" y="1650543"/>
                  </a:lnTo>
                  <a:lnTo>
                    <a:pt x="1978381" y="1651150"/>
                  </a:lnTo>
                  <a:lnTo>
                    <a:pt x="1978400" y="1651175"/>
                  </a:lnTo>
                  <a:lnTo>
                    <a:pt x="1978401" y="1651206"/>
                  </a:lnTo>
                  <a:lnTo>
                    <a:pt x="1978397" y="1651215"/>
                  </a:lnTo>
                  <a:lnTo>
                    <a:pt x="1978396" y="1651221"/>
                  </a:lnTo>
                  <a:lnTo>
                    <a:pt x="1978280" y="1651480"/>
                  </a:lnTo>
                  <a:lnTo>
                    <a:pt x="1978114" y="1651545"/>
                  </a:lnTo>
                  <a:lnTo>
                    <a:pt x="1978039" y="1651529"/>
                  </a:lnTo>
                  <a:lnTo>
                    <a:pt x="1978008" y="1651523"/>
                  </a:lnTo>
                  <a:lnTo>
                    <a:pt x="1977944" y="1651606"/>
                  </a:lnTo>
                  <a:lnTo>
                    <a:pt x="1977814" y="1651789"/>
                  </a:lnTo>
                  <a:lnTo>
                    <a:pt x="1977794" y="1651829"/>
                  </a:lnTo>
                  <a:lnTo>
                    <a:pt x="1977681" y="1651977"/>
                  </a:lnTo>
                  <a:lnTo>
                    <a:pt x="1977624" y="1652069"/>
                  </a:lnTo>
                  <a:lnTo>
                    <a:pt x="1977531" y="1652219"/>
                  </a:lnTo>
                  <a:lnTo>
                    <a:pt x="1977401" y="1652376"/>
                  </a:lnTo>
                  <a:lnTo>
                    <a:pt x="1977333" y="1652440"/>
                  </a:lnTo>
                  <a:lnTo>
                    <a:pt x="1977138" y="1652432"/>
                  </a:lnTo>
                  <a:lnTo>
                    <a:pt x="1977035" y="1652405"/>
                  </a:lnTo>
                  <a:lnTo>
                    <a:pt x="1976950" y="1652355"/>
                  </a:lnTo>
                  <a:lnTo>
                    <a:pt x="1976945" y="1652339"/>
                  </a:lnTo>
                  <a:lnTo>
                    <a:pt x="1976952" y="1652293"/>
                  </a:lnTo>
                  <a:lnTo>
                    <a:pt x="1976948" y="1652242"/>
                  </a:lnTo>
                  <a:lnTo>
                    <a:pt x="1976942" y="1652234"/>
                  </a:lnTo>
                  <a:lnTo>
                    <a:pt x="1976442" y="1652015"/>
                  </a:lnTo>
                  <a:lnTo>
                    <a:pt x="1976147" y="1651928"/>
                  </a:lnTo>
                  <a:lnTo>
                    <a:pt x="1975782" y="1651854"/>
                  </a:lnTo>
                  <a:lnTo>
                    <a:pt x="1975415" y="1651801"/>
                  </a:lnTo>
                  <a:lnTo>
                    <a:pt x="1975325" y="1651797"/>
                  </a:lnTo>
                  <a:lnTo>
                    <a:pt x="1975286" y="1651796"/>
                  </a:lnTo>
                  <a:lnTo>
                    <a:pt x="1975246" y="1651794"/>
                  </a:lnTo>
                  <a:lnTo>
                    <a:pt x="1975220" y="1651793"/>
                  </a:lnTo>
                  <a:lnTo>
                    <a:pt x="1975201" y="1651791"/>
                  </a:lnTo>
                  <a:lnTo>
                    <a:pt x="1975150" y="1651791"/>
                  </a:lnTo>
                  <a:lnTo>
                    <a:pt x="1975127" y="1651797"/>
                  </a:lnTo>
                  <a:lnTo>
                    <a:pt x="1975123" y="1651802"/>
                  </a:lnTo>
                  <a:lnTo>
                    <a:pt x="1975120" y="1651812"/>
                  </a:lnTo>
                  <a:lnTo>
                    <a:pt x="1975116" y="1651815"/>
                  </a:lnTo>
                  <a:lnTo>
                    <a:pt x="1975048" y="1651823"/>
                  </a:lnTo>
                  <a:lnTo>
                    <a:pt x="1974987" y="1651829"/>
                  </a:lnTo>
                  <a:lnTo>
                    <a:pt x="1974908" y="1651841"/>
                  </a:lnTo>
                  <a:lnTo>
                    <a:pt x="1974896" y="1651842"/>
                  </a:lnTo>
                  <a:lnTo>
                    <a:pt x="1974808" y="1651852"/>
                  </a:lnTo>
                  <a:lnTo>
                    <a:pt x="1974786" y="1651855"/>
                  </a:lnTo>
                  <a:lnTo>
                    <a:pt x="1974566" y="1651893"/>
                  </a:lnTo>
                  <a:lnTo>
                    <a:pt x="1974490" y="1651920"/>
                  </a:lnTo>
                  <a:lnTo>
                    <a:pt x="1974443" y="1651938"/>
                  </a:lnTo>
                  <a:lnTo>
                    <a:pt x="1974372" y="1651963"/>
                  </a:lnTo>
                  <a:lnTo>
                    <a:pt x="1974326" y="1651976"/>
                  </a:lnTo>
                  <a:lnTo>
                    <a:pt x="1974271" y="1651998"/>
                  </a:lnTo>
                  <a:lnTo>
                    <a:pt x="1974122" y="1652058"/>
                  </a:lnTo>
                  <a:lnTo>
                    <a:pt x="1974002" y="1652112"/>
                  </a:lnTo>
                  <a:lnTo>
                    <a:pt x="1973618" y="1652335"/>
                  </a:lnTo>
                  <a:lnTo>
                    <a:pt x="1973604" y="1652342"/>
                  </a:lnTo>
                  <a:lnTo>
                    <a:pt x="1973451" y="1652482"/>
                  </a:lnTo>
                  <a:lnTo>
                    <a:pt x="1973391" y="1652594"/>
                  </a:lnTo>
                  <a:lnTo>
                    <a:pt x="1973371" y="1652707"/>
                  </a:lnTo>
                  <a:lnTo>
                    <a:pt x="1973374" y="1652743"/>
                  </a:lnTo>
                  <a:lnTo>
                    <a:pt x="1973380" y="1652900"/>
                  </a:lnTo>
                  <a:lnTo>
                    <a:pt x="1973255" y="1653069"/>
                  </a:lnTo>
                  <a:lnTo>
                    <a:pt x="1973184" y="1653129"/>
                  </a:lnTo>
                  <a:lnTo>
                    <a:pt x="1973132" y="1653174"/>
                  </a:lnTo>
                  <a:lnTo>
                    <a:pt x="1973065" y="1653184"/>
                  </a:lnTo>
                  <a:lnTo>
                    <a:pt x="1973056" y="1653193"/>
                  </a:lnTo>
                  <a:lnTo>
                    <a:pt x="1973040" y="1653232"/>
                  </a:lnTo>
                  <a:lnTo>
                    <a:pt x="1972994" y="1653393"/>
                  </a:lnTo>
                  <a:lnTo>
                    <a:pt x="1972996" y="1653419"/>
                  </a:lnTo>
                  <a:lnTo>
                    <a:pt x="1973107" y="1653629"/>
                  </a:lnTo>
                  <a:lnTo>
                    <a:pt x="1973230" y="1653852"/>
                  </a:lnTo>
                  <a:lnTo>
                    <a:pt x="1973635" y="1654028"/>
                  </a:lnTo>
                  <a:lnTo>
                    <a:pt x="1973652" y="1654009"/>
                  </a:lnTo>
                  <a:lnTo>
                    <a:pt x="1973693" y="1653989"/>
                  </a:lnTo>
                  <a:lnTo>
                    <a:pt x="1973837" y="1653926"/>
                  </a:lnTo>
                  <a:lnTo>
                    <a:pt x="1973856" y="1653926"/>
                  </a:lnTo>
                  <a:lnTo>
                    <a:pt x="1973890" y="1653940"/>
                  </a:lnTo>
                  <a:lnTo>
                    <a:pt x="1974054" y="1654135"/>
                  </a:lnTo>
                  <a:lnTo>
                    <a:pt x="1974087" y="1654175"/>
                  </a:lnTo>
                  <a:lnTo>
                    <a:pt x="1974110" y="1654238"/>
                  </a:lnTo>
                  <a:lnTo>
                    <a:pt x="1974166" y="1654475"/>
                  </a:lnTo>
                  <a:lnTo>
                    <a:pt x="1974168" y="1654529"/>
                  </a:lnTo>
                  <a:lnTo>
                    <a:pt x="1973923" y="1654769"/>
                  </a:lnTo>
                  <a:lnTo>
                    <a:pt x="1973686" y="1654825"/>
                  </a:lnTo>
                  <a:lnTo>
                    <a:pt x="1973347" y="1654771"/>
                  </a:lnTo>
                  <a:lnTo>
                    <a:pt x="1973323" y="1654742"/>
                  </a:lnTo>
                  <a:lnTo>
                    <a:pt x="1973366" y="1654684"/>
                  </a:lnTo>
                  <a:lnTo>
                    <a:pt x="1973431" y="1654666"/>
                  </a:lnTo>
                  <a:lnTo>
                    <a:pt x="1973453" y="1654649"/>
                  </a:lnTo>
                  <a:lnTo>
                    <a:pt x="1973533" y="1654577"/>
                  </a:lnTo>
                  <a:lnTo>
                    <a:pt x="1973479" y="1654471"/>
                  </a:lnTo>
                  <a:lnTo>
                    <a:pt x="1973351" y="1654361"/>
                  </a:lnTo>
                  <a:lnTo>
                    <a:pt x="1973307" y="1654333"/>
                  </a:lnTo>
                  <a:lnTo>
                    <a:pt x="1973221" y="1654298"/>
                  </a:lnTo>
                  <a:lnTo>
                    <a:pt x="1973096" y="1654280"/>
                  </a:lnTo>
                  <a:lnTo>
                    <a:pt x="1972958" y="1654294"/>
                  </a:lnTo>
                  <a:lnTo>
                    <a:pt x="1972786" y="1654185"/>
                  </a:lnTo>
                  <a:lnTo>
                    <a:pt x="1972630" y="1654034"/>
                  </a:lnTo>
                  <a:lnTo>
                    <a:pt x="1972595" y="1653996"/>
                  </a:lnTo>
                  <a:lnTo>
                    <a:pt x="1972529" y="1653890"/>
                  </a:lnTo>
                  <a:lnTo>
                    <a:pt x="1972494" y="1653830"/>
                  </a:lnTo>
                  <a:lnTo>
                    <a:pt x="1972489" y="1653818"/>
                  </a:lnTo>
                  <a:lnTo>
                    <a:pt x="1972454" y="1653544"/>
                  </a:lnTo>
                  <a:lnTo>
                    <a:pt x="1972443" y="1653418"/>
                  </a:lnTo>
                  <a:lnTo>
                    <a:pt x="1972475" y="1653381"/>
                  </a:lnTo>
                  <a:lnTo>
                    <a:pt x="1972541" y="1653349"/>
                  </a:lnTo>
                  <a:lnTo>
                    <a:pt x="1972576" y="1653353"/>
                  </a:lnTo>
                  <a:lnTo>
                    <a:pt x="1972639" y="1653390"/>
                  </a:lnTo>
                  <a:lnTo>
                    <a:pt x="1972676" y="1653393"/>
                  </a:lnTo>
                  <a:lnTo>
                    <a:pt x="1972699" y="1653386"/>
                  </a:lnTo>
                  <a:lnTo>
                    <a:pt x="1972710" y="1653380"/>
                  </a:lnTo>
                  <a:lnTo>
                    <a:pt x="1972833" y="1653257"/>
                  </a:lnTo>
                  <a:lnTo>
                    <a:pt x="1972830" y="1653231"/>
                  </a:lnTo>
                  <a:lnTo>
                    <a:pt x="1972798" y="1653184"/>
                  </a:lnTo>
                  <a:lnTo>
                    <a:pt x="1972464" y="1653019"/>
                  </a:lnTo>
                  <a:lnTo>
                    <a:pt x="1972232" y="1652944"/>
                  </a:lnTo>
                  <a:lnTo>
                    <a:pt x="1972011" y="1652933"/>
                  </a:lnTo>
                  <a:lnTo>
                    <a:pt x="1971856" y="1652940"/>
                  </a:lnTo>
                  <a:lnTo>
                    <a:pt x="1971615" y="1652984"/>
                  </a:lnTo>
                  <a:lnTo>
                    <a:pt x="1971235" y="1653053"/>
                  </a:lnTo>
                  <a:lnTo>
                    <a:pt x="1971035" y="1653103"/>
                  </a:lnTo>
                  <a:lnTo>
                    <a:pt x="1970751" y="1653192"/>
                  </a:lnTo>
                  <a:lnTo>
                    <a:pt x="1970688" y="1653223"/>
                  </a:lnTo>
                  <a:lnTo>
                    <a:pt x="1970341" y="1653452"/>
                  </a:lnTo>
                  <a:lnTo>
                    <a:pt x="1970026" y="1653682"/>
                  </a:lnTo>
                  <a:lnTo>
                    <a:pt x="1969948" y="1653711"/>
                  </a:lnTo>
                  <a:lnTo>
                    <a:pt x="1969800" y="1653741"/>
                  </a:lnTo>
                  <a:lnTo>
                    <a:pt x="1969710" y="1653728"/>
                  </a:lnTo>
                  <a:lnTo>
                    <a:pt x="1969577" y="1653713"/>
                  </a:lnTo>
                  <a:lnTo>
                    <a:pt x="1969298" y="1653712"/>
                  </a:lnTo>
                  <a:lnTo>
                    <a:pt x="1969228" y="1653716"/>
                  </a:lnTo>
                  <a:lnTo>
                    <a:pt x="1969070" y="1653724"/>
                  </a:lnTo>
                  <a:lnTo>
                    <a:pt x="1968869" y="1653759"/>
                  </a:lnTo>
                  <a:lnTo>
                    <a:pt x="1968553" y="1653863"/>
                  </a:lnTo>
                  <a:lnTo>
                    <a:pt x="1968117" y="1654059"/>
                  </a:lnTo>
                  <a:lnTo>
                    <a:pt x="1967815" y="1654211"/>
                  </a:lnTo>
                  <a:lnTo>
                    <a:pt x="1967743" y="1654214"/>
                  </a:lnTo>
                  <a:lnTo>
                    <a:pt x="1967715" y="1654202"/>
                  </a:lnTo>
                  <a:lnTo>
                    <a:pt x="1967747" y="1654151"/>
                  </a:lnTo>
                  <a:lnTo>
                    <a:pt x="1967671" y="1653934"/>
                  </a:lnTo>
                  <a:lnTo>
                    <a:pt x="1967600" y="1653828"/>
                  </a:lnTo>
                  <a:lnTo>
                    <a:pt x="1967558" y="1653768"/>
                  </a:lnTo>
                  <a:lnTo>
                    <a:pt x="1967553" y="1653770"/>
                  </a:lnTo>
                  <a:lnTo>
                    <a:pt x="1967528" y="1653778"/>
                  </a:lnTo>
                  <a:lnTo>
                    <a:pt x="1967491" y="1653790"/>
                  </a:lnTo>
                  <a:lnTo>
                    <a:pt x="1967532" y="1653904"/>
                  </a:lnTo>
                  <a:lnTo>
                    <a:pt x="1967533" y="1653973"/>
                  </a:lnTo>
                  <a:lnTo>
                    <a:pt x="1967551" y="1654028"/>
                  </a:lnTo>
                  <a:lnTo>
                    <a:pt x="1967575" y="1654056"/>
                  </a:lnTo>
                  <a:lnTo>
                    <a:pt x="1967582" y="1654068"/>
                  </a:lnTo>
                  <a:lnTo>
                    <a:pt x="1967576" y="1654090"/>
                  </a:lnTo>
                  <a:lnTo>
                    <a:pt x="1967539" y="1654118"/>
                  </a:lnTo>
                  <a:lnTo>
                    <a:pt x="1967502" y="1654103"/>
                  </a:lnTo>
                  <a:lnTo>
                    <a:pt x="1967407" y="1654197"/>
                  </a:lnTo>
                  <a:lnTo>
                    <a:pt x="1967369" y="1654244"/>
                  </a:lnTo>
                  <a:lnTo>
                    <a:pt x="1967335" y="1654344"/>
                  </a:lnTo>
                  <a:lnTo>
                    <a:pt x="1967306" y="1654413"/>
                  </a:lnTo>
                  <a:lnTo>
                    <a:pt x="1967298" y="1654450"/>
                  </a:lnTo>
                  <a:lnTo>
                    <a:pt x="1967214" y="1654849"/>
                  </a:lnTo>
                  <a:lnTo>
                    <a:pt x="1967211" y="1654898"/>
                  </a:lnTo>
                  <a:lnTo>
                    <a:pt x="1967223" y="1654986"/>
                  </a:lnTo>
                  <a:lnTo>
                    <a:pt x="1967262" y="1655376"/>
                  </a:lnTo>
                  <a:lnTo>
                    <a:pt x="1967227" y="1655659"/>
                  </a:lnTo>
                  <a:lnTo>
                    <a:pt x="1967258" y="1655946"/>
                  </a:lnTo>
                  <a:lnTo>
                    <a:pt x="1967304" y="1656126"/>
                  </a:lnTo>
                  <a:lnTo>
                    <a:pt x="1967344" y="1656200"/>
                  </a:lnTo>
                  <a:lnTo>
                    <a:pt x="1967342" y="1656214"/>
                  </a:lnTo>
                  <a:lnTo>
                    <a:pt x="1967326" y="1656231"/>
                  </a:lnTo>
                  <a:lnTo>
                    <a:pt x="1967015" y="1656342"/>
                  </a:lnTo>
                  <a:lnTo>
                    <a:pt x="1966966" y="1656350"/>
                  </a:lnTo>
                  <a:lnTo>
                    <a:pt x="1966501" y="1656424"/>
                  </a:lnTo>
                  <a:lnTo>
                    <a:pt x="1966337" y="1656574"/>
                  </a:lnTo>
                  <a:lnTo>
                    <a:pt x="1966142" y="1656779"/>
                  </a:lnTo>
                  <a:lnTo>
                    <a:pt x="1966035" y="1656940"/>
                  </a:lnTo>
                  <a:lnTo>
                    <a:pt x="1965962" y="1657176"/>
                  </a:lnTo>
                  <a:lnTo>
                    <a:pt x="1965941" y="1657284"/>
                  </a:lnTo>
                  <a:lnTo>
                    <a:pt x="1965915" y="1657457"/>
                  </a:lnTo>
                  <a:lnTo>
                    <a:pt x="1965920" y="1657492"/>
                  </a:lnTo>
                  <a:lnTo>
                    <a:pt x="1966030" y="1657586"/>
                  </a:lnTo>
                  <a:lnTo>
                    <a:pt x="1966257" y="1657674"/>
                  </a:lnTo>
                  <a:lnTo>
                    <a:pt x="1966474" y="1657720"/>
                  </a:lnTo>
                  <a:lnTo>
                    <a:pt x="1966509" y="1657736"/>
                  </a:lnTo>
                  <a:lnTo>
                    <a:pt x="1966585" y="1657803"/>
                  </a:lnTo>
                  <a:lnTo>
                    <a:pt x="1966600" y="1657831"/>
                  </a:lnTo>
                  <a:lnTo>
                    <a:pt x="1966732" y="1658136"/>
                  </a:lnTo>
                  <a:lnTo>
                    <a:pt x="1966660" y="1658232"/>
                  </a:lnTo>
                  <a:lnTo>
                    <a:pt x="1966594" y="1658298"/>
                  </a:lnTo>
                  <a:lnTo>
                    <a:pt x="1966546" y="1658368"/>
                  </a:lnTo>
                  <a:lnTo>
                    <a:pt x="1966502" y="1658497"/>
                  </a:lnTo>
                  <a:lnTo>
                    <a:pt x="1966501" y="1658615"/>
                  </a:lnTo>
                  <a:lnTo>
                    <a:pt x="1966495" y="1658641"/>
                  </a:lnTo>
                  <a:lnTo>
                    <a:pt x="1966472" y="1658681"/>
                  </a:lnTo>
                  <a:lnTo>
                    <a:pt x="1966449" y="1658688"/>
                  </a:lnTo>
                  <a:lnTo>
                    <a:pt x="1966277" y="1658721"/>
                  </a:lnTo>
                  <a:lnTo>
                    <a:pt x="1966238" y="1658720"/>
                  </a:lnTo>
                  <a:lnTo>
                    <a:pt x="1966163" y="1658713"/>
                  </a:lnTo>
                  <a:lnTo>
                    <a:pt x="1966155" y="1658713"/>
                  </a:lnTo>
                  <a:lnTo>
                    <a:pt x="1966134" y="1658711"/>
                  </a:lnTo>
                  <a:lnTo>
                    <a:pt x="1965865" y="1658723"/>
                  </a:lnTo>
                  <a:lnTo>
                    <a:pt x="1965415" y="1658716"/>
                  </a:lnTo>
                  <a:lnTo>
                    <a:pt x="1965378" y="1658726"/>
                  </a:lnTo>
                  <a:lnTo>
                    <a:pt x="1965257" y="1658810"/>
                  </a:lnTo>
                  <a:lnTo>
                    <a:pt x="1965047" y="1658984"/>
                  </a:lnTo>
                  <a:lnTo>
                    <a:pt x="1964597" y="1659367"/>
                  </a:lnTo>
                  <a:lnTo>
                    <a:pt x="1964546" y="1659429"/>
                  </a:lnTo>
                  <a:lnTo>
                    <a:pt x="1964502" y="1659513"/>
                  </a:lnTo>
                  <a:lnTo>
                    <a:pt x="1964169" y="1659666"/>
                  </a:lnTo>
                  <a:lnTo>
                    <a:pt x="1964104" y="1659671"/>
                  </a:lnTo>
                  <a:lnTo>
                    <a:pt x="1964039" y="1659669"/>
                  </a:lnTo>
                  <a:lnTo>
                    <a:pt x="1963997" y="1659629"/>
                  </a:lnTo>
                  <a:lnTo>
                    <a:pt x="1964008" y="1659581"/>
                  </a:lnTo>
                  <a:lnTo>
                    <a:pt x="1964047" y="1659521"/>
                  </a:lnTo>
                  <a:lnTo>
                    <a:pt x="1964048" y="1659496"/>
                  </a:lnTo>
                  <a:lnTo>
                    <a:pt x="1964033" y="1659368"/>
                  </a:lnTo>
                  <a:lnTo>
                    <a:pt x="1964007" y="1659319"/>
                  </a:lnTo>
                  <a:lnTo>
                    <a:pt x="1963939" y="1659268"/>
                  </a:lnTo>
                  <a:lnTo>
                    <a:pt x="1963646" y="1659132"/>
                  </a:lnTo>
                  <a:lnTo>
                    <a:pt x="1963617" y="1659118"/>
                  </a:lnTo>
                  <a:lnTo>
                    <a:pt x="1963521" y="1659143"/>
                  </a:lnTo>
                  <a:lnTo>
                    <a:pt x="1963432" y="1659189"/>
                  </a:lnTo>
                  <a:lnTo>
                    <a:pt x="1963370" y="1659202"/>
                  </a:lnTo>
                  <a:lnTo>
                    <a:pt x="1963232" y="1659202"/>
                  </a:lnTo>
                  <a:lnTo>
                    <a:pt x="1963184" y="1659188"/>
                  </a:lnTo>
                  <a:lnTo>
                    <a:pt x="1962868" y="1658642"/>
                  </a:lnTo>
                  <a:lnTo>
                    <a:pt x="1962857" y="1658617"/>
                  </a:lnTo>
                  <a:lnTo>
                    <a:pt x="1962827" y="1658389"/>
                  </a:lnTo>
                  <a:lnTo>
                    <a:pt x="1962835" y="1657979"/>
                  </a:lnTo>
                  <a:lnTo>
                    <a:pt x="1962837" y="1657948"/>
                  </a:lnTo>
                  <a:lnTo>
                    <a:pt x="1962922" y="1657633"/>
                  </a:lnTo>
                  <a:lnTo>
                    <a:pt x="1963004" y="1657394"/>
                  </a:lnTo>
                  <a:lnTo>
                    <a:pt x="1962975" y="1657069"/>
                  </a:lnTo>
                  <a:lnTo>
                    <a:pt x="1962953" y="1656997"/>
                  </a:lnTo>
                  <a:lnTo>
                    <a:pt x="1962938" y="1656946"/>
                  </a:lnTo>
                  <a:lnTo>
                    <a:pt x="1962915" y="1656868"/>
                  </a:lnTo>
                  <a:lnTo>
                    <a:pt x="1962819" y="1656804"/>
                  </a:lnTo>
                  <a:lnTo>
                    <a:pt x="1962236" y="1656374"/>
                  </a:lnTo>
                  <a:lnTo>
                    <a:pt x="1962193" y="1656306"/>
                  </a:lnTo>
                  <a:lnTo>
                    <a:pt x="1962178" y="1656271"/>
                  </a:lnTo>
                  <a:lnTo>
                    <a:pt x="1962109" y="1656245"/>
                  </a:lnTo>
                  <a:lnTo>
                    <a:pt x="1962054" y="1656236"/>
                  </a:lnTo>
                  <a:lnTo>
                    <a:pt x="1962006" y="1656228"/>
                  </a:lnTo>
                  <a:lnTo>
                    <a:pt x="1961659" y="1656195"/>
                  </a:lnTo>
                  <a:lnTo>
                    <a:pt x="1961547" y="1656228"/>
                  </a:lnTo>
                  <a:lnTo>
                    <a:pt x="1961518" y="1656279"/>
                  </a:lnTo>
                  <a:lnTo>
                    <a:pt x="1961429" y="1656325"/>
                  </a:lnTo>
                  <a:lnTo>
                    <a:pt x="1961298" y="1656345"/>
                  </a:lnTo>
                  <a:lnTo>
                    <a:pt x="1960750" y="1656389"/>
                  </a:lnTo>
                  <a:lnTo>
                    <a:pt x="1960649" y="1656396"/>
                  </a:lnTo>
                  <a:lnTo>
                    <a:pt x="1960407" y="1656238"/>
                  </a:lnTo>
                  <a:lnTo>
                    <a:pt x="1960094" y="1656009"/>
                  </a:lnTo>
                  <a:lnTo>
                    <a:pt x="1959923" y="1655707"/>
                  </a:lnTo>
                  <a:lnTo>
                    <a:pt x="1959911" y="1655670"/>
                  </a:lnTo>
                  <a:lnTo>
                    <a:pt x="1959818" y="1655599"/>
                  </a:lnTo>
                  <a:lnTo>
                    <a:pt x="1959813" y="1655601"/>
                  </a:lnTo>
                  <a:lnTo>
                    <a:pt x="1959791" y="1655600"/>
                  </a:lnTo>
                  <a:lnTo>
                    <a:pt x="1959561" y="1655406"/>
                  </a:lnTo>
                  <a:lnTo>
                    <a:pt x="1959556" y="1655403"/>
                  </a:lnTo>
                  <a:lnTo>
                    <a:pt x="1959551" y="1655402"/>
                  </a:lnTo>
                  <a:lnTo>
                    <a:pt x="1959546" y="1655402"/>
                  </a:lnTo>
                  <a:lnTo>
                    <a:pt x="1959540" y="1655403"/>
                  </a:lnTo>
                  <a:lnTo>
                    <a:pt x="1959534" y="1655407"/>
                  </a:lnTo>
                  <a:lnTo>
                    <a:pt x="1959530" y="1655411"/>
                  </a:lnTo>
                  <a:lnTo>
                    <a:pt x="1959527" y="1655416"/>
                  </a:lnTo>
                  <a:lnTo>
                    <a:pt x="1959525" y="1655422"/>
                  </a:lnTo>
                  <a:lnTo>
                    <a:pt x="1959521" y="1655474"/>
                  </a:lnTo>
                  <a:lnTo>
                    <a:pt x="1959517" y="1655503"/>
                  </a:lnTo>
                  <a:lnTo>
                    <a:pt x="1959479" y="1655698"/>
                  </a:lnTo>
                  <a:lnTo>
                    <a:pt x="1959450" y="1655749"/>
                  </a:lnTo>
                  <a:lnTo>
                    <a:pt x="1959415" y="1655797"/>
                  </a:lnTo>
                  <a:lnTo>
                    <a:pt x="1959333" y="1655822"/>
                  </a:lnTo>
                  <a:lnTo>
                    <a:pt x="1959082" y="1655847"/>
                  </a:lnTo>
                  <a:lnTo>
                    <a:pt x="1959018" y="1655850"/>
                  </a:lnTo>
                  <a:lnTo>
                    <a:pt x="1958971" y="1655866"/>
                  </a:lnTo>
                  <a:lnTo>
                    <a:pt x="1958924" y="1655881"/>
                  </a:lnTo>
                  <a:lnTo>
                    <a:pt x="1959229" y="1656223"/>
                  </a:lnTo>
                  <a:lnTo>
                    <a:pt x="1959475" y="1656436"/>
                  </a:lnTo>
                  <a:lnTo>
                    <a:pt x="1959729" y="1656633"/>
                  </a:lnTo>
                  <a:lnTo>
                    <a:pt x="1959756" y="1656656"/>
                  </a:lnTo>
                  <a:lnTo>
                    <a:pt x="1959759" y="1656669"/>
                  </a:lnTo>
                  <a:lnTo>
                    <a:pt x="1959772" y="1656762"/>
                  </a:lnTo>
                  <a:lnTo>
                    <a:pt x="1959741" y="1657016"/>
                  </a:lnTo>
                  <a:lnTo>
                    <a:pt x="1959681" y="1657149"/>
                  </a:lnTo>
                  <a:lnTo>
                    <a:pt x="1959632" y="1657195"/>
                  </a:lnTo>
                  <a:lnTo>
                    <a:pt x="1959559" y="1657235"/>
                  </a:lnTo>
                  <a:lnTo>
                    <a:pt x="1959553" y="1657256"/>
                  </a:lnTo>
                  <a:lnTo>
                    <a:pt x="1959433" y="1657461"/>
                  </a:lnTo>
                  <a:lnTo>
                    <a:pt x="1959421" y="1657501"/>
                  </a:lnTo>
                  <a:lnTo>
                    <a:pt x="1959426" y="1657529"/>
                  </a:lnTo>
                  <a:lnTo>
                    <a:pt x="1959433" y="1657530"/>
                  </a:lnTo>
                  <a:lnTo>
                    <a:pt x="1959439" y="1657529"/>
                  </a:lnTo>
                  <a:lnTo>
                    <a:pt x="1959446" y="1657525"/>
                  </a:lnTo>
                  <a:lnTo>
                    <a:pt x="1959793" y="1657475"/>
                  </a:lnTo>
                  <a:lnTo>
                    <a:pt x="1959882" y="1657513"/>
                  </a:lnTo>
                  <a:lnTo>
                    <a:pt x="1959893" y="1657522"/>
                  </a:lnTo>
                  <a:lnTo>
                    <a:pt x="1959960" y="1657596"/>
                  </a:lnTo>
                  <a:lnTo>
                    <a:pt x="1960110" y="1657762"/>
                  </a:lnTo>
                  <a:lnTo>
                    <a:pt x="1960218" y="1657947"/>
                  </a:lnTo>
                  <a:lnTo>
                    <a:pt x="1960230" y="1657970"/>
                  </a:lnTo>
                  <a:lnTo>
                    <a:pt x="1960564" y="1658037"/>
                  </a:lnTo>
                  <a:lnTo>
                    <a:pt x="1960806" y="1657986"/>
                  </a:lnTo>
                  <a:lnTo>
                    <a:pt x="1961017" y="1657835"/>
                  </a:lnTo>
                  <a:lnTo>
                    <a:pt x="1961170" y="1657719"/>
                  </a:lnTo>
                  <a:lnTo>
                    <a:pt x="1961252" y="1657685"/>
                  </a:lnTo>
                  <a:lnTo>
                    <a:pt x="1961306" y="1657709"/>
                  </a:lnTo>
                  <a:lnTo>
                    <a:pt x="1961370" y="1657747"/>
                  </a:lnTo>
                  <a:lnTo>
                    <a:pt x="1961422" y="1657790"/>
                  </a:lnTo>
                  <a:lnTo>
                    <a:pt x="1961482" y="1657890"/>
                  </a:lnTo>
                  <a:lnTo>
                    <a:pt x="1961479" y="1657953"/>
                  </a:lnTo>
                  <a:lnTo>
                    <a:pt x="1961487" y="1657991"/>
                  </a:lnTo>
                  <a:lnTo>
                    <a:pt x="1961690" y="1658211"/>
                  </a:lnTo>
                  <a:lnTo>
                    <a:pt x="1961872" y="1658304"/>
                  </a:lnTo>
                  <a:lnTo>
                    <a:pt x="1961981" y="1658316"/>
                  </a:lnTo>
                  <a:lnTo>
                    <a:pt x="1962037" y="1658337"/>
                  </a:lnTo>
                  <a:lnTo>
                    <a:pt x="1962081" y="1658370"/>
                  </a:lnTo>
                  <a:lnTo>
                    <a:pt x="1962403" y="1658613"/>
                  </a:lnTo>
                  <a:lnTo>
                    <a:pt x="1962827" y="1658885"/>
                  </a:lnTo>
                  <a:lnTo>
                    <a:pt x="1962876" y="1658923"/>
                  </a:lnTo>
                  <a:lnTo>
                    <a:pt x="1962876" y="1658948"/>
                  </a:lnTo>
                  <a:lnTo>
                    <a:pt x="1962869" y="1659095"/>
                  </a:lnTo>
                  <a:lnTo>
                    <a:pt x="1962874" y="1659117"/>
                  </a:lnTo>
                  <a:lnTo>
                    <a:pt x="1962901" y="1659175"/>
                  </a:lnTo>
                  <a:lnTo>
                    <a:pt x="1962941" y="1659225"/>
                  </a:lnTo>
                  <a:lnTo>
                    <a:pt x="1963011" y="1659293"/>
                  </a:lnTo>
                  <a:lnTo>
                    <a:pt x="1963284" y="1659385"/>
                  </a:lnTo>
                  <a:lnTo>
                    <a:pt x="1963435" y="1659369"/>
                  </a:lnTo>
                  <a:lnTo>
                    <a:pt x="1963564" y="1659406"/>
                  </a:lnTo>
                  <a:lnTo>
                    <a:pt x="1963545" y="1659720"/>
                  </a:lnTo>
                  <a:lnTo>
                    <a:pt x="1963544" y="1659734"/>
                  </a:lnTo>
                  <a:lnTo>
                    <a:pt x="1963631" y="1659938"/>
                  </a:lnTo>
                  <a:lnTo>
                    <a:pt x="1963709" y="1660161"/>
                  </a:lnTo>
                  <a:lnTo>
                    <a:pt x="1963707" y="1660181"/>
                  </a:lnTo>
                  <a:lnTo>
                    <a:pt x="1963450" y="1660356"/>
                  </a:lnTo>
                  <a:lnTo>
                    <a:pt x="1963059" y="1660643"/>
                  </a:lnTo>
                  <a:lnTo>
                    <a:pt x="1962313" y="1661310"/>
                  </a:lnTo>
                  <a:lnTo>
                    <a:pt x="1962121" y="1661548"/>
                  </a:lnTo>
                  <a:lnTo>
                    <a:pt x="1961701" y="1662070"/>
                  </a:lnTo>
                  <a:lnTo>
                    <a:pt x="1961572" y="1662288"/>
                  </a:lnTo>
                  <a:lnTo>
                    <a:pt x="1961457" y="1662513"/>
                  </a:lnTo>
                  <a:lnTo>
                    <a:pt x="1961307" y="1662830"/>
                  </a:lnTo>
                  <a:lnTo>
                    <a:pt x="1961157" y="1663109"/>
                  </a:lnTo>
                  <a:lnTo>
                    <a:pt x="1961067" y="1663244"/>
                  </a:lnTo>
                  <a:lnTo>
                    <a:pt x="1960910" y="1663530"/>
                  </a:lnTo>
                  <a:lnTo>
                    <a:pt x="1960718" y="1663903"/>
                  </a:lnTo>
                  <a:lnTo>
                    <a:pt x="1960667" y="1664036"/>
                  </a:lnTo>
                  <a:lnTo>
                    <a:pt x="1960574" y="1664346"/>
                  </a:lnTo>
                  <a:lnTo>
                    <a:pt x="1960522" y="1664606"/>
                  </a:lnTo>
                  <a:lnTo>
                    <a:pt x="1960468" y="1664934"/>
                  </a:lnTo>
                  <a:lnTo>
                    <a:pt x="1960452" y="1665182"/>
                  </a:lnTo>
                  <a:lnTo>
                    <a:pt x="1960482" y="1665601"/>
                  </a:lnTo>
                  <a:lnTo>
                    <a:pt x="1960500" y="1665656"/>
                  </a:lnTo>
                  <a:lnTo>
                    <a:pt x="1960554" y="1665744"/>
                  </a:lnTo>
                  <a:lnTo>
                    <a:pt x="1960578" y="1665745"/>
                  </a:lnTo>
                  <a:lnTo>
                    <a:pt x="1961024" y="1665919"/>
                  </a:lnTo>
                  <a:lnTo>
                    <a:pt x="1961109" y="1666066"/>
                  </a:lnTo>
                  <a:lnTo>
                    <a:pt x="1961179" y="1666159"/>
                  </a:lnTo>
                  <a:lnTo>
                    <a:pt x="1961267" y="1666261"/>
                  </a:lnTo>
                  <a:lnTo>
                    <a:pt x="1961295" y="1666322"/>
                  </a:lnTo>
                  <a:lnTo>
                    <a:pt x="1961300" y="1666358"/>
                  </a:lnTo>
                  <a:lnTo>
                    <a:pt x="1961295" y="1666479"/>
                  </a:lnTo>
                  <a:lnTo>
                    <a:pt x="1961099" y="1666767"/>
                  </a:lnTo>
                  <a:lnTo>
                    <a:pt x="1960824" y="1666972"/>
                  </a:lnTo>
                  <a:lnTo>
                    <a:pt x="1960804" y="1666984"/>
                  </a:lnTo>
                  <a:lnTo>
                    <a:pt x="1960667" y="1667015"/>
                  </a:lnTo>
                  <a:lnTo>
                    <a:pt x="1960446" y="1666921"/>
                  </a:lnTo>
                  <a:lnTo>
                    <a:pt x="1960165" y="1666834"/>
                  </a:lnTo>
                  <a:lnTo>
                    <a:pt x="1960099" y="1666849"/>
                  </a:lnTo>
                  <a:lnTo>
                    <a:pt x="1959886" y="1666992"/>
                  </a:lnTo>
                  <a:lnTo>
                    <a:pt x="1959882" y="1667004"/>
                  </a:lnTo>
                  <a:lnTo>
                    <a:pt x="1959835" y="1667153"/>
                  </a:lnTo>
                  <a:lnTo>
                    <a:pt x="1959815" y="1667240"/>
                  </a:lnTo>
                  <a:lnTo>
                    <a:pt x="1959822" y="1667278"/>
                  </a:lnTo>
                  <a:lnTo>
                    <a:pt x="1959814" y="1667307"/>
                  </a:lnTo>
                  <a:lnTo>
                    <a:pt x="1959694" y="1667412"/>
                  </a:lnTo>
                  <a:lnTo>
                    <a:pt x="1959682" y="1667406"/>
                  </a:lnTo>
                  <a:lnTo>
                    <a:pt x="1959617" y="1667367"/>
                  </a:lnTo>
                  <a:lnTo>
                    <a:pt x="1959560" y="1667279"/>
                  </a:lnTo>
                  <a:lnTo>
                    <a:pt x="1959562" y="1666906"/>
                  </a:lnTo>
                  <a:lnTo>
                    <a:pt x="1959584" y="1666821"/>
                  </a:lnTo>
                  <a:lnTo>
                    <a:pt x="1959611" y="1666796"/>
                  </a:lnTo>
                  <a:lnTo>
                    <a:pt x="1959646" y="1666789"/>
                  </a:lnTo>
                  <a:lnTo>
                    <a:pt x="1959740" y="1666803"/>
                  </a:lnTo>
                  <a:lnTo>
                    <a:pt x="1959776" y="1666792"/>
                  </a:lnTo>
                  <a:lnTo>
                    <a:pt x="1959946" y="1666649"/>
                  </a:lnTo>
                  <a:lnTo>
                    <a:pt x="1959977" y="1666590"/>
                  </a:lnTo>
                  <a:lnTo>
                    <a:pt x="1959992" y="1666503"/>
                  </a:lnTo>
                  <a:lnTo>
                    <a:pt x="1959987" y="1666444"/>
                  </a:lnTo>
                  <a:lnTo>
                    <a:pt x="1959985" y="1666437"/>
                  </a:lnTo>
                  <a:lnTo>
                    <a:pt x="1959984" y="1666430"/>
                  </a:lnTo>
                  <a:lnTo>
                    <a:pt x="1959946" y="1666284"/>
                  </a:lnTo>
                  <a:lnTo>
                    <a:pt x="1959843" y="1666126"/>
                  </a:lnTo>
                  <a:lnTo>
                    <a:pt x="1959792" y="1666075"/>
                  </a:lnTo>
                  <a:lnTo>
                    <a:pt x="1959776" y="1666042"/>
                  </a:lnTo>
                  <a:lnTo>
                    <a:pt x="1959848" y="1665946"/>
                  </a:lnTo>
                  <a:lnTo>
                    <a:pt x="1959865" y="1665937"/>
                  </a:lnTo>
                  <a:lnTo>
                    <a:pt x="1959947" y="1665822"/>
                  </a:lnTo>
                  <a:lnTo>
                    <a:pt x="1960093" y="1665615"/>
                  </a:lnTo>
                  <a:lnTo>
                    <a:pt x="1960094" y="1665564"/>
                  </a:lnTo>
                  <a:lnTo>
                    <a:pt x="1960017" y="1665332"/>
                  </a:lnTo>
                  <a:lnTo>
                    <a:pt x="1959952" y="1665182"/>
                  </a:lnTo>
                  <a:lnTo>
                    <a:pt x="1959826" y="1664999"/>
                  </a:lnTo>
                  <a:lnTo>
                    <a:pt x="1959711" y="1664878"/>
                  </a:lnTo>
                  <a:lnTo>
                    <a:pt x="1959609" y="1664794"/>
                  </a:lnTo>
                  <a:lnTo>
                    <a:pt x="1959274" y="1664579"/>
                  </a:lnTo>
                  <a:lnTo>
                    <a:pt x="1959126" y="1664513"/>
                  </a:lnTo>
                  <a:lnTo>
                    <a:pt x="1958795" y="1664386"/>
                  </a:lnTo>
                  <a:lnTo>
                    <a:pt x="1958610" y="1664330"/>
                  </a:lnTo>
                  <a:lnTo>
                    <a:pt x="1958477" y="1664302"/>
                  </a:lnTo>
                  <a:lnTo>
                    <a:pt x="1958097" y="1664262"/>
                  </a:lnTo>
                  <a:lnTo>
                    <a:pt x="1957816" y="1664258"/>
                  </a:lnTo>
                  <a:lnTo>
                    <a:pt x="1957644" y="1664255"/>
                  </a:lnTo>
                  <a:lnTo>
                    <a:pt x="1957626" y="1664255"/>
                  </a:lnTo>
                  <a:lnTo>
                    <a:pt x="1957117" y="1664318"/>
                  </a:lnTo>
                  <a:lnTo>
                    <a:pt x="1956987" y="1664341"/>
                  </a:lnTo>
                  <a:lnTo>
                    <a:pt x="1956816" y="1664384"/>
                  </a:lnTo>
                  <a:lnTo>
                    <a:pt x="1956808" y="1664393"/>
                  </a:lnTo>
                  <a:lnTo>
                    <a:pt x="1956802" y="1664400"/>
                  </a:lnTo>
                  <a:lnTo>
                    <a:pt x="1956834" y="1664473"/>
                  </a:lnTo>
                  <a:lnTo>
                    <a:pt x="1956835" y="1664578"/>
                  </a:lnTo>
                  <a:lnTo>
                    <a:pt x="1956812" y="1664651"/>
                  </a:lnTo>
                  <a:lnTo>
                    <a:pt x="1956789" y="1664672"/>
                  </a:lnTo>
                  <a:lnTo>
                    <a:pt x="1956547" y="1664615"/>
                  </a:lnTo>
                  <a:lnTo>
                    <a:pt x="1956340" y="1664688"/>
                  </a:lnTo>
                  <a:lnTo>
                    <a:pt x="1956225" y="1664743"/>
                  </a:lnTo>
                  <a:lnTo>
                    <a:pt x="1955880" y="1664875"/>
                  </a:lnTo>
                  <a:lnTo>
                    <a:pt x="1955855" y="1664882"/>
                  </a:lnTo>
                  <a:lnTo>
                    <a:pt x="1955844" y="1664871"/>
                  </a:lnTo>
                  <a:lnTo>
                    <a:pt x="1955792" y="1664821"/>
                  </a:lnTo>
                  <a:lnTo>
                    <a:pt x="1955706" y="1664674"/>
                  </a:lnTo>
                  <a:lnTo>
                    <a:pt x="1955692" y="1664542"/>
                  </a:lnTo>
                  <a:lnTo>
                    <a:pt x="1955686" y="1664534"/>
                  </a:lnTo>
                  <a:lnTo>
                    <a:pt x="1955682" y="1664528"/>
                  </a:lnTo>
                  <a:lnTo>
                    <a:pt x="1955620" y="1664501"/>
                  </a:lnTo>
                  <a:lnTo>
                    <a:pt x="1955578" y="1664493"/>
                  </a:lnTo>
                  <a:lnTo>
                    <a:pt x="1955164" y="1664418"/>
                  </a:lnTo>
                  <a:lnTo>
                    <a:pt x="1954770" y="1664514"/>
                  </a:lnTo>
                  <a:lnTo>
                    <a:pt x="1954533" y="1664598"/>
                  </a:lnTo>
                  <a:lnTo>
                    <a:pt x="1954492" y="1664621"/>
                  </a:lnTo>
                  <a:lnTo>
                    <a:pt x="1954279" y="1664569"/>
                  </a:lnTo>
                  <a:lnTo>
                    <a:pt x="1954252" y="1664552"/>
                  </a:lnTo>
                  <a:lnTo>
                    <a:pt x="1954226" y="1664546"/>
                  </a:lnTo>
                  <a:lnTo>
                    <a:pt x="1954165" y="1664547"/>
                  </a:lnTo>
                  <a:lnTo>
                    <a:pt x="1954118" y="1664556"/>
                  </a:lnTo>
                  <a:lnTo>
                    <a:pt x="1954032" y="1664596"/>
                  </a:lnTo>
                  <a:lnTo>
                    <a:pt x="1954009" y="1664611"/>
                  </a:lnTo>
                  <a:lnTo>
                    <a:pt x="1954006" y="1664621"/>
                  </a:lnTo>
                  <a:lnTo>
                    <a:pt x="1954042" y="1664700"/>
                  </a:lnTo>
                  <a:lnTo>
                    <a:pt x="1954017" y="1664748"/>
                  </a:lnTo>
                  <a:lnTo>
                    <a:pt x="1953690" y="1664988"/>
                  </a:lnTo>
                  <a:lnTo>
                    <a:pt x="1953591" y="1664993"/>
                  </a:lnTo>
                  <a:lnTo>
                    <a:pt x="1953536" y="1664978"/>
                  </a:lnTo>
                  <a:lnTo>
                    <a:pt x="1953499" y="1664956"/>
                  </a:lnTo>
                  <a:lnTo>
                    <a:pt x="1953473" y="1664890"/>
                  </a:lnTo>
                  <a:lnTo>
                    <a:pt x="1953467" y="1664801"/>
                  </a:lnTo>
                  <a:lnTo>
                    <a:pt x="1953396" y="1664468"/>
                  </a:lnTo>
                  <a:lnTo>
                    <a:pt x="1953060" y="1664355"/>
                  </a:lnTo>
                  <a:lnTo>
                    <a:pt x="1952821" y="1664195"/>
                  </a:lnTo>
                  <a:lnTo>
                    <a:pt x="1952724" y="1664119"/>
                  </a:lnTo>
                  <a:lnTo>
                    <a:pt x="1952658" y="1663976"/>
                  </a:lnTo>
                  <a:lnTo>
                    <a:pt x="1952679" y="1663925"/>
                  </a:lnTo>
                  <a:lnTo>
                    <a:pt x="1952718" y="1663877"/>
                  </a:lnTo>
                  <a:lnTo>
                    <a:pt x="1952956" y="1663622"/>
                  </a:lnTo>
                  <a:lnTo>
                    <a:pt x="1953020" y="1663391"/>
                  </a:lnTo>
                  <a:lnTo>
                    <a:pt x="1953045" y="1663145"/>
                  </a:lnTo>
                  <a:lnTo>
                    <a:pt x="1953038" y="1663084"/>
                  </a:lnTo>
                  <a:lnTo>
                    <a:pt x="1953023" y="1662938"/>
                  </a:lnTo>
                  <a:lnTo>
                    <a:pt x="1953029" y="1662843"/>
                  </a:lnTo>
                  <a:lnTo>
                    <a:pt x="1953063" y="1662681"/>
                  </a:lnTo>
                  <a:lnTo>
                    <a:pt x="1953130" y="1662574"/>
                  </a:lnTo>
                  <a:lnTo>
                    <a:pt x="1953189" y="1662481"/>
                  </a:lnTo>
                  <a:lnTo>
                    <a:pt x="1953201" y="1662456"/>
                  </a:lnTo>
                  <a:lnTo>
                    <a:pt x="1953209" y="1662354"/>
                  </a:lnTo>
                  <a:lnTo>
                    <a:pt x="1953208" y="1662255"/>
                  </a:lnTo>
                  <a:lnTo>
                    <a:pt x="1953004" y="1661959"/>
                  </a:lnTo>
                  <a:lnTo>
                    <a:pt x="1952947" y="1661905"/>
                  </a:lnTo>
                  <a:lnTo>
                    <a:pt x="1952518" y="1661567"/>
                  </a:lnTo>
                  <a:lnTo>
                    <a:pt x="1952513" y="1661381"/>
                  </a:lnTo>
                  <a:lnTo>
                    <a:pt x="1952525" y="1661222"/>
                  </a:lnTo>
                  <a:lnTo>
                    <a:pt x="1952553" y="1661179"/>
                  </a:lnTo>
                  <a:lnTo>
                    <a:pt x="1952729" y="1660838"/>
                  </a:lnTo>
                  <a:lnTo>
                    <a:pt x="1952931" y="1660345"/>
                  </a:lnTo>
                  <a:lnTo>
                    <a:pt x="1953096" y="1660167"/>
                  </a:lnTo>
                  <a:lnTo>
                    <a:pt x="1953161" y="1660097"/>
                  </a:lnTo>
                  <a:lnTo>
                    <a:pt x="1953247" y="1659991"/>
                  </a:lnTo>
                  <a:lnTo>
                    <a:pt x="1953306" y="1659898"/>
                  </a:lnTo>
                  <a:lnTo>
                    <a:pt x="1953336" y="1659836"/>
                  </a:lnTo>
                  <a:lnTo>
                    <a:pt x="1953377" y="1659701"/>
                  </a:lnTo>
                  <a:lnTo>
                    <a:pt x="1953383" y="1659578"/>
                  </a:lnTo>
                  <a:lnTo>
                    <a:pt x="1953365" y="1659471"/>
                  </a:lnTo>
                  <a:lnTo>
                    <a:pt x="1953329" y="1659352"/>
                  </a:lnTo>
                  <a:lnTo>
                    <a:pt x="1953263" y="1659221"/>
                  </a:lnTo>
                  <a:lnTo>
                    <a:pt x="1953135" y="1659017"/>
                  </a:lnTo>
                  <a:lnTo>
                    <a:pt x="1953098" y="1658958"/>
                  </a:lnTo>
                  <a:lnTo>
                    <a:pt x="1953055" y="1658914"/>
                  </a:lnTo>
                  <a:lnTo>
                    <a:pt x="1952966" y="1658873"/>
                  </a:lnTo>
                  <a:lnTo>
                    <a:pt x="1952789" y="1658595"/>
                  </a:lnTo>
                  <a:lnTo>
                    <a:pt x="1952775" y="1658539"/>
                  </a:lnTo>
                  <a:lnTo>
                    <a:pt x="1952736" y="1658274"/>
                  </a:lnTo>
                  <a:lnTo>
                    <a:pt x="1952736" y="1658250"/>
                  </a:lnTo>
                  <a:lnTo>
                    <a:pt x="1952760" y="1658210"/>
                  </a:lnTo>
                  <a:lnTo>
                    <a:pt x="1952875" y="1658121"/>
                  </a:lnTo>
                  <a:lnTo>
                    <a:pt x="1952922" y="1658061"/>
                  </a:lnTo>
                  <a:lnTo>
                    <a:pt x="1952938" y="1658006"/>
                  </a:lnTo>
                  <a:lnTo>
                    <a:pt x="1952960" y="1657910"/>
                  </a:lnTo>
                  <a:lnTo>
                    <a:pt x="1952954" y="1657835"/>
                  </a:lnTo>
                  <a:lnTo>
                    <a:pt x="1952887" y="1657727"/>
                  </a:lnTo>
                  <a:lnTo>
                    <a:pt x="1952845" y="1657365"/>
                  </a:lnTo>
                  <a:lnTo>
                    <a:pt x="1952883" y="1657078"/>
                  </a:lnTo>
                  <a:lnTo>
                    <a:pt x="1953036" y="1656704"/>
                  </a:lnTo>
                  <a:lnTo>
                    <a:pt x="1953141" y="1656568"/>
                  </a:lnTo>
                  <a:lnTo>
                    <a:pt x="1953262" y="1656448"/>
                  </a:lnTo>
                  <a:lnTo>
                    <a:pt x="1953336" y="1656383"/>
                  </a:lnTo>
                  <a:lnTo>
                    <a:pt x="1953565" y="1656095"/>
                  </a:lnTo>
                  <a:lnTo>
                    <a:pt x="1953633" y="1656024"/>
                  </a:lnTo>
                  <a:lnTo>
                    <a:pt x="1953799" y="1655896"/>
                  </a:lnTo>
                  <a:lnTo>
                    <a:pt x="1953951" y="1655828"/>
                  </a:lnTo>
                  <a:lnTo>
                    <a:pt x="1954339" y="1655723"/>
                  </a:lnTo>
                  <a:lnTo>
                    <a:pt x="1954372" y="1655722"/>
                  </a:lnTo>
                  <a:lnTo>
                    <a:pt x="1954531" y="1655751"/>
                  </a:lnTo>
                  <a:lnTo>
                    <a:pt x="1954549" y="1655744"/>
                  </a:lnTo>
                  <a:lnTo>
                    <a:pt x="1954621" y="1655690"/>
                  </a:lnTo>
                  <a:lnTo>
                    <a:pt x="1955237" y="1654984"/>
                  </a:lnTo>
                  <a:lnTo>
                    <a:pt x="1955242" y="1654969"/>
                  </a:lnTo>
                  <a:lnTo>
                    <a:pt x="1955273" y="1654941"/>
                  </a:lnTo>
                  <a:lnTo>
                    <a:pt x="1955398" y="1654886"/>
                  </a:lnTo>
                  <a:lnTo>
                    <a:pt x="1955518" y="1654883"/>
                  </a:lnTo>
                  <a:lnTo>
                    <a:pt x="1955555" y="1654893"/>
                  </a:lnTo>
                  <a:lnTo>
                    <a:pt x="1955784" y="1654925"/>
                  </a:lnTo>
                  <a:lnTo>
                    <a:pt x="1956048" y="1654884"/>
                  </a:lnTo>
                  <a:lnTo>
                    <a:pt x="1956477" y="1654667"/>
                  </a:lnTo>
                  <a:lnTo>
                    <a:pt x="1956594" y="1654589"/>
                  </a:lnTo>
                  <a:lnTo>
                    <a:pt x="1956733" y="1654444"/>
                  </a:lnTo>
                  <a:lnTo>
                    <a:pt x="1956875" y="1654221"/>
                  </a:lnTo>
                  <a:lnTo>
                    <a:pt x="1956926" y="1653991"/>
                  </a:lnTo>
                  <a:lnTo>
                    <a:pt x="1956763" y="1653897"/>
                  </a:lnTo>
                  <a:lnTo>
                    <a:pt x="1956504" y="1653682"/>
                  </a:lnTo>
                  <a:lnTo>
                    <a:pt x="1956299" y="1653437"/>
                  </a:lnTo>
                  <a:lnTo>
                    <a:pt x="1956117" y="1653252"/>
                  </a:lnTo>
                  <a:lnTo>
                    <a:pt x="1955976" y="1653115"/>
                  </a:lnTo>
                  <a:lnTo>
                    <a:pt x="1955941" y="1653081"/>
                  </a:lnTo>
                  <a:lnTo>
                    <a:pt x="1955838" y="1652672"/>
                  </a:lnTo>
                  <a:lnTo>
                    <a:pt x="1955611" y="1652584"/>
                  </a:lnTo>
                  <a:lnTo>
                    <a:pt x="1955593" y="1652550"/>
                  </a:lnTo>
                  <a:lnTo>
                    <a:pt x="1955566" y="1652401"/>
                  </a:lnTo>
                  <a:lnTo>
                    <a:pt x="1955559" y="1652316"/>
                  </a:lnTo>
                  <a:lnTo>
                    <a:pt x="1955489" y="1652168"/>
                  </a:lnTo>
                  <a:lnTo>
                    <a:pt x="1955392" y="1652171"/>
                  </a:lnTo>
                  <a:lnTo>
                    <a:pt x="1955353" y="1652199"/>
                  </a:lnTo>
                  <a:lnTo>
                    <a:pt x="1955300" y="1652287"/>
                  </a:lnTo>
                  <a:lnTo>
                    <a:pt x="1955284" y="1652289"/>
                  </a:lnTo>
                  <a:lnTo>
                    <a:pt x="1955204" y="1652215"/>
                  </a:lnTo>
                  <a:lnTo>
                    <a:pt x="1955156" y="1652133"/>
                  </a:lnTo>
                  <a:lnTo>
                    <a:pt x="1954875" y="1651646"/>
                  </a:lnTo>
                  <a:lnTo>
                    <a:pt x="1954749" y="1651573"/>
                  </a:lnTo>
                  <a:lnTo>
                    <a:pt x="1954748" y="1651579"/>
                  </a:lnTo>
                  <a:lnTo>
                    <a:pt x="1954744" y="1651606"/>
                  </a:lnTo>
                  <a:lnTo>
                    <a:pt x="1954739" y="1651635"/>
                  </a:lnTo>
                  <a:lnTo>
                    <a:pt x="1954845" y="1651890"/>
                  </a:lnTo>
                  <a:lnTo>
                    <a:pt x="1954916" y="1651879"/>
                  </a:lnTo>
                  <a:lnTo>
                    <a:pt x="1955201" y="1652439"/>
                  </a:lnTo>
                  <a:lnTo>
                    <a:pt x="1955223" y="1652546"/>
                  </a:lnTo>
                  <a:lnTo>
                    <a:pt x="1955222" y="1652560"/>
                  </a:lnTo>
                  <a:lnTo>
                    <a:pt x="1955213" y="1652584"/>
                  </a:lnTo>
                  <a:lnTo>
                    <a:pt x="1955077" y="1652724"/>
                  </a:lnTo>
                  <a:lnTo>
                    <a:pt x="1954985" y="1652767"/>
                  </a:lnTo>
                  <a:lnTo>
                    <a:pt x="1954943" y="1652767"/>
                  </a:lnTo>
                  <a:lnTo>
                    <a:pt x="1954924" y="1652739"/>
                  </a:lnTo>
                  <a:lnTo>
                    <a:pt x="1954953" y="1652694"/>
                  </a:lnTo>
                  <a:lnTo>
                    <a:pt x="1954780" y="1652213"/>
                  </a:lnTo>
                  <a:lnTo>
                    <a:pt x="1954723" y="1652108"/>
                  </a:lnTo>
                  <a:lnTo>
                    <a:pt x="1954719" y="1652101"/>
                  </a:lnTo>
                  <a:lnTo>
                    <a:pt x="1954677" y="1652043"/>
                  </a:lnTo>
                  <a:lnTo>
                    <a:pt x="1954520" y="1651945"/>
                  </a:lnTo>
                  <a:lnTo>
                    <a:pt x="1954330" y="1651905"/>
                  </a:lnTo>
                  <a:lnTo>
                    <a:pt x="1954301" y="1651957"/>
                  </a:lnTo>
                  <a:lnTo>
                    <a:pt x="1954291" y="1651975"/>
                  </a:lnTo>
                  <a:lnTo>
                    <a:pt x="1954184" y="1652161"/>
                  </a:lnTo>
                  <a:lnTo>
                    <a:pt x="1954175" y="1652192"/>
                  </a:lnTo>
                  <a:lnTo>
                    <a:pt x="1954201" y="1652323"/>
                  </a:lnTo>
                  <a:lnTo>
                    <a:pt x="1954205" y="1652340"/>
                  </a:lnTo>
                  <a:lnTo>
                    <a:pt x="1954247" y="1652340"/>
                  </a:lnTo>
                  <a:lnTo>
                    <a:pt x="1954388" y="1652288"/>
                  </a:lnTo>
                  <a:lnTo>
                    <a:pt x="1954461" y="1652385"/>
                  </a:lnTo>
                  <a:lnTo>
                    <a:pt x="1954555" y="1652596"/>
                  </a:lnTo>
                  <a:lnTo>
                    <a:pt x="1954558" y="1652619"/>
                  </a:lnTo>
                  <a:lnTo>
                    <a:pt x="1954559" y="1652825"/>
                  </a:lnTo>
                  <a:lnTo>
                    <a:pt x="1954562" y="1653186"/>
                  </a:lnTo>
                  <a:lnTo>
                    <a:pt x="1954586" y="1653373"/>
                  </a:lnTo>
                  <a:lnTo>
                    <a:pt x="1954587" y="1653410"/>
                  </a:lnTo>
                  <a:lnTo>
                    <a:pt x="1954499" y="1653769"/>
                  </a:lnTo>
                  <a:lnTo>
                    <a:pt x="1954493" y="1653783"/>
                  </a:lnTo>
                  <a:lnTo>
                    <a:pt x="1954425" y="1653867"/>
                  </a:lnTo>
                  <a:lnTo>
                    <a:pt x="1954348" y="1653907"/>
                  </a:lnTo>
                  <a:lnTo>
                    <a:pt x="1954232" y="1654287"/>
                  </a:lnTo>
                  <a:lnTo>
                    <a:pt x="1954182" y="1654345"/>
                  </a:lnTo>
                  <a:lnTo>
                    <a:pt x="1954040" y="1654426"/>
                  </a:lnTo>
                  <a:lnTo>
                    <a:pt x="1954001" y="1654425"/>
                  </a:lnTo>
                  <a:lnTo>
                    <a:pt x="1953957" y="1654376"/>
                  </a:lnTo>
                  <a:lnTo>
                    <a:pt x="1953868" y="1654352"/>
                  </a:lnTo>
                  <a:lnTo>
                    <a:pt x="1953462" y="1654526"/>
                  </a:lnTo>
                  <a:lnTo>
                    <a:pt x="1953278" y="1654678"/>
                  </a:lnTo>
                  <a:lnTo>
                    <a:pt x="1953110" y="1654861"/>
                  </a:lnTo>
                  <a:lnTo>
                    <a:pt x="1952685" y="1654876"/>
                  </a:lnTo>
                  <a:lnTo>
                    <a:pt x="1952652" y="1654868"/>
                  </a:lnTo>
                  <a:lnTo>
                    <a:pt x="1952633" y="1654851"/>
                  </a:lnTo>
                  <a:lnTo>
                    <a:pt x="1952545" y="1654768"/>
                  </a:lnTo>
                  <a:lnTo>
                    <a:pt x="1952505" y="1654675"/>
                  </a:lnTo>
                  <a:lnTo>
                    <a:pt x="1952505" y="1654659"/>
                  </a:lnTo>
                  <a:lnTo>
                    <a:pt x="1952452" y="1654611"/>
                  </a:lnTo>
                  <a:lnTo>
                    <a:pt x="1952380" y="1654570"/>
                  </a:lnTo>
                  <a:lnTo>
                    <a:pt x="1952208" y="1654497"/>
                  </a:lnTo>
                  <a:lnTo>
                    <a:pt x="1952183" y="1654490"/>
                  </a:lnTo>
                  <a:lnTo>
                    <a:pt x="1952141" y="1654500"/>
                  </a:lnTo>
                  <a:lnTo>
                    <a:pt x="1952049" y="1654500"/>
                  </a:lnTo>
                  <a:lnTo>
                    <a:pt x="1951969" y="1654359"/>
                  </a:lnTo>
                  <a:lnTo>
                    <a:pt x="1952059" y="1654164"/>
                  </a:lnTo>
                  <a:lnTo>
                    <a:pt x="1952074" y="1654004"/>
                  </a:lnTo>
                  <a:lnTo>
                    <a:pt x="1952071" y="1653976"/>
                  </a:lnTo>
                  <a:lnTo>
                    <a:pt x="1952053" y="1653956"/>
                  </a:lnTo>
                  <a:lnTo>
                    <a:pt x="1951833" y="1653769"/>
                  </a:lnTo>
                  <a:lnTo>
                    <a:pt x="1951757" y="1653724"/>
                  </a:lnTo>
                  <a:lnTo>
                    <a:pt x="1951681" y="1653713"/>
                  </a:lnTo>
                  <a:lnTo>
                    <a:pt x="1951575" y="1653749"/>
                  </a:lnTo>
                  <a:lnTo>
                    <a:pt x="1951509" y="1653781"/>
                  </a:lnTo>
                  <a:lnTo>
                    <a:pt x="1951475" y="1653818"/>
                  </a:lnTo>
                  <a:lnTo>
                    <a:pt x="1951460" y="1653853"/>
                  </a:lnTo>
                  <a:lnTo>
                    <a:pt x="1951468" y="1653958"/>
                  </a:lnTo>
                  <a:lnTo>
                    <a:pt x="1951519" y="1654056"/>
                  </a:lnTo>
                  <a:lnTo>
                    <a:pt x="1951519" y="1654067"/>
                  </a:lnTo>
                  <a:lnTo>
                    <a:pt x="1951519" y="1654149"/>
                  </a:lnTo>
                  <a:lnTo>
                    <a:pt x="1951517" y="1654161"/>
                  </a:lnTo>
                  <a:lnTo>
                    <a:pt x="1951456" y="1654190"/>
                  </a:lnTo>
                  <a:lnTo>
                    <a:pt x="1951439" y="1654189"/>
                  </a:lnTo>
                  <a:lnTo>
                    <a:pt x="1951346" y="1654113"/>
                  </a:lnTo>
                  <a:lnTo>
                    <a:pt x="1951334" y="1654090"/>
                  </a:lnTo>
                  <a:lnTo>
                    <a:pt x="1951334" y="1654057"/>
                  </a:lnTo>
                  <a:lnTo>
                    <a:pt x="1951315" y="1654038"/>
                  </a:lnTo>
                  <a:lnTo>
                    <a:pt x="1951278" y="1654022"/>
                  </a:lnTo>
                  <a:lnTo>
                    <a:pt x="1951108" y="1654014"/>
                  </a:lnTo>
                  <a:lnTo>
                    <a:pt x="1951070" y="1654012"/>
                  </a:lnTo>
                  <a:lnTo>
                    <a:pt x="1951045" y="1654011"/>
                  </a:lnTo>
                  <a:lnTo>
                    <a:pt x="1950639" y="1654038"/>
                  </a:lnTo>
                  <a:lnTo>
                    <a:pt x="1950471" y="1654076"/>
                  </a:lnTo>
                  <a:lnTo>
                    <a:pt x="1950434" y="1654091"/>
                  </a:lnTo>
                  <a:lnTo>
                    <a:pt x="1950345" y="1654151"/>
                  </a:lnTo>
                  <a:lnTo>
                    <a:pt x="1950300" y="1654194"/>
                  </a:lnTo>
                  <a:lnTo>
                    <a:pt x="1950281" y="1654252"/>
                  </a:lnTo>
                  <a:lnTo>
                    <a:pt x="1950277" y="1654307"/>
                  </a:lnTo>
                  <a:lnTo>
                    <a:pt x="1950346" y="1654601"/>
                  </a:lnTo>
                  <a:lnTo>
                    <a:pt x="1950403" y="1654665"/>
                  </a:lnTo>
                  <a:lnTo>
                    <a:pt x="1950383" y="1654724"/>
                  </a:lnTo>
                  <a:lnTo>
                    <a:pt x="1950186" y="1654863"/>
                  </a:lnTo>
                  <a:lnTo>
                    <a:pt x="1950093" y="1654906"/>
                  </a:lnTo>
                  <a:lnTo>
                    <a:pt x="1950034" y="1654883"/>
                  </a:lnTo>
                  <a:lnTo>
                    <a:pt x="1949962" y="1654847"/>
                  </a:lnTo>
                  <a:lnTo>
                    <a:pt x="1949933" y="1654816"/>
                  </a:lnTo>
                  <a:lnTo>
                    <a:pt x="1949900" y="1654811"/>
                  </a:lnTo>
                  <a:lnTo>
                    <a:pt x="1949688" y="1654849"/>
                  </a:lnTo>
                  <a:lnTo>
                    <a:pt x="1949651" y="1654864"/>
                  </a:lnTo>
                  <a:lnTo>
                    <a:pt x="1949287" y="1654992"/>
                  </a:lnTo>
                  <a:lnTo>
                    <a:pt x="1948957" y="1655108"/>
                  </a:lnTo>
                  <a:lnTo>
                    <a:pt x="1948606" y="1655232"/>
                  </a:lnTo>
                  <a:lnTo>
                    <a:pt x="1948557" y="1655240"/>
                  </a:lnTo>
                  <a:lnTo>
                    <a:pt x="1948398" y="1655290"/>
                  </a:lnTo>
                  <a:lnTo>
                    <a:pt x="1948324" y="1655321"/>
                  </a:lnTo>
                  <a:lnTo>
                    <a:pt x="1948275" y="1655357"/>
                  </a:lnTo>
                  <a:lnTo>
                    <a:pt x="1948264" y="1655377"/>
                  </a:lnTo>
                  <a:lnTo>
                    <a:pt x="1948209" y="1655678"/>
                  </a:lnTo>
                  <a:lnTo>
                    <a:pt x="1948168" y="1655881"/>
                  </a:lnTo>
                  <a:lnTo>
                    <a:pt x="1948122" y="1656042"/>
                  </a:lnTo>
                  <a:lnTo>
                    <a:pt x="1948099" y="1656087"/>
                  </a:lnTo>
                  <a:lnTo>
                    <a:pt x="1948054" y="1656124"/>
                  </a:lnTo>
                  <a:lnTo>
                    <a:pt x="1947920" y="1656195"/>
                  </a:lnTo>
                  <a:lnTo>
                    <a:pt x="1947885" y="1656212"/>
                  </a:lnTo>
                  <a:lnTo>
                    <a:pt x="1947788" y="1656254"/>
                  </a:lnTo>
                  <a:lnTo>
                    <a:pt x="1947782" y="1656243"/>
                  </a:lnTo>
                  <a:lnTo>
                    <a:pt x="1946454" y="1656833"/>
                  </a:lnTo>
                  <a:lnTo>
                    <a:pt x="1945855" y="1657093"/>
                  </a:lnTo>
                  <a:lnTo>
                    <a:pt x="1945750" y="1657138"/>
                  </a:lnTo>
                  <a:lnTo>
                    <a:pt x="1945646" y="1657185"/>
                  </a:lnTo>
                  <a:lnTo>
                    <a:pt x="1945054" y="1657453"/>
                  </a:lnTo>
                  <a:lnTo>
                    <a:pt x="1944918" y="1657517"/>
                  </a:lnTo>
                  <a:lnTo>
                    <a:pt x="1944735" y="1657555"/>
                  </a:lnTo>
                  <a:lnTo>
                    <a:pt x="1944590" y="1657616"/>
                  </a:lnTo>
                  <a:lnTo>
                    <a:pt x="1944530" y="1657681"/>
                  </a:lnTo>
                  <a:lnTo>
                    <a:pt x="1944531" y="1657809"/>
                  </a:lnTo>
                  <a:lnTo>
                    <a:pt x="1944761" y="1658079"/>
                  </a:lnTo>
                  <a:lnTo>
                    <a:pt x="1944852" y="1658299"/>
                  </a:lnTo>
                  <a:lnTo>
                    <a:pt x="1944828" y="1658521"/>
                  </a:lnTo>
                  <a:lnTo>
                    <a:pt x="1944833" y="1658633"/>
                  </a:lnTo>
                  <a:lnTo>
                    <a:pt x="1944854" y="1658713"/>
                  </a:lnTo>
                  <a:lnTo>
                    <a:pt x="1944953" y="1658888"/>
                  </a:lnTo>
                  <a:lnTo>
                    <a:pt x="1945015" y="1658929"/>
                  </a:lnTo>
                  <a:lnTo>
                    <a:pt x="1945088" y="1658976"/>
                  </a:lnTo>
                  <a:lnTo>
                    <a:pt x="1945136" y="1659196"/>
                  </a:lnTo>
                  <a:lnTo>
                    <a:pt x="1945136" y="1659215"/>
                  </a:lnTo>
                  <a:lnTo>
                    <a:pt x="1945098" y="1659441"/>
                  </a:lnTo>
                  <a:lnTo>
                    <a:pt x="1945080" y="1659473"/>
                  </a:lnTo>
                  <a:lnTo>
                    <a:pt x="1944976" y="1659508"/>
                  </a:lnTo>
                  <a:lnTo>
                    <a:pt x="1944759" y="1659511"/>
                  </a:lnTo>
                  <a:lnTo>
                    <a:pt x="1944315" y="1659260"/>
                  </a:lnTo>
                  <a:lnTo>
                    <a:pt x="1944189" y="1659212"/>
                  </a:lnTo>
                  <a:lnTo>
                    <a:pt x="1944142" y="1659157"/>
                  </a:lnTo>
                  <a:lnTo>
                    <a:pt x="1944147" y="1659129"/>
                  </a:lnTo>
                  <a:lnTo>
                    <a:pt x="1944153" y="1658951"/>
                  </a:lnTo>
                  <a:lnTo>
                    <a:pt x="1944146" y="1658925"/>
                  </a:lnTo>
                  <a:lnTo>
                    <a:pt x="1944097" y="1658883"/>
                  </a:lnTo>
                  <a:lnTo>
                    <a:pt x="1943880" y="1658758"/>
                  </a:lnTo>
                  <a:lnTo>
                    <a:pt x="1943849" y="1658749"/>
                  </a:lnTo>
                  <a:lnTo>
                    <a:pt x="1943756" y="1658738"/>
                  </a:lnTo>
                  <a:lnTo>
                    <a:pt x="1943714" y="1658745"/>
                  </a:lnTo>
                  <a:lnTo>
                    <a:pt x="1943629" y="1658721"/>
                  </a:lnTo>
                  <a:lnTo>
                    <a:pt x="1943471" y="1658533"/>
                  </a:lnTo>
                  <a:lnTo>
                    <a:pt x="1943463" y="1658521"/>
                  </a:lnTo>
                  <a:lnTo>
                    <a:pt x="1943345" y="1658318"/>
                  </a:lnTo>
                  <a:lnTo>
                    <a:pt x="1943206" y="1658298"/>
                  </a:lnTo>
                  <a:lnTo>
                    <a:pt x="1943085" y="1658331"/>
                  </a:lnTo>
                  <a:lnTo>
                    <a:pt x="1943010" y="1658369"/>
                  </a:lnTo>
                  <a:lnTo>
                    <a:pt x="1942945" y="1658417"/>
                  </a:lnTo>
                  <a:lnTo>
                    <a:pt x="1942902" y="1658469"/>
                  </a:lnTo>
                  <a:lnTo>
                    <a:pt x="1942910" y="1658507"/>
                  </a:lnTo>
                  <a:lnTo>
                    <a:pt x="1942926" y="1658579"/>
                  </a:lnTo>
                  <a:lnTo>
                    <a:pt x="1942964" y="1658632"/>
                  </a:lnTo>
                  <a:lnTo>
                    <a:pt x="1943061" y="1658835"/>
                  </a:lnTo>
                  <a:lnTo>
                    <a:pt x="1943074" y="1659089"/>
                  </a:lnTo>
                  <a:lnTo>
                    <a:pt x="1943216" y="1659169"/>
                  </a:lnTo>
                  <a:lnTo>
                    <a:pt x="1943265" y="1659198"/>
                  </a:lnTo>
                  <a:lnTo>
                    <a:pt x="1943513" y="1659381"/>
                  </a:lnTo>
                  <a:lnTo>
                    <a:pt x="1943518" y="1659393"/>
                  </a:lnTo>
                  <a:lnTo>
                    <a:pt x="1943421" y="1659688"/>
                  </a:lnTo>
                  <a:lnTo>
                    <a:pt x="1943411" y="1659701"/>
                  </a:lnTo>
                  <a:lnTo>
                    <a:pt x="1943329" y="1659799"/>
                  </a:lnTo>
                  <a:lnTo>
                    <a:pt x="1943299" y="1659828"/>
                  </a:lnTo>
                  <a:lnTo>
                    <a:pt x="1943260" y="1659853"/>
                  </a:lnTo>
                  <a:lnTo>
                    <a:pt x="1943217" y="1659878"/>
                  </a:lnTo>
                  <a:lnTo>
                    <a:pt x="1942973" y="1659925"/>
                  </a:lnTo>
                  <a:lnTo>
                    <a:pt x="1942551" y="1659931"/>
                  </a:lnTo>
                  <a:lnTo>
                    <a:pt x="1942169" y="1659811"/>
                  </a:lnTo>
                  <a:lnTo>
                    <a:pt x="1942114" y="1659822"/>
                  </a:lnTo>
                  <a:lnTo>
                    <a:pt x="1942108" y="1659834"/>
                  </a:lnTo>
                  <a:lnTo>
                    <a:pt x="1942070" y="1659943"/>
                  </a:lnTo>
                  <a:lnTo>
                    <a:pt x="1942042" y="1660025"/>
                  </a:lnTo>
                  <a:lnTo>
                    <a:pt x="1942061" y="1660027"/>
                  </a:lnTo>
                  <a:lnTo>
                    <a:pt x="1942181" y="1660115"/>
                  </a:lnTo>
                  <a:lnTo>
                    <a:pt x="1942207" y="1660157"/>
                  </a:lnTo>
                  <a:lnTo>
                    <a:pt x="1942202" y="1660260"/>
                  </a:lnTo>
                  <a:lnTo>
                    <a:pt x="1942152" y="1660497"/>
                  </a:lnTo>
                  <a:lnTo>
                    <a:pt x="1942090" y="1660643"/>
                  </a:lnTo>
                  <a:lnTo>
                    <a:pt x="1942048" y="1660726"/>
                  </a:lnTo>
                  <a:lnTo>
                    <a:pt x="1941991" y="1660798"/>
                  </a:lnTo>
                  <a:lnTo>
                    <a:pt x="1941926" y="1660867"/>
                  </a:lnTo>
                  <a:lnTo>
                    <a:pt x="1941921" y="1660872"/>
                  </a:lnTo>
                  <a:lnTo>
                    <a:pt x="1941675" y="1661131"/>
                  </a:lnTo>
                  <a:lnTo>
                    <a:pt x="1941637" y="1661169"/>
                  </a:lnTo>
                  <a:lnTo>
                    <a:pt x="1941583" y="1661197"/>
                  </a:lnTo>
                  <a:lnTo>
                    <a:pt x="1941561" y="1661196"/>
                  </a:lnTo>
                  <a:lnTo>
                    <a:pt x="1941504" y="1661247"/>
                  </a:lnTo>
                  <a:lnTo>
                    <a:pt x="1941457" y="1661292"/>
                  </a:lnTo>
                  <a:lnTo>
                    <a:pt x="1941443" y="1661315"/>
                  </a:lnTo>
                  <a:lnTo>
                    <a:pt x="1941417" y="1661371"/>
                  </a:lnTo>
                  <a:lnTo>
                    <a:pt x="1941383" y="1661466"/>
                  </a:lnTo>
                  <a:lnTo>
                    <a:pt x="1941590" y="1661880"/>
                  </a:lnTo>
                  <a:lnTo>
                    <a:pt x="1941762" y="1661946"/>
                  </a:lnTo>
                  <a:lnTo>
                    <a:pt x="1941878" y="1661917"/>
                  </a:lnTo>
                  <a:lnTo>
                    <a:pt x="1941976" y="1661890"/>
                  </a:lnTo>
                  <a:lnTo>
                    <a:pt x="1942201" y="1661683"/>
                  </a:lnTo>
                  <a:lnTo>
                    <a:pt x="1942304" y="1661588"/>
                  </a:lnTo>
                  <a:lnTo>
                    <a:pt x="1942314" y="1661569"/>
                  </a:lnTo>
                  <a:lnTo>
                    <a:pt x="1942342" y="1661550"/>
                  </a:lnTo>
                  <a:lnTo>
                    <a:pt x="1942684" y="1661428"/>
                  </a:lnTo>
                  <a:lnTo>
                    <a:pt x="1942765" y="1661448"/>
                  </a:lnTo>
                  <a:lnTo>
                    <a:pt x="1942823" y="1661463"/>
                  </a:lnTo>
                  <a:lnTo>
                    <a:pt x="1942920" y="1661526"/>
                  </a:lnTo>
                  <a:lnTo>
                    <a:pt x="1942925" y="1661568"/>
                  </a:lnTo>
                  <a:lnTo>
                    <a:pt x="1942929" y="1661605"/>
                  </a:lnTo>
                  <a:lnTo>
                    <a:pt x="1942961" y="1661627"/>
                  </a:lnTo>
                  <a:lnTo>
                    <a:pt x="1943242" y="1661715"/>
                  </a:lnTo>
                  <a:lnTo>
                    <a:pt x="1943392" y="1661694"/>
                  </a:lnTo>
                  <a:lnTo>
                    <a:pt x="1943818" y="1661662"/>
                  </a:lnTo>
                  <a:lnTo>
                    <a:pt x="1944092" y="1661641"/>
                  </a:lnTo>
                  <a:lnTo>
                    <a:pt x="1944492" y="1661611"/>
                  </a:lnTo>
                  <a:lnTo>
                    <a:pt x="1944739" y="1661593"/>
                  </a:lnTo>
                  <a:lnTo>
                    <a:pt x="1944883" y="1661533"/>
                  </a:lnTo>
                  <a:lnTo>
                    <a:pt x="1944905" y="1661514"/>
                  </a:lnTo>
                  <a:lnTo>
                    <a:pt x="1944930" y="1661411"/>
                  </a:lnTo>
                  <a:lnTo>
                    <a:pt x="1944926" y="1661331"/>
                  </a:lnTo>
                  <a:lnTo>
                    <a:pt x="1945032" y="1661159"/>
                  </a:lnTo>
                  <a:lnTo>
                    <a:pt x="1945094" y="1661140"/>
                  </a:lnTo>
                  <a:lnTo>
                    <a:pt x="1945175" y="1661158"/>
                  </a:lnTo>
                  <a:lnTo>
                    <a:pt x="1945343" y="1661190"/>
                  </a:lnTo>
                  <a:lnTo>
                    <a:pt x="1945545" y="1661268"/>
                  </a:lnTo>
                  <a:lnTo>
                    <a:pt x="1945883" y="1661352"/>
                  </a:lnTo>
                  <a:lnTo>
                    <a:pt x="1946043" y="1661486"/>
                  </a:lnTo>
                  <a:lnTo>
                    <a:pt x="1946041" y="1661526"/>
                  </a:lnTo>
                  <a:lnTo>
                    <a:pt x="1946015" y="1661613"/>
                  </a:lnTo>
                  <a:lnTo>
                    <a:pt x="1945976" y="1661663"/>
                  </a:lnTo>
                  <a:lnTo>
                    <a:pt x="1945964" y="1661667"/>
                  </a:lnTo>
                  <a:lnTo>
                    <a:pt x="1945922" y="1661650"/>
                  </a:lnTo>
                  <a:lnTo>
                    <a:pt x="1945896" y="1661663"/>
                  </a:lnTo>
                  <a:lnTo>
                    <a:pt x="1945841" y="1661711"/>
                  </a:lnTo>
                  <a:lnTo>
                    <a:pt x="1945813" y="1661759"/>
                  </a:lnTo>
                  <a:lnTo>
                    <a:pt x="1945788" y="1661832"/>
                  </a:lnTo>
                  <a:lnTo>
                    <a:pt x="1945783" y="1661919"/>
                  </a:lnTo>
                  <a:lnTo>
                    <a:pt x="1945788" y="1662033"/>
                  </a:lnTo>
                  <a:lnTo>
                    <a:pt x="1945780" y="1662073"/>
                  </a:lnTo>
                  <a:lnTo>
                    <a:pt x="1945749" y="1662148"/>
                  </a:lnTo>
                  <a:lnTo>
                    <a:pt x="1945710" y="1662212"/>
                  </a:lnTo>
                  <a:lnTo>
                    <a:pt x="1945677" y="1662223"/>
                  </a:lnTo>
                  <a:lnTo>
                    <a:pt x="1945654" y="1662215"/>
                  </a:lnTo>
                  <a:lnTo>
                    <a:pt x="1945618" y="1662215"/>
                  </a:lnTo>
                  <a:lnTo>
                    <a:pt x="1945553" y="1662240"/>
                  </a:lnTo>
                  <a:lnTo>
                    <a:pt x="1945458" y="1662293"/>
                  </a:lnTo>
                  <a:lnTo>
                    <a:pt x="1945405" y="1662361"/>
                  </a:lnTo>
                  <a:lnTo>
                    <a:pt x="1945361" y="1662430"/>
                  </a:lnTo>
                  <a:lnTo>
                    <a:pt x="1945313" y="1662531"/>
                  </a:lnTo>
                  <a:lnTo>
                    <a:pt x="1945233" y="1662752"/>
                  </a:lnTo>
                  <a:lnTo>
                    <a:pt x="1945226" y="1662787"/>
                  </a:lnTo>
                  <a:lnTo>
                    <a:pt x="1945218" y="1662852"/>
                  </a:lnTo>
                  <a:lnTo>
                    <a:pt x="1945252" y="1662944"/>
                  </a:lnTo>
                  <a:lnTo>
                    <a:pt x="1945288" y="1662997"/>
                  </a:lnTo>
                  <a:lnTo>
                    <a:pt x="1945294" y="1663032"/>
                  </a:lnTo>
                  <a:lnTo>
                    <a:pt x="1945279" y="1663195"/>
                  </a:lnTo>
                  <a:lnTo>
                    <a:pt x="1945276" y="1663218"/>
                  </a:lnTo>
                  <a:lnTo>
                    <a:pt x="1945254" y="1663363"/>
                  </a:lnTo>
                  <a:lnTo>
                    <a:pt x="1945216" y="1663408"/>
                  </a:lnTo>
                  <a:lnTo>
                    <a:pt x="1945115" y="1663486"/>
                  </a:lnTo>
                  <a:lnTo>
                    <a:pt x="1945067" y="1663511"/>
                  </a:lnTo>
                  <a:lnTo>
                    <a:pt x="1944947" y="1663534"/>
                  </a:lnTo>
                  <a:lnTo>
                    <a:pt x="1944930" y="1663544"/>
                  </a:lnTo>
                  <a:lnTo>
                    <a:pt x="1944634" y="1663804"/>
                  </a:lnTo>
                  <a:lnTo>
                    <a:pt x="1944466" y="1663930"/>
                  </a:lnTo>
                  <a:lnTo>
                    <a:pt x="1943956" y="1664337"/>
                  </a:lnTo>
                  <a:lnTo>
                    <a:pt x="1943415" y="1664738"/>
                  </a:lnTo>
                  <a:lnTo>
                    <a:pt x="1943153" y="1664787"/>
                  </a:lnTo>
                  <a:lnTo>
                    <a:pt x="1942901" y="1664866"/>
                  </a:lnTo>
                  <a:lnTo>
                    <a:pt x="1942628" y="1664928"/>
                  </a:lnTo>
                  <a:lnTo>
                    <a:pt x="1942532" y="1664944"/>
                  </a:lnTo>
                  <a:lnTo>
                    <a:pt x="1942327" y="1664835"/>
                  </a:lnTo>
                  <a:lnTo>
                    <a:pt x="1942298" y="1664806"/>
                  </a:lnTo>
                  <a:lnTo>
                    <a:pt x="1942162" y="1664676"/>
                  </a:lnTo>
                  <a:lnTo>
                    <a:pt x="1942156" y="1664674"/>
                  </a:lnTo>
                  <a:lnTo>
                    <a:pt x="1942003" y="1664721"/>
                  </a:lnTo>
                  <a:lnTo>
                    <a:pt x="1941913" y="1664793"/>
                  </a:lnTo>
                  <a:lnTo>
                    <a:pt x="1941783" y="1664952"/>
                  </a:lnTo>
                  <a:lnTo>
                    <a:pt x="1941641" y="1665160"/>
                  </a:lnTo>
                  <a:lnTo>
                    <a:pt x="1941495" y="1665468"/>
                  </a:lnTo>
                  <a:lnTo>
                    <a:pt x="1941494" y="1665563"/>
                  </a:lnTo>
                  <a:lnTo>
                    <a:pt x="1941507" y="1665717"/>
                  </a:lnTo>
                  <a:lnTo>
                    <a:pt x="1941557" y="1665991"/>
                  </a:lnTo>
                  <a:lnTo>
                    <a:pt x="1941584" y="1666125"/>
                  </a:lnTo>
                  <a:lnTo>
                    <a:pt x="1941574" y="1666165"/>
                  </a:lnTo>
                  <a:lnTo>
                    <a:pt x="1941548" y="1666191"/>
                  </a:lnTo>
                  <a:lnTo>
                    <a:pt x="1941534" y="1666189"/>
                  </a:lnTo>
                  <a:lnTo>
                    <a:pt x="1941527" y="1666198"/>
                  </a:lnTo>
                  <a:lnTo>
                    <a:pt x="1941462" y="1666604"/>
                  </a:lnTo>
                  <a:lnTo>
                    <a:pt x="1941458" y="1666627"/>
                  </a:lnTo>
                  <a:lnTo>
                    <a:pt x="1941447" y="1666699"/>
                  </a:lnTo>
                  <a:lnTo>
                    <a:pt x="1941462" y="1666801"/>
                  </a:lnTo>
                  <a:lnTo>
                    <a:pt x="1941568" y="1666773"/>
                  </a:lnTo>
                  <a:lnTo>
                    <a:pt x="1941573" y="1666774"/>
                  </a:lnTo>
                  <a:lnTo>
                    <a:pt x="1942358" y="1666965"/>
                  </a:lnTo>
                  <a:lnTo>
                    <a:pt x="1942386" y="1666971"/>
                  </a:lnTo>
                  <a:lnTo>
                    <a:pt x="1942395" y="1666969"/>
                  </a:lnTo>
                  <a:lnTo>
                    <a:pt x="1942413" y="1666963"/>
                  </a:lnTo>
                  <a:lnTo>
                    <a:pt x="1942725" y="1666564"/>
                  </a:lnTo>
                  <a:lnTo>
                    <a:pt x="1942730" y="1666433"/>
                  </a:lnTo>
                  <a:lnTo>
                    <a:pt x="1942720" y="1666290"/>
                  </a:lnTo>
                  <a:lnTo>
                    <a:pt x="1942701" y="1666212"/>
                  </a:lnTo>
                  <a:lnTo>
                    <a:pt x="1942693" y="1666193"/>
                  </a:lnTo>
                  <a:lnTo>
                    <a:pt x="1942707" y="1666161"/>
                  </a:lnTo>
                  <a:lnTo>
                    <a:pt x="1942733" y="1666131"/>
                  </a:lnTo>
                  <a:lnTo>
                    <a:pt x="1942776" y="1666100"/>
                  </a:lnTo>
                  <a:lnTo>
                    <a:pt x="1942851" y="1666089"/>
                  </a:lnTo>
                  <a:lnTo>
                    <a:pt x="1942983" y="1666141"/>
                  </a:lnTo>
                  <a:lnTo>
                    <a:pt x="1943193" y="1666035"/>
                  </a:lnTo>
                  <a:lnTo>
                    <a:pt x="1943284" y="1665998"/>
                  </a:lnTo>
                  <a:lnTo>
                    <a:pt x="1943584" y="1665951"/>
                  </a:lnTo>
                  <a:lnTo>
                    <a:pt x="1943646" y="1665964"/>
                  </a:lnTo>
                  <a:lnTo>
                    <a:pt x="1943755" y="1666006"/>
                  </a:lnTo>
                  <a:lnTo>
                    <a:pt x="1943823" y="1666073"/>
                  </a:lnTo>
                  <a:lnTo>
                    <a:pt x="1943860" y="1666131"/>
                  </a:lnTo>
                  <a:lnTo>
                    <a:pt x="1944177" y="1666632"/>
                  </a:lnTo>
                  <a:lnTo>
                    <a:pt x="1944467" y="1666994"/>
                  </a:lnTo>
                  <a:lnTo>
                    <a:pt x="1944510" y="1667089"/>
                  </a:lnTo>
                  <a:lnTo>
                    <a:pt x="1944548" y="1667151"/>
                  </a:lnTo>
                  <a:lnTo>
                    <a:pt x="1944617" y="1667204"/>
                  </a:lnTo>
                  <a:lnTo>
                    <a:pt x="1945321" y="1667377"/>
                  </a:lnTo>
                  <a:lnTo>
                    <a:pt x="1945736" y="1667495"/>
                  </a:lnTo>
                  <a:lnTo>
                    <a:pt x="1945780" y="1667502"/>
                  </a:lnTo>
                  <a:lnTo>
                    <a:pt x="1946172" y="1667537"/>
                  </a:lnTo>
                  <a:lnTo>
                    <a:pt x="1946246" y="1667511"/>
                  </a:lnTo>
                  <a:lnTo>
                    <a:pt x="1946378" y="1667440"/>
                  </a:lnTo>
                  <a:lnTo>
                    <a:pt x="1946445" y="1667383"/>
                  </a:lnTo>
                  <a:lnTo>
                    <a:pt x="1946519" y="1667396"/>
                  </a:lnTo>
                  <a:lnTo>
                    <a:pt x="1946525" y="1667425"/>
                  </a:lnTo>
                  <a:lnTo>
                    <a:pt x="1946576" y="1667698"/>
                  </a:lnTo>
                  <a:lnTo>
                    <a:pt x="1946567" y="1667715"/>
                  </a:lnTo>
                  <a:lnTo>
                    <a:pt x="1946533" y="1667731"/>
                  </a:lnTo>
                  <a:lnTo>
                    <a:pt x="1946486" y="1667784"/>
                  </a:lnTo>
                  <a:lnTo>
                    <a:pt x="1946419" y="1667881"/>
                  </a:lnTo>
                  <a:lnTo>
                    <a:pt x="1946407" y="1667983"/>
                  </a:lnTo>
                  <a:lnTo>
                    <a:pt x="1946416" y="1668069"/>
                  </a:lnTo>
                  <a:lnTo>
                    <a:pt x="1946429" y="1668104"/>
                  </a:lnTo>
                  <a:lnTo>
                    <a:pt x="1946506" y="1668182"/>
                  </a:lnTo>
                  <a:lnTo>
                    <a:pt x="1946595" y="1668242"/>
                  </a:lnTo>
                  <a:lnTo>
                    <a:pt x="1946837" y="1668390"/>
                  </a:lnTo>
                  <a:lnTo>
                    <a:pt x="1946912" y="1668421"/>
                  </a:lnTo>
                  <a:lnTo>
                    <a:pt x="1947018" y="1668522"/>
                  </a:lnTo>
                  <a:lnTo>
                    <a:pt x="1947064" y="1668580"/>
                  </a:lnTo>
                  <a:lnTo>
                    <a:pt x="1947243" y="1668848"/>
                  </a:lnTo>
                  <a:lnTo>
                    <a:pt x="1947310" y="1668976"/>
                  </a:lnTo>
                  <a:lnTo>
                    <a:pt x="1947340" y="1669083"/>
                  </a:lnTo>
                  <a:lnTo>
                    <a:pt x="1947327" y="1669140"/>
                  </a:lnTo>
                  <a:lnTo>
                    <a:pt x="1947264" y="1669269"/>
                  </a:lnTo>
                  <a:lnTo>
                    <a:pt x="1947000" y="1669594"/>
                  </a:lnTo>
                  <a:lnTo>
                    <a:pt x="1946762" y="1669829"/>
                  </a:lnTo>
                  <a:lnTo>
                    <a:pt x="1946570" y="1669893"/>
                  </a:lnTo>
                  <a:lnTo>
                    <a:pt x="1946504" y="1669868"/>
                  </a:lnTo>
                  <a:lnTo>
                    <a:pt x="1946477" y="1669865"/>
                  </a:lnTo>
                  <a:lnTo>
                    <a:pt x="1945981" y="1669946"/>
                  </a:lnTo>
                  <a:lnTo>
                    <a:pt x="1945951" y="1669980"/>
                  </a:lnTo>
                  <a:lnTo>
                    <a:pt x="1945941" y="1670006"/>
                  </a:lnTo>
                  <a:lnTo>
                    <a:pt x="1945934" y="1670098"/>
                  </a:lnTo>
                  <a:lnTo>
                    <a:pt x="1945927" y="1670190"/>
                  </a:lnTo>
                  <a:lnTo>
                    <a:pt x="1945917" y="1670208"/>
                  </a:lnTo>
                  <a:lnTo>
                    <a:pt x="1945871" y="1670211"/>
                  </a:lnTo>
                  <a:lnTo>
                    <a:pt x="1945772" y="1670190"/>
                  </a:lnTo>
                  <a:lnTo>
                    <a:pt x="1945635" y="1670149"/>
                  </a:lnTo>
                  <a:lnTo>
                    <a:pt x="1945461" y="1670108"/>
                  </a:lnTo>
                  <a:lnTo>
                    <a:pt x="1945401" y="1670120"/>
                  </a:lnTo>
                  <a:lnTo>
                    <a:pt x="1945369" y="1670147"/>
                  </a:lnTo>
                  <a:lnTo>
                    <a:pt x="1945309" y="1670216"/>
                  </a:lnTo>
                  <a:lnTo>
                    <a:pt x="1945295" y="1670243"/>
                  </a:lnTo>
                  <a:lnTo>
                    <a:pt x="1945266" y="1670333"/>
                  </a:lnTo>
                  <a:lnTo>
                    <a:pt x="1945267" y="1670361"/>
                  </a:lnTo>
                  <a:lnTo>
                    <a:pt x="1945274" y="1670374"/>
                  </a:lnTo>
                  <a:lnTo>
                    <a:pt x="1945278" y="1670382"/>
                  </a:lnTo>
                  <a:lnTo>
                    <a:pt x="1945230" y="1670479"/>
                  </a:lnTo>
                  <a:lnTo>
                    <a:pt x="1944978" y="1670492"/>
                  </a:lnTo>
                  <a:lnTo>
                    <a:pt x="1944566" y="1670628"/>
                  </a:lnTo>
                  <a:lnTo>
                    <a:pt x="1944406" y="1670783"/>
                  </a:lnTo>
                  <a:lnTo>
                    <a:pt x="1944388" y="1670804"/>
                  </a:lnTo>
                  <a:lnTo>
                    <a:pt x="1944309" y="1670926"/>
                  </a:lnTo>
                  <a:lnTo>
                    <a:pt x="1944298" y="1670968"/>
                  </a:lnTo>
                  <a:lnTo>
                    <a:pt x="1944240" y="1670975"/>
                  </a:lnTo>
                  <a:lnTo>
                    <a:pt x="1944079" y="1670936"/>
                  </a:lnTo>
                  <a:lnTo>
                    <a:pt x="1944041" y="1670915"/>
                  </a:lnTo>
                  <a:lnTo>
                    <a:pt x="1944001" y="1670881"/>
                  </a:lnTo>
                  <a:lnTo>
                    <a:pt x="1943970" y="1670837"/>
                  </a:lnTo>
                  <a:lnTo>
                    <a:pt x="1943938" y="1670782"/>
                  </a:lnTo>
                  <a:lnTo>
                    <a:pt x="1943855" y="1670702"/>
                  </a:lnTo>
                  <a:lnTo>
                    <a:pt x="1943774" y="1670635"/>
                  </a:lnTo>
                  <a:lnTo>
                    <a:pt x="1943737" y="1670621"/>
                  </a:lnTo>
                  <a:lnTo>
                    <a:pt x="1943701" y="1670614"/>
                  </a:lnTo>
                  <a:lnTo>
                    <a:pt x="1943584" y="1670640"/>
                  </a:lnTo>
                  <a:lnTo>
                    <a:pt x="1943456" y="1670689"/>
                  </a:lnTo>
                  <a:lnTo>
                    <a:pt x="1943285" y="1670797"/>
                  </a:lnTo>
                  <a:lnTo>
                    <a:pt x="1943123" y="1670926"/>
                  </a:lnTo>
                  <a:lnTo>
                    <a:pt x="1942823" y="1671229"/>
                  </a:lnTo>
                  <a:lnTo>
                    <a:pt x="1942792" y="1671270"/>
                  </a:lnTo>
                  <a:lnTo>
                    <a:pt x="1942761" y="1671325"/>
                  </a:lnTo>
                  <a:lnTo>
                    <a:pt x="1942749" y="1671398"/>
                  </a:lnTo>
                  <a:lnTo>
                    <a:pt x="1942743" y="1671442"/>
                  </a:lnTo>
                  <a:lnTo>
                    <a:pt x="1942754" y="1671506"/>
                  </a:lnTo>
                  <a:lnTo>
                    <a:pt x="1942761" y="1671524"/>
                  </a:lnTo>
                  <a:lnTo>
                    <a:pt x="1942803" y="1671547"/>
                  </a:lnTo>
                  <a:lnTo>
                    <a:pt x="1942826" y="1671560"/>
                  </a:lnTo>
                  <a:lnTo>
                    <a:pt x="1942883" y="1671562"/>
                  </a:lnTo>
                  <a:lnTo>
                    <a:pt x="1942901" y="1671574"/>
                  </a:lnTo>
                  <a:lnTo>
                    <a:pt x="1942932" y="1671605"/>
                  </a:lnTo>
                  <a:lnTo>
                    <a:pt x="1942930" y="1671625"/>
                  </a:lnTo>
                  <a:lnTo>
                    <a:pt x="1942855" y="1671737"/>
                  </a:lnTo>
                  <a:lnTo>
                    <a:pt x="1942726" y="1671830"/>
                  </a:lnTo>
                  <a:lnTo>
                    <a:pt x="1942632" y="1671892"/>
                  </a:lnTo>
                  <a:lnTo>
                    <a:pt x="1942536" y="1671966"/>
                  </a:lnTo>
                  <a:lnTo>
                    <a:pt x="1942421" y="1672065"/>
                  </a:lnTo>
                  <a:lnTo>
                    <a:pt x="1942404" y="1672099"/>
                  </a:lnTo>
                  <a:lnTo>
                    <a:pt x="1942420" y="1672237"/>
                  </a:lnTo>
                  <a:lnTo>
                    <a:pt x="1942410" y="1672268"/>
                  </a:lnTo>
                  <a:lnTo>
                    <a:pt x="1942400" y="1672277"/>
                  </a:lnTo>
                  <a:lnTo>
                    <a:pt x="1942249" y="1672377"/>
                  </a:lnTo>
                  <a:lnTo>
                    <a:pt x="1941656" y="1672454"/>
                  </a:lnTo>
                  <a:lnTo>
                    <a:pt x="1941548" y="1672425"/>
                  </a:lnTo>
                  <a:lnTo>
                    <a:pt x="1941412" y="1672302"/>
                  </a:lnTo>
                  <a:lnTo>
                    <a:pt x="1941285" y="1672179"/>
                  </a:lnTo>
                  <a:lnTo>
                    <a:pt x="1941276" y="1672162"/>
                  </a:lnTo>
                  <a:lnTo>
                    <a:pt x="1941303" y="1671945"/>
                  </a:lnTo>
                  <a:lnTo>
                    <a:pt x="1941307" y="1671913"/>
                  </a:lnTo>
                  <a:lnTo>
                    <a:pt x="1941332" y="1671795"/>
                  </a:lnTo>
                  <a:lnTo>
                    <a:pt x="1941353" y="1671664"/>
                  </a:lnTo>
                  <a:lnTo>
                    <a:pt x="1941343" y="1671629"/>
                  </a:lnTo>
                  <a:lnTo>
                    <a:pt x="1941301" y="1671574"/>
                  </a:lnTo>
                  <a:lnTo>
                    <a:pt x="1941120" y="1671485"/>
                  </a:lnTo>
                  <a:lnTo>
                    <a:pt x="1941032" y="1671497"/>
                  </a:lnTo>
                  <a:lnTo>
                    <a:pt x="1940790" y="1671481"/>
                  </a:lnTo>
                  <a:lnTo>
                    <a:pt x="1940680" y="1671403"/>
                  </a:lnTo>
                  <a:lnTo>
                    <a:pt x="1940653" y="1671358"/>
                  </a:lnTo>
                  <a:lnTo>
                    <a:pt x="1940700" y="1670968"/>
                  </a:lnTo>
                  <a:lnTo>
                    <a:pt x="1940705" y="1670949"/>
                  </a:lnTo>
                  <a:lnTo>
                    <a:pt x="1940807" y="1670692"/>
                  </a:lnTo>
                  <a:lnTo>
                    <a:pt x="1940908" y="1670358"/>
                  </a:lnTo>
                  <a:lnTo>
                    <a:pt x="1940911" y="1670332"/>
                  </a:lnTo>
                  <a:lnTo>
                    <a:pt x="1940871" y="1670267"/>
                  </a:lnTo>
                  <a:lnTo>
                    <a:pt x="1940818" y="1670218"/>
                  </a:lnTo>
                  <a:lnTo>
                    <a:pt x="1940756" y="1670200"/>
                  </a:lnTo>
                  <a:lnTo>
                    <a:pt x="1940736" y="1670211"/>
                  </a:lnTo>
                  <a:lnTo>
                    <a:pt x="1940691" y="1670204"/>
                  </a:lnTo>
                  <a:lnTo>
                    <a:pt x="1940562" y="1670154"/>
                  </a:lnTo>
                  <a:lnTo>
                    <a:pt x="1940516" y="1670116"/>
                  </a:lnTo>
                  <a:lnTo>
                    <a:pt x="1940508" y="1670102"/>
                  </a:lnTo>
                  <a:lnTo>
                    <a:pt x="1940506" y="1670084"/>
                  </a:lnTo>
                  <a:lnTo>
                    <a:pt x="1940541" y="1669978"/>
                  </a:lnTo>
                  <a:lnTo>
                    <a:pt x="1940582" y="1669868"/>
                  </a:lnTo>
                  <a:lnTo>
                    <a:pt x="1940560" y="1669651"/>
                  </a:lnTo>
                  <a:lnTo>
                    <a:pt x="1940487" y="1669454"/>
                  </a:lnTo>
                  <a:lnTo>
                    <a:pt x="1940408" y="1669338"/>
                  </a:lnTo>
                  <a:lnTo>
                    <a:pt x="1940392" y="1669295"/>
                  </a:lnTo>
                  <a:lnTo>
                    <a:pt x="1940371" y="1669071"/>
                  </a:lnTo>
                  <a:lnTo>
                    <a:pt x="1940396" y="1669036"/>
                  </a:lnTo>
                  <a:lnTo>
                    <a:pt x="1940423" y="1669025"/>
                  </a:lnTo>
                  <a:lnTo>
                    <a:pt x="1940491" y="1669015"/>
                  </a:lnTo>
                  <a:lnTo>
                    <a:pt x="1940528" y="1669028"/>
                  </a:lnTo>
                  <a:lnTo>
                    <a:pt x="1940546" y="1669025"/>
                  </a:lnTo>
                  <a:lnTo>
                    <a:pt x="1940582" y="1668971"/>
                  </a:lnTo>
                  <a:lnTo>
                    <a:pt x="1940642" y="1668872"/>
                  </a:lnTo>
                  <a:lnTo>
                    <a:pt x="1940814" y="1668527"/>
                  </a:lnTo>
                  <a:lnTo>
                    <a:pt x="1940852" y="1668451"/>
                  </a:lnTo>
                  <a:lnTo>
                    <a:pt x="1940860" y="1668350"/>
                  </a:lnTo>
                  <a:lnTo>
                    <a:pt x="1940886" y="1667883"/>
                  </a:lnTo>
                  <a:lnTo>
                    <a:pt x="1940861" y="1667827"/>
                  </a:lnTo>
                  <a:lnTo>
                    <a:pt x="1940839" y="1667804"/>
                  </a:lnTo>
                  <a:lnTo>
                    <a:pt x="1940724" y="1667706"/>
                  </a:lnTo>
                  <a:lnTo>
                    <a:pt x="1940537" y="1667376"/>
                  </a:lnTo>
                  <a:lnTo>
                    <a:pt x="1940455" y="1667175"/>
                  </a:lnTo>
                  <a:lnTo>
                    <a:pt x="1940441" y="1667158"/>
                  </a:lnTo>
                  <a:lnTo>
                    <a:pt x="1940327" y="1667105"/>
                  </a:lnTo>
                  <a:lnTo>
                    <a:pt x="1940206" y="1667079"/>
                  </a:lnTo>
                  <a:lnTo>
                    <a:pt x="1940188" y="1667082"/>
                  </a:lnTo>
                  <a:lnTo>
                    <a:pt x="1940056" y="1667058"/>
                  </a:lnTo>
                  <a:lnTo>
                    <a:pt x="1939982" y="1667025"/>
                  </a:lnTo>
                  <a:lnTo>
                    <a:pt x="1939937" y="1666937"/>
                  </a:lnTo>
                  <a:lnTo>
                    <a:pt x="1939912" y="1666856"/>
                  </a:lnTo>
                  <a:lnTo>
                    <a:pt x="1939726" y="1666439"/>
                  </a:lnTo>
                  <a:lnTo>
                    <a:pt x="1939593" y="1666047"/>
                  </a:lnTo>
                  <a:lnTo>
                    <a:pt x="1939586" y="1666036"/>
                  </a:lnTo>
                  <a:lnTo>
                    <a:pt x="1939556" y="1666023"/>
                  </a:lnTo>
                  <a:lnTo>
                    <a:pt x="1939360" y="1665988"/>
                  </a:lnTo>
                  <a:lnTo>
                    <a:pt x="1939166" y="1665965"/>
                  </a:lnTo>
                  <a:lnTo>
                    <a:pt x="1938788" y="1665917"/>
                  </a:lnTo>
                  <a:lnTo>
                    <a:pt x="1938601" y="1665819"/>
                  </a:lnTo>
                  <a:lnTo>
                    <a:pt x="1938337" y="1665647"/>
                  </a:lnTo>
                  <a:lnTo>
                    <a:pt x="1938335" y="1665636"/>
                  </a:lnTo>
                  <a:lnTo>
                    <a:pt x="1938408" y="1665305"/>
                  </a:lnTo>
                  <a:lnTo>
                    <a:pt x="1938400" y="1665133"/>
                  </a:lnTo>
                  <a:lnTo>
                    <a:pt x="1938381" y="1664995"/>
                  </a:lnTo>
                  <a:lnTo>
                    <a:pt x="1938305" y="1664871"/>
                  </a:lnTo>
                  <a:lnTo>
                    <a:pt x="1938149" y="1664611"/>
                  </a:lnTo>
                  <a:lnTo>
                    <a:pt x="1938079" y="1664453"/>
                  </a:lnTo>
                  <a:lnTo>
                    <a:pt x="1938045" y="1664338"/>
                  </a:lnTo>
                  <a:lnTo>
                    <a:pt x="1938022" y="1664306"/>
                  </a:lnTo>
                  <a:lnTo>
                    <a:pt x="1937697" y="1664168"/>
                  </a:lnTo>
                  <a:lnTo>
                    <a:pt x="1937492" y="1664133"/>
                  </a:lnTo>
                  <a:lnTo>
                    <a:pt x="1937414" y="1664053"/>
                  </a:lnTo>
                  <a:lnTo>
                    <a:pt x="1937370" y="1663918"/>
                  </a:lnTo>
                  <a:lnTo>
                    <a:pt x="1937266" y="1663780"/>
                  </a:lnTo>
                  <a:lnTo>
                    <a:pt x="1937257" y="1663773"/>
                  </a:lnTo>
                  <a:lnTo>
                    <a:pt x="1937243" y="1663763"/>
                  </a:lnTo>
                  <a:lnTo>
                    <a:pt x="1937015" y="1663733"/>
                  </a:lnTo>
                  <a:lnTo>
                    <a:pt x="1936749" y="1663691"/>
                  </a:lnTo>
                  <a:lnTo>
                    <a:pt x="1936235" y="1663621"/>
                  </a:lnTo>
                  <a:lnTo>
                    <a:pt x="1936041" y="1663651"/>
                  </a:lnTo>
                  <a:lnTo>
                    <a:pt x="1935550" y="1663784"/>
                  </a:lnTo>
                  <a:lnTo>
                    <a:pt x="1935427" y="1663828"/>
                  </a:lnTo>
                  <a:lnTo>
                    <a:pt x="1935326" y="1663867"/>
                  </a:lnTo>
                  <a:lnTo>
                    <a:pt x="1935250" y="1663907"/>
                  </a:lnTo>
                  <a:lnTo>
                    <a:pt x="1935091" y="1663987"/>
                  </a:lnTo>
                  <a:lnTo>
                    <a:pt x="1934944" y="1664061"/>
                  </a:lnTo>
                  <a:lnTo>
                    <a:pt x="1934536" y="1664251"/>
                  </a:lnTo>
                  <a:lnTo>
                    <a:pt x="1934329" y="1664348"/>
                  </a:lnTo>
                  <a:lnTo>
                    <a:pt x="1934259" y="1664385"/>
                  </a:lnTo>
                  <a:lnTo>
                    <a:pt x="1934235" y="1664398"/>
                  </a:lnTo>
                  <a:lnTo>
                    <a:pt x="1934227" y="1664403"/>
                  </a:lnTo>
                  <a:lnTo>
                    <a:pt x="1934206" y="1664414"/>
                  </a:lnTo>
                  <a:lnTo>
                    <a:pt x="1934099" y="1664474"/>
                  </a:lnTo>
                  <a:lnTo>
                    <a:pt x="1933913" y="1664482"/>
                  </a:lnTo>
                  <a:lnTo>
                    <a:pt x="1933740" y="1664446"/>
                  </a:lnTo>
                  <a:lnTo>
                    <a:pt x="1933693" y="1664373"/>
                  </a:lnTo>
                  <a:lnTo>
                    <a:pt x="1933651" y="1664329"/>
                  </a:lnTo>
                  <a:lnTo>
                    <a:pt x="1933431" y="1664176"/>
                  </a:lnTo>
                  <a:lnTo>
                    <a:pt x="1933313" y="1664136"/>
                  </a:lnTo>
                  <a:lnTo>
                    <a:pt x="1933143" y="1664203"/>
                  </a:lnTo>
                  <a:lnTo>
                    <a:pt x="1932621" y="1664363"/>
                  </a:lnTo>
                  <a:lnTo>
                    <a:pt x="1932394" y="1664483"/>
                  </a:lnTo>
                  <a:lnTo>
                    <a:pt x="1932317" y="1664529"/>
                  </a:lnTo>
                  <a:lnTo>
                    <a:pt x="1932280" y="1664553"/>
                  </a:lnTo>
                  <a:lnTo>
                    <a:pt x="1932204" y="1664604"/>
                  </a:lnTo>
                  <a:lnTo>
                    <a:pt x="1932024" y="1664862"/>
                  </a:lnTo>
                  <a:lnTo>
                    <a:pt x="1932014" y="1664979"/>
                  </a:lnTo>
                  <a:lnTo>
                    <a:pt x="1932024" y="1665000"/>
                  </a:lnTo>
                  <a:lnTo>
                    <a:pt x="1932081" y="1665026"/>
                  </a:lnTo>
                  <a:lnTo>
                    <a:pt x="1932144" y="1665086"/>
                  </a:lnTo>
                  <a:lnTo>
                    <a:pt x="1932153" y="1665175"/>
                  </a:lnTo>
                  <a:lnTo>
                    <a:pt x="1932150" y="1665261"/>
                  </a:lnTo>
                  <a:lnTo>
                    <a:pt x="1932149" y="1665274"/>
                  </a:lnTo>
                  <a:lnTo>
                    <a:pt x="1932049" y="1665862"/>
                  </a:lnTo>
                  <a:lnTo>
                    <a:pt x="1931890" y="1665847"/>
                  </a:lnTo>
                  <a:lnTo>
                    <a:pt x="1931504" y="1665376"/>
                  </a:lnTo>
                  <a:lnTo>
                    <a:pt x="1931240" y="1665143"/>
                  </a:lnTo>
                  <a:lnTo>
                    <a:pt x="1931075" y="1665019"/>
                  </a:lnTo>
                  <a:lnTo>
                    <a:pt x="1930878" y="1664991"/>
                  </a:lnTo>
                  <a:lnTo>
                    <a:pt x="1930584" y="1665299"/>
                  </a:lnTo>
                  <a:lnTo>
                    <a:pt x="1929286" y="1666582"/>
                  </a:lnTo>
                  <a:lnTo>
                    <a:pt x="1928987" y="1666916"/>
                  </a:lnTo>
                  <a:lnTo>
                    <a:pt x="1928870" y="1667149"/>
                  </a:lnTo>
                  <a:lnTo>
                    <a:pt x="1928762" y="1667312"/>
                  </a:lnTo>
                  <a:lnTo>
                    <a:pt x="1928745" y="1667333"/>
                  </a:lnTo>
                  <a:lnTo>
                    <a:pt x="1928632" y="1667423"/>
                  </a:lnTo>
                  <a:lnTo>
                    <a:pt x="1928606" y="1667430"/>
                  </a:lnTo>
                  <a:lnTo>
                    <a:pt x="1928574" y="1667438"/>
                  </a:lnTo>
                  <a:lnTo>
                    <a:pt x="1928557" y="1667443"/>
                  </a:lnTo>
                  <a:lnTo>
                    <a:pt x="1928490" y="1667439"/>
                  </a:lnTo>
                  <a:lnTo>
                    <a:pt x="1928451" y="1667390"/>
                  </a:lnTo>
                  <a:lnTo>
                    <a:pt x="1928438" y="1667391"/>
                  </a:lnTo>
                  <a:lnTo>
                    <a:pt x="1928342" y="1667418"/>
                  </a:lnTo>
                  <a:lnTo>
                    <a:pt x="1928252" y="1667451"/>
                  </a:lnTo>
                  <a:lnTo>
                    <a:pt x="1928160" y="1667491"/>
                  </a:lnTo>
                  <a:lnTo>
                    <a:pt x="1927776" y="1667887"/>
                  </a:lnTo>
                  <a:lnTo>
                    <a:pt x="1927758" y="1667907"/>
                  </a:lnTo>
                  <a:lnTo>
                    <a:pt x="1927722" y="1667977"/>
                  </a:lnTo>
                  <a:lnTo>
                    <a:pt x="1927719" y="1668269"/>
                  </a:lnTo>
                  <a:lnTo>
                    <a:pt x="1927722" y="1668400"/>
                  </a:lnTo>
                  <a:lnTo>
                    <a:pt x="1927725" y="1668439"/>
                  </a:lnTo>
                  <a:lnTo>
                    <a:pt x="1927761" y="1668481"/>
                  </a:lnTo>
                  <a:lnTo>
                    <a:pt x="1927790" y="1668493"/>
                  </a:lnTo>
                  <a:lnTo>
                    <a:pt x="1927825" y="1668491"/>
                  </a:lnTo>
                  <a:lnTo>
                    <a:pt x="1927828" y="1668483"/>
                  </a:lnTo>
                  <a:lnTo>
                    <a:pt x="1928086" y="1668416"/>
                  </a:lnTo>
                  <a:lnTo>
                    <a:pt x="1928912" y="1668069"/>
                  </a:lnTo>
                  <a:lnTo>
                    <a:pt x="1929015" y="1667992"/>
                  </a:lnTo>
                  <a:lnTo>
                    <a:pt x="1929107" y="1667853"/>
                  </a:lnTo>
                  <a:lnTo>
                    <a:pt x="1929127" y="1667793"/>
                  </a:lnTo>
                  <a:lnTo>
                    <a:pt x="1929137" y="1667723"/>
                  </a:lnTo>
                  <a:lnTo>
                    <a:pt x="1929129" y="1667697"/>
                  </a:lnTo>
                  <a:lnTo>
                    <a:pt x="1929138" y="1667616"/>
                  </a:lnTo>
                  <a:lnTo>
                    <a:pt x="1929254" y="1667308"/>
                  </a:lnTo>
                  <a:lnTo>
                    <a:pt x="1929297" y="1667204"/>
                  </a:lnTo>
                  <a:lnTo>
                    <a:pt x="1929340" y="1667161"/>
                  </a:lnTo>
                  <a:lnTo>
                    <a:pt x="1929444" y="1667128"/>
                  </a:lnTo>
                  <a:lnTo>
                    <a:pt x="1929761" y="1667117"/>
                  </a:lnTo>
                  <a:lnTo>
                    <a:pt x="1929984" y="1667130"/>
                  </a:lnTo>
                  <a:lnTo>
                    <a:pt x="1930071" y="1667230"/>
                  </a:lnTo>
                  <a:lnTo>
                    <a:pt x="1930259" y="1667606"/>
                  </a:lnTo>
                  <a:lnTo>
                    <a:pt x="1930288" y="1667634"/>
                  </a:lnTo>
                  <a:lnTo>
                    <a:pt x="1930488" y="1667828"/>
                  </a:lnTo>
                  <a:lnTo>
                    <a:pt x="1930517" y="1667889"/>
                  </a:lnTo>
                  <a:lnTo>
                    <a:pt x="1930515" y="1667942"/>
                  </a:lnTo>
                  <a:lnTo>
                    <a:pt x="1930492" y="1667995"/>
                  </a:lnTo>
                  <a:lnTo>
                    <a:pt x="1930438" y="1668010"/>
                  </a:lnTo>
                  <a:lnTo>
                    <a:pt x="1930363" y="1668017"/>
                  </a:lnTo>
                  <a:lnTo>
                    <a:pt x="1930342" y="1668029"/>
                  </a:lnTo>
                  <a:lnTo>
                    <a:pt x="1930296" y="1668137"/>
                  </a:lnTo>
                  <a:lnTo>
                    <a:pt x="1930231" y="1668350"/>
                  </a:lnTo>
                  <a:lnTo>
                    <a:pt x="1930225" y="1668368"/>
                  </a:lnTo>
                  <a:lnTo>
                    <a:pt x="1930238" y="1668399"/>
                  </a:lnTo>
                  <a:lnTo>
                    <a:pt x="1930257" y="1668427"/>
                  </a:lnTo>
                  <a:lnTo>
                    <a:pt x="1930298" y="1668455"/>
                  </a:lnTo>
                  <a:lnTo>
                    <a:pt x="1930364" y="1668430"/>
                  </a:lnTo>
                  <a:lnTo>
                    <a:pt x="1930455" y="1668377"/>
                  </a:lnTo>
                  <a:lnTo>
                    <a:pt x="1930884" y="1668281"/>
                  </a:lnTo>
                  <a:lnTo>
                    <a:pt x="1930923" y="1668265"/>
                  </a:lnTo>
                  <a:lnTo>
                    <a:pt x="1931089" y="1668248"/>
                  </a:lnTo>
                  <a:lnTo>
                    <a:pt x="1931265" y="1668307"/>
                  </a:lnTo>
                  <a:lnTo>
                    <a:pt x="1931368" y="1668414"/>
                  </a:lnTo>
                  <a:lnTo>
                    <a:pt x="1931387" y="1668434"/>
                  </a:lnTo>
                  <a:lnTo>
                    <a:pt x="1931373" y="1668502"/>
                  </a:lnTo>
                  <a:lnTo>
                    <a:pt x="1931364" y="1668512"/>
                  </a:lnTo>
                  <a:lnTo>
                    <a:pt x="1931246" y="1668644"/>
                  </a:lnTo>
                  <a:lnTo>
                    <a:pt x="1931079" y="1668812"/>
                  </a:lnTo>
                  <a:lnTo>
                    <a:pt x="1930900" y="1668915"/>
                  </a:lnTo>
                  <a:lnTo>
                    <a:pt x="1930787" y="1668983"/>
                  </a:lnTo>
                  <a:lnTo>
                    <a:pt x="1930712" y="1669099"/>
                  </a:lnTo>
                  <a:lnTo>
                    <a:pt x="1930836" y="1669268"/>
                  </a:lnTo>
                  <a:lnTo>
                    <a:pt x="1930962" y="1669265"/>
                  </a:lnTo>
                  <a:lnTo>
                    <a:pt x="1931003" y="1669245"/>
                  </a:lnTo>
                  <a:lnTo>
                    <a:pt x="1931112" y="1669223"/>
                  </a:lnTo>
                  <a:lnTo>
                    <a:pt x="1931289" y="1669199"/>
                  </a:lnTo>
                  <a:lnTo>
                    <a:pt x="1931354" y="1669203"/>
                  </a:lnTo>
                  <a:lnTo>
                    <a:pt x="1931369" y="1669209"/>
                  </a:lnTo>
                  <a:lnTo>
                    <a:pt x="1931653" y="1669312"/>
                  </a:lnTo>
                  <a:lnTo>
                    <a:pt x="1931723" y="1669337"/>
                  </a:lnTo>
                  <a:lnTo>
                    <a:pt x="1931752" y="1669359"/>
                  </a:lnTo>
                  <a:lnTo>
                    <a:pt x="1931820" y="1669508"/>
                  </a:lnTo>
                  <a:lnTo>
                    <a:pt x="1932190" y="1669817"/>
                  </a:lnTo>
                  <a:lnTo>
                    <a:pt x="1932256" y="1669828"/>
                  </a:lnTo>
                  <a:lnTo>
                    <a:pt x="1932365" y="1669728"/>
                  </a:lnTo>
                  <a:lnTo>
                    <a:pt x="1932519" y="1669660"/>
                  </a:lnTo>
                  <a:lnTo>
                    <a:pt x="1932740" y="1669572"/>
                  </a:lnTo>
                  <a:lnTo>
                    <a:pt x="1932776" y="1669565"/>
                  </a:lnTo>
                  <a:lnTo>
                    <a:pt x="1932850" y="1669570"/>
                  </a:lnTo>
                  <a:lnTo>
                    <a:pt x="1933073" y="1669538"/>
                  </a:lnTo>
                  <a:lnTo>
                    <a:pt x="1933367" y="1669386"/>
                  </a:lnTo>
                  <a:lnTo>
                    <a:pt x="1933387" y="1669365"/>
                  </a:lnTo>
                  <a:lnTo>
                    <a:pt x="1933606" y="1669206"/>
                  </a:lnTo>
                  <a:lnTo>
                    <a:pt x="1933649" y="1669180"/>
                  </a:lnTo>
                  <a:lnTo>
                    <a:pt x="1933753" y="1669262"/>
                  </a:lnTo>
                  <a:lnTo>
                    <a:pt x="1933783" y="1669347"/>
                  </a:lnTo>
                  <a:lnTo>
                    <a:pt x="1933752" y="1669389"/>
                  </a:lnTo>
                  <a:lnTo>
                    <a:pt x="1933657" y="1669493"/>
                  </a:lnTo>
                  <a:lnTo>
                    <a:pt x="1933572" y="1669562"/>
                  </a:lnTo>
                  <a:lnTo>
                    <a:pt x="1933521" y="1669598"/>
                  </a:lnTo>
                  <a:lnTo>
                    <a:pt x="1933388" y="1669669"/>
                  </a:lnTo>
                  <a:lnTo>
                    <a:pt x="1933273" y="1669746"/>
                  </a:lnTo>
                  <a:lnTo>
                    <a:pt x="1933249" y="1669765"/>
                  </a:lnTo>
                  <a:lnTo>
                    <a:pt x="1933201" y="1669832"/>
                  </a:lnTo>
                  <a:lnTo>
                    <a:pt x="1933190" y="1669861"/>
                  </a:lnTo>
                  <a:lnTo>
                    <a:pt x="1933043" y="1670060"/>
                  </a:lnTo>
                  <a:lnTo>
                    <a:pt x="1932768" y="1670366"/>
                  </a:lnTo>
                  <a:lnTo>
                    <a:pt x="1932746" y="1670385"/>
                  </a:lnTo>
                  <a:lnTo>
                    <a:pt x="1932673" y="1670438"/>
                  </a:lnTo>
                  <a:lnTo>
                    <a:pt x="1932381" y="1670694"/>
                  </a:lnTo>
                  <a:lnTo>
                    <a:pt x="1932291" y="1670754"/>
                  </a:lnTo>
                  <a:lnTo>
                    <a:pt x="1931673" y="1671103"/>
                  </a:lnTo>
                  <a:lnTo>
                    <a:pt x="1930660" y="1671611"/>
                  </a:lnTo>
                  <a:lnTo>
                    <a:pt x="1930531" y="1671655"/>
                  </a:lnTo>
                  <a:lnTo>
                    <a:pt x="1930287" y="1671821"/>
                  </a:lnTo>
                  <a:lnTo>
                    <a:pt x="1930276" y="1671834"/>
                  </a:lnTo>
                  <a:lnTo>
                    <a:pt x="1930210" y="1671917"/>
                  </a:lnTo>
                  <a:lnTo>
                    <a:pt x="1930128" y="1672072"/>
                  </a:lnTo>
                  <a:lnTo>
                    <a:pt x="1930121" y="1672111"/>
                  </a:lnTo>
                  <a:lnTo>
                    <a:pt x="1930070" y="1672181"/>
                  </a:lnTo>
                  <a:lnTo>
                    <a:pt x="1930000" y="1672269"/>
                  </a:lnTo>
                  <a:lnTo>
                    <a:pt x="1929916" y="1672316"/>
                  </a:lnTo>
                  <a:lnTo>
                    <a:pt x="1929878" y="1672325"/>
                  </a:lnTo>
                  <a:lnTo>
                    <a:pt x="1929723" y="1672292"/>
                  </a:lnTo>
                  <a:lnTo>
                    <a:pt x="1929570" y="1672202"/>
                  </a:lnTo>
                  <a:lnTo>
                    <a:pt x="1929527" y="1672154"/>
                  </a:lnTo>
                  <a:lnTo>
                    <a:pt x="1929240" y="1671834"/>
                  </a:lnTo>
                  <a:lnTo>
                    <a:pt x="1928961" y="1671521"/>
                  </a:lnTo>
                  <a:lnTo>
                    <a:pt x="1928863" y="1671359"/>
                  </a:lnTo>
                  <a:lnTo>
                    <a:pt x="1928836" y="1671322"/>
                  </a:lnTo>
                  <a:lnTo>
                    <a:pt x="1928808" y="1671287"/>
                  </a:lnTo>
                  <a:lnTo>
                    <a:pt x="1928782" y="1671281"/>
                  </a:lnTo>
                  <a:lnTo>
                    <a:pt x="1928023" y="1671231"/>
                  </a:lnTo>
                  <a:lnTo>
                    <a:pt x="1927991" y="1671211"/>
                  </a:lnTo>
                  <a:lnTo>
                    <a:pt x="1927947" y="1671228"/>
                  </a:lnTo>
                  <a:lnTo>
                    <a:pt x="1927919" y="1671265"/>
                  </a:lnTo>
                  <a:lnTo>
                    <a:pt x="1927803" y="1671446"/>
                  </a:lnTo>
                  <a:lnTo>
                    <a:pt x="1927743" y="1671568"/>
                  </a:lnTo>
                  <a:lnTo>
                    <a:pt x="1927555" y="1671817"/>
                  </a:lnTo>
                  <a:lnTo>
                    <a:pt x="1927219" y="1672295"/>
                  </a:lnTo>
                  <a:lnTo>
                    <a:pt x="1927196" y="1672329"/>
                  </a:lnTo>
                  <a:lnTo>
                    <a:pt x="1927152" y="1672357"/>
                  </a:lnTo>
                  <a:lnTo>
                    <a:pt x="1926972" y="1672425"/>
                  </a:lnTo>
                  <a:lnTo>
                    <a:pt x="1926703" y="1672350"/>
                  </a:lnTo>
                  <a:lnTo>
                    <a:pt x="1926630" y="1672357"/>
                  </a:lnTo>
                  <a:lnTo>
                    <a:pt x="1926422" y="1672375"/>
                  </a:lnTo>
                  <a:lnTo>
                    <a:pt x="1926228" y="1672507"/>
                  </a:lnTo>
                  <a:lnTo>
                    <a:pt x="1926225" y="1672529"/>
                  </a:lnTo>
                  <a:lnTo>
                    <a:pt x="1926224" y="1672541"/>
                  </a:lnTo>
                  <a:lnTo>
                    <a:pt x="1926260" y="1672659"/>
                  </a:lnTo>
                  <a:lnTo>
                    <a:pt x="1926287" y="1672742"/>
                  </a:lnTo>
                  <a:lnTo>
                    <a:pt x="1926291" y="1672751"/>
                  </a:lnTo>
                  <a:lnTo>
                    <a:pt x="1926421" y="1672852"/>
                  </a:lnTo>
                  <a:lnTo>
                    <a:pt x="1926650" y="1672996"/>
                  </a:lnTo>
                  <a:lnTo>
                    <a:pt x="1926771" y="1673067"/>
                  </a:lnTo>
                  <a:lnTo>
                    <a:pt x="1926783" y="1673041"/>
                  </a:lnTo>
                  <a:lnTo>
                    <a:pt x="1926970" y="1673011"/>
                  </a:lnTo>
                  <a:lnTo>
                    <a:pt x="1927023" y="1673020"/>
                  </a:lnTo>
                  <a:lnTo>
                    <a:pt x="1927072" y="1673038"/>
                  </a:lnTo>
                  <a:lnTo>
                    <a:pt x="1927158" y="1673091"/>
                  </a:lnTo>
                  <a:lnTo>
                    <a:pt x="1927394" y="1673271"/>
                  </a:lnTo>
                  <a:lnTo>
                    <a:pt x="1927767" y="1673568"/>
                  </a:lnTo>
                  <a:lnTo>
                    <a:pt x="1927942" y="1673712"/>
                  </a:lnTo>
                  <a:lnTo>
                    <a:pt x="1928007" y="1673801"/>
                  </a:lnTo>
                  <a:lnTo>
                    <a:pt x="1928022" y="1673839"/>
                  </a:lnTo>
                  <a:lnTo>
                    <a:pt x="1928029" y="1673888"/>
                  </a:lnTo>
                  <a:lnTo>
                    <a:pt x="1928007" y="1674177"/>
                  </a:lnTo>
                  <a:lnTo>
                    <a:pt x="1927959" y="1674518"/>
                  </a:lnTo>
                  <a:lnTo>
                    <a:pt x="1927962" y="1674576"/>
                  </a:lnTo>
                  <a:lnTo>
                    <a:pt x="1928134" y="1674736"/>
                  </a:lnTo>
                  <a:lnTo>
                    <a:pt x="1928179" y="1674770"/>
                  </a:lnTo>
                  <a:lnTo>
                    <a:pt x="1928199" y="1674786"/>
                  </a:lnTo>
                  <a:lnTo>
                    <a:pt x="1928205" y="1674791"/>
                  </a:lnTo>
                  <a:lnTo>
                    <a:pt x="1928213" y="1674791"/>
                  </a:lnTo>
                  <a:lnTo>
                    <a:pt x="1928258" y="1674722"/>
                  </a:lnTo>
                  <a:lnTo>
                    <a:pt x="1928309" y="1674614"/>
                  </a:lnTo>
                  <a:lnTo>
                    <a:pt x="1928337" y="1674513"/>
                  </a:lnTo>
                  <a:lnTo>
                    <a:pt x="1928436" y="1674068"/>
                  </a:lnTo>
                  <a:lnTo>
                    <a:pt x="1928470" y="1673949"/>
                  </a:lnTo>
                  <a:lnTo>
                    <a:pt x="1928558" y="1673789"/>
                  </a:lnTo>
                  <a:lnTo>
                    <a:pt x="1928651" y="1673671"/>
                  </a:lnTo>
                  <a:lnTo>
                    <a:pt x="1929065" y="1673235"/>
                  </a:lnTo>
                  <a:lnTo>
                    <a:pt x="1929114" y="1673184"/>
                  </a:lnTo>
                  <a:lnTo>
                    <a:pt x="1929292" y="1673150"/>
                  </a:lnTo>
                  <a:lnTo>
                    <a:pt x="1929370" y="1673186"/>
                  </a:lnTo>
                  <a:lnTo>
                    <a:pt x="1929488" y="1673253"/>
                  </a:lnTo>
                  <a:lnTo>
                    <a:pt x="1929853" y="1673307"/>
                  </a:lnTo>
                  <a:lnTo>
                    <a:pt x="1929878" y="1673312"/>
                  </a:lnTo>
                  <a:lnTo>
                    <a:pt x="1930377" y="1673345"/>
                  </a:lnTo>
                  <a:lnTo>
                    <a:pt x="1930433" y="1673353"/>
                  </a:lnTo>
                  <a:lnTo>
                    <a:pt x="1930511" y="1673367"/>
                  </a:lnTo>
                  <a:lnTo>
                    <a:pt x="1930623" y="1673489"/>
                  </a:lnTo>
                  <a:lnTo>
                    <a:pt x="1930664" y="1673548"/>
                  </a:lnTo>
                  <a:lnTo>
                    <a:pt x="1930674" y="1673713"/>
                  </a:lnTo>
                  <a:lnTo>
                    <a:pt x="1930662" y="1673921"/>
                  </a:lnTo>
                  <a:lnTo>
                    <a:pt x="1930702" y="1674046"/>
                  </a:lnTo>
                  <a:lnTo>
                    <a:pt x="1930725" y="1674135"/>
                  </a:lnTo>
                  <a:lnTo>
                    <a:pt x="1930806" y="1674179"/>
                  </a:lnTo>
                  <a:lnTo>
                    <a:pt x="1930906" y="1674184"/>
                  </a:lnTo>
                  <a:lnTo>
                    <a:pt x="1931072" y="1674059"/>
                  </a:lnTo>
                  <a:lnTo>
                    <a:pt x="1931140" y="1674010"/>
                  </a:lnTo>
                  <a:lnTo>
                    <a:pt x="1931227" y="1673970"/>
                  </a:lnTo>
                  <a:lnTo>
                    <a:pt x="1931309" y="1673901"/>
                  </a:lnTo>
                  <a:lnTo>
                    <a:pt x="1931363" y="1673836"/>
                  </a:lnTo>
                  <a:lnTo>
                    <a:pt x="1931373" y="1673680"/>
                  </a:lnTo>
                  <a:lnTo>
                    <a:pt x="1931377" y="1673584"/>
                  </a:lnTo>
                  <a:lnTo>
                    <a:pt x="1931292" y="1673455"/>
                  </a:lnTo>
                  <a:lnTo>
                    <a:pt x="1931263" y="1673392"/>
                  </a:lnTo>
                  <a:lnTo>
                    <a:pt x="1931183" y="1673131"/>
                  </a:lnTo>
                  <a:lnTo>
                    <a:pt x="1931034" y="1672781"/>
                  </a:lnTo>
                  <a:lnTo>
                    <a:pt x="1931150" y="1672528"/>
                  </a:lnTo>
                  <a:lnTo>
                    <a:pt x="1931224" y="1672425"/>
                  </a:lnTo>
                  <a:lnTo>
                    <a:pt x="1931381" y="1672284"/>
                  </a:lnTo>
                  <a:lnTo>
                    <a:pt x="1931401" y="1672269"/>
                  </a:lnTo>
                  <a:lnTo>
                    <a:pt x="1931657" y="1672042"/>
                  </a:lnTo>
                  <a:lnTo>
                    <a:pt x="1931675" y="1672026"/>
                  </a:lnTo>
                  <a:lnTo>
                    <a:pt x="1931693" y="1672026"/>
                  </a:lnTo>
                  <a:lnTo>
                    <a:pt x="1931728" y="1672038"/>
                  </a:lnTo>
                  <a:lnTo>
                    <a:pt x="1931883" y="1672165"/>
                  </a:lnTo>
                  <a:lnTo>
                    <a:pt x="1932044" y="1672256"/>
                  </a:lnTo>
                  <a:lnTo>
                    <a:pt x="1932072" y="1672253"/>
                  </a:lnTo>
                  <a:lnTo>
                    <a:pt x="1932118" y="1672241"/>
                  </a:lnTo>
                  <a:lnTo>
                    <a:pt x="1932200" y="1672189"/>
                  </a:lnTo>
                  <a:lnTo>
                    <a:pt x="1932216" y="1672131"/>
                  </a:lnTo>
                  <a:lnTo>
                    <a:pt x="1932238" y="1672006"/>
                  </a:lnTo>
                  <a:lnTo>
                    <a:pt x="1932233" y="1671979"/>
                  </a:lnTo>
                  <a:lnTo>
                    <a:pt x="1932229" y="1671965"/>
                  </a:lnTo>
                  <a:lnTo>
                    <a:pt x="1932177" y="1671899"/>
                  </a:lnTo>
                  <a:lnTo>
                    <a:pt x="1932168" y="1671786"/>
                  </a:lnTo>
                  <a:lnTo>
                    <a:pt x="1932311" y="1671527"/>
                  </a:lnTo>
                  <a:lnTo>
                    <a:pt x="1932436" y="1671373"/>
                  </a:lnTo>
                  <a:lnTo>
                    <a:pt x="1932454" y="1671354"/>
                  </a:lnTo>
                  <a:lnTo>
                    <a:pt x="1932723" y="1671138"/>
                  </a:lnTo>
                  <a:lnTo>
                    <a:pt x="1933051" y="1670851"/>
                  </a:lnTo>
                  <a:lnTo>
                    <a:pt x="1933066" y="1670839"/>
                  </a:lnTo>
                  <a:lnTo>
                    <a:pt x="1933095" y="1670856"/>
                  </a:lnTo>
                  <a:lnTo>
                    <a:pt x="1933157" y="1670988"/>
                  </a:lnTo>
                  <a:lnTo>
                    <a:pt x="1933169" y="1671049"/>
                  </a:lnTo>
                  <a:lnTo>
                    <a:pt x="1933153" y="1671103"/>
                  </a:lnTo>
                  <a:lnTo>
                    <a:pt x="1933130" y="1671138"/>
                  </a:lnTo>
                  <a:lnTo>
                    <a:pt x="1933140" y="1671215"/>
                  </a:lnTo>
                  <a:lnTo>
                    <a:pt x="1933179" y="1671278"/>
                  </a:lnTo>
                  <a:lnTo>
                    <a:pt x="1933208" y="1671309"/>
                  </a:lnTo>
                  <a:lnTo>
                    <a:pt x="1933237" y="1671340"/>
                  </a:lnTo>
                  <a:lnTo>
                    <a:pt x="1933364" y="1671345"/>
                  </a:lnTo>
                  <a:lnTo>
                    <a:pt x="1933438" y="1671355"/>
                  </a:lnTo>
                  <a:lnTo>
                    <a:pt x="1933369" y="1671637"/>
                  </a:lnTo>
                  <a:lnTo>
                    <a:pt x="1933322" y="1671786"/>
                  </a:lnTo>
                  <a:lnTo>
                    <a:pt x="1933313" y="1671869"/>
                  </a:lnTo>
                  <a:lnTo>
                    <a:pt x="1933322" y="1671896"/>
                  </a:lnTo>
                  <a:lnTo>
                    <a:pt x="1933326" y="1671902"/>
                  </a:lnTo>
                  <a:lnTo>
                    <a:pt x="1933341" y="1671907"/>
                  </a:lnTo>
                  <a:lnTo>
                    <a:pt x="1933751" y="1671812"/>
                  </a:lnTo>
                  <a:lnTo>
                    <a:pt x="1933810" y="1671779"/>
                  </a:lnTo>
                  <a:lnTo>
                    <a:pt x="1933913" y="1671396"/>
                  </a:lnTo>
                  <a:lnTo>
                    <a:pt x="1933928" y="1671318"/>
                  </a:lnTo>
                  <a:lnTo>
                    <a:pt x="1933910" y="1671256"/>
                  </a:lnTo>
                  <a:lnTo>
                    <a:pt x="1933878" y="1671222"/>
                  </a:lnTo>
                  <a:lnTo>
                    <a:pt x="1933842" y="1671186"/>
                  </a:lnTo>
                  <a:lnTo>
                    <a:pt x="1933829" y="1671167"/>
                  </a:lnTo>
                  <a:lnTo>
                    <a:pt x="1933841" y="1671146"/>
                  </a:lnTo>
                  <a:lnTo>
                    <a:pt x="1933993" y="1670932"/>
                  </a:lnTo>
                  <a:lnTo>
                    <a:pt x="1934008" y="1670927"/>
                  </a:lnTo>
                  <a:lnTo>
                    <a:pt x="1934031" y="1670935"/>
                  </a:lnTo>
                  <a:lnTo>
                    <a:pt x="1934060" y="1670967"/>
                  </a:lnTo>
                  <a:lnTo>
                    <a:pt x="1934137" y="1671234"/>
                  </a:lnTo>
                  <a:lnTo>
                    <a:pt x="1934141" y="1671305"/>
                  </a:lnTo>
                  <a:lnTo>
                    <a:pt x="1934125" y="1671334"/>
                  </a:lnTo>
                  <a:lnTo>
                    <a:pt x="1934122" y="1671364"/>
                  </a:lnTo>
                  <a:lnTo>
                    <a:pt x="1934127" y="1671404"/>
                  </a:lnTo>
                  <a:lnTo>
                    <a:pt x="1934151" y="1671479"/>
                  </a:lnTo>
                  <a:lnTo>
                    <a:pt x="1934233" y="1671665"/>
                  </a:lnTo>
                  <a:lnTo>
                    <a:pt x="1934270" y="1671697"/>
                  </a:lnTo>
                  <a:lnTo>
                    <a:pt x="1934281" y="1671741"/>
                  </a:lnTo>
                  <a:lnTo>
                    <a:pt x="1934283" y="1671786"/>
                  </a:lnTo>
                  <a:lnTo>
                    <a:pt x="1934254" y="1671854"/>
                  </a:lnTo>
                  <a:lnTo>
                    <a:pt x="1934180" y="1671895"/>
                  </a:lnTo>
                  <a:lnTo>
                    <a:pt x="1934150" y="1671908"/>
                  </a:lnTo>
                  <a:lnTo>
                    <a:pt x="1934119" y="1671905"/>
                  </a:lnTo>
                  <a:lnTo>
                    <a:pt x="1934045" y="1671875"/>
                  </a:lnTo>
                  <a:lnTo>
                    <a:pt x="1934024" y="1671864"/>
                  </a:lnTo>
                  <a:lnTo>
                    <a:pt x="1933883" y="1671958"/>
                  </a:lnTo>
                  <a:lnTo>
                    <a:pt x="1933837" y="1672174"/>
                  </a:lnTo>
                  <a:lnTo>
                    <a:pt x="1933823" y="1672295"/>
                  </a:lnTo>
                  <a:lnTo>
                    <a:pt x="1933872" y="1672506"/>
                  </a:lnTo>
                  <a:lnTo>
                    <a:pt x="1933984" y="1672639"/>
                  </a:lnTo>
                  <a:lnTo>
                    <a:pt x="1933996" y="1672655"/>
                  </a:lnTo>
                  <a:lnTo>
                    <a:pt x="1934011" y="1672690"/>
                  </a:lnTo>
                  <a:lnTo>
                    <a:pt x="1934016" y="1672775"/>
                  </a:lnTo>
                  <a:lnTo>
                    <a:pt x="1933966" y="1672914"/>
                  </a:lnTo>
                  <a:lnTo>
                    <a:pt x="1933894" y="1672989"/>
                  </a:lnTo>
                  <a:lnTo>
                    <a:pt x="1933852" y="1673003"/>
                  </a:lnTo>
                  <a:lnTo>
                    <a:pt x="1933813" y="1672995"/>
                  </a:lnTo>
                  <a:lnTo>
                    <a:pt x="1933782" y="1672964"/>
                  </a:lnTo>
                  <a:lnTo>
                    <a:pt x="1933695" y="1672941"/>
                  </a:lnTo>
                  <a:lnTo>
                    <a:pt x="1933684" y="1672943"/>
                  </a:lnTo>
                  <a:lnTo>
                    <a:pt x="1933664" y="1672959"/>
                  </a:lnTo>
                  <a:lnTo>
                    <a:pt x="1933614" y="1673023"/>
                  </a:lnTo>
                  <a:lnTo>
                    <a:pt x="1933598" y="1673049"/>
                  </a:lnTo>
                  <a:lnTo>
                    <a:pt x="1933625" y="1673082"/>
                  </a:lnTo>
                  <a:lnTo>
                    <a:pt x="1933666" y="1673123"/>
                  </a:lnTo>
                  <a:lnTo>
                    <a:pt x="1933701" y="1673160"/>
                  </a:lnTo>
                  <a:lnTo>
                    <a:pt x="1933732" y="1673181"/>
                  </a:lnTo>
                  <a:lnTo>
                    <a:pt x="1933786" y="1673245"/>
                  </a:lnTo>
                  <a:lnTo>
                    <a:pt x="1933823" y="1673367"/>
                  </a:lnTo>
                  <a:lnTo>
                    <a:pt x="1933821" y="1673379"/>
                  </a:lnTo>
                  <a:lnTo>
                    <a:pt x="1933788" y="1673489"/>
                  </a:lnTo>
                  <a:lnTo>
                    <a:pt x="1933736" y="1673580"/>
                  </a:lnTo>
                  <a:lnTo>
                    <a:pt x="1933720" y="1673597"/>
                  </a:lnTo>
                  <a:lnTo>
                    <a:pt x="1933693" y="1673608"/>
                  </a:lnTo>
                  <a:lnTo>
                    <a:pt x="1933660" y="1673608"/>
                  </a:lnTo>
                  <a:lnTo>
                    <a:pt x="1933624" y="1673583"/>
                  </a:lnTo>
                  <a:lnTo>
                    <a:pt x="1933615" y="1673596"/>
                  </a:lnTo>
                  <a:lnTo>
                    <a:pt x="1933612" y="1673624"/>
                  </a:lnTo>
                  <a:lnTo>
                    <a:pt x="1933621" y="1673644"/>
                  </a:lnTo>
                  <a:lnTo>
                    <a:pt x="1933683" y="1673673"/>
                  </a:lnTo>
                  <a:lnTo>
                    <a:pt x="1933722" y="1673678"/>
                  </a:lnTo>
                  <a:lnTo>
                    <a:pt x="1933837" y="1673633"/>
                  </a:lnTo>
                  <a:lnTo>
                    <a:pt x="1933964" y="1673489"/>
                  </a:lnTo>
                  <a:lnTo>
                    <a:pt x="1934042" y="1673363"/>
                  </a:lnTo>
                  <a:lnTo>
                    <a:pt x="1934030" y="1673332"/>
                  </a:lnTo>
                  <a:lnTo>
                    <a:pt x="1934037" y="1673270"/>
                  </a:lnTo>
                  <a:lnTo>
                    <a:pt x="1934124" y="1673126"/>
                  </a:lnTo>
                  <a:lnTo>
                    <a:pt x="1934201" y="1673073"/>
                  </a:lnTo>
                  <a:lnTo>
                    <a:pt x="1934249" y="1673059"/>
                  </a:lnTo>
                  <a:lnTo>
                    <a:pt x="1934302" y="1673151"/>
                  </a:lnTo>
                  <a:lnTo>
                    <a:pt x="1934462" y="1673741"/>
                  </a:lnTo>
                  <a:lnTo>
                    <a:pt x="1934353" y="1673785"/>
                  </a:lnTo>
                  <a:lnTo>
                    <a:pt x="1934287" y="1673811"/>
                  </a:lnTo>
                  <a:lnTo>
                    <a:pt x="1934277" y="1673842"/>
                  </a:lnTo>
                  <a:lnTo>
                    <a:pt x="1934271" y="1673904"/>
                  </a:lnTo>
                  <a:lnTo>
                    <a:pt x="1934379" y="1673995"/>
                  </a:lnTo>
                  <a:lnTo>
                    <a:pt x="1934408" y="1674005"/>
                  </a:lnTo>
                  <a:lnTo>
                    <a:pt x="1934642" y="1673985"/>
                  </a:lnTo>
                  <a:lnTo>
                    <a:pt x="1934662" y="1673983"/>
                  </a:lnTo>
                  <a:lnTo>
                    <a:pt x="1934704" y="1673968"/>
                  </a:lnTo>
                  <a:lnTo>
                    <a:pt x="1934712" y="1673838"/>
                  </a:lnTo>
                  <a:lnTo>
                    <a:pt x="1934701" y="1673784"/>
                  </a:lnTo>
                  <a:lnTo>
                    <a:pt x="1934676" y="1673681"/>
                  </a:lnTo>
                  <a:lnTo>
                    <a:pt x="1934621" y="1673618"/>
                  </a:lnTo>
                  <a:lnTo>
                    <a:pt x="1934610" y="1673520"/>
                  </a:lnTo>
                  <a:lnTo>
                    <a:pt x="1934603" y="1673457"/>
                  </a:lnTo>
                  <a:lnTo>
                    <a:pt x="1934618" y="1673276"/>
                  </a:lnTo>
                  <a:lnTo>
                    <a:pt x="1934650" y="1672961"/>
                  </a:lnTo>
                  <a:lnTo>
                    <a:pt x="1934659" y="1672707"/>
                  </a:lnTo>
                  <a:lnTo>
                    <a:pt x="1934647" y="1672449"/>
                  </a:lnTo>
                  <a:lnTo>
                    <a:pt x="1934764" y="1672418"/>
                  </a:lnTo>
                  <a:lnTo>
                    <a:pt x="1934890" y="1672368"/>
                  </a:lnTo>
                  <a:lnTo>
                    <a:pt x="1934929" y="1672196"/>
                  </a:lnTo>
                  <a:lnTo>
                    <a:pt x="1934917" y="1672136"/>
                  </a:lnTo>
                  <a:lnTo>
                    <a:pt x="1934926" y="1671904"/>
                  </a:lnTo>
                  <a:lnTo>
                    <a:pt x="1934939" y="1671894"/>
                  </a:lnTo>
                  <a:lnTo>
                    <a:pt x="1935189" y="1672004"/>
                  </a:lnTo>
                  <a:lnTo>
                    <a:pt x="1935224" y="1672031"/>
                  </a:lnTo>
                  <a:lnTo>
                    <a:pt x="1935348" y="1672192"/>
                  </a:lnTo>
                  <a:lnTo>
                    <a:pt x="1935370" y="1672252"/>
                  </a:lnTo>
                  <a:lnTo>
                    <a:pt x="1935372" y="1672292"/>
                  </a:lnTo>
                  <a:lnTo>
                    <a:pt x="1935346" y="1672500"/>
                  </a:lnTo>
                  <a:lnTo>
                    <a:pt x="1935286" y="1672562"/>
                  </a:lnTo>
                  <a:lnTo>
                    <a:pt x="1935229" y="1672594"/>
                  </a:lnTo>
                  <a:lnTo>
                    <a:pt x="1935204" y="1672622"/>
                  </a:lnTo>
                  <a:lnTo>
                    <a:pt x="1935199" y="1672700"/>
                  </a:lnTo>
                  <a:lnTo>
                    <a:pt x="1935207" y="1672749"/>
                  </a:lnTo>
                  <a:lnTo>
                    <a:pt x="1935341" y="1673130"/>
                  </a:lnTo>
                  <a:lnTo>
                    <a:pt x="1935396" y="1673169"/>
                  </a:lnTo>
                  <a:lnTo>
                    <a:pt x="1935441" y="1673184"/>
                  </a:lnTo>
                  <a:lnTo>
                    <a:pt x="1935941" y="1673216"/>
                  </a:lnTo>
                  <a:lnTo>
                    <a:pt x="1936007" y="1673177"/>
                  </a:lnTo>
                  <a:lnTo>
                    <a:pt x="1936089" y="1673115"/>
                  </a:lnTo>
                  <a:lnTo>
                    <a:pt x="1936219" y="1673067"/>
                  </a:lnTo>
                  <a:lnTo>
                    <a:pt x="1936368" y="1673056"/>
                  </a:lnTo>
                  <a:lnTo>
                    <a:pt x="1936551" y="1673138"/>
                  </a:lnTo>
                  <a:lnTo>
                    <a:pt x="1936675" y="1673226"/>
                  </a:lnTo>
                  <a:lnTo>
                    <a:pt x="1936691" y="1673320"/>
                  </a:lnTo>
                  <a:lnTo>
                    <a:pt x="1936713" y="1673457"/>
                  </a:lnTo>
                  <a:lnTo>
                    <a:pt x="1936596" y="1673607"/>
                  </a:lnTo>
                  <a:lnTo>
                    <a:pt x="1936665" y="1673873"/>
                  </a:lnTo>
                  <a:lnTo>
                    <a:pt x="1936864" y="1674072"/>
                  </a:lnTo>
                  <a:lnTo>
                    <a:pt x="1936943" y="1674111"/>
                  </a:lnTo>
                  <a:lnTo>
                    <a:pt x="1936952" y="1674141"/>
                  </a:lnTo>
                  <a:lnTo>
                    <a:pt x="1937053" y="1674478"/>
                  </a:lnTo>
                  <a:lnTo>
                    <a:pt x="1937048" y="1674485"/>
                  </a:lnTo>
                  <a:lnTo>
                    <a:pt x="1936994" y="1674514"/>
                  </a:lnTo>
                  <a:lnTo>
                    <a:pt x="1936900" y="1674532"/>
                  </a:lnTo>
                  <a:lnTo>
                    <a:pt x="1936770" y="1674535"/>
                  </a:lnTo>
                  <a:lnTo>
                    <a:pt x="1936745" y="1674524"/>
                  </a:lnTo>
                  <a:lnTo>
                    <a:pt x="1936704" y="1674487"/>
                  </a:lnTo>
                  <a:lnTo>
                    <a:pt x="1936542" y="1674334"/>
                  </a:lnTo>
                  <a:lnTo>
                    <a:pt x="1936530" y="1674313"/>
                  </a:lnTo>
                  <a:lnTo>
                    <a:pt x="1936532" y="1674247"/>
                  </a:lnTo>
                  <a:lnTo>
                    <a:pt x="1936549" y="1674228"/>
                  </a:lnTo>
                  <a:lnTo>
                    <a:pt x="1936547" y="1674209"/>
                  </a:lnTo>
                  <a:lnTo>
                    <a:pt x="1936530" y="1674187"/>
                  </a:lnTo>
                  <a:lnTo>
                    <a:pt x="1936461" y="1674095"/>
                  </a:lnTo>
                  <a:lnTo>
                    <a:pt x="1936447" y="1674077"/>
                  </a:lnTo>
                  <a:lnTo>
                    <a:pt x="1936424" y="1674063"/>
                  </a:lnTo>
                  <a:lnTo>
                    <a:pt x="1936160" y="1674042"/>
                  </a:lnTo>
                  <a:lnTo>
                    <a:pt x="1936119" y="1674054"/>
                  </a:lnTo>
                  <a:lnTo>
                    <a:pt x="1936076" y="1674083"/>
                  </a:lnTo>
                  <a:lnTo>
                    <a:pt x="1935892" y="1674249"/>
                  </a:lnTo>
                  <a:lnTo>
                    <a:pt x="1935621" y="1674587"/>
                  </a:lnTo>
                  <a:lnTo>
                    <a:pt x="1935589" y="1674836"/>
                  </a:lnTo>
                  <a:lnTo>
                    <a:pt x="1935580" y="1674983"/>
                  </a:lnTo>
                  <a:lnTo>
                    <a:pt x="1935625" y="1675156"/>
                  </a:lnTo>
                  <a:lnTo>
                    <a:pt x="1935672" y="1675261"/>
                  </a:lnTo>
                  <a:lnTo>
                    <a:pt x="1935820" y="1675376"/>
                  </a:lnTo>
                  <a:lnTo>
                    <a:pt x="1935984" y="1675618"/>
                  </a:lnTo>
                  <a:lnTo>
                    <a:pt x="1936047" y="1675742"/>
                  </a:lnTo>
                  <a:lnTo>
                    <a:pt x="1936069" y="1675748"/>
                  </a:lnTo>
                  <a:lnTo>
                    <a:pt x="1936090" y="1675743"/>
                  </a:lnTo>
                  <a:lnTo>
                    <a:pt x="1936172" y="1675712"/>
                  </a:lnTo>
                  <a:lnTo>
                    <a:pt x="1936283" y="1675759"/>
                  </a:lnTo>
                  <a:lnTo>
                    <a:pt x="1936295" y="1675768"/>
                  </a:lnTo>
                  <a:lnTo>
                    <a:pt x="1936316" y="1675802"/>
                  </a:lnTo>
                  <a:lnTo>
                    <a:pt x="1936340" y="1675840"/>
                  </a:lnTo>
                  <a:lnTo>
                    <a:pt x="1936343" y="1675896"/>
                  </a:lnTo>
                  <a:lnTo>
                    <a:pt x="1936343" y="1676192"/>
                  </a:lnTo>
                  <a:lnTo>
                    <a:pt x="1936343" y="1676731"/>
                  </a:lnTo>
                  <a:lnTo>
                    <a:pt x="1936358" y="1676747"/>
                  </a:lnTo>
                  <a:lnTo>
                    <a:pt x="1936372" y="1676783"/>
                  </a:lnTo>
                  <a:lnTo>
                    <a:pt x="1936385" y="1676855"/>
                  </a:lnTo>
                  <a:lnTo>
                    <a:pt x="1936379" y="1676904"/>
                  </a:lnTo>
                  <a:lnTo>
                    <a:pt x="1936339" y="1676999"/>
                  </a:lnTo>
                  <a:lnTo>
                    <a:pt x="1936299" y="1677043"/>
                  </a:lnTo>
                  <a:lnTo>
                    <a:pt x="1936273" y="1677045"/>
                  </a:lnTo>
                  <a:lnTo>
                    <a:pt x="1936167" y="1676998"/>
                  </a:lnTo>
                  <a:lnTo>
                    <a:pt x="1936110" y="1676818"/>
                  </a:lnTo>
                  <a:lnTo>
                    <a:pt x="1936058" y="1676718"/>
                  </a:lnTo>
                  <a:lnTo>
                    <a:pt x="1935976" y="1676573"/>
                  </a:lnTo>
                  <a:lnTo>
                    <a:pt x="1935912" y="1676541"/>
                  </a:lnTo>
                  <a:lnTo>
                    <a:pt x="1935735" y="1676511"/>
                  </a:lnTo>
                  <a:lnTo>
                    <a:pt x="1935694" y="1676525"/>
                  </a:lnTo>
                  <a:lnTo>
                    <a:pt x="1935641" y="1676582"/>
                  </a:lnTo>
                  <a:lnTo>
                    <a:pt x="1935612" y="1676632"/>
                  </a:lnTo>
                  <a:lnTo>
                    <a:pt x="1935609" y="1676645"/>
                  </a:lnTo>
                  <a:lnTo>
                    <a:pt x="1935609" y="1676668"/>
                  </a:lnTo>
                  <a:lnTo>
                    <a:pt x="1935649" y="1676752"/>
                  </a:lnTo>
                  <a:lnTo>
                    <a:pt x="1935690" y="1676827"/>
                  </a:lnTo>
                  <a:lnTo>
                    <a:pt x="1935741" y="1676848"/>
                  </a:lnTo>
                  <a:lnTo>
                    <a:pt x="1935811" y="1676896"/>
                  </a:lnTo>
                  <a:lnTo>
                    <a:pt x="1935880" y="1676967"/>
                  </a:lnTo>
                  <a:lnTo>
                    <a:pt x="1935889" y="1677021"/>
                  </a:lnTo>
                  <a:lnTo>
                    <a:pt x="1935870" y="1677109"/>
                  </a:lnTo>
                  <a:lnTo>
                    <a:pt x="1935843" y="1677142"/>
                  </a:lnTo>
                  <a:lnTo>
                    <a:pt x="1935806" y="1677157"/>
                  </a:lnTo>
                  <a:lnTo>
                    <a:pt x="1935748" y="1677156"/>
                  </a:lnTo>
                  <a:lnTo>
                    <a:pt x="1935535" y="1677581"/>
                  </a:lnTo>
                  <a:lnTo>
                    <a:pt x="1935513" y="1677621"/>
                  </a:lnTo>
                  <a:lnTo>
                    <a:pt x="1935369" y="1677655"/>
                  </a:lnTo>
                  <a:lnTo>
                    <a:pt x="1935290" y="1677638"/>
                  </a:lnTo>
                  <a:lnTo>
                    <a:pt x="1935137" y="1677584"/>
                  </a:lnTo>
                  <a:lnTo>
                    <a:pt x="1935062" y="1677614"/>
                  </a:lnTo>
                  <a:lnTo>
                    <a:pt x="1934926" y="1677752"/>
                  </a:lnTo>
                  <a:lnTo>
                    <a:pt x="1934863" y="1677822"/>
                  </a:lnTo>
                  <a:lnTo>
                    <a:pt x="1934959" y="1678332"/>
                  </a:lnTo>
                  <a:lnTo>
                    <a:pt x="1934851" y="1678581"/>
                  </a:lnTo>
                  <a:lnTo>
                    <a:pt x="1934842" y="1678589"/>
                  </a:lnTo>
                  <a:lnTo>
                    <a:pt x="1934749" y="1678642"/>
                  </a:lnTo>
                  <a:lnTo>
                    <a:pt x="1934735" y="1678644"/>
                  </a:lnTo>
                  <a:lnTo>
                    <a:pt x="1934705" y="1678633"/>
                  </a:lnTo>
                  <a:lnTo>
                    <a:pt x="1934690" y="1678622"/>
                  </a:lnTo>
                  <a:lnTo>
                    <a:pt x="1934661" y="1678597"/>
                  </a:lnTo>
                  <a:lnTo>
                    <a:pt x="1934547" y="1677763"/>
                  </a:lnTo>
                  <a:lnTo>
                    <a:pt x="1934516" y="1677643"/>
                  </a:lnTo>
                  <a:lnTo>
                    <a:pt x="1934442" y="1677621"/>
                  </a:lnTo>
                  <a:lnTo>
                    <a:pt x="1934392" y="1677647"/>
                  </a:lnTo>
                  <a:lnTo>
                    <a:pt x="1934265" y="1677829"/>
                  </a:lnTo>
                  <a:lnTo>
                    <a:pt x="1934214" y="1677907"/>
                  </a:lnTo>
                  <a:lnTo>
                    <a:pt x="1934154" y="1677969"/>
                  </a:lnTo>
                  <a:lnTo>
                    <a:pt x="1934144" y="1677989"/>
                  </a:lnTo>
                  <a:lnTo>
                    <a:pt x="1934058" y="1677982"/>
                  </a:lnTo>
                  <a:lnTo>
                    <a:pt x="1933999" y="1677921"/>
                  </a:lnTo>
                  <a:lnTo>
                    <a:pt x="1933903" y="1677778"/>
                  </a:lnTo>
                  <a:lnTo>
                    <a:pt x="1933701" y="1677359"/>
                  </a:lnTo>
                  <a:lnTo>
                    <a:pt x="1933659" y="1677319"/>
                  </a:lnTo>
                  <a:lnTo>
                    <a:pt x="1933571" y="1677217"/>
                  </a:lnTo>
                  <a:lnTo>
                    <a:pt x="1933531" y="1677148"/>
                  </a:lnTo>
                  <a:lnTo>
                    <a:pt x="1933519" y="1677102"/>
                  </a:lnTo>
                  <a:lnTo>
                    <a:pt x="1933523" y="1677088"/>
                  </a:lnTo>
                  <a:lnTo>
                    <a:pt x="1933536" y="1677057"/>
                  </a:lnTo>
                  <a:lnTo>
                    <a:pt x="1933614" y="1676899"/>
                  </a:lnTo>
                  <a:lnTo>
                    <a:pt x="1933627" y="1676882"/>
                  </a:lnTo>
                  <a:lnTo>
                    <a:pt x="1933669" y="1676760"/>
                  </a:lnTo>
                  <a:lnTo>
                    <a:pt x="1933685" y="1676656"/>
                  </a:lnTo>
                  <a:lnTo>
                    <a:pt x="1933697" y="1676588"/>
                  </a:lnTo>
                  <a:lnTo>
                    <a:pt x="1933633" y="1676482"/>
                  </a:lnTo>
                  <a:lnTo>
                    <a:pt x="1933537" y="1676378"/>
                  </a:lnTo>
                  <a:lnTo>
                    <a:pt x="1932938" y="1676149"/>
                  </a:lnTo>
                  <a:lnTo>
                    <a:pt x="1932506" y="1675984"/>
                  </a:lnTo>
                  <a:lnTo>
                    <a:pt x="1932151" y="1675848"/>
                  </a:lnTo>
                  <a:lnTo>
                    <a:pt x="1931825" y="1675723"/>
                  </a:lnTo>
                  <a:lnTo>
                    <a:pt x="1931526" y="1675491"/>
                  </a:lnTo>
                  <a:lnTo>
                    <a:pt x="1931394" y="1675405"/>
                  </a:lnTo>
                  <a:lnTo>
                    <a:pt x="1931361" y="1675397"/>
                  </a:lnTo>
                  <a:lnTo>
                    <a:pt x="1931038" y="1675455"/>
                  </a:lnTo>
                  <a:lnTo>
                    <a:pt x="1930985" y="1675505"/>
                  </a:lnTo>
                  <a:lnTo>
                    <a:pt x="1930938" y="1675628"/>
                  </a:lnTo>
                  <a:lnTo>
                    <a:pt x="1930917" y="1675800"/>
                  </a:lnTo>
                  <a:lnTo>
                    <a:pt x="1930915" y="1675846"/>
                  </a:lnTo>
                  <a:lnTo>
                    <a:pt x="1930925" y="1675911"/>
                  </a:lnTo>
                  <a:lnTo>
                    <a:pt x="1930919" y="1676046"/>
                  </a:lnTo>
                  <a:lnTo>
                    <a:pt x="1930871" y="1676499"/>
                  </a:lnTo>
                  <a:lnTo>
                    <a:pt x="1930809" y="1676633"/>
                  </a:lnTo>
                  <a:lnTo>
                    <a:pt x="1930780" y="1676680"/>
                  </a:lnTo>
                  <a:lnTo>
                    <a:pt x="1930732" y="1676743"/>
                  </a:lnTo>
                  <a:lnTo>
                    <a:pt x="1930722" y="1676745"/>
                  </a:lnTo>
                  <a:lnTo>
                    <a:pt x="1930707" y="1676771"/>
                  </a:lnTo>
                  <a:lnTo>
                    <a:pt x="1930711" y="1676840"/>
                  </a:lnTo>
                  <a:lnTo>
                    <a:pt x="1930752" y="1677067"/>
                  </a:lnTo>
                  <a:lnTo>
                    <a:pt x="1930879" y="1677265"/>
                  </a:lnTo>
                  <a:lnTo>
                    <a:pt x="1930929" y="1677280"/>
                  </a:lnTo>
                  <a:lnTo>
                    <a:pt x="1930962" y="1677267"/>
                  </a:lnTo>
                  <a:lnTo>
                    <a:pt x="1931013" y="1677307"/>
                  </a:lnTo>
                  <a:lnTo>
                    <a:pt x="1931043" y="1677363"/>
                  </a:lnTo>
                  <a:lnTo>
                    <a:pt x="1930997" y="1677552"/>
                  </a:lnTo>
                  <a:lnTo>
                    <a:pt x="1930879" y="1677811"/>
                  </a:lnTo>
                  <a:lnTo>
                    <a:pt x="1930870" y="1677819"/>
                  </a:lnTo>
                  <a:lnTo>
                    <a:pt x="1930863" y="1677817"/>
                  </a:lnTo>
                  <a:lnTo>
                    <a:pt x="1930823" y="1677784"/>
                  </a:lnTo>
                  <a:lnTo>
                    <a:pt x="1930804" y="1677759"/>
                  </a:lnTo>
                  <a:lnTo>
                    <a:pt x="1930699" y="1677567"/>
                  </a:lnTo>
                  <a:lnTo>
                    <a:pt x="1930489" y="1677444"/>
                  </a:lnTo>
                  <a:lnTo>
                    <a:pt x="1930494" y="1677306"/>
                  </a:lnTo>
                  <a:lnTo>
                    <a:pt x="1930535" y="1677275"/>
                  </a:lnTo>
                  <a:lnTo>
                    <a:pt x="1930618" y="1677173"/>
                  </a:lnTo>
                  <a:lnTo>
                    <a:pt x="1930635" y="1677130"/>
                  </a:lnTo>
                  <a:lnTo>
                    <a:pt x="1930632" y="1677020"/>
                  </a:lnTo>
                  <a:lnTo>
                    <a:pt x="1930620" y="1676966"/>
                  </a:lnTo>
                  <a:lnTo>
                    <a:pt x="1930531" y="1676766"/>
                  </a:lnTo>
                  <a:lnTo>
                    <a:pt x="1930504" y="1676755"/>
                  </a:lnTo>
                  <a:lnTo>
                    <a:pt x="1930396" y="1676718"/>
                  </a:lnTo>
                  <a:lnTo>
                    <a:pt x="1930337" y="1676718"/>
                  </a:lnTo>
                  <a:lnTo>
                    <a:pt x="1930353" y="1676799"/>
                  </a:lnTo>
                  <a:lnTo>
                    <a:pt x="1930343" y="1676824"/>
                  </a:lnTo>
                  <a:lnTo>
                    <a:pt x="1930289" y="1676914"/>
                  </a:lnTo>
                  <a:lnTo>
                    <a:pt x="1930149" y="1677131"/>
                  </a:lnTo>
                  <a:lnTo>
                    <a:pt x="1929939" y="1677441"/>
                  </a:lnTo>
                  <a:lnTo>
                    <a:pt x="1929865" y="1677500"/>
                  </a:lnTo>
                  <a:lnTo>
                    <a:pt x="1929715" y="1677632"/>
                  </a:lnTo>
                  <a:lnTo>
                    <a:pt x="1929717" y="1677652"/>
                  </a:lnTo>
                  <a:lnTo>
                    <a:pt x="1929777" y="1677736"/>
                  </a:lnTo>
                  <a:lnTo>
                    <a:pt x="1929890" y="1677672"/>
                  </a:lnTo>
                  <a:lnTo>
                    <a:pt x="1929981" y="1677631"/>
                  </a:lnTo>
                  <a:lnTo>
                    <a:pt x="1930026" y="1677617"/>
                  </a:lnTo>
                  <a:lnTo>
                    <a:pt x="1930189" y="1677609"/>
                  </a:lnTo>
                  <a:lnTo>
                    <a:pt x="1930264" y="1677616"/>
                  </a:lnTo>
                  <a:lnTo>
                    <a:pt x="1930292" y="1677630"/>
                  </a:lnTo>
                  <a:lnTo>
                    <a:pt x="1930541" y="1677792"/>
                  </a:lnTo>
                  <a:lnTo>
                    <a:pt x="1930569" y="1677844"/>
                  </a:lnTo>
                  <a:lnTo>
                    <a:pt x="1930563" y="1677883"/>
                  </a:lnTo>
                  <a:lnTo>
                    <a:pt x="1930469" y="1677961"/>
                  </a:lnTo>
                  <a:lnTo>
                    <a:pt x="1930443" y="1678041"/>
                  </a:lnTo>
                  <a:lnTo>
                    <a:pt x="1930419" y="1678166"/>
                  </a:lnTo>
                  <a:lnTo>
                    <a:pt x="1930436" y="1678378"/>
                  </a:lnTo>
                  <a:lnTo>
                    <a:pt x="1930489" y="1678486"/>
                  </a:lnTo>
                  <a:lnTo>
                    <a:pt x="1930718" y="1679297"/>
                  </a:lnTo>
                  <a:lnTo>
                    <a:pt x="1930733" y="1679331"/>
                  </a:lnTo>
                  <a:lnTo>
                    <a:pt x="1931132" y="1679445"/>
                  </a:lnTo>
                  <a:lnTo>
                    <a:pt x="1931810" y="1679903"/>
                  </a:lnTo>
                  <a:lnTo>
                    <a:pt x="1931896" y="1679950"/>
                  </a:lnTo>
                  <a:lnTo>
                    <a:pt x="1932003" y="1679991"/>
                  </a:lnTo>
                  <a:lnTo>
                    <a:pt x="1932178" y="1679974"/>
                  </a:lnTo>
                  <a:lnTo>
                    <a:pt x="1932209" y="1679977"/>
                  </a:lnTo>
                  <a:lnTo>
                    <a:pt x="1932269" y="1680048"/>
                  </a:lnTo>
                  <a:lnTo>
                    <a:pt x="1932532" y="1680395"/>
                  </a:lnTo>
                  <a:lnTo>
                    <a:pt x="1932561" y="1680440"/>
                  </a:lnTo>
                  <a:lnTo>
                    <a:pt x="1932609" y="1680544"/>
                  </a:lnTo>
                  <a:lnTo>
                    <a:pt x="1932627" y="1680625"/>
                  </a:lnTo>
                  <a:lnTo>
                    <a:pt x="1932624" y="1680638"/>
                  </a:lnTo>
                  <a:lnTo>
                    <a:pt x="1932546" y="1680861"/>
                  </a:lnTo>
                  <a:lnTo>
                    <a:pt x="1932527" y="1680914"/>
                  </a:lnTo>
                  <a:lnTo>
                    <a:pt x="1932515" y="1680934"/>
                  </a:lnTo>
                  <a:lnTo>
                    <a:pt x="1932154" y="1681212"/>
                  </a:lnTo>
                  <a:lnTo>
                    <a:pt x="1932140" y="1681219"/>
                  </a:lnTo>
                  <a:lnTo>
                    <a:pt x="1932099" y="1681232"/>
                  </a:lnTo>
                  <a:lnTo>
                    <a:pt x="1932053" y="1681231"/>
                  </a:lnTo>
                  <a:lnTo>
                    <a:pt x="1931867" y="1681193"/>
                  </a:lnTo>
                  <a:lnTo>
                    <a:pt x="1931801" y="1681176"/>
                  </a:lnTo>
                  <a:lnTo>
                    <a:pt x="1931783" y="1681170"/>
                  </a:lnTo>
                  <a:lnTo>
                    <a:pt x="1931770" y="1681145"/>
                  </a:lnTo>
                  <a:lnTo>
                    <a:pt x="1931767" y="1681108"/>
                  </a:lnTo>
                  <a:lnTo>
                    <a:pt x="1931775" y="1681094"/>
                  </a:lnTo>
                  <a:lnTo>
                    <a:pt x="1931792" y="1681086"/>
                  </a:lnTo>
                  <a:lnTo>
                    <a:pt x="1931796" y="1681071"/>
                  </a:lnTo>
                  <a:lnTo>
                    <a:pt x="1931769" y="1681036"/>
                  </a:lnTo>
                  <a:lnTo>
                    <a:pt x="1931639" y="1681002"/>
                  </a:lnTo>
                  <a:lnTo>
                    <a:pt x="1931607" y="1681022"/>
                  </a:lnTo>
                  <a:lnTo>
                    <a:pt x="1931468" y="1681176"/>
                  </a:lnTo>
                  <a:lnTo>
                    <a:pt x="1931462" y="1681195"/>
                  </a:lnTo>
                  <a:lnTo>
                    <a:pt x="1931475" y="1681538"/>
                  </a:lnTo>
                  <a:lnTo>
                    <a:pt x="1931485" y="1681578"/>
                  </a:lnTo>
                  <a:lnTo>
                    <a:pt x="1931492" y="1681596"/>
                  </a:lnTo>
                  <a:lnTo>
                    <a:pt x="1931716" y="1681834"/>
                  </a:lnTo>
                  <a:lnTo>
                    <a:pt x="1931822" y="1681834"/>
                  </a:lnTo>
                  <a:lnTo>
                    <a:pt x="1931993" y="1681640"/>
                  </a:lnTo>
                  <a:lnTo>
                    <a:pt x="1932046" y="1681642"/>
                  </a:lnTo>
                  <a:lnTo>
                    <a:pt x="1932072" y="1681654"/>
                  </a:lnTo>
                  <a:lnTo>
                    <a:pt x="1932081" y="1681691"/>
                  </a:lnTo>
                  <a:lnTo>
                    <a:pt x="1932068" y="1681771"/>
                  </a:lnTo>
                  <a:lnTo>
                    <a:pt x="1932071" y="1682182"/>
                  </a:lnTo>
                  <a:lnTo>
                    <a:pt x="1932169" y="1682249"/>
                  </a:lnTo>
                  <a:lnTo>
                    <a:pt x="1932273" y="1682223"/>
                  </a:lnTo>
                  <a:lnTo>
                    <a:pt x="1932312" y="1682164"/>
                  </a:lnTo>
                  <a:lnTo>
                    <a:pt x="1932328" y="1682163"/>
                  </a:lnTo>
                  <a:lnTo>
                    <a:pt x="1932344" y="1682180"/>
                  </a:lnTo>
                  <a:lnTo>
                    <a:pt x="1932385" y="1682271"/>
                  </a:lnTo>
                  <a:lnTo>
                    <a:pt x="1932373" y="1682367"/>
                  </a:lnTo>
                  <a:lnTo>
                    <a:pt x="1932366" y="1682388"/>
                  </a:lnTo>
                  <a:lnTo>
                    <a:pt x="1932298" y="1682462"/>
                  </a:lnTo>
                  <a:lnTo>
                    <a:pt x="1932078" y="1682557"/>
                  </a:lnTo>
                  <a:lnTo>
                    <a:pt x="1931924" y="1682602"/>
                  </a:lnTo>
                  <a:lnTo>
                    <a:pt x="1931928" y="1682571"/>
                  </a:lnTo>
                  <a:lnTo>
                    <a:pt x="1931839" y="1682392"/>
                  </a:lnTo>
                  <a:lnTo>
                    <a:pt x="1931561" y="1682148"/>
                  </a:lnTo>
                  <a:lnTo>
                    <a:pt x="1931531" y="1682130"/>
                  </a:lnTo>
                  <a:lnTo>
                    <a:pt x="1931219" y="1682073"/>
                  </a:lnTo>
                  <a:lnTo>
                    <a:pt x="1931196" y="1682073"/>
                  </a:lnTo>
                  <a:lnTo>
                    <a:pt x="1931180" y="1682100"/>
                  </a:lnTo>
                  <a:lnTo>
                    <a:pt x="1930999" y="1682458"/>
                  </a:lnTo>
                  <a:lnTo>
                    <a:pt x="1930989" y="1682481"/>
                  </a:lnTo>
                  <a:lnTo>
                    <a:pt x="1930981" y="1682542"/>
                  </a:lnTo>
                  <a:lnTo>
                    <a:pt x="1930971" y="1682562"/>
                  </a:lnTo>
                  <a:lnTo>
                    <a:pt x="1930942" y="1682565"/>
                  </a:lnTo>
                  <a:lnTo>
                    <a:pt x="1930828" y="1682562"/>
                  </a:lnTo>
                  <a:lnTo>
                    <a:pt x="1930812" y="1682560"/>
                  </a:lnTo>
                  <a:lnTo>
                    <a:pt x="1930594" y="1682144"/>
                  </a:lnTo>
                  <a:lnTo>
                    <a:pt x="1930521" y="1682052"/>
                  </a:lnTo>
                  <a:lnTo>
                    <a:pt x="1930448" y="1681956"/>
                  </a:lnTo>
                  <a:lnTo>
                    <a:pt x="1930368" y="1681860"/>
                  </a:lnTo>
                  <a:lnTo>
                    <a:pt x="1930367" y="1681842"/>
                  </a:lnTo>
                  <a:lnTo>
                    <a:pt x="1930378" y="1681743"/>
                  </a:lnTo>
                  <a:lnTo>
                    <a:pt x="1930451" y="1681491"/>
                  </a:lnTo>
                  <a:lnTo>
                    <a:pt x="1930533" y="1681345"/>
                  </a:lnTo>
                  <a:lnTo>
                    <a:pt x="1930537" y="1681210"/>
                  </a:lnTo>
                  <a:lnTo>
                    <a:pt x="1930525" y="1681135"/>
                  </a:lnTo>
                  <a:lnTo>
                    <a:pt x="1930472" y="1680985"/>
                  </a:lnTo>
                  <a:lnTo>
                    <a:pt x="1930346" y="1680680"/>
                  </a:lnTo>
                  <a:lnTo>
                    <a:pt x="1930333" y="1680541"/>
                  </a:lnTo>
                  <a:lnTo>
                    <a:pt x="1930302" y="1680506"/>
                  </a:lnTo>
                  <a:lnTo>
                    <a:pt x="1930237" y="1680476"/>
                  </a:lnTo>
                  <a:lnTo>
                    <a:pt x="1930175" y="1680478"/>
                  </a:lnTo>
                  <a:lnTo>
                    <a:pt x="1929944" y="1680586"/>
                  </a:lnTo>
                  <a:lnTo>
                    <a:pt x="1929670" y="1680932"/>
                  </a:lnTo>
                  <a:lnTo>
                    <a:pt x="1929372" y="1681304"/>
                  </a:lnTo>
                  <a:lnTo>
                    <a:pt x="1929350" y="1681314"/>
                  </a:lnTo>
                  <a:lnTo>
                    <a:pt x="1929230" y="1681292"/>
                  </a:lnTo>
                  <a:lnTo>
                    <a:pt x="1929195" y="1681284"/>
                  </a:lnTo>
                  <a:lnTo>
                    <a:pt x="1929061" y="1681191"/>
                  </a:lnTo>
                  <a:lnTo>
                    <a:pt x="1929051" y="1681180"/>
                  </a:lnTo>
                  <a:lnTo>
                    <a:pt x="1929070" y="1681073"/>
                  </a:lnTo>
                  <a:lnTo>
                    <a:pt x="1928861" y="1680794"/>
                  </a:lnTo>
                  <a:lnTo>
                    <a:pt x="1928736" y="1680637"/>
                  </a:lnTo>
                  <a:lnTo>
                    <a:pt x="1928695" y="1680615"/>
                  </a:lnTo>
                  <a:lnTo>
                    <a:pt x="1928499" y="1680404"/>
                  </a:lnTo>
                  <a:lnTo>
                    <a:pt x="1928383" y="1680257"/>
                  </a:lnTo>
                  <a:lnTo>
                    <a:pt x="1928361" y="1680224"/>
                  </a:lnTo>
                  <a:lnTo>
                    <a:pt x="1928277" y="1680205"/>
                  </a:lnTo>
                  <a:lnTo>
                    <a:pt x="1928202" y="1680225"/>
                  </a:lnTo>
                  <a:lnTo>
                    <a:pt x="1928134" y="1680283"/>
                  </a:lnTo>
                  <a:lnTo>
                    <a:pt x="1928130" y="1680296"/>
                  </a:lnTo>
                  <a:lnTo>
                    <a:pt x="1928068" y="1680364"/>
                  </a:lnTo>
                  <a:lnTo>
                    <a:pt x="1928053" y="1680369"/>
                  </a:lnTo>
                  <a:lnTo>
                    <a:pt x="1928044" y="1680363"/>
                  </a:lnTo>
                  <a:lnTo>
                    <a:pt x="1927960" y="1680287"/>
                  </a:lnTo>
                  <a:lnTo>
                    <a:pt x="1927914" y="1680240"/>
                  </a:lnTo>
                  <a:lnTo>
                    <a:pt x="1927898" y="1680213"/>
                  </a:lnTo>
                  <a:lnTo>
                    <a:pt x="1927152" y="1679455"/>
                  </a:lnTo>
                  <a:lnTo>
                    <a:pt x="1927003" y="1679629"/>
                  </a:lnTo>
                  <a:lnTo>
                    <a:pt x="1926933" y="1679764"/>
                  </a:lnTo>
                  <a:lnTo>
                    <a:pt x="1926925" y="1679977"/>
                  </a:lnTo>
                  <a:lnTo>
                    <a:pt x="1926923" y="1680009"/>
                  </a:lnTo>
                  <a:lnTo>
                    <a:pt x="1927022" y="1680094"/>
                  </a:lnTo>
                  <a:lnTo>
                    <a:pt x="1926987" y="1680393"/>
                  </a:lnTo>
                  <a:lnTo>
                    <a:pt x="1926919" y="1680445"/>
                  </a:lnTo>
                  <a:lnTo>
                    <a:pt x="1926864" y="1680481"/>
                  </a:lnTo>
                  <a:lnTo>
                    <a:pt x="1926841" y="1680491"/>
                  </a:lnTo>
                  <a:lnTo>
                    <a:pt x="1926565" y="1680612"/>
                  </a:lnTo>
                  <a:lnTo>
                    <a:pt x="1926342" y="1680787"/>
                  </a:lnTo>
                  <a:lnTo>
                    <a:pt x="1926227" y="1680882"/>
                  </a:lnTo>
                  <a:lnTo>
                    <a:pt x="1926130" y="1680906"/>
                  </a:lnTo>
                  <a:lnTo>
                    <a:pt x="1926020" y="1680913"/>
                  </a:lnTo>
                  <a:lnTo>
                    <a:pt x="1926006" y="1680907"/>
                  </a:lnTo>
                  <a:lnTo>
                    <a:pt x="1925861" y="1680920"/>
                  </a:lnTo>
                  <a:lnTo>
                    <a:pt x="1925833" y="1680922"/>
                  </a:lnTo>
                  <a:lnTo>
                    <a:pt x="1925832" y="1680911"/>
                  </a:lnTo>
                  <a:lnTo>
                    <a:pt x="1925642" y="1680852"/>
                  </a:lnTo>
                  <a:lnTo>
                    <a:pt x="1925568" y="1680828"/>
                  </a:lnTo>
                  <a:lnTo>
                    <a:pt x="1925391" y="1680727"/>
                  </a:lnTo>
                  <a:lnTo>
                    <a:pt x="1925197" y="1680617"/>
                  </a:lnTo>
                  <a:lnTo>
                    <a:pt x="1925176" y="1680603"/>
                  </a:lnTo>
                  <a:lnTo>
                    <a:pt x="1925148" y="1680567"/>
                  </a:lnTo>
                  <a:lnTo>
                    <a:pt x="1925148" y="1680442"/>
                  </a:lnTo>
                  <a:lnTo>
                    <a:pt x="1925183" y="1680360"/>
                  </a:lnTo>
                  <a:lnTo>
                    <a:pt x="1925285" y="1680360"/>
                  </a:lnTo>
                  <a:lnTo>
                    <a:pt x="1925414" y="1680164"/>
                  </a:lnTo>
                  <a:lnTo>
                    <a:pt x="1925414" y="1679708"/>
                  </a:lnTo>
                  <a:lnTo>
                    <a:pt x="1925388" y="1679637"/>
                  </a:lnTo>
                  <a:lnTo>
                    <a:pt x="1925183" y="1679637"/>
                  </a:lnTo>
                  <a:lnTo>
                    <a:pt x="1924860" y="1679593"/>
                  </a:lnTo>
                  <a:lnTo>
                    <a:pt x="1924704" y="1679573"/>
                  </a:lnTo>
                  <a:lnTo>
                    <a:pt x="1924348" y="1679528"/>
                  </a:lnTo>
                  <a:lnTo>
                    <a:pt x="1924167" y="1679564"/>
                  </a:lnTo>
                  <a:lnTo>
                    <a:pt x="1923970" y="1679599"/>
                  </a:lnTo>
                  <a:lnTo>
                    <a:pt x="1923600" y="1679385"/>
                  </a:lnTo>
                  <a:lnTo>
                    <a:pt x="1923595" y="1679339"/>
                  </a:lnTo>
                  <a:lnTo>
                    <a:pt x="1923648" y="1679260"/>
                  </a:lnTo>
                  <a:lnTo>
                    <a:pt x="1923736" y="1679183"/>
                  </a:lnTo>
                  <a:lnTo>
                    <a:pt x="1923796" y="1679115"/>
                  </a:lnTo>
                  <a:lnTo>
                    <a:pt x="1923831" y="1679063"/>
                  </a:lnTo>
                  <a:lnTo>
                    <a:pt x="1923841" y="1679017"/>
                  </a:lnTo>
                  <a:lnTo>
                    <a:pt x="1923726" y="1678633"/>
                  </a:lnTo>
                  <a:lnTo>
                    <a:pt x="1923684" y="1678493"/>
                  </a:lnTo>
                  <a:lnTo>
                    <a:pt x="1923516" y="1677929"/>
                  </a:lnTo>
                  <a:lnTo>
                    <a:pt x="1923352" y="1677600"/>
                  </a:lnTo>
                  <a:lnTo>
                    <a:pt x="1923207" y="1677314"/>
                  </a:lnTo>
                  <a:lnTo>
                    <a:pt x="1923164" y="1677074"/>
                  </a:lnTo>
                  <a:lnTo>
                    <a:pt x="1923156" y="1677049"/>
                  </a:lnTo>
                  <a:lnTo>
                    <a:pt x="1923119" y="1676994"/>
                  </a:lnTo>
                  <a:lnTo>
                    <a:pt x="1923092" y="1676961"/>
                  </a:lnTo>
                  <a:lnTo>
                    <a:pt x="1922995" y="1676911"/>
                  </a:lnTo>
                  <a:lnTo>
                    <a:pt x="1922847" y="1676834"/>
                  </a:lnTo>
                  <a:lnTo>
                    <a:pt x="1922566" y="1676841"/>
                  </a:lnTo>
                  <a:lnTo>
                    <a:pt x="1922557" y="1676849"/>
                  </a:lnTo>
                  <a:lnTo>
                    <a:pt x="1922551" y="1676854"/>
                  </a:lnTo>
                  <a:lnTo>
                    <a:pt x="1922541" y="1676863"/>
                  </a:lnTo>
                  <a:lnTo>
                    <a:pt x="1922452" y="1676885"/>
                  </a:lnTo>
                  <a:lnTo>
                    <a:pt x="1922153" y="1676934"/>
                  </a:lnTo>
                  <a:lnTo>
                    <a:pt x="1921938" y="1676929"/>
                  </a:lnTo>
                  <a:lnTo>
                    <a:pt x="1921866" y="1676921"/>
                  </a:lnTo>
                  <a:lnTo>
                    <a:pt x="1921838" y="1676913"/>
                  </a:lnTo>
                  <a:lnTo>
                    <a:pt x="1921751" y="1676851"/>
                  </a:lnTo>
                  <a:lnTo>
                    <a:pt x="1921719" y="1676837"/>
                  </a:lnTo>
                  <a:lnTo>
                    <a:pt x="1921686" y="1676828"/>
                  </a:lnTo>
                  <a:lnTo>
                    <a:pt x="1921622" y="1676833"/>
                  </a:lnTo>
                  <a:lnTo>
                    <a:pt x="1921382" y="1676917"/>
                  </a:lnTo>
                  <a:lnTo>
                    <a:pt x="1921340" y="1676941"/>
                  </a:lnTo>
                  <a:lnTo>
                    <a:pt x="1921217" y="1677040"/>
                  </a:lnTo>
                  <a:lnTo>
                    <a:pt x="1921199" y="1677075"/>
                  </a:lnTo>
                  <a:lnTo>
                    <a:pt x="1921212" y="1677105"/>
                  </a:lnTo>
                  <a:lnTo>
                    <a:pt x="1921197" y="1677128"/>
                  </a:lnTo>
                  <a:lnTo>
                    <a:pt x="1921071" y="1677145"/>
                  </a:lnTo>
                  <a:lnTo>
                    <a:pt x="1921001" y="1677135"/>
                  </a:lnTo>
                  <a:lnTo>
                    <a:pt x="1920891" y="1677103"/>
                  </a:lnTo>
                  <a:lnTo>
                    <a:pt x="1920854" y="1677043"/>
                  </a:lnTo>
                  <a:lnTo>
                    <a:pt x="1920700" y="1676983"/>
                  </a:lnTo>
                  <a:lnTo>
                    <a:pt x="1920686" y="1676983"/>
                  </a:lnTo>
                  <a:lnTo>
                    <a:pt x="1920585" y="1677014"/>
                  </a:lnTo>
                  <a:lnTo>
                    <a:pt x="1920444" y="1677100"/>
                  </a:lnTo>
                  <a:lnTo>
                    <a:pt x="1920344" y="1677204"/>
                  </a:lnTo>
                  <a:lnTo>
                    <a:pt x="1920119" y="1677287"/>
                  </a:lnTo>
                  <a:lnTo>
                    <a:pt x="1920096" y="1677294"/>
                  </a:lnTo>
                  <a:lnTo>
                    <a:pt x="1919706" y="1677418"/>
                  </a:lnTo>
                  <a:lnTo>
                    <a:pt x="1919367" y="1677537"/>
                  </a:lnTo>
                  <a:lnTo>
                    <a:pt x="1919261" y="1677565"/>
                  </a:lnTo>
                  <a:lnTo>
                    <a:pt x="1919076" y="1677578"/>
                  </a:lnTo>
                  <a:lnTo>
                    <a:pt x="1918996" y="1677571"/>
                  </a:lnTo>
                  <a:lnTo>
                    <a:pt x="1918873" y="1677534"/>
                  </a:lnTo>
                  <a:lnTo>
                    <a:pt x="1918777" y="1677495"/>
                  </a:lnTo>
                  <a:lnTo>
                    <a:pt x="1918697" y="1677381"/>
                  </a:lnTo>
                  <a:lnTo>
                    <a:pt x="1918697" y="1677369"/>
                  </a:lnTo>
                  <a:lnTo>
                    <a:pt x="1918627" y="1677264"/>
                  </a:lnTo>
                  <a:lnTo>
                    <a:pt x="1918528" y="1677146"/>
                  </a:lnTo>
                  <a:lnTo>
                    <a:pt x="1918322" y="1677056"/>
                  </a:lnTo>
                  <a:lnTo>
                    <a:pt x="1918284" y="1677039"/>
                  </a:lnTo>
                  <a:lnTo>
                    <a:pt x="1918242" y="1677040"/>
                  </a:lnTo>
                  <a:lnTo>
                    <a:pt x="1918191" y="1677054"/>
                  </a:lnTo>
                  <a:lnTo>
                    <a:pt x="1917841" y="1677219"/>
                  </a:lnTo>
                  <a:lnTo>
                    <a:pt x="1917764" y="1677223"/>
                  </a:lnTo>
                  <a:lnTo>
                    <a:pt x="1917708" y="1677130"/>
                  </a:lnTo>
                  <a:lnTo>
                    <a:pt x="1917190" y="1676582"/>
                  </a:lnTo>
                  <a:lnTo>
                    <a:pt x="1916882" y="1676398"/>
                  </a:lnTo>
                  <a:lnTo>
                    <a:pt x="1916730" y="1676154"/>
                  </a:lnTo>
                  <a:lnTo>
                    <a:pt x="1916344" y="1676308"/>
                  </a:lnTo>
                  <a:lnTo>
                    <a:pt x="1916341" y="1676337"/>
                  </a:lnTo>
                  <a:lnTo>
                    <a:pt x="1916543" y="1676739"/>
                  </a:lnTo>
                  <a:lnTo>
                    <a:pt x="1916140" y="1676636"/>
                  </a:lnTo>
                  <a:lnTo>
                    <a:pt x="1915775" y="1676631"/>
                  </a:lnTo>
                  <a:lnTo>
                    <a:pt x="1915588" y="1676763"/>
                  </a:lnTo>
                  <a:lnTo>
                    <a:pt x="1915351" y="1677336"/>
                  </a:lnTo>
                  <a:lnTo>
                    <a:pt x="1915129" y="1677396"/>
                  </a:lnTo>
                  <a:lnTo>
                    <a:pt x="1914866" y="1677357"/>
                  </a:lnTo>
                  <a:lnTo>
                    <a:pt x="1914508" y="1677099"/>
                  </a:lnTo>
                  <a:lnTo>
                    <a:pt x="1914093" y="1676769"/>
                  </a:lnTo>
                  <a:lnTo>
                    <a:pt x="1914018" y="1676706"/>
                  </a:lnTo>
                  <a:lnTo>
                    <a:pt x="1913815" y="1676496"/>
                  </a:lnTo>
                  <a:lnTo>
                    <a:pt x="1913806" y="1676468"/>
                  </a:lnTo>
                  <a:lnTo>
                    <a:pt x="1913809" y="1676450"/>
                  </a:lnTo>
                  <a:lnTo>
                    <a:pt x="1913850" y="1676378"/>
                  </a:lnTo>
                  <a:lnTo>
                    <a:pt x="1913896" y="1676328"/>
                  </a:lnTo>
                  <a:lnTo>
                    <a:pt x="1913972" y="1676313"/>
                  </a:lnTo>
                  <a:lnTo>
                    <a:pt x="1914004" y="1676292"/>
                  </a:lnTo>
                  <a:lnTo>
                    <a:pt x="1914030" y="1676257"/>
                  </a:lnTo>
                  <a:lnTo>
                    <a:pt x="1914056" y="1676189"/>
                  </a:lnTo>
                  <a:lnTo>
                    <a:pt x="1914098" y="1675960"/>
                  </a:lnTo>
                  <a:lnTo>
                    <a:pt x="1914095" y="1675886"/>
                  </a:lnTo>
                  <a:lnTo>
                    <a:pt x="1914070" y="1675791"/>
                  </a:lnTo>
                  <a:lnTo>
                    <a:pt x="1914054" y="1675756"/>
                  </a:lnTo>
                  <a:lnTo>
                    <a:pt x="1913977" y="1675646"/>
                  </a:lnTo>
                  <a:lnTo>
                    <a:pt x="1913869" y="1675572"/>
                  </a:lnTo>
                  <a:lnTo>
                    <a:pt x="1913828" y="1675232"/>
                  </a:lnTo>
                  <a:lnTo>
                    <a:pt x="1913785" y="1675103"/>
                  </a:lnTo>
                  <a:lnTo>
                    <a:pt x="1913713" y="1675002"/>
                  </a:lnTo>
                  <a:lnTo>
                    <a:pt x="1913690" y="1674980"/>
                  </a:lnTo>
                  <a:lnTo>
                    <a:pt x="1913564" y="1674955"/>
                  </a:lnTo>
                  <a:lnTo>
                    <a:pt x="1913456" y="1674964"/>
                  </a:lnTo>
                  <a:lnTo>
                    <a:pt x="1913223" y="1674880"/>
                  </a:lnTo>
                  <a:lnTo>
                    <a:pt x="1913184" y="1674858"/>
                  </a:lnTo>
                  <a:lnTo>
                    <a:pt x="1913179" y="1674848"/>
                  </a:lnTo>
                  <a:lnTo>
                    <a:pt x="1913180" y="1674811"/>
                  </a:lnTo>
                  <a:lnTo>
                    <a:pt x="1913332" y="1674622"/>
                  </a:lnTo>
                  <a:lnTo>
                    <a:pt x="1913736" y="1674179"/>
                  </a:lnTo>
                  <a:lnTo>
                    <a:pt x="1913755" y="1674065"/>
                  </a:lnTo>
                  <a:lnTo>
                    <a:pt x="1913781" y="1674035"/>
                  </a:lnTo>
                  <a:lnTo>
                    <a:pt x="1914162" y="1673902"/>
                  </a:lnTo>
                  <a:lnTo>
                    <a:pt x="1914255" y="1673889"/>
                  </a:lnTo>
                  <a:lnTo>
                    <a:pt x="1914355" y="1673901"/>
                  </a:lnTo>
                  <a:lnTo>
                    <a:pt x="1914505" y="1673874"/>
                  </a:lnTo>
                  <a:lnTo>
                    <a:pt x="1914886" y="1673751"/>
                  </a:lnTo>
                  <a:lnTo>
                    <a:pt x="1915237" y="1673499"/>
                  </a:lnTo>
                  <a:lnTo>
                    <a:pt x="1915323" y="1673283"/>
                  </a:lnTo>
                  <a:lnTo>
                    <a:pt x="1915361" y="1673049"/>
                  </a:lnTo>
                  <a:lnTo>
                    <a:pt x="1915649" y="1672647"/>
                  </a:lnTo>
                  <a:lnTo>
                    <a:pt x="1915825" y="1672481"/>
                  </a:lnTo>
                  <a:lnTo>
                    <a:pt x="1916188" y="1672335"/>
                  </a:lnTo>
                  <a:lnTo>
                    <a:pt x="1916499" y="1672238"/>
                  </a:lnTo>
                  <a:lnTo>
                    <a:pt x="1916695" y="1672107"/>
                  </a:lnTo>
                  <a:lnTo>
                    <a:pt x="1916812" y="1671973"/>
                  </a:lnTo>
                  <a:lnTo>
                    <a:pt x="1916916" y="1671621"/>
                  </a:lnTo>
                  <a:lnTo>
                    <a:pt x="1917130" y="1671284"/>
                  </a:lnTo>
                  <a:lnTo>
                    <a:pt x="1917295" y="1671161"/>
                  </a:lnTo>
                  <a:lnTo>
                    <a:pt x="1917489" y="1671016"/>
                  </a:lnTo>
                  <a:lnTo>
                    <a:pt x="1917627" y="1670572"/>
                  </a:lnTo>
                  <a:lnTo>
                    <a:pt x="1917629" y="1670565"/>
                  </a:lnTo>
                  <a:lnTo>
                    <a:pt x="1917637" y="1670556"/>
                  </a:lnTo>
                  <a:lnTo>
                    <a:pt x="1917735" y="1670422"/>
                  </a:lnTo>
                  <a:lnTo>
                    <a:pt x="1917755" y="1670401"/>
                  </a:lnTo>
                  <a:lnTo>
                    <a:pt x="1917787" y="1670369"/>
                  </a:lnTo>
                  <a:lnTo>
                    <a:pt x="1917791" y="1670366"/>
                  </a:lnTo>
                  <a:lnTo>
                    <a:pt x="1917841" y="1670377"/>
                  </a:lnTo>
                  <a:lnTo>
                    <a:pt x="1917898" y="1670363"/>
                  </a:lnTo>
                  <a:lnTo>
                    <a:pt x="1917927" y="1670363"/>
                  </a:lnTo>
                  <a:lnTo>
                    <a:pt x="1917961" y="1670365"/>
                  </a:lnTo>
                  <a:lnTo>
                    <a:pt x="1917990" y="1670371"/>
                  </a:lnTo>
                  <a:lnTo>
                    <a:pt x="1918008" y="1670379"/>
                  </a:lnTo>
                  <a:lnTo>
                    <a:pt x="1918026" y="1670397"/>
                  </a:lnTo>
                  <a:lnTo>
                    <a:pt x="1918037" y="1670410"/>
                  </a:lnTo>
                  <a:lnTo>
                    <a:pt x="1918044" y="1670417"/>
                  </a:lnTo>
                  <a:lnTo>
                    <a:pt x="1918065" y="1670421"/>
                  </a:lnTo>
                  <a:lnTo>
                    <a:pt x="1918071" y="1670426"/>
                  </a:lnTo>
                  <a:lnTo>
                    <a:pt x="1918089" y="1670441"/>
                  </a:lnTo>
                  <a:lnTo>
                    <a:pt x="1918103" y="1670447"/>
                  </a:lnTo>
                  <a:lnTo>
                    <a:pt x="1918117" y="1670452"/>
                  </a:lnTo>
                  <a:lnTo>
                    <a:pt x="1918140" y="1670453"/>
                  </a:lnTo>
                  <a:lnTo>
                    <a:pt x="1918164" y="1670456"/>
                  </a:lnTo>
                  <a:lnTo>
                    <a:pt x="1918177" y="1670454"/>
                  </a:lnTo>
                  <a:lnTo>
                    <a:pt x="1918184" y="1670454"/>
                  </a:lnTo>
                  <a:lnTo>
                    <a:pt x="1918197" y="1670454"/>
                  </a:lnTo>
                  <a:lnTo>
                    <a:pt x="1918203" y="1670456"/>
                  </a:lnTo>
                  <a:lnTo>
                    <a:pt x="1918208" y="1670463"/>
                  </a:lnTo>
                  <a:lnTo>
                    <a:pt x="1918210" y="1670470"/>
                  </a:lnTo>
                  <a:lnTo>
                    <a:pt x="1918215" y="1670476"/>
                  </a:lnTo>
                  <a:lnTo>
                    <a:pt x="1918246" y="1670485"/>
                  </a:lnTo>
                  <a:lnTo>
                    <a:pt x="1918267" y="1670490"/>
                  </a:lnTo>
                  <a:lnTo>
                    <a:pt x="1918272" y="1670494"/>
                  </a:lnTo>
                  <a:lnTo>
                    <a:pt x="1918272" y="1670500"/>
                  </a:lnTo>
                  <a:lnTo>
                    <a:pt x="1918281" y="1670510"/>
                  </a:lnTo>
                  <a:lnTo>
                    <a:pt x="1918288" y="1670513"/>
                  </a:lnTo>
                  <a:lnTo>
                    <a:pt x="1918300" y="1670515"/>
                  </a:lnTo>
                  <a:lnTo>
                    <a:pt x="1918315" y="1670513"/>
                  </a:lnTo>
                  <a:lnTo>
                    <a:pt x="1918334" y="1670508"/>
                  </a:lnTo>
                  <a:lnTo>
                    <a:pt x="1918352" y="1670506"/>
                  </a:lnTo>
                  <a:lnTo>
                    <a:pt x="1918383" y="1670513"/>
                  </a:lnTo>
                  <a:lnTo>
                    <a:pt x="1918397" y="1670513"/>
                  </a:lnTo>
                  <a:lnTo>
                    <a:pt x="1918419" y="1670502"/>
                  </a:lnTo>
                  <a:lnTo>
                    <a:pt x="1918446" y="1670487"/>
                  </a:lnTo>
                  <a:lnTo>
                    <a:pt x="1918455" y="1670489"/>
                  </a:lnTo>
                  <a:lnTo>
                    <a:pt x="1918446" y="1670500"/>
                  </a:lnTo>
                  <a:lnTo>
                    <a:pt x="1918392" y="1670542"/>
                  </a:lnTo>
                  <a:lnTo>
                    <a:pt x="1918385" y="1670554"/>
                  </a:lnTo>
                  <a:lnTo>
                    <a:pt x="1918385" y="1670560"/>
                  </a:lnTo>
                  <a:lnTo>
                    <a:pt x="1918395" y="1670627"/>
                  </a:lnTo>
                  <a:lnTo>
                    <a:pt x="1918393" y="1670683"/>
                  </a:lnTo>
                  <a:lnTo>
                    <a:pt x="1918379" y="1670864"/>
                  </a:lnTo>
                  <a:lnTo>
                    <a:pt x="1918367" y="1670897"/>
                  </a:lnTo>
                  <a:lnTo>
                    <a:pt x="1918367" y="1670913"/>
                  </a:lnTo>
                  <a:lnTo>
                    <a:pt x="1918370" y="1670948"/>
                  </a:lnTo>
                  <a:lnTo>
                    <a:pt x="1918367" y="1670961"/>
                  </a:lnTo>
                  <a:lnTo>
                    <a:pt x="1918328" y="1671086"/>
                  </a:lnTo>
                  <a:lnTo>
                    <a:pt x="1918331" y="1671093"/>
                  </a:lnTo>
                  <a:lnTo>
                    <a:pt x="1918364" y="1671138"/>
                  </a:lnTo>
                  <a:lnTo>
                    <a:pt x="1918382" y="1671162"/>
                  </a:lnTo>
                  <a:lnTo>
                    <a:pt x="1918396" y="1671183"/>
                  </a:lnTo>
                  <a:lnTo>
                    <a:pt x="1918407" y="1671191"/>
                  </a:lnTo>
                  <a:lnTo>
                    <a:pt x="1918422" y="1671205"/>
                  </a:lnTo>
                  <a:lnTo>
                    <a:pt x="1918430" y="1671220"/>
                  </a:lnTo>
                  <a:lnTo>
                    <a:pt x="1918436" y="1671231"/>
                  </a:lnTo>
                  <a:lnTo>
                    <a:pt x="1918450" y="1671252"/>
                  </a:lnTo>
                  <a:lnTo>
                    <a:pt x="1918455" y="1671259"/>
                  </a:lnTo>
                  <a:lnTo>
                    <a:pt x="1918463" y="1671261"/>
                  </a:lnTo>
                  <a:lnTo>
                    <a:pt x="1918474" y="1671258"/>
                  </a:lnTo>
                  <a:lnTo>
                    <a:pt x="1918492" y="1671252"/>
                  </a:lnTo>
                  <a:lnTo>
                    <a:pt x="1918504" y="1671244"/>
                  </a:lnTo>
                  <a:lnTo>
                    <a:pt x="1918518" y="1671231"/>
                  </a:lnTo>
                  <a:lnTo>
                    <a:pt x="1918527" y="1671220"/>
                  </a:lnTo>
                  <a:lnTo>
                    <a:pt x="1918550" y="1671193"/>
                  </a:lnTo>
                  <a:lnTo>
                    <a:pt x="1918584" y="1671154"/>
                  </a:lnTo>
                  <a:lnTo>
                    <a:pt x="1918593" y="1671142"/>
                  </a:lnTo>
                  <a:lnTo>
                    <a:pt x="1918608" y="1671121"/>
                  </a:lnTo>
                  <a:lnTo>
                    <a:pt x="1918685" y="1671027"/>
                  </a:lnTo>
                  <a:lnTo>
                    <a:pt x="1918757" y="1670980"/>
                  </a:lnTo>
                  <a:lnTo>
                    <a:pt x="1918883" y="1670939"/>
                  </a:lnTo>
                  <a:lnTo>
                    <a:pt x="1918894" y="1670927"/>
                  </a:lnTo>
                  <a:lnTo>
                    <a:pt x="1918937" y="1670912"/>
                  </a:lnTo>
                  <a:lnTo>
                    <a:pt x="1918973" y="1670900"/>
                  </a:lnTo>
                  <a:lnTo>
                    <a:pt x="1918976" y="1670906"/>
                  </a:lnTo>
                  <a:lnTo>
                    <a:pt x="1918980" y="1670908"/>
                  </a:lnTo>
                  <a:lnTo>
                    <a:pt x="1918992" y="1670904"/>
                  </a:lnTo>
                  <a:lnTo>
                    <a:pt x="1918999" y="1670905"/>
                  </a:lnTo>
                  <a:lnTo>
                    <a:pt x="1919005" y="1670910"/>
                  </a:lnTo>
                  <a:lnTo>
                    <a:pt x="1919009" y="1670918"/>
                  </a:lnTo>
                  <a:lnTo>
                    <a:pt x="1919012" y="1670925"/>
                  </a:lnTo>
                  <a:lnTo>
                    <a:pt x="1919014" y="1670937"/>
                  </a:lnTo>
                  <a:lnTo>
                    <a:pt x="1919020" y="1670962"/>
                  </a:lnTo>
                  <a:lnTo>
                    <a:pt x="1919022" y="1670972"/>
                  </a:lnTo>
                  <a:lnTo>
                    <a:pt x="1919026" y="1670989"/>
                  </a:lnTo>
                  <a:lnTo>
                    <a:pt x="1919029" y="1670993"/>
                  </a:lnTo>
                  <a:lnTo>
                    <a:pt x="1919035" y="1670999"/>
                  </a:lnTo>
                  <a:lnTo>
                    <a:pt x="1919041" y="1671006"/>
                  </a:lnTo>
                  <a:lnTo>
                    <a:pt x="1919046" y="1671014"/>
                  </a:lnTo>
                  <a:lnTo>
                    <a:pt x="1919051" y="1671016"/>
                  </a:lnTo>
                  <a:lnTo>
                    <a:pt x="1919060" y="1671012"/>
                  </a:lnTo>
                  <a:lnTo>
                    <a:pt x="1919066" y="1671008"/>
                  </a:lnTo>
                  <a:lnTo>
                    <a:pt x="1919067" y="1671002"/>
                  </a:lnTo>
                  <a:lnTo>
                    <a:pt x="1919076" y="1670978"/>
                  </a:lnTo>
                  <a:lnTo>
                    <a:pt x="1919083" y="1670967"/>
                  </a:lnTo>
                  <a:lnTo>
                    <a:pt x="1919087" y="1670951"/>
                  </a:lnTo>
                  <a:lnTo>
                    <a:pt x="1919089" y="1670939"/>
                  </a:lnTo>
                  <a:lnTo>
                    <a:pt x="1919091" y="1670931"/>
                  </a:lnTo>
                  <a:lnTo>
                    <a:pt x="1919139" y="1670875"/>
                  </a:lnTo>
                  <a:lnTo>
                    <a:pt x="1919147" y="1670871"/>
                  </a:lnTo>
                  <a:lnTo>
                    <a:pt x="1919160" y="1670876"/>
                  </a:lnTo>
                  <a:lnTo>
                    <a:pt x="1919176" y="1670895"/>
                  </a:lnTo>
                  <a:lnTo>
                    <a:pt x="1919182" y="1670906"/>
                  </a:lnTo>
                  <a:lnTo>
                    <a:pt x="1919209" y="1670959"/>
                  </a:lnTo>
                  <a:lnTo>
                    <a:pt x="1919211" y="1670964"/>
                  </a:lnTo>
                  <a:lnTo>
                    <a:pt x="1919227" y="1670966"/>
                  </a:lnTo>
                  <a:lnTo>
                    <a:pt x="1919267" y="1670965"/>
                  </a:lnTo>
                  <a:lnTo>
                    <a:pt x="1919288" y="1670960"/>
                  </a:lnTo>
                  <a:lnTo>
                    <a:pt x="1919297" y="1670932"/>
                  </a:lnTo>
                  <a:lnTo>
                    <a:pt x="1919306" y="1670898"/>
                  </a:lnTo>
                  <a:lnTo>
                    <a:pt x="1919300" y="1670893"/>
                  </a:lnTo>
                  <a:lnTo>
                    <a:pt x="1919300" y="1670885"/>
                  </a:lnTo>
                  <a:lnTo>
                    <a:pt x="1919310" y="1670867"/>
                  </a:lnTo>
                  <a:lnTo>
                    <a:pt x="1919319" y="1670862"/>
                  </a:lnTo>
                  <a:lnTo>
                    <a:pt x="1919354" y="1670861"/>
                  </a:lnTo>
                  <a:lnTo>
                    <a:pt x="1919403" y="1670859"/>
                  </a:lnTo>
                  <a:lnTo>
                    <a:pt x="1919411" y="1670852"/>
                  </a:lnTo>
                  <a:lnTo>
                    <a:pt x="1919408" y="1670846"/>
                  </a:lnTo>
                  <a:lnTo>
                    <a:pt x="1919408" y="1670834"/>
                  </a:lnTo>
                  <a:lnTo>
                    <a:pt x="1919413" y="1670831"/>
                  </a:lnTo>
                  <a:lnTo>
                    <a:pt x="1919411" y="1670807"/>
                  </a:lnTo>
                  <a:lnTo>
                    <a:pt x="1919405" y="1670789"/>
                  </a:lnTo>
                  <a:lnTo>
                    <a:pt x="1919397" y="1670771"/>
                  </a:lnTo>
                  <a:lnTo>
                    <a:pt x="1919350" y="1670469"/>
                  </a:lnTo>
                  <a:lnTo>
                    <a:pt x="1919406" y="1670272"/>
                  </a:lnTo>
                  <a:lnTo>
                    <a:pt x="1919430" y="1670189"/>
                  </a:lnTo>
                  <a:lnTo>
                    <a:pt x="1919486" y="1669975"/>
                  </a:lnTo>
                  <a:lnTo>
                    <a:pt x="1919448" y="1669924"/>
                  </a:lnTo>
                  <a:lnTo>
                    <a:pt x="1919449" y="1669889"/>
                  </a:lnTo>
                  <a:lnTo>
                    <a:pt x="1919464" y="1669871"/>
                  </a:lnTo>
                  <a:lnTo>
                    <a:pt x="1919640" y="1669726"/>
                  </a:lnTo>
                  <a:lnTo>
                    <a:pt x="1919697" y="1669695"/>
                  </a:lnTo>
                  <a:lnTo>
                    <a:pt x="1919721" y="1669688"/>
                  </a:lnTo>
                  <a:lnTo>
                    <a:pt x="1919733" y="1669685"/>
                  </a:lnTo>
                  <a:lnTo>
                    <a:pt x="1919741" y="1669684"/>
                  </a:lnTo>
                  <a:lnTo>
                    <a:pt x="1919788" y="1669671"/>
                  </a:lnTo>
                  <a:lnTo>
                    <a:pt x="1919841" y="1669657"/>
                  </a:lnTo>
                  <a:lnTo>
                    <a:pt x="1919849" y="1669659"/>
                  </a:lnTo>
                  <a:lnTo>
                    <a:pt x="1919871" y="1669648"/>
                  </a:lnTo>
                  <a:lnTo>
                    <a:pt x="1919892" y="1669636"/>
                  </a:lnTo>
                  <a:lnTo>
                    <a:pt x="1919897" y="1669630"/>
                  </a:lnTo>
                  <a:lnTo>
                    <a:pt x="1919916" y="1669591"/>
                  </a:lnTo>
                  <a:lnTo>
                    <a:pt x="1919911" y="1669566"/>
                  </a:lnTo>
                  <a:lnTo>
                    <a:pt x="1919912" y="1669557"/>
                  </a:lnTo>
                  <a:lnTo>
                    <a:pt x="1919915" y="1669539"/>
                  </a:lnTo>
                  <a:lnTo>
                    <a:pt x="1919920" y="1669530"/>
                  </a:lnTo>
                  <a:lnTo>
                    <a:pt x="1919892" y="1669522"/>
                  </a:lnTo>
                  <a:lnTo>
                    <a:pt x="1919860" y="1669512"/>
                  </a:lnTo>
                  <a:lnTo>
                    <a:pt x="1919853" y="1669510"/>
                  </a:lnTo>
                  <a:lnTo>
                    <a:pt x="1919846" y="1669508"/>
                  </a:lnTo>
                  <a:lnTo>
                    <a:pt x="1919724" y="1669478"/>
                  </a:lnTo>
                  <a:lnTo>
                    <a:pt x="1919702" y="1669465"/>
                  </a:lnTo>
                  <a:lnTo>
                    <a:pt x="1919651" y="1669452"/>
                  </a:lnTo>
                  <a:lnTo>
                    <a:pt x="1919589" y="1669440"/>
                  </a:lnTo>
                  <a:lnTo>
                    <a:pt x="1919476" y="1669414"/>
                  </a:lnTo>
                  <a:lnTo>
                    <a:pt x="1919467" y="1669401"/>
                  </a:lnTo>
                  <a:lnTo>
                    <a:pt x="1919449" y="1669329"/>
                  </a:lnTo>
                  <a:lnTo>
                    <a:pt x="1919437" y="1669305"/>
                  </a:lnTo>
                  <a:lnTo>
                    <a:pt x="1919406" y="1669243"/>
                  </a:lnTo>
                  <a:lnTo>
                    <a:pt x="1919397" y="1669216"/>
                  </a:lnTo>
                  <a:lnTo>
                    <a:pt x="1919394" y="1669207"/>
                  </a:lnTo>
                  <a:lnTo>
                    <a:pt x="1919386" y="1669182"/>
                  </a:lnTo>
                  <a:lnTo>
                    <a:pt x="1919385" y="1669155"/>
                  </a:lnTo>
                  <a:lnTo>
                    <a:pt x="1919384" y="1669110"/>
                  </a:lnTo>
                  <a:lnTo>
                    <a:pt x="1919364" y="1669079"/>
                  </a:lnTo>
                  <a:lnTo>
                    <a:pt x="1919325" y="1669032"/>
                  </a:lnTo>
                  <a:lnTo>
                    <a:pt x="1919298" y="1668986"/>
                  </a:lnTo>
                  <a:lnTo>
                    <a:pt x="1919273" y="1668951"/>
                  </a:lnTo>
                  <a:lnTo>
                    <a:pt x="1919228" y="1668895"/>
                  </a:lnTo>
                  <a:lnTo>
                    <a:pt x="1919182" y="1668840"/>
                  </a:lnTo>
                  <a:lnTo>
                    <a:pt x="1919131" y="1668787"/>
                  </a:lnTo>
                  <a:lnTo>
                    <a:pt x="1919093" y="1668746"/>
                  </a:lnTo>
                  <a:lnTo>
                    <a:pt x="1918516" y="1668534"/>
                  </a:lnTo>
                  <a:lnTo>
                    <a:pt x="1918484" y="1668517"/>
                  </a:lnTo>
                  <a:lnTo>
                    <a:pt x="1918371" y="1668449"/>
                  </a:lnTo>
                  <a:lnTo>
                    <a:pt x="1918360" y="1668443"/>
                  </a:lnTo>
                  <a:lnTo>
                    <a:pt x="1918350" y="1668438"/>
                  </a:lnTo>
                  <a:lnTo>
                    <a:pt x="1918289" y="1668405"/>
                  </a:lnTo>
                  <a:lnTo>
                    <a:pt x="1918267" y="1668393"/>
                  </a:lnTo>
                  <a:lnTo>
                    <a:pt x="1918243" y="1668379"/>
                  </a:lnTo>
                  <a:lnTo>
                    <a:pt x="1918237" y="1668375"/>
                  </a:lnTo>
                  <a:lnTo>
                    <a:pt x="1918230" y="1668371"/>
                  </a:lnTo>
                  <a:lnTo>
                    <a:pt x="1918208" y="1668356"/>
                  </a:lnTo>
                  <a:lnTo>
                    <a:pt x="1918200" y="1668349"/>
                  </a:lnTo>
                  <a:lnTo>
                    <a:pt x="1918192" y="1668342"/>
                  </a:lnTo>
                  <a:lnTo>
                    <a:pt x="1918174" y="1668330"/>
                  </a:lnTo>
                  <a:lnTo>
                    <a:pt x="1918151" y="1668318"/>
                  </a:lnTo>
                  <a:lnTo>
                    <a:pt x="1918138" y="1668312"/>
                  </a:lnTo>
                  <a:lnTo>
                    <a:pt x="1918111" y="1668296"/>
                  </a:lnTo>
                  <a:lnTo>
                    <a:pt x="1918052" y="1668257"/>
                  </a:lnTo>
                  <a:lnTo>
                    <a:pt x="1918038" y="1668246"/>
                  </a:lnTo>
                  <a:lnTo>
                    <a:pt x="1918032" y="1668244"/>
                  </a:lnTo>
                  <a:lnTo>
                    <a:pt x="1918027" y="1668242"/>
                  </a:lnTo>
                  <a:lnTo>
                    <a:pt x="1918020" y="1668236"/>
                  </a:lnTo>
                  <a:lnTo>
                    <a:pt x="1918002" y="1668224"/>
                  </a:lnTo>
                  <a:lnTo>
                    <a:pt x="1917891" y="1668193"/>
                  </a:lnTo>
                  <a:lnTo>
                    <a:pt x="1917877" y="1668191"/>
                  </a:lnTo>
                  <a:lnTo>
                    <a:pt x="1917869" y="1668192"/>
                  </a:lnTo>
                  <a:lnTo>
                    <a:pt x="1917847" y="1668194"/>
                  </a:lnTo>
                  <a:lnTo>
                    <a:pt x="1917841" y="1668195"/>
                  </a:lnTo>
                  <a:lnTo>
                    <a:pt x="1917789" y="1668211"/>
                  </a:lnTo>
                  <a:lnTo>
                    <a:pt x="1917728" y="1668231"/>
                  </a:lnTo>
                  <a:lnTo>
                    <a:pt x="1917698" y="1668250"/>
                  </a:lnTo>
                  <a:lnTo>
                    <a:pt x="1917773" y="1668403"/>
                  </a:lnTo>
                  <a:lnTo>
                    <a:pt x="1917775" y="1668424"/>
                  </a:lnTo>
                  <a:lnTo>
                    <a:pt x="1917768" y="1668437"/>
                  </a:lnTo>
                  <a:lnTo>
                    <a:pt x="1917603" y="1668534"/>
                  </a:lnTo>
                  <a:lnTo>
                    <a:pt x="1915884" y="1668600"/>
                  </a:lnTo>
                  <a:lnTo>
                    <a:pt x="1915568" y="1668612"/>
                  </a:lnTo>
                  <a:lnTo>
                    <a:pt x="1915546" y="1668612"/>
                  </a:lnTo>
                  <a:lnTo>
                    <a:pt x="1915503" y="1668575"/>
                  </a:lnTo>
                  <a:lnTo>
                    <a:pt x="1915473" y="1668620"/>
                  </a:lnTo>
                  <a:lnTo>
                    <a:pt x="1915363" y="1670265"/>
                  </a:lnTo>
                  <a:lnTo>
                    <a:pt x="1915357" y="1670276"/>
                  </a:lnTo>
                  <a:lnTo>
                    <a:pt x="1914864" y="1670688"/>
                  </a:lnTo>
                  <a:lnTo>
                    <a:pt x="1914640" y="1670824"/>
                  </a:lnTo>
                  <a:lnTo>
                    <a:pt x="1914570" y="1670866"/>
                  </a:lnTo>
                  <a:lnTo>
                    <a:pt x="1914128" y="1670749"/>
                  </a:lnTo>
                  <a:lnTo>
                    <a:pt x="1913889" y="1670742"/>
                  </a:lnTo>
                  <a:lnTo>
                    <a:pt x="1913469" y="1670962"/>
                  </a:lnTo>
                  <a:lnTo>
                    <a:pt x="1913251" y="1671142"/>
                  </a:lnTo>
                  <a:lnTo>
                    <a:pt x="1913073" y="1671349"/>
                  </a:lnTo>
                  <a:lnTo>
                    <a:pt x="1912837" y="1671624"/>
                  </a:lnTo>
                  <a:lnTo>
                    <a:pt x="1912917" y="1672062"/>
                  </a:lnTo>
                  <a:lnTo>
                    <a:pt x="1912484" y="1672673"/>
                  </a:lnTo>
                  <a:lnTo>
                    <a:pt x="1912426" y="1672558"/>
                  </a:lnTo>
                  <a:lnTo>
                    <a:pt x="1912113" y="1671940"/>
                  </a:lnTo>
                  <a:lnTo>
                    <a:pt x="1911750" y="1671136"/>
                  </a:lnTo>
                  <a:lnTo>
                    <a:pt x="1911727" y="1671043"/>
                  </a:lnTo>
                  <a:lnTo>
                    <a:pt x="1911526" y="1670397"/>
                  </a:lnTo>
                  <a:lnTo>
                    <a:pt x="1911350" y="1669856"/>
                  </a:lnTo>
                  <a:lnTo>
                    <a:pt x="1911361" y="1669789"/>
                  </a:lnTo>
                  <a:lnTo>
                    <a:pt x="1911390" y="1669719"/>
                  </a:lnTo>
                  <a:lnTo>
                    <a:pt x="1911439" y="1669670"/>
                  </a:lnTo>
                  <a:lnTo>
                    <a:pt x="1911441" y="1669648"/>
                  </a:lnTo>
                  <a:lnTo>
                    <a:pt x="1911321" y="1669117"/>
                  </a:lnTo>
                  <a:lnTo>
                    <a:pt x="1911350" y="1668918"/>
                  </a:lnTo>
                  <a:lnTo>
                    <a:pt x="1911643" y="1668747"/>
                  </a:lnTo>
                  <a:lnTo>
                    <a:pt x="1912198" y="1668403"/>
                  </a:lnTo>
                  <a:lnTo>
                    <a:pt x="1912365" y="1668175"/>
                  </a:lnTo>
                  <a:lnTo>
                    <a:pt x="1912423" y="1667982"/>
                  </a:lnTo>
                  <a:lnTo>
                    <a:pt x="1912443" y="1667915"/>
                  </a:lnTo>
                  <a:lnTo>
                    <a:pt x="1912646" y="1667442"/>
                  </a:lnTo>
                  <a:lnTo>
                    <a:pt x="1912030" y="1667281"/>
                  </a:lnTo>
                  <a:lnTo>
                    <a:pt x="1911966" y="1667313"/>
                  </a:lnTo>
                  <a:lnTo>
                    <a:pt x="1911916" y="1667338"/>
                  </a:lnTo>
                  <a:lnTo>
                    <a:pt x="1911770" y="1667280"/>
                  </a:lnTo>
                  <a:lnTo>
                    <a:pt x="1911680" y="1667167"/>
                  </a:lnTo>
                  <a:lnTo>
                    <a:pt x="1911511" y="1666956"/>
                  </a:lnTo>
                  <a:lnTo>
                    <a:pt x="1911348" y="1666723"/>
                  </a:lnTo>
                  <a:lnTo>
                    <a:pt x="1911234" y="1666830"/>
                  </a:lnTo>
                  <a:lnTo>
                    <a:pt x="1911216" y="1666867"/>
                  </a:lnTo>
                  <a:lnTo>
                    <a:pt x="1911568" y="1668191"/>
                  </a:lnTo>
                  <a:lnTo>
                    <a:pt x="1911564" y="1668214"/>
                  </a:lnTo>
                  <a:lnTo>
                    <a:pt x="1911371" y="1668339"/>
                  </a:lnTo>
                  <a:lnTo>
                    <a:pt x="1911111" y="1668447"/>
                  </a:lnTo>
                  <a:lnTo>
                    <a:pt x="1910639" y="1666724"/>
                  </a:lnTo>
                  <a:lnTo>
                    <a:pt x="1910626" y="1666676"/>
                  </a:lnTo>
                  <a:lnTo>
                    <a:pt x="1910430" y="1666519"/>
                  </a:lnTo>
                  <a:lnTo>
                    <a:pt x="1910418" y="1666510"/>
                  </a:lnTo>
                  <a:lnTo>
                    <a:pt x="1910051" y="1665878"/>
                  </a:lnTo>
                  <a:lnTo>
                    <a:pt x="1910224" y="1665787"/>
                  </a:lnTo>
                  <a:lnTo>
                    <a:pt x="1910226" y="1665774"/>
                  </a:lnTo>
                  <a:lnTo>
                    <a:pt x="1909872" y="1665442"/>
                  </a:lnTo>
                  <a:lnTo>
                    <a:pt x="1909833" y="1665380"/>
                  </a:lnTo>
                  <a:lnTo>
                    <a:pt x="1909828" y="1665328"/>
                  </a:lnTo>
                  <a:lnTo>
                    <a:pt x="1909833" y="1665295"/>
                  </a:lnTo>
                  <a:lnTo>
                    <a:pt x="1909943" y="1665098"/>
                  </a:lnTo>
                  <a:lnTo>
                    <a:pt x="1909413" y="1663839"/>
                  </a:lnTo>
                  <a:lnTo>
                    <a:pt x="1909407" y="1663826"/>
                  </a:lnTo>
                  <a:lnTo>
                    <a:pt x="1908718" y="1664100"/>
                  </a:lnTo>
                  <a:lnTo>
                    <a:pt x="1908298" y="1663009"/>
                  </a:lnTo>
                  <a:lnTo>
                    <a:pt x="1907693" y="1661761"/>
                  </a:lnTo>
                  <a:lnTo>
                    <a:pt x="1906872" y="1660413"/>
                  </a:lnTo>
                  <a:lnTo>
                    <a:pt x="1906728" y="1660157"/>
                  </a:lnTo>
                  <a:lnTo>
                    <a:pt x="1906746" y="1660130"/>
                  </a:lnTo>
                  <a:lnTo>
                    <a:pt x="1906747" y="1660123"/>
                  </a:lnTo>
                  <a:lnTo>
                    <a:pt x="1906754" y="1660110"/>
                  </a:lnTo>
                  <a:lnTo>
                    <a:pt x="1906674" y="1659950"/>
                  </a:lnTo>
                  <a:lnTo>
                    <a:pt x="1906463" y="1659995"/>
                  </a:lnTo>
                  <a:lnTo>
                    <a:pt x="1906192" y="1659562"/>
                  </a:lnTo>
                  <a:lnTo>
                    <a:pt x="1906192" y="1659551"/>
                  </a:lnTo>
                  <a:lnTo>
                    <a:pt x="1906191" y="1659544"/>
                  </a:lnTo>
                  <a:lnTo>
                    <a:pt x="1906190" y="1659538"/>
                  </a:lnTo>
                  <a:lnTo>
                    <a:pt x="1906186" y="1659530"/>
                  </a:lnTo>
                  <a:lnTo>
                    <a:pt x="1906126" y="1659183"/>
                  </a:lnTo>
                  <a:lnTo>
                    <a:pt x="1906116" y="1658617"/>
                  </a:lnTo>
                  <a:lnTo>
                    <a:pt x="1906113" y="1658579"/>
                  </a:lnTo>
                  <a:lnTo>
                    <a:pt x="1906114" y="1658572"/>
                  </a:lnTo>
                  <a:lnTo>
                    <a:pt x="1906114" y="1658566"/>
                  </a:lnTo>
                  <a:lnTo>
                    <a:pt x="1906113" y="1658560"/>
                  </a:lnTo>
                  <a:lnTo>
                    <a:pt x="1906111" y="1658553"/>
                  </a:lnTo>
                  <a:lnTo>
                    <a:pt x="1906109" y="1658548"/>
                  </a:lnTo>
                  <a:lnTo>
                    <a:pt x="1906087" y="1658346"/>
                  </a:lnTo>
                  <a:lnTo>
                    <a:pt x="1906080" y="1658119"/>
                  </a:lnTo>
                  <a:lnTo>
                    <a:pt x="1906129" y="1657923"/>
                  </a:lnTo>
                  <a:lnTo>
                    <a:pt x="1906137" y="1657891"/>
                  </a:lnTo>
                  <a:lnTo>
                    <a:pt x="1906252" y="1657434"/>
                  </a:lnTo>
                  <a:lnTo>
                    <a:pt x="1906245" y="1657321"/>
                  </a:lnTo>
                  <a:lnTo>
                    <a:pt x="1906291" y="1657160"/>
                  </a:lnTo>
                  <a:lnTo>
                    <a:pt x="1906327" y="1657035"/>
                  </a:lnTo>
                  <a:lnTo>
                    <a:pt x="1906465" y="1656880"/>
                  </a:lnTo>
                  <a:lnTo>
                    <a:pt x="1906538" y="1656810"/>
                  </a:lnTo>
                  <a:lnTo>
                    <a:pt x="1906665" y="1656712"/>
                  </a:lnTo>
                  <a:lnTo>
                    <a:pt x="1906680" y="1656687"/>
                  </a:lnTo>
                  <a:lnTo>
                    <a:pt x="1906672" y="1656681"/>
                  </a:lnTo>
                  <a:lnTo>
                    <a:pt x="1906652" y="1656666"/>
                  </a:lnTo>
                  <a:lnTo>
                    <a:pt x="1906611" y="1656631"/>
                  </a:lnTo>
                  <a:lnTo>
                    <a:pt x="1906593" y="1656616"/>
                  </a:lnTo>
                  <a:lnTo>
                    <a:pt x="1906520" y="1656657"/>
                  </a:lnTo>
                  <a:lnTo>
                    <a:pt x="1906441" y="1656716"/>
                  </a:lnTo>
                  <a:lnTo>
                    <a:pt x="1906433" y="1656722"/>
                  </a:lnTo>
                  <a:lnTo>
                    <a:pt x="1906304" y="1656822"/>
                  </a:lnTo>
                  <a:lnTo>
                    <a:pt x="1906260" y="1656856"/>
                  </a:lnTo>
                  <a:lnTo>
                    <a:pt x="1906222" y="1656886"/>
                  </a:lnTo>
                  <a:lnTo>
                    <a:pt x="1905941" y="1657195"/>
                  </a:lnTo>
                  <a:lnTo>
                    <a:pt x="1905929" y="1657192"/>
                  </a:lnTo>
                  <a:lnTo>
                    <a:pt x="1905690" y="1656970"/>
                  </a:lnTo>
                  <a:lnTo>
                    <a:pt x="1905153" y="1656557"/>
                  </a:lnTo>
                  <a:lnTo>
                    <a:pt x="1905019" y="1656453"/>
                  </a:lnTo>
                  <a:lnTo>
                    <a:pt x="1904700" y="1656209"/>
                  </a:lnTo>
                  <a:lnTo>
                    <a:pt x="1904678" y="1656222"/>
                  </a:lnTo>
                  <a:lnTo>
                    <a:pt x="1904543" y="1656353"/>
                  </a:lnTo>
                  <a:lnTo>
                    <a:pt x="1904518" y="1656360"/>
                  </a:lnTo>
                  <a:lnTo>
                    <a:pt x="1904398" y="1656202"/>
                  </a:lnTo>
                  <a:lnTo>
                    <a:pt x="1904219" y="1655969"/>
                  </a:lnTo>
                  <a:lnTo>
                    <a:pt x="1904223" y="1655948"/>
                  </a:lnTo>
                  <a:lnTo>
                    <a:pt x="1904281" y="1655871"/>
                  </a:lnTo>
                  <a:lnTo>
                    <a:pt x="1904258" y="1655853"/>
                  </a:lnTo>
                  <a:lnTo>
                    <a:pt x="1904240" y="1655839"/>
                  </a:lnTo>
                  <a:lnTo>
                    <a:pt x="1904207" y="1655900"/>
                  </a:lnTo>
                  <a:lnTo>
                    <a:pt x="1904164" y="1655980"/>
                  </a:lnTo>
                  <a:lnTo>
                    <a:pt x="1904175" y="1656073"/>
                  </a:lnTo>
                  <a:lnTo>
                    <a:pt x="1904178" y="1656091"/>
                  </a:lnTo>
                  <a:lnTo>
                    <a:pt x="1904232" y="1656446"/>
                  </a:lnTo>
                  <a:lnTo>
                    <a:pt x="1904234" y="1656535"/>
                  </a:lnTo>
                  <a:lnTo>
                    <a:pt x="1904176" y="1656683"/>
                  </a:lnTo>
                  <a:lnTo>
                    <a:pt x="1904143" y="1656710"/>
                  </a:lnTo>
                  <a:lnTo>
                    <a:pt x="1904121" y="1656715"/>
                  </a:lnTo>
                  <a:lnTo>
                    <a:pt x="1903968" y="1656716"/>
                  </a:lnTo>
                  <a:lnTo>
                    <a:pt x="1902653" y="1656676"/>
                  </a:lnTo>
                  <a:lnTo>
                    <a:pt x="1902072" y="1656601"/>
                  </a:lnTo>
                  <a:lnTo>
                    <a:pt x="1902019" y="1656565"/>
                  </a:lnTo>
                  <a:lnTo>
                    <a:pt x="1901904" y="1656473"/>
                  </a:lnTo>
                  <a:lnTo>
                    <a:pt x="1901754" y="1656168"/>
                  </a:lnTo>
                  <a:lnTo>
                    <a:pt x="1901765" y="1656114"/>
                  </a:lnTo>
                  <a:lnTo>
                    <a:pt x="1901759" y="1656093"/>
                  </a:lnTo>
                  <a:lnTo>
                    <a:pt x="1901689" y="1656038"/>
                  </a:lnTo>
                  <a:lnTo>
                    <a:pt x="1901678" y="1656044"/>
                  </a:lnTo>
                  <a:lnTo>
                    <a:pt x="1901646" y="1656013"/>
                  </a:lnTo>
                  <a:lnTo>
                    <a:pt x="1901578" y="1655828"/>
                  </a:lnTo>
                  <a:lnTo>
                    <a:pt x="1901578" y="1655814"/>
                  </a:lnTo>
                  <a:lnTo>
                    <a:pt x="1901606" y="1655791"/>
                  </a:lnTo>
                  <a:lnTo>
                    <a:pt x="1901599" y="1655740"/>
                  </a:lnTo>
                  <a:lnTo>
                    <a:pt x="1901007" y="1655792"/>
                  </a:lnTo>
                  <a:lnTo>
                    <a:pt x="1899772" y="1655900"/>
                  </a:lnTo>
                  <a:lnTo>
                    <a:pt x="1899770" y="1655954"/>
                  </a:lnTo>
                  <a:lnTo>
                    <a:pt x="1899818" y="1656158"/>
                  </a:lnTo>
                  <a:lnTo>
                    <a:pt x="1899265" y="1656656"/>
                  </a:lnTo>
                  <a:lnTo>
                    <a:pt x="1898686" y="1656711"/>
                  </a:lnTo>
                  <a:lnTo>
                    <a:pt x="1898159" y="1656728"/>
                  </a:lnTo>
                  <a:lnTo>
                    <a:pt x="1898132" y="1656803"/>
                  </a:lnTo>
                  <a:lnTo>
                    <a:pt x="1897583" y="1656811"/>
                  </a:lnTo>
                  <a:lnTo>
                    <a:pt x="1897227" y="1656671"/>
                  </a:lnTo>
                  <a:lnTo>
                    <a:pt x="1896867" y="1656352"/>
                  </a:lnTo>
                  <a:lnTo>
                    <a:pt x="1896540" y="1656783"/>
                  </a:lnTo>
                  <a:lnTo>
                    <a:pt x="1896832" y="1657142"/>
                  </a:lnTo>
                  <a:lnTo>
                    <a:pt x="1896917" y="1657119"/>
                  </a:lnTo>
                  <a:lnTo>
                    <a:pt x="1897157" y="1657287"/>
                  </a:lnTo>
                  <a:lnTo>
                    <a:pt x="1897171" y="1657306"/>
                  </a:lnTo>
                  <a:lnTo>
                    <a:pt x="1897429" y="1657651"/>
                  </a:lnTo>
                  <a:lnTo>
                    <a:pt x="1897357" y="1657739"/>
                  </a:lnTo>
                  <a:lnTo>
                    <a:pt x="1897662" y="1658041"/>
                  </a:lnTo>
                  <a:lnTo>
                    <a:pt x="1897708" y="1658093"/>
                  </a:lnTo>
                  <a:lnTo>
                    <a:pt x="1897717" y="1658103"/>
                  </a:lnTo>
                  <a:lnTo>
                    <a:pt x="1898051" y="1658953"/>
                  </a:lnTo>
                  <a:lnTo>
                    <a:pt x="1898195" y="1659156"/>
                  </a:lnTo>
                  <a:lnTo>
                    <a:pt x="1898199" y="1659163"/>
                  </a:lnTo>
                  <a:lnTo>
                    <a:pt x="1898193" y="1659194"/>
                  </a:lnTo>
                  <a:lnTo>
                    <a:pt x="1898225" y="1659249"/>
                  </a:lnTo>
                  <a:lnTo>
                    <a:pt x="1898586" y="1659557"/>
                  </a:lnTo>
                  <a:lnTo>
                    <a:pt x="1898650" y="1659549"/>
                  </a:lnTo>
                  <a:lnTo>
                    <a:pt x="1898670" y="1659536"/>
                  </a:lnTo>
                  <a:lnTo>
                    <a:pt x="1898729" y="1659561"/>
                  </a:lnTo>
                  <a:lnTo>
                    <a:pt x="1898958" y="1659685"/>
                  </a:lnTo>
                  <a:lnTo>
                    <a:pt x="1899135" y="1659850"/>
                  </a:lnTo>
                  <a:lnTo>
                    <a:pt x="1899422" y="1660201"/>
                  </a:lnTo>
                  <a:lnTo>
                    <a:pt x="1899458" y="1660250"/>
                  </a:lnTo>
                  <a:lnTo>
                    <a:pt x="1899694" y="1660572"/>
                  </a:lnTo>
                  <a:lnTo>
                    <a:pt x="1899896" y="1660838"/>
                  </a:lnTo>
                  <a:lnTo>
                    <a:pt x="1899896" y="1660844"/>
                  </a:lnTo>
                  <a:lnTo>
                    <a:pt x="1899896" y="1660850"/>
                  </a:lnTo>
                  <a:lnTo>
                    <a:pt x="1899897" y="1660856"/>
                  </a:lnTo>
                  <a:lnTo>
                    <a:pt x="1899899" y="1660862"/>
                  </a:lnTo>
                  <a:lnTo>
                    <a:pt x="1899903" y="1660870"/>
                  </a:lnTo>
                  <a:lnTo>
                    <a:pt x="1899908" y="1660876"/>
                  </a:lnTo>
                  <a:lnTo>
                    <a:pt x="1899912" y="1660880"/>
                  </a:lnTo>
                  <a:lnTo>
                    <a:pt x="1899917" y="1660884"/>
                  </a:lnTo>
                  <a:lnTo>
                    <a:pt x="1899922" y="1660887"/>
                  </a:lnTo>
                  <a:lnTo>
                    <a:pt x="1899930" y="1660890"/>
                  </a:lnTo>
                  <a:lnTo>
                    <a:pt x="1899937" y="1660891"/>
                  </a:lnTo>
                  <a:lnTo>
                    <a:pt x="1899978" y="1660936"/>
                  </a:lnTo>
                  <a:lnTo>
                    <a:pt x="1900302" y="1661361"/>
                  </a:lnTo>
                  <a:lnTo>
                    <a:pt x="1900318" y="1661383"/>
                  </a:lnTo>
                  <a:lnTo>
                    <a:pt x="1900336" y="1661406"/>
                  </a:lnTo>
                  <a:lnTo>
                    <a:pt x="1900702" y="1661905"/>
                  </a:lnTo>
                  <a:lnTo>
                    <a:pt x="1900993" y="1662280"/>
                  </a:lnTo>
                  <a:lnTo>
                    <a:pt x="1901029" y="1662436"/>
                  </a:lnTo>
                  <a:lnTo>
                    <a:pt x="1901082" y="1662743"/>
                  </a:lnTo>
                  <a:lnTo>
                    <a:pt x="1901134" y="1663039"/>
                  </a:lnTo>
                  <a:lnTo>
                    <a:pt x="1901145" y="1663103"/>
                  </a:lnTo>
                  <a:lnTo>
                    <a:pt x="1901229" y="1663498"/>
                  </a:lnTo>
                  <a:lnTo>
                    <a:pt x="1901360" y="1663759"/>
                  </a:lnTo>
                  <a:lnTo>
                    <a:pt x="1901673" y="1664381"/>
                  </a:lnTo>
                  <a:lnTo>
                    <a:pt x="1901191" y="1664842"/>
                  </a:lnTo>
                  <a:lnTo>
                    <a:pt x="1900175" y="1665795"/>
                  </a:lnTo>
                  <a:lnTo>
                    <a:pt x="1900162" y="1665783"/>
                  </a:lnTo>
                  <a:lnTo>
                    <a:pt x="1899857" y="1665260"/>
                  </a:lnTo>
                  <a:lnTo>
                    <a:pt x="1899509" y="1664661"/>
                  </a:lnTo>
                  <a:lnTo>
                    <a:pt x="1899481" y="1664629"/>
                  </a:lnTo>
                  <a:lnTo>
                    <a:pt x="1899068" y="1664315"/>
                  </a:lnTo>
                  <a:lnTo>
                    <a:pt x="1898674" y="1663901"/>
                  </a:lnTo>
                  <a:lnTo>
                    <a:pt x="1898569" y="1664032"/>
                  </a:lnTo>
                  <a:lnTo>
                    <a:pt x="1898512" y="1664103"/>
                  </a:lnTo>
                  <a:lnTo>
                    <a:pt x="1898372" y="1664280"/>
                  </a:lnTo>
                  <a:lnTo>
                    <a:pt x="1898334" y="1664200"/>
                  </a:lnTo>
                  <a:lnTo>
                    <a:pt x="1898076" y="1664384"/>
                  </a:lnTo>
                  <a:lnTo>
                    <a:pt x="1898009" y="1664432"/>
                  </a:lnTo>
                  <a:lnTo>
                    <a:pt x="1897962" y="1664587"/>
                  </a:lnTo>
                  <a:lnTo>
                    <a:pt x="1897955" y="1664588"/>
                  </a:lnTo>
                  <a:lnTo>
                    <a:pt x="1897754" y="1664534"/>
                  </a:lnTo>
                  <a:lnTo>
                    <a:pt x="1897742" y="1664538"/>
                  </a:lnTo>
                  <a:lnTo>
                    <a:pt x="1897710" y="1664594"/>
                  </a:lnTo>
                  <a:lnTo>
                    <a:pt x="1897667" y="1664693"/>
                  </a:lnTo>
                  <a:lnTo>
                    <a:pt x="1897617" y="1664808"/>
                  </a:lnTo>
                  <a:lnTo>
                    <a:pt x="1897858" y="1664858"/>
                  </a:lnTo>
                  <a:lnTo>
                    <a:pt x="1897871" y="1664873"/>
                  </a:lnTo>
                  <a:lnTo>
                    <a:pt x="1897867" y="1664901"/>
                  </a:lnTo>
                  <a:lnTo>
                    <a:pt x="1897479" y="1665141"/>
                  </a:lnTo>
                  <a:lnTo>
                    <a:pt x="1896830" y="1665293"/>
                  </a:lnTo>
                  <a:lnTo>
                    <a:pt x="1896726" y="1665318"/>
                  </a:lnTo>
                  <a:lnTo>
                    <a:pt x="1896730" y="1665326"/>
                  </a:lnTo>
                  <a:lnTo>
                    <a:pt x="1896755" y="1665378"/>
                  </a:lnTo>
                  <a:lnTo>
                    <a:pt x="1896789" y="1665417"/>
                  </a:lnTo>
                  <a:lnTo>
                    <a:pt x="1896820" y="1665453"/>
                  </a:lnTo>
                  <a:lnTo>
                    <a:pt x="1896891" y="1665534"/>
                  </a:lnTo>
                  <a:lnTo>
                    <a:pt x="1897007" y="1665475"/>
                  </a:lnTo>
                  <a:lnTo>
                    <a:pt x="1897021" y="1665468"/>
                  </a:lnTo>
                  <a:lnTo>
                    <a:pt x="1897412" y="1665372"/>
                  </a:lnTo>
                  <a:lnTo>
                    <a:pt x="1898240" y="1665311"/>
                  </a:lnTo>
                  <a:lnTo>
                    <a:pt x="1898643" y="1665269"/>
                  </a:lnTo>
                  <a:lnTo>
                    <a:pt x="1898698" y="1665278"/>
                  </a:lnTo>
                  <a:lnTo>
                    <a:pt x="1898776" y="1665328"/>
                  </a:lnTo>
                  <a:lnTo>
                    <a:pt x="1899165" y="1665621"/>
                  </a:lnTo>
                  <a:lnTo>
                    <a:pt x="1899491" y="1665989"/>
                  </a:lnTo>
                  <a:lnTo>
                    <a:pt x="1899586" y="1666105"/>
                  </a:lnTo>
                  <a:lnTo>
                    <a:pt x="1899597" y="1666119"/>
                  </a:lnTo>
                  <a:lnTo>
                    <a:pt x="1899615" y="1666163"/>
                  </a:lnTo>
                  <a:lnTo>
                    <a:pt x="1899661" y="1666253"/>
                  </a:lnTo>
                  <a:lnTo>
                    <a:pt x="1899682" y="1666298"/>
                  </a:lnTo>
                  <a:lnTo>
                    <a:pt x="1899703" y="1666340"/>
                  </a:lnTo>
                  <a:lnTo>
                    <a:pt x="1899763" y="1666469"/>
                  </a:lnTo>
                  <a:lnTo>
                    <a:pt x="1899769" y="1666480"/>
                  </a:lnTo>
                  <a:lnTo>
                    <a:pt x="1899778" y="1666491"/>
                  </a:lnTo>
                  <a:lnTo>
                    <a:pt x="1899826" y="1666613"/>
                  </a:lnTo>
                  <a:lnTo>
                    <a:pt x="1899876" y="1666800"/>
                  </a:lnTo>
                  <a:lnTo>
                    <a:pt x="1899904" y="1666886"/>
                  </a:lnTo>
                  <a:lnTo>
                    <a:pt x="1899913" y="1666958"/>
                  </a:lnTo>
                  <a:lnTo>
                    <a:pt x="1899928" y="1667143"/>
                  </a:lnTo>
                  <a:lnTo>
                    <a:pt x="1899947" y="1667360"/>
                  </a:lnTo>
                  <a:lnTo>
                    <a:pt x="1899955" y="1667754"/>
                  </a:lnTo>
                  <a:lnTo>
                    <a:pt x="1899951" y="1668296"/>
                  </a:lnTo>
                  <a:lnTo>
                    <a:pt x="1899951" y="1668313"/>
                  </a:lnTo>
                  <a:lnTo>
                    <a:pt x="1899951" y="1668373"/>
                  </a:lnTo>
                  <a:lnTo>
                    <a:pt x="1899983" y="1668703"/>
                  </a:lnTo>
                  <a:lnTo>
                    <a:pt x="1899990" y="1668774"/>
                  </a:lnTo>
                  <a:lnTo>
                    <a:pt x="1899991" y="1668784"/>
                  </a:lnTo>
                  <a:lnTo>
                    <a:pt x="1900006" y="1668939"/>
                  </a:lnTo>
                  <a:lnTo>
                    <a:pt x="1900107" y="1669500"/>
                  </a:lnTo>
                  <a:lnTo>
                    <a:pt x="1899562" y="1669544"/>
                  </a:lnTo>
                  <a:lnTo>
                    <a:pt x="1899539" y="1669536"/>
                  </a:lnTo>
                  <a:lnTo>
                    <a:pt x="1899526" y="1669542"/>
                  </a:lnTo>
                  <a:lnTo>
                    <a:pt x="1899516" y="1669546"/>
                  </a:lnTo>
                  <a:lnTo>
                    <a:pt x="1899510" y="1669548"/>
                  </a:lnTo>
                  <a:lnTo>
                    <a:pt x="1899496" y="1669552"/>
                  </a:lnTo>
                  <a:lnTo>
                    <a:pt x="1899418" y="1669577"/>
                  </a:lnTo>
                  <a:lnTo>
                    <a:pt x="1899294" y="1669613"/>
                  </a:lnTo>
                  <a:lnTo>
                    <a:pt x="1899264" y="1669622"/>
                  </a:lnTo>
                  <a:lnTo>
                    <a:pt x="1899256" y="1669624"/>
                  </a:lnTo>
                  <a:lnTo>
                    <a:pt x="1899246" y="1669626"/>
                  </a:lnTo>
                  <a:lnTo>
                    <a:pt x="1899212" y="1669636"/>
                  </a:lnTo>
                  <a:lnTo>
                    <a:pt x="1899044" y="1669652"/>
                  </a:lnTo>
                  <a:lnTo>
                    <a:pt x="1898977" y="1669662"/>
                  </a:lnTo>
                  <a:lnTo>
                    <a:pt x="1898966" y="1669663"/>
                  </a:lnTo>
                  <a:lnTo>
                    <a:pt x="1898907" y="1669672"/>
                  </a:lnTo>
                  <a:lnTo>
                    <a:pt x="1898834" y="1669682"/>
                  </a:lnTo>
                  <a:lnTo>
                    <a:pt x="1898555" y="1669721"/>
                  </a:lnTo>
                  <a:lnTo>
                    <a:pt x="1898540" y="1669653"/>
                  </a:lnTo>
                  <a:lnTo>
                    <a:pt x="1898539" y="1669647"/>
                  </a:lnTo>
                  <a:lnTo>
                    <a:pt x="1898516" y="1669538"/>
                  </a:lnTo>
                  <a:lnTo>
                    <a:pt x="1898505" y="1669485"/>
                  </a:lnTo>
                  <a:lnTo>
                    <a:pt x="1898495" y="1669432"/>
                  </a:lnTo>
                  <a:lnTo>
                    <a:pt x="1898492" y="1669419"/>
                  </a:lnTo>
                  <a:lnTo>
                    <a:pt x="1898478" y="1669341"/>
                  </a:lnTo>
                  <a:lnTo>
                    <a:pt x="1898444" y="1669199"/>
                  </a:lnTo>
                  <a:lnTo>
                    <a:pt x="1898426" y="1669123"/>
                  </a:lnTo>
                  <a:lnTo>
                    <a:pt x="1898421" y="1669075"/>
                  </a:lnTo>
                  <a:lnTo>
                    <a:pt x="1898296" y="1668480"/>
                  </a:lnTo>
                  <a:lnTo>
                    <a:pt x="1898286" y="1668431"/>
                  </a:lnTo>
                  <a:lnTo>
                    <a:pt x="1898255" y="1668283"/>
                  </a:lnTo>
                  <a:lnTo>
                    <a:pt x="1898204" y="1667799"/>
                  </a:lnTo>
                  <a:lnTo>
                    <a:pt x="1898144" y="1667221"/>
                  </a:lnTo>
                  <a:lnTo>
                    <a:pt x="1898142" y="1667197"/>
                  </a:lnTo>
                  <a:lnTo>
                    <a:pt x="1898134" y="1667125"/>
                  </a:lnTo>
                  <a:lnTo>
                    <a:pt x="1898133" y="1667108"/>
                  </a:lnTo>
                  <a:lnTo>
                    <a:pt x="1898202" y="1666971"/>
                  </a:lnTo>
                  <a:lnTo>
                    <a:pt x="1897523" y="1666316"/>
                  </a:lnTo>
                  <a:lnTo>
                    <a:pt x="1897479" y="1666344"/>
                  </a:lnTo>
                  <a:lnTo>
                    <a:pt x="1897438" y="1666372"/>
                  </a:lnTo>
                  <a:lnTo>
                    <a:pt x="1897562" y="1666563"/>
                  </a:lnTo>
                  <a:lnTo>
                    <a:pt x="1897722" y="1666912"/>
                  </a:lnTo>
                  <a:lnTo>
                    <a:pt x="1897929" y="1667609"/>
                  </a:lnTo>
                  <a:lnTo>
                    <a:pt x="1897953" y="1668255"/>
                  </a:lnTo>
                  <a:lnTo>
                    <a:pt x="1897950" y="1668313"/>
                  </a:lnTo>
                  <a:lnTo>
                    <a:pt x="1898144" y="1669334"/>
                  </a:lnTo>
                  <a:lnTo>
                    <a:pt x="1898265" y="1670016"/>
                  </a:lnTo>
                  <a:lnTo>
                    <a:pt x="1898231" y="1670150"/>
                  </a:lnTo>
                  <a:lnTo>
                    <a:pt x="1898192" y="1670200"/>
                  </a:lnTo>
                  <a:lnTo>
                    <a:pt x="1898189" y="1670244"/>
                  </a:lnTo>
                  <a:lnTo>
                    <a:pt x="1898107" y="1670461"/>
                  </a:lnTo>
                  <a:lnTo>
                    <a:pt x="1897842" y="1670522"/>
                  </a:lnTo>
                  <a:lnTo>
                    <a:pt x="1897769" y="1670727"/>
                  </a:lnTo>
                  <a:lnTo>
                    <a:pt x="1897498" y="1671451"/>
                  </a:lnTo>
                  <a:lnTo>
                    <a:pt x="1897509" y="1671549"/>
                  </a:lnTo>
                  <a:lnTo>
                    <a:pt x="1897554" y="1671561"/>
                  </a:lnTo>
                  <a:lnTo>
                    <a:pt x="1897996" y="1671567"/>
                  </a:lnTo>
                  <a:lnTo>
                    <a:pt x="1897983" y="1672172"/>
                  </a:lnTo>
                  <a:lnTo>
                    <a:pt x="1897995" y="1672551"/>
                  </a:lnTo>
                  <a:lnTo>
                    <a:pt x="1898008" y="1672964"/>
                  </a:lnTo>
                  <a:lnTo>
                    <a:pt x="1898005" y="1673374"/>
                  </a:lnTo>
                  <a:lnTo>
                    <a:pt x="1898004" y="1673401"/>
                  </a:lnTo>
                  <a:lnTo>
                    <a:pt x="1898003" y="1673428"/>
                  </a:lnTo>
                  <a:lnTo>
                    <a:pt x="1897958" y="1673706"/>
                  </a:lnTo>
                  <a:lnTo>
                    <a:pt x="1897378" y="1674305"/>
                  </a:lnTo>
                  <a:lnTo>
                    <a:pt x="1897117" y="1674294"/>
                  </a:lnTo>
                  <a:lnTo>
                    <a:pt x="1897117" y="1674326"/>
                  </a:lnTo>
                  <a:lnTo>
                    <a:pt x="1897116" y="1674348"/>
                  </a:lnTo>
                  <a:lnTo>
                    <a:pt x="1897160" y="1674917"/>
                  </a:lnTo>
                  <a:lnTo>
                    <a:pt x="1897178" y="1675109"/>
                  </a:lnTo>
                  <a:lnTo>
                    <a:pt x="1897226" y="1675642"/>
                  </a:lnTo>
                  <a:lnTo>
                    <a:pt x="1897313" y="1675855"/>
                  </a:lnTo>
                  <a:lnTo>
                    <a:pt x="1897402" y="1675882"/>
                  </a:lnTo>
                  <a:lnTo>
                    <a:pt x="1897578" y="1675593"/>
                  </a:lnTo>
                  <a:lnTo>
                    <a:pt x="1897586" y="1675591"/>
                  </a:lnTo>
                  <a:lnTo>
                    <a:pt x="1898237" y="1675858"/>
                  </a:lnTo>
                  <a:lnTo>
                    <a:pt x="1898753" y="1675991"/>
                  </a:lnTo>
                  <a:lnTo>
                    <a:pt x="1899195" y="1676090"/>
                  </a:lnTo>
                  <a:lnTo>
                    <a:pt x="1899322" y="1676340"/>
                  </a:lnTo>
                  <a:lnTo>
                    <a:pt x="1899339" y="1676520"/>
                  </a:lnTo>
                  <a:lnTo>
                    <a:pt x="1899473" y="1676646"/>
                  </a:lnTo>
                  <a:lnTo>
                    <a:pt x="1899580" y="1676529"/>
                  </a:lnTo>
                  <a:lnTo>
                    <a:pt x="1899702" y="1676321"/>
                  </a:lnTo>
                  <a:lnTo>
                    <a:pt x="1899919" y="1676315"/>
                  </a:lnTo>
                  <a:lnTo>
                    <a:pt x="1900003" y="1676422"/>
                  </a:lnTo>
                  <a:lnTo>
                    <a:pt x="1900045" y="1676610"/>
                  </a:lnTo>
                  <a:lnTo>
                    <a:pt x="1900008" y="1676736"/>
                  </a:lnTo>
                  <a:lnTo>
                    <a:pt x="1899924" y="1676922"/>
                  </a:lnTo>
                  <a:lnTo>
                    <a:pt x="1899951" y="1677027"/>
                  </a:lnTo>
                  <a:lnTo>
                    <a:pt x="1899995" y="1677113"/>
                  </a:lnTo>
                  <a:lnTo>
                    <a:pt x="1900005" y="1677225"/>
                  </a:lnTo>
                  <a:lnTo>
                    <a:pt x="1899995" y="1677278"/>
                  </a:lnTo>
                  <a:lnTo>
                    <a:pt x="1899926" y="1677503"/>
                  </a:lnTo>
                  <a:lnTo>
                    <a:pt x="1899871" y="1677646"/>
                  </a:lnTo>
                  <a:lnTo>
                    <a:pt x="1899793" y="1677754"/>
                  </a:lnTo>
                  <a:lnTo>
                    <a:pt x="1899748" y="1677802"/>
                  </a:lnTo>
                  <a:lnTo>
                    <a:pt x="1899657" y="1677867"/>
                  </a:lnTo>
                  <a:lnTo>
                    <a:pt x="1899586" y="1677902"/>
                  </a:lnTo>
                  <a:lnTo>
                    <a:pt x="1899525" y="1677924"/>
                  </a:lnTo>
                  <a:lnTo>
                    <a:pt x="1899446" y="1677938"/>
                  </a:lnTo>
                  <a:lnTo>
                    <a:pt x="1899313" y="1677936"/>
                  </a:lnTo>
                  <a:lnTo>
                    <a:pt x="1898936" y="1677853"/>
                  </a:lnTo>
                  <a:lnTo>
                    <a:pt x="1898867" y="1677845"/>
                  </a:lnTo>
                  <a:lnTo>
                    <a:pt x="1898790" y="1677850"/>
                  </a:lnTo>
                  <a:lnTo>
                    <a:pt x="1898720" y="1677867"/>
                  </a:lnTo>
                  <a:lnTo>
                    <a:pt x="1898645" y="1677900"/>
                  </a:lnTo>
                  <a:lnTo>
                    <a:pt x="1898463" y="1678008"/>
                  </a:lnTo>
                  <a:lnTo>
                    <a:pt x="1898434" y="1678164"/>
                  </a:lnTo>
                  <a:lnTo>
                    <a:pt x="1898409" y="1678383"/>
                  </a:lnTo>
                  <a:lnTo>
                    <a:pt x="1898432" y="1678493"/>
                  </a:lnTo>
                  <a:lnTo>
                    <a:pt x="1898449" y="1678530"/>
                  </a:lnTo>
                  <a:lnTo>
                    <a:pt x="1898844" y="1678988"/>
                  </a:lnTo>
                  <a:lnTo>
                    <a:pt x="1898890" y="1679141"/>
                  </a:lnTo>
                  <a:lnTo>
                    <a:pt x="1898886" y="1679312"/>
                  </a:lnTo>
                  <a:lnTo>
                    <a:pt x="1898906" y="1679392"/>
                  </a:lnTo>
                  <a:lnTo>
                    <a:pt x="1898935" y="1679449"/>
                  </a:lnTo>
                  <a:lnTo>
                    <a:pt x="1898951" y="1679467"/>
                  </a:lnTo>
                  <a:lnTo>
                    <a:pt x="1899018" y="1679506"/>
                  </a:lnTo>
                  <a:lnTo>
                    <a:pt x="1899049" y="1679500"/>
                  </a:lnTo>
                  <a:lnTo>
                    <a:pt x="1899078" y="1679475"/>
                  </a:lnTo>
                  <a:lnTo>
                    <a:pt x="1899086" y="1679458"/>
                  </a:lnTo>
                  <a:lnTo>
                    <a:pt x="1899107" y="1679446"/>
                  </a:lnTo>
                  <a:lnTo>
                    <a:pt x="1899129" y="1679445"/>
                  </a:lnTo>
                  <a:lnTo>
                    <a:pt x="1899213" y="1679495"/>
                  </a:lnTo>
                  <a:lnTo>
                    <a:pt x="1898835" y="1679766"/>
                  </a:lnTo>
                  <a:lnTo>
                    <a:pt x="1898681" y="1679714"/>
                  </a:lnTo>
                  <a:lnTo>
                    <a:pt x="1898578" y="1679625"/>
                  </a:lnTo>
                  <a:lnTo>
                    <a:pt x="1898571" y="1679612"/>
                  </a:lnTo>
                  <a:lnTo>
                    <a:pt x="1898443" y="1679598"/>
                  </a:lnTo>
                  <a:lnTo>
                    <a:pt x="1898384" y="1679599"/>
                  </a:lnTo>
                  <a:lnTo>
                    <a:pt x="1898341" y="1679609"/>
                  </a:lnTo>
                  <a:lnTo>
                    <a:pt x="1898316" y="1679623"/>
                  </a:lnTo>
                  <a:lnTo>
                    <a:pt x="1897965" y="1679872"/>
                  </a:lnTo>
                  <a:lnTo>
                    <a:pt x="1897894" y="1679982"/>
                  </a:lnTo>
                  <a:lnTo>
                    <a:pt x="1897709" y="1680359"/>
                  </a:lnTo>
                  <a:lnTo>
                    <a:pt x="1897643" y="1680705"/>
                  </a:lnTo>
                  <a:lnTo>
                    <a:pt x="1897640" y="1681003"/>
                  </a:lnTo>
                  <a:lnTo>
                    <a:pt x="1897664" y="1681188"/>
                  </a:lnTo>
                  <a:lnTo>
                    <a:pt x="1897701" y="1681357"/>
                  </a:lnTo>
                  <a:lnTo>
                    <a:pt x="1897792" y="1681585"/>
                  </a:lnTo>
                  <a:lnTo>
                    <a:pt x="1897821" y="1681715"/>
                  </a:lnTo>
                  <a:lnTo>
                    <a:pt x="1897797" y="1682140"/>
                  </a:lnTo>
                  <a:lnTo>
                    <a:pt x="1897807" y="1682218"/>
                  </a:lnTo>
                  <a:lnTo>
                    <a:pt x="1897850" y="1682364"/>
                  </a:lnTo>
                  <a:lnTo>
                    <a:pt x="1897891" y="1682439"/>
                  </a:lnTo>
                  <a:lnTo>
                    <a:pt x="1898218" y="1682634"/>
                  </a:lnTo>
                  <a:lnTo>
                    <a:pt x="1898263" y="1682873"/>
                  </a:lnTo>
                  <a:lnTo>
                    <a:pt x="1898302" y="1682949"/>
                  </a:lnTo>
                  <a:lnTo>
                    <a:pt x="1898322" y="1682983"/>
                  </a:lnTo>
                  <a:lnTo>
                    <a:pt x="1898447" y="1683063"/>
                  </a:lnTo>
                  <a:lnTo>
                    <a:pt x="1898499" y="1683247"/>
                  </a:lnTo>
                  <a:lnTo>
                    <a:pt x="1898378" y="1683707"/>
                  </a:lnTo>
                  <a:lnTo>
                    <a:pt x="1898190" y="1684077"/>
                  </a:lnTo>
                  <a:lnTo>
                    <a:pt x="1898163" y="1684074"/>
                  </a:lnTo>
                  <a:lnTo>
                    <a:pt x="1897842" y="1683958"/>
                  </a:lnTo>
                  <a:lnTo>
                    <a:pt x="1897596" y="1683982"/>
                  </a:lnTo>
                  <a:lnTo>
                    <a:pt x="1897200" y="1684082"/>
                  </a:lnTo>
                  <a:lnTo>
                    <a:pt x="1897134" y="1684127"/>
                  </a:lnTo>
                  <a:lnTo>
                    <a:pt x="1897085" y="1684172"/>
                  </a:lnTo>
                  <a:lnTo>
                    <a:pt x="1897038" y="1684230"/>
                  </a:lnTo>
                  <a:lnTo>
                    <a:pt x="1897004" y="1684283"/>
                  </a:lnTo>
                  <a:lnTo>
                    <a:pt x="1896902" y="1684441"/>
                  </a:lnTo>
                  <a:lnTo>
                    <a:pt x="1896589" y="1685004"/>
                  </a:lnTo>
                  <a:lnTo>
                    <a:pt x="1896881" y="1685212"/>
                  </a:lnTo>
                  <a:lnTo>
                    <a:pt x="1896897" y="1685219"/>
                  </a:lnTo>
                  <a:lnTo>
                    <a:pt x="1896965" y="1685250"/>
                  </a:lnTo>
                  <a:lnTo>
                    <a:pt x="1897017" y="1685302"/>
                  </a:lnTo>
                  <a:lnTo>
                    <a:pt x="1897051" y="1685374"/>
                  </a:lnTo>
                  <a:lnTo>
                    <a:pt x="1897053" y="1685388"/>
                  </a:lnTo>
                  <a:lnTo>
                    <a:pt x="1897119" y="1685936"/>
                  </a:lnTo>
                  <a:lnTo>
                    <a:pt x="1896981" y="1686135"/>
                  </a:lnTo>
                  <a:lnTo>
                    <a:pt x="1896899" y="1686196"/>
                  </a:lnTo>
                  <a:lnTo>
                    <a:pt x="1896941" y="1686607"/>
                  </a:lnTo>
                  <a:lnTo>
                    <a:pt x="1896866" y="1686687"/>
                  </a:lnTo>
                  <a:lnTo>
                    <a:pt x="1896836" y="1686684"/>
                  </a:lnTo>
                  <a:lnTo>
                    <a:pt x="1896797" y="1686604"/>
                  </a:lnTo>
                  <a:lnTo>
                    <a:pt x="1896595" y="1686663"/>
                  </a:lnTo>
                  <a:lnTo>
                    <a:pt x="1896546" y="1686839"/>
                  </a:lnTo>
                  <a:lnTo>
                    <a:pt x="1896490" y="1686898"/>
                  </a:lnTo>
                  <a:lnTo>
                    <a:pt x="1896341" y="1686947"/>
                  </a:lnTo>
                  <a:lnTo>
                    <a:pt x="1896036" y="1687020"/>
                  </a:lnTo>
                  <a:lnTo>
                    <a:pt x="1895665" y="1687028"/>
                  </a:lnTo>
                  <a:lnTo>
                    <a:pt x="1895602" y="1686954"/>
                  </a:lnTo>
                  <a:lnTo>
                    <a:pt x="1895553" y="1686884"/>
                  </a:lnTo>
                  <a:lnTo>
                    <a:pt x="1895530" y="1686830"/>
                  </a:lnTo>
                  <a:lnTo>
                    <a:pt x="1895519" y="1686778"/>
                  </a:lnTo>
                  <a:lnTo>
                    <a:pt x="1895521" y="1686738"/>
                  </a:lnTo>
                  <a:lnTo>
                    <a:pt x="1895539" y="1686701"/>
                  </a:lnTo>
                  <a:lnTo>
                    <a:pt x="1895574" y="1686627"/>
                  </a:lnTo>
                  <a:lnTo>
                    <a:pt x="1895937" y="1685575"/>
                  </a:lnTo>
                  <a:lnTo>
                    <a:pt x="1895756" y="1685227"/>
                  </a:lnTo>
                  <a:lnTo>
                    <a:pt x="1895722" y="1685256"/>
                  </a:lnTo>
                  <a:lnTo>
                    <a:pt x="1895800" y="1685525"/>
                  </a:lnTo>
                  <a:lnTo>
                    <a:pt x="1895806" y="1685575"/>
                  </a:lnTo>
                  <a:lnTo>
                    <a:pt x="1895713" y="1685846"/>
                  </a:lnTo>
                  <a:lnTo>
                    <a:pt x="1895633" y="1686081"/>
                  </a:lnTo>
                  <a:lnTo>
                    <a:pt x="1895587" y="1686179"/>
                  </a:lnTo>
                  <a:lnTo>
                    <a:pt x="1895503" y="1686327"/>
                  </a:lnTo>
                  <a:lnTo>
                    <a:pt x="1895462" y="1686376"/>
                  </a:lnTo>
                  <a:lnTo>
                    <a:pt x="1895425" y="1686516"/>
                  </a:lnTo>
                  <a:lnTo>
                    <a:pt x="1895206" y="1687348"/>
                  </a:lnTo>
                  <a:lnTo>
                    <a:pt x="1895250" y="1687445"/>
                  </a:lnTo>
                  <a:lnTo>
                    <a:pt x="1895294" y="1687510"/>
                  </a:lnTo>
                  <a:lnTo>
                    <a:pt x="1895385" y="1687646"/>
                  </a:lnTo>
                  <a:lnTo>
                    <a:pt x="1895529" y="1687571"/>
                  </a:lnTo>
                  <a:lnTo>
                    <a:pt x="1895606" y="1687552"/>
                  </a:lnTo>
                  <a:lnTo>
                    <a:pt x="1895712" y="1687737"/>
                  </a:lnTo>
                  <a:lnTo>
                    <a:pt x="1895848" y="1688067"/>
                  </a:lnTo>
                  <a:lnTo>
                    <a:pt x="1896188" y="1688519"/>
                  </a:lnTo>
                  <a:lnTo>
                    <a:pt x="1896306" y="1688663"/>
                  </a:lnTo>
                  <a:lnTo>
                    <a:pt x="1896385" y="1688785"/>
                  </a:lnTo>
                  <a:lnTo>
                    <a:pt x="1896419" y="1688915"/>
                  </a:lnTo>
                  <a:lnTo>
                    <a:pt x="1896426" y="1688992"/>
                  </a:lnTo>
                  <a:lnTo>
                    <a:pt x="1896399" y="1689450"/>
                  </a:lnTo>
                  <a:lnTo>
                    <a:pt x="1896398" y="1689462"/>
                  </a:lnTo>
                  <a:lnTo>
                    <a:pt x="1896344" y="1690824"/>
                  </a:lnTo>
                  <a:lnTo>
                    <a:pt x="1896284" y="1691004"/>
                  </a:lnTo>
                  <a:lnTo>
                    <a:pt x="1896268" y="1691116"/>
                  </a:lnTo>
                  <a:lnTo>
                    <a:pt x="1896270" y="1691150"/>
                  </a:lnTo>
                  <a:lnTo>
                    <a:pt x="1896282" y="1691244"/>
                  </a:lnTo>
                  <a:lnTo>
                    <a:pt x="1896295" y="1691286"/>
                  </a:lnTo>
                  <a:lnTo>
                    <a:pt x="1896388" y="1691484"/>
                  </a:lnTo>
                  <a:lnTo>
                    <a:pt x="1896460" y="1691568"/>
                  </a:lnTo>
                  <a:lnTo>
                    <a:pt x="1896518" y="1691624"/>
                  </a:lnTo>
                  <a:lnTo>
                    <a:pt x="1896531" y="1691636"/>
                  </a:lnTo>
                  <a:lnTo>
                    <a:pt x="1896544" y="1691643"/>
                  </a:lnTo>
                  <a:lnTo>
                    <a:pt x="1896593" y="1691670"/>
                  </a:lnTo>
                  <a:lnTo>
                    <a:pt x="1896706" y="1691733"/>
                  </a:lnTo>
                  <a:lnTo>
                    <a:pt x="1896760" y="1691787"/>
                  </a:lnTo>
                  <a:lnTo>
                    <a:pt x="1896735" y="1691880"/>
                  </a:lnTo>
                  <a:lnTo>
                    <a:pt x="1896710" y="1691888"/>
                  </a:lnTo>
                  <a:lnTo>
                    <a:pt x="1896676" y="1691899"/>
                  </a:lnTo>
                  <a:lnTo>
                    <a:pt x="1896592" y="1691946"/>
                  </a:lnTo>
                  <a:lnTo>
                    <a:pt x="1896562" y="1692028"/>
                  </a:lnTo>
                  <a:lnTo>
                    <a:pt x="1896601" y="1692131"/>
                  </a:lnTo>
                  <a:lnTo>
                    <a:pt x="1896739" y="1692152"/>
                  </a:lnTo>
                  <a:lnTo>
                    <a:pt x="1896786" y="1692178"/>
                  </a:lnTo>
                  <a:lnTo>
                    <a:pt x="1896768" y="1692351"/>
                  </a:lnTo>
                  <a:lnTo>
                    <a:pt x="1896753" y="1692403"/>
                  </a:lnTo>
                  <a:lnTo>
                    <a:pt x="1896678" y="1692495"/>
                  </a:lnTo>
                  <a:lnTo>
                    <a:pt x="1896600" y="1692555"/>
                  </a:lnTo>
                  <a:lnTo>
                    <a:pt x="1896272" y="1692468"/>
                  </a:lnTo>
                  <a:lnTo>
                    <a:pt x="1896239" y="1692409"/>
                  </a:lnTo>
                  <a:lnTo>
                    <a:pt x="1896239" y="1692318"/>
                  </a:lnTo>
                  <a:lnTo>
                    <a:pt x="1896250" y="1692236"/>
                  </a:lnTo>
                  <a:lnTo>
                    <a:pt x="1896133" y="1692150"/>
                  </a:lnTo>
                  <a:lnTo>
                    <a:pt x="1896034" y="1692143"/>
                  </a:lnTo>
                  <a:lnTo>
                    <a:pt x="1895800" y="1692242"/>
                  </a:lnTo>
                  <a:lnTo>
                    <a:pt x="1895663" y="1692237"/>
                  </a:lnTo>
                  <a:lnTo>
                    <a:pt x="1895585" y="1692169"/>
                  </a:lnTo>
                  <a:lnTo>
                    <a:pt x="1895532" y="1692145"/>
                  </a:lnTo>
                  <a:lnTo>
                    <a:pt x="1895145" y="1692271"/>
                  </a:lnTo>
                  <a:lnTo>
                    <a:pt x="1894373" y="1692795"/>
                  </a:lnTo>
                  <a:lnTo>
                    <a:pt x="1894044" y="1692599"/>
                  </a:lnTo>
                  <a:lnTo>
                    <a:pt x="1894052" y="1692570"/>
                  </a:lnTo>
                  <a:lnTo>
                    <a:pt x="1894028" y="1692505"/>
                  </a:lnTo>
                  <a:lnTo>
                    <a:pt x="1893934" y="1692409"/>
                  </a:lnTo>
                  <a:lnTo>
                    <a:pt x="1893913" y="1692396"/>
                  </a:lnTo>
                  <a:lnTo>
                    <a:pt x="1893885" y="1692401"/>
                  </a:lnTo>
                  <a:lnTo>
                    <a:pt x="1893707" y="1692398"/>
                  </a:lnTo>
                  <a:lnTo>
                    <a:pt x="1893210" y="1692075"/>
                  </a:lnTo>
                  <a:lnTo>
                    <a:pt x="1893101" y="1692005"/>
                  </a:lnTo>
                  <a:lnTo>
                    <a:pt x="1892988" y="1691917"/>
                  </a:lnTo>
                  <a:lnTo>
                    <a:pt x="1892785" y="1691627"/>
                  </a:lnTo>
                  <a:lnTo>
                    <a:pt x="1892658" y="1691540"/>
                  </a:lnTo>
                  <a:lnTo>
                    <a:pt x="1892622" y="1691499"/>
                  </a:lnTo>
                  <a:lnTo>
                    <a:pt x="1892376" y="1690897"/>
                  </a:lnTo>
                  <a:lnTo>
                    <a:pt x="1892379" y="1690887"/>
                  </a:lnTo>
                  <a:lnTo>
                    <a:pt x="1892240" y="1690582"/>
                  </a:lnTo>
                  <a:lnTo>
                    <a:pt x="1892163" y="1690413"/>
                  </a:lnTo>
                  <a:lnTo>
                    <a:pt x="1892127" y="1690327"/>
                  </a:lnTo>
                  <a:lnTo>
                    <a:pt x="1892121" y="1690326"/>
                  </a:lnTo>
                  <a:lnTo>
                    <a:pt x="1892091" y="1690258"/>
                  </a:lnTo>
                  <a:lnTo>
                    <a:pt x="1892086" y="1690245"/>
                  </a:lnTo>
                  <a:lnTo>
                    <a:pt x="1892085" y="1690232"/>
                  </a:lnTo>
                  <a:lnTo>
                    <a:pt x="1892085" y="1690223"/>
                  </a:lnTo>
                  <a:lnTo>
                    <a:pt x="1892079" y="1690214"/>
                  </a:lnTo>
                  <a:lnTo>
                    <a:pt x="1892066" y="1690182"/>
                  </a:lnTo>
                  <a:lnTo>
                    <a:pt x="1891613" y="1689114"/>
                  </a:lnTo>
                  <a:lnTo>
                    <a:pt x="1890983" y="1687628"/>
                  </a:lnTo>
                  <a:lnTo>
                    <a:pt x="1890957" y="1687567"/>
                  </a:lnTo>
                  <a:lnTo>
                    <a:pt x="1890504" y="1687573"/>
                  </a:lnTo>
                  <a:lnTo>
                    <a:pt x="1890270" y="1687576"/>
                  </a:lnTo>
                  <a:lnTo>
                    <a:pt x="1889860" y="1687581"/>
                  </a:lnTo>
                  <a:lnTo>
                    <a:pt x="1890069" y="1688103"/>
                  </a:lnTo>
                  <a:lnTo>
                    <a:pt x="1889546" y="1688589"/>
                  </a:lnTo>
                  <a:lnTo>
                    <a:pt x="1889223" y="1688889"/>
                  </a:lnTo>
                  <a:lnTo>
                    <a:pt x="1888395" y="1689494"/>
                  </a:lnTo>
                  <a:lnTo>
                    <a:pt x="1888042" y="1688935"/>
                  </a:lnTo>
                  <a:lnTo>
                    <a:pt x="1887911" y="1688707"/>
                  </a:lnTo>
                  <a:lnTo>
                    <a:pt x="1887801" y="1688484"/>
                  </a:lnTo>
                  <a:lnTo>
                    <a:pt x="1887752" y="1688386"/>
                  </a:lnTo>
                  <a:lnTo>
                    <a:pt x="1887746" y="1688374"/>
                  </a:lnTo>
                  <a:lnTo>
                    <a:pt x="1887695" y="1688380"/>
                  </a:lnTo>
                  <a:lnTo>
                    <a:pt x="1887637" y="1688386"/>
                  </a:lnTo>
                  <a:lnTo>
                    <a:pt x="1887639" y="1688442"/>
                  </a:lnTo>
                  <a:lnTo>
                    <a:pt x="1887645" y="1688635"/>
                  </a:lnTo>
                  <a:lnTo>
                    <a:pt x="1887646" y="1688657"/>
                  </a:lnTo>
                  <a:lnTo>
                    <a:pt x="1887647" y="1688689"/>
                  </a:lnTo>
                  <a:lnTo>
                    <a:pt x="1887647" y="1688696"/>
                  </a:lnTo>
                  <a:lnTo>
                    <a:pt x="1887647" y="1688708"/>
                  </a:lnTo>
                  <a:lnTo>
                    <a:pt x="1887672" y="1688746"/>
                  </a:lnTo>
                  <a:lnTo>
                    <a:pt x="1887740" y="1689027"/>
                  </a:lnTo>
                  <a:lnTo>
                    <a:pt x="1887966" y="1689966"/>
                  </a:lnTo>
                  <a:lnTo>
                    <a:pt x="1888070" y="1690425"/>
                  </a:lnTo>
                  <a:lnTo>
                    <a:pt x="1888257" y="1691251"/>
                  </a:lnTo>
                  <a:lnTo>
                    <a:pt x="1888317" y="1691516"/>
                  </a:lnTo>
                  <a:lnTo>
                    <a:pt x="1888363" y="1691717"/>
                  </a:lnTo>
                  <a:lnTo>
                    <a:pt x="1888391" y="1691843"/>
                  </a:lnTo>
                  <a:lnTo>
                    <a:pt x="1888401" y="1691886"/>
                  </a:lnTo>
                  <a:lnTo>
                    <a:pt x="1888405" y="1691902"/>
                  </a:lnTo>
                  <a:lnTo>
                    <a:pt x="1888701" y="1692190"/>
                  </a:lnTo>
                  <a:lnTo>
                    <a:pt x="1889204" y="1692648"/>
                  </a:lnTo>
                  <a:lnTo>
                    <a:pt x="1889289" y="1692631"/>
                  </a:lnTo>
                  <a:lnTo>
                    <a:pt x="1889477" y="1692546"/>
                  </a:lnTo>
                  <a:lnTo>
                    <a:pt x="1889619" y="1692483"/>
                  </a:lnTo>
                  <a:lnTo>
                    <a:pt x="1889630" y="1692450"/>
                  </a:lnTo>
                  <a:lnTo>
                    <a:pt x="1889654" y="1692432"/>
                  </a:lnTo>
                  <a:lnTo>
                    <a:pt x="1889688" y="1692426"/>
                  </a:lnTo>
                  <a:lnTo>
                    <a:pt x="1889853" y="1692489"/>
                  </a:lnTo>
                  <a:lnTo>
                    <a:pt x="1889869" y="1692504"/>
                  </a:lnTo>
                  <a:lnTo>
                    <a:pt x="1889911" y="1692574"/>
                  </a:lnTo>
                  <a:lnTo>
                    <a:pt x="1890034" y="1692776"/>
                  </a:lnTo>
                  <a:lnTo>
                    <a:pt x="1890086" y="1692864"/>
                  </a:lnTo>
                  <a:lnTo>
                    <a:pt x="1890089" y="1692869"/>
                  </a:lnTo>
                  <a:lnTo>
                    <a:pt x="1890108" y="1692909"/>
                  </a:lnTo>
                  <a:lnTo>
                    <a:pt x="1890145" y="1692994"/>
                  </a:lnTo>
                  <a:lnTo>
                    <a:pt x="1890147" y="1693027"/>
                  </a:lnTo>
                  <a:lnTo>
                    <a:pt x="1890127" y="1693072"/>
                  </a:lnTo>
                  <a:lnTo>
                    <a:pt x="1890094" y="1693089"/>
                  </a:lnTo>
                  <a:lnTo>
                    <a:pt x="1890054" y="1693089"/>
                  </a:lnTo>
                  <a:lnTo>
                    <a:pt x="1890035" y="1693104"/>
                  </a:lnTo>
                  <a:lnTo>
                    <a:pt x="1889931" y="1693290"/>
                  </a:lnTo>
                  <a:lnTo>
                    <a:pt x="1889698" y="1693714"/>
                  </a:lnTo>
                  <a:lnTo>
                    <a:pt x="1889392" y="1694291"/>
                  </a:lnTo>
                  <a:lnTo>
                    <a:pt x="1889356" y="1694373"/>
                  </a:lnTo>
                  <a:lnTo>
                    <a:pt x="1889466" y="1694484"/>
                  </a:lnTo>
                  <a:lnTo>
                    <a:pt x="1889487" y="1694525"/>
                  </a:lnTo>
                  <a:lnTo>
                    <a:pt x="1889468" y="1694544"/>
                  </a:lnTo>
                  <a:lnTo>
                    <a:pt x="1889340" y="1694673"/>
                  </a:lnTo>
                  <a:lnTo>
                    <a:pt x="1889324" y="1694689"/>
                  </a:lnTo>
                  <a:lnTo>
                    <a:pt x="1889144" y="1694802"/>
                  </a:lnTo>
                  <a:lnTo>
                    <a:pt x="1889108" y="1694833"/>
                  </a:lnTo>
                  <a:lnTo>
                    <a:pt x="1889092" y="1694847"/>
                  </a:lnTo>
                  <a:lnTo>
                    <a:pt x="1889050" y="1694928"/>
                  </a:lnTo>
                  <a:lnTo>
                    <a:pt x="1889008" y="1695009"/>
                  </a:lnTo>
                  <a:lnTo>
                    <a:pt x="1888962" y="1695098"/>
                  </a:lnTo>
                  <a:lnTo>
                    <a:pt x="1888972" y="1695833"/>
                  </a:lnTo>
                  <a:lnTo>
                    <a:pt x="1889051" y="1695918"/>
                  </a:lnTo>
                  <a:lnTo>
                    <a:pt x="1889074" y="1695929"/>
                  </a:lnTo>
                  <a:lnTo>
                    <a:pt x="1889126" y="1695954"/>
                  </a:lnTo>
                  <a:lnTo>
                    <a:pt x="1889193" y="1695932"/>
                  </a:lnTo>
                  <a:lnTo>
                    <a:pt x="1889220" y="1695901"/>
                  </a:lnTo>
                  <a:lnTo>
                    <a:pt x="1889233" y="1695885"/>
                  </a:lnTo>
                  <a:lnTo>
                    <a:pt x="1889244" y="1695873"/>
                  </a:lnTo>
                  <a:lnTo>
                    <a:pt x="1889250" y="1695866"/>
                  </a:lnTo>
                  <a:lnTo>
                    <a:pt x="1889311" y="1695849"/>
                  </a:lnTo>
                  <a:lnTo>
                    <a:pt x="1889432" y="1695817"/>
                  </a:lnTo>
                  <a:lnTo>
                    <a:pt x="1889437" y="1695816"/>
                  </a:lnTo>
                  <a:lnTo>
                    <a:pt x="1889539" y="1695834"/>
                  </a:lnTo>
                  <a:lnTo>
                    <a:pt x="1889552" y="1695836"/>
                  </a:lnTo>
                  <a:lnTo>
                    <a:pt x="1889576" y="1695840"/>
                  </a:lnTo>
                  <a:lnTo>
                    <a:pt x="1889653" y="1695907"/>
                  </a:lnTo>
                  <a:lnTo>
                    <a:pt x="1889718" y="1696226"/>
                  </a:lnTo>
                  <a:lnTo>
                    <a:pt x="1889706" y="1696253"/>
                  </a:lnTo>
                  <a:lnTo>
                    <a:pt x="1889665" y="1696283"/>
                  </a:lnTo>
                  <a:lnTo>
                    <a:pt x="1889622" y="1696295"/>
                  </a:lnTo>
                  <a:lnTo>
                    <a:pt x="1889575" y="1696286"/>
                  </a:lnTo>
                  <a:lnTo>
                    <a:pt x="1889527" y="1696261"/>
                  </a:lnTo>
                  <a:lnTo>
                    <a:pt x="1889470" y="1696231"/>
                  </a:lnTo>
                  <a:lnTo>
                    <a:pt x="1889443" y="1696175"/>
                  </a:lnTo>
                  <a:lnTo>
                    <a:pt x="1889428" y="1696144"/>
                  </a:lnTo>
                  <a:lnTo>
                    <a:pt x="1889400" y="1696124"/>
                  </a:lnTo>
                  <a:lnTo>
                    <a:pt x="1889376" y="1696108"/>
                  </a:lnTo>
                  <a:lnTo>
                    <a:pt x="1889340" y="1696099"/>
                  </a:lnTo>
                  <a:lnTo>
                    <a:pt x="1889277" y="1696125"/>
                  </a:lnTo>
                  <a:lnTo>
                    <a:pt x="1889069" y="1696211"/>
                  </a:lnTo>
                  <a:lnTo>
                    <a:pt x="1888976" y="1696250"/>
                  </a:lnTo>
                  <a:lnTo>
                    <a:pt x="1888582" y="1696430"/>
                  </a:lnTo>
                  <a:lnTo>
                    <a:pt x="1888417" y="1696537"/>
                  </a:lnTo>
                  <a:lnTo>
                    <a:pt x="1888405" y="1696545"/>
                  </a:lnTo>
                  <a:lnTo>
                    <a:pt x="1888345" y="1696584"/>
                  </a:lnTo>
                  <a:lnTo>
                    <a:pt x="1888309" y="1696623"/>
                  </a:lnTo>
                  <a:lnTo>
                    <a:pt x="1888282" y="1696653"/>
                  </a:lnTo>
                  <a:lnTo>
                    <a:pt x="1888173" y="1696839"/>
                  </a:lnTo>
                  <a:lnTo>
                    <a:pt x="1888167" y="1696866"/>
                  </a:lnTo>
                  <a:lnTo>
                    <a:pt x="1888187" y="1696906"/>
                  </a:lnTo>
                  <a:lnTo>
                    <a:pt x="1888188" y="1696924"/>
                  </a:lnTo>
                  <a:lnTo>
                    <a:pt x="1888171" y="1696948"/>
                  </a:lnTo>
                  <a:lnTo>
                    <a:pt x="1888158" y="1696965"/>
                  </a:lnTo>
                  <a:lnTo>
                    <a:pt x="1888131" y="1697004"/>
                  </a:lnTo>
                  <a:lnTo>
                    <a:pt x="1888119" y="1697019"/>
                  </a:lnTo>
                  <a:lnTo>
                    <a:pt x="1887996" y="1697176"/>
                  </a:lnTo>
                  <a:lnTo>
                    <a:pt x="1887630" y="1697268"/>
                  </a:lnTo>
                  <a:lnTo>
                    <a:pt x="1887567" y="1697224"/>
                  </a:lnTo>
                  <a:lnTo>
                    <a:pt x="1887399" y="1697107"/>
                  </a:lnTo>
                  <a:lnTo>
                    <a:pt x="1887309" y="1696897"/>
                  </a:lnTo>
                  <a:lnTo>
                    <a:pt x="1887274" y="1696815"/>
                  </a:lnTo>
                  <a:lnTo>
                    <a:pt x="1887083" y="1696593"/>
                  </a:lnTo>
                  <a:lnTo>
                    <a:pt x="1887058" y="1696565"/>
                  </a:lnTo>
                  <a:lnTo>
                    <a:pt x="1886810" y="1696298"/>
                  </a:lnTo>
                  <a:lnTo>
                    <a:pt x="1886804" y="1696293"/>
                  </a:lnTo>
                  <a:lnTo>
                    <a:pt x="1886788" y="1696289"/>
                  </a:lnTo>
                  <a:lnTo>
                    <a:pt x="1886782" y="1696288"/>
                  </a:lnTo>
                  <a:lnTo>
                    <a:pt x="1886023" y="1696195"/>
                  </a:lnTo>
                  <a:lnTo>
                    <a:pt x="1886006" y="1696196"/>
                  </a:lnTo>
                  <a:lnTo>
                    <a:pt x="1885997" y="1696196"/>
                  </a:lnTo>
                  <a:lnTo>
                    <a:pt x="1885826" y="1696239"/>
                  </a:lnTo>
                  <a:lnTo>
                    <a:pt x="1885605" y="1696317"/>
                  </a:lnTo>
                  <a:lnTo>
                    <a:pt x="1885561" y="1696344"/>
                  </a:lnTo>
                  <a:lnTo>
                    <a:pt x="1885556" y="1696347"/>
                  </a:lnTo>
                  <a:lnTo>
                    <a:pt x="1885540" y="1696357"/>
                  </a:lnTo>
                  <a:lnTo>
                    <a:pt x="1885510" y="1696388"/>
                  </a:lnTo>
                  <a:lnTo>
                    <a:pt x="1885490" y="1696414"/>
                  </a:lnTo>
                  <a:lnTo>
                    <a:pt x="1885429" y="1696441"/>
                  </a:lnTo>
                  <a:lnTo>
                    <a:pt x="1885264" y="1696515"/>
                  </a:lnTo>
                  <a:lnTo>
                    <a:pt x="1885253" y="1696519"/>
                  </a:lnTo>
                  <a:lnTo>
                    <a:pt x="1885031" y="1696501"/>
                  </a:lnTo>
                  <a:lnTo>
                    <a:pt x="1884979" y="1696486"/>
                  </a:lnTo>
                  <a:lnTo>
                    <a:pt x="1884971" y="1696484"/>
                  </a:lnTo>
                  <a:lnTo>
                    <a:pt x="1884622" y="1696380"/>
                  </a:lnTo>
                  <a:lnTo>
                    <a:pt x="1884405" y="1696177"/>
                  </a:lnTo>
                  <a:lnTo>
                    <a:pt x="1884348" y="1696125"/>
                  </a:lnTo>
                  <a:lnTo>
                    <a:pt x="1884318" y="1696096"/>
                  </a:lnTo>
                  <a:lnTo>
                    <a:pt x="1884385" y="1695686"/>
                  </a:lnTo>
                  <a:lnTo>
                    <a:pt x="1884389" y="1695661"/>
                  </a:lnTo>
                  <a:lnTo>
                    <a:pt x="1884414" y="1695513"/>
                  </a:lnTo>
                  <a:lnTo>
                    <a:pt x="1884444" y="1695388"/>
                  </a:lnTo>
                  <a:lnTo>
                    <a:pt x="1884429" y="1695378"/>
                  </a:lnTo>
                  <a:lnTo>
                    <a:pt x="1884197" y="1695227"/>
                  </a:lnTo>
                  <a:lnTo>
                    <a:pt x="1884165" y="1695195"/>
                  </a:lnTo>
                  <a:lnTo>
                    <a:pt x="1884160" y="1695190"/>
                  </a:lnTo>
                  <a:lnTo>
                    <a:pt x="1884017" y="1695049"/>
                  </a:lnTo>
                  <a:lnTo>
                    <a:pt x="1884012" y="1695045"/>
                  </a:lnTo>
                  <a:lnTo>
                    <a:pt x="1883772" y="1694909"/>
                  </a:lnTo>
                  <a:lnTo>
                    <a:pt x="1883739" y="1694682"/>
                  </a:lnTo>
                  <a:lnTo>
                    <a:pt x="1883683" y="1694205"/>
                  </a:lnTo>
                  <a:lnTo>
                    <a:pt x="1883684" y="1694196"/>
                  </a:lnTo>
                  <a:lnTo>
                    <a:pt x="1883688" y="1694187"/>
                  </a:lnTo>
                  <a:lnTo>
                    <a:pt x="1883692" y="1694166"/>
                  </a:lnTo>
                  <a:lnTo>
                    <a:pt x="1883714" y="1694067"/>
                  </a:lnTo>
                  <a:lnTo>
                    <a:pt x="1883721" y="1693929"/>
                  </a:lnTo>
                  <a:lnTo>
                    <a:pt x="1883743" y="1693648"/>
                  </a:lnTo>
                  <a:lnTo>
                    <a:pt x="1883631" y="1693002"/>
                  </a:lnTo>
                  <a:lnTo>
                    <a:pt x="1883416" y="1692567"/>
                  </a:lnTo>
                  <a:lnTo>
                    <a:pt x="1883130" y="1692041"/>
                  </a:lnTo>
                  <a:lnTo>
                    <a:pt x="1882841" y="1692191"/>
                  </a:lnTo>
                  <a:lnTo>
                    <a:pt x="1882847" y="1692228"/>
                  </a:lnTo>
                  <a:lnTo>
                    <a:pt x="1882954" y="1692413"/>
                  </a:lnTo>
                  <a:lnTo>
                    <a:pt x="1883180" y="1692714"/>
                  </a:lnTo>
                  <a:lnTo>
                    <a:pt x="1883264" y="1693066"/>
                  </a:lnTo>
                  <a:lnTo>
                    <a:pt x="1883321" y="1693347"/>
                  </a:lnTo>
                  <a:lnTo>
                    <a:pt x="1883293" y="1693605"/>
                  </a:lnTo>
                  <a:lnTo>
                    <a:pt x="1883306" y="1694025"/>
                  </a:lnTo>
                  <a:lnTo>
                    <a:pt x="1883243" y="1694382"/>
                  </a:lnTo>
                  <a:lnTo>
                    <a:pt x="1883163" y="1694420"/>
                  </a:lnTo>
                  <a:lnTo>
                    <a:pt x="1883037" y="1694392"/>
                  </a:lnTo>
                  <a:lnTo>
                    <a:pt x="1882863" y="1694365"/>
                  </a:lnTo>
                  <a:lnTo>
                    <a:pt x="1882731" y="1694373"/>
                  </a:lnTo>
                  <a:lnTo>
                    <a:pt x="1882620" y="1694428"/>
                  </a:lnTo>
                  <a:lnTo>
                    <a:pt x="1882538" y="1694566"/>
                  </a:lnTo>
                  <a:lnTo>
                    <a:pt x="1882501" y="1694880"/>
                  </a:lnTo>
                  <a:lnTo>
                    <a:pt x="1882496" y="1694903"/>
                  </a:lnTo>
                  <a:lnTo>
                    <a:pt x="1882489" y="1694926"/>
                  </a:lnTo>
                  <a:lnTo>
                    <a:pt x="1882376" y="1694992"/>
                  </a:lnTo>
                  <a:lnTo>
                    <a:pt x="1881958" y="1695277"/>
                  </a:lnTo>
                  <a:lnTo>
                    <a:pt x="1881823" y="1695381"/>
                  </a:lnTo>
                  <a:lnTo>
                    <a:pt x="1881788" y="1695441"/>
                  </a:lnTo>
                  <a:lnTo>
                    <a:pt x="1881787" y="1695448"/>
                  </a:lnTo>
                  <a:lnTo>
                    <a:pt x="1881786" y="1695455"/>
                  </a:lnTo>
                  <a:lnTo>
                    <a:pt x="1881786" y="1695472"/>
                  </a:lnTo>
                  <a:lnTo>
                    <a:pt x="1881785" y="1695504"/>
                  </a:lnTo>
                  <a:lnTo>
                    <a:pt x="1881785" y="1695512"/>
                  </a:lnTo>
                  <a:lnTo>
                    <a:pt x="1881785" y="1695521"/>
                  </a:lnTo>
                  <a:lnTo>
                    <a:pt x="1881800" y="1695555"/>
                  </a:lnTo>
                  <a:lnTo>
                    <a:pt x="1881805" y="1695559"/>
                  </a:lnTo>
                  <a:lnTo>
                    <a:pt x="1881993" y="1695703"/>
                  </a:lnTo>
                  <a:lnTo>
                    <a:pt x="1882082" y="1695746"/>
                  </a:lnTo>
                  <a:lnTo>
                    <a:pt x="1882106" y="1695743"/>
                  </a:lnTo>
                  <a:lnTo>
                    <a:pt x="1882142" y="1695738"/>
                  </a:lnTo>
                  <a:lnTo>
                    <a:pt x="1882159" y="1695731"/>
                  </a:lnTo>
                  <a:lnTo>
                    <a:pt x="1882181" y="1695726"/>
                  </a:lnTo>
                  <a:lnTo>
                    <a:pt x="1882331" y="1695776"/>
                  </a:lnTo>
                  <a:lnTo>
                    <a:pt x="1882475" y="1696177"/>
                  </a:lnTo>
                  <a:lnTo>
                    <a:pt x="1882485" y="1696204"/>
                  </a:lnTo>
                  <a:lnTo>
                    <a:pt x="1882341" y="1696377"/>
                  </a:lnTo>
                  <a:lnTo>
                    <a:pt x="1882335" y="1696384"/>
                  </a:lnTo>
                  <a:lnTo>
                    <a:pt x="1882306" y="1696418"/>
                  </a:lnTo>
                  <a:lnTo>
                    <a:pt x="1882365" y="1696669"/>
                  </a:lnTo>
                  <a:lnTo>
                    <a:pt x="1882433" y="1696964"/>
                  </a:lnTo>
                  <a:lnTo>
                    <a:pt x="1882941" y="1699145"/>
                  </a:lnTo>
                  <a:lnTo>
                    <a:pt x="1883150" y="1699254"/>
                  </a:lnTo>
                  <a:lnTo>
                    <a:pt x="1883174" y="1699266"/>
                  </a:lnTo>
                  <a:lnTo>
                    <a:pt x="1883489" y="1699779"/>
                  </a:lnTo>
                  <a:lnTo>
                    <a:pt x="1883437" y="1699900"/>
                  </a:lnTo>
                  <a:lnTo>
                    <a:pt x="1883437" y="1700034"/>
                  </a:lnTo>
                  <a:lnTo>
                    <a:pt x="1883631" y="1700190"/>
                  </a:lnTo>
                  <a:lnTo>
                    <a:pt x="1883728" y="1700364"/>
                  </a:lnTo>
                  <a:lnTo>
                    <a:pt x="1883774" y="1700544"/>
                  </a:lnTo>
                  <a:lnTo>
                    <a:pt x="1883835" y="1700694"/>
                  </a:lnTo>
                  <a:lnTo>
                    <a:pt x="1883917" y="1700723"/>
                  </a:lnTo>
                  <a:lnTo>
                    <a:pt x="1884178" y="1700732"/>
                  </a:lnTo>
                  <a:lnTo>
                    <a:pt x="1884195" y="1700752"/>
                  </a:lnTo>
                  <a:lnTo>
                    <a:pt x="1884442" y="1700854"/>
                  </a:lnTo>
                  <a:lnTo>
                    <a:pt x="1884473" y="1700938"/>
                  </a:lnTo>
                  <a:lnTo>
                    <a:pt x="1884402" y="1701061"/>
                  </a:lnTo>
                  <a:lnTo>
                    <a:pt x="1884336" y="1701155"/>
                  </a:lnTo>
                  <a:lnTo>
                    <a:pt x="1884252" y="1701183"/>
                  </a:lnTo>
                  <a:lnTo>
                    <a:pt x="1884162" y="1701142"/>
                  </a:lnTo>
                  <a:lnTo>
                    <a:pt x="1884122" y="1701100"/>
                  </a:lnTo>
                  <a:lnTo>
                    <a:pt x="1884102" y="1701091"/>
                  </a:lnTo>
                  <a:lnTo>
                    <a:pt x="1884040" y="1701062"/>
                  </a:lnTo>
                  <a:lnTo>
                    <a:pt x="1883988" y="1701066"/>
                  </a:lnTo>
                  <a:lnTo>
                    <a:pt x="1883943" y="1701069"/>
                  </a:lnTo>
                  <a:lnTo>
                    <a:pt x="1883846" y="1701169"/>
                  </a:lnTo>
                  <a:lnTo>
                    <a:pt x="1883824" y="1701194"/>
                  </a:lnTo>
                  <a:lnTo>
                    <a:pt x="1883779" y="1701247"/>
                  </a:lnTo>
                  <a:lnTo>
                    <a:pt x="1883645" y="1701451"/>
                  </a:lnTo>
                  <a:lnTo>
                    <a:pt x="1883640" y="1701461"/>
                  </a:lnTo>
                  <a:lnTo>
                    <a:pt x="1883630" y="1701478"/>
                  </a:lnTo>
                  <a:lnTo>
                    <a:pt x="1883594" y="1701543"/>
                  </a:lnTo>
                  <a:lnTo>
                    <a:pt x="1883578" y="1701612"/>
                  </a:lnTo>
                  <a:lnTo>
                    <a:pt x="1883578" y="1701637"/>
                  </a:lnTo>
                  <a:lnTo>
                    <a:pt x="1883577" y="1701665"/>
                  </a:lnTo>
                  <a:lnTo>
                    <a:pt x="1883585" y="1701671"/>
                  </a:lnTo>
                  <a:lnTo>
                    <a:pt x="1883627" y="1701712"/>
                  </a:lnTo>
                  <a:lnTo>
                    <a:pt x="1883941" y="1701892"/>
                  </a:lnTo>
                  <a:lnTo>
                    <a:pt x="1883991" y="1701923"/>
                  </a:lnTo>
                  <a:lnTo>
                    <a:pt x="1884014" y="1701936"/>
                  </a:lnTo>
                  <a:lnTo>
                    <a:pt x="1884064" y="1702002"/>
                  </a:lnTo>
                  <a:lnTo>
                    <a:pt x="1884065" y="1702089"/>
                  </a:lnTo>
                  <a:lnTo>
                    <a:pt x="1884040" y="1702104"/>
                  </a:lnTo>
                  <a:lnTo>
                    <a:pt x="1883996" y="1702130"/>
                  </a:lnTo>
                  <a:lnTo>
                    <a:pt x="1883973" y="1702146"/>
                  </a:lnTo>
                  <a:lnTo>
                    <a:pt x="1883779" y="1702160"/>
                  </a:lnTo>
                  <a:lnTo>
                    <a:pt x="1883631" y="1702195"/>
                  </a:lnTo>
                  <a:lnTo>
                    <a:pt x="1883483" y="1702340"/>
                  </a:lnTo>
                  <a:lnTo>
                    <a:pt x="1883371" y="1702578"/>
                  </a:lnTo>
                  <a:lnTo>
                    <a:pt x="1883289" y="1702715"/>
                  </a:lnTo>
                  <a:lnTo>
                    <a:pt x="1882927" y="1703319"/>
                  </a:lnTo>
                  <a:lnTo>
                    <a:pt x="1882881" y="1703406"/>
                  </a:lnTo>
                  <a:lnTo>
                    <a:pt x="1882692" y="1703279"/>
                  </a:lnTo>
                  <a:lnTo>
                    <a:pt x="1882319" y="1702954"/>
                  </a:lnTo>
                  <a:lnTo>
                    <a:pt x="1881906" y="1702717"/>
                  </a:lnTo>
                  <a:lnTo>
                    <a:pt x="1881753" y="1702618"/>
                  </a:lnTo>
                  <a:lnTo>
                    <a:pt x="1881722" y="1702547"/>
                  </a:lnTo>
                  <a:lnTo>
                    <a:pt x="1881681" y="1702450"/>
                  </a:lnTo>
                  <a:lnTo>
                    <a:pt x="1881533" y="1702288"/>
                  </a:lnTo>
                  <a:lnTo>
                    <a:pt x="1881380" y="1701917"/>
                  </a:lnTo>
                  <a:lnTo>
                    <a:pt x="1881324" y="1701737"/>
                  </a:lnTo>
                  <a:lnTo>
                    <a:pt x="1880865" y="1701923"/>
                  </a:lnTo>
                  <a:lnTo>
                    <a:pt x="1880849" y="1701911"/>
                  </a:lnTo>
                  <a:lnTo>
                    <a:pt x="1880767" y="1701685"/>
                  </a:lnTo>
                  <a:lnTo>
                    <a:pt x="1880766" y="1701676"/>
                  </a:lnTo>
                  <a:lnTo>
                    <a:pt x="1880743" y="1701489"/>
                  </a:lnTo>
                  <a:lnTo>
                    <a:pt x="1880654" y="1700774"/>
                  </a:lnTo>
                  <a:lnTo>
                    <a:pt x="1880948" y="1700357"/>
                  </a:lnTo>
                  <a:lnTo>
                    <a:pt x="1881086" y="1700161"/>
                  </a:lnTo>
                  <a:lnTo>
                    <a:pt x="1881299" y="1699879"/>
                  </a:lnTo>
                  <a:lnTo>
                    <a:pt x="1881509" y="1699586"/>
                  </a:lnTo>
                  <a:lnTo>
                    <a:pt x="1881179" y="1699307"/>
                  </a:lnTo>
                  <a:lnTo>
                    <a:pt x="1881172" y="1699301"/>
                  </a:lnTo>
                  <a:lnTo>
                    <a:pt x="1881139" y="1699274"/>
                  </a:lnTo>
                  <a:lnTo>
                    <a:pt x="1881128" y="1699287"/>
                  </a:lnTo>
                  <a:lnTo>
                    <a:pt x="1881099" y="1699323"/>
                  </a:lnTo>
                  <a:lnTo>
                    <a:pt x="1881095" y="1699328"/>
                  </a:lnTo>
                  <a:lnTo>
                    <a:pt x="1881050" y="1699387"/>
                  </a:lnTo>
                  <a:lnTo>
                    <a:pt x="1881043" y="1699396"/>
                  </a:lnTo>
                  <a:lnTo>
                    <a:pt x="1880840" y="1699665"/>
                  </a:lnTo>
                  <a:lnTo>
                    <a:pt x="1880762" y="1699768"/>
                  </a:lnTo>
                  <a:lnTo>
                    <a:pt x="1880746" y="1699789"/>
                  </a:lnTo>
                  <a:lnTo>
                    <a:pt x="1880487" y="1700131"/>
                  </a:lnTo>
                  <a:lnTo>
                    <a:pt x="1880369" y="1700287"/>
                  </a:lnTo>
                  <a:lnTo>
                    <a:pt x="1880162" y="1700109"/>
                  </a:lnTo>
                  <a:lnTo>
                    <a:pt x="1880147" y="1700078"/>
                  </a:lnTo>
                  <a:lnTo>
                    <a:pt x="1880072" y="1699831"/>
                  </a:lnTo>
                  <a:lnTo>
                    <a:pt x="1880072" y="1699821"/>
                  </a:lnTo>
                  <a:lnTo>
                    <a:pt x="1880076" y="1699815"/>
                  </a:lnTo>
                  <a:lnTo>
                    <a:pt x="1880146" y="1699720"/>
                  </a:lnTo>
                  <a:lnTo>
                    <a:pt x="1880362" y="1699435"/>
                  </a:lnTo>
                  <a:lnTo>
                    <a:pt x="1880445" y="1699325"/>
                  </a:lnTo>
                  <a:lnTo>
                    <a:pt x="1880454" y="1699313"/>
                  </a:lnTo>
                  <a:lnTo>
                    <a:pt x="1880467" y="1699283"/>
                  </a:lnTo>
                  <a:lnTo>
                    <a:pt x="1880466" y="1699229"/>
                  </a:lnTo>
                  <a:lnTo>
                    <a:pt x="1880577" y="1699076"/>
                  </a:lnTo>
                  <a:lnTo>
                    <a:pt x="1880679" y="1698921"/>
                  </a:lnTo>
                  <a:lnTo>
                    <a:pt x="1880660" y="1698906"/>
                  </a:lnTo>
                  <a:lnTo>
                    <a:pt x="1880616" y="1698870"/>
                  </a:lnTo>
                  <a:lnTo>
                    <a:pt x="1880598" y="1698854"/>
                  </a:lnTo>
                  <a:lnTo>
                    <a:pt x="1880591" y="1698848"/>
                  </a:lnTo>
                  <a:lnTo>
                    <a:pt x="1880587" y="1698844"/>
                  </a:lnTo>
                  <a:lnTo>
                    <a:pt x="1880658" y="1698746"/>
                  </a:lnTo>
                  <a:lnTo>
                    <a:pt x="1880715" y="1698662"/>
                  </a:lnTo>
                  <a:lnTo>
                    <a:pt x="1880717" y="1698638"/>
                  </a:lnTo>
                  <a:lnTo>
                    <a:pt x="1880710" y="1698613"/>
                  </a:lnTo>
                  <a:lnTo>
                    <a:pt x="1880662" y="1698595"/>
                  </a:lnTo>
                  <a:lnTo>
                    <a:pt x="1880620" y="1698600"/>
                  </a:lnTo>
                  <a:lnTo>
                    <a:pt x="1880451" y="1698674"/>
                  </a:lnTo>
                  <a:lnTo>
                    <a:pt x="1880274" y="1698797"/>
                  </a:lnTo>
                  <a:lnTo>
                    <a:pt x="1880323" y="1698884"/>
                  </a:lnTo>
                  <a:lnTo>
                    <a:pt x="1880325" y="1698889"/>
                  </a:lnTo>
                  <a:lnTo>
                    <a:pt x="1880356" y="1698961"/>
                  </a:lnTo>
                  <a:lnTo>
                    <a:pt x="1880044" y="1699152"/>
                  </a:lnTo>
                  <a:lnTo>
                    <a:pt x="1879900" y="1699238"/>
                  </a:lnTo>
                  <a:lnTo>
                    <a:pt x="1879801" y="1699288"/>
                  </a:lnTo>
                  <a:lnTo>
                    <a:pt x="1879751" y="1699200"/>
                  </a:lnTo>
                  <a:lnTo>
                    <a:pt x="1879698" y="1699094"/>
                  </a:lnTo>
                  <a:lnTo>
                    <a:pt x="1879601" y="1698903"/>
                  </a:lnTo>
                  <a:lnTo>
                    <a:pt x="1879594" y="1698900"/>
                  </a:lnTo>
                  <a:lnTo>
                    <a:pt x="1879187" y="1698723"/>
                  </a:lnTo>
                  <a:lnTo>
                    <a:pt x="1879046" y="1698662"/>
                  </a:lnTo>
                  <a:lnTo>
                    <a:pt x="1878844" y="1698636"/>
                  </a:lnTo>
                  <a:lnTo>
                    <a:pt x="1878824" y="1698610"/>
                  </a:lnTo>
                  <a:lnTo>
                    <a:pt x="1878795" y="1698571"/>
                  </a:lnTo>
                  <a:lnTo>
                    <a:pt x="1878721" y="1698473"/>
                  </a:lnTo>
                  <a:lnTo>
                    <a:pt x="1878683" y="1698423"/>
                  </a:lnTo>
                  <a:lnTo>
                    <a:pt x="1878526" y="1698209"/>
                  </a:lnTo>
                  <a:lnTo>
                    <a:pt x="1878081" y="1697617"/>
                  </a:lnTo>
                  <a:lnTo>
                    <a:pt x="1877781" y="1697220"/>
                  </a:lnTo>
                  <a:lnTo>
                    <a:pt x="1877785" y="1697206"/>
                  </a:lnTo>
                  <a:lnTo>
                    <a:pt x="1877943" y="1697051"/>
                  </a:lnTo>
                  <a:lnTo>
                    <a:pt x="1877948" y="1697030"/>
                  </a:lnTo>
                  <a:lnTo>
                    <a:pt x="1877942" y="1697012"/>
                  </a:lnTo>
                  <a:lnTo>
                    <a:pt x="1877930" y="1696981"/>
                  </a:lnTo>
                  <a:lnTo>
                    <a:pt x="1877710" y="1696661"/>
                  </a:lnTo>
                  <a:lnTo>
                    <a:pt x="1877291" y="1696050"/>
                  </a:lnTo>
                  <a:lnTo>
                    <a:pt x="1877090" y="1695757"/>
                  </a:lnTo>
                  <a:lnTo>
                    <a:pt x="1877086" y="1695749"/>
                  </a:lnTo>
                  <a:lnTo>
                    <a:pt x="1877083" y="1695744"/>
                  </a:lnTo>
                  <a:lnTo>
                    <a:pt x="1877079" y="1695740"/>
                  </a:lnTo>
                  <a:lnTo>
                    <a:pt x="1877075" y="1695735"/>
                  </a:lnTo>
                  <a:lnTo>
                    <a:pt x="1876553" y="1694975"/>
                  </a:lnTo>
                  <a:lnTo>
                    <a:pt x="1876302" y="1694591"/>
                  </a:lnTo>
                  <a:lnTo>
                    <a:pt x="1876286" y="1694565"/>
                  </a:lnTo>
                  <a:lnTo>
                    <a:pt x="1876064" y="1694211"/>
                  </a:lnTo>
                  <a:lnTo>
                    <a:pt x="1875859" y="1693870"/>
                  </a:lnTo>
                  <a:lnTo>
                    <a:pt x="1875629" y="1693486"/>
                  </a:lnTo>
                  <a:lnTo>
                    <a:pt x="1875581" y="1692935"/>
                  </a:lnTo>
                  <a:lnTo>
                    <a:pt x="1875494" y="1692881"/>
                  </a:lnTo>
                  <a:lnTo>
                    <a:pt x="1875480" y="1692630"/>
                  </a:lnTo>
                  <a:lnTo>
                    <a:pt x="1875459" y="1692260"/>
                  </a:lnTo>
                  <a:lnTo>
                    <a:pt x="1875457" y="1692187"/>
                  </a:lnTo>
                  <a:lnTo>
                    <a:pt x="1875474" y="1691914"/>
                  </a:lnTo>
                  <a:lnTo>
                    <a:pt x="1875471" y="1691909"/>
                  </a:lnTo>
                  <a:lnTo>
                    <a:pt x="1875393" y="1691896"/>
                  </a:lnTo>
                  <a:lnTo>
                    <a:pt x="1875386" y="1691889"/>
                  </a:lnTo>
                  <a:lnTo>
                    <a:pt x="1875385" y="1691853"/>
                  </a:lnTo>
                  <a:lnTo>
                    <a:pt x="1875398" y="1691774"/>
                  </a:lnTo>
                  <a:lnTo>
                    <a:pt x="1875430" y="1691575"/>
                  </a:lnTo>
                  <a:lnTo>
                    <a:pt x="1875515" y="1691210"/>
                  </a:lnTo>
                  <a:lnTo>
                    <a:pt x="1875525" y="1691174"/>
                  </a:lnTo>
                  <a:lnTo>
                    <a:pt x="1875529" y="1691161"/>
                  </a:lnTo>
                  <a:lnTo>
                    <a:pt x="1875532" y="1691149"/>
                  </a:lnTo>
                  <a:lnTo>
                    <a:pt x="1875596" y="1690923"/>
                  </a:lnTo>
                  <a:lnTo>
                    <a:pt x="1875673" y="1690672"/>
                  </a:lnTo>
                  <a:lnTo>
                    <a:pt x="1875686" y="1690646"/>
                  </a:lnTo>
                  <a:lnTo>
                    <a:pt x="1875712" y="1690594"/>
                  </a:lnTo>
                  <a:lnTo>
                    <a:pt x="1875715" y="1690589"/>
                  </a:lnTo>
                  <a:lnTo>
                    <a:pt x="1875739" y="1690541"/>
                  </a:lnTo>
                  <a:lnTo>
                    <a:pt x="1875966" y="1689846"/>
                  </a:lnTo>
                  <a:lnTo>
                    <a:pt x="1875988" y="1688710"/>
                  </a:lnTo>
                  <a:lnTo>
                    <a:pt x="1875989" y="1688670"/>
                  </a:lnTo>
                  <a:lnTo>
                    <a:pt x="1875989" y="1688633"/>
                  </a:lnTo>
                  <a:lnTo>
                    <a:pt x="1875966" y="1688621"/>
                  </a:lnTo>
                  <a:lnTo>
                    <a:pt x="1875872" y="1688307"/>
                  </a:lnTo>
                  <a:lnTo>
                    <a:pt x="1875615" y="1687349"/>
                  </a:lnTo>
                  <a:lnTo>
                    <a:pt x="1875458" y="1686821"/>
                  </a:lnTo>
                  <a:lnTo>
                    <a:pt x="1875453" y="1686806"/>
                  </a:lnTo>
                  <a:lnTo>
                    <a:pt x="1875440" y="1686773"/>
                  </a:lnTo>
                  <a:lnTo>
                    <a:pt x="1875426" y="1686734"/>
                  </a:lnTo>
                  <a:lnTo>
                    <a:pt x="1875357" y="1686254"/>
                  </a:lnTo>
                  <a:lnTo>
                    <a:pt x="1875442" y="1685857"/>
                  </a:lnTo>
                  <a:lnTo>
                    <a:pt x="1875472" y="1685767"/>
                  </a:lnTo>
                  <a:lnTo>
                    <a:pt x="1875586" y="1685662"/>
                  </a:lnTo>
                  <a:lnTo>
                    <a:pt x="1875603" y="1685650"/>
                  </a:lnTo>
                  <a:lnTo>
                    <a:pt x="1875675" y="1685592"/>
                  </a:lnTo>
                  <a:lnTo>
                    <a:pt x="1875688" y="1685581"/>
                  </a:lnTo>
                  <a:lnTo>
                    <a:pt x="1875831" y="1685448"/>
                  </a:lnTo>
                  <a:lnTo>
                    <a:pt x="1876056" y="1685236"/>
                  </a:lnTo>
                  <a:lnTo>
                    <a:pt x="1876075" y="1685203"/>
                  </a:lnTo>
                  <a:lnTo>
                    <a:pt x="1876195" y="1685078"/>
                  </a:lnTo>
                  <a:lnTo>
                    <a:pt x="1876328" y="1684948"/>
                  </a:lnTo>
                  <a:lnTo>
                    <a:pt x="1876411" y="1684877"/>
                  </a:lnTo>
                  <a:lnTo>
                    <a:pt x="1876425" y="1684878"/>
                  </a:lnTo>
                  <a:lnTo>
                    <a:pt x="1876430" y="1684878"/>
                  </a:lnTo>
                  <a:lnTo>
                    <a:pt x="1876438" y="1684871"/>
                  </a:lnTo>
                  <a:lnTo>
                    <a:pt x="1876376" y="1684792"/>
                  </a:lnTo>
                  <a:lnTo>
                    <a:pt x="1876315" y="1684716"/>
                  </a:lnTo>
                  <a:lnTo>
                    <a:pt x="1876117" y="1684863"/>
                  </a:lnTo>
                  <a:lnTo>
                    <a:pt x="1875919" y="1685010"/>
                  </a:lnTo>
                  <a:lnTo>
                    <a:pt x="1875942" y="1685041"/>
                  </a:lnTo>
                  <a:lnTo>
                    <a:pt x="1875931" y="1685079"/>
                  </a:lnTo>
                  <a:lnTo>
                    <a:pt x="1875915" y="1685093"/>
                  </a:lnTo>
                  <a:lnTo>
                    <a:pt x="1875692" y="1685255"/>
                  </a:lnTo>
                  <a:lnTo>
                    <a:pt x="1875532" y="1685372"/>
                  </a:lnTo>
                  <a:lnTo>
                    <a:pt x="1875225" y="1685618"/>
                  </a:lnTo>
                  <a:lnTo>
                    <a:pt x="1875147" y="1685498"/>
                  </a:lnTo>
                  <a:lnTo>
                    <a:pt x="1875143" y="1685388"/>
                  </a:lnTo>
                  <a:lnTo>
                    <a:pt x="1875002" y="1685113"/>
                  </a:lnTo>
                  <a:lnTo>
                    <a:pt x="1874782" y="1684794"/>
                  </a:lnTo>
                  <a:lnTo>
                    <a:pt x="1874714" y="1684707"/>
                  </a:lnTo>
                  <a:lnTo>
                    <a:pt x="1874692" y="1684676"/>
                  </a:lnTo>
                  <a:lnTo>
                    <a:pt x="1874667" y="1684637"/>
                  </a:lnTo>
                  <a:lnTo>
                    <a:pt x="1874620" y="1684540"/>
                  </a:lnTo>
                  <a:lnTo>
                    <a:pt x="1874636" y="1684529"/>
                  </a:lnTo>
                  <a:lnTo>
                    <a:pt x="1874611" y="1684487"/>
                  </a:lnTo>
                  <a:lnTo>
                    <a:pt x="1874455" y="1684521"/>
                  </a:lnTo>
                  <a:lnTo>
                    <a:pt x="1874271" y="1684561"/>
                  </a:lnTo>
                  <a:lnTo>
                    <a:pt x="1874321" y="1684654"/>
                  </a:lnTo>
                  <a:lnTo>
                    <a:pt x="1874367" y="1684683"/>
                  </a:lnTo>
                  <a:lnTo>
                    <a:pt x="1874457" y="1684956"/>
                  </a:lnTo>
                  <a:lnTo>
                    <a:pt x="1874486" y="1685247"/>
                  </a:lnTo>
                  <a:lnTo>
                    <a:pt x="1874466" y="1685432"/>
                  </a:lnTo>
                  <a:lnTo>
                    <a:pt x="1874548" y="1685561"/>
                  </a:lnTo>
                  <a:lnTo>
                    <a:pt x="1874563" y="1685742"/>
                  </a:lnTo>
                  <a:lnTo>
                    <a:pt x="1874560" y="1685952"/>
                  </a:lnTo>
                  <a:lnTo>
                    <a:pt x="1874404" y="1686578"/>
                  </a:lnTo>
                  <a:lnTo>
                    <a:pt x="1874425" y="1686606"/>
                  </a:lnTo>
                  <a:lnTo>
                    <a:pt x="1874429" y="1686612"/>
                  </a:lnTo>
                  <a:lnTo>
                    <a:pt x="1874471" y="1686667"/>
                  </a:lnTo>
                  <a:lnTo>
                    <a:pt x="1874487" y="1687575"/>
                  </a:lnTo>
                  <a:lnTo>
                    <a:pt x="1874473" y="1687606"/>
                  </a:lnTo>
                  <a:lnTo>
                    <a:pt x="1874398" y="1687708"/>
                  </a:lnTo>
                  <a:lnTo>
                    <a:pt x="1873937" y="1688262"/>
                  </a:lnTo>
                  <a:lnTo>
                    <a:pt x="1873910" y="1688295"/>
                  </a:lnTo>
                  <a:lnTo>
                    <a:pt x="1874432" y="1688793"/>
                  </a:lnTo>
                  <a:lnTo>
                    <a:pt x="1874430" y="1688806"/>
                  </a:lnTo>
                  <a:lnTo>
                    <a:pt x="1874415" y="1688825"/>
                  </a:lnTo>
                  <a:lnTo>
                    <a:pt x="1873756" y="1689690"/>
                  </a:lnTo>
                  <a:lnTo>
                    <a:pt x="1873405" y="1690149"/>
                  </a:lnTo>
                  <a:lnTo>
                    <a:pt x="1873290" y="1690301"/>
                  </a:lnTo>
                  <a:lnTo>
                    <a:pt x="1873265" y="1690291"/>
                  </a:lnTo>
                  <a:lnTo>
                    <a:pt x="1871957" y="1689229"/>
                  </a:lnTo>
                  <a:lnTo>
                    <a:pt x="1871928" y="1689206"/>
                  </a:lnTo>
                  <a:lnTo>
                    <a:pt x="1871911" y="1689211"/>
                  </a:lnTo>
                  <a:lnTo>
                    <a:pt x="1871890" y="1689244"/>
                  </a:lnTo>
                  <a:lnTo>
                    <a:pt x="1871847" y="1689310"/>
                  </a:lnTo>
                  <a:lnTo>
                    <a:pt x="1871217" y="1690334"/>
                  </a:lnTo>
                  <a:lnTo>
                    <a:pt x="1871211" y="1690344"/>
                  </a:lnTo>
                  <a:lnTo>
                    <a:pt x="1871216" y="1690361"/>
                  </a:lnTo>
                  <a:lnTo>
                    <a:pt x="1871447" y="1690638"/>
                  </a:lnTo>
                  <a:lnTo>
                    <a:pt x="1871716" y="1690992"/>
                  </a:lnTo>
                  <a:lnTo>
                    <a:pt x="1871552" y="1691366"/>
                  </a:lnTo>
                  <a:lnTo>
                    <a:pt x="1871530" y="1691382"/>
                  </a:lnTo>
                  <a:lnTo>
                    <a:pt x="1871496" y="1691553"/>
                  </a:lnTo>
                  <a:lnTo>
                    <a:pt x="1871436" y="1691773"/>
                  </a:lnTo>
                  <a:lnTo>
                    <a:pt x="1871337" y="1692133"/>
                  </a:lnTo>
                  <a:lnTo>
                    <a:pt x="1871347" y="1692148"/>
                  </a:lnTo>
                  <a:lnTo>
                    <a:pt x="1871411" y="1692163"/>
                  </a:lnTo>
                  <a:lnTo>
                    <a:pt x="1871449" y="1692217"/>
                  </a:lnTo>
                  <a:lnTo>
                    <a:pt x="1871469" y="1692290"/>
                  </a:lnTo>
                  <a:lnTo>
                    <a:pt x="1871455" y="1692351"/>
                  </a:lnTo>
                  <a:lnTo>
                    <a:pt x="1871357" y="1692417"/>
                  </a:lnTo>
                  <a:lnTo>
                    <a:pt x="1870987" y="1692320"/>
                  </a:lnTo>
                  <a:lnTo>
                    <a:pt x="1870957" y="1692578"/>
                  </a:lnTo>
                  <a:lnTo>
                    <a:pt x="1870944" y="1692637"/>
                  </a:lnTo>
                  <a:lnTo>
                    <a:pt x="1870947" y="1692660"/>
                  </a:lnTo>
                  <a:lnTo>
                    <a:pt x="1870949" y="1692673"/>
                  </a:lnTo>
                  <a:lnTo>
                    <a:pt x="1870950" y="1692680"/>
                  </a:lnTo>
                  <a:lnTo>
                    <a:pt x="1870955" y="1692723"/>
                  </a:lnTo>
                  <a:lnTo>
                    <a:pt x="1871258" y="1692720"/>
                  </a:lnTo>
                  <a:lnTo>
                    <a:pt x="1871240" y="1692944"/>
                  </a:lnTo>
                  <a:lnTo>
                    <a:pt x="1871155" y="1694009"/>
                  </a:lnTo>
                  <a:lnTo>
                    <a:pt x="1871099" y="1694713"/>
                  </a:lnTo>
                  <a:lnTo>
                    <a:pt x="1871084" y="1694905"/>
                  </a:lnTo>
                  <a:lnTo>
                    <a:pt x="1871088" y="1694990"/>
                  </a:lnTo>
                  <a:lnTo>
                    <a:pt x="1871144" y="1695159"/>
                  </a:lnTo>
                  <a:lnTo>
                    <a:pt x="1871338" y="1695230"/>
                  </a:lnTo>
                  <a:lnTo>
                    <a:pt x="1871282" y="1695461"/>
                  </a:lnTo>
                  <a:lnTo>
                    <a:pt x="1871279" y="1695474"/>
                  </a:lnTo>
                  <a:lnTo>
                    <a:pt x="1871434" y="1695543"/>
                  </a:lnTo>
                  <a:lnTo>
                    <a:pt x="1871443" y="1695570"/>
                  </a:lnTo>
                  <a:lnTo>
                    <a:pt x="1871445" y="1695577"/>
                  </a:lnTo>
                  <a:lnTo>
                    <a:pt x="1871731" y="1696534"/>
                  </a:lnTo>
                  <a:lnTo>
                    <a:pt x="1871746" y="1696587"/>
                  </a:lnTo>
                  <a:lnTo>
                    <a:pt x="1871738" y="1696821"/>
                  </a:lnTo>
                  <a:lnTo>
                    <a:pt x="1871737" y="1696851"/>
                  </a:lnTo>
                  <a:lnTo>
                    <a:pt x="1871707" y="1696853"/>
                  </a:lnTo>
                  <a:lnTo>
                    <a:pt x="1871634" y="1696857"/>
                  </a:lnTo>
                  <a:lnTo>
                    <a:pt x="1871627" y="1696860"/>
                  </a:lnTo>
                  <a:lnTo>
                    <a:pt x="1871630" y="1696887"/>
                  </a:lnTo>
                  <a:lnTo>
                    <a:pt x="1871682" y="1697348"/>
                  </a:lnTo>
                  <a:lnTo>
                    <a:pt x="1871683" y="1697362"/>
                  </a:lnTo>
                  <a:lnTo>
                    <a:pt x="1871682" y="1697381"/>
                  </a:lnTo>
                  <a:lnTo>
                    <a:pt x="1871655" y="1697702"/>
                  </a:lnTo>
                  <a:lnTo>
                    <a:pt x="1871634" y="1697701"/>
                  </a:lnTo>
                  <a:lnTo>
                    <a:pt x="1871496" y="1697700"/>
                  </a:lnTo>
                  <a:lnTo>
                    <a:pt x="1871474" y="1697951"/>
                  </a:lnTo>
                  <a:lnTo>
                    <a:pt x="1871472" y="1697983"/>
                  </a:lnTo>
                  <a:lnTo>
                    <a:pt x="1871480" y="1698095"/>
                  </a:lnTo>
                  <a:lnTo>
                    <a:pt x="1871481" y="1698104"/>
                  </a:lnTo>
                  <a:lnTo>
                    <a:pt x="1871484" y="1698136"/>
                  </a:lnTo>
                  <a:lnTo>
                    <a:pt x="1871493" y="1698221"/>
                  </a:lnTo>
                  <a:lnTo>
                    <a:pt x="1871498" y="1698227"/>
                  </a:lnTo>
                  <a:lnTo>
                    <a:pt x="1871520" y="1698254"/>
                  </a:lnTo>
                  <a:lnTo>
                    <a:pt x="1871563" y="1698307"/>
                  </a:lnTo>
                  <a:lnTo>
                    <a:pt x="1871661" y="1698416"/>
                  </a:lnTo>
                  <a:lnTo>
                    <a:pt x="1871839" y="1698673"/>
                  </a:lnTo>
                  <a:lnTo>
                    <a:pt x="1871847" y="1698687"/>
                  </a:lnTo>
                  <a:lnTo>
                    <a:pt x="1871852" y="1698697"/>
                  </a:lnTo>
                  <a:lnTo>
                    <a:pt x="1871854" y="1698702"/>
                  </a:lnTo>
                  <a:lnTo>
                    <a:pt x="1871861" y="1698721"/>
                  </a:lnTo>
                  <a:lnTo>
                    <a:pt x="1871863" y="1698728"/>
                  </a:lnTo>
                  <a:lnTo>
                    <a:pt x="1871908" y="1698885"/>
                  </a:lnTo>
                  <a:lnTo>
                    <a:pt x="1871918" y="1698928"/>
                  </a:lnTo>
                  <a:lnTo>
                    <a:pt x="1871923" y="1698952"/>
                  </a:lnTo>
                  <a:lnTo>
                    <a:pt x="1871924" y="1698965"/>
                  </a:lnTo>
                  <a:lnTo>
                    <a:pt x="1871923" y="1698981"/>
                  </a:lnTo>
                  <a:lnTo>
                    <a:pt x="1871875" y="1699331"/>
                  </a:lnTo>
                  <a:lnTo>
                    <a:pt x="1871873" y="1699344"/>
                  </a:lnTo>
                  <a:lnTo>
                    <a:pt x="1871868" y="1699360"/>
                  </a:lnTo>
                  <a:lnTo>
                    <a:pt x="1871858" y="1699379"/>
                  </a:lnTo>
                  <a:lnTo>
                    <a:pt x="1871846" y="1699395"/>
                  </a:lnTo>
                  <a:lnTo>
                    <a:pt x="1871831" y="1699408"/>
                  </a:lnTo>
                  <a:lnTo>
                    <a:pt x="1871810" y="1699421"/>
                  </a:lnTo>
                  <a:lnTo>
                    <a:pt x="1871801" y="1699425"/>
                  </a:lnTo>
                  <a:lnTo>
                    <a:pt x="1871748" y="1699448"/>
                  </a:lnTo>
                  <a:lnTo>
                    <a:pt x="1871677" y="1699479"/>
                  </a:lnTo>
                  <a:lnTo>
                    <a:pt x="1871647" y="1699492"/>
                  </a:lnTo>
                  <a:lnTo>
                    <a:pt x="1871630" y="1699504"/>
                  </a:lnTo>
                  <a:lnTo>
                    <a:pt x="1871619" y="1699515"/>
                  </a:lnTo>
                  <a:lnTo>
                    <a:pt x="1871572" y="1699566"/>
                  </a:lnTo>
                  <a:lnTo>
                    <a:pt x="1871377" y="1699779"/>
                  </a:lnTo>
                  <a:lnTo>
                    <a:pt x="1871363" y="1699794"/>
                  </a:lnTo>
                  <a:lnTo>
                    <a:pt x="1871322" y="1699849"/>
                  </a:lnTo>
                  <a:lnTo>
                    <a:pt x="1871315" y="1699891"/>
                  </a:lnTo>
                  <a:lnTo>
                    <a:pt x="1871317" y="1699907"/>
                  </a:lnTo>
                  <a:lnTo>
                    <a:pt x="1871323" y="1699931"/>
                  </a:lnTo>
                  <a:lnTo>
                    <a:pt x="1871327" y="1699940"/>
                  </a:lnTo>
                  <a:lnTo>
                    <a:pt x="1871335" y="1699958"/>
                  </a:lnTo>
                  <a:lnTo>
                    <a:pt x="1871336" y="1699969"/>
                  </a:lnTo>
                  <a:lnTo>
                    <a:pt x="1871331" y="1699980"/>
                  </a:lnTo>
                  <a:lnTo>
                    <a:pt x="1871321" y="1699989"/>
                  </a:lnTo>
                  <a:lnTo>
                    <a:pt x="1871269" y="1700005"/>
                  </a:lnTo>
                  <a:lnTo>
                    <a:pt x="1871040" y="1700028"/>
                  </a:lnTo>
                  <a:lnTo>
                    <a:pt x="1871026" y="1700029"/>
                  </a:lnTo>
                  <a:lnTo>
                    <a:pt x="1870860" y="1700039"/>
                  </a:lnTo>
                  <a:lnTo>
                    <a:pt x="1870850" y="1700040"/>
                  </a:lnTo>
                  <a:lnTo>
                    <a:pt x="1870839" y="1700043"/>
                  </a:lnTo>
                  <a:lnTo>
                    <a:pt x="1870754" y="1700073"/>
                  </a:lnTo>
                  <a:lnTo>
                    <a:pt x="1870672" y="1700162"/>
                  </a:lnTo>
                  <a:lnTo>
                    <a:pt x="1870238" y="1700664"/>
                  </a:lnTo>
                  <a:lnTo>
                    <a:pt x="1870008" y="1700947"/>
                  </a:lnTo>
                  <a:lnTo>
                    <a:pt x="1870000" y="1700957"/>
                  </a:lnTo>
                  <a:lnTo>
                    <a:pt x="1869998" y="1700971"/>
                  </a:lnTo>
                  <a:lnTo>
                    <a:pt x="1869986" y="1701063"/>
                  </a:lnTo>
                  <a:lnTo>
                    <a:pt x="1869936" y="1701550"/>
                  </a:lnTo>
                  <a:lnTo>
                    <a:pt x="1869823" y="1701882"/>
                  </a:lnTo>
                  <a:lnTo>
                    <a:pt x="1869702" y="1702230"/>
                  </a:lnTo>
                  <a:lnTo>
                    <a:pt x="1869697" y="1702297"/>
                  </a:lnTo>
                  <a:lnTo>
                    <a:pt x="1869687" y="1702437"/>
                  </a:lnTo>
                  <a:lnTo>
                    <a:pt x="1869677" y="1702462"/>
                  </a:lnTo>
                  <a:lnTo>
                    <a:pt x="1869486" y="1702544"/>
                  </a:lnTo>
                  <a:lnTo>
                    <a:pt x="1869042" y="1702704"/>
                  </a:lnTo>
                  <a:lnTo>
                    <a:pt x="1868823" y="1702815"/>
                  </a:lnTo>
                  <a:lnTo>
                    <a:pt x="1868639" y="1702944"/>
                  </a:lnTo>
                  <a:lnTo>
                    <a:pt x="1868600" y="1703001"/>
                  </a:lnTo>
                  <a:lnTo>
                    <a:pt x="1868586" y="1703100"/>
                  </a:lnTo>
                  <a:lnTo>
                    <a:pt x="1868577" y="1703160"/>
                  </a:lnTo>
                  <a:lnTo>
                    <a:pt x="1868489" y="1703448"/>
                  </a:lnTo>
                  <a:lnTo>
                    <a:pt x="1868481" y="1703473"/>
                  </a:lnTo>
                  <a:lnTo>
                    <a:pt x="1868432" y="1703488"/>
                  </a:lnTo>
                  <a:lnTo>
                    <a:pt x="1868074" y="1703600"/>
                  </a:lnTo>
                  <a:lnTo>
                    <a:pt x="1867878" y="1703662"/>
                  </a:lnTo>
                  <a:lnTo>
                    <a:pt x="1867653" y="1703602"/>
                  </a:lnTo>
                  <a:lnTo>
                    <a:pt x="1867648" y="1703601"/>
                  </a:lnTo>
                  <a:lnTo>
                    <a:pt x="1867568" y="1703579"/>
                  </a:lnTo>
                  <a:lnTo>
                    <a:pt x="1867517" y="1703562"/>
                  </a:lnTo>
                  <a:lnTo>
                    <a:pt x="1867476" y="1703575"/>
                  </a:lnTo>
                  <a:lnTo>
                    <a:pt x="1867361" y="1703625"/>
                  </a:lnTo>
                  <a:lnTo>
                    <a:pt x="1867254" y="1703688"/>
                  </a:lnTo>
                  <a:lnTo>
                    <a:pt x="1867086" y="1703792"/>
                  </a:lnTo>
                  <a:lnTo>
                    <a:pt x="1867072" y="1703803"/>
                  </a:lnTo>
                  <a:lnTo>
                    <a:pt x="1867071" y="1704435"/>
                  </a:lnTo>
                  <a:lnTo>
                    <a:pt x="1866771" y="1704460"/>
                  </a:lnTo>
                  <a:lnTo>
                    <a:pt x="1866470" y="1704525"/>
                  </a:lnTo>
                  <a:lnTo>
                    <a:pt x="1866141" y="1704596"/>
                  </a:lnTo>
                  <a:lnTo>
                    <a:pt x="1866095" y="1704606"/>
                  </a:lnTo>
                  <a:lnTo>
                    <a:pt x="1865622" y="1704400"/>
                  </a:lnTo>
                  <a:lnTo>
                    <a:pt x="1865555" y="1704303"/>
                  </a:lnTo>
                  <a:lnTo>
                    <a:pt x="1865352" y="1704011"/>
                  </a:lnTo>
                  <a:lnTo>
                    <a:pt x="1865267" y="1703707"/>
                  </a:lnTo>
                  <a:lnTo>
                    <a:pt x="1865310" y="1703484"/>
                  </a:lnTo>
                  <a:lnTo>
                    <a:pt x="1865336" y="1703354"/>
                  </a:lnTo>
                  <a:lnTo>
                    <a:pt x="1865339" y="1703232"/>
                  </a:lnTo>
                  <a:lnTo>
                    <a:pt x="1865300" y="1703011"/>
                  </a:lnTo>
                  <a:lnTo>
                    <a:pt x="1865287" y="1702959"/>
                  </a:lnTo>
                  <a:lnTo>
                    <a:pt x="1865253" y="1702887"/>
                  </a:lnTo>
                  <a:lnTo>
                    <a:pt x="1865231" y="1702859"/>
                  </a:lnTo>
                  <a:lnTo>
                    <a:pt x="1865112" y="1702748"/>
                  </a:lnTo>
                  <a:lnTo>
                    <a:pt x="1865032" y="1702701"/>
                  </a:lnTo>
                  <a:lnTo>
                    <a:pt x="1864699" y="1702621"/>
                  </a:lnTo>
                  <a:lnTo>
                    <a:pt x="1864666" y="1702617"/>
                  </a:lnTo>
                  <a:lnTo>
                    <a:pt x="1864561" y="1702623"/>
                  </a:lnTo>
                  <a:lnTo>
                    <a:pt x="1864487" y="1702642"/>
                  </a:lnTo>
                  <a:lnTo>
                    <a:pt x="1864458" y="1702631"/>
                  </a:lnTo>
                  <a:lnTo>
                    <a:pt x="1864240" y="1702399"/>
                  </a:lnTo>
                  <a:lnTo>
                    <a:pt x="1864119" y="1702025"/>
                  </a:lnTo>
                  <a:lnTo>
                    <a:pt x="1863967" y="1701455"/>
                  </a:lnTo>
                  <a:lnTo>
                    <a:pt x="1863819" y="1700892"/>
                  </a:lnTo>
                  <a:lnTo>
                    <a:pt x="1863796" y="1700807"/>
                  </a:lnTo>
                  <a:lnTo>
                    <a:pt x="1863777" y="1700800"/>
                  </a:lnTo>
                  <a:lnTo>
                    <a:pt x="1863597" y="1700802"/>
                  </a:lnTo>
                  <a:lnTo>
                    <a:pt x="1863566" y="1700790"/>
                  </a:lnTo>
                  <a:lnTo>
                    <a:pt x="1863497" y="1700596"/>
                  </a:lnTo>
                  <a:lnTo>
                    <a:pt x="1863499" y="1700536"/>
                  </a:lnTo>
                  <a:lnTo>
                    <a:pt x="1863512" y="1700505"/>
                  </a:lnTo>
                  <a:lnTo>
                    <a:pt x="1863548" y="1700457"/>
                  </a:lnTo>
                  <a:lnTo>
                    <a:pt x="1863667" y="1700291"/>
                  </a:lnTo>
                  <a:lnTo>
                    <a:pt x="1863735" y="1700196"/>
                  </a:lnTo>
                  <a:lnTo>
                    <a:pt x="1863752" y="1700173"/>
                  </a:lnTo>
                  <a:lnTo>
                    <a:pt x="1863738" y="1700160"/>
                  </a:lnTo>
                  <a:lnTo>
                    <a:pt x="1863693" y="1700120"/>
                  </a:lnTo>
                  <a:lnTo>
                    <a:pt x="1863654" y="1700086"/>
                  </a:lnTo>
                  <a:lnTo>
                    <a:pt x="1863442" y="1699900"/>
                  </a:lnTo>
                  <a:lnTo>
                    <a:pt x="1863182" y="1699716"/>
                  </a:lnTo>
                  <a:lnTo>
                    <a:pt x="1862565" y="1699225"/>
                  </a:lnTo>
                  <a:lnTo>
                    <a:pt x="1862458" y="1699140"/>
                  </a:lnTo>
                  <a:lnTo>
                    <a:pt x="1862435" y="1699121"/>
                  </a:lnTo>
                  <a:lnTo>
                    <a:pt x="1862426" y="1699102"/>
                  </a:lnTo>
                  <a:lnTo>
                    <a:pt x="1862422" y="1699093"/>
                  </a:lnTo>
                  <a:lnTo>
                    <a:pt x="1862353" y="1698944"/>
                  </a:lnTo>
                  <a:lnTo>
                    <a:pt x="1862214" y="1698732"/>
                  </a:lnTo>
                  <a:lnTo>
                    <a:pt x="1862095" y="1698637"/>
                  </a:lnTo>
                  <a:lnTo>
                    <a:pt x="1862051" y="1698680"/>
                  </a:lnTo>
                  <a:lnTo>
                    <a:pt x="1862008" y="1698721"/>
                  </a:lnTo>
                  <a:lnTo>
                    <a:pt x="1862035" y="1698763"/>
                  </a:lnTo>
                  <a:lnTo>
                    <a:pt x="1862097" y="1698845"/>
                  </a:lnTo>
                  <a:lnTo>
                    <a:pt x="1862107" y="1698858"/>
                  </a:lnTo>
                  <a:lnTo>
                    <a:pt x="1862148" y="1698912"/>
                  </a:lnTo>
                  <a:lnTo>
                    <a:pt x="1862231" y="1699002"/>
                  </a:lnTo>
                  <a:lnTo>
                    <a:pt x="1862248" y="1699020"/>
                  </a:lnTo>
                  <a:lnTo>
                    <a:pt x="1862288" y="1699064"/>
                  </a:lnTo>
                  <a:lnTo>
                    <a:pt x="1862297" y="1699084"/>
                  </a:lnTo>
                  <a:lnTo>
                    <a:pt x="1862300" y="1699093"/>
                  </a:lnTo>
                  <a:lnTo>
                    <a:pt x="1862309" y="1699115"/>
                  </a:lnTo>
                  <a:lnTo>
                    <a:pt x="1862312" y="1699121"/>
                  </a:lnTo>
                  <a:lnTo>
                    <a:pt x="1862315" y="1699147"/>
                  </a:lnTo>
                  <a:lnTo>
                    <a:pt x="1862315" y="1699172"/>
                  </a:lnTo>
                  <a:lnTo>
                    <a:pt x="1862314" y="1699186"/>
                  </a:lnTo>
                  <a:lnTo>
                    <a:pt x="1862300" y="1699398"/>
                  </a:lnTo>
                  <a:lnTo>
                    <a:pt x="1862295" y="1699451"/>
                  </a:lnTo>
                  <a:lnTo>
                    <a:pt x="1862293" y="1699468"/>
                  </a:lnTo>
                  <a:lnTo>
                    <a:pt x="1862276" y="1699490"/>
                  </a:lnTo>
                  <a:lnTo>
                    <a:pt x="1862251" y="1699511"/>
                  </a:lnTo>
                  <a:lnTo>
                    <a:pt x="1862234" y="1699519"/>
                  </a:lnTo>
                  <a:lnTo>
                    <a:pt x="1862197" y="1699527"/>
                  </a:lnTo>
                  <a:lnTo>
                    <a:pt x="1862168" y="1699530"/>
                  </a:lnTo>
                  <a:lnTo>
                    <a:pt x="1862162" y="1699530"/>
                  </a:lnTo>
                  <a:lnTo>
                    <a:pt x="1862152" y="1699530"/>
                  </a:lnTo>
                  <a:lnTo>
                    <a:pt x="1861962" y="1699501"/>
                  </a:lnTo>
                  <a:lnTo>
                    <a:pt x="1861790" y="1699503"/>
                  </a:lnTo>
                  <a:lnTo>
                    <a:pt x="1861734" y="1699505"/>
                  </a:lnTo>
                  <a:lnTo>
                    <a:pt x="1861568" y="1699513"/>
                  </a:lnTo>
                  <a:lnTo>
                    <a:pt x="1861497" y="1699516"/>
                  </a:lnTo>
                  <a:lnTo>
                    <a:pt x="1861483" y="1699530"/>
                  </a:lnTo>
                  <a:lnTo>
                    <a:pt x="1861483" y="1699553"/>
                  </a:lnTo>
                  <a:lnTo>
                    <a:pt x="1861466" y="1699564"/>
                  </a:lnTo>
                  <a:lnTo>
                    <a:pt x="1861085" y="1699684"/>
                  </a:lnTo>
                  <a:lnTo>
                    <a:pt x="1860825" y="1699674"/>
                  </a:lnTo>
                  <a:lnTo>
                    <a:pt x="1860712" y="1699701"/>
                  </a:lnTo>
                  <a:lnTo>
                    <a:pt x="1860544" y="1699741"/>
                  </a:lnTo>
                  <a:lnTo>
                    <a:pt x="1860488" y="1699728"/>
                  </a:lnTo>
                  <a:lnTo>
                    <a:pt x="1860431" y="1699716"/>
                  </a:lnTo>
                  <a:lnTo>
                    <a:pt x="1860362" y="1699729"/>
                  </a:lnTo>
                  <a:lnTo>
                    <a:pt x="1860146" y="1699768"/>
                  </a:lnTo>
                  <a:lnTo>
                    <a:pt x="1860138" y="1699774"/>
                  </a:lnTo>
                  <a:lnTo>
                    <a:pt x="1859815" y="1699985"/>
                  </a:lnTo>
                  <a:lnTo>
                    <a:pt x="1859794" y="1699999"/>
                  </a:lnTo>
                  <a:lnTo>
                    <a:pt x="1859334" y="1700301"/>
                  </a:lnTo>
                  <a:lnTo>
                    <a:pt x="1859174" y="1700397"/>
                  </a:lnTo>
                  <a:lnTo>
                    <a:pt x="1859003" y="1700521"/>
                  </a:lnTo>
                  <a:lnTo>
                    <a:pt x="1858807" y="1700696"/>
                  </a:lnTo>
                  <a:lnTo>
                    <a:pt x="1858751" y="1700753"/>
                  </a:lnTo>
                  <a:lnTo>
                    <a:pt x="1858745" y="1700759"/>
                  </a:lnTo>
                  <a:lnTo>
                    <a:pt x="1858742" y="1700763"/>
                  </a:lnTo>
                  <a:lnTo>
                    <a:pt x="1858732" y="1700781"/>
                  </a:lnTo>
                  <a:lnTo>
                    <a:pt x="1858664" y="1700895"/>
                  </a:lnTo>
                  <a:lnTo>
                    <a:pt x="1858675" y="1700942"/>
                  </a:lnTo>
                  <a:lnTo>
                    <a:pt x="1858585" y="1701068"/>
                  </a:lnTo>
                  <a:lnTo>
                    <a:pt x="1858543" y="1701097"/>
                  </a:lnTo>
                  <a:lnTo>
                    <a:pt x="1858381" y="1701281"/>
                  </a:lnTo>
                  <a:lnTo>
                    <a:pt x="1858324" y="1701367"/>
                  </a:lnTo>
                  <a:lnTo>
                    <a:pt x="1858331" y="1701412"/>
                  </a:lnTo>
                  <a:lnTo>
                    <a:pt x="1858384" y="1701789"/>
                  </a:lnTo>
                  <a:lnTo>
                    <a:pt x="1858396" y="1701871"/>
                  </a:lnTo>
                  <a:lnTo>
                    <a:pt x="1858468" y="1702057"/>
                  </a:lnTo>
                  <a:lnTo>
                    <a:pt x="1858534" y="1702085"/>
                  </a:lnTo>
                  <a:lnTo>
                    <a:pt x="1858540" y="1702093"/>
                  </a:lnTo>
                  <a:lnTo>
                    <a:pt x="1858552" y="1702124"/>
                  </a:lnTo>
                  <a:lnTo>
                    <a:pt x="1858603" y="1702242"/>
                  </a:lnTo>
                  <a:lnTo>
                    <a:pt x="1858636" y="1702316"/>
                  </a:lnTo>
                  <a:lnTo>
                    <a:pt x="1858252" y="1702642"/>
                  </a:lnTo>
                  <a:lnTo>
                    <a:pt x="1858082" y="1702679"/>
                  </a:lnTo>
                  <a:lnTo>
                    <a:pt x="1858073" y="1702680"/>
                  </a:lnTo>
                  <a:lnTo>
                    <a:pt x="1857794" y="1702333"/>
                  </a:lnTo>
                  <a:lnTo>
                    <a:pt x="1857790" y="1702329"/>
                  </a:lnTo>
                  <a:lnTo>
                    <a:pt x="1857775" y="1702338"/>
                  </a:lnTo>
                  <a:lnTo>
                    <a:pt x="1857626" y="1702413"/>
                  </a:lnTo>
                  <a:lnTo>
                    <a:pt x="1857316" y="1702594"/>
                  </a:lnTo>
                  <a:lnTo>
                    <a:pt x="1857151" y="1702697"/>
                  </a:lnTo>
                  <a:lnTo>
                    <a:pt x="1857027" y="1702800"/>
                  </a:lnTo>
                  <a:lnTo>
                    <a:pt x="1856999" y="1702816"/>
                  </a:lnTo>
                  <a:lnTo>
                    <a:pt x="1856982" y="1702819"/>
                  </a:lnTo>
                  <a:lnTo>
                    <a:pt x="1856791" y="1702482"/>
                  </a:lnTo>
                  <a:lnTo>
                    <a:pt x="1856728" y="1702542"/>
                  </a:lnTo>
                  <a:lnTo>
                    <a:pt x="1856439" y="1702892"/>
                  </a:lnTo>
                  <a:lnTo>
                    <a:pt x="1856334" y="1703038"/>
                  </a:lnTo>
                  <a:lnTo>
                    <a:pt x="1856124" y="1703367"/>
                  </a:lnTo>
                  <a:lnTo>
                    <a:pt x="1855922" y="1703755"/>
                  </a:lnTo>
                  <a:lnTo>
                    <a:pt x="1855852" y="1703904"/>
                  </a:lnTo>
                  <a:lnTo>
                    <a:pt x="1855798" y="1704227"/>
                  </a:lnTo>
                  <a:lnTo>
                    <a:pt x="1855714" y="1704732"/>
                  </a:lnTo>
                  <a:lnTo>
                    <a:pt x="1855385" y="1704669"/>
                  </a:lnTo>
                  <a:lnTo>
                    <a:pt x="1855369" y="1704646"/>
                  </a:lnTo>
                  <a:lnTo>
                    <a:pt x="1855154" y="1704612"/>
                  </a:lnTo>
                  <a:lnTo>
                    <a:pt x="1855133" y="1704621"/>
                  </a:lnTo>
                  <a:lnTo>
                    <a:pt x="1854996" y="1704753"/>
                  </a:lnTo>
                  <a:lnTo>
                    <a:pt x="1854933" y="1704885"/>
                  </a:lnTo>
                  <a:lnTo>
                    <a:pt x="1854928" y="1704896"/>
                  </a:lnTo>
                  <a:lnTo>
                    <a:pt x="1854890" y="1704933"/>
                  </a:lnTo>
                  <a:lnTo>
                    <a:pt x="1854504" y="1705302"/>
                  </a:lnTo>
                  <a:lnTo>
                    <a:pt x="1854337" y="1705335"/>
                  </a:lnTo>
                  <a:lnTo>
                    <a:pt x="1854326" y="1705584"/>
                  </a:lnTo>
                  <a:lnTo>
                    <a:pt x="1854311" y="1705727"/>
                  </a:lnTo>
                  <a:lnTo>
                    <a:pt x="1854306" y="1705766"/>
                  </a:lnTo>
                  <a:lnTo>
                    <a:pt x="1854288" y="1705927"/>
                  </a:lnTo>
                  <a:lnTo>
                    <a:pt x="1853985" y="1706095"/>
                  </a:lnTo>
                  <a:lnTo>
                    <a:pt x="1853912" y="1706135"/>
                  </a:lnTo>
                  <a:lnTo>
                    <a:pt x="1853903" y="1706140"/>
                  </a:lnTo>
                  <a:lnTo>
                    <a:pt x="1853836" y="1706346"/>
                  </a:lnTo>
                  <a:lnTo>
                    <a:pt x="1853811" y="1706438"/>
                  </a:lnTo>
                  <a:lnTo>
                    <a:pt x="1853768" y="1706666"/>
                  </a:lnTo>
                  <a:lnTo>
                    <a:pt x="1853744" y="1706838"/>
                  </a:lnTo>
                  <a:lnTo>
                    <a:pt x="1853741" y="1706854"/>
                  </a:lnTo>
                  <a:lnTo>
                    <a:pt x="1853739" y="1706880"/>
                  </a:lnTo>
                  <a:lnTo>
                    <a:pt x="1853711" y="1707523"/>
                  </a:lnTo>
                  <a:lnTo>
                    <a:pt x="1853710" y="1707668"/>
                  </a:lnTo>
                  <a:lnTo>
                    <a:pt x="1853698" y="1707903"/>
                  </a:lnTo>
                  <a:lnTo>
                    <a:pt x="1853691" y="1708042"/>
                  </a:lnTo>
                  <a:lnTo>
                    <a:pt x="1853688" y="1708103"/>
                  </a:lnTo>
                  <a:lnTo>
                    <a:pt x="1853684" y="1708120"/>
                  </a:lnTo>
                  <a:lnTo>
                    <a:pt x="1853676" y="1708141"/>
                  </a:lnTo>
                  <a:lnTo>
                    <a:pt x="1853662" y="1708161"/>
                  </a:lnTo>
                  <a:lnTo>
                    <a:pt x="1853657" y="1708165"/>
                  </a:lnTo>
                  <a:lnTo>
                    <a:pt x="1853651" y="1708169"/>
                  </a:lnTo>
                  <a:lnTo>
                    <a:pt x="1853633" y="1708175"/>
                  </a:lnTo>
                  <a:lnTo>
                    <a:pt x="1853625" y="1708178"/>
                  </a:lnTo>
                  <a:lnTo>
                    <a:pt x="1853604" y="1708183"/>
                  </a:lnTo>
                  <a:lnTo>
                    <a:pt x="1853586" y="1708184"/>
                  </a:lnTo>
                  <a:lnTo>
                    <a:pt x="1853519" y="1708159"/>
                  </a:lnTo>
                  <a:lnTo>
                    <a:pt x="1853477" y="1708143"/>
                  </a:lnTo>
                  <a:lnTo>
                    <a:pt x="1853350" y="1708095"/>
                  </a:lnTo>
                  <a:lnTo>
                    <a:pt x="1853344" y="1708093"/>
                  </a:lnTo>
                  <a:lnTo>
                    <a:pt x="1853206" y="1708041"/>
                  </a:lnTo>
                  <a:lnTo>
                    <a:pt x="1853193" y="1708040"/>
                  </a:lnTo>
                  <a:lnTo>
                    <a:pt x="1853162" y="1708038"/>
                  </a:lnTo>
                  <a:lnTo>
                    <a:pt x="1853140" y="1708036"/>
                  </a:lnTo>
                  <a:lnTo>
                    <a:pt x="1853133" y="1708035"/>
                  </a:lnTo>
                  <a:lnTo>
                    <a:pt x="1853047" y="1708018"/>
                  </a:lnTo>
                  <a:lnTo>
                    <a:pt x="1852823" y="1707970"/>
                  </a:lnTo>
                  <a:lnTo>
                    <a:pt x="1852764" y="1707957"/>
                  </a:lnTo>
                  <a:lnTo>
                    <a:pt x="1852731" y="1707949"/>
                  </a:lnTo>
                  <a:lnTo>
                    <a:pt x="1852707" y="1707945"/>
                  </a:lnTo>
                  <a:lnTo>
                    <a:pt x="1852573" y="1707994"/>
                  </a:lnTo>
                  <a:lnTo>
                    <a:pt x="1852503" y="1708040"/>
                  </a:lnTo>
                  <a:lnTo>
                    <a:pt x="1852497" y="1708052"/>
                  </a:lnTo>
                  <a:lnTo>
                    <a:pt x="1852491" y="1708064"/>
                  </a:lnTo>
                  <a:lnTo>
                    <a:pt x="1852688" y="1708320"/>
                  </a:lnTo>
                  <a:lnTo>
                    <a:pt x="1852751" y="1708564"/>
                  </a:lnTo>
                  <a:lnTo>
                    <a:pt x="1852778" y="1708743"/>
                  </a:lnTo>
                  <a:lnTo>
                    <a:pt x="1852707" y="1708913"/>
                  </a:lnTo>
                  <a:lnTo>
                    <a:pt x="1852693" y="1708916"/>
                  </a:lnTo>
                  <a:lnTo>
                    <a:pt x="1852495" y="1708868"/>
                  </a:lnTo>
                  <a:lnTo>
                    <a:pt x="1852462" y="1708860"/>
                  </a:lnTo>
                  <a:lnTo>
                    <a:pt x="1852437" y="1708819"/>
                  </a:lnTo>
                  <a:lnTo>
                    <a:pt x="1852432" y="1708776"/>
                  </a:lnTo>
                  <a:lnTo>
                    <a:pt x="1852437" y="1708750"/>
                  </a:lnTo>
                  <a:lnTo>
                    <a:pt x="1852367" y="1708728"/>
                  </a:lnTo>
                  <a:lnTo>
                    <a:pt x="1852349" y="1708724"/>
                  </a:lnTo>
                  <a:lnTo>
                    <a:pt x="1852338" y="1708725"/>
                  </a:lnTo>
                  <a:lnTo>
                    <a:pt x="1852331" y="1708726"/>
                  </a:lnTo>
                  <a:lnTo>
                    <a:pt x="1852185" y="1708798"/>
                  </a:lnTo>
                  <a:lnTo>
                    <a:pt x="1852081" y="1708924"/>
                  </a:lnTo>
                  <a:lnTo>
                    <a:pt x="1851998" y="1709128"/>
                  </a:lnTo>
                  <a:lnTo>
                    <a:pt x="1851776" y="1709150"/>
                  </a:lnTo>
                  <a:lnTo>
                    <a:pt x="1851559" y="1709230"/>
                  </a:lnTo>
                  <a:lnTo>
                    <a:pt x="1851471" y="1709270"/>
                  </a:lnTo>
                  <a:lnTo>
                    <a:pt x="1851420" y="1709303"/>
                  </a:lnTo>
                  <a:lnTo>
                    <a:pt x="1851373" y="1709350"/>
                  </a:lnTo>
                  <a:lnTo>
                    <a:pt x="1851258" y="1709469"/>
                  </a:lnTo>
                  <a:lnTo>
                    <a:pt x="1851232" y="1709496"/>
                  </a:lnTo>
                  <a:lnTo>
                    <a:pt x="1851005" y="1709517"/>
                  </a:lnTo>
                  <a:lnTo>
                    <a:pt x="1850905" y="1709515"/>
                  </a:lnTo>
                  <a:lnTo>
                    <a:pt x="1850587" y="1709489"/>
                  </a:lnTo>
                  <a:lnTo>
                    <a:pt x="1850403" y="1709475"/>
                  </a:lnTo>
                  <a:lnTo>
                    <a:pt x="1850381" y="1709474"/>
                  </a:lnTo>
                  <a:lnTo>
                    <a:pt x="1850175" y="1709482"/>
                  </a:lnTo>
                  <a:lnTo>
                    <a:pt x="1850134" y="1709507"/>
                  </a:lnTo>
                  <a:lnTo>
                    <a:pt x="1850127" y="1709554"/>
                  </a:lnTo>
                  <a:lnTo>
                    <a:pt x="1850114" y="1709601"/>
                  </a:lnTo>
                  <a:lnTo>
                    <a:pt x="1850090" y="1709669"/>
                  </a:lnTo>
                  <a:lnTo>
                    <a:pt x="1850063" y="1709728"/>
                  </a:lnTo>
                  <a:lnTo>
                    <a:pt x="1850040" y="1709752"/>
                  </a:lnTo>
                  <a:lnTo>
                    <a:pt x="1850006" y="1709779"/>
                  </a:lnTo>
                  <a:lnTo>
                    <a:pt x="1849932" y="1709828"/>
                  </a:lnTo>
                  <a:lnTo>
                    <a:pt x="1849890" y="1709851"/>
                  </a:lnTo>
                  <a:lnTo>
                    <a:pt x="1849883" y="1709854"/>
                  </a:lnTo>
                  <a:lnTo>
                    <a:pt x="1849875" y="1709851"/>
                  </a:lnTo>
                  <a:lnTo>
                    <a:pt x="1849855" y="1709843"/>
                  </a:lnTo>
                  <a:lnTo>
                    <a:pt x="1849826" y="1709830"/>
                  </a:lnTo>
                  <a:lnTo>
                    <a:pt x="1849814" y="1709824"/>
                  </a:lnTo>
                  <a:lnTo>
                    <a:pt x="1849804" y="1709819"/>
                  </a:lnTo>
                  <a:lnTo>
                    <a:pt x="1849784" y="1709809"/>
                  </a:lnTo>
                  <a:lnTo>
                    <a:pt x="1849751" y="1709792"/>
                  </a:lnTo>
                  <a:lnTo>
                    <a:pt x="1849715" y="1709771"/>
                  </a:lnTo>
                  <a:lnTo>
                    <a:pt x="1849433" y="1709611"/>
                  </a:lnTo>
                  <a:lnTo>
                    <a:pt x="1849396" y="1709590"/>
                  </a:lnTo>
                  <a:lnTo>
                    <a:pt x="1849388" y="1709587"/>
                  </a:lnTo>
                  <a:lnTo>
                    <a:pt x="1849187" y="1709503"/>
                  </a:lnTo>
                  <a:lnTo>
                    <a:pt x="1848888" y="1709296"/>
                  </a:lnTo>
                  <a:lnTo>
                    <a:pt x="1848862" y="1709237"/>
                  </a:lnTo>
                  <a:lnTo>
                    <a:pt x="1848749" y="1708974"/>
                  </a:lnTo>
                  <a:lnTo>
                    <a:pt x="1848806" y="1708782"/>
                  </a:lnTo>
                  <a:lnTo>
                    <a:pt x="1848808" y="1708777"/>
                  </a:lnTo>
                  <a:lnTo>
                    <a:pt x="1848780" y="1708716"/>
                  </a:lnTo>
                  <a:lnTo>
                    <a:pt x="1848769" y="1708714"/>
                  </a:lnTo>
                  <a:lnTo>
                    <a:pt x="1848706" y="1708711"/>
                  </a:lnTo>
                  <a:lnTo>
                    <a:pt x="1848575" y="1708716"/>
                  </a:lnTo>
                  <a:lnTo>
                    <a:pt x="1848431" y="1708722"/>
                  </a:lnTo>
                  <a:lnTo>
                    <a:pt x="1848308" y="1708726"/>
                  </a:lnTo>
                  <a:lnTo>
                    <a:pt x="1848144" y="1708826"/>
                  </a:lnTo>
                  <a:lnTo>
                    <a:pt x="1848104" y="1708817"/>
                  </a:lnTo>
                  <a:lnTo>
                    <a:pt x="1848057" y="1708806"/>
                  </a:lnTo>
                  <a:lnTo>
                    <a:pt x="1847525" y="1708530"/>
                  </a:lnTo>
                  <a:lnTo>
                    <a:pt x="1847497" y="1708515"/>
                  </a:lnTo>
                  <a:lnTo>
                    <a:pt x="1847272" y="1708448"/>
                  </a:lnTo>
                  <a:lnTo>
                    <a:pt x="1847164" y="1708401"/>
                  </a:lnTo>
                  <a:lnTo>
                    <a:pt x="1847129" y="1708383"/>
                  </a:lnTo>
                  <a:lnTo>
                    <a:pt x="1847010" y="1708298"/>
                  </a:lnTo>
                  <a:lnTo>
                    <a:pt x="1846994" y="1708276"/>
                  </a:lnTo>
                  <a:lnTo>
                    <a:pt x="1846975" y="1708144"/>
                  </a:lnTo>
                  <a:lnTo>
                    <a:pt x="1846742" y="1708002"/>
                  </a:lnTo>
                  <a:lnTo>
                    <a:pt x="1846645" y="1707944"/>
                  </a:lnTo>
                  <a:lnTo>
                    <a:pt x="1846457" y="1707933"/>
                  </a:lnTo>
                  <a:lnTo>
                    <a:pt x="1846444" y="1707932"/>
                  </a:lnTo>
                  <a:lnTo>
                    <a:pt x="1846417" y="1707931"/>
                  </a:lnTo>
                  <a:lnTo>
                    <a:pt x="1846358" y="1707895"/>
                  </a:lnTo>
                  <a:lnTo>
                    <a:pt x="1846253" y="1707829"/>
                  </a:lnTo>
                  <a:lnTo>
                    <a:pt x="1846231" y="1707814"/>
                  </a:lnTo>
                  <a:lnTo>
                    <a:pt x="1846079" y="1707668"/>
                  </a:lnTo>
                  <a:lnTo>
                    <a:pt x="1846063" y="1707646"/>
                  </a:lnTo>
                  <a:lnTo>
                    <a:pt x="1846029" y="1707597"/>
                  </a:lnTo>
                  <a:lnTo>
                    <a:pt x="1845822" y="1707454"/>
                  </a:lnTo>
                  <a:lnTo>
                    <a:pt x="1845634" y="1707390"/>
                  </a:lnTo>
                  <a:lnTo>
                    <a:pt x="1845287" y="1707167"/>
                  </a:lnTo>
                  <a:lnTo>
                    <a:pt x="1845277" y="1707156"/>
                  </a:lnTo>
                  <a:lnTo>
                    <a:pt x="1845244" y="1706980"/>
                  </a:lnTo>
                  <a:lnTo>
                    <a:pt x="1845224" y="1706931"/>
                  </a:lnTo>
                  <a:lnTo>
                    <a:pt x="1845206" y="1706917"/>
                  </a:lnTo>
                  <a:lnTo>
                    <a:pt x="1845195" y="1706915"/>
                  </a:lnTo>
                  <a:lnTo>
                    <a:pt x="1845148" y="1706909"/>
                  </a:lnTo>
                  <a:lnTo>
                    <a:pt x="1844976" y="1706893"/>
                  </a:lnTo>
                  <a:lnTo>
                    <a:pt x="1844845" y="1707072"/>
                  </a:lnTo>
                  <a:lnTo>
                    <a:pt x="1844814" y="1707065"/>
                  </a:lnTo>
                  <a:lnTo>
                    <a:pt x="1844557" y="1706934"/>
                  </a:lnTo>
                  <a:lnTo>
                    <a:pt x="1844390" y="1706974"/>
                  </a:lnTo>
                  <a:lnTo>
                    <a:pt x="1844329" y="1706962"/>
                  </a:lnTo>
                  <a:lnTo>
                    <a:pt x="1844241" y="1706937"/>
                  </a:lnTo>
                  <a:lnTo>
                    <a:pt x="1844107" y="1706881"/>
                  </a:lnTo>
                  <a:lnTo>
                    <a:pt x="1843987" y="1706830"/>
                  </a:lnTo>
                  <a:lnTo>
                    <a:pt x="1843952" y="1706814"/>
                  </a:lnTo>
                  <a:lnTo>
                    <a:pt x="1843832" y="1706755"/>
                  </a:lnTo>
                  <a:lnTo>
                    <a:pt x="1843826" y="1706752"/>
                  </a:lnTo>
                  <a:lnTo>
                    <a:pt x="1843615" y="1706623"/>
                  </a:lnTo>
                  <a:lnTo>
                    <a:pt x="1843594" y="1706610"/>
                  </a:lnTo>
                  <a:lnTo>
                    <a:pt x="1843553" y="1706566"/>
                  </a:lnTo>
                  <a:lnTo>
                    <a:pt x="1843456" y="1706439"/>
                  </a:lnTo>
                  <a:lnTo>
                    <a:pt x="1843446" y="1706420"/>
                  </a:lnTo>
                  <a:lnTo>
                    <a:pt x="1843439" y="1706408"/>
                  </a:lnTo>
                  <a:lnTo>
                    <a:pt x="1843433" y="1706383"/>
                  </a:lnTo>
                  <a:lnTo>
                    <a:pt x="1843338" y="1706086"/>
                  </a:lnTo>
                  <a:lnTo>
                    <a:pt x="1843318" y="1706045"/>
                  </a:lnTo>
                  <a:lnTo>
                    <a:pt x="1843263" y="1705931"/>
                  </a:lnTo>
                  <a:lnTo>
                    <a:pt x="1843256" y="1705916"/>
                  </a:lnTo>
                  <a:lnTo>
                    <a:pt x="1843250" y="1705905"/>
                  </a:lnTo>
                  <a:lnTo>
                    <a:pt x="1843185" y="1705769"/>
                  </a:lnTo>
                  <a:lnTo>
                    <a:pt x="1843178" y="1705755"/>
                  </a:lnTo>
                  <a:lnTo>
                    <a:pt x="1843155" y="1705707"/>
                  </a:lnTo>
                  <a:lnTo>
                    <a:pt x="1843153" y="1705702"/>
                  </a:lnTo>
                  <a:lnTo>
                    <a:pt x="1843149" y="1705688"/>
                  </a:lnTo>
                  <a:lnTo>
                    <a:pt x="1843124" y="1705613"/>
                  </a:lnTo>
                  <a:lnTo>
                    <a:pt x="1843119" y="1705597"/>
                  </a:lnTo>
                  <a:lnTo>
                    <a:pt x="1843038" y="1705349"/>
                  </a:lnTo>
                  <a:lnTo>
                    <a:pt x="1843037" y="1705340"/>
                  </a:lnTo>
                  <a:lnTo>
                    <a:pt x="1843035" y="1705334"/>
                  </a:lnTo>
                  <a:lnTo>
                    <a:pt x="1843032" y="1705328"/>
                  </a:lnTo>
                  <a:lnTo>
                    <a:pt x="1843028" y="1705323"/>
                  </a:lnTo>
                  <a:lnTo>
                    <a:pt x="1843025" y="1705319"/>
                  </a:lnTo>
                  <a:lnTo>
                    <a:pt x="1843022" y="1705314"/>
                  </a:lnTo>
                  <a:lnTo>
                    <a:pt x="1843006" y="1705274"/>
                  </a:lnTo>
                  <a:lnTo>
                    <a:pt x="1843004" y="1705264"/>
                  </a:lnTo>
                  <a:lnTo>
                    <a:pt x="1842986" y="1705176"/>
                  </a:lnTo>
                  <a:lnTo>
                    <a:pt x="1842977" y="1705119"/>
                  </a:lnTo>
                  <a:lnTo>
                    <a:pt x="1842972" y="1705075"/>
                  </a:lnTo>
                  <a:lnTo>
                    <a:pt x="1842947" y="1704847"/>
                  </a:lnTo>
                  <a:lnTo>
                    <a:pt x="1842928" y="1704675"/>
                  </a:lnTo>
                  <a:lnTo>
                    <a:pt x="1842926" y="1704651"/>
                  </a:lnTo>
                  <a:lnTo>
                    <a:pt x="1842923" y="1704609"/>
                  </a:lnTo>
                  <a:lnTo>
                    <a:pt x="1842919" y="1704531"/>
                  </a:lnTo>
                  <a:lnTo>
                    <a:pt x="1842918" y="1704516"/>
                  </a:lnTo>
                  <a:lnTo>
                    <a:pt x="1842909" y="1704082"/>
                  </a:lnTo>
                  <a:lnTo>
                    <a:pt x="1842913" y="1703833"/>
                  </a:lnTo>
                  <a:lnTo>
                    <a:pt x="1842919" y="1703781"/>
                  </a:lnTo>
                  <a:lnTo>
                    <a:pt x="1842927" y="1703748"/>
                  </a:lnTo>
                  <a:lnTo>
                    <a:pt x="1842933" y="1703727"/>
                  </a:lnTo>
                  <a:lnTo>
                    <a:pt x="1842945" y="1703678"/>
                  </a:lnTo>
                  <a:lnTo>
                    <a:pt x="1842832" y="1702723"/>
                  </a:lnTo>
                  <a:lnTo>
                    <a:pt x="1842824" y="1702663"/>
                  </a:lnTo>
                  <a:lnTo>
                    <a:pt x="1842803" y="1702430"/>
                  </a:lnTo>
                  <a:lnTo>
                    <a:pt x="1842819" y="1702143"/>
                  </a:lnTo>
                  <a:lnTo>
                    <a:pt x="1842825" y="1702035"/>
                  </a:lnTo>
                  <a:lnTo>
                    <a:pt x="1842827" y="1702019"/>
                  </a:lnTo>
                  <a:lnTo>
                    <a:pt x="1842933" y="1701569"/>
                  </a:lnTo>
                  <a:lnTo>
                    <a:pt x="1842980" y="1701454"/>
                  </a:lnTo>
                  <a:lnTo>
                    <a:pt x="1843049" y="1701313"/>
                  </a:lnTo>
                  <a:lnTo>
                    <a:pt x="1843068" y="1701274"/>
                  </a:lnTo>
                  <a:lnTo>
                    <a:pt x="1843130" y="1701145"/>
                  </a:lnTo>
                  <a:lnTo>
                    <a:pt x="1843189" y="1701051"/>
                  </a:lnTo>
                  <a:lnTo>
                    <a:pt x="1843225" y="1701011"/>
                  </a:lnTo>
                  <a:lnTo>
                    <a:pt x="1843291" y="1700939"/>
                  </a:lnTo>
                  <a:lnTo>
                    <a:pt x="1843471" y="1700811"/>
                  </a:lnTo>
                  <a:lnTo>
                    <a:pt x="1843875" y="1700592"/>
                  </a:lnTo>
                  <a:lnTo>
                    <a:pt x="1843933" y="1700565"/>
                  </a:lnTo>
                  <a:lnTo>
                    <a:pt x="1843974" y="1700556"/>
                  </a:lnTo>
                  <a:lnTo>
                    <a:pt x="1844031" y="1700544"/>
                  </a:lnTo>
                  <a:lnTo>
                    <a:pt x="1844101" y="1700519"/>
                  </a:lnTo>
                  <a:lnTo>
                    <a:pt x="1844147" y="1700486"/>
                  </a:lnTo>
                  <a:lnTo>
                    <a:pt x="1844177" y="1700463"/>
                  </a:lnTo>
                  <a:lnTo>
                    <a:pt x="1844182" y="1700458"/>
                  </a:lnTo>
                  <a:lnTo>
                    <a:pt x="1844406" y="1700298"/>
                  </a:lnTo>
                  <a:lnTo>
                    <a:pt x="1844568" y="1700238"/>
                  </a:lnTo>
                  <a:lnTo>
                    <a:pt x="1844690" y="1700217"/>
                  </a:lnTo>
                  <a:lnTo>
                    <a:pt x="1844735" y="1700219"/>
                  </a:lnTo>
                  <a:lnTo>
                    <a:pt x="1845098" y="1700280"/>
                  </a:lnTo>
                  <a:lnTo>
                    <a:pt x="1845528" y="1700153"/>
                  </a:lnTo>
                  <a:lnTo>
                    <a:pt x="1845604" y="1700106"/>
                  </a:lnTo>
                  <a:lnTo>
                    <a:pt x="1845672" y="1700065"/>
                  </a:lnTo>
                  <a:lnTo>
                    <a:pt x="1845832" y="1699909"/>
                  </a:lnTo>
                  <a:lnTo>
                    <a:pt x="1845855" y="1699899"/>
                  </a:lnTo>
                  <a:lnTo>
                    <a:pt x="1845893" y="1699889"/>
                  </a:lnTo>
                  <a:lnTo>
                    <a:pt x="1846206" y="1699810"/>
                  </a:lnTo>
                  <a:lnTo>
                    <a:pt x="1846227" y="1699809"/>
                  </a:lnTo>
                  <a:lnTo>
                    <a:pt x="1846253" y="1699807"/>
                  </a:lnTo>
                  <a:lnTo>
                    <a:pt x="1846507" y="1699796"/>
                  </a:lnTo>
                  <a:lnTo>
                    <a:pt x="1846543" y="1699798"/>
                  </a:lnTo>
                  <a:lnTo>
                    <a:pt x="1846623" y="1699806"/>
                  </a:lnTo>
                  <a:lnTo>
                    <a:pt x="1846829" y="1699797"/>
                  </a:lnTo>
                  <a:lnTo>
                    <a:pt x="1846878" y="1699808"/>
                  </a:lnTo>
                  <a:lnTo>
                    <a:pt x="1846890" y="1699812"/>
                  </a:lnTo>
                  <a:lnTo>
                    <a:pt x="1846906" y="1699817"/>
                  </a:lnTo>
                  <a:lnTo>
                    <a:pt x="1846943" y="1699795"/>
                  </a:lnTo>
                  <a:lnTo>
                    <a:pt x="1847036" y="1699723"/>
                  </a:lnTo>
                  <a:lnTo>
                    <a:pt x="1847168" y="1699456"/>
                  </a:lnTo>
                  <a:lnTo>
                    <a:pt x="1847151" y="1699392"/>
                  </a:lnTo>
                  <a:lnTo>
                    <a:pt x="1847142" y="1699355"/>
                  </a:lnTo>
                  <a:lnTo>
                    <a:pt x="1847079" y="1699279"/>
                  </a:lnTo>
                  <a:lnTo>
                    <a:pt x="1847074" y="1699278"/>
                  </a:lnTo>
                  <a:lnTo>
                    <a:pt x="1847051" y="1699272"/>
                  </a:lnTo>
                  <a:lnTo>
                    <a:pt x="1847033" y="1699267"/>
                  </a:lnTo>
                  <a:lnTo>
                    <a:pt x="1846993" y="1699281"/>
                  </a:lnTo>
                  <a:lnTo>
                    <a:pt x="1846994" y="1699302"/>
                  </a:lnTo>
                  <a:lnTo>
                    <a:pt x="1847002" y="1699533"/>
                  </a:lnTo>
                  <a:lnTo>
                    <a:pt x="1846996" y="1699551"/>
                  </a:lnTo>
                  <a:lnTo>
                    <a:pt x="1846993" y="1699557"/>
                  </a:lnTo>
                  <a:lnTo>
                    <a:pt x="1846968" y="1699600"/>
                  </a:lnTo>
                  <a:lnTo>
                    <a:pt x="1846941" y="1699641"/>
                  </a:lnTo>
                  <a:lnTo>
                    <a:pt x="1846914" y="1699665"/>
                  </a:lnTo>
                  <a:lnTo>
                    <a:pt x="1846873" y="1699685"/>
                  </a:lnTo>
                  <a:lnTo>
                    <a:pt x="1846854" y="1699691"/>
                  </a:lnTo>
                  <a:lnTo>
                    <a:pt x="1846829" y="1699695"/>
                  </a:lnTo>
                  <a:lnTo>
                    <a:pt x="1846820" y="1699693"/>
                  </a:lnTo>
                  <a:lnTo>
                    <a:pt x="1846815" y="1699691"/>
                  </a:lnTo>
                  <a:lnTo>
                    <a:pt x="1846807" y="1699688"/>
                  </a:lnTo>
                  <a:lnTo>
                    <a:pt x="1846785" y="1699714"/>
                  </a:lnTo>
                  <a:lnTo>
                    <a:pt x="1846759" y="1699722"/>
                  </a:lnTo>
                  <a:lnTo>
                    <a:pt x="1846734" y="1699722"/>
                  </a:lnTo>
                  <a:lnTo>
                    <a:pt x="1846513" y="1699711"/>
                  </a:lnTo>
                  <a:lnTo>
                    <a:pt x="1846440" y="1699706"/>
                  </a:lnTo>
                  <a:lnTo>
                    <a:pt x="1846346" y="1699632"/>
                  </a:lnTo>
                  <a:lnTo>
                    <a:pt x="1846339" y="1699626"/>
                  </a:lnTo>
                  <a:lnTo>
                    <a:pt x="1846339" y="1699619"/>
                  </a:lnTo>
                  <a:lnTo>
                    <a:pt x="1846317" y="1699588"/>
                  </a:lnTo>
                  <a:lnTo>
                    <a:pt x="1846304" y="1699584"/>
                  </a:lnTo>
                  <a:lnTo>
                    <a:pt x="1846272" y="1699572"/>
                  </a:lnTo>
                  <a:lnTo>
                    <a:pt x="1846243" y="1699557"/>
                  </a:lnTo>
                  <a:lnTo>
                    <a:pt x="1845971" y="1699418"/>
                  </a:lnTo>
                  <a:lnTo>
                    <a:pt x="1845758" y="1699304"/>
                  </a:lnTo>
                  <a:lnTo>
                    <a:pt x="1845539" y="1699220"/>
                  </a:lnTo>
                  <a:lnTo>
                    <a:pt x="1845358" y="1699181"/>
                  </a:lnTo>
                  <a:lnTo>
                    <a:pt x="1845009" y="1699159"/>
                  </a:lnTo>
                  <a:lnTo>
                    <a:pt x="1844919" y="1699194"/>
                  </a:lnTo>
                  <a:lnTo>
                    <a:pt x="1844864" y="1699237"/>
                  </a:lnTo>
                  <a:lnTo>
                    <a:pt x="1844722" y="1699385"/>
                  </a:lnTo>
                  <a:lnTo>
                    <a:pt x="1844722" y="1699393"/>
                  </a:lnTo>
                  <a:lnTo>
                    <a:pt x="1844719" y="1699488"/>
                  </a:lnTo>
                  <a:lnTo>
                    <a:pt x="1844723" y="1699695"/>
                  </a:lnTo>
                  <a:lnTo>
                    <a:pt x="1844710" y="1699765"/>
                  </a:lnTo>
                  <a:lnTo>
                    <a:pt x="1844665" y="1699857"/>
                  </a:lnTo>
                  <a:lnTo>
                    <a:pt x="1844615" y="1699919"/>
                  </a:lnTo>
                  <a:lnTo>
                    <a:pt x="1844491" y="1700027"/>
                  </a:lnTo>
                  <a:lnTo>
                    <a:pt x="1844342" y="1700133"/>
                  </a:lnTo>
                  <a:lnTo>
                    <a:pt x="1844089" y="1700265"/>
                  </a:lnTo>
                  <a:lnTo>
                    <a:pt x="1844039" y="1700289"/>
                  </a:lnTo>
                  <a:lnTo>
                    <a:pt x="1843969" y="1700324"/>
                  </a:lnTo>
                  <a:lnTo>
                    <a:pt x="1843859" y="1700367"/>
                  </a:lnTo>
                  <a:lnTo>
                    <a:pt x="1843613" y="1700441"/>
                  </a:lnTo>
                  <a:lnTo>
                    <a:pt x="1843527" y="1700481"/>
                  </a:lnTo>
                  <a:lnTo>
                    <a:pt x="1843225" y="1700675"/>
                  </a:lnTo>
                  <a:lnTo>
                    <a:pt x="1843196" y="1700693"/>
                  </a:lnTo>
                  <a:lnTo>
                    <a:pt x="1843185" y="1700702"/>
                  </a:lnTo>
                  <a:lnTo>
                    <a:pt x="1843005" y="1700842"/>
                  </a:lnTo>
                  <a:lnTo>
                    <a:pt x="1842899" y="1700924"/>
                  </a:lnTo>
                  <a:lnTo>
                    <a:pt x="1842822" y="1701024"/>
                  </a:lnTo>
                  <a:lnTo>
                    <a:pt x="1842744" y="1701371"/>
                  </a:lnTo>
                  <a:lnTo>
                    <a:pt x="1842736" y="1701450"/>
                  </a:lnTo>
                  <a:lnTo>
                    <a:pt x="1842733" y="1701486"/>
                  </a:lnTo>
                  <a:lnTo>
                    <a:pt x="1842737" y="1701632"/>
                  </a:lnTo>
                  <a:lnTo>
                    <a:pt x="1842681" y="1701593"/>
                  </a:lnTo>
                  <a:lnTo>
                    <a:pt x="1842659" y="1701574"/>
                  </a:lnTo>
                  <a:lnTo>
                    <a:pt x="1842633" y="1701522"/>
                  </a:lnTo>
                  <a:lnTo>
                    <a:pt x="1842529" y="1701371"/>
                  </a:lnTo>
                  <a:lnTo>
                    <a:pt x="1842506" y="1701407"/>
                  </a:lnTo>
                  <a:lnTo>
                    <a:pt x="1842526" y="1701470"/>
                  </a:lnTo>
                  <a:lnTo>
                    <a:pt x="1842576" y="1701531"/>
                  </a:lnTo>
                  <a:lnTo>
                    <a:pt x="1842570" y="1701586"/>
                  </a:lnTo>
                  <a:lnTo>
                    <a:pt x="1842560" y="1701610"/>
                  </a:lnTo>
                  <a:lnTo>
                    <a:pt x="1842525" y="1701645"/>
                  </a:lnTo>
                  <a:lnTo>
                    <a:pt x="1842435" y="1701620"/>
                  </a:lnTo>
                  <a:lnTo>
                    <a:pt x="1842425" y="1701537"/>
                  </a:lnTo>
                  <a:lnTo>
                    <a:pt x="1842420" y="1701478"/>
                  </a:lnTo>
                  <a:lnTo>
                    <a:pt x="1842423" y="1701437"/>
                  </a:lnTo>
                  <a:lnTo>
                    <a:pt x="1842425" y="1701416"/>
                  </a:lnTo>
                  <a:lnTo>
                    <a:pt x="1842439" y="1701371"/>
                  </a:lnTo>
                  <a:lnTo>
                    <a:pt x="1842363" y="1701157"/>
                  </a:lnTo>
                  <a:lnTo>
                    <a:pt x="1842325" y="1701044"/>
                  </a:lnTo>
                  <a:lnTo>
                    <a:pt x="1842283" y="1700922"/>
                  </a:lnTo>
                  <a:lnTo>
                    <a:pt x="1842252" y="1700833"/>
                  </a:lnTo>
                  <a:lnTo>
                    <a:pt x="1842174" y="1700627"/>
                  </a:lnTo>
                  <a:lnTo>
                    <a:pt x="1842127" y="1700499"/>
                  </a:lnTo>
                  <a:lnTo>
                    <a:pt x="1842099" y="1700391"/>
                  </a:lnTo>
                  <a:lnTo>
                    <a:pt x="1842089" y="1700353"/>
                  </a:lnTo>
                  <a:lnTo>
                    <a:pt x="1842078" y="1700308"/>
                  </a:lnTo>
                  <a:lnTo>
                    <a:pt x="1842032" y="1700130"/>
                  </a:lnTo>
                  <a:lnTo>
                    <a:pt x="1841875" y="1699807"/>
                  </a:lnTo>
                  <a:lnTo>
                    <a:pt x="1841827" y="1699704"/>
                  </a:lnTo>
                  <a:lnTo>
                    <a:pt x="1841740" y="1699499"/>
                  </a:lnTo>
                  <a:lnTo>
                    <a:pt x="1841722" y="1699418"/>
                  </a:lnTo>
                  <a:lnTo>
                    <a:pt x="1841700" y="1699312"/>
                  </a:lnTo>
                  <a:lnTo>
                    <a:pt x="1841673" y="1699181"/>
                  </a:lnTo>
                  <a:lnTo>
                    <a:pt x="1841643" y="1699113"/>
                  </a:lnTo>
                  <a:lnTo>
                    <a:pt x="1841562" y="1698922"/>
                  </a:lnTo>
                  <a:lnTo>
                    <a:pt x="1841522" y="1698886"/>
                  </a:lnTo>
                  <a:lnTo>
                    <a:pt x="1841303" y="1698575"/>
                  </a:lnTo>
                  <a:lnTo>
                    <a:pt x="1841267" y="1698516"/>
                  </a:lnTo>
                  <a:lnTo>
                    <a:pt x="1841233" y="1698451"/>
                  </a:lnTo>
                  <a:lnTo>
                    <a:pt x="1841226" y="1698439"/>
                  </a:lnTo>
                  <a:lnTo>
                    <a:pt x="1841227" y="1698414"/>
                  </a:lnTo>
                  <a:lnTo>
                    <a:pt x="1841274" y="1698220"/>
                  </a:lnTo>
                  <a:lnTo>
                    <a:pt x="1841320" y="1698092"/>
                  </a:lnTo>
                  <a:lnTo>
                    <a:pt x="1841303" y="1697983"/>
                  </a:lnTo>
                  <a:lnTo>
                    <a:pt x="1841189" y="1697645"/>
                  </a:lnTo>
                  <a:lnTo>
                    <a:pt x="1841078" y="1697439"/>
                  </a:lnTo>
                  <a:lnTo>
                    <a:pt x="1841034" y="1697419"/>
                  </a:lnTo>
                  <a:lnTo>
                    <a:pt x="1840892" y="1697307"/>
                  </a:lnTo>
                  <a:lnTo>
                    <a:pt x="1840795" y="1697210"/>
                  </a:lnTo>
                  <a:lnTo>
                    <a:pt x="1840762" y="1697151"/>
                  </a:lnTo>
                  <a:lnTo>
                    <a:pt x="1840751" y="1697108"/>
                  </a:lnTo>
                  <a:lnTo>
                    <a:pt x="1840744" y="1696955"/>
                  </a:lnTo>
                  <a:lnTo>
                    <a:pt x="1840773" y="1696802"/>
                  </a:lnTo>
                  <a:lnTo>
                    <a:pt x="1840779" y="1696773"/>
                  </a:lnTo>
                  <a:lnTo>
                    <a:pt x="1840812" y="1696649"/>
                  </a:lnTo>
                  <a:lnTo>
                    <a:pt x="1840821" y="1696627"/>
                  </a:lnTo>
                  <a:lnTo>
                    <a:pt x="1840831" y="1696606"/>
                  </a:lnTo>
                  <a:lnTo>
                    <a:pt x="1840887" y="1696557"/>
                  </a:lnTo>
                  <a:lnTo>
                    <a:pt x="1840918" y="1696542"/>
                  </a:lnTo>
                  <a:lnTo>
                    <a:pt x="1840950" y="1696532"/>
                  </a:lnTo>
                  <a:lnTo>
                    <a:pt x="1840984" y="1696515"/>
                  </a:lnTo>
                  <a:lnTo>
                    <a:pt x="1840993" y="1696507"/>
                  </a:lnTo>
                  <a:lnTo>
                    <a:pt x="1841051" y="1696455"/>
                  </a:lnTo>
                  <a:lnTo>
                    <a:pt x="1841084" y="1696427"/>
                  </a:lnTo>
                  <a:lnTo>
                    <a:pt x="1841183" y="1696244"/>
                  </a:lnTo>
                  <a:lnTo>
                    <a:pt x="1841190" y="1696225"/>
                  </a:lnTo>
                  <a:lnTo>
                    <a:pt x="1841193" y="1696218"/>
                  </a:lnTo>
                  <a:lnTo>
                    <a:pt x="1841209" y="1696173"/>
                  </a:lnTo>
                  <a:lnTo>
                    <a:pt x="1841241" y="1696087"/>
                  </a:lnTo>
                  <a:lnTo>
                    <a:pt x="1841251" y="1696078"/>
                  </a:lnTo>
                  <a:lnTo>
                    <a:pt x="1841431" y="1695930"/>
                  </a:lnTo>
                  <a:lnTo>
                    <a:pt x="1841458" y="1695868"/>
                  </a:lnTo>
                  <a:lnTo>
                    <a:pt x="1841443" y="1695853"/>
                  </a:lnTo>
                  <a:lnTo>
                    <a:pt x="1841352" y="1695773"/>
                  </a:lnTo>
                  <a:lnTo>
                    <a:pt x="1841317" y="1695814"/>
                  </a:lnTo>
                  <a:lnTo>
                    <a:pt x="1841279" y="1695851"/>
                  </a:lnTo>
                  <a:lnTo>
                    <a:pt x="1841269" y="1695856"/>
                  </a:lnTo>
                  <a:lnTo>
                    <a:pt x="1841260" y="1695856"/>
                  </a:lnTo>
                  <a:lnTo>
                    <a:pt x="1841255" y="1695853"/>
                  </a:lnTo>
                  <a:lnTo>
                    <a:pt x="1841209" y="1695780"/>
                  </a:lnTo>
                  <a:lnTo>
                    <a:pt x="1841205" y="1695771"/>
                  </a:lnTo>
                  <a:lnTo>
                    <a:pt x="1841206" y="1695756"/>
                  </a:lnTo>
                  <a:lnTo>
                    <a:pt x="1841222" y="1695653"/>
                  </a:lnTo>
                  <a:lnTo>
                    <a:pt x="1841230" y="1695602"/>
                  </a:lnTo>
                  <a:lnTo>
                    <a:pt x="1841236" y="1695578"/>
                  </a:lnTo>
                  <a:lnTo>
                    <a:pt x="1841341" y="1695447"/>
                  </a:lnTo>
                  <a:lnTo>
                    <a:pt x="1841369" y="1695412"/>
                  </a:lnTo>
                  <a:lnTo>
                    <a:pt x="1841377" y="1695407"/>
                  </a:lnTo>
                  <a:lnTo>
                    <a:pt x="1841491" y="1695352"/>
                  </a:lnTo>
                  <a:lnTo>
                    <a:pt x="1841498" y="1695350"/>
                  </a:lnTo>
                  <a:lnTo>
                    <a:pt x="1841845" y="1695275"/>
                  </a:lnTo>
                  <a:lnTo>
                    <a:pt x="1841899" y="1695205"/>
                  </a:lnTo>
                  <a:lnTo>
                    <a:pt x="1841927" y="1694990"/>
                  </a:lnTo>
                  <a:lnTo>
                    <a:pt x="1841947" y="1694901"/>
                  </a:lnTo>
                  <a:lnTo>
                    <a:pt x="1841985" y="1694729"/>
                  </a:lnTo>
                  <a:lnTo>
                    <a:pt x="1842018" y="1694583"/>
                  </a:lnTo>
                  <a:lnTo>
                    <a:pt x="1842041" y="1694473"/>
                  </a:lnTo>
                  <a:lnTo>
                    <a:pt x="1842059" y="1694388"/>
                  </a:lnTo>
                  <a:lnTo>
                    <a:pt x="1842065" y="1694360"/>
                  </a:lnTo>
                  <a:lnTo>
                    <a:pt x="1842073" y="1694322"/>
                  </a:lnTo>
                  <a:lnTo>
                    <a:pt x="1842119" y="1693935"/>
                  </a:lnTo>
                  <a:lnTo>
                    <a:pt x="1842081" y="1693735"/>
                  </a:lnTo>
                  <a:lnTo>
                    <a:pt x="1842077" y="1693713"/>
                  </a:lnTo>
                  <a:lnTo>
                    <a:pt x="1842075" y="1693707"/>
                  </a:lnTo>
                  <a:lnTo>
                    <a:pt x="1842068" y="1693689"/>
                  </a:lnTo>
                  <a:lnTo>
                    <a:pt x="1842059" y="1693676"/>
                  </a:lnTo>
                  <a:lnTo>
                    <a:pt x="1842055" y="1693671"/>
                  </a:lnTo>
                  <a:lnTo>
                    <a:pt x="1842049" y="1693664"/>
                  </a:lnTo>
                  <a:lnTo>
                    <a:pt x="1842023" y="1693636"/>
                  </a:lnTo>
                  <a:lnTo>
                    <a:pt x="1841964" y="1693564"/>
                  </a:lnTo>
                  <a:lnTo>
                    <a:pt x="1841919" y="1693507"/>
                  </a:lnTo>
                  <a:lnTo>
                    <a:pt x="1841901" y="1693470"/>
                  </a:lnTo>
                  <a:lnTo>
                    <a:pt x="1841895" y="1693437"/>
                  </a:lnTo>
                  <a:lnTo>
                    <a:pt x="1841909" y="1693366"/>
                  </a:lnTo>
                  <a:lnTo>
                    <a:pt x="1841936" y="1693325"/>
                  </a:lnTo>
                  <a:lnTo>
                    <a:pt x="1841985" y="1693266"/>
                  </a:lnTo>
                  <a:lnTo>
                    <a:pt x="1842013" y="1693225"/>
                  </a:lnTo>
                  <a:lnTo>
                    <a:pt x="1842031" y="1693191"/>
                  </a:lnTo>
                  <a:lnTo>
                    <a:pt x="1842035" y="1693164"/>
                  </a:lnTo>
                  <a:lnTo>
                    <a:pt x="1842048" y="1693055"/>
                  </a:lnTo>
                  <a:lnTo>
                    <a:pt x="1842036" y="1693052"/>
                  </a:lnTo>
                  <a:lnTo>
                    <a:pt x="1842029" y="1693050"/>
                  </a:lnTo>
                  <a:lnTo>
                    <a:pt x="1842012" y="1693045"/>
                  </a:lnTo>
                  <a:lnTo>
                    <a:pt x="1842001" y="1693134"/>
                  </a:lnTo>
                  <a:lnTo>
                    <a:pt x="1841985" y="1693172"/>
                  </a:lnTo>
                  <a:lnTo>
                    <a:pt x="1841981" y="1693179"/>
                  </a:lnTo>
                  <a:lnTo>
                    <a:pt x="1841952" y="1693224"/>
                  </a:lnTo>
                  <a:lnTo>
                    <a:pt x="1841931" y="1693253"/>
                  </a:lnTo>
                  <a:lnTo>
                    <a:pt x="1841855" y="1693342"/>
                  </a:lnTo>
                  <a:lnTo>
                    <a:pt x="1841834" y="1693366"/>
                  </a:lnTo>
                  <a:lnTo>
                    <a:pt x="1841830" y="1693406"/>
                  </a:lnTo>
                  <a:lnTo>
                    <a:pt x="1841829" y="1693432"/>
                  </a:lnTo>
                  <a:lnTo>
                    <a:pt x="1841852" y="1693512"/>
                  </a:lnTo>
                  <a:lnTo>
                    <a:pt x="1841878" y="1693604"/>
                  </a:lnTo>
                  <a:lnTo>
                    <a:pt x="1841925" y="1693762"/>
                  </a:lnTo>
                  <a:lnTo>
                    <a:pt x="1841890" y="1693853"/>
                  </a:lnTo>
                  <a:lnTo>
                    <a:pt x="1841834" y="1693991"/>
                  </a:lnTo>
                  <a:lnTo>
                    <a:pt x="1841821" y="1694023"/>
                  </a:lnTo>
                  <a:lnTo>
                    <a:pt x="1841834" y="1694033"/>
                  </a:lnTo>
                  <a:lnTo>
                    <a:pt x="1841869" y="1694177"/>
                  </a:lnTo>
                  <a:lnTo>
                    <a:pt x="1841876" y="1694206"/>
                  </a:lnTo>
                  <a:lnTo>
                    <a:pt x="1841881" y="1694236"/>
                  </a:lnTo>
                  <a:lnTo>
                    <a:pt x="1841883" y="1694282"/>
                  </a:lnTo>
                  <a:lnTo>
                    <a:pt x="1841877" y="1694352"/>
                  </a:lnTo>
                  <a:lnTo>
                    <a:pt x="1841855" y="1694419"/>
                  </a:lnTo>
                  <a:lnTo>
                    <a:pt x="1841827" y="1694500"/>
                  </a:lnTo>
                  <a:lnTo>
                    <a:pt x="1841810" y="1694547"/>
                  </a:lnTo>
                  <a:lnTo>
                    <a:pt x="1841660" y="1694638"/>
                  </a:lnTo>
                  <a:lnTo>
                    <a:pt x="1841648" y="1694641"/>
                  </a:lnTo>
                  <a:lnTo>
                    <a:pt x="1841383" y="1694785"/>
                  </a:lnTo>
                  <a:lnTo>
                    <a:pt x="1841347" y="1694804"/>
                  </a:lnTo>
                  <a:lnTo>
                    <a:pt x="1841164" y="1694942"/>
                  </a:lnTo>
                  <a:lnTo>
                    <a:pt x="1841121" y="1694975"/>
                  </a:lnTo>
                  <a:lnTo>
                    <a:pt x="1841105" y="1694986"/>
                  </a:lnTo>
                  <a:lnTo>
                    <a:pt x="1841029" y="1695057"/>
                  </a:lnTo>
                  <a:lnTo>
                    <a:pt x="1840965" y="1695113"/>
                  </a:lnTo>
                  <a:lnTo>
                    <a:pt x="1840886" y="1695190"/>
                  </a:lnTo>
                  <a:lnTo>
                    <a:pt x="1840825" y="1695338"/>
                  </a:lnTo>
                  <a:lnTo>
                    <a:pt x="1840821" y="1695464"/>
                  </a:lnTo>
                  <a:lnTo>
                    <a:pt x="1840818" y="1695543"/>
                  </a:lnTo>
                  <a:lnTo>
                    <a:pt x="1840824" y="1695551"/>
                  </a:lnTo>
                  <a:lnTo>
                    <a:pt x="1840839" y="1695583"/>
                  </a:lnTo>
                  <a:lnTo>
                    <a:pt x="1840873" y="1695848"/>
                  </a:lnTo>
                  <a:lnTo>
                    <a:pt x="1840874" y="1695860"/>
                  </a:lnTo>
                  <a:lnTo>
                    <a:pt x="1840871" y="1695874"/>
                  </a:lnTo>
                  <a:lnTo>
                    <a:pt x="1840848" y="1695967"/>
                  </a:lnTo>
                  <a:lnTo>
                    <a:pt x="1840839" y="1696000"/>
                  </a:lnTo>
                  <a:lnTo>
                    <a:pt x="1840835" y="1696013"/>
                  </a:lnTo>
                  <a:lnTo>
                    <a:pt x="1840643" y="1696066"/>
                  </a:lnTo>
                  <a:lnTo>
                    <a:pt x="1840632" y="1696067"/>
                  </a:lnTo>
                  <a:lnTo>
                    <a:pt x="1840619" y="1696061"/>
                  </a:lnTo>
                  <a:lnTo>
                    <a:pt x="1840597" y="1696042"/>
                  </a:lnTo>
                  <a:lnTo>
                    <a:pt x="1840579" y="1696019"/>
                  </a:lnTo>
                  <a:lnTo>
                    <a:pt x="1840573" y="1696017"/>
                  </a:lnTo>
                  <a:lnTo>
                    <a:pt x="1840555" y="1696013"/>
                  </a:lnTo>
                  <a:lnTo>
                    <a:pt x="1840551" y="1696016"/>
                  </a:lnTo>
                  <a:lnTo>
                    <a:pt x="1840549" y="1696022"/>
                  </a:lnTo>
                  <a:lnTo>
                    <a:pt x="1840546" y="1696028"/>
                  </a:lnTo>
                  <a:lnTo>
                    <a:pt x="1840515" y="1696121"/>
                  </a:lnTo>
                  <a:lnTo>
                    <a:pt x="1840477" y="1696237"/>
                  </a:lnTo>
                  <a:lnTo>
                    <a:pt x="1840474" y="1696245"/>
                  </a:lnTo>
                  <a:lnTo>
                    <a:pt x="1840469" y="1696260"/>
                  </a:lnTo>
                  <a:lnTo>
                    <a:pt x="1840456" y="1696299"/>
                  </a:lnTo>
                  <a:lnTo>
                    <a:pt x="1840455" y="1696305"/>
                  </a:lnTo>
                  <a:lnTo>
                    <a:pt x="1840453" y="1696311"/>
                  </a:lnTo>
                  <a:lnTo>
                    <a:pt x="1840450" y="1696325"/>
                  </a:lnTo>
                  <a:lnTo>
                    <a:pt x="1840464" y="1696520"/>
                  </a:lnTo>
                  <a:lnTo>
                    <a:pt x="1840466" y="1696545"/>
                  </a:lnTo>
                  <a:lnTo>
                    <a:pt x="1840468" y="1696579"/>
                  </a:lnTo>
                  <a:lnTo>
                    <a:pt x="1840506" y="1696650"/>
                  </a:lnTo>
                  <a:lnTo>
                    <a:pt x="1840514" y="1696667"/>
                  </a:lnTo>
                  <a:lnTo>
                    <a:pt x="1840517" y="1696672"/>
                  </a:lnTo>
                  <a:lnTo>
                    <a:pt x="1840516" y="1696689"/>
                  </a:lnTo>
                  <a:lnTo>
                    <a:pt x="1840493" y="1697071"/>
                  </a:lnTo>
                  <a:lnTo>
                    <a:pt x="1840487" y="1697190"/>
                  </a:lnTo>
                  <a:lnTo>
                    <a:pt x="1840543" y="1697218"/>
                  </a:lnTo>
                  <a:lnTo>
                    <a:pt x="1840550" y="1697226"/>
                  </a:lnTo>
                  <a:lnTo>
                    <a:pt x="1840626" y="1697370"/>
                  </a:lnTo>
                  <a:lnTo>
                    <a:pt x="1840658" y="1697442"/>
                  </a:lnTo>
                  <a:lnTo>
                    <a:pt x="1840662" y="1697450"/>
                  </a:lnTo>
                  <a:lnTo>
                    <a:pt x="1840701" y="1697479"/>
                  </a:lnTo>
                  <a:lnTo>
                    <a:pt x="1840694" y="1697488"/>
                  </a:lnTo>
                  <a:lnTo>
                    <a:pt x="1840770" y="1697532"/>
                  </a:lnTo>
                  <a:lnTo>
                    <a:pt x="1840830" y="1697602"/>
                  </a:lnTo>
                  <a:lnTo>
                    <a:pt x="1840886" y="1697737"/>
                  </a:lnTo>
                  <a:lnTo>
                    <a:pt x="1840896" y="1697760"/>
                  </a:lnTo>
                  <a:lnTo>
                    <a:pt x="1840914" y="1697837"/>
                  </a:lnTo>
                  <a:lnTo>
                    <a:pt x="1840922" y="1697880"/>
                  </a:lnTo>
                  <a:lnTo>
                    <a:pt x="1840923" y="1697902"/>
                  </a:lnTo>
                  <a:lnTo>
                    <a:pt x="1840963" y="1698215"/>
                  </a:lnTo>
                  <a:lnTo>
                    <a:pt x="1841021" y="1698654"/>
                  </a:lnTo>
                  <a:lnTo>
                    <a:pt x="1841039" y="1698686"/>
                  </a:lnTo>
                  <a:lnTo>
                    <a:pt x="1841097" y="1698793"/>
                  </a:lnTo>
                  <a:lnTo>
                    <a:pt x="1841105" y="1698810"/>
                  </a:lnTo>
                  <a:lnTo>
                    <a:pt x="1841201" y="1699059"/>
                  </a:lnTo>
                  <a:lnTo>
                    <a:pt x="1841232" y="1699139"/>
                  </a:lnTo>
                  <a:lnTo>
                    <a:pt x="1841245" y="1699220"/>
                  </a:lnTo>
                  <a:lnTo>
                    <a:pt x="1841247" y="1699237"/>
                  </a:lnTo>
                  <a:lnTo>
                    <a:pt x="1841295" y="1699549"/>
                  </a:lnTo>
                  <a:lnTo>
                    <a:pt x="1841335" y="1699774"/>
                  </a:lnTo>
                  <a:lnTo>
                    <a:pt x="1841388" y="1700038"/>
                  </a:lnTo>
                  <a:lnTo>
                    <a:pt x="1841415" y="1700173"/>
                  </a:lnTo>
                  <a:lnTo>
                    <a:pt x="1841419" y="1700188"/>
                  </a:lnTo>
                  <a:lnTo>
                    <a:pt x="1841452" y="1700275"/>
                  </a:lnTo>
                  <a:lnTo>
                    <a:pt x="1841608" y="1700688"/>
                  </a:lnTo>
                  <a:lnTo>
                    <a:pt x="1841675" y="1700832"/>
                  </a:lnTo>
                  <a:lnTo>
                    <a:pt x="1841734" y="1700958"/>
                  </a:lnTo>
                  <a:lnTo>
                    <a:pt x="1841804" y="1701152"/>
                  </a:lnTo>
                  <a:lnTo>
                    <a:pt x="1841867" y="1701455"/>
                  </a:lnTo>
                  <a:lnTo>
                    <a:pt x="1841868" y="1701470"/>
                  </a:lnTo>
                  <a:lnTo>
                    <a:pt x="1841868" y="1701499"/>
                  </a:lnTo>
                  <a:lnTo>
                    <a:pt x="1841853" y="1701544"/>
                  </a:lnTo>
                  <a:lnTo>
                    <a:pt x="1841817" y="1701587"/>
                  </a:lnTo>
                  <a:lnTo>
                    <a:pt x="1841808" y="1701599"/>
                  </a:lnTo>
                  <a:lnTo>
                    <a:pt x="1841841" y="1701667"/>
                  </a:lnTo>
                  <a:lnTo>
                    <a:pt x="1841851" y="1701685"/>
                  </a:lnTo>
                  <a:lnTo>
                    <a:pt x="1841853" y="1701690"/>
                  </a:lnTo>
                  <a:lnTo>
                    <a:pt x="1841874" y="1701742"/>
                  </a:lnTo>
                  <a:lnTo>
                    <a:pt x="1841874" y="1701751"/>
                  </a:lnTo>
                  <a:lnTo>
                    <a:pt x="1841892" y="1701791"/>
                  </a:lnTo>
                  <a:lnTo>
                    <a:pt x="1841895" y="1701797"/>
                  </a:lnTo>
                  <a:lnTo>
                    <a:pt x="1841967" y="1701953"/>
                  </a:lnTo>
                  <a:lnTo>
                    <a:pt x="1841987" y="1701987"/>
                  </a:lnTo>
                  <a:lnTo>
                    <a:pt x="1841993" y="1701997"/>
                  </a:lnTo>
                  <a:lnTo>
                    <a:pt x="1842010" y="1702047"/>
                  </a:lnTo>
                  <a:lnTo>
                    <a:pt x="1842020" y="1702099"/>
                  </a:lnTo>
                  <a:lnTo>
                    <a:pt x="1842050" y="1702263"/>
                  </a:lnTo>
                  <a:lnTo>
                    <a:pt x="1842069" y="1702427"/>
                  </a:lnTo>
                  <a:lnTo>
                    <a:pt x="1842072" y="1702457"/>
                  </a:lnTo>
                  <a:lnTo>
                    <a:pt x="1842072" y="1702466"/>
                  </a:lnTo>
                  <a:lnTo>
                    <a:pt x="1842079" y="1702743"/>
                  </a:lnTo>
                  <a:lnTo>
                    <a:pt x="1842082" y="1702852"/>
                  </a:lnTo>
                  <a:lnTo>
                    <a:pt x="1842097" y="1702893"/>
                  </a:lnTo>
                  <a:lnTo>
                    <a:pt x="1842156" y="1703056"/>
                  </a:lnTo>
                  <a:lnTo>
                    <a:pt x="1842241" y="1703324"/>
                  </a:lnTo>
                  <a:lnTo>
                    <a:pt x="1842249" y="1703393"/>
                  </a:lnTo>
                  <a:lnTo>
                    <a:pt x="1842248" y="1703438"/>
                  </a:lnTo>
                  <a:lnTo>
                    <a:pt x="1842248" y="1703456"/>
                  </a:lnTo>
                  <a:lnTo>
                    <a:pt x="1842246" y="1703462"/>
                  </a:lnTo>
                  <a:lnTo>
                    <a:pt x="1842242" y="1703466"/>
                  </a:lnTo>
                  <a:lnTo>
                    <a:pt x="1842230" y="1703766"/>
                  </a:lnTo>
                  <a:lnTo>
                    <a:pt x="1842227" y="1703833"/>
                  </a:lnTo>
                  <a:lnTo>
                    <a:pt x="1842228" y="1704108"/>
                  </a:lnTo>
                  <a:lnTo>
                    <a:pt x="1842227" y="1704142"/>
                  </a:lnTo>
                  <a:lnTo>
                    <a:pt x="1842229" y="1704314"/>
                  </a:lnTo>
                  <a:lnTo>
                    <a:pt x="1842240" y="1704524"/>
                  </a:lnTo>
                  <a:lnTo>
                    <a:pt x="1842267" y="1704778"/>
                  </a:lnTo>
                  <a:lnTo>
                    <a:pt x="1842330" y="1705066"/>
                  </a:lnTo>
                  <a:lnTo>
                    <a:pt x="1842358" y="1705172"/>
                  </a:lnTo>
                  <a:lnTo>
                    <a:pt x="1842363" y="1705185"/>
                  </a:lnTo>
                  <a:lnTo>
                    <a:pt x="1842431" y="1705418"/>
                  </a:lnTo>
                  <a:lnTo>
                    <a:pt x="1842433" y="1705426"/>
                  </a:lnTo>
                  <a:lnTo>
                    <a:pt x="1842437" y="1705443"/>
                  </a:lnTo>
                  <a:lnTo>
                    <a:pt x="1842484" y="1705590"/>
                  </a:lnTo>
                  <a:lnTo>
                    <a:pt x="1842496" y="1705607"/>
                  </a:lnTo>
                  <a:lnTo>
                    <a:pt x="1842506" y="1705627"/>
                  </a:lnTo>
                  <a:lnTo>
                    <a:pt x="1842574" y="1705762"/>
                  </a:lnTo>
                  <a:lnTo>
                    <a:pt x="1842594" y="1705801"/>
                  </a:lnTo>
                  <a:lnTo>
                    <a:pt x="1842604" y="1705832"/>
                  </a:lnTo>
                  <a:lnTo>
                    <a:pt x="1842700" y="1706200"/>
                  </a:lnTo>
                  <a:lnTo>
                    <a:pt x="1842609" y="1706277"/>
                  </a:lnTo>
                  <a:lnTo>
                    <a:pt x="1842556" y="1706323"/>
                  </a:lnTo>
                  <a:lnTo>
                    <a:pt x="1842567" y="1706488"/>
                  </a:lnTo>
                  <a:lnTo>
                    <a:pt x="1842578" y="1706639"/>
                  </a:lnTo>
                  <a:lnTo>
                    <a:pt x="1842579" y="1706653"/>
                  </a:lnTo>
                  <a:lnTo>
                    <a:pt x="1842571" y="1706711"/>
                  </a:lnTo>
                  <a:lnTo>
                    <a:pt x="1842564" y="1706781"/>
                  </a:lnTo>
                  <a:lnTo>
                    <a:pt x="1842558" y="1706832"/>
                  </a:lnTo>
                  <a:lnTo>
                    <a:pt x="1842536" y="1707294"/>
                  </a:lnTo>
                  <a:lnTo>
                    <a:pt x="1842535" y="1707344"/>
                  </a:lnTo>
                  <a:lnTo>
                    <a:pt x="1842563" y="1707396"/>
                  </a:lnTo>
                  <a:lnTo>
                    <a:pt x="1842630" y="1707515"/>
                  </a:lnTo>
                  <a:lnTo>
                    <a:pt x="1842712" y="1707739"/>
                  </a:lnTo>
                  <a:lnTo>
                    <a:pt x="1842712" y="1707761"/>
                  </a:lnTo>
                  <a:lnTo>
                    <a:pt x="1842690" y="1707820"/>
                  </a:lnTo>
                  <a:lnTo>
                    <a:pt x="1842688" y="1707832"/>
                  </a:lnTo>
                  <a:lnTo>
                    <a:pt x="1842599" y="1708021"/>
                  </a:lnTo>
                  <a:lnTo>
                    <a:pt x="1842581" y="1708047"/>
                  </a:lnTo>
                  <a:lnTo>
                    <a:pt x="1842562" y="1708074"/>
                  </a:lnTo>
                  <a:lnTo>
                    <a:pt x="1842588" y="1708234"/>
                  </a:lnTo>
                  <a:lnTo>
                    <a:pt x="1842595" y="1708281"/>
                  </a:lnTo>
                  <a:lnTo>
                    <a:pt x="1842601" y="1708290"/>
                  </a:lnTo>
                  <a:lnTo>
                    <a:pt x="1842595" y="1708295"/>
                  </a:lnTo>
                  <a:lnTo>
                    <a:pt x="1842612" y="1708316"/>
                  </a:lnTo>
                  <a:lnTo>
                    <a:pt x="1842715" y="1708444"/>
                  </a:lnTo>
                  <a:lnTo>
                    <a:pt x="1842809" y="1708591"/>
                  </a:lnTo>
                  <a:lnTo>
                    <a:pt x="1842843" y="1708682"/>
                  </a:lnTo>
                  <a:lnTo>
                    <a:pt x="1842856" y="1708770"/>
                  </a:lnTo>
                  <a:lnTo>
                    <a:pt x="1842855" y="1708788"/>
                  </a:lnTo>
                  <a:lnTo>
                    <a:pt x="1842841" y="1708798"/>
                  </a:lnTo>
                  <a:lnTo>
                    <a:pt x="1842798" y="1708800"/>
                  </a:lnTo>
                  <a:lnTo>
                    <a:pt x="1842732" y="1708875"/>
                  </a:lnTo>
                  <a:lnTo>
                    <a:pt x="1842613" y="1709012"/>
                  </a:lnTo>
                  <a:lnTo>
                    <a:pt x="1842493" y="1709180"/>
                  </a:lnTo>
                  <a:lnTo>
                    <a:pt x="1842457" y="1709263"/>
                  </a:lnTo>
                  <a:lnTo>
                    <a:pt x="1842453" y="1709273"/>
                  </a:lnTo>
                  <a:lnTo>
                    <a:pt x="1842445" y="1709323"/>
                  </a:lnTo>
                  <a:lnTo>
                    <a:pt x="1842442" y="1709346"/>
                  </a:lnTo>
                  <a:lnTo>
                    <a:pt x="1842443" y="1709356"/>
                  </a:lnTo>
                  <a:lnTo>
                    <a:pt x="1842499" y="1709631"/>
                  </a:lnTo>
                  <a:lnTo>
                    <a:pt x="1842426" y="1709699"/>
                  </a:lnTo>
                  <a:lnTo>
                    <a:pt x="1842393" y="1709730"/>
                  </a:lnTo>
                  <a:lnTo>
                    <a:pt x="1842344" y="1709797"/>
                  </a:lnTo>
                  <a:lnTo>
                    <a:pt x="1842321" y="1709844"/>
                  </a:lnTo>
                  <a:lnTo>
                    <a:pt x="1842311" y="1709924"/>
                  </a:lnTo>
                  <a:lnTo>
                    <a:pt x="1842287" y="1710163"/>
                  </a:lnTo>
                  <a:lnTo>
                    <a:pt x="1842284" y="1710286"/>
                  </a:lnTo>
                  <a:lnTo>
                    <a:pt x="1842294" y="1710306"/>
                  </a:lnTo>
                  <a:lnTo>
                    <a:pt x="1842314" y="1710323"/>
                  </a:lnTo>
                  <a:lnTo>
                    <a:pt x="1842365" y="1710333"/>
                  </a:lnTo>
                  <a:lnTo>
                    <a:pt x="1842389" y="1710347"/>
                  </a:lnTo>
                  <a:lnTo>
                    <a:pt x="1842435" y="1710533"/>
                  </a:lnTo>
                  <a:lnTo>
                    <a:pt x="1842345" y="1710669"/>
                  </a:lnTo>
                  <a:lnTo>
                    <a:pt x="1842249" y="1710800"/>
                  </a:lnTo>
                  <a:lnTo>
                    <a:pt x="1842203" y="1710835"/>
                  </a:lnTo>
                  <a:lnTo>
                    <a:pt x="1842158" y="1710869"/>
                  </a:lnTo>
                  <a:lnTo>
                    <a:pt x="1842142" y="1710879"/>
                  </a:lnTo>
                  <a:lnTo>
                    <a:pt x="1841900" y="1710987"/>
                  </a:lnTo>
                  <a:lnTo>
                    <a:pt x="1841821" y="1711018"/>
                  </a:lnTo>
                  <a:lnTo>
                    <a:pt x="1841637" y="1711081"/>
                  </a:lnTo>
                  <a:lnTo>
                    <a:pt x="1841423" y="1711136"/>
                  </a:lnTo>
                  <a:lnTo>
                    <a:pt x="1841183" y="1711195"/>
                  </a:lnTo>
                  <a:lnTo>
                    <a:pt x="1841177" y="1711197"/>
                  </a:lnTo>
                  <a:lnTo>
                    <a:pt x="1840916" y="1711129"/>
                  </a:lnTo>
                  <a:lnTo>
                    <a:pt x="1840907" y="1711129"/>
                  </a:lnTo>
                  <a:lnTo>
                    <a:pt x="1840847" y="1711149"/>
                  </a:lnTo>
                  <a:lnTo>
                    <a:pt x="1840830" y="1711171"/>
                  </a:lnTo>
                  <a:lnTo>
                    <a:pt x="1840816" y="1711192"/>
                  </a:lnTo>
                  <a:lnTo>
                    <a:pt x="1840812" y="1711197"/>
                  </a:lnTo>
                  <a:lnTo>
                    <a:pt x="1840802" y="1711202"/>
                  </a:lnTo>
                  <a:lnTo>
                    <a:pt x="1840768" y="1711209"/>
                  </a:lnTo>
                  <a:lnTo>
                    <a:pt x="1840283" y="1711288"/>
                  </a:lnTo>
                  <a:lnTo>
                    <a:pt x="1840168" y="1711321"/>
                  </a:lnTo>
                  <a:lnTo>
                    <a:pt x="1840069" y="1711361"/>
                  </a:lnTo>
                  <a:lnTo>
                    <a:pt x="1839758" y="1711519"/>
                  </a:lnTo>
                  <a:lnTo>
                    <a:pt x="1839712" y="1711543"/>
                  </a:lnTo>
                  <a:lnTo>
                    <a:pt x="1839693" y="1711553"/>
                  </a:lnTo>
                  <a:lnTo>
                    <a:pt x="1839679" y="1711564"/>
                  </a:lnTo>
                  <a:lnTo>
                    <a:pt x="1839663" y="1711579"/>
                  </a:lnTo>
                  <a:lnTo>
                    <a:pt x="1839645" y="1711597"/>
                  </a:lnTo>
                  <a:lnTo>
                    <a:pt x="1839641" y="1711611"/>
                  </a:lnTo>
                  <a:lnTo>
                    <a:pt x="1839635" y="1711628"/>
                  </a:lnTo>
                  <a:lnTo>
                    <a:pt x="1839632" y="1711653"/>
                  </a:lnTo>
                  <a:lnTo>
                    <a:pt x="1839608" y="1711904"/>
                  </a:lnTo>
                  <a:lnTo>
                    <a:pt x="1839632" y="1711916"/>
                  </a:lnTo>
                  <a:lnTo>
                    <a:pt x="1839645" y="1711928"/>
                  </a:lnTo>
                  <a:lnTo>
                    <a:pt x="1839656" y="1711945"/>
                  </a:lnTo>
                  <a:lnTo>
                    <a:pt x="1839658" y="1711950"/>
                  </a:lnTo>
                  <a:lnTo>
                    <a:pt x="1839672" y="1711979"/>
                  </a:lnTo>
                  <a:lnTo>
                    <a:pt x="1839681" y="1712003"/>
                  </a:lnTo>
                  <a:lnTo>
                    <a:pt x="1839683" y="1712023"/>
                  </a:lnTo>
                  <a:lnTo>
                    <a:pt x="1839680" y="1712034"/>
                  </a:lnTo>
                  <a:lnTo>
                    <a:pt x="1839674" y="1712046"/>
                  </a:lnTo>
                  <a:lnTo>
                    <a:pt x="1839527" y="1712223"/>
                  </a:lnTo>
                  <a:lnTo>
                    <a:pt x="1839512" y="1712239"/>
                  </a:lnTo>
                  <a:lnTo>
                    <a:pt x="1839488" y="1712263"/>
                  </a:lnTo>
                  <a:lnTo>
                    <a:pt x="1839455" y="1712251"/>
                  </a:lnTo>
                  <a:lnTo>
                    <a:pt x="1839421" y="1712218"/>
                  </a:lnTo>
                  <a:lnTo>
                    <a:pt x="1839342" y="1712013"/>
                  </a:lnTo>
                  <a:lnTo>
                    <a:pt x="1839341" y="1711995"/>
                  </a:lnTo>
                  <a:lnTo>
                    <a:pt x="1839361" y="1711946"/>
                  </a:lnTo>
                  <a:lnTo>
                    <a:pt x="1839390" y="1711902"/>
                  </a:lnTo>
                  <a:lnTo>
                    <a:pt x="1839367" y="1711819"/>
                  </a:lnTo>
                  <a:lnTo>
                    <a:pt x="1839333" y="1711781"/>
                  </a:lnTo>
                  <a:lnTo>
                    <a:pt x="1839264" y="1711749"/>
                  </a:lnTo>
                  <a:lnTo>
                    <a:pt x="1839169" y="1711743"/>
                  </a:lnTo>
                  <a:lnTo>
                    <a:pt x="1839124" y="1711740"/>
                  </a:lnTo>
                  <a:lnTo>
                    <a:pt x="1839100" y="1711741"/>
                  </a:lnTo>
                  <a:lnTo>
                    <a:pt x="1839081" y="1711743"/>
                  </a:lnTo>
                  <a:lnTo>
                    <a:pt x="1839063" y="1711747"/>
                  </a:lnTo>
                  <a:lnTo>
                    <a:pt x="1839038" y="1711758"/>
                  </a:lnTo>
                  <a:lnTo>
                    <a:pt x="1839030" y="1711764"/>
                  </a:lnTo>
                  <a:lnTo>
                    <a:pt x="1839021" y="1711774"/>
                  </a:lnTo>
                  <a:lnTo>
                    <a:pt x="1838811" y="1711713"/>
                  </a:lnTo>
                  <a:lnTo>
                    <a:pt x="1838796" y="1711712"/>
                  </a:lnTo>
                  <a:lnTo>
                    <a:pt x="1838776" y="1711714"/>
                  </a:lnTo>
                  <a:lnTo>
                    <a:pt x="1838725" y="1711720"/>
                  </a:lnTo>
                  <a:lnTo>
                    <a:pt x="1838616" y="1711758"/>
                  </a:lnTo>
                  <a:lnTo>
                    <a:pt x="1838558" y="1711799"/>
                  </a:lnTo>
                  <a:lnTo>
                    <a:pt x="1838551" y="1711808"/>
                  </a:lnTo>
                  <a:lnTo>
                    <a:pt x="1838544" y="1711815"/>
                  </a:lnTo>
                  <a:lnTo>
                    <a:pt x="1838529" y="1711833"/>
                  </a:lnTo>
                  <a:lnTo>
                    <a:pt x="1838522" y="1711844"/>
                  </a:lnTo>
                  <a:lnTo>
                    <a:pt x="1838519" y="1711851"/>
                  </a:lnTo>
                  <a:lnTo>
                    <a:pt x="1838505" y="1711874"/>
                  </a:lnTo>
                  <a:lnTo>
                    <a:pt x="1838491" y="1711941"/>
                  </a:lnTo>
                  <a:lnTo>
                    <a:pt x="1838495" y="1712019"/>
                  </a:lnTo>
                  <a:lnTo>
                    <a:pt x="1838498" y="1712092"/>
                  </a:lnTo>
                  <a:lnTo>
                    <a:pt x="1838288" y="1712116"/>
                  </a:lnTo>
                  <a:lnTo>
                    <a:pt x="1838259" y="1712118"/>
                  </a:lnTo>
                  <a:lnTo>
                    <a:pt x="1838232" y="1712125"/>
                  </a:lnTo>
                  <a:lnTo>
                    <a:pt x="1838194" y="1712139"/>
                  </a:lnTo>
                  <a:lnTo>
                    <a:pt x="1838060" y="1712187"/>
                  </a:lnTo>
                  <a:lnTo>
                    <a:pt x="1838043" y="1712198"/>
                  </a:lnTo>
                  <a:lnTo>
                    <a:pt x="1838013" y="1712308"/>
                  </a:lnTo>
                  <a:lnTo>
                    <a:pt x="1838004" y="1712342"/>
                  </a:lnTo>
                  <a:lnTo>
                    <a:pt x="1838002" y="1712351"/>
                  </a:lnTo>
                  <a:lnTo>
                    <a:pt x="1838002" y="1712358"/>
                  </a:lnTo>
                  <a:lnTo>
                    <a:pt x="1838004" y="1712365"/>
                  </a:lnTo>
                  <a:lnTo>
                    <a:pt x="1837950" y="1712459"/>
                  </a:lnTo>
                  <a:lnTo>
                    <a:pt x="1837809" y="1712548"/>
                  </a:lnTo>
                  <a:lnTo>
                    <a:pt x="1837790" y="1712558"/>
                  </a:lnTo>
                  <a:lnTo>
                    <a:pt x="1837752" y="1712568"/>
                  </a:lnTo>
                  <a:lnTo>
                    <a:pt x="1837744" y="1712567"/>
                  </a:lnTo>
                  <a:lnTo>
                    <a:pt x="1837721" y="1712561"/>
                  </a:lnTo>
                  <a:lnTo>
                    <a:pt x="1837713" y="1712553"/>
                  </a:lnTo>
                  <a:lnTo>
                    <a:pt x="1837701" y="1712532"/>
                  </a:lnTo>
                  <a:lnTo>
                    <a:pt x="1837692" y="1712509"/>
                  </a:lnTo>
                  <a:lnTo>
                    <a:pt x="1837677" y="1712456"/>
                  </a:lnTo>
                  <a:lnTo>
                    <a:pt x="1837662" y="1712378"/>
                  </a:lnTo>
                  <a:lnTo>
                    <a:pt x="1837646" y="1712363"/>
                  </a:lnTo>
                  <a:lnTo>
                    <a:pt x="1837482" y="1712367"/>
                  </a:lnTo>
                  <a:lnTo>
                    <a:pt x="1837452" y="1712377"/>
                  </a:lnTo>
                  <a:lnTo>
                    <a:pt x="1837375" y="1712411"/>
                  </a:lnTo>
                  <a:lnTo>
                    <a:pt x="1837244" y="1712468"/>
                  </a:lnTo>
                  <a:lnTo>
                    <a:pt x="1837119" y="1712484"/>
                  </a:lnTo>
                  <a:lnTo>
                    <a:pt x="1837034" y="1712507"/>
                  </a:lnTo>
                  <a:lnTo>
                    <a:pt x="1836983" y="1712503"/>
                  </a:lnTo>
                  <a:lnTo>
                    <a:pt x="1836949" y="1712556"/>
                  </a:lnTo>
                  <a:lnTo>
                    <a:pt x="1836912" y="1712593"/>
                  </a:lnTo>
                  <a:lnTo>
                    <a:pt x="1836880" y="1712617"/>
                  </a:lnTo>
                  <a:lnTo>
                    <a:pt x="1836859" y="1712603"/>
                  </a:lnTo>
                  <a:lnTo>
                    <a:pt x="1836816" y="1712528"/>
                  </a:lnTo>
                  <a:lnTo>
                    <a:pt x="1836791" y="1712497"/>
                  </a:lnTo>
                  <a:lnTo>
                    <a:pt x="1836769" y="1712496"/>
                  </a:lnTo>
                  <a:lnTo>
                    <a:pt x="1836677" y="1712497"/>
                  </a:lnTo>
                  <a:lnTo>
                    <a:pt x="1836669" y="1712498"/>
                  </a:lnTo>
                  <a:lnTo>
                    <a:pt x="1836649" y="1712499"/>
                  </a:lnTo>
                  <a:lnTo>
                    <a:pt x="1836559" y="1712499"/>
                  </a:lnTo>
                  <a:lnTo>
                    <a:pt x="1836482" y="1712510"/>
                  </a:lnTo>
                  <a:lnTo>
                    <a:pt x="1835847" y="1712603"/>
                  </a:lnTo>
                  <a:lnTo>
                    <a:pt x="1835838" y="1712604"/>
                  </a:lnTo>
                  <a:lnTo>
                    <a:pt x="1835829" y="1712605"/>
                  </a:lnTo>
                  <a:lnTo>
                    <a:pt x="1835764" y="1712642"/>
                  </a:lnTo>
                  <a:lnTo>
                    <a:pt x="1835717" y="1712697"/>
                  </a:lnTo>
                  <a:lnTo>
                    <a:pt x="1835659" y="1712764"/>
                  </a:lnTo>
                  <a:lnTo>
                    <a:pt x="1835581" y="1712752"/>
                  </a:lnTo>
                  <a:lnTo>
                    <a:pt x="1835478" y="1712691"/>
                  </a:lnTo>
                  <a:lnTo>
                    <a:pt x="1835393" y="1712601"/>
                  </a:lnTo>
                  <a:lnTo>
                    <a:pt x="1835379" y="1712586"/>
                  </a:lnTo>
                  <a:lnTo>
                    <a:pt x="1835292" y="1712583"/>
                  </a:lnTo>
                  <a:lnTo>
                    <a:pt x="1835269" y="1712582"/>
                  </a:lnTo>
                  <a:lnTo>
                    <a:pt x="1835154" y="1712583"/>
                  </a:lnTo>
                  <a:lnTo>
                    <a:pt x="1835101" y="1712584"/>
                  </a:lnTo>
                  <a:lnTo>
                    <a:pt x="1835033" y="1712585"/>
                  </a:lnTo>
                  <a:lnTo>
                    <a:pt x="1834738" y="1712444"/>
                  </a:lnTo>
                  <a:lnTo>
                    <a:pt x="1834728" y="1712440"/>
                  </a:lnTo>
                  <a:lnTo>
                    <a:pt x="1834574" y="1712411"/>
                  </a:lnTo>
                  <a:lnTo>
                    <a:pt x="1834554" y="1712411"/>
                  </a:lnTo>
                  <a:lnTo>
                    <a:pt x="1834472" y="1712412"/>
                  </a:lnTo>
                  <a:lnTo>
                    <a:pt x="1834467" y="1712411"/>
                  </a:lnTo>
                  <a:lnTo>
                    <a:pt x="1834457" y="1712399"/>
                  </a:lnTo>
                  <a:lnTo>
                    <a:pt x="1834424" y="1712358"/>
                  </a:lnTo>
                  <a:lnTo>
                    <a:pt x="1834443" y="1712301"/>
                  </a:lnTo>
                  <a:lnTo>
                    <a:pt x="1834490" y="1712252"/>
                  </a:lnTo>
                  <a:lnTo>
                    <a:pt x="1834521" y="1712235"/>
                  </a:lnTo>
                  <a:lnTo>
                    <a:pt x="1834572" y="1712206"/>
                  </a:lnTo>
                  <a:lnTo>
                    <a:pt x="1834676" y="1712159"/>
                  </a:lnTo>
                  <a:lnTo>
                    <a:pt x="1834711" y="1712136"/>
                  </a:lnTo>
                  <a:lnTo>
                    <a:pt x="1834722" y="1712102"/>
                  </a:lnTo>
                  <a:lnTo>
                    <a:pt x="1834737" y="1711985"/>
                  </a:lnTo>
                  <a:lnTo>
                    <a:pt x="1834728" y="1711940"/>
                  </a:lnTo>
                  <a:lnTo>
                    <a:pt x="1834618" y="1711677"/>
                  </a:lnTo>
                  <a:lnTo>
                    <a:pt x="1834621" y="1711659"/>
                  </a:lnTo>
                  <a:lnTo>
                    <a:pt x="1834654" y="1711503"/>
                  </a:lnTo>
                  <a:lnTo>
                    <a:pt x="1834666" y="1711458"/>
                  </a:lnTo>
                  <a:lnTo>
                    <a:pt x="1834635" y="1711379"/>
                  </a:lnTo>
                  <a:lnTo>
                    <a:pt x="1834636" y="1711337"/>
                  </a:lnTo>
                  <a:lnTo>
                    <a:pt x="1834630" y="1711302"/>
                  </a:lnTo>
                  <a:lnTo>
                    <a:pt x="1834594" y="1711180"/>
                  </a:lnTo>
                  <a:lnTo>
                    <a:pt x="1834577" y="1711158"/>
                  </a:lnTo>
                  <a:lnTo>
                    <a:pt x="1834551" y="1711145"/>
                  </a:lnTo>
                  <a:lnTo>
                    <a:pt x="1834522" y="1711151"/>
                  </a:lnTo>
                  <a:lnTo>
                    <a:pt x="1834484" y="1711173"/>
                  </a:lnTo>
                  <a:lnTo>
                    <a:pt x="1834445" y="1711168"/>
                  </a:lnTo>
                  <a:lnTo>
                    <a:pt x="1834413" y="1711140"/>
                  </a:lnTo>
                  <a:lnTo>
                    <a:pt x="1834379" y="1711019"/>
                  </a:lnTo>
                  <a:lnTo>
                    <a:pt x="1834351" y="1710980"/>
                  </a:lnTo>
                  <a:lnTo>
                    <a:pt x="1834128" y="1710796"/>
                  </a:lnTo>
                  <a:lnTo>
                    <a:pt x="1834075" y="1710757"/>
                  </a:lnTo>
                  <a:lnTo>
                    <a:pt x="1833939" y="1710725"/>
                  </a:lnTo>
                  <a:lnTo>
                    <a:pt x="1833770" y="1710698"/>
                  </a:lnTo>
                  <a:lnTo>
                    <a:pt x="1833718" y="1710697"/>
                  </a:lnTo>
                  <a:lnTo>
                    <a:pt x="1833636" y="1710817"/>
                  </a:lnTo>
                  <a:lnTo>
                    <a:pt x="1833283" y="1711022"/>
                  </a:lnTo>
                  <a:lnTo>
                    <a:pt x="1833248" y="1711015"/>
                  </a:lnTo>
                  <a:lnTo>
                    <a:pt x="1833238" y="1710997"/>
                  </a:lnTo>
                  <a:lnTo>
                    <a:pt x="1833158" y="1710813"/>
                  </a:lnTo>
                  <a:lnTo>
                    <a:pt x="1833134" y="1710763"/>
                  </a:lnTo>
                  <a:lnTo>
                    <a:pt x="1833132" y="1710720"/>
                  </a:lnTo>
                  <a:lnTo>
                    <a:pt x="1833132" y="1710708"/>
                  </a:lnTo>
                  <a:lnTo>
                    <a:pt x="1833168" y="1710627"/>
                  </a:lnTo>
                  <a:lnTo>
                    <a:pt x="1833205" y="1710606"/>
                  </a:lnTo>
                  <a:lnTo>
                    <a:pt x="1833214" y="1710601"/>
                  </a:lnTo>
                  <a:lnTo>
                    <a:pt x="1833236" y="1710588"/>
                  </a:lnTo>
                  <a:lnTo>
                    <a:pt x="1833230" y="1710573"/>
                  </a:lnTo>
                  <a:lnTo>
                    <a:pt x="1833225" y="1710562"/>
                  </a:lnTo>
                  <a:lnTo>
                    <a:pt x="1833184" y="1710473"/>
                  </a:lnTo>
                  <a:lnTo>
                    <a:pt x="1833032" y="1710362"/>
                  </a:lnTo>
                  <a:lnTo>
                    <a:pt x="1832980" y="1710346"/>
                  </a:lnTo>
                  <a:lnTo>
                    <a:pt x="1832623" y="1710386"/>
                  </a:lnTo>
                  <a:lnTo>
                    <a:pt x="1832507" y="1710360"/>
                  </a:lnTo>
                  <a:lnTo>
                    <a:pt x="1832465" y="1710250"/>
                  </a:lnTo>
                  <a:lnTo>
                    <a:pt x="1832377" y="1710018"/>
                  </a:lnTo>
                  <a:lnTo>
                    <a:pt x="1832370" y="1710002"/>
                  </a:lnTo>
                  <a:lnTo>
                    <a:pt x="1832367" y="1709995"/>
                  </a:lnTo>
                  <a:lnTo>
                    <a:pt x="1832320" y="1709904"/>
                  </a:lnTo>
                  <a:lnTo>
                    <a:pt x="1832242" y="1709754"/>
                  </a:lnTo>
                  <a:lnTo>
                    <a:pt x="1832244" y="1709594"/>
                  </a:lnTo>
                  <a:lnTo>
                    <a:pt x="1832265" y="1709544"/>
                  </a:lnTo>
                  <a:lnTo>
                    <a:pt x="1832288" y="1709519"/>
                  </a:lnTo>
                  <a:lnTo>
                    <a:pt x="1832393" y="1709403"/>
                  </a:lnTo>
                  <a:lnTo>
                    <a:pt x="1832509" y="1709358"/>
                  </a:lnTo>
                  <a:lnTo>
                    <a:pt x="1832565" y="1709352"/>
                  </a:lnTo>
                  <a:lnTo>
                    <a:pt x="1832569" y="1709136"/>
                  </a:lnTo>
                  <a:lnTo>
                    <a:pt x="1832548" y="1709057"/>
                  </a:lnTo>
                  <a:lnTo>
                    <a:pt x="1832543" y="1709059"/>
                  </a:lnTo>
                  <a:lnTo>
                    <a:pt x="1832462" y="1708828"/>
                  </a:lnTo>
                  <a:lnTo>
                    <a:pt x="1832439" y="1708793"/>
                  </a:lnTo>
                  <a:lnTo>
                    <a:pt x="1832432" y="1708781"/>
                  </a:lnTo>
                  <a:lnTo>
                    <a:pt x="1832423" y="1708765"/>
                  </a:lnTo>
                  <a:lnTo>
                    <a:pt x="1832419" y="1708751"/>
                  </a:lnTo>
                  <a:lnTo>
                    <a:pt x="1832423" y="1708729"/>
                  </a:lnTo>
                  <a:lnTo>
                    <a:pt x="1832458" y="1708506"/>
                  </a:lnTo>
                  <a:lnTo>
                    <a:pt x="1832459" y="1708485"/>
                  </a:lnTo>
                  <a:lnTo>
                    <a:pt x="1832463" y="1708460"/>
                  </a:lnTo>
                  <a:lnTo>
                    <a:pt x="1832524" y="1708167"/>
                  </a:lnTo>
                  <a:lnTo>
                    <a:pt x="1832597" y="1707948"/>
                  </a:lnTo>
                  <a:lnTo>
                    <a:pt x="1832598" y="1707911"/>
                  </a:lnTo>
                  <a:lnTo>
                    <a:pt x="1832588" y="1707834"/>
                  </a:lnTo>
                  <a:lnTo>
                    <a:pt x="1832561" y="1707824"/>
                  </a:lnTo>
                  <a:lnTo>
                    <a:pt x="1832401" y="1707818"/>
                  </a:lnTo>
                  <a:lnTo>
                    <a:pt x="1832389" y="1707818"/>
                  </a:lnTo>
                  <a:lnTo>
                    <a:pt x="1832376" y="1707809"/>
                  </a:lnTo>
                  <a:lnTo>
                    <a:pt x="1832346" y="1707781"/>
                  </a:lnTo>
                  <a:lnTo>
                    <a:pt x="1832304" y="1707741"/>
                  </a:lnTo>
                  <a:lnTo>
                    <a:pt x="1832141" y="1707547"/>
                  </a:lnTo>
                  <a:lnTo>
                    <a:pt x="1832103" y="1707482"/>
                  </a:lnTo>
                  <a:lnTo>
                    <a:pt x="1832094" y="1707457"/>
                  </a:lnTo>
                  <a:lnTo>
                    <a:pt x="1832059" y="1707350"/>
                  </a:lnTo>
                  <a:lnTo>
                    <a:pt x="1832009" y="1707284"/>
                  </a:lnTo>
                  <a:lnTo>
                    <a:pt x="1831898" y="1707195"/>
                  </a:lnTo>
                  <a:lnTo>
                    <a:pt x="1831774" y="1707133"/>
                  </a:lnTo>
                  <a:lnTo>
                    <a:pt x="1831495" y="1707079"/>
                  </a:lnTo>
                  <a:lnTo>
                    <a:pt x="1831235" y="1707050"/>
                  </a:lnTo>
                  <a:lnTo>
                    <a:pt x="1830851" y="1707037"/>
                  </a:lnTo>
                  <a:lnTo>
                    <a:pt x="1830415" y="1707055"/>
                  </a:lnTo>
                  <a:lnTo>
                    <a:pt x="1829975" y="1707121"/>
                  </a:lnTo>
                  <a:lnTo>
                    <a:pt x="1829439" y="1707231"/>
                  </a:lnTo>
                  <a:lnTo>
                    <a:pt x="1828778" y="1707435"/>
                  </a:lnTo>
                  <a:lnTo>
                    <a:pt x="1828299" y="1707601"/>
                  </a:lnTo>
                  <a:lnTo>
                    <a:pt x="1827960" y="1707756"/>
                  </a:lnTo>
                  <a:lnTo>
                    <a:pt x="1827814" y="1707827"/>
                  </a:lnTo>
                  <a:lnTo>
                    <a:pt x="1827731" y="1707872"/>
                  </a:lnTo>
                  <a:lnTo>
                    <a:pt x="1827709" y="1707879"/>
                  </a:lnTo>
                  <a:lnTo>
                    <a:pt x="1827585" y="1707923"/>
                  </a:lnTo>
                  <a:lnTo>
                    <a:pt x="1827578" y="1707926"/>
                  </a:lnTo>
                  <a:lnTo>
                    <a:pt x="1827550" y="1707939"/>
                  </a:lnTo>
                  <a:lnTo>
                    <a:pt x="1827531" y="1707946"/>
                  </a:lnTo>
                  <a:lnTo>
                    <a:pt x="1827055" y="1708149"/>
                  </a:lnTo>
                  <a:lnTo>
                    <a:pt x="1826716" y="1708293"/>
                  </a:lnTo>
                  <a:lnTo>
                    <a:pt x="1826700" y="1708300"/>
                  </a:lnTo>
                  <a:lnTo>
                    <a:pt x="1826691" y="1708305"/>
                  </a:lnTo>
                  <a:lnTo>
                    <a:pt x="1826657" y="1708322"/>
                  </a:lnTo>
                  <a:lnTo>
                    <a:pt x="1826648" y="1708323"/>
                  </a:lnTo>
                  <a:lnTo>
                    <a:pt x="1826629" y="1708320"/>
                  </a:lnTo>
                  <a:lnTo>
                    <a:pt x="1826526" y="1708308"/>
                  </a:lnTo>
                  <a:lnTo>
                    <a:pt x="1826418" y="1708295"/>
                  </a:lnTo>
                  <a:lnTo>
                    <a:pt x="1826306" y="1708270"/>
                  </a:lnTo>
                  <a:lnTo>
                    <a:pt x="1826290" y="1708264"/>
                  </a:lnTo>
                  <a:lnTo>
                    <a:pt x="1826273" y="1708258"/>
                  </a:lnTo>
                  <a:lnTo>
                    <a:pt x="1826259" y="1708253"/>
                  </a:lnTo>
                  <a:lnTo>
                    <a:pt x="1826205" y="1708241"/>
                  </a:lnTo>
                  <a:lnTo>
                    <a:pt x="1826167" y="1708234"/>
                  </a:lnTo>
                  <a:lnTo>
                    <a:pt x="1826007" y="1708203"/>
                  </a:lnTo>
                  <a:lnTo>
                    <a:pt x="1825927" y="1708188"/>
                  </a:lnTo>
                  <a:lnTo>
                    <a:pt x="1825763" y="1708188"/>
                  </a:lnTo>
                  <a:lnTo>
                    <a:pt x="1825676" y="1708179"/>
                  </a:lnTo>
                  <a:lnTo>
                    <a:pt x="1825662" y="1708178"/>
                  </a:lnTo>
                  <a:lnTo>
                    <a:pt x="1825217" y="1708134"/>
                  </a:lnTo>
                  <a:lnTo>
                    <a:pt x="1825137" y="1708120"/>
                  </a:lnTo>
                  <a:lnTo>
                    <a:pt x="1825115" y="1708114"/>
                  </a:lnTo>
                  <a:lnTo>
                    <a:pt x="1825084" y="1708103"/>
                  </a:lnTo>
                  <a:lnTo>
                    <a:pt x="1825030" y="1708087"/>
                  </a:lnTo>
                  <a:lnTo>
                    <a:pt x="1824997" y="1708073"/>
                  </a:lnTo>
                  <a:lnTo>
                    <a:pt x="1824974" y="1708060"/>
                  </a:lnTo>
                  <a:lnTo>
                    <a:pt x="1824822" y="1707981"/>
                  </a:lnTo>
                  <a:lnTo>
                    <a:pt x="1824763" y="1707958"/>
                  </a:lnTo>
                  <a:lnTo>
                    <a:pt x="1824664" y="1707918"/>
                  </a:lnTo>
                  <a:lnTo>
                    <a:pt x="1824514" y="1707887"/>
                  </a:lnTo>
                  <a:lnTo>
                    <a:pt x="1824176" y="1707872"/>
                  </a:lnTo>
                  <a:lnTo>
                    <a:pt x="1824124" y="1707870"/>
                  </a:lnTo>
                  <a:lnTo>
                    <a:pt x="1824102" y="1707982"/>
                  </a:lnTo>
                  <a:lnTo>
                    <a:pt x="1824080" y="1708093"/>
                  </a:lnTo>
                  <a:lnTo>
                    <a:pt x="1824071" y="1708135"/>
                  </a:lnTo>
                  <a:lnTo>
                    <a:pt x="1824133" y="1708149"/>
                  </a:lnTo>
                  <a:lnTo>
                    <a:pt x="1824147" y="1708152"/>
                  </a:lnTo>
                  <a:lnTo>
                    <a:pt x="1824168" y="1708155"/>
                  </a:lnTo>
                  <a:lnTo>
                    <a:pt x="1824655" y="1708349"/>
                  </a:lnTo>
                  <a:lnTo>
                    <a:pt x="1824759" y="1708392"/>
                  </a:lnTo>
                  <a:lnTo>
                    <a:pt x="1824772" y="1708398"/>
                  </a:lnTo>
                  <a:lnTo>
                    <a:pt x="1824854" y="1708430"/>
                  </a:lnTo>
                  <a:lnTo>
                    <a:pt x="1825229" y="1708576"/>
                  </a:lnTo>
                  <a:lnTo>
                    <a:pt x="1825428" y="1708617"/>
                  </a:lnTo>
                  <a:lnTo>
                    <a:pt x="1825547" y="1708623"/>
                  </a:lnTo>
                  <a:lnTo>
                    <a:pt x="1825634" y="1708647"/>
                  </a:lnTo>
                  <a:lnTo>
                    <a:pt x="1825673" y="1708688"/>
                  </a:lnTo>
                  <a:lnTo>
                    <a:pt x="1825687" y="1708732"/>
                  </a:lnTo>
                  <a:lnTo>
                    <a:pt x="1825684" y="1708764"/>
                  </a:lnTo>
                  <a:lnTo>
                    <a:pt x="1825653" y="1708784"/>
                  </a:lnTo>
                  <a:lnTo>
                    <a:pt x="1825624" y="1708794"/>
                  </a:lnTo>
                  <a:lnTo>
                    <a:pt x="1825257" y="1708931"/>
                  </a:lnTo>
                  <a:lnTo>
                    <a:pt x="1825185" y="1708957"/>
                  </a:lnTo>
                  <a:lnTo>
                    <a:pt x="1825061" y="1708995"/>
                  </a:lnTo>
                  <a:lnTo>
                    <a:pt x="1825018" y="1708988"/>
                  </a:lnTo>
                  <a:lnTo>
                    <a:pt x="1824961" y="1708988"/>
                  </a:lnTo>
                  <a:lnTo>
                    <a:pt x="1824854" y="1709006"/>
                  </a:lnTo>
                  <a:lnTo>
                    <a:pt x="1824773" y="1709028"/>
                  </a:lnTo>
                  <a:lnTo>
                    <a:pt x="1824748" y="1709038"/>
                  </a:lnTo>
                  <a:lnTo>
                    <a:pt x="1824696" y="1709060"/>
                  </a:lnTo>
                  <a:lnTo>
                    <a:pt x="1824669" y="1709072"/>
                  </a:lnTo>
                  <a:lnTo>
                    <a:pt x="1824637" y="1709086"/>
                  </a:lnTo>
                  <a:lnTo>
                    <a:pt x="1824623" y="1709092"/>
                  </a:lnTo>
                  <a:lnTo>
                    <a:pt x="1824509" y="1709140"/>
                  </a:lnTo>
                  <a:lnTo>
                    <a:pt x="1824477" y="1709153"/>
                  </a:lnTo>
                  <a:lnTo>
                    <a:pt x="1824322" y="1709214"/>
                  </a:lnTo>
                  <a:lnTo>
                    <a:pt x="1824228" y="1709251"/>
                  </a:lnTo>
                  <a:lnTo>
                    <a:pt x="1824148" y="1709277"/>
                  </a:lnTo>
                  <a:lnTo>
                    <a:pt x="1824085" y="1709289"/>
                  </a:lnTo>
                  <a:lnTo>
                    <a:pt x="1823944" y="1709351"/>
                  </a:lnTo>
                  <a:lnTo>
                    <a:pt x="1823888" y="1709375"/>
                  </a:lnTo>
                  <a:lnTo>
                    <a:pt x="1823752" y="1709438"/>
                  </a:lnTo>
                  <a:lnTo>
                    <a:pt x="1823507" y="1709551"/>
                  </a:lnTo>
                  <a:lnTo>
                    <a:pt x="1823502" y="1709553"/>
                  </a:lnTo>
                  <a:lnTo>
                    <a:pt x="1823380" y="1709627"/>
                  </a:lnTo>
                  <a:lnTo>
                    <a:pt x="1823120" y="1709719"/>
                  </a:lnTo>
                  <a:lnTo>
                    <a:pt x="1823004" y="1709769"/>
                  </a:lnTo>
                  <a:lnTo>
                    <a:pt x="1822835" y="1709830"/>
                  </a:lnTo>
                  <a:lnTo>
                    <a:pt x="1822636" y="1709953"/>
                  </a:lnTo>
                  <a:lnTo>
                    <a:pt x="1822219" y="1710295"/>
                  </a:lnTo>
                  <a:lnTo>
                    <a:pt x="1822047" y="1710418"/>
                  </a:lnTo>
                  <a:lnTo>
                    <a:pt x="1821627" y="1710779"/>
                  </a:lnTo>
                  <a:lnTo>
                    <a:pt x="1821498" y="1710891"/>
                  </a:lnTo>
                  <a:lnTo>
                    <a:pt x="1821211" y="1711202"/>
                  </a:lnTo>
                  <a:lnTo>
                    <a:pt x="1821116" y="1711298"/>
                  </a:lnTo>
                  <a:lnTo>
                    <a:pt x="1821089" y="1711321"/>
                  </a:lnTo>
                  <a:lnTo>
                    <a:pt x="1821045" y="1711310"/>
                  </a:lnTo>
                  <a:lnTo>
                    <a:pt x="1820984" y="1711229"/>
                  </a:lnTo>
                  <a:lnTo>
                    <a:pt x="1820964" y="1711171"/>
                  </a:lnTo>
                  <a:lnTo>
                    <a:pt x="1820970" y="1711137"/>
                  </a:lnTo>
                  <a:lnTo>
                    <a:pt x="1821052" y="1711002"/>
                  </a:lnTo>
                  <a:lnTo>
                    <a:pt x="1821116" y="1710879"/>
                  </a:lnTo>
                  <a:lnTo>
                    <a:pt x="1821146" y="1710806"/>
                  </a:lnTo>
                  <a:lnTo>
                    <a:pt x="1821224" y="1710679"/>
                  </a:lnTo>
                  <a:lnTo>
                    <a:pt x="1821285" y="1710641"/>
                  </a:lnTo>
                  <a:lnTo>
                    <a:pt x="1821373" y="1710633"/>
                  </a:lnTo>
                  <a:lnTo>
                    <a:pt x="1821454" y="1710595"/>
                  </a:lnTo>
                  <a:lnTo>
                    <a:pt x="1821576" y="1710533"/>
                  </a:lnTo>
                  <a:lnTo>
                    <a:pt x="1821874" y="1710399"/>
                  </a:lnTo>
                  <a:lnTo>
                    <a:pt x="1821932" y="1710349"/>
                  </a:lnTo>
                  <a:lnTo>
                    <a:pt x="1821932" y="1710330"/>
                  </a:lnTo>
                  <a:lnTo>
                    <a:pt x="1821908" y="1710245"/>
                  </a:lnTo>
                  <a:lnTo>
                    <a:pt x="1821880" y="1710130"/>
                  </a:lnTo>
                  <a:lnTo>
                    <a:pt x="1821872" y="1710131"/>
                  </a:lnTo>
                  <a:lnTo>
                    <a:pt x="1821842" y="1710135"/>
                  </a:lnTo>
                  <a:lnTo>
                    <a:pt x="1821809" y="1710139"/>
                  </a:lnTo>
                  <a:lnTo>
                    <a:pt x="1821803" y="1710140"/>
                  </a:lnTo>
                  <a:lnTo>
                    <a:pt x="1821775" y="1710148"/>
                  </a:lnTo>
                  <a:lnTo>
                    <a:pt x="1821751" y="1710169"/>
                  </a:lnTo>
                  <a:lnTo>
                    <a:pt x="1821738" y="1710185"/>
                  </a:lnTo>
                  <a:lnTo>
                    <a:pt x="1821719" y="1710213"/>
                  </a:lnTo>
                  <a:lnTo>
                    <a:pt x="1821713" y="1710221"/>
                  </a:lnTo>
                  <a:lnTo>
                    <a:pt x="1821645" y="1710289"/>
                  </a:lnTo>
                  <a:lnTo>
                    <a:pt x="1821609" y="1710325"/>
                  </a:lnTo>
                  <a:lnTo>
                    <a:pt x="1821576" y="1710348"/>
                  </a:lnTo>
                  <a:lnTo>
                    <a:pt x="1821489" y="1710393"/>
                  </a:lnTo>
                  <a:lnTo>
                    <a:pt x="1821442" y="1710417"/>
                  </a:lnTo>
                  <a:lnTo>
                    <a:pt x="1821401" y="1710438"/>
                  </a:lnTo>
                  <a:lnTo>
                    <a:pt x="1821371" y="1710455"/>
                  </a:lnTo>
                  <a:lnTo>
                    <a:pt x="1821339" y="1710475"/>
                  </a:lnTo>
                  <a:lnTo>
                    <a:pt x="1821330" y="1710484"/>
                  </a:lnTo>
                  <a:lnTo>
                    <a:pt x="1821323" y="1710496"/>
                  </a:lnTo>
                  <a:lnTo>
                    <a:pt x="1821249" y="1710558"/>
                  </a:lnTo>
                  <a:lnTo>
                    <a:pt x="1821236" y="1710563"/>
                  </a:lnTo>
                  <a:lnTo>
                    <a:pt x="1821220" y="1710574"/>
                  </a:lnTo>
                  <a:lnTo>
                    <a:pt x="1821178" y="1710619"/>
                  </a:lnTo>
                  <a:lnTo>
                    <a:pt x="1821175" y="1710623"/>
                  </a:lnTo>
                  <a:lnTo>
                    <a:pt x="1821147" y="1710653"/>
                  </a:lnTo>
                  <a:lnTo>
                    <a:pt x="1821113" y="1710718"/>
                  </a:lnTo>
                  <a:lnTo>
                    <a:pt x="1821078" y="1710772"/>
                  </a:lnTo>
                  <a:lnTo>
                    <a:pt x="1821033" y="1710829"/>
                  </a:lnTo>
                  <a:lnTo>
                    <a:pt x="1820932" y="1710954"/>
                  </a:lnTo>
                  <a:lnTo>
                    <a:pt x="1820879" y="1711014"/>
                  </a:lnTo>
                  <a:lnTo>
                    <a:pt x="1820808" y="1711117"/>
                  </a:lnTo>
                  <a:lnTo>
                    <a:pt x="1820763" y="1711196"/>
                  </a:lnTo>
                  <a:lnTo>
                    <a:pt x="1820756" y="1711209"/>
                  </a:lnTo>
                  <a:lnTo>
                    <a:pt x="1820748" y="1711220"/>
                  </a:lnTo>
                  <a:lnTo>
                    <a:pt x="1820743" y="1711228"/>
                  </a:lnTo>
                  <a:lnTo>
                    <a:pt x="1820740" y="1711233"/>
                  </a:lnTo>
                  <a:lnTo>
                    <a:pt x="1820737" y="1711238"/>
                  </a:lnTo>
                  <a:lnTo>
                    <a:pt x="1820717" y="1711255"/>
                  </a:lnTo>
                  <a:lnTo>
                    <a:pt x="1820680" y="1711290"/>
                  </a:lnTo>
                  <a:lnTo>
                    <a:pt x="1820652" y="1711322"/>
                  </a:lnTo>
                  <a:lnTo>
                    <a:pt x="1820552" y="1711444"/>
                  </a:lnTo>
                  <a:lnTo>
                    <a:pt x="1820490" y="1711527"/>
                  </a:lnTo>
                  <a:lnTo>
                    <a:pt x="1820481" y="1711539"/>
                  </a:lnTo>
                  <a:lnTo>
                    <a:pt x="1820445" y="1711586"/>
                  </a:lnTo>
                  <a:lnTo>
                    <a:pt x="1820384" y="1711666"/>
                  </a:lnTo>
                  <a:lnTo>
                    <a:pt x="1820274" y="1711803"/>
                  </a:lnTo>
                  <a:lnTo>
                    <a:pt x="1820269" y="1711805"/>
                  </a:lnTo>
                  <a:lnTo>
                    <a:pt x="1820248" y="1711816"/>
                  </a:lnTo>
                  <a:lnTo>
                    <a:pt x="1820237" y="1711792"/>
                  </a:lnTo>
                  <a:lnTo>
                    <a:pt x="1820240" y="1711740"/>
                  </a:lnTo>
                  <a:lnTo>
                    <a:pt x="1820242" y="1711704"/>
                  </a:lnTo>
                  <a:lnTo>
                    <a:pt x="1820295" y="1711658"/>
                  </a:lnTo>
                  <a:lnTo>
                    <a:pt x="1820339" y="1711621"/>
                  </a:lnTo>
                  <a:lnTo>
                    <a:pt x="1820381" y="1711611"/>
                  </a:lnTo>
                  <a:lnTo>
                    <a:pt x="1820418" y="1711563"/>
                  </a:lnTo>
                  <a:lnTo>
                    <a:pt x="1820443" y="1711514"/>
                  </a:lnTo>
                  <a:lnTo>
                    <a:pt x="1820446" y="1711489"/>
                  </a:lnTo>
                  <a:lnTo>
                    <a:pt x="1820400" y="1711503"/>
                  </a:lnTo>
                  <a:lnTo>
                    <a:pt x="1820364" y="1711514"/>
                  </a:lnTo>
                  <a:lnTo>
                    <a:pt x="1820339" y="1711516"/>
                  </a:lnTo>
                  <a:lnTo>
                    <a:pt x="1820330" y="1711517"/>
                  </a:lnTo>
                  <a:lnTo>
                    <a:pt x="1820307" y="1711450"/>
                  </a:lnTo>
                  <a:lnTo>
                    <a:pt x="1820285" y="1711405"/>
                  </a:lnTo>
                  <a:lnTo>
                    <a:pt x="1820264" y="1711363"/>
                  </a:lnTo>
                  <a:lnTo>
                    <a:pt x="1820255" y="1711345"/>
                  </a:lnTo>
                  <a:lnTo>
                    <a:pt x="1820249" y="1711331"/>
                  </a:lnTo>
                  <a:lnTo>
                    <a:pt x="1820225" y="1711331"/>
                  </a:lnTo>
                  <a:lnTo>
                    <a:pt x="1820220" y="1711330"/>
                  </a:lnTo>
                  <a:lnTo>
                    <a:pt x="1820198" y="1711338"/>
                  </a:lnTo>
                  <a:lnTo>
                    <a:pt x="1820186" y="1711343"/>
                  </a:lnTo>
                  <a:lnTo>
                    <a:pt x="1820170" y="1711351"/>
                  </a:lnTo>
                  <a:lnTo>
                    <a:pt x="1820085" y="1711401"/>
                  </a:lnTo>
                  <a:lnTo>
                    <a:pt x="1820076" y="1711409"/>
                  </a:lnTo>
                  <a:lnTo>
                    <a:pt x="1820069" y="1711417"/>
                  </a:lnTo>
                  <a:lnTo>
                    <a:pt x="1820057" y="1711444"/>
                  </a:lnTo>
                  <a:lnTo>
                    <a:pt x="1820032" y="1711496"/>
                  </a:lnTo>
                  <a:lnTo>
                    <a:pt x="1820006" y="1711550"/>
                  </a:lnTo>
                  <a:lnTo>
                    <a:pt x="1819997" y="1711569"/>
                  </a:lnTo>
                  <a:lnTo>
                    <a:pt x="1819993" y="1711577"/>
                  </a:lnTo>
                  <a:lnTo>
                    <a:pt x="1819982" y="1711599"/>
                  </a:lnTo>
                  <a:lnTo>
                    <a:pt x="1819953" y="1711648"/>
                  </a:lnTo>
                  <a:lnTo>
                    <a:pt x="1819915" y="1711713"/>
                  </a:lnTo>
                  <a:lnTo>
                    <a:pt x="1819903" y="1711736"/>
                  </a:lnTo>
                  <a:lnTo>
                    <a:pt x="1819884" y="1711789"/>
                  </a:lnTo>
                  <a:lnTo>
                    <a:pt x="1819877" y="1711807"/>
                  </a:lnTo>
                  <a:lnTo>
                    <a:pt x="1819859" y="1711846"/>
                  </a:lnTo>
                  <a:lnTo>
                    <a:pt x="1819843" y="1711875"/>
                  </a:lnTo>
                  <a:lnTo>
                    <a:pt x="1819839" y="1711880"/>
                  </a:lnTo>
                  <a:lnTo>
                    <a:pt x="1819832" y="1711890"/>
                  </a:lnTo>
                  <a:lnTo>
                    <a:pt x="1819784" y="1711950"/>
                  </a:lnTo>
                  <a:lnTo>
                    <a:pt x="1819768" y="1711968"/>
                  </a:lnTo>
                  <a:lnTo>
                    <a:pt x="1819722" y="1712021"/>
                  </a:lnTo>
                  <a:lnTo>
                    <a:pt x="1819580" y="1712172"/>
                  </a:lnTo>
                  <a:lnTo>
                    <a:pt x="1819478" y="1712277"/>
                  </a:lnTo>
                  <a:lnTo>
                    <a:pt x="1819436" y="1712319"/>
                  </a:lnTo>
                  <a:lnTo>
                    <a:pt x="1819421" y="1712335"/>
                  </a:lnTo>
                  <a:lnTo>
                    <a:pt x="1819346" y="1712385"/>
                  </a:lnTo>
                  <a:lnTo>
                    <a:pt x="1819184" y="1712494"/>
                  </a:lnTo>
                  <a:lnTo>
                    <a:pt x="1819094" y="1712531"/>
                  </a:lnTo>
                  <a:lnTo>
                    <a:pt x="1819079" y="1712536"/>
                  </a:lnTo>
                  <a:lnTo>
                    <a:pt x="1819040" y="1712547"/>
                  </a:lnTo>
                  <a:lnTo>
                    <a:pt x="1819016" y="1712550"/>
                  </a:lnTo>
                  <a:lnTo>
                    <a:pt x="1818908" y="1712544"/>
                  </a:lnTo>
                  <a:lnTo>
                    <a:pt x="1818894" y="1712543"/>
                  </a:lnTo>
                  <a:lnTo>
                    <a:pt x="1818797" y="1712549"/>
                  </a:lnTo>
                  <a:lnTo>
                    <a:pt x="1818784" y="1712551"/>
                  </a:lnTo>
                  <a:lnTo>
                    <a:pt x="1818772" y="1712554"/>
                  </a:lnTo>
                  <a:lnTo>
                    <a:pt x="1818762" y="1712556"/>
                  </a:lnTo>
                  <a:lnTo>
                    <a:pt x="1818756" y="1712560"/>
                  </a:lnTo>
                  <a:lnTo>
                    <a:pt x="1818724" y="1712593"/>
                  </a:lnTo>
                  <a:lnTo>
                    <a:pt x="1818652" y="1712667"/>
                  </a:lnTo>
                  <a:lnTo>
                    <a:pt x="1818515" y="1712805"/>
                  </a:lnTo>
                  <a:lnTo>
                    <a:pt x="1818413" y="1712924"/>
                  </a:lnTo>
                  <a:lnTo>
                    <a:pt x="1818303" y="1713044"/>
                  </a:lnTo>
                  <a:lnTo>
                    <a:pt x="1818288" y="1713058"/>
                  </a:lnTo>
                  <a:lnTo>
                    <a:pt x="1818275" y="1713067"/>
                  </a:lnTo>
                  <a:lnTo>
                    <a:pt x="1818231" y="1713095"/>
                  </a:lnTo>
                  <a:lnTo>
                    <a:pt x="1818214" y="1713105"/>
                  </a:lnTo>
                  <a:lnTo>
                    <a:pt x="1818202" y="1713113"/>
                  </a:lnTo>
                  <a:lnTo>
                    <a:pt x="1818160" y="1713140"/>
                  </a:lnTo>
                  <a:lnTo>
                    <a:pt x="1818130" y="1713160"/>
                  </a:lnTo>
                  <a:lnTo>
                    <a:pt x="1818116" y="1713168"/>
                  </a:lnTo>
                  <a:lnTo>
                    <a:pt x="1817999" y="1713243"/>
                  </a:lnTo>
                  <a:lnTo>
                    <a:pt x="1817989" y="1713249"/>
                  </a:lnTo>
                  <a:lnTo>
                    <a:pt x="1817965" y="1713261"/>
                  </a:lnTo>
                  <a:lnTo>
                    <a:pt x="1817949" y="1713269"/>
                  </a:lnTo>
                  <a:lnTo>
                    <a:pt x="1817909" y="1713289"/>
                  </a:lnTo>
                  <a:lnTo>
                    <a:pt x="1817669" y="1713408"/>
                  </a:lnTo>
                  <a:lnTo>
                    <a:pt x="1817663" y="1713411"/>
                  </a:lnTo>
                  <a:lnTo>
                    <a:pt x="1817641" y="1713422"/>
                  </a:lnTo>
                  <a:lnTo>
                    <a:pt x="1817618" y="1713433"/>
                  </a:lnTo>
                  <a:lnTo>
                    <a:pt x="1817482" y="1713501"/>
                  </a:lnTo>
                  <a:lnTo>
                    <a:pt x="1817475" y="1713504"/>
                  </a:lnTo>
                  <a:lnTo>
                    <a:pt x="1817450" y="1713513"/>
                  </a:lnTo>
                  <a:lnTo>
                    <a:pt x="1817398" y="1713527"/>
                  </a:lnTo>
                  <a:lnTo>
                    <a:pt x="1817333" y="1713539"/>
                  </a:lnTo>
                  <a:lnTo>
                    <a:pt x="1817249" y="1713553"/>
                  </a:lnTo>
                  <a:lnTo>
                    <a:pt x="1817205" y="1713559"/>
                  </a:lnTo>
                  <a:lnTo>
                    <a:pt x="1817190" y="1713561"/>
                  </a:lnTo>
                  <a:lnTo>
                    <a:pt x="1817180" y="1713562"/>
                  </a:lnTo>
                  <a:lnTo>
                    <a:pt x="1817105" y="1713567"/>
                  </a:lnTo>
                  <a:lnTo>
                    <a:pt x="1816959" y="1713587"/>
                  </a:lnTo>
                  <a:lnTo>
                    <a:pt x="1816922" y="1713609"/>
                  </a:lnTo>
                  <a:lnTo>
                    <a:pt x="1816885" y="1713632"/>
                  </a:lnTo>
                  <a:lnTo>
                    <a:pt x="1816799" y="1713686"/>
                  </a:lnTo>
                  <a:lnTo>
                    <a:pt x="1816795" y="1713700"/>
                  </a:lnTo>
                  <a:lnTo>
                    <a:pt x="1816761" y="1713720"/>
                  </a:lnTo>
                  <a:lnTo>
                    <a:pt x="1816497" y="1713883"/>
                  </a:lnTo>
                  <a:lnTo>
                    <a:pt x="1816489" y="1713888"/>
                  </a:lnTo>
                  <a:lnTo>
                    <a:pt x="1816475" y="1713893"/>
                  </a:lnTo>
                  <a:lnTo>
                    <a:pt x="1816463" y="1713898"/>
                  </a:lnTo>
                  <a:lnTo>
                    <a:pt x="1816453" y="1713899"/>
                  </a:lnTo>
                  <a:lnTo>
                    <a:pt x="1816444" y="1713897"/>
                  </a:lnTo>
                  <a:lnTo>
                    <a:pt x="1816430" y="1713889"/>
                  </a:lnTo>
                  <a:lnTo>
                    <a:pt x="1816384" y="1713866"/>
                  </a:lnTo>
                  <a:lnTo>
                    <a:pt x="1816336" y="1713841"/>
                  </a:lnTo>
                  <a:lnTo>
                    <a:pt x="1816300" y="1713822"/>
                  </a:lnTo>
                  <a:lnTo>
                    <a:pt x="1816038" y="1713658"/>
                  </a:lnTo>
                  <a:lnTo>
                    <a:pt x="1815846" y="1713526"/>
                  </a:lnTo>
                  <a:lnTo>
                    <a:pt x="1815776" y="1713510"/>
                  </a:lnTo>
                  <a:lnTo>
                    <a:pt x="1815668" y="1713504"/>
                  </a:lnTo>
                  <a:lnTo>
                    <a:pt x="1815570" y="1713520"/>
                  </a:lnTo>
                  <a:lnTo>
                    <a:pt x="1815410" y="1713547"/>
                  </a:lnTo>
                  <a:lnTo>
                    <a:pt x="1815326" y="1713557"/>
                  </a:lnTo>
                  <a:lnTo>
                    <a:pt x="1815261" y="1713531"/>
                  </a:lnTo>
                  <a:lnTo>
                    <a:pt x="1815195" y="1713494"/>
                  </a:lnTo>
                  <a:lnTo>
                    <a:pt x="1815167" y="1713425"/>
                  </a:lnTo>
                  <a:lnTo>
                    <a:pt x="1815195" y="1713308"/>
                  </a:lnTo>
                  <a:lnTo>
                    <a:pt x="1815192" y="1713282"/>
                  </a:lnTo>
                  <a:lnTo>
                    <a:pt x="1815171" y="1713129"/>
                  </a:lnTo>
                  <a:lnTo>
                    <a:pt x="1815102" y="1712862"/>
                  </a:lnTo>
                  <a:lnTo>
                    <a:pt x="1815099" y="1712763"/>
                  </a:lnTo>
                  <a:lnTo>
                    <a:pt x="1815116" y="1712710"/>
                  </a:lnTo>
                  <a:lnTo>
                    <a:pt x="1815127" y="1712672"/>
                  </a:lnTo>
                  <a:lnTo>
                    <a:pt x="1815134" y="1712654"/>
                  </a:lnTo>
                  <a:lnTo>
                    <a:pt x="1815137" y="1712647"/>
                  </a:lnTo>
                  <a:lnTo>
                    <a:pt x="1815161" y="1712601"/>
                  </a:lnTo>
                  <a:lnTo>
                    <a:pt x="1815186" y="1712555"/>
                  </a:lnTo>
                  <a:lnTo>
                    <a:pt x="1815220" y="1712508"/>
                  </a:lnTo>
                  <a:lnTo>
                    <a:pt x="1815252" y="1712469"/>
                  </a:lnTo>
                  <a:lnTo>
                    <a:pt x="1815299" y="1712413"/>
                  </a:lnTo>
                  <a:lnTo>
                    <a:pt x="1815315" y="1712393"/>
                  </a:lnTo>
                  <a:lnTo>
                    <a:pt x="1815386" y="1712309"/>
                  </a:lnTo>
                  <a:lnTo>
                    <a:pt x="1815395" y="1712298"/>
                  </a:lnTo>
                  <a:lnTo>
                    <a:pt x="1815432" y="1712254"/>
                  </a:lnTo>
                  <a:lnTo>
                    <a:pt x="1815443" y="1712188"/>
                  </a:lnTo>
                  <a:lnTo>
                    <a:pt x="1815443" y="1712107"/>
                  </a:lnTo>
                  <a:lnTo>
                    <a:pt x="1815443" y="1712084"/>
                  </a:lnTo>
                  <a:lnTo>
                    <a:pt x="1815424" y="1712073"/>
                  </a:lnTo>
                  <a:lnTo>
                    <a:pt x="1815391" y="1712095"/>
                  </a:lnTo>
                  <a:lnTo>
                    <a:pt x="1815350" y="1712102"/>
                  </a:lnTo>
                  <a:lnTo>
                    <a:pt x="1815343" y="1712096"/>
                  </a:lnTo>
                  <a:lnTo>
                    <a:pt x="1815333" y="1712059"/>
                  </a:lnTo>
                  <a:lnTo>
                    <a:pt x="1815324" y="1711943"/>
                  </a:lnTo>
                  <a:lnTo>
                    <a:pt x="1815329" y="1711852"/>
                  </a:lnTo>
                  <a:lnTo>
                    <a:pt x="1815367" y="1711813"/>
                  </a:lnTo>
                  <a:lnTo>
                    <a:pt x="1815388" y="1711809"/>
                  </a:lnTo>
                  <a:lnTo>
                    <a:pt x="1815408" y="1711823"/>
                  </a:lnTo>
                  <a:lnTo>
                    <a:pt x="1815427" y="1711795"/>
                  </a:lnTo>
                  <a:lnTo>
                    <a:pt x="1815427" y="1711775"/>
                  </a:lnTo>
                  <a:lnTo>
                    <a:pt x="1815427" y="1711748"/>
                  </a:lnTo>
                  <a:lnTo>
                    <a:pt x="1815422" y="1711750"/>
                  </a:lnTo>
                  <a:lnTo>
                    <a:pt x="1815354" y="1711782"/>
                  </a:lnTo>
                  <a:lnTo>
                    <a:pt x="1815317" y="1711808"/>
                  </a:lnTo>
                  <a:lnTo>
                    <a:pt x="1815200" y="1711893"/>
                  </a:lnTo>
                  <a:lnTo>
                    <a:pt x="1815089" y="1711976"/>
                  </a:lnTo>
                  <a:lnTo>
                    <a:pt x="1814988" y="1712072"/>
                  </a:lnTo>
                  <a:lnTo>
                    <a:pt x="1814952" y="1712307"/>
                  </a:lnTo>
                  <a:lnTo>
                    <a:pt x="1814783" y="1712330"/>
                  </a:lnTo>
                  <a:lnTo>
                    <a:pt x="1814677" y="1712334"/>
                  </a:lnTo>
                  <a:lnTo>
                    <a:pt x="1814666" y="1712335"/>
                  </a:lnTo>
                  <a:lnTo>
                    <a:pt x="1814643" y="1712361"/>
                  </a:lnTo>
                  <a:lnTo>
                    <a:pt x="1814638" y="1712404"/>
                  </a:lnTo>
                  <a:lnTo>
                    <a:pt x="1814657" y="1712526"/>
                  </a:lnTo>
                  <a:lnTo>
                    <a:pt x="1814676" y="1712558"/>
                  </a:lnTo>
                  <a:lnTo>
                    <a:pt x="1814699" y="1712595"/>
                  </a:lnTo>
                  <a:lnTo>
                    <a:pt x="1814722" y="1712643"/>
                  </a:lnTo>
                  <a:lnTo>
                    <a:pt x="1814713" y="1712659"/>
                  </a:lnTo>
                  <a:lnTo>
                    <a:pt x="1814675" y="1712688"/>
                  </a:lnTo>
                  <a:lnTo>
                    <a:pt x="1814558" y="1712776"/>
                  </a:lnTo>
                  <a:lnTo>
                    <a:pt x="1814535" y="1712765"/>
                  </a:lnTo>
                  <a:lnTo>
                    <a:pt x="1814305" y="1712447"/>
                  </a:lnTo>
                  <a:lnTo>
                    <a:pt x="1814291" y="1712420"/>
                  </a:lnTo>
                  <a:lnTo>
                    <a:pt x="1814329" y="1712351"/>
                  </a:lnTo>
                  <a:lnTo>
                    <a:pt x="1814174" y="1712122"/>
                  </a:lnTo>
                  <a:lnTo>
                    <a:pt x="1814329" y="1712027"/>
                  </a:lnTo>
                  <a:lnTo>
                    <a:pt x="1814296" y="1711947"/>
                  </a:lnTo>
                  <a:lnTo>
                    <a:pt x="1814338" y="1711830"/>
                  </a:lnTo>
                  <a:lnTo>
                    <a:pt x="1814404" y="1711729"/>
                  </a:lnTo>
                  <a:lnTo>
                    <a:pt x="1814443" y="1711701"/>
                  </a:lnTo>
                  <a:lnTo>
                    <a:pt x="1814545" y="1711595"/>
                  </a:lnTo>
                  <a:lnTo>
                    <a:pt x="1814665" y="1711489"/>
                  </a:lnTo>
                  <a:lnTo>
                    <a:pt x="1814833" y="1711438"/>
                  </a:lnTo>
                  <a:lnTo>
                    <a:pt x="1815084" y="1711373"/>
                  </a:lnTo>
                  <a:lnTo>
                    <a:pt x="1815255" y="1711213"/>
                  </a:lnTo>
                  <a:lnTo>
                    <a:pt x="1815411" y="1711037"/>
                  </a:lnTo>
                  <a:lnTo>
                    <a:pt x="1815338" y="1710842"/>
                  </a:lnTo>
                  <a:lnTo>
                    <a:pt x="1815229" y="1710561"/>
                  </a:lnTo>
                  <a:lnTo>
                    <a:pt x="1814794" y="1710723"/>
                  </a:lnTo>
                  <a:lnTo>
                    <a:pt x="1814802" y="1710767"/>
                  </a:lnTo>
                  <a:lnTo>
                    <a:pt x="1814640" y="1710827"/>
                  </a:lnTo>
                  <a:lnTo>
                    <a:pt x="1814551" y="1710749"/>
                  </a:lnTo>
                  <a:lnTo>
                    <a:pt x="1814547" y="1710744"/>
                  </a:lnTo>
                  <a:lnTo>
                    <a:pt x="1814586" y="1710586"/>
                  </a:lnTo>
                  <a:lnTo>
                    <a:pt x="1814626" y="1710518"/>
                  </a:lnTo>
                  <a:lnTo>
                    <a:pt x="1814716" y="1710448"/>
                  </a:lnTo>
                  <a:lnTo>
                    <a:pt x="1814876" y="1710376"/>
                  </a:lnTo>
                  <a:lnTo>
                    <a:pt x="1814976" y="1710343"/>
                  </a:lnTo>
                  <a:lnTo>
                    <a:pt x="1815152" y="1710311"/>
                  </a:lnTo>
                  <a:lnTo>
                    <a:pt x="1815268" y="1710257"/>
                  </a:lnTo>
                  <a:lnTo>
                    <a:pt x="1815387" y="1710203"/>
                  </a:lnTo>
                  <a:lnTo>
                    <a:pt x="1815638" y="1710068"/>
                  </a:lnTo>
                  <a:lnTo>
                    <a:pt x="1815587" y="1710009"/>
                  </a:lnTo>
                  <a:lnTo>
                    <a:pt x="1815430" y="1710003"/>
                  </a:lnTo>
                  <a:lnTo>
                    <a:pt x="1815422" y="1710003"/>
                  </a:lnTo>
                  <a:lnTo>
                    <a:pt x="1815368" y="1709964"/>
                  </a:lnTo>
                  <a:lnTo>
                    <a:pt x="1815349" y="1709964"/>
                  </a:lnTo>
                  <a:lnTo>
                    <a:pt x="1815323" y="1709964"/>
                  </a:lnTo>
                  <a:lnTo>
                    <a:pt x="1815158" y="1710081"/>
                  </a:lnTo>
                  <a:lnTo>
                    <a:pt x="1814981" y="1710152"/>
                  </a:lnTo>
                  <a:lnTo>
                    <a:pt x="1814842" y="1710156"/>
                  </a:lnTo>
                  <a:lnTo>
                    <a:pt x="1814727" y="1710089"/>
                  </a:lnTo>
                  <a:lnTo>
                    <a:pt x="1814689" y="1710094"/>
                  </a:lnTo>
                  <a:lnTo>
                    <a:pt x="1814558" y="1710144"/>
                  </a:lnTo>
                  <a:lnTo>
                    <a:pt x="1814448" y="1710269"/>
                  </a:lnTo>
                  <a:lnTo>
                    <a:pt x="1814312" y="1710557"/>
                  </a:lnTo>
                  <a:lnTo>
                    <a:pt x="1814286" y="1710574"/>
                  </a:lnTo>
                  <a:lnTo>
                    <a:pt x="1814187" y="1710574"/>
                  </a:lnTo>
                  <a:lnTo>
                    <a:pt x="1814161" y="1710591"/>
                  </a:lnTo>
                  <a:lnTo>
                    <a:pt x="1814120" y="1710693"/>
                  </a:lnTo>
                  <a:lnTo>
                    <a:pt x="1814113" y="1710733"/>
                  </a:lnTo>
                  <a:lnTo>
                    <a:pt x="1814101" y="1710801"/>
                  </a:lnTo>
                  <a:lnTo>
                    <a:pt x="1813849" y="1710972"/>
                  </a:lnTo>
                  <a:lnTo>
                    <a:pt x="1813774" y="1710988"/>
                  </a:lnTo>
                  <a:lnTo>
                    <a:pt x="1813690" y="1710981"/>
                  </a:lnTo>
                  <a:lnTo>
                    <a:pt x="1813623" y="1710963"/>
                  </a:lnTo>
                  <a:lnTo>
                    <a:pt x="1813609" y="1710926"/>
                  </a:lnTo>
                  <a:lnTo>
                    <a:pt x="1813610" y="1710895"/>
                  </a:lnTo>
                  <a:lnTo>
                    <a:pt x="1813654" y="1710642"/>
                  </a:lnTo>
                  <a:lnTo>
                    <a:pt x="1813707" y="1710508"/>
                  </a:lnTo>
                  <a:lnTo>
                    <a:pt x="1813663" y="1710427"/>
                  </a:lnTo>
                  <a:lnTo>
                    <a:pt x="1813603" y="1710388"/>
                  </a:lnTo>
                  <a:lnTo>
                    <a:pt x="1813606" y="1710283"/>
                  </a:lnTo>
                  <a:lnTo>
                    <a:pt x="1813646" y="1710138"/>
                  </a:lnTo>
                  <a:lnTo>
                    <a:pt x="1813686" y="1710069"/>
                  </a:lnTo>
                  <a:lnTo>
                    <a:pt x="1813732" y="1710038"/>
                  </a:lnTo>
                  <a:lnTo>
                    <a:pt x="1813777" y="1710008"/>
                  </a:lnTo>
                  <a:lnTo>
                    <a:pt x="1813804" y="1709957"/>
                  </a:lnTo>
                  <a:lnTo>
                    <a:pt x="1813797" y="1709918"/>
                  </a:lnTo>
                  <a:lnTo>
                    <a:pt x="1813720" y="1709805"/>
                  </a:lnTo>
                  <a:lnTo>
                    <a:pt x="1813663" y="1709734"/>
                  </a:lnTo>
                  <a:lnTo>
                    <a:pt x="1813653" y="1709638"/>
                  </a:lnTo>
                  <a:lnTo>
                    <a:pt x="1813657" y="1709572"/>
                  </a:lnTo>
                  <a:lnTo>
                    <a:pt x="1813683" y="1709517"/>
                  </a:lnTo>
                  <a:lnTo>
                    <a:pt x="1813723" y="1709450"/>
                  </a:lnTo>
                  <a:lnTo>
                    <a:pt x="1813834" y="1709400"/>
                  </a:lnTo>
                  <a:lnTo>
                    <a:pt x="1813937" y="1709359"/>
                  </a:lnTo>
                  <a:lnTo>
                    <a:pt x="1813937" y="1709346"/>
                  </a:lnTo>
                  <a:lnTo>
                    <a:pt x="1813918" y="1709317"/>
                  </a:lnTo>
                  <a:lnTo>
                    <a:pt x="1813878" y="1709288"/>
                  </a:lnTo>
                  <a:lnTo>
                    <a:pt x="1813834" y="1709292"/>
                  </a:lnTo>
                  <a:lnTo>
                    <a:pt x="1813712" y="1709375"/>
                  </a:lnTo>
                  <a:lnTo>
                    <a:pt x="1813598" y="1709547"/>
                  </a:lnTo>
                  <a:lnTo>
                    <a:pt x="1813534" y="1709663"/>
                  </a:lnTo>
                  <a:lnTo>
                    <a:pt x="1813491" y="1709714"/>
                  </a:lnTo>
                  <a:lnTo>
                    <a:pt x="1813444" y="1709831"/>
                  </a:lnTo>
                  <a:lnTo>
                    <a:pt x="1813418" y="1709893"/>
                  </a:lnTo>
                  <a:lnTo>
                    <a:pt x="1813388" y="1709897"/>
                  </a:lnTo>
                  <a:lnTo>
                    <a:pt x="1813311" y="1709872"/>
                  </a:lnTo>
                  <a:lnTo>
                    <a:pt x="1813267" y="1709810"/>
                  </a:lnTo>
                  <a:lnTo>
                    <a:pt x="1813260" y="1709772"/>
                  </a:lnTo>
                  <a:lnTo>
                    <a:pt x="1813260" y="1709705"/>
                  </a:lnTo>
                  <a:lnTo>
                    <a:pt x="1813252" y="1709601"/>
                  </a:lnTo>
                  <a:lnTo>
                    <a:pt x="1813204" y="1709492"/>
                  </a:lnTo>
                  <a:lnTo>
                    <a:pt x="1813149" y="1709321"/>
                  </a:lnTo>
                  <a:lnTo>
                    <a:pt x="1813160" y="1709229"/>
                  </a:lnTo>
                  <a:lnTo>
                    <a:pt x="1813208" y="1709112"/>
                  </a:lnTo>
                  <a:lnTo>
                    <a:pt x="1813267" y="1709050"/>
                  </a:lnTo>
                  <a:lnTo>
                    <a:pt x="1813289" y="1708995"/>
                  </a:lnTo>
                  <a:lnTo>
                    <a:pt x="1813287" y="1708975"/>
                  </a:lnTo>
                  <a:lnTo>
                    <a:pt x="1813372" y="1708812"/>
                  </a:lnTo>
                  <a:lnTo>
                    <a:pt x="1813444" y="1708672"/>
                  </a:lnTo>
                  <a:lnTo>
                    <a:pt x="1813496" y="1708495"/>
                  </a:lnTo>
                  <a:lnTo>
                    <a:pt x="1813529" y="1708383"/>
                  </a:lnTo>
                  <a:lnTo>
                    <a:pt x="1813531" y="1708370"/>
                  </a:lnTo>
                  <a:lnTo>
                    <a:pt x="1813531" y="1708360"/>
                  </a:lnTo>
                  <a:lnTo>
                    <a:pt x="1813522" y="1708352"/>
                  </a:lnTo>
                  <a:lnTo>
                    <a:pt x="1813483" y="1708320"/>
                  </a:lnTo>
                  <a:lnTo>
                    <a:pt x="1813439" y="1708332"/>
                  </a:lnTo>
                  <a:lnTo>
                    <a:pt x="1813352" y="1708454"/>
                  </a:lnTo>
                  <a:lnTo>
                    <a:pt x="1813303" y="1708506"/>
                  </a:lnTo>
                  <a:lnTo>
                    <a:pt x="1813278" y="1708549"/>
                  </a:lnTo>
                  <a:lnTo>
                    <a:pt x="1813157" y="1708764"/>
                  </a:lnTo>
                  <a:lnTo>
                    <a:pt x="1812888" y="1708969"/>
                  </a:lnTo>
                  <a:lnTo>
                    <a:pt x="1812782" y="1709041"/>
                  </a:lnTo>
                  <a:lnTo>
                    <a:pt x="1812505" y="1709231"/>
                  </a:lnTo>
                  <a:lnTo>
                    <a:pt x="1812432" y="1709281"/>
                  </a:lnTo>
                  <a:lnTo>
                    <a:pt x="1812400" y="1709394"/>
                  </a:lnTo>
                  <a:lnTo>
                    <a:pt x="1812386" y="1709426"/>
                  </a:lnTo>
                  <a:lnTo>
                    <a:pt x="1812342" y="1709420"/>
                  </a:lnTo>
                  <a:lnTo>
                    <a:pt x="1812195" y="1709398"/>
                  </a:lnTo>
                  <a:lnTo>
                    <a:pt x="1812148" y="1709356"/>
                  </a:lnTo>
                  <a:lnTo>
                    <a:pt x="1812078" y="1709237"/>
                  </a:lnTo>
                  <a:lnTo>
                    <a:pt x="1811943" y="1709130"/>
                  </a:lnTo>
                  <a:lnTo>
                    <a:pt x="1811825" y="1709058"/>
                  </a:lnTo>
                  <a:lnTo>
                    <a:pt x="1811798" y="1708944"/>
                  </a:lnTo>
                  <a:lnTo>
                    <a:pt x="1811779" y="1708859"/>
                  </a:lnTo>
                  <a:lnTo>
                    <a:pt x="1811754" y="1708692"/>
                  </a:lnTo>
                  <a:lnTo>
                    <a:pt x="1811749" y="1708681"/>
                  </a:lnTo>
                  <a:lnTo>
                    <a:pt x="1811707" y="1708685"/>
                  </a:lnTo>
                  <a:lnTo>
                    <a:pt x="1811656" y="1708713"/>
                  </a:lnTo>
                  <a:lnTo>
                    <a:pt x="1811528" y="1708861"/>
                  </a:lnTo>
                  <a:lnTo>
                    <a:pt x="1811437" y="1708975"/>
                  </a:lnTo>
                  <a:lnTo>
                    <a:pt x="1811316" y="1709036"/>
                  </a:lnTo>
                  <a:lnTo>
                    <a:pt x="1811184" y="1709146"/>
                  </a:lnTo>
                  <a:lnTo>
                    <a:pt x="1810964" y="1709336"/>
                  </a:lnTo>
                  <a:lnTo>
                    <a:pt x="1810656" y="1709462"/>
                  </a:lnTo>
                  <a:lnTo>
                    <a:pt x="1810573" y="1709441"/>
                  </a:lnTo>
                  <a:lnTo>
                    <a:pt x="1810436" y="1709426"/>
                  </a:lnTo>
                  <a:lnTo>
                    <a:pt x="1810297" y="1709443"/>
                  </a:lnTo>
                  <a:lnTo>
                    <a:pt x="1810008" y="1709513"/>
                  </a:lnTo>
                  <a:lnTo>
                    <a:pt x="1809932" y="1709528"/>
                  </a:lnTo>
                  <a:lnTo>
                    <a:pt x="1809905" y="1709533"/>
                  </a:lnTo>
                  <a:lnTo>
                    <a:pt x="1809455" y="1709373"/>
                  </a:lnTo>
                  <a:lnTo>
                    <a:pt x="1809428" y="1709350"/>
                  </a:lnTo>
                  <a:lnTo>
                    <a:pt x="1809186" y="1708690"/>
                  </a:lnTo>
                  <a:lnTo>
                    <a:pt x="1809186" y="1708663"/>
                  </a:lnTo>
                  <a:lnTo>
                    <a:pt x="1809200" y="1708637"/>
                  </a:lnTo>
                  <a:lnTo>
                    <a:pt x="1809206" y="1708633"/>
                  </a:lnTo>
                  <a:lnTo>
                    <a:pt x="1809225" y="1708618"/>
                  </a:lnTo>
                  <a:lnTo>
                    <a:pt x="1809244" y="1708603"/>
                  </a:lnTo>
                  <a:lnTo>
                    <a:pt x="1809259" y="1708596"/>
                  </a:lnTo>
                  <a:lnTo>
                    <a:pt x="1809306" y="1708575"/>
                  </a:lnTo>
                  <a:lnTo>
                    <a:pt x="1809316" y="1708571"/>
                  </a:lnTo>
                  <a:lnTo>
                    <a:pt x="1809353" y="1708569"/>
                  </a:lnTo>
                  <a:lnTo>
                    <a:pt x="1809371" y="1708559"/>
                  </a:lnTo>
                  <a:lnTo>
                    <a:pt x="1809390" y="1708539"/>
                  </a:lnTo>
                  <a:lnTo>
                    <a:pt x="1809398" y="1708518"/>
                  </a:lnTo>
                  <a:lnTo>
                    <a:pt x="1809397" y="1708498"/>
                  </a:lnTo>
                  <a:lnTo>
                    <a:pt x="1809379" y="1708468"/>
                  </a:lnTo>
                  <a:lnTo>
                    <a:pt x="1809362" y="1708449"/>
                  </a:lnTo>
                  <a:lnTo>
                    <a:pt x="1809327" y="1708433"/>
                  </a:lnTo>
                  <a:lnTo>
                    <a:pt x="1809176" y="1708383"/>
                  </a:lnTo>
                  <a:lnTo>
                    <a:pt x="1809164" y="1708396"/>
                  </a:lnTo>
                  <a:lnTo>
                    <a:pt x="1809154" y="1708406"/>
                  </a:lnTo>
                  <a:lnTo>
                    <a:pt x="1809150" y="1708414"/>
                  </a:lnTo>
                  <a:lnTo>
                    <a:pt x="1809143" y="1708428"/>
                  </a:lnTo>
                  <a:lnTo>
                    <a:pt x="1809148" y="1708493"/>
                  </a:lnTo>
                  <a:lnTo>
                    <a:pt x="1809143" y="1708696"/>
                  </a:lnTo>
                  <a:lnTo>
                    <a:pt x="1809143" y="1708801"/>
                  </a:lnTo>
                  <a:lnTo>
                    <a:pt x="1809203" y="1708935"/>
                  </a:lnTo>
                  <a:lnTo>
                    <a:pt x="1809212" y="1708977"/>
                  </a:lnTo>
                  <a:lnTo>
                    <a:pt x="1809207" y="1709055"/>
                  </a:lnTo>
                  <a:lnTo>
                    <a:pt x="1809203" y="1709080"/>
                  </a:lnTo>
                  <a:lnTo>
                    <a:pt x="1809188" y="1709110"/>
                  </a:lnTo>
                  <a:lnTo>
                    <a:pt x="1809174" y="1709128"/>
                  </a:lnTo>
                  <a:lnTo>
                    <a:pt x="1809124" y="1709165"/>
                  </a:lnTo>
                  <a:lnTo>
                    <a:pt x="1809016" y="1709190"/>
                  </a:lnTo>
                  <a:lnTo>
                    <a:pt x="1808846" y="1709237"/>
                  </a:lnTo>
                  <a:lnTo>
                    <a:pt x="1808787" y="1709253"/>
                  </a:lnTo>
                  <a:lnTo>
                    <a:pt x="1808766" y="1709257"/>
                  </a:lnTo>
                  <a:lnTo>
                    <a:pt x="1808760" y="1709259"/>
                  </a:lnTo>
                  <a:lnTo>
                    <a:pt x="1808724" y="1709240"/>
                  </a:lnTo>
                  <a:lnTo>
                    <a:pt x="1808707" y="1709228"/>
                  </a:lnTo>
                  <a:lnTo>
                    <a:pt x="1808693" y="1709219"/>
                  </a:lnTo>
                  <a:lnTo>
                    <a:pt x="1808642" y="1709164"/>
                  </a:lnTo>
                  <a:lnTo>
                    <a:pt x="1808618" y="1709133"/>
                  </a:lnTo>
                  <a:lnTo>
                    <a:pt x="1808606" y="1709112"/>
                  </a:lnTo>
                  <a:lnTo>
                    <a:pt x="1808592" y="1709078"/>
                  </a:lnTo>
                  <a:lnTo>
                    <a:pt x="1808587" y="1709053"/>
                  </a:lnTo>
                  <a:lnTo>
                    <a:pt x="1808585" y="1709044"/>
                  </a:lnTo>
                  <a:lnTo>
                    <a:pt x="1808499" y="1708963"/>
                  </a:lnTo>
                  <a:lnTo>
                    <a:pt x="1808450" y="1708915"/>
                  </a:lnTo>
                  <a:lnTo>
                    <a:pt x="1808348" y="1708834"/>
                  </a:lnTo>
                  <a:lnTo>
                    <a:pt x="1808253" y="1708964"/>
                  </a:lnTo>
                  <a:lnTo>
                    <a:pt x="1808239" y="1708983"/>
                  </a:lnTo>
                  <a:lnTo>
                    <a:pt x="1808248" y="1708983"/>
                  </a:lnTo>
                  <a:lnTo>
                    <a:pt x="1808267" y="1708993"/>
                  </a:lnTo>
                  <a:lnTo>
                    <a:pt x="1808298" y="1709016"/>
                  </a:lnTo>
                  <a:lnTo>
                    <a:pt x="1808323" y="1709035"/>
                  </a:lnTo>
                  <a:lnTo>
                    <a:pt x="1808350" y="1709060"/>
                  </a:lnTo>
                  <a:lnTo>
                    <a:pt x="1808389" y="1709108"/>
                  </a:lnTo>
                  <a:lnTo>
                    <a:pt x="1808411" y="1709138"/>
                  </a:lnTo>
                  <a:lnTo>
                    <a:pt x="1808500" y="1709235"/>
                  </a:lnTo>
                  <a:lnTo>
                    <a:pt x="1808659" y="1709419"/>
                  </a:lnTo>
                  <a:lnTo>
                    <a:pt x="1808717" y="1709518"/>
                  </a:lnTo>
                  <a:lnTo>
                    <a:pt x="1808715" y="1709553"/>
                  </a:lnTo>
                  <a:lnTo>
                    <a:pt x="1808732" y="1709565"/>
                  </a:lnTo>
                  <a:lnTo>
                    <a:pt x="1808777" y="1709596"/>
                  </a:lnTo>
                  <a:lnTo>
                    <a:pt x="1808897" y="1709652"/>
                  </a:lnTo>
                  <a:lnTo>
                    <a:pt x="1808928" y="1709657"/>
                  </a:lnTo>
                  <a:lnTo>
                    <a:pt x="1808980" y="1709669"/>
                  </a:lnTo>
                  <a:lnTo>
                    <a:pt x="1809081" y="1709689"/>
                  </a:lnTo>
                  <a:lnTo>
                    <a:pt x="1809194" y="1709709"/>
                  </a:lnTo>
                  <a:lnTo>
                    <a:pt x="1809280" y="1709705"/>
                  </a:lnTo>
                  <a:lnTo>
                    <a:pt x="1809308" y="1709704"/>
                  </a:lnTo>
                  <a:lnTo>
                    <a:pt x="1809380" y="1709731"/>
                  </a:lnTo>
                  <a:lnTo>
                    <a:pt x="1809452" y="1709774"/>
                  </a:lnTo>
                  <a:lnTo>
                    <a:pt x="1809471" y="1709794"/>
                  </a:lnTo>
                  <a:lnTo>
                    <a:pt x="1809546" y="1709881"/>
                  </a:lnTo>
                  <a:lnTo>
                    <a:pt x="1809553" y="1709892"/>
                  </a:lnTo>
                  <a:lnTo>
                    <a:pt x="1809555" y="1709902"/>
                  </a:lnTo>
                  <a:lnTo>
                    <a:pt x="1809550" y="1709924"/>
                  </a:lnTo>
                  <a:lnTo>
                    <a:pt x="1809451" y="1710108"/>
                  </a:lnTo>
                  <a:lnTo>
                    <a:pt x="1809436" y="1710128"/>
                  </a:lnTo>
                  <a:lnTo>
                    <a:pt x="1809430" y="1710132"/>
                  </a:lnTo>
                  <a:lnTo>
                    <a:pt x="1809411" y="1710135"/>
                  </a:lnTo>
                  <a:lnTo>
                    <a:pt x="1809168" y="1710126"/>
                  </a:lnTo>
                  <a:lnTo>
                    <a:pt x="1809136" y="1710123"/>
                  </a:lnTo>
                  <a:lnTo>
                    <a:pt x="1809101" y="1710119"/>
                  </a:lnTo>
                  <a:lnTo>
                    <a:pt x="1809085" y="1710116"/>
                  </a:lnTo>
                  <a:lnTo>
                    <a:pt x="1809058" y="1710107"/>
                  </a:lnTo>
                  <a:lnTo>
                    <a:pt x="1809044" y="1710098"/>
                  </a:lnTo>
                  <a:lnTo>
                    <a:pt x="1809035" y="1710093"/>
                  </a:lnTo>
                  <a:lnTo>
                    <a:pt x="1809024" y="1710096"/>
                  </a:lnTo>
                  <a:lnTo>
                    <a:pt x="1809020" y="1710099"/>
                  </a:lnTo>
                  <a:lnTo>
                    <a:pt x="1808967" y="1710142"/>
                  </a:lnTo>
                  <a:lnTo>
                    <a:pt x="1808950" y="1710158"/>
                  </a:lnTo>
                  <a:lnTo>
                    <a:pt x="1808933" y="1710173"/>
                  </a:lnTo>
                  <a:lnTo>
                    <a:pt x="1808936" y="1710214"/>
                  </a:lnTo>
                  <a:lnTo>
                    <a:pt x="1808978" y="1710223"/>
                  </a:lnTo>
                  <a:lnTo>
                    <a:pt x="1809212" y="1710278"/>
                  </a:lnTo>
                  <a:lnTo>
                    <a:pt x="1809219" y="1710280"/>
                  </a:lnTo>
                  <a:lnTo>
                    <a:pt x="1809289" y="1710284"/>
                  </a:lnTo>
                  <a:lnTo>
                    <a:pt x="1809348" y="1710283"/>
                  </a:lnTo>
                  <a:lnTo>
                    <a:pt x="1809379" y="1710219"/>
                  </a:lnTo>
                  <a:lnTo>
                    <a:pt x="1809431" y="1710210"/>
                  </a:lnTo>
                  <a:lnTo>
                    <a:pt x="1809485" y="1710201"/>
                  </a:lnTo>
                  <a:lnTo>
                    <a:pt x="1809490" y="1710202"/>
                  </a:lnTo>
                  <a:lnTo>
                    <a:pt x="1809531" y="1710212"/>
                  </a:lnTo>
                  <a:lnTo>
                    <a:pt x="1809558" y="1710218"/>
                  </a:lnTo>
                  <a:lnTo>
                    <a:pt x="1809605" y="1710236"/>
                  </a:lnTo>
                  <a:lnTo>
                    <a:pt x="1809612" y="1710238"/>
                  </a:lnTo>
                  <a:lnTo>
                    <a:pt x="1809664" y="1710278"/>
                  </a:lnTo>
                  <a:lnTo>
                    <a:pt x="1809687" y="1710341"/>
                  </a:lnTo>
                  <a:lnTo>
                    <a:pt x="1809747" y="1710440"/>
                  </a:lnTo>
                  <a:lnTo>
                    <a:pt x="1809841" y="1710558"/>
                  </a:lnTo>
                  <a:lnTo>
                    <a:pt x="1809924" y="1710608"/>
                  </a:lnTo>
                  <a:lnTo>
                    <a:pt x="1810000" y="1710641"/>
                  </a:lnTo>
                  <a:lnTo>
                    <a:pt x="1810031" y="1710662"/>
                  </a:lnTo>
                  <a:lnTo>
                    <a:pt x="1810040" y="1710668"/>
                  </a:lnTo>
                  <a:lnTo>
                    <a:pt x="1810051" y="1710675"/>
                  </a:lnTo>
                  <a:lnTo>
                    <a:pt x="1810072" y="1710702"/>
                  </a:lnTo>
                  <a:lnTo>
                    <a:pt x="1810088" y="1710726"/>
                  </a:lnTo>
                  <a:lnTo>
                    <a:pt x="1810098" y="1710746"/>
                  </a:lnTo>
                  <a:lnTo>
                    <a:pt x="1810107" y="1710764"/>
                  </a:lnTo>
                  <a:lnTo>
                    <a:pt x="1810110" y="1710778"/>
                  </a:lnTo>
                  <a:lnTo>
                    <a:pt x="1810110" y="1710785"/>
                  </a:lnTo>
                  <a:lnTo>
                    <a:pt x="1810108" y="1710792"/>
                  </a:lnTo>
                  <a:lnTo>
                    <a:pt x="1810101" y="1710801"/>
                  </a:lnTo>
                  <a:lnTo>
                    <a:pt x="1810075" y="1710825"/>
                  </a:lnTo>
                  <a:lnTo>
                    <a:pt x="1810051" y="1710841"/>
                  </a:lnTo>
                  <a:lnTo>
                    <a:pt x="1810010" y="1710865"/>
                  </a:lnTo>
                  <a:lnTo>
                    <a:pt x="1809994" y="1710874"/>
                  </a:lnTo>
                  <a:lnTo>
                    <a:pt x="1809878" y="1710942"/>
                  </a:lnTo>
                  <a:lnTo>
                    <a:pt x="1809869" y="1710942"/>
                  </a:lnTo>
                  <a:lnTo>
                    <a:pt x="1809859" y="1710942"/>
                  </a:lnTo>
                  <a:lnTo>
                    <a:pt x="1809853" y="1710940"/>
                  </a:lnTo>
                  <a:lnTo>
                    <a:pt x="1809845" y="1710937"/>
                  </a:lnTo>
                  <a:lnTo>
                    <a:pt x="1809836" y="1710925"/>
                  </a:lnTo>
                  <a:lnTo>
                    <a:pt x="1809823" y="1710905"/>
                  </a:lnTo>
                  <a:lnTo>
                    <a:pt x="1809817" y="1710893"/>
                  </a:lnTo>
                  <a:lnTo>
                    <a:pt x="1809815" y="1710879"/>
                  </a:lnTo>
                  <a:lnTo>
                    <a:pt x="1809814" y="1710870"/>
                  </a:lnTo>
                  <a:lnTo>
                    <a:pt x="1809816" y="1710851"/>
                  </a:lnTo>
                  <a:lnTo>
                    <a:pt x="1809818" y="1710838"/>
                  </a:lnTo>
                  <a:lnTo>
                    <a:pt x="1809819" y="1710828"/>
                  </a:lnTo>
                  <a:lnTo>
                    <a:pt x="1809819" y="1710823"/>
                  </a:lnTo>
                  <a:lnTo>
                    <a:pt x="1809780" y="1710782"/>
                  </a:lnTo>
                  <a:lnTo>
                    <a:pt x="1809772" y="1710790"/>
                  </a:lnTo>
                  <a:lnTo>
                    <a:pt x="1809768" y="1710796"/>
                  </a:lnTo>
                  <a:lnTo>
                    <a:pt x="1809760" y="1710808"/>
                  </a:lnTo>
                  <a:lnTo>
                    <a:pt x="1809761" y="1710841"/>
                  </a:lnTo>
                  <a:lnTo>
                    <a:pt x="1809815" y="1710972"/>
                  </a:lnTo>
                  <a:lnTo>
                    <a:pt x="1809826" y="1710989"/>
                  </a:lnTo>
                  <a:lnTo>
                    <a:pt x="1809840" y="1711008"/>
                  </a:lnTo>
                  <a:lnTo>
                    <a:pt x="1809849" y="1711014"/>
                  </a:lnTo>
                  <a:lnTo>
                    <a:pt x="1809894" y="1711011"/>
                  </a:lnTo>
                  <a:lnTo>
                    <a:pt x="1810040" y="1710968"/>
                  </a:lnTo>
                  <a:lnTo>
                    <a:pt x="1810111" y="1710938"/>
                  </a:lnTo>
                  <a:lnTo>
                    <a:pt x="1810297" y="1710952"/>
                  </a:lnTo>
                  <a:lnTo>
                    <a:pt x="1810342" y="1710974"/>
                  </a:lnTo>
                  <a:lnTo>
                    <a:pt x="1810546" y="1711095"/>
                  </a:lnTo>
                  <a:lnTo>
                    <a:pt x="1810575" y="1711121"/>
                  </a:lnTo>
                  <a:lnTo>
                    <a:pt x="1810608" y="1711211"/>
                  </a:lnTo>
                  <a:lnTo>
                    <a:pt x="1810535" y="1711404"/>
                  </a:lnTo>
                  <a:lnTo>
                    <a:pt x="1810535" y="1711427"/>
                  </a:lnTo>
                  <a:lnTo>
                    <a:pt x="1810534" y="1711487"/>
                  </a:lnTo>
                  <a:lnTo>
                    <a:pt x="1810557" y="1711675"/>
                  </a:lnTo>
                  <a:lnTo>
                    <a:pt x="1810564" y="1711697"/>
                  </a:lnTo>
                  <a:lnTo>
                    <a:pt x="1810606" y="1711829"/>
                  </a:lnTo>
                  <a:lnTo>
                    <a:pt x="1810631" y="1711829"/>
                  </a:lnTo>
                  <a:lnTo>
                    <a:pt x="1810647" y="1711829"/>
                  </a:lnTo>
                  <a:lnTo>
                    <a:pt x="1810672" y="1711767"/>
                  </a:lnTo>
                  <a:lnTo>
                    <a:pt x="1810674" y="1711640"/>
                  </a:lnTo>
                  <a:lnTo>
                    <a:pt x="1810706" y="1711444"/>
                  </a:lnTo>
                  <a:lnTo>
                    <a:pt x="1810727" y="1711333"/>
                  </a:lnTo>
                  <a:lnTo>
                    <a:pt x="1810766" y="1711274"/>
                  </a:lnTo>
                  <a:lnTo>
                    <a:pt x="1810787" y="1711247"/>
                  </a:lnTo>
                  <a:lnTo>
                    <a:pt x="1810830" y="1711194"/>
                  </a:lnTo>
                  <a:lnTo>
                    <a:pt x="1810849" y="1711180"/>
                  </a:lnTo>
                  <a:lnTo>
                    <a:pt x="1810926" y="1711169"/>
                  </a:lnTo>
                  <a:lnTo>
                    <a:pt x="1811297" y="1711387"/>
                  </a:lnTo>
                  <a:lnTo>
                    <a:pt x="1811789" y="1711639"/>
                  </a:lnTo>
                  <a:lnTo>
                    <a:pt x="1811957" y="1711648"/>
                  </a:lnTo>
                  <a:lnTo>
                    <a:pt x="1812026" y="1711662"/>
                  </a:lnTo>
                  <a:lnTo>
                    <a:pt x="1812094" y="1711706"/>
                  </a:lnTo>
                  <a:lnTo>
                    <a:pt x="1812111" y="1711717"/>
                  </a:lnTo>
                  <a:lnTo>
                    <a:pt x="1812533" y="1711874"/>
                  </a:lnTo>
                  <a:lnTo>
                    <a:pt x="1812861" y="1711967"/>
                  </a:lnTo>
                  <a:lnTo>
                    <a:pt x="1812968" y="1712008"/>
                  </a:lnTo>
                  <a:lnTo>
                    <a:pt x="1813027" y="1712071"/>
                  </a:lnTo>
                  <a:lnTo>
                    <a:pt x="1813085" y="1712182"/>
                  </a:lnTo>
                  <a:lnTo>
                    <a:pt x="1813096" y="1712245"/>
                  </a:lnTo>
                  <a:lnTo>
                    <a:pt x="1813083" y="1712645"/>
                  </a:lnTo>
                  <a:lnTo>
                    <a:pt x="1813071" y="1712705"/>
                  </a:lnTo>
                  <a:lnTo>
                    <a:pt x="1813030" y="1712908"/>
                  </a:lnTo>
                  <a:lnTo>
                    <a:pt x="1813020" y="1712959"/>
                  </a:lnTo>
                  <a:lnTo>
                    <a:pt x="1812995" y="1713052"/>
                  </a:lnTo>
                  <a:lnTo>
                    <a:pt x="1812976" y="1713213"/>
                  </a:lnTo>
                  <a:lnTo>
                    <a:pt x="1813008" y="1713441"/>
                  </a:lnTo>
                  <a:lnTo>
                    <a:pt x="1813039" y="1713660"/>
                  </a:lnTo>
                  <a:lnTo>
                    <a:pt x="1812966" y="1713777"/>
                  </a:lnTo>
                  <a:lnTo>
                    <a:pt x="1812849" y="1713802"/>
                  </a:lnTo>
                  <a:lnTo>
                    <a:pt x="1812827" y="1713805"/>
                  </a:lnTo>
                  <a:lnTo>
                    <a:pt x="1812803" y="1713818"/>
                  </a:lnTo>
                  <a:lnTo>
                    <a:pt x="1812768" y="1713863"/>
                  </a:lnTo>
                  <a:lnTo>
                    <a:pt x="1812795" y="1714026"/>
                  </a:lnTo>
                  <a:lnTo>
                    <a:pt x="1812859" y="1714048"/>
                  </a:lnTo>
                  <a:lnTo>
                    <a:pt x="1812926" y="1714042"/>
                  </a:lnTo>
                  <a:lnTo>
                    <a:pt x="1812970" y="1714080"/>
                  </a:lnTo>
                  <a:lnTo>
                    <a:pt x="1812996" y="1714119"/>
                  </a:lnTo>
                  <a:lnTo>
                    <a:pt x="1812983" y="1714421"/>
                  </a:lnTo>
                  <a:lnTo>
                    <a:pt x="1812840" y="1714848"/>
                  </a:lnTo>
                  <a:lnTo>
                    <a:pt x="1812752" y="1714995"/>
                  </a:lnTo>
                  <a:lnTo>
                    <a:pt x="1812616" y="1715144"/>
                  </a:lnTo>
                  <a:lnTo>
                    <a:pt x="1812576" y="1715240"/>
                  </a:lnTo>
                  <a:lnTo>
                    <a:pt x="1812501" y="1715403"/>
                  </a:lnTo>
                  <a:lnTo>
                    <a:pt x="1812459" y="1715684"/>
                  </a:lnTo>
                  <a:lnTo>
                    <a:pt x="1812457" y="1715819"/>
                  </a:lnTo>
                  <a:lnTo>
                    <a:pt x="1812451" y="1715845"/>
                  </a:lnTo>
                  <a:lnTo>
                    <a:pt x="1812430" y="1715878"/>
                  </a:lnTo>
                  <a:lnTo>
                    <a:pt x="1812389" y="1715902"/>
                  </a:lnTo>
                  <a:lnTo>
                    <a:pt x="1812363" y="1715903"/>
                  </a:lnTo>
                  <a:lnTo>
                    <a:pt x="1812353" y="1715896"/>
                  </a:lnTo>
                  <a:lnTo>
                    <a:pt x="1812230" y="1715766"/>
                  </a:lnTo>
                  <a:lnTo>
                    <a:pt x="1812223" y="1715730"/>
                  </a:lnTo>
                  <a:lnTo>
                    <a:pt x="1812099" y="1715688"/>
                  </a:lnTo>
                  <a:lnTo>
                    <a:pt x="1811921" y="1715703"/>
                  </a:lnTo>
                  <a:lnTo>
                    <a:pt x="1811749" y="1715762"/>
                  </a:lnTo>
                  <a:lnTo>
                    <a:pt x="1811697" y="1715827"/>
                  </a:lnTo>
                  <a:lnTo>
                    <a:pt x="1811700" y="1715832"/>
                  </a:lnTo>
                  <a:lnTo>
                    <a:pt x="1811731" y="1715881"/>
                  </a:lnTo>
                  <a:lnTo>
                    <a:pt x="1811802" y="1715980"/>
                  </a:lnTo>
                  <a:lnTo>
                    <a:pt x="1811830" y="1716008"/>
                  </a:lnTo>
                  <a:lnTo>
                    <a:pt x="1811881" y="1716089"/>
                  </a:lnTo>
                  <a:lnTo>
                    <a:pt x="1812016" y="1716399"/>
                  </a:lnTo>
                  <a:lnTo>
                    <a:pt x="1812085" y="1716552"/>
                  </a:lnTo>
                  <a:lnTo>
                    <a:pt x="1812075" y="1716641"/>
                  </a:lnTo>
                  <a:lnTo>
                    <a:pt x="1812110" y="1716672"/>
                  </a:lnTo>
                  <a:lnTo>
                    <a:pt x="1812166" y="1716688"/>
                  </a:lnTo>
                  <a:lnTo>
                    <a:pt x="1812482" y="1716684"/>
                  </a:lnTo>
                  <a:lnTo>
                    <a:pt x="1812561" y="1716702"/>
                  </a:lnTo>
                  <a:lnTo>
                    <a:pt x="1812870" y="1716962"/>
                  </a:lnTo>
                  <a:lnTo>
                    <a:pt x="1812939" y="1717039"/>
                  </a:lnTo>
                  <a:lnTo>
                    <a:pt x="1812959" y="1717102"/>
                  </a:lnTo>
                  <a:lnTo>
                    <a:pt x="1812939" y="1717133"/>
                  </a:lnTo>
                  <a:lnTo>
                    <a:pt x="1812919" y="1717141"/>
                  </a:lnTo>
                  <a:lnTo>
                    <a:pt x="1812795" y="1717155"/>
                  </a:lnTo>
                  <a:lnTo>
                    <a:pt x="1812292" y="1717137"/>
                  </a:lnTo>
                  <a:lnTo>
                    <a:pt x="1811954" y="1717124"/>
                  </a:lnTo>
                  <a:lnTo>
                    <a:pt x="1811244" y="1717170"/>
                  </a:lnTo>
                  <a:lnTo>
                    <a:pt x="1810854" y="1717245"/>
                  </a:lnTo>
                  <a:lnTo>
                    <a:pt x="1810606" y="1717306"/>
                  </a:lnTo>
                  <a:lnTo>
                    <a:pt x="1810150" y="1717445"/>
                  </a:lnTo>
                  <a:lnTo>
                    <a:pt x="1809725" y="1717649"/>
                  </a:lnTo>
                  <a:lnTo>
                    <a:pt x="1809561" y="1717732"/>
                  </a:lnTo>
                  <a:lnTo>
                    <a:pt x="1809349" y="1717830"/>
                  </a:lnTo>
                  <a:lnTo>
                    <a:pt x="1809149" y="1717939"/>
                  </a:lnTo>
                  <a:lnTo>
                    <a:pt x="1808777" y="1718163"/>
                  </a:lnTo>
                  <a:lnTo>
                    <a:pt x="1808113" y="1718736"/>
                  </a:lnTo>
                  <a:lnTo>
                    <a:pt x="1807887" y="1719001"/>
                  </a:lnTo>
                  <a:lnTo>
                    <a:pt x="1807816" y="1719104"/>
                  </a:lnTo>
                  <a:lnTo>
                    <a:pt x="1807629" y="1719454"/>
                  </a:lnTo>
                  <a:lnTo>
                    <a:pt x="1807519" y="1719757"/>
                  </a:lnTo>
                  <a:lnTo>
                    <a:pt x="1807436" y="1720150"/>
                  </a:lnTo>
                  <a:lnTo>
                    <a:pt x="1807514" y="1720374"/>
                  </a:lnTo>
                  <a:lnTo>
                    <a:pt x="1807535" y="1720485"/>
                  </a:lnTo>
                  <a:lnTo>
                    <a:pt x="1807505" y="1720727"/>
                  </a:lnTo>
                  <a:lnTo>
                    <a:pt x="1807520" y="1721024"/>
                  </a:lnTo>
                  <a:lnTo>
                    <a:pt x="1807543" y="1721224"/>
                  </a:lnTo>
                  <a:lnTo>
                    <a:pt x="1807591" y="1721343"/>
                  </a:lnTo>
                  <a:lnTo>
                    <a:pt x="1807677" y="1721445"/>
                  </a:lnTo>
                  <a:lnTo>
                    <a:pt x="1807500" y="1721781"/>
                  </a:lnTo>
                  <a:lnTo>
                    <a:pt x="1807273" y="1721866"/>
                  </a:lnTo>
                  <a:lnTo>
                    <a:pt x="1806982" y="1721905"/>
                  </a:lnTo>
                  <a:lnTo>
                    <a:pt x="1806920" y="1721919"/>
                  </a:lnTo>
                  <a:lnTo>
                    <a:pt x="1806869" y="1721951"/>
                  </a:lnTo>
                  <a:lnTo>
                    <a:pt x="1806595" y="1722191"/>
                  </a:lnTo>
                  <a:lnTo>
                    <a:pt x="1806474" y="1722305"/>
                  </a:lnTo>
                  <a:lnTo>
                    <a:pt x="1806381" y="1722410"/>
                  </a:lnTo>
                  <a:lnTo>
                    <a:pt x="1806310" y="1722506"/>
                  </a:lnTo>
                  <a:lnTo>
                    <a:pt x="1806306" y="1722538"/>
                  </a:lnTo>
                  <a:lnTo>
                    <a:pt x="1806346" y="1722637"/>
                  </a:lnTo>
                  <a:lnTo>
                    <a:pt x="1806347" y="1722650"/>
                  </a:lnTo>
                  <a:lnTo>
                    <a:pt x="1806331" y="1722675"/>
                  </a:lnTo>
                  <a:lnTo>
                    <a:pt x="1806241" y="1722700"/>
                  </a:lnTo>
                  <a:lnTo>
                    <a:pt x="1806108" y="1722711"/>
                  </a:lnTo>
                  <a:lnTo>
                    <a:pt x="1806091" y="1722704"/>
                  </a:lnTo>
                  <a:lnTo>
                    <a:pt x="1806020" y="1722644"/>
                  </a:lnTo>
                  <a:lnTo>
                    <a:pt x="1805981" y="1722590"/>
                  </a:lnTo>
                  <a:lnTo>
                    <a:pt x="1805980" y="1722579"/>
                  </a:lnTo>
                  <a:lnTo>
                    <a:pt x="1805998" y="1722564"/>
                  </a:lnTo>
                  <a:lnTo>
                    <a:pt x="1806025" y="1722573"/>
                  </a:lnTo>
                  <a:lnTo>
                    <a:pt x="1806054" y="1722569"/>
                  </a:lnTo>
                  <a:lnTo>
                    <a:pt x="1806066" y="1722562"/>
                  </a:lnTo>
                  <a:lnTo>
                    <a:pt x="1806071" y="1722548"/>
                  </a:lnTo>
                  <a:lnTo>
                    <a:pt x="1806098" y="1722407"/>
                  </a:lnTo>
                  <a:lnTo>
                    <a:pt x="1806077" y="1722280"/>
                  </a:lnTo>
                  <a:lnTo>
                    <a:pt x="1806035" y="1722190"/>
                  </a:lnTo>
                  <a:lnTo>
                    <a:pt x="1805948" y="1722087"/>
                  </a:lnTo>
                  <a:lnTo>
                    <a:pt x="1805914" y="1722064"/>
                  </a:lnTo>
                  <a:lnTo>
                    <a:pt x="1805867" y="1722044"/>
                  </a:lnTo>
                  <a:lnTo>
                    <a:pt x="1805811" y="1721975"/>
                  </a:lnTo>
                  <a:lnTo>
                    <a:pt x="1805831" y="1721897"/>
                  </a:lnTo>
                  <a:lnTo>
                    <a:pt x="1805929" y="1721696"/>
                  </a:lnTo>
                  <a:lnTo>
                    <a:pt x="1805938" y="1721667"/>
                  </a:lnTo>
                  <a:lnTo>
                    <a:pt x="1805683" y="1721375"/>
                  </a:lnTo>
                  <a:lnTo>
                    <a:pt x="1805596" y="1721354"/>
                  </a:lnTo>
                  <a:lnTo>
                    <a:pt x="1805540" y="1721341"/>
                  </a:lnTo>
                  <a:lnTo>
                    <a:pt x="1805303" y="1721332"/>
                  </a:lnTo>
                  <a:lnTo>
                    <a:pt x="1805090" y="1721340"/>
                  </a:lnTo>
                  <a:lnTo>
                    <a:pt x="1805045" y="1721331"/>
                  </a:lnTo>
                  <a:lnTo>
                    <a:pt x="1804892" y="1721099"/>
                  </a:lnTo>
                  <a:lnTo>
                    <a:pt x="1804858" y="1721009"/>
                  </a:lnTo>
                  <a:lnTo>
                    <a:pt x="1804852" y="1720953"/>
                  </a:lnTo>
                  <a:lnTo>
                    <a:pt x="1804818" y="1720934"/>
                  </a:lnTo>
                  <a:lnTo>
                    <a:pt x="1804771" y="1720927"/>
                  </a:lnTo>
                  <a:lnTo>
                    <a:pt x="1804618" y="1720946"/>
                  </a:lnTo>
                  <a:lnTo>
                    <a:pt x="1804514" y="1721230"/>
                  </a:lnTo>
                  <a:lnTo>
                    <a:pt x="1804508" y="1721258"/>
                  </a:lnTo>
                  <a:lnTo>
                    <a:pt x="1804540" y="1721292"/>
                  </a:lnTo>
                  <a:lnTo>
                    <a:pt x="1804577" y="1721301"/>
                  </a:lnTo>
                  <a:lnTo>
                    <a:pt x="1804619" y="1721295"/>
                  </a:lnTo>
                  <a:lnTo>
                    <a:pt x="1804674" y="1721301"/>
                  </a:lnTo>
                  <a:lnTo>
                    <a:pt x="1804724" y="1721322"/>
                  </a:lnTo>
                  <a:lnTo>
                    <a:pt x="1804819" y="1721360"/>
                  </a:lnTo>
                  <a:lnTo>
                    <a:pt x="1804852" y="1721377"/>
                  </a:lnTo>
                  <a:lnTo>
                    <a:pt x="1804906" y="1721428"/>
                  </a:lnTo>
                  <a:lnTo>
                    <a:pt x="1804954" y="1721494"/>
                  </a:lnTo>
                  <a:lnTo>
                    <a:pt x="1805025" y="1721559"/>
                  </a:lnTo>
                  <a:lnTo>
                    <a:pt x="1805133" y="1721638"/>
                  </a:lnTo>
                  <a:lnTo>
                    <a:pt x="1805205" y="1721671"/>
                  </a:lnTo>
                  <a:lnTo>
                    <a:pt x="1805304" y="1721677"/>
                  </a:lnTo>
                  <a:lnTo>
                    <a:pt x="1805334" y="1721689"/>
                  </a:lnTo>
                  <a:lnTo>
                    <a:pt x="1805705" y="1721895"/>
                  </a:lnTo>
                  <a:lnTo>
                    <a:pt x="1805724" y="1721932"/>
                  </a:lnTo>
                  <a:lnTo>
                    <a:pt x="1805744" y="1722069"/>
                  </a:lnTo>
                  <a:lnTo>
                    <a:pt x="1805694" y="1722126"/>
                  </a:lnTo>
                  <a:lnTo>
                    <a:pt x="1805680" y="1722125"/>
                  </a:lnTo>
                  <a:lnTo>
                    <a:pt x="1805649" y="1722101"/>
                  </a:lnTo>
                  <a:lnTo>
                    <a:pt x="1805502" y="1721957"/>
                  </a:lnTo>
                  <a:lnTo>
                    <a:pt x="1805317" y="1721825"/>
                  </a:lnTo>
                  <a:lnTo>
                    <a:pt x="1805189" y="1721764"/>
                  </a:lnTo>
                  <a:lnTo>
                    <a:pt x="1805105" y="1721734"/>
                  </a:lnTo>
                  <a:lnTo>
                    <a:pt x="1804973" y="1721702"/>
                  </a:lnTo>
                  <a:lnTo>
                    <a:pt x="1804843" y="1721689"/>
                  </a:lnTo>
                  <a:lnTo>
                    <a:pt x="1804453" y="1721676"/>
                  </a:lnTo>
                  <a:lnTo>
                    <a:pt x="1804255" y="1721693"/>
                  </a:lnTo>
                  <a:lnTo>
                    <a:pt x="1803843" y="1721780"/>
                  </a:lnTo>
                  <a:lnTo>
                    <a:pt x="1803569" y="1721872"/>
                  </a:lnTo>
                  <a:lnTo>
                    <a:pt x="1803432" y="1721931"/>
                  </a:lnTo>
                  <a:lnTo>
                    <a:pt x="1802984" y="1722173"/>
                  </a:lnTo>
                  <a:lnTo>
                    <a:pt x="1802910" y="1722218"/>
                  </a:lnTo>
                  <a:lnTo>
                    <a:pt x="1802510" y="1722501"/>
                  </a:lnTo>
                  <a:lnTo>
                    <a:pt x="1802357" y="1722614"/>
                  </a:lnTo>
                  <a:lnTo>
                    <a:pt x="1802105" y="1722812"/>
                  </a:lnTo>
                  <a:lnTo>
                    <a:pt x="1802042" y="1722862"/>
                  </a:lnTo>
                  <a:lnTo>
                    <a:pt x="1801670" y="1723032"/>
                  </a:lnTo>
                  <a:lnTo>
                    <a:pt x="1801576" y="1723150"/>
                  </a:lnTo>
                  <a:lnTo>
                    <a:pt x="1801550" y="1723157"/>
                  </a:lnTo>
                  <a:lnTo>
                    <a:pt x="1801530" y="1723152"/>
                  </a:lnTo>
                  <a:lnTo>
                    <a:pt x="1801292" y="1722949"/>
                  </a:lnTo>
                  <a:lnTo>
                    <a:pt x="1801283" y="1722928"/>
                  </a:lnTo>
                  <a:lnTo>
                    <a:pt x="1801427" y="1722570"/>
                  </a:lnTo>
                  <a:lnTo>
                    <a:pt x="1801445" y="1722561"/>
                  </a:lnTo>
                  <a:lnTo>
                    <a:pt x="1801502" y="1722563"/>
                  </a:lnTo>
                  <a:lnTo>
                    <a:pt x="1801543" y="1722592"/>
                  </a:lnTo>
                  <a:lnTo>
                    <a:pt x="1801569" y="1722593"/>
                  </a:lnTo>
                  <a:lnTo>
                    <a:pt x="1801648" y="1722550"/>
                  </a:lnTo>
                  <a:lnTo>
                    <a:pt x="1801668" y="1722528"/>
                  </a:lnTo>
                  <a:lnTo>
                    <a:pt x="1801749" y="1722315"/>
                  </a:lnTo>
                  <a:lnTo>
                    <a:pt x="1801723" y="1722235"/>
                  </a:lnTo>
                  <a:lnTo>
                    <a:pt x="1801516" y="1722080"/>
                  </a:lnTo>
                  <a:lnTo>
                    <a:pt x="1801349" y="1722176"/>
                  </a:lnTo>
                  <a:lnTo>
                    <a:pt x="1801204" y="1722225"/>
                  </a:lnTo>
                  <a:lnTo>
                    <a:pt x="1800909" y="1722208"/>
                  </a:lnTo>
                  <a:lnTo>
                    <a:pt x="1800789" y="1722188"/>
                  </a:lnTo>
                  <a:lnTo>
                    <a:pt x="1800671" y="1722183"/>
                  </a:lnTo>
                  <a:lnTo>
                    <a:pt x="1800596" y="1722193"/>
                  </a:lnTo>
                  <a:lnTo>
                    <a:pt x="1800553" y="1722207"/>
                  </a:lnTo>
                  <a:lnTo>
                    <a:pt x="1800178" y="1722333"/>
                  </a:lnTo>
                  <a:lnTo>
                    <a:pt x="1800102" y="1722369"/>
                  </a:lnTo>
                  <a:lnTo>
                    <a:pt x="1799868" y="1722477"/>
                  </a:lnTo>
                  <a:lnTo>
                    <a:pt x="1799622" y="1722638"/>
                  </a:lnTo>
                  <a:lnTo>
                    <a:pt x="1799202" y="1722919"/>
                  </a:lnTo>
                  <a:lnTo>
                    <a:pt x="1798957" y="1723108"/>
                  </a:lnTo>
                  <a:lnTo>
                    <a:pt x="1798609" y="1723132"/>
                  </a:lnTo>
                  <a:lnTo>
                    <a:pt x="1798476" y="1723220"/>
                  </a:lnTo>
                  <a:lnTo>
                    <a:pt x="1798455" y="1723267"/>
                  </a:lnTo>
                  <a:lnTo>
                    <a:pt x="1798340" y="1723342"/>
                  </a:lnTo>
                  <a:lnTo>
                    <a:pt x="1798248" y="1723403"/>
                  </a:lnTo>
                  <a:lnTo>
                    <a:pt x="1798221" y="1723390"/>
                  </a:lnTo>
                  <a:lnTo>
                    <a:pt x="1798170" y="1723312"/>
                  </a:lnTo>
                  <a:lnTo>
                    <a:pt x="1798154" y="1723092"/>
                  </a:lnTo>
                  <a:lnTo>
                    <a:pt x="1798139" y="1722950"/>
                  </a:lnTo>
                  <a:lnTo>
                    <a:pt x="1798113" y="1722895"/>
                  </a:lnTo>
                  <a:lnTo>
                    <a:pt x="1798080" y="1722856"/>
                  </a:lnTo>
                  <a:lnTo>
                    <a:pt x="1797800" y="1722670"/>
                  </a:lnTo>
                  <a:lnTo>
                    <a:pt x="1797773" y="1722658"/>
                  </a:lnTo>
                  <a:lnTo>
                    <a:pt x="1797711" y="1722651"/>
                  </a:lnTo>
                  <a:lnTo>
                    <a:pt x="1797692" y="1722671"/>
                  </a:lnTo>
                  <a:lnTo>
                    <a:pt x="1797403" y="1722492"/>
                  </a:lnTo>
                  <a:lnTo>
                    <a:pt x="1797334" y="1722325"/>
                  </a:lnTo>
                  <a:lnTo>
                    <a:pt x="1797333" y="1722312"/>
                  </a:lnTo>
                  <a:lnTo>
                    <a:pt x="1797535" y="1722103"/>
                  </a:lnTo>
                  <a:lnTo>
                    <a:pt x="1797702" y="1722123"/>
                  </a:lnTo>
                  <a:lnTo>
                    <a:pt x="1797716" y="1722131"/>
                  </a:lnTo>
                  <a:lnTo>
                    <a:pt x="1797717" y="1722150"/>
                  </a:lnTo>
                  <a:lnTo>
                    <a:pt x="1797768" y="1722205"/>
                  </a:lnTo>
                  <a:lnTo>
                    <a:pt x="1797858" y="1722260"/>
                  </a:lnTo>
                  <a:lnTo>
                    <a:pt x="1798098" y="1722300"/>
                  </a:lnTo>
                  <a:lnTo>
                    <a:pt x="1798240" y="1722324"/>
                  </a:lnTo>
                  <a:lnTo>
                    <a:pt x="1798377" y="1722311"/>
                  </a:lnTo>
                  <a:lnTo>
                    <a:pt x="1798605" y="1722275"/>
                  </a:lnTo>
                  <a:lnTo>
                    <a:pt x="1798784" y="1722181"/>
                  </a:lnTo>
                  <a:lnTo>
                    <a:pt x="1798781" y="1722151"/>
                  </a:lnTo>
                  <a:lnTo>
                    <a:pt x="1798721" y="1722069"/>
                  </a:lnTo>
                  <a:lnTo>
                    <a:pt x="1798520" y="1721992"/>
                  </a:lnTo>
                  <a:lnTo>
                    <a:pt x="1798486" y="1721979"/>
                  </a:lnTo>
                  <a:lnTo>
                    <a:pt x="1798427" y="1721976"/>
                  </a:lnTo>
                  <a:lnTo>
                    <a:pt x="1798191" y="1722002"/>
                  </a:lnTo>
                  <a:lnTo>
                    <a:pt x="1798151" y="1722009"/>
                  </a:lnTo>
                  <a:lnTo>
                    <a:pt x="1798122" y="1722017"/>
                  </a:lnTo>
                  <a:lnTo>
                    <a:pt x="1798059" y="1722083"/>
                  </a:lnTo>
                  <a:lnTo>
                    <a:pt x="1798033" y="1722122"/>
                  </a:lnTo>
                  <a:lnTo>
                    <a:pt x="1798000" y="1722131"/>
                  </a:lnTo>
                  <a:lnTo>
                    <a:pt x="1797941" y="1722111"/>
                  </a:lnTo>
                  <a:lnTo>
                    <a:pt x="1797879" y="1722077"/>
                  </a:lnTo>
                  <a:lnTo>
                    <a:pt x="1797827" y="1722025"/>
                  </a:lnTo>
                  <a:lnTo>
                    <a:pt x="1797805" y="1721992"/>
                  </a:lnTo>
                  <a:lnTo>
                    <a:pt x="1797821" y="1721951"/>
                  </a:lnTo>
                  <a:lnTo>
                    <a:pt x="1797867" y="1721874"/>
                  </a:lnTo>
                  <a:lnTo>
                    <a:pt x="1797877" y="1721858"/>
                  </a:lnTo>
                  <a:lnTo>
                    <a:pt x="1797922" y="1721801"/>
                  </a:lnTo>
                  <a:lnTo>
                    <a:pt x="1797919" y="1721796"/>
                  </a:lnTo>
                  <a:lnTo>
                    <a:pt x="1797914" y="1721792"/>
                  </a:lnTo>
                  <a:lnTo>
                    <a:pt x="1797908" y="1721787"/>
                  </a:lnTo>
                  <a:lnTo>
                    <a:pt x="1797821" y="1721731"/>
                  </a:lnTo>
                  <a:lnTo>
                    <a:pt x="1797787" y="1721710"/>
                  </a:lnTo>
                  <a:lnTo>
                    <a:pt x="1797764" y="1721696"/>
                  </a:lnTo>
                  <a:lnTo>
                    <a:pt x="1797750" y="1721688"/>
                  </a:lnTo>
                  <a:lnTo>
                    <a:pt x="1797741" y="1721686"/>
                  </a:lnTo>
                  <a:lnTo>
                    <a:pt x="1797730" y="1721685"/>
                  </a:lnTo>
                  <a:lnTo>
                    <a:pt x="1797715" y="1721684"/>
                  </a:lnTo>
                  <a:lnTo>
                    <a:pt x="1797703" y="1721682"/>
                  </a:lnTo>
                  <a:lnTo>
                    <a:pt x="1797691" y="1721679"/>
                  </a:lnTo>
                  <a:lnTo>
                    <a:pt x="1797683" y="1721675"/>
                  </a:lnTo>
                  <a:lnTo>
                    <a:pt x="1797675" y="1721671"/>
                  </a:lnTo>
                  <a:lnTo>
                    <a:pt x="1797662" y="1721664"/>
                  </a:lnTo>
                  <a:lnTo>
                    <a:pt x="1797653" y="1721658"/>
                  </a:lnTo>
                  <a:lnTo>
                    <a:pt x="1797646" y="1721651"/>
                  </a:lnTo>
                  <a:lnTo>
                    <a:pt x="1797639" y="1721639"/>
                  </a:lnTo>
                  <a:lnTo>
                    <a:pt x="1797375" y="1721131"/>
                  </a:lnTo>
                  <a:lnTo>
                    <a:pt x="1797372" y="1721125"/>
                  </a:lnTo>
                  <a:lnTo>
                    <a:pt x="1797368" y="1721118"/>
                  </a:lnTo>
                  <a:lnTo>
                    <a:pt x="1797351" y="1721086"/>
                  </a:lnTo>
                  <a:lnTo>
                    <a:pt x="1797339" y="1721064"/>
                  </a:lnTo>
                  <a:lnTo>
                    <a:pt x="1797332" y="1721050"/>
                  </a:lnTo>
                  <a:lnTo>
                    <a:pt x="1797323" y="1721019"/>
                  </a:lnTo>
                  <a:lnTo>
                    <a:pt x="1797311" y="1720971"/>
                  </a:lnTo>
                  <a:lnTo>
                    <a:pt x="1797305" y="1720798"/>
                  </a:lnTo>
                  <a:lnTo>
                    <a:pt x="1797159" y="1720257"/>
                  </a:lnTo>
                  <a:lnTo>
                    <a:pt x="1797147" y="1720251"/>
                  </a:lnTo>
                  <a:lnTo>
                    <a:pt x="1797118" y="1720232"/>
                  </a:lnTo>
                  <a:lnTo>
                    <a:pt x="1797088" y="1720216"/>
                  </a:lnTo>
                  <a:lnTo>
                    <a:pt x="1797020" y="1720151"/>
                  </a:lnTo>
                  <a:lnTo>
                    <a:pt x="1797013" y="1720134"/>
                  </a:lnTo>
                  <a:lnTo>
                    <a:pt x="1797017" y="1720019"/>
                  </a:lnTo>
                  <a:lnTo>
                    <a:pt x="1797026" y="1719965"/>
                  </a:lnTo>
                  <a:lnTo>
                    <a:pt x="1797027" y="1719895"/>
                  </a:lnTo>
                  <a:lnTo>
                    <a:pt x="1797026" y="1719889"/>
                  </a:lnTo>
                  <a:lnTo>
                    <a:pt x="1797025" y="1719882"/>
                  </a:lnTo>
                  <a:lnTo>
                    <a:pt x="1797024" y="1719876"/>
                  </a:lnTo>
                  <a:lnTo>
                    <a:pt x="1797021" y="1719871"/>
                  </a:lnTo>
                  <a:lnTo>
                    <a:pt x="1797018" y="1719865"/>
                  </a:lnTo>
                  <a:lnTo>
                    <a:pt x="1797014" y="1719860"/>
                  </a:lnTo>
                  <a:lnTo>
                    <a:pt x="1797006" y="1719840"/>
                  </a:lnTo>
                  <a:lnTo>
                    <a:pt x="1796967" y="1719798"/>
                  </a:lnTo>
                  <a:lnTo>
                    <a:pt x="1796906" y="1719772"/>
                  </a:lnTo>
                  <a:lnTo>
                    <a:pt x="1796884" y="1719780"/>
                  </a:lnTo>
                  <a:lnTo>
                    <a:pt x="1796862" y="1719788"/>
                  </a:lnTo>
                  <a:lnTo>
                    <a:pt x="1796859" y="1719825"/>
                  </a:lnTo>
                  <a:lnTo>
                    <a:pt x="1796867" y="1719879"/>
                  </a:lnTo>
                  <a:lnTo>
                    <a:pt x="1796903" y="1719938"/>
                  </a:lnTo>
                  <a:lnTo>
                    <a:pt x="1796935" y="1720001"/>
                  </a:lnTo>
                  <a:lnTo>
                    <a:pt x="1796924" y="1720122"/>
                  </a:lnTo>
                  <a:lnTo>
                    <a:pt x="1796903" y="1720145"/>
                  </a:lnTo>
                  <a:lnTo>
                    <a:pt x="1796884" y="1720143"/>
                  </a:lnTo>
                  <a:lnTo>
                    <a:pt x="1796860" y="1720125"/>
                  </a:lnTo>
                  <a:lnTo>
                    <a:pt x="1796757" y="1719995"/>
                  </a:lnTo>
                  <a:lnTo>
                    <a:pt x="1796691" y="1719893"/>
                  </a:lnTo>
                  <a:lnTo>
                    <a:pt x="1796650" y="1719805"/>
                  </a:lnTo>
                  <a:lnTo>
                    <a:pt x="1796601" y="1719590"/>
                  </a:lnTo>
                  <a:lnTo>
                    <a:pt x="1796546" y="1719338"/>
                  </a:lnTo>
                  <a:lnTo>
                    <a:pt x="1796539" y="1719286"/>
                  </a:lnTo>
                  <a:lnTo>
                    <a:pt x="1796549" y="1719261"/>
                  </a:lnTo>
                  <a:lnTo>
                    <a:pt x="1796525" y="1719237"/>
                  </a:lnTo>
                  <a:lnTo>
                    <a:pt x="1796483" y="1719223"/>
                  </a:lnTo>
                  <a:lnTo>
                    <a:pt x="1796444" y="1719220"/>
                  </a:lnTo>
                  <a:lnTo>
                    <a:pt x="1796368" y="1719226"/>
                  </a:lnTo>
                  <a:lnTo>
                    <a:pt x="1796269" y="1719244"/>
                  </a:lnTo>
                  <a:lnTo>
                    <a:pt x="1796265" y="1719272"/>
                  </a:lnTo>
                  <a:lnTo>
                    <a:pt x="1796258" y="1719289"/>
                  </a:lnTo>
                  <a:lnTo>
                    <a:pt x="1796296" y="1719311"/>
                  </a:lnTo>
                  <a:lnTo>
                    <a:pt x="1796363" y="1719361"/>
                  </a:lnTo>
                  <a:lnTo>
                    <a:pt x="1796368" y="1719366"/>
                  </a:lnTo>
                  <a:lnTo>
                    <a:pt x="1796410" y="1719438"/>
                  </a:lnTo>
                  <a:lnTo>
                    <a:pt x="1796408" y="1719461"/>
                  </a:lnTo>
                  <a:lnTo>
                    <a:pt x="1796404" y="1719468"/>
                  </a:lnTo>
                  <a:lnTo>
                    <a:pt x="1796396" y="1719478"/>
                  </a:lnTo>
                  <a:lnTo>
                    <a:pt x="1796349" y="1719542"/>
                  </a:lnTo>
                  <a:lnTo>
                    <a:pt x="1796313" y="1719589"/>
                  </a:lnTo>
                  <a:lnTo>
                    <a:pt x="1796308" y="1719617"/>
                  </a:lnTo>
                  <a:lnTo>
                    <a:pt x="1796305" y="1719633"/>
                  </a:lnTo>
                  <a:lnTo>
                    <a:pt x="1796327" y="1719676"/>
                  </a:lnTo>
                  <a:lnTo>
                    <a:pt x="1796378" y="1719779"/>
                  </a:lnTo>
                  <a:lnTo>
                    <a:pt x="1796440" y="1719798"/>
                  </a:lnTo>
                  <a:lnTo>
                    <a:pt x="1796552" y="1720124"/>
                  </a:lnTo>
                  <a:lnTo>
                    <a:pt x="1796559" y="1720143"/>
                  </a:lnTo>
                  <a:lnTo>
                    <a:pt x="1796564" y="1720159"/>
                  </a:lnTo>
                  <a:lnTo>
                    <a:pt x="1796583" y="1720194"/>
                  </a:lnTo>
                  <a:lnTo>
                    <a:pt x="1796702" y="1720403"/>
                  </a:lnTo>
                  <a:lnTo>
                    <a:pt x="1796717" y="1720426"/>
                  </a:lnTo>
                  <a:lnTo>
                    <a:pt x="1796734" y="1720455"/>
                  </a:lnTo>
                  <a:lnTo>
                    <a:pt x="1796785" y="1720547"/>
                  </a:lnTo>
                  <a:lnTo>
                    <a:pt x="1796789" y="1720558"/>
                  </a:lnTo>
                  <a:lnTo>
                    <a:pt x="1796795" y="1720620"/>
                  </a:lnTo>
                  <a:lnTo>
                    <a:pt x="1796795" y="1720646"/>
                  </a:lnTo>
                  <a:lnTo>
                    <a:pt x="1796782" y="1720726"/>
                  </a:lnTo>
                  <a:lnTo>
                    <a:pt x="1796778" y="1720739"/>
                  </a:lnTo>
                  <a:lnTo>
                    <a:pt x="1796771" y="1720762"/>
                  </a:lnTo>
                  <a:lnTo>
                    <a:pt x="1796762" y="1720787"/>
                  </a:lnTo>
                  <a:lnTo>
                    <a:pt x="1796752" y="1720812"/>
                  </a:lnTo>
                  <a:lnTo>
                    <a:pt x="1796738" y="1720829"/>
                  </a:lnTo>
                  <a:lnTo>
                    <a:pt x="1796733" y="1720832"/>
                  </a:lnTo>
                  <a:lnTo>
                    <a:pt x="1796699" y="1720857"/>
                  </a:lnTo>
                  <a:lnTo>
                    <a:pt x="1796686" y="1720864"/>
                  </a:lnTo>
                  <a:lnTo>
                    <a:pt x="1796634" y="1720810"/>
                  </a:lnTo>
                  <a:lnTo>
                    <a:pt x="1796576" y="1720731"/>
                  </a:lnTo>
                  <a:lnTo>
                    <a:pt x="1796570" y="1720717"/>
                  </a:lnTo>
                  <a:lnTo>
                    <a:pt x="1796571" y="1720708"/>
                  </a:lnTo>
                  <a:lnTo>
                    <a:pt x="1796543" y="1720646"/>
                  </a:lnTo>
                  <a:lnTo>
                    <a:pt x="1796529" y="1720637"/>
                  </a:lnTo>
                  <a:lnTo>
                    <a:pt x="1796512" y="1720626"/>
                  </a:lnTo>
                  <a:lnTo>
                    <a:pt x="1796499" y="1720657"/>
                  </a:lnTo>
                  <a:lnTo>
                    <a:pt x="1796495" y="1720665"/>
                  </a:lnTo>
                  <a:lnTo>
                    <a:pt x="1796436" y="1720832"/>
                  </a:lnTo>
                  <a:lnTo>
                    <a:pt x="1796428" y="1720853"/>
                  </a:lnTo>
                  <a:lnTo>
                    <a:pt x="1796417" y="1720884"/>
                  </a:lnTo>
                  <a:lnTo>
                    <a:pt x="1796410" y="1720902"/>
                  </a:lnTo>
                  <a:lnTo>
                    <a:pt x="1796409" y="1720910"/>
                  </a:lnTo>
                  <a:lnTo>
                    <a:pt x="1796408" y="1720920"/>
                  </a:lnTo>
                  <a:lnTo>
                    <a:pt x="1796486" y="1720980"/>
                  </a:lnTo>
                  <a:lnTo>
                    <a:pt x="1796504" y="1721025"/>
                  </a:lnTo>
                  <a:lnTo>
                    <a:pt x="1796506" y="1721057"/>
                  </a:lnTo>
                  <a:lnTo>
                    <a:pt x="1796486" y="1721102"/>
                  </a:lnTo>
                  <a:lnTo>
                    <a:pt x="1796410" y="1721231"/>
                  </a:lnTo>
                  <a:lnTo>
                    <a:pt x="1796388" y="1721265"/>
                  </a:lnTo>
                  <a:lnTo>
                    <a:pt x="1796380" y="1721270"/>
                  </a:lnTo>
                  <a:lnTo>
                    <a:pt x="1796377" y="1721276"/>
                  </a:lnTo>
                  <a:lnTo>
                    <a:pt x="1796355" y="1721304"/>
                  </a:lnTo>
                  <a:lnTo>
                    <a:pt x="1796438" y="1721371"/>
                  </a:lnTo>
                  <a:lnTo>
                    <a:pt x="1796492" y="1721415"/>
                  </a:lnTo>
                  <a:lnTo>
                    <a:pt x="1796643" y="1721537"/>
                  </a:lnTo>
                  <a:lnTo>
                    <a:pt x="1796653" y="1721543"/>
                  </a:lnTo>
                  <a:lnTo>
                    <a:pt x="1796731" y="1721592"/>
                  </a:lnTo>
                  <a:lnTo>
                    <a:pt x="1796938" y="1721723"/>
                  </a:lnTo>
                  <a:lnTo>
                    <a:pt x="1797035" y="1721752"/>
                  </a:lnTo>
                  <a:lnTo>
                    <a:pt x="1797078" y="1721775"/>
                  </a:lnTo>
                  <a:lnTo>
                    <a:pt x="1797086" y="1721779"/>
                  </a:lnTo>
                  <a:lnTo>
                    <a:pt x="1797096" y="1721784"/>
                  </a:lnTo>
                  <a:lnTo>
                    <a:pt x="1797109" y="1721795"/>
                  </a:lnTo>
                  <a:lnTo>
                    <a:pt x="1797106" y="1721804"/>
                  </a:lnTo>
                  <a:lnTo>
                    <a:pt x="1797102" y="1721814"/>
                  </a:lnTo>
                  <a:lnTo>
                    <a:pt x="1797058" y="1721838"/>
                  </a:lnTo>
                  <a:lnTo>
                    <a:pt x="1796942" y="1721879"/>
                  </a:lnTo>
                  <a:lnTo>
                    <a:pt x="1796864" y="1721907"/>
                  </a:lnTo>
                  <a:lnTo>
                    <a:pt x="1796784" y="1721933"/>
                  </a:lnTo>
                  <a:lnTo>
                    <a:pt x="1796712" y="1721957"/>
                  </a:lnTo>
                  <a:lnTo>
                    <a:pt x="1796674" y="1721967"/>
                  </a:lnTo>
                  <a:lnTo>
                    <a:pt x="1796653" y="1721970"/>
                  </a:lnTo>
                  <a:lnTo>
                    <a:pt x="1796640" y="1721972"/>
                  </a:lnTo>
                  <a:lnTo>
                    <a:pt x="1796576" y="1721988"/>
                  </a:lnTo>
                  <a:lnTo>
                    <a:pt x="1796518" y="1722004"/>
                  </a:lnTo>
                  <a:lnTo>
                    <a:pt x="1796398" y="1722046"/>
                  </a:lnTo>
                  <a:lnTo>
                    <a:pt x="1796382" y="1722051"/>
                  </a:lnTo>
                  <a:lnTo>
                    <a:pt x="1796284" y="1722092"/>
                  </a:lnTo>
                  <a:lnTo>
                    <a:pt x="1796235" y="1722115"/>
                  </a:lnTo>
                  <a:lnTo>
                    <a:pt x="1796116" y="1722169"/>
                  </a:lnTo>
                  <a:lnTo>
                    <a:pt x="1796050" y="1722220"/>
                  </a:lnTo>
                  <a:lnTo>
                    <a:pt x="1796022" y="1722265"/>
                  </a:lnTo>
                  <a:lnTo>
                    <a:pt x="1796005" y="1722361"/>
                  </a:lnTo>
                  <a:lnTo>
                    <a:pt x="1795997" y="1722384"/>
                  </a:lnTo>
                  <a:lnTo>
                    <a:pt x="1795975" y="1722398"/>
                  </a:lnTo>
                  <a:lnTo>
                    <a:pt x="1795887" y="1722415"/>
                  </a:lnTo>
                  <a:lnTo>
                    <a:pt x="1795775" y="1722424"/>
                  </a:lnTo>
                  <a:lnTo>
                    <a:pt x="1795715" y="1722415"/>
                  </a:lnTo>
                  <a:lnTo>
                    <a:pt x="1795695" y="1722378"/>
                  </a:lnTo>
                  <a:lnTo>
                    <a:pt x="1795685" y="1722336"/>
                  </a:lnTo>
                  <a:lnTo>
                    <a:pt x="1795692" y="1722299"/>
                  </a:lnTo>
                  <a:lnTo>
                    <a:pt x="1795695" y="1722262"/>
                  </a:lnTo>
                  <a:lnTo>
                    <a:pt x="1795670" y="1722205"/>
                  </a:lnTo>
                  <a:lnTo>
                    <a:pt x="1795667" y="1722199"/>
                  </a:lnTo>
                  <a:lnTo>
                    <a:pt x="1795646" y="1722177"/>
                  </a:lnTo>
                  <a:lnTo>
                    <a:pt x="1795600" y="1722056"/>
                  </a:lnTo>
                  <a:lnTo>
                    <a:pt x="1795452" y="1721879"/>
                  </a:lnTo>
                  <a:lnTo>
                    <a:pt x="1795446" y="1721874"/>
                  </a:lnTo>
                  <a:lnTo>
                    <a:pt x="1795410" y="1721844"/>
                  </a:lnTo>
                  <a:lnTo>
                    <a:pt x="1795402" y="1721839"/>
                  </a:lnTo>
                  <a:lnTo>
                    <a:pt x="1795387" y="1721831"/>
                  </a:lnTo>
                  <a:lnTo>
                    <a:pt x="1795322" y="1721799"/>
                  </a:lnTo>
                  <a:lnTo>
                    <a:pt x="1795268" y="1721793"/>
                  </a:lnTo>
                  <a:lnTo>
                    <a:pt x="1795183" y="1721793"/>
                  </a:lnTo>
                  <a:lnTo>
                    <a:pt x="1795084" y="1721807"/>
                  </a:lnTo>
                  <a:lnTo>
                    <a:pt x="1795017" y="1721839"/>
                  </a:lnTo>
                  <a:lnTo>
                    <a:pt x="1794964" y="1721838"/>
                  </a:lnTo>
                  <a:lnTo>
                    <a:pt x="1794692" y="1721742"/>
                  </a:lnTo>
                  <a:lnTo>
                    <a:pt x="1794614" y="1721715"/>
                  </a:lnTo>
                  <a:lnTo>
                    <a:pt x="1794547" y="1721666"/>
                  </a:lnTo>
                  <a:lnTo>
                    <a:pt x="1794553" y="1721656"/>
                  </a:lnTo>
                  <a:lnTo>
                    <a:pt x="1794449" y="1721573"/>
                  </a:lnTo>
                  <a:lnTo>
                    <a:pt x="1794401" y="1721545"/>
                  </a:lnTo>
                  <a:lnTo>
                    <a:pt x="1794157" y="1721512"/>
                  </a:lnTo>
                  <a:lnTo>
                    <a:pt x="1793987" y="1721500"/>
                  </a:lnTo>
                  <a:lnTo>
                    <a:pt x="1793958" y="1721497"/>
                  </a:lnTo>
                  <a:lnTo>
                    <a:pt x="1793898" y="1721501"/>
                  </a:lnTo>
                  <a:lnTo>
                    <a:pt x="1793829" y="1721525"/>
                  </a:lnTo>
                  <a:lnTo>
                    <a:pt x="1793802" y="1721535"/>
                  </a:lnTo>
                  <a:lnTo>
                    <a:pt x="1793627" y="1721596"/>
                  </a:lnTo>
                  <a:lnTo>
                    <a:pt x="1793604" y="1721623"/>
                  </a:lnTo>
                  <a:lnTo>
                    <a:pt x="1793597" y="1721632"/>
                  </a:lnTo>
                  <a:lnTo>
                    <a:pt x="1793594" y="1721643"/>
                  </a:lnTo>
                  <a:lnTo>
                    <a:pt x="1793582" y="1721694"/>
                  </a:lnTo>
                  <a:lnTo>
                    <a:pt x="1793583" y="1721724"/>
                  </a:lnTo>
                  <a:lnTo>
                    <a:pt x="1793584" y="1721757"/>
                  </a:lnTo>
                  <a:lnTo>
                    <a:pt x="1793636" y="1721803"/>
                  </a:lnTo>
                  <a:lnTo>
                    <a:pt x="1793694" y="1721874"/>
                  </a:lnTo>
                  <a:lnTo>
                    <a:pt x="1793723" y="1721907"/>
                  </a:lnTo>
                  <a:lnTo>
                    <a:pt x="1793770" y="1721886"/>
                  </a:lnTo>
                  <a:lnTo>
                    <a:pt x="1793861" y="1721801"/>
                  </a:lnTo>
                  <a:lnTo>
                    <a:pt x="1794032" y="1721703"/>
                  </a:lnTo>
                  <a:lnTo>
                    <a:pt x="1794162" y="1721651"/>
                  </a:lnTo>
                  <a:lnTo>
                    <a:pt x="1794238" y="1721637"/>
                  </a:lnTo>
                  <a:lnTo>
                    <a:pt x="1794252" y="1721638"/>
                  </a:lnTo>
                  <a:lnTo>
                    <a:pt x="1794273" y="1721638"/>
                  </a:lnTo>
                  <a:lnTo>
                    <a:pt x="1794318" y="1721653"/>
                  </a:lnTo>
                  <a:lnTo>
                    <a:pt x="1794360" y="1721666"/>
                  </a:lnTo>
                  <a:lnTo>
                    <a:pt x="1794383" y="1721716"/>
                  </a:lnTo>
                  <a:lnTo>
                    <a:pt x="1794402" y="1721748"/>
                  </a:lnTo>
                  <a:lnTo>
                    <a:pt x="1794485" y="1721888"/>
                  </a:lnTo>
                  <a:lnTo>
                    <a:pt x="1794536" y="1722006"/>
                  </a:lnTo>
                  <a:lnTo>
                    <a:pt x="1794530" y="1722019"/>
                  </a:lnTo>
                  <a:lnTo>
                    <a:pt x="1794524" y="1722221"/>
                  </a:lnTo>
                  <a:lnTo>
                    <a:pt x="1794553" y="1722255"/>
                  </a:lnTo>
                  <a:lnTo>
                    <a:pt x="1794662" y="1722293"/>
                  </a:lnTo>
                  <a:lnTo>
                    <a:pt x="1794810" y="1722331"/>
                  </a:lnTo>
                  <a:lnTo>
                    <a:pt x="1794966" y="1722347"/>
                  </a:lnTo>
                  <a:lnTo>
                    <a:pt x="1795005" y="1722362"/>
                  </a:lnTo>
                  <a:lnTo>
                    <a:pt x="1795100" y="1722344"/>
                  </a:lnTo>
                  <a:lnTo>
                    <a:pt x="1795223" y="1722310"/>
                  </a:lnTo>
                  <a:lnTo>
                    <a:pt x="1795293" y="1722265"/>
                  </a:lnTo>
                  <a:lnTo>
                    <a:pt x="1795398" y="1722197"/>
                  </a:lnTo>
                  <a:lnTo>
                    <a:pt x="1795485" y="1722180"/>
                  </a:lnTo>
                  <a:lnTo>
                    <a:pt x="1795540" y="1722183"/>
                  </a:lnTo>
                  <a:lnTo>
                    <a:pt x="1795567" y="1722194"/>
                  </a:lnTo>
                  <a:lnTo>
                    <a:pt x="1795587" y="1722237"/>
                  </a:lnTo>
                  <a:lnTo>
                    <a:pt x="1795560" y="1722285"/>
                  </a:lnTo>
                  <a:lnTo>
                    <a:pt x="1795522" y="1722319"/>
                  </a:lnTo>
                  <a:lnTo>
                    <a:pt x="1795398" y="1722410"/>
                  </a:lnTo>
                  <a:lnTo>
                    <a:pt x="1795243" y="1722529"/>
                  </a:lnTo>
                  <a:lnTo>
                    <a:pt x="1795170" y="1722588"/>
                  </a:lnTo>
                  <a:lnTo>
                    <a:pt x="1795040" y="1722615"/>
                  </a:lnTo>
                  <a:lnTo>
                    <a:pt x="1794524" y="1722792"/>
                  </a:lnTo>
                  <a:lnTo>
                    <a:pt x="1794403" y="1722827"/>
                  </a:lnTo>
                  <a:lnTo>
                    <a:pt x="1794227" y="1722894"/>
                  </a:lnTo>
                  <a:lnTo>
                    <a:pt x="1794107" y="1722939"/>
                  </a:lnTo>
                  <a:lnTo>
                    <a:pt x="1794075" y="1722952"/>
                  </a:lnTo>
                  <a:lnTo>
                    <a:pt x="1793822" y="1723086"/>
                  </a:lnTo>
                  <a:lnTo>
                    <a:pt x="1793501" y="1723284"/>
                  </a:lnTo>
                  <a:lnTo>
                    <a:pt x="1793268" y="1723476"/>
                  </a:lnTo>
                  <a:lnTo>
                    <a:pt x="1793225" y="1723512"/>
                  </a:lnTo>
                  <a:lnTo>
                    <a:pt x="1793033" y="1723757"/>
                  </a:lnTo>
                  <a:lnTo>
                    <a:pt x="1792641" y="1724209"/>
                  </a:lnTo>
                  <a:lnTo>
                    <a:pt x="1792383" y="1724529"/>
                  </a:lnTo>
                  <a:lnTo>
                    <a:pt x="1792064" y="1724869"/>
                  </a:lnTo>
                  <a:lnTo>
                    <a:pt x="1791858" y="1725070"/>
                  </a:lnTo>
                  <a:lnTo>
                    <a:pt x="1791432" y="1725445"/>
                  </a:lnTo>
                  <a:lnTo>
                    <a:pt x="1791301" y="1725538"/>
                  </a:lnTo>
                  <a:lnTo>
                    <a:pt x="1790830" y="1725951"/>
                  </a:lnTo>
                  <a:lnTo>
                    <a:pt x="1790539" y="1726132"/>
                  </a:lnTo>
                  <a:lnTo>
                    <a:pt x="1790390" y="1726281"/>
                  </a:lnTo>
                  <a:lnTo>
                    <a:pt x="1790333" y="1726352"/>
                  </a:lnTo>
                  <a:lnTo>
                    <a:pt x="1790307" y="1726384"/>
                  </a:lnTo>
                  <a:lnTo>
                    <a:pt x="1790257" y="1726492"/>
                  </a:lnTo>
                  <a:lnTo>
                    <a:pt x="1790214" y="1726565"/>
                  </a:lnTo>
                  <a:lnTo>
                    <a:pt x="1790088" y="1726700"/>
                  </a:lnTo>
                  <a:lnTo>
                    <a:pt x="1790047" y="1726700"/>
                  </a:lnTo>
                  <a:lnTo>
                    <a:pt x="1789900" y="1726602"/>
                  </a:lnTo>
                  <a:lnTo>
                    <a:pt x="1789887" y="1726593"/>
                  </a:lnTo>
                  <a:lnTo>
                    <a:pt x="1789857" y="1726590"/>
                  </a:lnTo>
                  <a:lnTo>
                    <a:pt x="1789780" y="1726601"/>
                  </a:lnTo>
                  <a:lnTo>
                    <a:pt x="1789535" y="1726766"/>
                  </a:lnTo>
                  <a:lnTo>
                    <a:pt x="1789463" y="1726832"/>
                  </a:lnTo>
                  <a:lnTo>
                    <a:pt x="1789424" y="1726872"/>
                  </a:lnTo>
                  <a:lnTo>
                    <a:pt x="1789086" y="1727362"/>
                  </a:lnTo>
                  <a:lnTo>
                    <a:pt x="1789076" y="1727376"/>
                  </a:lnTo>
                  <a:lnTo>
                    <a:pt x="1789021" y="1727488"/>
                  </a:lnTo>
                  <a:lnTo>
                    <a:pt x="1788948" y="1727698"/>
                  </a:lnTo>
                  <a:lnTo>
                    <a:pt x="1788814" y="1727802"/>
                  </a:lnTo>
                  <a:lnTo>
                    <a:pt x="1788772" y="1727822"/>
                  </a:lnTo>
                  <a:lnTo>
                    <a:pt x="1788687" y="1727832"/>
                  </a:lnTo>
                  <a:lnTo>
                    <a:pt x="1788538" y="1727756"/>
                  </a:lnTo>
                  <a:lnTo>
                    <a:pt x="1788452" y="1727689"/>
                  </a:lnTo>
                  <a:lnTo>
                    <a:pt x="1788407" y="1727696"/>
                  </a:lnTo>
                  <a:lnTo>
                    <a:pt x="1788348" y="1727705"/>
                  </a:lnTo>
                  <a:lnTo>
                    <a:pt x="1788172" y="1727824"/>
                  </a:lnTo>
                  <a:lnTo>
                    <a:pt x="1788009" y="1727956"/>
                  </a:lnTo>
                  <a:lnTo>
                    <a:pt x="1787999" y="1727981"/>
                  </a:lnTo>
                  <a:lnTo>
                    <a:pt x="1788008" y="1728012"/>
                  </a:lnTo>
                  <a:lnTo>
                    <a:pt x="1788023" y="1728019"/>
                  </a:lnTo>
                  <a:lnTo>
                    <a:pt x="1788016" y="1728076"/>
                  </a:lnTo>
                  <a:lnTo>
                    <a:pt x="1788007" y="1728093"/>
                  </a:lnTo>
                  <a:lnTo>
                    <a:pt x="1787973" y="1728101"/>
                  </a:lnTo>
                  <a:lnTo>
                    <a:pt x="1787949" y="1728098"/>
                  </a:lnTo>
                  <a:lnTo>
                    <a:pt x="1787853" y="1728021"/>
                  </a:lnTo>
                  <a:lnTo>
                    <a:pt x="1787822" y="1727917"/>
                  </a:lnTo>
                  <a:lnTo>
                    <a:pt x="1787867" y="1727872"/>
                  </a:lnTo>
                  <a:lnTo>
                    <a:pt x="1787904" y="1727811"/>
                  </a:lnTo>
                  <a:lnTo>
                    <a:pt x="1787946" y="1727704"/>
                  </a:lnTo>
                  <a:lnTo>
                    <a:pt x="1787953" y="1727671"/>
                  </a:lnTo>
                  <a:lnTo>
                    <a:pt x="1787954" y="1727582"/>
                  </a:lnTo>
                  <a:lnTo>
                    <a:pt x="1787884" y="1727484"/>
                  </a:lnTo>
                  <a:lnTo>
                    <a:pt x="1787880" y="1727453"/>
                  </a:lnTo>
                  <a:lnTo>
                    <a:pt x="1787877" y="1727436"/>
                  </a:lnTo>
                  <a:lnTo>
                    <a:pt x="1787934" y="1727268"/>
                  </a:lnTo>
                  <a:lnTo>
                    <a:pt x="1787970" y="1727076"/>
                  </a:lnTo>
                  <a:lnTo>
                    <a:pt x="1787911" y="1726900"/>
                  </a:lnTo>
                  <a:lnTo>
                    <a:pt x="1787806" y="1726611"/>
                  </a:lnTo>
                  <a:lnTo>
                    <a:pt x="1787743" y="1726483"/>
                  </a:lnTo>
                  <a:lnTo>
                    <a:pt x="1787729" y="1726456"/>
                  </a:lnTo>
                  <a:lnTo>
                    <a:pt x="1787782" y="1726370"/>
                  </a:lnTo>
                  <a:lnTo>
                    <a:pt x="1787840" y="1726438"/>
                  </a:lnTo>
                  <a:lnTo>
                    <a:pt x="1787973" y="1726578"/>
                  </a:lnTo>
                  <a:lnTo>
                    <a:pt x="1787983" y="1726588"/>
                  </a:lnTo>
                  <a:lnTo>
                    <a:pt x="1788177" y="1726706"/>
                  </a:lnTo>
                  <a:lnTo>
                    <a:pt x="1788270" y="1726762"/>
                  </a:lnTo>
                  <a:lnTo>
                    <a:pt x="1788368" y="1726816"/>
                  </a:lnTo>
                  <a:lnTo>
                    <a:pt x="1788431" y="1726798"/>
                  </a:lnTo>
                  <a:lnTo>
                    <a:pt x="1788501" y="1726777"/>
                  </a:lnTo>
                  <a:lnTo>
                    <a:pt x="1788509" y="1726777"/>
                  </a:lnTo>
                  <a:lnTo>
                    <a:pt x="1788522" y="1726771"/>
                  </a:lnTo>
                  <a:lnTo>
                    <a:pt x="1788542" y="1726770"/>
                  </a:lnTo>
                  <a:lnTo>
                    <a:pt x="1788858" y="1726814"/>
                  </a:lnTo>
                  <a:lnTo>
                    <a:pt x="1788872" y="1726839"/>
                  </a:lnTo>
                  <a:lnTo>
                    <a:pt x="1788891" y="1726929"/>
                  </a:lnTo>
                  <a:lnTo>
                    <a:pt x="1788888" y="1726956"/>
                  </a:lnTo>
                  <a:lnTo>
                    <a:pt x="1788920" y="1726979"/>
                  </a:lnTo>
                  <a:lnTo>
                    <a:pt x="1789013" y="1727006"/>
                  </a:lnTo>
                  <a:lnTo>
                    <a:pt x="1789120" y="1727024"/>
                  </a:lnTo>
                  <a:lnTo>
                    <a:pt x="1789193" y="1726939"/>
                  </a:lnTo>
                  <a:lnTo>
                    <a:pt x="1789239" y="1726851"/>
                  </a:lnTo>
                  <a:lnTo>
                    <a:pt x="1789266" y="1726749"/>
                  </a:lnTo>
                  <a:lnTo>
                    <a:pt x="1789243" y="1726664"/>
                  </a:lnTo>
                  <a:lnTo>
                    <a:pt x="1789241" y="1726656"/>
                  </a:lnTo>
                  <a:lnTo>
                    <a:pt x="1789227" y="1726598"/>
                  </a:lnTo>
                  <a:lnTo>
                    <a:pt x="1789237" y="1726517"/>
                  </a:lnTo>
                  <a:lnTo>
                    <a:pt x="1789303" y="1726398"/>
                  </a:lnTo>
                  <a:lnTo>
                    <a:pt x="1789312" y="1726373"/>
                  </a:lnTo>
                  <a:lnTo>
                    <a:pt x="1789305" y="1726319"/>
                  </a:lnTo>
                  <a:lnTo>
                    <a:pt x="1789267" y="1726261"/>
                  </a:lnTo>
                  <a:lnTo>
                    <a:pt x="1789230" y="1726224"/>
                  </a:lnTo>
                  <a:lnTo>
                    <a:pt x="1789187" y="1726073"/>
                  </a:lnTo>
                  <a:lnTo>
                    <a:pt x="1789132" y="1725960"/>
                  </a:lnTo>
                  <a:lnTo>
                    <a:pt x="1789105" y="1725931"/>
                  </a:lnTo>
                  <a:lnTo>
                    <a:pt x="1789005" y="1725906"/>
                  </a:lnTo>
                  <a:lnTo>
                    <a:pt x="1788979" y="1725873"/>
                  </a:lnTo>
                  <a:lnTo>
                    <a:pt x="1788968" y="1725803"/>
                  </a:lnTo>
                  <a:lnTo>
                    <a:pt x="1788975" y="1725749"/>
                  </a:lnTo>
                  <a:lnTo>
                    <a:pt x="1789079" y="1725580"/>
                  </a:lnTo>
                  <a:lnTo>
                    <a:pt x="1789150" y="1725450"/>
                  </a:lnTo>
                  <a:lnTo>
                    <a:pt x="1789170" y="1725413"/>
                  </a:lnTo>
                  <a:lnTo>
                    <a:pt x="1789341" y="1725087"/>
                  </a:lnTo>
                  <a:lnTo>
                    <a:pt x="1789431" y="1724915"/>
                  </a:lnTo>
                  <a:lnTo>
                    <a:pt x="1789482" y="1724882"/>
                  </a:lnTo>
                  <a:lnTo>
                    <a:pt x="1789538" y="1724845"/>
                  </a:lnTo>
                  <a:lnTo>
                    <a:pt x="1789658" y="1724766"/>
                  </a:lnTo>
                  <a:lnTo>
                    <a:pt x="1789907" y="1724577"/>
                  </a:lnTo>
                  <a:lnTo>
                    <a:pt x="1789995" y="1724530"/>
                  </a:lnTo>
                  <a:lnTo>
                    <a:pt x="1790002" y="1724527"/>
                  </a:lnTo>
                  <a:lnTo>
                    <a:pt x="1790004" y="1724519"/>
                  </a:lnTo>
                  <a:lnTo>
                    <a:pt x="1790000" y="1724491"/>
                  </a:lnTo>
                  <a:lnTo>
                    <a:pt x="1789966" y="1724446"/>
                  </a:lnTo>
                  <a:lnTo>
                    <a:pt x="1789946" y="1724428"/>
                  </a:lnTo>
                  <a:lnTo>
                    <a:pt x="1789933" y="1724423"/>
                  </a:lnTo>
                  <a:lnTo>
                    <a:pt x="1789919" y="1724422"/>
                  </a:lnTo>
                  <a:lnTo>
                    <a:pt x="1789920" y="1724437"/>
                  </a:lnTo>
                  <a:lnTo>
                    <a:pt x="1789885" y="1724483"/>
                  </a:lnTo>
                  <a:lnTo>
                    <a:pt x="1789819" y="1724527"/>
                  </a:lnTo>
                  <a:lnTo>
                    <a:pt x="1789790" y="1724537"/>
                  </a:lnTo>
                  <a:lnTo>
                    <a:pt x="1789721" y="1724542"/>
                  </a:lnTo>
                  <a:lnTo>
                    <a:pt x="1789460" y="1724364"/>
                  </a:lnTo>
                  <a:lnTo>
                    <a:pt x="1789392" y="1724315"/>
                  </a:lnTo>
                  <a:lnTo>
                    <a:pt x="1789375" y="1724295"/>
                  </a:lnTo>
                  <a:lnTo>
                    <a:pt x="1789368" y="1724288"/>
                  </a:lnTo>
                  <a:lnTo>
                    <a:pt x="1789361" y="1724156"/>
                  </a:lnTo>
                  <a:lnTo>
                    <a:pt x="1789361" y="1724076"/>
                  </a:lnTo>
                  <a:lnTo>
                    <a:pt x="1789142" y="1724052"/>
                  </a:lnTo>
                  <a:lnTo>
                    <a:pt x="1788925" y="1723974"/>
                  </a:lnTo>
                  <a:lnTo>
                    <a:pt x="1788900" y="1723965"/>
                  </a:lnTo>
                  <a:lnTo>
                    <a:pt x="1788812" y="1723905"/>
                  </a:lnTo>
                  <a:lnTo>
                    <a:pt x="1788807" y="1723893"/>
                  </a:lnTo>
                  <a:lnTo>
                    <a:pt x="1788820" y="1723852"/>
                  </a:lnTo>
                  <a:lnTo>
                    <a:pt x="1788828" y="1723826"/>
                  </a:lnTo>
                  <a:lnTo>
                    <a:pt x="1788834" y="1723821"/>
                  </a:lnTo>
                  <a:lnTo>
                    <a:pt x="1788873" y="1723788"/>
                  </a:lnTo>
                  <a:lnTo>
                    <a:pt x="1788888" y="1723779"/>
                  </a:lnTo>
                  <a:lnTo>
                    <a:pt x="1788884" y="1723741"/>
                  </a:lnTo>
                  <a:lnTo>
                    <a:pt x="1788810" y="1723685"/>
                  </a:lnTo>
                  <a:lnTo>
                    <a:pt x="1788745" y="1723636"/>
                  </a:lnTo>
                  <a:lnTo>
                    <a:pt x="1788678" y="1723610"/>
                  </a:lnTo>
                  <a:lnTo>
                    <a:pt x="1788669" y="1723607"/>
                  </a:lnTo>
                  <a:lnTo>
                    <a:pt x="1788541" y="1723593"/>
                  </a:lnTo>
                  <a:lnTo>
                    <a:pt x="1788464" y="1723583"/>
                  </a:lnTo>
                  <a:lnTo>
                    <a:pt x="1788314" y="1723643"/>
                  </a:lnTo>
                  <a:lnTo>
                    <a:pt x="1788251" y="1723768"/>
                  </a:lnTo>
                  <a:lnTo>
                    <a:pt x="1788214" y="1723936"/>
                  </a:lnTo>
                  <a:lnTo>
                    <a:pt x="1788128" y="1724023"/>
                  </a:lnTo>
                  <a:lnTo>
                    <a:pt x="1788117" y="1724026"/>
                  </a:lnTo>
                  <a:lnTo>
                    <a:pt x="1788101" y="1724031"/>
                  </a:lnTo>
                  <a:lnTo>
                    <a:pt x="1788088" y="1724028"/>
                  </a:lnTo>
                  <a:lnTo>
                    <a:pt x="1787874" y="1723965"/>
                  </a:lnTo>
                  <a:lnTo>
                    <a:pt x="1787679" y="1723908"/>
                  </a:lnTo>
                  <a:lnTo>
                    <a:pt x="1787650" y="1723916"/>
                  </a:lnTo>
                  <a:lnTo>
                    <a:pt x="1787419" y="1723979"/>
                  </a:lnTo>
                  <a:lnTo>
                    <a:pt x="1787427" y="1723897"/>
                  </a:lnTo>
                  <a:lnTo>
                    <a:pt x="1787414" y="1723760"/>
                  </a:lnTo>
                  <a:lnTo>
                    <a:pt x="1787401" y="1723732"/>
                  </a:lnTo>
                  <a:lnTo>
                    <a:pt x="1787384" y="1723720"/>
                  </a:lnTo>
                  <a:lnTo>
                    <a:pt x="1787193" y="1723661"/>
                  </a:lnTo>
                  <a:lnTo>
                    <a:pt x="1787104" y="1723694"/>
                  </a:lnTo>
                  <a:lnTo>
                    <a:pt x="1787085" y="1723770"/>
                  </a:lnTo>
                  <a:lnTo>
                    <a:pt x="1787062" y="1723795"/>
                  </a:lnTo>
                  <a:lnTo>
                    <a:pt x="1787025" y="1723750"/>
                  </a:lnTo>
                  <a:lnTo>
                    <a:pt x="1786995" y="1723708"/>
                  </a:lnTo>
                  <a:lnTo>
                    <a:pt x="1786891" y="1723563"/>
                  </a:lnTo>
                  <a:lnTo>
                    <a:pt x="1786832" y="1723482"/>
                  </a:lnTo>
                  <a:lnTo>
                    <a:pt x="1786789" y="1723425"/>
                  </a:lnTo>
                  <a:lnTo>
                    <a:pt x="1786609" y="1723185"/>
                  </a:lnTo>
                  <a:lnTo>
                    <a:pt x="1786585" y="1723166"/>
                  </a:lnTo>
                  <a:lnTo>
                    <a:pt x="1786541" y="1723134"/>
                  </a:lnTo>
                  <a:lnTo>
                    <a:pt x="1786459" y="1723079"/>
                  </a:lnTo>
                  <a:lnTo>
                    <a:pt x="1786441" y="1723074"/>
                  </a:lnTo>
                  <a:lnTo>
                    <a:pt x="1786333" y="1723042"/>
                  </a:lnTo>
                  <a:lnTo>
                    <a:pt x="1786208" y="1723011"/>
                  </a:lnTo>
                  <a:lnTo>
                    <a:pt x="1786086" y="1722983"/>
                  </a:lnTo>
                  <a:lnTo>
                    <a:pt x="1785839" y="1722912"/>
                  </a:lnTo>
                  <a:lnTo>
                    <a:pt x="1785744" y="1722870"/>
                  </a:lnTo>
                  <a:lnTo>
                    <a:pt x="1785637" y="1722823"/>
                  </a:lnTo>
                  <a:lnTo>
                    <a:pt x="1785537" y="1722775"/>
                  </a:lnTo>
                  <a:lnTo>
                    <a:pt x="1785508" y="1722800"/>
                  </a:lnTo>
                  <a:lnTo>
                    <a:pt x="1785495" y="1722851"/>
                  </a:lnTo>
                  <a:lnTo>
                    <a:pt x="1785456" y="1723031"/>
                  </a:lnTo>
                  <a:lnTo>
                    <a:pt x="1785451" y="1723055"/>
                  </a:lnTo>
                  <a:lnTo>
                    <a:pt x="1785425" y="1723180"/>
                  </a:lnTo>
                  <a:lnTo>
                    <a:pt x="1785423" y="1723187"/>
                  </a:lnTo>
                  <a:lnTo>
                    <a:pt x="1785407" y="1723202"/>
                  </a:lnTo>
                  <a:lnTo>
                    <a:pt x="1785396" y="1723201"/>
                  </a:lnTo>
                  <a:lnTo>
                    <a:pt x="1785383" y="1723200"/>
                  </a:lnTo>
                  <a:lnTo>
                    <a:pt x="1785378" y="1723198"/>
                  </a:lnTo>
                  <a:lnTo>
                    <a:pt x="1785371" y="1723195"/>
                  </a:lnTo>
                  <a:lnTo>
                    <a:pt x="1785287" y="1723153"/>
                  </a:lnTo>
                  <a:lnTo>
                    <a:pt x="1785199" y="1723106"/>
                  </a:lnTo>
                  <a:lnTo>
                    <a:pt x="1785131" y="1723069"/>
                  </a:lnTo>
                  <a:lnTo>
                    <a:pt x="1785058" y="1723029"/>
                  </a:lnTo>
                  <a:lnTo>
                    <a:pt x="1785001" y="1723004"/>
                  </a:lnTo>
                  <a:lnTo>
                    <a:pt x="1784883" y="1722960"/>
                  </a:lnTo>
                  <a:lnTo>
                    <a:pt x="1784673" y="1722883"/>
                  </a:lnTo>
                  <a:lnTo>
                    <a:pt x="1784629" y="1722867"/>
                  </a:lnTo>
                  <a:lnTo>
                    <a:pt x="1784590" y="1722904"/>
                  </a:lnTo>
                  <a:lnTo>
                    <a:pt x="1784558" y="1722934"/>
                  </a:lnTo>
                  <a:lnTo>
                    <a:pt x="1784564" y="1722938"/>
                  </a:lnTo>
                  <a:lnTo>
                    <a:pt x="1784682" y="1723023"/>
                  </a:lnTo>
                  <a:lnTo>
                    <a:pt x="1784729" y="1723051"/>
                  </a:lnTo>
                  <a:lnTo>
                    <a:pt x="1784738" y="1723057"/>
                  </a:lnTo>
                  <a:lnTo>
                    <a:pt x="1784895" y="1723148"/>
                  </a:lnTo>
                  <a:lnTo>
                    <a:pt x="1784960" y="1723186"/>
                  </a:lnTo>
                  <a:lnTo>
                    <a:pt x="1784927" y="1723279"/>
                  </a:lnTo>
                  <a:lnTo>
                    <a:pt x="1784908" y="1723333"/>
                  </a:lnTo>
                  <a:lnTo>
                    <a:pt x="1784788" y="1723413"/>
                  </a:lnTo>
                  <a:lnTo>
                    <a:pt x="1784751" y="1723438"/>
                  </a:lnTo>
                  <a:lnTo>
                    <a:pt x="1784742" y="1723440"/>
                  </a:lnTo>
                  <a:lnTo>
                    <a:pt x="1784704" y="1723469"/>
                  </a:lnTo>
                  <a:lnTo>
                    <a:pt x="1784682" y="1723492"/>
                  </a:lnTo>
                  <a:lnTo>
                    <a:pt x="1784586" y="1723590"/>
                  </a:lnTo>
                  <a:lnTo>
                    <a:pt x="1784637" y="1723731"/>
                  </a:lnTo>
                  <a:lnTo>
                    <a:pt x="1784802" y="1723691"/>
                  </a:lnTo>
                  <a:lnTo>
                    <a:pt x="1784852" y="1723679"/>
                  </a:lnTo>
                  <a:lnTo>
                    <a:pt x="1784944" y="1723636"/>
                  </a:lnTo>
                  <a:lnTo>
                    <a:pt x="1785035" y="1723563"/>
                  </a:lnTo>
                  <a:lnTo>
                    <a:pt x="1785297" y="1723522"/>
                  </a:lnTo>
                  <a:lnTo>
                    <a:pt x="1785578" y="1723523"/>
                  </a:lnTo>
                  <a:lnTo>
                    <a:pt x="1786010" y="1723523"/>
                  </a:lnTo>
                  <a:lnTo>
                    <a:pt x="1786227" y="1723516"/>
                  </a:lnTo>
                  <a:lnTo>
                    <a:pt x="1786287" y="1723558"/>
                  </a:lnTo>
                  <a:lnTo>
                    <a:pt x="1786491" y="1723877"/>
                  </a:lnTo>
                  <a:lnTo>
                    <a:pt x="1786600" y="1723942"/>
                  </a:lnTo>
                  <a:lnTo>
                    <a:pt x="1786760" y="1723956"/>
                  </a:lnTo>
                  <a:lnTo>
                    <a:pt x="1786813" y="1724013"/>
                  </a:lnTo>
                  <a:lnTo>
                    <a:pt x="1786849" y="1724088"/>
                  </a:lnTo>
                  <a:lnTo>
                    <a:pt x="1786918" y="1724356"/>
                  </a:lnTo>
                  <a:lnTo>
                    <a:pt x="1786860" y="1724537"/>
                  </a:lnTo>
                  <a:lnTo>
                    <a:pt x="1786842" y="1724577"/>
                  </a:lnTo>
                  <a:lnTo>
                    <a:pt x="1786818" y="1724601"/>
                  </a:lnTo>
                  <a:lnTo>
                    <a:pt x="1786779" y="1724623"/>
                  </a:lnTo>
                  <a:lnTo>
                    <a:pt x="1786669" y="1724621"/>
                  </a:lnTo>
                  <a:lnTo>
                    <a:pt x="1786492" y="1724604"/>
                  </a:lnTo>
                  <a:lnTo>
                    <a:pt x="1786130" y="1724527"/>
                  </a:lnTo>
                  <a:lnTo>
                    <a:pt x="1785886" y="1724460"/>
                  </a:lnTo>
                  <a:lnTo>
                    <a:pt x="1785821" y="1724458"/>
                  </a:lnTo>
                  <a:lnTo>
                    <a:pt x="1785672" y="1724477"/>
                  </a:lnTo>
                  <a:lnTo>
                    <a:pt x="1785454" y="1724515"/>
                  </a:lnTo>
                  <a:lnTo>
                    <a:pt x="1785428" y="1724520"/>
                  </a:lnTo>
                  <a:lnTo>
                    <a:pt x="1784908" y="1724657"/>
                  </a:lnTo>
                  <a:lnTo>
                    <a:pt x="1784889" y="1724662"/>
                  </a:lnTo>
                  <a:lnTo>
                    <a:pt x="1784466" y="1724819"/>
                  </a:lnTo>
                  <a:lnTo>
                    <a:pt x="1784435" y="1724831"/>
                  </a:lnTo>
                  <a:lnTo>
                    <a:pt x="1784418" y="1724839"/>
                  </a:lnTo>
                  <a:lnTo>
                    <a:pt x="1784270" y="1724909"/>
                  </a:lnTo>
                  <a:lnTo>
                    <a:pt x="1783878" y="1725066"/>
                  </a:lnTo>
                  <a:lnTo>
                    <a:pt x="1783404" y="1725247"/>
                  </a:lnTo>
                  <a:lnTo>
                    <a:pt x="1783375" y="1725255"/>
                  </a:lnTo>
                  <a:lnTo>
                    <a:pt x="1783355" y="1725260"/>
                  </a:lnTo>
                  <a:lnTo>
                    <a:pt x="1782846" y="1725297"/>
                  </a:lnTo>
                  <a:lnTo>
                    <a:pt x="1782555" y="1725366"/>
                  </a:lnTo>
                  <a:lnTo>
                    <a:pt x="1782410" y="1725424"/>
                  </a:lnTo>
                  <a:lnTo>
                    <a:pt x="1782333" y="1725455"/>
                  </a:lnTo>
                  <a:lnTo>
                    <a:pt x="1782231" y="1725483"/>
                  </a:lnTo>
                  <a:lnTo>
                    <a:pt x="1782212" y="1725480"/>
                  </a:lnTo>
                  <a:lnTo>
                    <a:pt x="1782196" y="1725461"/>
                  </a:lnTo>
                  <a:lnTo>
                    <a:pt x="1782199" y="1725359"/>
                  </a:lnTo>
                  <a:lnTo>
                    <a:pt x="1782199" y="1725348"/>
                  </a:lnTo>
                  <a:lnTo>
                    <a:pt x="1782187" y="1725316"/>
                  </a:lnTo>
                  <a:lnTo>
                    <a:pt x="1782153" y="1725279"/>
                  </a:lnTo>
                  <a:lnTo>
                    <a:pt x="1782071" y="1725244"/>
                  </a:lnTo>
                  <a:lnTo>
                    <a:pt x="1781928" y="1725205"/>
                  </a:lnTo>
                  <a:lnTo>
                    <a:pt x="1781842" y="1725198"/>
                  </a:lnTo>
                  <a:lnTo>
                    <a:pt x="1781500" y="1725230"/>
                  </a:lnTo>
                  <a:lnTo>
                    <a:pt x="1781224" y="1725307"/>
                  </a:lnTo>
                  <a:lnTo>
                    <a:pt x="1781023" y="1725408"/>
                  </a:lnTo>
                  <a:lnTo>
                    <a:pt x="1780906" y="1725482"/>
                  </a:lnTo>
                  <a:lnTo>
                    <a:pt x="1780657" y="1725605"/>
                  </a:lnTo>
                  <a:lnTo>
                    <a:pt x="1780570" y="1725648"/>
                  </a:lnTo>
                  <a:lnTo>
                    <a:pt x="1780538" y="1725656"/>
                  </a:lnTo>
                  <a:lnTo>
                    <a:pt x="1780509" y="1725640"/>
                  </a:lnTo>
                  <a:lnTo>
                    <a:pt x="1780443" y="1725511"/>
                  </a:lnTo>
                  <a:lnTo>
                    <a:pt x="1780354" y="1725372"/>
                  </a:lnTo>
                  <a:lnTo>
                    <a:pt x="1780223" y="1725219"/>
                  </a:lnTo>
                  <a:lnTo>
                    <a:pt x="1780141" y="1725141"/>
                  </a:lnTo>
                  <a:lnTo>
                    <a:pt x="1780005" y="1725031"/>
                  </a:lnTo>
                  <a:lnTo>
                    <a:pt x="1779939" y="1724987"/>
                  </a:lnTo>
                  <a:lnTo>
                    <a:pt x="1779918" y="1724964"/>
                  </a:lnTo>
                  <a:lnTo>
                    <a:pt x="1779906" y="1724933"/>
                  </a:lnTo>
                  <a:lnTo>
                    <a:pt x="1779820" y="1724713"/>
                  </a:lnTo>
                  <a:lnTo>
                    <a:pt x="1779804" y="1724657"/>
                  </a:lnTo>
                  <a:lnTo>
                    <a:pt x="1779822" y="1724637"/>
                  </a:lnTo>
                  <a:lnTo>
                    <a:pt x="1779914" y="1724611"/>
                  </a:lnTo>
                  <a:lnTo>
                    <a:pt x="1780229" y="1724668"/>
                  </a:lnTo>
                  <a:lnTo>
                    <a:pt x="1780249" y="1724690"/>
                  </a:lnTo>
                  <a:lnTo>
                    <a:pt x="1780267" y="1724688"/>
                  </a:lnTo>
                  <a:lnTo>
                    <a:pt x="1780283" y="1724686"/>
                  </a:lnTo>
                  <a:lnTo>
                    <a:pt x="1780288" y="1724365"/>
                  </a:lnTo>
                  <a:lnTo>
                    <a:pt x="1780268" y="1724364"/>
                  </a:lnTo>
                  <a:lnTo>
                    <a:pt x="1780232" y="1724372"/>
                  </a:lnTo>
                  <a:lnTo>
                    <a:pt x="1780037" y="1724401"/>
                  </a:lnTo>
                  <a:lnTo>
                    <a:pt x="1779773" y="1724486"/>
                  </a:lnTo>
                  <a:lnTo>
                    <a:pt x="1779761" y="1724489"/>
                  </a:lnTo>
                  <a:lnTo>
                    <a:pt x="1779728" y="1724533"/>
                  </a:lnTo>
                  <a:lnTo>
                    <a:pt x="1779560" y="1724400"/>
                  </a:lnTo>
                  <a:lnTo>
                    <a:pt x="1779554" y="1724390"/>
                  </a:lnTo>
                  <a:lnTo>
                    <a:pt x="1779396" y="1724258"/>
                  </a:lnTo>
                  <a:lnTo>
                    <a:pt x="1779390" y="1724252"/>
                  </a:lnTo>
                  <a:lnTo>
                    <a:pt x="1779210" y="1724144"/>
                  </a:lnTo>
                  <a:lnTo>
                    <a:pt x="1779224" y="1723975"/>
                  </a:lnTo>
                  <a:lnTo>
                    <a:pt x="1779239" y="1723801"/>
                  </a:lnTo>
                  <a:lnTo>
                    <a:pt x="1779263" y="1723749"/>
                  </a:lnTo>
                  <a:lnTo>
                    <a:pt x="1779466" y="1723348"/>
                  </a:lnTo>
                  <a:lnTo>
                    <a:pt x="1779523" y="1723183"/>
                  </a:lnTo>
                  <a:lnTo>
                    <a:pt x="1779553" y="1722981"/>
                  </a:lnTo>
                  <a:lnTo>
                    <a:pt x="1779546" y="1722956"/>
                  </a:lnTo>
                  <a:lnTo>
                    <a:pt x="1779372" y="1722842"/>
                  </a:lnTo>
                  <a:lnTo>
                    <a:pt x="1779101" y="1722683"/>
                  </a:lnTo>
                  <a:lnTo>
                    <a:pt x="1778921" y="1722686"/>
                  </a:lnTo>
                  <a:lnTo>
                    <a:pt x="1778753" y="1722675"/>
                  </a:lnTo>
                  <a:lnTo>
                    <a:pt x="1778089" y="1722589"/>
                  </a:lnTo>
                  <a:lnTo>
                    <a:pt x="1777900" y="1722524"/>
                  </a:lnTo>
                  <a:lnTo>
                    <a:pt x="1777797" y="1722472"/>
                  </a:lnTo>
                  <a:lnTo>
                    <a:pt x="1777774" y="1722460"/>
                  </a:lnTo>
                  <a:lnTo>
                    <a:pt x="1777731" y="1722520"/>
                  </a:lnTo>
                  <a:lnTo>
                    <a:pt x="1777687" y="1722630"/>
                  </a:lnTo>
                  <a:lnTo>
                    <a:pt x="1777660" y="1722650"/>
                  </a:lnTo>
                  <a:lnTo>
                    <a:pt x="1777622" y="1722676"/>
                  </a:lnTo>
                  <a:lnTo>
                    <a:pt x="1777512" y="1722679"/>
                  </a:lnTo>
                  <a:lnTo>
                    <a:pt x="1777401" y="1722611"/>
                  </a:lnTo>
                  <a:lnTo>
                    <a:pt x="1777300" y="1722549"/>
                  </a:lnTo>
                  <a:lnTo>
                    <a:pt x="1777270" y="1722458"/>
                  </a:lnTo>
                  <a:lnTo>
                    <a:pt x="1777306" y="1722373"/>
                  </a:lnTo>
                  <a:lnTo>
                    <a:pt x="1777364" y="1722289"/>
                  </a:lnTo>
                  <a:lnTo>
                    <a:pt x="1777390" y="1722231"/>
                  </a:lnTo>
                  <a:lnTo>
                    <a:pt x="1777393" y="1722226"/>
                  </a:lnTo>
                  <a:lnTo>
                    <a:pt x="1777392" y="1722220"/>
                  </a:lnTo>
                  <a:lnTo>
                    <a:pt x="1777389" y="1722119"/>
                  </a:lnTo>
                  <a:lnTo>
                    <a:pt x="1777374" y="1722029"/>
                  </a:lnTo>
                  <a:lnTo>
                    <a:pt x="1777359" y="1721936"/>
                  </a:lnTo>
                  <a:lnTo>
                    <a:pt x="1777349" y="1721871"/>
                  </a:lnTo>
                  <a:lnTo>
                    <a:pt x="1777343" y="1721834"/>
                  </a:lnTo>
                  <a:lnTo>
                    <a:pt x="1777359" y="1721636"/>
                  </a:lnTo>
                  <a:lnTo>
                    <a:pt x="1777414" y="1721588"/>
                  </a:lnTo>
                  <a:lnTo>
                    <a:pt x="1777410" y="1721531"/>
                  </a:lnTo>
                  <a:lnTo>
                    <a:pt x="1777319" y="1721511"/>
                  </a:lnTo>
                  <a:lnTo>
                    <a:pt x="1777290" y="1721504"/>
                  </a:lnTo>
                  <a:lnTo>
                    <a:pt x="1777275" y="1721527"/>
                  </a:lnTo>
                  <a:lnTo>
                    <a:pt x="1777290" y="1721600"/>
                  </a:lnTo>
                  <a:lnTo>
                    <a:pt x="1777298" y="1721661"/>
                  </a:lnTo>
                  <a:lnTo>
                    <a:pt x="1777227" y="1721978"/>
                  </a:lnTo>
                  <a:lnTo>
                    <a:pt x="1777172" y="1722158"/>
                  </a:lnTo>
                  <a:lnTo>
                    <a:pt x="1777009" y="1722368"/>
                  </a:lnTo>
                  <a:lnTo>
                    <a:pt x="1776727" y="1722733"/>
                  </a:lnTo>
                  <a:lnTo>
                    <a:pt x="1776614" y="1722808"/>
                  </a:lnTo>
                  <a:lnTo>
                    <a:pt x="1776450" y="1722633"/>
                  </a:lnTo>
                  <a:lnTo>
                    <a:pt x="1776431" y="1722642"/>
                  </a:lnTo>
                  <a:lnTo>
                    <a:pt x="1776379" y="1722691"/>
                  </a:lnTo>
                  <a:lnTo>
                    <a:pt x="1776552" y="1722889"/>
                  </a:lnTo>
                  <a:lnTo>
                    <a:pt x="1776157" y="1723292"/>
                  </a:lnTo>
                  <a:lnTo>
                    <a:pt x="1776097" y="1723376"/>
                  </a:lnTo>
                  <a:lnTo>
                    <a:pt x="1776026" y="1723479"/>
                  </a:lnTo>
                  <a:lnTo>
                    <a:pt x="1775935" y="1723471"/>
                  </a:lnTo>
                  <a:lnTo>
                    <a:pt x="1775799" y="1723417"/>
                  </a:lnTo>
                  <a:lnTo>
                    <a:pt x="1775775" y="1723423"/>
                  </a:lnTo>
                  <a:lnTo>
                    <a:pt x="1775756" y="1723428"/>
                  </a:lnTo>
                  <a:lnTo>
                    <a:pt x="1775702" y="1723479"/>
                  </a:lnTo>
                  <a:lnTo>
                    <a:pt x="1775688" y="1723489"/>
                  </a:lnTo>
                  <a:lnTo>
                    <a:pt x="1775719" y="1723532"/>
                  </a:lnTo>
                  <a:lnTo>
                    <a:pt x="1775775" y="1723562"/>
                  </a:lnTo>
                  <a:lnTo>
                    <a:pt x="1775786" y="1723568"/>
                  </a:lnTo>
                  <a:lnTo>
                    <a:pt x="1775867" y="1723653"/>
                  </a:lnTo>
                  <a:lnTo>
                    <a:pt x="1775885" y="1723703"/>
                  </a:lnTo>
                  <a:lnTo>
                    <a:pt x="1775887" y="1723723"/>
                  </a:lnTo>
                  <a:lnTo>
                    <a:pt x="1775860" y="1723799"/>
                  </a:lnTo>
                  <a:lnTo>
                    <a:pt x="1775827" y="1723856"/>
                  </a:lnTo>
                  <a:lnTo>
                    <a:pt x="1775760" y="1723956"/>
                  </a:lnTo>
                  <a:lnTo>
                    <a:pt x="1775689" y="1724045"/>
                  </a:lnTo>
                  <a:lnTo>
                    <a:pt x="1775651" y="1724091"/>
                  </a:lnTo>
                  <a:lnTo>
                    <a:pt x="1775669" y="1724154"/>
                  </a:lnTo>
                  <a:lnTo>
                    <a:pt x="1775687" y="1724215"/>
                  </a:lnTo>
                  <a:lnTo>
                    <a:pt x="1775869" y="1724257"/>
                  </a:lnTo>
                  <a:lnTo>
                    <a:pt x="1776027" y="1724293"/>
                  </a:lnTo>
                  <a:lnTo>
                    <a:pt x="1776087" y="1724200"/>
                  </a:lnTo>
                  <a:lnTo>
                    <a:pt x="1776195" y="1724186"/>
                  </a:lnTo>
                  <a:lnTo>
                    <a:pt x="1776426" y="1724227"/>
                  </a:lnTo>
                  <a:lnTo>
                    <a:pt x="1776454" y="1724239"/>
                  </a:lnTo>
                  <a:lnTo>
                    <a:pt x="1776577" y="1724347"/>
                  </a:lnTo>
                  <a:lnTo>
                    <a:pt x="1776592" y="1724437"/>
                  </a:lnTo>
                  <a:lnTo>
                    <a:pt x="1776574" y="1724481"/>
                  </a:lnTo>
                  <a:lnTo>
                    <a:pt x="1776532" y="1724531"/>
                  </a:lnTo>
                  <a:lnTo>
                    <a:pt x="1776510" y="1724532"/>
                  </a:lnTo>
                  <a:lnTo>
                    <a:pt x="1776441" y="1724642"/>
                  </a:lnTo>
                  <a:lnTo>
                    <a:pt x="1776386" y="1724893"/>
                  </a:lnTo>
                  <a:lnTo>
                    <a:pt x="1776401" y="1724905"/>
                  </a:lnTo>
                  <a:lnTo>
                    <a:pt x="1776620" y="1725083"/>
                  </a:lnTo>
                  <a:lnTo>
                    <a:pt x="1776772" y="1724910"/>
                  </a:lnTo>
                  <a:lnTo>
                    <a:pt x="1776845" y="1724706"/>
                  </a:lnTo>
                  <a:lnTo>
                    <a:pt x="1776907" y="1724556"/>
                  </a:lnTo>
                  <a:lnTo>
                    <a:pt x="1776928" y="1724505"/>
                  </a:lnTo>
                  <a:lnTo>
                    <a:pt x="1777038" y="1724487"/>
                  </a:lnTo>
                  <a:lnTo>
                    <a:pt x="1777163" y="1724479"/>
                  </a:lnTo>
                  <a:lnTo>
                    <a:pt x="1777272" y="1724514"/>
                  </a:lnTo>
                  <a:lnTo>
                    <a:pt x="1777471" y="1724600"/>
                  </a:lnTo>
                  <a:lnTo>
                    <a:pt x="1777504" y="1724640"/>
                  </a:lnTo>
                  <a:lnTo>
                    <a:pt x="1777505" y="1724661"/>
                  </a:lnTo>
                  <a:lnTo>
                    <a:pt x="1777744" y="1724769"/>
                  </a:lnTo>
                  <a:lnTo>
                    <a:pt x="1777834" y="1724762"/>
                  </a:lnTo>
                  <a:lnTo>
                    <a:pt x="1777858" y="1724748"/>
                  </a:lnTo>
                  <a:lnTo>
                    <a:pt x="1777925" y="1724559"/>
                  </a:lnTo>
                  <a:lnTo>
                    <a:pt x="1777938" y="1724439"/>
                  </a:lnTo>
                  <a:lnTo>
                    <a:pt x="1777989" y="1724397"/>
                  </a:lnTo>
                  <a:lnTo>
                    <a:pt x="1778153" y="1724292"/>
                  </a:lnTo>
                  <a:lnTo>
                    <a:pt x="1778203" y="1724268"/>
                  </a:lnTo>
                  <a:lnTo>
                    <a:pt x="1778361" y="1724252"/>
                  </a:lnTo>
                  <a:lnTo>
                    <a:pt x="1778754" y="1724360"/>
                  </a:lnTo>
                  <a:lnTo>
                    <a:pt x="1779130" y="1724646"/>
                  </a:lnTo>
                  <a:lnTo>
                    <a:pt x="1779291" y="1724780"/>
                  </a:lnTo>
                  <a:lnTo>
                    <a:pt x="1779778" y="1725292"/>
                  </a:lnTo>
                  <a:lnTo>
                    <a:pt x="1779780" y="1725316"/>
                  </a:lnTo>
                  <a:lnTo>
                    <a:pt x="1779770" y="1725325"/>
                  </a:lnTo>
                  <a:lnTo>
                    <a:pt x="1779571" y="1725455"/>
                  </a:lnTo>
                  <a:lnTo>
                    <a:pt x="1779503" y="1725471"/>
                  </a:lnTo>
                  <a:lnTo>
                    <a:pt x="1778955" y="1725589"/>
                  </a:lnTo>
                  <a:lnTo>
                    <a:pt x="1778652" y="1725636"/>
                  </a:lnTo>
                  <a:lnTo>
                    <a:pt x="1778531" y="1725662"/>
                  </a:lnTo>
                  <a:lnTo>
                    <a:pt x="1777711" y="1725932"/>
                  </a:lnTo>
                  <a:lnTo>
                    <a:pt x="1777417" y="1726048"/>
                  </a:lnTo>
                  <a:lnTo>
                    <a:pt x="1777142" y="1726173"/>
                  </a:lnTo>
                  <a:lnTo>
                    <a:pt x="1776604" y="1726526"/>
                  </a:lnTo>
                  <a:lnTo>
                    <a:pt x="1776033" y="1726962"/>
                  </a:lnTo>
                  <a:lnTo>
                    <a:pt x="1775862" y="1727109"/>
                  </a:lnTo>
                  <a:lnTo>
                    <a:pt x="1775664" y="1727290"/>
                  </a:lnTo>
                  <a:lnTo>
                    <a:pt x="1775430" y="1727512"/>
                  </a:lnTo>
                  <a:lnTo>
                    <a:pt x="1775329" y="1727489"/>
                  </a:lnTo>
                  <a:lnTo>
                    <a:pt x="1775340" y="1727438"/>
                  </a:lnTo>
                  <a:lnTo>
                    <a:pt x="1775336" y="1727418"/>
                  </a:lnTo>
                  <a:lnTo>
                    <a:pt x="1775245" y="1727355"/>
                  </a:lnTo>
                  <a:lnTo>
                    <a:pt x="1775208" y="1727341"/>
                  </a:lnTo>
                  <a:lnTo>
                    <a:pt x="1775126" y="1727330"/>
                  </a:lnTo>
                  <a:lnTo>
                    <a:pt x="1774880" y="1727334"/>
                  </a:lnTo>
                  <a:lnTo>
                    <a:pt x="1774738" y="1727384"/>
                  </a:lnTo>
                  <a:lnTo>
                    <a:pt x="1774551" y="1727463"/>
                  </a:lnTo>
                  <a:lnTo>
                    <a:pt x="1774394" y="1727544"/>
                  </a:lnTo>
                  <a:lnTo>
                    <a:pt x="1774200" y="1727682"/>
                  </a:lnTo>
                  <a:lnTo>
                    <a:pt x="1774160" y="1727713"/>
                  </a:lnTo>
                  <a:lnTo>
                    <a:pt x="1774035" y="1727812"/>
                  </a:lnTo>
                  <a:lnTo>
                    <a:pt x="1773824" y="1727962"/>
                  </a:lnTo>
                  <a:lnTo>
                    <a:pt x="1773383" y="1728108"/>
                  </a:lnTo>
                  <a:lnTo>
                    <a:pt x="1773313" y="1728098"/>
                  </a:lnTo>
                  <a:lnTo>
                    <a:pt x="1773256" y="1728089"/>
                  </a:lnTo>
                  <a:lnTo>
                    <a:pt x="1773195" y="1728080"/>
                  </a:lnTo>
                  <a:lnTo>
                    <a:pt x="1773181" y="1728057"/>
                  </a:lnTo>
                  <a:lnTo>
                    <a:pt x="1773181" y="1728028"/>
                  </a:lnTo>
                  <a:lnTo>
                    <a:pt x="1773202" y="1728002"/>
                  </a:lnTo>
                  <a:lnTo>
                    <a:pt x="1773247" y="1727925"/>
                  </a:lnTo>
                  <a:lnTo>
                    <a:pt x="1773257" y="1727905"/>
                  </a:lnTo>
                  <a:lnTo>
                    <a:pt x="1773262" y="1727891"/>
                  </a:lnTo>
                  <a:lnTo>
                    <a:pt x="1773260" y="1727874"/>
                  </a:lnTo>
                  <a:lnTo>
                    <a:pt x="1773249" y="1727828"/>
                  </a:lnTo>
                  <a:lnTo>
                    <a:pt x="1773245" y="1727817"/>
                  </a:lnTo>
                  <a:lnTo>
                    <a:pt x="1773240" y="1727810"/>
                  </a:lnTo>
                  <a:lnTo>
                    <a:pt x="1773138" y="1727737"/>
                  </a:lnTo>
                  <a:lnTo>
                    <a:pt x="1773132" y="1727732"/>
                  </a:lnTo>
                  <a:lnTo>
                    <a:pt x="1773126" y="1727728"/>
                  </a:lnTo>
                  <a:lnTo>
                    <a:pt x="1773102" y="1727721"/>
                  </a:lnTo>
                  <a:lnTo>
                    <a:pt x="1773094" y="1727719"/>
                  </a:lnTo>
                  <a:lnTo>
                    <a:pt x="1773069" y="1727712"/>
                  </a:lnTo>
                  <a:lnTo>
                    <a:pt x="1773060" y="1727723"/>
                  </a:lnTo>
                  <a:lnTo>
                    <a:pt x="1773055" y="1727731"/>
                  </a:lnTo>
                  <a:lnTo>
                    <a:pt x="1773043" y="1727750"/>
                  </a:lnTo>
                  <a:lnTo>
                    <a:pt x="1773091" y="1727768"/>
                  </a:lnTo>
                  <a:lnTo>
                    <a:pt x="1773097" y="1727772"/>
                  </a:lnTo>
                  <a:lnTo>
                    <a:pt x="1773100" y="1727777"/>
                  </a:lnTo>
                  <a:lnTo>
                    <a:pt x="1773107" y="1727786"/>
                  </a:lnTo>
                  <a:lnTo>
                    <a:pt x="1773116" y="1727806"/>
                  </a:lnTo>
                  <a:lnTo>
                    <a:pt x="1773126" y="1727832"/>
                  </a:lnTo>
                  <a:lnTo>
                    <a:pt x="1773133" y="1727858"/>
                  </a:lnTo>
                  <a:lnTo>
                    <a:pt x="1773139" y="1727884"/>
                  </a:lnTo>
                  <a:lnTo>
                    <a:pt x="1773139" y="1727892"/>
                  </a:lnTo>
                  <a:lnTo>
                    <a:pt x="1773136" y="1727902"/>
                  </a:lnTo>
                  <a:lnTo>
                    <a:pt x="1773129" y="1727916"/>
                  </a:lnTo>
                  <a:lnTo>
                    <a:pt x="1773122" y="1727924"/>
                  </a:lnTo>
                  <a:lnTo>
                    <a:pt x="1773117" y="1727926"/>
                  </a:lnTo>
                  <a:lnTo>
                    <a:pt x="1773108" y="1727926"/>
                  </a:lnTo>
                  <a:lnTo>
                    <a:pt x="1773099" y="1727921"/>
                  </a:lnTo>
                  <a:lnTo>
                    <a:pt x="1773093" y="1727915"/>
                  </a:lnTo>
                  <a:lnTo>
                    <a:pt x="1773089" y="1727911"/>
                  </a:lnTo>
                  <a:lnTo>
                    <a:pt x="1773075" y="1727901"/>
                  </a:lnTo>
                  <a:lnTo>
                    <a:pt x="1773020" y="1727875"/>
                  </a:lnTo>
                  <a:lnTo>
                    <a:pt x="1773013" y="1727872"/>
                  </a:lnTo>
                  <a:lnTo>
                    <a:pt x="1772996" y="1727866"/>
                  </a:lnTo>
                  <a:lnTo>
                    <a:pt x="1772969" y="1727862"/>
                  </a:lnTo>
                  <a:lnTo>
                    <a:pt x="1772901" y="1727854"/>
                  </a:lnTo>
                  <a:lnTo>
                    <a:pt x="1772812" y="1727848"/>
                  </a:lnTo>
                  <a:lnTo>
                    <a:pt x="1772778" y="1727849"/>
                  </a:lnTo>
                  <a:lnTo>
                    <a:pt x="1772672" y="1727856"/>
                  </a:lnTo>
                  <a:lnTo>
                    <a:pt x="1772616" y="1727864"/>
                  </a:lnTo>
                  <a:lnTo>
                    <a:pt x="1772588" y="1727872"/>
                  </a:lnTo>
                  <a:lnTo>
                    <a:pt x="1772336" y="1727966"/>
                  </a:lnTo>
                  <a:lnTo>
                    <a:pt x="1772314" y="1727975"/>
                  </a:lnTo>
                  <a:lnTo>
                    <a:pt x="1772274" y="1727995"/>
                  </a:lnTo>
                  <a:lnTo>
                    <a:pt x="1772219" y="1728023"/>
                  </a:lnTo>
                  <a:lnTo>
                    <a:pt x="1772177" y="1728047"/>
                  </a:lnTo>
                  <a:lnTo>
                    <a:pt x="1772131" y="1728078"/>
                  </a:lnTo>
                  <a:lnTo>
                    <a:pt x="1772009" y="1728161"/>
                  </a:lnTo>
                  <a:lnTo>
                    <a:pt x="1771922" y="1728221"/>
                  </a:lnTo>
                  <a:lnTo>
                    <a:pt x="1771907" y="1728234"/>
                  </a:lnTo>
                  <a:lnTo>
                    <a:pt x="1771903" y="1728240"/>
                  </a:lnTo>
                  <a:lnTo>
                    <a:pt x="1771753" y="1728365"/>
                  </a:lnTo>
                  <a:lnTo>
                    <a:pt x="1771673" y="1728410"/>
                  </a:lnTo>
                  <a:lnTo>
                    <a:pt x="1771603" y="1728461"/>
                  </a:lnTo>
                  <a:lnTo>
                    <a:pt x="1771570" y="1728488"/>
                  </a:lnTo>
                  <a:lnTo>
                    <a:pt x="1771524" y="1728527"/>
                  </a:lnTo>
                  <a:lnTo>
                    <a:pt x="1771409" y="1728636"/>
                  </a:lnTo>
                  <a:lnTo>
                    <a:pt x="1771268" y="1728778"/>
                  </a:lnTo>
                  <a:lnTo>
                    <a:pt x="1771182" y="1728863"/>
                  </a:lnTo>
                  <a:lnTo>
                    <a:pt x="1771170" y="1728874"/>
                  </a:lnTo>
                  <a:lnTo>
                    <a:pt x="1770987" y="1729070"/>
                  </a:lnTo>
                  <a:lnTo>
                    <a:pt x="1770820" y="1729267"/>
                  </a:lnTo>
                  <a:lnTo>
                    <a:pt x="1770800" y="1729291"/>
                  </a:lnTo>
                  <a:lnTo>
                    <a:pt x="1770796" y="1729296"/>
                  </a:lnTo>
                  <a:lnTo>
                    <a:pt x="1770751" y="1729354"/>
                  </a:lnTo>
                  <a:lnTo>
                    <a:pt x="1770704" y="1729412"/>
                  </a:lnTo>
                  <a:lnTo>
                    <a:pt x="1770643" y="1729478"/>
                  </a:lnTo>
                  <a:lnTo>
                    <a:pt x="1770597" y="1729524"/>
                  </a:lnTo>
                  <a:lnTo>
                    <a:pt x="1770580" y="1729538"/>
                  </a:lnTo>
                  <a:lnTo>
                    <a:pt x="1770517" y="1729586"/>
                  </a:lnTo>
                  <a:lnTo>
                    <a:pt x="1770170" y="1729684"/>
                  </a:lnTo>
                  <a:lnTo>
                    <a:pt x="1770162" y="1729683"/>
                  </a:lnTo>
                  <a:lnTo>
                    <a:pt x="1769975" y="1729646"/>
                  </a:lnTo>
                  <a:lnTo>
                    <a:pt x="1769754" y="1729597"/>
                  </a:lnTo>
                  <a:lnTo>
                    <a:pt x="1769730" y="1729601"/>
                  </a:lnTo>
                  <a:lnTo>
                    <a:pt x="1769589" y="1729624"/>
                  </a:lnTo>
                  <a:lnTo>
                    <a:pt x="1769464" y="1729691"/>
                  </a:lnTo>
                  <a:lnTo>
                    <a:pt x="1769317" y="1729699"/>
                  </a:lnTo>
                  <a:lnTo>
                    <a:pt x="1769102" y="1729657"/>
                  </a:lnTo>
                  <a:lnTo>
                    <a:pt x="1769040" y="1729643"/>
                  </a:lnTo>
                  <a:lnTo>
                    <a:pt x="1769036" y="1729620"/>
                  </a:lnTo>
                  <a:lnTo>
                    <a:pt x="1769049" y="1729539"/>
                  </a:lnTo>
                  <a:lnTo>
                    <a:pt x="1769021" y="1729454"/>
                  </a:lnTo>
                  <a:lnTo>
                    <a:pt x="1768988" y="1729425"/>
                  </a:lnTo>
                  <a:lnTo>
                    <a:pt x="1768877" y="1729364"/>
                  </a:lnTo>
                  <a:lnTo>
                    <a:pt x="1768804" y="1729349"/>
                  </a:lnTo>
                  <a:lnTo>
                    <a:pt x="1768468" y="1729309"/>
                  </a:lnTo>
                  <a:lnTo>
                    <a:pt x="1768368" y="1729318"/>
                  </a:lnTo>
                  <a:lnTo>
                    <a:pt x="1768300" y="1729340"/>
                  </a:lnTo>
                  <a:lnTo>
                    <a:pt x="1768069" y="1729453"/>
                  </a:lnTo>
                  <a:lnTo>
                    <a:pt x="1767986" y="1729496"/>
                  </a:lnTo>
                  <a:lnTo>
                    <a:pt x="1767937" y="1729521"/>
                  </a:lnTo>
                  <a:lnTo>
                    <a:pt x="1767795" y="1729595"/>
                  </a:lnTo>
                  <a:lnTo>
                    <a:pt x="1767729" y="1729578"/>
                  </a:lnTo>
                  <a:lnTo>
                    <a:pt x="1767677" y="1729396"/>
                  </a:lnTo>
                  <a:lnTo>
                    <a:pt x="1767675" y="1729391"/>
                  </a:lnTo>
                  <a:lnTo>
                    <a:pt x="1767575" y="1729231"/>
                  </a:lnTo>
                  <a:lnTo>
                    <a:pt x="1767541" y="1729188"/>
                  </a:lnTo>
                  <a:lnTo>
                    <a:pt x="1767534" y="1729182"/>
                  </a:lnTo>
                  <a:lnTo>
                    <a:pt x="1767329" y="1729017"/>
                  </a:lnTo>
                  <a:lnTo>
                    <a:pt x="1767323" y="1729015"/>
                  </a:lnTo>
                  <a:lnTo>
                    <a:pt x="1767214" y="1728972"/>
                  </a:lnTo>
                  <a:lnTo>
                    <a:pt x="1767195" y="1728969"/>
                  </a:lnTo>
                  <a:lnTo>
                    <a:pt x="1767133" y="1728960"/>
                  </a:lnTo>
                  <a:lnTo>
                    <a:pt x="1767107" y="1728958"/>
                  </a:lnTo>
                  <a:lnTo>
                    <a:pt x="1767018" y="1728960"/>
                  </a:lnTo>
                  <a:lnTo>
                    <a:pt x="1766887" y="1728972"/>
                  </a:lnTo>
                  <a:lnTo>
                    <a:pt x="1766836" y="1728979"/>
                  </a:lnTo>
                  <a:lnTo>
                    <a:pt x="1766495" y="1729019"/>
                  </a:lnTo>
                  <a:lnTo>
                    <a:pt x="1766441" y="1729026"/>
                  </a:lnTo>
                  <a:lnTo>
                    <a:pt x="1766356" y="1729048"/>
                  </a:lnTo>
                  <a:lnTo>
                    <a:pt x="1766278" y="1729079"/>
                  </a:lnTo>
                  <a:lnTo>
                    <a:pt x="1766221" y="1729100"/>
                  </a:lnTo>
                  <a:lnTo>
                    <a:pt x="1766189" y="1729051"/>
                  </a:lnTo>
                  <a:lnTo>
                    <a:pt x="1766209" y="1729012"/>
                  </a:lnTo>
                  <a:lnTo>
                    <a:pt x="1766268" y="1728881"/>
                  </a:lnTo>
                  <a:lnTo>
                    <a:pt x="1766268" y="1728860"/>
                  </a:lnTo>
                  <a:lnTo>
                    <a:pt x="1766236" y="1728829"/>
                  </a:lnTo>
                  <a:lnTo>
                    <a:pt x="1766201" y="1728794"/>
                  </a:lnTo>
                  <a:lnTo>
                    <a:pt x="1766154" y="1728778"/>
                  </a:lnTo>
                  <a:lnTo>
                    <a:pt x="1766139" y="1728781"/>
                  </a:lnTo>
                  <a:lnTo>
                    <a:pt x="1765668" y="1728896"/>
                  </a:lnTo>
                  <a:lnTo>
                    <a:pt x="1765487" y="1728948"/>
                  </a:lnTo>
                  <a:lnTo>
                    <a:pt x="1765134" y="1729055"/>
                  </a:lnTo>
                  <a:lnTo>
                    <a:pt x="1764896" y="1729146"/>
                  </a:lnTo>
                  <a:lnTo>
                    <a:pt x="1764498" y="1729443"/>
                  </a:lnTo>
                  <a:lnTo>
                    <a:pt x="1764434" y="1729507"/>
                  </a:lnTo>
                  <a:lnTo>
                    <a:pt x="1764400" y="1729566"/>
                  </a:lnTo>
                  <a:lnTo>
                    <a:pt x="1764387" y="1729590"/>
                  </a:lnTo>
                  <a:lnTo>
                    <a:pt x="1764303" y="1729688"/>
                  </a:lnTo>
                  <a:lnTo>
                    <a:pt x="1764270" y="1729725"/>
                  </a:lnTo>
                  <a:lnTo>
                    <a:pt x="1764138" y="1729842"/>
                  </a:lnTo>
                  <a:lnTo>
                    <a:pt x="1764118" y="1729854"/>
                  </a:lnTo>
                  <a:lnTo>
                    <a:pt x="1764092" y="1729862"/>
                  </a:lnTo>
                  <a:lnTo>
                    <a:pt x="1764070" y="1729860"/>
                  </a:lnTo>
                  <a:lnTo>
                    <a:pt x="1764048" y="1729850"/>
                  </a:lnTo>
                  <a:lnTo>
                    <a:pt x="1764036" y="1729845"/>
                  </a:lnTo>
                  <a:lnTo>
                    <a:pt x="1763948" y="1729733"/>
                  </a:lnTo>
                  <a:lnTo>
                    <a:pt x="1763908" y="1729710"/>
                  </a:lnTo>
                  <a:lnTo>
                    <a:pt x="1763782" y="1729675"/>
                  </a:lnTo>
                  <a:lnTo>
                    <a:pt x="1763731" y="1729707"/>
                  </a:lnTo>
                  <a:lnTo>
                    <a:pt x="1763703" y="1729724"/>
                  </a:lnTo>
                  <a:lnTo>
                    <a:pt x="1763668" y="1729746"/>
                  </a:lnTo>
                  <a:lnTo>
                    <a:pt x="1763635" y="1729766"/>
                  </a:lnTo>
                  <a:lnTo>
                    <a:pt x="1763572" y="1730036"/>
                  </a:lnTo>
                  <a:lnTo>
                    <a:pt x="1763542" y="1730176"/>
                  </a:lnTo>
                  <a:lnTo>
                    <a:pt x="1763537" y="1730196"/>
                  </a:lnTo>
                  <a:lnTo>
                    <a:pt x="1763461" y="1730277"/>
                  </a:lnTo>
                  <a:lnTo>
                    <a:pt x="1763359" y="1730334"/>
                  </a:lnTo>
                  <a:lnTo>
                    <a:pt x="1763304" y="1730349"/>
                  </a:lnTo>
                  <a:lnTo>
                    <a:pt x="1763243" y="1730382"/>
                  </a:lnTo>
                  <a:lnTo>
                    <a:pt x="1763030" y="1730538"/>
                  </a:lnTo>
                  <a:lnTo>
                    <a:pt x="1762883" y="1730670"/>
                  </a:lnTo>
                  <a:lnTo>
                    <a:pt x="1762799" y="1730759"/>
                  </a:lnTo>
                  <a:lnTo>
                    <a:pt x="1762673" y="1730907"/>
                  </a:lnTo>
                  <a:lnTo>
                    <a:pt x="1762422" y="1731206"/>
                  </a:lnTo>
                  <a:lnTo>
                    <a:pt x="1762229" y="1731436"/>
                  </a:lnTo>
                  <a:lnTo>
                    <a:pt x="1762033" y="1731692"/>
                  </a:lnTo>
                  <a:lnTo>
                    <a:pt x="1761732" y="1732099"/>
                  </a:lnTo>
                  <a:lnTo>
                    <a:pt x="1761550" y="1732381"/>
                  </a:lnTo>
                  <a:lnTo>
                    <a:pt x="1761325" y="1732737"/>
                  </a:lnTo>
                  <a:lnTo>
                    <a:pt x="1761175" y="1732988"/>
                  </a:lnTo>
                  <a:lnTo>
                    <a:pt x="1760872" y="1733412"/>
                  </a:lnTo>
                  <a:lnTo>
                    <a:pt x="1760608" y="1733797"/>
                  </a:lnTo>
                  <a:lnTo>
                    <a:pt x="1760517" y="1733941"/>
                  </a:lnTo>
                  <a:lnTo>
                    <a:pt x="1760300" y="1734365"/>
                  </a:lnTo>
                  <a:lnTo>
                    <a:pt x="1760125" y="1734760"/>
                  </a:lnTo>
                  <a:lnTo>
                    <a:pt x="1759971" y="1735171"/>
                  </a:lnTo>
                  <a:lnTo>
                    <a:pt x="1759879" y="1735455"/>
                  </a:lnTo>
                  <a:lnTo>
                    <a:pt x="1759841" y="1735575"/>
                  </a:lnTo>
                  <a:lnTo>
                    <a:pt x="1759808" y="1735760"/>
                  </a:lnTo>
                  <a:lnTo>
                    <a:pt x="1759735" y="1735986"/>
                  </a:lnTo>
                  <a:lnTo>
                    <a:pt x="1759622" y="1736304"/>
                  </a:lnTo>
                  <a:lnTo>
                    <a:pt x="1759511" y="1736556"/>
                  </a:lnTo>
                  <a:lnTo>
                    <a:pt x="1759384" y="1736795"/>
                  </a:lnTo>
                  <a:lnTo>
                    <a:pt x="1759195" y="1737148"/>
                  </a:lnTo>
                  <a:lnTo>
                    <a:pt x="1759019" y="1737317"/>
                  </a:lnTo>
                  <a:lnTo>
                    <a:pt x="1758983" y="1737327"/>
                  </a:lnTo>
                  <a:lnTo>
                    <a:pt x="1758902" y="1737349"/>
                  </a:lnTo>
                  <a:lnTo>
                    <a:pt x="1758774" y="1737514"/>
                  </a:lnTo>
                  <a:lnTo>
                    <a:pt x="1758751" y="1737544"/>
                  </a:lnTo>
                  <a:lnTo>
                    <a:pt x="1758563" y="1737786"/>
                  </a:lnTo>
                  <a:lnTo>
                    <a:pt x="1758557" y="1737833"/>
                  </a:lnTo>
                  <a:lnTo>
                    <a:pt x="1758367" y="1738119"/>
                  </a:lnTo>
                  <a:lnTo>
                    <a:pt x="1758251" y="1738223"/>
                  </a:lnTo>
                  <a:lnTo>
                    <a:pt x="1757915" y="1738412"/>
                  </a:lnTo>
                  <a:lnTo>
                    <a:pt x="1757675" y="1738532"/>
                  </a:lnTo>
                  <a:lnTo>
                    <a:pt x="1757583" y="1738561"/>
                  </a:lnTo>
                  <a:lnTo>
                    <a:pt x="1757372" y="1738534"/>
                  </a:lnTo>
                  <a:lnTo>
                    <a:pt x="1757327" y="1738514"/>
                  </a:lnTo>
                  <a:lnTo>
                    <a:pt x="1757193" y="1738332"/>
                  </a:lnTo>
                  <a:lnTo>
                    <a:pt x="1757129" y="1738201"/>
                  </a:lnTo>
                  <a:lnTo>
                    <a:pt x="1757124" y="1738064"/>
                  </a:lnTo>
                  <a:lnTo>
                    <a:pt x="1757131" y="1738062"/>
                  </a:lnTo>
                  <a:lnTo>
                    <a:pt x="1757140" y="1738020"/>
                  </a:lnTo>
                  <a:lnTo>
                    <a:pt x="1757133" y="1737991"/>
                  </a:lnTo>
                  <a:lnTo>
                    <a:pt x="1757110" y="1737895"/>
                  </a:lnTo>
                  <a:lnTo>
                    <a:pt x="1757097" y="1737894"/>
                  </a:lnTo>
                  <a:lnTo>
                    <a:pt x="1757087" y="1737894"/>
                  </a:lnTo>
                  <a:lnTo>
                    <a:pt x="1757004" y="1737938"/>
                  </a:lnTo>
                  <a:lnTo>
                    <a:pt x="1756978" y="1738006"/>
                  </a:lnTo>
                  <a:lnTo>
                    <a:pt x="1756973" y="1738128"/>
                  </a:lnTo>
                  <a:lnTo>
                    <a:pt x="1756978" y="1738206"/>
                  </a:lnTo>
                  <a:lnTo>
                    <a:pt x="1757051" y="1738532"/>
                  </a:lnTo>
                  <a:lnTo>
                    <a:pt x="1756999" y="1738629"/>
                  </a:lnTo>
                  <a:lnTo>
                    <a:pt x="1756892" y="1738659"/>
                  </a:lnTo>
                  <a:lnTo>
                    <a:pt x="1756257" y="1738663"/>
                  </a:lnTo>
                  <a:lnTo>
                    <a:pt x="1756057" y="1738606"/>
                  </a:lnTo>
                  <a:lnTo>
                    <a:pt x="1755846" y="1738622"/>
                  </a:lnTo>
                  <a:lnTo>
                    <a:pt x="1755817" y="1738618"/>
                  </a:lnTo>
                  <a:lnTo>
                    <a:pt x="1755477" y="1738574"/>
                  </a:lnTo>
                  <a:lnTo>
                    <a:pt x="1755138" y="1738567"/>
                  </a:lnTo>
                  <a:lnTo>
                    <a:pt x="1755110" y="1738539"/>
                  </a:lnTo>
                  <a:lnTo>
                    <a:pt x="1755046" y="1738475"/>
                  </a:lnTo>
                  <a:lnTo>
                    <a:pt x="1755040" y="1738472"/>
                  </a:lnTo>
                  <a:lnTo>
                    <a:pt x="1754979" y="1738444"/>
                  </a:lnTo>
                  <a:lnTo>
                    <a:pt x="1754923" y="1738438"/>
                  </a:lnTo>
                  <a:lnTo>
                    <a:pt x="1754853" y="1738468"/>
                  </a:lnTo>
                  <a:lnTo>
                    <a:pt x="1754446" y="1738641"/>
                  </a:lnTo>
                  <a:lnTo>
                    <a:pt x="1754418" y="1738653"/>
                  </a:lnTo>
                  <a:lnTo>
                    <a:pt x="1754359" y="1738684"/>
                  </a:lnTo>
                  <a:lnTo>
                    <a:pt x="1754215" y="1738757"/>
                  </a:lnTo>
                  <a:lnTo>
                    <a:pt x="1754193" y="1738769"/>
                  </a:lnTo>
                  <a:lnTo>
                    <a:pt x="1754107" y="1738827"/>
                  </a:lnTo>
                  <a:lnTo>
                    <a:pt x="1754092" y="1738869"/>
                  </a:lnTo>
                  <a:lnTo>
                    <a:pt x="1753918" y="1739041"/>
                  </a:lnTo>
                  <a:lnTo>
                    <a:pt x="1753865" y="1739092"/>
                  </a:lnTo>
                  <a:lnTo>
                    <a:pt x="1753644" y="1739205"/>
                  </a:lnTo>
                  <a:lnTo>
                    <a:pt x="1753588" y="1739229"/>
                  </a:lnTo>
                  <a:lnTo>
                    <a:pt x="1753468" y="1739252"/>
                  </a:lnTo>
                  <a:lnTo>
                    <a:pt x="1753433" y="1739250"/>
                  </a:lnTo>
                  <a:lnTo>
                    <a:pt x="1753306" y="1739242"/>
                  </a:lnTo>
                  <a:lnTo>
                    <a:pt x="1753227" y="1739203"/>
                  </a:lnTo>
                  <a:lnTo>
                    <a:pt x="1753139" y="1739119"/>
                  </a:lnTo>
                  <a:lnTo>
                    <a:pt x="1753124" y="1739102"/>
                  </a:lnTo>
                  <a:lnTo>
                    <a:pt x="1753005" y="1738967"/>
                  </a:lnTo>
                  <a:lnTo>
                    <a:pt x="1752995" y="1738950"/>
                  </a:lnTo>
                  <a:lnTo>
                    <a:pt x="1752704" y="1738795"/>
                  </a:lnTo>
                  <a:lnTo>
                    <a:pt x="1752606" y="1738779"/>
                  </a:lnTo>
                  <a:lnTo>
                    <a:pt x="1752402" y="1738725"/>
                  </a:lnTo>
                  <a:lnTo>
                    <a:pt x="1752317" y="1738688"/>
                  </a:lnTo>
                  <a:lnTo>
                    <a:pt x="1752188" y="1738630"/>
                  </a:lnTo>
                  <a:lnTo>
                    <a:pt x="1752002" y="1738555"/>
                  </a:lnTo>
                  <a:lnTo>
                    <a:pt x="1751584" y="1738543"/>
                  </a:lnTo>
                  <a:lnTo>
                    <a:pt x="1751468" y="1738565"/>
                  </a:lnTo>
                  <a:lnTo>
                    <a:pt x="1751299" y="1738632"/>
                  </a:lnTo>
                  <a:lnTo>
                    <a:pt x="1751279" y="1738642"/>
                  </a:lnTo>
                  <a:lnTo>
                    <a:pt x="1751135" y="1738773"/>
                  </a:lnTo>
                  <a:lnTo>
                    <a:pt x="1751159" y="1738814"/>
                  </a:lnTo>
                  <a:lnTo>
                    <a:pt x="1751147" y="1738969"/>
                  </a:lnTo>
                  <a:lnTo>
                    <a:pt x="1751093" y="1739024"/>
                  </a:lnTo>
                  <a:lnTo>
                    <a:pt x="1751013" y="1739080"/>
                  </a:lnTo>
                  <a:lnTo>
                    <a:pt x="1750935" y="1739106"/>
                  </a:lnTo>
                  <a:lnTo>
                    <a:pt x="1750904" y="1739119"/>
                  </a:lnTo>
                  <a:lnTo>
                    <a:pt x="1750889" y="1739120"/>
                  </a:lnTo>
                  <a:lnTo>
                    <a:pt x="1750882" y="1739087"/>
                  </a:lnTo>
                  <a:lnTo>
                    <a:pt x="1750850" y="1739069"/>
                  </a:lnTo>
                  <a:lnTo>
                    <a:pt x="1750822" y="1739071"/>
                  </a:lnTo>
                  <a:lnTo>
                    <a:pt x="1750806" y="1739072"/>
                  </a:lnTo>
                  <a:lnTo>
                    <a:pt x="1750614" y="1739093"/>
                  </a:lnTo>
                  <a:lnTo>
                    <a:pt x="1750537" y="1739102"/>
                  </a:lnTo>
                  <a:lnTo>
                    <a:pt x="1750481" y="1739113"/>
                  </a:lnTo>
                  <a:lnTo>
                    <a:pt x="1750431" y="1739138"/>
                  </a:lnTo>
                  <a:lnTo>
                    <a:pt x="1750258" y="1739223"/>
                  </a:lnTo>
                  <a:lnTo>
                    <a:pt x="1750019" y="1739342"/>
                  </a:lnTo>
                  <a:lnTo>
                    <a:pt x="1750016" y="1739348"/>
                  </a:lnTo>
                  <a:lnTo>
                    <a:pt x="1750018" y="1739355"/>
                  </a:lnTo>
                  <a:lnTo>
                    <a:pt x="1750023" y="1739377"/>
                  </a:lnTo>
                  <a:lnTo>
                    <a:pt x="1750024" y="1739383"/>
                  </a:lnTo>
                  <a:lnTo>
                    <a:pt x="1750028" y="1739419"/>
                  </a:lnTo>
                  <a:lnTo>
                    <a:pt x="1750028" y="1739475"/>
                  </a:lnTo>
                  <a:lnTo>
                    <a:pt x="1750025" y="1739516"/>
                  </a:lnTo>
                  <a:lnTo>
                    <a:pt x="1750021" y="1739547"/>
                  </a:lnTo>
                  <a:lnTo>
                    <a:pt x="1749943" y="1739918"/>
                  </a:lnTo>
                  <a:lnTo>
                    <a:pt x="1749934" y="1739943"/>
                  </a:lnTo>
                  <a:lnTo>
                    <a:pt x="1749922" y="1739978"/>
                  </a:lnTo>
                  <a:lnTo>
                    <a:pt x="1749867" y="1740055"/>
                  </a:lnTo>
                  <a:lnTo>
                    <a:pt x="1749860" y="1740064"/>
                  </a:lnTo>
                  <a:lnTo>
                    <a:pt x="1749816" y="1740106"/>
                  </a:lnTo>
                  <a:lnTo>
                    <a:pt x="1749782" y="1740135"/>
                  </a:lnTo>
                  <a:lnTo>
                    <a:pt x="1749770" y="1740145"/>
                  </a:lnTo>
                  <a:lnTo>
                    <a:pt x="1749749" y="1740159"/>
                  </a:lnTo>
                  <a:lnTo>
                    <a:pt x="1749737" y="1740164"/>
                  </a:lnTo>
                  <a:lnTo>
                    <a:pt x="1749594" y="1740194"/>
                  </a:lnTo>
                  <a:lnTo>
                    <a:pt x="1749438" y="1740228"/>
                  </a:lnTo>
                  <a:lnTo>
                    <a:pt x="1749289" y="1740234"/>
                  </a:lnTo>
                  <a:lnTo>
                    <a:pt x="1749124" y="1740229"/>
                  </a:lnTo>
                  <a:lnTo>
                    <a:pt x="1748949" y="1740216"/>
                  </a:lnTo>
                  <a:lnTo>
                    <a:pt x="1748901" y="1740172"/>
                  </a:lnTo>
                  <a:lnTo>
                    <a:pt x="1748784" y="1740000"/>
                  </a:lnTo>
                  <a:lnTo>
                    <a:pt x="1748684" y="1739853"/>
                  </a:lnTo>
                  <a:lnTo>
                    <a:pt x="1748652" y="1739807"/>
                  </a:lnTo>
                  <a:lnTo>
                    <a:pt x="1748702" y="1739675"/>
                  </a:lnTo>
                  <a:lnTo>
                    <a:pt x="1748757" y="1739528"/>
                  </a:lnTo>
                  <a:lnTo>
                    <a:pt x="1748915" y="1739382"/>
                  </a:lnTo>
                  <a:lnTo>
                    <a:pt x="1748975" y="1739323"/>
                  </a:lnTo>
                  <a:lnTo>
                    <a:pt x="1749009" y="1739269"/>
                  </a:lnTo>
                  <a:lnTo>
                    <a:pt x="1749206" y="1738755"/>
                  </a:lnTo>
                  <a:lnTo>
                    <a:pt x="1749277" y="1738575"/>
                  </a:lnTo>
                  <a:lnTo>
                    <a:pt x="1749285" y="1738444"/>
                  </a:lnTo>
                  <a:lnTo>
                    <a:pt x="1749289" y="1738377"/>
                  </a:lnTo>
                  <a:lnTo>
                    <a:pt x="1749446" y="1738172"/>
                  </a:lnTo>
                  <a:lnTo>
                    <a:pt x="1749640" y="1738073"/>
                  </a:lnTo>
                  <a:lnTo>
                    <a:pt x="1749692" y="1737970"/>
                  </a:lnTo>
                  <a:lnTo>
                    <a:pt x="1749614" y="1737777"/>
                  </a:lnTo>
                  <a:lnTo>
                    <a:pt x="1749562" y="1737638"/>
                  </a:lnTo>
                  <a:lnTo>
                    <a:pt x="1749570" y="1737594"/>
                  </a:lnTo>
                  <a:lnTo>
                    <a:pt x="1749589" y="1737521"/>
                  </a:lnTo>
                  <a:lnTo>
                    <a:pt x="1749642" y="1737530"/>
                  </a:lnTo>
                  <a:lnTo>
                    <a:pt x="1749644" y="1737476"/>
                  </a:lnTo>
                  <a:lnTo>
                    <a:pt x="1749588" y="1737272"/>
                  </a:lnTo>
                  <a:lnTo>
                    <a:pt x="1749555" y="1737231"/>
                  </a:lnTo>
                  <a:lnTo>
                    <a:pt x="1749537" y="1737221"/>
                  </a:lnTo>
                  <a:lnTo>
                    <a:pt x="1749377" y="1737182"/>
                  </a:lnTo>
                  <a:lnTo>
                    <a:pt x="1749020" y="1737358"/>
                  </a:lnTo>
                  <a:lnTo>
                    <a:pt x="1748857" y="1737109"/>
                  </a:lnTo>
                  <a:lnTo>
                    <a:pt x="1748896" y="1737001"/>
                  </a:lnTo>
                  <a:lnTo>
                    <a:pt x="1748919" y="1736891"/>
                  </a:lnTo>
                  <a:lnTo>
                    <a:pt x="1748929" y="1736824"/>
                  </a:lnTo>
                  <a:lnTo>
                    <a:pt x="1748778" y="1736591"/>
                  </a:lnTo>
                  <a:lnTo>
                    <a:pt x="1748732" y="1736593"/>
                  </a:lnTo>
                  <a:lnTo>
                    <a:pt x="1748654" y="1736507"/>
                  </a:lnTo>
                  <a:lnTo>
                    <a:pt x="1748578" y="1736188"/>
                  </a:lnTo>
                  <a:lnTo>
                    <a:pt x="1748566" y="1736069"/>
                  </a:lnTo>
                  <a:lnTo>
                    <a:pt x="1748610" y="1735868"/>
                  </a:lnTo>
                  <a:lnTo>
                    <a:pt x="1748645" y="1735706"/>
                  </a:lnTo>
                  <a:lnTo>
                    <a:pt x="1748730" y="1735381"/>
                  </a:lnTo>
                  <a:lnTo>
                    <a:pt x="1748769" y="1735285"/>
                  </a:lnTo>
                  <a:lnTo>
                    <a:pt x="1748772" y="1735280"/>
                  </a:lnTo>
                  <a:lnTo>
                    <a:pt x="1748837" y="1735121"/>
                  </a:lnTo>
                  <a:lnTo>
                    <a:pt x="1748894" y="1734997"/>
                  </a:lnTo>
                  <a:lnTo>
                    <a:pt x="1748996" y="1734884"/>
                  </a:lnTo>
                  <a:lnTo>
                    <a:pt x="1749120" y="1734754"/>
                  </a:lnTo>
                  <a:lnTo>
                    <a:pt x="1749171" y="1734709"/>
                  </a:lnTo>
                  <a:lnTo>
                    <a:pt x="1749179" y="1734702"/>
                  </a:lnTo>
                  <a:lnTo>
                    <a:pt x="1749193" y="1734689"/>
                  </a:lnTo>
                  <a:lnTo>
                    <a:pt x="1749215" y="1734671"/>
                  </a:lnTo>
                  <a:lnTo>
                    <a:pt x="1749327" y="1734571"/>
                  </a:lnTo>
                  <a:lnTo>
                    <a:pt x="1749435" y="1734476"/>
                  </a:lnTo>
                  <a:lnTo>
                    <a:pt x="1749656" y="1734304"/>
                  </a:lnTo>
                  <a:lnTo>
                    <a:pt x="1749662" y="1734299"/>
                  </a:lnTo>
                  <a:lnTo>
                    <a:pt x="1749675" y="1734264"/>
                  </a:lnTo>
                  <a:lnTo>
                    <a:pt x="1749700" y="1734192"/>
                  </a:lnTo>
                  <a:lnTo>
                    <a:pt x="1749734" y="1734097"/>
                  </a:lnTo>
                  <a:lnTo>
                    <a:pt x="1749742" y="1734056"/>
                  </a:lnTo>
                  <a:lnTo>
                    <a:pt x="1749742" y="1734044"/>
                  </a:lnTo>
                  <a:lnTo>
                    <a:pt x="1749727" y="1734025"/>
                  </a:lnTo>
                  <a:lnTo>
                    <a:pt x="1749670" y="1733953"/>
                  </a:lnTo>
                  <a:lnTo>
                    <a:pt x="1749612" y="1733880"/>
                  </a:lnTo>
                  <a:lnTo>
                    <a:pt x="1749594" y="1733858"/>
                  </a:lnTo>
                  <a:lnTo>
                    <a:pt x="1749550" y="1733805"/>
                  </a:lnTo>
                  <a:lnTo>
                    <a:pt x="1749535" y="1733783"/>
                  </a:lnTo>
                  <a:lnTo>
                    <a:pt x="1749301" y="1733940"/>
                  </a:lnTo>
                  <a:lnTo>
                    <a:pt x="1749219" y="1734004"/>
                  </a:lnTo>
                  <a:lnTo>
                    <a:pt x="1749155" y="1734054"/>
                  </a:lnTo>
                  <a:lnTo>
                    <a:pt x="1749145" y="1734070"/>
                  </a:lnTo>
                  <a:lnTo>
                    <a:pt x="1749104" y="1734089"/>
                  </a:lnTo>
                  <a:lnTo>
                    <a:pt x="1748955" y="1734106"/>
                  </a:lnTo>
                  <a:lnTo>
                    <a:pt x="1748842" y="1734031"/>
                  </a:lnTo>
                  <a:lnTo>
                    <a:pt x="1748828" y="1733982"/>
                  </a:lnTo>
                  <a:lnTo>
                    <a:pt x="1748797" y="1733871"/>
                  </a:lnTo>
                  <a:lnTo>
                    <a:pt x="1748612" y="1733681"/>
                  </a:lnTo>
                  <a:lnTo>
                    <a:pt x="1748503" y="1733723"/>
                  </a:lnTo>
                  <a:lnTo>
                    <a:pt x="1748476" y="1733667"/>
                  </a:lnTo>
                  <a:lnTo>
                    <a:pt x="1748472" y="1733626"/>
                  </a:lnTo>
                  <a:lnTo>
                    <a:pt x="1748440" y="1733312"/>
                  </a:lnTo>
                  <a:lnTo>
                    <a:pt x="1748439" y="1732893"/>
                  </a:lnTo>
                  <a:lnTo>
                    <a:pt x="1748445" y="1732879"/>
                  </a:lnTo>
                  <a:lnTo>
                    <a:pt x="1748458" y="1732850"/>
                  </a:lnTo>
                  <a:lnTo>
                    <a:pt x="1748524" y="1732724"/>
                  </a:lnTo>
                  <a:lnTo>
                    <a:pt x="1748636" y="1732659"/>
                  </a:lnTo>
                  <a:lnTo>
                    <a:pt x="1748668" y="1732647"/>
                  </a:lnTo>
                  <a:lnTo>
                    <a:pt x="1748659" y="1732614"/>
                  </a:lnTo>
                  <a:lnTo>
                    <a:pt x="1748648" y="1732573"/>
                  </a:lnTo>
                  <a:lnTo>
                    <a:pt x="1748583" y="1732335"/>
                  </a:lnTo>
                  <a:lnTo>
                    <a:pt x="1748544" y="1731762"/>
                  </a:lnTo>
                  <a:lnTo>
                    <a:pt x="1748517" y="1731296"/>
                  </a:lnTo>
                  <a:lnTo>
                    <a:pt x="1748514" y="1731250"/>
                  </a:lnTo>
                  <a:lnTo>
                    <a:pt x="1748537" y="1731176"/>
                  </a:lnTo>
                  <a:lnTo>
                    <a:pt x="1748563" y="1731123"/>
                  </a:lnTo>
                  <a:lnTo>
                    <a:pt x="1748734" y="1730886"/>
                  </a:lnTo>
                  <a:lnTo>
                    <a:pt x="1748853" y="1730808"/>
                  </a:lnTo>
                  <a:lnTo>
                    <a:pt x="1748914" y="1730722"/>
                  </a:lnTo>
                  <a:lnTo>
                    <a:pt x="1748933" y="1730656"/>
                  </a:lnTo>
                  <a:lnTo>
                    <a:pt x="1748945" y="1730605"/>
                  </a:lnTo>
                  <a:lnTo>
                    <a:pt x="1748958" y="1730020"/>
                  </a:lnTo>
                  <a:lnTo>
                    <a:pt x="1748944" y="1729691"/>
                  </a:lnTo>
                  <a:lnTo>
                    <a:pt x="1748941" y="1729667"/>
                  </a:lnTo>
                  <a:lnTo>
                    <a:pt x="1748778" y="1729639"/>
                  </a:lnTo>
                  <a:lnTo>
                    <a:pt x="1748766" y="1729711"/>
                  </a:lnTo>
                  <a:lnTo>
                    <a:pt x="1748764" y="1729802"/>
                  </a:lnTo>
                  <a:lnTo>
                    <a:pt x="1748765" y="1730004"/>
                  </a:lnTo>
                  <a:lnTo>
                    <a:pt x="1748756" y="1730231"/>
                  </a:lnTo>
                  <a:lnTo>
                    <a:pt x="1748742" y="1730288"/>
                  </a:lnTo>
                  <a:lnTo>
                    <a:pt x="1748544" y="1730717"/>
                  </a:lnTo>
                  <a:lnTo>
                    <a:pt x="1748436" y="1730715"/>
                  </a:lnTo>
                  <a:lnTo>
                    <a:pt x="1748388" y="1730699"/>
                  </a:lnTo>
                  <a:lnTo>
                    <a:pt x="1748231" y="1730591"/>
                  </a:lnTo>
                  <a:lnTo>
                    <a:pt x="1748191" y="1730560"/>
                  </a:lnTo>
                  <a:lnTo>
                    <a:pt x="1748133" y="1730493"/>
                  </a:lnTo>
                  <a:lnTo>
                    <a:pt x="1747967" y="1730358"/>
                  </a:lnTo>
                  <a:lnTo>
                    <a:pt x="1747778" y="1730213"/>
                  </a:lnTo>
                  <a:lnTo>
                    <a:pt x="1747455" y="1729972"/>
                  </a:lnTo>
                  <a:lnTo>
                    <a:pt x="1747285" y="1729849"/>
                  </a:lnTo>
                  <a:lnTo>
                    <a:pt x="1747270" y="1729813"/>
                  </a:lnTo>
                  <a:lnTo>
                    <a:pt x="1747176" y="1729616"/>
                  </a:lnTo>
                  <a:lnTo>
                    <a:pt x="1747129" y="1729524"/>
                  </a:lnTo>
                  <a:lnTo>
                    <a:pt x="1747015" y="1729435"/>
                  </a:lnTo>
                  <a:lnTo>
                    <a:pt x="1746934" y="1729396"/>
                  </a:lnTo>
                  <a:lnTo>
                    <a:pt x="1746875" y="1729316"/>
                  </a:lnTo>
                  <a:lnTo>
                    <a:pt x="1746805" y="1729204"/>
                  </a:lnTo>
                  <a:lnTo>
                    <a:pt x="1746741" y="1729007"/>
                  </a:lnTo>
                  <a:lnTo>
                    <a:pt x="1746717" y="1728808"/>
                  </a:lnTo>
                  <a:lnTo>
                    <a:pt x="1746724" y="1728656"/>
                  </a:lnTo>
                  <a:lnTo>
                    <a:pt x="1746693" y="1728565"/>
                  </a:lnTo>
                  <a:lnTo>
                    <a:pt x="1746632" y="1728397"/>
                  </a:lnTo>
                  <a:lnTo>
                    <a:pt x="1746573" y="1728336"/>
                  </a:lnTo>
                  <a:lnTo>
                    <a:pt x="1746475" y="1728260"/>
                  </a:lnTo>
                  <a:lnTo>
                    <a:pt x="1746457" y="1728253"/>
                  </a:lnTo>
                  <a:lnTo>
                    <a:pt x="1746450" y="1728281"/>
                  </a:lnTo>
                  <a:lnTo>
                    <a:pt x="1746420" y="1728347"/>
                  </a:lnTo>
                  <a:lnTo>
                    <a:pt x="1746408" y="1728350"/>
                  </a:lnTo>
                  <a:lnTo>
                    <a:pt x="1746352" y="1728315"/>
                  </a:lnTo>
                  <a:lnTo>
                    <a:pt x="1746246" y="1728219"/>
                  </a:lnTo>
                  <a:lnTo>
                    <a:pt x="1746174" y="1728128"/>
                  </a:lnTo>
                  <a:lnTo>
                    <a:pt x="1746046" y="1728204"/>
                  </a:lnTo>
                  <a:lnTo>
                    <a:pt x="1745935" y="1728269"/>
                  </a:lnTo>
                  <a:lnTo>
                    <a:pt x="1745955" y="1728330"/>
                  </a:lnTo>
                  <a:lnTo>
                    <a:pt x="1745984" y="1728395"/>
                  </a:lnTo>
                  <a:lnTo>
                    <a:pt x="1745989" y="1728405"/>
                  </a:lnTo>
                  <a:lnTo>
                    <a:pt x="1746241" y="1728577"/>
                  </a:lnTo>
                  <a:lnTo>
                    <a:pt x="1746503" y="1728810"/>
                  </a:lnTo>
                  <a:lnTo>
                    <a:pt x="1746518" y="1728835"/>
                  </a:lnTo>
                  <a:lnTo>
                    <a:pt x="1746530" y="1728857"/>
                  </a:lnTo>
                  <a:lnTo>
                    <a:pt x="1746543" y="1728878"/>
                  </a:lnTo>
                  <a:lnTo>
                    <a:pt x="1746558" y="1728978"/>
                  </a:lnTo>
                  <a:lnTo>
                    <a:pt x="1746564" y="1729120"/>
                  </a:lnTo>
                  <a:lnTo>
                    <a:pt x="1746562" y="1729300"/>
                  </a:lnTo>
                  <a:lnTo>
                    <a:pt x="1746599" y="1729495"/>
                  </a:lnTo>
                  <a:lnTo>
                    <a:pt x="1746694" y="1729790"/>
                  </a:lnTo>
                  <a:lnTo>
                    <a:pt x="1746826" y="1730063"/>
                  </a:lnTo>
                  <a:lnTo>
                    <a:pt x="1746933" y="1730276"/>
                  </a:lnTo>
                  <a:lnTo>
                    <a:pt x="1747028" y="1730298"/>
                  </a:lnTo>
                  <a:lnTo>
                    <a:pt x="1747155" y="1730342"/>
                  </a:lnTo>
                  <a:lnTo>
                    <a:pt x="1747202" y="1730376"/>
                  </a:lnTo>
                  <a:lnTo>
                    <a:pt x="1747253" y="1730447"/>
                  </a:lnTo>
                  <a:lnTo>
                    <a:pt x="1747283" y="1730510"/>
                  </a:lnTo>
                  <a:lnTo>
                    <a:pt x="1747301" y="1730561"/>
                  </a:lnTo>
                  <a:lnTo>
                    <a:pt x="1747283" y="1730669"/>
                  </a:lnTo>
                  <a:lnTo>
                    <a:pt x="1747269" y="1730697"/>
                  </a:lnTo>
                  <a:lnTo>
                    <a:pt x="1747184" y="1730763"/>
                  </a:lnTo>
                  <a:lnTo>
                    <a:pt x="1747214" y="1730878"/>
                  </a:lnTo>
                  <a:lnTo>
                    <a:pt x="1747265" y="1731002"/>
                  </a:lnTo>
                  <a:lnTo>
                    <a:pt x="1747300" y="1731021"/>
                  </a:lnTo>
                  <a:lnTo>
                    <a:pt x="1747470" y="1731454"/>
                  </a:lnTo>
                  <a:lnTo>
                    <a:pt x="1747512" y="1731565"/>
                  </a:lnTo>
                  <a:lnTo>
                    <a:pt x="1747579" y="1731739"/>
                  </a:lnTo>
                  <a:lnTo>
                    <a:pt x="1747603" y="1731751"/>
                  </a:lnTo>
                  <a:lnTo>
                    <a:pt x="1747639" y="1731816"/>
                  </a:lnTo>
                  <a:lnTo>
                    <a:pt x="1747686" y="1731978"/>
                  </a:lnTo>
                  <a:lnTo>
                    <a:pt x="1747804" y="1732471"/>
                  </a:lnTo>
                  <a:lnTo>
                    <a:pt x="1747814" y="1732769"/>
                  </a:lnTo>
                  <a:lnTo>
                    <a:pt x="1747707" y="1732775"/>
                  </a:lnTo>
                  <a:lnTo>
                    <a:pt x="1747455" y="1732795"/>
                  </a:lnTo>
                  <a:lnTo>
                    <a:pt x="1747214" y="1732818"/>
                  </a:lnTo>
                  <a:lnTo>
                    <a:pt x="1747114" y="1732838"/>
                  </a:lnTo>
                  <a:lnTo>
                    <a:pt x="1747005" y="1732876"/>
                  </a:lnTo>
                  <a:lnTo>
                    <a:pt x="1746911" y="1732956"/>
                  </a:lnTo>
                  <a:lnTo>
                    <a:pt x="1746908" y="1733267"/>
                  </a:lnTo>
                  <a:lnTo>
                    <a:pt x="1746983" y="1733540"/>
                  </a:lnTo>
                  <a:lnTo>
                    <a:pt x="1747005" y="1733553"/>
                  </a:lnTo>
                  <a:lnTo>
                    <a:pt x="1747156" y="1733647"/>
                  </a:lnTo>
                  <a:lnTo>
                    <a:pt x="1747392" y="1733793"/>
                  </a:lnTo>
                  <a:lnTo>
                    <a:pt x="1747411" y="1733792"/>
                  </a:lnTo>
                  <a:lnTo>
                    <a:pt x="1747430" y="1733758"/>
                  </a:lnTo>
                  <a:lnTo>
                    <a:pt x="1747421" y="1733745"/>
                  </a:lnTo>
                  <a:lnTo>
                    <a:pt x="1747369" y="1733733"/>
                  </a:lnTo>
                  <a:lnTo>
                    <a:pt x="1747257" y="1733495"/>
                  </a:lnTo>
                  <a:lnTo>
                    <a:pt x="1747433" y="1733124"/>
                  </a:lnTo>
                  <a:lnTo>
                    <a:pt x="1747546" y="1732981"/>
                  </a:lnTo>
                  <a:lnTo>
                    <a:pt x="1747736" y="1732859"/>
                  </a:lnTo>
                  <a:lnTo>
                    <a:pt x="1747786" y="1732859"/>
                  </a:lnTo>
                  <a:lnTo>
                    <a:pt x="1747817" y="1732884"/>
                  </a:lnTo>
                  <a:lnTo>
                    <a:pt x="1747909" y="1733507"/>
                  </a:lnTo>
                  <a:lnTo>
                    <a:pt x="1747925" y="1733637"/>
                  </a:lnTo>
                  <a:lnTo>
                    <a:pt x="1747952" y="1733840"/>
                  </a:lnTo>
                  <a:lnTo>
                    <a:pt x="1747957" y="1733871"/>
                  </a:lnTo>
                  <a:lnTo>
                    <a:pt x="1747986" y="1733975"/>
                  </a:lnTo>
                  <a:lnTo>
                    <a:pt x="1748019" y="1734094"/>
                  </a:lnTo>
                  <a:lnTo>
                    <a:pt x="1748021" y="1734100"/>
                  </a:lnTo>
                  <a:lnTo>
                    <a:pt x="1748139" y="1734289"/>
                  </a:lnTo>
                  <a:lnTo>
                    <a:pt x="1748132" y="1734769"/>
                  </a:lnTo>
                  <a:lnTo>
                    <a:pt x="1748131" y="1734802"/>
                  </a:lnTo>
                  <a:lnTo>
                    <a:pt x="1748031" y="1734800"/>
                  </a:lnTo>
                  <a:lnTo>
                    <a:pt x="1747994" y="1734777"/>
                  </a:lnTo>
                  <a:lnTo>
                    <a:pt x="1747990" y="1734758"/>
                  </a:lnTo>
                  <a:lnTo>
                    <a:pt x="1747867" y="1734713"/>
                  </a:lnTo>
                  <a:lnTo>
                    <a:pt x="1747808" y="1734792"/>
                  </a:lnTo>
                  <a:lnTo>
                    <a:pt x="1747753" y="1734886"/>
                  </a:lnTo>
                  <a:lnTo>
                    <a:pt x="1747776" y="1735076"/>
                  </a:lnTo>
                  <a:lnTo>
                    <a:pt x="1747423" y="1735507"/>
                  </a:lnTo>
                  <a:lnTo>
                    <a:pt x="1747410" y="1735522"/>
                  </a:lnTo>
                  <a:lnTo>
                    <a:pt x="1747410" y="1735535"/>
                  </a:lnTo>
                  <a:lnTo>
                    <a:pt x="1747411" y="1735563"/>
                  </a:lnTo>
                  <a:lnTo>
                    <a:pt x="1747413" y="1735629"/>
                  </a:lnTo>
                  <a:lnTo>
                    <a:pt x="1747411" y="1735661"/>
                  </a:lnTo>
                  <a:lnTo>
                    <a:pt x="1747380" y="1735693"/>
                  </a:lnTo>
                  <a:lnTo>
                    <a:pt x="1747374" y="1735698"/>
                  </a:lnTo>
                  <a:lnTo>
                    <a:pt x="1747349" y="1735704"/>
                  </a:lnTo>
                  <a:lnTo>
                    <a:pt x="1747330" y="1735700"/>
                  </a:lnTo>
                  <a:lnTo>
                    <a:pt x="1747324" y="1735698"/>
                  </a:lnTo>
                  <a:lnTo>
                    <a:pt x="1747247" y="1735667"/>
                  </a:lnTo>
                  <a:lnTo>
                    <a:pt x="1747208" y="1735626"/>
                  </a:lnTo>
                  <a:lnTo>
                    <a:pt x="1747062" y="1735481"/>
                  </a:lnTo>
                  <a:lnTo>
                    <a:pt x="1747047" y="1735467"/>
                  </a:lnTo>
                  <a:lnTo>
                    <a:pt x="1747019" y="1735438"/>
                  </a:lnTo>
                  <a:lnTo>
                    <a:pt x="1746993" y="1735413"/>
                  </a:lnTo>
                  <a:lnTo>
                    <a:pt x="1746929" y="1735681"/>
                  </a:lnTo>
                  <a:lnTo>
                    <a:pt x="1746923" y="1735691"/>
                  </a:lnTo>
                  <a:lnTo>
                    <a:pt x="1746893" y="1736089"/>
                  </a:lnTo>
                  <a:lnTo>
                    <a:pt x="1746897" y="1736104"/>
                  </a:lnTo>
                  <a:lnTo>
                    <a:pt x="1746983" y="1736273"/>
                  </a:lnTo>
                  <a:lnTo>
                    <a:pt x="1747179" y="1736581"/>
                  </a:lnTo>
                  <a:lnTo>
                    <a:pt x="1747251" y="1736647"/>
                  </a:lnTo>
                  <a:lnTo>
                    <a:pt x="1747261" y="1736642"/>
                  </a:lnTo>
                  <a:lnTo>
                    <a:pt x="1747338" y="1736505"/>
                  </a:lnTo>
                  <a:lnTo>
                    <a:pt x="1747330" y="1736457"/>
                  </a:lnTo>
                  <a:lnTo>
                    <a:pt x="1747261" y="1736406"/>
                  </a:lnTo>
                  <a:lnTo>
                    <a:pt x="1747293" y="1736361"/>
                  </a:lnTo>
                  <a:lnTo>
                    <a:pt x="1747545" y="1736532"/>
                  </a:lnTo>
                  <a:lnTo>
                    <a:pt x="1747558" y="1736541"/>
                  </a:lnTo>
                  <a:lnTo>
                    <a:pt x="1747673" y="1736659"/>
                  </a:lnTo>
                  <a:lnTo>
                    <a:pt x="1747784" y="1736842"/>
                  </a:lnTo>
                  <a:lnTo>
                    <a:pt x="1747814" y="1736915"/>
                  </a:lnTo>
                  <a:lnTo>
                    <a:pt x="1747683" y="1737011"/>
                  </a:lnTo>
                  <a:lnTo>
                    <a:pt x="1747688" y="1737067"/>
                  </a:lnTo>
                  <a:lnTo>
                    <a:pt x="1747803" y="1737330"/>
                  </a:lnTo>
                  <a:lnTo>
                    <a:pt x="1747810" y="1737345"/>
                  </a:lnTo>
                  <a:lnTo>
                    <a:pt x="1747903" y="1737459"/>
                  </a:lnTo>
                  <a:lnTo>
                    <a:pt x="1748011" y="1737314"/>
                  </a:lnTo>
                  <a:lnTo>
                    <a:pt x="1748410" y="1737589"/>
                  </a:lnTo>
                  <a:lnTo>
                    <a:pt x="1748455" y="1737717"/>
                  </a:lnTo>
                  <a:lnTo>
                    <a:pt x="1748493" y="1738096"/>
                  </a:lnTo>
                  <a:lnTo>
                    <a:pt x="1748491" y="1738298"/>
                  </a:lnTo>
                  <a:lnTo>
                    <a:pt x="1748447" y="1738420"/>
                  </a:lnTo>
                  <a:lnTo>
                    <a:pt x="1748328" y="1738711"/>
                  </a:lnTo>
                  <a:lnTo>
                    <a:pt x="1748270" y="1738793"/>
                  </a:lnTo>
                  <a:lnTo>
                    <a:pt x="1748186" y="1738956"/>
                  </a:lnTo>
                  <a:lnTo>
                    <a:pt x="1748147" y="1739042"/>
                  </a:lnTo>
                  <a:lnTo>
                    <a:pt x="1748085" y="1739270"/>
                  </a:lnTo>
                  <a:lnTo>
                    <a:pt x="1748063" y="1739435"/>
                  </a:lnTo>
                  <a:lnTo>
                    <a:pt x="1748097" y="1739550"/>
                  </a:lnTo>
                  <a:lnTo>
                    <a:pt x="1748093" y="1739865"/>
                  </a:lnTo>
                  <a:lnTo>
                    <a:pt x="1748035" y="1740221"/>
                  </a:lnTo>
                  <a:lnTo>
                    <a:pt x="1747927" y="1740632"/>
                  </a:lnTo>
                  <a:lnTo>
                    <a:pt x="1747723" y="1740550"/>
                  </a:lnTo>
                  <a:lnTo>
                    <a:pt x="1747654" y="1740741"/>
                  </a:lnTo>
                  <a:lnTo>
                    <a:pt x="1747628" y="1740851"/>
                  </a:lnTo>
                  <a:lnTo>
                    <a:pt x="1747601" y="1740966"/>
                  </a:lnTo>
                  <a:lnTo>
                    <a:pt x="1747485" y="1741457"/>
                  </a:lnTo>
                  <a:lnTo>
                    <a:pt x="1747490" y="1741515"/>
                  </a:lnTo>
                  <a:lnTo>
                    <a:pt x="1747510" y="1741715"/>
                  </a:lnTo>
                  <a:lnTo>
                    <a:pt x="1747478" y="1742125"/>
                  </a:lnTo>
                  <a:lnTo>
                    <a:pt x="1747378" y="1742434"/>
                  </a:lnTo>
                  <a:lnTo>
                    <a:pt x="1747545" y="1742584"/>
                  </a:lnTo>
                  <a:lnTo>
                    <a:pt x="1747465" y="1742688"/>
                  </a:lnTo>
                  <a:lnTo>
                    <a:pt x="1747372" y="1742786"/>
                  </a:lnTo>
                  <a:lnTo>
                    <a:pt x="1747229" y="1742995"/>
                  </a:lnTo>
                  <a:lnTo>
                    <a:pt x="1747185" y="1743060"/>
                  </a:lnTo>
                  <a:lnTo>
                    <a:pt x="1747030" y="1743240"/>
                  </a:lnTo>
                  <a:lnTo>
                    <a:pt x="1746750" y="1743357"/>
                  </a:lnTo>
                  <a:lnTo>
                    <a:pt x="1746615" y="1743219"/>
                  </a:lnTo>
                  <a:lnTo>
                    <a:pt x="1746300" y="1742782"/>
                  </a:lnTo>
                  <a:lnTo>
                    <a:pt x="1746232" y="1742739"/>
                  </a:lnTo>
                  <a:lnTo>
                    <a:pt x="1746038" y="1742830"/>
                  </a:lnTo>
                  <a:lnTo>
                    <a:pt x="1745957" y="1742890"/>
                  </a:lnTo>
                  <a:lnTo>
                    <a:pt x="1745665" y="1743207"/>
                  </a:lnTo>
                  <a:lnTo>
                    <a:pt x="1745564" y="1743268"/>
                  </a:lnTo>
                  <a:lnTo>
                    <a:pt x="1745542" y="1743244"/>
                  </a:lnTo>
                  <a:lnTo>
                    <a:pt x="1745516" y="1743204"/>
                  </a:lnTo>
                  <a:lnTo>
                    <a:pt x="1745480" y="1743244"/>
                  </a:lnTo>
                  <a:lnTo>
                    <a:pt x="1745464" y="1743266"/>
                  </a:lnTo>
                  <a:lnTo>
                    <a:pt x="1745394" y="1743431"/>
                  </a:lnTo>
                  <a:lnTo>
                    <a:pt x="1745322" y="1743601"/>
                  </a:lnTo>
                  <a:lnTo>
                    <a:pt x="1745353" y="1743641"/>
                  </a:lnTo>
                  <a:lnTo>
                    <a:pt x="1745344" y="1743707"/>
                  </a:lnTo>
                  <a:lnTo>
                    <a:pt x="1745309" y="1743841"/>
                  </a:lnTo>
                  <a:lnTo>
                    <a:pt x="1745292" y="1743908"/>
                  </a:lnTo>
                  <a:lnTo>
                    <a:pt x="1745166" y="1744133"/>
                  </a:lnTo>
                  <a:lnTo>
                    <a:pt x="1745043" y="1744261"/>
                  </a:lnTo>
                  <a:lnTo>
                    <a:pt x="1744987" y="1744312"/>
                  </a:lnTo>
                  <a:lnTo>
                    <a:pt x="1744975" y="1744319"/>
                  </a:lnTo>
                  <a:lnTo>
                    <a:pt x="1744969" y="1744319"/>
                  </a:lnTo>
                  <a:lnTo>
                    <a:pt x="1744963" y="1744320"/>
                  </a:lnTo>
                  <a:lnTo>
                    <a:pt x="1744957" y="1744321"/>
                  </a:lnTo>
                  <a:lnTo>
                    <a:pt x="1744952" y="1744323"/>
                  </a:lnTo>
                  <a:lnTo>
                    <a:pt x="1744944" y="1744328"/>
                  </a:lnTo>
                  <a:lnTo>
                    <a:pt x="1744939" y="1744332"/>
                  </a:lnTo>
                  <a:lnTo>
                    <a:pt x="1744935" y="1744337"/>
                  </a:lnTo>
                  <a:lnTo>
                    <a:pt x="1744932" y="1744342"/>
                  </a:lnTo>
                  <a:lnTo>
                    <a:pt x="1744929" y="1744348"/>
                  </a:lnTo>
                  <a:lnTo>
                    <a:pt x="1744927" y="1744353"/>
                  </a:lnTo>
                  <a:lnTo>
                    <a:pt x="1744764" y="1744469"/>
                  </a:lnTo>
                  <a:lnTo>
                    <a:pt x="1744743" y="1744484"/>
                  </a:lnTo>
                  <a:lnTo>
                    <a:pt x="1744644" y="1744518"/>
                  </a:lnTo>
                  <a:lnTo>
                    <a:pt x="1744533" y="1744548"/>
                  </a:lnTo>
                  <a:lnTo>
                    <a:pt x="1744471" y="1744552"/>
                  </a:lnTo>
                  <a:lnTo>
                    <a:pt x="1744324" y="1744545"/>
                  </a:lnTo>
                  <a:lnTo>
                    <a:pt x="1744241" y="1744598"/>
                  </a:lnTo>
                  <a:lnTo>
                    <a:pt x="1744041" y="1744736"/>
                  </a:lnTo>
                  <a:lnTo>
                    <a:pt x="1744010" y="1744736"/>
                  </a:lnTo>
                  <a:lnTo>
                    <a:pt x="1743974" y="1744705"/>
                  </a:lnTo>
                  <a:lnTo>
                    <a:pt x="1743955" y="1744681"/>
                  </a:lnTo>
                  <a:lnTo>
                    <a:pt x="1743952" y="1744675"/>
                  </a:lnTo>
                  <a:lnTo>
                    <a:pt x="1743946" y="1744668"/>
                  </a:lnTo>
                  <a:lnTo>
                    <a:pt x="1743890" y="1744597"/>
                  </a:lnTo>
                  <a:lnTo>
                    <a:pt x="1743769" y="1744231"/>
                  </a:lnTo>
                  <a:lnTo>
                    <a:pt x="1743756" y="1744191"/>
                  </a:lnTo>
                  <a:lnTo>
                    <a:pt x="1743725" y="1744206"/>
                  </a:lnTo>
                  <a:lnTo>
                    <a:pt x="1743685" y="1744225"/>
                  </a:lnTo>
                  <a:lnTo>
                    <a:pt x="1743633" y="1744249"/>
                  </a:lnTo>
                  <a:lnTo>
                    <a:pt x="1743556" y="1744296"/>
                  </a:lnTo>
                  <a:lnTo>
                    <a:pt x="1743538" y="1744326"/>
                  </a:lnTo>
                  <a:lnTo>
                    <a:pt x="1743523" y="1744352"/>
                  </a:lnTo>
                  <a:lnTo>
                    <a:pt x="1743414" y="1744447"/>
                  </a:lnTo>
                  <a:lnTo>
                    <a:pt x="1743232" y="1744473"/>
                  </a:lnTo>
                  <a:lnTo>
                    <a:pt x="1743191" y="1744489"/>
                  </a:lnTo>
                  <a:lnTo>
                    <a:pt x="1743185" y="1744490"/>
                  </a:lnTo>
                  <a:lnTo>
                    <a:pt x="1743180" y="1744491"/>
                  </a:lnTo>
                  <a:lnTo>
                    <a:pt x="1743172" y="1744496"/>
                  </a:lnTo>
                  <a:lnTo>
                    <a:pt x="1743121" y="1744516"/>
                  </a:lnTo>
                  <a:lnTo>
                    <a:pt x="1743095" y="1744528"/>
                  </a:lnTo>
                  <a:lnTo>
                    <a:pt x="1743084" y="1744533"/>
                  </a:lnTo>
                  <a:lnTo>
                    <a:pt x="1742984" y="1744581"/>
                  </a:lnTo>
                  <a:lnTo>
                    <a:pt x="1743023" y="1744647"/>
                  </a:lnTo>
                  <a:lnTo>
                    <a:pt x="1743025" y="1744753"/>
                  </a:lnTo>
                  <a:lnTo>
                    <a:pt x="1742999" y="1744833"/>
                  </a:lnTo>
                  <a:lnTo>
                    <a:pt x="1742788" y="1744859"/>
                  </a:lnTo>
                  <a:lnTo>
                    <a:pt x="1742544" y="1744978"/>
                  </a:lnTo>
                  <a:lnTo>
                    <a:pt x="1742447" y="1745022"/>
                  </a:lnTo>
                  <a:lnTo>
                    <a:pt x="1742419" y="1745015"/>
                  </a:lnTo>
                  <a:lnTo>
                    <a:pt x="1742401" y="1744923"/>
                  </a:lnTo>
                  <a:lnTo>
                    <a:pt x="1742374" y="1744906"/>
                  </a:lnTo>
                  <a:lnTo>
                    <a:pt x="1742365" y="1744911"/>
                  </a:lnTo>
                  <a:lnTo>
                    <a:pt x="1742337" y="1744923"/>
                  </a:lnTo>
                  <a:lnTo>
                    <a:pt x="1742176" y="1744992"/>
                  </a:lnTo>
                  <a:lnTo>
                    <a:pt x="1742168" y="1744996"/>
                  </a:lnTo>
                  <a:lnTo>
                    <a:pt x="1742139" y="1745011"/>
                  </a:lnTo>
                  <a:lnTo>
                    <a:pt x="1741914" y="1745137"/>
                  </a:lnTo>
                  <a:lnTo>
                    <a:pt x="1741664" y="1745274"/>
                  </a:lnTo>
                  <a:lnTo>
                    <a:pt x="1741574" y="1745323"/>
                  </a:lnTo>
                  <a:lnTo>
                    <a:pt x="1741554" y="1745334"/>
                  </a:lnTo>
                  <a:lnTo>
                    <a:pt x="1741480" y="1745374"/>
                  </a:lnTo>
                  <a:lnTo>
                    <a:pt x="1741377" y="1745424"/>
                  </a:lnTo>
                  <a:lnTo>
                    <a:pt x="1741288" y="1745469"/>
                  </a:lnTo>
                  <a:lnTo>
                    <a:pt x="1741067" y="1745573"/>
                  </a:lnTo>
                  <a:lnTo>
                    <a:pt x="1740698" y="1745667"/>
                  </a:lnTo>
                  <a:lnTo>
                    <a:pt x="1740597" y="1745620"/>
                  </a:lnTo>
                  <a:lnTo>
                    <a:pt x="1740586" y="1745600"/>
                  </a:lnTo>
                  <a:lnTo>
                    <a:pt x="1740583" y="1745571"/>
                  </a:lnTo>
                  <a:lnTo>
                    <a:pt x="1740582" y="1745563"/>
                  </a:lnTo>
                  <a:lnTo>
                    <a:pt x="1740567" y="1745509"/>
                  </a:lnTo>
                  <a:lnTo>
                    <a:pt x="1740558" y="1745478"/>
                  </a:lnTo>
                  <a:lnTo>
                    <a:pt x="1740536" y="1745409"/>
                  </a:lnTo>
                  <a:lnTo>
                    <a:pt x="1740528" y="1745395"/>
                  </a:lnTo>
                  <a:lnTo>
                    <a:pt x="1740484" y="1745325"/>
                  </a:lnTo>
                  <a:lnTo>
                    <a:pt x="1740439" y="1745265"/>
                  </a:lnTo>
                  <a:lnTo>
                    <a:pt x="1740415" y="1745268"/>
                  </a:lnTo>
                  <a:lnTo>
                    <a:pt x="1740202" y="1745290"/>
                  </a:lnTo>
                  <a:lnTo>
                    <a:pt x="1740154" y="1745295"/>
                  </a:lnTo>
                  <a:lnTo>
                    <a:pt x="1740080" y="1745252"/>
                  </a:lnTo>
                  <a:lnTo>
                    <a:pt x="1740066" y="1745247"/>
                  </a:lnTo>
                  <a:lnTo>
                    <a:pt x="1739944" y="1745204"/>
                  </a:lnTo>
                  <a:lnTo>
                    <a:pt x="1739923" y="1745198"/>
                  </a:lnTo>
                  <a:lnTo>
                    <a:pt x="1739825" y="1745175"/>
                  </a:lnTo>
                  <a:lnTo>
                    <a:pt x="1739686" y="1745144"/>
                  </a:lnTo>
                  <a:lnTo>
                    <a:pt x="1739677" y="1745195"/>
                  </a:lnTo>
                  <a:lnTo>
                    <a:pt x="1739682" y="1745205"/>
                  </a:lnTo>
                  <a:lnTo>
                    <a:pt x="1739689" y="1745217"/>
                  </a:lnTo>
                  <a:lnTo>
                    <a:pt x="1739772" y="1745212"/>
                  </a:lnTo>
                  <a:lnTo>
                    <a:pt x="1739791" y="1745228"/>
                  </a:lnTo>
                  <a:lnTo>
                    <a:pt x="1739940" y="1745445"/>
                  </a:lnTo>
                  <a:lnTo>
                    <a:pt x="1739977" y="1745500"/>
                  </a:lnTo>
                  <a:lnTo>
                    <a:pt x="1740152" y="1745754"/>
                  </a:lnTo>
                  <a:lnTo>
                    <a:pt x="1740161" y="1745864"/>
                  </a:lnTo>
                  <a:lnTo>
                    <a:pt x="1740163" y="1745894"/>
                  </a:lnTo>
                  <a:lnTo>
                    <a:pt x="1740147" y="1746161"/>
                  </a:lnTo>
                  <a:lnTo>
                    <a:pt x="1740140" y="1746175"/>
                  </a:lnTo>
                  <a:lnTo>
                    <a:pt x="1739805" y="1746482"/>
                  </a:lnTo>
                  <a:lnTo>
                    <a:pt x="1739718" y="1746745"/>
                  </a:lnTo>
                  <a:lnTo>
                    <a:pt x="1739684" y="1746847"/>
                  </a:lnTo>
                  <a:lnTo>
                    <a:pt x="1739677" y="1746989"/>
                  </a:lnTo>
                  <a:lnTo>
                    <a:pt x="1739672" y="1747103"/>
                  </a:lnTo>
                  <a:lnTo>
                    <a:pt x="1739691" y="1747125"/>
                  </a:lnTo>
                  <a:lnTo>
                    <a:pt x="1739726" y="1747166"/>
                  </a:lnTo>
                  <a:lnTo>
                    <a:pt x="1739729" y="1747180"/>
                  </a:lnTo>
                  <a:lnTo>
                    <a:pt x="1739703" y="1747291"/>
                  </a:lnTo>
                  <a:lnTo>
                    <a:pt x="1739681" y="1747389"/>
                  </a:lnTo>
                  <a:lnTo>
                    <a:pt x="1739602" y="1747698"/>
                  </a:lnTo>
                  <a:lnTo>
                    <a:pt x="1739506" y="1747840"/>
                  </a:lnTo>
                  <a:lnTo>
                    <a:pt x="1739492" y="1747856"/>
                  </a:lnTo>
                  <a:lnTo>
                    <a:pt x="1739413" y="1747947"/>
                  </a:lnTo>
                  <a:lnTo>
                    <a:pt x="1739377" y="1747984"/>
                  </a:lnTo>
                  <a:lnTo>
                    <a:pt x="1739369" y="1747992"/>
                  </a:lnTo>
                  <a:lnTo>
                    <a:pt x="1739321" y="1748034"/>
                  </a:lnTo>
                  <a:lnTo>
                    <a:pt x="1739321" y="1748053"/>
                  </a:lnTo>
                  <a:lnTo>
                    <a:pt x="1739323" y="1748118"/>
                  </a:lnTo>
                  <a:lnTo>
                    <a:pt x="1739326" y="1748240"/>
                  </a:lnTo>
                  <a:lnTo>
                    <a:pt x="1739298" y="1748329"/>
                  </a:lnTo>
                  <a:lnTo>
                    <a:pt x="1739251" y="1748426"/>
                  </a:lnTo>
                  <a:lnTo>
                    <a:pt x="1739161" y="1748479"/>
                  </a:lnTo>
                  <a:lnTo>
                    <a:pt x="1739014" y="1748566"/>
                  </a:lnTo>
                  <a:lnTo>
                    <a:pt x="1738947" y="1748606"/>
                  </a:lnTo>
                  <a:lnTo>
                    <a:pt x="1738918" y="1748597"/>
                  </a:lnTo>
                  <a:lnTo>
                    <a:pt x="1738906" y="1748593"/>
                  </a:lnTo>
                  <a:lnTo>
                    <a:pt x="1738809" y="1748338"/>
                  </a:lnTo>
                  <a:lnTo>
                    <a:pt x="1738736" y="1748148"/>
                  </a:lnTo>
                  <a:lnTo>
                    <a:pt x="1738732" y="1748136"/>
                  </a:lnTo>
                  <a:lnTo>
                    <a:pt x="1738718" y="1748100"/>
                  </a:lnTo>
                  <a:lnTo>
                    <a:pt x="1738722" y="1748074"/>
                  </a:lnTo>
                  <a:lnTo>
                    <a:pt x="1738739" y="1747947"/>
                  </a:lnTo>
                  <a:lnTo>
                    <a:pt x="1738743" y="1747921"/>
                  </a:lnTo>
                  <a:lnTo>
                    <a:pt x="1738793" y="1747905"/>
                  </a:lnTo>
                  <a:lnTo>
                    <a:pt x="1738818" y="1747899"/>
                  </a:lnTo>
                  <a:lnTo>
                    <a:pt x="1738808" y="1747823"/>
                  </a:lnTo>
                  <a:lnTo>
                    <a:pt x="1738804" y="1747793"/>
                  </a:lnTo>
                  <a:lnTo>
                    <a:pt x="1738721" y="1747522"/>
                  </a:lnTo>
                  <a:lnTo>
                    <a:pt x="1738587" y="1747386"/>
                  </a:lnTo>
                  <a:lnTo>
                    <a:pt x="1738546" y="1747353"/>
                  </a:lnTo>
                  <a:lnTo>
                    <a:pt x="1738519" y="1747332"/>
                  </a:lnTo>
                  <a:lnTo>
                    <a:pt x="1738523" y="1747307"/>
                  </a:lnTo>
                  <a:lnTo>
                    <a:pt x="1738554" y="1747233"/>
                  </a:lnTo>
                  <a:lnTo>
                    <a:pt x="1738564" y="1747211"/>
                  </a:lnTo>
                  <a:lnTo>
                    <a:pt x="1738571" y="1747201"/>
                  </a:lnTo>
                  <a:lnTo>
                    <a:pt x="1738588" y="1747181"/>
                  </a:lnTo>
                  <a:lnTo>
                    <a:pt x="1738607" y="1747116"/>
                  </a:lnTo>
                  <a:lnTo>
                    <a:pt x="1738608" y="1747024"/>
                  </a:lnTo>
                  <a:lnTo>
                    <a:pt x="1738586" y="1746967"/>
                  </a:lnTo>
                  <a:lnTo>
                    <a:pt x="1738581" y="1746953"/>
                  </a:lnTo>
                  <a:lnTo>
                    <a:pt x="1738568" y="1746919"/>
                  </a:lnTo>
                  <a:lnTo>
                    <a:pt x="1738546" y="1746854"/>
                  </a:lnTo>
                  <a:lnTo>
                    <a:pt x="1738529" y="1746802"/>
                  </a:lnTo>
                  <a:lnTo>
                    <a:pt x="1738522" y="1746781"/>
                  </a:lnTo>
                  <a:lnTo>
                    <a:pt x="1738518" y="1746769"/>
                  </a:lnTo>
                  <a:lnTo>
                    <a:pt x="1738512" y="1746752"/>
                  </a:lnTo>
                  <a:lnTo>
                    <a:pt x="1738503" y="1746665"/>
                  </a:lnTo>
                  <a:lnTo>
                    <a:pt x="1738506" y="1746658"/>
                  </a:lnTo>
                  <a:lnTo>
                    <a:pt x="1738565" y="1746551"/>
                  </a:lnTo>
                  <a:lnTo>
                    <a:pt x="1738622" y="1746494"/>
                  </a:lnTo>
                  <a:lnTo>
                    <a:pt x="1738696" y="1746404"/>
                  </a:lnTo>
                  <a:lnTo>
                    <a:pt x="1738706" y="1746342"/>
                  </a:lnTo>
                  <a:lnTo>
                    <a:pt x="1738705" y="1746282"/>
                  </a:lnTo>
                  <a:lnTo>
                    <a:pt x="1738688" y="1746136"/>
                  </a:lnTo>
                  <a:lnTo>
                    <a:pt x="1738702" y="1745984"/>
                  </a:lnTo>
                  <a:lnTo>
                    <a:pt x="1738754" y="1745800"/>
                  </a:lnTo>
                  <a:lnTo>
                    <a:pt x="1738772" y="1745483"/>
                  </a:lnTo>
                  <a:lnTo>
                    <a:pt x="1738795" y="1745225"/>
                  </a:lnTo>
                  <a:lnTo>
                    <a:pt x="1738833" y="1745014"/>
                  </a:lnTo>
                  <a:lnTo>
                    <a:pt x="1738858" y="1744962"/>
                  </a:lnTo>
                  <a:lnTo>
                    <a:pt x="1738926" y="1744947"/>
                  </a:lnTo>
                  <a:lnTo>
                    <a:pt x="1738962" y="1744951"/>
                  </a:lnTo>
                  <a:lnTo>
                    <a:pt x="1738982" y="1744966"/>
                  </a:lnTo>
                  <a:lnTo>
                    <a:pt x="1738998" y="1744966"/>
                  </a:lnTo>
                  <a:lnTo>
                    <a:pt x="1739019" y="1744963"/>
                  </a:lnTo>
                  <a:lnTo>
                    <a:pt x="1739077" y="1744905"/>
                  </a:lnTo>
                  <a:lnTo>
                    <a:pt x="1739104" y="1744879"/>
                  </a:lnTo>
                  <a:lnTo>
                    <a:pt x="1739116" y="1744856"/>
                  </a:lnTo>
                  <a:lnTo>
                    <a:pt x="1738764" y="1744539"/>
                  </a:lnTo>
                  <a:lnTo>
                    <a:pt x="1738704" y="1744485"/>
                  </a:lnTo>
                  <a:lnTo>
                    <a:pt x="1738585" y="1744526"/>
                  </a:lnTo>
                  <a:lnTo>
                    <a:pt x="1738530" y="1744559"/>
                  </a:lnTo>
                  <a:lnTo>
                    <a:pt x="1738459" y="1744597"/>
                  </a:lnTo>
                  <a:lnTo>
                    <a:pt x="1738438" y="1744567"/>
                  </a:lnTo>
                  <a:lnTo>
                    <a:pt x="1738422" y="1744521"/>
                  </a:lnTo>
                  <a:lnTo>
                    <a:pt x="1738453" y="1744447"/>
                  </a:lnTo>
                  <a:lnTo>
                    <a:pt x="1738495" y="1744356"/>
                  </a:lnTo>
                  <a:lnTo>
                    <a:pt x="1738505" y="1744281"/>
                  </a:lnTo>
                  <a:lnTo>
                    <a:pt x="1738457" y="1744273"/>
                  </a:lnTo>
                  <a:lnTo>
                    <a:pt x="1738340" y="1744285"/>
                  </a:lnTo>
                  <a:lnTo>
                    <a:pt x="1738306" y="1744288"/>
                  </a:lnTo>
                  <a:lnTo>
                    <a:pt x="1738234" y="1744368"/>
                  </a:lnTo>
                  <a:lnTo>
                    <a:pt x="1738096" y="1744521"/>
                  </a:lnTo>
                  <a:lnTo>
                    <a:pt x="1737985" y="1744643"/>
                  </a:lnTo>
                  <a:lnTo>
                    <a:pt x="1737841" y="1744803"/>
                  </a:lnTo>
                  <a:lnTo>
                    <a:pt x="1737876" y="1744826"/>
                  </a:lnTo>
                  <a:lnTo>
                    <a:pt x="1737911" y="1744849"/>
                  </a:lnTo>
                  <a:lnTo>
                    <a:pt x="1737987" y="1744824"/>
                  </a:lnTo>
                  <a:lnTo>
                    <a:pt x="1738003" y="1744848"/>
                  </a:lnTo>
                  <a:lnTo>
                    <a:pt x="1738177" y="1745134"/>
                  </a:lnTo>
                  <a:lnTo>
                    <a:pt x="1738210" y="1745184"/>
                  </a:lnTo>
                  <a:lnTo>
                    <a:pt x="1738226" y="1745789"/>
                  </a:lnTo>
                  <a:lnTo>
                    <a:pt x="1738237" y="1745883"/>
                  </a:lnTo>
                  <a:lnTo>
                    <a:pt x="1738260" y="1746081"/>
                  </a:lnTo>
                  <a:lnTo>
                    <a:pt x="1738267" y="1746102"/>
                  </a:lnTo>
                  <a:lnTo>
                    <a:pt x="1738290" y="1746160"/>
                  </a:lnTo>
                  <a:lnTo>
                    <a:pt x="1738312" y="1746217"/>
                  </a:lnTo>
                  <a:lnTo>
                    <a:pt x="1738377" y="1746485"/>
                  </a:lnTo>
                  <a:lnTo>
                    <a:pt x="1738377" y="1746509"/>
                  </a:lnTo>
                  <a:lnTo>
                    <a:pt x="1738362" y="1746608"/>
                  </a:lnTo>
                  <a:lnTo>
                    <a:pt x="1738339" y="1746653"/>
                  </a:lnTo>
                  <a:lnTo>
                    <a:pt x="1738303" y="1746672"/>
                  </a:lnTo>
                  <a:lnTo>
                    <a:pt x="1738265" y="1746669"/>
                  </a:lnTo>
                  <a:lnTo>
                    <a:pt x="1738222" y="1746664"/>
                  </a:lnTo>
                  <a:lnTo>
                    <a:pt x="1738166" y="1746721"/>
                  </a:lnTo>
                  <a:lnTo>
                    <a:pt x="1738129" y="1746803"/>
                  </a:lnTo>
                  <a:lnTo>
                    <a:pt x="1738098" y="1747071"/>
                  </a:lnTo>
                  <a:lnTo>
                    <a:pt x="1737836" y="1747056"/>
                  </a:lnTo>
                  <a:lnTo>
                    <a:pt x="1737828" y="1747055"/>
                  </a:lnTo>
                  <a:lnTo>
                    <a:pt x="1737807" y="1747054"/>
                  </a:lnTo>
                  <a:lnTo>
                    <a:pt x="1737694" y="1747047"/>
                  </a:lnTo>
                  <a:lnTo>
                    <a:pt x="1737711" y="1747013"/>
                  </a:lnTo>
                  <a:lnTo>
                    <a:pt x="1737631" y="1746965"/>
                  </a:lnTo>
                  <a:lnTo>
                    <a:pt x="1737516" y="1746919"/>
                  </a:lnTo>
                  <a:lnTo>
                    <a:pt x="1737463" y="1746905"/>
                  </a:lnTo>
                  <a:lnTo>
                    <a:pt x="1737362" y="1746918"/>
                  </a:lnTo>
                  <a:lnTo>
                    <a:pt x="1737236" y="1746952"/>
                  </a:lnTo>
                  <a:lnTo>
                    <a:pt x="1737155" y="1746984"/>
                  </a:lnTo>
                  <a:lnTo>
                    <a:pt x="1737127" y="1747056"/>
                  </a:lnTo>
                  <a:lnTo>
                    <a:pt x="1737134" y="1747069"/>
                  </a:lnTo>
                  <a:lnTo>
                    <a:pt x="1737158" y="1747069"/>
                  </a:lnTo>
                  <a:lnTo>
                    <a:pt x="1737240" y="1747054"/>
                  </a:lnTo>
                  <a:lnTo>
                    <a:pt x="1737312" y="1747032"/>
                  </a:lnTo>
                  <a:lnTo>
                    <a:pt x="1737409" y="1747047"/>
                  </a:lnTo>
                  <a:lnTo>
                    <a:pt x="1737464" y="1747090"/>
                  </a:lnTo>
                  <a:lnTo>
                    <a:pt x="1737486" y="1747102"/>
                  </a:lnTo>
                  <a:lnTo>
                    <a:pt x="1737636" y="1747184"/>
                  </a:lnTo>
                  <a:lnTo>
                    <a:pt x="1737742" y="1747170"/>
                  </a:lnTo>
                  <a:lnTo>
                    <a:pt x="1737828" y="1747164"/>
                  </a:lnTo>
                  <a:lnTo>
                    <a:pt x="1737880" y="1747172"/>
                  </a:lnTo>
                  <a:lnTo>
                    <a:pt x="1737983" y="1747260"/>
                  </a:lnTo>
                  <a:lnTo>
                    <a:pt x="1737985" y="1747333"/>
                  </a:lnTo>
                  <a:lnTo>
                    <a:pt x="1737959" y="1747446"/>
                  </a:lnTo>
                  <a:lnTo>
                    <a:pt x="1737885" y="1747516"/>
                  </a:lnTo>
                  <a:lnTo>
                    <a:pt x="1737767" y="1747660"/>
                  </a:lnTo>
                  <a:lnTo>
                    <a:pt x="1737829" y="1747708"/>
                  </a:lnTo>
                  <a:lnTo>
                    <a:pt x="1737869" y="1747740"/>
                  </a:lnTo>
                  <a:lnTo>
                    <a:pt x="1737880" y="1747752"/>
                  </a:lnTo>
                  <a:lnTo>
                    <a:pt x="1737921" y="1747795"/>
                  </a:lnTo>
                  <a:lnTo>
                    <a:pt x="1737770" y="1748138"/>
                  </a:lnTo>
                  <a:lnTo>
                    <a:pt x="1737721" y="1748227"/>
                  </a:lnTo>
                  <a:lnTo>
                    <a:pt x="1737557" y="1748061"/>
                  </a:lnTo>
                  <a:lnTo>
                    <a:pt x="1737544" y="1748079"/>
                  </a:lnTo>
                  <a:lnTo>
                    <a:pt x="1737491" y="1748191"/>
                  </a:lnTo>
                  <a:lnTo>
                    <a:pt x="1737426" y="1748348"/>
                  </a:lnTo>
                  <a:lnTo>
                    <a:pt x="1737340" y="1748676"/>
                  </a:lnTo>
                  <a:lnTo>
                    <a:pt x="1737311" y="1748829"/>
                  </a:lnTo>
                  <a:lnTo>
                    <a:pt x="1737149" y="1749131"/>
                  </a:lnTo>
                  <a:lnTo>
                    <a:pt x="1737126" y="1749182"/>
                  </a:lnTo>
                  <a:lnTo>
                    <a:pt x="1736790" y="1749831"/>
                  </a:lnTo>
                  <a:lnTo>
                    <a:pt x="1736700" y="1750003"/>
                  </a:lnTo>
                  <a:lnTo>
                    <a:pt x="1736638" y="1750186"/>
                  </a:lnTo>
                  <a:lnTo>
                    <a:pt x="1736627" y="1750225"/>
                  </a:lnTo>
                  <a:lnTo>
                    <a:pt x="1736624" y="1750296"/>
                  </a:lnTo>
                  <a:lnTo>
                    <a:pt x="1736860" y="1750426"/>
                  </a:lnTo>
                  <a:lnTo>
                    <a:pt x="1736871" y="1750436"/>
                  </a:lnTo>
                  <a:lnTo>
                    <a:pt x="1736975" y="1750539"/>
                  </a:lnTo>
                  <a:lnTo>
                    <a:pt x="1737097" y="1750660"/>
                  </a:lnTo>
                  <a:lnTo>
                    <a:pt x="1737090" y="1750667"/>
                  </a:lnTo>
                  <a:lnTo>
                    <a:pt x="1737043" y="1750676"/>
                  </a:lnTo>
                  <a:lnTo>
                    <a:pt x="1736961" y="1750667"/>
                  </a:lnTo>
                  <a:lnTo>
                    <a:pt x="1736856" y="1750656"/>
                  </a:lnTo>
                  <a:lnTo>
                    <a:pt x="1736750" y="1750595"/>
                  </a:lnTo>
                  <a:lnTo>
                    <a:pt x="1736710" y="1750635"/>
                  </a:lnTo>
                  <a:lnTo>
                    <a:pt x="1736529" y="1750812"/>
                  </a:lnTo>
                  <a:lnTo>
                    <a:pt x="1736420" y="1751043"/>
                  </a:lnTo>
                  <a:lnTo>
                    <a:pt x="1736395" y="1751094"/>
                  </a:lnTo>
                  <a:lnTo>
                    <a:pt x="1736404" y="1751206"/>
                  </a:lnTo>
                  <a:lnTo>
                    <a:pt x="1736408" y="1751257"/>
                  </a:lnTo>
                  <a:lnTo>
                    <a:pt x="1736355" y="1751296"/>
                  </a:lnTo>
                  <a:lnTo>
                    <a:pt x="1736315" y="1751310"/>
                  </a:lnTo>
                  <a:lnTo>
                    <a:pt x="1736295" y="1751317"/>
                  </a:lnTo>
                  <a:lnTo>
                    <a:pt x="1736256" y="1751294"/>
                  </a:lnTo>
                  <a:lnTo>
                    <a:pt x="1736219" y="1751272"/>
                  </a:lnTo>
                  <a:lnTo>
                    <a:pt x="1736196" y="1751250"/>
                  </a:lnTo>
                  <a:lnTo>
                    <a:pt x="1736131" y="1751187"/>
                  </a:lnTo>
                  <a:lnTo>
                    <a:pt x="1736038" y="1751117"/>
                  </a:lnTo>
                  <a:lnTo>
                    <a:pt x="1735986" y="1751108"/>
                  </a:lnTo>
                  <a:lnTo>
                    <a:pt x="1735936" y="1751117"/>
                  </a:lnTo>
                  <a:lnTo>
                    <a:pt x="1735899" y="1751125"/>
                  </a:lnTo>
                  <a:lnTo>
                    <a:pt x="1735900" y="1751178"/>
                  </a:lnTo>
                  <a:lnTo>
                    <a:pt x="1735855" y="1751230"/>
                  </a:lnTo>
                  <a:lnTo>
                    <a:pt x="1735814" y="1751276"/>
                  </a:lnTo>
                  <a:lnTo>
                    <a:pt x="1735768" y="1751329"/>
                  </a:lnTo>
                  <a:lnTo>
                    <a:pt x="1735762" y="1751336"/>
                  </a:lnTo>
                  <a:lnTo>
                    <a:pt x="1735768" y="1751346"/>
                  </a:lnTo>
                  <a:lnTo>
                    <a:pt x="1735806" y="1751409"/>
                  </a:lnTo>
                  <a:lnTo>
                    <a:pt x="1735817" y="1751417"/>
                  </a:lnTo>
                  <a:lnTo>
                    <a:pt x="1735834" y="1751428"/>
                  </a:lnTo>
                  <a:lnTo>
                    <a:pt x="1735870" y="1751447"/>
                  </a:lnTo>
                  <a:lnTo>
                    <a:pt x="1735880" y="1751454"/>
                  </a:lnTo>
                  <a:lnTo>
                    <a:pt x="1735924" y="1751482"/>
                  </a:lnTo>
                  <a:lnTo>
                    <a:pt x="1735939" y="1751491"/>
                  </a:lnTo>
                  <a:lnTo>
                    <a:pt x="1735971" y="1751510"/>
                  </a:lnTo>
                  <a:lnTo>
                    <a:pt x="1736013" y="1751536"/>
                  </a:lnTo>
                  <a:lnTo>
                    <a:pt x="1736026" y="1751542"/>
                  </a:lnTo>
                  <a:lnTo>
                    <a:pt x="1736104" y="1751587"/>
                  </a:lnTo>
                  <a:lnTo>
                    <a:pt x="1736121" y="1751598"/>
                  </a:lnTo>
                  <a:lnTo>
                    <a:pt x="1736126" y="1751607"/>
                  </a:lnTo>
                  <a:lnTo>
                    <a:pt x="1736136" y="1751627"/>
                  </a:lnTo>
                  <a:lnTo>
                    <a:pt x="1736156" y="1751679"/>
                  </a:lnTo>
                  <a:lnTo>
                    <a:pt x="1736166" y="1751699"/>
                  </a:lnTo>
                  <a:lnTo>
                    <a:pt x="1736212" y="1751666"/>
                  </a:lnTo>
                  <a:lnTo>
                    <a:pt x="1736233" y="1751668"/>
                  </a:lnTo>
                  <a:lnTo>
                    <a:pt x="1736291" y="1751696"/>
                  </a:lnTo>
                  <a:lnTo>
                    <a:pt x="1736360" y="1751737"/>
                  </a:lnTo>
                  <a:lnTo>
                    <a:pt x="1736374" y="1751757"/>
                  </a:lnTo>
                  <a:lnTo>
                    <a:pt x="1736411" y="1751896"/>
                  </a:lnTo>
                  <a:lnTo>
                    <a:pt x="1736449" y="1752039"/>
                  </a:lnTo>
                  <a:lnTo>
                    <a:pt x="1736439" y="1752206"/>
                  </a:lnTo>
                  <a:lnTo>
                    <a:pt x="1736436" y="1752236"/>
                  </a:lnTo>
                  <a:lnTo>
                    <a:pt x="1736422" y="1752308"/>
                  </a:lnTo>
                  <a:lnTo>
                    <a:pt x="1736393" y="1752390"/>
                  </a:lnTo>
                  <a:lnTo>
                    <a:pt x="1736380" y="1752404"/>
                  </a:lnTo>
                  <a:lnTo>
                    <a:pt x="1736371" y="1752424"/>
                  </a:lnTo>
                  <a:lnTo>
                    <a:pt x="1736351" y="1752555"/>
                  </a:lnTo>
                  <a:lnTo>
                    <a:pt x="1736337" y="1752617"/>
                  </a:lnTo>
                  <a:lnTo>
                    <a:pt x="1736332" y="1752655"/>
                  </a:lnTo>
                  <a:lnTo>
                    <a:pt x="1736328" y="1752670"/>
                  </a:lnTo>
                  <a:lnTo>
                    <a:pt x="1736324" y="1752675"/>
                  </a:lnTo>
                  <a:lnTo>
                    <a:pt x="1736321" y="1752681"/>
                  </a:lnTo>
                  <a:lnTo>
                    <a:pt x="1736319" y="1752686"/>
                  </a:lnTo>
                  <a:lnTo>
                    <a:pt x="1736317" y="1752693"/>
                  </a:lnTo>
                  <a:lnTo>
                    <a:pt x="1736316" y="1752698"/>
                  </a:lnTo>
                  <a:lnTo>
                    <a:pt x="1736316" y="1752705"/>
                  </a:lnTo>
                  <a:lnTo>
                    <a:pt x="1736317" y="1752711"/>
                  </a:lnTo>
                  <a:lnTo>
                    <a:pt x="1736319" y="1752720"/>
                  </a:lnTo>
                  <a:lnTo>
                    <a:pt x="1736300" y="1752802"/>
                  </a:lnTo>
                  <a:lnTo>
                    <a:pt x="1736293" y="1752829"/>
                  </a:lnTo>
                  <a:lnTo>
                    <a:pt x="1736279" y="1752889"/>
                  </a:lnTo>
                  <a:lnTo>
                    <a:pt x="1736248" y="1753018"/>
                  </a:lnTo>
                  <a:lnTo>
                    <a:pt x="1736232" y="1753082"/>
                  </a:lnTo>
                  <a:lnTo>
                    <a:pt x="1736177" y="1753231"/>
                  </a:lnTo>
                  <a:lnTo>
                    <a:pt x="1736139" y="1753387"/>
                  </a:lnTo>
                  <a:lnTo>
                    <a:pt x="1736137" y="1753393"/>
                  </a:lnTo>
                  <a:lnTo>
                    <a:pt x="1736116" y="1753492"/>
                  </a:lnTo>
                  <a:lnTo>
                    <a:pt x="1736090" y="1753609"/>
                  </a:lnTo>
                  <a:lnTo>
                    <a:pt x="1736083" y="1753681"/>
                  </a:lnTo>
                  <a:lnTo>
                    <a:pt x="1736079" y="1753730"/>
                  </a:lnTo>
                  <a:lnTo>
                    <a:pt x="1736104" y="1753871"/>
                  </a:lnTo>
                  <a:lnTo>
                    <a:pt x="1736104" y="1754043"/>
                  </a:lnTo>
                  <a:lnTo>
                    <a:pt x="1736104" y="1754114"/>
                  </a:lnTo>
                  <a:lnTo>
                    <a:pt x="1736104" y="1754165"/>
                  </a:lnTo>
                  <a:lnTo>
                    <a:pt x="1736130" y="1754468"/>
                  </a:lnTo>
                  <a:lnTo>
                    <a:pt x="1736141" y="1754591"/>
                  </a:lnTo>
                  <a:lnTo>
                    <a:pt x="1736145" y="1754678"/>
                  </a:lnTo>
                  <a:lnTo>
                    <a:pt x="1736167" y="1754738"/>
                  </a:lnTo>
                  <a:lnTo>
                    <a:pt x="1736212" y="1754841"/>
                  </a:lnTo>
                  <a:lnTo>
                    <a:pt x="1736251" y="1755094"/>
                  </a:lnTo>
                  <a:lnTo>
                    <a:pt x="1736254" y="1755118"/>
                  </a:lnTo>
                  <a:lnTo>
                    <a:pt x="1736293" y="1755399"/>
                  </a:lnTo>
                  <a:lnTo>
                    <a:pt x="1736298" y="1755402"/>
                  </a:lnTo>
                  <a:lnTo>
                    <a:pt x="1736303" y="1755407"/>
                  </a:lnTo>
                  <a:lnTo>
                    <a:pt x="1736303" y="1755415"/>
                  </a:lnTo>
                  <a:lnTo>
                    <a:pt x="1736302" y="1755423"/>
                  </a:lnTo>
                  <a:lnTo>
                    <a:pt x="1736289" y="1755426"/>
                  </a:lnTo>
                  <a:lnTo>
                    <a:pt x="1736282" y="1755424"/>
                  </a:lnTo>
                  <a:lnTo>
                    <a:pt x="1736275" y="1755421"/>
                  </a:lnTo>
                  <a:lnTo>
                    <a:pt x="1736263" y="1755419"/>
                  </a:lnTo>
                  <a:lnTo>
                    <a:pt x="1736248" y="1755410"/>
                  </a:lnTo>
                  <a:lnTo>
                    <a:pt x="1736242" y="1755408"/>
                  </a:lnTo>
                  <a:lnTo>
                    <a:pt x="1736199" y="1755397"/>
                  </a:lnTo>
                  <a:lnTo>
                    <a:pt x="1736166" y="1755389"/>
                  </a:lnTo>
                  <a:lnTo>
                    <a:pt x="1736161" y="1755389"/>
                  </a:lnTo>
                  <a:lnTo>
                    <a:pt x="1736162" y="1755395"/>
                  </a:lnTo>
                  <a:lnTo>
                    <a:pt x="1736204" y="1755406"/>
                  </a:lnTo>
                  <a:lnTo>
                    <a:pt x="1736242" y="1755420"/>
                  </a:lnTo>
                  <a:lnTo>
                    <a:pt x="1736254" y="1755425"/>
                  </a:lnTo>
                  <a:lnTo>
                    <a:pt x="1736285" y="1755441"/>
                  </a:lnTo>
                  <a:lnTo>
                    <a:pt x="1736292" y="1755500"/>
                  </a:lnTo>
                  <a:lnTo>
                    <a:pt x="1736319" y="1755550"/>
                  </a:lnTo>
                  <a:lnTo>
                    <a:pt x="1736362" y="1755588"/>
                  </a:lnTo>
                  <a:lnTo>
                    <a:pt x="1736402" y="1755667"/>
                  </a:lnTo>
                  <a:lnTo>
                    <a:pt x="1736492" y="1755903"/>
                  </a:lnTo>
                  <a:lnTo>
                    <a:pt x="1736521" y="1755977"/>
                  </a:lnTo>
                  <a:lnTo>
                    <a:pt x="1736528" y="1755997"/>
                  </a:lnTo>
                  <a:lnTo>
                    <a:pt x="1736540" y="1756026"/>
                  </a:lnTo>
                  <a:lnTo>
                    <a:pt x="1736550" y="1756055"/>
                  </a:lnTo>
                  <a:lnTo>
                    <a:pt x="1736551" y="1756062"/>
                  </a:lnTo>
                  <a:lnTo>
                    <a:pt x="1736553" y="1756068"/>
                  </a:lnTo>
                  <a:lnTo>
                    <a:pt x="1736555" y="1756074"/>
                  </a:lnTo>
                  <a:lnTo>
                    <a:pt x="1736559" y="1756080"/>
                  </a:lnTo>
                  <a:lnTo>
                    <a:pt x="1736563" y="1756091"/>
                  </a:lnTo>
                  <a:lnTo>
                    <a:pt x="1736772" y="1756619"/>
                  </a:lnTo>
                  <a:lnTo>
                    <a:pt x="1736798" y="1756669"/>
                  </a:lnTo>
                  <a:lnTo>
                    <a:pt x="1736802" y="1756675"/>
                  </a:lnTo>
                  <a:lnTo>
                    <a:pt x="1736984" y="1756918"/>
                  </a:lnTo>
                  <a:lnTo>
                    <a:pt x="1737018" y="1756963"/>
                  </a:lnTo>
                  <a:lnTo>
                    <a:pt x="1737028" y="1756980"/>
                  </a:lnTo>
                  <a:lnTo>
                    <a:pt x="1737086" y="1757080"/>
                  </a:lnTo>
                  <a:lnTo>
                    <a:pt x="1737170" y="1757225"/>
                  </a:lnTo>
                  <a:lnTo>
                    <a:pt x="1737207" y="1757290"/>
                  </a:lnTo>
                  <a:lnTo>
                    <a:pt x="1737223" y="1757317"/>
                  </a:lnTo>
                  <a:lnTo>
                    <a:pt x="1737239" y="1757345"/>
                  </a:lnTo>
                  <a:lnTo>
                    <a:pt x="1737255" y="1757373"/>
                  </a:lnTo>
                  <a:lnTo>
                    <a:pt x="1737285" y="1757434"/>
                  </a:lnTo>
                  <a:lnTo>
                    <a:pt x="1737367" y="1757606"/>
                  </a:lnTo>
                  <a:lnTo>
                    <a:pt x="1737371" y="1757642"/>
                  </a:lnTo>
                  <a:lnTo>
                    <a:pt x="1737382" y="1757728"/>
                  </a:lnTo>
                  <a:lnTo>
                    <a:pt x="1737390" y="1757745"/>
                  </a:lnTo>
                  <a:lnTo>
                    <a:pt x="1737418" y="1757807"/>
                  </a:lnTo>
                  <a:lnTo>
                    <a:pt x="1737473" y="1757926"/>
                  </a:lnTo>
                  <a:lnTo>
                    <a:pt x="1737534" y="1758073"/>
                  </a:lnTo>
                  <a:lnTo>
                    <a:pt x="1737543" y="1758094"/>
                  </a:lnTo>
                  <a:lnTo>
                    <a:pt x="1737548" y="1758099"/>
                  </a:lnTo>
                  <a:lnTo>
                    <a:pt x="1737548" y="1758165"/>
                  </a:lnTo>
                  <a:lnTo>
                    <a:pt x="1737497" y="1758256"/>
                  </a:lnTo>
                  <a:lnTo>
                    <a:pt x="1737460" y="1758285"/>
                  </a:lnTo>
                  <a:lnTo>
                    <a:pt x="1737453" y="1758290"/>
                  </a:lnTo>
                  <a:lnTo>
                    <a:pt x="1737409" y="1758323"/>
                  </a:lnTo>
                  <a:lnTo>
                    <a:pt x="1737367" y="1758354"/>
                  </a:lnTo>
                  <a:lnTo>
                    <a:pt x="1737332" y="1758381"/>
                  </a:lnTo>
                  <a:lnTo>
                    <a:pt x="1737279" y="1758405"/>
                  </a:lnTo>
                  <a:lnTo>
                    <a:pt x="1737200" y="1758440"/>
                  </a:lnTo>
                  <a:lnTo>
                    <a:pt x="1737091" y="1758489"/>
                  </a:lnTo>
                  <a:lnTo>
                    <a:pt x="1737015" y="1758541"/>
                  </a:lnTo>
                  <a:lnTo>
                    <a:pt x="1736985" y="1758561"/>
                  </a:lnTo>
                  <a:lnTo>
                    <a:pt x="1736969" y="1758626"/>
                  </a:lnTo>
                  <a:lnTo>
                    <a:pt x="1736936" y="1758684"/>
                  </a:lnTo>
                  <a:lnTo>
                    <a:pt x="1736761" y="1758989"/>
                  </a:lnTo>
                  <a:lnTo>
                    <a:pt x="1736681" y="1759129"/>
                  </a:lnTo>
                  <a:lnTo>
                    <a:pt x="1736680" y="1759134"/>
                  </a:lnTo>
                  <a:lnTo>
                    <a:pt x="1736687" y="1759134"/>
                  </a:lnTo>
                  <a:lnTo>
                    <a:pt x="1736714" y="1759133"/>
                  </a:lnTo>
                  <a:lnTo>
                    <a:pt x="1736719" y="1759131"/>
                  </a:lnTo>
                  <a:lnTo>
                    <a:pt x="1736753" y="1759113"/>
                  </a:lnTo>
                  <a:lnTo>
                    <a:pt x="1736914" y="1759020"/>
                  </a:lnTo>
                  <a:lnTo>
                    <a:pt x="1737035" y="1758950"/>
                  </a:lnTo>
                  <a:lnTo>
                    <a:pt x="1737065" y="1758934"/>
                  </a:lnTo>
                  <a:lnTo>
                    <a:pt x="1737138" y="1758893"/>
                  </a:lnTo>
                  <a:lnTo>
                    <a:pt x="1737147" y="1758888"/>
                  </a:lnTo>
                  <a:lnTo>
                    <a:pt x="1737155" y="1758918"/>
                  </a:lnTo>
                  <a:lnTo>
                    <a:pt x="1737162" y="1758946"/>
                  </a:lnTo>
                  <a:lnTo>
                    <a:pt x="1737169" y="1758960"/>
                  </a:lnTo>
                  <a:lnTo>
                    <a:pt x="1737189" y="1758954"/>
                  </a:lnTo>
                  <a:lnTo>
                    <a:pt x="1737330" y="1758918"/>
                  </a:lnTo>
                  <a:lnTo>
                    <a:pt x="1737600" y="1758861"/>
                  </a:lnTo>
                  <a:lnTo>
                    <a:pt x="1737708" y="1758847"/>
                  </a:lnTo>
                  <a:lnTo>
                    <a:pt x="1737810" y="1758833"/>
                  </a:lnTo>
                  <a:lnTo>
                    <a:pt x="1737859" y="1758826"/>
                  </a:lnTo>
                  <a:lnTo>
                    <a:pt x="1737940" y="1758814"/>
                  </a:lnTo>
                  <a:lnTo>
                    <a:pt x="1738002" y="1758809"/>
                  </a:lnTo>
                  <a:lnTo>
                    <a:pt x="1737995" y="1758699"/>
                  </a:lnTo>
                  <a:lnTo>
                    <a:pt x="1738167" y="1758598"/>
                  </a:lnTo>
                  <a:lnTo>
                    <a:pt x="1738622" y="1758484"/>
                  </a:lnTo>
                  <a:lnTo>
                    <a:pt x="1738921" y="1758390"/>
                  </a:lnTo>
                  <a:lnTo>
                    <a:pt x="1739116" y="1758216"/>
                  </a:lnTo>
                  <a:lnTo>
                    <a:pt x="1739243" y="1758169"/>
                  </a:lnTo>
                  <a:lnTo>
                    <a:pt x="1739359" y="1758182"/>
                  </a:lnTo>
                  <a:lnTo>
                    <a:pt x="1739372" y="1758191"/>
                  </a:lnTo>
                  <a:lnTo>
                    <a:pt x="1739465" y="1758253"/>
                  </a:lnTo>
                  <a:lnTo>
                    <a:pt x="1739512" y="1758320"/>
                  </a:lnTo>
                  <a:lnTo>
                    <a:pt x="1739651" y="1758434"/>
                  </a:lnTo>
                  <a:lnTo>
                    <a:pt x="1739820" y="1758491"/>
                  </a:lnTo>
                  <a:lnTo>
                    <a:pt x="1739965" y="1758535"/>
                  </a:lnTo>
                  <a:lnTo>
                    <a:pt x="1740024" y="1758598"/>
                  </a:lnTo>
                  <a:lnTo>
                    <a:pt x="1740039" y="1758666"/>
                  </a:lnTo>
                  <a:lnTo>
                    <a:pt x="1740045" y="1758763"/>
                  </a:lnTo>
                  <a:lnTo>
                    <a:pt x="1740043" y="1758828"/>
                  </a:lnTo>
                  <a:lnTo>
                    <a:pt x="1740139" y="1758818"/>
                  </a:lnTo>
                  <a:lnTo>
                    <a:pt x="1740174" y="1758818"/>
                  </a:lnTo>
                  <a:lnTo>
                    <a:pt x="1740215" y="1758827"/>
                  </a:lnTo>
                  <a:lnTo>
                    <a:pt x="1740234" y="1758833"/>
                  </a:lnTo>
                  <a:lnTo>
                    <a:pt x="1740248" y="1758838"/>
                  </a:lnTo>
                  <a:lnTo>
                    <a:pt x="1740275" y="1758849"/>
                  </a:lnTo>
                  <a:lnTo>
                    <a:pt x="1740300" y="1758857"/>
                  </a:lnTo>
                  <a:lnTo>
                    <a:pt x="1740311" y="1758862"/>
                  </a:lnTo>
                  <a:lnTo>
                    <a:pt x="1740391" y="1758900"/>
                  </a:lnTo>
                  <a:lnTo>
                    <a:pt x="1740465" y="1758930"/>
                  </a:lnTo>
                  <a:lnTo>
                    <a:pt x="1740482" y="1758937"/>
                  </a:lnTo>
                  <a:lnTo>
                    <a:pt x="1740489" y="1758940"/>
                  </a:lnTo>
                  <a:lnTo>
                    <a:pt x="1740495" y="1758942"/>
                  </a:lnTo>
                  <a:lnTo>
                    <a:pt x="1740513" y="1758949"/>
                  </a:lnTo>
                  <a:lnTo>
                    <a:pt x="1740565" y="1758971"/>
                  </a:lnTo>
                  <a:lnTo>
                    <a:pt x="1740628" y="1758997"/>
                  </a:lnTo>
                  <a:lnTo>
                    <a:pt x="1740642" y="1759003"/>
                  </a:lnTo>
                  <a:lnTo>
                    <a:pt x="1740665" y="1759012"/>
                  </a:lnTo>
                  <a:lnTo>
                    <a:pt x="1740706" y="1759029"/>
                  </a:lnTo>
                  <a:lnTo>
                    <a:pt x="1740773" y="1759058"/>
                  </a:lnTo>
                  <a:lnTo>
                    <a:pt x="1740791" y="1759065"/>
                  </a:lnTo>
                  <a:lnTo>
                    <a:pt x="1740796" y="1759068"/>
                  </a:lnTo>
                  <a:lnTo>
                    <a:pt x="1740850" y="1759090"/>
                  </a:lnTo>
                  <a:lnTo>
                    <a:pt x="1740904" y="1759111"/>
                  </a:lnTo>
                  <a:lnTo>
                    <a:pt x="1740936" y="1759092"/>
                  </a:lnTo>
                  <a:lnTo>
                    <a:pt x="1740953" y="1759082"/>
                  </a:lnTo>
                  <a:lnTo>
                    <a:pt x="1740972" y="1759070"/>
                  </a:lnTo>
                  <a:lnTo>
                    <a:pt x="1741000" y="1759055"/>
                  </a:lnTo>
                  <a:lnTo>
                    <a:pt x="1741116" y="1758995"/>
                  </a:lnTo>
                  <a:lnTo>
                    <a:pt x="1741128" y="1758988"/>
                  </a:lnTo>
                  <a:lnTo>
                    <a:pt x="1741164" y="1758966"/>
                  </a:lnTo>
                  <a:lnTo>
                    <a:pt x="1741217" y="1758941"/>
                  </a:lnTo>
                  <a:lnTo>
                    <a:pt x="1741231" y="1758935"/>
                  </a:lnTo>
                  <a:lnTo>
                    <a:pt x="1741323" y="1758919"/>
                  </a:lnTo>
                  <a:lnTo>
                    <a:pt x="1741343" y="1758916"/>
                  </a:lnTo>
                  <a:lnTo>
                    <a:pt x="1741420" y="1758906"/>
                  </a:lnTo>
                  <a:lnTo>
                    <a:pt x="1741464" y="1758902"/>
                  </a:lnTo>
                  <a:lnTo>
                    <a:pt x="1741496" y="1758897"/>
                  </a:lnTo>
                  <a:lnTo>
                    <a:pt x="1741538" y="1758891"/>
                  </a:lnTo>
                  <a:lnTo>
                    <a:pt x="1741543" y="1758890"/>
                  </a:lnTo>
                  <a:lnTo>
                    <a:pt x="1741614" y="1758879"/>
                  </a:lnTo>
                  <a:lnTo>
                    <a:pt x="1741682" y="1758875"/>
                  </a:lnTo>
                  <a:lnTo>
                    <a:pt x="1741720" y="1758873"/>
                  </a:lnTo>
                  <a:lnTo>
                    <a:pt x="1741772" y="1758869"/>
                  </a:lnTo>
                  <a:lnTo>
                    <a:pt x="1741852" y="1758818"/>
                  </a:lnTo>
                  <a:lnTo>
                    <a:pt x="1741899" y="1758788"/>
                  </a:lnTo>
                  <a:lnTo>
                    <a:pt x="1741968" y="1758735"/>
                  </a:lnTo>
                  <a:lnTo>
                    <a:pt x="1742020" y="1758694"/>
                  </a:lnTo>
                  <a:lnTo>
                    <a:pt x="1742088" y="1758706"/>
                  </a:lnTo>
                  <a:lnTo>
                    <a:pt x="1743052" y="1758619"/>
                  </a:lnTo>
                  <a:lnTo>
                    <a:pt x="1743426" y="1758610"/>
                  </a:lnTo>
                  <a:lnTo>
                    <a:pt x="1743737" y="1758603"/>
                  </a:lnTo>
                  <a:lnTo>
                    <a:pt x="1743748" y="1758615"/>
                  </a:lnTo>
                  <a:lnTo>
                    <a:pt x="1743771" y="1758680"/>
                  </a:lnTo>
                  <a:lnTo>
                    <a:pt x="1743787" y="1758763"/>
                  </a:lnTo>
                  <a:lnTo>
                    <a:pt x="1743778" y="1758827"/>
                  </a:lnTo>
                  <a:lnTo>
                    <a:pt x="1743796" y="1758928"/>
                  </a:lnTo>
                  <a:lnTo>
                    <a:pt x="1743813" y="1759025"/>
                  </a:lnTo>
                  <a:lnTo>
                    <a:pt x="1743817" y="1759045"/>
                  </a:lnTo>
                  <a:lnTo>
                    <a:pt x="1743837" y="1759099"/>
                  </a:lnTo>
                  <a:lnTo>
                    <a:pt x="1743849" y="1759131"/>
                  </a:lnTo>
                  <a:lnTo>
                    <a:pt x="1743867" y="1759158"/>
                  </a:lnTo>
                  <a:lnTo>
                    <a:pt x="1743871" y="1759163"/>
                  </a:lnTo>
                  <a:lnTo>
                    <a:pt x="1743883" y="1759181"/>
                  </a:lnTo>
                  <a:lnTo>
                    <a:pt x="1743894" y="1759193"/>
                  </a:lnTo>
                  <a:lnTo>
                    <a:pt x="1743915" y="1759217"/>
                  </a:lnTo>
                  <a:lnTo>
                    <a:pt x="1743921" y="1759221"/>
                  </a:lnTo>
                  <a:lnTo>
                    <a:pt x="1743926" y="1759216"/>
                  </a:lnTo>
                  <a:lnTo>
                    <a:pt x="1743964" y="1759178"/>
                  </a:lnTo>
                  <a:lnTo>
                    <a:pt x="1744103" y="1759076"/>
                  </a:lnTo>
                  <a:lnTo>
                    <a:pt x="1744183" y="1759155"/>
                  </a:lnTo>
                  <a:lnTo>
                    <a:pt x="1744255" y="1759225"/>
                  </a:lnTo>
                  <a:lnTo>
                    <a:pt x="1744405" y="1759386"/>
                  </a:lnTo>
                  <a:lnTo>
                    <a:pt x="1744417" y="1759398"/>
                  </a:lnTo>
                  <a:lnTo>
                    <a:pt x="1744460" y="1759439"/>
                  </a:lnTo>
                  <a:lnTo>
                    <a:pt x="1744616" y="1759552"/>
                  </a:lnTo>
                  <a:lnTo>
                    <a:pt x="1744669" y="1759591"/>
                  </a:lnTo>
                  <a:lnTo>
                    <a:pt x="1744696" y="1759612"/>
                  </a:lnTo>
                  <a:lnTo>
                    <a:pt x="1744754" y="1759654"/>
                  </a:lnTo>
                  <a:lnTo>
                    <a:pt x="1744781" y="1759658"/>
                  </a:lnTo>
                  <a:lnTo>
                    <a:pt x="1744801" y="1759665"/>
                  </a:lnTo>
                  <a:lnTo>
                    <a:pt x="1744866" y="1759668"/>
                  </a:lnTo>
                  <a:lnTo>
                    <a:pt x="1744881" y="1759668"/>
                  </a:lnTo>
                  <a:lnTo>
                    <a:pt x="1744906" y="1759668"/>
                  </a:lnTo>
                  <a:lnTo>
                    <a:pt x="1744926" y="1759668"/>
                  </a:lnTo>
                  <a:lnTo>
                    <a:pt x="1745039" y="1759686"/>
                  </a:lnTo>
                  <a:lnTo>
                    <a:pt x="1745111" y="1759718"/>
                  </a:lnTo>
                  <a:lnTo>
                    <a:pt x="1745119" y="1759721"/>
                  </a:lnTo>
                  <a:lnTo>
                    <a:pt x="1745157" y="1759739"/>
                  </a:lnTo>
                  <a:lnTo>
                    <a:pt x="1745233" y="1759770"/>
                  </a:lnTo>
                  <a:lnTo>
                    <a:pt x="1745248" y="1759776"/>
                  </a:lnTo>
                  <a:lnTo>
                    <a:pt x="1745295" y="1759795"/>
                  </a:lnTo>
                  <a:lnTo>
                    <a:pt x="1745345" y="1759815"/>
                  </a:lnTo>
                  <a:lnTo>
                    <a:pt x="1745419" y="1759843"/>
                  </a:lnTo>
                  <a:lnTo>
                    <a:pt x="1745525" y="1759898"/>
                  </a:lnTo>
                  <a:lnTo>
                    <a:pt x="1745588" y="1759930"/>
                  </a:lnTo>
                  <a:lnTo>
                    <a:pt x="1745691" y="1759985"/>
                  </a:lnTo>
                  <a:lnTo>
                    <a:pt x="1745724" y="1760005"/>
                  </a:lnTo>
                  <a:lnTo>
                    <a:pt x="1745803" y="1760048"/>
                  </a:lnTo>
                  <a:lnTo>
                    <a:pt x="1745963" y="1760137"/>
                  </a:lnTo>
                  <a:lnTo>
                    <a:pt x="1746105" y="1760229"/>
                  </a:lnTo>
                  <a:lnTo>
                    <a:pt x="1746161" y="1760266"/>
                  </a:lnTo>
                  <a:lnTo>
                    <a:pt x="1746171" y="1760269"/>
                  </a:lnTo>
                  <a:lnTo>
                    <a:pt x="1746198" y="1760276"/>
                  </a:lnTo>
                  <a:lnTo>
                    <a:pt x="1746255" y="1760293"/>
                  </a:lnTo>
                  <a:lnTo>
                    <a:pt x="1746296" y="1760324"/>
                  </a:lnTo>
                  <a:lnTo>
                    <a:pt x="1746318" y="1760357"/>
                  </a:lnTo>
                  <a:lnTo>
                    <a:pt x="1746343" y="1760394"/>
                  </a:lnTo>
                  <a:lnTo>
                    <a:pt x="1746351" y="1760390"/>
                  </a:lnTo>
                  <a:lnTo>
                    <a:pt x="1746369" y="1760372"/>
                  </a:lnTo>
                  <a:lnTo>
                    <a:pt x="1746397" y="1760356"/>
                  </a:lnTo>
                  <a:lnTo>
                    <a:pt x="1746433" y="1760349"/>
                  </a:lnTo>
                  <a:lnTo>
                    <a:pt x="1746443" y="1760344"/>
                  </a:lnTo>
                  <a:lnTo>
                    <a:pt x="1746447" y="1760330"/>
                  </a:lnTo>
                  <a:lnTo>
                    <a:pt x="1746434" y="1760305"/>
                  </a:lnTo>
                  <a:lnTo>
                    <a:pt x="1746419" y="1760265"/>
                  </a:lnTo>
                  <a:lnTo>
                    <a:pt x="1746402" y="1760250"/>
                  </a:lnTo>
                  <a:lnTo>
                    <a:pt x="1746379" y="1760231"/>
                  </a:lnTo>
                  <a:lnTo>
                    <a:pt x="1746303" y="1760075"/>
                  </a:lnTo>
                  <a:lnTo>
                    <a:pt x="1746257" y="1760049"/>
                  </a:lnTo>
                  <a:lnTo>
                    <a:pt x="1746198" y="1760021"/>
                  </a:lnTo>
                  <a:lnTo>
                    <a:pt x="1746156" y="1760002"/>
                  </a:lnTo>
                  <a:lnTo>
                    <a:pt x="1746133" y="1759999"/>
                  </a:lnTo>
                  <a:lnTo>
                    <a:pt x="1746060" y="1759991"/>
                  </a:lnTo>
                  <a:lnTo>
                    <a:pt x="1746052" y="1759988"/>
                  </a:lnTo>
                  <a:lnTo>
                    <a:pt x="1746017" y="1759985"/>
                  </a:lnTo>
                  <a:lnTo>
                    <a:pt x="1746007" y="1759978"/>
                  </a:lnTo>
                  <a:lnTo>
                    <a:pt x="1746003" y="1759965"/>
                  </a:lnTo>
                  <a:lnTo>
                    <a:pt x="1746002" y="1759936"/>
                  </a:lnTo>
                  <a:lnTo>
                    <a:pt x="1746018" y="1759872"/>
                  </a:lnTo>
                  <a:lnTo>
                    <a:pt x="1746027" y="1759857"/>
                  </a:lnTo>
                  <a:lnTo>
                    <a:pt x="1746035" y="1759852"/>
                  </a:lnTo>
                  <a:lnTo>
                    <a:pt x="1746049" y="1759844"/>
                  </a:lnTo>
                  <a:lnTo>
                    <a:pt x="1746249" y="1759875"/>
                  </a:lnTo>
                  <a:lnTo>
                    <a:pt x="1746289" y="1759891"/>
                  </a:lnTo>
                  <a:lnTo>
                    <a:pt x="1746315" y="1759901"/>
                  </a:lnTo>
                  <a:lnTo>
                    <a:pt x="1746386" y="1759939"/>
                  </a:lnTo>
                  <a:lnTo>
                    <a:pt x="1746421" y="1759959"/>
                  </a:lnTo>
                  <a:lnTo>
                    <a:pt x="1746451" y="1759976"/>
                  </a:lnTo>
                  <a:lnTo>
                    <a:pt x="1746650" y="1760120"/>
                  </a:lnTo>
                  <a:lnTo>
                    <a:pt x="1746658" y="1760131"/>
                  </a:lnTo>
                  <a:lnTo>
                    <a:pt x="1746675" y="1760181"/>
                  </a:lnTo>
                  <a:lnTo>
                    <a:pt x="1746678" y="1760198"/>
                  </a:lnTo>
                  <a:lnTo>
                    <a:pt x="1746684" y="1760225"/>
                  </a:lnTo>
                  <a:lnTo>
                    <a:pt x="1746689" y="1760279"/>
                  </a:lnTo>
                  <a:lnTo>
                    <a:pt x="1746690" y="1760344"/>
                  </a:lnTo>
                  <a:lnTo>
                    <a:pt x="1746690" y="1760379"/>
                  </a:lnTo>
                  <a:lnTo>
                    <a:pt x="1746685" y="1760439"/>
                  </a:lnTo>
                  <a:lnTo>
                    <a:pt x="1746681" y="1760478"/>
                  </a:lnTo>
                  <a:lnTo>
                    <a:pt x="1746680" y="1760516"/>
                  </a:lnTo>
                  <a:lnTo>
                    <a:pt x="1746676" y="1760594"/>
                  </a:lnTo>
                  <a:lnTo>
                    <a:pt x="1746683" y="1760685"/>
                  </a:lnTo>
                  <a:lnTo>
                    <a:pt x="1746684" y="1760697"/>
                  </a:lnTo>
                  <a:lnTo>
                    <a:pt x="1746691" y="1760763"/>
                  </a:lnTo>
                  <a:lnTo>
                    <a:pt x="1746691" y="1760769"/>
                  </a:lnTo>
                  <a:lnTo>
                    <a:pt x="1746692" y="1760795"/>
                  </a:lnTo>
                  <a:lnTo>
                    <a:pt x="1746698" y="1760889"/>
                  </a:lnTo>
                  <a:lnTo>
                    <a:pt x="1746717" y="1761070"/>
                  </a:lnTo>
                  <a:lnTo>
                    <a:pt x="1746721" y="1761099"/>
                  </a:lnTo>
                  <a:lnTo>
                    <a:pt x="1746725" y="1761133"/>
                  </a:lnTo>
                  <a:lnTo>
                    <a:pt x="1746727" y="1761141"/>
                  </a:lnTo>
                  <a:lnTo>
                    <a:pt x="1746725" y="1761165"/>
                  </a:lnTo>
                  <a:lnTo>
                    <a:pt x="1746723" y="1761197"/>
                  </a:lnTo>
                  <a:lnTo>
                    <a:pt x="1746720" y="1761238"/>
                  </a:lnTo>
                  <a:lnTo>
                    <a:pt x="1746719" y="1761254"/>
                  </a:lnTo>
                  <a:lnTo>
                    <a:pt x="1746710" y="1761284"/>
                  </a:lnTo>
                  <a:lnTo>
                    <a:pt x="1746707" y="1761292"/>
                  </a:lnTo>
                  <a:lnTo>
                    <a:pt x="1746702" y="1761309"/>
                  </a:lnTo>
                  <a:lnTo>
                    <a:pt x="1746696" y="1761319"/>
                  </a:lnTo>
                  <a:lnTo>
                    <a:pt x="1746672" y="1761364"/>
                  </a:lnTo>
                  <a:lnTo>
                    <a:pt x="1746579" y="1761488"/>
                  </a:lnTo>
                  <a:lnTo>
                    <a:pt x="1746547" y="1761484"/>
                  </a:lnTo>
                  <a:lnTo>
                    <a:pt x="1746513" y="1761487"/>
                  </a:lnTo>
                  <a:lnTo>
                    <a:pt x="1746495" y="1761504"/>
                  </a:lnTo>
                  <a:lnTo>
                    <a:pt x="1746500" y="1761608"/>
                  </a:lnTo>
                  <a:lnTo>
                    <a:pt x="1746504" y="1761651"/>
                  </a:lnTo>
                  <a:lnTo>
                    <a:pt x="1746534" y="1761679"/>
                  </a:lnTo>
                  <a:lnTo>
                    <a:pt x="1746578" y="1761705"/>
                  </a:lnTo>
                  <a:lnTo>
                    <a:pt x="1746591" y="1761712"/>
                  </a:lnTo>
                  <a:lnTo>
                    <a:pt x="1746596" y="1761710"/>
                  </a:lnTo>
                  <a:lnTo>
                    <a:pt x="1746608" y="1761706"/>
                  </a:lnTo>
                  <a:lnTo>
                    <a:pt x="1746615" y="1761687"/>
                  </a:lnTo>
                  <a:lnTo>
                    <a:pt x="1746624" y="1761675"/>
                  </a:lnTo>
                  <a:lnTo>
                    <a:pt x="1746632" y="1761663"/>
                  </a:lnTo>
                  <a:lnTo>
                    <a:pt x="1746663" y="1761632"/>
                  </a:lnTo>
                  <a:lnTo>
                    <a:pt x="1746680" y="1761602"/>
                  </a:lnTo>
                  <a:lnTo>
                    <a:pt x="1746678" y="1761565"/>
                  </a:lnTo>
                  <a:lnTo>
                    <a:pt x="1746683" y="1761562"/>
                  </a:lnTo>
                  <a:lnTo>
                    <a:pt x="1746697" y="1761569"/>
                  </a:lnTo>
                  <a:lnTo>
                    <a:pt x="1746707" y="1761575"/>
                  </a:lnTo>
                  <a:lnTo>
                    <a:pt x="1746715" y="1761582"/>
                  </a:lnTo>
                  <a:lnTo>
                    <a:pt x="1746737" y="1761599"/>
                  </a:lnTo>
                  <a:lnTo>
                    <a:pt x="1746761" y="1761644"/>
                  </a:lnTo>
                  <a:lnTo>
                    <a:pt x="1746779" y="1761690"/>
                  </a:lnTo>
                  <a:lnTo>
                    <a:pt x="1746783" y="1761703"/>
                  </a:lnTo>
                  <a:lnTo>
                    <a:pt x="1746793" y="1761760"/>
                  </a:lnTo>
                  <a:lnTo>
                    <a:pt x="1746798" y="1761787"/>
                  </a:lnTo>
                  <a:lnTo>
                    <a:pt x="1746801" y="1761810"/>
                  </a:lnTo>
                  <a:lnTo>
                    <a:pt x="1746823" y="1761980"/>
                  </a:lnTo>
                  <a:lnTo>
                    <a:pt x="1746830" y="1762035"/>
                  </a:lnTo>
                  <a:lnTo>
                    <a:pt x="1746853" y="1762276"/>
                  </a:lnTo>
                  <a:lnTo>
                    <a:pt x="1746854" y="1762308"/>
                  </a:lnTo>
                  <a:lnTo>
                    <a:pt x="1746843" y="1762350"/>
                  </a:lnTo>
                  <a:lnTo>
                    <a:pt x="1746834" y="1762374"/>
                  </a:lnTo>
                  <a:lnTo>
                    <a:pt x="1746824" y="1762399"/>
                  </a:lnTo>
                  <a:lnTo>
                    <a:pt x="1746813" y="1762402"/>
                  </a:lnTo>
                  <a:lnTo>
                    <a:pt x="1746812" y="1762442"/>
                  </a:lnTo>
                  <a:lnTo>
                    <a:pt x="1746821" y="1762461"/>
                  </a:lnTo>
                  <a:lnTo>
                    <a:pt x="1746840" y="1762509"/>
                  </a:lnTo>
                  <a:lnTo>
                    <a:pt x="1746857" y="1762565"/>
                  </a:lnTo>
                  <a:lnTo>
                    <a:pt x="1746867" y="1762598"/>
                  </a:lnTo>
                  <a:lnTo>
                    <a:pt x="1746873" y="1762620"/>
                  </a:lnTo>
                  <a:lnTo>
                    <a:pt x="1746891" y="1762681"/>
                  </a:lnTo>
                  <a:lnTo>
                    <a:pt x="1746918" y="1762736"/>
                  </a:lnTo>
                  <a:lnTo>
                    <a:pt x="1746933" y="1762753"/>
                  </a:lnTo>
                  <a:lnTo>
                    <a:pt x="1746939" y="1762761"/>
                  </a:lnTo>
                  <a:lnTo>
                    <a:pt x="1746949" y="1762803"/>
                  </a:lnTo>
                  <a:lnTo>
                    <a:pt x="1746987" y="1762950"/>
                  </a:lnTo>
                  <a:lnTo>
                    <a:pt x="1747014" y="1763013"/>
                  </a:lnTo>
                  <a:lnTo>
                    <a:pt x="1747022" y="1763087"/>
                  </a:lnTo>
                  <a:lnTo>
                    <a:pt x="1747021" y="1763101"/>
                  </a:lnTo>
                  <a:lnTo>
                    <a:pt x="1747020" y="1763151"/>
                  </a:lnTo>
                  <a:lnTo>
                    <a:pt x="1747012" y="1763320"/>
                  </a:lnTo>
                  <a:lnTo>
                    <a:pt x="1747005" y="1763481"/>
                  </a:lnTo>
                  <a:lnTo>
                    <a:pt x="1747002" y="1763561"/>
                  </a:lnTo>
                  <a:lnTo>
                    <a:pt x="1747000" y="1763651"/>
                  </a:lnTo>
                  <a:lnTo>
                    <a:pt x="1746971" y="1763709"/>
                  </a:lnTo>
                  <a:lnTo>
                    <a:pt x="1746954" y="1763730"/>
                  </a:lnTo>
                  <a:lnTo>
                    <a:pt x="1746945" y="1763740"/>
                  </a:lnTo>
                  <a:lnTo>
                    <a:pt x="1746945" y="1763778"/>
                  </a:lnTo>
                  <a:lnTo>
                    <a:pt x="1746937" y="1763836"/>
                  </a:lnTo>
                  <a:lnTo>
                    <a:pt x="1746929" y="1763928"/>
                  </a:lnTo>
                  <a:lnTo>
                    <a:pt x="1746920" y="1764024"/>
                  </a:lnTo>
                  <a:lnTo>
                    <a:pt x="1746897" y="1764201"/>
                  </a:lnTo>
                  <a:lnTo>
                    <a:pt x="1746885" y="1764289"/>
                  </a:lnTo>
                  <a:lnTo>
                    <a:pt x="1746864" y="1764448"/>
                  </a:lnTo>
                  <a:lnTo>
                    <a:pt x="1746855" y="1764515"/>
                  </a:lnTo>
                  <a:lnTo>
                    <a:pt x="1746846" y="1764576"/>
                  </a:lnTo>
                  <a:lnTo>
                    <a:pt x="1746834" y="1764660"/>
                  </a:lnTo>
                  <a:lnTo>
                    <a:pt x="1746830" y="1764745"/>
                  </a:lnTo>
                  <a:lnTo>
                    <a:pt x="1746829" y="1764776"/>
                  </a:lnTo>
                  <a:lnTo>
                    <a:pt x="1746828" y="1764802"/>
                  </a:lnTo>
                  <a:lnTo>
                    <a:pt x="1746802" y="1765273"/>
                  </a:lnTo>
                  <a:lnTo>
                    <a:pt x="1746779" y="1765370"/>
                  </a:lnTo>
                  <a:lnTo>
                    <a:pt x="1746768" y="1765413"/>
                  </a:lnTo>
                  <a:lnTo>
                    <a:pt x="1746689" y="1765651"/>
                  </a:lnTo>
                  <a:lnTo>
                    <a:pt x="1746615" y="1765797"/>
                  </a:lnTo>
                  <a:lnTo>
                    <a:pt x="1746598" y="1765815"/>
                  </a:lnTo>
                  <a:lnTo>
                    <a:pt x="1746585" y="1765813"/>
                  </a:lnTo>
                  <a:lnTo>
                    <a:pt x="1746535" y="1765767"/>
                  </a:lnTo>
                  <a:lnTo>
                    <a:pt x="1746497" y="1765829"/>
                  </a:lnTo>
                  <a:lnTo>
                    <a:pt x="1746465" y="1765863"/>
                  </a:lnTo>
                  <a:lnTo>
                    <a:pt x="1746375" y="1765915"/>
                  </a:lnTo>
                  <a:lnTo>
                    <a:pt x="1746362" y="1765931"/>
                  </a:lnTo>
                  <a:lnTo>
                    <a:pt x="1746336" y="1765960"/>
                  </a:lnTo>
                  <a:lnTo>
                    <a:pt x="1746304" y="1766039"/>
                  </a:lnTo>
                  <a:lnTo>
                    <a:pt x="1746297" y="1766057"/>
                  </a:lnTo>
                  <a:lnTo>
                    <a:pt x="1746236" y="1766122"/>
                  </a:lnTo>
                  <a:lnTo>
                    <a:pt x="1746138" y="1766168"/>
                  </a:lnTo>
                  <a:lnTo>
                    <a:pt x="1746077" y="1766167"/>
                  </a:lnTo>
                  <a:lnTo>
                    <a:pt x="1745879" y="1766122"/>
                  </a:lnTo>
                  <a:lnTo>
                    <a:pt x="1745625" y="1766064"/>
                  </a:lnTo>
                  <a:lnTo>
                    <a:pt x="1745610" y="1766058"/>
                  </a:lnTo>
                  <a:lnTo>
                    <a:pt x="1745550" y="1766036"/>
                  </a:lnTo>
                  <a:lnTo>
                    <a:pt x="1745474" y="1765975"/>
                  </a:lnTo>
                  <a:lnTo>
                    <a:pt x="1745322" y="1765844"/>
                  </a:lnTo>
                  <a:lnTo>
                    <a:pt x="1745265" y="1765791"/>
                  </a:lnTo>
                  <a:lnTo>
                    <a:pt x="1745255" y="1765778"/>
                  </a:lnTo>
                  <a:lnTo>
                    <a:pt x="1745249" y="1765764"/>
                  </a:lnTo>
                  <a:lnTo>
                    <a:pt x="1745216" y="1765686"/>
                  </a:lnTo>
                  <a:lnTo>
                    <a:pt x="1745215" y="1765664"/>
                  </a:lnTo>
                  <a:lnTo>
                    <a:pt x="1745210" y="1765601"/>
                  </a:lnTo>
                  <a:lnTo>
                    <a:pt x="1745209" y="1765585"/>
                  </a:lnTo>
                  <a:lnTo>
                    <a:pt x="1745225" y="1765530"/>
                  </a:lnTo>
                  <a:lnTo>
                    <a:pt x="1745233" y="1765449"/>
                  </a:lnTo>
                  <a:lnTo>
                    <a:pt x="1745179" y="1765355"/>
                  </a:lnTo>
                  <a:lnTo>
                    <a:pt x="1745136" y="1765311"/>
                  </a:lnTo>
                  <a:lnTo>
                    <a:pt x="1745126" y="1765301"/>
                  </a:lnTo>
                  <a:lnTo>
                    <a:pt x="1745026" y="1765200"/>
                  </a:lnTo>
                  <a:lnTo>
                    <a:pt x="1744858" y="1765009"/>
                  </a:lnTo>
                  <a:lnTo>
                    <a:pt x="1744837" y="1764984"/>
                  </a:lnTo>
                  <a:lnTo>
                    <a:pt x="1744810" y="1764965"/>
                  </a:lnTo>
                  <a:lnTo>
                    <a:pt x="1744717" y="1764892"/>
                  </a:lnTo>
                  <a:lnTo>
                    <a:pt x="1744665" y="1764873"/>
                  </a:lnTo>
                  <a:lnTo>
                    <a:pt x="1744617" y="1764823"/>
                  </a:lnTo>
                  <a:lnTo>
                    <a:pt x="1744562" y="1764804"/>
                  </a:lnTo>
                  <a:lnTo>
                    <a:pt x="1744544" y="1764775"/>
                  </a:lnTo>
                  <a:lnTo>
                    <a:pt x="1744543" y="1764735"/>
                  </a:lnTo>
                  <a:lnTo>
                    <a:pt x="1744551" y="1764614"/>
                  </a:lnTo>
                  <a:lnTo>
                    <a:pt x="1744554" y="1764582"/>
                  </a:lnTo>
                  <a:lnTo>
                    <a:pt x="1744560" y="1764570"/>
                  </a:lnTo>
                  <a:lnTo>
                    <a:pt x="1744580" y="1764574"/>
                  </a:lnTo>
                  <a:lnTo>
                    <a:pt x="1744607" y="1764578"/>
                  </a:lnTo>
                  <a:lnTo>
                    <a:pt x="1744629" y="1764565"/>
                  </a:lnTo>
                  <a:lnTo>
                    <a:pt x="1744637" y="1764556"/>
                  </a:lnTo>
                  <a:lnTo>
                    <a:pt x="1744625" y="1764446"/>
                  </a:lnTo>
                  <a:lnTo>
                    <a:pt x="1744615" y="1764398"/>
                  </a:lnTo>
                  <a:lnTo>
                    <a:pt x="1744612" y="1764379"/>
                  </a:lnTo>
                  <a:lnTo>
                    <a:pt x="1744582" y="1764329"/>
                  </a:lnTo>
                  <a:lnTo>
                    <a:pt x="1744537" y="1764334"/>
                  </a:lnTo>
                  <a:lnTo>
                    <a:pt x="1744512" y="1764336"/>
                  </a:lnTo>
                  <a:lnTo>
                    <a:pt x="1744500" y="1764329"/>
                  </a:lnTo>
                  <a:lnTo>
                    <a:pt x="1744480" y="1764250"/>
                  </a:lnTo>
                  <a:lnTo>
                    <a:pt x="1744439" y="1764071"/>
                  </a:lnTo>
                  <a:lnTo>
                    <a:pt x="1744393" y="1763777"/>
                  </a:lnTo>
                  <a:lnTo>
                    <a:pt x="1744390" y="1763752"/>
                  </a:lnTo>
                  <a:lnTo>
                    <a:pt x="1744383" y="1763697"/>
                  </a:lnTo>
                  <a:lnTo>
                    <a:pt x="1744378" y="1763654"/>
                  </a:lnTo>
                  <a:lnTo>
                    <a:pt x="1744372" y="1763606"/>
                  </a:lnTo>
                  <a:lnTo>
                    <a:pt x="1744368" y="1763571"/>
                  </a:lnTo>
                  <a:lnTo>
                    <a:pt x="1744367" y="1763565"/>
                  </a:lnTo>
                  <a:lnTo>
                    <a:pt x="1744366" y="1763558"/>
                  </a:lnTo>
                  <a:lnTo>
                    <a:pt x="1744374" y="1763440"/>
                  </a:lnTo>
                  <a:lnTo>
                    <a:pt x="1744380" y="1763379"/>
                  </a:lnTo>
                  <a:lnTo>
                    <a:pt x="1744298" y="1763368"/>
                  </a:lnTo>
                  <a:lnTo>
                    <a:pt x="1744285" y="1763340"/>
                  </a:lnTo>
                  <a:lnTo>
                    <a:pt x="1744248" y="1763260"/>
                  </a:lnTo>
                  <a:lnTo>
                    <a:pt x="1744240" y="1763168"/>
                  </a:lnTo>
                  <a:lnTo>
                    <a:pt x="1744239" y="1763151"/>
                  </a:lnTo>
                  <a:lnTo>
                    <a:pt x="1744155" y="1763019"/>
                  </a:lnTo>
                  <a:lnTo>
                    <a:pt x="1744106" y="1762943"/>
                  </a:lnTo>
                  <a:lnTo>
                    <a:pt x="1744071" y="1762887"/>
                  </a:lnTo>
                  <a:lnTo>
                    <a:pt x="1744016" y="1762804"/>
                  </a:lnTo>
                  <a:lnTo>
                    <a:pt x="1743974" y="1762691"/>
                  </a:lnTo>
                  <a:lnTo>
                    <a:pt x="1743957" y="1762591"/>
                  </a:lnTo>
                  <a:lnTo>
                    <a:pt x="1743932" y="1762424"/>
                  </a:lnTo>
                  <a:lnTo>
                    <a:pt x="1743933" y="1762381"/>
                  </a:lnTo>
                  <a:lnTo>
                    <a:pt x="1743936" y="1762354"/>
                  </a:lnTo>
                  <a:lnTo>
                    <a:pt x="1743941" y="1762345"/>
                  </a:lnTo>
                  <a:lnTo>
                    <a:pt x="1743945" y="1762337"/>
                  </a:lnTo>
                  <a:lnTo>
                    <a:pt x="1743957" y="1762323"/>
                  </a:lnTo>
                  <a:lnTo>
                    <a:pt x="1743995" y="1762278"/>
                  </a:lnTo>
                  <a:lnTo>
                    <a:pt x="1744012" y="1762265"/>
                  </a:lnTo>
                  <a:lnTo>
                    <a:pt x="1744029" y="1762252"/>
                  </a:lnTo>
                  <a:lnTo>
                    <a:pt x="1744029" y="1762242"/>
                  </a:lnTo>
                  <a:lnTo>
                    <a:pt x="1744028" y="1762211"/>
                  </a:lnTo>
                  <a:lnTo>
                    <a:pt x="1744010" y="1762206"/>
                  </a:lnTo>
                  <a:lnTo>
                    <a:pt x="1743969" y="1762231"/>
                  </a:lnTo>
                  <a:lnTo>
                    <a:pt x="1743942" y="1762265"/>
                  </a:lnTo>
                  <a:lnTo>
                    <a:pt x="1743922" y="1762281"/>
                  </a:lnTo>
                  <a:lnTo>
                    <a:pt x="1743897" y="1762294"/>
                  </a:lnTo>
                  <a:lnTo>
                    <a:pt x="1743869" y="1762302"/>
                  </a:lnTo>
                  <a:lnTo>
                    <a:pt x="1743846" y="1762293"/>
                  </a:lnTo>
                  <a:lnTo>
                    <a:pt x="1743788" y="1762266"/>
                  </a:lnTo>
                  <a:lnTo>
                    <a:pt x="1743750" y="1762250"/>
                  </a:lnTo>
                  <a:lnTo>
                    <a:pt x="1743715" y="1762248"/>
                  </a:lnTo>
                  <a:lnTo>
                    <a:pt x="1743707" y="1762258"/>
                  </a:lnTo>
                  <a:lnTo>
                    <a:pt x="1743700" y="1762276"/>
                  </a:lnTo>
                  <a:lnTo>
                    <a:pt x="1743707" y="1762295"/>
                  </a:lnTo>
                  <a:lnTo>
                    <a:pt x="1743748" y="1762301"/>
                  </a:lnTo>
                  <a:lnTo>
                    <a:pt x="1743809" y="1762318"/>
                  </a:lnTo>
                  <a:lnTo>
                    <a:pt x="1743845" y="1762340"/>
                  </a:lnTo>
                  <a:lnTo>
                    <a:pt x="1743861" y="1762353"/>
                  </a:lnTo>
                  <a:lnTo>
                    <a:pt x="1743870" y="1762393"/>
                  </a:lnTo>
                  <a:lnTo>
                    <a:pt x="1743854" y="1762407"/>
                  </a:lnTo>
                  <a:lnTo>
                    <a:pt x="1743831" y="1762442"/>
                  </a:lnTo>
                  <a:lnTo>
                    <a:pt x="1743830" y="1762470"/>
                  </a:lnTo>
                  <a:lnTo>
                    <a:pt x="1743857" y="1762578"/>
                  </a:lnTo>
                  <a:lnTo>
                    <a:pt x="1743866" y="1762612"/>
                  </a:lnTo>
                  <a:lnTo>
                    <a:pt x="1743901" y="1762671"/>
                  </a:lnTo>
                  <a:lnTo>
                    <a:pt x="1743936" y="1762762"/>
                  </a:lnTo>
                  <a:lnTo>
                    <a:pt x="1743942" y="1762797"/>
                  </a:lnTo>
                  <a:lnTo>
                    <a:pt x="1743951" y="1762874"/>
                  </a:lnTo>
                  <a:lnTo>
                    <a:pt x="1743967" y="1762918"/>
                  </a:lnTo>
                  <a:lnTo>
                    <a:pt x="1743988" y="1762974"/>
                  </a:lnTo>
                  <a:lnTo>
                    <a:pt x="1743992" y="1762986"/>
                  </a:lnTo>
                  <a:lnTo>
                    <a:pt x="1744002" y="1763014"/>
                  </a:lnTo>
                  <a:lnTo>
                    <a:pt x="1744034" y="1763062"/>
                  </a:lnTo>
                  <a:lnTo>
                    <a:pt x="1744062" y="1763138"/>
                  </a:lnTo>
                  <a:lnTo>
                    <a:pt x="1744056" y="1763195"/>
                  </a:lnTo>
                  <a:lnTo>
                    <a:pt x="1744057" y="1763270"/>
                  </a:lnTo>
                  <a:lnTo>
                    <a:pt x="1744037" y="1763275"/>
                  </a:lnTo>
                  <a:lnTo>
                    <a:pt x="1744029" y="1763301"/>
                  </a:lnTo>
                  <a:lnTo>
                    <a:pt x="1744029" y="1763381"/>
                  </a:lnTo>
                  <a:lnTo>
                    <a:pt x="1744032" y="1763430"/>
                  </a:lnTo>
                  <a:lnTo>
                    <a:pt x="1744039" y="1763548"/>
                  </a:lnTo>
                  <a:lnTo>
                    <a:pt x="1744037" y="1763568"/>
                  </a:lnTo>
                  <a:lnTo>
                    <a:pt x="1744036" y="1763583"/>
                  </a:lnTo>
                  <a:lnTo>
                    <a:pt x="1744035" y="1763590"/>
                  </a:lnTo>
                  <a:lnTo>
                    <a:pt x="1744104" y="1763593"/>
                  </a:lnTo>
                  <a:lnTo>
                    <a:pt x="1744106" y="1763715"/>
                  </a:lnTo>
                  <a:lnTo>
                    <a:pt x="1744107" y="1763822"/>
                  </a:lnTo>
                  <a:lnTo>
                    <a:pt x="1744057" y="1763956"/>
                  </a:lnTo>
                  <a:lnTo>
                    <a:pt x="1744032" y="1764019"/>
                  </a:lnTo>
                  <a:lnTo>
                    <a:pt x="1744013" y="1764065"/>
                  </a:lnTo>
                  <a:lnTo>
                    <a:pt x="1743993" y="1764113"/>
                  </a:lnTo>
                  <a:lnTo>
                    <a:pt x="1743957" y="1764155"/>
                  </a:lnTo>
                  <a:lnTo>
                    <a:pt x="1743943" y="1764170"/>
                  </a:lnTo>
                  <a:lnTo>
                    <a:pt x="1743934" y="1764179"/>
                  </a:lnTo>
                  <a:lnTo>
                    <a:pt x="1743923" y="1764189"/>
                  </a:lnTo>
                  <a:lnTo>
                    <a:pt x="1743892" y="1764211"/>
                  </a:lnTo>
                  <a:lnTo>
                    <a:pt x="1743864" y="1764213"/>
                  </a:lnTo>
                  <a:lnTo>
                    <a:pt x="1743845" y="1764212"/>
                  </a:lnTo>
                  <a:lnTo>
                    <a:pt x="1743818" y="1764208"/>
                  </a:lnTo>
                  <a:lnTo>
                    <a:pt x="1743787" y="1764199"/>
                  </a:lnTo>
                  <a:lnTo>
                    <a:pt x="1743761" y="1764199"/>
                  </a:lnTo>
                  <a:lnTo>
                    <a:pt x="1743717" y="1764198"/>
                  </a:lnTo>
                  <a:lnTo>
                    <a:pt x="1743692" y="1764199"/>
                  </a:lnTo>
                  <a:lnTo>
                    <a:pt x="1743685" y="1764199"/>
                  </a:lnTo>
                  <a:lnTo>
                    <a:pt x="1743630" y="1764211"/>
                  </a:lnTo>
                  <a:lnTo>
                    <a:pt x="1743598" y="1764218"/>
                  </a:lnTo>
                  <a:lnTo>
                    <a:pt x="1743568" y="1764238"/>
                  </a:lnTo>
                  <a:lnTo>
                    <a:pt x="1743484" y="1764279"/>
                  </a:lnTo>
                  <a:lnTo>
                    <a:pt x="1743471" y="1764289"/>
                  </a:lnTo>
                  <a:lnTo>
                    <a:pt x="1743379" y="1764337"/>
                  </a:lnTo>
                  <a:lnTo>
                    <a:pt x="1743323" y="1764357"/>
                  </a:lnTo>
                  <a:lnTo>
                    <a:pt x="1743307" y="1764364"/>
                  </a:lnTo>
                  <a:lnTo>
                    <a:pt x="1743302" y="1764367"/>
                  </a:lnTo>
                  <a:lnTo>
                    <a:pt x="1743289" y="1764366"/>
                  </a:lnTo>
                  <a:lnTo>
                    <a:pt x="1743265" y="1764353"/>
                  </a:lnTo>
                  <a:lnTo>
                    <a:pt x="1743267" y="1764336"/>
                  </a:lnTo>
                  <a:lnTo>
                    <a:pt x="1743163" y="1764280"/>
                  </a:lnTo>
                  <a:lnTo>
                    <a:pt x="1743092" y="1764241"/>
                  </a:lnTo>
                  <a:lnTo>
                    <a:pt x="1743083" y="1764251"/>
                  </a:lnTo>
                  <a:lnTo>
                    <a:pt x="1743089" y="1764280"/>
                  </a:lnTo>
                  <a:lnTo>
                    <a:pt x="1743146" y="1764365"/>
                  </a:lnTo>
                  <a:lnTo>
                    <a:pt x="1743228" y="1764496"/>
                  </a:lnTo>
                  <a:lnTo>
                    <a:pt x="1743265" y="1764527"/>
                  </a:lnTo>
                  <a:lnTo>
                    <a:pt x="1743274" y="1764644"/>
                  </a:lnTo>
                  <a:lnTo>
                    <a:pt x="1743266" y="1764682"/>
                  </a:lnTo>
                  <a:lnTo>
                    <a:pt x="1743227" y="1764815"/>
                  </a:lnTo>
                  <a:lnTo>
                    <a:pt x="1743223" y="1764856"/>
                  </a:lnTo>
                  <a:lnTo>
                    <a:pt x="1743187" y="1764895"/>
                  </a:lnTo>
                  <a:lnTo>
                    <a:pt x="1743122" y="1764919"/>
                  </a:lnTo>
                  <a:lnTo>
                    <a:pt x="1743088" y="1764915"/>
                  </a:lnTo>
                  <a:lnTo>
                    <a:pt x="1743074" y="1764873"/>
                  </a:lnTo>
                  <a:lnTo>
                    <a:pt x="1743051" y="1764829"/>
                  </a:lnTo>
                  <a:lnTo>
                    <a:pt x="1743012" y="1764756"/>
                  </a:lnTo>
                  <a:lnTo>
                    <a:pt x="1742959" y="1764692"/>
                  </a:lnTo>
                  <a:lnTo>
                    <a:pt x="1742931" y="1764672"/>
                  </a:lnTo>
                  <a:lnTo>
                    <a:pt x="1742920" y="1764675"/>
                  </a:lnTo>
                  <a:lnTo>
                    <a:pt x="1742892" y="1764693"/>
                  </a:lnTo>
                  <a:lnTo>
                    <a:pt x="1742886" y="1764696"/>
                  </a:lnTo>
                  <a:lnTo>
                    <a:pt x="1742882" y="1764701"/>
                  </a:lnTo>
                  <a:lnTo>
                    <a:pt x="1742899" y="1764733"/>
                  </a:lnTo>
                  <a:lnTo>
                    <a:pt x="1742919" y="1764786"/>
                  </a:lnTo>
                  <a:lnTo>
                    <a:pt x="1742920" y="1764835"/>
                  </a:lnTo>
                  <a:lnTo>
                    <a:pt x="1742923" y="1764884"/>
                  </a:lnTo>
                  <a:lnTo>
                    <a:pt x="1742923" y="1764895"/>
                  </a:lnTo>
                  <a:lnTo>
                    <a:pt x="1742932" y="1764931"/>
                  </a:lnTo>
                  <a:lnTo>
                    <a:pt x="1742935" y="1764942"/>
                  </a:lnTo>
                  <a:lnTo>
                    <a:pt x="1743025" y="1764997"/>
                  </a:lnTo>
                  <a:lnTo>
                    <a:pt x="1743053" y="1765008"/>
                  </a:lnTo>
                  <a:lnTo>
                    <a:pt x="1743169" y="1765041"/>
                  </a:lnTo>
                  <a:lnTo>
                    <a:pt x="1743186" y="1765046"/>
                  </a:lnTo>
                  <a:lnTo>
                    <a:pt x="1743252" y="1765065"/>
                  </a:lnTo>
                  <a:lnTo>
                    <a:pt x="1743268" y="1765069"/>
                  </a:lnTo>
                  <a:lnTo>
                    <a:pt x="1743335" y="1765034"/>
                  </a:lnTo>
                  <a:lnTo>
                    <a:pt x="1743342" y="1765029"/>
                  </a:lnTo>
                  <a:lnTo>
                    <a:pt x="1743360" y="1765016"/>
                  </a:lnTo>
                  <a:lnTo>
                    <a:pt x="1743401" y="1764990"/>
                  </a:lnTo>
                  <a:lnTo>
                    <a:pt x="1743407" y="1764984"/>
                  </a:lnTo>
                  <a:lnTo>
                    <a:pt x="1743417" y="1764969"/>
                  </a:lnTo>
                  <a:lnTo>
                    <a:pt x="1743421" y="1764951"/>
                  </a:lnTo>
                  <a:lnTo>
                    <a:pt x="1743429" y="1764942"/>
                  </a:lnTo>
                  <a:lnTo>
                    <a:pt x="1743441" y="1764926"/>
                  </a:lnTo>
                  <a:lnTo>
                    <a:pt x="1743451" y="1764912"/>
                  </a:lnTo>
                  <a:lnTo>
                    <a:pt x="1743452" y="1764891"/>
                  </a:lnTo>
                  <a:lnTo>
                    <a:pt x="1743457" y="1764870"/>
                  </a:lnTo>
                  <a:lnTo>
                    <a:pt x="1743468" y="1764868"/>
                  </a:lnTo>
                  <a:lnTo>
                    <a:pt x="1743469" y="1764849"/>
                  </a:lnTo>
                  <a:lnTo>
                    <a:pt x="1743470" y="1764835"/>
                  </a:lnTo>
                  <a:lnTo>
                    <a:pt x="1743469" y="1764791"/>
                  </a:lnTo>
                  <a:lnTo>
                    <a:pt x="1743466" y="1764701"/>
                  </a:lnTo>
                  <a:lnTo>
                    <a:pt x="1743462" y="1764693"/>
                  </a:lnTo>
                  <a:lnTo>
                    <a:pt x="1743455" y="1764682"/>
                  </a:lnTo>
                  <a:lnTo>
                    <a:pt x="1743436" y="1764659"/>
                  </a:lnTo>
                  <a:lnTo>
                    <a:pt x="1743433" y="1764653"/>
                  </a:lnTo>
                  <a:lnTo>
                    <a:pt x="1743412" y="1764605"/>
                  </a:lnTo>
                  <a:lnTo>
                    <a:pt x="1743407" y="1764591"/>
                  </a:lnTo>
                  <a:lnTo>
                    <a:pt x="1743390" y="1764540"/>
                  </a:lnTo>
                  <a:lnTo>
                    <a:pt x="1743385" y="1764526"/>
                  </a:lnTo>
                  <a:lnTo>
                    <a:pt x="1743384" y="1764491"/>
                  </a:lnTo>
                  <a:lnTo>
                    <a:pt x="1743387" y="1764457"/>
                  </a:lnTo>
                  <a:lnTo>
                    <a:pt x="1743388" y="1764445"/>
                  </a:lnTo>
                  <a:lnTo>
                    <a:pt x="1743398" y="1764433"/>
                  </a:lnTo>
                  <a:lnTo>
                    <a:pt x="1743417" y="1764422"/>
                  </a:lnTo>
                  <a:lnTo>
                    <a:pt x="1743430" y="1764414"/>
                  </a:lnTo>
                  <a:lnTo>
                    <a:pt x="1743480" y="1764402"/>
                  </a:lnTo>
                  <a:lnTo>
                    <a:pt x="1743507" y="1764395"/>
                  </a:lnTo>
                  <a:lnTo>
                    <a:pt x="1743527" y="1764390"/>
                  </a:lnTo>
                  <a:lnTo>
                    <a:pt x="1743554" y="1764389"/>
                  </a:lnTo>
                  <a:lnTo>
                    <a:pt x="1743593" y="1764389"/>
                  </a:lnTo>
                  <a:lnTo>
                    <a:pt x="1743609" y="1764388"/>
                  </a:lnTo>
                  <a:lnTo>
                    <a:pt x="1743624" y="1764387"/>
                  </a:lnTo>
                  <a:lnTo>
                    <a:pt x="1743787" y="1764385"/>
                  </a:lnTo>
                  <a:lnTo>
                    <a:pt x="1743803" y="1764385"/>
                  </a:lnTo>
                  <a:lnTo>
                    <a:pt x="1743839" y="1764385"/>
                  </a:lnTo>
                  <a:lnTo>
                    <a:pt x="1743860" y="1764382"/>
                  </a:lnTo>
                  <a:lnTo>
                    <a:pt x="1743863" y="1764367"/>
                  </a:lnTo>
                  <a:lnTo>
                    <a:pt x="1743855" y="1764339"/>
                  </a:lnTo>
                  <a:lnTo>
                    <a:pt x="1743873" y="1764329"/>
                  </a:lnTo>
                  <a:lnTo>
                    <a:pt x="1743927" y="1764332"/>
                  </a:lnTo>
                  <a:lnTo>
                    <a:pt x="1743949" y="1764333"/>
                  </a:lnTo>
                  <a:lnTo>
                    <a:pt x="1743962" y="1764333"/>
                  </a:lnTo>
                  <a:lnTo>
                    <a:pt x="1743965" y="1764354"/>
                  </a:lnTo>
                  <a:lnTo>
                    <a:pt x="1743988" y="1764504"/>
                  </a:lnTo>
                  <a:lnTo>
                    <a:pt x="1744005" y="1764620"/>
                  </a:lnTo>
                  <a:lnTo>
                    <a:pt x="1744031" y="1764786"/>
                  </a:lnTo>
                  <a:lnTo>
                    <a:pt x="1744043" y="1764870"/>
                  </a:lnTo>
                  <a:lnTo>
                    <a:pt x="1744019" y="1764933"/>
                  </a:lnTo>
                  <a:lnTo>
                    <a:pt x="1744013" y="1764946"/>
                  </a:lnTo>
                  <a:lnTo>
                    <a:pt x="1743965" y="1765022"/>
                  </a:lnTo>
                  <a:lnTo>
                    <a:pt x="1743942" y="1765064"/>
                  </a:lnTo>
                  <a:lnTo>
                    <a:pt x="1743934" y="1765080"/>
                  </a:lnTo>
                  <a:lnTo>
                    <a:pt x="1743938" y="1765087"/>
                  </a:lnTo>
                  <a:lnTo>
                    <a:pt x="1743962" y="1765094"/>
                  </a:lnTo>
                  <a:lnTo>
                    <a:pt x="1743978" y="1765090"/>
                  </a:lnTo>
                  <a:lnTo>
                    <a:pt x="1743983" y="1765091"/>
                  </a:lnTo>
                  <a:lnTo>
                    <a:pt x="1743995" y="1765124"/>
                  </a:lnTo>
                  <a:lnTo>
                    <a:pt x="1744001" y="1765150"/>
                  </a:lnTo>
                  <a:lnTo>
                    <a:pt x="1743992" y="1765174"/>
                  </a:lnTo>
                  <a:lnTo>
                    <a:pt x="1743984" y="1765174"/>
                  </a:lnTo>
                  <a:lnTo>
                    <a:pt x="1743954" y="1765176"/>
                  </a:lnTo>
                  <a:lnTo>
                    <a:pt x="1743930" y="1765171"/>
                  </a:lnTo>
                  <a:lnTo>
                    <a:pt x="1743914" y="1765155"/>
                  </a:lnTo>
                  <a:lnTo>
                    <a:pt x="1743914" y="1765139"/>
                  </a:lnTo>
                  <a:lnTo>
                    <a:pt x="1743896" y="1765121"/>
                  </a:lnTo>
                  <a:lnTo>
                    <a:pt x="1743836" y="1765188"/>
                  </a:lnTo>
                  <a:lnTo>
                    <a:pt x="1743803" y="1765223"/>
                  </a:lnTo>
                  <a:lnTo>
                    <a:pt x="1743823" y="1765348"/>
                  </a:lnTo>
                  <a:lnTo>
                    <a:pt x="1743880" y="1765481"/>
                  </a:lnTo>
                  <a:lnTo>
                    <a:pt x="1743885" y="1765500"/>
                  </a:lnTo>
                  <a:lnTo>
                    <a:pt x="1743907" y="1765524"/>
                  </a:lnTo>
                  <a:lnTo>
                    <a:pt x="1744019" y="1765583"/>
                  </a:lnTo>
                  <a:lnTo>
                    <a:pt x="1744064" y="1765678"/>
                  </a:lnTo>
                  <a:lnTo>
                    <a:pt x="1744274" y="1766123"/>
                  </a:lnTo>
                  <a:lnTo>
                    <a:pt x="1744288" y="1766127"/>
                  </a:lnTo>
                  <a:lnTo>
                    <a:pt x="1744270" y="1766364"/>
                  </a:lnTo>
                  <a:lnTo>
                    <a:pt x="1744151" y="1766367"/>
                  </a:lnTo>
                  <a:lnTo>
                    <a:pt x="1744145" y="1766420"/>
                  </a:lnTo>
                  <a:lnTo>
                    <a:pt x="1744155" y="1766445"/>
                  </a:lnTo>
                  <a:lnTo>
                    <a:pt x="1744161" y="1766448"/>
                  </a:lnTo>
                  <a:lnTo>
                    <a:pt x="1744188" y="1766466"/>
                  </a:lnTo>
                  <a:lnTo>
                    <a:pt x="1744207" y="1766526"/>
                  </a:lnTo>
                  <a:lnTo>
                    <a:pt x="1744205" y="1766589"/>
                  </a:lnTo>
                  <a:lnTo>
                    <a:pt x="1744200" y="1766606"/>
                  </a:lnTo>
                  <a:lnTo>
                    <a:pt x="1744182" y="1766641"/>
                  </a:lnTo>
                  <a:lnTo>
                    <a:pt x="1744112" y="1766689"/>
                  </a:lnTo>
                  <a:lnTo>
                    <a:pt x="1744042" y="1766737"/>
                  </a:lnTo>
                  <a:lnTo>
                    <a:pt x="1744036" y="1766739"/>
                  </a:lnTo>
                  <a:lnTo>
                    <a:pt x="1743999" y="1766752"/>
                  </a:lnTo>
                  <a:lnTo>
                    <a:pt x="1743975" y="1766761"/>
                  </a:lnTo>
                  <a:lnTo>
                    <a:pt x="1743902" y="1766784"/>
                  </a:lnTo>
                  <a:lnTo>
                    <a:pt x="1743868" y="1766791"/>
                  </a:lnTo>
                  <a:lnTo>
                    <a:pt x="1743858" y="1766792"/>
                  </a:lnTo>
                  <a:lnTo>
                    <a:pt x="1743828" y="1766793"/>
                  </a:lnTo>
                  <a:lnTo>
                    <a:pt x="1743810" y="1766792"/>
                  </a:lnTo>
                  <a:lnTo>
                    <a:pt x="1743778" y="1766791"/>
                  </a:lnTo>
                  <a:lnTo>
                    <a:pt x="1743764" y="1766787"/>
                  </a:lnTo>
                  <a:lnTo>
                    <a:pt x="1743749" y="1766784"/>
                  </a:lnTo>
                  <a:lnTo>
                    <a:pt x="1743710" y="1766780"/>
                  </a:lnTo>
                  <a:lnTo>
                    <a:pt x="1743705" y="1766782"/>
                  </a:lnTo>
                  <a:lnTo>
                    <a:pt x="1743691" y="1766787"/>
                  </a:lnTo>
                  <a:lnTo>
                    <a:pt x="1743634" y="1766813"/>
                  </a:lnTo>
                  <a:lnTo>
                    <a:pt x="1743576" y="1766843"/>
                  </a:lnTo>
                  <a:lnTo>
                    <a:pt x="1743530" y="1766873"/>
                  </a:lnTo>
                  <a:lnTo>
                    <a:pt x="1743468" y="1766916"/>
                  </a:lnTo>
                  <a:lnTo>
                    <a:pt x="1743382" y="1766989"/>
                  </a:lnTo>
                  <a:lnTo>
                    <a:pt x="1743325" y="1767040"/>
                  </a:lnTo>
                  <a:lnTo>
                    <a:pt x="1743276" y="1767088"/>
                  </a:lnTo>
                  <a:lnTo>
                    <a:pt x="1743222" y="1767141"/>
                  </a:lnTo>
                  <a:lnTo>
                    <a:pt x="1743195" y="1767143"/>
                  </a:lnTo>
                  <a:lnTo>
                    <a:pt x="1743147" y="1767151"/>
                  </a:lnTo>
                  <a:lnTo>
                    <a:pt x="1743137" y="1767159"/>
                  </a:lnTo>
                  <a:lnTo>
                    <a:pt x="1743105" y="1767188"/>
                  </a:lnTo>
                  <a:lnTo>
                    <a:pt x="1743068" y="1767224"/>
                  </a:lnTo>
                  <a:lnTo>
                    <a:pt x="1743044" y="1767243"/>
                  </a:lnTo>
                  <a:lnTo>
                    <a:pt x="1743005" y="1767275"/>
                  </a:lnTo>
                  <a:lnTo>
                    <a:pt x="1742961" y="1767309"/>
                  </a:lnTo>
                  <a:lnTo>
                    <a:pt x="1742928" y="1767335"/>
                  </a:lnTo>
                  <a:lnTo>
                    <a:pt x="1742925" y="1767345"/>
                  </a:lnTo>
                  <a:lnTo>
                    <a:pt x="1742876" y="1767408"/>
                  </a:lnTo>
                  <a:lnTo>
                    <a:pt x="1742833" y="1767467"/>
                  </a:lnTo>
                  <a:lnTo>
                    <a:pt x="1742807" y="1767515"/>
                  </a:lnTo>
                  <a:lnTo>
                    <a:pt x="1742782" y="1767529"/>
                  </a:lnTo>
                  <a:lnTo>
                    <a:pt x="1742733" y="1767519"/>
                  </a:lnTo>
                  <a:lnTo>
                    <a:pt x="1742686" y="1767508"/>
                  </a:lnTo>
                  <a:lnTo>
                    <a:pt x="1742668" y="1767498"/>
                  </a:lnTo>
                  <a:lnTo>
                    <a:pt x="1742666" y="1767489"/>
                  </a:lnTo>
                  <a:lnTo>
                    <a:pt x="1742693" y="1767468"/>
                  </a:lnTo>
                  <a:lnTo>
                    <a:pt x="1742724" y="1767467"/>
                  </a:lnTo>
                  <a:lnTo>
                    <a:pt x="1742747" y="1767470"/>
                  </a:lnTo>
                  <a:lnTo>
                    <a:pt x="1742772" y="1767417"/>
                  </a:lnTo>
                  <a:lnTo>
                    <a:pt x="1742789" y="1767364"/>
                  </a:lnTo>
                  <a:lnTo>
                    <a:pt x="1742789" y="1767337"/>
                  </a:lnTo>
                  <a:lnTo>
                    <a:pt x="1742800" y="1767296"/>
                  </a:lnTo>
                  <a:lnTo>
                    <a:pt x="1742792" y="1767277"/>
                  </a:lnTo>
                  <a:lnTo>
                    <a:pt x="1742770" y="1767273"/>
                  </a:lnTo>
                  <a:lnTo>
                    <a:pt x="1742755" y="1767289"/>
                  </a:lnTo>
                  <a:lnTo>
                    <a:pt x="1742720" y="1767323"/>
                  </a:lnTo>
                  <a:lnTo>
                    <a:pt x="1742675" y="1767349"/>
                  </a:lnTo>
                  <a:lnTo>
                    <a:pt x="1742650" y="1767359"/>
                  </a:lnTo>
                  <a:lnTo>
                    <a:pt x="1742623" y="1767357"/>
                  </a:lnTo>
                  <a:lnTo>
                    <a:pt x="1742600" y="1767347"/>
                  </a:lnTo>
                  <a:lnTo>
                    <a:pt x="1742590" y="1767327"/>
                  </a:lnTo>
                  <a:lnTo>
                    <a:pt x="1742577" y="1767295"/>
                  </a:lnTo>
                  <a:lnTo>
                    <a:pt x="1742562" y="1767296"/>
                  </a:lnTo>
                  <a:lnTo>
                    <a:pt x="1742553" y="1767297"/>
                  </a:lnTo>
                  <a:lnTo>
                    <a:pt x="1742505" y="1767324"/>
                  </a:lnTo>
                  <a:lnTo>
                    <a:pt x="1742495" y="1767336"/>
                  </a:lnTo>
                  <a:lnTo>
                    <a:pt x="1742500" y="1767347"/>
                  </a:lnTo>
                  <a:lnTo>
                    <a:pt x="1742503" y="1767355"/>
                  </a:lnTo>
                  <a:lnTo>
                    <a:pt x="1742513" y="1767362"/>
                  </a:lnTo>
                  <a:lnTo>
                    <a:pt x="1742529" y="1767382"/>
                  </a:lnTo>
                  <a:lnTo>
                    <a:pt x="1742545" y="1767392"/>
                  </a:lnTo>
                  <a:lnTo>
                    <a:pt x="1742572" y="1767431"/>
                  </a:lnTo>
                  <a:lnTo>
                    <a:pt x="1742574" y="1767440"/>
                  </a:lnTo>
                  <a:lnTo>
                    <a:pt x="1742582" y="1767479"/>
                  </a:lnTo>
                  <a:lnTo>
                    <a:pt x="1742587" y="1767504"/>
                  </a:lnTo>
                  <a:lnTo>
                    <a:pt x="1742599" y="1767541"/>
                  </a:lnTo>
                  <a:lnTo>
                    <a:pt x="1742597" y="1767627"/>
                  </a:lnTo>
                  <a:lnTo>
                    <a:pt x="1742597" y="1767657"/>
                  </a:lnTo>
                  <a:lnTo>
                    <a:pt x="1742597" y="1767703"/>
                  </a:lnTo>
                  <a:lnTo>
                    <a:pt x="1742598" y="1767738"/>
                  </a:lnTo>
                  <a:lnTo>
                    <a:pt x="1742607" y="1767751"/>
                  </a:lnTo>
                  <a:lnTo>
                    <a:pt x="1742637" y="1767776"/>
                  </a:lnTo>
                  <a:lnTo>
                    <a:pt x="1742658" y="1767792"/>
                  </a:lnTo>
                  <a:lnTo>
                    <a:pt x="1742666" y="1767797"/>
                  </a:lnTo>
                  <a:lnTo>
                    <a:pt x="1742681" y="1767854"/>
                  </a:lnTo>
                  <a:lnTo>
                    <a:pt x="1742694" y="1767895"/>
                  </a:lnTo>
                  <a:lnTo>
                    <a:pt x="1742714" y="1767923"/>
                  </a:lnTo>
                  <a:lnTo>
                    <a:pt x="1742753" y="1767962"/>
                  </a:lnTo>
                  <a:lnTo>
                    <a:pt x="1742767" y="1767980"/>
                  </a:lnTo>
                  <a:lnTo>
                    <a:pt x="1742773" y="1768010"/>
                  </a:lnTo>
                  <a:lnTo>
                    <a:pt x="1742795" y="1768045"/>
                  </a:lnTo>
                  <a:lnTo>
                    <a:pt x="1742804" y="1768063"/>
                  </a:lnTo>
                  <a:lnTo>
                    <a:pt x="1742805" y="1768070"/>
                  </a:lnTo>
                  <a:lnTo>
                    <a:pt x="1742809" y="1768087"/>
                  </a:lnTo>
                  <a:lnTo>
                    <a:pt x="1742807" y="1768096"/>
                  </a:lnTo>
                  <a:lnTo>
                    <a:pt x="1742803" y="1768116"/>
                  </a:lnTo>
                  <a:lnTo>
                    <a:pt x="1742800" y="1768124"/>
                  </a:lnTo>
                  <a:lnTo>
                    <a:pt x="1742798" y="1768134"/>
                  </a:lnTo>
                  <a:lnTo>
                    <a:pt x="1742783" y="1768179"/>
                  </a:lnTo>
                  <a:lnTo>
                    <a:pt x="1742779" y="1768200"/>
                  </a:lnTo>
                  <a:lnTo>
                    <a:pt x="1742772" y="1768238"/>
                  </a:lnTo>
                  <a:lnTo>
                    <a:pt x="1742754" y="1768270"/>
                  </a:lnTo>
                  <a:lnTo>
                    <a:pt x="1742711" y="1768316"/>
                  </a:lnTo>
                  <a:lnTo>
                    <a:pt x="1742678" y="1768356"/>
                  </a:lnTo>
                  <a:lnTo>
                    <a:pt x="1742661" y="1768367"/>
                  </a:lnTo>
                  <a:lnTo>
                    <a:pt x="1742648" y="1768389"/>
                  </a:lnTo>
                  <a:lnTo>
                    <a:pt x="1742645" y="1768411"/>
                  </a:lnTo>
                  <a:lnTo>
                    <a:pt x="1742641" y="1768444"/>
                  </a:lnTo>
                  <a:lnTo>
                    <a:pt x="1742640" y="1768491"/>
                  </a:lnTo>
                  <a:lnTo>
                    <a:pt x="1742646" y="1768564"/>
                  </a:lnTo>
                  <a:lnTo>
                    <a:pt x="1742645" y="1768612"/>
                  </a:lnTo>
                  <a:lnTo>
                    <a:pt x="1742634" y="1768646"/>
                  </a:lnTo>
                  <a:lnTo>
                    <a:pt x="1742621" y="1768667"/>
                  </a:lnTo>
                  <a:lnTo>
                    <a:pt x="1742584" y="1768702"/>
                  </a:lnTo>
                  <a:lnTo>
                    <a:pt x="1742545" y="1768720"/>
                  </a:lnTo>
                  <a:lnTo>
                    <a:pt x="1742538" y="1768723"/>
                  </a:lnTo>
                  <a:lnTo>
                    <a:pt x="1742445" y="1768727"/>
                  </a:lnTo>
                  <a:lnTo>
                    <a:pt x="1742435" y="1768729"/>
                  </a:lnTo>
                  <a:lnTo>
                    <a:pt x="1742407" y="1768735"/>
                  </a:lnTo>
                  <a:lnTo>
                    <a:pt x="1742385" y="1768728"/>
                  </a:lnTo>
                  <a:lnTo>
                    <a:pt x="1742368" y="1768722"/>
                  </a:lnTo>
                  <a:lnTo>
                    <a:pt x="1742360" y="1768716"/>
                  </a:lnTo>
                  <a:lnTo>
                    <a:pt x="1742338" y="1768706"/>
                  </a:lnTo>
                  <a:lnTo>
                    <a:pt x="1742331" y="1768686"/>
                  </a:lnTo>
                  <a:lnTo>
                    <a:pt x="1742314" y="1768680"/>
                  </a:lnTo>
                  <a:lnTo>
                    <a:pt x="1742305" y="1768677"/>
                  </a:lnTo>
                  <a:lnTo>
                    <a:pt x="1742297" y="1768663"/>
                  </a:lnTo>
                  <a:lnTo>
                    <a:pt x="1742291" y="1768631"/>
                  </a:lnTo>
                  <a:lnTo>
                    <a:pt x="1742289" y="1768597"/>
                  </a:lnTo>
                  <a:lnTo>
                    <a:pt x="1742279" y="1768595"/>
                  </a:lnTo>
                  <a:lnTo>
                    <a:pt x="1742264" y="1768593"/>
                  </a:lnTo>
                  <a:lnTo>
                    <a:pt x="1742214" y="1768616"/>
                  </a:lnTo>
                  <a:lnTo>
                    <a:pt x="1742179" y="1768635"/>
                  </a:lnTo>
                  <a:lnTo>
                    <a:pt x="1742168" y="1768644"/>
                  </a:lnTo>
                  <a:lnTo>
                    <a:pt x="1742041" y="1768742"/>
                  </a:lnTo>
                  <a:lnTo>
                    <a:pt x="1742034" y="1768765"/>
                  </a:lnTo>
                  <a:lnTo>
                    <a:pt x="1742034" y="1768777"/>
                  </a:lnTo>
                  <a:lnTo>
                    <a:pt x="1742052" y="1768808"/>
                  </a:lnTo>
                  <a:lnTo>
                    <a:pt x="1742065" y="1768823"/>
                  </a:lnTo>
                  <a:lnTo>
                    <a:pt x="1742090" y="1768858"/>
                  </a:lnTo>
                  <a:lnTo>
                    <a:pt x="1742094" y="1768891"/>
                  </a:lnTo>
                  <a:lnTo>
                    <a:pt x="1742097" y="1768931"/>
                  </a:lnTo>
                  <a:lnTo>
                    <a:pt x="1742098" y="1768968"/>
                  </a:lnTo>
                  <a:lnTo>
                    <a:pt x="1742097" y="1768984"/>
                  </a:lnTo>
                  <a:lnTo>
                    <a:pt x="1742098" y="1768991"/>
                  </a:lnTo>
                  <a:lnTo>
                    <a:pt x="1742101" y="1768999"/>
                  </a:lnTo>
                  <a:lnTo>
                    <a:pt x="1742120" y="1769006"/>
                  </a:lnTo>
                  <a:lnTo>
                    <a:pt x="1742143" y="1769009"/>
                  </a:lnTo>
                  <a:lnTo>
                    <a:pt x="1742172" y="1769012"/>
                  </a:lnTo>
                  <a:lnTo>
                    <a:pt x="1742193" y="1769011"/>
                  </a:lnTo>
                  <a:lnTo>
                    <a:pt x="1742223" y="1769018"/>
                  </a:lnTo>
                  <a:lnTo>
                    <a:pt x="1742254" y="1769027"/>
                  </a:lnTo>
                  <a:lnTo>
                    <a:pt x="1742280" y="1769030"/>
                  </a:lnTo>
                  <a:lnTo>
                    <a:pt x="1742312" y="1769034"/>
                  </a:lnTo>
                  <a:lnTo>
                    <a:pt x="1742318" y="1769034"/>
                  </a:lnTo>
                  <a:lnTo>
                    <a:pt x="1742406" y="1769033"/>
                  </a:lnTo>
                  <a:lnTo>
                    <a:pt x="1742500" y="1769033"/>
                  </a:lnTo>
                  <a:lnTo>
                    <a:pt x="1742539" y="1769033"/>
                  </a:lnTo>
                  <a:lnTo>
                    <a:pt x="1742583" y="1769032"/>
                  </a:lnTo>
                  <a:lnTo>
                    <a:pt x="1742643" y="1769030"/>
                  </a:lnTo>
                  <a:lnTo>
                    <a:pt x="1742685" y="1768998"/>
                  </a:lnTo>
                  <a:lnTo>
                    <a:pt x="1742704" y="1768959"/>
                  </a:lnTo>
                  <a:lnTo>
                    <a:pt x="1742847" y="1768784"/>
                  </a:lnTo>
                  <a:lnTo>
                    <a:pt x="1742855" y="1768653"/>
                  </a:lnTo>
                  <a:lnTo>
                    <a:pt x="1742858" y="1768617"/>
                  </a:lnTo>
                  <a:lnTo>
                    <a:pt x="1742861" y="1768564"/>
                  </a:lnTo>
                  <a:lnTo>
                    <a:pt x="1742864" y="1768525"/>
                  </a:lnTo>
                  <a:lnTo>
                    <a:pt x="1742879" y="1768504"/>
                  </a:lnTo>
                  <a:lnTo>
                    <a:pt x="1742885" y="1768469"/>
                  </a:lnTo>
                  <a:lnTo>
                    <a:pt x="1742887" y="1768459"/>
                  </a:lnTo>
                  <a:lnTo>
                    <a:pt x="1742895" y="1768428"/>
                  </a:lnTo>
                  <a:lnTo>
                    <a:pt x="1742911" y="1768395"/>
                  </a:lnTo>
                  <a:lnTo>
                    <a:pt x="1742937" y="1768362"/>
                  </a:lnTo>
                  <a:lnTo>
                    <a:pt x="1742948" y="1768347"/>
                  </a:lnTo>
                  <a:lnTo>
                    <a:pt x="1742968" y="1768327"/>
                  </a:lnTo>
                  <a:lnTo>
                    <a:pt x="1742990" y="1768322"/>
                  </a:lnTo>
                  <a:lnTo>
                    <a:pt x="1743048" y="1768318"/>
                  </a:lnTo>
                  <a:lnTo>
                    <a:pt x="1743070" y="1768322"/>
                  </a:lnTo>
                  <a:lnTo>
                    <a:pt x="1743102" y="1768332"/>
                  </a:lnTo>
                  <a:lnTo>
                    <a:pt x="1743119" y="1768346"/>
                  </a:lnTo>
                  <a:lnTo>
                    <a:pt x="1743209" y="1768346"/>
                  </a:lnTo>
                  <a:lnTo>
                    <a:pt x="1743220" y="1768341"/>
                  </a:lnTo>
                  <a:lnTo>
                    <a:pt x="1743235" y="1768328"/>
                  </a:lnTo>
                  <a:lnTo>
                    <a:pt x="1743237" y="1768314"/>
                  </a:lnTo>
                  <a:lnTo>
                    <a:pt x="1743240" y="1768305"/>
                  </a:lnTo>
                  <a:lnTo>
                    <a:pt x="1743245" y="1768277"/>
                  </a:lnTo>
                  <a:lnTo>
                    <a:pt x="1743255" y="1768251"/>
                  </a:lnTo>
                  <a:lnTo>
                    <a:pt x="1743269" y="1768230"/>
                  </a:lnTo>
                  <a:lnTo>
                    <a:pt x="1743276" y="1768221"/>
                  </a:lnTo>
                  <a:lnTo>
                    <a:pt x="1743320" y="1768184"/>
                  </a:lnTo>
                  <a:lnTo>
                    <a:pt x="1743392" y="1768131"/>
                  </a:lnTo>
                  <a:lnTo>
                    <a:pt x="1743440" y="1768128"/>
                  </a:lnTo>
                  <a:lnTo>
                    <a:pt x="1743452" y="1768128"/>
                  </a:lnTo>
                  <a:lnTo>
                    <a:pt x="1743476" y="1768130"/>
                  </a:lnTo>
                  <a:lnTo>
                    <a:pt x="1743497" y="1768131"/>
                  </a:lnTo>
                  <a:lnTo>
                    <a:pt x="1743504" y="1768134"/>
                  </a:lnTo>
                  <a:lnTo>
                    <a:pt x="1743511" y="1768132"/>
                  </a:lnTo>
                  <a:lnTo>
                    <a:pt x="1743519" y="1768123"/>
                  </a:lnTo>
                  <a:lnTo>
                    <a:pt x="1743537" y="1768084"/>
                  </a:lnTo>
                  <a:lnTo>
                    <a:pt x="1743538" y="1768072"/>
                  </a:lnTo>
                  <a:lnTo>
                    <a:pt x="1743534" y="1768010"/>
                  </a:lnTo>
                  <a:lnTo>
                    <a:pt x="1743528" y="1768005"/>
                  </a:lnTo>
                  <a:lnTo>
                    <a:pt x="1743511" y="1767989"/>
                  </a:lnTo>
                  <a:lnTo>
                    <a:pt x="1743502" y="1767980"/>
                  </a:lnTo>
                  <a:lnTo>
                    <a:pt x="1743505" y="1767972"/>
                  </a:lnTo>
                  <a:lnTo>
                    <a:pt x="1743512" y="1767958"/>
                  </a:lnTo>
                  <a:lnTo>
                    <a:pt x="1743542" y="1767904"/>
                  </a:lnTo>
                  <a:lnTo>
                    <a:pt x="1743594" y="1767812"/>
                  </a:lnTo>
                  <a:lnTo>
                    <a:pt x="1743644" y="1767741"/>
                  </a:lnTo>
                  <a:lnTo>
                    <a:pt x="1743692" y="1767696"/>
                  </a:lnTo>
                  <a:lnTo>
                    <a:pt x="1743707" y="1767683"/>
                  </a:lnTo>
                  <a:lnTo>
                    <a:pt x="1743735" y="1767666"/>
                  </a:lnTo>
                  <a:lnTo>
                    <a:pt x="1743757" y="1767648"/>
                  </a:lnTo>
                  <a:lnTo>
                    <a:pt x="1743764" y="1767640"/>
                  </a:lnTo>
                  <a:lnTo>
                    <a:pt x="1743782" y="1767626"/>
                  </a:lnTo>
                  <a:lnTo>
                    <a:pt x="1743791" y="1767625"/>
                  </a:lnTo>
                  <a:lnTo>
                    <a:pt x="1743798" y="1767631"/>
                  </a:lnTo>
                  <a:lnTo>
                    <a:pt x="1743805" y="1767637"/>
                  </a:lnTo>
                  <a:lnTo>
                    <a:pt x="1743827" y="1767663"/>
                  </a:lnTo>
                  <a:lnTo>
                    <a:pt x="1743841" y="1767688"/>
                  </a:lnTo>
                  <a:lnTo>
                    <a:pt x="1743849" y="1767715"/>
                  </a:lnTo>
                  <a:lnTo>
                    <a:pt x="1743857" y="1767730"/>
                  </a:lnTo>
                  <a:lnTo>
                    <a:pt x="1743875" y="1767750"/>
                  </a:lnTo>
                  <a:lnTo>
                    <a:pt x="1743892" y="1767768"/>
                  </a:lnTo>
                  <a:lnTo>
                    <a:pt x="1743902" y="1767759"/>
                  </a:lnTo>
                  <a:lnTo>
                    <a:pt x="1743920" y="1767749"/>
                  </a:lnTo>
                  <a:lnTo>
                    <a:pt x="1743927" y="1767756"/>
                  </a:lnTo>
                  <a:lnTo>
                    <a:pt x="1743930" y="1767762"/>
                  </a:lnTo>
                  <a:lnTo>
                    <a:pt x="1743972" y="1767866"/>
                  </a:lnTo>
                  <a:lnTo>
                    <a:pt x="1743988" y="1767898"/>
                  </a:lnTo>
                  <a:lnTo>
                    <a:pt x="1744006" y="1767936"/>
                  </a:lnTo>
                  <a:lnTo>
                    <a:pt x="1744041" y="1767988"/>
                  </a:lnTo>
                  <a:lnTo>
                    <a:pt x="1744086" y="1768038"/>
                  </a:lnTo>
                  <a:lnTo>
                    <a:pt x="1744096" y="1768050"/>
                  </a:lnTo>
                  <a:lnTo>
                    <a:pt x="1744112" y="1768079"/>
                  </a:lnTo>
                  <a:lnTo>
                    <a:pt x="1744135" y="1768147"/>
                  </a:lnTo>
                  <a:lnTo>
                    <a:pt x="1744138" y="1768168"/>
                  </a:lnTo>
                  <a:lnTo>
                    <a:pt x="1744134" y="1768213"/>
                  </a:lnTo>
                  <a:lnTo>
                    <a:pt x="1744133" y="1768227"/>
                  </a:lnTo>
                  <a:lnTo>
                    <a:pt x="1744125" y="1768249"/>
                  </a:lnTo>
                  <a:lnTo>
                    <a:pt x="1744107" y="1768263"/>
                  </a:lnTo>
                  <a:lnTo>
                    <a:pt x="1744090" y="1768265"/>
                  </a:lnTo>
                  <a:lnTo>
                    <a:pt x="1744079" y="1768268"/>
                  </a:lnTo>
                  <a:lnTo>
                    <a:pt x="1744093" y="1768298"/>
                  </a:lnTo>
                  <a:lnTo>
                    <a:pt x="1744119" y="1768311"/>
                  </a:lnTo>
                  <a:lnTo>
                    <a:pt x="1744166" y="1768328"/>
                  </a:lnTo>
                  <a:lnTo>
                    <a:pt x="1744210" y="1768332"/>
                  </a:lnTo>
                  <a:lnTo>
                    <a:pt x="1744285" y="1768341"/>
                  </a:lnTo>
                  <a:lnTo>
                    <a:pt x="1744317" y="1768340"/>
                  </a:lnTo>
                  <a:lnTo>
                    <a:pt x="1744326" y="1768325"/>
                  </a:lnTo>
                  <a:lnTo>
                    <a:pt x="1744351" y="1768336"/>
                  </a:lnTo>
                  <a:lnTo>
                    <a:pt x="1744354" y="1768346"/>
                  </a:lnTo>
                  <a:lnTo>
                    <a:pt x="1744336" y="1768393"/>
                  </a:lnTo>
                  <a:lnTo>
                    <a:pt x="1744313" y="1768455"/>
                  </a:lnTo>
                  <a:lnTo>
                    <a:pt x="1744310" y="1768465"/>
                  </a:lnTo>
                  <a:lnTo>
                    <a:pt x="1744299" y="1768497"/>
                  </a:lnTo>
                  <a:lnTo>
                    <a:pt x="1744294" y="1768582"/>
                  </a:lnTo>
                  <a:lnTo>
                    <a:pt x="1744288" y="1768689"/>
                  </a:lnTo>
                  <a:lnTo>
                    <a:pt x="1744273" y="1768734"/>
                  </a:lnTo>
                  <a:lnTo>
                    <a:pt x="1744232" y="1768852"/>
                  </a:lnTo>
                  <a:lnTo>
                    <a:pt x="1744229" y="1768858"/>
                  </a:lnTo>
                  <a:lnTo>
                    <a:pt x="1744211" y="1768904"/>
                  </a:lnTo>
                  <a:lnTo>
                    <a:pt x="1744189" y="1768957"/>
                  </a:lnTo>
                  <a:lnTo>
                    <a:pt x="1744144" y="1769066"/>
                  </a:lnTo>
                  <a:lnTo>
                    <a:pt x="1744128" y="1769106"/>
                  </a:lnTo>
                  <a:lnTo>
                    <a:pt x="1744119" y="1769146"/>
                  </a:lnTo>
                  <a:lnTo>
                    <a:pt x="1744105" y="1769211"/>
                  </a:lnTo>
                  <a:lnTo>
                    <a:pt x="1744101" y="1769230"/>
                  </a:lnTo>
                  <a:lnTo>
                    <a:pt x="1744090" y="1769293"/>
                  </a:lnTo>
                  <a:lnTo>
                    <a:pt x="1744092" y="1769309"/>
                  </a:lnTo>
                  <a:lnTo>
                    <a:pt x="1744097" y="1769380"/>
                  </a:lnTo>
                  <a:lnTo>
                    <a:pt x="1744100" y="1769407"/>
                  </a:lnTo>
                  <a:lnTo>
                    <a:pt x="1744103" y="1769427"/>
                  </a:lnTo>
                  <a:lnTo>
                    <a:pt x="1744107" y="1769490"/>
                  </a:lnTo>
                  <a:lnTo>
                    <a:pt x="1744109" y="1769518"/>
                  </a:lnTo>
                  <a:lnTo>
                    <a:pt x="1744143" y="1769577"/>
                  </a:lnTo>
                  <a:lnTo>
                    <a:pt x="1744163" y="1769642"/>
                  </a:lnTo>
                  <a:lnTo>
                    <a:pt x="1744191" y="1769633"/>
                  </a:lnTo>
                  <a:lnTo>
                    <a:pt x="1744203" y="1769656"/>
                  </a:lnTo>
                  <a:lnTo>
                    <a:pt x="1744187" y="1769768"/>
                  </a:lnTo>
                  <a:lnTo>
                    <a:pt x="1744179" y="1769812"/>
                  </a:lnTo>
                  <a:lnTo>
                    <a:pt x="1744072" y="1769932"/>
                  </a:lnTo>
                  <a:lnTo>
                    <a:pt x="1744053" y="1769945"/>
                  </a:lnTo>
                  <a:lnTo>
                    <a:pt x="1744049" y="1769960"/>
                  </a:lnTo>
                  <a:lnTo>
                    <a:pt x="1744042" y="1769979"/>
                  </a:lnTo>
                  <a:lnTo>
                    <a:pt x="1744047" y="1770012"/>
                  </a:lnTo>
                  <a:lnTo>
                    <a:pt x="1744059" y="1770018"/>
                  </a:lnTo>
                  <a:lnTo>
                    <a:pt x="1744075" y="1770024"/>
                  </a:lnTo>
                  <a:lnTo>
                    <a:pt x="1744084" y="1770020"/>
                  </a:lnTo>
                  <a:lnTo>
                    <a:pt x="1744099" y="1770013"/>
                  </a:lnTo>
                  <a:lnTo>
                    <a:pt x="1744111" y="1770008"/>
                  </a:lnTo>
                  <a:lnTo>
                    <a:pt x="1744168" y="1769938"/>
                  </a:lnTo>
                  <a:lnTo>
                    <a:pt x="1744211" y="1769864"/>
                  </a:lnTo>
                  <a:lnTo>
                    <a:pt x="1744240" y="1769829"/>
                  </a:lnTo>
                  <a:lnTo>
                    <a:pt x="1744273" y="1769791"/>
                  </a:lnTo>
                  <a:lnTo>
                    <a:pt x="1744306" y="1769761"/>
                  </a:lnTo>
                  <a:lnTo>
                    <a:pt x="1744325" y="1769735"/>
                  </a:lnTo>
                  <a:lnTo>
                    <a:pt x="1744295" y="1769654"/>
                  </a:lnTo>
                  <a:lnTo>
                    <a:pt x="1744273" y="1769575"/>
                  </a:lnTo>
                  <a:lnTo>
                    <a:pt x="1744230" y="1769473"/>
                  </a:lnTo>
                  <a:lnTo>
                    <a:pt x="1744222" y="1769453"/>
                  </a:lnTo>
                  <a:lnTo>
                    <a:pt x="1744212" y="1769346"/>
                  </a:lnTo>
                  <a:lnTo>
                    <a:pt x="1744213" y="1769334"/>
                  </a:lnTo>
                  <a:lnTo>
                    <a:pt x="1744221" y="1769192"/>
                  </a:lnTo>
                  <a:lnTo>
                    <a:pt x="1744259" y="1769060"/>
                  </a:lnTo>
                  <a:lnTo>
                    <a:pt x="1744278" y="1769019"/>
                  </a:lnTo>
                  <a:lnTo>
                    <a:pt x="1744327" y="1768941"/>
                  </a:lnTo>
                  <a:lnTo>
                    <a:pt x="1744389" y="1768892"/>
                  </a:lnTo>
                  <a:lnTo>
                    <a:pt x="1744425" y="1768858"/>
                  </a:lnTo>
                  <a:lnTo>
                    <a:pt x="1744432" y="1768852"/>
                  </a:lnTo>
                  <a:lnTo>
                    <a:pt x="1744460" y="1768779"/>
                  </a:lnTo>
                  <a:lnTo>
                    <a:pt x="1744488" y="1768636"/>
                  </a:lnTo>
                  <a:lnTo>
                    <a:pt x="1744526" y="1768495"/>
                  </a:lnTo>
                  <a:lnTo>
                    <a:pt x="1744534" y="1768468"/>
                  </a:lnTo>
                  <a:lnTo>
                    <a:pt x="1744570" y="1768361"/>
                  </a:lnTo>
                  <a:lnTo>
                    <a:pt x="1744576" y="1768357"/>
                  </a:lnTo>
                  <a:lnTo>
                    <a:pt x="1744586" y="1768360"/>
                  </a:lnTo>
                  <a:lnTo>
                    <a:pt x="1744607" y="1768367"/>
                  </a:lnTo>
                  <a:lnTo>
                    <a:pt x="1744613" y="1768374"/>
                  </a:lnTo>
                  <a:lnTo>
                    <a:pt x="1744592" y="1768406"/>
                  </a:lnTo>
                  <a:lnTo>
                    <a:pt x="1744557" y="1768494"/>
                  </a:lnTo>
                  <a:lnTo>
                    <a:pt x="1744553" y="1768509"/>
                  </a:lnTo>
                  <a:lnTo>
                    <a:pt x="1744558" y="1768525"/>
                  </a:lnTo>
                  <a:lnTo>
                    <a:pt x="1744560" y="1768570"/>
                  </a:lnTo>
                  <a:lnTo>
                    <a:pt x="1744586" y="1768682"/>
                  </a:lnTo>
                  <a:lnTo>
                    <a:pt x="1744735" y="1768772"/>
                  </a:lnTo>
                  <a:lnTo>
                    <a:pt x="1744938" y="1768811"/>
                  </a:lnTo>
                  <a:lnTo>
                    <a:pt x="1745000" y="1768842"/>
                  </a:lnTo>
                  <a:lnTo>
                    <a:pt x="1745006" y="1768874"/>
                  </a:lnTo>
                  <a:lnTo>
                    <a:pt x="1744991" y="1768954"/>
                  </a:lnTo>
                  <a:lnTo>
                    <a:pt x="1744963" y="1768995"/>
                  </a:lnTo>
                  <a:lnTo>
                    <a:pt x="1744961" y="1769008"/>
                  </a:lnTo>
                  <a:lnTo>
                    <a:pt x="1744988" y="1769062"/>
                  </a:lnTo>
                  <a:lnTo>
                    <a:pt x="1744997" y="1769075"/>
                  </a:lnTo>
                  <a:lnTo>
                    <a:pt x="1745013" y="1769080"/>
                  </a:lnTo>
                  <a:lnTo>
                    <a:pt x="1745052" y="1769070"/>
                  </a:lnTo>
                  <a:lnTo>
                    <a:pt x="1745098" y="1769039"/>
                  </a:lnTo>
                  <a:lnTo>
                    <a:pt x="1745102" y="1768992"/>
                  </a:lnTo>
                  <a:lnTo>
                    <a:pt x="1745113" y="1768981"/>
                  </a:lnTo>
                  <a:lnTo>
                    <a:pt x="1745122" y="1768989"/>
                  </a:lnTo>
                  <a:lnTo>
                    <a:pt x="1745154" y="1769025"/>
                  </a:lnTo>
                  <a:lnTo>
                    <a:pt x="1745183" y="1769073"/>
                  </a:lnTo>
                  <a:lnTo>
                    <a:pt x="1745292" y="1769249"/>
                  </a:lnTo>
                  <a:lnTo>
                    <a:pt x="1745353" y="1769348"/>
                  </a:lnTo>
                  <a:lnTo>
                    <a:pt x="1745403" y="1769435"/>
                  </a:lnTo>
                  <a:lnTo>
                    <a:pt x="1745413" y="1769452"/>
                  </a:lnTo>
                  <a:lnTo>
                    <a:pt x="1745425" y="1769471"/>
                  </a:lnTo>
                  <a:lnTo>
                    <a:pt x="1745436" y="1769488"/>
                  </a:lnTo>
                  <a:lnTo>
                    <a:pt x="1745439" y="1769480"/>
                  </a:lnTo>
                  <a:lnTo>
                    <a:pt x="1745455" y="1769459"/>
                  </a:lnTo>
                  <a:lnTo>
                    <a:pt x="1745468" y="1769429"/>
                  </a:lnTo>
                  <a:lnTo>
                    <a:pt x="1745501" y="1769387"/>
                  </a:lnTo>
                  <a:lnTo>
                    <a:pt x="1745510" y="1769318"/>
                  </a:lnTo>
                  <a:lnTo>
                    <a:pt x="1745514" y="1769286"/>
                  </a:lnTo>
                  <a:lnTo>
                    <a:pt x="1745517" y="1769262"/>
                  </a:lnTo>
                  <a:lnTo>
                    <a:pt x="1745535" y="1769173"/>
                  </a:lnTo>
                  <a:lnTo>
                    <a:pt x="1745557" y="1769152"/>
                  </a:lnTo>
                  <a:lnTo>
                    <a:pt x="1745569" y="1769139"/>
                  </a:lnTo>
                  <a:lnTo>
                    <a:pt x="1745622" y="1769114"/>
                  </a:lnTo>
                  <a:lnTo>
                    <a:pt x="1745651" y="1769081"/>
                  </a:lnTo>
                  <a:lnTo>
                    <a:pt x="1745675" y="1769070"/>
                  </a:lnTo>
                  <a:lnTo>
                    <a:pt x="1745686" y="1769065"/>
                  </a:lnTo>
                  <a:lnTo>
                    <a:pt x="1745719" y="1769060"/>
                  </a:lnTo>
                  <a:lnTo>
                    <a:pt x="1745757" y="1769050"/>
                  </a:lnTo>
                  <a:lnTo>
                    <a:pt x="1745773" y="1769056"/>
                  </a:lnTo>
                  <a:lnTo>
                    <a:pt x="1745795" y="1769074"/>
                  </a:lnTo>
                  <a:lnTo>
                    <a:pt x="1745813" y="1769111"/>
                  </a:lnTo>
                  <a:lnTo>
                    <a:pt x="1745821" y="1769126"/>
                  </a:lnTo>
                  <a:lnTo>
                    <a:pt x="1745843" y="1769188"/>
                  </a:lnTo>
                  <a:lnTo>
                    <a:pt x="1745847" y="1769198"/>
                  </a:lnTo>
                  <a:lnTo>
                    <a:pt x="1745817" y="1769377"/>
                  </a:lnTo>
                  <a:lnTo>
                    <a:pt x="1745812" y="1769405"/>
                  </a:lnTo>
                  <a:lnTo>
                    <a:pt x="1745812" y="1769488"/>
                  </a:lnTo>
                  <a:lnTo>
                    <a:pt x="1745809" y="1769755"/>
                  </a:lnTo>
                  <a:lnTo>
                    <a:pt x="1745812" y="1769768"/>
                  </a:lnTo>
                  <a:lnTo>
                    <a:pt x="1745839" y="1769804"/>
                  </a:lnTo>
                  <a:lnTo>
                    <a:pt x="1745851" y="1769819"/>
                  </a:lnTo>
                  <a:lnTo>
                    <a:pt x="1745877" y="1769851"/>
                  </a:lnTo>
                  <a:lnTo>
                    <a:pt x="1745893" y="1769870"/>
                  </a:lnTo>
                  <a:lnTo>
                    <a:pt x="1745908" y="1769880"/>
                  </a:lnTo>
                  <a:lnTo>
                    <a:pt x="1745922" y="1769876"/>
                  </a:lnTo>
                  <a:lnTo>
                    <a:pt x="1745939" y="1769871"/>
                  </a:lnTo>
                  <a:lnTo>
                    <a:pt x="1745961" y="1769865"/>
                  </a:lnTo>
                  <a:lnTo>
                    <a:pt x="1745976" y="1769861"/>
                  </a:lnTo>
                  <a:lnTo>
                    <a:pt x="1745978" y="1769846"/>
                  </a:lnTo>
                  <a:lnTo>
                    <a:pt x="1745981" y="1769834"/>
                  </a:lnTo>
                  <a:lnTo>
                    <a:pt x="1745989" y="1769785"/>
                  </a:lnTo>
                  <a:lnTo>
                    <a:pt x="1745998" y="1769730"/>
                  </a:lnTo>
                  <a:lnTo>
                    <a:pt x="1745984" y="1769501"/>
                  </a:lnTo>
                  <a:lnTo>
                    <a:pt x="1745980" y="1769435"/>
                  </a:lnTo>
                  <a:lnTo>
                    <a:pt x="1745964" y="1769171"/>
                  </a:lnTo>
                  <a:lnTo>
                    <a:pt x="1745956" y="1769034"/>
                  </a:lnTo>
                  <a:lnTo>
                    <a:pt x="1745987" y="1768898"/>
                  </a:lnTo>
                  <a:lnTo>
                    <a:pt x="1745998" y="1768850"/>
                  </a:lnTo>
                  <a:lnTo>
                    <a:pt x="1746022" y="1768801"/>
                  </a:lnTo>
                  <a:lnTo>
                    <a:pt x="1746053" y="1768767"/>
                  </a:lnTo>
                  <a:lnTo>
                    <a:pt x="1746070" y="1768754"/>
                  </a:lnTo>
                  <a:lnTo>
                    <a:pt x="1746113" y="1768719"/>
                  </a:lnTo>
                  <a:lnTo>
                    <a:pt x="1746131" y="1768712"/>
                  </a:lnTo>
                  <a:lnTo>
                    <a:pt x="1746180" y="1768693"/>
                  </a:lnTo>
                  <a:lnTo>
                    <a:pt x="1746228" y="1768692"/>
                  </a:lnTo>
                  <a:lnTo>
                    <a:pt x="1746248" y="1768691"/>
                  </a:lnTo>
                  <a:lnTo>
                    <a:pt x="1746274" y="1768722"/>
                  </a:lnTo>
                  <a:lnTo>
                    <a:pt x="1746285" y="1768769"/>
                  </a:lnTo>
                  <a:lnTo>
                    <a:pt x="1746291" y="1768778"/>
                  </a:lnTo>
                  <a:lnTo>
                    <a:pt x="1746307" y="1768764"/>
                  </a:lnTo>
                  <a:lnTo>
                    <a:pt x="1746395" y="1768693"/>
                  </a:lnTo>
                  <a:lnTo>
                    <a:pt x="1746436" y="1768661"/>
                  </a:lnTo>
                  <a:lnTo>
                    <a:pt x="1746499" y="1768612"/>
                  </a:lnTo>
                  <a:lnTo>
                    <a:pt x="1746513" y="1768601"/>
                  </a:lnTo>
                  <a:lnTo>
                    <a:pt x="1746521" y="1768573"/>
                  </a:lnTo>
                  <a:lnTo>
                    <a:pt x="1746514" y="1768560"/>
                  </a:lnTo>
                  <a:lnTo>
                    <a:pt x="1746533" y="1768545"/>
                  </a:lnTo>
                  <a:lnTo>
                    <a:pt x="1746550" y="1768544"/>
                  </a:lnTo>
                  <a:lnTo>
                    <a:pt x="1746571" y="1768576"/>
                  </a:lnTo>
                  <a:lnTo>
                    <a:pt x="1746586" y="1768635"/>
                  </a:lnTo>
                  <a:lnTo>
                    <a:pt x="1746570" y="1768653"/>
                  </a:lnTo>
                  <a:lnTo>
                    <a:pt x="1746584" y="1768676"/>
                  </a:lnTo>
                  <a:lnTo>
                    <a:pt x="1746611" y="1768766"/>
                  </a:lnTo>
                  <a:lnTo>
                    <a:pt x="1746629" y="1768786"/>
                  </a:lnTo>
                  <a:lnTo>
                    <a:pt x="1746645" y="1768830"/>
                  </a:lnTo>
                  <a:lnTo>
                    <a:pt x="1746634" y="1768952"/>
                  </a:lnTo>
                  <a:lnTo>
                    <a:pt x="1746619" y="1769008"/>
                  </a:lnTo>
                  <a:lnTo>
                    <a:pt x="1746667" y="1769175"/>
                  </a:lnTo>
                  <a:lnTo>
                    <a:pt x="1746649" y="1769345"/>
                  </a:lnTo>
                  <a:lnTo>
                    <a:pt x="1746658" y="1769349"/>
                  </a:lnTo>
                  <a:lnTo>
                    <a:pt x="1746556" y="1769621"/>
                  </a:lnTo>
                  <a:lnTo>
                    <a:pt x="1746552" y="1769632"/>
                  </a:lnTo>
                  <a:lnTo>
                    <a:pt x="1746543" y="1769654"/>
                  </a:lnTo>
                  <a:lnTo>
                    <a:pt x="1746546" y="1769672"/>
                  </a:lnTo>
                  <a:lnTo>
                    <a:pt x="1746584" y="1769685"/>
                  </a:lnTo>
                  <a:lnTo>
                    <a:pt x="1746672" y="1769721"/>
                  </a:lnTo>
                  <a:lnTo>
                    <a:pt x="1746684" y="1769726"/>
                  </a:lnTo>
                  <a:lnTo>
                    <a:pt x="1746696" y="1769723"/>
                  </a:lnTo>
                  <a:lnTo>
                    <a:pt x="1746750" y="1769698"/>
                  </a:lnTo>
                  <a:lnTo>
                    <a:pt x="1746857" y="1769649"/>
                  </a:lnTo>
                  <a:lnTo>
                    <a:pt x="1747296" y="1769449"/>
                  </a:lnTo>
                  <a:lnTo>
                    <a:pt x="1747435" y="1769385"/>
                  </a:lnTo>
                  <a:lnTo>
                    <a:pt x="1747610" y="1769305"/>
                  </a:lnTo>
                  <a:lnTo>
                    <a:pt x="1747616" y="1769303"/>
                  </a:lnTo>
                  <a:lnTo>
                    <a:pt x="1747627" y="1769298"/>
                  </a:lnTo>
                  <a:lnTo>
                    <a:pt x="1747632" y="1769295"/>
                  </a:lnTo>
                  <a:lnTo>
                    <a:pt x="1747650" y="1769287"/>
                  </a:lnTo>
                  <a:lnTo>
                    <a:pt x="1747656" y="1769146"/>
                  </a:lnTo>
                  <a:lnTo>
                    <a:pt x="1747658" y="1769115"/>
                  </a:lnTo>
                  <a:lnTo>
                    <a:pt x="1747681" y="1769012"/>
                  </a:lnTo>
                  <a:lnTo>
                    <a:pt x="1747690" y="1768997"/>
                  </a:lnTo>
                  <a:lnTo>
                    <a:pt x="1747717" y="1768953"/>
                  </a:lnTo>
                  <a:lnTo>
                    <a:pt x="1747751" y="1768916"/>
                  </a:lnTo>
                  <a:lnTo>
                    <a:pt x="1747795" y="1768870"/>
                  </a:lnTo>
                  <a:lnTo>
                    <a:pt x="1747864" y="1768826"/>
                  </a:lnTo>
                  <a:lnTo>
                    <a:pt x="1747888" y="1768825"/>
                  </a:lnTo>
                  <a:lnTo>
                    <a:pt x="1747899" y="1768834"/>
                  </a:lnTo>
                  <a:lnTo>
                    <a:pt x="1747913" y="1768834"/>
                  </a:lnTo>
                  <a:lnTo>
                    <a:pt x="1747971" y="1768826"/>
                  </a:lnTo>
                  <a:lnTo>
                    <a:pt x="1747991" y="1768820"/>
                  </a:lnTo>
                  <a:lnTo>
                    <a:pt x="1748005" y="1768795"/>
                  </a:lnTo>
                  <a:lnTo>
                    <a:pt x="1748006" y="1768781"/>
                  </a:lnTo>
                  <a:lnTo>
                    <a:pt x="1748031" y="1768746"/>
                  </a:lnTo>
                  <a:lnTo>
                    <a:pt x="1748090" y="1768718"/>
                  </a:lnTo>
                  <a:lnTo>
                    <a:pt x="1748126" y="1768701"/>
                  </a:lnTo>
                  <a:lnTo>
                    <a:pt x="1748223" y="1768679"/>
                  </a:lnTo>
                  <a:lnTo>
                    <a:pt x="1748294" y="1768661"/>
                  </a:lnTo>
                  <a:lnTo>
                    <a:pt x="1748386" y="1768625"/>
                  </a:lnTo>
                  <a:lnTo>
                    <a:pt x="1748439" y="1768605"/>
                  </a:lnTo>
                  <a:lnTo>
                    <a:pt x="1748477" y="1768604"/>
                  </a:lnTo>
                  <a:lnTo>
                    <a:pt x="1748483" y="1768605"/>
                  </a:lnTo>
                  <a:lnTo>
                    <a:pt x="1748494" y="1768606"/>
                  </a:lnTo>
                  <a:lnTo>
                    <a:pt x="1748534" y="1768609"/>
                  </a:lnTo>
                  <a:lnTo>
                    <a:pt x="1748547" y="1768642"/>
                  </a:lnTo>
                  <a:lnTo>
                    <a:pt x="1748554" y="1768659"/>
                  </a:lnTo>
                  <a:lnTo>
                    <a:pt x="1748568" y="1768732"/>
                  </a:lnTo>
                  <a:lnTo>
                    <a:pt x="1748573" y="1768823"/>
                  </a:lnTo>
                  <a:lnTo>
                    <a:pt x="1748563" y="1768836"/>
                  </a:lnTo>
                  <a:lnTo>
                    <a:pt x="1748566" y="1768868"/>
                  </a:lnTo>
                  <a:lnTo>
                    <a:pt x="1748583" y="1768869"/>
                  </a:lnTo>
                  <a:lnTo>
                    <a:pt x="1748648" y="1768845"/>
                  </a:lnTo>
                  <a:lnTo>
                    <a:pt x="1748742" y="1768814"/>
                  </a:lnTo>
                  <a:lnTo>
                    <a:pt x="1748767" y="1768808"/>
                  </a:lnTo>
                  <a:lnTo>
                    <a:pt x="1748779" y="1768804"/>
                  </a:lnTo>
                  <a:lnTo>
                    <a:pt x="1748764" y="1768765"/>
                  </a:lnTo>
                  <a:lnTo>
                    <a:pt x="1748749" y="1768772"/>
                  </a:lnTo>
                  <a:lnTo>
                    <a:pt x="1748708" y="1768767"/>
                  </a:lnTo>
                  <a:lnTo>
                    <a:pt x="1748692" y="1768758"/>
                  </a:lnTo>
                  <a:lnTo>
                    <a:pt x="1748691" y="1768719"/>
                  </a:lnTo>
                  <a:lnTo>
                    <a:pt x="1748725" y="1768705"/>
                  </a:lnTo>
                  <a:lnTo>
                    <a:pt x="1748736" y="1768676"/>
                  </a:lnTo>
                  <a:lnTo>
                    <a:pt x="1748755" y="1768629"/>
                  </a:lnTo>
                  <a:lnTo>
                    <a:pt x="1748750" y="1768594"/>
                  </a:lnTo>
                  <a:lnTo>
                    <a:pt x="1748695" y="1768578"/>
                  </a:lnTo>
                  <a:lnTo>
                    <a:pt x="1748679" y="1768551"/>
                  </a:lnTo>
                  <a:lnTo>
                    <a:pt x="1748688" y="1768533"/>
                  </a:lnTo>
                  <a:lnTo>
                    <a:pt x="1748691" y="1768490"/>
                  </a:lnTo>
                  <a:lnTo>
                    <a:pt x="1748702" y="1768428"/>
                  </a:lnTo>
                  <a:lnTo>
                    <a:pt x="1748720" y="1768392"/>
                  </a:lnTo>
                  <a:lnTo>
                    <a:pt x="1748726" y="1768368"/>
                  </a:lnTo>
                  <a:lnTo>
                    <a:pt x="1748792" y="1768346"/>
                  </a:lnTo>
                  <a:lnTo>
                    <a:pt x="1748888" y="1768324"/>
                  </a:lnTo>
                  <a:lnTo>
                    <a:pt x="1748928" y="1768315"/>
                  </a:lnTo>
                  <a:lnTo>
                    <a:pt x="1749022" y="1768304"/>
                  </a:lnTo>
                  <a:lnTo>
                    <a:pt x="1749030" y="1768303"/>
                  </a:lnTo>
                  <a:lnTo>
                    <a:pt x="1749131" y="1768312"/>
                  </a:lnTo>
                  <a:lnTo>
                    <a:pt x="1749149" y="1768314"/>
                  </a:lnTo>
                  <a:lnTo>
                    <a:pt x="1749200" y="1768332"/>
                  </a:lnTo>
                  <a:lnTo>
                    <a:pt x="1749241" y="1768346"/>
                  </a:lnTo>
                  <a:lnTo>
                    <a:pt x="1749291" y="1768403"/>
                  </a:lnTo>
                  <a:lnTo>
                    <a:pt x="1749409" y="1768598"/>
                  </a:lnTo>
                  <a:lnTo>
                    <a:pt x="1749457" y="1768677"/>
                  </a:lnTo>
                  <a:lnTo>
                    <a:pt x="1749480" y="1768704"/>
                  </a:lnTo>
                  <a:lnTo>
                    <a:pt x="1749484" y="1768721"/>
                  </a:lnTo>
                  <a:lnTo>
                    <a:pt x="1749465" y="1768796"/>
                  </a:lnTo>
                  <a:lnTo>
                    <a:pt x="1749436" y="1768843"/>
                  </a:lnTo>
                  <a:lnTo>
                    <a:pt x="1749441" y="1768902"/>
                  </a:lnTo>
                  <a:lnTo>
                    <a:pt x="1749443" y="1768922"/>
                  </a:lnTo>
                  <a:lnTo>
                    <a:pt x="1749445" y="1768942"/>
                  </a:lnTo>
                  <a:lnTo>
                    <a:pt x="1749450" y="1768963"/>
                  </a:lnTo>
                  <a:lnTo>
                    <a:pt x="1749474" y="1769009"/>
                  </a:lnTo>
                  <a:lnTo>
                    <a:pt x="1749516" y="1769050"/>
                  </a:lnTo>
                  <a:lnTo>
                    <a:pt x="1749534" y="1769065"/>
                  </a:lnTo>
                  <a:lnTo>
                    <a:pt x="1749570" y="1769117"/>
                  </a:lnTo>
                  <a:lnTo>
                    <a:pt x="1749597" y="1769170"/>
                  </a:lnTo>
                  <a:lnTo>
                    <a:pt x="1749611" y="1769198"/>
                  </a:lnTo>
                  <a:lnTo>
                    <a:pt x="1749615" y="1769203"/>
                  </a:lnTo>
                  <a:lnTo>
                    <a:pt x="1749649" y="1769220"/>
                  </a:lnTo>
                  <a:lnTo>
                    <a:pt x="1749661" y="1769226"/>
                  </a:lnTo>
                  <a:lnTo>
                    <a:pt x="1749705" y="1769291"/>
                  </a:lnTo>
                  <a:lnTo>
                    <a:pt x="1749734" y="1769338"/>
                  </a:lnTo>
                  <a:lnTo>
                    <a:pt x="1749742" y="1769352"/>
                  </a:lnTo>
                  <a:lnTo>
                    <a:pt x="1749771" y="1769380"/>
                  </a:lnTo>
                  <a:lnTo>
                    <a:pt x="1749785" y="1769390"/>
                  </a:lnTo>
                  <a:lnTo>
                    <a:pt x="1749801" y="1769381"/>
                  </a:lnTo>
                  <a:lnTo>
                    <a:pt x="1749830" y="1769368"/>
                  </a:lnTo>
                  <a:lnTo>
                    <a:pt x="1749842" y="1769363"/>
                  </a:lnTo>
                  <a:lnTo>
                    <a:pt x="1749856" y="1769364"/>
                  </a:lnTo>
                  <a:lnTo>
                    <a:pt x="1749870" y="1769388"/>
                  </a:lnTo>
                  <a:lnTo>
                    <a:pt x="1749881" y="1769418"/>
                  </a:lnTo>
                  <a:lnTo>
                    <a:pt x="1749894" y="1769430"/>
                  </a:lnTo>
                  <a:lnTo>
                    <a:pt x="1749908" y="1769429"/>
                  </a:lnTo>
                  <a:lnTo>
                    <a:pt x="1749928" y="1769423"/>
                  </a:lnTo>
                  <a:lnTo>
                    <a:pt x="1749935" y="1769419"/>
                  </a:lnTo>
                  <a:lnTo>
                    <a:pt x="1749984" y="1769390"/>
                  </a:lnTo>
                  <a:lnTo>
                    <a:pt x="1749993" y="1769385"/>
                  </a:lnTo>
                  <a:lnTo>
                    <a:pt x="1750004" y="1769379"/>
                  </a:lnTo>
                  <a:lnTo>
                    <a:pt x="1750020" y="1769369"/>
                  </a:lnTo>
                  <a:lnTo>
                    <a:pt x="1750045" y="1769354"/>
                  </a:lnTo>
                  <a:lnTo>
                    <a:pt x="1750051" y="1769350"/>
                  </a:lnTo>
                  <a:lnTo>
                    <a:pt x="1750083" y="1769331"/>
                  </a:lnTo>
                  <a:lnTo>
                    <a:pt x="1750059" y="1769304"/>
                  </a:lnTo>
                  <a:lnTo>
                    <a:pt x="1750010" y="1769292"/>
                  </a:lnTo>
                  <a:lnTo>
                    <a:pt x="1749975" y="1769279"/>
                  </a:lnTo>
                  <a:lnTo>
                    <a:pt x="1749961" y="1769272"/>
                  </a:lnTo>
                  <a:lnTo>
                    <a:pt x="1749939" y="1769239"/>
                  </a:lnTo>
                  <a:lnTo>
                    <a:pt x="1749901" y="1769186"/>
                  </a:lnTo>
                  <a:lnTo>
                    <a:pt x="1749884" y="1769163"/>
                  </a:lnTo>
                  <a:lnTo>
                    <a:pt x="1749878" y="1769155"/>
                  </a:lnTo>
                  <a:lnTo>
                    <a:pt x="1749857" y="1769182"/>
                  </a:lnTo>
                  <a:lnTo>
                    <a:pt x="1749834" y="1769193"/>
                  </a:lnTo>
                  <a:lnTo>
                    <a:pt x="1749810" y="1769167"/>
                  </a:lnTo>
                  <a:lnTo>
                    <a:pt x="1749783" y="1769139"/>
                  </a:lnTo>
                  <a:lnTo>
                    <a:pt x="1749788" y="1769019"/>
                  </a:lnTo>
                  <a:lnTo>
                    <a:pt x="1749789" y="1768987"/>
                  </a:lnTo>
                  <a:lnTo>
                    <a:pt x="1749790" y="1768953"/>
                  </a:lnTo>
                  <a:lnTo>
                    <a:pt x="1749791" y="1768915"/>
                  </a:lnTo>
                  <a:lnTo>
                    <a:pt x="1749810" y="1768894"/>
                  </a:lnTo>
                  <a:lnTo>
                    <a:pt x="1749856" y="1768839"/>
                  </a:lnTo>
                  <a:lnTo>
                    <a:pt x="1749909" y="1768810"/>
                  </a:lnTo>
                  <a:lnTo>
                    <a:pt x="1749938" y="1768794"/>
                  </a:lnTo>
                  <a:lnTo>
                    <a:pt x="1749985" y="1768767"/>
                  </a:lnTo>
                  <a:lnTo>
                    <a:pt x="1750021" y="1768726"/>
                  </a:lnTo>
                  <a:lnTo>
                    <a:pt x="1750009" y="1768697"/>
                  </a:lnTo>
                  <a:lnTo>
                    <a:pt x="1749956" y="1768573"/>
                  </a:lnTo>
                  <a:lnTo>
                    <a:pt x="1749945" y="1768549"/>
                  </a:lnTo>
                  <a:lnTo>
                    <a:pt x="1749921" y="1768501"/>
                  </a:lnTo>
                  <a:lnTo>
                    <a:pt x="1749898" y="1768456"/>
                  </a:lnTo>
                  <a:lnTo>
                    <a:pt x="1749894" y="1768448"/>
                  </a:lnTo>
                  <a:lnTo>
                    <a:pt x="1749891" y="1768416"/>
                  </a:lnTo>
                  <a:lnTo>
                    <a:pt x="1749886" y="1768357"/>
                  </a:lnTo>
                  <a:lnTo>
                    <a:pt x="1749901" y="1768346"/>
                  </a:lnTo>
                  <a:lnTo>
                    <a:pt x="1749981" y="1767939"/>
                  </a:lnTo>
                  <a:lnTo>
                    <a:pt x="1749986" y="1767926"/>
                  </a:lnTo>
                  <a:lnTo>
                    <a:pt x="1750006" y="1767906"/>
                  </a:lnTo>
                  <a:lnTo>
                    <a:pt x="1750033" y="1767878"/>
                  </a:lnTo>
                  <a:lnTo>
                    <a:pt x="1750075" y="1767836"/>
                  </a:lnTo>
                  <a:lnTo>
                    <a:pt x="1750105" y="1767806"/>
                  </a:lnTo>
                  <a:lnTo>
                    <a:pt x="1750142" y="1767827"/>
                  </a:lnTo>
                  <a:lnTo>
                    <a:pt x="1750193" y="1767850"/>
                  </a:lnTo>
                  <a:lnTo>
                    <a:pt x="1750213" y="1767884"/>
                  </a:lnTo>
                  <a:lnTo>
                    <a:pt x="1750167" y="1767927"/>
                  </a:lnTo>
                  <a:lnTo>
                    <a:pt x="1750203" y="1767974"/>
                  </a:lnTo>
                  <a:lnTo>
                    <a:pt x="1750295" y="1767912"/>
                  </a:lnTo>
                  <a:lnTo>
                    <a:pt x="1750305" y="1767927"/>
                  </a:lnTo>
                  <a:lnTo>
                    <a:pt x="1750330" y="1767985"/>
                  </a:lnTo>
                  <a:lnTo>
                    <a:pt x="1750345" y="1768018"/>
                  </a:lnTo>
                  <a:lnTo>
                    <a:pt x="1750359" y="1768053"/>
                  </a:lnTo>
                  <a:lnTo>
                    <a:pt x="1750380" y="1768100"/>
                  </a:lnTo>
                  <a:lnTo>
                    <a:pt x="1750394" y="1768132"/>
                  </a:lnTo>
                  <a:lnTo>
                    <a:pt x="1750406" y="1768135"/>
                  </a:lnTo>
                  <a:lnTo>
                    <a:pt x="1750438" y="1768116"/>
                  </a:lnTo>
                  <a:lnTo>
                    <a:pt x="1750459" y="1768124"/>
                  </a:lnTo>
                  <a:lnTo>
                    <a:pt x="1750463" y="1768153"/>
                  </a:lnTo>
                  <a:lnTo>
                    <a:pt x="1750474" y="1768175"/>
                  </a:lnTo>
                  <a:lnTo>
                    <a:pt x="1750489" y="1768207"/>
                  </a:lnTo>
                  <a:lnTo>
                    <a:pt x="1750502" y="1768233"/>
                  </a:lnTo>
                  <a:lnTo>
                    <a:pt x="1750515" y="1768258"/>
                  </a:lnTo>
                  <a:lnTo>
                    <a:pt x="1750619" y="1768536"/>
                  </a:lnTo>
                  <a:lnTo>
                    <a:pt x="1750685" y="1768662"/>
                  </a:lnTo>
                  <a:lnTo>
                    <a:pt x="1750715" y="1768733"/>
                  </a:lnTo>
                  <a:lnTo>
                    <a:pt x="1750712" y="1768747"/>
                  </a:lnTo>
                  <a:lnTo>
                    <a:pt x="1750719" y="1768787"/>
                  </a:lnTo>
                  <a:lnTo>
                    <a:pt x="1750791" y="1768978"/>
                  </a:lnTo>
                  <a:lnTo>
                    <a:pt x="1750816" y="1769066"/>
                  </a:lnTo>
                  <a:lnTo>
                    <a:pt x="1750821" y="1769081"/>
                  </a:lnTo>
                  <a:lnTo>
                    <a:pt x="1750924" y="1769384"/>
                  </a:lnTo>
                  <a:lnTo>
                    <a:pt x="1750938" y="1769427"/>
                  </a:lnTo>
                  <a:lnTo>
                    <a:pt x="1750962" y="1769520"/>
                  </a:lnTo>
                  <a:lnTo>
                    <a:pt x="1751027" y="1769694"/>
                  </a:lnTo>
                  <a:lnTo>
                    <a:pt x="1751052" y="1769781"/>
                  </a:lnTo>
                  <a:lnTo>
                    <a:pt x="1751057" y="1769806"/>
                  </a:lnTo>
                  <a:lnTo>
                    <a:pt x="1751073" y="1769872"/>
                  </a:lnTo>
                  <a:lnTo>
                    <a:pt x="1751075" y="1769881"/>
                  </a:lnTo>
                  <a:lnTo>
                    <a:pt x="1751088" y="1769935"/>
                  </a:lnTo>
                  <a:lnTo>
                    <a:pt x="1751097" y="1769972"/>
                  </a:lnTo>
                  <a:lnTo>
                    <a:pt x="1751100" y="1769985"/>
                  </a:lnTo>
                  <a:lnTo>
                    <a:pt x="1751104" y="1770001"/>
                  </a:lnTo>
                  <a:lnTo>
                    <a:pt x="1751114" y="1770042"/>
                  </a:lnTo>
                  <a:lnTo>
                    <a:pt x="1751123" y="1770076"/>
                  </a:lnTo>
                  <a:lnTo>
                    <a:pt x="1751124" y="1770083"/>
                  </a:lnTo>
                  <a:lnTo>
                    <a:pt x="1751125" y="1770092"/>
                  </a:lnTo>
                  <a:lnTo>
                    <a:pt x="1751128" y="1770120"/>
                  </a:lnTo>
                  <a:lnTo>
                    <a:pt x="1751127" y="1770159"/>
                  </a:lnTo>
                  <a:lnTo>
                    <a:pt x="1751126" y="1770195"/>
                  </a:lnTo>
                  <a:lnTo>
                    <a:pt x="1751125" y="1770219"/>
                  </a:lnTo>
                  <a:lnTo>
                    <a:pt x="1751118" y="1770220"/>
                  </a:lnTo>
                  <a:lnTo>
                    <a:pt x="1751105" y="1770223"/>
                  </a:lnTo>
                  <a:lnTo>
                    <a:pt x="1751123" y="1770310"/>
                  </a:lnTo>
                  <a:lnTo>
                    <a:pt x="1751261" y="1770658"/>
                  </a:lnTo>
                  <a:lnTo>
                    <a:pt x="1751287" y="1770682"/>
                  </a:lnTo>
                  <a:lnTo>
                    <a:pt x="1751305" y="1770700"/>
                  </a:lnTo>
                  <a:lnTo>
                    <a:pt x="1751319" y="1770714"/>
                  </a:lnTo>
                  <a:lnTo>
                    <a:pt x="1751368" y="1770948"/>
                  </a:lnTo>
                  <a:lnTo>
                    <a:pt x="1751368" y="1770967"/>
                  </a:lnTo>
                  <a:lnTo>
                    <a:pt x="1751368" y="1771006"/>
                  </a:lnTo>
                  <a:lnTo>
                    <a:pt x="1751368" y="1771051"/>
                  </a:lnTo>
                  <a:lnTo>
                    <a:pt x="1751368" y="1771101"/>
                  </a:lnTo>
                  <a:lnTo>
                    <a:pt x="1751367" y="1771170"/>
                  </a:lnTo>
                  <a:lnTo>
                    <a:pt x="1751367" y="1771179"/>
                  </a:lnTo>
                  <a:lnTo>
                    <a:pt x="1751368" y="1771199"/>
                  </a:lnTo>
                  <a:lnTo>
                    <a:pt x="1751371" y="1771247"/>
                  </a:lnTo>
                  <a:lnTo>
                    <a:pt x="1751372" y="1771262"/>
                  </a:lnTo>
                  <a:lnTo>
                    <a:pt x="1751374" y="1771285"/>
                  </a:lnTo>
                  <a:lnTo>
                    <a:pt x="1751373" y="1771318"/>
                  </a:lnTo>
                  <a:lnTo>
                    <a:pt x="1751374" y="1771328"/>
                  </a:lnTo>
                  <a:lnTo>
                    <a:pt x="1751381" y="1771344"/>
                  </a:lnTo>
                  <a:lnTo>
                    <a:pt x="1751385" y="1771357"/>
                  </a:lnTo>
                  <a:lnTo>
                    <a:pt x="1751454" y="1771950"/>
                  </a:lnTo>
                  <a:lnTo>
                    <a:pt x="1751452" y="1772135"/>
                  </a:lnTo>
                  <a:lnTo>
                    <a:pt x="1751450" y="1772445"/>
                  </a:lnTo>
                  <a:lnTo>
                    <a:pt x="1751450" y="1772469"/>
                  </a:lnTo>
                  <a:lnTo>
                    <a:pt x="1751447" y="1772506"/>
                  </a:lnTo>
                  <a:lnTo>
                    <a:pt x="1751446" y="1772519"/>
                  </a:lnTo>
                  <a:lnTo>
                    <a:pt x="1751442" y="1772574"/>
                  </a:lnTo>
                  <a:lnTo>
                    <a:pt x="1751439" y="1772617"/>
                  </a:lnTo>
                  <a:lnTo>
                    <a:pt x="1751433" y="1772642"/>
                  </a:lnTo>
                  <a:lnTo>
                    <a:pt x="1751413" y="1772726"/>
                  </a:lnTo>
                  <a:lnTo>
                    <a:pt x="1751399" y="1772785"/>
                  </a:lnTo>
                  <a:lnTo>
                    <a:pt x="1751396" y="1772795"/>
                  </a:lnTo>
                  <a:lnTo>
                    <a:pt x="1751374" y="1772858"/>
                  </a:lnTo>
                  <a:lnTo>
                    <a:pt x="1751357" y="1772910"/>
                  </a:lnTo>
                  <a:lnTo>
                    <a:pt x="1751349" y="1772935"/>
                  </a:lnTo>
                  <a:lnTo>
                    <a:pt x="1751304" y="1772969"/>
                  </a:lnTo>
                  <a:lnTo>
                    <a:pt x="1751264" y="1772967"/>
                  </a:lnTo>
                  <a:lnTo>
                    <a:pt x="1751251" y="1772967"/>
                  </a:lnTo>
                  <a:lnTo>
                    <a:pt x="1751244" y="1772960"/>
                  </a:lnTo>
                  <a:lnTo>
                    <a:pt x="1751080" y="1772793"/>
                  </a:lnTo>
                  <a:lnTo>
                    <a:pt x="1750977" y="1772644"/>
                  </a:lnTo>
                  <a:lnTo>
                    <a:pt x="1750956" y="1772648"/>
                  </a:lnTo>
                  <a:lnTo>
                    <a:pt x="1750844" y="1772655"/>
                  </a:lnTo>
                  <a:lnTo>
                    <a:pt x="1750781" y="1772659"/>
                  </a:lnTo>
                  <a:lnTo>
                    <a:pt x="1750764" y="1772660"/>
                  </a:lnTo>
                  <a:lnTo>
                    <a:pt x="1750627" y="1772676"/>
                  </a:lnTo>
                  <a:lnTo>
                    <a:pt x="1750562" y="1772689"/>
                  </a:lnTo>
                  <a:lnTo>
                    <a:pt x="1750517" y="1772699"/>
                  </a:lnTo>
                  <a:lnTo>
                    <a:pt x="1750487" y="1772720"/>
                  </a:lnTo>
                  <a:lnTo>
                    <a:pt x="1750438" y="1772758"/>
                  </a:lnTo>
                  <a:lnTo>
                    <a:pt x="1750414" y="1772768"/>
                  </a:lnTo>
                  <a:lnTo>
                    <a:pt x="1750395" y="1772742"/>
                  </a:lnTo>
                  <a:lnTo>
                    <a:pt x="1750424" y="1772726"/>
                  </a:lnTo>
                  <a:lnTo>
                    <a:pt x="1750450" y="1772706"/>
                  </a:lnTo>
                  <a:lnTo>
                    <a:pt x="1750476" y="1772653"/>
                  </a:lnTo>
                  <a:lnTo>
                    <a:pt x="1750459" y="1772634"/>
                  </a:lnTo>
                  <a:lnTo>
                    <a:pt x="1750403" y="1772672"/>
                  </a:lnTo>
                  <a:lnTo>
                    <a:pt x="1750327" y="1772714"/>
                  </a:lnTo>
                  <a:lnTo>
                    <a:pt x="1750255" y="1772758"/>
                  </a:lnTo>
                  <a:lnTo>
                    <a:pt x="1750235" y="1772767"/>
                  </a:lnTo>
                  <a:lnTo>
                    <a:pt x="1750247" y="1772849"/>
                  </a:lnTo>
                  <a:lnTo>
                    <a:pt x="1750260" y="1772951"/>
                  </a:lnTo>
                  <a:lnTo>
                    <a:pt x="1750258" y="1772957"/>
                  </a:lnTo>
                  <a:lnTo>
                    <a:pt x="1750215" y="1772988"/>
                  </a:lnTo>
                  <a:lnTo>
                    <a:pt x="1750204" y="1772986"/>
                  </a:lnTo>
                  <a:lnTo>
                    <a:pt x="1750196" y="1772941"/>
                  </a:lnTo>
                  <a:lnTo>
                    <a:pt x="1750175" y="1772836"/>
                  </a:lnTo>
                  <a:lnTo>
                    <a:pt x="1750155" y="1772830"/>
                  </a:lnTo>
                  <a:lnTo>
                    <a:pt x="1750142" y="1772826"/>
                  </a:lnTo>
                  <a:lnTo>
                    <a:pt x="1750082" y="1772786"/>
                  </a:lnTo>
                  <a:lnTo>
                    <a:pt x="1750057" y="1772782"/>
                  </a:lnTo>
                  <a:lnTo>
                    <a:pt x="1750057" y="1772810"/>
                  </a:lnTo>
                  <a:lnTo>
                    <a:pt x="1750044" y="1772852"/>
                  </a:lnTo>
                  <a:lnTo>
                    <a:pt x="1750042" y="1772874"/>
                  </a:lnTo>
                  <a:lnTo>
                    <a:pt x="1750040" y="1772913"/>
                  </a:lnTo>
                  <a:lnTo>
                    <a:pt x="1749973" y="1772961"/>
                  </a:lnTo>
                  <a:lnTo>
                    <a:pt x="1749950" y="1772963"/>
                  </a:lnTo>
                  <a:lnTo>
                    <a:pt x="1749921" y="1772966"/>
                  </a:lnTo>
                  <a:lnTo>
                    <a:pt x="1749865" y="1772960"/>
                  </a:lnTo>
                  <a:lnTo>
                    <a:pt x="1749777" y="1772918"/>
                  </a:lnTo>
                  <a:lnTo>
                    <a:pt x="1749711" y="1772885"/>
                  </a:lnTo>
                  <a:lnTo>
                    <a:pt x="1749683" y="1772870"/>
                  </a:lnTo>
                  <a:lnTo>
                    <a:pt x="1749656" y="1772855"/>
                  </a:lnTo>
                  <a:lnTo>
                    <a:pt x="1749589" y="1772784"/>
                  </a:lnTo>
                  <a:lnTo>
                    <a:pt x="1749561" y="1772709"/>
                  </a:lnTo>
                  <a:lnTo>
                    <a:pt x="1749547" y="1772655"/>
                  </a:lnTo>
                  <a:lnTo>
                    <a:pt x="1749546" y="1772616"/>
                  </a:lnTo>
                  <a:lnTo>
                    <a:pt x="1749552" y="1772599"/>
                  </a:lnTo>
                  <a:lnTo>
                    <a:pt x="1749553" y="1772581"/>
                  </a:lnTo>
                  <a:lnTo>
                    <a:pt x="1749545" y="1772556"/>
                  </a:lnTo>
                  <a:lnTo>
                    <a:pt x="1749527" y="1772532"/>
                  </a:lnTo>
                  <a:lnTo>
                    <a:pt x="1749509" y="1772509"/>
                  </a:lnTo>
                  <a:lnTo>
                    <a:pt x="1749503" y="1772508"/>
                  </a:lnTo>
                  <a:lnTo>
                    <a:pt x="1749482" y="1772518"/>
                  </a:lnTo>
                  <a:lnTo>
                    <a:pt x="1749460" y="1772510"/>
                  </a:lnTo>
                  <a:lnTo>
                    <a:pt x="1749453" y="1772498"/>
                  </a:lnTo>
                  <a:lnTo>
                    <a:pt x="1749425" y="1772429"/>
                  </a:lnTo>
                  <a:lnTo>
                    <a:pt x="1749422" y="1772394"/>
                  </a:lnTo>
                  <a:lnTo>
                    <a:pt x="1749420" y="1772358"/>
                  </a:lnTo>
                  <a:lnTo>
                    <a:pt x="1749454" y="1772307"/>
                  </a:lnTo>
                  <a:lnTo>
                    <a:pt x="1749502" y="1772270"/>
                  </a:lnTo>
                  <a:lnTo>
                    <a:pt x="1749529" y="1772215"/>
                  </a:lnTo>
                  <a:lnTo>
                    <a:pt x="1749542" y="1772205"/>
                  </a:lnTo>
                  <a:lnTo>
                    <a:pt x="1749557" y="1772194"/>
                  </a:lnTo>
                  <a:lnTo>
                    <a:pt x="1749572" y="1772184"/>
                  </a:lnTo>
                  <a:lnTo>
                    <a:pt x="1749592" y="1772169"/>
                  </a:lnTo>
                  <a:lnTo>
                    <a:pt x="1749599" y="1772112"/>
                  </a:lnTo>
                  <a:lnTo>
                    <a:pt x="1749589" y="1772100"/>
                  </a:lnTo>
                  <a:lnTo>
                    <a:pt x="1749509" y="1772088"/>
                  </a:lnTo>
                  <a:lnTo>
                    <a:pt x="1749465" y="1772098"/>
                  </a:lnTo>
                  <a:lnTo>
                    <a:pt x="1749438" y="1772117"/>
                  </a:lnTo>
                  <a:lnTo>
                    <a:pt x="1749444" y="1772149"/>
                  </a:lnTo>
                  <a:lnTo>
                    <a:pt x="1749430" y="1772185"/>
                  </a:lnTo>
                  <a:lnTo>
                    <a:pt x="1749424" y="1772201"/>
                  </a:lnTo>
                  <a:lnTo>
                    <a:pt x="1749417" y="1772229"/>
                  </a:lnTo>
                  <a:lnTo>
                    <a:pt x="1749386" y="1772225"/>
                  </a:lnTo>
                  <a:lnTo>
                    <a:pt x="1749386" y="1772201"/>
                  </a:lnTo>
                  <a:lnTo>
                    <a:pt x="1749292" y="1772103"/>
                  </a:lnTo>
                  <a:lnTo>
                    <a:pt x="1749269" y="1772052"/>
                  </a:lnTo>
                  <a:lnTo>
                    <a:pt x="1749254" y="1771995"/>
                  </a:lnTo>
                  <a:lnTo>
                    <a:pt x="1749290" y="1771985"/>
                  </a:lnTo>
                  <a:lnTo>
                    <a:pt x="1749327" y="1771973"/>
                  </a:lnTo>
                  <a:lnTo>
                    <a:pt x="1749320" y="1771947"/>
                  </a:lnTo>
                  <a:lnTo>
                    <a:pt x="1749304" y="1771888"/>
                  </a:lnTo>
                  <a:lnTo>
                    <a:pt x="1749300" y="1771876"/>
                  </a:lnTo>
                  <a:lnTo>
                    <a:pt x="1749280" y="1771811"/>
                  </a:lnTo>
                  <a:lnTo>
                    <a:pt x="1749213" y="1771804"/>
                  </a:lnTo>
                  <a:lnTo>
                    <a:pt x="1749196" y="1771783"/>
                  </a:lnTo>
                  <a:lnTo>
                    <a:pt x="1749198" y="1771733"/>
                  </a:lnTo>
                  <a:lnTo>
                    <a:pt x="1749191" y="1771633"/>
                  </a:lnTo>
                  <a:lnTo>
                    <a:pt x="1749196" y="1771579"/>
                  </a:lnTo>
                  <a:lnTo>
                    <a:pt x="1749226" y="1771508"/>
                  </a:lnTo>
                  <a:lnTo>
                    <a:pt x="1749226" y="1771463"/>
                  </a:lnTo>
                  <a:lnTo>
                    <a:pt x="1749225" y="1771420"/>
                  </a:lnTo>
                  <a:lnTo>
                    <a:pt x="1749239" y="1771236"/>
                  </a:lnTo>
                  <a:lnTo>
                    <a:pt x="1749243" y="1771200"/>
                  </a:lnTo>
                  <a:lnTo>
                    <a:pt x="1749246" y="1771180"/>
                  </a:lnTo>
                  <a:lnTo>
                    <a:pt x="1749256" y="1771105"/>
                  </a:lnTo>
                  <a:lnTo>
                    <a:pt x="1749261" y="1771066"/>
                  </a:lnTo>
                  <a:lnTo>
                    <a:pt x="1749256" y="1770962"/>
                  </a:lnTo>
                  <a:lnTo>
                    <a:pt x="1749252" y="1770933"/>
                  </a:lnTo>
                  <a:lnTo>
                    <a:pt x="1749244" y="1770877"/>
                  </a:lnTo>
                  <a:lnTo>
                    <a:pt x="1749234" y="1770802"/>
                  </a:lnTo>
                  <a:lnTo>
                    <a:pt x="1749230" y="1770794"/>
                  </a:lnTo>
                  <a:lnTo>
                    <a:pt x="1749215" y="1770734"/>
                  </a:lnTo>
                  <a:lnTo>
                    <a:pt x="1749177" y="1770599"/>
                  </a:lnTo>
                  <a:lnTo>
                    <a:pt x="1749162" y="1770559"/>
                  </a:lnTo>
                  <a:lnTo>
                    <a:pt x="1749114" y="1770435"/>
                  </a:lnTo>
                  <a:lnTo>
                    <a:pt x="1749101" y="1770404"/>
                  </a:lnTo>
                  <a:lnTo>
                    <a:pt x="1749053" y="1770288"/>
                  </a:lnTo>
                  <a:lnTo>
                    <a:pt x="1749033" y="1770184"/>
                  </a:lnTo>
                  <a:lnTo>
                    <a:pt x="1749015" y="1770125"/>
                  </a:lnTo>
                  <a:lnTo>
                    <a:pt x="1748982" y="1770116"/>
                  </a:lnTo>
                  <a:lnTo>
                    <a:pt x="1748975" y="1770136"/>
                  </a:lnTo>
                  <a:lnTo>
                    <a:pt x="1748960" y="1770182"/>
                  </a:lnTo>
                  <a:lnTo>
                    <a:pt x="1748939" y="1770277"/>
                  </a:lnTo>
                  <a:lnTo>
                    <a:pt x="1748928" y="1770313"/>
                  </a:lnTo>
                  <a:lnTo>
                    <a:pt x="1748917" y="1770347"/>
                  </a:lnTo>
                  <a:lnTo>
                    <a:pt x="1748857" y="1770346"/>
                  </a:lnTo>
                  <a:lnTo>
                    <a:pt x="1748828" y="1770323"/>
                  </a:lnTo>
                  <a:lnTo>
                    <a:pt x="1748817" y="1770314"/>
                  </a:lnTo>
                  <a:lnTo>
                    <a:pt x="1748799" y="1770297"/>
                  </a:lnTo>
                  <a:lnTo>
                    <a:pt x="1748773" y="1770244"/>
                  </a:lnTo>
                  <a:lnTo>
                    <a:pt x="1748753" y="1770201"/>
                  </a:lnTo>
                  <a:lnTo>
                    <a:pt x="1748726" y="1770146"/>
                  </a:lnTo>
                  <a:lnTo>
                    <a:pt x="1748636" y="1770040"/>
                  </a:lnTo>
                  <a:lnTo>
                    <a:pt x="1748619" y="1770023"/>
                  </a:lnTo>
                  <a:lnTo>
                    <a:pt x="1748542" y="1769947"/>
                  </a:lnTo>
                  <a:lnTo>
                    <a:pt x="1748501" y="1769907"/>
                  </a:lnTo>
                  <a:lnTo>
                    <a:pt x="1748494" y="1769904"/>
                  </a:lnTo>
                  <a:lnTo>
                    <a:pt x="1748328" y="1770021"/>
                  </a:lnTo>
                  <a:lnTo>
                    <a:pt x="1748223" y="1770094"/>
                  </a:lnTo>
                  <a:lnTo>
                    <a:pt x="1748212" y="1770101"/>
                  </a:lnTo>
                  <a:lnTo>
                    <a:pt x="1748201" y="1770108"/>
                  </a:lnTo>
                  <a:lnTo>
                    <a:pt x="1748163" y="1770135"/>
                  </a:lnTo>
                  <a:lnTo>
                    <a:pt x="1748134" y="1770156"/>
                  </a:lnTo>
                  <a:lnTo>
                    <a:pt x="1748107" y="1770175"/>
                  </a:lnTo>
                  <a:lnTo>
                    <a:pt x="1748083" y="1770192"/>
                  </a:lnTo>
                  <a:lnTo>
                    <a:pt x="1748056" y="1770211"/>
                  </a:lnTo>
                  <a:lnTo>
                    <a:pt x="1748035" y="1770226"/>
                  </a:lnTo>
                  <a:lnTo>
                    <a:pt x="1748012" y="1770242"/>
                  </a:lnTo>
                  <a:lnTo>
                    <a:pt x="1747988" y="1770259"/>
                  </a:lnTo>
                  <a:lnTo>
                    <a:pt x="1747983" y="1770262"/>
                  </a:lnTo>
                  <a:lnTo>
                    <a:pt x="1747979" y="1770265"/>
                  </a:lnTo>
                  <a:lnTo>
                    <a:pt x="1747871" y="1770341"/>
                  </a:lnTo>
                  <a:lnTo>
                    <a:pt x="1747864" y="1770347"/>
                  </a:lnTo>
                  <a:lnTo>
                    <a:pt x="1747858" y="1770350"/>
                  </a:lnTo>
                  <a:lnTo>
                    <a:pt x="1747755" y="1770423"/>
                  </a:lnTo>
                  <a:lnTo>
                    <a:pt x="1747748" y="1770428"/>
                  </a:lnTo>
                  <a:lnTo>
                    <a:pt x="1747742" y="1770432"/>
                  </a:lnTo>
                  <a:lnTo>
                    <a:pt x="1747637" y="1770506"/>
                  </a:lnTo>
                  <a:lnTo>
                    <a:pt x="1747623" y="1770516"/>
                  </a:lnTo>
                  <a:lnTo>
                    <a:pt x="1747519" y="1770589"/>
                  </a:lnTo>
                  <a:lnTo>
                    <a:pt x="1747512" y="1770595"/>
                  </a:lnTo>
                  <a:lnTo>
                    <a:pt x="1747504" y="1770600"/>
                  </a:lnTo>
                  <a:lnTo>
                    <a:pt x="1747444" y="1770642"/>
                  </a:lnTo>
                  <a:lnTo>
                    <a:pt x="1747402" y="1770672"/>
                  </a:lnTo>
                  <a:lnTo>
                    <a:pt x="1747398" y="1770675"/>
                  </a:lnTo>
                  <a:lnTo>
                    <a:pt x="1747387" y="1770682"/>
                  </a:lnTo>
                  <a:lnTo>
                    <a:pt x="1747365" y="1770698"/>
                  </a:lnTo>
                  <a:lnTo>
                    <a:pt x="1747356" y="1770705"/>
                  </a:lnTo>
                  <a:lnTo>
                    <a:pt x="1747357" y="1770710"/>
                  </a:lnTo>
                  <a:lnTo>
                    <a:pt x="1747359" y="1770726"/>
                  </a:lnTo>
                  <a:lnTo>
                    <a:pt x="1747367" y="1770765"/>
                  </a:lnTo>
                  <a:lnTo>
                    <a:pt x="1747382" y="1770831"/>
                  </a:lnTo>
                  <a:lnTo>
                    <a:pt x="1747383" y="1770837"/>
                  </a:lnTo>
                  <a:lnTo>
                    <a:pt x="1747394" y="1770941"/>
                  </a:lnTo>
                  <a:lnTo>
                    <a:pt x="1747382" y="1770973"/>
                  </a:lnTo>
                  <a:lnTo>
                    <a:pt x="1747369" y="1771008"/>
                  </a:lnTo>
                  <a:lnTo>
                    <a:pt x="1747339" y="1771034"/>
                  </a:lnTo>
                  <a:lnTo>
                    <a:pt x="1747294" y="1771031"/>
                  </a:lnTo>
                  <a:lnTo>
                    <a:pt x="1747262" y="1771014"/>
                  </a:lnTo>
                  <a:lnTo>
                    <a:pt x="1747245" y="1771026"/>
                  </a:lnTo>
                  <a:lnTo>
                    <a:pt x="1747229" y="1771113"/>
                  </a:lnTo>
                  <a:lnTo>
                    <a:pt x="1747221" y="1771140"/>
                  </a:lnTo>
                  <a:lnTo>
                    <a:pt x="1747184" y="1771269"/>
                  </a:lnTo>
                  <a:lnTo>
                    <a:pt x="1747179" y="1771286"/>
                  </a:lnTo>
                  <a:lnTo>
                    <a:pt x="1747172" y="1771312"/>
                  </a:lnTo>
                  <a:lnTo>
                    <a:pt x="1747165" y="1771424"/>
                  </a:lnTo>
                  <a:lnTo>
                    <a:pt x="1747170" y="1771466"/>
                  </a:lnTo>
                  <a:lnTo>
                    <a:pt x="1747172" y="1771581"/>
                  </a:lnTo>
                  <a:lnTo>
                    <a:pt x="1747169" y="1771646"/>
                  </a:lnTo>
                  <a:lnTo>
                    <a:pt x="1747218" y="1771691"/>
                  </a:lnTo>
                  <a:lnTo>
                    <a:pt x="1747253" y="1771707"/>
                  </a:lnTo>
                  <a:lnTo>
                    <a:pt x="1747300" y="1771696"/>
                  </a:lnTo>
                  <a:lnTo>
                    <a:pt x="1747330" y="1771694"/>
                  </a:lnTo>
                  <a:lnTo>
                    <a:pt x="1747364" y="1771712"/>
                  </a:lnTo>
                  <a:lnTo>
                    <a:pt x="1747390" y="1771758"/>
                  </a:lnTo>
                  <a:lnTo>
                    <a:pt x="1747421" y="1771901"/>
                  </a:lnTo>
                  <a:lnTo>
                    <a:pt x="1747462" y="1772114"/>
                  </a:lnTo>
                  <a:lnTo>
                    <a:pt x="1747468" y="1772133"/>
                  </a:lnTo>
                  <a:lnTo>
                    <a:pt x="1747529" y="1772321"/>
                  </a:lnTo>
                  <a:lnTo>
                    <a:pt x="1747543" y="1772358"/>
                  </a:lnTo>
                  <a:lnTo>
                    <a:pt x="1747563" y="1772410"/>
                  </a:lnTo>
                  <a:lnTo>
                    <a:pt x="1747600" y="1772446"/>
                  </a:lnTo>
                  <a:lnTo>
                    <a:pt x="1747653" y="1772480"/>
                  </a:lnTo>
                  <a:lnTo>
                    <a:pt x="1747678" y="1772488"/>
                  </a:lnTo>
                  <a:lnTo>
                    <a:pt x="1747697" y="1772491"/>
                  </a:lnTo>
                  <a:lnTo>
                    <a:pt x="1747716" y="1772477"/>
                  </a:lnTo>
                  <a:lnTo>
                    <a:pt x="1747721" y="1772473"/>
                  </a:lnTo>
                  <a:lnTo>
                    <a:pt x="1747724" y="1772466"/>
                  </a:lnTo>
                  <a:lnTo>
                    <a:pt x="1747738" y="1772438"/>
                  </a:lnTo>
                  <a:lnTo>
                    <a:pt x="1747738" y="1772431"/>
                  </a:lnTo>
                  <a:lnTo>
                    <a:pt x="1747735" y="1772420"/>
                  </a:lnTo>
                  <a:lnTo>
                    <a:pt x="1747744" y="1772367"/>
                  </a:lnTo>
                  <a:lnTo>
                    <a:pt x="1747765" y="1772352"/>
                  </a:lnTo>
                  <a:lnTo>
                    <a:pt x="1747797" y="1772335"/>
                  </a:lnTo>
                  <a:lnTo>
                    <a:pt x="1747831" y="1772357"/>
                  </a:lnTo>
                  <a:lnTo>
                    <a:pt x="1747869" y="1772381"/>
                  </a:lnTo>
                  <a:lnTo>
                    <a:pt x="1747914" y="1772497"/>
                  </a:lnTo>
                  <a:lnTo>
                    <a:pt x="1747968" y="1772637"/>
                  </a:lnTo>
                  <a:lnTo>
                    <a:pt x="1747975" y="1772665"/>
                  </a:lnTo>
                  <a:lnTo>
                    <a:pt x="1747969" y="1772704"/>
                  </a:lnTo>
                  <a:lnTo>
                    <a:pt x="1747914" y="1772737"/>
                  </a:lnTo>
                  <a:lnTo>
                    <a:pt x="1747889" y="1772744"/>
                  </a:lnTo>
                  <a:lnTo>
                    <a:pt x="1747875" y="1772748"/>
                  </a:lnTo>
                  <a:lnTo>
                    <a:pt x="1747856" y="1772738"/>
                  </a:lnTo>
                  <a:lnTo>
                    <a:pt x="1747806" y="1772777"/>
                  </a:lnTo>
                  <a:lnTo>
                    <a:pt x="1747776" y="1772804"/>
                  </a:lnTo>
                  <a:lnTo>
                    <a:pt x="1747741" y="1772835"/>
                  </a:lnTo>
                  <a:lnTo>
                    <a:pt x="1747720" y="1772879"/>
                  </a:lnTo>
                  <a:lnTo>
                    <a:pt x="1747713" y="1772895"/>
                  </a:lnTo>
                  <a:lnTo>
                    <a:pt x="1747730" y="1772931"/>
                  </a:lnTo>
                  <a:lnTo>
                    <a:pt x="1747751" y="1772954"/>
                  </a:lnTo>
                  <a:lnTo>
                    <a:pt x="1747767" y="1772930"/>
                  </a:lnTo>
                  <a:lnTo>
                    <a:pt x="1747813" y="1772881"/>
                  </a:lnTo>
                  <a:lnTo>
                    <a:pt x="1747882" y="1772846"/>
                  </a:lnTo>
                  <a:lnTo>
                    <a:pt x="1747927" y="1772856"/>
                  </a:lnTo>
                  <a:lnTo>
                    <a:pt x="1747985" y="1772838"/>
                  </a:lnTo>
                  <a:lnTo>
                    <a:pt x="1748019" y="1772815"/>
                  </a:lnTo>
                  <a:lnTo>
                    <a:pt x="1748056" y="1772789"/>
                  </a:lnTo>
                  <a:lnTo>
                    <a:pt x="1748111" y="1772770"/>
                  </a:lnTo>
                  <a:lnTo>
                    <a:pt x="1748117" y="1772758"/>
                  </a:lnTo>
                  <a:lnTo>
                    <a:pt x="1748119" y="1772725"/>
                  </a:lnTo>
                  <a:lnTo>
                    <a:pt x="1748134" y="1772714"/>
                  </a:lnTo>
                  <a:lnTo>
                    <a:pt x="1748191" y="1772692"/>
                  </a:lnTo>
                  <a:lnTo>
                    <a:pt x="1748259" y="1772696"/>
                  </a:lnTo>
                  <a:lnTo>
                    <a:pt x="1748312" y="1772702"/>
                  </a:lnTo>
                  <a:lnTo>
                    <a:pt x="1748357" y="1772731"/>
                  </a:lnTo>
                  <a:lnTo>
                    <a:pt x="1748447" y="1772789"/>
                  </a:lnTo>
                  <a:lnTo>
                    <a:pt x="1749082" y="1773442"/>
                  </a:lnTo>
                  <a:lnTo>
                    <a:pt x="1749140" y="1773513"/>
                  </a:lnTo>
                  <a:lnTo>
                    <a:pt x="1749179" y="1773578"/>
                  </a:lnTo>
                  <a:lnTo>
                    <a:pt x="1749263" y="1773595"/>
                  </a:lnTo>
                  <a:lnTo>
                    <a:pt x="1749424" y="1773708"/>
                  </a:lnTo>
                  <a:lnTo>
                    <a:pt x="1749507" y="1773781"/>
                  </a:lnTo>
                  <a:lnTo>
                    <a:pt x="1749752" y="1773920"/>
                  </a:lnTo>
                  <a:lnTo>
                    <a:pt x="1749908" y="1773753"/>
                  </a:lnTo>
                  <a:lnTo>
                    <a:pt x="1750157" y="1773547"/>
                  </a:lnTo>
                  <a:lnTo>
                    <a:pt x="1750228" y="1773371"/>
                  </a:lnTo>
                  <a:lnTo>
                    <a:pt x="1750290" y="1773216"/>
                  </a:lnTo>
                  <a:lnTo>
                    <a:pt x="1750515" y="1773038"/>
                  </a:lnTo>
                  <a:lnTo>
                    <a:pt x="1750778" y="1773138"/>
                  </a:lnTo>
                  <a:lnTo>
                    <a:pt x="1750794" y="1773160"/>
                  </a:lnTo>
                  <a:lnTo>
                    <a:pt x="1751180" y="1773696"/>
                  </a:lnTo>
                  <a:lnTo>
                    <a:pt x="1751276" y="1773807"/>
                  </a:lnTo>
                  <a:lnTo>
                    <a:pt x="1751313" y="1773840"/>
                  </a:lnTo>
                  <a:lnTo>
                    <a:pt x="1751347" y="1773870"/>
                  </a:lnTo>
                  <a:lnTo>
                    <a:pt x="1751362" y="1773883"/>
                  </a:lnTo>
                  <a:lnTo>
                    <a:pt x="1751373" y="1773892"/>
                  </a:lnTo>
                  <a:lnTo>
                    <a:pt x="1751469" y="1773975"/>
                  </a:lnTo>
                  <a:lnTo>
                    <a:pt x="1751547" y="1774051"/>
                  </a:lnTo>
                  <a:lnTo>
                    <a:pt x="1751590" y="1774120"/>
                  </a:lnTo>
                  <a:lnTo>
                    <a:pt x="1751603" y="1774179"/>
                  </a:lnTo>
                  <a:lnTo>
                    <a:pt x="1751671" y="1774313"/>
                  </a:lnTo>
                  <a:lnTo>
                    <a:pt x="1751739" y="1774425"/>
                  </a:lnTo>
                  <a:lnTo>
                    <a:pt x="1751767" y="1774471"/>
                  </a:lnTo>
                  <a:lnTo>
                    <a:pt x="1751822" y="1774562"/>
                  </a:lnTo>
                  <a:lnTo>
                    <a:pt x="1751985" y="1774848"/>
                  </a:lnTo>
                  <a:lnTo>
                    <a:pt x="1752028" y="1774976"/>
                  </a:lnTo>
                  <a:lnTo>
                    <a:pt x="1752035" y="1774997"/>
                  </a:lnTo>
                  <a:lnTo>
                    <a:pt x="1752147" y="1775315"/>
                  </a:lnTo>
                  <a:lnTo>
                    <a:pt x="1752207" y="1775492"/>
                  </a:lnTo>
                  <a:lnTo>
                    <a:pt x="1752205" y="1775594"/>
                  </a:lnTo>
                  <a:lnTo>
                    <a:pt x="1752196" y="1775609"/>
                  </a:lnTo>
                  <a:lnTo>
                    <a:pt x="1752168" y="1775626"/>
                  </a:lnTo>
                  <a:lnTo>
                    <a:pt x="1752160" y="1775629"/>
                  </a:lnTo>
                  <a:lnTo>
                    <a:pt x="1752148" y="1775634"/>
                  </a:lnTo>
                  <a:lnTo>
                    <a:pt x="1752129" y="1775625"/>
                  </a:lnTo>
                  <a:lnTo>
                    <a:pt x="1751965" y="1775500"/>
                  </a:lnTo>
                  <a:lnTo>
                    <a:pt x="1751961" y="1775497"/>
                  </a:lnTo>
                  <a:lnTo>
                    <a:pt x="1751954" y="1775492"/>
                  </a:lnTo>
                  <a:lnTo>
                    <a:pt x="1751949" y="1775487"/>
                  </a:lnTo>
                  <a:lnTo>
                    <a:pt x="1751939" y="1775485"/>
                  </a:lnTo>
                  <a:lnTo>
                    <a:pt x="1751932" y="1775497"/>
                  </a:lnTo>
                  <a:lnTo>
                    <a:pt x="1751931" y="1775508"/>
                  </a:lnTo>
                  <a:lnTo>
                    <a:pt x="1751955" y="1775533"/>
                  </a:lnTo>
                  <a:lnTo>
                    <a:pt x="1752040" y="1775618"/>
                  </a:lnTo>
                  <a:lnTo>
                    <a:pt x="1752061" y="1775635"/>
                  </a:lnTo>
                  <a:lnTo>
                    <a:pt x="1752067" y="1775641"/>
                  </a:lnTo>
                  <a:lnTo>
                    <a:pt x="1752115" y="1775664"/>
                  </a:lnTo>
                  <a:lnTo>
                    <a:pt x="1752163" y="1775687"/>
                  </a:lnTo>
                  <a:lnTo>
                    <a:pt x="1752207" y="1775685"/>
                  </a:lnTo>
                  <a:lnTo>
                    <a:pt x="1752231" y="1775679"/>
                  </a:lnTo>
                  <a:lnTo>
                    <a:pt x="1752254" y="1775678"/>
                  </a:lnTo>
                  <a:lnTo>
                    <a:pt x="1752260" y="1775667"/>
                  </a:lnTo>
                  <a:lnTo>
                    <a:pt x="1752277" y="1775663"/>
                  </a:lnTo>
                  <a:lnTo>
                    <a:pt x="1752321" y="1775676"/>
                  </a:lnTo>
                  <a:lnTo>
                    <a:pt x="1752337" y="1775681"/>
                  </a:lnTo>
                  <a:lnTo>
                    <a:pt x="1752381" y="1775701"/>
                  </a:lnTo>
                  <a:lnTo>
                    <a:pt x="1752397" y="1775713"/>
                  </a:lnTo>
                  <a:lnTo>
                    <a:pt x="1752441" y="1775745"/>
                  </a:lnTo>
                  <a:lnTo>
                    <a:pt x="1752451" y="1775754"/>
                  </a:lnTo>
                  <a:lnTo>
                    <a:pt x="1752479" y="1775798"/>
                  </a:lnTo>
                  <a:lnTo>
                    <a:pt x="1752521" y="1775870"/>
                  </a:lnTo>
                  <a:lnTo>
                    <a:pt x="1752527" y="1775881"/>
                  </a:lnTo>
                  <a:lnTo>
                    <a:pt x="1752587" y="1776007"/>
                  </a:lnTo>
                  <a:lnTo>
                    <a:pt x="1752601" y="1776037"/>
                  </a:lnTo>
                  <a:lnTo>
                    <a:pt x="1752623" y="1776102"/>
                  </a:lnTo>
                  <a:lnTo>
                    <a:pt x="1752667" y="1776231"/>
                  </a:lnTo>
                  <a:lnTo>
                    <a:pt x="1752702" y="1776334"/>
                  </a:lnTo>
                  <a:lnTo>
                    <a:pt x="1752715" y="1776376"/>
                  </a:lnTo>
                  <a:lnTo>
                    <a:pt x="1752783" y="1776597"/>
                  </a:lnTo>
                  <a:lnTo>
                    <a:pt x="1752824" y="1776729"/>
                  </a:lnTo>
                  <a:lnTo>
                    <a:pt x="1752842" y="1776787"/>
                  </a:lnTo>
                  <a:lnTo>
                    <a:pt x="1752895" y="1776883"/>
                  </a:lnTo>
                  <a:lnTo>
                    <a:pt x="1752944" y="1777024"/>
                  </a:lnTo>
                  <a:lnTo>
                    <a:pt x="1752931" y="1777108"/>
                  </a:lnTo>
                  <a:lnTo>
                    <a:pt x="1752921" y="1777211"/>
                  </a:lnTo>
                  <a:lnTo>
                    <a:pt x="1752920" y="1777231"/>
                  </a:lnTo>
                  <a:lnTo>
                    <a:pt x="1752978" y="1777307"/>
                  </a:lnTo>
                  <a:lnTo>
                    <a:pt x="1753006" y="1777333"/>
                  </a:lnTo>
                  <a:lnTo>
                    <a:pt x="1753039" y="1777328"/>
                  </a:lnTo>
                  <a:lnTo>
                    <a:pt x="1753082" y="1777400"/>
                  </a:lnTo>
                  <a:lnTo>
                    <a:pt x="1753098" y="1777428"/>
                  </a:lnTo>
                  <a:lnTo>
                    <a:pt x="1753127" y="1777479"/>
                  </a:lnTo>
                  <a:lnTo>
                    <a:pt x="1753158" y="1777551"/>
                  </a:lnTo>
                  <a:lnTo>
                    <a:pt x="1753334" y="1777934"/>
                  </a:lnTo>
                  <a:lnTo>
                    <a:pt x="1753369" y="1777995"/>
                  </a:lnTo>
                  <a:lnTo>
                    <a:pt x="1753464" y="1778162"/>
                  </a:lnTo>
                  <a:lnTo>
                    <a:pt x="1753529" y="1778279"/>
                  </a:lnTo>
                  <a:lnTo>
                    <a:pt x="1753554" y="1778350"/>
                  </a:lnTo>
                  <a:lnTo>
                    <a:pt x="1753562" y="1778372"/>
                  </a:lnTo>
                  <a:lnTo>
                    <a:pt x="1753566" y="1778384"/>
                  </a:lnTo>
                  <a:lnTo>
                    <a:pt x="1753576" y="1778414"/>
                  </a:lnTo>
                  <a:lnTo>
                    <a:pt x="1753579" y="1778423"/>
                  </a:lnTo>
                  <a:lnTo>
                    <a:pt x="1753594" y="1778466"/>
                  </a:lnTo>
                  <a:lnTo>
                    <a:pt x="1753606" y="1778503"/>
                  </a:lnTo>
                  <a:lnTo>
                    <a:pt x="1753607" y="1778533"/>
                  </a:lnTo>
                  <a:lnTo>
                    <a:pt x="1753610" y="1778608"/>
                  </a:lnTo>
                  <a:lnTo>
                    <a:pt x="1753612" y="1778632"/>
                  </a:lnTo>
                  <a:lnTo>
                    <a:pt x="1753610" y="1778647"/>
                  </a:lnTo>
                  <a:lnTo>
                    <a:pt x="1753608" y="1778658"/>
                  </a:lnTo>
                  <a:lnTo>
                    <a:pt x="1753591" y="1778778"/>
                  </a:lnTo>
                  <a:lnTo>
                    <a:pt x="1753538" y="1778868"/>
                  </a:lnTo>
                  <a:lnTo>
                    <a:pt x="1753467" y="1778914"/>
                  </a:lnTo>
                  <a:lnTo>
                    <a:pt x="1753461" y="1778920"/>
                  </a:lnTo>
                  <a:lnTo>
                    <a:pt x="1753393" y="1779049"/>
                  </a:lnTo>
                  <a:lnTo>
                    <a:pt x="1753376" y="1779091"/>
                  </a:lnTo>
                  <a:lnTo>
                    <a:pt x="1753347" y="1779159"/>
                  </a:lnTo>
                  <a:lnTo>
                    <a:pt x="1753331" y="1779205"/>
                  </a:lnTo>
                  <a:lnTo>
                    <a:pt x="1753328" y="1779216"/>
                  </a:lnTo>
                  <a:lnTo>
                    <a:pt x="1753299" y="1779300"/>
                  </a:lnTo>
                  <a:lnTo>
                    <a:pt x="1753293" y="1779318"/>
                  </a:lnTo>
                  <a:lnTo>
                    <a:pt x="1753281" y="1779355"/>
                  </a:lnTo>
                  <a:lnTo>
                    <a:pt x="1753271" y="1779385"/>
                  </a:lnTo>
                  <a:lnTo>
                    <a:pt x="1753199" y="1779730"/>
                  </a:lnTo>
                  <a:lnTo>
                    <a:pt x="1753155" y="1779969"/>
                  </a:lnTo>
                  <a:lnTo>
                    <a:pt x="1753144" y="1780029"/>
                  </a:lnTo>
                  <a:lnTo>
                    <a:pt x="1753134" y="1780057"/>
                  </a:lnTo>
                  <a:lnTo>
                    <a:pt x="1753101" y="1780151"/>
                  </a:lnTo>
                  <a:lnTo>
                    <a:pt x="1753076" y="1780220"/>
                  </a:lnTo>
                  <a:lnTo>
                    <a:pt x="1753058" y="1780365"/>
                  </a:lnTo>
                  <a:lnTo>
                    <a:pt x="1753056" y="1780384"/>
                  </a:lnTo>
                  <a:lnTo>
                    <a:pt x="1753025" y="1780639"/>
                  </a:lnTo>
                  <a:lnTo>
                    <a:pt x="1753017" y="1780701"/>
                  </a:lnTo>
                  <a:lnTo>
                    <a:pt x="1752963" y="1781181"/>
                  </a:lnTo>
                  <a:lnTo>
                    <a:pt x="1752930" y="1781237"/>
                  </a:lnTo>
                  <a:lnTo>
                    <a:pt x="1752877" y="1781260"/>
                  </a:lnTo>
                  <a:lnTo>
                    <a:pt x="1752785" y="1781245"/>
                  </a:lnTo>
                  <a:lnTo>
                    <a:pt x="1752767" y="1781242"/>
                  </a:lnTo>
                  <a:lnTo>
                    <a:pt x="1752692" y="1781234"/>
                  </a:lnTo>
                  <a:lnTo>
                    <a:pt x="1752675" y="1781234"/>
                  </a:lnTo>
                  <a:lnTo>
                    <a:pt x="1752661" y="1781235"/>
                  </a:lnTo>
                  <a:lnTo>
                    <a:pt x="1752642" y="1781240"/>
                  </a:lnTo>
                  <a:lnTo>
                    <a:pt x="1752610" y="1781255"/>
                  </a:lnTo>
                  <a:lnTo>
                    <a:pt x="1752581" y="1781270"/>
                  </a:lnTo>
                  <a:lnTo>
                    <a:pt x="1752560" y="1781281"/>
                  </a:lnTo>
                  <a:lnTo>
                    <a:pt x="1752548" y="1781289"/>
                  </a:lnTo>
                  <a:lnTo>
                    <a:pt x="1752517" y="1781313"/>
                  </a:lnTo>
                  <a:lnTo>
                    <a:pt x="1752506" y="1781323"/>
                  </a:lnTo>
                  <a:lnTo>
                    <a:pt x="1752498" y="1781331"/>
                  </a:lnTo>
                  <a:lnTo>
                    <a:pt x="1752459" y="1781373"/>
                  </a:lnTo>
                  <a:lnTo>
                    <a:pt x="1752425" y="1781410"/>
                  </a:lnTo>
                  <a:lnTo>
                    <a:pt x="1752364" y="1781478"/>
                  </a:lnTo>
                  <a:lnTo>
                    <a:pt x="1752301" y="1781559"/>
                  </a:lnTo>
                  <a:lnTo>
                    <a:pt x="1752275" y="1781592"/>
                  </a:lnTo>
                  <a:lnTo>
                    <a:pt x="1752240" y="1781638"/>
                  </a:lnTo>
                  <a:lnTo>
                    <a:pt x="1752212" y="1781682"/>
                  </a:lnTo>
                  <a:lnTo>
                    <a:pt x="1752202" y="1781697"/>
                  </a:lnTo>
                  <a:lnTo>
                    <a:pt x="1752149" y="1781777"/>
                  </a:lnTo>
                  <a:lnTo>
                    <a:pt x="1752119" y="1781822"/>
                  </a:lnTo>
                  <a:lnTo>
                    <a:pt x="1752088" y="1781864"/>
                  </a:lnTo>
                  <a:lnTo>
                    <a:pt x="1752048" y="1781911"/>
                  </a:lnTo>
                  <a:lnTo>
                    <a:pt x="1752043" y="1781919"/>
                  </a:lnTo>
                  <a:lnTo>
                    <a:pt x="1752007" y="1781960"/>
                  </a:lnTo>
                  <a:lnTo>
                    <a:pt x="1751985" y="1781986"/>
                  </a:lnTo>
                  <a:lnTo>
                    <a:pt x="1751971" y="1782003"/>
                  </a:lnTo>
                  <a:lnTo>
                    <a:pt x="1751935" y="1782036"/>
                  </a:lnTo>
                  <a:lnTo>
                    <a:pt x="1751924" y="1782046"/>
                  </a:lnTo>
                  <a:lnTo>
                    <a:pt x="1751901" y="1782067"/>
                  </a:lnTo>
                  <a:lnTo>
                    <a:pt x="1751893" y="1782075"/>
                  </a:lnTo>
                  <a:lnTo>
                    <a:pt x="1751811" y="1782118"/>
                  </a:lnTo>
                  <a:lnTo>
                    <a:pt x="1751779" y="1782138"/>
                  </a:lnTo>
                  <a:lnTo>
                    <a:pt x="1751667" y="1782201"/>
                  </a:lnTo>
                  <a:lnTo>
                    <a:pt x="1751659" y="1782207"/>
                  </a:lnTo>
                  <a:lnTo>
                    <a:pt x="1751617" y="1782254"/>
                  </a:lnTo>
                  <a:lnTo>
                    <a:pt x="1751602" y="1782264"/>
                  </a:lnTo>
                  <a:lnTo>
                    <a:pt x="1751587" y="1782272"/>
                  </a:lnTo>
                  <a:lnTo>
                    <a:pt x="1751580" y="1782275"/>
                  </a:lnTo>
                  <a:lnTo>
                    <a:pt x="1751571" y="1782279"/>
                  </a:lnTo>
                  <a:lnTo>
                    <a:pt x="1751525" y="1782328"/>
                  </a:lnTo>
                  <a:lnTo>
                    <a:pt x="1751413" y="1782438"/>
                  </a:lnTo>
                  <a:lnTo>
                    <a:pt x="1751393" y="1782459"/>
                  </a:lnTo>
                  <a:lnTo>
                    <a:pt x="1751142" y="1782749"/>
                  </a:lnTo>
                  <a:lnTo>
                    <a:pt x="1750982" y="1783030"/>
                  </a:lnTo>
                  <a:lnTo>
                    <a:pt x="1750888" y="1783195"/>
                  </a:lnTo>
                  <a:lnTo>
                    <a:pt x="1750844" y="1783292"/>
                  </a:lnTo>
                  <a:lnTo>
                    <a:pt x="1750829" y="1783326"/>
                  </a:lnTo>
                  <a:lnTo>
                    <a:pt x="1750804" y="1783381"/>
                  </a:lnTo>
                  <a:lnTo>
                    <a:pt x="1750772" y="1783453"/>
                  </a:lnTo>
                  <a:lnTo>
                    <a:pt x="1750753" y="1783496"/>
                  </a:lnTo>
                  <a:lnTo>
                    <a:pt x="1750743" y="1783521"/>
                  </a:lnTo>
                  <a:lnTo>
                    <a:pt x="1750717" y="1783589"/>
                  </a:lnTo>
                  <a:lnTo>
                    <a:pt x="1750680" y="1783689"/>
                  </a:lnTo>
                  <a:lnTo>
                    <a:pt x="1750679" y="1783695"/>
                  </a:lnTo>
                  <a:lnTo>
                    <a:pt x="1750674" y="1783715"/>
                  </a:lnTo>
                  <a:lnTo>
                    <a:pt x="1750665" y="1783752"/>
                  </a:lnTo>
                  <a:lnTo>
                    <a:pt x="1750654" y="1783798"/>
                  </a:lnTo>
                  <a:lnTo>
                    <a:pt x="1750641" y="1783852"/>
                  </a:lnTo>
                  <a:lnTo>
                    <a:pt x="1750600" y="1784020"/>
                  </a:lnTo>
                  <a:lnTo>
                    <a:pt x="1750572" y="1784213"/>
                  </a:lnTo>
                  <a:lnTo>
                    <a:pt x="1750552" y="1784351"/>
                  </a:lnTo>
                  <a:lnTo>
                    <a:pt x="1750583" y="1784470"/>
                  </a:lnTo>
                  <a:lnTo>
                    <a:pt x="1750585" y="1784476"/>
                  </a:lnTo>
                  <a:lnTo>
                    <a:pt x="1750593" y="1784499"/>
                  </a:lnTo>
                  <a:lnTo>
                    <a:pt x="1750603" y="1784528"/>
                  </a:lnTo>
                  <a:lnTo>
                    <a:pt x="1750621" y="1784582"/>
                  </a:lnTo>
                  <a:lnTo>
                    <a:pt x="1750618" y="1784637"/>
                  </a:lnTo>
                  <a:lnTo>
                    <a:pt x="1750611" y="1784647"/>
                  </a:lnTo>
                  <a:lnTo>
                    <a:pt x="1750556" y="1784646"/>
                  </a:lnTo>
                  <a:lnTo>
                    <a:pt x="1750518" y="1784624"/>
                  </a:lnTo>
                  <a:lnTo>
                    <a:pt x="1750431" y="1784551"/>
                  </a:lnTo>
                  <a:lnTo>
                    <a:pt x="1750408" y="1784567"/>
                  </a:lnTo>
                  <a:lnTo>
                    <a:pt x="1750297" y="1784642"/>
                  </a:lnTo>
                  <a:lnTo>
                    <a:pt x="1750161" y="1784764"/>
                  </a:lnTo>
                  <a:lnTo>
                    <a:pt x="1750138" y="1784783"/>
                  </a:lnTo>
                  <a:lnTo>
                    <a:pt x="1749985" y="1784975"/>
                  </a:lnTo>
                  <a:lnTo>
                    <a:pt x="1749890" y="1785094"/>
                  </a:lnTo>
                  <a:lnTo>
                    <a:pt x="1749799" y="1785266"/>
                  </a:lnTo>
                  <a:lnTo>
                    <a:pt x="1749762" y="1785337"/>
                  </a:lnTo>
                  <a:lnTo>
                    <a:pt x="1749726" y="1785407"/>
                  </a:lnTo>
                  <a:lnTo>
                    <a:pt x="1749712" y="1785448"/>
                  </a:lnTo>
                  <a:lnTo>
                    <a:pt x="1749708" y="1785457"/>
                  </a:lnTo>
                  <a:lnTo>
                    <a:pt x="1749703" y="1785491"/>
                  </a:lnTo>
                  <a:lnTo>
                    <a:pt x="1749676" y="1785528"/>
                  </a:lnTo>
                  <a:lnTo>
                    <a:pt x="1749669" y="1785538"/>
                  </a:lnTo>
                  <a:lnTo>
                    <a:pt x="1749541" y="1785632"/>
                  </a:lnTo>
                  <a:lnTo>
                    <a:pt x="1749517" y="1785645"/>
                  </a:lnTo>
                  <a:lnTo>
                    <a:pt x="1749511" y="1785649"/>
                  </a:lnTo>
                  <a:lnTo>
                    <a:pt x="1749504" y="1785647"/>
                  </a:lnTo>
                  <a:lnTo>
                    <a:pt x="1749488" y="1785643"/>
                  </a:lnTo>
                  <a:lnTo>
                    <a:pt x="1749462" y="1785652"/>
                  </a:lnTo>
                  <a:lnTo>
                    <a:pt x="1749444" y="1785685"/>
                  </a:lnTo>
                  <a:lnTo>
                    <a:pt x="1749422" y="1785726"/>
                  </a:lnTo>
                  <a:lnTo>
                    <a:pt x="1749402" y="1785784"/>
                  </a:lnTo>
                  <a:lnTo>
                    <a:pt x="1749390" y="1785820"/>
                  </a:lnTo>
                  <a:lnTo>
                    <a:pt x="1749377" y="1785894"/>
                  </a:lnTo>
                  <a:lnTo>
                    <a:pt x="1749358" y="1785965"/>
                  </a:lnTo>
                  <a:lnTo>
                    <a:pt x="1749330" y="1786066"/>
                  </a:lnTo>
                  <a:lnTo>
                    <a:pt x="1749278" y="1786247"/>
                  </a:lnTo>
                  <a:lnTo>
                    <a:pt x="1749257" y="1786313"/>
                  </a:lnTo>
                  <a:lnTo>
                    <a:pt x="1749225" y="1786382"/>
                  </a:lnTo>
                  <a:lnTo>
                    <a:pt x="1749153" y="1786472"/>
                  </a:lnTo>
                  <a:lnTo>
                    <a:pt x="1749144" y="1786483"/>
                  </a:lnTo>
                  <a:lnTo>
                    <a:pt x="1749032" y="1786566"/>
                  </a:lnTo>
                  <a:lnTo>
                    <a:pt x="1748832" y="1786713"/>
                  </a:lnTo>
                  <a:lnTo>
                    <a:pt x="1748747" y="1786775"/>
                  </a:lnTo>
                  <a:lnTo>
                    <a:pt x="1748683" y="1786823"/>
                  </a:lnTo>
                  <a:lnTo>
                    <a:pt x="1748656" y="1786843"/>
                  </a:lnTo>
                  <a:lnTo>
                    <a:pt x="1748528" y="1786937"/>
                  </a:lnTo>
                  <a:lnTo>
                    <a:pt x="1748384" y="1786985"/>
                  </a:lnTo>
                  <a:lnTo>
                    <a:pt x="1748371" y="1786982"/>
                  </a:lnTo>
                  <a:lnTo>
                    <a:pt x="1748365" y="1786983"/>
                  </a:lnTo>
                  <a:lnTo>
                    <a:pt x="1748351" y="1786986"/>
                  </a:lnTo>
                  <a:lnTo>
                    <a:pt x="1748335" y="1786993"/>
                  </a:lnTo>
                  <a:lnTo>
                    <a:pt x="1748246" y="1787034"/>
                  </a:lnTo>
                  <a:lnTo>
                    <a:pt x="1748230" y="1787044"/>
                  </a:lnTo>
                  <a:lnTo>
                    <a:pt x="1748139" y="1787119"/>
                  </a:lnTo>
                  <a:lnTo>
                    <a:pt x="1748132" y="1787125"/>
                  </a:lnTo>
                  <a:lnTo>
                    <a:pt x="1748119" y="1787138"/>
                  </a:lnTo>
                  <a:lnTo>
                    <a:pt x="1748105" y="1787152"/>
                  </a:lnTo>
                  <a:lnTo>
                    <a:pt x="1748092" y="1787165"/>
                  </a:lnTo>
                  <a:lnTo>
                    <a:pt x="1748073" y="1787185"/>
                  </a:lnTo>
                  <a:lnTo>
                    <a:pt x="1748067" y="1787191"/>
                  </a:lnTo>
                  <a:lnTo>
                    <a:pt x="1748050" y="1787209"/>
                  </a:lnTo>
                  <a:lnTo>
                    <a:pt x="1748042" y="1787223"/>
                  </a:lnTo>
                  <a:lnTo>
                    <a:pt x="1748023" y="1787245"/>
                  </a:lnTo>
                  <a:lnTo>
                    <a:pt x="1748021" y="1787251"/>
                  </a:lnTo>
                  <a:lnTo>
                    <a:pt x="1748015" y="1787259"/>
                  </a:lnTo>
                  <a:lnTo>
                    <a:pt x="1748007" y="1787272"/>
                  </a:lnTo>
                  <a:lnTo>
                    <a:pt x="1747999" y="1787281"/>
                  </a:lnTo>
                  <a:lnTo>
                    <a:pt x="1747983" y="1787299"/>
                  </a:lnTo>
                  <a:lnTo>
                    <a:pt x="1747958" y="1787330"/>
                  </a:lnTo>
                  <a:lnTo>
                    <a:pt x="1747949" y="1787346"/>
                  </a:lnTo>
                  <a:lnTo>
                    <a:pt x="1747938" y="1787365"/>
                  </a:lnTo>
                  <a:lnTo>
                    <a:pt x="1747925" y="1787387"/>
                  </a:lnTo>
                  <a:lnTo>
                    <a:pt x="1747912" y="1787404"/>
                  </a:lnTo>
                  <a:lnTo>
                    <a:pt x="1747889" y="1787435"/>
                  </a:lnTo>
                  <a:lnTo>
                    <a:pt x="1747795" y="1787562"/>
                  </a:lnTo>
                  <a:lnTo>
                    <a:pt x="1747661" y="1787742"/>
                  </a:lnTo>
                  <a:lnTo>
                    <a:pt x="1747348" y="1787786"/>
                  </a:lnTo>
                  <a:lnTo>
                    <a:pt x="1746958" y="1787681"/>
                  </a:lnTo>
                  <a:lnTo>
                    <a:pt x="1746520" y="1787563"/>
                  </a:lnTo>
                  <a:lnTo>
                    <a:pt x="1746482" y="1787552"/>
                  </a:lnTo>
                  <a:lnTo>
                    <a:pt x="1746394" y="1787546"/>
                  </a:lnTo>
                  <a:lnTo>
                    <a:pt x="1746383" y="1787544"/>
                  </a:lnTo>
                  <a:lnTo>
                    <a:pt x="1746373" y="1787543"/>
                  </a:lnTo>
                  <a:lnTo>
                    <a:pt x="1746366" y="1787542"/>
                  </a:lnTo>
                  <a:lnTo>
                    <a:pt x="1746354" y="1787542"/>
                  </a:lnTo>
                  <a:lnTo>
                    <a:pt x="1746343" y="1787540"/>
                  </a:lnTo>
                  <a:lnTo>
                    <a:pt x="1746334" y="1787541"/>
                  </a:lnTo>
                  <a:lnTo>
                    <a:pt x="1746321" y="1787541"/>
                  </a:lnTo>
                  <a:lnTo>
                    <a:pt x="1746302" y="1787544"/>
                  </a:lnTo>
                  <a:lnTo>
                    <a:pt x="1746292" y="1787546"/>
                  </a:lnTo>
                  <a:lnTo>
                    <a:pt x="1746282" y="1787547"/>
                  </a:lnTo>
                  <a:lnTo>
                    <a:pt x="1746277" y="1787548"/>
                  </a:lnTo>
                  <a:lnTo>
                    <a:pt x="1746254" y="1787553"/>
                  </a:lnTo>
                  <a:lnTo>
                    <a:pt x="1746245" y="1787555"/>
                  </a:lnTo>
                  <a:lnTo>
                    <a:pt x="1746227" y="1787559"/>
                  </a:lnTo>
                  <a:lnTo>
                    <a:pt x="1746200" y="1787564"/>
                  </a:lnTo>
                  <a:lnTo>
                    <a:pt x="1746177" y="1787571"/>
                  </a:lnTo>
                  <a:lnTo>
                    <a:pt x="1746164" y="1787578"/>
                  </a:lnTo>
                  <a:lnTo>
                    <a:pt x="1746157" y="1787582"/>
                  </a:lnTo>
                  <a:lnTo>
                    <a:pt x="1746137" y="1787594"/>
                  </a:lnTo>
                  <a:lnTo>
                    <a:pt x="1746106" y="1787625"/>
                  </a:lnTo>
                  <a:lnTo>
                    <a:pt x="1745957" y="1787776"/>
                  </a:lnTo>
                  <a:lnTo>
                    <a:pt x="1745845" y="1787978"/>
                  </a:lnTo>
                  <a:lnTo>
                    <a:pt x="1745823" y="1788004"/>
                  </a:lnTo>
                  <a:lnTo>
                    <a:pt x="1745812" y="1788015"/>
                  </a:lnTo>
                  <a:lnTo>
                    <a:pt x="1745804" y="1788027"/>
                  </a:lnTo>
                  <a:lnTo>
                    <a:pt x="1745794" y="1788035"/>
                  </a:lnTo>
                  <a:lnTo>
                    <a:pt x="1745771" y="1788047"/>
                  </a:lnTo>
                  <a:lnTo>
                    <a:pt x="1745748" y="1788059"/>
                  </a:lnTo>
                  <a:lnTo>
                    <a:pt x="1745726" y="1788068"/>
                  </a:lnTo>
                  <a:lnTo>
                    <a:pt x="1745709" y="1788071"/>
                  </a:lnTo>
                  <a:lnTo>
                    <a:pt x="1745700" y="1788070"/>
                  </a:lnTo>
                  <a:lnTo>
                    <a:pt x="1745690" y="1788071"/>
                  </a:lnTo>
                  <a:lnTo>
                    <a:pt x="1745667" y="1788071"/>
                  </a:lnTo>
                  <a:lnTo>
                    <a:pt x="1745658" y="1788069"/>
                  </a:lnTo>
                  <a:lnTo>
                    <a:pt x="1745643" y="1788069"/>
                  </a:lnTo>
                  <a:lnTo>
                    <a:pt x="1745633" y="1788066"/>
                  </a:lnTo>
                  <a:lnTo>
                    <a:pt x="1745620" y="1788060"/>
                  </a:lnTo>
                  <a:lnTo>
                    <a:pt x="1745615" y="1788035"/>
                  </a:lnTo>
                  <a:lnTo>
                    <a:pt x="1745619" y="1788011"/>
                  </a:lnTo>
                  <a:lnTo>
                    <a:pt x="1745606" y="1787991"/>
                  </a:lnTo>
                  <a:lnTo>
                    <a:pt x="1745587" y="1787992"/>
                  </a:lnTo>
                  <a:lnTo>
                    <a:pt x="1745568" y="1788006"/>
                  </a:lnTo>
                  <a:lnTo>
                    <a:pt x="1745528" y="1788034"/>
                  </a:lnTo>
                  <a:lnTo>
                    <a:pt x="1745516" y="1788044"/>
                  </a:lnTo>
                  <a:lnTo>
                    <a:pt x="1745473" y="1788084"/>
                  </a:lnTo>
                  <a:lnTo>
                    <a:pt x="1745464" y="1788094"/>
                  </a:lnTo>
                  <a:lnTo>
                    <a:pt x="1745461" y="1788099"/>
                  </a:lnTo>
                  <a:lnTo>
                    <a:pt x="1745453" y="1788107"/>
                  </a:lnTo>
                  <a:lnTo>
                    <a:pt x="1745417" y="1788157"/>
                  </a:lnTo>
                  <a:lnTo>
                    <a:pt x="1745223" y="1788424"/>
                  </a:lnTo>
                  <a:lnTo>
                    <a:pt x="1745211" y="1788453"/>
                  </a:lnTo>
                  <a:lnTo>
                    <a:pt x="1745188" y="1788504"/>
                  </a:lnTo>
                  <a:lnTo>
                    <a:pt x="1745177" y="1788530"/>
                  </a:lnTo>
                  <a:lnTo>
                    <a:pt x="1745170" y="1788547"/>
                  </a:lnTo>
                  <a:lnTo>
                    <a:pt x="1745162" y="1788568"/>
                  </a:lnTo>
                  <a:lnTo>
                    <a:pt x="1745162" y="1788630"/>
                  </a:lnTo>
                  <a:lnTo>
                    <a:pt x="1745177" y="1788699"/>
                  </a:lnTo>
                  <a:lnTo>
                    <a:pt x="1745178" y="1788708"/>
                  </a:lnTo>
                  <a:lnTo>
                    <a:pt x="1745177" y="1788748"/>
                  </a:lnTo>
                  <a:lnTo>
                    <a:pt x="1745172" y="1788762"/>
                  </a:lnTo>
                  <a:lnTo>
                    <a:pt x="1745157" y="1788774"/>
                  </a:lnTo>
                  <a:lnTo>
                    <a:pt x="1745152" y="1788779"/>
                  </a:lnTo>
                  <a:lnTo>
                    <a:pt x="1745144" y="1788786"/>
                  </a:lnTo>
                  <a:lnTo>
                    <a:pt x="1745136" y="1788792"/>
                  </a:lnTo>
                  <a:lnTo>
                    <a:pt x="1745067" y="1788822"/>
                  </a:lnTo>
                  <a:lnTo>
                    <a:pt x="1744762" y="1788880"/>
                  </a:lnTo>
                  <a:lnTo>
                    <a:pt x="1744580" y="1788906"/>
                  </a:lnTo>
                  <a:lnTo>
                    <a:pt x="1744141" y="1789695"/>
                  </a:lnTo>
                  <a:lnTo>
                    <a:pt x="1743904" y="1789806"/>
                  </a:lnTo>
                  <a:lnTo>
                    <a:pt x="1743457" y="1790017"/>
                  </a:lnTo>
                  <a:lnTo>
                    <a:pt x="1743058" y="1790205"/>
                  </a:lnTo>
                  <a:lnTo>
                    <a:pt x="1742588" y="1790160"/>
                  </a:lnTo>
                  <a:lnTo>
                    <a:pt x="1742590" y="1790151"/>
                  </a:lnTo>
                  <a:lnTo>
                    <a:pt x="1742592" y="1790139"/>
                  </a:lnTo>
                  <a:lnTo>
                    <a:pt x="1742591" y="1790113"/>
                  </a:lnTo>
                  <a:lnTo>
                    <a:pt x="1742589" y="1790097"/>
                  </a:lnTo>
                  <a:lnTo>
                    <a:pt x="1742580" y="1790049"/>
                  </a:lnTo>
                  <a:lnTo>
                    <a:pt x="1742524" y="1789995"/>
                  </a:lnTo>
                  <a:lnTo>
                    <a:pt x="1742365" y="1789954"/>
                  </a:lnTo>
                  <a:lnTo>
                    <a:pt x="1742279" y="1789960"/>
                  </a:lnTo>
                  <a:lnTo>
                    <a:pt x="1742225" y="1789970"/>
                  </a:lnTo>
                  <a:lnTo>
                    <a:pt x="1742197" y="1789978"/>
                  </a:lnTo>
                  <a:lnTo>
                    <a:pt x="1742188" y="1789981"/>
                  </a:lnTo>
                  <a:lnTo>
                    <a:pt x="1742137" y="1790040"/>
                  </a:lnTo>
                  <a:lnTo>
                    <a:pt x="1742063" y="1790125"/>
                  </a:lnTo>
                  <a:lnTo>
                    <a:pt x="1741892" y="1790341"/>
                  </a:lnTo>
                  <a:lnTo>
                    <a:pt x="1741881" y="1790362"/>
                  </a:lnTo>
                  <a:lnTo>
                    <a:pt x="1741824" y="1790462"/>
                  </a:lnTo>
                  <a:lnTo>
                    <a:pt x="1741783" y="1790569"/>
                  </a:lnTo>
                  <a:lnTo>
                    <a:pt x="1741783" y="1790589"/>
                  </a:lnTo>
                  <a:lnTo>
                    <a:pt x="1741799" y="1790635"/>
                  </a:lnTo>
                  <a:lnTo>
                    <a:pt x="1741815" y="1790656"/>
                  </a:lnTo>
                  <a:lnTo>
                    <a:pt x="1741824" y="1790667"/>
                  </a:lnTo>
                  <a:lnTo>
                    <a:pt x="1741843" y="1790678"/>
                  </a:lnTo>
                  <a:lnTo>
                    <a:pt x="1741851" y="1790715"/>
                  </a:lnTo>
                  <a:lnTo>
                    <a:pt x="1741859" y="1790848"/>
                  </a:lnTo>
                  <a:lnTo>
                    <a:pt x="1741869" y="1791039"/>
                  </a:lnTo>
                  <a:lnTo>
                    <a:pt x="1741869" y="1791047"/>
                  </a:lnTo>
                  <a:lnTo>
                    <a:pt x="1741866" y="1791095"/>
                  </a:lnTo>
                  <a:lnTo>
                    <a:pt x="1741843" y="1791106"/>
                  </a:lnTo>
                  <a:lnTo>
                    <a:pt x="1741808" y="1791095"/>
                  </a:lnTo>
                  <a:lnTo>
                    <a:pt x="1741785" y="1791087"/>
                  </a:lnTo>
                  <a:lnTo>
                    <a:pt x="1741746" y="1791072"/>
                  </a:lnTo>
                  <a:lnTo>
                    <a:pt x="1741730" y="1791044"/>
                  </a:lnTo>
                  <a:lnTo>
                    <a:pt x="1741698" y="1790931"/>
                  </a:lnTo>
                  <a:lnTo>
                    <a:pt x="1741668" y="1790811"/>
                  </a:lnTo>
                  <a:lnTo>
                    <a:pt x="1741661" y="1790785"/>
                  </a:lnTo>
                  <a:lnTo>
                    <a:pt x="1741631" y="1790721"/>
                  </a:lnTo>
                  <a:lnTo>
                    <a:pt x="1741620" y="1790577"/>
                  </a:lnTo>
                  <a:lnTo>
                    <a:pt x="1741616" y="1790563"/>
                  </a:lnTo>
                  <a:lnTo>
                    <a:pt x="1741591" y="1790540"/>
                  </a:lnTo>
                  <a:lnTo>
                    <a:pt x="1741531" y="1790500"/>
                  </a:lnTo>
                  <a:lnTo>
                    <a:pt x="1741470" y="1790462"/>
                  </a:lnTo>
                  <a:lnTo>
                    <a:pt x="1741453" y="1790415"/>
                  </a:lnTo>
                  <a:lnTo>
                    <a:pt x="1741466" y="1790367"/>
                  </a:lnTo>
                  <a:lnTo>
                    <a:pt x="1741467" y="1790261"/>
                  </a:lnTo>
                  <a:lnTo>
                    <a:pt x="1741466" y="1790226"/>
                  </a:lnTo>
                  <a:lnTo>
                    <a:pt x="1741465" y="1790192"/>
                  </a:lnTo>
                  <a:lnTo>
                    <a:pt x="1741465" y="1790168"/>
                  </a:lnTo>
                  <a:lnTo>
                    <a:pt x="1741457" y="1790055"/>
                  </a:lnTo>
                  <a:lnTo>
                    <a:pt x="1741447" y="1790039"/>
                  </a:lnTo>
                  <a:lnTo>
                    <a:pt x="1741435" y="1790024"/>
                  </a:lnTo>
                  <a:lnTo>
                    <a:pt x="1741426" y="1790016"/>
                  </a:lnTo>
                  <a:lnTo>
                    <a:pt x="1741417" y="1790007"/>
                  </a:lnTo>
                  <a:lnTo>
                    <a:pt x="1741399" y="1789990"/>
                  </a:lnTo>
                  <a:lnTo>
                    <a:pt x="1741388" y="1789979"/>
                  </a:lnTo>
                  <a:lnTo>
                    <a:pt x="1741372" y="1789962"/>
                  </a:lnTo>
                  <a:lnTo>
                    <a:pt x="1741360" y="1789950"/>
                  </a:lnTo>
                  <a:lnTo>
                    <a:pt x="1741353" y="1789942"/>
                  </a:lnTo>
                  <a:lnTo>
                    <a:pt x="1741343" y="1789934"/>
                  </a:lnTo>
                  <a:lnTo>
                    <a:pt x="1741314" y="1789909"/>
                  </a:lnTo>
                  <a:lnTo>
                    <a:pt x="1741309" y="1789904"/>
                  </a:lnTo>
                  <a:lnTo>
                    <a:pt x="1741197" y="1789836"/>
                  </a:lnTo>
                  <a:lnTo>
                    <a:pt x="1741184" y="1789832"/>
                  </a:lnTo>
                  <a:lnTo>
                    <a:pt x="1741162" y="1789824"/>
                  </a:lnTo>
                  <a:lnTo>
                    <a:pt x="1741078" y="1789796"/>
                  </a:lnTo>
                  <a:lnTo>
                    <a:pt x="1741051" y="1789794"/>
                  </a:lnTo>
                  <a:lnTo>
                    <a:pt x="1740963" y="1789788"/>
                  </a:lnTo>
                  <a:lnTo>
                    <a:pt x="1740836" y="1789800"/>
                  </a:lnTo>
                  <a:lnTo>
                    <a:pt x="1740768" y="1789807"/>
                  </a:lnTo>
                  <a:lnTo>
                    <a:pt x="1740635" y="1789852"/>
                  </a:lnTo>
                  <a:lnTo>
                    <a:pt x="1740580" y="1789870"/>
                  </a:lnTo>
                  <a:lnTo>
                    <a:pt x="1740489" y="1789928"/>
                  </a:lnTo>
                  <a:lnTo>
                    <a:pt x="1740480" y="1789934"/>
                  </a:lnTo>
                  <a:lnTo>
                    <a:pt x="1740461" y="1789938"/>
                  </a:lnTo>
                  <a:lnTo>
                    <a:pt x="1740361" y="1789963"/>
                  </a:lnTo>
                  <a:lnTo>
                    <a:pt x="1740319" y="1789978"/>
                  </a:lnTo>
                  <a:lnTo>
                    <a:pt x="1740310" y="1789981"/>
                  </a:lnTo>
                  <a:lnTo>
                    <a:pt x="1740298" y="1789984"/>
                  </a:lnTo>
                  <a:lnTo>
                    <a:pt x="1740288" y="1789983"/>
                  </a:lnTo>
                  <a:lnTo>
                    <a:pt x="1740280" y="1789982"/>
                  </a:lnTo>
                  <a:lnTo>
                    <a:pt x="1740267" y="1789964"/>
                  </a:lnTo>
                  <a:lnTo>
                    <a:pt x="1740238" y="1789879"/>
                  </a:lnTo>
                  <a:lnTo>
                    <a:pt x="1740198" y="1789757"/>
                  </a:lnTo>
                  <a:lnTo>
                    <a:pt x="1740189" y="1789729"/>
                  </a:lnTo>
                  <a:lnTo>
                    <a:pt x="1740179" y="1789698"/>
                  </a:lnTo>
                  <a:lnTo>
                    <a:pt x="1740154" y="1789614"/>
                  </a:lnTo>
                  <a:lnTo>
                    <a:pt x="1740153" y="1789550"/>
                  </a:lnTo>
                  <a:lnTo>
                    <a:pt x="1740176" y="1789472"/>
                  </a:lnTo>
                  <a:lnTo>
                    <a:pt x="1740210" y="1789425"/>
                  </a:lnTo>
                  <a:lnTo>
                    <a:pt x="1740224" y="1789430"/>
                  </a:lnTo>
                  <a:lnTo>
                    <a:pt x="1740280" y="1789358"/>
                  </a:lnTo>
                  <a:lnTo>
                    <a:pt x="1740287" y="1789340"/>
                  </a:lnTo>
                  <a:lnTo>
                    <a:pt x="1740276" y="1789333"/>
                  </a:lnTo>
                  <a:lnTo>
                    <a:pt x="1740257" y="1789322"/>
                  </a:lnTo>
                  <a:lnTo>
                    <a:pt x="1740025" y="1789305"/>
                  </a:lnTo>
                  <a:lnTo>
                    <a:pt x="1739731" y="1789283"/>
                  </a:lnTo>
                  <a:lnTo>
                    <a:pt x="1739634" y="1789276"/>
                  </a:lnTo>
                  <a:lnTo>
                    <a:pt x="1738800" y="1789084"/>
                  </a:lnTo>
                  <a:lnTo>
                    <a:pt x="1738791" y="1789048"/>
                  </a:lnTo>
                  <a:lnTo>
                    <a:pt x="1738784" y="1789047"/>
                  </a:lnTo>
                  <a:lnTo>
                    <a:pt x="1738778" y="1789047"/>
                  </a:lnTo>
                  <a:lnTo>
                    <a:pt x="1738711" y="1789086"/>
                  </a:lnTo>
                  <a:lnTo>
                    <a:pt x="1738723" y="1789105"/>
                  </a:lnTo>
                  <a:lnTo>
                    <a:pt x="1738776" y="1789189"/>
                  </a:lnTo>
                  <a:lnTo>
                    <a:pt x="1738803" y="1789227"/>
                  </a:lnTo>
                  <a:lnTo>
                    <a:pt x="1738916" y="1789380"/>
                  </a:lnTo>
                  <a:lnTo>
                    <a:pt x="1738936" y="1789407"/>
                  </a:lnTo>
                  <a:lnTo>
                    <a:pt x="1738991" y="1789435"/>
                  </a:lnTo>
                  <a:lnTo>
                    <a:pt x="1739037" y="1789463"/>
                  </a:lnTo>
                  <a:lnTo>
                    <a:pt x="1739096" y="1789498"/>
                  </a:lnTo>
                  <a:lnTo>
                    <a:pt x="1739144" y="1789528"/>
                  </a:lnTo>
                  <a:lnTo>
                    <a:pt x="1739181" y="1789557"/>
                  </a:lnTo>
                  <a:lnTo>
                    <a:pt x="1739249" y="1789610"/>
                  </a:lnTo>
                  <a:lnTo>
                    <a:pt x="1739338" y="1789699"/>
                  </a:lnTo>
                  <a:lnTo>
                    <a:pt x="1739395" y="1789755"/>
                  </a:lnTo>
                  <a:lnTo>
                    <a:pt x="1739375" y="1789780"/>
                  </a:lnTo>
                  <a:lnTo>
                    <a:pt x="1739311" y="1789791"/>
                  </a:lnTo>
                  <a:lnTo>
                    <a:pt x="1739220" y="1789785"/>
                  </a:lnTo>
                  <a:lnTo>
                    <a:pt x="1739220" y="1789739"/>
                  </a:lnTo>
                  <a:lnTo>
                    <a:pt x="1739133" y="1789698"/>
                  </a:lnTo>
                  <a:lnTo>
                    <a:pt x="1739113" y="1789688"/>
                  </a:lnTo>
                  <a:lnTo>
                    <a:pt x="1739047" y="1789666"/>
                  </a:lnTo>
                  <a:lnTo>
                    <a:pt x="1739013" y="1789657"/>
                  </a:lnTo>
                  <a:lnTo>
                    <a:pt x="1738987" y="1789651"/>
                  </a:lnTo>
                  <a:lnTo>
                    <a:pt x="1738898" y="1789638"/>
                  </a:lnTo>
                  <a:lnTo>
                    <a:pt x="1738865" y="1789635"/>
                  </a:lnTo>
                  <a:lnTo>
                    <a:pt x="1738782" y="1789626"/>
                  </a:lnTo>
                  <a:lnTo>
                    <a:pt x="1738767" y="1789624"/>
                  </a:lnTo>
                  <a:lnTo>
                    <a:pt x="1738475" y="1789590"/>
                  </a:lnTo>
                  <a:lnTo>
                    <a:pt x="1738311" y="1789533"/>
                  </a:lnTo>
                  <a:lnTo>
                    <a:pt x="1738195" y="1789493"/>
                  </a:lnTo>
                  <a:lnTo>
                    <a:pt x="1738026" y="1789431"/>
                  </a:lnTo>
                  <a:lnTo>
                    <a:pt x="1737863" y="1789370"/>
                  </a:lnTo>
                  <a:lnTo>
                    <a:pt x="1737775" y="1789313"/>
                  </a:lnTo>
                  <a:lnTo>
                    <a:pt x="1737726" y="1789314"/>
                  </a:lnTo>
                  <a:lnTo>
                    <a:pt x="1737710" y="1789340"/>
                  </a:lnTo>
                  <a:lnTo>
                    <a:pt x="1737635" y="1789446"/>
                  </a:lnTo>
                  <a:lnTo>
                    <a:pt x="1737586" y="1789514"/>
                  </a:lnTo>
                  <a:lnTo>
                    <a:pt x="1737537" y="1789596"/>
                  </a:lnTo>
                  <a:lnTo>
                    <a:pt x="1737524" y="1789617"/>
                  </a:lnTo>
                  <a:lnTo>
                    <a:pt x="1737515" y="1789694"/>
                  </a:lnTo>
                  <a:lnTo>
                    <a:pt x="1737523" y="1789798"/>
                  </a:lnTo>
                  <a:lnTo>
                    <a:pt x="1737541" y="1790058"/>
                  </a:lnTo>
                  <a:lnTo>
                    <a:pt x="1737566" y="1790412"/>
                  </a:lnTo>
                  <a:lnTo>
                    <a:pt x="1737475" y="1790652"/>
                  </a:lnTo>
                  <a:lnTo>
                    <a:pt x="1737388" y="1790880"/>
                  </a:lnTo>
                  <a:lnTo>
                    <a:pt x="1737241" y="1790963"/>
                  </a:lnTo>
                  <a:lnTo>
                    <a:pt x="1737016" y="1791090"/>
                  </a:lnTo>
                  <a:lnTo>
                    <a:pt x="1736898" y="1791156"/>
                  </a:lnTo>
                  <a:lnTo>
                    <a:pt x="1735597" y="1791157"/>
                  </a:lnTo>
                  <a:lnTo>
                    <a:pt x="1735389" y="1791243"/>
                  </a:lnTo>
                  <a:lnTo>
                    <a:pt x="1735237" y="1791307"/>
                  </a:lnTo>
                  <a:lnTo>
                    <a:pt x="1734418" y="1791438"/>
                  </a:lnTo>
                  <a:lnTo>
                    <a:pt x="1734294" y="1791463"/>
                  </a:lnTo>
                  <a:lnTo>
                    <a:pt x="1734266" y="1791445"/>
                  </a:lnTo>
                  <a:lnTo>
                    <a:pt x="1734216" y="1791326"/>
                  </a:lnTo>
                  <a:lnTo>
                    <a:pt x="1734184" y="1791246"/>
                  </a:lnTo>
                  <a:lnTo>
                    <a:pt x="1734169" y="1791208"/>
                  </a:lnTo>
                  <a:lnTo>
                    <a:pt x="1734142" y="1791123"/>
                  </a:lnTo>
                  <a:lnTo>
                    <a:pt x="1734157" y="1791054"/>
                  </a:lnTo>
                  <a:lnTo>
                    <a:pt x="1734202" y="1790943"/>
                  </a:lnTo>
                  <a:lnTo>
                    <a:pt x="1734185" y="1790899"/>
                  </a:lnTo>
                  <a:lnTo>
                    <a:pt x="1734170" y="1790885"/>
                  </a:lnTo>
                  <a:lnTo>
                    <a:pt x="1734087" y="1790811"/>
                  </a:lnTo>
                  <a:lnTo>
                    <a:pt x="1734082" y="1790758"/>
                  </a:lnTo>
                  <a:lnTo>
                    <a:pt x="1734089" y="1790679"/>
                  </a:lnTo>
                  <a:lnTo>
                    <a:pt x="1734086" y="1790601"/>
                  </a:lnTo>
                  <a:lnTo>
                    <a:pt x="1734086" y="1790591"/>
                  </a:lnTo>
                  <a:lnTo>
                    <a:pt x="1733966" y="1790308"/>
                  </a:lnTo>
                  <a:lnTo>
                    <a:pt x="1733839" y="1790010"/>
                  </a:lnTo>
                  <a:lnTo>
                    <a:pt x="1733162" y="1789998"/>
                  </a:lnTo>
                  <a:lnTo>
                    <a:pt x="1732655" y="1789857"/>
                  </a:lnTo>
                  <a:lnTo>
                    <a:pt x="1732212" y="1789733"/>
                  </a:lnTo>
                  <a:lnTo>
                    <a:pt x="1731718" y="1789440"/>
                  </a:lnTo>
                  <a:lnTo>
                    <a:pt x="1731509" y="1788973"/>
                  </a:lnTo>
                  <a:lnTo>
                    <a:pt x="1731449" y="1788806"/>
                  </a:lnTo>
                  <a:lnTo>
                    <a:pt x="1731434" y="1788765"/>
                  </a:lnTo>
                  <a:lnTo>
                    <a:pt x="1731364" y="1788569"/>
                  </a:lnTo>
                  <a:lnTo>
                    <a:pt x="1731267" y="1788550"/>
                  </a:lnTo>
                  <a:lnTo>
                    <a:pt x="1730896" y="1788467"/>
                  </a:lnTo>
                  <a:lnTo>
                    <a:pt x="1730847" y="1788457"/>
                  </a:lnTo>
                  <a:lnTo>
                    <a:pt x="1730766" y="1788459"/>
                  </a:lnTo>
                  <a:lnTo>
                    <a:pt x="1730569" y="1788464"/>
                  </a:lnTo>
                  <a:lnTo>
                    <a:pt x="1730456" y="1788461"/>
                  </a:lnTo>
                  <a:lnTo>
                    <a:pt x="1730419" y="1788454"/>
                  </a:lnTo>
                  <a:lnTo>
                    <a:pt x="1730394" y="1788503"/>
                  </a:lnTo>
                  <a:lnTo>
                    <a:pt x="1730415" y="1788590"/>
                  </a:lnTo>
                  <a:lnTo>
                    <a:pt x="1730455" y="1788739"/>
                  </a:lnTo>
                  <a:lnTo>
                    <a:pt x="1730478" y="1788824"/>
                  </a:lnTo>
                  <a:lnTo>
                    <a:pt x="1730347" y="1788987"/>
                  </a:lnTo>
                  <a:lnTo>
                    <a:pt x="1730316" y="1789026"/>
                  </a:lnTo>
                  <a:lnTo>
                    <a:pt x="1730289" y="1789060"/>
                  </a:lnTo>
                  <a:lnTo>
                    <a:pt x="1730000" y="1789111"/>
                  </a:lnTo>
                  <a:lnTo>
                    <a:pt x="1729665" y="1789174"/>
                  </a:lnTo>
                  <a:lnTo>
                    <a:pt x="1729498" y="1789205"/>
                  </a:lnTo>
                  <a:lnTo>
                    <a:pt x="1729253" y="1789070"/>
                  </a:lnTo>
                  <a:lnTo>
                    <a:pt x="1729241" y="1789034"/>
                  </a:lnTo>
                  <a:lnTo>
                    <a:pt x="1729156" y="1788790"/>
                  </a:lnTo>
                  <a:lnTo>
                    <a:pt x="1729125" y="1788720"/>
                  </a:lnTo>
                  <a:lnTo>
                    <a:pt x="1729059" y="1788743"/>
                  </a:lnTo>
                  <a:lnTo>
                    <a:pt x="1728963" y="1788876"/>
                  </a:lnTo>
                  <a:lnTo>
                    <a:pt x="1728914" y="1788990"/>
                  </a:lnTo>
                  <a:lnTo>
                    <a:pt x="1728935" y="1789022"/>
                  </a:lnTo>
                  <a:lnTo>
                    <a:pt x="1728954" y="1789051"/>
                  </a:lnTo>
                  <a:lnTo>
                    <a:pt x="1729008" y="1789204"/>
                  </a:lnTo>
                  <a:lnTo>
                    <a:pt x="1729019" y="1789282"/>
                  </a:lnTo>
                  <a:lnTo>
                    <a:pt x="1729084" y="1789737"/>
                  </a:lnTo>
                  <a:lnTo>
                    <a:pt x="1729021" y="1789731"/>
                  </a:lnTo>
                  <a:lnTo>
                    <a:pt x="1728847" y="1789736"/>
                  </a:lnTo>
                  <a:lnTo>
                    <a:pt x="1728667" y="1789733"/>
                  </a:lnTo>
                  <a:lnTo>
                    <a:pt x="1728633" y="1789724"/>
                  </a:lnTo>
                  <a:lnTo>
                    <a:pt x="1728604" y="1789717"/>
                  </a:lnTo>
                  <a:lnTo>
                    <a:pt x="1728473" y="1789449"/>
                  </a:lnTo>
                  <a:lnTo>
                    <a:pt x="1728313" y="1789122"/>
                  </a:lnTo>
                  <a:lnTo>
                    <a:pt x="1728264" y="1789021"/>
                  </a:lnTo>
                  <a:lnTo>
                    <a:pt x="1727863" y="1788585"/>
                  </a:lnTo>
                  <a:lnTo>
                    <a:pt x="1727609" y="1788574"/>
                  </a:lnTo>
                  <a:lnTo>
                    <a:pt x="1727523" y="1788570"/>
                  </a:lnTo>
                  <a:lnTo>
                    <a:pt x="1727407" y="1788592"/>
                  </a:lnTo>
                  <a:lnTo>
                    <a:pt x="1727365" y="1788607"/>
                  </a:lnTo>
                  <a:lnTo>
                    <a:pt x="1727308" y="1788664"/>
                  </a:lnTo>
                  <a:lnTo>
                    <a:pt x="1727306" y="1788681"/>
                  </a:lnTo>
                  <a:lnTo>
                    <a:pt x="1727300" y="1788709"/>
                  </a:lnTo>
                  <a:lnTo>
                    <a:pt x="1727298" y="1788725"/>
                  </a:lnTo>
                  <a:lnTo>
                    <a:pt x="1727279" y="1788835"/>
                  </a:lnTo>
                  <a:lnTo>
                    <a:pt x="1727285" y="1788842"/>
                  </a:lnTo>
                  <a:lnTo>
                    <a:pt x="1727373" y="1789085"/>
                  </a:lnTo>
                  <a:lnTo>
                    <a:pt x="1727318" y="1789150"/>
                  </a:lnTo>
                  <a:lnTo>
                    <a:pt x="1727206" y="1789284"/>
                  </a:lnTo>
                  <a:lnTo>
                    <a:pt x="1727093" y="1789384"/>
                  </a:lnTo>
                  <a:lnTo>
                    <a:pt x="1727076" y="1789393"/>
                  </a:lnTo>
                  <a:lnTo>
                    <a:pt x="1727051" y="1789406"/>
                  </a:lnTo>
                  <a:lnTo>
                    <a:pt x="1726764" y="1789669"/>
                  </a:lnTo>
                  <a:lnTo>
                    <a:pt x="1726610" y="1789812"/>
                  </a:lnTo>
                  <a:lnTo>
                    <a:pt x="1725820" y="1790906"/>
                  </a:lnTo>
                  <a:lnTo>
                    <a:pt x="1725686" y="1791092"/>
                  </a:lnTo>
                  <a:lnTo>
                    <a:pt x="1725653" y="1791138"/>
                  </a:lnTo>
                  <a:lnTo>
                    <a:pt x="1725639" y="1791146"/>
                  </a:lnTo>
                  <a:lnTo>
                    <a:pt x="1725613" y="1791158"/>
                  </a:lnTo>
                  <a:lnTo>
                    <a:pt x="1725599" y="1791168"/>
                  </a:lnTo>
                  <a:lnTo>
                    <a:pt x="1725581" y="1791184"/>
                  </a:lnTo>
                  <a:lnTo>
                    <a:pt x="1725550" y="1791218"/>
                  </a:lnTo>
                  <a:lnTo>
                    <a:pt x="1725554" y="1791225"/>
                  </a:lnTo>
                  <a:lnTo>
                    <a:pt x="1725544" y="1791234"/>
                  </a:lnTo>
                  <a:lnTo>
                    <a:pt x="1725423" y="1791453"/>
                  </a:lnTo>
                  <a:lnTo>
                    <a:pt x="1725364" y="1791593"/>
                  </a:lnTo>
                  <a:lnTo>
                    <a:pt x="1725337" y="1791656"/>
                  </a:lnTo>
                  <a:lnTo>
                    <a:pt x="1725332" y="1791668"/>
                  </a:lnTo>
                  <a:lnTo>
                    <a:pt x="1725222" y="1791884"/>
                  </a:lnTo>
                  <a:lnTo>
                    <a:pt x="1725210" y="1791908"/>
                  </a:lnTo>
                  <a:lnTo>
                    <a:pt x="1725143" y="1791947"/>
                  </a:lnTo>
                  <a:lnTo>
                    <a:pt x="1725022" y="1792018"/>
                  </a:lnTo>
                  <a:lnTo>
                    <a:pt x="1724766" y="1792130"/>
                  </a:lnTo>
                  <a:lnTo>
                    <a:pt x="1724718" y="1792179"/>
                  </a:lnTo>
                  <a:lnTo>
                    <a:pt x="1724663" y="1792177"/>
                  </a:lnTo>
                  <a:lnTo>
                    <a:pt x="1724622" y="1792181"/>
                  </a:lnTo>
                  <a:lnTo>
                    <a:pt x="1724598" y="1792184"/>
                  </a:lnTo>
                  <a:lnTo>
                    <a:pt x="1724585" y="1792170"/>
                  </a:lnTo>
                  <a:lnTo>
                    <a:pt x="1724587" y="1792133"/>
                  </a:lnTo>
                  <a:lnTo>
                    <a:pt x="1724611" y="1792071"/>
                  </a:lnTo>
                  <a:lnTo>
                    <a:pt x="1724618" y="1791988"/>
                  </a:lnTo>
                  <a:lnTo>
                    <a:pt x="1724622" y="1791919"/>
                  </a:lnTo>
                  <a:lnTo>
                    <a:pt x="1724629" y="1791896"/>
                  </a:lnTo>
                  <a:lnTo>
                    <a:pt x="1724636" y="1791849"/>
                  </a:lnTo>
                  <a:lnTo>
                    <a:pt x="1724649" y="1791695"/>
                  </a:lnTo>
                  <a:lnTo>
                    <a:pt x="1724656" y="1791598"/>
                  </a:lnTo>
                  <a:lnTo>
                    <a:pt x="1724661" y="1791490"/>
                  </a:lnTo>
                  <a:lnTo>
                    <a:pt x="1724662" y="1791461"/>
                  </a:lnTo>
                  <a:lnTo>
                    <a:pt x="1724667" y="1791377"/>
                  </a:lnTo>
                  <a:lnTo>
                    <a:pt x="1724676" y="1791307"/>
                  </a:lnTo>
                  <a:lnTo>
                    <a:pt x="1724678" y="1791295"/>
                  </a:lnTo>
                  <a:lnTo>
                    <a:pt x="1724651" y="1791113"/>
                  </a:lnTo>
                  <a:lnTo>
                    <a:pt x="1724629" y="1791071"/>
                  </a:lnTo>
                  <a:lnTo>
                    <a:pt x="1724595" y="1791045"/>
                  </a:lnTo>
                  <a:lnTo>
                    <a:pt x="1724544" y="1790914"/>
                  </a:lnTo>
                  <a:lnTo>
                    <a:pt x="1724523" y="1790851"/>
                  </a:lnTo>
                  <a:lnTo>
                    <a:pt x="1724553" y="1790741"/>
                  </a:lnTo>
                  <a:lnTo>
                    <a:pt x="1724561" y="1790509"/>
                  </a:lnTo>
                  <a:lnTo>
                    <a:pt x="1724565" y="1790385"/>
                  </a:lnTo>
                  <a:lnTo>
                    <a:pt x="1724574" y="1790062"/>
                  </a:lnTo>
                  <a:lnTo>
                    <a:pt x="1724583" y="1790021"/>
                  </a:lnTo>
                  <a:lnTo>
                    <a:pt x="1724594" y="1789974"/>
                  </a:lnTo>
                  <a:lnTo>
                    <a:pt x="1724622" y="1789914"/>
                  </a:lnTo>
                  <a:lnTo>
                    <a:pt x="1724669" y="1789846"/>
                  </a:lnTo>
                  <a:lnTo>
                    <a:pt x="1724715" y="1789785"/>
                  </a:lnTo>
                  <a:lnTo>
                    <a:pt x="1724734" y="1789760"/>
                  </a:lnTo>
                  <a:lnTo>
                    <a:pt x="1724782" y="1789698"/>
                  </a:lnTo>
                  <a:lnTo>
                    <a:pt x="1725270" y="1789059"/>
                  </a:lnTo>
                  <a:lnTo>
                    <a:pt x="1725292" y="1788999"/>
                  </a:lnTo>
                  <a:lnTo>
                    <a:pt x="1725304" y="1788965"/>
                  </a:lnTo>
                  <a:lnTo>
                    <a:pt x="1725324" y="1788878"/>
                  </a:lnTo>
                  <a:lnTo>
                    <a:pt x="1725341" y="1788808"/>
                  </a:lnTo>
                  <a:lnTo>
                    <a:pt x="1725353" y="1788721"/>
                  </a:lnTo>
                  <a:lnTo>
                    <a:pt x="1725361" y="1788645"/>
                  </a:lnTo>
                  <a:lnTo>
                    <a:pt x="1725369" y="1788577"/>
                  </a:lnTo>
                  <a:lnTo>
                    <a:pt x="1725366" y="1788535"/>
                  </a:lnTo>
                  <a:lnTo>
                    <a:pt x="1725361" y="1788466"/>
                  </a:lnTo>
                  <a:lnTo>
                    <a:pt x="1725349" y="1788420"/>
                  </a:lnTo>
                  <a:lnTo>
                    <a:pt x="1725323" y="1788332"/>
                  </a:lnTo>
                  <a:lnTo>
                    <a:pt x="1725328" y="1788286"/>
                  </a:lnTo>
                  <a:lnTo>
                    <a:pt x="1725322" y="1788216"/>
                  </a:lnTo>
                  <a:lnTo>
                    <a:pt x="1725324" y="1788134"/>
                  </a:lnTo>
                  <a:lnTo>
                    <a:pt x="1725315" y="1788083"/>
                  </a:lnTo>
                  <a:lnTo>
                    <a:pt x="1725302" y="1788036"/>
                  </a:lnTo>
                  <a:lnTo>
                    <a:pt x="1725126" y="1787335"/>
                  </a:lnTo>
                  <a:lnTo>
                    <a:pt x="1724999" y="1786829"/>
                  </a:lnTo>
                  <a:lnTo>
                    <a:pt x="1724961" y="1786601"/>
                  </a:lnTo>
                  <a:lnTo>
                    <a:pt x="1724879" y="1786111"/>
                  </a:lnTo>
                  <a:lnTo>
                    <a:pt x="1724875" y="1786086"/>
                  </a:lnTo>
                  <a:lnTo>
                    <a:pt x="1724823" y="1785781"/>
                  </a:lnTo>
                  <a:lnTo>
                    <a:pt x="1724759" y="1785701"/>
                  </a:lnTo>
                  <a:lnTo>
                    <a:pt x="1724485" y="1785359"/>
                  </a:lnTo>
                  <a:lnTo>
                    <a:pt x="1724068" y="1785045"/>
                  </a:lnTo>
                  <a:lnTo>
                    <a:pt x="1723984" y="1784989"/>
                  </a:lnTo>
                  <a:lnTo>
                    <a:pt x="1723850" y="1784856"/>
                  </a:lnTo>
                  <a:lnTo>
                    <a:pt x="1723757" y="1784843"/>
                  </a:lnTo>
                  <a:lnTo>
                    <a:pt x="1723496" y="1784807"/>
                  </a:lnTo>
                  <a:lnTo>
                    <a:pt x="1723467" y="1784808"/>
                  </a:lnTo>
                  <a:lnTo>
                    <a:pt x="1723367" y="1784863"/>
                  </a:lnTo>
                  <a:lnTo>
                    <a:pt x="1723337" y="1784879"/>
                  </a:lnTo>
                  <a:lnTo>
                    <a:pt x="1723276" y="1784913"/>
                  </a:lnTo>
                  <a:lnTo>
                    <a:pt x="1723253" y="1784926"/>
                  </a:lnTo>
                  <a:lnTo>
                    <a:pt x="1723183" y="1784950"/>
                  </a:lnTo>
                  <a:lnTo>
                    <a:pt x="1723143" y="1784944"/>
                  </a:lnTo>
                  <a:lnTo>
                    <a:pt x="1722964" y="1784683"/>
                  </a:lnTo>
                  <a:lnTo>
                    <a:pt x="1722933" y="1784649"/>
                  </a:lnTo>
                  <a:lnTo>
                    <a:pt x="1722822" y="1784337"/>
                  </a:lnTo>
                  <a:lnTo>
                    <a:pt x="1722618" y="1783762"/>
                  </a:lnTo>
                  <a:lnTo>
                    <a:pt x="1722559" y="1783596"/>
                  </a:lnTo>
                  <a:lnTo>
                    <a:pt x="1722452" y="1782803"/>
                  </a:lnTo>
                  <a:lnTo>
                    <a:pt x="1722440" y="1782714"/>
                  </a:lnTo>
                  <a:lnTo>
                    <a:pt x="1722496" y="1782667"/>
                  </a:lnTo>
                  <a:lnTo>
                    <a:pt x="1722568" y="1782669"/>
                  </a:lnTo>
                  <a:lnTo>
                    <a:pt x="1722591" y="1782669"/>
                  </a:lnTo>
                  <a:lnTo>
                    <a:pt x="1722623" y="1782663"/>
                  </a:lnTo>
                  <a:lnTo>
                    <a:pt x="1722761" y="1782638"/>
                  </a:lnTo>
                  <a:lnTo>
                    <a:pt x="1723040" y="1782583"/>
                  </a:lnTo>
                  <a:lnTo>
                    <a:pt x="1723084" y="1782575"/>
                  </a:lnTo>
                  <a:lnTo>
                    <a:pt x="1723114" y="1782566"/>
                  </a:lnTo>
                  <a:lnTo>
                    <a:pt x="1723135" y="1782559"/>
                  </a:lnTo>
                  <a:lnTo>
                    <a:pt x="1723143" y="1782556"/>
                  </a:lnTo>
                  <a:lnTo>
                    <a:pt x="1723175" y="1782541"/>
                  </a:lnTo>
                  <a:lnTo>
                    <a:pt x="1723197" y="1782538"/>
                  </a:lnTo>
                  <a:lnTo>
                    <a:pt x="1723297" y="1782501"/>
                  </a:lnTo>
                  <a:lnTo>
                    <a:pt x="1723323" y="1782492"/>
                  </a:lnTo>
                  <a:lnTo>
                    <a:pt x="1723364" y="1782447"/>
                  </a:lnTo>
                  <a:lnTo>
                    <a:pt x="1723380" y="1782428"/>
                  </a:lnTo>
                  <a:lnTo>
                    <a:pt x="1723504" y="1782292"/>
                  </a:lnTo>
                  <a:lnTo>
                    <a:pt x="1723574" y="1782111"/>
                  </a:lnTo>
                  <a:lnTo>
                    <a:pt x="1723595" y="1781960"/>
                  </a:lnTo>
                  <a:lnTo>
                    <a:pt x="1723598" y="1781907"/>
                  </a:lnTo>
                  <a:lnTo>
                    <a:pt x="1723597" y="1781893"/>
                  </a:lnTo>
                  <a:lnTo>
                    <a:pt x="1723597" y="1781846"/>
                  </a:lnTo>
                  <a:lnTo>
                    <a:pt x="1723604" y="1781796"/>
                  </a:lnTo>
                  <a:lnTo>
                    <a:pt x="1723604" y="1781757"/>
                  </a:lnTo>
                  <a:lnTo>
                    <a:pt x="1723605" y="1781715"/>
                  </a:lnTo>
                  <a:lnTo>
                    <a:pt x="1723613" y="1781679"/>
                  </a:lnTo>
                  <a:lnTo>
                    <a:pt x="1723617" y="1781632"/>
                  </a:lnTo>
                  <a:lnTo>
                    <a:pt x="1723613" y="1781538"/>
                  </a:lnTo>
                  <a:lnTo>
                    <a:pt x="1723611" y="1781487"/>
                  </a:lnTo>
                  <a:lnTo>
                    <a:pt x="1723616" y="1781436"/>
                  </a:lnTo>
                  <a:lnTo>
                    <a:pt x="1723646" y="1781424"/>
                  </a:lnTo>
                  <a:lnTo>
                    <a:pt x="1723705" y="1781401"/>
                  </a:lnTo>
                  <a:lnTo>
                    <a:pt x="1723805" y="1781316"/>
                  </a:lnTo>
                  <a:lnTo>
                    <a:pt x="1723875" y="1781255"/>
                  </a:lnTo>
                  <a:lnTo>
                    <a:pt x="1723965" y="1781142"/>
                  </a:lnTo>
                  <a:lnTo>
                    <a:pt x="1724045" y="1781061"/>
                  </a:lnTo>
                  <a:lnTo>
                    <a:pt x="1724068" y="1781058"/>
                  </a:lnTo>
                  <a:lnTo>
                    <a:pt x="1724333" y="1781181"/>
                  </a:lnTo>
                  <a:lnTo>
                    <a:pt x="1724533" y="1781275"/>
                  </a:lnTo>
                  <a:lnTo>
                    <a:pt x="1724562" y="1781306"/>
                  </a:lnTo>
                  <a:lnTo>
                    <a:pt x="1724718" y="1781472"/>
                  </a:lnTo>
                  <a:lnTo>
                    <a:pt x="1724838" y="1781573"/>
                  </a:lnTo>
                  <a:lnTo>
                    <a:pt x="1724926" y="1781621"/>
                  </a:lnTo>
                  <a:lnTo>
                    <a:pt x="1724958" y="1781634"/>
                  </a:lnTo>
                  <a:lnTo>
                    <a:pt x="1724984" y="1781673"/>
                  </a:lnTo>
                  <a:lnTo>
                    <a:pt x="1725018" y="1781619"/>
                  </a:lnTo>
                  <a:lnTo>
                    <a:pt x="1725111" y="1781562"/>
                  </a:lnTo>
                  <a:lnTo>
                    <a:pt x="1725145" y="1781584"/>
                  </a:lnTo>
                  <a:lnTo>
                    <a:pt x="1725193" y="1781614"/>
                  </a:lnTo>
                  <a:lnTo>
                    <a:pt x="1725217" y="1781661"/>
                  </a:lnTo>
                  <a:lnTo>
                    <a:pt x="1725246" y="1781715"/>
                  </a:lnTo>
                  <a:lnTo>
                    <a:pt x="1725318" y="1781890"/>
                  </a:lnTo>
                  <a:lnTo>
                    <a:pt x="1725386" y="1782052"/>
                  </a:lnTo>
                  <a:lnTo>
                    <a:pt x="1725422" y="1782087"/>
                  </a:lnTo>
                  <a:lnTo>
                    <a:pt x="1725679" y="1782328"/>
                  </a:lnTo>
                  <a:lnTo>
                    <a:pt x="1725683" y="1782338"/>
                  </a:lnTo>
                  <a:lnTo>
                    <a:pt x="1725727" y="1782449"/>
                  </a:lnTo>
                  <a:lnTo>
                    <a:pt x="1725914" y="1782501"/>
                  </a:lnTo>
                  <a:lnTo>
                    <a:pt x="1726278" y="1782598"/>
                  </a:lnTo>
                  <a:lnTo>
                    <a:pt x="1726325" y="1782609"/>
                  </a:lnTo>
                  <a:lnTo>
                    <a:pt x="1726368" y="1782619"/>
                  </a:lnTo>
                  <a:lnTo>
                    <a:pt x="1726422" y="1782606"/>
                  </a:lnTo>
                  <a:lnTo>
                    <a:pt x="1726493" y="1782589"/>
                  </a:lnTo>
                  <a:lnTo>
                    <a:pt x="1726707" y="1782533"/>
                  </a:lnTo>
                  <a:lnTo>
                    <a:pt x="1726720" y="1782517"/>
                  </a:lnTo>
                  <a:lnTo>
                    <a:pt x="1726779" y="1782449"/>
                  </a:lnTo>
                  <a:lnTo>
                    <a:pt x="1726934" y="1782471"/>
                  </a:lnTo>
                  <a:lnTo>
                    <a:pt x="1727080" y="1782533"/>
                  </a:lnTo>
                  <a:lnTo>
                    <a:pt x="1727164" y="1782616"/>
                  </a:lnTo>
                  <a:lnTo>
                    <a:pt x="1727187" y="1782638"/>
                  </a:lnTo>
                  <a:lnTo>
                    <a:pt x="1727239" y="1782688"/>
                  </a:lnTo>
                  <a:lnTo>
                    <a:pt x="1727236" y="1782777"/>
                  </a:lnTo>
                  <a:lnTo>
                    <a:pt x="1727249" y="1782837"/>
                  </a:lnTo>
                  <a:lnTo>
                    <a:pt x="1727114" y="1782954"/>
                  </a:lnTo>
                  <a:lnTo>
                    <a:pt x="1727037" y="1783010"/>
                  </a:lnTo>
                  <a:lnTo>
                    <a:pt x="1726818" y="1783168"/>
                  </a:lnTo>
                  <a:lnTo>
                    <a:pt x="1726769" y="1783198"/>
                  </a:lnTo>
                  <a:lnTo>
                    <a:pt x="1726701" y="1783240"/>
                  </a:lnTo>
                  <a:lnTo>
                    <a:pt x="1726686" y="1783249"/>
                  </a:lnTo>
                  <a:lnTo>
                    <a:pt x="1726689" y="1783321"/>
                  </a:lnTo>
                  <a:lnTo>
                    <a:pt x="1726694" y="1783335"/>
                  </a:lnTo>
                  <a:lnTo>
                    <a:pt x="1726730" y="1783452"/>
                  </a:lnTo>
                  <a:lnTo>
                    <a:pt x="1726753" y="1783526"/>
                  </a:lnTo>
                  <a:lnTo>
                    <a:pt x="1726796" y="1783617"/>
                  </a:lnTo>
                  <a:lnTo>
                    <a:pt x="1726869" y="1783771"/>
                  </a:lnTo>
                  <a:lnTo>
                    <a:pt x="1726913" y="1783848"/>
                  </a:lnTo>
                  <a:lnTo>
                    <a:pt x="1726946" y="1783871"/>
                  </a:lnTo>
                  <a:lnTo>
                    <a:pt x="1727058" y="1783949"/>
                  </a:lnTo>
                  <a:lnTo>
                    <a:pt x="1727095" y="1783982"/>
                  </a:lnTo>
                  <a:lnTo>
                    <a:pt x="1727133" y="1784097"/>
                  </a:lnTo>
                  <a:lnTo>
                    <a:pt x="1727145" y="1784134"/>
                  </a:lnTo>
                  <a:lnTo>
                    <a:pt x="1727152" y="1784153"/>
                  </a:lnTo>
                  <a:lnTo>
                    <a:pt x="1727180" y="1784233"/>
                  </a:lnTo>
                  <a:lnTo>
                    <a:pt x="1727186" y="1784251"/>
                  </a:lnTo>
                  <a:lnTo>
                    <a:pt x="1727211" y="1784336"/>
                  </a:lnTo>
                  <a:lnTo>
                    <a:pt x="1727278" y="1784499"/>
                  </a:lnTo>
                  <a:lnTo>
                    <a:pt x="1727324" y="1784610"/>
                  </a:lnTo>
                  <a:lnTo>
                    <a:pt x="1727324" y="1784679"/>
                  </a:lnTo>
                  <a:lnTo>
                    <a:pt x="1727332" y="1784716"/>
                  </a:lnTo>
                  <a:lnTo>
                    <a:pt x="1727336" y="1784737"/>
                  </a:lnTo>
                  <a:lnTo>
                    <a:pt x="1727340" y="1784753"/>
                  </a:lnTo>
                  <a:lnTo>
                    <a:pt x="1727341" y="1784761"/>
                  </a:lnTo>
                  <a:lnTo>
                    <a:pt x="1727344" y="1784774"/>
                  </a:lnTo>
                  <a:lnTo>
                    <a:pt x="1727388" y="1784799"/>
                  </a:lnTo>
                  <a:lnTo>
                    <a:pt x="1727456" y="1784789"/>
                  </a:lnTo>
                  <a:lnTo>
                    <a:pt x="1727532" y="1784750"/>
                  </a:lnTo>
                  <a:lnTo>
                    <a:pt x="1727565" y="1784750"/>
                  </a:lnTo>
                  <a:lnTo>
                    <a:pt x="1727576" y="1784779"/>
                  </a:lnTo>
                  <a:lnTo>
                    <a:pt x="1727566" y="1784839"/>
                  </a:lnTo>
                  <a:lnTo>
                    <a:pt x="1727520" y="1784911"/>
                  </a:lnTo>
                  <a:lnTo>
                    <a:pt x="1727473" y="1785006"/>
                  </a:lnTo>
                  <a:lnTo>
                    <a:pt x="1727467" y="1785077"/>
                  </a:lnTo>
                  <a:lnTo>
                    <a:pt x="1727443" y="1785208"/>
                  </a:lnTo>
                  <a:lnTo>
                    <a:pt x="1727398" y="1785314"/>
                  </a:lnTo>
                  <a:lnTo>
                    <a:pt x="1727395" y="1785367"/>
                  </a:lnTo>
                  <a:lnTo>
                    <a:pt x="1727400" y="1785385"/>
                  </a:lnTo>
                  <a:lnTo>
                    <a:pt x="1727406" y="1785403"/>
                  </a:lnTo>
                  <a:lnTo>
                    <a:pt x="1727410" y="1785424"/>
                  </a:lnTo>
                  <a:lnTo>
                    <a:pt x="1727418" y="1785448"/>
                  </a:lnTo>
                  <a:lnTo>
                    <a:pt x="1727424" y="1785463"/>
                  </a:lnTo>
                  <a:lnTo>
                    <a:pt x="1727436" y="1785490"/>
                  </a:lnTo>
                  <a:lnTo>
                    <a:pt x="1727444" y="1785506"/>
                  </a:lnTo>
                  <a:lnTo>
                    <a:pt x="1727453" y="1785523"/>
                  </a:lnTo>
                  <a:lnTo>
                    <a:pt x="1727456" y="1785532"/>
                  </a:lnTo>
                  <a:lnTo>
                    <a:pt x="1727461" y="1785545"/>
                  </a:lnTo>
                  <a:lnTo>
                    <a:pt x="1727470" y="1785564"/>
                  </a:lnTo>
                  <a:lnTo>
                    <a:pt x="1727482" y="1785585"/>
                  </a:lnTo>
                  <a:lnTo>
                    <a:pt x="1727485" y="1785589"/>
                  </a:lnTo>
                  <a:lnTo>
                    <a:pt x="1727499" y="1785613"/>
                  </a:lnTo>
                  <a:lnTo>
                    <a:pt x="1727518" y="1785640"/>
                  </a:lnTo>
                  <a:lnTo>
                    <a:pt x="1727539" y="1785666"/>
                  </a:lnTo>
                  <a:lnTo>
                    <a:pt x="1727544" y="1785671"/>
                  </a:lnTo>
                  <a:lnTo>
                    <a:pt x="1727559" y="1785686"/>
                  </a:lnTo>
                  <a:lnTo>
                    <a:pt x="1727571" y="1785698"/>
                  </a:lnTo>
                  <a:lnTo>
                    <a:pt x="1727622" y="1785747"/>
                  </a:lnTo>
                  <a:lnTo>
                    <a:pt x="1727630" y="1785755"/>
                  </a:lnTo>
                  <a:lnTo>
                    <a:pt x="1727654" y="1785801"/>
                  </a:lnTo>
                  <a:lnTo>
                    <a:pt x="1727738" y="1785820"/>
                  </a:lnTo>
                  <a:lnTo>
                    <a:pt x="1727764" y="1785810"/>
                  </a:lnTo>
                  <a:lnTo>
                    <a:pt x="1727773" y="1785760"/>
                  </a:lnTo>
                  <a:lnTo>
                    <a:pt x="1727776" y="1785745"/>
                  </a:lnTo>
                  <a:lnTo>
                    <a:pt x="1727780" y="1785719"/>
                  </a:lnTo>
                  <a:lnTo>
                    <a:pt x="1727761" y="1785676"/>
                  </a:lnTo>
                  <a:lnTo>
                    <a:pt x="1727750" y="1785652"/>
                  </a:lnTo>
                  <a:lnTo>
                    <a:pt x="1727747" y="1785647"/>
                  </a:lnTo>
                  <a:lnTo>
                    <a:pt x="1727743" y="1785638"/>
                  </a:lnTo>
                  <a:lnTo>
                    <a:pt x="1727740" y="1785591"/>
                  </a:lnTo>
                  <a:lnTo>
                    <a:pt x="1727739" y="1785577"/>
                  </a:lnTo>
                  <a:lnTo>
                    <a:pt x="1727753" y="1785544"/>
                  </a:lnTo>
                  <a:lnTo>
                    <a:pt x="1727758" y="1785532"/>
                  </a:lnTo>
                  <a:lnTo>
                    <a:pt x="1727786" y="1785448"/>
                  </a:lnTo>
                  <a:lnTo>
                    <a:pt x="1727795" y="1785424"/>
                  </a:lnTo>
                  <a:lnTo>
                    <a:pt x="1727805" y="1785397"/>
                  </a:lnTo>
                  <a:lnTo>
                    <a:pt x="1727777" y="1785321"/>
                  </a:lnTo>
                  <a:lnTo>
                    <a:pt x="1727785" y="1785259"/>
                  </a:lnTo>
                  <a:lnTo>
                    <a:pt x="1727784" y="1785235"/>
                  </a:lnTo>
                  <a:lnTo>
                    <a:pt x="1727790" y="1785233"/>
                  </a:lnTo>
                  <a:lnTo>
                    <a:pt x="1727795" y="1785241"/>
                  </a:lnTo>
                  <a:lnTo>
                    <a:pt x="1727815" y="1785280"/>
                  </a:lnTo>
                  <a:lnTo>
                    <a:pt x="1727846" y="1785321"/>
                  </a:lnTo>
                  <a:lnTo>
                    <a:pt x="1727852" y="1785382"/>
                  </a:lnTo>
                  <a:lnTo>
                    <a:pt x="1727898" y="1785398"/>
                  </a:lnTo>
                  <a:lnTo>
                    <a:pt x="1727953" y="1785394"/>
                  </a:lnTo>
                  <a:lnTo>
                    <a:pt x="1728038" y="1785370"/>
                  </a:lnTo>
                  <a:lnTo>
                    <a:pt x="1728090" y="1785355"/>
                  </a:lnTo>
                  <a:lnTo>
                    <a:pt x="1728120" y="1785346"/>
                  </a:lnTo>
                  <a:lnTo>
                    <a:pt x="1728151" y="1785338"/>
                  </a:lnTo>
                  <a:lnTo>
                    <a:pt x="1728213" y="1785317"/>
                  </a:lnTo>
                  <a:lnTo>
                    <a:pt x="1728239" y="1785308"/>
                  </a:lnTo>
                  <a:lnTo>
                    <a:pt x="1728244" y="1785296"/>
                  </a:lnTo>
                  <a:lnTo>
                    <a:pt x="1728210" y="1785255"/>
                  </a:lnTo>
                  <a:lnTo>
                    <a:pt x="1728203" y="1785241"/>
                  </a:lnTo>
                  <a:lnTo>
                    <a:pt x="1728198" y="1785218"/>
                  </a:lnTo>
                  <a:lnTo>
                    <a:pt x="1728172" y="1785217"/>
                  </a:lnTo>
                  <a:lnTo>
                    <a:pt x="1728164" y="1785217"/>
                  </a:lnTo>
                  <a:lnTo>
                    <a:pt x="1728146" y="1785218"/>
                  </a:lnTo>
                  <a:lnTo>
                    <a:pt x="1728074" y="1785177"/>
                  </a:lnTo>
                  <a:lnTo>
                    <a:pt x="1728066" y="1785171"/>
                  </a:lnTo>
                  <a:lnTo>
                    <a:pt x="1728047" y="1785159"/>
                  </a:lnTo>
                  <a:lnTo>
                    <a:pt x="1727995" y="1785144"/>
                  </a:lnTo>
                  <a:lnTo>
                    <a:pt x="1727977" y="1785129"/>
                  </a:lnTo>
                  <a:lnTo>
                    <a:pt x="1727970" y="1785123"/>
                  </a:lnTo>
                  <a:lnTo>
                    <a:pt x="1727844" y="1785019"/>
                  </a:lnTo>
                  <a:lnTo>
                    <a:pt x="1727813" y="1784985"/>
                  </a:lnTo>
                  <a:lnTo>
                    <a:pt x="1727792" y="1784954"/>
                  </a:lnTo>
                  <a:lnTo>
                    <a:pt x="1727789" y="1784948"/>
                  </a:lnTo>
                  <a:lnTo>
                    <a:pt x="1727753" y="1784893"/>
                  </a:lnTo>
                  <a:lnTo>
                    <a:pt x="1727748" y="1784820"/>
                  </a:lnTo>
                  <a:lnTo>
                    <a:pt x="1727769" y="1784718"/>
                  </a:lnTo>
                  <a:lnTo>
                    <a:pt x="1727774" y="1784690"/>
                  </a:lnTo>
                  <a:lnTo>
                    <a:pt x="1727808" y="1784521"/>
                  </a:lnTo>
                  <a:lnTo>
                    <a:pt x="1727830" y="1784408"/>
                  </a:lnTo>
                  <a:lnTo>
                    <a:pt x="1727846" y="1784332"/>
                  </a:lnTo>
                  <a:lnTo>
                    <a:pt x="1727879" y="1784177"/>
                  </a:lnTo>
                  <a:lnTo>
                    <a:pt x="1727903" y="1784093"/>
                  </a:lnTo>
                  <a:lnTo>
                    <a:pt x="1727909" y="1784069"/>
                  </a:lnTo>
                  <a:lnTo>
                    <a:pt x="1727914" y="1784050"/>
                  </a:lnTo>
                  <a:lnTo>
                    <a:pt x="1727907" y="1784031"/>
                  </a:lnTo>
                  <a:lnTo>
                    <a:pt x="1727899" y="1784007"/>
                  </a:lnTo>
                  <a:lnTo>
                    <a:pt x="1727893" y="1783996"/>
                  </a:lnTo>
                  <a:lnTo>
                    <a:pt x="1727881" y="1783973"/>
                  </a:lnTo>
                  <a:lnTo>
                    <a:pt x="1727866" y="1783948"/>
                  </a:lnTo>
                  <a:lnTo>
                    <a:pt x="1727842" y="1783922"/>
                  </a:lnTo>
                  <a:lnTo>
                    <a:pt x="1727777" y="1783849"/>
                  </a:lnTo>
                  <a:lnTo>
                    <a:pt x="1727700" y="1783766"/>
                  </a:lnTo>
                  <a:lnTo>
                    <a:pt x="1727689" y="1783755"/>
                  </a:lnTo>
                  <a:lnTo>
                    <a:pt x="1727656" y="1783721"/>
                  </a:lnTo>
                  <a:lnTo>
                    <a:pt x="1727649" y="1783714"/>
                  </a:lnTo>
                  <a:lnTo>
                    <a:pt x="1727586" y="1783690"/>
                  </a:lnTo>
                  <a:lnTo>
                    <a:pt x="1727549" y="1783688"/>
                  </a:lnTo>
                  <a:lnTo>
                    <a:pt x="1727534" y="1783692"/>
                  </a:lnTo>
                  <a:lnTo>
                    <a:pt x="1727482" y="1783641"/>
                  </a:lnTo>
                  <a:lnTo>
                    <a:pt x="1727467" y="1783625"/>
                  </a:lnTo>
                  <a:lnTo>
                    <a:pt x="1727458" y="1783615"/>
                  </a:lnTo>
                  <a:lnTo>
                    <a:pt x="1727461" y="1783603"/>
                  </a:lnTo>
                  <a:lnTo>
                    <a:pt x="1727476" y="1783600"/>
                  </a:lnTo>
                  <a:lnTo>
                    <a:pt x="1727534" y="1783614"/>
                  </a:lnTo>
                  <a:lnTo>
                    <a:pt x="1727600" y="1783595"/>
                  </a:lnTo>
                  <a:lnTo>
                    <a:pt x="1727629" y="1783586"/>
                  </a:lnTo>
                  <a:lnTo>
                    <a:pt x="1727707" y="1783538"/>
                  </a:lnTo>
                  <a:lnTo>
                    <a:pt x="1727731" y="1783531"/>
                  </a:lnTo>
                  <a:lnTo>
                    <a:pt x="1727785" y="1783515"/>
                  </a:lnTo>
                  <a:lnTo>
                    <a:pt x="1727796" y="1783498"/>
                  </a:lnTo>
                  <a:lnTo>
                    <a:pt x="1727815" y="1783471"/>
                  </a:lnTo>
                  <a:lnTo>
                    <a:pt x="1727898" y="1783412"/>
                  </a:lnTo>
                  <a:lnTo>
                    <a:pt x="1728018" y="1783333"/>
                  </a:lnTo>
                  <a:lnTo>
                    <a:pt x="1728039" y="1783319"/>
                  </a:lnTo>
                  <a:lnTo>
                    <a:pt x="1728057" y="1783307"/>
                  </a:lnTo>
                  <a:lnTo>
                    <a:pt x="1728104" y="1783266"/>
                  </a:lnTo>
                  <a:lnTo>
                    <a:pt x="1728120" y="1783252"/>
                  </a:lnTo>
                  <a:lnTo>
                    <a:pt x="1728166" y="1783142"/>
                  </a:lnTo>
                  <a:lnTo>
                    <a:pt x="1728187" y="1783095"/>
                  </a:lnTo>
                  <a:lnTo>
                    <a:pt x="1728215" y="1783028"/>
                  </a:lnTo>
                  <a:lnTo>
                    <a:pt x="1728248" y="1782886"/>
                  </a:lnTo>
                  <a:lnTo>
                    <a:pt x="1728248" y="1782862"/>
                  </a:lnTo>
                  <a:lnTo>
                    <a:pt x="1728249" y="1782853"/>
                  </a:lnTo>
                  <a:lnTo>
                    <a:pt x="1728249" y="1782839"/>
                  </a:lnTo>
                  <a:lnTo>
                    <a:pt x="1728255" y="1782815"/>
                  </a:lnTo>
                  <a:lnTo>
                    <a:pt x="1728297" y="1782822"/>
                  </a:lnTo>
                  <a:lnTo>
                    <a:pt x="1728316" y="1782829"/>
                  </a:lnTo>
                  <a:lnTo>
                    <a:pt x="1728381" y="1782852"/>
                  </a:lnTo>
                  <a:lnTo>
                    <a:pt x="1728460" y="1782807"/>
                  </a:lnTo>
                  <a:lnTo>
                    <a:pt x="1728696" y="1782672"/>
                  </a:lnTo>
                  <a:lnTo>
                    <a:pt x="1728775" y="1782576"/>
                  </a:lnTo>
                  <a:lnTo>
                    <a:pt x="1728974" y="1782338"/>
                  </a:lnTo>
                  <a:lnTo>
                    <a:pt x="1728992" y="1782224"/>
                  </a:lnTo>
                  <a:lnTo>
                    <a:pt x="1729032" y="1781981"/>
                  </a:lnTo>
                  <a:lnTo>
                    <a:pt x="1729037" y="1781951"/>
                  </a:lnTo>
                  <a:lnTo>
                    <a:pt x="1729038" y="1781913"/>
                  </a:lnTo>
                  <a:lnTo>
                    <a:pt x="1729039" y="1781838"/>
                  </a:lnTo>
                  <a:lnTo>
                    <a:pt x="1729040" y="1781814"/>
                  </a:lnTo>
                  <a:lnTo>
                    <a:pt x="1729041" y="1781767"/>
                  </a:lnTo>
                  <a:lnTo>
                    <a:pt x="1729041" y="1781746"/>
                  </a:lnTo>
                  <a:lnTo>
                    <a:pt x="1729034" y="1781683"/>
                  </a:lnTo>
                  <a:lnTo>
                    <a:pt x="1729007" y="1781613"/>
                  </a:lnTo>
                  <a:lnTo>
                    <a:pt x="1728934" y="1781560"/>
                  </a:lnTo>
                  <a:lnTo>
                    <a:pt x="1728860" y="1781546"/>
                  </a:lnTo>
                  <a:lnTo>
                    <a:pt x="1728819" y="1781542"/>
                  </a:lnTo>
                  <a:lnTo>
                    <a:pt x="1728818" y="1781403"/>
                  </a:lnTo>
                  <a:lnTo>
                    <a:pt x="1728818" y="1781327"/>
                  </a:lnTo>
                  <a:lnTo>
                    <a:pt x="1728881" y="1781302"/>
                  </a:lnTo>
                  <a:lnTo>
                    <a:pt x="1728912" y="1781290"/>
                  </a:lnTo>
                  <a:lnTo>
                    <a:pt x="1728916" y="1781263"/>
                  </a:lnTo>
                  <a:lnTo>
                    <a:pt x="1728904" y="1781258"/>
                  </a:lnTo>
                  <a:lnTo>
                    <a:pt x="1728894" y="1781254"/>
                  </a:lnTo>
                  <a:lnTo>
                    <a:pt x="1728886" y="1781250"/>
                  </a:lnTo>
                  <a:lnTo>
                    <a:pt x="1728849" y="1781236"/>
                  </a:lnTo>
                  <a:lnTo>
                    <a:pt x="1728829" y="1781227"/>
                  </a:lnTo>
                  <a:lnTo>
                    <a:pt x="1728813" y="1781221"/>
                  </a:lnTo>
                  <a:lnTo>
                    <a:pt x="1728801" y="1781217"/>
                  </a:lnTo>
                  <a:lnTo>
                    <a:pt x="1728737" y="1781192"/>
                  </a:lnTo>
                  <a:lnTo>
                    <a:pt x="1728713" y="1781160"/>
                  </a:lnTo>
                  <a:lnTo>
                    <a:pt x="1728517" y="1780894"/>
                  </a:lnTo>
                  <a:lnTo>
                    <a:pt x="1728471" y="1780831"/>
                  </a:lnTo>
                  <a:lnTo>
                    <a:pt x="1728419" y="1780762"/>
                  </a:lnTo>
                  <a:lnTo>
                    <a:pt x="1728332" y="1780646"/>
                  </a:lnTo>
                  <a:lnTo>
                    <a:pt x="1728295" y="1780578"/>
                  </a:lnTo>
                  <a:lnTo>
                    <a:pt x="1728276" y="1780543"/>
                  </a:lnTo>
                  <a:lnTo>
                    <a:pt x="1728247" y="1780494"/>
                  </a:lnTo>
                  <a:lnTo>
                    <a:pt x="1728174" y="1780362"/>
                  </a:lnTo>
                  <a:lnTo>
                    <a:pt x="1728135" y="1780291"/>
                  </a:lnTo>
                  <a:lnTo>
                    <a:pt x="1728126" y="1780275"/>
                  </a:lnTo>
                  <a:lnTo>
                    <a:pt x="1728117" y="1780259"/>
                  </a:lnTo>
                  <a:lnTo>
                    <a:pt x="1728109" y="1780244"/>
                  </a:lnTo>
                  <a:lnTo>
                    <a:pt x="1728077" y="1780186"/>
                  </a:lnTo>
                  <a:lnTo>
                    <a:pt x="1728073" y="1780180"/>
                  </a:lnTo>
                  <a:lnTo>
                    <a:pt x="1728067" y="1780168"/>
                  </a:lnTo>
                  <a:lnTo>
                    <a:pt x="1728060" y="1780156"/>
                  </a:lnTo>
                  <a:lnTo>
                    <a:pt x="1728025" y="1780132"/>
                  </a:lnTo>
                  <a:lnTo>
                    <a:pt x="1727795" y="1780257"/>
                  </a:lnTo>
                  <a:lnTo>
                    <a:pt x="1727760" y="1780288"/>
                  </a:lnTo>
                  <a:lnTo>
                    <a:pt x="1727748" y="1780297"/>
                  </a:lnTo>
                  <a:lnTo>
                    <a:pt x="1727698" y="1780340"/>
                  </a:lnTo>
                  <a:lnTo>
                    <a:pt x="1727669" y="1780366"/>
                  </a:lnTo>
                  <a:lnTo>
                    <a:pt x="1727658" y="1780382"/>
                  </a:lnTo>
                  <a:lnTo>
                    <a:pt x="1727643" y="1780405"/>
                  </a:lnTo>
                  <a:lnTo>
                    <a:pt x="1727573" y="1780511"/>
                  </a:lnTo>
                  <a:lnTo>
                    <a:pt x="1727504" y="1780608"/>
                  </a:lnTo>
                  <a:lnTo>
                    <a:pt x="1727486" y="1780620"/>
                  </a:lnTo>
                  <a:lnTo>
                    <a:pt x="1727445" y="1780625"/>
                  </a:lnTo>
                  <a:lnTo>
                    <a:pt x="1727438" y="1780591"/>
                  </a:lnTo>
                  <a:lnTo>
                    <a:pt x="1727444" y="1780547"/>
                  </a:lnTo>
                  <a:lnTo>
                    <a:pt x="1727473" y="1780482"/>
                  </a:lnTo>
                  <a:lnTo>
                    <a:pt x="1727472" y="1780457"/>
                  </a:lnTo>
                  <a:lnTo>
                    <a:pt x="1727472" y="1780433"/>
                  </a:lnTo>
                  <a:lnTo>
                    <a:pt x="1727472" y="1780405"/>
                  </a:lnTo>
                  <a:lnTo>
                    <a:pt x="1727472" y="1780388"/>
                  </a:lnTo>
                  <a:lnTo>
                    <a:pt x="1727466" y="1780360"/>
                  </a:lnTo>
                  <a:lnTo>
                    <a:pt x="1727437" y="1780220"/>
                  </a:lnTo>
                  <a:lnTo>
                    <a:pt x="1727393" y="1780058"/>
                  </a:lnTo>
                  <a:lnTo>
                    <a:pt x="1727383" y="1780022"/>
                  </a:lnTo>
                  <a:lnTo>
                    <a:pt x="1727359" y="1779934"/>
                  </a:lnTo>
                  <a:lnTo>
                    <a:pt x="1727347" y="1779892"/>
                  </a:lnTo>
                  <a:lnTo>
                    <a:pt x="1727273" y="1779638"/>
                  </a:lnTo>
                  <a:lnTo>
                    <a:pt x="1727259" y="1779602"/>
                  </a:lnTo>
                  <a:lnTo>
                    <a:pt x="1727244" y="1779589"/>
                  </a:lnTo>
                  <a:lnTo>
                    <a:pt x="1727153" y="1779509"/>
                  </a:lnTo>
                  <a:lnTo>
                    <a:pt x="1727146" y="1779500"/>
                  </a:lnTo>
                  <a:lnTo>
                    <a:pt x="1727140" y="1779493"/>
                  </a:lnTo>
                  <a:lnTo>
                    <a:pt x="1727043" y="1779376"/>
                  </a:lnTo>
                  <a:lnTo>
                    <a:pt x="1727039" y="1779371"/>
                  </a:lnTo>
                  <a:lnTo>
                    <a:pt x="1726996" y="1779366"/>
                  </a:lnTo>
                  <a:lnTo>
                    <a:pt x="1726976" y="1779363"/>
                  </a:lnTo>
                  <a:lnTo>
                    <a:pt x="1726916" y="1779410"/>
                  </a:lnTo>
                  <a:lnTo>
                    <a:pt x="1726896" y="1779426"/>
                  </a:lnTo>
                  <a:lnTo>
                    <a:pt x="1726897" y="1779453"/>
                  </a:lnTo>
                  <a:lnTo>
                    <a:pt x="1726838" y="1779442"/>
                  </a:lnTo>
                  <a:lnTo>
                    <a:pt x="1726803" y="1779357"/>
                  </a:lnTo>
                  <a:lnTo>
                    <a:pt x="1726798" y="1779334"/>
                  </a:lnTo>
                  <a:lnTo>
                    <a:pt x="1726788" y="1779286"/>
                  </a:lnTo>
                  <a:lnTo>
                    <a:pt x="1726800" y="1779262"/>
                  </a:lnTo>
                  <a:lnTo>
                    <a:pt x="1726816" y="1779229"/>
                  </a:lnTo>
                  <a:lnTo>
                    <a:pt x="1726824" y="1779211"/>
                  </a:lnTo>
                  <a:lnTo>
                    <a:pt x="1726839" y="1779181"/>
                  </a:lnTo>
                  <a:lnTo>
                    <a:pt x="1726871" y="1779175"/>
                  </a:lnTo>
                  <a:lnTo>
                    <a:pt x="1726901" y="1779169"/>
                  </a:lnTo>
                  <a:lnTo>
                    <a:pt x="1726952" y="1779090"/>
                  </a:lnTo>
                  <a:lnTo>
                    <a:pt x="1727040" y="1778994"/>
                  </a:lnTo>
                  <a:lnTo>
                    <a:pt x="1727048" y="1778986"/>
                  </a:lnTo>
                  <a:lnTo>
                    <a:pt x="1727077" y="1778970"/>
                  </a:lnTo>
                  <a:lnTo>
                    <a:pt x="1727104" y="1778956"/>
                  </a:lnTo>
                  <a:lnTo>
                    <a:pt x="1727194" y="1778906"/>
                  </a:lnTo>
                  <a:lnTo>
                    <a:pt x="1727156" y="1778830"/>
                  </a:lnTo>
                  <a:lnTo>
                    <a:pt x="1727143" y="1778802"/>
                  </a:lnTo>
                  <a:lnTo>
                    <a:pt x="1727139" y="1778800"/>
                  </a:lnTo>
                  <a:lnTo>
                    <a:pt x="1727133" y="1778795"/>
                  </a:lnTo>
                  <a:lnTo>
                    <a:pt x="1726943" y="1778832"/>
                  </a:lnTo>
                  <a:lnTo>
                    <a:pt x="1726873" y="1778846"/>
                  </a:lnTo>
                  <a:lnTo>
                    <a:pt x="1726635" y="1779118"/>
                  </a:lnTo>
                  <a:lnTo>
                    <a:pt x="1726631" y="1779135"/>
                  </a:lnTo>
                  <a:lnTo>
                    <a:pt x="1726502" y="1779673"/>
                  </a:lnTo>
                  <a:lnTo>
                    <a:pt x="1726436" y="1779948"/>
                  </a:lnTo>
                  <a:lnTo>
                    <a:pt x="1726355" y="1780124"/>
                  </a:lnTo>
                  <a:lnTo>
                    <a:pt x="1726265" y="1780321"/>
                  </a:lnTo>
                  <a:lnTo>
                    <a:pt x="1726199" y="1780356"/>
                  </a:lnTo>
                  <a:lnTo>
                    <a:pt x="1726097" y="1780371"/>
                  </a:lnTo>
                  <a:lnTo>
                    <a:pt x="1726089" y="1780379"/>
                  </a:lnTo>
                  <a:lnTo>
                    <a:pt x="1726034" y="1780437"/>
                  </a:lnTo>
                  <a:lnTo>
                    <a:pt x="1725974" y="1780541"/>
                  </a:lnTo>
                  <a:lnTo>
                    <a:pt x="1725918" y="1780595"/>
                  </a:lnTo>
                  <a:lnTo>
                    <a:pt x="1725909" y="1780604"/>
                  </a:lnTo>
                  <a:lnTo>
                    <a:pt x="1725902" y="1780604"/>
                  </a:lnTo>
                  <a:lnTo>
                    <a:pt x="1725819" y="1780611"/>
                  </a:lnTo>
                  <a:lnTo>
                    <a:pt x="1725786" y="1780544"/>
                  </a:lnTo>
                  <a:lnTo>
                    <a:pt x="1725680" y="1780038"/>
                  </a:lnTo>
                  <a:lnTo>
                    <a:pt x="1725854" y="1779654"/>
                  </a:lnTo>
                  <a:lnTo>
                    <a:pt x="1725873" y="1779619"/>
                  </a:lnTo>
                  <a:lnTo>
                    <a:pt x="1725878" y="1779551"/>
                  </a:lnTo>
                  <a:lnTo>
                    <a:pt x="1725865" y="1779516"/>
                  </a:lnTo>
                  <a:lnTo>
                    <a:pt x="1725787" y="1779400"/>
                  </a:lnTo>
                  <a:lnTo>
                    <a:pt x="1725765" y="1779368"/>
                  </a:lnTo>
                  <a:lnTo>
                    <a:pt x="1725708" y="1779169"/>
                  </a:lnTo>
                  <a:lnTo>
                    <a:pt x="1725699" y="1779137"/>
                  </a:lnTo>
                  <a:lnTo>
                    <a:pt x="1725651" y="1779053"/>
                  </a:lnTo>
                  <a:lnTo>
                    <a:pt x="1725622" y="1779003"/>
                  </a:lnTo>
                  <a:lnTo>
                    <a:pt x="1725527" y="1778915"/>
                  </a:lnTo>
                  <a:lnTo>
                    <a:pt x="1725514" y="1778903"/>
                  </a:lnTo>
                  <a:lnTo>
                    <a:pt x="1725511" y="1778889"/>
                  </a:lnTo>
                  <a:lnTo>
                    <a:pt x="1725504" y="1778861"/>
                  </a:lnTo>
                  <a:lnTo>
                    <a:pt x="1725495" y="1778825"/>
                  </a:lnTo>
                  <a:lnTo>
                    <a:pt x="1725462" y="1778780"/>
                  </a:lnTo>
                  <a:lnTo>
                    <a:pt x="1725453" y="1778647"/>
                  </a:lnTo>
                  <a:lnTo>
                    <a:pt x="1725440" y="1778559"/>
                  </a:lnTo>
                  <a:lnTo>
                    <a:pt x="1725438" y="1778488"/>
                  </a:lnTo>
                  <a:lnTo>
                    <a:pt x="1725465" y="1778336"/>
                  </a:lnTo>
                  <a:lnTo>
                    <a:pt x="1725479" y="1778317"/>
                  </a:lnTo>
                  <a:lnTo>
                    <a:pt x="1725539" y="1778187"/>
                  </a:lnTo>
                  <a:lnTo>
                    <a:pt x="1725553" y="1778139"/>
                  </a:lnTo>
                  <a:lnTo>
                    <a:pt x="1725580" y="1778045"/>
                  </a:lnTo>
                  <a:lnTo>
                    <a:pt x="1725576" y="1778033"/>
                  </a:lnTo>
                  <a:lnTo>
                    <a:pt x="1725546" y="1778017"/>
                  </a:lnTo>
                  <a:lnTo>
                    <a:pt x="1725531" y="1777993"/>
                  </a:lnTo>
                  <a:lnTo>
                    <a:pt x="1725550" y="1777955"/>
                  </a:lnTo>
                  <a:lnTo>
                    <a:pt x="1725562" y="1777929"/>
                  </a:lnTo>
                  <a:lnTo>
                    <a:pt x="1725573" y="1777915"/>
                  </a:lnTo>
                  <a:lnTo>
                    <a:pt x="1725558" y="1777878"/>
                  </a:lnTo>
                  <a:lnTo>
                    <a:pt x="1725514" y="1777765"/>
                  </a:lnTo>
                  <a:lnTo>
                    <a:pt x="1725453" y="1777662"/>
                  </a:lnTo>
                  <a:lnTo>
                    <a:pt x="1725438" y="1777616"/>
                  </a:lnTo>
                  <a:lnTo>
                    <a:pt x="1725421" y="1777498"/>
                  </a:lnTo>
                  <a:lnTo>
                    <a:pt x="1725411" y="1777490"/>
                  </a:lnTo>
                  <a:lnTo>
                    <a:pt x="1725380" y="1777492"/>
                  </a:lnTo>
                  <a:lnTo>
                    <a:pt x="1725354" y="1777500"/>
                  </a:lnTo>
                  <a:lnTo>
                    <a:pt x="1725311" y="1777518"/>
                  </a:lnTo>
                  <a:lnTo>
                    <a:pt x="1725248" y="1777550"/>
                  </a:lnTo>
                  <a:lnTo>
                    <a:pt x="1725256" y="1777555"/>
                  </a:lnTo>
                  <a:lnTo>
                    <a:pt x="1725263" y="1777576"/>
                  </a:lnTo>
                  <a:lnTo>
                    <a:pt x="1725266" y="1777598"/>
                  </a:lnTo>
                  <a:lnTo>
                    <a:pt x="1725291" y="1777635"/>
                  </a:lnTo>
                  <a:lnTo>
                    <a:pt x="1725308" y="1777724"/>
                  </a:lnTo>
                  <a:lnTo>
                    <a:pt x="1725316" y="1777821"/>
                  </a:lnTo>
                  <a:lnTo>
                    <a:pt x="1725303" y="1777873"/>
                  </a:lnTo>
                  <a:lnTo>
                    <a:pt x="1725275" y="1777974"/>
                  </a:lnTo>
                  <a:lnTo>
                    <a:pt x="1725220" y="1778120"/>
                  </a:lnTo>
                  <a:lnTo>
                    <a:pt x="1725205" y="1778140"/>
                  </a:lnTo>
                  <a:lnTo>
                    <a:pt x="1725172" y="1778140"/>
                  </a:lnTo>
                  <a:lnTo>
                    <a:pt x="1725103" y="1778103"/>
                  </a:lnTo>
                  <a:lnTo>
                    <a:pt x="1725045" y="1778089"/>
                  </a:lnTo>
                  <a:lnTo>
                    <a:pt x="1725002" y="1778100"/>
                  </a:lnTo>
                  <a:lnTo>
                    <a:pt x="1724990" y="1778129"/>
                  </a:lnTo>
                  <a:lnTo>
                    <a:pt x="1724979" y="1778290"/>
                  </a:lnTo>
                  <a:lnTo>
                    <a:pt x="1724944" y="1778433"/>
                  </a:lnTo>
                  <a:lnTo>
                    <a:pt x="1724929" y="1778505"/>
                  </a:lnTo>
                  <a:lnTo>
                    <a:pt x="1724947" y="1778729"/>
                  </a:lnTo>
                  <a:lnTo>
                    <a:pt x="1724954" y="1778804"/>
                  </a:lnTo>
                  <a:lnTo>
                    <a:pt x="1724947" y="1778890"/>
                  </a:lnTo>
                  <a:lnTo>
                    <a:pt x="1724926" y="1778987"/>
                  </a:lnTo>
                  <a:lnTo>
                    <a:pt x="1724888" y="1779071"/>
                  </a:lnTo>
                  <a:lnTo>
                    <a:pt x="1724888" y="1779117"/>
                  </a:lnTo>
                  <a:lnTo>
                    <a:pt x="1724906" y="1779160"/>
                  </a:lnTo>
                  <a:lnTo>
                    <a:pt x="1724936" y="1779220"/>
                  </a:lnTo>
                  <a:lnTo>
                    <a:pt x="1724987" y="1779252"/>
                  </a:lnTo>
                  <a:lnTo>
                    <a:pt x="1725081" y="1779312"/>
                  </a:lnTo>
                  <a:lnTo>
                    <a:pt x="1725090" y="1779314"/>
                  </a:lnTo>
                  <a:lnTo>
                    <a:pt x="1725100" y="1779315"/>
                  </a:lnTo>
                  <a:lnTo>
                    <a:pt x="1725115" y="1779316"/>
                  </a:lnTo>
                  <a:lnTo>
                    <a:pt x="1725138" y="1779304"/>
                  </a:lnTo>
                  <a:lnTo>
                    <a:pt x="1725145" y="1779310"/>
                  </a:lnTo>
                  <a:lnTo>
                    <a:pt x="1725158" y="1779319"/>
                  </a:lnTo>
                  <a:lnTo>
                    <a:pt x="1725178" y="1779335"/>
                  </a:lnTo>
                  <a:lnTo>
                    <a:pt x="1725188" y="1779343"/>
                  </a:lnTo>
                  <a:lnTo>
                    <a:pt x="1725192" y="1779350"/>
                  </a:lnTo>
                  <a:lnTo>
                    <a:pt x="1725210" y="1779385"/>
                  </a:lnTo>
                  <a:lnTo>
                    <a:pt x="1725243" y="1779461"/>
                  </a:lnTo>
                  <a:lnTo>
                    <a:pt x="1725270" y="1779513"/>
                  </a:lnTo>
                  <a:lnTo>
                    <a:pt x="1725307" y="1779532"/>
                  </a:lnTo>
                  <a:lnTo>
                    <a:pt x="1725319" y="1779556"/>
                  </a:lnTo>
                  <a:lnTo>
                    <a:pt x="1725291" y="1779752"/>
                  </a:lnTo>
                  <a:lnTo>
                    <a:pt x="1725226" y="1779866"/>
                  </a:lnTo>
                  <a:lnTo>
                    <a:pt x="1725099" y="1780088"/>
                  </a:lnTo>
                  <a:lnTo>
                    <a:pt x="1724913" y="1780493"/>
                  </a:lnTo>
                  <a:lnTo>
                    <a:pt x="1724577" y="1780736"/>
                  </a:lnTo>
                  <a:lnTo>
                    <a:pt x="1724523" y="1780661"/>
                  </a:lnTo>
                  <a:lnTo>
                    <a:pt x="1724481" y="1780602"/>
                  </a:lnTo>
                  <a:lnTo>
                    <a:pt x="1724444" y="1780551"/>
                  </a:lnTo>
                  <a:lnTo>
                    <a:pt x="1724461" y="1780500"/>
                  </a:lnTo>
                  <a:lnTo>
                    <a:pt x="1724501" y="1780382"/>
                  </a:lnTo>
                  <a:lnTo>
                    <a:pt x="1724616" y="1780101"/>
                  </a:lnTo>
                  <a:lnTo>
                    <a:pt x="1724602" y="1779873"/>
                  </a:lnTo>
                  <a:lnTo>
                    <a:pt x="1724578" y="1779491"/>
                  </a:lnTo>
                  <a:lnTo>
                    <a:pt x="1724565" y="1779376"/>
                  </a:lnTo>
                  <a:lnTo>
                    <a:pt x="1724515" y="1779233"/>
                  </a:lnTo>
                  <a:lnTo>
                    <a:pt x="1724510" y="1779218"/>
                  </a:lnTo>
                  <a:lnTo>
                    <a:pt x="1724498" y="1779189"/>
                  </a:lnTo>
                  <a:lnTo>
                    <a:pt x="1724474" y="1779133"/>
                  </a:lnTo>
                  <a:lnTo>
                    <a:pt x="1724462" y="1779120"/>
                  </a:lnTo>
                  <a:lnTo>
                    <a:pt x="1724417" y="1779098"/>
                  </a:lnTo>
                  <a:lnTo>
                    <a:pt x="1724398" y="1779088"/>
                  </a:lnTo>
                  <a:lnTo>
                    <a:pt x="1724360" y="1779062"/>
                  </a:lnTo>
                  <a:lnTo>
                    <a:pt x="1724342" y="1779049"/>
                  </a:lnTo>
                  <a:lnTo>
                    <a:pt x="1724252" y="1778961"/>
                  </a:lnTo>
                  <a:lnTo>
                    <a:pt x="1724245" y="1778955"/>
                  </a:lnTo>
                  <a:lnTo>
                    <a:pt x="1724228" y="1778937"/>
                  </a:lnTo>
                  <a:lnTo>
                    <a:pt x="1724228" y="1778886"/>
                  </a:lnTo>
                  <a:lnTo>
                    <a:pt x="1724233" y="1778853"/>
                  </a:lnTo>
                  <a:lnTo>
                    <a:pt x="1724240" y="1778798"/>
                  </a:lnTo>
                  <a:lnTo>
                    <a:pt x="1724247" y="1778782"/>
                  </a:lnTo>
                  <a:lnTo>
                    <a:pt x="1724255" y="1778764"/>
                  </a:lnTo>
                  <a:lnTo>
                    <a:pt x="1724260" y="1778743"/>
                  </a:lnTo>
                  <a:lnTo>
                    <a:pt x="1724262" y="1778737"/>
                  </a:lnTo>
                  <a:lnTo>
                    <a:pt x="1724271" y="1778723"/>
                  </a:lnTo>
                  <a:lnTo>
                    <a:pt x="1724276" y="1778717"/>
                  </a:lnTo>
                  <a:lnTo>
                    <a:pt x="1724281" y="1778711"/>
                  </a:lnTo>
                  <a:lnTo>
                    <a:pt x="1724284" y="1778704"/>
                  </a:lnTo>
                  <a:lnTo>
                    <a:pt x="1724298" y="1778678"/>
                  </a:lnTo>
                  <a:lnTo>
                    <a:pt x="1724279" y="1778627"/>
                  </a:lnTo>
                  <a:lnTo>
                    <a:pt x="1724170" y="1778450"/>
                  </a:lnTo>
                  <a:lnTo>
                    <a:pt x="1724061" y="1778244"/>
                  </a:lnTo>
                  <a:lnTo>
                    <a:pt x="1723902" y="1778004"/>
                  </a:lnTo>
                  <a:lnTo>
                    <a:pt x="1723892" y="1777990"/>
                  </a:lnTo>
                  <a:lnTo>
                    <a:pt x="1723750" y="1777803"/>
                  </a:lnTo>
                  <a:lnTo>
                    <a:pt x="1723723" y="1777778"/>
                  </a:lnTo>
                  <a:lnTo>
                    <a:pt x="1723702" y="1777760"/>
                  </a:lnTo>
                  <a:lnTo>
                    <a:pt x="1723672" y="1777733"/>
                  </a:lnTo>
                  <a:lnTo>
                    <a:pt x="1723607" y="1777679"/>
                  </a:lnTo>
                  <a:lnTo>
                    <a:pt x="1723572" y="1777653"/>
                  </a:lnTo>
                  <a:lnTo>
                    <a:pt x="1723558" y="1777642"/>
                  </a:lnTo>
                  <a:lnTo>
                    <a:pt x="1723537" y="1777631"/>
                  </a:lnTo>
                  <a:lnTo>
                    <a:pt x="1723520" y="1777624"/>
                  </a:lnTo>
                  <a:lnTo>
                    <a:pt x="1723494" y="1777613"/>
                  </a:lnTo>
                  <a:lnTo>
                    <a:pt x="1723442" y="1777589"/>
                  </a:lnTo>
                  <a:lnTo>
                    <a:pt x="1723373" y="1777561"/>
                  </a:lnTo>
                  <a:lnTo>
                    <a:pt x="1723355" y="1777560"/>
                  </a:lnTo>
                  <a:lnTo>
                    <a:pt x="1723288" y="1777574"/>
                  </a:lnTo>
                  <a:lnTo>
                    <a:pt x="1723263" y="1777579"/>
                  </a:lnTo>
                  <a:lnTo>
                    <a:pt x="1723210" y="1777580"/>
                  </a:lnTo>
                  <a:lnTo>
                    <a:pt x="1723197" y="1777580"/>
                  </a:lnTo>
                  <a:lnTo>
                    <a:pt x="1723197" y="1777597"/>
                  </a:lnTo>
                  <a:lnTo>
                    <a:pt x="1723202" y="1777604"/>
                  </a:lnTo>
                  <a:lnTo>
                    <a:pt x="1723219" y="1777625"/>
                  </a:lnTo>
                  <a:lnTo>
                    <a:pt x="1723209" y="1777656"/>
                  </a:lnTo>
                  <a:lnTo>
                    <a:pt x="1723203" y="1777670"/>
                  </a:lnTo>
                  <a:lnTo>
                    <a:pt x="1723196" y="1777690"/>
                  </a:lnTo>
                  <a:lnTo>
                    <a:pt x="1723187" y="1777697"/>
                  </a:lnTo>
                  <a:lnTo>
                    <a:pt x="1723165" y="1777713"/>
                  </a:lnTo>
                  <a:lnTo>
                    <a:pt x="1723113" y="1777718"/>
                  </a:lnTo>
                  <a:lnTo>
                    <a:pt x="1722885" y="1777823"/>
                  </a:lnTo>
                  <a:lnTo>
                    <a:pt x="1722787" y="1777869"/>
                  </a:lnTo>
                  <a:lnTo>
                    <a:pt x="1722636" y="1777845"/>
                  </a:lnTo>
                  <a:lnTo>
                    <a:pt x="1722538" y="1777829"/>
                  </a:lnTo>
                  <a:lnTo>
                    <a:pt x="1722462" y="1777763"/>
                  </a:lnTo>
                  <a:lnTo>
                    <a:pt x="1722445" y="1777748"/>
                  </a:lnTo>
                  <a:lnTo>
                    <a:pt x="1722368" y="1777698"/>
                  </a:lnTo>
                  <a:lnTo>
                    <a:pt x="1722366" y="1777679"/>
                  </a:lnTo>
                  <a:lnTo>
                    <a:pt x="1722358" y="1777597"/>
                  </a:lnTo>
                  <a:lnTo>
                    <a:pt x="1722357" y="1777585"/>
                  </a:lnTo>
                  <a:lnTo>
                    <a:pt x="1722351" y="1777514"/>
                  </a:lnTo>
                  <a:lnTo>
                    <a:pt x="1722366" y="1777499"/>
                  </a:lnTo>
                  <a:lnTo>
                    <a:pt x="1722433" y="1777480"/>
                  </a:lnTo>
                  <a:lnTo>
                    <a:pt x="1722502" y="1777461"/>
                  </a:lnTo>
                  <a:lnTo>
                    <a:pt x="1722528" y="1777432"/>
                  </a:lnTo>
                  <a:lnTo>
                    <a:pt x="1722531" y="1777426"/>
                  </a:lnTo>
                  <a:lnTo>
                    <a:pt x="1722555" y="1777385"/>
                  </a:lnTo>
                  <a:lnTo>
                    <a:pt x="1722560" y="1777371"/>
                  </a:lnTo>
                  <a:lnTo>
                    <a:pt x="1722567" y="1777353"/>
                  </a:lnTo>
                  <a:lnTo>
                    <a:pt x="1722553" y="1777344"/>
                  </a:lnTo>
                  <a:lnTo>
                    <a:pt x="1722490" y="1777303"/>
                  </a:lnTo>
                  <a:lnTo>
                    <a:pt x="1722465" y="1777286"/>
                  </a:lnTo>
                  <a:lnTo>
                    <a:pt x="1722450" y="1777277"/>
                  </a:lnTo>
                  <a:lnTo>
                    <a:pt x="1722194" y="1777109"/>
                  </a:lnTo>
                  <a:lnTo>
                    <a:pt x="1722142" y="1777074"/>
                  </a:lnTo>
                  <a:lnTo>
                    <a:pt x="1722123" y="1777061"/>
                  </a:lnTo>
                  <a:lnTo>
                    <a:pt x="1722106" y="1777050"/>
                  </a:lnTo>
                  <a:lnTo>
                    <a:pt x="1722077" y="1777045"/>
                  </a:lnTo>
                  <a:lnTo>
                    <a:pt x="1722062" y="1777043"/>
                  </a:lnTo>
                  <a:lnTo>
                    <a:pt x="1721932" y="1777092"/>
                  </a:lnTo>
                  <a:lnTo>
                    <a:pt x="1721821" y="1777090"/>
                  </a:lnTo>
                  <a:lnTo>
                    <a:pt x="1721802" y="1777090"/>
                  </a:lnTo>
                  <a:lnTo>
                    <a:pt x="1721753" y="1777104"/>
                  </a:lnTo>
                  <a:lnTo>
                    <a:pt x="1721684" y="1777124"/>
                  </a:lnTo>
                  <a:lnTo>
                    <a:pt x="1721677" y="1777179"/>
                  </a:lnTo>
                  <a:lnTo>
                    <a:pt x="1721583" y="1777220"/>
                  </a:lnTo>
                  <a:lnTo>
                    <a:pt x="1721460" y="1777244"/>
                  </a:lnTo>
                  <a:lnTo>
                    <a:pt x="1721382" y="1777269"/>
                  </a:lnTo>
                  <a:lnTo>
                    <a:pt x="1721370" y="1777276"/>
                  </a:lnTo>
                  <a:lnTo>
                    <a:pt x="1721355" y="1777283"/>
                  </a:lnTo>
                  <a:lnTo>
                    <a:pt x="1721340" y="1777291"/>
                  </a:lnTo>
                  <a:lnTo>
                    <a:pt x="1721319" y="1777291"/>
                  </a:lnTo>
                  <a:lnTo>
                    <a:pt x="1721261" y="1777289"/>
                  </a:lnTo>
                  <a:lnTo>
                    <a:pt x="1721250" y="1777289"/>
                  </a:lnTo>
                  <a:lnTo>
                    <a:pt x="1721121" y="1777288"/>
                  </a:lnTo>
                  <a:lnTo>
                    <a:pt x="1720810" y="1777286"/>
                  </a:lnTo>
                  <a:lnTo>
                    <a:pt x="1720740" y="1777308"/>
                  </a:lnTo>
                  <a:lnTo>
                    <a:pt x="1720730" y="1777300"/>
                  </a:lnTo>
                  <a:lnTo>
                    <a:pt x="1720724" y="1777237"/>
                  </a:lnTo>
                  <a:lnTo>
                    <a:pt x="1720740" y="1777126"/>
                  </a:lnTo>
                  <a:lnTo>
                    <a:pt x="1720747" y="1777072"/>
                  </a:lnTo>
                  <a:lnTo>
                    <a:pt x="1720761" y="1777037"/>
                  </a:lnTo>
                  <a:lnTo>
                    <a:pt x="1720734" y="1777019"/>
                  </a:lnTo>
                  <a:lnTo>
                    <a:pt x="1720690" y="1776989"/>
                  </a:lnTo>
                  <a:lnTo>
                    <a:pt x="1720637" y="1776845"/>
                  </a:lnTo>
                  <a:lnTo>
                    <a:pt x="1720645" y="1776823"/>
                  </a:lnTo>
                  <a:lnTo>
                    <a:pt x="1720602" y="1776782"/>
                  </a:lnTo>
                  <a:lnTo>
                    <a:pt x="1720562" y="1776819"/>
                  </a:lnTo>
                  <a:lnTo>
                    <a:pt x="1720457" y="1776850"/>
                  </a:lnTo>
                  <a:lnTo>
                    <a:pt x="1720452" y="1776865"/>
                  </a:lnTo>
                  <a:lnTo>
                    <a:pt x="1720439" y="1776900"/>
                  </a:lnTo>
                  <a:lnTo>
                    <a:pt x="1720428" y="1777012"/>
                  </a:lnTo>
                  <a:lnTo>
                    <a:pt x="1720407" y="1777048"/>
                  </a:lnTo>
                  <a:lnTo>
                    <a:pt x="1720369" y="1777049"/>
                  </a:lnTo>
                  <a:lnTo>
                    <a:pt x="1720316" y="1776936"/>
                  </a:lnTo>
                  <a:lnTo>
                    <a:pt x="1720278" y="1776917"/>
                  </a:lnTo>
                  <a:lnTo>
                    <a:pt x="1720212" y="1776887"/>
                  </a:lnTo>
                  <a:lnTo>
                    <a:pt x="1720191" y="1776878"/>
                  </a:lnTo>
                  <a:lnTo>
                    <a:pt x="1720170" y="1776870"/>
                  </a:lnTo>
                  <a:lnTo>
                    <a:pt x="1720160" y="1776866"/>
                  </a:lnTo>
                  <a:lnTo>
                    <a:pt x="1720157" y="1776862"/>
                  </a:lnTo>
                  <a:lnTo>
                    <a:pt x="1720123" y="1776819"/>
                  </a:lnTo>
                  <a:lnTo>
                    <a:pt x="1720068" y="1776751"/>
                  </a:lnTo>
                  <a:lnTo>
                    <a:pt x="1720006" y="1776661"/>
                  </a:lnTo>
                  <a:lnTo>
                    <a:pt x="1719994" y="1776642"/>
                  </a:lnTo>
                  <a:lnTo>
                    <a:pt x="1719980" y="1776619"/>
                  </a:lnTo>
                  <a:lnTo>
                    <a:pt x="1720003" y="1776551"/>
                  </a:lnTo>
                  <a:lnTo>
                    <a:pt x="1720006" y="1776542"/>
                  </a:lnTo>
                  <a:lnTo>
                    <a:pt x="1720015" y="1776513"/>
                  </a:lnTo>
                  <a:lnTo>
                    <a:pt x="1720020" y="1776497"/>
                  </a:lnTo>
                  <a:lnTo>
                    <a:pt x="1720040" y="1776401"/>
                  </a:lnTo>
                  <a:lnTo>
                    <a:pt x="1720041" y="1776393"/>
                  </a:lnTo>
                  <a:lnTo>
                    <a:pt x="1720029" y="1776162"/>
                  </a:lnTo>
                  <a:lnTo>
                    <a:pt x="1720007" y="1776046"/>
                  </a:lnTo>
                  <a:lnTo>
                    <a:pt x="1719966" y="1775924"/>
                  </a:lnTo>
                  <a:lnTo>
                    <a:pt x="1719925" y="1775804"/>
                  </a:lnTo>
                  <a:lnTo>
                    <a:pt x="1719836" y="1775555"/>
                  </a:lnTo>
                  <a:lnTo>
                    <a:pt x="1719766" y="1775370"/>
                  </a:lnTo>
                  <a:lnTo>
                    <a:pt x="1719745" y="1775314"/>
                  </a:lnTo>
                  <a:lnTo>
                    <a:pt x="1719724" y="1775284"/>
                  </a:lnTo>
                  <a:lnTo>
                    <a:pt x="1719709" y="1775263"/>
                  </a:lnTo>
                  <a:lnTo>
                    <a:pt x="1719694" y="1775242"/>
                  </a:lnTo>
                  <a:lnTo>
                    <a:pt x="1719687" y="1775245"/>
                  </a:lnTo>
                  <a:lnTo>
                    <a:pt x="1719676" y="1775249"/>
                  </a:lnTo>
                  <a:lnTo>
                    <a:pt x="1719629" y="1775258"/>
                  </a:lnTo>
                  <a:lnTo>
                    <a:pt x="1719569" y="1775242"/>
                  </a:lnTo>
                  <a:lnTo>
                    <a:pt x="1719564" y="1775236"/>
                  </a:lnTo>
                  <a:lnTo>
                    <a:pt x="1719527" y="1775189"/>
                  </a:lnTo>
                  <a:lnTo>
                    <a:pt x="1719527" y="1775132"/>
                  </a:lnTo>
                  <a:lnTo>
                    <a:pt x="1719526" y="1775049"/>
                  </a:lnTo>
                  <a:lnTo>
                    <a:pt x="1719526" y="1774989"/>
                  </a:lnTo>
                  <a:lnTo>
                    <a:pt x="1719758" y="1775028"/>
                  </a:lnTo>
                  <a:lnTo>
                    <a:pt x="1719819" y="1775038"/>
                  </a:lnTo>
                  <a:lnTo>
                    <a:pt x="1719885" y="1775049"/>
                  </a:lnTo>
                  <a:lnTo>
                    <a:pt x="1720274" y="1774880"/>
                  </a:lnTo>
                  <a:lnTo>
                    <a:pt x="1720325" y="1774858"/>
                  </a:lnTo>
                  <a:lnTo>
                    <a:pt x="1720375" y="1774824"/>
                  </a:lnTo>
                  <a:lnTo>
                    <a:pt x="1720811" y="1774535"/>
                  </a:lnTo>
                  <a:lnTo>
                    <a:pt x="1720880" y="1774482"/>
                  </a:lnTo>
                  <a:lnTo>
                    <a:pt x="1720890" y="1774442"/>
                  </a:lnTo>
                  <a:lnTo>
                    <a:pt x="1720861" y="1774389"/>
                  </a:lnTo>
                  <a:lnTo>
                    <a:pt x="1720822" y="1774371"/>
                  </a:lnTo>
                  <a:lnTo>
                    <a:pt x="1720765" y="1774393"/>
                  </a:lnTo>
                  <a:lnTo>
                    <a:pt x="1720716" y="1774328"/>
                  </a:lnTo>
                  <a:lnTo>
                    <a:pt x="1720627" y="1773924"/>
                  </a:lnTo>
                  <a:lnTo>
                    <a:pt x="1720615" y="1773869"/>
                  </a:lnTo>
                  <a:lnTo>
                    <a:pt x="1720579" y="1773869"/>
                  </a:lnTo>
                  <a:lnTo>
                    <a:pt x="1720548" y="1773878"/>
                  </a:lnTo>
                  <a:lnTo>
                    <a:pt x="1720514" y="1773920"/>
                  </a:lnTo>
                  <a:lnTo>
                    <a:pt x="1720512" y="1773957"/>
                  </a:lnTo>
                  <a:lnTo>
                    <a:pt x="1720510" y="1774008"/>
                  </a:lnTo>
                  <a:lnTo>
                    <a:pt x="1720496" y="1774293"/>
                  </a:lnTo>
                  <a:lnTo>
                    <a:pt x="1720506" y="1774316"/>
                  </a:lnTo>
                  <a:lnTo>
                    <a:pt x="1720504" y="1774453"/>
                  </a:lnTo>
                  <a:lnTo>
                    <a:pt x="1720469" y="1774497"/>
                  </a:lnTo>
                  <a:lnTo>
                    <a:pt x="1720381" y="1774644"/>
                  </a:lnTo>
                  <a:lnTo>
                    <a:pt x="1720352" y="1774687"/>
                  </a:lnTo>
                  <a:lnTo>
                    <a:pt x="1720323" y="1774672"/>
                  </a:lnTo>
                  <a:lnTo>
                    <a:pt x="1720314" y="1774667"/>
                  </a:lnTo>
                  <a:lnTo>
                    <a:pt x="1720297" y="1774632"/>
                  </a:lnTo>
                  <a:lnTo>
                    <a:pt x="1720262" y="1774560"/>
                  </a:lnTo>
                  <a:lnTo>
                    <a:pt x="1720262" y="1774439"/>
                  </a:lnTo>
                  <a:lnTo>
                    <a:pt x="1720294" y="1774379"/>
                  </a:lnTo>
                  <a:lnTo>
                    <a:pt x="1720317" y="1774326"/>
                  </a:lnTo>
                  <a:lnTo>
                    <a:pt x="1720381" y="1774229"/>
                  </a:lnTo>
                  <a:lnTo>
                    <a:pt x="1720400" y="1774161"/>
                  </a:lnTo>
                  <a:lnTo>
                    <a:pt x="1720412" y="1774071"/>
                  </a:lnTo>
                  <a:lnTo>
                    <a:pt x="1720411" y="1774021"/>
                  </a:lnTo>
                  <a:lnTo>
                    <a:pt x="1720418" y="1773922"/>
                  </a:lnTo>
                  <a:lnTo>
                    <a:pt x="1720415" y="1773808"/>
                  </a:lnTo>
                  <a:lnTo>
                    <a:pt x="1720403" y="1773674"/>
                  </a:lnTo>
                  <a:lnTo>
                    <a:pt x="1720375" y="1773530"/>
                  </a:lnTo>
                  <a:lnTo>
                    <a:pt x="1720340" y="1773391"/>
                  </a:lnTo>
                  <a:lnTo>
                    <a:pt x="1720302" y="1773275"/>
                  </a:lnTo>
                  <a:lnTo>
                    <a:pt x="1720256" y="1773130"/>
                  </a:lnTo>
                  <a:lnTo>
                    <a:pt x="1720203" y="1772986"/>
                  </a:lnTo>
                  <a:lnTo>
                    <a:pt x="1720185" y="1772942"/>
                  </a:lnTo>
                  <a:lnTo>
                    <a:pt x="1720179" y="1772929"/>
                  </a:lnTo>
                  <a:lnTo>
                    <a:pt x="1720145" y="1772844"/>
                  </a:lnTo>
                  <a:lnTo>
                    <a:pt x="1720136" y="1772817"/>
                  </a:lnTo>
                  <a:lnTo>
                    <a:pt x="1720124" y="1772777"/>
                  </a:lnTo>
                  <a:lnTo>
                    <a:pt x="1720106" y="1772726"/>
                  </a:lnTo>
                  <a:lnTo>
                    <a:pt x="1720096" y="1772703"/>
                  </a:lnTo>
                  <a:lnTo>
                    <a:pt x="1719920" y="1772320"/>
                  </a:lnTo>
                  <a:lnTo>
                    <a:pt x="1719917" y="1772315"/>
                  </a:lnTo>
                  <a:lnTo>
                    <a:pt x="1719817" y="1772097"/>
                  </a:lnTo>
                  <a:lnTo>
                    <a:pt x="1719812" y="1772087"/>
                  </a:lnTo>
                  <a:lnTo>
                    <a:pt x="1719794" y="1772048"/>
                  </a:lnTo>
                  <a:lnTo>
                    <a:pt x="1719724" y="1771940"/>
                  </a:lnTo>
                  <a:lnTo>
                    <a:pt x="1719719" y="1771932"/>
                  </a:lnTo>
                  <a:lnTo>
                    <a:pt x="1719584" y="1771723"/>
                  </a:lnTo>
                  <a:lnTo>
                    <a:pt x="1719573" y="1771706"/>
                  </a:lnTo>
                  <a:lnTo>
                    <a:pt x="1719559" y="1771684"/>
                  </a:lnTo>
                  <a:lnTo>
                    <a:pt x="1719488" y="1771575"/>
                  </a:lnTo>
                  <a:lnTo>
                    <a:pt x="1719316" y="1771308"/>
                  </a:lnTo>
                  <a:lnTo>
                    <a:pt x="1719286" y="1771262"/>
                  </a:lnTo>
                  <a:lnTo>
                    <a:pt x="1719282" y="1771256"/>
                  </a:lnTo>
                  <a:lnTo>
                    <a:pt x="1719111" y="1770991"/>
                  </a:lnTo>
                  <a:lnTo>
                    <a:pt x="1719070" y="1770930"/>
                  </a:lnTo>
                  <a:lnTo>
                    <a:pt x="1718823" y="1770565"/>
                  </a:lnTo>
                  <a:lnTo>
                    <a:pt x="1718685" y="1770360"/>
                  </a:lnTo>
                  <a:lnTo>
                    <a:pt x="1718557" y="1770227"/>
                  </a:lnTo>
                  <a:lnTo>
                    <a:pt x="1718545" y="1770216"/>
                  </a:lnTo>
                  <a:lnTo>
                    <a:pt x="1718519" y="1770200"/>
                  </a:lnTo>
                  <a:lnTo>
                    <a:pt x="1718470" y="1770173"/>
                  </a:lnTo>
                  <a:lnTo>
                    <a:pt x="1718445" y="1770165"/>
                  </a:lnTo>
                  <a:lnTo>
                    <a:pt x="1718365" y="1770124"/>
                  </a:lnTo>
                  <a:lnTo>
                    <a:pt x="1718324" y="1770097"/>
                  </a:lnTo>
                  <a:lnTo>
                    <a:pt x="1718255" y="1770050"/>
                  </a:lnTo>
                  <a:lnTo>
                    <a:pt x="1718181" y="1770021"/>
                  </a:lnTo>
                  <a:lnTo>
                    <a:pt x="1718165" y="1770011"/>
                  </a:lnTo>
                  <a:lnTo>
                    <a:pt x="1718132" y="1769988"/>
                  </a:lnTo>
                  <a:lnTo>
                    <a:pt x="1718108" y="1769969"/>
                  </a:lnTo>
                  <a:lnTo>
                    <a:pt x="1718094" y="1769959"/>
                  </a:lnTo>
                  <a:lnTo>
                    <a:pt x="1718073" y="1769941"/>
                  </a:lnTo>
                  <a:lnTo>
                    <a:pt x="1718045" y="1769925"/>
                  </a:lnTo>
                  <a:lnTo>
                    <a:pt x="1718038" y="1769922"/>
                  </a:lnTo>
                  <a:lnTo>
                    <a:pt x="1717974" y="1769895"/>
                  </a:lnTo>
                  <a:lnTo>
                    <a:pt x="1717937" y="1769881"/>
                  </a:lnTo>
                  <a:lnTo>
                    <a:pt x="1717928" y="1769877"/>
                  </a:lnTo>
                  <a:lnTo>
                    <a:pt x="1717920" y="1769877"/>
                  </a:lnTo>
                  <a:lnTo>
                    <a:pt x="1717909" y="1769877"/>
                  </a:lnTo>
                  <a:lnTo>
                    <a:pt x="1717885" y="1769868"/>
                  </a:lnTo>
                  <a:lnTo>
                    <a:pt x="1717826" y="1769853"/>
                  </a:lnTo>
                  <a:lnTo>
                    <a:pt x="1717806" y="1769845"/>
                  </a:lnTo>
                  <a:lnTo>
                    <a:pt x="1717775" y="1769847"/>
                  </a:lnTo>
                  <a:lnTo>
                    <a:pt x="1717730" y="1769853"/>
                  </a:lnTo>
                  <a:lnTo>
                    <a:pt x="1717725" y="1769850"/>
                  </a:lnTo>
                  <a:lnTo>
                    <a:pt x="1717711" y="1769845"/>
                  </a:lnTo>
                  <a:lnTo>
                    <a:pt x="1717677" y="1769822"/>
                  </a:lnTo>
                  <a:lnTo>
                    <a:pt x="1717667" y="1769806"/>
                  </a:lnTo>
                  <a:lnTo>
                    <a:pt x="1717660" y="1769799"/>
                  </a:lnTo>
                  <a:lnTo>
                    <a:pt x="1717637" y="1769800"/>
                  </a:lnTo>
                  <a:lnTo>
                    <a:pt x="1717616" y="1769802"/>
                  </a:lnTo>
                  <a:lnTo>
                    <a:pt x="1717597" y="1769804"/>
                  </a:lnTo>
                  <a:lnTo>
                    <a:pt x="1717587" y="1769804"/>
                  </a:lnTo>
                  <a:lnTo>
                    <a:pt x="1717533" y="1769815"/>
                  </a:lnTo>
                  <a:lnTo>
                    <a:pt x="1717495" y="1769836"/>
                  </a:lnTo>
                  <a:lnTo>
                    <a:pt x="1717467" y="1769849"/>
                  </a:lnTo>
                  <a:lnTo>
                    <a:pt x="1717425" y="1769870"/>
                  </a:lnTo>
                  <a:lnTo>
                    <a:pt x="1717392" y="1769912"/>
                  </a:lnTo>
                  <a:lnTo>
                    <a:pt x="1717332" y="1769975"/>
                  </a:lnTo>
                  <a:lnTo>
                    <a:pt x="1717308" y="1770016"/>
                  </a:lnTo>
                  <a:lnTo>
                    <a:pt x="1717301" y="1770031"/>
                  </a:lnTo>
                  <a:lnTo>
                    <a:pt x="1717288" y="1770057"/>
                  </a:lnTo>
                  <a:lnTo>
                    <a:pt x="1717280" y="1770073"/>
                  </a:lnTo>
                  <a:lnTo>
                    <a:pt x="1717261" y="1770135"/>
                  </a:lnTo>
                  <a:lnTo>
                    <a:pt x="1717249" y="1770174"/>
                  </a:lnTo>
                  <a:lnTo>
                    <a:pt x="1717248" y="1770197"/>
                  </a:lnTo>
                  <a:lnTo>
                    <a:pt x="1717245" y="1770253"/>
                  </a:lnTo>
                  <a:lnTo>
                    <a:pt x="1717224" y="1770312"/>
                  </a:lnTo>
                  <a:lnTo>
                    <a:pt x="1717203" y="1770355"/>
                  </a:lnTo>
                  <a:lnTo>
                    <a:pt x="1717192" y="1770361"/>
                  </a:lnTo>
                  <a:lnTo>
                    <a:pt x="1717139" y="1770329"/>
                  </a:lnTo>
                  <a:lnTo>
                    <a:pt x="1717079" y="1770299"/>
                  </a:lnTo>
                  <a:lnTo>
                    <a:pt x="1717071" y="1770297"/>
                  </a:lnTo>
                  <a:lnTo>
                    <a:pt x="1717047" y="1770291"/>
                  </a:lnTo>
                  <a:lnTo>
                    <a:pt x="1717039" y="1770288"/>
                  </a:lnTo>
                  <a:lnTo>
                    <a:pt x="1717023" y="1770283"/>
                  </a:lnTo>
                  <a:lnTo>
                    <a:pt x="1716926" y="1770252"/>
                  </a:lnTo>
                  <a:lnTo>
                    <a:pt x="1716763" y="1770171"/>
                  </a:lnTo>
                  <a:lnTo>
                    <a:pt x="1716721" y="1770173"/>
                  </a:lnTo>
                  <a:lnTo>
                    <a:pt x="1716693" y="1770193"/>
                  </a:lnTo>
                  <a:lnTo>
                    <a:pt x="1716595" y="1770176"/>
                  </a:lnTo>
                  <a:lnTo>
                    <a:pt x="1716515" y="1770150"/>
                  </a:lnTo>
                  <a:lnTo>
                    <a:pt x="1716455" y="1770134"/>
                  </a:lnTo>
                  <a:lnTo>
                    <a:pt x="1716394" y="1770120"/>
                  </a:lnTo>
                  <a:lnTo>
                    <a:pt x="1716363" y="1770112"/>
                  </a:lnTo>
                  <a:lnTo>
                    <a:pt x="1716354" y="1770074"/>
                  </a:lnTo>
                  <a:lnTo>
                    <a:pt x="1716351" y="1770060"/>
                  </a:lnTo>
                  <a:lnTo>
                    <a:pt x="1716349" y="1770020"/>
                  </a:lnTo>
                  <a:lnTo>
                    <a:pt x="1716358" y="1770002"/>
                  </a:lnTo>
                  <a:lnTo>
                    <a:pt x="1716361" y="1769998"/>
                  </a:lnTo>
                  <a:lnTo>
                    <a:pt x="1716368" y="1769985"/>
                  </a:lnTo>
                  <a:lnTo>
                    <a:pt x="1716372" y="1769977"/>
                  </a:lnTo>
                  <a:lnTo>
                    <a:pt x="1716379" y="1769965"/>
                  </a:lnTo>
                  <a:lnTo>
                    <a:pt x="1716390" y="1769947"/>
                  </a:lnTo>
                  <a:lnTo>
                    <a:pt x="1716412" y="1769920"/>
                  </a:lnTo>
                  <a:lnTo>
                    <a:pt x="1716419" y="1769917"/>
                  </a:lnTo>
                  <a:lnTo>
                    <a:pt x="1716428" y="1769922"/>
                  </a:lnTo>
                  <a:lnTo>
                    <a:pt x="1716439" y="1769919"/>
                  </a:lnTo>
                  <a:lnTo>
                    <a:pt x="1716448" y="1769908"/>
                  </a:lnTo>
                  <a:lnTo>
                    <a:pt x="1716460" y="1769895"/>
                  </a:lnTo>
                  <a:lnTo>
                    <a:pt x="1716473" y="1769874"/>
                  </a:lnTo>
                  <a:lnTo>
                    <a:pt x="1716505" y="1769579"/>
                  </a:lnTo>
                  <a:lnTo>
                    <a:pt x="1716479" y="1769447"/>
                  </a:lnTo>
                  <a:lnTo>
                    <a:pt x="1716421" y="1769242"/>
                  </a:lnTo>
                  <a:lnTo>
                    <a:pt x="1716295" y="1768796"/>
                  </a:lnTo>
                  <a:lnTo>
                    <a:pt x="1716207" y="1768274"/>
                  </a:lnTo>
                  <a:lnTo>
                    <a:pt x="1716177" y="1768098"/>
                  </a:lnTo>
                  <a:lnTo>
                    <a:pt x="1716472" y="1767756"/>
                  </a:lnTo>
                  <a:lnTo>
                    <a:pt x="1716883" y="1767691"/>
                  </a:lnTo>
                  <a:lnTo>
                    <a:pt x="1717115" y="1767655"/>
                  </a:lnTo>
                  <a:lnTo>
                    <a:pt x="1717165" y="1767446"/>
                  </a:lnTo>
                  <a:lnTo>
                    <a:pt x="1717183" y="1767374"/>
                  </a:lnTo>
                  <a:lnTo>
                    <a:pt x="1717248" y="1767105"/>
                  </a:lnTo>
                  <a:lnTo>
                    <a:pt x="1717286" y="1766950"/>
                  </a:lnTo>
                  <a:lnTo>
                    <a:pt x="1717523" y="1766838"/>
                  </a:lnTo>
                  <a:lnTo>
                    <a:pt x="1717557" y="1766834"/>
                  </a:lnTo>
                  <a:lnTo>
                    <a:pt x="1717718" y="1766814"/>
                  </a:lnTo>
                  <a:lnTo>
                    <a:pt x="1717769" y="1766811"/>
                  </a:lnTo>
                  <a:lnTo>
                    <a:pt x="1717887" y="1766805"/>
                  </a:lnTo>
                  <a:lnTo>
                    <a:pt x="1717905" y="1766813"/>
                  </a:lnTo>
                  <a:lnTo>
                    <a:pt x="1718068" y="1766892"/>
                  </a:lnTo>
                  <a:lnTo>
                    <a:pt x="1718121" y="1766918"/>
                  </a:lnTo>
                  <a:lnTo>
                    <a:pt x="1718126" y="1766922"/>
                  </a:lnTo>
                  <a:lnTo>
                    <a:pt x="1718165" y="1766949"/>
                  </a:lnTo>
                  <a:lnTo>
                    <a:pt x="1718285" y="1767016"/>
                  </a:lnTo>
                  <a:lnTo>
                    <a:pt x="1718290" y="1767023"/>
                  </a:lnTo>
                  <a:lnTo>
                    <a:pt x="1718294" y="1767027"/>
                  </a:lnTo>
                  <a:lnTo>
                    <a:pt x="1718402" y="1767162"/>
                  </a:lnTo>
                  <a:lnTo>
                    <a:pt x="1718498" y="1767276"/>
                  </a:lnTo>
                  <a:lnTo>
                    <a:pt x="1718519" y="1767308"/>
                  </a:lnTo>
                  <a:lnTo>
                    <a:pt x="1718561" y="1767370"/>
                  </a:lnTo>
                  <a:lnTo>
                    <a:pt x="1718573" y="1767393"/>
                  </a:lnTo>
                  <a:lnTo>
                    <a:pt x="1718581" y="1767403"/>
                  </a:lnTo>
                  <a:lnTo>
                    <a:pt x="1718588" y="1767415"/>
                  </a:lnTo>
                  <a:lnTo>
                    <a:pt x="1718610" y="1767451"/>
                  </a:lnTo>
                  <a:lnTo>
                    <a:pt x="1718620" y="1767466"/>
                  </a:lnTo>
                  <a:lnTo>
                    <a:pt x="1718646" y="1767518"/>
                  </a:lnTo>
                  <a:lnTo>
                    <a:pt x="1718684" y="1767593"/>
                  </a:lnTo>
                  <a:lnTo>
                    <a:pt x="1718694" y="1767600"/>
                  </a:lnTo>
                  <a:lnTo>
                    <a:pt x="1718902" y="1767501"/>
                  </a:lnTo>
                  <a:lnTo>
                    <a:pt x="1718961" y="1767459"/>
                  </a:lnTo>
                  <a:lnTo>
                    <a:pt x="1719104" y="1767357"/>
                  </a:lnTo>
                  <a:lnTo>
                    <a:pt x="1719205" y="1767179"/>
                  </a:lnTo>
                  <a:lnTo>
                    <a:pt x="1719331" y="1766895"/>
                  </a:lnTo>
                  <a:lnTo>
                    <a:pt x="1719380" y="1766853"/>
                  </a:lnTo>
                  <a:lnTo>
                    <a:pt x="1719444" y="1766865"/>
                  </a:lnTo>
                  <a:lnTo>
                    <a:pt x="1719541" y="1766950"/>
                  </a:lnTo>
                  <a:lnTo>
                    <a:pt x="1719645" y="1767082"/>
                  </a:lnTo>
                  <a:lnTo>
                    <a:pt x="1719664" y="1767120"/>
                  </a:lnTo>
                  <a:lnTo>
                    <a:pt x="1719683" y="1767120"/>
                  </a:lnTo>
                  <a:lnTo>
                    <a:pt x="1719737" y="1766992"/>
                  </a:lnTo>
                  <a:lnTo>
                    <a:pt x="1719786" y="1766783"/>
                  </a:lnTo>
                  <a:lnTo>
                    <a:pt x="1719795" y="1766709"/>
                  </a:lnTo>
                  <a:lnTo>
                    <a:pt x="1719759" y="1766580"/>
                  </a:lnTo>
                  <a:lnTo>
                    <a:pt x="1719764" y="1766561"/>
                  </a:lnTo>
                  <a:lnTo>
                    <a:pt x="1719774" y="1766526"/>
                  </a:lnTo>
                  <a:lnTo>
                    <a:pt x="1719791" y="1766516"/>
                  </a:lnTo>
                  <a:lnTo>
                    <a:pt x="1719925" y="1766459"/>
                  </a:lnTo>
                  <a:lnTo>
                    <a:pt x="1719990" y="1766400"/>
                  </a:lnTo>
                  <a:lnTo>
                    <a:pt x="1719996" y="1766377"/>
                  </a:lnTo>
                  <a:lnTo>
                    <a:pt x="1720001" y="1766354"/>
                  </a:lnTo>
                  <a:lnTo>
                    <a:pt x="1719998" y="1766335"/>
                  </a:lnTo>
                  <a:lnTo>
                    <a:pt x="1719989" y="1766320"/>
                  </a:lnTo>
                  <a:lnTo>
                    <a:pt x="1719776" y="1766399"/>
                  </a:lnTo>
                  <a:lnTo>
                    <a:pt x="1719701" y="1766492"/>
                  </a:lnTo>
                  <a:lnTo>
                    <a:pt x="1719522" y="1766607"/>
                  </a:lnTo>
                  <a:lnTo>
                    <a:pt x="1719462" y="1766598"/>
                  </a:lnTo>
                  <a:lnTo>
                    <a:pt x="1719406" y="1766539"/>
                  </a:lnTo>
                  <a:lnTo>
                    <a:pt x="1719358" y="1766446"/>
                  </a:lnTo>
                  <a:lnTo>
                    <a:pt x="1719358" y="1766361"/>
                  </a:lnTo>
                  <a:lnTo>
                    <a:pt x="1719395" y="1766251"/>
                  </a:lnTo>
                  <a:lnTo>
                    <a:pt x="1719578" y="1766043"/>
                  </a:lnTo>
                  <a:lnTo>
                    <a:pt x="1719660" y="1766014"/>
                  </a:lnTo>
                  <a:lnTo>
                    <a:pt x="1719817" y="1765980"/>
                  </a:lnTo>
                  <a:lnTo>
                    <a:pt x="1719952" y="1766030"/>
                  </a:lnTo>
                  <a:lnTo>
                    <a:pt x="1720003" y="1766019"/>
                  </a:lnTo>
                  <a:lnTo>
                    <a:pt x="1720139" y="1766066"/>
                  </a:lnTo>
                  <a:lnTo>
                    <a:pt x="1720203" y="1766091"/>
                  </a:lnTo>
                  <a:lnTo>
                    <a:pt x="1720218" y="1766020"/>
                  </a:lnTo>
                  <a:lnTo>
                    <a:pt x="1720221" y="1766007"/>
                  </a:lnTo>
                  <a:lnTo>
                    <a:pt x="1720161" y="1765957"/>
                  </a:lnTo>
                  <a:lnTo>
                    <a:pt x="1720091" y="1765895"/>
                  </a:lnTo>
                  <a:lnTo>
                    <a:pt x="1720060" y="1765865"/>
                  </a:lnTo>
                  <a:lnTo>
                    <a:pt x="1720013" y="1765820"/>
                  </a:lnTo>
                  <a:lnTo>
                    <a:pt x="1719947" y="1765785"/>
                  </a:lnTo>
                  <a:lnTo>
                    <a:pt x="1719933" y="1765777"/>
                  </a:lnTo>
                  <a:lnTo>
                    <a:pt x="1719912" y="1765763"/>
                  </a:lnTo>
                  <a:lnTo>
                    <a:pt x="1719858" y="1765725"/>
                  </a:lnTo>
                  <a:lnTo>
                    <a:pt x="1719853" y="1765722"/>
                  </a:lnTo>
                  <a:lnTo>
                    <a:pt x="1719842" y="1765723"/>
                  </a:lnTo>
                  <a:lnTo>
                    <a:pt x="1719796" y="1765725"/>
                  </a:lnTo>
                  <a:lnTo>
                    <a:pt x="1719767" y="1765726"/>
                  </a:lnTo>
                  <a:lnTo>
                    <a:pt x="1719734" y="1765747"/>
                  </a:lnTo>
                  <a:lnTo>
                    <a:pt x="1719709" y="1765762"/>
                  </a:lnTo>
                  <a:lnTo>
                    <a:pt x="1719699" y="1765762"/>
                  </a:lnTo>
                  <a:lnTo>
                    <a:pt x="1719364" y="1765761"/>
                  </a:lnTo>
                  <a:lnTo>
                    <a:pt x="1719337" y="1765754"/>
                  </a:lnTo>
                  <a:lnTo>
                    <a:pt x="1719305" y="1765746"/>
                  </a:lnTo>
                  <a:lnTo>
                    <a:pt x="1719175" y="1765745"/>
                  </a:lnTo>
                  <a:lnTo>
                    <a:pt x="1719133" y="1765724"/>
                  </a:lnTo>
                  <a:lnTo>
                    <a:pt x="1719110" y="1765712"/>
                  </a:lnTo>
                  <a:lnTo>
                    <a:pt x="1719104" y="1765715"/>
                  </a:lnTo>
                  <a:lnTo>
                    <a:pt x="1719065" y="1765726"/>
                  </a:lnTo>
                  <a:lnTo>
                    <a:pt x="1719055" y="1765728"/>
                  </a:lnTo>
                  <a:lnTo>
                    <a:pt x="1718931" y="1765762"/>
                  </a:lnTo>
                  <a:lnTo>
                    <a:pt x="1718920" y="1765769"/>
                  </a:lnTo>
                  <a:lnTo>
                    <a:pt x="1718862" y="1765807"/>
                  </a:lnTo>
                  <a:lnTo>
                    <a:pt x="1718764" y="1765893"/>
                  </a:lnTo>
                  <a:lnTo>
                    <a:pt x="1718751" y="1765905"/>
                  </a:lnTo>
                  <a:lnTo>
                    <a:pt x="1718744" y="1765910"/>
                  </a:lnTo>
                  <a:lnTo>
                    <a:pt x="1718736" y="1765930"/>
                  </a:lnTo>
                  <a:lnTo>
                    <a:pt x="1718733" y="1765939"/>
                  </a:lnTo>
                  <a:lnTo>
                    <a:pt x="1718708" y="1766000"/>
                  </a:lnTo>
                  <a:lnTo>
                    <a:pt x="1718697" y="1766106"/>
                  </a:lnTo>
                  <a:lnTo>
                    <a:pt x="1718695" y="1766134"/>
                  </a:lnTo>
                  <a:lnTo>
                    <a:pt x="1718686" y="1766215"/>
                  </a:lnTo>
                  <a:lnTo>
                    <a:pt x="1718682" y="1766260"/>
                  </a:lnTo>
                  <a:lnTo>
                    <a:pt x="1718677" y="1766307"/>
                  </a:lnTo>
                  <a:lnTo>
                    <a:pt x="1718675" y="1766333"/>
                  </a:lnTo>
                  <a:lnTo>
                    <a:pt x="1718670" y="1766417"/>
                  </a:lnTo>
                  <a:lnTo>
                    <a:pt x="1718668" y="1766445"/>
                  </a:lnTo>
                  <a:lnTo>
                    <a:pt x="1718710" y="1766900"/>
                  </a:lnTo>
                  <a:lnTo>
                    <a:pt x="1718712" y="1766931"/>
                  </a:lnTo>
                  <a:lnTo>
                    <a:pt x="1718732" y="1766984"/>
                  </a:lnTo>
                  <a:lnTo>
                    <a:pt x="1718749" y="1767036"/>
                  </a:lnTo>
                  <a:lnTo>
                    <a:pt x="1718774" y="1767091"/>
                  </a:lnTo>
                  <a:lnTo>
                    <a:pt x="1718776" y="1767096"/>
                  </a:lnTo>
                  <a:lnTo>
                    <a:pt x="1718779" y="1767125"/>
                  </a:lnTo>
                  <a:lnTo>
                    <a:pt x="1718783" y="1767141"/>
                  </a:lnTo>
                  <a:lnTo>
                    <a:pt x="1718778" y="1767194"/>
                  </a:lnTo>
                  <a:lnTo>
                    <a:pt x="1718767" y="1767245"/>
                  </a:lnTo>
                  <a:lnTo>
                    <a:pt x="1718757" y="1767272"/>
                  </a:lnTo>
                  <a:lnTo>
                    <a:pt x="1718731" y="1767296"/>
                  </a:lnTo>
                  <a:lnTo>
                    <a:pt x="1718701" y="1767306"/>
                  </a:lnTo>
                  <a:lnTo>
                    <a:pt x="1718695" y="1767306"/>
                  </a:lnTo>
                  <a:lnTo>
                    <a:pt x="1718682" y="1767306"/>
                  </a:lnTo>
                  <a:lnTo>
                    <a:pt x="1718659" y="1767281"/>
                  </a:lnTo>
                  <a:lnTo>
                    <a:pt x="1718643" y="1767267"/>
                  </a:lnTo>
                  <a:lnTo>
                    <a:pt x="1718635" y="1767262"/>
                  </a:lnTo>
                  <a:lnTo>
                    <a:pt x="1718630" y="1767257"/>
                  </a:lnTo>
                  <a:lnTo>
                    <a:pt x="1718416" y="1766830"/>
                  </a:lnTo>
                  <a:lnTo>
                    <a:pt x="1718418" y="1766809"/>
                  </a:lnTo>
                  <a:lnTo>
                    <a:pt x="1718426" y="1766785"/>
                  </a:lnTo>
                  <a:lnTo>
                    <a:pt x="1718449" y="1766776"/>
                  </a:lnTo>
                  <a:lnTo>
                    <a:pt x="1718447" y="1766758"/>
                  </a:lnTo>
                  <a:lnTo>
                    <a:pt x="1718413" y="1766690"/>
                  </a:lnTo>
                  <a:lnTo>
                    <a:pt x="1718388" y="1766656"/>
                  </a:lnTo>
                  <a:lnTo>
                    <a:pt x="1718360" y="1766629"/>
                  </a:lnTo>
                  <a:lnTo>
                    <a:pt x="1718339" y="1766624"/>
                  </a:lnTo>
                  <a:lnTo>
                    <a:pt x="1718335" y="1766637"/>
                  </a:lnTo>
                  <a:lnTo>
                    <a:pt x="1718337" y="1766650"/>
                  </a:lnTo>
                  <a:lnTo>
                    <a:pt x="1718339" y="1766664"/>
                  </a:lnTo>
                  <a:lnTo>
                    <a:pt x="1718345" y="1766674"/>
                  </a:lnTo>
                  <a:lnTo>
                    <a:pt x="1718341" y="1766698"/>
                  </a:lnTo>
                  <a:lnTo>
                    <a:pt x="1718331" y="1766719"/>
                  </a:lnTo>
                  <a:lnTo>
                    <a:pt x="1718305" y="1766741"/>
                  </a:lnTo>
                  <a:lnTo>
                    <a:pt x="1718288" y="1766733"/>
                  </a:lnTo>
                  <a:lnTo>
                    <a:pt x="1718276" y="1766727"/>
                  </a:lnTo>
                  <a:lnTo>
                    <a:pt x="1718241" y="1766713"/>
                  </a:lnTo>
                  <a:lnTo>
                    <a:pt x="1718214" y="1766700"/>
                  </a:lnTo>
                  <a:lnTo>
                    <a:pt x="1718187" y="1766683"/>
                  </a:lnTo>
                  <a:lnTo>
                    <a:pt x="1718041" y="1766576"/>
                  </a:lnTo>
                  <a:lnTo>
                    <a:pt x="1718033" y="1766570"/>
                  </a:lnTo>
                  <a:lnTo>
                    <a:pt x="1718025" y="1766560"/>
                  </a:lnTo>
                  <a:lnTo>
                    <a:pt x="1717914" y="1766422"/>
                  </a:lnTo>
                  <a:lnTo>
                    <a:pt x="1717847" y="1766368"/>
                  </a:lnTo>
                  <a:lnTo>
                    <a:pt x="1717719" y="1766305"/>
                  </a:lnTo>
                  <a:lnTo>
                    <a:pt x="1717705" y="1766294"/>
                  </a:lnTo>
                  <a:lnTo>
                    <a:pt x="1717662" y="1766254"/>
                  </a:lnTo>
                  <a:lnTo>
                    <a:pt x="1717620" y="1766205"/>
                  </a:lnTo>
                  <a:lnTo>
                    <a:pt x="1717580" y="1766158"/>
                  </a:lnTo>
                  <a:lnTo>
                    <a:pt x="1717498" y="1766063"/>
                  </a:lnTo>
                  <a:lnTo>
                    <a:pt x="1717487" y="1766045"/>
                  </a:lnTo>
                  <a:lnTo>
                    <a:pt x="1717440" y="1765976"/>
                  </a:lnTo>
                  <a:lnTo>
                    <a:pt x="1717414" y="1765937"/>
                  </a:lnTo>
                  <a:lnTo>
                    <a:pt x="1717342" y="1765829"/>
                  </a:lnTo>
                  <a:lnTo>
                    <a:pt x="1717329" y="1765808"/>
                  </a:lnTo>
                  <a:lnTo>
                    <a:pt x="1717302" y="1765762"/>
                  </a:lnTo>
                  <a:lnTo>
                    <a:pt x="1717239" y="1765655"/>
                  </a:lnTo>
                  <a:lnTo>
                    <a:pt x="1717217" y="1765607"/>
                  </a:lnTo>
                  <a:lnTo>
                    <a:pt x="1717137" y="1765433"/>
                  </a:lnTo>
                  <a:lnTo>
                    <a:pt x="1716964" y="1765124"/>
                  </a:lnTo>
                  <a:lnTo>
                    <a:pt x="1716857" y="1764967"/>
                  </a:lnTo>
                  <a:lnTo>
                    <a:pt x="1716770" y="1764839"/>
                  </a:lnTo>
                  <a:lnTo>
                    <a:pt x="1716710" y="1764775"/>
                  </a:lnTo>
                  <a:lnTo>
                    <a:pt x="1716645" y="1764705"/>
                  </a:lnTo>
                  <a:lnTo>
                    <a:pt x="1716532" y="1764534"/>
                  </a:lnTo>
                  <a:lnTo>
                    <a:pt x="1716510" y="1764500"/>
                  </a:lnTo>
                  <a:lnTo>
                    <a:pt x="1716428" y="1764324"/>
                  </a:lnTo>
                  <a:lnTo>
                    <a:pt x="1716413" y="1764245"/>
                  </a:lnTo>
                  <a:lnTo>
                    <a:pt x="1716426" y="1764220"/>
                  </a:lnTo>
                  <a:lnTo>
                    <a:pt x="1716474" y="1764126"/>
                  </a:lnTo>
                  <a:lnTo>
                    <a:pt x="1716530" y="1764015"/>
                  </a:lnTo>
                  <a:lnTo>
                    <a:pt x="1716541" y="1763988"/>
                  </a:lnTo>
                  <a:lnTo>
                    <a:pt x="1716551" y="1763974"/>
                  </a:lnTo>
                  <a:lnTo>
                    <a:pt x="1716560" y="1763965"/>
                  </a:lnTo>
                  <a:lnTo>
                    <a:pt x="1716589" y="1763921"/>
                  </a:lnTo>
                  <a:lnTo>
                    <a:pt x="1716602" y="1763896"/>
                  </a:lnTo>
                  <a:lnTo>
                    <a:pt x="1716607" y="1763891"/>
                  </a:lnTo>
                  <a:lnTo>
                    <a:pt x="1716632" y="1763860"/>
                  </a:lnTo>
                  <a:lnTo>
                    <a:pt x="1716681" y="1763785"/>
                  </a:lnTo>
                  <a:lnTo>
                    <a:pt x="1716744" y="1763701"/>
                  </a:lnTo>
                  <a:lnTo>
                    <a:pt x="1716768" y="1763677"/>
                  </a:lnTo>
                  <a:lnTo>
                    <a:pt x="1716781" y="1763660"/>
                  </a:lnTo>
                  <a:lnTo>
                    <a:pt x="1716807" y="1763608"/>
                  </a:lnTo>
                  <a:lnTo>
                    <a:pt x="1716831" y="1763567"/>
                  </a:lnTo>
                  <a:lnTo>
                    <a:pt x="1716845" y="1763526"/>
                  </a:lnTo>
                  <a:lnTo>
                    <a:pt x="1716851" y="1763507"/>
                  </a:lnTo>
                  <a:lnTo>
                    <a:pt x="1716863" y="1763410"/>
                  </a:lnTo>
                  <a:lnTo>
                    <a:pt x="1716875" y="1763362"/>
                  </a:lnTo>
                  <a:lnTo>
                    <a:pt x="1716869" y="1763292"/>
                  </a:lnTo>
                  <a:lnTo>
                    <a:pt x="1716864" y="1763282"/>
                  </a:lnTo>
                  <a:lnTo>
                    <a:pt x="1716848" y="1763172"/>
                  </a:lnTo>
                  <a:lnTo>
                    <a:pt x="1716844" y="1763026"/>
                  </a:lnTo>
                  <a:lnTo>
                    <a:pt x="1716847" y="1763011"/>
                  </a:lnTo>
                  <a:lnTo>
                    <a:pt x="1716878" y="1762888"/>
                  </a:lnTo>
                  <a:lnTo>
                    <a:pt x="1716966" y="1762804"/>
                  </a:lnTo>
                  <a:lnTo>
                    <a:pt x="1717070" y="1762698"/>
                  </a:lnTo>
                  <a:lnTo>
                    <a:pt x="1717075" y="1762633"/>
                  </a:lnTo>
                  <a:lnTo>
                    <a:pt x="1717131" y="1762361"/>
                  </a:lnTo>
                  <a:lnTo>
                    <a:pt x="1717196" y="1762044"/>
                  </a:lnTo>
                  <a:lnTo>
                    <a:pt x="1717227" y="1761895"/>
                  </a:lnTo>
                  <a:lnTo>
                    <a:pt x="1717249" y="1761786"/>
                  </a:lnTo>
                  <a:lnTo>
                    <a:pt x="1717209" y="1761608"/>
                  </a:lnTo>
                  <a:lnTo>
                    <a:pt x="1717128" y="1761247"/>
                  </a:lnTo>
                  <a:lnTo>
                    <a:pt x="1717101" y="1761126"/>
                  </a:lnTo>
                  <a:lnTo>
                    <a:pt x="1717041" y="1760858"/>
                  </a:lnTo>
                  <a:lnTo>
                    <a:pt x="1716847" y="1760597"/>
                  </a:lnTo>
                  <a:lnTo>
                    <a:pt x="1716804" y="1760539"/>
                  </a:lnTo>
                  <a:lnTo>
                    <a:pt x="1716001" y="1760691"/>
                  </a:lnTo>
                  <a:lnTo>
                    <a:pt x="1716010" y="1760724"/>
                  </a:lnTo>
                  <a:lnTo>
                    <a:pt x="1716097" y="1760898"/>
                  </a:lnTo>
                  <a:lnTo>
                    <a:pt x="1716123" y="1760954"/>
                  </a:lnTo>
                  <a:lnTo>
                    <a:pt x="1716130" y="1760976"/>
                  </a:lnTo>
                  <a:lnTo>
                    <a:pt x="1716133" y="1760990"/>
                  </a:lnTo>
                  <a:lnTo>
                    <a:pt x="1716116" y="1760987"/>
                  </a:lnTo>
                  <a:lnTo>
                    <a:pt x="1716102" y="1760985"/>
                  </a:lnTo>
                  <a:lnTo>
                    <a:pt x="1716025" y="1760964"/>
                  </a:lnTo>
                  <a:lnTo>
                    <a:pt x="1715864" y="1760920"/>
                  </a:lnTo>
                  <a:lnTo>
                    <a:pt x="1715870" y="1761003"/>
                  </a:lnTo>
                  <a:lnTo>
                    <a:pt x="1715882" y="1761096"/>
                  </a:lnTo>
                  <a:lnTo>
                    <a:pt x="1715875" y="1761168"/>
                  </a:lnTo>
                  <a:lnTo>
                    <a:pt x="1715861" y="1761173"/>
                  </a:lnTo>
                  <a:lnTo>
                    <a:pt x="1715827" y="1761173"/>
                  </a:lnTo>
                  <a:lnTo>
                    <a:pt x="1715798" y="1761160"/>
                  </a:lnTo>
                  <a:lnTo>
                    <a:pt x="1715778" y="1761127"/>
                  </a:lnTo>
                  <a:lnTo>
                    <a:pt x="1715766" y="1761083"/>
                  </a:lnTo>
                  <a:lnTo>
                    <a:pt x="1715749" y="1761011"/>
                  </a:lnTo>
                  <a:lnTo>
                    <a:pt x="1715742" y="1760967"/>
                  </a:lnTo>
                  <a:lnTo>
                    <a:pt x="1715723" y="1760898"/>
                  </a:lnTo>
                  <a:lnTo>
                    <a:pt x="1715686" y="1760863"/>
                  </a:lnTo>
                  <a:lnTo>
                    <a:pt x="1715621" y="1760794"/>
                  </a:lnTo>
                  <a:lnTo>
                    <a:pt x="1715560" y="1760777"/>
                  </a:lnTo>
                  <a:lnTo>
                    <a:pt x="1715463" y="1760786"/>
                  </a:lnTo>
                  <a:lnTo>
                    <a:pt x="1715449" y="1760791"/>
                  </a:lnTo>
                  <a:lnTo>
                    <a:pt x="1715428" y="1760847"/>
                  </a:lnTo>
                  <a:lnTo>
                    <a:pt x="1715430" y="1760927"/>
                  </a:lnTo>
                  <a:lnTo>
                    <a:pt x="1715453" y="1761011"/>
                  </a:lnTo>
                  <a:lnTo>
                    <a:pt x="1715473" y="1761051"/>
                  </a:lnTo>
                  <a:lnTo>
                    <a:pt x="1715530" y="1761163"/>
                  </a:lnTo>
                  <a:lnTo>
                    <a:pt x="1715533" y="1761171"/>
                  </a:lnTo>
                  <a:lnTo>
                    <a:pt x="1715540" y="1761271"/>
                  </a:lnTo>
                  <a:lnTo>
                    <a:pt x="1715541" y="1761298"/>
                  </a:lnTo>
                  <a:lnTo>
                    <a:pt x="1715546" y="1761457"/>
                  </a:lnTo>
                  <a:lnTo>
                    <a:pt x="1715547" y="1761488"/>
                  </a:lnTo>
                  <a:lnTo>
                    <a:pt x="1715528" y="1761527"/>
                  </a:lnTo>
                  <a:lnTo>
                    <a:pt x="1715506" y="1761532"/>
                  </a:lnTo>
                  <a:lnTo>
                    <a:pt x="1715491" y="1761530"/>
                  </a:lnTo>
                  <a:lnTo>
                    <a:pt x="1715479" y="1761517"/>
                  </a:lnTo>
                  <a:lnTo>
                    <a:pt x="1715411" y="1761378"/>
                  </a:lnTo>
                  <a:lnTo>
                    <a:pt x="1715385" y="1761323"/>
                  </a:lnTo>
                  <a:lnTo>
                    <a:pt x="1715323" y="1761189"/>
                  </a:lnTo>
                  <a:lnTo>
                    <a:pt x="1715269" y="1761076"/>
                  </a:lnTo>
                  <a:lnTo>
                    <a:pt x="1715242" y="1761010"/>
                  </a:lnTo>
                  <a:lnTo>
                    <a:pt x="1715213" y="1760972"/>
                  </a:lnTo>
                  <a:lnTo>
                    <a:pt x="1715095" y="1760756"/>
                  </a:lnTo>
                  <a:lnTo>
                    <a:pt x="1715081" y="1760729"/>
                  </a:lnTo>
                  <a:lnTo>
                    <a:pt x="1715072" y="1760710"/>
                  </a:lnTo>
                  <a:lnTo>
                    <a:pt x="1715000" y="1760573"/>
                  </a:lnTo>
                  <a:lnTo>
                    <a:pt x="1714933" y="1760455"/>
                  </a:lnTo>
                  <a:lnTo>
                    <a:pt x="1714897" y="1760396"/>
                  </a:lnTo>
                  <a:lnTo>
                    <a:pt x="1714807" y="1760264"/>
                  </a:lnTo>
                  <a:lnTo>
                    <a:pt x="1714803" y="1760258"/>
                  </a:lnTo>
                  <a:lnTo>
                    <a:pt x="1714799" y="1760253"/>
                  </a:lnTo>
                  <a:lnTo>
                    <a:pt x="1714753" y="1760186"/>
                  </a:lnTo>
                  <a:lnTo>
                    <a:pt x="1714749" y="1760179"/>
                  </a:lnTo>
                  <a:lnTo>
                    <a:pt x="1714742" y="1760169"/>
                  </a:lnTo>
                  <a:lnTo>
                    <a:pt x="1714688" y="1760089"/>
                  </a:lnTo>
                  <a:lnTo>
                    <a:pt x="1714475" y="1759777"/>
                  </a:lnTo>
                  <a:lnTo>
                    <a:pt x="1714468" y="1759768"/>
                  </a:lnTo>
                  <a:lnTo>
                    <a:pt x="1714395" y="1759661"/>
                  </a:lnTo>
                  <a:lnTo>
                    <a:pt x="1714297" y="1759508"/>
                  </a:lnTo>
                  <a:lnTo>
                    <a:pt x="1714225" y="1759402"/>
                  </a:lnTo>
                  <a:lnTo>
                    <a:pt x="1714215" y="1759388"/>
                  </a:lnTo>
                  <a:lnTo>
                    <a:pt x="1714150" y="1759292"/>
                  </a:lnTo>
                  <a:lnTo>
                    <a:pt x="1714136" y="1759272"/>
                  </a:lnTo>
                  <a:lnTo>
                    <a:pt x="1714118" y="1759244"/>
                  </a:lnTo>
                  <a:lnTo>
                    <a:pt x="1714110" y="1759233"/>
                  </a:lnTo>
                  <a:lnTo>
                    <a:pt x="1714087" y="1759200"/>
                  </a:lnTo>
                  <a:lnTo>
                    <a:pt x="1714046" y="1759142"/>
                  </a:lnTo>
                  <a:lnTo>
                    <a:pt x="1713989" y="1759062"/>
                  </a:lnTo>
                  <a:lnTo>
                    <a:pt x="1713919" y="1758963"/>
                  </a:lnTo>
                  <a:lnTo>
                    <a:pt x="1713874" y="1758899"/>
                  </a:lnTo>
                  <a:lnTo>
                    <a:pt x="1713767" y="1758751"/>
                  </a:lnTo>
                  <a:lnTo>
                    <a:pt x="1713745" y="1758719"/>
                  </a:lnTo>
                  <a:lnTo>
                    <a:pt x="1713738" y="1758709"/>
                  </a:lnTo>
                  <a:lnTo>
                    <a:pt x="1713716" y="1758678"/>
                  </a:lnTo>
                  <a:lnTo>
                    <a:pt x="1713619" y="1758568"/>
                  </a:lnTo>
                  <a:lnTo>
                    <a:pt x="1713597" y="1758544"/>
                  </a:lnTo>
                  <a:lnTo>
                    <a:pt x="1713531" y="1758450"/>
                  </a:lnTo>
                  <a:lnTo>
                    <a:pt x="1713482" y="1758380"/>
                  </a:lnTo>
                  <a:lnTo>
                    <a:pt x="1713455" y="1758342"/>
                  </a:lnTo>
                  <a:lnTo>
                    <a:pt x="1713449" y="1758333"/>
                  </a:lnTo>
                  <a:lnTo>
                    <a:pt x="1713419" y="1758286"/>
                  </a:lnTo>
                  <a:lnTo>
                    <a:pt x="1713395" y="1758249"/>
                  </a:lnTo>
                  <a:lnTo>
                    <a:pt x="1713390" y="1758240"/>
                  </a:lnTo>
                  <a:lnTo>
                    <a:pt x="1713359" y="1758186"/>
                  </a:lnTo>
                  <a:lnTo>
                    <a:pt x="1713348" y="1758167"/>
                  </a:lnTo>
                  <a:lnTo>
                    <a:pt x="1713249" y="1757984"/>
                  </a:lnTo>
                  <a:lnTo>
                    <a:pt x="1713170" y="1757821"/>
                  </a:lnTo>
                  <a:lnTo>
                    <a:pt x="1713067" y="1757609"/>
                  </a:lnTo>
                  <a:lnTo>
                    <a:pt x="1713063" y="1757600"/>
                  </a:lnTo>
                  <a:lnTo>
                    <a:pt x="1713060" y="1757593"/>
                  </a:lnTo>
                  <a:lnTo>
                    <a:pt x="1713025" y="1757504"/>
                  </a:lnTo>
                  <a:lnTo>
                    <a:pt x="1713016" y="1757478"/>
                  </a:lnTo>
                  <a:lnTo>
                    <a:pt x="1713011" y="1757460"/>
                  </a:lnTo>
                  <a:lnTo>
                    <a:pt x="1712926" y="1757152"/>
                  </a:lnTo>
                  <a:lnTo>
                    <a:pt x="1712917" y="1757108"/>
                  </a:lnTo>
                  <a:lnTo>
                    <a:pt x="1712911" y="1757070"/>
                  </a:lnTo>
                  <a:lnTo>
                    <a:pt x="1712909" y="1757055"/>
                  </a:lnTo>
                  <a:lnTo>
                    <a:pt x="1712903" y="1757012"/>
                  </a:lnTo>
                  <a:lnTo>
                    <a:pt x="1712899" y="1756986"/>
                  </a:lnTo>
                  <a:lnTo>
                    <a:pt x="1712896" y="1756959"/>
                  </a:lnTo>
                  <a:lnTo>
                    <a:pt x="1712892" y="1756926"/>
                  </a:lnTo>
                  <a:lnTo>
                    <a:pt x="1712874" y="1756872"/>
                  </a:lnTo>
                  <a:lnTo>
                    <a:pt x="1712864" y="1756842"/>
                  </a:lnTo>
                  <a:lnTo>
                    <a:pt x="1712799" y="1756560"/>
                  </a:lnTo>
                  <a:lnTo>
                    <a:pt x="1712775" y="1756460"/>
                  </a:lnTo>
                  <a:lnTo>
                    <a:pt x="1712771" y="1756442"/>
                  </a:lnTo>
                  <a:lnTo>
                    <a:pt x="1712710" y="1756171"/>
                  </a:lnTo>
                  <a:lnTo>
                    <a:pt x="1712654" y="1755910"/>
                  </a:lnTo>
                  <a:lnTo>
                    <a:pt x="1712651" y="1755896"/>
                  </a:lnTo>
                  <a:lnTo>
                    <a:pt x="1712648" y="1755882"/>
                  </a:lnTo>
                  <a:lnTo>
                    <a:pt x="1712628" y="1755789"/>
                  </a:lnTo>
                  <a:lnTo>
                    <a:pt x="1712614" y="1755688"/>
                  </a:lnTo>
                  <a:lnTo>
                    <a:pt x="1712612" y="1755669"/>
                  </a:lnTo>
                  <a:lnTo>
                    <a:pt x="1712601" y="1755561"/>
                  </a:lnTo>
                  <a:lnTo>
                    <a:pt x="1712569" y="1755186"/>
                  </a:lnTo>
                  <a:lnTo>
                    <a:pt x="1712568" y="1755173"/>
                  </a:lnTo>
                  <a:lnTo>
                    <a:pt x="1712567" y="1755161"/>
                  </a:lnTo>
                  <a:lnTo>
                    <a:pt x="1712566" y="1755110"/>
                  </a:lnTo>
                  <a:lnTo>
                    <a:pt x="1712548" y="1754524"/>
                  </a:lnTo>
                  <a:lnTo>
                    <a:pt x="1712547" y="1754491"/>
                  </a:lnTo>
                  <a:lnTo>
                    <a:pt x="1712547" y="1754473"/>
                  </a:lnTo>
                  <a:lnTo>
                    <a:pt x="1712547" y="1754313"/>
                  </a:lnTo>
                  <a:lnTo>
                    <a:pt x="1712548" y="1754184"/>
                  </a:lnTo>
                  <a:lnTo>
                    <a:pt x="1712550" y="1753974"/>
                  </a:lnTo>
                  <a:lnTo>
                    <a:pt x="1712555" y="1753923"/>
                  </a:lnTo>
                  <a:lnTo>
                    <a:pt x="1712560" y="1753882"/>
                  </a:lnTo>
                  <a:lnTo>
                    <a:pt x="1712573" y="1753777"/>
                  </a:lnTo>
                  <a:lnTo>
                    <a:pt x="1712578" y="1753743"/>
                  </a:lnTo>
                  <a:lnTo>
                    <a:pt x="1712580" y="1753729"/>
                  </a:lnTo>
                  <a:lnTo>
                    <a:pt x="1712662" y="1753348"/>
                  </a:lnTo>
                  <a:lnTo>
                    <a:pt x="1712687" y="1753233"/>
                  </a:lnTo>
                  <a:lnTo>
                    <a:pt x="1712725" y="1753059"/>
                  </a:lnTo>
                  <a:lnTo>
                    <a:pt x="1712726" y="1753052"/>
                  </a:lnTo>
                  <a:lnTo>
                    <a:pt x="1712731" y="1753009"/>
                  </a:lnTo>
                  <a:lnTo>
                    <a:pt x="1712734" y="1752969"/>
                  </a:lnTo>
                  <a:lnTo>
                    <a:pt x="1712738" y="1752895"/>
                  </a:lnTo>
                  <a:lnTo>
                    <a:pt x="1712746" y="1752819"/>
                  </a:lnTo>
                  <a:lnTo>
                    <a:pt x="1712747" y="1752779"/>
                  </a:lnTo>
                  <a:lnTo>
                    <a:pt x="1712748" y="1752739"/>
                  </a:lnTo>
                  <a:lnTo>
                    <a:pt x="1712748" y="1752701"/>
                  </a:lnTo>
                  <a:lnTo>
                    <a:pt x="1712774" y="1752693"/>
                  </a:lnTo>
                  <a:lnTo>
                    <a:pt x="1712864" y="1752736"/>
                  </a:lnTo>
                  <a:lnTo>
                    <a:pt x="1712886" y="1752747"/>
                  </a:lnTo>
                  <a:lnTo>
                    <a:pt x="1712911" y="1752750"/>
                  </a:lnTo>
                  <a:lnTo>
                    <a:pt x="1712994" y="1752780"/>
                  </a:lnTo>
                  <a:lnTo>
                    <a:pt x="1713116" y="1752845"/>
                  </a:lnTo>
                  <a:lnTo>
                    <a:pt x="1713130" y="1752853"/>
                  </a:lnTo>
                  <a:lnTo>
                    <a:pt x="1713135" y="1752858"/>
                  </a:lnTo>
                  <a:lnTo>
                    <a:pt x="1713242" y="1752902"/>
                  </a:lnTo>
                  <a:lnTo>
                    <a:pt x="1713258" y="1752899"/>
                  </a:lnTo>
                  <a:lnTo>
                    <a:pt x="1713287" y="1752882"/>
                  </a:lnTo>
                  <a:lnTo>
                    <a:pt x="1713300" y="1752866"/>
                  </a:lnTo>
                  <a:lnTo>
                    <a:pt x="1713305" y="1752859"/>
                  </a:lnTo>
                  <a:lnTo>
                    <a:pt x="1713305" y="1752837"/>
                  </a:lnTo>
                  <a:lnTo>
                    <a:pt x="1713305" y="1752806"/>
                  </a:lnTo>
                  <a:lnTo>
                    <a:pt x="1713291" y="1752684"/>
                  </a:lnTo>
                  <a:lnTo>
                    <a:pt x="1713290" y="1752676"/>
                  </a:lnTo>
                  <a:lnTo>
                    <a:pt x="1713290" y="1752637"/>
                  </a:lnTo>
                  <a:lnTo>
                    <a:pt x="1713290" y="1752594"/>
                  </a:lnTo>
                  <a:lnTo>
                    <a:pt x="1713285" y="1752563"/>
                  </a:lnTo>
                  <a:lnTo>
                    <a:pt x="1713242" y="1752549"/>
                  </a:lnTo>
                  <a:lnTo>
                    <a:pt x="1713213" y="1752539"/>
                  </a:lnTo>
                  <a:lnTo>
                    <a:pt x="1713191" y="1752538"/>
                  </a:lnTo>
                  <a:lnTo>
                    <a:pt x="1713177" y="1752592"/>
                  </a:lnTo>
                  <a:lnTo>
                    <a:pt x="1713174" y="1752605"/>
                  </a:lnTo>
                  <a:lnTo>
                    <a:pt x="1713168" y="1752653"/>
                  </a:lnTo>
                  <a:lnTo>
                    <a:pt x="1713167" y="1752660"/>
                  </a:lnTo>
                  <a:lnTo>
                    <a:pt x="1713161" y="1752703"/>
                  </a:lnTo>
                  <a:lnTo>
                    <a:pt x="1713157" y="1752738"/>
                  </a:lnTo>
                  <a:lnTo>
                    <a:pt x="1713133" y="1752759"/>
                  </a:lnTo>
                  <a:lnTo>
                    <a:pt x="1713107" y="1752759"/>
                  </a:lnTo>
                  <a:lnTo>
                    <a:pt x="1713068" y="1752740"/>
                  </a:lnTo>
                  <a:lnTo>
                    <a:pt x="1713004" y="1752708"/>
                  </a:lnTo>
                  <a:lnTo>
                    <a:pt x="1712997" y="1752689"/>
                  </a:lnTo>
                  <a:lnTo>
                    <a:pt x="1712987" y="1752660"/>
                  </a:lnTo>
                  <a:lnTo>
                    <a:pt x="1712985" y="1752649"/>
                  </a:lnTo>
                  <a:lnTo>
                    <a:pt x="1712982" y="1752633"/>
                  </a:lnTo>
                  <a:lnTo>
                    <a:pt x="1712970" y="1752564"/>
                  </a:lnTo>
                  <a:lnTo>
                    <a:pt x="1712957" y="1752488"/>
                  </a:lnTo>
                  <a:lnTo>
                    <a:pt x="1712955" y="1752478"/>
                  </a:lnTo>
                  <a:lnTo>
                    <a:pt x="1712974" y="1752396"/>
                  </a:lnTo>
                  <a:lnTo>
                    <a:pt x="1712976" y="1752390"/>
                  </a:lnTo>
                  <a:lnTo>
                    <a:pt x="1713004" y="1752348"/>
                  </a:lnTo>
                  <a:lnTo>
                    <a:pt x="1713011" y="1752338"/>
                  </a:lnTo>
                  <a:lnTo>
                    <a:pt x="1713017" y="1752327"/>
                  </a:lnTo>
                  <a:lnTo>
                    <a:pt x="1713028" y="1752307"/>
                  </a:lnTo>
                  <a:lnTo>
                    <a:pt x="1713032" y="1752300"/>
                  </a:lnTo>
                  <a:lnTo>
                    <a:pt x="1713038" y="1752284"/>
                  </a:lnTo>
                  <a:lnTo>
                    <a:pt x="1713059" y="1752236"/>
                  </a:lnTo>
                  <a:lnTo>
                    <a:pt x="1713064" y="1752223"/>
                  </a:lnTo>
                  <a:lnTo>
                    <a:pt x="1713067" y="1752215"/>
                  </a:lnTo>
                  <a:lnTo>
                    <a:pt x="1713079" y="1752188"/>
                  </a:lnTo>
                  <a:lnTo>
                    <a:pt x="1713102" y="1752141"/>
                  </a:lnTo>
                  <a:lnTo>
                    <a:pt x="1713112" y="1752109"/>
                  </a:lnTo>
                  <a:lnTo>
                    <a:pt x="1713117" y="1752090"/>
                  </a:lnTo>
                  <a:lnTo>
                    <a:pt x="1713124" y="1752071"/>
                  </a:lnTo>
                  <a:lnTo>
                    <a:pt x="1713135" y="1752037"/>
                  </a:lnTo>
                  <a:lnTo>
                    <a:pt x="1713139" y="1752031"/>
                  </a:lnTo>
                  <a:lnTo>
                    <a:pt x="1713150" y="1752010"/>
                  </a:lnTo>
                  <a:lnTo>
                    <a:pt x="1713188" y="1751928"/>
                  </a:lnTo>
                  <a:lnTo>
                    <a:pt x="1713211" y="1751868"/>
                  </a:lnTo>
                  <a:lnTo>
                    <a:pt x="1713220" y="1751843"/>
                  </a:lnTo>
                  <a:lnTo>
                    <a:pt x="1713228" y="1751818"/>
                  </a:lnTo>
                  <a:lnTo>
                    <a:pt x="1713245" y="1751777"/>
                  </a:lnTo>
                  <a:lnTo>
                    <a:pt x="1713249" y="1751762"/>
                  </a:lnTo>
                  <a:lnTo>
                    <a:pt x="1713252" y="1751752"/>
                  </a:lnTo>
                  <a:lnTo>
                    <a:pt x="1713257" y="1751737"/>
                  </a:lnTo>
                  <a:lnTo>
                    <a:pt x="1713263" y="1751716"/>
                  </a:lnTo>
                  <a:lnTo>
                    <a:pt x="1713264" y="1751707"/>
                  </a:lnTo>
                  <a:lnTo>
                    <a:pt x="1713264" y="1751701"/>
                  </a:lnTo>
                  <a:lnTo>
                    <a:pt x="1713269" y="1751682"/>
                  </a:lnTo>
                  <a:lnTo>
                    <a:pt x="1713273" y="1751646"/>
                  </a:lnTo>
                  <a:lnTo>
                    <a:pt x="1713276" y="1751604"/>
                  </a:lnTo>
                  <a:lnTo>
                    <a:pt x="1713281" y="1751556"/>
                  </a:lnTo>
                  <a:lnTo>
                    <a:pt x="1713289" y="1751500"/>
                  </a:lnTo>
                  <a:lnTo>
                    <a:pt x="1713295" y="1751456"/>
                  </a:lnTo>
                  <a:lnTo>
                    <a:pt x="1713300" y="1751419"/>
                  </a:lnTo>
                  <a:lnTo>
                    <a:pt x="1713313" y="1751370"/>
                  </a:lnTo>
                  <a:lnTo>
                    <a:pt x="1713319" y="1751303"/>
                  </a:lnTo>
                  <a:lnTo>
                    <a:pt x="1713321" y="1751284"/>
                  </a:lnTo>
                  <a:lnTo>
                    <a:pt x="1713327" y="1751219"/>
                  </a:lnTo>
                  <a:lnTo>
                    <a:pt x="1713335" y="1751185"/>
                  </a:lnTo>
                  <a:lnTo>
                    <a:pt x="1713342" y="1751161"/>
                  </a:lnTo>
                  <a:lnTo>
                    <a:pt x="1713349" y="1751139"/>
                  </a:lnTo>
                  <a:lnTo>
                    <a:pt x="1713367" y="1751082"/>
                  </a:lnTo>
                  <a:lnTo>
                    <a:pt x="1713377" y="1751031"/>
                  </a:lnTo>
                  <a:lnTo>
                    <a:pt x="1713386" y="1750985"/>
                  </a:lnTo>
                  <a:lnTo>
                    <a:pt x="1713401" y="1750909"/>
                  </a:lnTo>
                  <a:lnTo>
                    <a:pt x="1713407" y="1750880"/>
                  </a:lnTo>
                  <a:lnTo>
                    <a:pt x="1713411" y="1750860"/>
                  </a:lnTo>
                  <a:lnTo>
                    <a:pt x="1713417" y="1750818"/>
                  </a:lnTo>
                  <a:lnTo>
                    <a:pt x="1713428" y="1750773"/>
                  </a:lnTo>
                  <a:lnTo>
                    <a:pt x="1713434" y="1750745"/>
                  </a:lnTo>
                  <a:lnTo>
                    <a:pt x="1713442" y="1750716"/>
                  </a:lnTo>
                  <a:lnTo>
                    <a:pt x="1713451" y="1750676"/>
                  </a:lnTo>
                  <a:lnTo>
                    <a:pt x="1713456" y="1750623"/>
                  </a:lnTo>
                  <a:lnTo>
                    <a:pt x="1713464" y="1750596"/>
                  </a:lnTo>
                  <a:lnTo>
                    <a:pt x="1713471" y="1750577"/>
                  </a:lnTo>
                  <a:lnTo>
                    <a:pt x="1713478" y="1750559"/>
                  </a:lnTo>
                  <a:lnTo>
                    <a:pt x="1713489" y="1750530"/>
                  </a:lnTo>
                  <a:lnTo>
                    <a:pt x="1713495" y="1750513"/>
                  </a:lnTo>
                  <a:lnTo>
                    <a:pt x="1713498" y="1750497"/>
                  </a:lnTo>
                  <a:lnTo>
                    <a:pt x="1713504" y="1750478"/>
                  </a:lnTo>
                  <a:lnTo>
                    <a:pt x="1713509" y="1750462"/>
                  </a:lnTo>
                  <a:lnTo>
                    <a:pt x="1713513" y="1750445"/>
                  </a:lnTo>
                  <a:lnTo>
                    <a:pt x="1713512" y="1750436"/>
                  </a:lnTo>
                  <a:lnTo>
                    <a:pt x="1713515" y="1750427"/>
                  </a:lnTo>
                  <a:lnTo>
                    <a:pt x="1713524" y="1750403"/>
                  </a:lnTo>
                  <a:lnTo>
                    <a:pt x="1713549" y="1750322"/>
                  </a:lnTo>
                  <a:lnTo>
                    <a:pt x="1713564" y="1750248"/>
                  </a:lnTo>
                  <a:lnTo>
                    <a:pt x="1713594" y="1750160"/>
                  </a:lnTo>
                  <a:lnTo>
                    <a:pt x="1713610" y="1750109"/>
                  </a:lnTo>
                  <a:lnTo>
                    <a:pt x="1713640" y="1750053"/>
                  </a:lnTo>
                  <a:lnTo>
                    <a:pt x="1713667" y="1750004"/>
                  </a:lnTo>
                  <a:lnTo>
                    <a:pt x="1713674" y="1749980"/>
                  </a:lnTo>
                  <a:lnTo>
                    <a:pt x="1713687" y="1749957"/>
                  </a:lnTo>
                  <a:lnTo>
                    <a:pt x="1713700" y="1749919"/>
                  </a:lnTo>
                  <a:lnTo>
                    <a:pt x="1713727" y="1749824"/>
                  </a:lnTo>
                  <a:lnTo>
                    <a:pt x="1713731" y="1749809"/>
                  </a:lnTo>
                  <a:lnTo>
                    <a:pt x="1713749" y="1749755"/>
                  </a:lnTo>
                  <a:lnTo>
                    <a:pt x="1713756" y="1749735"/>
                  </a:lnTo>
                  <a:lnTo>
                    <a:pt x="1713797" y="1749723"/>
                  </a:lnTo>
                  <a:lnTo>
                    <a:pt x="1713882" y="1749759"/>
                  </a:lnTo>
                  <a:lnTo>
                    <a:pt x="1713907" y="1749770"/>
                  </a:lnTo>
                  <a:lnTo>
                    <a:pt x="1713973" y="1749770"/>
                  </a:lnTo>
                  <a:lnTo>
                    <a:pt x="1713985" y="1749761"/>
                  </a:lnTo>
                  <a:lnTo>
                    <a:pt x="1714050" y="1749701"/>
                  </a:lnTo>
                  <a:lnTo>
                    <a:pt x="1714070" y="1749677"/>
                  </a:lnTo>
                  <a:lnTo>
                    <a:pt x="1714089" y="1749656"/>
                  </a:lnTo>
                  <a:lnTo>
                    <a:pt x="1714102" y="1749636"/>
                  </a:lnTo>
                  <a:lnTo>
                    <a:pt x="1714136" y="1749586"/>
                  </a:lnTo>
                  <a:lnTo>
                    <a:pt x="1714165" y="1749543"/>
                  </a:lnTo>
                  <a:lnTo>
                    <a:pt x="1714260" y="1749334"/>
                  </a:lnTo>
                  <a:lnTo>
                    <a:pt x="1714265" y="1749322"/>
                  </a:lnTo>
                  <a:lnTo>
                    <a:pt x="1714312" y="1749148"/>
                  </a:lnTo>
                  <a:lnTo>
                    <a:pt x="1714329" y="1749093"/>
                  </a:lnTo>
                  <a:lnTo>
                    <a:pt x="1714372" y="1748960"/>
                  </a:lnTo>
                  <a:lnTo>
                    <a:pt x="1714375" y="1748953"/>
                  </a:lnTo>
                  <a:lnTo>
                    <a:pt x="1714379" y="1748940"/>
                  </a:lnTo>
                  <a:lnTo>
                    <a:pt x="1714462" y="1748597"/>
                  </a:lnTo>
                  <a:lnTo>
                    <a:pt x="1714465" y="1748579"/>
                  </a:lnTo>
                  <a:lnTo>
                    <a:pt x="1714487" y="1748511"/>
                  </a:lnTo>
                  <a:lnTo>
                    <a:pt x="1714527" y="1748236"/>
                  </a:lnTo>
                  <a:lnTo>
                    <a:pt x="1714543" y="1748126"/>
                  </a:lnTo>
                  <a:lnTo>
                    <a:pt x="1714555" y="1748048"/>
                  </a:lnTo>
                  <a:lnTo>
                    <a:pt x="1714586" y="1747884"/>
                  </a:lnTo>
                  <a:lnTo>
                    <a:pt x="1714620" y="1747713"/>
                  </a:lnTo>
                  <a:lnTo>
                    <a:pt x="1714711" y="1747240"/>
                  </a:lnTo>
                  <a:lnTo>
                    <a:pt x="1714689" y="1747065"/>
                  </a:lnTo>
                  <a:lnTo>
                    <a:pt x="1714669" y="1746905"/>
                  </a:lnTo>
                  <a:lnTo>
                    <a:pt x="1714581" y="1746695"/>
                  </a:lnTo>
                  <a:lnTo>
                    <a:pt x="1714578" y="1746687"/>
                  </a:lnTo>
                  <a:lnTo>
                    <a:pt x="1714495" y="1746490"/>
                  </a:lnTo>
                  <a:lnTo>
                    <a:pt x="1714046" y="1745670"/>
                  </a:lnTo>
                  <a:lnTo>
                    <a:pt x="1714020" y="1745634"/>
                  </a:lnTo>
                  <a:lnTo>
                    <a:pt x="1713949" y="1745538"/>
                  </a:lnTo>
                  <a:lnTo>
                    <a:pt x="1713937" y="1745521"/>
                  </a:lnTo>
                  <a:lnTo>
                    <a:pt x="1713814" y="1745354"/>
                  </a:lnTo>
                  <a:lnTo>
                    <a:pt x="1713737" y="1745249"/>
                  </a:lnTo>
                  <a:lnTo>
                    <a:pt x="1713268" y="1744539"/>
                  </a:lnTo>
                  <a:lnTo>
                    <a:pt x="1713084" y="1744157"/>
                  </a:lnTo>
                  <a:lnTo>
                    <a:pt x="1713047" y="1743966"/>
                  </a:lnTo>
                  <a:lnTo>
                    <a:pt x="1713050" y="1743954"/>
                  </a:lnTo>
                  <a:lnTo>
                    <a:pt x="1713066" y="1743891"/>
                  </a:lnTo>
                  <a:lnTo>
                    <a:pt x="1713076" y="1743859"/>
                  </a:lnTo>
                  <a:lnTo>
                    <a:pt x="1713354" y="1743208"/>
                  </a:lnTo>
                  <a:lnTo>
                    <a:pt x="1713365" y="1743191"/>
                  </a:lnTo>
                  <a:lnTo>
                    <a:pt x="1713891" y="1742333"/>
                  </a:lnTo>
                  <a:lnTo>
                    <a:pt x="1714572" y="1741473"/>
                  </a:lnTo>
                  <a:lnTo>
                    <a:pt x="1715153" y="1740971"/>
                  </a:lnTo>
                  <a:lnTo>
                    <a:pt x="1715294" y="1740828"/>
                  </a:lnTo>
                  <a:lnTo>
                    <a:pt x="1715336" y="1740779"/>
                  </a:lnTo>
                  <a:lnTo>
                    <a:pt x="1715363" y="1740749"/>
                  </a:lnTo>
                  <a:lnTo>
                    <a:pt x="1715383" y="1740721"/>
                  </a:lnTo>
                  <a:lnTo>
                    <a:pt x="1715394" y="1740701"/>
                  </a:lnTo>
                  <a:lnTo>
                    <a:pt x="1715404" y="1740684"/>
                  </a:lnTo>
                  <a:lnTo>
                    <a:pt x="1715417" y="1740661"/>
                  </a:lnTo>
                  <a:lnTo>
                    <a:pt x="1715423" y="1740651"/>
                  </a:lnTo>
                  <a:lnTo>
                    <a:pt x="1715419" y="1740645"/>
                  </a:lnTo>
                  <a:lnTo>
                    <a:pt x="1715414" y="1740637"/>
                  </a:lnTo>
                  <a:lnTo>
                    <a:pt x="1715415" y="1740631"/>
                  </a:lnTo>
                  <a:lnTo>
                    <a:pt x="1715418" y="1740625"/>
                  </a:lnTo>
                  <a:lnTo>
                    <a:pt x="1715427" y="1740611"/>
                  </a:lnTo>
                  <a:lnTo>
                    <a:pt x="1715452" y="1740568"/>
                  </a:lnTo>
                  <a:lnTo>
                    <a:pt x="1715469" y="1740539"/>
                  </a:lnTo>
                  <a:lnTo>
                    <a:pt x="1715483" y="1740521"/>
                  </a:lnTo>
                  <a:lnTo>
                    <a:pt x="1715490" y="1740510"/>
                  </a:lnTo>
                  <a:lnTo>
                    <a:pt x="1715512" y="1740484"/>
                  </a:lnTo>
                  <a:lnTo>
                    <a:pt x="1715519" y="1740473"/>
                  </a:lnTo>
                  <a:lnTo>
                    <a:pt x="1715528" y="1740460"/>
                  </a:lnTo>
                  <a:lnTo>
                    <a:pt x="1715543" y="1740439"/>
                  </a:lnTo>
                  <a:lnTo>
                    <a:pt x="1715575" y="1740395"/>
                  </a:lnTo>
                  <a:lnTo>
                    <a:pt x="1715586" y="1740380"/>
                  </a:lnTo>
                  <a:lnTo>
                    <a:pt x="1715593" y="1740370"/>
                  </a:lnTo>
                  <a:lnTo>
                    <a:pt x="1715598" y="1740366"/>
                  </a:lnTo>
                  <a:lnTo>
                    <a:pt x="1715604" y="1740364"/>
                  </a:lnTo>
                  <a:lnTo>
                    <a:pt x="1715612" y="1740353"/>
                  </a:lnTo>
                  <a:lnTo>
                    <a:pt x="1715621" y="1740340"/>
                  </a:lnTo>
                  <a:lnTo>
                    <a:pt x="1715635" y="1740326"/>
                  </a:lnTo>
                  <a:lnTo>
                    <a:pt x="1715655" y="1740306"/>
                  </a:lnTo>
                  <a:lnTo>
                    <a:pt x="1715664" y="1740299"/>
                  </a:lnTo>
                  <a:lnTo>
                    <a:pt x="1715705" y="1740263"/>
                  </a:lnTo>
                  <a:lnTo>
                    <a:pt x="1715797" y="1740182"/>
                  </a:lnTo>
                  <a:lnTo>
                    <a:pt x="1715813" y="1740169"/>
                  </a:lnTo>
                  <a:lnTo>
                    <a:pt x="1715848" y="1740142"/>
                  </a:lnTo>
                  <a:lnTo>
                    <a:pt x="1715866" y="1740137"/>
                  </a:lnTo>
                  <a:lnTo>
                    <a:pt x="1715965" y="1740160"/>
                  </a:lnTo>
                  <a:lnTo>
                    <a:pt x="1715986" y="1740192"/>
                  </a:lnTo>
                  <a:lnTo>
                    <a:pt x="1716031" y="1740264"/>
                  </a:lnTo>
                  <a:lnTo>
                    <a:pt x="1716040" y="1740292"/>
                  </a:lnTo>
                  <a:lnTo>
                    <a:pt x="1716073" y="1740387"/>
                  </a:lnTo>
                  <a:lnTo>
                    <a:pt x="1716073" y="1740393"/>
                  </a:lnTo>
                  <a:lnTo>
                    <a:pt x="1716069" y="1740409"/>
                  </a:lnTo>
                  <a:lnTo>
                    <a:pt x="1716063" y="1740432"/>
                  </a:lnTo>
                  <a:lnTo>
                    <a:pt x="1716057" y="1740447"/>
                  </a:lnTo>
                  <a:lnTo>
                    <a:pt x="1716047" y="1740474"/>
                  </a:lnTo>
                  <a:lnTo>
                    <a:pt x="1716031" y="1740488"/>
                  </a:lnTo>
                  <a:lnTo>
                    <a:pt x="1716007" y="1740512"/>
                  </a:lnTo>
                  <a:lnTo>
                    <a:pt x="1715996" y="1740533"/>
                  </a:lnTo>
                  <a:lnTo>
                    <a:pt x="1715991" y="1740570"/>
                  </a:lnTo>
                  <a:lnTo>
                    <a:pt x="1715985" y="1740661"/>
                  </a:lnTo>
                  <a:lnTo>
                    <a:pt x="1715989" y="1740719"/>
                  </a:lnTo>
                  <a:lnTo>
                    <a:pt x="1715995" y="1740813"/>
                  </a:lnTo>
                  <a:lnTo>
                    <a:pt x="1715997" y="1740950"/>
                  </a:lnTo>
                  <a:lnTo>
                    <a:pt x="1716001" y="1740974"/>
                  </a:lnTo>
                  <a:lnTo>
                    <a:pt x="1716011" y="1741024"/>
                  </a:lnTo>
                  <a:lnTo>
                    <a:pt x="1716015" y="1741044"/>
                  </a:lnTo>
                  <a:lnTo>
                    <a:pt x="1716045" y="1741102"/>
                  </a:lnTo>
                  <a:lnTo>
                    <a:pt x="1716052" y="1741125"/>
                  </a:lnTo>
                  <a:lnTo>
                    <a:pt x="1716054" y="1741132"/>
                  </a:lnTo>
                  <a:lnTo>
                    <a:pt x="1716064" y="1741158"/>
                  </a:lnTo>
                  <a:lnTo>
                    <a:pt x="1716108" y="1741236"/>
                  </a:lnTo>
                  <a:lnTo>
                    <a:pt x="1716118" y="1741253"/>
                  </a:lnTo>
                  <a:lnTo>
                    <a:pt x="1716236" y="1741428"/>
                  </a:lnTo>
                  <a:lnTo>
                    <a:pt x="1716241" y="1741435"/>
                  </a:lnTo>
                  <a:lnTo>
                    <a:pt x="1716320" y="1741546"/>
                  </a:lnTo>
                  <a:lnTo>
                    <a:pt x="1716339" y="1741577"/>
                  </a:lnTo>
                  <a:lnTo>
                    <a:pt x="1716344" y="1741585"/>
                  </a:lnTo>
                  <a:lnTo>
                    <a:pt x="1716381" y="1741629"/>
                  </a:lnTo>
                  <a:lnTo>
                    <a:pt x="1716402" y="1741657"/>
                  </a:lnTo>
                  <a:lnTo>
                    <a:pt x="1716463" y="1741703"/>
                  </a:lnTo>
                  <a:lnTo>
                    <a:pt x="1716496" y="1741726"/>
                  </a:lnTo>
                  <a:lnTo>
                    <a:pt x="1716506" y="1741732"/>
                  </a:lnTo>
                  <a:lnTo>
                    <a:pt x="1716612" y="1741805"/>
                  </a:lnTo>
                  <a:lnTo>
                    <a:pt x="1716634" y="1741820"/>
                  </a:lnTo>
                  <a:lnTo>
                    <a:pt x="1716702" y="1741866"/>
                  </a:lnTo>
                  <a:lnTo>
                    <a:pt x="1716707" y="1741869"/>
                  </a:lnTo>
                  <a:lnTo>
                    <a:pt x="1716724" y="1741876"/>
                  </a:lnTo>
                  <a:lnTo>
                    <a:pt x="1716754" y="1741888"/>
                  </a:lnTo>
                  <a:lnTo>
                    <a:pt x="1716895" y="1741921"/>
                  </a:lnTo>
                  <a:lnTo>
                    <a:pt x="1716997" y="1741947"/>
                  </a:lnTo>
                  <a:lnTo>
                    <a:pt x="1717049" y="1741959"/>
                  </a:lnTo>
                  <a:lnTo>
                    <a:pt x="1717055" y="1741960"/>
                  </a:lnTo>
                  <a:lnTo>
                    <a:pt x="1717075" y="1741965"/>
                  </a:lnTo>
                  <a:lnTo>
                    <a:pt x="1717090" y="1741967"/>
                  </a:lnTo>
                  <a:lnTo>
                    <a:pt x="1717154" y="1741975"/>
                  </a:lnTo>
                  <a:lnTo>
                    <a:pt x="1717298" y="1741991"/>
                  </a:lnTo>
                  <a:lnTo>
                    <a:pt x="1717367" y="1741999"/>
                  </a:lnTo>
                  <a:lnTo>
                    <a:pt x="1717382" y="1741999"/>
                  </a:lnTo>
                  <a:lnTo>
                    <a:pt x="1717388" y="1741993"/>
                  </a:lnTo>
                  <a:lnTo>
                    <a:pt x="1717390" y="1741973"/>
                  </a:lnTo>
                  <a:lnTo>
                    <a:pt x="1717393" y="1741966"/>
                  </a:lnTo>
                  <a:lnTo>
                    <a:pt x="1717396" y="1741958"/>
                  </a:lnTo>
                  <a:lnTo>
                    <a:pt x="1717396" y="1741946"/>
                  </a:lnTo>
                  <a:lnTo>
                    <a:pt x="1717387" y="1741933"/>
                  </a:lnTo>
                  <a:lnTo>
                    <a:pt x="1717380" y="1741924"/>
                  </a:lnTo>
                  <a:lnTo>
                    <a:pt x="1717326" y="1741892"/>
                  </a:lnTo>
                  <a:lnTo>
                    <a:pt x="1717316" y="1741889"/>
                  </a:lnTo>
                  <a:lnTo>
                    <a:pt x="1717305" y="1741888"/>
                  </a:lnTo>
                  <a:lnTo>
                    <a:pt x="1717281" y="1741889"/>
                  </a:lnTo>
                  <a:lnTo>
                    <a:pt x="1717258" y="1741891"/>
                  </a:lnTo>
                  <a:lnTo>
                    <a:pt x="1717244" y="1741894"/>
                  </a:lnTo>
                  <a:lnTo>
                    <a:pt x="1717223" y="1741894"/>
                  </a:lnTo>
                  <a:lnTo>
                    <a:pt x="1717196" y="1741894"/>
                  </a:lnTo>
                  <a:lnTo>
                    <a:pt x="1717161" y="1741888"/>
                  </a:lnTo>
                  <a:lnTo>
                    <a:pt x="1716906" y="1741825"/>
                  </a:lnTo>
                  <a:lnTo>
                    <a:pt x="1716836" y="1741800"/>
                  </a:lnTo>
                  <a:lnTo>
                    <a:pt x="1716817" y="1741791"/>
                  </a:lnTo>
                  <a:lnTo>
                    <a:pt x="1716780" y="1741774"/>
                  </a:lnTo>
                  <a:lnTo>
                    <a:pt x="1716547" y="1741625"/>
                  </a:lnTo>
                  <a:lnTo>
                    <a:pt x="1716470" y="1741563"/>
                  </a:lnTo>
                  <a:lnTo>
                    <a:pt x="1716464" y="1741555"/>
                  </a:lnTo>
                  <a:lnTo>
                    <a:pt x="1716452" y="1741535"/>
                  </a:lnTo>
                  <a:lnTo>
                    <a:pt x="1716441" y="1741509"/>
                  </a:lnTo>
                  <a:lnTo>
                    <a:pt x="1716445" y="1741487"/>
                  </a:lnTo>
                  <a:lnTo>
                    <a:pt x="1716464" y="1741476"/>
                  </a:lnTo>
                  <a:lnTo>
                    <a:pt x="1716493" y="1741471"/>
                  </a:lnTo>
                  <a:lnTo>
                    <a:pt x="1716512" y="1741469"/>
                  </a:lnTo>
                  <a:lnTo>
                    <a:pt x="1716537" y="1741449"/>
                  </a:lnTo>
                  <a:lnTo>
                    <a:pt x="1716562" y="1741438"/>
                  </a:lnTo>
                  <a:lnTo>
                    <a:pt x="1716561" y="1741426"/>
                  </a:lnTo>
                  <a:lnTo>
                    <a:pt x="1716556" y="1741382"/>
                  </a:lnTo>
                  <a:lnTo>
                    <a:pt x="1716536" y="1741343"/>
                  </a:lnTo>
                  <a:lnTo>
                    <a:pt x="1716512" y="1741338"/>
                  </a:lnTo>
                  <a:lnTo>
                    <a:pt x="1716492" y="1741336"/>
                  </a:lnTo>
                  <a:lnTo>
                    <a:pt x="1716473" y="1741280"/>
                  </a:lnTo>
                  <a:lnTo>
                    <a:pt x="1716460" y="1741234"/>
                  </a:lnTo>
                  <a:lnTo>
                    <a:pt x="1716439" y="1741177"/>
                  </a:lnTo>
                  <a:lnTo>
                    <a:pt x="1716430" y="1741140"/>
                  </a:lnTo>
                  <a:lnTo>
                    <a:pt x="1716397" y="1741084"/>
                  </a:lnTo>
                  <a:lnTo>
                    <a:pt x="1716356" y="1741033"/>
                  </a:lnTo>
                  <a:lnTo>
                    <a:pt x="1716281" y="1740940"/>
                  </a:lnTo>
                  <a:lnTo>
                    <a:pt x="1716269" y="1740914"/>
                  </a:lnTo>
                  <a:lnTo>
                    <a:pt x="1716260" y="1740899"/>
                  </a:lnTo>
                  <a:lnTo>
                    <a:pt x="1716233" y="1740847"/>
                  </a:lnTo>
                  <a:lnTo>
                    <a:pt x="1716227" y="1740836"/>
                  </a:lnTo>
                  <a:lnTo>
                    <a:pt x="1716210" y="1740797"/>
                  </a:lnTo>
                  <a:lnTo>
                    <a:pt x="1716198" y="1740770"/>
                  </a:lnTo>
                  <a:lnTo>
                    <a:pt x="1716188" y="1740709"/>
                  </a:lnTo>
                  <a:lnTo>
                    <a:pt x="1716177" y="1740647"/>
                  </a:lnTo>
                  <a:lnTo>
                    <a:pt x="1716179" y="1740639"/>
                  </a:lnTo>
                  <a:lnTo>
                    <a:pt x="1716177" y="1740632"/>
                  </a:lnTo>
                  <a:lnTo>
                    <a:pt x="1716187" y="1740606"/>
                  </a:lnTo>
                  <a:lnTo>
                    <a:pt x="1716196" y="1740583"/>
                  </a:lnTo>
                  <a:lnTo>
                    <a:pt x="1716216" y="1740540"/>
                  </a:lnTo>
                  <a:lnTo>
                    <a:pt x="1716253" y="1740473"/>
                  </a:lnTo>
                  <a:lnTo>
                    <a:pt x="1716324" y="1740374"/>
                  </a:lnTo>
                  <a:lnTo>
                    <a:pt x="1716388" y="1740285"/>
                  </a:lnTo>
                  <a:lnTo>
                    <a:pt x="1716431" y="1740238"/>
                  </a:lnTo>
                  <a:lnTo>
                    <a:pt x="1716438" y="1740230"/>
                  </a:lnTo>
                  <a:lnTo>
                    <a:pt x="1716506" y="1740156"/>
                  </a:lnTo>
                  <a:lnTo>
                    <a:pt x="1716520" y="1740144"/>
                  </a:lnTo>
                  <a:lnTo>
                    <a:pt x="1716567" y="1740108"/>
                  </a:lnTo>
                  <a:lnTo>
                    <a:pt x="1716578" y="1740104"/>
                  </a:lnTo>
                  <a:lnTo>
                    <a:pt x="1716591" y="1740101"/>
                  </a:lnTo>
                  <a:lnTo>
                    <a:pt x="1716602" y="1740105"/>
                  </a:lnTo>
                  <a:lnTo>
                    <a:pt x="1716606" y="1740112"/>
                  </a:lnTo>
                  <a:lnTo>
                    <a:pt x="1716617" y="1740127"/>
                  </a:lnTo>
                  <a:lnTo>
                    <a:pt x="1716633" y="1740166"/>
                  </a:lnTo>
                  <a:lnTo>
                    <a:pt x="1716635" y="1740171"/>
                  </a:lnTo>
                  <a:lnTo>
                    <a:pt x="1716650" y="1740185"/>
                  </a:lnTo>
                  <a:lnTo>
                    <a:pt x="1716664" y="1740189"/>
                  </a:lnTo>
                  <a:lnTo>
                    <a:pt x="1716699" y="1740192"/>
                  </a:lnTo>
                  <a:lnTo>
                    <a:pt x="1716716" y="1740175"/>
                  </a:lnTo>
                  <a:lnTo>
                    <a:pt x="1716739" y="1740153"/>
                  </a:lnTo>
                  <a:lnTo>
                    <a:pt x="1716802" y="1740091"/>
                  </a:lnTo>
                  <a:lnTo>
                    <a:pt x="1716808" y="1740084"/>
                  </a:lnTo>
                  <a:lnTo>
                    <a:pt x="1716863" y="1739981"/>
                  </a:lnTo>
                  <a:lnTo>
                    <a:pt x="1716894" y="1739935"/>
                  </a:lnTo>
                  <a:lnTo>
                    <a:pt x="1716923" y="1739892"/>
                  </a:lnTo>
                  <a:lnTo>
                    <a:pt x="1716944" y="1739858"/>
                  </a:lnTo>
                  <a:lnTo>
                    <a:pt x="1716950" y="1739850"/>
                  </a:lnTo>
                  <a:lnTo>
                    <a:pt x="1717061" y="1739677"/>
                  </a:lnTo>
                  <a:lnTo>
                    <a:pt x="1717114" y="1739595"/>
                  </a:lnTo>
                  <a:lnTo>
                    <a:pt x="1717189" y="1739480"/>
                  </a:lnTo>
                  <a:lnTo>
                    <a:pt x="1717259" y="1739375"/>
                  </a:lnTo>
                  <a:lnTo>
                    <a:pt x="1717280" y="1739349"/>
                  </a:lnTo>
                  <a:lnTo>
                    <a:pt x="1717301" y="1739322"/>
                  </a:lnTo>
                  <a:lnTo>
                    <a:pt x="1717315" y="1739305"/>
                  </a:lnTo>
                  <a:lnTo>
                    <a:pt x="1717332" y="1739286"/>
                  </a:lnTo>
                  <a:lnTo>
                    <a:pt x="1717351" y="1739255"/>
                  </a:lnTo>
                  <a:lnTo>
                    <a:pt x="1717382" y="1739203"/>
                  </a:lnTo>
                  <a:lnTo>
                    <a:pt x="1717427" y="1739124"/>
                  </a:lnTo>
                  <a:lnTo>
                    <a:pt x="1717457" y="1739059"/>
                  </a:lnTo>
                  <a:lnTo>
                    <a:pt x="1717466" y="1739038"/>
                  </a:lnTo>
                  <a:lnTo>
                    <a:pt x="1717481" y="1739006"/>
                  </a:lnTo>
                  <a:lnTo>
                    <a:pt x="1717570" y="1738745"/>
                  </a:lnTo>
                  <a:lnTo>
                    <a:pt x="1717577" y="1738724"/>
                  </a:lnTo>
                  <a:lnTo>
                    <a:pt x="1717643" y="1738513"/>
                  </a:lnTo>
                  <a:lnTo>
                    <a:pt x="1717646" y="1738505"/>
                  </a:lnTo>
                  <a:lnTo>
                    <a:pt x="1717647" y="1738499"/>
                  </a:lnTo>
                  <a:lnTo>
                    <a:pt x="1717723" y="1738156"/>
                  </a:lnTo>
                  <a:lnTo>
                    <a:pt x="1717729" y="1738112"/>
                  </a:lnTo>
                  <a:lnTo>
                    <a:pt x="1717731" y="1738103"/>
                  </a:lnTo>
                  <a:lnTo>
                    <a:pt x="1717739" y="1738047"/>
                  </a:lnTo>
                  <a:lnTo>
                    <a:pt x="1717746" y="1737977"/>
                  </a:lnTo>
                  <a:lnTo>
                    <a:pt x="1717747" y="1737953"/>
                  </a:lnTo>
                  <a:lnTo>
                    <a:pt x="1717748" y="1737937"/>
                  </a:lnTo>
                  <a:lnTo>
                    <a:pt x="1717754" y="1737792"/>
                  </a:lnTo>
                  <a:lnTo>
                    <a:pt x="1717751" y="1737276"/>
                  </a:lnTo>
                  <a:lnTo>
                    <a:pt x="1717751" y="1737259"/>
                  </a:lnTo>
                  <a:lnTo>
                    <a:pt x="1717750" y="1737192"/>
                  </a:lnTo>
                  <a:lnTo>
                    <a:pt x="1717748" y="1737144"/>
                  </a:lnTo>
                  <a:lnTo>
                    <a:pt x="1717744" y="1737083"/>
                  </a:lnTo>
                  <a:lnTo>
                    <a:pt x="1717740" y="1737020"/>
                  </a:lnTo>
                  <a:lnTo>
                    <a:pt x="1717738" y="1736990"/>
                  </a:lnTo>
                  <a:lnTo>
                    <a:pt x="1717713" y="1736634"/>
                  </a:lnTo>
                  <a:lnTo>
                    <a:pt x="1717706" y="1736590"/>
                  </a:lnTo>
                  <a:lnTo>
                    <a:pt x="1717698" y="1736531"/>
                  </a:lnTo>
                  <a:lnTo>
                    <a:pt x="1717679" y="1736412"/>
                  </a:lnTo>
                  <a:lnTo>
                    <a:pt x="1717670" y="1736359"/>
                  </a:lnTo>
                  <a:lnTo>
                    <a:pt x="1717645" y="1736269"/>
                  </a:lnTo>
                  <a:lnTo>
                    <a:pt x="1717579" y="1736125"/>
                  </a:lnTo>
                  <a:lnTo>
                    <a:pt x="1717483" y="1735958"/>
                  </a:lnTo>
                  <a:lnTo>
                    <a:pt x="1717336" y="1735850"/>
                  </a:lnTo>
                  <a:lnTo>
                    <a:pt x="1717380" y="1735555"/>
                  </a:lnTo>
                  <a:lnTo>
                    <a:pt x="1717383" y="1735545"/>
                  </a:lnTo>
                  <a:lnTo>
                    <a:pt x="1717610" y="1735576"/>
                  </a:lnTo>
                  <a:lnTo>
                    <a:pt x="1717612" y="1735566"/>
                  </a:lnTo>
                  <a:lnTo>
                    <a:pt x="1717614" y="1735537"/>
                  </a:lnTo>
                  <a:lnTo>
                    <a:pt x="1717651" y="1735198"/>
                  </a:lnTo>
                  <a:lnTo>
                    <a:pt x="1717671" y="1735014"/>
                  </a:lnTo>
                  <a:lnTo>
                    <a:pt x="1717676" y="1735007"/>
                  </a:lnTo>
                  <a:lnTo>
                    <a:pt x="1717683" y="1735007"/>
                  </a:lnTo>
                  <a:lnTo>
                    <a:pt x="1717721" y="1735014"/>
                  </a:lnTo>
                  <a:lnTo>
                    <a:pt x="1717749" y="1735013"/>
                  </a:lnTo>
                  <a:lnTo>
                    <a:pt x="1717763" y="1735008"/>
                  </a:lnTo>
                  <a:lnTo>
                    <a:pt x="1717765" y="1735001"/>
                  </a:lnTo>
                  <a:lnTo>
                    <a:pt x="1717769" y="1734981"/>
                  </a:lnTo>
                  <a:lnTo>
                    <a:pt x="1717775" y="1734954"/>
                  </a:lnTo>
                  <a:lnTo>
                    <a:pt x="1717777" y="1734941"/>
                  </a:lnTo>
                  <a:lnTo>
                    <a:pt x="1717779" y="1734920"/>
                  </a:lnTo>
                  <a:lnTo>
                    <a:pt x="1717781" y="1734893"/>
                  </a:lnTo>
                  <a:lnTo>
                    <a:pt x="1717784" y="1734858"/>
                  </a:lnTo>
                  <a:lnTo>
                    <a:pt x="1717782" y="1734770"/>
                  </a:lnTo>
                  <a:lnTo>
                    <a:pt x="1717779" y="1734703"/>
                  </a:lnTo>
                  <a:lnTo>
                    <a:pt x="1717776" y="1734673"/>
                  </a:lnTo>
                  <a:lnTo>
                    <a:pt x="1717776" y="1734652"/>
                  </a:lnTo>
                  <a:lnTo>
                    <a:pt x="1717777" y="1734606"/>
                  </a:lnTo>
                  <a:lnTo>
                    <a:pt x="1717778" y="1734529"/>
                  </a:lnTo>
                  <a:lnTo>
                    <a:pt x="1717776" y="1734493"/>
                  </a:lnTo>
                  <a:lnTo>
                    <a:pt x="1717772" y="1734462"/>
                  </a:lnTo>
                  <a:lnTo>
                    <a:pt x="1717761" y="1734401"/>
                  </a:lnTo>
                  <a:lnTo>
                    <a:pt x="1717750" y="1734307"/>
                  </a:lnTo>
                  <a:lnTo>
                    <a:pt x="1717739" y="1734214"/>
                  </a:lnTo>
                  <a:lnTo>
                    <a:pt x="1717675" y="1733563"/>
                  </a:lnTo>
                  <a:lnTo>
                    <a:pt x="1717672" y="1733528"/>
                  </a:lnTo>
                  <a:lnTo>
                    <a:pt x="1717666" y="1733493"/>
                  </a:lnTo>
                  <a:lnTo>
                    <a:pt x="1717663" y="1733458"/>
                  </a:lnTo>
                  <a:lnTo>
                    <a:pt x="1717654" y="1733407"/>
                  </a:lnTo>
                  <a:lnTo>
                    <a:pt x="1717646" y="1733350"/>
                  </a:lnTo>
                  <a:lnTo>
                    <a:pt x="1717647" y="1733332"/>
                  </a:lnTo>
                  <a:lnTo>
                    <a:pt x="1717643" y="1733303"/>
                  </a:lnTo>
                  <a:lnTo>
                    <a:pt x="1717631" y="1733243"/>
                  </a:lnTo>
                  <a:lnTo>
                    <a:pt x="1717615" y="1733127"/>
                  </a:lnTo>
                  <a:lnTo>
                    <a:pt x="1717594" y="1732961"/>
                  </a:lnTo>
                  <a:lnTo>
                    <a:pt x="1717587" y="1732920"/>
                  </a:lnTo>
                  <a:lnTo>
                    <a:pt x="1717579" y="1732885"/>
                  </a:lnTo>
                  <a:lnTo>
                    <a:pt x="1717561" y="1732805"/>
                  </a:lnTo>
                  <a:lnTo>
                    <a:pt x="1717539" y="1732739"/>
                  </a:lnTo>
                  <a:lnTo>
                    <a:pt x="1717427" y="1732513"/>
                  </a:lnTo>
                  <a:lnTo>
                    <a:pt x="1717363" y="1732384"/>
                  </a:lnTo>
                  <a:lnTo>
                    <a:pt x="1717343" y="1732351"/>
                  </a:lnTo>
                  <a:lnTo>
                    <a:pt x="1717237" y="1732172"/>
                  </a:lnTo>
                  <a:lnTo>
                    <a:pt x="1717155" y="1732062"/>
                  </a:lnTo>
                  <a:lnTo>
                    <a:pt x="1717135" y="1732035"/>
                  </a:lnTo>
                  <a:lnTo>
                    <a:pt x="1717126" y="1732023"/>
                  </a:lnTo>
                  <a:lnTo>
                    <a:pt x="1717114" y="1732007"/>
                  </a:lnTo>
                  <a:lnTo>
                    <a:pt x="1717106" y="1731996"/>
                  </a:lnTo>
                  <a:lnTo>
                    <a:pt x="1717091" y="1731977"/>
                  </a:lnTo>
                  <a:lnTo>
                    <a:pt x="1716991" y="1731930"/>
                  </a:lnTo>
                  <a:lnTo>
                    <a:pt x="1716941" y="1731942"/>
                  </a:lnTo>
                  <a:lnTo>
                    <a:pt x="1716915" y="1731875"/>
                  </a:lnTo>
                  <a:lnTo>
                    <a:pt x="1716936" y="1731770"/>
                  </a:lnTo>
                  <a:lnTo>
                    <a:pt x="1717000" y="1731730"/>
                  </a:lnTo>
                  <a:lnTo>
                    <a:pt x="1717162" y="1731628"/>
                  </a:lnTo>
                  <a:lnTo>
                    <a:pt x="1717394" y="1731439"/>
                  </a:lnTo>
                  <a:lnTo>
                    <a:pt x="1717524" y="1731344"/>
                  </a:lnTo>
                  <a:lnTo>
                    <a:pt x="1717574" y="1731345"/>
                  </a:lnTo>
                  <a:lnTo>
                    <a:pt x="1717623" y="1731362"/>
                  </a:lnTo>
                  <a:lnTo>
                    <a:pt x="1717692" y="1731481"/>
                  </a:lnTo>
                  <a:lnTo>
                    <a:pt x="1717822" y="1731733"/>
                  </a:lnTo>
                  <a:lnTo>
                    <a:pt x="1717981" y="1731920"/>
                  </a:lnTo>
                  <a:lnTo>
                    <a:pt x="1718049" y="1732053"/>
                  </a:lnTo>
                  <a:lnTo>
                    <a:pt x="1718066" y="1732087"/>
                  </a:lnTo>
                  <a:lnTo>
                    <a:pt x="1718162" y="1732274"/>
                  </a:lnTo>
                  <a:lnTo>
                    <a:pt x="1718186" y="1732299"/>
                  </a:lnTo>
                  <a:lnTo>
                    <a:pt x="1718204" y="1732317"/>
                  </a:lnTo>
                  <a:lnTo>
                    <a:pt x="1718233" y="1732334"/>
                  </a:lnTo>
                  <a:lnTo>
                    <a:pt x="1718260" y="1732345"/>
                  </a:lnTo>
                  <a:lnTo>
                    <a:pt x="1718290" y="1732351"/>
                  </a:lnTo>
                  <a:lnTo>
                    <a:pt x="1718295" y="1732352"/>
                  </a:lnTo>
                  <a:lnTo>
                    <a:pt x="1718302" y="1732353"/>
                  </a:lnTo>
                  <a:lnTo>
                    <a:pt x="1718453" y="1732192"/>
                  </a:lnTo>
                  <a:lnTo>
                    <a:pt x="1718463" y="1732205"/>
                  </a:lnTo>
                  <a:lnTo>
                    <a:pt x="1718530" y="1732298"/>
                  </a:lnTo>
                  <a:lnTo>
                    <a:pt x="1718560" y="1732375"/>
                  </a:lnTo>
                  <a:lnTo>
                    <a:pt x="1718554" y="1732403"/>
                  </a:lnTo>
                  <a:lnTo>
                    <a:pt x="1718546" y="1732438"/>
                  </a:lnTo>
                  <a:lnTo>
                    <a:pt x="1718517" y="1732492"/>
                  </a:lnTo>
                  <a:lnTo>
                    <a:pt x="1718588" y="1732553"/>
                  </a:lnTo>
                  <a:lnTo>
                    <a:pt x="1718590" y="1732547"/>
                  </a:lnTo>
                  <a:lnTo>
                    <a:pt x="1718593" y="1732540"/>
                  </a:lnTo>
                  <a:lnTo>
                    <a:pt x="1718618" y="1732464"/>
                  </a:lnTo>
                  <a:lnTo>
                    <a:pt x="1718632" y="1732394"/>
                  </a:lnTo>
                  <a:lnTo>
                    <a:pt x="1718642" y="1732341"/>
                  </a:lnTo>
                  <a:lnTo>
                    <a:pt x="1718652" y="1732309"/>
                  </a:lnTo>
                  <a:lnTo>
                    <a:pt x="1718662" y="1732275"/>
                  </a:lnTo>
                  <a:lnTo>
                    <a:pt x="1718628" y="1732178"/>
                  </a:lnTo>
                  <a:lnTo>
                    <a:pt x="1718574" y="1732160"/>
                  </a:lnTo>
                  <a:lnTo>
                    <a:pt x="1718530" y="1732115"/>
                  </a:lnTo>
                  <a:lnTo>
                    <a:pt x="1718564" y="1732068"/>
                  </a:lnTo>
                  <a:lnTo>
                    <a:pt x="1718583" y="1731928"/>
                  </a:lnTo>
                  <a:lnTo>
                    <a:pt x="1718587" y="1731898"/>
                  </a:lnTo>
                  <a:lnTo>
                    <a:pt x="1718603" y="1731825"/>
                  </a:lnTo>
                  <a:lnTo>
                    <a:pt x="1718641" y="1731768"/>
                  </a:lnTo>
                  <a:lnTo>
                    <a:pt x="1718759" y="1731692"/>
                  </a:lnTo>
                  <a:lnTo>
                    <a:pt x="1718996" y="1731558"/>
                  </a:lnTo>
                  <a:lnTo>
                    <a:pt x="1719020" y="1731544"/>
                  </a:lnTo>
                  <a:lnTo>
                    <a:pt x="1719039" y="1731533"/>
                  </a:lnTo>
                  <a:lnTo>
                    <a:pt x="1719195" y="1731515"/>
                  </a:lnTo>
                  <a:lnTo>
                    <a:pt x="1719309" y="1731509"/>
                  </a:lnTo>
                  <a:lnTo>
                    <a:pt x="1719452" y="1731498"/>
                  </a:lnTo>
                  <a:lnTo>
                    <a:pt x="1719524" y="1731513"/>
                  </a:lnTo>
                  <a:lnTo>
                    <a:pt x="1719589" y="1731527"/>
                  </a:lnTo>
                  <a:lnTo>
                    <a:pt x="1719773" y="1731525"/>
                  </a:lnTo>
                  <a:lnTo>
                    <a:pt x="1719784" y="1731526"/>
                  </a:lnTo>
                  <a:lnTo>
                    <a:pt x="1719790" y="1731527"/>
                  </a:lnTo>
                  <a:lnTo>
                    <a:pt x="1719898" y="1731534"/>
                  </a:lnTo>
                  <a:lnTo>
                    <a:pt x="1719911" y="1731535"/>
                  </a:lnTo>
                  <a:lnTo>
                    <a:pt x="1720147" y="1731604"/>
                  </a:lnTo>
                  <a:lnTo>
                    <a:pt x="1720204" y="1731623"/>
                  </a:lnTo>
                  <a:lnTo>
                    <a:pt x="1720211" y="1731625"/>
                  </a:lnTo>
                  <a:lnTo>
                    <a:pt x="1720234" y="1731635"/>
                  </a:lnTo>
                  <a:lnTo>
                    <a:pt x="1720328" y="1731675"/>
                  </a:lnTo>
                  <a:lnTo>
                    <a:pt x="1720346" y="1731702"/>
                  </a:lnTo>
                  <a:lnTo>
                    <a:pt x="1720352" y="1731711"/>
                  </a:lnTo>
                  <a:lnTo>
                    <a:pt x="1720350" y="1731725"/>
                  </a:lnTo>
                  <a:lnTo>
                    <a:pt x="1720339" y="1731786"/>
                  </a:lnTo>
                  <a:lnTo>
                    <a:pt x="1720348" y="1731813"/>
                  </a:lnTo>
                  <a:lnTo>
                    <a:pt x="1720394" y="1731801"/>
                  </a:lnTo>
                  <a:lnTo>
                    <a:pt x="1720462" y="1731782"/>
                  </a:lnTo>
                  <a:lnTo>
                    <a:pt x="1720490" y="1731666"/>
                  </a:lnTo>
                  <a:lnTo>
                    <a:pt x="1720548" y="1731579"/>
                  </a:lnTo>
                  <a:lnTo>
                    <a:pt x="1720613" y="1731521"/>
                  </a:lnTo>
                  <a:lnTo>
                    <a:pt x="1720619" y="1731519"/>
                  </a:lnTo>
                  <a:lnTo>
                    <a:pt x="1720648" y="1731500"/>
                  </a:lnTo>
                  <a:lnTo>
                    <a:pt x="1720653" y="1731497"/>
                  </a:lnTo>
                  <a:lnTo>
                    <a:pt x="1720750" y="1731470"/>
                  </a:lnTo>
                  <a:lnTo>
                    <a:pt x="1720768" y="1731467"/>
                  </a:lnTo>
                  <a:lnTo>
                    <a:pt x="1721825" y="1731219"/>
                  </a:lnTo>
                  <a:lnTo>
                    <a:pt x="1722077" y="1731160"/>
                  </a:lnTo>
                  <a:lnTo>
                    <a:pt x="1722093" y="1731160"/>
                  </a:lnTo>
                  <a:lnTo>
                    <a:pt x="1722227" y="1731160"/>
                  </a:lnTo>
                  <a:lnTo>
                    <a:pt x="1722356" y="1731160"/>
                  </a:lnTo>
                  <a:lnTo>
                    <a:pt x="1722424" y="1731160"/>
                  </a:lnTo>
                  <a:lnTo>
                    <a:pt x="1722650" y="1731159"/>
                  </a:lnTo>
                  <a:lnTo>
                    <a:pt x="1722718" y="1731159"/>
                  </a:lnTo>
                  <a:lnTo>
                    <a:pt x="1723029" y="1731159"/>
                  </a:lnTo>
                  <a:lnTo>
                    <a:pt x="1723070" y="1731159"/>
                  </a:lnTo>
                  <a:lnTo>
                    <a:pt x="1723202" y="1731159"/>
                  </a:lnTo>
                  <a:lnTo>
                    <a:pt x="1723315" y="1731158"/>
                  </a:lnTo>
                  <a:lnTo>
                    <a:pt x="1723471" y="1731158"/>
                  </a:lnTo>
                  <a:lnTo>
                    <a:pt x="1723727" y="1731158"/>
                  </a:lnTo>
                  <a:lnTo>
                    <a:pt x="1723727" y="1731142"/>
                  </a:lnTo>
                  <a:lnTo>
                    <a:pt x="1723779" y="1731135"/>
                  </a:lnTo>
                  <a:lnTo>
                    <a:pt x="1723823" y="1731128"/>
                  </a:lnTo>
                  <a:lnTo>
                    <a:pt x="1723831" y="1731127"/>
                  </a:lnTo>
                  <a:lnTo>
                    <a:pt x="1723939" y="1731129"/>
                  </a:lnTo>
                  <a:lnTo>
                    <a:pt x="1724051" y="1731136"/>
                  </a:lnTo>
                  <a:lnTo>
                    <a:pt x="1724083" y="1731138"/>
                  </a:lnTo>
                  <a:lnTo>
                    <a:pt x="1724248" y="1731140"/>
                  </a:lnTo>
                  <a:lnTo>
                    <a:pt x="1724271" y="1731140"/>
                  </a:lnTo>
                  <a:lnTo>
                    <a:pt x="1724296" y="1731140"/>
                  </a:lnTo>
                  <a:lnTo>
                    <a:pt x="1724313" y="1731148"/>
                  </a:lnTo>
                  <a:lnTo>
                    <a:pt x="1724325" y="1731153"/>
                  </a:lnTo>
                  <a:lnTo>
                    <a:pt x="1724359" y="1731171"/>
                  </a:lnTo>
                  <a:lnTo>
                    <a:pt x="1724368" y="1731179"/>
                  </a:lnTo>
                  <a:lnTo>
                    <a:pt x="1724476" y="1731165"/>
                  </a:lnTo>
                  <a:lnTo>
                    <a:pt x="1724477" y="1731153"/>
                  </a:lnTo>
                  <a:lnTo>
                    <a:pt x="1724486" y="1731073"/>
                  </a:lnTo>
                  <a:lnTo>
                    <a:pt x="1724496" y="1730984"/>
                  </a:lnTo>
                  <a:lnTo>
                    <a:pt x="1724475" y="1730972"/>
                  </a:lnTo>
                  <a:lnTo>
                    <a:pt x="1724405" y="1730893"/>
                  </a:lnTo>
                  <a:lnTo>
                    <a:pt x="1724377" y="1730870"/>
                  </a:lnTo>
                  <a:lnTo>
                    <a:pt x="1724323" y="1730825"/>
                  </a:lnTo>
                  <a:lnTo>
                    <a:pt x="1724237" y="1730718"/>
                  </a:lnTo>
                  <a:lnTo>
                    <a:pt x="1724178" y="1730588"/>
                  </a:lnTo>
                  <a:lnTo>
                    <a:pt x="1724103" y="1730562"/>
                  </a:lnTo>
                  <a:lnTo>
                    <a:pt x="1724089" y="1730553"/>
                  </a:lnTo>
                  <a:lnTo>
                    <a:pt x="1723995" y="1730490"/>
                  </a:lnTo>
                  <a:lnTo>
                    <a:pt x="1723786" y="1730353"/>
                  </a:lnTo>
                  <a:lnTo>
                    <a:pt x="1723781" y="1730344"/>
                  </a:lnTo>
                  <a:lnTo>
                    <a:pt x="1723778" y="1730334"/>
                  </a:lnTo>
                  <a:lnTo>
                    <a:pt x="1723772" y="1730317"/>
                  </a:lnTo>
                  <a:lnTo>
                    <a:pt x="1723756" y="1729974"/>
                  </a:lnTo>
                  <a:lnTo>
                    <a:pt x="1723751" y="1729887"/>
                  </a:lnTo>
                  <a:lnTo>
                    <a:pt x="1723744" y="1729724"/>
                  </a:lnTo>
                  <a:lnTo>
                    <a:pt x="1723793" y="1729598"/>
                  </a:lnTo>
                  <a:lnTo>
                    <a:pt x="1723853" y="1729445"/>
                  </a:lnTo>
                  <a:lnTo>
                    <a:pt x="1723883" y="1729370"/>
                  </a:lnTo>
                  <a:lnTo>
                    <a:pt x="1723914" y="1729290"/>
                  </a:lnTo>
                  <a:lnTo>
                    <a:pt x="1724190" y="1728589"/>
                  </a:lnTo>
                  <a:lnTo>
                    <a:pt x="1724210" y="1728554"/>
                  </a:lnTo>
                  <a:lnTo>
                    <a:pt x="1724257" y="1728475"/>
                  </a:lnTo>
                  <a:lnTo>
                    <a:pt x="1724181" y="1728419"/>
                  </a:lnTo>
                  <a:lnTo>
                    <a:pt x="1724145" y="1728377"/>
                  </a:lnTo>
                  <a:lnTo>
                    <a:pt x="1724108" y="1728334"/>
                  </a:lnTo>
                  <a:lnTo>
                    <a:pt x="1724086" y="1728280"/>
                  </a:lnTo>
                  <a:lnTo>
                    <a:pt x="1724082" y="1728265"/>
                  </a:lnTo>
                  <a:lnTo>
                    <a:pt x="1724075" y="1728245"/>
                  </a:lnTo>
                  <a:lnTo>
                    <a:pt x="1724081" y="1728114"/>
                  </a:lnTo>
                  <a:lnTo>
                    <a:pt x="1724096" y="1728098"/>
                  </a:lnTo>
                  <a:lnTo>
                    <a:pt x="1724201" y="1728028"/>
                  </a:lnTo>
                  <a:lnTo>
                    <a:pt x="1724252" y="1727996"/>
                  </a:lnTo>
                  <a:lnTo>
                    <a:pt x="1724337" y="1727962"/>
                  </a:lnTo>
                  <a:lnTo>
                    <a:pt x="1724464" y="1727912"/>
                  </a:lnTo>
                  <a:lnTo>
                    <a:pt x="1724546" y="1727887"/>
                  </a:lnTo>
                  <a:lnTo>
                    <a:pt x="1724557" y="1727884"/>
                  </a:lnTo>
                  <a:lnTo>
                    <a:pt x="1724829" y="1727896"/>
                  </a:lnTo>
                  <a:lnTo>
                    <a:pt x="1725111" y="1727570"/>
                  </a:lnTo>
                  <a:lnTo>
                    <a:pt x="1725276" y="1727138"/>
                  </a:lnTo>
                  <a:lnTo>
                    <a:pt x="1725258" y="1727117"/>
                  </a:lnTo>
                  <a:lnTo>
                    <a:pt x="1725201" y="1727048"/>
                  </a:lnTo>
                  <a:lnTo>
                    <a:pt x="1725156" y="1726992"/>
                  </a:lnTo>
                  <a:lnTo>
                    <a:pt x="1725116" y="1727001"/>
                  </a:lnTo>
                  <a:lnTo>
                    <a:pt x="1725096" y="1726998"/>
                  </a:lnTo>
                  <a:lnTo>
                    <a:pt x="1725075" y="1726999"/>
                  </a:lnTo>
                  <a:lnTo>
                    <a:pt x="1725055" y="1727007"/>
                  </a:lnTo>
                  <a:lnTo>
                    <a:pt x="1725029" y="1727016"/>
                  </a:lnTo>
                  <a:lnTo>
                    <a:pt x="1725018" y="1727022"/>
                  </a:lnTo>
                  <a:lnTo>
                    <a:pt x="1725002" y="1727031"/>
                  </a:lnTo>
                  <a:lnTo>
                    <a:pt x="1724986" y="1727039"/>
                  </a:lnTo>
                  <a:lnTo>
                    <a:pt x="1724978" y="1727043"/>
                  </a:lnTo>
                  <a:lnTo>
                    <a:pt x="1724960" y="1727050"/>
                  </a:lnTo>
                  <a:lnTo>
                    <a:pt x="1724939" y="1727058"/>
                  </a:lnTo>
                  <a:lnTo>
                    <a:pt x="1724940" y="1727100"/>
                  </a:lnTo>
                  <a:lnTo>
                    <a:pt x="1724920" y="1727136"/>
                  </a:lnTo>
                  <a:lnTo>
                    <a:pt x="1724894" y="1727153"/>
                  </a:lnTo>
                  <a:lnTo>
                    <a:pt x="1724882" y="1727161"/>
                  </a:lnTo>
                  <a:lnTo>
                    <a:pt x="1724846" y="1727178"/>
                  </a:lnTo>
                  <a:lnTo>
                    <a:pt x="1724809" y="1727196"/>
                  </a:lnTo>
                  <a:lnTo>
                    <a:pt x="1724803" y="1727197"/>
                  </a:lnTo>
                  <a:lnTo>
                    <a:pt x="1724762" y="1727204"/>
                  </a:lnTo>
                  <a:lnTo>
                    <a:pt x="1724723" y="1727201"/>
                  </a:lnTo>
                  <a:lnTo>
                    <a:pt x="1724708" y="1727200"/>
                  </a:lnTo>
                  <a:lnTo>
                    <a:pt x="1724670" y="1727186"/>
                  </a:lnTo>
                  <a:lnTo>
                    <a:pt x="1724655" y="1727166"/>
                  </a:lnTo>
                  <a:lnTo>
                    <a:pt x="1724615" y="1727115"/>
                  </a:lnTo>
                  <a:lnTo>
                    <a:pt x="1724587" y="1727079"/>
                  </a:lnTo>
                  <a:lnTo>
                    <a:pt x="1724569" y="1727051"/>
                  </a:lnTo>
                  <a:lnTo>
                    <a:pt x="1724512" y="1726964"/>
                  </a:lnTo>
                  <a:lnTo>
                    <a:pt x="1724508" y="1726958"/>
                  </a:lnTo>
                  <a:lnTo>
                    <a:pt x="1724501" y="1726947"/>
                  </a:lnTo>
                  <a:lnTo>
                    <a:pt x="1724496" y="1726939"/>
                  </a:lnTo>
                  <a:lnTo>
                    <a:pt x="1724481" y="1726914"/>
                  </a:lnTo>
                  <a:lnTo>
                    <a:pt x="1724483" y="1726878"/>
                  </a:lnTo>
                  <a:lnTo>
                    <a:pt x="1724485" y="1726840"/>
                  </a:lnTo>
                  <a:lnTo>
                    <a:pt x="1724487" y="1726816"/>
                  </a:lnTo>
                  <a:lnTo>
                    <a:pt x="1724491" y="1726786"/>
                  </a:lnTo>
                  <a:lnTo>
                    <a:pt x="1724496" y="1726753"/>
                  </a:lnTo>
                  <a:lnTo>
                    <a:pt x="1724509" y="1726661"/>
                  </a:lnTo>
                  <a:lnTo>
                    <a:pt x="1724510" y="1726654"/>
                  </a:lnTo>
                  <a:lnTo>
                    <a:pt x="1724521" y="1726620"/>
                  </a:lnTo>
                  <a:lnTo>
                    <a:pt x="1724528" y="1726593"/>
                  </a:lnTo>
                  <a:lnTo>
                    <a:pt x="1724537" y="1726565"/>
                  </a:lnTo>
                  <a:lnTo>
                    <a:pt x="1724543" y="1726544"/>
                  </a:lnTo>
                  <a:lnTo>
                    <a:pt x="1724532" y="1726540"/>
                  </a:lnTo>
                  <a:lnTo>
                    <a:pt x="1724516" y="1726527"/>
                  </a:lnTo>
                  <a:lnTo>
                    <a:pt x="1724495" y="1726555"/>
                  </a:lnTo>
                  <a:lnTo>
                    <a:pt x="1724471" y="1726560"/>
                  </a:lnTo>
                  <a:lnTo>
                    <a:pt x="1724434" y="1726567"/>
                  </a:lnTo>
                  <a:lnTo>
                    <a:pt x="1724388" y="1726575"/>
                  </a:lnTo>
                  <a:lnTo>
                    <a:pt x="1724356" y="1726580"/>
                  </a:lnTo>
                  <a:lnTo>
                    <a:pt x="1724338" y="1726583"/>
                  </a:lnTo>
                  <a:lnTo>
                    <a:pt x="1724301" y="1726581"/>
                  </a:lnTo>
                  <a:lnTo>
                    <a:pt x="1724290" y="1726569"/>
                  </a:lnTo>
                  <a:lnTo>
                    <a:pt x="1724274" y="1726533"/>
                  </a:lnTo>
                  <a:lnTo>
                    <a:pt x="1724316" y="1726432"/>
                  </a:lnTo>
                  <a:lnTo>
                    <a:pt x="1724323" y="1726382"/>
                  </a:lnTo>
                  <a:lnTo>
                    <a:pt x="1724327" y="1726352"/>
                  </a:lnTo>
                  <a:lnTo>
                    <a:pt x="1724275" y="1726163"/>
                  </a:lnTo>
                  <a:lnTo>
                    <a:pt x="1724242" y="1726157"/>
                  </a:lnTo>
                  <a:lnTo>
                    <a:pt x="1724213" y="1726151"/>
                  </a:lnTo>
                  <a:lnTo>
                    <a:pt x="1724167" y="1726070"/>
                  </a:lnTo>
                  <a:lnTo>
                    <a:pt x="1724141" y="1726010"/>
                  </a:lnTo>
                  <a:lnTo>
                    <a:pt x="1724123" y="1725966"/>
                  </a:lnTo>
                  <a:lnTo>
                    <a:pt x="1724126" y="1725900"/>
                  </a:lnTo>
                  <a:lnTo>
                    <a:pt x="1724126" y="1725892"/>
                  </a:lnTo>
                  <a:lnTo>
                    <a:pt x="1724139" y="1725817"/>
                  </a:lnTo>
                  <a:lnTo>
                    <a:pt x="1724154" y="1725775"/>
                  </a:lnTo>
                  <a:lnTo>
                    <a:pt x="1724164" y="1725746"/>
                  </a:lnTo>
                  <a:lnTo>
                    <a:pt x="1724180" y="1725704"/>
                  </a:lnTo>
                  <a:lnTo>
                    <a:pt x="1724208" y="1725678"/>
                  </a:lnTo>
                  <a:lnTo>
                    <a:pt x="1724300" y="1725602"/>
                  </a:lnTo>
                  <a:lnTo>
                    <a:pt x="1724310" y="1725591"/>
                  </a:lnTo>
                  <a:lnTo>
                    <a:pt x="1724327" y="1725565"/>
                  </a:lnTo>
                  <a:lnTo>
                    <a:pt x="1724369" y="1725526"/>
                  </a:lnTo>
                  <a:lnTo>
                    <a:pt x="1724392" y="1725505"/>
                  </a:lnTo>
                  <a:lnTo>
                    <a:pt x="1724432" y="1725470"/>
                  </a:lnTo>
                  <a:lnTo>
                    <a:pt x="1724496" y="1725445"/>
                  </a:lnTo>
                  <a:lnTo>
                    <a:pt x="1724615" y="1725398"/>
                  </a:lnTo>
                  <a:lnTo>
                    <a:pt x="1724639" y="1725384"/>
                  </a:lnTo>
                  <a:lnTo>
                    <a:pt x="1724652" y="1725368"/>
                  </a:lnTo>
                  <a:lnTo>
                    <a:pt x="1724660" y="1725355"/>
                  </a:lnTo>
                  <a:lnTo>
                    <a:pt x="1724665" y="1725344"/>
                  </a:lnTo>
                  <a:lnTo>
                    <a:pt x="1724669" y="1725326"/>
                  </a:lnTo>
                  <a:lnTo>
                    <a:pt x="1724672" y="1725315"/>
                  </a:lnTo>
                  <a:lnTo>
                    <a:pt x="1724678" y="1725289"/>
                  </a:lnTo>
                  <a:lnTo>
                    <a:pt x="1724680" y="1725281"/>
                  </a:lnTo>
                  <a:lnTo>
                    <a:pt x="1724686" y="1725260"/>
                  </a:lnTo>
                  <a:lnTo>
                    <a:pt x="1724687" y="1725254"/>
                  </a:lnTo>
                  <a:lnTo>
                    <a:pt x="1724690" y="1725243"/>
                  </a:lnTo>
                  <a:lnTo>
                    <a:pt x="1724706" y="1725198"/>
                  </a:lnTo>
                  <a:lnTo>
                    <a:pt x="1724714" y="1725178"/>
                  </a:lnTo>
                  <a:lnTo>
                    <a:pt x="1724530" y="1725126"/>
                  </a:lnTo>
                  <a:lnTo>
                    <a:pt x="1724369" y="1725083"/>
                  </a:lnTo>
                  <a:lnTo>
                    <a:pt x="1724354" y="1725079"/>
                  </a:lnTo>
                  <a:lnTo>
                    <a:pt x="1724129" y="1725289"/>
                  </a:lnTo>
                  <a:lnTo>
                    <a:pt x="1723888" y="1725516"/>
                  </a:lnTo>
                  <a:lnTo>
                    <a:pt x="1723827" y="1725573"/>
                  </a:lnTo>
                  <a:lnTo>
                    <a:pt x="1723771" y="1725627"/>
                  </a:lnTo>
                  <a:lnTo>
                    <a:pt x="1723762" y="1725637"/>
                  </a:lnTo>
                  <a:lnTo>
                    <a:pt x="1723754" y="1725647"/>
                  </a:lnTo>
                  <a:lnTo>
                    <a:pt x="1723734" y="1725673"/>
                  </a:lnTo>
                  <a:lnTo>
                    <a:pt x="1723644" y="1725794"/>
                  </a:lnTo>
                  <a:lnTo>
                    <a:pt x="1723636" y="1725804"/>
                  </a:lnTo>
                  <a:lnTo>
                    <a:pt x="1723586" y="1725870"/>
                  </a:lnTo>
                  <a:lnTo>
                    <a:pt x="1723567" y="1725887"/>
                  </a:lnTo>
                  <a:lnTo>
                    <a:pt x="1723547" y="1725895"/>
                  </a:lnTo>
                  <a:lnTo>
                    <a:pt x="1723523" y="1725898"/>
                  </a:lnTo>
                  <a:lnTo>
                    <a:pt x="1723382" y="1725902"/>
                  </a:lnTo>
                  <a:lnTo>
                    <a:pt x="1723122" y="1725904"/>
                  </a:lnTo>
                  <a:lnTo>
                    <a:pt x="1722893" y="1725908"/>
                  </a:lnTo>
                  <a:lnTo>
                    <a:pt x="1722845" y="1725908"/>
                  </a:lnTo>
                  <a:lnTo>
                    <a:pt x="1722816" y="1725909"/>
                  </a:lnTo>
                  <a:lnTo>
                    <a:pt x="1722739" y="1725910"/>
                  </a:lnTo>
                  <a:lnTo>
                    <a:pt x="1722722" y="1725911"/>
                  </a:lnTo>
                  <a:lnTo>
                    <a:pt x="1722707" y="1725911"/>
                  </a:lnTo>
                  <a:lnTo>
                    <a:pt x="1722536" y="1725926"/>
                  </a:lnTo>
                  <a:lnTo>
                    <a:pt x="1722514" y="1725928"/>
                  </a:lnTo>
                  <a:lnTo>
                    <a:pt x="1722501" y="1725933"/>
                  </a:lnTo>
                  <a:lnTo>
                    <a:pt x="1722478" y="1725941"/>
                  </a:lnTo>
                  <a:lnTo>
                    <a:pt x="1722446" y="1725953"/>
                  </a:lnTo>
                  <a:lnTo>
                    <a:pt x="1722039" y="1726099"/>
                  </a:lnTo>
                  <a:lnTo>
                    <a:pt x="1721992" y="1726113"/>
                  </a:lnTo>
                  <a:lnTo>
                    <a:pt x="1721758" y="1726115"/>
                  </a:lnTo>
                  <a:lnTo>
                    <a:pt x="1721721" y="1726115"/>
                  </a:lnTo>
                  <a:lnTo>
                    <a:pt x="1721450" y="1726118"/>
                  </a:lnTo>
                  <a:lnTo>
                    <a:pt x="1720611" y="1726125"/>
                  </a:lnTo>
                  <a:lnTo>
                    <a:pt x="1720371" y="1726126"/>
                  </a:lnTo>
                  <a:lnTo>
                    <a:pt x="1720346" y="1726119"/>
                  </a:lnTo>
                  <a:lnTo>
                    <a:pt x="1720323" y="1726102"/>
                  </a:lnTo>
                  <a:lnTo>
                    <a:pt x="1720166" y="1725975"/>
                  </a:lnTo>
                  <a:lnTo>
                    <a:pt x="1720151" y="1725962"/>
                  </a:lnTo>
                  <a:lnTo>
                    <a:pt x="1720120" y="1725939"/>
                  </a:lnTo>
                  <a:lnTo>
                    <a:pt x="1720114" y="1725934"/>
                  </a:lnTo>
                  <a:lnTo>
                    <a:pt x="1720012" y="1725850"/>
                  </a:lnTo>
                  <a:lnTo>
                    <a:pt x="1719946" y="1725868"/>
                  </a:lnTo>
                  <a:lnTo>
                    <a:pt x="1719917" y="1725876"/>
                  </a:lnTo>
                  <a:lnTo>
                    <a:pt x="1719866" y="1725877"/>
                  </a:lnTo>
                  <a:lnTo>
                    <a:pt x="1719809" y="1725879"/>
                  </a:lnTo>
                  <a:lnTo>
                    <a:pt x="1719799" y="1725879"/>
                  </a:lnTo>
                  <a:lnTo>
                    <a:pt x="1719740" y="1725881"/>
                  </a:lnTo>
                  <a:lnTo>
                    <a:pt x="1719635" y="1725843"/>
                  </a:lnTo>
                  <a:lnTo>
                    <a:pt x="1719557" y="1725814"/>
                  </a:lnTo>
                  <a:lnTo>
                    <a:pt x="1719462" y="1725746"/>
                  </a:lnTo>
                  <a:lnTo>
                    <a:pt x="1719350" y="1725653"/>
                  </a:lnTo>
                  <a:lnTo>
                    <a:pt x="1719203" y="1725548"/>
                  </a:lnTo>
                  <a:lnTo>
                    <a:pt x="1719186" y="1725535"/>
                  </a:lnTo>
                  <a:lnTo>
                    <a:pt x="1719100" y="1725461"/>
                  </a:lnTo>
                  <a:lnTo>
                    <a:pt x="1719076" y="1725441"/>
                  </a:lnTo>
                  <a:lnTo>
                    <a:pt x="1719063" y="1725430"/>
                  </a:lnTo>
                  <a:lnTo>
                    <a:pt x="1719045" y="1725415"/>
                  </a:lnTo>
                  <a:lnTo>
                    <a:pt x="1719032" y="1725404"/>
                  </a:lnTo>
                  <a:lnTo>
                    <a:pt x="1718985" y="1725381"/>
                  </a:lnTo>
                  <a:lnTo>
                    <a:pt x="1718914" y="1725347"/>
                  </a:lnTo>
                  <a:lnTo>
                    <a:pt x="1718724" y="1725203"/>
                  </a:lnTo>
                  <a:lnTo>
                    <a:pt x="1718602" y="1725138"/>
                  </a:lnTo>
                  <a:lnTo>
                    <a:pt x="1718544" y="1725018"/>
                  </a:lnTo>
                  <a:lnTo>
                    <a:pt x="1718582" y="1724923"/>
                  </a:lnTo>
                  <a:lnTo>
                    <a:pt x="1718711" y="1724977"/>
                  </a:lnTo>
                  <a:lnTo>
                    <a:pt x="1718822" y="1724845"/>
                  </a:lnTo>
                  <a:lnTo>
                    <a:pt x="1718857" y="1724748"/>
                  </a:lnTo>
                  <a:lnTo>
                    <a:pt x="1718858" y="1724610"/>
                  </a:lnTo>
                  <a:lnTo>
                    <a:pt x="1718859" y="1724599"/>
                  </a:lnTo>
                  <a:lnTo>
                    <a:pt x="1718860" y="1724523"/>
                  </a:lnTo>
                  <a:lnTo>
                    <a:pt x="1718861" y="1724395"/>
                  </a:lnTo>
                  <a:lnTo>
                    <a:pt x="1718862" y="1724339"/>
                  </a:lnTo>
                  <a:lnTo>
                    <a:pt x="1718851" y="1724266"/>
                  </a:lnTo>
                  <a:lnTo>
                    <a:pt x="1718850" y="1724259"/>
                  </a:lnTo>
                  <a:lnTo>
                    <a:pt x="1718826" y="1724110"/>
                  </a:lnTo>
                  <a:lnTo>
                    <a:pt x="1718801" y="1723951"/>
                  </a:lnTo>
                  <a:lnTo>
                    <a:pt x="1718799" y="1723910"/>
                  </a:lnTo>
                  <a:lnTo>
                    <a:pt x="1718797" y="1723861"/>
                  </a:lnTo>
                  <a:lnTo>
                    <a:pt x="1718791" y="1723717"/>
                  </a:lnTo>
                  <a:lnTo>
                    <a:pt x="1718718" y="1723342"/>
                  </a:lnTo>
                  <a:lnTo>
                    <a:pt x="1718565" y="1723135"/>
                  </a:lnTo>
                  <a:lnTo>
                    <a:pt x="1718523" y="1723081"/>
                  </a:lnTo>
                  <a:lnTo>
                    <a:pt x="1718386" y="1722893"/>
                  </a:lnTo>
                  <a:lnTo>
                    <a:pt x="1718293" y="1722648"/>
                  </a:lnTo>
                  <a:lnTo>
                    <a:pt x="1718300" y="1722616"/>
                  </a:lnTo>
                  <a:lnTo>
                    <a:pt x="1718352" y="1722554"/>
                  </a:lnTo>
                  <a:lnTo>
                    <a:pt x="1718434" y="1722461"/>
                  </a:lnTo>
                  <a:lnTo>
                    <a:pt x="1718493" y="1722395"/>
                  </a:lnTo>
                  <a:lnTo>
                    <a:pt x="1718547" y="1722306"/>
                  </a:lnTo>
                  <a:lnTo>
                    <a:pt x="1718534" y="1722288"/>
                  </a:lnTo>
                  <a:lnTo>
                    <a:pt x="1718524" y="1722274"/>
                  </a:lnTo>
                  <a:lnTo>
                    <a:pt x="1718518" y="1722268"/>
                  </a:lnTo>
                  <a:lnTo>
                    <a:pt x="1718466" y="1722213"/>
                  </a:lnTo>
                  <a:lnTo>
                    <a:pt x="1718489" y="1722183"/>
                  </a:lnTo>
                  <a:lnTo>
                    <a:pt x="1718566" y="1722078"/>
                  </a:lnTo>
                  <a:lnTo>
                    <a:pt x="1718617" y="1722006"/>
                  </a:lnTo>
                  <a:lnTo>
                    <a:pt x="1718623" y="1722002"/>
                  </a:lnTo>
                  <a:lnTo>
                    <a:pt x="1718629" y="1721997"/>
                  </a:lnTo>
                  <a:lnTo>
                    <a:pt x="1718649" y="1721980"/>
                  </a:lnTo>
                  <a:lnTo>
                    <a:pt x="1718632" y="1721903"/>
                  </a:lnTo>
                  <a:lnTo>
                    <a:pt x="1718615" y="1721881"/>
                  </a:lnTo>
                  <a:lnTo>
                    <a:pt x="1718599" y="1721861"/>
                  </a:lnTo>
                  <a:lnTo>
                    <a:pt x="1718515" y="1721860"/>
                  </a:lnTo>
                  <a:lnTo>
                    <a:pt x="1718411" y="1721866"/>
                  </a:lnTo>
                  <a:lnTo>
                    <a:pt x="1718380" y="1721862"/>
                  </a:lnTo>
                  <a:lnTo>
                    <a:pt x="1718312" y="1721854"/>
                  </a:lnTo>
                  <a:lnTo>
                    <a:pt x="1718226" y="1721800"/>
                  </a:lnTo>
                  <a:lnTo>
                    <a:pt x="1718115" y="1721742"/>
                  </a:lnTo>
                  <a:lnTo>
                    <a:pt x="1717972" y="1721646"/>
                  </a:lnTo>
                  <a:lnTo>
                    <a:pt x="1717926" y="1721616"/>
                  </a:lnTo>
                  <a:lnTo>
                    <a:pt x="1717822" y="1721509"/>
                  </a:lnTo>
                  <a:lnTo>
                    <a:pt x="1717750" y="1721409"/>
                  </a:lnTo>
                  <a:lnTo>
                    <a:pt x="1717498" y="1721084"/>
                  </a:lnTo>
                  <a:lnTo>
                    <a:pt x="1717442" y="1720824"/>
                  </a:lnTo>
                  <a:lnTo>
                    <a:pt x="1717431" y="1720760"/>
                  </a:lnTo>
                  <a:lnTo>
                    <a:pt x="1717427" y="1720733"/>
                  </a:lnTo>
                  <a:lnTo>
                    <a:pt x="1717387" y="1720518"/>
                  </a:lnTo>
                  <a:lnTo>
                    <a:pt x="1717242" y="1720422"/>
                  </a:lnTo>
                  <a:lnTo>
                    <a:pt x="1717216" y="1720405"/>
                  </a:lnTo>
                  <a:lnTo>
                    <a:pt x="1717202" y="1720386"/>
                  </a:lnTo>
                  <a:lnTo>
                    <a:pt x="1717183" y="1720359"/>
                  </a:lnTo>
                  <a:lnTo>
                    <a:pt x="1717171" y="1720305"/>
                  </a:lnTo>
                  <a:lnTo>
                    <a:pt x="1717167" y="1720250"/>
                  </a:lnTo>
                  <a:lnTo>
                    <a:pt x="1717194" y="1720177"/>
                  </a:lnTo>
                  <a:lnTo>
                    <a:pt x="1717230" y="1720097"/>
                  </a:lnTo>
                  <a:lnTo>
                    <a:pt x="1717267" y="1720016"/>
                  </a:lnTo>
                  <a:lnTo>
                    <a:pt x="1717270" y="1720009"/>
                  </a:lnTo>
                  <a:lnTo>
                    <a:pt x="1717286" y="1719976"/>
                  </a:lnTo>
                  <a:lnTo>
                    <a:pt x="1717401" y="1719799"/>
                  </a:lnTo>
                  <a:lnTo>
                    <a:pt x="1717406" y="1719792"/>
                  </a:lnTo>
                  <a:lnTo>
                    <a:pt x="1717435" y="1719775"/>
                  </a:lnTo>
                  <a:lnTo>
                    <a:pt x="1717454" y="1719772"/>
                  </a:lnTo>
                  <a:lnTo>
                    <a:pt x="1717485" y="1719785"/>
                  </a:lnTo>
                  <a:lnTo>
                    <a:pt x="1717499" y="1719797"/>
                  </a:lnTo>
                  <a:lnTo>
                    <a:pt x="1717525" y="1719800"/>
                  </a:lnTo>
                  <a:lnTo>
                    <a:pt x="1717566" y="1719806"/>
                  </a:lnTo>
                  <a:lnTo>
                    <a:pt x="1717681" y="1719813"/>
                  </a:lnTo>
                  <a:lnTo>
                    <a:pt x="1717730" y="1719776"/>
                  </a:lnTo>
                  <a:lnTo>
                    <a:pt x="1717736" y="1719771"/>
                  </a:lnTo>
                  <a:lnTo>
                    <a:pt x="1717774" y="1719743"/>
                  </a:lnTo>
                  <a:lnTo>
                    <a:pt x="1717781" y="1719723"/>
                  </a:lnTo>
                  <a:lnTo>
                    <a:pt x="1717795" y="1719679"/>
                  </a:lnTo>
                  <a:lnTo>
                    <a:pt x="1717792" y="1719674"/>
                  </a:lnTo>
                  <a:lnTo>
                    <a:pt x="1717785" y="1719664"/>
                  </a:lnTo>
                  <a:lnTo>
                    <a:pt x="1717779" y="1719567"/>
                  </a:lnTo>
                  <a:lnTo>
                    <a:pt x="1717783" y="1719548"/>
                  </a:lnTo>
                  <a:lnTo>
                    <a:pt x="1717800" y="1719520"/>
                  </a:lnTo>
                  <a:lnTo>
                    <a:pt x="1717816" y="1719508"/>
                  </a:lnTo>
                  <a:lnTo>
                    <a:pt x="1717822" y="1719503"/>
                  </a:lnTo>
                  <a:lnTo>
                    <a:pt x="1717836" y="1719504"/>
                  </a:lnTo>
                  <a:lnTo>
                    <a:pt x="1717845" y="1719507"/>
                  </a:lnTo>
                  <a:lnTo>
                    <a:pt x="1717864" y="1719493"/>
                  </a:lnTo>
                  <a:lnTo>
                    <a:pt x="1717888" y="1719483"/>
                  </a:lnTo>
                  <a:lnTo>
                    <a:pt x="1717882" y="1719474"/>
                  </a:lnTo>
                  <a:lnTo>
                    <a:pt x="1717877" y="1719463"/>
                  </a:lnTo>
                  <a:lnTo>
                    <a:pt x="1717874" y="1719457"/>
                  </a:lnTo>
                  <a:lnTo>
                    <a:pt x="1717881" y="1719448"/>
                  </a:lnTo>
                  <a:lnTo>
                    <a:pt x="1717887" y="1719434"/>
                  </a:lnTo>
                  <a:lnTo>
                    <a:pt x="1717887" y="1719401"/>
                  </a:lnTo>
                  <a:lnTo>
                    <a:pt x="1717878" y="1719389"/>
                  </a:lnTo>
                  <a:lnTo>
                    <a:pt x="1717873" y="1719389"/>
                  </a:lnTo>
                  <a:lnTo>
                    <a:pt x="1717865" y="1719394"/>
                  </a:lnTo>
                  <a:lnTo>
                    <a:pt x="1717854" y="1719401"/>
                  </a:lnTo>
                  <a:lnTo>
                    <a:pt x="1717818" y="1719432"/>
                  </a:lnTo>
                  <a:lnTo>
                    <a:pt x="1717738" y="1719499"/>
                  </a:lnTo>
                  <a:lnTo>
                    <a:pt x="1717725" y="1719577"/>
                  </a:lnTo>
                  <a:lnTo>
                    <a:pt x="1717728" y="1719585"/>
                  </a:lnTo>
                  <a:lnTo>
                    <a:pt x="1717733" y="1719593"/>
                  </a:lnTo>
                  <a:lnTo>
                    <a:pt x="1717751" y="1719629"/>
                  </a:lnTo>
                  <a:lnTo>
                    <a:pt x="1717752" y="1719637"/>
                  </a:lnTo>
                  <a:lnTo>
                    <a:pt x="1717753" y="1719659"/>
                  </a:lnTo>
                  <a:lnTo>
                    <a:pt x="1717746" y="1719672"/>
                  </a:lnTo>
                  <a:lnTo>
                    <a:pt x="1717731" y="1719689"/>
                  </a:lnTo>
                  <a:lnTo>
                    <a:pt x="1717724" y="1719694"/>
                  </a:lnTo>
                  <a:lnTo>
                    <a:pt x="1717702" y="1719692"/>
                  </a:lnTo>
                  <a:lnTo>
                    <a:pt x="1717674" y="1719697"/>
                  </a:lnTo>
                  <a:lnTo>
                    <a:pt x="1717633" y="1719725"/>
                  </a:lnTo>
                  <a:lnTo>
                    <a:pt x="1717617" y="1719735"/>
                  </a:lnTo>
                  <a:lnTo>
                    <a:pt x="1717582" y="1719743"/>
                  </a:lnTo>
                  <a:lnTo>
                    <a:pt x="1717503" y="1719709"/>
                  </a:lnTo>
                  <a:lnTo>
                    <a:pt x="1717474" y="1719715"/>
                  </a:lnTo>
                  <a:lnTo>
                    <a:pt x="1717350" y="1719738"/>
                  </a:lnTo>
                  <a:lnTo>
                    <a:pt x="1717238" y="1719764"/>
                  </a:lnTo>
                  <a:lnTo>
                    <a:pt x="1717216" y="1719769"/>
                  </a:lnTo>
                  <a:lnTo>
                    <a:pt x="1717178" y="1719782"/>
                  </a:lnTo>
                  <a:lnTo>
                    <a:pt x="1717150" y="1719786"/>
                  </a:lnTo>
                  <a:lnTo>
                    <a:pt x="1717112" y="1719787"/>
                  </a:lnTo>
                  <a:lnTo>
                    <a:pt x="1717062" y="1719788"/>
                  </a:lnTo>
                  <a:lnTo>
                    <a:pt x="1717017" y="1719780"/>
                  </a:lnTo>
                  <a:lnTo>
                    <a:pt x="1716995" y="1719773"/>
                  </a:lnTo>
                  <a:lnTo>
                    <a:pt x="1716993" y="1719755"/>
                  </a:lnTo>
                  <a:lnTo>
                    <a:pt x="1716971" y="1719744"/>
                  </a:lnTo>
                  <a:lnTo>
                    <a:pt x="1716952" y="1719751"/>
                  </a:lnTo>
                  <a:lnTo>
                    <a:pt x="1716931" y="1719759"/>
                  </a:lnTo>
                  <a:lnTo>
                    <a:pt x="1716916" y="1719772"/>
                  </a:lnTo>
                  <a:lnTo>
                    <a:pt x="1716908" y="1719774"/>
                  </a:lnTo>
                  <a:lnTo>
                    <a:pt x="1716896" y="1719769"/>
                  </a:lnTo>
                  <a:lnTo>
                    <a:pt x="1716864" y="1719753"/>
                  </a:lnTo>
                  <a:lnTo>
                    <a:pt x="1716851" y="1719746"/>
                  </a:lnTo>
                  <a:lnTo>
                    <a:pt x="1716826" y="1719733"/>
                  </a:lnTo>
                  <a:lnTo>
                    <a:pt x="1716801" y="1719705"/>
                  </a:lnTo>
                  <a:lnTo>
                    <a:pt x="1716795" y="1719697"/>
                  </a:lnTo>
                  <a:lnTo>
                    <a:pt x="1716792" y="1719693"/>
                  </a:lnTo>
                  <a:lnTo>
                    <a:pt x="1716785" y="1719681"/>
                  </a:lnTo>
                  <a:lnTo>
                    <a:pt x="1716776" y="1719656"/>
                  </a:lnTo>
                  <a:lnTo>
                    <a:pt x="1716773" y="1719638"/>
                  </a:lnTo>
                  <a:lnTo>
                    <a:pt x="1716762" y="1719593"/>
                  </a:lnTo>
                  <a:lnTo>
                    <a:pt x="1716760" y="1719585"/>
                  </a:lnTo>
                  <a:lnTo>
                    <a:pt x="1716744" y="1719524"/>
                  </a:lnTo>
                  <a:lnTo>
                    <a:pt x="1716730" y="1719467"/>
                  </a:lnTo>
                  <a:lnTo>
                    <a:pt x="1716724" y="1719438"/>
                  </a:lnTo>
                  <a:lnTo>
                    <a:pt x="1716718" y="1719425"/>
                  </a:lnTo>
                  <a:lnTo>
                    <a:pt x="1716714" y="1719415"/>
                  </a:lnTo>
                  <a:lnTo>
                    <a:pt x="1716698" y="1719378"/>
                  </a:lnTo>
                  <a:lnTo>
                    <a:pt x="1716688" y="1719358"/>
                  </a:lnTo>
                  <a:lnTo>
                    <a:pt x="1716683" y="1719349"/>
                  </a:lnTo>
                  <a:lnTo>
                    <a:pt x="1716679" y="1719340"/>
                  </a:lnTo>
                  <a:lnTo>
                    <a:pt x="1716673" y="1719331"/>
                  </a:lnTo>
                  <a:lnTo>
                    <a:pt x="1716651" y="1719343"/>
                  </a:lnTo>
                  <a:lnTo>
                    <a:pt x="1716630" y="1719355"/>
                  </a:lnTo>
                  <a:lnTo>
                    <a:pt x="1716625" y="1719375"/>
                  </a:lnTo>
                  <a:lnTo>
                    <a:pt x="1716633" y="1719409"/>
                  </a:lnTo>
                  <a:lnTo>
                    <a:pt x="1716649" y="1719466"/>
                  </a:lnTo>
                  <a:lnTo>
                    <a:pt x="1716640" y="1719496"/>
                  </a:lnTo>
                  <a:lnTo>
                    <a:pt x="1716625" y="1719516"/>
                  </a:lnTo>
                  <a:lnTo>
                    <a:pt x="1716601" y="1719533"/>
                  </a:lnTo>
                  <a:lnTo>
                    <a:pt x="1716590" y="1719535"/>
                  </a:lnTo>
                  <a:lnTo>
                    <a:pt x="1716574" y="1719539"/>
                  </a:lnTo>
                  <a:lnTo>
                    <a:pt x="1716560" y="1719543"/>
                  </a:lnTo>
                  <a:lnTo>
                    <a:pt x="1716540" y="1719554"/>
                  </a:lnTo>
                  <a:lnTo>
                    <a:pt x="1716532" y="1719572"/>
                  </a:lnTo>
                  <a:lnTo>
                    <a:pt x="1716529" y="1719584"/>
                  </a:lnTo>
                  <a:lnTo>
                    <a:pt x="1716522" y="1719610"/>
                  </a:lnTo>
                  <a:lnTo>
                    <a:pt x="1716517" y="1719616"/>
                  </a:lnTo>
                  <a:lnTo>
                    <a:pt x="1716512" y="1719619"/>
                  </a:lnTo>
                  <a:lnTo>
                    <a:pt x="1716491" y="1719610"/>
                  </a:lnTo>
                  <a:lnTo>
                    <a:pt x="1716475" y="1719612"/>
                  </a:lnTo>
                  <a:lnTo>
                    <a:pt x="1716465" y="1719618"/>
                  </a:lnTo>
                  <a:lnTo>
                    <a:pt x="1716465" y="1719627"/>
                  </a:lnTo>
                  <a:lnTo>
                    <a:pt x="1716465" y="1719642"/>
                  </a:lnTo>
                  <a:lnTo>
                    <a:pt x="1716471" y="1719679"/>
                  </a:lnTo>
                  <a:lnTo>
                    <a:pt x="1716485" y="1719707"/>
                  </a:lnTo>
                  <a:lnTo>
                    <a:pt x="1716488" y="1719714"/>
                  </a:lnTo>
                  <a:lnTo>
                    <a:pt x="1716489" y="1719724"/>
                  </a:lnTo>
                  <a:lnTo>
                    <a:pt x="1716503" y="1719782"/>
                  </a:lnTo>
                  <a:lnTo>
                    <a:pt x="1716506" y="1719792"/>
                  </a:lnTo>
                  <a:lnTo>
                    <a:pt x="1716541" y="1719929"/>
                  </a:lnTo>
                  <a:lnTo>
                    <a:pt x="1716543" y="1719937"/>
                  </a:lnTo>
                  <a:lnTo>
                    <a:pt x="1716547" y="1719950"/>
                  </a:lnTo>
                  <a:lnTo>
                    <a:pt x="1716548" y="1719957"/>
                  </a:lnTo>
                  <a:lnTo>
                    <a:pt x="1716548" y="1719968"/>
                  </a:lnTo>
                  <a:lnTo>
                    <a:pt x="1716548" y="1719977"/>
                  </a:lnTo>
                  <a:lnTo>
                    <a:pt x="1716547" y="1719983"/>
                  </a:lnTo>
                  <a:lnTo>
                    <a:pt x="1716538" y="1720028"/>
                  </a:lnTo>
                  <a:lnTo>
                    <a:pt x="1716533" y="1720049"/>
                  </a:lnTo>
                  <a:lnTo>
                    <a:pt x="1716528" y="1720118"/>
                  </a:lnTo>
                  <a:lnTo>
                    <a:pt x="1716520" y="1720172"/>
                  </a:lnTo>
                  <a:lnTo>
                    <a:pt x="1716517" y="1720181"/>
                  </a:lnTo>
                  <a:lnTo>
                    <a:pt x="1716511" y="1720184"/>
                  </a:lnTo>
                  <a:lnTo>
                    <a:pt x="1716501" y="1720188"/>
                  </a:lnTo>
                  <a:lnTo>
                    <a:pt x="1716493" y="1720188"/>
                  </a:lnTo>
                  <a:lnTo>
                    <a:pt x="1716486" y="1720187"/>
                  </a:lnTo>
                  <a:lnTo>
                    <a:pt x="1716460" y="1720180"/>
                  </a:lnTo>
                  <a:lnTo>
                    <a:pt x="1716447" y="1720177"/>
                  </a:lnTo>
                  <a:lnTo>
                    <a:pt x="1716440" y="1720175"/>
                  </a:lnTo>
                  <a:lnTo>
                    <a:pt x="1716422" y="1720169"/>
                  </a:lnTo>
                  <a:lnTo>
                    <a:pt x="1716409" y="1720167"/>
                  </a:lnTo>
                  <a:lnTo>
                    <a:pt x="1716396" y="1720170"/>
                  </a:lnTo>
                  <a:lnTo>
                    <a:pt x="1716371" y="1720176"/>
                  </a:lnTo>
                  <a:lnTo>
                    <a:pt x="1716355" y="1720182"/>
                  </a:lnTo>
                  <a:lnTo>
                    <a:pt x="1716357" y="1720198"/>
                  </a:lnTo>
                  <a:lnTo>
                    <a:pt x="1716364" y="1720248"/>
                  </a:lnTo>
                  <a:lnTo>
                    <a:pt x="1716365" y="1720257"/>
                  </a:lnTo>
                  <a:lnTo>
                    <a:pt x="1716401" y="1720405"/>
                  </a:lnTo>
                  <a:lnTo>
                    <a:pt x="1716406" y="1720417"/>
                  </a:lnTo>
                  <a:lnTo>
                    <a:pt x="1716410" y="1720426"/>
                  </a:lnTo>
                  <a:lnTo>
                    <a:pt x="1716414" y="1720433"/>
                  </a:lnTo>
                  <a:lnTo>
                    <a:pt x="1716419" y="1720443"/>
                  </a:lnTo>
                  <a:lnTo>
                    <a:pt x="1716430" y="1720458"/>
                  </a:lnTo>
                  <a:lnTo>
                    <a:pt x="1716441" y="1720475"/>
                  </a:lnTo>
                  <a:lnTo>
                    <a:pt x="1716475" y="1720528"/>
                  </a:lnTo>
                  <a:lnTo>
                    <a:pt x="1716540" y="1720597"/>
                  </a:lnTo>
                  <a:lnTo>
                    <a:pt x="1716577" y="1720643"/>
                  </a:lnTo>
                  <a:lnTo>
                    <a:pt x="1716581" y="1720655"/>
                  </a:lnTo>
                  <a:lnTo>
                    <a:pt x="1716596" y="1720703"/>
                  </a:lnTo>
                  <a:lnTo>
                    <a:pt x="1716617" y="1720773"/>
                  </a:lnTo>
                  <a:lnTo>
                    <a:pt x="1716620" y="1720780"/>
                  </a:lnTo>
                  <a:lnTo>
                    <a:pt x="1716628" y="1720798"/>
                  </a:lnTo>
                  <a:lnTo>
                    <a:pt x="1716637" y="1720823"/>
                  </a:lnTo>
                  <a:lnTo>
                    <a:pt x="1716682" y="1720942"/>
                  </a:lnTo>
                  <a:lnTo>
                    <a:pt x="1716719" y="1721047"/>
                  </a:lnTo>
                  <a:lnTo>
                    <a:pt x="1716699" y="1721100"/>
                  </a:lnTo>
                  <a:lnTo>
                    <a:pt x="1716695" y="1721109"/>
                  </a:lnTo>
                  <a:lnTo>
                    <a:pt x="1716656" y="1721166"/>
                  </a:lnTo>
                  <a:lnTo>
                    <a:pt x="1716650" y="1721183"/>
                  </a:lnTo>
                  <a:lnTo>
                    <a:pt x="1716644" y="1721198"/>
                  </a:lnTo>
                  <a:lnTo>
                    <a:pt x="1716647" y="1721246"/>
                  </a:lnTo>
                  <a:lnTo>
                    <a:pt x="1716648" y="1721259"/>
                  </a:lnTo>
                  <a:lnTo>
                    <a:pt x="1716651" y="1721284"/>
                  </a:lnTo>
                  <a:lnTo>
                    <a:pt x="1716677" y="1721290"/>
                  </a:lnTo>
                  <a:lnTo>
                    <a:pt x="1716695" y="1721294"/>
                  </a:lnTo>
                  <a:lnTo>
                    <a:pt x="1716714" y="1721299"/>
                  </a:lnTo>
                  <a:lnTo>
                    <a:pt x="1716792" y="1721344"/>
                  </a:lnTo>
                  <a:lnTo>
                    <a:pt x="1716814" y="1721386"/>
                  </a:lnTo>
                  <a:lnTo>
                    <a:pt x="1716825" y="1721407"/>
                  </a:lnTo>
                  <a:lnTo>
                    <a:pt x="1716917" y="1721637"/>
                  </a:lnTo>
                  <a:lnTo>
                    <a:pt x="1716934" y="1721689"/>
                  </a:lnTo>
                  <a:lnTo>
                    <a:pt x="1716940" y="1721695"/>
                  </a:lnTo>
                  <a:lnTo>
                    <a:pt x="1716953" y="1721883"/>
                  </a:lnTo>
                  <a:lnTo>
                    <a:pt x="1716926" y="1721905"/>
                  </a:lnTo>
                  <a:lnTo>
                    <a:pt x="1716839" y="1721953"/>
                  </a:lnTo>
                  <a:lnTo>
                    <a:pt x="1716890" y="1722168"/>
                  </a:lnTo>
                  <a:lnTo>
                    <a:pt x="1716934" y="1722296"/>
                  </a:lnTo>
                  <a:lnTo>
                    <a:pt x="1717000" y="1722398"/>
                  </a:lnTo>
                  <a:lnTo>
                    <a:pt x="1717008" y="1722410"/>
                  </a:lnTo>
                  <a:lnTo>
                    <a:pt x="1717055" y="1722482"/>
                  </a:lnTo>
                  <a:lnTo>
                    <a:pt x="1717113" y="1722680"/>
                  </a:lnTo>
                  <a:lnTo>
                    <a:pt x="1717113" y="1722720"/>
                  </a:lnTo>
                  <a:lnTo>
                    <a:pt x="1717112" y="1722755"/>
                  </a:lnTo>
                  <a:lnTo>
                    <a:pt x="1717109" y="1722908"/>
                  </a:lnTo>
                  <a:lnTo>
                    <a:pt x="1717118" y="1722952"/>
                  </a:lnTo>
                  <a:lnTo>
                    <a:pt x="1717161" y="1723173"/>
                  </a:lnTo>
                  <a:lnTo>
                    <a:pt x="1717170" y="1723208"/>
                  </a:lnTo>
                  <a:lnTo>
                    <a:pt x="1717206" y="1723363"/>
                  </a:lnTo>
                  <a:lnTo>
                    <a:pt x="1717216" y="1723404"/>
                  </a:lnTo>
                  <a:lnTo>
                    <a:pt x="1717241" y="1723426"/>
                  </a:lnTo>
                  <a:lnTo>
                    <a:pt x="1717298" y="1723479"/>
                  </a:lnTo>
                  <a:lnTo>
                    <a:pt x="1717415" y="1723800"/>
                  </a:lnTo>
                  <a:lnTo>
                    <a:pt x="1717543" y="1723979"/>
                  </a:lnTo>
                  <a:lnTo>
                    <a:pt x="1717577" y="1724021"/>
                  </a:lnTo>
                  <a:lnTo>
                    <a:pt x="1717607" y="1724135"/>
                  </a:lnTo>
                  <a:lnTo>
                    <a:pt x="1717612" y="1724153"/>
                  </a:lnTo>
                  <a:lnTo>
                    <a:pt x="1717612" y="1724280"/>
                  </a:lnTo>
                  <a:lnTo>
                    <a:pt x="1717591" y="1724388"/>
                  </a:lnTo>
                  <a:lnTo>
                    <a:pt x="1717586" y="1724399"/>
                  </a:lnTo>
                  <a:lnTo>
                    <a:pt x="1717574" y="1724407"/>
                  </a:lnTo>
                  <a:lnTo>
                    <a:pt x="1717567" y="1724411"/>
                  </a:lnTo>
                  <a:lnTo>
                    <a:pt x="1717555" y="1724408"/>
                  </a:lnTo>
                  <a:lnTo>
                    <a:pt x="1717538" y="1724390"/>
                  </a:lnTo>
                  <a:lnTo>
                    <a:pt x="1717528" y="1724371"/>
                  </a:lnTo>
                  <a:lnTo>
                    <a:pt x="1717527" y="1724343"/>
                  </a:lnTo>
                  <a:lnTo>
                    <a:pt x="1717528" y="1724319"/>
                  </a:lnTo>
                  <a:lnTo>
                    <a:pt x="1717527" y="1724209"/>
                  </a:lnTo>
                  <a:lnTo>
                    <a:pt x="1717431" y="1724064"/>
                  </a:lnTo>
                  <a:lnTo>
                    <a:pt x="1717391" y="1724038"/>
                  </a:lnTo>
                  <a:lnTo>
                    <a:pt x="1717341" y="1724005"/>
                  </a:lnTo>
                  <a:lnTo>
                    <a:pt x="1717266" y="1723851"/>
                  </a:lnTo>
                  <a:lnTo>
                    <a:pt x="1717213" y="1723747"/>
                  </a:lnTo>
                  <a:lnTo>
                    <a:pt x="1717130" y="1723644"/>
                  </a:lnTo>
                  <a:lnTo>
                    <a:pt x="1717045" y="1723572"/>
                  </a:lnTo>
                  <a:lnTo>
                    <a:pt x="1717011" y="1723561"/>
                  </a:lnTo>
                  <a:lnTo>
                    <a:pt x="1717002" y="1723576"/>
                  </a:lnTo>
                  <a:lnTo>
                    <a:pt x="1716977" y="1723618"/>
                  </a:lnTo>
                  <a:lnTo>
                    <a:pt x="1716909" y="1723741"/>
                  </a:lnTo>
                  <a:lnTo>
                    <a:pt x="1716850" y="1723890"/>
                  </a:lnTo>
                  <a:lnTo>
                    <a:pt x="1716827" y="1724092"/>
                  </a:lnTo>
                  <a:lnTo>
                    <a:pt x="1716830" y="1724199"/>
                  </a:lnTo>
                  <a:lnTo>
                    <a:pt x="1716834" y="1724294"/>
                  </a:lnTo>
                  <a:lnTo>
                    <a:pt x="1716835" y="1724334"/>
                  </a:lnTo>
                  <a:lnTo>
                    <a:pt x="1716892" y="1724488"/>
                  </a:lnTo>
                  <a:lnTo>
                    <a:pt x="1716908" y="1724534"/>
                  </a:lnTo>
                  <a:lnTo>
                    <a:pt x="1716945" y="1724681"/>
                  </a:lnTo>
                  <a:lnTo>
                    <a:pt x="1716957" y="1724728"/>
                  </a:lnTo>
                  <a:lnTo>
                    <a:pt x="1717033" y="1724959"/>
                  </a:lnTo>
                  <a:lnTo>
                    <a:pt x="1717042" y="1724986"/>
                  </a:lnTo>
                  <a:lnTo>
                    <a:pt x="1716999" y="1725242"/>
                  </a:lnTo>
                  <a:lnTo>
                    <a:pt x="1716992" y="1725283"/>
                  </a:lnTo>
                  <a:lnTo>
                    <a:pt x="1716987" y="1725311"/>
                  </a:lnTo>
                  <a:lnTo>
                    <a:pt x="1716968" y="1725377"/>
                  </a:lnTo>
                  <a:lnTo>
                    <a:pt x="1716931" y="1725505"/>
                  </a:lnTo>
                  <a:lnTo>
                    <a:pt x="1716877" y="1725574"/>
                  </a:lnTo>
                  <a:lnTo>
                    <a:pt x="1716850" y="1725608"/>
                  </a:lnTo>
                  <a:lnTo>
                    <a:pt x="1716772" y="1725697"/>
                  </a:lnTo>
                  <a:lnTo>
                    <a:pt x="1716719" y="1725723"/>
                  </a:lnTo>
                  <a:lnTo>
                    <a:pt x="1716669" y="1725747"/>
                  </a:lnTo>
                  <a:lnTo>
                    <a:pt x="1716571" y="1725739"/>
                  </a:lnTo>
                  <a:lnTo>
                    <a:pt x="1716564" y="1725736"/>
                  </a:lnTo>
                  <a:lnTo>
                    <a:pt x="1716560" y="1725733"/>
                  </a:lnTo>
                  <a:lnTo>
                    <a:pt x="1716551" y="1725730"/>
                  </a:lnTo>
                  <a:lnTo>
                    <a:pt x="1716542" y="1725725"/>
                  </a:lnTo>
                  <a:lnTo>
                    <a:pt x="1716538" y="1725723"/>
                  </a:lnTo>
                  <a:lnTo>
                    <a:pt x="1716529" y="1725718"/>
                  </a:lnTo>
                  <a:lnTo>
                    <a:pt x="1716463" y="1725684"/>
                  </a:lnTo>
                  <a:lnTo>
                    <a:pt x="1716353" y="1725603"/>
                  </a:lnTo>
                  <a:lnTo>
                    <a:pt x="1716313" y="1725537"/>
                  </a:lnTo>
                  <a:lnTo>
                    <a:pt x="1716287" y="1725495"/>
                  </a:lnTo>
                  <a:lnTo>
                    <a:pt x="1716206" y="1725413"/>
                  </a:lnTo>
                  <a:lnTo>
                    <a:pt x="1716145" y="1725404"/>
                  </a:lnTo>
                  <a:lnTo>
                    <a:pt x="1716085" y="1725395"/>
                  </a:lnTo>
                  <a:lnTo>
                    <a:pt x="1715988" y="1725351"/>
                  </a:lnTo>
                  <a:lnTo>
                    <a:pt x="1715833" y="1725206"/>
                  </a:lnTo>
                  <a:lnTo>
                    <a:pt x="1715720" y="1725114"/>
                  </a:lnTo>
                  <a:lnTo>
                    <a:pt x="1715701" y="1725099"/>
                  </a:lnTo>
                  <a:lnTo>
                    <a:pt x="1715663" y="1725071"/>
                  </a:lnTo>
                  <a:lnTo>
                    <a:pt x="1715654" y="1725065"/>
                  </a:lnTo>
                  <a:lnTo>
                    <a:pt x="1715648" y="1725070"/>
                  </a:lnTo>
                  <a:lnTo>
                    <a:pt x="1715644" y="1725079"/>
                  </a:lnTo>
                  <a:lnTo>
                    <a:pt x="1715636" y="1725095"/>
                  </a:lnTo>
                  <a:lnTo>
                    <a:pt x="1715628" y="1725113"/>
                  </a:lnTo>
                  <a:lnTo>
                    <a:pt x="1715614" y="1725138"/>
                  </a:lnTo>
                  <a:lnTo>
                    <a:pt x="1715591" y="1725184"/>
                  </a:lnTo>
                  <a:lnTo>
                    <a:pt x="1715587" y="1725193"/>
                  </a:lnTo>
                  <a:lnTo>
                    <a:pt x="1715583" y="1725200"/>
                  </a:lnTo>
                  <a:lnTo>
                    <a:pt x="1715579" y="1725207"/>
                  </a:lnTo>
                  <a:lnTo>
                    <a:pt x="1715576" y="1725212"/>
                  </a:lnTo>
                  <a:lnTo>
                    <a:pt x="1715569" y="1725225"/>
                  </a:lnTo>
                  <a:lnTo>
                    <a:pt x="1715565" y="1725234"/>
                  </a:lnTo>
                  <a:lnTo>
                    <a:pt x="1715530" y="1725304"/>
                  </a:lnTo>
                  <a:lnTo>
                    <a:pt x="1715526" y="1725311"/>
                  </a:lnTo>
                  <a:lnTo>
                    <a:pt x="1715512" y="1725329"/>
                  </a:lnTo>
                  <a:lnTo>
                    <a:pt x="1715505" y="1725332"/>
                  </a:lnTo>
                  <a:lnTo>
                    <a:pt x="1715223" y="1725201"/>
                  </a:lnTo>
                  <a:lnTo>
                    <a:pt x="1715216" y="1725198"/>
                  </a:lnTo>
                  <a:lnTo>
                    <a:pt x="1715210" y="1725195"/>
                  </a:lnTo>
                  <a:lnTo>
                    <a:pt x="1715202" y="1725192"/>
                  </a:lnTo>
                  <a:lnTo>
                    <a:pt x="1714952" y="1725075"/>
                  </a:lnTo>
                  <a:lnTo>
                    <a:pt x="1714948" y="1725072"/>
                  </a:lnTo>
                  <a:lnTo>
                    <a:pt x="1714946" y="1725065"/>
                  </a:lnTo>
                  <a:lnTo>
                    <a:pt x="1714948" y="1725056"/>
                  </a:lnTo>
                  <a:lnTo>
                    <a:pt x="1714952" y="1725044"/>
                  </a:lnTo>
                  <a:lnTo>
                    <a:pt x="1714956" y="1725035"/>
                  </a:lnTo>
                  <a:lnTo>
                    <a:pt x="1715017" y="1724873"/>
                  </a:lnTo>
                  <a:lnTo>
                    <a:pt x="1715013" y="1724867"/>
                  </a:lnTo>
                  <a:lnTo>
                    <a:pt x="1714999" y="1724846"/>
                  </a:lnTo>
                  <a:lnTo>
                    <a:pt x="1714968" y="1724835"/>
                  </a:lnTo>
                  <a:lnTo>
                    <a:pt x="1714912" y="1724797"/>
                  </a:lnTo>
                  <a:lnTo>
                    <a:pt x="1714902" y="1724788"/>
                  </a:lnTo>
                  <a:lnTo>
                    <a:pt x="1714902" y="1724780"/>
                  </a:lnTo>
                  <a:lnTo>
                    <a:pt x="1714908" y="1724766"/>
                  </a:lnTo>
                  <a:lnTo>
                    <a:pt x="1714912" y="1724759"/>
                  </a:lnTo>
                  <a:lnTo>
                    <a:pt x="1714916" y="1724751"/>
                  </a:lnTo>
                  <a:lnTo>
                    <a:pt x="1714920" y="1724742"/>
                  </a:lnTo>
                  <a:lnTo>
                    <a:pt x="1714924" y="1724735"/>
                  </a:lnTo>
                  <a:lnTo>
                    <a:pt x="1714930" y="1724727"/>
                  </a:lnTo>
                  <a:lnTo>
                    <a:pt x="1714926" y="1724712"/>
                  </a:lnTo>
                  <a:lnTo>
                    <a:pt x="1714908" y="1724700"/>
                  </a:lnTo>
                  <a:lnTo>
                    <a:pt x="1714832" y="1724644"/>
                  </a:lnTo>
                  <a:lnTo>
                    <a:pt x="1714816" y="1724633"/>
                  </a:lnTo>
                  <a:lnTo>
                    <a:pt x="1714812" y="1724630"/>
                  </a:lnTo>
                  <a:lnTo>
                    <a:pt x="1714737" y="1724586"/>
                  </a:lnTo>
                  <a:lnTo>
                    <a:pt x="1714703" y="1724567"/>
                  </a:lnTo>
                  <a:lnTo>
                    <a:pt x="1714694" y="1724561"/>
                  </a:lnTo>
                  <a:lnTo>
                    <a:pt x="1714681" y="1724553"/>
                  </a:lnTo>
                  <a:lnTo>
                    <a:pt x="1714672" y="1724548"/>
                  </a:lnTo>
                  <a:lnTo>
                    <a:pt x="1714666" y="1724545"/>
                  </a:lnTo>
                  <a:lnTo>
                    <a:pt x="1714648" y="1724533"/>
                  </a:lnTo>
                  <a:lnTo>
                    <a:pt x="1714642" y="1724530"/>
                  </a:lnTo>
                  <a:lnTo>
                    <a:pt x="1714638" y="1724528"/>
                  </a:lnTo>
                  <a:lnTo>
                    <a:pt x="1714631" y="1724524"/>
                  </a:lnTo>
                  <a:lnTo>
                    <a:pt x="1714626" y="1724521"/>
                  </a:lnTo>
                  <a:lnTo>
                    <a:pt x="1714619" y="1724517"/>
                  </a:lnTo>
                  <a:lnTo>
                    <a:pt x="1714610" y="1724512"/>
                  </a:lnTo>
                  <a:lnTo>
                    <a:pt x="1714602" y="1724508"/>
                  </a:lnTo>
                  <a:lnTo>
                    <a:pt x="1714595" y="1724504"/>
                  </a:lnTo>
                  <a:lnTo>
                    <a:pt x="1714586" y="1724501"/>
                  </a:lnTo>
                  <a:lnTo>
                    <a:pt x="1714577" y="1724497"/>
                  </a:lnTo>
                  <a:lnTo>
                    <a:pt x="1714571" y="1724495"/>
                  </a:lnTo>
                  <a:lnTo>
                    <a:pt x="1714558" y="1724489"/>
                  </a:lnTo>
                  <a:lnTo>
                    <a:pt x="1714547" y="1724484"/>
                  </a:lnTo>
                  <a:lnTo>
                    <a:pt x="1714540" y="1724481"/>
                  </a:lnTo>
                  <a:lnTo>
                    <a:pt x="1714520" y="1724472"/>
                  </a:lnTo>
                  <a:lnTo>
                    <a:pt x="1714463" y="1724467"/>
                  </a:lnTo>
                  <a:lnTo>
                    <a:pt x="1714458" y="1724467"/>
                  </a:lnTo>
                  <a:lnTo>
                    <a:pt x="1714351" y="1724413"/>
                  </a:lnTo>
                  <a:lnTo>
                    <a:pt x="1714302" y="1724384"/>
                  </a:lnTo>
                  <a:lnTo>
                    <a:pt x="1714251" y="1724359"/>
                  </a:lnTo>
                  <a:lnTo>
                    <a:pt x="1714240" y="1724353"/>
                  </a:lnTo>
                  <a:lnTo>
                    <a:pt x="1714161" y="1724283"/>
                  </a:lnTo>
                  <a:lnTo>
                    <a:pt x="1714152" y="1724275"/>
                  </a:lnTo>
                  <a:lnTo>
                    <a:pt x="1714113" y="1724228"/>
                  </a:lnTo>
                  <a:lnTo>
                    <a:pt x="1714096" y="1724209"/>
                  </a:lnTo>
                  <a:lnTo>
                    <a:pt x="1714093" y="1724203"/>
                  </a:lnTo>
                  <a:lnTo>
                    <a:pt x="1714076" y="1724173"/>
                  </a:lnTo>
                  <a:lnTo>
                    <a:pt x="1714063" y="1724151"/>
                  </a:lnTo>
                  <a:lnTo>
                    <a:pt x="1714052" y="1724140"/>
                  </a:lnTo>
                  <a:lnTo>
                    <a:pt x="1713848" y="1723952"/>
                  </a:lnTo>
                  <a:lnTo>
                    <a:pt x="1713814" y="1723923"/>
                  </a:lnTo>
                  <a:lnTo>
                    <a:pt x="1713720" y="1723851"/>
                  </a:lnTo>
                  <a:lnTo>
                    <a:pt x="1713711" y="1723844"/>
                  </a:lnTo>
                  <a:lnTo>
                    <a:pt x="1713688" y="1723826"/>
                  </a:lnTo>
                  <a:lnTo>
                    <a:pt x="1713654" y="1723802"/>
                  </a:lnTo>
                  <a:lnTo>
                    <a:pt x="1713541" y="1723735"/>
                  </a:lnTo>
                  <a:lnTo>
                    <a:pt x="1713533" y="1723729"/>
                  </a:lnTo>
                  <a:lnTo>
                    <a:pt x="1713526" y="1723726"/>
                  </a:lnTo>
                  <a:lnTo>
                    <a:pt x="1713516" y="1723720"/>
                  </a:lnTo>
                  <a:lnTo>
                    <a:pt x="1713504" y="1723714"/>
                  </a:lnTo>
                  <a:lnTo>
                    <a:pt x="1713491" y="1723709"/>
                  </a:lnTo>
                  <a:lnTo>
                    <a:pt x="1713465" y="1723699"/>
                  </a:lnTo>
                  <a:lnTo>
                    <a:pt x="1713324" y="1723647"/>
                  </a:lnTo>
                  <a:lnTo>
                    <a:pt x="1713311" y="1723651"/>
                  </a:lnTo>
                  <a:lnTo>
                    <a:pt x="1713305" y="1723653"/>
                  </a:lnTo>
                  <a:lnTo>
                    <a:pt x="1713298" y="1723661"/>
                  </a:lnTo>
                  <a:lnTo>
                    <a:pt x="1713292" y="1723670"/>
                  </a:lnTo>
                  <a:lnTo>
                    <a:pt x="1713288" y="1723679"/>
                  </a:lnTo>
                  <a:lnTo>
                    <a:pt x="1713285" y="1723685"/>
                  </a:lnTo>
                  <a:lnTo>
                    <a:pt x="1713280" y="1723693"/>
                  </a:lnTo>
                  <a:lnTo>
                    <a:pt x="1713275" y="1723701"/>
                  </a:lnTo>
                  <a:lnTo>
                    <a:pt x="1713269" y="1723710"/>
                  </a:lnTo>
                  <a:lnTo>
                    <a:pt x="1713264" y="1723721"/>
                  </a:lnTo>
                  <a:lnTo>
                    <a:pt x="1713258" y="1723735"/>
                  </a:lnTo>
                  <a:lnTo>
                    <a:pt x="1713254" y="1723743"/>
                  </a:lnTo>
                  <a:lnTo>
                    <a:pt x="1713245" y="1723745"/>
                  </a:lnTo>
                  <a:lnTo>
                    <a:pt x="1713171" y="1723709"/>
                  </a:lnTo>
                  <a:lnTo>
                    <a:pt x="1713155" y="1723707"/>
                  </a:lnTo>
                  <a:lnTo>
                    <a:pt x="1713117" y="1723705"/>
                  </a:lnTo>
                  <a:lnTo>
                    <a:pt x="1713076" y="1723702"/>
                  </a:lnTo>
                  <a:lnTo>
                    <a:pt x="1713068" y="1723701"/>
                  </a:lnTo>
                  <a:lnTo>
                    <a:pt x="1713042" y="1723700"/>
                  </a:lnTo>
                  <a:lnTo>
                    <a:pt x="1713010" y="1723697"/>
                  </a:lnTo>
                  <a:lnTo>
                    <a:pt x="1713010" y="1723687"/>
                  </a:lnTo>
                  <a:lnTo>
                    <a:pt x="1713013" y="1723678"/>
                  </a:lnTo>
                  <a:lnTo>
                    <a:pt x="1713017" y="1723669"/>
                  </a:lnTo>
                  <a:lnTo>
                    <a:pt x="1713020" y="1723662"/>
                  </a:lnTo>
                  <a:lnTo>
                    <a:pt x="1713026" y="1723649"/>
                  </a:lnTo>
                  <a:lnTo>
                    <a:pt x="1713030" y="1723639"/>
                  </a:lnTo>
                  <a:lnTo>
                    <a:pt x="1713035" y="1723628"/>
                  </a:lnTo>
                  <a:lnTo>
                    <a:pt x="1713055" y="1723582"/>
                  </a:lnTo>
                  <a:lnTo>
                    <a:pt x="1713024" y="1723503"/>
                  </a:lnTo>
                  <a:lnTo>
                    <a:pt x="1712886" y="1723315"/>
                  </a:lnTo>
                  <a:lnTo>
                    <a:pt x="1712878" y="1723303"/>
                  </a:lnTo>
                  <a:lnTo>
                    <a:pt x="1712768" y="1723154"/>
                  </a:lnTo>
                  <a:lnTo>
                    <a:pt x="1712701" y="1723069"/>
                  </a:lnTo>
                  <a:lnTo>
                    <a:pt x="1712489" y="1722898"/>
                  </a:lnTo>
                  <a:lnTo>
                    <a:pt x="1712329" y="1722793"/>
                  </a:lnTo>
                  <a:lnTo>
                    <a:pt x="1712318" y="1722785"/>
                  </a:lnTo>
                  <a:lnTo>
                    <a:pt x="1712301" y="1722774"/>
                  </a:lnTo>
                  <a:lnTo>
                    <a:pt x="1712242" y="1722736"/>
                  </a:lnTo>
                  <a:lnTo>
                    <a:pt x="1712163" y="1722684"/>
                  </a:lnTo>
                  <a:lnTo>
                    <a:pt x="1712153" y="1722677"/>
                  </a:lnTo>
                  <a:lnTo>
                    <a:pt x="1712135" y="1722666"/>
                  </a:lnTo>
                  <a:lnTo>
                    <a:pt x="1712127" y="1722661"/>
                  </a:lnTo>
                  <a:lnTo>
                    <a:pt x="1712110" y="1722651"/>
                  </a:lnTo>
                  <a:lnTo>
                    <a:pt x="1712086" y="1722634"/>
                  </a:lnTo>
                  <a:lnTo>
                    <a:pt x="1712081" y="1722631"/>
                  </a:lnTo>
                  <a:lnTo>
                    <a:pt x="1712072" y="1722626"/>
                  </a:lnTo>
                  <a:lnTo>
                    <a:pt x="1712057" y="1722619"/>
                  </a:lnTo>
                  <a:lnTo>
                    <a:pt x="1712051" y="1722615"/>
                  </a:lnTo>
                  <a:lnTo>
                    <a:pt x="1712023" y="1722596"/>
                  </a:lnTo>
                  <a:lnTo>
                    <a:pt x="1712003" y="1722584"/>
                  </a:lnTo>
                  <a:lnTo>
                    <a:pt x="1711998" y="1722580"/>
                  </a:lnTo>
                  <a:lnTo>
                    <a:pt x="1711992" y="1722576"/>
                  </a:lnTo>
                  <a:lnTo>
                    <a:pt x="1711987" y="1722573"/>
                  </a:lnTo>
                  <a:lnTo>
                    <a:pt x="1711982" y="1722569"/>
                  </a:lnTo>
                  <a:lnTo>
                    <a:pt x="1711975" y="1722565"/>
                  </a:lnTo>
                  <a:lnTo>
                    <a:pt x="1711970" y="1722562"/>
                  </a:lnTo>
                  <a:lnTo>
                    <a:pt x="1711963" y="1722559"/>
                  </a:lnTo>
                  <a:lnTo>
                    <a:pt x="1711955" y="1722555"/>
                  </a:lnTo>
                  <a:lnTo>
                    <a:pt x="1711933" y="1722540"/>
                  </a:lnTo>
                  <a:lnTo>
                    <a:pt x="1711924" y="1722530"/>
                  </a:lnTo>
                  <a:lnTo>
                    <a:pt x="1711915" y="1722517"/>
                  </a:lnTo>
                  <a:lnTo>
                    <a:pt x="1711911" y="1722508"/>
                  </a:lnTo>
                  <a:lnTo>
                    <a:pt x="1711906" y="1722493"/>
                  </a:lnTo>
                  <a:lnTo>
                    <a:pt x="1711904" y="1722486"/>
                  </a:lnTo>
                  <a:lnTo>
                    <a:pt x="1711904" y="1722479"/>
                  </a:lnTo>
                  <a:lnTo>
                    <a:pt x="1711922" y="1722435"/>
                  </a:lnTo>
                  <a:lnTo>
                    <a:pt x="1711975" y="1722395"/>
                  </a:lnTo>
                  <a:lnTo>
                    <a:pt x="1712036" y="1722377"/>
                  </a:lnTo>
                  <a:lnTo>
                    <a:pt x="1712096" y="1722360"/>
                  </a:lnTo>
                  <a:lnTo>
                    <a:pt x="1712119" y="1722352"/>
                  </a:lnTo>
                  <a:lnTo>
                    <a:pt x="1712186" y="1722329"/>
                  </a:lnTo>
                  <a:lnTo>
                    <a:pt x="1712246" y="1722311"/>
                  </a:lnTo>
                  <a:lnTo>
                    <a:pt x="1712285" y="1722299"/>
                  </a:lnTo>
                  <a:lnTo>
                    <a:pt x="1712371" y="1722253"/>
                  </a:lnTo>
                  <a:lnTo>
                    <a:pt x="1712498" y="1722154"/>
                  </a:lnTo>
                  <a:lnTo>
                    <a:pt x="1712528" y="1722121"/>
                  </a:lnTo>
                  <a:lnTo>
                    <a:pt x="1712591" y="1722050"/>
                  </a:lnTo>
                  <a:lnTo>
                    <a:pt x="1712605" y="1722018"/>
                  </a:lnTo>
                  <a:lnTo>
                    <a:pt x="1712618" y="1721990"/>
                  </a:lnTo>
                  <a:lnTo>
                    <a:pt x="1712630" y="1721951"/>
                  </a:lnTo>
                  <a:lnTo>
                    <a:pt x="1712635" y="1721936"/>
                  </a:lnTo>
                  <a:lnTo>
                    <a:pt x="1712647" y="1721834"/>
                  </a:lnTo>
                  <a:lnTo>
                    <a:pt x="1712808" y="1720785"/>
                  </a:lnTo>
                  <a:lnTo>
                    <a:pt x="1712834" y="1720617"/>
                  </a:lnTo>
                  <a:lnTo>
                    <a:pt x="1712934" y="1719967"/>
                  </a:lnTo>
                  <a:lnTo>
                    <a:pt x="1712962" y="1719786"/>
                  </a:lnTo>
                  <a:lnTo>
                    <a:pt x="1712986" y="1719629"/>
                  </a:lnTo>
                  <a:lnTo>
                    <a:pt x="1713011" y="1719499"/>
                  </a:lnTo>
                  <a:lnTo>
                    <a:pt x="1712997" y="1719480"/>
                  </a:lnTo>
                  <a:lnTo>
                    <a:pt x="1712985" y="1719478"/>
                  </a:lnTo>
                  <a:lnTo>
                    <a:pt x="1712928" y="1719468"/>
                  </a:lnTo>
                  <a:lnTo>
                    <a:pt x="1712906" y="1719464"/>
                  </a:lnTo>
                  <a:lnTo>
                    <a:pt x="1712866" y="1719458"/>
                  </a:lnTo>
                  <a:lnTo>
                    <a:pt x="1712830" y="1719452"/>
                  </a:lnTo>
                  <a:lnTo>
                    <a:pt x="1712806" y="1719446"/>
                  </a:lnTo>
                  <a:lnTo>
                    <a:pt x="1712789" y="1719439"/>
                  </a:lnTo>
                  <a:lnTo>
                    <a:pt x="1712775" y="1719434"/>
                  </a:lnTo>
                  <a:lnTo>
                    <a:pt x="1712765" y="1719421"/>
                  </a:lnTo>
                  <a:lnTo>
                    <a:pt x="1712777" y="1719369"/>
                  </a:lnTo>
                  <a:lnTo>
                    <a:pt x="1712820" y="1719228"/>
                  </a:lnTo>
                  <a:lnTo>
                    <a:pt x="1712800" y="1719202"/>
                  </a:lnTo>
                  <a:lnTo>
                    <a:pt x="1712770" y="1719133"/>
                  </a:lnTo>
                  <a:lnTo>
                    <a:pt x="1712764" y="1719077"/>
                  </a:lnTo>
                  <a:lnTo>
                    <a:pt x="1712766" y="1719066"/>
                  </a:lnTo>
                  <a:lnTo>
                    <a:pt x="1712771" y="1719022"/>
                  </a:lnTo>
                  <a:lnTo>
                    <a:pt x="1712777" y="1718963"/>
                  </a:lnTo>
                  <a:lnTo>
                    <a:pt x="1712795" y="1718788"/>
                  </a:lnTo>
                  <a:lnTo>
                    <a:pt x="1712797" y="1718771"/>
                  </a:lnTo>
                  <a:lnTo>
                    <a:pt x="1712799" y="1718755"/>
                  </a:lnTo>
                  <a:lnTo>
                    <a:pt x="1712811" y="1718661"/>
                  </a:lnTo>
                  <a:lnTo>
                    <a:pt x="1712818" y="1718650"/>
                  </a:lnTo>
                  <a:lnTo>
                    <a:pt x="1712821" y="1718645"/>
                  </a:lnTo>
                  <a:lnTo>
                    <a:pt x="1712825" y="1718638"/>
                  </a:lnTo>
                  <a:lnTo>
                    <a:pt x="1712835" y="1718621"/>
                  </a:lnTo>
                  <a:lnTo>
                    <a:pt x="1712830" y="1718600"/>
                  </a:lnTo>
                  <a:lnTo>
                    <a:pt x="1712792" y="1718590"/>
                  </a:lnTo>
                  <a:lnTo>
                    <a:pt x="1712748" y="1718590"/>
                  </a:lnTo>
                  <a:lnTo>
                    <a:pt x="1712695" y="1718580"/>
                  </a:lnTo>
                  <a:lnTo>
                    <a:pt x="1712648" y="1718571"/>
                  </a:lnTo>
                  <a:lnTo>
                    <a:pt x="1712640" y="1718567"/>
                  </a:lnTo>
                  <a:lnTo>
                    <a:pt x="1712627" y="1718561"/>
                  </a:lnTo>
                  <a:lnTo>
                    <a:pt x="1712600" y="1718540"/>
                  </a:lnTo>
                  <a:lnTo>
                    <a:pt x="1712574" y="1718520"/>
                  </a:lnTo>
                  <a:lnTo>
                    <a:pt x="1712569" y="1718511"/>
                  </a:lnTo>
                  <a:lnTo>
                    <a:pt x="1712566" y="1718499"/>
                  </a:lnTo>
                  <a:lnTo>
                    <a:pt x="1712565" y="1718475"/>
                  </a:lnTo>
                  <a:lnTo>
                    <a:pt x="1712564" y="1718459"/>
                  </a:lnTo>
                  <a:lnTo>
                    <a:pt x="1712565" y="1718454"/>
                  </a:lnTo>
                  <a:lnTo>
                    <a:pt x="1712566" y="1718448"/>
                  </a:lnTo>
                  <a:lnTo>
                    <a:pt x="1712577" y="1718410"/>
                  </a:lnTo>
                  <a:lnTo>
                    <a:pt x="1712602" y="1718326"/>
                  </a:lnTo>
                  <a:lnTo>
                    <a:pt x="1712659" y="1718283"/>
                  </a:lnTo>
                  <a:lnTo>
                    <a:pt x="1712696" y="1718263"/>
                  </a:lnTo>
                  <a:lnTo>
                    <a:pt x="1712710" y="1718256"/>
                  </a:lnTo>
                  <a:lnTo>
                    <a:pt x="1712769" y="1718224"/>
                  </a:lnTo>
                  <a:lnTo>
                    <a:pt x="1712777" y="1718220"/>
                  </a:lnTo>
                  <a:lnTo>
                    <a:pt x="1712792" y="1718212"/>
                  </a:lnTo>
                  <a:lnTo>
                    <a:pt x="1712864" y="1718173"/>
                  </a:lnTo>
                  <a:lnTo>
                    <a:pt x="1712889" y="1718160"/>
                  </a:lnTo>
                  <a:lnTo>
                    <a:pt x="1712910" y="1718156"/>
                  </a:lnTo>
                  <a:lnTo>
                    <a:pt x="1712915" y="1718155"/>
                  </a:lnTo>
                  <a:lnTo>
                    <a:pt x="1712943" y="1718150"/>
                  </a:lnTo>
                  <a:lnTo>
                    <a:pt x="1712960" y="1718147"/>
                  </a:lnTo>
                  <a:lnTo>
                    <a:pt x="1712966" y="1718146"/>
                  </a:lnTo>
                  <a:lnTo>
                    <a:pt x="1713027" y="1718131"/>
                  </a:lnTo>
                  <a:lnTo>
                    <a:pt x="1713047" y="1718116"/>
                  </a:lnTo>
                  <a:lnTo>
                    <a:pt x="1713052" y="1718113"/>
                  </a:lnTo>
                  <a:lnTo>
                    <a:pt x="1713056" y="1718075"/>
                  </a:lnTo>
                  <a:lnTo>
                    <a:pt x="1713046" y="1718056"/>
                  </a:lnTo>
                  <a:lnTo>
                    <a:pt x="1713041" y="1718047"/>
                  </a:lnTo>
                  <a:lnTo>
                    <a:pt x="1713020" y="1718039"/>
                  </a:lnTo>
                  <a:lnTo>
                    <a:pt x="1713020" y="1718016"/>
                  </a:lnTo>
                  <a:lnTo>
                    <a:pt x="1713032" y="1717980"/>
                  </a:lnTo>
                  <a:lnTo>
                    <a:pt x="1713069" y="1717967"/>
                  </a:lnTo>
                  <a:lnTo>
                    <a:pt x="1713086" y="1717964"/>
                  </a:lnTo>
                  <a:lnTo>
                    <a:pt x="1713104" y="1717963"/>
                  </a:lnTo>
                  <a:lnTo>
                    <a:pt x="1713109" y="1717962"/>
                  </a:lnTo>
                  <a:lnTo>
                    <a:pt x="1713135" y="1717959"/>
                  </a:lnTo>
                  <a:lnTo>
                    <a:pt x="1713143" y="1717962"/>
                  </a:lnTo>
                  <a:lnTo>
                    <a:pt x="1713168" y="1718018"/>
                  </a:lnTo>
                  <a:lnTo>
                    <a:pt x="1713204" y="1718022"/>
                  </a:lnTo>
                  <a:lnTo>
                    <a:pt x="1713209" y="1718020"/>
                  </a:lnTo>
                  <a:lnTo>
                    <a:pt x="1713222" y="1718016"/>
                  </a:lnTo>
                  <a:lnTo>
                    <a:pt x="1713243" y="1718009"/>
                  </a:lnTo>
                  <a:lnTo>
                    <a:pt x="1713250" y="1718003"/>
                  </a:lnTo>
                  <a:lnTo>
                    <a:pt x="1713273" y="1717976"/>
                  </a:lnTo>
                  <a:lnTo>
                    <a:pt x="1713272" y="1717954"/>
                  </a:lnTo>
                  <a:lnTo>
                    <a:pt x="1713265" y="1717930"/>
                  </a:lnTo>
                  <a:lnTo>
                    <a:pt x="1713248" y="1717898"/>
                  </a:lnTo>
                  <a:lnTo>
                    <a:pt x="1713222" y="1717887"/>
                  </a:lnTo>
                  <a:lnTo>
                    <a:pt x="1713188" y="1717872"/>
                  </a:lnTo>
                  <a:lnTo>
                    <a:pt x="1713178" y="1717862"/>
                  </a:lnTo>
                  <a:lnTo>
                    <a:pt x="1713130" y="1717875"/>
                  </a:lnTo>
                  <a:lnTo>
                    <a:pt x="1713093" y="1717885"/>
                  </a:lnTo>
                  <a:lnTo>
                    <a:pt x="1713055" y="1717896"/>
                  </a:lnTo>
                  <a:lnTo>
                    <a:pt x="1713041" y="1717897"/>
                  </a:lnTo>
                  <a:lnTo>
                    <a:pt x="1713035" y="1717892"/>
                  </a:lnTo>
                  <a:lnTo>
                    <a:pt x="1713018" y="1717858"/>
                  </a:lnTo>
                  <a:lnTo>
                    <a:pt x="1712989" y="1717792"/>
                  </a:lnTo>
                  <a:lnTo>
                    <a:pt x="1712938" y="1717648"/>
                  </a:lnTo>
                  <a:lnTo>
                    <a:pt x="1712941" y="1717639"/>
                  </a:lnTo>
                  <a:lnTo>
                    <a:pt x="1712949" y="1717623"/>
                  </a:lnTo>
                  <a:lnTo>
                    <a:pt x="1712959" y="1717611"/>
                  </a:lnTo>
                  <a:lnTo>
                    <a:pt x="1712968" y="1717601"/>
                  </a:lnTo>
                  <a:lnTo>
                    <a:pt x="1712983" y="1717590"/>
                  </a:lnTo>
                  <a:lnTo>
                    <a:pt x="1712989" y="1717585"/>
                  </a:lnTo>
                  <a:lnTo>
                    <a:pt x="1713028" y="1717573"/>
                  </a:lnTo>
                  <a:lnTo>
                    <a:pt x="1713058" y="1717571"/>
                  </a:lnTo>
                  <a:lnTo>
                    <a:pt x="1713067" y="1717578"/>
                  </a:lnTo>
                  <a:lnTo>
                    <a:pt x="1713099" y="1717602"/>
                  </a:lnTo>
                  <a:lnTo>
                    <a:pt x="1713122" y="1717598"/>
                  </a:lnTo>
                  <a:lnTo>
                    <a:pt x="1713143" y="1717594"/>
                  </a:lnTo>
                  <a:lnTo>
                    <a:pt x="1713187" y="1717592"/>
                  </a:lnTo>
                  <a:lnTo>
                    <a:pt x="1713303" y="1717568"/>
                  </a:lnTo>
                  <a:lnTo>
                    <a:pt x="1713313" y="1717562"/>
                  </a:lnTo>
                  <a:lnTo>
                    <a:pt x="1713321" y="1717557"/>
                  </a:lnTo>
                  <a:lnTo>
                    <a:pt x="1713358" y="1717532"/>
                  </a:lnTo>
                  <a:lnTo>
                    <a:pt x="1713382" y="1717512"/>
                  </a:lnTo>
                  <a:lnTo>
                    <a:pt x="1713384" y="1717485"/>
                  </a:lnTo>
                  <a:lnTo>
                    <a:pt x="1713384" y="1717475"/>
                  </a:lnTo>
                  <a:lnTo>
                    <a:pt x="1713361" y="1717444"/>
                  </a:lnTo>
                  <a:lnTo>
                    <a:pt x="1713341" y="1717444"/>
                  </a:lnTo>
                  <a:lnTo>
                    <a:pt x="1713312" y="1717471"/>
                  </a:lnTo>
                  <a:lnTo>
                    <a:pt x="1713297" y="1717500"/>
                  </a:lnTo>
                  <a:lnTo>
                    <a:pt x="1713274" y="1717520"/>
                  </a:lnTo>
                  <a:lnTo>
                    <a:pt x="1713214" y="1717529"/>
                  </a:lnTo>
                  <a:lnTo>
                    <a:pt x="1713197" y="1717526"/>
                  </a:lnTo>
                  <a:lnTo>
                    <a:pt x="1713170" y="1717522"/>
                  </a:lnTo>
                  <a:lnTo>
                    <a:pt x="1713149" y="1717518"/>
                  </a:lnTo>
                  <a:lnTo>
                    <a:pt x="1713081" y="1717514"/>
                  </a:lnTo>
                  <a:lnTo>
                    <a:pt x="1713064" y="1717510"/>
                  </a:lnTo>
                  <a:lnTo>
                    <a:pt x="1713025" y="1717503"/>
                  </a:lnTo>
                  <a:lnTo>
                    <a:pt x="1712939" y="1717531"/>
                  </a:lnTo>
                  <a:lnTo>
                    <a:pt x="1712892" y="1717544"/>
                  </a:lnTo>
                  <a:lnTo>
                    <a:pt x="1712844" y="1717556"/>
                  </a:lnTo>
                  <a:lnTo>
                    <a:pt x="1712804" y="1717607"/>
                  </a:lnTo>
                  <a:lnTo>
                    <a:pt x="1712728" y="1717682"/>
                  </a:lnTo>
                  <a:lnTo>
                    <a:pt x="1712370" y="1717899"/>
                  </a:lnTo>
                  <a:lnTo>
                    <a:pt x="1712361" y="1717905"/>
                  </a:lnTo>
                  <a:lnTo>
                    <a:pt x="1712345" y="1717914"/>
                  </a:lnTo>
                  <a:lnTo>
                    <a:pt x="1712178" y="1718011"/>
                  </a:lnTo>
                  <a:lnTo>
                    <a:pt x="1712082" y="1718024"/>
                  </a:lnTo>
                  <a:lnTo>
                    <a:pt x="1712055" y="1718022"/>
                  </a:lnTo>
                  <a:lnTo>
                    <a:pt x="1712015" y="1718056"/>
                  </a:lnTo>
                  <a:lnTo>
                    <a:pt x="1711988" y="1718092"/>
                  </a:lnTo>
                  <a:lnTo>
                    <a:pt x="1711969" y="1718129"/>
                  </a:lnTo>
                  <a:lnTo>
                    <a:pt x="1711950" y="1718210"/>
                  </a:lnTo>
                  <a:lnTo>
                    <a:pt x="1711916" y="1718256"/>
                  </a:lnTo>
                  <a:lnTo>
                    <a:pt x="1711883" y="1718299"/>
                  </a:lnTo>
                  <a:lnTo>
                    <a:pt x="1711876" y="1718303"/>
                  </a:lnTo>
                  <a:lnTo>
                    <a:pt x="1711866" y="1718306"/>
                  </a:lnTo>
                  <a:lnTo>
                    <a:pt x="1711850" y="1718309"/>
                  </a:lnTo>
                  <a:lnTo>
                    <a:pt x="1711841" y="1718311"/>
                  </a:lnTo>
                  <a:lnTo>
                    <a:pt x="1711831" y="1718314"/>
                  </a:lnTo>
                  <a:lnTo>
                    <a:pt x="1711817" y="1718316"/>
                  </a:lnTo>
                  <a:lnTo>
                    <a:pt x="1711812" y="1718317"/>
                  </a:lnTo>
                  <a:lnTo>
                    <a:pt x="1711805" y="1718317"/>
                  </a:lnTo>
                  <a:lnTo>
                    <a:pt x="1711794" y="1718317"/>
                  </a:lnTo>
                  <a:lnTo>
                    <a:pt x="1711781" y="1718315"/>
                  </a:lnTo>
                  <a:lnTo>
                    <a:pt x="1711772" y="1718314"/>
                  </a:lnTo>
                  <a:lnTo>
                    <a:pt x="1711761" y="1718310"/>
                  </a:lnTo>
                  <a:lnTo>
                    <a:pt x="1711755" y="1718308"/>
                  </a:lnTo>
                  <a:lnTo>
                    <a:pt x="1711750" y="1718307"/>
                  </a:lnTo>
                  <a:lnTo>
                    <a:pt x="1711744" y="1718305"/>
                  </a:lnTo>
                  <a:lnTo>
                    <a:pt x="1711731" y="1718300"/>
                  </a:lnTo>
                  <a:lnTo>
                    <a:pt x="1711719" y="1718295"/>
                  </a:lnTo>
                  <a:lnTo>
                    <a:pt x="1711658" y="1718280"/>
                  </a:lnTo>
                  <a:lnTo>
                    <a:pt x="1711583" y="1718325"/>
                  </a:lnTo>
                  <a:lnTo>
                    <a:pt x="1711505" y="1718344"/>
                  </a:lnTo>
                  <a:lnTo>
                    <a:pt x="1711498" y="1718356"/>
                  </a:lnTo>
                  <a:lnTo>
                    <a:pt x="1711473" y="1718393"/>
                  </a:lnTo>
                  <a:lnTo>
                    <a:pt x="1711464" y="1718407"/>
                  </a:lnTo>
                  <a:lnTo>
                    <a:pt x="1711437" y="1718447"/>
                  </a:lnTo>
                  <a:lnTo>
                    <a:pt x="1711422" y="1718495"/>
                  </a:lnTo>
                  <a:lnTo>
                    <a:pt x="1711410" y="1718536"/>
                  </a:lnTo>
                  <a:lnTo>
                    <a:pt x="1711358" y="1718597"/>
                  </a:lnTo>
                  <a:lnTo>
                    <a:pt x="1711351" y="1718605"/>
                  </a:lnTo>
                  <a:lnTo>
                    <a:pt x="1711304" y="1718689"/>
                  </a:lnTo>
                  <a:lnTo>
                    <a:pt x="1711272" y="1718766"/>
                  </a:lnTo>
                  <a:lnTo>
                    <a:pt x="1711248" y="1718867"/>
                  </a:lnTo>
                  <a:lnTo>
                    <a:pt x="1711241" y="1718897"/>
                  </a:lnTo>
                  <a:lnTo>
                    <a:pt x="1711237" y="1718908"/>
                  </a:lnTo>
                  <a:lnTo>
                    <a:pt x="1711197" y="1718999"/>
                  </a:lnTo>
                  <a:lnTo>
                    <a:pt x="1711190" y="1719016"/>
                  </a:lnTo>
                  <a:lnTo>
                    <a:pt x="1711166" y="1719179"/>
                  </a:lnTo>
                  <a:lnTo>
                    <a:pt x="1711168" y="1719224"/>
                  </a:lnTo>
                  <a:lnTo>
                    <a:pt x="1711149" y="1719296"/>
                  </a:lnTo>
                  <a:lnTo>
                    <a:pt x="1711150" y="1719338"/>
                  </a:lnTo>
                  <a:lnTo>
                    <a:pt x="1711176" y="1719394"/>
                  </a:lnTo>
                  <a:lnTo>
                    <a:pt x="1711205" y="1719415"/>
                  </a:lnTo>
                  <a:lnTo>
                    <a:pt x="1711205" y="1719430"/>
                  </a:lnTo>
                  <a:lnTo>
                    <a:pt x="1711205" y="1719440"/>
                  </a:lnTo>
                  <a:lnTo>
                    <a:pt x="1711205" y="1719450"/>
                  </a:lnTo>
                  <a:lnTo>
                    <a:pt x="1711205" y="1719460"/>
                  </a:lnTo>
                  <a:lnTo>
                    <a:pt x="1711205" y="1719470"/>
                  </a:lnTo>
                  <a:lnTo>
                    <a:pt x="1711203" y="1719490"/>
                  </a:lnTo>
                  <a:lnTo>
                    <a:pt x="1711201" y="1719505"/>
                  </a:lnTo>
                  <a:lnTo>
                    <a:pt x="1711201" y="1719517"/>
                  </a:lnTo>
                  <a:lnTo>
                    <a:pt x="1711200" y="1719526"/>
                  </a:lnTo>
                  <a:lnTo>
                    <a:pt x="1711198" y="1719546"/>
                  </a:lnTo>
                  <a:lnTo>
                    <a:pt x="1711196" y="1719558"/>
                  </a:lnTo>
                  <a:lnTo>
                    <a:pt x="1711194" y="1719575"/>
                  </a:lnTo>
                  <a:lnTo>
                    <a:pt x="1711193" y="1719585"/>
                  </a:lnTo>
                  <a:lnTo>
                    <a:pt x="1711192" y="1719595"/>
                  </a:lnTo>
                  <a:lnTo>
                    <a:pt x="1711191" y="1719603"/>
                  </a:lnTo>
                  <a:lnTo>
                    <a:pt x="1711186" y="1719611"/>
                  </a:lnTo>
                  <a:lnTo>
                    <a:pt x="1711183" y="1719616"/>
                  </a:lnTo>
                  <a:lnTo>
                    <a:pt x="1711175" y="1719623"/>
                  </a:lnTo>
                  <a:lnTo>
                    <a:pt x="1711168" y="1719626"/>
                  </a:lnTo>
                  <a:lnTo>
                    <a:pt x="1711160" y="1719630"/>
                  </a:lnTo>
                  <a:lnTo>
                    <a:pt x="1711151" y="1719634"/>
                  </a:lnTo>
                  <a:lnTo>
                    <a:pt x="1711126" y="1719645"/>
                  </a:lnTo>
                  <a:lnTo>
                    <a:pt x="1711117" y="1719648"/>
                  </a:lnTo>
                  <a:lnTo>
                    <a:pt x="1711112" y="1719651"/>
                  </a:lnTo>
                  <a:lnTo>
                    <a:pt x="1711100" y="1719663"/>
                  </a:lnTo>
                  <a:lnTo>
                    <a:pt x="1711093" y="1719670"/>
                  </a:lnTo>
                  <a:lnTo>
                    <a:pt x="1711092" y="1719755"/>
                  </a:lnTo>
                  <a:lnTo>
                    <a:pt x="1711104" y="1719862"/>
                  </a:lnTo>
                  <a:lnTo>
                    <a:pt x="1711118" y="1719931"/>
                  </a:lnTo>
                  <a:lnTo>
                    <a:pt x="1711122" y="1719983"/>
                  </a:lnTo>
                  <a:lnTo>
                    <a:pt x="1711128" y="1719996"/>
                  </a:lnTo>
                  <a:lnTo>
                    <a:pt x="1711157" y="1720030"/>
                  </a:lnTo>
                  <a:lnTo>
                    <a:pt x="1711194" y="1720072"/>
                  </a:lnTo>
                  <a:lnTo>
                    <a:pt x="1711233" y="1720123"/>
                  </a:lnTo>
                  <a:lnTo>
                    <a:pt x="1711235" y="1720138"/>
                  </a:lnTo>
                  <a:lnTo>
                    <a:pt x="1711240" y="1720169"/>
                  </a:lnTo>
                  <a:lnTo>
                    <a:pt x="1711240" y="1720212"/>
                  </a:lnTo>
                  <a:lnTo>
                    <a:pt x="1711231" y="1720255"/>
                  </a:lnTo>
                  <a:lnTo>
                    <a:pt x="1711226" y="1720273"/>
                  </a:lnTo>
                  <a:lnTo>
                    <a:pt x="1711217" y="1720293"/>
                  </a:lnTo>
                  <a:lnTo>
                    <a:pt x="1711209" y="1720303"/>
                  </a:lnTo>
                  <a:lnTo>
                    <a:pt x="1711194" y="1720319"/>
                  </a:lnTo>
                  <a:lnTo>
                    <a:pt x="1711184" y="1720319"/>
                  </a:lnTo>
                  <a:lnTo>
                    <a:pt x="1711123" y="1720295"/>
                  </a:lnTo>
                  <a:lnTo>
                    <a:pt x="1711083" y="1720275"/>
                  </a:lnTo>
                  <a:lnTo>
                    <a:pt x="1711049" y="1720252"/>
                  </a:lnTo>
                  <a:lnTo>
                    <a:pt x="1711030" y="1720209"/>
                  </a:lnTo>
                  <a:lnTo>
                    <a:pt x="1710981" y="1720167"/>
                  </a:lnTo>
                  <a:lnTo>
                    <a:pt x="1710966" y="1720159"/>
                  </a:lnTo>
                  <a:lnTo>
                    <a:pt x="1710942" y="1720146"/>
                  </a:lnTo>
                  <a:lnTo>
                    <a:pt x="1710859" y="1720089"/>
                  </a:lnTo>
                  <a:lnTo>
                    <a:pt x="1710796" y="1720053"/>
                  </a:lnTo>
                  <a:lnTo>
                    <a:pt x="1710611" y="1719933"/>
                  </a:lnTo>
                  <a:lnTo>
                    <a:pt x="1710274" y="1719716"/>
                  </a:lnTo>
                  <a:lnTo>
                    <a:pt x="1710249" y="1719703"/>
                  </a:lnTo>
                  <a:lnTo>
                    <a:pt x="1710226" y="1719689"/>
                  </a:lnTo>
                  <a:lnTo>
                    <a:pt x="1710211" y="1719681"/>
                  </a:lnTo>
                  <a:lnTo>
                    <a:pt x="1710201" y="1719670"/>
                  </a:lnTo>
                  <a:lnTo>
                    <a:pt x="1710195" y="1719663"/>
                  </a:lnTo>
                  <a:lnTo>
                    <a:pt x="1710191" y="1719658"/>
                  </a:lnTo>
                  <a:lnTo>
                    <a:pt x="1710186" y="1719652"/>
                  </a:lnTo>
                  <a:lnTo>
                    <a:pt x="1710179" y="1719646"/>
                  </a:lnTo>
                  <a:lnTo>
                    <a:pt x="1710175" y="1719640"/>
                  </a:lnTo>
                  <a:lnTo>
                    <a:pt x="1710171" y="1719636"/>
                  </a:lnTo>
                  <a:lnTo>
                    <a:pt x="1710166" y="1719631"/>
                  </a:lnTo>
                  <a:lnTo>
                    <a:pt x="1710162" y="1719627"/>
                  </a:lnTo>
                  <a:lnTo>
                    <a:pt x="1710148" y="1719611"/>
                  </a:lnTo>
                  <a:lnTo>
                    <a:pt x="1710126" y="1719586"/>
                  </a:lnTo>
                  <a:lnTo>
                    <a:pt x="1710094" y="1719551"/>
                  </a:lnTo>
                  <a:lnTo>
                    <a:pt x="1709994" y="1719411"/>
                  </a:lnTo>
                  <a:lnTo>
                    <a:pt x="1709936" y="1719332"/>
                  </a:lnTo>
                  <a:lnTo>
                    <a:pt x="1709919" y="1719304"/>
                  </a:lnTo>
                  <a:lnTo>
                    <a:pt x="1709916" y="1719297"/>
                  </a:lnTo>
                  <a:lnTo>
                    <a:pt x="1709915" y="1719277"/>
                  </a:lnTo>
                  <a:lnTo>
                    <a:pt x="1709910" y="1719127"/>
                  </a:lnTo>
                  <a:lnTo>
                    <a:pt x="1709910" y="1719034"/>
                  </a:lnTo>
                  <a:lnTo>
                    <a:pt x="1709913" y="1719011"/>
                  </a:lnTo>
                  <a:lnTo>
                    <a:pt x="1709943" y="1718929"/>
                  </a:lnTo>
                  <a:lnTo>
                    <a:pt x="1709946" y="1718921"/>
                  </a:lnTo>
                  <a:lnTo>
                    <a:pt x="1709951" y="1718913"/>
                  </a:lnTo>
                  <a:lnTo>
                    <a:pt x="1709989" y="1718880"/>
                  </a:lnTo>
                  <a:lnTo>
                    <a:pt x="1710010" y="1718863"/>
                  </a:lnTo>
                  <a:lnTo>
                    <a:pt x="1710028" y="1718864"/>
                  </a:lnTo>
                  <a:lnTo>
                    <a:pt x="1710054" y="1718873"/>
                  </a:lnTo>
                  <a:lnTo>
                    <a:pt x="1710081" y="1718877"/>
                  </a:lnTo>
                  <a:lnTo>
                    <a:pt x="1710091" y="1718869"/>
                  </a:lnTo>
                  <a:lnTo>
                    <a:pt x="1710103" y="1718836"/>
                  </a:lnTo>
                  <a:lnTo>
                    <a:pt x="1710135" y="1718756"/>
                  </a:lnTo>
                  <a:lnTo>
                    <a:pt x="1710158" y="1718715"/>
                  </a:lnTo>
                  <a:lnTo>
                    <a:pt x="1710263" y="1718534"/>
                  </a:lnTo>
                  <a:lnTo>
                    <a:pt x="1710268" y="1718527"/>
                  </a:lnTo>
                  <a:lnTo>
                    <a:pt x="1710284" y="1718498"/>
                  </a:lnTo>
                  <a:lnTo>
                    <a:pt x="1710289" y="1718490"/>
                  </a:lnTo>
                  <a:lnTo>
                    <a:pt x="1710302" y="1718465"/>
                  </a:lnTo>
                  <a:lnTo>
                    <a:pt x="1710304" y="1718458"/>
                  </a:lnTo>
                  <a:lnTo>
                    <a:pt x="1710307" y="1718452"/>
                  </a:lnTo>
                  <a:lnTo>
                    <a:pt x="1710310" y="1718447"/>
                  </a:lnTo>
                  <a:lnTo>
                    <a:pt x="1710312" y="1718440"/>
                  </a:lnTo>
                  <a:lnTo>
                    <a:pt x="1710313" y="1718425"/>
                  </a:lnTo>
                  <a:lnTo>
                    <a:pt x="1710307" y="1718418"/>
                  </a:lnTo>
                  <a:lnTo>
                    <a:pt x="1710298" y="1718411"/>
                  </a:lnTo>
                  <a:lnTo>
                    <a:pt x="1710287" y="1718399"/>
                  </a:lnTo>
                  <a:lnTo>
                    <a:pt x="1710278" y="1718385"/>
                  </a:lnTo>
                  <a:lnTo>
                    <a:pt x="1710270" y="1718360"/>
                  </a:lnTo>
                  <a:lnTo>
                    <a:pt x="1710257" y="1718332"/>
                  </a:lnTo>
                  <a:lnTo>
                    <a:pt x="1710234" y="1718310"/>
                  </a:lnTo>
                  <a:lnTo>
                    <a:pt x="1710207" y="1718308"/>
                  </a:lnTo>
                  <a:lnTo>
                    <a:pt x="1710196" y="1718307"/>
                  </a:lnTo>
                  <a:lnTo>
                    <a:pt x="1710190" y="1718305"/>
                  </a:lnTo>
                  <a:lnTo>
                    <a:pt x="1710183" y="1718303"/>
                  </a:lnTo>
                  <a:lnTo>
                    <a:pt x="1710162" y="1718297"/>
                  </a:lnTo>
                  <a:lnTo>
                    <a:pt x="1710143" y="1718289"/>
                  </a:lnTo>
                  <a:lnTo>
                    <a:pt x="1710126" y="1718278"/>
                  </a:lnTo>
                  <a:lnTo>
                    <a:pt x="1710114" y="1718266"/>
                  </a:lnTo>
                  <a:lnTo>
                    <a:pt x="1710095" y="1718242"/>
                  </a:lnTo>
                  <a:lnTo>
                    <a:pt x="1710094" y="1718203"/>
                  </a:lnTo>
                  <a:lnTo>
                    <a:pt x="1710120" y="1718146"/>
                  </a:lnTo>
                  <a:lnTo>
                    <a:pt x="1710129" y="1718124"/>
                  </a:lnTo>
                  <a:lnTo>
                    <a:pt x="1710123" y="1718107"/>
                  </a:lnTo>
                  <a:lnTo>
                    <a:pt x="1710115" y="1718104"/>
                  </a:lnTo>
                  <a:lnTo>
                    <a:pt x="1710065" y="1718083"/>
                  </a:lnTo>
                  <a:lnTo>
                    <a:pt x="1710002" y="1718050"/>
                  </a:lnTo>
                  <a:lnTo>
                    <a:pt x="1709954" y="1718049"/>
                  </a:lnTo>
                  <a:lnTo>
                    <a:pt x="1709921" y="1718070"/>
                  </a:lnTo>
                  <a:lnTo>
                    <a:pt x="1709910" y="1718077"/>
                  </a:lnTo>
                  <a:lnTo>
                    <a:pt x="1709874" y="1718071"/>
                  </a:lnTo>
                  <a:lnTo>
                    <a:pt x="1709854" y="1718054"/>
                  </a:lnTo>
                  <a:lnTo>
                    <a:pt x="1709832" y="1718036"/>
                  </a:lnTo>
                  <a:lnTo>
                    <a:pt x="1709805" y="1718014"/>
                  </a:lnTo>
                  <a:lnTo>
                    <a:pt x="1709803" y="1718007"/>
                  </a:lnTo>
                  <a:lnTo>
                    <a:pt x="1709794" y="1717975"/>
                  </a:lnTo>
                  <a:lnTo>
                    <a:pt x="1709768" y="1717875"/>
                  </a:lnTo>
                  <a:lnTo>
                    <a:pt x="1709766" y="1717870"/>
                  </a:lnTo>
                  <a:lnTo>
                    <a:pt x="1709763" y="1717857"/>
                  </a:lnTo>
                  <a:lnTo>
                    <a:pt x="1709762" y="1717844"/>
                  </a:lnTo>
                  <a:lnTo>
                    <a:pt x="1709761" y="1717836"/>
                  </a:lnTo>
                  <a:lnTo>
                    <a:pt x="1709762" y="1717827"/>
                  </a:lnTo>
                  <a:lnTo>
                    <a:pt x="1709764" y="1717810"/>
                  </a:lnTo>
                  <a:lnTo>
                    <a:pt x="1709765" y="1717804"/>
                  </a:lnTo>
                  <a:lnTo>
                    <a:pt x="1709768" y="1717795"/>
                  </a:lnTo>
                  <a:lnTo>
                    <a:pt x="1709773" y="1717772"/>
                  </a:lnTo>
                  <a:lnTo>
                    <a:pt x="1709785" y="1717739"/>
                  </a:lnTo>
                  <a:lnTo>
                    <a:pt x="1709797" y="1717705"/>
                  </a:lnTo>
                  <a:lnTo>
                    <a:pt x="1709815" y="1717660"/>
                  </a:lnTo>
                  <a:lnTo>
                    <a:pt x="1709808" y="1717566"/>
                  </a:lnTo>
                  <a:lnTo>
                    <a:pt x="1709805" y="1717532"/>
                  </a:lnTo>
                  <a:lnTo>
                    <a:pt x="1709788" y="1717444"/>
                  </a:lnTo>
                  <a:lnTo>
                    <a:pt x="1709789" y="1717415"/>
                  </a:lnTo>
                  <a:lnTo>
                    <a:pt x="1709756" y="1717387"/>
                  </a:lnTo>
                  <a:lnTo>
                    <a:pt x="1709712" y="1717349"/>
                  </a:lnTo>
                  <a:lnTo>
                    <a:pt x="1709648" y="1717256"/>
                  </a:lnTo>
                  <a:lnTo>
                    <a:pt x="1709639" y="1717242"/>
                  </a:lnTo>
                  <a:lnTo>
                    <a:pt x="1709616" y="1717206"/>
                  </a:lnTo>
                  <a:lnTo>
                    <a:pt x="1709594" y="1717171"/>
                  </a:lnTo>
                  <a:lnTo>
                    <a:pt x="1709581" y="1717161"/>
                  </a:lnTo>
                  <a:lnTo>
                    <a:pt x="1709530" y="1717120"/>
                  </a:lnTo>
                  <a:lnTo>
                    <a:pt x="1709524" y="1717104"/>
                  </a:lnTo>
                  <a:lnTo>
                    <a:pt x="1709517" y="1717086"/>
                  </a:lnTo>
                  <a:lnTo>
                    <a:pt x="1709505" y="1717055"/>
                  </a:lnTo>
                  <a:lnTo>
                    <a:pt x="1709489" y="1717017"/>
                  </a:lnTo>
                  <a:lnTo>
                    <a:pt x="1709487" y="1717012"/>
                  </a:lnTo>
                  <a:lnTo>
                    <a:pt x="1709486" y="1717006"/>
                  </a:lnTo>
                  <a:lnTo>
                    <a:pt x="1709485" y="1716999"/>
                  </a:lnTo>
                  <a:lnTo>
                    <a:pt x="1709485" y="1716993"/>
                  </a:lnTo>
                  <a:lnTo>
                    <a:pt x="1709485" y="1716985"/>
                  </a:lnTo>
                  <a:lnTo>
                    <a:pt x="1709485" y="1716976"/>
                  </a:lnTo>
                  <a:lnTo>
                    <a:pt x="1709486" y="1716968"/>
                  </a:lnTo>
                  <a:lnTo>
                    <a:pt x="1709492" y="1716947"/>
                  </a:lnTo>
                  <a:lnTo>
                    <a:pt x="1709504" y="1716924"/>
                  </a:lnTo>
                  <a:lnTo>
                    <a:pt x="1709508" y="1716919"/>
                  </a:lnTo>
                  <a:lnTo>
                    <a:pt x="1709514" y="1716916"/>
                  </a:lnTo>
                  <a:lnTo>
                    <a:pt x="1709522" y="1716915"/>
                  </a:lnTo>
                  <a:lnTo>
                    <a:pt x="1709536" y="1716912"/>
                  </a:lnTo>
                  <a:lnTo>
                    <a:pt x="1709540" y="1716916"/>
                  </a:lnTo>
                  <a:lnTo>
                    <a:pt x="1709578" y="1716957"/>
                  </a:lnTo>
                  <a:lnTo>
                    <a:pt x="1709656" y="1717001"/>
                  </a:lnTo>
                  <a:lnTo>
                    <a:pt x="1709712" y="1716999"/>
                  </a:lnTo>
                  <a:lnTo>
                    <a:pt x="1709743" y="1716959"/>
                  </a:lnTo>
                  <a:lnTo>
                    <a:pt x="1709753" y="1716936"/>
                  </a:lnTo>
                  <a:lnTo>
                    <a:pt x="1709757" y="1716801"/>
                  </a:lnTo>
                  <a:lnTo>
                    <a:pt x="1709766" y="1716517"/>
                  </a:lnTo>
                  <a:lnTo>
                    <a:pt x="1709754" y="1716371"/>
                  </a:lnTo>
                  <a:lnTo>
                    <a:pt x="1709751" y="1716331"/>
                  </a:lnTo>
                  <a:lnTo>
                    <a:pt x="1709747" y="1716227"/>
                  </a:lnTo>
                  <a:lnTo>
                    <a:pt x="1709751" y="1716196"/>
                  </a:lnTo>
                  <a:lnTo>
                    <a:pt x="1709758" y="1716173"/>
                  </a:lnTo>
                  <a:lnTo>
                    <a:pt x="1709756" y="1716152"/>
                  </a:lnTo>
                  <a:lnTo>
                    <a:pt x="1709753" y="1716131"/>
                  </a:lnTo>
                  <a:lnTo>
                    <a:pt x="1709752" y="1716108"/>
                  </a:lnTo>
                  <a:lnTo>
                    <a:pt x="1709753" y="1716099"/>
                  </a:lnTo>
                  <a:lnTo>
                    <a:pt x="1709761" y="1716095"/>
                  </a:lnTo>
                  <a:lnTo>
                    <a:pt x="1709811" y="1716079"/>
                  </a:lnTo>
                  <a:lnTo>
                    <a:pt x="1709825" y="1716075"/>
                  </a:lnTo>
                  <a:lnTo>
                    <a:pt x="1709857" y="1716066"/>
                  </a:lnTo>
                  <a:lnTo>
                    <a:pt x="1709883" y="1716059"/>
                  </a:lnTo>
                  <a:lnTo>
                    <a:pt x="1709911" y="1716048"/>
                  </a:lnTo>
                  <a:lnTo>
                    <a:pt x="1709951" y="1716033"/>
                  </a:lnTo>
                  <a:lnTo>
                    <a:pt x="1709957" y="1716031"/>
                  </a:lnTo>
                  <a:lnTo>
                    <a:pt x="1709967" y="1716027"/>
                  </a:lnTo>
                  <a:lnTo>
                    <a:pt x="1709977" y="1716022"/>
                  </a:lnTo>
                  <a:lnTo>
                    <a:pt x="1709993" y="1716012"/>
                  </a:lnTo>
                  <a:lnTo>
                    <a:pt x="1710026" y="1715969"/>
                  </a:lnTo>
                  <a:lnTo>
                    <a:pt x="1710042" y="1715950"/>
                  </a:lnTo>
                  <a:lnTo>
                    <a:pt x="1710051" y="1715947"/>
                  </a:lnTo>
                  <a:lnTo>
                    <a:pt x="1710072" y="1715937"/>
                  </a:lnTo>
                  <a:lnTo>
                    <a:pt x="1710096" y="1715908"/>
                  </a:lnTo>
                  <a:lnTo>
                    <a:pt x="1710122" y="1715877"/>
                  </a:lnTo>
                  <a:lnTo>
                    <a:pt x="1710148" y="1715865"/>
                  </a:lnTo>
                  <a:lnTo>
                    <a:pt x="1710152" y="1715854"/>
                  </a:lnTo>
                  <a:lnTo>
                    <a:pt x="1710153" y="1715847"/>
                  </a:lnTo>
                  <a:lnTo>
                    <a:pt x="1710159" y="1715816"/>
                  </a:lnTo>
                  <a:lnTo>
                    <a:pt x="1710180" y="1715786"/>
                  </a:lnTo>
                  <a:lnTo>
                    <a:pt x="1710183" y="1715781"/>
                  </a:lnTo>
                  <a:lnTo>
                    <a:pt x="1710196" y="1715764"/>
                  </a:lnTo>
                  <a:lnTo>
                    <a:pt x="1710197" y="1715754"/>
                  </a:lnTo>
                  <a:lnTo>
                    <a:pt x="1710197" y="1715746"/>
                  </a:lnTo>
                  <a:lnTo>
                    <a:pt x="1710198" y="1715730"/>
                  </a:lnTo>
                  <a:lnTo>
                    <a:pt x="1710217" y="1715690"/>
                  </a:lnTo>
                  <a:lnTo>
                    <a:pt x="1710241" y="1715654"/>
                  </a:lnTo>
                  <a:lnTo>
                    <a:pt x="1710239" y="1715632"/>
                  </a:lnTo>
                  <a:lnTo>
                    <a:pt x="1710189" y="1715616"/>
                  </a:lnTo>
                  <a:lnTo>
                    <a:pt x="1709915" y="1715632"/>
                  </a:lnTo>
                  <a:lnTo>
                    <a:pt x="1709907" y="1715638"/>
                  </a:lnTo>
                  <a:lnTo>
                    <a:pt x="1709897" y="1715654"/>
                  </a:lnTo>
                  <a:lnTo>
                    <a:pt x="1709882" y="1715666"/>
                  </a:lnTo>
                  <a:lnTo>
                    <a:pt x="1709852" y="1715685"/>
                  </a:lnTo>
                  <a:lnTo>
                    <a:pt x="1709833" y="1715697"/>
                  </a:lnTo>
                  <a:lnTo>
                    <a:pt x="1709827" y="1715717"/>
                  </a:lnTo>
                  <a:lnTo>
                    <a:pt x="1709822" y="1715730"/>
                  </a:lnTo>
                  <a:lnTo>
                    <a:pt x="1709830" y="1715748"/>
                  </a:lnTo>
                  <a:lnTo>
                    <a:pt x="1709840" y="1715763"/>
                  </a:lnTo>
                  <a:lnTo>
                    <a:pt x="1709846" y="1715770"/>
                  </a:lnTo>
                  <a:lnTo>
                    <a:pt x="1709856" y="1715784"/>
                  </a:lnTo>
                  <a:lnTo>
                    <a:pt x="1709879" y="1715819"/>
                  </a:lnTo>
                  <a:lnTo>
                    <a:pt x="1709882" y="1715827"/>
                  </a:lnTo>
                  <a:lnTo>
                    <a:pt x="1709892" y="1715842"/>
                  </a:lnTo>
                  <a:lnTo>
                    <a:pt x="1709895" y="1715847"/>
                  </a:lnTo>
                  <a:lnTo>
                    <a:pt x="1709901" y="1715854"/>
                  </a:lnTo>
                  <a:lnTo>
                    <a:pt x="1709911" y="1715866"/>
                  </a:lnTo>
                  <a:lnTo>
                    <a:pt x="1709922" y="1715880"/>
                  </a:lnTo>
                  <a:lnTo>
                    <a:pt x="1709725" y="1716003"/>
                  </a:lnTo>
                  <a:lnTo>
                    <a:pt x="1709610" y="1716075"/>
                  </a:lnTo>
                  <a:lnTo>
                    <a:pt x="1709569" y="1716101"/>
                  </a:lnTo>
                  <a:lnTo>
                    <a:pt x="1709478" y="1716127"/>
                  </a:lnTo>
                  <a:lnTo>
                    <a:pt x="1709423" y="1716143"/>
                  </a:lnTo>
                  <a:lnTo>
                    <a:pt x="1709310" y="1716175"/>
                  </a:lnTo>
                  <a:lnTo>
                    <a:pt x="1709302" y="1716178"/>
                  </a:lnTo>
                  <a:lnTo>
                    <a:pt x="1709296" y="1716183"/>
                  </a:lnTo>
                  <a:lnTo>
                    <a:pt x="1709276" y="1716239"/>
                  </a:lnTo>
                  <a:lnTo>
                    <a:pt x="1709270" y="1716286"/>
                  </a:lnTo>
                  <a:lnTo>
                    <a:pt x="1709259" y="1716358"/>
                  </a:lnTo>
                  <a:lnTo>
                    <a:pt x="1709258" y="1716373"/>
                  </a:lnTo>
                  <a:lnTo>
                    <a:pt x="1709264" y="1716455"/>
                  </a:lnTo>
                  <a:lnTo>
                    <a:pt x="1709256" y="1716498"/>
                  </a:lnTo>
                  <a:lnTo>
                    <a:pt x="1709159" y="1716598"/>
                  </a:lnTo>
                  <a:lnTo>
                    <a:pt x="1709137" y="1716627"/>
                  </a:lnTo>
                  <a:lnTo>
                    <a:pt x="1709132" y="1716634"/>
                  </a:lnTo>
                  <a:lnTo>
                    <a:pt x="1709122" y="1716638"/>
                  </a:lnTo>
                  <a:lnTo>
                    <a:pt x="1709024" y="1716674"/>
                  </a:lnTo>
                  <a:lnTo>
                    <a:pt x="1708889" y="1716723"/>
                  </a:lnTo>
                  <a:lnTo>
                    <a:pt x="1708789" y="1716760"/>
                  </a:lnTo>
                  <a:lnTo>
                    <a:pt x="1708743" y="1716774"/>
                  </a:lnTo>
                  <a:lnTo>
                    <a:pt x="1708714" y="1716784"/>
                  </a:lnTo>
                  <a:lnTo>
                    <a:pt x="1708694" y="1716777"/>
                  </a:lnTo>
                  <a:lnTo>
                    <a:pt x="1708682" y="1716767"/>
                  </a:lnTo>
                  <a:lnTo>
                    <a:pt x="1708673" y="1716759"/>
                  </a:lnTo>
                  <a:lnTo>
                    <a:pt x="1708666" y="1716755"/>
                  </a:lnTo>
                  <a:lnTo>
                    <a:pt x="1708661" y="1716752"/>
                  </a:lnTo>
                  <a:lnTo>
                    <a:pt x="1708648" y="1716741"/>
                  </a:lnTo>
                  <a:lnTo>
                    <a:pt x="1708639" y="1716729"/>
                  </a:lnTo>
                  <a:lnTo>
                    <a:pt x="1708635" y="1716725"/>
                  </a:lnTo>
                  <a:lnTo>
                    <a:pt x="1708625" y="1716712"/>
                  </a:lnTo>
                  <a:lnTo>
                    <a:pt x="1708621" y="1716706"/>
                  </a:lnTo>
                  <a:lnTo>
                    <a:pt x="1708613" y="1716690"/>
                  </a:lnTo>
                  <a:lnTo>
                    <a:pt x="1708610" y="1716684"/>
                  </a:lnTo>
                  <a:lnTo>
                    <a:pt x="1708608" y="1716677"/>
                  </a:lnTo>
                  <a:lnTo>
                    <a:pt x="1708601" y="1716663"/>
                  </a:lnTo>
                  <a:lnTo>
                    <a:pt x="1708598" y="1716657"/>
                  </a:lnTo>
                  <a:lnTo>
                    <a:pt x="1708595" y="1716652"/>
                  </a:lnTo>
                  <a:lnTo>
                    <a:pt x="1708588" y="1716636"/>
                  </a:lnTo>
                  <a:lnTo>
                    <a:pt x="1708586" y="1716629"/>
                  </a:lnTo>
                  <a:lnTo>
                    <a:pt x="1708582" y="1716612"/>
                  </a:lnTo>
                  <a:lnTo>
                    <a:pt x="1708578" y="1716601"/>
                  </a:lnTo>
                  <a:lnTo>
                    <a:pt x="1708572" y="1716584"/>
                  </a:lnTo>
                  <a:lnTo>
                    <a:pt x="1708560" y="1716549"/>
                  </a:lnTo>
                  <a:lnTo>
                    <a:pt x="1708562" y="1716532"/>
                  </a:lnTo>
                  <a:lnTo>
                    <a:pt x="1708588" y="1716341"/>
                  </a:lnTo>
                  <a:lnTo>
                    <a:pt x="1708635" y="1715993"/>
                  </a:lnTo>
                  <a:lnTo>
                    <a:pt x="1708645" y="1715920"/>
                  </a:lnTo>
                  <a:lnTo>
                    <a:pt x="1708663" y="1715499"/>
                  </a:lnTo>
                  <a:lnTo>
                    <a:pt x="1708655" y="1715469"/>
                  </a:lnTo>
                  <a:lnTo>
                    <a:pt x="1708603" y="1715409"/>
                  </a:lnTo>
                  <a:lnTo>
                    <a:pt x="1708576" y="1715372"/>
                  </a:lnTo>
                  <a:lnTo>
                    <a:pt x="1708485" y="1715246"/>
                  </a:lnTo>
                  <a:lnTo>
                    <a:pt x="1708480" y="1715246"/>
                  </a:lnTo>
                  <a:lnTo>
                    <a:pt x="1708440" y="1715249"/>
                  </a:lnTo>
                  <a:lnTo>
                    <a:pt x="1708368" y="1715262"/>
                  </a:lnTo>
                  <a:lnTo>
                    <a:pt x="1708333" y="1715282"/>
                  </a:lnTo>
                  <a:lnTo>
                    <a:pt x="1708257" y="1715304"/>
                  </a:lnTo>
                  <a:lnTo>
                    <a:pt x="1708212" y="1715304"/>
                  </a:lnTo>
                  <a:lnTo>
                    <a:pt x="1708165" y="1715307"/>
                  </a:lnTo>
                  <a:lnTo>
                    <a:pt x="1708158" y="1715308"/>
                  </a:lnTo>
                  <a:lnTo>
                    <a:pt x="1708143" y="1715309"/>
                  </a:lnTo>
                  <a:lnTo>
                    <a:pt x="1708130" y="1715303"/>
                  </a:lnTo>
                  <a:lnTo>
                    <a:pt x="1708117" y="1715278"/>
                  </a:lnTo>
                  <a:lnTo>
                    <a:pt x="1708115" y="1715255"/>
                  </a:lnTo>
                  <a:lnTo>
                    <a:pt x="1708115" y="1715242"/>
                  </a:lnTo>
                  <a:lnTo>
                    <a:pt x="1708114" y="1715236"/>
                  </a:lnTo>
                  <a:lnTo>
                    <a:pt x="1708115" y="1715212"/>
                  </a:lnTo>
                  <a:lnTo>
                    <a:pt x="1708114" y="1715188"/>
                  </a:lnTo>
                  <a:lnTo>
                    <a:pt x="1708114" y="1715177"/>
                  </a:lnTo>
                  <a:lnTo>
                    <a:pt x="1708113" y="1715168"/>
                  </a:lnTo>
                  <a:lnTo>
                    <a:pt x="1708113" y="1715160"/>
                  </a:lnTo>
                  <a:lnTo>
                    <a:pt x="1708114" y="1715149"/>
                  </a:lnTo>
                  <a:lnTo>
                    <a:pt x="1708114" y="1715126"/>
                  </a:lnTo>
                  <a:lnTo>
                    <a:pt x="1708116" y="1715109"/>
                  </a:lnTo>
                  <a:lnTo>
                    <a:pt x="1708119" y="1715101"/>
                  </a:lnTo>
                  <a:lnTo>
                    <a:pt x="1708134" y="1715058"/>
                  </a:lnTo>
                  <a:lnTo>
                    <a:pt x="1708139" y="1715047"/>
                  </a:lnTo>
                  <a:lnTo>
                    <a:pt x="1708154" y="1715018"/>
                  </a:lnTo>
                  <a:lnTo>
                    <a:pt x="1708172" y="1715011"/>
                  </a:lnTo>
                  <a:lnTo>
                    <a:pt x="1708211" y="1714995"/>
                  </a:lnTo>
                  <a:lnTo>
                    <a:pt x="1708244" y="1715002"/>
                  </a:lnTo>
                  <a:lnTo>
                    <a:pt x="1708294" y="1715026"/>
                  </a:lnTo>
                  <a:lnTo>
                    <a:pt x="1708373" y="1715063"/>
                  </a:lnTo>
                  <a:lnTo>
                    <a:pt x="1708405" y="1715064"/>
                  </a:lnTo>
                  <a:lnTo>
                    <a:pt x="1708419" y="1715064"/>
                  </a:lnTo>
                  <a:lnTo>
                    <a:pt x="1708424" y="1715047"/>
                  </a:lnTo>
                  <a:lnTo>
                    <a:pt x="1708442" y="1714985"/>
                  </a:lnTo>
                  <a:lnTo>
                    <a:pt x="1708453" y="1714929"/>
                  </a:lnTo>
                  <a:lnTo>
                    <a:pt x="1708459" y="1714896"/>
                  </a:lnTo>
                  <a:lnTo>
                    <a:pt x="1708442" y="1714864"/>
                  </a:lnTo>
                  <a:lnTo>
                    <a:pt x="1708419" y="1714835"/>
                  </a:lnTo>
                  <a:lnTo>
                    <a:pt x="1708379" y="1714823"/>
                  </a:lnTo>
                  <a:lnTo>
                    <a:pt x="1708366" y="1714807"/>
                  </a:lnTo>
                  <a:lnTo>
                    <a:pt x="1708383" y="1714759"/>
                  </a:lnTo>
                  <a:lnTo>
                    <a:pt x="1708409" y="1714733"/>
                  </a:lnTo>
                  <a:lnTo>
                    <a:pt x="1708418" y="1714723"/>
                  </a:lnTo>
                  <a:lnTo>
                    <a:pt x="1708405" y="1714685"/>
                  </a:lnTo>
                  <a:lnTo>
                    <a:pt x="1708376" y="1714665"/>
                  </a:lnTo>
                  <a:lnTo>
                    <a:pt x="1708292" y="1714631"/>
                  </a:lnTo>
                  <a:lnTo>
                    <a:pt x="1708263" y="1714595"/>
                  </a:lnTo>
                  <a:lnTo>
                    <a:pt x="1708152" y="1714542"/>
                  </a:lnTo>
                  <a:lnTo>
                    <a:pt x="1708140" y="1714536"/>
                  </a:lnTo>
                  <a:lnTo>
                    <a:pt x="1708071" y="1714547"/>
                  </a:lnTo>
                  <a:lnTo>
                    <a:pt x="1708015" y="1714607"/>
                  </a:lnTo>
                  <a:lnTo>
                    <a:pt x="1707995" y="1714614"/>
                  </a:lnTo>
                  <a:lnTo>
                    <a:pt x="1707949" y="1714630"/>
                  </a:lnTo>
                  <a:lnTo>
                    <a:pt x="1707908" y="1714618"/>
                  </a:lnTo>
                  <a:lnTo>
                    <a:pt x="1707842" y="1714597"/>
                  </a:lnTo>
                  <a:lnTo>
                    <a:pt x="1707775" y="1714576"/>
                  </a:lnTo>
                  <a:lnTo>
                    <a:pt x="1707770" y="1714574"/>
                  </a:lnTo>
                  <a:lnTo>
                    <a:pt x="1707766" y="1714569"/>
                  </a:lnTo>
                  <a:lnTo>
                    <a:pt x="1707760" y="1714562"/>
                  </a:lnTo>
                  <a:lnTo>
                    <a:pt x="1707755" y="1714554"/>
                  </a:lnTo>
                  <a:lnTo>
                    <a:pt x="1707749" y="1714540"/>
                  </a:lnTo>
                  <a:lnTo>
                    <a:pt x="1707743" y="1714525"/>
                  </a:lnTo>
                  <a:lnTo>
                    <a:pt x="1707738" y="1714510"/>
                  </a:lnTo>
                  <a:lnTo>
                    <a:pt x="1707734" y="1714498"/>
                  </a:lnTo>
                  <a:lnTo>
                    <a:pt x="1707720" y="1714465"/>
                  </a:lnTo>
                  <a:lnTo>
                    <a:pt x="1707659" y="1714302"/>
                  </a:lnTo>
                  <a:lnTo>
                    <a:pt x="1707657" y="1714294"/>
                  </a:lnTo>
                  <a:lnTo>
                    <a:pt x="1707653" y="1714268"/>
                  </a:lnTo>
                  <a:lnTo>
                    <a:pt x="1707672" y="1714239"/>
                  </a:lnTo>
                  <a:lnTo>
                    <a:pt x="1707820" y="1714209"/>
                  </a:lnTo>
                  <a:lnTo>
                    <a:pt x="1707877" y="1714204"/>
                  </a:lnTo>
                  <a:lnTo>
                    <a:pt x="1707899" y="1714227"/>
                  </a:lnTo>
                  <a:lnTo>
                    <a:pt x="1707917" y="1714265"/>
                  </a:lnTo>
                  <a:lnTo>
                    <a:pt x="1707946" y="1714281"/>
                  </a:lnTo>
                  <a:lnTo>
                    <a:pt x="1707976" y="1714290"/>
                  </a:lnTo>
                  <a:lnTo>
                    <a:pt x="1707985" y="1714292"/>
                  </a:lnTo>
                  <a:lnTo>
                    <a:pt x="1708028" y="1714299"/>
                  </a:lnTo>
                  <a:lnTo>
                    <a:pt x="1708037" y="1714295"/>
                  </a:lnTo>
                  <a:lnTo>
                    <a:pt x="1708058" y="1714283"/>
                  </a:lnTo>
                  <a:lnTo>
                    <a:pt x="1708088" y="1714265"/>
                  </a:lnTo>
                  <a:lnTo>
                    <a:pt x="1708096" y="1714259"/>
                  </a:lnTo>
                  <a:lnTo>
                    <a:pt x="1708117" y="1714244"/>
                  </a:lnTo>
                  <a:lnTo>
                    <a:pt x="1708132" y="1714234"/>
                  </a:lnTo>
                  <a:lnTo>
                    <a:pt x="1708169" y="1714227"/>
                  </a:lnTo>
                  <a:lnTo>
                    <a:pt x="1708189" y="1714201"/>
                  </a:lnTo>
                  <a:lnTo>
                    <a:pt x="1708192" y="1714196"/>
                  </a:lnTo>
                  <a:lnTo>
                    <a:pt x="1708188" y="1714183"/>
                  </a:lnTo>
                  <a:lnTo>
                    <a:pt x="1708191" y="1714153"/>
                  </a:lnTo>
                  <a:lnTo>
                    <a:pt x="1708175" y="1714144"/>
                  </a:lnTo>
                  <a:lnTo>
                    <a:pt x="1708151" y="1714134"/>
                  </a:lnTo>
                  <a:lnTo>
                    <a:pt x="1708138" y="1714133"/>
                  </a:lnTo>
                  <a:lnTo>
                    <a:pt x="1708117" y="1714104"/>
                  </a:lnTo>
                  <a:lnTo>
                    <a:pt x="1708111" y="1714086"/>
                  </a:lnTo>
                  <a:lnTo>
                    <a:pt x="1708108" y="1714077"/>
                  </a:lnTo>
                  <a:lnTo>
                    <a:pt x="1708103" y="1714065"/>
                  </a:lnTo>
                  <a:lnTo>
                    <a:pt x="1708098" y="1714020"/>
                  </a:lnTo>
                  <a:lnTo>
                    <a:pt x="1708081" y="1714003"/>
                  </a:lnTo>
                  <a:lnTo>
                    <a:pt x="1708051" y="1714000"/>
                  </a:lnTo>
                  <a:lnTo>
                    <a:pt x="1708038" y="1713988"/>
                  </a:lnTo>
                  <a:lnTo>
                    <a:pt x="1708034" y="1713943"/>
                  </a:lnTo>
                  <a:lnTo>
                    <a:pt x="1708033" y="1713936"/>
                  </a:lnTo>
                  <a:lnTo>
                    <a:pt x="1708013" y="1713870"/>
                  </a:lnTo>
                  <a:lnTo>
                    <a:pt x="1707989" y="1713850"/>
                  </a:lnTo>
                  <a:lnTo>
                    <a:pt x="1707975" y="1713834"/>
                  </a:lnTo>
                  <a:lnTo>
                    <a:pt x="1707956" y="1713805"/>
                  </a:lnTo>
                  <a:lnTo>
                    <a:pt x="1707950" y="1713770"/>
                  </a:lnTo>
                  <a:lnTo>
                    <a:pt x="1707916" y="1713765"/>
                  </a:lnTo>
                  <a:lnTo>
                    <a:pt x="1707892" y="1713760"/>
                  </a:lnTo>
                  <a:lnTo>
                    <a:pt x="1707862" y="1713758"/>
                  </a:lnTo>
                  <a:lnTo>
                    <a:pt x="1707773" y="1713846"/>
                  </a:lnTo>
                  <a:lnTo>
                    <a:pt x="1707734" y="1713932"/>
                  </a:lnTo>
                  <a:lnTo>
                    <a:pt x="1707731" y="1713938"/>
                  </a:lnTo>
                  <a:lnTo>
                    <a:pt x="1707711" y="1713939"/>
                  </a:lnTo>
                  <a:lnTo>
                    <a:pt x="1707632" y="1713792"/>
                  </a:lnTo>
                  <a:lnTo>
                    <a:pt x="1707598" y="1713720"/>
                  </a:lnTo>
                  <a:lnTo>
                    <a:pt x="1707574" y="1713667"/>
                  </a:lnTo>
                  <a:lnTo>
                    <a:pt x="1707566" y="1713651"/>
                  </a:lnTo>
                  <a:lnTo>
                    <a:pt x="1707560" y="1713616"/>
                  </a:lnTo>
                  <a:lnTo>
                    <a:pt x="1707577" y="1713575"/>
                  </a:lnTo>
                  <a:lnTo>
                    <a:pt x="1707628" y="1713535"/>
                  </a:lnTo>
                  <a:lnTo>
                    <a:pt x="1707656" y="1713524"/>
                  </a:lnTo>
                  <a:lnTo>
                    <a:pt x="1707679" y="1713515"/>
                  </a:lnTo>
                  <a:lnTo>
                    <a:pt x="1707716" y="1713503"/>
                  </a:lnTo>
                  <a:lnTo>
                    <a:pt x="1707733" y="1713497"/>
                  </a:lnTo>
                  <a:lnTo>
                    <a:pt x="1707760" y="1713497"/>
                  </a:lnTo>
                  <a:lnTo>
                    <a:pt x="1707806" y="1713491"/>
                  </a:lnTo>
                  <a:lnTo>
                    <a:pt x="1707861" y="1713482"/>
                  </a:lnTo>
                  <a:lnTo>
                    <a:pt x="1707881" y="1713471"/>
                  </a:lnTo>
                  <a:lnTo>
                    <a:pt x="1707922" y="1713435"/>
                  </a:lnTo>
                  <a:lnTo>
                    <a:pt x="1707950" y="1713406"/>
                  </a:lnTo>
                  <a:lnTo>
                    <a:pt x="1707966" y="1713389"/>
                  </a:lnTo>
                  <a:lnTo>
                    <a:pt x="1707990" y="1713354"/>
                  </a:lnTo>
                  <a:lnTo>
                    <a:pt x="1708003" y="1713331"/>
                  </a:lnTo>
                  <a:lnTo>
                    <a:pt x="1708031" y="1713315"/>
                  </a:lnTo>
                  <a:lnTo>
                    <a:pt x="1708043" y="1713299"/>
                  </a:lnTo>
                  <a:lnTo>
                    <a:pt x="1708045" y="1713287"/>
                  </a:lnTo>
                  <a:lnTo>
                    <a:pt x="1708039" y="1713273"/>
                  </a:lnTo>
                  <a:lnTo>
                    <a:pt x="1707958" y="1713230"/>
                  </a:lnTo>
                  <a:lnTo>
                    <a:pt x="1707895" y="1713292"/>
                  </a:lnTo>
                  <a:lnTo>
                    <a:pt x="1707891" y="1713315"/>
                  </a:lnTo>
                  <a:lnTo>
                    <a:pt x="1707886" y="1713351"/>
                  </a:lnTo>
                  <a:lnTo>
                    <a:pt x="1707885" y="1713358"/>
                  </a:lnTo>
                  <a:lnTo>
                    <a:pt x="1707884" y="1713366"/>
                  </a:lnTo>
                  <a:lnTo>
                    <a:pt x="1707882" y="1713372"/>
                  </a:lnTo>
                  <a:lnTo>
                    <a:pt x="1707880" y="1713379"/>
                  </a:lnTo>
                  <a:lnTo>
                    <a:pt x="1707877" y="1713387"/>
                  </a:lnTo>
                  <a:lnTo>
                    <a:pt x="1707875" y="1713393"/>
                  </a:lnTo>
                  <a:lnTo>
                    <a:pt x="1707871" y="1713404"/>
                  </a:lnTo>
                  <a:lnTo>
                    <a:pt x="1707867" y="1713413"/>
                  </a:lnTo>
                  <a:lnTo>
                    <a:pt x="1707863" y="1713422"/>
                  </a:lnTo>
                  <a:lnTo>
                    <a:pt x="1707860" y="1713429"/>
                  </a:lnTo>
                  <a:lnTo>
                    <a:pt x="1707856" y="1713436"/>
                  </a:lnTo>
                  <a:lnTo>
                    <a:pt x="1707850" y="1713442"/>
                  </a:lnTo>
                  <a:lnTo>
                    <a:pt x="1707844" y="1713448"/>
                  </a:lnTo>
                  <a:lnTo>
                    <a:pt x="1707839" y="1713450"/>
                  </a:lnTo>
                  <a:lnTo>
                    <a:pt x="1707833" y="1713452"/>
                  </a:lnTo>
                  <a:lnTo>
                    <a:pt x="1707819" y="1713451"/>
                  </a:lnTo>
                  <a:lnTo>
                    <a:pt x="1707805" y="1713443"/>
                  </a:lnTo>
                  <a:lnTo>
                    <a:pt x="1707798" y="1713433"/>
                  </a:lnTo>
                  <a:lnTo>
                    <a:pt x="1707795" y="1713406"/>
                  </a:lnTo>
                  <a:lnTo>
                    <a:pt x="1707795" y="1713394"/>
                  </a:lnTo>
                  <a:lnTo>
                    <a:pt x="1707788" y="1713390"/>
                  </a:lnTo>
                  <a:lnTo>
                    <a:pt x="1707766" y="1713390"/>
                  </a:lnTo>
                  <a:lnTo>
                    <a:pt x="1707745" y="1713388"/>
                  </a:lnTo>
                  <a:lnTo>
                    <a:pt x="1707721" y="1713384"/>
                  </a:lnTo>
                  <a:lnTo>
                    <a:pt x="1707690" y="1713377"/>
                  </a:lnTo>
                  <a:lnTo>
                    <a:pt x="1707683" y="1713376"/>
                  </a:lnTo>
                  <a:lnTo>
                    <a:pt x="1707681" y="1713384"/>
                  </a:lnTo>
                  <a:lnTo>
                    <a:pt x="1707679" y="1713399"/>
                  </a:lnTo>
                  <a:lnTo>
                    <a:pt x="1707675" y="1713417"/>
                  </a:lnTo>
                  <a:lnTo>
                    <a:pt x="1707669" y="1713424"/>
                  </a:lnTo>
                  <a:lnTo>
                    <a:pt x="1707662" y="1713427"/>
                  </a:lnTo>
                  <a:lnTo>
                    <a:pt x="1707652" y="1713426"/>
                  </a:lnTo>
                  <a:lnTo>
                    <a:pt x="1707627" y="1713420"/>
                  </a:lnTo>
                  <a:lnTo>
                    <a:pt x="1707618" y="1713418"/>
                  </a:lnTo>
                  <a:lnTo>
                    <a:pt x="1707613" y="1713415"/>
                  </a:lnTo>
                  <a:lnTo>
                    <a:pt x="1707607" y="1713413"/>
                  </a:lnTo>
                  <a:lnTo>
                    <a:pt x="1707602" y="1713410"/>
                  </a:lnTo>
                  <a:lnTo>
                    <a:pt x="1707597" y="1713405"/>
                  </a:lnTo>
                  <a:lnTo>
                    <a:pt x="1707581" y="1713389"/>
                  </a:lnTo>
                  <a:lnTo>
                    <a:pt x="1707571" y="1713369"/>
                  </a:lnTo>
                  <a:lnTo>
                    <a:pt x="1707574" y="1713337"/>
                  </a:lnTo>
                  <a:lnTo>
                    <a:pt x="1707585" y="1713325"/>
                  </a:lnTo>
                  <a:lnTo>
                    <a:pt x="1707600" y="1713315"/>
                  </a:lnTo>
                  <a:lnTo>
                    <a:pt x="1707627" y="1713296"/>
                  </a:lnTo>
                  <a:lnTo>
                    <a:pt x="1707649" y="1713269"/>
                  </a:lnTo>
                  <a:lnTo>
                    <a:pt x="1707665" y="1713244"/>
                  </a:lnTo>
                  <a:lnTo>
                    <a:pt x="1707672" y="1713224"/>
                  </a:lnTo>
                  <a:lnTo>
                    <a:pt x="1707668" y="1713198"/>
                  </a:lnTo>
                  <a:lnTo>
                    <a:pt x="1707663" y="1713178"/>
                  </a:lnTo>
                  <a:lnTo>
                    <a:pt x="1707652" y="1713164"/>
                  </a:lnTo>
                  <a:lnTo>
                    <a:pt x="1707631" y="1713153"/>
                  </a:lnTo>
                  <a:lnTo>
                    <a:pt x="1707593" y="1713153"/>
                  </a:lnTo>
                  <a:lnTo>
                    <a:pt x="1707569" y="1713157"/>
                  </a:lnTo>
                  <a:lnTo>
                    <a:pt x="1707558" y="1713174"/>
                  </a:lnTo>
                  <a:lnTo>
                    <a:pt x="1707557" y="1713192"/>
                  </a:lnTo>
                  <a:lnTo>
                    <a:pt x="1707545" y="1713194"/>
                  </a:lnTo>
                  <a:lnTo>
                    <a:pt x="1707522" y="1713195"/>
                  </a:lnTo>
                  <a:lnTo>
                    <a:pt x="1707513" y="1713195"/>
                  </a:lnTo>
                  <a:lnTo>
                    <a:pt x="1707487" y="1713201"/>
                  </a:lnTo>
                  <a:lnTo>
                    <a:pt x="1707478" y="1713202"/>
                  </a:lnTo>
                  <a:lnTo>
                    <a:pt x="1707446" y="1713200"/>
                  </a:lnTo>
                  <a:lnTo>
                    <a:pt x="1707407" y="1713183"/>
                  </a:lnTo>
                  <a:lnTo>
                    <a:pt x="1707402" y="1713181"/>
                  </a:lnTo>
                  <a:lnTo>
                    <a:pt x="1707377" y="1713169"/>
                  </a:lnTo>
                  <a:lnTo>
                    <a:pt x="1707370" y="1713162"/>
                  </a:lnTo>
                  <a:lnTo>
                    <a:pt x="1707349" y="1713131"/>
                  </a:lnTo>
                  <a:lnTo>
                    <a:pt x="1707342" y="1713120"/>
                  </a:lnTo>
                  <a:lnTo>
                    <a:pt x="1707342" y="1713104"/>
                  </a:lnTo>
                  <a:lnTo>
                    <a:pt x="1707342" y="1713075"/>
                  </a:lnTo>
                  <a:lnTo>
                    <a:pt x="1707340" y="1712955"/>
                  </a:lnTo>
                  <a:lnTo>
                    <a:pt x="1707356" y="1712795"/>
                  </a:lnTo>
                  <a:lnTo>
                    <a:pt x="1707381" y="1712752"/>
                  </a:lnTo>
                  <a:lnTo>
                    <a:pt x="1707427" y="1712675"/>
                  </a:lnTo>
                  <a:lnTo>
                    <a:pt x="1707451" y="1712614"/>
                  </a:lnTo>
                  <a:lnTo>
                    <a:pt x="1707490" y="1712539"/>
                  </a:lnTo>
                  <a:lnTo>
                    <a:pt x="1707506" y="1712518"/>
                  </a:lnTo>
                  <a:lnTo>
                    <a:pt x="1707529" y="1712489"/>
                  </a:lnTo>
                  <a:lnTo>
                    <a:pt x="1707530" y="1712448"/>
                  </a:lnTo>
                  <a:lnTo>
                    <a:pt x="1707495" y="1712432"/>
                  </a:lnTo>
                  <a:lnTo>
                    <a:pt x="1707480" y="1712422"/>
                  </a:lnTo>
                  <a:lnTo>
                    <a:pt x="1707472" y="1712399"/>
                  </a:lnTo>
                  <a:lnTo>
                    <a:pt x="1707469" y="1712388"/>
                  </a:lnTo>
                  <a:lnTo>
                    <a:pt x="1707472" y="1712377"/>
                  </a:lnTo>
                  <a:lnTo>
                    <a:pt x="1707480" y="1712348"/>
                  </a:lnTo>
                  <a:lnTo>
                    <a:pt x="1707502" y="1712288"/>
                  </a:lnTo>
                  <a:lnTo>
                    <a:pt x="1707506" y="1712276"/>
                  </a:lnTo>
                  <a:lnTo>
                    <a:pt x="1707528" y="1712211"/>
                  </a:lnTo>
                  <a:lnTo>
                    <a:pt x="1707540" y="1712177"/>
                  </a:lnTo>
                  <a:lnTo>
                    <a:pt x="1707552" y="1712142"/>
                  </a:lnTo>
                  <a:lnTo>
                    <a:pt x="1707567" y="1712099"/>
                  </a:lnTo>
                  <a:lnTo>
                    <a:pt x="1707580" y="1712061"/>
                  </a:lnTo>
                  <a:lnTo>
                    <a:pt x="1707591" y="1712028"/>
                  </a:lnTo>
                  <a:lnTo>
                    <a:pt x="1707605" y="1711988"/>
                  </a:lnTo>
                  <a:lnTo>
                    <a:pt x="1707620" y="1711945"/>
                  </a:lnTo>
                  <a:lnTo>
                    <a:pt x="1707624" y="1711937"/>
                  </a:lnTo>
                  <a:lnTo>
                    <a:pt x="1707642" y="1711913"/>
                  </a:lnTo>
                  <a:lnTo>
                    <a:pt x="1707692" y="1711852"/>
                  </a:lnTo>
                  <a:lnTo>
                    <a:pt x="1707726" y="1711811"/>
                  </a:lnTo>
                  <a:lnTo>
                    <a:pt x="1707734" y="1711801"/>
                  </a:lnTo>
                  <a:lnTo>
                    <a:pt x="1707754" y="1711777"/>
                  </a:lnTo>
                  <a:lnTo>
                    <a:pt x="1707784" y="1711738"/>
                  </a:lnTo>
                  <a:lnTo>
                    <a:pt x="1707790" y="1711729"/>
                  </a:lnTo>
                  <a:lnTo>
                    <a:pt x="1707849" y="1711659"/>
                  </a:lnTo>
                  <a:lnTo>
                    <a:pt x="1707858" y="1711655"/>
                  </a:lnTo>
                  <a:lnTo>
                    <a:pt x="1707864" y="1711649"/>
                  </a:lnTo>
                  <a:lnTo>
                    <a:pt x="1707960" y="1711604"/>
                  </a:lnTo>
                  <a:lnTo>
                    <a:pt x="1708005" y="1711572"/>
                  </a:lnTo>
                  <a:lnTo>
                    <a:pt x="1708048" y="1711531"/>
                  </a:lnTo>
                  <a:lnTo>
                    <a:pt x="1708076" y="1711498"/>
                  </a:lnTo>
                  <a:lnTo>
                    <a:pt x="1708080" y="1711464"/>
                  </a:lnTo>
                  <a:lnTo>
                    <a:pt x="1708094" y="1711458"/>
                  </a:lnTo>
                  <a:lnTo>
                    <a:pt x="1708110" y="1711472"/>
                  </a:lnTo>
                  <a:lnTo>
                    <a:pt x="1708132" y="1711491"/>
                  </a:lnTo>
                  <a:lnTo>
                    <a:pt x="1708246" y="1711568"/>
                  </a:lnTo>
                  <a:lnTo>
                    <a:pt x="1708292" y="1711599"/>
                  </a:lnTo>
                  <a:lnTo>
                    <a:pt x="1708309" y="1711607"/>
                  </a:lnTo>
                  <a:lnTo>
                    <a:pt x="1708330" y="1711585"/>
                  </a:lnTo>
                  <a:lnTo>
                    <a:pt x="1708337" y="1711567"/>
                  </a:lnTo>
                  <a:lnTo>
                    <a:pt x="1708339" y="1711560"/>
                  </a:lnTo>
                  <a:lnTo>
                    <a:pt x="1708336" y="1711534"/>
                  </a:lnTo>
                  <a:lnTo>
                    <a:pt x="1708341" y="1711518"/>
                  </a:lnTo>
                  <a:lnTo>
                    <a:pt x="1708344" y="1711508"/>
                  </a:lnTo>
                  <a:lnTo>
                    <a:pt x="1708357" y="1711473"/>
                  </a:lnTo>
                  <a:lnTo>
                    <a:pt x="1708408" y="1711444"/>
                  </a:lnTo>
                  <a:lnTo>
                    <a:pt x="1708420" y="1711443"/>
                  </a:lnTo>
                  <a:lnTo>
                    <a:pt x="1708450" y="1711441"/>
                  </a:lnTo>
                  <a:lnTo>
                    <a:pt x="1708463" y="1711451"/>
                  </a:lnTo>
                  <a:lnTo>
                    <a:pt x="1708477" y="1711461"/>
                  </a:lnTo>
                  <a:lnTo>
                    <a:pt x="1708484" y="1711467"/>
                  </a:lnTo>
                  <a:lnTo>
                    <a:pt x="1708522" y="1711487"/>
                  </a:lnTo>
                  <a:lnTo>
                    <a:pt x="1708543" y="1711502"/>
                  </a:lnTo>
                  <a:lnTo>
                    <a:pt x="1708552" y="1711503"/>
                  </a:lnTo>
                  <a:lnTo>
                    <a:pt x="1708557" y="1711504"/>
                  </a:lnTo>
                  <a:lnTo>
                    <a:pt x="1708566" y="1711505"/>
                  </a:lnTo>
                  <a:lnTo>
                    <a:pt x="1708580" y="1711487"/>
                  </a:lnTo>
                  <a:lnTo>
                    <a:pt x="1708585" y="1711480"/>
                  </a:lnTo>
                  <a:lnTo>
                    <a:pt x="1708597" y="1711453"/>
                  </a:lnTo>
                  <a:lnTo>
                    <a:pt x="1708611" y="1711445"/>
                  </a:lnTo>
                  <a:lnTo>
                    <a:pt x="1708646" y="1711446"/>
                  </a:lnTo>
                  <a:lnTo>
                    <a:pt x="1708653" y="1711452"/>
                  </a:lnTo>
                  <a:lnTo>
                    <a:pt x="1708693" y="1711454"/>
                  </a:lnTo>
                  <a:lnTo>
                    <a:pt x="1708720" y="1711448"/>
                  </a:lnTo>
                  <a:lnTo>
                    <a:pt x="1708729" y="1711446"/>
                  </a:lnTo>
                  <a:lnTo>
                    <a:pt x="1708740" y="1711444"/>
                  </a:lnTo>
                  <a:lnTo>
                    <a:pt x="1708782" y="1711425"/>
                  </a:lnTo>
                  <a:lnTo>
                    <a:pt x="1708788" y="1711421"/>
                  </a:lnTo>
                  <a:lnTo>
                    <a:pt x="1708801" y="1711414"/>
                  </a:lnTo>
                  <a:lnTo>
                    <a:pt x="1708807" y="1711410"/>
                  </a:lnTo>
                  <a:lnTo>
                    <a:pt x="1708818" y="1711402"/>
                  </a:lnTo>
                  <a:lnTo>
                    <a:pt x="1708856" y="1711419"/>
                  </a:lnTo>
                  <a:lnTo>
                    <a:pt x="1708855" y="1711458"/>
                  </a:lnTo>
                  <a:lnTo>
                    <a:pt x="1708856" y="1711464"/>
                  </a:lnTo>
                  <a:lnTo>
                    <a:pt x="1708859" y="1711483"/>
                  </a:lnTo>
                  <a:lnTo>
                    <a:pt x="1708881" y="1711501"/>
                  </a:lnTo>
                  <a:lnTo>
                    <a:pt x="1708906" y="1711497"/>
                  </a:lnTo>
                  <a:lnTo>
                    <a:pt x="1708966" y="1711462"/>
                  </a:lnTo>
                  <a:lnTo>
                    <a:pt x="1708985" y="1711442"/>
                  </a:lnTo>
                  <a:lnTo>
                    <a:pt x="1708986" y="1711413"/>
                  </a:lnTo>
                  <a:lnTo>
                    <a:pt x="1708987" y="1711403"/>
                  </a:lnTo>
                  <a:lnTo>
                    <a:pt x="1708972" y="1711364"/>
                  </a:lnTo>
                  <a:lnTo>
                    <a:pt x="1708961" y="1711327"/>
                  </a:lnTo>
                  <a:lnTo>
                    <a:pt x="1708935" y="1711317"/>
                  </a:lnTo>
                  <a:lnTo>
                    <a:pt x="1708904" y="1711305"/>
                  </a:lnTo>
                  <a:lnTo>
                    <a:pt x="1708880" y="1711272"/>
                  </a:lnTo>
                  <a:lnTo>
                    <a:pt x="1708878" y="1711257"/>
                  </a:lnTo>
                  <a:lnTo>
                    <a:pt x="1708881" y="1711252"/>
                  </a:lnTo>
                  <a:lnTo>
                    <a:pt x="1708889" y="1711237"/>
                  </a:lnTo>
                  <a:lnTo>
                    <a:pt x="1708898" y="1711223"/>
                  </a:lnTo>
                  <a:lnTo>
                    <a:pt x="1708923" y="1711206"/>
                  </a:lnTo>
                  <a:lnTo>
                    <a:pt x="1708989" y="1711136"/>
                  </a:lnTo>
                  <a:lnTo>
                    <a:pt x="1709002" y="1711124"/>
                  </a:lnTo>
                  <a:lnTo>
                    <a:pt x="1709102" y="1711033"/>
                  </a:lnTo>
                  <a:lnTo>
                    <a:pt x="1709107" y="1711027"/>
                  </a:lnTo>
                  <a:lnTo>
                    <a:pt x="1709112" y="1711021"/>
                  </a:lnTo>
                  <a:lnTo>
                    <a:pt x="1709115" y="1711015"/>
                  </a:lnTo>
                  <a:lnTo>
                    <a:pt x="1709121" y="1711008"/>
                  </a:lnTo>
                  <a:lnTo>
                    <a:pt x="1709127" y="1710999"/>
                  </a:lnTo>
                  <a:lnTo>
                    <a:pt x="1709154" y="1710966"/>
                  </a:lnTo>
                  <a:lnTo>
                    <a:pt x="1709171" y="1710963"/>
                  </a:lnTo>
                  <a:lnTo>
                    <a:pt x="1709208" y="1710996"/>
                  </a:lnTo>
                  <a:lnTo>
                    <a:pt x="1709223" y="1711001"/>
                  </a:lnTo>
                  <a:lnTo>
                    <a:pt x="1709229" y="1711001"/>
                  </a:lnTo>
                  <a:lnTo>
                    <a:pt x="1709256" y="1711000"/>
                  </a:lnTo>
                  <a:lnTo>
                    <a:pt x="1709276" y="1710972"/>
                  </a:lnTo>
                  <a:lnTo>
                    <a:pt x="1709283" y="1710953"/>
                  </a:lnTo>
                  <a:lnTo>
                    <a:pt x="1709286" y="1710946"/>
                  </a:lnTo>
                  <a:lnTo>
                    <a:pt x="1709311" y="1710906"/>
                  </a:lnTo>
                  <a:lnTo>
                    <a:pt x="1709302" y="1710893"/>
                  </a:lnTo>
                  <a:lnTo>
                    <a:pt x="1709289" y="1710883"/>
                  </a:lnTo>
                  <a:lnTo>
                    <a:pt x="1709292" y="1710863"/>
                  </a:lnTo>
                  <a:lnTo>
                    <a:pt x="1709297" y="1710850"/>
                  </a:lnTo>
                  <a:lnTo>
                    <a:pt x="1709300" y="1710840"/>
                  </a:lnTo>
                  <a:lnTo>
                    <a:pt x="1709313" y="1710800"/>
                  </a:lnTo>
                  <a:lnTo>
                    <a:pt x="1709324" y="1710763"/>
                  </a:lnTo>
                  <a:lnTo>
                    <a:pt x="1709327" y="1710758"/>
                  </a:lnTo>
                  <a:lnTo>
                    <a:pt x="1709332" y="1710745"/>
                  </a:lnTo>
                  <a:lnTo>
                    <a:pt x="1709336" y="1710738"/>
                  </a:lnTo>
                  <a:lnTo>
                    <a:pt x="1709340" y="1710731"/>
                  </a:lnTo>
                  <a:lnTo>
                    <a:pt x="1709345" y="1710724"/>
                  </a:lnTo>
                  <a:lnTo>
                    <a:pt x="1709351" y="1710716"/>
                  </a:lnTo>
                  <a:lnTo>
                    <a:pt x="1709360" y="1710709"/>
                  </a:lnTo>
                  <a:lnTo>
                    <a:pt x="1709370" y="1710706"/>
                  </a:lnTo>
                  <a:lnTo>
                    <a:pt x="1709375" y="1710707"/>
                  </a:lnTo>
                  <a:lnTo>
                    <a:pt x="1709384" y="1710708"/>
                  </a:lnTo>
                  <a:lnTo>
                    <a:pt x="1709395" y="1710712"/>
                  </a:lnTo>
                  <a:lnTo>
                    <a:pt x="1709412" y="1710723"/>
                  </a:lnTo>
                  <a:lnTo>
                    <a:pt x="1709427" y="1710733"/>
                  </a:lnTo>
                  <a:lnTo>
                    <a:pt x="1709448" y="1710746"/>
                  </a:lnTo>
                  <a:lnTo>
                    <a:pt x="1709462" y="1710754"/>
                  </a:lnTo>
                  <a:lnTo>
                    <a:pt x="1709474" y="1710761"/>
                  </a:lnTo>
                  <a:lnTo>
                    <a:pt x="1709479" y="1710764"/>
                  </a:lnTo>
                  <a:lnTo>
                    <a:pt x="1709484" y="1710765"/>
                  </a:lnTo>
                  <a:lnTo>
                    <a:pt x="1709490" y="1710759"/>
                  </a:lnTo>
                  <a:lnTo>
                    <a:pt x="1709490" y="1710746"/>
                  </a:lnTo>
                  <a:lnTo>
                    <a:pt x="1709486" y="1710735"/>
                  </a:lnTo>
                  <a:lnTo>
                    <a:pt x="1709466" y="1710715"/>
                  </a:lnTo>
                  <a:lnTo>
                    <a:pt x="1709464" y="1710697"/>
                  </a:lnTo>
                  <a:lnTo>
                    <a:pt x="1709465" y="1710689"/>
                  </a:lnTo>
                  <a:lnTo>
                    <a:pt x="1709474" y="1710669"/>
                  </a:lnTo>
                  <a:lnTo>
                    <a:pt x="1709489" y="1710635"/>
                  </a:lnTo>
                  <a:lnTo>
                    <a:pt x="1709506" y="1710588"/>
                  </a:lnTo>
                  <a:lnTo>
                    <a:pt x="1709528" y="1710536"/>
                  </a:lnTo>
                  <a:lnTo>
                    <a:pt x="1709553" y="1710447"/>
                  </a:lnTo>
                  <a:lnTo>
                    <a:pt x="1709568" y="1710393"/>
                  </a:lnTo>
                  <a:lnTo>
                    <a:pt x="1709585" y="1710371"/>
                  </a:lnTo>
                  <a:lnTo>
                    <a:pt x="1709589" y="1710361"/>
                  </a:lnTo>
                  <a:lnTo>
                    <a:pt x="1709622" y="1710275"/>
                  </a:lnTo>
                  <a:lnTo>
                    <a:pt x="1709627" y="1710264"/>
                  </a:lnTo>
                  <a:lnTo>
                    <a:pt x="1709630" y="1710256"/>
                  </a:lnTo>
                  <a:lnTo>
                    <a:pt x="1709641" y="1710213"/>
                  </a:lnTo>
                  <a:lnTo>
                    <a:pt x="1709640" y="1710208"/>
                  </a:lnTo>
                  <a:lnTo>
                    <a:pt x="1709635" y="1710207"/>
                  </a:lnTo>
                  <a:lnTo>
                    <a:pt x="1709628" y="1710208"/>
                  </a:lnTo>
                  <a:lnTo>
                    <a:pt x="1709622" y="1710209"/>
                  </a:lnTo>
                  <a:lnTo>
                    <a:pt x="1709612" y="1710214"/>
                  </a:lnTo>
                  <a:lnTo>
                    <a:pt x="1709580" y="1710229"/>
                  </a:lnTo>
                  <a:lnTo>
                    <a:pt x="1709553" y="1710239"/>
                  </a:lnTo>
                  <a:lnTo>
                    <a:pt x="1709514" y="1710253"/>
                  </a:lnTo>
                  <a:lnTo>
                    <a:pt x="1709498" y="1710259"/>
                  </a:lnTo>
                  <a:lnTo>
                    <a:pt x="1709486" y="1710263"/>
                  </a:lnTo>
                  <a:lnTo>
                    <a:pt x="1709480" y="1710265"/>
                  </a:lnTo>
                  <a:lnTo>
                    <a:pt x="1709476" y="1710271"/>
                  </a:lnTo>
                  <a:lnTo>
                    <a:pt x="1709465" y="1710295"/>
                  </a:lnTo>
                  <a:lnTo>
                    <a:pt x="1709464" y="1710311"/>
                  </a:lnTo>
                  <a:lnTo>
                    <a:pt x="1709461" y="1710315"/>
                  </a:lnTo>
                  <a:lnTo>
                    <a:pt x="1709449" y="1710315"/>
                  </a:lnTo>
                  <a:lnTo>
                    <a:pt x="1709433" y="1710313"/>
                  </a:lnTo>
                  <a:lnTo>
                    <a:pt x="1709403" y="1710309"/>
                  </a:lnTo>
                  <a:lnTo>
                    <a:pt x="1709379" y="1710299"/>
                  </a:lnTo>
                  <a:lnTo>
                    <a:pt x="1709337" y="1710271"/>
                  </a:lnTo>
                  <a:lnTo>
                    <a:pt x="1709306" y="1710265"/>
                  </a:lnTo>
                  <a:lnTo>
                    <a:pt x="1709275" y="1710260"/>
                  </a:lnTo>
                  <a:lnTo>
                    <a:pt x="1709259" y="1710259"/>
                  </a:lnTo>
                  <a:lnTo>
                    <a:pt x="1709239" y="1710268"/>
                  </a:lnTo>
                  <a:lnTo>
                    <a:pt x="1709231" y="1710285"/>
                  </a:lnTo>
                  <a:lnTo>
                    <a:pt x="1709219" y="1710308"/>
                  </a:lnTo>
                  <a:lnTo>
                    <a:pt x="1709211" y="1710323"/>
                  </a:lnTo>
                  <a:lnTo>
                    <a:pt x="1709208" y="1710379"/>
                  </a:lnTo>
                  <a:lnTo>
                    <a:pt x="1709214" y="1710451"/>
                  </a:lnTo>
                  <a:lnTo>
                    <a:pt x="1709209" y="1710469"/>
                  </a:lnTo>
                  <a:lnTo>
                    <a:pt x="1709206" y="1710482"/>
                  </a:lnTo>
                  <a:lnTo>
                    <a:pt x="1709195" y="1710534"/>
                  </a:lnTo>
                  <a:lnTo>
                    <a:pt x="1709187" y="1710587"/>
                  </a:lnTo>
                  <a:lnTo>
                    <a:pt x="1709179" y="1710635"/>
                  </a:lnTo>
                  <a:lnTo>
                    <a:pt x="1709165" y="1710658"/>
                  </a:lnTo>
                  <a:lnTo>
                    <a:pt x="1709161" y="1710665"/>
                  </a:lnTo>
                  <a:lnTo>
                    <a:pt x="1709154" y="1710672"/>
                  </a:lnTo>
                  <a:lnTo>
                    <a:pt x="1709133" y="1710698"/>
                  </a:lnTo>
                  <a:lnTo>
                    <a:pt x="1709126" y="1710706"/>
                  </a:lnTo>
                  <a:lnTo>
                    <a:pt x="1709113" y="1710721"/>
                  </a:lnTo>
                  <a:lnTo>
                    <a:pt x="1709100" y="1710734"/>
                  </a:lnTo>
                  <a:lnTo>
                    <a:pt x="1709090" y="1710746"/>
                  </a:lnTo>
                  <a:lnTo>
                    <a:pt x="1709071" y="1710761"/>
                  </a:lnTo>
                  <a:lnTo>
                    <a:pt x="1709065" y="1710765"/>
                  </a:lnTo>
                  <a:lnTo>
                    <a:pt x="1709055" y="1710769"/>
                  </a:lnTo>
                  <a:lnTo>
                    <a:pt x="1709051" y="1710762"/>
                  </a:lnTo>
                  <a:lnTo>
                    <a:pt x="1709046" y="1710752"/>
                  </a:lnTo>
                  <a:lnTo>
                    <a:pt x="1709042" y="1710727"/>
                  </a:lnTo>
                  <a:lnTo>
                    <a:pt x="1709045" y="1710716"/>
                  </a:lnTo>
                  <a:lnTo>
                    <a:pt x="1709052" y="1710683"/>
                  </a:lnTo>
                  <a:lnTo>
                    <a:pt x="1709061" y="1710659"/>
                  </a:lnTo>
                  <a:lnTo>
                    <a:pt x="1709068" y="1710635"/>
                  </a:lnTo>
                  <a:lnTo>
                    <a:pt x="1709070" y="1710620"/>
                  </a:lnTo>
                  <a:lnTo>
                    <a:pt x="1709063" y="1710611"/>
                  </a:lnTo>
                  <a:lnTo>
                    <a:pt x="1709039" y="1710600"/>
                  </a:lnTo>
                  <a:lnTo>
                    <a:pt x="1709024" y="1710612"/>
                  </a:lnTo>
                  <a:lnTo>
                    <a:pt x="1709013" y="1710624"/>
                  </a:lnTo>
                  <a:lnTo>
                    <a:pt x="1709006" y="1710632"/>
                  </a:lnTo>
                  <a:lnTo>
                    <a:pt x="1708985" y="1710634"/>
                  </a:lnTo>
                  <a:lnTo>
                    <a:pt x="1708968" y="1710636"/>
                  </a:lnTo>
                  <a:lnTo>
                    <a:pt x="1708954" y="1710637"/>
                  </a:lnTo>
                  <a:lnTo>
                    <a:pt x="1708948" y="1710636"/>
                  </a:lnTo>
                  <a:lnTo>
                    <a:pt x="1708936" y="1710616"/>
                  </a:lnTo>
                  <a:lnTo>
                    <a:pt x="1708924" y="1710604"/>
                  </a:lnTo>
                  <a:lnTo>
                    <a:pt x="1708903" y="1710594"/>
                  </a:lnTo>
                  <a:lnTo>
                    <a:pt x="1708878" y="1710598"/>
                  </a:lnTo>
                  <a:lnTo>
                    <a:pt x="1708863" y="1710610"/>
                  </a:lnTo>
                  <a:lnTo>
                    <a:pt x="1708853" y="1710626"/>
                  </a:lnTo>
                  <a:lnTo>
                    <a:pt x="1708850" y="1710634"/>
                  </a:lnTo>
                  <a:lnTo>
                    <a:pt x="1708830" y="1710653"/>
                  </a:lnTo>
                  <a:lnTo>
                    <a:pt x="1708820" y="1710654"/>
                  </a:lnTo>
                  <a:lnTo>
                    <a:pt x="1708811" y="1710656"/>
                  </a:lnTo>
                  <a:lnTo>
                    <a:pt x="1708767" y="1710691"/>
                  </a:lnTo>
                  <a:lnTo>
                    <a:pt x="1708729" y="1710721"/>
                  </a:lnTo>
                  <a:lnTo>
                    <a:pt x="1708727" y="1710745"/>
                  </a:lnTo>
                  <a:lnTo>
                    <a:pt x="1708689" y="1710812"/>
                  </a:lnTo>
                  <a:lnTo>
                    <a:pt x="1708634" y="1710883"/>
                  </a:lnTo>
                  <a:lnTo>
                    <a:pt x="1708628" y="1710891"/>
                  </a:lnTo>
                  <a:lnTo>
                    <a:pt x="1708607" y="1710905"/>
                  </a:lnTo>
                  <a:lnTo>
                    <a:pt x="1708603" y="1710906"/>
                  </a:lnTo>
                  <a:lnTo>
                    <a:pt x="1708579" y="1710887"/>
                  </a:lnTo>
                  <a:lnTo>
                    <a:pt x="1708548" y="1710872"/>
                  </a:lnTo>
                  <a:lnTo>
                    <a:pt x="1708542" y="1710865"/>
                  </a:lnTo>
                  <a:lnTo>
                    <a:pt x="1708565" y="1710813"/>
                  </a:lnTo>
                  <a:lnTo>
                    <a:pt x="1708592" y="1710767"/>
                  </a:lnTo>
                  <a:lnTo>
                    <a:pt x="1708614" y="1710735"/>
                  </a:lnTo>
                  <a:lnTo>
                    <a:pt x="1708620" y="1710718"/>
                  </a:lnTo>
                  <a:lnTo>
                    <a:pt x="1708632" y="1710700"/>
                  </a:lnTo>
                  <a:lnTo>
                    <a:pt x="1708629" y="1710680"/>
                  </a:lnTo>
                  <a:lnTo>
                    <a:pt x="1708621" y="1710676"/>
                  </a:lnTo>
                  <a:lnTo>
                    <a:pt x="1708614" y="1710672"/>
                  </a:lnTo>
                  <a:lnTo>
                    <a:pt x="1708605" y="1710669"/>
                  </a:lnTo>
                  <a:lnTo>
                    <a:pt x="1708597" y="1710659"/>
                  </a:lnTo>
                  <a:lnTo>
                    <a:pt x="1708602" y="1710647"/>
                  </a:lnTo>
                  <a:lnTo>
                    <a:pt x="1708618" y="1710610"/>
                  </a:lnTo>
                  <a:lnTo>
                    <a:pt x="1708624" y="1710598"/>
                  </a:lnTo>
                  <a:lnTo>
                    <a:pt x="1708638" y="1710587"/>
                  </a:lnTo>
                  <a:lnTo>
                    <a:pt x="1708645" y="1710585"/>
                  </a:lnTo>
                  <a:lnTo>
                    <a:pt x="1708660" y="1710570"/>
                  </a:lnTo>
                  <a:lnTo>
                    <a:pt x="1708680" y="1710545"/>
                  </a:lnTo>
                  <a:lnTo>
                    <a:pt x="1708691" y="1710533"/>
                  </a:lnTo>
                  <a:lnTo>
                    <a:pt x="1708699" y="1710525"/>
                  </a:lnTo>
                  <a:lnTo>
                    <a:pt x="1708710" y="1710504"/>
                  </a:lnTo>
                  <a:lnTo>
                    <a:pt x="1708718" y="1710489"/>
                  </a:lnTo>
                  <a:lnTo>
                    <a:pt x="1708718" y="1710460"/>
                  </a:lnTo>
                  <a:lnTo>
                    <a:pt x="1708718" y="1710432"/>
                  </a:lnTo>
                  <a:lnTo>
                    <a:pt x="1708719" y="1710402"/>
                  </a:lnTo>
                  <a:lnTo>
                    <a:pt x="1708679" y="1710392"/>
                  </a:lnTo>
                  <a:lnTo>
                    <a:pt x="1708603" y="1710371"/>
                  </a:lnTo>
                  <a:lnTo>
                    <a:pt x="1708590" y="1710368"/>
                  </a:lnTo>
                  <a:lnTo>
                    <a:pt x="1708579" y="1710380"/>
                  </a:lnTo>
                  <a:lnTo>
                    <a:pt x="1708456" y="1710508"/>
                  </a:lnTo>
                  <a:lnTo>
                    <a:pt x="1708298" y="1710842"/>
                  </a:lnTo>
                  <a:lnTo>
                    <a:pt x="1708219" y="1711042"/>
                  </a:lnTo>
                  <a:lnTo>
                    <a:pt x="1708170" y="1711062"/>
                  </a:lnTo>
                  <a:lnTo>
                    <a:pt x="1708088" y="1711013"/>
                  </a:lnTo>
                  <a:lnTo>
                    <a:pt x="1708089" y="1710921"/>
                  </a:lnTo>
                  <a:lnTo>
                    <a:pt x="1708033" y="1710912"/>
                  </a:lnTo>
                  <a:lnTo>
                    <a:pt x="1707970" y="1710903"/>
                  </a:lnTo>
                  <a:lnTo>
                    <a:pt x="1707942" y="1710899"/>
                  </a:lnTo>
                  <a:lnTo>
                    <a:pt x="1707903" y="1710894"/>
                  </a:lnTo>
                  <a:lnTo>
                    <a:pt x="1707782" y="1710876"/>
                  </a:lnTo>
                  <a:lnTo>
                    <a:pt x="1707631" y="1710855"/>
                  </a:lnTo>
                  <a:lnTo>
                    <a:pt x="1707583" y="1710847"/>
                  </a:lnTo>
                  <a:lnTo>
                    <a:pt x="1707458" y="1710828"/>
                  </a:lnTo>
                  <a:lnTo>
                    <a:pt x="1707423" y="1710822"/>
                  </a:lnTo>
                  <a:lnTo>
                    <a:pt x="1707410" y="1710818"/>
                  </a:lnTo>
                  <a:lnTo>
                    <a:pt x="1707405" y="1710834"/>
                  </a:lnTo>
                  <a:lnTo>
                    <a:pt x="1707404" y="1710841"/>
                  </a:lnTo>
                  <a:lnTo>
                    <a:pt x="1707355" y="1710906"/>
                  </a:lnTo>
                  <a:lnTo>
                    <a:pt x="1707336" y="1710926"/>
                  </a:lnTo>
                  <a:lnTo>
                    <a:pt x="1707323" y="1710941"/>
                  </a:lnTo>
                  <a:lnTo>
                    <a:pt x="1707304" y="1710962"/>
                  </a:lnTo>
                  <a:lnTo>
                    <a:pt x="1707301" y="1710966"/>
                  </a:lnTo>
                  <a:lnTo>
                    <a:pt x="1707266" y="1710997"/>
                  </a:lnTo>
                  <a:lnTo>
                    <a:pt x="1707251" y="1711015"/>
                  </a:lnTo>
                  <a:lnTo>
                    <a:pt x="1707240" y="1711032"/>
                  </a:lnTo>
                  <a:lnTo>
                    <a:pt x="1707219" y="1711022"/>
                  </a:lnTo>
                  <a:lnTo>
                    <a:pt x="1707193" y="1711024"/>
                  </a:lnTo>
                  <a:lnTo>
                    <a:pt x="1707186" y="1711019"/>
                  </a:lnTo>
                  <a:lnTo>
                    <a:pt x="1707183" y="1711004"/>
                  </a:lnTo>
                  <a:lnTo>
                    <a:pt x="1707186" y="1710980"/>
                  </a:lnTo>
                  <a:lnTo>
                    <a:pt x="1707188" y="1710973"/>
                  </a:lnTo>
                  <a:lnTo>
                    <a:pt x="1707194" y="1710951"/>
                  </a:lnTo>
                  <a:lnTo>
                    <a:pt x="1707156" y="1710919"/>
                  </a:lnTo>
                  <a:lnTo>
                    <a:pt x="1707108" y="1710878"/>
                  </a:lnTo>
                  <a:lnTo>
                    <a:pt x="1707062" y="1710826"/>
                  </a:lnTo>
                  <a:lnTo>
                    <a:pt x="1707053" y="1710824"/>
                  </a:lnTo>
                  <a:lnTo>
                    <a:pt x="1707047" y="1710822"/>
                  </a:lnTo>
                  <a:lnTo>
                    <a:pt x="1707039" y="1710820"/>
                  </a:lnTo>
                  <a:lnTo>
                    <a:pt x="1707007" y="1710823"/>
                  </a:lnTo>
                  <a:lnTo>
                    <a:pt x="1706995" y="1710831"/>
                  </a:lnTo>
                  <a:lnTo>
                    <a:pt x="1706992" y="1710869"/>
                  </a:lnTo>
                  <a:lnTo>
                    <a:pt x="1706957" y="1710932"/>
                  </a:lnTo>
                  <a:lnTo>
                    <a:pt x="1706946" y="1710958"/>
                  </a:lnTo>
                  <a:lnTo>
                    <a:pt x="1706952" y="1710997"/>
                  </a:lnTo>
                  <a:lnTo>
                    <a:pt x="1706951" y="1711027"/>
                  </a:lnTo>
                  <a:lnTo>
                    <a:pt x="1706935" y="1711055"/>
                  </a:lnTo>
                  <a:lnTo>
                    <a:pt x="1706896" y="1711073"/>
                  </a:lnTo>
                  <a:lnTo>
                    <a:pt x="1706854" y="1711103"/>
                  </a:lnTo>
                  <a:lnTo>
                    <a:pt x="1706825" y="1711129"/>
                  </a:lnTo>
                  <a:lnTo>
                    <a:pt x="1706811" y="1711141"/>
                  </a:lnTo>
                  <a:lnTo>
                    <a:pt x="1706728" y="1711215"/>
                  </a:lnTo>
                  <a:lnTo>
                    <a:pt x="1706701" y="1711284"/>
                  </a:lnTo>
                  <a:lnTo>
                    <a:pt x="1706386" y="1711387"/>
                  </a:lnTo>
                  <a:lnTo>
                    <a:pt x="1706249" y="1711455"/>
                  </a:lnTo>
                  <a:lnTo>
                    <a:pt x="1706218" y="1711486"/>
                  </a:lnTo>
                  <a:lnTo>
                    <a:pt x="1706211" y="1711495"/>
                  </a:lnTo>
                  <a:lnTo>
                    <a:pt x="1706168" y="1711545"/>
                  </a:lnTo>
                  <a:lnTo>
                    <a:pt x="1706162" y="1711551"/>
                  </a:lnTo>
                  <a:lnTo>
                    <a:pt x="1706099" y="1711628"/>
                  </a:lnTo>
                  <a:lnTo>
                    <a:pt x="1706092" y="1711639"/>
                  </a:lnTo>
                  <a:lnTo>
                    <a:pt x="1706081" y="1711655"/>
                  </a:lnTo>
                  <a:lnTo>
                    <a:pt x="1706068" y="1711671"/>
                  </a:lnTo>
                  <a:lnTo>
                    <a:pt x="1706064" y="1711685"/>
                  </a:lnTo>
                  <a:lnTo>
                    <a:pt x="1706074" y="1711718"/>
                  </a:lnTo>
                  <a:lnTo>
                    <a:pt x="1706092" y="1711763"/>
                  </a:lnTo>
                  <a:lnTo>
                    <a:pt x="1706148" y="1711820"/>
                  </a:lnTo>
                  <a:lnTo>
                    <a:pt x="1706190" y="1711868"/>
                  </a:lnTo>
                  <a:lnTo>
                    <a:pt x="1706196" y="1711878"/>
                  </a:lnTo>
                  <a:lnTo>
                    <a:pt x="1706199" y="1711886"/>
                  </a:lnTo>
                  <a:lnTo>
                    <a:pt x="1706201" y="1711894"/>
                  </a:lnTo>
                  <a:lnTo>
                    <a:pt x="1706190" y="1711915"/>
                  </a:lnTo>
                  <a:lnTo>
                    <a:pt x="1706181" y="1711928"/>
                  </a:lnTo>
                  <a:lnTo>
                    <a:pt x="1706175" y="1711936"/>
                  </a:lnTo>
                  <a:lnTo>
                    <a:pt x="1706143" y="1711973"/>
                  </a:lnTo>
                  <a:lnTo>
                    <a:pt x="1706139" y="1711976"/>
                  </a:lnTo>
                  <a:lnTo>
                    <a:pt x="1706078" y="1712016"/>
                  </a:lnTo>
                  <a:lnTo>
                    <a:pt x="1706060" y="1712027"/>
                  </a:lnTo>
                  <a:lnTo>
                    <a:pt x="1706046" y="1712035"/>
                  </a:lnTo>
                  <a:lnTo>
                    <a:pt x="1706027" y="1712046"/>
                  </a:lnTo>
                  <a:lnTo>
                    <a:pt x="1705981" y="1712071"/>
                  </a:lnTo>
                  <a:lnTo>
                    <a:pt x="1705936" y="1712111"/>
                  </a:lnTo>
                  <a:lnTo>
                    <a:pt x="1705925" y="1712144"/>
                  </a:lnTo>
                  <a:lnTo>
                    <a:pt x="1705909" y="1712185"/>
                  </a:lnTo>
                  <a:lnTo>
                    <a:pt x="1705886" y="1712210"/>
                  </a:lnTo>
                  <a:lnTo>
                    <a:pt x="1705882" y="1712215"/>
                  </a:lnTo>
                  <a:lnTo>
                    <a:pt x="1705882" y="1712224"/>
                  </a:lnTo>
                  <a:lnTo>
                    <a:pt x="1705905" y="1712251"/>
                  </a:lnTo>
                  <a:lnTo>
                    <a:pt x="1705914" y="1712263"/>
                  </a:lnTo>
                  <a:lnTo>
                    <a:pt x="1705969" y="1712348"/>
                  </a:lnTo>
                  <a:lnTo>
                    <a:pt x="1706038" y="1712450"/>
                  </a:lnTo>
                  <a:lnTo>
                    <a:pt x="1706039" y="1712459"/>
                  </a:lnTo>
                  <a:lnTo>
                    <a:pt x="1706040" y="1712467"/>
                  </a:lnTo>
                  <a:lnTo>
                    <a:pt x="1706041" y="1712474"/>
                  </a:lnTo>
                  <a:lnTo>
                    <a:pt x="1705912" y="1712573"/>
                  </a:lnTo>
                  <a:lnTo>
                    <a:pt x="1705902" y="1712580"/>
                  </a:lnTo>
                  <a:lnTo>
                    <a:pt x="1705637" y="1712307"/>
                  </a:lnTo>
                  <a:lnTo>
                    <a:pt x="1705541" y="1712379"/>
                  </a:lnTo>
                  <a:lnTo>
                    <a:pt x="1705540" y="1712415"/>
                  </a:lnTo>
                  <a:lnTo>
                    <a:pt x="1705537" y="1712493"/>
                  </a:lnTo>
                  <a:lnTo>
                    <a:pt x="1705367" y="1712681"/>
                  </a:lnTo>
                  <a:lnTo>
                    <a:pt x="1705230" y="1712672"/>
                  </a:lnTo>
                  <a:lnTo>
                    <a:pt x="1705185" y="1712669"/>
                  </a:lnTo>
                  <a:lnTo>
                    <a:pt x="1705168" y="1712665"/>
                  </a:lnTo>
                  <a:lnTo>
                    <a:pt x="1704972" y="1712624"/>
                  </a:lnTo>
                  <a:lnTo>
                    <a:pt x="1704933" y="1712625"/>
                  </a:lnTo>
                  <a:lnTo>
                    <a:pt x="1704881" y="1712621"/>
                  </a:lnTo>
                  <a:lnTo>
                    <a:pt x="1704858" y="1712617"/>
                  </a:lnTo>
                  <a:lnTo>
                    <a:pt x="1704835" y="1712613"/>
                  </a:lnTo>
                  <a:lnTo>
                    <a:pt x="1704794" y="1712606"/>
                  </a:lnTo>
                  <a:lnTo>
                    <a:pt x="1704782" y="1712599"/>
                  </a:lnTo>
                  <a:lnTo>
                    <a:pt x="1704773" y="1712605"/>
                  </a:lnTo>
                  <a:lnTo>
                    <a:pt x="1704768" y="1712617"/>
                  </a:lnTo>
                  <a:lnTo>
                    <a:pt x="1704758" y="1712642"/>
                  </a:lnTo>
                  <a:lnTo>
                    <a:pt x="1704756" y="1712660"/>
                  </a:lnTo>
                  <a:lnTo>
                    <a:pt x="1704762" y="1712664"/>
                  </a:lnTo>
                  <a:lnTo>
                    <a:pt x="1704785" y="1712679"/>
                  </a:lnTo>
                  <a:lnTo>
                    <a:pt x="1704804" y="1712676"/>
                  </a:lnTo>
                  <a:lnTo>
                    <a:pt x="1704834" y="1712678"/>
                  </a:lnTo>
                  <a:lnTo>
                    <a:pt x="1704875" y="1712684"/>
                  </a:lnTo>
                  <a:lnTo>
                    <a:pt x="1704897" y="1712688"/>
                  </a:lnTo>
                  <a:lnTo>
                    <a:pt x="1704952" y="1712688"/>
                  </a:lnTo>
                  <a:lnTo>
                    <a:pt x="1704983" y="1712701"/>
                  </a:lnTo>
                  <a:lnTo>
                    <a:pt x="1704995" y="1712714"/>
                  </a:lnTo>
                  <a:lnTo>
                    <a:pt x="1705015" y="1712744"/>
                  </a:lnTo>
                  <a:lnTo>
                    <a:pt x="1705036" y="1712752"/>
                  </a:lnTo>
                  <a:lnTo>
                    <a:pt x="1705060" y="1712761"/>
                  </a:lnTo>
                  <a:lnTo>
                    <a:pt x="1705091" y="1712755"/>
                  </a:lnTo>
                  <a:lnTo>
                    <a:pt x="1705101" y="1712752"/>
                  </a:lnTo>
                  <a:lnTo>
                    <a:pt x="1705136" y="1712753"/>
                  </a:lnTo>
                  <a:lnTo>
                    <a:pt x="1705145" y="1712763"/>
                  </a:lnTo>
                  <a:lnTo>
                    <a:pt x="1705149" y="1712768"/>
                  </a:lnTo>
                  <a:lnTo>
                    <a:pt x="1705154" y="1712780"/>
                  </a:lnTo>
                  <a:lnTo>
                    <a:pt x="1705152" y="1712793"/>
                  </a:lnTo>
                  <a:lnTo>
                    <a:pt x="1705150" y="1712802"/>
                  </a:lnTo>
                  <a:lnTo>
                    <a:pt x="1705132" y="1712815"/>
                  </a:lnTo>
                  <a:lnTo>
                    <a:pt x="1705092" y="1712827"/>
                  </a:lnTo>
                  <a:lnTo>
                    <a:pt x="1705067" y="1712863"/>
                  </a:lnTo>
                  <a:lnTo>
                    <a:pt x="1705043" y="1712873"/>
                  </a:lnTo>
                  <a:lnTo>
                    <a:pt x="1705023" y="1712898"/>
                  </a:lnTo>
                  <a:lnTo>
                    <a:pt x="1705019" y="1712903"/>
                  </a:lnTo>
                  <a:lnTo>
                    <a:pt x="1705026" y="1712938"/>
                  </a:lnTo>
                  <a:lnTo>
                    <a:pt x="1705038" y="1712941"/>
                  </a:lnTo>
                  <a:lnTo>
                    <a:pt x="1705112" y="1712983"/>
                  </a:lnTo>
                  <a:lnTo>
                    <a:pt x="1705130" y="1712994"/>
                  </a:lnTo>
                  <a:lnTo>
                    <a:pt x="1705201" y="1713035"/>
                  </a:lnTo>
                  <a:lnTo>
                    <a:pt x="1705209" y="1713040"/>
                  </a:lnTo>
                  <a:lnTo>
                    <a:pt x="1705270" y="1713074"/>
                  </a:lnTo>
                  <a:lnTo>
                    <a:pt x="1705299" y="1713098"/>
                  </a:lnTo>
                  <a:lnTo>
                    <a:pt x="1705316" y="1713127"/>
                  </a:lnTo>
                  <a:lnTo>
                    <a:pt x="1705318" y="1713137"/>
                  </a:lnTo>
                  <a:lnTo>
                    <a:pt x="1705322" y="1713157"/>
                  </a:lnTo>
                  <a:lnTo>
                    <a:pt x="1705325" y="1713184"/>
                  </a:lnTo>
                  <a:lnTo>
                    <a:pt x="1705326" y="1713195"/>
                  </a:lnTo>
                  <a:lnTo>
                    <a:pt x="1705327" y="1713206"/>
                  </a:lnTo>
                  <a:lnTo>
                    <a:pt x="1705327" y="1713215"/>
                  </a:lnTo>
                  <a:lnTo>
                    <a:pt x="1705313" y="1713226"/>
                  </a:lnTo>
                  <a:lnTo>
                    <a:pt x="1705307" y="1713230"/>
                  </a:lnTo>
                  <a:lnTo>
                    <a:pt x="1705299" y="1713235"/>
                  </a:lnTo>
                  <a:lnTo>
                    <a:pt x="1705277" y="1713248"/>
                  </a:lnTo>
                  <a:lnTo>
                    <a:pt x="1705262" y="1713256"/>
                  </a:lnTo>
                  <a:lnTo>
                    <a:pt x="1705246" y="1713261"/>
                  </a:lnTo>
                  <a:lnTo>
                    <a:pt x="1705176" y="1713282"/>
                  </a:lnTo>
                  <a:lnTo>
                    <a:pt x="1705144" y="1713283"/>
                  </a:lnTo>
                  <a:lnTo>
                    <a:pt x="1705120" y="1713302"/>
                  </a:lnTo>
                  <a:lnTo>
                    <a:pt x="1705106" y="1713317"/>
                  </a:lnTo>
                  <a:lnTo>
                    <a:pt x="1705079" y="1713343"/>
                  </a:lnTo>
                  <a:lnTo>
                    <a:pt x="1705035" y="1713376"/>
                  </a:lnTo>
                  <a:lnTo>
                    <a:pt x="1705024" y="1713382"/>
                  </a:lnTo>
                  <a:lnTo>
                    <a:pt x="1705013" y="1713389"/>
                  </a:lnTo>
                  <a:lnTo>
                    <a:pt x="1705001" y="1713396"/>
                  </a:lnTo>
                  <a:lnTo>
                    <a:pt x="1704999" y="1713408"/>
                  </a:lnTo>
                  <a:lnTo>
                    <a:pt x="1705002" y="1713414"/>
                  </a:lnTo>
                  <a:lnTo>
                    <a:pt x="1705014" y="1713469"/>
                  </a:lnTo>
                  <a:lnTo>
                    <a:pt x="1705014" y="1713479"/>
                  </a:lnTo>
                  <a:lnTo>
                    <a:pt x="1705019" y="1713484"/>
                  </a:lnTo>
                  <a:lnTo>
                    <a:pt x="1705063" y="1713469"/>
                  </a:lnTo>
                  <a:lnTo>
                    <a:pt x="1705070" y="1713462"/>
                  </a:lnTo>
                  <a:lnTo>
                    <a:pt x="1705076" y="1713457"/>
                  </a:lnTo>
                  <a:lnTo>
                    <a:pt x="1705112" y="1713431"/>
                  </a:lnTo>
                  <a:lnTo>
                    <a:pt x="1705143" y="1713409"/>
                  </a:lnTo>
                  <a:lnTo>
                    <a:pt x="1705167" y="1713392"/>
                  </a:lnTo>
                  <a:lnTo>
                    <a:pt x="1705200" y="1713380"/>
                  </a:lnTo>
                  <a:lnTo>
                    <a:pt x="1705240" y="1713371"/>
                  </a:lnTo>
                  <a:lnTo>
                    <a:pt x="1705288" y="1713373"/>
                  </a:lnTo>
                  <a:lnTo>
                    <a:pt x="1705296" y="1713374"/>
                  </a:lnTo>
                  <a:lnTo>
                    <a:pt x="1705314" y="1713366"/>
                  </a:lnTo>
                  <a:lnTo>
                    <a:pt x="1705326" y="1713360"/>
                  </a:lnTo>
                  <a:lnTo>
                    <a:pt x="1705342" y="1713359"/>
                  </a:lnTo>
                  <a:lnTo>
                    <a:pt x="1705359" y="1713364"/>
                  </a:lnTo>
                  <a:lnTo>
                    <a:pt x="1705381" y="1713356"/>
                  </a:lnTo>
                  <a:lnTo>
                    <a:pt x="1705393" y="1713349"/>
                  </a:lnTo>
                  <a:lnTo>
                    <a:pt x="1705404" y="1713342"/>
                  </a:lnTo>
                  <a:lnTo>
                    <a:pt x="1705422" y="1713335"/>
                  </a:lnTo>
                  <a:lnTo>
                    <a:pt x="1705449" y="1713324"/>
                  </a:lnTo>
                  <a:lnTo>
                    <a:pt x="1705470" y="1713318"/>
                  </a:lnTo>
                  <a:lnTo>
                    <a:pt x="1705486" y="1713313"/>
                  </a:lnTo>
                  <a:lnTo>
                    <a:pt x="1705496" y="1713310"/>
                  </a:lnTo>
                  <a:lnTo>
                    <a:pt x="1705514" y="1713315"/>
                  </a:lnTo>
                  <a:lnTo>
                    <a:pt x="1705529" y="1713326"/>
                  </a:lnTo>
                  <a:lnTo>
                    <a:pt x="1705530" y="1713334"/>
                  </a:lnTo>
                  <a:lnTo>
                    <a:pt x="1705545" y="1713401"/>
                  </a:lnTo>
                  <a:lnTo>
                    <a:pt x="1705555" y="1713404"/>
                  </a:lnTo>
                  <a:lnTo>
                    <a:pt x="1705567" y="1713397"/>
                  </a:lnTo>
                  <a:lnTo>
                    <a:pt x="1705569" y="1713376"/>
                  </a:lnTo>
                  <a:lnTo>
                    <a:pt x="1705572" y="1713355"/>
                  </a:lnTo>
                  <a:lnTo>
                    <a:pt x="1705578" y="1713318"/>
                  </a:lnTo>
                  <a:lnTo>
                    <a:pt x="1705580" y="1713306"/>
                  </a:lnTo>
                  <a:lnTo>
                    <a:pt x="1705582" y="1713297"/>
                  </a:lnTo>
                  <a:lnTo>
                    <a:pt x="1705591" y="1713277"/>
                  </a:lnTo>
                  <a:lnTo>
                    <a:pt x="1705627" y="1713212"/>
                  </a:lnTo>
                  <a:lnTo>
                    <a:pt x="1705640" y="1713182"/>
                  </a:lnTo>
                  <a:lnTo>
                    <a:pt x="1705658" y="1713169"/>
                  </a:lnTo>
                  <a:lnTo>
                    <a:pt x="1705670" y="1713160"/>
                  </a:lnTo>
                  <a:lnTo>
                    <a:pt x="1705734" y="1713112"/>
                  </a:lnTo>
                  <a:lnTo>
                    <a:pt x="1705750" y="1713102"/>
                  </a:lnTo>
                  <a:lnTo>
                    <a:pt x="1705767" y="1713091"/>
                  </a:lnTo>
                  <a:lnTo>
                    <a:pt x="1705774" y="1713096"/>
                  </a:lnTo>
                  <a:lnTo>
                    <a:pt x="1705790" y="1713114"/>
                  </a:lnTo>
                  <a:lnTo>
                    <a:pt x="1705822" y="1713152"/>
                  </a:lnTo>
                  <a:lnTo>
                    <a:pt x="1705841" y="1713177"/>
                  </a:lnTo>
                  <a:lnTo>
                    <a:pt x="1705846" y="1713197"/>
                  </a:lnTo>
                  <a:lnTo>
                    <a:pt x="1705848" y="1713204"/>
                  </a:lnTo>
                  <a:lnTo>
                    <a:pt x="1705854" y="1713255"/>
                  </a:lnTo>
                  <a:lnTo>
                    <a:pt x="1705861" y="1713322"/>
                  </a:lnTo>
                  <a:lnTo>
                    <a:pt x="1705864" y="1713347"/>
                  </a:lnTo>
                  <a:lnTo>
                    <a:pt x="1705864" y="1713353"/>
                  </a:lnTo>
                  <a:lnTo>
                    <a:pt x="1705864" y="1713362"/>
                  </a:lnTo>
                  <a:lnTo>
                    <a:pt x="1705863" y="1713367"/>
                  </a:lnTo>
                  <a:lnTo>
                    <a:pt x="1705847" y="1713376"/>
                  </a:lnTo>
                  <a:lnTo>
                    <a:pt x="1705782" y="1713402"/>
                  </a:lnTo>
                  <a:lnTo>
                    <a:pt x="1705824" y="1713473"/>
                  </a:lnTo>
                  <a:lnTo>
                    <a:pt x="1705859" y="1713540"/>
                  </a:lnTo>
                  <a:lnTo>
                    <a:pt x="1705872" y="1713564"/>
                  </a:lnTo>
                  <a:lnTo>
                    <a:pt x="1705876" y="1713577"/>
                  </a:lnTo>
                  <a:lnTo>
                    <a:pt x="1705886" y="1713587"/>
                  </a:lnTo>
                  <a:lnTo>
                    <a:pt x="1705909" y="1713590"/>
                  </a:lnTo>
                  <a:lnTo>
                    <a:pt x="1705937" y="1713565"/>
                  </a:lnTo>
                  <a:lnTo>
                    <a:pt x="1705944" y="1713559"/>
                  </a:lnTo>
                  <a:lnTo>
                    <a:pt x="1705992" y="1713521"/>
                  </a:lnTo>
                  <a:lnTo>
                    <a:pt x="1706061" y="1713463"/>
                  </a:lnTo>
                  <a:lnTo>
                    <a:pt x="1706097" y="1713433"/>
                  </a:lnTo>
                  <a:lnTo>
                    <a:pt x="1706113" y="1713420"/>
                  </a:lnTo>
                  <a:lnTo>
                    <a:pt x="1706126" y="1713409"/>
                  </a:lnTo>
                  <a:lnTo>
                    <a:pt x="1706135" y="1713401"/>
                  </a:lnTo>
                  <a:lnTo>
                    <a:pt x="1706147" y="1713394"/>
                  </a:lnTo>
                  <a:lnTo>
                    <a:pt x="1706162" y="1713388"/>
                  </a:lnTo>
                  <a:lnTo>
                    <a:pt x="1706169" y="1713385"/>
                  </a:lnTo>
                  <a:lnTo>
                    <a:pt x="1706175" y="1713382"/>
                  </a:lnTo>
                  <a:lnTo>
                    <a:pt x="1706183" y="1713380"/>
                  </a:lnTo>
                  <a:lnTo>
                    <a:pt x="1706192" y="1713379"/>
                  </a:lnTo>
                  <a:lnTo>
                    <a:pt x="1706199" y="1713378"/>
                  </a:lnTo>
                  <a:lnTo>
                    <a:pt x="1706208" y="1713379"/>
                  </a:lnTo>
                  <a:lnTo>
                    <a:pt x="1706216" y="1713382"/>
                  </a:lnTo>
                  <a:lnTo>
                    <a:pt x="1706221" y="1713386"/>
                  </a:lnTo>
                  <a:lnTo>
                    <a:pt x="1706225" y="1713390"/>
                  </a:lnTo>
                  <a:lnTo>
                    <a:pt x="1706231" y="1713398"/>
                  </a:lnTo>
                  <a:lnTo>
                    <a:pt x="1706251" y="1713426"/>
                  </a:lnTo>
                  <a:lnTo>
                    <a:pt x="1706261" y="1713441"/>
                  </a:lnTo>
                  <a:lnTo>
                    <a:pt x="1706291" y="1713485"/>
                  </a:lnTo>
                  <a:lnTo>
                    <a:pt x="1706348" y="1713570"/>
                  </a:lnTo>
                  <a:lnTo>
                    <a:pt x="1706351" y="1713575"/>
                  </a:lnTo>
                  <a:lnTo>
                    <a:pt x="1706376" y="1713617"/>
                  </a:lnTo>
                  <a:lnTo>
                    <a:pt x="1706384" y="1713631"/>
                  </a:lnTo>
                  <a:lnTo>
                    <a:pt x="1706387" y="1713637"/>
                  </a:lnTo>
                  <a:lnTo>
                    <a:pt x="1706391" y="1713647"/>
                  </a:lnTo>
                  <a:lnTo>
                    <a:pt x="1706395" y="1713662"/>
                  </a:lnTo>
                  <a:lnTo>
                    <a:pt x="1706397" y="1713670"/>
                  </a:lnTo>
                  <a:lnTo>
                    <a:pt x="1706398" y="1713676"/>
                  </a:lnTo>
                  <a:lnTo>
                    <a:pt x="1706397" y="1713682"/>
                  </a:lnTo>
                  <a:lnTo>
                    <a:pt x="1706396" y="1713688"/>
                  </a:lnTo>
                  <a:lnTo>
                    <a:pt x="1706394" y="1713694"/>
                  </a:lnTo>
                  <a:lnTo>
                    <a:pt x="1706391" y="1713699"/>
                  </a:lnTo>
                  <a:lnTo>
                    <a:pt x="1706385" y="1713703"/>
                  </a:lnTo>
                  <a:lnTo>
                    <a:pt x="1706380" y="1713706"/>
                  </a:lnTo>
                  <a:lnTo>
                    <a:pt x="1706373" y="1713709"/>
                  </a:lnTo>
                  <a:lnTo>
                    <a:pt x="1706366" y="1713712"/>
                  </a:lnTo>
                  <a:lnTo>
                    <a:pt x="1706360" y="1713715"/>
                  </a:lnTo>
                  <a:lnTo>
                    <a:pt x="1706343" y="1713722"/>
                  </a:lnTo>
                  <a:lnTo>
                    <a:pt x="1706331" y="1713728"/>
                  </a:lnTo>
                  <a:lnTo>
                    <a:pt x="1706322" y="1713732"/>
                  </a:lnTo>
                  <a:lnTo>
                    <a:pt x="1706275" y="1713751"/>
                  </a:lnTo>
                  <a:lnTo>
                    <a:pt x="1706267" y="1713754"/>
                  </a:lnTo>
                  <a:lnTo>
                    <a:pt x="1706247" y="1713763"/>
                  </a:lnTo>
                  <a:lnTo>
                    <a:pt x="1706201" y="1713782"/>
                  </a:lnTo>
                  <a:lnTo>
                    <a:pt x="1706170" y="1713795"/>
                  </a:lnTo>
                  <a:lnTo>
                    <a:pt x="1706105" y="1713823"/>
                  </a:lnTo>
                  <a:lnTo>
                    <a:pt x="1706100" y="1713826"/>
                  </a:lnTo>
                  <a:lnTo>
                    <a:pt x="1706105" y="1713881"/>
                  </a:lnTo>
                  <a:lnTo>
                    <a:pt x="1706115" y="1713921"/>
                  </a:lnTo>
                  <a:lnTo>
                    <a:pt x="1706123" y="1713956"/>
                  </a:lnTo>
                  <a:lnTo>
                    <a:pt x="1706137" y="1713996"/>
                  </a:lnTo>
                  <a:lnTo>
                    <a:pt x="1706171" y="1713999"/>
                  </a:lnTo>
                  <a:lnTo>
                    <a:pt x="1706213" y="1714007"/>
                  </a:lnTo>
                  <a:lnTo>
                    <a:pt x="1706230" y="1714010"/>
                  </a:lnTo>
                  <a:lnTo>
                    <a:pt x="1706246" y="1714008"/>
                  </a:lnTo>
                  <a:lnTo>
                    <a:pt x="1706276" y="1714004"/>
                  </a:lnTo>
                  <a:lnTo>
                    <a:pt x="1706292" y="1714003"/>
                  </a:lnTo>
                  <a:lnTo>
                    <a:pt x="1706299" y="1714016"/>
                  </a:lnTo>
                  <a:lnTo>
                    <a:pt x="1706288" y="1714040"/>
                  </a:lnTo>
                  <a:lnTo>
                    <a:pt x="1706283" y="1714051"/>
                  </a:lnTo>
                  <a:lnTo>
                    <a:pt x="1706274" y="1714071"/>
                  </a:lnTo>
                  <a:lnTo>
                    <a:pt x="1706269" y="1714086"/>
                  </a:lnTo>
                  <a:lnTo>
                    <a:pt x="1706262" y="1714107"/>
                  </a:lnTo>
                  <a:lnTo>
                    <a:pt x="1706257" y="1714123"/>
                  </a:lnTo>
                  <a:lnTo>
                    <a:pt x="1706232" y="1714201"/>
                  </a:lnTo>
                  <a:lnTo>
                    <a:pt x="1706217" y="1714223"/>
                  </a:lnTo>
                  <a:lnTo>
                    <a:pt x="1706171" y="1714225"/>
                  </a:lnTo>
                  <a:lnTo>
                    <a:pt x="1706143" y="1714225"/>
                  </a:lnTo>
                  <a:lnTo>
                    <a:pt x="1706129" y="1714257"/>
                  </a:lnTo>
                  <a:lnTo>
                    <a:pt x="1706111" y="1714299"/>
                  </a:lnTo>
                  <a:lnTo>
                    <a:pt x="1706075" y="1714413"/>
                  </a:lnTo>
                  <a:lnTo>
                    <a:pt x="1706061" y="1714461"/>
                  </a:lnTo>
                  <a:lnTo>
                    <a:pt x="1706074" y="1714477"/>
                  </a:lnTo>
                  <a:lnTo>
                    <a:pt x="1706078" y="1714481"/>
                  </a:lnTo>
                  <a:lnTo>
                    <a:pt x="1706175" y="1714437"/>
                  </a:lnTo>
                  <a:lnTo>
                    <a:pt x="1706202" y="1714425"/>
                  </a:lnTo>
                  <a:lnTo>
                    <a:pt x="1706237" y="1714413"/>
                  </a:lnTo>
                  <a:lnTo>
                    <a:pt x="1706269" y="1714404"/>
                  </a:lnTo>
                  <a:lnTo>
                    <a:pt x="1706289" y="1714399"/>
                  </a:lnTo>
                  <a:lnTo>
                    <a:pt x="1706301" y="1714399"/>
                  </a:lnTo>
                  <a:lnTo>
                    <a:pt x="1706309" y="1714400"/>
                  </a:lnTo>
                  <a:lnTo>
                    <a:pt x="1706318" y="1714402"/>
                  </a:lnTo>
                  <a:lnTo>
                    <a:pt x="1706329" y="1714407"/>
                  </a:lnTo>
                  <a:lnTo>
                    <a:pt x="1706338" y="1714416"/>
                  </a:lnTo>
                  <a:lnTo>
                    <a:pt x="1706346" y="1714430"/>
                  </a:lnTo>
                  <a:lnTo>
                    <a:pt x="1706355" y="1714445"/>
                  </a:lnTo>
                  <a:lnTo>
                    <a:pt x="1706412" y="1714696"/>
                  </a:lnTo>
                  <a:lnTo>
                    <a:pt x="1706420" y="1714724"/>
                  </a:lnTo>
                  <a:lnTo>
                    <a:pt x="1706431" y="1714781"/>
                  </a:lnTo>
                  <a:lnTo>
                    <a:pt x="1706433" y="1714791"/>
                  </a:lnTo>
                  <a:lnTo>
                    <a:pt x="1706473" y="1714990"/>
                  </a:lnTo>
                  <a:lnTo>
                    <a:pt x="1706481" y="1715035"/>
                  </a:lnTo>
                  <a:lnTo>
                    <a:pt x="1706485" y="1715055"/>
                  </a:lnTo>
                  <a:lnTo>
                    <a:pt x="1706487" y="1715065"/>
                  </a:lnTo>
                  <a:lnTo>
                    <a:pt x="1706488" y="1715075"/>
                  </a:lnTo>
                  <a:lnTo>
                    <a:pt x="1706488" y="1715081"/>
                  </a:lnTo>
                  <a:lnTo>
                    <a:pt x="1706488" y="1715100"/>
                  </a:lnTo>
                  <a:lnTo>
                    <a:pt x="1706487" y="1715115"/>
                  </a:lnTo>
                  <a:lnTo>
                    <a:pt x="1706486" y="1715124"/>
                  </a:lnTo>
                  <a:lnTo>
                    <a:pt x="1706484" y="1715133"/>
                  </a:lnTo>
                  <a:lnTo>
                    <a:pt x="1706479" y="1715152"/>
                  </a:lnTo>
                  <a:lnTo>
                    <a:pt x="1706476" y="1715160"/>
                  </a:lnTo>
                  <a:lnTo>
                    <a:pt x="1706473" y="1715166"/>
                  </a:lnTo>
                  <a:lnTo>
                    <a:pt x="1706465" y="1715178"/>
                  </a:lnTo>
                  <a:lnTo>
                    <a:pt x="1706461" y="1715183"/>
                  </a:lnTo>
                  <a:lnTo>
                    <a:pt x="1706442" y="1715184"/>
                  </a:lnTo>
                  <a:lnTo>
                    <a:pt x="1706418" y="1715185"/>
                  </a:lnTo>
                  <a:lnTo>
                    <a:pt x="1706402" y="1715186"/>
                  </a:lnTo>
                  <a:lnTo>
                    <a:pt x="1706305" y="1715188"/>
                  </a:lnTo>
                  <a:lnTo>
                    <a:pt x="1706235" y="1715190"/>
                  </a:lnTo>
                  <a:lnTo>
                    <a:pt x="1706189" y="1715191"/>
                  </a:lnTo>
                  <a:lnTo>
                    <a:pt x="1706143" y="1715192"/>
                  </a:lnTo>
                  <a:lnTo>
                    <a:pt x="1706053" y="1715194"/>
                  </a:lnTo>
                  <a:lnTo>
                    <a:pt x="1705939" y="1715197"/>
                  </a:lnTo>
                  <a:lnTo>
                    <a:pt x="1705928" y="1715197"/>
                  </a:lnTo>
                  <a:lnTo>
                    <a:pt x="1705913" y="1715199"/>
                  </a:lnTo>
                  <a:lnTo>
                    <a:pt x="1705908" y="1715200"/>
                  </a:lnTo>
                  <a:lnTo>
                    <a:pt x="1705893" y="1715205"/>
                  </a:lnTo>
                  <a:lnTo>
                    <a:pt x="1705808" y="1715235"/>
                  </a:lnTo>
                  <a:lnTo>
                    <a:pt x="1705748" y="1715254"/>
                  </a:lnTo>
                  <a:lnTo>
                    <a:pt x="1705692" y="1715255"/>
                  </a:lnTo>
                  <a:lnTo>
                    <a:pt x="1705668" y="1715256"/>
                  </a:lnTo>
                  <a:lnTo>
                    <a:pt x="1705476" y="1715266"/>
                  </a:lnTo>
                  <a:lnTo>
                    <a:pt x="1705200" y="1715284"/>
                  </a:lnTo>
                  <a:lnTo>
                    <a:pt x="1705166" y="1715285"/>
                  </a:lnTo>
                  <a:lnTo>
                    <a:pt x="1705159" y="1715285"/>
                  </a:lnTo>
                  <a:lnTo>
                    <a:pt x="1705143" y="1715284"/>
                  </a:lnTo>
                  <a:lnTo>
                    <a:pt x="1705135" y="1715282"/>
                  </a:lnTo>
                  <a:lnTo>
                    <a:pt x="1705123" y="1715277"/>
                  </a:lnTo>
                  <a:lnTo>
                    <a:pt x="1705107" y="1715272"/>
                  </a:lnTo>
                  <a:lnTo>
                    <a:pt x="1705092" y="1715265"/>
                  </a:lnTo>
                  <a:lnTo>
                    <a:pt x="1705082" y="1715260"/>
                  </a:lnTo>
                  <a:lnTo>
                    <a:pt x="1705049" y="1715238"/>
                  </a:lnTo>
                  <a:lnTo>
                    <a:pt x="1705033" y="1715227"/>
                  </a:lnTo>
                  <a:lnTo>
                    <a:pt x="1704924" y="1715155"/>
                  </a:lnTo>
                  <a:lnTo>
                    <a:pt x="1704897" y="1715142"/>
                  </a:lnTo>
                  <a:lnTo>
                    <a:pt x="1704794" y="1715095"/>
                  </a:lnTo>
                  <a:lnTo>
                    <a:pt x="1704750" y="1715074"/>
                  </a:lnTo>
                  <a:lnTo>
                    <a:pt x="1704747" y="1715055"/>
                  </a:lnTo>
                  <a:lnTo>
                    <a:pt x="1704744" y="1715041"/>
                  </a:lnTo>
                  <a:lnTo>
                    <a:pt x="1704658" y="1714967"/>
                  </a:lnTo>
                  <a:lnTo>
                    <a:pt x="1704578" y="1714908"/>
                  </a:lnTo>
                  <a:lnTo>
                    <a:pt x="1704573" y="1714904"/>
                  </a:lnTo>
                  <a:lnTo>
                    <a:pt x="1704525" y="1714870"/>
                  </a:lnTo>
                  <a:lnTo>
                    <a:pt x="1704503" y="1714854"/>
                  </a:lnTo>
                  <a:lnTo>
                    <a:pt x="1704483" y="1714839"/>
                  </a:lnTo>
                  <a:lnTo>
                    <a:pt x="1704471" y="1714830"/>
                  </a:lnTo>
                  <a:lnTo>
                    <a:pt x="1704455" y="1714837"/>
                  </a:lnTo>
                  <a:lnTo>
                    <a:pt x="1704445" y="1714844"/>
                  </a:lnTo>
                  <a:lnTo>
                    <a:pt x="1704441" y="1714855"/>
                  </a:lnTo>
                  <a:lnTo>
                    <a:pt x="1704416" y="1714863"/>
                  </a:lnTo>
                  <a:lnTo>
                    <a:pt x="1704410" y="1714865"/>
                  </a:lnTo>
                  <a:lnTo>
                    <a:pt x="1704389" y="1714871"/>
                  </a:lnTo>
                  <a:lnTo>
                    <a:pt x="1704374" y="1714876"/>
                  </a:lnTo>
                  <a:lnTo>
                    <a:pt x="1704366" y="1714878"/>
                  </a:lnTo>
                  <a:lnTo>
                    <a:pt x="1704358" y="1714879"/>
                  </a:lnTo>
                  <a:lnTo>
                    <a:pt x="1704350" y="1714879"/>
                  </a:lnTo>
                  <a:lnTo>
                    <a:pt x="1704341" y="1714880"/>
                  </a:lnTo>
                  <a:lnTo>
                    <a:pt x="1704336" y="1714881"/>
                  </a:lnTo>
                  <a:lnTo>
                    <a:pt x="1704322" y="1714882"/>
                  </a:lnTo>
                  <a:lnTo>
                    <a:pt x="1704274" y="1714884"/>
                  </a:lnTo>
                  <a:lnTo>
                    <a:pt x="1704185" y="1714888"/>
                  </a:lnTo>
                  <a:lnTo>
                    <a:pt x="1704110" y="1714896"/>
                  </a:lnTo>
                  <a:lnTo>
                    <a:pt x="1704104" y="1714897"/>
                  </a:lnTo>
                  <a:lnTo>
                    <a:pt x="1704040" y="1714908"/>
                  </a:lnTo>
                  <a:lnTo>
                    <a:pt x="1704029" y="1714927"/>
                  </a:lnTo>
                  <a:lnTo>
                    <a:pt x="1704024" y="1714951"/>
                  </a:lnTo>
                  <a:lnTo>
                    <a:pt x="1704022" y="1714958"/>
                  </a:lnTo>
                  <a:lnTo>
                    <a:pt x="1704021" y="1714966"/>
                  </a:lnTo>
                  <a:lnTo>
                    <a:pt x="1704023" y="1714972"/>
                  </a:lnTo>
                  <a:lnTo>
                    <a:pt x="1704027" y="1714984"/>
                  </a:lnTo>
                  <a:lnTo>
                    <a:pt x="1704031" y="1715003"/>
                  </a:lnTo>
                  <a:lnTo>
                    <a:pt x="1704040" y="1715016"/>
                  </a:lnTo>
                  <a:lnTo>
                    <a:pt x="1704104" y="1715017"/>
                  </a:lnTo>
                  <a:lnTo>
                    <a:pt x="1704135" y="1715024"/>
                  </a:lnTo>
                  <a:lnTo>
                    <a:pt x="1704167" y="1715030"/>
                  </a:lnTo>
                  <a:lnTo>
                    <a:pt x="1704229" y="1715036"/>
                  </a:lnTo>
                  <a:lnTo>
                    <a:pt x="1704246" y="1715050"/>
                  </a:lnTo>
                  <a:lnTo>
                    <a:pt x="1704274" y="1715052"/>
                  </a:lnTo>
                  <a:lnTo>
                    <a:pt x="1704311" y="1715050"/>
                  </a:lnTo>
                  <a:lnTo>
                    <a:pt x="1704325" y="1715055"/>
                  </a:lnTo>
                  <a:lnTo>
                    <a:pt x="1704336" y="1715065"/>
                  </a:lnTo>
                  <a:lnTo>
                    <a:pt x="1704353" y="1715084"/>
                  </a:lnTo>
                  <a:lnTo>
                    <a:pt x="1704361" y="1715099"/>
                  </a:lnTo>
                  <a:lnTo>
                    <a:pt x="1704374" y="1715127"/>
                  </a:lnTo>
                  <a:lnTo>
                    <a:pt x="1704386" y="1715144"/>
                  </a:lnTo>
                  <a:lnTo>
                    <a:pt x="1704429" y="1715206"/>
                  </a:lnTo>
                  <a:lnTo>
                    <a:pt x="1704443" y="1715230"/>
                  </a:lnTo>
                  <a:lnTo>
                    <a:pt x="1704489" y="1715252"/>
                  </a:lnTo>
                  <a:lnTo>
                    <a:pt x="1704494" y="1715254"/>
                  </a:lnTo>
                  <a:lnTo>
                    <a:pt x="1704526" y="1715270"/>
                  </a:lnTo>
                  <a:lnTo>
                    <a:pt x="1704653" y="1715332"/>
                  </a:lnTo>
                  <a:lnTo>
                    <a:pt x="1704746" y="1715372"/>
                  </a:lnTo>
                  <a:lnTo>
                    <a:pt x="1704815" y="1715402"/>
                  </a:lnTo>
                  <a:lnTo>
                    <a:pt x="1704944" y="1715457"/>
                  </a:lnTo>
                  <a:lnTo>
                    <a:pt x="1704950" y="1715458"/>
                  </a:lnTo>
                  <a:lnTo>
                    <a:pt x="1705007" y="1715470"/>
                  </a:lnTo>
                  <a:lnTo>
                    <a:pt x="1705043" y="1715474"/>
                  </a:lnTo>
                  <a:lnTo>
                    <a:pt x="1705107" y="1715489"/>
                  </a:lnTo>
                  <a:lnTo>
                    <a:pt x="1705126" y="1715492"/>
                  </a:lnTo>
                  <a:lnTo>
                    <a:pt x="1705154" y="1715495"/>
                  </a:lnTo>
                  <a:lnTo>
                    <a:pt x="1705175" y="1715498"/>
                  </a:lnTo>
                  <a:lnTo>
                    <a:pt x="1705188" y="1715500"/>
                  </a:lnTo>
                  <a:lnTo>
                    <a:pt x="1705376" y="1715492"/>
                  </a:lnTo>
                  <a:lnTo>
                    <a:pt x="1705505" y="1715486"/>
                  </a:lnTo>
                  <a:lnTo>
                    <a:pt x="1705589" y="1715505"/>
                  </a:lnTo>
                  <a:lnTo>
                    <a:pt x="1705707" y="1715532"/>
                  </a:lnTo>
                  <a:lnTo>
                    <a:pt x="1705990" y="1715595"/>
                  </a:lnTo>
                  <a:lnTo>
                    <a:pt x="1706122" y="1715667"/>
                  </a:lnTo>
                  <a:lnTo>
                    <a:pt x="1706329" y="1715779"/>
                  </a:lnTo>
                  <a:lnTo>
                    <a:pt x="1706507" y="1715978"/>
                  </a:lnTo>
                  <a:lnTo>
                    <a:pt x="1706580" y="1716100"/>
                  </a:lnTo>
                  <a:lnTo>
                    <a:pt x="1706645" y="1716210"/>
                  </a:lnTo>
                  <a:lnTo>
                    <a:pt x="1706715" y="1716378"/>
                  </a:lnTo>
                  <a:lnTo>
                    <a:pt x="1706755" y="1716472"/>
                  </a:lnTo>
                  <a:lnTo>
                    <a:pt x="1706759" y="1716483"/>
                  </a:lnTo>
                  <a:lnTo>
                    <a:pt x="1706760" y="1716503"/>
                  </a:lnTo>
                  <a:lnTo>
                    <a:pt x="1706736" y="1716522"/>
                  </a:lnTo>
                  <a:lnTo>
                    <a:pt x="1706710" y="1716541"/>
                  </a:lnTo>
                  <a:lnTo>
                    <a:pt x="1706714" y="1716578"/>
                  </a:lnTo>
                  <a:lnTo>
                    <a:pt x="1706737" y="1716630"/>
                  </a:lnTo>
                  <a:lnTo>
                    <a:pt x="1706752" y="1716646"/>
                  </a:lnTo>
                  <a:lnTo>
                    <a:pt x="1706762" y="1716656"/>
                  </a:lnTo>
                  <a:lnTo>
                    <a:pt x="1706769" y="1716652"/>
                  </a:lnTo>
                  <a:lnTo>
                    <a:pt x="1706790" y="1716638"/>
                  </a:lnTo>
                  <a:lnTo>
                    <a:pt x="1706805" y="1716636"/>
                  </a:lnTo>
                  <a:lnTo>
                    <a:pt x="1706843" y="1716631"/>
                  </a:lnTo>
                  <a:lnTo>
                    <a:pt x="1706863" y="1716637"/>
                  </a:lnTo>
                  <a:lnTo>
                    <a:pt x="1706886" y="1716683"/>
                  </a:lnTo>
                  <a:lnTo>
                    <a:pt x="1706926" y="1716734"/>
                  </a:lnTo>
                  <a:lnTo>
                    <a:pt x="1706935" y="1716745"/>
                  </a:lnTo>
                  <a:lnTo>
                    <a:pt x="1706970" y="1716788"/>
                  </a:lnTo>
                  <a:lnTo>
                    <a:pt x="1706994" y="1716810"/>
                  </a:lnTo>
                  <a:lnTo>
                    <a:pt x="1707051" y="1716861"/>
                  </a:lnTo>
                  <a:lnTo>
                    <a:pt x="1707063" y="1716875"/>
                  </a:lnTo>
                  <a:lnTo>
                    <a:pt x="1707116" y="1716935"/>
                  </a:lnTo>
                  <a:lnTo>
                    <a:pt x="1707181" y="1717008"/>
                  </a:lnTo>
                  <a:lnTo>
                    <a:pt x="1707212" y="1717043"/>
                  </a:lnTo>
                  <a:lnTo>
                    <a:pt x="1707226" y="1717058"/>
                  </a:lnTo>
                  <a:lnTo>
                    <a:pt x="1707244" y="1717078"/>
                  </a:lnTo>
                  <a:lnTo>
                    <a:pt x="1707289" y="1717129"/>
                  </a:lnTo>
                  <a:lnTo>
                    <a:pt x="1707454" y="1717287"/>
                  </a:lnTo>
                  <a:lnTo>
                    <a:pt x="1707474" y="1717305"/>
                  </a:lnTo>
                  <a:lnTo>
                    <a:pt x="1707530" y="1717355"/>
                  </a:lnTo>
                  <a:lnTo>
                    <a:pt x="1707553" y="1717375"/>
                  </a:lnTo>
                  <a:lnTo>
                    <a:pt x="1707565" y="1717378"/>
                  </a:lnTo>
                  <a:lnTo>
                    <a:pt x="1707614" y="1717391"/>
                  </a:lnTo>
                  <a:lnTo>
                    <a:pt x="1707641" y="1717398"/>
                  </a:lnTo>
                  <a:lnTo>
                    <a:pt x="1707695" y="1717422"/>
                  </a:lnTo>
                  <a:lnTo>
                    <a:pt x="1707722" y="1717444"/>
                  </a:lnTo>
                  <a:lnTo>
                    <a:pt x="1707745" y="1717462"/>
                  </a:lnTo>
                  <a:lnTo>
                    <a:pt x="1707820" y="1717460"/>
                  </a:lnTo>
                  <a:lnTo>
                    <a:pt x="1707859" y="1717427"/>
                  </a:lnTo>
                  <a:lnTo>
                    <a:pt x="1707866" y="1717407"/>
                  </a:lnTo>
                  <a:lnTo>
                    <a:pt x="1707891" y="1717397"/>
                  </a:lnTo>
                  <a:lnTo>
                    <a:pt x="1707908" y="1717407"/>
                  </a:lnTo>
                  <a:lnTo>
                    <a:pt x="1707938" y="1717423"/>
                  </a:lnTo>
                  <a:lnTo>
                    <a:pt x="1707961" y="1717457"/>
                  </a:lnTo>
                  <a:lnTo>
                    <a:pt x="1707979" y="1717514"/>
                  </a:lnTo>
                  <a:lnTo>
                    <a:pt x="1707984" y="1717590"/>
                  </a:lnTo>
                  <a:lnTo>
                    <a:pt x="1707950" y="1717658"/>
                  </a:lnTo>
                  <a:lnTo>
                    <a:pt x="1707927" y="1717838"/>
                  </a:lnTo>
                  <a:lnTo>
                    <a:pt x="1707916" y="1717912"/>
                  </a:lnTo>
                  <a:lnTo>
                    <a:pt x="1707921" y="1717945"/>
                  </a:lnTo>
                  <a:lnTo>
                    <a:pt x="1707924" y="1717965"/>
                  </a:lnTo>
                  <a:lnTo>
                    <a:pt x="1707936" y="1717976"/>
                  </a:lnTo>
                  <a:lnTo>
                    <a:pt x="1707955" y="1717994"/>
                  </a:lnTo>
                  <a:lnTo>
                    <a:pt x="1708024" y="1718040"/>
                  </a:lnTo>
                  <a:lnTo>
                    <a:pt x="1708217" y="1717897"/>
                  </a:lnTo>
                  <a:lnTo>
                    <a:pt x="1708286" y="1718023"/>
                  </a:lnTo>
                  <a:lnTo>
                    <a:pt x="1708038" y="1718213"/>
                  </a:lnTo>
                  <a:lnTo>
                    <a:pt x="1708047" y="1718256"/>
                  </a:lnTo>
                  <a:lnTo>
                    <a:pt x="1708033" y="1718385"/>
                  </a:lnTo>
                  <a:lnTo>
                    <a:pt x="1708040" y="1718411"/>
                  </a:lnTo>
                  <a:lnTo>
                    <a:pt x="1708044" y="1718417"/>
                  </a:lnTo>
                  <a:lnTo>
                    <a:pt x="1708054" y="1718426"/>
                  </a:lnTo>
                  <a:lnTo>
                    <a:pt x="1708064" y="1718436"/>
                  </a:lnTo>
                  <a:lnTo>
                    <a:pt x="1708075" y="1718445"/>
                  </a:lnTo>
                  <a:lnTo>
                    <a:pt x="1708079" y="1718449"/>
                  </a:lnTo>
                  <a:lnTo>
                    <a:pt x="1708094" y="1718458"/>
                  </a:lnTo>
                  <a:lnTo>
                    <a:pt x="1708101" y="1718463"/>
                  </a:lnTo>
                  <a:lnTo>
                    <a:pt x="1708109" y="1718469"/>
                  </a:lnTo>
                  <a:lnTo>
                    <a:pt x="1708132" y="1718476"/>
                  </a:lnTo>
                  <a:lnTo>
                    <a:pt x="1708203" y="1718496"/>
                  </a:lnTo>
                  <a:lnTo>
                    <a:pt x="1708210" y="1718499"/>
                  </a:lnTo>
                  <a:lnTo>
                    <a:pt x="1708264" y="1718524"/>
                  </a:lnTo>
                  <a:lnTo>
                    <a:pt x="1708348" y="1718564"/>
                  </a:lnTo>
                  <a:lnTo>
                    <a:pt x="1708421" y="1718637"/>
                  </a:lnTo>
                  <a:lnTo>
                    <a:pt x="1708444" y="1718680"/>
                  </a:lnTo>
                  <a:lnTo>
                    <a:pt x="1708477" y="1718680"/>
                  </a:lnTo>
                  <a:lnTo>
                    <a:pt x="1708560" y="1718731"/>
                  </a:lnTo>
                  <a:lnTo>
                    <a:pt x="1708619" y="1718817"/>
                  </a:lnTo>
                  <a:lnTo>
                    <a:pt x="1708673" y="1718895"/>
                  </a:lnTo>
                  <a:lnTo>
                    <a:pt x="1708687" y="1718922"/>
                  </a:lnTo>
                  <a:lnTo>
                    <a:pt x="1708706" y="1718960"/>
                  </a:lnTo>
                  <a:lnTo>
                    <a:pt x="1708831" y="1719267"/>
                  </a:lnTo>
                  <a:lnTo>
                    <a:pt x="1708752" y="1719309"/>
                  </a:lnTo>
                  <a:lnTo>
                    <a:pt x="1708787" y="1719729"/>
                  </a:lnTo>
                  <a:lnTo>
                    <a:pt x="1708559" y="1719784"/>
                  </a:lnTo>
                  <a:lnTo>
                    <a:pt x="1708410" y="1719465"/>
                  </a:lnTo>
                  <a:lnTo>
                    <a:pt x="1708379" y="1719435"/>
                  </a:lnTo>
                  <a:lnTo>
                    <a:pt x="1708336" y="1719411"/>
                  </a:lnTo>
                  <a:lnTo>
                    <a:pt x="1708316" y="1719412"/>
                  </a:lnTo>
                  <a:lnTo>
                    <a:pt x="1708307" y="1719413"/>
                  </a:lnTo>
                  <a:lnTo>
                    <a:pt x="1708272" y="1719441"/>
                  </a:lnTo>
                  <a:lnTo>
                    <a:pt x="1708156" y="1719523"/>
                  </a:lnTo>
                  <a:lnTo>
                    <a:pt x="1708150" y="1719532"/>
                  </a:lnTo>
                  <a:lnTo>
                    <a:pt x="1708131" y="1719558"/>
                  </a:lnTo>
                  <a:lnTo>
                    <a:pt x="1708114" y="1719576"/>
                  </a:lnTo>
                  <a:lnTo>
                    <a:pt x="1708124" y="1719606"/>
                  </a:lnTo>
                  <a:lnTo>
                    <a:pt x="1708157" y="1719632"/>
                  </a:lnTo>
                  <a:lnTo>
                    <a:pt x="1708164" y="1719632"/>
                  </a:lnTo>
                  <a:lnTo>
                    <a:pt x="1708169" y="1719633"/>
                  </a:lnTo>
                  <a:lnTo>
                    <a:pt x="1708176" y="1719633"/>
                  </a:lnTo>
                  <a:lnTo>
                    <a:pt x="1708183" y="1719634"/>
                  </a:lnTo>
                  <a:lnTo>
                    <a:pt x="1708192" y="1719635"/>
                  </a:lnTo>
                  <a:lnTo>
                    <a:pt x="1708200" y="1719635"/>
                  </a:lnTo>
                  <a:lnTo>
                    <a:pt x="1708208" y="1719635"/>
                  </a:lnTo>
                  <a:lnTo>
                    <a:pt x="1708213" y="1719636"/>
                  </a:lnTo>
                  <a:lnTo>
                    <a:pt x="1708218" y="1719636"/>
                  </a:lnTo>
                  <a:lnTo>
                    <a:pt x="1708232" y="1719639"/>
                  </a:lnTo>
                  <a:lnTo>
                    <a:pt x="1708241" y="1719642"/>
                  </a:lnTo>
                  <a:lnTo>
                    <a:pt x="1708249" y="1719646"/>
                  </a:lnTo>
                  <a:lnTo>
                    <a:pt x="1708256" y="1719651"/>
                  </a:lnTo>
                  <a:lnTo>
                    <a:pt x="1708263" y="1719655"/>
                  </a:lnTo>
                  <a:lnTo>
                    <a:pt x="1708271" y="1719661"/>
                  </a:lnTo>
                  <a:lnTo>
                    <a:pt x="1708277" y="1719666"/>
                  </a:lnTo>
                  <a:lnTo>
                    <a:pt x="1708283" y="1719673"/>
                  </a:lnTo>
                  <a:lnTo>
                    <a:pt x="1708289" y="1719678"/>
                  </a:lnTo>
                  <a:lnTo>
                    <a:pt x="1708299" y="1719686"/>
                  </a:lnTo>
                  <a:lnTo>
                    <a:pt x="1708303" y="1719691"/>
                  </a:lnTo>
                  <a:lnTo>
                    <a:pt x="1708309" y="1719698"/>
                  </a:lnTo>
                  <a:lnTo>
                    <a:pt x="1708314" y="1719702"/>
                  </a:lnTo>
                  <a:lnTo>
                    <a:pt x="1708318" y="1719706"/>
                  </a:lnTo>
                  <a:lnTo>
                    <a:pt x="1708323" y="1719710"/>
                  </a:lnTo>
                  <a:lnTo>
                    <a:pt x="1708329" y="1719716"/>
                  </a:lnTo>
                  <a:lnTo>
                    <a:pt x="1708343" y="1719728"/>
                  </a:lnTo>
                  <a:lnTo>
                    <a:pt x="1708351" y="1719735"/>
                  </a:lnTo>
                  <a:lnTo>
                    <a:pt x="1708370" y="1719759"/>
                  </a:lnTo>
                  <a:lnTo>
                    <a:pt x="1708374" y="1719763"/>
                  </a:lnTo>
                  <a:lnTo>
                    <a:pt x="1708380" y="1719769"/>
                  </a:lnTo>
                  <a:lnTo>
                    <a:pt x="1708386" y="1719777"/>
                  </a:lnTo>
                  <a:lnTo>
                    <a:pt x="1708391" y="1719784"/>
                  </a:lnTo>
                  <a:lnTo>
                    <a:pt x="1708399" y="1719794"/>
                  </a:lnTo>
                  <a:lnTo>
                    <a:pt x="1708406" y="1719801"/>
                  </a:lnTo>
                  <a:lnTo>
                    <a:pt x="1708412" y="1719810"/>
                  </a:lnTo>
                  <a:lnTo>
                    <a:pt x="1708415" y="1719818"/>
                  </a:lnTo>
                  <a:lnTo>
                    <a:pt x="1708419" y="1719823"/>
                  </a:lnTo>
                  <a:lnTo>
                    <a:pt x="1708424" y="1719830"/>
                  </a:lnTo>
                  <a:lnTo>
                    <a:pt x="1708429" y="1719838"/>
                  </a:lnTo>
                  <a:lnTo>
                    <a:pt x="1708436" y="1719846"/>
                  </a:lnTo>
                  <a:lnTo>
                    <a:pt x="1708443" y="1719856"/>
                  </a:lnTo>
                  <a:lnTo>
                    <a:pt x="1708479" y="1719911"/>
                  </a:lnTo>
                  <a:lnTo>
                    <a:pt x="1708485" y="1719924"/>
                  </a:lnTo>
                  <a:lnTo>
                    <a:pt x="1708518" y="1719989"/>
                  </a:lnTo>
                  <a:lnTo>
                    <a:pt x="1708520" y="1719999"/>
                  </a:lnTo>
                  <a:lnTo>
                    <a:pt x="1708535" y="1720053"/>
                  </a:lnTo>
                  <a:lnTo>
                    <a:pt x="1708540" y="1720125"/>
                  </a:lnTo>
                  <a:lnTo>
                    <a:pt x="1708539" y="1720136"/>
                  </a:lnTo>
                  <a:lnTo>
                    <a:pt x="1708537" y="1720143"/>
                  </a:lnTo>
                  <a:lnTo>
                    <a:pt x="1708531" y="1720161"/>
                  </a:lnTo>
                  <a:lnTo>
                    <a:pt x="1708525" y="1720179"/>
                  </a:lnTo>
                  <a:lnTo>
                    <a:pt x="1708520" y="1720191"/>
                  </a:lnTo>
                  <a:lnTo>
                    <a:pt x="1708512" y="1720215"/>
                  </a:lnTo>
                  <a:lnTo>
                    <a:pt x="1708507" y="1720230"/>
                  </a:lnTo>
                  <a:lnTo>
                    <a:pt x="1708453" y="1720384"/>
                  </a:lnTo>
                  <a:lnTo>
                    <a:pt x="1708448" y="1720396"/>
                  </a:lnTo>
                  <a:lnTo>
                    <a:pt x="1708445" y="1720403"/>
                  </a:lnTo>
                  <a:lnTo>
                    <a:pt x="1708440" y="1720413"/>
                  </a:lnTo>
                  <a:lnTo>
                    <a:pt x="1708436" y="1720424"/>
                  </a:lnTo>
                  <a:lnTo>
                    <a:pt x="1708431" y="1720435"/>
                  </a:lnTo>
                  <a:lnTo>
                    <a:pt x="1708426" y="1720445"/>
                  </a:lnTo>
                  <a:lnTo>
                    <a:pt x="1708422" y="1720457"/>
                  </a:lnTo>
                  <a:lnTo>
                    <a:pt x="1708418" y="1720468"/>
                  </a:lnTo>
                  <a:lnTo>
                    <a:pt x="1708414" y="1720477"/>
                  </a:lnTo>
                  <a:lnTo>
                    <a:pt x="1708404" y="1720494"/>
                  </a:lnTo>
                  <a:lnTo>
                    <a:pt x="1708395" y="1720512"/>
                  </a:lnTo>
                  <a:lnTo>
                    <a:pt x="1708389" y="1720522"/>
                  </a:lnTo>
                  <a:lnTo>
                    <a:pt x="1708386" y="1720528"/>
                  </a:lnTo>
                  <a:lnTo>
                    <a:pt x="1708381" y="1720532"/>
                  </a:lnTo>
                  <a:lnTo>
                    <a:pt x="1708377" y="1720535"/>
                  </a:lnTo>
                  <a:lnTo>
                    <a:pt x="1708371" y="1720538"/>
                  </a:lnTo>
                  <a:lnTo>
                    <a:pt x="1708365" y="1720542"/>
                  </a:lnTo>
                  <a:lnTo>
                    <a:pt x="1708360" y="1720545"/>
                  </a:lnTo>
                  <a:lnTo>
                    <a:pt x="1708355" y="1720548"/>
                  </a:lnTo>
                  <a:lnTo>
                    <a:pt x="1708349" y="1720551"/>
                  </a:lnTo>
                  <a:lnTo>
                    <a:pt x="1708343" y="1720553"/>
                  </a:lnTo>
                  <a:lnTo>
                    <a:pt x="1708336" y="1720557"/>
                  </a:lnTo>
                  <a:lnTo>
                    <a:pt x="1708327" y="1720559"/>
                  </a:lnTo>
                  <a:lnTo>
                    <a:pt x="1708322" y="1720562"/>
                  </a:lnTo>
                  <a:lnTo>
                    <a:pt x="1708312" y="1720565"/>
                  </a:lnTo>
                  <a:lnTo>
                    <a:pt x="1708302" y="1720568"/>
                  </a:lnTo>
                  <a:lnTo>
                    <a:pt x="1708293" y="1720571"/>
                  </a:lnTo>
                  <a:lnTo>
                    <a:pt x="1708286" y="1720571"/>
                  </a:lnTo>
                  <a:lnTo>
                    <a:pt x="1708274" y="1720571"/>
                  </a:lnTo>
                  <a:lnTo>
                    <a:pt x="1708263" y="1720570"/>
                  </a:lnTo>
                  <a:lnTo>
                    <a:pt x="1708253" y="1720569"/>
                  </a:lnTo>
                  <a:lnTo>
                    <a:pt x="1708242" y="1720568"/>
                  </a:lnTo>
                  <a:lnTo>
                    <a:pt x="1708219" y="1720567"/>
                  </a:lnTo>
                  <a:lnTo>
                    <a:pt x="1708207" y="1720566"/>
                  </a:lnTo>
                  <a:lnTo>
                    <a:pt x="1708172" y="1720564"/>
                  </a:lnTo>
                  <a:lnTo>
                    <a:pt x="1708160" y="1720562"/>
                  </a:lnTo>
                  <a:lnTo>
                    <a:pt x="1708148" y="1720562"/>
                  </a:lnTo>
                  <a:lnTo>
                    <a:pt x="1708137" y="1720560"/>
                  </a:lnTo>
                  <a:lnTo>
                    <a:pt x="1708126" y="1720559"/>
                  </a:lnTo>
                  <a:lnTo>
                    <a:pt x="1708116" y="1720559"/>
                  </a:lnTo>
                  <a:lnTo>
                    <a:pt x="1708105" y="1720557"/>
                  </a:lnTo>
                  <a:lnTo>
                    <a:pt x="1708093" y="1720556"/>
                  </a:lnTo>
                  <a:lnTo>
                    <a:pt x="1708081" y="1720555"/>
                  </a:lnTo>
                  <a:lnTo>
                    <a:pt x="1708060" y="1720553"/>
                  </a:lnTo>
                  <a:lnTo>
                    <a:pt x="1708050" y="1720553"/>
                  </a:lnTo>
                  <a:lnTo>
                    <a:pt x="1708026" y="1720551"/>
                  </a:lnTo>
                  <a:lnTo>
                    <a:pt x="1708014" y="1720549"/>
                  </a:lnTo>
                  <a:lnTo>
                    <a:pt x="1708002" y="1720548"/>
                  </a:lnTo>
                  <a:lnTo>
                    <a:pt x="1707979" y="1720545"/>
                  </a:lnTo>
                  <a:lnTo>
                    <a:pt x="1707834" y="1720532"/>
                  </a:lnTo>
                  <a:lnTo>
                    <a:pt x="1707804" y="1720529"/>
                  </a:lnTo>
                  <a:lnTo>
                    <a:pt x="1707798" y="1720530"/>
                  </a:lnTo>
                  <a:lnTo>
                    <a:pt x="1707787" y="1720546"/>
                  </a:lnTo>
                  <a:lnTo>
                    <a:pt x="1707769" y="1720575"/>
                  </a:lnTo>
                  <a:lnTo>
                    <a:pt x="1707770" y="1720614"/>
                  </a:lnTo>
                  <a:lnTo>
                    <a:pt x="1707771" y="1720739"/>
                  </a:lnTo>
                  <a:lnTo>
                    <a:pt x="1707777" y="1720813"/>
                  </a:lnTo>
                  <a:lnTo>
                    <a:pt x="1707770" y="1720859"/>
                  </a:lnTo>
                  <a:lnTo>
                    <a:pt x="1707754" y="1720888"/>
                  </a:lnTo>
                  <a:lnTo>
                    <a:pt x="1707745" y="1720898"/>
                  </a:lnTo>
                  <a:lnTo>
                    <a:pt x="1707718" y="1720918"/>
                  </a:lnTo>
                  <a:lnTo>
                    <a:pt x="1707708" y="1720941"/>
                  </a:lnTo>
                  <a:lnTo>
                    <a:pt x="1707705" y="1720969"/>
                  </a:lnTo>
                  <a:lnTo>
                    <a:pt x="1707708" y="1720995"/>
                  </a:lnTo>
                  <a:lnTo>
                    <a:pt x="1707728" y="1721091"/>
                  </a:lnTo>
                  <a:lnTo>
                    <a:pt x="1707735" y="1721122"/>
                  </a:lnTo>
                  <a:lnTo>
                    <a:pt x="1707675" y="1721261"/>
                  </a:lnTo>
                  <a:lnTo>
                    <a:pt x="1707640" y="1721391"/>
                  </a:lnTo>
                  <a:lnTo>
                    <a:pt x="1707670" y="1721446"/>
                  </a:lnTo>
                  <a:lnTo>
                    <a:pt x="1707728" y="1721555"/>
                  </a:lnTo>
                  <a:lnTo>
                    <a:pt x="1707725" y="1721600"/>
                  </a:lnTo>
                  <a:lnTo>
                    <a:pt x="1707717" y="1721749"/>
                  </a:lnTo>
                  <a:lnTo>
                    <a:pt x="1707617" y="1722080"/>
                  </a:lnTo>
                  <a:lnTo>
                    <a:pt x="1707612" y="1722087"/>
                  </a:lnTo>
                  <a:lnTo>
                    <a:pt x="1707503" y="1722230"/>
                  </a:lnTo>
                  <a:lnTo>
                    <a:pt x="1707483" y="1722251"/>
                  </a:lnTo>
                  <a:lnTo>
                    <a:pt x="1707471" y="1722265"/>
                  </a:lnTo>
                  <a:lnTo>
                    <a:pt x="1707423" y="1722329"/>
                  </a:lnTo>
                  <a:lnTo>
                    <a:pt x="1707406" y="1722355"/>
                  </a:lnTo>
                  <a:lnTo>
                    <a:pt x="1707371" y="1722407"/>
                  </a:lnTo>
                  <a:lnTo>
                    <a:pt x="1707359" y="1722425"/>
                  </a:lnTo>
                  <a:lnTo>
                    <a:pt x="1707276" y="1722521"/>
                  </a:lnTo>
                  <a:lnTo>
                    <a:pt x="1707197" y="1722627"/>
                  </a:lnTo>
                  <a:lnTo>
                    <a:pt x="1707151" y="1722712"/>
                  </a:lnTo>
                  <a:lnTo>
                    <a:pt x="1707099" y="1722773"/>
                  </a:lnTo>
                  <a:lnTo>
                    <a:pt x="1707034" y="1722851"/>
                  </a:lnTo>
                  <a:lnTo>
                    <a:pt x="1707027" y="1722862"/>
                  </a:lnTo>
                  <a:lnTo>
                    <a:pt x="1707011" y="1722884"/>
                  </a:lnTo>
                  <a:lnTo>
                    <a:pt x="1706962" y="1722953"/>
                  </a:lnTo>
                  <a:lnTo>
                    <a:pt x="1706950" y="1722969"/>
                  </a:lnTo>
                  <a:lnTo>
                    <a:pt x="1706904" y="1723068"/>
                  </a:lnTo>
                  <a:lnTo>
                    <a:pt x="1706821" y="1723147"/>
                  </a:lnTo>
                  <a:lnTo>
                    <a:pt x="1706793" y="1723179"/>
                  </a:lnTo>
                  <a:lnTo>
                    <a:pt x="1706779" y="1723192"/>
                  </a:lnTo>
                  <a:lnTo>
                    <a:pt x="1707225" y="1723402"/>
                  </a:lnTo>
                  <a:lnTo>
                    <a:pt x="1707340" y="1723455"/>
                  </a:lnTo>
                  <a:lnTo>
                    <a:pt x="1707109" y="1724043"/>
                  </a:lnTo>
                  <a:lnTo>
                    <a:pt x="1707194" y="1724414"/>
                  </a:lnTo>
                  <a:lnTo>
                    <a:pt x="1707252" y="1724438"/>
                  </a:lnTo>
                  <a:lnTo>
                    <a:pt x="1707133" y="1724745"/>
                  </a:lnTo>
                  <a:lnTo>
                    <a:pt x="1705812" y="1724114"/>
                  </a:lnTo>
                  <a:lnTo>
                    <a:pt x="1705651" y="1724051"/>
                  </a:lnTo>
                  <a:lnTo>
                    <a:pt x="1705553" y="1724078"/>
                  </a:lnTo>
                  <a:lnTo>
                    <a:pt x="1705386" y="1724155"/>
                  </a:lnTo>
                  <a:lnTo>
                    <a:pt x="1705380" y="1724158"/>
                  </a:lnTo>
                  <a:lnTo>
                    <a:pt x="1705088" y="1724355"/>
                  </a:lnTo>
                  <a:lnTo>
                    <a:pt x="1704988" y="1724427"/>
                  </a:lnTo>
                  <a:lnTo>
                    <a:pt x="1704816" y="1724542"/>
                  </a:lnTo>
                  <a:lnTo>
                    <a:pt x="1704590" y="1724688"/>
                  </a:lnTo>
                  <a:lnTo>
                    <a:pt x="1704269" y="1724885"/>
                  </a:lnTo>
                  <a:lnTo>
                    <a:pt x="1704257" y="1724891"/>
                  </a:lnTo>
                  <a:lnTo>
                    <a:pt x="1704122" y="1724956"/>
                  </a:lnTo>
                  <a:lnTo>
                    <a:pt x="1703683" y="1725163"/>
                  </a:lnTo>
                  <a:lnTo>
                    <a:pt x="1703677" y="1725166"/>
                  </a:lnTo>
                  <a:lnTo>
                    <a:pt x="1703659" y="1725173"/>
                  </a:lnTo>
                  <a:lnTo>
                    <a:pt x="1703547" y="1725216"/>
                  </a:lnTo>
                  <a:lnTo>
                    <a:pt x="1703535" y="1725220"/>
                  </a:lnTo>
                  <a:lnTo>
                    <a:pt x="1703495" y="1725233"/>
                  </a:lnTo>
                  <a:lnTo>
                    <a:pt x="1703487" y="1725236"/>
                  </a:lnTo>
                  <a:lnTo>
                    <a:pt x="1703347" y="1725262"/>
                  </a:lnTo>
                  <a:lnTo>
                    <a:pt x="1703334" y="1725264"/>
                  </a:lnTo>
                  <a:lnTo>
                    <a:pt x="1703206" y="1725282"/>
                  </a:lnTo>
                  <a:lnTo>
                    <a:pt x="1703200" y="1725281"/>
                  </a:lnTo>
                  <a:lnTo>
                    <a:pt x="1703187" y="1725276"/>
                  </a:lnTo>
                  <a:lnTo>
                    <a:pt x="1703160" y="1725261"/>
                  </a:lnTo>
                  <a:lnTo>
                    <a:pt x="1703065" y="1725209"/>
                  </a:lnTo>
                  <a:lnTo>
                    <a:pt x="1702750" y="1725091"/>
                  </a:lnTo>
                  <a:lnTo>
                    <a:pt x="1702716" y="1725152"/>
                  </a:lnTo>
                  <a:lnTo>
                    <a:pt x="1702581" y="1725476"/>
                  </a:lnTo>
                  <a:lnTo>
                    <a:pt x="1702438" y="1725715"/>
                  </a:lnTo>
                  <a:lnTo>
                    <a:pt x="1702407" y="1725732"/>
                  </a:lnTo>
                  <a:lnTo>
                    <a:pt x="1702238" y="1725825"/>
                  </a:lnTo>
                  <a:lnTo>
                    <a:pt x="1701877" y="1725877"/>
                  </a:lnTo>
                  <a:lnTo>
                    <a:pt x="1701569" y="1725891"/>
                  </a:lnTo>
                  <a:lnTo>
                    <a:pt x="1701309" y="1725964"/>
                  </a:lnTo>
                  <a:lnTo>
                    <a:pt x="1701288" y="1725970"/>
                  </a:lnTo>
                  <a:lnTo>
                    <a:pt x="1701064" y="1726011"/>
                  </a:lnTo>
                  <a:lnTo>
                    <a:pt x="1700729" y="1725981"/>
                  </a:lnTo>
                  <a:lnTo>
                    <a:pt x="1700655" y="1725972"/>
                  </a:lnTo>
                  <a:lnTo>
                    <a:pt x="1700480" y="1725893"/>
                  </a:lnTo>
                  <a:lnTo>
                    <a:pt x="1700282" y="1725833"/>
                  </a:lnTo>
                  <a:lnTo>
                    <a:pt x="1699978" y="1725751"/>
                  </a:lnTo>
                  <a:lnTo>
                    <a:pt x="1699909" y="1725734"/>
                  </a:lnTo>
                  <a:lnTo>
                    <a:pt x="1699695" y="1725691"/>
                  </a:lnTo>
                  <a:lnTo>
                    <a:pt x="1699563" y="1725658"/>
                  </a:lnTo>
                  <a:lnTo>
                    <a:pt x="1699459" y="1725697"/>
                  </a:lnTo>
                  <a:lnTo>
                    <a:pt x="1699385" y="1725733"/>
                  </a:lnTo>
                  <a:lnTo>
                    <a:pt x="1699342" y="1725755"/>
                  </a:lnTo>
                  <a:lnTo>
                    <a:pt x="1699251" y="1725801"/>
                  </a:lnTo>
                  <a:lnTo>
                    <a:pt x="1699021" y="1725816"/>
                  </a:lnTo>
                  <a:lnTo>
                    <a:pt x="1698266" y="1725938"/>
                  </a:lnTo>
                  <a:lnTo>
                    <a:pt x="1698184" y="1725950"/>
                  </a:lnTo>
                  <a:lnTo>
                    <a:pt x="1697985" y="1725966"/>
                  </a:lnTo>
                  <a:lnTo>
                    <a:pt x="1697858" y="1726013"/>
                  </a:lnTo>
                  <a:lnTo>
                    <a:pt x="1697851" y="1726015"/>
                  </a:lnTo>
                  <a:lnTo>
                    <a:pt x="1697502" y="1726103"/>
                  </a:lnTo>
                  <a:lnTo>
                    <a:pt x="1697452" y="1726115"/>
                  </a:lnTo>
                  <a:lnTo>
                    <a:pt x="1697395" y="1726128"/>
                  </a:lnTo>
                  <a:lnTo>
                    <a:pt x="1697091" y="1726185"/>
                  </a:lnTo>
                  <a:lnTo>
                    <a:pt x="1697059" y="1726190"/>
                  </a:lnTo>
                  <a:lnTo>
                    <a:pt x="1696913" y="1726188"/>
                  </a:lnTo>
                  <a:lnTo>
                    <a:pt x="1696861" y="1726178"/>
                  </a:lnTo>
                  <a:lnTo>
                    <a:pt x="1696849" y="1726174"/>
                  </a:lnTo>
                  <a:lnTo>
                    <a:pt x="1696772" y="1726123"/>
                  </a:lnTo>
                  <a:lnTo>
                    <a:pt x="1696720" y="1726089"/>
                  </a:lnTo>
                  <a:lnTo>
                    <a:pt x="1696696" y="1725997"/>
                  </a:lnTo>
                  <a:lnTo>
                    <a:pt x="1696699" y="1725964"/>
                  </a:lnTo>
                  <a:lnTo>
                    <a:pt x="1696761" y="1725916"/>
                  </a:lnTo>
                  <a:lnTo>
                    <a:pt x="1696795" y="1725889"/>
                  </a:lnTo>
                  <a:lnTo>
                    <a:pt x="1696957" y="1725776"/>
                  </a:lnTo>
                  <a:lnTo>
                    <a:pt x="1696962" y="1725769"/>
                  </a:lnTo>
                  <a:lnTo>
                    <a:pt x="1696964" y="1725764"/>
                  </a:lnTo>
                  <a:lnTo>
                    <a:pt x="1696969" y="1725747"/>
                  </a:lnTo>
                  <a:lnTo>
                    <a:pt x="1696998" y="1725361"/>
                  </a:lnTo>
                  <a:lnTo>
                    <a:pt x="1696989" y="1725338"/>
                  </a:lnTo>
                  <a:lnTo>
                    <a:pt x="1696858" y="1725157"/>
                  </a:lnTo>
                  <a:lnTo>
                    <a:pt x="1696692" y="1724725"/>
                  </a:lnTo>
                  <a:lnTo>
                    <a:pt x="1696611" y="1724605"/>
                  </a:lnTo>
                  <a:lnTo>
                    <a:pt x="1696560" y="1724628"/>
                  </a:lnTo>
                  <a:lnTo>
                    <a:pt x="1696545" y="1724635"/>
                  </a:lnTo>
                  <a:lnTo>
                    <a:pt x="1696515" y="1724648"/>
                  </a:lnTo>
                  <a:lnTo>
                    <a:pt x="1696510" y="1724695"/>
                  </a:lnTo>
                  <a:lnTo>
                    <a:pt x="1696513" y="1724703"/>
                  </a:lnTo>
                  <a:lnTo>
                    <a:pt x="1696530" y="1724763"/>
                  </a:lnTo>
                  <a:lnTo>
                    <a:pt x="1696630" y="1724943"/>
                  </a:lnTo>
                  <a:lnTo>
                    <a:pt x="1696667" y="1724935"/>
                  </a:lnTo>
                  <a:lnTo>
                    <a:pt x="1696684" y="1724954"/>
                  </a:lnTo>
                  <a:lnTo>
                    <a:pt x="1696708" y="1724986"/>
                  </a:lnTo>
                  <a:lnTo>
                    <a:pt x="1696714" y="1725034"/>
                  </a:lnTo>
                  <a:lnTo>
                    <a:pt x="1696707" y="1725082"/>
                  </a:lnTo>
                  <a:lnTo>
                    <a:pt x="1696602" y="1725369"/>
                  </a:lnTo>
                  <a:lnTo>
                    <a:pt x="1696598" y="1725380"/>
                  </a:lnTo>
                  <a:lnTo>
                    <a:pt x="1696506" y="1725566"/>
                  </a:lnTo>
                  <a:lnTo>
                    <a:pt x="1696460" y="1725662"/>
                  </a:lnTo>
                  <a:lnTo>
                    <a:pt x="1696348" y="1725825"/>
                  </a:lnTo>
                  <a:lnTo>
                    <a:pt x="1696292" y="1725887"/>
                  </a:lnTo>
                  <a:lnTo>
                    <a:pt x="1695943" y="1726156"/>
                  </a:lnTo>
                  <a:lnTo>
                    <a:pt x="1695793" y="1726265"/>
                  </a:lnTo>
                  <a:lnTo>
                    <a:pt x="1695598" y="1726407"/>
                  </a:lnTo>
                  <a:lnTo>
                    <a:pt x="1695399" y="1726562"/>
                  </a:lnTo>
                  <a:lnTo>
                    <a:pt x="1695342" y="1726596"/>
                  </a:lnTo>
                  <a:lnTo>
                    <a:pt x="1695224" y="1726665"/>
                  </a:lnTo>
                  <a:lnTo>
                    <a:pt x="1695203" y="1726677"/>
                  </a:lnTo>
                  <a:lnTo>
                    <a:pt x="1694575" y="1726920"/>
                  </a:lnTo>
                  <a:lnTo>
                    <a:pt x="1694361" y="1727003"/>
                  </a:lnTo>
                  <a:lnTo>
                    <a:pt x="1694125" y="1727094"/>
                  </a:lnTo>
                  <a:lnTo>
                    <a:pt x="1694119" y="1727095"/>
                  </a:lnTo>
                  <a:lnTo>
                    <a:pt x="1694067" y="1727104"/>
                  </a:lnTo>
                  <a:lnTo>
                    <a:pt x="1693875" y="1727136"/>
                  </a:lnTo>
                  <a:lnTo>
                    <a:pt x="1693429" y="1727210"/>
                  </a:lnTo>
                  <a:lnTo>
                    <a:pt x="1693004" y="1727279"/>
                  </a:lnTo>
                  <a:lnTo>
                    <a:pt x="1692990" y="1727276"/>
                  </a:lnTo>
                  <a:lnTo>
                    <a:pt x="1692924" y="1727256"/>
                  </a:lnTo>
                  <a:lnTo>
                    <a:pt x="1692831" y="1727202"/>
                  </a:lnTo>
                  <a:lnTo>
                    <a:pt x="1692621" y="1726945"/>
                  </a:lnTo>
                  <a:lnTo>
                    <a:pt x="1692613" y="1726929"/>
                  </a:lnTo>
                  <a:lnTo>
                    <a:pt x="1692587" y="1726872"/>
                  </a:lnTo>
                  <a:lnTo>
                    <a:pt x="1692425" y="1726520"/>
                  </a:lnTo>
                  <a:lnTo>
                    <a:pt x="1692277" y="1726358"/>
                  </a:lnTo>
                  <a:lnTo>
                    <a:pt x="1692284" y="1726314"/>
                  </a:lnTo>
                  <a:lnTo>
                    <a:pt x="1692294" y="1726271"/>
                  </a:lnTo>
                  <a:lnTo>
                    <a:pt x="1692354" y="1726013"/>
                  </a:lnTo>
                  <a:lnTo>
                    <a:pt x="1692425" y="1725744"/>
                  </a:lnTo>
                  <a:lnTo>
                    <a:pt x="1692460" y="1725609"/>
                  </a:lnTo>
                  <a:lnTo>
                    <a:pt x="1692494" y="1725553"/>
                  </a:lnTo>
                  <a:lnTo>
                    <a:pt x="1692545" y="1725469"/>
                  </a:lnTo>
                  <a:lnTo>
                    <a:pt x="1692598" y="1725390"/>
                  </a:lnTo>
                  <a:lnTo>
                    <a:pt x="1692630" y="1725312"/>
                  </a:lnTo>
                  <a:lnTo>
                    <a:pt x="1692633" y="1725304"/>
                  </a:lnTo>
                  <a:lnTo>
                    <a:pt x="1692617" y="1725111"/>
                  </a:lnTo>
                  <a:lnTo>
                    <a:pt x="1692635" y="1724914"/>
                  </a:lnTo>
                  <a:lnTo>
                    <a:pt x="1692656" y="1724680"/>
                  </a:lnTo>
                  <a:lnTo>
                    <a:pt x="1692619" y="1724643"/>
                  </a:lnTo>
                  <a:lnTo>
                    <a:pt x="1692611" y="1724637"/>
                  </a:lnTo>
                  <a:lnTo>
                    <a:pt x="1692605" y="1724632"/>
                  </a:lnTo>
                  <a:lnTo>
                    <a:pt x="1692524" y="1724572"/>
                  </a:lnTo>
                  <a:lnTo>
                    <a:pt x="1692471" y="1724594"/>
                  </a:lnTo>
                  <a:lnTo>
                    <a:pt x="1692431" y="1724703"/>
                  </a:lnTo>
                  <a:lnTo>
                    <a:pt x="1692416" y="1724826"/>
                  </a:lnTo>
                  <a:lnTo>
                    <a:pt x="1692395" y="1725001"/>
                  </a:lnTo>
                  <a:lnTo>
                    <a:pt x="1692352" y="1725328"/>
                  </a:lnTo>
                  <a:lnTo>
                    <a:pt x="1692347" y="1725367"/>
                  </a:lnTo>
                  <a:lnTo>
                    <a:pt x="1692171" y="1725730"/>
                  </a:lnTo>
                  <a:lnTo>
                    <a:pt x="1692162" y="1725749"/>
                  </a:lnTo>
                  <a:lnTo>
                    <a:pt x="1692155" y="1725750"/>
                  </a:lnTo>
                  <a:lnTo>
                    <a:pt x="1692121" y="1725753"/>
                  </a:lnTo>
                  <a:lnTo>
                    <a:pt x="1692028" y="1725752"/>
                  </a:lnTo>
                  <a:lnTo>
                    <a:pt x="1692021" y="1725750"/>
                  </a:lnTo>
                  <a:lnTo>
                    <a:pt x="1692005" y="1725748"/>
                  </a:lnTo>
                  <a:lnTo>
                    <a:pt x="1691953" y="1725726"/>
                  </a:lnTo>
                  <a:lnTo>
                    <a:pt x="1691914" y="1725709"/>
                  </a:lnTo>
                  <a:lnTo>
                    <a:pt x="1691838" y="1725608"/>
                  </a:lnTo>
                  <a:lnTo>
                    <a:pt x="1691834" y="1725601"/>
                  </a:lnTo>
                  <a:lnTo>
                    <a:pt x="1691819" y="1725602"/>
                  </a:lnTo>
                  <a:lnTo>
                    <a:pt x="1691813" y="1725610"/>
                  </a:lnTo>
                  <a:lnTo>
                    <a:pt x="1691803" y="1725630"/>
                  </a:lnTo>
                  <a:lnTo>
                    <a:pt x="1691793" y="1725674"/>
                  </a:lnTo>
                  <a:lnTo>
                    <a:pt x="1691785" y="1725717"/>
                  </a:lnTo>
                  <a:lnTo>
                    <a:pt x="1691790" y="1725766"/>
                  </a:lnTo>
                  <a:lnTo>
                    <a:pt x="1691846" y="1726002"/>
                  </a:lnTo>
                  <a:lnTo>
                    <a:pt x="1691910" y="1726014"/>
                  </a:lnTo>
                  <a:lnTo>
                    <a:pt x="1691933" y="1726019"/>
                  </a:lnTo>
                  <a:lnTo>
                    <a:pt x="1691950" y="1726182"/>
                  </a:lnTo>
                  <a:lnTo>
                    <a:pt x="1691923" y="1726330"/>
                  </a:lnTo>
                  <a:lnTo>
                    <a:pt x="1691922" y="1726339"/>
                  </a:lnTo>
                  <a:lnTo>
                    <a:pt x="1691866" y="1726502"/>
                  </a:lnTo>
                  <a:lnTo>
                    <a:pt x="1691863" y="1726510"/>
                  </a:lnTo>
                  <a:lnTo>
                    <a:pt x="1691835" y="1726634"/>
                  </a:lnTo>
                  <a:lnTo>
                    <a:pt x="1691858" y="1726827"/>
                  </a:lnTo>
                  <a:lnTo>
                    <a:pt x="1691877" y="1726905"/>
                  </a:lnTo>
                  <a:lnTo>
                    <a:pt x="1691940" y="1727034"/>
                  </a:lnTo>
                  <a:lnTo>
                    <a:pt x="1691949" y="1727041"/>
                  </a:lnTo>
                  <a:lnTo>
                    <a:pt x="1691923" y="1727056"/>
                  </a:lnTo>
                  <a:lnTo>
                    <a:pt x="1691932" y="1727398"/>
                  </a:lnTo>
                  <a:lnTo>
                    <a:pt x="1691964" y="1727413"/>
                  </a:lnTo>
                  <a:lnTo>
                    <a:pt x="1691903" y="1727523"/>
                  </a:lnTo>
                  <a:lnTo>
                    <a:pt x="1691819" y="1727635"/>
                  </a:lnTo>
                  <a:lnTo>
                    <a:pt x="1691765" y="1727693"/>
                  </a:lnTo>
                  <a:lnTo>
                    <a:pt x="1691662" y="1727771"/>
                  </a:lnTo>
                  <a:lnTo>
                    <a:pt x="1691587" y="1727812"/>
                  </a:lnTo>
                  <a:lnTo>
                    <a:pt x="1691544" y="1727825"/>
                  </a:lnTo>
                  <a:lnTo>
                    <a:pt x="1691421" y="1727832"/>
                  </a:lnTo>
                  <a:lnTo>
                    <a:pt x="1691015" y="1727839"/>
                  </a:lnTo>
                  <a:lnTo>
                    <a:pt x="1690915" y="1727827"/>
                  </a:lnTo>
                  <a:lnTo>
                    <a:pt x="1690874" y="1727814"/>
                  </a:lnTo>
                  <a:lnTo>
                    <a:pt x="1690821" y="1727774"/>
                  </a:lnTo>
                  <a:lnTo>
                    <a:pt x="1690767" y="1727706"/>
                  </a:lnTo>
                  <a:lnTo>
                    <a:pt x="1690757" y="1727689"/>
                  </a:lnTo>
                  <a:lnTo>
                    <a:pt x="1690631" y="1727686"/>
                  </a:lnTo>
                  <a:lnTo>
                    <a:pt x="1690607" y="1727685"/>
                  </a:lnTo>
                  <a:lnTo>
                    <a:pt x="1690517" y="1727784"/>
                  </a:lnTo>
                  <a:lnTo>
                    <a:pt x="1690269" y="1727851"/>
                  </a:lnTo>
                  <a:lnTo>
                    <a:pt x="1690221" y="1727876"/>
                  </a:lnTo>
                  <a:lnTo>
                    <a:pt x="1690130" y="1727922"/>
                  </a:lnTo>
                  <a:lnTo>
                    <a:pt x="1689976" y="1728003"/>
                  </a:lnTo>
                  <a:lnTo>
                    <a:pt x="1689950" y="1728066"/>
                  </a:lnTo>
                  <a:lnTo>
                    <a:pt x="1689917" y="1728125"/>
                  </a:lnTo>
                  <a:lnTo>
                    <a:pt x="1689945" y="1728267"/>
                  </a:lnTo>
                  <a:lnTo>
                    <a:pt x="1689937" y="1728269"/>
                  </a:lnTo>
                  <a:lnTo>
                    <a:pt x="1689541" y="1728371"/>
                  </a:lnTo>
                  <a:lnTo>
                    <a:pt x="1689531" y="1728368"/>
                  </a:lnTo>
                  <a:lnTo>
                    <a:pt x="1689448" y="1728156"/>
                  </a:lnTo>
                  <a:lnTo>
                    <a:pt x="1688907" y="1728223"/>
                  </a:lnTo>
                  <a:lnTo>
                    <a:pt x="1688828" y="1728232"/>
                  </a:lnTo>
                  <a:lnTo>
                    <a:pt x="1688698" y="1728204"/>
                  </a:lnTo>
                  <a:lnTo>
                    <a:pt x="1688652" y="1728193"/>
                  </a:lnTo>
                  <a:lnTo>
                    <a:pt x="1688647" y="1728182"/>
                  </a:lnTo>
                  <a:lnTo>
                    <a:pt x="1688666" y="1728057"/>
                  </a:lnTo>
                  <a:lnTo>
                    <a:pt x="1688638" y="1728046"/>
                  </a:lnTo>
                  <a:lnTo>
                    <a:pt x="1688590" y="1728045"/>
                  </a:lnTo>
                  <a:lnTo>
                    <a:pt x="1688559" y="1728046"/>
                  </a:lnTo>
                  <a:lnTo>
                    <a:pt x="1688551" y="1728054"/>
                  </a:lnTo>
                  <a:lnTo>
                    <a:pt x="1688524" y="1728115"/>
                  </a:lnTo>
                  <a:lnTo>
                    <a:pt x="1688473" y="1728227"/>
                  </a:lnTo>
                  <a:lnTo>
                    <a:pt x="1688471" y="1728247"/>
                  </a:lnTo>
                  <a:lnTo>
                    <a:pt x="1688462" y="1728315"/>
                  </a:lnTo>
                  <a:lnTo>
                    <a:pt x="1688506" y="1728378"/>
                  </a:lnTo>
                  <a:lnTo>
                    <a:pt x="1688551" y="1728428"/>
                  </a:lnTo>
                  <a:lnTo>
                    <a:pt x="1688557" y="1728435"/>
                  </a:lnTo>
                  <a:lnTo>
                    <a:pt x="1688579" y="1728438"/>
                  </a:lnTo>
                  <a:lnTo>
                    <a:pt x="1688657" y="1728446"/>
                  </a:lnTo>
                  <a:lnTo>
                    <a:pt x="1688690" y="1728450"/>
                  </a:lnTo>
                  <a:lnTo>
                    <a:pt x="1688692" y="1728431"/>
                  </a:lnTo>
                  <a:lnTo>
                    <a:pt x="1688698" y="1728406"/>
                  </a:lnTo>
                  <a:lnTo>
                    <a:pt x="1688703" y="1728383"/>
                  </a:lnTo>
                  <a:lnTo>
                    <a:pt x="1688715" y="1728364"/>
                  </a:lnTo>
                  <a:lnTo>
                    <a:pt x="1688731" y="1728370"/>
                  </a:lnTo>
                  <a:lnTo>
                    <a:pt x="1688792" y="1728396"/>
                  </a:lnTo>
                  <a:lnTo>
                    <a:pt x="1688798" y="1728487"/>
                  </a:lnTo>
                  <a:lnTo>
                    <a:pt x="1688808" y="1728604"/>
                  </a:lnTo>
                  <a:lnTo>
                    <a:pt x="1688786" y="1728646"/>
                  </a:lnTo>
                  <a:lnTo>
                    <a:pt x="1688778" y="1728659"/>
                  </a:lnTo>
                  <a:lnTo>
                    <a:pt x="1688695" y="1728724"/>
                  </a:lnTo>
                  <a:lnTo>
                    <a:pt x="1688558" y="1728774"/>
                  </a:lnTo>
                  <a:lnTo>
                    <a:pt x="1688492" y="1728784"/>
                  </a:lnTo>
                  <a:lnTo>
                    <a:pt x="1688450" y="1728790"/>
                  </a:lnTo>
                  <a:lnTo>
                    <a:pt x="1688277" y="1728722"/>
                  </a:lnTo>
                  <a:lnTo>
                    <a:pt x="1688213" y="1728693"/>
                  </a:lnTo>
                  <a:lnTo>
                    <a:pt x="1688208" y="1728646"/>
                  </a:lnTo>
                  <a:lnTo>
                    <a:pt x="1688225" y="1728611"/>
                  </a:lnTo>
                  <a:lnTo>
                    <a:pt x="1688230" y="1728588"/>
                  </a:lnTo>
                  <a:lnTo>
                    <a:pt x="1688197" y="1728571"/>
                  </a:lnTo>
                  <a:lnTo>
                    <a:pt x="1688170" y="1728559"/>
                  </a:lnTo>
                  <a:lnTo>
                    <a:pt x="1688126" y="1728540"/>
                  </a:lnTo>
                  <a:lnTo>
                    <a:pt x="1688114" y="1728535"/>
                  </a:lnTo>
                  <a:lnTo>
                    <a:pt x="1688105" y="1728534"/>
                  </a:lnTo>
                  <a:lnTo>
                    <a:pt x="1687997" y="1728525"/>
                  </a:lnTo>
                  <a:lnTo>
                    <a:pt x="1687953" y="1728525"/>
                  </a:lnTo>
                  <a:lnTo>
                    <a:pt x="1687663" y="1728382"/>
                  </a:lnTo>
                  <a:lnTo>
                    <a:pt x="1687427" y="1728271"/>
                  </a:lnTo>
                  <a:lnTo>
                    <a:pt x="1687251" y="1728198"/>
                  </a:lnTo>
                  <a:lnTo>
                    <a:pt x="1687123" y="1728061"/>
                  </a:lnTo>
                  <a:lnTo>
                    <a:pt x="1686964" y="1727887"/>
                  </a:lnTo>
                  <a:lnTo>
                    <a:pt x="1686657" y="1727726"/>
                  </a:lnTo>
                  <a:lnTo>
                    <a:pt x="1686621" y="1727863"/>
                  </a:lnTo>
                  <a:lnTo>
                    <a:pt x="1686594" y="1727967"/>
                  </a:lnTo>
                  <a:lnTo>
                    <a:pt x="1686490" y="1727908"/>
                  </a:lnTo>
                  <a:lnTo>
                    <a:pt x="1686222" y="1727757"/>
                  </a:lnTo>
                  <a:lnTo>
                    <a:pt x="1686027" y="1727710"/>
                  </a:lnTo>
                  <a:lnTo>
                    <a:pt x="1685881" y="1727647"/>
                  </a:lnTo>
                  <a:lnTo>
                    <a:pt x="1685745" y="1727582"/>
                  </a:lnTo>
                  <a:lnTo>
                    <a:pt x="1685671" y="1727539"/>
                  </a:lnTo>
                  <a:lnTo>
                    <a:pt x="1685600" y="1727535"/>
                  </a:lnTo>
                  <a:lnTo>
                    <a:pt x="1685507" y="1727541"/>
                  </a:lnTo>
                  <a:lnTo>
                    <a:pt x="1685373" y="1727482"/>
                  </a:lnTo>
                  <a:lnTo>
                    <a:pt x="1685452" y="1727270"/>
                  </a:lnTo>
                  <a:lnTo>
                    <a:pt x="1685158" y="1727052"/>
                  </a:lnTo>
                  <a:lnTo>
                    <a:pt x="1685000" y="1726977"/>
                  </a:lnTo>
                  <a:lnTo>
                    <a:pt x="1684927" y="1726969"/>
                  </a:lnTo>
                  <a:lnTo>
                    <a:pt x="1684865" y="1727002"/>
                  </a:lnTo>
                  <a:lnTo>
                    <a:pt x="1684822" y="1727026"/>
                  </a:lnTo>
                  <a:lnTo>
                    <a:pt x="1684678" y="1727055"/>
                  </a:lnTo>
                  <a:lnTo>
                    <a:pt x="1684590" y="1727046"/>
                  </a:lnTo>
                  <a:lnTo>
                    <a:pt x="1684459" y="1726988"/>
                  </a:lnTo>
                  <a:lnTo>
                    <a:pt x="1684339" y="1726882"/>
                  </a:lnTo>
                  <a:lnTo>
                    <a:pt x="1684247" y="1726717"/>
                  </a:lnTo>
                  <a:lnTo>
                    <a:pt x="1684201" y="1726579"/>
                  </a:lnTo>
                  <a:lnTo>
                    <a:pt x="1684055" y="1726525"/>
                  </a:lnTo>
                  <a:lnTo>
                    <a:pt x="1683756" y="1726467"/>
                  </a:lnTo>
                  <a:lnTo>
                    <a:pt x="1683660" y="1726448"/>
                  </a:lnTo>
                  <a:lnTo>
                    <a:pt x="1683629" y="1726460"/>
                  </a:lnTo>
                  <a:lnTo>
                    <a:pt x="1683556" y="1726702"/>
                  </a:lnTo>
                  <a:lnTo>
                    <a:pt x="1683487" y="1726760"/>
                  </a:lnTo>
                  <a:lnTo>
                    <a:pt x="1683433" y="1726790"/>
                  </a:lnTo>
                  <a:lnTo>
                    <a:pt x="1683382" y="1726815"/>
                  </a:lnTo>
                  <a:lnTo>
                    <a:pt x="1683343" y="1726775"/>
                  </a:lnTo>
                  <a:lnTo>
                    <a:pt x="1683295" y="1726725"/>
                  </a:lnTo>
                  <a:lnTo>
                    <a:pt x="1683254" y="1726424"/>
                  </a:lnTo>
                  <a:lnTo>
                    <a:pt x="1683152" y="1726317"/>
                  </a:lnTo>
                  <a:lnTo>
                    <a:pt x="1683127" y="1726296"/>
                  </a:lnTo>
                  <a:lnTo>
                    <a:pt x="1683093" y="1726268"/>
                  </a:lnTo>
                  <a:lnTo>
                    <a:pt x="1683087" y="1726263"/>
                  </a:lnTo>
                  <a:lnTo>
                    <a:pt x="1683088" y="1726252"/>
                  </a:lnTo>
                  <a:lnTo>
                    <a:pt x="1683091" y="1726217"/>
                  </a:lnTo>
                  <a:lnTo>
                    <a:pt x="1683094" y="1726193"/>
                  </a:lnTo>
                  <a:lnTo>
                    <a:pt x="1683100" y="1726182"/>
                  </a:lnTo>
                  <a:lnTo>
                    <a:pt x="1683225" y="1725963"/>
                  </a:lnTo>
                  <a:lnTo>
                    <a:pt x="1683343" y="1725801"/>
                  </a:lnTo>
                  <a:lnTo>
                    <a:pt x="1683482" y="1725609"/>
                  </a:lnTo>
                  <a:lnTo>
                    <a:pt x="1683504" y="1725592"/>
                  </a:lnTo>
                  <a:lnTo>
                    <a:pt x="1683671" y="1725459"/>
                  </a:lnTo>
                  <a:lnTo>
                    <a:pt x="1683560" y="1725324"/>
                  </a:lnTo>
                  <a:lnTo>
                    <a:pt x="1683698" y="1725202"/>
                  </a:lnTo>
                  <a:lnTo>
                    <a:pt x="1683891" y="1725068"/>
                  </a:lnTo>
                  <a:lnTo>
                    <a:pt x="1684136" y="1724940"/>
                  </a:lnTo>
                  <a:lnTo>
                    <a:pt x="1684556" y="1724190"/>
                  </a:lnTo>
                  <a:lnTo>
                    <a:pt x="1684962" y="1724406"/>
                  </a:lnTo>
                  <a:lnTo>
                    <a:pt x="1685077" y="1724533"/>
                  </a:lnTo>
                  <a:lnTo>
                    <a:pt x="1685166" y="1724554"/>
                  </a:lnTo>
                  <a:lnTo>
                    <a:pt x="1685390" y="1724516"/>
                  </a:lnTo>
                  <a:lnTo>
                    <a:pt x="1685685" y="1724465"/>
                  </a:lnTo>
                  <a:lnTo>
                    <a:pt x="1685879" y="1724431"/>
                  </a:lnTo>
                  <a:lnTo>
                    <a:pt x="1686210" y="1724307"/>
                  </a:lnTo>
                  <a:lnTo>
                    <a:pt x="1686307" y="1724271"/>
                  </a:lnTo>
                  <a:lnTo>
                    <a:pt x="1686809" y="1724089"/>
                  </a:lnTo>
                  <a:lnTo>
                    <a:pt x="1686902" y="1724055"/>
                  </a:lnTo>
                  <a:lnTo>
                    <a:pt x="1687276" y="1723858"/>
                  </a:lnTo>
                  <a:lnTo>
                    <a:pt x="1687601" y="1723668"/>
                  </a:lnTo>
                  <a:lnTo>
                    <a:pt x="1687751" y="1723565"/>
                  </a:lnTo>
                  <a:lnTo>
                    <a:pt x="1687775" y="1723549"/>
                  </a:lnTo>
                  <a:lnTo>
                    <a:pt x="1687790" y="1723536"/>
                  </a:lnTo>
                  <a:lnTo>
                    <a:pt x="1688045" y="1723312"/>
                  </a:lnTo>
                  <a:lnTo>
                    <a:pt x="1688092" y="1723252"/>
                  </a:lnTo>
                  <a:lnTo>
                    <a:pt x="1688271" y="1723020"/>
                  </a:lnTo>
                  <a:lnTo>
                    <a:pt x="1688699" y="1722610"/>
                  </a:lnTo>
                  <a:lnTo>
                    <a:pt x="1688903" y="1722269"/>
                  </a:lnTo>
                  <a:lnTo>
                    <a:pt x="1688988" y="1722033"/>
                  </a:lnTo>
                  <a:lnTo>
                    <a:pt x="1689023" y="1721875"/>
                  </a:lnTo>
                  <a:lnTo>
                    <a:pt x="1689042" y="1721665"/>
                  </a:lnTo>
                  <a:lnTo>
                    <a:pt x="1689015" y="1721407"/>
                  </a:lnTo>
                  <a:lnTo>
                    <a:pt x="1689004" y="1721348"/>
                  </a:lnTo>
                  <a:lnTo>
                    <a:pt x="1688989" y="1721284"/>
                  </a:lnTo>
                  <a:lnTo>
                    <a:pt x="1688966" y="1721223"/>
                  </a:lnTo>
                  <a:lnTo>
                    <a:pt x="1688959" y="1721215"/>
                  </a:lnTo>
                  <a:lnTo>
                    <a:pt x="1688909" y="1721240"/>
                  </a:lnTo>
                  <a:lnTo>
                    <a:pt x="1688873" y="1721262"/>
                  </a:lnTo>
                  <a:lnTo>
                    <a:pt x="1688855" y="1721251"/>
                  </a:lnTo>
                  <a:lnTo>
                    <a:pt x="1688847" y="1721231"/>
                  </a:lnTo>
                  <a:lnTo>
                    <a:pt x="1688760" y="1721054"/>
                  </a:lnTo>
                  <a:lnTo>
                    <a:pt x="1688719" y="1720978"/>
                  </a:lnTo>
                  <a:lnTo>
                    <a:pt x="1688690" y="1720989"/>
                  </a:lnTo>
                  <a:lnTo>
                    <a:pt x="1688642" y="1721007"/>
                  </a:lnTo>
                  <a:lnTo>
                    <a:pt x="1688489" y="1720791"/>
                  </a:lnTo>
                  <a:lnTo>
                    <a:pt x="1688401" y="1720632"/>
                  </a:lnTo>
                  <a:lnTo>
                    <a:pt x="1688404" y="1720598"/>
                  </a:lnTo>
                  <a:lnTo>
                    <a:pt x="1688436" y="1720567"/>
                  </a:lnTo>
                  <a:lnTo>
                    <a:pt x="1688466" y="1720544"/>
                  </a:lnTo>
                  <a:lnTo>
                    <a:pt x="1688546" y="1720481"/>
                  </a:lnTo>
                  <a:lnTo>
                    <a:pt x="1688553" y="1720459"/>
                  </a:lnTo>
                  <a:lnTo>
                    <a:pt x="1688554" y="1720451"/>
                  </a:lnTo>
                  <a:lnTo>
                    <a:pt x="1688524" y="1720391"/>
                  </a:lnTo>
                  <a:lnTo>
                    <a:pt x="1688511" y="1720365"/>
                  </a:lnTo>
                  <a:lnTo>
                    <a:pt x="1688431" y="1720223"/>
                  </a:lnTo>
                  <a:lnTo>
                    <a:pt x="1688267" y="1720139"/>
                  </a:lnTo>
                  <a:lnTo>
                    <a:pt x="1688144" y="1720211"/>
                  </a:lnTo>
                  <a:lnTo>
                    <a:pt x="1688160" y="1720267"/>
                  </a:lnTo>
                  <a:lnTo>
                    <a:pt x="1688127" y="1720273"/>
                  </a:lnTo>
                  <a:lnTo>
                    <a:pt x="1688096" y="1720275"/>
                  </a:lnTo>
                  <a:lnTo>
                    <a:pt x="1688086" y="1720265"/>
                  </a:lnTo>
                  <a:lnTo>
                    <a:pt x="1688068" y="1720241"/>
                  </a:lnTo>
                  <a:lnTo>
                    <a:pt x="1688073" y="1720214"/>
                  </a:lnTo>
                  <a:lnTo>
                    <a:pt x="1688085" y="1720152"/>
                  </a:lnTo>
                  <a:lnTo>
                    <a:pt x="1688132" y="1720107"/>
                  </a:lnTo>
                  <a:lnTo>
                    <a:pt x="1688184" y="1720057"/>
                  </a:lnTo>
                  <a:lnTo>
                    <a:pt x="1688188" y="1720053"/>
                  </a:lnTo>
                  <a:lnTo>
                    <a:pt x="1688236" y="1720007"/>
                  </a:lnTo>
                  <a:lnTo>
                    <a:pt x="1688262" y="1719982"/>
                  </a:lnTo>
                  <a:lnTo>
                    <a:pt x="1688254" y="1719958"/>
                  </a:lnTo>
                  <a:lnTo>
                    <a:pt x="1688243" y="1719929"/>
                  </a:lnTo>
                  <a:lnTo>
                    <a:pt x="1688237" y="1719910"/>
                  </a:lnTo>
                  <a:lnTo>
                    <a:pt x="1688186" y="1719743"/>
                  </a:lnTo>
                  <a:lnTo>
                    <a:pt x="1688173" y="1719513"/>
                  </a:lnTo>
                  <a:lnTo>
                    <a:pt x="1688159" y="1719318"/>
                  </a:lnTo>
                  <a:lnTo>
                    <a:pt x="1688159" y="1719259"/>
                  </a:lnTo>
                  <a:lnTo>
                    <a:pt x="1688188" y="1719210"/>
                  </a:lnTo>
                  <a:lnTo>
                    <a:pt x="1688180" y="1719203"/>
                  </a:lnTo>
                  <a:lnTo>
                    <a:pt x="1688160" y="1719186"/>
                  </a:lnTo>
                  <a:lnTo>
                    <a:pt x="1688090" y="1719142"/>
                  </a:lnTo>
                  <a:lnTo>
                    <a:pt x="1687941" y="1719040"/>
                  </a:lnTo>
                  <a:lnTo>
                    <a:pt x="1687901" y="1719013"/>
                  </a:lnTo>
                  <a:lnTo>
                    <a:pt x="1687848" y="1719001"/>
                  </a:lnTo>
                  <a:lnTo>
                    <a:pt x="1687798" y="1719091"/>
                  </a:lnTo>
                  <a:lnTo>
                    <a:pt x="1687791" y="1719103"/>
                  </a:lnTo>
                  <a:lnTo>
                    <a:pt x="1687719" y="1719240"/>
                  </a:lnTo>
                  <a:lnTo>
                    <a:pt x="1687690" y="1719304"/>
                  </a:lnTo>
                  <a:lnTo>
                    <a:pt x="1687640" y="1719339"/>
                  </a:lnTo>
                  <a:lnTo>
                    <a:pt x="1687634" y="1719340"/>
                  </a:lnTo>
                  <a:lnTo>
                    <a:pt x="1687607" y="1719347"/>
                  </a:lnTo>
                  <a:lnTo>
                    <a:pt x="1687593" y="1719349"/>
                  </a:lnTo>
                  <a:lnTo>
                    <a:pt x="1687564" y="1719349"/>
                  </a:lnTo>
                  <a:lnTo>
                    <a:pt x="1687554" y="1719348"/>
                  </a:lnTo>
                  <a:lnTo>
                    <a:pt x="1687514" y="1719322"/>
                  </a:lnTo>
                  <a:lnTo>
                    <a:pt x="1687393" y="1719240"/>
                  </a:lnTo>
                  <a:lnTo>
                    <a:pt x="1687349" y="1719210"/>
                  </a:lnTo>
                  <a:lnTo>
                    <a:pt x="1687334" y="1719200"/>
                  </a:lnTo>
                  <a:lnTo>
                    <a:pt x="1687244" y="1719136"/>
                  </a:lnTo>
                  <a:lnTo>
                    <a:pt x="1687224" y="1719110"/>
                  </a:lnTo>
                  <a:lnTo>
                    <a:pt x="1687183" y="1718992"/>
                  </a:lnTo>
                  <a:lnTo>
                    <a:pt x="1687174" y="1718968"/>
                  </a:lnTo>
                  <a:lnTo>
                    <a:pt x="1687049" y="1718926"/>
                  </a:lnTo>
                  <a:lnTo>
                    <a:pt x="1686767" y="1718868"/>
                  </a:lnTo>
                  <a:lnTo>
                    <a:pt x="1686694" y="1718923"/>
                  </a:lnTo>
                  <a:lnTo>
                    <a:pt x="1686625" y="1718974"/>
                  </a:lnTo>
                  <a:lnTo>
                    <a:pt x="1686562" y="1719022"/>
                  </a:lnTo>
                  <a:lnTo>
                    <a:pt x="1686539" y="1719063"/>
                  </a:lnTo>
                  <a:lnTo>
                    <a:pt x="1686525" y="1719088"/>
                  </a:lnTo>
                  <a:lnTo>
                    <a:pt x="1686484" y="1719112"/>
                  </a:lnTo>
                  <a:lnTo>
                    <a:pt x="1686430" y="1719143"/>
                  </a:lnTo>
                  <a:lnTo>
                    <a:pt x="1686384" y="1719152"/>
                  </a:lnTo>
                  <a:lnTo>
                    <a:pt x="1686378" y="1719152"/>
                  </a:lnTo>
                  <a:lnTo>
                    <a:pt x="1686330" y="1719150"/>
                  </a:lnTo>
                  <a:lnTo>
                    <a:pt x="1686313" y="1719149"/>
                  </a:lnTo>
                  <a:lnTo>
                    <a:pt x="1686307" y="1719148"/>
                  </a:lnTo>
                  <a:lnTo>
                    <a:pt x="1686300" y="1719147"/>
                  </a:lnTo>
                  <a:lnTo>
                    <a:pt x="1686295" y="1719146"/>
                  </a:lnTo>
                  <a:lnTo>
                    <a:pt x="1686262" y="1719139"/>
                  </a:lnTo>
                  <a:lnTo>
                    <a:pt x="1686250" y="1719135"/>
                  </a:lnTo>
                  <a:lnTo>
                    <a:pt x="1686236" y="1719130"/>
                  </a:lnTo>
                  <a:lnTo>
                    <a:pt x="1686136" y="1719109"/>
                  </a:lnTo>
                  <a:lnTo>
                    <a:pt x="1686042" y="1719090"/>
                  </a:lnTo>
                  <a:lnTo>
                    <a:pt x="1686036" y="1719088"/>
                  </a:lnTo>
                  <a:lnTo>
                    <a:pt x="1685984" y="1719052"/>
                  </a:lnTo>
                  <a:lnTo>
                    <a:pt x="1685968" y="1719037"/>
                  </a:lnTo>
                  <a:lnTo>
                    <a:pt x="1685932" y="1719005"/>
                  </a:lnTo>
                  <a:lnTo>
                    <a:pt x="1685965" y="1718833"/>
                  </a:lnTo>
                  <a:lnTo>
                    <a:pt x="1685968" y="1718818"/>
                  </a:lnTo>
                  <a:lnTo>
                    <a:pt x="1685915" y="1718780"/>
                  </a:lnTo>
                  <a:lnTo>
                    <a:pt x="1685885" y="1718786"/>
                  </a:lnTo>
                  <a:lnTo>
                    <a:pt x="1685805" y="1718888"/>
                  </a:lnTo>
                  <a:lnTo>
                    <a:pt x="1685744" y="1718938"/>
                  </a:lnTo>
                  <a:lnTo>
                    <a:pt x="1685697" y="1718976"/>
                  </a:lnTo>
                  <a:lnTo>
                    <a:pt x="1685671" y="1718997"/>
                  </a:lnTo>
                  <a:lnTo>
                    <a:pt x="1685637" y="1718994"/>
                  </a:lnTo>
                  <a:lnTo>
                    <a:pt x="1685497" y="1718911"/>
                  </a:lnTo>
                  <a:lnTo>
                    <a:pt x="1685313" y="1718798"/>
                  </a:lnTo>
                  <a:lnTo>
                    <a:pt x="1685285" y="1718774"/>
                  </a:lnTo>
                  <a:lnTo>
                    <a:pt x="1685260" y="1718754"/>
                  </a:lnTo>
                  <a:lnTo>
                    <a:pt x="1685239" y="1718737"/>
                  </a:lnTo>
                  <a:lnTo>
                    <a:pt x="1685173" y="1718681"/>
                  </a:lnTo>
                  <a:lnTo>
                    <a:pt x="1684806" y="1718397"/>
                  </a:lnTo>
                  <a:lnTo>
                    <a:pt x="1684788" y="1718375"/>
                  </a:lnTo>
                  <a:lnTo>
                    <a:pt x="1684767" y="1718348"/>
                  </a:lnTo>
                  <a:lnTo>
                    <a:pt x="1684755" y="1718330"/>
                  </a:lnTo>
                  <a:lnTo>
                    <a:pt x="1684737" y="1718303"/>
                  </a:lnTo>
                  <a:lnTo>
                    <a:pt x="1684664" y="1718194"/>
                  </a:lnTo>
                  <a:lnTo>
                    <a:pt x="1684658" y="1718184"/>
                  </a:lnTo>
                  <a:lnTo>
                    <a:pt x="1684653" y="1718126"/>
                  </a:lnTo>
                  <a:lnTo>
                    <a:pt x="1684651" y="1718103"/>
                  </a:lnTo>
                  <a:lnTo>
                    <a:pt x="1684651" y="1718055"/>
                  </a:lnTo>
                  <a:lnTo>
                    <a:pt x="1684645" y="1717958"/>
                  </a:lnTo>
                  <a:lnTo>
                    <a:pt x="1684644" y="1717939"/>
                  </a:lnTo>
                  <a:lnTo>
                    <a:pt x="1684637" y="1717707"/>
                  </a:lnTo>
                  <a:lnTo>
                    <a:pt x="1684635" y="1717649"/>
                  </a:lnTo>
                  <a:lnTo>
                    <a:pt x="1684615" y="1717520"/>
                  </a:lnTo>
                  <a:lnTo>
                    <a:pt x="1684602" y="1717430"/>
                  </a:lnTo>
                  <a:lnTo>
                    <a:pt x="1684600" y="1717413"/>
                  </a:lnTo>
                  <a:lnTo>
                    <a:pt x="1684591" y="1717350"/>
                  </a:lnTo>
                  <a:lnTo>
                    <a:pt x="1684584" y="1717298"/>
                  </a:lnTo>
                  <a:lnTo>
                    <a:pt x="1684575" y="1717232"/>
                  </a:lnTo>
                  <a:lnTo>
                    <a:pt x="1684534" y="1716935"/>
                  </a:lnTo>
                  <a:lnTo>
                    <a:pt x="1684538" y="1716905"/>
                  </a:lnTo>
                  <a:lnTo>
                    <a:pt x="1684545" y="1716853"/>
                  </a:lnTo>
                  <a:lnTo>
                    <a:pt x="1684589" y="1716687"/>
                  </a:lnTo>
                  <a:lnTo>
                    <a:pt x="1684591" y="1716678"/>
                  </a:lnTo>
                  <a:lnTo>
                    <a:pt x="1684599" y="1716648"/>
                  </a:lnTo>
                  <a:lnTo>
                    <a:pt x="1684602" y="1716638"/>
                  </a:lnTo>
                  <a:lnTo>
                    <a:pt x="1684605" y="1716631"/>
                  </a:lnTo>
                  <a:lnTo>
                    <a:pt x="1684611" y="1716618"/>
                  </a:lnTo>
                  <a:lnTo>
                    <a:pt x="1684628" y="1716580"/>
                  </a:lnTo>
                  <a:lnTo>
                    <a:pt x="1684636" y="1716561"/>
                  </a:lnTo>
                  <a:lnTo>
                    <a:pt x="1684651" y="1716532"/>
                  </a:lnTo>
                  <a:lnTo>
                    <a:pt x="1684656" y="1716523"/>
                  </a:lnTo>
                  <a:lnTo>
                    <a:pt x="1684672" y="1716499"/>
                  </a:lnTo>
                  <a:lnTo>
                    <a:pt x="1684685" y="1716484"/>
                  </a:lnTo>
                  <a:lnTo>
                    <a:pt x="1684689" y="1716481"/>
                  </a:lnTo>
                  <a:lnTo>
                    <a:pt x="1684699" y="1716470"/>
                  </a:lnTo>
                  <a:lnTo>
                    <a:pt x="1684722" y="1716446"/>
                  </a:lnTo>
                  <a:lnTo>
                    <a:pt x="1684727" y="1716442"/>
                  </a:lnTo>
                  <a:lnTo>
                    <a:pt x="1684752" y="1716425"/>
                  </a:lnTo>
                  <a:lnTo>
                    <a:pt x="1684806" y="1716404"/>
                  </a:lnTo>
                  <a:lnTo>
                    <a:pt x="1684911" y="1716366"/>
                  </a:lnTo>
                  <a:lnTo>
                    <a:pt x="1684931" y="1716358"/>
                  </a:lnTo>
                  <a:lnTo>
                    <a:pt x="1684982" y="1716338"/>
                  </a:lnTo>
                  <a:lnTo>
                    <a:pt x="1684996" y="1716334"/>
                  </a:lnTo>
                  <a:lnTo>
                    <a:pt x="1685006" y="1716332"/>
                  </a:lnTo>
                  <a:lnTo>
                    <a:pt x="1685015" y="1716331"/>
                  </a:lnTo>
                  <a:lnTo>
                    <a:pt x="1685034" y="1716329"/>
                  </a:lnTo>
                  <a:lnTo>
                    <a:pt x="1685146" y="1716318"/>
                  </a:lnTo>
                  <a:lnTo>
                    <a:pt x="1685184" y="1716323"/>
                  </a:lnTo>
                  <a:lnTo>
                    <a:pt x="1685199" y="1716325"/>
                  </a:lnTo>
                  <a:lnTo>
                    <a:pt x="1685320" y="1716338"/>
                  </a:lnTo>
                  <a:lnTo>
                    <a:pt x="1685325" y="1716338"/>
                  </a:lnTo>
                  <a:lnTo>
                    <a:pt x="1685345" y="1716339"/>
                  </a:lnTo>
                  <a:lnTo>
                    <a:pt x="1685358" y="1716339"/>
                  </a:lnTo>
                  <a:lnTo>
                    <a:pt x="1685365" y="1716337"/>
                  </a:lnTo>
                  <a:lnTo>
                    <a:pt x="1685372" y="1716336"/>
                  </a:lnTo>
                  <a:lnTo>
                    <a:pt x="1685386" y="1716332"/>
                  </a:lnTo>
                  <a:lnTo>
                    <a:pt x="1685396" y="1716328"/>
                  </a:lnTo>
                  <a:lnTo>
                    <a:pt x="1685406" y="1716321"/>
                  </a:lnTo>
                  <a:lnTo>
                    <a:pt x="1685411" y="1716318"/>
                  </a:lnTo>
                  <a:lnTo>
                    <a:pt x="1685433" y="1716304"/>
                  </a:lnTo>
                  <a:lnTo>
                    <a:pt x="1685486" y="1716243"/>
                  </a:lnTo>
                  <a:lnTo>
                    <a:pt x="1685499" y="1716228"/>
                  </a:lnTo>
                  <a:lnTo>
                    <a:pt x="1685503" y="1716222"/>
                  </a:lnTo>
                  <a:lnTo>
                    <a:pt x="1685508" y="1716214"/>
                  </a:lnTo>
                  <a:lnTo>
                    <a:pt x="1685519" y="1716193"/>
                  </a:lnTo>
                  <a:lnTo>
                    <a:pt x="1685522" y="1716186"/>
                  </a:lnTo>
                  <a:lnTo>
                    <a:pt x="1685526" y="1716176"/>
                  </a:lnTo>
                  <a:lnTo>
                    <a:pt x="1685529" y="1716167"/>
                  </a:lnTo>
                  <a:lnTo>
                    <a:pt x="1685566" y="1716041"/>
                  </a:lnTo>
                  <a:lnTo>
                    <a:pt x="1685652" y="1715721"/>
                  </a:lnTo>
                  <a:lnTo>
                    <a:pt x="1685674" y="1715637"/>
                  </a:lnTo>
                  <a:lnTo>
                    <a:pt x="1685674" y="1715630"/>
                  </a:lnTo>
                  <a:lnTo>
                    <a:pt x="1685670" y="1715626"/>
                  </a:lnTo>
                  <a:lnTo>
                    <a:pt x="1685664" y="1715624"/>
                  </a:lnTo>
                  <a:lnTo>
                    <a:pt x="1685660" y="1715620"/>
                  </a:lnTo>
                  <a:lnTo>
                    <a:pt x="1685658" y="1715613"/>
                  </a:lnTo>
                  <a:lnTo>
                    <a:pt x="1685664" y="1715599"/>
                  </a:lnTo>
                  <a:lnTo>
                    <a:pt x="1685668" y="1715590"/>
                  </a:lnTo>
                  <a:lnTo>
                    <a:pt x="1685671" y="1715583"/>
                  </a:lnTo>
                  <a:lnTo>
                    <a:pt x="1685677" y="1715574"/>
                  </a:lnTo>
                  <a:lnTo>
                    <a:pt x="1685685" y="1715561"/>
                  </a:lnTo>
                  <a:lnTo>
                    <a:pt x="1685690" y="1715555"/>
                  </a:lnTo>
                  <a:lnTo>
                    <a:pt x="1685760" y="1715476"/>
                  </a:lnTo>
                  <a:lnTo>
                    <a:pt x="1685765" y="1715471"/>
                  </a:lnTo>
                  <a:lnTo>
                    <a:pt x="1685789" y="1715453"/>
                  </a:lnTo>
                  <a:lnTo>
                    <a:pt x="1685806" y="1715442"/>
                  </a:lnTo>
                  <a:lnTo>
                    <a:pt x="1685818" y="1715434"/>
                  </a:lnTo>
                  <a:lnTo>
                    <a:pt x="1685826" y="1715429"/>
                  </a:lnTo>
                  <a:lnTo>
                    <a:pt x="1685838" y="1715424"/>
                  </a:lnTo>
                  <a:lnTo>
                    <a:pt x="1685879" y="1715409"/>
                  </a:lnTo>
                  <a:lnTo>
                    <a:pt x="1685933" y="1715389"/>
                  </a:lnTo>
                  <a:lnTo>
                    <a:pt x="1686081" y="1715335"/>
                  </a:lnTo>
                  <a:lnTo>
                    <a:pt x="1686087" y="1715332"/>
                  </a:lnTo>
                  <a:lnTo>
                    <a:pt x="1686094" y="1715331"/>
                  </a:lnTo>
                  <a:lnTo>
                    <a:pt x="1686102" y="1715331"/>
                  </a:lnTo>
                  <a:lnTo>
                    <a:pt x="1686111" y="1715332"/>
                  </a:lnTo>
                  <a:lnTo>
                    <a:pt x="1686129" y="1715337"/>
                  </a:lnTo>
                  <a:lnTo>
                    <a:pt x="1686137" y="1715341"/>
                  </a:lnTo>
                  <a:lnTo>
                    <a:pt x="1686144" y="1715348"/>
                  </a:lnTo>
                  <a:lnTo>
                    <a:pt x="1686150" y="1715356"/>
                  </a:lnTo>
                  <a:lnTo>
                    <a:pt x="1686163" y="1715378"/>
                  </a:lnTo>
                  <a:lnTo>
                    <a:pt x="1686167" y="1715385"/>
                  </a:lnTo>
                  <a:lnTo>
                    <a:pt x="1686171" y="1715392"/>
                  </a:lnTo>
                  <a:lnTo>
                    <a:pt x="1686178" y="1715405"/>
                  </a:lnTo>
                  <a:lnTo>
                    <a:pt x="1686181" y="1715411"/>
                  </a:lnTo>
                  <a:lnTo>
                    <a:pt x="1686185" y="1715415"/>
                  </a:lnTo>
                  <a:lnTo>
                    <a:pt x="1686191" y="1715420"/>
                  </a:lnTo>
                  <a:lnTo>
                    <a:pt x="1686199" y="1715424"/>
                  </a:lnTo>
                  <a:lnTo>
                    <a:pt x="1686224" y="1715434"/>
                  </a:lnTo>
                  <a:lnTo>
                    <a:pt x="1686231" y="1715437"/>
                  </a:lnTo>
                  <a:lnTo>
                    <a:pt x="1686238" y="1715438"/>
                  </a:lnTo>
                  <a:lnTo>
                    <a:pt x="1686244" y="1715438"/>
                  </a:lnTo>
                  <a:lnTo>
                    <a:pt x="1686251" y="1715437"/>
                  </a:lnTo>
                  <a:lnTo>
                    <a:pt x="1686263" y="1715431"/>
                  </a:lnTo>
                  <a:lnTo>
                    <a:pt x="1686277" y="1715421"/>
                  </a:lnTo>
                  <a:lnTo>
                    <a:pt x="1686284" y="1715415"/>
                  </a:lnTo>
                  <a:lnTo>
                    <a:pt x="1686320" y="1715386"/>
                  </a:lnTo>
                  <a:lnTo>
                    <a:pt x="1686328" y="1715378"/>
                  </a:lnTo>
                  <a:lnTo>
                    <a:pt x="1686344" y="1715362"/>
                  </a:lnTo>
                  <a:lnTo>
                    <a:pt x="1686349" y="1715357"/>
                  </a:lnTo>
                  <a:lnTo>
                    <a:pt x="1686362" y="1715343"/>
                  </a:lnTo>
                  <a:lnTo>
                    <a:pt x="1686367" y="1715335"/>
                  </a:lnTo>
                  <a:lnTo>
                    <a:pt x="1686371" y="1715328"/>
                  </a:lnTo>
                  <a:lnTo>
                    <a:pt x="1686372" y="1715319"/>
                  </a:lnTo>
                  <a:lnTo>
                    <a:pt x="1686372" y="1715308"/>
                  </a:lnTo>
                  <a:lnTo>
                    <a:pt x="1686365" y="1715288"/>
                  </a:lnTo>
                  <a:lnTo>
                    <a:pt x="1686357" y="1715274"/>
                  </a:lnTo>
                  <a:lnTo>
                    <a:pt x="1686348" y="1715258"/>
                  </a:lnTo>
                  <a:lnTo>
                    <a:pt x="1686345" y="1715252"/>
                  </a:lnTo>
                  <a:lnTo>
                    <a:pt x="1686343" y="1715244"/>
                  </a:lnTo>
                  <a:lnTo>
                    <a:pt x="1686343" y="1715235"/>
                  </a:lnTo>
                  <a:lnTo>
                    <a:pt x="1686344" y="1715228"/>
                  </a:lnTo>
                  <a:lnTo>
                    <a:pt x="1686346" y="1715221"/>
                  </a:lnTo>
                  <a:lnTo>
                    <a:pt x="1686352" y="1715207"/>
                  </a:lnTo>
                  <a:lnTo>
                    <a:pt x="1686356" y="1715200"/>
                  </a:lnTo>
                  <a:lnTo>
                    <a:pt x="1686363" y="1715190"/>
                  </a:lnTo>
                  <a:lnTo>
                    <a:pt x="1686370" y="1715183"/>
                  </a:lnTo>
                  <a:lnTo>
                    <a:pt x="1686411" y="1715147"/>
                  </a:lnTo>
                  <a:lnTo>
                    <a:pt x="1686427" y="1715132"/>
                  </a:lnTo>
                  <a:lnTo>
                    <a:pt x="1686547" y="1715025"/>
                  </a:lnTo>
                  <a:lnTo>
                    <a:pt x="1686555" y="1715018"/>
                  </a:lnTo>
                  <a:lnTo>
                    <a:pt x="1686685" y="1714916"/>
                  </a:lnTo>
                  <a:lnTo>
                    <a:pt x="1686765" y="1714856"/>
                  </a:lnTo>
                  <a:lnTo>
                    <a:pt x="1686849" y="1714791"/>
                  </a:lnTo>
                  <a:lnTo>
                    <a:pt x="1686878" y="1714757"/>
                  </a:lnTo>
                  <a:lnTo>
                    <a:pt x="1686955" y="1714671"/>
                  </a:lnTo>
                  <a:lnTo>
                    <a:pt x="1686855" y="1714627"/>
                  </a:lnTo>
                  <a:lnTo>
                    <a:pt x="1686742" y="1714724"/>
                  </a:lnTo>
                  <a:lnTo>
                    <a:pt x="1686663" y="1714789"/>
                  </a:lnTo>
                  <a:lnTo>
                    <a:pt x="1686514" y="1714913"/>
                  </a:lnTo>
                  <a:lnTo>
                    <a:pt x="1686375" y="1715043"/>
                  </a:lnTo>
                  <a:lnTo>
                    <a:pt x="1686283" y="1715130"/>
                  </a:lnTo>
                  <a:lnTo>
                    <a:pt x="1686232" y="1715177"/>
                  </a:lnTo>
                  <a:lnTo>
                    <a:pt x="1686074" y="1715273"/>
                  </a:lnTo>
                  <a:lnTo>
                    <a:pt x="1685951" y="1715309"/>
                  </a:lnTo>
                  <a:lnTo>
                    <a:pt x="1685851" y="1715300"/>
                  </a:lnTo>
                  <a:lnTo>
                    <a:pt x="1685770" y="1715311"/>
                  </a:lnTo>
                  <a:lnTo>
                    <a:pt x="1685738" y="1715326"/>
                  </a:lnTo>
                  <a:lnTo>
                    <a:pt x="1685691" y="1715367"/>
                  </a:lnTo>
                  <a:lnTo>
                    <a:pt x="1685685" y="1715372"/>
                  </a:lnTo>
                  <a:lnTo>
                    <a:pt x="1685671" y="1715386"/>
                  </a:lnTo>
                  <a:lnTo>
                    <a:pt x="1685660" y="1715396"/>
                  </a:lnTo>
                  <a:lnTo>
                    <a:pt x="1685655" y="1715402"/>
                  </a:lnTo>
                  <a:lnTo>
                    <a:pt x="1685652" y="1715409"/>
                  </a:lnTo>
                  <a:lnTo>
                    <a:pt x="1685642" y="1715426"/>
                  </a:lnTo>
                  <a:lnTo>
                    <a:pt x="1685623" y="1715465"/>
                  </a:lnTo>
                  <a:lnTo>
                    <a:pt x="1685529" y="1715661"/>
                  </a:lnTo>
                  <a:lnTo>
                    <a:pt x="1685463" y="1715896"/>
                  </a:lnTo>
                  <a:lnTo>
                    <a:pt x="1685441" y="1715993"/>
                  </a:lnTo>
                  <a:lnTo>
                    <a:pt x="1685429" y="1716045"/>
                  </a:lnTo>
                  <a:lnTo>
                    <a:pt x="1685426" y="1716053"/>
                  </a:lnTo>
                  <a:lnTo>
                    <a:pt x="1685423" y="1716061"/>
                  </a:lnTo>
                  <a:lnTo>
                    <a:pt x="1685421" y="1716065"/>
                  </a:lnTo>
                  <a:lnTo>
                    <a:pt x="1685368" y="1716155"/>
                  </a:lnTo>
                  <a:lnTo>
                    <a:pt x="1685358" y="1716171"/>
                  </a:lnTo>
                  <a:lnTo>
                    <a:pt x="1685288" y="1716173"/>
                  </a:lnTo>
                  <a:lnTo>
                    <a:pt x="1685275" y="1716153"/>
                  </a:lnTo>
                  <a:lnTo>
                    <a:pt x="1685265" y="1716132"/>
                  </a:lnTo>
                  <a:lnTo>
                    <a:pt x="1685248" y="1716130"/>
                  </a:lnTo>
                  <a:lnTo>
                    <a:pt x="1685200" y="1716134"/>
                  </a:lnTo>
                  <a:lnTo>
                    <a:pt x="1685060" y="1716149"/>
                  </a:lnTo>
                  <a:lnTo>
                    <a:pt x="1684868" y="1716169"/>
                  </a:lnTo>
                  <a:lnTo>
                    <a:pt x="1684791" y="1716186"/>
                  </a:lnTo>
                  <a:lnTo>
                    <a:pt x="1684743" y="1716212"/>
                  </a:lnTo>
                  <a:lnTo>
                    <a:pt x="1684657" y="1716278"/>
                  </a:lnTo>
                  <a:lnTo>
                    <a:pt x="1684648" y="1716285"/>
                  </a:lnTo>
                  <a:lnTo>
                    <a:pt x="1684627" y="1716308"/>
                  </a:lnTo>
                  <a:lnTo>
                    <a:pt x="1684552" y="1716388"/>
                  </a:lnTo>
                  <a:lnTo>
                    <a:pt x="1684521" y="1716442"/>
                  </a:lnTo>
                  <a:lnTo>
                    <a:pt x="1684486" y="1716506"/>
                  </a:lnTo>
                  <a:lnTo>
                    <a:pt x="1684410" y="1716687"/>
                  </a:lnTo>
                  <a:lnTo>
                    <a:pt x="1684406" y="1716704"/>
                  </a:lnTo>
                  <a:lnTo>
                    <a:pt x="1684400" y="1716731"/>
                  </a:lnTo>
                  <a:lnTo>
                    <a:pt x="1684350" y="1716976"/>
                  </a:lnTo>
                  <a:lnTo>
                    <a:pt x="1684334" y="1717057"/>
                  </a:lnTo>
                  <a:lnTo>
                    <a:pt x="1684331" y="1717114"/>
                  </a:lnTo>
                  <a:lnTo>
                    <a:pt x="1684333" y="1717134"/>
                  </a:lnTo>
                  <a:lnTo>
                    <a:pt x="1684360" y="1717164"/>
                  </a:lnTo>
                  <a:lnTo>
                    <a:pt x="1684381" y="1717187"/>
                  </a:lnTo>
                  <a:lnTo>
                    <a:pt x="1684415" y="1717256"/>
                  </a:lnTo>
                  <a:lnTo>
                    <a:pt x="1684431" y="1717307"/>
                  </a:lnTo>
                  <a:lnTo>
                    <a:pt x="1684433" y="1717337"/>
                  </a:lnTo>
                  <a:lnTo>
                    <a:pt x="1684460" y="1717761"/>
                  </a:lnTo>
                  <a:lnTo>
                    <a:pt x="1684467" y="1717870"/>
                  </a:lnTo>
                  <a:lnTo>
                    <a:pt x="1684474" y="1718045"/>
                  </a:lnTo>
                  <a:lnTo>
                    <a:pt x="1684455" y="1718158"/>
                  </a:lnTo>
                  <a:lnTo>
                    <a:pt x="1684377" y="1718294"/>
                  </a:lnTo>
                  <a:lnTo>
                    <a:pt x="1684340" y="1718340"/>
                  </a:lnTo>
                  <a:lnTo>
                    <a:pt x="1684214" y="1718447"/>
                  </a:lnTo>
                  <a:lnTo>
                    <a:pt x="1684189" y="1718459"/>
                  </a:lnTo>
                  <a:lnTo>
                    <a:pt x="1684176" y="1718464"/>
                  </a:lnTo>
                  <a:lnTo>
                    <a:pt x="1684156" y="1718462"/>
                  </a:lnTo>
                  <a:lnTo>
                    <a:pt x="1684129" y="1718460"/>
                  </a:lnTo>
                  <a:lnTo>
                    <a:pt x="1683979" y="1718429"/>
                  </a:lnTo>
                  <a:lnTo>
                    <a:pt x="1683921" y="1718415"/>
                  </a:lnTo>
                  <a:lnTo>
                    <a:pt x="1683893" y="1718408"/>
                  </a:lnTo>
                  <a:lnTo>
                    <a:pt x="1683883" y="1718402"/>
                  </a:lnTo>
                  <a:lnTo>
                    <a:pt x="1683862" y="1718391"/>
                  </a:lnTo>
                  <a:lnTo>
                    <a:pt x="1683857" y="1718389"/>
                  </a:lnTo>
                  <a:lnTo>
                    <a:pt x="1683794" y="1718302"/>
                  </a:lnTo>
                  <a:lnTo>
                    <a:pt x="1683693" y="1718215"/>
                  </a:lnTo>
                  <a:lnTo>
                    <a:pt x="1683604" y="1718136"/>
                  </a:lnTo>
                  <a:lnTo>
                    <a:pt x="1683570" y="1718095"/>
                  </a:lnTo>
                  <a:lnTo>
                    <a:pt x="1683547" y="1718079"/>
                  </a:lnTo>
                  <a:lnTo>
                    <a:pt x="1683539" y="1718073"/>
                  </a:lnTo>
                  <a:lnTo>
                    <a:pt x="1683446" y="1718057"/>
                  </a:lnTo>
                  <a:lnTo>
                    <a:pt x="1683437" y="1718057"/>
                  </a:lnTo>
                  <a:lnTo>
                    <a:pt x="1683374" y="1718060"/>
                  </a:lnTo>
                  <a:lnTo>
                    <a:pt x="1683297" y="1718064"/>
                  </a:lnTo>
                  <a:lnTo>
                    <a:pt x="1683288" y="1718060"/>
                  </a:lnTo>
                  <a:lnTo>
                    <a:pt x="1683273" y="1718055"/>
                  </a:lnTo>
                  <a:lnTo>
                    <a:pt x="1683269" y="1718051"/>
                  </a:lnTo>
                  <a:lnTo>
                    <a:pt x="1683258" y="1718032"/>
                  </a:lnTo>
                  <a:lnTo>
                    <a:pt x="1683251" y="1717997"/>
                  </a:lnTo>
                  <a:lnTo>
                    <a:pt x="1683248" y="1717986"/>
                  </a:lnTo>
                  <a:lnTo>
                    <a:pt x="1683250" y="1717965"/>
                  </a:lnTo>
                  <a:lnTo>
                    <a:pt x="1683253" y="1717935"/>
                  </a:lnTo>
                  <a:lnTo>
                    <a:pt x="1683256" y="1717930"/>
                  </a:lnTo>
                  <a:lnTo>
                    <a:pt x="1683342" y="1717863"/>
                  </a:lnTo>
                  <a:lnTo>
                    <a:pt x="1683484" y="1717771"/>
                  </a:lnTo>
                  <a:lnTo>
                    <a:pt x="1683627" y="1717686"/>
                  </a:lnTo>
                  <a:lnTo>
                    <a:pt x="1683674" y="1717680"/>
                  </a:lnTo>
                  <a:lnTo>
                    <a:pt x="1683670" y="1717653"/>
                  </a:lnTo>
                  <a:lnTo>
                    <a:pt x="1683650" y="1717640"/>
                  </a:lnTo>
                  <a:lnTo>
                    <a:pt x="1683587" y="1717603"/>
                  </a:lnTo>
                  <a:lnTo>
                    <a:pt x="1683527" y="1717567"/>
                  </a:lnTo>
                  <a:lnTo>
                    <a:pt x="1683504" y="1717535"/>
                  </a:lnTo>
                  <a:lnTo>
                    <a:pt x="1683512" y="1717509"/>
                  </a:lnTo>
                  <a:lnTo>
                    <a:pt x="1683533" y="1717465"/>
                  </a:lnTo>
                  <a:lnTo>
                    <a:pt x="1683542" y="1717449"/>
                  </a:lnTo>
                  <a:lnTo>
                    <a:pt x="1683549" y="1717436"/>
                  </a:lnTo>
                  <a:lnTo>
                    <a:pt x="1683553" y="1717430"/>
                  </a:lnTo>
                  <a:lnTo>
                    <a:pt x="1683559" y="1717425"/>
                  </a:lnTo>
                  <a:lnTo>
                    <a:pt x="1683654" y="1717358"/>
                  </a:lnTo>
                  <a:lnTo>
                    <a:pt x="1683682" y="1717337"/>
                  </a:lnTo>
                  <a:lnTo>
                    <a:pt x="1683760" y="1717282"/>
                  </a:lnTo>
                  <a:lnTo>
                    <a:pt x="1683863" y="1717211"/>
                  </a:lnTo>
                  <a:lnTo>
                    <a:pt x="1683873" y="1717202"/>
                  </a:lnTo>
                  <a:lnTo>
                    <a:pt x="1683951" y="1717135"/>
                  </a:lnTo>
                  <a:lnTo>
                    <a:pt x="1683972" y="1717112"/>
                  </a:lnTo>
                  <a:lnTo>
                    <a:pt x="1683999" y="1717085"/>
                  </a:lnTo>
                  <a:lnTo>
                    <a:pt x="1684006" y="1717077"/>
                  </a:lnTo>
                  <a:lnTo>
                    <a:pt x="1684053" y="1717018"/>
                  </a:lnTo>
                  <a:lnTo>
                    <a:pt x="1684087" y="1716975"/>
                  </a:lnTo>
                  <a:lnTo>
                    <a:pt x="1684100" y="1716959"/>
                  </a:lnTo>
                  <a:lnTo>
                    <a:pt x="1684132" y="1716907"/>
                  </a:lnTo>
                  <a:lnTo>
                    <a:pt x="1684177" y="1716836"/>
                  </a:lnTo>
                  <a:lnTo>
                    <a:pt x="1684187" y="1716810"/>
                  </a:lnTo>
                  <a:lnTo>
                    <a:pt x="1684215" y="1716741"/>
                  </a:lnTo>
                  <a:lnTo>
                    <a:pt x="1684258" y="1716637"/>
                  </a:lnTo>
                  <a:lnTo>
                    <a:pt x="1684298" y="1716537"/>
                  </a:lnTo>
                  <a:lnTo>
                    <a:pt x="1684319" y="1716461"/>
                  </a:lnTo>
                  <a:lnTo>
                    <a:pt x="1684325" y="1716442"/>
                  </a:lnTo>
                  <a:lnTo>
                    <a:pt x="1684351" y="1716349"/>
                  </a:lnTo>
                  <a:lnTo>
                    <a:pt x="1684380" y="1716245"/>
                  </a:lnTo>
                  <a:lnTo>
                    <a:pt x="1684384" y="1716232"/>
                  </a:lnTo>
                  <a:lnTo>
                    <a:pt x="1684398" y="1716180"/>
                  </a:lnTo>
                  <a:lnTo>
                    <a:pt x="1684404" y="1716160"/>
                  </a:lnTo>
                  <a:lnTo>
                    <a:pt x="1684427" y="1716068"/>
                  </a:lnTo>
                  <a:lnTo>
                    <a:pt x="1684443" y="1716003"/>
                  </a:lnTo>
                  <a:lnTo>
                    <a:pt x="1684449" y="1715953"/>
                  </a:lnTo>
                  <a:lnTo>
                    <a:pt x="1684441" y="1715909"/>
                  </a:lnTo>
                  <a:lnTo>
                    <a:pt x="1684440" y="1715903"/>
                  </a:lnTo>
                  <a:lnTo>
                    <a:pt x="1684434" y="1715876"/>
                  </a:lnTo>
                  <a:lnTo>
                    <a:pt x="1684428" y="1715850"/>
                  </a:lnTo>
                  <a:lnTo>
                    <a:pt x="1684418" y="1715805"/>
                  </a:lnTo>
                  <a:lnTo>
                    <a:pt x="1684412" y="1715787"/>
                  </a:lnTo>
                  <a:lnTo>
                    <a:pt x="1684382" y="1715694"/>
                  </a:lnTo>
                  <a:lnTo>
                    <a:pt x="1684379" y="1715685"/>
                  </a:lnTo>
                  <a:lnTo>
                    <a:pt x="1684377" y="1715657"/>
                  </a:lnTo>
                  <a:lnTo>
                    <a:pt x="1684370" y="1715584"/>
                  </a:lnTo>
                  <a:lnTo>
                    <a:pt x="1684363" y="1715504"/>
                  </a:lnTo>
                  <a:lnTo>
                    <a:pt x="1684364" y="1715482"/>
                  </a:lnTo>
                  <a:lnTo>
                    <a:pt x="1684366" y="1715420"/>
                  </a:lnTo>
                  <a:lnTo>
                    <a:pt x="1684367" y="1715401"/>
                  </a:lnTo>
                  <a:lnTo>
                    <a:pt x="1684373" y="1715390"/>
                  </a:lnTo>
                  <a:lnTo>
                    <a:pt x="1684414" y="1715312"/>
                  </a:lnTo>
                  <a:lnTo>
                    <a:pt x="1684462" y="1715270"/>
                  </a:lnTo>
                  <a:lnTo>
                    <a:pt x="1684531" y="1715208"/>
                  </a:lnTo>
                  <a:lnTo>
                    <a:pt x="1684543" y="1715198"/>
                  </a:lnTo>
                  <a:lnTo>
                    <a:pt x="1684663" y="1715097"/>
                  </a:lnTo>
                  <a:lnTo>
                    <a:pt x="1684769" y="1715008"/>
                  </a:lnTo>
                  <a:lnTo>
                    <a:pt x="1684781" y="1714999"/>
                  </a:lnTo>
                  <a:lnTo>
                    <a:pt x="1684911" y="1714898"/>
                  </a:lnTo>
                  <a:lnTo>
                    <a:pt x="1684917" y="1714893"/>
                  </a:lnTo>
                  <a:lnTo>
                    <a:pt x="1684956" y="1714872"/>
                  </a:lnTo>
                  <a:lnTo>
                    <a:pt x="1684980" y="1714860"/>
                  </a:lnTo>
                  <a:lnTo>
                    <a:pt x="1685020" y="1714842"/>
                  </a:lnTo>
                  <a:lnTo>
                    <a:pt x="1685029" y="1714838"/>
                  </a:lnTo>
                  <a:lnTo>
                    <a:pt x="1685062" y="1714821"/>
                  </a:lnTo>
                  <a:lnTo>
                    <a:pt x="1685068" y="1714818"/>
                  </a:lnTo>
                  <a:lnTo>
                    <a:pt x="1685073" y="1714813"/>
                  </a:lnTo>
                  <a:lnTo>
                    <a:pt x="1685117" y="1714763"/>
                  </a:lnTo>
                  <a:lnTo>
                    <a:pt x="1685122" y="1714757"/>
                  </a:lnTo>
                  <a:lnTo>
                    <a:pt x="1685165" y="1714675"/>
                  </a:lnTo>
                  <a:lnTo>
                    <a:pt x="1685177" y="1714614"/>
                  </a:lnTo>
                  <a:lnTo>
                    <a:pt x="1685177" y="1714607"/>
                  </a:lnTo>
                  <a:lnTo>
                    <a:pt x="1685172" y="1714606"/>
                  </a:lnTo>
                  <a:lnTo>
                    <a:pt x="1685157" y="1714603"/>
                  </a:lnTo>
                  <a:lnTo>
                    <a:pt x="1685146" y="1714604"/>
                  </a:lnTo>
                  <a:lnTo>
                    <a:pt x="1685104" y="1714614"/>
                  </a:lnTo>
                  <a:lnTo>
                    <a:pt x="1685080" y="1714619"/>
                  </a:lnTo>
                  <a:lnTo>
                    <a:pt x="1685023" y="1714625"/>
                  </a:lnTo>
                  <a:lnTo>
                    <a:pt x="1684996" y="1714631"/>
                  </a:lnTo>
                  <a:lnTo>
                    <a:pt x="1684896" y="1714697"/>
                  </a:lnTo>
                  <a:lnTo>
                    <a:pt x="1684797" y="1714764"/>
                  </a:lnTo>
                  <a:lnTo>
                    <a:pt x="1684765" y="1714787"/>
                  </a:lnTo>
                  <a:lnTo>
                    <a:pt x="1684702" y="1714857"/>
                  </a:lnTo>
                  <a:lnTo>
                    <a:pt x="1684639" y="1714922"/>
                  </a:lnTo>
                  <a:lnTo>
                    <a:pt x="1684566" y="1714983"/>
                  </a:lnTo>
                  <a:lnTo>
                    <a:pt x="1684494" y="1715028"/>
                  </a:lnTo>
                  <a:lnTo>
                    <a:pt x="1684450" y="1715056"/>
                  </a:lnTo>
                  <a:lnTo>
                    <a:pt x="1684397" y="1715076"/>
                  </a:lnTo>
                  <a:lnTo>
                    <a:pt x="1684363" y="1715103"/>
                  </a:lnTo>
                  <a:lnTo>
                    <a:pt x="1684324" y="1715164"/>
                  </a:lnTo>
                  <a:lnTo>
                    <a:pt x="1684283" y="1715231"/>
                  </a:lnTo>
                  <a:lnTo>
                    <a:pt x="1684233" y="1715317"/>
                  </a:lnTo>
                  <a:lnTo>
                    <a:pt x="1684226" y="1715329"/>
                  </a:lnTo>
                  <a:lnTo>
                    <a:pt x="1684202" y="1715414"/>
                  </a:lnTo>
                  <a:lnTo>
                    <a:pt x="1684179" y="1715504"/>
                  </a:lnTo>
                  <a:lnTo>
                    <a:pt x="1684171" y="1715538"/>
                  </a:lnTo>
                  <a:lnTo>
                    <a:pt x="1684161" y="1715603"/>
                  </a:lnTo>
                  <a:lnTo>
                    <a:pt x="1684162" y="1715619"/>
                  </a:lnTo>
                  <a:lnTo>
                    <a:pt x="1684164" y="1715643"/>
                  </a:lnTo>
                  <a:lnTo>
                    <a:pt x="1684167" y="1715650"/>
                  </a:lnTo>
                  <a:lnTo>
                    <a:pt x="1684177" y="1715669"/>
                  </a:lnTo>
                  <a:lnTo>
                    <a:pt x="1684200" y="1715713"/>
                  </a:lnTo>
                  <a:lnTo>
                    <a:pt x="1684224" y="1715749"/>
                  </a:lnTo>
                  <a:lnTo>
                    <a:pt x="1684241" y="1715775"/>
                  </a:lnTo>
                  <a:lnTo>
                    <a:pt x="1684251" y="1715788"/>
                  </a:lnTo>
                  <a:lnTo>
                    <a:pt x="1684269" y="1715812"/>
                  </a:lnTo>
                  <a:lnTo>
                    <a:pt x="1684260" y="1715917"/>
                  </a:lnTo>
                  <a:lnTo>
                    <a:pt x="1684234" y="1716161"/>
                  </a:lnTo>
                  <a:lnTo>
                    <a:pt x="1684183" y="1716196"/>
                  </a:lnTo>
                  <a:lnTo>
                    <a:pt x="1684135" y="1716234"/>
                  </a:lnTo>
                  <a:lnTo>
                    <a:pt x="1684109" y="1716224"/>
                  </a:lnTo>
                  <a:lnTo>
                    <a:pt x="1684063" y="1716206"/>
                  </a:lnTo>
                  <a:lnTo>
                    <a:pt x="1684035" y="1716196"/>
                  </a:lnTo>
                  <a:lnTo>
                    <a:pt x="1684019" y="1716201"/>
                  </a:lnTo>
                  <a:lnTo>
                    <a:pt x="1684010" y="1716214"/>
                  </a:lnTo>
                  <a:lnTo>
                    <a:pt x="1684006" y="1716225"/>
                  </a:lnTo>
                  <a:lnTo>
                    <a:pt x="1684002" y="1716243"/>
                  </a:lnTo>
                  <a:lnTo>
                    <a:pt x="1684000" y="1716255"/>
                  </a:lnTo>
                  <a:lnTo>
                    <a:pt x="1683989" y="1716304"/>
                  </a:lnTo>
                  <a:lnTo>
                    <a:pt x="1683987" y="1716313"/>
                  </a:lnTo>
                  <a:lnTo>
                    <a:pt x="1683974" y="1716352"/>
                  </a:lnTo>
                  <a:lnTo>
                    <a:pt x="1683960" y="1716369"/>
                  </a:lnTo>
                  <a:lnTo>
                    <a:pt x="1683913" y="1716404"/>
                  </a:lnTo>
                  <a:lnTo>
                    <a:pt x="1683732" y="1716539"/>
                  </a:lnTo>
                  <a:lnTo>
                    <a:pt x="1683602" y="1716637"/>
                  </a:lnTo>
                  <a:lnTo>
                    <a:pt x="1683527" y="1716691"/>
                  </a:lnTo>
                  <a:lnTo>
                    <a:pt x="1683438" y="1716756"/>
                  </a:lnTo>
                  <a:lnTo>
                    <a:pt x="1683389" y="1716783"/>
                  </a:lnTo>
                  <a:lnTo>
                    <a:pt x="1683342" y="1716803"/>
                  </a:lnTo>
                  <a:lnTo>
                    <a:pt x="1683243" y="1716844"/>
                  </a:lnTo>
                  <a:lnTo>
                    <a:pt x="1683210" y="1716855"/>
                  </a:lnTo>
                  <a:lnTo>
                    <a:pt x="1683195" y="1716861"/>
                  </a:lnTo>
                  <a:lnTo>
                    <a:pt x="1683148" y="1716875"/>
                  </a:lnTo>
                  <a:lnTo>
                    <a:pt x="1683138" y="1716874"/>
                  </a:lnTo>
                  <a:lnTo>
                    <a:pt x="1683130" y="1716874"/>
                  </a:lnTo>
                  <a:lnTo>
                    <a:pt x="1683100" y="1716834"/>
                  </a:lnTo>
                  <a:lnTo>
                    <a:pt x="1683089" y="1716833"/>
                  </a:lnTo>
                  <a:lnTo>
                    <a:pt x="1683082" y="1716833"/>
                  </a:lnTo>
                  <a:lnTo>
                    <a:pt x="1683069" y="1716837"/>
                  </a:lnTo>
                  <a:lnTo>
                    <a:pt x="1683048" y="1716845"/>
                  </a:lnTo>
                  <a:lnTo>
                    <a:pt x="1683029" y="1716851"/>
                  </a:lnTo>
                  <a:lnTo>
                    <a:pt x="1682988" y="1716858"/>
                  </a:lnTo>
                  <a:lnTo>
                    <a:pt x="1682953" y="1716865"/>
                  </a:lnTo>
                  <a:lnTo>
                    <a:pt x="1682929" y="1716871"/>
                  </a:lnTo>
                  <a:lnTo>
                    <a:pt x="1682888" y="1716885"/>
                  </a:lnTo>
                  <a:lnTo>
                    <a:pt x="1682702" y="1716952"/>
                  </a:lnTo>
                  <a:lnTo>
                    <a:pt x="1682642" y="1716974"/>
                  </a:lnTo>
                  <a:lnTo>
                    <a:pt x="1682511" y="1717021"/>
                  </a:lnTo>
                  <a:lnTo>
                    <a:pt x="1682365" y="1717077"/>
                  </a:lnTo>
                  <a:lnTo>
                    <a:pt x="1682318" y="1717095"/>
                  </a:lnTo>
                  <a:lnTo>
                    <a:pt x="1682127" y="1717169"/>
                  </a:lnTo>
                  <a:lnTo>
                    <a:pt x="1682120" y="1717172"/>
                  </a:lnTo>
                  <a:lnTo>
                    <a:pt x="1681980" y="1717229"/>
                  </a:lnTo>
                  <a:lnTo>
                    <a:pt x="1681968" y="1717233"/>
                  </a:lnTo>
                  <a:lnTo>
                    <a:pt x="1681952" y="1717237"/>
                  </a:lnTo>
                  <a:lnTo>
                    <a:pt x="1681936" y="1717243"/>
                  </a:lnTo>
                  <a:lnTo>
                    <a:pt x="1681929" y="1717245"/>
                  </a:lnTo>
                  <a:lnTo>
                    <a:pt x="1681912" y="1717262"/>
                  </a:lnTo>
                  <a:lnTo>
                    <a:pt x="1681896" y="1717279"/>
                  </a:lnTo>
                  <a:lnTo>
                    <a:pt x="1681821" y="1717363"/>
                  </a:lnTo>
                  <a:lnTo>
                    <a:pt x="1681802" y="1717384"/>
                  </a:lnTo>
                  <a:lnTo>
                    <a:pt x="1681740" y="1717454"/>
                  </a:lnTo>
                  <a:lnTo>
                    <a:pt x="1681686" y="1717514"/>
                  </a:lnTo>
                  <a:lnTo>
                    <a:pt x="1681642" y="1717562"/>
                  </a:lnTo>
                  <a:lnTo>
                    <a:pt x="1681580" y="1717628"/>
                  </a:lnTo>
                  <a:lnTo>
                    <a:pt x="1681455" y="1717762"/>
                  </a:lnTo>
                  <a:lnTo>
                    <a:pt x="1681423" y="1717798"/>
                  </a:lnTo>
                  <a:lnTo>
                    <a:pt x="1681318" y="1717909"/>
                  </a:lnTo>
                  <a:lnTo>
                    <a:pt x="1681282" y="1717949"/>
                  </a:lnTo>
                  <a:lnTo>
                    <a:pt x="1681275" y="1717955"/>
                  </a:lnTo>
                  <a:lnTo>
                    <a:pt x="1681257" y="1717973"/>
                  </a:lnTo>
                  <a:lnTo>
                    <a:pt x="1681217" y="1717999"/>
                  </a:lnTo>
                  <a:lnTo>
                    <a:pt x="1681202" y="1718009"/>
                  </a:lnTo>
                  <a:lnTo>
                    <a:pt x="1681180" y="1718023"/>
                  </a:lnTo>
                  <a:lnTo>
                    <a:pt x="1681171" y="1718025"/>
                  </a:lnTo>
                  <a:lnTo>
                    <a:pt x="1681159" y="1718028"/>
                  </a:lnTo>
                  <a:lnTo>
                    <a:pt x="1681153" y="1718029"/>
                  </a:lnTo>
                  <a:lnTo>
                    <a:pt x="1681145" y="1718031"/>
                  </a:lnTo>
                  <a:lnTo>
                    <a:pt x="1681064" y="1718039"/>
                  </a:lnTo>
                  <a:lnTo>
                    <a:pt x="1680961" y="1718048"/>
                  </a:lnTo>
                  <a:lnTo>
                    <a:pt x="1680953" y="1718048"/>
                  </a:lnTo>
                  <a:lnTo>
                    <a:pt x="1680775" y="1718038"/>
                  </a:lnTo>
                  <a:lnTo>
                    <a:pt x="1680710" y="1718034"/>
                  </a:lnTo>
                  <a:lnTo>
                    <a:pt x="1680633" y="1718029"/>
                  </a:lnTo>
                  <a:lnTo>
                    <a:pt x="1680578" y="1718013"/>
                  </a:lnTo>
                  <a:lnTo>
                    <a:pt x="1680575" y="1718005"/>
                  </a:lnTo>
                  <a:lnTo>
                    <a:pt x="1680572" y="1717995"/>
                  </a:lnTo>
                  <a:lnTo>
                    <a:pt x="1680521" y="1718001"/>
                  </a:lnTo>
                  <a:lnTo>
                    <a:pt x="1680495" y="1718004"/>
                  </a:lnTo>
                  <a:lnTo>
                    <a:pt x="1680363" y="1718020"/>
                  </a:lnTo>
                  <a:lnTo>
                    <a:pt x="1680291" y="1718028"/>
                  </a:lnTo>
                  <a:lnTo>
                    <a:pt x="1680279" y="1718029"/>
                  </a:lnTo>
                  <a:lnTo>
                    <a:pt x="1680260" y="1718032"/>
                  </a:lnTo>
                  <a:lnTo>
                    <a:pt x="1680214" y="1718059"/>
                  </a:lnTo>
                  <a:lnTo>
                    <a:pt x="1680209" y="1718061"/>
                  </a:lnTo>
                  <a:lnTo>
                    <a:pt x="1680131" y="1718107"/>
                  </a:lnTo>
                  <a:lnTo>
                    <a:pt x="1680059" y="1718149"/>
                  </a:lnTo>
                  <a:lnTo>
                    <a:pt x="1680012" y="1718157"/>
                  </a:lnTo>
                  <a:lnTo>
                    <a:pt x="1679920" y="1718161"/>
                  </a:lnTo>
                  <a:lnTo>
                    <a:pt x="1679900" y="1718163"/>
                  </a:lnTo>
                  <a:lnTo>
                    <a:pt x="1679773" y="1718175"/>
                  </a:lnTo>
                  <a:lnTo>
                    <a:pt x="1679741" y="1718180"/>
                  </a:lnTo>
                  <a:lnTo>
                    <a:pt x="1679708" y="1718185"/>
                  </a:lnTo>
                  <a:lnTo>
                    <a:pt x="1679671" y="1718191"/>
                  </a:lnTo>
                  <a:lnTo>
                    <a:pt x="1679663" y="1718207"/>
                  </a:lnTo>
                  <a:lnTo>
                    <a:pt x="1679660" y="1718250"/>
                  </a:lnTo>
                  <a:lnTo>
                    <a:pt x="1679625" y="1718275"/>
                  </a:lnTo>
                  <a:lnTo>
                    <a:pt x="1679605" y="1718288"/>
                  </a:lnTo>
                  <a:lnTo>
                    <a:pt x="1679520" y="1718327"/>
                  </a:lnTo>
                  <a:lnTo>
                    <a:pt x="1679480" y="1718336"/>
                  </a:lnTo>
                  <a:lnTo>
                    <a:pt x="1679466" y="1718340"/>
                  </a:lnTo>
                  <a:lnTo>
                    <a:pt x="1679431" y="1718337"/>
                  </a:lnTo>
                  <a:lnTo>
                    <a:pt x="1679417" y="1718337"/>
                  </a:lnTo>
                  <a:lnTo>
                    <a:pt x="1679376" y="1718328"/>
                  </a:lnTo>
                  <a:lnTo>
                    <a:pt x="1679315" y="1718315"/>
                  </a:lnTo>
                  <a:lnTo>
                    <a:pt x="1679267" y="1718287"/>
                  </a:lnTo>
                  <a:lnTo>
                    <a:pt x="1679158" y="1718223"/>
                  </a:lnTo>
                  <a:lnTo>
                    <a:pt x="1679153" y="1718212"/>
                  </a:lnTo>
                  <a:lnTo>
                    <a:pt x="1679134" y="1718168"/>
                  </a:lnTo>
                  <a:lnTo>
                    <a:pt x="1679127" y="1718154"/>
                  </a:lnTo>
                  <a:lnTo>
                    <a:pt x="1679118" y="1718110"/>
                  </a:lnTo>
                  <a:lnTo>
                    <a:pt x="1678896" y="1718002"/>
                  </a:lnTo>
                  <a:lnTo>
                    <a:pt x="1678707" y="1717911"/>
                  </a:lnTo>
                  <a:lnTo>
                    <a:pt x="1678509" y="1717814"/>
                  </a:lnTo>
                  <a:lnTo>
                    <a:pt x="1678484" y="1717802"/>
                  </a:lnTo>
                  <a:lnTo>
                    <a:pt x="1678479" y="1717800"/>
                  </a:lnTo>
                  <a:lnTo>
                    <a:pt x="1678356" y="1717740"/>
                  </a:lnTo>
                  <a:lnTo>
                    <a:pt x="1678344" y="1717738"/>
                  </a:lnTo>
                  <a:lnTo>
                    <a:pt x="1678283" y="1717724"/>
                  </a:lnTo>
                  <a:lnTo>
                    <a:pt x="1678252" y="1717718"/>
                  </a:lnTo>
                  <a:lnTo>
                    <a:pt x="1678217" y="1717711"/>
                  </a:lnTo>
                  <a:lnTo>
                    <a:pt x="1678189" y="1717710"/>
                  </a:lnTo>
                  <a:lnTo>
                    <a:pt x="1678071" y="1717708"/>
                  </a:lnTo>
                  <a:lnTo>
                    <a:pt x="1678044" y="1717708"/>
                  </a:lnTo>
                  <a:lnTo>
                    <a:pt x="1678035" y="1717706"/>
                  </a:lnTo>
                  <a:lnTo>
                    <a:pt x="1678010" y="1717702"/>
                  </a:lnTo>
                  <a:lnTo>
                    <a:pt x="1677883" y="1717680"/>
                  </a:lnTo>
                  <a:lnTo>
                    <a:pt x="1677810" y="1717668"/>
                  </a:lnTo>
                  <a:lnTo>
                    <a:pt x="1677789" y="1717664"/>
                  </a:lnTo>
                  <a:lnTo>
                    <a:pt x="1677738" y="1717655"/>
                  </a:lnTo>
                  <a:lnTo>
                    <a:pt x="1677720" y="1717647"/>
                  </a:lnTo>
                  <a:lnTo>
                    <a:pt x="1677698" y="1717638"/>
                  </a:lnTo>
                  <a:lnTo>
                    <a:pt x="1677647" y="1717601"/>
                  </a:lnTo>
                  <a:lnTo>
                    <a:pt x="1677628" y="1717574"/>
                  </a:lnTo>
                  <a:lnTo>
                    <a:pt x="1677594" y="1717562"/>
                  </a:lnTo>
                  <a:lnTo>
                    <a:pt x="1677558" y="1717548"/>
                  </a:lnTo>
                  <a:lnTo>
                    <a:pt x="1677547" y="1717544"/>
                  </a:lnTo>
                  <a:lnTo>
                    <a:pt x="1677529" y="1717538"/>
                  </a:lnTo>
                  <a:lnTo>
                    <a:pt x="1677457" y="1717511"/>
                  </a:lnTo>
                  <a:lnTo>
                    <a:pt x="1677329" y="1717473"/>
                  </a:lnTo>
                  <a:lnTo>
                    <a:pt x="1677244" y="1717448"/>
                  </a:lnTo>
                  <a:lnTo>
                    <a:pt x="1677173" y="1717435"/>
                  </a:lnTo>
                  <a:lnTo>
                    <a:pt x="1677113" y="1717413"/>
                  </a:lnTo>
                  <a:lnTo>
                    <a:pt x="1676934" y="1717348"/>
                  </a:lnTo>
                  <a:lnTo>
                    <a:pt x="1676920" y="1717343"/>
                  </a:lnTo>
                  <a:lnTo>
                    <a:pt x="1676805" y="1717283"/>
                  </a:lnTo>
                  <a:lnTo>
                    <a:pt x="1676785" y="1717269"/>
                  </a:lnTo>
                  <a:lnTo>
                    <a:pt x="1676774" y="1717262"/>
                  </a:lnTo>
                  <a:lnTo>
                    <a:pt x="1676769" y="1717258"/>
                  </a:lnTo>
                  <a:lnTo>
                    <a:pt x="1676761" y="1717253"/>
                  </a:lnTo>
                  <a:lnTo>
                    <a:pt x="1676753" y="1717246"/>
                  </a:lnTo>
                  <a:lnTo>
                    <a:pt x="1676746" y="1717238"/>
                  </a:lnTo>
                  <a:lnTo>
                    <a:pt x="1676742" y="1717234"/>
                  </a:lnTo>
                  <a:lnTo>
                    <a:pt x="1676694" y="1717179"/>
                  </a:lnTo>
                  <a:lnTo>
                    <a:pt x="1676690" y="1717173"/>
                  </a:lnTo>
                  <a:lnTo>
                    <a:pt x="1676677" y="1717140"/>
                  </a:lnTo>
                  <a:lnTo>
                    <a:pt x="1676674" y="1717132"/>
                  </a:lnTo>
                  <a:lnTo>
                    <a:pt x="1676673" y="1717124"/>
                  </a:lnTo>
                  <a:lnTo>
                    <a:pt x="1676663" y="1717036"/>
                  </a:lnTo>
                  <a:lnTo>
                    <a:pt x="1676663" y="1717006"/>
                  </a:lnTo>
                  <a:lnTo>
                    <a:pt x="1676663" y="1716995"/>
                  </a:lnTo>
                  <a:lnTo>
                    <a:pt x="1676663" y="1716979"/>
                  </a:lnTo>
                  <a:lnTo>
                    <a:pt x="1676662" y="1716874"/>
                  </a:lnTo>
                  <a:lnTo>
                    <a:pt x="1676662" y="1716823"/>
                  </a:lnTo>
                  <a:lnTo>
                    <a:pt x="1676672" y="1716732"/>
                  </a:lnTo>
                  <a:lnTo>
                    <a:pt x="1676685" y="1716613"/>
                  </a:lnTo>
                  <a:lnTo>
                    <a:pt x="1676706" y="1716612"/>
                  </a:lnTo>
                  <a:lnTo>
                    <a:pt x="1676705" y="1716585"/>
                  </a:lnTo>
                  <a:lnTo>
                    <a:pt x="1676703" y="1716538"/>
                  </a:lnTo>
                  <a:lnTo>
                    <a:pt x="1676703" y="1716520"/>
                  </a:lnTo>
                  <a:lnTo>
                    <a:pt x="1676695" y="1716480"/>
                  </a:lnTo>
                  <a:lnTo>
                    <a:pt x="1676683" y="1716413"/>
                  </a:lnTo>
                  <a:lnTo>
                    <a:pt x="1676677" y="1716382"/>
                  </a:lnTo>
                  <a:lnTo>
                    <a:pt x="1676669" y="1716356"/>
                  </a:lnTo>
                  <a:lnTo>
                    <a:pt x="1676634" y="1716242"/>
                  </a:lnTo>
                  <a:lnTo>
                    <a:pt x="1676588" y="1716094"/>
                  </a:lnTo>
                  <a:lnTo>
                    <a:pt x="1676586" y="1716086"/>
                  </a:lnTo>
                  <a:lnTo>
                    <a:pt x="1676578" y="1716080"/>
                  </a:lnTo>
                  <a:lnTo>
                    <a:pt x="1676464" y="1715974"/>
                  </a:lnTo>
                  <a:lnTo>
                    <a:pt x="1676456" y="1715966"/>
                  </a:lnTo>
                  <a:lnTo>
                    <a:pt x="1676412" y="1715925"/>
                  </a:lnTo>
                  <a:lnTo>
                    <a:pt x="1676271" y="1715793"/>
                  </a:lnTo>
                  <a:lnTo>
                    <a:pt x="1676148" y="1715679"/>
                  </a:lnTo>
                  <a:lnTo>
                    <a:pt x="1676138" y="1715669"/>
                  </a:lnTo>
                  <a:lnTo>
                    <a:pt x="1676124" y="1715657"/>
                  </a:lnTo>
                  <a:lnTo>
                    <a:pt x="1675974" y="1715517"/>
                  </a:lnTo>
                  <a:lnTo>
                    <a:pt x="1675919" y="1715465"/>
                  </a:lnTo>
                  <a:lnTo>
                    <a:pt x="1675901" y="1715440"/>
                  </a:lnTo>
                  <a:lnTo>
                    <a:pt x="1675814" y="1715312"/>
                  </a:lnTo>
                  <a:lnTo>
                    <a:pt x="1675789" y="1715231"/>
                  </a:lnTo>
                  <a:lnTo>
                    <a:pt x="1675801" y="1715223"/>
                  </a:lnTo>
                  <a:lnTo>
                    <a:pt x="1675833" y="1715203"/>
                  </a:lnTo>
                  <a:lnTo>
                    <a:pt x="1675866" y="1715181"/>
                  </a:lnTo>
                  <a:lnTo>
                    <a:pt x="1675937" y="1715135"/>
                  </a:lnTo>
                  <a:lnTo>
                    <a:pt x="1675946" y="1715134"/>
                  </a:lnTo>
                  <a:lnTo>
                    <a:pt x="1675960" y="1715132"/>
                  </a:lnTo>
                  <a:lnTo>
                    <a:pt x="1675972" y="1715131"/>
                  </a:lnTo>
                  <a:lnTo>
                    <a:pt x="1676014" y="1715139"/>
                  </a:lnTo>
                  <a:lnTo>
                    <a:pt x="1676020" y="1715140"/>
                  </a:lnTo>
                  <a:lnTo>
                    <a:pt x="1676024" y="1715115"/>
                  </a:lnTo>
                  <a:lnTo>
                    <a:pt x="1676030" y="1715075"/>
                  </a:lnTo>
                  <a:lnTo>
                    <a:pt x="1675953" y="1715015"/>
                  </a:lnTo>
                  <a:lnTo>
                    <a:pt x="1675902" y="1714981"/>
                  </a:lnTo>
                  <a:lnTo>
                    <a:pt x="1675659" y="1714896"/>
                  </a:lnTo>
                  <a:lnTo>
                    <a:pt x="1675627" y="1714903"/>
                  </a:lnTo>
                  <a:lnTo>
                    <a:pt x="1675605" y="1714909"/>
                  </a:lnTo>
                  <a:lnTo>
                    <a:pt x="1675564" y="1714921"/>
                  </a:lnTo>
                  <a:lnTo>
                    <a:pt x="1675558" y="1714922"/>
                  </a:lnTo>
                  <a:lnTo>
                    <a:pt x="1675507" y="1714932"/>
                  </a:lnTo>
                  <a:lnTo>
                    <a:pt x="1675489" y="1714936"/>
                  </a:lnTo>
                  <a:lnTo>
                    <a:pt x="1675450" y="1714935"/>
                  </a:lnTo>
                  <a:lnTo>
                    <a:pt x="1675426" y="1714934"/>
                  </a:lnTo>
                  <a:lnTo>
                    <a:pt x="1675393" y="1714924"/>
                  </a:lnTo>
                  <a:lnTo>
                    <a:pt x="1675286" y="1714885"/>
                  </a:lnTo>
                  <a:lnTo>
                    <a:pt x="1675269" y="1714879"/>
                  </a:lnTo>
                  <a:lnTo>
                    <a:pt x="1675264" y="1714875"/>
                  </a:lnTo>
                  <a:lnTo>
                    <a:pt x="1675092" y="1714745"/>
                  </a:lnTo>
                  <a:lnTo>
                    <a:pt x="1674978" y="1714663"/>
                  </a:lnTo>
                  <a:lnTo>
                    <a:pt x="1674815" y="1714481"/>
                  </a:lnTo>
                  <a:lnTo>
                    <a:pt x="1674677" y="1714287"/>
                  </a:lnTo>
                  <a:lnTo>
                    <a:pt x="1674675" y="1714269"/>
                  </a:lnTo>
                  <a:lnTo>
                    <a:pt x="1674718" y="1714190"/>
                  </a:lnTo>
                  <a:lnTo>
                    <a:pt x="1674731" y="1714160"/>
                  </a:lnTo>
                  <a:lnTo>
                    <a:pt x="1674729" y="1714148"/>
                  </a:lnTo>
                  <a:lnTo>
                    <a:pt x="1674670" y="1714108"/>
                  </a:lnTo>
                  <a:lnTo>
                    <a:pt x="1674250" y="1713816"/>
                  </a:lnTo>
                  <a:lnTo>
                    <a:pt x="1674148" y="1713761"/>
                  </a:lnTo>
                  <a:lnTo>
                    <a:pt x="1674096" y="1713746"/>
                  </a:lnTo>
                  <a:lnTo>
                    <a:pt x="1673993" y="1713641"/>
                  </a:lnTo>
                  <a:lnTo>
                    <a:pt x="1673964" y="1713519"/>
                  </a:lnTo>
                  <a:lnTo>
                    <a:pt x="1673984" y="1713333"/>
                  </a:lnTo>
                  <a:lnTo>
                    <a:pt x="1674009" y="1713198"/>
                  </a:lnTo>
                  <a:lnTo>
                    <a:pt x="1674007" y="1713120"/>
                  </a:lnTo>
                  <a:lnTo>
                    <a:pt x="1674007" y="1713105"/>
                  </a:lnTo>
                  <a:lnTo>
                    <a:pt x="1673985" y="1712991"/>
                  </a:lnTo>
                  <a:lnTo>
                    <a:pt x="1673988" y="1712958"/>
                  </a:lnTo>
                  <a:lnTo>
                    <a:pt x="1673990" y="1712942"/>
                  </a:lnTo>
                  <a:lnTo>
                    <a:pt x="1674030" y="1712855"/>
                  </a:lnTo>
                  <a:lnTo>
                    <a:pt x="1674070" y="1712814"/>
                  </a:lnTo>
                  <a:lnTo>
                    <a:pt x="1674075" y="1712809"/>
                  </a:lnTo>
                  <a:lnTo>
                    <a:pt x="1674093" y="1712798"/>
                  </a:lnTo>
                  <a:lnTo>
                    <a:pt x="1674130" y="1712774"/>
                  </a:lnTo>
                  <a:lnTo>
                    <a:pt x="1674221" y="1712725"/>
                  </a:lnTo>
                  <a:lnTo>
                    <a:pt x="1674590" y="1712565"/>
                  </a:lnTo>
                  <a:lnTo>
                    <a:pt x="1674629" y="1712590"/>
                  </a:lnTo>
                  <a:lnTo>
                    <a:pt x="1674721" y="1712603"/>
                  </a:lnTo>
                  <a:lnTo>
                    <a:pt x="1674870" y="1712326"/>
                  </a:lnTo>
                  <a:lnTo>
                    <a:pt x="1674898" y="1712216"/>
                  </a:lnTo>
                  <a:lnTo>
                    <a:pt x="1674923" y="1712114"/>
                  </a:lnTo>
                  <a:lnTo>
                    <a:pt x="1674880" y="1712072"/>
                  </a:lnTo>
                  <a:lnTo>
                    <a:pt x="1674876" y="1712067"/>
                  </a:lnTo>
                  <a:lnTo>
                    <a:pt x="1674813" y="1711991"/>
                  </a:lnTo>
                  <a:lnTo>
                    <a:pt x="1674767" y="1711888"/>
                  </a:lnTo>
                  <a:lnTo>
                    <a:pt x="1674745" y="1711809"/>
                  </a:lnTo>
                  <a:lnTo>
                    <a:pt x="1674691" y="1711504"/>
                  </a:lnTo>
                  <a:lnTo>
                    <a:pt x="1674696" y="1711367"/>
                  </a:lnTo>
                  <a:lnTo>
                    <a:pt x="1674624" y="1711252"/>
                  </a:lnTo>
                  <a:lnTo>
                    <a:pt x="1674532" y="1711150"/>
                  </a:lnTo>
                  <a:lnTo>
                    <a:pt x="1674439" y="1711082"/>
                  </a:lnTo>
                  <a:lnTo>
                    <a:pt x="1674438" y="1711044"/>
                  </a:lnTo>
                  <a:lnTo>
                    <a:pt x="1674568" y="1710617"/>
                  </a:lnTo>
                  <a:lnTo>
                    <a:pt x="1674608" y="1710481"/>
                  </a:lnTo>
                  <a:lnTo>
                    <a:pt x="1674647" y="1710449"/>
                  </a:lnTo>
                  <a:lnTo>
                    <a:pt x="1674656" y="1710442"/>
                  </a:lnTo>
                  <a:lnTo>
                    <a:pt x="1674762" y="1710392"/>
                  </a:lnTo>
                  <a:lnTo>
                    <a:pt x="1674891" y="1710387"/>
                  </a:lnTo>
                  <a:lnTo>
                    <a:pt x="1675117" y="1710378"/>
                  </a:lnTo>
                  <a:lnTo>
                    <a:pt x="1675169" y="1710379"/>
                  </a:lnTo>
                  <a:lnTo>
                    <a:pt x="1675201" y="1710390"/>
                  </a:lnTo>
                  <a:lnTo>
                    <a:pt x="1675208" y="1710393"/>
                  </a:lnTo>
                  <a:lnTo>
                    <a:pt x="1675233" y="1710437"/>
                  </a:lnTo>
                  <a:lnTo>
                    <a:pt x="1675252" y="1710474"/>
                  </a:lnTo>
                  <a:lnTo>
                    <a:pt x="1675270" y="1710493"/>
                  </a:lnTo>
                  <a:lnTo>
                    <a:pt x="1675375" y="1710608"/>
                  </a:lnTo>
                  <a:lnTo>
                    <a:pt x="1675454" y="1710672"/>
                  </a:lnTo>
                  <a:lnTo>
                    <a:pt x="1675469" y="1710678"/>
                  </a:lnTo>
                  <a:lnTo>
                    <a:pt x="1675499" y="1710690"/>
                  </a:lnTo>
                  <a:lnTo>
                    <a:pt x="1675513" y="1710696"/>
                  </a:lnTo>
                  <a:lnTo>
                    <a:pt x="1675691" y="1710724"/>
                  </a:lnTo>
                  <a:lnTo>
                    <a:pt x="1675750" y="1710693"/>
                  </a:lnTo>
                  <a:lnTo>
                    <a:pt x="1675957" y="1710590"/>
                  </a:lnTo>
                  <a:lnTo>
                    <a:pt x="1676060" y="1710508"/>
                  </a:lnTo>
                  <a:lnTo>
                    <a:pt x="1676127" y="1710447"/>
                  </a:lnTo>
                  <a:lnTo>
                    <a:pt x="1676199" y="1710372"/>
                  </a:lnTo>
                  <a:lnTo>
                    <a:pt x="1676229" y="1710338"/>
                  </a:lnTo>
                  <a:lnTo>
                    <a:pt x="1676362" y="1710187"/>
                  </a:lnTo>
                  <a:lnTo>
                    <a:pt x="1676493" y="1710029"/>
                  </a:lnTo>
                  <a:lnTo>
                    <a:pt x="1676526" y="1709993"/>
                  </a:lnTo>
                  <a:lnTo>
                    <a:pt x="1676590" y="1709924"/>
                  </a:lnTo>
                  <a:lnTo>
                    <a:pt x="1676616" y="1709898"/>
                  </a:lnTo>
                  <a:lnTo>
                    <a:pt x="1676695" y="1709877"/>
                  </a:lnTo>
                  <a:lnTo>
                    <a:pt x="1676690" y="1709849"/>
                  </a:lnTo>
                  <a:lnTo>
                    <a:pt x="1676685" y="1709814"/>
                  </a:lnTo>
                  <a:lnTo>
                    <a:pt x="1676681" y="1709792"/>
                  </a:lnTo>
                  <a:lnTo>
                    <a:pt x="1676677" y="1709787"/>
                  </a:lnTo>
                  <a:lnTo>
                    <a:pt x="1676668" y="1709776"/>
                  </a:lnTo>
                  <a:lnTo>
                    <a:pt x="1676618" y="1709780"/>
                  </a:lnTo>
                  <a:lnTo>
                    <a:pt x="1676493" y="1709790"/>
                  </a:lnTo>
                  <a:lnTo>
                    <a:pt x="1676359" y="1709865"/>
                  </a:lnTo>
                  <a:lnTo>
                    <a:pt x="1676307" y="1709892"/>
                  </a:lnTo>
                  <a:lnTo>
                    <a:pt x="1676256" y="1709962"/>
                  </a:lnTo>
                  <a:lnTo>
                    <a:pt x="1676089" y="1710131"/>
                  </a:lnTo>
                  <a:lnTo>
                    <a:pt x="1675961" y="1710253"/>
                  </a:lnTo>
                  <a:lnTo>
                    <a:pt x="1675948" y="1710254"/>
                  </a:lnTo>
                  <a:lnTo>
                    <a:pt x="1675912" y="1710256"/>
                  </a:lnTo>
                  <a:lnTo>
                    <a:pt x="1675798" y="1710251"/>
                  </a:lnTo>
                  <a:lnTo>
                    <a:pt x="1675673" y="1710236"/>
                  </a:lnTo>
                  <a:lnTo>
                    <a:pt x="1675607" y="1710229"/>
                  </a:lnTo>
                  <a:lnTo>
                    <a:pt x="1675582" y="1710221"/>
                  </a:lnTo>
                  <a:lnTo>
                    <a:pt x="1675564" y="1710201"/>
                  </a:lnTo>
                  <a:lnTo>
                    <a:pt x="1675562" y="1710180"/>
                  </a:lnTo>
                  <a:lnTo>
                    <a:pt x="1675609" y="1710108"/>
                  </a:lnTo>
                  <a:lnTo>
                    <a:pt x="1675716" y="1710002"/>
                  </a:lnTo>
                  <a:lnTo>
                    <a:pt x="1675796" y="1709889"/>
                  </a:lnTo>
                  <a:lnTo>
                    <a:pt x="1675866" y="1709745"/>
                  </a:lnTo>
                  <a:lnTo>
                    <a:pt x="1675887" y="1709682"/>
                  </a:lnTo>
                  <a:lnTo>
                    <a:pt x="1675874" y="1709619"/>
                  </a:lnTo>
                  <a:lnTo>
                    <a:pt x="1675889" y="1709528"/>
                  </a:lnTo>
                  <a:lnTo>
                    <a:pt x="1675941" y="1709366"/>
                  </a:lnTo>
                  <a:lnTo>
                    <a:pt x="1675985" y="1709234"/>
                  </a:lnTo>
                  <a:lnTo>
                    <a:pt x="1675999" y="1709208"/>
                  </a:lnTo>
                  <a:lnTo>
                    <a:pt x="1676010" y="1709186"/>
                  </a:lnTo>
                  <a:lnTo>
                    <a:pt x="1676011" y="1709149"/>
                  </a:lnTo>
                  <a:lnTo>
                    <a:pt x="1675983" y="1709129"/>
                  </a:lnTo>
                  <a:lnTo>
                    <a:pt x="1675947" y="1709115"/>
                  </a:lnTo>
                  <a:lnTo>
                    <a:pt x="1675913" y="1709127"/>
                  </a:lnTo>
                  <a:lnTo>
                    <a:pt x="1675909" y="1709133"/>
                  </a:lnTo>
                  <a:lnTo>
                    <a:pt x="1675894" y="1709152"/>
                  </a:lnTo>
                  <a:lnTo>
                    <a:pt x="1675863" y="1709277"/>
                  </a:lnTo>
                  <a:lnTo>
                    <a:pt x="1675811" y="1709434"/>
                  </a:lnTo>
                  <a:lnTo>
                    <a:pt x="1675783" y="1709535"/>
                  </a:lnTo>
                  <a:lnTo>
                    <a:pt x="1675600" y="1709825"/>
                  </a:lnTo>
                  <a:lnTo>
                    <a:pt x="1675263" y="1710015"/>
                  </a:lnTo>
                  <a:lnTo>
                    <a:pt x="1674876" y="1710074"/>
                  </a:lnTo>
                  <a:lnTo>
                    <a:pt x="1674807" y="1710177"/>
                  </a:lnTo>
                  <a:lnTo>
                    <a:pt x="1674762" y="1710192"/>
                  </a:lnTo>
                  <a:lnTo>
                    <a:pt x="1674748" y="1710185"/>
                  </a:lnTo>
                  <a:lnTo>
                    <a:pt x="1674722" y="1710148"/>
                  </a:lnTo>
                  <a:lnTo>
                    <a:pt x="1674699" y="1710063"/>
                  </a:lnTo>
                  <a:lnTo>
                    <a:pt x="1674697" y="1709981"/>
                  </a:lnTo>
                  <a:lnTo>
                    <a:pt x="1674706" y="1709851"/>
                  </a:lnTo>
                  <a:lnTo>
                    <a:pt x="1674772" y="1709699"/>
                  </a:lnTo>
                  <a:lnTo>
                    <a:pt x="1674720" y="1709607"/>
                  </a:lnTo>
                  <a:lnTo>
                    <a:pt x="1674651" y="1709389"/>
                  </a:lnTo>
                  <a:lnTo>
                    <a:pt x="1674671" y="1708999"/>
                  </a:lnTo>
                  <a:lnTo>
                    <a:pt x="1674707" y="1708798"/>
                  </a:lnTo>
                  <a:lnTo>
                    <a:pt x="1674758" y="1708761"/>
                  </a:lnTo>
                  <a:lnTo>
                    <a:pt x="1674785" y="1708735"/>
                  </a:lnTo>
                  <a:lnTo>
                    <a:pt x="1674789" y="1708724"/>
                  </a:lnTo>
                  <a:lnTo>
                    <a:pt x="1674701" y="1708582"/>
                  </a:lnTo>
                  <a:lnTo>
                    <a:pt x="1674655" y="1708524"/>
                  </a:lnTo>
                  <a:lnTo>
                    <a:pt x="1674587" y="1708479"/>
                  </a:lnTo>
                  <a:lnTo>
                    <a:pt x="1674553" y="1708467"/>
                  </a:lnTo>
                  <a:lnTo>
                    <a:pt x="1674532" y="1708459"/>
                  </a:lnTo>
                  <a:lnTo>
                    <a:pt x="1674478" y="1708446"/>
                  </a:lnTo>
                  <a:lnTo>
                    <a:pt x="1674418" y="1708484"/>
                  </a:lnTo>
                  <a:lnTo>
                    <a:pt x="1674361" y="1708553"/>
                  </a:lnTo>
                  <a:lnTo>
                    <a:pt x="1674329" y="1708590"/>
                  </a:lnTo>
                  <a:lnTo>
                    <a:pt x="1674304" y="1708621"/>
                  </a:lnTo>
                  <a:lnTo>
                    <a:pt x="1674289" y="1708622"/>
                  </a:lnTo>
                  <a:lnTo>
                    <a:pt x="1674259" y="1708609"/>
                  </a:lnTo>
                  <a:lnTo>
                    <a:pt x="1674237" y="1708586"/>
                  </a:lnTo>
                  <a:lnTo>
                    <a:pt x="1674204" y="1708550"/>
                  </a:lnTo>
                  <a:lnTo>
                    <a:pt x="1674090" y="1708428"/>
                  </a:lnTo>
                  <a:lnTo>
                    <a:pt x="1674075" y="1708412"/>
                  </a:lnTo>
                  <a:lnTo>
                    <a:pt x="1674025" y="1708356"/>
                  </a:lnTo>
                  <a:lnTo>
                    <a:pt x="1673997" y="1708316"/>
                  </a:lnTo>
                  <a:lnTo>
                    <a:pt x="1673926" y="1708157"/>
                  </a:lnTo>
                  <a:lnTo>
                    <a:pt x="1673899" y="1707982"/>
                  </a:lnTo>
                  <a:lnTo>
                    <a:pt x="1673902" y="1707780"/>
                  </a:lnTo>
                  <a:lnTo>
                    <a:pt x="1673911" y="1707583"/>
                  </a:lnTo>
                  <a:lnTo>
                    <a:pt x="1673905" y="1707538"/>
                  </a:lnTo>
                  <a:lnTo>
                    <a:pt x="1673896" y="1707477"/>
                  </a:lnTo>
                  <a:lnTo>
                    <a:pt x="1673895" y="1707469"/>
                  </a:lnTo>
                  <a:lnTo>
                    <a:pt x="1673881" y="1707443"/>
                  </a:lnTo>
                  <a:lnTo>
                    <a:pt x="1673848" y="1707377"/>
                  </a:lnTo>
                  <a:lnTo>
                    <a:pt x="1673737" y="1707230"/>
                  </a:lnTo>
                  <a:lnTo>
                    <a:pt x="1673662" y="1707188"/>
                  </a:lnTo>
                  <a:lnTo>
                    <a:pt x="1673576" y="1707206"/>
                  </a:lnTo>
                  <a:lnTo>
                    <a:pt x="1673532" y="1707289"/>
                  </a:lnTo>
                  <a:lnTo>
                    <a:pt x="1673476" y="1707284"/>
                  </a:lnTo>
                  <a:lnTo>
                    <a:pt x="1673428" y="1707261"/>
                  </a:lnTo>
                  <a:lnTo>
                    <a:pt x="1673282" y="1707142"/>
                  </a:lnTo>
                  <a:lnTo>
                    <a:pt x="1673162" y="1707021"/>
                  </a:lnTo>
                  <a:lnTo>
                    <a:pt x="1673075" y="1706914"/>
                  </a:lnTo>
                  <a:lnTo>
                    <a:pt x="1673030" y="1706827"/>
                  </a:lnTo>
                  <a:lnTo>
                    <a:pt x="1673015" y="1706786"/>
                  </a:lnTo>
                  <a:lnTo>
                    <a:pt x="1672906" y="1706694"/>
                  </a:lnTo>
                  <a:lnTo>
                    <a:pt x="1672881" y="1706718"/>
                  </a:lnTo>
                  <a:lnTo>
                    <a:pt x="1672833" y="1706779"/>
                  </a:lnTo>
                  <a:lnTo>
                    <a:pt x="1672837" y="1706836"/>
                  </a:lnTo>
                  <a:lnTo>
                    <a:pt x="1672842" y="1706901"/>
                  </a:lnTo>
                  <a:lnTo>
                    <a:pt x="1672879" y="1706931"/>
                  </a:lnTo>
                  <a:lnTo>
                    <a:pt x="1672930" y="1706979"/>
                  </a:lnTo>
                  <a:lnTo>
                    <a:pt x="1672986" y="1707049"/>
                  </a:lnTo>
                  <a:lnTo>
                    <a:pt x="1673097" y="1707238"/>
                  </a:lnTo>
                  <a:lnTo>
                    <a:pt x="1673124" y="1707349"/>
                  </a:lnTo>
                  <a:lnTo>
                    <a:pt x="1673179" y="1707434"/>
                  </a:lnTo>
                  <a:lnTo>
                    <a:pt x="1673281" y="1707524"/>
                  </a:lnTo>
                  <a:lnTo>
                    <a:pt x="1673352" y="1707549"/>
                  </a:lnTo>
                  <a:lnTo>
                    <a:pt x="1673592" y="1707592"/>
                  </a:lnTo>
                  <a:lnTo>
                    <a:pt x="1673600" y="1707553"/>
                  </a:lnTo>
                  <a:lnTo>
                    <a:pt x="1673645" y="1707531"/>
                  </a:lnTo>
                  <a:lnTo>
                    <a:pt x="1673671" y="1707537"/>
                  </a:lnTo>
                  <a:lnTo>
                    <a:pt x="1673703" y="1707558"/>
                  </a:lnTo>
                  <a:lnTo>
                    <a:pt x="1673757" y="1707621"/>
                  </a:lnTo>
                  <a:lnTo>
                    <a:pt x="1673810" y="1707699"/>
                  </a:lnTo>
                  <a:lnTo>
                    <a:pt x="1673832" y="1707754"/>
                  </a:lnTo>
                  <a:lnTo>
                    <a:pt x="1673769" y="1708250"/>
                  </a:lnTo>
                  <a:lnTo>
                    <a:pt x="1673748" y="1708387"/>
                  </a:lnTo>
                  <a:lnTo>
                    <a:pt x="1673735" y="1708443"/>
                  </a:lnTo>
                  <a:lnTo>
                    <a:pt x="1673672" y="1708535"/>
                  </a:lnTo>
                  <a:lnTo>
                    <a:pt x="1673608" y="1708627"/>
                  </a:lnTo>
                  <a:lnTo>
                    <a:pt x="1673557" y="1708642"/>
                  </a:lnTo>
                  <a:lnTo>
                    <a:pt x="1673537" y="1708626"/>
                  </a:lnTo>
                  <a:lnTo>
                    <a:pt x="1673489" y="1708506"/>
                  </a:lnTo>
                  <a:lnTo>
                    <a:pt x="1673461" y="1708410"/>
                  </a:lnTo>
                  <a:lnTo>
                    <a:pt x="1673420" y="1708258"/>
                  </a:lnTo>
                  <a:lnTo>
                    <a:pt x="1673215" y="1707810"/>
                  </a:lnTo>
                  <a:lnTo>
                    <a:pt x="1673191" y="1707777"/>
                  </a:lnTo>
                  <a:lnTo>
                    <a:pt x="1673165" y="1707760"/>
                  </a:lnTo>
                  <a:lnTo>
                    <a:pt x="1672868" y="1707767"/>
                  </a:lnTo>
                  <a:lnTo>
                    <a:pt x="1672835" y="1707768"/>
                  </a:lnTo>
                  <a:lnTo>
                    <a:pt x="1672761" y="1707770"/>
                  </a:lnTo>
                  <a:lnTo>
                    <a:pt x="1672725" y="1707819"/>
                  </a:lnTo>
                  <a:lnTo>
                    <a:pt x="1672734" y="1707870"/>
                  </a:lnTo>
                  <a:lnTo>
                    <a:pt x="1672744" y="1707926"/>
                  </a:lnTo>
                  <a:lnTo>
                    <a:pt x="1672807" y="1707975"/>
                  </a:lnTo>
                  <a:lnTo>
                    <a:pt x="1672902" y="1707945"/>
                  </a:lnTo>
                  <a:lnTo>
                    <a:pt x="1672998" y="1707900"/>
                  </a:lnTo>
                  <a:lnTo>
                    <a:pt x="1673023" y="1707890"/>
                  </a:lnTo>
                  <a:lnTo>
                    <a:pt x="1673047" y="1707886"/>
                  </a:lnTo>
                  <a:lnTo>
                    <a:pt x="1673113" y="1707901"/>
                  </a:lnTo>
                  <a:lnTo>
                    <a:pt x="1673160" y="1707962"/>
                  </a:lnTo>
                  <a:lnTo>
                    <a:pt x="1673206" y="1708042"/>
                  </a:lnTo>
                  <a:lnTo>
                    <a:pt x="1673223" y="1708077"/>
                  </a:lnTo>
                  <a:lnTo>
                    <a:pt x="1673293" y="1708232"/>
                  </a:lnTo>
                  <a:lnTo>
                    <a:pt x="1673320" y="1708311"/>
                  </a:lnTo>
                  <a:lnTo>
                    <a:pt x="1673339" y="1708445"/>
                  </a:lnTo>
                  <a:lnTo>
                    <a:pt x="1673336" y="1708492"/>
                  </a:lnTo>
                  <a:lnTo>
                    <a:pt x="1673328" y="1708592"/>
                  </a:lnTo>
                  <a:lnTo>
                    <a:pt x="1673345" y="1708719"/>
                  </a:lnTo>
                  <a:lnTo>
                    <a:pt x="1673367" y="1708803"/>
                  </a:lnTo>
                  <a:lnTo>
                    <a:pt x="1673422" y="1708858"/>
                  </a:lnTo>
                  <a:lnTo>
                    <a:pt x="1673486" y="1708881"/>
                  </a:lnTo>
                  <a:lnTo>
                    <a:pt x="1673681" y="1708886"/>
                  </a:lnTo>
                  <a:lnTo>
                    <a:pt x="1673699" y="1708880"/>
                  </a:lnTo>
                  <a:lnTo>
                    <a:pt x="1673821" y="1708842"/>
                  </a:lnTo>
                  <a:lnTo>
                    <a:pt x="1673962" y="1708836"/>
                  </a:lnTo>
                  <a:lnTo>
                    <a:pt x="1673997" y="1708856"/>
                  </a:lnTo>
                  <a:lnTo>
                    <a:pt x="1674134" y="1708931"/>
                  </a:lnTo>
                  <a:lnTo>
                    <a:pt x="1674198" y="1708996"/>
                  </a:lnTo>
                  <a:lnTo>
                    <a:pt x="1674220" y="1709063"/>
                  </a:lnTo>
                  <a:lnTo>
                    <a:pt x="1674243" y="1709272"/>
                  </a:lnTo>
                  <a:lnTo>
                    <a:pt x="1674241" y="1709334"/>
                  </a:lnTo>
                  <a:lnTo>
                    <a:pt x="1674184" y="1709525"/>
                  </a:lnTo>
                  <a:lnTo>
                    <a:pt x="1674137" y="1709686"/>
                  </a:lnTo>
                  <a:lnTo>
                    <a:pt x="1674120" y="1709698"/>
                  </a:lnTo>
                  <a:lnTo>
                    <a:pt x="1674051" y="1709719"/>
                  </a:lnTo>
                  <a:lnTo>
                    <a:pt x="1674159" y="1710576"/>
                  </a:lnTo>
                  <a:lnTo>
                    <a:pt x="1674051" y="1710670"/>
                  </a:lnTo>
                  <a:lnTo>
                    <a:pt x="1674018" y="1710693"/>
                  </a:lnTo>
                  <a:lnTo>
                    <a:pt x="1673937" y="1710909"/>
                  </a:lnTo>
                  <a:lnTo>
                    <a:pt x="1673794" y="1711298"/>
                  </a:lnTo>
                  <a:lnTo>
                    <a:pt x="1673652" y="1711458"/>
                  </a:lnTo>
                  <a:lnTo>
                    <a:pt x="1673573" y="1711453"/>
                  </a:lnTo>
                  <a:lnTo>
                    <a:pt x="1673502" y="1711435"/>
                  </a:lnTo>
                  <a:lnTo>
                    <a:pt x="1673427" y="1711499"/>
                  </a:lnTo>
                  <a:lnTo>
                    <a:pt x="1673396" y="1711537"/>
                  </a:lnTo>
                  <a:lnTo>
                    <a:pt x="1673352" y="1711590"/>
                  </a:lnTo>
                  <a:lnTo>
                    <a:pt x="1673397" y="1711632"/>
                  </a:lnTo>
                  <a:lnTo>
                    <a:pt x="1673479" y="1711703"/>
                  </a:lnTo>
                  <a:lnTo>
                    <a:pt x="1673649" y="1711863"/>
                  </a:lnTo>
                  <a:lnTo>
                    <a:pt x="1673677" y="1711885"/>
                  </a:lnTo>
                  <a:lnTo>
                    <a:pt x="1673691" y="1711903"/>
                  </a:lnTo>
                  <a:lnTo>
                    <a:pt x="1673715" y="1712025"/>
                  </a:lnTo>
                  <a:lnTo>
                    <a:pt x="1673695" y="1712314"/>
                  </a:lnTo>
                  <a:lnTo>
                    <a:pt x="1673640" y="1712358"/>
                  </a:lnTo>
                  <a:lnTo>
                    <a:pt x="1673489" y="1712472"/>
                  </a:lnTo>
                  <a:lnTo>
                    <a:pt x="1673404" y="1712553"/>
                  </a:lnTo>
                  <a:lnTo>
                    <a:pt x="1673342" y="1712648"/>
                  </a:lnTo>
                  <a:lnTo>
                    <a:pt x="1673337" y="1712656"/>
                  </a:lnTo>
                  <a:lnTo>
                    <a:pt x="1673331" y="1712683"/>
                  </a:lnTo>
                  <a:lnTo>
                    <a:pt x="1673303" y="1712688"/>
                  </a:lnTo>
                  <a:lnTo>
                    <a:pt x="1673298" y="1712689"/>
                  </a:lnTo>
                  <a:lnTo>
                    <a:pt x="1673097" y="1712540"/>
                  </a:lnTo>
                  <a:lnTo>
                    <a:pt x="1672831" y="1712290"/>
                  </a:lnTo>
                  <a:lnTo>
                    <a:pt x="1672737" y="1712254"/>
                  </a:lnTo>
                  <a:lnTo>
                    <a:pt x="1672704" y="1712241"/>
                  </a:lnTo>
                  <a:lnTo>
                    <a:pt x="1672659" y="1712237"/>
                  </a:lnTo>
                  <a:lnTo>
                    <a:pt x="1672638" y="1712239"/>
                  </a:lnTo>
                  <a:lnTo>
                    <a:pt x="1672592" y="1712244"/>
                  </a:lnTo>
                  <a:lnTo>
                    <a:pt x="1672548" y="1712347"/>
                  </a:lnTo>
                  <a:lnTo>
                    <a:pt x="1672537" y="1712373"/>
                  </a:lnTo>
                  <a:lnTo>
                    <a:pt x="1672557" y="1712382"/>
                  </a:lnTo>
                  <a:lnTo>
                    <a:pt x="1672731" y="1712458"/>
                  </a:lnTo>
                  <a:lnTo>
                    <a:pt x="1672990" y="1712630"/>
                  </a:lnTo>
                  <a:lnTo>
                    <a:pt x="1673050" y="1712684"/>
                  </a:lnTo>
                  <a:lnTo>
                    <a:pt x="1673208" y="1712836"/>
                  </a:lnTo>
                  <a:lnTo>
                    <a:pt x="1673291" y="1712916"/>
                  </a:lnTo>
                  <a:lnTo>
                    <a:pt x="1673305" y="1712929"/>
                  </a:lnTo>
                  <a:lnTo>
                    <a:pt x="1673310" y="1712950"/>
                  </a:lnTo>
                  <a:lnTo>
                    <a:pt x="1673300" y="1712990"/>
                  </a:lnTo>
                  <a:lnTo>
                    <a:pt x="1673254" y="1713022"/>
                  </a:lnTo>
                  <a:lnTo>
                    <a:pt x="1673216" y="1713048"/>
                  </a:lnTo>
                  <a:lnTo>
                    <a:pt x="1673166" y="1713035"/>
                  </a:lnTo>
                  <a:lnTo>
                    <a:pt x="1673111" y="1713024"/>
                  </a:lnTo>
                  <a:lnTo>
                    <a:pt x="1673045" y="1713013"/>
                  </a:lnTo>
                  <a:lnTo>
                    <a:pt x="1673023" y="1713009"/>
                  </a:lnTo>
                  <a:lnTo>
                    <a:pt x="1672963" y="1713075"/>
                  </a:lnTo>
                  <a:lnTo>
                    <a:pt x="1672939" y="1713138"/>
                  </a:lnTo>
                  <a:lnTo>
                    <a:pt x="1673068" y="1713363"/>
                  </a:lnTo>
                  <a:lnTo>
                    <a:pt x="1673199" y="1713538"/>
                  </a:lnTo>
                  <a:lnTo>
                    <a:pt x="1673251" y="1713578"/>
                  </a:lnTo>
                  <a:lnTo>
                    <a:pt x="1673325" y="1713615"/>
                  </a:lnTo>
                  <a:lnTo>
                    <a:pt x="1673345" y="1713616"/>
                  </a:lnTo>
                  <a:lnTo>
                    <a:pt x="1673375" y="1713595"/>
                  </a:lnTo>
                  <a:lnTo>
                    <a:pt x="1673386" y="1713595"/>
                  </a:lnTo>
                  <a:lnTo>
                    <a:pt x="1673400" y="1713603"/>
                  </a:lnTo>
                  <a:lnTo>
                    <a:pt x="1673448" y="1713666"/>
                  </a:lnTo>
                  <a:lnTo>
                    <a:pt x="1673497" y="1713826"/>
                  </a:lnTo>
                  <a:lnTo>
                    <a:pt x="1673530" y="1713981"/>
                  </a:lnTo>
                  <a:lnTo>
                    <a:pt x="1673557" y="1714150"/>
                  </a:lnTo>
                  <a:lnTo>
                    <a:pt x="1673585" y="1714320"/>
                  </a:lnTo>
                  <a:lnTo>
                    <a:pt x="1673644" y="1714668"/>
                  </a:lnTo>
                  <a:lnTo>
                    <a:pt x="1673661" y="1714770"/>
                  </a:lnTo>
                  <a:lnTo>
                    <a:pt x="1673663" y="1714780"/>
                  </a:lnTo>
                  <a:lnTo>
                    <a:pt x="1673760" y="1714885"/>
                  </a:lnTo>
                  <a:lnTo>
                    <a:pt x="1673755" y="1714975"/>
                  </a:lnTo>
                  <a:lnTo>
                    <a:pt x="1673740" y="1715034"/>
                  </a:lnTo>
                  <a:lnTo>
                    <a:pt x="1673702" y="1715100"/>
                  </a:lnTo>
                  <a:lnTo>
                    <a:pt x="1673670" y="1715114"/>
                  </a:lnTo>
                  <a:lnTo>
                    <a:pt x="1673620" y="1715101"/>
                  </a:lnTo>
                  <a:lnTo>
                    <a:pt x="1673596" y="1715087"/>
                  </a:lnTo>
                  <a:lnTo>
                    <a:pt x="1673569" y="1715150"/>
                  </a:lnTo>
                  <a:lnTo>
                    <a:pt x="1673663" y="1715435"/>
                  </a:lnTo>
                  <a:lnTo>
                    <a:pt x="1673772" y="1715598"/>
                  </a:lnTo>
                  <a:lnTo>
                    <a:pt x="1673880" y="1715668"/>
                  </a:lnTo>
                  <a:lnTo>
                    <a:pt x="1673893" y="1715677"/>
                  </a:lnTo>
                  <a:lnTo>
                    <a:pt x="1673963" y="1715701"/>
                  </a:lnTo>
                  <a:lnTo>
                    <a:pt x="1674124" y="1715731"/>
                  </a:lnTo>
                  <a:lnTo>
                    <a:pt x="1674237" y="1715751"/>
                  </a:lnTo>
                  <a:lnTo>
                    <a:pt x="1674507" y="1715869"/>
                  </a:lnTo>
                  <a:lnTo>
                    <a:pt x="1674597" y="1715908"/>
                  </a:lnTo>
                  <a:lnTo>
                    <a:pt x="1674712" y="1715982"/>
                  </a:lnTo>
                  <a:lnTo>
                    <a:pt x="1674731" y="1715994"/>
                  </a:lnTo>
                  <a:lnTo>
                    <a:pt x="1674741" y="1716027"/>
                  </a:lnTo>
                  <a:lnTo>
                    <a:pt x="1674747" y="1716074"/>
                  </a:lnTo>
                  <a:lnTo>
                    <a:pt x="1674720" y="1716132"/>
                  </a:lnTo>
                  <a:lnTo>
                    <a:pt x="1674680" y="1716236"/>
                  </a:lnTo>
                  <a:lnTo>
                    <a:pt x="1674653" y="1716361"/>
                  </a:lnTo>
                  <a:lnTo>
                    <a:pt x="1674648" y="1716475"/>
                  </a:lnTo>
                  <a:lnTo>
                    <a:pt x="1674648" y="1716530"/>
                  </a:lnTo>
                  <a:lnTo>
                    <a:pt x="1674648" y="1716538"/>
                  </a:lnTo>
                  <a:lnTo>
                    <a:pt x="1674686" y="1716553"/>
                  </a:lnTo>
                  <a:lnTo>
                    <a:pt x="1674717" y="1716626"/>
                  </a:lnTo>
                  <a:lnTo>
                    <a:pt x="1674703" y="1716741"/>
                  </a:lnTo>
                  <a:lnTo>
                    <a:pt x="1674653" y="1716798"/>
                  </a:lnTo>
                  <a:lnTo>
                    <a:pt x="1674586" y="1716827"/>
                  </a:lnTo>
                  <a:lnTo>
                    <a:pt x="1674540" y="1716837"/>
                  </a:lnTo>
                  <a:lnTo>
                    <a:pt x="1674482" y="1716837"/>
                  </a:lnTo>
                  <a:lnTo>
                    <a:pt x="1674406" y="1716826"/>
                  </a:lnTo>
                  <a:lnTo>
                    <a:pt x="1674361" y="1716812"/>
                  </a:lnTo>
                  <a:lnTo>
                    <a:pt x="1674342" y="1716807"/>
                  </a:lnTo>
                  <a:lnTo>
                    <a:pt x="1674264" y="1716764"/>
                  </a:lnTo>
                  <a:lnTo>
                    <a:pt x="1674069" y="1716591"/>
                  </a:lnTo>
                  <a:lnTo>
                    <a:pt x="1673931" y="1716784"/>
                  </a:lnTo>
                  <a:lnTo>
                    <a:pt x="1673983" y="1716969"/>
                  </a:lnTo>
                  <a:lnTo>
                    <a:pt x="1673786" y="1717087"/>
                  </a:lnTo>
                  <a:lnTo>
                    <a:pt x="1673728" y="1717105"/>
                  </a:lnTo>
                  <a:lnTo>
                    <a:pt x="1673218" y="1717106"/>
                  </a:lnTo>
                  <a:lnTo>
                    <a:pt x="1673159" y="1717106"/>
                  </a:lnTo>
                  <a:lnTo>
                    <a:pt x="1673110" y="1717095"/>
                  </a:lnTo>
                  <a:lnTo>
                    <a:pt x="1673052" y="1717058"/>
                  </a:lnTo>
                  <a:lnTo>
                    <a:pt x="1672867" y="1716924"/>
                  </a:lnTo>
                  <a:lnTo>
                    <a:pt x="1672806" y="1716880"/>
                  </a:lnTo>
                  <a:lnTo>
                    <a:pt x="1672644" y="1716763"/>
                  </a:lnTo>
                  <a:lnTo>
                    <a:pt x="1672541" y="1716683"/>
                  </a:lnTo>
                  <a:lnTo>
                    <a:pt x="1672535" y="1716632"/>
                  </a:lnTo>
                  <a:lnTo>
                    <a:pt x="1672530" y="1716586"/>
                  </a:lnTo>
                  <a:lnTo>
                    <a:pt x="1672436" y="1716453"/>
                  </a:lnTo>
                  <a:lnTo>
                    <a:pt x="1672332" y="1716304"/>
                  </a:lnTo>
                  <a:lnTo>
                    <a:pt x="1672277" y="1716243"/>
                  </a:lnTo>
                  <a:lnTo>
                    <a:pt x="1672153" y="1716139"/>
                  </a:lnTo>
                  <a:lnTo>
                    <a:pt x="1672128" y="1716119"/>
                  </a:lnTo>
                  <a:lnTo>
                    <a:pt x="1672111" y="1716104"/>
                  </a:lnTo>
                  <a:lnTo>
                    <a:pt x="1672106" y="1716100"/>
                  </a:lnTo>
                  <a:lnTo>
                    <a:pt x="1672099" y="1716094"/>
                  </a:lnTo>
                  <a:lnTo>
                    <a:pt x="1672049" y="1716461"/>
                  </a:lnTo>
                  <a:lnTo>
                    <a:pt x="1672033" y="1716497"/>
                  </a:lnTo>
                  <a:lnTo>
                    <a:pt x="1672003" y="1716523"/>
                  </a:lnTo>
                  <a:lnTo>
                    <a:pt x="1671772" y="1716494"/>
                  </a:lnTo>
                  <a:lnTo>
                    <a:pt x="1671644" y="1716439"/>
                  </a:lnTo>
                  <a:lnTo>
                    <a:pt x="1671625" y="1716413"/>
                  </a:lnTo>
                  <a:lnTo>
                    <a:pt x="1671588" y="1716245"/>
                  </a:lnTo>
                  <a:lnTo>
                    <a:pt x="1671343" y="1716251"/>
                  </a:lnTo>
                  <a:lnTo>
                    <a:pt x="1671125" y="1716313"/>
                  </a:lnTo>
                  <a:lnTo>
                    <a:pt x="1671120" y="1716315"/>
                  </a:lnTo>
                  <a:lnTo>
                    <a:pt x="1670902" y="1716378"/>
                  </a:lnTo>
                  <a:lnTo>
                    <a:pt x="1670598" y="1716510"/>
                  </a:lnTo>
                  <a:lnTo>
                    <a:pt x="1670580" y="1716522"/>
                  </a:lnTo>
                  <a:lnTo>
                    <a:pt x="1670520" y="1716561"/>
                  </a:lnTo>
                  <a:lnTo>
                    <a:pt x="1670513" y="1716565"/>
                  </a:lnTo>
                  <a:lnTo>
                    <a:pt x="1670509" y="1716568"/>
                  </a:lnTo>
                  <a:lnTo>
                    <a:pt x="1670288" y="1716741"/>
                  </a:lnTo>
                  <a:lnTo>
                    <a:pt x="1670266" y="1716761"/>
                  </a:lnTo>
                  <a:lnTo>
                    <a:pt x="1670234" y="1716791"/>
                  </a:lnTo>
                  <a:lnTo>
                    <a:pt x="1670228" y="1716800"/>
                  </a:lnTo>
                  <a:lnTo>
                    <a:pt x="1670221" y="1716811"/>
                  </a:lnTo>
                  <a:lnTo>
                    <a:pt x="1670107" y="1716979"/>
                  </a:lnTo>
                  <a:lnTo>
                    <a:pt x="1670050" y="1717020"/>
                  </a:lnTo>
                  <a:lnTo>
                    <a:pt x="1669931" y="1717035"/>
                  </a:lnTo>
                  <a:lnTo>
                    <a:pt x="1669775" y="1717056"/>
                  </a:lnTo>
                  <a:lnTo>
                    <a:pt x="1669732" y="1717062"/>
                  </a:lnTo>
                  <a:lnTo>
                    <a:pt x="1669621" y="1717110"/>
                  </a:lnTo>
                  <a:lnTo>
                    <a:pt x="1669414" y="1717198"/>
                  </a:lnTo>
                  <a:lnTo>
                    <a:pt x="1669342" y="1717229"/>
                  </a:lnTo>
                  <a:lnTo>
                    <a:pt x="1669204" y="1717378"/>
                  </a:lnTo>
                  <a:lnTo>
                    <a:pt x="1669041" y="1717554"/>
                  </a:lnTo>
                  <a:lnTo>
                    <a:pt x="1669029" y="1717566"/>
                  </a:lnTo>
                  <a:lnTo>
                    <a:pt x="1669000" y="1717609"/>
                  </a:lnTo>
                  <a:lnTo>
                    <a:pt x="1668984" y="1717632"/>
                  </a:lnTo>
                  <a:lnTo>
                    <a:pt x="1668977" y="1717654"/>
                  </a:lnTo>
                  <a:lnTo>
                    <a:pt x="1668964" y="1717699"/>
                  </a:lnTo>
                  <a:lnTo>
                    <a:pt x="1668956" y="1717739"/>
                  </a:lnTo>
                  <a:lnTo>
                    <a:pt x="1668942" y="1717814"/>
                  </a:lnTo>
                  <a:lnTo>
                    <a:pt x="1668941" y="1717854"/>
                  </a:lnTo>
                  <a:lnTo>
                    <a:pt x="1668776" y="1717713"/>
                  </a:lnTo>
                  <a:lnTo>
                    <a:pt x="1668684" y="1717571"/>
                  </a:lnTo>
                  <a:lnTo>
                    <a:pt x="1668568" y="1717399"/>
                  </a:lnTo>
                  <a:lnTo>
                    <a:pt x="1668534" y="1717361"/>
                  </a:lnTo>
                  <a:lnTo>
                    <a:pt x="1668341" y="1717225"/>
                  </a:lnTo>
                  <a:lnTo>
                    <a:pt x="1668332" y="1717183"/>
                  </a:lnTo>
                  <a:lnTo>
                    <a:pt x="1668314" y="1716878"/>
                  </a:lnTo>
                  <a:lnTo>
                    <a:pt x="1668356" y="1716643"/>
                  </a:lnTo>
                  <a:lnTo>
                    <a:pt x="1668545" y="1716357"/>
                  </a:lnTo>
                  <a:lnTo>
                    <a:pt x="1668342" y="1716080"/>
                  </a:lnTo>
                  <a:lnTo>
                    <a:pt x="1668346" y="1715986"/>
                  </a:lnTo>
                  <a:lnTo>
                    <a:pt x="1668348" y="1715935"/>
                  </a:lnTo>
                  <a:lnTo>
                    <a:pt x="1668350" y="1715897"/>
                  </a:lnTo>
                  <a:lnTo>
                    <a:pt x="1668320" y="1715843"/>
                  </a:lnTo>
                  <a:lnTo>
                    <a:pt x="1668231" y="1715761"/>
                  </a:lnTo>
                  <a:lnTo>
                    <a:pt x="1668107" y="1715671"/>
                  </a:lnTo>
                  <a:lnTo>
                    <a:pt x="1668008" y="1715614"/>
                  </a:lnTo>
                  <a:lnTo>
                    <a:pt x="1667877" y="1715555"/>
                  </a:lnTo>
                  <a:lnTo>
                    <a:pt x="1667728" y="1715502"/>
                  </a:lnTo>
                  <a:lnTo>
                    <a:pt x="1667571" y="1715472"/>
                  </a:lnTo>
                  <a:lnTo>
                    <a:pt x="1667505" y="1715467"/>
                  </a:lnTo>
                  <a:lnTo>
                    <a:pt x="1667362" y="1715456"/>
                  </a:lnTo>
                  <a:lnTo>
                    <a:pt x="1667236" y="1715465"/>
                  </a:lnTo>
                  <a:lnTo>
                    <a:pt x="1667175" y="1715385"/>
                  </a:lnTo>
                  <a:lnTo>
                    <a:pt x="1667178" y="1715357"/>
                  </a:lnTo>
                  <a:lnTo>
                    <a:pt x="1667243" y="1715166"/>
                  </a:lnTo>
                  <a:lnTo>
                    <a:pt x="1667273" y="1715062"/>
                  </a:lnTo>
                  <a:lnTo>
                    <a:pt x="1667302" y="1714963"/>
                  </a:lnTo>
                  <a:lnTo>
                    <a:pt x="1667303" y="1714921"/>
                  </a:lnTo>
                  <a:lnTo>
                    <a:pt x="1667287" y="1714849"/>
                  </a:lnTo>
                  <a:lnTo>
                    <a:pt x="1667320" y="1714731"/>
                  </a:lnTo>
                  <a:lnTo>
                    <a:pt x="1667336" y="1714688"/>
                  </a:lnTo>
                  <a:lnTo>
                    <a:pt x="1667355" y="1714663"/>
                  </a:lnTo>
                  <a:lnTo>
                    <a:pt x="1667453" y="1714568"/>
                  </a:lnTo>
                  <a:lnTo>
                    <a:pt x="1667475" y="1714559"/>
                  </a:lnTo>
                  <a:lnTo>
                    <a:pt x="1667510" y="1714561"/>
                  </a:lnTo>
                  <a:lnTo>
                    <a:pt x="1667558" y="1714732"/>
                  </a:lnTo>
                  <a:lnTo>
                    <a:pt x="1667556" y="1714753"/>
                  </a:lnTo>
                  <a:lnTo>
                    <a:pt x="1667544" y="1714767"/>
                  </a:lnTo>
                  <a:lnTo>
                    <a:pt x="1667880" y="1714947"/>
                  </a:lnTo>
                  <a:lnTo>
                    <a:pt x="1668088" y="1714889"/>
                  </a:lnTo>
                  <a:lnTo>
                    <a:pt x="1668081" y="1714560"/>
                  </a:lnTo>
                  <a:lnTo>
                    <a:pt x="1667769" y="1714143"/>
                  </a:lnTo>
                  <a:lnTo>
                    <a:pt x="1667626" y="1714109"/>
                  </a:lnTo>
                  <a:lnTo>
                    <a:pt x="1667508" y="1713738"/>
                  </a:lnTo>
                  <a:lnTo>
                    <a:pt x="1667484" y="1713732"/>
                  </a:lnTo>
                  <a:lnTo>
                    <a:pt x="1667375" y="1713705"/>
                  </a:lnTo>
                  <a:lnTo>
                    <a:pt x="1667346" y="1713711"/>
                  </a:lnTo>
                  <a:lnTo>
                    <a:pt x="1667320" y="1713696"/>
                  </a:lnTo>
                  <a:lnTo>
                    <a:pt x="1667186" y="1713403"/>
                  </a:lnTo>
                  <a:lnTo>
                    <a:pt x="1667175" y="1713372"/>
                  </a:lnTo>
                  <a:lnTo>
                    <a:pt x="1667141" y="1713276"/>
                  </a:lnTo>
                  <a:lnTo>
                    <a:pt x="1667158" y="1713024"/>
                  </a:lnTo>
                  <a:lnTo>
                    <a:pt x="1667318" y="1712779"/>
                  </a:lnTo>
                  <a:lnTo>
                    <a:pt x="1667366" y="1712716"/>
                  </a:lnTo>
                  <a:lnTo>
                    <a:pt x="1667402" y="1712668"/>
                  </a:lnTo>
                  <a:lnTo>
                    <a:pt x="1667443" y="1712497"/>
                  </a:lnTo>
                  <a:lnTo>
                    <a:pt x="1667470" y="1712383"/>
                  </a:lnTo>
                  <a:lnTo>
                    <a:pt x="1667515" y="1712193"/>
                  </a:lnTo>
                  <a:lnTo>
                    <a:pt x="1667518" y="1712114"/>
                  </a:lnTo>
                  <a:lnTo>
                    <a:pt x="1667472" y="1712089"/>
                  </a:lnTo>
                  <a:lnTo>
                    <a:pt x="1667438" y="1711987"/>
                  </a:lnTo>
                  <a:lnTo>
                    <a:pt x="1667564" y="1711754"/>
                  </a:lnTo>
                  <a:lnTo>
                    <a:pt x="1667593" y="1711520"/>
                  </a:lnTo>
                  <a:lnTo>
                    <a:pt x="1667594" y="1711456"/>
                  </a:lnTo>
                  <a:lnTo>
                    <a:pt x="1667603" y="1711268"/>
                  </a:lnTo>
                  <a:lnTo>
                    <a:pt x="1667586" y="1711082"/>
                  </a:lnTo>
                  <a:lnTo>
                    <a:pt x="1667626" y="1710994"/>
                  </a:lnTo>
                  <a:lnTo>
                    <a:pt x="1667616" y="1710990"/>
                  </a:lnTo>
                  <a:lnTo>
                    <a:pt x="1667553" y="1710964"/>
                  </a:lnTo>
                  <a:lnTo>
                    <a:pt x="1667526" y="1710968"/>
                  </a:lnTo>
                  <a:lnTo>
                    <a:pt x="1667506" y="1710989"/>
                  </a:lnTo>
                  <a:lnTo>
                    <a:pt x="1667395" y="1710947"/>
                  </a:lnTo>
                  <a:lnTo>
                    <a:pt x="1667385" y="1710944"/>
                  </a:lnTo>
                  <a:lnTo>
                    <a:pt x="1667321" y="1710964"/>
                  </a:lnTo>
                  <a:lnTo>
                    <a:pt x="1667267" y="1710991"/>
                  </a:lnTo>
                  <a:lnTo>
                    <a:pt x="1667265" y="1711003"/>
                  </a:lnTo>
                  <a:lnTo>
                    <a:pt x="1667268" y="1711061"/>
                  </a:lnTo>
                  <a:lnTo>
                    <a:pt x="1667305" y="1711251"/>
                  </a:lnTo>
                  <a:lnTo>
                    <a:pt x="1667234" y="1711675"/>
                  </a:lnTo>
                  <a:lnTo>
                    <a:pt x="1667197" y="1711770"/>
                  </a:lnTo>
                  <a:lnTo>
                    <a:pt x="1666952" y="1712041"/>
                  </a:lnTo>
                  <a:lnTo>
                    <a:pt x="1666739" y="1712193"/>
                  </a:lnTo>
                  <a:lnTo>
                    <a:pt x="1666633" y="1712293"/>
                  </a:lnTo>
                  <a:lnTo>
                    <a:pt x="1666664" y="1712481"/>
                  </a:lnTo>
                  <a:lnTo>
                    <a:pt x="1666685" y="1712546"/>
                  </a:lnTo>
                  <a:lnTo>
                    <a:pt x="1666592" y="1712871"/>
                  </a:lnTo>
                  <a:lnTo>
                    <a:pt x="1666559" y="1712931"/>
                  </a:lnTo>
                  <a:lnTo>
                    <a:pt x="1666534" y="1712948"/>
                  </a:lnTo>
                  <a:lnTo>
                    <a:pt x="1666509" y="1712924"/>
                  </a:lnTo>
                  <a:lnTo>
                    <a:pt x="1666497" y="1712870"/>
                  </a:lnTo>
                  <a:lnTo>
                    <a:pt x="1666429" y="1712785"/>
                  </a:lnTo>
                  <a:lnTo>
                    <a:pt x="1666271" y="1712730"/>
                  </a:lnTo>
                  <a:lnTo>
                    <a:pt x="1666061" y="1712628"/>
                  </a:lnTo>
                  <a:lnTo>
                    <a:pt x="1666025" y="1712515"/>
                  </a:lnTo>
                  <a:lnTo>
                    <a:pt x="1666061" y="1712493"/>
                  </a:lnTo>
                  <a:lnTo>
                    <a:pt x="1666024" y="1712240"/>
                  </a:lnTo>
                  <a:lnTo>
                    <a:pt x="1666022" y="1712229"/>
                  </a:lnTo>
                  <a:lnTo>
                    <a:pt x="1665948" y="1712179"/>
                  </a:lnTo>
                  <a:lnTo>
                    <a:pt x="1665945" y="1712185"/>
                  </a:lnTo>
                  <a:lnTo>
                    <a:pt x="1665926" y="1712228"/>
                  </a:lnTo>
                  <a:lnTo>
                    <a:pt x="1665901" y="1712265"/>
                  </a:lnTo>
                  <a:lnTo>
                    <a:pt x="1665757" y="1712265"/>
                  </a:lnTo>
                  <a:lnTo>
                    <a:pt x="1665705" y="1712236"/>
                  </a:lnTo>
                  <a:lnTo>
                    <a:pt x="1665639" y="1711983"/>
                  </a:lnTo>
                  <a:lnTo>
                    <a:pt x="1665635" y="1711973"/>
                  </a:lnTo>
                  <a:lnTo>
                    <a:pt x="1665574" y="1711811"/>
                  </a:lnTo>
                  <a:lnTo>
                    <a:pt x="1665315" y="1712037"/>
                  </a:lnTo>
                  <a:lnTo>
                    <a:pt x="1665274" y="1712100"/>
                  </a:lnTo>
                  <a:lnTo>
                    <a:pt x="1665123" y="1712036"/>
                  </a:lnTo>
                  <a:lnTo>
                    <a:pt x="1665103" y="1711930"/>
                  </a:lnTo>
                  <a:lnTo>
                    <a:pt x="1665078" y="1711849"/>
                  </a:lnTo>
                  <a:lnTo>
                    <a:pt x="1664944" y="1711739"/>
                  </a:lnTo>
                  <a:lnTo>
                    <a:pt x="1664879" y="1712195"/>
                  </a:lnTo>
                  <a:lnTo>
                    <a:pt x="1665582" y="1712304"/>
                  </a:lnTo>
                  <a:lnTo>
                    <a:pt x="1665609" y="1712340"/>
                  </a:lnTo>
                  <a:lnTo>
                    <a:pt x="1665582" y="1712685"/>
                  </a:lnTo>
                  <a:lnTo>
                    <a:pt x="1665619" y="1713090"/>
                  </a:lnTo>
                  <a:lnTo>
                    <a:pt x="1665603" y="1713174"/>
                  </a:lnTo>
                  <a:lnTo>
                    <a:pt x="1665305" y="1713168"/>
                  </a:lnTo>
                  <a:lnTo>
                    <a:pt x="1665252" y="1713301"/>
                  </a:lnTo>
                  <a:lnTo>
                    <a:pt x="1665252" y="1713386"/>
                  </a:lnTo>
                  <a:lnTo>
                    <a:pt x="1665731" y="1714402"/>
                  </a:lnTo>
                  <a:lnTo>
                    <a:pt x="1664842" y="1714946"/>
                  </a:lnTo>
                  <a:lnTo>
                    <a:pt x="1664570" y="1714577"/>
                  </a:lnTo>
                  <a:lnTo>
                    <a:pt x="1664522" y="1714565"/>
                  </a:lnTo>
                  <a:lnTo>
                    <a:pt x="1664410" y="1714589"/>
                  </a:lnTo>
                  <a:lnTo>
                    <a:pt x="1663798" y="1713682"/>
                  </a:lnTo>
                  <a:lnTo>
                    <a:pt x="1663793" y="1713247"/>
                  </a:lnTo>
                  <a:lnTo>
                    <a:pt x="1663798" y="1713156"/>
                  </a:lnTo>
                  <a:lnTo>
                    <a:pt x="1663899" y="1713078"/>
                  </a:lnTo>
                  <a:lnTo>
                    <a:pt x="1663942" y="1713029"/>
                  </a:lnTo>
                  <a:lnTo>
                    <a:pt x="1663963" y="1712927"/>
                  </a:lnTo>
                  <a:lnTo>
                    <a:pt x="1663963" y="1712394"/>
                  </a:lnTo>
                  <a:lnTo>
                    <a:pt x="1663958" y="1712141"/>
                  </a:lnTo>
                  <a:lnTo>
                    <a:pt x="1663830" y="1712026"/>
                  </a:lnTo>
                  <a:lnTo>
                    <a:pt x="1663814" y="1711959"/>
                  </a:lnTo>
                  <a:lnTo>
                    <a:pt x="1663883" y="1711113"/>
                  </a:lnTo>
                  <a:lnTo>
                    <a:pt x="1663974" y="1711040"/>
                  </a:lnTo>
                  <a:lnTo>
                    <a:pt x="1664006" y="1710986"/>
                  </a:lnTo>
                  <a:lnTo>
                    <a:pt x="1664010" y="1710774"/>
                  </a:lnTo>
                  <a:lnTo>
                    <a:pt x="1663966" y="1710707"/>
                  </a:lnTo>
                  <a:lnTo>
                    <a:pt x="1664095" y="1710494"/>
                  </a:lnTo>
                  <a:lnTo>
                    <a:pt x="1664196" y="1710164"/>
                  </a:lnTo>
                  <a:lnTo>
                    <a:pt x="1664244" y="1709944"/>
                  </a:lnTo>
                  <a:lnTo>
                    <a:pt x="1664291" y="1709838"/>
                  </a:lnTo>
                  <a:lnTo>
                    <a:pt x="1664312" y="1709824"/>
                  </a:lnTo>
                  <a:lnTo>
                    <a:pt x="1664332" y="1709832"/>
                  </a:lnTo>
                  <a:lnTo>
                    <a:pt x="1664390" y="1709817"/>
                  </a:lnTo>
                  <a:lnTo>
                    <a:pt x="1664465" y="1709644"/>
                  </a:lnTo>
                  <a:lnTo>
                    <a:pt x="1664450" y="1709597"/>
                  </a:lnTo>
                  <a:lnTo>
                    <a:pt x="1664386" y="1709600"/>
                  </a:lnTo>
                  <a:lnTo>
                    <a:pt x="1664340" y="1709636"/>
                  </a:lnTo>
                  <a:lnTo>
                    <a:pt x="1664283" y="1709625"/>
                  </a:lnTo>
                  <a:lnTo>
                    <a:pt x="1664266" y="1709608"/>
                  </a:lnTo>
                  <a:lnTo>
                    <a:pt x="1664286" y="1709438"/>
                  </a:lnTo>
                  <a:lnTo>
                    <a:pt x="1664403" y="1709224"/>
                  </a:lnTo>
                  <a:lnTo>
                    <a:pt x="1664501" y="1709080"/>
                  </a:lnTo>
                  <a:lnTo>
                    <a:pt x="1664726" y="1708864"/>
                  </a:lnTo>
                  <a:lnTo>
                    <a:pt x="1664765" y="1708765"/>
                  </a:lnTo>
                  <a:lnTo>
                    <a:pt x="1664768" y="1708703"/>
                  </a:lnTo>
                  <a:lnTo>
                    <a:pt x="1664819" y="1708584"/>
                  </a:lnTo>
                  <a:lnTo>
                    <a:pt x="1665231" y="1708280"/>
                  </a:lnTo>
                  <a:lnTo>
                    <a:pt x="1665265" y="1708232"/>
                  </a:lnTo>
                  <a:lnTo>
                    <a:pt x="1665267" y="1708224"/>
                  </a:lnTo>
                  <a:lnTo>
                    <a:pt x="1665294" y="1708208"/>
                  </a:lnTo>
                  <a:lnTo>
                    <a:pt x="1665323" y="1708167"/>
                  </a:lnTo>
                  <a:lnTo>
                    <a:pt x="1665377" y="1708028"/>
                  </a:lnTo>
                  <a:lnTo>
                    <a:pt x="1665388" y="1708000"/>
                  </a:lnTo>
                  <a:lnTo>
                    <a:pt x="1665453" y="1707885"/>
                  </a:lnTo>
                  <a:lnTo>
                    <a:pt x="1665555" y="1707718"/>
                  </a:lnTo>
                  <a:lnTo>
                    <a:pt x="1665652" y="1707640"/>
                  </a:lnTo>
                  <a:lnTo>
                    <a:pt x="1665669" y="1707598"/>
                  </a:lnTo>
                  <a:lnTo>
                    <a:pt x="1665665" y="1707529"/>
                  </a:lnTo>
                  <a:lnTo>
                    <a:pt x="1665630" y="1707482"/>
                  </a:lnTo>
                  <a:lnTo>
                    <a:pt x="1665575" y="1707469"/>
                  </a:lnTo>
                  <a:lnTo>
                    <a:pt x="1665467" y="1707642"/>
                  </a:lnTo>
                  <a:lnTo>
                    <a:pt x="1665161" y="1708129"/>
                  </a:lnTo>
                  <a:lnTo>
                    <a:pt x="1665086" y="1708160"/>
                  </a:lnTo>
                  <a:lnTo>
                    <a:pt x="1664935" y="1708295"/>
                  </a:lnTo>
                  <a:lnTo>
                    <a:pt x="1664918" y="1708301"/>
                  </a:lnTo>
                  <a:lnTo>
                    <a:pt x="1664772" y="1708349"/>
                  </a:lnTo>
                  <a:lnTo>
                    <a:pt x="1664733" y="1708351"/>
                  </a:lnTo>
                  <a:lnTo>
                    <a:pt x="1664718" y="1708339"/>
                  </a:lnTo>
                  <a:lnTo>
                    <a:pt x="1664699" y="1708326"/>
                  </a:lnTo>
                  <a:lnTo>
                    <a:pt x="1664693" y="1708317"/>
                  </a:lnTo>
                  <a:lnTo>
                    <a:pt x="1664671" y="1708199"/>
                  </a:lnTo>
                  <a:lnTo>
                    <a:pt x="1664671" y="1708065"/>
                  </a:lnTo>
                  <a:lnTo>
                    <a:pt x="1664671" y="1707963"/>
                  </a:lnTo>
                  <a:lnTo>
                    <a:pt x="1664643" y="1707894"/>
                  </a:lnTo>
                  <a:lnTo>
                    <a:pt x="1664578" y="1707769"/>
                  </a:lnTo>
                  <a:lnTo>
                    <a:pt x="1664521" y="1707557"/>
                  </a:lnTo>
                  <a:lnTo>
                    <a:pt x="1664521" y="1707460"/>
                  </a:lnTo>
                  <a:lnTo>
                    <a:pt x="1664570" y="1707372"/>
                  </a:lnTo>
                  <a:lnTo>
                    <a:pt x="1664598" y="1707293"/>
                  </a:lnTo>
                  <a:lnTo>
                    <a:pt x="1664566" y="1707187"/>
                  </a:lnTo>
                  <a:lnTo>
                    <a:pt x="1664529" y="1707169"/>
                  </a:lnTo>
                  <a:lnTo>
                    <a:pt x="1664464" y="1707201"/>
                  </a:lnTo>
                  <a:lnTo>
                    <a:pt x="1664419" y="1707404"/>
                  </a:lnTo>
                  <a:lnTo>
                    <a:pt x="1664378" y="1707511"/>
                  </a:lnTo>
                  <a:lnTo>
                    <a:pt x="1664382" y="1707594"/>
                  </a:lnTo>
                  <a:lnTo>
                    <a:pt x="1664423" y="1707686"/>
                  </a:lnTo>
                  <a:lnTo>
                    <a:pt x="1664484" y="1707797"/>
                  </a:lnTo>
                  <a:lnTo>
                    <a:pt x="1664533" y="1707940"/>
                  </a:lnTo>
                  <a:lnTo>
                    <a:pt x="1664533" y="1708088"/>
                  </a:lnTo>
                  <a:lnTo>
                    <a:pt x="1664549" y="1708241"/>
                  </a:lnTo>
                  <a:lnTo>
                    <a:pt x="1664574" y="1708392"/>
                  </a:lnTo>
                  <a:lnTo>
                    <a:pt x="1664547" y="1708465"/>
                  </a:lnTo>
                  <a:lnTo>
                    <a:pt x="1664482" y="1708578"/>
                  </a:lnTo>
                  <a:lnTo>
                    <a:pt x="1664432" y="1708665"/>
                  </a:lnTo>
                  <a:lnTo>
                    <a:pt x="1664410" y="1708728"/>
                  </a:lnTo>
                  <a:lnTo>
                    <a:pt x="1664352" y="1708955"/>
                  </a:lnTo>
                  <a:lnTo>
                    <a:pt x="1664320" y="1709018"/>
                  </a:lnTo>
                  <a:lnTo>
                    <a:pt x="1664301" y="1709055"/>
                  </a:lnTo>
                  <a:lnTo>
                    <a:pt x="1664258" y="1709081"/>
                  </a:lnTo>
                  <a:lnTo>
                    <a:pt x="1664239" y="1709092"/>
                  </a:lnTo>
                  <a:lnTo>
                    <a:pt x="1664183" y="1709145"/>
                  </a:lnTo>
                  <a:lnTo>
                    <a:pt x="1664121" y="1709203"/>
                  </a:lnTo>
                  <a:lnTo>
                    <a:pt x="1664116" y="1709218"/>
                  </a:lnTo>
                  <a:lnTo>
                    <a:pt x="1664057" y="1709379"/>
                  </a:lnTo>
                  <a:lnTo>
                    <a:pt x="1664027" y="1709500"/>
                  </a:lnTo>
                  <a:lnTo>
                    <a:pt x="1664020" y="1709557"/>
                  </a:lnTo>
                  <a:lnTo>
                    <a:pt x="1663979" y="1709576"/>
                  </a:lnTo>
                  <a:lnTo>
                    <a:pt x="1663935" y="1709571"/>
                  </a:lnTo>
                  <a:lnTo>
                    <a:pt x="1663912" y="1709535"/>
                  </a:lnTo>
                  <a:lnTo>
                    <a:pt x="1663906" y="1709525"/>
                  </a:lnTo>
                  <a:lnTo>
                    <a:pt x="1663866" y="1709410"/>
                  </a:lnTo>
                  <a:lnTo>
                    <a:pt x="1663804" y="1709345"/>
                  </a:lnTo>
                  <a:lnTo>
                    <a:pt x="1663699" y="1709317"/>
                  </a:lnTo>
                  <a:lnTo>
                    <a:pt x="1663632" y="1709227"/>
                  </a:lnTo>
                  <a:lnTo>
                    <a:pt x="1663621" y="1709208"/>
                  </a:lnTo>
                  <a:lnTo>
                    <a:pt x="1663581" y="1709137"/>
                  </a:lnTo>
                  <a:lnTo>
                    <a:pt x="1663564" y="1709008"/>
                  </a:lnTo>
                  <a:lnTo>
                    <a:pt x="1663524" y="1708897"/>
                  </a:lnTo>
                  <a:lnTo>
                    <a:pt x="1663491" y="1708827"/>
                  </a:lnTo>
                  <a:lnTo>
                    <a:pt x="1663434" y="1708777"/>
                  </a:lnTo>
                  <a:lnTo>
                    <a:pt x="1663373" y="1708781"/>
                  </a:lnTo>
                  <a:lnTo>
                    <a:pt x="1663364" y="1708783"/>
                  </a:lnTo>
                  <a:lnTo>
                    <a:pt x="1663320" y="1708795"/>
                  </a:lnTo>
                  <a:lnTo>
                    <a:pt x="1663312" y="1708850"/>
                  </a:lnTo>
                  <a:lnTo>
                    <a:pt x="1663422" y="1709100"/>
                  </a:lnTo>
                  <a:lnTo>
                    <a:pt x="1663474" y="1709228"/>
                  </a:lnTo>
                  <a:lnTo>
                    <a:pt x="1663511" y="1709322"/>
                  </a:lnTo>
                  <a:lnTo>
                    <a:pt x="1663624" y="1709414"/>
                  </a:lnTo>
                  <a:lnTo>
                    <a:pt x="1663629" y="1709419"/>
                  </a:lnTo>
                  <a:lnTo>
                    <a:pt x="1663703" y="1709502"/>
                  </a:lnTo>
                  <a:lnTo>
                    <a:pt x="1663760" y="1709631"/>
                  </a:lnTo>
                  <a:lnTo>
                    <a:pt x="1663813" y="1709738"/>
                  </a:lnTo>
                  <a:lnTo>
                    <a:pt x="1663907" y="1709871"/>
                  </a:lnTo>
                  <a:lnTo>
                    <a:pt x="1663881" y="1709950"/>
                  </a:lnTo>
                  <a:lnTo>
                    <a:pt x="1663833" y="1710085"/>
                  </a:lnTo>
                  <a:lnTo>
                    <a:pt x="1663801" y="1710133"/>
                  </a:lnTo>
                  <a:lnTo>
                    <a:pt x="1663785" y="1710154"/>
                  </a:lnTo>
                  <a:lnTo>
                    <a:pt x="1663743" y="1710153"/>
                  </a:lnTo>
                  <a:lnTo>
                    <a:pt x="1663693" y="1710179"/>
                  </a:lnTo>
                  <a:lnTo>
                    <a:pt x="1663685" y="1710183"/>
                  </a:lnTo>
                  <a:lnTo>
                    <a:pt x="1663672" y="1710246"/>
                  </a:lnTo>
                  <a:lnTo>
                    <a:pt x="1663657" y="1710377"/>
                  </a:lnTo>
                  <a:lnTo>
                    <a:pt x="1663650" y="1710541"/>
                  </a:lnTo>
                  <a:lnTo>
                    <a:pt x="1663658" y="1710661"/>
                  </a:lnTo>
                  <a:lnTo>
                    <a:pt x="1663640" y="1711026"/>
                  </a:lnTo>
                  <a:lnTo>
                    <a:pt x="1663625" y="1711072"/>
                  </a:lnTo>
                  <a:lnTo>
                    <a:pt x="1663599" y="1711093"/>
                  </a:lnTo>
                  <a:lnTo>
                    <a:pt x="1663441" y="1711101"/>
                  </a:lnTo>
                  <a:lnTo>
                    <a:pt x="1663411" y="1711110"/>
                  </a:lnTo>
                  <a:lnTo>
                    <a:pt x="1663393" y="1711177"/>
                  </a:lnTo>
                  <a:lnTo>
                    <a:pt x="1663264" y="1712383"/>
                  </a:lnTo>
                  <a:lnTo>
                    <a:pt x="1663241" y="1712471"/>
                  </a:lnTo>
                  <a:lnTo>
                    <a:pt x="1663193" y="1712550"/>
                  </a:lnTo>
                  <a:lnTo>
                    <a:pt x="1663123" y="1712571"/>
                  </a:lnTo>
                  <a:lnTo>
                    <a:pt x="1662895" y="1712554"/>
                  </a:lnTo>
                  <a:lnTo>
                    <a:pt x="1662843" y="1712567"/>
                  </a:lnTo>
                  <a:lnTo>
                    <a:pt x="1662817" y="1712575"/>
                  </a:lnTo>
                  <a:lnTo>
                    <a:pt x="1662802" y="1712611"/>
                  </a:lnTo>
                  <a:lnTo>
                    <a:pt x="1662825" y="1712623"/>
                  </a:lnTo>
                  <a:lnTo>
                    <a:pt x="1662937" y="1712697"/>
                  </a:lnTo>
                  <a:lnTo>
                    <a:pt x="1662962" y="1712714"/>
                  </a:lnTo>
                  <a:lnTo>
                    <a:pt x="1662954" y="1712744"/>
                  </a:lnTo>
                  <a:lnTo>
                    <a:pt x="1662919" y="1712778"/>
                  </a:lnTo>
                  <a:lnTo>
                    <a:pt x="1662794" y="1712900"/>
                  </a:lnTo>
                  <a:lnTo>
                    <a:pt x="1662732" y="1712939"/>
                  </a:lnTo>
                  <a:lnTo>
                    <a:pt x="1662726" y="1712943"/>
                  </a:lnTo>
                  <a:lnTo>
                    <a:pt x="1662717" y="1712940"/>
                  </a:lnTo>
                  <a:lnTo>
                    <a:pt x="1662699" y="1712923"/>
                  </a:lnTo>
                  <a:lnTo>
                    <a:pt x="1662677" y="1712873"/>
                  </a:lnTo>
                  <a:lnTo>
                    <a:pt x="1662666" y="1712852"/>
                  </a:lnTo>
                  <a:lnTo>
                    <a:pt x="1662625" y="1712827"/>
                  </a:lnTo>
                  <a:lnTo>
                    <a:pt x="1662544" y="1712789"/>
                  </a:lnTo>
                  <a:lnTo>
                    <a:pt x="1662422" y="1712730"/>
                  </a:lnTo>
                  <a:lnTo>
                    <a:pt x="1662400" y="1712722"/>
                  </a:lnTo>
                  <a:lnTo>
                    <a:pt x="1662374" y="1712676"/>
                  </a:lnTo>
                  <a:lnTo>
                    <a:pt x="1662378" y="1712605"/>
                  </a:lnTo>
                  <a:lnTo>
                    <a:pt x="1662397" y="1712554"/>
                  </a:lnTo>
                  <a:lnTo>
                    <a:pt x="1662411" y="1712492"/>
                  </a:lnTo>
                  <a:lnTo>
                    <a:pt x="1662411" y="1712462"/>
                  </a:lnTo>
                  <a:lnTo>
                    <a:pt x="1662352" y="1712425"/>
                  </a:lnTo>
                  <a:lnTo>
                    <a:pt x="1662312" y="1712408"/>
                  </a:lnTo>
                  <a:lnTo>
                    <a:pt x="1662282" y="1712416"/>
                  </a:lnTo>
                  <a:lnTo>
                    <a:pt x="1662231" y="1712458"/>
                  </a:lnTo>
                  <a:lnTo>
                    <a:pt x="1662203" y="1712474"/>
                  </a:lnTo>
                  <a:lnTo>
                    <a:pt x="1662178" y="1712444"/>
                  </a:lnTo>
                  <a:lnTo>
                    <a:pt x="1661996" y="1712241"/>
                  </a:lnTo>
                  <a:lnTo>
                    <a:pt x="1661884" y="1712104"/>
                  </a:lnTo>
                  <a:lnTo>
                    <a:pt x="1661812" y="1711708"/>
                  </a:lnTo>
                  <a:lnTo>
                    <a:pt x="1661865" y="1711527"/>
                  </a:lnTo>
                  <a:lnTo>
                    <a:pt x="1661906" y="1711413"/>
                  </a:lnTo>
                  <a:lnTo>
                    <a:pt x="1661951" y="1711290"/>
                  </a:lnTo>
                  <a:lnTo>
                    <a:pt x="1661960" y="1711249"/>
                  </a:lnTo>
                  <a:lnTo>
                    <a:pt x="1661990" y="1711126"/>
                  </a:lnTo>
                  <a:lnTo>
                    <a:pt x="1661979" y="1710828"/>
                  </a:lnTo>
                  <a:lnTo>
                    <a:pt x="1661942" y="1710704"/>
                  </a:lnTo>
                  <a:lnTo>
                    <a:pt x="1661869" y="1710428"/>
                  </a:lnTo>
                  <a:lnTo>
                    <a:pt x="1661867" y="1710278"/>
                  </a:lnTo>
                  <a:lnTo>
                    <a:pt x="1661850" y="1710146"/>
                  </a:lnTo>
                  <a:lnTo>
                    <a:pt x="1661787" y="1710054"/>
                  </a:lnTo>
                  <a:lnTo>
                    <a:pt x="1661763" y="1710020"/>
                  </a:lnTo>
                  <a:lnTo>
                    <a:pt x="1661734" y="1709964"/>
                  </a:lnTo>
                  <a:lnTo>
                    <a:pt x="1661737" y="1709943"/>
                  </a:lnTo>
                  <a:lnTo>
                    <a:pt x="1661767" y="1709858"/>
                  </a:lnTo>
                  <a:lnTo>
                    <a:pt x="1661809" y="1709655"/>
                  </a:lnTo>
                  <a:lnTo>
                    <a:pt x="1661814" y="1709598"/>
                  </a:lnTo>
                  <a:lnTo>
                    <a:pt x="1661783" y="1709511"/>
                  </a:lnTo>
                  <a:lnTo>
                    <a:pt x="1661757" y="1709443"/>
                  </a:lnTo>
                  <a:lnTo>
                    <a:pt x="1661686" y="1709318"/>
                  </a:lnTo>
                  <a:lnTo>
                    <a:pt x="1661681" y="1709314"/>
                  </a:lnTo>
                  <a:lnTo>
                    <a:pt x="1661566" y="1709236"/>
                  </a:lnTo>
                  <a:lnTo>
                    <a:pt x="1661417" y="1709134"/>
                  </a:lnTo>
                  <a:lnTo>
                    <a:pt x="1661330" y="1709075"/>
                  </a:lnTo>
                  <a:lnTo>
                    <a:pt x="1661312" y="1709062"/>
                  </a:lnTo>
                  <a:lnTo>
                    <a:pt x="1661243" y="1709059"/>
                  </a:lnTo>
                  <a:lnTo>
                    <a:pt x="1661141" y="1709053"/>
                  </a:lnTo>
                  <a:lnTo>
                    <a:pt x="1661134" y="1709049"/>
                  </a:lnTo>
                  <a:lnTo>
                    <a:pt x="1661037" y="1708984"/>
                  </a:lnTo>
                  <a:lnTo>
                    <a:pt x="1660996" y="1708954"/>
                  </a:lnTo>
                  <a:lnTo>
                    <a:pt x="1660975" y="1708880"/>
                  </a:lnTo>
                  <a:lnTo>
                    <a:pt x="1660970" y="1708867"/>
                  </a:lnTo>
                  <a:lnTo>
                    <a:pt x="1660959" y="1708829"/>
                  </a:lnTo>
                  <a:lnTo>
                    <a:pt x="1660937" y="1708782"/>
                  </a:lnTo>
                  <a:lnTo>
                    <a:pt x="1660861" y="1708688"/>
                  </a:lnTo>
                  <a:lnTo>
                    <a:pt x="1660836" y="1708667"/>
                  </a:lnTo>
                  <a:lnTo>
                    <a:pt x="1660795" y="1708643"/>
                  </a:lnTo>
                  <a:lnTo>
                    <a:pt x="1660739" y="1708619"/>
                  </a:lnTo>
                  <a:lnTo>
                    <a:pt x="1660706" y="1708610"/>
                  </a:lnTo>
                  <a:lnTo>
                    <a:pt x="1660650" y="1708597"/>
                  </a:lnTo>
                  <a:lnTo>
                    <a:pt x="1660618" y="1708584"/>
                  </a:lnTo>
                  <a:lnTo>
                    <a:pt x="1660581" y="1708495"/>
                  </a:lnTo>
                  <a:lnTo>
                    <a:pt x="1660575" y="1708479"/>
                  </a:lnTo>
                  <a:lnTo>
                    <a:pt x="1660524" y="1708343"/>
                  </a:lnTo>
                  <a:lnTo>
                    <a:pt x="1660486" y="1708192"/>
                  </a:lnTo>
                  <a:lnTo>
                    <a:pt x="1660462" y="1708082"/>
                  </a:lnTo>
                  <a:lnTo>
                    <a:pt x="1660314" y="1707990"/>
                  </a:lnTo>
                  <a:lnTo>
                    <a:pt x="1660303" y="1707970"/>
                  </a:lnTo>
                  <a:lnTo>
                    <a:pt x="1660302" y="1707914"/>
                  </a:lnTo>
                  <a:lnTo>
                    <a:pt x="1660436" y="1707519"/>
                  </a:lnTo>
                  <a:lnTo>
                    <a:pt x="1660476" y="1707456"/>
                  </a:lnTo>
                  <a:lnTo>
                    <a:pt x="1660497" y="1707435"/>
                  </a:lnTo>
                  <a:lnTo>
                    <a:pt x="1660529" y="1707404"/>
                  </a:lnTo>
                  <a:lnTo>
                    <a:pt x="1660537" y="1707402"/>
                  </a:lnTo>
                  <a:lnTo>
                    <a:pt x="1660599" y="1707382"/>
                  </a:lnTo>
                  <a:lnTo>
                    <a:pt x="1660658" y="1707370"/>
                  </a:lnTo>
                  <a:lnTo>
                    <a:pt x="1660698" y="1707393"/>
                  </a:lnTo>
                  <a:lnTo>
                    <a:pt x="1660745" y="1707447"/>
                  </a:lnTo>
                  <a:lnTo>
                    <a:pt x="1660769" y="1707484"/>
                  </a:lnTo>
                  <a:lnTo>
                    <a:pt x="1660812" y="1707517"/>
                  </a:lnTo>
                  <a:lnTo>
                    <a:pt x="1660872" y="1707506"/>
                  </a:lnTo>
                  <a:lnTo>
                    <a:pt x="1661035" y="1707476"/>
                  </a:lnTo>
                  <a:lnTo>
                    <a:pt x="1661098" y="1707442"/>
                  </a:lnTo>
                  <a:lnTo>
                    <a:pt x="1661177" y="1707335"/>
                  </a:lnTo>
                  <a:lnTo>
                    <a:pt x="1661201" y="1707258"/>
                  </a:lnTo>
                  <a:lnTo>
                    <a:pt x="1661199" y="1707229"/>
                  </a:lnTo>
                  <a:lnTo>
                    <a:pt x="1661183" y="1707211"/>
                  </a:lnTo>
                  <a:lnTo>
                    <a:pt x="1661099" y="1707147"/>
                  </a:lnTo>
                  <a:lnTo>
                    <a:pt x="1661007" y="1707134"/>
                  </a:lnTo>
                  <a:lnTo>
                    <a:pt x="1660985" y="1707097"/>
                  </a:lnTo>
                  <a:lnTo>
                    <a:pt x="1661008" y="1707025"/>
                  </a:lnTo>
                  <a:lnTo>
                    <a:pt x="1661025" y="1706973"/>
                  </a:lnTo>
                  <a:lnTo>
                    <a:pt x="1661175" y="1706900"/>
                  </a:lnTo>
                  <a:lnTo>
                    <a:pt x="1661329" y="1706766"/>
                  </a:lnTo>
                  <a:lnTo>
                    <a:pt x="1661346" y="1706719"/>
                  </a:lnTo>
                  <a:lnTo>
                    <a:pt x="1661397" y="1706479"/>
                  </a:lnTo>
                  <a:lnTo>
                    <a:pt x="1661449" y="1706406"/>
                  </a:lnTo>
                  <a:lnTo>
                    <a:pt x="1661486" y="1706355"/>
                  </a:lnTo>
                  <a:lnTo>
                    <a:pt x="1661610" y="1706363"/>
                  </a:lnTo>
                  <a:lnTo>
                    <a:pt x="1661671" y="1706346"/>
                  </a:lnTo>
                  <a:lnTo>
                    <a:pt x="1661723" y="1706313"/>
                  </a:lnTo>
                  <a:lnTo>
                    <a:pt x="1661774" y="1706253"/>
                  </a:lnTo>
                  <a:lnTo>
                    <a:pt x="1661797" y="1706227"/>
                  </a:lnTo>
                  <a:lnTo>
                    <a:pt x="1661793" y="1706115"/>
                  </a:lnTo>
                  <a:lnTo>
                    <a:pt x="1661794" y="1706107"/>
                  </a:lnTo>
                  <a:lnTo>
                    <a:pt x="1661802" y="1706049"/>
                  </a:lnTo>
                  <a:lnTo>
                    <a:pt x="1661868" y="1706013"/>
                  </a:lnTo>
                  <a:lnTo>
                    <a:pt x="1661995" y="1706010"/>
                  </a:lnTo>
                  <a:lnTo>
                    <a:pt x="1662099" y="1705998"/>
                  </a:lnTo>
                  <a:lnTo>
                    <a:pt x="1662194" y="1705986"/>
                  </a:lnTo>
                  <a:lnTo>
                    <a:pt x="1662232" y="1705956"/>
                  </a:lnTo>
                  <a:lnTo>
                    <a:pt x="1662262" y="1705903"/>
                  </a:lnTo>
                  <a:lnTo>
                    <a:pt x="1662263" y="1705897"/>
                  </a:lnTo>
                  <a:lnTo>
                    <a:pt x="1662279" y="1705840"/>
                  </a:lnTo>
                  <a:lnTo>
                    <a:pt x="1662283" y="1705827"/>
                  </a:lnTo>
                  <a:lnTo>
                    <a:pt x="1662289" y="1705775"/>
                  </a:lnTo>
                  <a:lnTo>
                    <a:pt x="1662286" y="1705735"/>
                  </a:lnTo>
                  <a:lnTo>
                    <a:pt x="1662267" y="1705711"/>
                  </a:lnTo>
                  <a:lnTo>
                    <a:pt x="1662248" y="1705704"/>
                  </a:lnTo>
                  <a:lnTo>
                    <a:pt x="1662233" y="1705734"/>
                  </a:lnTo>
                  <a:lnTo>
                    <a:pt x="1662184" y="1705774"/>
                  </a:lnTo>
                  <a:lnTo>
                    <a:pt x="1662154" y="1705796"/>
                  </a:lnTo>
                  <a:lnTo>
                    <a:pt x="1662115" y="1705790"/>
                  </a:lnTo>
                  <a:lnTo>
                    <a:pt x="1662085" y="1705769"/>
                  </a:lnTo>
                  <a:lnTo>
                    <a:pt x="1662054" y="1705757"/>
                  </a:lnTo>
                  <a:lnTo>
                    <a:pt x="1662048" y="1705743"/>
                  </a:lnTo>
                  <a:lnTo>
                    <a:pt x="1662099" y="1705641"/>
                  </a:lnTo>
                  <a:lnTo>
                    <a:pt x="1662266" y="1705314"/>
                  </a:lnTo>
                  <a:lnTo>
                    <a:pt x="1662369" y="1705225"/>
                  </a:lnTo>
                  <a:lnTo>
                    <a:pt x="1662426" y="1705220"/>
                  </a:lnTo>
                  <a:lnTo>
                    <a:pt x="1662508" y="1705215"/>
                  </a:lnTo>
                  <a:lnTo>
                    <a:pt x="1662537" y="1705227"/>
                  </a:lnTo>
                  <a:lnTo>
                    <a:pt x="1662609" y="1705202"/>
                  </a:lnTo>
                  <a:lnTo>
                    <a:pt x="1662640" y="1705151"/>
                  </a:lnTo>
                  <a:lnTo>
                    <a:pt x="1662703" y="1705051"/>
                  </a:lnTo>
                  <a:lnTo>
                    <a:pt x="1662703" y="1705012"/>
                  </a:lnTo>
                  <a:lnTo>
                    <a:pt x="1662687" y="1704983"/>
                  </a:lnTo>
                  <a:lnTo>
                    <a:pt x="1662662" y="1704938"/>
                  </a:lnTo>
                  <a:lnTo>
                    <a:pt x="1662655" y="1704926"/>
                  </a:lnTo>
                  <a:lnTo>
                    <a:pt x="1662582" y="1704796"/>
                  </a:lnTo>
                  <a:lnTo>
                    <a:pt x="1662521" y="1704685"/>
                  </a:lnTo>
                  <a:lnTo>
                    <a:pt x="1662514" y="1704673"/>
                  </a:lnTo>
                  <a:lnTo>
                    <a:pt x="1662414" y="1704494"/>
                  </a:lnTo>
                  <a:lnTo>
                    <a:pt x="1662408" y="1704487"/>
                  </a:lnTo>
                  <a:lnTo>
                    <a:pt x="1662370" y="1704483"/>
                  </a:lnTo>
                  <a:lnTo>
                    <a:pt x="1662363" y="1704477"/>
                  </a:lnTo>
                  <a:lnTo>
                    <a:pt x="1662339" y="1704457"/>
                  </a:lnTo>
                  <a:lnTo>
                    <a:pt x="1662326" y="1704446"/>
                  </a:lnTo>
                  <a:lnTo>
                    <a:pt x="1662319" y="1704436"/>
                  </a:lnTo>
                  <a:lnTo>
                    <a:pt x="1662264" y="1704365"/>
                  </a:lnTo>
                  <a:lnTo>
                    <a:pt x="1662221" y="1704288"/>
                  </a:lnTo>
                  <a:lnTo>
                    <a:pt x="1662200" y="1704250"/>
                  </a:lnTo>
                  <a:lnTo>
                    <a:pt x="1662195" y="1704241"/>
                  </a:lnTo>
                  <a:lnTo>
                    <a:pt x="1662183" y="1704198"/>
                  </a:lnTo>
                  <a:lnTo>
                    <a:pt x="1662199" y="1704140"/>
                  </a:lnTo>
                  <a:lnTo>
                    <a:pt x="1662202" y="1704129"/>
                  </a:lnTo>
                  <a:lnTo>
                    <a:pt x="1662217" y="1704084"/>
                  </a:lnTo>
                  <a:lnTo>
                    <a:pt x="1662282" y="1704015"/>
                  </a:lnTo>
                  <a:lnTo>
                    <a:pt x="1662297" y="1704001"/>
                  </a:lnTo>
                  <a:lnTo>
                    <a:pt x="1662355" y="1703946"/>
                  </a:lnTo>
                  <a:lnTo>
                    <a:pt x="1662502" y="1703845"/>
                  </a:lnTo>
                  <a:lnTo>
                    <a:pt x="1662651" y="1703751"/>
                  </a:lnTo>
                  <a:lnTo>
                    <a:pt x="1662939" y="1703577"/>
                  </a:lnTo>
                  <a:lnTo>
                    <a:pt x="1662954" y="1703567"/>
                  </a:lnTo>
                  <a:lnTo>
                    <a:pt x="1662985" y="1703549"/>
                  </a:lnTo>
                  <a:lnTo>
                    <a:pt x="1663024" y="1703525"/>
                  </a:lnTo>
                  <a:lnTo>
                    <a:pt x="1663048" y="1703511"/>
                  </a:lnTo>
                  <a:lnTo>
                    <a:pt x="1663122" y="1703444"/>
                  </a:lnTo>
                  <a:lnTo>
                    <a:pt x="1663193" y="1703365"/>
                  </a:lnTo>
                  <a:lnTo>
                    <a:pt x="1663259" y="1703293"/>
                  </a:lnTo>
                  <a:lnTo>
                    <a:pt x="1663323" y="1703216"/>
                  </a:lnTo>
                  <a:lnTo>
                    <a:pt x="1663371" y="1703154"/>
                  </a:lnTo>
                  <a:lnTo>
                    <a:pt x="1663381" y="1703142"/>
                  </a:lnTo>
                  <a:lnTo>
                    <a:pt x="1663428" y="1703083"/>
                  </a:lnTo>
                  <a:lnTo>
                    <a:pt x="1663433" y="1703080"/>
                  </a:lnTo>
                  <a:lnTo>
                    <a:pt x="1663462" y="1703064"/>
                  </a:lnTo>
                  <a:lnTo>
                    <a:pt x="1663476" y="1703055"/>
                  </a:lnTo>
                  <a:lnTo>
                    <a:pt x="1663485" y="1703054"/>
                  </a:lnTo>
                  <a:lnTo>
                    <a:pt x="1663525" y="1703048"/>
                  </a:lnTo>
                  <a:lnTo>
                    <a:pt x="1663624" y="1703045"/>
                  </a:lnTo>
                  <a:lnTo>
                    <a:pt x="1663724" y="1703038"/>
                  </a:lnTo>
                  <a:lnTo>
                    <a:pt x="1663721" y="1703024"/>
                  </a:lnTo>
                  <a:lnTo>
                    <a:pt x="1663715" y="1703000"/>
                  </a:lnTo>
                  <a:lnTo>
                    <a:pt x="1663705" y="1702976"/>
                  </a:lnTo>
                  <a:lnTo>
                    <a:pt x="1663528" y="1702742"/>
                  </a:lnTo>
                  <a:lnTo>
                    <a:pt x="1663491" y="1702693"/>
                  </a:lnTo>
                  <a:lnTo>
                    <a:pt x="1663487" y="1702688"/>
                  </a:lnTo>
                  <a:lnTo>
                    <a:pt x="1663437" y="1702625"/>
                  </a:lnTo>
                  <a:lnTo>
                    <a:pt x="1663433" y="1702620"/>
                  </a:lnTo>
                  <a:lnTo>
                    <a:pt x="1663428" y="1702614"/>
                  </a:lnTo>
                  <a:lnTo>
                    <a:pt x="1663381" y="1702572"/>
                  </a:lnTo>
                  <a:lnTo>
                    <a:pt x="1663342" y="1702536"/>
                  </a:lnTo>
                  <a:lnTo>
                    <a:pt x="1663319" y="1702516"/>
                  </a:lnTo>
                  <a:lnTo>
                    <a:pt x="1663199" y="1702408"/>
                  </a:lnTo>
                  <a:lnTo>
                    <a:pt x="1663185" y="1702395"/>
                  </a:lnTo>
                  <a:lnTo>
                    <a:pt x="1663155" y="1702374"/>
                  </a:lnTo>
                  <a:lnTo>
                    <a:pt x="1663139" y="1702363"/>
                  </a:lnTo>
                  <a:lnTo>
                    <a:pt x="1663122" y="1702359"/>
                  </a:lnTo>
                  <a:lnTo>
                    <a:pt x="1663116" y="1702358"/>
                  </a:lnTo>
                  <a:lnTo>
                    <a:pt x="1663104" y="1702359"/>
                  </a:lnTo>
                  <a:lnTo>
                    <a:pt x="1663080" y="1702378"/>
                  </a:lnTo>
                  <a:lnTo>
                    <a:pt x="1663086" y="1702401"/>
                  </a:lnTo>
                  <a:lnTo>
                    <a:pt x="1663089" y="1702411"/>
                  </a:lnTo>
                  <a:lnTo>
                    <a:pt x="1663094" y="1702427"/>
                  </a:lnTo>
                  <a:lnTo>
                    <a:pt x="1663105" y="1702472"/>
                  </a:lnTo>
                  <a:lnTo>
                    <a:pt x="1663103" y="1702480"/>
                  </a:lnTo>
                  <a:lnTo>
                    <a:pt x="1663088" y="1702491"/>
                  </a:lnTo>
                  <a:lnTo>
                    <a:pt x="1662985" y="1702478"/>
                  </a:lnTo>
                  <a:lnTo>
                    <a:pt x="1662871" y="1702489"/>
                  </a:lnTo>
                  <a:lnTo>
                    <a:pt x="1662830" y="1702478"/>
                  </a:lnTo>
                  <a:lnTo>
                    <a:pt x="1662522" y="1702393"/>
                  </a:lnTo>
                  <a:lnTo>
                    <a:pt x="1662441" y="1702344"/>
                  </a:lnTo>
                  <a:lnTo>
                    <a:pt x="1662422" y="1702333"/>
                  </a:lnTo>
                  <a:lnTo>
                    <a:pt x="1662397" y="1702305"/>
                  </a:lnTo>
                  <a:lnTo>
                    <a:pt x="1662390" y="1702295"/>
                  </a:lnTo>
                  <a:lnTo>
                    <a:pt x="1662388" y="1702278"/>
                  </a:lnTo>
                  <a:lnTo>
                    <a:pt x="1662388" y="1702271"/>
                  </a:lnTo>
                  <a:lnTo>
                    <a:pt x="1662390" y="1702220"/>
                  </a:lnTo>
                  <a:lnTo>
                    <a:pt x="1662391" y="1702213"/>
                  </a:lnTo>
                  <a:lnTo>
                    <a:pt x="1662400" y="1702156"/>
                  </a:lnTo>
                  <a:lnTo>
                    <a:pt x="1662412" y="1702094"/>
                  </a:lnTo>
                  <a:lnTo>
                    <a:pt x="1662421" y="1702024"/>
                  </a:lnTo>
                  <a:lnTo>
                    <a:pt x="1662409" y="1701992"/>
                  </a:lnTo>
                  <a:lnTo>
                    <a:pt x="1662406" y="1701987"/>
                  </a:lnTo>
                  <a:lnTo>
                    <a:pt x="1662401" y="1701977"/>
                  </a:lnTo>
                  <a:lnTo>
                    <a:pt x="1662396" y="1701971"/>
                  </a:lnTo>
                  <a:lnTo>
                    <a:pt x="1662374" y="1701960"/>
                  </a:lnTo>
                  <a:lnTo>
                    <a:pt x="1662317" y="1701963"/>
                  </a:lnTo>
                  <a:lnTo>
                    <a:pt x="1662291" y="1701964"/>
                  </a:lnTo>
                  <a:lnTo>
                    <a:pt x="1662251" y="1701966"/>
                  </a:lnTo>
                  <a:lnTo>
                    <a:pt x="1662239" y="1702008"/>
                  </a:lnTo>
                  <a:lnTo>
                    <a:pt x="1662243" y="1702021"/>
                  </a:lnTo>
                  <a:lnTo>
                    <a:pt x="1662245" y="1702030"/>
                  </a:lnTo>
                  <a:lnTo>
                    <a:pt x="1662259" y="1702073"/>
                  </a:lnTo>
                  <a:lnTo>
                    <a:pt x="1662243" y="1702163"/>
                  </a:lnTo>
                  <a:lnTo>
                    <a:pt x="1662189" y="1702291"/>
                  </a:lnTo>
                  <a:lnTo>
                    <a:pt x="1662137" y="1702381"/>
                  </a:lnTo>
                  <a:lnTo>
                    <a:pt x="1662083" y="1702451"/>
                  </a:lnTo>
                  <a:lnTo>
                    <a:pt x="1662060" y="1702479"/>
                  </a:lnTo>
                  <a:lnTo>
                    <a:pt x="1662022" y="1702492"/>
                  </a:lnTo>
                  <a:lnTo>
                    <a:pt x="1662007" y="1702497"/>
                  </a:lnTo>
                  <a:lnTo>
                    <a:pt x="1661964" y="1702518"/>
                  </a:lnTo>
                  <a:lnTo>
                    <a:pt x="1661959" y="1702521"/>
                  </a:lnTo>
                  <a:lnTo>
                    <a:pt x="1661820" y="1702534"/>
                  </a:lnTo>
                  <a:lnTo>
                    <a:pt x="1661708" y="1702544"/>
                  </a:lnTo>
                  <a:lnTo>
                    <a:pt x="1661608" y="1702553"/>
                  </a:lnTo>
                  <a:lnTo>
                    <a:pt x="1661585" y="1702553"/>
                  </a:lnTo>
                  <a:lnTo>
                    <a:pt x="1661545" y="1702552"/>
                  </a:lnTo>
                  <a:lnTo>
                    <a:pt x="1661433" y="1702536"/>
                  </a:lnTo>
                  <a:lnTo>
                    <a:pt x="1661410" y="1702532"/>
                  </a:lnTo>
                  <a:lnTo>
                    <a:pt x="1661381" y="1702570"/>
                  </a:lnTo>
                  <a:lnTo>
                    <a:pt x="1661335" y="1702633"/>
                  </a:lnTo>
                  <a:lnTo>
                    <a:pt x="1661323" y="1702649"/>
                  </a:lnTo>
                  <a:lnTo>
                    <a:pt x="1661256" y="1702686"/>
                  </a:lnTo>
                  <a:lnTo>
                    <a:pt x="1661146" y="1702701"/>
                  </a:lnTo>
                  <a:lnTo>
                    <a:pt x="1661108" y="1702700"/>
                  </a:lnTo>
                  <a:lnTo>
                    <a:pt x="1661055" y="1702700"/>
                  </a:lnTo>
                  <a:lnTo>
                    <a:pt x="1660991" y="1702697"/>
                  </a:lnTo>
                  <a:lnTo>
                    <a:pt x="1660826" y="1702688"/>
                  </a:lnTo>
                  <a:lnTo>
                    <a:pt x="1660798" y="1702685"/>
                  </a:lnTo>
                  <a:lnTo>
                    <a:pt x="1660637" y="1702665"/>
                  </a:lnTo>
                  <a:lnTo>
                    <a:pt x="1660502" y="1702642"/>
                  </a:lnTo>
                  <a:lnTo>
                    <a:pt x="1660441" y="1702632"/>
                  </a:lnTo>
                  <a:lnTo>
                    <a:pt x="1660404" y="1702614"/>
                  </a:lnTo>
                  <a:lnTo>
                    <a:pt x="1660376" y="1702583"/>
                  </a:lnTo>
                  <a:lnTo>
                    <a:pt x="1660368" y="1702574"/>
                  </a:lnTo>
                  <a:lnTo>
                    <a:pt x="1660287" y="1702477"/>
                  </a:lnTo>
                  <a:lnTo>
                    <a:pt x="1660247" y="1702426"/>
                  </a:lnTo>
                  <a:lnTo>
                    <a:pt x="1660219" y="1702407"/>
                  </a:lnTo>
                  <a:lnTo>
                    <a:pt x="1660155" y="1702388"/>
                  </a:lnTo>
                  <a:lnTo>
                    <a:pt x="1660115" y="1702377"/>
                  </a:lnTo>
                  <a:lnTo>
                    <a:pt x="1660086" y="1702379"/>
                  </a:lnTo>
                  <a:lnTo>
                    <a:pt x="1660065" y="1702398"/>
                  </a:lnTo>
                  <a:lnTo>
                    <a:pt x="1659986" y="1702440"/>
                  </a:lnTo>
                  <a:lnTo>
                    <a:pt x="1659871" y="1702502"/>
                  </a:lnTo>
                  <a:lnTo>
                    <a:pt x="1659785" y="1702541"/>
                  </a:lnTo>
                  <a:lnTo>
                    <a:pt x="1659776" y="1702542"/>
                  </a:lnTo>
                  <a:lnTo>
                    <a:pt x="1659752" y="1702527"/>
                  </a:lnTo>
                  <a:lnTo>
                    <a:pt x="1659738" y="1702518"/>
                  </a:lnTo>
                  <a:lnTo>
                    <a:pt x="1659673" y="1702460"/>
                  </a:lnTo>
                  <a:lnTo>
                    <a:pt x="1659614" y="1702407"/>
                  </a:lnTo>
                  <a:lnTo>
                    <a:pt x="1659605" y="1702395"/>
                  </a:lnTo>
                  <a:lnTo>
                    <a:pt x="1659591" y="1702374"/>
                  </a:lnTo>
                  <a:lnTo>
                    <a:pt x="1659585" y="1702366"/>
                  </a:lnTo>
                  <a:lnTo>
                    <a:pt x="1659574" y="1702340"/>
                  </a:lnTo>
                  <a:lnTo>
                    <a:pt x="1659576" y="1702237"/>
                  </a:lnTo>
                  <a:lnTo>
                    <a:pt x="1659577" y="1702220"/>
                  </a:lnTo>
                  <a:lnTo>
                    <a:pt x="1659599" y="1701886"/>
                  </a:lnTo>
                  <a:lnTo>
                    <a:pt x="1659600" y="1701869"/>
                  </a:lnTo>
                  <a:lnTo>
                    <a:pt x="1659614" y="1701808"/>
                  </a:lnTo>
                  <a:lnTo>
                    <a:pt x="1659693" y="1701616"/>
                  </a:lnTo>
                  <a:lnTo>
                    <a:pt x="1659749" y="1701487"/>
                  </a:lnTo>
                  <a:lnTo>
                    <a:pt x="1659800" y="1701412"/>
                  </a:lnTo>
                  <a:lnTo>
                    <a:pt x="1659816" y="1701396"/>
                  </a:lnTo>
                  <a:lnTo>
                    <a:pt x="1659841" y="1701371"/>
                  </a:lnTo>
                  <a:lnTo>
                    <a:pt x="1659916" y="1701271"/>
                  </a:lnTo>
                  <a:lnTo>
                    <a:pt x="1659927" y="1701256"/>
                  </a:lnTo>
                  <a:lnTo>
                    <a:pt x="1659966" y="1701187"/>
                  </a:lnTo>
                  <a:lnTo>
                    <a:pt x="1659967" y="1701177"/>
                  </a:lnTo>
                  <a:lnTo>
                    <a:pt x="1659956" y="1701171"/>
                  </a:lnTo>
                  <a:lnTo>
                    <a:pt x="1659950" y="1701170"/>
                  </a:lnTo>
                  <a:lnTo>
                    <a:pt x="1659940" y="1701170"/>
                  </a:lnTo>
                  <a:lnTo>
                    <a:pt x="1659832" y="1701165"/>
                  </a:lnTo>
                  <a:lnTo>
                    <a:pt x="1659745" y="1701161"/>
                  </a:lnTo>
                  <a:lnTo>
                    <a:pt x="1659733" y="1701161"/>
                  </a:lnTo>
                  <a:lnTo>
                    <a:pt x="1659708" y="1701179"/>
                  </a:lnTo>
                  <a:lnTo>
                    <a:pt x="1659700" y="1701186"/>
                  </a:lnTo>
                  <a:lnTo>
                    <a:pt x="1659688" y="1701198"/>
                  </a:lnTo>
                  <a:lnTo>
                    <a:pt x="1659672" y="1701212"/>
                  </a:lnTo>
                  <a:lnTo>
                    <a:pt x="1659533" y="1701376"/>
                  </a:lnTo>
                  <a:lnTo>
                    <a:pt x="1659468" y="1701461"/>
                  </a:lnTo>
                  <a:lnTo>
                    <a:pt x="1659430" y="1701509"/>
                  </a:lnTo>
                  <a:lnTo>
                    <a:pt x="1659347" y="1701609"/>
                  </a:lnTo>
                  <a:lnTo>
                    <a:pt x="1659253" y="1701723"/>
                  </a:lnTo>
                  <a:lnTo>
                    <a:pt x="1659184" y="1701806"/>
                  </a:lnTo>
                  <a:lnTo>
                    <a:pt x="1659166" y="1701828"/>
                  </a:lnTo>
                  <a:lnTo>
                    <a:pt x="1659160" y="1701878"/>
                  </a:lnTo>
                  <a:lnTo>
                    <a:pt x="1659145" y="1701987"/>
                  </a:lnTo>
                  <a:lnTo>
                    <a:pt x="1659132" y="1702080"/>
                  </a:lnTo>
                  <a:lnTo>
                    <a:pt x="1659109" y="1702197"/>
                  </a:lnTo>
                  <a:lnTo>
                    <a:pt x="1659105" y="1702206"/>
                  </a:lnTo>
                  <a:lnTo>
                    <a:pt x="1659095" y="1702228"/>
                  </a:lnTo>
                  <a:lnTo>
                    <a:pt x="1659082" y="1702240"/>
                  </a:lnTo>
                  <a:lnTo>
                    <a:pt x="1659071" y="1702239"/>
                  </a:lnTo>
                  <a:lnTo>
                    <a:pt x="1659035" y="1702230"/>
                  </a:lnTo>
                  <a:lnTo>
                    <a:pt x="1659002" y="1702221"/>
                  </a:lnTo>
                  <a:lnTo>
                    <a:pt x="1658972" y="1702176"/>
                  </a:lnTo>
                  <a:lnTo>
                    <a:pt x="1658930" y="1702112"/>
                  </a:lnTo>
                  <a:lnTo>
                    <a:pt x="1658926" y="1702106"/>
                  </a:lnTo>
                  <a:lnTo>
                    <a:pt x="1658919" y="1702116"/>
                  </a:lnTo>
                  <a:lnTo>
                    <a:pt x="1658807" y="1702293"/>
                  </a:lnTo>
                  <a:lnTo>
                    <a:pt x="1658781" y="1702336"/>
                  </a:lnTo>
                  <a:lnTo>
                    <a:pt x="1658770" y="1702366"/>
                  </a:lnTo>
                  <a:lnTo>
                    <a:pt x="1658777" y="1702376"/>
                  </a:lnTo>
                  <a:lnTo>
                    <a:pt x="1658795" y="1702398"/>
                  </a:lnTo>
                  <a:lnTo>
                    <a:pt x="1658801" y="1702430"/>
                  </a:lnTo>
                  <a:lnTo>
                    <a:pt x="1658799" y="1702439"/>
                  </a:lnTo>
                  <a:lnTo>
                    <a:pt x="1658794" y="1702451"/>
                  </a:lnTo>
                  <a:lnTo>
                    <a:pt x="1658736" y="1702528"/>
                  </a:lnTo>
                  <a:lnTo>
                    <a:pt x="1658727" y="1702540"/>
                  </a:lnTo>
                  <a:lnTo>
                    <a:pt x="1658724" y="1702544"/>
                  </a:lnTo>
                  <a:lnTo>
                    <a:pt x="1658637" y="1702641"/>
                  </a:lnTo>
                  <a:lnTo>
                    <a:pt x="1658596" y="1702687"/>
                  </a:lnTo>
                  <a:lnTo>
                    <a:pt x="1658357" y="1702947"/>
                  </a:lnTo>
                  <a:lnTo>
                    <a:pt x="1658288" y="1702989"/>
                  </a:lnTo>
                  <a:lnTo>
                    <a:pt x="1658276" y="1702987"/>
                  </a:lnTo>
                  <a:lnTo>
                    <a:pt x="1658252" y="1702981"/>
                  </a:lnTo>
                  <a:lnTo>
                    <a:pt x="1658221" y="1702964"/>
                  </a:lnTo>
                  <a:lnTo>
                    <a:pt x="1658196" y="1702950"/>
                  </a:lnTo>
                  <a:lnTo>
                    <a:pt x="1658118" y="1702891"/>
                  </a:lnTo>
                  <a:lnTo>
                    <a:pt x="1658072" y="1702859"/>
                  </a:lnTo>
                  <a:lnTo>
                    <a:pt x="1658017" y="1702836"/>
                  </a:lnTo>
                  <a:lnTo>
                    <a:pt x="1657987" y="1702829"/>
                  </a:lnTo>
                  <a:lnTo>
                    <a:pt x="1657946" y="1702836"/>
                  </a:lnTo>
                  <a:lnTo>
                    <a:pt x="1657802" y="1702864"/>
                  </a:lnTo>
                  <a:lnTo>
                    <a:pt x="1657475" y="1702928"/>
                  </a:lnTo>
                  <a:lnTo>
                    <a:pt x="1657386" y="1702945"/>
                  </a:lnTo>
                  <a:lnTo>
                    <a:pt x="1657346" y="1702953"/>
                  </a:lnTo>
                  <a:lnTo>
                    <a:pt x="1657327" y="1702959"/>
                  </a:lnTo>
                  <a:lnTo>
                    <a:pt x="1657328" y="1702977"/>
                  </a:lnTo>
                  <a:lnTo>
                    <a:pt x="1657330" y="1702984"/>
                  </a:lnTo>
                  <a:lnTo>
                    <a:pt x="1657339" y="1703015"/>
                  </a:lnTo>
                  <a:lnTo>
                    <a:pt x="1657344" y="1703029"/>
                  </a:lnTo>
                  <a:lnTo>
                    <a:pt x="1657348" y="1703043"/>
                  </a:lnTo>
                  <a:lnTo>
                    <a:pt x="1657354" y="1703061"/>
                  </a:lnTo>
                  <a:lnTo>
                    <a:pt x="1657386" y="1703165"/>
                  </a:lnTo>
                  <a:lnTo>
                    <a:pt x="1657390" y="1703176"/>
                  </a:lnTo>
                  <a:lnTo>
                    <a:pt x="1657433" y="1703321"/>
                  </a:lnTo>
                  <a:lnTo>
                    <a:pt x="1657437" y="1703328"/>
                  </a:lnTo>
                  <a:lnTo>
                    <a:pt x="1657449" y="1703346"/>
                  </a:lnTo>
                  <a:lnTo>
                    <a:pt x="1657465" y="1703357"/>
                  </a:lnTo>
                  <a:lnTo>
                    <a:pt x="1657499" y="1703370"/>
                  </a:lnTo>
                  <a:lnTo>
                    <a:pt x="1657513" y="1703376"/>
                  </a:lnTo>
                  <a:lnTo>
                    <a:pt x="1657556" y="1703394"/>
                  </a:lnTo>
                  <a:lnTo>
                    <a:pt x="1657610" y="1703435"/>
                  </a:lnTo>
                  <a:lnTo>
                    <a:pt x="1657618" y="1703458"/>
                  </a:lnTo>
                  <a:lnTo>
                    <a:pt x="1657624" y="1703484"/>
                  </a:lnTo>
                  <a:lnTo>
                    <a:pt x="1657622" y="1703500"/>
                  </a:lnTo>
                  <a:lnTo>
                    <a:pt x="1657620" y="1703509"/>
                  </a:lnTo>
                  <a:lnTo>
                    <a:pt x="1657605" y="1703569"/>
                  </a:lnTo>
                  <a:lnTo>
                    <a:pt x="1657601" y="1703578"/>
                  </a:lnTo>
                  <a:lnTo>
                    <a:pt x="1657588" y="1703604"/>
                  </a:lnTo>
                  <a:lnTo>
                    <a:pt x="1657584" y="1703613"/>
                  </a:lnTo>
                  <a:lnTo>
                    <a:pt x="1657564" y="1703635"/>
                  </a:lnTo>
                  <a:lnTo>
                    <a:pt x="1657560" y="1703640"/>
                  </a:lnTo>
                  <a:lnTo>
                    <a:pt x="1657551" y="1703650"/>
                  </a:lnTo>
                  <a:lnTo>
                    <a:pt x="1657538" y="1703656"/>
                  </a:lnTo>
                  <a:lnTo>
                    <a:pt x="1657522" y="1703665"/>
                  </a:lnTo>
                  <a:lnTo>
                    <a:pt x="1657457" y="1703680"/>
                  </a:lnTo>
                  <a:lnTo>
                    <a:pt x="1657435" y="1703685"/>
                  </a:lnTo>
                  <a:lnTo>
                    <a:pt x="1657386" y="1703694"/>
                  </a:lnTo>
                  <a:lnTo>
                    <a:pt x="1657313" y="1703707"/>
                  </a:lnTo>
                  <a:lnTo>
                    <a:pt x="1657239" y="1703704"/>
                  </a:lnTo>
                  <a:lnTo>
                    <a:pt x="1657177" y="1703703"/>
                  </a:lnTo>
                  <a:lnTo>
                    <a:pt x="1657074" y="1703702"/>
                  </a:lnTo>
                  <a:lnTo>
                    <a:pt x="1656879" y="1703686"/>
                  </a:lnTo>
                  <a:lnTo>
                    <a:pt x="1656744" y="1703676"/>
                  </a:lnTo>
                  <a:lnTo>
                    <a:pt x="1656625" y="1703666"/>
                  </a:lnTo>
                  <a:lnTo>
                    <a:pt x="1656603" y="1703663"/>
                  </a:lnTo>
                  <a:lnTo>
                    <a:pt x="1656564" y="1703657"/>
                  </a:lnTo>
                  <a:lnTo>
                    <a:pt x="1656555" y="1703656"/>
                  </a:lnTo>
                  <a:lnTo>
                    <a:pt x="1656527" y="1703652"/>
                  </a:lnTo>
                  <a:lnTo>
                    <a:pt x="1656485" y="1703645"/>
                  </a:lnTo>
                  <a:lnTo>
                    <a:pt x="1656466" y="1703644"/>
                  </a:lnTo>
                  <a:lnTo>
                    <a:pt x="1656454" y="1703643"/>
                  </a:lnTo>
                  <a:lnTo>
                    <a:pt x="1656420" y="1703641"/>
                  </a:lnTo>
                  <a:lnTo>
                    <a:pt x="1656395" y="1703662"/>
                  </a:lnTo>
                  <a:lnTo>
                    <a:pt x="1656390" y="1703695"/>
                  </a:lnTo>
                  <a:lnTo>
                    <a:pt x="1656393" y="1703725"/>
                  </a:lnTo>
                  <a:lnTo>
                    <a:pt x="1656404" y="1703734"/>
                  </a:lnTo>
                  <a:lnTo>
                    <a:pt x="1656433" y="1703758"/>
                  </a:lnTo>
                  <a:lnTo>
                    <a:pt x="1656450" y="1703772"/>
                  </a:lnTo>
                  <a:lnTo>
                    <a:pt x="1656492" y="1703805"/>
                  </a:lnTo>
                  <a:lnTo>
                    <a:pt x="1656546" y="1703852"/>
                  </a:lnTo>
                  <a:lnTo>
                    <a:pt x="1656601" y="1703889"/>
                  </a:lnTo>
                  <a:lnTo>
                    <a:pt x="1656614" y="1703891"/>
                  </a:lnTo>
                  <a:lnTo>
                    <a:pt x="1656621" y="1703892"/>
                  </a:lnTo>
                  <a:lnTo>
                    <a:pt x="1656636" y="1703894"/>
                  </a:lnTo>
                  <a:lnTo>
                    <a:pt x="1656649" y="1703887"/>
                  </a:lnTo>
                  <a:lnTo>
                    <a:pt x="1656656" y="1703882"/>
                  </a:lnTo>
                  <a:lnTo>
                    <a:pt x="1656712" y="1703891"/>
                  </a:lnTo>
                  <a:lnTo>
                    <a:pt x="1656736" y="1703894"/>
                  </a:lnTo>
                  <a:lnTo>
                    <a:pt x="1656781" y="1703909"/>
                  </a:lnTo>
                  <a:lnTo>
                    <a:pt x="1656804" y="1703918"/>
                  </a:lnTo>
                  <a:lnTo>
                    <a:pt x="1656864" y="1703970"/>
                  </a:lnTo>
                  <a:lnTo>
                    <a:pt x="1656895" y="1704019"/>
                  </a:lnTo>
                  <a:lnTo>
                    <a:pt x="1656899" y="1704025"/>
                  </a:lnTo>
                  <a:lnTo>
                    <a:pt x="1656915" y="1704051"/>
                  </a:lnTo>
                  <a:lnTo>
                    <a:pt x="1656931" y="1704161"/>
                  </a:lnTo>
                  <a:lnTo>
                    <a:pt x="1656932" y="1704172"/>
                  </a:lnTo>
                  <a:lnTo>
                    <a:pt x="1656932" y="1704182"/>
                  </a:lnTo>
                  <a:lnTo>
                    <a:pt x="1656932" y="1704196"/>
                  </a:lnTo>
                  <a:lnTo>
                    <a:pt x="1656928" y="1704242"/>
                  </a:lnTo>
                  <a:lnTo>
                    <a:pt x="1656922" y="1704316"/>
                  </a:lnTo>
                  <a:lnTo>
                    <a:pt x="1656922" y="1704322"/>
                  </a:lnTo>
                  <a:lnTo>
                    <a:pt x="1656921" y="1704329"/>
                  </a:lnTo>
                  <a:lnTo>
                    <a:pt x="1656921" y="1704337"/>
                  </a:lnTo>
                  <a:lnTo>
                    <a:pt x="1656918" y="1704388"/>
                  </a:lnTo>
                  <a:lnTo>
                    <a:pt x="1656956" y="1704435"/>
                  </a:lnTo>
                  <a:lnTo>
                    <a:pt x="1657014" y="1704507"/>
                  </a:lnTo>
                  <a:lnTo>
                    <a:pt x="1657029" y="1704526"/>
                  </a:lnTo>
                  <a:lnTo>
                    <a:pt x="1657053" y="1704556"/>
                  </a:lnTo>
                  <a:lnTo>
                    <a:pt x="1657069" y="1704577"/>
                  </a:lnTo>
                  <a:lnTo>
                    <a:pt x="1657077" y="1704596"/>
                  </a:lnTo>
                  <a:lnTo>
                    <a:pt x="1657081" y="1704606"/>
                  </a:lnTo>
                  <a:lnTo>
                    <a:pt x="1657082" y="1704623"/>
                  </a:lnTo>
                  <a:lnTo>
                    <a:pt x="1657084" y="1704667"/>
                  </a:lnTo>
                  <a:lnTo>
                    <a:pt x="1657085" y="1704687"/>
                  </a:lnTo>
                  <a:lnTo>
                    <a:pt x="1657073" y="1704737"/>
                  </a:lnTo>
                  <a:lnTo>
                    <a:pt x="1657069" y="1704750"/>
                  </a:lnTo>
                  <a:lnTo>
                    <a:pt x="1657053" y="1704809"/>
                  </a:lnTo>
                  <a:lnTo>
                    <a:pt x="1657051" y="1704816"/>
                  </a:lnTo>
                  <a:lnTo>
                    <a:pt x="1657016" y="1704871"/>
                  </a:lnTo>
                  <a:lnTo>
                    <a:pt x="1657009" y="1704880"/>
                  </a:lnTo>
                  <a:lnTo>
                    <a:pt x="1656998" y="1704894"/>
                  </a:lnTo>
                  <a:lnTo>
                    <a:pt x="1656992" y="1704897"/>
                  </a:lnTo>
                  <a:lnTo>
                    <a:pt x="1656985" y="1704901"/>
                  </a:lnTo>
                  <a:lnTo>
                    <a:pt x="1656950" y="1704907"/>
                  </a:lnTo>
                  <a:lnTo>
                    <a:pt x="1656889" y="1704918"/>
                  </a:lnTo>
                  <a:lnTo>
                    <a:pt x="1656805" y="1704930"/>
                  </a:lnTo>
                  <a:lnTo>
                    <a:pt x="1656756" y="1704937"/>
                  </a:lnTo>
                  <a:lnTo>
                    <a:pt x="1656739" y="1704941"/>
                  </a:lnTo>
                  <a:lnTo>
                    <a:pt x="1656700" y="1704952"/>
                  </a:lnTo>
                  <a:lnTo>
                    <a:pt x="1656688" y="1704955"/>
                  </a:lnTo>
                  <a:lnTo>
                    <a:pt x="1656654" y="1704976"/>
                  </a:lnTo>
                  <a:lnTo>
                    <a:pt x="1656646" y="1704981"/>
                  </a:lnTo>
                  <a:lnTo>
                    <a:pt x="1656628" y="1704992"/>
                  </a:lnTo>
                  <a:lnTo>
                    <a:pt x="1656553" y="1705037"/>
                  </a:lnTo>
                  <a:lnTo>
                    <a:pt x="1656488" y="1705077"/>
                  </a:lnTo>
                  <a:lnTo>
                    <a:pt x="1656443" y="1705107"/>
                  </a:lnTo>
                  <a:lnTo>
                    <a:pt x="1656422" y="1705120"/>
                  </a:lnTo>
                  <a:lnTo>
                    <a:pt x="1656405" y="1705130"/>
                  </a:lnTo>
                  <a:lnTo>
                    <a:pt x="1656397" y="1705132"/>
                  </a:lnTo>
                  <a:lnTo>
                    <a:pt x="1656392" y="1705134"/>
                  </a:lnTo>
                  <a:lnTo>
                    <a:pt x="1656371" y="1705135"/>
                  </a:lnTo>
                  <a:lnTo>
                    <a:pt x="1656341" y="1705126"/>
                  </a:lnTo>
                  <a:lnTo>
                    <a:pt x="1656326" y="1705119"/>
                  </a:lnTo>
                  <a:lnTo>
                    <a:pt x="1656305" y="1705109"/>
                  </a:lnTo>
                  <a:lnTo>
                    <a:pt x="1656283" y="1705094"/>
                  </a:lnTo>
                  <a:lnTo>
                    <a:pt x="1656274" y="1705087"/>
                  </a:lnTo>
                  <a:lnTo>
                    <a:pt x="1656254" y="1705060"/>
                  </a:lnTo>
                  <a:lnTo>
                    <a:pt x="1656220" y="1705012"/>
                  </a:lnTo>
                  <a:lnTo>
                    <a:pt x="1656203" y="1704990"/>
                  </a:lnTo>
                  <a:lnTo>
                    <a:pt x="1656185" y="1704965"/>
                  </a:lnTo>
                  <a:lnTo>
                    <a:pt x="1656142" y="1704907"/>
                  </a:lnTo>
                  <a:lnTo>
                    <a:pt x="1656103" y="1704855"/>
                  </a:lnTo>
                  <a:lnTo>
                    <a:pt x="1656066" y="1704805"/>
                  </a:lnTo>
                  <a:lnTo>
                    <a:pt x="1656062" y="1704800"/>
                  </a:lnTo>
                  <a:lnTo>
                    <a:pt x="1656016" y="1704760"/>
                  </a:lnTo>
                  <a:lnTo>
                    <a:pt x="1655959" y="1704710"/>
                  </a:lnTo>
                  <a:lnTo>
                    <a:pt x="1655927" y="1704682"/>
                  </a:lnTo>
                  <a:lnTo>
                    <a:pt x="1655894" y="1704653"/>
                  </a:lnTo>
                  <a:lnTo>
                    <a:pt x="1655854" y="1704618"/>
                  </a:lnTo>
                  <a:lnTo>
                    <a:pt x="1655838" y="1704604"/>
                  </a:lnTo>
                  <a:lnTo>
                    <a:pt x="1655809" y="1704577"/>
                  </a:lnTo>
                  <a:lnTo>
                    <a:pt x="1655787" y="1704557"/>
                  </a:lnTo>
                  <a:lnTo>
                    <a:pt x="1655758" y="1704528"/>
                  </a:lnTo>
                  <a:lnTo>
                    <a:pt x="1655742" y="1704513"/>
                  </a:lnTo>
                  <a:lnTo>
                    <a:pt x="1655736" y="1704508"/>
                  </a:lnTo>
                  <a:lnTo>
                    <a:pt x="1655656" y="1704428"/>
                  </a:lnTo>
                  <a:lnTo>
                    <a:pt x="1655588" y="1704321"/>
                  </a:lnTo>
                  <a:lnTo>
                    <a:pt x="1655575" y="1704267"/>
                  </a:lnTo>
                  <a:lnTo>
                    <a:pt x="1655511" y="1703994"/>
                  </a:lnTo>
                  <a:lnTo>
                    <a:pt x="1655491" y="1703908"/>
                  </a:lnTo>
                  <a:lnTo>
                    <a:pt x="1655490" y="1703902"/>
                  </a:lnTo>
                  <a:lnTo>
                    <a:pt x="1655489" y="1703896"/>
                  </a:lnTo>
                  <a:lnTo>
                    <a:pt x="1655488" y="1703888"/>
                  </a:lnTo>
                  <a:lnTo>
                    <a:pt x="1655488" y="1703872"/>
                  </a:lnTo>
                  <a:lnTo>
                    <a:pt x="1655490" y="1703858"/>
                  </a:lnTo>
                  <a:lnTo>
                    <a:pt x="1655493" y="1703834"/>
                  </a:lnTo>
                  <a:lnTo>
                    <a:pt x="1655496" y="1703817"/>
                  </a:lnTo>
                  <a:lnTo>
                    <a:pt x="1655504" y="1703775"/>
                  </a:lnTo>
                  <a:lnTo>
                    <a:pt x="1655505" y="1703769"/>
                  </a:lnTo>
                  <a:lnTo>
                    <a:pt x="1655525" y="1703732"/>
                  </a:lnTo>
                  <a:lnTo>
                    <a:pt x="1655529" y="1703724"/>
                  </a:lnTo>
                  <a:lnTo>
                    <a:pt x="1655536" y="1703696"/>
                  </a:lnTo>
                  <a:lnTo>
                    <a:pt x="1655587" y="1703471"/>
                  </a:lnTo>
                  <a:lnTo>
                    <a:pt x="1655510" y="1703448"/>
                  </a:lnTo>
                  <a:lnTo>
                    <a:pt x="1655447" y="1703430"/>
                  </a:lnTo>
                  <a:lnTo>
                    <a:pt x="1655382" y="1703485"/>
                  </a:lnTo>
                  <a:lnTo>
                    <a:pt x="1655356" y="1703504"/>
                  </a:lnTo>
                  <a:lnTo>
                    <a:pt x="1655317" y="1703578"/>
                  </a:lnTo>
                  <a:lnTo>
                    <a:pt x="1655268" y="1703718"/>
                  </a:lnTo>
                  <a:lnTo>
                    <a:pt x="1655254" y="1703773"/>
                  </a:lnTo>
                  <a:lnTo>
                    <a:pt x="1655251" y="1703834"/>
                  </a:lnTo>
                  <a:lnTo>
                    <a:pt x="1655261" y="1703853"/>
                  </a:lnTo>
                  <a:lnTo>
                    <a:pt x="1655321" y="1703973"/>
                  </a:lnTo>
                  <a:lnTo>
                    <a:pt x="1655370" y="1704115"/>
                  </a:lnTo>
                  <a:lnTo>
                    <a:pt x="1655445" y="1704337"/>
                  </a:lnTo>
                  <a:lnTo>
                    <a:pt x="1655506" y="1704521"/>
                  </a:lnTo>
                  <a:lnTo>
                    <a:pt x="1655536" y="1704613"/>
                  </a:lnTo>
                  <a:lnTo>
                    <a:pt x="1655653" y="1704750"/>
                  </a:lnTo>
                  <a:lnTo>
                    <a:pt x="1655793" y="1704834"/>
                  </a:lnTo>
                  <a:lnTo>
                    <a:pt x="1655831" y="1704868"/>
                  </a:lnTo>
                  <a:lnTo>
                    <a:pt x="1655851" y="1704897"/>
                  </a:lnTo>
                  <a:lnTo>
                    <a:pt x="1655958" y="1705053"/>
                  </a:lnTo>
                  <a:lnTo>
                    <a:pt x="1655961" y="1705102"/>
                  </a:lnTo>
                  <a:lnTo>
                    <a:pt x="1655953" y="1705143"/>
                  </a:lnTo>
                  <a:lnTo>
                    <a:pt x="1655951" y="1705219"/>
                  </a:lnTo>
                  <a:lnTo>
                    <a:pt x="1655957" y="1705267"/>
                  </a:lnTo>
                  <a:lnTo>
                    <a:pt x="1655945" y="1705385"/>
                  </a:lnTo>
                  <a:lnTo>
                    <a:pt x="1656045" y="1705475"/>
                  </a:lnTo>
                  <a:lnTo>
                    <a:pt x="1656202" y="1705611"/>
                  </a:lnTo>
                  <a:lnTo>
                    <a:pt x="1656231" y="1705635"/>
                  </a:lnTo>
                  <a:lnTo>
                    <a:pt x="1656265" y="1705663"/>
                  </a:lnTo>
                  <a:lnTo>
                    <a:pt x="1656291" y="1705729"/>
                  </a:lnTo>
                  <a:lnTo>
                    <a:pt x="1656321" y="1705792"/>
                  </a:lnTo>
                  <a:lnTo>
                    <a:pt x="1656406" y="1705791"/>
                  </a:lnTo>
                  <a:lnTo>
                    <a:pt x="1656521" y="1705746"/>
                  </a:lnTo>
                  <a:lnTo>
                    <a:pt x="1656531" y="1705745"/>
                  </a:lnTo>
                  <a:lnTo>
                    <a:pt x="1656542" y="1705744"/>
                  </a:lnTo>
                  <a:lnTo>
                    <a:pt x="1656611" y="1705740"/>
                  </a:lnTo>
                  <a:lnTo>
                    <a:pt x="1656633" y="1705745"/>
                  </a:lnTo>
                  <a:lnTo>
                    <a:pt x="1656687" y="1705756"/>
                  </a:lnTo>
                  <a:lnTo>
                    <a:pt x="1656805" y="1705862"/>
                  </a:lnTo>
                  <a:lnTo>
                    <a:pt x="1656943" y="1706063"/>
                  </a:lnTo>
                  <a:lnTo>
                    <a:pt x="1657080" y="1706265"/>
                  </a:lnTo>
                  <a:lnTo>
                    <a:pt x="1657163" y="1706394"/>
                  </a:lnTo>
                  <a:lnTo>
                    <a:pt x="1657199" y="1706425"/>
                  </a:lnTo>
                  <a:lnTo>
                    <a:pt x="1657285" y="1706453"/>
                  </a:lnTo>
                  <a:lnTo>
                    <a:pt x="1657321" y="1706465"/>
                  </a:lnTo>
                  <a:lnTo>
                    <a:pt x="1657373" y="1706505"/>
                  </a:lnTo>
                  <a:lnTo>
                    <a:pt x="1657409" y="1706533"/>
                  </a:lnTo>
                  <a:lnTo>
                    <a:pt x="1657448" y="1706586"/>
                  </a:lnTo>
                  <a:lnTo>
                    <a:pt x="1657459" y="1706601"/>
                  </a:lnTo>
                  <a:lnTo>
                    <a:pt x="1657541" y="1706705"/>
                  </a:lnTo>
                  <a:lnTo>
                    <a:pt x="1657533" y="1706807"/>
                  </a:lnTo>
                  <a:lnTo>
                    <a:pt x="1657534" y="1706842"/>
                  </a:lnTo>
                  <a:lnTo>
                    <a:pt x="1657532" y="1706956"/>
                  </a:lnTo>
                  <a:lnTo>
                    <a:pt x="1657529" y="1706967"/>
                  </a:lnTo>
                  <a:lnTo>
                    <a:pt x="1657518" y="1707028"/>
                  </a:lnTo>
                  <a:lnTo>
                    <a:pt x="1657493" y="1707127"/>
                  </a:lnTo>
                  <a:lnTo>
                    <a:pt x="1657494" y="1707183"/>
                  </a:lnTo>
                  <a:lnTo>
                    <a:pt x="1657492" y="1707250"/>
                  </a:lnTo>
                  <a:lnTo>
                    <a:pt x="1657580" y="1707354"/>
                  </a:lnTo>
                  <a:lnTo>
                    <a:pt x="1657667" y="1707468"/>
                  </a:lnTo>
                  <a:lnTo>
                    <a:pt x="1657733" y="1707552"/>
                  </a:lnTo>
                  <a:lnTo>
                    <a:pt x="1657726" y="1707669"/>
                  </a:lnTo>
                  <a:lnTo>
                    <a:pt x="1657725" y="1707678"/>
                  </a:lnTo>
                  <a:lnTo>
                    <a:pt x="1657722" y="1707737"/>
                  </a:lnTo>
                  <a:lnTo>
                    <a:pt x="1657682" y="1707817"/>
                  </a:lnTo>
                  <a:lnTo>
                    <a:pt x="1657690" y="1707906"/>
                  </a:lnTo>
                  <a:lnTo>
                    <a:pt x="1657745" y="1708127"/>
                  </a:lnTo>
                  <a:lnTo>
                    <a:pt x="1657777" y="1708305"/>
                  </a:lnTo>
                  <a:lnTo>
                    <a:pt x="1657805" y="1708387"/>
                  </a:lnTo>
                  <a:lnTo>
                    <a:pt x="1657814" y="1708428"/>
                  </a:lnTo>
                  <a:lnTo>
                    <a:pt x="1657902" y="1708491"/>
                  </a:lnTo>
                  <a:lnTo>
                    <a:pt x="1657920" y="1708510"/>
                  </a:lnTo>
                  <a:lnTo>
                    <a:pt x="1657954" y="1708484"/>
                  </a:lnTo>
                  <a:lnTo>
                    <a:pt x="1658007" y="1708470"/>
                  </a:lnTo>
                  <a:lnTo>
                    <a:pt x="1658016" y="1708470"/>
                  </a:lnTo>
                  <a:lnTo>
                    <a:pt x="1658047" y="1708528"/>
                  </a:lnTo>
                  <a:lnTo>
                    <a:pt x="1658042" y="1708622"/>
                  </a:lnTo>
                  <a:lnTo>
                    <a:pt x="1658041" y="1708670"/>
                  </a:lnTo>
                  <a:lnTo>
                    <a:pt x="1658038" y="1708725"/>
                  </a:lnTo>
                  <a:lnTo>
                    <a:pt x="1658013" y="1708742"/>
                  </a:lnTo>
                  <a:lnTo>
                    <a:pt x="1657977" y="1708732"/>
                  </a:lnTo>
                  <a:lnTo>
                    <a:pt x="1657930" y="1708753"/>
                  </a:lnTo>
                  <a:lnTo>
                    <a:pt x="1657919" y="1708765"/>
                  </a:lnTo>
                  <a:lnTo>
                    <a:pt x="1657911" y="1708774"/>
                  </a:lnTo>
                  <a:lnTo>
                    <a:pt x="1657883" y="1708870"/>
                  </a:lnTo>
                  <a:lnTo>
                    <a:pt x="1657847" y="1708970"/>
                  </a:lnTo>
                  <a:lnTo>
                    <a:pt x="1657848" y="1708977"/>
                  </a:lnTo>
                  <a:lnTo>
                    <a:pt x="1657859" y="1709049"/>
                  </a:lnTo>
                  <a:lnTo>
                    <a:pt x="1657860" y="1709083"/>
                  </a:lnTo>
                  <a:lnTo>
                    <a:pt x="1657867" y="1709090"/>
                  </a:lnTo>
                  <a:lnTo>
                    <a:pt x="1657946" y="1709165"/>
                  </a:lnTo>
                  <a:lnTo>
                    <a:pt x="1657963" y="1709174"/>
                  </a:lnTo>
                  <a:lnTo>
                    <a:pt x="1658001" y="1709194"/>
                  </a:lnTo>
                  <a:lnTo>
                    <a:pt x="1658033" y="1709191"/>
                  </a:lnTo>
                  <a:lnTo>
                    <a:pt x="1658058" y="1709188"/>
                  </a:lnTo>
                  <a:lnTo>
                    <a:pt x="1658093" y="1709127"/>
                  </a:lnTo>
                  <a:lnTo>
                    <a:pt x="1658096" y="1709115"/>
                  </a:lnTo>
                  <a:lnTo>
                    <a:pt x="1658111" y="1709057"/>
                  </a:lnTo>
                  <a:lnTo>
                    <a:pt x="1658117" y="1709035"/>
                  </a:lnTo>
                  <a:lnTo>
                    <a:pt x="1658119" y="1709027"/>
                  </a:lnTo>
                  <a:lnTo>
                    <a:pt x="1658158" y="1709020"/>
                  </a:lnTo>
                  <a:lnTo>
                    <a:pt x="1658175" y="1709017"/>
                  </a:lnTo>
                  <a:lnTo>
                    <a:pt x="1658184" y="1709016"/>
                  </a:lnTo>
                  <a:lnTo>
                    <a:pt x="1658256" y="1709007"/>
                  </a:lnTo>
                  <a:lnTo>
                    <a:pt x="1658300" y="1709000"/>
                  </a:lnTo>
                  <a:lnTo>
                    <a:pt x="1658366" y="1709025"/>
                  </a:lnTo>
                  <a:lnTo>
                    <a:pt x="1658444" y="1709053"/>
                  </a:lnTo>
                  <a:lnTo>
                    <a:pt x="1658577" y="1709102"/>
                  </a:lnTo>
                  <a:lnTo>
                    <a:pt x="1658617" y="1709169"/>
                  </a:lnTo>
                  <a:lnTo>
                    <a:pt x="1658657" y="1709243"/>
                  </a:lnTo>
                  <a:lnTo>
                    <a:pt x="1658658" y="1709254"/>
                  </a:lnTo>
                  <a:lnTo>
                    <a:pt x="1658663" y="1709319"/>
                  </a:lnTo>
                  <a:lnTo>
                    <a:pt x="1658660" y="1709349"/>
                  </a:lnTo>
                  <a:lnTo>
                    <a:pt x="1658644" y="1709391"/>
                  </a:lnTo>
                  <a:lnTo>
                    <a:pt x="1658622" y="1709404"/>
                  </a:lnTo>
                  <a:lnTo>
                    <a:pt x="1658528" y="1709421"/>
                  </a:lnTo>
                  <a:lnTo>
                    <a:pt x="1658465" y="1709460"/>
                  </a:lnTo>
                  <a:lnTo>
                    <a:pt x="1658455" y="1709466"/>
                  </a:lnTo>
                  <a:lnTo>
                    <a:pt x="1658474" y="1709533"/>
                  </a:lnTo>
                  <a:lnTo>
                    <a:pt x="1658493" y="1709643"/>
                  </a:lnTo>
                  <a:lnTo>
                    <a:pt x="1658542" y="1709722"/>
                  </a:lnTo>
                  <a:lnTo>
                    <a:pt x="1658668" y="1709855"/>
                  </a:lnTo>
                  <a:lnTo>
                    <a:pt x="1658822" y="1710025"/>
                  </a:lnTo>
                  <a:lnTo>
                    <a:pt x="1658881" y="1710054"/>
                  </a:lnTo>
                  <a:lnTo>
                    <a:pt x="1658895" y="1710061"/>
                  </a:lnTo>
                  <a:lnTo>
                    <a:pt x="1659002" y="1710109"/>
                  </a:lnTo>
                  <a:lnTo>
                    <a:pt x="1659036" y="1710101"/>
                  </a:lnTo>
                  <a:lnTo>
                    <a:pt x="1659057" y="1710094"/>
                  </a:lnTo>
                  <a:lnTo>
                    <a:pt x="1659064" y="1710049"/>
                  </a:lnTo>
                  <a:lnTo>
                    <a:pt x="1659090" y="1710020"/>
                  </a:lnTo>
                  <a:lnTo>
                    <a:pt x="1659187" y="1709932"/>
                  </a:lnTo>
                  <a:lnTo>
                    <a:pt x="1659244" y="1709895"/>
                  </a:lnTo>
                  <a:lnTo>
                    <a:pt x="1659276" y="1709903"/>
                  </a:lnTo>
                  <a:lnTo>
                    <a:pt x="1659281" y="1709904"/>
                  </a:lnTo>
                  <a:lnTo>
                    <a:pt x="1659306" y="1709933"/>
                  </a:lnTo>
                  <a:lnTo>
                    <a:pt x="1659358" y="1710001"/>
                  </a:lnTo>
                  <a:lnTo>
                    <a:pt x="1659398" y="1710036"/>
                  </a:lnTo>
                  <a:lnTo>
                    <a:pt x="1659428" y="1710077"/>
                  </a:lnTo>
                  <a:lnTo>
                    <a:pt x="1659585" y="1710053"/>
                  </a:lnTo>
                  <a:lnTo>
                    <a:pt x="1659653" y="1710025"/>
                  </a:lnTo>
                  <a:lnTo>
                    <a:pt x="1659669" y="1709991"/>
                  </a:lnTo>
                  <a:lnTo>
                    <a:pt x="1659661" y="1709972"/>
                  </a:lnTo>
                  <a:lnTo>
                    <a:pt x="1659671" y="1709958"/>
                  </a:lnTo>
                  <a:lnTo>
                    <a:pt x="1659693" y="1709958"/>
                  </a:lnTo>
                  <a:lnTo>
                    <a:pt x="1659721" y="1709975"/>
                  </a:lnTo>
                  <a:lnTo>
                    <a:pt x="1659735" y="1709992"/>
                  </a:lnTo>
                  <a:lnTo>
                    <a:pt x="1659733" y="1710000"/>
                  </a:lnTo>
                  <a:lnTo>
                    <a:pt x="1659726" y="1710014"/>
                  </a:lnTo>
                  <a:lnTo>
                    <a:pt x="1659722" y="1710060"/>
                  </a:lnTo>
                  <a:lnTo>
                    <a:pt x="1659717" y="1710120"/>
                  </a:lnTo>
                  <a:lnTo>
                    <a:pt x="1659707" y="1710150"/>
                  </a:lnTo>
                  <a:lnTo>
                    <a:pt x="1659683" y="1710218"/>
                  </a:lnTo>
                  <a:lnTo>
                    <a:pt x="1659639" y="1710332"/>
                  </a:lnTo>
                  <a:lnTo>
                    <a:pt x="1659617" y="1710373"/>
                  </a:lnTo>
                  <a:lnTo>
                    <a:pt x="1659596" y="1710412"/>
                  </a:lnTo>
                  <a:lnTo>
                    <a:pt x="1659591" y="1710414"/>
                  </a:lnTo>
                  <a:lnTo>
                    <a:pt x="1659518" y="1710446"/>
                  </a:lnTo>
                  <a:lnTo>
                    <a:pt x="1659414" y="1710491"/>
                  </a:lnTo>
                  <a:lnTo>
                    <a:pt x="1659398" y="1710502"/>
                  </a:lnTo>
                  <a:lnTo>
                    <a:pt x="1659385" y="1710510"/>
                  </a:lnTo>
                  <a:lnTo>
                    <a:pt x="1659368" y="1710536"/>
                  </a:lnTo>
                  <a:lnTo>
                    <a:pt x="1659348" y="1710567"/>
                  </a:lnTo>
                  <a:lnTo>
                    <a:pt x="1659314" y="1710623"/>
                  </a:lnTo>
                  <a:lnTo>
                    <a:pt x="1659274" y="1710688"/>
                  </a:lnTo>
                  <a:lnTo>
                    <a:pt x="1659246" y="1710739"/>
                  </a:lnTo>
                  <a:lnTo>
                    <a:pt x="1659214" y="1710800"/>
                  </a:lnTo>
                  <a:lnTo>
                    <a:pt x="1659187" y="1710896"/>
                  </a:lnTo>
                  <a:lnTo>
                    <a:pt x="1659147" y="1710908"/>
                  </a:lnTo>
                  <a:lnTo>
                    <a:pt x="1659056" y="1710991"/>
                  </a:lnTo>
                  <a:lnTo>
                    <a:pt x="1658998" y="1711027"/>
                  </a:lnTo>
                  <a:lnTo>
                    <a:pt x="1658942" y="1711066"/>
                  </a:lnTo>
                  <a:lnTo>
                    <a:pt x="1658926" y="1711077"/>
                  </a:lnTo>
                  <a:lnTo>
                    <a:pt x="1658818" y="1711140"/>
                  </a:lnTo>
                  <a:lnTo>
                    <a:pt x="1658698" y="1711217"/>
                  </a:lnTo>
                  <a:lnTo>
                    <a:pt x="1658657" y="1711242"/>
                  </a:lnTo>
                  <a:lnTo>
                    <a:pt x="1658631" y="1711282"/>
                  </a:lnTo>
                  <a:lnTo>
                    <a:pt x="1658604" y="1711318"/>
                  </a:lnTo>
                  <a:lnTo>
                    <a:pt x="1658488" y="1711494"/>
                  </a:lnTo>
                  <a:lnTo>
                    <a:pt x="1658454" y="1711535"/>
                  </a:lnTo>
                  <a:lnTo>
                    <a:pt x="1658373" y="1711632"/>
                  </a:lnTo>
                  <a:lnTo>
                    <a:pt x="1658310" y="1711657"/>
                  </a:lnTo>
                  <a:lnTo>
                    <a:pt x="1658235" y="1711686"/>
                  </a:lnTo>
                  <a:lnTo>
                    <a:pt x="1658153" y="1711704"/>
                  </a:lnTo>
                  <a:lnTo>
                    <a:pt x="1658122" y="1711708"/>
                  </a:lnTo>
                  <a:lnTo>
                    <a:pt x="1658097" y="1711683"/>
                  </a:lnTo>
                  <a:lnTo>
                    <a:pt x="1658053" y="1711633"/>
                  </a:lnTo>
                  <a:lnTo>
                    <a:pt x="1657999" y="1711580"/>
                  </a:lnTo>
                  <a:lnTo>
                    <a:pt x="1657968" y="1711553"/>
                  </a:lnTo>
                  <a:lnTo>
                    <a:pt x="1657911" y="1711521"/>
                  </a:lnTo>
                  <a:lnTo>
                    <a:pt x="1657874" y="1711484"/>
                  </a:lnTo>
                  <a:lnTo>
                    <a:pt x="1657856" y="1711460"/>
                  </a:lnTo>
                  <a:lnTo>
                    <a:pt x="1657853" y="1711429"/>
                  </a:lnTo>
                  <a:lnTo>
                    <a:pt x="1657861" y="1711393"/>
                  </a:lnTo>
                  <a:lnTo>
                    <a:pt x="1657873" y="1711393"/>
                  </a:lnTo>
                  <a:lnTo>
                    <a:pt x="1657903" y="1711395"/>
                  </a:lnTo>
                  <a:lnTo>
                    <a:pt x="1657935" y="1711399"/>
                  </a:lnTo>
                  <a:lnTo>
                    <a:pt x="1657951" y="1711392"/>
                  </a:lnTo>
                  <a:lnTo>
                    <a:pt x="1657975" y="1711380"/>
                  </a:lnTo>
                  <a:lnTo>
                    <a:pt x="1657989" y="1711370"/>
                  </a:lnTo>
                  <a:lnTo>
                    <a:pt x="1657999" y="1711363"/>
                  </a:lnTo>
                  <a:lnTo>
                    <a:pt x="1658022" y="1711328"/>
                  </a:lnTo>
                  <a:lnTo>
                    <a:pt x="1658044" y="1711269"/>
                  </a:lnTo>
                  <a:lnTo>
                    <a:pt x="1658059" y="1711223"/>
                  </a:lnTo>
                  <a:lnTo>
                    <a:pt x="1658061" y="1711215"/>
                  </a:lnTo>
                  <a:lnTo>
                    <a:pt x="1658038" y="1711203"/>
                  </a:lnTo>
                  <a:lnTo>
                    <a:pt x="1657879" y="1711128"/>
                  </a:lnTo>
                  <a:lnTo>
                    <a:pt x="1657826" y="1711118"/>
                  </a:lnTo>
                  <a:lnTo>
                    <a:pt x="1657800" y="1711114"/>
                  </a:lnTo>
                  <a:lnTo>
                    <a:pt x="1657758" y="1711132"/>
                  </a:lnTo>
                  <a:lnTo>
                    <a:pt x="1657753" y="1711140"/>
                  </a:lnTo>
                  <a:lnTo>
                    <a:pt x="1657749" y="1711145"/>
                  </a:lnTo>
                  <a:lnTo>
                    <a:pt x="1657756" y="1711162"/>
                  </a:lnTo>
                  <a:lnTo>
                    <a:pt x="1657767" y="1711186"/>
                  </a:lnTo>
                  <a:lnTo>
                    <a:pt x="1657782" y="1711243"/>
                  </a:lnTo>
                  <a:lnTo>
                    <a:pt x="1657807" y="1711300"/>
                  </a:lnTo>
                  <a:lnTo>
                    <a:pt x="1657809" y="1711307"/>
                  </a:lnTo>
                  <a:lnTo>
                    <a:pt x="1657805" y="1711333"/>
                  </a:lnTo>
                  <a:lnTo>
                    <a:pt x="1657803" y="1711354"/>
                  </a:lnTo>
                  <a:lnTo>
                    <a:pt x="1657798" y="1711372"/>
                  </a:lnTo>
                  <a:lnTo>
                    <a:pt x="1657796" y="1711379"/>
                  </a:lnTo>
                  <a:lnTo>
                    <a:pt x="1657764" y="1711411"/>
                  </a:lnTo>
                  <a:lnTo>
                    <a:pt x="1657706" y="1711395"/>
                  </a:lnTo>
                  <a:lnTo>
                    <a:pt x="1657627" y="1711327"/>
                  </a:lnTo>
                  <a:lnTo>
                    <a:pt x="1657618" y="1711320"/>
                  </a:lnTo>
                  <a:lnTo>
                    <a:pt x="1657566" y="1711215"/>
                  </a:lnTo>
                  <a:lnTo>
                    <a:pt x="1657538" y="1711110"/>
                  </a:lnTo>
                  <a:lnTo>
                    <a:pt x="1657558" y="1711010"/>
                  </a:lnTo>
                  <a:lnTo>
                    <a:pt x="1657615" y="1710794"/>
                  </a:lnTo>
                  <a:lnTo>
                    <a:pt x="1657631" y="1710712"/>
                  </a:lnTo>
                  <a:lnTo>
                    <a:pt x="1657650" y="1710623"/>
                  </a:lnTo>
                  <a:lnTo>
                    <a:pt x="1657652" y="1710591"/>
                  </a:lnTo>
                  <a:lnTo>
                    <a:pt x="1657658" y="1710489"/>
                  </a:lnTo>
                  <a:lnTo>
                    <a:pt x="1657674" y="1710339"/>
                  </a:lnTo>
                  <a:lnTo>
                    <a:pt x="1657623" y="1710116"/>
                  </a:lnTo>
                  <a:lnTo>
                    <a:pt x="1657552" y="1709886"/>
                  </a:lnTo>
                  <a:lnTo>
                    <a:pt x="1657488" y="1709883"/>
                  </a:lnTo>
                  <a:lnTo>
                    <a:pt x="1657474" y="1709882"/>
                  </a:lnTo>
                  <a:lnTo>
                    <a:pt x="1657444" y="1709878"/>
                  </a:lnTo>
                  <a:lnTo>
                    <a:pt x="1657430" y="1709877"/>
                  </a:lnTo>
                  <a:lnTo>
                    <a:pt x="1657426" y="1710044"/>
                  </a:lnTo>
                  <a:lnTo>
                    <a:pt x="1657466" y="1710354"/>
                  </a:lnTo>
                  <a:lnTo>
                    <a:pt x="1657470" y="1710394"/>
                  </a:lnTo>
                  <a:lnTo>
                    <a:pt x="1657496" y="1710669"/>
                  </a:lnTo>
                  <a:lnTo>
                    <a:pt x="1657455" y="1710826"/>
                  </a:lnTo>
                  <a:lnTo>
                    <a:pt x="1657417" y="1710980"/>
                  </a:lnTo>
                  <a:lnTo>
                    <a:pt x="1657404" y="1711012"/>
                  </a:lnTo>
                  <a:lnTo>
                    <a:pt x="1657397" y="1711031"/>
                  </a:lnTo>
                  <a:lnTo>
                    <a:pt x="1657384" y="1711061"/>
                  </a:lnTo>
                  <a:lnTo>
                    <a:pt x="1657396" y="1711157"/>
                  </a:lnTo>
                  <a:lnTo>
                    <a:pt x="1657400" y="1711185"/>
                  </a:lnTo>
                  <a:lnTo>
                    <a:pt x="1657457" y="1711260"/>
                  </a:lnTo>
                  <a:lnTo>
                    <a:pt x="1657548" y="1711415"/>
                  </a:lnTo>
                  <a:lnTo>
                    <a:pt x="1657639" y="1711466"/>
                  </a:lnTo>
                  <a:lnTo>
                    <a:pt x="1657717" y="1711577"/>
                  </a:lnTo>
                  <a:lnTo>
                    <a:pt x="1657775" y="1711676"/>
                  </a:lnTo>
                  <a:lnTo>
                    <a:pt x="1657816" y="1711847"/>
                  </a:lnTo>
                  <a:lnTo>
                    <a:pt x="1657843" y="1711989"/>
                  </a:lnTo>
                  <a:lnTo>
                    <a:pt x="1657844" y="1712007"/>
                  </a:lnTo>
                  <a:lnTo>
                    <a:pt x="1657844" y="1712021"/>
                  </a:lnTo>
                  <a:lnTo>
                    <a:pt x="1657812" y="1712114"/>
                  </a:lnTo>
                  <a:lnTo>
                    <a:pt x="1657800" y="1712125"/>
                  </a:lnTo>
                  <a:lnTo>
                    <a:pt x="1657723" y="1712175"/>
                  </a:lnTo>
                  <a:lnTo>
                    <a:pt x="1657615" y="1712244"/>
                  </a:lnTo>
                  <a:lnTo>
                    <a:pt x="1657474" y="1712307"/>
                  </a:lnTo>
                  <a:lnTo>
                    <a:pt x="1657456" y="1712376"/>
                  </a:lnTo>
                  <a:lnTo>
                    <a:pt x="1657441" y="1712448"/>
                  </a:lnTo>
                  <a:lnTo>
                    <a:pt x="1657477" y="1712504"/>
                  </a:lnTo>
                  <a:lnTo>
                    <a:pt x="1657615" y="1712593"/>
                  </a:lnTo>
                  <a:lnTo>
                    <a:pt x="1657687" y="1712637"/>
                  </a:lnTo>
                  <a:lnTo>
                    <a:pt x="1657717" y="1712654"/>
                  </a:lnTo>
                  <a:lnTo>
                    <a:pt x="1657748" y="1712671"/>
                  </a:lnTo>
                  <a:lnTo>
                    <a:pt x="1657779" y="1712665"/>
                  </a:lnTo>
                  <a:lnTo>
                    <a:pt x="1657815" y="1712590"/>
                  </a:lnTo>
                  <a:lnTo>
                    <a:pt x="1657825" y="1712565"/>
                  </a:lnTo>
                  <a:lnTo>
                    <a:pt x="1657739" y="1712465"/>
                  </a:lnTo>
                  <a:lnTo>
                    <a:pt x="1657729" y="1712451"/>
                  </a:lnTo>
                  <a:lnTo>
                    <a:pt x="1657714" y="1712419"/>
                  </a:lnTo>
                  <a:lnTo>
                    <a:pt x="1657718" y="1712399"/>
                  </a:lnTo>
                  <a:lnTo>
                    <a:pt x="1657736" y="1712360"/>
                  </a:lnTo>
                  <a:lnTo>
                    <a:pt x="1657959" y="1711998"/>
                  </a:lnTo>
                  <a:lnTo>
                    <a:pt x="1657980" y="1711969"/>
                  </a:lnTo>
                  <a:lnTo>
                    <a:pt x="1657989" y="1711966"/>
                  </a:lnTo>
                  <a:lnTo>
                    <a:pt x="1657996" y="1711965"/>
                  </a:lnTo>
                  <a:lnTo>
                    <a:pt x="1658004" y="1711964"/>
                  </a:lnTo>
                  <a:lnTo>
                    <a:pt x="1658047" y="1711982"/>
                  </a:lnTo>
                  <a:lnTo>
                    <a:pt x="1658058" y="1712009"/>
                  </a:lnTo>
                  <a:lnTo>
                    <a:pt x="1658053" y="1712025"/>
                  </a:lnTo>
                  <a:lnTo>
                    <a:pt x="1658036" y="1712074"/>
                  </a:lnTo>
                  <a:lnTo>
                    <a:pt x="1658084" y="1712208"/>
                  </a:lnTo>
                  <a:lnTo>
                    <a:pt x="1658094" y="1712249"/>
                  </a:lnTo>
                  <a:lnTo>
                    <a:pt x="1658176" y="1712362"/>
                  </a:lnTo>
                  <a:lnTo>
                    <a:pt x="1658248" y="1712426"/>
                  </a:lnTo>
                  <a:lnTo>
                    <a:pt x="1658274" y="1712431"/>
                  </a:lnTo>
                  <a:lnTo>
                    <a:pt x="1658333" y="1712416"/>
                  </a:lnTo>
                  <a:lnTo>
                    <a:pt x="1658408" y="1712412"/>
                  </a:lnTo>
                  <a:lnTo>
                    <a:pt x="1658447" y="1712421"/>
                  </a:lnTo>
                  <a:lnTo>
                    <a:pt x="1658459" y="1712398"/>
                  </a:lnTo>
                  <a:lnTo>
                    <a:pt x="1658453" y="1712360"/>
                  </a:lnTo>
                  <a:lnTo>
                    <a:pt x="1658455" y="1712268"/>
                  </a:lnTo>
                  <a:lnTo>
                    <a:pt x="1658458" y="1712234"/>
                  </a:lnTo>
                  <a:lnTo>
                    <a:pt x="1658440" y="1712137"/>
                  </a:lnTo>
                  <a:lnTo>
                    <a:pt x="1658431" y="1712077"/>
                  </a:lnTo>
                  <a:lnTo>
                    <a:pt x="1658453" y="1712039"/>
                  </a:lnTo>
                  <a:lnTo>
                    <a:pt x="1658455" y="1712029"/>
                  </a:lnTo>
                  <a:lnTo>
                    <a:pt x="1658476" y="1711999"/>
                  </a:lnTo>
                  <a:lnTo>
                    <a:pt x="1658502" y="1711975"/>
                  </a:lnTo>
                  <a:lnTo>
                    <a:pt x="1658542" y="1711952"/>
                  </a:lnTo>
                  <a:lnTo>
                    <a:pt x="1658637" y="1711899"/>
                  </a:lnTo>
                  <a:lnTo>
                    <a:pt x="1658758" y="1711829"/>
                  </a:lnTo>
                  <a:lnTo>
                    <a:pt x="1658837" y="1711766"/>
                  </a:lnTo>
                  <a:lnTo>
                    <a:pt x="1658901" y="1711709"/>
                  </a:lnTo>
                  <a:lnTo>
                    <a:pt x="1658966" y="1711692"/>
                  </a:lnTo>
                  <a:lnTo>
                    <a:pt x="1659080" y="1711709"/>
                  </a:lnTo>
                  <a:lnTo>
                    <a:pt x="1659101" y="1711706"/>
                  </a:lnTo>
                  <a:lnTo>
                    <a:pt x="1659110" y="1711655"/>
                  </a:lnTo>
                  <a:lnTo>
                    <a:pt x="1659100" y="1711561"/>
                  </a:lnTo>
                  <a:lnTo>
                    <a:pt x="1659078" y="1711488"/>
                  </a:lnTo>
                  <a:lnTo>
                    <a:pt x="1659085" y="1711453"/>
                  </a:lnTo>
                  <a:lnTo>
                    <a:pt x="1659098" y="1711396"/>
                  </a:lnTo>
                  <a:lnTo>
                    <a:pt x="1659103" y="1711356"/>
                  </a:lnTo>
                  <a:lnTo>
                    <a:pt x="1659175" y="1711334"/>
                  </a:lnTo>
                  <a:lnTo>
                    <a:pt x="1659240" y="1711296"/>
                  </a:lnTo>
                  <a:lnTo>
                    <a:pt x="1659253" y="1711292"/>
                  </a:lnTo>
                  <a:lnTo>
                    <a:pt x="1659288" y="1711281"/>
                  </a:lnTo>
                  <a:lnTo>
                    <a:pt x="1659348" y="1711320"/>
                  </a:lnTo>
                  <a:lnTo>
                    <a:pt x="1659666" y="1711561"/>
                  </a:lnTo>
                  <a:lnTo>
                    <a:pt x="1659674" y="1711572"/>
                  </a:lnTo>
                  <a:lnTo>
                    <a:pt x="1659729" y="1711637"/>
                  </a:lnTo>
                  <a:lnTo>
                    <a:pt x="1659753" y="1711678"/>
                  </a:lnTo>
                  <a:lnTo>
                    <a:pt x="1659761" y="1711710"/>
                  </a:lnTo>
                  <a:lnTo>
                    <a:pt x="1659763" y="1711721"/>
                  </a:lnTo>
                  <a:lnTo>
                    <a:pt x="1659757" y="1711790"/>
                  </a:lnTo>
                  <a:lnTo>
                    <a:pt x="1659752" y="1711827"/>
                  </a:lnTo>
                  <a:lnTo>
                    <a:pt x="1659709" y="1711893"/>
                  </a:lnTo>
                  <a:lnTo>
                    <a:pt x="1659633" y="1712006"/>
                  </a:lnTo>
                  <a:lnTo>
                    <a:pt x="1659543" y="1712113"/>
                  </a:lnTo>
                  <a:lnTo>
                    <a:pt x="1659521" y="1712166"/>
                  </a:lnTo>
                  <a:lnTo>
                    <a:pt x="1659487" y="1712249"/>
                  </a:lnTo>
                  <a:lnTo>
                    <a:pt x="1659472" y="1712299"/>
                  </a:lnTo>
                  <a:lnTo>
                    <a:pt x="1659379" y="1712475"/>
                  </a:lnTo>
                  <a:lnTo>
                    <a:pt x="1659366" y="1712487"/>
                  </a:lnTo>
                  <a:lnTo>
                    <a:pt x="1659326" y="1712452"/>
                  </a:lnTo>
                  <a:lnTo>
                    <a:pt x="1659314" y="1712426"/>
                  </a:lnTo>
                  <a:lnTo>
                    <a:pt x="1659183" y="1712441"/>
                  </a:lnTo>
                  <a:lnTo>
                    <a:pt x="1659166" y="1712458"/>
                  </a:lnTo>
                  <a:lnTo>
                    <a:pt x="1659169" y="1712484"/>
                  </a:lnTo>
                  <a:lnTo>
                    <a:pt x="1659167" y="1712497"/>
                  </a:lnTo>
                  <a:lnTo>
                    <a:pt x="1659166" y="1712505"/>
                  </a:lnTo>
                  <a:lnTo>
                    <a:pt x="1659196" y="1712534"/>
                  </a:lnTo>
                  <a:lnTo>
                    <a:pt x="1659267" y="1712537"/>
                  </a:lnTo>
                  <a:lnTo>
                    <a:pt x="1659307" y="1712575"/>
                  </a:lnTo>
                  <a:lnTo>
                    <a:pt x="1659312" y="1712591"/>
                  </a:lnTo>
                  <a:lnTo>
                    <a:pt x="1659350" y="1712786"/>
                  </a:lnTo>
                  <a:lnTo>
                    <a:pt x="1659354" y="1712848"/>
                  </a:lnTo>
                  <a:lnTo>
                    <a:pt x="1659144" y="1713127"/>
                  </a:lnTo>
                  <a:lnTo>
                    <a:pt x="1659104" y="1713160"/>
                  </a:lnTo>
                  <a:lnTo>
                    <a:pt x="1659043" y="1713183"/>
                  </a:lnTo>
                  <a:lnTo>
                    <a:pt x="1659009" y="1713135"/>
                  </a:lnTo>
                  <a:lnTo>
                    <a:pt x="1659001" y="1713133"/>
                  </a:lnTo>
                  <a:lnTo>
                    <a:pt x="1658932" y="1713119"/>
                  </a:lnTo>
                  <a:lnTo>
                    <a:pt x="1658804" y="1713237"/>
                  </a:lnTo>
                  <a:lnTo>
                    <a:pt x="1658788" y="1713251"/>
                  </a:lnTo>
                  <a:lnTo>
                    <a:pt x="1658754" y="1713280"/>
                  </a:lnTo>
                  <a:lnTo>
                    <a:pt x="1658744" y="1713326"/>
                  </a:lnTo>
                  <a:lnTo>
                    <a:pt x="1658741" y="1713342"/>
                  </a:lnTo>
                  <a:lnTo>
                    <a:pt x="1658753" y="1713390"/>
                  </a:lnTo>
                  <a:lnTo>
                    <a:pt x="1658756" y="1713399"/>
                  </a:lnTo>
                  <a:lnTo>
                    <a:pt x="1658813" y="1713433"/>
                  </a:lnTo>
                  <a:lnTo>
                    <a:pt x="1658823" y="1713445"/>
                  </a:lnTo>
                  <a:lnTo>
                    <a:pt x="1658894" y="1713525"/>
                  </a:lnTo>
                  <a:lnTo>
                    <a:pt x="1658924" y="1713580"/>
                  </a:lnTo>
                  <a:lnTo>
                    <a:pt x="1658956" y="1713569"/>
                  </a:lnTo>
                  <a:lnTo>
                    <a:pt x="1658984" y="1713567"/>
                  </a:lnTo>
                  <a:lnTo>
                    <a:pt x="1659006" y="1713522"/>
                  </a:lnTo>
                  <a:lnTo>
                    <a:pt x="1659023" y="1713489"/>
                  </a:lnTo>
                  <a:lnTo>
                    <a:pt x="1659100" y="1713432"/>
                  </a:lnTo>
                  <a:lnTo>
                    <a:pt x="1659125" y="1713392"/>
                  </a:lnTo>
                  <a:lnTo>
                    <a:pt x="1659147" y="1713325"/>
                  </a:lnTo>
                  <a:lnTo>
                    <a:pt x="1659225" y="1713236"/>
                  </a:lnTo>
                  <a:lnTo>
                    <a:pt x="1659323" y="1713131"/>
                  </a:lnTo>
                  <a:lnTo>
                    <a:pt x="1659475" y="1713083"/>
                  </a:lnTo>
                  <a:lnTo>
                    <a:pt x="1659536" y="1713084"/>
                  </a:lnTo>
                  <a:lnTo>
                    <a:pt x="1659685" y="1713110"/>
                  </a:lnTo>
                  <a:lnTo>
                    <a:pt x="1659780" y="1713064"/>
                  </a:lnTo>
                  <a:lnTo>
                    <a:pt x="1659811" y="1713053"/>
                  </a:lnTo>
                  <a:lnTo>
                    <a:pt x="1659868" y="1713000"/>
                  </a:lnTo>
                  <a:lnTo>
                    <a:pt x="1660018" y="1712913"/>
                  </a:lnTo>
                  <a:lnTo>
                    <a:pt x="1660046" y="1712853"/>
                  </a:lnTo>
                  <a:lnTo>
                    <a:pt x="1660034" y="1712786"/>
                  </a:lnTo>
                  <a:lnTo>
                    <a:pt x="1659921" y="1712674"/>
                  </a:lnTo>
                  <a:lnTo>
                    <a:pt x="1659911" y="1712628"/>
                  </a:lnTo>
                  <a:lnTo>
                    <a:pt x="1659971" y="1712584"/>
                  </a:lnTo>
                  <a:lnTo>
                    <a:pt x="1660020" y="1712503"/>
                  </a:lnTo>
                  <a:lnTo>
                    <a:pt x="1660055" y="1712470"/>
                  </a:lnTo>
                  <a:lnTo>
                    <a:pt x="1660073" y="1712461"/>
                  </a:lnTo>
                  <a:lnTo>
                    <a:pt x="1660145" y="1712390"/>
                  </a:lnTo>
                  <a:lnTo>
                    <a:pt x="1660152" y="1712384"/>
                  </a:lnTo>
                  <a:lnTo>
                    <a:pt x="1660308" y="1712457"/>
                  </a:lnTo>
                  <a:lnTo>
                    <a:pt x="1660483" y="1712635"/>
                  </a:lnTo>
                  <a:lnTo>
                    <a:pt x="1660548" y="1712712"/>
                  </a:lnTo>
                  <a:lnTo>
                    <a:pt x="1660552" y="1712717"/>
                  </a:lnTo>
                  <a:lnTo>
                    <a:pt x="1660713" y="1712969"/>
                  </a:lnTo>
                  <a:lnTo>
                    <a:pt x="1660750" y="1713062"/>
                  </a:lnTo>
                  <a:lnTo>
                    <a:pt x="1660731" y="1713176"/>
                  </a:lnTo>
                  <a:lnTo>
                    <a:pt x="1660696" y="1713277"/>
                  </a:lnTo>
                  <a:lnTo>
                    <a:pt x="1660692" y="1713291"/>
                  </a:lnTo>
                  <a:lnTo>
                    <a:pt x="1660715" y="1713432"/>
                  </a:lnTo>
                  <a:lnTo>
                    <a:pt x="1660722" y="1713528"/>
                  </a:lnTo>
                  <a:lnTo>
                    <a:pt x="1660739" y="1713638"/>
                  </a:lnTo>
                  <a:lnTo>
                    <a:pt x="1660668" y="1713790"/>
                  </a:lnTo>
                  <a:lnTo>
                    <a:pt x="1660653" y="1713800"/>
                  </a:lnTo>
                  <a:lnTo>
                    <a:pt x="1660571" y="1713965"/>
                  </a:lnTo>
                  <a:lnTo>
                    <a:pt x="1660496" y="1714191"/>
                  </a:lnTo>
                  <a:lnTo>
                    <a:pt x="1660505" y="1714262"/>
                  </a:lnTo>
                  <a:lnTo>
                    <a:pt x="1660504" y="1714428"/>
                  </a:lnTo>
                  <a:lnTo>
                    <a:pt x="1660504" y="1714436"/>
                  </a:lnTo>
                  <a:lnTo>
                    <a:pt x="1660586" y="1714611"/>
                  </a:lnTo>
                  <a:lnTo>
                    <a:pt x="1660587" y="1714627"/>
                  </a:lnTo>
                  <a:lnTo>
                    <a:pt x="1660574" y="1714676"/>
                  </a:lnTo>
                  <a:lnTo>
                    <a:pt x="1660527" y="1714702"/>
                  </a:lnTo>
                  <a:lnTo>
                    <a:pt x="1660513" y="1714710"/>
                  </a:lnTo>
                  <a:lnTo>
                    <a:pt x="1660456" y="1714733"/>
                  </a:lnTo>
                  <a:lnTo>
                    <a:pt x="1660425" y="1714740"/>
                  </a:lnTo>
                  <a:lnTo>
                    <a:pt x="1660327" y="1714669"/>
                  </a:lnTo>
                  <a:lnTo>
                    <a:pt x="1660284" y="1714635"/>
                  </a:lnTo>
                  <a:lnTo>
                    <a:pt x="1660257" y="1714587"/>
                  </a:lnTo>
                  <a:lnTo>
                    <a:pt x="1660248" y="1714512"/>
                  </a:lnTo>
                  <a:lnTo>
                    <a:pt x="1660241" y="1714507"/>
                  </a:lnTo>
                  <a:lnTo>
                    <a:pt x="1659950" y="1714495"/>
                  </a:lnTo>
                  <a:lnTo>
                    <a:pt x="1659890" y="1714505"/>
                  </a:lnTo>
                  <a:lnTo>
                    <a:pt x="1659842" y="1714571"/>
                  </a:lnTo>
                  <a:lnTo>
                    <a:pt x="1659836" y="1714591"/>
                  </a:lnTo>
                  <a:lnTo>
                    <a:pt x="1659756" y="1714828"/>
                  </a:lnTo>
                  <a:lnTo>
                    <a:pt x="1659648" y="1714963"/>
                  </a:lnTo>
                  <a:lnTo>
                    <a:pt x="1659593" y="1715046"/>
                  </a:lnTo>
                  <a:lnTo>
                    <a:pt x="1659575" y="1715075"/>
                  </a:lnTo>
                  <a:lnTo>
                    <a:pt x="1659557" y="1715089"/>
                  </a:lnTo>
                  <a:lnTo>
                    <a:pt x="1659488" y="1715143"/>
                  </a:lnTo>
                  <a:lnTo>
                    <a:pt x="1659471" y="1715161"/>
                  </a:lnTo>
                  <a:lnTo>
                    <a:pt x="1659423" y="1715211"/>
                  </a:lnTo>
                  <a:lnTo>
                    <a:pt x="1659411" y="1715238"/>
                  </a:lnTo>
                  <a:lnTo>
                    <a:pt x="1659413" y="1715261"/>
                  </a:lnTo>
                  <a:lnTo>
                    <a:pt x="1659404" y="1715305"/>
                  </a:lnTo>
                  <a:lnTo>
                    <a:pt x="1659414" y="1715314"/>
                  </a:lnTo>
                  <a:lnTo>
                    <a:pt x="1659429" y="1715328"/>
                  </a:lnTo>
                  <a:lnTo>
                    <a:pt x="1659523" y="1715310"/>
                  </a:lnTo>
                  <a:lnTo>
                    <a:pt x="1659590" y="1715290"/>
                  </a:lnTo>
                  <a:lnTo>
                    <a:pt x="1659714" y="1715251"/>
                  </a:lnTo>
                  <a:lnTo>
                    <a:pt x="1659793" y="1715221"/>
                  </a:lnTo>
                  <a:lnTo>
                    <a:pt x="1659829" y="1715136"/>
                  </a:lnTo>
                  <a:lnTo>
                    <a:pt x="1659877" y="1715002"/>
                  </a:lnTo>
                  <a:lnTo>
                    <a:pt x="1659930" y="1714866"/>
                  </a:lnTo>
                  <a:lnTo>
                    <a:pt x="1659958" y="1714780"/>
                  </a:lnTo>
                  <a:lnTo>
                    <a:pt x="1659960" y="1714775"/>
                  </a:lnTo>
                  <a:lnTo>
                    <a:pt x="1659965" y="1714777"/>
                  </a:lnTo>
                  <a:lnTo>
                    <a:pt x="1659982" y="1714786"/>
                  </a:lnTo>
                  <a:lnTo>
                    <a:pt x="1660056" y="1714807"/>
                  </a:lnTo>
                  <a:lnTo>
                    <a:pt x="1660079" y="1714838"/>
                  </a:lnTo>
                  <a:lnTo>
                    <a:pt x="1660117" y="1714891"/>
                  </a:lnTo>
                  <a:lnTo>
                    <a:pt x="1660119" y="1714977"/>
                  </a:lnTo>
                  <a:lnTo>
                    <a:pt x="1660127" y="1715049"/>
                  </a:lnTo>
                  <a:lnTo>
                    <a:pt x="1660123" y="1715087"/>
                  </a:lnTo>
                  <a:lnTo>
                    <a:pt x="1660027" y="1715233"/>
                  </a:lnTo>
                  <a:lnTo>
                    <a:pt x="1659916" y="1715382"/>
                  </a:lnTo>
                  <a:lnTo>
                    <a:pt x="1659909" y="1715391"/>
                  </a:lnTo>
                  <a:lnTo>
                    <a:pt x="1659895" y="1715409"/>
                  </a:lnTo>
                  <a:lnTo>
                    <a:pt x="1659883" y="1715432"/>
                  </a:lnTo>
                  <a:lnTo>
                    <a:pt x="1659839" y="1715510"/>
                  </a:lnTo>
                  <a:lnTo>
                    <a:pt x="1659823" y="1715584"/>
                  </a:lnTo>
                  <a:lnTo>
                    <a:pt x="1659810" y="1715633"/>
                  </a:lnTo>
                  <a:lnTo>
                    <a:pt x="1659803" y="1715670"/>
                  </a:lnTo>
                  <a:lnTo>
                    <a:pt x="1659805" y="1715733"/>
                  </a:lnTo>
                  <a:lnTo>
                    <a:pt x="1659805" y="1715795"/>
                  </a:lnTo>
                  <a:lnTo>
                    <a:pt x="1659805" y="1715801"/>
                  </a:lnTo>
                  <a:lnTo>
                    <a:pt x="1659802" y="1715821"/>
                  </a:lnTo>
                  <a:lnTo>
                    <a:pt x="1659780" y="1715848"/>
                  </a:lnTo>
                  <a:lnTo>
                    <a:pt x="1659771" y="1715858"/>
                  </a:lnTo>
                  <a:lnTo>
                    <a:pt x="1659661" y="1715978"/>
                  </a:lnTo>
                  <a:lnTo>
                    <a:pt x="1659549" y="1716101"/>
                  </a:lnTo>
                  <a:lnTo>
                    <a:pt x="1659512" y="1716142"/>
                  </a:lnTo>
                  <a:lnTo>
                    <a:pt x="1659487" y="1716169"/>
                  </a:lnTo>
                  <a:lnTo>
                    <a:pt x="1659398" y="1716267"/>
                  </a:lnTo>
                  <a:lnTo>
                    <a:pt x="1659350" y="1716303"/>
                  </a:lnTo>
                  <a:lnTo>
                    <a:pt x="1659343" y="1716308"/>
                  </a:lnTo>
                  <a:lnTo>
                    <a:pt x="1659288" y="1716325"/>
                  </a:lnTo>
                  <a:lnTo>
                    <a:pt x="1659165" y="1716359"/>
                  </a:lnTo>
                  <a:lnTo>
                    <a:pt x="1658960" y="1716353"/>
                  </a:lnTo>
                  <a:lnTo>
                    <a:pt x="1658955" y="1716351"/>
                  </a:lnTo>
                  <a:lnTo>
                    <a:pt x="1658924" y="1716332"/>
                  </a:lnTo>
                  <a:lnTo>
                    <a:pt x="1658894" y="1716314"/>
                  </a:lnTo>
                  <a:lnTo>
                    <a:pt x="1658897" y="1716299"/>
                  </a:lnTo>
                  <a:lnTo>
                    <a:pt x="1658913" y="1716252"/>
                  </a:lnTo>
                  <a:lnTo>
                    <a:pt x="1658922" y="1716230"/>
                  </a:lnTo>
                  <a:lnTo>
                    <a:pt x="1658927" y="1716217"/>
                  </a:lnTo>
                  <a:lnTo>
                    <a:pt x="1658942" y="1716207"/>
                  </a:lnTo>
                  <a:lnTo>
                    <a:pt x="1658971" y="1716191"/>
                  </a:lnTo>
                  <a:lnTo>
                    <a:pt x="1658988" y="1716176"/>
                  </a:lnTo>
                  <a:lnTo>
                    <a:pt x="1658984" y="1716157"/>
                  </a:lnTo>
                  <a:lnTo>
                    <a:pt x="1658969" y="1716159"/>
                  </a:lnTo>
                  <a:lnTo>
                    <a:pt x="1658930" y="1716142"/>
                  </a:lnTo>
                  <a:lnTo>
                    <a:pt x="1658893" y="1716106"/>
                  </a:lnTo>
                  <a:lnTo>
                    <a:pt x="1658884" y="1716091"/>
                  </a:lnTo>
                  <a:lnTo>
                    <a:pt x="1658826" y="1716068"/>
                  </a:lnTo>
                  <a:lnTo>
                    <a:pt x="1658802" y="1716059"/>
                  </a:lnTo>
                  <a:lnTo>
                    <a:pt x="1658712" y="1716019"/>
                  </a:lnTo>
                  <a:lnTo>
                    <a:pt x="1658661" y="1715999"/>
                  </a:lnTo>
                  <a:lnTo>
                    <a:pt x="1658633" y="1716010"/>
                  </a:lnTo>
                  <a:lnTo>
                    <a:pt x="1658568" y="1716046"/>
                  </a:lnTo>
                  <a:lnTo>
                    <a:pt x="1658547" y="1716064"/>
                  </a:lnTo>
                  <a:lnTo>
                    <a:pt x="1658563" y="1716096"/>
                  </a:lnTo>
                  <a:lnTo>
                    <a:pt x="1658567" y="1716103"/>
                  </a:lnTo>
                  <a:lnTo>
                    <a:pt x="1658599" y="1716161"/>
                  </a:lnTo>
                  <a:lnTo>
                    <a:pt x="1658620" y="1716196"/>
                  </a:lnTo>
                  <a:lnTo>
                    <a:pt x="1658628" y="1716210"/>
                  </a:lnTo>
                  <a:lnTo>
                    <a:pt x="1658632" y="1716223"/>
                  </a:lnTo>
                  <a:lnTo>
                    <a:pt x="1658634" y="1716230"/>
                  </a:lnTo>
                  <a:lnTo>
                    <a:pt x="1658633" y="1716254"/>
                  </a:lnTo>
                  <a:lnTo>
                    <a:pt x="1658628" y="1716281"/>
                  </a:lnTo>
                  <a:lnTo>
                    <a:pt x="1658603" y="1716297"/>
                  </a:lnTo>
                  <a:lnTo>
                    <a:pt x="1658557" y="1716302"/>
                  </a:lnTo>
                  <a:lnTo>
                    <a:pt x="1658517" y="1716288"/>
                  </a:lnTo>
                  <a:lnTo>
                    <a:pt x="1658463" y="1716312"/>
                  </a:lnTo>
                  <a:lnTo>
                    <a:pt x="1658462" y="1716358"/>
                  </a:lnTo>
                  <a:lnTo>
                    <a:pt x="1658485" y="1716386"/>
                  </a:lnTo>
                  <a:lnTo>
                    <a:pt x="1658513" y="1716392"/>
                  </a:lnTo>
                  <a:lnTo>
                    <a:pt x="1658567" y="1716400"/>
                  </a:lnTo>
                  <a:lnTo>
                    <a:pt x="1658627" y="1716410"/>
                  </a:lnTo>
                  <a:lnTo>
                    <a:pt x="1658695" y="1716423"/>
                  </a:lnTo>
                  <a:lnTo>
                    <a:pt x="1658760" y="1716438"/>
                  </a:lnTo>
                  <a:lnTo>
                    <a:pt x="1658777" y="1716441"/>
                  </a:lnTo>
                  <a:lnTo>
                    <a:pt x="1658804" y="1716444"/>
                  </a:lnTo>
                  <a:lnTo>
                    <a:pt x="1658843" y="1716449"/>
                  </a:lnTo>
                  <a:lnTo>
                    <a:pt x="1658872" y="1716456"/>
                  </a:lnTo>
                  <a:lnTo>
                    <a:pt x="1658893" y="1716490"/>
                  </a:lnTo>
                  <a:lnTo>
                    <a:pt x="1658896" y="1716495"/>
                  </a:lnTo>
                  <a:lnTo>
                    <a:pt x="1658911" y="1716524"/>
                  </a:lnTo>
                  <a:lnTo>
                    <a:pt x="1658934" y="1716593"/>
                  </a:lnTo>
                  <a:lnTo>
                    <a:pt x="1658937" y="1716603"/>
                  </a:lnTo>
                  <a:lnTo>
                    <a:pt x="1658959" y="1716673"/>
                  </a:lnTo>
                  <a:lnTo>
                    <a:pt x="1658947" y="1716750"/>
                  </a:lnTo>
                  <a:lnTo>
                    <a:pt x="1658941" y="1716762"/>
                  </a:lnTo>
                  <a:lnTo>
                    <a:pt x="1658934" y="1716770"/>
                  </a:lnTo>
                  <a:lnTo>
                    <a:pt x="1658928" y="1716775"/>
                  </a:lnTo>
                  <a:lnTo>
                    <a:pt x="1658922" y="1716775"/>
                  </a:lnTo>
                  <a:lnTo>
                    <a:pt x="1658916" y="1716773"/>
                  </a:lnTo>
                  <a:lnTo>
                    <a:pt x="1658907" y="1716770"/>
                  </a:lnTo>
                  <a:lnTo>
                    <a:pt x="1658898" y="1716773"/>
                  </a:lnTo>
                  <a:lnTo>
                    <a:pt x="1658895" y="1716778"/>
                  </a:lnTo>
                  <a:lnTo>
                    <a:pt x="1658862" y="1716828"/>
                  </a:lnTo>
                  <a:lnTo>
                    <a:pt x="1658849" y="1716849"/>
                  </a:lnTo>
                  <a:lnTo>
                    <a:pt x="1658844" y="1716860"/>
                  </a:lnTo>
                  <a:lnTo>
                    <a:pt x="1658840" y="1716870"/>
                  </a:lnTo>
                  <a:lnTo>
                    <a:pt x="1658838" y="1716876"/>
                  </a:lnTo>
                  <a:lnTo>
                    <a:pt x="1658831" y="1716897"/>
                  </a:lnTo>
                  <a:lnTo>
                    <a:pt x="1658829" y="1716908"/>
                  </a:lnTo>
                  <a:lnTo>
                    <a:pt x="1658826" y="1716928"/>
                  </a:lnTo>
                  <a:lnTo>
                    <a:pt x="1658821" y="1716961"/>
                  </a:lnTo>
                  <a:lnTo>
                    <a:pt x="1658818" y="1716987"/>
                  </a:lnTo>
                  <a:lnTo>
                    <a:pt x="1658818" y="1717044"/>
                  </a:lnTo>
                  <a:lnTo>
                    <a:pt x="1658820" y="1717055"/>
                  </a:lnTo>
                  <a:lnTo>
                    <a:pt x="1658822" y="1717060"/>
                  </a:lnTo>
                  <a:lnTo>
                    <a:pt x="1658825" y="1717068"/>
                  </a:lnTo>
                  <a:lnTo>
                    <a:pt x="1658830" y="1717075"/>
                  </a:lnTo>
                  <a:lnTo>
                    <a:pt x="1658837" y="1717084"/>
                  </a:lnTo>
                  <a:lnTo>
                    <a:pt x="1658842" y="1717088"/>
                  </a:lnTo>
                  <a:lnTo>
                    <a:pt x="1658855" y="1717098"/>
                  </a:lnTo>
                  <a:lnTo>
                    <a:pt x="1658862" y="1717101"/>
                  </a:lnTo>
                  <a:lnTo>
                    <a:pt x="1658874" y="1717104"/>
                  </a:lnTo>
                  <a:lnTo>
                    <a:pt x="1658882" y="1717108"/>
                  </a:lnTo>
                  <a:lnTo>
                    <a:pt x="1658887" y="1717112"/>
                  </a:lnTo>
                  <a:lnTo>
                    <a:pt x="1658893" y="1717119"/>
                  </a:lnTo>
                  <a:lnTo>
                    <a:pt x="1658901" y="1717129"/>
                  </a:lnTo>
                  <a:lnTo>
                    <a:pt x="1658908" y="1717139"/>
                  </a:lnTo>
                  <a:lnTo>
                    <a:pt x="1658911" y="1717146"/>
                  </a:lnTo>
                  <a:lnTo>
                    <a:pt x="1658915" y="1717155"/>
                  </a:lnTo>
                  <a:lnTo>
                    <a:pt x="1658915" y="1717163"/>
                  </a:lnTo>
                  <a:lnTo>
                    <a:pt x="1658910" y="1717193"/>
                  </a:lnTo>
                  <a:lnTo>
                    <a:pt x="1658908" y="1717200"/>
                  </a:lnTo>
                  <a:lnTo>
                    <a:pt x="1658905" y="1717206"/>
                  </a:lnTo>
                  <a:lnTo>
                    <a:pt x="1658803" y="1717301"/>
                  </a:lnTo>
                  <a:lnTo>
                    <a:pt x="1658766" y="1717334"/>
                  </a:lnTo>
                  <a:lnTo>
                    <a:pt x="1658754" y="1717346"/>
                  </a:lnTo>
                  <a:lnTo>
                    <a:pt x="1658701" y="1717407"/>
                  </a:lnTo>
                  <a:lnTo>
                    <a:pt x="1658696" y="1717413"/>
                  </a:lnTo>
                  <a:lnTo>
                    <a:pt x="1658688" y="1717424"/>
                  </a:lnTo>
                  <a:lnTo>
                    <a:pt x="1658684" y="1717431"/>
                  </a:lnTo>
                  <a:lnTo>
                    <a:pt x="1658679" y="1717442"/>
                  </a:lnTo>
                  <a:lnTo>
                    <a:pt x="1658677" y="1717449"/>
                  </a:lnTo>
                  <a:lnTo>
                    <a:pt x="1658676" y="1717457"/>
                  </a:lnTo>
                  <a:lnTo>
                    <a:pt x="1658677" y="1717467"/>
                  </a:lnTo>
                  <a:lnTo>
                    <a:pt x="1658679" y="1717474"/>
                  </a:lnTo>
                  <a:lnTo>
                    <a:pt x="1658681" y="1717481"/>
                  </a:lnTo>
                  <a:lnTo>
                    <a:pt x="1658684" y="1717487"/>
                  </a:lnTo>
                  <a:lnTo>
                    <a:pt x="1658688" y="1717494"/>
                  </a:lnTo>
                  <a:lnTo>
                    <a:pt x="1658695" y="1717501"/>
                  </a:lnTo>
                  <a:lnTo>
                    <a:pt x="1658703" y="1717510"/>
                  </a:lnTo>
                  <a:lnTo>
                    <a:pt x="1658707" y="1717515"/>
                  </a:lnTo>
                  <a:lnTo>
                    <a:pt x="1658711" y="1717526"/>
                  </a:lnTo>
                  <a:lnTo>
                    <a:pt x="1658712" y="1717535"/>
                  </a:lnTo>
                  <a:lnTo>
                    <a:pt x="1658711" y="1717542"/>
                  </a:lnTo>
                  <a:lnTo>
                    <a:pt x="1658709" y="1717548"/>
                  </a:lnTo>
                  <a:lnTo>
                    <a:pt x="1658706" y="1717553"/>
                  </a:lnTo>
                  <a:lnTo>
                    <a:pt x="1658703" y="1717557"/>
                  </a:lnTo>
                  <a:lnTo>
                    <a:pt x="1658696" y="1717562"/>
                  </a:lnTo>
                  <a:lnTo>
                    <a:pt x="1658422" y="1717752"/>
                  </a:lnTo>
                  <a:lnTo>
                    <a:pt x="1658387" y="1717767"/>
                  </a:lnTo>
                  <a:lnTo>
                    <a:pt x="1658370" y="1717776"/>
                  </a:lnTo>
                  <a:lnTo>
                    <a:pt x="1658345" y="1717848"/>
                  </a:lnTo>
                  <a:lnTo>
                    <a:pt x="1658410" y="1717988"/>
                  </a:lnTo>
                  <a:lnTo>
                    <a:pt x="1658414" y="1717995"/>
                  </a:lnTo>
                  <a:lnTo>
                    <a:pt x="1658437" y="1718073"/>
                  </a:lnTo>
                  <a:lnTo>
                    <a:pt x="1658437" y="1718082"/>
                  </a:lnTo>
                  <a:lnTo>
                    <a:pt x="1658330" y="1718288"/>
                  </a:lnTo>
                  <a:lnTo>
                    <a:pt x="1658300" y="1718287"/>
                  </a:lnTo>
                  <a:lnTo>
                    <a:pt x="1658271" y="1718293"/>
                  </a:lnTo>
                  <a:lnTo>
                    <a:pt x="1658263" y="1718298"/>
                  </a:lnTo>
                  <a:lnTo>
                    <a:pt x="1658151" y="1718390"/>
                  </a:lnTo>
                  <a:lnTo>
                    <a:pt x="1658138" y="1718410"/>
                  </a:lnTo>
                  <a:lnTo>
                    <a:pt x="1658097" y="1718485"/>
                  </a:lnTo>
                  <a:lnTo>
                    <a:pt x="1658065" y="1718564"/>
                  </a:lnTo>
                  <a:lnTo>
                    <a:pt x="1657927" y="1718619"/>
                  </a:lnTo>
                  <a:lnTo>
                    <a:pt x="1657009" y="1718993"/>
                  </a:lnTo>
                  <a:lnTo>
                    <a:pt x="1656950" y="1719017"/>
                  </a:lnTo>
                  <a:lnTo>
                    <a:pt x="1656723" y="1719109"/>
                  </a:lnTo>
                  <a:lnTo>
                    <a:pt x="1656657" y="1719136"/>
                  </a:lnTo>
                  <a:lnTo>
                    <a:pt x="1656591" y="1719144"/>
                  </a:lnTo>
                  <a:lnTo>
                    <a:pt x="1656583" y="1719145"/>
                  </a:lnTo>
                  <a:lnTo>
                    <a:pt x="1656573" y="1719146"/>
                  </a:lnTo>
                  <a:lnTo>
                    <a:pt x="1656524" y="1719150"/>
                  </a:lnTo>
                  <a:lnTo>
                    <a:pt x="1656463" y="1719159"/>
                  </a:lnTo>
                  <a:lnTo>
                    <a:pt x="1656455" y="1719156"/>
                  </a:lnTo>
                  <a:lnTo>
                    <a:pt x="1656414" y="1719143"/>
                  </a:lnTo>
                  <a:lnTo>
                    <a:pt x="1656408" y="1719141"/>
                  </a:lnTo>
                  <a:lnTo>
                    <a:pt x="1656367" y="1719120"/>
                  </a:lnTo>
                  <a:lnTo>
                    <a:pt x="1656355" y="1719116"/>
                  </a:lnTo>
                  <a:lnTo>
                    <a:pt x="1656289" y="1719086"/>
                  </a:lnTo>
                  <a:lnTo>
                    <a:pt x="1656264" y="1719044"/>
                  </a:lnTo>
                  <a:lnTo>
                    <a:pt x="1656256" y="1718829"/>
                  </a:lnTo>
                  <a:lnTo>
                    <a:pt x="1656247" y="1718744"/>
                  </a:lnTo>
                  <a:lnTo>
                    <a:pt x="1656297" y="1718557"/>
                  </a:lnTo>
                  <a:lnTo>
                    <a:pt x="1656491" y="1718333"/>
                  </a:lnTo>
                  <a:lnTo>
                    <a:pt x="1656585" y="1718183"/>
                  </a:lnTo>
                  <a:lnTo>
                    <a:pt x="1656767" y="1718015"/>
                  </a:lnTo>
                  <a:lnTo>
                    <a:pt x="1656849" y="1717814"/>
                  </a:lnTo>
                  <a:lnTo>
                    <a:pt x="1656894" y="1717739"/>
                  </a:lnTo>
                  <a:lnTo>
                    <a:pt x="1657059" y="1717729"/>
                  </a:lnTo>
                  <a:lnTo>
                    <a:pt x="1657121" y="1717697"/>
                  </a:lnTo>
                  <a:lnTo>
                    <a:pt x="1657146" y="1717645"/>
                  </a:lnTo>
                  <a:lnTo>
                    <a:pt x="1657109" y="1717575"/>
                  </a:lnTo>
                  <a:lnTo>
                    <a:pt x="1657059" y="1717491"/>
                  </a:lnTo>
                  <a:lnTo>
                    <a:pt x="1657030" y="1717407"/>
                  </a:lnTo>
                  <a:lnTo>
                    <a:pt x="1656993" y="1717383"/>
                  </a:lnTo>
                  <a:lnTo>
                    <a:pt x="1656936" y="1717393"/>
                  </a:lnTo>
                  <a:lnTo>
                    <a:pt x="1656820" y="1717477"/>
                  </a:lnTo>
                  <a:lnTo>
                    <a:pt x="1656758" y="1717580"/>
                  </a:lnTo>
                  <a:lnTo>
                    <a:pt x="1656746" y="1717757"/>
                  </a:lnTo>
                  <a:lnTo>
                    <a:pt x="1656664" y="1717912"/>
                  </a:lnTo>
                  <a:lnTo>
                    <a:pt x="1656614" y="1717963"/>
                  </a:lnTo>
                  <a:lnTo>
                    <a:pt x="1656548" y="1717921"/>
                  </a:lnTo>
                  <a:lnTo>
                    <a:pt x="1656445" y="1717940"/>
                  </a:lnTo>
                  <a:lnTo>
                    <a:pt x="1656392" y="1718038"/>
                  </a:lnTo>
                  <a:lnTo>
                    <a:pt x="1656276" y="1718239"/>
                  </a:lnTo>
                  <a:lnTo>
                    <a:pt x="1656247" y="1718375"/>
                  </a:lnTo>
                  <a:lnTo>
                    <a:pt x="1656173" y="1718529"/>
                  </a:lnTo>
                  <a:lnTo>
                    <a:pt x="1656087" y="1718670"/>
                  </a:lnTo>
                  <a:lnTo>
                    <a:pt x="1656066" y="1718772"/>
                  </a:lnTo>
                  <a:lnTo>
                    <a:pt x="1656116" y="1718903"/>
                  </a:lnTo>
                  <a:lnTo>
                    <a:pt x="1656182" y="1719081"/>
                  </a:lnTo>
                  <a:lnTo>
                    <a:pt x="1656227" y="1719213"/>
                  </a:lnTo>
                  <a:lnTo>
                    <a:pt x="1656224" y="1719234"/>
                  </a:lnTo>
                  <a:lnTo>
                    <a:pt x="1656231" y="1719256"/>
                  </a:lnTo>
                  <a:lnTo>
                    <a:pt x="1656199" y="1719530"/>
                  </a:lnTo>
                  <a:lnTo>
                    <a:pt x="1656220" y="1719570"/>
                  </a:lnTo>
                  <a:lnTo>
                    <a:pt x="1656353" y="1719714"/>
                  </a:lnTo>
                  <a:lnTo>
                    <a:pt x="1656366" y="1719740"/>
                  </a:lnTo>
                  <a:lnTo>
                    <a:pt x="1656297" y="1719781"/>
                  </a:lnTo>
                  <a:lnTo>
                    <a:pt x="1656219" y="1719797"/>
                  </a:lnTo>
                  <a:lnTo>
                    <a:pt x="1656050" y="1719872"/>
                  </a:lnTo>
                  <a:lnTo>
                    <a:pt x="1655840" y="1719853"/>
                  </a:lnTo>
                  <a:lnTo>
                    <a:pt x="1655728" y="1719825"/>
                  </a:lnTo>
                  <a:lnTo>
                    <a:pt x="1655699" y="1719844"/>
                  </a:lnTo>
                  <a:lnTo>
                    <a:pt x="1655704" y="1719876"/>
                  </a:lnTo>
                  <a:lnTo>
                    <a:pt x="1655728" y="1719909"/>
                  </a:lnTo>
                  <a:lnTo>
                    <a:pt x="1655778" y="1720007"/>
                  </a:lnTo>
                  <a:lnTo>
                    <a:pt x="1655840" y="1720063"/>
                  </a:lnTo>
                  <a:lnTo>
                    <a:pt x="1655922" y="1720068"/>
                  </a:lnTo>
                  <a:lnTo>
                    <a:pt x="1656025" y="1720063"/>
                  </a:lnTo>
                  <a:lnTo>
                    <a:pt x="1656186" y="1720068"/>
                  </a:lnTo>
                  <a:lnTo>
                    <a:pt x="1656206" y="1720095"/>
                  </a:lnTo>
                  <a:lnTo>
                    <a:pt x="1656206" y="1720105"/>
                  </a:lnTo>
                  <a:lnTo>
                    <a:pt x="1656205" y="1720157"/>
                  </a:lnTo>
                  <a:lnTo>
                    <a:pt x="1656231" y="1720240"/>
                  </a:lnTo>
                  <a:lnTo>
                    <a:pt x="1656272" y="1720275"/>
                  </a:lnTo>
                  <a:lnTo>
                    <a:pt x="1656267" y="1720309"/>
                  </a:lnTo>
                  <a:lnTo>
                    <a:pt x="1656266" y="1720317"/>
                  </a:lnTo>
                  <a:lnTo>
                    <a:pt x="1656230" y="1720362"/>
                  </a:lnTo>
                  <a:lnTo>
                    <a:pt x="1656186" y="1720376"/>
                  </a:lnTo>
                  <a:lnTo>
                    <a:pt x="1656139" y="1720391"/>
                  </a:lnTo>
                  <a:lnTo>
                    <a:pt x="1656126" y="1720392"/>
                  </a:lnTo>
                  <a:lnTo>
                    <a:pt x="1656097" y="1720394"/>
                  </a:lnTo>
                  <a:lnTo>
                    <a:pt x="1656051" y="1720398"/>
                  </a:lnTo>
                  <a:lnTo>
                    <a:pt x="1655803" y="1720393"/>
                  </a:lnTo>
                  <a:lnTo>
                    <a:pt x="1655627" y="1720392"/>
                  </a:lnTo>
                  <a:lnTo>
                    <a:pt x="1655444" y="1720401"/>
                  </a:lnTo>
                  <a:lnTo>
                    <a:pt x="1655372" y="1720409"/>
                  </a:lnTo>
                  <a:lnTo>
                    <a:pt x="1655325" y="1720416"/>
                  </a:lnTo>
                  <a:lnTo>
                    <a:pt x="1655198" y="1720451"/>
                  </a:lnTo>
                  <a:lnTo>
                    <a:pt x="1655177" y="1720458"/>
                  </a:lnTo>
                  <a:lnTo>
                    <a:pt x="1655150" y="1720471"/>
                  </a:lnTo>
                  <a:lnTo>
                    <a:pt x="1655135" y="1720478"/>
                  </a:lnTo>
                  <a:lnTo>
                    <a:pt x="1655075" y="1720507"/>
                  </a:lnTo>
                  <a:lnTo>
                    <a:pt x="1655007" y="1720542"/>
                  </a:lnTo>
                  <a:lnTo>
                    <a:pt x="1654992" y="1720553"/>
                  </a:lnTo>
                  <a:lnTo>
                    <a:pt x="1654925" y="1720600"/>
                  </a:lnTo>
                  <a:lnTo>
                    <a:pt x="1654846" y="1720642"/>
                  </a:lnTo>
                  <a:lnTo>
                    <a:pt x="1654762" y="1720686"/>
                  </a:lnTo>
                  <a:lnTo>
                    <a:pt x="1654748" y="1720678"/>
                  </a:lnTo>
                  <a:lnTo>
                    <a:pt x="1654700" y="1720658"/>
                  </a:lnTo>
                  <a:lnTo>
                    <a:pt x="1654691" y="1720654"/>
                  </a:lnTo>
                  <a:lnTo>
                    <a:pt x="1654678" y="1720652"/>
                  </a:lnTo>
                  <a:lnTo>
                    <a:pt x="1654512" y="1720627"/>
                  </a:lnTo>
                  <a:lnTo>
                    <a:pt x="1654480" y="1720625"/>
                  </a:lnTo>
                  <a:lnTo>
                    <a:pt x="1653987" y="1720601"/>
                  </a:lnTo>
                  <a:lnTo>
                    <a:pt x="1653945" y="1720599"/>
                  </a:lnTo>
                  <a:lnTo>
                    <a:pt x="1653816" y="1720602"/>
                  </a:lnTo>
                  <a:lnTo>
                    <a:pt x="1653795" y="1720603"/>
                  </a:lnTo>
                  <a:lnTo>
                    <a:pt x="1653674" y="1720607"/>
                  </a:lnTo>
                  <a:lnTo>
                    <a:pt x="1653625" y="1720612"/>
                  </a:lnTo>
                  <a:lnTo>
                    <a:pt x="1653616" y="1720613"/>
                  </a:lnTo>
                  <a:lnTo>
                    <a:pt x="1653600" y="1720615"/>
                  </a:lnTo>
                  <a:lnTo>
                    <a:pt x="1653561" y="1720644"/>
                  </a:lnTo>
                  <a:lnTo>
                    <a:pt x="1653396" y="1720672"/>
                  </a:lnTo>
                  <a:lnTo>
                    <a:pt x="1653190" y="1720693"/>
                  </a:lnTo>
                  <a:lnTo>
                    <a:pt x="1653061" y="1720825"/>
                  </a:lnTo>
                  <a:lnTo>
                    <a:pt x="1652920" y="1720834"/>
                  </a:lnTo>
                  <a:lnTo>
                    <a:pt x="1652847" y="1720844"/>
                  </a:lnTo>
                  <a:lnTo>
                    <a:pt x="1652793" y="1720890"/>
                  </a:lnTo>
                  <a:lnTo>
                    <a:pt x="1652774" y="1720948"/>
                  </a:lnTo>
                  <a:lnTo>
                    <a:pt x="1652777" y="1721378"/>
                  </a:lnTo>
                  <a:lnTo>
                    <a:pt x="1652771" y="1721415"/>
                  </a:lnTo>
                  <a:lnTo>
                    <a:pt x="1652750" y="1721430"/>
                  </a:lnTo>
                  <a:lnTo>
                    <a:pt x="1651457" y="1721430"/>
                  </a:lnTo>
                  <a:lnTo>
                    <a:pt x="1651441" y="1721421"/>
                  </a:lnTo>
                  <a:lnTo>
                    <a:pt x="1651422" y="1721399"/>
                  </a:lnTo>
                  <a:lnTo>
                    <a:pt x="1651346" y="1720908"/>
                  </a:lnTo>
                  <a:lnTo>
                    <a:pt x="1651349" y="1720601"/>
                  </a:lnTo>
                  <a:lnTo>
                    <a:pt x="1651719" y="1719560"/>
                  </a:lnTo>
                  <a:lnTo>
                    <a:pt x="1651733" y="1719545"/>
                  </a:lnTo>
                  <a:lnTo>
                    <a:pt x="1652581" y="1719545"/>
                  </a:lnTo>
                  <a:lnTo>
                    <a:pt x="1652586" y="1719532"/>
                  </a:lnTo>
                  <a:lnTo>
                    <a:pt x="1652596" y="1719500"/>
                  </a:lnTo>
                  <a:lnTo>
                    <a:pt x="1652600" y="1719467"/>
                  </a:lnTo>
                  <a:lnTo>
                    <a:pt x="1652605" y="1719457"/>
                  </a:lnTo>
                  <a:lnTo>
                    <a:pt x="1652610" y="1719451"/>
                  </a:lnTo>
                  <a:lnTo>
                    <a:pt x="1652629" y="1719436"/>
                  </a:lnTo>
                  <a:lnTo>
                    <a:pt x="1652646" y="1719418"/>
                  </a:lnTo>
                  <a:lnTo>
                    <a:pt x="1652651" y="1719406"/>
                  </a:lnTo>
                  <a:lnTo>
                    <a:pt x="1652654" y="1719333"/>
                  </a:lnTo>
                  <a:lnTo>
                    <a:pt x="1652654" y="1719308"/>
                  </a:lnTo>
                  <a:lnTo>
                    <a:pt x="1652645" y="1719259"/>
                  </a:lnTo>
                  <a:lnTo>
                    <a:pt x="1652641" y="1719253"/>
                  </a:lnTo>
                  <a:lnTo>
                    <a:pt x="1652618" y="1719174"/>
                  </a:lnTo>
                  <a:lnTo>
                    <a:pt x="1652594" y="1719120"/>
                  </a:lnTo>
                  <a:lnTo>
                    <a:pt x="1652500" y="1718952"/>
                  </a:lnTo>
                  <a:lnTo>
                    <a:pt x="1652410" y="1718810"/>
                  </a:lnTo>
                  <a:lnTo>
                    <a:pt x="1652383" y="1718777"/>
                  </a:lnTo>
                  <a:lnTo>
                    <a:pt x="1652065" y="1718551"/>
                  </a:lnTo>
                  <a:lnTo>
                    <a:pt x="1652202" y="1718341"/>
                  </a:lnTo>
                  <a:lnTo>
                    <a:pt x="1652274" y="1718306"/>
                  </a:lnTo>
                  <a:lnTo>
                    <a:pt x="1652397" y="1718294"/>
                  </a:lnTo>
                  <a:lnTo>
                    <a:pt x="1652524" y="1718311"/>
                  </a:lnTo>
                  <a:lnTo>
                    <a:pt x="1652544" y="1718315"/>
                  </a:lnTo>
                  <a:lnTo>
                    <a:pt x="1652552" y="1718317"/>
                  </a:lnTo>
                  <a:lnTo>
                    <a:pt x="1652635" y="1718333"/>
                  </a:lnTo>
                  <a:lnTo>
                    <a:pt x="1652728" y="1718347"/>
                  </a:lnTo>
                  <a:lnTo>
                    <a:pt x="1652785" y="1718342"/>
                  </a:lnTo>
                  <a:lnTo>
                    <a:pt x="1652822" y="1718324"/>
                  </a:lnTo>
                  <a:lnTo>
                    <a:pt x="1652850" y="1718294"/>
                  </a:lnTo>
                  <a:lnTo>
                    <a:pt x="1652853" y="1718276"/>
                  </a:lnTo>
                  <a:lnTo>
                    <a:pt x="1652903" y="1718230"/>
                  </a:lnTo>
                  <a:lnTo>
                    <a:pt x="1652922" y="1718212"/>
                  </a:lnTo>
                  <a:lnTo>
                    <a:pt x="1652950" y="1718197"/>
                  </a:lnTo>
                  <a:lnTo>
                    <a:pt x="1653177" y="1718085"/>
                  </a:lnTo>
                  <a:lnTo>
                    <a:pt x="1653231" y="1718095"/>
                  </a:lnTo>
                  <a:lnTo>
                    <a:pt x="1653305" y="1718110"/>
                  </a:lnTo>
                  <a:lnTo>
                    <a:pt x="1653434" y="1718126"/>
                  </a:lnTo>
                  <a:lnTo>
                    <a:pt x="1653625" y="1718170"/>
                  </a:lnTo>
                  <a:lnTo>
                    <a:pt x="1653844" y="1718235"/>
                  </a:lnTo>
                  <a:lnTo>
                    <a:pt x="1653994" y="1718295"/>
                  </a:lnTo>
                  <a:lnTo>
                    <a:pt x="1654014" y="1718297"/>
                  </a:lnTo>
                  <a:lnTo>
                    <a:pt x="1654094" y="1718308"/>
                  </a:lnTo>
                  <a:lnTo>
                    <a:pt x="1654152" y="1718323"/>
                  </a:lnTo>
                  <a:lnTo>
                    <a:pt x="1654177" y="1718278"/>
                  </a:lnTo>
                  <a:lnTo>
                    <a:pt x="1654201" y="1718203"/>
                  </a:lnTo>
                  <a:lnTo>
                    <a:pt x="1654165" y="1718115"/>
                  </a:lnTo>
                  <a:lnTo>
                    <a:pt x="1654167" y="1718096"/>
                  </a:lnTo>
                  <a:lnTo>
                    <a:pt x="1654170" y="1718040"/>
                  </a:lnTo>
                  <a:lnTo>
                    <a:pt x="1654156" y="1717936"/>
                  </a:lnTo>
                  <a:lnTo>
                    <a:pt x="1654207" y="1717834"/>
                  </a:lnTo>
                  <a:lnTo>
                    <a:pt x="1654318" y="1717740"/>
                  </a:lnTo>
                  <a:lnTo>
                    <a:pt x="1654382" y="1717742"/>
                  </a:lnTo>
                  <a:lnTo>
                    <a:pt x="1654413" y="1717733"/>
                  </a:lnTo>
                  <a:lnTo>
                    <a:pt x="1654463" y="1717704"/>
                  </a:lnTo>
                  <a:lnTo>
                    <a:pt x="1654511" y="1717675"/>
                  </a:lnTo>
                  <a:lnTo>
                    <a:pt x="1654570" y="1717583"/>
                  </a:lnTo>
                  <a:lnTo>
                    <a:pt x="1654667" y="1717455"/>
                  </a:lnTo>
                  <a:lnTo>
                    <a:pt x="1654699" y="1717412"/>
                  </a:lnTo>
                  <a:lnTo>
                    <a:pt x="1654736" y="1717342"/>
                  </a:lnTo>
                  <a:lnTo>
                    <a:pt x="1654751" y="1717300"/>
                  </a:lnTo>
                  <a:lnTo>
                    <a:pt x="1654745" y="1717256"/>
                  </a:lnTo>
                  <a:lnTo>
                    <a:pt x="1654723" y="1717237"/>
                  </a:lnTo>
                  <a:lnTo>
                    <a:pt x="1654626" y="1717289"/>
                  </a:lnTo>
                  <a:lnTo>
                    <a:pt x="1654529" y="1717379"/>
                  </a:lnTo>
                  <a:lnTo>
                    <a:pt x="1654486" y="1717433"/>
                  </a:lnTo>
                  <a:lnTo>
                    <a:pt x="1654398" y="1717463"/>
                  </a:lnTo>
                  <a:lnTo>
                    <a:pt x="1654353" y="1717475"/>
                  </a:lnTo>
                  <a:lnTo>
                    <a:pt x="1654334" y="1717485"/>
                  </a:lnTo>
                  <a:lnTo>
                    <a:pt x="1654255" y="1717523"/>
                  </a:lnTo>
                  <a:lnTo>
                    <a:pt x="1654208" y="1717513"/>
                  </a:lnTo>
                  <a:lnTo>
                    <a:pt x="1654176" y="1717506"/>
                  </a:lnTo>
                  <a:lnTo>
                    <a:pt x="1654151" y="1717505"/>
                  </a:lnTo>
                  <a:lnTo>
                    <a:pt x="1654095" y="1717503"/>
                  </a:lnTo>
                  <a:lnTo>
                    <a:pt x="1653980" y="1717526"/>
                  </a:lnTo>
                  <a:lnTo>
                    <a:pt x="1653970" y="1717546"/>
                  </a:lnTo>
                  <a:lnTo>
                    <a:pt x="1653920" y="1717606"/>
                  </a:lnTo>
                  <a:lnTo>
                    <a:pt x="1653899" y="1717675"/>
                  </a:lnTo>
                  <a:lnTo>
                    <a:pt x="1653890" y="1717733"/>
                  </a:lnTo>
                  <a:lnTo>
                    <a:pt x="1653876" y="1717769"/>
                  </a:lnTo>
                  <a:lnTo>
                    <a:pt x="1653832" y="1717782"/>
                  </a:lnTo>
                  <a:lnTo>
                    <a:pt x="1653762" y="1717801"/>
                  </a:lnTo>
                  <a:lnTo>
                    <a:pt x="1653737" y="1717807"/>
                  </a:lnTo>
                  <a:lnTo>
                    <a:pt x="1653582" y="1717726"/>
                  </a:lnTo>
                  <a:lnTo>
                    <a:pt x="1653546" y="1717701"/>
                  </a:lnTo>
                  <a:lnTo>
                    <a:pt x="1653529" y="1717640"/>
                  </a:lnTo>
                  <a:lnTo>
                    <a:pt x="1653524" y="1717606"/>
                  </a:lnTo>
                  <a:lnTo>
                    <a:pt x="1653542" y="1717567"/>
                  </a:lnTo>
                  <a:lnTo>
                    <a:pt x="1653556" y="1717538"/>
                  </a:lnTo>
                  <a:lnTo>
                    <a:pt x="1653580" y="1717486"/>
                  </a:lnTo>
                  <a:lnTo>
                    <a:pt x="1653487" y="1717433"/>
                  </a:lnTo>
                  <a:lnTo>
                    <a:pt x="1653412" y="1717391"/>
                  </a:lnTo>
                  <a:lnTo>
                    <a:pt x="1653309" y="1717342"/>
                  </a:lnTo>
                  <a:lnTo>
                    <a:pt x="1653308" y="1717330"/>
                  </a:lnTo>
                  <a:lnTo>
                    <a:pt x="1653302" y="1717329"/>
                  </a:lnTo>
                  <a:lnTo>
                    <a:pt x="1653274" y="1717329"/>
                  </a:lnTo>
                  <a:lnTo>
                    <a:pt x="1653247" y="1717330"/>
                  </a:lnTo>
                  <a:lnTo>
                    <a:pt x="1653221" y="1717296"/>
                  </a:lnTo>
                  <a:lnTo>
                    <a:pt x="1653225" y="1717261"/>
                  </a:lnTo>
                  <a:lnTo>
                    <a:pt x="1653253" y="1717222"/>
                  </a:lnTo>
                  <a:lnTo>
                    <a:pt x="1653313" y="1717140"/>
                  </a:lnTo>
                  <a:lnTo>
                    <a:pt x="1653431" y="1717033"/>
                  </a:lnTo>
                  <a:lnTo>
                    <a:pt x="1653511" y="1716967"/>
                  </a:lnTo>
                  <a:lnTo>
                    <a:pt x="1653620" y="1716933"/>
                  </a:lnTo>
                  <a:lnTo>
                    <a:pt x="1653707" y="1716918"/>
                  </a:lnTo>
                  <a:lnTo>
                    <a:pt x="1653726" y="1716914"/>
                  </a:lnTo>
                  <a:lnTo>
                    <a:pt x="1653723" y="1716866"/>
                  </a:lnTo>
                  <a:lnTo>
                    <a:pt x="1653729" y="1716810"/>
                  </a:lnTo>
                  <a:lnTo>
                    <a:pt x="1653680" y="1716766"/>
                  </a:lnTo>
                  <a:lnTo>
                    <a:pt x="1653634" y="1716704"/>
                  </a:lnTo>
                  <a:lnTo>
                    <a:pt x="1653598" y="1716662"/>
                  </a:lnTo>
                  <a:lnTo>
                    <a:pt x="1653554" y="1716531"/>
                  </a:lnTo>
                  <a:lnTo>
                    <a:pt x="1653515" y="1716442"/>
                  </a:lnTo>
                  <a:lnTo>
                    <a:pt x="1653496" y="1716397"/>
                  </a:lnTo>
                  <a:lnTo>
                    <a:pt x="1653494" y="1716361"/>
                  </a:lnTo>
                  <a:lnTo>
                    <a:pt x="1653490" y="1716304"/>
                  </a:lnTo>
                  <a:lnTo>
                    <a:pt x="1653496" y="1716290"/>
                  </a:lnTo>
                  <a:lnTo>
                    <a:pt x="1653522" y="1716228"/>
                  </a:lnTo>
                  <a:lnTo>
                    <a:pt x="1653538" y="1716202"/>
                  </a:lnTo>
                  <a:lnTo>
                    <a:pt x="1653559" y="1716217"/>
                  </a:lnTo>
                  <a:lnTo>
                    <a:pt x="1653598" y="1716244"/>
                  </a:lnTo>
                  <a:lnTo>
                    <a:pt x="1653671" y="1716286"/>
                  </a:lnTo>
                  <a:lnTo>
                    <a:pt x="1653757" y="1716340"/>
                  </a:lnTo>
                  <a:lnTo>
                    <a:pt x="1653805" y="1716370"/>
                  </a:lnTo>
                  <a:lnTo>
                    <a:pt x="1653809" y="1716377"/>
                  </a:lnTo>
                  <a:lnTo>
                    <a:pt x="1653838" y="1716384"/>
                  </a:lnTo>
                  <a:lnTo>
                    <a:pt x="1653891" y="1716394"/>
                  </a:lnTo>
                  <a:lnTo>
                    <a:pt x="1653901" y="1716397"/>
                  </a:lnTo>
                  <a:lnTo>
                    <a:pt x="1653919" y="1716370"/>
                  </a:lnTo>
                  <a:lnTo>
                    <a:pt x="1653946" y="1716328"/>
                  </a:lnTo>
                  <a:lnTo>
                    <a:pt x="1653956" y="1716294"/>
                  </a:lnTo>
                  <a:lnTo>
                    <a:pt x="1653962" y="1716283"/>
                  </a:lnTo>
                  <a:lnTo>
                    <a:pt x="1653973" y="1716266"/>
                  </a:lnTo>
                  <a:lnTo>
                    <a:pt x="1653958" y="1716233"/>
                  </a:lnTo>
                  <a:lnTo>
                    <a:pt x="1653954" y="1716224"/>
                  </a:lnTo>
                  <a:lnTo>
                    <a:pt x="1653951" y="1716219"/>
                  </a:lnTo>
                  <a:lnTo>
                    <a:pt x="1653931" y="1716188"/>
                  </a:lnTo>
                  <a:lnTo>
                    <a:pt x="1653932" y="1716152"/>
                  </a:lnTo>
                  <a:lnTo>
                    <a:pt x="1653976" y="1716119"/>
                  </a:lnTo>
                  <a:lnTo>
                    <a:pt x="1654070" y="1716047"/>
                  </a:lnTo>
                  <a:lnTo>
                    <a:pt x="1654167" y="1715970"/>
                  </a:lnTo>
                  <a:lnTo>
                    <a:pt x="1654249" y="1715911"/>
                  </a:lnTo>
                  <a:lnTo>
                    <a:pt x="1654256" y="1715831"/>
                  </a:lnTo>
                  <a:lnTo>
                    <a:pt x="1654274" y="1715753"/>
                  </a:lnTo>
                  <a:lnTo>
                    <a:pt x="1654285" y="1715708"/>
                  </a:lnTo>
                  <a:lnTo>
                    <a:pt x="1654356" y="1715601"/>
                  </a:lnTo>
                  <a:lnTo>
                    <a:pt x="1654364" y="1715588"/>
                  </a:lnTo>
                  <a:lnTo>
                    <a:pt x="1654370" y="1715580"/>
                  </a:lnTo>
                  <a:lnTo>
                    <a:pt x="1654514" y="1715415"/>
                  </a:lnTo>
                  <a:lnTo>
                    <a:pt x="1654611" y="1715307"/>
                  </a:lnTo>
                  <a:lnTo>
                    <a:pt x="1654753" y="1715235"/>
                  </a:lnTo>
                  <a:lnTo>
                    <a:pt x="1654783" y="1715216"/>
                  </a:lnTo>
                  <a:lnTo>
                    <a:pt x="1654861" y="1715169"/>
                  </a:lnTo>
                  <a:lnTo>
                    <a:pt x="1654930" y="1715177"/>
                  </a:lnTo>
                  <a:lnTo>
                    <a:pt x="1655076" y="1715162"/>
                  </a:lnTo>
                  <a:lnTo>
                    <a:pt x="1655153" y="1715161"/>
                  </a:lnTo>
                  <a:lnTo>
                    <a:pt x="1655285" y="1715166"/>
                  </a:lnTo>
                  <a:lnTo>
                    <a:pt x="1655297" y="1715105"/>
                  </a:lnTo>
                  <a:lnTo>
                    <a:pt x="1655297" y="1715040"/>
                  </a:lnTo>
                  <a:lnTo>
                    <a:pt x="1655294" y="1714943"/>
                  </a:lnTo>
                  <a:lnTo>
                    <a:pt x="1655332" y="1714862"/>
                  </a:lnTo>
                  <a:lnTo>
                    <a:pt x="1655361" y="1714839"/>
                  </a:lnTo>
                  <a:lnTo>
                    <a:pt x="1655380" y="1714824"/>
                  </a:lnTo>
                  <a:lnTo>
                    <a:pt x="1655498" y="1714720"/>
                  </a:lnTo>
                  <a:lnTo>
                    <a:pt x="1655610" y="1714644"/>
                  </a:lnTo>
                  <a:lnTo>
                    <a:pt x="1655704" y="1714575"/>
                  </a:lnTo>
                  <a:lnTo>
                    <a:pt x="1655744" y="1714590"/>
                  </a:lnTo>
                  <a:lnTo>
                    <a:pt x="1655751" y="1714597"/>
                  </a:lnTo>
                  <a:lnTo>
                    <a:pt x="1655780" y="1714634"/>
                  </a:lnTo>
                  <a:lnTo>
                    <a:pt x="1655819" y="1714655"/>
                  </a:lnTo>
                  <a:lnTo>
                    <a:pt x="1655839" y="1714658"/>
                  </a:lnTo>
                  <a:lnTo>
                    <a:pt x="1655878" y="1714664"/>
                  </a:lnTo>
                  <a:lnTo>
                    <a:pt x="1655954" y="1714635"/>
                  </a:lnTo>
                  <a:lnTo>
                    <a:pt x="1656006" y="1714618"/>
                  </a:lnTo>
                  <a:lnTo>
                    <a:pt x="1656026" y="1714595"/>
                  </a:lnTo>
                  <a:lnTo>
                    <a:pt x="1656006" y="1714578"/>
                  </a:lnTo>
                  <a:lnTo>
                    <a:pt x="1655937" y="1714532"/>
                  </a:lnTo>
                  <a:lnTo>
                    <a:pt x="1655846" y="1714485"/>
                  </a:lnTo>
                  <a:lnTo>
                    <a:pt x="1655778" y="1714450"/>
                  </a:lnTo>
                  <a:lnTo>
                    <a:pt x="1655749" y="1714428"/>
                  </a:lnTo>
                  <a:lnTo>
                    <a:pt x="1655685" y="1714432"/>
                  </a:lnTo>
                  <a:lnTo>
                    <a:pt x="1655676" y="1714432"/>
                  </a:lnTo>
                  <a:lnTo>
                    <a:pt x="1655548" y="1714439"/>
                  </a:lnTo>
                  <a:lnTo>
                    <a:pt x="1655522" y="1714437"/>
                  </a:lnTo>
                  <a:lnTo>
                    <a:pt x="1655480" y="1714433"/>
                  </a:lnTo>
                  <a:lnTo>
                    <a:pt x="1655440" y="1714444"/>
                  </a:lnTo>
                  <a:lnTo>
                    <a:pt x="1655406" y="1714449"/>
                  </a:lnTo>
                  <a:lnTo>
                    <a:pt x="1655292" y="1714462"/>
                  </a:lnTo>
                  <a:lnTo>
                    <a:pt x="1655252" y="1714471"/>
                  </a:lnTo>
                  <a:lnTo>
                    <a:pt x="1655245" y="1714473"/>
                  </a:lnTo>
                  <a:lnTo>
                    <a:pt x="1655158" y="1714488"/>
                  </a:lnTo>
                  <a:lnTo>
                    <a:pt x="1655059" y="1714500"/>
                  </a:lnTo>
                  <a:lnTo>
                    <a:pt x="1654983" y="1714546"/>
                  </a:lnTo>
                  <a:lnTo>
                    <a:pt x="1654961" y="1714579"/>
                  </a:lnTo>
                  <a:lnTo>
                    <a:pt x="1654951" y="1714596"/>
                  </a:lnTo>
                  <a:lnTo>
                    <a:pt x="1654934" y="1714629"/>
                  </a:lnTo>
                  <a:lnTo>
                    <a:pt x="1654839" y="1714671"/>
                  </a:lnTo>
                  <a:lnTo>
                    <a:pt x="1654757" y="1714713"/>
                  </a:lnTo>
                  <a:lnTo>
                    <a:pt x="1654700" y="1714743"/>
                  </a:lnTo>
                  <a:lnTo>
                    <a:pt x="1654562" y="1714775"/>
                  </a:lnTo>
                  <a:lnTo>
                    <a:pt x="1654453" y="1714816"/>
                  </a:lnTo>
                  <a:lnTo>
                    <a:pt x="1654372" y="1714869"/>
                  </a:lnTo>
                  <a:lnTo>
                    <a:pt x="1654250" y="1714952"/>
                  </a:lnTo>
                  <a:lnTo>
                    <a:pt x="1654131" y="1715073"/>
                  </a:lnTo>
                  <a:lnTo>
                    <a:pt x="1654070" y="1715137"/>
                  </a:lnTo>
                  <a:lnTo>
                    <a:pt x="1654033" y="1715167"/>
                  </a:lnTo>
                  <a:lnTo>
                    <a:pt x="1653969" y="1715217"/>
                  </a:lnTo>
                  <a:lnTo>
                    <a:pt x="1653931" y="1715233"/>
                  </a:lnTo>
                  <a:lnTo>
                    <a:pt x="1653900" y="1715219"/>
                  </a:lnTo>
                  <a:lnTo>
                    <a:pt x="1653878" y="1715185"/>
                  </a:lnTo>
                  <a:lnTo>
                    <a:pt x="1653898" y="1715160"/>
                  </a:lnTo>
                  <a:lnTo>
                    <a:pt x="1653947" y="1715111"/>
                  </a:lnTo>
                  <a:lnTo>
                    <a:pt x="1653944" y="1715081"/>
                  </a:lnTo>
                  <a:lnTo>
                    <a:pt x="1653938" y="1715014"/>
                  </a:lnTo>
                  <a:lnTo>
                    <a:pt x="1653933" y="1715009"/>
                  </a:lnTo>
                  <a:lnTo>
                    <a:pt x="1653918" y="1714990"/>
                  </a:lnTo>
                  <a:lnTo>
                    <a:pt x="1653904" y="1714976"/>
                  </a:lnTo>
                  <a:lnTo>
                    <a:pt x="1653828" y="1715002"/>
                  </a:lnTo>
                  <a:lnTo>
                    <a:pt x="1653773" y="1715048"/>
                  </a:lnTo>
                  <a:lnTo>
                    <a:pt x="1653704" y="1715129"/>
                  </a:lnTo>
                  <a:lnTo>
                    <a:pt x="1653669" y="1715164"/>
                  </a:lnTo>
                  <a:lnTo>
                    <a:pt x="1653671" y="1715204"/>
                  </a:lnTo>
                  <a:lnTo>
                    <a:pt x="1653667" y="1715257"/>
                  </a:lnTo>
                  <a:lnTo>
                    <a:pt x="1653618" y="1715291"/>
                  </a:lnTo>
                  <a:lnTo>
                    <a:pt x="1653560" y="1715332"/>
                  </a:lnTo>
                  <a:lnTo>
                    <a:pt x="1653409" y="1715423"/>
                  </a:lnTo>
                  <a:lnTo>
                    <a:pt x="1653302" y="1715491"/>
                  </a:lnTo>
                  <a:lnTo>
                    <a:pt x="1653254" y="1715514"/>
                  </a:lnTo>
                  <a:lnTo>
                    <a:pt x="1653226" y="1715513"/>
                  </a:lnTo>
                  <a:lnTo>
                    <a:pt x="1653217" y="1715479"/>
                  </a:lnTo>
                  <a:lnTo>
                    <a:pt x="1653226" y="1715428"/>
                  </a:lnTo>
                  <a:lnTo>
                    <a:pt x="1653239" y="1715374"/>
                  </a:lnTo>
                  <a:lnTo>
                    <a:pt x="1653259" y="1715337"/>
                  </a:lnTo>
                  <a:lnTo>
                    <a:pt x="1653362" y="1715207"/>
                  </a:lnTo>
                  <a:lnTo>
                    <a:pt x="1653479" y="1715064"/>
                  </a:lnTo>
                  <a:lnTo>
                    <a:pt x="1653528" y="1715009"/>
                  </a:lnTo>
                  <a:lnTo>
                    <a:pt x="1653533" y="1715003"/>
                  </a:lnTo>
                  <a:lnTo>
                    <a:pt x="1653547" y="1714940"/>
                  </a:lnTo>
                  <a:lnTo>
                    <a:pt x="1653553" y="1714915"/>
                  </a:lnTo>
                  <a:lnTo>
                    <a:pt x="1653583" y="1714732"/>
                  </a:lnTo>
                  <a:lnTo>
                    <a:pt x="1653629" y="1714581"/>
                  </a:lnTo>
                  <a:lnTo>
                    <a:pt x="1653635" y="1714562"/>
                  </a:lnTo>
                  <a:lnTo>
                    <a:pt x="1653648" y="1714498"/>
                  </a:lnTo>
                  <a:lnTo>
                    <a:pt x="1653651" y="1714479"/>
                  </a:lnTo>
                  <a:lnTo>
                    <a:pt x="1653650" y="1714403"/>
                  </a:lnTo>
                  <a:lnTo>
                    <a:pt x="1653738" y="1714283"/>
                  </a:lnTo>
                  <a:lnTo>
                    <a:pt x="1653763" y="1714248"/>
                  </a:lnTo>
                  <a:lnTo>
                    <a:pt x="1653842" y="1714140"/>
                  </a:lnTo>
                  <a:lnTo>
                    <a:pt x="1653846" y="1714134"/>
                  </a:lnTo>
                  <a:lnTo>
                    <a:pt x="1653884" y="1714101"/>
                  </a:lnTo>
                  <a:lnTo>
                    <a:pt x="1653950" y="1714087"/>
                  </a:lnTo>
                  <a:lnTo>
                    <a:pt x="1653984" y="1714119"/>
                  </a:lnTo>
                  <a:lnTo>
                    <a:pt x="1653994" y="1714128"/>
                  </a:lnTo>
                  <a:lnTo>
                    <a:pt x="1653997" y="1714138"/>
                  </a:lnTo>
                  <a:lnTo>
                    <a:pt x="1654007" y="1714177"/>
                  </a:lnTo>
                  <a:lnTo>
                    <a:pt x="1654009" y="1714183"/>
                  </a:lnTo>
                  <a:lnTo>
                    <a:pt x="1653999" y="1714246"/>
                  </a:lnTo>
                  <a:lnTo>
                    <a:pt x="1654034" y="1714282"/>
                  </a:lnTo>
                  <a:lnTo>
                    <a:pt x="1654060" y="1714293"/>
                  </a:lnTo>
                  <a:lnTo>
                    <a:pt x="1654073" y="1714297"/>
                  </a:lnTo>
                  <a:lnTo>
                    <a:pt x="1654080" y="1714293"/>
                  </a:lnTo>
                  <a:lnTo>
                    <a:pt x="1654097" y="1714279"/>
                  </a:lnTo>
                  <a:lnTo>
                    <a:pt x="1654117" y="1714264"/>
                  </a:lnTo>
                  <a:lnTo>
                    <a:pt x="1654137" y="1714216"/>
                  </a:lnTo>
                  <a:lnTo>
                    <a:pt x="1654186" y="1714100"/>
                  </a:lnTo>
                  <a:lnTo>
                    <a:pt x="1654242" y="1713967"/>
                  </a:lnTo>
                  <a:lnTo>
                    <a:pt x="1654267" y="1713927"/>
                  </a:lnTo>
                  <a:lnTo>
                    <a:pt x="1654273" y="1713915"/>
                  </a:lnTo>
                  <a:lnTo>
                    <a:pt x="1654231" y="1713885"/>
                  </a:lnTo>
                  <a:lnTo>
                    <a:pt x="1654162" y="1713857"/>
                  </a:lnTo>
                  <a:lnTo>
                    <a:pt x="1654133" y="1713856"/>
                  </a:lnTo>
                  <a:lnTo>
                    <a:pt x="1654075" y="1713871"/>
                  </a:lnTo>
                  <a:lnTo>
                    <a:pt x="1654061" y="1713856"/>
                  </a:lnTo>
                  <a:lnTo>
                    <a:pt x="1654059" y="1713838"/>
                  </a:lnTo>
                  <a:lnTo>
                    <a:pt x="1654116" y="1713539"/>
                  </a:lnTo>
                  <a:lnTo>
                    <a:pt x="1654126" y="1713530"/>
                  </a:lnTo>
                  <a:lnTo>
                    <a:pt x="1654149" y="1713520"/>
                  </a:lnTo>
                  <a:lnTo>
                    <a:pt x="1654168" y="1713513"/>
                  </a:lnTo>
                  <a:lnTo>
                    <a:pt x="1654223" y="1713499"/>
                  </a:lnTo>
                  <a:lnTo>
                    <a:pt x="1654255" y="1713503"/>
                  </a:lnTo>
                  <a:lnTo>
                    <a:pt x="1654297" y="1713525"/>
                  </a:lnTo>
                  <a:lnTo>
                    <a:pt x="1654312" y="1713520"/>
                  </a:lnTo>
                  <a:lnTo>
                    <a:pt x="1654371" y="1713450"/>
                  </a:lnTo>
                  <a:lnTo>
                    <a:pt x="1654457" y="1713331"/>
                  </a:lnTo>
                  <a:lnTo>
                    <a:pt x="1654479" y="1713303"/>
                  </a:lnTo>
                  <a:lnTo>
                    <a:pt x="1654476" y="1713295"/>
                  </a:lnTo>
                  <a:lnTo>
                    <a:pt x="1654470" y="1713270"/>
                  </a:lnTo>
                  <a:lnTo>
                    <a:pt x="1654452" y="1713245"/>
                  </a:lnTo>
                  <a:lnTo>
                    <a:pt x="1654411" y="1713243"/>
                  </a:lnTo>
                  <a:lnTo>
                    <a:pt x="1654360" y="1713222"/>
                  </a:lnTo>
                  <a:lnTo>
                    <a:pt x="1654341" y="1713232"/>
                  </a:lnTo>
                  <a:lnTo>
                    <a:pt x="1654331" y="1713241"/>
                  </a:lnTo>
                  <a:lnTo>
                    <a:pt x="1654331" y="1713276"/>
                  </a:lnTo>
                  <a:lnTo>
                    <a:pt x="1654324" y="1713332"/>
                  </a:lnTo>
                  <a:lnTo>
                    <a:pt x="1654292" y="1713377"/>
                  </a:lnTo>
                  <a:lnTo>
                    <a:pt x="1654250" y="1713423"/>
                  </a:lnTo>
                  <a:lnTo>
                    <a:pt x="1654212" y="1713414"/>
                  </a:lnTo>
                  <a:lnTo>
                    <a:pt x="1654165" y="1713382"/>
                  </a:lnTo>
                  <a:lnTo>
                    <a:pt x="1654146" y="1713345"/>
                  </a:lnTo>
                  <a:lnTo>
                    <a:pt x="1654111" y="1713317"/>
                  </a:lnTo>
                  <a:lnTo>
                    <a:pt x="1654017" y="1713259"/>
                  </a:lnTo>
                  <a:lnTo>
                    <a:pt x="1653951" y="1713219"/>
                  </a:lnTo>
                  <a:lnTo>
                    <a:pt x="1653911" y="1713236"/>
                  </a:lnTo>
                  <a:lnTo>
                    <a:pt x="1653785" y="1713272"/>
                  </a:lnTo>
                  <a:lnTo>
                    <a:pt x="1653697" y="1713309"/>
                  </a:lnTo>
                  <a:lnTo>
                    <a:pt x="1653680" y="1713314"/>
                  </a:lnTo>
                  <a:lnTo>
                    <a:pt x="1653673" y="1713323"/>
                  </a:lnTo>
                  <a:lnTo>
                    <a:pt x="1653635" y="1713360"/>
                  </a:lnTo>
                  <a:lnTo>
                    <a:pt x="1653576" y="1713453"/>
                  </a:lnTo>
                  <a:lnTo>
                    <a:pt x="1653558" y="1713480"/>
                  </a:lnTo>
                  <a:lnTo>
                    <a:pt x="1653557" y="1713487"/>
                  </a:lnTo>
                  <a:lnTo>
                    <a:pt x="1653576" y="1713488"/>
                  </a:lnTo>
                  <a:lnTo>
                    <a:pt x="1653620" y="1713487"/>
                  </a:lnTo>
                  <a:lnTo>
                    <a:pt x="1653658" y="1713498"/>
                  </a:lnTo>
                  <a:lnTo>
                    <a:pt x="1653671" y="1713519"/>
                  </a:lnTo>
                  <a:lnTo>
                    <a:pt x="1653675" y="1713554"/>
                  </a:lnTo>
                  <a:lnTo>
                    <a:pt x="1653657" y="1713585"/>
                  </a:lnTo>
                  <a:lnTo>
                    <a:pt x="1653617" y="1713629"/>
                  </a:lnTo>
                  <a:lnTo>
                    <a:pt x="1653575" y="1713647"/>
                  </a:lnTo>
                  <a:lnTo>
                    <a:pt x="1653538" y="1713664"/>
                  </a:lnTo>
                  <a:lnTo>
                    <a:pt x="1653510" y="1713649"/>
                  </a:lnTo>
                  <a:lnTo>
                    <a:pt x="1653489" y="1713644"/>
                  </a:lnTo>
                  <a:lnTo>
                    <a:pt x="1653479" y="1713684"/>
                  </a:lnTo>
                  <a:lnTo>
                    <a:pt x="1653514" y="1713854"/>
                  </a:lnTo>
                  <a:lnTo>
                    <a:pt x="1653547" y="1713954"/>
                  </a:lnTo>
                  <a:lnTo>
                    <a:pt x="1653548" y="1713959"/>
                  </a:lnTo>
                  <a:lnTo>
                    <a:pt x="1653555" y="1713979"/>
                  </a:lnTo>
                  <a:lnTo>
                    <a:pt x="1653557" y="1713986"/>
                  </a:lnTo>
                  <a:lnTo>
                    <a:pt x="1653557" y="1713996"/>
                  </a:lnTo>
                  <a:lnTo>
                    <a:pt x="1653558" y="1714003"/>
                  </a:lnTo>
                  <a:lnTo>
                    <a:pt x="1653559" y="1714031"/>
                  </a:lnTo>
                  <a:lnTo>
                    <a:pt x="1653560" y="1714038"/>
                  </a:lnTo>
                  <a:lnTo>
                    <a:pt x="1653547" y="1714089"/>
                  </a:lnTo>
                  <a:lnTo>
                    <a:pt x="1653534" y="1714139"/>
                  </a:lnTo>
                  <a:lnTo>
                    <a:pt x="1653493" y="1714226"/>
                  </a:lnTo>
                  <a:lnTo>
                    <a:pt x="1653486" y="1714240"/>
                  </a:lnTo>
                  <a:lnTo>
                    <a:pt x="1653481" y="1714244"/>
                  </a:lnTo>
                  <a:lnTo>
                    <a:pt x="1653425" y="1714280"/>
                  </a:lnTo>
                  <a:lnTo>
                    <a:pt x="1653188" y="1714436"/>
                  </a:lnTo>
                  <a:lnTo>
                    <a:pt x="1652962" y="1714528"/>
                  </a:lnTo>
                  <a:lnTo>
                    <a:pt x="1652783" y="1714603"/>
                  </a:lnTo>
                  <a:lnTo>
                    <a:pt x="1652527" y="1714736"/>
                  </a:lnTo>
                  <a:lnTo>
                    <a:pt x="1652416" y="1714783"/>
                  </a:lnTo>
                  <a:lnTo>
                    <a:pt x="1652382" y="1714796"/>
                  </a:lnTo>
                  <a:lnTo>
                    <a:pt x="1652338" y="1714814"/>
                  </a:lnTo>
                  <a:lnTo>
                    <a:pt x="1652331" y="1714817"/>
                  </a:lnTo>
                  <a:lnTo>
                    <a:pt x="1652300" y="1714824"/>
                  </a:lnTo>
                  <a:lnTo>
                    <a:pt x="1652268" y="1714831"/>
                  </a:lnTo>
                  <a:lnTo>
                    <a:pt x="1652221" y="1714733"/>
                  </a:lnTo>
                  <a:lnTo>
                    <a:pt x="1652167" y="1714620"/>
                  </a:lnTo>
                  <a:lnTo>
                    <a:pt x="1652130" y="1714541"/>
                  </a:lnTo>
                  <a:lnTo>
                    <a:pt x="1652123" y="1714486"/>
                  </a:lnTo>
                  <a:lnTo>
                    <a:pt x="1652145" y="1714453"/>
                  </a:lnTo>
                  <a:lnTo>
                    <a:pt x="1652175" y="1714399"/>
                  </a:lnTo>
                  <a:lnTo>
                    <a:pt x="1652194" y="1714381"/>
                  </a:lnTo>
                  <a:lnTo>
                    <a:pt x="1652179" y="1714313"/>
                  </a:lnTo>
                  <a:lnTo>
                    <a:pt x="1652161" y="1714271"/>
                  </a:lnTo>
                  <a:lnTo>
                    <a:pt x="1652156" y="1714253"/>
                  </a:lnTo>
                  <a:lnTo>
                    <a:pt x="1652087" y="1714218"/>
                  </a:lnTo>
                  <a:lnTo>
                    <a:pt x="1651899" y="1714160"/>
                  </a:lnTo>
                  <a:lnTo>
                    <a:pt x="1651888" y="1714161"/>
                  </a:lnTo>
                  <a:lnTo>
                    <a:pt x="1651883" y="1714164"/>
                  </a:lnTo>
                  <a:lnTo>
                    <a:pt x="1651882" y="1714186"/>
                  </a:lnTo>
                  <a:lnTo>
                    <a:pt x="1651894" y="1714255"/>
                  </a:lnTo>
                  <a:lnTo>
                    <a:pt x="1651909" y="1714318"/>
                  </a:lnTo>
                  <a:lnTo>
                    <a:pt x="1651920" y="1714357"/>
                  </a:lnTo>
                  <a:lnTo>
                    <a:pt x="1651918" y="1714381"/>
                  </a:lnTo>
                  <a:lnTo>
                    <a:pt x="1651903" y="1714395"/>
                  </a:lnTo>
                  <a:lnTo>
                    <a:pt x="1651873" y="1714394"/>
                  </a:lnTo>
                  <a:lnTo>
                    <a:pt x="1651803" y="1714377"/>
                  </a:lnTo>
                  <a:lnTo>
                    <a:pt x="1651742" y="1714367"/>
                  </a:lnTo>
                  <a:lnTo>
                    <a:pt x="1651698" y="1714324"/>
                  </a:lnTo>
                  <a:lnTo>
                    <a:pt x="1651658" y="1714340"/>
                  </a:lnTo>
                  <a:lnTo>
                    <a:pt x="1651605" y="1714343"/>
                  </a:lnTo>
                  <a:lnTo>
                    <a:pt x="1651553" y="1714340"/>
                  </a:lnTo>
                  <a:lnTo>
                    <a:pt x="1651475" y="1714320"/>
                  </a:lnTo>
                  <a:lnTo>
                    <a:pt x="1651436" y="1714289"/>
                  </a:lnTo>
                  <a:lnTo>
                    <a:pt x="1651308" y="1714088"/>
                  </a:lnTo>
                  <a:lnTo>
                    <a:pt x="1651279" y="1713948"/>
                  </a:lnTo>
                  <a:lnTo>
                    <a:pt x="1651258" y="1713849"/>
                  </a:lnTo>
                  <a:lnTo>
                    <a:pt x="1651265" y="1713773"/>
                  </a:lnTo>
                  <a:lnTo>
                    <a:pt x="1651268" y="1713729"/>
                  </a:lnTo>
                  <a:lnTo>
                    <a:pt x="1651283" y="1713551"/>
                  </a:lnTo>
                  <a:lnTo>
                    <a:pt x="1651287" y="1713490"/>
                  </a:lnTo>
                  <a:lnTo>
                    <a:pt x="1651288" y="1713428"/>
                  </a:lnTo>
                  <a:lnTo>
                    <a:pt x="1651259" y="1713420"/>
                  </a:lnTo>
                  <a:lnTo>
                    <a:pt x="1651230" y="1713451"/>
                  </a:lnTo>
                  <a:lnTo>
                    <a:pt x="1651174" y="1713525"/>
                  </a:lnTo>
                  <a:lnTo>
                    <a:pt x="1651097" y="1713604"/>
                  </a:lnTo>
                  <a:lnTo>
                    <a:pt x="1651046" y="1713645"/>
                  </a:lnTo>
                  <a:lnTo>
                    <a:pt x="1651029" y="1713660"/>
                  </a:lnTo>
                  <a:lnTo>
                    <a:pt x="1650934" y="1713747"/>
                  </a:lnTo>
                  <a:lnTo>
                    <a:pt x="1650768" y="1713842"/>
                  </a:lnTo>
                  <a:lnTo>
                    <a:pt x="1650665" y="1713945"/>
                  </a:lnTo>
                  <a:lnTo>
                    <a:pt x="1650642" y="1713950"/>
                  </a:lnTo>
                  <a:lnTo>
                    <a:pt x="1650635" y="1713947"/>
                  </a:lnTo>
                  <a:lnTo>
                    <a:pt x="1650564" y="1713913"/>
                  </a:lnTo>
                  <a:lnTo>
                    <a:pt x="1650545" y="1713885"/>
                  </a:lnTo>
                  <a:lnTo>
                    <a:pt x="1650536" y="1713817"/>
                  </a:lnTo>
                  <a:lnTo>
                    <a:pt x="1650546" y="1713759"/>
                  </a:lnTo>
                  <a:lnTo>
                    <a:pt x="1650546" y="1713741"/>
                  </a:lnTo>
                  <a:lnTo>
                    <a:pt x="1650532" y="1713695"/>
                  </a:lnTo>
                  <a:lnTo>
                    <a:pt x="1650526" y="1713692"/>
                  </a:lnTo>
                  <a:lnTo>
                    <a:pt x="1650500" y="1713679"/>
                  </a:lnTo>
                  <a:lnTo>
                    <a:pt x="1650489" y="1713680"/>
                  </a:lnTo>
                  <a:lnTo>
                    <a:pt x="1650455" y="1713682"/>
                  </a:lnTo>
                  <a:lnTo>
                    <a:pt x="1650379" y="1713687"/>
                  </a:lnTo>
                  <a:lnTo>
                    <a:pt x="1650263" y="1713701"/>
                  </a:lnTo>
                  <a:lnTo>
                    <a:pt x="1650255" y="1713702"/>
                  </a:lnTo>
                  <a:lnTo>
                    <a:pt x="1650242" y="1713697"/>
                  </a:lnTo>
                  <a:lnTo>
                    <a:pt x="1650184" y="1713676"/>
                  </a:lnTo>
                  <a:lnTo>
                    <a:pt x="1650034" y="1713606"/>
                  </a:lnTo>
                  <a:lnTo>
                    <a:pt x="1650002" y="1713591"/>
                  </a:lnTo>
                  <a:lnTo>
                    <a:pt x="1649929" y="1713555"/>
                  </a:lnTo>
                  <a:lnTo>
                    <a:pt x="1649805" y="1713495"/>
                  </a:lnTo>
                  <a:lnTo>
                    <a:pt x="1649742" y="1713455"/>
                  </a:lnTo>
                  <a:lnTo>
                    <a:pt x="1649623" y="1713334"/>
                  </a:lnTo>
                  <a:lnTo>
                    <a:pt x="1649576" y="1713261"/>
                  </a:lnTo>
                  <a:lnTo>
                    <a:pt x="1649572" y="1713248"/>
                  </a:lnTo>
                  <a:lnTo>
                    <a:pt x="1649573" y="1713215"/>
                  </a:lnTo>
                  <a:lnTo>
                    <a:pt x="1649668" y="1713143"/>
                  </a:lnTo>
                  <a:lnTo>
                    <a:pt x="1649782" y="1713026"/>
                  </a:lnTo>
                  <a:lnTo>
                    <a:pt x="1649831" y="1712976"/>
                  </a:lnTo>
                  <a:lnTo>
                    <a:pt x="1649872" y="1712933"/>
                  </a:lnTo>
                  <a:lnTo>
                    <a:pt x="1649929" y="1712842"/>
                  </a:lnTo>
                  <a:lnTo>
                    <a:pt x="1649954" y="1712797"/>
                  </a:lnTo>
                  <a:lnTo>
                    <a:pt x="1649941" y="1712770"/>
                  </a:lnTo>
                  <a:lnTo>
                    <a:pt x="1649927" y="1712744"/>
                  </a:lnTo>
                  <a:lnTo>
                    <a:pt x="1649863" y="1712537"/>
                  </a:lnTo>
                  <a:lnTo>
                    <a:pt x="1649852" y="1712493"/>
                  </a:lnTo>
                  <a:lnTo>
                    <a:pt x="1649835" y="1712428"/>
                  </a:lnTo>
                  <a:lnTo>
                    <a:pt x="1649756" y="1712109"/>
                  </a:lnTo>
                  <a:lnTo>
                    <a:pt x="1649662" y="1712108"/>
                  </a:lnTo>
                  <a:lnTo>
                    <a:pt x="1649657" y="1712109"/>
                  </a:lnTo>
                  <a:lnTo>
                    <a:pt x="1649578" y="1712145"/>
                  </a:lnTo>
                  <a:lnTo>
                    <a:pt x="1649532" y="1712212"/>
                  </a:lnTo>
                  <a:lnTo>
                    <a:pt x="1649451" y="1712330"/>
                  </a:lnTo>
                  <a:lnTo>
                    <a:pt x="1649439" y="1712348"/>
                  </a:lnTo>
                  <a:lnTo>
                    <a:pt x="1649417" y="1712382"/>
                  </a:lnTo>
                  <a:lnTo>
                    <a:pt x="1649388" y="1712426"/>
                  </a:lnTo>
                  <a:lnTo>
                    <a:pt x="1649324" y="1712523"/>
                  </a:lnTo>
                  <a:lnTo>
                    <a:pt x="1649313" y="1712559"/>
                  </a:lnTo>
                  <a:lnTo>
                    <a:pt x="1649248" y="1712770"/>
                  </a:lnTo>
                  <a:lnTo>
                    <a:pt x="1649206" y="1712908"/>
                  </a:lnTo>
                  <a:lnTo>
                    <a:pt x="1649178" y="1713012"/>
                  </a:lnTo>
                  <a:lnTo>
                    <a:pt x="1649237" y="1713136"/>
                  </a:lnTo>
                  <a:lnTo>
                    <a:pt x="1649241" y="1713142"/>
                  </a:lnTo>
                  <a:lnTo>
                    <a:pt x="1649247" y="1713149"/>
                  </a:lnTo>
                  <a:lnTo>
                    <a:pt x="1649254" y="1713155"/>
                  </a:lnTo>
                  <a:lnTo>
                    <a:pt x="1649262" y="1713159"/>
                  </a:lnTo>
                  <a:lnTo>
                    <a:pt x="1649267" y="1713162"/>
                  </a:lnTo>
                  <a:lnTo>
                    <a:pt x="1649275" y="1713165"/>
                  </a:lnTo>
                  <a:lnTo>
                    <a:pt x="1649282" y="1713166"/>
                  </a:lnTo>
                  <a:lnTo>
                    <a:pt x="1649290" y="1713167"/>
                  </a:lnTo>
                  <a:lnTo>
                    <a:pt x="1649296" y="1713167"/>
                  </a:lnTo>
                  <a:lnTo>
                    <a:pt x="1649318" y="1713186"/>
                  </a:lnTo>
                  <a:lnTo>
                    <a:pt x="1649469" y="1713317"/>
                  </a:lnTo>
                  <a:lnTo>
                    <a:pt x="1649563" y="1713486"/>
                  </a:lnTo>
                  <a:lnTo>
                    <a:pt x="1649605" y="1713561"/>
                  </a:lnTo>
                  <a:lnTo>
                    <a:pt x="1649612" y="1713557"/>
                  </a:lnTo>
                  <a:lnTo>
                    <a:pt x="1649659" y="1713628"/>
                  </a:lnTo>
                  <a:lnTo>
                    <a:pt x="1649628" y="1713633"/>
                  </a:lnTo>
                  <a:lnTo>
                    <a:pt x="1649636" y="1713694"/>
                  </a:lnTo>
                  <a:lnTo>
                    <a:pt x="1649637" y="1713703"/>
                  </a:lnTo>
                  <a:lnTo>
                    <a:pt x="1649639" y="1713768"/>
                  </a:lnTo>
                  <a:lnTo>
                    <a:pt x="1649640" y="1713779"/>
                  </a:lnTo>
                  <a:lnTo>
                    <a:pt x="1649639" y="1713789"/>
                  </a:lnTo>
                  <a:lnTo>
                    <a:pt x="1649611" y="1714031"/>
                  </a:lnTo>
                  <a:lnTo>
                    <a:pt x="1649592" y="1714194"/>
                  </a:lnTo>
                  <a:lnTo>
                    <a:pt x="1649581" y="1714285"/>
                  </a:lnTo>
                  <a:lnTo>
                    <a:pt x="1649571" y="1714374"/>
                  </a:lnTo>
                  <a:lnTo>
                    <a:pt x="1649570" y="1714380"/>
                  </a:lnTo>
                  <a:lnTo>
                    <a:pt x="1649568" y="1714398"/>
                  </a:lnTo>
                  <a:lnTo>
                    <a:pt x="1649512" y="1714583"/>
                  </a:lnTo>
                  <a:lnTo>
                    <a:pt x="1649503" y="1714611"/>
                  </a:lnTo>
                  <a:lnTo>
                    <a:pt x="1649487" y="1714664"/>
                  </a:lnTo>
                  <a:lnTo>
                    <a:pt x="1649484" y="1714673"/>
                  </a:lnTo>
                  <a:lnTo>
                    <a:pt x="1649482" y="1714680"/>
                  </a:lnTo>
                  <a:lnTo>
                    <a:pt x="1649449" y="1714761"/>
                  </a:lnTo>
                  <a:lnTo>
                    <a:pt x="1649397" y="1714890"/>
                  </a:lnTo>
                  <a:lnTo>
                    <a:pt x="1649381" y="1714946"/>
                  </a:lnTo>
                  <a:lnTo>
                    <a:pt x="1649419" y="1714953"/>
                  </a:lnTo>
                  <a:lnTo>
                    <a:pt x="1649429" y="1714956"/>
                  </a:lnTo>
                  <a:lnTo>
                    <a:pt x="1649420" y="1714998"/>
                  </a:lnTo>
                  <a:lnTo>
                    <a:pt x="1649394" y="1715048"/>
                  </a:lnTo>
                  <a:lnTo>
                    <a:pt x="1649378" y="1715058"/>
                  </a:lnTo>
                  <a:lnTo>
                    <a:pt x="1649356" y="1715071"/>
                  </a:lnTo>
                  <a:lnTo>
                    <a:pt x="1649345" y="1715069"/>
                  </a:lnTo>
                  <a:lnTo>
                    <a:pt x="1649328" y="1715063"/>
                  </a:lnTo>
                  <a:lnTo>
                    <a:pt x="1649323" y="1715059"/>
                  </a:lnTo>
                  <a:lnTo>
                    <a:pt x="1649321" y="1715045"/>
                  </a:lnTo>
                  <a:lnTo>
                    <a:pt x="1649316" y="1715009"/>
                  </a:lnTo>
                  <a:lnTo>
                    <a:pt x="1649314" y="1714989"/>
                  </a:lnTo>
                  <a:lnTo>
                    <a:pt x="1649286" y="1714702"/>
                  </a:lnTo>
                  <a:lnTo>
                    <a:pt x="1649286" y="1714695"/>
                  </a:lnTo>
                  <a:lnTo>
                    <a:pt x="1649284" y="1714580"/>
                  </a:lnTo>
                  <a:lnTo>
                    <a:pt x="1649284" y="1714471"/>
                  </a:lnTo>
                  <a:lnTo>
                    <a:pt x="1649284" y="1714449"/>
                  </a:lnTo>
                  <a:lnTo>
                    <a:pt x="1649284" y="1714430"/>
                  </a:lnTo>
                  <a:lnTo>
                    <a:pt x="1649284" y="1714419"/>
                  </a:lnTo>
                  <a:lnTo>
                    <a:pt x="1649293" y="1714391"/>
                  </a:lnTo>
                  <a:lnTo>
                    <a:pt x="1649321" y="1714309"/>
                  </a:lnTo>
                  <a:lnTo>
                    <a:pt x="1649347" y="1714184"/>
                  </a:lnTo>
                  <a:lnTo>
                    <a:pt x="1649314" y="1714153"/>
                  </a:lnTo>
                  <a:lnTo>
                    <a:pt x="1649287" y="1714148"/>
                  </a:lnTo>
                  <a:lnTo>
                    <a:pt x="1649261" y="1714143"/>
                  </a:lnTo>
                  <a:lnTo>
                    <a:pt x="1649219" y="1714133"/>
                  </a:lnTo>
                  <a:lnTo>
                    <a:pt x="1649204" y="1714128"/>
                  </a:lnTo>
                  <a:lnTo>
                    <a:pt x="1649191" y="1714123"/>
                  </a:lnTo>
                  <a:lnTo>
                    <a:pt x="1649126" y="1714079"/>
                  </a:lnTo>
                  <a:lnTo>
                    <a:pt x="1649116" y="1714064"/>
                  </a:lnTo>
                  <a:lnTo>
                    <a:pt x="1649113" y="1714057"/>
                  </a:lnTo>
                  <a:lnTo>
                    <a:pt x="1649120" y="1714033"/>
                  </a:lnTo>
                  <a:lnTo>
                    <a:pt x="1649127" y="1714012"/>
                  </a:lnTo>
                  <a:lnTo>
                    <a:pt x="1649191" y="1713850"/>
                  </a:lnTo>
                  <a:lnTo>
                    <a:pt x="1649225" y="1713771"/>
                  </a:lnTo>
                  <a:lnTo>
                    <a:pt x="1649231" y="1713761"/>
                  </a:lnTo>
                  <a:lnTo>
                    <a:pt x="1649237" y="1713753"/>
                  </a:lnTo>
                  <a:lnTo>
                    <a:pt x="1649252" y="1713740"/>
                  </a:lnTo>
                  <a:lnTo>
                    <a:pt x="1649259" y="1713736"/>
                  </a:lnTo>
                  <a:lnTo>
                    <a:pt x="1649278" y="1713721"/>
                  </a:lnTo>
                  <a:lnTo>
                    <a:pt x="1649329" y="1713681"/>
                  </a:lnTo>
                  <a:lnTo>
                    <a:pt x="1649375" y="1713563"/>
                  </a:lnTo>
                  <a:lnTo>
                    <a:pt x="1649319" y="1713490"/>
                  </a:lnTo>
                  <a:lnTo>
                    <a:pt x="1649306" y="1713480"/>
                  </a:lnTo>
                  <a:lnTo>
                    <a:pt x="1649289" y="1713480"/>
                  </a:lnTo>
                  <a:lnTo>
                    <a:pt x="1649261" y="1713514"/>
                  </a:lnTo>
                  <a:lnTo>
                    <a:pt x="1649256" y="1713522"/>
                  </a:lnTo>
                  <a:lnTo>
                    <a:pt x="1649252" y="1713528"/>
                  </a:lnTo>
                  <a:lnTo>
                    <a:pt x="1649147" y="1713697"/>
                  </a:lnTo>
                  <a:lnTo>
                    <a:pt x="1649002" y="1713915"/>
                  </a:lnTo>
                  <a:lnTo>
                    <a:pt x="1648993" y="1713928"/>
                  </a:lnTo>
                  <a:lnTo>
                    <a:pt x="1648982" y="1713945"/>
                  </a:lnTo>
                  <a:lnTo>
                    <a:pt x="1648923" y="1714010"/>
                  </a:lnTo>
                  <a:lnTo>
                    <a:pt x="1648867" y="1714053"/>
                  </a:lnTo>
                  <a:lnTo>
                    <a:pt x="1648814" y="1714082"/>
                  </a:lnTo>
                  <a:lnTo>
                    <a:pt x="1648773" y="1714102"/>
                  </a:lnTo>
                  <a:lnTo>
                    <a:pt x="1648730" y="1714288"/>
                  </a:lnTo>
                  <a:lnTo>
                    <a:pt x="1648643" y="1714440"/>
                  </a:lnTo>
                  <a:lnTo>
                    <a:pt x="1648612" y="1714561"/>
                  </a:lnTo>
                  <a:lnTo>
                    <a:pt x="1648614" y="1714703"/>
                  </a:lnTo>
                  <a:lnTo>
                    <a:pt x="1648614" y="1714716"/>
                  </a:lnTo>
                  <a:lnTo>
                    <a:pt x="1648640" y="1714898"/>
                  </a:lnTo>
                  <a:lnTo>
                    <a:pt x="1648624" y="1715221"/>
                  </a:lnTo>
                  <a:lnTo>
                    <a:pt x="1648613" y="1715336"/>
                  </a:lnTo>
                  <a:lnTo>
                    <a:pt x="1648710" y="1715412"/>
                  </a:lnTo>
                  <a:lnTo>
                    <a:pt x="1648866" y="1715519"/>
                  </a:lnTo>
                  <a:lnTo>
                    <a:pt x="1648936" y="1715534"/>
                  </a:lnTo>
                  <a:lnTo>
                    <a:pt x="1648981" y="1715544"/>
                  </a:lnTo>
                  <a:lnTo>
                    <a:pt x="1649049" y="1715577"/>
                  </a:lnTo>
                  <a:lnTo>
                    <a:pt x="1649079" y="1715694"/>
                  </a:lnTo>
                  <a:lnTo>
                    <a:pt x="1649082" y="1715712"/>
                  </a:lnTo>
                  <a:lnTo>
                    <a:pt x="1649142" y="1716045"/>
                  </a:lnTo>
                  <a:lnTo>
                    <a:pt x="1649130" y="1716126"/>
                  </a:lnTo>
                  <a:lnTo>
                    <a:pt x="1649090" y="1716222"/>
                  </a:lnTo>
                  <a:lnTo>
                    <a:pt x="1649054" y="1716308"/>
                  </a:lnTo>
                  <a:lnTo>
                    <a:pt x="1649040" y="1716335"/>
                  </a:lnTo>
                  <a:lnTo>
                    <a:pt x="1648968" y="1716473"/>
                  </a:lnTo>
                  <a:lnTo>
                    <a:pt x="1648906" y="1716531"/>
                  </a:lnTo>
                  <a:lnTo>
                    <a:pt x="1648832" y="1716599"/>
                  </a:lnTo>
                  <a:lnTo>
                    <a:pt x="1648775" y="1716626"/>
                  </a:lnTo>
                  <a:lnTo>
                    <a:pt x="1648682" y="1716748"/>
                  </a:lnTo>
                  <a:lnTo>
                    <a:pt x="1648648" y="1716825"/>
                  </a:lnTo>
                  <a:lnTo>
                    <a:pt x="1648614" y="1716939"/>
                  </a:lnTo>
                  <a:lnTo>
                    <a:pt x="1648610" y="1716969"/>
                  </a:lnTo>
                  <a:lnTo>
                    <a:pt x="1648616" y="1717020"/>
                  </a:lnTo>
                  <a:lnTo>
                    <a:pt x="1648678" y="1717061"/>
                  </a:lnTo>
                  <a:lnTo>
                    <a:pt x="1648847" y="1717117"/>
                  </a:lnTo>
                  <a:lnTo>
                    <a:pt x="1648850" y="1717124"/>
                  </a:lnTo>
                  <a:lnTo>
                    <a:pt x="1648858" y="1717158"/>
                  </a:lnTo>
                  <a:lnTo>
                    <a:pt x="1648824" y="1717242"/>
                  </a:lnTo>
                  <a:lnTo>
                    <a:pt x="1648712" y="1717334"/>
                  </a:lnTo>
                  <a:lnTo>
                    <a:pt x="1648660" y="1717362"/>
                  </a:lnTo>
                  <a:lnTo>
                    <a:pt x="1648419" y="1717443"/>
                  </a:lnTo>
                  <a:lnTo>
                    <a:pt x="1648335" y="1717543"/>
                  </a:lnTo>
                  <a:lnTo>
                    <a:pt x="1648317" y="1717570"/>
                  </a:lnTo>
                  <a:lnTo>
                    <a:pt x="1648313" y="1717614"/>
                  </a:lnTo>
                  <a:lnTo>
                    <a:pt x="1648303" y="1717649"/>
                  </a:lnTo>
                  <a:lnTo>
                    <a:pt x="1648279" y="1717670"/>
                  </a:lnTo>
                  <a:lnTo>
                    <a:pt x="1648223" y="1717707"/>
                  </a:lnTo>
                  <a:lnTo>
                    <a:pt x="1648156" y="1717792"/>
                  </a:lnTo>
                  <a:lnTo>
                    <a:pt x="1648127" y="1717861"/>
                  </a:lnTo>
                  <a:lnTo>
                    <a:pt x="1648077" y="1718098"/>
                  </a:lnTo>
                  <a:lnTo>
                    <a:pt x="1648054" y="1718163"/>
                  </a:lnTo>
                  <a:lnTo>
                    <a:pt x="1647995" y="1718222"/>
                  </a:lnTo>
                  <a:lnTo>
                    <a:pt x="1647959" y="1718246"/>
                  </a:lnTo>
                  <a:lnTo>
                    <a:pt x="1647924" y="1718319"/>
                  </a:lnTo>
                  <a:lnTo>
                    <a:pt x="1647927" y="1718368"/>
                  </a:lnTo>
                  <a:lnTo>
                    <a:pt x="1648020" y="1718419"/>
                  </a:lnTo>
                  <a:lnTo>
                    <a:pt x="1648089" y="1718457"/>
                  </a:lnTo>
                  <a:lnTo>
                    <a:pt x="1648186" y="1718510"/>
                  </a:lnTo>
                  <a:lnTo>
                    <a:pt x="1648213" y="1718525"/>
                  </a:lnTo>
                  <a:lnTo>
                    <a:pt x="1648226" y="1718532"/>
                  </a:lnTo>
                  <a:lnTo>
                    <a:pt x="1648245" y="1718535"/>
                  </a:lnTo>
                  <a:lnTo>
                    <a:pt x="1648285" y="1718506"/>
                  </a:lnTo>
                  <a:lnTo>
                    <a:pt x="1648382" y="1718404"/>
                  </a:lnTo>
                  <a:lnTo>
                    <a:pt x="1648441" y="1718345"/>
                  </a:lnTo>
                  <a:lnTo>
                    <a:pt x="1648595" y="1718427"/>
                  </a:lnTo>
                  <a:lnTo>
                    <a:pt x="1648693" y="1718493"/>
                  </a:lnTo>
                  <a:lnTo>
                    <a:pt x="1648734" y="1718457"/>
                  </a:lnTo>
                  <a:lnTo>
                    <a:pt x="1648848" y="1718293"/>
                  </a:lnTo>
                  <a:lnTo>
                    <a:pt x="1648901" y="1718203"/>
                  </a:lnTo>
                  <a:lnTo>
                    <a:pt x="1648925" y="1718195"/>
                  </a:lnTo>
                  <a:lnTo>
                    <a:pt x="1648964" y="1718183"/>
                  </a:lnTo>
                  <a:lnTo>
                    <a:pt x="1649024" y="1718255"/>
                  </a:lnTo>
                  <a:lnTo>
                    <a:pt x="1649028" y="1718260"/>
                  </a:lnTo>
                  <a:lnTo>
                    <a:pt x="1649062" y="1718363"/>
                  </a:lnTo>
                  <a:lnTo>
                    <a:pt x="1649054" y="1718512"/>
                  </a:lnTo>
                  <a:lnTo>
                    <a:pt x="1649062" y="1718582"/>
                  </a:lnTo>
                  <a:lnTo>
                    <a:pt x="1649016" y="1718804"/>
                  </a:lnTo>
                  <a:lnTo>
                    <a:pt x="1648958" y="1718908"/>
                  </a:lnTo>
                  <a:lnTo>
                    <a:pt x="1648789" y="1719098"/>
                  </a:lnTo>
                  <a:lnTo>
                    <a:pt x="1648685" y="1719264"/>
                  </a:lnTo>
                  <a:lnTo>
                    <a:pt x="1648630" y="1719446"/>
                  </a:lnTo>
                  <a:lnTo>
                    <a:pt x="1648482" y="1719581"/>
                  </a:lnTo>
                  <a:lnTo>
                    <a:pt x="1648292" y="1719791"/>
                  </a:lnTo>
                  <a:lnTo>
                    <a:pt x="1648265" y="1719821"/>
                  </a:lnTo>
                  <a:lnTo>
                    <a:pt x="1648244" y="1719848"/>
                  </a:lnTo>
                  <a:lnTo>
                    <a:pt x="1647865" y="1720281"/>
                  </a:lnTo>
                  <a:lnTo>
                    <a:pt x="1647710" y="1720458"/>
                  </a:lnTo>
                  <a:lnTo>
                    <a:pt x="1647554" y="1720629"/>
                  </a:lnTo>
                  <a:lnTo>
                    <a:pt x="1647470" y="1720721"/>
                  </a:lnTo>
                  <a:lnTo>
                    <a:pt x="1647530" y="1720977"/>
                  </a:lnTo>
                  <a:lnTo>
                    <a:pt x="1647558" y="1721024"/>
                  </a:lnTo>
                  <a:lnTo>
                    <a:pt x="1647585" y="1721049"/>
                  </a:lnTo>
                  <a:lnTo>
                    <a:pt x="1647647" y="1721203"/>
                  </a:lnTo>
                  <a:lnTo>
                    <a:pt x="1647629" y="1721363"/>
                  </a:lnTo>
                  <a:lnTo>
                    <a:pt x="1647609" y="1721404"/>
                  </a:lnTo>
                  <a:lnTo>
                    <a:pt x="1647135" y="1721420"/>
                  </a:lnTo>
                  <a:lnTo>
                    <a:pt x="1646836" y="1721459"/>
                  </a:lnTo>
                  <a:lnTo>
                    <a:pt x="1646409" y="1721640"/>
                  </a:lnTo>
                  <a:lnTo>
                    <a:pt x="1646115" y="1721764"/>
                  </a:lnTo>
                  <a:lnTo>
                    <a:pt x="1646076" y="1721802"/>
                  </a:lnTo>
                  <a:lnTo>
                    <a:pt x="1646084" y="1722040"/>
                  </a:lnTo>
                  <a:lnTo>
                    <a:pt x="1646086" y="1722077"/>
                  </a:lnTo>
                  <a:lnTo>
                    <a:pt x="1646075" y="1722101"/>
                  </a:lnTo>
                  <a:lnTo>
                    <a:pt x="1646029" y="1722192"/>
                  </a:lnTo>
                  <a:lnTo>
                    <a:pt x="1645971" y="1722306"/>
                  </a:lnTo>
                  <a:lnTo>
                    <a:pt x="1645925" y="1722342"/>
                  </a:lnTo>
                  <a:lnTo>
                    <a:pt x="1645801" y="1722437"/>
                  </a:lnTo>
                  <a:lnTo>
                    <a:pt x="1645614" y="1722445"/>
                  </a:lnTo>
                  <a:lnTo>
                    <a:pt x="1645520" y="1722461"/>
                  </a:lnTo>
                  <a:lnTo>
                    <a:pt x="1644991" y="1722912"/>
                  </a:lnTo>
                  <a:lnTo>
                    <a:pt x="1644987" y="1722916"/>
                  </a:lnTo>
                  <a:lnTo>
                    <a:pt x="1644545" y="1723181"/>
                  </a:lnTo>
                  <a:lnTo>
                    <a:pt x="1644239" y="1723416"/>
                  </a:lnTo>
                  <a:lnTo>
                    <a:pt x="1644075" y="1723541"/>
                  </a:lnTo>
                  <a:lnTo>
                    <a:pt x="1644019" y="1723581"/>
                  </a:lnTo>
                  <a:lnTo>
                    <a:pt x="1643734" y="1723402"/>
                  </a:lnTo>
                  <a:lnTo>
                    <a:pt x="1643608" y="1723284"/>
                  </a:lnTo>
                  <a:lnTo>
                    <a:pt x="1643572" y="1723084"/>
                  </a:lnTo>
                  <a:lnTo>
                    <a:pt x="1643683" y="1722946"/>
                  </a:lnTo>
                  <a:lnTo>
                    <a:pt x="1644056" y="1722727"/>
                  </a:lnTo>
                  <a:lnTo>
                    <a:pt x="1644192" y="1722571"/>
                  </a:lnTo>
                  <a:lnTo>
                    <a:pt x="1644217" y="1722542"/>
                  </a:lnTo>
                  <a:lnTo>
                    <a:pt x="1644240" y="1722496"/>
                  </a:lnTo>
                  <a:lnTo>
                    <a:pt x="1644437" y="1722105"/>
                  </a:lnTo>
                  <a:lnTo>
                    <a:pt x="1644641" y="1721743"/>
                  </a:lnTo>
                  <a:lnTo>
                    <a:pt x="1644723" y="1721672"/>
                  </a:lnTo>
                  <a:lnTo>
                    <a:pt x="1644844" y="1721671"/>
                  </a:lnTo>
                  <a:lnTo>
                    <a:pt x="1644894" y="1721705"/>
                  </a:lnTo>
                  <a:lnTo>
                    <a:pt x="1644959" y="1721656"/>
                  </a:lnTo>
                  <a:lnTo>
                    <a:pt x="1645132" y="1721451"/>
                  </a:lnTo>
                  <a:lnTo>
                    <a:pt x="1645233" y="1721220"/>
                  </a:lnTo>
                  <a:lnTo>
                    <a:pt x="1645972" y="1719533"/>
                  </a:lnTo>
                  <a:lnTo>
                    <a:pt x="1646087" y="1719286"/>
                  </a:lnTo>
                  <a:lnTo>
                    <a:pt x="1646191" y="1719013"/>
                  </a:lnTo>
                  <a:lnTo>
                    <a:pt x="1646200" y="1718989"/>
                  </a:lnTo>
                  <a:lnTo>
                    <a:pt x="1646247" y="1718897"/>
                  </a:lnTo>
                  <a:lnTo>
                    <a:pt x="1646346" y="1718702"/>
                  </a:lnTo>
                  <a:lnTo>
                    <a:pt x="1646487" y="1718440"/>
                  </a:lnTo>
                  <a:lnTo>
                    <a:pt x="1646549" y="1718328"/>
                  </a:lnTo>
                  <a:lnTo>
                    <a:pt x="1646434" y="1718312"/>
                  </a:lnTo>
                  <a:lnTo>
                    <a:pt x="1646310" y="1718294"/>
                  </a:lnTo>
                  <a:lnTo>
                    <a:pt x="1646233" y="1718387"/>
                  </a:lnTo>
                  <a:lnTo>
                    <a:pt x="1646196" y="1718474"/>
                  </a:lnTo>
                  <a:lnTo>
                    <a:pt x="1646163" y="1718551"/>
                  </a:lnTo>
                  <a:lnTo>
                    <a:pt x="1646159" y="1718560"/>
                  </a:lnTo>
                  <a:lnTo>
                    <a:pt x="1646009" y="1718709"/>
                  </a:lnTo>
                  <a:lnTo>
                    <a:pt x="1645981" y="1718731"/>
                  </a:lnTo>
                  <a:lnTo>
                    <a:pt x="1645941" y="1718763"/>
                  </a:lnTo>
                  <a:lnTo>
                    <a:pt x="1645937" y="1718766"/>
                  </a:lnTo>
                  <a:lnTo>
                    <a:pt x="1645929" y="1718766"/>
                  </a:lnTo>
                  <a:lnTo>
                    <a:pt x="1645820" y="1718767"/>
                  </a:lnTo>
                  <a:lnTo>
                    <a:pt x="1645596" y="1718756"/>
                  </a:lnTo>
                  <a:lnTo>
                    <a:pt x="1645447" y="1718379"/>
                  </a:lnTo>
                  <a:lnTo>
                    <a:pt x="1645470" y="1718071"/>
                  </a:lnTo>
                  <a:lnTo>
                    <a:pt x="1645476" y="1717988"/>
                  </a:lnTo>
                  <a:lnTo>
                    <a:pt x="1645500" y="1717790"/>
                  </a:lnTo>
                  <a:lnTo>
                    <a:pt x="1645505" y="1717742"/>
                  </a:lnTo>
                  <a:lnTo>
                    <a:pt x="1645504" y="1717648"/>
                  </a:lnTo>
                  <a:lnTo>
                    <a:pt x="1645498" y="1717524"/>
                  </a:lnTo>
                  <a:lnTo>
                    <a:pt x="1645488" y="1717477"/>
                  </a:lnTo>
                  <a:lnTo>
                    <a:pt x="1645477" y="1717460"/>
                  </a:lnTo>
                  <a:lnTo>
                    <a:pt x="1645472" y="1717446"/>
                  </a:lnTo>
                  <a:lnTo>
                    <a:pt x="1645358" y="1717236"/>
                  </a:lnTo>
                  <a:lnTo>
                    <a:pt x="1645293" y="1717158"/>
                  </a:lnTo>
                  <a:lnTo>
                    <a:pt x="1645255" y="1717151"/>
                  </a:lnTo>
                  <a:lnTo>
                    <a:pt x="1645114" y="1717126"/>
                  </a:lnTo>
                  <a:lnTo>
                    <a:pt x="1645088" y="1717128"/>
                  </a:lnTo>
                  <a:lnTo>
                    <a:pt x="1644952" y="1717142"/>
                  </a:lnTo>
                  <a:lnTo>
                    <a:pt x="1644939" y="1717143"/>
                  </a:lnTo>
                  <a:lnTo>
                    <a:pt x="1644893" y="1717168"/>
                  </a:lnTo>
                  <a:lnTo>
                    <a:pt x="1644876" y="1717253"/>
                  </a:lnTo>
                  <a:lnTo>
                    <a:pt x="1644857" y="1717313"/>
                  </a:lnTo>
                  <a:lnTo>
                    <a:pt x="1644849" y="1717316"/>
                  </a:lnTo>
                  <a:lnTo>
                    <a:pt x="1644800" y="1717320"/>
                  </a:lnTo>
                  <a:lnTo>
                    <a:pt x="1644531" y="1717295"/>
                  </a:lnTo>
                  <a:lnTo>
                    <a:pt x="1644324" y="1717270"/>
                  </a:lnTo>
                  <a:lnTo>
                    <a:pt x="1644273" y="1717260"/>
                  </a:lnTo>
                  <a:lnTo>
                    <a:pt x="1644229" y="1717249"/>
                  </a:lnTo>
                  <a:lnTo>
                    <a:pt x="1644214" y="1717215"/>
                  </a:lnTo>
                  <a:lnTo>
                    <a:pt x="1644212" y="1717152"/>
                  </a:lnTo>
                  <a:lnTo>
                    <a:pt x="1644271" y="1717067"/>
                  </a:lnTo>
                  <a:lnTo>
                    <a:pt x="1644442" y="1716918"/>
                  </a:lnTo>
                  <a:lnTo>
                    <a:pt x="1644450" y="1716890"/>
                  </a:lnTo>
                  <a:lnTo>
                    <a:pt x="1644488" y="1716766"/>
                  </a:lnTo>
                  <a:lnTo>
                    <a:pt x="1644490" y="1716759"/>
                  </a:lnTo>
                  <a:lnTo>
                    <a:pt x="1644493" y="1716736"/>
                  </a:lnTo>
                  <a:lnTo>
                    <a:pt x="1644442" y="1716719"/>
                  </a:lnTo>
                  <a:lnTo>
                    <a:pt x="1644423" y="1716749"/>
                  </a:lnTo>
                  <a:lnTo>
                    <a:pt x="1644419" y="1716754"/>
                  </a:lnTo>
                  <a:lnTo>
                    <a:pt x="1644362" y="1716831"/>
                  </a:lnTo>
                  <a:lnTo>
                    <a:pt x="1644289" y="1716920"/>
                  </a:lnTo>
                  <a:lnTo>
                    <a:pt x="1644177" y="1717013"/>
                  </a:lnTo>
                  <a:lnTo>
                    <a:pt x="1644138" y="1717046"/>
                  </a:lnTo>
                  <a:lnTo>
                    <a:pt x="1644078" y="1716997"/>
                  </a:lnTo>
                  <a:lnTo>
                    <a:pt x="1644034" y="1716949"/>
                  </a:lnTo>
                  <a:lnTo>
                    <a:pt x="1644011" y="1716923"/>
                  </a:lnTo>
                  <a:lnTo>
                    <a:pt x="1643981" y="1716878"/>
                  </a:lnTo>
                  <a:lnTo>
                    <a:pt x="1643958" y="1716842"/>
                  </a:lnTo>
                  <a:lnTo>
                    <a:pt x="1643944" y="1716817"/>
                  </a:lnTo>
                  <a:lnTo>
                    <a:pt x="1643938" y="1716790"/>
                  </a:lnTo>
                  <a:lnTo>
                    <a:pt x="1643926" y="1716781"/>
                  </a:lnTo>
                  <a:lnTo>
                    <a:pt x="1643907" y="1716783"/>
                  </a:lnTo>
                  <a:lnTo>
                    <a:pt x="1643900" y="1716790"/>
                  </a:lnTo>
                  <a:lnTo>
                    <a:pt x="1643895" y="1716795"/>
                  </a:lnTo>
                  <a:lnTo>
                    <a:pt x="1643865" y="1716825"/>
                  </a:lnTo>
                  <a:lnTo>
                    <a:pt x="1643803" y="1716888"/>
                  </a:lnTo>
                  <a:lnTo>
                    <a:pt x="1643818" y="1716928"/>
                  </a:lnTo>
                  <a:lnTo>
                    <a:pt x="1643865" y="1716976"/>
                  </a:lnTo>
                  <a:lnTo>
                    <a:pt x="1643952" y="1717051"/>
                  </a:lnTo>
                  <a:lnTo>
                    <a:pt x="1643961" y="1717099"/>
                  </a:lnTo>
                  <a:lnTo>
                    <a:pt x="1643957" y="1717171"/>
                  </a:lnTo>
                  <a:lnTo>
                    <a:pt x="1643951" y="1717248"/>
                  </a:lnTo>
                  <a:lnTo>
                    <a:pt x="1643917" y="1717292"/>
                  </a:lnTo>
                  <a:lnTo>
                    <a:pt x="1643875" y="1717346"/>
                  </a:lnTo>
                  <a:lnTo>
                    <a:pt x="1643870" y="1717437"/>
                  </a:lnTo>
                  <a:lnTo>
                    <a:pt x="1643867" y="1717482"/>
                  </a:lnTo>
                  <a:lnTo>
                    <a:pt x="1643787" y="1717633"/>
                  </a:lnTo>
                  <a:lnTo>
                    <a:pt x="1643747" y="1717713"/>
                  </a:lnTo>
                  <a:lnTo>
                    <a:pt x="1643694" y="1717800"/>
                  </a:lnTo>
                  <a:lnTo>
                    <a:pt x="1643686" y="1717813"/>
                  </a:lnTo>
                  <a:lnTo>
                    <a:pt x="1643673" y="1717827"/>
                  </a:lnTo>
                  <a:lnTo>
                    <a:pt x="1643575" y="1717924"/>
                  </a:lnTo>
                  <a:lnTo>
                    <a:pt x="1643568" y="1717930"/>
                  </a:lnTo>
                  <a:lnTo>
                    <a:pt x="1643471" y="1717992"/>
                  </a:lnTo>
                  <a:lnTo>
                    <a:pt x="1643400" y="1717998"/>
                  </a:lnTo>
                  <a:lnTo>
                    <a:pt x="1643390" y="1717990"/>
                  </a:lnTo>
                  <a:lnTo>
                    <a:pt x="1643254" y="1717831"/>
                  </a:lnTo>
                  <a:lnTo>
                    <a:pt x="1643214" y="1717740"/>
                  </a:lnTo>
                  <a:lnTo>
                    <a:pt x="1643165" y="1717684"/>
                  </a:lnTo>
                  <a:lnTo>
                    <a:pt x="1642987" y="1717644"/>
                  </a:lnTo>
                  <a:lnTo>
                    <a:pt x="1642970" y="1717640"/>
                  </a:lnTo>
                  <a:lnTo>
                    <a:pt x="1642853" y="1717610"/>
                  </a:lnTo>
                  <a:lnTo>
                    <a:pt x="1642820" y="1717632"/>
                  </a:lnTo>
                  <a:lnTo>
                    <a:pt x="1642815" y="1717635"/>
                  </a:lnTo>
                  <a:lnTo>
                    <a:pt x="1642825" y="1717665"/>
                  </a:lnTo>
                  <a:lnTo>
                    <a:pt x="1642836" y="1717698"/>
                  </a:lnTo>
                  <a:lnTo>
                    <a:pt x="1642874" y="1717805"/>
                  </a:lnTo>
                  <a:lnTo>
                    <a:pt x="1642890" y="1717855"/>
                  </a:lnTo>
                  <a:lnTo>
                    <a:pt x="1642855" y="1717901"/>
                  </a:lnTo>
                  <a:lnTo>
                    <a:pt x="1642837" y="1717948"/>
                  </a:lnTo>
                  <a:lnTo>
                    <a:pt x="1642811" y="1717960"/>
                  </a:lnTo>
                  <a:lnTo>
                    <a:pt x="1642770" y="1717979"/>
                  </a:lnTo>
                  <a:lnTo>
                    <a:pt x="1642702" y="1717999"/>
                  </a:lnTo>
                  <a:lnTo>
                    <a:pt x="1642696" y="1718000"/>
                  </a:lnTo>
                  <a:lnTo>
                    <a:pt x="1642673" y="1718000"/>
                  </a:lnTo>
                  <a:lnTo>
                    <a:pt x="1642549" y="1717998"/>
                  </a:lnTo>
                  <a:lnTo>
                    <a:pt x="1642466" y="1718005"/>
                  </a:lnTo>
                  <a:lnTo>
                    <a:pt x="1642364" y="1718014"/>
                  </a:lnTo>
                  <a:lnTo>
                    <a:pt x="1642296" y="1718045"/>
                  </a:lnTo>
                  <a:lnTo>
                    <a:pt x="1642213" y="1718081"/>
                  </a:lnTo>
                  <a:lnTo>
                    <a:pt x="1642179" y="1718097"/>
                  </a:lnTo>
                  <a:lnTo>
                    <a:pt x="1642167" y="1718140"/>
                  </a:lnTo>
                  <a:lnTo>
                    <a:pt x="1642165" y="1718147"/>
                  </a:lnTo>
                  <a:lnTo>
                    <a:pt x="1642157" y="1718153"/>
                  </a:lnTo>
                  <a:lnTo>
                    <a:pt x="1642126" y="1718178"/>
                  </a:lnTo>
                  <a:lnTo>
                    <a:pt x="1642063" y="1718197"/>
                  </a:lnTo>
                  <a:lnTo>
                    <a:pt x="1642040" y="1718188"/>
                  </a:lnTo>
                  <a:lnTo>
                    <a:pt x="1641983" y="1718160"/>
                  </a:lnTo>
                  <a:lnTo>
                    <a:pt x="1641950" y="1718134"/>
                  </a:lnTo>
                  <a:lnTo>
                    <a:pt x="1641900" y="1718096"/>
                  </a:lnTo>
                  <a:lnTo>
                    <a:pt x="1641878" y="1718070"/>
                  </a:lnTo>
                  <a:lnTo>
                    <a:pt x="1641824" y="1718014"/>
                  </a:lnTo>
                  <a:lnTo>
                    <a:pt x="1641809" y="1718000"/>
                  </a:lnTo>
                  <a:lnTo>
                    <a:pt x="1641794" y="1717985"/>
                  </a:lnTo>
                  <a:lnTo>
                    <a:pt x="1641759" y="1717997"/>
                  </a:lnTo>
                  <a:lnTo>
                    <a:pt x="1641728" y="1718008"/>
                  </a:lnTo>
                  <a:lnTo>
                    <a:pt x="1641661" y="1718009"/>
                  </a:lnTo>
                  <a:lnTo>
                    <a:pt x="1641583" y="1718018"/>
                  </a:lnTo>
                  <a:lnTo>
                    <a:pt x="1641549" y="1718086"/>
                  </a:lnTo>
                  <a:lnTo>
                    <a:pt x="1641763" y="1718337"/>
                  </a:lnTo>
                  <a:lnTo>
                    <a:pt x="1641811" y="1718399"/>
                  </a:lnTo>
                  <a:lnTo>
                    <a:pt x="1641899" y="1718474"/>
                  </a:lnTo>
                  <a:lnTo>
                    <a:pt x="1642008" y="1718560"/>
                  </a:lnTo>
                  <a:lnTo>
                    <a:pt x="1642098" y="1718644"/>
                  </a:lnTo>
                  <a:lnTo>
                    <a:pt x="1642130" y="1718689"/>
                  </a:lnTo>
                  <a:lnTo>
                    <a:pt x="1642149" y="1718728"/>
                  </a:lnTo>
                  <a:lnTo>
                    <a:pt x="1642098" y="1718847"/>
                  </a:lnTo>
                  <a:lnTo>
                    <a:pt x="1642044" y="1718976"/>
                  </a:lnTo>
                  <a:lnTo>
                    <a:pt x="1642013" y="1719040"/>
                  </a:lnTo>
                  <a:lnTo>
                    <a:pt x="1641995" y="1719073"/>
                  </a:lnTo>
                  <a:lnTo>
                    <a:pt x="1641985" y="1719091"/>
                  </a:lnTo>
                  <a:lnTo>
                    <a:pt x="1641975" y="1719097"/>
                  </a:lnTo>
                  <a:lnTo>
                    <a:pt x="1641946" y="1719115"/>
                  </a:lnTo>
                  <a:lnTo>
                    <a:pt x="1641805" y="1719197"/>
                  </a:lnTo>
                  <a:lnTo>
                    <a:pt x="1641754" y="1719210"/>
                  </a:lnTo>
                  <a:lnTo>
                    <a:pt x="1641748" y="1719210"/>
                  </a:lnTo>
                  <a:lnTo>
                    <a:pt x="1641692" y="1719209"/>
                  </a:lnTo>
                  <a:lnTo>
                    <a:pt x="1641623" y="1719204"/>
                  </a:lnTo>
                  <a:lnTo>
                    <a:pt x="1641542" y="1719196"/>
                  </a:lnTo>
                  <a:lnTo>
                    <a:pt x="1641486" y="1719152"/>
                  </a:lnTo>
                  <a:lnTo>
                    <a:pt x="1641445" y="1719121"/>
                  </a:lnTo>
                  <a:lnTo>
                    <a:pt x="1641438" y="1719116"/>
                  </a:lnTo>
                  <a:lnTo>
                    <a:pt x="1641420" y="1719117"/>
                  </a:lnTo>
                  <a:lnTo>
                    <a:pt x="1641384" y="1719120"/>
                  </a:lnTo>
                  <a:lnTo>
                    <a:pt x="1641329" y="1719107"/>
                  </a:lnTo>
                  <a:lnTo>
                    <a:pt x="1641302" y="1719111"/>
                  </a:lnTo>
                  <a:lnTo>
                    <a:pt x="1641203" y="1719145"/>
                  </a:lnTo>
                  <a:lnTo>
                    <a:pt x="1641142" y="1719164"/>
                  </a:lnTo>
                  <a:lnTo>
                    <a:pt x="1641080" y="1719192"/>
                  </a:lnTo>
                  <a:lnTo>
                    <a:pt x="1641054" y="1719205"/>
                  </a:lnTo>
                  <a:lnTo>
                    <a:pt x="1640913" y="1719302"/>
                  </a:lnTo>
                  <a:lnTo>
                    <a:pt x="1640902" y="1719312"/>
                  </a:lnTo>
                  <a:lnTo>
                    <a:pt x="1640884" y="1719328"/>
                  </a:lnTo>
                  <a:lnTo>
                    <a:pt x="1640854" y="1719389"/>
                  </a:lnTo>
                  <a:lnTo>
                    <a:pt x="1640852" y="1719442"/>
                  </a:lnTo>
                  <a:lnTo>
                    <a:pt x="1640844" y="1719508"/>
                  </a:lnTo>
                  <a:lnTo>
                    <a:pt x="1640838" y="1719560"/>
                  </a:lnTo>
                  <a:lnTo>
                    <a:pt x="1640838" y="1719572"/>
                  </a:lnTo>
                  <a:lnTo>
                    <a:pt x="1640880" y="1719606"/>
                  </a:lnTo>
                  <a:lnTo>
                    <a:pt x="1640902" y="1719624"/>
                  </a:lnTo>
                  <a:lnTo>
                    <a:pt x="1640908" y="1719633"/>
                  </a:lnTo>
                  <a:lnTo>
                    <a:pt x="1640903" y="1719640"/>
                  </a:lnTo>
                  <a:lnTo>
                    <a:pt x="1640856" y="1719700"/>
                  </a:lnTo>
                  <a:lnTo>
                    <a:pt x="1640811" y="1719752"/>
                  </a:lnTo>
                  <a:lnTo>
                    <a:pt x="1640774" y="1719771"/>
                  </a:lnTo>
                  <a:lnTo>
                    <a:pt x="1640733" y="1719784"/>
                  </a:lnTo>
                  <a:lnTo>
                    <a:pt x="1640728" y="1719786"/>
                  </a:lnTo>
                  <a:lnTo>
                    <a:pt x="1640691" y="1719802"/>
                  </a:lnTo>
                  <a:lnTo>
                    <a:pt x="1640624" y="1719830"/>
                  </a:lnTo>
                  <a:lnTo>
                    <a:pt x="1640614" y="1719822"/>
                  </a:lnTo>
                  <a:lnTo>
                    <a:pt x="1640540" y="1719754"/>
                  </a:lnTo>
                  <a:lnTo>
                    <a:pt x="1640506" y="1719717"/>
                  </a:lnTo>
                  <a:lnTo>
                    <a:pt x="1640426" y="1719630"/>
                  </a:lnTo>
                  <a:lnTo>
                    <a:pt x="1640405" y="1719609"/>
                  </a:lnTo>
                  <a:lnTo>
                    <a:pt x="1640394" y="1719556"/>
                  </a:lnTo>
                  <a:lnTo>
                    <a:pt x="1640398" y="1719542"/>
                  </a:lnTo>
                  <a:lnTo>
                    <a:pt x="1640397" y="1719536"/>
                  </a:lnTo>
                  <a:lnTo>
                    <a:pt x="1640380" y="1719531"/>
                  </a:lnTo>
                  <a:lnTo>
                    <a:pt x="1640351" y="1719535"/>
                  </a:lnTo>
                  <a:lnTo>
                    <a:pt x="1640342" y="1719545"/>
                  </a:lnTo>
                  <a:lnTo>
                    <a:pt x="1640327" y="1719562"/>
                  </a:lnTo>
                  <a:lnTo>
                    <a:pt x="1640313" y="1719574"/>
                  </a:lnTo>
                  <a:lnTo>
                    <a:pt x="1640265" y="1719569"/>
                  </a:lnTo>
                  <a:lnTo>
                    <a:pt x="1640228" y="1719568"/>
                  </a:lnTo>
                  <a:lnTo>
                    <a:pt x="1640210" y="1719568"/>
                  </a:lnTo>
                  <a:lnTo>
                    <a:pt x="1640203" y="1719575"/>
                  </a:lnTo>
                  <a:lnTo>
                    <a:pt x="1640198" y="1719585"/>
                  </a:lnTo>
                  <a:lnTo>
                    <a:pt x="1640200" y="1719599"/>
                  </a:lnTo>
                  <a:lnTo>
                    <a:pt x="1640212" y="1719667"/>
                  </a:lnTo>
                  <a:lnTo>
                    <a:pt x="1640213" y="1719708"/>
                  </a:lnTo>
                  <a:lnTo>
                    <a:pt x="1640265" y="1719753"/>
                  </a:lnTo>
                  <a:lnTo>
                    <a:pt x="1640276" y="1719765"/>
                  </a:lnTo>
                  <a:lnTo>
                    <a:pt x="1640306" y="1719859"/>
                  </a:lnTo>
                  <a:lnTo>
                    <a:pt x="1640319" y="1720009"/>
                  </a:lnTo>
                  <a:lnTo>
                    <a:pt x="1640338" y="1720191"/>
                  </a:lnTo>
                  <a:lnTo>
                    <a:pt x="1640350" y="1720310"/>
                  </a:lnTo>
                  <a:lnTo>
                    <a:pt x="1640354" y="1720354"/>
                  </a:lnTo>
                  <a:lnTo>
                    <a:pt x="1640357" y="1720377"/>
                  </a:lnTo>
                  <a:lnTo>
                    <a:pt x="1640818" y="1720744"/>
                  </a:lnTo>
                  <a:lnTo>
                    <a:pt x="1640962" y="1720858"/>
                  </a:lnTo>
                  <a:lnTo>
                    <a:pt x="1641147" y="1720934"/>
                  </a:lnTo>
                  <a:lnTo>
                    <a:pt x="1641191" y="1720941"/>
                  </a:lnTo>
                  <a:lnTo>
                    <a:pt x="1641529" y="1720997"/>
                  </a:lnTo>
                  <a:lnTo>
                    <a:pt x="1641766" y="1721053"/>
                  </a:lnTo>
                  <a:lnTo>
                    <a:pt x="1641901" y="1721113"/>
                  </a:lnTo>
                  <a:lnTo>
                    <a:pt x="1641911" y="1721126"/>
                  </a:lnTo>
                  <a:lnTo>
                    <a:pt x="1642052" y="1721303"/>
                  </a:lnTo>
                  <a:lnTo>
                    <a:pt x="1642158" y="1721362"/>
                  </a:lnTo>
                  <a:lnTo>
                    <a:pt x="1642385" y="1721490"/>
                  </a:lnTo>
                  <a:lnTo>
                    <a:pt x="1642650" y="1721728"/>
                  </a:lnTo>
                  <a:lnTo>
                    <a:pt x="1642596" y="1721794"/>
                  </a:lnTo>
                  <a:lnTo>
                    <a:pt x="1642530" y="1721852"/>
                  </a:lnTo>
                  <a:lnTo>
                    <a:pt x="1642373" y="1721893"/>
                  </a:lnTo>
                  <a:lnTo>
                    <a:pt x="1641926" y="1721981"/>
                  </a:lnTo>
                  <a:lnTo>
                    <a:pt x="1641848" y="1722000"/>
                  </a:lnTo>
                  <a:lnTo>
                    <a:pt x="1641117" y="1722179"/>
                  </a:lnTo>
                  <a:lnTo>
                    <a:pt x="1641032" y="1722197"/>
                  </a:lnTo>
                  <a:lnTo>
                    <a:pt x="1641019" y="1722201"/>
                  </a:lnTo>
                  <a:lnTo>
                    <a:pt x="1640982" y="1722210"/>
                  </a:lnTo>
                  <a:lnTo>
                    <a:pt x="1640949" y="1722219"/>
                  </a:lnTo>
                  <a:lnTo>
                    <a:pt x="1640923" y="1722225"/>
                  </a:lnTo>
                  <a:lnTo>
                    <a:pt x="1640912" y="1722228"/>
                  </a:lnTo>
                  <a:lnTo>
                    <a:pt x="1640885" y="1722234"/>
                  </a:lnTo>
                  <a:lnTo>
                    <a:pt x="1640860" y="1722242"/>
                  </a:lnTo>
                  <a:lnTo>
                    <a:pt x="1640852" y="1722244"/>
                  </a:lnTo>
                  <a:lnTo>
                    <a:pt x="1640842" y="1722247"/>
                  </a:lnTo>
                  <a:lnTo>
                    <a:pt x="1640364" y="1722406"/>
                  </a:lnTo>
                  <a:lnTo>
                    <a:pt x="1640355" y="1722408"/>
                  </a:lnTo>
                  <a:lnTo>
                    <a:pt x="1640239" y="1722434"/>
                  </a:lnTo>
                  <a:lnTo>
                    <a:pt x="1639456" y="1722614"/>
                  </a:lnTo>
                  <a:lnTo>
                    <a:pt x="1639159" y="1722525"/>
                  </a:lnTo>
                  <a:lnTo>
                    <a:pt x="1639159" y="1722512"/>
                  </a:lnTo>
                  <a:lnTo>
                    <a:pt x="1639176" y="1722451"/>
                  </a:lnTo>
                  <a:lnTo>
                    <a:pt x="1639189" y="1722418"/>
                  </a:lnTo>
                  <a:lnTo>
                    <a:pt x="1639210" y="1722408"/>
                  </a:lnTo>
                  <a:lnTo>
                    <a:pt x="1639709" y="1722346"/>
                  </a:lnTo>
                  <a:lnTo>
                    <a:pt x="1639727" y="1722343"/>
                  </a:lnTo>
                  <a:lnTo>
                    <a:pt x="1639776" y="1722330"/>
                  </a:lnTo>
                  <a:lnTo>
                    <a:pt x="1640004" y="1722267"/>
                  </a:lnTo>
                  <a:lnTo>
                    <a:pt x="1640022" y="1722262"/>
                  </a:lnTo>
                  <a:lnTo>
                    <a:pt x="1640015" y="1722232"/>
                  </a:lnTo>
                  <a:lnTo>
                    <a:pt x="1640013" y="1722217"/>
                  </a:lnTo>
                  <a:lnTo>
                    <a:pt x="1640009" y="1722184"/>
                  </a:lnTo>
                  <a:lnTo>
                    <a:pt x="1640003" y="1722163"/>
                  </a:lnTo>
                  <a:lnTo>
                    <a:pt x="1640000" y="1722149"/>
                  </a:lnTo>
                  <a:lnTo>
                    <a:pt x="1639999" y="1722143"/>
                  </a:lnTo>
                  <a:lnTo>
                    <a:pt x="1639996" y="1722123"/>
                  </a:lnTo>
                  <a:lnTo>
                    <a:pt x="1639987" y="1722073"/>
                  </a:lnTo>
                  <a:lnTo>
                    <a:pt x="1639981" y="1722036"/>
                  </a:lnTo>
                  <a:lnTo>
                    <a:pt x="1639975" y="1721995"/>
                  </a:lnTo>
                  <a:lnTo>
                    <a:pt x="1639967" y="1721957"/>
                  </a:lnTo>
                  <a:lnTo>
                    <a:pt x="1639961" y="1721923"/>
                  </a:lnTo>
                  <a:lnTo>
                    <a:pt x="1639957" y="1721898"/>
                  </a:lnTo>
                  <a:lnTo>
                    <a:pt x="1639954" y="1721877"/>
                  </a:lnTo>
                  <a:lnTo>
                    <a:pt x="1639949" y="1721849"/>
                  </a:lnTo>
                  <a:lnTo>
                    <a:pt x="1639946" y="1721838"/>
                  </a:lnTo>
                  <a:lnTo>
                    <a:pt x="1639941" y="1721808"/>
                  </a:lnTo>
                  <a:lnTo>
                    <a:pt x="1639937" y="1721785"/>
                  </a:lnTo>
                  <a:lnTo>
                    <a:pt x="1639936" y="1721777"/>
                  </a:lnTo>
                  <a:lnTo>
                    <a:pt x="1639929" y="1721736"/>
                  </a:lnTo>
                  <a:lnTo>
                    <a:pt x="1639919" y="1721684"/>
                  </a:lnTo>
                  <a:lnTo>
                    <a:pt x="1639917" y="1721676"/>
                  </a:lnTo>
                  <a:lnTo>
                    <a:pt x="1639915" y="1721662"/>
                  </a:lnTo>
                  <a:lnTo>
                    <a:pt x="1639912" y="1721644"/>
                  </a:lnTo>
                  <a:lnTo>
                    <a:pt x="1639909" y="1721635"/>
                  </a:lnTo>
                  <a:lnTo>
                    <a:pt x="1639905" y="1721632"/>
                  </a:lnTo>
                  <a:lnTo>
                    <a:pt x="1639870" y="1721643"/>
                  </a:lnTo>
                  <a:lnTo>
                    <a:pt x="1639816" y="1721664"/>
                  </a:lnTo>
                  <a:lnTo>
                    <a:pt x="1639808" y="1721669"/>
                  </a:lnTo>
                  <a:lnTo>
                    <a:pt x="1639688" y="1721749"/>
                  </a:lnTo>
                  <a:lnTo>
                    <a:pt x="1639553" y="1721837"/>
                  </a:lnTo>
                  <a:lnTo>
                    <a:pt x="1639055" y="1721872"/>
                  </a:lnTo>
                  <a:lnTo>
                    <a:pt x="1638652" y="1721833"/>
                  </a:lnTo>
                  <a:lnTo>
                    <a:pt x="1638570" y="1721781"/>
                  </a:lnTo>
                  <a:lnTo>
                    <a:pt x="1638538" y="1721734"/>
                  </a:lnTo>
                  <a:lnTo>
                    <a:pt x="1638494" y="1721599"/>
                  </a:lnTo>
                  <a:lnTo>
                    <a:pt x="1638540" y="1721424"/>
                  </a:lnTo>
                  <a:lnTo>
                    <a:pt x="1638630" y="1721477"/>
                  </a:lnTo>
                  <a:lnTo>
                    <a:pt x="1638634" y="1721463"/>
                  </a:lnTo>
                  <a:lnTo>
                    <a:pt x="1637794" y="1720795"/>
                  </a:lnTo>
                  <a:lnTo>
                    <a:pt x="1637512" y="1720797"/>
                  </a:lnTo>
                  <a:lnTo>
                    <a:pt x="1637524" y="1720859"/>
                  </a:lnTo>
                  <a:lnTo>
                    <a:pt x="1637515" y="1720929"/>
                  </a:lnTo>
                  <a:lnTo>
                    <a:pt x="1637491" y="1720992"/>
                  </a:lnTo>
                  <a:lnTo>
                    <a:pt x="1637495" y="1721021"/>
                  </a:lnTo>
                  <a:lnTo>
                    <a:pt x="1637524" y="1721076"/>
                  </a:lnTo>
                  <a:lnTo>
                    <a:pt x="1637549" y="1721071"/>
                  </a:lnTo>
                  <a:lnTo>
                    <a:pt x="1637578" y="1721068"/>
                  </a:lnTo>
                  <a:lnTo>
                    <a:pt x="1637622" y="1721027"/>
                  </a:lnTo>
                  <a:lnTo>
                    <a:pt x="1637660" y="1721016"/>
                  </a:lnTo>
                  <a:lnTo>
                    <a:pt x="1637683" y="1721015"/>
                  </a:lnTo>
                  <a:lnTo>
                    <a:pt x="1637719" y="1721044"/>
                  </a:lnTo>
                  <a:lnTo>
                    <a:pt x="1637722" y="1721056"/>
                  </a:lnTo>
                  <a:lnTo>
                    <a:pt x="1637687" y="1721095"/>
                  </a:lnTo>
                  <a:lnTo>
                    <a:pt x="1637664" y="1721119"/>
                  </a:lnTo>
                  <a:lnTo>
                    <a:pt x="1637655" y="1721127"/>
                  </a:lnTo>
                  <a:lnTo>
                    <a:pt x="1637664" y="1721146"/>
                  </a:lnTo>
                  <a:lnTo>
                    <a:pt x="1637686" y="1721190"/>
                  </a:lnTo>
                  <a:lnTo>
                    <a:pt x="1637702" y="1721220"/>
                  </a:lnTo>
                  <a:lnTo>
                    <a:pt x="1637728" y="1721223"/>
                  </a:lnTo>
                  <a:lnTo>
                    <a:pt x="1637741" y="1721216"/>
                  </a:lnTo>
                  <a:lnTo>
                    <a:pt x="1637756" y="1721210"/>
                  </a:lnTo>
                  <a:lnTo>
                    <a:pt x="1637793" y="1721210"/>
                  </a:lnTo>
                  <a:lnTo>
                    <a:pt x="1637806" y="1721250"/>
                  </a:lnTo>
                  <a:lnTo>
                    <a:pt x="1637820" y="1721298"/>
                  </a:lnTo>
                  <a:lnTo>
                    <a:pt x="1637821" y="1721313"/>
                  </a:lnTo>
                  <a:lnTo>
                    <a:pt x="1637778" y="1721342"/>
                  </a:lnTo>
                  <a:lnTo>
                    <a:pt x="1637708" y="1721362"/>
                  </a:lnTo>
                  <a:lnTo>
                    <a:pt x="1637670" y="1721362"/>
                  </a:lnTo>
                  <a:lnTo>
                    <a:pt x="1637629" y="1721361"/>
                  </a:lnTo>
                  <a:lnTo>
                    <a:pt x="1637597" y="1721334"/>
                  </a:lnTo>
                  <a:lnTo>
                    <a:pt x="1637553" y="1721358"/>
                  </a:lnTo>
                  <a:lnTo>
                    <a:pt x="1637504" y="1721426"/>
                  </a:lnTo>
                  <a:lnTo>
                    <a:pt x="1637495" y="1721445"/>
                  </a:lnTo>
                  <a:lnTo>
                    <a:pt x="1637507" y="1721459"/>
                  </a:lnTo>
                  <a:lnTo>
                    <a:pt x="1637528" y="1721523"/>
                  </a:lnTo>
                  <a:lnTo>
                    <a:pt x="1637531" y="1721542"/>
                  </a:lnTo>
                  <a:lnTo>
                    <a:pt x="1637504" y="1721576"/>
                  </a:lnTo>
                  <a:lnTo>
                    <a:pt x="1637483" y="1721596"/>
                  </a:lnTo>
                  <a:lnTo>
                    <a:pt x="1637458" y="1721610"/>
                  </a:lnTo>
                  <a:lnTo>
                    <a:pt x="1637450" y="1721615"/>
                  </a:lnTo>
                  <a:lnTo>
                    <a:pt x="1637427" y="1721622"/>
                  </a:lnTo>
                  <a:lnTo>
                    <a:pt x="1637380" y="1721635"/>
                  </a:lnTo>
                  <a:lnTo>
                    <a:pt x="1637327" y="1721650"/>
                  </a:lnTo>
                  <a:lnTo>
                    <a:pt x="1637156" y="1721690"/>
                  </a:lnTo>
                  <a:lnTo>
                    <a:pt x="1637127" y="1721696"/>
                  </a:lnTo>
                  <a:lnTo>
                    <a:pt x="1637121" y="1721697"/>
                  </a:lnTo>
                  <a:lnTo>
                    <a:pt x="1637060" y="1721694"/>
                  </a:lnTo>
                  <a:lnTo>
                    <a:pt x="1636923" y="1721690"/>
                  </a:lnTo>
                  <a:lnTo>
                    <a:pt x="1636863" y="1721689"/>
                  </a:lnTo>
                  <a:lnTo>
                    <a:pt x="1636811" y="1721680"/>
                  </a:lnTo>
                  <a:lnTo>
                    <a:pt x="1636743" y="1721654"/>
                  </a:lnTo>
                  <a:lnTo>
                    <a:pt x="1636652" y="1721627"/>
                  </a:lnTo>
                  <a:lnTo>
                    <a:pt x="1636582" y="1721636"/>
                  </a:lnTo>
                  <a:lnTo>
                    <a:pt x="1636520" y="1721621"/>
                  </a:lnTo>
                  <a:lnTo>
                    <a:pt x="1636442" y="1721582"/>
                  </a:lnTo>
                  <a:lnTo>
                    <a:pt x="1636374" y="1721546"/>
                  </a:lnTo>
                  <a:lnTo>
                    <a:pt x="1636318" y="1721515"/>
                  </a:lnTo>
                  <a:lnTo>
                    <a:pt x="1636264" y="1721450"/>
                  </a:lnTo>
                  <a:lnTo>
                    <a:pt x="1636209" y="1721381"/>
                  </a:lnTo>
                  <a:lnTo>
                    <a:pt x="1636181" y="1721325"/>
                  </a:lnTo>
                  <a:lnTo>
                    <a:pt x="1636158" y="1721273"/>
                  </a:lnTo>
                  <a:lnTo>
                    <a:pt x="1636137" y="1721202"/>
                  </a:lnTo>
                  <a:lnTo>
                    <a:pt x="1636121" y="1721147"/>
                  </a:lnTo>
                  <a:lnTo>
                    <a:pt x="1636108" y="1721143"/>
                  </a:lnTo>
                  <a:lnTo>
                    <a:pt x="1635985" y="1721105"/>
                  </a:lnTo>
                  <a:lnTo>
                    <a:pt x="1635824" y="1721056"/>
                  </a:lnTo>
                  <a:lnTo>
                    <a:pt x="1635788" y="1721051"/>
                  </a:lnTo>
                  <a:lnTo>
                    <a:pt x="1635515" y="1720964"/>
                  </a:lnTo>
                  <a:lnTo>
                    <a:pt x="1635195" y="1720878"/>
                  </a:lnTo>
                  <a:lnTo>
                    <a:pt x="1634959" y="1720884"/>
                  </a:lnTo>
                  <a:lnTo>
                    <a:pt x="1634905" y="1720867"/>
                  </a:lnTo>
                  <a:lnTo>
                    <a:pt x="1634872" y="1720856"/>
                  </a:lnTo>
                  <a:lnTo>
                    <a:pt x="1634790" y="1720903"/>
                  </a:lnTo>
                  <a:lnTo>
                    <a:pt x="1634772" y="1720913"/>
                  </a:lnTo>
                  <a:lnTo>
                    <a:pt x="1634777" y="1720938"/>
                  </a:lnTo>
                  <a:lnTo>
                    <a:pt x="1634613" y="1720978"/>
                  </a:lnTo>
                  <a:lnTo>
                    <a:pt x="1634216" y="1721045"/>
                  </a:lnTo>
                  <a:lnTo>
                    <a:pt x="1634177" y="1721033"/>
                  </a:lnTo>
                  <a:lnTo>
                    <a:pt x="1634142" y="1721002"/>
                  </a:lnTo>
                  <a:lnTo>
                    <a:pt x="1634017" y="1720942"/>
                  </a:lnTo>
                  <a:lnTo>
                    <a:pt x="1633973" y="1720929"/>
                  </a:lnTo>
                  <a:lnTo>
                    <a:pt x="1633918" y="1720938"/>
                  </a:lnTo>
                  <a:lnTo>
                    <a:pt x="1633870" y="1720966"/>
                  </a:lnTo>
                  <a:lnTo>
                    <a:pt x="1633807" y="1720992"/>
                  </a:lnTo>
                  <a:lnTo>
                    <a:pt x="1633763" y="1721011"/>
                  </a:lnTo>
                  <a:lnTo>
                    <a:pt x="1633709" y="1721009"/>
                  </a:lnTo>
                  <a:lnTo>
                    <a:pt x="1633703" y="1721008"/>
                  </a:lnTo>
                  <a:lnTo>
                    <a:pt x="1633679" y="1721010"/>
                  </a:lnTo>
                  <a:lnTo>
                    <a:pt x="1633610" y="1721031"/>
                  </a:lnTo>
                  <a:lnTo>
                    <a:pt x="1633576" y="1721039"/>
                  </a:lnTo>
                  <a:lnTo>
                    <a:pt x="1633524" y="1721041"/>
                  </a:lnTo>
                  <a:lnTo>
                    <a:pt x="1633447" y="1721041"/>
                  </a:lnTo>
                  <a:lnTo>
                    <a:pt x="1633384" y="1721040"/>
                  </a:lnTo>
                  <a:lnTo>
                    <a:pt x="1633344" y="1721045"/>
                  </a:lnTo>
                  <a:lnTo>
                    <a:pt x="1633315" y="1721056"/>
                  </a:lnTo>
                  <a:lnTo>
                    <a:pt x="1633305" y="1721060"/>
                  </a:lnTo>
                  <a:lnTo>
                    <a:pt x="1633171" y="1721135"/>
                  </a:lnTo>
                  <a:lnTo>
                    <a:pt x="1633166" y="1721138"/>
                  </a:lnTo>
                  <a:lnTo>
                    <a:pt x="1633105" y="1721171"/>
                  </a:lnTo>
                  <a:lnTo>
                    <a:pt x="1633067" y="1721181"/>
                  </a:lnTo>
                  <a:lnTo>
                    <a:pt x="1633031" y="1721183"/>
                  </a:lnTo>
                  <a:lnTo>
                    <a:pt x="1632981" y="1721181"/>
                  </a:lnTo>
                  <a:lnTo>
                    <a:pt x="1632894" y="1721165"/>
                  </a:lnTo>
                  <a:lnTo>
                    <a:pt x="1632790" y="1721139"/>
                  </a:lnTo>
                  <a:lnTo>
                    <a:pt x="1632755" y="1721134"/>
                  </a:lnTo>
                  <a:lnTo>
                    <a:pt x="1632729" y="1721140"/>
                  </a:lnTo>
                  <a:lnTo>
                    <a:pt x="1632711" y="1721148"/>
                  </a:lnTo>
                  <a:lnTo>
                    <a:pt x="1632696" y="1721158"/>
                  </a:lnTo>
                  <a:lnTo>
                    <a:pt x="1632687" y="1721170"/>
                  </a:lnTo>
                  <a:lnTo>
                    <a:pt x="1632680" y="1721180"/>
                  </a:lnTo>
                  <a:lnTo>
                    <a:pt x="1632666" y="1721207"/>
                  </a:lnTo>
                  <a:lnTo>
                    <a:pt x="1632661" y="1721224"/>
                  </a:lnTo>
                  <a:lnTo>
                    <a:pt x="1632655" y="1721241"/>
                  </a:lnTo>
                  <a:lnTo>
                    <a:pt x="1632652" y="1721255"/>
                  </a:lnTo>
                  <a:lnTo>
                    <a:pt x="1632648" y="1721269"/>
                  </a:lnTo>
                  <a:lnTo>
                    <a:pt x="1632642" y="1721312"/>
                  </a:lnTo>
                  <a:lnTo>
                    <a:pt x="1632637" y="1721335"/>
                  </a:lnTo>
                  <a:lnTo>
                    <a:pt x="1632597" y="1721375"/>
                  </a:lnTo>
                  <a:lnTo>
                    <a:pt x="1632557" y="1721400"/>
                  </a:lnTo>
                  <a:lnTo>
                    <a:pt x="1632530" y="1721413"/>
                  </a:lnTo>
                  <a:lnTo>
                    <a:pt x="1632500" y="1721421"/>
                  </a:lnTo>
                  <a:lnTo>
                    <a:pt x="1632490" y="1721421"/>
                  </a:lnTo>
                  <a:lnTo>
                    <a:pt x="1632482" y="1721421"/>
                  </a:lnTo>
                  <a:lnTo>
                    <a:pt x="1632472" y="1721420"/>
                  </a:lnTo>
                  <a:lnTo>
                    <a:pt x="1632463" y="1721414"/>
                  </a:lnTo>
                  <a:lnTo>
                    <a:pt x="1632359" y="1721357"/>
                  </a:lnTo>
                  <a:lnTo>
                    <a:pt x="1632346" y="1721354"/>
                  </a:lnTo>
                  <a:lnTo>
                    <a:pt x="1632341" y="1721352"/>
                  </a:lnTo>
                  <a:lnTo>
                    <a:pt x="1632333" y="1721355"/>
                  </a:lnTo>
                  <a:lnTo>
                    <a:pt x="1632317" y="1721359"/>
                  </a:lnTo>
                  <a:lnTo>
                    <a:pt x="1632304" y="1721365"/>
                  </a:lnTo>
                  <a:lnTo>
                    <a:pt x="1632291" y="1721382"/>
                  </a:lnTo>
                  <a:lnTo>
                    <a:pt x="1632272" y="1721422"/>
                  </a:lnTo>
                  <a:lnTo>
                    <a:pt x="1632254" y="1721477"/>
                  </a:lnTo>
                  <a:lnTo>
                    <a:pt x="1632227" y="1721526"/>
                  </a:lnTo>
                  <a:lnTo>
                    <a:pt x="1632193" y="1721571"/>
                  </a:lnTo>
                  <a:lnTo>
                    <a:pt x="1632181" y="1721585"/>
                  </a:lnTo>
                  <a:lnTo>
                    <a:pt x="1632170" y="1721593"/>
                  </a:lnTo>
                  <a:lnTo>
                    <a:pt x="1632147" y="1721604"/>
                  </a:lnTo>
                  <a:lnTo>
                    <a:pt x="1632122" y="1721611"/>
                  </a:lnTo>
                  <a:lnTo>
                    <a:pt x="1632105" y="1721612"/>
                  </a:lnTo>
                  <a:lnTo>
                    <a:pt x="1632071" y="1721610"/>
                  </a:lnTo>
                  <a:lnTo>
                    <a:pt x="1632051" y="1721598"/>
                  </a:lnTo>
                  <a:lnTo>
                    <a:pt x="1632023" y="1721578"/>
                  </a:lnTo>
                  <a:lnTo>
                    <a:pt x="1631991" y="1721560"/>
                  </a:lnTo>
                  <a:lnTo>
                    <a:pt x="1631963" y="1721544"/>
                  </a:lnTo>
                  <a:lnTo>
                    <a:pt x="1631930" y="1721534"/>
                  </a:lnTo>
                  <a:lnTo>
                    <a:pt x="1631907" y="1721530"/>
                  </a:lnTo>
                  <a:lnTo>
                    <a:pt x="1631889" y="1721528"/>
                  </a:lnTo>
                  <a:lnTo>
                    <a:pt x="1631870" y="1721529"/>
                  </a:lnTo>
                  <a:lnTo>
                    <a:pt x="1631753" y="1721564"/>
                  </a:lnTo>
                  <a:lnTo>
                    <a:pt x="1631688" y="1721582"/>
                  </a:lnTo>
                  <a:lnTo>
                    <a:pt x="1631665" y="1721587"/>
                  </a:lnTo>
                  <a:lnTo>
                    <a:pt x="1631650" y="1721590"/>
                  </a:lnTo>
                  <a:lnTo>
                    <a:pt x="1631616" y="1721589"/>
                  </a:lnTo>
                  <a:lnTo>
                    <a:pt x="1631587" y="1721583"/>
                  </a:lnTo>
                  <a:lnTo>
                    <a:pt x="1631567" y="1721571"/>
                  </a:lnTo>
                  <a:lnTo>
                    <a:pt x="1631549" y="1721555"/>
                  </a:lnTo>
                  <a:lnTo>
                    <a:pt x="1631502" y="1721507"/>
                  </a:lnTo>
                  <a:lnTo>
                    <a:pt x="1631481" y="1721486"/>
                  </a:lnTo>
                  <a:lnTo>
                    <a:pt x="1631454" y="1721450"/>
                  </a:lnTo>
                  <a:lnTo>
                    <a:pt x="1631431" y="1721411"/>
                  </a:lnTo>
                  <a:lnTo>
                    <a:pt x="1631423" y="1721389"/>
                  </a:lnTo>
                  <a:lnTo>
                    <a:pt x="1631384" y="1721290"/>
                  </a:lnTo>
                  <a:lnTo>
                    <a:pt x="1631368" y="1721245"/>
                  </a:lnTo>
                  <a:lnTo>
                    <a:pt x="1631297" y="1721013"/>
                  </a:lnTo>
                  <a:lnTo>
                    <a:pt x="1631216" y="1720792"/>
                  </a:lnTo>
                  <a:lnTo>
                    <a:pt x="1631184" y="1720692"/>
                  </a:lnTo>
                  <a:lnTo>
                    <a:pt x="1631176" y="1720665"/>
                  </a:lnTo>
                  <a:lnTo>
                    <a:pt x="1631161" y="1720618"/>
                  </a:lnTo>
                  <a:lnTo>
                    <a:pt x="1631136" y="1720543"/>
                  </a:lnTo>
                  <a:lnTo>
                    <a:pt x="1631119" y="1720464"/>
                  </a:lnTo>
                  <a:lnTo>
                    <a:pt x="1631100" y="1720405"/>
                  </a:lnTo>
                  <a:lnTo>
                    <a:pt x="1631070" y="1720338"/>
                  </a:lnTo>
                  <a:lnTo>
                    <a:pt x="1631015" y="1720195"/>
                  </a:lnTo>
                  <a:lnTo>
                    <a:pt x="1631002" y="1720156"/>
                  </a:lnTo>
                  <a:lnTo>
                    <a:pt x="1631000" y="1720150"/>
                  </a:lnTo>
                  <a:lnTo>
                    <a:pt x="1630990" y="1720110"/>
                  </a:lnTo>
                  <a:lnTo>
                    <a:pt x="1630979" y="1720069"/>
                  </a:lnTo>
                  <a:lnTo>
                    <a:pt x="1630972" y="1720025"/>
                  </a:lnTo>
                  <a:lnTo>
                    <a:pt x="1630975" y="1719994"/>
                  </a:lnTo>
                  <a:lnTo>
                    <a:pt x="1630979" y="1719975"/>
                  </a:lnTo>
                  <a:lnTo>
                    <a:pt x="1630987" y="1719941"/>
                  </a:lnTo>
                  <a:lnTo>
                    <a:pt x="1631005" y="1719876"/>
                  </a:lnTo>
                  <a:lnTo>
                    <a:pt x="1631006" y="1719849"/>
                  </a:lnTo>
                  <a:lnTo>
                    <a:pt x="1631006" y="1719835"/>
                  </a:lnTo>
                  <a:lnTo>
                    <a:pt x="1631002" y="1719814"/>
                  </a:lnTo>
                  <a:lnTo>
                    <a:pt x="1630998" y="1719803"/>
                  </a:lnTo>
                  <a:lnTo>
                    <a:pt x="1630936" y="1719745"/>
                  </a:lnTo>
                  <a:lnTo>
                    <a:pt x="1630920" y="1719730"/>
                  </a:lnTo>
                  <a:lnTo>
                    <a:pt x="1630898" y="1719711"/>
                  </a:lnTo>
                  <a:lnTo>
                    <a:pt x="1630834" y="1719657"/>
                  </a:lnTo>
                  <a:lnTo>
                    <a:pt x="1630737" y="1719582"/>
                  </a:lnTo>
                  <a:lnTo>
                    <a:pt x="1630698" y="1719557"/>
                  </a:lnTo>
                  <a:lnTo>
                    <a:pt x="1630622" y="1719521"/>
                  </a:lnTo>
                  <a:lnTo>
                    <a:pt x="1630574" y="1719502"/>
                  </a:lnTo>
                  <a:lnTo>
                    <a:pt x="1630536" y="1719486"/>
                  </a:lnTo>
                  <a:lnTo>
                    <a:pt x="1630530" y="1719481"/>
                  </a:lnTo>
                  <a:lnTo>
                    <a:pt x="1630521" y="1719475"/>
                  </a:lnTo>
                  <a:lnTo>
                    <a:pt x="1630508" y="1719463"/>
                  </a:lnTo>
                  <a:lnTo>
                    <a:pt x="1630481" y="1719438"/>
                  </a:lnTo>
                  <a:lnTo>
                    <a:pt x="1630450" y="1719417"/>
                  </a:lnTo>
                  <a:lnTo>
                    <a:pt x="1630424" y="1719409"/>
                  </a:lnTo>
                  <a:lnTo>
                    <a:pt x="1630400" y="1719404"/>
                  </a:lnTo>
                  <a:lnTo>
                    <a:pt x="1630374" y="1719393"/>
                  </a:lnTo>
                  <a:lnTo>
                    <a:pt x="1630360" y="1719377"/>
                  </a:lnTo>
                  <a:lnTo>
                    <a:pt x="1630351" y="1719363"/>
                  </a:lnTo>
                  <a:lnTo>
                    <a:pt x="1630348" y="1719358"/>
                  </a:lnTo>
                  <a:lnTo>
                    <a:pt x="1630343" y="1719344"/>
                  </a:lnTo>
                  <a:lnTo>
                    <a:pt x="1630351" y="1719331"/>
                  </a:lnTo>
                  <a:lnTo>
                    <a:pt x="1630358" y="1719324"/>
                  </a:lnTo>
                  <a:lnTo>
                    <a:pt x="1630360" y="1719319"/>
                  </a:lnTo>
                  <a:lnTo>
                    <a:pt x="1630367" y="1719308"/>
                  </a:lnTo>
                  <a:lnTo>
                    <a:pt x="1630361" y="1719285"/>
                  </a:lnTo>
                  <a:lnTo>
                    <a:pt x="1630346" y="1719258"/>
                  </a:lnTo>
                  <a:lnTo>
                    <a:pt x="1630293" y="1719183"/>
                  </a:lnTo>
                  <a:lnTo>
                    <a:pt x="1630251" y="1719130"/>
                  </a:lnTo>
                  <a:lnTo>
                    <a:pt x="1630228" y="1719102"/>
                  </a:lnTo>
                  <a:lnTo>
                    <a:pt x="1630206" y="1719084"/>
                  </a:lnTo>
                  <a:lnTo>
                    <a:pt x="1630198" y="1719078"/>
                  </a:lnTo>
                  <a:lnTo>
                    <a:pt x="1630194" y="1719072"/>
                  </a:lnTo>
                  <a:lnTo>
                    <a:pt x="1630180" y="1719032"/>
                  </a:lnTo>
                  <a:lnTo>
                    <a:pt x="1630174" y="1719014"/>
                  </a:lnTo>
                  <a:lnTo>
                    <a:pt x="1630164" y="1719005"/>
                  </a:lnTo>
                  <a:lnTo>
                    <a:pt x="1630113" y="1718965"/>
                  </a:lnTo>
                  <a:lnTo>
                    <a:pt x="1630099" y="1718946"/>
                  </a:lnTo>
                  <a:lnTo>
                    <a:pt x="1630093" y="1718939"/>
                  </a:lnTo>
                  <a:lnTo>
                    <a:pt x="1630091" y="1718927"/>
                  </a:lnTo>
                  <a:lnTo>
                    <a:pt x="1630093" y="1718921"/>
                  </a:lnTo>
                  <a:lnTo>
                    <a:pt x="1630121" y="1718871"/>
                  </a:lnTo>
                  <a:lnTo>
                    <a:pt x="1630165" y="1718818"/>
                  </a:lnTo>
                  <a:lnTo>
                    <a:pt x="1630171" y="1718795"/>
                  </a:lnTo>
                  <a:lnTo>
                    <a:pt x="1630169" y="1718784"/>
                  </a:lnTo>
                  <a:lnTo>
                    <a:pt x="1630165" y="1718770"/>
                  </a:lnTo>
                  <a:lnTo>
                    <a:pt x="1630159" y="1718757"/>
                  </a:lnTo>
                  <a:lnTo>
                    <a:pt x="1630150" y="1718749"/>
                  </a:lnTo>
                  <a:lnTo>
                    <a:pt x="1630140" y="1718744"/>
                  </a:lnTo>
                  <a:lnTo>
                    <a:pt x="1630124" y="1718741"/>
                  </a:lnTo>
                  <a:lnTo>
                    <a:pt x="1630108" y="1718738"/>
                  </a:lnTo>
                  <a:lnTo>
                    <a:pt x="1630094" y="1718737"/>
                  </a:lnTo>
                  <a:lnTo>
                    <a:pt x="1630081" y="1718736"/>
                  </a:lnTo>
                  <a:lnTo>
                    <a:pt x="1630039" y="1718739"/>
                  </a:lnTo>
                  <a:lnTo>
                    <a:pt x="1630033" y="1718740"/>
                  </a:lnTo>
                  <a:lnTo>
                    <a:pt x="1630003" y="1718753"/>
                  </a:lnTo>
                  <a:lnTo>
                    <a:pt x="1629960" y="1718773"/>
                  </a:lnTo>
                  <a:lnTo>
                    <a:pt x="1629872" y="1718819"/>
                  </a:lnTo>
                  <a:lnTo>
                    <a:pt x="1629812" y="1718858"/>
                  </a:lnTo>
                  <a:lnTo>
                    <a:pt x="1629793" y="1718872"/>
                  </a:lnTo>
                  <a:lnTo>
                    <a:pt x="1629767" y="1718897"/>
                  </a:lnTo>
                  <a:lnTo>
                    <a:pt x="1629752" y="1718916"/>
                  </a:lnTo>
                  <a:lnTo>
                    <a:pt x="1629747" y="1718922"/>
                  </a:lnTo>
                  <a:lnTo>
                    <a:pt x="1629735" y="1718932"/>
                  </a:lnTo>
                  <a:lnTo>
                    <a:pt x="1629728" y="1718934"/>
                  </a:lnTo>
                  <a:lnTo>
                    <a:pt x="1629721" y="1718933"/>
                  </a:lnTo>
                  <a:lnTo>
                    <a:pt x="1629709" y="1718926"/>
                  </a:lnTo>
                  <a:lnTo>
                    <a:pt x="1629686" y="1718904"/>
                  </a:lnTo>
                  <a:lnTo>
                    <a:pt x="1629656" y="1718867"/>
                  </a:lnTo>
                  <a:lnTo>
                    <a:pt x="1629590" y="1718808"/>
                  </a:lnTo>
                  <a:lnTo>
                    <a:pt x="1629575" y="1718798"/>
                  </a:lnTo>
                  <a:lnTo>
                    <a:pt x="1629562" y="1718792"/>
                  </a:lnTo>
                  <a:lnTo>
                    <a:pt x="1629555" y="1718789"/>
                  </a:lnTo>
                  <a:lnTo>
                    <a:pt x="1629533" y="1718786"/>
                  </a:lnTo>
                  <a:lnTo>
                    <a:pt x="1629524" y="1718785"/>
                  </a:lnTo>
                  <a:lnTo>
                    <a:pt x="1629519" y="1718784"/>
                  </a:lnTo>
                  <a:lnTo>
                    <a:pt x="1629500" y="1718788"/>
                  </a:lnTo>
                  <a:lnTo>
                    <a:pt x="1629474" y="1718800"/>
                  </a:lnTo>
                  <a:lnTo>
                    <a:pt x="1629467" y="1718800"/>
                  </a:lnTo>
                  <a:lnTo>
                    <a:pt x="1629457" y="1718800"/>
                  </a:lnTo>
                  <a:lnTo>
                    <a:pt x="1629447" y="1718799"/>
                  </a:lnTo>
                  <a:lnTo>
                    <a:pt x="1629429" y="1718789"/>
                  </a:lnTo>
                  <a:lnTo>
                    <a:pt x="1629424" y="1718786"/>
                  </a:lnTo>
                  <a:lnTo>
                    <a:pt x="1629415" y="1718781"/>
                  </a:lnTo>
                  <a:lnTo>
                    <a:pt x="1629381" y="1718759"/>
                  </a:lnTo>
                  <a:lnTo>
                    <a:pt x="1629337" y="1718726"/>
                  </a:lnTo>
                  <a:lnTo>
                    <a:pt x="1629300" y="1718693"/>
                  </a:lnTo>
                  <a:lnTo>
                    <a:pt x="1629269" y="1718664"/>
                  </a:lnTo>
                  <a:lnTo>
                    <a:pt x="1629243" y="1718648"/>
                  </a:lnTo>
                  <a:lnTo>
                    <a:pt x="1629234" y="1718642"/>
                  </a:lnTo>
                  <a:lnTo>
                    <a:pt x="1629223" y="1718640"/>
                  </a:lnTo>
                  <a:lnTo>
                    <a:pt x="1629205" y="1718641"/>
                  </a:lnTo>
                  <a:lnTo>
                    <a:pt x="1629196" y="1718642"/>
                  </a:lnTo>
                  <a:lnTo>
                    <a:pt x="1629179" y="1718640"/>
                  </a:lnTo>
                  <a:lnTo>
                    <a:pt x="1629160" y="1718640"/>
                  </a:lnTo>
                  <a:lnTo>
                    <a:pt x="1629139" y="1718646"/>
                  </a:lnTo>
                  <a:lnTo>
                    <a:pt x="1629129" y="1718652"/>
                  </a:lnTo>
                  <a:lnTo>
                    <a:pt x="1629125" y="1718656"/>
                  </a:lnTo>
                  <a:lnTo>
                    <a:pt x="1629121" y="1718663"/>
                  </a:lnTo>
                  <a:lnTo>
                    <a:pt x="1629118" y="1718673"/>
                  </a:lnTo>
                  <a:lnTo>
                    <a:pt x="1629120" y="1718687"/>
                  </a:lnTo>
                  <a:lnTo>
                    <a:pt x="1629126" y="1718708"/>
                  </a:lnTo>
                  <a:lnTo>
                    <a:pt x="1629136" y="1718741"/>
                  </a:lnTo>
                  <a:lnTo>
                    <a:pt x="1629137" y="1718769"/>
                  </a:lnTo>
                  <a:lnTo>
                    <a:pt x="1629135" y="1718794"/>
                  </a:lnTo>
                  <a:lnTo>
                    <a:pt x="1629131" y="1718811"/>
                  </a:lnTo>
                  <a:lnTo>
                    <a:pt x="1629129" y="1718822"/>
                  </a:lnTo>
                  <a:lnTo>
                    <a:pt x="1629124" y="1718835"/>
                  </a:lnTo>
                  <a:lnTo>
                    <a:pt x="1629122" y="1718841"/>
                  </a:lnTo>
                  <a:lnTo>
                    <a:pt x="1629109" y="1718859"/>
                  </a:lnTo>
                  <a:lnTo>
                    <a:pt x="1629103" y="1718867"/>
                  </a:lnTo>
                  <a:lnTo>
                    <a:pt x="1629092" y="1718875"/>
                  </a:lnTo>
                  <a:lnTo>
                    <a:pt x="1629080" y="1718878"/>
                  </a:lnTo>
                  <a:lnTo>
                    <a:pt x="1629063" y="1718878"/>
                  </a:lnTo>
                  <a:lnTo>
                    <a:pt x="1629042" y="1718870"/>
                  </a:lnTo>
                  <a:lnTo>
                    <a:pt x="1629033" y="1718866"/>
                  </a:lnTo>
                  <a:lnTo>
                    <a:pt x="1628998" y="1718847"/>
                  </a:lnTo>
                  <a:lnTo>
                    <a:pt x="1628978" y="1718837"/>
                  </a:lnTo>
                  <a:lnTo>
                    <a:pt x="1628955" y="1718820"/>
                  </a:lnTo>
                  <a:lnTo>
                    <a:pt x="1628938" y="1718803"/>
                  </a:lnTo>
                  <a:lnTo>
                    <a:pt x="1628919" y="1718779"/>
                  </a:lnTo>
                  <a:lnTo>
                    <a:pt x="1628910" y="1718761"/>
                  </a:lnTo>
                  <a:lnTo>
                    <a:pt x="1628907" y="1718742"/>
                  </a:lnTo>
                  <a:lnTo>
                    <a:pt x="1628908" y="1718736"/>
                  </a:lnTo>
                  <a:lnTo>
                    <a:pt x="1628912" y="1718729"/>
                  </a:lnTo>
                  <a:lnTo>
                    <a:pt x="1628923" y="1718720"/>
                  </a:lnTo>
                  <a:lnTo>
                    <a:pt x="1628931" y="1718710"/>
                  </a:lnTo>
                  <a:lnTo>
                    <a:pt x="1628933" y="1718702"/>
                  </a:lnTo>
                  <a:lnTo>
                    <a:pt x="1628938" y="1718682"/>
                  </a:lnTo>
                  <a:lnTo>
                    <a:pt x="1628942" y="1718648"/>
                  </a:lnTo>
                  <a:lnTo>
                    <a:pt x="1628951" y="1718589"/>
                  </a:lnTo>
                  <a:lnTo>
                    <a:pt x="1628952" y="1718573"/>
                  </a:lnTo>
                  <a:lnTo>
                    <a:pt x="1628950" y="1718559"/>
                  </a:lnTo>
                  <a:lnTo>
                    <a:pt x="1628946" y="1718547"/>
                  </a:lnTo>
                  <a:lnTo>
                    <a:pt x="1628940" y="1718534"/>
                  </a:lnTo>
                  <a:lnTo>
                    <a:pt x="1628932" y="1718516"/>
                  </a:lnTo>
                  <a:lnTo>
                    <a:pt x="1628910" y="1718484"/>
                  </a:lnTo>
                  <a:lnTo>
                    <a:pt x="1628881" y="1718445"/>
                  </a:lnTo>
                  <a:lnTo>
                    <a:pt x="1628846" y="1718408"/>
                  </a:lnTo>
                  <a:lnTo>
                    <a:pt x="1628816" y="1718382"/>
                  </a:lnTo>
                  <a:lnTo>
                    <a:pt x="1628788" y="1718366"/>
                  </a:lnTo>
                  <a:lnTo>
                    <a:pt x="1628767" y="1718360"/>
                  </a:lnTo>
                  <a:lnTo>
                    <a:pt x="1628714" y="1718352"/>
                  </a:lnTo>
                  <a:lnTo>
                    <a:pt x="1628671" y="1718349"/>
                  </a:lnTo>
                  <a:lnTo>
                    <a:pt x="1628626" y="1718338"/>
                  </a:lnTo>
                  <a:lnTo>
                    <a:pt x="1628597" y="1718324"/>
                  </a:lnTo>
                  <a:lnTo>
                    <a:pt x="1628587" y="1718317"/>
                  </a:lnTo>
                  <a:lnTo>
                    <a:pt x="1628569" y="1718302"/>
                  </a:lnTo>
                  <a:lnTo>
                    <a:pt x="1628560" y="1718290"/>
                  </a:lnTo>
                  <a:lnTo>
                    <a:pt x="1628541" y="1718266"/>
                  </a:lnTo>
                  <a:lnTo>
                    <a:pt x="1628530" y="1718247"/>
                  </a:lnTo>
                  <a:lnTo>
                    <a:pt x="1628519" y="1718220"/>
                  </a:lnTo>
                  <a:lnTo>
                    <a:pt x="1628518" y="1718204"/>
                  </a:lnTo>
                  <a:lnTo>
                    <a:pt x="1628521" y="1718193"/>
                  </a:lnTo>
                  <a:lnTo>
                    <a:pt x="1628531" y="1718178"/>
                  </a:lnTo>
                  <a:lnTo>
                    <a:pt x="1628539" y="1718167"/>
                  </a:lnTo>
                  <a:lnTo>
                    <a:pt x="1628572" y="1718140"/>
                  </a:lnTo>
                  <a:lnTo>
                    <a:pt x="1628577" y="1718136"/>
                  </a:lnTo>
                  <a:lnTo>
                    <a:pt x="1628586" y="1718129"/>
                  </a:lnTo>
                  <a:lnTo>
                    <a:pt x="1628629" y="1718094"/>
                  </a:lnTo>
                  <a:lnTo>
                    <a:pt x="1628638" y="1718085"/>
                  </a:lnTo>
                  <a:lnTo>
                    <a:pt x="1628644" y="1718074"/>
                  </a:lnTo>
                  <a:lnTo>
                    <a:pt x="1628649" y="1718064"/>
                  </a:lnTo>
                  <a:lnTo>
                    <a:pt x="1628649" y="1718050"/>
                  </a:lnTo>
                  <a:lnTo>
                    <a:pt x="1628645" y="1718035"/>
                  </a:lnTo>
                  <a:lnTo>
                    <a:pt x="1628636" y="1718019"/>
                  </a:lnTo>
                  <a:lnTo>
                    <a:pt x="1628626" y="1717998"/>
                  </a:lnTo>
                  <a:lnTo>
                    <a:pt x="1628625" y="1717987"/>
                  </a:lnTo>
                  <a:lnTo>
                    <a:pt x="1628621" y="1717966"/>
                  </a:lnTo>
                  <a:lnTo>
                    <a:pt x="1628619" y="1717935"/>
                  </a:lnTo>
                  <a:lnTo>
                    <a:pt x="1628620" y="1717906"/>
                  </a:lnTo>
                  <a:lnTo>
                    <a:pt x="1628623" y="1717881"/>
                  </a:lnTo>
                  <a:lnTo>
                    <a:pt x="1628620" y="1717865"/>
                  </a:lnTo>
                  <a:lnTo>
                    <a:pt x="1628615" y="1717848"/>
                  </a:lnTo>
                  <a:lnTo>
                    <a:pt x="1628612" y="1717841"/>
                  </a:lnTo>
                  <a:lnTo>
                    <a:pt x="1628608" y="1717834"/>
                  </a:lnTo>
                  <a:lnTo>
                    <a:pt x="1628602" y="1717827"/>
                  </a:lnTo>
                  <a:lnTo>
                    <a:pt x="1628591" y="1717822"/>
                  </a:lnTo>
                  <a:lnTo>
                    <a:pt x="1628583" y="1717820"/>
                  </a:lnTo>
                  <a:lnTo>
                    <a:pt x="1628575" y="1717820"/>
                  </a:lnTo>
                  <a:lnTo>
                    <a:pt x="1628518" y="1717821"/>
                  </a:lnTo>
                  <a:lnTo>
                    <a:pt x="1628505" y="1717823"/>
                  </a:lnTo>
                  <a:lnTo>
                    <a:pt x="1628446" y="1717829"/>
                  </a:lnTo>
                  <a:lnTo>
                    <a:pt x="1628409" y="1717830"/>
                  </a:lnTo>
                  <a:lnTo>
                    <a:pt x="1628374" y="1717830"/>
                  </a:lnTo>
                  <a:lnTo>
                    <a:pt x="1628347" y="1717830"/>
                  </a:lnTo>
                  <a:lnTo>
                    <a:pt x="1628319" y="1717828"/>
                  </a:lnTo>
                  <a:lnTo>
                    <a:pt x="1628302" y="1717824"/>
                  </a:lnTo>
                  <a:lnTo>
                    <a:pt x="1628259" y="1717811"/>
                  </a:lnTo>
                  <a:lnTo>
                    <a:pt x="1628245" y="1717804"/>
                  </a:lnTo>
                  <a:lnTo>
                    <a:pt x="1628227" y="1717792"/>
                  </a:lnTo>
                  <a:lnTo>
                    <a:pt x="1628221" y="1717783"/>
                  </a:lnTo>
                  <a:lnTo>
                    <a:pt x="1628219" y="1717770"/>
                  </a:lnTo>
                  <a:lnTo>
                    <a:pt x="1628217" y="1717743"/>
                  </a:lnTo>
                  <a:lnTo>
                    <a:pt x="1628218" y="1717732"/>
                  </a:lnTo>
                  <a:lnTo>
                    <a:pt x="1628216" y="1717724"/>
                  </a:lnTo>
                  <a:lnTo>
                    <a:pt x="1628213" y="1717717"/>
                  </a:lnTo>
                  <a:lnTo>
                    <a:pt x="1628204" y="1717705"/>
                  </a:lnTo>
                  <a:lnTo>
                    <a:pt x="1628179" y="1717681"/>
                  </a:lnTo>
                  <a:lnTo>
                    <a:pt x="1628169" y="1717667"/>
                  </a:lnTo>
                  <a:lnTo>
                    <a:pt x="1628163" y="1717655"/>
                  </a:lnTo>
                  <a:lnTo>
                    <a:pt x="1628161" y="1717643"/>
                  </a:lnTo>
                  <a:lnTo>
                    <a:pt x="1628160" y="1717599"/>
                  </a:lnTo>
                  <a:lnTo>
                    <a:pt x="1628162" y="1717576"/>
                  </a:lnTo>
                  <a:lnTo>
                    <a:pt x="1628166" y="1717561"/>
                  </a:lnTo>
                  <a:lnTo>
                    <a:pt x="1628172" y="1717545"/>
                  </a:lnTo>
                  <a:lnTo>
                    <a:pt x="1628175" y="1717539"/>
                  </a:lnTo>
                  <a:lnTo>
                    <a:pt x="1628178" y="1717531"/>
                  </a:lnTo>
                  <a:lnTo>
                    <a:pt x="1628184" y="1717524"/>
                  </a:lnTo>
                  <a:lnTo>
                    <a:pt x="1628191" y="1717517"/>
                  </a:lnTo>
                  <a:lnTo>
                    <a:pt x="1628197" y="1717512"/>
                  </a:lnTo>
                  <a:lnTo>
                    <a:pt x="1628207" y="1717510"/>
                  </a:lnTo>
                  <a:lnTo>
                    <a:pt x="1628229" y="1717508"/>
                  </a:lnTo>
                  <a:lnTo>
                    <a:pt x="1628249" y="1717505"/>
                  </a:lnTo>
                  <a:lnTo>
                    <a:pt x="1628295" y="1717499"/>
                  </a:lnTo>
                  <a:lnTo>
                    <a:pt x="1628338" y="1717491"/>
                  </a:lnTo>
                  <a:lnTo>
                    <a:pt x="1628349" y="1717489"/>
                  </a:lnTo>
                  <a:lnTo>
                    <a:pt x="1628387" y="1717480"/>
                  </a:lnTo>
                  <a:lnTo>
                    <a:pt x="1628403" y="1717476"/>
                  </a:lnTo>
                  <a:lnTo>
                    <a:pt x="1628423" y="1717471"/>
                  </a:lnTo>
                  <a:lnTo>
                    <a:pt x="1628439" y="1717465"/>
                  </a:lnTo>
                  <a:lnTo>
                    <a:pt x="1628462" y="1717453"/>
                  </a:lnTo>
                  <a:lnTo>
                    <a:pt x="1628476" y="1717444"/>
                  </a:lnTo>
                  <a:lnTo>
                    <a:pt x="1628481" y="1717440"/>
                  </a:lnTo>
                  <a:lnTo>
                    <a:pt x="1628491" y="1717429"/>
                  </a:lnTo>
                  <a:lnTo>
                    <a:pt x="1628501" y="1717416"/>
                  </a:lnTo>
                  <a:lnTo>
                    <a:pt x="1628512" y="1717395"/>
                  </a:lnTo>
                  <a:lnTo>
                    <a:pt x="1628526" y="1717358"/>
                  </a:lnTo>
                  <a:lnTo>
                    <a:pt x="1628534" y="1717340"/>
                  </a:lnTo>
                  <a:lnTo>
                    <a:pt x="1628546" y="1717302"/>
                  </a:lnTo>
                  <a:lnTo>
                    <a:pt x="1628540" y="1717283"/>
                  </a:lnTo>
                  <a:lnTo>
                    <a:pt x="1628536" y="1717275"/>
                  </a:lnTo>
                  <a:lnTo>
                    <a:pt x="1628519" y="1717244"/>
                  </a:lnTo>
                  <a:lnTo>
                    <a:pt x="1628495" y="1717212"/>
                  </a:lnTo>
                  <a:lnTo>
                    <a:pt x="1628458" y="1717175"/>
                  </a:lnTo>
                  <a:lnTo>
                    <a:pt x="1628449" y="1717169"/>
                  </a:lnTo>
                  <a:lnTo>
                    <a:pt x="1628439" y="1717165"/>
                  </a:lnTo>
                  <a:lnTo>
                    <a:pt x="1628426" y="1717163"/>
                  </a:lnTo>
                  <a:lnTo>
                    <a:pt x="1628402" y="1717161"/>
                  </a:lnTo>
                  <a:lnTo>
                    <a:pt x="1628390" y="1717159"/>
                  </a:lnTo>
                  <a:lnTo>
                    <a:pt x="1628376" y="1717155"/>
                  </a:lnTo>
                  <a:lnTo>
                    <a:pt x="1628354" y="1717143"/>
                  </a:lnTo>
                  <a:lnTo>
                    <a:pt x="1628341" y="1717134"/>
                  </a:lnTo>
                  <a:lnTo>
                    <a:pt x="1628328" y="1717125"/>
                  </a:lnTo>
                  <a:lnTo>
                    <a:pt x="1628311" y="1717116"/>
                  </a:lnTo>
                  <a:lnTo>
                    <a:pt x="1628299" y="1717106"/>
                  </a:lnTo>
                  <a:lnTo>
                    <a:pt x="1628291" y="1717096"/>
                  </a:lnTo>
                  <a:lnTo>
                    <a:pt x="1628286" y="1717086"/>
                  </a:lnTo>
                  <a:lnTo>
                    <a:pt x="1628283" y="1717069"/>
                  </a:lnTo>
                  <a:lnTo>
                    <a:pt x="1628282" y="1717061"/>
                  </a:lnTo>
                  <a:lnTo>
                    <a:pt x="1628281" y="1717052"/>
                  </a:lnTo>
                  <a:lnTo>
                    <a:pt x="1628282" y="1717043"/>
                  </a:lnTo>
                  <a:lnTo>
                    <a:pt x="1628283" y="1717036"/>
                  </a:lnTo>
                  <a:lnTo>
                    <a:pt x="1628291" y="1717027"/>
                  </a:lnTo>
                  <a:lnTo>
                    <a:pt x="1628310" y="1717009"/>
                  </a:lnTo>
                  <a:lnTo>
                    <a:pt x="1628331" y="1716986"/>
                  </a:lnTo>
                  <a:lnTo>
                    <a:pt x="1628337" y="1716980"/>
                  </a:lnTo>
                  <a:lnTo>
                    <a:pt x="1628346" y="1716969"/>
                  </a:lnTo>
                  <a:lnTo>
                    <a:pt x="1628369" y="1716933"/>
                  </a:lnTo>
                  <a:lnTo>
                    <a:pt x="1628379" y="1716914"/>
                  </a:lnTo>
                  <a:lnTo>
                    <a:pt x="1628386" y="1716901"/>
                  </a:lnTo>
                  <a:lnTo>
                    <a:pt x="1628406" y="1716857"/>
                  </a:lnTo>
                  <a:lnTo>
                    <a:pt x="1628411" y="1716845"/>
                  </a:lnTo>
                  <a:lnTo>
                    <a:pt x="1628420" y="1716828"/>
                  </a:lnTo>
                  <a:lnTo>
                    <a:pt x="1628423" y="1716814"/>
                  </a:lnTo>
                  <a:lnTo>
                    <a:pt x="1628423" y="1716808"/>
                  </a:lnTo>
                  <a:lnTo>
                    <a:pt x="1628423" y="1716799"/>
                  </a:lnTo>
                  <a:lnTo>
                    <a:pt x="1628419" y="1716789"/>
                  </a:lnTo>
                  <a:lnTo>
                    <a:pt x="1628410" y="1716777"/>
                  </a:lnTo>
                  <a:lnTo>
                    <a:pt x="1628400" y="1716765"/>
                  </a:lnTo>
                  <a:lnTo>
                    <a:pt x="1628358" y="1716732"/>
                  </a:lnTo>
                  <a:lnTo>
                    <a:pt x="1628353" y="1716728"/>
                  </a:lnTo>
                  <a:lnTo>
                    <a:pt x="1628347" y="1716723"/>
                  </a:lnTo>
                  <a:lnTo>
                    <a:pt x="1628272" y="1716666"/>
                  </a:lnTo>
                  <a:lnTo>
                    <a:pt x="1628245" y="1716646"/>
                  </a:lnTo>
                  <a:lnTo>
                    <a:pt x="1628202" y="1716608"/>
                  </a:lnTo>
                  <a:lnTo>
                    <a:pt x="1628174" y="1716593"/>
                  </a:lnTo>
                  <a:lnTo>
                    <a:pt x="1628148" y="1716584"/>
                  </a:lnTo>
                  <a:lnTo>
                    <a:pt x="1628142" y="1716583"/>
                  </a:lnTo>
                  <a:lnTo>
                    <a:pt x="1628126" y="1716580"/>
                  </a:lnTo>
                  <a:lnTo>
                    <a:pt x="1628043" y="1716594"/>
                  </a:lnTo>
                  <a:lnTo>
                    <a:pt x="1628028" y="1716592"/>
                  </a:lnTo>
                  <a:lnTo>
                    <a:pt x="1628011" y="1716587"/>
                  </a:lnTo>
                  <a:lnTo>
                    <a:pt x="1628000" y="1716580"/>
                  </a:lnTo>
                  <a:lnTo>
                    <a:pt x="1627986" y="1716567"/>
                  </a:lnTo>
                  <a:lnTo>
                    <a:pt x="1627968" y="1716534"/>
                  </a:lnTo>
                  <a:lnTo>
                    <a:pt x="1627959" y="1716521"/>
                  </a:lnTo>
                  <a:lnTo>
                    <a:pt x="1627954" y="1716512"/>
                  </a:lnTo>
                  <a:lnTo>
                    <a:pt x="1627939" y="1716483"/>
                  </a:lnTo>
                  <a:lnTo>
                    <a:pt x="1627932" y="1716463"/>
                  </a:lnTo>
                  <a:lnTo>
                    <a:pt x="1627929" y="1716453"/>
                  </a:lnTo>
                  <a:lnTo>
                    <a:pt x="1627928" y="1716435"/>
                  </a:lnTo>
                  <a:lnTo>
                    <a:pt x="1627928" y="1716424"/>
                  </a:lnTo>
                  <a:lnTo>
                    <a:pt x="1627930" y="1716412"/>
                  </a:lnTo>
                  <a:lnTo>
                    <a:pt x="1627954" y="1716326"/>
                  </a:lnTo>
                  <a:lnTo>
                    <a:pt x="1627962" y="1716292"/>
                  </a:lnTo>
                  <a:lnTo>
                    <a:pt x="1627966" y="1716243"/>
                  </a:lnTo>
                  <a:lnTo>
                    <a:pt x="1627965" y="1716216"/>
                  </a:lnTo>
                  <a:lnTo>
                    <a:pt x="1627961" y="1716168"/>
                  </a:lnTo>
                  <a:lnTo>
                    <a:pt x="1627958" y="1716139"/>
                  </a:lnTo>
                  <a:lnTo>
                    <a:pt x="1627951" y="1716084"/>
                  </a:lnTo>
                  <a:lnTo>
                    <a:pt x="1627943" y="1716039"/>
                  </a:lnTo>
                  <a:lnTo>
                    <a:pt x="1627942" y="1716034"/>
                  </a:lnTo>
                  <a:lnTo>
                    <a:pt x="1627937" y="1716023"/>
                  </a:lnTo>
                  <a:lnTo>
                    <a:pt x="1627926" y="1716010"/>
                  </a:lnTo>
                  <a:lnTo>
                    <a:pt x="1627911" y="1716000"/>
                  </a:lnTo>
                  <a:lnTo>
                    <a:pt x="1627882" y="1715985"/>
                  </a:lnTo>
                  <a:lnTo>
                    <a:pt x="1627855" y="1715974"/>
                  </a:lnTo>
                  <a:lnTo>
                    <a:pt x="1627813" y="1715952"/>
                  </a:lnTo>
                  <a:lnTo>
                    <a:pt x="1627798" y="1715947"/>
                  </a:lnTo>
                  <a:lnTo>
                    <a:pt x="1627785" y="1715944"/>
                  </a:lnTo>
                  <a:lnTo>
                    <a:pt x="1627753" y="1715941"/>
                  </a:lnTo>
                  <a:lnTo>
                    <a:pt x="1627709" y="1715939"/>
                  </a:lnTo>
                  <a:lnTo>
                    <a:pt x="1627685" y="1715931"/>
                  </a:lnTo>
                  <a:lnTo>
                    <a:pt x="1627648" y="1715909"/>
                  </a:lnTo>
                  <a:lnTo>
                    <a:pt x="1627628" y="1715896"/>
                  </a:lnTo>
                  <a:lnTo>
                    <a:pt x="1627624" y="1715892"/>
                  </a:lnTo>
                  <a:lnTo>
                    <a:pt x="1627615" y="1715879"/>
                  </a:lnTo>
                  <a:lnTo>
                    <a:pt x="1627609" y="1715868"/>
                  </a:lnTo>
                  <a:lnTo>
                    <a:pt x="1627606" y="1715851"/>
                  </a:lnTo>
                  <a:lnTo>
                    <a:pt x="1627604" y="1715814"/>
                  </a:lnTo>
                  <a:lnTo>
                    <a:pt x="1627609" y="1715772"/>
                  </a:lnTo>
                  <a:lnTo>
                    <a:pt x="1627610" y="1715764"/>
                  </a:lnTo>
                  <a:lnTo>
                    <a:pt x="1627629" y="1715690"/>
                  </a:lnTo>
                  <a:lnTo>
                    <a:pt x="1627631" y="1715668"/>
                  </a:lnTo>
                  <a:lnTo>
                    <a:pt x="1627631" y="1715657"/>
                  </a:lnTo>
                  <a:lnTo>
                    <a:pt x="1627626" y="1715646"/>
                  </a:lnTo>
                  <a:lnTo>
                    <a:pt x="1627619" y="1715635"/>
                  </a:lnTo>
                  <a:lnTo>
                    <a:pt x="1627595" y="1715610"/>
                  </a:lnTo>
                  <a:lnTo>
                    <a:pt x="1627559" y="1715580"/>
                  </a:lnTo>
                  <a:lnTo>
                    <a:pt x="1627517" y="1715556"/>
                  </a:lnTo>
                  <a:lnTo>
                    <a:pt x="1627449" y="1715526"/>
                  </a:lnTo>
                  <a:lnTo>
                    <a:pt x="1627420" y="1715515"/>
                  </a:lnTo>
                  <a:lnTo>
                    <a:pt x="1627413" y="1715513"/>
                  </a:lnTo>
                  <a:lnTo>
                    <a:pt x="1627405" y="1715511"/>
                  </a:lnTo>
                  <a:lnTo>
                    <a:pt x="1627398" y="1715511"/>
                  </a:lnTo>
                  <a:lnTo>
                    <a:pt x="1627391" y="1715512"/>
                  </a:lnTo>
                  <a:lnTo>
                    <a:pt x="1627376" y="1715516"/>
                  </a:lnTo>
                  <a:lnTo>
                    <a:pt x="1627347" y="1715526"/>
                  </a:lnTo>
                  <a:lnTo>
                    <a:pt x="1627307" y="1715534"/>
                  </a:lnTo>
                  <a:lnTo>
                    <a:pt x="1627254" y="1715536"/>
                  </a:lnTo>
                  <a:lnTo>
                    <a:pt x="1627208" y="1715528"/>
                  </a:lnTo>
                  <a:lnTo>
                    <a:pt x="1627178" y="1715517"/>
                  </a:lnTo>
                  <a:lnTo>
                    <a:pt x="1627163" y="1715512"/>
                  </a:lnTo>
                  <a:lnTo>
                    <a:pt x="1627129" y="1715505"/>
                  </a:lnTo>
                  <a:lnTo>
                    <a:pt x="1627100" y="1715491"/>
                  </a:lnTo>
                  <a:lnTo>
                    <a:pt x="1627086" y="1715481"/>
                  </a:lnTo>
                  <a:lnTo>
                    <a:pt x="1627081" y="1715472"/>
                  </a:lnTo>
                  <a:lnTo>
                    <a:pt x="1627078" y="1715464"/>
                  </a:lnTo>
                  <a:lnTo>
                    <a:pt x="1627077" y="1715456"/>
                  </a:lnTo>
                  <a:lnTo>
                    <a:pt x="1627076" y="1715437"/>
                  </a:lnTo>
                  <a:lnTo>
                    <a:pt x="1627081" y="1715385"/>
                  </a:lnTo>
                  <a:lnTo>
                    <a:pt x="1627091" y="1715344"/>
                  </a:lnTo>
                  <a:lnTo>
                    <a:pt x="1627088" y="1715315"/>
                  </a:lnTo>
                  <a:lnTo>
                    <a:pt x="1627082" y="1715298"/>
                  </a:lnTo>
                  <a:lnTo>
                    <a:pt x="1627073" y="1715285"/>
                  </a:lnTo>
                  <a:lnTo>
                    <a:pt x="1627035" y="1715256"/>
                  </a:lnTo>
                  <a:lnTo>
                    <a:pt x="1627005" y="1715237"/>
                  </a:lnTo>
                  <a:lnTo>
                    <a:pt x="1626992" y="1715230"/>
                  </a:lnTo>
                  <a:lnTo>
                    <a:pt x="1626966" y="1715219"/>
                  </a:lnTo>
                  <a:lnTo>
                    <a:pt x="1626946" y="1715215"/>
                  </a:lnTo>
                  <a:lnTo>
                    <a:pt x="1626932" y="1715216"/>
                  </a:lnTo>
                  <a:lnTo>
                    <a:pt x="1626915" y="1715225"/>
                  </a:lnTo>
                  <a:lnTo>
                    <a:pt x="1626901" y="1715239"/>
                  </a:lnTo>
                  <a:lnTo>
                    <a:pt x="1626899" y="1715245"/>
                  </a:lnTo>
                  <a:lnTo>
                    <a:pt x="1626888" y="1715278"/>
                  </a:lnTo>
                  <a:lnTo>
                    <a:pt x="1626874" y="1715302"/>
                  </a:lnTo>
                  <a:lnTo>
                    <a:pt x="1626832" y="1715339"/>
                  </a:lnTo>
                  <a:lnTo>
                    <a:pt x="1626812" y="1715357"/>
                  </a:lnTo>
                  <a:lnTo>
                    <a:pt x="1626777" y="1715410"/>
                  </a:lnTo>
                  <a:lnTo>
                    <a:pt x="1626761" y="1715423"/>
                  </a:lnTo>
                  <a:lnTo>
                    <a:pt x="1626754" y="1715426"/>
                  </a:lnTo>
                  <a:lnTo>
                    <a:pt x="1626740" y="1715432"/>
                  </a:lnTo>
                  <a:lnTo>
                    <a:pt x="1626701" y="1715445"/>
                  </a:lnTo>
                  <a:lnTo>
                    <a:pt x="1626654" y="1715456"/>
                  </a:lnTo>
                  <a:lnTo>
                    <a:pt x="1626618" y="1715462"/>
                  </a:lnTo>
                  <a:lnTo>
                    <a:pt x="1626580" y="1715469"/>
                  </a:lnTo>
                  <a:lnTo>
                    <a:pt x="1626500" y="1715488"/>
                  </a:lnTo>
                  <a:lnTo>
                    <a:pt x="1626419" y="1715523"/>
                  </a:lnTo>
                  <a:lnTo>
                    <a:pt x="1626387" y="1715543"/>
                  </a:lnTo>
                  <a:lnTo>
                    <a:pt x="1626375" y="1715559"/>
                  </a:lnTo>
                  <a:lnTo>
                    <a:pt x="1626370" y="1715575"/>
                  </a:lnTo>
                  <a:lnTo>
                    <a:pt x="1626368" y="1715601"/>
                  </a:lnTo>
                  <a:lnTo>
                    <a:pt x="1626378" y="1715650"/>
                  </a:lnTo>
                  <a:lnTo>
                    <a:pt x="1626381" y="1715662"/>
                  </a:lnTo>
                  <a:lnTo>
                    <a:pt x="1626390" y="1715699"/>
                  </a:lnTo>
                  <a:lnTo>
                    <a:pt x="1626395" y="1715734"/>
                  </a:lnTo>
                  <a:lnTo>
                    <a:pt x="1626394" y="1715741"/>
                  </a:lnTo>
                  <a:lnTo>
                    <a:pt x="1626388" y="1715802"/>
                  </a:lnTo>
                  <a:lnTo>
                    <a:pt x="1626374" y="1715857"/>
                  </a:lnTo>
                  <a:lnTo>
                    <a:pt x="1626356" y="1715890"/>
                  </a:lnTo>
                  <a:lnTo>
                    <a:pt x="1626343" y="1715907"/>
                  </a:lnTo>
                  <a:lnTo>
                    <a:pt x="1626321" y="1715925"/>
                  </a:lnTo>
                  <a:lnTo>
                    <a:pt x="1626301" y="1715936"/>
                  </a:lnTo>
                  <a:lnTo>
                    <a:pt x="1626274" y="1715943"/>
                  </a:lnTo>
                  <a:lnTo>
                    <a:pt x="1626242" y="1715948"/>
                  </a:lnTo>
                  <a:lnTo>
                    <a:pt x="1626212" y="1715948"/>
                  </a:lnTo>
                  <a:lnTo>
                    <a:pt x="1626199" y="1715945"/>
                  </a:lnTo>
                  <a:lnTo>
                    <a:pt x="1626180" y="1715942"/>
                  </a:lnTo>
                  <a:lnTo>
                    <a:pt x="1626169" y="1715936"/>
                  </a:lnTo>
                  <a:lnTo>
                    <a:pt x="1626154" y="1715928"/>
                  </a:lnTo>
                  <a:lnTo>
                    <a:pt x="1626149" y="1715923"/>
                  </a:lnTo>
                  <a:lnTo>
                    <a:pt x="1626142" y="1715905"/>
                  </a:lnTo>
                  <a:lnTo>
                    <a:pt x="1626120" y="1715873"/>
                  </a:lnTo>
                  <a:lnTo>
                    <a:pt x="1626096" y="1715850"/>
                  </a:lnTo>
                  <a:lnTo>
                    <a:pt x="1626083" y="1715841"/>
                  </a:lnTo>
                  <a:lnTo>
                    <a:pt x="1626048" y="1715821"/>
                  </a:lnTo>
                  <a:lnTo>
                    <a:pt x="1626030" y="1715812"/>
                  </a:lnTo>
                  <a:lnTo>
                    <a:pt x="1626012" y="1715811"/>
                  </a:lnTo>
                  <a:lnTo>
                    <a:pt x="1626003" y="1715813"/>
                  </a:lnTo>
                  <a:lnTo>
                    <a:pt x="1625982" y="1715824"/>
                  </a:lnTo>
                  <a:lnTo>
                    <a:pt x="1625959" y="1715838"/>
                  </a:lnTo>
                  <a:lnTo>
                    <a:pt x="1625931" y="1715845"/>
                  </a:lnTo>
                  <a:lnTo>
                    <a:pt x="1625922" y="1715845"/>
                  </a:lnTo>
                  <a:lnTo>
                    <a:pt x="1625915" y="1715845"/>
                  </a:lnTo>
                  <a:lnTo>
                    <a:pt x="1625899" y="1715843"/>
                  </a:lnTo>
                  <a:lnTo>
                    <a:pt x="1625860" y="1715830"/>
                  </a:lnTo>
                  <a:lnTo>
                    <a:pt x="1625842" y="1715815"/>
                  </a:lnTo>
                  <a:lnTo>
                    <a:pt x="1625826" y="1715798"/>
                  </a:lnTo>
                  <a:lnTo>
                    <a:pt x="1625800" y="1715760"/>
                  </a:lnTo>
                  <a:lnTo>
                    <a:pt x="1625797" y="1715754"/>
                  </a:lnTo>
                  <a:lnTo>
                    <a:pt x="1625777" y="1715712"/>
                  </a:lnTo>
                  <a:lnTo>
                    <a:pt x="1625760" y="1715671"/>
                  </a:lnTo>
                  <a:lnTo>
                    <a:pt x="1625755" y="1715653"/>
                  </a:lnTo>
                  <a:lnTo>
                    <a:pt x="1625745" y="1715628"/>
                  </a:lnTo>
                  <a:lnTo>
                    <a:pt x="1625715" y="1715544"/>
                  </a:lnTo>
                  <a:lnTo>
                    <a:pt x="1625699" y="1715514"/>
                  </a:lnTo>
                  <a:lnTo>
                    <a:pt x="1625681" y="1715485"/>
                  </a:lnTo>
                  <a:lnTo>
                    <a:pt x="1625609" y="1715401"/>
                  </a:lnTo>
                  <a:lnTo>
                    <a:pt x="1625559" y="1715332"/>
                  </a:lnTo>
                  <a:lnTo>
                    <a:pt x="1625539" y="1715311"/>
                  </a:lnTo>
                  <a:lnTo>
                    <a:pt x="1625527" y="1715303"/>
                  </a:lnTo>
                  <a:lnTo>
                    <a:pt x="1625518" y="1715298"/>
                  </a:lnTo>
                  <a:lnTo>
                    <a:pt x="1625468" y="1715284"/>
                  </a:lnTo>
                  <a:lnTo>
                    <a:pt x="1625441" y="1715277"/>
                  </a:lnTo>
                  <a:lnTo>
                    <a:pt x="1625416" y="1715278"/>
                  </a:lnTo>
                  <a:lnTo>
                    <a:pt x="1625410" y="1715279"/>
                  </a:lnTo>
                  <a:lnTo>
                    <a:pt x="1625394" y="1715283"/>
                  </a:lnTo>
                  <a:lnTo>
                    <a:pt x="1625356" y="1715303"/>
                  </a:lnTo>
                  <a:lnTo>
                    <a:pt x="1625343" y="1715307"/>
                  </a:lnTo>
                  <a:lnTo>
                    <a:pt x="1625328" y="1715308"/>
                  </a:lnTo>
                  <a:lnTo>
                    <a:pt x="1625306" y="1715307"/>
                  </a:lnTo>
                  <a:lnTo>
                    <a:pt x="1625285" y="1715301"/>
                  </a:lnTo>
                  <a:lnTo>
                    <a:pt x="1625268" y="1715295"/>
                  </a:lnTo>
                  <a:lnTo>
                    <a:pt x="1625254" y="1715286"/>
                  </a:lnTo>
                  <a:lnTo>
                    <a:pt x="1625221" y="1715262"/>
                  </a:lnTo>
                  <a:lnTo>
                    <a:pt x="1625160" y="1715205"/>
                  </a:lnTo>
                  <a:lnTo>
                    <a:pt x="1625137" y="1715186"/>
                  </a:lnTo>
                  <a:lnTo>
                    <a:pt x="1625109" y="1715161"/>
                  </a:lnTo>
                  <a:lnTo>
                    <a:pt x="1625097" y="1715149"/>
                  </a:lnTo>
                  <a:lnTo>
                    <a:pt x="1625078" y="1715135"/>
                  </a:lnTo>
                  <a:lnTo>
                    <a:pt x="1625048" y="1715114"/>
                  </a:lnTo>
                  <a:lnTo>
                    <a:pt x="1625033" y="1715101"/>
                  </a:lnTo>
                  <a:lnTo>
                    <a:pt x="1625009" y="1715067"/>
                  </a:lnTo>
                  <a:lnTo>
                    <a:pt x="1624976" y="1715028"/>
                  </a:lnTo>
                  <a:lnTo>
                    <a:pt x="1624964" y="1715019"/>
                  </a:lnTo>
                  <a:lnTo>
                    <a:pt x="1624947" y="1715016"/>
                  </a:lnTo>
                  <a:lnTo>
                    <a:pt x="1624930" y="1715015"/>
                  </a:lnTo>
                  <a:lnTo>
                    <a:pt x="1624901" y="1715024"/>
                  </a:lnTo>
                  <a:lnTo>
                    <a:pt x="1624864" y="1715034"/>
                  </a:lnTo>
                  <a:lnTo>
                    <a:pt x="1624818" y="1715050"/>
                  </a:lnTo>
                  <a:lnTo>
                    <a:pt x="1624807" y="1715054"/>
                  </a:lnTo>
                  <a:lnTo>
                    <a:pt x="1624794" y="1715060"/>
                  </a:lnTo>
                  <a:lnTo>
                    <a:pt x="1624777" y="1715070"/>
                  </a:lnTo>
                  <a:lnTo>
                    <a:pt x="1624754" y="1715078"/>
                  </a:lnTo>
                  <a:lnTo>
                    <a:pt x="1624741" y="1715079"/>
                  </a:lnTo>
                  <a:lnTo>
                    <a:pt x="1624715" y="1715075"/>
                  </a:lnTo>
                  <a:lnTo>
                    <a:pt x="1624672" y="1715066"/>
                  </a:lnTo>
                  <a:lnTo>
                    <a:pt x="1624653" y="1715062"/>
                  </a:lnTo>
                  <a:lnTo>
                    <a:pt x="1624630" y="1715062"/>
                  </a:lnTo>
                  <a:lnTo>
                    <a:pt x="1624590" y="1715066"/>
                  </a:lnTo>
                  <a:lnTo>
                    <a:pt x="1624551" y="1715069"/>
                  </a:lnTo>
                  <a:lnTo>
                    <a:pt x="1624523" y="1715064"/>
                  </a:lnTo>
                  <a:lnTo>
                    <a:pt x="1624506" y="1715059"/>
                  </a:lnTo>
                  <a:lnTo>
                    <a:pt x="1624496" y="1715050"/>
                  </a:lnTo>
                  <a:lnTo>
                    <a:pt x="1624485" y="1715038"/>
                  </a:lnTo>
                  <a:lnTo>
                    <a:pt x="1624475" y="1715022"/>
                  </a:lnTo>
                  <a:lnTo>
                    <a:pt x="1624464" y="1715012"/>
                  </a:lnTo>
                  <a:lnTo>
                    <a:pt x="1624456" y="1715014"/>
                  </a:lnTo>
                  <a:lnTo>
                    <a:pt x="1624447" y="1715022"/>
                  </a:lnTo>
                  <a:lnTo>
                    <a:pt x="1624436" y="1715033"/>
                  </a:lnTo>
                  <a:lnTo>
                    <a:pt x="1624425" y="1715052"/>
                  </a:lnTo>
                  <a:lnTo>
                    <a:pt x="1624420" y="1715075"/>
                  </a:lnTo>
                  <a:lnTo>
                    <a:pt x="1624421" y="1715110"/>
                  </a:lnTo>
                  <a:lnTo>
                    <a:pt x="1624419" y="1715147"/>
                  </a:lnTo>
                  <a:lnTo>
                    <a:pt x="1624420" y="1715155"/>
                  </a:lnTo>
                  <a:lnTo>
                    <a:pt x="1624419" y="1715171"/>
                  </a:lnTo>
                  <a:lnTo>
                    <a:pt x="1624418" y="1715183"/>
                  </a:lnTo>
                  <a:lnTo>
                    <a:pt x="1624413" y="1715192"/>
                  </a:lnTo>
                  <a:lnTo>
                    <a:pt x="1624402" y="1715201"/>
                  </a:lnTo>
                  <a:lnTo>
                    <a:pt x="1624390" y="1715208"/>
                  </a:lnTo>
                  <a:lnTo>
                    <a:pt x="1624351" y="1715222"/>
                  </a:lnTo>
                  <a:lnTo>
                    <a:pt x="1624309" y="1715233"/>
                  </a:lnTo>
                  <a:lnTo>
                    <a:pt x="1624269" y="1715247"/>
                  </a:lnTo>
                  <a:lnTo>
                    <a:pt x="1624243" y="1715244"/>
                  </a:lnTo>
                  <a:lnTo>
                    <a:pt x="1624224" y="1715242"/>
                  </a:lnTo>
                  <a:lnTo>
                    <a:pt x="1624219" y="1715243"/>
                  </a:lnTo>
                  <a:lnTo>
                    <a:pt x="1624201" y="1715246"/>
                  </a:lnTo>
                  <a:lnTo>
                    <a:pt x="1624169" y="1715259"/>
                  </a:lnTo>
                  <a:lnTo>
                    <a:pt x="1624122" y="1715272"/>
                  </a:lnTo>
                  <a:lnTo>
                    <a:pt x="1624110" y="1715276"/>
                  </a:lnTo>
                  <a:lnTo>
                    <a:pt x="1624079" y="1715281"/>
                  </a:lnTo>
                  <a:lnTo>
                    <a:pt x="1624059" y="1715281"/>
                  </a:lnTo>
                  <a:lnTo>
                    <a:pt x="1624026" y="1715272"/>
                  </a:lnTo>
                  <a:lnTo>
                    <a:pt x="1623960" y="1715243"/>
                  </a:lnTo>
                  <a:lnTo>
                    <a:pt x="1623910" y="1715217"/>
                  </a:lnTo>
                  <a:lnTo>
                    <a:pt x="1623890" y="1715208"/>
                  </a:lnTo>
                  <a:lnTo>
                    <a:pt x="1623869" y="1715204"/>
                  </a:lnTo>
                  <a:lnTo>
                    <a:pt x="1623849" y="1715205"/>
                  </a:lnTo>
                  <a:lnTo>
                    <a:pt x="1623792" y="1715222"/>
                  </a:lnTo>
                  <a:lnTo>
                    <a:pt x="1623781" y="1715222"/>
                  </a:lnTo>
                  <a:lnTo>
                    <a:pt x="1623771" y="1715221"/>
                  </a:lnTo>
                  <a:lnTo>
                    <a:pt x="1623758" y="1715218"/>
                  </a:lnTo>
                  <a:lnTo>
                    <a:pt x="1623739" y="1715202"/>
                  </a:lnTo>
                  <a:lnTo>
                    <a:pt x="1623701" y="1715157"/>
                  </a:lnTo>
                  <a:lnTo>
                    <a:pt x="1623676" y="1715138"/>
                  </a:lnTo>
                  <a:lnTo>
                    <a:pt x="1623656" y="1715135"/>
                  </a:lnTo>
                  <a:lnTo>
                    <a:pt x="1623640" y="1715136"/>
                  </a:lnTo>
                  <a:lnTo>
                    <a:pt x="1623624" y="1715141"/>
                  </a:lnTo>
                  <a:lnTo>
                    <a:pt x="1623610" y="1715144"/>
                  </a:lnTo>
                  <a:lnTo>
                    <a:pt x="1623564" y="1715154"/>
                  </a:lnTo>
                  <a:lnTo>
                    <a:pt x="1623516" y="1715174"/>
                  </a:lnTo>
                  <a:lnTo>
                    <a:pt x="1623451" y="1715198"/>
                  </a:lnTo>
                  <a:lnTo>
                    <a:pt x="1623419" y="1715213"/>
                  </a:lnTo>
                  <a:lnTo>
                    <a:pt x="1623388" y="1715236"/>
                  </a:lnTo>
                  <a:lnTo>
                    <a:pt x="1623363" y="1715257"/>
                  </a:lnTo>
                  <a:lnTo>
                    <a:pt x="1623346" y="1715272"/>
                  </a:lnTo>
                  <a:lnTo>
                    <a:pt x="1623336" y="1715284"/>
                  </a:lnTo>
                  <a:lnTo>
                    <a:pt x="1623328" y="1715298"/>
                  </a:lnTo>
                  <a:lnTo>
                    <a:pt x="1623324" y="1715310"/>
                  </a:lnTo>
                  <a:lnTo>
                    <a:pt x="1623320" y="1715321"/>
                  </a:lnTo>
                  <a:lnTo>
                    <a:pt x="1623314" y="1715338"/>
                  </a:lnTo>
                  <a:lnTo>
                    <a:pt x="1623304" y="1715382"/>
                  </a:lnTo>
                  <a:lnTo>
                    <a:pt x="1623303" y="1715395"/>
                  </a:lnTo>
                  <a:lnTo>
                    <a:pt x="1623304" y="1715418"/>
                  </a:lnTo>
                  <a:lnTo>
                    <a:pt x="1623306" y="1715435"/>
                  </a:lnTo>
                  <a:lnTo>
                    <a:pt x="1623316" y="1715462"/>
                  </a:lnTo>
                  <a:lnTo>
                    <a:pt x="1623317" y="1715467"/>
                  </a:lnTo>
                  <a:lnTo>
                    <a:pt x="1623322" y="1715486"/>
                  </a:lnTo>
                  <a:lnTo>
                    <a:pt x="1623321" y="1715504"/>
                  </a:lnTo>
                  <a:lnTo>
                    <a:pt x="1623319" y="1715516"/>
                  </a:lnTo>
                  <a:lnTo>
                    <a:pt x="1623317" y="1715530"/>
                  </a:lnTo>
                  <a:lnTo>
                    <a:pt x="1623308" y="1715545"/>
                  </a:lnTo>
                  <a:lnTo>
                    <a:pt x="1623291" y="1715566"/>
                  </a:lnTo>
                  <a:lnTo>
                    <a:pt x="1623283" y="1715571"/>
                  </a:lnTo>
                  <a:lnTo>
                    <a:pt x="1623269" y="1715580"/>
                  </a:lnTo>
                  <a:lnTo>
                    <a:pt x="1623248" y="1715588"/>
                  </a:lnTo>
                  <a:lnTo>
                    <a:pt x="1623232" y="1715588"/>
                  </a:lnTo>
                  <a:lnTo>
                    <a:pt x="1623189" y="1715586"/>
                  </a:lnTo>
                  <a:lnTo>
                    <a:pt x="1623144" y="1715583"/>
                  </a:lnTo>
                  <a:lnTo>
                    <a:pt x="1623109" y="1715581"/>
                  </a:lnTo>
                  <a:lnTo>
                    <a:pt x="1623035" y="1715576"/>
                  </a:lnTo>
                  <a:lnTo>
                    <a:pt x="1623006" y="1715578"/>
                  </a:lnTo>
                  <a:lnTo>
                    <a:pt x="1622982" y="1715585"/>
                  </a:lnTo>
                  <a:lnTo>
                    <a:pt x="1622944" y="1715599"/>
                  </a:lnTo>
                  <a:lnTo>
                    <a:pt x="1622900" y="1715618"/>
                  </a:lnTo>
                  <a:lnTo>
                    <a:pt x="1622891" y="1715624"/>
                  </a:lnTo>
                  <a:lnTo>
                    <a:pt x="1622886" y="1715631"/>
                  </a:lnTo>
                  <a:lnTo>
                    <a:pt x="1622885" y="1715644"/>
                  </a:lnTo>
                  <a:lnTo>
                    <a:pt x="1622895" y="1715679"/>
                  </a:lnTo>
                  <a:lnTo>
                    <a:pt x="1622899" y="1715708"/>
                  </a:lnTo>
                  <a:lnTo>
                    <a:pt x="1622896" y="1715721"/>
                  </a:lnTo>
                  <a:lnTo>
                    <a:pt x="1622889" y="1715729"/>
                  </a:lnTo>
                  <a:lnTo>
                    <a:pt x="1622878" y="1715740"/>
                  </a:lnTo>
                  <a:lnTo>
                    <a:pt x="1622856" y="1715756"/>
                  </a:lnTo>
                  <a:lnTo>
                    <a:pt x="1622831" y="1715766"/>
                  </a:lnTo>
                  <a:lnTo>
                    <a:pt x="1622781" y="1715778"/>
                  </a:lnTo>
                  <a:lnTo>
                    <a:pt x="1622719" y="1715788"/>
                  </a:lnTo>
                  <a:lnTo>
                    <a:pt x="1622665" y="1715797"/>
                  </a:lnTo>
                  <a:lnTo>
                    <a:pt x="1622624" y="1715810"/>
                  </a:lnTo>
                  <a:lnTo>
                    <a:pt x="1622600" y="1715820"/>
                  </a:lnTo>
                  <a:lnTo>
                    <a:pt x="1622575" y="1715841"/>
                  </a:lnTo>
                  <a:lnTo>
                    <a:pt x="1622549" y="1715859"/>
                  </a:lnTo>
                  <a:lnTo>
                    <a:pt x="1622518" y="1715868"/>
                  </a:lnTo>
                  <a:lnTo>
                    <a:pt x="1622472" y="1715873"/>
                  </a:lnTo>
                  <a:lnTo>
                    <a:pt x="1622436" y="1715875"/>
                  </a:lnTo>
                  <a:lnTo>
                    <a:pt x="1622369" y="1715885"/>
                  </a:lnTo>
                  <a:lnTo>
                    <a:pt x="1622323" y="1715891"/>
                  </a:lnTo>
                  <a:lnTo>
                    <a:pt x="1622261" y="1715898"/>
                  </a:lnTo>
                  <a:lnTo>
                    <a:pt x="1622244" y="1715902"/>
                  </a:lnTo>
                  <a:lnTo>
                    <a:pt x="1622227" y="1715905"/>
                  </a:lnTo>
                  <a:lnTo>
                    <a:pt x="1622189" y="1715910"/>
                  </a:lnTo>
                  <a:lnTo>
                    <a:pt x="1622169" y="1715911"/>
                  </a:lnTo>
                  <a:lnTo>
                    <a:pt x="1622130" y="1715908"/>
                  </a:lnTo>
                  <a:lnTo>
                    <a:pt x="1622106" y="1715903"/>
                  </a:lnTo>
                  <a:lnTo>
                    <a:pt x="1622064" y="1715887"/>
                  </a:lnTo>
                  <a:lnTo>
                    <a:pt x="1622039" y="1715879"/>
                  </a:lnTo>
                  <a:lnTo>
                    <a:pt x="1622004" y="1715867"/>
                  </a:lnTo>
                  <a:lnTo>
                    <a:pt x="1621992" y="1715868"/>
                  </a:lnTo>
                  <a:lnTo>
                    <a:pt x="1621980" y="1715872"/>
                  </a:lnTo>
                  <a:lnTo>
                    <a:pt x="1621970" y="1715878"/>
                  </a:lnTo>
                  <a:lnTo>
                    <a:pt x="1621960" y="1715883"/>
                  </a:lnTo>
                  <a:lnTo>
                    <a:pt x="1621937" y="1715900"/>
                  </a:lnTo>
                  <a:lnTo>
                    <a:pt x="1621921" y="1715913"/>
                  </a:lnTo>
                  <a:lnTo>
                    <a:pt x="1621914" y="1715916"/>
                  </a:lnTo>
                  <a:lnTo>
                    <a:pt x="1621910" y="1715921"/>
                  </a:lnTo>
                  <a:lnTo>
                    <a:pt x="1621900" y="1715930"/>
                  </a:lnTo>
                  <a:lnTo>
                    <a:pt x="1621880" y="1715945"/>
                  </a:lnTo>
                  <a:lnTo>
                    <a:pt x="1621871" y="1715952"/>
                  </a:lnTo>
                  <a:lnTo>
                    <a:pt x="1621864" y="1715957"/>
                  </a:lnTo>
                  <a:lnTo>
                    <a:pt x="1621851" y="1715964"/>
                  </a:lnTo>
                  <a:lnTo>
                    <a:pt x="1621840" y="1715968"/>
                  </a:lnTo>
                  <a:lnTo>
                    <a:pt x="1621828" y="1715969"/>
                  </a:lnTo>
                  <a:lnTo>
                    <a:pt x="1621818" y="1715968"/>
                  </a:lnTo>
                  <a:lnTo>
                    <a:pt x="1621802" y="1715966"/>
                  </a:lnTo>
                  <a:lnTo>
                    <a:pt x="1621793" y="1715966"/>
                  </a:lnTo>
                  <a:lnTo>
                    <a:pt x="1621779" y="1715968"/>
                  </a:lnTo>
                  <a:lnTo>
                    <a:pt x="1621678" y="1715997"/>
                  </a:lnTo>
                  <a:lnTo>
                    <a:pt x="1621665" y="1716004"/>
                  </a:lnTo>
                  <a:lnTo>
                    <a:pt x="1621645" y="1716013"/>
                  </a:lnTo>
                  <a:lnTo>
                    <a:pt x="1621631" y="1716017"/>
                  </a:lnTo>
                  <a:lnTo>
                    <a:pt x="1621580" y="1716033"/>
                  </a:lnTo>
                  <a:lnTo>
                    <a:pt x="1621551" y="1716037"/>
                  </a:lnTo>
                  <a:lnTo>
                    <a:pt x="1621541" y="1716038"/>
                  </a:lnTo>
                  <a:lnTo>
                    <a:pt x="1621529" y="1716040"/>
                  </a:lnTo>
                  <a:lnTo>
                    <a:pt x="1621488" y="1716062"/>
                  </a:lnTo>
                  <a:lnTo>
                    <a:pt x="1621442" y="1716088"/>
                  </a:lnTo>
                  <a:lnTo>
                    <a:pt x="1621429" y="1716101"/>
                  </a:lnTo>
                  <a:lnTo>
                    <a:pt x="1621425" y="1716107"/>
                  </a:lnTo>
                  <a:lnTo>
                    <a:pt x="1621420" y="1716119"/>
                  </a:lnTo>
                  <a:lnTo>
                    <a:pt x="1621416" y="1716136"/>
                  </a:lnTo>
                  <a:lnTo>
                    <a:pt x="1621413" y="1716143"/>
                  </a:lnTo>
                  <a:lnTo>
                    <a:pt x="1621367" y="1716190"/>
                  </a:lnTo>
                  <a:lnTo>
                    <a:pt x="1621332" y="1716225"/>
                  </a:lnTo>
                  <a:lnTo>
                    <a:pt x="1621328" y="1716230"/>
                  </a:lnTo>
                  <a:lnTo>
                    <a:pt x="1621304" y="1716254"/>
                  </a:lnTo>
                  <a:lnTo>
                    <a:pt x="1621204" y="1716348"/>
                  </a:lnTo>
                  <a:lnTo>
                    <a:pt x="1621173" y="1716381"/>
                  </a:lnTo>
                  <a:lnTo>
                    <a:pt x="1621167" y="1716389"/>
                  </a:lnTo>
                  <a:lnTo>
                    <a:pt x="1621152" y="1716423"/>
                  </a:lnTo>
                  <a:lnTo>
                    <a:pt x="1621145" y="1716431"/>
                  </a:lnTo>
                  <a:lnTo>
                    <a:pt x="1621123" y="1716441"/>
                  </a:lnTo>
                  <a:lnTo>
                    <a:pt x="1621074" y="1716445"/>
                  </a:lnTo>
                  <a:lnTo>
                    <a:pt x="1621063" y="1716447"/>
                  </a:lnTo>
                  <a:lnTo>
                    <a:pt x="1621051" y="1716460"/>
                  </a:lnTo>
                  <a:lnTo>
                    <a:pt x="1621047" y="1716466"/>
                  </a:lnTo>
                  <a:lnTo>
                    <a:pt x="1621025" y="1716495"/>
                  </a:lnTo>
                  <a:lnTo>
                    <a:pt x="1621012" y="1716509"/>
                  </a:lnTo>
                  <a:lnTo>
                    <a:pt x="1621004" y="1716513"/>
                  </a:lnTo>
                  <a:lnTo>
                    <a:pt x="1620993" y="1716520"/>
                  </a:lnTo>
                  <a:lnTo>
                    <a:pt x="1620984" y="1716525"/>
                  </a:lnTo>
                  <a:lnTo>
                    <a:pt x="1620942" y="1716541"/>
                  </a:lnTo>
                  <a:lnTo>
                    <a:pt x="1620887" y="1716558"/>
                  </a:lnTo>
                  <a:lnTo>
                    <a:pt x="1620864" y="1716565"/>
                  </a:lnTo>
                  <a:lnTo>
                    <a:pt x="1620836" y="1716569"/>
                  </a:lnTo>
                  <a:lnTo>
                    <a:pt x="1620810" y="1716571"/>
                  </a:lnTo>
                  <a:lnTo>
                    <a:pt x="1620776" y="1716575"/>
                  </a:lnTo>
                  <a:lnTo>
                    <a:pt x="1620738" y="1716583"/>
                  </a:lnTo>
                  <a:lnTo>
                    <a:pt x="1620697" y="1716587"/>
                  </a:lnTo>
                  <a:lnTo>
                    <a:pt x="1620682" y="1716588"/>
                  </a:lnTo>
                  <a:lnTo>
                    <a:pt x="1620671" y="1716589"/>
                  </a:lnTo>
                  <a:lnTo>
                    <a:pt x="1620628" y="1716593"/>
                  </a:lnTo>
                  <a:lnTo>
                    <a:pt x="1620585" y="1716601"/>
                  </a:lnTo>
                  <a:lnTo>
                    <a:pt x="1620549" y="1716608"/>
                  </a:lnTo>
                  <a:lnTo>
                    <a:pt x="1620536" y="1716614"/>
                  </a:lnTo>
                  <a:lnTo>
                    <a:pt x="1620527" y="1716619"/>
                  </a:lnTo>
                  <a:lnTo>
                    <a:pt x="1620521" y="1716624"/>
                  </a:lnTo>
                  <a:lnTo>
                    <a:pt x="1620514" y="1716632"/>
                  </a:lnTo>
                  <a:lnTo>
                    <a:pt x="1620499" y="1716648"/>
                  </a:lnTo>
                  <a:lnTo>
                    <a:pt x="1620494" y="1716655"/>
                  </a:lnTo>
                  <a:lnTo>
                    <a:pt x="1620487" y="1716665"/>
                  </a:lnTo>
                  <a:lnTo>
                    <a:pt x="1620483" y="1716672"/>
                  </a:lnTo>
                  <a:lnTo>
                    <a:pt x="1620477" y="1716684"/>
                  </a:lnTo>
                  <a:lnTo>
                    <a:pt x="1620475" y="1716693"/>
                  </a:lnTo>
                  <a:lnTo>
                    <a:pt x="1620472" y="1716707"/>
                  </a:lnTo>
                  <a:lnTo>
                    <a:pt x="1620467" y="1716725"/>
                  </a:lnTo>
                  <a:lnTo>
                    <a:pt x="1620463" y="1716740"/>
                  </a:lnTo>
                  <a:lnTo>
                    <a:pt x="1620455" y="1716770"/>
                  </a:lnTo>
                  <a:lnTo>
                    <a:pt x="1620451" y="1716777"/>
                  </a:lnTo>
                  <a:lnTo>
                    <a:pt x="1620446" y="1716782"/>
                  </a:lnTo>
                  <a:lnTo>
                    <a:pt x="1620439" y="1716784"/>
                  </a:lnTo>
                  <a:lnTo>
                    <a:pt x="1620427" y="1716786"/>
                  </a:lnTo>
                  <a:lnTo>
                    <a:pt x="1620419" y="1716786"/>
                  </a:lnTo>
                  <a:lnTo>
                    <a:pt x="1620401" y="1716782"/>
                  </a:lnTo>
                  <a:lnTo>
                    <a:pt x="1620394" y="1716781"/>
                  </a:lnTo>
                  <a:lnTo>
                    <a:pt x="1620378" y="1716786"/>
                  </a:lnTo>
                  <a:lnTo>
                    <a:pt x="1620374" y="1716789"/>
                  </a:lnTo>
                  <a:lnTo>
                    <a:pt x="1620368" y="1716794"/>
                  </a:lnTo>
                  <a:lnTo>
                    <a:pt x="1620360" y="1716803"/>
                  </a:lnTo>
                  <a:lnTo>
                    <a:pt x="1620351" y="1716814"/>
                  </a:lnTo>
                  <a:lnTo>
                    <a:pt x="1620345" y="1716828"/>
                  </a:lnTo>
                  <a:lnTo>
                    <a:pt x="1620333" y="1716853"/>
                  </a:lnTo>
                  <a:lnTo>
                    <a:pt x="1620323" y="1716885"/>
                  </a:lnTo>
                  <a:lnTo>
                    <a:pt x="1620317" y="1716904"/>
                  </a:lnTo>
                  <a:lnTo>
                    <a:pt x="1620312" y="1716920"/>
                  </a:lnTo>
                  <a:lnTo>
                    <a:pt x="1620297" y="1716968"/>
                  </a:lnTo>
                  <a:lnTo>
                    <a:pt x="1620281" y="1716996"/>
                  </a:lnTo>
                  <a:lnTo>
                    <a:pt x="1620276" y="1717002"/>
                  </a:lnTo>
                  <a:lnTo>
                    <a:pt x="1620262" y="1717013"/>
                  </a:lnTo>
                  <a:lnTo>
                    <a:pt x="1620253" y="1717019"/>
                  </a:lnTo>
                  <a:lnTo>
                    <a:pt x="1620248" y="1717022"/>
                  </a:lnTo>
                  <a:lnTo>
                    <a:pt x="1620238" y="1717023"/>
                  </a:lnTo>
                  <a:lnTo>
                    <a:pt x="1620222" y="1717024"/>
                  </a:lnTo>
                  <a:lnTo>
                    <a:pt x="1620209" y="1717025"/>
                  </a:lnTo>
                  <a:lnTo>
                    <a:pt x="1620190" y="1717025"/>
                  </a:lnTo>
                  <a:lnTo>
                    <a:pt x="1620176" y="1717026"/>
                  </a:lnTo>
                  <a:lnTo>
                    <a:pt x="1620164" y="1717027"/>
                  </a:lnTo>
                  <a:lnTo>
                    <a:pt x="1620151" y="1717027"/>
                  </a:lnTo>
                  <a:lnTo>
                    <a:pt x="1620139" y="1717028"/>
                  </a:lnTo>
                  <a:lnTo>
                    <a:pt x="1620132" y="1717031"/>
                  </a:lnTo>
                  <a:lnTo>
                    <a:pt x="1620116" y="1717038"/>
                  </a:lnTo>
                  <a:lnTo>
                    <a:pt x="1620104" y="1717044"/>
                  </a:lnTo>
                  <a:lnTo>
                    <a:pt x="1620043" y="1717071"/>
                  </a:lnTo>
                  <a:lnTo>
                    <a:pt x="1619996" y="1717096"/>
                  </a:lnTo>
                  <a:lnTo>
                    <a:pt x="1619962" y="1717114"/>
                  </a:lnTo>
                  <a:lnTo>
                    <a:pt x="1619956" y="1717117"/>
                  </a:lnTo>
                  <a:lnTo>
                    <a:pt x="1619950" y="1717122"/>
                  </a:lnTo>
                  <a:lnTo>
                    <a:pt x="1619943" y="1717127"/>
                  </a:lnTo>
                  <a:lnTo>
                    <a:pt x="1619937" y="1717131"/>
                  </a:lnTo>
                  <a:lnTo>
                    <a:pt x="1619911" y="1717149"/>
                  </a:lnTo>
                  <a:lnTo>
                    <a:pt x="1619901" y="1717155"/>
                  </a:lnTo>
                  <a:lnTo>
                    <a:pt x="1619893" y="1717156"/>
                  </a:lnTo>
                  <a:lnTo>
                    <a:pt x="1619886" y="1717157"/>
                  </a:lnTo>
                  <a:lnTo>
                    <a:pt x="1619865" y="1717156"/>
                  </a:lnTo>
                  <a:lnTo>
                    <a:pt x="1619840" y="1717156"/>
                  </a:lnTo>
                  <a:lnTo>
                    <a:pt x="1619825" y="1717157"/>
                  </a:lnTo>
                  <a:lnTo>
                    <a:pt x="1619811" y="1717160"/>
                  </a:lnTo>
                  <a:lnTo>
                    <a:pt x="1619786" y="1717169"/>
                  </a:lnTo>
                  <a:lnTo>
                    <a:pt x="1619780" y="1717172"/>
                  </a:lnTo>
                  <a:lnTo>
                    <a:pt x="1619771" y="1717178"/>
                  </a:lnTo>
                  <a:lnTo>
                    <a:pt x="1619762" y="1717188"/>
                  </a:lnTo>
                  <a:lnTo>
                    <a:pt x="1619748" y="1717212"/>
                  </a:lnTo>
                  <a:lnTo>
                    <a:pt x="1619740" y="1717220"/>
                  </a:lnTo>
                  <a:lnTo>
                    <a:pt x="1619733" y="1717228"/>
                  </a:lnTo>
                  <a:lnTo>
                    <a:pt x="1619707" y="1717250"/>
                  </a:lnTo>
                  <a:lnTo>
                    <a:pt x="1619667" y="1717276"/>
                  </a:lnTo>
                  <a:lnTo>
                    <a:pt x="1619642" y="1717287"/>
                  </a:lnTo>
                  <a:lnTo>
                    <a:pt x="1619620" y="1717294"/>
                  </a:lnTo>
                  <a:lnTo>
                    <a:pt x="1619613" y="1717294"/>
                  </a:lnTo>
                  <a:lnTo>
                    <a:pt x="1619603" y="1717287"/>
                  </a:lnTo>
                  <a:lnTo>
                    <a:pt x="1619593" y="1717283"/>
                  </a:lnTo>
                  <a:lnTo>
                    <a:pt x="1619576" y="1717279"/>
                  </a:lnTo>
                  <a:lnTo>
                    <a:pt x="1619565" y="1717278"/>
                  </a:lnTo>
                  <a:lnTo>
                    <a:pt x="1619556" y="1717279"/>
                  </a:lnTo>
                  <a:lnTo>
                    <a:pt x="1619551" y="1717282"/>
                  </a:lnTo>
                  <a:lnTo>
                    <a:pt x="1619521" y="1717305"/>
                  </a:lnTo>
                  <a:lnTo>
                    <a:pt x="1619465" y="1717334"/>
                  </a:lnTo>
                  <a:lnTo>
                    <a:pt x="1619421" y="1717343"/>
                  </a:lnTo>
                  <a:lnTo>
                    <a:pt x="1619414" y="1717344"/>
                  </a:lnTo>
                  <a:lnTo>
                    <a:pt x="1619409" y="1717344"/>
                  </a:lnTo>
                  <a:lnTo>
                    <a:pt x="1619395" y="1717335"/>
                  </a:lnTo>
                  <a:lnTo>
                    <a:pt x="1619390" y="1717330"/>
                  </a:lnTo>
                  <a:lnTo>
                    <a:pt x="1619379" y="1717318"/>
                  </a:lnTo>
                  <a:lnTo>
                    <a:pt x="1619373" y="1717311"/>
                  </a:lnTo>
                  <a:lnTo>
                    <a:pt x="1619364" y="1717302"/>
                  </a:lnTo>
                  <a:lnTo>
                    <a:pt x="1619358" y="1717294"/>
                  </a:lnTo>
                  <a:lnTo>
                    <a:pt x="1619349" y="1717290"/>
                  </a:lnTo>
                  <a:lnTo>
                    <a:pt x="1619341" y="1717292"/>
                  </a:lnTo>
                  <a:lnTo>
                    <a:pt x="1619328" y="1717299"/>
                  </a:lnTo>
                  <a:lnTo>
                    <a:pt x="1619319" y="1717301"/>
                  </a:lnTo>
                  <a:lnTo>
                    <a:pt x="1619311" y="1717304"/>
                  </a:lnTo>
                  <a:lnTo>
                    <a:pt x="1619305" y="1717304"/>
                  </a:lnTo>
                  <a:lnTo>
                    <a:pt x="1619297" y="1717300"/>
                  </a:lnTo>
                  <a:lnTo>
                    <a:pt x="1619290" y="1717292"/>
                  </a:lnTo>
                  <a:lnTo>
                    <a:pt x="1619278" y="1717293"/>
                  </a:lnTo>
                  <a:lnTo>
                    <a:pt x="1619257" y="1717299"/>
                  </a:lnTo>
                  <a:lnTo>
                    <a:pt x="1619253" y="1717302"/>
                  </a:lnTo>
                  <a:lnTo>
                    <a:pt x="1619246" y="1717307"/>
                  </a:lnTo>
                  <a:lnTo>
                    <a:pt x="1619212" y="1717338"/>
                  </a:lnTo>
                  <a:lnTo>
                    <a:pt x="1619194" y="1717352"/>
                  </a:lnTo>
                  <a:lnTo>
                    <a:pt x="1619161" y="1717377"/>
                  </a:lnTo>
                  <a:lnTo>
                    <a:pt x="1619136" y="1717400"/>
                  </a:lnTo>
                  <a:lnTo>
                    <a:pt x="1619131" y="1717402"/>
                  </a:lnTo>
                  <a:lnTo>
                    <a:pt x="1619124" y="1717402"/>
                  </a:lnTo>
                  <a:lnTo>
                    <a:pt x="1619117" y="1717401"/>
                  </a:lnTo>
                  <a:lnTo>
                    <a:pt x="1619109" y="1717397"/>
                  </a:lnTo>
                  <a:lnTo>
                    <a:pt x="1619077" y="1717382"/>
                  </a:lnTo>
                  <a:lnTo>
                    <a:pt x="1619064" y="1717381"/>
                  </a:lnTo>
                  <a:lnTo>
                    <a:pt x="1619049" y="1717385"/>
                  </a:lnTo>
                  <a:lnTo>
                    <a:pt x="1619040" y="1717393"/>
                  </a:lnTo>
                  <a:lnTo>
                    <a:pt x="1619014" y="1717423"/>
                  </a:lnTo>
                  <a:lnTo>
                    <a:pt x="1619003" y="1717434"/>
                  </a:lnTo>
                  <a:lnTo>
                    <a:pt x="1618996" y="1717442"/>
                  </a:lnTo>
                  <a:lnTo>
                    <a:pt x="1618981" y="1717448"/>
                  </a:lnTo>
                  <a:lnTo>
                    <a:pt x="1618976" y="1717453"/>
                  </a:lnTo>
                  <a:lnTo>
                    <a:pt x="1618972" y="1717460"/>
                  </a:lnTo>
                  <a:lnTo>
                    <a:pt x="1618972" y="1717484"/>
                  </a:lnTo>
                  <a:lnTo>
                    <a:pt x="1618974" y="1717492"/>
                  </a:lnTo>
                  <a:lnTo>
                    <a:pt x="1618973" y="1717511"/>
                  </a:lnTo>
                  <a:lnTo>
                    <a:pt x="1618971" y="1717517"/>
                  </a:lnTo>
                  <a:lnTo>
                    <a:pt x="1618966" y="1717533"/>
                  </a:lnTo>
                  <a:lnTo>
                    <a:pt x="1618963" y="1717540"/>
                  </a:lnTo>
                  <a:lnTo>
                    <a:pt x="1618959" y="1717547"/>
                  </a:lnTo>
                  <a:lnTo>
                    <a:pt x="1618952" y="1717554"/>
                  </a:lnTo>
                  <a:lnTo>
                    <a:pt x="1618939" y="1717564"/>
                  </a:lnTo>
                  <a:lnTo>
                    <a:pt x="1618934" y="1717565"/>
                  </a:lnTo>
                  <a:lnTo>
                    <a:pt x="1618928" y="1717566"/>
                  </a:lnTo>
                  <a:lnTo>
                    <a:pt x="1618920" y="1717566"/>
                  </a:lnTo>
                  <a:lnTo>
                    <a:pt x="1618904" y="1717563"/>
                  </a:lnTo>
                  <a:lnTo>
                    <a:pt x="1618842" y="1717557"/>
                  </a:lnTo>
                  <a:lnTo>
                    <a:pt x="1618835" y="1717559"/>
                  </a:lnTo>
                  <a:lnTo>
                    <a:pt x="1618822" y="1717568"/>
                  </a:lnTo>
                  <a:lnTo>
                    <a:pt x="1618808" y="1717573"/>
                  </a:lnTo>
                  <a:lnTo>
                    <a:pt x="1618777" y="1717566"/>
                  </a:lnTo>
                  <a:lnTo>
                    <a:pt x="1618751" y="1717564"/>
                  </a:lnTo>
                  <a:lnTo>
                    <a:pt x="1618742" y="1717565"/>
                  </a:lnTo>
                  <a:lnTo>
                    <a:pt x="1618732" y="1717571"/>
                  </a:lnTo>
                  <a:lnTo>
                    <a:pt x="1618714" y="1717584"/>
                  </a:lnTo>
                  <a:lnTo>
                    <a:pt x="1618710" y="1717586"/>
                  </a:lnTo>
                  <a:lnTo>
                    <a:pt x="1618701" y="1717587"/>
                  </a:lnTo>
                  <a:lnTo>
                    <a:pt x="1618689" y="1717588"/>
                  </a:lnTo>
                  <a:lnTo>
                    <a:pt x="1618683" y="1717591"/>
                  </a:lnTo>
                  <a:lnTo>
                    <a:pt x="1618654" y="1717602"/>
                  </a:lnTo>
                  <a:lnTo>
                    <a:pt x="1618640" y="1717603"/>
                  </a:lnTo>
                  <a:lnTo>
                    <a:pt x="1618635" y="1717601"/>
                  </a:lnTo>
                  <a:lnTo>
                    <a:pt x="1618626" y="1717590"/>
                  </a:lnTo>
                  <a:lnTo>
                    <a:pt x="1618618" y="1717584"/>
                  </a:lnTo>
                  <a:lnTo>
                    <a:pt x="1618613" y="1717581"/>
                  </a:lnTo>
                  <a:lnTo>
                    <a:pt x="1618605" y="1717580"/>
                  </a:lnTo>
                  <a:lnTo>
                    <a:pt x="1618591" y="1717584"/>
                  </a:lnTo>
                  <a:lnTo>
                    <a:pt x="1618579" y="1717581"/>
                  </a:lnTo>
                  <a:lnTo>
                    <a:pt x="1618571" y="1717578"/>
                  </a:lnTo>
                  <a:lnTo>
                    <a:pt x="1618565" y="1717580"/>
                  </a:lnTo>
                  <a:lnTo>
                    <a:pt x="1618554" y="1717583"/>
                  </a:lnTo>
                  <a:lnTo>
                    <a:pt x="1618523" y="1717578"/>
                  </a:lnTo>
                  <a:lnTo>
                    <a:pt x="1618498" y="1717575"/>
                  </a:lnTo>
                  <a:lnTo>
                    <a:pt x="1618490" y="1717575"/>
                  </a:lnTo>
                  <a:lnTo>
                    <a:pt x="1618483" y="1717579"/>
                  </a:lnTo>
                  <a:lnTo>
                    <a:pt x="1618473" y="1717589"/>
                  </a:lnTo>
                  <a:lnTo>
                    <a:pt x="1618453" y="1717610"/>
                  </a:lnTo>
                  <a:lnTo>
                    <a:pt x="1618419" y="1717634"/>
                  </a:lnTo>
                  <a:lnTo>
                    <a:pt x="1618397" y="1717649"/>
                  </a:lnTo>
                  <a:lnTo>
                    <a:pt x="1618374" y="1717663"/>
                  </a:lnTo>
                  <a:lnTo>
                    <a:pt x="1618355" y="1717670"/>
                  </a:lnTo>
                  <a:lnTo>
                    <a:pt x="1618349" y="1717670"/>
                  </a:lnTo>
                  <a:lnTo>
                    <a:pt x="1618339" y="1717670"/>
                  </a:lnTo>
                  <a:lnTo>
                    <a:pt x="1618324" y="1717665"/>
                  </a:lnTo>
                  <a:lnTo>
                    <a:pt x="1618312" y="1717657"/>
                  </a:lnTo>
                  <a:lnTo>
                    <a:pt x="1618293" y="1717640"/>
                  </a:lnTo>
                  <a:lnTo>
                    <a:pt x="1618276" y="1717626"/>
                  </a:lnTo>
                  <a:lnTo>
                    <a:pt x="1618231" y="1717588"/>
                  </a:lnTo>
                  <a:lnTo>
                    <a:pt x="1618205" y="1717565"/>
                  </a:lnTo>
                  <a:lnTo>
                    <a:pt x="1618192" y="1717559"/>
                  </a:lnTo>
                  <a:lnTo>
                    <a:pt x="1618168" y="1717540"/>
                  </a:lnTo>
                  <a:lnTo>
                    <a:pt x="1618136" y="1717513"/>
                  </a:lnTo>
                  <a:lnTo>
                    <a:pt x="1618103" y="1717486"/>
                  </a:lnTo>
                  <a:lnTo>
                    <a:pt x="1618067" y="1717462"/>
                  </a:lnTo>
                  <a:lnTo>
                    <a:pt x="1618052" y="1717454"/>
                  </a:lnTo>
                  <a:lnTo>
                    <a:pt x="1618027" y="1717452"/>
                  </a:lnTo>
                  <a:lnTo>
                    <a:pt x="1618007" y="1717455"/>
                  </a:lnTo>
                  <a:lnTo>
                    <a:pt x="1617991" y="1717464"/>
                  </a:lnTo>
                  <a:lnTo>
                    <a:pt x="1617966" y="1717472"/>
                  </a:lnTo>
                  <a:lnTo>
                    <a:pt x="1617941" y="1717469"/>
                  </a:lnTo>
                  <a:lnTo>
                    <a:pt x="1617915" y="1717461"/>
                  </a:lnTo>
                  <a:lnTo>
                    <a:pt x="1617888" y="1717444"/>
                  </a:lnTo>
                  <a:lnTo>
                    <a:pt x="1617877" y="1717437"/>
                  </a:lnTo>
                  <a:lnTo>
                    <a:pt x="1617864" y="1717438"/>
                  </a:lnTo>
                  <a:lnTo>
                    <a:pt x="1617853" y="1717440"/>
                  </a:lnTo>
                  <a:lnTo>
                    <a:pt x="1617843" y="1717443"/>
                  </a:lnTo>
                  <a:lnTo>
                    <a:pt x="1617823" y="1717454"/>
                  </a:lnTo>
                  <a:lnTo>
                    <a:pt x="1617809" y="1717461"/>
                  </a:lnTo>
                  <a:lnTo>
                    <a:pt x="1617795" y="1717472"/>
                  </a:lnTo>
                  <a:lnTo>
                    <a:pt x="1617788" y="1717479"/>
                  </a:lnTo>
                  <a:lnTo>
                    <a:pt x="1617771" y="1717498"/>
                  </a:lnTo>
                  <a:lnTo>
                    <a:pt x="1617764" y="1717505"/>
                  </a:lnTo>
                  <a:lnTo>
                    <a:pt x="1617755" y="1717521"/>
                  </a:lnTo>
                  <a:lnTo>
                    <a:pt x="1617749" y="1717531"/>
                  </a:lnTo>
                  <a:lnTo>
                    <a:pt x="1617740" y="1717540"/>
                  </a:lnTo>
                  <a:lnTo>
                    <a:pt x="1617701" y="1717566"/>
                  </a:lnTo>
                  <a:lnTo>
                    <a:pt x="1617688" y="1717582"/>
                  </a:lnTo>
                  <a:lnTo>
                    <a:pt x="1617658" y="1717597"/>
                  </a:lnTo>
                  <a:lnTo>
                    <a:pt x="1617634" y="1717631"/>
                  </a:lnTo>
                  <a:lnTo>
                    <a:pt x="1617423" y="1717715"/>
                  </a:lnTo>
                  <a:lnTo>
                    <a:pt x="1617335" y="1717750"/>
                  </a:lnTo>
                  <a:lnTo>
                    <a:pt x="1617234" y="1717791"/>
                  </a:lnTo>
                  <a:lnTo>
                    <a:pt x="1616868" y="1717791"/>
                  </a:lnTo>
                  <a:lnTo>
                    <a:pt x="1616618" y="1717791"/>
                  </a:lnTo>
                  <a:lnTo>
                    <a:pt x="1616209" y="1717789"/>
                  </a:lnTo>
                  <a:lnTo>
                    <a:pt x="1615804" y="1717699"/>
                  </a:lnTo>
                  <a:lnTo>
                    <a:pt x="1615650" y="1717718"/>
                  </a:lnTo>
                  <a:lnTo>
                    <a:pt x="1615462" y="1717729"/>
                  </a:lnTo>
                  <a:lnTo>
                    <a:pt x="1615339" y="1717735"/>
                  </a:lnTo>
                  <a:lnTo>
                    <a:pt x="1614915" y="1717983"/>
                  </a:lnTo>
                  <a:lnTo>
                    <a:pt x="1614845" y="1717973"/>
                  </a:lnTo>
                  <a:lnTo>
                    <a:pt x="1614475" y="1717917"/>
                  </a:lnTo>
                  <a:lnTo>
                    <a:pt x="1614439" y="1717932"/>
                  </a:lnTo>
                  <a:lnTo>
                    <a:pt x="1614424" y="1717932"/>
                  </a:lnTo>
                  <a:lnTo>
                    <a:pt x="1614416" y="1717930"/>
                  </a:lnTo>
                  <a:lnTo>
                    <a:pt x="1614411" y="1717929"/>
                  </a:lnTo>
                  <a:lnTo>
                    <a:pt x="1614405" y="1717919"/>
                  </a:lnTo>
                  <a:lnTo>
                    <a:pt x="1614402" y="1717909"/>
                  </a:lnTo>
                  <a:lnTo>
                    <a:pt x="1614404" y="1717888"/>
                  </a:lnTo>
                  <a:lnTo>
                    <a:pt x="1614402" y="1717864"/>
                  </a:lnTo>
                  <a:lnTo>
                    <a:pt x="1614400" y="1717857"/>
                  </a:lnTo>
                  <a:lnTo>
                    <a:pt x="1614391" y="1717842"/>
                  </a:lnTo>
                  <a:lnTo>
                    <a:pt x="1614387" y="1717837"/>
                  </a:lnTo>
                  <a:lnTo>
                    <a:pt x="1614382" y="1717833"/>
                  </a:lnTo>
                  <a:lnTo>
                    <a:pt x="1614359" y="1717830"/>
                  </a:lnTo>
                  <a:lnTo>
                    <a:pt x="1614324" y="1717828"/>
                  </a:lnTo>
                  <a:lnTo>
                    <a:pt x="1614302" y="1717824"/>
                  </a:lnTo>
                  <a:lnTo>
                    <a:pt x="1614296" y="1717822"/>
                  </a:lnTo>
                  <a:lnTo>
                    <a:pt x="1614285" y="1717816"/>
                  </a:lnTo>
                  <a:lnTo>
                    <a:pt x="1614277" y="1717810"/>
                  </a:lnTo>
                  <a:lnTo>
                    <a:pt x="1614274" y="1717791"/>
                  </a:lnTo>
                  <a:lnTo>
                    <a:pt x="1614277" y="1717767"/>
                  </a:lnTo>
                  <a:lnTo>
                    <a:pt x="1614270" y="1717753"/>
                  </a:lnTo>
                  <a:lnTo>
                    <a:pt x="1614255" y="1717739"/>
                  </a:lnTo>
                  <a:lnTo>
                    <a:pt x="1614216" y="1717717"/>
                  </a:lnTo>
                  <a:lnTo>
                    <a:pt x="1614183" y="1717698"/>
                  </a:lnTo>
                  <a:lnTo>
                    <a:pt x="1614176" y="1717688"/>
                  </a:lnTo>
                  <a:lnTo>
                    <a:pt x="1614172" y="1717676"/>
                  </a:lnTo>
                  <a:lnTo>
                    <a:pt x="1614168" y="1717670"/>
                  </a:lnTo>
                  <a:lnTo>
                    <a:pt x="1614144" y="1717642"/>
                  </a:lnTo>
                  <a:lnTo>
                    <a:pt x="1614126" y="1717610"/>
                  </a:lnTo>
                  <a:lnTo>
                    <a:pt x="1614123" y="1717606"/>
                  </a:lnTo>
                  <a:lnTo>
                    <a:pt x="1614113" y="1717597"/>
                  </a:lnTo>
                  <a:lnTo>
                    <a:pt x="1614104" y="1717596"/>
                  </a:lnTo>
                  <a:lnTo>
                    <a:pt x="1614092" y="1717599"/>
                  </a:lnTo>
                  <a:lnTo>
                    <a:pt x="1614084" y="1717600"/>
                  </a:lnTo>
                  <a:lnTo>
                    <a:pt x="1614079" y="1717599"/>
                  </a:lnTo>
                  <a:lnTo>
                    <a:pt x="1614071" y="1717596"/>
                  </a:lnTo>
                  <a:lnTo>
                    <a:pt x="1614062" y="1717591"/>
                  </a:lnTo>
                  <a:lnTo>
                    <a:pt x="1614053" y="1717583"/>
                  </a:lnTo>
                  <a:lnTo>
                    <a:pt x="1614047" y="1717569"/>
                  </a:lnTo>
                  <a:lnTo>
                    <a:pt x="1614008" y="1717502"/>
                  </a:lnTo>
                  <a:lnTo>
                    <a:pt x="1613986" y="1717458"/>
                  </a:lnTo>
                  <a:lnTo>
                    <a:pt x="1613968" y="1717410"/>
                  </a:lnTo>
                  <a:lnTo>
                    <a:pt x="1613955" y="1717363"/>
                  </a:lnTo>
                  <a:lnTo>
                    <a:pt x="1613953" y="1717352"/>
                  </a:lnTo>
                  <a:lnTo>
                    <a:pt x="1613951" y="1717335"/>
                  </a:lnTo>
                  <a:lnTo>
                    <a:pt x="1613948" y="1717321"/>
                  </a:lnTo>
                  <a:lnTo>
                    <a:pt x="1613935" y="1717294"/>
                  </a:lnTo>
                  <a:lnTo>
                    <a:pt x="1613918" y="1717265"/>
                  </a:lnTo>
                  <a:lnTo>
                    <a:pt x="1613862" y="1717261"/>
                  </a:lnTo>
                  <a:lnTo>
                    <a:pt x="1613815" y="1717254"/>
                  </a:lnTo>
                  <a:lnTo>
                    <a:pt x="1613795" y="1717251"/>
                  </a:lnTo>
                  <a:lnTo>
                    <a:pt x="1613789" y="1717248"/>
                  </a:lnTo>
                  <a:lnTo>
                    <a:pt x="1613773" y="1717228"/>
                  </a:lnTo>
                  <a:lnTo>
                    <a:pt x="1613767" y="1717223"/>
                  </a:lnTo>
                  <a:lnTo>
                    <a:pt x="1613758" y="1717218"/>
                  </a:lnTo>
                  <a:lnTo>
                    <a:pt x="1613693" y="1717195"/>
                  </a:lnTo>
                  <a:lnTo>
                    <a:pt x="1613605" y="1717216"/>
                  </a:lnTo>
                  <a:lnTo>
                    <a:pt x="1613567" y="1717229"/>
                  </a:lnTo>
                  <a:lnTo>
                    <a:pt x="1613510" y="1717244"/>
                  </a:lnTo>
                  <a:lnTo>
                    <a:pt x="1613491" y="1717253"/>
                  </a:lnTo>
                  <a:lnTo>
                    <a:pt x="1613463" y="1717272"/>
                  </a:lnTo>
                  <a:lnTo>
                    <a:pt x="1613439" y="1717293"/>
                  </a:lnTo>
                  <a:lnTo>
                    <a:pt x="1613426" y="1717308"/>
                  </a:lnTo>
                  <a:lnTo>
                    <a:pt x="1613404" y="1717341"/>
                  </a:lnTo>
                  <a:lnTo>
                    <a:pt x="1613394" y="1717360"/>
                  </a:lnTo>
                  <a:lnTo>
                    <a:pt x="1613387" y="1717381"/>
                  </a:lnTo>
                  <a:lnTo>
                    <a:pt x="1613381" y="1717400"/>
                  </a:lnTo>
                  <a:lnTo>
                    <a:pt x="1613370" y="1717425"/>
                  </a:lnTo>
                  <a:lnTo>
                    <a:pt x="1613341" y="1717479"/>
                  </a:lnTo>
                  <a:lnTo>
                    <a:pt x="1613335" y="1717488"/>
                  </a:lnTo>
                  <a:lnTo>
                    <a:pt x="1613314" y="1717513"/>
                  </a:lnTo>
                  <a:lnTo>
                    <a:pt x="1613296" y="1717527"/>
                  </a:lnTo>
                  <a:lnTo>
                    <a:pt x="1613278" y="1717534"/>
                  </a:lnTo>
                  <a:lnTo>
                    <a:pt x="1613254" y="1717534"/>
                  </a:lnTo>
                  <a:lnTo>
                    <a:pt x="1613236" y="1717533"/>
                  </a:lnTo>
                  <a:lnTo>
                    <a:pt x="1613094" y="1717498"/>
                  </a:lnTo>
                  <a:lnTo>
                    <a:pt x="1613080" y="1717496"/>
                  </a:lnTo>
                  <a:lnTo>
                    <a:pt x="1613028" y="1717493"/>
                  </a:lnTo>
                  <a:lnTo>
                    <a:pt x="1612985" y="1717496"/>
                  </a:lnTo>
                  <a:lnTo>
                    <a:pt x="1612946" y="1717494"/>
                  </a:lnTo>
                  <a:lnTo>
                    <a:pt x="1612930" y="1717490"/>
                  </a:lnTo>
                  <a:lnTo>
                    <a:pt x="1612912" y="1717483"/>
                  </a:lnTo>
                  <a:lnTo>
                    <a:pt x="1612897" y="1717477"/>
                  </a:lnTo>
                  <a:lnTo>
                    <a:pt x="1612885" y="1717477"/>
                  </a:lnTo>
                  <a:lnTo>
                    <a:pt x="1612880" y="1717478"/>
                  </a:lnTo>
                  <a:lnTo>
                    <a:pt x="1612875" y="1717485"/>
                  </a:lnTo>
                  <a:lnTo>
                    <a:pt x="1612854" y="1717510"/>
                  </a:lnTo>
                  <a:lnTo>
                    <a:pt x="1612826" y="1717539"/>
                  </a:lnTo>
                  <a:lnTo>
                    <a:pt x="1612806" y="1717554"/>
                  </a:lnTo>
                  <a:lnTo>
                    <a:pt x="1612774" y="1717580"/>
                  </a:lnTo>
                  <a:lnTo>
                    <a:pt x="1612764" y="1717593"/>
                  </a:lnTo>
                  <a:lnTo>
                    <a:pt x="1612738" y="1717622"/>
                  </a:lnTo>
                  <a:lnTo>
                    <a:pt x="1612731" y="1717640"/>
                  </a:lnTo>
                  <a:lnTo>
                    <a:pt x="1612716" y="1717676"/>
                  </a:lnTo>
                  <a:lnTo>
                    <a:pt x="1612701" y="1717699"/>
                  </a:lnTo>
                  <a:lnTo>
                    <a:pt x="1612689" y="1717711"/>
                  </a:lnTo>
                  <a:lnTo>
                    <a:pt x="1612678" y="1717722"/>
                  </a:lnTo>
                  <a:lnTo>
                    <a:pt x="1612654" y="1717736"/>
                  </a:lnTo>
                  <a:lnTo>
                    <a:pt x="1612650" y="1717739"/>
                  </a:lnTo>
                  <a:lnTo>
                    <a:pt x="1612641" y="1717746"/>
                  </a:lnTo>
                  <a:lnTo>
                    <a:pt x="1612628" y="1717758"/>
                  </a:lnTo>
                  <a:lnTo>
                    <a:pt x="1612619" y="1717769"/>
                  </a:lnTo>
                  <a:lnTo>
                    <a:pt x="1612616" y="1717776"/>
                  </a:lnTo>
                  <a:lnTo>
                    <a:pt x="1612614" y="1717785"/>
                  </a:lnTo>
                  <a:lnTo>
                    <a:pt x="1612613" y="1717805"/>
                  </a:lnTo>
                  <a:lnTo>
                    <a:pt x="1612608" y="1717831"/>
                  </a:lnTo>
                  <a:lnTo>
                    <a:pt x="1612604" y="1717838"/>
                  </a:lnTo>
                  <a:lnTo>
                    <a:pt x="1612593" y="1717859"/>
                  </a:lnTo>
                  <a:lnTo>
                    <a:pt x="1612554" y="1717898"/>
                  </a:lnTo>
                  <a:lnTo>
                    <a:pt x="1612541" y="1717906"/>
                  </a:lnTo>
                  <a:lnTo>
                    <a:pt x="1612512" y="1717917"/>
                  </a:lnTo>
                  <a:lnTo>
                    <a:pt x="1612495" y="1717920"/>
                  </a:lnTo>
                  <a:lnTo>
                    <a:pt x="1612484" y="1717924"/>
                  </a:lnTo>
                  <a:lnTo>
                    <a:pt x="1612475" y="1717931"/>
                  </a:lnTo>
                  <a:lnTo>
                    <a:pt x="1612461" y="1717947"/>
                  </a:lnTo>
                  <a:lnTo>
                    <a:pt x="1612456" y="1717956"/>
                  </a:lnTo>
                  <a:lnTo>
                    <a:pt x="1612451" y="1717969"/>
                  </a:lnTo>
                  <a:lnTo>
                    <a:pt x="1612447" y="1717981"/>
                  </a:lnTo>
                  <a:lnTo>
                    <a:pt x="1612443" y="1718001"/>
                  </a:lnTo>
                  <a:lnTo>
                    <a:pt x="1612420" y="1718104"/>
                  </a:lnTo>
                  <a:lnTo>
                    <a:pt x="1612392" y="1718159"/>
                  </a:lnTo>
                  <a:lnTo>
                    <a:pt x="1612341" y="1718204"/>
                  </a:lnTo>
                  <a:lnTo>
                    <a:pt x="1612310" y="1718224"/>
                  </a:lnTo>
                  <a:lnTo>
                    <a:pt x="1612304" y="1718233"/>
                  </a:lnTo>
                  <a:lnTo>
                    <a:pt x="1612299" y="1718267"/>
                  </a:lnTo>
                  <a:lnTo>
                    <a:pt x="1612303" y="1718300"/>
                  </a:lnTo>
                  <a:lnTo>
                    <a:pt x="1612303" y="1718306"/>
                  </a:lnTo>
                  <a:lnTo>
                    <a:pt x="1612302" y="1718327"/>
                  </a:lnTo>
                  <a:lnTo>
                    <a:pt x="1612301" y="1718348"/>
                  </a:lnTo>
                  <a:lnTo>
                    <a:pt x="1612295" y="1718377"/>
                  </a:lnTo>
                  <a:lnTo>
                    <a:pt x="1612275" y="1718416"/>
                  </a:lnTo>
                  <a:lnTo>
                    <a:pt x="1612250" y="1718457"/>
                  </a:lnTo>
                  <a:lnTo>
                    <a:pt x="1612242" y="1718480"/>
                  </a:lnTo>
                  <a:lnTo>
                    <a:pt x="1612238" y="1718507"/>
                  </a:lnTo>
                  <a:lnTo>
                    <a:pt x="1612215" y="1718543"/>
                  </a:lnTo>
                  <a:lnTo>
                    <a:pt x="1612162" y="1718603"/>
                  </a:lnTo>
                  <a:lnTo>
                    <a:pt x="1612108" y="1718678"/>
                  </a:lnTo>
                  <a:lnTo>
                    <a:pt x="1612090" y="1718713"/>
                  </a:lnTo>
                  <a:lnTo>
                    <a:pt x="1612074" y="1718736"/>
                  </a:lnTo>
                  <a:lnTo>
                    <a:pt x="1612066" y="1718743"/>
                  </a:lnTo>
                  <a:lnTo>
                    <a:pt x="1612059" y="1718745"/>
                  </a:lnTo>
                  <a:lnTo>
                    <a:pt x="1612032" y="1718745"/>
                  </a:lnTo>
                  <a:lnTo>
                    <a:pt x="1612003" y="1718738"/>
                  </a:lnTo>
                  <a:lnTo>
                    <a:pt x="1611943" y="1718699"/>
                  </a:lnTo>
                  <a:lnTo>
                    <a:pt x="1611887" y="1718660"/>
                  </a:lnTo>
                  <a:lnTo>
                    <a:pt x="1611868" y="1718642"/>
                  </a:lnTo>
                  <a:lnTo>
                    <a:pt x="1611862" y="1718633"/>
                  </a:lnTo>
                  <a:lnTo>
                    <a:pt x="1611857" y="1718622"/>
                  </a:lnTo>
                  <a:lnTo>
                    <a:pt x="1611845" y="1718567"/>
                  </a:lnTo>
                  <a:lnTo>
                    <a:pt x="1611824" y="1718514"/>
                  </a:lnTo>
                  <a:lnTo>
                    <a:pt x="1611818" y="1718504"/>
                  </a:lnTo>
                  <a:lnTo>
                    <a:pt x="1611813" y="1718496"/>
                  </a:lnTo>
                  <a:lnTo>
                    <a:pt x="1611801" y="1718485"/>
                  </a:lnTo>
                  <a:lnTo>
                    <a:pt x="1611797" y="1718482"/>
                  </a:lnTo>
                  <a:lnTo>
                    <a:pt x="1611784" y="1718477"/>
                  </a:lnTo>
                  <a:lnTo>
                    <a:pt x="1611773" y="1718477"/>
                  </a:lnTo>
                  <a:lnTo>
                    <a:pt x="1611736" y="1718500"/>
                  </a:lnTo>
                  <a:lnTo>
                    <a:pt x="1611731" y="1718504"/>
                  </a:lnTo>
                  <a:lnTo>
                    <a:pt x="1611713" y="1718514"/>
                  </a:lnTo>
                  <a:lnTo>
                    <a:pt x="1611705" y="1718518"/>
                  </a:lnTo>
                  <a:lnTo>
                    <a:pt x="1611693" y="1718524"/>
                  </a:lnTo>
                  <a:lnTo>
                    <a:pt x="1611685" y="1718527"/>
                  </a:lnTo>
                  <a:lnTo>
                    <a:pt x="1611675" y="1718530"/>
                  </a:lnTo>
                  <a:lnTo>
                    <a:pt x="1611660" y="1718532"/>
                  </a:lnTo>
                  <a:lnTo>
                    <a:pt x="1611648" y="1718532"/>
                  </a:lnTo>
                  <a:lnTo>
                    <a:pt x="1611638" y="1718531"/>
                  </a:lnTo>
                  <a:lnTo>
                    <a:pt x="1611618" y="1718533"/>
                  </a:lnTo>
                  <a:lnTo>
                    <a:pt x="1611609" y="1718537"/>
                  </a:lnTo>
                  <a:lnTo>
                    <a:pt x="1611596" y="1718544"/>
                  </a:lnTo>
                  <a:lnTo>
                    <a:pt x="1611585" y="1718556"/>
                  </a:lnTo>
                  <a:lnTo>
                    <a:pt x="1611576" y="1718585"/>
                  </a:lnTo>
                  <a:lnTo>
                    <a:pt x="1611563" y="1718633"/>
                  </a:lnTo>
                  <a:lnTo>
                    <a:pt x="1611556" y="1718644"/>
                  </a:lnTo>
                  <a:lnTo>
                    <a:pt x="1611532" y="1718665"/>
                  </a:lnTo>
                  <a:lnTo>
                    <a:pt x="1611498" y="1718680"/>
                  </a:lnTo>
                  <a:lnTo>
                    <a:pt x="1611446" y="1718693"/>
                  </a:lnTo>
                  <a:lnTo>
                    <a:pt x="1611326" y="1718697"/>
                  </a:lnTo>
                  <a:lnTo>
                    <a:pt x="1611218" y="1718698"/>
                  </a:lnTo>
                  <a:lnTo>
                    <a:pt x="1611196" y="1718697"/>
                  </a:lnTo>
                  <a:lnTo>
                    <a:pt x="1611171" y="1718697"/>
                  </a:lnTo>
                  <a:lnTo>
                    <a:pt x="1611147" y="1718693"/>
                  </a:lnTo>
                  <a:lnTo>
                    <a:pt x="1611121" y="1718687"/>
                  </a:lnTo>
                  <a:lnTo>
                    <a:pt x="1611097" y="1718670"/>
                  </a:lnTo>
                  <a:lnTo>
                    <a:pt x="1611013" y="1718607"/>
                  </a:lnTo>
                  <a:lnTo>
                    <a:pt x="1610944" y="1718534"/>
                  </a:lnTo>
                  <a:lnTo>
                    <a:pt x="1610927" y="1718518"/>
                  </a:lnTo>
                  <a:lnTo>
                    <a:pt x="1610917" y="1718513"/>
                  </a:lnTo>
                  <a:lnTo>
                    <a:pt x="1610900" y="1718513"/>
                  </a:lnTo>
                  <a:lnTo>
                    <a:pt x="1610868" y="1718517"/>
                  </a:lnTo>
                  <a:lnTo>
                    <a:pt x="1610834" y="1718523"/>
                  </a:lnTo>
                  <a:lnTo>
                    <a:pt x="1610801" y="1718524"/>
                  </a:lnTo>
                  <a:lnTo>
                    <a:pt x="1610783" y="1718523"/>
                  </a:lnTo>
                  <a:lnTo>
                    <a:pt x="1610763" y="1718516"/>
                  </a:lnTo>
                  <a:lnTo>
                    <a:pt x="1610747" y="1718498"/>
                  </a:lnTo>
                  <a:lnTo>
                    <a:pt x="1610738" y="1718489"/>
                  </a:lnTo>
                  <a:lnTo>
                    <a:pt x="1610701" y="1718461"/>
                  </a:lnTo>
                  <a:lnTo>
                    <a:pt x="1610693" y="1718456"/>
                  </a:lnTo>
                  <a:lnTo>
                    <a:pt x="1610659" y="1718443"/>
                  </a:lnTo>
                  <a:lnTo>
                    <a:pt x="1610537" y="1718403"/>
                  </a:lnTo>
                  <a:lnTo>
                    <a:pt x="1610450" y="1718378"/>
                  </a:lnTo>
                  <a:lnTo>
                    <a:pt x="1610390" y="1718357"/>
                  </a:lnTo>
                  <a:lnTo>
                    <a:pt x="1610374" y="1718353"/>
                  </a:lnTo>
                  <a:lnTo>
                    <a:pt x="1610346" y="1718345"/>
                  </a:lnTo>
                  <a:lnTo>
                    <a:pt x="1610327" y="1718340"/>
                  </a:lnTo>
                  <a:lnTo>
                    <a:pt x="1610294" y="1718331"/>
                  </a:lnTo>
                  <a:lnTo>
                    <a:pt x="1610262" y="1718328"/>
                  </a:lnTo>
                  <a:lnTo>
                    <a:pt x="1610246" y="1718330"/>
                  </a:lnTo>
                  <a:lnTo>
                    <a:pt x="1610233" y="1718333"/>
                  </a:lnTo>
                  <a:lnTo>
                    <a:pt x="1610223" y="1718335"/>
                  </a:lnTo>
                  <a:lnTo>
                    <a:pt x="1610207" y="1718341"/>
                  </a:lnTo>
                  <a:lnTo>
                    <a:pt x="1610186" y="1718353"/>
                  </a:lnTo>
                  <a:lnTo>
                    <a:pt x="1610172" y="1718363"/>
                  </a:lnTo>
                  <a:lnTo>
                    <a:pt x="1610147" y="1718385"/>
                  </a:lnTo>
                  <a:lnTo>
                    <a:pt x="1610115" y="1718403"/>
                  </a:lnTo>
                  <a:lnTo>
                    <a:pt x="1610082" y="1718416"/>
                  </a:lnTo>
                  <a:lnTo>
                    <a:pt x="1610058" y="1718422"/>
                  </a:lnTo>
                  <a:lnTo>
                    <a:pt x="1610036" y="1718430"/>
                  </a:lnTo>
                  <a:lnTo>
                    <a:pt x="1610008" y="1718440"/>
                  </a:lnTo>
                  <a:lnTo>
                    <a:pt x="1609993" y="1718439"/>
                  </a:lnTo>
                  <a:lnTo>
                    <a:pt x="1609971" y="1718434"/>
                  </a:lnTo>
                  <a:lnTo>
                    <a:pt x="1609950" y="1718425"/>
                  </a:lnTo>
                  <a:lnTo>
                    <a:pt x="1609934" y="1718412"/>
                  </a:lnTo>
                  <a:lnTo>
                    <a:pt x="1609920" y="1718403"/>
                  </a:lnTo>
                  <a:lnTo>
                    <a:pt x="1609897" y="1718391"/>
                  </a:lnTo>
                  <a:lnTo>
                    <a:pt x="1609864" y="1718376"/>
                  </a:lnTo>
                  <a:lnTo>
                    <a:pt x="1609833" y="1718363"/>
                  </a:lnTo>
                  <a:lnTo>
                    <a:pt x="1609814" y="1718360"/>
                  </a:lnTo>
                  <a:lnTo>
                    <a:pt x="1609806" y="1718359"/>
                  </a:lnTo>
                  <a:lnTo>
                    <a:pt x="1609793" y="1718360"/>
                  </a:lnTo>
                  <a:lnTo>
                    <a:pt x="1609763" y="1718368"/>
                  </a:lnTo>
                  <a:lnTo>
                    <a:pt x="1609744" y="1718369"/>
                  </a:lnTo>
                  <a:lnTo>
                    <a:pt x="1609714" y="1718365"/>
                  </a:lnTo>
                  <a:lnTo>
                    <a:pt x="1609687" y="1718358"/>
                  </a:lnTo>
                  <a:lnTo>
                    <a:pt x="1609678" y="1718356"/>
                  </a:lnTo>
                  <a:lnTo>
                    <a:pt x="1609672" y="1718347"/>
                  </a:lnTo>
                  <a:lnTo>
                    <a:pt x="1609668" y="1718336"/>
                  </a:lnTo>
                  <a:lnTo>
                    <a:pt x="1609656" y="1718323"/>
                  </a:lnTo>
                  <a:lnTo>
                    <a:pt x="1609635" y="1718299"/>
                  </a:lnTo>
                  <a:lnTo>
                    <a:pt x="1609613" y="1718280"/>
                  </a:lnTo>
                  <a:lnTo>
                    <a:pt x="1609600" y="1718274"/>
                  </a:lnTo>
                  <a:lnTo>
                    <a:pt x="1609566" y="1718262"/>
                  </a:lnTo>
                  <a:lnTo>
                    <a:pt x="1609518" y="1718244"/>
                  </a:lnTo>
                  <a:lnTo>
                    <a:pt x="1609493" y="1718238"/>
                  </a:lnTo>
                  <a:lnTo>
                    <a:pt x="1609475" y="1718237"/>
                  </a:lnTo>
                  <a:lnTo>
                    <a:pt x="1609458" y="1718237"/>
                  </a:lnTo>
                  <a:lnTo>
                    <a:pt x="1609422" y="1718240"/>
                  </a:lnTo>
                  <a:lnTo>
                    <a:pt x="1609392" y="1718235"/>
                  </a:lnTo>
                  <a:lnTo>
                    <a:pt x="1609373" y="1718234"/>
                  </a:lnTo>
                  <a:lnTo>
                    <a:pt x="1609347" y="1718236"/>
                  </a:lnTo>
                  <a:lnTo>
                    <a:pt x="1609317" y="1718248"/>
                  </a:lnTo>
                  <a:lnTo>
                    <a:pt x="1609286" y="1718251"/>
                  </a:lnTo>
                  <a:lnTo>
                    <a:pt x="1609256" y="1718252"/>
                  </a:lnTo>
                  <a:lnTo>
                    <a:pt x="1609220" y="1718250"/>
                  </a:lnTo>
                  <a:lnTo>
                    <a:pt x="1609204" y="1718252"/>
                  </a:lnTo>
                  <a:lnTo>
                    <a:pt x="1609224" y="1718231"/>
                  </a:lnTo>
                  <a:lnTo>
                    <a:pt x="1609239" y="1718222"/>
                  </a:lnTo>
                  <a:lnTo>
                    <a:pt x="1609268" y="1718207"/>
                  </a:lnTo>
                  <a:lnTo>
                    <a:pt x="1609275" y="1718203"/>
                  </a:lnTo>
                  <a:lnTo>
                    <a:pt x="1609284" y="1718198"/>
                  </a:lnTo>
                  <a:lnTo>
                    <a:pt x="1609304" y="1718188"/>
                  </a:lnTo>
                  <a:lnTo>
                    <a:pt x="1609325" y="1718180"/>
                  </a:lnTo>
                  <a:lnTo>
                    <a:pt x="1609354" y="1718172"/>
                  </a:lnTo>
                  <a:lnTo>
                    <a:pt x="1609406" y="1718143"/>
                  </a:lnTo>
                  <a:lnTo>
                    <a:pt x="1609435" y="1718122"/>
                  </a:lnTo>
                  <a:lnTo>
                    <a:pt x="1609441" y="1718117"/>
                  </a:lnTo>
                  <a:lnTo>
                    <a:pt x="1609481" y="1718088"/>
                  </a:lnTo>
                  <a:lnTo>
                    <a:pt x="1609512" y="1718053"/>
                  </a:lnTo>
                  <a:lnTo>
                    <a:pt x="1609570" y="1717999"/>
                  </a:lnTo>
                  <a:lnTo>
                    <a:pt x="1609594" y="1717973"/>
                  </a:lnTo>
                  <a:lnTo>
                    <a:pt x="1609615" y="1717960"/>
                  </a:lnTo>
                  <a:lnTo>
                    <a:pt x="1609625" y="1717958"/>
                  </a:lnTo>
                  <a:lnTo>
                    <a:pt x="1609640" y="1717959"/>
                  </a:lnTo>
                  <a:lnTo>
                    <a:pt x="1609661" y="1717963"/>
                  </a:lnTo>
                  <a:lnTo>
                    <a:pt x="1609667" y="1717961"/>
                  </a:lnTo>
                  <a:lnTo>
                    <a:pt x="1609676" y="1717955"/>
                  </a:lnTo>
                  <a:lnTo>
                    <a:pt x="1609685" y="1717948"/>
                  </a:lnTo>
                  <a:lnTo>
                    <a:pt x="1609715" y="1717929"/>
                  </a:lnTo>
                  <a:lnTo>
                    <a:pt x="1609735" y="1717910"/>
                  </a:lnTo>
                  <a:lnTo>
                    <a:pt x="1609745" y="1717888"/>
                  </a:lnTo>
                  <a:lnTo>
                    <a:pt x="1609758" y="1717844"/>
                  </a:lnTo>
                  <a:lnTo>
                    <a:pt x="1609767" y="1717811"/>
                  </a:lnTo>
                  <a:lnTo>
                    <a:pt x="1609776" y="1717789"/>
                  </a:lnTo>
                  <a:lnTo>
                    <a:pt x="1609777" y="1717769"/>
                  </a:lnTo>
                  <a:lnTo>
                    <a:pt x="1609774" y="1717758"/>
                  </a:lnTo>
                  <a:lnTo>
                    <a:pt x="1609766" y="1717743"/>
                  </a:lnTo>
                  <a:lnTo>
                    <a:pt x="1609755" y="1717726"/>
                  </a:lnTo>
                  <a:lnTo>
                    <a:pt x="1609746" y="1717700"/>
                  </a:lnTo>
                  <a:lnTo>
                    <a:pt x="1609745" y="1717688"/>
                  </a:lnTo>
                  <a:lnTo>
                    <a:pt x="1609748" y="1717673"/>
                  </a:lnTo>
                  <a:lnTo>
                    <a:pt x="1609757" y="1717659"/>
                  </a:lnTo>
                  <a:lnTo>
                    <a:pt x="1609768" y="1717640"/>
                  </a:lnTo>
                  <a:lnTo>
                    <a:pt x="1609776" y="1717626"/>
                  </a:lnTo>
                  <a:lnTo>
                    <a:pt x="1609785" y="1717614"/>
                  </a:lnTo>
                  <a:lnTo>
                    <a:pt x="1609797" y="1717598"/>
                  </a:lnTo>
                  <a:lnTo>
                    <a:pt x="1609813" y="1717566"/>
                  </a:lnTo>
                  <a:lnTo>
                    <a:pt x="1609821" y="1717544"/>
                  </a:lnTo>
                  <a:lnTo>
                    <a:pt x="1609829" y="1717527"/>
                  </a:lnTo>
                  <a:lnTo>
                    <a:pt x="1609835" y="1717521"/>
                  </a:lnTo>
                  <a:lnTo>
                    <a:pt x="1609845" y="1717516"/>
                  </a:lnTo>
                  <a:lnTo>
                    <a:pt x="1609862" y="1717509"/>
                  </a:lnTo>
                  <a:lnTo>
                    <a:pt x="1609872" y="1717504"/>
                  </a:lnTo>
                  <a:lnTo>
                    <a:pt x="1609888" y="1717490"/>
                  </a:lnTo>
                  <a:lnTo>
                    <a:pt x="1609901" y="1717465"/>
                  </a:lnTo>
                  <a:lnTo>
                    <a:pt x="1609906" y="1717457"/>
                  </a:lnTo>
                  <a:lnTo>
                    <a:pt x="1609914" y="1717434"/>
                  </a:lnTo>
                  <a:lnTo>
                    <a:pt x="1609920" y="1717413"/>
                  </a:lnTo>
                  <a:lnTo>
                    <a:pt x="1609929" y="1717400"/>
                  </a:lnTo>
                  <a:lnTo>
                    <a:pt x="1609936" y="1717388"/>
                  </a:lnTo>
                  <a:lnTo>
                    <a:pt x="1609935" y="1717381"/>
                  </a:lnTo>
                  <a:lnTo>
                    <a:pt x="1609927" y="1717370"/>
                  </a:lnTo>
                  <a:lnTo>
                    <a:pt x="1609918" y="1717351"/>
                  </a:lnTo>
                  <a:lnTo>
                    <a:pt x="1609911" y="1717335"/>
                  </a:lnTo>
                  <a:lnTo>
                    <a:pt x="1609900" y="1717298"/>
                  </a:lnTo>
                  <a:lnTo>
                    <a:pt x="1609899" y="1717281"/>
                  </a:lnTo>
                  <a:lnTo>
                    <a:pt x="1609894" y="1717262"/>
                  </a:lnTo>
                  <a:lnTo>
                    <a:pt x="1609885" y="1717246"/>
                  </a:lnTo>
                  <a:lnTo>
                    <a:pt x="1609874" y="1717228"/>
                  </a:lnTo>
                  <a:lnTo>
                    <a:pt x="1609835" y="1717176"/>
                  </a:lnTo>
                  <a:lnTo>
                    <a:pt x="1609816" y="1717133"/>
                  </a:lnTo>
                  <a:lnTo>
                    <a:pt x="1609808" y="1717110"/>
                  </a:lnTo>
                  <a:lnTo>
                    <a:pt x="1609788" y="1717091"/>
                  </a:lnTo>
                  <a:lnTo>
                    <a:pt x="1609760" y="1717077"/>
                  </a:lnTo>
                  <a:lnTo>
                    <a:pt x="1609756" y="1717075"/>
                  </a:lnTo>
                  <a:lnTo>
                    <a:pt x="1609751" y="1717070"/>
                  </a:lnTo>
                  <a:lnTo>
                    <a:pt x="1609752" y="1717053"/>
                  </a:lnTo>
                  <a:lnTo>
                    <a:pt x="1609752" y="1717041"/>
                  </a:lnTo>
                  <a:lnTo>
                    <a:pt x="1609752" y="1717032"/>
                  </a:lnTo>
                  <a:lnTo>
                    <a:pt x="1609751" y="1717025"/>
                  </a:lnTo>
                  <a:lnTo>
                    <a:pt x="1609746" y="1717016"/>
                  </a:lnTo>
                  <a:lnTo>
                    <a:pt x="1609736" y="1717009"/>
                  </a:lnTo>
                  <a:lnTo>
                    <a:pt x="1609716" y="1716996"/>
                  </a:lnTo>
                  <a:lnTo>
                    <a:pt x="1609698" y="1716976"/>
                  </a:lnTo>
                  <a:lnTo>
                    <a:pt x="1609690" y="1716957"/>
                  </a:lnTo>
                  <a:lnTo>
                    <a:pt x="1609687" y="1716941"/>
                  </a:lnTo>
                  <a:lnTo>
                    <a:pt x="1609683" y="1716930"/>
                  </a:lnTo>
                  <a:lnTo>
                    <a:pt x="1609671" y="1716907"/>
                  </a:lnTo>
                  <a:lnTo>
                    <a:pt x="1609670" y="1716893"/>
                  </a:lnTo>
                  <a:lnTo>
                    <a:pt x="1609673" y="1716877"/>
                  </a:lnTo>
                  <a:lnTo>
                    <a:pt x="1609689" y="1716850"/>
                  </a:lnTo>
                  <a:lnTo>
                    <a:pt x="1609694" y="1716836"/>
                  </a:lnTo>
                  <a:lnTo>
                    <a:pt x="1609691" y="1716826"/>
                  </a:lnTo>
                  <a:lnTo>
                    <a:pt x="1609672" y="1716822"/>
                  </a:lnTo>
                  <a:lnTo>
                    <a:pt x="1609649" y="1716822"/>
                  </a:lnTo>
                  <a:lnTo>
                    <a:pt x="1609610" y="1716831"/>
                  </a:lnTo>
                  <a:lnTo>
                    <a:pt x="1609584" y="1716842"/>
                  </a:lnTo>
                  <a:lnTo>
                    <a:pt x="1609579" y="1716845"/>
                  </a:lnTo>
                  <a:lnTo>
                    <a:pt x="1609572" y="1716849"/>
                  </a:lnTo>
                  <a:lnTo>
                    <a:pt x="1609561" y="1716857"/>
                  </a:lnTo>
                  <a:lnTo>
                    <a:pt x="1609544" y="1716865"/>
                  </a:lnTo>
                  <a:lnTo>
                    <a:pt x="1609514" y="1716873"/>
                  </a:lnTo>
                  <a:lnTo>
                    <a:pt x="1609495" y="1716872"/>
                  </a:lnTo>
                  <a:lnTo>
                    <a:pt x="1609478" y="1716866"/>
                  </a:lnTo>
                  <a:lnTo>
                    <a:pt x="1609472" y="1716861"/>
                  </a:lnTo>
                  <a:lnTo>
                    <a:pt x="1609464" y="1716849"/>
                  </a:lnTo>
                  <a:lnTo>
                    <a:pt x="1609458" y="1716829"/>
                  </a:lnTo>
                  <a:lnTo>
                    <a:pt x="1609457" y="1716800"/>
                  </a:lnTo>
                  <a:lnTo>
                    <a:pt x="1609449" y="1716771"/>
                  </a:lnTo>
                  <a:lnTo>
                    <a:pt x="1609440" y="1716754"/>
                  </a:lnTo>
                  <a:lnTo>
                    <a:pt x="1609431" y="1716747"/>
                  </a:lnTo>
                  <a:lnTo>
                    <a:pt x="1609424" y="1716747"/>
                  </a:lnTo>
                  <a:lnTo>
                    <a:pt x="1609406" y="1716757"/>
                  </a:lnTo>
                  <a:lnTo>
                    <a:pt x="1609393" y="1716762"/>
                  </a:lnTo>
                  <a:lnTo>
                    <a:pt x="1609385" y="1716761"/>
                  </a:lnTo>
                  <a:lnTo>
                    <a:pt x="1609377" y="1716750"/>
                  </a:lnTo>
                  <a:lnTo>
                    <a:pt x="1609369" y="1716725"/>
                  </a:lnTo>
                  <a:lnTo>
                    <a:pt x="1609364" y="1716716"/>
                  </a:lnTo>
                  <a:lnTo>
                    <a:pt x="1609350" y="1716703"/>
                  </a:lnTo>
                  <a:lnTo>
                    <a:pt x="1609337" y="1716684"/>
                  </a:lnTo>
                  <a:lnTo>
                    <a:pt x="1609335" y="1716664"/>
                  </a:lnTo>
                  <a:lnTo>
                    <a:pt x="1609335" y="1716643"/>
                  </a:lnTo>
                  <a:lnTo>
                    <a:pt x="1609323" y="1716631"/>
                  </a:lnTo>
                  <a:lnTo>
                    <a:pt x="1609309" y="1716621"/>
                  </a:lnTo>
                  <a:lnTo>
                    <a:pt x="1609305" y="1716606"/>
                  </a:lnTo>
                  <a:lnTo>
                    <a:pt x="1609298" y="1716586"/>
                  </a:lnTo>
                  <a:lnTo>
                    <a:pt x="1609292" y="1716555"/>
                  </a:lnTo>
                  <a:lnTo>
                    <a:pt x="1609282" y="1716533"/>
                  </a:lnTo>
                  <a:lnTo>
                    <a:pt x="1609276" y="1716509"/>
                  </a:lnTo>
                  <a:lnTo>
                    <a:pt x="1609281" y="1716497"/>
                  </a:lnTo>
                  <a:lnTo>
                    <a:pt x="1609286" y="1716493"/>
                  </a:lnTo>
                  <a:lnTo>
                    <a:pt x="1609290" y="1716490"/>
                  </a:lnTo>
                  <a:lnTo>
                    <a:pt x="1609308" y="1716482"/>
                  </a:lnTo>
                  <a:lnTo>
                    <a:pt x="1609320" y="1716468"/>
                  </a:lnTo>
                  <a:lnTo>
                    <a:pt x="1609312" y="1716455"/>
                  </a:lnTo>
                  <a:lnTo>
                    <a:pt x="1609297" y="1716437"/>
                  </a:lnTo>
                  <a:lnTo>
                    <a:pt x="1609289" y="1716419"/>
                  </a:lnTo>
                  <a:lnTo>
                    <a:pt x="1609288" y="1716411"/>
                  </a:lnTo>
                  <a:lnTo>
                    <a:pt x="1609283" y="1716396"/>
                  </a:lnTo>
                  <a:lnTo>
                    <a:pt x="1609287" y="1716367"/>
                  </a:lnTo>
                  <a:lnTo>
                    <a:pt x="1609294" y="1716352"/>
                  </a:lnTo>
                  <a:lnTo>
                    <a:pt x="1609313" y="1716331"/>
                  </a:lnTo>
                  <a:lnTo>
                    <a:pt x="1609319" y="1716321"/>
                  </a:lnTo>
                  <a:lnTo>
                    <a:pt x="1609319" y="1716304"/>
                  </a:lnTo>
                  <a:lnTo>
                    <a:pt x="1609311" y="1716270"/>
                  </a:lnTo>
                  <a:lnTo>
                    <a:pt x="1609301" y="1716251"/>
                  </a:lnTo>
                  <a:lnTo>
                    <a:pt x="1609297" y="1716235"/>
                  </a:lnTo>
                  <a:lnTo>
                    <a:pt x="1609301" y="1716220"/>
                  </a:lnTo>
                  <a:lnTo>
                    <a:pt x="1609313" y="1716205"/>
                  </a:lnTo>
                  <a:lnTo>
                    <a:pt x="1609327" y="1716190"/>
                  </a:lnTo>
                  <a:lnTo>
                    <a:pt x="1609330" y="1716180"/>
                  </a:lnTo>
                  <a:lnTo>
                    <a:pt x="1609330" y="1716167"/>
                  </a:lnTo>
                  <a:lnTo>
                    <a:pt x="1609327" y="1716149"/>
                  </a:lnTo>
                  <a:lnTo>
                    <a:pt x="1609322" y="1716122"/>
                  </a:lnTo>
                  <a:lnTo>
                    <a:pt x="1609321" y="1716109"/>
                  </a:lnTo>
                  <a:lnTo>
                    <a:pt x="1609319" y="1716079"/>
                  </a:lnTo>
                  <a:lnTo>
                    <a:pt x="1609316" y="1716071"/>
                  </a:lnTo>
                  <a:lnTo>
                    <a:pt x="1609302" y="1716056"/>
                  </a:lnTo>
                  <a:lnTo>
                    <a:pt x="1609294" y="1716046"/>
                  </a:lnTo>
                  <a:lnTo>
                    <a:pt x="1609296" y="1716036"/>
                  </a:lnTo>
                  <a:lnTo>
                    <a:pt x="1609301" y="1716030"/>
                  </a:lnTo>
                  <a:lnTo>
                    <a:pt x="1609305" y="1716023"/>
                  </a:lnTo>
                  <a:lnTo>
                    <a:pt x="1609308" y="1716014"/>
                  </a:lnTo>
                  <a:lnTo>
                    <a:pt x="1609316" y="1715974"/>
                  </a:lnTo>
                  <a:lnTo>
                    <a:pt x="1609320" y="1715946"/>
                  </a:lnTo>
                  <a:lnTo>
                    <a:pt x="1609325" y="1715922"/>
                  </a:lnTo>
                  <a:lnTo>
                    <a:pt x="1609330" y="1715903"/>
                  </a:lnTo>
                  <a:lnTo>
                    <a:pt x="1609340" y="1715883"/>
                  </a:lnTo>
                  <a:lnTo>
                    <a:pt x="1609351" y="1715866"/>
                  </a:lnTo>
                  <a:lnTo>
                    <a:pt x="1609359" y="1715853"/>
                  </a:lnTo>
                  <a:lnTo>
                    <a:pt x="1609363" y="1715839"/>
                  </a:lnTo>
                  <a:lnTo>
                    <a:pt x="1609360" y="1715826"/>
                  </a:lnTo>
                  <a:lnTo>
                    <a:pt x="1609357" y="1715821"/>
                  </a:lnTo>
                  <a:lnTo>
                    <a:pt x="1609348" y="1715814"/>
                  </a:lnTo>
                  <a:lnTo>
                    <a:pt x="1609343" y="1715812"/>
                  </a:lnTo>
                  <a:lnTo>
                    <a:pt x="1609327" y="1715811"/>
                  </a:lnTo>
                  <a:lnTo>
                    <a:pt x="1609302" y="1715814"/>
                  </a:lnTo>
                  <a:lnTo>
                    <a:pt x="1609294" y="1715813"/>
                  </a:lnTo>
                  <a:lnTo>
                    <a:pt x="1609290" y="1715806"/>
                  </a:lnTo>
                  <a:lnTo>
                    <a:pt x="1609285" y="1715785"/>
                  </a:lnTo>
                  <a:lnTo>
                    <a:pt x="1609277" y="1715768"/>
                  </a:lnTo>
                  <a:lnTo>
                    <a:pt x="1609264" y="1715755"/>
                  </a:lnTo>
                  <a:lnTo>
                    <a:pt x="1609250" y="1715742"/>
                  </a:lnTo>
                  <a:lnTo>
                    <a:pt x="1609239" y="1715725"/>
                  </a:lnTo>
                  <a:lnTo>
                    <a:pt x="1609236" y="1715714"/>
                  </a:lnTo>
                  <a:lnTo>
                    <a:pt x="1609238" y="1715708"/>
                  </a:lnTo>
                  <a:lnTo>
                    <a:pt x="1609248" y="1715705"/>
                  </a:lnTo>
                  <a:lnTo>
                    <a:pt x="1609260" y="1715696"/>
                  </a:lnTo>
                  <a:lnTo>
                    <a:pt x="1609266" y="1715686"/>
                  </a:lnTo>
                  <a:lnTo>
                    <a:pt x="1609271" y="1715675"/>
                  </a:lnTo>
                  <a:lnTo>
                    <a:pt x="1609271" y="1715657"/>
                  </a:lnTo>
                  <a:lnTo>
                    <a:pt x="1609271" y="1715634"/>
                  </a:lnTo>
                  <a:lnTo>
                    <a:pt x="1609275" y="1715629"/>
                  </a:lnTo>
                  <a:lnTo>
                    <a:pt x="1609277" y="1715618"/>
                  </a:lnTo>
                  <a:lnTo>
                    <a:pt x="1609281" y="1715599"/>
                  </a:lnTo>
                  <a:lnTo>
                    <a:pt x="1609280" y="1715584"/>
                  </a:lnTo>
                  <a:lnTo>
                    <a:pt x="1609272" y="1715567"/>
                  </a:lnTo>
                  <a:lnTo>
                    <a:pt x="1609259" y="1715547"/>
                  </a:lnTo>
                  <a:lnTo>
                    <a:pt x="1609236" y="1715518"/>
                  </a:lnTo>
                  <a:lnTo>
                    <a:pt x="1609229" y="1715506"/>
                  </a:lnTo>
                  <a:lnTo>
                    <a:pt x="1609224" y="1715491"/>
                  </a:lnTo>
                  <a:lnTo>
                    <a:pt x="1609218" y="1715483"/>
                  </a:lnTo>
                  <a:lnTo>
                    <a:pt x="1609206" y="1715477"/>
                  </a:lnTo>
                  <a:lnTo>
                    <a:pt x="1609190" y="1715464"/>
                  </a:lnTo>
                  <a:lnTo>
                    <a:pt x="1609184" y="1715453"/>
                  </a:lnTo>
                  <a:lnTo>
                    <a:pt x="1609181" y="1715444"/>
                  </a:lnTo>
                  <a:lnTo>
                    <a:pt x="1609178" y="1715436"/>
                  </a:lnTo>
                  <a:lnTo>
                    <a:pt x="1609172" y="1715427"/>
                  </a:lnTo>
                  <a:lnTo>
                    <a:pt x="1609161" y="1715408"/>
                  </a:lnTo>
                  <a:lnTo>
                    <a:pt x="1609150" y="1715382"/>
                  </a:lnTo>
                  <a:lnTo>
                    <a:pt x="1609133" y="1715319"/>
                  </a:lnTo>
                  <a:lnTo>
                    <a:pt x="1609124" y="1715276"/>
                  </a:lnTo>
                  <a:lnTo>
                    <a:pt x="1609117" y="1715261"/>
                  </a:lnTo>
                  <a:lnTo>
                    <a:pt x="1609111" y="1715239"/>
                  </a:lnTo>
                  <a:lnTo>
                    <a:pt x="1609114" y="1715232"/>
                  </a:lnTo>
                  <a:lnTo>
                    <a:pt x="1609123" y="1715218"/>
                  </a:lnTo>
                  <a:lnTo>
                    <a:pt x="1609133" y="1715195"/>
                  </a:lnTo>
                  <a:lnTo>
                    <a:pt x="1609146" y="1715163"/>
                  </a:lnTo>
                  <a:lnTo>
                    <a:pt x="1609161" y="1715141"/>
                  </a:lnTo>
                  <a:lnTo>
                    <a:pt x="1609169" y="1715124"/>
                  </a:lnTo>
                  <a:lnTo>
                    <a:pt x="1609184" y="1715099"/>
                  </a:lnTo>
                  <a:lnTo>
                    <a:pt x="1609192" y="1715091"/>
                  </a:lnTo>
                  <a:lnTo>
                    <a:pt x="1609176" y="1715072"/>
                  </a:lnTo>
                  <a:lnTo>
                    <a:pt x="1609161" y="1715058"/>
                  </a:lnTo>
                  <a:lnTo>
                    <a:pt x="1609141" y="1715043"/>
                  </a:lnTo>
                  <a:lnTo>
                    <a:pt x="1609120" y="1715026"/>
                  </a:lnTo>
                  <a:lnTo>
                    <a:pt x="1609115" y="1715023"/>
                  </a:lnTo>
                  <a:lnTo>
                    <a:pt x="1609077" y="1714997"/>
                  </a:lnTo>
                  <a:lnTo>
                    <a:pt x="1609072" y="1714987"/>
                  </a:lnTo>
                  <a:lnTo>
                    <a:pt x="1609069" y="1714979"/>
                  </a:lnTo>
                  <a:lnTo>
                    <a:pt x="1609064" y="1714972"/>
                  </a:lnTo>
                  <a:lnTo>
                    <a:pt x="1609058" y="1714966"/>
                  </a:lnTo>
                  <a:lnTo>
                    <a:pt x="1609051" y="1714962"/>
                  </a:lnTo>
                  <a:lnTo>
                    <a:pt x="1609018" y="1714994"/>
                  </a:lnTo>
                  <a:lnTo>
                    <a:pt x="1608996" y="1714988"/>
                  </a:lnTo>
                  <a:lnTo>
                    <a:pt x="1608981" y="1714984"/>
                  </a:lnTo>
                  <a:lnTo>
                    <a:pt x="1608973" y="1714980"/>
                  </a:lnTo>
                  <a:lnTo>
                    <a:pt x="1608965" y="1714977"/>
                  </a:lnTo>
                  <a:lnTo>
                    <a:pt x="1608947" y="1714967"/>
                  </a:lnTo>
                  <a:lnTo>
                    <a:pt x="1608938" y="1714964"/>
                  </a:lnTo>
                  <a:lnTo>
                    <a:pt x="1608917" y="1714960"/>
                  </a:lnTo>
                  <a:lnTo>
                    <a:pt x="1608903" y="1714958"/>
                  </a:lnTo>
                  <a:lnTo>
                    <a:pt x="1608886" y="1714951"/>
                  </a:lnTo>
                  <a:lnTo>
                    <a:pt x="1608871" y="1714939"/>
                  </a:lnTo>
                  <a:lnTo>
                    <a:pt x="1608857" y="1714910"/>
                  </a:lnTo>
                  <a:lnTo>
                    <a:pt x="1608852" y="1714899"/>
                  </a:lnTo>
                  <a:lnTo>
                    <a:pt x="1608848" y="1714892"/>
                  </a:lnTo>
                  <a:lnTo>
                    <a:pt x="1608845" y="1714885"/>
                  </a:lnTo>
                  <a:lnTo>
                    <a:pt x="1608842" y="1714878"/>
                  </a:lnTo>
                  <a:lnTo>
                    <a:pt x="1608840" y="1714871"/>
                  </a:lnTo>
                  <a:lnTo>
                    <a:pt x="1608836" y="1714860"/>
                  </a:lnTo>
                  <a:lnTo>
                    <a:pt x="1608828" y="1714851"/>
                  </a:lnTo>
                  <a:lnTo>
                    <a:pt x="1608820" y="1714840"/>
                  </a:lnTo>
                  <a:lnTo>
                    <a:pt x="1608814" y="1714835"/>
                  </a:lnTo>
                  <a:lnTo>
                    <a:pt x="1608809" y="1714831"/>
                  </a:lnTo>
                  <a:lnTo>
                    <a:pt x="1608803" y="1714826"/>
                  </a:lnTo>
                  <a:lnTo>
                    <a:pt x="1608790" y="1714823"/>
                  </a:lnTo>
                  <a:lnTo>
                    <a:pt x="1608784" y="1714820"/>
                  </a:lnTo>
                  <a:lnTo>
                    <a:pt x="1608773" y="1714816"/>
                  </a:lnTo>
                  <a:lnTo>
                    <a:pt x="1608766" y="1714811"/>
                  </a:lnTo>
                  <a:lnTo>
                    <a:pt x="1608752" y="1714801"/>
                  </a:lnTo>
                  <a:lnTo>
                    <a:pt x="1608735" y="1714797"/>
                  </a:lnTo>
                  <a:lnTo>
                    <a:pt x="1608711" y="1714796"/>
                  </a:lnTo>
                  <a:lnTo>
                    <a:pt x="1608701" y="1714794"/>
                  </a:lnTo>
                  <a:lnTo>
                    <a:pt x="1608693" y="1714792"/>
                  </a:lnTo>
                  <a:lnTo>
                    <a:pt x="1608680" y="1714788"/>
                  </a:lnTo>
                  <a:lnTo>
                    <a:pt x="1608668" y="1714786"/>
                  </a:lnTo>
                  <a:lnTo>
                    <a:pt x="1608660" y="1714785"/>
                  </a:lnTo>
                  <a:lnTo>
                    <a:pt x="1608652" y="1714785"/>
                  </a:lnTo>
                  <a:lnTo>
                    <a:pt x="1608642" y="1714786"/>
                  </a:lnTo>
                  <a:lnTo>
                    <a:pt x="1608632" y="1714791"/>
                  </a:lnTo>
                  <a:lnTo>
                    <a:pt x="1608622" y="1714797"/>
                  </a:lnTo>
                  <a:lnTo>
                    <a:pt x="1608613" y="1714807"/>
                  </a:lnTo>
                  <a:lnTo>
                    <a:pt x="1608604" y="1714818"/>
                  </a:lnTo>
                  <a:lnTo>
                    <a:pt x="1608591" y="1714823"/>
                  </a:lnTo>
                  <a:lnTo>
                    <a:pt x="1608575" y="1714828"/>
                  </a:lnTo>
                  <a:lnTo>
                    <a:pt x="1608563" y="1714834"/>
                  </a:lnTo>
                  <a:lnTo>
                    <a:pt x="1608551" y="1714837"/>
                  </a:lnTo>
                  <a:lnTo>
                    <a:pt x="1608543" y="1714837"/>
                  </a:lnTo>
                  <a:lnTo>
                    <a:pt x="1608535" y="1714836"/>
                  </a:lnTo>
                  <a:lnTo>
                    <a:pt x="1608528" y="1714835"/>
                  </a:lnTo>
                  <a:lnTo>
                    <a:pt x="1608514" y="1714831"/>
                  </a:lnTo>
                  <a:lnTo>
                    <a:pt x="1608505" y="1714827"/>
                  </a:lnTo>
                  <a:lnTo>
                    <a:pt x="1608497" y="1714823"/>
                  </a:lnTo>
                  <a:lnTo>
                    <a:pt x="1608491" y="1714820"/>
                  </a:lnTo>
                  <a:lnTo>
                    <a:pt x="1608460" y="1714801"/>
                  </a:lnTo>
                  <a:lnTo>
                    <a:pt x="1608448" y="1714790"/>
                  </a:lnTo>
                  <a:lnTo>
                    <a:pt x="1608433" y="1714777"/>
                  </a:lnTo>
                  <a:lnTo>
                    <a:pt x="1608423" y="1714768"/>
                  </a:lnTo>
                  <a:lnTo>
                    <a:pt x="1608416" y="1714761"/>
                  </a:lnTo>
                  <a:lnTo>
                    <a:pt x="1608410" y="1714755"/>
                  </a:lnTo>
                  <a:lnTo>
                    <a:pt x="1608406" y="1714750"/>
                  </a:lnTo>
                  <a:lnTo>
                    <a:pt x="1608401" y="1714747"/>
                  </a:lnTo>
                  <a:lnTo>
                    <a:pt x="1608395" y="1714744"/>
                  </a:lnTo>
                  <a:lnTo>
                    <a:pt x="1608387" y="1714743"/>
                  </a:lnTo>
                  <a:lnTo>
                    <a:pt x="1608379" y="1714743"/>
                  </a:lnTo>
                  <a:lnTo>
                    <a:pt x="1608364" y="1714742"/>
                  </a:lnTo>
                  <a:lnTo>
                    <a:pt x="1608351" y="1714742"/>
                  </a:lnTo>
                  <a:lnTo>
                    <a:pt x="1608345" y="1714743"/>
                  </a:lnTo>
                  <a:lnTo>
                    <a:pt x="1608332" y="1714747"/>
                  </a:lnTo>
                  <a:lnTo>
                    <a:pt x="1608317" y="1714753"/>
                  </a:lnTo>
                  <a:lnTo>
                    <a:pt x="1608306" y="1714756"/>
                  </a:lnTo>
                  <a:lnTo>
                    <a:pt x="1608294" y="1714757"/>
                  </a:lnTo>
                  <a:lnTo>
                    <a:pt x="1608282" y="1714759"/>
                  </a:lnTo>
                  <a:lnTo>
                    <a:pt x="1608273" y="1714761"/>
                  </a:lnTo>
                  <a:lnTo>
                    <a:pt x="1608265" y="1714762"/>
                  </a:lnTo>
                  <a:lnTo>
                    <a:pt x="1608258" y="1714763"/>
                  </a:lnTo>
                  <a:lnTo>
                    <a:pt x="1608240" y="1714765"/>
                  </a:lnTo>
                  <a:lnTo>
                    <a:pt x="1608217" y="1714767"/>
                  </a:lnTo>
                  <a:lnTo>
                    <a:pt x="1608209" y="1714766"/>
                  </a:lnTo>
                  <a:lnTo>
                    <a:pt x="1608186" y="1714769"/>
                  </a:lnTo>
                  <a:lnTo>
                    <a:pt x="1608152" y="1714776"/>
                  </a:lnTo>
                  <a:lnTo>
                    <a:pt x="1608145" y="1714778"/>
                  </a:lnTo>
                  <a:lnTo>
                    <a:pt x="1608136" y="1714781"/>
                  </a:lnTo>
                  <a:lnTo>
                    <a:pt x="1608127" y="1714788"/>
                  </a:lnTo>
                  <a:lnTo>
                    <a:pt x="1608115" y="1714796"/>
                  </a:lnTo>
                  <a:lnTo>
                    <a:pt x="1608107" y="1714803"/>
                  </a:lnTo>
                  <a:lnTo>
                    <a:pt x="1608103" y="1714810"/>
                  </a:lnTo>
                  <a:lnTo>
                    <a:pt x="1608096" y="1714820"/>
                  </a:lnTo>
                  <a:lnTo>
                    <a:pt x="1608091" y="1714823"/>
                  </a:lnTo>
                  <a:lnTo>
                    <a:pt x="1608083" y="1714827"/>
                  </a:lnTo>
                  <a:lnTo>
                    <a:pt x="1608068" y="1714832"/>
                  </a:lnTo>
                  <a:lnTo>
                    <a:pt x="1608054" y="1714839"/>
                  </a:lnTo>
                  <a:lnTo>
                    <a:pt x="1608048" y="1714842"/>
                  </a:lnTo>
                  <a:lnTo>
                    <a:pt x="1608043" y="1714844"/>
                  </a:lnTo>
                  <a:lnTo>
                    <a:pt x="1608037" y="1714849"/>
                  </a:lnTo>
                  <a:lnTo>
                    <a:pt x="1608028" y="1714856"/>
                  </a:lnTo>
                  <a:lnTo>
                    <a:pt x="1608020" y="1714862"/>
                  </a:lnTo>
                  <a:lnTo>
                    <a:pt x="1607983" y="1714888"/>
                  </a:lnTo>
                  <a:lnTo>
                    <a:pt x="1607968" y="1714897"/>
                  </a:lnTo>
                  <a:lnTo>
                    <a:pt x="1607953" y="1714905"/>
                  </a:lnTo>
                  <a:lnTo>
                    <a:pt x="1607937" y="1714913"/>
                  </a:lnTo>
                  <a:lnTo>
                    <a:pt x="1607919" y="1714922"/>
                  </a:lnTo>
                  <a:lnTo>
                    <a:pt x="1607912" y="1714928"/>
                  </a:lnTo>
                  <a:lnTo>
                    <a:pt x="1607906" y="1714934"/>
                  </a:lnTo>
                  <a:lnTo>
                    <a:pt x="1607899" y="1714942"/>
                  </a:lnTo>
                  <a:lnTo>
                    <a:pt x="1607894" y="1714955"/>
                  </a:lnTo>
                  <a:lnTo>
                    <a:pt x="1607888" y="1714965"/>
                  </a:lnTo>
                  <a:lnTo>
                    <a:pt x="1607883" y="1714970"/>
                  </a:lnTo>
                  <a:lnTo>
                    <a:pt x="1607869" y="1714981"/>
                  </a:lnTo>
                  <a:lnTo>
                    <a:pt x="1607856" y="1714990"/>
                  </a:lnTo>
                  <a:lnTo>
                    <a:pt x="1607843" y="1715000"/>
                  </a:lnTo>
                  <a:lnTo>
                    <a:pt x="1607838" y="1715005"/>
                  </a:lnTo>
                  <a:lnTo>
                    <a:pt x="1607833" y="1715009"/>
                  </a:lnTo>
                  <a:lnTo>
                    <a:pt x="1607821" y="1715018"/>
                  </a:lnTo>
                  <a:lnTo>
                    <a:pt x="1607812" y="1715020"/>
                  </a:lnTo>
                  <a:lnTo>
                    <a:pt x="1607788" y="1715023"/>
                  </a:lnTo>
                  <a:lnTo>
                    <a:pt x="1607770" y="1715031"/>
                  </a:lnTo>
                  <a:lnTo>
                    <a:pt x="1607763" y="1715036"/>
                  </a:lnTo>
                  <a:lnTo>
                    <a:pt x="1607754" y="1715043"/>
                  </a:lnTo>
                  <a:lnTo>
                    <a:pt x="1607741" y="1715054"/>
                  </a:lnTo>
                  <a:lnTo>
                    <a:pt x="1607735" y="1715063"/>
                  </a:lnTo>
                  <a:lnTo>
                    <a:pt x="1607729" y="1715069"/>
                  </a:lnTo>
                  <a:lnTo>
                    <a:pt x="1607721" y="1715078"/>
                  </a:lnTo>
                  <a:lnTo>
                    <a:pt x="1607707" y="1715088"/>
                  </a:lnTo>
                  <a:lnTo>
                    <a:pt x="1607700" y="1715088"/>
                  </a:lnTo>
                  <a:lnTo>
                    <a:pt x="1607685" y="1715083"/>
                  </a:lnTo>
                  <a:lnTo>
                    <a:pt x="1607676" y="1715079"/>
                  </a:lnTo>
                  <a:lnTo>
                    <a:pt x="1607668" y="1715077"/>
                  </a:lnTo>
                  <a:lnTo>
                    <a:pt x="1607654" y="1715075"/>
                  </a:lnTo>
                  <a:lnTo>
                    <a:pt x="1607644" y="1715078"/>
                  </a:lnTo>
                  <a:lnTo>
                    <a:pt x="1607637" y="1715083"/>
                  </a:lnTo>
                  <a:lnTo>
                    <a:pt x="1607629" y="1715088"/>
                  </a:lnTo>
                  <a:lnTo>
                    <a:pt x="1607619" y="1715096"/>
                  </a:lnTo>
                  <a:lnTo>
                    <a:pt x="1607615" y="1715100"/>
                  </a:lnTo>
                  <a:lnTo>
                    <a:pt x="1607610" y="1715105"/>
                  </a:lnTo>
                  <a:lnTo>
                    <a:pt x="1607606" y="1715111"/>
                  </a:lnTo>
                  <a:lnTo>
                    <a:pt x="1607602" y="1715116"/>
                  </a:lnTo>
                  <a:lnTo>
                    <a:pt x="1607588" y="1715137"/>
                  </a:lnTo>
                  <a:lnTo>
                    <a:pt x="1607583" y="1715139"/>
                  </a:lnTo>
                  <a:lnTo>
                    <a:pt x="1607577" y="1715142"/>
                  </a:lnTo>
                  <a:lnTo>
                    <a:pt x="1607571" y="1715143"/>
                  </a:lnTo>
                  <a:lnTo>
                    <a:pt x="1607532" y="1715143"/>
                  </a:lnTo>
                  <a:lnTo>
                    <a:pt x="1607520" y="1715142"/>
                  </a:lnTo>
                  <a:lnTo>
                    <a:pt x="1607511" y="1715142"/>
                  </a:lnTo>
                  <a:lnTo>
                    <a:pt x="1607499" y="1715140"/>
                  </a:lnTo>
                  <a:lnTo>
                    <a:pt x="1607490" y="1715139"/>
                  </a:lnTo>
                  <a:lnTo>
                    <a:pt x="1607468" y="1715135"/>
                  </a:lnTo>
                  <a:lnTo>
                    <a:pt x="1607455" y="1715134"/>
                  </a:lnTo>
                  <a:lnTo>
                    <a:pt x="1607441" y="1715140"/>
                  </a:lnTo>
                  <a:lnTo>
                    <a:pt x="1607434" y="1715144"/>
                  </a:lnTo>
                  <a:lnTo>
                    <a:pt x="1607429" y="1715149"/>
                  </a:lnTo>
                  <a:lnTo>
                    <a:pt x="1607421" y="1715159"/>
                  </a:lnTo>
                  <a:lnTo>
                    <a:pt x="1607419" y="1715165"/>
                  </a:lnTo>
                  <a:lnTo>
                    <a:pt x="1607416" y="1715183"/>
                  </a:lnTo>
                  <a:lnTo>
                    <a:pt x="1607414" y="1715205"/>
                  </a:lnTo>
                  <a:lnTo>
                    <a:pt x="1607412" y="1715216"/>
                  </a:lnTo>
                  <a:lnTo>
                    <a:pt x="1607411" y="1715224"/>
                  </a:lnTo>
                  <a:lnTo>
                    <a:pt x="1607410" y="1715234"/>
                  </a:lnTo>
                  <a:lnTo>
                    <a:pt x="1607402" y="1715246"/>
                  </a:lnTo>
                  <a:lnTo>
                    <a:pt x="1607397" y="1715253"/>
                  </a:lnTo>
                  <a:lnTo>
                    <a:pt x="1607387" y="1715260"/>
                  </a:lnTo>
                  <a:lnTo>
                    <a:pt x="1607382" y="1715261"/>
                  </a:lnTo>
                  <a:lnTo>
                    <a:pt x="1607375" y="1715261"/>
                  </a:lnTo>
                  <a:lnTo>
                    <a:pt x="1607364" y="1715254"/>
                  </a:lnTo>
                  <a:lnTo>
                    <a:pt x="1607357" y="1715249"/>
                  </a:lnTo>
                  <a:lnTo>
                    <a:pt x="1607339" y="1715243"/>
                  </a:lnTo>
                  <a:lnTo>
                    <a:pt x="1607333" y="1715242"/>
                  </a:lnTo>
                  <a:lnTo>
                    <a:pt x="1607324" y="1715243"/>
                  </a:lnTo>
                  <a:lnTo>
                    <a:pt x="1607312" y="1715247"/>
                  </a:lnTo>
                  <a:lnTo>
                    <a:pt x="1607294" y="1715255"/>
                  </a:lnTo>
                  <a:lnTo>
                    <a:pt x="1607274" y="1715258"/>
                  </a:lnTo>
                  <a:lnTo>
                    <a:pt x="1607258" y="1715253"/>
                  </a:lnTo>
                  <a:lnTo>
                    <a:pt x="1607250" y="1715253"/>
                  </a:lnTo>
                  <a:lnTo>
                    <a:pt x="1607241" y="1715253"/>
                  </a:lnTo>
                  <a:lnTo>
                    <a:pt x="1607227" y="1715257"/>
                  </a:lnTo>
                  <a:lnTo>
                    <a:pt x="1607197" y="1715269"/>
                  </a:lnTo>
                  <a:lnTo>
                    <a:pt x="1607179" y="1715277"/>
                  </a:lnTo>
                  <a:lnTo>
                    <a:pt x="1607171" y="1715283"/>
                  </a:lnTo>
                  <a:lnTo>
                    <a:pt x="1607163" y="1715293"/>
                  </a:lnTo>
                  <a:lnTo>
                    <a:pt x="1607157" y="1715312"/>
                  </a:lnTo>
                  <a:lnTo>
                    <a:pt x="1607153" y="1715325"/>
                  </a:lnTo>
                  <a:lnTo>
                    <a:pt x="1607147" y="1715341"/>
                  </a:lnTo>
                  <a:lnTo>
                    <a:pt x="1607142" y="1715356"/>
                  </a:lnTo>
                  <a:lnTo>
                    <a:pt x="1607142" y="1715363"/>
                  </a:lnTo>
                  <a:lnTo>
                    <a:pt x="1607144" y="1715380"/>
                  </a:lnTo>
                  <a:lnTo>
                    <a:pt x="1607146" y="1715393"/>
                  </a:lnTo>
                  <a:lnTo>
                    <a:pt x="1607145" y="1715402"/>
                  </a:lnTo>
                  <a:lnTo>
                    <a:pt x="1607136" y="1715409"/>
                  </a:lnTo>
                  <a:lnTo>
                    <a:pt x="1607108" y="1715419"/>
                  </a:lnTo>
                  <a:lnTo>
                    <a:pt x="1607089" y="1715422"/>
                  </a:lnTo>
                  <a:lnTo>
                    <a:pt x="1607081" y="1715424"/>
                  </a:lnTo>
                  <a:lnTo>
                    <a:pt x="1607063" y="1715439"/>
                  </a:lnTo>
                  <a:lnTo>
                    <a:pt x="1607046" y="1715454"/>
                  </a:lnTo>
                  <a:lnTo>
                    <a:pt x="1607040" y="1715458"/>
                  </a:lnTo>
                  <a:lnTo>
                    <a:pt x="1607031" y="1715463"/>
                  </a:lnTo>
                  <a:lnTo>
                    <a:pt x="1606987" y="1715462"/>
                  </a:lnTo>
                  <a:lnTo>
                    <a:pt x="1606973" y="1715476"/>
                  </a:lnTo>
                  <a:lnTo>
                    <a:pt x="1606953" y="1715479"/>
                  </a:lnTo>
                  <a:lnTo>
                    <a:pt x="1606943" y="1715480"/>
                  </a:lnTo>
                  <a:lnTo>
                    <a:pt x="1606927" y="1715481"/>
                  </a:lnTo>
                  <a:lnTo>
                    <a:pt x="1606913" y="1715480"/>
                  </a:lnTo>
                  <a:lnTo>
                    <a:pt x="1606906" y="1715477"/>
                  </a:lnTo>
                  <a:lnTo>
                    <a:pt x="1606884" y="1715464"/>
                  </a:lnTo>
                  <a:lnTo>
                    <a:pt x="1606878" y="1715461"/>
                  </a:lnTo>
                  <a:lnTo>
                    <a:pt x="1606854" y="1715456"/>
                  </a:lnTo>
                  <a:lnTo>
                    <a:pt x="1606840" y="1715457"/>
                  </a:lnTo>
                  <a:lnTo>
                    <a:pt x="1606833" y="1715459"/>
                  </a:lnTo>
                  <a:lnTo>
                    <a:pt x="1606822" y="1715463"/>
                  </a:lnTo>
                  <a:lnTo>
                    <a:pt x="1606796" y="1715472"/>
                  </a:lnTo>
                  <a:lnTo>
                    <a:pt x="1606783" y="1715477"/>
                  </a:lnTo>
                  <a:lnTo>
                    <a:pt x="1606770" y="1715483"/>
                  </a:lnTo>
                  <a:lnTo>
                    <a:pt x="1606755" y="1715492"/>
                  </a:lnTo>
                  <a:lnTo>
                    <a:pt x="1606748" y="1715496"/>
                  </a:lnTo>
                  <a:lnTo>
                    <a:pt x="1606742" y="1715500"/>
                  </a:lnTo>
                  <a:lnTo>
                    <a:pt x="1606722" y="1715517"/>
                  </a:lnTo>
                  <a:lnTo>
                    <a:pt x="1606713" y="1715530"/>
                  </a:lnTo>
                  <a:lnTo>
                    <a:pt x="1606707" y="1715543"/>
                  </a:lnTo>
                  <a:lnTo>
                    <a:pt x="1606701" y="1715555"/>
                  </a:lnTo>
                  <a:lnTo>
                    <a:pt x="1606698" y="1715560"/>
                  </a:lnTo>
                  <a:lnTo>
                    <a:pt x="1606694" y="1715569"/>
                  </a:lnTo>
                  <a:lnTo>
                    <a:pt x="1606688" y="1715579"/>
                  </a:lnTo>
                  <a:lnTo>
                    <a:pt x="1606675" y="1715601"/>
                  </a:lnTo>
                  <a:lnTo>
                    <a:pt x="1606666" y="1715615"/>
                  </a:lnTo>
                  <a:lnTo>
                    <a:pt x="1606656" y="1715625"/>
                  </a:lnTo>
                  <a:lnTo>
                    <a:pt x="1606649" y="1715631"/>
                  </a:lnTo>
                  <a:lnTo>
                    <a:pt x="1606642" y="1715639"/>
                  </a:lnTo>
                  <a:lnTo>
                    <a:pt x="1606635" y="1715648"/>
                  </a:lnTo>
                  <a:lnTo>
                    <a:pt x="1606630" y="1715654"/>
                  </a:lnTo>
                  <a:lnTo>
                    <a:pt x="1606626" y="1715661"/>
                  </a:lnTo>
                  <a:lnTo>
                    <a:pt x="1606620" y="1715670"/>
                  </a:lnTo>
                  <a:lnTo>
                    <a:pt x="1606612" y="1715676"/>
                  </a:lnTo>
                  <a:lnTo>
                    <a:pt x="1606605" y="1715681"/>
                  </a:lnTo>
                  <a:lnTo>
                    <a:pt x="1606598" y="1715685"/>
                  </a:lnTo>
                  <a:lnTo>
                    <a:pt x="1606588" y="1715692"/>
                  </a:lnTo>
                  <a:lnTo>
                    <a:pt x="1606583" y="1715695"/>
                  </a:lnTo>
                  <a:lnTo>
                    <a:pt x="1606579" y="1715699"/>
                  </a:lnTo>
                  <a:lnTo>
                    <a:pt x="1606575" y="1715702"/>
                  </a:lnTo>
                  <a:lnTo>
                    <a:pt x="1606563" y="1715712"/>
                  </a:lnTo>
                  <a:lnTo>
                    <a:pt x="1606556" y="1715718"/>
                  </a:lnTo>
                  <a:lnTo>
                    <a:pt x="1606549" y="1715723"/>
                  </a:lnTo>
                  <a:lnTo>
                    <a:pt x="1606532" y="1715736"/>
                  </a:lnTo>
                  <a:lnTo>
                    <a:pt x="1606520" y="1715744"/>
                  </a:lnTo>
                  <a:lnTo>
                    <a:pt x="1606513" y="1715748"/>
                  </a:lnTo>
                  <a:lnTo>
                    <a:pt x="1606508" y="1715752"/>
                  </a:lnTo>
                  <a:lnTo>
                    <a:pt x="1606501" y="1715758"/>
                  </a:lnTo>
                  <a:lnTo>
                    <a:pt x="1606493" y="1715767"/>
                  </a:lnTo>
                  <a:lnTo>
                    <a:pt x="1606488" y="1715773"/>
                  </a:lnTo>
                  <a:lnTo>
                    <a:pt x="1606485" y="1715777"/>
                  </a:lnTo>
                  <a:lnTo>
                    <a:pt x="1606481" y="1715782"/>
                  </a:lnTo>
                  <a:lnTo>
                    <a:pt x="1606477" y="1715788"/>
                  </a:lnTo>
                  <a:lnTo>
                    <a:pt x="1606474" y="1715794"/>
                  </a:lnTo>
                  <a:lnTo>
                    <a:pt x="1606469" y="1715797"/>
                  </a:lnTo>
                  <a:lnTo>
                    <a:pt x="1606463" y="1715799"/>
                  </a:lnTo>
                  <a:lnTo>
                    <a:pt x="1606449" y="1715804"/>
                  </a:lnTo>
                  <a:lnTo>
                    <a:pt x="1606441" y="1715808"/>
                  </a:lnTo>
                  <a:lnTo>
                    <a:pt x="1606433" y="1715811"/>
                  </a:lnTo>
                  <a:lnTo>
                    <a:pt x="1606423" y="1715816"/>
                  </a:lnTo>
                  <a:lnTo>
                    <a:pt x="1606413" y="1715821"/>
                  </a:lnTo>
                  <a:lnTo>
                    <a:pt x="1606408" y="1715825"/>
                  </a:lnTo>
                  <a:lnTo>
                    <a:pt x="1606399" y="1715832"/>
                  </a:lnTo>
                  <a:lnTo>
                    <a:pt x="1606388" y="1715840"/>
                  </a:lnTo>
                  <a:lnTo>
                    <a:pt x="1606371" y="1715858"/>
                  </a:lnTo>
                  <a:lnTo>
                    <a:pt x="1606367" y="1715862"/>
                  </a:lnTo>
                  <a:lnTo>
                    <a:pt x="1606354" y="1715870"/>
                  </a:lnTo>
                  <a:lnTo>
                    <a:pt x="1606344" y="1715876"/>
                  </a:lnTo>
                  <a:lnTo>
                    <a:pt x="1606336" y="1715884"/>
                  </a:lnTo>
                  <a:lnTo>
                    <a:pt x="1606320" y="1715895"/>
                  </a:lnTo>
                  <a:lnTo>
                    <a:pt x="1606294" y="1715902"/>
                  </a:lnTo>
                  <a:lnTo>
                    <a:pt x="1606284" y="1715905"/>
                  </a:lnTo>
                  <a:lnTo>
                    <a:pt x="1606275" y="1715908"/>
                  </a:lnTo>
                  <a:lnTo>
                    <a:pt x="1606267" y="1715911"/>
                  </a:lnTo>
                  <a:lnTo>
                    <a:pt x="1606258" y="1715917"/>
                  </a:lnTo>
                  <a:lnTo>
                    <a:pt x="1606252" y="1715921"/>
                  </a:lnTo>
                  <a:lnTo>
                    <a:pt x="1606239" y="1715930"/>
                  </a:lnTo>
                  <a:lnTo>
                    <a:pt x="1606230" y="1715938"/>
                  </a:lnTo>
                  <a:lnTo>
                    <a:pt x="1606223" y="1715945"/>
                  </a:lnTo>
                  <a:lnTo>
                    <a:pt x="1606219" y="1715949"/>
                  </a:lnTo>
                  <a:lnTo>
                    <a:pt x="1606214" y="1715954"/>
                  </a:lnTo>
                  <a:lnTo>
                    <a:pt x="1606210" y="1715958"/>
                  </a:lnTo>
                  <a:lnTo>
                    <a:pt x="1606200" y="1715964"/>
                  </a:lnTo>
                  <a:lnTo>
                    <a:pt x="1606180" y="1715970"/>
                  </a:lnTo>
                  <a:lnTo>
                    <a:pt x="1606169" y="1715972"/>
                  </a:lnTo>
                  <a:lnTo>
                    <a:pt x="1606139" y="1715980"/>
                  </a:lnTo>
                  <a:lnTo>
                    <a:pt x="1606127" y="1715987"/>
                  </a:lnTo>
                  <a:lnTo>
                    <a:pt x="1606119" y="1715996"/>
                  </a:lnTo>
                  <a:lnTo>
                    <a:pt x="1606114" y="1716003"/>
                  </a:lnTo>
                  <a:lnTo>
                    <a:pt x="1606108" y="1716020"/>
                  </a:lnTo>
                  <a:lnTo>
                    <a:pt x="1606104" y="1716027"/>
                  </a:lnTo>
                  <a:lnTo>
                    <a:pt x="1606100" y="1716035"/>
                  </a:lnTo>
                  <a:lnTo>
                    <a:pt x="1606094" y="1716043"/>
                  </a:lnTo>
                  <a:lnTo>
                    <a:pt x="1606088" y="1716049"/>
                  </a:lnTo>
                  <a:lnTo>
                    <a:pt x="1606080" y="1716058"/>
                  </a:lnTo>
                  <a:lnTo>
                    <a:pt x="1606071" y="1716069"/>
                  </a:lnTo>
                  <a:lnTo>
                    <a:pt x="1606068" y="1716074"/>
                  </a:lnTo>
                  <a:lnTo>
                    <a:pt x="1606062" y="1716085"/>
                  </a:lnTo>
                  <a:lnTo>
                    <a:pt x="1606058" y="1716099"/>
                  </a:lnTo>
                  <a:lnTo>
                    <a:pt x="1606055" y="1716108"/>
                  </a:lnTo>
                  <a:lnTo>
                    <a:pt x="1606054" y="1716120"/>
                  </a:lnTo>
                  <a:lnTo>
                    <a:pt x="1606054" y="1716130"/>
                  </a:lnTo>
                  <a:lnTo>
                    <a:pt x="1606054" y="1716136"/>
                  </a:lnTo>
                  <a:lnTo>
                    <a:pt x="1606055" y="1716142"/>
                  </a:lnTo>
                  <a:lnTo>
                    <a:pt x="1606055" y="1716179"/>
                  </a:lnTo>
                  <a:lnTo>
                    <a:pt x="1606055" y="1716186"/>
                  </a:lnTo>
                  <a:lnTo>
                    <a:pt x="1606052" y="1716199"/>
                  </a:lnTo>
                  <a:lnTo>
                    <a:pt x="1606048" y="1716206"/>
                  </a:lnTo>
                  <a:lnTo>
                    <a:pt x="1606049" y="1716223"/>
                  </a:lnTo>
                  <a:lnTo>
                    <a:pt x="1606066" y="1716253"/>
                  </a:lnTo>
                  <a:lnTo>
                    <a:pt x="1606074" y="1716264"/>
                  </a:lnTo>
                  <a:lnTo>
                    <a:pt x="1606087" y="1716279"/>
                  </a:lnTo>
                  <a:lnTo>
                    <a:pt x="1606094" y="1716294"/>
                  </a:lnTo>
                  <a:lnTo>
                    <a:pt x="1606101" y="1716315"/>
                  </a:lnTo>
                  <a:lnTo>
                    <a:pt x="1606106" y="1716331"/>
                  </a:lnTo>
                  <a:lnTo>
                    <a:pt x="1606113" y="1716347"/>
                  </a:lnTo>
                  <a:lnTo>
                    <a:pt x="1606116" y="1716354"/>
                  </a:lnTo>
                  <a:lnTo>
                    <a:pt x="1606123" y="1716379"/>
                  </a:lnTo>
                  <a:lnTo>
                    <a:pt x="1606124" y="1716391"/>
                  </a:lnTo>
                  <a:lnTo>
                    <a:pt x="1606123" y="1716398"/>
                  </a:lnTo>
                  <a:lnTo>
                    <a:pt x="1606111" y="1716415"/>
                  </a:lnTo>
                  <a:lnTo>
                    <a:pt x="1606093" y="1716426"/>
                  </a:lnTo>
                  <a:lnTo>
                    <a:pt x="1606075" y="1716436"/>
                  </a:lnTo>
                  <a:lnTo>
                    <a:pt x="1606064" y="1716442"/>
                  </a:lnTo>
                  <a:lnTo>
                    <a:pt x="1606049" y="1716452"/>
                  </a:lnTo>
                  <a:lnTo>
                    <a:pt x="1606025" y="1716470"/>
                  </a:lnTo>
                  <a:lnTo>
                    <a:pt x="1606015" y="1716478"/>
                  </a:lnTo>
                  <a:lnTo>
                    <a:pt x="1606004" y="1716487"/>
                  </a:lnTo>
                  <a:lnTo>
                    <a:pt x="1605978" y="1716507"/>
                  </a:lnTo>
                  <a:lnTo>
                    <a:pt x="1605966" y="1716513"/>
                  </a:lnTo>
                  <a:lnTo>
                    <a:pt x="1605941" y="1716523"/>
                  </a:lnTo>
                  <a:lnTo>
                    <a:pt x="1605929" y="1716527"/>
                  </a:lnTo>
                  <a:lnTo>
                    <a:pt x="1605900" y="1716533"/>
                  </a:lnTo>
                  <a:lnTo>
                    <a:pt x="1605899" y="1716557"/>
                  </a:lnTo>
                  <a:lnTo>
                    <a:pt x="1605897" y="1716578"/>
                  </a:lnTo>
                  <a:lnTo>
                    <a:pt x="1605896" y="1716587"/>
                  </a:lnTo>
                  <a:lnTo>
                    <a:pt x="1605892" y="1716594"/>
                  </a:lnTo>
                  <a:lnTo>
                    <a:pt x="1605884" y="1716601"/>
                  </a:lnTo>
                  <a:lnTo>
                    <a:pt x="1605869" y="1716605"/>
                  </a:lnTo>
                  <a:lnTo>
                    <a:pt x="1605859" y="1716609"/>
                  </a:lnTo>
                  <a:lnTo>
                    <a:pt x="1605846" y="1716618"/>
                  </a:lnTo>
                  <a:lnTo>
                    <a:pt x="1605842" y="1716623"/>
                  </a:lnTo>
                  <a:lnTo>
                    <a:pt x="1605838" y="1716632"/>
                  </a:lnTo>
                  <a:lnTo>
                    <a:pt x="1605835" y="1716637"/>
                  </a:lnTo>
                  <a:lnTo>
                    <a:pt x="1605824" y="1716651"/>
                  </a:lnTo>
                  <a:lnTo>
                    <a:pt x="1605816" y="1716659"/>
                  </a:lnTo>
                  <a:lnTo>
                    <a:pt x="1605808" y="1716662"/>
                  </a:lnTo>
                  <a:lnTo>
                    <a:pt x="1605799" y="1716665"/>
                  </a:lnTo>
                  <a:lnTo>
                    <a:pt x="1605782" y="1716678"/>
                  </a:lnTo>
                  <a:lnTo>
                    <a:pt x="1605771" y="1716690"/>
                  </a:lnTo>
                  <a:lnTo>
                    <a:pt x="1605757" y="1716703"/>
                  </a:lnTo>
                  <a:lnTo>
                    <a:pt x="1605748" y="1716709"/>
                  </a:lnTo>
                  <a:lnTo>
                    <a:pt x="1605740" y="1716714"/>
                  </a:lnTo>
                  <a:lnTo>
                    <a:pt x="1605729" y="1716721"/>
                  </a:lnTo>
                  <a:lnTo>
                    <a:pt x="1605722" y="1716727"/>
                  </a:lnTo>
                  <a:lnTo>
                    <a:pt x="1605711" y="1716735"/>
                  </a:lnTo>
                  <a:lnTo>
                    <a:pt x="1605706" y="1716738"/>
                  </a:lnTo>
                  <a:lnTo>
                    <a:pt x="1605701" y="1716743"/>
                  </a:lnTo>
                  <a:lnTo>
                    <a:pt x="1605696" y="1716749"/>
                  </a:lnTo>
                  <a:lnTo>
                    <a:pt x="1605690" y="1716758"/>
                  </a:lnTo>
                  <a:lnTo>
                    <a:pt x="1605667" y="1716782"/>
                  </a:lnTo>
                  <a:lnTo>
                    <a:pt x="1605683" y="1716816"/>
                  </a:lnTo>
                  <a:lnTo>
                    <a:pt x="1605690" y="1716834"/>
                  </a:lnTo>
                  <a:lnTo>
                    <a:pt x="1605694" y="1716848"/>
                  </a:lnTo>
                  <a:lnTo>
                    <a:pt x="1605694" y="1716880"/>
                  </a:lnTo>
                  <a:lnTo>
                    <a:pt x="1605694" y="1716897"/>
                  </a:lnTo>
                  <a:lnTo>
                    <a:pt x="1605693" y="1716917"/>
                  </a:lnTo>
                  <a:lnTo>
                    <a:pt x="1605690" y="1716940"/>
                  </a:lnTo>
                  <a:lnTo>
                    <a:pt x="1605685" y="1716956"/>
                  </a:lnTo>
                  <a:lnTo>
                    <a:pt x="1605680" y="1716959"/>
                  </a:lnTo>
                  <a:lnTo>
                    <a:pt x="1605674" y="1716963"/>
                  </a:lnTo>
                  <a:lnTo>
                    <a:pt x="1605650" y="1716971"/>
                  </a:lnTo>
                  <a:lnTo>
                    <a:pt x="1605630" y="1716977"/>
                  </a:lnTo>
                  <a:lnTo>
                    <a:pt x="1605616" y="1716980"/>
                  </a:lnTo>
                  <a:lnTo>
                    <a:pt x="1605605" y="1716983"/>
                  </a:lnTo>
                  <a:lnTo>
                    <a:pt x="1605592" y="1716986"/>
                  </a:lnTo>
                  <a:lnTo>
                    <a:pt x="1605576" y="1716989"/>
                  </a:lnTo>
                  <a:lnTo>
                    <a:pt x="1605563" y="1716991"/>
                  </a:lnTo>
                  <a:lnTo>
                    <a:pt x="1605543" y="1716996"/>
                  </a:lnTo>
                  <a:lnTo>
                    <a:pt x="1605522" y="1717008"/>
                  </a:lnTo>
                  <a:lnTo>
                    <a:pt x="1605506" y="1717026"/>
                  </a:lnTo>
                  <a:lnTo>
                    <a:pt x="1605500" y="1717031"/>
                  </a:lnTo>
                  <a:lnTo>
                    <a:pt x="1605495" y="1717032"/>
                  </a:lnTo>
                  <a:lnTo>
                    <a:pt x="1605483" y="1717035"/>
                  </a:lnTo>
                  <a:lnTo>
                    <a:pt x="1605460" y="1717043"/>
                  </a:lnTo>
                  <a:lnTo>
                    <a:pt x="1605435" y="1717054"/>
                  </a:lnTo>
                  <a:lnTo>
                    <a:pt x="1605423" y="1717060"/>
                  </a:lnTo>
                  <a:lnTo>
                    <a:pt x="1605409" y="1717070"/>
                  </a:lnTo>
                  <a:lnTo>
                    <a:pt x="1605401" y="1717076"/>
                  </a:lnTo>
                  <a:lnTo>
                    <a:pt x="1605387" y="1717084"/>
                  </a:lnTo>
                  <a:lnTo>
                    <a:pt x="1605381" y="1717087"/>
                  </a:lnTo>
                  <a:lnTo>
                    <a:pt x="1605373" y="1717090"/>
                  </a:lnTo>
                  <a:lnTo>
                    <a:pt x="1605367" y="1717092"/>
                  </a:lnTo>
                  <a:lnTo>
                    <a:pt x="1605356" y="1717097"/>
                  </a:lnTo>
                  <a:lnTo>
                    <a:pt x="1605343" y="1717101"/>
                  </a:lnTo>
                  <a:lnTo>
                    <a:pt x="1605317" y="1717108"/>
                  </a:lnTo>
                  <a:lnTo>
                    <a:pt x="1605311" y="1717109"/>
                  </a:lnTo>
                  <a:lnTo>
                    <a:pt x="1605293" y="1717110"/>
                  </a:lnTo>
                  <a:lnTo>
                    <a:pt x="1605285" y="1717111"/>
                  </a:lnTo>
                  <a:lnTo>
                    <a:pt x="1605276" y="1717114"/>
                  </a:lnTo>
                  <a:lnTo>
                    <a:pt x="1605261" y="1717122"/>
                  </a:lnTo>
                  <a:lnTo>
                    <a:pt x="1605241" y="1717140"/>
                  </a:lnTo>
                  <a:lnTo>
                    <a:pt x="1605230" y="1717144"/>
                  </a:lnTo>
                  <a:lnTo>
                    <a:pt x="1605217" y="1717147"/>
                  </a:lnTo>
                  <a:lnTo>
                    <a:pt x="1605209" y="1717149"/>
                  </a:lnTo>
                  <a:lnTo>
                    <a:pt x="1605203" y="1717153"/>
                  </a:lnTo>
                  <a:lnTo>
                    <a:pt x="1605197" y="1717156"/>
                  </a:lnTo>
                  <a:lnTo>
                    <a:pt x="1605186" y="1717162"/>
                  </a:lnTo>
                  <a:lnTo>
                    <a:pt x="1605178" y="1717167"/>
                  </a:lnTo>
                  <a:lnTo>
                    <a:pt x="1605173" y="1717170"/>
                  </a:lnTo>
                  <a:lnTo>
                    <a:pt x="1605166" y="1717174"/>
                  </a:lnTo>
                  <a:lnTo>
                    <a:pt x="1605147" y="1717184"/>
                  </a:lnTo>
                  <a:lnTo>
                    <a:pt x="1605131" y="1717195"/>
                  </a:lnTo>
                  <a:lnTo>
                    <a:pt x="1605125" y="1717199"/>
                  </a:lnTo>
                  <a:lnTo>
                    <a:pt x="1605106" y="1717211"/>
                  </a:lnTo>
                  <a:lnTo>
                    <a:pt x="1605093" y="1717220"/>
                  </a:lnTo>
                  <a:lnTo>
                    <a:pt x="1605089" y="1717223"/>
                  </a:lnTo>
                  <a:lnTo>
                    <a:pt x="1605079" y="1717244"/>
                  </a:lnTo>
                  <a:lnTo>
                    <a:pt x="1605076" y="1717266"/>
                  </a:lnTo>
                  <a:lnTo>
                    <a:pt x="1605072" y="1717273"/>
                  </a:lnTo>
                  <a:lnTo>
                    <a:pt x="1605061" y="1717281"/>
                  </a:lnTo>
                  <a:lnTo>
                    <a:pt x="1605051" y="1717294"/>
                  </a:lnTo>
                  <a:lnTo>
                    <a:pt x="1605047" y="1717301"/>
                  </a:lnTo>
                  <a:lnTo>
                    <a:pt x="1605043" y="1717310"/>
                  </a:lnTo>
                  <a:lnTo>
                    <a:pt x="1605049" y="1717321"/>
                  </a:lnTo>
                  <a:lnTo>
                    <a:pt x="1605059" y="1717337"/>
                  </a:lnTo>
                  <a:lnTo>
                    <a:pt x="1605070" y="1717368"/>
                  </a:lnTo>
                  <a:lnTo>
                    <a:pt x="1605080" y="1717385"/>
                  </a:lnTo>
                  <a:lnTo>
                    <a:pt x="1605098" y="1717428"/>
                  </a:lnTo>
                  <a:lnTo>
                    <a:pt x="1605105" y="1717444"/>
                  </a:lnTo>
                  <a:lnTo>
                    <a:pt x="1605110" y="1717450"/>
                  </a:lnTo>
                  <a:lnTo>
                    <a:pt x="1605121" y="1717467"/>
                  </a:lnTo>
                  <a:lnTo>
                    <a:pt x="1605128" y="1717484"/>
                  </a:lnTo>
                  <a:lnTo>
                    <a:pt x="1605136" y="1717511"/>
                  </a:lnTo>
                  <a:lnTo>
                    <a:pt x="1605148" y="1717539"/>
                  </a:lnTo>
                  <a:lnTo>
                    <a:pt x="1605157" y="1717555"/>
                  </a:lnTo>
                  <a:lnTo>
                    <a:pt x="1605174" y="1717586"/>
                  </a:lnTo>
                  <a:lnTo>
                    <a:pt x="1605183" y="1717599"/>
                  </a:lnTo>
                  <a:lnTo>
                    <a:pt x="1605195" y="1717611"/>
                  </a:lnTo>
                  <a:lnTo>
                    <a:pt x="1605206" y="1717624"/>
                  </a:lnTo>
                  <a:lnTo>
                    <a:pt x="1605206" y="1717639"/>
                  </a:lnTo>
                  <a:lnTo>
                    <a:pt x="1605201" y="1717645"/>
                  </a:lnTo>
                  <a:lnTo>
                    <a:pt x="1605188" y="1717652"/>
                  </a:lnTo>
                  <a:lnTo>
                    <a:pt x="1605176" y="1717659"/>
                  </a:lnTo>
                  <a:lnTo>
                    <a:pt x="1605116" y="1717678"/>
                  </a:lnTo>
                  <a:lnTo>
                    <a:pt x="1605071" y="1717685"/>
                  </a:lnTo>
                  <a:lnTo>
                    <a:pt x="1605051" y="1717692"/>
                  </a:lnTo>
                  <a:lnTo>
                    <a:pt x="1605040" y="1717702"/>
                  </a:lnTo>
                  <a:lnTo>
                    <a:pt x="1605017" y="1717727"/>
                  </a:lnTo>
                  <a:lnTo>
                    <a:pt x="1605003" y="1717751"/>
                  </a:lnTo>
                  <a:lnTo>
                    <a:pt x="1604995" y="1717764"/>
                  </a:lnTo>
                  <a:lnTo>
                    <a:pt x="1604984" y="1717783"/>
                  </a:lnTo>
                  <a:lnTo>
                    <a:pt x="1604969" y="1717804"/>
                  </a:lnTo>
                  <a:lnTo>
                    <a:pt x="1604942" y="1717828"/>
                  </a:lnTo>
                  <a:lnTo>
                    <a:pt x="1604940" y="1717836"/>
                  </a:lnTo>
                  <a:lnTo>
                    <a:pt x="1604933" y="1717866"/>
                  </a:lnTo>
                  <a:lnTo>
                    <a:pt x="1604925" y="1717885"/>
                  </a:lnTo>
                  <a:lnTo>
                    <a:pt x="1604918" y="1717908"/>
                  </a:lnTo>
                  <a:lnTo>
                    <a:pt x="1604913" y="1717936"/>
                  </a:lnTo>
                  <a:lnTo>
                    <a:pt x="1604910" y="1717943"/>
                  </a:lnTo>
                  <a:lnTo>
                    <a:pt x="1604908" y="1717952"/>
                  </a:lnTo>
                  <a:lnTo>
                    <a:pt x="1604903" y="1717984"/>
                  </a:lnTo>
                  <a:lnTo>
                    <a:pt x="1604895" y="1718000"/>
                  </a:lnTo>
                  <a:lnTo>
                    <a:pt x="1604881" y="1718026"/>
                  </a:lnTo>
                  <a:lnTo>
                    <a:pt x="1604855" y="1718027"/>
                  </a:lnTo>
                  <a:lnTo>
                    <a:pt x="1604833" y="1718026"/>
                  </a:lnTo>
                  <a:lnTo>
                    <a:pt x="1604823" y="1718035"/>
                  </a:lnTo>
                  <a:lnTo>
                    <a:pt x="1604807" y="1718049"/>
                  </a:lnTo>
                  <a:lnTo>
                    <a:pt x="1604794" y="1718054"/>
                  </a:lnTo>
                  <a:lnTo>
                    <a:pt x="1604774" y="1718061"/>
                  </a:lnTo>
                  <a:lnTo>
                    <a:pt x="1604741" y="1718069"/>
                  </a:lnTo>
                  <a:lnTo>
                    <a:pt x="1604734" y="1718083"/>
                  </a:lnTo>
                  <a:lnTo>
                    <a:pt x="1604731" y="1718088"/>
                  </a:lnTo>
                  <a:lnTo>
                    <a:pt x="1604720" y="1718101"/>
                  </a:lnTo>
                  <a:lnTo>
                    <a:pt x="1604716" y="1718106"/>
                  </a:lnTo>
                  <a:lnTo>
                    <a:pt x="1604708" y="1718114"/>
                  </a:lnTo>
                  <a:lnTo>
                    <a:pt x="1604698" y="1718124"/>
                  </a:lnTo>
                  <a:lnTo>
                    <a:pt x="1604694" y="1718128"/>
                  </a:lnTo>
                  <a:lnTo>
                    <a:pt x="1604689" y="1718132"/>
                  </a:lnTo>
                  <a:lnTo>
                    <a:pt x="1604681" y="1718139"/>
                  </a:lnTo>
                  <a:lnTo>
                    <a:pt x="1604675" y="1718145"/>
                  </a:lnTo>
                  <a:lnTo>
                    <a:pt x="1604667" y="1718152"/>
                  </a:lnTo>
                  <a:lnTo>
                    <a:pt x="1604645" y="1718166"/>
                  </a:lnTo>
                  <a:lnTo>
                    <a:pt x="1604636" y="1718173"/>
                  </a:lnTo>
                  <a:lnTo>
                    <a:pt x="1604630" y="1718179"/>
                  </a:lnTo>
                  <a:lnTo>
                    <a:pt x="1604623" y="1718187"/>
                  </a:lnTo>
                  <a:lnTo>
                    <a:pt x="1604620" y="1718202"/>
                  </a:lnTo>
                  <a:lnTo>
                    <a:pt x="1604615" y="1718221"/>
                  </a:lnTo>
                  <a:lnTo>
                    <a:pt x="1604587" y="1718244"/>
                  </a:lnTo>
                  <a:lnTo>
                    <a:pt x="1604572" y="1718255"/>
                  </a:lnTo>
                  <a:lnTo>
                    <a:pt x="1604568" y="1718263"/>
                  </a:lnTo>
                  <a:lnTo>
                    <a:pt x="1604568" y="1718269"/>
                  </a:lnTo>
                  <a:lnTo>
                    <a:pt x="1604563" y="1718291"/>
                  </a:lnTo>
                  <a:lnTo>
                    <a:pt x="1604559" y="1718306"/>
                  </a:lnTo>
                  <a:lnTo>
                    <a:pt x="1604551" y="1718318"/>
                  </a:lnTo>
                  <a:lnTo>
                    <a:pt x="1604542" y="1718333"/>
                  </a:lnTo>
                  <a:lnTo>
                    <a:pt x="1604534" y="1718344"/>
                  </a:lnTo>
                  <a:lnTo>
                    <a:pt x="1604527" y="1718353"/>
                  </a:lnTo>
                  <a:lnTo>
                    <a:pt x="1604502" y="1718384"/>
                  </a:lnTo>
                  <a:lnTo>
                    <a:pt x="1604484" y="1718403"/>
                  </a:lnTo>
                  <a:lnTo>
                    <a:pt x="1604450" y="1718397"/>
                  </a:lnTo>
                  <a:lnTo>
                    <a:pt x="1604433" y="1718387"/>
                  </a:lnTo>
                  <a:lnTo>
                    <a:pt x="1604418" y="1718372"/>
                  </a:lnTo>
                  <a:lnTo>
                    <a:pt x="1604366" y="1718339"/>
                  </a:lnTo>
                  <a:lnTo>
                    <a:pt x="1604322" y="1718316"/>
                  </a:lnTo>
                  <a:lnTo>
                    <a:pt x="1604300" y="1718308"/>
                  </a:lnTo>
                  <a:lnTo>
                    <a:pt x="1604289" y="1718305"/>
                  </a:lnTo>
                  <a:lnTo>
                    <a:pt x="1604269" y="1718300"/>
                  </a:lnTo>
                  <a:lnTo>
                    <a:pt x="1604247" y="1718290"/>
                  </a:lnTo>
                  <a:lnTo>
                    <a:pt x="1604217" y="1718266"/>
                  </a:lnTo>
                  <a:lnTo>
                    <a:pt x="1604195" y="1718257"/>
                  </a:lnTo>
                  <a:lnTo>
                    <a:pt x="1604172" y="1718250"/>
                  </a:lnTo>
                  <a:lnTo>
                    <a:pt x="1604153" y="1718244"/>
                  </a:lnTo>
                  <a:lnTo>
                    <a:pt x="1604118" y="1718233"/>
                  </a:lnTo>
                  <a:lnTo>
                    <a:pt x="1604070" y="1718225"/>
                  </a:lnTo>
                  <a:lnTo>
                    <a:pt x="1604040" y="1718215"/>
                  </a:lnTo>
                  <a:lnTo>
                    <a:pt x="1604036" y="1718213"/>
                  </a:lnTo>
                  <a:lnTo>
                    <a:pt x="1604014" y="1718198"/>
                  </a:lnTo>
                  <a:lnTo>
                    <a:pt x="1604006" y="1718193"/>
                  </a:lnTo>
                  <a:lnTo>
                    <a:pt x="1603988" y="1718182"/>
                  </a:lnTo>
                  <a:lnTo>
                    <a:pt x="1603979" y="1718176"/>
                  </a:lnTo>
                  <a:lnTo>
                    <a:pt x="1603958" y="1718161"/>
                  </a:lnTo>
                  <a:lnTo>
                    <a:pt x="1603933" y="1718151"/>
                  </a:lnTo>
                  <a:lnTo>
                    <a:pt x="1603924" y="1718145"/>
                  </a:lnTo>
                  <a:lnTo>
                    <a:pt x="1603902" y="1718127"/>
                  </a:lnTo>
                  <a:lnTo>
                    <a:pt x="1603893" y="1718116"/>
                  </a:lnTo>
                  <a:lnTo>
                    <a:pt x="1603883" y="1718099"/>
                  </a:lnTo>
                  <a:lnTo>
                    <a:pt x="1603878" y="1718086"/>
                  </a:lnTo>
                  <a:lnTo>
                    <a:pt x="1603875" y="1718078"/>
                  </a:lnTo>
                  <a:lnTo>
                    <a:pt x="1603869" y="1718064"/>
                  </a:lnTo>
                  <a:lnTo>
                    <a:pt x="1603832" y="1718062"/>
                  </a:lnTo>
                  <a:lnTo>
                    <a:pt x="1603817" y="1718062"/>
                  </a:lnTo>
                  <a:lnTo>
                    <a:pt x="1603800" y="1718065"/>
                  </a:lnTo>
                  <a:lnTo>
                    <a:pt x="1603792" y="1718068"/>
                  </a:lnTo>
                  <a:lnTo>
                    <a:pt x="1603786" y="1718072"/>
                  </a:lnTo>
                  <a:lnTo>
                    <a:pt x="1603752" y="1718094"/>
                  </a:lnTo>
                  <a:lnTo>
                    <a:pt x="1603732" y="1718106"/>
                  </a:lnTo>
                  <a:lnTo>
                    <a:pt x="1603714" y="1718118"/>
                  </a:lnTo>
                  <a:lnTo>
                    <a:pt x="1603673" y="1718162"/>
                  </a:lnTo>
                  <a:lnTo>
                    <a:pt x="1603652" y="1718173"/>
                  </a:lnTo>
                  <a:lnTo>
                    <a:pt x="1603635" y="1718181"/>
                  </a:lnTo>
                  <a:lnTo>
                    <a:pt x="1603626" y="1718190"/>
                  </a:lnTo>
                  <a:lnTo>
                    <a:pt x="1603620" y="1718195"/>
                  </a:lnTo>
                  <a:lnTo>
                    <a:pt x="1603598" y="1718221"/>
                  </a:lnTo>
                  <a:lnTo>
                    <a:pt x="1603590" y="1718221"/>
                  </a:lnTo>
                  <a:lnTo>
                    <a:pt x="1603581" y="1718221"/>
                  </a:lnTo>
                  <a:lnTo>
                    <a:pt x="1603566" y="1718219"/>
                  </a:lnTo>
                  <a:lnTo>
                    <a:pt x="1603554" y="1718218"/>
                  </a:lnTo>
                  <a:lnTo>
                    <a:pt x="1603544" y="1718215"/>
                  </a:lnTo>
                  <a:lnTo>
                    <a:pt x="1603539" y="1718212"/>
                  </a:lnTo>
                  <a:lnTo>
                    <a:pt x="1603533" y="1718204"/>
                  </a:lnTo>
                  <a:lnTo>
                    <a:pt x="1603491" y="1718132"/>
                  </a:lnTo>
                  <a:lnTo>
                    <a:pt x="1603491" y="1718122"/>
                  </a:lnTo>
                  <a:lnTo>
                    <a:pt x="1603493" y="1718115"/>
                  </a:lnTo>
                  <a:lnTo>
                    <a:pt x="1603495" y="1718106"/>
                  </a:lnTo>
                  <a:lnTo>
                    <a:pt x="1603497" y="1718095"/>
                  </a:lnTo>
                  <a:lnTo>
                    <a:pt x="1603500" y="1718086"/>
                  </a:lnTo>
                  <a:lnTo>
                    <a:pt x="1603504" y="1718070"/>
                  </a:lnTo>
                  <a:lnTo>
                    <a:pt x="1603464" y="1718063"/>
                  </a:lnTo>
                  <a:lnTo>
                    <a:pt x="1603426" y="1718038"/>
                  </a:lnTo>
                  <a:lnTo>
                    <a:pt x="1603411" y="1718019"/>
                  </a:lnTo>
                  <a:lnTo>
                    <a:pt x="1603407" y="1718014"/>
                  </a:lnTo>
                  <a:lnTo>
                    <a:pt x="1603401" y="1718008"/>
                  </a:lnTo>
                  <a:lnTo>
                    <a:pt x="1603362" y="1717959"/>
                  </a:lnTo>
                  <a:lnTo>
                    <a:pt x="1603357" y="1717953"/>
                  </a:lnTo>
                  <a:lnTo>
                    <a:pt x="1603338" y="1717934"/>
                  </a:lnTo>
                  <a:lnTo>
                    <a:pt x="1603313" y="1717918"/>
                  </a:lnTo>
                  <a:lnTo>
                    <a:pt x="1603301" y="1717903"/>
                  </a:lnTo>
                  <a:lnTo>
                    <a:pt x="1603289" y="1717874"/>
                  </a:lnTo>
                  <a:lnTo>
                    <a:pt x="1603281" y="1717854"/>
                  </a:lnTo>
                  <a:lnTo>
                    <a:pt x="1603264" y="1717812"/>
                  </a:lnTo>
                  <a:lnTo>
                    <a:pt x="1603275" y="1717800"/>
                  </a:lnTo>
                  <a:lnTo>
                    <a:pt x="1603293" y="1717785"/>
                  </a:lnTo>
                  <a:lnTo>
                    <a:pt x="1603314" y="1717762"/>
                  </a:lnTo>
                  <a:lnTo>
                    <a:pt x="1603319" y="1717757"/>
                  </a:lnTo>
                  <a:lnTo>
                    <a:pt x="1603325" y="1717753"/>
                  </a:lnTo>
                  <a:lnTo>
                    <a:pt x="1603331" y="1717751"/>
                  </a:lnTo>
                  <a:lnTo>
                    <a:pt x="1603339" y="1717751"/>
                  </a:lnTo>
                  <a:lnTo>
                    <a:pt x="1603348" y="1717748"/>
                  </a:lnTo>
                  <a:lnTo>
                    <a:pt x="1603356" y="1717741"/>
                  </a:lnTo>
                  <a:lnTo>
                    <a:pt x="1603361" y="1717733"/>
                  </a:lnTo>
                  <a:lnTo>
                    <a:pt x="1603363" y="1717721"/>
                  </a:lnTo>
                  <a:lnTo>
                    <a:pt x="1603364" y="1717706"/>
                  </a:lnTo>
                  <a:lnTo>
                    <a:pt x="1603364" y="1717696"/>
                  </a:lnTo>
                  <a:lnTo>
                    <a:pt x="1603368" y="1717683"/>
                  </a:lnTo>
                  <a:lnTo>
                    <a:pt x="1603372" y="1717674"/>
                  </a:lnTo>
                  <a:lnTo>
                    <a:pt x="1603382" y="1717656"/>
                  </a:lnTo>
                  <a:lnTo>
                    <a:pt x="1603389" y="1717653"/>
                  </a:lnTo>
                  <a:lnTo>
                    <a:pt x="1603397" y="1717651"/>
                  </a:lnTo>
                  <a:lnTo>
                    <a:pt x="1603407" y="1717645"/>
                  </a:lnTo>
                  <a:lnTo>
                    <a:pt x="1603417" y="1717637"/>
                  </a:lnTo>
                  <a:lnTo>
                    <a:pt x="1603423" y="1717628"/>
                  </a:lnTo>
                  <a:lnTo>
                    <a:pt x="1603425" y="1717621"/>
                  </a:lnTo>
                  <a:lnTo>
                    <a:pt x="1603424" y="1717602"/>
                  </a:lnTo>
                  <a:lnTo>
                    <a:pt x="1603422" y="1717587"/>
                  </a:lnTo>
                  <a:lnTo>
                    <a:pt x="1603424" y="1717575"/>
                  </a:lnTo>
                  <a:lnTo>
                    <a:pt x="1603429" y="1717554"/>
                  </a:lnTo>
                  <a:lnTo>
                    <a:pt x="1603435" y="1717533"/>
                  </a:lnTo>
                  <a:lnTo>
                    <a:pt x="1603438" y="1717519"/>
                  </a:lnTo>
                  <a:lnTo>
                    <a:pt x="1603440" y="1717500"/>
                  </a:lnTo>
                  <a:lnTo>
                    <a:pt x="1603438" y="1717490"/>
                  </a:lnTo>
                  <a:lnTo>
                    <a:pt x="1603429" y="1717483"/>
                  </a:lnTo>
                  <a:lnTo>
                    <a:pt x="1603415" y="1717467"/>
                  </a:lnTo>
                  <a:lnTo>
                    <a:pt x="1603405" y="1717456"/>
                  </a:lnTo>
                  <a:lnTo>
                    <a:pt x="1603400" y="1717447"/>
                  </a:lnTo>
                  <a:lnTo>
                    <a:pt x="1603397" y="1717438"/>
                  </a:lnTo>
                  <a:lnTo>
                    <a:pt x="1603382" y="1717430"/>
                  </a:lnTo>
                  <a:lnTo>
                    <a:pt x="1603368" y="1717422"/>
                  </a:lnTo>
                  <a:lnTo>
                    <a:pt x="1603357" y="1717418"/>
                  </a:lnTo>
                  <a:lnTo>
                    <a:pt x="1603348" y="1717411"/>
                  </a:lnTo>
                  <a:lnTo>
                    <a:pt x="1603345" y="1717403"/>
                  </a:lnTo>
                  <a:lnTo>
                    <a:pt x="1603351" y="1717391"/>
                  </a:lnTo>
                  <a:lnTo>
                    <a:pt x="1603355" y="1717384"/>
                  </a:lnTo>
                  <a:lnTo>
                    <a:pt x="1603356" y="1717374"/>
                  </a:lnTo>
                  <a:lnTo>
                    <a:pt x="1603355" y="1717363"/>
                  </a:lnTo>
                  <a:lnTo>
                    <a:pt x="1603356" y="1717356"/>
                  </a:lnTo>
                  <a:lnTo>
                    <a:pt x="1603362" y="1717349"/>
                  </a:lnTo>
                  <a:lnTo>
                    <a:pt x="1603377" y="1717334"/>
                  </a:lnTo>
                  <a:lnTo>
                    <a:pt x="1603383" y="1717328"/>
                  </a:lnTo>
                  <a:lnTo>
                    <a:pt x="1603396" y="1717317"/>
                  </a:lnTo>
                  <a:lnTo>
                    <a:pt x="1603402" y="1717310"/>
                  </a:lnTo>
                  <a:lnTo>
                    <a:pt x="1603408" y="1717301"/>
                  </a:lnTo>
                  <a:lnTo>
                    <a:pt x="1603406" y="1717284"/>
                  </a:lnTo>
                  <a:lnTo>
                    <a:pt x="1603405" y="1717275"/>
                  </a:lnTo>
                  <a:lnTo>
                    <a:pt x="1603405" y="1717269"/>
                  </a:lnTo>
                  <a:lnTo>
                    <a:pt x="1603404" y="1717261"/>
                  </a:lnTo>
                  <a:lnTo>
                    <a:pt x="1603405" y="1717253"/>
                  </a:lnTo>
                  <a:lnTo>
                    <a:pt x="1603405" y="1717244"/>
                  </a:lnTo>
                  <a:lnTo>
                    <a:pt x="1603405" y="1717234"/>
                  </a:lnTo>
                  <a:lnTo>
                    <a:pt x="1603405" y="1717225"/>
                  </a:lnTo>
                  <a:lnTo>
                    <a:pt x="1603404" y="1717218"/>
                  </a:lnTo>
                  <a:lnTo>
                    <a:pt x="1603403" y="1717209"/>
                  </a:lnTo>
                  <a:lnTo>
                    <a:pt x="1603401" y="1717201"/>
                  </a:lnTo>
                  <a:lnTo>
                    <a:pt x="1603398" y="1717194"/>
                  </a:lnTo>
                  <a:lnTo>
                    <a:pt x="1603394" y="1717185"/>
                  </a:lnTo>
                  <a:lnTo>
                    <a:pt x="1603388" y="1717177"/>
                  </a:lnTo>
                  <a:lnTo>
                    <a:pt x="1603385" y="1717171"/>
                  </a:lnTo>
                  <a:lnTo>
                    <a:pt x="1603381" y="1717164"/>
                  </a:lnTo>
                  <a:lnTo>
                    <a:pt x="1603378" y="1717157"/>
                  </a:lnTo>
                  <a:lnTo>
                    <a:pt x="1603376" y="1717148"/>
                  </a:lnTo>
                  <a:lnTo>
                    <a:pt x="1603375" y="1717141"/>
                  </a:lnTo>
                  <a:lnTo>
                    <a:pt x="1603374" y="1717135"/>
                  </a:lnTo>
                  <a:lnTo>
                    <a:pt x="1603374" y="1717127"/>
                  </a:lnTo>
                  <a:lnTo>
                    <a:pt x="1603374" y="1717115"/>
                  </a:lnTo>
                  <a:lnTo>
                    <a:pt x="1603375" y="1717108"/>
                  </a:lnTo>
                  <a:lnTo>
                    <a:pt x="1603375" y="1717099"/>
                  </a:lnTo>
                  <a:lnTo>
                    <a:pt x="1603374" y="1717090"/>
                  </a:lnTo>
                  <a:lnTo>
                    <a:pt x="1603374" y="1717080"/>
                  </a:lnTo>
                  <a:lnTo>
                    <a:pt x="1603373" y="1717070"/>
                  </a:lnTo>
                  <a:lnTo>
                    <a:pt x="1603372" y="1717062"/>
                  </a:lnTo>
                  <a:lnTo>
                    <a:pt x="1603371" y="1717054"/>
                  </a:lnTo>
                  <a:lnTo>
                    <a:pt x="1603369" y="1717045"/>
                  </a:lnTo>
                  <a:lnTo>
                    <a:pt x="1603369" y="1717035"/>
                  </a:lnTo>
                  <a:lnTo>
                    <a:pt x="1603363" y="1717025"/>
                  </a:lnTo>
                  <a:lnTo>
                    <a:pt x="1603353" y="1717013"/>
                  </a:lnTo>
                  <a:lnTo>
                    <a:pt x="1603335" y="1716999"/>
                  </a:lnTo>
                  <a:lnTo>
                    <a:pt x="1603308" y="1716981"/>
                  </a:lnTo>
                  <a:lnTo>
                    <a:pt x="1603276" y="1716961"/>
                  </a:lnTo>
                  <a:lnTo>
                    <a:pt x="1603242" y="1716955"/>
                  </a:lnTo>
                  <a:lnTo>
                    <a:pt x="1603212" y="1716946"/>
                  </a:lnTo>
                  <a:lnTo>
                    <a:pt x="1603194" y="1716932"/>
                  </a:lnTo>
                  <a:lnTo>
                    <a:pt x="1603179" y="1716912"/>
                  </a:lnTo>
                  <a:lnTo>
                    <a:pt x="1603170" y="1716892"/>
                  </a:lnTo>
                  <a:lnTo>
                    <a:pt x="1603167" y="1716879"/>
                  </a:lnTo>
                  <a:lnTo>
                    <a:pt x="1603168" y="1716864"/>
                  </a:lnTo>
                  <a:lnTo>
                    <a:pt x="1603167" y="1716853"/>
                  </a:lnTo>
                  <a:lnTo>
                    <a:pt x="1603161" y="1716834"/>
                  </a:lnTo>
                  <a:lnTo>
                    <a:pt x="1603157" y="1716814"/>
                  </a:lnTo>
                  <a:lnTo>
                    <a:pt x="1603154" y="1716800"/>
                  </a:lnTo>
                  <a:lnTo>
                    <a:pt x="1603152" y="1716791"/>
                  </a:lnTo>
                  <a:lnTo>
                    <a:pt x="1603149" y="1716779"/>
                  </a:lnTo>
                  <a:lnTo>
                    <a:pt x="1603147" y="1716773"/>
                  </a:lnTo>
                  <a:lnTo>
                    <a:pt x="1603146" y="1716766"/>
                  </a:lnTo>
                  <a:lnTo>
                    <a:pt x="1603146" y="1716758"/>
                  </a:lnTo>
                  <a:lnTo>
                    <a:pt x="1603146" y="1716751"/>
                  </a:lnTo>
                  <a:lnTo>
                    <a:pt x="1603147" y="1716746"/>
                  </a:lnTo>
                  <a:lnTo>
                    <a:pt x="1603148" y="1716740"/>
                  </a:lnTo>
                  <a:lnTo>
                    <a:pt x="1603149" y="1716735"/>
                  </a:lnTo>
                  <a:lnTo>
                    <a:pt x="1603150" y="1716726"/>
                  </a:lnTo>
                  <a:lnTo>
                    <a:pt x="1603151" y="1716719"/>
                  </a:lnTo>
                  <a:lnTo>
                    <a:pt x="1603151" y="1716713"/>
                  </a:lnTo>
                  <a:lnTo>
                    <a:pt x="1603151" y="1716705"/>
                  </a:lnTo>
                  <a:lnTo>
                    <a:pt x="1603151" y="1716696"/>
                  </a:lnTo>
                  <a:lnTo>
                    <a:pt x="1603150" y="1716688"/>
                  </a:lnTo>
                  <a:lnTo>
                    <a:pt x="1603150" y="1716682"/>
                  </a:lnTo>
                  <a:lnTo>
                    <a:pt x="1603150" y="1716675"/>
                  </a:lnTo>
                  <a:lnTo>
                    <a:pt x="1603150" y="1716665"/>
                  </a:lnTo>
                  <a:lnTo>
                    <a:pt x="1603152" y="1716657"/>
                  </a:lnTo>
                  <a:lnTo>
                    <a:pt x="1603153" y="1716650"/>
                  </a:lnTo>
                  <a:lnTo>
                    <a:pt x="1603155" y="1716641"/>
                  </a:lnTo>
                  <a:lnTo>
                    <a:pt x="1603157" y="1716633"/>
                  </a:lnTo>
                  <a:lnTo>
                    <a:pt x="1603159" y="1716626"/>
                  </a:lnTo>
                  <a:lnTo>
                    <a:pt x="1603160" y="1716617"/>
                  </a:lnTo>
                  <a:lnTo>
                    <a:pt x="1603162" y="1716609"/>
                  </a:lnTo>
                  <a:lnTo>
                    <a:pt x="1603162" y="1716602"/>
                  </a:lnTo>
                  <a:lnTo>
                    <a:pt x="1603161" y="1716595"/>
                  </a:lnTo>
                  <a:lnTo>
                    <a:pt x="1603159" y="1716589"/>
                  </a:lnTo>
                  <a:lnTo>
                    <a:pt x="1603157" y="1716580"/>
                  </a:lnTo>
                  <a:lnTo>
                    <a:pt x="1603154" y="1716567"/>
                  </a:lnTo>
                  <a:lnTo>
                    <a:pt x="1603152" y="1716561"/>
                  </a:lnTo>
                  <a:lnTo>
                    <a:pt x="1603150" y="1716551"/>
                  </a:lnTo>
                  <a:lnTo>
                    <a:pt x="1603148" y="1716543"/>
                  </a:lnTo>
                  <a:lnTo>
                    <a:pt x="1603145" y="1716534"/>
                  </a:lnTo>
                  <a:lnTo>
                    <a:pt x="1603143" y="1716529"/>
                  </a:lnTo>
                  <a:lnTo>
                    <a:pt x="1603140" y="1716522"/>
                  </a:lnTo>
                  <a:lnTo>
                    <a:pt x="1603135" y="1716513"/>
                  </a:lnTo>
                  <a:lnTo>
                    <a:pt x="1603132" y="1716509"/>
                  </a:lnTo>
                  <a:lnTo>
                    <a:pt x="1603276" y="1716423"/>
                  </a:lnTo>
                  <a:lnTo>
                    <a:pt x="1603283" y="1716417"/>
                  </a:lnTo>
                  <a:lnTo>
                    <a:pt x="1603290" y="1716411"/>
                  </a:lnTo>
                  <a:lnTo>
                    <a:pt x="1603296" y="1716404"/>
                  </a:lnTo>
                  <a:lnTo>
                    <a:pt x="1603301" y="1716397"/>
                  </a:lnTo>
                  <a:lnTo>
                    <a:pt x="1603305" y="1716392"/>
                  </a:lnTo>
                  <a:lnTo>
                    <a:pt x="1603309" y="1716388"/>
                  </a:lnTo>
                  <a:lnTo>
                    <a:pt x="1603312" y="1716384"/>
                  </a:lnTo>
                  <a:lnTo>
                    <a:pt x="1603316" y="1716379"/>
                  </a:lnTo>
                  <a:lnTo>
                    <a:pt x="1603320" y="1716375"/>
                  </a:lnTo>
                  <a:lnTo>
                    <a:pt x="1603328" y="1716365"/>
                  </a:lnTo>
                  <a:lnTo>
                    <a:pt x="1603333" y="1716358"/>
                  </a:lnTo>
                  <a:lnTo>
                    <a:pt x="1603338" y="1716353"/>
                  </a:lnTo>
                  <a:lnTo>
                    <a:pt x="1603342" y="1716348"/>
                  </a:lnTo>
                  <a:lnTo>
                    <a:pt x="1603346" y="1716343"/>
                  </a:lnTo>
                  <a:lnTo>
                    <a:pt x="1603353" y="1716337"/>
                  </a:lnTo>
                  <a:lnTo>
                    <a:pt x="1603360" y="1716332"/>
                  </a:lnTo>
                  <a:lnTo>
                    <a:pt x="1603366" y="1716326"/>
                  </a:lnTo>
                  <a:lnTo>
                    <a:pt x="1603372" y="1716321"/>
                  </a:lnTo>
                  <a:lnTo>
                    <a:pt x="1603379" y="1716316"/>
                  </a:lnTo>
                  <a:lnTo>
                    <a:pt x="1603386" y="1716313"/>
                  </a:lnTo>
                  <a:lnTo>
                    <a:pt x="1603394" y="1716312"/>
                  </a:lnTo>
                  <a:lnTo>
                    <a:pt x="1603401" y="1716314"/>
                  </a:lnTo>
                  <a:lnTo>
                    <a:pt x="1603407" y="1716316"/>
                  </a:lnTo>
                  <a:lnTo>
                    <a:pt x="1603413" y="1716318"/>
                  </a:lnTo>
                  <a:lnTo>
                    <a:pt x="1603421" y="1716321"/>
                  </a:lnTo>
                  <a:lnTo>
                    <a:pt x="1603429" y="1716325"/>
                  </a:lnTo>
                  <a:lnTo>
                    <a:pt x="1603435" y="1716328"/>
                  </a:lnTo>
                  <a:lnTo>
                    <a:pt x="1603441" y="1716331"/>
                  </a:lnTo>
                  <a:lnTo>
                    <a:pt x="1603446" y="1716332"/>
                  </a:lnTo>
                  <a:lnTo>
                    <a:pt x="1603451" y="1716331"/>
                  </a:lnTo>
                  <a:lnTo>
                    <a:pt x="1603456" y="1716326"/>
                  </a:lnTo>
                  <a:lnTo>
                    <a:pt x="1603461" y="1716314"/>
                  </a:lnTo>
                  <a:lnTo>
                    <a:pt x="1603466" y="1716307"/>
                  </a:lnTo>
                  <a:lnTo>
                    <a:pt x="1603470" y="1716301"/>
                  </a:lnTo>
                  <a:lnTo>
                    <a:pt x="1603475" y="1716296"/>
                  </a:lnTo>
                  <a:lnTo>
                    <a:pt x="1603483" y="1716285"/>
                  </a:lnTo>
                  <a:lnTo>
                    <a:pt x="1603487" y="1716280"/>
                  </a:lnTo>
                  <a:lnTo>
                    <a:pt x="1603492" y="1716275"/>
                  </a:lnTo>
                  <a:lnTo>
                    <a:pt x="1603533" y="1716133"/>
                  </a:lnTo>
                  <a:lnTo>
                    <a:pt x="1603537" y="1716127"/>
                  </a:lnTo>
                  <a:lnTo>
                    <a:pt x="1603541" y="1716122"/>
                  </a:lnTo>
                  <a:lnTo>
                    <a:pt x="1603547" y="1716117"/>
                  </a:lnTo>
                  <a:lnTo>
                    <a:pt x="1603550" y="1716110"/>
                  </a:lnTo>
                  <a:lnTo>
                    <a:pt x="1603549" y="1716105"/>
                  </a:lnTo>
                  <a:lnTo>
                    <a:pt x="1603545" y="1716099"/>
                  </a:lnTo>
                  <a:lnTo>
                    <a:pt x="1603543" y="1716092"/>
                  </a:lnTo>
                  <a:lnTo>
                    <a:pt x="1603545" y="1716086"/>
                  </a:lnTo>
                  <a:lnTo>
                    <a:pt x="1603548" y="1716081"/>
                  </a:lnTo>
                  <a:lnTo>
                    <a:pt x="1603553" y="1716073"/>
                  </a:lnTo>
                  <a:lnTo>
                    <a:pt x="1603559" y="1716065"/>
                  </a:lnTo>
                  <a:lnTo>
                    <a:pt x="1603567" y="1716054"/>
                  </a:lnTo>
                  <a:lnTo>
                    <a:pt x="1603574" y="1716044"/>
                  </a:lnTo>
                  <a:lnTo>
                    <a:pt x="1603580" y="1716036"/>
                  </a:lnTo>
                  <a:lnTo>
                    <a:pt x="1603585" y="1716028"/>
                  </a:lnTo>
                  <a:lnTo>
                    <a:pt x="1603588" y="1716022"/>
                  </a:lnTo>
                  <a:lnTo>
                    <a:pt x="1603588" y="1716016"/>
                  </a:lnTo>
                  <a:lnTo>
                    <a:pt x="1603585" y="1716010"/>
                  </a:lnTo>
                  <a:lnTo>
                    <a:pt x="1603582" y="1716004"/>
                  </a:lnTo>
                  <a:lnTo>
                    <a:pt x="1603577" y="1715999"/>
                  </a:lnTo>
                  <a:lnTo>
                    <a:pt x="1603574" y="1715994"/>
                  </a:lnTo>
                  <a:lnTo>
                    <a:pt x="1603570" y="1715989"/>
                  </a:lnTo>
                  <a:lnTo>
                    <a:pt x="1603568" y="1715983"/>
                  </a:lnTo>
                  <a:lnTo>
                    <a:pt x="1603566" y="1715974"/>
                  </a:lnTo>
                  <a:lnTo>
                    <a:pt x="1603565" y="1715968"/>
                  </a:lnTo>
                  <a:lnTo>
                    <a:pt x="1603562" y="1715959"/>
                  </a:lnTo>
                  <a:lnTo>
                    <a:pt x="1603558" y="1715950"/>
                  </a:lnTo>
                  <a:lnTo>
                    <a:pt x="1603556" y="1715945"/>
                  </a:lnTo>
                  <a:lnTo>
                    <a:pt x="1603552" y="1715939"/>
                  </a:lnTo>
                  <a:lnTo>
                    <a:pt x="1603548" y="1715933"/>
                  </a:lnTo>
                  <a:lnTo>
                    <a:pt x="1603544" y="1715927"/>
                  </a:lnTo>
                  <a:lnTo>
                    <a:pt x="1603539" y="1715922"/>
                  </a:lnTo>
                  <a:lnTo>
                    <a:pt x="1603533" y="1715915"/>
                  </a:lnTo>
                  <a:lnTo>
                    <a:pt x="1603528" y="1715908"/>
                  </a:lnTo>
                  <a:lnTo>
                    <a:pt x="1603524" y="1715901"/>
                  </a:lnTo>
                  <a:lnTo>
                    <a:pt x="1603518" y="1715891"/>
                  </a:lnTo>
                  <a:lnTo>
                    <a:pt x="1603512" y="1715881"/>
                  </a:lnTo>
                  <a:lnTo>
                    <a:pt x="1603507" y="1715874"/>
                  </a:lnTo>
                  <a:lnTo>
                    <a:pt x="1603503" y="1715869"/>
                  </a:lnTo>
                  <a:lnTo>
                    <a:pt x="1603500" y="1715864"/>
                  </a:lnTo>
                  <a:lnTo>
                    <a:pt x="1603496" y="1715859"/>
                  </a:lnTo>
                  <a:lnTo>
                    <a:pt x="1603491" y="1715853"/>
                  </a:lnTo>
                  <a:lnTo>
                    <a:pt x="1603485" y="1715847"/>
                  </a:lnTo>
                  <a:lnTo>
                    <a:pt x="1603481" y="1715842"/>
                  </a:lnTo>
                  <a:lnTo>
                    <a:pt x="1603475" y="1715834"/>
                  </a:lnTo>
                  <a:lnTo>
                    <a:pt x="1603468" y="1715819"/>
                  </a:lnTo>
                  <a:lnTo>
                    <a:pt x="1603465" y="1715803"/>
                  </a:lnTo>
                  <a:lnTo>
                    <a:pt x="1603463" y="1715785"/>
                  </a:lnTo>
                  <a:lnTo>
                    <a:pt x="1603459" y="1715766"/>
                  </a:lnTo>
                  <a:lnTo>
                    <a:pt x="1603452" y="1715746"/>
                  </a:lnTo>
                  <a:lnTo>
                    <a:pt x="1603451" y="1715730"/>
                  </a:lnTo>
                  <a:lnTo>
                    <a:pt x="1603453" y="1715715"/>
                  </a:lnTo>
                  <a:lnTo>
                    <a:pt x="1603450" y="1715706"/>
                  </a:lnTo>
                  <a:lnTo>
                    <a:pt x="1603441" y="1715696"/>
                  </a:lnTo>
                  <a:lnTo>
                    <a:pt x="1603432" y="1715685"/>
                  </a:lnTo>
                  <a:lnTo>
                    <a:pt x="1603426" y="1715673"/>
                  </a:lnTo>
                  <a:lnTo>
                    <a:pt x="1603422" y="1715651"/>
                  </a:lnTo>
                  <a:lnTo>
                    <a:pt x="1603415" y="1715633"/>
                  </a:lnTo>
                  <a:lnTo>
                    <a:pt x="1603412" y="1715626"/>
                  </a:lnTo>
                  <a:lnTo>
                    <a:pt x="1603409" y="1715618"/>
                  </a:lnTo>
                  <a:lnTo>
                    <a:pt x="1603404" y="1715603"/>
                  </a:lnTo>
                  <a:lnTo>
                    <a:pt x="1603405" y="1715592"/>
                  </a:lnTo>
                  <a:lnTo>
                    <a:pt x="1603415" y="1715574"/>
                  </a:lnTo>
                  <a:lnTo>
                    <a:pt x="1603428" y="1715562"/>
                  </a:lnTo>
                  <a:lnTo>
                    <a:pt x="1603445" y="1715548"/>
                  </a:lnTo>
                  <a:lnTo>
                    <a:pt x="1603452" y="1715541"/>
                  </a:lnTo>
                  <a:lnTo>
                    <a:pt x="1603452" y="1715493"/>
                  </a:lnTo>
                  <a:lnTo>
                    <a:pt x="1603442" y="1715474"/>
                  </a:lnTo>
                  <a:lnTo>
                    <a:pt x="1603426" y="1715452"/>
                  </a:lnTo>
                  <a:lnTo>
                    <a:pt x="1603427" y="1715439"/>
                  </a:lnTo>
                  <a:lnTo>
                    <a:pt x="1603431" y="1715432"/>
                  </a:lnTo>
                  <a:lnTo>
                    <a:pt x="1603435" y="1715428"/>
                  </a:lnTo>
                  <a:lnTo>
                    <a:pt x="1603438" y="1715422"/>
                  </a:lnTo>
                  <a:lnTo>
                    <a:pt x="1603442" y="1715417"/>
                  </a:lnTo>
                  <a:lnTo>
                    <a:pt x="1603447" y="1715413"/>
                  </a:lnTo>
                  <a:lnTo>
                    <a:pt x="1603451" y="1715407"/>
                  </a:lnTo>
                  <a:lnTo>
                    <a:pt x="1603451" y="1715400"/>
                  </a:lnTo>
                  <a:lnTo>
                    <a:pt x="1603408" y="1715348"/>
                  </a:lnTo>
                  <a:lnTo>
                    <a:pt x="1603399" y="1715340"/>
                  </a:lnTo>
                  <a:lnTo>
                    <a:pt x="1603392" y="1715333"/>
                  </a:lnTo>
                  <a:lnTo>
                    <a:pt x="1603386" y="1715329"/>
                  </a:lnTo>
                  <a:lnTo>
                    <a:pt x="1603381" y="1715323"/>
                  </a:lnTo>
                  <a:lnTo>
                    <a:pt x="1603376" y="1715319"/>
                  </a:lnTo>
                  <a:lnTo>
                    <a:pt x="1603370" y="1715311"/>
                  </a:lnTo>
                  <a:lnTo>
                    <a:pt x="1603366" y="1715303"/>
                  </a:lnTo>
                  <a:lnTo>
                    <a:pt x="1603362" y="1715296"/>
                  </a:lnTo>
                  <a:lnTo>
                    <a:pt x="1603356" y="1715290"/>
                  </a:lnTo>
                  <a:lnTo>
                    <a:pt x="1603351" y="1715284"/>
                  </a:lnTo>
                  <a:lnTo>
                    <a:pt x="1603346" y="1715278"/>
                  </a:lnTo>
                  <a:lnTo>
                    <a:pt x="1603342" y="1715270"/>
                  </a:lnTo>
                  <a:lnTo>
                    <a:pt x="1603341" y="1715260"/>
                  </a:lnTo>
                  <a:lnTo>
                    <a:pt x="1603342" y="1715250"/>
                  </a:lnTo>
                  <a:lnTo>
                    <a:pt x="1603344" y="1715240"/>
                  </a:lnTo>
                  <a:lnTo>
                    <a:pt x="1603348" y="1715230"/>
                  </a:lnTo>
                  <a:lnTo>
                    <a:pt x="1603350" y="1715222"/>
                  </a:lnTo>
                  <a:lnTo>
                    <a:pt x="1603353" y="1715215"/>
                  </a:lnTo>
                  <a:lnTo>
                    <a:pt x="1603356" y="1715210"/>
                  </a:lnTo>
                  <a:lnTo>
                    <a:pt x="1603359" y="1715203"/>
                  </a:lnTo>
                  <a:lnTo>
                    <a:pt x="1603384" y="1715036"/>
                  </a:lnTo>
                  <a:lnTo>
                    <a:pt x="1603384" y="1715025"/>
                  </a:lnTo>
                  <a:lnTo>
                    <a:pt x="1603384" y="1715016"/>
                  </a:lnTo>
                  <a:lnTo>
                    <a:pt x="1603384" y="1715008"/>
                  </a:lnTo>
                  <a:lnTo>
                    <a:pt x="1603383" y="1715002"/>
                  </a:lnTo>
                  <a:lnTo>
                    <a:pt x="1603382" y="1714996"/>
                  </a:lnTo>
                  <a:lnTo>
                    <a:pt x="1603380" y="1714989"/>
                  </a:lnTo>
                  <a:lnTo>
                    <a:pt x="1603377" y="1714984"/>
                  </a:lnTo>
                  <a:lnTo>
                    <a:pt x="1603372" y="1714981"/>
                  </a:lnTo>
                  <a:lnTo>
                    <a:pt x="1603365" y="1714978"/>
                  </a:lnTo>
                  <a:lnTo>
                    <a:pt x="1603356" y="1714975"/>
                  </a:lnTo>
                  <a:lnTo>
                    <a:pt x="1603349" y="1714973"/>
                  </a:lnTo>
                  <a:lnTo>
                    <a:pt x="1603342" y="1714967"/>
                  </a:lnTo>
                  <a:lnTo>
                    <a:pt x="1603337" y="1714959"/>
                  </a:lnTo>
                  <a:lnTo>
                    <a:pt x="1603334" y="1714953"/>
                  </a:lnTo>
                  <a:lnTo>
                    <a:pt x="1603332" y="1714945"/>
                  </a:lnTo>
                  <a:lnTo>
                    <a:pt x="1603330" y="1714936"/>
                  </a:lnTo>
                  <a:lnTo>
                    <a:pt x="1603330" y="1714927"/>
                  </a:lnTo>
                  <a:lnTo>
                    <a:pt x="1603330" y="1714919"/>
                  </a:lnTo>
                  <a:lnTo>
                    <a:pt x="1603331" y="1714910"/>
                  </a:lnTo>
                  <a:lnTo>
                    <a:pt x="1603333" y="1714903"/>
                  </a:lnTo>
                  <a:lnTo>
                    <a:pt x="1603336" y="1714897"/>
                  </a:lnTo>
                  <a:lnTo>
                    <a:pt x="1603339" y="1714888"/>
                  </a:lnTo>
                  <a:lnTo>
                    <a:pt x="1603342" y="1714880"/>
                  </a:lnTo>
                  <a:lnTo>
                    <a:pt x="1603344" y="1714873"/>
                  </a:lnTo>
                  <a:lnTo>
                    <a:pt x="1603348" y="1714867"/>
                  </a:lnTo>
                  <a:lnTo>
                    <a:pt x="1603354" y="1714862"/>
                  </a:lnTo>
                  <a:lnTo>
                    <a:pt x="1603361" y="1714859"/>
                  </a:lnTo>
                  <a:lnTo>
                    <a:pt x="1603369" y="1714858"/>
                  </a:lnTo>
                  <a:lnTo>
                    <a:pt x="1603375" y="1714857"/>
                  </a:lnTo>
                  <a:lnTo>
                    <a:pt x="1603384" y="1714855"/>
                  </a:lnTo>
                  <a:lnTo>
                    <a:pt x="1603392" y="1714853"/>
                  </a:lnTo>
                  <a:lnTo>
                    <a:pt x="1603397" y="1714850"/>
                  </a:lnTo>
                  <a:lnTo>
                    <a:pt x="1603403" y="1714848"/>
                  </a:lnTo>
                  <a:lnTo>
                    <a:pt x="1603411" y="1714843"/>
                  </a:lnTo>
                  <a:lnTo>
                    <a:pt x="1603418" y="1714838"/>
                  </a:lnTo>
                  <a:lnTo>
                    <a:pt x="1603423" y="1714833"/>
                  </a:lnTo>
                  <a:lnTo>
                    <a:pt x="1603429" y="1714828"/>
                  </a:lnTo>
                  <a:lnTo>
                    <a:pt x="1603433" y="1714821"/>
                  </a:lnTo>
                  <a:lnTo>
                    <a:pt x="1603436" y="1714815"/>
                  </a:lnTo>
                  <a:lnTo>
                    <a:pt x="1603437" y="1714806"/>
                  </a:lnTo>
                  <a:lnTo>
                    <a:pt x="1603437" y="1714798"/>
                  </a:lnTo>
                  <a:lnTo>
                    <a:pt x="1603437" y="1714790"/>
                  </a:lnTo>
                  <a:lnTo>
                    <a:pt x="1603434" y="1714783"/>
                  </a:lnTo>
                  <a:lnTo>
                    <a:pt x="1603428" y="1714778"/>
                  </a:lnTo>
                  <a:lnTo>
                    <a:pt x="1603425" y="1714773"/>
                  </a:lnTo>
                  <a:lnTo>
                    <a:pt x="1603420" y="1714767"/>
                  </a:lnTo>
                  <a:lnTo>
                    <a:pt x="1603415" y="1714760"/>
                  </a:lnTo>
                  <a:lnTo>
                    <a:pt x="1603413" y="1714753"/>
                  </a:lnTo>
                  <a:lnTo>
                    <a:pt x="1603411" y="1714748"/>
                  </a:lnTo>
                  <a:lnTo>
                    <a:pt x="1603410" y="1714741"/>
                  </a:lnTo>
                  <a:lnTo>
                    <a:pt x="1603408" y="1714731"/>
                  </a:lnTo>
                  <a:lnTo>
                    <a:pt x="1603344" y="1714648"/>
                  </a:lnTo>
                  <a:lnTo>
                    <a:pt x="1603339" y="1714641"/>
                  </a:lnTo>
                  <a:lnTo>
                    <a:pt x="1603335" y="1714635"/>
                  </a:lnTo>
                  <a:lnTo>
                    <a:pt x="1603327" y="1714628"/>
                  </a:lnTo>
                  <a:lnTo>
                    <a:pt x="1603321" y="1714624"/>
                  </a:lnTo>
                  <a:lnTo>
                    <a:pt x="1603314" y="1714620"/>
                  </a:lnTo>
                  <a:lnTo>
                    <a:pt x="1603307" y="1714617"/>
                  </a:lnTo>
                  <a:lnTo>
                    <a:pt x="1603302" y="1714616"/>
                  </a:lnTo>
                  <a:lnTo>
                    <a:pt x="1603296" y="1714615"/>
                  </a:lnTo>
                  <a:lnTo>
                    <a:pt x="1603287" y="1714613"/>
                  </a:lnTo>
                  <a:lnTo>
                    <a:pt x="1603277" y="1714613"/>
                  </a:lnTo>
                  <a:lnTo>
                    <a:pt x="1603270" y="1714611"/>
                  </a:lnTo>
                  <a:lnTo>
                    <a:pt x="1603263" y="1714609"/>
                  </a:lnTo>
                  <a:lnTo>
                    <a:pt x="1603255" y="1714607"/>
                  </a:lnTo>
                  <a:lnTo>
                    <a:pt x="1603248" y="1714604"/>
                  </a:lnTo>
                  <a:lnTo>
                    <a:pt x="1603241" y="1714600"/>
                  </a:lnTo>
                  <a:lnTo>
                    <a:pt x="1603234" y="1714597"/>
                  </a:lnTo>
                  <a:lnTo>
                    <a:pt x="1603227" y="1714591"/>
                  </a:lnTo>
                  <a:lnTo>
                    <a:pt x="1603227" y="1714583"/>
                  </a:lnTo>
                  <a:lnTo>
                    <a:pt x="1603230" y="1714571"/>
                  </a:lnTo>
                  <a:lnTo>
                    <a:pt x="1603235" y="1714564"/>
                  </a:lnTo>
                  <a:lnTo>
                    <a:pt x="1603239" y="1714557"/>
                  </a:lnTo>
                  <a:lnTo>
                    <a:pt x="1603244" y="1714550"/>
                  </a:lnTo>
                  <a:lnTo>
                    <a:pt x="1603248" y="1714543"/>
                  </a:lnTo>
                  <a:lnTo>
                    <a:pt x="1603252" y="1714535"/>
                  </a:lnTo>
                  <a:lnTo>
                    <a:pt x="1603257" y="1714523"/>
                  </a:lnTo>
                  <a:lnTo>
                    <a:pt x="1603261" y="1714514"/>
                  </a:lnTo>
                  <a:lnTo>
                    <a:pt x="1603266" y="1714508"/>
                  </a:lnTo>
                  <a:lnTo>
                    <a:pt x="1603271" y="1714502"/>
                  </a:lnTo>
                  <a:lnTo>
                    <a:pt x="1603274" y="1714498"/>
                  </a:lnTo>
                  <a:lnTo>
                    <a:pt x="1603277" y="1714492"/>
                  </a:lnTo>
                  <a:lnTo>
                    <a:pt x="1603278" y="1714486"/>
                  </a:lnTo>
                  <a:lnTo>
                    <a:pt x="1603277" y="1714480"/>
                  </a:lnTo>
                  <a:lnTo>
                    <a:pt x="1603275" y="1714474"/>
                  </a:lnTo>
                  <a:lnTo>
                    <a:pt x="1603273" y="1714467"/>
                  </a:lnTo>
                  <a:lnTo>
                    <a:pt x="1603270" y="1714460"/>
                  </a:lnTo>
                  <a:lnTo>
                    <a:pt x="1603268" y="1714453"/>
                  </a:lnTo>
                  <a:lnTo>
                    <a:pt x="1603267" y="1714447"/>
                  </a:lnTo>
                  <a:lnTo>
                    <a:pt x="1603265" y="1714441"/>
                  </a:lnTo>
                  <a:lnTo>
                    <a:pt x="1603264" y="1714433"/>
                  </a:lnTo>
                  <a:lnTo>
                    <a:pt x="1603263" y="1714420"/>
                  </a:lnTo>
                  <a:lnTo>
                    <a:pt x="1603262" y="1714410"/>
                  </a:lnTo>
                  <a:lnTo>
                    <a:pt x="1603261" y="1714401"/>
                  </a:lnTo>
                  <a:lnTo>
                    <a:pt x="1603261" y="1714394"/>
                  </a:lnTo>
                  <a:lnTo>
                    <a:pt x="1603259" y="1714385"/>
                  </a:lnTo>
                  <a:lnTo>
                    <a:pt x="1603254" y="1714377"/>
                  </a:lnTo>
                  <a:lnTo>
                    <a:pt x="1603245" y="1714374"/>
                  </a:lnTo>
                  <a:lnTo>
                    <a:pt x="1603234" y="1714372"/>
                  </a:lnTo>
                  <a:lnTo>
                    <a:pt x="1603223" y="1714371"/>
                  </a:lnTo>
                  <a:lnTo>
                    <a:pt x="1603213" y="1714370"/>
                  </a:lnTo>
                  <a:lnTo>
                    <a:pt x="1603207" y="1714370"/>
                  </a:lnTo>
                  <a:lnTo>
                    <a:pt x="1603196" y="1714369"/>
                  </a:lnTo>
                  <a:lnTo>
                    <a:pt x="1603188" y="1714369"/>
                  </a:lnTo>
                  <a:lnTo>
                    <a:pt x="1603182" y="1714368"/>
                  </a:lnTo>
                  <a:lnTo>
                    <a:pt x="1603175" y="1714366"/>
                  </a:lnTo>
                  <a:lnTo>
                    <a:pt x="1603169" y="1714363"/>
                  </a:lnTo>
                  <a:lnTo>
                    <a:pt x="1603163" y="1714360"/>
                  </a:lnTo>
                  <a:lnTo>
                    <a:pt x="1603159" y="1714357"/>
                  </a:lnTo>
                  <a:lnTo>
                    <a:pt x="1603132" y="1714362"/>
                  </a:lnTo>
                  <a:lnTo>
                    <a:pt x="1603108" y="1714365"/>
                  </a:lnTo>
                  <a:lnTo>
                    <a:pt x="1603079" y="1714356"/>
                  </a:lnTo>
                  <a:lnTo>
                    <a:pt x="1603077" y="1714318"/>
                  </a:lnTo>
                  <a:lnTo>
                    <a:pt x="1603053" y="1714278"/>
                  </a:lnTo>
                  <a:lnTo>
                    <a:pt x="1603030" y="1714233"/>
                  </a:lnTo>
                  <a:lnTo>
                    <a:pt x="1603000" y="1714221"/>
                  </a:lnTo>
                  <a:lnTo>
                    <a:pt x="1602965" y="1714221"/>
                  </a:lnTo>
                  <a:lnTo>
                    <a:pt x="1602921" y="1714205"/>
                  </a:lnTo>
                  <a:lnTo>
                    <a:pt x="1602907" y="1714186"/>
                  </a:lnTo>
                  <a:lnTo>
                    <a:pt x="1602878" y="1714162"/>
                  </a:lnTo>
                  <a:lnTo>
                    <a:pt x="1602837" y="1714145"/>
                  </a:lnTo>
                  <a:lnTo>
                    <a:pt x="1602788" y="1714158"/>
                  </a:lnTo>
                  <a:lnTo>
                    <a:pt x="1602737" y="1714115"/>
                  </a:lnTo>
                  <a:lnTo>
                    <a:pt x="1602718" y="1714087"/>
                  </a:lnTo>
                  <a:lnTo>
                    <a:pt x="1602703" y="1714070"/>
                  </a:lnTo>
                  <a:lnTo>
                    <a:pt x="1602698" y="1714060"/>
                  </a:lnTo>
                  <a:lnTo>
                    <a:pt x="1602700" y="1714046"/>
                  </a:lnTo>
                  <a:lnTo>
                    <a:pt x="1602701" y="1714036"/>
                  </a:lnTo>
                  <a:lnTo>
                    <a:pt x="1602696" y="1714022"/>
                  </a:lnTo>
                  <a:lnTo>
                    <a:pt x="1602692" y="1714013"/>
                  </a:lnTo>
                  <a:lnTo>
                    <a:pt x="1602685" y="1714002"/>
                  </a:lnTo>
                  <a:lnTo>
                    <a:pt x="1602663" y="1713979"/>
                  </a:lnTo>
                  <a:lnTo>
                    <a:pt x="1602687" y="1713962"/>
                  </a:lnTo>
                  <a:lnTo>
                    <a:pt x="1602704" y="1713943"/>
                  </a:lnTo>
                  <a:lnTo>
                    <a:pt x="1602732" y="1713926"/>
                  </a:lnTo>
                  <a:lnTo>
                    <a:pt x="1602765" y="1713906"/>
                  </a:lnTo>
                  <a:lnTo>
                    <a:pt x="1602789" y="1713898"/>
                  </a:lnTo>
                  <a:lnTo>
                    <a:pt x="1602819" y="1713887"/>
                  </a:lnTo>
                  <a:lnTo>
                    <a:pt x="1602850" y="1713879"/>
                  </a:lnTo>
                  <a:lnTo>
                    <a:pt x="1602854" y="1713874"/>
                  </a:lnTo>
                  <a:lnTo>
                    <a:pt x="1602860" y="1713864"/>
                  </a:lnTo>
                  <a:lnTo>
                    <a:pt x="1602864" y="1713859"/>
                  </a:lnTo>
                  <a:lnTo>
                    <a:pt x="1602869" y="1713852"/>
                  </a:lnTo>
                  <a:lnTo>
                    <a:pt x="1602872" y="1713847"/>
                  </a:lnTo>
                  <a:lnTo>
                    <a:pt x="1602874" y="1713840"/>
                  </a:lnTo>
                  <a:lnTo>
                    <a:pt x="1602877" y="1713834"/>
                  </a:lnTo>
                  <a:lnTo>
                    <a:pt x="1602880" y="1713825"/>
                  </a:lnTo>
                  <a:lnTo>
                    <a:pt x="1602882" y="1713816"/>
                  </a:lnTo>
                  <a:lnTo>
                    <a:pt x="1602883" y="1713809"/>
                  </a:lnTo>
                  <a:lnTo>
                    <a:pt x="1602883" y="1713799"/>
                  </a:lnTo>
                  <a:lnTo>
                    <a:pt x="1602882" y="1713790"/>
                  </a:lnTo>
                  <a:lnTo>
                    <a:pt x="1602879" y="1713782"/>
                  </a:lnTo>
                  <a:lnTo>
                    <a:pt x="1602876" y="1713771"/>
                  </a:lnTo>
                  <a:lnTo>
                    <a:pt x="1602873" y="1713763"/>
                  </a:lnTo>
                  <a:lnTo>
                    <a:pt x="1602870" y="1713757"/>
                  </a:lnTo>
                  <a:lnTo>
                    <a:pt x="1602867" y="1713750"/>
                  </a:lnTo>
                  <a:lnTo>
                    <a:pt x="1602863" y="1713742"/>
                  </a:lnTo>
                  <a:lnTo>
                    <a:pt x="1602858" y="1713735"/>
                  </a:lnTo>
                  <a:lnTo>
                    <a:pt x="1602853" y="1713727"/>
                  </a:lnTo>
                  <a:lnTo>
                    <a:pt x="1602850" y="1713722"/>
                  </a:lnTo>
                  <a:lnTo>
                    <a:pt x="1602847" y="1713715"/>
                  </a:lnTo>
                  <a:lnTo>
                    <a:pt x="1602843" y="1713707"/>
                  </a:lnTo>
                  <a:lnTo>
                    <a:pt x="1602840" y="1713699"/>
                  </a:lnTo>
                  <a:lnTo>
                    <a:pt x="1602839" y="1713691"/>
                  </a:lnTo>
                  <a:lnTo>
                    <a:pt x="1602840" y="1713684"/>
                  </a:lnTo>
                  <a:lnTo>
                    <a:pt x="1602838" y="1713676"/>
                  </a:lnTo>
                  <a:lnTo>
                    <a:pt x="1602835" y="1713671"/>
                  </a:lnTo>
                  <a:lnTo>
                    <a:pt x="1602832" y="1713667"/>
                  </a:lnTo>
                  <a:lnTo>
                    <a:pt x="1602827" y="1713662"/>
                  </a:lnTo>
                  <a:lnTo>
                    <a:pt x="1602822" y="1713656"/>
                  </a:lnTo>
                  <a:lnTo>
                    <a:pt x="1602817" y="1713651"/>
                  </a:lnTo>
                  <a:lnTo>
                    <a:pt x="1602811" y="1713645"/>
                  </a:lnTo>
                  <a:lnTo>
                    <a:pt x="1602805" y="1713639"/>
                  </a:lnTo>
                  <a:lnTo>
                    <a:pt x="1602800" y="1713636"/>
                  </a:lnTo>
                  <a:lnTo>
                    <a:pt x="1602791" y="1713632"/>
                  </a:lnTo>
                  <a:lnTo>
                    <a:pt x="1602781" y="1713627"/>
                  </a:lnTo>
                  <a:lnTo>
                    <a:pt x="1602771" y="1713622"/>
                  </a:lnTo>
                  <a:lnTo>
                    <a:pt x="1602765" y="1713618"/>
                  </a:lnTo>
                  <a:lnTo>
                    <a:pt x="1602761" y="1713615"/>
                  </a:lnTo>
                  <a:lnTo>
                    <a:pt x="1602754" y="1713610"/>
                  </a:lnTo>
                  <a:lnTo>
                    <a:pt x="1602748" y="1713605"/>
                  </a:lnTo>
                  <a:lnTo>
                    <a:pt x="1602741" y="1713601"/>
                  </a:lnTo>
                  <a:lnTo>
                    <a:pt x="1602731" y="1713594"/>
                  </a:lnTo>
                  <a:lnTo>
                    <a:pt x="1602723" y="1713589"/>
                  </a:lnTo>
                  <a:lnTo>
                    <a:pt x="1602715" y="1713583"/>
                  </a:lnTo>
                  <a:lnTo>
                    <a:pt x="1602707" y="1713577"/>
                  </a:lnTo>
                  <a:lnTo>
                    <a:pt x="1602697" y="1713568"/>
                  </a:lnTo>
                  <a:lnTo>
                    <a:pt x="1602683" y="1713558"/>
                  </a:lnTo>
                  <a:lnTo>
                    <a:pt x="1602669" y="1713547"/>
                  </a:lnTo>
                  <a:lnTo>
                    <a:pt x="1602689" y="1713516"/>
                  </a:lnTo>
                  <a:lnTo>
                    <a:pt x="1602690" y="1713509"/>
                  </a:lnTo>
                  <a:lnTo>
                    <a:pt x="1602688" y="1713500"/>
                  </a:lnTo>
                  <a:lnTo>
                    <a:pt x="1602681" y="1713493"/>
                  </a:lnTo>
                  <a:lnTo>
                    <a:pt x="1602675" y="1713483"/>
                  </a:lnTo>
                  <a:lnTo>
                    <a:pt x="1602672" y="1713467"/>
                  </a:lnTo>
                  <a:lnTo>
                    <a:pt x="1602670" y="1713459"/>
                  </a:lnTo>
                  <a:lnTo>
                    <a:pt x="1602670" y="1713446"/>
                  </a:lnTo>
                  <a:lnTo>
                    <a:pt x="1602670" y="1713435"/>
                  </a:lnTo>
                  <a:lnTo>
                    <a:pt x="1602669" y="1713423"/>
                  </a:lnTo>
                  <a:lnTo>
                    <a:pt x="1602658" y="1713418"/>
                  </a:lnTo>
                  <a:lnTo>
                    <a:pt x="1602644" y="1713413"/>
                  </a:lnTo>
                  <a:lnTo>
                    <a:pt x="1602632" y="1713407"/>
                  </a:lnTo>
                  <a:lnTo>
                    <a:pt x="1602613" y="1713406"/>
                  </a:lnTo>
                  <a:lnTo>
                    <a:pt x="1602592" y="1713412"/>
                  </a:lnTo>
                  <a:lnTo>
                    <a:pt x="1602576" y="1713410"/>
                  </a:lnTo>
                  <a:lnTo>
                    <a:pt x="1602559" y="1713411"/>
                  </a:lnTo>
                  <a:lnTo>
                    <a:pt x="1602539" y="1713410"/>
                  </a:lnTo>
                  <a:lnTo>
                    <a:pt x="1602524" y="1713410"/>
                  </a:lnTo>
                  <a:lnTo>
                    <a:pt x="1602506" y="1713417"/>
                  </a:lnTo>
                  <a:lnTo>
                    <a:pt x="1602492" y="1713425"/>
                  </a:lnTo>
                  <a:lnTo>
                    <a:pt x="1602468" y="1713443"/>
                  </a:lnTo>
                  <a:lnTo>
                    <a:pt x="1602460" y="1713446"/>
                  </a:lnTo>
                  <a:lnTo>
                    <a:pt x="1602441" y="1713452"/>
                  </a:lnTo>
                  <a:lnTo>
                    <a:pt x="1602421" y="1713454"/>
                  </a:lnTo>
                  <a:lnTo>
                    <a:pt x="1602399" y="1713443"/>
                  </a:lnTo>
                  <a:lnTo>
                    <a:pt x="1602384" y="1713434"/>
                  </a:lnTo>
                  <a:lnTo>
                    <a:pt x="1602363" y="1713426"/>
                  </a:lnTo>
                  <a:lnTo>
                    <a:pt x="1602329" y="1713396"/>
                  </a:lnTo>
                  <a:lnTo>
                    <a:pt x="1602316" y="1713379"/>
                  </a:lnTo>
                  <a:lnTo>
                    <a:pt x="1602313" y="1713357"/>
                  </a:lnTo>
                  <a:lnTo>
                    <a:pt x="1602317" y="1713334"/>
                  </a:lnTo>
                  <a:lnTo>
                    <a:pt x="1602316" y="1713313"/>
                  </a:lnTo>
                  <a:lnTo>
                    <a:pt x="1602313" y="1713307"/>
                  </a:lnTo>
                  <a:lnTo>
                    <a:pt x="1602275" y="1713264"/>
                  </a:lnTo>
                  <a:lnTo>
                    <a:pt x="1602261" y="1713227"/>
                  </a:lnTo>
                  <a:lnTo>
                    <a:pt x="1602243" y="1713194"/>
                  </a:lnTo>
                  <a:lnTo>
                    <a:pt x="1602239" y="1713182"/>
                  </a:lnTo>
                  <a:lnTo>
                    <a:pt x="1602228" y="1713158"/>
                  </a:lnTo>
                  <a:lnTo>
                    <a:pt x="1602225" y="1713140"/>
                  </a:lnTo>
                  <a:lnTo>
                    <a:pt x="1602225" y="1713091"/>
                  </a:lnTo>
                  <a:lnTo>
                    <a:pt x="1602222" y="1713058"/>
                  </a:lnTo>
                  <a:lnTo>
                    <a:pt x="1602218" y="1713028"/>
                  </a:lnTo>
                  <a:lnTo>
                    <a:pt x="1602211" y="1712985"/>
                  </a:lnTo>
                  <a:lnTo>
                    <a:pt x="1602207" y="1712940"/>
                  </a:lnTo>
                  <a:lnTo>
                    <a:pt x="1602205" y="1712923"/>
                  </a:lnTo>
                  <a:lnTo>
                    <a:pt x="1602206" y="1712912"/>
                  </a:lnTo>
                  <a:lnTo>
                    <a:pt x="1602208" y="1712890"/>
                  </a:lnTo>
                  <a:lnTo>
                    <a:pt x="1602215" y="1712864"/>
                  </a:lnTo>
                  <a:lnTo>
                    <a:pt x="1602220" y="1712851"/>
                  </a:lnTo>
                  <a:lnTo>
                    <a:pt x="1602210" y="1712838"/>
                  </a:lnTo>
                  <a:lnTo>
                    <a:pt x="1602191" y="1712831"/>
                  </a:lnTo>
                  <a:lnTo>
                    <a:pt x="1602154" y="1712819"/>
                  </a:lnTo>
                  <a:lnTo>
                    <a:pt x="1602134" y="1712810"/>
                  </a:lnTo>
                  <a:lnTo>
                    <a:pt x="1602113" y="1712797"/>
                  </a:lnTo>
                  <a:lnTo>
                    <a:pt x="1602098" y="1712783"/>
                  </a:lnTo>
                  <a:lnTo>
                    <a:pt x="1602088" y="1712775"/>
                  </a:lnTo>
                  <a:lnTo>
                    <a:pt x="1602081" y="1712765"/>
                  </a:lnTo>
                  <a:lnTo>
                    <a:pt x="1602070" y="1712747"/>
                  </a:lnTo>
                  <a:lnTo>
                    <a:pt x="1602062" y="1712734"/>
                  </a:lnTo>
                  <a:lnTo>
                    <a:pt x="1602051" y="1712721"/>
                  </a:lnTo>
                  <a:lnTo>
                    <a:pt x="1602029" y="1712710"/>
                  </a:lnTo>
                  <a:lnTo>
                    <a:pt x="1602016" y="1712702"/>
                  </a:lnTo>
                  <a:lnTo>
                    <a:pt x="1602000" y="1712691"/>
                  </a:lnTo>
                  <a:lnTo>
                    <a:pt x="1601980" y="1712681"/>
                  </a:lnTo>
                  <a:lnTo>
                    <a:pt x="1601958" y="1712669"/>
                  </a:lnTo>
                  <a:lnTo>
                    <a:pt x="1601944" y="1712655"/>
                  </a:lnTo>
                  <a:lnTo>
                    <a:pt x="1601929" y="1712642"/>
                  </a:lnTo>
                  <a:lnTo>
                    <a:pt x="1601919" y="1712630"/>
                  </a:lnTo>
                  <a:lnTo>
                    <a:pt x="1601907" y="1712614"/>
                  </a:lnTo>
                  <a:lnTo>
                    <a:pt x="1601897" y="1712603"/>
                  </a:lnTo>
                  <a:lnTo>
                    <a:pt x="1601891" y="1712597"/>
                  </a:lnTo>
                  <a:lnTo>
                    <a:pt x="1601882" y="1712585"/>
                  </a:lnTo>
                  <a:lnTo>
                    <a:pt x="1601861" y="1712574"/>
                  </a:lnTo>
                  <a:lnTo>
                    <a:pt x="1601856" y="1712547"/>
                  </a:lnTo>
                  <a:lnTo>
                    <a:pt x="1601848" y="1712534"/>
                  </a:lnTo>
                  <a:lnTo>
                    <a:pt x="1601842" y="1712523"/>
                  </a:lnTo>
                  <a:lnTo>
                    <a:pt x="1601824" y="1712511"/>
                  </a:lnTo>
                  <a:lnTo>
                    <a:pt x="1601803" y="1712506"/>
                  </a:lnTo>
                  <a:lnTo>
                    <a:pt x="1601791" y="1712512"/>
                  </a:lnTo>
                  <a:lnTo>
                    <a:pt x="1601785" y="1712516"/>
                  </a:lnTo>
                  <a:lnTo>
                    <a:pt x="1601778" y="1712519"/>
                  </a:lnTo>
                  <a:lnTo>
                    <a:pt x="1601767" y="1712517"/>
                  </a:lnTo>
                  <a:lnTo>
                    <a:pt x="1601758" y="1712514"/>
                  </a:lnTo>
                  <a:lnTo>
                    <a:pt x="1601736" y="1712496"/>
                  </a:lnTo>
                  <a:lnTo>
                    <a:pt x="1601719" y="1712478"/>
                  </a:lnTo>
                  <a:lnTo>
                    <a:pt x="1601711" y="1712465"/>
                  </a:lnTo>
                  <a:lnTo>
                    <a:pt x="1601694" y="1712447"/>
                  </a:lnTo>
                  <a:lnTo>
                    <a:pt x="1601688" y="1712431"/>
                  </a:lnTo>
                  <a:lnTo>
                    <a:pt x="1601684" y="1712414"/>
                  </a:lnTo>
                  <a:lnTo>
                    <a:pt x="1601679" y="1712386"/>
                  </a:lnTo>
                  <a:lnTo>
                    <a:pt x="1601683" y="1712358"/>
                  </a:lnTo>
                  <a:lnTo>
                    <a:pt x="1601692" y="1712329"/>
                  </a:lnTo>
                  <a:lnTo>
                    <a:pt x="1601696" y="1712301"/>
                  </a:lnTo>
                  <a:lnTo>
                    <a:pt x="1601699" y="1712283"/>
                  </a:lnTo>
                  <a:lnTo>
                    <a:pt x="1601704" y="1712274"/>
                  </a:lnTo>
                  <a:lnTo>
                    <a:pt x="1601705" y="1712257"/>
                  </a:lnTo>
                  <a:lnTo>
                    <a:pt x="1601706" y="1712245"/>
                  </a:lnTo>
                  <a:lnTo>
                    <a:pt x="1601692" y="1712241"/>
                  </a:lnTo>
                  <a:lnTo>
                    <a:pt x="1601681" y="1712230"/>
                  </a:lnTo>
                  <a:lnTo>
                    <a:pt x="1601660" y="1712214"/>
                  </a:lnTo>
                  <a:lnTo>
                    <a:pt x="1601647" y="1712209"/>
                  </a:lnTo>
                  <a:lnTo>
                    <a:pt x="1601640" y="1712205"/>
                  </a:lnTo>
                  <a:lnTo>
                    <a:pt x="1601635" y="1712202"/>
                  </a:lnTo>
                  <a:lnTo>
                    <a:pt x="1601624" y="1712192"/>
                  </a:lnTo>
                  <a:lnTo>
                    <a:pt x="1601617" y="1712181"/>
                  </a:lnTo>
                  <a:lnTo>
                    <a:pt x="1601592" y="1712156"/>
                  </a:lnTo>
                  <a:lnTo>
                    <a:pt x="1601573" y="1712152"/>
                  </a:lnTo>
                  <a:lnTo>
                    <a:pt x="1601564" y="1712135"/>
                  </a:lnTo>
                  <a:lnTo>
                    <a:pt x="1601561" y="1712103"/>
                  </a:lnTo>
                  <a:lnTo>
                    <a:pt x="1601559" y="1712097"/>
                  </a:lnTo>
                  <a:lnTo>
                    <a:pt x="1601556" y="1712087"/>
                  </a:lnTo>
                  <a:lnTo>
                    <a:pt x="1601552" y="1712079"/>
                  </a:lnTo>
                  <a:lnTo>
                    <a:pt x="1601549" y="1712073"/>
                  </a:lnTo>
                  <a:lnTo>
                    <a:pt x="1601544" y="1712066"/>
                  </a:lnTo>
                  <a:lnTo>
                    <a:pt x="1601539" y="1712059"/>
                  </a:lnTo>
                  <a:lnTo>
                    <a:pt x="1601533" y="1712054"/>
                  </a:lnTo>
                  <a:lnTo>
                    <a:pt x="1601529" y="1712049"/>
                  </a:lnTo>
                  <a:lnTo>
                    <a:pt x="1601521" y="1712042"/>
                  </a:lnTo>
                  <a:lnTo>
                    <a:pt x="1601513" y="1712037"/>
                  </a:lnTo>
                  <a:lnTo>
                    <a:pt x="1601509" y="1712033"/>
                  </a:lnTo>
                  <a:lnTo>
                    <a:pt x="1601505" y="1712029"/>
                  </a:lnTo>
                  <a:lnTo>
                    <a:pt x="1601501" y="1712023"/>
                  </a:lnTo>
                  <a:lnTo>
                    <a:pt x="1601497" y="1712015"/>
                  </a:lnTo>
                  <a:lnTo>
                    <a:pt x="1601494" y="1712006"/>
                  </a:lnTo>
                  <a:lnTo>
                    <a:pt x="1601490" y="1711998"/>
                  </a:lnTo>
                  <a:lnTo>
                    <a:pt x="1601489" y="1711989"/>
                  </a:lnTo>
                  <a:lnTo>
                    <a:pt x="1601493" y="1711982"/>
                  </a:lnTo>
                  <a:lnTo>
                    <a:pt x="1601498" y="1711977"/>
                  </a:lnTo>
                  <a:lnTo>
                    <a:pt x="1601503" y="1711971"/>
                  </a:lnTo>
                  <a:lnTo>
                    <a:pt x="1601507" y="1711963"/>
                  </a:lnTo>
                  <a:lnTo>
                    <a:pt x="1601508" y="1711953"/>
                  </a:lnTo>
                  <a:lnTo>
                    <a:pt x="1601507" y="1711946"/>
                  </a:lnTo>
                  <a:lnTo>
                    <a:pt x="1601506" y="1711940"/>
                  </a:lnTo>
                  <a:lnTo>
                    <a:pt x="1601505" y="1711934"/>
                  </a:lnTo>
                  <a:lnTo>
                    <a:pt x="1601506" y="1711926"/>
                  </a:lnTo>
                  <a:lnTo>
                    <a:pt x="1601507" y="1711917"/>
                  </a:lnTo>
                  <a:lnTo>
                    <a:pt x="1601508" y="1711910"/>
                  </a:lnTo>
                  <a:lnTo>
                    <a:pt x="1601508" y="1711902"/>
                  </a:lnTo>
                  <a:lnTo>
                    <a:pt x="1601507" y="1711893"/>
                  </a:lnTo>
                  <a:lnTo>
                    <a:pt x="1601504" y="1711884"/>
                  </a:lnTo>
                  <a:lnTo>
                    <a:pt x="1601502" y="1711876"/>
                  </a:lnTo>
                  <a:lnTo>
                    <a:pt x="1601497" y="1711867"/>
                  </a:lnTo>
                  <a:lnTo>
                    <a:pt x="1601494" y="1711860"/>
                  </a:lnTo>
                  <a:lnTo>
                    <a:pt x="1601494" y="1711853"/>
                  </a:lnTo>
                  <a:lnTo>
                    <a:pt x="1601498" y="1711848"/>
                  </a:lnTo>
                  <a:lnTo>
                    <a:pt x="1601503" y="1711840"/>
                  </a:lnTo>
                  <a:lnTo>
                    <a:pt x="1601508" y="1711834"/>
                  </a:lnTo>
                  <a:lnTo>
                    <a:pt x="1601511" y="1711830"/>
                  </a:lnTo>
                  <a:lnTo>
                    <a:pt x="1601515" y="1711825"/>
                  </a:lnTo>
                  <a:lnTo>
                    <a:pt x="1601521" y="1711819"/>
                  </a:lnTo>
                  <a:lnTo>
                    <a:pt x="1601527" y="1711814"/>
                  </a:lnTo>
                  <a:lnTo>
                    <a:pt x="1601531" y="1711809"/>
                  </a:lnTo>
                  <a:lnTo>
                    <a:pt x="1601535" y="1711802"/>
                  </a:lnTo>
                  <a:lnTo>
                    <a:pt x="1601538" y="1711796"/>
                  </a:lnTo>
                  <a:lnTo>
                    <a:pt x="1601541" y="1711789"/>
                  </a:lnTo>
                  <a:lnTo>
                    <a:pt x="1601543" y="1711783"/>
                  </a:lnTo>
                  <a:lnTo>
                    <a:pt x="1601545" y="1711776"/>
                  </a:lnTo>
                  <a:lnTo>
                    <a:pt x="1601546" y="1711769"/>
                  </a:lnTo>
                  <a:lnTo>
                    <a:pt x="1601546" y="1711763"/>
                  </a:lnTo>
                  <a:lnTo>
                    <a:pt x="1601546" y="1711757"/>
                  </a:lnTo>
                  <a:lnTo>
                    <a:pt x="1601545" y="1711749"/>
                  </a:lnTo>
                  <a:lnTo>
                    <a:pt x="1601545" y="1711738"/>
                  </a:lnTo>
                  <a:lnTo>
                    <a:pt x="1601544" y="1711730"/>
                  </a:lnTo>
                  <a:lnTo>
                    <a:pt x="1601544" y="1711721"/>
                  </a:lnTo>
                  <a:lnTo>
                    <a:pt x="1601545" y="1711711"/>
                  </a:lnTo>
                  <a:lnTo>
                    <a:pt x="1601547" y="1711703"/>
                  </a:lnTo>
                  <a:lnTo>
                    <a:pt x="1601548" y="1711697"/>
                  </a:lnTo>
                  <a:lnTo>
                    <a:pt x="1601550" y="1711691"/>
                  </a:lnTo>
                  <a:lnTo>
                    <a:pt x="1601551" y="1711684"/>
                  </a:lnTo>
                  <a:lnTo>
                    <a:pt x="1601552" y="1711679"/>
                  </a:lnTo>
                  <a:lnTo>
                    <a:pt x="1601553" y="1711670"/>
                  </a:lnTo>
                  <a:lnTo>
                    <a:pt x="1601555" y="1711655"/>
                  </a:lnTo>
                  <a:lnTo>
                    <a:pt x="1601557" y="1711644"/>
                  </a:lnTo>
                  <a:lnTo>
                    <a:pt x="1601558" y="1711634"/>
                  </a:lnTo>
                  <a:lnTo>
                    <a:pt x="1601561" y="1711626"/>
                  </a:lnTo>
                  <a:lnTo>
                    <a:pt x="1601564" y="1711621"/>
                  </a:lnTo>
                  <a:lnTo>
                    <a:pt x="1601568" y="1711616"/>
                  </a:lnTo>
                  <a:lnTo>
                    <a:pt x="1601571" y="1711611"/>
                  </a:lnTo>
                  <a:lnTo>
                    <a:pt x="1601573" y="1711604"/>
                  </a:lnTo>
                  <a:lnTo>
                    <a:pt x="1601576" y="1711597"/>
                  </a:lnTo>
                  <a:lnTo>
                    <a:pt x="1601580" y="1711592"/>
                  </a:lnTo>
                  <a:lnTo>
                    <a:pt x="1601584" y="1711586"/>
                  </a:lnTo>
                  <a:lnTo>
                    <a:pt x="1601590" y="1711581"/>
                  </a:lnTo>
                  <a:lnTo>
                    <a:pt x="1601594" y="1711575"/>
                  </a:lnTo>
                  <a:lnTo>
                    <a:pt x="1601596" y="1711568"/>
                  </a:lnTo>
                  <a:lnTo>
                    <a:pt x="1601597" y="1711561"/>
                  </a:lnTo>
                  <a:lnTo>
                    <a:pt x="1601598" y="1711546"/>
                  </a:lnTo>
                  <a:lnTo>
                    <a:pt x="1601600" y="1711536"/>
                  </a:lnTo>
                  <a:lnTo>
                    <a:pt x="1601601" y="1711529"/>
                  </a:lnTo>
                  <a:lnTo>
                    <a:pt x="1601602" y="1711520"/>
                  </a:lnTo>
                  <a:lnTo>
                    <a:pt x="1601605" y="1711509"/>
                  </a:lnTo>
                  <a:lnTo>
                    <a:pt x="1601606" y="1711501"/>
                  </a:lnTo>
                  <a:lnTo>
                    <a:pt x="1601610" y="1711487"/>
                  </a:lnTo>
                  <a:lnTo>
                    <a:pt x="1601611" y="1711481"/>
                  </a:lnTo>
                  <a:lnTo>
                    <a:pt x="1601614" y="1711472"/>
                  </a:lnTo>
                  <a:lnTo>
                    <a:pt x="1601618" y="1711465"/>
                  </a:lnTo>
                  <a:lnTo>
                    <a:pt x="1601621" y="1711458"/>
                  </a:lnTo>
                  <a:lnTo>
                    <a:pt x="1601622" y="1711451"/>
                  </a:lnTo>
                  <a:lnTo>
                    <a:pt x="1601623" y="1711443"/>
                  </a:lnTo>
                  <a:lnTo>
                    <a:pt x="1601623" y="1711436"/>
                  </a:lnTo>
                  <a:lnTo>
                    <a:pt x="1601622" y="1711428"/>
                  </a:lnTo>
                  <a:lnTo>
                    <a:pt x="1601614" y="1711424"/>
                  </a:lnTo>
                  <a:lnTo>
                    <a:pt x="1601610" y="1711422"/>
                  </a:lnTo>
                  <a:lnTo>
                    <a:pt x="1601604" y="1711422"/>
                  </a:lnTo>
                  <a:lnTo>
                    <a:pt x="1601597" y="1711422"/>
                  </a:lnTo>
                  <a:lnTo>
                    <a:pt x="1601586" y="1711423"/>
                  </a:lnTo>
                  <a:lnTo>
                    <a:pt x="1601577" y="1711425"/>
                  </a:lnTo>
                  <a:lnTo>
                    <a:pt x="1601567" y="1711426"/>
                  </a:lnTo>
                  <a:lnTo>
                    <a:pt x="1601559" y="1711427"/>
                  </a:lnTo>
                  <a:lnTo>
                    <a:pt x="1601554" y="1711428"/>
                  </a:lnTo>
                  <a:lnTo>
                    <a:pt x="1601546" y="1711428"/>
                  </a:lnTo>
                  <a:lnTo>
                    <a:pt x="1601538" y="1711426"/>
                  </a:lnTo>
                  <a:lnTo>
                    <a:pt x="1601532" y="1711425"/>
                  </a:lnTo>
                  <a:lnTo>
                    <a:pt x="1601525" y="1711423"/>
                  </a:lnTo>
                  <a:lnTo>
                    <a:pt x="1601516" y="1711420"/>
                  </a:lnTo>
                  <a:lnTo>
                    <a:pt x="1601509" y="1711417"/>
                  </a:lnTo>
                  <a:lnTo>
                    <a:pt x="1601498" y="1711413"/>
                  </a:lnTo>
                  <a:lnTo>
                    <a:pt x="1601493" y="1711411"/>
                  </a:lnTo>
                  <a:lnTo>
                    <a:pt x="1601485" y="1711409"/>
                  </a:lnTo>
                  <a:lnTo>
                    <a:pt x="1601476" y="1711407"/>
                  </a:lnTo>
                  <a:lnTo>
                    <a:pt x="1601466" y="1711404"/>
                  </a:lnTo>
                  <a:lnTo>
                    <a:pt x="1601456" y="1711401"/>
                  </a:lnTo>
                  <a:lnTo>
                    <a:pt x="1601449" y="1711399"/>
                  </a:lnTo>
                  <a:lnTo>
                    <a:pt x="1601443" y="1711398"/>
                  </a:lnTo>
                  <a:lnTo>
                    <a:pt x="1601432" y="1711396"/>
                  </a:lnTo>
                  <a:lnTo>
                    <a:pt x="1601425" y="1711396"/>
                  </a:lnTo>
                  <a:lnTo>
                    <a:pt x="1601417" y="1711396"/>
                  </a:lnTo>
                  <a:lnTo>
                    <a:pt x="1601409" y="1711397"/>
                  </a:lnTo>
                  <a:lnTo>
                    <a:pt x="1601404" y="1711397"/>
                  </a:lnTo>
                  <a:lnTo>
                    <a:pt x="1601397" y="1711398"/>
                  </a:lnTo>
                  <a:lnTo>
                    <a:pt x="1601390" y="1711400"/>
                  </a:lnTo>
                  <a:lnTo>
                    <a:pt x="1601384" y="1711403"/>
                  </a:lnTo>
                  <a:lnTo>
                    <a:pt x="1601379" y="1711406"/>
                  </a:lnTo>
                  <a:lnTo>
                    <a:pt x="1601374" y="1711408"/>
                  </a:lnTo>
                  <a:lnTo>
                    <a:pt x="1601365" y="1711411"/>
                  </a:lnTo>
                  <a:lnTo>
                    <a:pt x="1601360" y="1711413"/>
                  </a:lnTo>
                  <a:lnTo>
                    <a:pt x="1601353" y="1711416"/>
                  </a:lnTo>
                  <a:lnTo>
                    <a:pt x="1601348" y="1711419"/>
                  </a:lnTo>
                  <a:lnTo>
                    <a:pt x="1601340" y="1711422"/>
                  </a:lnTo>
                  <a:lnTo>
                    <a:pt x="1601333" y="1711424"/>
                  </a:lnTo>
                  <a:lnTo>
                    <a:pt x="1601327" y="1711424"/>
                  </a:lnTo>
                  <a:lnTo>
                    <a:pt x="1601320" y="1711424"/>
                  </a:lnTo>
                  <a:lnTo>
                    <a:pt x="1601313" y="1711424"/>
                  </a:lnTo>
                  <a:lnTo>
                    <a:pt x="1601307" y="1711423"/>
                  </a:lnTo>
                  <a:lnTo>
                    <a:pt x="1601296" y="1711420"/>
                  </a:lnTo>
                  <a:lnTo>
                    <a:pt x="1601288" y="1711418"/>
                  </a:lnTo>
                  <a:lnTo>
                    <a:pt x="1601282" y="1711417"/>
                  </a:lnTo>
                  <a:lnTo>
                    <a:pt x="1601274" y="1711415"/>
                  </a:lnTo>
                  <a:lnTo>
                    <a:pt x="1601265" y="1711413"/>
                  </a:lnTo>
                  <a:lnTo>
                    <a:pt x="1601258" y="1711411"/>
                  </a:lnTo>
                  <a:lnTo>
                    <a:pt x="1601253" y="1711410"/>
                  </a:lnTo>
                  <a:lnTo>
                    <a:pt x="1601247" y="1711410"/>
                  </a:lnTo>
                  <a:lnTo>
                    <a:pt x="1601238" y="1711409"/>
                  </a:lnTo>
                  <a:lnTo>
                    <a:pt x="1601229" y="1711409"/>
                  </a:lnTo>
                  <a:lnTo>
                    <a:pt x="1601222" y="1711407"/>
                  </a:lnTo>
                  <a:lnTo>
                    <a:pt x="1601217" y="1711404"/>
                  </a:lnTo>
                  <a:lnTo>
                    <a:pt x="1601214" y="1711399"/>
                  </a:lnTo>
                  <a:lnTo>
                    <a:pt x="1601212" y="1711390"/>
                  </a:lnTo>
                  <a:lnTo>
                    <a:pt x="1601213" y="1711382"/>
                  </a:lnTo>
                  <a:lnTo>
                    <a:pt x="1601214" y="1711374"/>
                  </a:lnTo>
                  <a:lnTo>
                    <a:pt x="1601215" y="1711368"/>
                  </a:lnTo>
                  <a:lnTo>
                    <a:pt x="1601215" y="1711362"/>
                  </a:lnTo>
                  <a:lnTo>
                    <a:pt x="1601215" y="1711353"/>
                  </a:lnTo>
                  <a:lnTo>
                    <a:pt x="1601215" y="1711344"/>
                  </a:lnTo>
                  <a:lnTo>
                    <a:pt x="1601213" y="1711334"/>
                  </a:lnTo>
                  <a:lnTo>
                    <a:pt x="1601210" y="1711324"/>
                  </a:lnTo>
                  <a:lnTo>
                    <a:pt x="1601207" y="1711316"/>
                  </a:lnTo>
                  <a:lnTo>
                    <a:pt x="1601204" y="1711308"/>
                  </a:lnTo>
                  <a:lnTo>
                    <a:pt x="1601200" y="1711297"/>
                  </a:lnTo>
                  <a:lnTo>
                    <a:pt x="1601198" y="1711291"/>
                  </a:lnTo>
                  <a:lnTo>
                    <a:pt x="1601197" y="1711285"/>
                  </a:lnTo>
                  <a:lnTo>
                    <a:pt x="1601196" y="1711278"/>
                  </a:lnTo>
                  <a:lnTo>
                    <a:pt x="1601198" y="1711269"/>
                  </a:lnTo>
                  <a:lnTo>
                    <a:pt x="1601202" y="1711257"/>
                  </a:lnTo>
                  <a:lnTo>
                    <a:pt x="1601204" y="1711248"/>
                  </a:lnTo>
                  <a:lnTo>
                    <a:pt x="1601204" y="1711239"/>
                  </a:lnTo>
                  <a:lnTo>
                    <a:pt x="1601202" y="1711231"/>
                  </a:lnTo>
                  <a:lnTo>
                    <a:pt x="1601200" y="1711226"/>
                  </a:lnTo>
                  <a:lnTo>
                    <a:pt x="1601195" y="1711219"/>
                  </a:lnTo>
                  <a:lnTo>
                    <a:pt x="1601192" y="1711212"/>
                  </a:lnTo>
                  <a:lnTo>
                    <a:pt x="1601189" y="1711204"/>
                  </a:lnTo>
                  <a:lnTo>
                    <a:pt x="1601188" y="1711195"/>
                  </a:lnTo>
                  <a:lnTo>
                    <a:pt x="1601190" y="1711188"/>
                  </a:lnTo>
                  <a:lnTo>
                    <a:pt x="1601195" y="1711173"/>
                  </a:lnTo>
                  <a:lnTo>
                    <a:pt x="1601187" y="1711171"/>
                  </a:lnTo>
                  <a:lnTo>
                    <a:pt x="1601181" y="1711172"/>
                  </a:lnTo>
                  <a:lnTo>
                    <a:pt x="1601171" y="1711173"/>
                  </a:lnTo>
                  <a:lnTo>
                    <a:pt x="1601164" y="1711174"/>
                  </a:lnTo>
                  <a:lnTo>
                    <a:pt x="1601158" y="1711175"/>
                  </a:lnTo>
                  <a:lnTo>
                    <a:pt x="1601152" y="1711175"/>
                  </a:lnTo>
                  <a:lnTo>
                    <a:pt x="1601146" y="1711175"/>
                  </a:lnTo>
                  <a:lnTo>
                    <a:pt x="1601140" y="1711174"/>
                  </a:lnTo>
                  <a:lnTo>
                    <a:pt x="1601133" y="1711171"/>
                  </a:lnTo>
                  <a:lnTo>
                    <a:pt x="1601124" y="1711166"/>
                  </a:lnTo>
                  <a:lnTo>
                    <a:pt x="1601115" y="1711161"/>
                  </a:lnTo>
                  <a:lnTo>
                    <a:pt x="1601110" y="1711159"/>
                  </a:lnTo>
                  <a:lnTo>
                    <a:pt x="1601101" y="1711156"/>
                  </a:lnTo>
                  <a:lnTo>
                    <a:pt x="1601094" y="1711155"/>
                  </a:lnTo>
                  <a:lnTo>
                    <a:pt x="1601087" y="1711155"/>
                  </a:lnTo>
                  <a:lnTo>
                    <a:pt x="1601082" y="1711155"/>
                  </a:lnTo>
                  <a:lnTo>
                    <a:pt x="1601075" y="1711157"/>
                  </a:lnTo>
                  <a:lnTo>
                    <a:pt x="1601069" y="1711158"/>
                  </a:lnTo>
                  <a:lnTo>
                    <a:pt x="1601064" y="1711160"/>
                  </a:lnTo>
                  <a:lnTo>
                    <a:pt x="1601056" y="1711161"/>
                  </a:lnTo>
                  <a:lnTo>
                    <a:pt x="1601047" y="1711158"/>
                  </a:lnTo>
                  <a:lnTo>
                    <a:pt x="1601041" y="1711156"/>
                  </a:lnTo>
                  <a:lnTo>
                    <a:pt x="1601032" y="1711155"/>
                  </a:lnTo>
                  <a:lnTo>
                    <a:pt x="1601025" y="1711155"/>
                  </a:lnTo>
                  <a:lnTo>
                    <a:pt x="1601012" y="1711155"/>
                  </a:lnTo>
                  <a:lnTo>
                    <a:pt x="1600999" y="1711154"/>
                  </a:lnTo>
                  <a:lnTo>
                    <a:pt x="1600992" y="1711155"/>
                  </a:lnTo>
                  <a:lnTo>
                    <a:pt x="1600985" y="1711156"/>
                  </a:lnTo>
                  <a:lnTo>
                    <a:pt x="1600979" y="1711159"/>
                  </a:lnTo>
                  <a:lnTo>
                    <a:pt x="1600973" y="1711161"/>
                  </a:lnTo>
                  <a:lnTo>
                    <a:pt x="1600964" y="1711161"/>
                  </a:lnTo>
                  <a:lnTo>
                    <a:pt x="1600959" y="1711159"/>
                  </a:lnTo>
                  <a:lnTo>
                    <a:pt x="1600953" y="1711156"/>
                  </a:lnTo>
                  <a:lnTo>
                    <a:pt x="1600947" y="1711152"/>
                  </a:lnTo>
                  <a:lnTo>
                    <a:pt x="1600941" y="1711149"/>
                  </a:lnTo>
                  <a:lnTo>
                    <a:pt x="1600939" y="1711143"/>
                  </a:lnTo>
                  <a:lnTo>
                    <a:pt x="1600938" y="1711136"/>
                  </a:lnTo>
                  <a:lnTo>
                    <a:pt x="1600938" y="1711123"/>
                  </a:lnTo>
                  <a:lnTo>
                    <a:pt x="1600938" y="1711117"/>
                  </a:lnTo>
                  <a:lnTo>
                    <a:pt x="1600937" y="1711110"/>
                  </a:lnTo>
                  <a:lnTo>
                    <a:pt x="1600935" y="1711103"/>
                  </a:lnTo>
                  <a:lnTo>
                    <a:pt x="1600930" y="1711098"/>
                  </a:lnTo>
                  <a:lnTo>
                    <a:pt x="1600923" y="1711093"/>
                  </a:lnTo>
                  <a:lnTo>
                    <a:pt x="1600919" y="1711089"/>
                  </a:lnTo>
                  <a:lnTo>
                    <a:pt x="1600914" y="1711085"/>
                  </a:lnTo>
                  <a:lnTo>
                    <a:pt x="1600907" y="1711080"/>
                  </a:lnTo>
                  <a:lnTo>
                    <a:pt x="1600898" y="1711077"/>
                  </a:lnTo>
                  <a:lnTo>
                    <a:pt x="1600888" y="1711074"/>
                  </a:lnTo>
                  <a:lnTo>
                    <a:pt x="1600882" y="1711071"/>
                  </a:lnTo>
                  <a:lnTo>
                    <a:pt x="1600874" y="1711067"/>
                  </a:lnTo>
                  <a:lnTo>
                    <a:pt x="1600868" y="1711063"/>
                  </a:lnTo>
                  <a:lnTo>
                    <a:pt x="1600865" y="1711059"/>
                  </a:lnTo>
                  <a:lnTo>
                    <a:pt x="1600861" y="1711052"/>
                  </a:lnTo>
                  <a:lnTo>
                    <a:pt x="1600858" y="1711042"/>
                  </a:lnTo>
                  <a:lnTo>
                    <a:pt x="1600855" y="1711038"/>
                  </a:lnTo>
                  <a:lnTo>
                    <a:pt x="1600851" y="1711027"/>
                  </a:lnTo>
                  <a:lnTo>
                    <a:pt x="1600846" y="1711017"/>
                  </a:lnTo>
                  <a:lnTo>
                    <a:pt x="1600844" y="1711010"/>
                  </a:lnTo>
                  <a:lnTo>
                    <a:pt x="1600844" y="1711001"/>
                  </a:lnTo>
                  <a:lnTo>
                    <a:pt x="1600844" y="1710990"/>
                  </a:lnTo>
                  <a:lnTo>
                    <a:pt x="1600845" y="1710983"/>
                  </a:lnTo>
                  <a:lnTo>
                    <a:pt x="1600845" y="1710975"/>
                  </a:lnTo>
                  <a:lnTo>
                    <a:pt x="1600845" y="1710967"/>
                  </a:lnTo>
                  <a:lnTo>
                    <a:pt x="1600844" y="1710960"/>
                  </a:lnTo>
                  <a:lnTo>
                    <a:pt x="1600844" y="1710953"/>
                  </a:lnTo>
                  <a:lnTo>
                    <a:pt x="1600843" y="1710945"/>
                  </a:lnTo>
                  <a:lnTo>
                    <a:pt x="1600842" y="1710936"/>
                  </a:lnTo>
                  <a:lnTo>
                    <a:pt x="1600840" y="1710925"/>
                  </a:lnTo>
                  <a:lnTo>
                    <a:pt x="1600837" y="1710914"/>
                  </a:lnTo>
                  <a:lnTo>
                    <a:pt x="1600834" y="1710904"/>
                  </a:lnTo>
                  <a:lnTo>
                    <a:pt x="1600832" y="1710898"/>
                  </a:lnTo>
                  <a:lnTo>
                    <a:pt x="1600830" y="1710890"/>
                  </a:lnTo>
                  <a:lnTo>
                    <a:pt x="1600829" y="1710882"/>
                  </a:lnTo>
                  <a:lnTo>
                    <a:pt x="1600829" y="1710874"/>
                  </a:lnTo>
                  <a:lnTo>
                    <a:pt x="1600828" y="1710865"/>
                  </a:lnTo>
                  <a:lnTo>
                    <a:pt x="1600828" y="1710852"/>
                  </a:lnTo>
                  <a:lnTo>
                    <a:pt x="1600828" y="1710842"/>
                  </a:lnTo>
                  <a:lnTo>
                    <a:pt x="1600828" y="1710829"/>
                  </a:lnTo>
                  <a:lnTo>
                    <a:pt x="1600828" y="1710822"/>
                  </a:lnTo>
                  <a:lnTo>
                    <a:pt x="1600828" y="1710814"/>
                  </a:lnTo>
                  <a:lnTo>
                    <a:pt x="1600829" y="1710802"/>
                  </a:lnTo>
                  <a:lnTo>
                    <a:pt x="1600829" y="1710795"/>
                  </a:lnTo>
                  <a:lnTo>
                    <a:pt x="1600827" y="1710788"/>
                  </a:lnTo>
                  <a:lnTo>
                    <a:pt x="1600824" y="1710781"/>
                  </a:lnTo>
                  <a:lnTo>
                    <a:pt x="1600821" y="1710775"/>
                  </a:lnTo>
                  <a:lnTo>
                    <a:pt x="1600818" y="1710768"/>
                  </a:lnTo>
                  <a:lnTo>
                    <a:pt x="1600815" y="1710763"/>
                  </a:lnTo>
                  <a:lnTo>
                    <a:pt x="1600812" y="1710757"/>
                  </a:lnTo>
                  <a:lnTo>
                    <a:pt x="1600808" y="1710750"/>
                  </a:lnTo>
                  <a:lnTo>
                    <a:pt x="1600801" y="1710741"/>
                  </a:lnTo>
                  <a:lnTo>
                    <a:pt x="1600797" y="1710737"/>
                  </a:lnTo>
                  <a:lnTo>
                    <a:pt x="1600794" y="1710733"/>
                  </a:lnTo>
                  <a:lnTo>
                    <a:pt x="1600788" y="1710728"/>
                  </a:lnTo>
                  <a:lnTo>
                    <a:pt x="1600784" y="1710723"/>
                  </a:lnTo>
                  <a:lnTo>
                    <a:pt x="1600780" y="1710717"/>
                  </a:lnTo>
                  <a:lnTo>
                    <a:pt x="1600777" y="1710710"/>
                  </a:lnTo>
                  <a:lnTo>
                    <a:pt x="1600775" y="1710704"/>
                  </a:lnTo>
                  <a:lnTo>
                    <a:pt x="1600771" y="1710695"/>
                  </a:lnTo>
                  <a:lnTo>
                    <a:pt x="1600768" y="1710687"/>
                  </a:lnTo>
                  <a:lnTo>
                    <a:pt x="1600764" y="1710679"/>
                  </a:lnTo>
                  <a:lnTo>
                    <a:pt x="1600759" y="1710672"/>
                  </a:lnTo>
                  <a:lnTo>
                    <a:pt x="1600755" y="1710666"/>
                  </a:lnTo>
                  <a:lnTo>
                    <a:pt x="1600750" y="1710659"/>
                  </a:lnTo>
                  <a:lnTo>
                    <a:pt x="1600747" y="1710653"/>
                  </a:lnTo>
                  <a:lnTo>
                    <a:pt x="1600743" y="1710646"/>
                  </a:lnTo>
                  <a:lnTo>
                    <a:pt x="1600739" y="1710638"/>
                  </a:lnTo>
                  <a:lnTo>
                    <a:pt x="1600733" y="1710635"/>
                  </a:lnTo>
                  <a:lnTo>
                    <a:pt x="1600725" y="1710633"/>
                  </a:lnTo>
                  <a:lnTo>
                    <a:pt x="1600720" y="1710630"/>
                  </a:lnTo>
                  <a:lnTo>
                    <a:pt x="1600717" y="1710624"/>
                  </a:lnTo>
                  <a:lnTo>
                    <a:pt x="1600714" y="1710616"/>
                  </a:lnTo>
                  <a:lnTo>
                    <a:pt x="1600712" y="1710609"/>
                  </a:lnTo>
                  <a:lnTo>
                    <a:pt x="1600709" y="1710601"/>
                  </a:lnTo>
                  <a:lnTo>
                    <a:pt x="1600708" y="1710593"/>
                  </a:lnTo>
                  <a:lnTo>
                    <a:pt x="1600707" y="1710586"/>
                  </a:lnTo>
                  <a:lnTo>
                    <a:pt x="1600708" y="1710578"/>
                  </a:lnTo>
                  <a:lnTo>
                    <a:pt x="1600709" y="1710568"/>
                  </a:lnTo>
                  <a:lnTo>
                    <a:pt x="1600701" y="1710566"/>
                  </a:lnTo>
                  <a:lnTo>
                    <a:pt x="1600694" y="1710566"/>
                  </a:lnTo>
                  <a:lnTo>
                    <a:pt x="1600685" y="1710566"/>
                  </a:lnTo>
                  <a:lnTo>
                    <a:pt x="1600678" y="1710566"/>
                  </a:lnTo>
                  <a:lnTo>
                    <a:pt x="1600668" y="1710566"/>
                  </a:lnTo>
                  <a:lnTo>
                    <a:pt x="1600661" y="1710565"/>
                  </a:lnTo>
                  <a:lnTo>
                    <a:pt x="1600654" y="1710564"/>
                  </a:lnTo>
                  <a:lnTo>
                    <a:pt x="1600646" y="1710562"/>
                  </a:lnTo>
                  <a:lnTo>
                    <a:pt x="1600639" y="1710557"/>
                  </a:lnTo>
                  <a:lnTo>
                    <a:pt x="1600631" y="1710551"/>
                  </a:lnTo>
                  <a:lnTo>
                    <a:pt x="1600627" y="1710543"/>
                  </a:lnTo>
                  <a:lnTo>
                    <a:pt x="1600625" y="1710535"/>
                  </a:lnTo>
                  <a:lnTo>
                    <a:pt x="1600624" y="1710525"/>
                  </a:lnTo>
                  <a:lnTo>
                    <a:pt x="1600623" y="1710516"/>
                  </a:lnTo>
                  <a:lnTo>
                    <a:pt x="1600616" y="1710515"/>
                  </a:lnTo>
                  <a:lnTo>
                    <a:pt x="1600608" y="1710513"/>
                  </a:lnTo>
                  <a:lnTo>
                    <a:pt x="1600598" y="1710511"/>
                  </a:lnTo>
                  <a:lnTo>
                    <a:pt x="1600591" y="1710511"/>
                  </a:lnTo>
                  <a:lnTo>
                    <a:pt x="1600585" y="1710511"/>
                  </a:lnTo>
                  <a:lnTo>
                    <a:pt x="1600579" y="1710512"/>
                  </a:lnTo>
                  <a:lnTo>
                    <a:pt x="1600572" y="1710512"/>
                  </a:lnTo>
                  <a:lnTo>
                    <a:pt x="1600565" y="1710511"/>
                  </a:lnTo>
                  <a:lnTo>
                    <a:pt x="1600559" y="1710509"/>
                  </a:lnTo>
                  <a:lnTo>
                    <a:pt x="1600554" y="1710507"/>
                  </a:lnTo>
                  <a:lnTo>
                    <a:pt x="1600546" y="1710506"/>
                  </a:lnTo>
                  <a:lnTo>
                    <a:pt x="1600540" y="1710505"/>
                  </a:lnTo>
                  <a:lnTo>
                    <a:pt x="1600534" y="1710505"/>
                  </a:lnTo>
                  <a:lnTo>
                    <a:pt x="1600527" y="1710505"/>
                  </a:lnTo>
                  <a:lnTo>
                    <a:pt x="1600517" y="1710506"/>
                  </a:lnTo>
                  <a:lnTo>
                    <a:pt x="1600510" y="1710507"/>
                  </a:lnTo>
                  <a:lnTo>
                    <a:pt x="1600501" y="1710507"/>
                  </a:lnTo>
                  <a:lnTo>
                    <a:pt x="1600492" y="1710509"/>
                  </a:lnTo>
                  <a:lnTo>
                    <a:pt x="1600485" y="1710509"/>
                  </a:lnTo>
                  <a:lnTo>
                    <a:pt x="1600478" y="1710507"/>
                  </a:lnTo>
                  <a:lnTo>
                    <a:pt x="1600472" y="1710505"/>
                  </a:lnTo>
                  <a:lnTo>
                    <a:pt x="1600465" y="1710503"/>
                  </a:lnTo>
                  <a:lnTo>
                    <a:pt x="1600459" y="1710502"/>
                  </a:lnTo>
                  <a:lnTo>
                    <a:pt x="1600453" y="1710501"/>
                  </a:lnTo>
                  <a:lnTo>
                    <a:pt x="1600447" y="1710502"/>
                  </a:lnTo>
                  <a:lnTo>
                    <a:pt x="1600440" y="1710505"/>
                  </a:lnTo>
                  <a:lnTo>
                    <a:pt x="1600434" y="1710506"/>
                  </a:lnTo>
                  <a:lnTo>
                    <a:pt x="1600426" y="1710508"/>
                  </a:lnTo>
                  <a:lnTo>
                    <a:pt x="1600420" y="1710510"/>
                  </a:lnTo>
                  <a:lnTo>
                    <a:pt x="1600414" y="1710512"/>
                  </a:lnTo>
                  <a:lnTo>
                    <a:pt x="1600405" y="1710512"/>
                  </a:lnTo>
                  <a:lnTo>
                    <a:pt x="1600398" y="1710511"/>
                  </a:lnTo>
                  <a:lnTo>
                    <a:pt x="1600391" y="1710509"/>
                  </a:lnTo>
                  <a:lnTo>
                    <a:pt x="1600383" y="1710510"/>
                  </a:lnTo>
                  <a:lnTo>
                    <a:pt x="1600375" y="1710515"/>
                  </a:lnTo>
                  <a:lnTo>
                    <a:pt x="1600370" y="1710519"/>
                  </a:lnTo>
                  <a:lnTo>
                    <a:pt x="1600365" y="1710523"/>
                  </a:lnTo>
                  <a:lnTo>
                    <a:pt x="1600361" y="1710530"/>
                  </a:lnTo>
                  <a:lnTo>
                    <a:pt x="1600356" y="1710538"/>
                  </a:lnTo>
                  <a:lnTo>
                    <a:pt x="1600353" y="1710545"/>
                  </a:lnTo>
                  <a:lnTo>
                    <a:pt x="1600350" y="1710552"/>
                  </a:lnTo>
                  <a:lnTo>
                    <a:pt x="1600347" y="1710561"/>
                  </a:lnTo>
                  <a:lnTo>
                    <a:pt x="1600344" y="1710570"/>
                  </a:lnTo>
                  <a:lnTo>
                    <a:pt x="1600341" y="1710579"/>
                  </a:lnTo>
                  <a:lnTo>
                    <a:pt x="1600336" y="1710587"/>
                  </a:lnTo>
                  <a:lnTo>
                    <a:pt x="1600332" y="1710593"/>
                  </a:lnTo>
                  <a:lnTo>
                    <a:pt x="1600329" y="1710599"/>
                  </a:lnTo>
                  <a:lnTo>
                    <a:pt x="1600324" y="1710605"/>
                  </a:lnTo>
                  <a:lnTo>
                    <a:pt x="1600319" y="1710612"/>
                  </a:lnTo>
                  <a:lnTo>
                    <a:pt x="1600313" y="1710617"/>
                  </a:lnTo>
                  <a:lnTo>
                    <a:pt x="1600305" y="1710621"/>
                  </a:lnTo>
                  <a:lnTo>
                    <a:pt x="1600298" y="1710623"/>
                  </a:lnTo>
                  <a:lnTo>
                    <a:pt x="1600289" y="1710626"/>
                  </a:lnTo>
                  <a:lnTo>
                    <a:pt x="1600280" y="1710629"/>
                  </a:lnTo>
                  <a:lnTo>
                    <a:pt x="1600272" y="1710633"/>
                  </a:lnTo>
                  <a:lnTo>
                    <a:pt x="1600263" y="1710638"/>
                  </a:lnTo>
                  <a:lnTo>
                    <a:pt x="1600254" y="1710642"/>
                  </a:lnTo>
                  <a:lnTo>
                    <a:pt x="1600246" y="1710646"/>
                  </a:lnTo>
                  <a:lnTo>
                    <a:pt x="1600242" y="1710649"/>
                  </a:lnTo>
                  <a:lnTo>
                    <a:pt x="1600238" y="1710653"/>
                  </a:lnTo>
                  <a:lnTo>
                    <a:pt x="1600235" y="1710658"/>
                  </a:lnTo>
                  <a:lnTo>
                    <a:pt x="1600232" y="1710663"/>
                  </a:lnTo>
                  <a:lnTo>
                    <a:pt x="1600229" y="1710669"/>
                  </a:lnTo>
                  <a:lnTo>
                    <a:pt x="1600226" y="1710676"/>
                  </a:lnTo>
                  <a:lnTo>
                    <a:pt x="1600223" y="1710682"/>
                  </a:lnTo>
                  <a:lnTo>
                    <a:pt x="1600220" y="1710687"/>
                  </a:lnTo>
                  <a:lnTo>
                    <a:pt x="1600215" y="1710691"/>
                  </a:lnTo>
                  <a:lnTo>
                    <a:pt x="1600208" y="1710698"/>
                  </a:lnTo>
                  <a:lnTo>
                    <a:pt x="1600200" y="1710706"/>
                  </a:lnTo>
                  <a:lnTo>
                    <a:pt x="1600192" y="1710713"/>
                  </a:lnTo>
                  <a:lnTo>
                    <a:pt x="1600185" y="1710719"/>
                  </a:lnTo>
                  <a:lnTo>
                    <a:pt x="1600177" y="1710722"/>
                  </a:lnTo>
                  <a:lnTo>
                    <a:pt x="1600169" y="1710723"/>
                  </a:lnTo>
                  <a:lnTo>
                    <a:pt x="1600162" y="1710724"/>
                  </a:lnTo>
                  <a:lnTo>
                    <a:pt x="1600156" y="1710727"/>
                  </a:lnTo>
                  <a:lnTo>
                    <a:pt x="1600147" y="1710733"/>
                  </a:lnTo>
                  <a:lnTo>
                    <a:pt x="1600142" y="1710736"/>
                  </a:lnTo>
                  <a:lnTo>
                    <a:pt x="1600137" y="1710737"/>
                  </a:lnTo>
                  <a:lnTo>
                    <a:pt x="1600132" y="1710738"/>
                  </a:lnTo>
                  <a:lnTo>
                    <a:pt x="1600127" y="1710739"/>
                  </a:lnTo>
                  <a:lnTo>
                    <a:pt x="1600120" y="1710740"/>
                  </a:lnTo>
                  <a:lnTo>
                    <a:pt x="1600114" y="1710741"/>
                  </a:lnTo>
                  <a:lnTo>
                    <a:pt x="1600107" y="1710743"/>
                  </a:lnTo>
                  <a:lnTo>
                    <a:pt x="1600102" y="1710745"/>
                  </a:lnTo>
                  <a:lnTo>
                    <a:pt x="1600096" y="1710748"/>
                  </a:lnTo>
                  <a:lnTo>
                    <a:pt x="1600088" y="1710754"/>
                  </a:lnTo>
                  <a:lnTo>
                    <a:pt x="1600081" y="1710759"/>
                  </a:lnTo>
                  <a:lnTo>
                    <a:pt x="1600076" y="1710763"/>
                  </a:lnTo>
                  <a:lnTo>
                    <a:pt x="1600068" y="1710768"/>
                  </a:lnTo>
                  <a:lnTo>
                    <a:pt x="1600064" y="1710771"/>
                  </a:lnTo>
                  <a:lnTo>
                    <a:pt x="1600058" y="1710776"/>
                  </a:lnTo>
                  <a:lnTo>
                    <a:pt x="1600051" y="1710778"/>
                  </a:lnTo>
                  <a:lnTo>
                    <a:pt x="1600045" y="1710779"/>
                  </a:lnTo>
                  <a:lnTo>
                    <a:pt x="1600038" y="1710780"/>
                  </a:lnTo>
                  <a:lnTo>
                    <a:pt x="1600032" y="1710782"/>
                  </a:lnTo>
                  <a:lnTo>
                    <a:pt x="1600026" y="1710785"/>
                  </a:lnTo>
                  <a:lnTo>
                    <a:pt x="1600021" y="1710787"/>
                  </a:lnTo>
                  <a:lnTo>
                    <a:pt x="1600016" y="1710790"/>
                  </a:lnTo>
                  <a:lnTo>
                    <a:pt x="1600011" y="1710793"/>
                  </a:lnTo>
                  <a:lnTo>
                    <a:pt x="1600005" y="1710796"/>
                  </a:lnTo>
                  <a:lnTo>
                    <a:pt x="1600000" y="1710800"/>
                  </a:lnTo>
                  <a:lnTo>
                    <a:pt x="1599995" y="1710803"/>
                  </a:lnTo>
                  <a:lnTo>
                    <a:pt x="1599985" y="1710809"/>
                  </a:lnTo>
                  <a:lnTo>
                    <a:pt x="1599977" y="1710814"/>
                  </a:lnTo>
                  <a:lnTo>
                    <a:pt x="1599972" y="1710818"/>
                  </a:lnTo>
                  <a:lnTo>
                    <a:pt x="1599965" y="1710824"/>
                  </a:lnTo>
                  <a:lnTo>
                    <a:pt x="1599960" y="1710834"/>
                  </a:lnTo>
                  <a:lnTo>
                    <a:pt x="1599957" y="1710844"/>
                  </a:lnTo>
                  <a:lnTo>
                    <a:pt x="1599961" y="1710856"/>
                  </a:lnTo>
                  <a:lnTo>
                    <a:pt x="1599966" y="1710864"/>
                  </a:lnTo>
                  <a:lnTo>
                    <a:pt x="1599976" y="1710876"/>
                  </a:lnTo>
                  <a:lnTo>
                    <a:pt x="1599992" y="1710887"/>
                  </a:lnTo>
                  <a:lnTo>
                    <a:pt x="1599998" y="1710918"/>
                  </a:lnTo>
                  <a:lnTo>
                    <a:pt x="1600018" y="1710948"/>
                  </a:lnTo>
                  <a:lnTo>
                    <a:pt x="1600013" y="1710952"/>
                  </a:lnTo>
                  <a:lnTo>
                    <a:pt x="1600008" y="1710956"/>
                  </a:lnTo>
                  <a:lnTo>
                    <a:pt x="1600002" y="1710961"/>
                  </a:lnTo>
                  <a:lnTo>
                    <a:pt x="1600011" y="1710985"/>
                  </a:lnTo>
                  <a:lnTo>
                    <a:pt x="1599996" y="1710989"/>
                  </a:lnTo>
                  <a:lnTo>
                    <a:pt x="1599987" y="1711006"/>
                  </a:lnTo>
                  <a:lnTo>
                    <a:pt x="1599979" y="1711020"/>
                  </a:lnTo>
                  <a:lnTo>
                    <a:pt x="1599977" y="1711036"/>
                  </a:lnTo>
                  <a:lnTo>
                    <a:pt x="1599966" y="1711062"/>
                  </a:lnTo>
                  <a:lnTo>
                    <a:pt x="1599956" y="1711063"/>
                  </a:lnTo>
                  <a:lnTo>
                    <a:pt x="1599949" y="1711063"/>
                  </a:lnTo>
                  <a:lnTo>
                    <a:pt x="1599940" y="1711062"/>
                  </a:lnTo>
                  <a:lnTo>
                    <a:pt x="1599930" y="1711061"/>
                  </a:lnTo>
                  <a:lnTo>
                    <a:pt x="1599924" y="1711061"/>
                  </a:lnTo>
                  <a:lnTo>
                    <a:pt x="1599919" y="1711060"/>
                  </a:lnTo>
                  <a:lnTo>
                    <a:pt x="1599911" y="1711061"/>
                  </a:lnTo>
                  <a:lnTo>
                    <a:pt x="1599903" y="1711062"/>
                  </a:lnTo>
                  <a:lnTo>
                    <a:pt x="1599896" y="1711064"/>
                  </a:lnTo>
                  <a:lnTo>
                    <a:pt x="1599891" y="1711063"/>
                  </a:lnTo>
                  <a:lnTo>
                    <a:pt x="1599886" y="1711062"/>
                  </a:lnTo>
                  <a:lnTo>
                    <a:pt x="1599881" y="1711060"/>
                  </a:lnTo>
                  <a:lnTo>
                    <a:pt x="1599876" y="1711057"/>
                  </a:lnTo>
                  <a:lnTo>
                    <a:pt x="1599869" y="1711052"/>
                  </a:lnTo>
                  <a:lnTo>
                    <a:pt x="1599863" y="1711049"/>
                  </a:lnTo>
                  <a:lnTo>
                    <a:pt x="1599855" y="1711046"/>
                  </a:lnTo>
                  <a:lnTo>
                    <a:pt x="1599847" y="1711043"/>
                  </a:lnTo>
                  <a:lnTo>
                    <a:pt x="1599842" y="1711042"/>
                  </a:lnTo>
                  <a:lnTo>
                    <a:pt x="1599836" y="1711041"/>
                  </a:lnTo>
                  <a:lnTo>
                    <a:pt x="1599830" y="1711040"/>
                  </a:lnTo>
                  <a:lnTo>
                    <a:pt x="1599825" y="1711040"/>
                  </a:lnTo>
                  <a:lnTo>
                    <a:pt x="1599820" y="1711040"/>
                  </a:lnTo>
                  <a:lnTo>
                    <a:pt x="1599813" y="1711040"/>
                  </a:lnTo>
                  <a:lnTo>
                    <a:pt x="1599806" y="1711043"/>
                  </a:lnTo>
                  <a:lnTo>
                    <a:pt x="1599799" y="1711046"/>
                  </a:lnTo>
                  <a:lnTo>
                    <a:pt x="1599791" y="1711048"/>
                  </a:lnTo>
                  <a:lnTo>
                    <a:pt x="1599782" y="1711050"/>
                  </a:lnTo>
                  <a:lnTo>
                    <a:pt x="1599776" y="1711051"/>
                  </a:lnTo>
                  <a:lnTo>
                    <a:pt x="1599771" y="1711051"/>
                  </a:lnTo>
                  <a:lnTo>
                    <a:pt x="1599763" y="1711053"/>
                  </a:lnTo>
                  <a:lnTo>
                    <a:pt x="1599754" y="1711054"/>
                  </a:lnTo>
                  <a:lnTo>
                    <a:pt x="1599746" y="1711054"/>
                  </a:lnTo>
                  <a:lnTo>
                    <a:pt x="1599741" y="1711053"/>
                  </a:lnTo>
                  <a:lnTo>
                    <a:pt x="1599734" y="1711051"/>
                  </a:lnTo>
                  <a:lnTo>
                    <a:pt x="1599727" y="1711046"/>
                  </a:lnTo>
                  <a:lnTo>
                    <a:pt x="1599720" y="1711043"/>
                  </a:lnTo>
                  <a:lnTo>
                    <a:pt x="1599713" y="1711039"/>
                  </a:lnTo>
                  <a:lnTo>
                    <a:pt x="1599705" y="1711035"/>
                  </a:lnTo>
                  <a:lnTo>
                    <a:pt x="1599701" y="1711032"/>
                  </a:lnTo>
                  <a:lnTo>
                    <a:pt x="1599696" y="1711028"/>
                  </a:lnTo>
                  <a:lnTo>
                    <a:pt x="1599692" y="1711023"/>
                  </a:lnTo>
                  <a:lnTo>
                    <a:pt x="1599688" y="1711018"/>
                  </a:lnTo>
                  <a:lnTo>
                    <a:pt x="1599683" y="1711012"/>
                  </a:lnTo>
                  <a:lnTo>
                    <a:pt x="1599679" y="1711007"/>
                  </a:lnTo>
                  <a:lnTo>
                    <a:pt x="1599674" y="1711000"/>
                  </a:lnTo>
                  <a:lnTo>
                    <a:pt x="1599670" y="1710993"/>
                  </a:lnTo>
                  <a:lnTo>
                    <a:pt x="1599665" y="1710983"/>
                  </a:lnTo>
                  <a:lnTo>
                    <a:pt x="1599660" y="1710975"/>
                  </a:lnTo>
                  <a:lnTo>
                    <a:pt x="1599655" y="1710968"/>
                  </a:lnTo>
                  <a:lnTo>
                    <a:pt x="1599651" y="1710962"/>
                  </a:lnTo>
                  <a:lnTo>
                    <a:pt x="1599647" y="1710957"/>
                  </a:lnTo>
                  <a:lnTo>
                    <a:pt x="1599643" y="1710951"/>
                  </a:lnTo>
                  <a:lnTo>
                    <a:pt x="1599639" y="1710946"/>
                  </a:lnTo>
                  <a:lnTo>
                    <a:pt x="1599632" y="1710942"/>
                  </a:lnTo>
                  <a:lnTo>
                    <a:pt x="1599625" y="1710944"/>
                  </a:lnTo>
                  <a:lnTo>
                    <a:pt x="1599619" y="1710947"/>
                  </a:lnTo>
                  <a:lnTo>
                    <a:pt x="1599614" y="1710949"/>
                  </a:lnTo>
                  <a:lnTo>
                    <a:pt x="1599609" y="1710949"/>
                  </a:lnTo>
                  <a:lnTo>
                    <a:pt x="1599602" y="1710948"/>
                  </a:lnTo>
                  <a:lnTo>
                    <a:pt x="1599596" y="1710948"/>
                  </a:lnTo>
                  <a:lnTo>
                    <a:pt x="1599591" y="1710947"/>
                  </a:lnTo>
                  <a:lnTo>
                    <a:pt x="1599586" y="1710947"/>
                  </a:lnTo>
                  <a:lnTo>
                    <a:pt x="1599578" y="1710948"/>
                  </a:lnTo>
                  <a:lnTo>
                    <a:pt x="1599569" y="1710952"/>
                  </a:lnTo>
                  <a:lnTo>
                    <a:pt x="1599563" y="1710957"/>
                  </a:lnTo>
                  <a:lnTo>
                    <a:pt x="1599558" y="1710963"/>
                  </a:lnTo>
                  <a:lnTo>
                    <a:pt x="1599554" y="1710967"/>
                  </a:lnTo>
                  <a:lnTo>
                    <a:pt x="1599548" y="1710973"/>
                  </a:lnTo>
                  <a:lnTo>
                    <a:pt x="1599542" y="1710980"/>
                  </a:lnTo>
                  <a:lnTo>
                    <a:pt x="1599538" y="1710983"/>
                  </a:lnTo>
                  <a:lnTo>
                    <a:pt x="1599533" y="1710987"/>
                  </a:lnTo>
                  <a:lnTo>
                    <a:pt x="1599527" y="1710991"/>
                  </a:lnTo>
                  <a:lnTo>
                    <a:pt x="1599522" y="1710995"/>
                  </a:lnTo>
                  <a:lnTo>
                    <a:pt x="1599516" y="1711000"/>
                  </a:lnTo>
                  <a:lnTo>
                    <a:pt x="1599512" y="1711004"/>
                  </a:lnTo>
                  <a:lnTo>
                    <a:pt x="1599505" y="1711011"/>
                  </a:lnTo>
                  <a:lnTo>
                    <a:pt x="1599500" y="1711016"/>
                  </a:lnTo>
                  <a:lnTo>
                    <a:pt x="1599494" y="1711020"/>
                  </a:lnTo>
                  <a:lnTo>
                    <a:pt x="1599489" y="1711023"/>
                  </a:lnTo>
                  <a:lnTo>
                    <a:pt x="1599482" y="1711026"/>
                  </a:lnTo>
                  <a:lnTo>
                    <a:pt x="1599477" y="1711027"/>
                  </a:lnTo>
                  <a:lnTo>
                    <a:pt x="1599471" y="1711029"/>
                  </a:lnTo>
                  <a:lnTo>
                    <a:pt x="1599464" y="1711030"/>
                  </a:lnTo>
                  <a:lnTo>
                    <a:pt x="1599456" y="1711030"/>
                  </a:lnTo>
                  <a:lnTo>
                    <a:pt x="1599448" y="1711029"/>
                  </a:lnTo>
                  <a:lnTo>
                    <a:pt x="1599438" y="1711027"/>
                  </a:lnTo>
                  <a:lnTo>
                    <a:pt x="1599430" y="1711025"/>
                  </a:lnTo>
                  <a:lnTo>
                    <a:pt x="1599423" y="1711022"/>
                  </a:lnTo>
                  <a:lnTo>
                    <a:pt x="1599415" y="1711017"/>
                  </a:lnTo>
                  <a:lnTo>
                    <a:pt x="1599405" y="1711012"/>
                  </a:lnTo>
                  <a:lnTo>
                    <a:pt x="1599339" y="1711116"/>
                  </a:lnTo>
                  <a:lnTo>
                    <a:pt x="1599333" y="1711118"/>
                  </a:lnTo>
                  <a:lnTo>
                    <a:pt x="1599327" y="1711119"/>
                  </a:lnTo>
                  <a:lnTo>
                    <a:pt x="1599321" y="1711119"/>
                  </a:lnTo>
                  <a:lnTo>
                    <a:pt x="1599312" y="1711120"/>
                  </a:lnTo>
                  <a:lnTo>
                    <a:pt x="1599304" y="1711120"/>
                  </a:lnTo>
                  <a:lnTo>
                    <a:pt x="1599290" y="1711121"/>
                  </a:lnTo>
                  <a:lnTo>
                    <a:pt x="1599282" y="1711122"/>
                  </a:lnTo>
                  <a:lnTo>
                    <a:pt x="1599275" y="1711122"/>
                  </a:lnTo>
                  <a:lnTo>
                    <a:pt x="1599271" y="1711115"/>
                  </a:lnTo>
                  <a:lnTo>
                    <a:pt x="1599269" y="1711108"/>
                  </a:lnTo>
                  <a:lnTo>
                    <a:pt x="1599265" y="1711103"/>
                  </a:lnTo>
                  <a:lnTo>
                    <a:pt x="1599261" y="1711099"/>
                  </a:lnTo>
                  <a:lnTo>
                    <a:pt x="1599256" y="1711095"/>
                  </a:lnTo>
                  <a:lnTo>
                    <a:pt x="1599250" y="1711092"/>
                  </a:lnTo>
                  <a:lnTo>
                    <a:pt x="1599240" y="1711094"/>
                  </a:lnTo>
                  <a:lnTo>
                    <a:pt x="1599228" y="1711095"/>
                  </a:lnTo>
                  <a:lnTo>
                    <a:pt x="1599220" y="1711096"/>
                  </a:lnTo>
                  <a:lnTo>
                    <a:pt x="1599205" y="1711098"/>
                  </a:lnTo>
                  <a:lnTo>
                    <a:pt x="1599194" y="1711099"/>
                  </a:lnTo>
                  <a:lnTo>
                    <a:pt x="1599183" y="1711100"/>
                  </a:lnTo>
                  <a:lnTo>
                    <a:pt x="1599171" y="1711101"/>
                  </a:lnTo>
                  <a:lnTo>
                    <a:pt x="1599165" y="1711102"/>
                  </a:lnTo>
                  <a:lnTo>
                    <a:pt x="1599158" y="1711103"/>
                  </a:lnTo>
                  <a:lnTo>
                    <a:pt x="1599152" y="1711105"/>
                  </a:lnTo>
                  <a:lnTo>
                    <a:pt x="1599144" y="1711108"/>
                  </a:lnTo>
                  <a:lnTo>
                    <a:pt x="1599138" y="1711111"/>
                  </a:lnTo>
                  <a:lnTo>
                    <a:pt x="1599134" y="1711114"/>
                  </a:lnTo>
                  <a:lnTo>
                    <a:pt x="1599129" y="1711117"/>
                  </a:lnTo>
                  <a:lnTo>
                    <a:pt x="1599123" y="1711122"/>
                  </a:lnTo>
                  <a:lnTo>
                    <a:pt x="1599119" y="1711128"/>
                  </a:lnTo>
                  <a:lnTo>
                    <a:pt x="1599113" y="1711133"/>
                  </a:lnTo>
                  <a:lnTo>
                    <a:pt x="1599105" y="1711138"/>
                  </a:lnTo>
                  <a:lnTo>
                    <a:pt x="1599098" y="1711140"/>
                  </a:lnTo>
                  <a:lnTo>
                    <a:pt x="1599090" y="1711141"/>
                  </a:lnTo>
                  <a:lnTo>
                    <a:pt x="1599082" y="1711141"/>
                  </a:lnTo>
                  <a:lnTo>
                    <a:pt x="1599076" y="1711141"/>
                  </a:lnTo>
                  <a:lnTo>
                    <a:pt x="1599070" y="1711141"/>
                  </a:lnTo>
                  <a:lnTo>
                    <a:pt x="1599061" y="1711143"/>
                  </a:lnTo>
                  <a:lnTo>
                    <a:pt x="1599055" y="1711145"/>
                  </a:lnTo>
                  <a:lnTo>
                    <a:pt x="1599050" y="1711148"/>
                  </a:lnTo>
                  <a:lnTo>
                    <a:pt x="1599043" y="1711151"/>
                  </a:lnTo>
                  <a:lnTo>
                    <a:pt x="1599037" y="1711154"/>
                  </a:lnTo>
                  <a:lnTo>
                    <a:pt x="1599030" y="1711158"/>
                  </a:lnTo>
                  <a:lnTo>
                    <a:pt x="1599024" y="1711161"/>
                  </a:lnTo>
                  <a:lnTo>
                    <a:pt x="1599016" y="1711164"/>
                  </a:lnTo>
                  <a:lnTo>
                    <a:pt x="1599011" y="1711168"/>
                  </a:lnTo>
                  <a:lnTo>
                    <a:pt x="1599006" y="1711173"/>
                  </a:lnTo>
                  <a:lnTo>
                    <a:pt x="1599001" y="1711178"/>
                  </a:lnTo>
                  <a:lnTo>
                    <a:pt x="1598997" y="1711182"/>
                  </a:lnTo>
                  <a:lnTo>
                    <a:pt x="1598989" y="1711186"/>
                  </a:lnTo>
                  <a:lnTo>
                    <a:pt x="1598980" y="1711189"/>
                  </a:lnTo>
                  <a:lnTo>
                    <a:pt x="1598975" y="1711190"/>
                  </a:lnTo>
                  <a:lnTo>
                    <a:pt x="1598970" y="1711192"/>
                  </a:lnTo>
                  <a:lnTo>
                    <a:pt x="1598965" y="1711195"/>
                  </a:lnTo>
                  <a:lnTo>
                    <a:pt x="1598960" y="1711198"/>
                  </a:lnTo>
                  <a:lnTo>
                    <a:pt x="1598956" y="1711202"/>
                  </a:lnTo>
                  <a:lnTo>
                    <a:pt x="1598948" y="1711207"/>
                  </a:lnTo>
                  <a:lnTo>
                    <a:pt x="1598942" y="1711211"/>
                  </a:lnTo>
                  <a:lnTo>
                    <a:pt x="1598937" y="1711212"/>
                  </a:lnTo>
                  <a:lnTo>
                    <a:pt x="1598930" y="1711213"/>
                  </a:lnTo>
                  <a:lnTo>
                    <a:pt x="1598923" y="1711214"/>
                  </a:lnTo>
                  <a:lnTo>
                    <a:pt x="1598914" y="1711213"/>
                  </a:lnTo>
                  <a:lnTo>
                    <a:pt x="1598906" y="1711213"/>
                  </a:lnTo>
                  <a:lnTo>
                    <a:pt x="1598899" y="1711211"/>
                  </a:lnTo>
                  <a:lnTo>
                    <a:pt x="1598890" y="1711209"/>
                  </a:lnTo>
                  <a:lnTo>
                    <a:pt x="1598883" y="1711205"/>
                  </a:lnTo>
                  <a:lnTo>
                    <a:pt x="1598877" y="1711201"/>
                  </a:lnTo>
                  <a:lnTo>
                    <a:pt x="1598872" y="1711196"/>
                  </a:lnTo>
                  <a:lnTo>
                    <a:pt x="1598868" y="1711191"/>
                  </a:lnTo>
                  <a:lnTo>
                    <a:pt x="1598863" y="1711195"/>
                  </a:lnTo>
                  <a:lnTo>
                    <a:pt x="1598858" y="1711200"/>
                  </a:lnTo>
                  <a:lnTo>
                    <a:pt x="1598855" y="1711205"/>
                  </a:lnTo>
                  <a:lnTo>
                    <a:pt x="1598852" y="1711211"/>
                  </a:lnTo>
                  <a:lnTo>
                    <a:pt x="1598848" y="1711219"/>
                  </a:lnTo>
                  <a:lnTo>
                    <a:pt x="1598844" y="1711229"/>
                  </a:lnTo>
                  <a:lnTo>
                    <a:pt x="1598841" y="1711234"/>
                  </a:lnTo>
                  <a:lnTo>
                    <a:pt x="1598836" y="1711240"/>
                  </a:lnTo>
                  <a:lnTo>
                    <a:pt x="1598833" y="1711247"/>
                  </a:lnTo>
                  <a:lnTo>
                    <a:pt x="1598832" y="1711256"/>
                  </a:lnTo>
                  <a:lnTo>
                    <a:pt x="1598834" y="1711266"/>
                  </a:lnTo>
                  <a:lnTo>
                    <a:pt x="1598836" y="1711274"/>
                  </a:lnTo>
                  <a:lnTo>
                    <a:pt x="1598837" y="1711281"/>
                  </a:lnTo>
                  <a:lnTo>
                    <a:pt x="1598837" y="1711289"/>
                  </a:lnTo>
                  <a:lnTo>
                    <a:pt x="1598838" y="1711295"/>
                  </a:lnTo>
                  <a:lnTo>
                    <a:pt x="1598838" y="1711307"/>
                  </a:lnTo>
                  <a:lnTo>
                    <a:pt x="1598837" y="1711314"/>
                  </a:lnTo>
                  <a:lnTo>
                    <a:pt x="1598837" y="1711320"/>
                  </a:lnTo>
                  <a:lnTo>
                    <a:pt x="1598837" y="1711328"/>
                  </a:lnTo>
                  <a:lnTo>
                    <a:pt x="1598836" y="1711337"/>
                  </a:lnTo>
                  <a:lnTo>
                    <a:pt x="1598837" y="1711345"/>
                  </a:lnTo>
                  <a:lnTo>
                    <a:pt x="1598836" y="1711351"/>
                  </a:lnTo>
                  <a:lnTo>
                    <a:pt x="1598832" y="1711356"/>
                  </a:lnTo>
                  <a:lnTo>
                    <a:pt x="1598828" y="1711361"/>
                  </a:lnTo>
                  <a:lnTo>
                    <a:pt x="1598823" y="1711368"/>
                  </a:lnTo>
                  <a:lnTo>
                    <a:pt x="1598818" y="1711377"/>
                  </a:lnTo>
                  <a:lnTo>
                    <a:pt x="1598814" y="1711386"/>
                  </a:lnTo>
                  <a:lnTo>
                    <a:pt x="1598810" y="1711393"/>
                  </a:lnTo>
                  <a:lnTo>
                    <a:pt x="1598808" y="1711401"/>
                  </a:lnTo>
                  <a:lnTo>
                    <a:pt x="1598806" y="1711409"/>
                  </a:lnTo>
                  <a:lnTo>
                    <a:pt x="1598804" y="1711420"/>
                  </a:lnTo>
                  <a:lnTo>
                    <a:pt x="1598802" y="1711427"/>
                  </a:lnTo>
                  <a:lnTo>
                    <a:pt x="1598801" y="1711433"/>
                  </a:lnTo>
                  <a:lnTo>
                    <a:pt x="1598797" y="1711436"/>
                  </a:lnTo>
                  <a:lnTo>
                    <a:pt x="1598792" y="1711438"/>
                  </a:lnTo>
                  <a:lnTo>
                    <a:pt x="1598786" y="1711439"/>
                  </a:lnTo>
                  <a:lnTo>
                    <a:pt x="1598781" y="1711439"/>
                  </a:lnTo>
                  <a:lnTo>
                    <a:pt x="1598772" y="1711440"/>
                  </a:lnTo>
                  <a:lnTo>
                    <a:pt x="1598766" y="1711443"/>
                  </a:lnTo>
                  <a:lnTo>
                    <a:pt x="1598759" y="1711448"/>
                  </a:lnTo>
                  <a:lnTo>
                    <a:pt x="1598752" y="1711454"/>
                  </a:lnTo>
                  <a:lnTo>
                    <a:pt x="1598746" y="1711460"/>
                  </a:lnTo>
                  <a:lnTo>
                    <a:pt x="1598742" y="1711465"/>
                  </a:lnTo>
                  <a:lnTo>
                    <a:pt x="1598736" y="1711471"/>
                  </a:lnTo>
                  <a:lnTo>
                    <a:pt x="1598730" y="1711472"/>
                  </a:lnTo>
                  <a:lnTo>
                    <a:pt x="1598725" y="1711471"/>
                  </a:lnTo>
                  <a:lnTo>
                    <a:pt x="1598720" y="1711468"/>
                  </a:lnTo>
                  <a:lnTo>
                    <a:pt x="1598714" y="1711464"/>
                  </a:lnTo>
                  <a:lnTo>
                    <a:pt x="1598708" y="1711460"/>
                  </a:lnTo>
                  <a:lnTo>
                    <a:pt x="1598703" y="1711457"/>
                  </a:lnTo>
                  <a:lnTo>
                    <a:pt x="1598695" y="1711454"/>
                  </a:lnTo>
                  <a:lnTo>
                    <a:pt x="1598685" y="1711451"/>
                  </a:lnTo>
                  <a:lnTo>
                    <a:pt x="1598674" y="1711448"/>
                  </a:lnTo>
                  <a:lnTo>
                    <a:pt x="1598665" y="1711445"/>
                  </a:lnTo>
                  <a:lnTo>
                    <a:pt x="1598657" y="1711442"/>
                  </a:lnTo>
                  <a:lnTo>
                    <a:pt x="1598652" y="1711440"/>
                  </a:lnTo>
                  <a:lnTo>
                    <a:pt x="1598646" y="1711437"/>
                  </a:lnTo>
                  <a:lnTo>
                    <a:pt x="1598640" y="1711432"/>
                  </a:lnTo>
                  <a:lnTo>
                    <a:pt x="1598636" y="1711428"/>
                  </a:lnTo>
                  <a:lnTo>
                    <a:pt x="1598630" y="1711422"/>
                  </a:lnTo>
                  <a:lnTo>
                    <a:pt x="1598612" y="1711426"/>
                  </a:lnTo>
                  <a:lnTo>
                    <a:pt x="1598600" y="1711433"/>
                  </a:lnTo>
                  <a:lnTo>
                    <a:pt x="1598590" y="1711444"/>
                  </a:lnTo>
                  <a:lnTo>
                    <a:pt x="1598583" y="1711449"/>
                  </a:lnTo>
                  <a:lnTo>
                    <a:pt x="1598571" y="1711458"/>
                  </a:lnTo>
                  <a:lnTo>
                    <a:pt x="1598561" y="1711470"/>
                  </a:lnTo>
                  <a:lnTo>
                    <a:pt x="1598554" y="1711473"/>
                  </a:lnTo>
                  <a:lnTo>
                    <a:pt x="1598538" y="1711485"/>
                  </a:lnTo>
                  <a:lnTo>
                    <a:pt x="1598538" y="1711491"/>
                  </a:lnTo>
                  <a:lnTo>
                    <a:pt x="1598538" y="1711501"/>
                  </a:lnTo>
                  <a:lnTo>
                    <a:pt x="1598537" y="1711514"/>
                  </a:lnTo>
                  <a:lnTo>
                    <a:pt x="1598532" y="1711525"/>
                  </a:lnTo>
                  <a:lnTo>
                    <a:pt x="1598524" y="1711535"/>
                  </a:lnTo>
                  <a:lnTo>
                    <a:pt x="1598518" y="1711544"/>
                  </a:lnTo>
                  <a:lnTo>
                    <a:pt x="1598514" y="1711549"/>
                  </a:lnTo>
                  <a:lnTo>
                    <a:pt x="1598501" y="1711567"/>
                  </a:lnTo>
                  <a:lnTo>
                    <a:pt x="1598474" y="1711590"/>
                  </a:lnTo>
                  <a:lnTo>
                    <a:pt x="1598453" y="1711606"/>
                  </a:lnTo>
                  <a:lnTo>
                    <a:pt x="1598436" y="1711613"/>
                  </a:lnTo>
                  <a:lnTo>
                    <a:pt x="1598419" y="1711625"/>
                  </a:lnTo>
                  <a:lnTo>
                    <a:pt x="1598412" y="1711632"/>
                  </a:lnTo>
                  <a:lnTo>
                    <a:pt x="1598398" y="1711652"/>
                  </a:lnTo>
                  <a:lnTo>
                    <a:pt x="1598396" y="1711664"/>
                  </a:lnTo>
                  <a:lnTo>
                    <a:pt x="1598406" y="1711684"/>
                  </a:lnTo>
                  <a:lnTo>
                    <a:pt x="1598397" y="1711695"/>
                  </a:lnTo>
                  <a:lnTo>
                    <a:pt x="1598388" y="1711707"/>
                  </a:lnTo>
                  <a:lnTo>
                    <a:pt x="1598390" y="1711718"/>
                  </a:lnTo>
                  <a:lnTo>
                    <a:pt x="1598392" y="1711729"/>
                  </a:lnTo>
                  <a:lnTo>
                    <a:pt x="1598393" y="1711743"/>
                  </a:lnTo>
                  <a:lnTo>
                    <a:pt x="1598407" y="1711763"/>
                  </a:lnTo>
                  <a:lnTo>
                    <a:pt x="1598404" y="1711780"/>
                  </a:lnTo>
                  <a:lnTo>
                    <a:pt x="1598407" y="1711794"/>
                  </a:lnTo>
                  <a:lnTo>
                    <a:pt x="1598404" y="1711807"/>
                  </a:lnTo>
                  <a:lnTo>
                    <a:pt x="1598392" y="1711811"/>
                  </a:lnTo>
                  <a:lnTo>
                    <a:pt x="1598384" y="1711815"/>
                  </a:lnTo>
                  <a:lnTo>
                    <a:pt x="1598379" y="1711820"/>
                  </a:lnTo>
                  <a:lnTo>
                    <a:pt x="1598372" y="1711829"/>
                  </a:lnTo>
                  <a:lnTo>
                    <a:pt x="1598367" y="1711836"/>
                  </a:lnTo>
                  <a:lnTo>
                    <a:pt x="1598355" y="1711825"/>
                  </a:lnTo>
                  <a:lnTo>
                    <a:pt x="1598344" y="1711818"/>
                  </a:lnTo>
                  <a:lnTo>
                    <a:pt x="1598327" y="1711808"/>
                  </a:lnTo>
                  <a:lnTo>
                    <a:pt x="1598311" y="1711802"/>
                  </a:lnTo>
                  <a:lnTo>
                    <a:pt x="1598299" y="1711801"/>
                  </a:lnTo>
                  <a:lnTo>
                    <a:pt x="1598286" y="1711806"/>
                  </a:lnTo>
                  <a:lnTo>
                    <a:pt x="1598274" y="1711814"/>
                  </a:lnTo>
                  <a:lnTo>
                    <a:pt x="1598262" y="1711827"/>
                  </a:lnTo>
                  <a:lnTo>
                    <a:pt x="1598250" y="1711837"/>
                  </a:lnTo>
                  <a:lnTo>
                    <a:pt x="1598244" y="1711842"/>
                  </a:lnTo>
                  <a:lnTo>
                    <a:pt x="1598230" y="1711853"/>
                  </a:lnTo>
                  <a:lnTo>
                    <a:pt x="1598218" y="1711864"/>
                  </a:lnTo>
                  <a:lnTo>
                    <a:pt x="1598197" y="1711879"/>
                  </a:lnTo>
                  <a:lnTo>
                    <a:pt x="1598181" y="1711897"/>
                  </a:lnTo>
                  <a:lnTo>
                    <a:pt x="1598180" y="1711915"/>
                  </a:lnTo>
                  <a:lnTo>
                    <a:pt x="1598186" y="1711932"/>
                  </a:lnTo>
                  <a:lnTo>
                    <a:pt x="1598187" y="1711961"/>
                  </a:lnTo>
                  <a:lnTo>
                    <a:pt x="1598185" y="1711986"/>
                  </a:lnTo>
                  <a:lnTo>
                    <a:pt x="1598178" y="1712021"/>
                  </a:lnTo>
                  <a:lnTo>
                    <a:pt x="1598178" y="1712029"/>
                  </a:lnTo>
                  <a:lnTo>
                    <a:pt x="1598182" y="1712037"/>
                  </a:lnTo>
                  <a:lnTo>
                    <a:pt x="1598191" y="1712048"/>
                  </a:lnTo>
                  <a:lnTo>
                    <a:pt x="1598200" y="1712088"/>
                  </a:lnTo>
                  <a:lnTo>
                    <a:pt x="1598199" y="1712111"/>
                  </a:lnTo>
                  <a:lnTo>
                    <a:pt x="1598192" y="1712127"/>
                  </a:lnTo>
                  <a:lnTo>
                    <a:pt x="1598178" y="1712141"/>
                  </a:lnTo>
                  <a:lnTo>
                    <a:pt x="1598164" y="1712171"/>
                  </a:lnTo>
                  <a:lnTo>
                    <a:pt x="1598161" y="1712191"/>
                  </a:lnTo>
                  <a:lnTo>
                    <a:pt x="1598170" y="1712216"/>
                  </a:lnTo>
                  <a:lnTo>
                    <a:pt x="1598175" y="1712237"/>
                  </a:lnTo>
                  <a:lnTo>
                    <a:pt x="1598154" y="1712248"/>
                  </a:lnTo>
                  <a:lnTo>
                    <a:pt x="1598132" y="1712282"/>
                  </a:lnTo>
                  <a:lnTo>
                    <a:pt x="1598129" y="1712287"/>
                  </a:lnTo>
                  <a:lnTo>
                    <a:pt x="1598122" y="1712300"/>
                  </a:lnTo>
                  <a:lnTo>
                    <a:pt x="1598128" y="1712324"/>
                  </a:lnTo>
                  <a:lnTo>
                    <a:pt x="1598129" y="1712340"/>
                  </a:lnTo>
                  <a:lnTo>
                    <a:pt x="1598114" y="1712372"/>
                  </a:lnTo>
                  <a:lnTo>
                    <a:pt x="1598109" y="1712392"/>
                  </a:lnTo>
                  <a:lnTo>
                    <a:pt x="1598110" y="1712417"/>
                  </a:lnTo>
                  <a:lnTo>
                    <a:pt x="1598125" y="1712434"/>
                  </a:lnTo>
                  <a:lnTo>
                    <a:pt x="1598136" y="1712452"/>
                  </a:lnTo>
                  <a:lnTo>
                    <a:pt x="1598140" y="1712473"/>
                  </a:lnTo>
                  <a:lnTo>
                    <a:pt x="1598143" y="1712491"/>
                  </a:lnTo>
                  <a:lnTo>
                    <a:pt x="1598123" y="1712494"/>
                  </a:lnTo>
                  <a:lnTo>
                    <a:pt x="1598107" y="1712500"/>
                  </a:lnTo>
                  <a:lnTo>
                    <a:pt x="1598087" y="1712512"/>
                  </a:lnTo>
                  <a:lnTo>
                    <a:pt x="1598080" y="1712515"/>
                  </a:lnTo>
                  <a:lnTo>
                    <a:pt x="1598073" y="1712521"/>
                  </a:lnTo>
                  <a:lnTo>
                    <a:pt x="1598068" y="1712528"/>
                  </a:lnTo>
                  <a:lnTo>
                    <a:pt x="1598064" y="1712535"/>
                  </a:lnTo>
                  <a:lnTo>
                    <a:pt x="1598061" y="1712545"/>
                  </a:lnTo>
                  <a:lnTo>
                    <a:pt x="1598054" y="1712551"/>
                  </a:lnTo>
                  <a:lnTo>
                    <a:pt x="1598046" y="1712548"/>
                  </a:lnTo>
                  <a:lnTo>
                    <a:pt x="1598040" y="1712542"/>
                  </a:lnTo>
                  <a:lnTo>
                    <a:pt x="1598034" y="1712537"/>
                  </a:lnTo>
                  <a:lnTo>
                    <a:pt x="1598029" y="1712532"/>
                  </a:lnTo>
                  <a:lnTo>
                    <a:pt x="1598025" y="1712528"/>
                  </a:lnTo>
                  <a:lnTo>
                    <a:pt x="1598020" y="1712521"/>
                  </a:lnTo>
                  <a:lnTo>
                    <a:pt x="1598014" y="1712513"/>
                  </a:lnTo>
                  <a:lnTo>
                    <a:pt x="1598008" y="1712506"/>
                  </a:lnTo>
                  <a:lnTo>
                    <a:pt x="1598003" y="1712501"/>
                  </a:lnTo>
                  <a:lnTo>
                    <a:pt x="1597998" y="1712497"/>
                  </a:lnTo>
                  <a:lnTo>
                    <a:pt x="1597993" y="1712493"/>
                  </a:lnTo>
                  <a:lnTo>
                    <a:pt x="1597985" y="1712490"/>
                  </a:lnTo>
                  <a:lnTo>
                    <a:pt x="1597978" y="1712487"/>
                  </a:lnTo>
                  <a:lnTo>
                    <a:pt x="1597970" y="1712486"/>
                  </a:lnTo>
                  <a:lnTo>
                    <a:pt x="1597961" y="1712485"/>
                  </a:lnTo>
                  <a:lnTo>
                    <a:pt x="1597954" y="1712484"/>
                  </a:lnTo>
                  <a:lnTo>
                    <a:pt x="1597947" y="1712485"/>
                  </a:lnTo>
                  <a:lnTo>
                    <a:pt x="1597940" y="1712488"/>
                  </a:lnTo>
                  <a:lnTo>
                    <a:pt x="1597933" y="1712490"/>
                  </a:lnTo>
                  <a:lnTo>
                    <a:pt x="1597928" y="1712492"/>
                  </a:lnTo>
                  <a:lnTo>
                    <a:pt x="1597917" y="1712495"/>
                  </a:lnTo>
                  <a:lnTo>
                    <a:pt x="1597908" y="1712498"/>
                  </a:lnTo>
                  <a:lnTo>
                    <a:pt x="1597901" y="1712501"/>
                  </a:lnTo>
                  <a:lnTo>
                    <a:pt x="1597894" y="1712503"/>
                  </a:lnTo>
                  <a:lnTo>
                    <a:pt x="1597886" y="1712506"/>
                  </a:lnTo>
                  <a:lnTo>
                    <a:pt x="1597880" y="1712507"/>
                  </a:lnTo>
                  <a:lnTo>
                    <a:pt x="1597872" y="1712508"/>
                  </a:lnTo>
                  <a:lnTo>
                    <a:pt x="1597866" y="1712508"/>
                  </a:lnTo>
                  <a:lnTo>
                    <a:pt x="1597860" y="1712507"/>
                  </a:lnTo>
                  <a:lnTo>
                    <a:pt x="1597853" y="1712506"/>
                  </a:lnTo>
                  <a:lnTo>
                    <a:pt x="1597845" y="1712504"/>
                  </a:lnTo>
                  <a:lnTo>
                    <a:pt x="1597837" y="1712503"/>
                  </a:lnTo>
                  <a:lnTo>
                    <a:pt x="1597829" y="1712502"/>
                  </a:lnTo>
                  <a:lnTo>
                    <a:pt x="1597824" y="1712501"/>
                  </a:lnTo>
                  <a:lnTo>
                    <a:pt x="1597818" y="1712501"/>
                  </a:lnTo>
                  <a:lnTo>
                    <a:pt x="1597812" y="1712501"/>
                  </a:lnTo>
                  <a:lnTo>
                    <a:pt x="1597805" y="1712501"/>
                  </a:lnTo>
                  <a:lnTo>
                    <a:pt x="1597798" y="1712502"/>
                  </a:lnTo>
                  <a:lnTo>
                    <a:pt x="1597789" y="1712505"/>
                  </a:lnTo>
                  <a:lnTo>
                    <a:pt x="1597783" y="1712509"/>
                  </a:lnTo>
                  <a:lnTo>
                    <a:pt x="1597780" y="1712514"/>
                  </a:lnTo>
                  <a:lnTo>
                    <a:pt x="1597776" y="1712519"/>
                  </a:lnTo>
                  <a:lnTo>
                    <a:pt x="1597771" y="1712525"/>
                  </a:lnTo>
                  <a:lnTo>
                    <a:pt x="1597765" y="1712531"/>
                  </a:lnTo>
                  <a:lnTo>
                    <a:pt x="1597759" y="1712534"/>
                  </a:lnTo>
                  <a:lnTo>
                    <a:pt x="1597754" y="1712532"/>
                  </a:lnTo>
                  <a:lnTo>
                    <a:pt x="1597745" y="1712528"/>
                  </a:lnTo>
                  <a:lnTo>
                    <a:pt x="1597737" y="1712525"/>
                  </a:lnTo>
                  <a:lnTo>
                    <a:pt x="1597729" y="1712522"/>
                  </a:lnTo>
                  <a:lnTo>
                    <a:pt x="1597721" y="1712519"/>
                  </a:lnTo>
                  <a:lnTo>
                    <a:pt x="1597712" y="1712516"/>
                  </a:lnTo>
                  <a:lnTo>
                    <a:pt x="1597703" y="1712512"/>
                  </a:lnTo>
                  <a:lnTo>
                    <a:pt x="1597697" y="1712510"/>
                  </a:lnTo>
                  <a:lnTo>
                    <a:pt x="1597692" y="1712507"/>
                  </a:lnTo>
                  <a:lnTo>
                    <a:pt x="1597687" y="1712504"/>
                  </a:lnTo>
                  <a:lnTo>
                    <a:pt x="1597681" y="1712500"/>
                  </a:lnTo>
                  <a:lnTo>
                    <a:pt x="1597674" y="1712494"/>
                  </a:lnTo>
                  <a:lnTo>
                    <a:pt x="1597669" y="1712489"/>
                  </a:lnTo>
                  <a:lnTo>
                    <a:pt x="1597665" y="1712484"/>
                  </a:lnTo>
                  <a:lnTo>
                    <a:pt x="1597659" y="1712476"/>
                  </a:lnTo>
                  <a:lnTo>
                    <a:pt x="1597653" y="1712470"/>
                  </a:lnTo>
                  <a:lnTo>
                    <a:pt x="1597650" y="1712465"/>
                  </a:lnTo>
                  <a:lnTo>
                    <a:pt x="1597645" y="1712460"/>
                  </a:lnTo>
                  <a:lnTo>
                    <a:pt x="1597641" y="1712455"/>
                  </a:lnTo>
                  <a:lnTo>
                    <a:pt x="1597634" y="1712445"/>
                  </a:lnTo>
                  <a:lnTo>
                    <a:pt x="1597629" y="1712439"/>
                  </a:lnTo>
                  <a:lnTo>
                    <a:pt x="1597626" y="1712435"/>
                  </a:lnTo>
                  <a:lnTo>
                    <a:pt x="1597623" y="1712430"/>
                  </a:lnTo>
                  <a:lnTo>
                    <a:pt x="1597620" y="1712423"/>
                  </a:lnTo>
                  <a:lnTo>
                    <a:pt x="1597617" y="1712415"/>
                  </a:lnTo>
                  <a:lnTo>
                    <a:pt x="1597613" y="1712408"/>
                  </a:lnTo>
                  <a:lnTo>
                    <a:pt x="1597608" y="1712401"/>
                  </a:lnTo>
                  <a:lnTo>
                    <a:pt x="1597604" y="1712397"/>
                  </a:lnTo>
                  <a:lnTo>
                    <a:pt x="1597598" y="1712394"/>
                  </a:lnTo>
                  <a:lnTo>
                    <a:pt x="1597593" y="1712391"/>
                  </a:lnTo>
                  <a:lnTo>
                    <a:pt x="1597586" y="1712390"/>
                  </a:lnTo>
                  <a:lnTo>
                    <a:pt x="1597578" y="1712390"/>
                  </a:lnTo>
                  <a:lnTo>
                    <a:pt x="1597568" y="1712391"/>
                  </a:lnTo>
                  <a:lnTo>
                    <a:pt x="1597558" y="1712393"/>
                  </a:lnTo>
                  <a:lnTo>
                    <a:pt x="1597552" y="1712396"/>
                  </a:lnTo>
                  <a:lnTo>
                    <a:pt x="1597544" y="1712398"/>
                  </a:lnTo>
                  <a:lnTo>
                    <a:pt x="1597535" y="1712401"/>
                  </a:lnTo>
                  <a:lnTo>
                    <a:pt x="1597528" y="1712402"/>
                  </a:lnTo>
                  <a:lnTo>
                    <a:pt x="1597522" y="1712403"/>
                  </a:lnTo>
                  <a:lnTo>
                    <a:pt x="1597514" y="1712405"/>
                  </a:lnTo>
                  <a:lnTo>
                    <a:pt x="1597503" y="1712406"/>
                  </a:lnTo>
                  <a:lnTo>
                    <a:pt x="1597492" y="1712408"/>
                  </a:lnTo>
                  <a:lnTo>
                    <a:pt x="1597482" y="1712411"/>
                  </a:lnTo>
                  <a:lnTo>
                    <a:pt x="1597476" y="1712412"/>
                  </a:lnTo>
                  <a:lnTo>
                    <a:pt x="1597469" y="1712413"/>
                  </a:lnTo>
                  <a:lnTo>
                    <a:pt x="1597462" y="1712414"/>
                  </a:lnTo>
                  <a:lnTo>
                    <a:pt x="1597455" y="1712414"/>
                  </a:lnTo>
                  <a:lnTo>
                    <a:pt x="1597448" y="1712414"/>
                  </a:lnTo>
                  <a:lnTo>
                    <a:pt x="1597442" y="1712414"/>
                  </a:lnTo>
                  <a:lnTo>
                    <a:pt x="1597436" y="1712421"/>
                  </a:lnTo>
                  <a:lnTo>
                    <a:pt x="1597431" y="1712428"/>
                  </a:lnTo>
                  <a:lnTo>
                    <a:pt x="1597422" y="1712436"/>
                  </a:lnTo>
                  <a:lnTo>
                    <a:pt x="1597405" y="1712437"/>
                  </a:lnTo>
                  <a:lnTo>
                    <a:pt x="1597389" y="1712430"/>
                  </a:lnTo>
                  <a:lnTo>
                    <a:pt x="1597372" y="1712422"/>
                  </a:lnTo>
                  <a:lnTo>
                    <a:pt x="1597354" y="1712407"/>
                  </a:lnTo>
                  <a:lnTo>
                    <a:pt x="1597327" y="1712390"/>
                  </a:lnTo>
                  <a:lnTo>
                    <a:pt x="1597308" y="1712377"/>
                  </a:lnTo>
                  <a:lnTo>
                    <a:pt x="1597282" y="1712365"/>
                  </a:lnTo>
                  <a:lnTo>
                    <a:pt x="1597266" y="1712356"/>
                  </a:lnTo>
                  <a:lnTo>
                    <a:pt x="1597245" y="1712349"/>
                  </a:lnTo>
                  <a:lnTo>
                    <a:pt x="1597210" y="1712361"/>
                  </a:lnTo>
                  <a:lnTo>
                    <a:pt x="1597194" y="1712369"/>
                  </a:lnTo>
                  <a:lnTo>
                    <a:pt x="1597173" y="1712381"/>
                  </a:lnTo>
                  <a:lnTo>
                    <a:pt x="1597153" y="1712398"/>
                  </a:lnTo>
                  <a:lnTo>
                    <a:pt x="1597142" y="1712401"/>
                  </a:lnTo>
                  <a:lnTo>
                    <a:pt x="1597128" y="1712406"/>
                  </a:lnTo>
                  <a:lnTo>
                    <a:pt x="1597115" y="1712403"/>
                  </a:lnTo>
                  <a:lnTo>
                    <a:pt x="1597085" y="1712380"/>
                  </a:lnTo>
                  <a:lnTo>
                    <a:pt x="1597074" y="1712376"/>
                  </a:lnTo>
                  <a:lnTo>
                    <a:pt x="1597060" y="1712372"/>
                  </a:lnTo>
                  <a:lnTo>
                    <a:pt x="1597047" y="1712369"/>
                  </a:lnTo>
                  <a:lnTo>
                    <a:pt x="1597026" y="1712371"/>
                  </a:lnTo>
                  <a:lnTo>
                    <a:pt x="1597019" y="1712371"/>
                  </a:lnTo>
                  <a:lnTo>
                    <a:pt x="1597008" y="1712371"/>
                  </a:lnTo>
                  <a:lnTo>
                    <a:pt x="1596987" y="1712363"/>
                  </a:lnTo>
                  <a:lnTo>
                    <a:pt x="1596966" y="1712358"/>
                  </a:lnTo>
                  <a:lnTo>
                    <a:pt x="1596944" y="1712345"/>
                  </a:lnTo>
                  <a:lnTo>
                    <a:pt x="1596921" y="1712342"/>
                  </a:lnTo>
                  <a:lnTo>
                    <a:pt x="1596904" y="1712345"/>
                  </a:lnTo>
                  <a:lnTo>
                    <a:pt x="1596887" y="1712349"/>
                  </a:lnTo>
                  <a:lnTo>
                    <a:pt x="1596864" y="1712362"/>
                  </a:lnTo>
                  <a:lnTo>
                    <a:pt x="1596839" y="1712360"/>
                  </a:lnTo>
                  <a:lnTo>
                    <a:pt x="1596833" y="1712358"/>
                  </a:lnTo>
                  <a:lnTo>
                    <a:pt x="1596828" y="1712356"/>
                  </a:lnTo>
                  <a:lnTo>
                    <a:pt x="1596812" y="1712344"/>
                  </a:lnTo>
                  <a:lnTo>
                    <a:pt x="1596800" y="1712336"/>
                  </a:lnTo>
                  <a:lnTo>
                    <a:pt x="1596779" y="1712325"/>
                  </a:lnTo>
                  <a:lnTo>
                    <a:pt x="1596745" y="1712311"/>
                  </a:lnTo>
                  <a:lnTo>
                    <a:pt x="1596732" y="1712299"/>
                  </a:lnTo>
                  <a:lnTo>
                    <a:pt x="1596718" y="1712287"/>
                  </a:lnTo>
                  <a:lnTo>
                    <a:pt x="1596697" y="1712270"/>
                  </a:lnTo>
                  <a:lnTo>
                    <a:pt x="1596683" y="1712263"/>
                  </a:lnTo>
                  <a:lnTo>
                    <a:pt x="1596661" y="1712257"/>
                  </a:lnTo>
                  <a:lnTo>
                    <a:pt x="1596635" y="1712245"/>
                  </a:lnTo>
                  <a:lnTo>
                    <a:pt x="1596622" y="1712235"/>
                  </a:lnTo>
                  <a:lnTo>
                    <a:pt x="1596608" y="1712217"/>
                  </a:lnTo>
                  <a:lnTo>
                    <a:pt x="1596523" y="1712094"/>
                  </a:lnTo>
                  <a:lnTo>
                    <a:pt x="1596519" y="1712089"/>
                  </a:lnTo>
                  <a:lnTo>
                    <a:pt x="1596455" y="1712051"/>
                  </a:lnTo>
                  <a:lnTo>
                    <a:pt x="1596446" y="1712046"/>
                  </a:lnTo>
                  <a:lnTo>
                    <a:pt x="1596441" y="1712043"/>
                  </a:lnTo>
                  <a:lnTo>
                    <a:pt x="1596436" y="1712040"/>
                  </a:lnTo>
                  <a:lnTo>
                    <a:pt x="1596430" y="1712037"/>
                  </a:lnTo>
                  <a:lnTo>
                    <a:pt x="1596425" y="1712034"/>
                  </a:lnTo>
                  <a:lnTo>
                    <a:pt x="1596420" y="1712033"/>
                  </a:lnTo>
                  <a:lnTo>
                    <a:pt x="1596414" y="1712033"/>
                  </a:lnTo>
                  <a:lnTo>
                    <a:pt x="1596406" y="1712033"/>
                  </a:lnTo>
                  <a:lnTo>
                    <a:pt x="1596398" y="1712033"/>
                  </a:lnTo>
                  <a:lnTo>
                    <a:pt x="1596391" y="1712034"/>
                  </a:lnTo>
                  <a:lnTo>
                    <a:pt x="1596384" y="1712036"/>
                  </a:lnTo>
                  <a:lnTo>
                    <a:pt x="1596375" y="1712039"/>
                  </a:lnTo>
                  <a:lnTo>
                    <a:pt x="1596368" y="1712041"/>
                  </a:lnTo>
                  <a:lnTo>
                    <a:pt x="1596363" y="1712043"/>
                  </a:lnTo>
                  <a:lnTo>
                    <a:pt x="1596355" y="1712044"/>
                  </a:lnTo>
                  <a:lnTo>
                    <a:pt x="1596347" y="1712044"/>
                  </a:lnTo>
                  <a:lnTo>
                    <a:pt x="1596340" y="1712044"/>
                  </a:lnTo>
                  <a:lnTo>
                    <a:pt x="1596332" y="1712041"/>
                  </a:lnTo>
                  <a:lnTo>
                    <a:pt x="1596326" y="1712036"/>
                  </a:lnTo>
                  <a:lnTo>
                    <a:pt x="1596320" y="1712032"/>
                  </a:lnTo>
                  <a:lnTo>
                    <a:pt x="1596312" y="1712029"/>
                  </a:lnTo>
                  <a:lnTo>
                    <a:pt x="1596303" y="1712027"/>
                  </a:lnTo>
                  <a:lnTo>
                    <a:pt x="1596294" y="1712026"/>
                  </a:lnTo>
                  <a:lnTo>
                    <a:pt x="1596288" y="1712025"/>
                  </a:lnTo>
                  <a:lnTo>
                    <a:pt x="1596282" y="1712024"/>
                  </a:lnTo>
                  <a:lnTo>
                    <a:pt x="1596276" y="1712022"/>
                  </a:lnTo>
                  <a:lnTo>
                    <a:pt x="1596191" y="1711987"/>
                  </a:lnTo>
                  <a:lnTo>
                    <a:pt x="1596184" y="1711985"/>
                  </a:lnTo>
                  <a:lnTo>
                    <a:pt x="1596173" y="1711983"/>
                  </a:lnTo>
                  <a:lnTo>
                    <a:pt x="1596165" y="1711980"/>
                  </a:lnTo>
                  <a:lnTo>
                    <a:pt x="1596156" y="1711977"/>
                  </a:lnTo>
                  <a:lnTo>
                    <a:pt x="1596149" y="1711975"/>
                  </a:lnTo>
                  <a:lnTo>
                    <a:pt x="1596144" y="1711971"/>
                  </a:lnTo>
                  <a:lnTo>
                    <a:pt x="1596138" y="1711967"/>
                  </a:lnTo>
                  <a:lnTo>
                    <a:pt x="1596134" y="1711963"/>
                  </a:lnTo>
                  <a:lnTo>
                    <a:pt x="1596129" y="1711959"/>
                  </a:lnTo>
                  <a:lnTo>
                    <a:pt x="1596124" y="1711955"/>
                  </a:lnTo>
                  <a:lnTo>
                    <a:pt x="1596120" y="1711951"/>
                  </a:lnTo>
                  <a:lnTo>
                    <a:pt x="1596115" y="1711947"/>
                  </a:lnTo>
                  <a:lnTo>
                    <a:pt x="1596108" y="1711944"/>
                  </a:lnTo>
                  <a:lnTo>
                    <a:pt x="1596099" y="1711939"/>
                  </a:lnTo>
                  <a:lnTo>
                    <a:pt x="1596094" y="1711934"/>
                  </a:lnTo>
                  <a:lnTo>
                    <a:pt x="1596090" y="1711930"/>
                  </a:lnTo>
                  <a:lnTo>
                    <a:pt x="1596086" y="1711925"/>
                  </a:lnTo>
                  <a:lnTo>
                    <a:pt x="1596082" y="1711919"/>
                  </a:lnTo>
                  <a:lnTo>
                    <a:pt x="1596078" y="1711914"/>
                  </a:lnTo>
                  <a:lnTo>
                    <a:pt x="1596075" y="1711909"/>
                  </a:lnTo>
                  <a:lnTo>
                    <a:pt x="1596071" y="1711904"/>
                  </a:lnTo>
                  <a:lnTo>
                    <a:pt x="1596068" y="1711899"/>
                  </a:lnTo>
                  <a:lnTo>
                    <a:pt x="1596063" y="1711892"/>
                  </a:lnTo>
                  <a:lnTo>
                    <a:pt x="1596058" y="1711884"/>
                  </a:lnTo>
                  <a:lnTo>
                    <a:pt x="1596054" y="1711879"/>
                  </a:lnTo>
                  <a:lnTo>
                    <a:pt x="1596049" y="1711875"/>
                  </a:lnTo>
                  <a:lnTo>
                    <a:pt x="1596045" y="1711872"/>
                  </a:lnTo>
                  <a:lnTo>
                    <a:pt x="1596039" y="1711868"/>
                  </a:lnTo>
                  <a:lnTo>
                    <a:pt x="1596034" y="1711865"/>
                  </a:lnTo>
                  <a:lnTo>
                    <a:pt x="1596029" y="1711862"/>
                  </a:lnTo>
                  <a:lnTo>
                    <a:pt x="1596025" y="1711857"/>
                  </a:lnTo>
                  <a:lnTo>
                    <a:pt x="1596021" y="1711851"/>
                  </a:lnTo>
                  <a:lnTo>
                    <a:pt x="1596018" y="1711845"/>
                  </a:lnTo>
                  <a:lnTo>
                    <a:pt x="1596016" y="1711840"/>
                  </a:lnTo>
                  <a:lnTo>
                    <a:pt x="1596013" y="1711834"/>
                  </a:lnTo>
                  <a:lnTo>
                    <a:pt x="1596008" y="1711828"/>
                  </a:lnTo>
                  <a:lnTo>
                    <a:pt x="1596003" y="1711822"/>
                  </a:lnTo>
                  <a:lnTo>
                    <a:pt x="1595995" y="1711818"/>
                  </a:lnTo>
                  <a:lnTo>
                    <a:pt x="1595988" y="1711816"/>
                  </a:lnTo>
                  <a:lnTo>
                    <a:pt x="1595982" y="1711815"/>
                  </a:lnTo>
                  <a:lnTo>
                    <a:pt x="1595976" y="1711815"/>
                  </a:lnTo>
                  <a:lnTo>
                    <a:pt x="1595970" y="1711814"/>
                  </a:lnTo>
                  <a:lnTo>
                    <a:pt x="1595965" y="1711813"/>
                  </a:lnTo>
                  <a:lnTo>
                    <a:pt x="1595958" y="1711811"/>
                  </a:lnTo>
                  <a:lnTo>
                    <a:pt x="1595954" y="1711807"/>
                  </a:lnTo>
                  <a:lnTo>
                    <a:pt x="1595951" y="1711801"/>
                  </a:lnTo>
                  <a:lnTo>
                    <a:pt x="1595950" y="1711793"/>
                  </a:lnTo>
                  <a:lnTo>
                    <a:pt x="1595948" y="1711786"/>
                  </a:lnTo>
                  <a:lnTo>
                    <a:pt x="1595945" y="1711779"/>
                  </a:lnTo>
                  <a:lnTo>
                    <a:pt x="1595944" y="1711773"/>
                  </a:lnTo>
                  <a:lnTo>
                    <a:pt x="1595941" y="1711766"/>
                  </a:lnTo>
                  <a:lnTo>
                    <a:pt x="1595938" y="1711760"/>
                  </a:lnTo>
                  <a:lnTo>
                    <a:pt x="1595933" y="1711756"/>
                  </a:lnTo>
                  <a:lnTo>
                    <a:pt x="1595925" y="1711754"/>
                  </a:lnTo>
                  <a:lnTo>
                    <a:pt x="1595920" y="1711754"/>
                  </a:lnTo>
                  <a:lnTo>
                    <a:pt x="1595914" y="1711754"/>
                  </a:lnTo>
                  <a:lnTo>
                    <a:pt x="1595908" y="1711753"/>
                  </a:lnTo>
                  <a:lnTo>
                    <a:pt x="1595903" y="1711752"/>
                  </a:lnTo>
                  <a:lnTo>
                    <a:pt x="1595897" y="1711751"/>
                  </a:lnTo>
                  <a:lnTo>
                    <a:pt x="1595892" y="1711750"/>
                  </a:lnTo>
                  <a:lnTo>
                    <a:pt x="1595887" y="1711749"/>
                  </a:lnTo>
                  <a:lnTo>
                    <a:pt x="1595879" y="1711747"/>
                  </a:lnTo>
                  <a:lnTo>
                    <a:pt x="1595869" y="1711744"/>
                  </a:lnTo>
                  <a:lnTo>
                    <a:pt x="1595864" y="1711741"/>
                  </a:lnTo>
                  <a:lnTo>
                    <a:pt x="1595857" y="1711739"/>
                  </a:lnTo>
                  <a:lnTo>
                    <a:pt x="1595850" y="1711736"/>
                  </a:lnTo>
                  <a:lnTo>
                    <a:pt x="1595842" y="1711734"/>
                  </a:lnTo>
                  <a:lnTo>
                    <a:pt x="1595837" y="1711731"/>
                  </a:lnTo>
                  <a:lnTo>
                    <a:pt x="1595831" y="1711727"/>
                  </a:lnTo>
                  <a:lnTo>
                    <a:pt x="1595826" y="1711721"/>
                  </a:lnTo>
                  <a:lnTo>
                    <a:pt x="1595820" y="1711715"/>
                  </a:lnTo>
                  <a:lnTo>
                    <a:pt x="1595815" y="1711706"/>
                  </a:lnTo>
                  <a:lnTo>
                    <a:pt x="1595811" y="1711696"/>
                  </a:lnTo>
                  <a:lnTo>
                    <a:pt x="1595808" y="1711688"/>
                  </a:lnTo>
                  <a:lnTo>
                    <a:pt x="1595805" y="1711682"/>
                  </a:lnTo>
                  <a:lnTo>
                    <a:pt x="1595800" y="1711677"/>
                  </a:lnTo>
                  <a:lnTo>
                    <a:pt x="1595795" y="1711674"/>
                  </a:lnTo>
                  <a:lnTo>
                    <a:pt x="1595788" y="1711673"/>
                  </a:lnTo>
                  <a:lnTo>
                    <a:pt x="1595780" y="1711672"/>
                  </a:lnTo>
                  <a:lnTo>
                    <a:pt x="1595772" y="1711670"/>
                  </a:lnTo>
                  <a:lnTo>
                    <a:pt x="1595765" y="1711669"/>
                  </a:lnTo>
                  <a:lnTo>
                    <a:pt x="1595757" y="1711666"/>
                  </a:lnTo>
                  <a:lnTo>
                    <a:pt x="1595751" y="1711664"/>
                  </a:lnTo>
                  <a:lnTo>
                    <a:pt x="1595745" y="1711662"/>
                  </a:lnTo>
                  <a:lnTo>
                    <a:pt x="1595739" y="1711661"/>
                  </a:lnTo>
                  <a:lnTo>
                    <a:pt x="1595732" y="1711659"/>
                  </a:lnTo>
                  <a:lnTo>
                    <a:pt x="1595723" y="1711657"/>
                  </a:lnTo>
                  <a:lnTo>
                    <a:pt x="1595717" y="1711662"/>
                  </a:lnTo>
                  <a:lnTo>
                    <a:pt x="1595712" y="1711669"/>
                  </a:lnTo>
                  <a:lnTo>
                    <a:pt x="1595708" y="1711674"/>
                  </a:lnTo>
                  <a:lnTo>
                    <a:pt x="1595701" y="1711674"/>
                  </a:lnTo>
                  <a:lnTo>
                    <a:pt x="1595695" y="1711671"/>
                  </a:lnTo>
                  <a:lnTo>
                    <a:pt x="1595689" y="1711668"/>
                  </a:lnTo>
                  <a:lnTo>
                    <a:pt x="1595682" y="1711664"/>
                  </a:lnTo>
                  <a:lnTo>
                    <a:pt x="1595677" y="1711661"/>
                  </a:lnTo>
                  <a:lnTo>
                    <a:pt x="1595672" y="1711656"/>
                  </a:lnTo>
                  <a:lnTo>
                    <a:pt x="1595666" y="1711650"/>
                  </a:lnTo>
                  <a:lnTo>
                    <a:pt x="1595663" y="1711646"/>
                  </a:lnTo>
                  <a:lnTo>
                    <a:pt x="1595658" y="1711640"/>
                  </a:lnTo>
                  <a:lnTo>
                    <a:pt x="1595654" y="1711635"/>
                  </a:lnTo>
                  <a:lnTo>
                    <a:pt x="1595654" y="1711618"/>
                  </a:lnTo>
                  <a:lnTo>
                    <a:pt x="1595654" y="1711599"/>
                  </a:lnTo>
                  <a:lnTo>
                    <a:pt x="1595650" y="1711595"/>
                  </a:lnTo>
                  <a:lnTo>
                    <a:pt x="1595654" y="1711580"/>
                  </a:lnTo>
                  <a:lnTo>
                    <a:pt x="1595661" y="1711574"/>
                  </a:lnTo>
                  <a:lnTo>
                    <a:pt x="1595672" y="1711568"/>
                  </a:lnTo>
                  <a:lnTo>
                    <a:pt x="1595683" y="1711563"/>
                  </a:lnTo>
                  <a:lnTo>
                    <a:pt x="1595689" y="1711559"/>
                  </a:lnTo>
                  <a:lnTo>
                    <a:pt x="1595697" y="1711555"/>
                  </a:lnTo>
                  <a:lnTo>
                    <a:pt x="1595706" y="1711551"/>
                  </a:lnTo>
                  <a:lnTo>
                    <a:pt x="1595714" y="1711546"/>
                  </a:lnTo>
                  <a:lnTo>
                    <a:pt x="1595720" y="1711543"/>
                  </a:lnTo>
                  <a:lnTo>
                    <a:pt x="1595726" y="1711538"/>
                  </a:lnTo>
                  <a:lnTo>
                    <a:pt x="1595734" y="1711530"/>
                  </a:lnTo>
                  <a:lnTo>
                    <a:pt x="1595742" y="1711523"/>
                  </a:lnTo>
                  <a:lnTo>
                    <a:pt x="1595748" y="1711519"/>
                  </a:lnTo>
                  <a:lnTo>
                    <a:pt x="1595755" y="1711515"/>
                  </a:lnTo>
                  <a:lnTo>
                    <a:pt x="1595757" y="1711508"/>
                  </a:lnTo>
                  <a:lnTo>
                    <a:pt x="1595754" y="1711502"/>
                  </a:lnTo>
                  <a:lnTo>
                    <a:pt x="1595749" y="1711496"/>
                  </a:lnTo>
                  <a:lnTo>
                    <a:pt x="1595747" y="1711490"/>
                  </a:lnTo>
                  <a:lnTo>
                    <a:pt x="1595747" y="1711481"/>
                  </a:lnTo>
                  <a:lnTo>
                    <a:pt x="1595747" y="1711473"/>
                  </a:lnTo>
                  <a:lnTo>
                    <a:pt x="1595748" y="1711468"/>
                  </a:lnTo>
                  <a:lnTo>
                    <a:pt x="1595750" y="1711461"/>
                  </a:lnTo>
                  <a:lnTo>
                    <a:pt x="1595754" y="1711454"/>
                  </a:lnTo>
                  <a:lnTo>
                    <a:pt x="1595758" y="1711448"/>
                  </a:lnTo>
                  <a:lnTo>
                    <a:pt x="1595761" y="1711443"/>
                  </a:lnTo>
                  <a:lnTo>
                    <a:pt x="1595765" y="1711438"/>
                  </a:lnTo>
                  <a:lnTo>
                    <a:pt x="1595772" y="1711429"/>
                  </a:lnTo>
                  <a:lnTo>
                    <a:pt x="1595777" y="1711421"/>
                  </a:lnTo>
                  <a:lnTo>
                    <a:pt x="1595781" y="1711411"/>
                  </a:lnTo>
                  <a:lnTo>
                    <a:pt x="1595783" y="1711405"/>
                  </a:lnTo>
                  <a:lnTo>
                    <a:pt x="1595785" y="1711398"/>
                  </a:lnTo>
                  <a:lnTo>
                    <a:pt x="1595787" y="1711393"/>
                  </a:lnTo>
                  <a:lnTo>
                    <a:pt x="1595789" y="1711387"/>
                  </a:lnTo>
                  <a:lnTo>
                    <a:pt x="1595790" y="1711380"/>
                  </a:lnTo>
                  <a:lnTo>
                    <a:pt x="1595790" y="1711373"/>
                  </a:lnTo>
                  <a:lnTo>
                    <a:pt x="1595790" y="1711366"/>
                  </a:lnTo>
                  <a:lnTo>
                    <a:pt x="1595788" y="1711359"/>
                  </a:lnTo>
                  <a:lnTo>
                    <a:pt x="1595785" y="1711353"/>
                  </a:lnTo>
                  <a:lnTo>
                    <a:pt x="1595780" y="1711344"/>
                  </a:lnTo>
                  <a:lnTo>
                    <a:pt x="1595777" y="1711337"/>
                  </a:lnTo>
                  <a:lnTo>
                    <a:pt x="1595774" y="1711331"/>
                  </a:lnTo>
                  <a:lnTo>
                    <a:pt x="1595772" y="1711323"/>
                  </a:lnTo>
                  <a:lnTo>
                    <a:pt x="1595772" y="1711315"/>
                  </a:lnTo>
                  <a:lnTo>
                    <a:pt x="1595772" y="1711308"/>
                  </a:lnTo>
                  <a:lnTo>
                    <a:pt x="1595772" y="1711298"/>
                  </a:lnTo>
                  <a:lnTo>
                    <a:pt x="1595773" y="1711289"/>
                  </a:lnTo>
                  <a:lnTo>
                    <a:pt x="1595773" y="1711279"/>
                  </a:lnTo>
                  <a:lnTo>
                    <a:pt x="1595772" y="1711271"/>
                  </a:lnTo>
                  <a:lnTo>
                    <a:pt x="1595770" y="1711262"/>
                  </a:lnTo>
                  <a:lnTo>
                    <a:pt x="1595766" y="1711255"/>
                  </a:lnTo>
                  <a:lnTo>
                    <a:pt x="1595761" y="1711249"/>
                  </a:lnTo>
                  <a:lnTo>
                    <a:pt x="1595755" y="1711243"/>
                  </a:lnTo>
                  <a:lnTo>
                    <a:pt x="1595746" y="1711237"/>
                  </a:lnTo>
                  <a:lnTo>
                    <a:pt x="1595739" y="1711231"/>
                  </a:lnTo>
                  <a:lnTo>
                    <a:pt x="1595732" y="1711224"/>
                  </a:lnTo>
                  <a:lnTo>
                    <a:pt x="1595727" y="1711219"/>
                  </a:lnTo>
                  <a:lnTo>
                    <a:pt x="1595722" y="1711215"/>
                  </a:lnTo>
                  <a:lnTo>
                    <a:pt x="1595717" y="1711211"/>
                  </a:lnTo>
                  <a:lnTo>
                    <a:pt x="1595712" y="1711205"/>
                  </a:lnTo>
                  <a:lnTo>
                    <a:pt x="1595707" y="1711198"/>
                  </a:lnTo>
                  <a:lnTo>
                    <a:pt x="1595702" y="1711191"/>
                  </a:lnTo>
                  <a:lnTo>
                    <a:pt x="1595704" y="1711183"/>
                  </a:lnTo>
                  <a:lnTo>
                    <a:pt x="1595707" y="1711176"/>
                  </a:lnTo>
                  <a:lnTo>
                    <a:pt x="1595710" y="1711169"/>
                  </a:lnTo>
                  <a:lnTo>
                    <a:pt x="1595714" y="1711163"/>
                  </a:lnTo>
                  <a:lnTo>
                    <a:pt x="1595718" y="1711157"/>
                  </a:lnTo>
                  <a:lnTo>
                    <a:pt x="1595722" y="1711153"/>
                  </a:lnTo>
                  <a:lnTo>
                    <a:pt x="1595727" y="1711149"/>
                  </a:lnTo>
                  <a:lnTo>
                    <a:pt x="1595732" y="1711144"/>
                  </a:lnTo>
                  <a:lnTo>
                    <a:pt x="1595736" y="1711136"/>
                  </a:lnTo>
                  <a:lnTo>
                    <a:pt x="1595736" y="1711128"/>
                  </a:lnTo>
                  <a:lnTo>
                    <a:pt x="1595733" y="1711116"/>
                  </a:lnTo>
                  <a:lnTo>
                    <a:pt x="1595730" y="1711102"/>
                  </a:lnTo>
                  <a:lnTo>
                    <a:pt x="1595729" y="1711096"/>
                  </a:lnTo>
                  <a:lnTo>
                    <a:pt x="1595727" y="1711089"/>
                  </a:lnTo>
                  <a:lnTo>
                    <a:pt x="1595726" y="1711080"/>
                  </a:lnTo>
                  <a:lnTo>
                    <a:pt x="1595727" y="1711071"/>
                  </a:lnTo>
                  <a:lnTo>
                    <a:pt x="1595729" y="1711065"/>
                  </a:lnTo>
                  <a:lnTo>
                    <a:pt x="1595731" y="1711057"/>
                  </a:lnTo>
                  <a:lnTo>
                    <a:pt x="1595731" y="1711050"/>
                  </a:lnTo>
                  <a:lnTo>
                    <a:pt x="1595728" y="1711041"/>
                  </a:lnTo>
                  <a:lnTo>
                    <a:pt x="1595722" y="1711033"/>
                  </a:lnTo>
                  <a:lnTo>
                    <a:pt x="1595715" y="1711027"/>
                  </a:lnTo>
                  <a:lnTo>
                    <a:pt x="1595711" y="1711023"/>
                  </a:lnTo>
                  <a:lnTo>
                    <a:pt x="1595707" y="1711018"/>
                  </a:lnTo>
                  <a:lnTo>
                    <a:pt x="1595701" y="1711014"/>
                  </a:lnTo>
                  <a:lnTo>
                    <a:pt x="1595693" y="1711009"/>
                  </a:lnTo>
                  <a:lnTo>
                    <a:pt x="1595678" y="1710978"/>
                  </a:lnTo>
                  <a:lnTo>
                    <a:pt x="1595661" y="1710978"/>
                  </a:lnTo>
                  <a:lnTo>
                    <a:pt x="1595645" y="1710976"/>
                  </a:lnTo>
                  <a:lnTo>
                    <a:pt x="1595625" y="1710972"/>
                  </a:lnTo>
                  <a:lnTo>
                    <a:pt x="1595610" y="1710962"/>
                  </a:lnTo>
                  <a:lnTo>
                    <a:pt x="1595589" y="1710948"/>
                  </a:lnTo>
                  <a:lnTo>
                    <a:pt x="1595575" y="1710947"/>
                  </a:lnTo>
                  <a:lnTo>
                    <a:pt x="1595562" y="1710945"/>
                  </a:lnTo>
                  <a:lnTo>
                    <a:pt x="1595541" y="1710934"/>
                  </a:lnTo>
                  <a:lnTo>
                    <a:pt x="1595524" y="1710929"/>
                  </a:lnTo>
                  <a:lnTo>
                    <a:pt x="1595510" y="1710924"/>
                  </a:lnTo>
                  <a:lnTo>
                    <a:pt x="1595501" y="1710918"/>
                  </a:lnTo>
                  <a:lnTo>
                    <a:pt x="1595492" y="1710910"/>
                  </a:lnTo>
                  <a:lnTo>
                    <a:pt x="1595495" y="1710899"/>
                  </a:lnTo>
                  <a:lnTo>
                    <a:pt x="1595496" y="1710883"/>
                  </a:lnTo>
                  <a:lnTo>
                    <a:pt x="1595496" y="1710875"/>
                  </a:lnTo>
                  <a:lnTo>
                    <a:pt x="1595484" y="1710870"/>
                  </a:lnTo>
                  <a:lnTo>
                    <a:pt x="1595471" y="1710864"/>
                  </a:lnTo>
                  <a:lnTo>
                    <a:pt x="1595448" y="1710846"/>
                  </a:lnTo>
                  <a:lnTo>
                    <a:pt x="1595455" y="1710822"/>
                  </a:lnTo>
                  <a:lnTo>
                    <a:pt x="1595456" y="1710800"/>
                  </a:lnTo>
                  <a:lnTo>
                    <a:pt x="1595454" y="1710792"/>
                  </a:lnTo>
                  <a:lnTo>
                    <a:pt x="1595441" y="1710774"/>
                  </a:lnTo>
                  <a:lnTo>
                    <a:pt x="1595433" y="1710764"/>
                  </a:lnTo>
                  <a:lnTo>
                    <a:pt x="1595425" y="1710746"/>
                  </a:lnTo>
                  <a:lnTo>
                    <a:pt x="1595421" y="1710726"/>
                  </a:lnTo>
                  <a:lnTo>
                    <a:pt x="1595417" y="1710712"/>
                  </a:lnTo>
                  <a:lnTo>
                    <a:pt x="1595408" y="1710687"/>
                  </a:lnTo>
                  <a:lnTo>
                    <a:pt x="1595401" y="1710670"/>
                  </a:lnTo>
                  <a:lnTo>
                    <a:pt x="1595387" y="1710647"/>
                  </a:lnTo>
                  <a:lnTo>
                    <a:pt x="1595378" y="1710632"/>
                  </a:lnTo>
                  <a:lnTo>
                    <a:pt x="1595374" y="1710617"/>
                  </a:lnTo>
                  <a:lnTo>
                    <a:pt x="1595374" y="1710611"/>
                  </a:lnTo>
                  <a:lnTo>
                    <a:pt x="1595375" y="1710602"/>
                  </a:lnTo>
                  <a:lnTo>
                    <a:pt x="1595379" y="1710592"/>
                  </a:lnTo>
                  <a:lnTo>
                    <a:pt x="1595386" y="1710578"/>
                  </a:lnTo>
                  <a:lnTo>
                    <a:pt x="1595387" y="1710572"/>
                  </a:lnTo>
                  <a:lnTo>
                    <a:pt x="1595382" y="1710565"/>
                  </a:lnTo>
                  <a:lnTo>
                    <a:pt x="1595368" y="1710556"/>
                  </a:lnTo>
                  <a:lnTo>
                    <a:pt x="1595363" y="1710540"/>
                  </a:lnTo>
                  <a:lnTo>
                    <a:pt x="1595361" y="1710521"/>
                  </a:lnTo>
                  <a:lnTo>
                    <a:pt x="1595360" y="1710515"/>
                  </a:lnTo>
                  <a:lnTo>
                    <a:pt x="1595355" y="1710510"/>
                  </a:lnTo>
                  <a:lnTo>
                    <a:pt x="1595347" y="1710508"/>
                  </a:lnTo>
                  <a:lnTo>
                    <a:pt x="1595333" y="1710503"/>
                  </a:lnTo>
                  <a:lnTo>
                    <a:pt x="1595317" y="1710497"/>
                  </a:lnTo>
                  <a:lnTo>
                    <a:pt x="1595299" y="1710489"/>
                  </a:lnTo>
                  <a:lnTo>
                    <a:pt x="1595289" y="1710480"/>
                  </a:lnTo>
                  <a:lnTo>
                    <a:pt x="1595268" y="1710465"/>
                  </a:lnTo>
                  <a:lnTo>
                    <a:pt x="1595256" y="1710454"/>
                  </a:lnTo>
                  <a:lnTo>
                    <a:pt x="1595239" y="1710447"/>
                  </a:lnTo>
                  <a:lnTo>
                    <a:pt x="1595220" y="1710441"/>
                  </a:lnTo>
                  <a:lnTo>
                    <a:pt x="1595221" y="1710434"/>
                  </a:lnTo>
                  <a:lnTo>
                    <a:pt x="1595221" y="1710427"/>
                  </a:lnTo>
                  <a:lnTo>
                    <a:pt x="1595221" y="1710421"/>
                  </a:lnTo>
                  <a:lnTo>
                    <a:pt x="1595221" y="1710415"/>
                  </a:lnTo>
                  <a:lnTo>
                    <a:pt x="1595219" y="1710409"/>
                  </a:lnTo>
                  <a:lnTo>
                    <a:pt x="1595216" y="1710401"/>
                  </a:lnTo>
                  <a:lnTo>
                    <a:pt x="1595214" y="1710394"/>
                  </a:lnTo>
                  <a:lnTo>
                    <a:pt x="1595211" y="1710388"/>
                  </a:lnTo>
                  <a:lnTo>
                    <a:pt x="1595209" y="1710381"/>
                  </a:lnTo>
                  <a:lnTo>
                    <a:pt x="1595207" y="1710375"/>
                  </a:lnTo>
                  <a:lnTo>
                    <a:pt x="1595205" y="1710370"/>
                  </a:lnTo>
                  <a:lnTo>
                    <a:pt x="1595202" y="1710362"/>
                  </a:lnTo>
                  <a:lnTo>
                    <a:pt x="1595199" y="1710355"/>
                  </a:lnTo>
                  <a:lnTo>
                    <a:pt x="1595196" y="1710348"/>
                  </a:lnTo>
                  <a:lnTo>
                    <a:pt x="1595192" y="1710342"/>
                  </a:lnTo>
                  <a:lnTo>
                    <a:pt x="1595187" y="1710333"/>
                  </a:lnTo>
                  <a:lnTo>
                    <a:pt x="1595182" y="1710325"/>
                  </a:lnTo>
                  <a:lnTo>
                    <a:pt x="1595176" y="1710314"/>
                  </a:lnTo>
                  <a:lnTo>
                    <a:pt x="1595170" y="1710305"/>
                  </a:lnTo>
                  <a:lnTo>
                    <a:pt x="1595166" y="1710299"/>
                  </a:lnTo>
                  <a:lnTo>
                    <a:pt x="1595162" y="1710292"/>
                  </a:lnTo>
                  <a:lnTo>
                    <a:pt x="1595157" y="1710286"/>
                  </a:lnTo>
                  <a:lnTo>
                    <a:pt x="1595149" y="1710278"/>
                  </a:lnTo>
                  <a:lnTo>
                    <a:pt x="1595144" y="1710273"/>
                  </a:lnTo>
                  <a:lnTo>
                    <a:pt x="1595136" y="1710267"/>
                  </a:lnTo>
                  <a:lnTo>
                    <a:pt x="1595127" y="1710262"/>
                  </a:lnTo>
                  <a:lnTo>
                    <a:pt x="1595122" y="1710259"/>
                  </a:lnTo>
                  <a:lnTo>
                    <a:pt x="1595112" y="1710254"/>
                  </a:lnTo>
                  <a:lnTo>
                    <a:pt x="1595106" y="1710251"/>
                  </a:lnTo>
                  <a:lnTo>
                    <a:pt x="1595099" y="1710249"/>
                  </a:lnTo>
                  <a:lnTo>
                    <a:pt x="1595093" y="1710248"/>
                  </a:lnTo>
                  <a:lnTo>
                    <a:pt x="1595088" y="1710248"/>
                  </a:lnTo>
                  <a:lnTo>
                    <a:pt x="1595079" y="1710248"/>
                  </a:lnTo>
                  <a:lnTo>
                    <a:pt x="1595068" y="1710248"/>
                  </a:lnTo>
                  <a:lnTo>
                    <a:pt x="1595062" y="1710247"/>
                  </a:lnTo>
                  <a:lnTo>
                    <a:pt x="1595054" y="1710245"/>
                  </a:lnTo>
                  <a:lnTo>
                    <a:pt x="1595046" y="1710242"/>
                  </a:lnTo>
                  <a:lnTo>
                    <a:pt x="1595036" y="1710238"/>
                  </a:lnTo>
                  <a:lnTo>
                    <a:pt x="1595029" y="1710235"/>
                  </a:lnTo>
                  <a:lnTo>
                    <a:pt x="1595018" y="1710231"/>
                  </a:lnTo>
                  <a:lnTo>
                    <a:pt x="1595012" y="1710228"/>
                  </a:lnTo>
                  <a:lnTo>
                    <a:pt x="1595007" y="1710227"/>
                  </a:lnTo>
                  <a:lnTo>
                    <a:pt x="1594998" y="1710227"/>
                  </a:lnTo>
                  <a:lnTo>
                    <a:pt x="1594992" y="1710227"/>
                  </a:lnTo>
                  <a:lnTo>
                    <a:pt x="1594983" y="1710228"/>
                  </a:lnTo>
                  <a:lnTo>
                    <a:pt x="1594975" y="1710228"/>
                  </a:lnTo>
                  <a:lnTo>
                    <a:pt x="1594967" y="1710229"/>
                  </a:lnTo>
                  <a:lnTo>
                    <a:pt x="1594959" y="1710230"/>
                  </a:lnTo>
                  <a:lnTo>
                    <a:pt x="1594951" y="1710231"/>
                  </a:lnTo>
                  <a:lnTo>
                    <a:pt x="1594943" y="1710231"/>
                  </a:lnTo>
                  <a:lnTo>
                    <a:pt x="1594934" y="1710230"/>
                  </a:lnTo>
                  <a:lnTo>
                    <a:pt x="1594926" y="1710226"/>
                  </a:lnTo>
                  <a:lnTo>
                    <a:pt x="1594920" y="1710221"/>
                  </a:lnTo>
                  <a:lnTo>
                    <a:pt x="1594916" y="1710216"/>
                  </a:lnTo>
                  <a:lnTo>
                    <a:pt x="1594912" y="1710211"/>
                  </a:lnTo>
                  <a:lnTo>
                    <a:pt x="1594908" y="1710207"/>
                  </a:lnTo>
                  <a:lnTo>
                    <a:pt x="1594905" y="1710203"/>
                  </a:lnTo>
                  <a:lnTo>
                    <a:pt x="1594898" y="1710197"/>
                  </a:lnTo>
                  <a:lnTo>
                    <a:pt x="1594894" y="1710193"/>
                  </a:lnTo>
                  <a:lnTo>
                    <a:pt x="1594888" y="1710188"/>
                  </a:lnTo>
                  <a:lnTo>
                    <a:pt x="1594884" y="1710185"/>
                  </a:lnTo>
                  <a:lnTo>
                    <a:pt x="1594879" y="1710181"/>
                  </a:lnTo>
                  <a:lnTo>
                    <a:pt x="1594873" y="1710177"/>
                  </a:lnTo>
                  <a:lnTo>
                    <a:pt x="1594869" y="1710174"/>
                  </a:lnTo>
                  <a:lnTo>
                    <a:pt x="1594864" y="1710171"/>
                  </a:lnTo>
                  <a:lnTo>
                    <a:pt x="1594859" y="1710169"/>
                  </a:lnTo>
                  <a:lnTo>
                    <a:pt x="1594852" y="1710167"/>
                  </a:lnTo>
                  <a:lnTo>
                    <a:pt x="1594846" y="1710166"/>
                  </a:lnTo>
                  <a:lnTo>
                    <a:pt x="1594840" y="1710166"/>
                  </a:lnTo>
                  <a:lnTo>
                    <a:pt x="1594832" y="1710166"/>
                  </a:lnTo>
                  <a:lnTo>
                    <a:pt x="1594824" y="1710168"/>
                  </a:lnTo>
                  <a:lnTo>
                    <a:pt x="1594818" y="1710169"/>
                  </a:lnTo>
                  <a:lnTo>
                    <a:pt x="1594811" y="1710172"/>
                  </a:lnTo>
                  <a:lnTo>
                    <a:pt x="1594805" y="1710176"/>
                  </a:lnTo>
                  <a:lnTo>
                    <a:pt x="1594798" y="1710181"/>
                  </a:lnTo>
                  <a:lnTo>
                    <a:pt x="1594791" y="1710185"/>
                  </a:lnTo>
                  <a:lnTo>
                    <a:pt x="1594782" y="1710187"/>
                  </a:lnTo>
                  <a:lnTo>
                    <a:pt x="1594775" y="1710188"/>
                  </a:lnTo>
                  <a:lnTo>
                    <a:pt x="1594765" y="1710189"/>
                  </a:lnTo>
                  <a:lnTo>
                    <a:pt x="1594755" y="1710190"/>
                  </a:lnTo>
                  <a:lnTo>
                    <a:pt x="1594749" y="1710190"/>
                  </a:lnTo>
                  <a:lnTo>
                    <a:pt x="1594740" y="1710191"/>
                  </a:lnTo>
                  <a:lnTo>
                    <a:pt x="1594731" y="1710191"/>
                  </a:lnTo>
                  <a:lnTo>
                    <a:pt x="1594724" y="1710190"/>
                  </a:lnTo>
                  <a:lnTo>
                    <a:pt x="1594717" y="1710190"/>
                  </a:lnTo>
                  <a:lnTo>
                    <a:pt x="1594711" y="1710189"/>
                  </a:lnTo>
                  <a:lnTo>
                    <a:pt x="1594705" y="1710188"/>
                  </a:lnTo>
                  <a:lnTo>
                    <a:pt x="1594701" y="1710187"/>
                  </a:lnTo>
                  <a:lnTo>
                    <a:pt x="1594694" y="1710184"/>
                  </a:lnTo>
                  <a:lnTo>
                    <a:pt x="1594688" y="1710181"/>
                  </a:lnTo>
                  <a:lnTo>
                    <a:pt x="1594682" y="1710178"/>
                  </a:lnTo>
                  <a:lnTo>
                    <a:pt x="1594676" y="1710176"/>
                  </a:lnTo>
                  <a:lnTo>
                    <a:pt x="1594670" y="1710174"/>
                  </a:lnTo>
                  <a:lnTo>
                    <a:pt x="1594660" y="1710172"/>
                  </a:lnTo>
                  <a:lnTo>
                    <a:pt x="1594654" y="1710171"/>
                  </a:lnTo>
                  <a:lnTo>
                    <a:pt x="1594647" y="1710170"/>
                  </a:lnTo>
                  <a:lnTo>
                    <a:pt x="1594639" y="1710167"/>
                  </a:lnTo>
                  <a:lnTo>
                    <a:pt x="1594634" y="1710164"/>
                  </a:lnTo>
                  <a:lnTo>
                    <a:pt x="1594630" y="1710159"/>
                  </a:lnTo>
                  <a:lnTo>
                    <a:pt x="1594625" y="1710152"/>
                  </a:lnTo>
                  <a:lnTo>
                    <a:pt x="1594621" y="1710144"/>
                  </a:lnTo>
                  <a:lnTo>
                    <a:pt x="1594615" y="1710135"/>
                  </a:lnTo>
                  <a:lnTo>
                    <a:pt x="1594610" y="1710130"/>
                  </a:lnTo>
                  <a:lnTo>
                    <a:pt x="1594605" y="1710125"/>
                  </a:lnTo>
                  <a:lnTo>
                    <a:pt x="1594599" y="1710118"/>
                  </a:lnTo>
                  <a:lnTo>
                    <a:pt x="1594595" y="1710113"/>
                  </a:lnTo>
                  <a:lnTo>
                    <a:pt x="1594591" y="1710107"/>
                  </a:lnTo>
                  <a:lnTo>
                    <a:pt x="1594586" y="1710100"/>
                  </a:lnTo>
                  <a:lnTo>
                    <a:pt x="1594583" y="1710094"/>
                  </a:lnTo>
                  <a:lnTo>
                    <a:pt x="1594581" y="1710089"/>
                  </a:lnTo>
                  <a:lnTo>
                    <a:pt x="1594578" y="1710080"/>
                  </a:lnTo>
                  <a:lnTo>
                    <a:pt x="1594575" y="1710073"/>
                  </a:lnTo>
                  <a:lnTo>
                    <a:pt x="1594572" y="1710065"/>
                  </a:lnTo>
                  <a:lnTo>
                    <a:pt x="1594568" y="1710059"/>
                  </a:lnTo>
                  <a:lnTo>
                    <a:pt x="1594564" y="1710054"/>
                  </a:lnTo>
                  <a:lnTo>
                    <a:pt x="1594559" y="1710045"/>
                  </a:lnTo>
                  <a:lnTo>
                    <a:pt x="1594554" y="1710037"/>
                  </a:lnTo>
                  <a:lnTo>
                    <a:pt x="1594552" y="1710031"/>
                  </a:lnTo>
                  <a:lnTo>
                    <a:pt x="1594548" y="1710023"/>
                  </a:lnTo>
                  <a:lnTo>
                    <a:pt x="1594543" y="1710014"/>
                  </a:lnTo>
                  <a:lnTo>
                    <a:pt x="1594540" y="1710007"/>
                  </a:lnTo>
                  <a:lnTo>
                    <a:pt x="1594537" y="1710000"/>
                  </a:lnTo>
                  <a:lnTo>
                    <a:pt x="1594533" y="1709992"/>
                  </a:lnTo>
                  <a:lnTo>
                    <a:pt x="1594531" y="1709985"/>
                  </a:lnTo>
                  <a:lnTo>
                    <a:pt x="1594529" y="1709978"/>
                  </a:lnTo>
                  <a:lnTo>
                    <a:pt x="1594521" y="1709978"/>
                  </a:lnTo>
                  <a:lnTo>
                    <a:pt x="1594514" y="1709980"/>
                  </a:lnTo>
                  <a:lnTo>
                    <a:pt x="1594507" y="1709982"/>
                  </a:lnTo>
                  <a:lnTo>
                    <a:pt x="1594501" y="1709983"/>
                  </a:lnTo>
                  <a:lnTo>
                    <a:pt x="1594495" y="1709983"/>
                  </a:lnTo>
                  <a:lnTo>
                    <a:pt x="1594486" y="1709985"/>
                  </a:lnTo>
                  <a:lnTo>
                    <a:pt x="1594479" y="1709988"/>
                  </a:lnTo>
                  <a:lnTo>
                    <a:pt x="1594474" y="1709991"/>
                  </a:lnTo>
                  <a:lnTo>
                    <a:pt x="1594468" y="1709994"/>
                  </a:lnTo>
                  <a:lnTo>
                    <a:pt x="1594461" y="1709996"/>
                  </a:lnTo>
                  <a:lnTo>
                    <a:pt x="1594455" y="1709997"/>
                  </a:lnTo>
                  <a:lnTo>
                    <a:pt x="1594448" y="1709996"/>
                  </a:lnTo>
                  <a:lnTo>
                    <a:pt x="1594441" y="1709995"/>
                  </a:lnTo>
                  <a:lnTo>
                    <a:pt x="1594432" y="1709994"/>
                  </a:lnTo>
                  <a:lnTo>
                    <a:pt x="1594424" y="1709991"/>
                  </a:lnTo>
                  <a:lnTo>
                    <a:pt x="1594418" y="1709987"/>
                  </a:lnTo>
                  <a:lnTo>
                    <a:pt x="1594412" y="1709983"/>
                  </a:lnTo>
                  <a:lnTo>
                    <a:pt x="1594405" y="1709980"/>
                  </a:lnTo>
                  <a:lnTo>
                    <a:pt x="1594400" y="1709977"/>
                  </a:lnTo>
                  <a:lnTo>
                    <a:pt x="1594394" y="1709973"/>
                  </a:lnTo>
                  <a:lnTo>
                    <a:pt x="1594388" y="1709970"/>
                  </a:lnTo>
                  <a:lnTo>
                    <a:pt x="1594383" y="1709967"/>
                  </a:lnTo>
                  <a:lnTo>
                    <a:pt x="1594377" y="1709967"/>
                  </a:lnTo>
                  <a:lnTo>
                    <a:pt x="1594371" y="1709971"/>
                  </a:lnTo>
                  <a:lnTo>
                    <a:pt x="1594366" y="1709975"/>
                  </a:lnTo>
                  <a:lnTo>
                    <a:pt x="1594362" y="1709980"/>
                  </a:lnTo>
                  <a:lnTo>
                    <a:pt x="1594356" y="1709988"/>
                  </a:lnTo>
                  <a:lnTo>
                    <a:pt x="1594353" y="1709993"/>
                  </a:lnTo>
                  <a:lnTo>
                    <a:pt x="1594349" y="1710000"/>
                  </a:lnTo>
                  <a:lnTo>
                    <a:pt x="1594345" y="1710006"/>
                  </a:lnTo>
                  <a:lnTo>
                    <a:pt x="1594339" y="1710013"/>
                  </a:lnTo>
                  <a:lnTo>
                    <a:pt x="1594333" y="1710019"/>
                  </a:lnTo>
                  <a:lnTo>
                    <a:pt x="1594329" y="1710023"/>
                  </a:lnTo>
                  <a:lnTo>
                    <a:pt x="1594325" y="1710027"/>
                  </a:lnTo>
                  <a:lnTo>
                    <a:pt x="1594319" y="1710034"/>
                  </a:lnTo>
                  <a:lnTo>
                    <a:pt x="1594313" y="1710039"/>
                  </a:lnTo>
                  <a:lnTo>
                    <a:pt x="1594307" y="1710044"/>
                  </a:lnTo>
                  <a:lnTo>
                    <a:pt x="1594303" y="1710048"/>
                  </a:lnTo>
                  <a:lnTo>
                    <a:pt x="1594298" y="1710053"/>
                  </a:lnTo>
                  <a:lnTo>
                    <a:pt x="1594294" y="1710057"/>
                  </a:lnTo>
                  <a:lnTo>
                    <a:pt x="1594288" y="1710063"/>
                  </a:lnTo>
                  <a:lnTo>
                    <a:pt x="1594283" y="1710069"/>
                  </a:lnTo>
                  <a:lnTo>
                    <a:pt x="1594277" y="1710075"/>
                  </a:lnTo>
                  <a:lnTo>
                    <a:pt x="1594272" y="1710082"/>
                  </a:lnTo>
                  <a:lnTo>
                    <a:pt x="1594269" y="1710087"/>
                  </a:lnTo>
                  <a:lnTo>
                    <a:pt x="1594263" y="1710098"/>
                  </a:lnTo>
                  <a:lnTo>
                    <a:pt x="1594255" y="1710101"/>
                  </a:lnTo>
                  <a:lnTo>
                    <a:pt x="1594246" y="1710102"/>
                  </a:lnTo>
                  <a:lnTo>
                    <a:pt x="1594238" y="1710103"/>
                  </a:lnTo>
                  <a:lnTo>
                    <a:pt x="1594230" y="1710103"/>
                  </a:lnTo>
                  <a:lnTo>
                    <a:pt x="1594224" y="1710102"/>
                  </a:lnTo>
                  <a:lnTo>
                    <a:pt x="1594219" y="1710101"/>
                  </a:lnTo>
                  <a:lnTo>
                    <a:pt x="1594214" y="1710099"/>
                  </a:lnTo>
                  <a:lnTo>
                    <a:pt x="1594205" y="1710096"/>
                  </a:lnTo>
                  <a:lnTo>
                    <a:pt x="1594196" y="1710093"/>
                  </a:lnTo>
                  <a:lnTo>
                    <a:pt x="1594189" y="1710091"/>
                  </a:lnTo>
                  <a:lnTo>
                    <a:pt x="1594183" y="1710090"/>
                  </a:lnTo>
                  <a:lnTo>
                    <a:pt x="1594176" y="1710090"/>
                  </a:lnTo>
                  <a:lnTo>
                    <a:pt x="1594168" y="1710089"/>
                  </a:lnTo>
                  <a:lnTo>
                    <a:pt x="1594161" y="1710089"/>
                  </a:lnTo>
                  <a:lnTo>
                    <a:pt x="1594155" y="1710088"/>
                  </a:lnTo>
                  <a:lnTo>
                    <a:pt x="1594150" y="1710086"/>
                  </a:lnTo>
                  <a:lnTo>
                    <a:pt x="1594141" y="1710084"/>
                  </a:lnTo>
                  <a:lnTo>
                    <a:pt x="1594135" y="1710082"/>
                  </a:lnTo>
                  <a:lnTo>
                    <a:pt x="1594130" y="1710079"/>
                  </a:lnTo>
                  <a:lnTo>
                    <a:pt x="1594123" y="1710074"/>
                  </a:lnTo>
                  <a:lnTo>
                    <a:pt x="1594118" y="1710070"/>
                  </a:lnTo>
                  <a:lnTo>
                    <a:pt x="1594114" y="1710066"/>
                  </a:lnTo>
                  <a:lnTo>
                    <a:pt x="1594108" y="1710059"/>
                  </a:lnTo>
                  <a:lnTo>
                    <a:pt x="1594101" y="1710050"/>
                  </a:lnTo>
                  <a:lnTo>
                    <a:pt x="1594097" y="1710043"/>
                  </a:lnTo>
                  <a:lnTo>
                    <a:pt x="1594094" y="1710038"/>
                  </a:lnTo>
                  <a:lnTo>
                    <a:pt x="1594091" y="1710032"/>
                  </a:lnTo>
                  <a:lnTo>
                    <a:pt x="1594087" y="1710025"/>
                  </a:lnTo>
                  <a:lnTo>
                    <a:pt x="1594083" y="1710017"/>
                  </a:lnTo>
                  <a:lnTo>
                    <a:pt x="1594077" y="1710011"/>
                  </a:lnTo>
                  <a:lnTo>
                    <a:pt x="1594068" y="1710007"/>
                  </a:lnTo>
                  <a:lnTo>
                    <a:pt x="1594061" y="1710007"/>
                  </a:lnTo>
                  <a:lnTo>
                    <a:pt x="1594056" y="1710008"/>
                  </a:lnTo>
                  <a:lnTo>
                    <a:pt x="1594050" y="1710010"/>
                  </a:lnTo>
                  <a:lnTo>
                    <a:pt x="1594043" y="1710012"/>
                  </a:lnTo>
                  <a:lnTo>
                    <a:pt x="1594037" y="1710014"/>
                  </a:lnTo>
                  <a:lnTo>
                    <a:pt x="1594032" y="1710013"/>
                  </a:lnTo>
                  <a:lnTo>
                    <a:pt x="1594026" y="1710010"/>
                  </a:lnTo>
                  <a:lnTo>
                    <a:pt x="1594023" y="1710006"/>
                  </a:lnTo>
                  <a:lnTo>
                    <a:pt x="1594020" y="1710000"/>
                  </a:lnTo>
                  <a:lnTo>
                    <a:pt x="1594017" y="1709992"/>
                  </a:lnTo>
                  <a:lnTo>
                    <a:pt x="1594016" y="1709984"/>
                  </a:lnTo>
                  <a:lnTo>
                    <a:pt x="1594016" y="1709976"/>
                  </a:lnTo>
                  <a:lnTo>
                    <a:pt x="1594017" y="1709970"/>
                  </a:lnTo>
                  <a:lnTo>
                    <a:pt x="1594020" y="1709964"/>
                  </a:lnTo>
                  <a:lnTo>
                    <a:pt x="1594023" y="1709958"/>
                  </a:lnTo>
                  <a:lnTo>
                    <a:pt x="1594026" y="1709953"/>
                  </a:lnTo>
                  <a:lnTo>
                    <a:pt x="1594031" y="1709947"/>
                  </a:lnTo>
                  <a:lnTo>
                    <a:pt x="1594034" y="1709942"/>
                  </a:lnTo>
                  <a:lnTo>
                    <a:pt x="1594037" y="1709935"/>
                  </a:lnTo>
                  <a:lnTo>
                    <a:pt x="1594039" y="1709927"/>
                  </a:lnTo>
                  <a:lnTo>
                    <a:pt x="1594041" y="1709920"/>
                  </a:lnTo>
                  <a:lnTo>
                    <a:pt x="1594042" y="1709914"/>
                  </a:lnTo>
                  <a:lnTo>
                    <a:pt x="1594043" y="1709903"/>
                  </a:lnTo>
                  <a:lnTo>
                    <a:pt x="1594043" y="1709896"/>
                  </a:lnTo>
                  <a:lnTo>
                    <a:pt x="1594043" y="1709889"/>
                  </a:lnTo>
                  <a:lnTo>
                    <a:pt x="1594043" y="1709880"/>
                  </a:lnTo>
                  <a:lnTo>
                    <a:pt x="1594042" y="1709871"/>
                  </a:lnTo>
                  <a:lnTo>
                    <a:pt x="1594040" y="1709865"/>
                  </a:lnTo>
                  <a:lnTo>
                    <a:pt x="1594038" y="1709855"/>
                  </a:lnTo>
                  <a:lnTo>
                    <a:pt x="1594036" y="1709848"/>
                  </a:lnTo>
                  <a:lnTo>
                    <a:pt x="1594031" y="1709837"/>
                  </a:lnTo>
                  <a:lnTo>
                    <a:pt x="1594023" y="1709834"/>
                  </a:lnTo>
                  <a:lnTo>
                    <a:pt x="1594018" y="1709832"/>
                  </a:lnTo>
                  <a:lnTo>
                    <a:pt x="1594011" y="1709828"/>
                  </a:lnTo>
                  <a:lnTo>
                    <a:pt x="1594003" y="1709823"/>
                  </a:lnTo>
                  <a:lnTo>
                    <a:pt x="1593997" y="1709819"/>
                  </a:lnTo>
                  <a:lnTo>
                    <a:pt x="1593993" y="1709813"/>
                  </a:lnTo>
                  <a:lnTo>
                    <a:pt x="1593989" y="1709806"/>
                  </a:lnTo>
                  <a:lnTo>
                    <a:pt x="1593988" y="1709796"/>
                  </a:lnTo>
                  <a:lnTo>
                    <a:pt x="1593988" y="1709789"/>
                  </a:lnTo>
                  <a:lnTo>
                    <a:pt x="1593985" y="1709782"/>
                  </a:lnTo>
                  <a:lnTo>
                    <a:pt x="1593982" y="1709776"/>
                  </a:lnTo>
                  <a:lnTo>
                    <a:pt x="1593979" y="1709771"/>
                  </a:lnTo>
                  <a:lnTo>
                    <a:pt x="1593975" y="1709765"/>
                  </a:lnTo>
                  <a:lnTo>
                    <a:pt x="1593968" y="1709754"/>
                  </a:lnTo>
                  <a:lnTo>
                    <a:pt x="1593964" y="1709749"/>
                  </a:lnTo>
                  <a:lnTo>
                    <a:pt x="1593961" y="1709743"/>
                  </a:lnTo>
                  <a:lnTo>
                    <a:pt x="1593958" y="1709737"/>
                  </a:lnTo>
                  <a:lnTo>
                    <a:pt x="1593956" y="1709731"/>
                  </a:lnTo>
                  <a:lnTo>
                    <a:pt x="1593955" y="1709725"/>
                  </a:lnTo>
                  <a:lnTo>
                    <a:pt x="1593953" y="1709717"/>
                  </a:lnTo>
                  <a:lnTo>
                    <a:pt x="1593951" y="1709707"/>
                  </a:lnTo>
                  <a:lnTo>
                    <a:pt x="1593944" y="1709705"/>
                  </a:lnTo>
                  <a:lnTo>
                    <a:pt x="1593936" y="1709706"/>
                  </a:lnTo>
                  <a:lnTo>
                    <a:pt x="1593927" y="1709707"/>
                  </a:lnTo>
                  <a:lnTo>
                    <a:pt x="1593914" y="1709707"/>
                  </a:lnTo>
                  <a:lnTo>
                    <a:pt x="1593903" y="1709706"/>
                  </a:lnTo>
                  <a:lnTo>
                    <a:pt x="1593898" y="1709706"/>
                  </a:lnTo>
                  <a:lnTo>
                    <a:pt x="1593891" y="1709705"/>
                  </a:lnTo>
                  <a:lnTo>
                    <a:pt x="1593883" y="1709704"/>
                  </a:lnTo>
                  <a:lnTo>
                    <a:pt x="1593875" y="1709703"/>
                  </a:lnTo>
                  <a:lnTo>
                    <a:pt x="1593866" y="1709700"/>
                  </a:lnTo>
                  <a:lnTo>
                    <a:pt x="1593858" y="1709697"/>
                  </a:lnTo>
                  <a:lnTo>
                    <a:pt x="1593851" y="1709695"/>
                  </a:lnTo>
                  <a:lnTo>
                    <a:pt x="1593843" y="1709693"/>
                  </a:lnTo>
                  <a:lnTo>
                    <a:pt x="1593837" y="1709691"/>
                  </a:lnTo>
                  <a:lnTo>
                    <a:pt x="1593832" y="1709688"/>
                  </a:lnTo>
                  <a:lnTo>
                    <a:pt x="1593828" y="1709685"/>
                  </a:lnTo>
                  <a:lnTo>
                    <a:pt x="1593823" y="1709683"/>
                  </a:lnTo>
                  <a:lnTo>
                    <a:pt x="1593817" y="1709679"/>
                  </a:lnTo>
                  <a:lnTo>
                    <a:pt x="1593811" y="1709674"/>
                  </a:lnTo>
                  <a:lnTo>
                    <a:pt x="1593804" y="1709671"/>
                  </a:lnTo>
                  <a:lnTo>
                    <a:pt x="1593799" y="1709669"/>
                  </a:lnTo>
                  <a:lnTo>
                    <a:pt x="1593794" y="1709666"/>
                  </a:lnTo>
                  <a:lnTo>
                    <a:pt x="1593786" y="1709664"/>
                  </a:lnTo>
                  <a:lnTo>
                    <a:pt x="1593779" y="1709664"/>
                  </a:lnTo>
                  <a:lnTo>
                    <a:pt x="1593773" y="1709665"/>
                  </a:lnTo>
                  <a:lnTo>
                    <a:pt x="1593768" y="1709666"/>
                  </a:lnTo>
                  <a:lnTo>
                    <a:pt x="1593763" y="1709667"/>
                  </a:lnTo>
                  <a:lnTo>
                    <a:pt x="1593756" y="1709669"/>
                  </a:lnTo>
                  <a:lnTo>
                    <a:pt x="1593751" y="1709669"/>
                  </a:lnTo>
                  <a:lnTo>
                    <a:pt x="1593745" y="1709669"/>
                  </a:lnTo>
                  <a:lnTo>
                    <a:pt x="1593737" y="1709670"/>
                  </a:lnTo>
                  <a:lnTo>
                    <a:pt x="1593730" y="1709671"/>
                  </a:lnTo>
                  <a:lnTo>
                    <a:pt x="1593725" y="1709672"/>
                  </a:lnTo>
                  <a:lnTo>
                    <a:pt x="1593720" y="1709672"/>
                  </a:lnTo>
                  <a:lnTo>
                    <a:pt x="1593714" y="1709672"/>
                  </a:lnTo>
                  <a:lnTo>
                    <a:pt x="1593709" y="1709671"/>
                  </a:lnTo>
                  <a:lnTo>
                    <a:pt x="1593704" y="1709669"/>
                  </a:lnTo>
                  <a:lnTo>
                    <a:pt x="1593700" y="1709665"/>
                  </a:lnTo>
                  <a:lnTo>
                    <a:pt x="1593696" y="1709660"/>
                  </a:lnTo>
                  <a:lnTo>
                    <a:pt x="1593693" y="1709655"/>
                  </a:lnTo>
                  <a:lnTo>
                    <a:pt x="1593691" y="1709648"/>
                  </a:lnTo>
                  <a:lnTo>
                    <a:pt x="1593688" y="1709642"/>
                  </a:lnTo>
                  <a:lnTo>
                    <a:pt x="1593685" y="1709636"/>
                  </a:lnTo>
                  <a:lnTo>
                    <a:pt x="1593680" y="1709631"/>
                  </a:lnTo>
                  <a:lnTo>
                    <a:pt x="1593676" y="1709627"/>
                  </a:lnTo>
                  <a:lnTo>
                    <a:pt x="1593671" y="1709623"/>
                  </a:lnTo>
                  <a:lnTo>
                    <a:pt x="1593666" y="1709618"/>
                  </a:lnTo>
                  <a:lnTo>
                    <a:pt x="1593659" y="1709613"/>
                  </a:lnTo>
                  <a:lnTo>
                    <a:pt x="1593652" y="1709609"/>
                  </a:lnTo>
                  <a:lnTo>
                    <a:pt x="1593641" y="1709606"/>
                  </a:lnTo>
                  <a:lnTo>
                    <a:pt x="1593630" y="1709601"/>
                  </a:lnTo>
                  <a:lnTo>
                    <a:pt x="1593622" y="1709597"/>
                  </a:lnTo>
                  <a:lnTo>
                    <a:pt x="1593616" y="1709593"/>
                  </a:lnTo>
                  <a:lnTo>
                    <a:pt x="1593610" y="1709589"/>
                  </a:lnTo>
                  <a:lnTo>
                    <a:pt x="1593605" y="1709587"/>
                  </a:lnTo>
                  <a:lnTo>
                    <a:pt x="1593598" y="1709581"/>
                  </a:lnTo>
                  <a:lnTo>
                    <a:pt x="1593593" y="1709578"/>
                  </a:lnTo>
                  <a:lnTo>
                    <a:pt x="1593584" y="1709572"/>
                  </a:lnTo>
                  <a:lnTo>
                    <a:pt x="1593577" y="1709568"/>
                  </a:lnTo>
                  <a:lnTo>
                    <a:pt x="1593573" y="1709565"/>
                  </a:lnTo>
                  <a:lnTo>
                    <a:pt x="1593568" y="1709563"/>
                  </a:lnTo>
                  <a:lnTo>
                    <a:pt x="1593562" y="1709559"/>
                  </a:lnTo>
                  <a:lnTo>
                    <a:pt x="1593550" y="1709555"/>
                  </a:lnTo>
                  <a:lnTo>
                    <a:pt x="1593542" y="1709553"/>
                  </a:lnTo>
                  <a:lnTo>
                    <a:pt x="1593536" y="1709552"/>
                  </a:lnTo>
                  <a:lnTo>
                    <a:pt x="1593528" y="1709551"/>
                  </a:lnTo>
                  <a:lnTo>
                    <a:pt x="1593520" y="1709551"/>
                  </a:lnTo>
                  <a:lnTo>
                    <a:pt x="1593513" y="1709550"/>
                  </a:lnTo>
                  <a:lnTo>
                    <a:pt x="1593507" y="1709549"/>
                  </a:lnTo>
                  <a:lnTo>
                    <a:pt x="1593497" y="1709546"/>
                  </a:lnTo>
                  <a:lnTo>
                    <a:pt x="1593488" y="1709544"/>
                  </a:lnTo>
                  <a:lnTo>
                    <a:pt x="1593478" y="1709542"/>
                  </a:lnTo>
                  <a:lnTo>
                    <a:pt x="1593472" y="1709542"/>
                  </a:lnTo>
                  <a:lnTo>
                    <a:pt x="1593466" y="1709544"/>
                  </a:lnTo>
                  <a:lnTo>
                    <a:pt x="1593462" y="1709547"/>
                  </a:lnTo>
                  <a:lnTo>
                    <a:pt x="1593456" y="1709550"/>
                  </a:lnTo>
                  <a:lnTo>
                    <a:pt x="1593452" y="1709555"/>
                  </a:lnTo>
                  <a:lnTo>
                    <a:pt x="1593444" y="1709561"/>
                  </a:lnTo>
                  <a:lnTo>
                    <a:pt x="1593436" y="1709564"/>
                  </a:lnTo>
                  <a:lnTo>
                    <a:pt x="1593426" y="1709566"/>
                  </a:lnTo>
                  <a:lnTo>
                    <a:pt x="1593420" y="1709566"/>
                  </a:lnTo>
                  <a:lnTo>
                    <a:pt x="1593412" y="1709563"/>
                  </a:lnTo>
                  <a:lnTo>
                    <a:pt x="1593405" y="1709557"/>
                  </a:lnTo>
                  <a:lnTo>
                    <a:pt x="1593401" y="1709553"/>
                  </a:lnTo>
                  <a:lnTo>
                    <a:pt x="1593395" y="1709548"/>
                  </a:lnTo>
                  <a:lnTo>
                    <a:pt x="1593389" y="1709544"/>
                  </a:lnTo>
                  <a:lnTo>
                    <a:pt x="1593385" y="1709541"/>
                  </a:lnTo>
                  <a:lnTo>
                    <a:pt x="1593376" y="1709536"/>
                  </a:lnTo>
                  <a:lnTo>
                    <a:pt x="1593369" y="1709533"/>
                  </a:lnTo>
                  <a:lnTo>
                    <a:pt x="1593364" y="1709530"/>
                  </a:lnTo>
                  <a:lnTo>
                    <a:pt x="1593360" y="1709527"/>
                  </a:lnTo>
                  <a:lnTo>
                    <a:pt x="1593354" y="1709521"/>
                  </a:lnTo>
                  <a:lnTo>
                    <a:pt x="1593347" y="1709515"/>
                  </a:lnTo>
                  <a:lnTo>
                    <a:pt x="1593341" y="1709511"/>
                  </a:lnTo>
                  <a:lnTo>
                    <a:pt x="1593337" y="1709508"/>
                  </a:lnTo>
                  <a:lnTo>
                    <a:pt x="1593331" y="1709503"/>
                  </a:lnTo>
                  <a:lnTo>
                    <a:pt x="1593326" y="1709499"/>
                  </a:lnTo>
                  <a:lnTo>
                    <a:pt x="1593322" y="1709496"/>
                  </a:lnTo>
                  <a:lnTo>
                    <a:pt x="1593315" y="1709491"/>
                  </a:lnTo>
                  <a:lnTo>
                    <a:pt x="1593310" y="1709487"/>
                  </a:lnTo>
                  <a:lnTo>
                    <a:pt x="1593305" y="1709484"/>
                  </a:lnTo>
                  <a:lnTo>
                    <a:pt x="1593299" y="1709479"/>
                  </a:lnTo>
                  <a:lnTo>
                    <a:pt x="1593294" y="1709475"/>
                  </a:lnTo>
                  <a:lnTo>
                    <a:pt x="1593289" y="1709470"/>
                  </a:lnTo>
                  <a:lnTo>
                    <a:pt x="1593284" y="1709465"/>
                  </a:lnTo>
                  <a:lnTo>
                    <a:pt x="1593280" y="1709460"/>
                  </a:lnTo>
                  <a:lnTo>
                    <a:pt x="1593277" y="1709456"/>
                  </a:lnTo>
                  <a:lnTo>
                    <a:pt x="1593272" y="1709450"/>
                  </a:lnTo>
                  <a:lnTo>
                    <a:pt x="1593269" y="1709445"/>
                  </a:lnTo>
                  <a:lnTo>
                    <a:pt x="1593266" y="1709441"/>
                  </a:lnTo>
                  <a:lnTo>
                    <a:pt x="1593262" y="1709435"/>
                  </a:lnTo>
                  <a:lnTo>
                    <a:pt x="1593258" y="1709428"/>
                  </a:lnTo>
                  <a:lnTo>
                    <a:pt x="1593256" y="1709420"/>
                  </a:lnTo>
                  <a:lnTo>
                    <a:pt x="1593255" y="1709413"/>
                  </a:lnTo>
                  <a:lnTo>
                    <a:pt x="1593255" y="1709405"/>
                  </a:lnTo>
                  <a:lnTo>
                    <a:pt x="1593242" y="1709400"/>
                  </a:lnTo>
                  <a:lnTo>
                    <a:pt x="1593235" y="1709398"/>
                  </a:lnTo>
                  <a:lnTo>
                    <a:pt x="1593223" y="1709395"/>
                  </a:lnTo>
                  <a:lnTo>
                    <a:pt x="1593215" y="1709394"/>
                  </a:lnTo>
                  <a:lnTo>
                    <a:pt x="1593210" y="1709393"/>
                  </a:lnTo>
                  <a:lnTo>
                    <a:pt x="1593204" y="1709391"/>
                  </a:lnTo>
                  <a:lnTo>
                    <a:pt x="1593197" y="1709391"/>
                  </a:lnTo>
                  <a:lnTo>
                    <a:pt x="1593189" y="1709392"/>
                  </a:lnTo>
                  <a:lnTo>
                    <a:pt x="1593184" y="1709394"/>
                  </a:lnTo>
                  <a:lnTo>
                    <a:pt x="1593179" y="1709397"/>
                  </a:lnTo>
                  <a:lnTo>
                    <a:pt x="1593173" y="1709401"/>
                  </a:lnTo>
                  <a:lnTo>
                    <a:pt x="1593166" y="1709408"/>
                  </a:lnTo>
                  <a:lnTo>
                    <a:pt x="1593162" y="1709414"/>
                  </a:lnTo>
                  <a:lnTo>
                    <a:pt x="1593159" y="1709419"/>
                  </a:lnTo>
                  <a:lnTo>
                    <a:pt x="1593155" y="1709424"/>
                  </a:lnTo>
                  <a:lnTo>
                    <a:pt x="1593149" y="1709430"/>
                  </a:lnTo>
                  <a:lnTo>
                    <a:pt x="1593142" y="1709433"/>
                  </a:lnTo>
                  <a:lnTo>
                    <a:pt x="1593138" y="1709435"/>
                  </a:lnTo>
                  <a:lnTo>
                    <a:pt x="1593132" y="1709438"/>
                  </a:lnTo>
                  <a:lnTo>
                    <a:pt x="1593124" y="1709440"/>
                  </a:lnTo>
                  <a:lnTo>
                    <a:pt x="1593118" y="1709441"/>
                  </a:lnTo>
                  <a:lnTo>
                    <a:pt x="1593109" y="1709440"/>
                  </a:lnTo>
                  <a:lnTo>
                    <a:pt x="1593101" y="1709438"/>
                  </a:lnTo>
                  <a:lnTo>
                    <a:pt x="1593092" y="1709436"/>
                  </a:lnTo>
                  <a:lnTo>
                    <a:pt x="1593084" y="1709433"/>
                  </a:lnTo>
                  <a:lnTo>
                    <a:pt x="1593075" y="1709435"/>
                  </a:lnTo>
                  <a:lnTo>
                    <a:pt x="1593067" y="1709437"/>
                  </a:lnTo>
                  <a:lnTo>
                    <a:pt x="1593059" y="1709438"/>
                  </a:lnTo>
                  <a:lnTo>
                    <a:pt x="1593051" y="1709438"/>
                  </a:lnTo>
                  <a:lnTo>
                    <a:pt x="1593044" y="1709438"/>
                  </a:lnTo>
                  <a:lnTo>
                    <a:pt x="1593038" y="1709437"/>
                  </a:lnTo>
                  <a:lnTo>
                    <a:pt x="1593030" y="1709437"/>
                  </a:lnTo>
                  <a:lnTo>
                    <a:pt x="1593021" y="1709437"/>
                  </a:lnTo>
                  <a:lnTo>
                    <a:pt x="1593014" y="1709438"/>
                  </a:lnTo>
                  <a:lnTo>
                    <a:pt x="1593009" y="1709439"/>
                  </a:lnTo>
                  <a:lnTo>
                    <a:pt x="1593004" y="1709438"/>
                  </a:lnTo>
                  <a:lnTo>
                    <a:pt x="1592998" y="1709434"/>
                  </a:lnTo>
                  <a:lnTo>
                    <a:pt x="1592992" y="1709428"/>
                  </a:lnTo>
                  <a:lnTo>
                    <a:pt x="1592987" y="1709419"/>
                  </a:lnTo>
                  <a:lnTo>
                    <a:pt x="1592984" y="1709409"/>
                  </a:lnTo>
                  <a:lnTo>
                    <a:pt x="1592981" y="1709401"/>
                  </a:lnTo>
                  <a:lnTo>
                    <a:pt x="1592977" y="1709391"/>
                  </a:lnTo>
                  <a:lnTo>
                    <a:pt x="1592972" y="1709385"/>
                  </a:lnTo>
                  <a:lnTo>
                    <a:pt x="1592968" y="1709381"/>
                  </a:lnTo>
                  <a:lnTo>
                    <a:pt x="1592963" y="1709379"/>
                  </a:lnTo>
                  <a:lnTo>
                    <a:pt x="1592956" y="1709377"/>
                  </a:lnTo>
                  <a:lnTo>
                    <a:pt x="1592951" y="1709375"/>
                  </a:lnTo>
                  <a:lnTo>
                    <a:pt x="1592946" y="1709373"/>
                  </a:lnTo>
                  <a:lnTo>
                    <a:pt x="1592940" y="1709371"/>
                  </a:lnTo>
                  <a:lnTo>
                    <a:pt x="1592933" y="1709367"/>
                  </a:lnTo>
                  <a:lnTo>
                    <a:pt x="1592927" y="1709353"/>
                  </a:lnTo>
                  <a:lnTo>
                    <a:pt x="1592923" y="1709346"/>
                  </a:lnTo>
                  <a:lnTo>
                    <a:pt x="1592923" y="1709334"/>
                  </a:lnTo>
                  <a:lnTo>
                    <a:pt x="1592924" y="1709321"/>
                  </a:lnTo>
                  <a:lnTo>
                    <a:pt x="1592929" y="1709312"/>
                  </a:lnTo>
                  <a:lnTo>
                    <a:pt x="1592926" y="1709292"/>
                  </a:lnTo>
                  <a:lnTo>
                    <a:pt x="1592924" y="1709275"/>
                  </a:lnTo>
                  <a:lnTo>
                    <a:pt x="1592929" y="1709260"/>
                  </a:lnTo>
                  <a:lnTo>
                    <a:pt x="1592933" y="1709253"/>
                  </a:lnTo>
                  <a:lnTo>
                    <a:pt x="1592915" y="1709237"/>
                  </a:lnTo>
                  <a:lnTo>
                    <a:pt x="1592912" y="1709222"/>
                  </a:lnTo>
                  <a:lnTo>
                    <a:pt x="1592908" y="1709195"/>
                  </a:lnTo>
                  <a:lnTo>
                    <a:pt x="1592891" y="1709180"/>
                  </a:lnTo>
                  <a:lnTo>
                    <a:pt x="1592875" y="1709164"/>
                  </a:lnTo>
                  <a:lnTo>
                    <a:pt x="1592872" y="1709150"/>
                  </a:lnTo>
                  <a:lnTo>
                    <a:pt x="1592849" y="1709153"/>
                  </a:lnTo>
                  <a:lnTo>
                    <a:pt x="1592825" y="1709159"/>
                  </a:lnTo>
                  <a:lnTo>
                    <a:pt x="1592801" y="1709156"/>
                  </a:lnTo>
                  <a:lnTo>
                    <a:pt x="1592787" y="1709152"/>
                  </a:lnTo>
                  <a:lnTo>
                    <a:pt x="1592771" y="1709146"/>
                  </a:lnTo>
                  <a:lnTo>
                    <a:pt x="1592756" y="1709139"/>
                  </a:lnTo>
                  <a:lnTo>
                    <a:pt x="1592747" y="1709131"/>
                  </a:lnTo>
                  <a:lnTo>
                    <a:pt x="1592747" y="1709123"/>
                  </a:lnTo>
                  <a:lnTo>
                    <a:pt x="1592748" y="1709117"/>
                  </a:lnTo>
                  <a:lnTo>
                    <a:pt x="1592747" y="1709109"/>
                  </a:lnTo>
                  <a:lnTo>
                    <a:pt x="1592745" y="1709097"/>
                  </a:lnTo>
                  <a:lnTo>
                    <a:pt x="1592743" y="1709090"/>
                  </a:lnTo>
                  <a:lnTo>
                    <a:pt x="1592741" y="1709083"/>
                  </a:lnTo>
                  <a:lnTo>
                    <a:pt x="1592739" y="1709077"/>
                  </a:lnTo>
                  <a:lnTo>
                    <a:pt x="1592736" y="1709070"/>
                  </a:lnTo>
                  <a:lnTo>
                    <a:pt x="1592738" y="1709063"/>
                  </a:lnTo>
                  <a:lnTo>
                    <a:pt x="1592744" y="1709058"/>
                  </a:lnTo>
                  <a:lnTo>
                    <a:pt x="1592750" y="1709053"/>
                  </a:lnTo>
                  <a:lnTo>
                    <a:pt x="1592759" y="1709046"/>
                  </a:lnTo>
                  <a:lnTo>
                    <a:pt x="1592764" y="1709043"/>
                  </a:lnTo>
                  <a:lnTo>
                    <a:pt x="1592770" y="1709038"/>
                  </a:lnTo>
                  <a:lnTo>
                    <a:pt x="1592777" y="1709034"/>
                  </a:lnTo>
                  <a:lnTo>
                    <a:pt x="1592784" y="1709028"/>
                  </a:lnTo>
                  <a:lnTo>
                    <a:pt x="1592790" y="1709021"/>
                  </a:lnTo>
                  <a:lnTo>
                    <a:pt x="1592795" y="1709017"/>
                  </a:lnTo>
                  <a:lnTo>
                    <a:pt x="1592800" y="1709011"/>
                  </a:lnTo>
                  <a:lnTo>
                    <a:pt x="1592800" y="1709001"/>
                  </a:lnTo>
                  <a:lnTo>
                    <a:pt x="1592799" y="1708993"/>
                  </a:lnTo>
                  <a:lnTo>
                    <a:pt x="1592799" y="1708986"/>
                  </a:lnTo>
                  <a:lnTo>
                    <a:pt x="1592798" y="1708972"/>
                  </a:lnTo>
                  <a:lnTo>
                    <a:pt x="1592797" y="1708964"/>
                  </a:lnTo>
                  <a:lnTo>
                    <a:pt x="1592797" y="1708957"/>
                  </a:lnTo>
                  <a:lnTo>
                    <a:pt x="1592795" y="1708951"/>
                  </a:lnTo>
                  <a:lnTo>
                    <a:pt x="1592793" y="1708945"/>
                  </a:lnTo>
                  <a:lnTo>
                    <a:pt x="1592790" y="1708938"/>
                  </a:lnTo>
                  <a:lnTo>
                    <a:pt x="1592786" y="1708931"/>
                  </a:lnTo>
                  <a:lnTo>
                    <a:pt x="1592782" y="1708922"/>
                  </a:lnTo>
                  <a:lnTo>
                    <a:pt x="1592778" y="1708916"/>
                  </a:lnTo>
                  <a:lnTo>
                    <a:pt x="1592773" y="1708910"/>
                  </a:lnTo>
                  <a:lnTo>
                    <a:pt x="1592768" y="1708903"/>
                  </a:lnTo>
                  <a:lnTo>
                    <a:pt x="1592764" y="1708898"/>
                  </a:lnTo>
                  <a:lnTo>
                    <a:pt x="1592760" y="1708894"/>
                  </a:lnTo>
                  <a:lnTo>
                    <a:pt x="1592753" y="1708887"/>
                  </a:lnTo>
                  <a:lnTo>
                    <a:pt x="1592742" y="1708874"/>
                  </a:lnTo>
                  <a:lnTo>
                    <a:pt x="1592737" y="1708867"/>
                  </a:lnTo>
                  <a:lnTo>
                    <a:pt x="1592732" y="1708861"/>
                  </a:lnTo>
                  <a:lnTo>
                    <a:pt x="1592728" y="1708854"/>
                  </a:lnTo>
                  <a:lnTo>
                    <a:pt x="1592724" y="1708845"/>
                  </a:lnTo>
                  <a:lnTo>
                    <a:pt x="1592722" y="1708838"/>
                  </a:lnTo>
                  <a:lnTo>
                    <a:pt x="1592721" y="1708829"/>
                  </a:lnTo>
                  <a:lnTo>
                    <a:pt x="1592721" y="1708822"/>
                  </a:lnTo>
                  <a:lnTo>
                    <a:pt x="1592720" y="1708810"/>
                  </a:lnTo>
                  <a:lnTo>
                    <a:pt x="1592719" y="1708799"/>
                  </a:lnTo>
                  <a:lnTo>
                    <a:pt x="1592719" y="1708790"/>
                  </a:lnTo>
                  <a:lnTo>
                    <a:pt x="1592718" y="1708781"/>
                  </a:lnTo>
                  <a:lnTo>
                    <a:pt x="1592716" y="1708773"/>
                  </a:lnTo>
                  <a:lnTo>
                    <a:pt x="1592713" y="1708764"/>
                  </a:lnTo>
                  <a:lnTo>
                    <a:pt x="1592710" y="1708753"/>
                  </a:lnTo>
                  <a:lnTo>
                    <a:pt x="1592706" y="1708744"/>
                  </a:lnTo>
                  <a:lnTo>
                    <a:pt x="1592703" y="1708739"/>
                  </a:lnTo>
                  <a:lnTo>
                    <a:pt x="1592701" y="1708734"/>
                  </a:lnTo>
                  <a:lnTo>
                    <a:pt x="1592698" y="1708728"/>
                  </a:lnTo>
                  <a:lnTo>
                    <a:pt x="1592695" y="1708719"/>
                  </a:lnTo>
                  <a:lnTo>
                    <a:pt x="1592691" y="1708717"/>
                  </a:lnTo>
                  <a:lnTo>
                    <a:pt x="1592686" y="1708717"/>
                  </a:lnTo>
                  <a:lnTo>
                    <a:pt x="1592680" y="1708717"/>
                  </a:lnTo>
                  <a:lnTo>
                    <a:pt x="1592673" y="1708719"/>
                  </a:lnTo>
                  <a:lnTo>
                    <a:pt x="1592666" y="1708722"/>
                  </a:lnTo>
                  <a:lnTo>
                    <a:pt x="1592661" y="1708724"/>
                  </a:lnTo>
                  <a:lnTo>
                    <a:pt x="1592654" y="1708727"/>
                  </a:lnTo>
                  <a:lnTo>
                    <a:pt x="1592647" y="1708729"/>
                  </a:lnTo>
                  <a:lnTo>
                    <a:pt x="1592642" y="1708730"/>
                  </a:lnTo>
                  <a:lnTo>
                    <a:pt x="1592637" y="1708731"/>
                  </a:lnTo>
                  <a:lnTo>
                    <a:pt x="1592631" y="1708732"/>
                  </a:lnTo>
                  <a:lnTo>
                    <a:pt x="1592625" y="1708732"/>
                  </a:lnTo>
                  <a:lnTo>
                    <a:pt x="1592620" y="1708732"/>
                  </a:lnTo>
                  <a:lnTo>
                    <a:pt x="1592612" y="1708732"/>
                  </a:lnTo>
                  <a:lnTo>
                    <a:pt x="1592604" y="1708733"/>
                  </a:lnTo>
                  <a:lnTo>
                    <a:pt x="1592597" y="1708734"/>
                  </a:lnTo>
                  <a:lnTo>
                    <a:pt x="1592589" y="1708736"/>
                  </a:lnTo>
                  <a:lnTo>
                    <a:pt x="1592582" y="1708737"/>
                  </a:lnTo>
                  <a:lnTo>
                    <a:pt x="1592574" y="1708738"/>
                  </a:lnTo>
                  <a:lnTo>
                    <a:pt x="1592567" y="1708737"/>
                  </a:lnTo>
                  <a:lnTo>
                    <a:pt x="1592560" y="1708737"/>
                  </a:lnTo>
                  <a:lnTo>
                    <a:pt x="1592554" y="1708735"/>
                  </a:lnTo>
                  <a:lnTo>
                    <a:pt x="1592547" y="1708734"/>
                  </a:lnTo>
                  <a:lnTo>
                    <a:pt x="1592541" y="1708733"/>
                  </a:lnTo>
                  <a:lnTo>
                    <a:pt x="1592533" y="1708731"/>
                  </a:lnTo>
                  <a:lnTo>
                    <a:pt x="1592528" y="1708730"/>
                  </a:lnTo>
                  <a:lnTo>
                    <a:pt x="1592522" y="1708730"/>
                  </a:lnTo>
                  <a:lnTo>
                    <a:pt x="1592516" y="1708731"/>
                  </a:lnTo>
                  <a:lnTo>
                    <a:pt x="1592509" y="1708732"/>
                  </a:lnTo>
                  <a:lnTo>
                    <a:pt x="1592503" y="1708733"/>
                  </a:lnTo>
                  <a:lnTo>
                    <a:pt x="1592496" y="1708733"/>
                  </a:lnTo>
                  <a:lnTo>
                    <a:pt x="1592487" y="1708732"/>
                  </a:lnTo>
                  <a:lnTo>
                    <a:pt x="1592478" y="1708730"/>
                  </a:lnTo>
                  <a:lnTo>
                    <a:pt x="1592465" y="1708727"/>
                  </a:lnTo>
                  <a:lnTo>
                    <a:pt x="1592458" y="1708724"/>
                  </a:lnTo>
                  <a:lnTo>
                    <a:pt x="1592453" y="1708721"/>
                  </a:lnTo>
                  <a:lnTo>
                    <a:pt x="1592448" y="1708719"/>
                  </a:lnTo>
                  <a:lnTo>
                    <a:pt x="1592441" y="1708720"/>
                  </a:lnTo>
                  <a:lnTo>
                    <a:pt x="1592434" y="1708723"/>
                  </a:lnTo>
                  <a:lnTo>
                    <a:pt x="1592428" y="1708726"/>
                  </a:lnTo>
                  <a:lnTo>
                    <a:pt x="1592420" y="1708732"/>
                  </a:lnTo>
                  <a:lnTo>
                    <a:pt x="1592412" y="1708736"/>
                  </a:lnTo>
                  <a:lnTo>
                    <a:pt x="1592408" y="1708738"/>
                  </a:lnTo>
                  <a:lnTo>
                    <a:pt x="1592402" y="1708740"/>
                  </a:lnTo>
                  <a:lnTo>
                    <a:pt x="1592380" y="1708739"/>
                  </a:lnTo>
                  <a:lnTo>
                    <a:pt x="1592364" y="1708736"/>
                  </a:lnTo>
                  <a:lnTo>
                    <a:pt x="1592357" y="1708732"/>
                  </a:lnTo>
                  <a:lnTo>
                    <a:pt x="1592352" y="1708729"/>
                  </a:lnTo>
                  <a:lnTo>
                    <a:pt x="1592345" y="1708726"/>
                  </a:lnTo>
                  <a:lnTo>
                    <a:pt x="1592337" y="1708723"/>
                  </a:lnTo>
                  <a:lnTo>
                    <a:pt x="1592330" y="1708720"/>
                  </a:lnTo>
                  <a:lnTo>
                    <a:pt x="1592323" y="1708716"/>
                  </a:lnTo>
                  <a:lnTo>
                    <a:pt x="1592318" y="1708712"/>
                  </a:lnTo>
                  <a:lnTo>
                    <a:pt x="1592313" y="1708705"/>
                  </a:lnTo>
                  <a:lnTo>
                    <a:pt x="1592311" y="1708698"/>
                  </a:lnTo>
                  <a:lnTo>
                    <a:pt x="1592310" y="1708689"/>
                  </a:lnTo>
                  <a:lnTo>
                    <a:pt x="1592311" y="1708682"/>
                  </a:lnTo>
                  <a:lnTo>
                    <a:pt x="1592311" y="1708676"/>
                  </a:lnTo>
                  <a:lnTo>
                    <a:pt x="1592238" y="1708613"/>
                  </a:lnTo>
                  <a:lnTo>
                    <a:pt x="1592196" y="1708579"/>
                  </a:lnTo>
                  <a:lnTo>
                    <a:pt x="1592176" y="1708547"/>
                  </a:lnTo>
                  <a:lnTo>
                    <a:pt x="1592171" y="1708544"/>
                  </a:lnTo>
                  <a:lnTo>
                    <a:pt x="1592164" y="1708538"/>
                  </a:lnTo>
                  <a:lnTo>
                    <a:pt x="1592156" y="1708532"/>
                  </a:lnTo>
                  <a:lnTo>
                    <a:pt x="1592152" y="1708528"/>
                  </a:lnTo>
                  <a:lnTo>
                    <a:pt x="1592145" y="1708523"/>
                  </a:lnTo>
                  <a:lnTo>
                    <a:pt x="1592140" y="1708518"/>
                  </a:lnTo>
                  <a:lnTo>
                    <a:pt x="1592136" y="1708513"/>
                  </a:lnTo>
                  <a:lnTo>
                    <a:pt x="1592130" y="1708508"/>
                  </a:lnTo>
                  <a:lnTo>
                    <a:pt x="1592123" y="1708501"/>
                  </a:lnTo>
                  <a:lnTo>
                    <a:pt x="1592116" y="1708494"/>
                  </a:lnTo>
                  <a:lnTo>
                    <a:pt x="1592109" y="1708489"/>
                  </a:lnTo>
                  <a:lnTo>
                    <a:pt x="1592104" y="1708485"/>
                  </a:lnTo>
                  <a:lnTo>
                    <a:pt x="1592099" y="1708481"/>
                  </a:lnTo>
                  <a:lnTo>
                    <a:pt x="1592094" y="1708476"/>
                  </a:lnTo>
                  <a:lnTo>
                    <a:pt x="1592086" y="1708469"/>
                  </a:lnTo>
                  <a:lnTo>
                    <a:pt x="1592082" y="1708463"/>
                  </a:lnTo>
                  <a:lnTo>
                    <a:pt x="1592078" y="1708458"/>
                  </a:lnTo>
                  <a:lnTo>
                    <a:pt x="1592074" y="1708450"/>
                  </a:lnTo>
                  <a:lnTo>
                    <a:pt x="1592071" y="1708441"/>
                  </a:lnTo>
                  <a:lnTo>
                    <a:pt x="1592026" y="1708363"/>
                  </a:lnTo>
                  <a:lnTo>
                    <a:pt x="1591974" y="1708256"/>
                  </a:lnTo>
                  <a:lnTo>
                    <a:pt x="1591958" y="1708246"/>
                  </a:lnTo>
                  <a:lnTo>
                    <a:pt x="1591952" y="1708225"/>
                  </a:lnTo>
                  <a:lnTo>
                    <a:pt x="1591948" y="1708202"/>
                  </a:lnTo>
                  <a:lnTo>
                    <a:pt x="1591933" y="1708170"/>
                  </a:lnTo>
                  <a:lnTo>
                    <a:pt x="1591928" y="1708157"/>
                  </a:lnTo>
                  <a:lnTo>
                    <a:pt x="1591920" y="1708146"/>
                  </a:lnTo>
                  <a:lnTo>
                    <a:pt x="1591897" y="1708121"/>
                  </a:lnTo>
                  <a:lnTo>
                    <a:pt x="1591890" y="1708096"/>
                  </a:lnTo>
                  <a:lnTo>
                    <a:pt x="1591876" y="1708075"/>
                  </a:lnTo>
                  <a:lnTo>
                    <a:pt x="1591822" y="1708050"/>
                  </a:lnTo>
                  <a:lnTo>
                    <a:pt x="1591803" y="1708025"/>
                  </a:lnTo>
                  <a:lnTo>
                    <a:pt x="1591762" y="1708013"/>
                  </a:lnTo>
                  <a:lnTo>
                    <a:pt x="1591748" y="1707989"/>
                  </a:lnTo>
                  <a:lnTo>
                    <a:pt x="1591730" y="1707957"/>
                  </a:lnTo>
                  <a:lnTo>
                    <a:pt x="1591726" y="1707931"/>
                  </a:lnTo>
                  <a:lnTo>
                    <a:pt x="1591725" y="1707899"/>
                  </a:lnTo>
                  <a:lnTo>
                    <a:pt x="1591725" y="1707873"/>
                  </a:lnTo>
                  <a:lnTo>
                    <a:pt x="1591738" y="1707843"/>
                  </a:lnTo>
                  <a:lnTo>
                    <a:pt x="1591732" y="1707813"/>
                  </a:lnTo>
                  <a:lnTo>
                    <a:pt x="1591729" y="1707807"/>
                  </a:lnTo>
                  <a:lnTo>
                    <a:pt x="1591724" y="1707801"/>
                  </a:lnTo>
                  <a:lnTo>
                    <a:pt x="1591717" y="1707797"/>
                  </a:lnTo>
                  <a:lnTo>
                    <a:pt x="1591709" y="1707795"/>
                  </a:lnTo>
                  <a:lnTo>
                    <a:pt x="1591704" y="1707795"/>
                  </a:lnTo>
                  <a:lnTo>
                    <a:pt x="1591698" y="1707794"/>
                  </a:lnTo>
                  <a:lnTo>
                    <a:pt x="1591691" y="1707791"/>
                  </a:lnTo>
                  <a:lnTo>
                    <a:pt x="1591685" y="1707786"/>
                  </a:lnTo>
                  <a:lnTo>
                    <a:pt x="1591681" y="1707783"/>
                  </a:lnTo>
                  <a:lnTo>
                    <a:pt x="1591674" y="1707777"/>
                  </a:lnTo>
                  <a:lnTo>
                    <a:pt x="1591668" y="1707772"/>
                  </a:lnTo>
                  <a:lnTo>
                    <a:pt x="1591660" y="1707766"/>
                  </a:lnTo>
                  <a:lnTo>
                    <a:pt x="1591654" y="1707761"/>
                  </a:lnTo>
                  <a:lnTo>
                    <a:pt x="1591650" y="1707757"/>
                  </a:lnTo>
                  <a:lnTo>
                    <a:pt x="1591644" y="1707752"/>
                  </a:lnTo>
                  <a:lnTo>
                    <a:pt x="1591637" y="1707749"/>
                  </a:lnTo>
                  <a:lnTo>
                    <a:pt x="1591631" y="1707750"/>
                  </a:lnTo>
                  <a:lnTo>
                    <a:pt x="1591624" y="1707754"/>
                  </a:lnTo>
                  <a:lnTo>
                    <a:pt x="1591618" y="1707757"/>
                  </a:lnTo>
                  <a:lnTo>
                    <a:pt x="1591612" y="1707757"/>
                  </a:lnTo>
                  <a:lnTo>
                    <a:pt x="1591606" y="1707755"/>
                  </a:lnTo>
                  <a:lnTo>
                    <a:pt x="1591602" y="1707753"/>
                  </a:lnTo>
                  <a:lnTo>
                    <a:pt x="1591596" y="1707750"/>
                  </a:lnTo>
                  <a:lnTo>
                    <a:pt x="1591592" y="1707749"/>
                  </a:lnTo>
                  <a:lnTo>
                    <a:pt x="1591586" y="1707748"/>
                  </a:lnTo>
                  <a:lnTo>
                    <a:pt x="1591581" y="1707748"/>
                  </a:lnTo>
                  <a:lnTo>
                    <a:pt x="1591574" y="1707749"/>
                  </a:lnTo>
                  <a:lnTo>
                    <a:pt x="1591568" y="1707751"/>
                  </a:lnTo>
                  <a:lnTo>
                    <a:pt x="1591563" y="1707753"/>
                  </a:lnTo>
                  <a:lnTo>
                    <a:pt x="1591557" y="1707755"/>
                  </a:lnTo>
                  <a:lnTo>
                    <a:pt x="1591551" y="1707756"/>
                  </a:lnTo>
                  <a:lnTo>
                    <a:pt x="1591544" y="1707755"/>
                  </a:lnTo>
                  <a:lnTo>
                    <a:pt x="1591537" y="1707754"/>
                  </a:lnTo>
                  <a:lnTo>
                    <a:pt x="1591530" y="1707752"/>
                  </a:lnTo>
                  <a:lnTo>
                    <a:pt x="1591522" y="1707751"/>
                  </a:lnTo>
                  <a:lnTo>
                    <a:pt x="1591510" y="1707749"/>
                  </a:lnTo>
                  <a:lnTo>
                    <a:pt x="1591501" y="1707748"/>
                  </a:lnTo>
                  <a:lnTo>
                    <a:pt x="1591492" y="1707746"/>
                  </a:lnTo>
                  <a:lnTo>
                    <a:pt x="1591485" y="1707746"/>
                  </a:lnTo>
                  <a:lnTo>
                    <a:pt x="1591479" y="1707748"/>
                  </a:lnTo>
                  <a:lnTo>
                    <a:pt x="1591470" y="1707751"/>
                  </a:lnTo>
                  <a:lnTo>
                    <a:pt x="1591464" y="1707753"/>
                  </a:lnTo>
                  <a:lnTo>
                    <a:pt x="1591457" y="1707753"/>
                  </a:lnTo>
                  <a:lnTo>
                    <a:pt x="1591451" y="1707755"/>
                  </a:lnTo>
                  <a:lnTo>
                    <a:pt x="1591445" y="1707756"/>
                  </a:lnTo>
                  <a:lnTo>
                    <a:pt x="1591436" y="1707758"/>
                  </a:lnTo>
                  <a:lnTo>
                    <a:pt x="1591431" y="1707758"/>
                  </a:lnTo>
                  <a:lnTo>
                    <a:pt x="1591425" y="1707759"/>
                  </a:lnTo>
                  <a:lnTo>
                    <a:pt x="1591418" y="1707759"/>
                  </a:lnTo>
                  <a:lnTo>
                    <a:pt x="1591410" y="1707758"/>
                  </a:lnTo>
                  <a:lnTo>
                    <a:pt x="1591404" y="1707755"/>
                  </a:lnTo>
                  <a:lnTo>
                    <a:pt x="1591399" y="1707753"/>
                  </a:lnTo>
                  <a:lnTo>
                    <a:pt x="1591392" y="1707749"/>
                  </a:lnTo>
                  <a:lnTo>
                    <a:pt x="1591382" y="1707743"/>
                  </a:lnTo>
                  <a:lnTo>
                    <a:pt x="1591375" y="1707739"/>
                  </a:lnTo>
                  <a:lnTo>
                    <a:pt x="1591370" y="1707735"/>
                  </a:lnTo>
                  <a:lnTo>
                    <a:pt x="1591363" y="1707730"/>
                  </a:lnTo>
                  <a:lnTo>
                    <a:pt x="1591357" y="1707725"/>
                  </a:lnTo>
                  <a:lnTo>
                    <a:pt x="1591352" y="1707721"/>
                  </a:lnTo>
                  <a:lnTo>
                    <a:pt x="1591346" y="1707715"/>
                  </a:lnTo>
                  <a:lnTo>
                    <a:pt x="1591342" y="1707711"/>
                  </a:lnTo>
                  <a:lnTo>
                    <a:pt x="1591338" y="1707705"/>
                  </a:lnTo>
                  <a:lnTo>
                    <a:pt x="1591332" y="1707698"/>
                  </a:lnTo>
                  <a:lnTo>
                    <a:pt x="1591328" y="1707694"/>
                  </a:lnTo>
                  <a:lnTo>
                    <a:pt x="1591323" y="1707689"/>
                  </a:lnTo>
                  <a:lnTo>
                    <a:pt x="1591317" y="1707686"/>
                  </a:lnTo>
                  <a:lnTo>
                    <a:pt x="1591310" y="1707684"/>
                  </a:lnTo>
                  <a:lnTo>
                    <a:pt x="1591302" y="1707683"/>
                  </a:lnTo>
                  <a:lnTo>
                    <a:pt x="1591291" y="1707684"/>
                  </a:lnTo>
                  <a:lnTo>
                    <a:pt x="1591284" y="1707686"/>
                  </a:lnTo>
                  <a:lnTo>
                    <a:pt x="1591277" y="1707689"/>
                  </a:lnTo>
                  <a:lnTo>
                    <a:pt x="1591271" y="1707692"/>
                  </a:lnTo>
                  <a:lnTo>
                    <a:pt x="1591267" y="1707695"/>
                  </a:lnTo>
                  <a:lnTo>
                    <a:pt x="1591260" y="1707700"/>
                  </a:lnTo>
                  <a:lnTo>
                    <a:pt x="1591252" y="1707708"/>
                  </a:lnTo>
                  <a:lnTo>
                    <a:pt x="1591247" y="1707712"/>
                  </a:lnTo>
                  <a:lnTo>
                    <a:pt x="1591242" y="1707714"/>
                  </a:lnTo>
                  <a:lnTo>
                    <a:pt x="1591235" y="1707719"/>
                  </a:lnTo>
                  <a:lnTo>
                    <a:pt x="1591228" y="1707724"/>
                  </a:lnTo>
                  <a:lnTo>
                    <a:pt x="1591221" y="1707731"/>
                  </a:lnTo>
                  <a:lnTo>
                    <a:pt x="1591217" y="1707739"/>
                  </a:lnTo>
                  <a:lnTo>
                    <a:pt x="1591213" y="1707744"/>
                  </a:lnTo>
                  <a:lnTo>
                    <a:pt x="1591205" y="1707748"/>
                  </a:lnTo>
                  <a:lnTo>
                    <a:pt x="1591198" y="1707751"/>
                  </a:lnTo>
                  <a:lnTo>
                    <a:pt x="1591189" y="1707751"/>
                  </a:lnTo>
                  <a:lnTo>
                    <a:pt x="1591181" y="1707749"/>
                  </a:lnTo>
                  <a:lnTo>
                    <a:pt x="1591175" y="1707747"/>
                  </a:lnTo>
                  <a:lnTo>
                    <a:pt x="1591169" y="1707744"/>
                  </a:lnTo>
                  <a:lnTo>
                    <a:pt x="1591161" y="1707741"/>
                  </a:lnTo>
                  <a:lnTo>
                    <a:pt x="1591155" y="1707740"/>
                  </a:lnTo>
                  <a:lnTo>
                    <a:pt x="1591149" y="1707741"/>
                  </a:lnTo>
                  <a:lnTo>
                    <a:pt x="1591144" y="1707741"/>
                  </a:lnTo>
                  <a:lnTo>
                    <a:pt x="1591138" y="1707741"/>
                  </a:lnTo>
                  <a:lnTo>
                    <a:pt x="1591133" y="1707741"/>
                  </a:lnTo>
                  <a:lnTo>
                    <a:pt x="1591128" y="1707739"/>
                  </a:lnTo>
                  <a:lnTo>
                    <a:pt x="1591122" y="1707735"/>
                  </a:lnTo>
                  <a:lnTo>
                    <a:pt x="1591116" y="1707730"/>
                  </a:lnTo>
                  <a:lnTo>
                    <a:pt x="1591110" y="1707724"/>
                  </a:lnTo>
                  <a:lnTo>
                    <a:pt x="1591107" y="1707720"/>
                  </a:lnTo>
                  <a:lnTo>
                    <a:pt x="1591102" y="1707715"/>
                  </a:lnTo>
                  <a:lnTo>
                    <a:pt x="1591099" y="1707710"/>
                  </a:lnTo>
                  <a:lnTo>
                    <a:pt x="1591095" y="1707705"/>
                  </a:lnTo>
                  <a:lnTo>
                    <a:pt x="1591092" y="1707701"/>
                  </a:lnTo>
                  <a:lnTo>
                    <a:pt x="1591089" y="1707695"/>
                  </a:lnTo>
                  <a:lnTo>
                    <a:pt x="1591087" y="1707690"/>
                  </a:lnTo>
                  <a:lnTo>
                    <a:pt x="1591082" y="1707681"/>
                  </a:lnTo>
                  <a:lnTo>
                    <a:pt x="1591079" y="1707675"/>
                  </a:lnTo>
                  <a:lnTo>
                    <a:pt x="1591075" y="1707667"/>
                  </a:lnTo>
                  <a:lnTo>
                    <a:pt x="1591069" y="1707657"/>
                  </a:lnTo>
                  <a:lnTo>
                    <a:pt x="1591065" y="1707653"/>
                  </a:lnTo>
                  <a:lnTo>
                    <a:pt x="1591059" y="1707649"/>
                  </a:lnTo>
                  <a:lnTo>
                    <a:pt x="1591054" y="1707647"/>
                  </a:lnTo>
                  <a:lnTo>
                    <a:pt x="1591049" y="1707644"/>
                  </a:lnTo>
                  <a:lnTo>
                    <a:pt x="1591044" y="1707642"/>
                  </a:lnTo>
                  <a:lnTo>
                    <a:pt x="1591038" y="1707639"/>
                  </a:lnTo>
                  <a:lnTo>
                    <a:pt x="1591032" y="1707636"/>
                  </a:lnTo>
                  <a:lnTo>
                    <a:pt x="1591027" y="1707632"/>
                  </a:lnTo>
                  <a:lnTo>
                    <a:pt x="1591023" y="1707628"/>
                  </a:lnTo>
                  <a:lnTo>
                    <a:pt x="1591019" y="1707621"/>
                  </a:lnTo>
                  <a:lnTo>
                    <a:pt x="1591015" y="1707614"/>
                  </a:lnTo>
                  <a:lnTo>
                    <a:pt x="1591012" y="1707609"/>
                  </a:lnTo>
                  <a:lnTo>
                    <a:pt x="1591008" y="1707604"/>
                  </a:lnTo>
                  <a:lnTo>
                    <a:pt x="1591003" y="1707595"/>
                  </a:lnTo>
                  <a:lnTo>
                    <a:pt x="1591000" y="1707589"/>
                  </a:lnTo>
                  <a:lnTo>
                    <a:pt x="1590997" y="1707583"/>
                  </a:lnTo>
                  <a:lnTo>
                    <a:pt x="1590994" y="1707578"/>
                  </a:lnTo>
                  <a:lnTo>
                    <a:pt x="1590991" y="1707572"/>
                  </a:lnTo>
                  <a:lnTo>
                    <a:pt x="1590988" y="1707565"/>
                  </a:lnTo>
                  <a:lnTo>
                    <a:pt x="1590986" y="1707558"/>
                  </a:lnTo>
                  <a:lnTo>
                    <a:pt x="1590984" y="1707551"/>
                  </a:lnTo>
                  <a:lnTo>
                    <a:pt x="1590981" y="1707545"/>
                  </a:lnTo>
                  <a:lnTo>
                    <a:pt x="1590979" y="1707539"/>
                  </a:lnTo>
                  <a:lnTo>
                    <a:pt x="1590976" y="1707535"/>
                  </a:lnTo>
                  <a:lnTo>
                    <a:pt x="1590972" y="1707528"/>
                  </a:lnTo>
                  <a:lnTo>
                    <a:pt x="1590967" y="1707521"/>
                  </a:lnTo>
                  <a:lnTo>
                    <a:pt x="1590963" y="1707516"/>
                  </a:lnTo>
                  <a:lnTo>
                    <a:pt x="1590959" y="1707511"/>
                  </a:lnTo>
                  <a:lnTo>
                    <a:pt x="1590956" y="1707506"/>
                  </a:lnTo>
                  <a:lnTo>
                    <a:pt x="1590952" y="1707501"/>
                  </a:lnTo>
                  <a:lnTo>
                    <a:pt x="1590947" y="1707495"/>
                  </a:lnTo>
                  <a:lnTo>
                    <a:pt x="1590941" y="1707491"/>
                  </a:lnTo>
                  <a:lnTo>
                    <a:pt x="1590935" y="1707487"/>
                  </a:lnTo>
                  <a:lnTo>
                    <a:pt x="1590926" y="1707485"/>
                  </a:lnTo>
                  <a:lnTo>
                    <a:pt x="1590919" y="1707487"/>
                  </a:lnTo>
                  <a:lnTo>
                    <a:pt x="1590912" y="1707489"/>
                  </a:lnTo>
                  <a:lnTo>
                    <a:pt x="1590906" y="1707492"/>
                  </a:lnTo>
                  <a:lnTo>
                    <a:pt x="1590898" y="1707495"/>
                  </a:lnTo>
                  <a:lnTo>
                    <a:pt x="1590890" y="1707497"/>
                  </a:lnTo>
                  <a:lnTo>
                    <a:pt x="1590882" y="1707497"/>
                  </a:lnTo>
                  <a:lnTo>
                    <a:pt x="1590876" y="1707496"/>
                  </a:lnTo>
                  <a:lnTo>
                    <a:pt x="1590870" y="1707494"/>
                  </a:lnTo>
                  <a:lnTo>
                    <a:pt x="1590864" y="1707492"/>
                  </a:lnTo>
                  <a:lnTo>
                    <a:pt x="1590857" y="1707488"/>
                  </a:lnTo>
                  <a:lnTo>
                    <a:pt x="1590850" y="1707483"/>
                  </a:lnTo>
                  <a:lnTo>
                    <a:pt x="1590843" y="1707479"/>
                  </a:lnTo>
                  <a:lnTo>
                    <a:pt x="1590837" y="1707476"/>
                  </a:lnTo>
                  <a:lnTo>
                    <a:pt x="1590832" y="1707475"/>
                  </a:lnTo>
                  <a:lnTo>
                    <a:pt x="1590824" y="1707473"/>
                  </a:lnTo>
                  <a:lnTo>
                    <a:pt x="1590817" y="1707471"/>
                  </a:lnTo>
                  <a:lnTo>
                    <a:pt x="1590811" y="1707469"/>
                  </a:lnTo>
                  <a:lnTo>
                    <a:pt x="1590805" y="1707467"/>
                  </a:lnTo>
                  <a:lnTo>
                    <a:pt x="1590796" y="1707464"/>
                  </a:lnTo>
                  <a:lnTo>
                    <a:pt x="1590790" y="1707460"/>
                  </a:lnTo>
                  <a:lnTo>
                    <a:pt x="1590782" y="1707455"/>
                  </a:lnTo>
                  <a:lnTo>
                    <a:pt x="1590776" y="1707450"/>
                  </a:lnTo>
                  <a:lnTo>
                    <a:pt x="1590770" y="1707445"/>
                  </a:lnTo>
                  <a:lnTo>
                    <a:pt x="1590763" y="1707439"/>
                  </a:lnTo>
                  <a:lnTo>
                    <a:pt x="1590759" y="1707434"/>
                  </a:lnTo>
                  <a:lnTo>
                    <a:pt x="1590753" y="1707428"/>
                  </a:lnTo>
                  <a:lnTo>
                    <a:pt x="1590744" y="1707421"/>
                  </a:lnTo>
                  <a:lnTo>
                    <a:pt x="1590736" y="1707418"/>
                  </a:lnTo>
                  <a:lnTo>
                    <a:pt x="1590731" y="1707418"/>
                  </a:lnTo>
                  <a:lnTo>
                    <a:pt x="1590724" y="1707421"/>
                  </a:lnTo>
                  <a:lnTo>
                    <a:pt x="1590719" y="1707423"/>
                  </a:lnTo>
                  <a:lnTo>
                    <a:pt x="1590715" y="1707426"/>
                  </a:lnTo>
                  <a:lnTo>
                    <a:pt x="1590706" y="1707430"/>
                  </a:lnTo>
                  <a:lnTo>
                    <a:pt x="1590699" y="1707433"/>
                  </a:lnTo>
                  <a:lnTo>
                    <a:pt x="1590693" y="1707435"/>
                  </a:lnTo>
                  <a:lnTo>
                    <a:pt x="1590687" y="1707436"/>
                  </a:lnTo>
                  <a:lnTo>
                    <a:pt x="1590681" y="1707437"/>
                  </a:lnTo>
                  <a:lnTo>
                    <a:pt x="1590674" y="1707437"/>
                  </a:lnTo>
                  <a:lnTo>
                    <a:pt x="1590667" y="1707436"/>
                  </a:lnTo>
                  <a:lnTo>
                    <a:pt x="1590660" y="1707433"/>
                  </a:lnTo>
                  <a:lnTo>
                    <a:pt x="1590655" y="1707430"/>
                  </a:lnTo>
                  <a:lnTo>
                    <a:pt x="1590651" y="1707427"/>
                  </a:lnTo>
                  <a:lnTo>
                    <a:pt x="1590638" y="1707423"/>
                  </a:lnTo>
                  <a:lnTo>
                    <a:pt x="1590632" y="1707421"/>
                  </a:lnTo>
                  <a:lnTo>
                    <a:pt x="1590626" y="1707419"/>
                  </a:lnTo>
                  <a:lnTo>
                    <a:pt x="1590621" y="1707415"/>
                  </a:lnTo>
                  <a:lnTo>
                    <a:pt x="1590615" y="1707408"/>
                  </a:lnTo>
                  <a:lnTo>
                    <a:pt x="1590610" y="1707399"/>
                  </a:lnTo>
                  <a:lnTo>
                    <a:pt x="1590608" y="1707392"/>
                  </a:lnTo>
                  <a:lnTo>
                    <a:pt x="1590606" y="1707385"/>
                  </a:lnTo>
                  <a:lnTo>
                    <a:pt x="1590604" y="1707373"/>
                  </a:lnTo>
                  <a:lnTo>
                    <a:pt x="1590603" y="1707365"/>
                  </a:lnTo>
                  <a:lnTo>
                    <a:pt x="1590601" y="1707357"/>
                  </a:lnTo>
                  <a:lnTo>
                    <a:pt x="1590599" y="1707350"/>
                  </a:lnTo>
                  <a:lnTo>
                    <a:pt x="1590598" y="1707344"/>
                  </a:lnTo>
                  <a:lnTo>
                    <a:pt x="1590595" y="1707336"/>
                  </a:lnTo>
                  <a:lnTo>
                    <a:pt x="1590591" y="1707328"/>
                  </a:lnTo>
                  <a:lnTo>
                    <a:pt x="1590587" y="1707322"/>
                  </a:lnTo>
                  <a:lnTo>
                    <a:pt x="1590582" y="1707318"/>
                  </a:lnTo>
                  <a:lnTo>
                    <a:pt x="1590578" y="1707314"/>
                  </a:lnTo>
                  <a:lnTo>
                    <a:pt x="1590573" y="1707310"/>
                  </a:lnTo>
                  <a:lnTo>
                    <a:pt x="1590569" y="1707306"/>
                  </a:lnTo>
                  <a:lnTo>
                    <a:pt x="1590565" y="1707302"/>
                  </a:lnTo>
                  <a:lnTo>
                    <a:pt x="1590561" y="1707297"/>
                  </a:lnTo>
                  <a:lnTo>
                    <a:pt x="1590557" y="1707293"/>
                  </a:lnTo>
                  <a:lnTo>
                    <a:pt x="1590552" y="1707287"/>
                  </a:lnTo>
                  <a:lnTo>
                    <a:pt x="1590546" y="1707282"/>
                  </a:lnTo>
                  <a:lnTo>
                    <a:pt x="1590542" y="1707278"/>
                  </a:lnTo>
                  <a:lnTo>
                    <a:pt x="1590538" y="1707274"/>
                  </a:lnTo>
                  <a:lnTo>
                    <a:pt x="1590534" y="1707270"/>
                  </a:lnTo>
                  <a:lnTo>
                    <a:pt x="1590529" y="1707264"/>
                  </a:lnTo>
                  <a:lnTo>
                    <a:pt x="1590525" y="1707257"/>
                  </a:lnTo>
                  <a:lnTo>
                    <a:pt x="1590520" y="1707250"/>
                  </a:lnTo>
                  <a:lnTo>
                    <a:pt x="1590515" y="1707243"/>
                  </a:lnTo>
                  <a:lnTo>
                    <a:pt x="1590510" y="1707235"/>
                  </a:lnTo>
                  <a:lnTo>
                    <a:pt x="1590505" y="1707228"/>
                  </a:lnTo>
                  <a:lnTo>
                    <a:pt x="1590502" y="1707224"/>
                  </a:lnTo>
                  <a:lnTo>
                    <a:pt x="1590498" y="1707219"/>
                  </a:lnTo>
                  <a:lnTo>
                    <a:pt x="1590493" y="1707214"/>
                  </a:lnTo>
                  <a:lnTo>
                    <a:pt x="1590488" y="1707209"/>
                  </a:lnTo>
                  <a:lnTo>
                    <a:pt x="1590482" y="1707202"/>
                  </a:lnTo>
                  <a:lnTo>
                    <a:pt x="1590477" y="1707198"/>
                  </a:lnTo>
                  <a:lnTo>
                    <a:pt x="1590470" y="1707194"/>
                  </a:lnTo>
                  <a:lnTo>
                    <a:pt x="1590461" y="1707191"/>
                  </a:lnTo>
                  <a:lnTo>
                    <a:pt x="1590452" y="1707188"/>
                  </a:lnTo>
                  <a:lnTo>
                    <a:pt x="1590445" y="1707184"/>
                  </a:lnTo>
                  <a:lnTo>
                    <a:pt x="1590439" y="1707181"/>
                  </a:lnTo>
                  <a:lnTo>
                    <a:pt x="1590432" y="1707176"/>
                  </a:lnTo>
                  <a:lnTo>
                    <a:pt x="1590427" y="1707172"/>
                  </a:lnTo>
                  <a:lnTo>
                    <a:pt x="1590422" y="1707165"/>
                  </a:lnTo>
                  <a:lnTo>
                    <a:pt x="1590420" y="1707157"/>
                  </a:lnTo>
                  <a:lnTo>
                    <a:pt x="1590418" y="1707150"/>
                  </a:lnTo>
                  <a:lnTo>
                    <a:pt x="1590417" y="1707143"/>
                  </a:lnTo>
                  <a:lnTo>
                    <a:pt x="1590416" y="1707137"/>
                  </a:lnTo>
                  <a:lnTo>
                    <a:pt x="1590418" y="1707035"/>
                  </a:lnTo>
                  <a:lnTo>
                    <a:pt x="1590411" y="1707003"/>
                  </a:lnTo>
                  <a:lnTo>
                    <a:pt x="1590405" y="1707001"/>
                  </a:lnTo>
                  <a:lnTo>
                    <a:pt x="1590397" y="1706998"/>
                  </a:lnTo>
                  <a:lnTo>
                    <a:pt x="1590387" y="1706994"/>
                  </a:lnTo>
                  <a:lnTo>
                    <a:pt x="1590381" y="1706991"/>
                  </a:lnTo>
                  <a:lnTo>
                    <a:pt x="1590372" y="1706988"/>
                  </a:lnTo>
                  <a:lnTo>
                    <a:pt x="1590362" y="1706983"/>
                  </a:lnTo>
                  <a:lnTo>
                    <a:pt x="1590355" y="1706978"/>
                  </a:lnTo>
                  <a:lnTo>
                    <a:pt x="1590350" y="1706975"/>
                  </a:lnTo>
                  <a:lnTo>
                    <a:pt x="1590344" y="1706970"/>
                  </a:lnTo>
                  <a:lnTo>
                    <a:pt x="1590339" y="1706965"/>
                  </a:lnTo>
                  <a:lnTo>
                    <a:pt x="1590334" y="1706961"/>
                  </a:lnTo>
                  <a:lnTo>
                    <a:pt x="1590327" y="1706955"/>
                  </a:lnTo>
                  <a:lnTo>
                    <a:pt x="1590323" y="1706953"/>
                  </a:lnTo>
                  <a:lnTo>
                    <a:pt x="1590316" y="1706949"/>
                  </a:lnTo>
                  <a:lnTo>
                    <a:pt x="1590309" y="1706945"/>
                  </a:lnTo>
                  <a:lnTo>
                    <a:pt x="1590302" y="1706939"/>
                  </a:lnTo>
                  <a:lnTo>
                    <a:pt x="1590297" y="1706934"/>
                  </a:lnTo>
                  <a:lnTo>
                    <a:pt x="1590293" y="1706931"/>
                  </a:lnTo>
                  <a:lnTo>
                    <a:pt x="1590286" y="1706928"/>
                  </a:lnTo>
                  <a:lnTo>
                    <a:pt x="1590278" y="1706924"/>
                  </a:lnTo>
                  <a:lnTo>
                    <a:pt x="1590273" y="1706923"/>
                  </a:lnTo>
                  <a:lnTo>
                    <a:pt x="1590264" y="1706925"/>
                  </a:lnTo>
                  <a:lnTo>
                    <a:pt x="1590257" y="1706927"/>
                  </a:lnTo>
                  <a:lnTo>
                    <a:pt x="1590251" y="1706928"/>
                  </a:lnTo>
                  <a:lnTo>
                    <a:pt x="1590244" y="1706928"/>
                  </a:lnTo>
                  <a:lnTo>
                    <a:pt x="1590233" y="1706928"/>
                  </a:lnTo>
                  <a:lnTo>
                    <a:pt x="1590224" y="1706928"/>
                  </a:lnTo>
                  <a:lnTo>
                    <a:pt x="1590217" y="1706928"/>
                  </a:lnTo>
                  <a:lnTo>
                    <a:pt x="1590210" y="1706927"/>
                  </a:lnTo>
                  <a:lnTo>
                    <a:pt x="1590205" y="1706926"/>
                  </a:lnTo>
                  <a:lnTo>
                    <a:pt x="1590197" y="1706924"/>
                  </a:lnTo>
                  <a:lnTo>
                    <a:pt x="1590190" y="1706921"/>
                  </a:lnTo>
                  <a:lnTo>
                    <a:pt x="1590184" y="1706918"/>
                  </a:lnTo>
                  <a:lnTo>
                    <a:pt x="1590177" y="1706915"/>
                  </a:lnTo>
                  <a:lnTo>
                    <a:pt x="1590172" y="1706913"/>
                  </a:lnTo>
                  <a:lnTo>
                    <a:pt x="1590165" y="1706909"/>
                  </a:lnTo>
                  <a:lnTo>
                    <a:pt x="1590159" y="1706904"/>
                  </a:lnTo>
                  <a:lnTo>
                    <a:pt x="1590153" y="1706899"/>
                  </a:lnTo>
                  <a:lnTo>
                    <a:pt x="1590148" y="1706895"/>
                  </a:lnTo>
                  <a:lnTo>
                    <a:pt x="1590144" y="1706890"/>
                  </a:lnTo>
                  <a:lnTo>
                    <a:pt x="1590140" y="1706887"/>
                  </a:lnTo>
                  <a:lnTo>
                    <a:pt x="1590137" y="1706882"/>
                  </a:lnTo>
                  <a:lnTo>
                    <a:pt x="1590133" y="1706878"/>
                  </a:lnTo>
                  <a:lnTo>
                    <a:pt x="1590126" y="1706872"/>
                  </a:lnTo>
                  <a:lnTo>
                    <a:pt x="1590119" y="1706869"/>
                  </a:lnTo>
                  <a:lnTo>
                    <a:pt x="1590114" y="1706868"/>
                  </a:lnTo>
                  <a:lnTo>
                    <a:pt x="1590107" y="1706868"/>
                  </a:lnTo>
                  <a:lnTo>
                    <a:pt x="1590101" y="1706868"/>
                  </a:lnTo>
                  <a:lnTo>
                    <a:pt x="1590097" y="1706868"/>
                  </a:lnTo>
                  <a:lnTo>
                    <a:pt x="1590086" y="1706868"/>
                  </a:lnTo>
                  <a:lnTo>
                    <a:pt x="1590079" y="1706869"/>
                  </a:lnTo>
                  <a:lnTo>
                    <a:pt x="1590072" y="1706870"/>
                  </a:lnTo>
                  <a:lnTo>
                    <a:pt x="1590064" y="1706871"/>
                  </a:lnTo>
                  <a:lnTo>
                    <a:pt x="1590057" y="1706872"/>
                  </a:lnTo>
                  <a:lnTo>
                    <a:pt x="1590048" y="1706873"/>
                  </a:lnTo>
                  <a:lnTo>
                    <a:pt x="1590038" y="1706873"/>
                  </a:lnTo>
                  <a:lnTo>
                    <a:pt x="1590031" y="1706875"/>
                  </a:lnTo>
                  <a:lnTo>
                    <a:pt x="1590025" y="1706876"/>
                  </a:lnTo>
                  <a:lnTo>
                    <a:pt x="1590019" y="1706878"/>
                  </a:lnTo>
                  <a:lnTo>
                    <a:pt x="1590013" y="1706880"/>
                  </a:lnTo>
                  <a:lnTo>
                    <a:pt x="1590007" y="1706884"/>
                  </a:lnTo>
                  <a:lnTo>
                    <a:pt x="1590001" y="1706889"/>
                  </a:lnTo>
                  <a:lnTo>
                    <a:pt x="1589996" y="1706893"/>
                  </a:lnTo>
                  <a:lnTo>
                    <a:pt x="1589989" y="1706901"/>
                  </a:lnTo>
                  <a:lnTo>
                    <a:pt x="1589983" y="1706907"/>
                  </a:lnTo>
                  <a:lnTo>
                    <a:pt x="1589979" y="1706912"/>
                  </a:lnTo>
                  <a:lnTo>
                    <a:pt x="1589974" y="1706917"/>
                  </a:lnTo>
                  <a:lnTo>
                    <a:pt x="1589964" y="1706928"/>
                  </a:lnTo>
                  <a:lnTo>
                    <a:pt x="1589956" y="1706936"/>
                  </a:lnTo>
                  <a:lnTo>
                    <a:pt x="1589950" y="1706943"/>
                  </a:lnTo>
                  <a:lnTo>
                    <a:pt x="1589943" y="1706950"/>
                  </a:lnTo>
                  <a:lnTo>
                    <a:pt x="1589938" y="1706956"/>
                  </a:lnTo>
                  <a:lnTo>
                    <a:pt x="1589929" y="1706965"/>
                  </a:lnTo>
                  <a:lnTo>
                    <a:pt x="1589925" y="1706970"/>
                  </a:lnTo>
                  <a:lnTo>
                    <a:pt x="1589921" y="1706975"/>
                  </a:lnTo>
                  <a:lnTo>
                    <a:pt x="1589918" y="1706980"/>
                  </a:lnTo>
                  <a:lnTo>
                    <a:pt x="1589797" y="1706948"/>
                  </a:lnTo>
                  <a:lnTo>
                    <a:pt x="1589702" y="1706936"/>
                  </a:lnTo>
                  <a:lnTo>
                    <a:pt x="1589558" y="1706935"/>
                  </a:lnTo>
                  <a:lnTo>
                    <a:pt x="1589551" y="1706935"/>
                  </a:lnTo>
                  <a:lnTo>
                    <a:pt x="1589422" y="1706931"/>
                  </a:lnTo>
                  <a:lnTo>
                    <a:pt x="1589416" y="1706926"/>
                  </a:lnTo>
                  <a:lnTo>
                    <a:pt x="1589408" y="1706918"/>
                  </a:lnTo>
                  <a:lnTo>
                    <a:pt x="1589402" y="1706909"/>
                  </a:lnTo>
                  <a:lnTo>
                    <a:pt x="1589396" y="1706900"/>
                  </a:lnTo>
                  <a:lnTo>
                    <a:pt x="1589391" y="1706894"/>
                  </a:lnTo>
                  <a:lnTo>
                    <a:pt x="1589387" y="1706890"/>
                  </a:lnTo>
                  <a:lnTo>
                    <a:pt x="1589382" y="1706884"/>
                  </a:lnTo>
                  <a:lnTo>
                    <a:pt x="1589379" y="1706874"/>
                  </a:lnTo>
                  <a:lnTo>
                    <a:pt x="1589377" y="1706867"/>
                  </a:lnTo>
                  <a:lnTo>
                    <a:pt x="1589374" y="1706862"/>
                  </a:lnTo>
                  <a:lnTo>
                    <a:pt x="1589370" y="1706857"/>
                  </a:lnTo>
                  <a:lnTo>
                    <a:pt x="1589295" y="1706901"/>
                  </a:lnTo>
                  <a:lnTo>
                    <a:pt x="1589288" y="1706903"/>
                  </a:lnTo>
                  <a:lnTo>
                    <a:pt x="1589279" y="1706905"/>
                  </a:lnTo>
                  <a:lnTo>
                    <a:pt x="1589270" y="1706908"/>
                  </a:lnTo>
                  <a:lnTo>
                    <a:pt x="1589261" y="1706911"/>
                  </a:lnTo>
                  <a:lnTo>
                    <a:pt x="1589255" y="1706914"/>
                  </a:lnTo>
                  <a:lnTo>
                    <a:pt x="1589249" y="1706917"/>
                  </a:lnTo>
                  <a:lnTo>
                    <a:pt x="1589235" y="1706905"/>
                  </a:lnTo>
                  <a:lnTo>
                    <a:pt x="1589225" y="1706897"/>
                  </a:lnTo>
                  <a:lnTo>
                    <a:pt x="1589200" y="1706882"/>
                  </a:lnTo>
                  <a:lnTo>
                    <a:pt x="1589125" y="1706840"/>
                  </a:lnTo>
                  <a:lnTo>
                    <a:pt x="1589055" y="1706835"/>
                  </a:lnTo>
                  <a:lnTo>
                    <a:pt x="1588997" y="1706803"/>
                  </a:lnTo>
                  <a:lnTo>
                    <a:pt x="1588910" y="1706795"/>
                  </a:lnTo>
                  <a:lnTo>
                    <a:pt x="1588803" y="1706788"/>
                  </a:lnTo>
                  <a:lnTo>
                    <a:pt x="1588795" y="1706791"/>
                  </a:lnTo>
                  <a:lnTo>
                    <a:pt x="1588790" y="1706794"/>
                  </a:lnTo>
                  <a:lnTo>
                    <a:pt x="1588780" y="1706798"/>
                  </a:lnTo>
                  <a:lnTo>
                    <a:pt x="1588774" y="1706802"/>
                  </a:lnTo>
                  <a:lnTo>
                    <a:pt x="1588769" y="1706804"/>
                  </a:lnTo>
                  <a:lnTo>
                    <a:pt x="1588763" y="1706803"/>
                  </a:lnTo>
                  <a:lnTo>
                    <a:pt x="1588759" y="1706797"/>
                  </a:lnTo>
                  <a:lnTo>
                    <a:pt x="1588757" y="1706790"/>
                  </a:lnTo>
                  <a:lnTo>
                    <a:pt x="1588755" y="1706782"/>
                  </a:lnTo>
                  <a:lnTo>
                    <a:pt x="1588754" y="1706774"/>
                  </a:lnTo>
                  <a:lnTo>
                    <a:pt x="1588755" y="1706768"/>
                  </a:lnTo>
                  <a:lnTo>
                    <a:pt x="1588754" y="1706761"/>
                  </a:lnTo>
                  <a:lnTo>
                    <a:pt x="1588752" y="1706753"/>
                  </a:lnTo>
                  <a:lnTo>
                    <a:pt x="1588749" y="1706745"/>
                  </a:lnTo>
                  <a:lnTo>
                    <a:pt x="1588747" y="1706739"/>
                  </a:lnTo>
                  <a:lnTo>
                    <a:pt x="1588744" y="1706733"/>
                  </a:lnTo>
                  <a:lnTo>
                    <a:pt x="1588741" y="1706725"/>
                  </a:lnTo>
                  <a:lnTo>
                    <a:pt x="1588738" y="1706718"/>
                  </a:lnTo>
                  <a:lnTo>
                    <a:pt x="1588737" y="1706713"/>
                  </a:lnTo>
                  <a:lnTo>
                    <a:pt x="1588715" y="1706711"/>
                  </a:lnTo>
                  <a:lnTo>
                    <a:pt x="1588700" y="1706710"/>
                  </a:lnTo>
                  <a:lnTo>
                    <a:pt x="1588660" y="1706707"/>
                  </a:lnTo>
                  <a:lnTo>
                    <a:pt x="1588656" y="1706711"/>
                  </a:lnTo>
                  <a:lnTo>
                    <a:pt x="1588653" y="1706716"/>
                  </a:lnTo>
                  <a:lnTo>
                    <a:pt x="1588650" y="1706720"/>
                  </a:lnTo>
                  <a:lnTo>
                    <a:pt x="1588645" y="1706723"/>
                  </a:lnTo>
                  <a:lnTo>
                    <a:pt x="1588639" y="1706725"/>
                  </a:lnTo>
                  <a:lnTo>
                    <a:pt x="1588632" y="1706727"/>
                  </a:lnTo>
                  <a:lnTo>
                    <a:pt x="1588623" y="1706728"/>
                  </a:lnTo>
                  <a:lnTo>
                    <a:pt x="1588616" y="1706729"/>
                  </a:lnTo>
                  <a:lnTo>
                    <a:pt x="1588609" y="1706728"/>
                  </a:lnTo>
                  <a:lnTo>
                    <a:pt x="1588535" y="1706684"/>
                  </a:lnTo>
                  <a:lnTo>
                    <a:pt x="1588518" y="1706718"/>
                  </a:lnTo>
                  <a:lnTo>
                    <a:pt x="1588489" y="1706722"/>
                  </a:lnTo>
                  <a:lnTo>
                    <a:pt x="1588461" y="1706729"/>
                  </a:lnTo>
                  <a:lnTo>
                    <a:pt x="1588437" y="1706737"/>
                  </a:lnTo>
                  <a:lnTo>
                    <a:pt x="1588428" y="1706739"/>
                  </a:lnTo>
                  <a:lnTo>
                    <a:pt x="1588416" y="1706738"/>
                  </a:lnTo>
                  <a:lnTo>
                    <a:pt x="1588407" y="1706749"/>
                  </a:lnTo>
                  <a:lnTo>
                    <a:pt x="1588403" y="1706760"/>
                  </a:lnTo>
                  <a:lnTo>
                    <a:pt x="1588277" y="1706699"/>
                  </a:lnTo>
                  <a:lnTo>
                    <a:pt x="1588272" y="1706693"/>
                  </a:lnTo>
                  <a:lnTo>
                    <a:pt x="1588266" y="1706688"/>
                  </a:lnTo>
                  <a:lnTo>
                    <a:pt x="1588261" y="1706681"/>
                  </a:lnTo>
                  <a:lnTo>
                    <a:pt x="1588256" y="1706673"/>
                  </a:lnTo>
                  <a:lnTo>
                    <a:pt x="1588246" y="1706657"/>
                  </a:lnTo>
                  <a:lnTo>
                    <a:pt x="1588242" y="1706644"/>
                  </a:lnTo>
                  <a:lnTo>
                    <a:pt x="1588235" y="1706633"/>
                  </a:lnTo>
                  <a:lnTo>
                    <a:pt x="1588233" y="1706625"/>
                  </a:lnTo>
                  <a:lnTo>
                    <a:pt x="1588230" y="1706616"/>
                  </a:lnTo>
                  <a:lnTo>
                    <a:pt x="1588225" y="1706608"/>
                  </a:lnTo>
                  <a:lnTo>
                    <a:pt x="1588215" y="1706597"/>
                  </a:lnTo>
                  <a:lnTo>
                    <a:pt x="1588205" y="1706592"/>
                  </a:lnTo>
                  <a:lnTo>
                    <a:pt x="1588192" y="1706583"/>
                  </a:lnTo>
                  <a:lnTo>
                    <a:pt x="1588181" y="1706573"/>
                  </a:lnTo>
                  <a:lnTo>
                    <a:pt x="1588177" y="1706569"/>
                  </a:lnTo>
                  <a:lnTo>
                    <a:pt x="1588171" y="1706570"/>
                  </a:lnTo>
                  <a:lnTo>
                    <a:pt x="1588163" y="1706569"/>
                  </a:lnTo>
                  <a:lnTo>
                    <a:pt x="1588156" y="1706569"/>
                  </a:lnTo>
                  <a:lnTo>
                    <a:pt x="1588148" y="1706568"/>
                  </a:lnTo>
                  <a:lnTo>
                    <a:pt x="1588143" y="1706566"/>
                  </a:lnTo>
                  <a:lnTo>
                    <a:pt x="1588137" y="1706565"/>
                  </a:lnTo>
                  <a:lnTo>
                    <a:pt x="1588131" y="1706565"/>
                  </a:lnTo>
                  <a:lnTo>
                    <a:pt x="1588124" y="1706565"/>
                  </a:lnTo>
                  <a:lnTo>
                    <a:pt x="1588116" y="1706562"/>
                  </a:lnTo>
                  <a:lnTo>
                    <a:pt x="1588108" y="1706558"/>
                  </a:lnTo>
                  <a:lnTo>
                    <a:pt x="1588102" y="1706555"/>
                  </a:lnTo>
                  <a:lnTo>
                    <a:pt x="1588097" y="1706551"/>
                  </a:lnTo>
                  <a:lnTo>
                    <a:pt x="1588093" y="1706546"/>
                  </a:lnTo>
                  <a:lnTo>
                    <a:pt x="1588088" y="1706540"/>
                  </a:lnTo>
                  <a:lnTo>
                    <a:pt x="1588082" y="1706539"/>
                  </a:lnTo>
                  <a:lnTo>
                    <a:pt x="1588075" y="1706538"/>
                  </a:lnTo>
                  <a:lnTo>
                    <a:pt x="1588070" y="1706538"/>
                  </a:lnTo>
                  <a:lnTo>
                    <a:pt x="1587874" y="1706535"/>
                  </a:lnTo>
                  <a:lnTo>
                    <a:pt x="1587867" y="1706528"/>
                  </a:lnTo>
                  <a:lnTo>
                    <a:pt x="1587862" y="1706524"/>
                  </a:lnTo>
                  <a:lnTo>
                    <a:pt x="1587858" y="1706519"/>
                  </a:lnTo>
                  <a:lnTo>
                    <a:pt x="1587853" y="1706515"/>
                  </a:lnTo>
                  <a:lnTo>
                    <a:pt x="1587849" y="1706511"/>
                  </a:lnTo>
                  <a:lnTo>
                    <a:pt x="1587846" y="1706508"/>
                  </a:lnTo>
                  <a:lnTo>
                    <a:pt x="1587841" y="1706503"/>
                  </a:lnTo>
                  <a:lnTo>
                    <a:pt x="1587836" y="1706497"/>
                  </a:lnTo>
                  <a:lnTo>
                    <a:pt x="1587765" y="1706494"/>
                  </a:lnTo>
                  <a:lnTo>
                    <a:pt x="1587682" y="1706400"/>
                  </a:lnTo>
                  <a:lnTo>
                    <a:pt x="1587657" y="1706372"/>
                  </a:lnTo>
                  <a:lnTo>
                    <a:pt x="1587563" y="1706390"/>
                  </a:lnTo>
                  <a:lnTo>
                    <a:pt x="1587557" y="1706377"/>
                  </a:lnTo>
                  <a:lnTo>
                    <a:pt x="1587553" y="1706368"/>
                  </a:lnTo>
                  <a:lnTo>
                    <a:pt x="1587547" y="1706355"/>
                  </a:lnTo>
                  <a:lnTo>
                    <a:pt x="1587543" y="1706342"/>
                  </a:lnTo>
                  <a:lnTo>
                    <a:pt x="1587540" y="1706334"/>
                  </a:lnTo>
                  <a:lnTo>
                    <a:pt x="1587537" y="1706327"/>
                  </a:lnTo>
                  <a:lnTo>
                    <a:pt x="1587533" y="1706322"/>
                  </a:lnTo>
                  <a:lnTo>
                    <a:pt x="1587528" y="1706316"/>
                  </a:lnTo>
                  <a:lnTo>
                    <a:pt x="1587523" y="1706308"/>
                  </a:lnTo>
                  <a:lnTo>
                    <a:pt x="1587518" y="1706303"/>
                  </a:lnTo>
                  <a:lnTo>
                    <a:pt x="1587514" y="1706296"/>
                  </a:lnTo>
                  <a:lnTo>
                    <a:pt x="1587509" y="1706290"/>
                  </a:lnTo>
                  <a:lnTo>
                    <a:pt x="1587501" y="1706282"/>
                  </a:lnTo>
                  <a:lnTo>
                    <a:pt x="1587480" y="1706278"/>
                  </a:lnTo>
                  <a:lnTo>
                    <a:pt x="1587477" y="1706266"/>
                  </a:lnTo>
                  <a:lnTo>
                    <a:pt x="1587477" y="1706255"/>
                  </a:lnTo>
                  <a:lnTo>
                    <a:pt x="1587478" y="1706247"/>
                  </a:lnTo>
                  <a:lnTo>
                    <a:pt x="1587479" y="1706239"/>
                  </a:lnTo>
                  <a:lnTo>
                    <a:pt x="1587478" y="1706233"/>
                  </a:lnTo>
                  <a:lnTo>
                    <a:pt x="1587478" y="1706222"/>
                  </a:lnTo>
                  <a:lnTo>
                    <a:pt x="1587373" y="1706131"/>
                  </a:lnTo>
                  <a:lnTo>
                    <a:pt x="1587268" y="1706092"/>
                  </a:lnTo>
                  <a:lnTo>
                    <a:pt x="1587267" y="1706085"/>
                  </a:lnTo>
                  <a:lnTo>
                    <a:pt x="1587264" y="1706074"/>
                  </a:lnTo>
                  <a:lnTo>
                    <a:pt x="1587262" y="1706068"/>
                  </a:lnTo>
                  <a:lnTo>
                    <a:pt x="1587260" y="1706062"/>
                  </a:lnTo>
                  <a:lnTo>
                    <a:pt x="1587256" y="1706054"/>
                  </a:lnTo>
                  <a:lnTo>
                    <a:pt x="1587253" y="1706045"/>
                  </a:lnTo>
                  <a:lnTo>
                    <a:pt x="1587253" y="1706036"/>
                  </a:lnTo>
                  <a:lnTo>
                    <a:pt x="1587253" y="1706029"/>
                  </a:lnTo>
                  <a:lnTo>
                    <a:pt x="1587254" y="1706021"/>
                  </a:lnTo>
                  <a:lnTo>
                    <a:pt x="1587256" y="1706013"/>
                  </a:lnTo>
                  <a:lnTo>
                    <a:pt x="1587258" y="1706003"/>
                  </a:lnTo>
                  <a:lnTo>
                    <a:pt x="1587259" y="1705997"/>
                  </a:lnTo>
                  <a:lnTo>
                    <a:pt x="1587253" y="1705996"/>
                  </a:lnTo>
                  <a:lnTo>
                    <a:pt x="1587248" y="1705994"/>
                  </a:lnTo>
                  <a:lnTo>
                    <a:pt x="1587243" y="1705991"/>
                  </a:lnTo>
                  <a:lnTo>
                    <a:pt x="1587237" y="1705987"/>
                  </a:lnTo>
                  <a:lnTo>
                    <a:pt x="1587233" y="1705981"/>
                  </a:lnTo>
                  <a:lnTo>
                    <a:pt x="1587229" y="1705974"/>
                  </a:lnTo>
                  <a:lnTo>
                    <a:pt x="1587225" y="1705969"/>
                  </a:lnTo>
                  <a:lnTo>
                    <a:pt x="1587222" y="1705965"/>
                  </a:lnTo>
                  <a:lnTo>
                    <a:pt x="1587218" y="1705960"/>
                  </a:lnTo>
                  <a:lnTo>
                    <a:pt x="1587213" y="1705957"/>
                  </a:lnTo>
                  <a:lnTo>
                    <a:pt x="1587207" y="1705956"/>
                  </a:lnTo>
                  <a:lnTo>
                    <a:pt x="1587201" y="1705956"/>
                  </a:lnTo>
                  <a:lnTo>
                    <a:pt x="1587196" y="1705956"/>
                  </a:lnTo>
                  <a:lnTo>
                    <a:pt x="1587191" y="1705956"/>
                  </a:lnTo>
                  <a:lnTo>
                    <a:pt x="1587185" y="1705957"/>
                  </a:lnTo>
                  <a:lnTo>
                    <a:pt x="1587168" y="1705965"/>
                  </a:lnTo>
                  <a:lnTo>
                    <a:pt x="1587156" y="1705966"/>
                  </a:lnTo>
                  <a:lnTo>
                    <a:pt x="1587147" y="1705967"/>
                  </a:lnTo>
                  <a:lnTo>
                    <a:pt x="1587141" y="1705968"/>
                  </a:lnTo>
                  <a:lnTo>
                    <a:pt x="1587135" y="1705969"/>
                  </a:lnTo>
                  <a:lnTo>
                    <a:pt x="1587130" y="1705970"/>
                  </a:lnTo>
                  <a:lnTo>
                    <a:pt x="1587121" y="1705973"/>
                  </a:lnTo>
                  <a:lnTo>
                    <a:pt x="1587109" y="1705975"/>
                  </a:lnTo>
                  <a:lnTo>
                    <a:pt x="1587101" y="1705975"/>
                  </a:lnTo>
                  <a:lnTo>
                    <a:pt x="1587096" y="1705975"/>
                  </a:lnTo>
                  <a:lnTo>
                    <a:pt x="1587089" y="1705974"/>
                  </a:lnTo>
                  <a:lnTo>
                    <a:pt x="1587083" y="1705974"/>
                  </a:lnTo>
                  <a:lnTo>
                    <a:pt x="1587077" y="1705975"/>
                  </a:lnTo>
                  <a:lnTo>
                    <a:pt x="1587068" y="1705978"/>
                  </a:lnTo>
                  <a:lnTo>
                    <a:pt x="1587061" y="1705983"/>
                  </a:lnTo>
                  <a:lnTo>
                    <a:pt x="1587057" y="1705987"/>
                  </a:lnTo>
                  <a:lnTo>
                    <a:pt x="1587052" y="1705992"/>
                  </a:lnTo>
                  <a:lnTo>
                    <a:pt x="1587046" y="1705995"/>
                  </a:lnTo>
                  <a:lnTo>
                    <a:pt x="1587040" y="1705997"/>
                  </a:lnTo>
                  <a:lnTo>
                    <a:pt x="1587033" y="1705997"/>
                  </a:lnTo>
                  <a:lnTo>
                    <a:pt x="1587027" y="1705997"/>
                  </a:lnTo>
                  <a:lnTo>
                    <a:pt x="1587020" y="1705997"/>
                  </a:lnTo>
                  <a:lnTo>
                    <a:pt x="1587013" y="1705997"/>
                  </a:lnTo>
                  <a:lnTo>
                    <a:pt x="1587006" y="1705997"/>
                  </a:lnTo>
                  <a:lnTo>
                    <a:pt x="1586999" y="1705998"/>
                  </a:lnTo>
                  <a:lnTo>
                    <a:pt x="1586993" y="1705999"/>
                  </a:lnTo>
                  <a:lnTo>
                    <a:pt x="1586986" y="1705997"/>
                  </a:lnTo>
                  <a:lnTo>
                    <a:pt x="1586980" y="1705995"/>
                  </a:lnTo>
                  <a:lnTo>
                    <a:pt x="1586972" y="1705993"/>
                  </a:lnTo>
                  <a:lnTo>
                    <a:pt x="1586967" y="1705996"/>
                  </a:lnTo>
                  <a:lnTo>
                    <a:pt x="1586963" y="1706000"/>
                  </a:lnTo>
                  <a:lnTo>
                    <a:pt x="1586957" y="1706003"/>
                  </a:lnTo>
                  <a:lnTo>
                    <a:pt x="1586951" y="1706006"/>
                  </a:lnTo>
                  <a:lnTo>
                    <a:pt x="1586943" y="1706006"/>
                  </a:lnTo>
                  <a:lnTo>
                    <a:pt x="1586937" y="1706002"/>
                  </a:lnTo>
                  <a:lnTo>
                    <a:pt x="1586932" y="1705997"/>
                  </a:lnTo>
                  <a:lnTo>
                    <a:pt x="1586926" y="1705993"/>
                  </a:lnTo>
                  <a:lnTo>
                    <a:pt x="1586920" y="1705993"/>
                  </a:lnTo>
                  <a:lnTo>
                    <a:pt x="1586914" y="1705995"/>
                  </a:lnTo>
                  <a:lnTo>
                    <a:pt x="1586906" y="1705998"/>
                  </a:lnTo>
                  <a:lnTo>
                    <a:pt x="1586899" y="1706000"/>
                  </a:lnTo>
                  <a:lnTo>
                    <a:pt x="1586893" y="1706000"/>
                  </a:lnTo>
                  <a:lnTo>
                    <a:pt x="1586888" y="1705999"/>
                  </a:lnTo>
                  <a:lnTo>
                    <a:pt x="1586880" y="1705996"/>
                  </a:lnTo>
                  <a:lnTo>
                    <a:pt x="1586873" y="1705994"/>
                  </a:lnTo>
                  <a:lnTo>
                    <a:pt x="1586864" y="1705991"/>
                  </a:lnTo>
                  <a:lnTo>
                    <a:pt x="1586858" y="1705990"/>
                  </a:lnTo>
                  <a:lnTo>
                    <a:pt x="1586852" y="1705987"/>
                  </a:lnTo>
                  <a:lnTo>
                    <a:pt x="1586845" y="1705984"/>
                  </a:lnTo>
                  <a:lnTo>
                    <a:pt x="1586840" y="1705981"/>
                  </a:lnTo>
                  <a:lnTo>
                    <a:pt x="1586835" y="1705978"/>
                  </a:lnTo>
                  <a:lnTo>
                    <a:pt x="1586829" y="1705975"/>
                  </a:lnTo>
                  <a:lnTo>
                    <a:pt x="1586820" y="1705972"/>
                  </a:lnTo>
                  <a:lnTo>
                    <a:pt x="1586815" y="1705969"/>
                  </a:lnTo>
                  <a:lnTo>
                    <a:pt x="1586809" y="1705967"/>
                  </a:lnTo>
                  <a:lnTo>
                    <a:pt x="1586804" y="1705964"/>
                  </a:lnTo>
                  <a:lnTo>
                    <a:pt x="1586797" y="1705959"/>
                  </a:lnTo>
                  <a:lnTo>
                    <a:pt x="1586788" y="1705953"/>
                  </a:lnTo>
                  <a:lnTo>
                    <a:pt x="1586781" y="1705947"/>
                  </a:lnTo>
                  <a:lnTo>
                    <a:pt x="1586776" y="1705943"/>
                  </a:lnTo>
                  <a:lnTo>
                    <a:pt x="1586771" y="1705939"/>
                  </a:lnTo>
                  <a:lnTo>
                    <a:pt x="1586766" y="1705935"/>
                  </a:lnTo>
                  <a:lnTo>
                    <a:pt x="1586759" y="1705929"/>
                  </a:lnTo>
                  <a:lnTo>
                    <a:pt x="1586752" y="1705922"/>
                  </a:lnTo>
                  <a:lnTo>
                    <a:pt x="1586748" y="1705916"/>
                  </a:lnTo>
                  <a:lnTo>
                    <a:pt x="1586745" y="1705910"/>
                  </a:lnTo>
                  <a:lnTo>
                    <a:pt x="1586742" y="1705904"/>
                  </a:lnTo>
                  <a:lnTo>
                    <a:pt x="1586741" y="1705898"/>
                  </a:lnTo>
                  <a:lnTo>
                    <a:pt x="1586738" y="1705891"/>
                  </a:lnTo>
                  <a:lnTo>
                    <a:pt x="1586735" y="1705885"/>
                  </a:lnTo>
                  <a:lnTo>
                    <a:pt x="1586732" y="1705878"/>
                  </a:lnTo>
                  <a:lnTo>
                    <a:pt x="1586729" y="1705871"/>
                  </a:lnTo>
                  <a:lnTo>
                    <a:pt x="1586726" y="1705862"/>
                  </a:lnTo>
                  <a:lnTo>
                    <a:pt x="1586722" y="1705852"/>
                  </a:lnTo>
                  <a:lnTo>
                    <a:pt x="1586718" y="1705843"/>
                  </a:lnTo>
                  <a:lnTo>
                    <a:pt x="1586713" y="1705836"/>
                  </a:lnTo>
                  <a:lnTo>
                    <a:pt x="1586708" y="1705830"/>
                  </a:lnTo>
                  <a:lnTo>
                    <a:pt x="1586704" y="1705826"/>
                  </a:lnTo>
                  <a:lnTo>
                    <a:pt x="1586699" y="1705821"/>
                  </a:lnTo>
                  <a:lnTo>
                    <a:pt x="1586694" y="1705816"/>
                  </a:lnTo>
                  <a:lnTo>
                    <a:pt x="1586688" y="1705811"/>
                  </a:lnTo>
                  <a:lnTo>
                    <a:pt x="1586685" y="1705807"/>
                  </a:lnTo>
                  <a:lnTo>
                    <a:pt x="1586681" y="1705801"/>
                  </a:lnTo>
                  <a:lnTo>
                    <a:pt x="1586676" y="1705795"/>
                  </a:lnTo>
                  <a:lnTo>
                    <a:pt x="1586673" y="1705788"/>
                  </a:lnTo>
                  <a:lnTo>
                    <a:pt x="1586671" y="1705783"/>
                  </a:lnTo>
                  <a:lnTo>
                    <a:pt x="1586671" y="1705777"/>
                  </a:lnTo>
                  <a:lnTo>
                    <a:pt x="1586671" y="1705771"/>
                  </a:lnTo>
                  <a:lnTo>
                    <a:pt x="1586671" y="1705764"/>
                  </a:lnTo>
                  <a:lnTo>
                    <a:pt x="1586666" y="1705757"/>
                  </a:lnTo>
                  <a:lnTo>
                    <a:pt x="1586659" y="1705752"/>
                  </a:lnTo>
                  <a:lnTo>
                    <a:pt x="1586654" y="1705750"/>
                  </a:lnTo>
                  <a:lnTo>
                    <a:pt x="1586649" y="1705748"/>
                  </a:lnTo>
                  <a:lnTo>
                    <a:pt x="1586644" y="1705746"/>
                  </a:lnTo>
                  <a:lnTo>
                    <a:pt x="1586639" y="1705745"/>
                  </a:lnTo>
                  <a:lnTo>
                    <a:pt x="1586631" y="1705744"/>
                  </a:lnTo>
                  <a:lnTo>
                    <a:pt x="1586625" y="1705741"/>
                  </a:lnTo>
                  <a:lnTo>
                    <a:pt x="1586618" y="1705736"/>
                  </a:lnTo>
                  <a:lnTo>
                    <a:pt x="1586613" y="1705731"/>
                  </a:lnTo>
                  <a:lnTo>
                    <a:pt x="1586607" y="1705725"/>
                  </a:lnTo>
                  <a:lnTo>
                    <a:pt x="1586600" y="1705716"/>
                  </a:lnTo>
                  <a:lnTo>
                    <a:pt x="1586595" y="1705710"/>
                  </a:lnTo>
                  <a:lnTo>
                    <a:pt x="1586590" y="1705703"/>
                  </a:lnTo>
                  <a:lnTo>
                    <a:pt x="1586585" y="1705696"/>
                  </a:lnTo>
                  <a:lnTo>
                    <a:pt x="1586582" y="1705692"/>
                  </a:lnTo>
                  <a:lnTo>
                    <a:pt x="1586578" y="1705686"/>
                  </a:lnTo>
                  <a:lnTo>
                    <a:pt x="1586575" y="1705680"/>
                  </a:lnTo>
                  <a:lnTo>
                    <a:pt x="1586571" y="1705673"/>
                  </a:lnTo>
                  <a:lnTo>
                    <a:pt x="1586566" y="1705664"/>
                  </a:lnTo>
                  <a:lnTo>
                    <a:pt x="1586561" y="1705654"/>
                  </a:lnTo>
                  <a:lnTo>
                    <a:pt x="1586556" y="1705646"/>
                  </a:lnTo>
                  <a:lnTo>
                    <a:pt x="1586552" y="1705639"/>
                  </a:lnTo>
                  <a:lnTo>
                    <a:pt x="1586553" y="1705630"/>
                  </a:lnTo>
                  <a:lnTo>
                    <a:pt x="1586554" y="1705621"/>
                  </a:lnTo>
                  <a:lnTo>
                    <a:pt x="1586555" y="1705611"/>
                  </a:lnTo>
                  <a:lnTo>
                    <a:pt x="1586555" y="1705604"/>
                  </a:lnTo>
                  <a:lnTo>
                    <a:pt x="1586555" y="1705597"/>
                  </a:lnTo>
                  <a:lnTo>
                    <a:pt x="1586556" y="1705589"/>
                  </a:lnTo>
                  <a:lnTo>
                    <a:pt x="1586556" y="1705583"/>
                  </a:lnTo>
                  <a:lnTo>
                    <a:pt x="1586557" y="1705572"/>
                  </a:lnTo>
                  <a:lnTo>
                    <a:pt x="1586558" y="1705563"/>
                  </a:lnTo>
                  <a:lnTo>
                    <a:pt x="1586558" y="1705558"/>
                  </a:lnTo>
                  <a:lnTo>
                    <a:pt x="1586558" y="1705552"/>
                  </a:lnTo>
                  <a:lnTo>
                    <a:pt x="1586558" y="1705546"/>
                  </a:lnTo>
                  <a:lnTo>
                    <a:pt x="1586557" y="1705538"/>
                  </a:lnTo>
                  <a:lnTo>
                    <a:pt x="1586557" y="1705530"/>
                  </a:lnTo>
                  <a:lnTo>
                    <a:pt x="1586557" y="1705523"/>
                  </a:lnTo>
                  <a:lnTo>
                    <a:pt x="1586558" y="1705518"/>
                  </a:lnTo>
                  <a:lnTo>
                    <a:pt x="1586559" y="1705511"/>
                  </a:lnTo>
                  <a:lnTo>
                    <a:pt x="1586561" y="1705501"/>
                  </a:lnTo>
                  <a:lnTo>
                    <a:pt x="1586563" y="1705493"/>
                  </a:lnTo>
                  <a:lnTo>
                    <a:pt x="1586566" y="1705484"/>
                  </a:lnTo>
                  <a:lnTo>
                    <a:pt x="1586568" y="1705477"/>
                  </a:lnTo>
                  <a:lnTo>
                    <a:pt x="1586570" y="1705466"/>
                  </a:lnTo>
                  <a:lnTo>
                    <a:pt x="1586573" y="1705456"/>
                  </a:lnTo>
                  <a:lnTo>
                    <a:pt x="1586576" y="1705447"/>
                  </a:lnTo>
                  <a:lnTo>
                    <a:pt x="1586579" y="1705439"/>
                  </a:lnTo>
                  <a:lnTo>
                    <a:pt x="1586583" y="1705428"/>
                  </a:lnTo>
                  <a:lnTo>
                    <a:pt x="1586586" y="1705420"/>
                  </a:lnTo>
                  <a:lnTo>
                    <a:pt x="1586588" y="1705414"/>
                  </a:lnTo>
                  <a:lnTo>
                    <a:pt x="1586589" y="1705407"/>
                  </a:lnTo>
                  <a:lnTo>
                    <a:pt x="1586588" y="1705401"/>
                  </a:lnTo>
                  <a:lnTo>
                    <a:pt x="1586587" y="1705394"/>
                  </a:lnTo>
                  <a:lnTo>
                    <a:pt x="1586585" y="1705385"/>
                  </a:lnTo>
                  <a:lnTo>
                    <a:pt x="1586583" y="1705378"/>
                  </a:lnTo>
                  <a:lnTo>
                    <a:pt x="1586581" y="1705369"/>
                  </a:lnTo>
                  <a:lnTo>
                    <a:pt x="1586579" y="1705357"/>
                  </a:lnTo>
                  <a:lnTo>
                    <a:pt x="1586578" y="1705347"/>
                  </a:lnTo>
                  <a:lnTo>
                    <a:pt x="1586578" y="1705338"/>
                  </a:lnTo>
                  <a:lnTo>
                    <a:pt x="1586577" y="1705330"/>
                  </a:lnTo>
                  <a:lnTo>
                    <a:pt x="1586577" y="1705319"/>
                  </a:lnTo>
                  <a:lnTo>
                    <a:pt x="1586577" y="1705309"/>
                  </a:lnTo>
                  <a:lnTo>
                    <a:pt x="1586601" y="1705263"/>
                  </a:lnTo>
                  <a:lnTo>
                    <a:pt x="1586597" y="1705254"/>
                  </a:lnTo>
                  <a:lnTo>
                    <a:pt x="1586594" y="1705247"/>
                  </a:lnTo>
                  <a:lnTo>
                    <a:pt x="1586592" y="1705242"/>
                  </a:lnTo>
                  <a:lnTo>
                    <a:pt x="1586590" y="1705236"/>
                  </a:lnTo>
                  <a:lnTo>
                    <a:pt x="1586589" y="1705227"/>
                  </a:lnTo>
                  <a:lnTo>
                    <a:pt x="1586588" y="1705216"/>
                  </a:lnTo>
                  <a:lnTo>
                    <a:pt x="1586588" y="1705211"/>
                  </a:lnTo>
                  <a:lnTo>
                    <a:pt x="1586588" y="1705204"/>
                  </a:lnTo>
                  <a:lnTo>
                    <a:pt x="1586589" y="1705196"/>
                  </a:lnTo>
                  <a:lnTo>
                    <a:pt x="1586589" y="1705188"/>
                  </a:lnTo>
                  <a:lnTo>
                    <a:pt x="1586590" y="1705182"/>
                  </a:lnTo>
                  <a:lnTo>
                    <a:pt x="1586590" y="1705173"/>
                  </a:lnTo>
                  <a:lnTo>
                    <a:pt x="1586590" y="1705163"/>
                  </a:lnTo>
                  <a:lnTo>
                    <a:pt x="1586589" y="1705155"/>
                  </a:lnTo>
                  <a:lnTo>
                    <a:pt x="1586588" y="1705148"/>
                  </a:lnTo>
                  <a:lnTo>
                    <a:pt x="1586587" y="1705142"/>
                  </a:lnTo>
                  <a:lnTo>
                    <a:pt x="1586587" y="1705132"/>
                  </a:lnTo>
                  <a:lnTo>
                    <a:pt x="1586588" y="1705123"/>
                  </a:lnTo>
                  <a:lnTo>
                    <a:pt x="1586590" y="1705116"/>
                  </a:lnTo>
                  <a:lnTo>
                    <a:pt x="1586594" y="1705108"/>
                  </a:lnTo>
                  <a:lnTo>
                    <a:pt x="1586598" y="1705100"/>
                  </a:lnTo>
                  <a:lnTo>
                    <a:pt x="1586600" y="1705094"/>
                  </a:lnTo>
                  <a:lnTo>
                    <a:pt x="1586602" y="1705088"/>
                  </a:lnTo>
                  <a:lnTo>
                    <a:pt x="1586605" y="1705080"/>
                  </a:lnTo>
                  <a:lnTo>
                    <a:pt x="1586606" y="1705072"/>
                  </a:lnTo>
                  <a:lnTo>
                    <a:pt x="1586607" y="1705062"/>
                  </a:lnTo>
                  <a:lnTo>
                    <a:pt x="1586608" y="1705054"/>
                  </a:lnTo>
                  <a:lnTo>
                    <a:pt x="1586609" y="1705043"/>
                  </a:lnTo>
                  <a:lnTo>
                    <a:pt x="1586607" y="1705035"/>
                  </a:lnTo>
                  <a:lnTo>
                    <a:pt x="1586604" y="1705029"/>
                  </a:lnTo>
                  <a:lnTo>
                    <a:pt x="1586599" y="1705024"/>
                  </a:lnTo>
                  <a:lnTo>
                    <a:pt x="1586594" y="1705020"/>
                  </a:lnTo>
                  <a:lnTo>
                    <a:pt x="1586589" y="1705014"/>
                  </a:lnTo>
                  <a:lnTo>
                    <a:pt x="1586584" y="1705007"/>
                  </a:lnTo>
                  <a:lnTo>
                    <a:pt x="1586580" y="1704999"/>
                  </a:lnTo>
                  <a:lnTo>
                    <a:pt x="1586577" y="1704992"/>
                  </a:lnTo>
                  <a:lnTo>
                    <a:pt x="1586574" y="1704984"/>
                  </a:lnTo>
                  <a:lnTo>
                    <a:pt x="1586571" y="1704975"/>
                  </a:lnTo>
                  <a:lnTo>
                    <a:pt x="1586569" y="1704968"/>
                  </a:lnTo>
                  <a:lnTo>
                    <a:pt x="1586566" y="1704960"/>
                  </a:lnTo>
                  <a:lnTo>
                    <a:pt x="1586562" y="1704951"/>
                  </a:lnTo>
                  <a:lnTo>
                    <a:pt x="1586558" y="1704941"/>
                  </a:lnTo>
                  <a:lnTo>
                    <a:pt x="1586554" y="1704931"/>
                  </a:lnTo>
                  <a:lnTo>
                    <a:pt x="1586551" y="1704926"/>
                  </a:lnTo>
                  <a:lnTo>
                    <a:pt x="1586551" y="1704918"/>
                  </a:lnTo>
                  <a:lnTo>
                    <a:pt x="1586554" y="1704910"/>
                  </a:lnTo>
                  <a:lnTo>
                    <a:pt x="1586568" y="1704909"/>
                  </a:lnTo>
                  <a:lnTo>
                    <a:pt x="1586586" y="1704913"/>
                  </a:lnTo>
                  <a:lnTo>
                    <a:pt x="1586597" y="1704915"/>
                  </a:lnTo>
                  <a:lnTo>
                    <a:pt x="1586601" y="1704902"/>
                  </a:lnTo>
                  <a:lnTo>
                    <a:pt x="1586607" y="1704889"/>
                  </a:lnTo>
                  <a:lnTo>
                    <a:pt x="1586612" y="1704878"/>
                  </a:lnTo>
                  <a:lnTo>
                    <a:pt x="1586617" y="1704855"/>
                  </a:lnTo>
                  <a:lnTo>
                    <a:pt x="1586636" y="1704808"/>
                  </a:lnTo>
                  <a:lnTo>
                    <a:pt x="1586640" y="1704798"/>
                  </a:lnTo>
                  <a:lnTo>
                    <a:pt x="1586649" y="1704784"/>
                  </a:lnTo>
                  <a:lnTo>
                    <a:pt x="1586665" y="1704768"/>
                  </a:lnTo>
                  <a:lnTo>
                    <a:pt x="1586679" y="1704761"/>
                  </a:lnTo>
                  <a:lnTo>
                    <a:pt x="1586703" y="1704742"/>
                  </a:lnTo>
                  <a:lnTo>
                    <a:pt x="1586708" y="1704732"/>
                  </a:lnTo>
                  <a:lnTo>
                    <a:pt x="1586710" y="1704725"/>
                  </a:lnTo>
                  <a:lnTo>
                    <a:pt x="1586713" y="1704720"/>
                  </a:lnTo>
                  <a:lnTo>
                    <a:pt x="1586716" y="1704712"/>
                  </a:lnTo>
                  <a:lnTo>
                    <a:pt x="1586720" y="1704704"/>
                  </a:lnTo>
                  <a:lnTo>
                    <a:pt x="1586724" y="1704698"/>
                  </a:lnTo>
                  <a:lnTo>
                    <a:pt x="1586731" y="1704689"/>
                  </a:lnTo>
                  <a:lnTo>
                    <a:pt x="1586738" y="1704685"/>
                  </a:lnTo>
                  <a:lnTo>
                    <a:pt x="1586742" y="1704682"/>
                  </a:lnTo>
                  <a:lnTo>
                    <a:pt x="1586748" y="1704680"/>
                  </a:lnTo>
                  <a:lnTo>
                    <a:pt x="1586756" y="1704677"/>
                  </a:lnTo>
                  <a:lnTo>
                    <a:pt x="1586760" y="1704675"/>
                  </a:lnTo>
                  <a:lnTo>
                    <a:pt x="1586764" y="1704672"/>
                  </a:lnTo>
                  <a:lnTo>
                    <a:pt x="1586768" y="1704668"/>
                  </a:lnTo>
                  <a:lnTo>
                    <a:pt x="1586773" y="1704662"/>
                  </a:lnTo>
                  <a:lnTo>
                    <a:pt x="1586777" y="1704656"/>
                  </a:lnTo>
                  <a:lnTo>
                    <a:pt x="1586781" y="1704649"/>
                  </a:lnTo>
                  <a:lnTo>
                    <a:pt x="1586784" y="1704642"/>
                  </a:lnTo>
                  <a:lnTo>
                    <a:pt x="1586786" y="1704635"/>
                  </a:lnTo>
                  <a:lnTo>
                    <a:pt x="1586790" y="1704624"/>
                  </a:lnTo>
                  <a:lnTo>
                    <a:pt x="1586795" y="1704617"/>
                  </a:lnTo>
                  <a:lnTo>
                    <a:pt x="1586801" y="1704611"/>
                  </a:lnTo>
                  <a:lnTo>
                    <a:pt x="1586807" y="1704608"/>
                  </a:lnTo>
                  <a:lnTo>
                    <a:pt x="1586812" y="1704606"/>
                  </a:lnTo>
                  <a:lnTo>
                    <a:pt x="1586816" y="1704603"/>
                  </a:lnTo>
                  <a:lnTo>
                    <a:pt x="1586821" y="1704599"/>
                  </a:lnTo>
                  <a:lnTo>
                    <a:pt x="1586828" y="1704593"/>
                  </a:lnTo>
                  <a:lnTo>
                    <a:pt x="1586834" y="1704588"/>
                  </a:lnTo>
                  <a:lnTo>
                    <a:pt x="1586839" y="1704583"/>
                  </a:lnTo>
                  <a:lnTo>
                    <a:pt x="1586844" y="1704578"/>
                  </a:lnTo>
                  <a:lnTo>
                    <a:pt x="1586851" y="1704571"/>
                  </a:lnTo>
                  <a:lnTo>
                    <a:pt x="1586858" y="1704566"/>
                  </a:lnTo>
                  <a:lnTo>
                    <a:pt x="1586863" y="1704561"/>
                  </a:lnTo>
                  <a:lnTo>
                    <a:pt x="1586869" y="1704556"/>
                  </a:lnTo>
                  <a:lnTo>
                    <a:pt x="1586873" y="1704552"/>
                  </a:lnTo>
                  <a:lnTo>
                    <a:pt x="1586879" y="1704547"/>
                  </a:lnTo>
                  <a:lnTo>
                    <a:pt x="1586885" y="1704541"/>
                  </a:lnTo>
                  <a:lnTo>
                    <a:pt x="1586890" y="1704536"/>
                  </a:lnTo>
                  <a:lnTo>
                    <a:pt x="1586894" y="1704532"/>
                  </a:lnTo>
                  <a:lnTo>
                    <a:pt x="1586901" y="1704526"/>
                  </a:lnTo>
                  <a:lnTo>
                    <a:pt x="1586908" y="1704520"/>
                  </a:lnTo>
                  <a:lnTo>
                    <a:pt x="1586915" y="1704514"/>
                  </a:lnTo>
                  <a:lnTo>
                    <a:pt x="1586921" y="1704508"/>
                  </a:lnTo>
                  <a:lnTo>
                    <a:pt x="1586925" y="1704504"/>
                  </a:lnTo>
                  <a:lnTo>
                    <a:pt x="1586930" y="1704501"/>
                  </a:lnTo>
                  <a:lnTo>
                    <a:pt x="1586934" y="1704497"/>
                  </a:lnTo>
                  <a:lnTo>
                    <a:pt x="1586940" y="1704493"/>
                  </a:lnTo>
                  <a:lnTo>
                    <a:pt x="1586947" y="1704487"/>
                  </a:lnTo>
                  <a:lnTo>
                    <a:pt x="1586953" y="1704482"/>
                  </a:lnTo>
                  <a:lnTo>
                    <a:pt x="1586958" y="1704477"/>
                  </a:lnTo>
                  <a:lnTo>
                    <a:pt x="1586962" y="1704474"/>
                  </a:lnTo>
                  <a:lnTo>
                    <a:pt x="1586968" y="1704468"/>
                  </a:lnTo>
                  <a:lnTo>
                    <a:pt x="1586973" y="1704463"/>
                  </a:lnTo>
                  <a:lnTo>
                    <a:pt x="1586977" y="1704459"/>
                  </a:lnTo>
                  <a:lnTo>
                    <a:pt x="1586984" y="1704451"/>
                  </a:lnTo>
                  <a:lnTo>
                    <a:pt x="1586987" y="1704444"/>
                  </a:lnTo>
                  <a:lnTo>
                    <a:pt x="1586989" y="1704437"/>
                  </a:lnTo>
                  <a:lnTo>
                    <a:pt x="1586990" y="1704430"/>
                  </a:lnTo>
                  <a:lnTo>
                    <a:pt x="1586990" y="1704423"/>
                  </a:lnTo>
                  <a:lnTo>
                    <a:pt x="1586992" y="1704411"/>
                  </a:lnTo>
                  <a:lnTo>
                    <a:pt x="1586991" y="1704399"/>
                  </a:lnTo>
                  <a:lnTo>
                    <a:pt x="1586989" y="1704391"/>
                  </a:lnTo>
                  <a:lnTo>
                    <a:pt x="1586986" y="1704383"/>
                  </a:lnTo>
                  <a:lnTo>
                    <a:pt x="1586985" y="1704374"/>
                  </a:lnTo>
                  <a:lnTo>
                    <a:pt x="1586985" y="1704365"/>
                  </a:lnTo>
                  <a:lnTo>
                    <a:pt x="1586986" y="1704355"/>
                  </a:lnTo>
                  <a:lnTo>
                    <a:pt x="1586989" y="1704347"/>
                  </a:lnTo>
                  <a:lnTo>
                    <a:pt x="1586992" y="1704340"/>
                  </a:lnTo>
                  <a:lnTo>
                    <a:pt x="1586994" y="1704335"/>
                  </a:lnTo>
                  <a:lnTo>
                    <a:pt x="1586996" y="1704330"/>
                  </a:lnTo>
                  <a:lnTo>
                    <a:pt x="1586999" y="1704322"/>
                  </a:lnTo>
                  <a:lnTo>
                    <a:pt x="1587002" y="1704313"/>
                  </a:lnTo>
                  <a:lnTo>
                    <a:pt x="1587005" y="1704303"/>
                  </a:lnTo>
                  <a:lnTo>
                    <a:pt x="1587006" y="1704294"/>
                  </a:lnTo>
                  <a:lnTo>
                    <a:pt x="1587008" y="1704286"/>
                  </a:lnTo>
                  <a:lnTo>
                    <a:pt x="1587010" y="1704280"/>
                  </a:lnTo>
                  <a:lnTo>
                    <a:pt x="1587014" y="1704274"/>
                  </a:lnTo>
                  <a:lnTo>
                    <a:pt x="1587020" y="1704268"/>
                  </a:lnTo>
                  <a:lnTo>
                    <a:pt x="1587028" y="1704262"/>
                  </a:lnTo>
                  <a:lnTo>
                    <a:pt x="1587033" y="1704258"/>
                  </a:lnTo>
                  <a:lnTo>
                    <a:pt x="1587039" y="1704254"/>
                  </a:lnTo>
                  <a:lnTo>
                    <a:pt x="1587044" y="1704248"/>
                  </a:lnTo>
                  <a:lnTo>
                    <a:pt x="1587048" y="1704243"/>
                  </a:lnTo>
                  <a:lnTo>
                    <a:pt x="1587054" y="1704234"/>
                  </a:lnTo>
                  <a:lnTo>
                    <a:pt x="1587059" y="1704224"/>
                  </a:lnTo>
                  <a:lnTo>
                    <a:pt x="1587065" y="1704214"/>
                  </a:lnTo>
                  <a:lnTo>
                    <a:pt x="1587068" y="1704208"/>
                  </a:lnTo>
                  <a:lnTo>
                    <a:pt x="1587072" y="1704202"/>
                  </a:lnTo>
                  <a:lnTo>
                    <a:pt x="1587076" y="1704194"/>
                  </a:lnTo>
                  <a:lnTo>
                    <a:pt x="1587078" y="1704189"/>
                  </a:lnTo>
                  <a:lnTo>
                    <a:pt x="1587081" y="1704183"/>
                  </a:lnTo>
                  <a:lnTo>
                    <a:pt x="1587086" y="1704176"/>
                  </a:lnTo>
                  <a:lnTo>
                    <a:pt x="1587091" y="1704171"/>
                  </a:lnTo>
                  <a:lnTo>
                    <a:pt x="1587096" y="1704167"/>
                  </a:lnTo>
                  <a:lnTo>
                    <a:pt x="1587101" y="1704163"/>
                  </a:lnTo>
                  <a:lnTo>
                    <a:pt x="1587106" y="1704160"/>
                  </a:lnTo>
                  <a:lnTo>
                    <a:pt x="1587111" y="1704155"/>
                  </a:lnTo>
                  <a:lnTo>
                    <a:pt x="1587119" y="1704147"/>
                  </a:lnTo>
                  <a:lnTo>
                    <a:pt x="1587124" y="1704140"/>
                  </a:lnTo>
                  <a:lnTo>
                    <a:pt x="1587130" y="1704132"/>
                  </a:lnTo>
                  <a:lnTo>
                    <a:pt x="1587134" y="1704126"/>
                  </a:lnTo>
                  <a:lnTo>
                    <a:pt x="1587138" y="1704120"/>
                  </a:lnTo>
                  <a:lnTo>
                    <a:pt x="1587143" y="1704114"/>
                  </a:lnTo>
                  <a:lnTo>
                    <a:pt x="1587147" y="1704108"/>
                  </a:lnTo>
                  <a:lnTo>
                    <a:pt x="1587151" y="1704102"/>
                  </a:lnTo>
                  <a:lnTo>
                    <a:pt x="1587157" y="1704091"/>
                  </a:lnTo>
                  <a:lnTo>
                    <a:pt x="1587161" y="1704082"/>
                  </a:lnTo>
                  <a:lnTo>
                    <a:pt x="1587163" y="1704077"/>
                  </a:lnTo>
                  <a:lnTo>
                    <a:pt x="1587165" y="1704072"/>
                  </a:lnTo>
                  <a:lnTo>
                    <a:pt x="1587167" y="1704064"/>
                  </a:lnTo>
                  <a:lnTo>
                    <a:pt x="1587168" y="1704057"/>
                  </a:lnTo>
                  <a:lnTo>
                    <a:pt x="1587170" y="1704046"/>
                  </a:lnTo>
                  <a:lnTo>
                    <a:pt x="1587172" y="1704036"/>
                  </a:lnTo>
                  <a:lnTo>
                    <a:pt x="1587174" y="1704028"/>
                  </a:lnTo>
                  <a:lnTo>
                    <a:pt x="1587177" y="1704022"/>
                  </a:lnTo>
                  <a:lnTo>
                    <a:pt x="1587180" y="1704016"/>
                  </a:lnTo>
                  <a:lnTo>
                    <a:pt x="1587184" y="1704011"/>
                  </a:lnTo>
                  <a:lnTo>
                    <a:pt x="1587187" y="1704007"/>
                  </a:lnTo>
                  <a:lnTo>
                    <a:pt x="1587191" y="1704002"/>
                  </a:lnTo>
                  <a:lnTo>
                    <a:pt x="1587197" y="1703996"/>
                  </a:lnTo>
                  <a:lnTo>
                    <a:pt x="1587203" y="1703989"/>
                  </a:lnTo>
                  <a:lnTo>
                    <a:pt x="1587209" y="1703984"/>
                  </a:lnTo>
                  <a:lnTo>
                    <a:pt x="1587218" y="1703980"/>
                  </a:lnTo>
                  <a:lnTo>
                    <a:pt x="1587223" y="1703980"/>
                  </a:lnTo>
                  <a:lnTo>
                    <a:pt x="1587231" y="1703979"/>
                  </a:lnTo>
                  <a:lnTo>
                    <a:pt x="1587239" y="1703980"/>
                  </a:lnTo>
                  <a:lnTo>
                    <a:pt x="1587246" y="1703982"/>
                  </a:lnTo>
                  <a:lnTo>
                    <a:pt x="1587253" y="1703985"/>
                  </a:lnTo>
                  <a:lnTo>
                    <a:pt x="1587258" y="1703987"/>
                  </a:lnTo>
                  <a:lnTo>
                    <a:pt x="1587262" y="1703989"/>
                  </a:lnTo>
                  <a:lnTo>
                    <a:pt x="1587267" y="1703992"/>
                  </a:lnTo>
                  <a:lnTo>
                    <a:pt x="1587272" y="1703994"/>
                  </a:lnTo>
                  <a:lnTo>
                    <a:pt x="1587276" y="1703997"/>
                  </a:lnTo>
                  <a:lnTo>
                    <a:pt x="1587283" y="1704000"/>
                  </a:lnTo>
                  <a:lnTo>
                    <a:pt x="1587288" y="1704002"/>
                  </a:lnTo>
                  <a:lnTo>
                    <a:pt x="1587295" y="1704003"/>
                  </a:lnTo>
                  <a:lnTo>
                    <a:pt x="1587305" y="1704002"/>
                  </a:lnTo>
                  <a:lnTo>
                    <a:pt x="1587310" y="1703999"/>
                  </a:lnTo>
                  <a:lnTo>
                    <a:pt x="1587315" y="1703995"/>
                  </a:lnTo>
                  <a:lnTo>
                    <a:pt x="1587319" y="1703991"/>
                  </a:lnTo>
                  <a:lnTo>
                    <a:pt x="1587324" y="1703985"/>
                  </a:lnTo>
                  <a:lnTo>
                    <a:pt x="1587327" y="1703980"/>
                  </a:lnTo>
                  <a:lnTo>
                    <a:pt x="1587330" y="1703974"/>
                  </a:lnTo>
                  <a:lnTo>
                    <a:pt x="1587332" y="1703966"/>
                  </a:lnTo>
                  <a:lnTo>
                    <a:pt x="1587335" y="1703956"/>
                  </a:lnTo>
                  <a:lnTo>
                    <a:pt x="1587338" y="1703948"/>
                  </a:lnTo>
                  <a:lnTo>
                    <a:pt x="1587343" y="1703936"/>
                  </a:lnTo>
                  <a:lnTo>
                    <a:pt x="1587349" y="1703930"/>
                  </a:lnTo>
                  <a:lnTo>
                    <a:pt x="1587354" y="1703928"/>
                  </a:lnTo>
                  <a:lnTo>
                    <a:pt x="1587359" y="1703927"/>
                  </a:lnTo>
                  <a:lnTo>
                    <a:pt x="1587367" y="1703924"/>
                  </a:lnTo>
                  <a:lnTo>
                    <a:pt x="1587375" y="1703919"/>
                  </a:lnTo>
                  <a:lnTo>
                    <a:pt x="1587382" y="1703914"/>
                  </a:lnTo>
                  <a:lnTo>
                    <a:pt x="1587387" y="1703912"/>
                  </a:lnTo>
                  <a:lnTo>
                    <a:pt x="1587395" y="1703908"/>
                  </a:lnTo>
                  <a:lnTo>
                    <a:pt x="1587401" y="1703905"/>
                  </a:lnTo>
                  <a:lnTo>
                    <a:pt x="1587406" y="1703903"/>
                  </a:lnTo>
                  <a:lnTo>
                    <a:pt x="1587411" y="1703900"/>
                  </a:lnTo>
                  <a:lnTo>
                    <a:pt x="1587419" y="1703896"/>
                  </a:lnTo>
                  <a:lnTo>
                    <a:pt x="1587428" y="1703891"/>
                  </a:lnTo>
                  <a:lnTo>
                    <a:pt x="1587436" y="1703888"/>
                  </a:lnTo>
                  <a:lnTo>
                    <a:pt x="1587444" y="1703886"/>
                  </a:lnTo>
                  <a:lnTo>
                    <a:pt x="1587452" y="1703884"/>
                  </a:lnTo>
                  <a:lnTo>
                    <a:pt x="1587460" y="1703883"/>
                  </a:lnTo>
                  <a:lnTo>
                    <a:pt x="1587470" y="1703880"/>
                  </a:lnTo>
                  <a:lnTo>
                    <a:pt x="1587477" y="1703880"/>
                  </a:lnTo>
                  <a:lnTo>
                    <a:pt x="1587483" y="1703881"/>
                  </a:lnTo>
                  <a:lnTo>
                    <a:pt x="1587489" y="1703882"/>
                  </a:lnTo>
                  <a:lnTo>
                    <a:pt x="1587494" y="1703884"/>
                  </a:lnTo>
                  <a:lnTo>
                    <a:pt x="1587500" y="1703888"/>
                  </a:lnTo>
                  <a:lnTo>
                    <a:pt x="1587506" y="1703893"/>
                  </a:lnTo>
                  <a:lnTo>
                    <a:pt x="1587510" y="1703898"/>
                  </a:lnTo>
                  <a:lnTo>
                    <a:pt x="1587514" y="1703903"/>
                  </a:lnTo>
                  <a:lnTo>
                    <a:pt x="1587518" y="1703909"/>
                  </a:lnTo>
                  <a:lnTo>
                    <a:pt x="1587522" y="1703913"/>
                  </a:lnTo>
                  <a:lnTo>
                    <a:pt x="1587526" y="1703917"/>
                  </a:lnTo>
                  <a:lnTo>
                    <a:pt x="1587532" y="1703920"/>
                  </a:lnTo>
                  <a:lnTo>
                    <a:pt x="1587538" y="1703921"/>
                  </a:lnTo>
                  <a:lnTo>
                    <a:pt x="1587545" y="1703922"/>
                  </a:lnTo>
                  <a:lnTo>
                    <a:pt x="1587553" y="1703922"/>
                  </a:lnTo>
                  <a:lnTo>
                    <a:pt x="1587560" y="1703922"/>
                  </a:lnTo>
                  <a:lnTo>
                    <a:pt x="1587567" y="1703920"/>
                  </a:lnTo>
                  <a:lnTo>
                    <a:pt x="1587575" y="1703918"/>
                  </a:lnTo>
                  <a:lnTo>
                    <a:pt x="1587581" y="1703915"/>
                  </a:lnTo>
                  <a:lnTo>
                    <a:pt x="1587587" y="1703908"/>
                  </a:lnTo>
                  <a:lnTo>
                    <a:pt x="1587593" y="1703896"/>
                  </a:lnTo>
                  <a:lnTo>
                    <a:pt x="1587599" y="1703887"/>
                  </a:lnTo>
                  <a:lnTo>
                    <a:pt x="1587603" y="1703880"/>
                  </a:lnTo>
                  <a:lnTo>
                    <a:pt x="1587606" y="1703874"/>
                  </a:lnTo>
                  <a:lnTo>
                    <a:pt x="1587611" y="1703866"/>
                  </a:lnTo>
                  <a:lnTo>
                    <a:pt x="1587618" y="1703859"/>
                  </a:lnTo>
                  <a:lnTo>
                    <a:pt x="1587624" y="1703858"/>
                  </a:lnTo>
                  <a:lnTo>
                    <a:pt x="1587630" y="1703858"/>
                  </a:lnTo>
                  <a:lnTo>
                    <a:pt x="1587638" y="1703857"/>
                  </a:lnTo>
                  <a:lnTo>
                    <a:pt x="1587645" y="1703854"/>
                  </a:lnTo>
                  <a:lnTo>
                    <a:pt x="1587651" y="1703847"/>
                  </a:lnTo>
                  <a:lnTo>
                    <a:pt x="1587657" y="1703841"/>
                  </a:lnTo>
                  <a:lnTo>
                    <a:pt x="1587662" y="1703835"/>
                  </a:lnTo>
                  <a:lnTo>
                    <a:pt x="1587669" y="1703831"/>
                  </a:lnTo>
                  <a:lnTo>
                    <a:pt x="1587675" y="1703826"/>
                  </a:lnTo>
                  <a:lnTo>
                    <a:pt x="1587680" y="1703823"/>
                  </a:lnTo>
                  <a:lnTo>
                    <a:pt x="1587685" y="1703820"/>
                  </a:lnTo>
                  <a:lnTo>
                    <a:pt x="1587690" y="1703817"/>
                  </a:lnTo>
                  <a:lnTo>
                    <a:pt x="1587697" y="1703813"/>
                  </a:lnTo>
                  <a:lnTo>
                    <a:pt x="1587703" y="1703809"/>
                  </a:lnTo>
                  <a:lnTo>
                    <a:pt x="1587709" y="1703804"/>
                  </a:lnTo>
                  <a:lnTo>
                    <a:pt x="1587716" y="1703799"/>
                  </a:lnTo>
                  <a:lnTo>
                    <a:pt x="1587724" y="1703793"/>
                  </a:lnTo>
                  <a:lnTo>
                    <a:pt x="1587732" y="1703786"/>
                  </a:lnTo>
                  <a:lnTo>
                    <a:pt x="1587738" y="1703781"/>
                  </a:lnTo>
                  <a:lnTo>
                    <a:pt x="1587743" y="1703775"/>
                  </a:lnTo>
                  <a:lnTo>
                    <a:pt x="1587748" y="1703770"/>
                  </a:lnTo>
                  <a:lnTo>
                    <a:pt x="1587752" y="1703764"/>
                  </a:lnTo>
                  <a:lnTo>
                    <a:pt x="1587758" y="1703757"/>
                  </a:lnTo>
                  <a:lnTo>
                    <a:pt x="1587762" y="1703751"/>
                  </a:lnTo>
                  <a:lnTo>
                    <a:pt x="1587766" y="1703746"/>
                  </a:lnTo>
                  <a:lnTo>
                    <a:pt x="1587771" y="1703742"/>
                  </a:lnTo>
                  <a:lnTo>
                    <a:pt x="1587777" y="1703737"/>
                  </a:lnTo>
                  <a:lnTo>
                    <a:pt x="1587783" y="1703732"/>
                  </a:lnTo>
                  <a:lnTo>
                    <a:pt x="1587790" y="1703727"/>
                  </a:lnTo>
                  <a:lnTo>
                    <a:pt x="1587795" y="1703723"/>
                  </a:lnTo>
                  <a:lnTo>
                    <a:pt x="1587801" y="1703718"/>
                  </a:lnTo>
                  <a:lnTo>
                    <a:pt x="1587806" y="1703714"/>
                  </a:lnTo>
                  <a:lnTo>
                    <a:pt x="1587811" y="1703710"/>
                  </a:lnTo>
                  <a:lnTo>
                    <a:pt x="1587820" y="1703706"/>
                  </a:lnTo>
                  <a:lnTo>
                    <a:pt x="1587828" y="1703705"/>
                  </a:lnTo>
                  <a:lnTo>
                    <a:pt x="1587836" y="1703705"/>
                  </a:lnTo>
                  <a:lnTo>
                    <a:pt x="1587847" y="1703704"/>
                  </a:lnTo>
                  <a:lnTo>
                    <a:pt x="1587852" y="1703701"/>
                  </a:lnTo>
                  <a:lnTo>
                    <a:pt x="1587857" y="1703698"/>
                  </a:lnTo>
                  <a:lnTo>
                    <a:pt x="1587865" y="1703692"/>
                  </a:lnTo>
                  <a:lnTo>
                    <a:pt x="1587869" y="1703687"/>
                  </a:lnTo>
                  <a:lnTo>
                    <a:pt x="1587873" y="1703681"/>
                  </a:lnTo>
                  <a:lnTo>
                    <a:pt x="1587875" y="1703676"/>
                  </a:lnTo>
                  <a:lnTo>
                    <a:pt x="1587878" y="1703667"/>
                  </a:lnTo>
                  <a:lnTo>
                    <a:pt x="1587880" y="1703656"/>
                  </a:lnTo>
                  <a:lnTo>
                    <a:pt x="1587884" y="1703648"/>
                  </a:lnTo>
                  <a:lnTo>
                    <a:pt x="1587888" y="1703642"/>
                  </a:lnTo>
                  <a:lnTo>
                    <a:pt x="1587893" y="1703636"/>
                  </a:lnTo>
                  <a:lnTo>
                    <a:pt x="1587898" y="1703629"/>
                  </a:lnTo>
                  <a:lnTo>
                    <a:pt x="1587902" y="1703624"/>
                  </a:lnTo>
                  <a:lnTo>
                    <a:pt x="1587905" y="1703620"/>
                  </a:lnTo>
                  <a:lnTo>
                    <a:pt x="1587912" y="1703612"/>
                  </a:lnTo>
                  <a:lnTo>
                    <a:pt x="1587917" y="1703605"/>
                  </a:lnTo>
                  <a:lnTo>
                    <a:pt x="1587921" y="1703599"/>
                  </a:lnTo>
                  <a:lnTo>
                    <a:pt x="1587925" y="1703595"/>
                  </a:lnTo>
                  <a:lnTo>
                    <a:pt x="1587928" y="1703589"/>
                  </a:lnTo>
                  <a:lnTo>
                    <a:pt x="1587931" y="1703583"/>
                  </a:lnTo>
                  <a:lnTo>
                    <a:pt x="1587934" y="1703578"/>
                  </a:lnTo>
                  <a:lnTo>
                    <a:pt x="1587938" y="1703572"/>
                  </a:lnTo>
                  <a:lnTo>
                    <a:pt x="1587943" y="1703566"/>
                  </a:lnTo>
                  <a:lnTo>
                    <a:pt x="1587947" y="1703559"/>
                  </a:lnTo>
                  <a:lnTo>
                    <a:pt x="1587951" y="1703551"/>
                  </a:lnTo>
                  <a:lnTo>
                    <a:pt x="1587953" y="1703543"/>
                  </a:lnTo>
                  <a:lnTo>
                    <a:pt x="1587955" y="1703536"/>
                  </a:lnTo>
                  <a:lnTo>
                    <a:pt x="1587957" y="1703529"/>
                  </a:lnTo>
                  <a:lnTo>
                    <a:pt x="1587959" y="1703522"/>
                  </a:lnTo>
                  <a:lnTo>
                    <a:pt x="1587962" y="1703516"/>
                  </a:lnTo>
                  <a:lnTo>
                    <a:pt x="1587967" y="1703509"/>
                  </a:lnTo>
                  <a:lnTo>
                    <a:pt x="1587971" y="1703505"/>
                  </a:lnTo>
                  <a:lnTo>
                    <a:pt x="1587975" y="1703502"/>
                  </a:lnTo>
                  <a:lnTo>
                    <a:pt x="1587980" y="1703498"/>
                  </a:lnTo>
                  <a:lnTo>
                    <a:pt x="1587986" y="1703494"/>
                  </a:lnTo>
                  <a:lnTo>
                    <a:pt x="1587994" y="1703488"/>
                  </a:lnTo>
                  <a:lnTo>
                    <a:pt x="1588000" y="1703482"/>
                  </a:lnTo>
                  <a:lnTo>
                    <a:pt x="1588004" y="1703476"/>
                  </a:lnTo>
                  <a:lnTo>
                    <a:pt x="1588009" y="1703468"/>
                  </a:lnTo>
                  <a:lnTo>
                    <a:pt x="1588012" y="1703461"/>
                  </a:lnTo>
                  <a:lnTo>
                    <a:pt x="1588015" y="1703456"/>
                  </a:lnTo>
                  <a:lnTo>
                    <a:pt x="1588019" y="1703449"/>
                  </a:lnTo>
                  <a:lnTo>
                    <a:pt x="1588023" y="1703443"/>
                  </a:lnTo>
                  <a:lnTo>
                    <a:pt x="1588028" y="1703437"/>
                  </a:lnTo>
                  <a:lnTo>
                    <a:pt x="1588033" y="1703431"/>
                  </a:lnTo>
                  <a:lnTo>
                    <a:pt x="1588036" y="1703426"/>
                  </a:lnTo>
                  <a:lnTo>
                    <a:pt x="1588039" y="1703421"/>
                  </a:lnTo>
                  <a:lnTo>
                    <a:pt x="1588042" y="1703414"/>
                  </a:lnTo>
                  <a:lnTo>
                    <a:pt x="1588044" y="1703407"/>
                  </a:lnTo>
                  <a:lnTo>
                    <a:pt x="1588045" y="1703400"/>
                  </a:lnTo>
                  <a:lnTo>
                    <a:pt x="1588047" y="1703391"/>
                  </a:lnTo>
                  <a:lnTo>
                    <a:pt x="1588050" y="1703384"/>
                  </a:lnTo>
                  <a:lnTo>
                    <a:pt x="1588053" y="1703380"/>
                  </a:lnTo>
                  <a:lnTo>
                    <a:pt x="1588057" y="1703376"/>
                  </a:lnTo>
                  <a:lnTo>
                    <a:pt x="1588065" y="1703372"/>
                  </a:lnTo>
                  <a:lnTo>
                    <a:pt x="1588074" y="1703368"/>
                  </a:lnTo>
                  <a:lnTo>
                    <a:pt x="1588080" y="1703365"/>
                  </a:lnTo>
                  <a:lnTo>
                    <a:pt x="1588088" y="1703363"/>
                  </a:lnTo>
                  <a:lnTo>
                    <a:pt x="1588095" y="1703361"/>
                  </a:lnTo>
                  <a:lnTo>
                    <a:pt x="1588102" y="1703360"/>
                  </a:lnTo>
                  <a:lnTo>
                    <a:pt x="1588107" y="1703359"/>
                  </a:lnTo>
                  <a:lnTo>
                    <a:pt x="1588118" y="1703357"/>
                  </a:lnTo>
                  <a:lnTo>
                    <a:pt x="1588124" y="1703354"/>
                  </a:lnTo>
                  <a:lnTo>
                    <a:pt x="1588131" y="1703352"/>
                  </a:lnTo>
                  <a:lnTo>
                    <a:pt x="1588137" y="1703349"/>
                  </a:lnTo>
                  <a:lnTo>
                    <a:pt x="1588148" y="1703346"/>
                  </a:lnTo>
                  <a:lnTo>
                    <a:pt x="1588156" y="1703342"/>
                  </a:lnTo>
                  <a:lnTo>
                    <a:pt x="1588165" y="1703338"/>
                  </a:lnTo>
                  <a:lnTo>
                    <a:pt x="1588171" y="1703332"/>
                  </a:lnTo>
                  <a:lnTo>
                    <a:pt x="1588175" y="1703322"/>
                  </a:lnTo>
                  <a:lnTo>
                    <a:pt x="1588178" y="1703313"/>
                  </a:lnTo>
                  <a:lnTo>
                    <a:pt x="1588179" y="1703307"/>
                  </a:lnTo>
                  <a:lnTo>
                    <a:pt x="1588182" y="1703299"/>
                  </a:lnTo>
                  <a:lnTo>
                    <a:pt x="1588185" y="1703288"/>
                  </a:lnTo>
                  <a:lnTo>
                    <a:pt x="1588188" y="1703282"/>
                  </a:lnTo>
                  <a:lnTo>
                    <a:pt x="1588191" y="1703274"/>
                  </a:lnTo>
                  <a:lnTo>
                    <a:pt x="1588193" y="1703264"/>
                  </a:lnTo>
                  <a:lnTo>
                    <a:pt x="1588195" y="1703257"/>
                  </a:lnTo>
                  <a:lnTo>
                    <a:pt x="1588199" y="1703250"/>
                  </a:lnTo>
                  <a:lnTo>
                    <a:pt x="1588204" y="1703244"/>
                  </a:lnTo>
                  <a:lnTo>
                    <a:pt x="1588286" y="1703164"/>
                  </a:lnTo>
                  <a:lnTo>
                    <a:pt x="1588292" y="1703168"/>
                  </a:lnTo>
                  <a:lnTo>
                    <a:pt x="1588299" y="1703171"/>
                  </a:lnTo>
                  <a:lnTo>
                    <a:pt x="1588304" y="1703173"/>
                  </a:lnTo>
                  <a:lnTo>
                    <a:pt x="1588311" y="1703175"/>
                  </a:lnTo>
                  <a:lnTo>
                    <a:pt x="1588317" y="1703175"/>
                  </a:lnTo>
                  <a:lnTo>
                    <a:pt x="1588322" y="1703176"/>
                  </a:lnTo>
                  <a:lnTo>
                    <a:pt x="1588326" y="1703176"/>
                  </a:lnTo>
                  <a:lnTo>
                    <a:pt x="1588333" y="1703176"/>
                  </a:lnTo>
                  <a:lnTo>
                    <a:pt x="1588341" y="1703175"/>
                  </a:lnTo>
                  <a:lnTo>
                    <a:pt x="1588347" y="1703174"/>
                  </a:lnTo>
                  <a:lnTo>
                    <a:pt x="1588354" y="1703174"/>
                  </a:lnTo>
                  <a:lnTo>
                    <a:pt x="1588361" y="1703173"/>
                  </a:lnTo>
                  <a:lnTo>
                    <a:pt x="1588369" y="1703171"/>
                  </a:lnTo>
                  <a:lnTo>
                    <a:pt x="1588376" y="1703170"/>
                  </a:lnTo>
                  <a:lnTo>
                    <a:pt x="1588379" y="1703166"/>
                  </a:lnTo>
                  <a:lnTo>
                    <a:pt x="1588384" y="1703159"/>
                  </a:lnTo>
                  <a:lnTo>
                    <a:pt x="1588390" y="1703150"/>
                  </a:lnTo>
                  <a:lnTo>
                    <a:pt x="1588393" y="1703142"/>
                  </a:lnTo>
                  <a:lnTo>
                    <a:pt x="1588396" y="1703131"/>
                  </a:lnTo>
                  <a:lnTo>
                    <a:pt x="1588399" y="1703122"/>
                  </a:lnTo>
                  <a:lnTo>
                    <a:pt x="1588405" y="1703116"/>
                  </a:lnTo>
                  <a:lnTo>
                    <a:pt x="1588412" y="1703113"/>
                  </a:lnTo>
                  <a:lnTo>
                    <a:pt x="1588418" y="1703112"/>
                  </a:lnTo>
                  <a:lnTo>
                    <a:pt x="1588427" y="1703110"/>
                  </a:lnTo>
                  <a:lnTo>
                    <a:pt x="1588436" y="1703106"/>
                  </a:lnTo>
                  <a:lnTo>
                    <a:pt x="1588443" y="1703104"/>
                  </a:lnTo>
                  <a:lnTo>
                    <a:pt x="1588449" y="1703103"/>
                  </a:lnTo>
                  <a:lnTo>
                    <a:pt x="1588455" y="1703102"/>
                  </a:lnTo>
                  <a:lnTo>
                    <a:pt x="1588461" y="1703100"/>
                  </a:lnTo>
                  <a:lnTo>
                    <a:pt x="1588469" y="1703096"/>
                  </a:lnTo>
                  <a:lnTo>
                    <a:pt x="1588475" y="1703094"/>
                  </a:lnTo>
                  <a:lnTo>
                    <a:pt x="1588583" y="1703093"/>
                  </a:lnTo>
                  <a:lnTo>
                    <a:pt x="1588586" y="1703099"/>
                  </a:lnTo>
                  <a:lnTo>
                    <a:pt x="1588589" y="1703105"/>
                  </a:lnTo>
                  <a:lnTo>
                    <a:pt x="1588591" y="1703110"/>
                  </a:lnTo>
                  <a:lnTo>
                    <a:pt x="1588595" y="1703116"/>
                  </a:lnTo>
                  <a:lnTo>
                    <a:pt x="1588599" y="1703121"/>
                  </a:lnTo>
                  <a:lnTo>
                    <a:pt x="1588604" y="1703126"/>
                  </a:lnTo>
                  <a:lnTo>
                    <a:pt x="1588609" y="1703131"/>
                  </a:lnTo>
                  <a:lnTo>
                    <a:pt x="1588615" y="1703133"/>
                  </a:lnTo>
                  <a:lnTo>
                    <a:pt x="1588622" y="1703134"/>
                  </a:lnTo>
                  <a:lnTo>
                    <a:pt x="1588629" y="1703133"/>
                  </a:lnTo>
                  <a:lnTo>
                    <a:pt x="1588636" y="1703131"/>
                  </a:lnTo>
                  <a:lnTo>
                    <a:pt x="1588642" y="1703128"/>
                  </a:lnTo>
                  <a:lnTo>
                    <a:pt x="1588648" y="1703126"/>
                  </a:lnTo>
                  <a:lnTo>
                    <a:pt x="1588656" y="1703124"/>
                  </a:lnTo>
                  <a:lnTo>
                    <a:pt x="1588661" y="1703123"/>
                  </a:lnTo>
                  <a:lnTo>
                    <a:pt x="1588667" y="1703122"/>
                  </a:lnTo>
                  <a:lnTo>
                    <a:pt x="1588673" y="1703120"/>
                  </a:lnTo>
                  <a:lnTo>
                    <a:pt x="1588681" y="1703115"/>
                  </a:lnTo>
                  <a:lnTo>
                    <a:pt x="1588688" y="1703111"/>
                  </a:lnTo>
                  <a:lnTo>
                    <a:pt x="1588695" y="1703107"/>
                  </a:lnTo>
                  <a:lnTo>
                    <a:pt x="1588700" y="1703105"/>
                  </a:lnTo>
                  <a:lnTo>
                    <a:pt x="1588705" y="1703101"/>
                  </a:lnTo>
                  <a:lnTo>
                    <a:pt x="1588710" y="1703096"/>
                  </a:lnTo>
                  <a:lnTo>
                    <a:pt x="1588714" y="1703089"/>
                  </a:lnTo>
                  <a:lnTo>
                    <a:pt x="1588716" y="1703082"/>
                  </a:lnTo>
                  <a:lnTo>
                    <a:pt x="1588717" y="1703074"/>
                  </a:lnTo>
                  <a:lnTo>
                    <a:pt x="1588723" y="1703066"/>
                  </a:lnTo>
                  <a:lnTo>
                    <a:pt x="1588730" y="1703061"/>
                  </a:lnTo>
                  <a:lnTo>
                    <a:pt x="1588737" y="1703057"/>
                  </a:lnTo>
                  <a:lnTo>
                    <a:pt x="1588743" y="1703053"/>
                  </a:lnTo>
                  <a:lnTo>
                    <a:pt x="1588752" y="1703047"/>
                  </a:lnTo>
                  <a:lnTo>
                    <a:pt x="1588759" y="1703041"/>
                  </a:lnTo>
                  <a:lnTo>
                    <a:pt x="1588767" y="1703035"/>
                  </a:lnTo>
                  <a:lnTo>
                    <a:pt x="1588774" y="1703030"/>
                  </a:lnTo>
                  <a:lnTo>
                    <a:pt x="1588779" y="1703026"/>
                  </a:lnTo>
                  <a:lnTo>
                    <a:pt x="1588785" y="1703021"/>
                  </a:lnTo>
                  <a:lnTo>
                    <a:pt x="1588790" y="1703016"/>
                  </a:lnTo>
                  <a:lnTo>
                    <a:pt x="1588796" y="1703011"/>
                  </a:lnTo>
                  <a:lnTo>
                    <a:pt x="1588801" y="1703008"/>
                  </a:lnTo>
                  <a:lnTo>
                    <a:pt x="1588808" y="1703003"/>
                  </a:lnTo>
                  <a:lnTo>
                    <a:pt x="1588814" y="1702999"/>
                  </a:lnTo>
                  <a:lnTo>
                    <a:pt x="1588820" y="1702996"/>
                  </a:lnTo>
                  <a:lnTo>
                    <a:pt x="1588826" y="1702992"/>
                  </a:lnTo>
                  <a:lnTo>
                    <a:pt x="1588833" y="1702987"/>
                  </a:lnTo>
                  <a:lnTo>
                    <a:pt x="1588840" y="1702983"/>
                  </a:lnTo>
                  <a:lnTo>
                    <a:pt x="1588845" y="1702980"/>
                  </a:lnTo>
                  <a:lnTo>
                    <a:pt x="1588851" y="1702976"/>
                  </a:lnTo>
                  <a:lnTo>
                    <a:pt x="1588857" y="1702974"/>
                  </a:lnTo>
                  <a:lnTo>
                    <a:pt x="1588864" y="1702971"/>
                  </a:lnTo>
                  <a:lnTo>
                    <a:pt x="1588868" y="1702969"/>
                  </a:lnTo>
                  <a:lnTo>
                    <a:pt x="1588876" y="1702966"/>
                  </a:lnTo>
                  <a:lnTo>
                    <a:pt x="1588881" y="1702964"/>
                  </a:lnTo>
                  <a:lnTo>
                    <a:pt x="1588886" y="1702962"/>
                  </a:lnTo>
                  <a:lnTo>
                    <a:pt x="1588891" y="1702961"/>
                  </a:lnTo>
                  <a:lnTo>
                    <a:pt x="1588897" y="1702957"/>
                  </a:lnTo>
                  <a:lnTo>
                    <a:pt x="1588901" y="1702949"/>
                  </a:lnTo>
                  <a:lnTo>
                    <a:pt x="1588901" y="1702943"/>
                  </a:lnTo>
                  <a:lnTo>
                    <a:pt x="1588902" y="1702934"/>
                  </a:lnTo>
                  <a:lnTo>
                    <a:pt x="1588905" y="1702925"/>
                  </a:lnTo>
                  <a:lnTo>
                    <a:pt x="1588913" y="1702919"/>
                  </a:lnTo>
                  <a:lnTo>
                    <a:pt x="1588920" y="1702917"/>
                  </a:lnTo>
                  <a:lnTo>
                    <a:pt x="1588929" y="1702915"/>
                  </a:lnTo>
                  <a:lnTo>
                    <a:pt x="1588940" y="1702913"/>
                  </a:lnTo>
                  <a:lnTo>
                    <a:pt x="1588947" y="1702909"/>
                  </a:lnTo>
                  <a:lnTo>
                    <a:pt x="1588953" y="1702905"/>
                  </a:lnTo>
                  <a:lnTo>
                    <a:pt x="1588958" y="1702902"/>
                  </a:lnTo>
                  <a:lnTo>
                    <a:pt x="1588963" y="1702897"/>
                  </a:lnTo>
                  <a:lnTo>
                    <a:pt x="1589053" y="1702652"/>
                  </a:lnTo>
                  <a:lnTo>
                    <a:pt x="1589056" y="1702648"/>
                  </a:lnTo>
                  <a:lnTo>
                    <a:pt x="1589062" y="1702641"/>
                  </a:lnTo>
                  <a:lnTo>
                    <a:pt x="1589066" y="1702631"/>
                  </a:lnTo>
                  <a:lnTo>
                    <a:pt x="1589067" y="1702623"/>
                  </a:lnTo>
                  <a:lnTo>
                    <a:pt x="1589065" y="1702615"/>
                  </a:lnTo>
                  <a:lnTo>
                    <a:pt x="1589063" y="1702609"/>
                  </a:lnTo>
                  <a:lnTo>
                    <a:pt x="1589060" y="1702600"/>
                  </a:lnTo>
                  <a:lnTo>
                    <a:pt x="1589062" y="1702593"/>
                  </a:lnTo>
                  <a:lnTo>
                    <a:pt x="1589066" y="1702588"/>
                  </a:lnTo>
                  <a:lnTo>
                    <a:pt x="1589072" y="1702580"/>
                  </a:lnTo>
                  <a:lnTo>
                    <a:pt x="1589077" y="1702574"/>
                  </a:lnTo>
                  <a:lnTo>
                    <a:pt x="1589082" y="1702569"/>
                  </a:lnTo>
                  <a:lnTo>
                    <a:pt x="1589088" y="1702563"/>
                  </a:lnTo>
                  <a:lnTo>
                    <a:pt x="1589095" y="1702558"/>
                  </a:lnTo>
                  <a:lnTo>
                    <a:pt x="1589101" y="1702553"/>
                  </a:lnTo>
                  <a:lnTo>
                    <a:pt x="1589106" y="1702548"/>
                  </a:lnTo>
                  <a:lnTo>
                    <a:pt x="1589110" y="1702542"/>
                  </a:lnTo>
                  <a:lnTo>
                    <a:pt x="1589114" y="1702535"/>
                  </a:lnTo>
                  <a:lnTo>
                    <a:pt x="1589116" y="1702529"/>
                  </a:lnTo>
                  <a:lnTo>
                    <a:pt x="1589118" y="1702523"/>
                  </a:lnTo>
                  <a:lnTo>
                    <a:pt x="1589121" y="1702517"/>
                  </a:lnTo>
                  <a:lnTo>
                    <a:pt x="1589123" y="1702510"/>
                  </a:lnTo>
                  <a:lnTo>
                    <a:pt x="1589127" y="1702504"/>
                  </a:lnTo>
                  <a:lnTo>
                    <a:pt x="1589132" y="1702497"/>
                  </a:lnTo>
                  <a:lnTo>
                    <a:pt x="1589137" y="1702492"/>
                  </a:lnTo>
                  <a:lnTo>
                    <a:pt x="1589145" y="1702486"/>
                  </a:lnTo>
                  <a:lnTo>
                    <a:pt x="1589151" y="1702482"/>
                  </a:lnTo>
                  <a:lnTo>
                    <a:pt x="1589158" y="1702477"/>
                  </a:lnTo>
                  <a:lnTo>
                    <a:pt x="1589166" y="1702472"/>
                  </a:lnTo>
                  <a:lnTo>
                    <a:pt x="1589175" y="1702467"/>
                  </a:lnTo>
                  <a:lnTo>
                    <a:pt x="1589181" y="1702463"/>
                  </a:lnTo>
                  <a:lnTo>
                    <a:pt x="1589190" y="1702458"/>
                  </a:lnTo>
                  <a:lnTo>
                    <a:pt x="1589195" y="1702455"/>
                  </a:lnTo>
                  <a:lnTo>
                    <a:pt x="1589201" y="1702453"/>
                  </a:lnTo>
                  <a:lnTo>
                    <a:pt x="1589206" y="1702451"/>
                  </a:lnTo>
                  <a:lnTo>
                    <a:pt x="1589214" y="1702447"/>
                  </a:lnTo>
                  <a:lnTo>
                    <a:pt x="1589218" y="1702444"/>
                  </a:lnTo>
                  <a:lnTo>
                    <a:pt x="1589223" y="1702441"/>
                  </a:lnTo>
                  <a:lnTo>
                    <a:pt x="1589228" y="1702436"/>
                  </a:lnTo>
                  <a:lnTo>
                    <a:pt x="1589235" y="1702430"/>
                  </a:lnTo>
                  <a:lnTo>
                    <a:pt x="1589242" y="1702424"/>
                  </a:lnTo>
                  <a:lnTo>
                    <a:pt x="1589248" y="1702419"/>
                  </a:lnTo>
                  <a:lnTo>
                    <a:pt x="1589256" y="1702416"/>
                  </a:lnTo>
                  <a:lnTo>
                    <a:pt x="1589261" y="1702414"/>
                  </a:lnTo>
                  <a:lnTo>
                    <a:pt x="1589267" y="1702412"/>
                  </a:lnTo>
                  <a:lnTo>
                    <a:pt x="1589274" y="1702410"/>
                  </a:lnTo>
                  <a:lnTo>
                    <a:pt x="1589280" y="1702409"/>
                  </a:lnTo>
                  <a:lnTo>
                    <a:pt x="1589291" y="1702408"/>
                  </a:lnTo>
                  <a:lnTo>
                    <a:pt x="1589297" y="1702408"/>
                  </a:lnTo>
                  <a:lnTo>
                    <a:pt x="1589304" y="1702406"/>
                  </a:lnTo>
                  <a:lnTo>
                    <a:pt x="1589310" y="1702403"/>
                  </a:lnTo>
                  <a:lnTo>
                    <a:pt x="1589316" y="1702398"/>
                  </a:lnTo>
                  <a:lnTo>
                    <a:pt x="1589320" y="1702394"/>
                  </a:lnTo>
                  <a:lnTo>
                    <a:pt x="1589324" y="1702389"/>
                  </a:lnTo>
                  <a:lnTo>
                    <a:pt x="1589329" y="1702381"/>
                  </a:lnTo>
                  <a:lnTo>
                    <a:pt x="1589332" y="1702373"/>
                  </a:lnTo>
                  <a:lnTo>
                    <a:pt x="1589336" y="1702363"/>
                  </a:lnTo>
                  <a:lnTo>
                    <a:pt x="1589339" y="1702353"/>
                  </a:lnTo>
                  <a:lnTo>
                    <a:pt x="1589341" y="1702344"/>
                  </a:lnTo>
                  <a:lnTo>
                    <a:pt x="1589342" y="1702333"/>
                  </a:lnTo>
                  <a:lnTo>
                    <a:pt x="1589342" y="1702325"/>
                  </a:lnTo>
                  <a:lnTo>
                    <a:pt x="1589343" y="1702317"/>
                  </a:lnTo>
                  <a:lnTo>
                    <a:pt x="1589343" y="1702308"/>
                  </a:lnTo>
                  <a:lnTo>
                    <a:pt x="1589343" y="1702298"/>
                  </a:lnTo>
                  <a:lnTo>
                    <a:pt x="1589343" y="1702292"/>
                  </a:lnTo>
                  <a:lnTo>
                    <a:pt x="1589343" y="1702284"/>
                  </a:lnTo>
                  <a:lnTo>
                    <a:pt x="1589344" y="1702274"/>
                  </a:lnTo>
                  <a:lnTo>
                    <a:pt x="1589345" y="1702266"/>
                  </a:lnTo>
                  <a:lnTo>
                    <a:pt x="1589345" y="1702258"/>
                  </a:lnTo>
                  <a:lnTo>
                    <a:pt x="1589346" y="1702249"/>
                  </a:lnTo>
                  <a:lnTo>
                    <a:pt x="1589347" y="1702239"/>
                  </a:lnTo>
                  <a:lnTo>
                    <a:pt x="1589346" y="1702230"/>
                  </a:lnTo>
                  <a:lnTo>
                    <a:pt x="1589344" y="1702223"/>
                  </a:lnTo>
                  <a:lnTo>
                    <a:pt x="1589340" y="1702214"/>
                  </a:lnTo>
                  <a:lnTo>
                    <a:pt x="1589334" y="1702205"/>
                  </a:lnTo>
                  <a:lnTo>
                    <a:pt x="1589329" y="1702199"/>
                  </a:lnTo>
                  <a:lnTo>
                    <a:pt x="1589324" y="1702194"/>
                  </a:lnTo>
                  <a:lnTo>
                    <a:pt x="1589321" y="1702190"/>
                  </a:lnTo>
                  <a:lnTo>
                    <a:pt x="1589317" y="1702185"/>
                  </a:lnTo>
                  <a:lnTo>
                    <a:pt x="1589314" y="1702179"/>
                  </a:lnTo>
                  <a:lnTo>
                    <a:pt x="1589310" y="1702174"/>
                  </a:lnTo>
                  <a:lnTo>
                    <a:pt x="1589306" y="1702166"/>
                  </a:lnTo>
                  <a:lnTo>
                    <a:pt x="1589270" y="1702110"/>
                  </a:lnTo>
                  <a:lnTo>
                    <a:pt x="1589251" y="1702049"/>
                  </a:lnTo>
                  <a:lnTo>
                    <a:pt x="1589262" y="1702011"/>
                  </a:lnTo>
                  <a:lnTo>
                    <a:pt x="1589265" y="1701999"/>
                  </a:lnTo>
                  <a:lnTo>
                    <a:pt x="1589251" y="1702000"/>
                  </a:lnTo>
                  <a:lnTo>
                    <a:pt x="1589232" y="1702001"/>
                  </a:lnTo>
                  <a:lnTo>
                    <a:pt x="1589218" y="1701981"/>
                  </a:lnTo>
                  <a:lnTo>
                    <a:pt x="1589205" y="1701956"/>
                  </a:lnTo>
                  <a:lnTo>
                    <a:pt x="1589193" y="1701942"/>
                  </a:lnTo>
                  <a:lnTo>
                    <a:pt x="1589182" y="1701925"/>
                  </a:lnTo>
                  <a:lnTo>
                    <a:pt x="1589178" y="1701912"/>
                  </a:lnTo>
                  <a:lnTo>
                    <a:pt x="1589180" y="1701897"/>
                  </a:lnTo>
                  <a:lnTo>
                    <a:pt x="1589177" y="1701879"/>
                  </a:lnTo>
                  <a:lnTo>
                    <a:pt x="1589161" y="1701855"/>
                  </a:lnTo>
                  <a:lnTo>
                    <a:pt x="1589156" y="1701836"/>
                  </a:lnTo>
                  <a:lnTo>
                    <a:pt x="1589153" y="1701816"/>
                  </a:lnTo>
                  <a:lnTo>
                    <a:pt x="1589152" y="1701801"/>
                  </a:lnTo>
                  <a:lnTo>
                    <a:pt x="1589152" y="1701790"/>
                  </a:lnTo>
                  <a:lnTo>
                    <a:pt x="1589150" y="1701774"/>
                  </a:lnTo>
                  <a:lnTo>
                    <a:pt x="1589145" y="1701760"/>
                  </a:lnTo>
                  <a:lnTo>
                    <a:pt x="1589141" y="1701741"/>
                  </a:lnTo>
                  <a:lnTo>
                    <a:pt x="1589148" y="1701726"/>
                  </a:lnTo>
                  <a:lnTo>
                    <a:pt x="1589161" y="1701714"/>
                  </a:lnTo>
                  <a:lnTo>
                    <a:pt x="1589169" y="1701703"/>
                  </a:lnTo>
                  <a:lnTo>
                    <a:pt x="1589172" y="1701691"/>
                  </a:lnTo>
                  <a:lnTo>
                    <a:pt x="1589178" y="1701679"/>
                  </a:lnTo>
                  <a:lnTo>
                    <a:pt x="1589178" y="1701665"/>
                  </a:lnTo>
                  <a:lnTo>
                    <a:pt x="1589182" y="1701641"/>
                  </a:lnTo>
                  <a:lnTo>
                    <a:pt x="1589196" y="1701592"/>
                  </a:lnTo>
                  <a:lnTo>
                    <a:pt x="1589196" y="1701585"/>
                  </a:lnTo>
                  <a:lnTo>
                    <a:pt x="1589194" y="1701576"/>
                  </a:lnTo>
                  <a:lnTo>
                    <a:pt x="1589192" y="1701569"/>
                  </a:lnTo>
                  <a:lnTo>
                    <a:pt x="1589188" y="1701563"/>
                  </a:lnTo>
                  <a:lnTo>
                    <a:pt x="1589184" y="1701559"/>
                  </a:lnTo>
                  <a:lnTo>
                    <a:pt x="1589179" y="1701554"/>
                  </a:lnTo>
                  <a:lnTo>
                    <a:pt x="1589172" y="1701549"/>
                  </a:lnTo>
                  <a:lnTo>
                    <a:pt x="1589164" y="1701546"/>
                  </a:lnTo>
                  <a:lnTo>
                    <a:pt x="1589155" y="1701545"/>
                  </a:lnTo>
                  <a:lnTo>
                    <a:pt x="1589146" y="1701544"/>
                  </a:lnTo>
                  <a:lnTo>
                    <a:pt x="1589140" y="1701542"/>
                  </a:lnTo>
                  <a:lnTo>
                    <a:pt x="1589134" y="1701540"/>
                  </a:lnTo>
                  <a:lnTo>
                    <a:pt x="1589129" y="1701538"/>
                  </a:lnTo>
                  <a:lnTo>
                    <a:pt x="1589122" y="1701536"/>
                  </a:lnTo>
                  <a:lnTo>
                    <a:pt x="1589114" y="1701531"/>
                  </a:lnTo>
                  <a:lnTo>
                    <a:pt x="1589106" y="1701523"/>
                  </a:lnTo>
                  <a:lnTo>
                    <a:pt x="1589101" y="1701517"/>
                  </a:lnTo>
                  <a:lnTo>
                    <a:pt x="1589095" y="1701510"/>
                  </a:lnTo>
                  <a:lnTo>
                    <a:pt x="1589091" y="1701506"/>
                  </a:lnTo>
                  <a:lnTo>
                    <a:pt x="1589085" y="1701503"/>
                  </a:lnTo>
                  <a:lnTo>
                    <a:pt x="1589080" y="1701500"/>
                  </a:lnTo>
                  <a:lnTo>
                    <a:pt x="1589075" y="1701498"/>
                  </a:lnTo>
                  <a:lnTo>
                    <a:pt x="1589070" y="1701496"/>
                  </a:lnTo>
                  <a:lnTo>
                    <a:pt x="1589064" y="1701493"/>
                  </a:lnTo>
                  <a:lnTo>
                    <a:pt x="1589061" y="1701489"/>
                  </a:lnTo>
                  <a:lnTo>
                    <a:pt x="1589057" y="1701483"/>
                  </a:lnTo>
                  <a:lnTo>
                    <a:pt x="1589054" y="1701476"/>
                  </a:lnTo>
                  <a:lnTo>
                    <a:pt x="1589049" y="1701469"/>
                  </a:lnTo>
                  <a:lnTo>
                    <a:pt x="1589046" y="1701464"/>
                  </a:lnTo>
                  <a:lnTo>
                    <a:pt x="1589043" y="1701456"/>
                  </a:lnTo>
                  <a:lnTo>
                    <a:pt x="1589037" y="1701446"/>
                  </a:lnTo>
                  <a:lnTo>
                    <a:pt x="1589034" y="1701440"/>
                  </a:lnTo>
                  <a:lnTo>
                    <a:pt x="1589032" y="1701435"/>
                  </a:lnTo>
                  <a:lnTo>
                    <a:pt x="1589032" y="1701426"/>
                  </a:lnTo>
                  <a:lnTo>
                    <a:pt x="1589033" y="1701419"/>
                  </a:lnTo>
                  <a:lnTo>
                    <a:pt x="1589034" y="1701412"/>
                  </a:lnTo>
                  <a:lnTo>
                    <a:pt x="1589035" y="1701403"/>
                  </a:lnTo>
                  <a:lnTo>
                    <a:pt x="1589034" y="1701394"/>
                  </a:lnTo>
                  <a:lnTo>
                    <a:pt x="1589033" y="1701385"/>
                  </a:lnTo>
                  <a:lnTo>
                    <a:pt x="1589032" y="1701379"/>
                  </a:lnTo>
                  <a:lnTo>
                    <a:pt x="1589030" y="1701370"/>
                  </a:lnTo>
                  <a:lnTo>
                    <a:pt x="1589029" y="1701364"/>
                  </a:lnTo>
                  <a:lnTo>
                    <a:pt x="1589027" y="1701354"/>
                  </a:lnTo>
                  <a:lnTo>
                    <a:pt x="1589026" y="1701345"/>
                  </a:lnTo>
                  <a:lnTo>
                    <a:pt x="1589024" y="1701334"/>
                  </a:lnTo>
                  <a:lnTo>
                    <a:pt x="1589023" y="1701325"/>
                  </a:lnTo>
                  <a:lnTo>
                    <a:pt x="1589028" y="1701327"/>
                  </a:lnTo>
                  <a:lnTo>
                    <a:pt x="1589034" y="1701329"/>
                  </a:lnTo>
                  <a:lnTo>
                    <a:pt x="1589039" y="1701329"/>
                  </a:lnTo>
                  <a:lnTo>
                    <a:pt x="1589044" y="1701328"/>
                  </a:lnTo>
                  <a:lnTo>
                    <a:pt x="1589053" y="1701325"/>
                  </a:lnTo>
                  <a:lnTo>
                    <a:pt x="1589063" y="1701320"/>
                  </a:lnTo>
                  <a:lnTo>
                    <a:pt x="1589073" y="1701316"/>
                  </a:lnTo>
                  <a:lnTo>
                    <a:pt x="1589079" y="1701312"/>
                  </a:lnTo>
                  <a:lnTo>
                    <a:pt x="1589084" y="1701308"/>
                  </a:lnTo>
                  <a:lnTo>
                    <a:pt x="1589088" y="1701304"/>
                  </a:lnTo>
                  <a:lnTo>
                    <a:pt x="1589093" y="1701299"/>
                  </a:lnTo>
                  <a:lnTo>
                    <a:pt x="1589100" y="1701292"/>
                  </a:lnTo>
                  <a:lnTo>
                    <a:pt x="1589107" y="1701285"/>
                  </a:lnTo>
                  <a:lnTo>
                    <a:pt x="1589112" y="1701280"/>
                  </a:lnTo>
                  <a:lnTo>
                    <a:pt x="1589121" y="1701269"/>
                  </a:lnTo>
                  <a:lnTo>
                    <a:pt x="1589118" y="1701260"/>
                  </a:lnTo>
                  <a:lnTo>
                    <a:pt x="1589115" y="1701253"/>
                  </a:lnTo>
                  <a:lnTo>
                    <a:pt x="1589112" y="1701248"/>
                  </a:lnTo>
                  <a:lnTo>
                    <a:pt x="1589111" y="1701242"/>
                  </a:lnTo>
                  <a:lnTo>
                    <a:pt x="1589108" y="1701234"/>
                  </a:lnTo>
                  <a:lnTo>
                    <a:pt x="1589106" y="1701229"/>
                  </a:lnTo>
                  <a:lnTo>
                    <a:pt x="1589104" y="1701222"/>
                  </a:lnTo>
                  <a:lnTo>
                    <a:pt x="1589102" y="1701213"/>
                  </a:lnTo>
                  <a:lnTo>
                    <a:pt x="1589100" y="1701204"/>
                  </a:lnTo>
                  <a:lnTo>
                    <a:pt x="1589095" y="1701198"/>
                  </a:lnTo>
                  <a:lnTo>
                    <a:pt x="1589090" y="1701194"/>
                  </a:lnTo>
                  <a:lnTo>
                    <a:pt x="1589084" y="1701191"/>
                  </a:lnTo>
                  <a:lnTo>
                    <a:pt x="1589078" y="1701188"/>
                  </a:lnTo>
                  <a:lnTo>
                    <a:pt x="1589074" y="1701185"/>
                  </a:lnTo>
                  <a:lnTo>
                    <a:pt x="1589069" y="1701180"/>
                  </a:lnTo>
                  <a:lnTo>
                    <a:pt x="1589066" y="1701173"/>
                  </a:lnTo>
                  <a:lnTo>
                    <a:pt x="1589066" y="1701162"/>
                  </a:lnTo>
                  <a:lnTo>
                    <a:pt x="1589066" y="1701154"/>
                  </a:lnTo>
                  <a:lnTo>
                    <a:pt x="1589065" y="1701148"/>
                  </a:lnTo>
                  <a:lnTo>
                    <a:pt x="1589063" y="1701141"/>
                  </a:lnTo>
                  <a:lnTo>
                    <a:pt x="1589059" y="1701134"/>
                  </a:lnTo>
                  <a:lnTo>
                    <a:pt x="1589055" y="1701129"/>
                  </a:lnTo>
                  <a:lnTo>
                    <a:pt x="1589050" y="1701125"/>
                  </a:lnTo>
                  <a:lnTo>
                    <a:pt x="1589045" y="1701119"/>
                  </a:lnTo>
                  <a:lnTo>
                    <a:pt x="1589041" y="1701112"/>
                  </a:lnTo>
                  <a:lnTo>
                    <a:pt x="1589036" y="1701106"/>
                  </a:lnTo>
                  <a:lnTo>
                    <a:pt x="1589030" y="1701100"/>
                  </a:lnTo>
                  <a:lnTo>
                    <a:pt x="1589024" y="1701094"/>
                  </a:lnTo>
                  <a:lnTo>
                    <a:pt x="1589019" y="1701091"/>
                  </a:lnTo>
                  <a:lnTo>
                    <a:pt x="1589013" y="1701087"/>
                  </a:lnTo>
                  <a:lnTo>
                    <a:pt x="1589007" y="1701082"/>
                  </a:lnTo>
                  <a:lnTo>
                    <a:pt x="1589002" y="1701077"/>
                  </a:lnTo>
                  <a:lnTo>
                    <a:pt x="1588998" y="1701072"/>
                  </a:lnTo>
                  <a:lnTo>
                    <a:pt x="1588995" y="1701065"/>
                  </a:lnTo>
                  <a:lnTo>
                    <a:pt x="1588966" y="1700980"/>
                  </a:lnTo>
                  <a:lnTo>
                    <a:pt x="1588957" y="1700917"/>
                  </a:lnTo>
                  <a:lnTo>
                    <a:pt x="1588952" y="1700913"/>
                  </a:lnTo>
                  <a:lnTo>
                    <a:pt x="1588947" y="1700907"/>
                  </a:lnTo>
                  <a:lnTo>
                    <a:pt x="1588941" y="1700901"/>
                  </a:lnTo>
                  <a:lnTo>
                    <a:pt x="1588936" y="1700894"/>
                  </a:lnTo>
                  <a:lnTo>
                    <a:pt x="1588932" y="1700888"/>
                  </a:lnTo>
                  <a:lnTo>
                    <a:pt x="1588928" y="1700882"/>
                  </a:lnTo>
                  <a:lnTo>
                    <a:pt x="1588924" y="1700877"/>
                  </a:lnTo>
                  <a:lnTo>
                    <a:pt x="1588920" y="1700870"/>
                  </a:lnTo>
                  <a:lnTo>
                    <a:pt x="1588915" y="1700864"/>
                  </a:lnTo>
                  <a:lnTo>
                    <a:pt x="1588911" y="1700858"/>
                  </a:lnTo>
                  <a:lnTo>
                    <a:pt x="1588907" y="1700854"/>
                  </a:lnTo>
                  <a:lnTo>
                    <a:pt x="1588902" y="1700848"/>
                  </a:lnTo>
                  <a:lnTo>
                    <a:pt x="1588897" y="1700843"/>
                  </a:lnTo>
                  <a:lnTo>
                    <a:pt x="1588893" y="1700839"/>
                  </a:lnTo>
                  <a:lnTo>
                    <a:pt x="1588889" y="1700836"/>
                  </a:lnTo>
                  <a:lnTo>
                    <a:pt x="1588885" y="1700832"/>
                  </a:lnTo>
                  <a:lnTo>
                    <a:pt x="1588881" y="1700829"/>
                  </a:lnTo>
                  <a:lnTo>
                    <a:pt x="1588873" y="1700823"/>
                  </a:lnTo>
                  <a:lnTo>
                    <a:pt x="1588866" y="1700819"/>
                  </a:lnTo>
                  <a:lnTo>
                    <a:pt x="1588860" y="1700817"/>
                  </a:lnTo>
                  <a:lnTo>
                    <a:pt x="1588854" y="1700816"/>
                  </a:lnTo>
                  <a:lnTo>
                    <a:pt x="1588843" y="1700816"/>
                  </a:lnTo>
                  <a:lnTo>
                    <a:pt x="1588835" y="1700815"/>
                  </a:lnTo>
                  <a:lnTo>
                    <a:pt x="1588830" y="1700812"/>
                  </a:lnTo>
                  <a:lnTo>
                    <a:pt x="1588827" y="1700808"/>
                  </a:lnTo>
                  <a:lnTo>
                    <a:pt x="1588825" y="1700801"/>
                  </a:lnTo>
                  <a:lnTo>
                    <a:pt x="1588823" y="1700792"/>
                  </a:lnTo>
                  <a:lnTo>
                    <a:pt x="1588821" y="1700784"/>
                  </a:lnTo>
                  <a:lnTo>
                    <a:pt x="1588819" y="1700777"/>
                  </a:lnTo>
                  <a:lnTo>
                    <a:pt x="1588816" y="1700772"/>
                  </a:lnTo>
                  <a:lnTo>
                    <a:pt x="1588813" y="1700768"/>
                  </a:lnTo>
                  <a:lnTo>
                    <a:pt x="1588809" y="1700762"/>
                  </a:lnTo>
                  <a:lnTo>
                    <a:pt x="1588804" y="1700755"/>
                  </a:lnTo>
                  <a:lnTo>
                    <a:pt x="1588799" y="1700750"/>
                  </a:lnTo>
                  <a:lnTo>
                    <a:pt x="1588794" y="1700746"/>
                  </a:lnTo>
                  <a:lnTo>
                    <a:pt x="1588788" y="1700741"/>
                  </a:lnTo>
                  <a:lnTo>
                    <a:pt x="1588783" y="1700738"/>
                  </a:lnTo>
                  <a:lnTo>
                    <a:pt x="1588778" y="1700734"/>
                  </a:lnTo>
                  <a:lnTo>
                    <a:pt x="1588774" y="1700731"/>
                  </a:lnTo>
                  <a:lnTo>
                    <a:pt x="1588768" y="1700727"/>
                  </a:lnTo>
                  <a:lnTo>
                    <a:pt x="1588763" y="1700724"/>
                  </a:lnTo>
                  <a:lnTo>
                    <a:pt x="1588754" y="1700719"/>
                  </a:lnTo>
                  <a:lnTo>
                    <a:pt x="1588748" y="1700715"/>
                  </a:lnTo>
                  <a:lnTo>
                    <a:pt x="1588741" y="1700710"/>
                  </a:lnTo>
                  <a:lnTo>
                    <a:pt x="1588735" y="1700706"/>
                  </a:lnTo>
                  <a:lnTo>
                    <a:pt x="1588731" y="1700699"/>
                  </a:lnTo>
                  <a:lnTo>
                    <a:pt x="1588729" y="1700691"/>
                  </a:lnTo>
                  <a:lnTo>
                    <a:pt x="1588728" y="1700681"/>
                  </a:lnTo>
                  <a:lnTo>
                    <a:pt x="1588727" y="1700672"/>
                  </a:lnTo>
                  <a:lnTo>
                    <a:pt x="1588726" y="1700666"/>
                  </a:lnTo>
                  <a:lnTo>
                    <a:pt x="1588724" y="1700659"/>
                  </a:lnTo>
                  <a:lnTo>
                    <a:pt x="1588722" y="1700652"/>
                  </a:lnTo>
                  <a:lnTo>
                    <a:pt x="1588721" y="1700644"/>
                  </a:lnTo>
                  <a:lnTo>
                    <a:pt x="1588720" y="1700636"/>
                  </a:lnTo>
                  <a:lnTo>
                    <a:pt x="1588719" y="1700627"/>
                  </a:lnTo>
                  <a:lnTo>
                    <a:pt x="1588718" y="1700619"/>
                  </a:lnTo>
                  <a:lnTo>
                    <a:pt x="1588714" y="1700612"/>
                  </a:lnTo>
                  <a:lnTo>
                    <a:pt x="1588709" y="1700609"/>
                  </a:lnTo>
                  <a:lnTo>
                    <a:pt x="1588704" y="1700605"/>
                  </a:lnTo>
                  <a:lnTo>
                    <a:pt x="1588697" y="1700600"/>
                  </a:lnTo>
                  <a:lnTo>
                    <a:pt x="1588690" y="1700595"/>
                  </a:lnTo>
                  <a:lnTo>
                    <a:pt x="1588687" y="1700591"/>
                  </a:lnTo>
                  <a:lnTo>
                    <a:pt x="1588684" y="1700586"/>
                  </a:lnTo>
                  <a:lnTo>
                    <a:pt x="1588681" y="1700577"/>
                  </a:lnTo>
                  <a:lnTo>
                    <a:pt x="1588678" y="1700566"/>
                  </a:lnTo>
                  <a:lnTo>
                    <a:pt x="1588678" y="1700558"/>
                  </a:lnTo>
                  <a:lnTo>
                    <a:pt x="1588682" y="1700552"/>
                  </a:lnTo>
                  <a:lnTo>
                    <a:pt x="1588688" y="1700547"/>
                  </a:lnTo>
                  <a:lnTo>
                    <a:pt x="1588692" y="1700541"/>
                  </a:lnTo>
                  <a:lnTo>
                    <a:pt x="1588695" y="1700535"/>
                  </a:lnTo>
                  <a:lnTo>
                    <a:pt x="1588697" y="1700526"/>
                  </a:lnTo>
                  <a:lnTo>
                    <a:pt x="1588692" y="1700519"/>
                  </a:lnTo>
                  <a:lnTo>
                    <a:pt x="1588685" y="1700513"/>
                  </a:lnTo>
                  <a:lnTo>
                    <a:pt x="1588679" y="1700507"/>
                  </a:lnTo>
                  <a:lnTo>
                    <a:pt x="1588674" y="1700501"/>
                  </a:lnTo>
                  <a:lnTo>
                    <a:pt x="1588671" y="1700495"/>
                  </a:lnTo>
                  <a:lnTo>
                    <a:pt x="1588668" y="1700488"/>
                  </a:lnTo>
                  <a:lnTo>
                    <a:pt x="1588665" y="1700480"/>
                  </a:lnTo>
                  <a:lnTo>
                    <a:pt x="1588661" y="1700472"/>
                  </a:lnTo>
                  <a:lnTo>
                    <a:pt x="1588656" y="1700465"/>
                  </a:lnTo>
                  <a:lnTo>
                    <a:pt x="1588650" y="1700458"/>
                  </a:lnTo>
                  <a:lnTo>
                    <a:pt x="1588645" y="1700452"/>
                  </a:lnTo>
                  <a:lnTo>
                    <a:pt x="1588640" y="1700446"/>
                  </a:lnTo>
                  <a:lnTo>
                    <a:pt x="1588635" y="1700441"/>
                  </a:lnTo>
                  <a:lnTo>
                    <a:pt x="1588630" y="1700437"/>
                  </a:lnTo>
                  <a:lnTo>
                    <a:pt x="1588626" y="1700432"/>
                  </a:lnTo>
                  <a:lnTo>
                    <a:pt x="1588621" y="1700428"/>
                  </a:lnTo>
                  <a:lnTo>
                    <a:pt x="1588617" y="1700434"/>
                  </a:lnTo>
                  <a:lnTo>
                    <a:pt x="1588611" y="1700442"/>
                  </a:lnTo>
                  <a:lnTo>
                    <a:pt x="1588605" y="1700448"/>
                  </a:lnTo>
                  <a:lnTo>
                    <a:pt x="1588601" y="1700452"/>
                  </a:lnTo>
                  <a:lnTo>
                    <a:pt x="1588596" y="1700454"/>
                  </a:lnTo>
                  <a:lnTo>
                    <a:pt x="1588588" y="1700456"/>
                  </a:lnTo>
                  <a:lnTo>
                    <a:pt x="1588578" y="1700456"/>
                  </a:lnTo>
                  <a:lnTo>
                    <a:pt x="1588568" y="1700456"/>
                  </a:lnTo>
                  <a:lnTo>
                    <a:pt x="1588560" y="1700457"/>
                  </a:lnTo>
                  <a:lnTo>
                    <a:pt x="1588554" y="1700459"/>
                  </a:lnTo>
                  <a:lnTo>
                    <a:pt x="1588548" y="1700461"/>
                  </a:lnTo>
                  <a:lnTo>
                    <a:pt x="1588542" y="1700461"/>
                  </a:lnTo>
                  <a:lnTo>
                    <a:pt x="1588535" y="1700461"/>
                  </a:lnTo>
                  <a:lnTo>
                    <a:pt x="1588529" y="1700460"/>
                  </a:lnTo>
                  <a:lnTo>
                    <a:pt x="1588524" y="1700459"/>
                  </a:lnTo>
                  <a:lnTo>
                    <a:pt x="1588517" y="1700458"/>
                  </a:lnTo>
                  <a:lnTo>
                    <a:pt x="1588510" y="1700460"/>
                  </a:lnTo>
                  <a:lnTo>
                    <a:pt x="1588503" y="1700463"/>
                  </a:lnTo>
                  <a:lnTo>
                    <a:pt x="1588496" y="1700465"/>
                  </a:lnTo>
                  <a:lnTo>
                    <a:pt x="1588486" y="1700466"/>
                  </a:lnTo>
                  <a:lnTo>
                    <a:pt x="1588481" y="1700465"/>
                  </a:lnTo>
                  <a:lnTo>
                    <a:pt x="1588475" y="1700464"/>
                  </a:lnTo>
                  <a:lnTo>
                    <a:pt x="1588469" y="1700463"/>
                  </a:lnTo>
                  <a:lnTo>
                    <a:pt x="1588462" y="1700460"/>
                  </a:lnTo>
                  <a:lnTo>
                    <a:pt x="1588456" y="1700457"/>
                  </a:lnTo>
                  <a:lnTo>
                    <a:pt x="1588452" y="1700453"/>
                  </a:lnTo>
                  <a:lnTo>
                    <a:pt x="1588446" y="1700448"/>
                  </a:lnTo>
                  <a:lnTo>
                    <a:pt x="1588442" y="1700444"/>
                  </a:lnTo>
                  <a:lnTo>
                    <a:pt x="1588439" y="1700440"/>
                  </a:lnTo>
                  <a:lnTo>
                    <a:pt x="1588434" y="1700435"/>
                  </a:lnTo>
                  <a:lnTo>
                    <a:pt x="1588431" y="1700430"/>
                  </a:lnTo>
                  <a:lnTo>
                    <a:pt x="1588429" y="1700425"/>
                  </a:lnTo>
                  <a:lnTo>
                    <a:pt x="1588421" y="1700420"/>
                  </a:lnTo>
                  <a:lnTo>
                    <a:pt x="1588413" y="1700417"/>
                  </a:lnTo>
                  <a:lnTo>
                    <a:pt x="1588406" y="1700415"/>
                  </a:lnTo>
                  <a:lnTo>
                    <a:pt x="1588398" y="1700412"/>
                  </a:lnTo>
                  <a:lnTo>
                    <a:pt x="1588393" y="1700410"/>
                  </a:lnTo>
                  <a:lnTo>
                    <a:pt x="1588387" y="1700409"/>
                  </a:lnTo>
                  <a:lnTo>
                    <a:pt x="1588381" y="1700407"/>
                  </a:lnTo>
                  <a:lnTo>
                    <a:pt x="1588372" y="1700405"/>
                  </a:lnTo>
                  <a:lnTo>
                    <a:pt x="1588364" y="1700403"/>
                  </a:lnTo>
                  <a:lnTo>
                    <a:pt x="1588358" y="1700401"/>
                  </a:lnTo>
                  <a:lnTo>
                    <a:pt x="1588352" y="1700399"/>
                  </a:lnTo>
                  <a:lnTo>
                    <a:pt x="1588346" y="1700397"/>
                  </a:lnTo>
                  <a:lnTo>
                    <a:pt x="1588341" y="1700396"/>
                  </a:lnTo>
                  <a:lnTo>
                    <a:pt x="1588335" y="1700394"/>
                  </a:lnTo>
                  <a:lnTo>
                    <a:pt x="1588329" y="1700393"/>
                  </a:lnTo>
                  <a:lnTo>
                    <a:pt x="1588322" y="1700393"/>
                  </a:lnTo>
                  <a:lnTo>
                    <a:pt x="1588315" y="1700392"/>
                  </a:lnTo>
                  <a:lnTo>
                    <a:pt x="1588310" y="1700391"/>
                  </a:lnTo>
                  <a:lnTo>
                    <a:pt x="1588304" y="1700388"/>
                  </a:lnTo>
                  <a:lnTo>
                    <a:pt x="1588299" y="1700387"/>
                  </a:lnTo>
                  <a:lnTo>
                    <a:pt x="1588292" y="1700385"/>
                  </a:lnTo>
                  <a:lnTo>
                    <a:pt x="1588285" y="1700385"/>
                  </a:lnTo>
                  <a:lnTo>
                    <a:pt x="1588280" y="1700385"/>
                  </a:lnTo>
                  <a:lnTo>
                    <a:pt x="1588273" y="1700385"/>
                  </a:lnTo>
                  <a:lnTo>
                    <a:pt x="1588267" y="1700385"/>
                  </a:lnTo>
                  <a:lnTo>
                    <a:pt x="1588255" y="1700385"/>
                  </a:lnTo>
                  <a:lnTo>
                    <a:pt x="1588249" y="1700386"/>
                  </a:lnTo>
                  <a:lnTo>
                    <a:pt x="1588242" y="1700386"/>
                  </a:lnTo>
                  <a:lnTo>
                    <a:pt x="1588231" y="1700388"/>
                  </a:lnTo>
                  <a:lnTo>
                    <a:pt x="1588223" y="1700390"/>
                  </a:lnTo>
                  <a:lnTo>
                    <a:pt x="1588216" y="1700391"/>
                  </a:lnTo>
                  <a:lnTo>
                    <a:pt x="1588210" y="1700392"/>
                  </a:lnTo>
                  <a:lnTo>
                    <a:pt x="1588204" y="1700392"/>
                  </a:lnTo>
                  <a:lnTo>
                    <a:pt x="1588198" y="1700390"/>
                  </a:lnTo>
                  <a:lnTo>
                    <a:pt x="1588193" y="1700386"/>
                  </a:lnTo>
                  <a:lnTo>
                    <a:pt x="1588189" y="1700379"/>
                  </a:lnTo>
                  <a:lnTo>
                    <a:pt x="1588186" y="1700373"/>
                  </a:lnTo>
                  <a:lnTo>
                    <a:pt x="1588183" y="1700368"/>
                  </a:lnTo>
                  <a:lnTo>
                    <a:pt x="1588180" y="1700362"/>
                  </a:lnTo>
                  <a:lnTo>
                    <a:pt x="1588175" y="1700355"/>
                  </a:lnTo>
                  <a:lnTo>
                    <a:pt x="1588172" y="1700351"/>
                  </a:lnTo>
                  <a:lnTo>
                    <a:pt x="1588169" y="1700346"/>
                  </a:lnTo>
                  <a:lnTo>
                    <a:pt x="1588165" y="1700342"/>
                  </a:lnTo>
                  <a:lnTo>
                    <a:pt x="1588161" y="1700337"/>
                  </a:lnTo>
                  <a:lnTo>
                    <a:pt x="1588157" y="1700331"/>
                  </a:lnTo>
                  <a:lnTo>
                    <a:pt x="1588151" y="1700324"/>
                  </a:lnTo>
                  <a:lnTo>
                    <a:pt x="1588145" y="1700317"/>
                  </a:lnTo>
                  <a:lnTo>
                    <a:pt x="1588140" y="1700310"/>
                  </a:lnTo>
                  <a:lnTo>
                    <a:pt x="1588135" y="1700305"/>
                  </a:lnTo>
                  <a:lnTo>
                    <a:pt x="1588132" y="1700300"/>
                  </a:lnTo>
                  <a:lnTo>
                    <a:pt x="1588127" y="1700295"/>
                  </a:lnTo>
                  <a:lnTo>
                    <a:pt x="1588121" y="1700290"/>
                  </a:lnTo>
                  <a:lnTo>
                    <a:pt x="1588118" y="1700286"/>
                  </a:lnTo>
                  <a:lnTo>
                    <a:pt x="1588113" y="1700279"/>
                  </a:lnTo>
                  <a:lnTo>
                    <a:pt x="1588109" y="1700271"/>
                  </a:lnTo>
                  <a:lnTo>
                    <a:pt x="1588107" y="1700264"/>
                  </a:lnTo>
                  <a:lnTo>
                    <a:pt x="1588106" y="1700259"/>
                  </a:lnTo>
                  <a:lnTo>
                    <a:pt x="1588109" y="1700251"/>
                  </a:lnTo>
                  <a:lnTo>
                    <a:pt x="1588112" y="1700242"/>
                  </a:lnTo>
                  <a:lnTo>
                    <a:pt x="1588112" y="1700233"/>
                  </a:lnTo>
                  <a:lnTo>
                    <a:pt x="1588107" y="1700227"/>
                  </a:lnTo>
                  <a:lnTo>
                    <a:pt x="1588102" y="1700219"/>
                  </a:lnTo>
                  <a:lnTo>
                    <a:pt x="1588098" y="1700214"/>
                  </a:lnTo>
                  <a:lnTo>
                    <a:pt x="1588095" y="1700207"/>
                  </a:lnTo>
                  <a:lnTo>
                    <a:pt x="1588092" y="1700202"/>
                  </a:lnTo>
                  <a:lnTo>
                    <a:pt x="1588089" y="1700195"/>
                  </a:lnTo>
                  <a:lnTo>
                    <a:pt x="1588086" y="1700188"/>
                  </a:lnTo>
                  <a:lnTo>
                    <a:pt x="1588084" y="1700182"/>
                  </a:lnTo>
                  <a:lnTo>
                    <a:pt x="1588081" y="1700173"/>
                  </a:lnTo>
                  <a:lnTo>
                    <a:pt x="1588075" y="1700162"/>
                  </a:lnTo>
                  <a:lnTo>
                    <a:pt x="1588070" y="1700154"/>
                  </a:lnTo>
                  <a:lnTo>
                    <a:pt x="1588065" y="1700148"/>
                  </a:lnTo>
                  <a:lnTo>
                    <a:pt x="1588061" y="1700145"/>
                  </a:lnTo>
                  <a:lnTo>
                    <a:pt x="1588056" y="1700139"/>
                  </a:lnTo>
                  <a:lnTo>
                    <a:pt x="1588050" y="1700132"/>
                  </a:lnTo>
                  <a:lnTo>
                    <a:pt x="1588046" y="1700129"/>
                  </a:lnTo>
                  <a:lnTo>
                    <a:pt x="1588039" y="1700123"/>
                  </a:lnTo>
                  <a:lnTo>
                    <a:pt x="1588032" y="1700118"/>
                  </a:lnTo>
                  <a:lnTo>
                    <a:pt x="1588026" y="1700114"/>
                  </a:lnTo>
                  <a:lnTo>
                    <a:pt x="1588021" y="1700109"/>
                  </a:lnTo>
                  <a:lnTo>
                    <a:pt x="1588018" y="1700103"/>
                  </a:lnTo>
                  <a:lnTo>
                    <a:pt x="1588015" y="1700098"/>
                  </a:lnTo>
                  <a:lnTo>
                    <a:pt x="1588012" y="1700092"/>
                  </a:lnTo>
                  <a:lnTo>
                    <a:pt x="1588008" y="1700083"/>
                  </a:lnTo>
                  <a:lnTo>
                    <a:pt x="1588005" y="1700075"/>
                  </a:lnTo>
                  <a:lnTo>
                    <a:pt x="1588003" y="1700069"/>
                  </a:lnTo>
                  <a:lnTo>
                    <a:pt x="1588000" y="1700059"/>
                  </a:lnTo>
                  <a:lnTo>
                    <a:pt x="1587995" y="1700050"/>
                  </a:lnTo>
                  <a:lnTo>
                    <a:pt x="1587988" y="1700043"/>
                  </a:lnTo>
                  <a:lnTo>
                    <a:pt x="1587982" y="1700038"/>
                  </a:lnTo>
                  <a:lnTo>
                    <a:pt x="1587975" y="1700032"/>
                  </a:lnTo>
                  <a:lnTo>
                    <a:pt x="1587969" y="1700027"/>
                  </a:lnTo>
                  <a:lnTo>
                    <a:pt x="1587963" y="1700021"/>
                  </a:lnTo>
                  <a:lnTo>
                    <a:pt x="1587957" y="1700017"/>
                  </a:lnTo>
                  <a:lnTo>
                    <a:pt x="1587951" y="1700013"/>
                  </a:lnTo>
                  <a:lnTo>
                    <a:pt x="1587943" y="1700010"/>
                  </a:lnTo>
                  <a:lnTo>
                    <a:pt x="1587937" y="1700007"/>
                  </a:lnTo>
                  <a:lnTo>
                    <a:pt x="1587930" y="1700005"/>
                  </a:lnTo>
                  <a:lnTo>
                    <a:pt x="1587923" y="1700002"/>
                  </a:lnTo>
                  <a:lnTo>
                    <a:pt x="1587917" y="1699998"/>
                  </a:lnTo>
                  <a:lnTo>
                    <a:pt x="1587911" y="1699995"/>
                  </a:lnTo>
                  <a:lnTo>
                    <a:pt x="1587907" y="1699991"/>
                  </a:lnTo>
                  <a:lnTo>
                    <a:pt x="1587902" y="1699990"/>
                  </a:lnTo>
                  <a:lnTo>
                    <a:pt x="1587897" y="1699993"/>
                  </a:lnTo>
                  <a:lnTo>
                    <a:pt x="1587893" y="1699996"/>
                  </a:lnTo>
                  <a:lnTo>
                    <a:pt x="1587887" y="1700001"/>
                  </a:lnTo>
                  <a:lnTo>
                    <a:pt x="1587881" y="1700006"/>
                  </a:lnTo>
                  <a:lnTo>
                    <a:pt x="1587876" y="1700011"/>
                  </a:lnTo>
                  <a:lnTo>
                    <a:pt x="1587871" y="1700018"/>
                  </a:lnTo>
                  <a:lnTo>
                    <a:pt x="1587868" y="1700022"/>
                  </a:lnTo>
                  <a:lnTo>
                    <a:pt x="1587863" y="1700028"/>
                  </a:lnTo>
                  <a:lnTo>
                    <a:pt x="1587857" y="1700034"/>
                  </a:lnTo>
                  <a:lnTo>
                    <a:pt x="1587850" y="1700040"/>
                  </a:lnTo>
                  <a:lnTo>
                    <a:pt x="1587843" y="1700046"/>
                  </a:lnTo>
                  <a:lnTo>
                    <a:pt x="1587834" y="1700052"/>
                  </a:lnTo>
                  <a:lnTo>
                    <a:pt x="1587828" y="1700057"/>
                  </a:lnTo>
                  <a:lnTo>
                    <a:pt x="1587822" y="1700061"/>
                  </a:lnTo>
                  <a:lnTo>
                    <a:pt x="1587816" y="1700066"/>
                  </a:lnTo>
                  <a:lnTo>
                    <a:pt x="1587808" y="1700071"/>
                  </a:lnTo>
                  <a:lnTo>
                    <a:pt x="1587803" y="1700074"/>
                  </a:lnTo>
                  <a:lnTo>
                    <a:pt x="1587798" y="1700077"/>
                  </a:lnTo>
                  <a:lnTo>
                    <a:pt x="1587791" y="1700080"/>
                  </a:lnTo>
                  <a:lnTo>
                    <a:pt x="1587783" y="1700081"/>
                  </a:lnTo>
                  <a:lnTo>
                    <a:pt x="1587774" y="1700079"/>
                  </a:lnTo>
                  <a:lnTo>
                    <a:pt x="1587765" y="1700075"/>
                  </a:lnTo>
                  <a:lnTo>
                    <a:pt x="1587759" y="1700072"/>
                  </a:lnTo>
                  <a:lnTo>
                    <a:pt x="1587752" y="1700070"/>
                  </a:lnTo>
                  <a:lnTo>
                    <a:pt x="1587744" y="1700067"/>
                  </a:lnTo>
                  <a:lnTo>
                    <a:pt x="1587737" y="1700066"/>
                  </a:lnTo>
                  <a:lnTo>
                    <a:pt x="1587732" y="1700066"/>
                  </a:lnTo>
                  <a:lnTo>
                    <a:pt x="1587727" y="1700066"/>
                  </a:lnTo>
                  <a:lnTo>
                    <a:pt x="1587720" y="1700068"/>
                  </a:lnTo>
                  <a:lnTo>
                    <a:pt x="1587714" y="1700068"/>
                  </a:lnTo>
                  <a:lnTo>
                    <a:pt x="1587706" y="1700066"/>
                  </a:lnTo>
                  <a:lnTo>
                    <a:pt x="1587697" y="1700062"/>
                  </a:lnTo>
                  <a:lnTo>
                    <a:pt x="1587691" y="1700058"/>
                  </a:lnTo>
                  <a:lnTo>
                    <a:pt x="1587687" y="1700056"/>
                  </a:lnTo>
                  <a:lnTo>
                    <a:pt x="1587681" y="1700053"/>
                  </a:lnTo>
                  <a:lnTo>
                    <a:pt x="1587674" y="1700050"/>
                  </a:lnTo>
                  <a:lnTo>
                    <a:pt x="1587668" y="1700048"/>
                  </a:lnTo>
                  <a:lnTo>
                    <a:pt x="1587660" y="1700044"/>
                  </a:lnTo>
                  <a:lnTo>
                    <a:pt x="1587655" y="1700041"/>
                  </a:lnTo>
                  <a:lnTo>
                    <a:pt x="1587648" y="1700037"/>
                  </a:lnTo>
                  <a:lnTo>
                    <a:pt x="1587641" y="1700032"/>
                  </a:lnTo>
                  <a:lnTo>
                    <a:pt x="1587635" y="1700028"/>
                  </a:lnTo>
                  <a:lnTo>
                    <a:pt x="1587626" y="1700025"/>
                  </a:lnTo>
                  <a:lnTo>
                    <a:pt x="1587618" y="1700022"/>
                  </a:lnTo>
                  <a:lnTo>
                    <a:pt x="1587610" y="1700021"/>
                  </a:lnTo>
                  <a:lnTo>
                    <a:pt x="1587598" y="1700021"/>
                  </a:lnTo>
                  <a:lnTo>
                    <a:pt x="1587592" y="1700019"/>
                  </a:lnTo>
                  <a:lnTo>
                    <a:pt x="1587587" y="1700018"/>
                  </a:lnTo>
                  <a:lnTo>
                    <a:pt x="1587581" y="1700015"/>
                  </a:lnTo>
                  <a:lnTo>
                    <a:pt x="1587574" y="1700011"/>
                  </a:lnTo>
                  <a:lnTo>
                    <a:pt x="1587568" y="1700005"/>
                  </a:lnTo>
                  <a:lnTo>
                    <a:pt x="1587563" y="1700000"/>
                  </a:lnTo>
                  <a:lnTo>
                    <a:pt x="1587559" y="1699995"/>
                  </a:lnTo>
                  <a:lnTo>
                    <a:pt x="1587555" y="1699991"/>
                  </a:lnTo>
                  <a:lnTo>
                    <a:pt x="1587552" y="1699987"/>
                  </a:lnTo>
                  <a:lnTo>
                    <a:pt x="1587548" y="1699982"/>
                  </a:lnTo>
                  <a:lnTo>
                    <a:pt x="1587544" y="1699979"/>
                  </a:lnTo>
                  <a:lnTo>
                    <a:pt x="1587538" y="1699973"/>
                  </a:lnTo>
                  <a:lnTo>
                    <a:pt x="1587531" y="1699965"/>
                  </a:lnTo>
                  <a:lnTo>
                    <a:pt x="1587527" y="1699960"/>
                  </a:lnTo>
                  <a:lnTo>
                    <a:pt x="1587523" y="1699955"/>
                  </a:lnTo>
                  <a:lnTo>
                    <a:pt x="1587519" y="1699950"/>
                  </a:lnTo>
                  <a:lnTo>
                    <a:pt x="1587513" y="1699944"/>
                  </a:lnTo>
                  <a:lnTo>
                    <a:pt x="1587508" y="1699939"/>
                  </a:lnTo>
                  <a:lnTo>
                    <a:pt x="1587503" y="1699933"/>
                  </a:lnTo>
                  <a:lnTo>
                    <a:pt x="1587499" y="1699930"/>
                  </a:lnTo>
                  <a:lnTo>
                    <a:pt x="1587494" y="1699927"/>
                  </a:lnTo>
                  <a:lnTo>
                    <a:pt x="1587488" y="1699924"/>
                  </a:lnTo>
                  <a:lnTo>
                    <a:pt x="1587479" y="1699920"/>
                  </a:lnTo>
                  <a:lnTo>
                    <a:pt x="1587472" y="1699915"/>
                  </a:lnTo>
                  <a:lnTo>
                    <a:pt x="1587467" y="1699909"/>
                  </a:lnTo>
                  <a:lnTo>
                    <a:pt x="1587463" y="1699903"/>
                  </a:lnTo>
                  <a:lnTo>
                    <a:pt x="1587461" y="1699897"/>
                  </a:lnTo>
                  <a:lnTo>
                    <a:pt x="1587459" y="1699889"/>
                  </a:lnTo>
                  <a:lnTo>
                    <a:pt x="1587457" y="1699880"/>
                  </a:lnTo>
                  <a:lnTo>
                    <a:pt x="1587519" y="1699734"/>
                  </a:lnTo>
                  <a:lnTo>
                    <a:pt x="1587519" y="1699725"/>
                  </a:lnTo>
                  <a:lnTo>
                    <a:pt x="1587519" y="1699719"/>
                  </a:lnTo>
                  <a:lnTo>
                    <a:pt x="1587518" y="1699710"/>
                  </a:lnTo>
                  <a:lnTo>
                    <a:pt x="1587517" y="1699701"/>
                  </a:lnTo>
                  <a:lnTo>
                    <a:pt x="1587514" y="1699690"/>
                  </a:lnTo>
                  <a:lnTo>
                    <a:pt x="1587513" y="1699684"/>
                  </a:lnTo>
                  <a:lnTo>
                    <a:pt x="1587510" y="1699675"/>
                  </a:lnTo>
                  <a:lnTo>
                    <a:pt x="1587508" y="1699666"/>
                  </a:lnTo>
                  <a:lnTo>
                    <a:pt x="1587506" y="1699659"/>
                  </a:lnTo>
                  <a:lnTo>
                    <a:pt x="1587504" y="1699651"/>
                  </a:lnTo>
                  <a:lnTo>
                    <a:pt x="1587501" y="1699642"/>
                  </a:lnTo>
                  <a:lnTo>
                    <a:pt x="1587497" y="1699633"/>
                  </a:lnTo>
                  <a:lnTo>
                    <a:pt x="1587495" y="1699627"/>
                  </a:lnTo>
                  <a:lnTo>
                    <a:pt x="1587488" y="1699631"/>
                  </a:lnTo>
                  <a:lnTo>
                    <a:pt x="1587482" y="1699636"/>
                  </a:lnTo>
                  <a:lnTo>
                    <a:pt x="1587479" y="1699641"/>
                  </a:lnTo>
                  <a:lnTo>
                    <a:pt x="1587474" y="1699648"/>
                  </a:lnTo>
                  <a:lnTo>
                    <a:pt x="1587468" y="1699654"/>
                  </a:lnTo>
                  <a:lnTo>
                    <a:pt x="1587460" y="1699659"/>
                  </a:lnTo>
                  <a:lnTo>
                    <a:pt x="1587454" y="1699663"/>
                  </a:lnTo>
                  <a:lnTo>
                    <a:pt x="1587446" y="1699667"/>
                  </a:lnTo>
                  <a:lnTo>
                    <a:pt x="1587440" y="1699669"/>
                  </a:lnTo>
                  <a:lnTo>
                    <a:pt x="1587435" y="1699670"/>
                  </a:lnTo>
                  <a:lnTo>
                    <a:pt x="1587429" y="1699671"/>
                  </a:lnTo>
                  <a:lnTo>
                    <a:pt x="1587416" y="1699672"/>
                  </a:lnTo>
                  <a:lnTo>
                    <a:pt x="1587410" y="1699673"/>
                  </a:lnTo>
                  <a:lnTo>
                    <a:pt x="1587401" y="1699673"/>
                  </a:lnTo>
                  <a:lnTo>
                    <a:pt x="1587392" y="1699673"/>
                  </a:lnTo>
                  <a:lnTo>
                    <a:pt x="1587384" y="1699673"/>
                  </a:lnTo>
                  <a:lnTo>
                    <a:pt x="1587379" y="1699674"/>
                  </a:lnTo>
                  <a:lnTo>
                    <a:pt x="1587371" y="1699674"/>
                  </a:lnTo>
                  <a:lnTo>
                    <a:pt x="1587365" y="1699675"/>
                  </a:lnTo>
                  <a:lnTo>
                    <a:pt x="1587359" y="1699676"/>
                  </a:lnTo>
                  <a:lnTo>
                    <a:pt x="1587354" y="1699677"/>
                  </a:lnTo>
                  <a:lnTo>
                    <a:pt x="1587347" y="1699678"/>
                  </a:lnTo>
                  <a:lnTo>
                    <a:pt x="1587338" y="1699679"/>
                  </a:lnTo>
                  <a:lnTo>
                    <a:pt x="1587331" y="1699681"/>
                  </a:lnTo>
                  <a:lnTo>
                    <a:pt x="1587325" y="1699682"/>
                  </a:lnTo>
                  <a:lnTo>
                    <a:pt x="1587317" y="1699683"/>
                  </a:lnTo>
                  <a:lnTo>
                    <a:pt x="1587312" y="1699682"/>
                  </a:lnTo>
                  <a:lnTo>
                    <a:pt x="1587307" y="1699681"/>
                  </a:lnTo>
                  <a:lnTo>
                    <a:pt x="1587302" y="1699678"/>
                  </a:lnTo>
                  <a:lnTo>
                    <a:pt x="1587299" y="1699671"/>
                  </a:lnTo>
                  <a:lnTo>
                    <a:pt x="1587296" y="1699664"/>
                  </a:lnTo>
                  <a:lnTo>
                    <a:pt x="1587295" y="1699657"/>
                  </a:lnTo>
                  <a:lnTo>
                    <a:pt x="1587294" y="1699649"/>
                  </a:lnTo>
                  <a:lnTo>
                    <a:pt x="1587294" y="1699639"/>
                  </a:lnTo>
                  <a:lnTo>
                    <a:pt x="1587292" y="1699632"/>
                  </a:lnTo>
                  <a:lnTo>
                    <a:pt x="1587288" y="1699624"/>
                  </a:lnTo>
                  <a:lnTo>
                    <a:pt x="1587284" y="1699618"/>
                  </a:lnTo>
                  <a:lnTo>
                    <a:pt x="1587279" y="1699611"/>
                  </a:lnTo>
                  <a:lnTo>
                    <a:pt x="1587274" y="1699605"/>
                  </a:lnTo>
                  <a:lnTo>
                    <a:pt x="1587269" y="1699601"/>
                  </a:lnTo>
                  <a:lnTo>
                    <a:pt x="1587262" y="1699597"/>
                  </a:lnTo>
                  <a:lnTo>
                    <a:pt x="1587255" y="1699593"/>
                  </a:lnTo>
                  <a:lnTo>
                    <a:pt x="1587248" y="1699591"/>
                  </a:lnTo>
                  <a:lnTo>
                    <a:pt x="1587242" y="1699588"/>
                  </a:lnTo>
                  <a:lnTo>
                    <a:pt x="1587237" y="1699586"/>
                  </a:lnTo>
                  <a:lnTo>
                    <a:pt x="1587230" y="1699584"/>
                  </a:lnTo>
                  <a:lnTo>
                    <a:pt x="1587223" y="1699581"/>
                  </a:lnTo>
                  <a:lnTo>
                    <a:pt x="1587215" y="1699578"/>
                  </a:lnTo>
                  <a:lnTo>
                    <a:pt x="1587207" y="1699575"/>
                  </a:lnTo>
                  <a:lnTo>
                    <a:pt x="1587196" y="1699572"/>
                  </a:lnTo>
                  <a:lnTo>
                    <a:pt x="1587188" y="1699569"/>
                  </a:lnTo>
                  <a:lnTo>
                    <a:pt x="1587182" y="1699564"/>
                  </a:lnTo>
                  <a:lnTo>
                    <a:pt x="1587176" y="1699560"/>
                  </a:lnTo>
                  <a:lnTo>
                    <a:pt x="1587170" y="1699558"/>
                  </a:lnTo>
                  <a:lnTo>
                    <a:pt x="1587163" y="1699558"/>
                  </a:lnTo>
                  <a:lnTo>
                    <a:pt x="1587158" y="1699559"/>
                  </a:lnTo>
                  <a:lnTo>
                    <a:pt x="1587150" y="1699560"/>
                  </a:lnTo>
                  <a:lnTo>
                    <a:pt x="1587141" y="1699560"/>
                  </a:lnTo>
                  <a:lnTo>
                    <a:pt x="1587132" y="1699560"/>
                  </a:lnTo>
                  <a:lnTo>
                    <a:pt x="1587126" y="1699559"/>
                  </a:lnTo>
                  <a:lnTo>
                    <a:pt x="1587115" y="1699557"/>
                  </a:lnTo>
                  <a:lnTo>
                    <a:pt x="1587107" y="1699556"/>
                  </a:lnTo>
                  <a:lnTo>
                    <a:pt x="1587099" y="1699552"/>
                  </a:lnTo>
                  <a:lnTo>
                    <a:pt x="1587091" y="1699552"/>
                  </a:lnTo>
                  <a:lnTo>
                    <a:pt x="1587082" y="1699555"/>
                  </a:lnTo>
                  <a:lnTo>
                    <a:pt x="1587075" y="1699559"/>
                  </a:lnTo>
                  <a:lnTo>
                    <a:pt x="1587068" y="1699562"/>
                  </a:lnTo>
                  <a:lnTo>
                    <a:pt x="1587061" y="1699564"/>
                  </a:lnTo>
                  <a:lnTo>
                    <a:pt x="1587053" y="1699566"/>
                  </a:lnTo>
                  <a:lnTo>
                    <a:pt x="1587047" y="1699567"/>
                  </a:lnTo>
                  <a:lnTo>
                    <a:pt x="1587041" y="1699569"/>
                  </a:lnTo>
                  <a:lnTo>
                    <a:pt x="1587035" y="1699571"/>
                  </a:lnTo>
                  <a:lnTo>
                    <a:pt x="1587028" y="1699574"/>
                  </a:lnTo>
                  <a:lnTo>
                    <a:pt x="1587022" y="1699576"/>
                  </a:lnTo>
                  <a:lnTo>
                    <a:pt x="1587018" y="1699577"/>
                  </a:lnTo>
                  <a:lnTo>
                    <a:pt x="1587012" y="1699579"/>
                  </a:lnTo>
                  <a:lnTo>
                    <a:pt x="1587004" y="1699580"/>
                  </a:lnTo>
                  <a:lnTo>
                    <a:pt x="1586995" y="1699583"/>
                  </a:lnTo>
                  <a:lnTo>
                    <a:pt x="1586986" y="1699587"/>
                  </a:lnTo>
                  <a:lnTo>
                    <a:pt x="1586979" y="1699591"/>
                  </a:lnTo>
                  <a:lnTo>
                    <a:pt x="1586975" y="1699594"/>
                  </a:lnTo>
                  <a:lnTo>
                    <a:pt x="1586970" y="1699597"/>
                  </a:lnTo>
                  <a:lnTo>
                    <a:pt x="1586962" y="1699602"/>
                  </a:lnTo>
                  <a:lnTo>
                    <a:pt x="1586955" y="1699607"/>
                  </a:lnTo>
                  <a:lnTo>
                    <a:pt x="1586951" y="1699610"/>
                  </a:lnTo>
                  <a:lnTo>
                    <a:pt x="1586946" y="1699614"/>
                  </a:lnTo>
                  <a:lnTo>
                    <a:pt x="1586942" y="1699618"/>
                  </a:lnTo>
                  <a:lnTo>
                    <a:pt x="1586937" y="1699622"/>
                  </a:lnTo>
                  <a:lnTo>
                    <a:pt x="1586933" y="1699625"/>
                  </a:lnTo>
                  <a:lnTo>
                    <a:pt x="1586928" y="1699629"/>
                  </a:lnTo>
                  <a:lnTo>
                    <a:pt x="1586922" y="1699631"/>
                  </a:lnTo>
                  <a:lnTo>
                    <a:pt x="1586917" y="1699631"/>
                  </a:lnTo>
                  <a:lnTo>
                    <a:pt x="1586912" y="1699628"/>
                  </a:lnTo>
                  <a:lnTo>
                    <a:pt x="1586907" y="1699625"/>
                  </a:lnTo>
                  <a:lnTo>
                    <a:pt x="1586901" y="1699621"/>
                  </a:lnTo>
                  <a:lnTo>
                    <a:pt x="1586895" y="1699617"/>
                  </a:lnTo>
                  <a:lnTo>
                    <a:pt x="1586889" y="1699613"/>
                  </a:lnTo>
                  <a:lnTo>
                    <a:pt x="1586883" y="1699609"/>
                  </a:lnTo>
                  <a:lnTo>
                    <a:pt x="1586876" y="1699603"/>
                  </a:lnTo>
                  <a:lnTo>
                    <a:pt x="1586868" y="1699597"/>
                  </a:lnTo>
                  <a:lnTo>
                    <a:pt x="1586862" y="1699597"/>
                  </a:lnTo>
                  <a:lnTo>
                    <a:pt x="1586856" y="1699597"/>
                  </a:lnTo>
                  <a:lnTo>
                    <a:pt x="1586848" y="1699597"/>
                  </a:lnTo>
                  <a:lnTo>
                    <a:pt x="1586841" y="1699597"/>
                  </a:lnTo>
                  <a:lnTo>
                    <a:pt x="1586835" y="1699597"/>
                  </a:lnTo>
                  <a:lnTo>
                    <a:pt x="1586830" y="1699597"/>
                  </a:lnTo>
                  <a:lnTo>
                    <a:pt x="1586823" y="1699598"/>
                  </a:lnTo>
                  <a:lnTo>
                    <a:pt x="1586815" y="1699599"/>
                  </a:lnTo>
                  <a:lnTo>
                    <a:pt x="1586808" y="1699600"/>
                  </a:lnTo>
                  <a:lnTo>
                    <a:pt x="1586802" y="1699599"/>
                  </a:lnTo>
                  <a:lnTo>
                    <a:pt x="1586796" y="1699595"/>
                  </a:lnTo>
                  <a:lnTo>
                    <a:pt x="1586791" y="1699591"/>
                  </a:lnTo>
                  <a:lnTo>
                    <a:pt x="1586788" y="1699587"/>
                  </a:lnTo>
                  <a:lnTo>
                    <a:pt x="1586784" y="1699583"/>
                  </a:lnTo>
                  <a:lnTo>
                    <a:pt x="1586777" y="1699575"/>
                  </a:lnTo>
                  <a:lnTo>
                    <a:pt x="1586773" y="1699570"/>
                  </a:lnTo>
                  <a:lnTo>
                    <a:pt x="1586769" y="1699567"/>
                  </a:lnTo>
                  <a:lnTo>
                    <a:pt x="1586763" y="1699564"/>
                  </a:lnTo>
                  <a:lnTo>
                    <a:pt x="1586758" y="1699562"/>
                  </a:lnTo>
                  <a:lnTo>
                    <a:pt x="1586753" y="1699562"/>
                  </a:lnTo>
                  <a:lnTo>
                    <a:pt x="1586746" y="1699562"/>
                  </a:lnTo>
                  <a:lnTo>
                    <a:pt x="1586737" y="1699562"/>
                  </a:lnTo>
                  <a:lnTo>
                    <a:pt x="1586730" y="1699560"/>
                  </a:lnTo>
                  <a:lnTo>
                    <a:pt x="1586725" y="1699559"/>
                  </a:lnTo>
                  <a:lnTo>
                    <a:pt x="1586720" y="1699557"/>
                  </a:lnTo>
                  <a:lnTo>
                    <a:pt x="1586713" y="1699555"/>
                  </a:lnTo>
                  <a:lnTo>
                    <a:pt x="1586708" y="1699553"/>
                  </a:lnTo>
                  <a:lnTo>
                    <a:pt x="1586701" y="1699550"/>
                  </a:lnTo>
                  <a:lnTo>
                    <a:pt x="1586693" y="1699546"/>
                  </a:lnTo>
                  <a:lnTo>
                    <a:pt x="1586689" y="1699542"/>
                  </a:lnTo>
                  <a:lnTo>
                    <a:pt x="1586684" y="1699539"/>
                  </a:lnTo>
                  <a:lnTo>
                    <a:pt x="1586680" y="1699536"/>
                  </a:lnTo>
                  <a:lnTo>
                    <a:pt x="1586672" y="1699534"/>
                  </a:lnTo>
                  <a:lnTo>
                    <a:pt x="1586666" y="1699533"/>
                  </a:lnTo>
                  <a:lnTo>
                    <a:pt x="1586661" y="1699534"/>
                  </a:lnTo>
                  <a:lnTo>
                    <a:pt x="1586655" y="1699535"/>
                  </a:lnTo>
                  <a:lnTo>
                    <a:pt x="1586648" y="1699538"/>
                  </a:lnTo>
                  <a:lnTo>
                    <a:pt x="1586643" y="1699539"/>
                  </a:lnTo>
                  <a:lnTo>
                    <a:pt x="1586639" y="1699542"/>
                  </a:lnTo>
                  <a:lnTo>
                    <a:pt x="1586632" y="1699545"/>
                  </a:lnTo>
                  <a:lnTo>
                    <a:pt x="1586625" y="1699549"/>
                  </a:lnTo>
                  <a:lnTo>
                    <a:pt x="1586620" y="1699552"/>
                  </a:lnTo>
                  <a:lnTo>
                    <a:pt x="1586615" y="1699556"/>
                  </a:lnTo>
                  <a:lnTo>
                    <a:pt x="1586610" y="1699561"/>
                  </a:lnTo>
                  <a:lnTo>
                    <a:pt x="1586606" y="1699566"/>
                  </a:lnTo>
                  <a:lnTo>
                    <a:pt x="1586601" y="1699570"/>
                  </a:lnTo>
                  <a:lnTo>
                    <a:pt x="1586595" y="1699573"/>
                  </a:lnTo>
                  <a:lnTo>
                    <a:pt x="1586589" y="1699576"/>
                  </a:lnTo>
                  <a:lnTo>
                    <a:pt x="1586583" y="1699578"/>
                  </a:lnTo>
                  <a:lnTo>
                    <a:pt x="1586577" y="1699580"/>
                  </a:lnTo>
                  <a:lnTo>
                    <a:pt x="1586571" y="1699583"/>
                  </a:lnTo>
                  <a:lnTo>
                    <a:pt x="1586565" y="1699587"/>
                  </a:lnTo>
                  <a:lnTo>
                    <a:pt x="1586560" y="1699591"/>
                  </a:lnTo>
                  <a:lnTo>
                    <a:pt x="1586553" y="1699594"/>
                  </a:lnTo>
                  <a:lnTo>
                    <a:pt x="1586546" y="1699599"/>
                  </a:lnTo>
                  <a:lnTo>
                    <a:pt x="1586541" y="1699603"/>
                  </a:lnTo>
                  <a:lnTo>
                    <a:pt x="1586534" y="1699609"/>
                  </a:lnTo>
                  <a:lnTo>
                    <a:pt x="1586528" y="1699614"/>
                  </a:lnTo>
                  <a:lnTo>
                    <a:pt x="1586523" y="1699618"/>
                  </a:lnTo>
                  <a:lnTo>
                    <a:pt x="1586517" y="1699622"/>
                  </a:lnTo>
                  <a:lnTo>
                    <a:pt x="1586511" y="1699625"/>
                  </a:lnTo>
                  <a:lnTo>
                    <a:pt x="1586504" y="1699629"/>
                  </a:lnTo>
                  <a:lnTo>
                    <a:pt x="1586498" y="1699632"/>
                  </a:lnTo>
                  <a:lnTo>
                    <a:pt x="1586493" y="1699634"/>
                  </a:lnTo>
                  <a:lnTo>
                    <a:pt x="1586487" y="1699636"/>
                  </a:lnTo>
                  <a:lnTo>
                    <a:pt x="1586481" y="1699638"/>
                  </a:lnTo>
                  <a:lnTo>
                    <a:pt x="1586476" y="1699639"/>
                  </a:lnTo>
                  <a:lnTo>
                    <a:pt x="1586470" y="1699640"/>
                  </a:lnTo>
                  <a:lnTo>
                    <a:pt x="1586465" y="1699641"/>
                  </a:lnTo>
                  <a:lnTo>
                    <a:pt x="1586460" y="1699642"/>
                  </a:lnTo>
                  <a:lnTo>
                    <a:pt x="1586453" y="1699643"/>
                  </a:lnTo>
                  <a:lnTo>
                    <a:pt x="1586444" y="1699644"/>
                  </a:lnTo>
                  <a:lnTo>
                    <a:pt x="1586435" y="1699645"/>
                  </a:lnTo>
                  <a:lnTo>
                    <a:pt x="1586426" y="1699646"/>
                  </a:lnTo>
                  <a:lnTo>
                    <a:pt x="1586418" y="1699648"/>
                  </a:lnTo>
                  <a:lnTo>
                    <a:pt x="1586412" y="1699650"/>
                  </a:lnTo>
                  <a:lnTo>
                    <a:pt x="1586405" y="1699653"/>
                  </a:lnTo>
                  <a:lnTo>
                    <a:pt x="1586399" y="1699656"/>
                  </a:lnTo>
                  <a:lnTo>
                    <a:pt x="1586391" y="1699659"/>
                  </a:lnTo>
                  <a:lnTo>
                    <a:pt x="1586385" y="1699662"/>
                  </a:lnTo>
                  <a:lnTo>
                    <a:pt x="1586378" y="1699666"/>
                  </a:lnTo>
                  <a:lnTo>
                    <a:pt x="1586372" y="1699666"/>
                  </a:lnTo>
                  <a:lnTo>
                    <a:pt x="1586367" y="1699658"/>
                  </a:lnTo>
                  <a:lnTo>
                    <a:pt x="1586366" y="1699652"/>
                  </a:lnTo>
                  <a:lnTo>
                    <a:pt x="1586363" y="1699645"/>
                  </a:lnTo>
                  <a:lnTo>
                    <a:pt x="1586359" y="1699637"/>
                  </a:lnTo>
                  <a:lnTo>
                    <a:pt x="1586355" y="1699631"/>
                  </a:lnTo>
                  <a:lnTo>
                    <a:pt x="1586351" y="1699626"/>
                  </a:lnTo>
                  <a:lnTo>
                    <a:pt x="1586347" y="1699618"/>
                  </a:lnTo>
                  <a:lnTo>
                    <a:pt x="1586343" y="1699609"/>
                  </a:lnTo>
                  <a:lnTo>
                    <a:pt x="1586340" y="1699602"/>
                  </a:lnTo>
                  <a:lnTo>
                    <a:pt x="1586337" y="1699593"/>
                  </a:lnTo>
                  <a:lnTo>
                    <a:pt x="1586333" y="1699584"/>
                  </a:lnTo>
                  <a:lnTo>
                    <a:pt x="1586329" y="1699577"/>
                  </a:lnTo>
                  <a:lnTo>
                    <a:pt x="1586323" y="1699573"/>
                  </a:lnTo>
                  <a:lnTo>
                    <a:pt x="1586317" y="1699571"/>
                  </a:lnTo>
                  <a:lnTo>
                    <a:pt x="1586307" y="1699570"/>
                  </a:lnTo>
                  <a:lnTo>
                    <a:pt x="1586299" y="1699570"/>
                  </a:lnTo>
                  <a:lnTo>
                    <a:pt x="1586292" y="1699569"/>
                  </a:lnTo>
                  <a:lnTo>
                    <a:pt x="1586285" y="1699568"/>
                  </a:lnTo>
                  <a:lnTo>
                    <a:pt x="1586278" y="1699567"/>
                  </a:lnTo>
                  <a:lnTo>
                    <a:pt x="1586271" y="1699565"/>
                  </a:lnTo>
                  <a:lnTo>
                    <a:pt x="1586266" y="1699564"/>
                  </a:lnTo>
                  <a:lnTo>
                    <a:pt x="1586260" y="1699562"/>
                  </a:lnTo>
                  <a:lnTo>
                    <a:pt x="1586255" y="1699560"/>
                  </a:lnTo>
                  <a:lnTo>
                    <a:pt x="1586248" y="1699556"/>
                  </a:lnTo>
                  <a:lnTo>
                    <a:pt x="1586239" y="1699550"/>
                  </a:lnTo>
                  <a:lnTo>
                    <a:pt x="1586232" y="1699545"/>
                  </a:lnTo>
                  <a:lnTo>
                    <a:pt x="1586227" y="1699541"/>
                  </a:lnTo>
                  <a:lnTo>
                    <a:pt x="1586221" y="1699537"/>
                  </a:lnTo>
                  <a:lnTo>
                    <a:pt x="1586215" y="1699532"/>
                  </a:lnTo>
                  <a:lnTo>
                    <a:pt x="1586209" y="1699528"/>
                  </a:lnTo>
                  <a:lnTo>
                    <a:pt x="1586205" y="1699523"/>
                  </a:lnTo>
                  <a:lnTo>
                    <a:pt x="1586200" y="1699517"/>
                  </a:lnTo>
                  <a:lnTo>
                    <a:pt x="1586194" y="1699509"/>
                  </a:lnTo>
                  <a:lnTo>
                    <a:pt x="1586188" y="1699501"/>
                  </a:lnTo>
                  <a:lnTo>
                    <a:pt x="1586182" y="1699495"/>
                  </a:lnTo>
                  <a:lnTo>
                    <a:pt x="1586177" y="1699489"/>
                  </a:lnTo>
                  <a:lnTo>
                    <a:pt x="1586173" y="1699484"/>
                  </a:lnTo>
                  <a:lnTo>
                    <a:pt x="1586056" y="1699438"/>
                  </a:lnTo>
                  <a:lnTo>
                    <a:pt x="1586054" y="1699432"/>
                  </a:lnTo>
                  <a:lnTo>
                    <a:pt x="1586052" y="1699424"/>
                  </a:lnTo>
                  <a:lnTo>
                    <a:pt x="1586049" y="1699417"/>
                  </a:lnTo>
                  <a:lnTo>
                    <a:pt x="1586045" y="1699410"/>
                  </a:lnTo>
                  <a:lnTo>
                    <a:pt x="1586042" y="1699404"/>
                  </a:lnTo>
                  <a:lnTo>
                    <a:pt x="1586037" y="1699397"/>
                  </a:lnTo>
                  <a:lnTo>
                    <a:pt x="1586034" y="1699392"/>
                  </a:lnTo>
                  <a:lnTo>
                    <a:pt x="1586031" y="1699385"/>
                  </a:lnTo>
                  <a:lnTo>
                    <a:pt x="1586028" y="1699379"/>
                  </a:lnTo>
                  <a:lnTo>
                    <a:pt x="1586025" y="1699371"/>
                  </a:lnTo>
                  <a:lnTo>
                    <a:pt x="1586022" y="1699363"/>
                  </a:lnTo>
                  <a:lnTo>
                    <a:pt x="1586021" y="1699358"/>
                  </a:lnTo>
                  <a:lnTo>
                    <a:pt x="1586019" y="1699350"/>
                  </a:lnTo>
                  <a:lnTo>
                    <a:pt x="1586018" y="1699342"/>
                  </a:lnTo>
                  <a:lnTo>
                    <a:pt x="1586016" y="1699334"/>
                  </a:lnTo>
                  <a:lnTo>
                    <a:pt x="1586011" y="1699326"/>
                  </a:lnTo>
                  <a:lnTo>
                    <a:pt x="1586005" y="1699317"/>
                  </a:lnTo>
                  <a:lnTo>
                    <a:pt x="1586001" y="1699310"/>
                  </a:lnTo>
                  <a:lnTo>
                    <a:pt x="1585999" y="1699305"/>
                  </a:lnTo>
                  <a:lnTo>
                    <a:pt x="1585997" y="1699300"/>
                  </a:lnTo>
                  <a:lnTo>
                    <a:pt x="1585996" y="1699292"/>
                  </a:lnTo>
                  <a:lnTo>
                    <a:pt x="1585994" y="1699284"/>
                  </a:lnTo>
                  <a:lnTo>
                    <a:pt x="1585993" y="1699277"/>
                  </a:lnTo>
                  <a:lnTo>
                    <a:pt x="1585992" y="1699271"/>
                  </a:lnTo>
                  <a:lnTo>
                    <a:pt x="1585989" y="1699263"/>
                  </a:lnTo>
                  <a:lnTo>
                    <a:pt x="1585981" y="1699262"/>
                  </a:lnTo>
                  <a:lnTo>
                    <a:pt x="1585975" y="1699263"/>
                  </a:lnTo>
                  <a:lnTo>
                    <a:pt x="1585970" y="1699265"/>
                  </a:lnTo>
                  <a:lnTo>
                    <a:pt x="1585962" y="1699267"/>
                  </a:lnTo>
                  <a:lnTo>
                    <a:pt x="1585956" y="1699268"/>
                  </a:lnTo>
                  <a:lnTo>
                    <a:pt x="1585950" y="1699270"/>
                  </a:lnTo>
                  <a:lnTo>
                    <a:pt x="1585944" y="1699272"/>
                  </a:lnTo>
                  <a:lnTo>
                    <a:pt x="1585935" y="1699276"/>
                  </a:lnTo>
                  <a:lnTo>
                    <a:pt x="1585929" y="1699280"/>
                  </a:lnTo>
                  <a:lnTo>
                    <a:pt x="1585925" y="1699283"/>
                  </a:lnTo>
                  <a:lnTo>
                    <a:pt x="1585920" y="1699286"/>
                  </a:lnTo>
                  <a:lnTo>
                    <a:pt x="1585915" y="1699289"/>
                  </a:lnTo>
                  <a:lnTo>
                    <a:pt x="1585909" y="1699293"/>
                  </a:lnTo>
                  <a:lnTo>
                    <a:pt x="1585904" y="1699298"/>
                  </a:lnTo>
                  <a:lnTo>
                    <a:pt x="1585900" y="1699306"/>
                  </a:lnTo>
                  <a:lnTo>
                    <a:pt x="1585897" y="1699312"/>
                  </a:lnTo>
                  <a:lnTo>
                    <a:pt x="1585892" y="1699319"/>
                  </a:lnTo>
                  <a:lnTo>
                    <a:pt x="1585888" y="1699324"/>
                  </a:lnTo>
                  <a:lnTo>
                    <a:pt x="1585884" y="1699329"/>
                  </a:lnTo>
                  <a:lnTo>
                    <a:pt x="1585880" y="1699333"/>
                  </a:lnTo>
                  <a:lnTo>
                    <a:pt x="1585875" y="1699340"/>
                  </a:lnTo>
                  <a:lnTo>
                    <a:pt x="1585871" y="1699345"/>
                  </a:lnTo>
                  <a:lnTo>
                    <a:pt x="1585867" y="1699350"/>
                  </a:lnTo>
                  <a:lnTo>
                    <a:pt x="1585863" y="1699354"/>
                  </a:lnTo>
                  <a:lnTo>
                    <a:pt x="1585859" y="1699360"/>
                  </a:lnTo>
                  <a:lnTo>
                    <a:pt x="1585852" y="1699367"/>
                  </a:lnTo>
                  <a:lnTo>
                    <a:pt x="1585848" y="1699373"/>
                  </a:lnTo>
                  <a:lnTo>
                    <a:pt x="1585844" y="1699378"/>
                  </a:lnTo>
                  <a:lnTo>
                    <a:pt x="1585839" y="1699383"/>
                  </a:lnTo>
                  <a:lnTo>
                    <a:pt x="1585833" y="1699390"/>
                  </a:lnTo>
                  <a:lnTo>
                    <a:pt x="1585824" y="1699401"/>
                  </a:lnTo>
                  <a:lnTo>
                    <a:pt x="1585772" y="1699471"/>
                  </a:lnTo>
                  <a:lnTo>
                    <a:pt x="1585776" y="1699481"/>
                  </a:lnTo>
                  <a:lnTo>
                    <a:pt x="1585779" y="1699489"/>
                  </a:lnTo>
                  <a:lnTo>
                    <a:pt x="1585779" y="1699496"/>
                  </a:lnTo>
                  <a:lnTo>
                    <a:pt x="1585778" y="1699504"/>
                  </a:lnTo>
                  <a:lnTo>
                    <a:pt x="1585778" y="1699510"/>
                  </a:lnTo>
                  <a:lnTo>
                    <a:pt x="1585777" y="1699517"/>
                  </a:lnTo>
                  <a:lnTo>
                    <a:pt x="1585776" y="1699527"/>
                  </a:lnTo>
                  <a:lnTo>
                    <a:pt x="1585776" y="1699540"/>
                  </a:lnTo>
                  <a:lnTo>
                    <a:pt x="1585776" y="1699546"/>
                  </a:lnTo>
                  <a:lnTo>
                    <a:pt x="1585776" y="1699554"/>
                  </a:lnTo>
                  <a:lnTo>
                    <a:pt x="1585776" y="1699560"/>
                  </a:lnTo>
                  <a:lnTo>
                    <a:pt x="1585775" y="1699567"/>
                  </a:lnTo>
                  <a:lnTo>
                    <a:pt x="1585774" y="1699574"/>
                  </a:lnTo>
                  <a:lnTo>
                    <a:pt x="1585772" y="1699582"/>
                  </a:lnTo>
                  <a:lnTo>
                    <a:pt x="1585772" y="1699588"/>
                  </a:lnTo>
                  <a:lnTo>
                    <a:pt x="1585770" y="1699596"/>
                  </a:lnTo>
                  <a:lnTo>
                    <a:pt x="1585769" y="1699605"/>
                  </a:lnTo>
                  <a:lnTo>
                    <a:pt x="1585769" y="1699614"/>
                  </a:lnTo>
                  <a:lnTo>
                    <a:pt x="1585770" y="1699621"/>
                  </a:lnTo>
                  <a:lnTo>
                    <a:pt x="1585773" y="1699629"/>
                  </a:lnTo>
                  <a:lnTo>
                    <a:pt x="1585776" y="1699636"/>
                  </a:lnTo>
                  <a:lnTo>
                    <a:pt x="1585779" y="1699641"/>
                  </a:lnTo>
                  <a:lnTo>
                    <a:pt x="1585783" y="1699645"/>
                  </a:lnTo>
                  <a:lnTo>
                    <a:pt x="1585788" y="1699653"/>
                  </a:lnTo>
                  <a:lnTo>
                    <a:pt x="1585792" y="1699659"/>
                  </a:lnTo>
                  <a:lnTo>
                    <a:pt x="1585795" y="1699664"/>
                  </a:lnTo>
                  <a:lnTo>
                    <a:pt x="1585802" y="1699676"/>
                  </a:lnTo>
                  <a:lnTo>
                    <a:pt x="1585809" y="1699685"/>
                  </a:lnTo>
                  <a:lnTo>
                    <a:pt x="1585824" y="1699704"/>
                  </a:lnTo>
                  <a:lnTo>
                    <a:pt x="1585829" y="1699721"/>
                  </a:lnTo>
                  <a:lnTo>
                    <a:pt x="1585835" y="1699730"/>
                  </a:lnTo>
                  <a:lnTo>
                    <a:pt x="1585842" y="1699746"/>
                  </a:lnTo>
                  <a:lnTo>
                    <a:pt x="1585841" y="1699759"/>
                  </a:lnTo>
                  <a:lnTo>
                    <a:pt x="1585802" y="1699785"/>
                  </a:lnTo>
                  <a:lnTo>
                    <a:pt x="1585790" y="1699792"/>
                  </a:lnTo>
                  <a:lnTo>
                    <a:pt x="1585767" y="1699805"/>
                  </a:lnTo>
                  <a:lnTo>
                    <a:pt x="1585756" y="1699812"/>
                  </a:lnTo>
                  <a:lnTo>
                    <a:pt x="1585735" y="1699819"/>
                  </a:lnTo>
                  <a:lnTo>
                    <a:pt x="1585721" y="1699825"/>
                  </a:lnTo>
                  <a:lnTo>
                    <a:pt x="1585713" y="1699827"/>
                  </a:lnTo>
                  <a:lnTo>
                    <a:pt x="1585706" y="1699830"/>
                  </a:lnTo>
                  <a:lnTo>
                    <a:pt x="1585690" y="1699844"/>
                  </a:lnTo>
                  <a:lnTo>
                    <a:pt x="1585687" y="1699849"/>
                  </a:lnTo>
                  <a:lnTo>
                    <a:pt x="1585685" y="1699859"/>
                  </a:lnTo>
                  <a:lnTo>
                    <a:pt x="1585680" y="1699872"/>
                  </a:lnTo>
                  <a:lnTo>
                    <a:pt x="1585665" y="1699879"/>
                  </a:lnTo>
                  <a:lnTo>
                    <a:pt x="1585653" y="1699887"/>
                  </a:lnTo>
                  <a:lnTo>
                    <a:pt x="1585639" y="1699900"/>
                  </a:lnTo>
                  <a:lnTo>
                    <a:pt x="1585635" y="1699910"/>
                  </a:lnTo>
                  <a:lnTo>
                    <a:pt x="1585632" y="1699916"/>
                  </a:lnTo>
                  <a:lnTo>
                    <a:pt x="1585626" y="1699931"/>
                  </a:lnTo>
                  <a:lnTo>
                    <a:pt x="1585618" y="1699940"/>
                  </a:lnTo>
                  <a:lnTo>
                    <a:pt x="1585607" y="1699951"/>
                  </a:lnTo>
                  <a:lnTo>
                    <a:pt x="1585600" y="1699957"/>
                  </a:lnTo>
                  <a:lnTo>
                    <a:pt x="1585581" y="1699968"/>
                  </a:lnTo>
                  <a:lnTo>
                    <a:pt x="1585602" y="1699987"/>
                  </a:lnTo>
                  <a:lnTo>
                    <a:pt x="1585610" y="1700004"/>
                  </a:lnTo>
                  <a:lnTo>
                    <a:pt x="1585613" y="1700026"/>
                  </a:lnTo>
                  <a:lnTo>
                    <a:pt x="1585622" y="1700045"/>
                  </a:lnTo>
                  <a:lnTo>
                    <a:pt x="1585632" y="1700069"/>
                  </a:lnTo>
                  <a:lnTo>
                    <a:pt x="1585649" y="1700090"/>
                  </a:lnTo>
                  <a:lnTo>
                    <a:pt x="1585653" y="1700105"/>
                  </a:lnTo>
                  <a:lnTo>
                    <a:pt x="1585636" y="1700118"/>
                  </a:lnTo>
                  <a:lnTo>
                    <a:pt x="1585628" y="1700135"/>
                  </a:lnTo>
                  <a:lnTo>
                    <a:pt x="1585619" y="1700142"/>
                  </a:lnTo>
                  <a:lnTo>
                    <a:pt x="1585606" y="1700149"/>
                  </a:lnTo>
                  <a:lnTo>
                    <a:pt x="1585594" y="1700164"/>
                  </a:lnTo>
                  <a:lnTo>
                    <a:pt x="1585588" y="1700179"/>
                  </a:lnTo>
                  <a:lnTo>
                    <a:pt x="1585579" y="1700192"/>
                  </a:lnTo>
                  <a:lnTo>
                    <a:pt x="1585568" y="1700207"/>
                  </a:lnTo>
                  <a:lnTo>
                    <a:pt x="1585556" y="1700222"/>
                  </a:lnTo>
                  <a:lnTo>
                    <a:pt x="1585549" y="1700236"/>
                  </a:lnTo>
                  <a:lnTo>
                    <a:pt x="1585543" y="1700248"/>
                  </a:lnTo>
                  <a:lnTo>
                    <a:pt x="1585538" y="1700256"/>
                  </a:lnTo>
                  <a:lnTo>
                    <a:pt x="1585522" y="1700272"/>
                  </a:lnTo>
                  <a:lnTo>
                    <a:pt x="1585511" y="1700277"/>
                  </a:lnTo>
                  <a:lnTo>
                    <a:pt x="1585501" y="1700280"/>
                  </a:lnTo>
                  <a:lnTo>
                    <a:pt x="1585490" y="1700289"/>
                  </a:lnTo>
                  <a:lnTo>
                    <a:pt x="1585487" y="1700307"/>
                  </a:lnTo>
                  <a:lnTo>
                    <a:pt x="1585473" y="1700327"/>
                  </a:lnTo>
                  <a:lnTo>
                    <a:pt x="1585465" y="1700337"/>
                  </a:lnTo>
                  <a:lnTo>
                    <a:pt x="1585461" y="1700347"/>
                  </a:lnTo>
                  <a:lnTo>
                    <a:pt x="1585457" y="1700354"/>
                  </a:lnTo>
                  <a:lnTo>
                    <a:pt x="1585464" y="1700366"/>
                  </a:lnTo>
                  <a:lnTo>
                    <a:pt x="1585459" y="1700381"/>
                  </a:lnTo>
                  <a:lnTo>
                    <a:pt x="1585453" y="1700394"/>
                  </a:lnTo>
                  <a:lnTo>
                    <a:pt x="1585442" y="1700407"/>
                  </a:lnTo>
                  <a:lnTo>
                    <a:pt x="1585438" y="1700425"/>
                  </a:lnTo>
                  <a:lnTo>
                    <a:pt x="1585432" y="1700441"/>
                  </a:lnTo>
                  <a:lnTo>
                    <a:pt x="1585426" y="1700469"/>
                  </a:lnTo>
                  <a:lnTo>
                    <a:pt x="1585420" y="1700482"/>
                  </a:lnTo>
                  <a:lnTo>
                    <a:pt x="1585416" y="1700494"/>
                  </a:lnTo>
                  <a:lnTo>
                    <a:pt x="1585407" y="1700509"/>
                  </a:lnTo>
                  <a:lnTo>
                    <a:pt x="1585399" y="1700545"/>
                  </a:lnTo>
                  <a:lnTo>
                    <a:pt x="1585394" y="1700570"/>
                  </a:lnTo>
                  <a:lnTo>
                    <a:pt x="1585392" y="1700577"/>
                  </a:lnTo>
                  <a:lnTo>
                    <a:pt x="1585389" y="1700594"/>
                  </a:lnTo>
                  <a:lnTo>
                    <a:pt x="1585382" y="1700612"/>
                  </a:lnTo>
                  <a:lnTo>
                    <a:pt x="1585379" y="1700618"/>
                  </a:lnTo>
                  <a:lnTo>
                    <a:pt x="1585374" y="1700623"/>
                  </a:lnTo>
                  <a:lnTo>
                    <a:pt x="1585369" y="1700628"/>
                  </a:lnTo>
                  <a:lnTo>
                    <a:pt x="1585363" y="1700631"/>
                  </a:lnTo>
                  <a:lnTo>
                    <a:pt x="1585355" y="1700635"/>
                  </a:lnTo>
                  <a:lnTo>
                    <a:pt x="1585346" y="1700637"/>
                  </a:lnTo>
                  <a:lnTo>
                    <a:pt x="1585337" y="1700638"/>
                  </a:lnTo>
                  <a:lnTo>
                    <a:pt x="1585330" y="1700639"/>
                  </a:lnTo>
                  <a:lnTo>
                    <a:pt x="1585319" y="1700643"/>
                  </a:lnTo>
                  <a:lnTo>
                    <a:pt x="1585312" y="1700647"/>
                  </a:lnTo>
                  <a:lnTo>
                    <a:pt x="1585306" y="1700649"/>
                  </a:lnTo>
                  <a:lnTo>
                    <a:pt x="1585300" y="1700651"/>
                  </a:lnTo>
                  <a:lnTo>
                    <a:pt x="1585293" y="1700654"/>
                  </a:lnTo>
                  <a:lnTo>
                    <a:pt x="1585283" y="1700657"/>
                  </a:lnTo>
                  <a:lnTo>
                    <a:pt x="1585273" y="1700658"/>
                  </a:lnTo>
                  <a:lnTo>
                    <a:pt x="1585264" y="1700657"/>
                  </a:lnTo>
                  <a:lnTo>
                    <a:pt x="1585255" y="1700655"/>
                  </a:lnTo>
                  <a:lnTo>
                    <a:pt x="1585248" y="1700657"/>
                  </a:lnTo>
                  <a:lnTo>
                    <a:pt x="1585244" y="1700662"/>
                  </a:lnTo>
                  <a:lnTo>
                    <a:pt x="1585237" y="1700667"/>
                  </a:lnTo>
                  <a:lnTo>
                    <a:pt x="1585232" y="1700673"/>
                  </a:lnTo>
                  <a:lnTo>
                    <a:pt x="1585226" y="1700680"/>
                  </a:lnTo>
                  <a:lnTo>
                    <a:pt x="1585221" y="1700684"/>
                  </a:lnTo>
                  <a:lnTo>
                    <a:pt x="1585215" y="1700688"/>
                  </a:lnTo>
                  <a:lnTo>
                    <a:pt x="1585208" y="1700691"/>
                  </a:lnTo>
                  <a:lnTo>
                    <a:pt x="1585201" y="1700693"/>
                  </a:lnTo>
                  <a:lnTo>
                    <a:pt x="1585194" y="1700695"/>
                  </a:lnTo>
                  <a:lnTo>
                    <a:pt x="1585188" y="1700698"/>
                  </a:lnTo>
                  <a:lnTo>
                    <a:pt x="1585184" y="1700700"/>
                  </a:lnTo>
                  <a:lnTo>
                    <a:pt x="1585177" y="1700703"/>
                  </a:lnTo>
                  <a:lnTo>
                    <a:pt x="1585171" y="1700708"/>
                  </a:lnTo>
                  <a:lnTo>
                    <a:pt x="1585166" y="1700712"/>
                  </a:lnTo>
                  <a:lnTo>
                    <a:pt x="1585161" y="1700717"/>
                  </a:lnTo>
                  <a:lnTo>
                    <a:pt x="1585157" y="1700722"/>
                  </a:lnTo>
                  <a:lnTo>
                    <a:pt x="1585152" y="1700727"/>
                  </a:lnTo>
                  <a:lnTo>
                    <a:pt x="1585144" y="1700733"/>
                  </a:lnTo>
                  <a:lnTo>
                    <a:pt x="1585136" y="1700740"/>
                  </a:lnTo>
                  <a:lnTo>
                    <a:pt x="1585130" y="1700746"/>
                  </a:lnTo>
                  <a:lnTo>
                    <a:pt x="1585124" y="1700751"/>
                  </a:lnTo>
                  <a:lnTo>
                    <a:pt x="1585115" y="1700757"/>
                  </a:lnTo>
                  <a:lnTo>
                    <a:pt x="1585111" y="1700760"/>
                  </a:lnTo>
                  <a:lnTo>
                    <a:pt x="1585105" y="1700764"/>
                  </a:lnTo>
                  <a:lnTo>
                    <a:pt x="1585099" y="1700771"/>
                  </a:lnTo>
                  <a:lnTo>
                    <a:pt x="1585095" y="1700774"/>
                  </a:lnTo>
                  <a:lnTo>
                    <a:pt x="1585090" y="1700776"/>
                  </a:lnTo>
                  <a:lnTo>
                    <a:pt x="1585081" y="1700778"/>
                  </a:lnTo>
                  <a:lnTo>
                    <a:pt x="1585074" y="1700779"/>
                  </a:lnTo>
                  <a:lnTo>
                    <a:pt x="1585067" y="1700781"/>
                  </a:lnTo>
                  <a:lnTo>
                    <a:pt x="1585059" y="1700783"/>
                  </a:lnTo>
                  <a:lnTo>
                    <a:pt x="1585054" y="1700785"/>
                  </a:lnTo>
                  <a:lnTo>
                    <a:pt x="1585049" y="1700790"/>
                  </a:lnTo>
                  <a:lnTo>
                    <a:pt x="1585043" y="1700795"/>
                  </a:lnTo>
                  <a:lnTo>
                    <a:pt x="1585038" y="1700800"/>
                  </a:lnTo>
                  <a:lnTo>
                    <a:pt x="1585032" y="1700807"/>
                  </a:lnTo>
                  <a:lnTo>
                    <a:pt x="1585028" y="1700810"/>
                  </a:lnTo>
                  <a:lnTo>
                    <a:pt x="1585024" y="1700814"/>
                  </a:lnTo>
                  <a:lnTo>
                    <a:pt x="1585018" y="1700819"/>
                  </a:lnTo>
                  <a:lnTo>
                    <a:pt x="1585011" y="1700823"/>
                  </a:lnTo>
                  <a:lnTo>
                    <a:pt x="1585004" y="1700825"/>
                  </a:lnTo>
                  <a:lnTo>
                    <a:pt x="1584998" y="1700825"/>
                  </a:lnTo>
                  <a:lnTo>
                    <a:pt x="1584992" y="1700825"/>
                  </a:lnTo>
                  <a:lnTo>
                    <a:pt x="1584983" y="1700825"/>
                  </a:lnTo>
                  <a:lnTo>
                    <a:pt x="1584972" y="1700823"/>
                  </a:lnTo>
                  <a:lnTo>
                    <a:pt x="1584965" y="1700821"/>
                  </a:lnTo>
                  <a:lnTo>
                    <a:pt x="1584960" y="1700818"/>
                  </a:lnTo>
                  <a:lnTo>
                    <a:pt x="1584954" y="1700814"/>
                  </a:lnTo>
                  <a:lnTo>
                    <a:pt x="1584949" y="1700812"/>
                  </a:lnTo>
                  <a:lnTo>
                    <a:pt x="1584943" y="1700809"/>
                  </a:lnTo>
                  <a:lnTo>
                    <a:pt x="1584939" y="1700805"/>
                  </a:lnTo>
                  <a:lnTo>
                    <a:pt x="1584934" y="1700801"/>
                  </a:lnTo>
                  <a:lnTo>
                    <a:pt x="1584928" y="1700795"/>
                  </a:lnTo>
                  <a:lnTo>
                    <a:pt x="1584923" y="1700789"/>
                  </a:lnTo>
                  <a:lnTo>
                    <a:pt x="1584920" y="1700785"/>
                  </a:lnTo>
                  <a:lnTo>
                    <a:pt x="1584916" y="1700780"/>
                  </a:lnTo>
                  <a:lnTo>
                    <a:pt x="1584912" y="1700776"/>
                  </a:lnTo>
                  <a:lnTo>
                    <a:pt x="1584907" y="1700772"/>
                  </a:lnTo>
                  <a:lnTo>
                    <a:pt x="1584899" y="1700765"/>
                  </a:lnTo>
                  <a:lnTo>
                    <a:pt x="1584893" y="1700761"/>
                  </a:lnTo>
                  <a:lnTo>
                    <a:pt x="1584887" y="1700758"/>
                  </a:lnTo>
                  <a:lnTo>
                    <a:pt x="1584882" y="1700757"/>
                  </a:lnTo>
                  <a:lnTo>
                    <a:pt x="1584877" y="1700758"/>
                  </a:lnTo>
                  <a:lnTo>
                    <a:pt x="1584869" y="1700759"/>
                  </a:lnTo>
                  <a:lnTo>
                    <a:pt x="1584861" y="1700760"/>
                  </a:lnTo>
                  <a:lnTo>
                    <a:pt x="1584853" y="1700761"/>
                  </a:lnTo>
                  <a:lnTo>
                    <a:pt x="1584848" y="1700762"/>
                  </a:lnTo>
                  <a:lnTo>
                    <a:pt x="1584841" y="1700764"/>
                  </a:lnTo>
                  <a:lnTo>
                    <a:pt x="1584835" y="1700765"/>
                  </a:lnTo>
                  <a:lnTo>
                    <a:pt x="1584828" y="1700767"/>
                  </a:lnTo>
                  <a:lnTo>
                    <a:pt x="1584823" y="1700769"/>
                  </a:lnTo>
                  <a:lnTo>
                    <a:pt x="1584817" y="1700772"/>
                  </a:lnTo>
                  <a:lnTo>
                    <a:pt x="1584812" y="1700772"/>
                  </a:lnTo>
                  <a:lnTo>
                    <a:pt x="1584805" y="1700774"/>
                  </a:lnTo>
                  <a:lnTo>
                    <a:pt x="1584797" y="1700776"/>
                  </a:lnTo>
                  <a:lnTo>
                    <a:pt x="1584789" y="1700780"/>
                  </a:lnTo>
                  <a:lnTo>
                    <a:pt x="1584784" y="1700782"/>
                  </a:lnTo>
                  <a:lnTo>
                    <a:pt x="1584779" y="1700783"/>
                  </a:lnTo>
                  <a:lnTo>
                    <a:pt x="1584771" y="1700785"/>
                  </a:lnTo>
                  <a:lnTo>
                    <a:pt x="1584764" y="1700788"/>
                  </a:lnTo>
                  <a:lnTo>
                    <a:pt x="1584760" y="1700791"/>
                  </a:lnTo>
                  <a:lnTo>
                    <a:pt x="1584755" y="1700794"/>
                  </a:lnTo>
                  <a:lnTo>
                    <a:pt x="1584747" y="1700800"/>
                  </a:lnTo>
                  <a:lnTo>
                    <a:pt x="1584740" y="1700806"/>
                  </a:lnTo>
                  <a:lnTo>
                    <a:pt x="1584734" y="1700811"/>
                  </a:lnTo>
                  <a:lnTo>
                    <a:pt x="1584728" y="1700814"/>
                  </a:lnTo>
                  <a:lnTo>
                    <a:pt x="1584721" y="1700816"/>
                  </a:lnTo>
                  <a:lnTo>
                    <a:pt x="1584712" y="1700819"/>
                  </a:lnTo>
                  <a:lnTo>
                    <a:pt x="1584704" y="1700821"/>
                  </a:lnTo>
                  <a:lnTo>
                    <a:pt x="1584696" y="1700825"/>
                  </a:lnTo>
                  <a:lnTo>
                    <a:pt x="1584690" y="1700829"/>
                  </a:lnTo>
                  <a:lnTo>
                    <a:pt x="1584685" y="1700835"/>
                  </a:lnTo>
                  <a:lnTo>
                    <a:pt x="1584684" y="1700844"/>
                  </a:lnTo>
                  <a:lnTo>
                    <a:pt x="1584685" y="1700853"/>
                  </a:lnTo>
                  <a:lnTo>
                    <a:pt x="1584685" y="1700862"/>
                  </a:lnTo>
                  <a:lnTo>
                    <a:pt x="1584684" y="1700874"/>
                  </a:lnTo>
                  <a:lnTo>
                    <a:pt x="1584680" y="1700881"/>
                  </a:lnTo>
                  <a:lnTo>
                    <a:pt x="1584675" y="1700886"/>
                  </a:lnTo>
                  <a:lnTo>
                    <a:pt x="1584669" y="1700890"/>
                  </a:lnTo>
                  <a:lnTo>
                    <a:pt x="1584665" y="1700893"/>
                  </a:lnTo>
                  <a:lnTo>
                    <a:pt x="1584660" y="1700896"/>
                  </a:lnTo>
                  <a:lnTo>
                    <a:pt x="1584655" y="1700900"/>
                  </a:lnTo>
                  <a:lnTo>
                    <a:pt x="1584650" y="1700905"/>
                  </a:lnTo>
                  <a:lnTo>
                    <a:pt x="1584647" y="1700909"/>
                  </a:lnTo>
                  <a:lnTo>
                    <a:pt x="1584645" y="1700917"/>
                  </a:lnTo>
                  <a:lnTo>
                    <a:pt x="1584643" y="1700926"/>
                  </a:lnTo>
                  <a:lnTo>
                    <a:pt x="1584642" y="1700934"/>
                  </a:lnTo>
                  <a:lnTo>
                    <a:pt x="1584641" y="1700941"/>
                  </a:lnTo>
                  <a:lnTo>
                    <a:pt x="1584640" y="1700949"/>
                  </a:lnTo>
                  <a:lnTo>
                    <a:pt x="1584638" y="1700958"/>
                  </a:lnTo>
                  <a:lnTo>
                    <a:pt x="1584638" y="1700967"/>
                  </a:lnTo>
                  <a:lnTo>
                    <a:pt x="1584637" y="1700976"/>
                  </a:lnTo>
                  <a:lnTo>
                    <a:pt x="1584632" y="1700981"/>
                  </a:lnTo>
                  <a:lnTo>
                    <a:pt x="1584626" y="1700983"/>
                  </a:lnTo>
                  <a:lnTo>
                    <a:pt x="1584620" y="1700984"/>
                  </a:lnTo>
                  <a:lnTo>
                    <a:pt x="1584612" y="1700986"/>
                  </a:lnTo>
                  <a:lnTo>
                    <a:pt x="1584606" y="1700988"/>
                  </a:lnTo>
                  <a:lnTo>
                    <a:pt x="1584600" y="1700990"/>
                  </a:lnTo>
                  <a:lnTo>
                    <a:pt x="1584594" y="1700993"/>
                  </a:lnTo>
                  <a:lnTo>
                    <a:pt x="1584587" y="1700996"/>
                  </a:lnTo>
                  <a:lnTo>
                    <a:pt x="1584581" y="1700998"/>
                  </a:lnTo>
                  <a:lnTo>
                    <a:pt x="1584573" y="1701000"/>
                  </a:lnTo>
                  <a:lnTo>
                    <a:pt x="1584567" y="1701001"/>
                  </a:lnTo>
                  <a:lnTo>
                    <a:pt x="1584561" y="1701002"/>
                  </a:lnTo>
                  <a:lnTo>
                    <a:pt x="1584551" y="1701002"/>
                  </a:lnTo>
                  <a:lnTo>
                    <a:pt x="1584544" y="1701003"/>
                  </a:lnTo>
                  <a:lnTo>
                    <a:pt x="1584536" y="1701006"/>
                  </a:lnTo>
                  <a:lnTo>
                    <a:pt x="1584532" y="1701008"/>
                  </a:lnTo>
                  <a:lnTo>
                    <a:pt x="1584525" y="1701011"/>
                  </a:lnTo>
                  <a:lnTo>
                    <a:pt x="1584517" y="1701015"/>
                  </a:lnTo>
                  <a:lnTo>
                    <a:pt x="1584510" y="1701018"/>
                  </a:lnTo>
                  <a:lnTo>
                    <a:pt x="1584504" y="1701018"/>
                  </a:lnTo>
                  <a:lnTo>
                    <a:pt x="1584502" y="1701011"/>
                  </a:lnTo>
                  <a:lnTo>
                    <a:pt x="1584499" y="1701002"/>
                  </a:lnTo>
                  <a:lnTo>
                    <a:pt x="1584495" y="1700993"/>
                  </a:lnTo>
                  <a:lnTo>
                    <a:pt x="1584489" y="1700984"/>
                  </a:lnTo>
                  <a:lnTo>
                    <a:pt x="1584483" y="1700977"/>
                  </a:lnTo>
                  <a:lnTo>
                    <a:pt x="1584477" y="1700970"/>
                  </a:lnTo>
                  <a:lnTo>
                    <a:pt x="1584469" y="1700962"/>
                  </a:lnTo>
                  <a:lnTo>
                    <a:pt x="1584462" y="1700955"/>
                  </a:lnTo>
                  <a:lnTo>
                    <a:pt x="1584456" y="1700949"/>
                  </a:lnTo>
                  <a:lnTo>
                    <a:pt x="1584452" y="1700944"/>
                  </a:lnTo>
                  <a:lnTo>
                    <a:pt x="1584447" y="1700938"/>
                  </a:lnTo>
                  <a:lnTo>
                    <a:pt x="1584443" y="1700934"/>
                  </a:lnTo>
                  <a:lnTo>
                    <a:pt x="1584438" y="1700928"/>
                  </a:lnTo>
                  <a:lnTo>
                    <a:pt x="1584434" y="1700923"/>
                  </a:lnTo>
                  <a:lnTo>
                    <a:pt x="1584427" y="1700915"/>
                  </a:lnTo>
                  <a:lnTo>
                    <a:pt x="1584422" y="1700910"/>
                  </a:lnTo>
                  <a:lnTo>
                    <a:pt x="1584417" y="1700904"/>
                  </a:lnTo>
                  <a:lnTo>
                    <a:pt x="1584411" y="1700897"/>
                  </a:lnTo>
                  <a:lnTo>
                    <a:pt x="1584405" y="1700888"/>
                  </a:lnTo>
                  <a:lnTo>
                    <a:pt x="1584398" y="1700880"/>
                  </a:lnTo>
                  <a:lnTo>
                    <a:pt x="1584393" y="1700874"/>
                  </a:lnTo>
                  <a:lnTo>
                    <a:pt x="1584389" y="1700866"/>
                  </a:lnTo>
                  <a:lnTo>
                    <a:pt x="1584387" y="1700859"/>
                  </a:lnTo>
                  <a:lnTo>
                    <a:pt x="1584387" y="1700850"/>
                  </a:lnTo>
                  <a:lnTo>
                    <a:pt x="1584389" y="1700844"/>
                  </a:lnTo>
                  <a:lnTo>
                    <a:pt x="1584311" y="1700806"/>
                  </a:lnTo>
                  <a:lnTo>
                    <a:pt x="1584306" y="1700808"/>
                  </a:lnTo>
                  <a:lnTo>
                    <a:pt x="1584300" y="1700810"/>
                  </a:lnTo>
                  <a:lnTo>
                    <a:pt x="1584295" y="1700811"/>
                  </a:lnTo>
                  <a:lnTo>
                    <a:pt x="1584287" y="1700813"/>
                  </a:lnTo>
                  <a:lnTo>
                    <a:pt x="1584281" y="1700813"/>
                  </a:lnTo>
                  <a:lnTo>
                    <a:pt x="1584275" y="1700814"/>
                  </a:lnTo>
                  <a:lnTo>
                    <a:pt x="1584268" y="1700814"/>
                  </a:lnTo>
                  <a:lnTo>
                    <a:pt x="1584259" y="1700813"/>
                  </a:lnTo>
                  <a:lnTo>
                    <a:pt x="1584253" y="1700813"/>
                  </a:lnTo>
                  <a:lnTo>
                    <a:pt x="1584247" y="1700812"/>
                  </a:lnTo>
                  <a:lnTo>
                    <a:pt x="1584239" y="1700811"/>
                  </a:lnTo>
                  <a:lnTo>
                    <a:pt x="1584232" y="1700809"/>
                  </a:lnTo>
                  <a:lnTo>
                    <a:pt x="1584223" y="1700805"/>
                  </a:lnTo>
                  <a:lnTo>
                    <a:pt x="1584215" y="1700800"/>
                  </a:lnTo>
                  <a:lnTo>
                    <a:pt x="1584211" y="1700797"/>
                  </a:lnTo>
                  <a:lnTo>
                    <a:pt x="1584206" y="1700792"/>
                  </a:lnTo>
                  <a:lnTo>
                    <a:pt x="1584202" y="1700788"/>
                  </a:lnTo>
                  <a:lnTo>
                    <a:pt x="1584196" y="1700784"/>
                  </a:lnTo>
                  <a:lnTo>
                    <a:pt x="1584193" y="1700781"/>
                  </a:lnTo>
                  <a:lnTo>
                    <a:pt x="1584188" y="1700776"/>
                  </a:lnTo>
                  <a:lnTo>
                    <a:pt x="1584184" y="1700772"/>
                  </a:lnTo>
                  <a:lnTo>
                    <a:pt x="1584179" y="1700767"/>
                  </a:lnTo>
                  <a:lnTo>
                    <a:pt x="1584174" y="1700762"/>
                  </a:lnTo>
                  <a:lnTo>
                    <a:pt x="1584169" y="1700757"/>
                  </a:lnTo>
                  <a:lnTo>
                    <a:pt x="1584164" y="1700751"/>
                  </a:lnTo>
                  <a:lnTo>
                    <a:pt x="1584157" y="1700745"/>
                  </a:lnTo>
                  <a:lnTo>
                    <a:pt x="1584150" y="1700736"/>
                  </a:lnTo>
                  <a:lnTo>
                    <a:pt x="1584146" y="1700730"/>
                  </a:lnTo>
                  <a:lnTo>
                    <a:pt x="1584147" y="1700724"/>
                  </a:lnTo>
                  <a:lnTo>
                    <a:pt x="1584150" y="1700716"/>
                  </a:lnTo>
                  <a:lnTo>
                    <a:pt x="1584153" y="1700708"/>
                  </a:lnTo>
                  <a:lnTo>
                    <a:pt x="1584158" y="1700701"/>
                  </a:lnTo>
                  <a:lnTo>
                    <a:pt x="1584162" y="1700696"/>
                  </a:lnTo>
                  <a:lnTo>
                    <a:pt x="1584165" y="1700691"/>
                  </a:lnTo>
                  <a:lnTo>
                    <a:pt x="1584169" y="1700684"/>
                  </a:lnTo>
                  <a:lnTo>
                    <a:pt x="1584172" y="1700676"/>
                  </a:lnTo>
                  <a:lnTo>
                    <a:pt x="1584173" y="1700669"/>
                  </a:lnTo>
                  <a:lnTo>
                    <a:pt x="1584174" y="1700662"/>
                  </a:lnTo>
                  <a:lnTo>
                    <a:pt x="1584175" y="1700656"/>
                  </a:lnTo>
                  <a:lnTo>
                    <a:pt x="1584176" y="1700651"/>
                  </a:lnTo>
                  <a:lnTo>
                    <a:pt x="1584178" y="1700645"/>
                  </a:lnTo>
                  <a:lnTo>
                    <a:pt x="1584180" y="1700636"/>
                  </a:lnTo>
                  <a:lnTo>
                    <a:pt x="1584182" y="1700627"/>
                  </a:lnTo>
                  <a:lnTo>
                    <a:pt x="1584184" y="1700620"/>
                  </a:lnTo>
                  <a:lnTo>
                    <a:pt x="1584185" y="1700613"/>
                  </a:lnTo>
                  <a:lnTo>
                    <a:pt x="1584186" y="1700605"/>
                  </a:lnTo>
                  <a:lnTo>
                    <a:pt x="1584187" y="1700596"/>
                  </a:lnTo>
                  <a:lnTo>
                    <a:pt x="1584188" y="1700586"/>
                  </a:lnTo>
                  <a:lnTo>
                    <a:pt x="1584187" y="1700577"/>
                  </a:lnTo>
                  <a:lnTo>
                    <a:pt x="1584184" y="1700568"/>
                  </a:lnTo>
                  <a:lnTo>
                    <a:pt x="1584180" y="1700560"/>
                  </a:lnTo>
                  <a:lnTo>
                    <a:pt x="1584178" y="1700553"/>
                  </a:lnTo>
                  <a:lnTo>
                    <a:pt x="1584175" y="1700545"/>
                  </a:lnTo>
                  <a:lnTo>
                    <a:pt x="1584174" y="1700535"/>
                  </a:lnTo>
                  <a:lnTo>
                    <a:pt x="1584173" y="1700519"/>
                  </a:lnTo>
                  <a:lnTo>
                    <a:pt x="1584173" y="1700510"/>
                  </a:lnTo>
                  <a:lnTo>
                    <a:pt x="1584173" y="1700501"/>
                  </a:lnTo>
                  <a:lnTo>
                    <a:pt x="1584175" y="1700492"/>
                  </a:lnTo>
                  <a:lnTo>
                    <a:pt x="1584177" y="1700483"/>
                  </a:lnTo>
                  <a:lnTo>
                    <a:pt x="1584179" y="1700476"/>
                  </a:lnTo>
                  <a:lnTo>
                    <a:pt x="1584181" y="1700471"/>
                  </a:lnTo>
                  <a:lnTo>
                    <a:pt x="1584182" y="1700463"/>
                  </a:lnTo>
                  <a:lnTo>
                    <a:pt x="1584182" y="1700458"/>
                  </a:lnTo>
                  <a:lnTo>
                    <a:pt x="1584181" y="1700450"/>
                  </a:lnTo>
                  <a:lnTo>
                    <a:pt x="1584179" y="1700442"/>
                  </a:lnTo>
                  <a:lnTo>
                    <a:pt x="1584176" y="1700434"/>
                  </a:lnTo>
                  <a:lnTo>
                    <a:pt x="1584173" y="1700427"/>
                  </a:lnTo>
                  <a:lnTo>
                    <a:pt x="1584170" y="1700422"/>
                  </a:lnTo>
                  <a:lnTo>
                    <a:pt x="1584166" y="1700417"/>
                  </a:lnTo>
                  <a:lnTo>
                    <a:pt x="1584163" y="1700410"/>
                  </a:lnTo>
                  <a:lnTo>
                    <a:pt x="1584162" y="1700405"/>
                  </a:lnTo>
                  <a:lnTo>
                    <a:pt x="1584160" y="1700399"/>
                  </a:lnTo>
                  <a:lnTo>
                    <a:pt x="1584158" y="1700394"/>
                  </a:lnTo>
                  <a:lnTo>
                    <a:pt x="1584149" y="1700393"/>
                  </a:lnTo>
                  <a:lnTo>
                    <a:pt x="1584140" y="1700393"/>
                  </a:lnTo>
                  <a:lnTo>
                    <a:pt x="1584129" y="1700392"/>
                  </a:lnTo>
                  <a:lnTo>
                    <a:pt x="1584118" y="1700390"/>
                  </a:lnTo>
                  <a:lnTo>
                    <a:pt x="1584111" y="1700387"/>
                  </a:lnTo>
                  <a:lnTo>
                    <a:pt x="1584102" y="1700382"/>
                  </a:lnTo>
                  <a:lnTo>
                    <a:pt x="1584094" y="1700376"/>
                  </a:lnTo>
                  <a:lnTo>
                    <a:pt x="1584088" y="1700370"/>
                  </a:lnTo>
                  <a:lnTo>
                    <a:pt x="1584081" y="1700363"/>
                  </a:lnTo>
                  <a:lnTo>
                    <a:pt x="1584075" y="1700356"/>
                  </a:lnTo>
                  <a:lnTo>
                    <a:pt x="1583988" y="1700375"/>
                  </a:lnTo>
                  <a:lnTo>
                    <a:pt x="1583979" y="1700376"/>
                  </a:lnTo>
                  <a:lnTo>
                    <a:pt x="1583973" y="1700377"/>
                  </a:lnTo>
                  <a:lnTo>
                    <a:pt x="1583957" y="1700379"/>
                  </a:lnTo>
                  <a:lnTo>
                    <a:pt x="1583943" y="1700381"/>
                  </a:lnTo>
                  <a:lnTo>
                    <a:pt x="1583930" y="1700382"/>
                  </a:lnTo>
                  <a:lnTo>
                    <a:pt x="1583918" y="1700382"/>
                  </a:lnTo>
                  <a:lnTo>
                    <a:pt x="1583847" y="1700353"/>
                  </a:lnTo>
                  <a:lnTo>
                    <a:pt x="1583844" y="1700349"/>
                  </a:lnTo>
                  <a:lnTo>
                    <a:pt x="1583840" y="1700345"/>
                  </a:lnTo>
                  <a:lnTo>
                    <a:pt x="1583835" y="1700338"/>
                  </a:lnTo>
                  <a:lnTo>
                    <a:pt x="1583831" y="1700330"/>
                  </a:lnTo>
                  <a:lnTo>
                    <a:pt x="1583828" y="1700321"/>
                  </a:lnTo>
                  <a:lnTo>
                    <a:pt x="1583827" y="1700313"/>
                  </a:lnTo>
                  <a:lnTo>
                    <a:pt x="1583826" y="1700307"/>
                  </a:lnTo>
                  <a:lnTo>
                    <a:pt x="1583810" y="1700307"/>
                  </a:lnTo>
                  <a:lnTo>
                    <a:pt x="1583803" y="1700307"/>
                  </a:lnTo>
                  <a:lnTo>
                    <a:pt x="1583798" y="1700307"/>
                  </a:lnTo>
                  <a:lnTo>
                    <a:pt x="1583789" y="1700308"/>
                  </a:lnTo>
                  <a:lnTo>
                    <a:pt x="1583782" y="1700309"/>
                  </a:lnTo>
                  <a:lnTo>
                    <a:pt x="1583774" y="1700309"/>
                  </a:lnTo>
                  <a:lnTo>
                    <a:pt x="1583763" y="1700309"/>
                  </a:lnTo>
                  <a:lnTo>
                    <a:pt x="1583756" y="1700308"/>
                  </a:lnTo>
                  <a:lnTo>
                    <a:pt x="1583749" y="1700308"/>
                  </a:lnTo>
                  <a:lnTo>
                    <a:pt x="1583726" y="1700321"/>
                  </a:lnTo>
                  <a:lnTo>
                    <a:pt x="1583720" y="1700324"/>
                  </a:lnTo>
                  <a:lnTo>
                    <a:pt x="1583702" y="1700341"/>
                  </a:lnTo>
                  <a:lnTo>
                    <a:pt x="1583688" y="1700346"/>
                  </a:lnTo>
                  <a:lnTo>
                    <a:pt x="1583668" y="1700350"/>
                  </a:lnTo>
                  <a:lnTo>
                    <a:pt x="1583643" y="1700327"/>
                  </a:lnTo>
                  <a:lnTo>
                    <a:pt x="1583635" y="1700326"/>
                  </a:lnTo>
                  <a:lnTo>
                    <a:pt x="1583616" y="1700322"/>
                  </a:lnTo>
                  <a:lnTo>
                    <a:pt x="1583597" y="1700326"/>
                  </a:lnTo>
                  <a:lnTo>
                    <a:pt x="1583573" y="1700331"/>
                  </a:lnTo>
                  <a:lnTo>
                    <a:pt x="1583564" y="1700353"/>
                  </a:lnTo>
                  <a:lnTo>
                    <a:pt x="1583560" y="1700358"/>
                  </a:lnTo>
                  <a:lnTo>
                    <a:pt x="1583551" y="1700368"/>
                  </a:lnTo>
                  <a:lnTo>
                    <a:pt x="1583539" y="1700380"/>
                  </a:lnTo>
                  <a:lnTo>
                    <a:pt x="1583512" y="1700384"/>
                  </a:lnTo>
                  <a:lnTo>
                    <a:pt x="1583492" y="1700401"/>
                  </a:lnTo>
                  <a:lnTo>
                    <a:pt x="1583457" y="1700404"/>
                  </a:lnTo>
                  <a:lnTo>
                    <a:pt x="1583441" y="1700406"/>
                  </a:lnTo>
                  <a:lnTo>
                    <a:pt x="1583423" y="1700405"/>
                  </a:lnTo>
                  <a:lnTo>
                    <a:pt x="1583403" y="1700405"/>
                  </a:lnTo>
                  <a:lnTo>
                    <a:pt x="1583388" y="1700405"/>
                  </a:lnTo>
                  <a:lnTo>
                    <a:pt x="1583376" y="1700404"/>
                  </a:lnTo>
                  <a:lnTo>
                    <a:pt x="1583365" y="1700404"/>
                  </a:lnTo>
                  <a:lnTo>
                    <a:pt x="1583349" y="1700401"/>
                  </a:lnTo>
                  <a:lnTo>
                    <a:pt x="1583334" y="1700392"/>
                  </a:lnTo>
                  <a:lnTo>
                    <a:pt x="1583309" y="1700404"/>
                  </a:lnTo>
                  <a:lnTo>
                    <a:pt x="1583304" y="1700407"/>
                  </a:lnTo>
                  <a:lnTo>
                    <a:pt x="1583292" y="1700415"/>
                  </a:lnTo>
                  <a:lnTo>
                    <a:pt x="1583266" y="1700427"/>
                  </a:lnTo>
                  <a:lnTo>
                    <a:pt x="1583242" y="1700443"/>
                  </a:lnTo>
                  <a:lnTo>
                    <a:pt x="1583221" y="1700453"/>
                  </a:lnTo>
                  <a:lnTo>
                    <a:pt x="1583204" y="1700458"/>
                  </a:lnTo>
                  <a:lnTo>
                    <a:pt x="1583195" y="1700448"/>
                  </a:lnTo>
                  <a:lnTo>
                    <a:pt x="1583175" y="1700435"/>
                  </a:lnTo>
                  <a:lnTo>
                    <a:pt x="1583156" y="1700424"/>
                  </a:lnTo>
                  <a:lnTo>
                    <a:pt x="1583124" y="1700410"/>
                  </a:lnTo>
                  <a:lnTo>
                    <a:pt x="1583079" y="1700394"/>
                  </a:lnTo>
                  <a:lnTo>
                    <a:pt x="1583064" y="1700390"/>
                  </a:lnTo>
                  <a:lnTo>
                    <a:pt x="1583032" y="1700384"/>
                  </a:lnTo>
                  <a:lnTo>
                    <a:pt x="1583022" y="1700371"/>
                  </a:lnTo>
                  <a:lnTo>
                    <a:pt x="1583009" y="1700358"/>
                  </a:lnTo>
                  <a:lnTo>
                    <a:pt x="1583004" y="1700339"/>
                  </a:lnTo>
                  <a:lnTo>
                    <a:pt x="1583013" y="1700337"/>
                  </a:lnTo>
                  <a:lnTo>
                    <a:pt x="1583024" y="1700331"/>
                  </a:lnTo>
                  <a:lnTo>
                    <a:pt x="1583039" y="1700315"/>
                  </a:lnTo>
                  <a:lnTo>
                    <a:pt x="1583044" y="1700288"/>
                  </a:lnTo>
                  <a:lnTo>
                    <a:pt x="1583032" y="1700267"/>
                  </a:lnTo>
                  <a:lnTo>
                    <a:pt x="1583028" y="1700256"/>
                  </a:lnTo>
                  <a:lnTo>
                    <a:pt x="1583031" y="1700242"/>
                  </a:lnTo>
                  <a:lnTo>
                    <a:pt x="1583040" y="1700227"/>
                  </a:lnTo>
                  <a:lnTo>
                    <a:pt x="1583050" y="1700202"/>
                  </a:lnTo>
                  <a:lnTo>
                    <a:pt x="1583057" y="1700186"/>
                  </a:lnTo>
                  <a:lnTo>
                    <a:pt x="1583062" y="1700173"/>
                  </a:lnTo>
                  <a:lnTo>
                    <a:pt x="1583050" y="1700144"/>
                  </a:lnTo>
                  <a:lnTo>
                    <a:pt x="1583047" y="1700134"/>
                  </a:lnTo>
                  <a:lnTo>
                    <a:pt x="1583044" y="1700124"/>
                  </a:lnTo>
                  <a:lnTo>
                    <a:pt x="1583041" y="1700118"/>
                  </a:lnTo>
                  <a:lnTo>
                    <a:pt x="1583038" y="1700112"/>
                  </a:lnTo>
                  <a:lnTo>
                    <a:pt x="1583033" y="1700097"/>
                  </a:lnTo>
                  <a:lnTo>
                    <a:pt x="1583030" y="1700083"/>
                  </a:lnTo>
                  <a:lnTo>
                    <a:pt x="1583028" y="1700063"/>
                  </a:lnTo>
                  <a:lnTo>
                    <a:pt x="1583020" y="1700056"/>
                  </a:lnTo>
                  <a:lnTo>
                    <a:pt x="1583016" y="1700053"/>
                  </a:lnTo>
                  <a:lnTo>
                    <a:pt x="1582996" y="1700035"/>
                  </a:lnTo>
                  <a:lnTo>
                    <a:pt x="1583002" y="1700003"/>
                  </a:lnTo>
                  <a:lnTo>
                    <a:pt x="1583009" y="1699967"/>
                  </a:lnTo>
                  <a:lnTo>
                    <a:pt x="1583006" y="1699940"/>
                  </a:lnTo>
                  <a:lnTo>
                    <a:pt x="1583000" y="1699907"/>
                  </a:lnTo>
                  <a:lnTo>
                    <a:pt x="1583004" y="1699896"/>
                  </a:lnTo>
                  <a:lnTo>
                    <a:pt x="1583021" y="1699869"/>
                  </a:lnTo>
                  <a:lnTo>
                    <a:pt x="1583021" y="1699837"/>
                  </a:lnTo>
                  <a:lnTo>
                    <a:pt x="1583015" y="1699811"/>
                  </a:lnTo>
                  <a:lnTo>
                    <a:pt x="1582990" y="1699794"/>
                  </a:lnTo>
                  <a:lnTo>
                    <a:pt x="1582963" y="1699772"/>
                  </a:lnTo>
                  <a:lnTo>
                    <a:pt x="1582959" y="1699766"/>
                  </a:lnTo>
                  <a:lnTo>
                    <a:pt x="1582957" y="1699759"/>
                  </a:lnTo>
                  <a:lnTo>
                    <a:pt x="1582954" y="1699724"/>
                  </a:lnTo>
                  <a:lnTo>
                    <a:pt x="1582937" y="1699693"/>
                  </a:lnTo>
                  <a:lnTo>
                    <a:pt x="1582933" y="1699649"/>
                  </a:lnTo>
                  <a:lnTo>
                    <a:pt x="1582919" y="1699634"/>
                  </a:lnTo>
                  <a:lnTo>
                    <a:pt x="1582907" y="1699614"/>
                  </a:lnTo>
                  <a:lnTo>
                    <a:pt x="1582896" y="1699592"/>
                  </a:lnTo>
                  <a:lnTo>
                    <a:pt x="1582890" y="1699575"/>
                  </a:lnTo>
                  <a:lnTo>
                    <a:pt x="1582886" y="1699569"/>
                  </a:lnTo>
                  <a:lnTo>
                    <a:pt x="1582876" y="1699557"/>
                  </a:lnTo>
                  <a:lnTo>
                    <a:pt x="1582854" y="1699549"/>
                  </a:lnTo>
                  <a:lnTo>
                    <a:pt x="1582830" y="1699544"/>
                  </a:lnTo>
                  <a:lnTo>
                    <a:pt x="1582813" y="1699536"/>
                  </a:lnTo>
                  <a:lnTo>
                    <a:pt x="1582799" y="1699524"/>
                  </a:lnTo>
                  <a:lnTo>
                    <a:pt x="1582783" y="1699505"/>
                  </a:lnTo>
                  <a:lnTo>
                    <a:pt x="1582780" y="1699497"/>
                  </a:lnTo>
                  <a:lnTo>
                    <a:pt x="1582776" y="1699488"/>
                  </a:lnTo>
                  <a:lnTo>
                    <a:pt x="1582773" y="1699480"/>
                  </a:lnTo>
                  <a:lnTo>
                    <a:pt x="1582771" y="1699473"/>
                  </a:lnTo>
                  <a:lnTo>
                    <a:pt x="1582771" y="1699465"/>
                  </a:lnTo>
                  <a:lnTo>
                    <a:pt x="1582771" y="1699458"/>
                  </a:lnTo>
                  <a:lnTo>
                    <a:pt x="1582772" y="1699450"/>
                  </a:lnTo>
                  <a:lnTo>
                    <a:pt x="1582773" y="1699440"/>
                  </a:lnTo>
                  <a:lnTo>
                    <a:pt x="1582774" y="1699430"/>
                  </a:lnTo>
                  <a:lnTo>
                    <a:pt x="1582775" y="1699421"/>
                  </a:lnTo>
                  <a:lnTo>
                    <a:pt x="1582774" y="1699415"/>
                  </a:lnTo>
                  <a:lnTo>
                    <a:pt x="1582772" y="1699407"/>
                  </a:lnTo>
                  <a:lnTo>
                    <a:pt x="1582770" y="1699399"/>
                  </a:lnTo>
                  <a:lnTo>
                    <a:pt x="1582767" y="1699393"/>
                  </a:lnTo>
                  <a:lnTo>
                    <a:pt x="1582765" y="1699386"/>
                  </a:lnTo>
                  <a:lnTo>
                    <a:pt x="1582763" y="1699381"/>
                  </a:lnTo>
                  <a:lnTo>
                    <a:pt x="1582758" y="1699373"/>
                  </a:lnTo>
                  <a:lnTo>
                    <a:pt x="1582755" y="1699365"/>
                  </a:lnTo>
                  <a:lnTo>
                    <a:pt x="1582752" y="1699358"/>
                  </a:lnTo>
                  <a:lnTo>
                    <a:pt x="1582750" y="1699352"/>
                  </a:lnTo>
                  <a:lnTo>
                    <a:pt x="1582747" y="1699346"/>
                  </a:lnTo>
                  <a:lnTo>
                    <a:pt x="1582742" y="1699339"/>
                  </a:lnTo>
                  <a:lnTo>
                    <a:pt x="1582736" y="1699330"/>
                  </a:lnTo>
                  <a:lnTo>
                    <a:pt x="1582732" y="1699325"/>
                  </a:lnTo>
                  <a:lnTo>
                    <a:pt x="1582730" y="1699320"/>
                  </a:lnTo>
                  <a:lnTo>
                    <a:pt x="1582726" y="1699313"/>
                  </a:lnTo>
                  <a:lnTo>
                    <a:pt x="1582721" y="1699305"/>
                  </a:lnTo>
                  <a:lnTo>
                    <a:pt x="1582718" y="1699297"/>
                  </a:lnTo>
                  <a:lnTo>
                    <a:pt x="1582715" y="1699289"/>
                  </a:lnTo>
                  <a:lnTo>
                    <a:pt x="1582713" y="1699281"/>
                  </a:lnTo>
                  <a:lnTo>
                    <a:pt x="1582712" y="1699271"/>
                  </a:lnTo>
                  <a:lnTo>
                    <a:pt x="1582713" y="1699263"/>
                  </a:lnTo>
                  <a:lnTo>
                    <a:pt x="1582713" y="1699256"/>
                  </a:lnTo>
                  <a:lnTo>
                    <a:pt x="1582712" y="1699250"/>
                  </a:lnTo>
                  <a:lnTo>
                    <a:pt x="1582710" y="1699244"/>
                  </a:lnTo>
                  <a:lnTo>
                    <a:pt x="1582708" y="1699235"/>
                  </a:lnTo>
                  <a:lnTo>
                    <a:pt x="1582707" y="1699227"/>
                  </a:lnTo>
                  <a:lnTo>
                    <a:pt x="1582706" y="1699220"/>
                  </a:lnTo>
                  <a:lnTo>
                    <a:pt x="1582702" y="1699211"/>
                  </a:lnTo>
                  <a:lnTo>
                    <a:pt x="1582697" y="1699206"/>
                  </a:lnTo>
                  <a:lnTo>
                    <a:pt x="1582690" y="1699200"/>
                  </a:lnTo>
                  <a:lnTo>
                    <a:pt x="1582684" y="1699194"/>
                  </a:lnTo>
                  <a:lnTo>
                    <a:pt x="1582678" y="1699188"/>
                  </a:lnTo>
                  <a:lnTo>
                    <a:pt x="1582672" y="1699183"/>
                  </a:lnTo>
                  <a:lnTo>
                    <a:pt x="1582666" y="1699178"/>
                  </a:lnTo>
                  <a:lnTo>
                    <a:pt x="1582660" y="1699173"/>
                  </a:lnTo>
                  <a:lnTo>
                    <a:pt x="1582653" y="1699167"/>
                  </a:lnTo>
                  <a:lnTo>
                    <a:pt x="1582647" y="1699160"/>
                  </a:lnTo>
                  <a:lnTo>
                    <a:pt x="1582642" y="1699155"/>
                  </a:lnTo>
                  <a:lnTo>
                    <a:pt x="1582637" y="1699149"/>
                  </a:lnTo>
                  <a:lnTo>
                    <a:pt x="1582631" y="1699141"/>
                  </a:lnTo>
                  <a:lnTo>
                    <a:pt x="1582627" y="1699135"/>
                  </a:lnTo>
                  <a:lnTo>
                    <a:pt x="1582623" y="1699129"/>
                  </a:lnTo>
                  <a:lnTo>
                    <a:pt x="1582620" y="1699122"/>
                  </a:lnTo>
                  <a:lnTo>
                    <a:pt x="1582628" y="1699112"/>
                  </a:lnTo>
                  <a:lnTo>
                    <a:pt x="1582633" y="1699107"/>
                  </a:lnTo>
                  <a:lnTo>
                    <a:pt x="1582637" y="1699100"/>
                  </a:lnTo>
                  <a:lnTo>
                    <a:pt x="1582638" y="1699089"/>
                  </a:lnTo>
                  <a:lnTo>
                    <a:pt x="1582639" y="1699082"/>
                  </a:lnTo>
                  <a:lnTo>
                    <a:pt x="1582641" y="1699073"/>
                  </a:lnTo>
                  <a:lnTo>
                    <a:pt x="1582643" y="1699068"/>
                  </a:lnTo>
                  <a:lnTo>
                    <a:pt x="1582646" y="1699063"/>
                  </a:lnTo>
                  <a:lnTo>
                    <a:pt x="1582650" y="1699059"/>
                  </a:lnTo>
                  <a:lnTo>
                    <a:pt x="1582655" y="1699056"/>
                  </a:lnTo>
                  <a:lnTo>
                    <a:pt x="1582659" y="1699054"/>
                  </a:lnTo>
                  <a:lnTo>
                    <a:pt x="1582664" y="1699053"/>
                  </a:lnTo>
                  <a:lnTo>
                    <a:pt x="1582673" y="1699049"/>
                  </a:lnTo>
                  <a:lnTo>
                    <a:pt x="1582680" y="1699044"/>
                  </a:lnTo>
                  <a:lnTo>
                    <a:pt x="1582685" y="1699039"/>
                  </a:lnTo>
                  <a:lnTo>
                    <a:pt x="1582690" y="1699033"/>
                  </a:lnTo>
                  <a:lnTo>
                    <a:pt x="1582694" y="1699028"/>
                  </a:lnTo>
                  <a:lnTo>
                    <a:pt x="1582699" y="1699021"/>
                  </a:lnTo>
                  <a:lnTo>
                    <a:pt x="1582702" y="1699014"/>
                  </a:lnTo>
                  <a:lnTo>
                    <a:pt x="1582704" y="1699008"/>
                  </a:lnTo>
                  <a:lnTo>
                    <a:pt x="1582707" y="1699002"/>
                  </a:lnTo>
                  <a:lnTo>
                    <a:pt x="1582711" y="1698994"/>
                  </a:lnTo>
                  <a:lnTo>
                    <a:pt x="1582716" y="1698987"/>
                  </a:lnTo>
                  <a:lnTo>
                    <a:pt x="1582719" y="1698980"/>
                  </a:lnTo>
                  <a:lnTo>
                    <a:pt x="1582722" y="1698975"/>
                  </a:lnTo>
                  <a:lnTo>
                    <a:pt x="1582724" y="1698967"/>
                  </a:lnTo>
                  <a:lnTo>
                    <a:pt x="1582727" y="1698957"/>
                  </a:lnTo>
                  <a:lnTo>
                    <a:pt x="1582730" y="1698950"/>
                  </a:lnTo>
                  <a:lnTo>
                    <a:pt x="1582732" y="1698945"/>
                  </a:lnTo>
                  <a:lnTo>
                    <a:pt x="1582734" y="1698938"/>
                  </a:lnTo>
                  <a:lnTo>
                    <a:pt x="1582738" y="1698931"/>
                  </a:lnTo>
                  <a:lnTo>
                    <a:pt x="1582742" y="1698924"/>
                  </a:lnTo>
                  <a:lnTo>
                    <a:pt x="1582748" y="1698916"/>
                  </a:lnTo>
                  <a:lnTo>
                    <a:pt x="1582754" y="1698908"/>
                  </a:lnTo>
                  <a:lnTo>
                    <a:pt x="1582757" y="1698903"/>
                  </a:lnTo>
                  <a:lnTo>
                    <a:pt x="1582761" y="1698896"/>
                  </a:lnTo>
                  <a:lnTo>
                    <a:pt x="1582762" y="1698888"/>
                  </a:lnTo>
                  <a:lnTo>
                    <a:pt x="1582761" y="1698882"/>
                  </a:lnTo>
                  <a:lnTo>
                    <a:pt x="1582759" y="1698875"/>
                  </a:lnTo>
                  <a:lnTo>
                    <a:pt x="1582754" y="1698865"/>
                  </a:lnTo>
                  <a:lnTo>
                    <a:pt x="1582751" y="1698859"/>
                  </a:lnTo>
                  <a:lnTo>
                    <a:pt x="1582748" y="1698853"/>
                  </a:lnTo>
                  <a:lnTo>
                    <a:pt x="1582746" y="1698846"/>
                  </a:lnTo>
                  <a:lnTo>
                    <a:pt x="1582744" y="1698837"/>
                  </a:lnTo>
                  <a:lnTo>
                    <a:pt x="1582743" y="1698831"/>
                  </a:lnTo>
                  <a:lnTo>
                    <a:pt x="1582742" y="1698824"/>
                  </a:lnTo>
                  <a:lnTo>
                    <a:pt x="1582741" y="1698817"/>
                  </a:lnTo>
                  <a:lnTo>
                    <a:pt x="1582741" y="1698811"/>
                  </a:lnTo>
                  <a:lnTo>
                    <a:pt x="1582740" y="1698800"/>
                  </a:lnTo>
                  <a:lnTo>
                    <a:pt x="1582740" y="1698792"/>
                  </a:lnTo>
                  <a:lnTo>
                    <a:pt x="1582740" y="1698787"/>
                  </a:lnTo>
                  <a:lnTo>
                    <a:pt x="1582741" y="1698779"/>
                  </a:lnTo>
                  <a:lnTo>
                    <a:pt x="1582742" y="1698771"/>
                  </a:lnTo>
                  <a:lnTo>
                    <a:pt x="1582744" y="1698760"/>
                  </a:lnTo>
                  <a:lnTo>
                    <a:pt x="1582747" y="1698752"/>
                  </a:lnTo>
                  <a:lnTo>
                    <a:pt x="1582750" y="1698744"/>
                  </a:lnTo>
                  <a:lnTo>
                    <a:pt x="1582753" y="1698737"/>
                  </a:lnTo>
                  <a:lnTo>
                    <a:pt x="1582755" y="1698729"/>
                  </a:lnTo>
                  <a:lnTo>
                    <a:pt x="1582759" y="1698718"/>
                  </a:lnTo>
                  <a:lnTo>
                    <a:pt x="1582762" y="1698710"/>
                  </a:lnTo>
                  <a:lnTo>
                    <a:pt x="1582763" y="1698702"/>
                  </a:lnTo>
                  <a:lnTo>
                    <a:pt x="1582763" y="1698695"/>
                  </a:lnTo>
                  <a:lnTo>
                    <a:pt x="1582761" y="1698688"/>
                  </a:lnTo>
                  <a:lnTo>
                    <a:pt x="1582760" y="1698682"/>
                  </a:lnTo>
                  <a:lnTo>
                    <a:pt x="1582757" y="1698675"/>
                  </a:lnTo>
                  <a:lnTo>
                    <a:pt x="1582754" y="1698665"/>
                  </a:lnTo>
                  <a:lnTo>
                    <a:pt x="1582752" y="1698659"/>
                  </a:lnTo>
                  <a:lnTo>
                    <a:pt x="1582749" y="1698653"/>
                  </a:lnTo>
                  <a:lnTo>
                    <a:pt x="1582747" y="1698648"/>
                  </a:lnTo>
                  <a:lnTo>
                    <a:pt x="1582745" y="1698642"/>
                  </a:lnTo>
                  <a:lnTo>
                    <a:pt x="1582742" y="1698637"/>
                  </a:lnTo>
                  <a:lnTo>
                    <a:pt x="1582740" y="1698631"/>
                  </a:lnTo>
                  <a:lnTo>
                    <a:pt x="1582738" y="1698626"/>
                  </a:lnTo>
                  <a:lnTo>
                    <a:pt x="1582735" y="1698618"/>
                  </a:lnTo>
                  <a:lnTo>
                    <a:pt x="1582732" y="1698610"/>
                  </a:lnTo>
                  <a:lnTo>
                    <a:pt x="1582730" y="1698603"/>
                  </a:lnTo>
                  <a:lnTo>
                    <a:pt x="1582729" y="1698596"/>
                  </a:lnTo>
                  <a:lnTo>
                    <a:pt x="1582728" y="1698590"/>
                  </a:lnTo>
                  <a:lnTo>
                    <a:pt x="1582727" y="1698580"/>
                  </a:lnTo>
                  <a:lnTo>
                    <a:pt x="1582726" y="1698574"/>
                  </a:lnTo>
                  <a:lnTo>
                    <a:pt x="1582725" y="1698565"/>
                  </a:lnTo>
                  <a:lnTo>
                    <a:pt x="1582724" y="1698555"/>
                  </a:lnTo>
                  <a:lnTo>
                    <a:pt x="1582723" y="1698549"/>
                  </a:lnTo>
                  <a:lnTo>
                    <a:pt x="1582721" y="1698542"/>
                  </a:lnTo>
                  <a:lnTo>
                    <a:pt x="1582720" y="1698536"/>
                  </a:lnTo>
                  <a:lnTo>
                    <a:pt x="1582718" y="1698530"/>
                  </a:lnTo>
                  <a:lnTo>
                    <a:pt x="1582716" y="1698524"/>
                  </a:lnTo>
                  <a:lnTo>
                    <a:pt x="1582713" y="1698516"/>
                  </a:lnTo>
                  <a:lnTo>
                    <a:pt x="1582710" y="1698511"/>
                  </a:lnTo>
                  <a:lnTo>
                    <a:pt x="1582705" y="1698505"/>
                  </a:lnTo>
                  <a:lnTo>
                    <a:pt x="1582699" y="1698496"/>
                  </a:lnTo>
                  <a:lnTo>
                    <a:pt x="1582696" y="1698490"/>
                  </a:lnTo>
                  <a:lnTo>
                    <a:pt x="1582693" y="1698481"/>
                  </a:lnTo>
                  <a:lnTo>
                    <a:pt x="1582691" y="1698475"/>
                  </a:lnTo>
                  <a:lnTo>
                    <a:pt x="1582685" y="1698472"/>
                  </a:lnTo>
                  <a:lnTo>
                    <a:pt x="1582680" y="1698469"/>
                  </a:lnTo>
                  <a:lnTo>
                    <a:pt x="1582675" y="1698466"/>
                  </a:lnTo>
                  <a:lnTo>
                    <a:pt x="1582669" y="1698462"/>
                  </a:lnTo>
                  <a:lnTo>
                    <a:pt x="1582664" y="1698456"/>
                  </a:lnTo>
                  <a:lnTo>
                    <a:pt x="1582658" y="1698449"/>
                  </a:lnTo>
                  <a:lnTo>
                    <a:pt x="1582653" y="1698445"/>
                  </a:lnTo>
                  <a:lnTo>
                    <a:pt x="1582648" y="1698440"/>
                  </a:lnTo>
                  <a:lnTo>
                    <a:pt x="1582641" y="1698434"/>
                  </a:lnTo>
                  <a:lnTo>
                    <a:pt x="1582636" y="1698429"/>
                  </a:lnTo>
                  <a:lnTo>
                    <a:pt x="1582630" y="1698422"/>
                  </a:lnTo>
                  <a:lnTo>
                    <a:pt x="1582625" y="1698414"/>
                  </a:lnTo>
                  <a:lnTo>
                    <a:pt x="1582621" y="1698407"/>
                  </a:lnTo>
                  <a:lnTo>
                    <a:pt x="1582618" y="1698400"/>
                  </a:lnTo>
                  <a:lnTo>
                    <a:pt x="1582617" y="1698391"/>
                  </a:lnTo>
                  <a:lnTo>
                    <a:pt x="1582615" y="1698382"/>
                  </a:lnTo>
                  <a:lnTo>
                    <a:pt x="1582610" y="1698373"/>
                  </a:lnTo>
                  <a:lnTo>
                    <a:pt x="1582607" y="1698364"/>
                  </a:lnTo>
                  <a:lnTo>
                    <a:pt x="1582606" y="1698356"/>
                  </a:lnTo>
                  <a:lnTo>
                    <a:pt x="1582604" y="1698350"/>
                  </a:lnTo>
                  <a:lnTo>
                    <a:pt x="1582599" y="1698342"/>
                  </a:lnTo>
                  <a:lnTo>
                    <a:pt x="1582595" y="1698336"/>
                  </a:lnTo>
                  <a:lnTo>
                    <a:pt x="1582591" y="1698331"/>
                  </a:lnTo>
                  <a:lnTo>
                    <a:pt x="1582586" y="1698327"/>
                  </a:lnTo>
                  <a:lnTo>
                    <a:pt x="1582581" y="1698322"/>
                  </a:lnTo>
                  <a:lnTo>
                    <a:pt x="1582577" y="1698319"/>
                  </a:lnTo>
                  <a:lnTo>
                    <a:pt x="1582573" y="1698314"/>
                  </a:lnTo>
                  <a:lnTo>
                    <a:pt x="1582567" y="1698307"/>
                  </a:lnTo>
                  <a:lnTo>
                    <a:pt x="1582564" y="1698300"/>
                  </a:lnTo>
                  <a:lnTo>
                    <a:pt x="1582564" y="1698294"/>
                  </a:lnTo>
                  <a:lnTo>
                    <a:pt x="1582564" y="1698286"/>
                  </a:lnTo>
                  <a:lnTo>
                    <a:pt x="1582565" y="1698280"/>
                  </a:lnTo>
                  <a:lnTo>
                    <a:pt x="1582566" y="1698270"/>
                  </a:lnTo>
                  <a:lnTo>
                    <a:pt x="1582566" y="1698261"/>
                  </a:lnTo>
                  <a:lnTo>
                    <a:pt x="1582566" y="1698254"/>
                  </a:lnTo>
                  <a:lnTo>
                    <a:pt x="1582565" y="1698244"/>
                  </a:lnTo>
                  <a:lnTo>
                    <a:pt x="1582565" y="1698236"/>
                  </a:lnTo>
                  <a:lnTo>
                    <a:pt x="1582565" y="1698230"/>
                  </a:lnTo>
                  <a:lnTo>
                    <a:pt x="1582564" y="1698221"/>
                  </a:lnTo>
                  <a:lnTo>
                    <a:pt x="1582564" y="1698214"/>
                  </a:lnTo>
                  <a:lnTo>
                    <a:pt x="1582564" y="1698205"/>
                  </a:lnTo>
                  <a:lnTo>
                    <a:pt x="1582563" y="1698196"/>
                  </a:lnTo>
                  <a:lnTo>
                    <a:pt x="1582563" y="1698190"/>
                  </a:lnTo>
                  <a:lnTo>
                    <a:pt x="1582560" y="1698180"/>
                  </a:lnTo>
                  <a:lnTo>
                    <a:pt x="1582558" y="1698173"/>
                  </a:lnTo>
                  <a:lnTo>
                    <a:pt x="1582556" y="1698168"/>
                  </a:lnTo>
                  <a:lnTo>
                    <a:pt x="1582553" y="1698161"/>
                  </a:lnTo>
                  <a:lnTo>
                    <a:pt x="1582550" y="1698153"/>
                  </a:lnTo>
                  <a:lnTo>
                    <a:pt x="1582547" y="1698141"/>
                  </a:lnTo>
                  <a:lnTo>
                    <a:pt x="1582545" y="1698133"/>
                  </a:lnTo>
                  <a:lnTo>
                    <a:pt x="1582543" y="1698125"/>
                  </a:lnTo>
                  <a:lnTo>
                    <a:pt x="1582541" y="1698118"/>
                  </a:lnTo>
                  <a:lnTo>
                    <a:pt x="1582539" y="1698111"/>
                  </a:lnTo>
                  <a:lnTo>
                    <a:pt x="1582536" y="1698104"/>
                  </a:lnTo>
                  <a:lnTo>
                    <a:pt x="1582533" y="1698099"/>
                  </a:lnTo>
                  <a:lnTo>
                    <a:pt x="1582530" y="1698093"/>
                  </a:lnTo>
                  <a:lnTo>
                    <a:pt x="1582527" y="1698088"/>
                  </a:lnTo>
                  <a:lnTo>
                    <a:pt x="1582523" y="1698083"/>
                  </a:lnTo>
                  <a:lnTo>
                    <a:pt x="1582519" y="1698078"/>
                  </a:lnTo>
                  <a:lnTo>
                    <a:pt x="1582513" y="1698072"/>
                  </a:lnTo>
                  <a:lnTo>
                    <a:pt x="1582507" y="1698067"/>
                  </a:lnTo>
                  <a:lnTo>
                    <a:pt x="1582501" y="1698062"/>
                  </a:lnTo>
                  <a:lnTo>
                    <a:pt x="1582495" y="1698058"/>
                  </a:lnTo>
                  <a:lnTo>
                    <a:pt x="1582489" y="1698052"/>
                  </a:lnTo>
                  <a:lnTo>
                    <a:pt x="1582482" y="1698047"/>
                  </a:lnTo>
                  <a:lnTo>
                    <a:pt x="1582475" y="1698042"/>
                  </a:lnTo>
                  <a:lnTo>
                    <a:pt x="1582468" y="1698038"/>
                  </a:lnTo>
                  <a:lnTo>
                    <a:pt x="1582460" y="1698036"/>
                  </a:lnTo>
                  <a:lnTo>
                    <a:pt x="1582455" y="1698034"/>
                  </a:lnTo>
                  <a:lnTo>
                    <a:pt x="1582450" y="1698033"/>
                  </a:lnTo>
                  <a:lnTo>
                    <a:pt x="1582444" y="1698031"/>
                  </a:lnTo>
                  <a:lnTo>
                    <a:pt x="1582438" y="1698028"/>
                  </a:lnTo>
                  <a:lnTo>
                    <a:pt x="1582431" y="1698023"/>
                  </a:lnTo>
                  <a:lnTo>
                    <a:pt x="1582426" y="1698019"/>
                  </a:lnTo>
                  <a:lnTo>
                    <a:pt x="1582420" y="1698014"/>
                  </a:lnTo>
                  <a:lnTo>
                    <a:pt x="1582415" y="1698009"/>
                  </a:lnTo>
                  <a:lnTo>
                    <a:pt x="1582410" y="1698003"/>
                  </a:lnTo>
                  <a:lnTo>
                    <a:pt x="1582405" y="1697997"/>
                  </a:lnTo>
                  <a:lnTo>
                    <a:pt x="1582400" y="1697990"/>
                  </a:lnTo>
                  <a:lnTo>
                    <a:pt x="1582395" y="1697985"/>
                  </a:lnTo>
                  <a:lnTo>
                    <a:pt x="1582386" y="1697982"/>
                  </a:lnTo>
                  <a:lnTo>
                    <a:pt x="1582379" y="1697983"/>
                  </a:lnTo>
                  <a:lnTo>
                    <a:pt x="1582373" y="1697983"/>
                  </a:lnTo>
                  <a:lnTo>
                    <a:pt x="1582366" y="1697985"/>
                  </a:lnTo>
                  <a:lnTo>
                    <a:pt x="1582361" y="1697987"/>
                  </a:lnTo>
                  <a:lnTo>
                    <a:pt x="1582355" y="1697988"/>
                  </a:lnTo>
                  <a:lnTo>
                    <a:pt x="1582350" y="1697989"/>
                  </a:lnTo>
                  <a:lnTo>
                    <a:pt x="1582343" y="1697991"/>
                  </a:lnTo>
                  <a:lnTo>
                    <a:pt x="1582336" y="1697992"/>
                  </a:lnTo>
                  <a:lnTo>
                    <a:pt x="1582323" y="1697977"/>
                  </a:lnTo>
                  <a:lnTo>
                    <a:pt x="1582307" y="1697970"/>
                  </a:lnTo>
                  <a:lnTo>
                    <a:pt x="1582292" y="1697964"/>
                  </a:lnTo>
                  <a:lnTo>
                    <a:pt x="1582280" y="1697961"/>
                  </a:lnTo>
                  <a:lnTo>
                    <a:pt x="1582270" y="1697961"/>
                  </a:lnTo>
                  <a:lnTo>
                    <a:pt x="1582257" y="1697965"/>
                  </a:lnTo>
                  <a:lnTo>
                    <a:pt x="1582246" y="1697970"/>
                  </a:lnTo>
                  <a:lnTo>
                    <a:pt x="1582234" y="1697980"/>
                  </a:lnTo>
                  <a:lnTo>
                    <a:pt x="1582215" y="1697972"/>
                  </a:lnTo>
                  <a:lnTo>
                    <a:pt x="1582183" y="1697987"/>
                  </a:lnTo>
                  <a:lnTo>
                    <a:pt x="1582164" y="1698002"/>
                  </a:lnTo>
                  <a:lnTo>
                    <a:pt x="1582131" y="1698027"/>
                  </a:lnTo>
                  <a:lnTo>
                    <a:pt x="1582122" y="1698040"/>
                  </a:lnTo>
                  <a:lnTo>
                    <a:pt x="1582117" y="1698048"/>
                  </a:lnTo>
                  <a:lnTo>
                    <a:pt x="1582089" y="1698071"/>
                  </a:lnTo>
                  <a:lnTo>
                    <a:pt x="1582061" y="1698078"/>
                  </a:lnTo>
                  <a:lnTo>
                    <a:pt x="1582056" y="1698082"/>
                  </a:lnTo>
                  <a:lnTo>
                    <a:pt x="1582022" y="1698106"/>
                  </a:lnTo>
                  <a:lnTo>
                    <a:pt x="1582006" y="1698121"/>
                  </a:lnTo>
                  <a:lnTo>
                    <a:pt x="1581980" y="1698148"/>
                  </a:lnTo>
                  <a:lnTo>
                    <a:pt x="1581970" y="1698152"/>
                  </a:lnTo>
                  <a:lnTo>
                    <a:pt x="1581958" y="1698158"/>
                  </a:lnTo>
                  <a:lnTo>
                    <a:pt x="1581928" y="1698165"/>
                  </a:lnTo>
                  <a:lnTo>
                    <a:pt x="1581908" y="1698167"/>
                  </a:lnTo>
                  <a:lnTo>
                    <a:pt x="1581888" y="1698172"/>
                  </a:lnTo>
                  <a:lnTo>
                    <a:pt x="1581789" y="1698194"/>
                  </a:lnTo>
                  <a:lnTo>
                    <a:pt x="1581782" y="1698192"/>
                  </a:lnTo>
                  <a:lnTo>
                    <a:pt x="1581776" y="1698188"/>
                  </a:lnTo>
                  <a:lnTo>
                    <a:pt x="1581768" y="1698184"/>
                  </a:lnTo>
                  <a:lnTo>
                    <a:pt x="1581761" y="1698180"/>
                  </a:lnTo>
                  <a:lnTo>
                    <a:pt x="1581755" y="1698177"/>
                  </a:lnTo>
                  <a:lnTo>
                    <a:pt x="1581749" y="1698175"/>
                  </a:lnTo>
                  <a:lnTo>
                    <a:pt x="1581743" y="1698175"/>
                  </a:lnTo>
                  <a:lnTo>
                    <a:pt x="1581738" y="1698174"/>
                  </a:lnTo>
                  <a:lnTo>
                    <a:pt x="1581730" y="1698174"/>
                  </a:lnTo>
                  <a:lnTo>
                    <a:pt x="1581723" y="1698174"/>
                  </a:lnTo>
                  <a:lnTo>
                    <a:pt x="1581715" y="1698171"/>
                  </a:lnTo>
                  <a:lnTo>
                    <a:pt x="1581708" y="1698166"/>
                  </a:lnTo>
                  <a:lnTo>
                    <a:pt x="1581704" y="1698161"/>
                  </a:lnTo>
                  <a:lnTo>
                    <a:pt x="1581700" y="1698156"/>
                  </a:lnTo>
                  <a:lnTo>
                    <a:pt x="1581698" y="1698151"/>
                  </a:lnTo>
                  <a:lnTo>
                    <a:pt x="1581694" y="1698145"/>
                  </a:lnTo>
                  <a:lnTo>
                    <a:pt x="1581689" y="1698140"/>
                  </a:lnTo>
                  <a:lnTo>
                    <a:pt x="1581684" y="1698136"/>
                  </a:lnTo>
                  <a:lnTo>
                    <a:pt x="1581680" y="1698132"/>
                  </a:lnTo>
                  <a:lnTo>
                    <a:pt x="1581676" y="1698129"/>
                  </a:lnTo>
                  <a:lnTo>
                    <a:pt x="1581670" y="1698125"/>
                  </a:lnTo>
                  <a:lnTo>
                    <a:pt x="1581663" y="1698121"/>
                  </a:lnTo>
                  <a:lnTo>
                    <a:pt x="1581654" y="1698117"/>
                  </a:lnTo>
                  <a:lnTo>
                    <a:pt x="1581645" y="1698112"/>
                  </a:lnTo>
                  <a:lnTo>
                    <a:pt x="1581639" y="1698109"/>
                  </a:lnTo>
                  <a:lnTo>
                    <a:pt x="1581633" y="1698106"/>
                  </a:lnTo>
                  <a:lnTo>
                    <a:pt x="1581628" y="1698102"/>
                  </a:lnTo>
                  <a:lnTo>
                    <a:pt x="1581623" y="1698098"/>
                  </a:lnTo>
                  <a:lnTo>
                    <a:pt x="1581618" y="1698091"/>
                  </a:lnTo>
                  <a:lnTo>
                    <a:pt x="1581613" y="1698084"/>
                  </a:lnTo>
                  <a:lnTo>
                    <a:pt x="1581605" y="1698072"/>
                  </a:lnTo>
                  <a:lnTo>
                    <a:pt x="1581594" y="1698058"/>
                  </a:lnTo>
                  <a:lnTo>
                    <a:pt x="1581575" y="1698037"/>
                  </a:lnTo>
                  <a:lnTo>
                    <a:pt x="1581555" y="1698016"/>
                  </a:lnTo>
                  <a:lnTo>
                    <a:pt x="1581544" y="1698006"/>
                  </a:lnTo>
                  <a:lnTo>
                    <a:pt x="1581534" y="1697999"/>
                  </a:lnTo>
                  <a:lnTo>
                    <a:pt x="1581517" y="1697988"/>
                  </a:lnTo>
                  <a:lnTo>
                    <a:pt x="1581511" y="1697985"/>
                  </a:lnTo>
                  <a:lnTo>
                    <a:pt x="1581505" y="1697982"/>
                  </a:lnTo>
                  <a:lnTo>
                    <a:pt x="1581494" y="1697975"/>
                  </a:lnTo>
                  <a:lnTo>
                    <a:pt x="1581473" y="1697963"/>
                  </a:lnTo>
                  <a:lnTo>
                    <a:pt x="1581457" y="1697957"/>
                  </a:lnTo>
                  <a:lnTo>
                    <a:pt x="1581443" y="1697955"/>
                  </a:lnTo>
                  <a:lnTo>
                    <a:pt x="1581428" y="1697956"/>
                  </a:lnTo>
                  <a:lnTo>
                    <a:pt x="1581416" y="1697958"/>
                  </a:lnTo>
                  <a:lnTo>
                    <a:pt x="1581403" y="1697961"/>
                  </a:lnTo>
                  <a:lnTo>
                    <a:pt x="1581393" y="1697967"/>
                  </a:lnTo>
                  <a:lnTo>
                    <a:pt x="1581378" y="1697978"/>
                  </a:lnTo>
                  <a:lnTo>
                    <a:pt x="1581368" y="1697981"/>
                  </a:lnTo>
                  <a:lnTo>
                    <a:pt x="1581361" y="1697973"/>
                  </a:lnTo>
                  <a:lnTo>
                    <a:pt x="1581357" y="1697966"/>
                  </a:lnTo>
                  <a:lnTo>
                    <a:pt x="1581351" y="1697961"/>
                  </a:lnTo>
                  <a:lnTo>
                    <a:pt x="1581346" y="1697957"/>
                  </a:lnTo>
                  <a:lnTo>
                    <a:pt x="1581337" y="1697954"/>
                  </a:lnTo>
                  <a:lnTo>
                    <a:pt x="1581318" y="1697946"/>
                  </a:lnTo>
                  <a:lnTo>
                    <a:pt x="1581304" y="1697938"/>
                  </a:lnTo>
                  <a:lnTo>
                    <a:pt x="1581287" y="1697925"/>
                  </a:lnTo>
                  <a:lnTo>
                    <a:pt x="1581282" y="1697919"/>
                  </a:lnTo>
                  <a:lnTo>
                    <a:pt x="1581277" y="1697912"/>
                  </a:lnTo>
                  <a:lnTo>
                    <a:pt x="1581274" y="1697904"/>
                  </a:lnTo>
                  <a:lnTo>
                    <a:pt x="1581271" y="1697897"/>
                  </a:lnTo>
                  <a:lnTo>
                    <a:pt x="1581272" y="1697889"/>
                  </a:lnTo>
                  <a:lnTo>
                    <a:pt x="1581272" y="1697884"/>
                  </a:lnTo>
                  <a:lnTo>
                    <a:pt x="1581267" y="1697887"/>
                  </a:lnTo>
                  <a:lnTo>
                    <a:pt x="1581262" y="1697892"/>
                  </a:lnTo>
                  <a:lnTo>
                    <a:pt x="1581257" y="1697895"/>
                  </a:lnTo>
                  <a:lnTo>
                    <a:pt x="1581247" y="1697902"/>
                  </a:lnTo>
                  <a:lnTo>
                    <a:pt x="1581237" y="1697911"/>
                  </a:lnTo>
                  <a:lnTo>
                    <a:pt x="1581230" y="1697916"/>
                  </a:lnTo>
                  <a:lnTo>
                    <a:pt x="1581207" y="1697931"/>
                  </a:lnTo>
                  <a:lnTo>
                    <a:pt x="1581187" y="1697942"/>
                  </a:lnTo>
                  <a:lnTo>
                    <a:pt x="1581175" y="1697945"/>
                  </a:lnTo>
                  <a:lnTo>
                    <a:pt x="1581167" y="1697946"/>
                  </a:lnTo>
                  <a:lnTo>
                    <a:pt x="1581161" y="1697946"/>
                  </a:lnTo>
                  <a:lnTo>
                    <a:pt x="1581151" y="1697940"/>
                  </a:lnTo>
                  <a:lnTo>
                    <a:pt x="1581137" y="1697930"/>
                  </a:lnTo>
                  <a:lnTo>
                    <a:pt x="1581125" y="1697919"/>
                  </a:lnTo>
                  <a:lnTo>
                    <a:pt x="1581112" y="1697899"/>
                  </a:lnTo>
                  <a:lnTo>
                    <a:pt x="1581104" y="1697888"/>
                  </a:lnTo>
                  <a:lnTo>
                    <a:pt x="1581100" y="1697879"/>
                  </a:lnTo>
                  <a:lnTo>
                    <a:pt x="1581098" y="1697867"/>
                  </a:lnTo>
                  <a:lnTo>
                    <a:pt x="1581094" y="1697854"/>
                  </a:lnTo>
                  <a:lnTo>
                    <a:pt x="1581090" y="1697843"/>
                  </a:lnTo>
                  <a:lnTo>
                    <a:pt x="1581087" y="1697835"/>
                  </a:lnTo>
                  <a:lnTo>
                    <a:pt x="1581084" y="1697827"/>
                  </a:lnTo>
                  <a:lnTo>
                    <a:pt x="1581061" y="1697803"/>
                  </a:lnTo>
                  <a:lnTo>
                    <a:pt x="1581045" y="1697792"/>
                  </a:lnTo>
                  <a:lnTo>
                    <a:pt x="1581035" y="1697789"/>
                  </a:lnTo>
                  <a:lnTo>
                    <a:pt x="1581019" y="1697788"/>
                  </a:lnTo>
                  <a:lnTo>
                    <a:pt x="1581008" y="1697787"/>
                  </a:lnTo>
                  <a:lnTo>
                    <a:pt x="1581000" y="1697785"/>
                  </a:lnTo>
                  <a:lnTo>
                    <a:pt x="1580993" y="1697780"/>
                  </a:lnTo>
                  <a:lnTo>
                    <a:pt x="1580968" y="1697749"/>
                  </a:lnTo>
                  <a:lnTo>
                    <a:pt x="1580960" y="1697741"/>
                  </a:lnTo>
                  <a:lnTo>
                    <a:pt x="1580951" y="1697735"/>
                  </a:lnTo>
                  <a:lnTo>
                    <a:pt x="1580944" y="1697733"/>
                  </a:lnTo>
                  <a:lnTo>
                    <a:pt x="1580930" y="1697732"/>
                  </a:lnTo>
                  <a:lnTo>
                    <a:pt x="1580923" y="1697732"/>
                  </a:lnTo>
                  <a:lnTo>
                    <a:pt x="1580916" y="1697733"/>
                  </a:lnTo>
                  <a:lnTo>
                    <a:pt x="1580909" y="1697732"/>
                  </a:lnTo>
                  <a:lnTo>
                    <a:pt x="1580899" y="1697732"/>
                  </a:lnTo>
                  <a:lnTo>
                    <a:pt x="1580890" y="1697732"/>
                  </a:lnTo>
                  <a:lnTo>
                    <a:pt x="1580878" y="1697733"/>
                  </a:lnTo>
                  <a:lnTo>
                    <a:pt x="1580868" y="1697735"/>
                  </a:lnTo>
                  <a:lnTo>
                    <a:pt x="1580858" y="1697738"/>
                  </a:lnTo>
                  <a:lnTo>
                    <a:pt x="1580841" y="1697746"/>
                  </a:lnTo>
                  <a:lnTo>
                    <a:pt x="1580831" y="1697749"/>
                  </a:lnTo>
                  <a:lnTo>
                    <a:pt x="1580825" y="1697749"/>
                  </a:lnTo>
                  <a:lnTo>
                    <a:pt x="1580814" y="1697740"/>
                  </a:lnTo>
                  <a:lnTo>
                    <a:pt x="1580810" y="1697735"/>
                  </a:lnTo>
                  <a:lnTo>
                    <a:pt x="1580806" y="1697730"/>
                  </a:lnTo>
                  <a:lnTo>
                    <a:pt x="1580792" y="1697716"/>
                  </a:lnTo>
                  <a:lnTo>
                    <a:pt x="1580779" y="1697706"/>
                  </a:lnTo>
                  <a:lnTo>
                    <a:pt x="1580770" y="1697701"/>
                  </a:lnTo>
                  <a:lnTo>
                    <a:pt x="1580752" y="1697694"/>
                  </a:lnTo>
                  <a:lnTo>
                    <a:pt x="1580737" y="1697688"/>
                  </a:lnTo>
                  <a:lnTo>
                    <a:pt x="1580729" y="1697683"/>
                  </a:lnTo>
                  <a:lnTo>
                    <a:pt x="1580723" y="1697679"/>
                  </a:lnTo>
                  <a:lnTo>
                    <a:pt x="1580711" y="1697667"/>
                  </a:lnTo>
                  <a:lnTo>
                    <a:pt x="1580702" y="1697656"/>
                  </a:lnTo>
                  <a:lnTo>
                    <a:pt x="1580697" y="1697644"/>
                  </a:lnTo>
                  <a:lnTo>
                    <a:pt x="1580693" y="1697639"/>
                  </a:lnTo>
                  <a:lnTo>
                    <a:pt x="1580686" y="1697636"/>
                  </a:lnTo>
                  <a:lnTo>
                    <a:pt x="1580675" y="1697637"/>
                  </a:lnTo>
                  <a:lnTo>
                    <a:pt x="1580663" y="1697638"/>
                  </a:lnTo>
                  <a:lnTo>
                    <a:pt x="1580646" y="1697639"/>
                  </a:lnTo>
                  <a:lnTo>
                    <a:pt x="1580628" y="1697643"/>
                  </a:lnTo>
                  <a:lnTo>
                    <a:pt x="1580605" y="1697649"/>
                  </a:lnTo>
                  <a:lnTo>
                    <a:pt x="1580586" y="1697653"/>
                  </a:lnTo>
                  <a:lnTo>
                    <a:pt x="1580558" y="1697654"/>
                  </a:lnTo>
                  <a:lnTo>
                    <a:pt x="1580537" y="1697656"/>
                  </a:lnTo>
                  <a:lnTo>
                    <a:pt x="1580531" y="1697656"/>
                  </a:lnTo>
                  <a:lnTo>
                    <a:pt x="1580526" y="1697657"/>
                  </a:lnTo>
                  <a:lnTo>
                    <a:pt x="1580518" y="1697659"/>
                  </a:lnTo>
                  <a:lnTo>
                    <a:pt x="1580503" y="1697679"/>
                  </a:lnTo>
                  <a:lnTo>
                    <a:pt x="1580493" y="1697693"/>
                  </a:lnTo>
                  <a:lnTo>
                    <a:pt x="1580488" y="1697703"/>
                  </a:lnTo>
                  <a:lnTo>
                    <a:pt x="1580486" y="1697709"/>
                  </a:lnTo>
                  <a:lnTo>
                    <a:pt x="1580484" y="1697715"/>
                  </a:lnTo>
                  <a:lnTo>
                    <a:pt x="1580479" y="1697723"/>
                  </a:lnTo>
                  <a:lnTo>
                    <a:pt x="1580475" y="1697727"/>
                  </a:lnTo>
                  <a:lnTo>
                    <a:pt x="1580469" y="1697731"/>
                  </a:lnTo>
                  <a:lnTo>
                    <a:pt x="1580464" y="1697733"/>
                  </a:lnTo>
                  <a:lnTo>
                    <a:pt x="1580457" y="1697737"/>
                  </a:lnTo>
                  <a:lnTo>
                    <a:pt x="1580449" y="1697739"/>
                  </a:lnTo>
                  <a:lnTo>
                    <a:pt x="1580444" y="1697741"/>
                  </a:lnTo>
                  <a:lnTo>
                    <a:pt x="1580437" y="1697743"/>
                  </a:lnTo>
                  <a:lnTo>
                    <a:pt x="1580431" y="1697741"/>
                  </a:lnTo>
                  <a:lnTo>
                    <a:pt x="1580425" y="1697737"/>
                  </a:lnTo>
                  <a:lnTo>
                    <a:pt x="1580421" y="1697734"/>
                  </a:lnTo>
                  <a:lnTo>
                    <a:pt x="1580416" y="1697732"/>
                  </a:lnTo>
                  <a:lnTo>
                    <a:pt x="1580398" y="1697728"/>
                  </a:lnTo>
                  <a:lnTo>
                    <a:pt x="1580385" y="1697726"/>
                  </a:lnTo>
                  <a:lnTo>
                    <a:pt x="1580373" y="1697725"/>
                  </a:lnTo>
                  <a:lnTo>
                    <a:pt x="1580358" y="1697724"/>
                  </a:lnTo>
                  <a:lnTo>
                    <a:pt x="1580344" y="1697724"/>
                  </a:lnTo>
                  <a:lnTo>
                    <a:pt x="1580335" y="1697723"/>
                  </a:lnTo>
                  <a:lnTo>
                    <a:pt x="1580324" y="1697720"/>
                  </a:lnTo>
                  <a:lnTo>
                    <a:pt x="1580317" y="1697717"/>
                  </a:lnTo>
                  <a:lnTo>
                    <a:pt x="1580312" y="1697713"/>
                  </a:lnTo>
                  <a:lnTo>
                    <a:pt x="1580308" y="1697707"/>
                  </a:lnTo>
                  <a:lnTo>
                    <a:pt x="1580301" y="1697702"/>
                  </a:lnTo>
                  <a:lnTo>
                    <a:pt x="1580290" y="1697700"/>
                  </a:lnTo>
                  <a:lnTo>
                    <a:pt x="1580279" y="1697700"/>
                  </a:lnTo>
                  <a:lnTo>
                    <a:pt x="1580272" y="1697700"/>
                  </a:lnTo>
                  <a:lnTo>
                    <a:pt x="1580261" y="1697700"/>
                  </a:lnTo>
                  <a:lnTo>
                    <a:pt x="1580255" y="1697699"/>
                  </a:lnTo>
                  <a:lnTo>
                    <a:pt x="1580248" y="1697698"/>
                  </a:lnTo>
                  <a:lnTo>
                    <a:pt x="1580237" y="1697696"/>
                  </a:lnTo>
                  <a:lnTo>
                    <a:pt x="1580227" y="1697694"/>
                  </a:lnTo>
                  <a:lnTo>
                    <a:pt x="1580221" y="1697693"/>
                  </a:lnTo>
                  <a:lnTo>
                    <a:pt x="1580211" y="1697694"/>
                  </a:lnTo>
                  <a:lnTo>
                    <a:pt x="1580200" y="1697697"/>
                  </a:lnTo>
                  <a:lnTo>
                    <a:pt x="1580190" y="1697701"/>
                  </a:lnTo>
                  <a:lnTo>
                    <a:pt x="1580182" y="1697700"/>
                  </a:lnTo>
                  <a:lnTo>
                    <a:pt x="1580177" y="1697692"/>
                  </a:lnTo>
                  <a:lnTo>
                    <a:pt x="1580175" y="1697682"/>
                  </a:lnTo>
                  <a:lnTo>
                    <a:pt x="1580171" y="1697671"/>
                  </a:lnTo>
                  <a:lnTo>
                    <a:pt x="1580166" y="1697661"/>
                  </a:lnTo>
                  <a:lnTo>
                    <a:pt x="1580158" y="1697651"/>
                  </a:lnTo>
                  <a:lnTo>
                    <a:pt x="1580151" y="1697640"/>
                  </a:lnTo>
                  <a:lnTo>
                    <a:pt x="1580146" y="1697634"/>
                  </a:lnTo>
                  <a:lnTo>
                    <a:pt x="1580139" y="1697626"/>
                  </a:lnTo>
                  <a:lnTo>
                    <a:pt x="1580129" y="1697612"/>
                  </a:lnTo>
                  <a:lnTo>
                    <a:pt x="1580119" y="1697599"/>
                  </a:lnTo>
                  <a:lnTo>
                    <a:pt x="1580113" y="1697591"/>
                  </a:lnTo>
                  <a:lnTo>
                    <a:pt x="1580105" y="1697586"/>
                  </a:lnTo>
                  <a:lnTo>
                    <a:pt x="1580096" y="1697582"/>
                  </a:lnTo>
                  <a:lnTo>
                    <a:pt x="1580083" y="1697580"/>
                  </a:lnTo>
                  <a:lnTo>
                    <a:pt x="1580072" y="1697580"/>
                  </a:lnTo>
                  <a:lnTo>
                    <a:pt x="1580063" y="1697581"/>
                  </a:lnTo>
                  <a:lnTo>
                    <a:pt x="1580050" y="1697584"/>
                  </a:lnTo>
                  <a:lnTo>
                    <a:pt x="1580037" y="1697589"/>
                  </a:lnTo>
                  <a:lnTo>
                    <a:pt x="1580029" y="1697595"/>
                  </a:lnTo>
                  <a:lnTo>
                    <a:pt x="1580020" y="1697607"/>
                  </a:lnTo>
                  <a:lnTo>
                    <a:pt x="1580012" y="1697618"/>
                  </a:lnTo>
                  <a:lnTo>
                    <a:pt x="1579992" y="1697636"/>
                  </a:lnTo>
                  <a:lnTo>
                    <a:pt x="1579966" y="1697656"/>
                  </a:lnTo>
                  <a:lnTo>
                    <a:pt x="1579961" y="1697659"/>
                  </a:lnTo>
                  <a:lnTo>
                    <a:pt x="1579947" y="1697662"/>
                  </a:lnTo>
                  <a:lnTo>
                    <a:pt x="1579920" y="1697666"/>
                  </a:lnTo>
                  <a:lnTo>
                    <a:pt x="1579884" y="1697670"/>
                  </a:lnTo>
                  <a:lnTo>
                    <a:pt x="1579856" y="1697671"/>
                  </a:lnTo>
                  <a:lnTo>
                    <a:pt x="1579851" y="1697665"/>
                  </a:lnTo>
                  <a:lnTo>
                    <a:pt x="1579846" y="1697656"/>
                  </a:lnTo>
                  <a:lnTo>
                    <a:pt x="1579840" y="1697644"/>
                  </a:lnTo>
                  <a:lnTo>
                    <a:pt x="1579833" y="1697632"/>
                  </a:lnTo>
                  <a:lnTo>
                    <a:pt x="1579829" y="1697620"/>
                  </a:lnTo>
                  <a:lnTo>
                    <a:pt x="1579827" y="1697604"/>
                  </a:lnTo>
                  <a:lnTo>
                    <a:pt x="1579826" y="1697594"/>
                  </a:lnTo>
                  <a:lnTo>
                    <a:pt x="1579826" y="1697582"/>
                  </a:lnTo>
                  <a:lnTo>
                    <a:pt x="1579776" y="1697536"/>
                  </a:lnTo>
                  <a:lnTo>
                    <a:pt x="1579771" y="1697538"/>
                  </a:lnTo>
                  <a:lnTo>
                    <a:pt x="1579761" y="1697544"/>
                  </a:lnTo>
                  <a:lnTo>
                    <a:pt x="1579755" y="1697547"/>
                  </a:lnTo>
                  <a:lnTo>
                    <a:pt x="1579748" y="1697551"/>
                  </a:lnTo>
                  <a:lnTo>
                    <a:pt x="1579742" y="1697555"/>
                  </a:lnTo>
                  <a:lnTo>
                    <a:pt x="1579736" y="1697559"/>
                  </a:lnTo>
                  <a:lnTo>
                    <a:pt x="1579729" y="1697564"/>
                  </a:lnTo>
                  <a:lnTo>
                    <a:pt x="1579723" y="1697567"/>
                  </a:lnTo>
                  <a:lnTo>
                    <a:pt x="1579716" y="1697572"/>
                  </a:lnTo>
                  <a:lnTo>
                    <a:pt x="1579704" y="1697584"/>
                  </a:lnTo>
                  <a:lnTo>
                    <a:pt x="1579702" y="1697592"/>
                  </a:lnTo>
                  <a:lnTo>
                    <a:pt x="1579701" y="1697601"/>
                  </a:lnTo>
                  <a:lnTo>
                    <a:pt x="1579699" y="1697609"/>
                  </a:lnTo>
                  <a:lnTo>
                    <a:pt x="1579694" y="1697615"/>
                  </a:lnTo>
                  <a:lnTo>
                    <a:pt x="1579685" y="1697623"/>
                  </a:lnTo>
                  <a:lnTo>
                    <a:pt x="1579674" y="1697628"/>
                  </a:lnTo>
                  <a:lnTo>
                    <a:pt x="1579659" y="1697635"/>
                  </a:lnTo>
                  <a:lnTo>
                    <a:pt x="1579648" y="1697640"/>
                  </a:lnTo>
                  <a:lnTo>
                    <a:pt x="1579643" y="1697643"/>
                  </a:lnTo>
                  <a:lnTo>
                    <a:pt x="1579636" y="1697648"/>
                  </a:lnTo>
                  <a:lnTo>
                    <a:pt x="1579623" y="1697659"/>
                  </a:lnTo>
                  <a:lnTo>
                    <a:pt x="1579613" y="1697668"/>
                  </a:lnTo>
                  <a:lnTo>
                    <a:pt x="1579603" y="1697678"/>
                  </a:lnTo>
                  <a:lnTo>
                    <a:pt x="1579584" y="1697693"/>
                  </a:lnTo>
                  <a:lnTo>
                    <a:pt x="1579574" y="1697700"/>
                  </a:lnTo>
                  <a:lnTo>
                    <a:pt x="1579563" y="1697685"/>
                  </a:lnTo>
                  <a:lnTo>
                    <a:pt x="1579548" y="1697670"/>
                  </a:lnTo>
                  <a:lnTo>
                    <a:pt x="1579534" y="1697660"/>
                  </a:lnTo>
                  <a:lnTo>
                    <a:pt x="1579515" y="1697651"/>
                  </a:lnTo>
                  <a:lnTo>
                    <a:pt x="1579491" y="1697644"/>
                  </a:lnTo>
                  <a:lnTo>
                    <a:pt x="1579470" y="1697634"/>
                  </a:lnTo>
                  <a:lnTo>
                    <a:pt x="1579454" y="1697621"/>
                  </a:lnTo>
                  <a:lnTo>
                    <a:pt x="1579435" y="1697611"/>
                  </a:lnTo>
                  <a:lnTo>
                    <a:pt x="1579426" y="1697608"/>
                  </a:lnTo>
                  <a:lnTo>
                    <a:pt x="1579417" y="1697607"/>
                  </a:lnTo>
                  <a:lnTo>
                    <a:pt x="1579407" y="1697605"/>
                  </a:lnTo>
                  <a:lnTo>
                    <a:pt x="1579394" y="1697605"/>
                  </a:lnTo>
                  <a:lnTo>
                    <a:pt x="1579383" y="1697607"/>
                  </a:lnTo>
                  <a:lnTo>
                    <a:pt x="1579375" y="1697611"/>
                  </a:lnTo>
                  <a:lnTo>
                    <a:pt x="1579363" y="1697618"/>
                  </a:lnTo>
                  <a:lnTo>
                    <a:pt x="1579357" y="1697622"/>
                  </a:lnTo>
                  <a:lnTo>
                    <a:pt x="1579350" y="1697626"/>
                  </a:lnTo>
                  <a:lnTo>
                    <a:pt x="1579344" y="1697628"/>
                  </a:lnTo>
                  <a:lnTo>
                    <a:pt x="1579338" y="1697628"/>
                  </a:lnTo>
                  <a:lnTo>
                    <a:pt x="1579329" y="1697626"/>
                  </a:lnTo>
                  <a:lnTo>
                    <a:pt x="1579322" y="1697625"/>
                  </a:lnTo>
                  <a:lnTo>
                    <a:pt x="1579315" y="1697624"/>
                  </a:lnTo>
                  <a:lnTo>
                    <a:pt x="1579307" y="1697622"/>
                  </a:lnTo>
                  <a:lnTo>
                    <a:pt x="1579300" y="1697623"/>
                  </a:lnTo>
                  <a:lnTo>
                    <a:pt x="1579294" y="1697628"/>
                  </a:lnTo>
                  <a:lnTo>
                    <a:pt x="1579284" y="1697635"/>
                  </a:lnTo>
                  <a:lnTo>
                    <a:pt x="1579275" y="1697639"/>
                  </a:lnTo>
                  <a:lnTo>
                    <a:pt x="1579246" y="1697641"/>
                  </a:lnTo>
                  <a:lnTo>
                    <a:pt x="1579237" y="1697644"/>
                  </a:lnTo>
                  <a:lnTo>
                    <a:pt x="1579230" y="1697646"/>
                  </a:lnTo>
                  <a:lnTo>
                    <a:pt x="1579216" y="1697651"/>
                  </a:lnTo>
                  <a:lnTo>
                    <a:pt x="1579210" y="1697656"/>
                  </a:lnTo>
                  <a:lnTo>
                    <a:pt x="1579204" y="1697662"/>
                  </a:lnTo>
                  <a:lnTo>
                    <a:pt x="1579200" y="1697669"/>
                  </a:lnTo>
                  <a:lnTo>
                    <a:pt x="1579194" y="1697698"/>
                  </a:lnTo>
                  <a:lnTo>
                    <a:pt x="1579191" y="1697708"/>
                  </a:lnTo>
                  <a:lnTo>
                    <a:pt x="1579188" y="1697713"/>
                  </a:lnTo>
                  <a:lnTo>
                    <a:pt x="1579183" y="1697717"/>
                  </a:lnTo>
                  <a:lnTo>
                    <a:pt x="1579179" y="1697720"/>
                  </a:lnTo>
                  <a:lnTo>
                    <a:pt x="1579173" y="1697723"/>
                  </a:lnTo>
                  <a:lnTo>
                    <a:pt x="1579141" y="1697743"/>
                  </a:lnTo>
                  <a:lnTo>
                    <a:pt x="1579127" y="1697751"/>
                  </a:lnTo>
                  <a:lnTo>
                    <a:pt x="1579114" y="1697759"/>
                  </a:lnTo>
                  <a:lnTo>
                    <a:pt x="1579107" y="1697762"/>
                  </a:lnTo>
                  <a:lnTo>
                    <a:pt x="1579100" y="1697763"/>
                  </a:lnTo>
                  <a:lnTo>
                    <a:pt x="1579094" y="1697762"/>
                  </a:lnTo>
                  <a:lnTo>
                    <a:pt x="1579083" y="1697762"/>
                  </a:lnTo>
                  <a:lnTo>
                    <a:pt x="1579072" y="1697761"/>
                  </a:lnTo>
                  <a:lnTo>
                    <a:pt x="1579062" y="1697760"/>
                  </a:lnTo>
                  <a:lnTo>
                    <a:pt x="1579055" y="1697758"/>
                  </a:lnTo>
                  <a:lnTo>
                    <a:pt x="1579048" y="1697756"/>
                  </a:lnTo>
                  <a:lnTo>
                    <a:pt x="1579042" y="1697753"/>
                  </a:lnTo>
                  <a:lnTo>
                    <a:pt x="1579025" y="1697744"/>
                  </a:lnTo>
                  <a:lnTo>
                    <a:pt x="1579006" y="1697732"/>
                  </a:lnTo>
                  <a:lnTo>
                    <a:pt x="1578994" y="1697724"/>
                  </a:lnTo>
                  <a:lnTo>
                    <a:pt x="1578987" y="1697717"/>
                  </a:lnTo>
                  <a:lnTo>
                    <a:pt x="1578975" y="1697705"/>
                  </a:lnTo>
                  <a:lnTo>
                    <a:pt x="1578948" y="1697675"/>
                  </a:lnTo>
                  <a:lnTo>
                    <a:pt x="1578932" y="1697660"/>
                  </a:lnTo>
                  <a:lnTo>
                    <a:pt x="1578910" y="1697642"/>
                  </a:lnTo>
                  <a:lnTo>
                    <a:pt x="1578892" y="1697627"/>
                  </a:lnTo>
                  <a:lnTo>
                    <a:pt x="1578883" y="1697619"/>
                  </a:lnTo>
                  <a:lnTo>
                    <a:pt x="1578869" y="1697606"/>
                  </a:lnTo>
                  <a:lnTo>
                    <a:pt x="1578855" y="1697593"/>
                  </a:lnTo>
                  <a:lnTo>
                    <a:pt x="1578838" y="1697574"/>
                  </a:lnTo>
                  <a:lnTo>
                    <a:pt x="1578830" y="1697566"/>
                  </a:lnTo>
                  <a:lnTo>
                    <a:pt x="1578824" y="1697560"/>
                  </a:lnTo>
                  <a:lnTo>
                    <a:pt x="1578814" y="1697543"/>
                  </a:lnTo>
                  <a:lnTo>
                    <a:pt x="1578809" y="1697539"/>
                  </a:lnTo>
                  <a:lnTo>
                    <a:pt x="1578803" y="1697538"/>
                  </a:lnTo>
                  <a:lnTo>
                    <a:pt x="1578798" y="1697537"/>
                  </a:lnTo>
                  <a:lnTo>
                    <a:pt x="1578788" y="1697533"/>
                  </a:lnTo>
                  <a:lnTo>
                    <a:pt x="1578781" y="1697528"/>
                  </a:lnTo>
                  <a:lnTo>
                    <a:pt x="1578775" y="1697523"/>
                  </a:lnTo>
                  <a:lnTo>
                    <a:pt x="1578769" y="1697520"/>
                  </a:lnTo>
                  <a:lnTo>
                    <a:pt x="1578762" y="1697520"/>
                  </a:lnTo>
                  <a:lnTo>
                    <a:pt x="1578752" y="1697523"/>
                  </a:lnTo>
                  <a:lnTo>
                    <a:pt x="1578743" y="1697526"/>
                  </a:lnTo>
                  <a:lnTo>
                    <a:pt x="1578733" y="1697529"/>
                  </a:lnTo>
                  <a:lnTo>
                    <a:pt x="1578727" y="1697531"/>
                  </a:lnTo>
                  <a:lnTo>
                    <a:pt x="1578720" y="1697533"/>
                  </a:lnTo>
                  <a:lnTo>
                    <a:pt x="1578713" y="1697535"/>
                  </a:lnTo>
                  <a:lnTo>
                    <a:pt x="1578699" y="1697543"/>
                  </a:lnTo>
                  <a:lnTo>
                    <a:pt x="1578690" y="1697545"/>
                  </a:lnTo>
                  <a:lnTo>
                    <a:pt x="1578681" y="1697546"/>
                  </a:lnTo>
                  <a:lnTo>
                    <a:pt x="1578672" y="1697547"/>
                  </a:lnTo>
                  <a:lnTo>
                    <a:pt x="1578665" y="1697547"/>
                  </a:lnTo>
                  <a:lnTo>
                    <a:pt x="1578659" y="1697545"/>
                  </a:lnTo>
                  <a:lnTo>
                    <a:pt x="1578652" y="1697543"/>
                  </a:lnTo>
                  <a:lnTo>
                    <a:pt x="1578648" y="1697540"/>
                  </a:lnTo>
                  <a:lnTo>
                    <a:pt x="1578642" y="1697540"/>
                  </a:lnTo>
                  <a:lnTo>
                    <a:pt x="1578635" y="1697541"/>
                  </a:lnTo>
                  <a:lnTo>
                    <a:pt x="1578629" y="1697543"/>
                  </a:lnTo>
                  <a:lnTo>
                    <a:pt x="1578622" y="1697545"/>
                  </a:lnTo>
                  <a:lnTo>
                    <a:pt x="1578614" y="1697547"/>
                  </a:lnTo>
                  <a:lnTo>
                    <a:pt x="1578606" y="1697544"/>
                  </a:lnTo>
                  <a:lnTo>
                    <a:pt x="1578597" y="1697542"/>
                  </a:lnTo>
                  <a:lnTo>
                    <a:pt x="1578587" y="1697543"/>
                  </a:lnTo>
                  <a:lnTo>
                    <a:pt x="1578574" y="1697544"/>
                  </a:lnTo>
                  <a:lnTo>
                    <a:pt x="1578568" y="1697545"/>
                  </a:lnTo>
                  <a:lnTo>
                    <a:pt x="1578557" y="1697545"/>
                  </a:lnTo>
                  <a:lnTo>
                    <a:pt x="1578548" y="1697544"/>
                  </a:lnTo>
                  <a:lnTo>
                    <a:pt x="1578538" y="1697544"/>
                  </a:lnTo>
                  <a:lnTo>
                    <a:pt x="1578524" y="1697545"/>
                  </a:lnTo>
                  <a:lnTo>
                    <a:pt x="1578517" y="1697552"/>
                  </a:lnTo>
                  <a:lnTo>
                    <a:pt x="1578514" y="1697557"/>
                  </a:lnTo>
                  <a:lnTo>
                    <a:pt x="1578512" y="1697565"/>
                  </a:lnTo>
                  <a:lnTo>
                    <a:pt x="1578511" y="1697571"/>
                  </a:lnTo>
                  <a:lnTo>
                    <a:pt x="1578511" y="1697579"/>
                  </a:lnTo>
                  <a:lnTo>
                    <a:pt x="1578511" y="1697585"/>
                  </a:lnTo>
                  <a:lnTo>
                    <a:pt x="1578507" y="1697593"/>
                  </a:lnTo>
                  <a:lnTo>
                    <a:pt x="1578501" y="1697603"/>
                  </a:lnTo>
                  <a:lnTo>
                    <a:pt x="1578492" y="1697610"/>
                  </a:lnTo>
                  <a:lnTo>
                    <a:pt x="1578477" y="1697614"/>
                  </a:lnTo>
                  <a:lnTo>
                    <a:pt x="1578463" y="1697616"/>
                  </a:lnTo>
                  <a:lnTo>
                    <a:pt x="1578456" y="1697618"/>
                  </a:lnTo>
                  <a:lnTo>
                    <a:pt x="1578448" y="1697625"/>
                  </a:lnTo>
                  <a:lnTo>
                    <a:pt x="1578441" y="1697633"/>
                  </a:lnTo>
                  <a:lnTo>
                    <a:pt x="1578431" y="1697643"/>
                  </a:lnTo>
                  <a:lnTo>
                    <a:pt x="1578439" y="1697653"/>
                  </a:lnTo>
                  <a:lnTo>
                    <a:pt x="1578440" y="1697661"/>
                  </a:lnTo>
                  <a:lnTo>
                    <a:pt x="1578440" y="1697670"/>
                  </a:lnTo>
                  <a:lnTo>
                    <a:pt x="1578437" y="1697680"/>
                  </a:lnTo>
                  <a:lnTo>
                    <a:pt x="1578435" y="1697689"/>
                  </a:lnTo>
                  <a:lnTo>
                    <a:pt x="1578436" y="1697698"/>
                  </a:lnTo>
                  <a:lnTo>
                    <a:pt x="1578447" y="1697710"/>
                  </a:lnTo>
                  <a:lnTo>
                    <a:pt x="1578451" y="1697716"/>
                  </a:lnTo>
                  <a:lnTo>
                    <a:pt x="1578454" y="1697727"/>
                  </a:lnTo>
                  <a:lnTo>
                    <a:pt x="1578454" y="1697737"/>
                  </a:lnTo>
                  <a:lnTo>
                    <a:pt x="1578454" y="1697743"/>
                  </a:lnTo>
                  <a:lnTo>
                    <a:pt x="1578455" y="1697750"/>
                  </a:lnTo>
                  <a:lnTo>
                    <a:pt x="1578455" y="1697759"/>
                  </a:lnTo>
                  <a:lnTo>
                    <a:pt x="1578449" y="1697766"/>
                  </a:lnTo>
                  <a:lnTo>
                    <a:pt x="1578440" y="1697780"/>
                  </a:lnTo>
                  <a:lnTo>
                    <a:pt x="1578437" y="1697791"/>
                  </a:lnTo>
                  <a:lnTo>
                    <a:pt x="1578436" y="1697802"/>
                  </a:lnTo>
                  <a:lnTo>
                    <a:pt x="1578433" y="1697809"/>
                  </a:lnTo>
                  <a:lnTo>
                    <a:pt x="1578431" y="1697816"/>
                  </a:lnTo>
                  <a:lnTo>
                    <a:pt x="1578430" y="1697824"/>
                  </a:lnTo>
                  <a:lnTo>
                    <a:pt x="1578431" y="1697832"/>
                  </a:lnTo>
                  <a:lnTo>
                    <a:pt x="1578432" y="1697838"/>
                  </a:lnTo>
                  <a:lnTo>
                    <a:pt x="1578434" y="1697843"/>
                  </a:lnTo>
                  <a:lnTo>
                    <a:pt x="1578439" y="1697855"/>
                  </a:lnTo>
                  <a:lnTo>
                    <a:pt x="1578447" y="1697870"/>
                  </a:lnTo>
                  <a:lnTo>
                    <a:pt x="1578457" y="1697893"/>
                  </a:lnTo>
                  <a:lnTo>
                    <a:pt x="1578464" y="1697909"/>
                  </a:lnTo>
                  <a:lnTo>
                    <a:pt x="1578471" y="1697925"/>
                  </a:lnTo>
                  <a:lnTo>
                    <a:pt x="1578482" y="1697946"/>
                  </a:lnTo>
                  <a:lnTo>
                    <a:pt x="1578469" y="1697982"/>
                  </a:lnTo>
                  <a:lnTo>
                    <a:pt x="1578437" y="1698021"/>
                  </a:lnTo>
                  <a:lnTo>
                    <a:pt x="1578424" y="1698013"/>
                  </a:lnTo>
                  <a:lnTo>
                    <a:pt x="1578414" y="1698009"/>
                  </a:lnTo>
                  <a:lnTo>
                    <a:pt x="1578405" y="1698007"/>
                  </a:lnTo>
                  <a:lnTo>
                    <a:pt x="1578398" y="1698006"/>
                  </a:lnTo>
                  <a:lnTo>
                    <a:pt x="1578390" y="1698005"/>
                  </a:lnTo>
                  <a:lnTo>
                    <a:pt x="1578380" y="1698005"/>
                  </a:lnTo>
                  <a:lnTo>
                    <a:pt x="1578364" y="1698003"/>
                  </a:lnTo>
                  <a:lnTo>
                    <a:pt x="1578351" y="1698002"/>
                  </a:lnTo>
                  <a:lnTo>
                    <a:pt x="1578335" y="1698000"/>
                  </a:lnTo>
                  <a:lnTo>
                    <a:pt x="1578317" y="1697998"/>
                  </a:lnTo>
                  <a:lnTo>
                    <a:pt x="1578311" y="1697997"/>
                  </a:lnTo>
                  <a:lnTo>
                    <a:pt x="1578305" y="1697995"/>
                  </a:lnTo>
                  <a:lnTo>
                    <a:pt x="1578284" y="1697984"/>
                  </a:lnTo>
                  <a:lnTo>
                    <a:pt x="1578275" y="1697979"/>
                  </a:lnTo>
                  <a:lnTo>
                    <a:pt x="1578260" y="1697975"/>
                  </a:lnTo>
                  <a:lnTo>
                    <a:pt x="1578244" y="1697972"/>
                  </a:lnTo>
                  <a:lnTo>
                    <a:pt x="1578230" y="1697970"/>
                  </a:lnTo>
                  <a:lnTo>
                    <a:pt x="1578211" y="1697968"/>
                  </a:lnTo>
                  <a:lnTo>
                    <a:pt x="1578199" y="1697966"/>
                  </a:lnTo>
                  <a:lnTo>
                    <a:pt x="1578184" y="1697962"/>
                  </a:lnTo>
                  <a:lnTo>
                    <a:pt x="1578171" y="1697960"/>
                  </a:lnTo>
                  <a:lnTo>
                    <a:pt x="1578162" y="1697958"/>
                  </a:lnTo>
                  <a:lnTo>
                    <a:pt x="1578154" y="1697958"/>
                  </a:lnTo>
                  <a:lnTo>
                    <a:pt x="1578147" y="1697959"/>
                  </a:lnTo>
                  <a:lnTo>
                    <a:pt x="1578140" y="1697961"/>
                  </a:lnTo>
                  <a:lnTo>
                    <a:pt x="1578120" y="1697968"/>
                  </a:lnTo>
                  <a:lnTo>
                    <a:pt x="1578107" y="1697972"/>
                  </a:lnTo>
                  <a:lnTo>
                    <a:pt x="1578106" y="1697983"/>
                  </a:lnTo>
                  <a:lnTo>
                    <a:pt x="1578103" y="1697997"/>
                  </a:lnTo>
                  <a:lnTo>
                    <a:pt x="1578100" y="1698013"/>
                  </a:lnTo>
                  <a:lnTo>
                    <a:pt x="1578095" y="1698033"/>
                  </a:lnTo>
                  <a:lnTo>
                    <a:pt x="1578093" y="1698039"/>
                  </a:lnTo>
                  <a:lnTo>
                    <a:pt x="1578087" y="1698053"/>
                  </a:lnTo>
                  <a:lnTo>
                    <a:pt x="1578084" y="1698062"/>
                  </a:lnTo>
                  <a:lnTo>
                    <a:pt x="1578080" y="1698072"/>
                  </a:lnTo>
                  <a:lnTo>
                    <a:pt x="1578079" y="1698077"/>
                  </a:lnTo>
                  <a:lnTo>
                    <a:pt x="1578077" y="1698083"/>
                  </a:lnTo>
                  <a:lnTo>
                    <a:pt x="1578072" y="1698067"/>
                  </a:lnTo>
                  <a:lnTo>
                    <a:pt x="1578053" y="1698034"/>
                  </a:lnTo>
                  <a:lnTo>
                    <a:pt x="1578044" y="1698017"/>
                  </a:lnTo>
                  <a:lnTo>
                    <a:pt x="1578036" y="1698005"/>
                  </a:lnTo>
                  <a:lnTo>
                    <a:pt x="1578030" y="1698002"/>
                  </a:lnTo>
                  <a:lnTo>
                    <a:pt x="1578024" y="1698001"/>
                  </a:lnTo>
                  <a:lnTo>
                    <a:pt x="1578011" y="1698001"/>
                  </a:lnTo>
                  <a:lnTo>
                    <a:pt x="1577998" y="1698003"/>
                  </a:lnTo>
                  <a:lnTo>
                    <a:pt x="1577982" y="1698007"/>
                  </a:lnTo>
                  <a:lnTo>
                    <a:pt x="1577973" y="1698011"/>
                  </a:lnTo>
                  <a:lnTo>
                    <a:pt x="1577966" y="1698017"/>
                  </a:lnTo>
                  <a:lnTo>
                    <a:pt x="1577961" y="1698024"/>
                  </a:lnTo>
                  <a:lnTo>
                    <a:pt x="1577953" y="1698031"/>
                  </a:lnTo>
                  <a:lnTo>
                    <a:pt x="1577945" y="1698032"/>
                  </a:lnTo>
                  <a:lnTo>
                    <a:pt x="1577938" y="1698032"/>
                  </a:lnTo>
                  <a:lnTo>
                    <a:pt x="1577926" y="1698030"/>
                  </a:lnTo>
                  <a:lnTo>
                    <a:pt x="1577915" y="1698029"/>
                  </a:lnTo>
                  <a:lnTo>
                    <a:pt x="1577909" y="1698030"/>
                  </a:lnTo>
                  <a:lnTo>
                    <a:pt x="1577903" y="1698033"/>
                  </a:lnTo>
                  <a:lnTo>
                    <a:pt x="1577891" y="1698044"/>
                  </a:lnTo>
                  <a:lnTo>
                    <a:pt x="1577884" y="1698051"/>
                  </a:lnTo>
                  <a:lnTo>
                    <a:pt x="1577876" y="1698060"/>
                  </a:lnTo>
                  <a:lnTo>
                    <a:pt x="1577869" y="1698067"/>
                  </a:lnTo>
                  <a:lnTo>
                    <a:pt x="1577864" y="1698073"/>
                  </a:lnTo>
                  <a:lnTo>
                    <a:pt x="1577854" y="1698084"/>
                  </a:lnTo>
                  <a:lnTo>
                    <a:pt x="1577846" y="1698091"/>
                  </a:lnTo>
                  <a:lnTo>
                    <a:pt x="1577839" y="1698091"/>
                  </a:lnTo>
                  <a:lnTo>
                    <a:pt x="1577825" y="1698083"/>
                  </a:lnTo>
                  <a:lnTo>
                    <a:pt x="1577802" y="1698071"/>
                  </a:lnTo>
                  <a:lnTo>
                    <a:pt x="1577777" y="1698056"/>
                  </a:lnTo>
                  <a:lnTo>
                    <a:pt x="1577757" y="1698046"/>
                  </a:lnTo>
                  <a:lnTo>
                    <a:pt x="1577743" y="1698041"/>
                  </a:lnTo>
                  <a:lnTo>
                    <a:pt x="1577728" y="1698044"/>
                  </a:lnTo>
                  <a:lnTo>
                    <a:pt x="1577708" y="1698049"/>
                  </a:lnTo>
                  <a:lnTo>
                    <a:pt x="1577694" y="1698055"/>
                  </a:lnTo>
                  <a:lnTo>
                    <a:pt x="1577681" y="1698063"/>
                  </a:lnTo>
                  <a:lnTo>
                    <a:pt x="1577673" y="1698069"/>
                  </a:lnTo>
                  <a:lnTo>
                    <a:pt x="1577668" y="1698075"/>
                  </a:lnTo>
                  <a:lnTo>
                    <a:pt x="1577662" y="1698088"/>
                  </a:lnTo>
                  <a:lnTo>
                    <a:pt x="1577658" y="1698097"/>
                  </a:lnTo>
                  <a:lnTo>
                    <a:pt x="1577650" y="1698102"/>
                  </a:lnTo>
                  <a:lnTo>
                    <a:pt x="1577642" y="1698104"/>
                  </a:lnTo>
                  <a:lnTo>
                    <a:pt x="1577627" y="1698104"/>
                  </a:lnTo>
                  <a:lnTo>
                    <a:pt x="1577621" y="1698106"/>
                  </a:lnTo>
                  <a:lnTo>
                    <a:pt x="1577616" y="1698105"/>
                  </a:lnTo>
                  <a:lnTo>
                    <a:pt x="1577612" y="1698100"/>
                  </a:lnTo>
                  <a:lnTo>
                    <a:pt x="1577608" y="1698095"/>
                  </a:lnTo>
                  <a:lnTo>
                    <a:pt x="1577601" y="1698089"/>
                  </a:lnTo>
                  <a:lnTo>
                    <a:pt x="1577592" y="1698083"/>
                  </a:lnTo>
                  <a:lnTo>
                    <a:pt x="1577584" y="1698078"/>
                  </a:lnTo>
                  <a:lnTo>
                    <a:pt x="1577572" y="1698074"/>
                  </a:lnTo>
                  <a:lnTo>
                    <a:pt x="1577550" y="1698071"/>
                  </a:lnTo>
                  <a:lnTo>
                    <a:pt x="1577536" y="1698071"/>
                  </a:lnTo>
                  <a:lnTo>
                    <a:pt x="1577519" y="1698082"/>
                  </a:lnTo>
                  <a:lnTo>
                    <a:pt x="1577500" y="1698086"/>
                  </a:lnTo>
                  <a:lnTo>
                    <a:pt x="1577492" y="1698090"/>
                  </a:lnTo>
                  <a:lnTo>
                    <a:pt x="1577483" y="1698096"/>
                  </a:lnTo>
                  <a:lnTo>
                    <a:pt x="1577477" y="1698095"/>
                  </a:lnTo>
                  <a:lnTo>
                    <a:pt x="1577467" y="1698098"/>
                  </a:lnTo>
                  <a:lnTo>
                    <a:pt x="1577460" y="1698104"/>
                  </a:lnTo>
                  <a:lnTo>
                    <a:pt x="1577452" y="1698105"/>
                  </a:lnTo>
                  <a:lnTo>
                    <a:pt x="1577446" y="1698102"/>
                  </a:lnTo>
                  <a:lnTo>
                    <a:pt x="1577441" y="1698091"/>
                  </a:lnTo>
                  <a:lnTo>
                    <a:pt x="1577436" y="1698086"/>
                  </a:lnTo>
                  <a:lnTo>
                    <a:pt x="1577427" y="1698084"/>
                  </a:lnTo>
                  <a:lnTo>
                    <a:pt x="1577414" y="1698078"/>
                  </a:lnTo>
                  <a:lnTo>
                    <a:pt x="1577399" y="1698068"/>
                  </a:lnTo>
                  <a:lnTo>
                    <a:pt x="1577379" y="1698058"/>
                  </a:lnTo>
                  <a:lnTo>
                    <a:pt x="1577369" y="1698055"/>
                  </a:lnTo>
                  <a:lnTo>
                    <a:pt x="1577360" y="1698053"/>
                  </a:lnTo>
                  <a:lnTo>
                    <a:pt x="1577355" y="1698048"/>
                  </a:lnTo>
                  <a:lnTo>
                    <a:pt x="1577349" y="1698043"/>
                  </a:lnTo>
                  <a:lnTo>
                    <a:pt x="1577342" y="1698036"/>
                  </a:lnTo>
                  <a:lnTo>
                    <a:pt x="1577330" y="1698029"/>
                  </a:lnTo>
                  <a:lnTo>
                    <a:pt x="1577317" y="1698021"/>
                  </a:lnTo>
                  <a:lnTo>
                    <a:pt x="1577303" y="1698014"/>
                  </a:lnTo>
                  <a:lnTo>
                    <a:pt x="1577276" y="1698006"/>
                  </a:lnTo>
                  <a:lnTo>
                    <a:pt x="1577248" y="1697999"/>
                  </a:lnTo>
                  <a:lnTo>
                    <a:pt x="1577226" y="1697995"/>
                  </a:lnTo>
                  <a:lnTo>
                    <a:pt x="1577199" y="1697993"/>
                  </a:lnTo>
                  <a:lnTo>
                    <a:pt x="1577179" y="1697989"/>
                  </a:lnTo>
                  <a:lnTo>
                    <a:pt x="1577167" y="1697986"/>
                  </a:lnTo>
                  <a:lnTo>
                    <a:pt x="1577162" y="1697983"/>
                  </a:lnTo>
                  <a:lnTo>
                    <a:pt x="1577156" y="1697969"/>
                  </a:lnTo>
                  <a:lnTo>
                    <a:pt x="1577151" y="1697958"/>
                  </a:lnTo>
                  <a:lnTo>
                    <a:pt x="1577142" y="1697945"/>
                  </a:lnTo>
                  <a:lnTo>
                    <a:pt x="1577133" y="1697933"/>
                  </a:lnTo>
                  <a:lnTo>
                    <a:pt x="1577123" y="1697922"/>
                  </a:lnTo>
                  <a:lnTo>
                    <a:pt x="1577120" y="1697913"/>
                  </a:lnTo>
                  <a:lnTo>
                    <a:pt x="1577107" y="1697906"/>
                  </a:lnTo>
                  <a:lnTo>
                    <a:pt x="1577097" y="1697900"/>
                  </a:lnTo>
                  <a:lnTo>
                    <a:pt x="1577091" y="1697895"/>
                  </a:lnTo>
                  <a:lnTo>
                    <a:pt x="1577092" y="1697889"/>
                  </a:lnTo>
                  <a:lnTo>
                    <a:pt x="1577096" y="1697882"/>
                  </a:lnTo>
                  <a:lnTo>
                    <a:pt x="1577100" y="1697872"/>
                  </a:lnTo>
                  <a:lnTo>
                    <a:pt x="1577103" y="1697864"/>
                  </a:lnTo>
                  <a:lnTo>
                    <a:pt x="1577103" y="1697850"/>
                  </a:lnTo>
                  <a:lnTo>
                    <a:pt x="1577104" y="1697838"/>
                  </a:lnTo>
                  <a:lnTo>
                    <a:pt x="1577105" y="1697827"/>
                  </a:lnTo>
                  <a:lnTo>
                    <a:pt x="1577099" y="1697819"/>
                  </a:lnTo>
                  <a:lnTo>
                    <a:pt x="1577095" y="1697812"/>
                  </a:lnTo>
                  <a:lnTo>
                    <a:pt x="1577098" y="1697806"/>
                  </a:lnTo>
                  <a:lnTo>
                    <a:pt x="1577102" y="1697801"/>
                  </a:lnTo>
                  <a:lnTo>
                    <a:pt x="1577106" y="1697794"/>
                  </a:lnTo>
                  <a:lnTo>
                    <a:pt x="1577112" y="1697667"/>
                  </a:lnTo>
                  <a:lnTo>
                    <a:pt x="1577077" y="1697591"/>
                  </a:lnTo>
                  <a:lnTo>
                    <a:pt x="1577070" y="1697599"/>
                  </a:lnTo>
                  <a:lnTo>
                    <a:pt x="1577059" y="1697609"/>
                  </a:lnTo>
                  <a:lnTo>
                    <a:pt x="1577050" y="1697618"/>
                  </a:lnTo>
                  <a:lnTo>
                    <a:pt x="1577039" y="1697628"/>
                  </a:lnTo>
                  <a:lnTo>
                    <a:pt x="1577031" y="1697636"/>
                  </a:lnTo>
                  <a:lnTo>
                    <a:pt x="1577022" y="1697642"/>
                  </a:lnTo>
                  <a:lnTo>
                    <a:pt x="1577011" y="1697647"/>
                  </a:lnTo>
                  <a:lnTo>
                    <a:pt x="1576994" y="1697653"/>
                  </a:lnTo>
                  <a:lnTo>
                    <a:pt x="1576981" y="1697656"/>
                  </a:lnTo>
                  <a:lnTo>
                    <a:pt x="1576972" y="1697663"/>
                  </a:lnTo>
                  <a:lnTo>
                    <a:pt x="1576962" y="1697665"/>
                  </a:lnTo>
                  <a:lnTo>
                    <a:pt x="1576954" y="1697666"/>
                  </a:lnTo>
                  <a:lnTo>
                    <a:pt x="1576941" y="1697667"/>
                  </a:lnTo>
                  <a:lnTo>
                    <a:pt x="1576934" y="1697673"/>
                  </a:lnTo>
                  <a:lnTo>
                    <a:pt x="1576926" y="1697684"/>
                  </a:lnTo>
                  <a:lnTo>
                    <a:pt x="1576920" y="1697693"/>
                  </a:lnTo>
                  <a:lnTo>
                    <a:pt x="1576915" y="1697698"/>
                  </a:lnTo>
                  <a:lnTo>
                    <a:pt x="1576907" y="1697705"/>
                  </a:lnTo>
                  <a:lnTo>
                    <a:pt x="1576896" y="1697711"/>
                  </a:lnTo>
                  <a:lnTo>
                    <a:pt x="1576882" y="1697716"/>
                  </a:lnTo>
                  <a:lnTo>
                    <a:pt x="1576870" y="1697720"/>
                  </a:lnTo>
                  <a:lnTo>
                    <a:pt x="1576741" y="1697471"/>
                  </a:lnTo>
                  <a:lnTo>
                    <a:pt x="1576733" y="1697349"/>
                  </a:lnTo>
                  <a:lnTo>
                    <a:pt x="1576734" y="1697341"/>
                  </a:lnTo>
                  <a:lnTo>
                    <a:pt x="1576736" y="1697331"/>
                  </a:lnTo>
                  <a:lnTo>
                    <a:pt x="1576739" y="1697310"/>
                  </a:lnTo>
                  <a:lnTo>
                    <a:pt x="1576740" y="1697295"/>
                  </a:lnTo>
                  <a:lnTo>
                    <a:pt x="1576741" y="1697288"/>
                  </a:lnTo>
                  <a:lnTo>
                    <a:pt x="1576741" y="1697282"/>
                  </a:lnTo>
                  <a:lnTo>
                    <a:pt x="1576742" y="1697271"/>
                  </a:lnTo>
                  <a:lnTo>
                    <a:pt x="1576744" y="1697261"/>
                  </a:lnTo>
                  <a:lnTo>
                    <a:pt x="1576747" y="1697253"/>
                  </a:lnTo>
                  <a:lnTo>
                    <a:pt x="1576750" y="1697245"/>
                  </a:lnTo>
                  <a:lnTo>
                    <a:pt x="1576755" y="1697238"/>
                  </a:lnTo>
                  <a:lnTo>
                    <a:pt x="1576761" y="1697231"/>
                  </a:lnTo>
                  <a:lnTo>
                    <a:pt x="1576765" y="1697225"/>
                  </a:lnTo>
                  <a:lnTo>
                    <a:pt x="1576770" y="1697218"/>
                  </a:lnTo>
                  <a:lnTo>
                    <a:pt x="1576775" y="1697208"/>
                  </a:lnTo>
                  <a:lnTo>
                    <a:pt x="1576777" y="1697202"/>
                  </a:lnTo>
                  <a:lnTo>
                    <a:pt x="1576779" y="1697191"/>
                  </a:lnTo>
                  <a:lnTo>
                    <a:pt x="1576778" y="1697183"/>
                  </a:lnTo>
                  <a:lnTo>
                    <a:pt x="1576775" y="1697177"/>
                  </a:lnTo>
                  <a:lnTo>
                    <a:pt x="1576772" y="1697173"/>
                  </a:lnTo>
                  <a:lnTo>
                    <a:pt x="1576768" y="1697167"/>
                  </a:lnTo>
                  <a:lnTo>
                    <a:pt x="1576764" y="1697163"/>
                  </a:lnTo>
                  <a:lnTo>
                    <a:pt x="1576757" y="1697158"/>
                  </a:lnTo>
                  <a:lnTo>
                    <a:pt x="1576748" y="1697157"/>
                  </a:lnTo>
                  <a:lnTo>
                    <a:pt x="1576739" y="1697158"/>
                  </a:lnTo>
                  <a:lnTo>
                    <a:pt x="1576732" y="1697158"/>
                  </a:lnTo>
                  <a:lnTo>
                    <a:pt x="1576693" y="1697141"/>
                  </a:lnTo>
                  <a:lnTo>
                    <a:pt x="1576702" y="1697133"/>
                  </a:lnTo>
                  <a:lnTo>
                    <a:pt x="1576707" y="1697127"/>
                  </a:lnTo>
                  <a:lnTo>
                    <a:pt x="1576712" y="1697123"/>
                  </a:lnTo>
                  <a:lnTo>
                    <a:pt x="1576716" y="1697118"/>
                  </a:lnTo>
                  <a:lnTo>
                    <a:pt x="1576718" y="1697112"/>
                  </a:lnTo>
                  <a:lnTo>
                    <a:pt x="1576718" y="1697105"/>
                  </a:lnTo>
                  <a:lnTo>
                    <a:pt x="1576714" y="1697096"/>
                  </a:lnTo>
                  <a:lnTo>
                    <a:pt x="1576709" y="1697090"/>
                  </a:lnTo>
                  <a:lnTo>
                    <a:pt x="1576705" y="1697084"/>
                  </a:lnTo>
                  <a:lnTo>
                    <a:pt x="1576701" y="1697077"/>
                  </a:lnTo>
                  <a:lnTo>
                    <a:pt x="1576696" y="1697067"/>
                  </a:lnTo>
                  <a:lnTo>
                    <a:pt x="1576690" y="1697054"/>
                  </a:lnTo>
                  <a:lnTo>
                    <a:pt x="1576681" y="1697044"/>
                  </a:lnTo>
                  <a:lnTo>
                    <a:pt x="1576669" y="1697043"/>
                  </a:lnTo>
                  <a:lnTo>
                    <a:pt x="1576659" y="1697044"/>
                  </a:lnTo>
                  <a:lnTo>
                    <a:pt x="1576647" y="1697046"/>
                  </a:lnTo>
                  <a:lnTo>
                    <a:pt x="1576640" y="1697049"/>
                  </a:lnTo>
                  <a:lnTo>
                    <a:pt x="1576633" y="1697050"/>
                  </a:lnTo>
                  <a:lnTo>
                    <a:pt x="1576623" y="1697051"/>
                  </a:lnTo>
                  <a:lnTo>
                    <a:pt x="1576614" y="1697050"/>
                  </a:lnTo>
                  <a:lnTo>
                    <a:pt x="1576606" y="1697050"/>
                  </a:lnTo>
                  <a:lnTo>
                    <a:pt x="1576596" y="1697050"/>
                  </a:lnTo>
                  <a:lnTo>
                    <a:pt x="1576581" y="1697051"/>
                  </a:lnTo>
                  <a:lnTo>
                    <a:pt x="1576562" y="1697053"/>
                  </a:lnTo>
                  <a:lnTo>
                    <a:pt x="1576552" y="1697055"/>
                  </a:lnTo>
                  <a:lnTo>
                    <a:pt x="1576537" y="1697058"/>
                  </a:lnTo>
                  <a:lnTo>
                    <a:pt x="1576530" y="1697061"/>
                  </a:lnTo>
                  <a:lnTo>
                    <a:pt x="1576525" y="1697067"/>
                  </a:lnTo>
                  <a:lnTo>
                    <a:pt x="1576520" y="1697075"/>
                  </a:lnTo>
                  <a:lnTo>
                    <a:pt x="1576512" y="1697085"/>
                  </a:lnTo>
                  <a:lnTo>
                    <a:pt x="1576505" y="1697090"/>
                  </a:lnTo>
                  <a:lnTo>
                    <a:pt x="1576500" y="1697096"/>
                  </a:lnTo>
                  <a:lnTo>
                    <a:pt x="1576496" y="1697106"/>
                  </a:lnTo>
                  <a:lnTo>
                    <a:pt x="1576495" y="1697111"/>
                  </a:lnTo>
                  <a:lnTo>
                    <a:pt x="1576495" y="1697120"/>
                  </a:lnTo>
                  <a:lnTo>
                    <a:pt x="1576491" y="1697129"/>
                  </a:lnTo>
                  <a:lnTo>
                    <a:pt x="1576483" y="1697140"/>
                  </a:lnTo>
                  <a:lnTo>
                    <a:pt x="1576477" y="1697148"/>
                  </a:lnTo>
                  <a:lnTo>
                    <a:pt x="1576469" y="1697155"/>
                  </a:lnTo>
                  <a:lnTo>
                    <a:pt x="1576463" y="1697161"/>
                  </a:lnTo>
                  <a:lnTo>
                    <a:pt x="1576459" y="1697169"/>
                  </a:lnTo>
                  <a:lnTo>
                    <a:pt x="1576460" y="1697183"/>
                  </a:lnTo>
                  <a:lnTo>
                    <a:pt x="1576462" y="1697193"/>
                  </a:lnTo>
                  <a:lnTo>
                    <a:pt x="1576464" y="1697207"/>
                  </a:lnTo>
                  <a:lnTo>
                    <a:pt x="1576463" y="1697214"/>
                  </a:lnTo>
                  <a:lnTo>
                    <a:pt x="1576461" y="1697221"/>
                  </a:lnTo>
                  <a:lnTo>
                    <a:pt x="1576455" y="1697230"/>
                  </a:lnTo>
                  <a:lnTo>
                    <a:pt x="1576450" y="1697233"/>
                  </a:lnTo>
                  <a:lnTo>
                    <a:pt x="1576438" y="1697239"/>
                  </a:lnTo>
                  <a:lnTo>
                    <a:pt x="1576425" y="1697245"/>
                  </a:lnTo>
                  <a:lnTo>
                    <a:pt x="1576416" y="1697246"/>
                  </a:lnTo>
                  <a:lnTo>
                    <a:pt x="1576406" y="1697246"/>
                  </a:lnTo>
                  <a:lnTo>
                    <a:pt x="1576397" y="1697245"/>
                  </a:lnTo>
                  <a:lnTo>
                    <a:pt x="1576383" y="1697242"/>
                  </a:lnTo>
                  <a:lnTo>
                    <a:pt x="1576374" y="1697236"/>
                  </a:lnTo>
                  <a:lnTo>
                    <a:pt x="1576370" y="1697231"/>
                  </a:lnTo>
                  <a:lnTo>
                    <a:pt x="1576363" y="1697225"/>
                  </a:lnTo>
                  <a:lnTo>
                    <a:pt x="1576355" y="1697219"/>
                  </a:lnTo>
                  <a:lnTo>
                    <a:pt x="1576347" y="1697213"/>
                  </a:lnTo>
                  <a:lnTo>
                    <a:pt x="1576336" y="1697200"/>
                  </a:lnTo>
                  <a:lnTo>
                    <a:pt x="1576323" y="1697185"/>
                  </a:lnTo>
                  <a:lnTo>
                    <a:pt x="1576310" y="1697173"/>
                  </a:lnTo>
                  <a:lnTo>
                    <a:pt x="1576316" y="1697168"/>
                  </a:lnTo>
                  <a:lnTo>
                    <a:pt x="1576323" y="1697165"/>
                  </a:lnTo>
                  <a:lnTo>
                    <a:pt x="1576332" y="1697161"/>
                  </a:lnTo>
                  <a:lnTo>
                    <a:pt x="1576341" y="1697158"/>
                  </a:lnTo>
                  <a:lnTo>
                    <a:pt x="1576348" y="1697155"/>
                  </a:lnTo>
                  <a:lnTo>
                    <a:pt x="1576353" y="1697150"/>
                  </a:lnTo>
                  <a:lnTo>
                    <a:pt x="1576356" y="1697143"/>
                  </a:lnTo>
                  <a:lnTo>
                    <a:pt x="1576357" y="1697135"/>
                  </a:lnTo>
                  <a:lnTo>
                    <a:pt x="1576356" y="1697118"/>
                  </a:lnTo>
                  <a:lnTo>
                    <a:pt x="1576354" y="1697105"/>
                  </a:lnTo>
                  <a:lnTo>
                    <a:pt x="1576351" y="1697090"/>
                  </a:lnTo>
                  <a:lnTo>
                    <a:pt x="1576347" y="1697078"/>
                  </a:lnTo>
                  <a:lnTo>
                    <a:pt x="1576345" y="1697070"/>
                  </a:lnTo>
                  <a:lnTo>
                    <a:pt x="1576343" y="1697062"/>
                  </a:lnTo>
                  <a:lnTo>
                    <a:pt x="1576341" y="1697055"/>
                  </a:lnTo>
                  <a:lnTo>
                    <a:pt x="1576338" y="1697049"/>
                  </a:lnTo>
                  <a:lnTo>
                    <a:pt x="1576334" y="1697044"/>
                  </a:lnTo>
                  <a:lnTo>
                    <a:pt x="1576331" y="1697039"/>
                  </a:lnTo>
                  <a:lnTo>
                    <a:pt x="1576327" y="1697034"/>
                  </a:lnTo>
                  <a:lnTo>
                    <a:pt x="1576321" y="1697034"/>
                  </a:lnTo>
                  <a:lnTo>
                    <a:pt x="1576315" y="1697034"/>
                  </a:lnTo>
                  <a:lnTo>
                    <a:pt x="1576306" y="1697034"/>
                  </a:lnTo>
                  <a:lnTo>
                    <a:pt x="1576294" y="1696882"/>
                  </a:lnTo>
                  <a:lnTo>
                    <a:pt x="1576298" y="1696875"/>
                  </a:lnTo>
                  <a:lnTo>
                    <a:pt x="1576302" y="1696869"/>
                  </a:lnTo>
                  <a:lnTo>
                    <a:pt x="1576300" y="1696856"/>
                  </a:lnTo>
                  <a:lnTo>
                    <a:pt x="1576298" y="1696843"/>
                  </a:lnTo>
                  <a:lnTo>
                    <a:pt x="1576296" y="1696828"/>
                  </a:lnTo>
                  <a:lnTo>
                    <a:pt x="1576293" y="1696809"/>
                  </a:lnTo>
                  <a:lnTo>
                    <a:pt x="1576290" y="1696803"/>
                  </a:lnTo>
                  <a:lnTo>
                    <a:pt x="1576286" y="1696798"/>
                  </a:lnTo>
                  <a:lnTo>
                    <a:pt x="1576280" y="1696794"/>
                  </a:lnTo>
                  <a:lnTo>
                    <a:pt x="1576273" y="1696788"/>
                  </a:lnTo>
                  <a:lnTo>
                    <a:pt x="1576268" y="1696782"/>
                  </a:lnTo>
                  <a:lnTo>
                    <a:pt x="1576265" y="1696774"/>
                  </a:lnTo>
                  <a:lnTo>
                    <a:pt x="1576264" y="1696766"/>
                  </a:lnTo>
                  <a:lnTo>
                    <a:pt x="1576266" y="1696755"/>
                  </a:lnTo>
                  <a:lnTo>
                    <a:pt x="1576270" y="1696746"/>
                  </a:lnTo>
                  <a:lnTo>
                    <a:pt x="1576235" y="1696667"/>
                  </a:lnTo>
                  <a:lnTo>
                    <a:pt x="1576233" y="1696661"/>
                  </a:lnTo>
                  <a:lnTo>
                    <a:pt x="1576143" y="1696457"/>
                  </a:lnTo>
                  <a:lnTo>
                    <a:pt x="1576138" y="1696453"/>
                  </a:lnTo>
                  <a:lnTo>
                    <a:pt x="1576131" y="1696451"/>
                  </a:lnTo>
                  <a:lnTo>
                    <a:pt x="1576126" y="1696449"/>
                  </a:lnTo>
                  <a:lnTo>
                    <a:pt x="1576118" y="1696448"/>
                  </a:lnTo>
                  <a:lnTo>
                    <a:pt x="1576109" y="1696448"/>
                  </a:lnTo>
                  <a:lnTo>
                    <a:pt x="1576102" y="1696450"/>
                  </a:lnTo>
                  <a:lnTo>
                    <a:pt x="1576093" y="1696455"/>
                  </a:lnTo>
                  <a:lnTo>
                    <a:pt x="1576084" y="1696461"/>
                  </a:lnTo>
                  <a:lnTo>
                    <a:pt x="1576078" y="1696468"/>
                  </a:lnTo>
                  <a:lnTo>
                    <a:pt x="1576071" y="1696476"/>
                  </a:lnTo>
                  <a:lnTo>
                    <a:pt x="1576067" y="1696481"/>
                  </a:lnTo>
                  <a:lnTo>
                    <a:pt x="1576063" y="1696484"/>
                  </a:lnTo>
                  <a:lnTo>
                    <a:pt x="1576056" y="1696489"/>
                  </a:lnTo>
                  <a:lnTo>
                    <a:pt x="1576049" y="1696492"/>
                  </a:lnTo>
                  <a:lnTo>
                    <a:pt x="1576042" y="1696493"/>
                  </a:lnTo>
                  <a:lnTo>
                    <a:pt x="1576036" y="1696491"/>
                  </a:lnTo>
                  <a:lnTo>
                    <a:pt x="1575859" y="1696424"/>
                  </a:lnTo>
                  <a:lnTo>
                    <a:pt x="1575860" y="1696418"/>
                  </a:lnTo>
                  <a:lnTo>
                    <a:pt x="1575861" y="1696409"/>
                  </a:lnTo>
                  <a:lnTo>
                    <a:pt x="1575860" y="1696400"/>
                  </a:lnTo>
                  <a:lnTo>
                    <a:pt x="1575859" y="1696395"/>
                  </a:lnTo>
                  <a:lnTo>
                    <a:pt x="1575856" y="1696386"/>
                  </a:lnTo>
                  <a:lnTo>
                    <a:pt x="1575853" y="1696377"/>
                  </a:lnTo>
                  <a:lnTo>
                    <a:pt x="1575848" y="1696372"/>
                  </a:lnTo>
                  <a:lnTo>
                    <a:pt x="1575844" y="1696364"/>
                  </a:lnTo>
                  <a:lnTo>
                    <a:pt x="1575841" y="1696360"/>
                  </a:lnTo>
                  <a:lnTo>
                    <a:pt x="1575835" y="1696351"/>
                  </a:lnTo>
                  <a:lnTo>
                    <a:pt x="1575826" y="1696344"/>
                  </a:lnTo>
                  <a:lnTo>
                    <a:pt x="1575810" y="1696333"/>
                  </a:lnTo>
                  <a:lnTo>
                    <a:pt x="1575801" y="1696327"/>
                  </a:lnTo>
                  <a:lnTo>
                    <a:pt x="1575793" y="1696322"/>
                  </a:lnTo>
                  <a:lnTo>
                    <a:pt x="1575785" y="1696317"/>
                  </a:lnTo>
                  <a:lnTo>
                    <a:pt x="1575771" y="1696294"/>
                  </a:lnTo>
                  <a:lnTo>
                    <a:pt x="1575740" y="1696245"/>
                  </a:lnTo>
                  <a:lnTo>
                    <a:pt x="1575708" y="1696194"/>
                  </a:lnTo>
                  <a:lnTo>
                    <a:pt x="1575697" y="1696189"/>
                  </a:lnTo>
                  <a:lnTo>
                    <a:pt x="1575684" y="1696183"/>
                  </a:lnTo>
                  <a:lnTo>
                    <a:pt x="1575676" y="1696181"/>
                  </a:lnTo>
                  <a:lnTo>
                    <a:pt x="1575671" y="1696179"/>
                  </a:lnTo>
                  <a:lnTo>
                    <a:pt x="1575664" y="1696177"/>
                  </a:lnTo>
                  <a:lnTo>
                    <a:pt x="1575655" y="1696176"/>
                  </a:lnTo>
                  <a:lnTo>
                    <a:pt x="1575638" y="1696176"/>
                  </a:lnTo>
                  <a:lnTo>
                    <a:pt x="1575625" y="1696177"/>
                  </a:lnTo>
                  <a:lnTo>
                    <a:pt x="1575584" y="1696116"/>
                  </a:lnTo>
                  <a:lnTo>
                    <a:pt x="1575577" y="1696115"/>
                  </a:lnTo>
                  <a:lnTo>
                    <a:pt x="1575570" y="1696112"/>
                  </a:lnTo>
                  <a:lnTo>
                    <a:pt x="1575561" y="1696107"/>
                  </a:lnTo>
                  <a:lnTo>
                    <a:pt x="1575554" y="1696100"/>
                  </a:lnTo>
                  <a:lnTo>
                    <a:pt x="1575549" y="1696095"/>
                  </a:lnTo>
                  <a:lnTo>
                    <a:pt x="1575543" y="1696088"/>
                  </a:lnTo>
                  <a:lnTo>
                    <a:pt x="1575534" y="1696080"/>
                  </a:lnTo>
                  <a:lnTo>
                    <a:pt x="1575525" y="1696071"/>
                  </a:lnTo>
                  <a:lnTo>
                    <a:pt x="1575518" y="1696067"/>
                  </a:lnTo>
                  <a:lnTo>
                    <a:pt x="1575511" y="1696063"/>
                  </a:lnTo>
                  <a:lnTo>
                    <a:pt x="1575506" y="1696062"/>
                  </a:lnTo>
                  <a:lnTo>
                    <a:pt x="1575500" y="1696062"/>
                  </a:lnTo>
                  <a:lnTo>
                    <a:pt x="1575491" y="1696063"/>
                  </a:lnTo>
                  <a:lnTo>
                    <a:pt x="1575482" y="1696066"/>
                  </a:lnTo>
                  <a:lnTo>
                    <a:pt x="1575477" y="1696069"/>
                  </a:lnTo>
                  <a:lnTo>
                    <a:pt x="1575469" y="1696071"/>
                  </a:lnTo>
                  <a:lnTo>
                    <a:pt x="1575462" y="1696070"/>
                  </a:lnTo>
                  <a:lnTo>
                    <a:pt x="1575456" y="1696067"/>
                  </a:lnTo>
                  <a:lnTo>
                    <a:pt x="1575452" y="1696064"/>
                  </a:lnTo>
                  <a:lnTo>
                    <a:pt x="1575443" y="1696051"/>
                  </a:lnTo>
                  <a:lnTo>
                    <a:pt x="1575438" y="1696038"/>
                  </a:lnTo>
                  <a:lnTo>
                    <a:pt x="1575436" y="1696030"/>
                  </a:lnTo>
                  <a:lnTo>
                    <a:pt x="1575434" y="1696017"/>
                  </a:lnTo>
                  <a:lnTo>
                    <a:pt x="1575431" y="1696006"/>
                  </a:lnTo>
                  <a:lnTo>
                    <a:pt x="1575429" y="1695997"/>
                  </a:lnTo>
                  <a:lnTo>
                    <a:pt x="1575422" y="1696005"/>
                  </a:lnTo>
                  <a:lnTo>
                    <a:pt x="1575407" y="1696009"/>
                  </a:lnTo>
                  <a:lnTo>
                    <a:pt x="1575392" y="1696014"/>
                  </a:lnTo>
                  <a:lnTo>
                    <a:pt x="1575381" y="1696016"/>
                  </a:lnTo>
                  <a:lnTo>
                    <a:pt x="1575367" y="1696014"/>
                  </a:lnTo>
                  <a:lnTo>
                    <a:pt x="1575356" y="1696010"/>
                  </a:lnTo>
                  <a:lnTo>
                    <a:pt x="1575347" y="1696006"/>
                  </a:lnTo>
                  <a:lnTo>
                    <a:pt x="1575335" y="1696003"/>
                  </a:lnTo>
                  <a:lnTo>
                    <a:pt x="1575320" y="1696003"/>
                  </a:lnTo>
                  <a:lnTo>
                    <a:pt x="1575301" y="1696002"/>
                  </a:lnTo>
                  <a:lnTo>
                    <a:pt x="1575293" y="1696002"/>
                  </a:lnTo>
                  <a:lnTo>
                    <a:pt x="1575283" y="1696002"/>
                  </a:lnTo>
                  <a:lnTo>
                    <a:pt x="1575277" y="1696003"/>
                  </a:lnTo>
                  <a:lnTo>
                    <a:pt x="1575269" y="1696003"/>
                  </a:lnTo>
                  <a:lnTo>
                    <a:pt x="1575263" y="1696002"/>
                  </a:lnTo>
                  <a:lnTo>
                    <a:pt x="1575257" y="1695997"/>
                  </a:lnTo>
                  <a:lnTo>
                    <a:pt x="1575246" y="1695987"/>
                  </a:lnTo>
                  <a:lnTo>
                    <a:pt x="1575241" y="1695980"/>
                  </a:lnTo>
                  <a:lnTo>
                    <a:pt x="1575236" y="1695975"/>
                  </a:lnTo>
                  <a:lnTo>
                    <a:pt x="1575230" y="1695968"/>
                  </a:lnTo>
                  <a:lnTo>
                    <a:pt x="1575222" y="1695966"/>
                  </a:lnTo>
                  <a:lnTo>
                    <a:pt x="1575216" y="1695968"/>
                  </a:lnTo>
                  <a:lnTo>
                    <a:pt x="1575206" y="1695973"/>
                  </a:lnTo>
                  <a:lnTo>
                    <a:pt x="1575198" y="1695977"/>
                  </a:lnTo>
                  <a:lnTo>
                    <a:pt x="1575192" y="1695982"/>
                  </a:lnTo>
                  <a:lnTo>
                    <a:pt x="1575187" y="1695987"/>
                  </a:lnTo>
                  <a:lnTo>
                    <a:pt x="1575184" y="1695992"/>
                  </a:lnTo>
                  <a:lnTo>
                    <a:pt x="1575179" y="1696000"/>
                  </a:lnTo>
                  <a:lnTo>
                    <a:pt x="1575172" y="1696009"/>
                  </a:lnTo>
                  <a:lnTo>
                    <a:pt x="1575165" y="1696017"/>
                  </a:lnTo>
                  <a:lnTo>
                    <a:pt x="1575156" y="1696027"/>
                  </a:lnTo>
                  <a:lnTo>
                    <a:pt x="1575146" y="1696038"/>
                  </a:lnTo>
                  <a:lnTo>
                    <a:pt x="1575137" y="1696045"/>
                  </a:lnTo>
                  <a:lnTo>
                    <a:pt x="1575130" y="1696046"/>
                  </a:lnTo>
                  <a:lnTo>
                    <a:pt x="1575125" y="1696043"/>
                  </a:lnTo>
                  <a:lnTo>
                    <a:pt x="1575120" y="1696040"/>
                  </a:lnTo>
                  <a:lnTo>
                    <a:pt x="1575111" y="1696029"/>
                  </a:lnTo>
                  <a:lnTo>
                    <a:pt x="1575103" y="1696024"/>
                  </a:lnTo>
                  <a:lnTo>
                    <a:pt x="1575095" y="1696019"/>
                  </a:lnTo>
                  <a:lnTo>
                    <a:pt x="1575086" y="1696017"/>
                  </a:lnTo>
                  <a:lnTo>
                    <a:pt x="1575081" y="1696016"/>
                  </a:lnTo>
                  <a:lnTo>
                    <a:pt x="1575072" y="1696015"/>
                  </a:lnTo>
                  <a:lnTo>
                    <a:pt x="1575058" y="1696010"/>
                  </a:lnTo>
                  <a:lnTo>
                    <a:pt x="1575045" y="1696008"/>
                  </a:lnTo>
                  <a:lnTo>
                    <a:pt x="1575034" y="1696008"/>
                  </a:lnTo>
                  <a:lnTo>
                    <a:pt x="1575023" y="1696009"/>
                  </a:lnTo>
                  <a:lnTo>
                    <a:pt x="1575013" y="1696013"/>
                  </a:lnTo>
                  <a:lnTo>
                    <a:pt x="1575003" y="1696017"/>
                  </a:lnTo>
                  <a:lnTo>
                    <a:pt x="1574995" y="1696017"/>
                  </a:lnTo>
                  <a:lnTo>
                    <a:pt x="1574990" y="1696016"/>
                  </a:lnTo>
                  <a:lnTo>
                    <a:pt x="1574982" y="1696011"/>
                  </a:lnTo>
                  <a:lnTo>
                    <a:pt x="1574968" y="1695998"/>
                  </a:lnTo>
                  <a:lnTo>
                    <a:pt x="1574963" y="1695993"/>
                  </a:lnTo>
                  <a:lnTo>
                    <a:pt x="1574958" y="1695990"/>
                  </a:lnTo>
                  <a:lnTo>
                    <a:pt x="1574949" y="1695986"/>
                  </a:lnTo>
                  <a:lnTo>
                    <a:pt x="1574934" y="1695986"/>
                  </a:lnTo>
                  <a:lnTo>
                    <a:pt x="1574921" y="1695990"/>
                  </a:lnTo>
                  <a:lnTo>
                    <a:pt x="1574914" y="1695995"/>
                  </a:lnTo>
                  <a:lnTo>
                    <a:pt x="1574899" y="1696005"/>
                  </a:lnTo>
                  <a:lnTo>
                    <a:pt x="1574889" y="1696013"/>
                  </a:lnTo>
                  <a:lnTo>
                    <a:pt x="1574880" y="1696018"/>
                  </a:lnTo>
                  <a:lnTo>
                    <a:pt x="1574872" y="1696020"/>
                  </a:lnTo>
                  <a:lnTo>
                    <a:pt x="1574863" y="1696022"/>
                  </a:lnTo>
                  <a:lnTo>
                    <a:pt x="1574858" y="1696022"/>
                  </a:lnTo>
                  <a:lnTo>
                    <a:pt x="1574845" y="1696021"/>
                  </a:lnTo>
                  <a:lnTo>
                    <a:pt x="1574831" y="1696019"/>
                  </a:lnTo>
                  <a:lnTo>
                    <a:pt x="1574818" y="1696019"/>
                  </a:lnTo>
                  <a:lnTo>
                    <a:pt x="1574809" y="1696020"/>
                  </a:lnTo>
                  <a:lnTo>
                    <a:pt x="1574797" y="1696024"/>
                  </a:lnTo>
                  <a:lnTo>
                    <a:pt x="1574791" y="1696033"/>
                  </a:lnTo>
                  <a:lnTo>
                    <a:pt x="1574787" y="1696049"/>
                  </a:lnTo>
                  <a:lnTo>
                    <a:pt x="1574783" y="1696058"/>
                  </a:lnTo>
                  <a:lnTo>
                    <a:pt x="1574781" y="1696063"/>
                  </a:lnTo>
                  <a:lnTo>
                    <a:pt x="1574777" y="1696070"/>
                  </a:lnTo>
                  <a:lnTo>
                    <a:pt x="1574774" y="1696075"/>
                  </a:lnTo>
                  <a:lnTo>
                    <a:pt x="1574766" y="1696083"/>
                  </a:lnTo>
                  <a:lnTo>
                    <a:pt x="1574762" y="1696092"/>
                  </a:lnTo>
                  <a:lnTo>
                    <a:pt x="1574755" y="1696099"/>
                  </a:lnTo>
                  <a:lnTo>
                    <a:pt x="1574748" y="1696105"/>
                  </a:lnTo>
                  <a:lnTo>
                    <a:pt x="1574735" y="1696106"/>
                  </a:lnTo>
                  <a:lnTo>
                    <a:pt x="1574724" y="1696105"/>
                  </a:lnTo>
                  <a:lnTo>
                    <a:pt x="1574708" y="1696104"/>
                  </a:lnTo>
                  <a:lnTo>
                    <a:pt x="1574695" y="1696102"/>
                  </a:lnTo>
                  <a:lnTo>
                    <a:pt x="1574690" y="1696103"/>
                  </a:lnTo>
                  <a:lnTo>
                    <a:pt x="1574685" y="1696108"/>
                  </a:lnTo>
                  <a:lnTo>
                    <a:pt x="1574680" y="1696114"/>
                  </a:lnTo>
                  <a:lnTo>
                    <a:pt x="1574675" y="1696120"/>
                  </a:lnTo>
                  <a:lnTo>
                    <a:pt x="1574671" y="1696128"/>
                  </a:lnTo>
                  <a:lnTo>
                    <a:pt x="1574660" y="1696130"/>
                  </a:lnTo>
                  <a:lnTo>
                    <a:pt x="1574654" y="1696130"/>
                  </a:lnTo>
                  <a:lnTo>
                    <a:pt x="1574648" y="1696131"/>
                  </a:lnTo>
                  <a:lnTo>
                    <a:pt x="1574636" y="1696131"/>
                  </a:lnTo>
                  <a:lnTo>
                    <a:pt x="1574627" y="1696130"/>
                  </a:lnTo>
                  <a:lnTo>
                    <a:pt x="1574612" y="1696132"/>
                  </a:lnTo>
                  <a:lnTo>
                    <a:pt x="1574606" y="1696139"/>
                  </a:lnTo>
                  <a:lnTo>
                    <a:pt x="1574603" y="1696144"/>
                  </a:lnTo>
                  <a:lnTo>
                    <a:pt x="1574599" y="1696149"/>
                  </a:lnTo>
                  <a:lnTo>
                    <a:pt x="1574593" y="1696158"/>
                  </a:lnTo>
                  <a:lnTo>
                    <a:pt x="1574582" y="1696169"/>
                  </a:lnTo>
                  <a:lnTo>
                    <a:pt x="1574571" y="1696173"/>
                  </a:lnTo>
                  <a:lnTo>
                    <a:pt x="1574566" y="1696177"/>
                  </a:lnTo>
                  <a:lnTo>
                    <a:pt x="1574559" y="1696182"/>
                  </a:lnTo>
                  <a:lnTo>
                    <a:pt x="1574546" y="1696195"/>
                  </a:lnTo>
                  <a:lnTo>
                    <a:pt x="1574542" y="1696199"/>
                  </a:lnTo>
                  <a:lnTo>
                    <a:pt x="1574534" y="1696203"/>
                  </a:lnTo>
                  <a:lnTo>
                    <a:pt x="1574527" y="1696204"/>
                  </a:lnTo>
                  <a:lnTo>
                    <a:pt x="1574517" y="1696206"/>
                  </a:lnTo>
                  <a:lnTo>
                    <a:pt x="1574510" y="1696207"/>
                  </a:lnTo>
                  <a:lnTo>
                    <a:pt x="1574502" y="1696210"/>
                  </a:lnTo>
                  <a:lnTo>
                    <a:pt x="1574496" y="1696217"/>
                  </a:lnTo>
                  <a:lnTo>
                    <a:pt x="1574486" y="1696220"/>
                  </a:lnTo>
                  <a:lnTo>
                    <a:pt x="1574478" y="1696222"/>
                  </a:lnTo>
                  <a:lnTo>
                    <a:pt x="1574472" y="1696223"/>
                  </a:lnTo>
                  <a:lnTo>
                    <a:pt x="1574466" y="1696223"/>
                  </a:lnTo>
                  <a:lnTo>
                    <a:pt x="1574460" y="1696223"/>
                  </a:lnTo>
                  <a:lnTo>
                    <a:pt x="1574452" y="1696223"/>
                  </a:lnTo>
                  <a:lnTo>
                    <a:pt x="1574444" y="1696222"/>
                  </a:lnTo>
                  <a:lnTo>
                    <a:pt x="1574436" y="1696222"/>
                  </a:lnTo>
                  <a:lnTo>
                    <a:pt x="1574429" y="1696219"/>
                  </a:lnTo>
                  <a:lnTo>
                    <a:pt x="1574421" y="1696215"/>
                  </a:lnTo>
                  <a:lnTo>
                    <a:pt x="1574416" y="1696212"/>
                  </a:lnTo>
                  <a:lnTo>
                    <a:pt x="1574409" y="1696208"/>
                  </a:lnTo>
                  <a:lnTo>
                    <a:pt x="1574402" y="1696203"/>
                  </a:lnTo>
                  <a:lnTo>
                    <a:pt x="1574396" y="1696201"/>
                  </a:lnTo>
                  <a:lnTo>
                    <a:pt x="1574382" y="1696202"/>
                  </a:lnTo>
                  <a:lnTo>
                    <a:pt x="1574290" y="1696213"/>
                  </a:lnTo>
                  <a:lnTo>
                    <a:pt x="1574225" y="1696226"/>
                  </a:lnTo>
                  <a:lnTo>
                    <a:pt x="1574210" y="1696255"/>
                  </a:lnTo>
                  <a:lnTo>
                    <a:pt x="1574204" y="1696253"/>
                  </a:lnTo>
                  <a:lnTo>
                    <a:pt x="1574197" y="1696250"/>
                  </a:lnTo>
                  <a:lnTo>
                    <a:pt x="1574184" y="1696245"/>
                  </a:lnTo>
                  <a:lnTo>
                    <a:pt x="1574173" y="1696239"/>
                  </a:lnTo>
                  <a:lnTo>
                    <a:pt x="1574162" y="1696233"/>
                  </a:lnTo>
                  <a:lnTo>
                    <a:pt x="1574147" y="1696226"/>
                  </a:lnTo>
                  <a:lnTo>
                    <a:pt x="1574137" y="1696223"/>
                  </a:lnTo>
                  <a:lnTo>
                    <a:pt x="1574128" y="1696222"/>
                  </a:lnTo>
                  <a:lnTo>
                    <a:pt x="1574116" y="1696220"/>
                  </a:lnTo>
                  <a:lnTo>
                    <a:pt x="1574103" y="1696220"/>
                  </a:lnTo>
                  <a:lnTo>
                    <a:pt x="1574093" y="1696221"/>
                  </a:lnTo>
                  <a:lnTo>
                    <a:pt x="1574087" y="1696223"/>
                  </a:lnTo>
                  <a:lnTo>
                    <a:pt x="1574080" y="1696226"/>
                  </a:lnTo>
                  <a:lnTo>
                    <a:pt x="1574076" y="1696228"/>
                  </a:lnTo>
                  <a:lnTo>
                    <a:pt x="1574067" y="1696234"/>
                  </a:lnTo>
                  <a:lnTo>
                    <a:pt x="1574059" y="1696238"/>
                  </a:lnTo>
                  <a:lnTo>
                    <a:pt x="1574054" y="1696240"/>
                  </a:lnTo>
                  <a:lnTo>
                    <a:pt x="1574049" y="1696242"/>
                  </a:lnTo>
                  <a:lnTo>
                    <a:pt x="1574042" y="1696244"/>
                  </a:lnTo>
                  <a:lnTo>
                    <a:pt x="1574033" y="1696246"/>
                  </a:lnTo>
                  <a:lnTo>
                    <a:pt x="1574022" y="1696248"/>
                  </a:lnTo>
                  <a:lnTo>
                    <a:pt x="1574013" y="1696251"/>
                  </a:lnTo>
                  <a:lnTo>
                    <a:pt x="1574004" y="1696258"/>
                  </a:lnTo>
                  <a:lnTo>
                    <a:pt x="1573994" y="1696263"/>
                  </a:lnTo>
                  <a:lnTo>
                    <a:pt x="1573989" y="1696265"/>
                  </a:lnTo>
                  <a:lnTo>
                    <a:pt x="1573980" y="1696267"/>
                  </a:lnTo>
                  <a:lnTo>
                    <a:pt x="1573972" y="1696268"/>
                  </a:lnTo>
                  <a:lnTo>
                    <a:pt x="1573959" y="1696271"/>
                  </a:lnTo>
                  <a:lnTo>
                    <a:pt x="1573946" y="1696272"/>
                  </a:lnTo>
                  <a:lnTo>
                    <a:pt x="1573935" y="1696271"/>
                  </a:lnTo>
                  <a:lnTo>
                    <a:pt x="1573923" y="1696267"/>
                  </a:lnTo>
                  <a:lnTo>
                    <a:pt x="1573910" y="1696265"/>
                  </a:lnTo>
                  <a:lnTo>
                    <a:pt x="1573898" y="1696263"/>
                  </a:lnTo>
                  <a:lnTo>
                    <a:pt x="1573888" y="1696262"/>
                  </a:lnTo>
                  <a:lnTo>
                    <a:pt x="1573881" y="1696262"/>
                  </a:lnTo>
                  <a:lnTo>
                    <a:pt x="1573869" y="1696261"/>
                  </a:lnTo>
                  <a:lnTo>
                    <a:pt x="1573864" y="1696261"/>
                  </a:lnTo>
                  <a:lnTo>
                    <a:pt x="1573868" y="1696285"/>
                  </a:lnTo>
                  <a:lnTo>
                    <a:pt x="1573871" y="1696302"/>
                  </a:lnTo>
                  <a:lnTo>
                    <a:pt x="1573877" y="1696315"/>
                  </a:lnTo>
                  <a:lnTo>
                    <a:pt x="1573882" y="1696330"/>
                  </a:lnTo>
                  <a:lnTo>
                    <a:pt x="1573886" y="1696346"/>
                  </a:lnTo>
                  <a:lnTo>
                    <a:pt x="1573892" y="1696359"/>
                  </a:lnTo>
                  <a:lnTo>
                    <a:pt x="1573897" y="1696372"/>
                  </a:lnTo>
                  <a:lnTo>
                    <a:pt x="1573900" y="1696387"/>
                  </a:lnTo>
                  <a:lnTo>
                    <a:pt x="1573903" y="1696401"/>
                  </a:lnTo>
                  <a:lnTo>
                    <a:pt x="1573904" y="1696407"/>
                  </a:lnTo>
                  <a:lnTo>
                    <a:pt x="1573905" y="1696413"/>
                  </a:lnTo>
                  <a:lnTo>
                    <a:pt x="1573908" y="1696422"/>
                  </a:lnTo>
                  <a:lnTo>
                    <a:pt x="1573911" y="1696433"/>
                  </a:lnTo>
                  <a:lnTo>
                    <a:pt x="1573912" y="1696457"/>
                  </a:lnTo>
                  <a:lnTo>
                    <a:pt x="1573913" y="1696481"/>
                  </a:lnTo>
                  <a:lnTo>
                    <a:pt x="1573916" y="1696493"/>
                  </a:lnTo>
                  <a:lnTo>
                    <a:pt x="1573920" y="1696505"/>
                  </a:lnTo>
                  <a:lnTo>
                    <a:pt x="1573917" y="1696518"/>
                  </a:lnTo>
                  <a:lnTo>
                    <a:pt x="1573916" y="1696527"/>
                  </a:lnTo>
                  <a:lnTo>
                    <a:pt x="1573915" y="1696537"/>
                  </a:lnTo>
                  <a:lnTo>
                    <a:pt x="1573914" y="1696547"/>
                  </a:lnTo>
                  <a:lnTo>
                    <a:pt x="1573915" y="1696565"/>
                  </a:lnTo>
                  <a:lnTo>
                    <a:pt x="1573911" y="1696581"/>
                  </a:lnTo>
                  <a:lnTo>
                    <a:pt x="1573905" y="1696595"/>
                  </a:lnTo>
                  <a:lnTo>
                    <a:pt x="1573901" y="1696604"/>
                  </a:lnTo>
                  <a:lnTo>
                    <a:pt x="1573899" y="1696610"/>
                  </a:lnTo>
                  <a:lnTo>
                    <a:pt x="1573895" y="1696622"/>
                  </a:lnTo>
                  <a:lnTo>
                    <a:pt x="1573897" y="1696641"/>
                  </a:lnTo>
                  <a:lnTo>
                    <a:pt x="1573902" y="1696652"/>
                  </a:lnTo>
                  <a:lnTo>
                    <a:pt x="1573907" y="1696665"/>
                  </a:lnTo>
                  <a:lnTo>
                    <a:pt x="1573896" y="1696667"/>
                  </a:lnTo>
                  <a:lnTo>
                    <a:pt x="1573890" y="1696669"/>
                  </a:lnTo>
                  <a:lnTo>
                    <a:pt x="1573880" y="1696670"/>
                  </a:lnTo>
                  <a:lnTo>
                    <a:pt x="1573871" y="1696673"/>
                  </a:lnTo>
                  <a:lnTo>
                    <a:pt x="1573851" y="1696675"/>
                  </a:lnTo>
                  <a:lnTo>
                    <a:pt x="1573835" y="1696675"/>
                  </a:lnTo>
                  <a:lnTo>
                    <a:pt x="1573821" y="1696676"/>
                  </a:lnTo>
                  <a:lnTo>
                    <a:pt x="1573809" y="1696678"/>
                  </a:lnTo>
                  <a:lnTo>
                    <a:pt x="1573803" y="1696680"/>
                  </a:lnTo>
                  <a:lnTo>
                    <a:pt x="1573795" y="1696684"/>
                  </a:lnTo>
                  <a:lnTo>
                    <a:pt x="1573773" y="1696696"/>
                  </a:lnTo>
                  <a:lnTo>
                    <a:pt x="1573681" y="1696801"/>
                  </a:lnTo>
                  <a:lnTo>
                    <a:pt x="1573671" y="1696812"/>
                  </a:lnTo>
                  <a:lnTo>
                    <a:pt x="1573593" y="1696939"/>
                  </a:lnTo>
                  <a:lnTo>
                    <a:pt x="1573586" y="1696947"/>
                  </a:lnTo>
                  <a:lnTo>
                    <a:pt x="1573581" y="1696952"/>
                  </a:lnTo>
                  <a:lnTo>
                    <a:pt x="1573576" y="1696959"/>
                  </a:lnTo>
                  <a:lnTo>
                    <a:pt x="1573576" y="1696966"/>
                  </a:lnTo>
                  <a:lnTo>
                    <a:pt x="1573574" y="1696975"/>
                  </a:lnTo>
                  <a:lnTo>
                    <a:pt x="1573569" y="1696987"/>
                  </a:lnTo>
                  <a:lnTo>
                    <a:pt x="1573563" y="1697001"/>
                  </a:lnTo>
                  <a:lnTo>
                    <a:pt x="1573559" y="1697008"/>
                  </a:lnTo>
                  <a:lnTo>
                    <a:pt x="1573546" y="1697024"/>
                  </a:lnTo>
                  <a:lnTo>
                    <a:pt x="1573542" y="1697033"/>
                  </a:lnTo>
                  <a:lnTo>
                    <a:pt x="1573531" y="1697049"/>
                  </a:lnTo>
                  <a:lnTo>
                    <a:pt x="1573516" y="1697070"/>
                  </a:lnTo>
                  <a:lnTo>
                    <a:pt x="1573509" y="1697079"/>
                  </a:lnTo>
                  <a:lnTo>
                    <a:pt x="1573506" y="1697087"/>
                  </a:lnTo>
                  <a:lnTo>
                    <a:pt x="1573508" y="1697094"/>
                  </a:lnTo>
                  <a:lnTo>
                    <a:pt x="1573509" y="1697100"/>
                  </a:lnTo>
                  <a:lnTo>
                    <a:pt x="1573508" y="1697107"/>
                  </a:lnTo>
                  <a:lnTo>
                    <a:pt x="1573506" y="1697120"/>
                  </a:lnTo>
                  <a:lnTo>
                    <a:pt x="1573500" y="1697134"/>
                  </a:lnTo>
                  <a:lnTo>
                    <a:pt x="1573490" y="1697149"/>
                  </a:lnTo>
                  <a:lnTo>
                    <a:pt x="1573484" y="1697154"/>
                  </a:lnTo>
                  <a:lnTo>
                    <a:pt x="1573481" y="1697159"/>
                  </a:lnTo>
                  <a:lnTo>
                    <a:pt x="1573481" y="1697166"/>
                  </a:lnTo>
                  <a:lnTo>
                    <a:pt x="1573482" y="1697175"/>
                  </a:lnTo>
                  <a:lnTo>
                    <a:pt x="1573484" y="1697184"/>
                  </a:lnTo>
                  <a:lnTo>
                    <a:pt x="1573484" y="1697191"/>
                  </a:lnTo>
                  <a:lnTo>
                    <a:pt x="1573483" y="1697198"/>
                  </a:lnTo>
                  <a:lnTo>
                    <a:pt x="1573482" y="1697204"/>
                  </a:lnTo>
                  <a:lnTo>
                    <a:pt x="1573483" y="1697211"/>
                  </a:lnTo>
                  <a:lnTo>
                    <a:pt x="1573485" y="1697216"/>
                  </a:lnTo>
                  <a:lnTo>
                    <a:pt x="1573491" y="1697233"/>
                  </a:lnTo>
                  <a:lnTo>
                    <a:pt x="1573499" y="1697248"/>
                  </a:lnTo>
                  <a:lnTo>
                    <a:pt x="1573506" y="1697264"/>
                  </a:lnTo>
                  <a:lnTo>
                    <a:pt x="1573508" y="1697272"/>
                  </a:lnTo>
                  <a:lnTo>
                    <a:pt x="1573506" y="1697283"/>
                  </a:lnTo>
                  <a:lnTo>
                    <a:pt x="1573504" y="1697293"/>
                  </a:lnTo>
                  <a:lnTo>
                    <a:pt x="1573500" y="1697313"/>
                  </a:lnTo>
                  <a:lnTo>
                    <a:pt x="1573495" y="1697323"/>
                  </a:lnTo>
                  <a:lnTo>
                    <a:pt x="1573491" y="1697332"/>
                  </a:lnTo>
                  <a:lnTo>
                    <a:pt x="1573491" y="1697338"/>
                  </a:lnTo>
                  <a:lnTo>
                    <a:pt x="1573491" y="1697345"/>
                  </a:lnTo>
                  <a:lnTo>
                    <a:pt x="1573492" y="1697354"/>
                  </a:lnTo>
                  <a:lnTo>
                    <a:pt x="1573493" y="1697365"/>
                  </a:lnTo>
                  <a:lnTo>
                    <a:pt x="1573491" y="1697373"/>
                  </a:lnTo>
                  <a:lnTo>
                    <a:pt x="1573488" y="1697381"/>
                  </a:lnTo>
                  <a:lnTo>
                    <a:pt x="1573488" y="1697388"/>
                  </a:lnTo>
                  <a:lnTo>
                    <a:pt x="1573488" y="1697396"/>
                  </a:lnTo>
                  <a:lnTo>
                    <a:pt x="1573488" y="1697404"/>
                  </a:lnTo>
                  <a:lnTo>
                    <a:pt x="1573489" y="1697416"/>
                  </a:lnTo>
                  <a:lnTo>
                    <a:pt x="1573490" y="1697437"/>
                  </a:lnTo>
                  <a:lnTo>
                    <a:pt x="1573491" y="1697446"/>
                  </a:lnTo>
                  <a:lnTo>
                    <a:pt x="1573493" y="1697454"/>
                  </a:lnTo>
                  <a:lnTo>
                    <a:pt x="1573495" y="1697462"/>
                  </a:lnTo>
                  <a:lnTo>
                    <a:pt x="1573493" y="1697467"/>
                  </a:lnTo>
                  <a:lnTo>
                    <a:pt x="1573490" y="1697471"/>
                  </a:lnTo>
                  <a:lnTo>
                    <a:pt x="1573486" y="1697478"/>
                  </a:lnTo>
                  <a:lnTo>
                    <a:pt x="1573481" y="1697490"/>
                  </a:lnTo>
                  <a:lnTo>
                    <a:pt x="1573479" y="1697500"/>
                  </a:lnTo>
                  <a:lnTo>
                    <a:pt x="1573472" y="1697510"/>
                  </a:lnTo>
                  <a:lnTo>
                    <a:pt x="1573467" y="1697520"/>
                  </a:lnTo>
                  <a:lnTo>
                    <a:pt x="1573465" y="1697529"/>
                  </a:lnTo>
                  <a:lnTo>
                    <a:pt x="1573466" y="1697543"/>
                  </a:lnTo>
                  <a:lnTo>
                    <a:pt x="1573469" y="1697562"/>
                  </a:lnTo>
                  <a:lnTo>
                    <a:pt x="1573467" y="1697571"/>
                  </a:lnTo>
                  <a:lnTo>
                    <a:pt x="1573464" y="1697578"/>
                  </a:lnTo>
                  <a:lnTo>
                    <a:pt x="1573457" y="1697590"/>
                  </a:lnTo>
                  <a:lnTo>
                    <a:pt x="1573448" y="1697605"/>
                  </a:lnTo>
                  <a:lnTo>
                    <a:pt x="1573443" y="1697613"/>
                  </a:lnTo>
                  <a:lnTo>
                    <a:pt x="1573440" y="1697621"/>
                  </a:lnTo>
                  <a:lnTo>
                    <a:pt x="1573435" y="1697645"/>
                  </a:lnTo>
                  <a:lnTo>
                    <a:pt x="1573431" y="1697655"/>
                  </a:lnTo>
                  <a:lnTo>
                    <a:pt x="1573426" y="1697662"/>
                  </a:lnTo>
                  <a:lnTo>
                    <a:pt x="1573421" y="1697670"/>
                  </a:lnTo>
                  <a:lnTo>
                    <a:pt x="1573415" y="1697677"/>
                  </a:lnTo>
                  <a:lnTo>
                    <a:pt x="1573409" y="1697681"/>
                  </a:lnTo>
                  <a:lnTo>
                    <a:pt x="1573402" y="1697684"/>
                  </a:lnTo>
                  <a:lnTo>
                    <a:pt x="1573390" y="1697687"/>
                  </a:lnTo>
                  <a:lnTo>
                    <a:pt x="1573384" y="1697688"/>
                  </a:lnTo>
                  <a:lnTo>
                    <a:pt x="1573378" y="1697688"/>
                  </a:lnTo>
                  <a:lnTo>
                    <a:pt x="1573372" y="1697686"/>
                  </a:lnTo>
                  <a:lnTo>
                    <a:pt x="1573364" y="1697681"/>
                  </a:lnTo>
                  <a:lnTo>
                    <a:pt x="1573355" y="1697678"/>
                  </a:lnTo>
                  <a:lnTo>
                    <a:pt x="1573347" y="1697676"/>
                  </a:lnTo>
                  <a:lnTo>
                    <a:pt x="1573338" y="1697677"/>
                  </a:lnTo>
                  <a:lnTo>
                    <a:pt x="1573332" y="1697680"/>
                  </a:lnTo>
                  <a:lnTo>
                    <a:pt x="1573325" y="1697687"/>
                  </a:lnTo>
                  <a:lnTo>
                    <a:pt x="1573319" y="1697695"/>
                  </a:lnTo>
                  <a:lnTo>
                    <a:pt x="1573314" y="1697704"/>
                  </a:lnTo>
                  <a:lnTo>
                    <a:pt x="1573233" y="1697804"/>
                  </a:lnTo>
                  <a:lnTo>
                    <a:pt x="1573217" y="1697829"/>
                  </a:lnTo>
                  <a:lnTo>
                    <a:pt x="1573205" y="1697850"/>
                  </a:lnTo>
                  <a:lnTo>
                    <a:pt x="1573172" y="1697899"/>
                  </a:lnTo>
                  <a:lnTo>
                    <a:pt x="1573121" y="1697977"/>
                  </a:lnTo>
                  <a:lnTo>
                    <a:pt x="1573114" y="1697993"/>
                  </a:lnTo>
                  <a:lnTo>
                    <a:pt x="1573109" y="1698006"/>
                  </a:lnTo>
                  <a:lnTo>
                    <a:pt x="1573103" y="1698017"/>
                  </a:lnTo>
                  <a:lnTo>
                    <a:pt x="1573097" y="1698024"/>
                  </a:lnTo>
                  <a:lnTo>
                    <a:pt x="1573090" y="1698031"/>
                  </a:lnTo>
                  <a:lnTo>
                    <a:pt x="1573083" y="1698035"/>
                  </a:lnTo>
                  <a:lnTo>
                    <a:pt x="1573069" y="1698037"/>
                  </a:lnTo>
                  <a:lnTo>
                    <a:pt x="1573055" y="1698042"/>
                  </a:lnTo>
                  <a:lnTo>
                    <a:pt x="1573044" y="1698048"/>
                  </a:lnTo>
                  <a:lnTo>
                    <a:pt x="1573037" y="1698054"/>
                  </a:lnTo>
                  <a:lnTo>
                    <a:pt x="1573030" y="1698060"/>
                  </a:lnTo>
                  <a:lnTo>
                    <a:pt x="1573020" y="1698054"/>
                  </a:lnTo>
                  <a:lnTo>
                    <a:pt x="1573009" y="1698050"/>
                  </a:lnTo>
                  <a:lnTo>
                    <a:pt x="1573000" y="1698048"/>
                  </a:lnTo>
                  <a:lnTo>
                    <a:pt x="1572989" y="1698048"/>
                  </a:lnTo>
                  <a:lnTo>
                    <a:pt x="1572974" y="1698051"/>
                  </a:lnTo>
                  <a:lnTo>
                    <a:pt x="1572963" y="1698054"/>
                  </a:lnTo>
                  <a:lnTo>
                    <a:pt x="1572945" y="1698064"/>
                  </a:lnTo>
                  <a:lnTo>
                    <a:pt x="1572941" y="1698073"/>
                  </a:lnTo>
                  <a:lnTo>
                    <a:pt x="1572938" y="1698080"/>
                  </a:lnTo>
                  <a:lnTo>
                    <a:pt x="1572935" y="1698093"/>
                  </a:lnTo>
                  <a:lnTo>
                    <a:pt x="1572930" y="1698105"/>
                  </a:lnTo>
                  <a:lnTo>
                    <a:pt x="1572925" y="1698117"/>
                  </a:lnTo>
                  <a:lnTo>
                    <a:pt x="1572921" y="1698127"/>
                  </a:lnTo>
                  <a:lnTo>
                    <a:pt x="1572917" y="1698136"/>
                  </a:lnTo>
                  <a:lnTo>
                    <a:pt x="1572912" y="1698146"/>
                  </a:lnTo>
                  <a:lnTo>
                    <a:pt x="1572906" y="1698162"/>
                  </a:lnTo>
                  <a:lnTo>
                    <a:pt x="1572890" y="1698163"/>
                  </a:lnTo>
                  <a:lnTo>
                    <a:pt x="1572857" y="1698163"/>
                  </a:lnTo>
                  <a:lnTo>
                    <a:pt x="1572829" y="1698160"/>
                  </a:lnTo>
                  <a:lnTo>
                    <a:pt x="1572823" y="1698163"/>
                  </a:lnTo>
                  <a:lnTo>
                    <a:pt x="1572815" y="1698167"/>
                  </a:lnTo>
                  <a:lnTo>
                    <a:pt x="1572807" y="1698170"/>
                  </a:lnTo>
                  <a:lnTo>
                    <a:pt x="1572794" y="1698173"/>
                  </a:lnTo>
                  <a:lnTo>
                    <a:pt x="1572786" y="1698174"/>
                  </a:lnTo>
                  <a:lnTo>
                    <a:pt x="1572780" y="1698173"/>
                  </a:lnTo>
                  <a:lnTo>
                    <a:pt x="1572768" y="1698171"/>
                  </a:lnTo>
                  <a:lnTo>
                    <a:pt x="1572753" y="1698164"/>
                  </a:lnTo>
                  <a:lnTo>
                    <a:pt x="1572743" y="1698157"/>
                  </a:lnTo>
                  <a:lnTo>
                    <a:pt x="1572743" y="1698144"/>
                  </a:lnTo>
                  <a:lnTo>
                    <a:pt x="1572744" y="1698132"/>
                  </a:lnTo>
                  <a:lnTo>
                    <a:pt x="1572745" y="1698120"/>
                  </a:lnTo>
                  <a:lnTo>
                    <a:pt x="1572742" y="1698112"/>
                  </a:lnTo>
                  <a:lnTo>
                    <a:pt x="1572741" y="1698103"/>
                  </a:lnTo>
                  <a:lnTo>
                    <a:pt x="1572738" y="1698090"/>
                  </a:lnTo>
                  <a:lnTo>
                    <a:pt x="1572736" y="1698079"/>
                  </a:lnTo>
                  <a:lnTo>
                    <a:pt x="1572722" y="1698086"/>
                  </a:lnTo>
                  <a:lnTo>
                    <a:pt x="1572684" y="1698082"/>
                  </a:lnTo>
                  <a:lnTo>
                    <a:pt x="1572664" y="1698079"/>
                  </a:lnTo>
                  <a:lnTo>
                    <a:pt x="1572659" y="1698076"/>
                  </a:lnTo>
                  <a:lnTo>
                    <a:pt x="1572649" y="1698070"/>
                  </a:lnTo>
                  <a:lnTo>
                    <a:pt x="1572638" y="1698064"/>
                  </a:lnTo>
                  <a:lnTo>
                    <a:pt x="1572625" y="1698063"/>
                  </a:lnTo>
                  <a:lnTo>
                    <a:pt x="1572612" y="1698059"/>
                  </a:lnTo>
                  <a:lnTo>
                    <a:pt x="1572604" y="1698055"/>
                  </a:lnTo>
                  <a:lnTo>
                    <a:pt x="1572598" y="1698049"/>
                  </a:lnTo>
                  <a:lnTo>
                    <a:pt x="1572578" y="1698041"/>
                  </a:lnTo>
                  <a:lnTo>
                    <a:pt x="1572562" y="1698035"/>
                  </a:lnTo>
                  <a:lnTo>
                    <a:pt x="1572543" y="1698034"/>
                  </a:lnTo>
                  <a:lnTo>
                    <a:pt x="1572532" y="1698032"/>
                  </a:lnTo>
                  <a:lnTo>
                    <a:pt x="1572512" y="1698024"/>
                  </a:lnTo>
                  <a:lnTo>
                    <a:pt x="1572509" y="1698093"/>
                  </a:lnTo>
                  <a:lnTo>
                    <a:pt x="1572529" y="1698107"/>
                  </a:lnTo>
                  <a:lnTo>
                    <a:pt x="1572537" y="1698169"/>
                  </a:lnTo>
                  <a:lnTo>
                    <a:pt x="1572540" y="1698263"/>
                  </a:lnTo>
                  <a:lnTo>
                    <a:pt x="1572540" y="1698276"/>
                  </a:lnTo>
                  <a:lnTo>
                    <a:pt x="1572522" y="1698276"/>
                  </a:lnTo>
                  <a:lnTo>
                    <a:pt x="1572395" y="1698386"/>
                  </a:lnTo>
                  <a:lnTo>
                    <a:pt x="1572388" y="1698398"/>
                  </a:lnTo>
                  <a:lnTo>
                    <a:pt x="1572382" y="1698409"/>
                  </a:lnTo>
                  <a:lnTo>
                    <a:pt x="1572379" y="1698421"/>
                  </a:lnTo>
                  <a:lnTo>
                    <a:pt x="1572380" y="1698437"/>
                  </a:lnTo>
                  <a:lnTo>
                    <a:pt x="1572375" y="1698452"/>
                  </a:lnTo>
                  <a:lnTo>
                    <a:pt x="1572374" y="1698464"/>
                  </a:lnTo>
                  <a:lnTo>
                    <a:pt x="1572373" y="1698476"/>
                  </a:lnTo>
                  <a:lnTo>
                    <a:pt x="1572371" y="1698485"/>
                  </a:lnTo>
                  <a:lnTo>
                    <a:pt x="1572366" y="1698496"/>
                  </a:lnTo>
                  <a:lnTo>
                    <a:pt x="1572360" y="1698510"/>
                  </a:lnTo>
                  <a:lnTo>
                    <a:pt x="1572352" y="1698531"/>
                  </a:lnTo>
                  <a:lnTo>
                    <a:pt x="1572347" y="1698543"/>
                  </a:lnTo>
                  <a:lnTo>
                    <a:pt x="1572340" y="1698554"/>
                  </a:lnTo>
                  <a:lnTo>
                    <a:pt x="1572329" y="1698562"/>
                  </a:lnTo>
                  <a:lnTo>
                    <a:pt x="1572316" y="1698569"/>
                  </a:lnTo>
                  <a:lnTo>
                    <a:pt x="1572279" y="1698539"/>
                  </a:lnTo>
                  <a:lnTo>
                    <a:pt x="1572266" y="1698531"/>
                  </a:lnTo>
                  <a:lnTo>
                    <a:pt x="1572261" y="1698533"/>
                  </a:lnTo>
                  <a:lnTo>
                    <a:pt x="1572256" y="1698538"/>
                  </a:lnTo>
                  <a:lnTo>
                    <a:pt x="1572250" y="1698551"/>
                  </a:lnTo>
                  <a:lnTo>
                    <a:pt x="1572243" y="1698561"/>
                  </a:lnTo>
                  <a:lnTo>
                    <a:pt x="1572236" y="1698573"/>
                  </a:lnTo>
                  <a:lnTo>
                    <a:pt x="1572228" y="1698584"/>
                  </a:lnTo>
                  <a:lnTo>
                    <a:pt x="1572225" y="1698592"/>
                  </a:lnTo>
                  <a:lnTo>
                    <a:pt x="1572225" y="1698598"/>
                  </a:lnTo>
                  <a:lnTo>
                    <a:pt x="1572228" y="1698607"/>
                  </a:lnTo>
                  <a:lnTo>
                    <a:pt x="1572236" y="1698615"/>
                  </a:lnTo>
                  <a:lnTo>
                    <a:pt x="1572245" y="1698620"/>
                  </a:lnTo>
                  <a:lnTo>
                    <a:pt x="1572250" y="1698625"/>
                  </a:lnTo>
                  <a:lnTo>
                    <a:pt x="1572253" y="1698644"/>
                  </a:lnTo>
                  <a:lnTo>
                    <a:pt x="1572258" y="1698650"/>
                  </a:lnTo>
                  <a:lnTo>
                    <a:pt x="1572261" y="1698661"/>
                  </a:lnTo>
                  <a:lnTo>
                    <a:pt x="1572261" y="1698669"/>
                  </a:lnTo>
                  <a:lnTo>
                    <a:pt x="1572259" y="1698679"/>
                  </a:lnTo>
                  <a:lnTo>
                    <a:pt x="1572256" y="1698686"/>
                  </a:lnTo>
                  <a:lnTo>
                    <a:pt x="1572251" y="1698689"/>
                  </a:lnTo>
                  <a:lnTo>
                    <a:pt x="1572243" y="1698690"/>
                  </a:lnTo>
                  <a:lnTo>
                    <a:pt x="1572235" y="1698691"/>
                  </a:lnTo>
                  <a:lnTo>
                    <a:pt x="1572226" y="1698690"/>
                  </a:lnTo>
                  <a:lnTo>
                    <a:pt x="1572217" y="1698689"/>
                  </a:lnTo>
                  <a:lnTo>
                    <a:pt x="1572211" y="1698701"/>
                  </a:lnTo>
                  <a:lnTo>
                    <a:pt x="1572207" y="1698710"/>
                  </a:lnTo>
                  <a:lnTo>
                    <a:pt x="1572198" y="1698717"/>
                  </a:lnTo>
                  <a:lnTo>
                    <a:pt x="1572097" y="1698799"/>
                  </a:lnTo>
                  <a:lnTo>
                    <a:pt x="1572091" y="1698802"/>
                  </a:lnTo>
                  <a:lnTo>
                    <a:pt x="1572083" y="1698805"/>
                  </a:lnTo>
                  <a:lnTo>
                    <a:pt x="1572076" y="1698805"/>
                  </a:lnTo>
                  <a:lnTo>
                    <a:pt x="1572070" y="1698804"/>
                  </a:lnTo>
                  <a:lnTo>
                    <a:pt x="1572059" y="1698802"/>
                  </a:lnTo>
                  <a:lnTo>
                    <a:pt x="1572044" y="1698798"/>
                  </a:lnTo>
                  <a:lnTo>
                    <a:pt x="1572032" y="1698793"/>
                  </a:lnTo>
                  <a:lnTo>
                    <a:pt x="1572021" y="1698786"/>
                  </a:lnTo>
                  <a:lnTo>
                    <a:pt x="1572017" y="1698781"/>
                  </a:lnTo>
                  <a:lnTo>
                    <a:pt x="1572011" y="1698769"/>
                  </a:lnTo>
                  <a:lnTo>
                    <a:pt x="1572007" y="1698759"/>
                  </a:lnTo>
                  <a:lnTo>
                    <a:pt x="1572004" y="1698752"/>
                  </a:lnTo>
                  <a:lnTo>
                    <a:pt x="1572001" y="1698744"/>
                  </a:lnTo>
                  <a:lnTo>
                    <a:pt x="1571997" y="1698737"/>
                  </a:lnTo>
                  <a:lnTo>
                    <a:pt x="1571991" y="1698728"/>
                  </a:lnTo>
                  <a:lnTo>
                    <a:pt x="1571984" y="1698718"/>
                  </a:lnTo>
                  <a:lnTo>
                    <a:pt x="1571979" y="1698710"/>
                  </a:lnTo>
                  <a:lnTo>
                    <a:pt x="1571975" y="1698705"/>
                  </a:lnTo>
                  <a:lnTo>
                    <a:pt x="1571963" y="1698693"/>
                  </a:lnTo>
                  <a:lnTo>
                    <a:pt x="1571957" y="1698686"/>
                  </a:lnTo>
                  <a:lnTo>
                    <a:pt x="1571950" y="1698681"/>
                  </a:lnTo>
                  <a:lnTo>
                    <a:pt x="1571896" y="1698702"/>
                  </a:lnTo>
                  <a:lnTo>
                    <a:pt x="1571887" y="1698689"/>
                  </a:lnTo>
                  <a:lnTo>
                    <a:pt x="1571881" y="1698676"/>
                  </a:lnTo>
                  <a:lnTo>
                    <a:pt x="1571879" y="1698659"/>
                  </a:lnTo>
                  <a:lnTo>
                    <a:pt x="1571878" y="1698643"/>
                  </a:lnTo>
                  <a:lnTo>
                    <a:pt x="1571878" y="1698621"/>
                  </a:lnTo>
                  <a:lnTo>
                    <a:pt x="1571878" y="1698599"/>
                  </a:lnTo>
                  <a:lnTo>
                    <a:pt x="1571875" y="1698572"/>
                  </a:lnTo>
                  <a:lnTo>
                    <a:pt x="1571847" y="1698574"/>
                  </a:lnTo>
                  <a:lnTo>
                    <a:pt x="1571838" y="1698574"/>
                  </a:lnTo>
                  <a:lnTo>
                    <a:pt x="1571831" y="1698572"/>
                  </a:lnTo>
                  <a:lnTo>
                    <a:pt x="1571823" y="1698571"/>
                  </a:lnTo>
                  <a:lnTo>
                    <a:pt x="1571817" y="1698576"/>
                  </a:lnTo>
                  <a:lnTo>
                    <a:pt x="1571810" y="1698581"/>
                  </a:lnTo>
                  <a:lnTo>
                    <a:pt x="1571805" y="1698587"/>
                  </a:lnTo>
                  <a:lnTo>
                    <a:pt x="1571798" y="1698594"/>
                  </a:lnTo>
                  <a:lnTo>
                    <a:pt x="1571791" y="1698600"/>
                  </a:lnTo>
                  <a:lnTo>
                    <a:pt x="1571786" y="1698605"/>
                  </a:lnTo>
                  <a:lnTo>
                    <a:pt x="1571765" y="1698602"/>
                  </a:lnTo>
                  <a:lnTo>
                    <a:pt x="1571760" y="1698605"/>
                  </a:lnTo>
                  <a:lnTo>
                    <a:pt x="1571754" y="1698606"/>
                  </a:lnTo>
                  <a:lnTo>
                    <a:pt x="1571748" y="1698605"/>
                  </a:lnTo>
                  <a:lnTo>
                    <a:pt x="1571742" y="1698603"/>
                  </a:lnTo>
                  <a:lnTo>
                    <a:pt x="1571735" y="1698596"/>
                  </a:lnTo>
                  <a:lnTo>
                    <a:pt x="1571732" y="1698589"/>
                  </a:lnTo>
                  <a:lnTo>
                    <a:pt x="1571730" y="1698575"/>
                  </a:lnTo>
                  <a:lnTo>
                    <a:pt x="1571729" y="1698570"/>
                  </a:lnTo>
                  <a:lnTo>
                    <a:pt x="1571726" y="1698564"/>
                  </a:lnTo>
                  <a:lnTo>
                    <a:pt x="1571722" y="1698555"/>
                  </a:lnTo>
                  <a:lnTo>
                    <a:pt x="1571719" y="1698545"/>
                  </a:lnTo>
                  <a:lnTo>
                    <a:pt x="1571719" y="1698535"/>
                  </a:lnTo>
                  <a:lnTo>
                    <a:pt x="1571719" y="1698524"/>
                  </a:lnTo>
                  <a:lnTo>
                    <a:pt x="1571719" y="1698514"/>
                  </a:lnTo>
                  <a:lnTo>
                    <a:pt x="1571719" y="1698501"/>
                  </a:lnTo>
                  <a:lnTo>
                    <a:pt x="1571719" y="1698493"/>
                  </a:lnTo>
                  <a:lnTo>
                    <a:pt x="1571721" y="1698483"/>
                  </a:lnTo>
                  <a:lnTo>
                    <a:pt x="1571726" y="1698478"/>
                  </a:lnTo>
                  <a:lnTo>
                    <a:pt x="1571730" y="1698472"/>
                  </a:lnTo>
                  <a:lnTo>
                    <a:pt x="1571733" y="1698465"/>
                  </a:lnTo>
                  <a:lnTo>
                    <a:pt x="1571737" y="1698459"/>
                  </a:lnTo>
                  <a:lnTo>
                    <a:pt x="1571742" y="1698455"/>
                  </a:lnTo>
                  <a:lnTo>
                    <a:pt x="1571750" y="1698453"/>
                  </a:lnTo>
                  <a:lnTo>
                    <a:pt x="1571761" y="1698448"/>
                  </a:lnTo>
                  <a:lnTo>
                    <a:pt x="1571768" y="1698443"/>
                  </a:lnTo>
                  <a:lnTo>
                    <a:pt x="1571773" y="1698435"/>
                  </a:lnTo>
                  <a:lnTo>
                    <a:pt x="1571776" y="1698429"/>
                  </a:lnTo>
                  <a:lnTo>
                    <a:pt x="1571779" y="1698420"/>
                  </a:lnTo>
                  <a:lnTo>
                    <a:pt x="1571781" y="1698408"/>
                  </a:lnTo>
                  <a:lnTo>
                    <a:pt x="1571782" y="1698400"/>
                  </a:lnTo>
                  <a:lnTo>
                    <a:pt x="1571781" y="1698390"/>
                  </a:lnTo>
                  <a:lnTo>
                    <a:pt x="1571779" y="1698378"/>
                  </a:lnTo>
                  <a:lnTo>
                    <a:pt x="1571785" y="1698375"/>
                  </a:lnTo>
                  <a:lnTo>
                    <a:pt x="1571795" y="1698371"/>
                  </a:lnTo>
                  <a:lnTo>
                    <a:pt x="1571806" y="1698367"/>
                  </a:lnTo>
                  <a:lnTo>
                    <a:pt x="1571815" y="1698364"/>
                  </a:lnTo>
                  <a:lnTo>
                    <a:pt x="1571822" y="1698360"/>
                  </a:lnTo>
                  <a:lnTo>
                    <a:pt x="1571828" y="1698355"/>
                  </a:lnTo>
                  <a:lnTo>
                    <a:pt x="1571836" y="1698349"/>
                  </a:lnTo>
                  <a:lnTo>
                    <a:pt x="1571844" y="1698344"/>
                  </a:lnTo>
                  <a:lnTo>
                    <a:pt x="1571854" y="1698339"/>
                  </a:lnTo>
                  <a:lnTo>
                    <a:pt x="1571862" y="1698334"/>
                  </a:lnTo>
                  <a:lnTo>
                    <a:pt x="1571870" y="1698329"/>
                  </a:lnTo>
                  <a:lnTo>
                    <a:pt x="1571876" y="1698324"/>
                  </a:lnTo>
                  <a:lnTo>
                    <a:pt x="1571871" y="1698261"/>
                  </a:lnTo>
                  <a:lnTo>
                    <a:pt x="1571857" y="1698222"/>
                  </a:lnTo>
                  <a:lnTo>
                    <a:pt x="1571901" y="1698189"/>
                  </a:lnTo>
                  <a:lnTo>
                    <a:pt x="1571907" y="1698185"/>
                  </a:lnTo>
                  <a:lnTo>
                    <a:pt x="1571898" y="1698117"/>
                  </a:lnTo>
                  <a:lnTo>
                    <a:pt x="1571893" y="1698114"/>
                  </a:lnTo>
                  <a:lnTo>
                    <a:pt x="1571886" y="1698114"/>
                  </a:lnTo>
                  <a:lnTo>
                    <a:pt x="1571880" y="1698114"/>
                  </a:lnTo>
                  <a:lnTo>
                    <a:pt x="1571871" y="1698112"/>
                  </a:lnTo>
                  <a:lnTo>
                    <a:pt x="1571864" y="1698111"/>
                  </a:lnTo>
                  <a:lnTo>
                    <a:pt x="1571859" y="1698111"/>
                  </a:lnTo>
                  <a:lnTo>
                    <a:pt x="1571854" y="1698112"/>
                  </a:lnTo>
                  <a:lnTo>
                    <a:pt x="1571847" y="1698113"/>
                  </a:lnTo>
                  <a:lnTo>
                    <a:pt x="1571840" y="1698114"/>
                  </a:lnTo>
                  <a:lnTo>
                    <a:pt x="1571831" y="1698115"/>
                  </a:lnTo>
                  <a:lnTo>
                    <a:pt x="1571822" y="1698117"/>
                  </a:lnTo>
                  <a:lnTo>
                    <a:pt x="1571818" y="1698119"/>
                  </a:lnTo>
                  <a:lnTo>
                    <a:pt x="1571811" y="1698120"/>
                  </a:lnTo>
                  <a:lnTo>
                    <a:pt x="1571802" y="1698120"/>
                  </a:lnTo>
                  <a:lnTo>
                    <a:pt x="1571788" y="1698120"/>
                  </a:lnTo>
                  <a:lnTo>
                    <a:pt x="1571777" y="1698119"/>
                  </a:lnTo>
                  <a:lnTo>
                    <a:pt x="1571766" y="1698116"/>
                  </a:lnTo>
                  <a:lnTo>
                    <a:pt x="1571759" y="1698105"/>
                  </a:lnTo>
                  <a:lnTo>
                    <a:pt x="1571752" y="1698092"/>
                  </a:lnTo>
                  <a:lnTo>
                    <a:pt x="1571743" y="1698075"/>
                  </a:lnTo>
                  <a:lnTo>
                    <a:pt x="1571739" y="1698066"/>
                  </a:lnTo>
                  <a:lnTo>
                    <a:pt x="1571738" y="1698059"/>
                  </a:lnTo>
                  <a:lnTo>
                    <a:pt x="1571742" y="1698051"/>
                  </a:lnTo>
                  <a:lnTo>
                    <a:pt x="1571747" y="1698041"/>
                  </a:lnTo>
                  <a:lnTo>
                    <a:pt x="1571751" y="1698029"/>
                  </a:lnTo>
                  <a:lnTo>
                    <a:pt x="1571753" y="1698019"/>
                  </a:lnTo>
                  <a:lnTo>
                    <a:pt x="1571754" y="1698010"/>
                  </a:lnTo>
                  <a:lnTo>
                    <a:pt x="1571753" y="1697996"/>
                  </a:lnTo>
                  <a:lnTo>
                    <a:pt x="1571751" y="1697988"/>
                  </a:lnTo>
                  <a:lnTo>
                    <a:pt x="1571744" y="1697983"/>
                  </a:lnTo>
                  <a:lnTo>
                    <a:pt x="1571736" y="1697979"/>
                  </a:lnTo>
                  <a:lnTo>
                    <a:pt x="1571724" y="1697969"/>
                  </a:lnTo>
                  <a:lnTo>
                    <a:pt x="1571716" y="1697962"/>
                  </a:lnTo>
                  <a:lnTo>
                    <a:pt x="1571712" y="1697956"/>
                  </a:lnTo>
                  <a:lnTo>
                    <a:pt x="1571710" y="1697948"/>
                  </a:lnTo>
                  <a:lnTo>
                    <a:pt x="1571707" y="1697937"/>
                  </a:lnTo>
                  <a:lnTo>
                    <a:pt x="1571701" y="1697928"/>
                  </a:lnTo>
                  <a:lnTo>
                    <a:pt x="1571698" y="1697920"/>
                  </a:lnTo>
                  <a:lnTo>
                    <a:pt x="1571696" y="1697913"/>
                  </a:lnTo>
                  <a:lnTo>
                    <a:pt x="1571691" y="1697906"/>
                  </a:lnTo>
                  <a:lnTo>
                    <a:pt x="1571686" y="1697900"/>
                  </a:lnTo>
                  <a:lnTo>
                    <a:pt x="1571682" y="1697898"/>
                  </a:lnTo>
                  <a:lnTo>
                    <a:pt x="1571677" y="1697893"/>
                  </a:lnTo>
                  <a:lnTo>
                    <a:pt x="1571671" y="1697884"/>
                  </a:lnTo>
                  <a:lnTo>
                    <a:pt x="1571664" y="1697873"/>
                  </a:lnTo>
                  <a:lnTo>
                    <a:pt x="1571659" y="1697866"/>
                  </a:lnTo>
                  <a:lnTo>
                    <a:pt x="1571655" y="1697858"/>
                  </a:lnTo>
                  <a:lnTo>
                    <a:pt x="1571652" y="1697848"/>
                  </a:lnTo>
                  <a:lnTo>
                    <a:pt x="1571632" y="1697841"/>
                  </a:lnTo>
                  <a:lnTo>
                    <a:pt x="1571616" y="1697835"/>
                  </a:lnTo>
                  <a:lnTo>
                    <a:pt x="1571593" y="1697826"/>
                  </a:lnTo>
                  <a:lnTo>
                    <a:pt x="1571565" y="1697812"/>
                  </a:lnTo>
                  <a:lnTo>
                    <a:pt x="1571536" y="1697795"/>
                  </a:lnTo>
                  <a:lnTo>
                    <a:pt x="1571528" y="1697788"/>
                  </a:lnTo>
                  <a:lnTo>
                    <a:pt x="1571524" y="1697781"/>
                  </a:lnTo>
                  <a:lnTo>
                    <a:pt x="1571519" y="1697777"/>
                  </a:lnTo>
                  <a:lnTo>
                    <a:pt x="1571514" y="1697771"/>
                  </a:lnTo>
                  <a:lnTo>
                    <a:pt x="1571506" y="1697763"/>
                  </a:lnTo>
                  <a:lnTo>
                    <a:pt x="1571500" y="1697757"/>
                  </a:lnTo>
                  <a:lnTo>
                    <a:pt x="1571495" y="1697752"/>
                  </a:lnTo>
                  <a:lnTo>
                    <a:pt x="1571491" y="1697748"/>
                  </a:lnTo>
                  <a:lnTo>
                    <a:pt x="1571484" y="1697740"/>
                  </a:lnTo>
                  <a:lnTo>
                    <a:pt x="1571477" y="1697733"/>
                  </a:lnTo>
                  <a:lnTo>
                    <a:pt x="1571471" y="1697725"/>
                  </a:lnTo>
                  <a:lnTo>
                    <a:pt x="1571468" y="1697718"/>
                  </a:lnTo>
                  <a:lnTo>
                    <a:pt x="1571465" y="1697708"/>
                  </a:lnTo>
                  <a:lnTo>
                    <a:pt x="1571462" y="1697699"/>
                  </a:lnTo>
                  <a:lnTo>
                    <a:pt x="1571461" y="1697692"/>
                  </a:lnTo>
                  <a:lnTo>
                    <a:pt x="1571462" y="1697684"/>
                  </a:lnTo>
                  <a:lnTo>
                    <a:pt x="1571462" y="1697677"/>
                  </a:lnTo>
                  <a:lnTo>
                    <a:pt x="1571461" y="1697670"/>
                  </a:lnTo>
                  <a:lnTo>
                    <a:pt x="1571458" y="1697662"/>
                  </a:lnTo>
                  <a:lnTo>
                    <a:pt x="1571453" y="1697655"/>
                  </a:lnTo>
                  <a:lnTo>
                    <a:pt x="1571446" y="1697651"/>
                  </a:lnTo>
                  <a:lnTo>
                    <a:pt x="1571440" y="1697648"/>
                  </a:lnTo>
                  <a:lnTo>
                    <a:pt x="1571398" y="1697556"/>
                  </a:lnTo>
                  <a:lnTo>
                    <a:pt x="1571354" y="1697456"/>
                  </a:lnTo>
                  <a:lnTo>
                    <a:pt x="1571350" y="1697398"/>
                  </a:lnTo>
                  <a:lnTo>
                    <a:pt x="1571348" y="1697376"/>
                  </a:lnTo>
                  <a:lnTo>
                    <a:pt x="1571350" y="1697330"/>
                  </a:lnTo>
                  <a:lnTo>
                    <a:pt x="1571368" y="1697209"/>
                  </a:lnTo>
                  <a:lnTo>
                    <a:pt x="1571379" y="1697101"/>
                  </a:lnTo>
                  <a:lnTo>
                    <a:pt x="1571372" y="1697094"/>
                  </a:lnTo>
                  <a:lnTo>
                    <a:pt x="1571367" y="1697089"/>
                  </a:lnTo>
                  <a:lnTo>
                    <a:pt x="1571362" y="1697081"/>
                  </a:lnTo>
                  <a:lnTo>
                    <a:pt x="1571355" y="1697069"/>
                  </a:lnTo>
                  <a:lnTo>
                    <a:pt x="1571352" y="1697060"/>
                  </a:lnTo>
                  <a:lnTo>
                    <a:pt x="1571351" y="1697052"/>
                  </a:lnTo>
                  <a:lnTo>
                    <a:pt x="1571352" y="1697046"/>
                  </a:lnTo>
                  <a:lnTo>
                    <a:pt x="1571355" y="1697038"/>
                  </a:lnTo>
                  <a:lnTo>
                    <a:pt x="1571359" y="1697024"/>
                  </a:lnTo>
                  <a:lnTo>
                    <a:pt x="1571363" y="1697007"/>
                  </a:lnTo>
                  <a:lnTo>
                    <a:pt x="1571367" y="1696990"/>
                  </a:lnTo>
                  <a:lnTo>
                    <a:pt x="1571368" y="1696981"/>
                  </a:lnTo>
                  <a:lnTo>
                    <a:pt x="1571370" y="1696970"/>
                  </a:lnTo>
                  <a:lnTo>
                    <a:pt x="1571371" y="1696963"/>
                  </a:lnTo>
                  <a:lnTo>
                    <a:pt x="1571372" y="1696956"/>
                  </a:lnTo>
                  <a:lnTo>
                    <a:pt x="1571376" y="1696948"/>
                  </a:lnTo>
                  <a:lnTo>
                    <a:pt x="1571379" y="1696940"/>
                  </a:lnTo>
                  <a:lnTo>
                    <a:pt x="1571380" y="1696934"/>
                  </a:lnTo>
                  <a:lnTo>
                    <a:pt x="1571374" y="1696927"/>
                  </a:lnTo>
                  <a:lnTo>
                    <a:pt x="1571370" y="1696921"/>
                  </a:lnTo>
                  <a:lnTo>
                    <a:pt x="1571369" y="1696914"/>
                  </a:lnTo>
                  <a:lnTo>
                    <a:pt x="1571365" y="1696904"/>
                  </a:lnTo>
                  <a:lnTo>
                    <a:pt x="1571359" y="1696890"/>
                  </a:lnTo>
                  <a:lnTo>
                    <a:pt x="1571355" y="1696883"/>
                  </a:lnTo>
                  <a:lnTo>
                    <a:pt x="1571352" y="1696874"/>
                  </a:lnTo>
                  <a:lnTo>
                    <a:pt x="1571351" y="1696868"/>
                  </a:lnTo>
                  <a:lnTo>
                    <a:pt x="1571350" y="1696859"/>
                  </a:lnTo>
                  <a:lnTo>
                    <a:pt x="1571349" y="1696848"/>
                  </a:lnTo>
                  <a:lnTo>
                    <a:pt x="1571350" y="1696842"/>
                  </a:lnTo>
                  <a:lnTo>
                    <a:pt x="1571354" y="1696838"/>
                  </a:lnTo>
                  <a:lnTo>
                    <a:pt x="1571359" y="1696833"/>
                  </a:lnTo>
                  <a:lnTo>
                    <a:pt x="1571365" y="1696820"/>
                  </a:lnTo>
                  <a:lnTo>
                    <a:pt x="1571367" y="1696813"/>
                  </a:lnTo>
                  <a:lnTo>
                    <a:pt x="1571370" y="1696806"/>
                  </a:lnTo>
                  <a:lnTo>
                    <a:pt x="1571372" y="1696800"/>
                  </a:lnTo>
                  <a:lnTo>
                    <a:pt x="1571375" y="1696794"/>
                  </a:lnTo>
                  <a:lnTo>
                    <a:pt x="1571378" y="1696788"/>
                  </a:lnTo>
                  <a:lnTo>
                    <a:pt x="1571378" y="1696780"/>
                  </a:lnTo>
                  <a:lnTo>
                    <a:pt x="1571379" y="1696764"/>
                  </a:lnTo>
                  <a:lnTo>
                    <a:pt x="1571383" y="1696752"/>
                  </a:lnTo>
                  <a:lnTo>
                    <a:pt x="1571388" y="1696742"/>
                  </a:lnTo>
                  <a:lnTo>
                    <a:pt x="1571391" y="1696736"/>
                  </a:lnTo>
                  <a:lnTo>
                    <a:pt x="1571394" y="1696729"/>
                  </a:lnTo>
                  <a:lnTo>
                    <a:pt x="1571399" y="1696719"/>
                  </a:lnTo>
                  <a:lnTo>
                    <a:pt x="1571398" y="1696713"/>
                  </a:lnTo>
                  <a:lnTo>
                    <a:pt x="1571399" y="1696705"/>
                  </a:lnTo>
                  <a:lnTo>
                    <a:pt x="1571396" y="1696697"/>
                  </a:lnTo>
                  <a:lnTo>
                    <a:pt x="1571390" y="1696692"/>
                  </a:lnTo>
                  <a:lnTo>
                    <a:pt x="1571385" y="1696685"/>
                  </a:lnTo>
                  <a:lnTo>
                    <a:pt x="1571381" y="1696678"/>
                  </a:lnTo>
                  <a:lnTo>
                    <a:pt x="1571379" y="1696672"/>
                  </a:lnTo>
                  <a:lnTo>
                    <a:pt x="1571376" y="1696667"/>
                  </a:lnTo>
                  <a:lnTo>
                    <a:pt x="1571370" y="1696657"/>
                  </a:lnTo>
                  <a:lnTo>
                    <a:pt x="1571363" y="1696643"/>
                  </a:lnTo>
                  <a:lnTo>
                    <a:pt x="1571358" y="1696635"/>
                  </a:lnTo>
                  <a:lnTo>
                    <a:pt x="1571354" y="1696631"/>
                  </a:lnTo>
                  <a:lnTo>
                    <a:pt x="1571345" y="1696626"/>
                  </a:lnTo>
                  <a:lnTo>
                    <a:pt x="1571334" y="1696624"/>
                  </a:lnTo>
                  <a:lnTo>
                    <a:pt x="1571326" y="1696621"/>
                  </a:lnTo>
                  <a:lnTo>
                    <a:pt x="1571318" y="1696620"/>
                  </a:lnTo>
                  <a:lnTo>
                    <a:pt x="1571334" y="1696554"/>
                  </a:lnTo>
                  <a:lnTo>
                    <a:pt x="1571339" y="1696535"/>
                  </a:lnTo>
                  <a:lnTo>
                    <a:pt x="1571341" y="1696527"/>
                  </a:lnTo>
                  <a:lnTo>
                    <a:pt x="1571344" y="1696512"/>
                  </a:lnTo>
                  <a:lnTo>
                    <a:pt x="1571358" y="1696454"/>
                  </a:lnTo>
                  <a:lnTo>
                    <a:pt x="1571369" y="1696455"/>
                  </a:lnTo>
                  <a:lnTo>
                    <a:pt x="1571381" y="1696454"/>
                  </a:lnTo>
                  <a:lnTo>
                    <a:pt x="1571392" y="1696450"/>
                  </a:lnTo>
                  <a:lnTo>
                    <a:pt x="1571398" y="1696445"/>
                  </a:lnTo>
                  <a:lnTo>
                    <a:pt x="1571404" y="1696439"/>
                  </a:lnTo>
                  <a:lnTo>
                    <a:pt x="1571412" y="1696431"/>
                  </a:lnTo>
                  <a:lnTo>
                    <a:pt x="1571418" y="1696423"/>
                  </a:lnTo>
                  <a:lnTo>
                    <a:pt x="1571423" y="1696417"/>
                  </a:lnTo>
                  <a:lnTo>
                    <a:pt x="1571431" y="1696402"/>
                  </a:lnTo>
                  <a:lnTo>
                    <a:pt x="1571434" y="1696397"/>
                  </a:lnTo>
                  <a:lnTo>
                    <a:pt x="1571436" y="1696392"/>
                  </a:lnTo>
                  <a:lnTo>
                    <a:pt x="1571443" y="1696392"/>
                  </a:lnTo>
                  <a:lnTo>
                    <a:pt x="1571451" y="1696392"/>
                  </a:lnTo>
                  <a:lnTo>
                    <a:pt x="1571461" y="1696390"/>
                  </a:lnTo>
                  <a:lnTo>
                    <a:pt x="1571470" y="1696389"/>
                  </a:lnTo>
                  <a:lnTo>
                    <a:pt x="1571485" y="1696389"/>
                  </a:lnTo>
                  <a:lnTo>
                    <a:pt x="1571491" y="1696390"/>
                  </a:lnTo>
                  <a:lnTo>
                    <a:pt x="1571505" y="1696388"/>
                  </a:lnTo>
                  <a:lnTo>
                    <a:pt x="1571504" y="1696376"/>
                  </a:lnTo>
                  <a:lnTo>
                    <a:pt x="1571505" y="1696367"/>
                  </a:lnTo>
                  <a:lnTo>
                    <a:pt x="1571508" y="1696359"/>
                  </a:lnTo>
                  <a:lnTo>
                    <a:pt x="1571510" y="1696353"/>
                  </a:lnTo>
                  <a:lnTo>
                    <a:pt x="1571511" y="1696343"/>
                  </a:lnTo>
                  <a:lnTo>
                    <a:pt x="1571512" y="1696331"/>
                  </a:lnTo>
                  <a:lnTo>
                    <a:pt x="1571514" y="1696320"/>
                  </a:lnTo>
                  <a:lnTo>
                    <a:pt x="1571519" y="1696313"/>
                  </a:lnTo>
                  <a:lnTo>
                    <a:pt x="1571524" y="1696307"/>
                  </a:lnTo>
                  <a:lnTo>
                    <a:pt x="1571531" y="1696301"/>
                  </a:lnTo>
                  <a:lnTo>
                    <a:pt x="1571537" y="1696298"/>
                  </a:lnTo>
                  <a:lnTo>
                    <a:pt x="1571543" y="1696294"/>
                  </a:lnTo>
                  <a:lnTo>
                    <a:pt x="1571559" y="1696285"/>
                  </a:lnTo>
                  <a:lnTo>
                    <a:pt x="1571570" y="1696280"/>
                  </a:lnTo>
                  <a:lnTo>
                    <a:pt x="1571578" y="1696277"/>
                  </a:lnTo>
                  <a:lnTo>
                    <a:pt x="1571586" y="1696277"/>
                  </a:lnTo>
                  <a:lnTo>
                    <a:pt x="1571594" y="1696278"/>
                  </a:lnTo>
                  <a:lnTo>
                    <a:pt x="1571604" y="1696278"/>
                  </a:lnTo>
                  <a:lnTo>
                    <a:pt x="1571613" y="1696278"/>
                  </a:lnTo>
                  <a:lnTo>
                    <a:pt x="1571621" y="1696277"/>
                  </a:lnTo>
                  <a:lnTo>
                    <a:pt x="1571630" y="1696274"/>
                  </a:lnTo>
                  <a:lnTo>
                    <a:pt x="1571638" y="1696269"/>
                  </a:lnTo>
                  <a:lnTo>
                    <a:pt x="1571642" y="1696264"/>
                  </a:lnTo>
                  <a:lnTo>
                    <a:pt x="1571645" y="1696254"/>
                  </a:lnTo>
                  <a:lnTo>
                    <a:pt x="1571646" y="1696247"/>
                  </a:lnTo>
                  <a:lnTo>
                    <a:pt x="1571643" y="1696237"/>
                  </a:lnTo>
                  <a:lnTo>
                    <a:pt x="1571639" y="1696227"/>
                  </a:lnTo>
                  <a:lnTo>
                    <a:pt x="1571628" y="1696207"/>
                  </a:lnTo>
                  <a:lnTo>
                    <a:pt x="1571636" y="1696198"/>
                  </a:lnTo>
                  <a:lnTo>
                    <a:pt x="1571642" y="1696193"/>
                  </a:lnTo>
                  <a:lnTo>
                    <a:pt x="1571648" y="1696188"/>
                  </a:lnTo>
                  <a:lnTo>
                    <a:pt x="1571658" y="1696182"/>
                  </a:lnTo>
                  <a:lnTo>
                    <a:pt x="1571667" y="1696177"/>
                  </a:lnTo>
                  <a:lnTo>
                    <a:pt x="1571676" y="1696174"/>
                  </a:lnTo>
                  <a:lnTo>
                    <a:pt x="1571684" y="1696171"/>
                  </a:lnTo>
                  <a:lnTo>
                    <a:pt x="1571831" y="1696029"/>
                  </a:lnTo>
                  <a:lnTo>
                    <a:pt x="1571839" y="1696022"/>
                  </a:lnTo>
                  <a:lnTo>
                    <a:pt x="1571845" y="1696016"/>
                  </a:lnTo>
                  <a:lnTo>
                    <a:pt x="1571850" y="1696011"/>
                  </a:lnTo>
                  <a:lnTo>
                    <a:pt x="1571853" y="1696007"/>
                  </a:lnTo>
                  <a:lnTo>
                    <a:pt x="1571864" y="1695996"/>
                  </a:lnTo>
                  <a:lnTo>
                    <a:pt x="1571875" y="1695988"/>
                  </a:lnTo>
                  <a:lnTo>
                    <a:pt x="1571886" y="1695979"/>
                  </a:lnTo>
                  <a:lnTo>
                    <a:pt x="1571896" y="1695969"/>
                  </a:lnTo>
                  <a:lnTo>
                    <a:pt x="1571908" y="1695960"/>
                  </a:lnTo>
                  <a:lnTo>
                    <a:pt x="1571918" y="1695950"/>
                  </a:lnTo>
                  <a:lnTo>
                    <a:pt x="1571921" y="1695946"/>
                  </a:lnTo>
                  <a:lnTo>
                    <a:pt x="1571927" y="1695941"/>
                  </a:lnTo>
                  <a:lnTo>
                    <a:pt x="1571935" y="1695932"/>
                  </a:lnTo>
                  <a:lnTo>
                    <a:pt x="1571940" y="1695924"/>
                  </a:lnTo>
                  <a:lnTo>
                    <a:pt x="1571943" y="1695919"/>
                  </a:lnTo>
                  <a:lnTo>
                    <a:pt x="1571946" y="1695911"/>
                  </a:lnTo>
                  <a:lnTo>
                    <a:pt x="1571949" y="1695899"/>
                  </a:lnTo>
                  <a:lnTo>
                    <a:pt x="1571952" y="1695890"/>
                  </a:lnTo>
                  <a:lnTo>
                    <a:pt x="1571958" y="1695888"/>
                  </a:lnTo>
                  <a:lnTo>
                    <a:pt x="1571965" y="1695890"/>
                  </a:lnTo>
                  <a:lnTo>
                    <a:pt x="1571973" y="1695892"/>
                  </a:lnTo>
                  <a:lnTo>
                    <a:pt x="1571981" y="1695895"/>
                  </a:lnTo>
                  <a:lnTo>
                    <a:pt x="1571985" y="1695897"/>
                  </a:lnTo>
                  <a:lnTo>
                    <a:pt x="1571997" y="1695902"/>
                  </a:lnTo>
                  <a:lnTo>
                    <a:pt x="1572005" y="1695903"/>
                  </a:lnTo>
                  <a:lnTo>
                    <a:pt x="1572014" y="1695904"/>
                  </a:lnTo>
                  <a:lnTo>
                    <a:pt x="1572022" y="1695903"/>
                  </a:lnTo>
                  <a:lnTo>
                    <a:pt x="1572031" y="1695903"/>
                  </a:lnTo>
                  <a:lnTo>
                    <a:pt x="1572038" y="1695901"/>
                  </a:lnTo>
                  <a:lnTo>
                    <a:pt x="1572044" y="1695900"/>
                  </a:lnTo>
                  <a:lnTo>
                    <a:pt x="1572049" y="1695899"/>
                  </a:lnTo>
                  <a:lnTo>
                    <a:pt x="1572055" y="1695897"/>
                  </a:lnTo>
                  <a:lnTo>
                    <a:pt x="1572065" y="1695895"/>
                  </a:lnTo>
                  <a:lnTo>
                    <a:pt x="1572073" y="1695893"/>
                  </a:lnTo>
                  <a:lnTo>
                    <a:pt x="1572079" y="1695893"/>
                  </a:lnTo>
                  <a:lnTo>
                    <a:pt x="1572086" y="1695893"/>
                  </a:lnTo>
                  <a:lnTo>
                    <a:pt x="1572090" y="1695890"/>
                  </a:lnTo>
                  <a:lnTo>
                    <a:pt x="1572093" y="1695885"/>
                  </a:lnTo>
                  <a:lnTo>
                    <a:pt x="1572099" y="1695876"/>
                  </a:lnTo>
                  <a:lnTo>
                    <a:pt x="1572103" y="1695871"/>
                  </a:lnTo>
                  <a:lnTo>
                    <a:pt x="1572113" y="1695867"/>
                  </a:lnTo>
                  <a:lnTo>
                    <a:pt x="1572119" y="1695863"/>
                  </a:lnTo>
                  <a:lnTo>
                    <a:pt x="1572123" y="1695860"/>
                  </a:lnTo>
                  <a:lnTo>
                    <a:pt x="1572127" y="1695856"/>
                  </a:lnTo>
                  <a:lnTo>
                    <a:pt x="1572133" y="1695850"/>
                  </a:lnTo>
                  <a:lnTo>
                    <a:pt x="1572137" y="1695845"/>
                  </a:lnTo>
                  <a:lnTo>
                    <a:pt x="1572138" y="1695836"/>
                  </a:lnTo>
                  <a:lnTo>
                    <a:pt x="1572138" y="1695830"/>
                  </a:lnTo>
                  <a:lnTo>
                    <a:pt x="1572138" y="1695824"/>
                  </a:lnTo>
                  <a:lnTo>
                    <a:pt x="1572138" y="1695816"/>
                  </a:lnTo>
                  <a:lnTo>
                    <a:pt x="1572141" y="1695803"/>
                  </a:lnTo>
                  <a:lnTo>
                    <a:pt x="1572146" y="1695797"/>
                  </a:lnTo>
                  <a:lnTo>
                    <a:pt x="1572152" y="1695794"/>
                  </a:lnTo>
                  <a:lnTo>
                    <a:pt x="1572155" y="1695783"/>
                  </a:lnTo>
                  <a:lnTo>
                    <a:pt x="1572158" y="1695773"/>
                  </a:lnTo>
                  <a:lnTo>
                    <a:pt x="1572159" y="1695767"/>
                  </a:lnTo>
                  <a:lnTo>
                    <a:pt x="1572162" y="1695757"/>
                  </a:lnTo>
                  <a:lnTo>
                    <a:pt x="1572167" y="1695739"/>
                  </a:lnTo>
                  <a:lnTo>
                    <a:pt x="1572170" y="1695729"/>
                  </a:lnTo>
                  <a:lnTo>
                    <a:pt x="1572173" y="1695721"/>
                  </a:lnTo>
                  <a:lnTo>
                    <a:pt x="1572176" y="1695713"/>
                  </a:lnTo>
                  <a:lnTo>
                    <a:pt x="1572179" y="1695700"/>
                  </a:lnTo>
                  <a:lnTo>
                    <a:pt x="1572182" y="1695687"/>
                  </a:lnTo>
                  <a:lnTo>
                    <a:pt x="1572182" y="1695674"/>
                  </a:lnTo>
                  <a:lnTo>
                    <a:pt x="1572181" y="1695660"/>
                  </a:lnTo>
                  <a:lnTo>
                    <a:pt x="1572190" y="1695646"/>
                  </a:lnTo>
                  <a:lnTo>
                    <a:pt x="1572197" y="1695640"/>
                  </a:lnTo>
                  <a:lnTo>
                    <a:pt x="1572202" y="1695636"/>
                  </a:lnTo>
                  <a:lnTo>
                    <a:pt x="1572211" y="1695634"/>
                  </a:lnTo>
                  <a:lnTo>
                    <a:pt x="1572216" y="1695632"/>
                  </a:lnTo>
                  <a:lnTo>
                    <a:pt x="1572228" y="1695621"/>
                  </a:lnTo>
                  <a:lnTo>
                    <a:pt x="1572239" y="1695621"/>
                  </a:lnTo>
                  <a:lnTo>
                    <a:pt x="1572255" y="1695620"/>
                  </a:lnTo>
                  <a:lnTo>
                    <a:pt x="1572264" y="1695619"/>
                  </a:lnTo>
                  <a:lnTo>
                    <a:pt x="1572274" y="1695617"/>
                  </a:lnTo>
                  <a:lnTo>
                    <a:pt x="1572281" y="1695614"/>
                  </a:lnTo>
                  <a:lnTo>
                    <a:pt x="1572289" y="1695609"/>
                  </a:lnTo>
                  <a:lnTo>
                    <a:pt x="1572294" y="1695604"/>
                  </a:lnTo>
                  <a:lnTo>
                    <a:pt x="1572297" y="1695597"/>
                  </a:lnTo>
                  <a:lnTo>
                    <a:pt x="1572303" y="1695582"/>
                  </a:lnTo>
                  <a:lnTo>
                    <a:pt x="1572306" y="1695575"/>
                  </a:lnTo>
                  <a:lnTo>
                    <a:pt x="1572258" y="1695485"/>
                  </a:lnTo>
                  <a:lnTo>
                    <a:pt x="1572281" y="1695463"/>
                  </a:lnTo>
                  <a:lnTo>
                    <a:pt x="1572292" y="1695451"/>
                  </a:lnTo>
                  <a:lnTo>
                    <a:pt x="1572291" y="1695435"/>
                  </a:lnTo>
                  <a:lnTo>
                    <a:pt x="1572290" y="1695428"/>
                  </a:lnTo>
                  <a:lnTo>
                    <a:pt x="1572302" y="1695426"/>
                  </a:lnTo>
                  <a:lnTo>
                    <a:pt x="1572310" y="1695423"/>
                  </a:lnTo>
                  <a:lnTo>
                    <a:pt x="1572317" y="1695418"/>
                  </a:lnTo>
                  <a:lnTo>
                    <a:pt x="1572324" y="1695416"/>
                  </a:lnTo>
                  <a:lnTo>
                    <a:pt x="1572331" y="1695413"/>
                  </a:lnTo>
                  <a:lnTo>
                    <a:pt x="1572337" y="1695410"/>
                  </a:lnTo>
                  <a:lnTo>
                    <a:pt x="1572343" y="1695406"/>
                  </a:lnTo>
                  <a:lnTo>
                    <a:pt x="1572347" y="1695403"/>
                  </a:lnTo>
                  <a:lnTo>
                    <a:pt x="1572352" y="1695399"/>
                  </a:lnTo>
                  <a:lnTo>
                    <a:pt x="1572356" y="1695393"/>
                  </a:lnTo>
                  <a:lnTo>
                    <a:pt x="1572361" y="1695387"/>
                  </a:lnTo>
                  <a:lnTo>
                    <a:pt x="1572366" y="1695378"/>
                  </a:lnTo>
                  <a:lnTo>
                    <a:pt x="1572367" y="1695368"/>
                  </a:lnTo>
                  <a:lnTo>
                    <a:pt x="1572450" y="1695383"/>
                  </a:lnTo>
                  <a:lnTo>
                    <a:pt x="1572519" y="1695328"/>
                  </a:lnTo>
                  <a:lnTo>
                    <a:pt x="1572516" y="1695319"/>
                  </a:lnTo>
                  <a:lnTo>
                    <a:pt x="1572516" y="1695311"/>
                  </a:lnTo>
                  <a:lnTo>
                    <a:pt x="1572525" y="1695305"/>
                  </a:lnTo>
                  <a:lnTo>
                    <a:pt x="1572533" y="1695302"/>
                  </a:lnTo>
                  <a:lnTo>
                    <a:pt x="1572542" y="1695300"/>
                  </a:lnTo>
                  <a:lnTo>
                    <a:pt x="1572549" y="1695299"/>
                  </a:lnTo>
                  <a:lnTo>
                    <a:pt x="1572557" y="1695301"/>
                  </a:lnTo>
                  <a:lnTo>
                    <a:pt x="1572560" y="1695293"/>
                  </a:lnTo>
                  <a:lnTo>
                    <a:pt x="1572559" y="1695287"/>
                  </a:lnTo>
                  <a:lnTo>
                    <a:pt x="1572558" y="1695279"/>
                  </a:lnTo>
                  <a:lnTo>
                    <a:pt x="1572555" y="1695271"/>
                  </a:lnTo>
                  <a:lnTo>
                    <a:pt x="1572549" y="1695262"/>
                  </a:lnTo>
                  <a:lnTo>
                    <a:pt x="1572542" y="1695255"/>
                  </a:lnTo>
                  <a:lnTo>
                    <a:pt x="1572538" y="1695249"/>
                  </a:lnTo>
                  <a:lnTo>
                    <a:pt x="1572537" y="1695241"/>
                  </a:lnTo>
                  <a:lnTo>
                    <a:pt x="1572538" y="1695224"/>
                  </a:lnTo>
                  <a:lnTo>
                    <a:pt x="1572541" y="1695197"/>
                  </a:lnTo>
                  <a:lnTo>
                    <a:pt x="1572543" y="1695185"/>
                  </a:lnTo>
                  <a:lnTo>
                    <a:pt x="1572546" y="1695170"/>
                  </a:lnTo>
                  <a:lnTo>
                    <a:pt x="1572546" y="1695157"/>
                  </a:lnTo>
                  <a:lnTo>
                    <a:pt x="1572548" y="1695147"/>
                  </a:lnTo>
                  <a:lnTo>
                    <a:pt x="1572553" y="1695139"/>
                  </a:lnTo>
                  <a:lnTo>
                    <a:pt x="1572558" y="1695133"/>
                  </a:lnTo>
                  <a:lnTo>
                    <a:pt x="1572565" y="1695124"/>
                  </a:lnTo>
                  <a:lnTo>
                    <a:pt x="1572560" y="1695108"/>
                  </a:lnTo>
                  <a:lnTo>
                    <a:pt x="1572545" y="1695093"/>
                  </a:lnTo>
                  <a:lnTo>
                    <a:pt x="1572533" y="1695084"/>
                  </a:lnTo>
                  <a:lnTo>
                    <a:pt x="1572521" y="1695077"/>
                  </a:lnTo>
                  <a:lnTo>
                    <a:pt x="1572499" y="1695068"/>
                  </a:lnTo>
                  <a:lnTo>
                    <a:pt x="1572492" y="1695063"/>
                  </a:lnTo>
                  <a:lnTo>
                    <a:pt x="1572494" y="1695050"/>
                  </a:lnTo>
                  <a:lnTo>
                    <a:pt x="1572496" y="1695044"/>
                  </a:lnTo>
                  <a:lnTo>
                    <a:pt x="1572495" y="1695026"/>
                  </a:lnTo>
                  <a:lnTo>
                    <a:pt x="1572496" y="1695005"/>
                  </a:lnTo>
                  <a:lnTo>
                    <a:pt x="1572498" y="1694988"/>
                  </a:lnTo>
                  <a:lnTo>
                    <a:pt x="1572502" y="1694974"/>
                  </a:lnTo>
                  <a:lnTo>
                    <a:pt x="1572483" y="1694967"/>
                  </a:lnTo>
                  <a:lnTo>
                    <a:pt x="1572466" y="1694964"/>
                  </a:lnTo>
                  <a:lnTo>
                    <a:pt x="1572440" y="1694965"/>
                  </a:lnTo>
                  <a:lnTo>
                    <a:pt x="1572437" y="1694943"/>
                  </a:lnTo>
                  <a:lnTo>
                    <a:pt x="1572432" y="1694930"/>
                  </a:lnTo>
                  <a:lnTo>
                    <a:pt x="1572428" y="1694922"/>
                  </a:lnTo>
                  <a:lnTo>
                    <a:pt x="1572424" y="1694914"/>
                  </a:lnTo>
                  <a:lnTo>
                    <a:pt x="1572421" y="1694909"/>
                  </a:lnTo>
                  <a:lnTo>
                    <a:pt x="1572421" y="1694897"/>
                  </a:lnTo>
                  <a:lnTo>
                    <a:pt x="1572421" y="1694890"/>
                  </a:lnTo>
                  <a:lnTo>
                    <a:pt x="1572420" y="1694882"/>
                  </a:lnTo>
                  <a:lnTo>
                    <a:pt x="1572419" y="1694875"/>
                  </a:lnTo>
                  <a:lnTo>
                    <a:pt x="1572415" y="1694852"/>
                  </a:lnTo>
                  <a:lnTo>
                    <a:pt x="1572415" y="1694838"/>
                  </a:lnTo>
                  <a:lnTo>
                    <a:pt x="1572415" y="1694832"/>
                  </a:lnTo>
                  <a:lnTo>
                    <a:pt x="1572417" y="1694824"/>
                  </a:lnTo>
                  <a:lnTo>
                    <a:pt x="1572422" y="1694816"/>
                  </a:lnTo>
                  <a:lnTo>
                    <a:pt x="1572432" y="1694798"/>
                  </a:lnTo>
                  <a:lnTo>
                    <a:pt x="1572432" y="1694789"/>
                  </a:lnTo>
                  <a:lnTo>
                    <a:pt x="1572425" y="1694776"/>
                  </a:lnTo>
                  <a:lnTo>
                    <a:pt x="1572424" y="1694765"/>
                  </a:lnTo>
                  <a:lnTo>
                    <a:pt x="1572431" y="1694751"/>
                  </a:lnTo>
                  <a:lnTo>
                    <a:pt x="1572424" y="1694733"/>
                  </a:lnTo>
                  <a:lnTo>
                    <a:pt x="1572420" y="1694726"/>
                  </a:lnTo>
                  <a:lnTo>
                    <a:pt x="1572417" y="1694718"/>
                  </a:lnTo>
                  <a:lnTo>
                    <a:pt x="1572413" y="1694710"/>
                  </a:lnTo>
                  <a:lnTo>
                    <a:pt x="1572410" y="1694704"/>
                  </a:lnTo>
                  <a:lnTo>
                    <a:pt x="1572406" y="1694695"/>
                  </a:lnTo>
                  <a:lnTo>
                    <a:pt x="1572399" y="1694687"/>
                  </a:lnTo>
                  <a:lnTo>
                    <a:pt x="1572390" y="1694678"/>
                  </a:lnTo>
                  <a:lnTo>
                    <a:pt x="1572380" y="1694669"/>
                  </a:lnTo>
                  <a:lnTo>
                    <a:pt x="1572377" y="1694663"/>
                  </a:lnTo>
                  <a:lnTo>
                    <a:pt x="1572378" y="1694657"/>
                  </a:lnTo>
                  <a:lnTo>
                    <a:pt x="1572382" y="1694653"/>
                  </a:lnTo>
                  <a:lnTo>
                    <a:pt x="1572387" y="1694647"/>
                  </a:lnTo>
                  <a:lnTo>
                    <a:pt x="1572399" y="1694630"/>
                  </a:lnTo>
                  <a:lnTo>
                    <a:pt x="1572405" y="1694618"/>
                  </a:lnTo>
                  <a:lnTo>
                    <a:pt x="1572410" y="1694609"/>
                  </a:lnTo>
                  <a:lnTo>
                    <a:pt x="1572414" y="1694604"/>
                  </a:lnTo>
                  <a:lnTo>
                    <a:pt x="1572420" y="1694602"/>
                  </a:lnTo>
                  <a:lnTo>
                    <a:pt x="1572427" y="1694599"/>
                  </a:lnTo>
                  <a:lnTo>
                    <a:pt x="1572422" y="1694593"/>
                  </a:lnTo>
                  <a:lnTo>
                    <a:pt x="1572405" y="1694579"/>
                  </a:lnTo>
                  <a:lnTo>
                    <a:pt x="1572383" y="1694563"/>
                  </a:lnTo>
                  <a:lnTo>
                    <a:pt x="1572375" y="1694553"/>
                  </a:lnTo>
                  <a:lnTo>
                    <a:pt x="1572363" y="1694545"/>
                  </a:lnTo>
                  <a:lnTo>
                    <a:pt x="1572356" y="1694540"/>
                  </a:lnTo>
                  <a:lnTo>
                    <a:pt x="1572351" y="1694536"/>
                  </a:lnTo>
                  <a:lnTo>
                    <a:pt x="1572332" y="1694523"/>
                  </a:lnTo>
                  <a:lnTo>
                    <a:pt x="1572323" y="1694519"/>
                  </a:lnTo>
                  <a:lnTo>
                    <a:pt x="1572313" y="1694514"/>
                  </a:lnTo>
                  <a:lnTo>
                    <a:pt x="1572298" y="1694506"/>
                  </a:lnTo>
                  <a:lnTo>
                    <a:pt x="1572286" y="1694501"/>
                  </a:lnTo>
                  <a:lnTo>
                    <a:pt x="1572280" y="1694496"/>
                  </a:lnTo>
                  <a:lnTo>
                    <a:pt x="1572273" y="1694487"/>
                  </a:lnTo>
                  <a:lnTo>
                    <a:pt x="1572264" y="1694480"/>
                  </a:lnTo>
                  <a:lnTo>
                    <a:pt x="1572256" y="1694474"/>
                  </a:lnTo>
                  <a:lnTo>
                    <a:pt x="1572248" y="1694471"/>
                  </a:lnTo>
                  <a:lnTo>
                    <a:pt x="1572239" y="1694471"/>
                  </a:lnTo>
                  <a:lnTo>
                    <a:pt x="1572230" y="1694473"/>
                  </a:lnTo>
                  <a:lnTo>
                    <a:pt x="1572220" y="1694474"/>
                  </a:lnTo>
                  <a:lnTo>
                    <a:pt x="1572212" y="1694469"/>
                  </a:lnTo>
                  <a:lnTo>
                    <a:pt x="1572202" y="1694461"/>
                  </a:lnTo>
                  <a:lnTo>
                    <a:pt x="1572190" y="1694455"/>
                  </a:lnTo>
                  <a:lnTo>
                    <a:pt x="1572181" y="1694450"/>
                  </a:lnTo>
                  <a:lnTo>
                    <a:pt x="1572172" y="1694448"/>
                  </a:lnTo>
                  <a:lnTo>
                    <a:pt x="1572161" y="1694446"/>
                  </a:lnTo>
                  <a:lnTo>
                    <a:pt x="1572146" y="1694445"/>
                  </a:lnTo>
                  <a:lnTo>
                    <a:pt x="1572133" y="1694444"/>
                  </a:lnTo>
                  <a:lnTo>
                    <a:pt x="1572119" y="1694443"/>
                  </a:lnTo>
                  <a:lnTo>
                    <a:pt x="1572109" y="1694437"/>
                  </a:lnTo>
                  <a:lnTo>
                    <a:pt x="1572101" y="1694429"/>
                  </a:lnTo>
                  <a:lnTo>
                    <a:pt x="1572096" y="1694423"/>
                  </a:lnTo>
                  <a:lnTo>
                    <a:pt x="1572091" y="1694417"/>
                  </a:lnTo>
                  <a:lnTo>
                    <a:pt x="1572086" y="1694410"/>
                  </a:lnTo>
                  <a:lnTo>
                    <a:pt x="1572081" y="1694401"/>
                  </a:lnTo>
                  <a:lnTo>
                    <a:pt x="1572073" y="1694390"/>
                  </a:lnTo>
                  <a:lnTo>
                    <a:pt x="1572063" y="1694380"/>
                  </a:lnTo>
                  <a:lnTo>
                    <a:pt x="1572048" y="1694370"/>
                  </a:lnTo>
                  <a:lnTo>
                    <a:pt x="1572032" y="1694351"/>
                  </a:lnTo>
                  <a:lnTo>
                    <a:pt x="1572019" y="1694328"/>
                  </a:lnTo>
                  <a:lnTo>
                    <a:pt x="1572013" y="1694315"/>
                  </a:lnTo>
                  <a:lnTo>
                    <a:pt x="1572007" y="1694301"/>
                  </a:lnTo>
                  <a:lnTo>
                    <a:pt x="1572003" y="1694287"/>
                  </a:lnTo>
                  <a:lnTo>
                    <a:pt x="1572000" y="1694271"/>
                  </a:lnTo>
                  <a:lnTo>
                    <a:pt x="1572001" y="1694262"/>
                  </a:lnTo>
                  <a:lnTo>
                    <a:pt x="1572006" y="1694248"/>
                  </a:lnTo>
                  <a:lnTo>
                    <a:pt x="1572026" y="1694157"/>
                  </a:lnTo>
                  <a:lnTo>
                    <a:pt x="1572103" y="1694041"/>
                  </a:lnTo>
                  <a:lnTo>
                    <a:pt x="1572114" y="1694032"/>
                  </a:lnTo>
                  <a:lnTo>
                    <a:pt x="1572118" y="1694027"/>
                  </a:lnTo>
                  <a:lnTo>
                    <a:pt x="1572123" y="1694022"/>
                  </a:lnTo>
                  <a:lnTo>
                    <a:pt x="1572125" y="1694017"/>
                  </a:lnTo>
                  <a:lnTo>
                    <a:pt x="1572127" y="1694009"/>
                  </a:lnTo>
                  <a:lnTo>
                    <a:pt x="1572129" y="1693962"/>
                  </a:lnTo>
                  <a:lnTo>
                    <a:pt x="1572127" y="1693955"/>
                  </a:lnTo>
                  <a:lnTo>
                    <a:pt x="1572121" y="1693938"/>
                  </a:lnTo>
                  <a:lnTo>
                    <a:pt x="1572118" y="1693930"/>
                  </a:lnTo>
                  <a:lnTo>
                    <a:pt x="1572111" y="1693926"/>
                  </a:lnTo>
                  <a:lnTo>
                    <a:pt x="1572100" y="1693925"/>
                  </a:lnTo>
                  <a:lnTo>
                    <a:pt x="1572093" y="1693924"/>
                  </a:lnTo>
                  <a:lnTo>
                    <a:pt x="1572086" y="1693923"/>
                  </a:lnTo>
                  <a:lnTo>
                    <a:pt x="1572081" y="1693922"/>
                  </a:lnTo>
                  <a:lnTo>
                    <a:pt x="1572073" y="1693920"/>
                  </a:lnTo>
                  <a:lnTo>
                    <a:pt x="1572065" y="1693916"/>
                  </a:lnTo>
                  <a:lnTo>
                    <a:pt x="1572057" y="1693911"/>
                  </a:lnTo>
                  <a:lnTo>
                    <a:pt x="1572046" y="1693901"/>
                  </a:lnTo>
                  <a:lnTo>
                    <a:pt x="1572040" y="1693897"/>
                  </a:lnTo>
                  <a:lnTo>
                    <a:pt x="1572035" y="1693891"/>
                  </a:lnTo>
                  <a:lnTo>
                    <a:pt x="1572035" y="1693885"/>
                  </a:lnTo>
                  <a:lnTo>
                    <a:pt x="1572037" y="1693876"/>
                  </a:lnTo>
                  <a:lnTo>
                    <a:pt x="1572038" y="1693869"/>
                  </a:lnTo>
                  <a:lnTo>
                    <a:pt x="1572037" y="1693863"/>
                  </a:lnTo>
                  <a:lnTo>
                    <a:pt x="1572033" y="1693859"/>
                  </a:lnTo>
                  <a:lnTo>
                    <a:pt x="1572029" y="1693854"/>
                  </a:lnTo>
                  <a:lnTo>
                    <a:pt x="1572026" y="1693849"/>
                  </a:lnTo>
                  <a:lnTo>
                    <a:pt x="1572023" y="1693841"/>
                  </a:lnTo>
                  <a:lnTo>
                    <a:pt x="1572022" y="1693833"/>
                  </a:lnTo>
                  <a:lnTo>
                    <a:pt x="1572022" y="1693824"/>
                  </a:lnTo>
                  <a:lnTo>
                    <a:pt x="1572021" y="1693814"/>
                  </a:lnTo>
                  <a:lnTo>
                    <a:pt x="1572021" y="1693805"/>
                  </a:lnTo>
                  <a:lnTo>
                    <a:pt x="1572022" y="1693796"/>
                  </a:lnTo>
                  <a:lnTo>
                    <a:pt x="1572022" y="1693789"/>
                  </a:lnTo>
                  <a:lnTo>
                    <a:pt x="1572021" y="1693780"/>
                  </a:lnTo>
                  <a:lnTo>
                    <a:pt x="1572016" y="1693774"/>
                  </a:lnTo>
                  <a:lnTo>
                    <a:pt x="1572014" y="1693767"/>
                  </a:lnTo>
                  <a:lnTo>
                    <a:pt x="1572016" y="1693755"/>
                  </a:lnTo>
                  <a:lnTo>
                    <a:pt x="1572018" y="1693743"/>
                  </a:lnTo>
                  <a:lnTo>
                    <a:pt x="1572018" y="1693735"/>
                  </a:lnTo>
                  <a:lnTo>
                    <a:pt x="1572019" y="1693728"/>
                  </a:lnTo>
                  <a:lnTo>
                    <a:pt x="1572022" y="1693721"/>
                  </a:lnTo>
                  <a:lnTo>
                    <a:pt x="1572026" y="1693717"/>
                  </a:lnTo>
                  <a:lnTo>
                    <a:pt x="1572031" y="1693714"/>
                  </a:lnTo>
                  <a:lnTo>
                    <a:pt x="1572041" y="1693709"/>
                  </a:lnTo>
                  <a:lnTo>
                    <a:pt x="1572047" y="1693706"/>
                  </a:lnTo>
                  <a:lnTo>
                    <a:pt x="1572053" y="1693705"/>
                  </a:lnTo>
                  <a:lnTo>
                    <a:pt x="1572062" y="1693702"/>
                  </a:lnTo>
                  <a:lnTo>
                    <a:pt x="1572070" y="1693699"/>
                  </a:lnTo>
                  <a:lnTo>
                    <a:pt x="1572082" y="1693693"/>
                  </a:lnTo>
                  <a:lnTo>
                    <a:pt x="1572091" y="1693690"/>
                  </a:lnTo>
                  <a:lnTo>
                    <a:pt x="1572097" y="1693687"/>
                  </a:lnTo>
                  <a:lnTo>
                    <a:pt x="1572180" y="1693538"/>
                  </a:lnTo>
                  <a:lnTo>
                    <a:pt x="1572187" y="1693525"/>
                  </a:lnTo>
                  <a:lnTo>
                    <a:pt x="1572322" y="1693189"/>
                  </a:lnTo>
                  <a:lnTo>
                    <a:pt x="1572329" y="1693194"/>
                  </a:lnTo>
                  <a:lnTo>
                    <a:pt x="1572337" y="1693198"/>
                  </a:lnTo>
                  <a:lnTo>
                    <a:pt x="1572346" y="1693201"/>
                  </a:lnTo>
                  <a:lnTo>
                    <a:pt x="1572360" y="1693204"/>
                  </a:lnTo>
                  <a:lnTo>
                    <a:pt x="1572374" y="1693205"/>
                  </a:lnTo>
                  <a:lnTo>
                    <a:pt x="1572388" y="1693205"/>
                  </a:lnTo>
                  <a:lnTo>
                    <a:pt x="1572400" y="1693204"/>
                  </a:lnTo>
                  <a:lnTo>
                    <a:pt x="1572409" y="1693202"/>
                  </a:lnTo>
                  <a:lnTo>
                    <a:pt x="1572419" y="1693196"/>
                  </a:lnTo>
                  <a:lnTo>
                    <a:pt x="1572427" y="1693191"/>
                  </a:lnTo>
                  <a:lnTo>
                    <a:pt x="1572437" y="1693185"/>
                  </a:lnTo>
                  <a:lnTo>
                    <a:pt x="1572446" y="1693177"/>
                  </a:lnTo>
                  <a:lnTo>
                    <a:pt x="1572453" y="1693167"/>
                  </a:lnTo>
                  <a:lnTo>
                    <a:pt x="1572455" y="1693160"/>
                  </a:lnTo>
                  <a:lnTo>
                    <a:pt x="1572456" y="1693150"/>
                  </a:lnTo>
                  <a:lnTo>
                    <a:pt x="1572436" y="1692844"/>
                  </a:lnTo>
                  <a:lnTo>
                    <a:pt x="1572430" y="1692754"/>
                  </a:lnTo>
                  <a:lnTo>
                    <a:pt x="1572404" y="1692376"/>
                  </a:lnTo>
                  <a:lnTo>
                    <a:pt x="1572386" y="1692098"/>
                  </a:lnTo>
                  <a:lnTo>
                    <a:pt x="1572402" y="1692097"/>
                  </a:lnTo>
                  <a:lnTo>
                    <a:pt x="1572416" y="1692095"/>
                  </a:lnTo>
                  <a:lnTo>
                    <a:pt x="1572426" y="1692095"/>
                  </a:lnTo>
                  <a:lnTo>
                    <a:pt x="1572435" y="1692093"/>
                  </a:lnTo>
                  <a:lnTo>
                    <a:pt x="1572445" y="1692086"/>
                  </a:lnTo>
                  <a:lnTo>
                    <a:pt x="1572455" y="1692079"/>
                  </a:lnTo>
                  <a:lnTo>
                    <a:pt x="1572461" y="1692076"/>
                  </a:lnTo>
                  <a:lnTo>
                    <a:pt x="1572465" y="1692072"/>
                  </a:lnTo>
                  <a:lnTo>
                    <a:pt x="1572478" y="1692065"/>
                  </a:lnTo>
                  <a:lnTo>
                    <a:pt x="1572491" y="1692062"/>
                  </a:lnTo>
                  <a:lnTo>
                    <a:pt x="1572505" y="1692058"/>
                  </a:lnTo>
                  <a:lnTo>
                    <a:pt x="1572517" y="1692054"/>
                  </a:lnTo>
                  <a:lnTo>
                    <a:pt x="1572527" y="1692049"/>
                  </a:lnTo>
                  <a:lnTo>
                    <a:pt x="1572535" y="1692045"/>
                  </a:lnTo>
                  <a:lnTo>
                    <a:pt x="1572542" y="1692040"/>
                  </a:lnTo>
                  <a:lnTo>
                    <a:pt x="1572550" y="1692032"/>
                  </a:lnTo>
                  <a:lnTo>
                    <a:pt x="1572558" y="1692018"/>
                  </a:lnTo>
                  <a:lnTo>
                    <a:pt x="1572565" y="1692003"/>
                  </a:lnTo>
                  <a:lnTo>
                    <a:pt x="1572568" y="1691997"/>
                  </a:lnTo>
                  <a:lnTo>
                    <a:pt x="1572570" y="1691992"/>
                  </a:lnTo>
                  <a:lnTo>
                    <a:pt x="1572578" y="1691983"/>
                  </a:lnTo>
                  <a:lnTo>
                    <a:pt x="1572585" y="1691980"/>
                  </a:lnTo>
                  <a:lnTo>
                    <a:pt x="1572593" y="1691978"/>
                  </a:lnTo>
                  <a:lnTo>
                    <a:pt x="1572598" y="1691973"/>
                  </a:lnTo>
                  <a:lnTo>
                    <a:pt x="1572601" y="1691963"/>
                  </a:lnTo>
                  <a:lnTo>
                    <a:pt x="1572604" y="1691950"/>
                  </a:lnTo>
                  <a:lnTo>
                    <a:pt x="1572605" y="1691924"/>
                  </a:lnTo>
                  <a:lnTo>
                    <a:pt x="1572611" y="1691916"/>
                  </a:lnTo>
                  <a:lnTo>
                    <a:pt x="1572620" y="1691907"/>
                  </a:lnTo>
                  <a:lnTo>
                    <a:pt x="1572631" y="1691901"/>
                  </a:lnTo>
                  <a:lnTo>
                    <a:pt x="1572642" y="1691893"/>
                  </a:lnTo>
                  <a:lnTo>
                    <a:pt x="1572649" y="1691888"/>
                  </a:lnTo>
                  <a:lnTo>
                    <a:pt x="1572654" y="1691884"/>
                  </a:lnTo>
                  <a:lnTo>
                    <a:pt x="1572658" y="1691881"/>
                  </a:lnTo>
                  <a:lnTo>
                    <a:pt x="1572664" y="1691876"/>
                  </a:lnTo>
                  <a:lnTo>
                    <a:pt x="1572675" y="1691867"/>
                  </a:lnTo>
                  <a:lnTo>
                    <a:pt x="1572681" y="1691856"/>
                  </a:lnTo>
                  <a:lnTo>
                    <a:pt x="1572684" y="1691849"/>
                  </a:lnTo>
                  <a:lnTo>
                    <a:pt x="1572686" y="1691844"/>
                  </a:lnTo>
                  <a:lnTo>
                    <a:pt x="1572688" y="1691837"/>
                  </a:lnTo>
                  <a:lnTo>
                    <a:pt x="1572689" y="1691828"/>
                  </a:lnTo>
                  <a:lnTo>
                    <a:pt x="1572688" y="1691817"/>
                  </a:lnTo>
                  <a:lnTo>
                    <a:pt x="1572686" y="1691805"/>
                  </a:lnTo>
                  <a:lnTo>
                    <a:pt x="1572688" y="1691791"/>
                  </a:lnTo>
                  <a:lnTo>
                    <a:pt x="1572692" y="1691783"/>
                  </a:lnTo>
                  <a:lnTo>
                    <a:pt x="1572697" y="1691771"/>
                  </a:lnTo>
                  <a:lnTo>
                    <a:pt x="1572707" y="1691759"/>
                  </a:lnTo>
                  <a:lnTo>
                    <a:pt x="1572718" y="1691748"/>
                  </a:lnTo>
                  <a:lnTo>
                    <a:pt x="1572726" y="1691737"/>
                  </a:lnTo>
                  <a:lnTo>
                    <a:pt x="1572732" y="1691727"/>
                  </a:lnTo>
                  <a:lnTo>
                    <a:pt x="1572735" y="1691718"/>
                  </a:lnTo>
                  <a:lnTo>
                    <a:pt x="1572731" y="1691707"/>
                  </a:lnTo>
                  <a:lnTo>
                    <a:pt x="1572723" y="1691698"/>
                  </a:lnTo>
                  <a:lnTo>
                    <a:pt x="1572712" y="1691687"/>
                  </a:lnTo>
                  <a:lnTo>
                    <a:pt x="1572693" y="1691676"/>
                  </a:lnTo>
                  <a:lnTo>
                    <a:pt x="1572676" y="1691667"/>
                  </a:lnTo>
                  <a:lnTo>
                    <a:pt x="1572666" y="1691657"/>
                  </a:lnTo>
                  <a:lnTo>
                    <a:pt x="1572662" y="1691651"/>
                  </a:lnTo>
                  <a:lnTo>
                    <a:pt x="1572663" y="1691641"/>
                  </a:lnTo>
                  <a:lnTo>
                    <a:pt x="1572667" y="1691634"/>
                  </a:lnTo>
                  <a:lnTo>
                    <a:pt x="1572670" y="1691628"/>
                  </a:lnTo>
                  <a:lnTo>
                    <a:pt x="1572675" y="1691620"/>
                  </a:lnTo>
                  <a:lnTo>
                    <a:pt x="1572680" y="1691607"/>
                  </a:lnTo>
                  <a:lnTo>
                    <a:pt x="1572683" y="1691600"/>
                  </a:lnTo>
                  <a:lnTo>
                    <a:pt x="1572686" y="1691594"/>
                  </a:lnTo>
                  <a:lnTo>
                    <a:pt x="1572692" y="1691587"/>
                  </a:lnTo>
                  <a:lnTo>
                    <a:pt x="1572697" y="1691581"/>
                  </a:lnTo>
                  <a:lnTo>
                    <a:pt x="1572703" y="1691574"/>
                  </a:lnTo>
                  <a:lnTo>
                    <a:pt x="1572706" y="1691567"/>
                  </a:lnTo>
                  <a:lnTo>
                    <a:pt x="1572710" y="1691557"/>
                  </a:lnTo>
                  <a:lnTo>
                    <a:pt x="1572719" y="1691550"/>
                  </a:lnTo>
                  <a:lnTo>
                    <a:pt x="1572732" y="1691538"/>
                  </a:lnTo>
                  <a:lnTo>
                    <a:pt x="1572742" y="1691533"/>
                  </a:lnTo>
                  <a:lnTo>
                    <a:pt x="1572771" y="1691514"/>
                  </a:lnTo>
                  <a:lnTo>
                    <a:pt x="1572759" y="1691505"/>
                  </a:lnTo>
                  <a:lnTo>
                    <a:pt x="1572751" y="1691488"/>
                  </a:lnTo>
                  <a:lnTo>
                    <a:pt x="1572746" y="1691469"/>
                  </a:lnTo>
                  <a:lnTo>
                    <a:pt x="1572741" y="1691438"/>
                  </a:lnTo>
                  <a:lnTo>
                    <a:pt x="1572736" y="1691430"/>
                  </a:lnTo>
                  <a:lnTo>
                    <a:pt x="1572708" y="1691408"/>
                  </a:lnTo>
                  <a:lnTo>
                    <a:pt x="1572693" y="1691395"/>
                  </a:lnTo>
                  <a:lnTo>
                    <a:pt x="1572681" y="1691383"/>
                  </a:lnTo>
                  <a:lnTo>
                    <a:pt x="1572671" y="1691371"/>
                  </a:lnTo>
                  <a:lnTo>
                    <a:pt x="1572646" y="1691348"/>
                  </a:lnTo>
                  <a:lnTo>
                    <a:pt x="1572630" y="1691331"/>
                  </a:lnTo>
                  <a:lnTo>
                    <a:pt x="1572624" y="1691322"/>
                  </a:lnTo>
                  <a:lnTo>
                    <a:pt x="1572620" y="1691312"/>
                  </a:lnTo>
                  <a:lnTo>
                    <a:pt x="1572619" y="1691306"/>
                  </a:lnTo>
                  <a:lnTo>
                    <a:pt x="1572621" y="1691295"/>
                  </a:lnTo>
                  <a:lnTo>
                    <a:pt x="1572623" y="1691286"/>
                  </a:lnTo>
                  <a:lnTo>
                    <a:pt x="1572626" y="1691273"/>
                  </a:lnTo>
                  <a:lnTo>
                    <a:pt x="1572626" y="1691262"/>
                  </a:lnTo>
                  <a:lnTo>
                    <a:pt x="1572624" y="1691247"/>
                  </a:lnTo>
                  <a:lnTo>
                    <a:pt x="1572622" y="1691238"/>
                  </a:lnTo>
                  <a:lnTo>
                    <a:pt x="1572618" y="1691225"/>
                  </a:lnTo>
                  <a:lnTo>
                    <a:pt x="1572613" y="1691210"/>
                  </a:lnTo>
                  <a:lnTo>
                    <a:pt x="1572539" y="1691155"/>
                  </a:lnTo>
                  <a:lnTo>
                    <a:pt x="1572462" y="1691120"/>
                  </a:lnTo>
                  <a:lnTo>
                    <a:pt x="1572415" y="1691098"/>
                  </a:lnTo>
                  <a:lnTo>
                    <a:pt x="1572406" y="1691092"/>
                  </a:lnTo>
                  <a:lnTo>
                    <a:pt x="1572399" y="1691088"/>
                  </a:lnTo>
                  <a:lnTo>
                    <a:pt x="1572390" y="1691084"/>
                  </a:lnTo>
                  <a:lnTo>
                    <a:pt x="1572381" y="1691080"/>
                  </a:lnTo>
                  <a:lnTo>
                    <a:pt x="1572371" y="1691077"/>
                  </a:lnTo>
                  <a:lnTo>
                    <a:pt x="1572361" y="1691074"/>
                  </a:lnTo>
                  <a:lnTo>
                    <a:pt x="1572346" y="1691069"/>
                  </a:lnTo>
                  <a:lnTo>
                    <a:pt x="1572336" y="1691066"/>
                  </a:lnTo>
                  <a:lnTo>
                    <a:pt x="1572319" y="1691065"/>
                  </a:lnTo>
                  <a:lnTo>
                    <a:pt x="1572304" y="1691063"/>
                  </a:lnTo>
                  <a:lnTo>
                    <a:pt x="1572288" y="1691058"/>
                  </a:lnTo>
                  <a:lnTo>
                    <a:pt x="1572282" y="1691053"/>
                  </a:lnTo>
                  <a:lnTo>
                    <a:pt x="1572275" y="1691043"/>
                  </a:lnTo>
                  <a:lnTo>
                    <a:pt x="1572269" y="1691030"/>
                  </a:lnTo>
                  <a:lnTo>
                    <a:pt x="1572264" y="1691018"/>
                  </a:lnTo>
                  <a:lnTo>
                    <a:pt x="1572259" y="1691008"/>
                  </a:lnTo>
                  <a:lnTo>
                    <a:pt x="1572255" y="1691001"/>
                  </a:lnTo>
                  <a:lnTo>
                    <a:pt x="1572244" y="1690998"/>
                  </a:lnTo>
                  <a:lnTo>
                    <a:pt x="1572231" y="1690996"/>
                  </a:lnTo>
                  <a:lnTo>
                    <a:pt x="1572216" y="1690992"/>
                  </a:lnTo>
                  <a:lnTo>
                    <a:pt x="1572203" y="1690986"/>
                  </a:lnTo>
                  <a:lnTo>
                    <a:pt x="1572196" y="1690983"/>
                  </a:lnTo>
                  <a:lnTo>
                    <a:pt x="1572191" y="1690979"/>
                  </a:lnTo>
                  <a:lnTo>
                    <a:pt x="1572183" y="1690975"/>
                  </a:lnTo>
                  <a:lnTo>
                    <a:pt x="1572171" y="1690969"/>
                  </a:lnTo>
                  <a:lnTo>
                    <a:pt x="1572159" y="1690966"/>
                  </a:lnTo>
                  <a:lnTo>
                    <a:pt x="1572150" y="1690965"/>
                  </a:lnTo>
                  <a:lnTo>
                    <a:pt x="1572143" y="1690963"/>
                  </a:lnTo>
                  <a:lnTo>
                    <a:pt x="1572135" y="1690959"/>
                  </a:lnTo>
                  <a:lnTo>
                    <a:pt x="1572128" y="1690955"/>
                  </a:lnTo>
                  <a:lnTo>
                    <a:pt x="1572119" y="1690953"/>
                  </a:lnTo>
                  <a:lnTo>
                    <a:pt x="1572112" y="1690950"/>
                  </a:lnTo>
                  <a:lnTo>
                    <a:pt x="1572105" y="1690946"/>
                  </a:lnTo>
                  <a:lnTo>
                    <a:pt x="1572094" y="1690940"/>
                  </a:lnTo>
                  <a:lnTo>
                    <a:pt x="1572079" y="1690933"/>
                  </a:lnTo>
                  <a:lnTo>
                    <a:pt x="1572074" y="1690928"/>
                  </a:lnTo>
                  <a:lnTo>
                    <a:pt x="1572071" y="1690921"/>
                  </a:lnTo>
                  <a:lnTo>
                    <a:pt x="1572070" y="1690912"/>
                  </a:lnTo>
                  <a:lnTo>
                    <a:pt x="1572069" y="1690904"/>
                  </a:lnTo>
                  <a:lnTo>
                    <a:pt x="1572068" y="1690898"/>
                  </a:lnTo>
                  <a:lnTo>
                    <a:pt x="1572067" y="1690891"/>
                  </a:lnTo>
                  <a:lnTo>
                    <a:pt x="1572065" y="1690883"/>
                  </a:lnTo>
                  <a:lnTo>
                    <a:pt x="1572064" y="1690873"/>
                  </a:lnTo>
                  <a:lnTo>
                    <a:pt x="1572062" y="1690863"/>
                  </a:lnTo>
                  <a:lnTo>
                    <a:pt x="1572059" y="1690853"/>
                  </a:lnTo>
                  <a:lnTo>
                    <a:pt x="1572054" y="1690845"/>
                  </a:lnTo>
                  <a:lnTo>
                    <a:pt x="1572039" y="1690843"/>
                  </a:lnTo>
                  <a:lnTo>
                    <a:pt x="1572032" y="1690840"/>
                  </a:lnTo>
                  <a:lnTo>
                    <a:pt x="1572022" y="1690832"/>
                  </a:lnTo>
                  <a:lnTo>
                    <a:pt x="1572015" y="1690824"/>
                  </a:lnTo>
                  <a:lnTo>
                    <a:pt x="1572005" y="1690812"/>
                  </a:lnTo>
                  <a:lnTo>
                    <a:pt x="1571995" y="1690799"/>
                  </a:lnTo>
                  <a:lnTo>
                    <a:pt x="1571988" y="1690789"/>
                  </a:lnTo>
                  <a:lnTo>
                    <a:pt x="1571983" y="1690780"/>
                  </a:lnTo>
                  <a:lnTo>
                    <a:pt x="1571979" y="1690773"/>
                  </a:lnTo>
                  <a:lnTo>
                    <a:pt x="1571975" y="1690765"/>
                  </a:lnTo>
                  <a:lnTo>
                    <a:pt x="1571973" y="1690760"/>
                  </a:lnTo>
                  <a:lnTo>
                    <a:pt x="1571966" y="1690748"/>
                  </a:lnTo>
                  <a:lnTo>
                    <a:pt x="1571952" y="1690735"/>
                  </a:lnTo>
                  <a:lnTo>
                    <a:pt x="1571936" y="1690721"/>
                  </a:lnTo>
                  <a:lnTo>
                    <a:pt x="1571925" y="1690705"/>
                  </a:lnTo>
                  <a:lnTo>
                    <a:pt x="1571923" y="1690689"/>
                  </a:lnTo>
                  <a:lnTo>
                    <a:pt x="1571923" y="1690673"/>
                  </a:lnTo>
                  <a:lnTo>
                    <a:pt x="1571923" y="1690657"/>
                  </a:lnTo>
                  <a:lnTo>
                    <a:pt x="1571924" y="1690645"/>
                  </a:lnTo>
                  <a:lnTo>
                    <a:pt x="1571928" y="1690625"/>
                  </a:lnTo>
                  <a:lnTo>
                    <a:pt x="1571931" y="1690607"/>
                  </a:lnTo>
                  <a:lnTo>
                    <a:pt x="1571931" y="1690594"/>
                  </a:lnTo>
                  <a:lnTo>
                    <a:pt x="1571931" y="1690584"/>
                  </a:lnTo>
                  <a:lnTo>
                    <a:pt x="1571930" y="1690571"/>
                  </a:lnTo>
                  <a:lnTo>
                    <a:pt x="1571926" y="1690546"/>
                  </a:lnTo>
                  <a:lnTo>
                    <a:pt x="1571924" y="1690528"/>
                  </a:lnTo>
                  <a:lnTo>
                    <a:pt x="1571927" y="1690502"/>
                  </a:lnTo>
                  <a:lnTo>
                    <a:pt x="1571931" y="1690483"/>
                  </a:lnTo>
                  <a:lnTo>
                    <a:pt x="1571933" y="1690477"/>
                  </a:lnTo>
                  <a:lnTo>
                    <a:pt x="1571936" y="1690469"/>
                  </a:lnTo>
                  <a:lnTo>
                    <a:pt x="1571940" y="1690462"/>
                  </a:lnTo>
                  <a:lnTo>
                    <a:pt x="1571946" y="1690453"/>
                  </a:lnTo>
                  <a:lnTo>
                    <a:pt x="1571953" y="1690443"/>
                  </a:lnTo>
                  <a:lnTo>
                    <a:pt x="1571958" y="1690435"/>
                  </a:lnTo>
                  <a:lnTo>
                    <a:pt x="1571966" y="1690432"/>
                  </a:lnTo>
                  <a:lnTo>
                    <a:pt x="1571956" y="1690419"/>
                  </a:lnTo>
                  <a:lnTo>
                    <a:pt x="1571949" y="1690411"/>
                  </a:lnTo>
                  <a:lnTo>
                    <a:pt x="1571945" y="1690407"/>
                  </a:lnTo>
                  <a:lnTo>
                    <a:pt x="1571941" y="1690402"/>
                  </a:lnTo>
                  <a:lnTo>
                    <a:pt x="1571936" y="1690392"/>
                  </a:lnTo>
                  <a:lnTo>
                    <a:pt x="1571928" y="1690379"/>
                  </a:lnTo>
                  <a:lnTo>
                    <a:pt x="1571919" y="1690368"/>
                  </a:lnTo>
                  <a:lnTo>
                    <a:pt x="1571911" y="1690355"/>
                  </a:lnTo>
                  <a:lnTo>
                    <a:pt x="1571896" y="1690328"/>
                  </a:lnTo>
                  <a:lnTo>
                    <a:pt x="1571883" y="1690314"/>
                  </a:lnTo>
                  <a:lnTo>
                    <a:pt x="1571874" y="1690309"/>
                  </a:lnTo>
                  <a:lnTo>
                    <a:pt x="1571860" y="1690304"/>
                  </a:lnTo>
                  <a:lnTo>
                    <a:pt x="1571847" y="1690301"/>
                  </a:lnTo>
                  <a:lnTo>
                    <a:pt x="1571825" y="1690300"/>
                  </a:lnTo>
                  <a:lnTo>
                    <a:pt x="1571813" y="1690296"/>
                  </a:lnTo>
                  <a:lnTo>
                    <a:pt x="1571801" y="1690290"/>
                  </a:lnTo>
                  <a:lnTo>
                    <a:pt x="1571792" y="1690280"/>
                  </a:lnTo>
                  <a:lnTo>
                    <a:pt x="1571794" y="1690252"/>
                  </a:lnTo>
                  <a:lnTo>
                    <a:pt x="1571795" y="1690236"/>
                  </a:lnTo>
                  <a:lnTo>
                    <a:pt x="1571799" y="1690215"/>
                  </a:lnTo>
                  <a:lnTo>
                    <a:pt x="1571800" y="1690209"/>
                  </a:lnTo>
                  <a:lnTo>
                    <a:pt x="1571802" y="1690197"/>
                  </a:lnTo>
                  <a:lnTo>
                    <a:pt x="1571805" y="1690184"/>
                  </a:lnTo>
                  <a:lnTo>
                    <a:pt x="1571805" y="1690174"/>
                  </a:lnTo>
                  <a:lnTo>
                    <a:pt x="1571802" y="1690167"/>
                  </a:lnTo>
                  <a:lnTo>
                    <a:pt x="1571798" y="1690160"/>
                  </a:lnTo>
                  <a:lnTo>
                    <a:pt x="1571792" y="1690148"/>
                  </a:lnTo>
                  <a:lnTo>
                    <a:pt x="1571787" y="1690140"/>
                  </a:lnTo>
                  <a:lnTo>
                    <a:pt x="1571781" y="1690130"/>
                  </a:lnTo>
                  <a:lnTo>
                    <a:pt x="1571776" y="1690123"/>
                  </a:lnTo>
                  <a:lnTo>
                    <a:pt x="1571772" y="1690119"/>
                  </a:lnTo>
                  <a:lnTo>
                    <a:pt x="1571768" y="1690115"/>
                  </a:lnTo>
                  <a:lnTo>
                    <a:pt x="1571778" y="1690110"/>
                  </a:lnTo>
                  <a:lnTo>
                    <a:pt x="1571787" y="1690106"/>
                  </a:lnTo>
                  <a:lnTo>
                    <a:pt x="1571797" y="1690099"/>
                  </a:lnTo>
                  <a:lnTo>
                    <a:pt x="1571803" y="1690095"/>
                  </a:lnTo>
                  <a:lnTo>
                    <a:pt x="1571812" y="1690085"/>
                  </a:lnTo>
                  <a:lnTo>
                    <a:pt x="1571814" y="1690077"/>
                  </a:lnTo>
                  <a:lnTo>
                    <a:pt x="1571817" y="1690067"/>
                  </a:lnTo>
                  <a:lnTo>
                    <a:pt x="1571818" y="1690060"/>
                  </a:lnTo>
                  <a:lnTo>
                    <a:pt x="1571818" y="1690054"/>
                  </a:lnTo>
                  <a:lnTo>
                    <a:pt x="1571817" y="1690039"/>
                  </a:lnTo>
                  <a:lnTo>
                    <a:pt x="1571816" y="1690030"/>
                  </a:lnTo>
                  <a:lnTo>
                    <a:pt x="1571818" y="1690021"/>
                  </a:lnTo>
                  <a:lnTo>
                    <a:pt x="1571821" y="1690011"/>
                  </a:lnTo>
                  <a:lnTo>
                    <a:pt x="1571825" y="1689997"/>
                  </a:lnTo>
                  <a:lnTo>
                    <a:pt x="1571828" y="1689981"/>
                  </a:lnTo>
                  <a:lnTo>
                    <a:pt x="1571830" y="1689961"/>
                  </a:lnTo>
                  <a:lnTo>
                    <a:pt x="1571832" y="1689950"/>
                  </a:lnTo>
                  <a:lnTo>
                    <a:pt x="1571828" y="1689933"/>
                  </a:lnTo>
                  <a:lnTo>
                    <a:pt x="1571831" y="1689921"/>
                  </a:lnTo>
                  <a:lnTo>
                    <a:pt x="1571833" y="1689914"/>
                  </a:lnTo>
                  <a:lnTo>
                    <a:pt x="1571834" y="1689907"/>
                  </a:lnTo>
                  <a:lnTo>
                    <a:pt x="1571835" y="1689894"/>
                  </a:lnTo>
                  <a:lnTo>
                    <a:pt x="1571835" y="1689883"/>
                  </a:lnTo>
                  <a:lnTo>
                    <a:pt x="1571834" y="1689870"/>
                  </a:lnTo>
                  <a:lnTo>
                    <a:pt x="1571839" y="1689858"/>
                  </a:lnTo>
                  <a:lnTo>
                    <a:pt x="1571848" y="1689842"/>
                  </a:lnTo>
                  <a:lnTo>
                    <a:pt x="1571856" y="1689826"/>
                  </a:lnTo>
                  <a:lnTo>
                    <a:pt x="1571861" y="1689811"/>
                  </a:lnTo>
                  <a:lnTo>
                    <a:pt x="1571868" y="1689800"/>
                  </a:lnTo>
                  <a:lnTo>
                    <a:pt x="1571874" y="1689788"/>
                  </a:lnTo>
                  <a:lnTo>
                    <a:pt x="1571877" y="1689775"/>
                  </a:lnTo>
                  <a:lnTo>
                    <a:pt x="1571876" y="1689768"/>
                  </a:lnTo>
                  <a:lnTo>
                    <a:pt x="1571873" y="1689759"/>
                  </a:lnTo>
                  <a:lnTo>
                    <a:pt x="1571870" y="1689747"/>
                  </a:lnTo>
                  <a:lnTo>
                    <a:pt x="1571869" y="1689741"/>
                  </a:lnTo>
                  <a:lnTo>
                    <a:pt x="1571870" y="1689735"/>
                  </a:lnTo>
                  <a:lnTo>
                    <a:pt x="1571872" y="1689727"/>
                  </a:lnTo>
                  <a:lnTo>
                    <a:pt x="1571873" y="1689721"/>
                  </a:lnTo>
                  <a:lnTo>
                    <a:pt x="1571876" y="1689712"/>
                  </a:lnTo>
                  <a:lnTo>
                    <a:pt x="1571874" y="1689707"/>
                  </a:lnTo>
                  <a:lnTo>
                    <a:pt x="1571870" y="1689703"/>
                  </a:lnTo>
                  <a:lnTo>
                    <a:pt x="1571864" y="1689698"/>
                  </a:lnTo>
                  <a:lnTo>
                    <a:pt x="1571856" y="1689693"/>
                  </a:lnTo>
                  <a:lnTo>
                    <a:pt x="1571852" y="1689689"/>
                  </a:lnTo>
                  <a:lnTo>
                    <a:pt x="1571843" y="1689678"/>
                  </a:lnTo>
                  <a:lnTo>
                    <a:pt x="1571836" y="1689669"/>
                  </a:lnTo>
                  <a:lnTo>
                    <a:pt x="1571823" y="1689655"/>
                  </a:lnTo>
                  <a:lnTo>
                    <a:pt x="1571832" y="1689649"/>
                  </a:lnTo>
                  <a:lnTo>
                    <a:pt x="1571837" y="1689644"/>
                  </a:lnTo>
                  <a:lnTo>
                    <a:pt x="1571840" y="1689638"/>
                  </a:lnTo>
                  <a:lnTo>
                    <a:pt x="1571843" y="1689630"/>
                  </a:lnTo>
                  <a:lnTo>
                    <a:pt x="1571845" y="1689620"/>
                  </a:lnTo>
                  <a:lnTo>
                    <a:pt x="1571847" y="1689614"/>
                  </a:lnTo>
                  <a:lnTo>
                    <a:pt x="1571850" y="1689605"/>
                  </a:lnTo>
                  <a:lnTo>
                    <a:pt x="1571867" y="1689571"/>
                  </a:lnTo>
                  <a:lnTo>
                    <a:pt x="1571877" y="1689533"/>
                  </a:lnTo>
                  <a:lnTo>
                    <a:pt x="1571875" y="1689515"/>
                  </a:lnTo>
                  <a:lnTo>
                    <a:pt x="1571873" y="1689503"/>
                  </a:lnTo>
                  <a:lnTo>
                    <a:pt x="1571865" y="1689474"/>
                  </a:lnTo>
                  <a:lnTo>
                    <a:pt x="1571860" y="1689469"/>
                  </a:lnTo>
                  <a:lnTo>
                    <a:pt x="1571855" y="1689466"/>
                  </a:lnTo>
                  <a:lnTo>
                    <a:pt x="1571843" y="1689455"/>
                  </a:lnTo>
                  <a:lnTo>
                    <a:pt x="1571833" y="1689445"/>
                  </a:lnTo>
                  <a:lnTo>
                    <a:pt x="1571773" y="1689431"/>
                  </a:lnTo>
                  <a:lnTo>
                    <a:pt x="1571733" y="1689397"/>
                  </a:lnTo>
                  <a:lnTo>
                    <a:pt x="1571650" y="1689328"/>
                  </a:lnTo>
                  <a:lnTo>
                    <a:pt x="1571635" y="1689315"/>
                  </a:lnTo>
                  <a:lnTo>
                    <a:pt x="1571629" y="1689314"/>
                  </a:lnTo>
                  <a:lnTo>
                    <a:pt x="1571623" y="1689312"/>
                  </a:lnTo>
                  <a:lnTo>
                    <a:pt x="1571616" y="1689306"/>
                  </a:lnTo>
                  <a:lnTo>
                    <a:pt x="1571610" y="1689300"/>
                  </a:lnTo>
                  <a:lnTo>
                    <a:pt x="1571604" y="1689294"/>
                  </a:lnTo>
                  <a:lnTo>
                    <a:pt x="1571599" y="1689285"/>
                  </a:lnTo>
                  <a:lnTo>
                    <a:pt x="1571596" y="1689278"/>
                  </a:lnTo>
                  <a:lnTo>
                    <a:pt x="1571594" y="1689270"/>
                  </a:lnTo>
                  <a:lnTo>
                    <a:pt x="1571592" y="1689263"/>
                  </a:lnTo>
                  <a:lnTo>
                    <a:pt x="1571586" y="1689250"/>
                  </a:lnTo>
                  <a:lnTo>
                    <a:pt x="1571582" y="1689240"/>
                  </a:lnTo>
                  <a:lnTo>
                    <a:pt x="1571583" y="1689220"/>
                  </a:lnTo>
                  <a:lnTo>
                    <a:pt x="1571604" y="1689206"/>
                  </a:lnTo>
                  <a:lnTo>
                    <a:pt x="1571612" y="1689204"/>
                  </a:lnTo>
                  <a:lnTo>
                    <a:pt x="1571624" y="1689201"/>
                  </a:lnTo>
                  <a:lnTo>
                    <a:pt x="1571633" y="1689199"/>
                  </a:lnTo>
                  <a:lnTo>
                    <a:pt x="1571641" y="1689197"/>
                  </a:lnTo>
                  <a:lnTo>
                    <a:pt x="1571648" y="1689195"/>
                  </a:lnTo>
                  <a:lnTo>
                    <a:pt x="1571654" y="1689193"/>
                  </a:lnTo>
                  <a:lnTo>
                    <a:pt x="1571660" y="1689190"/>
                  </a:lnTo>
                  <a:lnTo>
                    <a:pt x="1571666" y="1689187"/>
                  </a:lnTo>
                  <a:lnTo>
                    <a:pt x="1571673" y="1689184"/>
                  </a:lnTo>
                  <a:lnTo>
                    <a:pt x="1571679" y="1689181"/>
                  </a:lnTo>
                  <a:lnTo>
                    <a:pt x="1571686" y="1689176"/>
                  </a:lnTo>
                  <a:lnTo>
                    <a:pt x="1571694" y="1689170"/>
                  </a:lnTo>
                  <a:lnTo>
                    <a:pt x="1571700" y="1689162"/>
                  </a:lnTo>
                  <a:lnTo>
                    <a:pt x="1571704" y="1689156"/>
                  </a:lnTo>
                  <a:lnTo>
                    <a:pt x="1571708" y="1689150"/>
                  </a:lnTo>
                  <a:lnTo>
                    <a:pt x="1571714" y="1689143"/>
                  </a:lnTo>
                  <a:lnTo>
                    <a:pt x="1571721" y="1689137"/>
                  </a:lnTo>
                  <a:lnTo>
                    <a:pt x="1571725" y="1689131"/>
                  </a:lnTo>
                  <a:lnTo>
                    <a:pt x="1571735" y="1689117"/>
                  </a:lnTo>
                  <a:lnTo>
                    <a:pt x="1571747" y="1689098"/>
                  </a:lnTo>
                  <a:lnTo>
                    <a:pt x="1571758" y="1689083"/>
                  </a:lnTo>
                  <a:lnTo>
                    <a:pt x="1571774" y="1689064"/>
                  </a:lnTo>
                  <a:lnTo>
                    <a:pt x="1571783" y="1689055"/>
                  </a:lnTo>
                  <a:lnTo>
                    <a:pt x="1571789" y="1689052"/>
                  </a:lnTo>
                  <a:lnTo>
                    <a:pt x="1571794" y="1689049"/>
                  </a:lnTo>
                  <a:lnTo>
                    <a:pt x="1571805" y="1689044"/>
                  </a:lnTo>
                  <a:lnTo>
                    <a:pt x="1571814" y="1689042"/>
                  </a:lnTo>
                  <a:lnTo>
                    <a:pt x="1571832" y="1689041"/>
                  </a:lnTo>
                  <a:lnTo>
                    <a:pt x="1571849" y="1689041"/>
                  </a:lnTo>
                  <a:lnTo>
                    <a:pt x="1571856" y="1689040"/>
                  </a:lnTo>
                  <a:lnTo>
                    <a:pt x="1571864" y="1689037"/>
                  </a:lnTo>
                  <a:lnTo>
                    <a:pt x="1571870" y="1689032"/>
                  </a:lnTo>
                  <a:lnTo>
                    <a:pt x="1571877" y="1689026"/>
                  </a:lnTo>
                  <a:lnTo>
                    <a:pt x="1571881" y="1689023"/>
                  </a:lnTo>
                  <a:lnTo>
                    <a:pt x="1571889" y="1689020"/>
                  </a:lnTo>
                  <a:lnTo>
                    <a:pt x="1571898" y="1689015"/>
                  </a:lnTo>
                  <a:lnTo>
                    <a:pt x="1571909" y="1689007"/>
                  </a:lnTo>
                  <a:lnTo>
                    <a:pt x="1571920" y="1688997"/>
                  </a:lnTo>
                  <a:lnTo>
                    <a:pt x="1571924" y="1688993"/>
                  </a:lnTo>
                  <a:lnTo>
                    <a:pt x="1571928" y="1688987"/>
                  </a:lnTo>
                  <a:lnTo>
                    <a:pt x="1571930" y="1688979"/>
                  </a:lnTo>
                  <a:lnTo>
                    <a:pt x="1571919" y="1688944"/>
                  </a:lnTo>
                  <a:lnTo>
                    <a:pt x="1571911" y="1688918"/>
                  </a:lnTo>
                  <a:lnTo>
                    <a:pt x="1571905" y="1688900"/>
                  </a:lnTo>
                  <a:lnTo>
                    <a:pt x="1571900" y="1688885"/>
                  </a:lnTo>
                  <a:lnTo>
                    <a:pt x="1571903" y="1688880"/>
                  </a:lnTo>
                  <a:lnTo>
                    <a:pt x="1571908" y="1688873"/>
                  </a:lnTo>
                  <a:lnTo>
                    <a:pt x="1571916" y="1688862"/>
                  </a:lnTo>
                  <a:lnTo>
                    <a:pt x="1571928" y="1688848"/>
                  </a:lnTo>
                  <a:lnTo>
                    <a:pt x="1571938" y="1688830"/>
                  </a:lnTo>
                  <a:lnTo>
                    <a:pt x="1571951" y="1688810"/>
                  </a:lnTo>
                  <a:lnTo>
                    <a:pt x="1571954" y="1688803"/>
                  </a:lnTo>
                  <a:lnTo>
                    <a:pt x="1571953" y="1688798"/>
                  </a:lnTo>
                  <a:lnTo>
                    <a:pt x="1571949" y="1688789"/>
                  </a:lnTo>
                  <a:lnTo>
                    <a:pt x="1571946" y="1688776"/>
                  </a:lnTo>
                  <a:lnTo>
                    <a:pt x="1571944" y="1688766"/>
                  </a:lnTo>
                  <a:lnTo>
                    <a:pt x="1571946" y="1688758"/>
                  </a:lnTo>
                  <a:lnTo>
                    <a:pt x="1571948" y="1688753"/>
                  </a:lnTo>
                  <a:lnTo>
                    <a:pt x="1571953" y="1688744"/>
                  </a:lnTo>
                  <a:lnTo>
                    <a:pt x="1571961" y="1688734"/>
                  </a:lnTo>
                  <a:lnTo>
                    <a:pt x="1571968" y="1688722"/>
                  </a:lnTo>
                  <a:lnTo>
                    <a:pt x="1571967" y="1688712"/>
                  </a:lnTo>
                  <a:lnTo>
                    <a:pt x="1571965" y="1688702"/>
                  </a:lnTo>
                  <a:lnTo>
                    <a:pt x="1571964" y="1688689"/>
                  </a:lnTo>
                  <a:lnTo>
                    <a:pt x="1571965" y="1688671"/>
                  </a:lnTo>
                  <a:lnTo>
                    <a:pt x="1571966" y="1688655"/>
                  </a:lnTo>
                  <a:lnTo>
                    <a:pt x="1571968" y="1688635"/>
                  </a:lnTo>
                  <a:lnTo>
                    <a:pt x="1571970" y="1688616"/>
                  </a:lnTo>
                  <a:lnTo>
                    <a:pt x="1571974" y="1688603"/>
                  </a:lnTo>
                  <a:lnTo>
                    <a:pt x="1571979" y="1688586"/>
                  </a:lnTo>
                  <a:lnTo>
                    <a:pt x="1571982" y="1688577"/>
                  </a:lnTo>
                  <a:lnTo>
                    <a:pt x="1571984" y="1688572"/>
                  </a:lnTo>
                  <a:lnTo>
                    <a:pt x="1571990" y="1688550"/>
                  </a:lnTo>
                  <a:lnTo>
                    <a:pt x="1571991" y="1688543"/>
                  </a:lnTo>
                  <a:lnTo>
                    <a:pt x="1571990" y="1688533"/>
                  </a:lnTo>
                  <a:lnTo>
                    <a:pt x="1571995" y="1688515"/>
                  </a:lnTo>
                  <a:lnTo>
                    <a:pt x="1572002" y="1688500"/>
                  </a:lnTo>
                  <a:lnTo>
                    <a:pt x="1572003" y="1688489"/>
                  </a:lnTo>
                  <a:lnTo>
                    <a:pt x="1572004" y="1688478"/>
                  </a:lnTo>
                  <a:lnTo>
                    <a:pt x="1572005" y="1688466"/>
                  </a:lnTo>
                  <a:lnTo>
                    <a:pt x="1572009" y="1688447"/>
                  </a:lnTo>
                  <a:lnTo>
                    <a:pt x="1572009" y="1688439"/>
                  </a:lnTo>
                  <a:lnTo>
                    <a:pt x="1572008" y="1688432"/>
                  </a:lnTo>
                  <a:lnTo>
                    <a:pt x="1572002" y="1688418"/>
                  </a:lnTo>
                  <a:lnTo>
                    <a:pt x="1572000" y="1688408"/>
                  </a:lnTo>
                  <a:lnTo>
                    <a:pt x="1572001" y="1688400"/>
                  </a:lnTo>
                  <a:lnTo>
                    <a:pt x="1572011" y="1688392"/>
                  </a:lnTo>
                  <a:lnTo>
                    <a:pt x="1572027" y="1688375"/>
                  </a:lnTo>
                  <a:lnTo>
                    <a:pt x="1572041" y="1688364"/>
                  </a:lnTo>
                  <a:lnTo>
                    <a:pt x="1572050" y="1688361"/>
                  </a:lnTo>
                  <a:lnTo>
                    <a:pt x="1572055" y="1688359"/>
                  </a:lnTo>
                  <a:lnTo>
                    <a:pt x="1572060" y="1688356"/>
                  </a:lnTo>
                  <a:lnTo>
                    <a:pt x="1572069" y="1688350"/>
                  </a:lnTo>
                  <a:lnTo>
                    <a:pt x="1572075" y="1688343"/>
                  </a:lnTo>
                  <a:lnTo>
                    <a:pt x="1572083" y="1688333"/>
                  </a:lnTo>
                  <a:lnTo>
                    <a:pt x="1572090" y="1688327"/>
                  </a:lnTo>
                  <a:lnTo>
                    <a:pt x="1572101" y="1688322"/>
                  </a:lnTo>
                  <a:lnTo>
                    <a:pt x="1572113" y="1688317"/>
                  </a:lnTo>
                  <a:lnTo>
                    <a:pt x="1572124" y="1688313"/>
                  </a:lnTo>
                  <a:lnTo>
                    <a:pt x="1572142" y="1688312"/>
                  </a:lnTo>
                  <a:lnTo>
                    <a:pt x="1572152" y="1688313"/>
                  </a:lnTo>
                  <a:lnTo>
                    <a:pt x="1572158" y="1688314"/>
                  </a:lnTo>
                  <a:lnTo>
                    <a:pt x="1572163" y="1688314"/>
                  </a:lnTo>
                  <a:lnTo>
                    <a:pt x="1572173" y="1688310"/>
                  </a:lnTo>
                  <a:lnTo>
                    <a:pt x="1572181" y="1688302"/>
                  </a:lnTo>
                  <a:lnTo>
                    <a:pt x="1572188" y="1688288"/>
                  </a:lnTo>
                  <a:lnTo>
                    <a:pt x="1572202" y="1688280"/>
                  </a:lnTo>
                  <a:lnTo>
                    <a:pt x="1572208" y="1688277"/>
                  </a:lnTo>
                  <a:lnTo>
                    <a:pt x="1572221" y="1688279"/>
                  </a:lnTo>
                  <a:lnTo>
                    <a:pt x="1572242" y="1688289"/>
                  </a:lnTo>
                  <a:lnTo>
                    <a:pt x="1572261" y="1688299"/>
                  </a:lnTo>
                  <a:lnTo>
                    <a:pt x="1572280" y="1688305"/>
                  </a:lnTo>
                  <a:lnTo>
                    <a:pt x="1572303" y="1688311"/>
                  </a:lnTo>
                  <a:lnTo>
                    <a:pt x="1572319" y="1688316"/>
                  </a:lnTo>
                  <a:lnTo>
                    <a:pt x="1572329" y="1688323"/>
                  </a:lnTo>
                  <a:lnTo>
                    <a:pt x="1572340" y="1688331"/>
                  </a:lnTo>
                  <a:lnTo>
                    <a:pt x="1572348" y="1688336"/>
                  </a:lnTo>
                  <a:lnTo>
                    <a:pt x="1572355" y="1688339"/>
                  </a:lnTo>
                  <a:lnTo>
                    <a:pt x="1572371" y="1688339"/>
                  </a:lnTo>
                  <a:lnTo>
                    <a:pt x="1572383" y="1688338"/>
                  </a:lnTo>
                  <a:lnTo>
                    <a:pt x="1572389" y="1688336"/>
                  </a:lnTo>
                  <a:lnTo>
                    <a:pt x="1572399" y="1688330"/>
                  </a:lnTo>
                  <a:lnTo>
                    <a:pt x="1572405" y="1688324"/>
                  </a:lnTo>
                  <a:lnTo>
                    <a:pt x="1572410" y="1688321"/>
                  </a:lnTo>
                  <a:lnTo>
                    <a:pt x="1572416" y="1688318"/>
                  </a:lnTo>
                  <a:lnTo>
                    <a:pt x="1572428" y="1688303"/>
                  </a:lnTo>
                  <a:lnTo>
                    <a:pt x="1572439" y="1688292"/>
                  </a:lnTo>
                  <a:lnTo>
                    <a:pt x="1572439" y="1688286"/>
                  </a:lnTo>
                  <a:lnTo>
                    <a:pt x="1572435" y="1688280"/>
                  </a:lnTo>
                  <a:lnTo>
                    <a:pt x="1572433" y="1688270"/>
                  </a:lnTo>
                  <a:lnTo>
                    <a:pt x="1572429" y="1688257"/>
                  </a:lnTo>
                  <a:lnTo>
                    <a:pt x="1572422" y="1688239"/>
                  </a:lnTo>
                  <a:lnTo>
                    <a:pt x="1572419" y="1688227"/>
                  </a:lnTo>
                  <a:lnTo>
                    <a:pt x="1572419" y="1688220"/>
                  </a:lnTo>
                  <a:lnTo>
                    <a:pt x="1572423" y="1688215"/>
                  </a:lnTo>
                  <a:lnTo>
                    <a:pt x="1572429" y="1688211"/>
                  </a:lnTo>
                  <a:lnTo>
                    <a:pt x="1572441" y="1688205"/>
                  </a:lnTo>
                  <a:lnTo>
                    <a:pt x="1572445" y="1688196"/>
                  </a:lnTo>
                  <a:lnTo>
                    <a:pt x="1572446" y="1688180"/>
                  </a:lnTo>
                  <a:lnTo>
                    <a:pt x="1572444" y="1688141"/>
                  </a:lnTo>
                  <a:lnTo>
                    <a:pt x="1572442" y="1688125"/>
                  </a:lnTo>
                  <a:lnTo>
                    <a:pt x="1572441" y="1688108"/>
                  </a:lnTo>
                  <a:lnTo>
                    <a:pt x="1572440" y="1688088"/>
                  </a:lnTo>
                  <a:lnTo>
                    <a:pt x="1572426" y="1688078"/>
                  </a:lnTo>
                  <a:lnTo>
                    <a:pt x="1572418" y="1688072"/>
                  </a:lnTo>
                  <a:lnTo>
                    <a:pt x="1572406" y="1688059"/>
                  </a:lnTo>
                  <a:lnTo>
                    <a:pt x="1572395" y="1688051"/>
                  </a:lnTo>
                  <a:lnTo>
                    <a:pt x="1572389" y="1688027"/>
                  </a:lnTo>
                  <a:lnTo>
                    <a:pt x="1572382" y="1688010"/>
                  </a:lnTo>
                  <a:lnTo>
                    <a:pt x="1572369" y="1687984"/>
                  </a:lnTo>
                  <a:lnTo>
                    <a:pt x="1572361" y="1687976"/>
                  </a:lnTo>
                  <a:lnTo>
                    <a:pt x="1572348" y="1687961"/>
                  </a:lnTo>
                  <a:lnTo>
                    <a:pt x="1572341" y="1687944"/>
                  </a:lnTo>
                  <a:lnTo>
                    <a:pt x="1572334" y="1687926"/>
                  </a:lnTo>
                  <a:lnTo>
                    <a:pt x="1572324" y="1687908"/>
                  </a:lnTo>
                  <a:lnTo>
                    <a:pt x="1572306" y="1687894"/>
                  </a:lnTo>
                  <a:lnTo>
                    <a:pt x="1572300" y="1687887"/>
                  </a:lnTo>
                  <a:lnTo>
                    <a:pt x="1572294" y="1687880"/>
                  </a:lnTo>
                  <a:lnTo>
                    <a:pt x="1572289" y="1687868"/>
                  </a:lnTo>
                  <a:lnTo>
                    <a:pt x="1572285" y="1687864"/>
                  </a:lnTo>
                  <a:lnTo>
                    <a:pt x="1572280" y="1687862"/>
                  </a:lnTo>
                  <a:lnTo>
                    <a:pt x="1572258" y="1687862"/>
                  </a:lnTo>
                  <a:lnTo>
                    <a:pt x="1572247" y="1687862"/>
                  </a:lnTo>
                  <a:lnTo>
                    <a:pt x="1572239" y="1687864"/>
                  </a:lnTo>
                  <a:lnTo>
                    <a:pt x="1572226" y="1687867"/>
                  </a:lnTo>
                  <a:lnTo>
                    <a:pt x="1572207" y="1687867"/>
                  </a:lnTo>
                  <a:lnTo>
                    <a:pt x="1572188" y="1687863"/>
                  </a:lnTo>
                  <a:lnTo>
                    <a:pt x="1572181" y="1687860"/>
                  </a:lnTo>
                  <a:lnTo>
                    <a:pt x="1572165" y="1687854"/>
                  </a:lnTo>
                  <a:lnTo>
                    <a:pt x="1572136" y="1687841"/>
                  </a:lnTo>
                  <a:lnTo>
                    <a:pt x="1572135" y="1687858"/>
                  </a:lnTo>
                  <a:lnTo>
                    <a:pt x="1572133" y="1687869"/>
                  </a:lnTo>
                  <a:lnTo>
                    <a:pt x="1572128" y="1687882"/>
                  </a:lnTo>
                  <a:lnTo>
                    <a:pt x="1572118" y="1687893"/>
                  </a:lnTo>
                  <a:lnTo>
                    <a:pt x="1572108" y="1687905"/>
                  </a:lnTo>
                  <a:lnTo>
                    <a:pt x="1572096" y="1687918"/>
                  </a:lnTo>
                  <a:lnTo>
                    <a:pt x="1572085" y="1687926"/>
                  </a:lnTo>
                  <a:lnTo>
                    <a:pt x="1572079" y="1687928"/>
                  </a:lnTo>
                  <a:lnTo>
                    <a:pt x="1572071" y="1687931"/>
                  </a:lnTo>
                  <a:lnTo>
                    <a:pt x="1572063" y="1687931"/>
                  </a:lnTo>
                  <a:lnTo>
                    <a:pt x="1572055" y="1687931"/>
                  </a:lnTo>
                  <a:lnTo>
                    <a:pt x="1572026" y="1687929"/>
                  </a:lnTo>
                  <a:lnTo>
                    <a:pt x="1572010" y="1687927"/>
                  </a:lnTo>
                  <a:lnTo>
                    <a:pt x="1571994" y="1687926"/>
                  </a:lnTo>
                  <a:lnTo>
                    <a:pt x="1571977" y="1687928"/>
                  </a:lnTo>
                  <a:lnTo>
                    <a:pt x="1571950" y="1687939"/>
                  </a:lnTo>
                  <a:lnTo>
                    <a:pt x="1571946" y="1687942"/>
                  </a:lnTo>
                  <a:lnTo>
                    <a:pt x="1571927" y="1687952"/>
                  </a:lnTo>
                  <a:lnTo>
                    <a:pt x="1571897" y="1687959"/>
                  </a:lnTo>
                  <a:lnTo>
                    <a:pt x="1571873" y="1687961"/>
                  </a:lnTo>
                  <a:lnTo>
                    <a:pt x="1571853" y="1687964"/>
                  </a:lnTo>
                  <a:lnTo>
                    <a:pt x="1571836" y="1687962"/>
                  </a:lnTo>
                  <a:lnTo>
                    <a:pt x="1571821" y="1687956"/>
                  </a:lnTo>
                  <a:lnTo>
                    <a:pt x="1571800" y="1687943"/>
                  </a:lnTo>
                  <a:lnTo>
                    <a:pt x="1571787" y="1687935"/>
                  </a:lnTo>
                  <a:lnTo>
                    <a:pt x="1571780" y="1687932"/>
                  </a:lnTo>
                  <a:lnTo>
                    <a:pt x="1571770" y="1687929"/>
                  </a:lnTo>
                  <a:lnTo>
                    <a:pt x="1571766" y="1687926"/>
                  </a:lnTo>
                  <a:lnTo>
                    <a:pt x="1571761" y="1687918"/>
                  </a:lnTo>
                  <a:lnTo>
                    <a:pt x="1571752" y="1687900"/>
                  </a:lnTo>
                  <a:lnTo>
                    <a:pt x="1571748" y="1687890"/>
                  </a:lnTo>
                  <a:lnTo>
                    <a:pt x="1571743" y="1687875"/>
                  </a:lnTo>
                  <a:lnTo>
                    <a:pt x="1571741" y="1687862"/>
                  </a:lnTo>
                  <a:lnTo>
                    <a:pt x="1571739" y="1687843"/>
                  </a:lnTo>
                  <a:lnTo>
                    <a:pt x="1571738" y="1687823"/>
                  </a:lnTo>
                  <a:lnTo>
                    <a:pt x="1571736" y="1687814"/>
                  </a:lnTo>
                  <a:lnTo>
                    <a:pt x="1571731" y="1687807"/>
                  </a:lnTo>
                  <a:lnTo>
                    <a:pt x="1571723" y="1687809"/>
                  </a:lnTo>
                  <a:lnTo>
                    <a:pt x="1571716" y="1687811"/>
                  </a:lnTo>
                  <a:lnTo>
                    <a:pt x="1571706" y="1687812"/>
                  </a:lnTo>
                  <a:lnTo>
                    <a:pt x="1571690" y="1687815"/>
                  </a:lnTo>
                  <a:lnTo>
                    <a:pt x="1571677" y="1687816"/>
                  </a:lnTo>
                  <a:lnTo>
                    <a:pt x="1571665" y="1687818"/>
                  </a:lnTo>
                  <a:lnTo>
                    <a:pt x="1571647" y="1687820"/>
                  </a:lnTo>
                  <a:lnTo>
                    <a:pt x="1571639" y="1687822"/>
                  </a:lnTo>
                  <a:lnTo>
                    <a:pt x="1571624" y="1687824"/>
                  </a:lnTo>
                  <a:lnTo>
                    <a:pt x="1571613" y="1687829"/>
                  </a:lnTo>
                  <a:lnTo>
                    <a:pt x="1571601" y="1687834"/>
                  </a:lnTo>
                  <a:lnTo>
                    <a:pt x="1571585" y="1687835"/>
                  </a:lnTo>
                  <a:lnTo>
                    <a:pt x="1571565" y="1687837"/>
                  </a:lnTo>
                  <a:lnTo>
                    <a:pt x="1571552" y="1687835"/>
                  </a:lnTo>
                  <a:lnTo>
                    <a:pt x="1571534" y="1687830"/>
                  </a:lnTo>
                  <a:lnTo>
                    <a:pt x="1571520" y="1687824"/>
                  </a:lnTo>
                  <a:lnTo>
                    <a:pt x="1571504" y="1687820"/>
                  </a:lnTo>
                  <a:lnTo>
                    <a:pt x="1571497" y="1687817"/>
                  </a:lnTo>
                  <a:lnTo>
                    <a:pt x="1571491" y="1687815"/>
                  </a:lnTo>
                  <a:lnTo>
                    <a:pt x="1571482" y="1687810"/>
                  </a:lnTo>
                  <a:lnTo>
                    <a:pt x="1571476" y="1687806"/>
                  </a:lnTo>
                  <a:lnTo>
                    <a:pt x="1571472" y="1687797"/>
                  </a:lnTo>
                  <a:lnTo>
                    <a:pt x="1571459" y="1687769"/>
                  </a:lnTo>
                  <a:lnTo>
                    <a:pt x="1571452" y="1687754"/>
                  </a:lnTo>
                  <a:lnTo>
                    <a:pt x="1571451" y="1687747"/>
                  </a:lnTo>
                  <a:lnTo>
                    <a:pt x="1571449" y="1687730"/>
                  </a:lnTo>
                  <a:lnTo>
                    <a:pt x="1571446" y="1687706"/>
                  </a:lnTo>
                  <a:lnTo>
                    <a:pt x="1571444" y="1687696"/>
                  </a:lnTo>
                  <a:lnTo>
                    <a:pt x="1571442" y="1687689"/>
                  </a:lnTo>
                  <a:lnTo>
                    <a:pt x="1571440" y="1687680"/>
                  </a:lnTo>
                  <a:lnTo>
                    <a:pt x="1571434" y="1687676"/>
                  </a:lnTo>
                  <a:lnTo>
                    <a:pt x="1571421" y="1687672"/>
                  </a:lnTo>
                  <a:lnTo>
                    <a:pt x="1571403" y="1687668"/>
                  </a:lnTo>
                  <a:lnTo>
                    <a:pt x="1571384" y="1687664"/>
                  </a:lnTo>
                  <a:lnTo>
                    <a:pt x="1571373" y="1687660"/>
                  </a:lnTo>
                  <a:lnTo>
                    <a:pt x="1571366" y="1687656"/>
                  </a:lnTo>
                  <a:lnTo>
                    <a:pt x="1571360" y="1687650"/>
                  </a:lnTo>
                  <a:lnTo>
                    <a:pt x="1571355" y="1687638"/>
                  </a:lnTo>
                  <a:lnTo>
                    <a:pt x="1571354" y="1687627"/>
                  </a:lnTo>
                  <a:lnTo>
                    <a:pt x="1571353" y="1687615"/>
                  </a:lnTo>
                  <a:lnTo>
                    <a:pt x="1571350" y="1687605"/>
                  </a:lnTo>
                  <a:lnTo>
                    <a:pt x="1571342" y="1687593"/>
                  </a:lnTo>
                  <a:lnTo>
                    <a:pt x="1571336" y="1687587"/>
                  </a:lnTo>
                  <a:lnTo>
                    <a:pt x="1571324" y="1687579"/>
                  </a:lnTo>
                  <a:lnTo>
                    <a:pt x="1571315" y="1687575"/>
                  </a:lnTo>
                  <a:lnTo>
                    <a:pt x="1571308" y="1687574"/>
                  </a:lnTo>
                  <a:lnTo>
                    <a:pt x="1571298" y="1687572"/>
                  </a:lnTo>
                  <a:lnTo>
                    <a:pt x="1571288" y="1687572"/>
                  </a:lnTo>
                  <a:lnTo>
                    <a:pt x="1571282" y="1687571"/>
                  </a:lnTo>
                  <a:lnTo>
                    <a:pt x="1571266" y="1687570"/>
                  </a:lnTo>
                  <a:lnTo>
                    <a:pt x="1571251" y="1687571"/>
                  </a:lnTo>
                  <a:lnTo>
                    <a:pt x="1571240" y="1687570"/>
                  </a:lnTo>
                  <a:lnTo>
                    <a:pt x="1571232" y="1687569"/>
                  </a:lnTo>
                  <a:lnTo>
                    <a:pt x="1571226" y="1687567"/>
                  </a:lnTo>
                  <a:lnTo>
                    <a:pt x="1571213" y="1687555"/>
                  </a:lnTo>
                  <a:lnTo>
                    <a:pt x="1571205" y="1687546"/>
                  </a:lnTo>
                  <a:lnTo>
                    <a:pt x="1571197" y="1687537"/>
                  </a:lnTo>
                  <a:lnTo>
                    <a:pt x="1571189" y="1687526"/>
                  </a:lnTo>
                  <a:lnTo>
                    <a:pt x="1571184" y="1687520"/>
                  </a:lnTo>
                  <a:lnTo>
                    <a:pt x="1571179" y="1687517"/>
                  </a:lnTo>
                  <a:lnTo>
                    <a:pt x="1571170" y="1687518"/>
                  </a:lnTo>
                  <a:lnTo>
                    <a:pt x="1571164" y="1687520"/>
                  </a:lnTo>
                  <a:lnTo>
                    <a:pt x="1571155" y="1687522"/>
                  </a:lnTo>
                  <a:lnTo>
                    <a:pt x="1571142" y="1687525"/>
                  </a:lnTo>
                  <a:lnTo>
                    <a:pt x="1571129" y="1687525"/>
                  </a:lnTo>
                  <a:lnTo>
                    <a:pt x="1571120" y="1687523"/>
                  </a:lnTo>
                  <a:lnTo>
                    <a:pt x="1571111" y="1687518"/>
                  </a:lnTo>
                  <a:lnTo>
                    <a:pt x="1571106" y="1687508"/>
                  </a:lnTo>
                  <a:lnTo>
                    <a:pt x="1571104" y="1687494"/>
                  </a:lnTo>
                  <a:lnTo>
                    <a:pt x="1571102" y="1687470"/>
                  </a:lnTo>
                  <a:lnTo>
                    <a:pt x="1571102" y="1687448"/>
                  </a:lnTo>
                  <a:lnTo>
                    <a:pt x="1571104" y="1687428"/>
                  </a:lnTo>
                  <a:lnTo>
                    <a:pt x="1571107" y="1687404"/>
                  </a:lnTo>
                  <a:lnTo>
                    <a:pt x="1571107" y="1687398"/>
                  </a:lnTo>
                  <a:lnTo>
                    <a:pt x="1571112" y="1687366"/>
                  </a:lnTo>
                  <a:lnTo>
                    <a:pt x="1571113" y="1687360"/>
                  </a:lnTo>
                  <a:lnTo>
                    <a:pt x="1571116" y="1687343"/>
                  </a:lnTo>
                  <a:lnTo>
                    <a:pt x="1571118" y="1687333"/>
                  </a:lnTo>
                  <a:lnTo>
                    <a:pt x="1571119" y="1687327"/>
                  </a:lnTo>
                  <a:lnTo>
                    <a:pt x="1571120" y="1687317"/>
                  </a:lnTo>
                  <a:lnTo>
                    <a:pt x="1571122" y="1687292"/>
                  </a:lnTo>
                  <a:lnTo>
                    <a:pt x="1571124" y="1687278"/>
                  </a:lnTo>
                  <a:lnTo>
                    <a:pt x="1571127" y="1687268"/>
                  </a:lnTo>
                  <a:lnTo>
                    <a:pt x="1571130" y="1687260"/>
                  </a:lnTo>
                  <a:lnTo>
                    <a:pt x="1571136" y="1687252"/>
                  </a:lnTo>
                  <a:lnTo>
                    <a:pt x="1571136" y="1687246"/>
                  </a:lnTo>
                  <a:lnTo>
                    <a:pt x="1571133" y="1687238"/>
                  </a:lnTo>
                  <a:lnTo>
                    <a:pt x="1571129" y="1687232"/>
                  </a:lnTo>
                  <a:lnTo>
                    <a:pt x="1571126" y="1687226"/>
                  </a:lnTo>
                  <a:lnTo>
                    <a:pt x="1571121" y="1687214"/>
                  </a:lnTo>
                  <a:lnTo>
                    <a:pt x="1571116" y="1687207"/>
                  </a:lnTo>
                  <a:lnTo>
                    <a:pt x="1571110" y="1687199"/>
                  </a:lnTo>
                  <a:lnTo>
                    <a:pt x="1571099" y="1687191"/>
                  </a:lnTo>
                  <a:lnTo>
                    <a:pt x="1571081" y="1687183"/>
                  </a:lnTo>
                  <a:lnTo>
                    <a:pt x="1571067" y="1687180"/>
                  </a:lnTo>
                  <a:lnTo>
                    <a:pt x="1571061" y="1687178"/>
                  </a:lnTo>
                  <a:lnTo>
                    <a:pt x="1571046" y="1687177"/>
                  </a:lnTo>
                  <a:lnTo>
                    <a:pt x="1571041" y="1687176"/>
                  </a:lnTo>
                  <a:lnTo>
                    <a:pt x="1571035" y="1687176"/>
                  </a:lnTo>
                  <a:lnTo>
                    <a:pt x="1571027" y="1687174"/>
                  </a:lnTo>
                  <a:lnTo>
                    <a:pt x="1571024" y="1687168"/>
                  </a:lnTo>
                  <a:lnTo>
                    <a:pt x="1571023" y="1687158"/>
                  </a:lnTo>
                  <a:lnTo>
                    <a:pt x="1571024" y="1687145"/>
                  </a:lnTo>
                  <a:lnTo>
                    <a:pt x="1571023" y="1687120"/>
                  </a:lnTo>
                  <a:lnTo>
                    <a:pt x="1571022" y="1687102"/>
                  </a:lnTo>
                  <a:lnTo>
                    <a:pt x="1571019" y="1687088"/>
                  </a:lnTo>
                  <a:lnTo>
                    <a:pt x="1571018" y="1687074"/>
                  </a:lnTo>
                  <a:lnTo>
                    <a:pt x="1571017" y="1687063"/>
                  </a:lnTo>
                  <a:lnTo>
                    <a:pt x="1571018" y="1687052"/>
                  </a:lnTo>
                  <a:lnTo>
                    <a:pt x="1571020" y="1687039"/>
                  </a:lnTo>
                  <a:lnTo>
                    <a:pt x="1571022" y="1687023"/>
                  </a:lnTo>
                  <a:lnTo>
                    <a:pt x="1571022" y="1687014"/>
                  </a:lnTo>
                  <a:lnTo>
                    <a:pt x="1571021" y="1687005"/>
                  </a:lnTo>
                  <a:lnTo>
                    <a:pt x="1571019" y="1687000"/>
                  </a:lnTo>
                  <a:lnTo>
                    <a:pt x="1570999" y="1686992"/>
                  </a:lnTo>
                  <a:lnTo>
                    <a:pt x="1570985" y="1686986"/>
                  </a:lnTo>
                  <a:lnTo>
                    <a:pt x="1570972" y="1686977"/>
                  </a:lnTo>
                  <a:lnTo>
                    <a:pt x="1570963" y="1686970"/>
                  </a:lnTo>
                  <a:lnTo>
                    <a:pt x="1570953" y="1686953"/>
                  </a:lnTo>
                  <a:lnTo>
                    <a:pt x="1570944" y="1686941"/>
                  </a:lnTo>
                  <a:lnTo>
                    <a:pt x="1570930" y="1686934"/>
                  </a:lnTo>
                  <a:lnTo>
                    <a:pt x="1570914" y="1686931"/>
                  </a:lnTo>
                  <a:lnTo>
                    <a:pt x="1570892" y="1686932"/>
                  </a:lnTo>
                  <a:lnTo>
                    <a:pt x="1570877" y="1686927"/>
                  </a:lnTo>
                  <a:lnTo>
                    <a:pt x="1570867" y="1686919"/>
                  </a:lnTo>
                  <a:lnTo>
                    <a:pt x="1570859" y="1686909"/>
                  </a:lnTo>
                  <a:lnTo>
                    <a:pt x="1570851" y="1686898"/>
                  </a:lnTo>
                  <a:lnTo>
                    <a:pt x="1570842" y="1686886"/>
                  </a:lnTo>
                  <a:lnTo>
                    <a:pt x="1570833" y="1686873"/>
                  </a:lnTo>
                  <a:lnTo>
                    <a:pt x="1570817" y="1686846"/>
                  </a:lnTo>
                  <a:lnTo>
                    <a:pt x="1570805" y="1686834"/>
                  </a:lnTo>
                  <a:lnTo>
                    <a:pt x="1570791" y="1686823"/>
                  </a:lnTo>
                  <a:lnTo>
                    <a:pt x="1570783" y="1686815"/>
                  </a:lnTo>
                  <a:lnTo>
                    <a:pt x="1570774" y="1686801"/>
                  </a:lnTo>
                  <a:lnTo>
                    <a:pt x="1570768" y="1686777"/>
                  </a:lnTo>
                  <a:lnTo>
                    <a:pt x="1570759" y="1686745"/>
                  </a:lnTo>
                  <a:lnTo>
                    <a:pt x="1570747" y="1686723"/>
                  </a:lnTo>
                  <a:lnTo>
                    <a:pt x="1570734" y="1686707"/>
                  </a:lnTo>
                  <a:lnTo>
                    <a:pt x="1570718" y="1686689"/>
                  </a:lnTo>
                  <a:lnTo>
                    <a:pt x="1570710" y="1686675"/>
                  </a:lnTo>
                  <a:lnTo>
                    <a:pt x="1570706" y="1686660"/>
                  </a:lnTo>
                  <a:lnTo>
                    <a:pt x="1570703" y="1686639"/>
                  </a:lnTo>
                  <a:lnTo>
                    <a:pt x="1570712" y="1686637"/>
                  </a:lnTo>
                  <a:lnTo>
                    <a:pt x="1570719" y="1686636"/>
                  </a:lnTo>
                  <a:lnTo>
                    <a:pt x="1570724" y="1686635"/>
                  </a:lnTo>
                  <a:lnTo>
                    <a:pt x="1570733" y="1686633"/>
                  </a:lnTo>
                  <a:lnTo>
                    <a:pt x="1570747" y="1686631"/>
                  </a:lnTo>
                  <a:lnTo>
                    <a:pt x="1570760" y="1686629"/>
                  </a:lnTo>
                  <a:lnTo>
                    <a:pt x="1570771" y="1686629"/>
                  </a:lnTo>
                  <a:lnTo>
                    <a:pt x="1570783" y="1686630"/>
                  </a:lnTo>
                  <a:lnTo>
                    <a:pt x="1570800" y="1686633"/>
                  </a:lnTo>
                  <a:lnTo>
                    <a:pt x="1570823" y="1686640"/>
                  </a:lnTo>
                  <a:lnTo>
                    <a:pt x="1570840" y="1686645"/>
                  </a:lnTo>
                  <a:lnTo>
                    <a:pt x="1570852" y="1686648"/>
                  </a:lnTo>
                  <a:lnTo>
                    <a:pt x="1570860" y="1686646"/>
                  </a:lnTo>
                  <a:lnTo>
                    <a:pt x="1570919" y="1686602"/>
                  </a:lnTo>
                  <a:lnTo>
                    <a:pt x="1570930" y="1686594"/>
                  </a:lnTo>
                  <a:lnTo>
                    <a:pt x="1570940" y="1686586"/>
                  </a:lnTo>
                  <a:lnTo>
                    <a:pt x="1570948" y="1686578"/>
                  </a:lnTo>
                  <a:lnTo>
                    <a:pt x="1570954" y="1686571"/>
                  </a:lnTo>
                  <a:lnTo>
                    <a:pt x="1570963" y="1686561"/>
                  </a:lnTo>
                  <a:lnTo>
                    <a:pt x="1570976" y="1686548"/>
                  </a:lnTo>
                  <a:lnTo>
                    <a:pt x="1570985" y="1686539"/>
                  </a:lnTo>
                  <a:lnTo>
                    <a:pt x="1570989" y="1686534"/>
                  </a:lnTo>
                  <a:lnTo>
                    <a:pt x="1570994" y="1686527"/>
                  </a:lnTo>
                  <a:lnTo>
                    <a:pt x="1571001" y="1686513"/>
                  </a:lnTo>
                  <a:lnTo>
                    <a:pt x="1571004" y="1686505"/>
                  </a:lnTo>
                  <a:lnTo>
                    <a:pt x="1571009" y="1686494"/>
                  </a:lnTo>
                  <a:lnTo>
                    <a:pt x="1571013" y="1686483"/>
                  </a:lnTo>
                  <a:lnTo>
                    <a:pt x="1571017" y="1686467"/>
                  </a:lnTo>
                  <a:lnTo>
                    <a:pt x="1571020" y="1686451"/>
                  </a:lnTo>
                  <a:lnTo>
                    <a:pt x="1571024" y="1686440"/>
                  </a:lnTo>
                  <a:lnTo>
                    <a:pt x="1571029" y="1686428"/>
                  </a:lnTo>
                  <a:lnTo>
                    <a:pt x="1571033" y="1686421"/>
                  </a:lnTo>
                  <a:lnTo>
                    <a:pt x="1571038" y="1686414"/>
                  </a:lnTo>
                  <a:lnTo>
                    <a:pt x="1571048" y="1686408"/>
                  </a:lnTo>
                  <a:lnTo>
                    <a:pt x="1571055" y="1686404"/>
                  </a:lnTo>
                  <a:lnTo>
                    <a:pt x="1571061" y="1686399"/>
                  </a:lnTo>
                  <a:lnTo>
                    <a:pt x="1571070" y="1686385"/>
                  </a:lnTo>
                  <a:lnTo>
                    <a:pt x="1571077" y="1686374"/>
                  </a:lnTo>
                  <a:lnTo>
                    <a:pt x="1571082" y="1686363"/>
                  </a:lnTo>
                  <a:lnTo>
                    <a:pt x="1571085" y="1686352"/>
                  </a:lnTo>
                  <a:lnTo>
                    <a:pt x="1571088" y="1686341"/>
                  </a:lnTo>
                  <a:lnTo>
                    <a:pt x="1571091" y="1686335"/>
                  </a:lnTo>
                  <a:lnTo>
                    <a:pt x="1571095" y="1686330"/>
                  </a:lnTo>
                  <a:lnTo>
                    <a:pt x="1571099" y="1686324"/>
                  </a:lnTo>
                  <a:lnTo>
                    <a:pt x="1571108" y="1686320"/>
                  </a:lnTo>
                  <a:lnTo>
                    <a:pt x="1571114" y="1686313"/>
                  </a:lnTo>
                  <a:lnTo>
                    <a:pt x="1571117" y="1686304"/>
                  </a:lnTo>
                  <a:lnTo>
                    <a:pt x="1571120" y="1686294"/>
                  </a:lnTo>
                  <a:lnTo>
                    <a:pt x="1571127" y="1686283"/>
                  </a:lnTo>
                  <a:lnTo>
                    <a:pt x="1571135" y="1686268"/>
                  </a:lnTo>
                  <a:lnTo>
                    <a:pt x="1571142" y="1686252"/>
                  </a:lnTo>
                  <a:lnTo>
                    <a:pt x="1571147" y="1686246"/>
                  </a:lnTo>
                  <a:lnTo>
                    <a:pt x="1571152" y="1686240"/>
                  </a:lnTo>
                  <a:lnTo>
                    <a:pt x="1571158" y="1686233"/>
                  </a:lnTo>
                  <a:lnTo>
                    <a:pt x="1571166" y="1686226"/>
                  </a:lnTo>
                  <a:lnTo>
                    <a:pt x="1571169" y="1686222"/>
                  </a:lnTo>
                  <a:lnTo>
                    <a:pt x="1571171" y="1686213"/>
                  </a:lnTo>
                  <a:lnTo>
                    <a:pt x="1571172" y="1686195"/>
                  </a:lnTo>
                  <a:lnTo>
                    <a:pt x="1571176" y="1686180"/>
                  </a:lnTo>
                  <a:lnTo>
                    <a:pt x="1571180" y="1686167"/>
                  </a:lnTo>
                  <a:lnTo>
                    <a:pt x="1571183" y="1686155"/>
                  </a:lnTo>
                  <a:lnTo>
                    <a:pt x="1571188" y="1686145"/>
                  </a:lnTo>
                  <a:lnTo>
                    <a:pt x="1571195" y="1686136"/>
                  </a:lnTo>
                  <a:lnTo>
                    <a:pt x="1571201" y="1686129"/>
                  </a:lnTo>
                  <a:lnTo>
                    <a:pt x="1571204" y="1686123"/>
                  </a:lnTo>
                  <a:lnTo>
                    <a:pt x="1571201" y="1686114"/>
                  </a:lnTo>
                  <a:lnTo>
                    <a:pt x="1571199" y="1686108"/>
                  </a:lnTo>
                  <a:lnTo>
                    <a:pt x="1571197" y="1686095"/>
                  </a:lnTo>
                  <a:lnTo>
                    <a:pt x="1571198" y="1686085"/>
                  </a:lnTo>
                  <a:lnTo>
                    <a:pt x="1571201" y="1686077"/>
                  </a:lnTo>
                  <a:lnTo>
                    <a:pt x="1571202" y="1686067"/>
                  </a:lnTo>
                  <a:lnTo>
                    <a:pt x="1571204" y="1686054"/>
                  </a:lnTo>
                  <a:lnTo>
                    <a:pt x="1571207" y="1686045"/>
                  </a:lnTo>
                  <a:lnTo>
                    <a:pt x="1571208" y="1686040"/>
                  </a:lnTo>
                  <a:lnTo>
                    <a:pt x="1571212" y="1686029"/>
                  </a:lnTo>
                  <a:lnTo>
                    <a:pt x="1571215" y="1686014"/>
                  </a:lnTo>
                  <a:lnTo>
                    <a:pt x="1571215" y="1686006"/>
                  </a:lnTo>
                  <a:lnTo>
                    <a:pt x="1571216" y="1685995"/>
                  </a:lnTo>
                  <a:lnTo>
                    <a:pt x="1571220" y="1685987"/>
                  </a:lnTo>
                  <a:lnTo>
                    <a:pt x="1571223" y="1685980"/>
                  </a:lnTo>
                  <a:lnTo>
                    <a:pt x="1571224" y="1685974"/>
                  </a:lnTo>
                  <a:lnTo>
                    <a:pt x="1571222" y="1685969"/>
                  </a:lnTo>
                  <a:lnTo>
                    <a:pt x="1571220" y="1685963"/>
                  </a:lnTo>
                  <a:lnTo>
                    <a:pt x="1571218" y="1685951"/>
                  </a:lnTo>
                  <a:lnTo>
                    <a:pt x="1571219" y="1685943"/>
                  </a:lnTo>
                  <a:lnTo>
                    <a:pt x="1571219" y="1685935"/>
                  </a:lnTo>
                  <a:lnTo>
                    <a:pt x="1571221" y="1685926"/>
                  </a:lnTo>
                  <a:lnTo>
                    <a:pt x="1571223" y="1685918"/>
                  </a:lnTo>
                  <a:lnTo>
                    <a:pt x="1571227" y="1685903"/>
                  </a:lnTo>
                  <a:lnTo>
                    <a:pt x="1571228" y="1685885"/>
                  </a:lnTo>
                  <a:lnTo>
                    <a:pt x="1571228" y="1685870"/>
                  </a:lnTo>
                  <a:lnTo>
                    <a:pt x="1571231" y="1685854"/>
                  </a:lnTo>
                  <a:lnTo>
                    <a:pt x="1571234" y="1685835"/>
                  </a:lnTo>
                  <a:lnTo>
                    <a:pt x="1571235" y="1685823"/>
                  </a:lnTo>
                  <a:lnTo>
                    <a:pt x="1571232" y="1685811"/>
                  </a:lnTo>
                  <a:lnTo>
                    <a:pt x="1571231" y="1685806"/>
                  </a:lnTo>
                  <a:lnTo>
                    <a:pt x="1571227" y="1685796"/>
                  </a:lnTo>
                  <a:lnTo>
                    <a:pt x="1571223" y="1685783"/>
                  </a:lnTo>
                  <a:lnTo>
                    <a:pt x="1571220" y="1685775"/>
                  </a:lnTo>
                  <a:lnTo>
                    <a:pt x="1571216" y="1685765"/>
                  </a:lnTo>
                  <a:lnTo>
                    <a:pt x="1571214" y="1685755"/>
                  </a:lnTo>
                  <a:lnTo>
                    <a:pt x="1571210" y="1685749"/>
                  </a:lnTo>
                  <a:lnTo>
                    <a:pt x="1571205" y="1685742"/>
                  </a:lnTo>
                  <a:lnTo>
                    <a:pt x="1571190" y="1685731"/>
                  </a:lnTo>
                  <a:lnTo>
                    <a:pt x="1571178" y="1685721"/>
                  </a:lnTo>
                  <a:lnTo>
                    <a:pt x="1571154" y="1685705"/>
                  </a:lnTo>
                  <a:lnTo>
                    <a:pt x="1571145" y="1685698"/>
                  </a:lnTo>
                  <a:lnTo>
                    <a:pt x="1571135" y="1685692"/>
                  </a:lnTo>
                  <a:lnTo>
                    <a:pt x="1571129" y="1685687"/>
                  </a:lnTo>
                  <a:lnTo>
                    <a:pt x="1571124" y="1685683"/>
                  </a:lnTo>
                  <a:lnTo>
                    <a:pt x="1571119" y="1685679"/>
                  </a:lnTo>
                  <a:lnTo>
                    <a:pt x="1571113" y="1685671"/>
                  </a:lnTo>
                  <a:lnTo>
                    <a:pt x="1571109" y="1685665"/>
                  </a:lnTo>
                  <a:lnTo>
                    <a:pt x="1571106" y="1685657"/>
                  </a:lnTo>
                  <a:lnTo>
                    <a:pt x="1571116" y="1685625"/>
                  </a:lnTo>
                  <a:lnTo>
                    <a:pt x="1571123" y="1685628"/>
                  </a:lnTo>
                  <a:lnTo>
                    <a:pt x="1571136" y="1685633"/>
                  </a:lnTo>
                  <a:lnTo>
                    <a:pt x="1571146" y="1685633"/>
                  </a:lnTo>
                  <a:lnTo>
                    <a:pt x="1571171" y="1685644"/>
                  </a:lnTo>
                  <a:lnTo>
                    <a:pt x="1571242" y="1685673"/>
                  </a:lnTo>
                  <a:lnTo>
                    <a:pt x="1571255" y="1685677"/>
                  </a:lnTo>
                  <a:lnTo>
                    <a:pt x="1571266" y="1685681"/>
                  </a:lnTo>
                  <a:lnTo>
                    <a:pt x="1571297" y="1685692"/>
                  </a:lnTo>
                  <a:lnTo>
                    <a:pt x="1571317" y="1685695"/>
                  </a:lnTo>
                  <a:lnTo>
                    <a:pt x="1571344" y="1685696"/>
                  </a:lnTo>
                  <a:lnTo>
                    <a:pt x="1571375" y="1685701"/>
                  </a:lnTo>
                  <a:lnTo>
                    <a:pt x="1571416" y="1685714"/>
                  </a:lnTo>
                  <a:lnTo>
                    <a:pt x="1571423" y="1685718"/>
                  </a:lnTo>
                  <a:lnTo>
                    <a:pt x="1571429" y="1685721"/>
                  </a:lnTo>
                  <a:lnTo>
                    <a:pt x="1571445" y="1685729"/>
                  </a:lnTo>
                  <a:lnTo>
                    <a:pt x="1571451" y="1685732"/>
                  </a:lnTo>
                  <a:lnTo>
                    <a:pt x="1571468" y="1685742"/>
                  </a:lnTo>
                  <a:lnTo>
                    <a:pt x="1571484" y="1685750"/>
                  </a:lnTo>
                  <a:lnTo>
                    <a:pt x="1571499" y="1685755"/>
                  </a:lnTo>
                  <a:lnTo>
                    <a:pt x="1571514" y="1685757"/>
                  </a:lnTo>
                  <a:lnTo>
                    <a:pt x="1571531" y="1685757"/>
                  </a:lnTo>
                  <a:lnTo>
                    <a:pt x="1571561" y="1685754"/>
                  </a:lnTo>
                  <a:lnTo>
                    <a:pt x="1571607" y="1685741"/>
                  </a:lnTo>
                  <a:lnTo>
                    <a:pt x="1571658" y="1685726"/>
                  </a:lnTo>
                  <a:lnTo>
                    <a:pt x="1571754" y="1685690"/>
                  </a:lnTo>
                  <a:lnTo>
                    <a:pt x="1571780" y="1685680"/>
                  </a:lnTo>
                  <a:lnTo>
                    <a:pt x="1571806" y="1685670"/>
                  </a:lnTo>
                  <a:lnTo>
                    <a:pt x="1571846" y="1685650"/>
                  </a:lnTo>
                  <a:lnTo>
                    <a:pt x="1571878" y="1685631"/>
                  </a:lnTo>
                  <a:lnTo>
                    <a:pt x="1571915" y="1685597"/>
                  </a:lnTo>
                  <a:lnTo>
                    <a:pt x="1571944" y="1685568"/>
                  </a:lnTo>
                  <a:lnTo>
                    <a:pt x="1571975" y="1685537"/>
                  </a:lnTo>
                  <a:lnTo>
                    <a:pt x="1572021" y="1685481"/>
                  </a:lnTo>
                  <a:lnTo>
                    <a:pt x="1572037" y="1685457"/>
                  </a:lnTo>
                  <a:lnTo>
                    <a:pt x="1572041" y="1685451"/>
                  </a:lnTo>
                  <a:lnTo>
                    <a:pt x="1572063" y="1685409"/>
                  </a:lnTo>
                  <a:lnTo>
                    <a:pt x="1572071" y="1685395"/>
                  </a:lnTo>
                  <a:lnTo>
                    <a:pt x="1572077" y="1685383"/>
                  </a:lnTo>
                  <a:lnTo>
                    <a:pt x="1572078" y="1685375"/>
                  </a:lnTo>
                  <a:lnTo>
                    <a:pt x="1572082" y="1685353"/>
                  </a:lnTo>
                  <a:lnTo>
                    <a:pt x="1572089" y="1685313"/>
                  </a:lnTo>
                  <a:lnTo>
                    <a:pt x="1572090" y="1685288"/>
                  </a:lnTo>
                  <a:lnTo>
                    <a:pt x="1572087" y="1685259"/>
                  </a:lnTo>
                  <a:lnTo>
                    <a:pt x="1572086" y="1685250"/>
                  </a:lnTo>
                  <a:lnTo>
                    <a:pt x="1572084" y="1685239"/>
                  </a:lnTo>
                  <a:lnTo>
                    <a:pt x="1572081" y="1685215"/>
                  </a:lnTo>
                  <a:lnTo>
                    <a:pt x="1572073" y="1685148"/>
                  </a:lnTo>
                  <a:lnTo>
                    <a:pt x="1572066" y="1685104"/>
                  </a:lnTo>
                  <a:lnTo>
                    <a:pt x="1572067" y="1685070"/>
                  </a:lnTo>
                  <a:lnTo>
                    <a:pt x="1572066" y="1685036"/>
                  </a:lnTo>
                  <a:lnTo>
                    <a:pt x="1572068" y="1685021"/>
                  </a:lnTo>
                  <a:lnTo>
                    <a:pt x="1572069" y="1685005"/>
                  </a:lnTo>
                  <a:lnTo>
                    <a:pt x="1572070" y="1684999"/>
                  </a:lnTo>
                  <a:lnTo>
                    <a:pt x="1572076" y="1684959"/>
                  </a:lnTo>
                  <a:lnTo>
                    <a:pt x="1572083" y="1684919"/>
                  </a:lnTo>
                  <a:lnTo>
                    <a:pt x="1572086" y="1684915"/>
                  </a:lnTo>
                  <a:lnTo>
                    <a:pt x="1572098" y="1684896"/>
                  </a:lnTo>
                  <a:lnTo>
                    <a:pt x="1572116" y="1684884"/>
                  </a:lnTo>
                  <a:lnTo>
                    <a:pt x="1572149" y="1684877"/>
                  </a:lnTo>
                  <a:lnTo>
                    <a:pt x="1572162" y="1684874"/>
                  </a:lnTo>
                  <a:lnTo>
                    <a:pt x="1572205" y="1684869"/>
                  </a:lnTo>
                  <a:lnTo>
                    <a:pt x="1572238" y="1684868"/>
                  </a:lnTo>
                  <a:lnTo>
                    <a:pt x="1572242" y="1684860"/>
                  </a:lnTo>
                  <a:lnTo>
                    <a:pt x="1572247" y="1684832"/>
                  </a:lnTo>
                  <a:lnTo>
                    <a:pt x="1572250" y="1684804"/>
                  </a:lnTo>
                  <a:lnTo>
                    <a:pt x="1572259" y="1684693"/>
                  </a:lnTo>
                  <a:lnTo>
                    <a:pt x="1572250" y="1684695"/>
                  </a:lnTo>
                  <a:lnTo>
                    <a:pt x="1572237" y="1684696"/>
                  </a:lnTo>
                  <a:lnTo>
                    <a:pt x="1572217" y="1684698"/>
                  </a:lnTo>
                  <a:lnTo>
                    <a:pt x="1572193" y="1684699"/>
                  </a:lnTo>
                  <a:lnTo>
                    <a:pt x="1572183" y="1684699"/>
                  </a:lnTo>
                  <a:lnTo>
                    <a:pt x="1572176" y="1684700"/>
                  </a:lnTo>
                  <a:lnTo>
                    <a:pt x="1572167" y="1684698"/>
                  </a:lnTo>
                  <a:lnTo>
                    <a:pt x="1572157" y="1684694"/>
                  </a:lnTo>
                  <a:lnTo>
                    <a:pt x="1572150" y="1684690"/>
                  </a:lnTo>
                  <a:lnTo>
                    <a:pt x="1572141" y="1684685"/>
                  </a:lnTo>
                  <a:lnTo>
                    <a:pt x="1572134" y="1684681"/>
                  </a:lnTo>
                  <a:lnTo>
                    <a:pt x="1572124" y="1684675"/>
                  </a:lnTo>
                  <a:lnTo>
                    <a:pt x="1572114" y="1684667"/>
                  </a:lnTo>
                  <a:lnTo>
                    <a:pt x="1572107" y="1684659"/>
                  </a:lnTo>
                  <a:lnTo>
                    <a:pt x="1572101" y="1684651"/>
                  </a:lnTo>
                  <a:lnTo>
                    <a:pt x="1572094" y="1684641"/>
                  </a:lnTo>
                  <a:lnTo>
                    <a:pt x="1572090" y="1684636"/>
                  </a:lnTo>
                  <a:lnTo>
                    <a:pt x="1572086" y="1684630"/>
                  </a:lnTo>
                  <a:lnTo>
                    <a:pt x="1572079" y="1684614"/>
                  </a:lnTo>
                  <a:lnTo>
                    <a:pt x="1572077" y="1684594"/>
                  </a:lnTo>
                  <a:lnTo>
                    <a:pt x="1572077" y="1684582"/>
                  </a:lnTo>
                  <a:lnTo>
                    <a:pt x="1572078" y="1684570"/>
                  </a:lnTo>
                  <a:lnTo>
                    <a:pt x="1572079" y="1684562"/>
                  </a:lnTo>
                  <a:lnTo>
                    <a:pt x="1572079" y="1684550"/>
                  </a:lnTo>
                  <a:lnTo>
                    <a:pt x="1572076" y="1684539"/>
                  </a:lnTo>
                  <a:lnTo>
                    <a:pt x="1572069" y="1684530"/>
                  </a:lnTo>
                  <a:lnTo>
                    <a:pt x="1572060" y="1684521"/>
                  </a:lnTo>
                  <a:lnTo>
                    <a:pt x="1572054" y="1684510"/>
                  </a:lnTo>
                  <a:lnTo>
                    <a:pt x="1572051" y="1684487"/>
                  </a:lnTo>
                  <a:lnTo>
                    <a:pt x="1572047" y="1684469"/>
                  </a:lnTo>
                  <a:lnTo>
                    <a:pt x="1572035" y="1684433"/>
                  </a:lnTo>
                  <a:lnTo>
                    <a:pt x="1572021" y="1684413"/>
                  </a:lnTo>
                  <a:lnTo>
                    <a:pt x="1572009" y="1684404"/>
                  </a:lnTo>
                  <a:lnTo>
                    <a:pt x="1571990" y="1684388"/>
                  </a:lnTo>
                  <a:lnTo>
                    <a:pt x="1571984" y="1684377"/>
                  </a:lnTo>
                  <a:lnTo>
                    <a:pt x="1571983" y="1684363"/>
                  </a:lnTo>
                  <a:lnTo>
                    <a:pt x="1571981" y="1684340"/>
                  </a:lnTo>
                  <a:lnTo>
                    <a:pt x="1571980" y="1684320"/>
                  </a:lnTo>
                  <a:lnTo>
                    <a:pt x="1571975" y="1684308"/>
                  </a:lnTo>
                  <a:lnTo>
                    <a:pt x="1571961" y="1684290"/>
                  </a:lnTo>
                  <a:lnTo>
                    <a:pt x="1571950" y="1684278"/>
                  </a:lnTo>
                  <a:lnTo>
                    <a:pt x="1571942" y="1684265"/>
                  </a:lnTo>
                  <a:lnTo>
                    <a:pt x="1571942" y="1684260"/>
                  </a:lnTo>
                  <a:lnTo>
                    <a:pt x="1571943" y="1684250"/>
                  </a:lnTo>
                  <a:lnTo>
                    <a:pt x="1571947" y="1684243"/>
                  </a:lnTo>
                  <a:lnTo>
                    <a:pt x="1571950" y="1684236"/>
                  </a:lnTo>
                  <a:lnTo>
                    <a:pt x="1571956" y="1684224"/>
                  </a:lnTo>
                  <a:lnTo>
                    <a:pt x="1571959" y="1684209"/>
                  </a:lnTo>
                  <a:lnTo>
                    <a:pt x="1571959" y="1684194"/>
                  </a:lnTo>
                  <a:lnTo>
                    <a:pt x="1571957" y="1684184"/>
                  </a:lnTo>
                  <a:lnTo>
                    <a:pt x="1571950" y="1684171"/>
                  </a:lnTo>
                  <a:lnTo>
                    <a:pt x="1571948" y="1684166"/>
                  </a:lnTo>
                  <a:lnTo>
                    <a:pt x="1571942" y="1684154"/>
                  </a:lnTo>
                  <a:lnTo>
                    <a:pt x="1571937" y="1684142"/>
                  </a:lnTo>
                  <a:lnTo>
                    <a:pt x="1571934" y="1684134"/>
                  </a:lnTo>
                  <a:lnTo>
                    <a:pt x="1571934" y="1684127"/>
                  </a:lnTo>
                  <a:lnTo>
                    <a:pt x="1571923" y="1684118"/>
                  </a:lnTo>
                  <a:lnTo>
                    <a:pt x="1571908" y="1684111"/>
                  </a:lnTo>
                  <a:lnTo>
                    <a:pt x="1571893" y="1684107"/>
                  </a:lnTo>
                  <a:lnTo>
                    <a:pt x="1571887" y="1684105"/>
                  </a:lnTo>
                  <a:lnTo>
                    <a:pt x="1571879" y="1684102"/>
                  </a:lnTo>
                  <a:lnTo>
                    <a:pt x="1571870" y="1684099"/>
                  </a:lnTo>
                  <a:lnTo>
                    <a:pt x="1571863" y="1684095"/>
                  </a:lnTo>
                  <a:lnTo>
                    <a:pt x="1571854" y="1684091"/>
                  </a:lnTo>
                  <a:lnTo>
                    <a:pt x="1571845" y="1684087"/>
                  </a:lnTo>
                  <a:lnTo>
                    <a:pt x="1571839" y="1684087"/>
                  </a:lnTo>
                  <a:lnTo>
                    <a:pt x="1571833" y="1684086"/>
                  </a:lnTo>
                  <a:lnTo>
                    <a:pt x="1571827" y="1684085"/>
                  </a:lnTo>
                  <a:lnTo>
                    <a:pt x="1571818" y="1684083"/>
                  </a:lnTo>
                  <a:lnTo>
                    <a:pt x="1571811" y="1684080"/>
                  </a:lnTo>
                  <a:lnTo>
                    <a:pt x="1571803" y="1684079"/>
                  </a:lnTo>
                  <a:lnTo>
                    <a:pt x="1571795" y="1684079"/>
                  </a:lnTo>
                  <a:lnTo>
                    <a:pt x="1571806" y="1684066"/>
                  </a:lnTo>
                  <a:lnTo>
                    <a:pt x="1571819" y="1684051"/>
                  </a:lnTo>
                  <a:lnTo>
                    <a:pt x="1571829" y="1684040"/>
                  </a:lnTo>
                  <a:lnTo>
                    <a:pt x="1571844" y="1684025"/>
                  </a:lnTo>
                  <a:lnTo>
                    <a:pt x="1571847" y="1684020"/>
                  </a:lnTo>
                  <a:lnTo>
                    <a:pt x="1571857" y="1684006"/>
                  </a:lnTo>
                  <a:lnTo>
                    <a:pt x="1571863" y="1683991"/>
                  </a:lnTo>
                  <a:lnTo>
                    <a:pt x="1571867" y="1683976"/>
                  </a:lnTo>
                  <a:lnTo>
                    <a:pt x="1571877" y="1683966"/>
                  </a:lnTo>
                  <a:lnTo>
                    <a:pt x="1571891" y="1683951"/>
                  </a:lnTo>
                  <a:lnTo>
                    <a:pt x="1571900" y="1683938"/>
                  </a:lnTo>
                  <a:lnTo>
                    <a:pt x="1571905" y="1683926"/>
                  </a:lnTo>
                  <a:lnTo>
                    <a:pt x="1571906" y="1683917"/>
                  </a:lnTo>
                  <a:lnTo>
                    <a:pt x="1571905" y="1683901"/>
                  </a:lnTo>
                  <a:lnTo>
                    <a:pt x="1571905" y="1683889"/>
                  </a:lnTo>
                  <a:lnTo>
                    <a:pt x="1571905" y="1683876"/>
                  </a:lnTo>
                  <a:lnTo>
                    <a:pt x="1571907" y="1683869"/>
                  </a:lnTo>
                  <a:lnTo>
                    <a:pt x="1571909" y="1683861"/>
                  </a:lnTo>
                  <a:lnTo>
                    <a:pt x="1571911" y="1683851"/>
                  </a:lnTo>
                  <a:lnTo>
                    <a:pt x="1571913" y="1683836"/>
                  </a:lnTo>
                  <a:lnTo>
                    <a:pt x="1571915" y="1683818"/>
                  </a:lnTo>
                  <a:lnTo>
                    <a:pt x="1571912" y="1683800"/>
                  </a:lnTo>
                  <a:lnTo>
                    <a:pt x="1571908" y="1683790"/>
                  </a:lnTo>
                  <a:lnTo>
                    <a:pt x="1571903" y="1683773"/>
                  </a:lnTo>
                  <a:lnTo>
                    <a:pt x="1571900" y="1683760"/>
                  </a:lnTo>
                  <a:lnTo>
                    <a:pt x="1571895" y="1683746"/>
                  </a:lnTo>
                  <a:lnTo>
                    <a:pt x="1571887" y="1683734"/>
                  </a:lnTo>
                  <a:lnTo>
                    <a:pt x="1571880" y="1683722"/>
                  </a:lnTo>
                  <a:lnTo>
                    <a:pt x="1571871" y="1683712"/>
                  </a:lnTo>
                  <a:lnTo>
                    <a:pt x="1571862" y="1683702"/>
                  </a:lnTo>
                  <a:lnTo>
                    <a:pt x="1571840" y="1683690"/>
                  </a:lnTo>
                  <a:lnTo>
                    <a:pt x="1571823" y="1683679"/>
                  </a:lnTo>
                  <a:lnTo>
                    <a:pt x="1571810" y="1683672"/>
                  </a:lnTo>
                  <a:lnTo>
                    <a:pt x="1571791" y="1683662"/>
                  </a:lnTo>
                  <a:lnTo>
                    <a:pt x="1571777" y="1683654"/>
                  </a:lnTo>
                  <a:lnTo>
                    <a:pt x="1571765" y="1683646"/>
                  </a:lnTo>
                  <a:lnTo>
                    <a:pt x="1571750" y="1683636"/>
                  </a:lnTo>
                  <a:lnTo>
                    <a:pt x="1571736" y="1683626"/>
                  </a:lnTo>
                  <a:lnTo>
                    <a:pt x="1571744" y="1683611"/>
                  </a:lnTo>
                  <a:lnTo>
                    <a:pt x="1571752" y="1683595"/>
                  </a:lnTo>
                  <a:lnTo>
                    <a:pt x="1571758" y="1683582"/>
                  </a:lnTo>
                  <a:lnTo>
                    <a:pt x="1571761" y="1683572"/>
                  </a:lnTo>
                  <a:lnTo>
                    <a:pt x="1571763" y="1683562"/>
                  </a:lnTo>
                  <a:lnTo>
                    <a:pt x="1571766" y="1683555"/>
                  </a:lnTo>
                  <a:lnTo>
                    <a:pt x="1571770" y="1683547"/>
                  </a:lnTo>
                  <a:lnTo>
                    <a:pt x="1571777" y="1683533"/>
                  </a:lnTo>
                  <a:lnTo>
                    <a:pt x="1571781" y="1683521"/>
                  </a:lnTo>
                  <a:lnTo>
                    <a:pt x="1571783" y="1683512"/>
                  </a:lnTo>
                  <a:lnTo>
                    <a:pt x="1571787" y="1683502"/>
                  </a:lnTo>
                  <a:lnTo>
                    <a:pt x="1571793" y="1683492"/>
                  </a:lnTo>
                  <a:lnTo>
                    <a:pt x="1571797" y="1683483"/>
                  </a:lnTo>
                  <a:lnTo>
                    <a:pt x="1571800" y="1683474"/>
                  </a:lnTo>
                  <a:lnTo>
                    <a:pt x="1571801" y="1683464"/>
                  </a:lnTo>
                  <a:lnTo>
                    <a:pt x="1571800" y="1683457"/>
                  </a:lnTo>
                  <a:lnTo>
                    <a:pt x="1571795" y="1683447"/>
                  </a:lnTo>
                  <a:lnTo>
                    <a:pt x="1571791" y="1683437"/>
                  </a:lnTo>
                  <a:lnTo>
                    <a:pt x="1571788" y="1683410"/>
                  </a:lnTo>
                  <a:lnTo>
                    <a:pt x="1571670" y="1683248"/>
                  </a:lnTo>
                  <a:lnTo>
                    <a:pt x="1571638" y="1683204"/>
                  </a:lnTo>
                  <a:lnTo>
                    <a:pt x="1571641" y="1683148"/>
                  </a:lnTo>
                  <a:lnTo>
                    <a:pt x="1571641" y="1683142"/>
                  </a:lnTo>
                  <a:lnTo>
                    <a:pt x="1571646" y="1683077"/>
                  </a:lnTo>
                  <a:lnTo>
                    <a:pt x="1571653" y="1683067"/>
                  </a:lnTo>
                  <a:lnTo>
                    <a:pt x="1571665" y="1683056"/>
                  </a:lnTo>
                  <a:lnTo>
                    <a:pt x="1571668" y="1683052"/>
                  </a:lnTo>
                  <a:lnTo>
                    <a:pt x="1571672" y="1683048"/>
                  </a:lnTo>
                  <a:lnTo>
                    <a:pt x="1571674" y="1683042"/>
                  </a:lnTo>
                  <a:lnTo>
                    <a:pt x="1571672" y="1683030"/>
                  </a:lnTo>
                  <a:lnTo>
                    <a:pt x="1571670" y="1683020"/>
                  </a:lnTo>
                  <a:lnTo>
                    <a:pt x="1571672" y="1683007"/>
                  </a:lnTo>
                  <a:lnTo>
                    <a:pt x="1571673" y="1682999"/>
                  </a:lnTo>
                  <a:lnTo>
                    <a:pt x="1571677" y="1682991"/>
                  </a:lnTo>
                  <a:lnTo>
                    <a:pt x="1571680" y="1682986"/>
                  </a:lnTo>
                  <a:lnTo>
                    <a:pt x="1571685" y="1682980"/>
                  </a:lnTo>
                  <a:lnTo>
                    <a:pt x="1571694" y="1682968"/>
                  </a:lnTo>
                  <a:lnTo>
                    <a:pt x="1571695" y="1682959"/>
                  </a:lnTo>
                  <a:lnTo>
                    <a:pt x="1571695" y="1682951"/>
                  </a:lnTo>
                  <a:lnTo>
                    <a:pt x="1571694" y="1682945"/>
                  </a:lnTo>
                  <a:lnTo>
                    <a:pt x="1571691" y="1682936"/>
                  </a:lnTo>
                  <a:lnTo>
                    <a:pt x="1571683" y="1682920"/>
                  </a:lnTo>
                  <a:lnTo>
                    <a:pt x="1571677" y="1682905"/>
                  </a:lnTo>
                  <a:lnTo>
                    <a:pt x="1571677" y="1682897"/>
                  </a:lnTo>
                  <a:lnTo>
                    <a:pt x="1571678" y="1682886"/>
                  </a:lnTo>
                  <a:lnTo>
                    <a:pt x="1571677" y="1682875"/>
                  </a:lnTo>
                  <a:lnTo>
                    <a:pt x="1571674" y="1682866"/>
                  </a:lnTo>
                  <a:lnTo>
                    <a:pt x="1571667" y="1682857"/>
                  </a:lnTo>
                  <a:lnTo>
                    <a:pt x="1571662" y="1682848"/>
                  </a:lnTo>
                  <a:lnTo>
                    <a:pt x="1571651" y="1682825"/>
                  </a:lnTo>
                  <a:lnTo>
                    <a:pt x="1571649" y="1682818"/>
                  </a:lnTo>
                  <a:lnTo>
                    <a:pt x="1571647" y="1682810"/>
                  </a:lnTo>
                  <a:lnTo>
                    <a:pt x="1571645" y="1682800"/>
                  </a:lnTo>
                  <a:lnTo>
                    <a:pt x="1571642" y="1682785"/>
                  </a:lnTo>
                  <a:lnTo>
                    <a:pt x="1571638" y="1682768"/>
                  </a:lnTo>
                  <a:lnTo>
                    <a:pt x="1571635" y="1682756"/>
                  </a:lnTo>
                  <a:lnTo>
                    <a:pt x="1571633" y="1682748"/>
                  </a:lnTo>
                  <a:lnTo>
                    <a:pt x="1571629" y="1682738"/>
                  </a:lnTo>
                  <a:lnTo>
                    <a:pt x="1571625" y="1682725"/>
                  </a:lnTo>
                  <a:lnTo>
                    <a:pt x="1571618" y="1682707"/>
                  </a:lnTo>
                  <a:lnTo>
                    <a:pt x="1571611" y="1682687"/>
                  </a:lnTo>
                  <a:lnTo>
                    <a:pt x="1571606" y="1682674"/>
                  </a:lnTo>
                  <a:lnTo>
                    <a:pt x="1571602" y="1682665"/>
                  </a:lnTo>
                  <a:lnTo>
                    <a:pt x="1571598" y="1682660"/>
                  </a:lnTo>
                  <a:lnTo>
                    <a:pt x="1571594" y="1682656"/>
                  </a:lnTo>
                  <a:lnTo>
                    <a:pt x="1571587" y="1682654"/>
                  </a:lnTo>
                  <a:lnTo>
                    <a:pt x="1571578" y="1682652"/>
                  </a:lnTo>
                  <a:lnTo>
                    <a:pt x="1571569" y="1682649"/>
                  </a:lnTo>
                  <a:lnTo>
                    <a:pt x="1571563" y="1682647"/>
                  </a:lnTo>
                  <a:lnTo>
                    <a:pt x="1571557" y="1682646"/>
                  </a:lnTo>
                  <a:lnTo>
                    <a:pt x="1571553" y="1682645"/>
                  </a:lnTo>
                  <a:lnTo>
                    <a:pt x="1571547" y="1682644"/>
                  </a:lnTo>
                  <a:lnTo>
                    <a:pt x="1571537" y="1682641"/>
                  </a:lnTo>
                  <a:lnTo>
                    <a:pt x="1571528" y="1682639"/>
                  </a:lnTo>
                  <a:lnTo>
                    <a:pt x="1571517" y="1682633"/>
                  </a:lnTo>
                  <a:lnTo>
                    <a:pt x="1571519" y="1682618"/>
                  </a:lnTo>
                  <a:lnTo>
                    <a:pt x="1571518" y="1682608"/>
                  </a:lnTo>
                  <a:lnTo>
                    <a:pt x="1571517" y="1682600"/>
                  </a:lnTo>
                  <a:lnTo>
                    <a:pt x="1571515" y="1682591"/>
                  </a:lnTo>
                  <a:lnTo>
                    <a:pt x="1571514" y="1682584"/>
                  </a:lnTo>
                  <a:lnTo>
                    <a:pt x="1571513" y="1682578"/>
                  </a:lnTo>
                  <a:lnTo>
                    <a:pt x="1571511" y="1682571"/>
                  </a:lnTo>
                  <a:lnTo>
                    <a:pt x="1571507" y="1682561"/>
                  </a:lnTo>
                  <a:lnTo>
                    <a:pt x="1571501" y="1682555"/>
                  </a:lnTo>
                  <a:lnTo>
                    <a:pt x="1571497" y="1682551"/>
                  </a:lnTo>
                  <a:lnTo>
                    <a:pt x="1571492" y="1682545"/>
                  </a:lnTo>
                  <a:lnTo>
                    <a:pt x="1571486" y="1682539"/>
                  </a:lnTo>
                  <a:lnTo>
                    <a:pt x="1571483" y="1682534"/>
                  </a:lnTo>
                  <a:lnTo>
                    <a:pt x="1571481" y="1682524"/>
                  </a:lnTo>
                  <a:lnTo>
                    <a:pt x="1571479" y="1682518"/>
                  </a:lnTo>
                  <a:lnTo>
                    <a:pt x="1571476" y="1682512"/>
                  </a:lnTo>
                  <a:lnTo>
                    <a:pt x="1571473" y="1682505"/>
                  </a:lnTo>
                  <a:lnTo>
                    <a:pt x="1571470" y="1682500"/>
                  </a:lnTo>
                  <a:lnTo>
                    <a:pt x="1571466" y="1682493"/>
                  </a:lnTo>
                  <a:lnTo>
                    <a:pt x="1571457" y="1682482"/>
                  </a:lnTo>
                  <a:lnTo>
                    <a:pt x="1571447" y="1682470"/>
                  </a:lnTo>
                  <a:lnTo>
                    <a:pt x="1571435" y="1682456"/>
                  </a:lnTo>
                  <a:lnTo>
                    <a:pt x="1571426" y="1682447"/>
                  </a:lnTo>
                  <a:lnTo>
                    <a:pt x="1571420" y="1682441"/>
                  </a:lnTo>
                  <a:lnTo>
                    <a:pt x="1571414" y="1682435"/>
                  </a:lnTo>
                  <a:lnTo>
                    <a:pt x="1571409" y="1682430"/>
                  </a:lnTo>
                  <a:lnTo>
                    <a:pt x="1571404" y="1682426"/>
                  </a:lnTo>
                  <a:lnTo>
                    <a:pt x="1571398" y="1682421"/>
                  </a:lnTo>
                  <a:lnTo>
                    <a:pt x="1571392" y="1682416"/>
                  </a:lnTo>
                  <a:lnTo>
                    <a:pt x="1571390" y="1682410"/>
                  </a:lnTo>
                  <a:lnTo>
                    <a:pt x="1571396" y="1682406"/>
                  </a:lnTo>
                  <a:lnTo>
                    <a:pt x="1571401" y="1682402"/>
                  </a:lnTo>
                  <a:lnTo>
                    <a:pt x="1571406" y="1682399"/>
                  </a:lnTo>
                  <a:lnTo>
                    <a:pt x="1571411" y="1682396"/>
                  </a:lnTo>
                  <a:lnTo>
                    <a:pt x="1571417" y="1682393"/>
                  </a:lnTo>
                  <a:lnTo>
                    <a:pt x="1571423" y="1682390"/>
                  </a:lnTo>
                  <a:lnTo>
                    <a:pt x="1571427" y="1682385"/>
                  </a:lnTo>
                  <a:lnTo>
                    <a:pt x="1571431" y="1682380"/>
                  </a:lnTo>
                  <a:lnTo>
                    <a:pt x="1571434" y="1682375"/>
                  </a:lnTo>
                  <a:lnTo>
                    <a:pt x="1571437" y="1682368"/>
                  </a:lnTo>
                  <a:lnTo>
                    <a:pt x="1571435" y="1682360"/>
                  </a:lnTo>
                  <a:lnTo>
                    <a:pt x="1571428" y="1682353"/>
                  </a:lnTo>
                  <a:lnTo>
                    <a:pt x="1571420" y="1682340"/>
                  </a:lnTo>
                  <a:lnTo>
                    <a:pt x="1571427" y="1682334"/>
                  </a:lnTo>
                  <a:lnTo>
                    <a:pt x="1571427" y="1682326"/>
                  </a:lnTo>
                  <a:lnTo>
                    <a:pt x="1571428" y="1682319"/>
                  </a:lnTo>
                  <a:lnTo>
                    <a:pt x="1571431" y="1682311"/>
                  </a:lnTo>
                  <a:lnTo>
                    <a:pt x="1571447" y="1682275"/>
                  </a:lnTo>
                  <a:lnTo>
                    <a:pt x="1571449" y="1682258"/>
                  </a:lnTo>
                  <a:lnTo>
                    <a:pt x="1571451" y="1682234"/>
                  </a:lnTo>
                  <a:lnTo>
                    <a:pt x="1571453" y="1682217"/>
                  </a:lnTo>
                  <a:lnTo>
                    <a:pt x="1571456" y="1682213"/>
                  </a:lnTo>
                  <a:lnTo>
                    <a:pt x="1571461" y="1682207"/>
                  </a:lnTo>
                  <a:lnTo>
                    <a:pt x="1571466" y="1682199"/>
                  </a:lnTo>
                  <a:lnTo>
                    <a:pt x="1571480" y="1682175"/>
                  </a:lnTo>
                  <a:lnTo>
                    <a:pt x="1571490" y="1682144"/>
                  </a:lnTo>
                  <a:lnTo>
                    <a:pt x="1571498" y="1682139"/>
                  </a:lnTo>
                  <a:lnTo>
                    <a:pt x="1571502" y="1682133"/>
                  </a:lnTo>
                  <a:lnTo>
                    <a:pt x="1571505" y="1682128"/>
                  </a:lnTo>
                  <a:lnTo>
                    <a:pt x="1571513" y="1682125"/>
                  </a:lnTo>
                  <a:lnTo>
                    <a:pt x="1571517" y="1682120"/>
                  </a:lnTo>
                  <a:lnTo>
                    <a:pt x="1571522" y="1682114"/>
                  </a:lnTo>
                  <a:lnTo>
                    <a:pt x="1571532" y="1682110"/>
                  </a:lnTo>
                  <a:lnTo>
                    <a:pt x="1571546" y="1682094"/>
                  </a:lnTo>
                  <a:lnTo>
                    <a:pt x="1571555" y="1682086"/>
                  </a:lnTo>
                  <a:lnTo>
                    <a:pt x="1571569" y="1682089"/>
                  </a:lnTo>
                  <a:lnTo>
                    <a:pt x="1571583" y="1682084"/>
                  </a:lnTo>
                  <a:lnTo>
                    <a:pt x="1571607" y="1682084"/>
                  </a:lnTo>
                  <a:lnTo>
                    <a:pt x="1571621" y="1682078"/>
                  </a:lnTo>
                  <a:lnTo>
                    <a:pt x="1571629" y="1682074"/>
                  </a:lnTo>
                  <a:lnTo>
                    <a:pt x="1571648" y="1682069"/>
                  </a:lnTo>
                  <a:lnTo>
                    <a:pt x="1571656" y="1682060"/>
                  </a:lnTo>
                  <a:lnTo>
                    <a:pt x="1571662" y="1682051"/>
                  </a:lnTo>
                  <a:lnTo>
                    <a:pt x="1571667" y="1682044"/>
                  </a:lnTo>
                  <a:lnTo>
                    <a:pt x="1571678" y="1682024"/>
                  </a:lnTo>
                  <a:lnTo>
                    <a:pt x="1571687" y="1682016"/>
                  </a:lnTo>
                  <a:lnTo>
                    <a:pt x="1571691" y="1682008"/>
                  </a:lnTo>
                  <a:lnTo>
                    <a:pt x="1571700" y="1681995"/>
                  </a:lnTo>
                  <a:lnTo>
                    <a:pt x="1571701" y="1681983"/>
                  </a:lnTo>
                  <a:lnTo>
                    <a:pt x="1571703" y="1681977"/>
                  </a:lnTo>
                  <a:lnTo>
                    <a:pt x="1571707" y="1681967"/>
                  </a:lnTo>
                  <a:lnTo>
                    <a:pt x="1571704" y="1681948"/>
                  </a:lnTo>
                  <a:lnTo>
                    <a:pt x="1571701" y="1681937"/>
                  </a:lnTo>
                  <a:lnTo>
                    <a:pt x="1571699" y="1681925"/>
                  </a:lnTo>
                  <a:lnTo>
                    <a:pt x="1571701" y="1681895"/>
                  </a:lnTo>
                  <a:lnTo>
                    <a:pt x="1571689" y="1681883"/>
                  </a:lnTo>
                  <a:lnTo>
                    <a:pt x="1571683" y="1681878"/>
                  </a:lnTo>
                  <a:lnTo>
                    <a:pt x="1571682" y="1681862"/>
                  </a:lnTo>
                  <a:lnTo>
                    <a:pt x="1571691" y="1681848"/>
                  </a:lnTo>
                  <a:lnTo>
                    <a:pt x="1571708" y="1681845"/>
                  </a:lnTo>
                  <a:lnTo>
                    <a:pt x="1571708" y="1681838"/>
                  </a:lnTo>
                  <a:lnTo>
                    <a:pt x="1571706" y="1681825"/>
                  </a:lnTo>
                  <a:lnTo>
                    <a:pt x="1571698" y="1681817"/>
                  </a:lnTo>
                  <a:lnTo>
                    <a:pt x="1571695" y="1681804"/>
                  </a:lnTo>
                  <a:lnTo>
                    <a:pt x="1571699" y="1681787"/>
                  </a:lnTo>
                  <a:lnTo>
                    <a:pt x="1571695" y="1681771"/>
                  </a:lnTo>
                  <a:lnTo>
                    <a:pt x="1571697" y="1681760"/>
                  </a:lnTo>
                  <a:lnTo>
                    <a:pt x="1571701" y="1681756"/>
                  </a:lnTo>
                  <a:lnTo>
                    <a:pt x="1571704" y="1681751"/>
                  </a:lnTo>
                  <a:lnTo>
                    <a:pt x="1571708" y="1681746"/>
                  </a:lnTo>
                  <a:lnTo>
                    <a:pt x="1571720" y="1681736"/>
                  </a:lnTo>
                  <a:lnTo>
                    <a:pt x="1571703" y="1681720"/>
                  </a:lnTo>
                  <a:lnTo>
                    <a:pt x="1571685" y="1681668"/>
                  </a:lnTo>
                  <a:lnTo>
                    <a:pt x="1571669" y="1681647"/>
                  </a:lnTo>
                  <a:lnTo>
                    <a:pt x="1571653" y="1681606"/>
                  </a:lnTo>
                  <a:lnTo>
                    <a:pt x="1571633" y="1681610"/>
                  </a:lnTo>
                  <a:lnTo>
                    <a:pt x="1571626" y="1681612"/>
                  </a:lnTo>
                  <a:lnTo>
                    <a:pt x="1571616" y="1681612"/>
                  </a:lnTo>
                  <a:lnTo>
                    <a:pt x="1571610" y="1681606"/>
                  </a:lnTo>
                  <a:lnTo>
                    <a:pt x="1571587" y="1681593"/>
                  </a:lnTo>
                  <a:lnTo>
                    <a:pt x="1571564" y="1681589"/>
                  </a:lnTo>
                  <a:lnTo>
                    <a:pt x="1571556" y="1681586"/>
                  </a:lnTo>
                  <a:lnTo>
                    <a:pt x="1571553" y="1681574"/>
                  </a:lnTo>
                  <a:lnTo>
                    <a:pt x="1571533" y="1681565"/>
                  </a:lnTo>
                  <a:lnTo>
                    <a:pt x="1571526" y="1681548"/>
                  </a:lnTo>
                  <a:lnTo>
                    <a:pt x="1571518" y="1681543"/>
                  </a:lnTo>
                  <a:lnTo>
                    <a:pt x="1571511" y="1681547"/>
                  </a:lnTo>
                  <a:lnTo>
                    <a:pt x="1571491" y="1681562"/>
                  </a:lnTo>
                  <a:lnTo>
                    <a:pt x="1571482" y="1681568"/>
                  </a:lnTo>
                  <a:lnTo>
                    <a:pt x="1571478" y="1681575"/>
                  </a:lnTo>
                  <a:lnTo>
                    <a:pt x="1571466" y="1681586"/>
                  </a:lnTo>
                  <a:lnTo>
                    <a:pt x="1571452" y="1681592"/>
                  </a:lnTo>
                  <a:lnTo>
                    <a:pt x="1571441" y="1681590"/>
                  </a:lnTo>
                  <a:lnTo>
                    <a:pt x="1571429" y="1681604"/>
                  </a:lnTo>
                  <a:lnTo>
                    <a:pt x="1571414" y="1681609"/>
                  </a:lnTo>
                  <a:lnTo>
                    <a:pt x="1571403" y="1681608"/>
                  </a:lnTo>
                  <a:lnTo>
                    <a:pt x="1571393" y="1681605"/>
                  </a:lnTo>
                  <a:lnTo>
                    <a:pt x="1571386" y="1681597"/>
                  </a:lnTo>
                  <a:lnTo>
                    <a:pt x="1571315" y="1681589"/>
                  </a:lnTo>
                  <a:lnTo>
                    <a:pt x="1571303" y="1681580"/>
                  </a:lnTo>
                  <a:lnTo>
                    <a:pt x="1571294" y="1681572"/>
                  </a:lnTo>
                  <a:lnTo>
                    <a:pt x="1571284" y="1681564"/>
                  </a:lnTo>
                  <a:lnTo>
                    <a:pt x="1571277" y="1681557"/>
                  </a:lnTo>
                  <a:lnTo>
                    <a:pt x="1571261" y="1681531"/>
                  </a:lnTo>
                  <a:lnTo>
                    <a:pt x="1571277" y="1681505"/>
                  </a:lnTo>
                  <a:lnTo>
                    <a:pt x="1571274" y="1681487"/>
                  </a:lnTo>
                  <a:lnTo>
                    <a:pt x="1571254" y="1681466"/>
                  </a:lnTo>
                  <a:lnTo>
                    <a:pt x="1571249" y="1681458"/>
                  </a:lnTo>
                  <a:lnTo>
                    <a:pt x="1571243" y="1681446"/>
                  </a:lnTo>
                  <a:lnTo>
                    <a:pt x="1571238" y="1681440"/>
                  </a:lnTo>
                  <a:lnTo>
                    <a:pt x="1571219" y="1681429"/>
                  </a:lnTo>
                  <a:lnTo>
                    <a:pt x="1571194" y="1681409"/>
                  </a:lnTo>
                  <a:lnTo>
                    <a:pt x="1571144" y="1681369"/>
                  </a:lnTo>
                  <a:lnTo>
                    <a:pt x="1571139" y="1681365"/>
                  </a:lnTo>
                  <a:lnTo>
                    <a:pt x="1571130" y="1681364"/>
                  </a:lnTo>
                  <a:lnTo>
                    <a:pt x="1571120" y="1681364"/>
                  </a:lnTo>
                  <a:lnTo>
                    <a:pt x="1571111" y="1681363"/>
                  </a:lnTo>
                  <a:lnTo>
                    <a:pt x="1571101" y="1681360"/>
                  </a:lnTo>
                  <a:lnTo>
                    <a:pt x="1571095" y="1681351"/>
                  </a:lnTo>
                  <a:lnTo>
                    <a:pt x="1571088" y="1681346"/>
                  </a:lnTo>
                  <a:lnTo>
                    <a:pt x="1571078" y="1681340"/>
                  </a:lnTo>
                  <a:lnTo>
                    <a:pt x="1571074" y="1681335"/>
                  </a:lnTo>
                  <a:lnTo>
                    <a:pt x="1571068" y="1681327"/>
                  </a:lnTo>
                  <a:lnTo>
                    <a:pt x="1571060" y="1681317"/>
                  </a:lnTo>
                  <a:lnTo>
                    <a:pt x="1571054" y="1681315"/>
                  </a:lnTo>
                  <a:lnTo>
                    <a:pt x="1571046" y="1681316"/>
                  </a:lnTo>
                  <a:lnTo>
                    <a:pt x="1571034" y="1681318"/>
                  </a:lnTo>
                  <a:lnTo>
                    <a:pt x="1571019" y="1681321"/>
                  </a:lnTo>
                  <a:lnTo>
                    <a:pt x="1571013" y="1681324"/>
                  </a:lnTo>
                  <a:lnTo>
                    <a:pt x="1571009" y="1681326"/>
                  </a:lnTo>
                  <a:lnTo>
                    <a:pt x="1571001" y="1681329"/>
                  </a:lnTo>
                  <a:lnTo>
                    <a:pt x="1570988" y="1681333"/>
                  </a:lnTo>
                  <a:lnTo>
                    <a:pt x="1570979" y="1681335"/>
                  </a:lnTo>
                  <a:lnTo>
                    <a:pt x="1570971" y="1681336"/>
                  </a:lnTo>
                  <a:lnTo>
                    <a:pt x="1570963" y="1681337"/>
                  </a:lnTo>
                  <a:lnTo>
                    <a:pt x="1570943" y="1681338"/>
                  </a:lnTo>
                  <a:lnTo>
                    <a:pt x="1570924" y="1681337"/>
                  </a:lnTo>
                  <a:lnTo>
                    <a:pt x="1570913" y="1681338"/>
                  </a:lnTo>
                  <a:lnTo>
                    <a:pt x="1570904" y="1681338"/>
                  </a:lnTo>
                  <a:lnTo>
                    <a:pt x="1570895" y="1681340"/>
                  </a:lnTo>
                  <a:lnTo>
                    <a:pt x="1570887" y="1681342"/>
                  </a:lnTo>
                  <a:lnTo>
                    <a:pt x="1570879" y="1681344"/>
                  </a:lnTo>
                  <a:lnTo>
                    <a:pt x="1570872" y="1681348"/>
                  </a:lnTo>
                  <a:lnTo>
                    <a:pt x="1570866" y="1681352"/>
                  </a:lnTo>
                  <a:lnTo>
                    <a:pt x="1570859" y="1681356"/>
                  </a:lnTo>
                  <a:lnTo>
                    <a:pt x="1570854" y="1681361"/>
                  </a:lnTo>
                  <a:lnTo>
                    <a:pt x="1570847" y="1681368"/>
                  </a:lnTo>
                  <a:lnTo>
                    <a:pt x="1570837" y="1681381"/>
                  </a:lnTo>
                  <a:lnTo>
                    <a:pt x="1570828" y="1681390"/>
                  </a:lnTo>
                  <a:lnTo>
                    <a:pt x="1570821" y="1681398"/>
                  </a:lnTo>
                  <a:lnTo>
                    <a:pt x="1570813" y="1681405"/>
                  </a:lnTo>
                  <a:lnTo>
                    <a:pt x="1570804" y="1681410"/>
                  </a:lnTo>
                  <a:lnTo>
                    <a:pt x="1570800" y="1681412"/>
                  </a:lnTo>
                  <a:lnTo>
                    <a:pt x="1570792" y="1681413"/>
                  </a:lnTo>
                  <a:lnTo>
                    <a:pt x="1570785" y="1681414"/>
                  </a:lnTo>
                  <a:lnTo>
                    <a:pt x="1570780" y="1681413"/>
                  </a:lnTo>
                  <a:lnTo>
                    <a:pt x="1570772" y="1681409"/>
                  </a:lnTo>
                  <a:lnTo>
                    <a:pt x="1570760" y="1681403"/>
                  </a:lnTo>
                  <a:lnTo>
                    <a:pt x="1570745" y="1681394"/>
                  </a:lnTo>
                  <a:lnTo>
                    <a:pt x="1570733" y="1681390"/>
                  </a:lnTo>
                  <a:lnTo>
                    <a:pt x="1570723" y="1681386"/>
                  </a:lnTo>
                  <a:lnTo>
                    <a:pt x="1570709" y="1681382"/>
                  </a:lnTo>
                  <a:lnTo>
                    <a:pt x="1570697" y="1681378"/>
                  </a:lnTo>
                  <a:lnTo>
                    <a:pt x="1570686" y="1681377"/>
                  </a:lnTo>
                  <a:lnTo>
                    <a:pt x="1570681" y="1681376"/>
                  </a:lnTo>
                  <a:lnTo>
                    <a:pt x="1570672" y="1681374"/>
                  </a:lnTo>
                  <a:lnTo>
                    <a:pt x="1570661" y="1681373"/>
                  </a:lnTo>
                  <a:lnTo>
                    <a:pt x="1570573" y="1681291"/>
                  </a:lnTo>
                  <a:lnTo>
                    <a:pt x="1570573" y="1681282"/>
                  </a:lnTo>
                  <a:lnTo>
                    <a:pt x="1570573" y="1681274"/>
                  </a:lnTo>
                  <a:lnTo>
                    <a:pt x="1570574" y="1681267"/>
                  </a:lnTo>
                  <a:lnTo>
                    <a:pt x="1570574" y="1681258"/>
                  </a:lnTo>
                  <a:lnTo>
                    <a:pt x="1570571" y="1681223"/>
                  </a:lnTo>
                  <a:lnTo>
                    <a:pt x="1570570" y="1681200"/>
                  </a:lnTo>
                  <a:lnTo>
                    <a:pt x="1570569" y="1681177"/>
                  </a:lnTo>
                  <a:lnTo>
                    <a:pt x="1570563" y="1681161"/>
                  </a:lnTo>
                  <a:lnTo>
                    <a:pt x="1570558" y="1681151"/>
                  </a:lnTo>
                  <a:lnTo>
                    <a:pt x="1570555" y="1681142"/>
                  </a:lnTo>
                  <a:lnTo>
                    <a:pt x="1570555" y="1681118"/>
                  </a:lnTo>
                  <a:lnTo>
                    <a:pt x="1570552" y="1681086"/>
                  </a:lnTo>
                  <a:lnTo>
                    <a:pt x="1570550" y="1681069"/>
                  </a:lnTo>
                  <a:lnTo>
                    <a:pt x="1570549" y="1681052"/>
                  </a:lnTo>
                  <a:lnTo>
                    <a:pt x="1570552" y="1681036"/>
                  </a:lnTo>
                  <a:lnTo>
                    <a:pt x="1570557" y="1681029"/>
                  </a:lnTo>
                  <a:lnTo>
                    <a:pt x="1570562" y="1681022"/>
                  </a:lnTo>
                  <a:lnTo>
                    <a:pt x="1570570" y="1681013"/>
                  </a:lnTo>
                  <a:lnTo>
                    <a:pt x="1570582" y="1681003"/>
                  </a:lnTo>
                  <a:lnTo>
                    <a:pt x="1570595" y="1680992"/>
                  </a:lnTo>
                  <a:lnTo>
                    <a:pt x="1570602" y="1680984"/>
                  </a:lnTo>
                  <a:lnTo>
                    <a:pt x="1570608" y="1680976"/>
                  </a:lnTo>
                  <a:lnTo>
                    <a:pt x="1570609" y="1680969"/>
                  </a:lnTo>
                  <a:lnTo>
                    <a:pt x="1570604" y="1680960"/>
                  </a:lnTo>
                  <a:lnTo>
                    <a:pt x="1570601" y="1680953"/>
                  </a:lnTo>
                  <a:lnTo>
                    <a:pt x="1570600" y="1680947"/>
                  </a:lnTo>
                  <a:lnTo>
                    <a:pt x="1570615" y="1680891"/>
                  </a:lnTo>
                  <a:lnTo>
                    <a:pt x="1570644" y="1680711"/>
                  </a:lnTo>
                  <a:lnTo>
                    <a:pt x="1570525" y="1680540"/>
                  </a:lnTo>
                  <a:lnTo>
                    <a:pt x="1570543" y="1680455"/>
                  </a:lnTo>
                  <a:lnTo>
                    <a:pt x="1570546" y="1680447"/>
                  </a:lnTo>
                  <a:lnTo>
                    <a:pt x="1570547" y="1680441"/>
                  </a:lnTo>
                  <a:lnTo>
                    <a:pt x="1570550" y="1680426"/>
                  </a:lnTo>
                  <a:lnTo>
                    <a:pt x="1570554" y="1680422"/>
                  </a:lnTo>
                  <a:lnTo>
                    <a:pt x="1570558" y="1680417"/>
                  </a:lnTo>
                  <a:lnTo>
                    <a:pt x="1570561" y="1680407"/>
                  </a:lnTo>
                  <a:lnTo>
                    <a:pt x="1570562" y="1680399"/>
                  </a:lnTo>
                  <a:lnTo>
                    <a:pt x="1570561" y="1680390"/>
                  </a:lnTo>
                  <a:lnTo>
                    <a:pt x="1570560" y="1680379"/>
                  </a:lnTo>
                  <a:lnTo>
                    <a:pt x="1570559" y="1680368"/>
                  </a:lnTo>
                  <a:lnTo>
                    <a:pt x="1570560" y="1680353"/>
                  </a:lnTo>
                  <a:lnTo>
                    <a:pt x="1570562" y="1680345"/>
                  </a:lnTo>
                  <a:lnTo>
                    <a:pt x="1570563" y="1680334"/>
                  </a:lnTo>
                  <a:lnTo>
                    <a:pt x="1570563" y="1680323"/>
                  </a:lnTo>
                  <a:lnTo>
                    <a:pt x="1570562" y="1680314"/>
                  </a:lnTo>
                  <a:lnTo>
                    <a:pt x="1570560" y="1680307"/>
                  </a:lnTo>
                  <a:lnTo>
                    <a:pt x="1570555" y="1680299"/>
                  </a:lnTo>
                  <a:lnTo>
                    <a:pt x="1570591" y="1680209"/>
                  </a:lnTo>
                  <a:lnTo>
                    <a:pt x="1570646" y="1680135"/>
                  </a:lnTo>
                  <a:lnTo>
                    <a:pt x="1570645" y="1680125"/>
                  </a:lnTo>
                  <a:lnTo>
                    <a:pt x="1570643" y="1680116"/>
                  </a:lnTo>
                  <a:lnTo>
                    <a:pt x="1570642" y="1680108"/>
                  </a:lnTo>
                  <a:lnTo>
                    <a:pt x="1570640" y="1680102"/>
                  </a:lnTo>
                  <a:lnTo>
                    <a:pt x="1570637" y="1680095"/>
                  </a:lnTo>
                  <a:lnTo>
                    <a:pt x="1570632" y="1680090"/>
                  </a:lnTo>
                  <a:lnTo>
                    <a:pt x="1570629" y="1680083"/>
                  </a:lnTo>
                  <a:lnTo>
                    <a:pt x="1570628" y="1680064"/>
                  </a:lnTo>
                  <a:lnTo>
                    <a:pt x="1570621" y="1680067"/>
                  </a:lnTo>
                  <a:lnTo>
                    <a:pt x="1570616" y="1680072"/>
                  </a:lnTo>
                  <a:lnTo>
                    <a:pt x="1570612" y="1680077"/>
                  </a:lnTo>
                  <a:lnTo>
                    <a:pt x="1570608" y="1680081"/>
                  </a:lnTo>
                  <a:lnTo>
                    <a:pt x="1570597" y="1680079"/>
                  </a:lnTo>
                  <a:lnTo>
                    <a:pt x="1570587" y="1680074"/>
                  </a:lnTo>
                  <a:lnTo>
                    <a:pt x="1570576" y="1680069"/>
                  </a:lnTo>
                  <a:lnTo>
                    <a:pt x="1570566" y="1680063"/>
                  </a:lnTo>
                  <a:lnTo>
                    <a:pt x="1570557" y="1680056"/>
                  </a:lnTo>
                  <a:lnTo>
                    <a:pt x="1570550" y="1680047"/>
                  </a:lnTo>
                  <a:lnTo>
                    <a:pt x="1570546" y="1680038"/>
                  </a:lnTo>
                  <a:lnTo>
                    <a:pt x="1570542" y="1680027"/>
                  </a:lnTo>
                  <a:lnTo>
                    <a:pt x="1570542" y="1680011"/>
                  </a:lnTo>
                  <a:lnTo>
                    <a:pt x="1570548" y="1679994"/>
                  </a:lnTo>
                  <a:lnTo>
                    <a:pt x="1570551" y="1679979"/>
                  </a:lnTo>
                  <a:lnTo>
                    <a:pt x="1570553" y="1679969"/>
                  </a:lnTo>
                  <a:lnTo>
                    <a:pt x="1570555" y="1679960"/>
                  </a:lnTo>
                  <a:lnTo>
                    <a:pt x="1570556" y="1679952"/>
                  </a:lnTo>
                  <a:lnTo>
                    <a:pt x="1570557" y="1679941"/>
                  </a:lnTo>
                  <a:lnTo>
                    <a:pt x="1570553" y="1679933"/>
                  </a:lnTo>
                  <a:lnTo>
                    <a:pt x="1570548" y="1679926"/>
                  </a:lnTo>
                  <a:lnTo>
                    <a:pt x="1570540" y="1679920"/>
                  </a:lnTo>
                  <a:lnTo>
                    <a:pt x="1570524" y="1679898"/>
                  </a:lnTo>
                  <a:lnTo>
                    <a:pt x="1570466" y="1679816"/>
                  </a:lnTo>
                  <a:lnTo>
                    <a:pt x="1570417" y="1679808"/>
                  </a:lnTo>
                  <a:lnTo>
                    <a:pt x="1570405" y="1679806"/>
                  </a:lnTo>
                  <a:lnTo>
                    <a:pt x="1570403" y="1679799"/>
                  </a:lnTo>
                  <a:lnTo>
                    <a:pt x="1570401" y="1679793"/>
                  </a:lnTo>
                  <a:lnTo>
                    <a:pt x="1570396" y="1679786"/>
                  </a:lnTo>
                  <a:lnTo>
                    <a:pt x="1570390" y="1679780"/>
                  </a:lnTo>
                  <a:lnTo>
                    <a:pt x="1570386" y="1679775"/>
                  </a:lnTo>
                  <a:lnTo>
                    <a:pt x="1570378" y="1679765"/>
                  </a:lnTo>
                  <a:lnTo>
                    <a:pt x="1570372" y="1679755"/>
                  </a:lnTo>
                  <a:lnTo>
                    <a:pt x="1570368" y="1679747"/>
                  </a:lnTo>
                  <a:lnTo>
                    <a:pt x="1570362" y="1679736"/>
                  </a:lnTo>
                  <a:lnTo>
                    <a:pt x="1570357" y="1679727"/>
                  </a:lnTo>
                  <a:lnTo>
                    <a:pt x="1570350" y="1679716"/>
                  </a:lnTo>
                  <a:lnTo>
                    <a:pt x="1570344" y="1679707"/>
                  </a:lnTo>
                  <a:lnTo>
                    <a:pt x="1570337" y="1679700"/>
                  </a:lnTo>
                  <a:lnTo>
                    <a:pt x="1570330" y="1679694"/>
                  </a:lnTo>
                  <a:lnTo>
                    <a:pt x="1570320" y="1679689"/>
                  </a:lnTo>
                  <a:lnTo>
                    <a:pt x="1570309" y="1679683"/>
                  </a:lnTo>
                  <a:lnTo>
                    <a:pt x="1570301" y="1679676"/>
                  </a:lnTo>
                  <a:lnTo>
                    <a:pt x="1570297" y="1679667"/>
                  </a:lnTo>
                  <a:lnTo>
                    <a:pt x="1570295" y="1679661"/>
                  </a:lnTo>
                  <a:lnTo>
                    <a:pt x="1570291" y="1679651"/>
                  </a:lnTo>
                  <a:lnTo>
                    <a:pt x="1570288" y="1679643"/>
                  </a:lnTo>
                  <a:lnTo>
                    <a:pt x="1570251" y="1679622"/>
                  </a:lnTo>
                  <a:lnTo>
                    <a:pt x="1570209" y="1679593"/>
                  </a:lnTo>
                  <a:lnTo>
                    <a:pt x="1570205" y="1679579"/>
                  </a:lnTo>
                  <a:lnTo>
                    <a:pt x="1570204" y="1679570"/>
                  </a:lnTo>
                  <a:lnTo>
                    <a:pt x="1570203" y="1679554"/>
                  </a:lnTo>
                  <a:lnTo>
                    <a:pt x="1570203" y="1679537"/>
                  </a:lnTo>
                  <a:lnTo>
                    <a:pt x="1570202" y="1679521"/>
                  </a:lnTo>
                  <a:lnTo>
                    <a:pt x="1570203" y="1679506"/>
                  </a:lnTo>
                  <a:lnTo>
                    <a:pt x="1570203" y="1679492"/>
                  </a:lnTo>
                  <a:lnTo>
                    <a:pt x="1570205" y="1679484"/>
                  </a:lnTo>
                  <a:lnTo>
                    <a:pt x="1570211" y="1679473"/>
                  </a:lnTo>
                  <a:lnTo>
                    <a:pt x="1570216" y="1679464"/>
                  </a:lnTo>
                  <a:lnTo>
                    <a:pt x="1570218" y="1679455"/>
                  </a:lnTo>
                  <a:lnTo>
                    <a:pt x="1570217" y="1679435"/>
                  </a:lnTo>
                  <a:lnTo>
                    <a:pt x="1570215" y="1679404"/>
                  </a:lnTo>
                  <a:lnTo>
                    <a:pt x="1570211" y="1679396"/>
                  </a:lnTo>
                  <a:lnTo>
                    <a:pt x="1570202" y="1679385"/>
                  </a:lnTo>
                  <a:lnTo>
                    <a:pt x="1570194" y="1679376"/>
                  </a:lnTo>
                  <a:lnTo>
                    <a:pt x="1570192" y="1679369"/>
                  </a:lnTo>
                  <a:lnTo>
                    <a:pt x="1570189" y="1679347"/>
                  </a:lnTo>
                  <a:lnTo>
                    <a:pt x="1570185" y="1679332"/>
                  </a:lnTo>
                  <a:lnTo>
                    <a:pt x="1570179" y="1679318"/>
                  </a:lnTo>
                  <a:lnTo>
                    <a:pt x="1570173" y="1679305"/>
                  </a:lnTo>
                  <a:lnTo>
                    <a:pt x="1570171" y="1679296"/>
                  </a:lnTo>
                  <a:lnTo>
                    <a:pt x="1570170" y="1679277"/>
                  </a:lnTo>
                  <a:lnTo>
                    <a:pt x="1570167" y="1679259"/>
                  </a:lnTo>
                  <a:lnTo>
                    <a:pt x="1570163" y="1679240"/>
                  </a:lnTo>
                  <a:lnTo>
                    <a:pt x="1570161" y="1679227"/>
                  </a:lnTo>
                  <a:lnTo>
                    <a:pt x="1570159" y="1679215"/>
                  </a:lnTo>
                  <a:lnTo>
                    <a:pt x="1570157" y="1679205"/>
                  </a:lnTo>
                  <a:lnTo>
                    <a:pt x="1570154" y="1679200"/>
                  </a:lnTo>
                  <a:lnTo>
                    <a:pt x="1570147" y="1679190"/>
                  </a:lnTo>
                  <a:lnTo>
                    <a:pt x="1570131" y="1679163"/>
                  </a:lnTo>
                  <a:lnTo>
                    <a:pt x="1570119" y="1679138"/>
                  </a:lnTo>
                  <a:lnTo>
                    <a:pt x="1570120" y="1679130"/>
                  </a:lnTo>
                  <a:lnTo>
                    <a:pt x="1570122" y="1679122"/>
                  </a:lnTo>
                  <a:lnTo>
                    <a:pt x="1570127" y="1679111"/>
                  </a:lnTo>
                  <a:lnTo>
                    <a:pt x="1570131" y="1679104"/>
                  </a:lnTo>
                  <a:lnTo>
                    <a:pt x="1570134" y="1679097"/>
                  </a:lnTo>
                  <a:lnTo>
                    <a:pt x="1570134" y="1679091"/>
                  </a:lnTo>
                  <a:lnTo>
                    <a:pt x="1570134" y="1679085"/>
                  </a:lnTo>
                  <a:lnTo>
                    <a:pt x="1570134" y="1679078"/>
                  </a:lnTo>
                  <a:lnTo>
                    <a:pt x="1570133" y="1679065"/>
                  </a:lnTo>
                  <a:lnTo>
                    <a:pt x="1570130" y="1679050"/>
                  </a:lnTo>
                  <a:lnTo>
                    <a:pt x="1570129" y="1679041"/>
                  </a:lnTo>
                  <a:lnTo>
                    <a:pt x="1570127" y="1679034"/>
                  </a:lnTo>
                  <a:lnTo>
                    <a:pt x="1570124" y="1679027"/>
                  </a:lnTo>
                  <a:lnTo>
                    <a:pt x="1570119" y="1679017"/>
                  </a:lnTo>
                  <a:lnTo>
                    <a:pt x="1570117" y="1679008"/>
                  </a:lnTo>
                  <a:lnTo>
                    <a:pt x="1570117" y="1679000"/>
                  </a:lnTo>
                  <a:lnTo>
                    <a:pt x="1570123" y="1678981"/>
                  </a:lnTo>
                  <a:lnTo>
                    <a:pt x="1570131" y="1678959"/>
                  </a:lnTo>
                  <a:lnTo>
                    <a:pt x="1570137" y="1678951"/>
                  </a:lnTo>
                  <a:lnTo>
                    <a:pt x="1570143" y="1678944"/>
                  </a:lnTo>
                  <a:lnTo>
                    <a:pt x="1570145" y="1678936"/>
                  </a:lnTo>
                  <a:lnTo>
                    <a:pt x="1570145" y="1678928"/>
                  </a:lnTo>
                  <a:lnTo>
                    <a:pt x="1570147" y="1678921"/>
                  </a:lnTo>
                  <a:lnTo>
                    <a:pt x="1570156" y="1678904"/>
                  </a:lnTo>
                  <a:lnTo>
                    <a:pt x="1570164" y="1678890"/>
                  </a:lnTo>
                  <a:lnTo>
                    <a:pt x="1570169" y="1678881"/>
                  </a:lnTo>
                  <a:lnTo>
                    <a:pt x="1570179" y="1678868"/>
                  </a:lnTo>
                  <a:lnTo>
                    <a:pt x="1570189" y="1678857"/>
                  </a:lnTo>
                  <a:lnTo>
                    <a:pt x="1570200" y="1678845"/>
                  </a:lnTo>
                  <a:lnTo>
                    <a:pt x="1570208" y="1678829"/>
                  </a:lnTo>
                  <a:lnTo>
                    <a:pt x="1570215" y="1678811"/>
                  </a:lnTo>
                  <a:lnTo>
                    <a:pt x="1570217" y="1678802"/>
                  </a:lnTo>
                  <a:lnTo>
                    <a:pt x="1570210" y="1678748"/>
                  </a:lnTo>
                  <a:lnTo>
                    <a:pt x="1570222" y="1678754"/>
                  </a:lnTo>
                  <a:lnTo>
                    <a:pt x="1570224" y="1678746"/>
                  </a:lnTo>
                  <a:lnTo>
                    <a:pt x="1570226" y="1678739"/>
                  </a:lnTo>
                  <a:lnTo>
                    <a:pt x="1570232" y="1678731"/>
                  </a:lnTo>
                  <a:lnTo>
                    <a:pt x="1570244" y="1678714"/>
                  </a:lnTo>
                  <a:lnTo>
                    <a:pt x="1570251" y="1678704"/>
                  </a:lnTo>
                  <a:lnTo>
                    <a:pt x="1570222" y="1678712"/>
                  </a:lnTo>
                  <a:lnTo>
                    <a:pt x="1570199" y="1678720"/>
                  </a:lnTo>
                  <a:lnTo>
                    <a:pt x="1570194" y="1678712"/>
                  </a:lnTo>
                  <a:lnTo>
                    <a:pt x="1570187" y="1678705"/>
                  </a:lnTo>
                  <a:lnTo>
                    <a:pt x="1570179" y="1678698"/>
                  </a:lnTo>
                  <a:lnTo>
                    <a:pt x="1570168" y="1678694"/>
                  </a:lnTo>
                  <a:lnTo>
                    <a:pt x="1570156" y="1678689"/>
                  </a:lnTo>
                  <a:lnTo>
                    <a:pt x="1570146" y="1678684"/>
                  </a:lnTo>
                  <a:lnTo>
                    <a:pt x="1570125" y="1678672"/>
                  </a:lnTo>
                  <a:lnTo>
                    <a:pt x="1570052" y="1678626"/>
                  </a:lnTo>
                  <a:lnTo>
                    <a:pt x="1570043" y="1678623"/>
                  </a:lnTo>
                  <a:lnTo>
                    <a:pt x="1570033" y="1678622"/>
                  </a:lnTo>
                  <a:lnTo>
                    <a:pt x="1570019" y="1678622"/>
                  </a:lnTo>
                  <a:lnTo>
                    <a:pt x="1570004" y="1678623"/>
                  </a:lnTo>
                  <a:lnTo>
                    <a:pt x="1569988" y="1678626"/>
                  </a:lnTo>
                  <a:lnTo>
                    <a:pt x="1569973" y="1678626"/>
                  </a:lnTo>
                  <a:lnTo>
                    <a:pt x="1569968" y="1678623"/>
                  </a:lnTo>
                  <a:lnTo>
                    <a:pt x="1569959" y="1678614"/>
                  </a:lnTo>
                  <a:lnTo>
                    <a:pt x="1569953" y="1678605"/>
                  </a:lnTo>
                  <a:lnTo>
                    <a:pt x="1569948" y="1678597"/>
                  </a:lnTo>
                  <a:lnTo>
                    <a:pt x="1569940" y="1678592"/>
                  </a:lnTo>
                  <a:lnTo>
                    <a:pt x="1569923" y="1678586"/>
                  </a:lnTo>
                  <a:lnTo>
                    <a:pt x="1569910" y="1678581"/>
                  </a:lnTo>
                  <a:lnTo>
                    <a:pt x="1569902" y="1678576"/>
                  </a:lnTo>
                  <a:lnTo>
                    <a:pt x="1569896" y="1678562"/>
                  </a:lnTo>
                  <a:lnTo>
                    <a:pt x="1569886" y="1678538"/>
                  </a:lnTo>
                  <a:lnTo>
                    <a:pt x="1569880" y="1678523"/>
                  </a:lnTo>
                  <a:lnTo>
                    <a:pt x="1569879" y="1678510"/>
                  </a:lnTo>
                  <a:lnTo>
                    <a:pt x="1569873" y="1678502"/>
                  </a:lnTo>
                  <a:lnTo>
                    <a:pt x="1569864" y="1678495"/>
                  </a:lnTo>
                  <a:lnTo>
                    <a:pt x="1569854" y="1678489"/>
                  </a:lnTo>
                  <a:lnTo>
                    <a:pt x="1569843" y="1678484"/>
                  </a:lnTo>
                  <a:lnTo>
                    <a:pt x="1569835" y="1678478"/>
                  </a:lnTo>
                  <a:lnTo>
                    <a:pt x="1569828" y="1678475"/>
                  </a:lnTo>
                  <a:lnTo>
                    <a:pt x="1569815" y="1678475"/>
                  </a:lnTo>
                  <a:lnTo>
                    <a:pt x="1569809" y="1678474"/>
                  </a:lnTo>
                  <a:lnTo>
                    <a:pt x="1569803" y="1678470"/>
                  </a:lnTo>
                  <a:lnTo>
                    <a:pt x="1569793" y="1678460"/>
                  </a:lnTo>
                  <a:lnTo>
                    <a:pt x="1569783" y="1678451"/>
                  </a:lnTo>
                  <a:lnTo>
                    <a:pt x="1569770" y="1678440"/>
                  </a:lnTo>
                  <a:lnTo>
                    <a:pt x="1569750" y="1678426"/>
                  </a:lnTo>
                  <a:lnTo>
                    <a:pt x="1569734" y="1678412"/>
                  </a:lnTo>
                  <a:lnTo>
                    <a:pt x="1569722" y="1678403"/>
                  </a:lnTo>
                  <a:lnTo>
                    <a:pt x="1569715" y="1678402"/>
                  </a:lnTo>
                  <a:lnTo>
                    <a:pt x="1569705" y="1678403"/>
                  </a:lnTo>
                  <a:lnTo>
                    <a:pt x="1569685" y="1678406"/>
                  </a:lnTo>
                  <a:lnTo>
                    <a:pt x="1569662" y="1678408"/>
                  </a:lnTo>
                  <a:lnTo>
                    <a:pt x="1569648" y="1678410"/>
                  </a:lnTo>
                  <a:lnTo>
                    <a:pt x="1569632" y="1678412"/>
                  </a:lnTo>
                  <a:lnTo>
                    <a:pt x="1569620" y="1678416"/>
                  </a:lnTo>
                  <a:lnTo>
                    <a:pt x="1569613" y="1678420"/>
                  </a:lnTo>
                  <a:lnTo>
                    <a:pt x="1569600" y="1678431"/>
                  </a:lnTo>
                  <a:lnTo>
                    <a:pt x="1569591" y="1678437"/>
                  </a:lnTo>
                  <a:lnTo>
                    <a:pt x="1569586" y="1678441"/>
                  </a:lnTo>
                  <a:lnTo>
                    <a:pt x="1569576" y="1678443"/>
                  </a:lnTo>
                  <a:lnTo>
                    <a:pt x="1569571" y="1678438"/>
                  </a:lnTo>
                  <a:lnTo>
                    <a:pt x="1569569" y="1678432"/>
                  </a:lnTo>
                  <a:lnTo>
                    <a:pt x="1569566" y="1678422"/>
                  </a:lnTo>
                  <a:lnTo>
                    <a:pt x="1569560" y="1678416"/>
                  </a:lnTo>
                  <a:lnTo>
                    <a:pt x="1569543" y="1678412"/>
                  </a:lnTo>
                  <a:lnTo>
                    <a:pt x="1569523" y="1678407"/>
                  </a:lnTo>
                  <a:lnTo>
                    <a:pt x="1569503" y="1678404"/>
                  </a:lnTo>
                  <a:lnTo>
                    <a:pt x="1569486" y="1678401"/>
                  </a:lnTo>
                  <a:lnTo>
                    <a:pt x="1569476" y="1678400"/>
                  </a:lnTo>
                  <a:lnTo>
                    <a:pt x="1569469" y="1678399"/>
                  </a:lnTo>
                  <a:lnTo>
                    <a:pt x="1569464" y="1678396"/>
                  </a:lnTo>
                  <a:lnTo>
                    <a:pt x="1569427" y="1678426"/>
                  </a:lnTo>
                  <a:lnTo>
                    <a:pt x="1569374" y="1678468"/>
                  </a:lnTo>
                  <a:lnTo>
                    <a:pt x="1569295" y="1678488"/>
                  </a:lnTo>
                  <a:lnTo>
                    <a:pt x="1569082" y="1678406"/>
                  </a:lnTo>
                  <a:lnTo>
                    <a:pt x="1568980" y="1678529"/>
                  </a:lnTo>
                  <a:lnTo>
                    <a:pt x="1568890" y="1678521"/>
                  </a:lnTo>
                  <a:lnTo>
                    <a:pt x="1568886" y="1678520"/>
                  </a:lnTo>
                  <a:lnTo>
                    <a:pt x="1568880" y="1678520"/>
                  </a:lnTo>
                  <a:lnTo>
                    <a:pt x="1568874" y="1678520"/>
                  </a:lnTo>
                  <a:lnTo>
                    <a:pt x="1568868" y="1678523"/>
                  </a:lnTo>
                  <a:lnTo>
                    <a:pt x="1568861" y="1678527"/>
                  </a:lnTo>
                  <a:lnTo>
                    <a:pt x="1568857" y="1678534"/>
                  </a:lnTo>
                  <a:lnTo>
                    <a:pt x="1568853" y="1678538"/>
                  </a:lnTo>
                  <a:lnTo>
                    <a:pt x="1568848" y="1678541"/>
                  </a:lnTo>
                  <a:lnTo>
                    <a:pt x="1568833" y="1678549"/>
                  </a:lnTo>
                  <a:lnTo>
                    <a:pt x="1568808" y="1678558"/>
                  </a:lnTo>
                  <a:lnTo>
                    <a:pt x="1568800" y="1678562"/>
                  </a:lnTo>
                  <a:lnTo>
                    <a:pt x="1568796" y="1678565"/>
                  </a:lnTo>
                  <a:lnTo>
                    <a:pt x="1568792" y="1678570"/>
                  </a:lnTo>
                  <a:lnTo>
                    <a:pt x="1568789" y="1678575"/>
                  </a:lnTo>
                  <a:lnTo>
                    <a:pt x="1568781" y="1678584"/>
                  </a:lnTo>
                  <a:lnTo>
                    <a:pt x="1568776" y="1678586"/>
                  </a:lnTo>
                  <a:lnTo>
                    <a:pt x="1568763" y="1678586"/>
                  </a:lnTo>
                  <a:lnTo>
                    <a:pt x="1568754" y="1678586"/>
                  </a:lnTo>
                  <a:lnTo>
                    <a:pt x="1568745" y="1678585"/>
                  </a:lnTo>
                  <a:lnTo>
                    <a:pt x="1568738" y="1678584"/>
                  </a:lnTo>
                  <a:lnTo>
                    <a:pt x="1568730" y="1678583"/>
                  </a:lnTo>
                  <a:lnTo>
                    <a:pt x="1568723" y="1678582"/>
                  </a:lnTo>
                  <a:lnTo>
                    <a:pt x="1568715" y="1678584"/>
                  </a:lnTo>
                  <a:lnTo>
                    <a:pt x="1568711" y="1678588"/>
                  </a:lnTo>
                  <a:lnTo>
                    <a:pt x="1568693" y="1678598"/>
                  </a:lnTo>
                  <a:lnTo>
                    <a:pt x="1568680" y="1678603"/>
                  </a:lnTo>
                  <a:lnTo>
                    <a:pt x="1568667" y="1678605"/>
                  </a:lnTo>
                  <a:lnTo>
                    <a:pt x="1568659" y="1678607"/>
                  </a:lnTo>
                  <a:lnTo>
                    <a:pt x="1568651" y="1678612"/>
                  </a:lnTo>
                  <a:lnTo>
                    <a:pt x="1568647" y="1678617"/>
                  </a:lnTo>
                  <a:lnTo>
                    <a:pt x="1568642" y="1678623"/>
                  </a:lnTo>
                  <a:lnTo>
                    <a:pt x="1568634" y="1678627"/>
                  </a:lnTo>
                  <a:lnTo>
                    <a:pt x="1568628" y="1678630"/>
                  </a:lnTo>
                  <a:lnTo>
                    <a:pt x="1568619" y="1678635"/>
                  </a:lnTo>
                  <a:lnTo>
                    <a:pt x="1568613" y="1678640"/>
                  </a:lnTo>
                  <a:lnTo>
                    <a:pt x="1568608" y="1678645"/>
                  </a:lnTo>
                  <a:lnTo>
                    <a:pt x="1568605" y="1678651"/>
                  </a:lnTo>
                  <a:lnTo>
                    <a:pt x="1568601" y="1678659"/>
                  </a:lnTo>
                  <a:lnTo>
                    <a:pt x="1568599" y="1678663"/>
                  </a:lnTo>
                  <a:lnTo>
                    <a:pt x="1568595" y="1678667"/>
                  </a:lnTo>
                  <a:lnTo>
                    <a:pt x="1568590" y="1678671"/>
                  </a:lnTo>
                  <a:lnTo>
                    <a:pt x="1568581" y="1678678"/>
                  </a:lnTo>
                  <a:lnTo>
                    <a:pt x="1568574" y="1678683"/>
                  </a:lnTo>
                  <a:lnTo>
                    <a:pt x="1568569" y="1678686"/>
                  </a:lnTo>
                  <a:lnTo>
                    <a:pt x="1568557" y="1678685"/>
                  </a:lnTo>
                  <a:lnTo>
                    <a:pt x="1568545" y="1678686"/>
                  </a:lnTo>
                  <a:lnTo>
                    <a:pt x="1568535" y="1678688"/>
                  </a:lnTo>
                  <a:lnTo>
                    <a:pt x="1568506" y="1678694"/>
                  </a:lnTo>
                  <a:lnTo>
                    <a:pt x="1568488" y="1678699"/>
                  </a:lnTo>
                  <a:lnTo>
                    <a:pt x="1568478" y="1678702"/>
                  </a:lnTo>
                  <a:lnTo>
                    <a:pt x="1568471" y="1678705"/>
                  </a:lnTo>
                  <a:lnTo>
                    <a:pt x="1568465" y="1678708"/>
                  </a:lnTo>
                  <a:lnTo>
                    <a:pt x="1568458" y="1678714"/>
                  </a:lnTo>
                  <a:lnTo>
                    <a:pt x="1568449" y="1678723"/>
                  </a:lnTo>
                  <a:lnTo>
                    <a:pt x="1568440" y="1678732"/>
                  </a:lnTo>
                  <a:lnTo>
                    <a:pt x="1568436" y="1678735"/>
                  </a:lnTo>
                  <a:lnTo>
                    <a:pt x="1568424" y="1678746"/>
                  </a:lnTo>
                  <a:lnTo>
                    <a:pt x="1568409" y="1678754"/>
                  </a:lnTo>
                  <a:lnTo>
                    <a:pt x="1568400" y="1678758"/>
                  </a:lnTo>
                  <a:lnTo>
                    <a:pt x="1568387" y="1678763"/>
                  </a:lnTo>
                  <a:lnTo>
                    <a:pt x="1568380" y="1678765"/>
                  </a:lnTo>
                  <a:lnTo>
                    <a:pt x="1568368" y="1678768"/>
                  </a:lnTo>
                  <a:lnTo>
                    <a:pt x="1568355" y="1678768"/>
                  </a:lnTo>
                  <a:lnTo>
                    <a:pt x="1568343" y="1678765"/>
                  </a:lnTo>
                  <a:lnTo>
                    <a:pt x="1568304" y="1678756"/>
                  </a:lnTo>
                  <a:lnTo>
                    <a:pt x="1568284" y="1678746"/>
                  </a:lnTo>
                  <a:lnTo>
                    <a:pt x="1568278" y="1678742"/>
                  </a:lnTo>
                  <a:lnTo>
                    <a:pt x="1568265" y="1678730"/>
                  </a:lnTo>
                  <a:lnTo>
                    <a:pt x="1568248" y="1678718"/>
                  </a:lnTo>
                  <a:lnTo>
                    <a:pt x="1568235" y="1678711"/>
                  </a:lnTo>
                  <a:lnTo>
                    <a:pt x="1568225" y="1678705"/>
                  </a:lnTo>
                  <a:lnTo>
                    <a:pt x="1568216" y="1678698"/>
                  </a:lnTo>
                  <a:lnTo>
                    <a:pt x="1568213" y="1678693"/>
                  </a:lnTo>
                  <a:lnTo>
                    <a:pt x="1568213" y="1678683"/>
                  </a:lnTo>
                  <a:lnTo>
                    <a:pt x="1568222" y="1678664"/>
                  </a:lnTo>
                  <a:lnTo>
                    <a:pt x="1568227" y="1678651"/>
                  </a:lnTo>
                  <a:lnTo>
                    <a:pt x="1568233" y="1678637"/>
                  </a:lnTo>
                  <a:lnTo>
                    <a:pt x="1568235" y="1678626"/>
                  </a:lnTo>
                  <a:lnTo>
                    <a:pt x="1568237" y="1678615"/>
                  </a:lnTo>
                  <a:lnTo>
                    <a:pt x="1568236" y="1678605"/>
                  </a:lnTo>
                  <a:lnTo>
                    <a:pt x="1568233" y="1678592"/>
                  </a:lnTo>
                  <a:lnTo>
                    <a:pt x="1568227" y="1678576"/>
                  </a:lnTo>
                  <a:lnTo>
                    <a:pt x="1568221" y="1678562"/>
                  </a:lnTo>
                  <a:lnTo>
                    <a:pt x="1568214" y="1678552"/>
                  </a:lnTo>
                  <a:lnTo>
                    <a:pt x="1568202" y="1678541"/>
                  </a:lnTo>
                  <a:lnTo>
                    <a:pt x="1568191" y="1678531"/>
                  </a:lnTo>
                  <a:lnTo>
                    <a:pt x="1568181" y="1678526"/>
                  </a:lnTo>
                  <a:lnTo>
                    <a:pt x="1568169" y="1678522"/>
                  </a:lnTo>
                  <a:lnTo>
                    <a:pt x="1568161" y="1678516"/>
                  </a:lnTo>
                  <a:lnTo>
                    <a:pt x="1568152" y="1678506"/>
                  </a:lnTo>
                  <a:lnTo>
                    <a:pt x="1568144" y="1678495"/>
                  </a:lnTo>
                  <a:lnTo>
                    <a:pt x="1568134" y="1678476"/>
                  </a:lnTo>
                  <a:lnTo>
                    <a:pt x="1568126" y="1678467"/>
                  </a:lnTo>
                  <a:lnTo>
                    <a:pt x="1568118" y="1678459"/>
                  </a:lnTo>
                  <a:lnTo>
                    <a:pt x="1568106" y="1678448"/>
                  </a:lnTo>
                  <a:lnTo>
                    <a:pt x="1568096" y="1678434"/>
                  </a:lnTo>
                  <a:lnTo>
                    <a:pt x="1568090" y="1678425"/>
                  </a:lnTo>
                  <a:lnTo>
                    <a:pt x="1568088" y="1678415"/>
                  </a:lnTo>
                  <a:lnTo>
                    <a:pt x="1568090" y="1678403"/>
                  </a:lnTo>
                  <a:lnTo>
                    <a:pt x="1568096" y="1678388"/>
                  </a:lnTo>
                  <a:lnTo>
                    <a:pt x="1568085" y="1678390"/>
                  </a:lnTo>
                  <a:lnTo>
                    <a:pt x="1568072" y="1678390"/>
                  </a:lnTo>
                  <a:lnTo>
                    <a:pt x="1568061" y="1678388"/>
                  </a:lnTo>
                  <a:lnTo>
                    <a:pt x="1568049" y="1678385"/>
                  </a:lnTo>
                  <a:lnTo>
                    <a:pt x="1568036" y="1678380"/>
                  </a:lnTo>
                  <a:lnTo>
                    <a:pt x="1568028" y="1678374"/>
                  </a:lnTo>
                  <a:lnTo>
                    <a:pt x="1568022" y="1678365"/>
                  </a:lnTo>
                  <a:lnTo>
                    <a:pt x="1568018" y="1678359"/>
                  </a:lnTo>
                  <a:lnTo>
                    <a:pt x="1568013" y="1678361"/>
                  </a:lnTo>
                  <a:lnTo>
                    <a:pt x="1568002" y="1678368"/>
                  </a:lnTo>
                  <a:lnTo>
                    <a:pt x="1567992" y="1678377"/>
                  </a:lnTo>
                  <a:lnTo>
                    <a:pt x="1567984" y="1678392"/>
                  </a:lnTo>
                  <a:lnTo>
                    <a:pt x="1567973" y="1678411"/>
                  </a:lnTo>
                  <a:lnTo>
                    <a:pt x="1567964" y="1678428"/>
                  </a:lnTo>
                  <a:lnTo>
                    <a:pt x="1567953" y="1678444"/>
                  </a:lnTo>
                  <a:lnTo>
                    <a:pt x="1567944" y="1678453"/>
                  </a:lnTo>
                  <a:lnTo>
                    <a:pt x="1567938" y="1678462"/>
                  </a:lnTo>
                  <a:lnTo>
                    <a:pt x="1567932" y="1678469"/>
                  </a:lnTo>
                  <a:lnTo>
                    <a:pt x="1567926" y="1678473"/>
                  </a:lnTo>
                  <a:lnTo>
                    <a:pt x="1567913" y="1678476"/>
                  </a:lnTo>
                  <a:lnTo>
                    <a:pt x="1567904" y="1678477"/>
                  </a:lnTo>
                  <a:lnTo>
                    <a:pt x="1567895" y="1678478"/>
                  </a:lnTo>
                  <a:lnTo>
                    <a:pt x="1567750" y="1678469"/>
                  </a:lnTo>
                  <a:lnTo>
                    <a:pt x="1567737" y="1678468"/>
                  </a:lnTo>
                  <a:lnTo>
                    <a:pt x="1567728" y="1678467"/>
                  </a:lnTo>
                  <a:lnTo>
                    <a:pt x="1567717" y="1678466"/>
                  </a:lnTo>
                  <a:lnTo>
                    <a:pt x="1567702" y="1678465"/>
                  </a:lnTo>
                  <a:lnTo>
                    <a:pt x="1567691" y="1678464"/>
                  </a:lnTo>
                  <a:lnTo>
                    <a:pt x="1567679" y="1678463"/>
                  </a:lnTo>
                  <a:lnTo>
                    <a:pt x="1567669" y="1678461"/>
                  </a:lnTo>
                  <a:lnTo>
                    <a:pt x="1567662" y="1678459"/>
                  </a:lnTo>
                  <a:lnTo>
                    <a:pt x="1567659" y="1678465"/>
                  </a:lnTo>
                  <a:lnTo>
                    <a:pt x="1567656" y="1678472"/>
                  </a:lnTo>
                  <a:lnTo>
                    <a:pt x="1567653" y="1678480"/>
                  </a:lnTo>
                  <a:lnTo>
                    <a:pt x="1567650" y="1678489"/>
                  </a:lnTo>
                  <a:lnTo>
                    <a:pt x="1567648" y="1678497"/>
                  </a:lnTo>
                  <a:lnTo>
                    <a:pt x="1567647" y="1678508"/>
                  </a:lnTo>
                  <a:lnTo>
                    <a:pt x="1567642" y="1678513"/>
                  </a:lnTo>
                  <a:lnTo>
                    <a:pt x="1567637" y="1678516"/>
                  </a:lnTo>
                  <a:lnTo>
                    <a:pt x="1567628" y="1678518"/>
                  </a:lnTo>
                  <a:lnTo>
                    <a:pt x="1567621" y="1678519"/>
                  </a:lnTo>
                  <a:lnTo>
                    <a:pt x="1567614" y="1678520"/>
                  </a:lnTo>
                  <a:lnTo>
                    <a:pt x="1567582" y="1678521"/>
                  </a:lnTo>
                  <a:lnTo>
                    <a:pt x="1567560" y="1678527"/>
                  </a:lnTo>
                  <a:lnTo>
                    <a:pt x="1567554" y="1678524"/>
                  </a:lnTo>
                  <a:lnTo>
                    <a:pt x="1567544" y="1678520"/>
                  </a:lnTo>
                  <a:lnTo>
                    <a:pt x="1567532" y="1678513"/>
                  </a:lnTo>
                  <a:lnTo>
                    <a:pt x="1567516" y="1678505"/>
                  </a:lnTo>
                  <a:lnTo>
                    <a:pt x="1567507" y="1678498"/>
                  </a:lnTo>
                  <a:lnTo>
                    <a:pt x="1567499" y="1678490"/>
                  </a:lnTo>
                  <a:lnTo>
                    <a:pt x="1567494" y="1678485"/>
                  </a:lnTo>
                  <a:lnTo>
                    <a:pt x="1567485" y="1678480"/>
                  </a:lnTo>
                  <a:lnTo>
                    <a:pt x="1567476" y="1678475"/>
                  </a:lnTo>
                  <a:lnTo>
                    <a:pt x="1567465" y="1678469"/>
                  </a:lnTo>
                  <a:lnTo>
                    <a:pt x="1567456" y="1678463"/>
                  </a:lnTo>
                  <a:lnTo>
                    <a:pt x="1567445" y="1678458"/>
                  </a:lnTo>
                  <a:lnTo>
                    <a:pt x="1567439" y="1678457"/>
                  </a:lnTo>
                  <a:lnTo>
                    <a:pt x="1567428" y="1678457"/>
                  </a:lnTo>
                  <a:lnTo>
                    <a:pt x="1567422" y="1678459"/>
                  </a:lnTo>
                  <a:lnTo>
                    <a:pt x="1567416" y="1678461"/>
                  </a:lnTo>
                  <a:lnTo>
                    <a:pt x="1567409" y="1678466"/>
                  </a:lnTo>
                  <a:lnTo>
                    <a:pt x="1567403" y="1678471"/>
                  </a:lnTo>
                  <a:lnTo>
                    <a:pt x="1567397" y="1678477"/>
                  </a:lnTo>
                  <a:lnTo>
                    <a:pt x="1567389" y="1678483"/>
                  </a:lnTo>
                  <a:lnTo>
                    <a:pt x="1567378" y="1678487"/>
                  </a:lnTo>
                  <a:lnTo>
                    <a:pt x="1567371" y="1678489"/>
                  </a:lnTo>
                  <a:lnTo>
                    <a:pt x="1567365" y="1678491"/>
                  </a:lnTo>
                  <a:lnTo>
                    <a:pt x="1567356" y="1678489"/>
                  </a:lnTo>
                  <a:lnTo>
                    <a:pt x="1567341" y="1678485"/>
                  </a:lnTo>
                  <a:lnTo>
                    <a:pt x="1567328" y="1678480"/>
                  </a:lnTo>
                  <a:lnTo>
                    <a:pt x="1567317" y="1678475"/>
                  </a:lnTo>
                  <a:lnTo>
                    <a:pt x="1567304" y="1678471"/>
                  </a:lnTo>
                  <a:lnTo>
                    <a:pt x="1567294" y="1678467"/>
                  </a:lnTo>
                  <a:lnTo>
                    <a:pt x="1567287" y="1678462"/>
                  </a:lnTo>
                  <a:lnTo>
                    <a:pt x="1567281" y="1678455"/>
                  </a:lnTo>
                  <a:lnTo>
                    <a:pt x="1567277" y="1678450"/>
                  </a:lnTo>
                  <a:lnTo>
                    <a:pt x="1567272" y="1678445"/>
                  </a:lnTo>
                  <a:lnTo>
                    <a:pt x="1567267" y="1678438"/>
                  </a:lnTo>
                  <a:lnTo>
                    <a:pt x="1567262" y="1678433"/>
                  </a:lnTo>
                  <a:lnTo>
                    <a:pt x="1567258" y="1678429"/>
                  </a:lnTo>
                  <a:lnTo>
                    <a:pt x="1567252" y="1678425"/>
                  </a:lnTo>
                  <a:lnTo>
                    <a:pt x="1567245" y="1678422"/>
                  </a:lnTo>
                  <a:lnTo>
                    <a:pt x="1567234" y="1678416"/>
                  </a:lnTo>
                  <a:lnTo>
                    <a:pt x="1567222" y="1678410"/>
                  </a:lnTo>
                  <a:lnTo>
                    <a:pt x="1567212" y="1678405"/>
                  </a:lnTo>
                  <a:lnTo>
                    <a:pt x="1567205" y="1678403"/>
                  </a:lnTo>
                  <a:lnTo>
                    <a:pt x="1567199" y="1678402"/>
                  </a:lnTo>
                  <a:lnTo>
                    <a:pt x="1567194" y="1678403"/>
                  </a:lnTo>
                  <a:lnTo>
                    <a:pt x="1567187" y="1678404"/>
                  </a:lnTo>
                  <a:lnTo>
                    <a:pt x="1567179" y="1678406"/>
                  </a:lnTo>
                  <a:lnTo>
                    <a:pt x="1567172" y="1678407"/>
                  </a:lnTo>
                  <a:lnTo>
                    <a:pt x="1567166" y="1678403"/>
                  </a:lnTo>
                  <a:lnTo>
                    <a:pt x="1567161" y="1678398"/>
                  </a:lnTo>
                  <a:lnTo>
                    <a:pt x="1567157" y="1678393"/>
                  </a:lnTo>
                  <a:lnTo>
                    <a:pt x="1567154" y="1678388"/>
                  </a:lnTo>
                  <a:lnTo>
                    <a:pt x="1567149" y="1678381"/>
                  </a:lnTo>
                  <a:lnTo>
                    <a:pt x="1567145" y="1678374"/>
                  </a:lnTo>
                  <a:lnTo>
                    <a:pt x="1567140" y="1678367"/>
                  </a:lnTo>
                  <a:lnTo>
                    <a:pt x="1567134" y="1678358"/>
                  </a:lnTo>
                  <a:lnTo>
                    <a:pt x="1567131" y="1678349"/>
                  </a:lnTo>
                  <a:lnTo>
                    <a:pt x="1567129" y="1678343"/>
                  </a:lnTo>
                  <a:lnTo>
                    <a:pt x="1567128" y="1678337"/>
                  </a:lnTo>
                  <a:lnTo>
                    <a:pt x="1567120" y="1678340"/>
                  </a:lnTo>
                  <a:lnTo>
                    <a:pt x="1567112" y="1678343"/>
                  </a:lnTo>
                  <a:lnTo>
                    <a:pt x="1567105" y="1678346"/>
                  </a:lnTo>
                  <a:lnTo>
                    <a:pt x="1567099" y="1678347"/>
                  </a:lnTo>
                  <a:lnTo>
                    <a:pt x="1567091" y="1678347"/>
                  </a:lnTo>
                  <a:lnTo>
                    <a:pt x="1567083" y="1678346"/>
                  </a:lnTo>
                  <a:lnTo>
                    <a:pt x="1567078" y="1678344"/>
                  </a:lnTo>
                  <a:lnTo>
                    <a:pt x="1567071" y="1678342"/>
                  </a:lnTo>
                  <a:lnTo>
                    <a:pt x="1567065" y="1678340"/>
                  </a:lnTo>
                  <a:lnTo>
                    <a:pt x="1567055" y="1678336"/>
                  </a:lnTo>
                  <a:lnTo>
                    <a:pt x="1567046" y="1678331"/>
                  </a:lnTo>
                  <a:lnTo>
                    <a:pt x="1567039" y="1678327"/>
                  </a:lnTo>
                  <a:lnTo>
                    <a:pt x="1567024" y="1678316"/>
                  </a:lnTo>
                  <a:lnTo>
                    <a:pt x="1567014" y="1678309"/>
                  </a:lnTo>
                  <a:lnTo>
                    <a:pt x="1567004" y="1678302"/>
                  </a:lnTo>
                  <a:lnTo>
                    <a:pt x="1566993" y="1678292"/>
                  </a:lnTo>
                  <a:lnTo>
                    <a:pt x="1566985" y="1678281"/>
                  </a:lnTo>
                  <a:lnTo>
                    <a:pt x="1566978" y="1678274"/>
                  </a:lnTo>
                  <a:lnTo>
                    <a:pt x="1566972" y="1678268"/>
                  </a:lnTo>
                  <a:lnTo>
                    <a:pt x="1566965" y="1678263"/>
                  </a:lnTo>
                  <a:lnTo>
                    <a:pt x="1566959" y="1678258"/>
                  </a:lnTo>
                  <a:lnTo>
                    <a:pt x="1566955" y="1678251"/>
                  </a:lnTo>
                  <a:lnTo>
                    <a:pt x="1566951" y="1678242"/>
                  </a:lnTo>
                  <a:lnTo>
                    <a:pt x="1566947" y="1678233"/>
                  </a:lnTo>
                  <a:lnTo>
                    <a:pt x="1566944" y="1678220"/>
                  </a:lnTo>
                  <a:lnTo>
                    <a:pt x="1566943" y="1678208"/>
                  </a:lnTo>
                  <a:lnTo>
                    <a:pt x="1566943" y="1678201"/>
                  </a:lnTo>
                  <a:lnTo>
                    <a:pt x="1566930" y="1678208"/>
                  </a:lnTo>
                  <a:lnTo>
                    <a:pt x="1566916" y="1678213"/>
                  </a:lnTo>
                  <a:lnTo>
                    <a:pt x="1566902" y="1678217"/>
                  </a:lnTo>
                  <a:lnTo>
                    <a:pt x="1566888" y="1678220"/>
                  </a:lnTo>
                  <a:lnTo>
                    <a:pt x="1566878" y="1678222"/>
                  </a:lnTo>
                  <a:lnTo>
                    <a:pt x="1566860" y="1678226"/>
                  </a:lnTo>
                  <a:lnTo>
                    <a:pt x="1566849" y="1678229"/>
                  </a:lnTo>
                  <a:lnTo>
                    <a:pt x="1566843" y="1678232"/>
                  </a:lnTo>
                  <a:lnTo>
                    <a:pt x="1566837" y="1678240"/>
                  </a:lnTo>
                  <a:lnTo>
                    <a:pt x="1566829" y="1678252"/>
                  </a:lnTo>
                  <a:lnTo>
                    <a:pt x="1566824" y="1678262"/>
                  </a:lnTo>
                  <a:lnTo>
                    <a:pt x="1566819" y="1678273"/>
                  </a:lnTo>
                  <a:lnTo>
                    <a:pt x="1566814" y="1678305"/>
                  </a:lnTo>
                  <a:lnTo>
                    <a:pt x="1566809" y="1678325"/>
                  </a:lnTo>
                  <a:lnTo>
                    <a:pt x="1566804" y="1678328"/>
                  </a:lnTo>
                  <a:lnTo>
                    <a:pt x="1566797" y="1678330"/>
                  </a:lnTo>
                  <a:lnTo>
                    <a:pt x="1566785" y="1678329"/>
                  </a:lnTo>
                  <a:lnTo>
                    <a:pt x="1566776" y="1678330"/>
                  </a:lnTo>
                  <a:lnTo>
                    <a:pt x="1566771" y="1678333"/>
                  </a:lnTo>
                  <a:lnTo>
                    <a:pt x="1566754" y="1678342"/>
                  </a:lnTo>
                  <a:lnTo>
                    <a:pt x="1566744" y="1678345"/>
                  </a:lnTo>
                  <a:lnTo>
                    <a:pt x="1566725" y="1678353"/>
                  </a:lnTo>
                  <a:lnTo>
                    <a:pt x="1566714" y="1678359"/>
                  </a:lnTo>
                  <a:lnTo>
                    <a:pt x="1566705" y="1678369"/>
                  </a:lnTo>
                  <a:lnTo>
                    <a:pt x="1566697" y="1678376"/>
                  </a:lnTo>
                  <a:lnTo>
                    <a:pt x="1566684" y="1678389"/>
                  </a:lnTo>
                  <a:lnTo>
                    <a:pt x="1566674" y="1678397"/>
                  </a:lnTo>
                  <a:lnTo>
                    <a:pt x="1566667" y="1678399"/>
                  </a:lnTo>
                  <a:lnTo>
                    <a:pt x="1566562" y="1678413"/>
                  </a:lnTo>
                  <a:lnTo>
                    <a:pt x="1566546" y="1678410"/>
                  </a:lnTo>
                  <a:lnTo>
                    <a:pt x="1566525" y="1678407"/>
                  </a:lnTo>
                  <a:lnTo>
                    <a:pt x="1566512" y="1678406"/>
                  </a:lnTo>
                  <a:lnTo>
                    <a:pt x="1566500" y="1678405"/>
                  </a:lnTo>
                  <a:lnTo>
                    <a:pt x="1566490" y="1678404"/>
                  </a:lnTo>
                  <a:lnTo>
                    <a:pt x="1566484" y="1678402"/>
                  </a:lnTo>
                  <a:lnTo>
                    <a:pt x="1566480" y="1678395"/>
                  </a:lnTo>
                  <a:lnTo>
                    <a:pt x="1566473" y="1678383"/>
                  </a:lnTo>
                  <a:lnTo>
                    <a:pt x="1566462" y="1678363"/>
                  </a:lnTo>
                  <a:lnTo>
                    <a:pt x="1566458" y="1678358"/>
                  </a:lnTo>
                  <a:lnTo>
                    <a:pt x="1566452" y="1678355"/>
                  </a:lnTo>
                  <a:lnTo>
                    <a:pt x="1566438" y="1678350"/>
                  </a:lnTo>
                  <a:lnTo>
                    <a:pt x="1566427" y="1678344"/>
                  </a:lnTo>
                  <a:lnTo>
                    <a:pt x="1566421" y="1678338"/>
                  </a:lnTo>
                  <a:lnTo>
                    <a:pt x="1566419" y="1678331"/>
                  </a:lnTo>
                  <a:lnTo>
                    <a:pt x="1566418" y="1678324"/>
                  </a:lnTo>
                  <a:lnTo>
                    <a:pt x="1566415" y="1678307"/>
                  </a:lnTo>
                  <a:lnTo>
                    <a:pt x="1566414" y="1678291"/>
                  </a:lnTo>
                  <a:lnTo>
                    <a:pt x="1566400" y="1678278"/>
                  </a:lnTo>
                  <a:lnTo>
                    <a:pt x="1566389" y="1678267"/>
                  </a:lnTo>
                  <a:lnTo>
                    <a:pt x="1566370" y="1678249"/>
                  </a:lnTo>
                  <a:lnTo>
                    <a:pt x="1566374" y="1678241"/>
                  </a:lnTo>
                  <a:lnTo>
                    <a:pt x="1566382" y="1678224"/>
                  </a:lnTo>
                  <a:lnTo>
                    <a:pt x="1566388" y="1678208"/>
                  </a:lnTo>
                  <a:lnTo>
                    <a:pt x="1566390" y="1678201"/>
                  </a:lnTo>
                  <a:lnTo>
                    <a:pt x="1566389" y="1678195"/>
                  </a:lnTo>
                  <a:lnTo>
                    <a:pt x="1566387" y="1678189"/>
                  </a:lnTo>
                  <a:lnTo>
                    <a:pt x="1566382" y="1678177"/>
                  </a:lnTo>
                  <a:lnTo>
                    <a:pt x="1566376" y="1678160"/>
                  </a:lnTo>
                  <a:lnTo>
                    <a:pt x="1566372" y="1678148"/>
                  </a:lnTo>
                  <a:lnTo>
                    <a:pt x="1566369" y="1678138"/>
                  </a:lnTo>
                  <a:lnTo>
                    <a:pt x="1566367" y="1678129"/>
                  </a:lnTo>
                  <a:lnTo>
                    <a:pt x="1566365" y="1678112"/>
                  </a:lnTo>
                  <a:lnTo>
                    <a:pt x="1566201" y="1678101"/>
                  </a:lnTo>
                  <a:lnTo>
                    <a:pt x="1566201" y="1678112"/>
                  </a:lnTo>
                  <a:lnTo>
                    <a:pt x="1566199" y="1678125"/>
                  </a:lnTo>
                  <a:lnTo>
                    <a:pt x="1566196" y="1678133"/>
                  </a:lnTo>
                  <a:lnTo>
                    <a:pt x="1566145" y="1678195"/>
                  </a:lnTo>
                  <a:lnTo>
                    <a:pt x="1566119" y="1678226"/>
                  </a:lnTo>
                  <a:lnTo>
                    <a:pt x="1566028" y="1678305"/>
                  </a:lnTo>
                  <a:lnTo>
                    <a:pt x="1565817" y="1678170"/>
                  </a:lnTo>
                  <a:lnTo>
                    <a:pt x="1565432" y="1677928"/>
                  </a:lnTo>
                  <a:lnTo>
                    <a:pt x="1565466" y="1677921"/>
                  </a:lnTo>
                  <a:lnTo>
                    <a:pt x="1565486" y="1677917"/>
                  </a:lnTo>
                  <a:lnTo>
                    <a:pt x="1565495" y="1677916"/>
                  </a:lnTo>
                  <a:lnTo>
                    <a:pt x="1565502" y="1677915"/>
                  </a:lnTo>
                  <a:lnTo>
                    <a:pt x="1565510" y="1677912"/>
                  </a:lnTo>
                  <a:lnTo>
                    <a:pt x="1565515" y="1677909"/>
                  </a:lnTo>
                  <a:lnTo>
                    <a:pt x="1565517" y="1677901"/>
                  </a:lnTo>
                  <a:lnTo>
                    <a:pt x="1565515" y="1677891"/>
                  </a:lnTo>
                  <a:lnTo>
                    <a:pt x="1565512" y="1677882"/>
                  </a:lnTo>
                  <a:lnTo>
                    <a:pt x="1565511" y="1677876"/>
                  </a:lnTo>
                  <a:lnTo>
                    <a:pt x="1565511" y="1677870"/>
                  </a:lnTo>
                  <a:lnTo>
                    <a:pt x="1565511" y="1677859"/>
                  </a:lnTo>
                  <a:lnTo>
                    <a:pt x="1565513" y="1677849"/>
                  </a:lnTo>
                  <a:lnTo>
                    <a:pt x="1565521" y="1677842"/>
                  </a:lnTo>
                  <a:lnTo>
                    <a:pt x="1565527" y="1677837"/>
                  </a:lnTo>
                  <a:lnTo>
                    <a:pt x="1565535" y="1677832"/>
                  </a:lnTo>
                  <a:lnTo>
                    <a:pt x="1565532" y="1677823"/>
                  </a:lnTo>
                  <a:lnTo>
                    <a:pt x="1565529" y="1677815"/>
                  </a:lnTo>
                  <a:lnTo>
                    <a:pt x="1565528" y="1677809"/>
                  </a:lnTo>
                  <a:lnTo>
                    <a:pt x="1565529" y="1677801"/>
                  </a:lnTo>
                  <a:lnTo>
                    <a:pt x="1565532" y="1677791"/>
                  </a:lnTo>
                  <a:lnTo>
                    <a:pt x="1565537" y="1677780"/>
                  </a:lnTo>
                  <a:lnTo>
                    <a:pt x="1565539" y="1677772"/>
                  </a:lnTo>
                  <a:lnTo>
                    <a:pt x="1565542" y="1677761"/>
                  </a:lnTo>
                  <a:lnTo>
                    <a:pt x="1565547" y="1677750"/>
                  </a:lnTo>
                  <a:lnTo>
                    <a:pt x="1565550" y="1677743"/>
                  </a:lnTo>
                  <a:lnTo>
                    <a:pt x="1565554" y="1677737"/>
                  </a:lnTo>
                  <a:lnTo>
                    <a:pt x="1565558" y="1677730"/>
                  </a:lnTo>
                  <a:lnTo>
                    <a:pt x="1565562" y="1677723"/>
                  </a:lnTo>
                  <a:lnTo>
                    <a:pt x="1565568" y="1677715"/>
                  </a:lnTo>
                  <a:lnTo>
                    <a:pt x="1565574" y="1677705"/>
                  </a:lnTo>
                  <a:lnTo>
                    <a:pt x="1565578" y="1677697"/>
                  </a:lnTo>
                  <a:lnTo>
                    <a:pt x="1565580" y="1677687"/>
                  </a:lnTo>
                  <a:lnTo>
                    <a:pt x="1565580" y="1677679"/>
                  </a:lnTo>
                  <a:lnTo>
                    <a:pt x="1565578" y="1677669"/>
                  </a:lnTo>
                  <a:lnTo>
                    <a:pt x="1565576" y="1677657"/>
                  </a:lnTo>
                  <a:lnTo>
                    <a:pt x="1565574" y="1677648"/>
                  </a:lnTo>
                  <a:lnTo>
                    <a:pt x="1565573" y="1677639"/>
                  </a:lnTo>
                  <a:lnTo>
                    <a:pt x="1565571" y="1677629"/>
                  </a:lnTo>
                  <a:lnTo>
                    <a:pt x="1565568" y="1677615"/>
                  </a:lnTo>
                  <a:lnTo>
                    <a:pt x="1565567" y="1677602"/>
                  </a:lnTo>
                  <a:lnTo>
                    <a:pt x="1565566" y="1677588"/>
                  </a:lnTo>
                  <a:lnTo>
                    <a:pt x="1565566" y="1677578"/>
                  </a:lnTo>
                  <a:lnTo>
                    <a:pt x="1565567" y="1677571"/>
                  </a:lnTo>
                  <a:lnTo>
                    <a:pt x="1565568" y="1677562"/>
                  </a:lnTo>
                  <a:lnTo>
                    <a:pt x="1565569" y="1677555"/>
                  </a:lnTo>
                  <a:lnTo>
                    <a:pt x="1565569" y="1677547"/>
                  </a:lnTo>
                  <a:lnTo>
                    <a:pt x="1565573" y="1677542"/>
                  </a:lnTo>
                  <a:lnTo>
                    <a:pt x="1565579" y="1677538"/>
                  </a:lnTo>
                  <a:lnTo>
                    <a:pt x="1565585" y="1677536"/>
                  </a:lnTo>
                  <a:lnTo>
                    <a:pt x="1565589" y="1677534"/>
                  </a:lnTo>
                  <a:lnTo>
                    <a:pt x="1565593" y="1677528"/>
                  </a:lnTo>
                  <a:lnTo>
                    <a:pt x="1565590" y="1677510"/>
                  </a:lnTo>
                  <a:lnTo>
                    <a:pt x="1565588" y="1677498"/>
                  </a:lnTo>
                  <a:lnTo>
                    <a:pt x="1565589" y="1677488"/>
                  </a:lnTo>
                  <a:lnTo>
                    <a:pt x="1565593" y="1677478"/>
                  </a:lnTo>
                  <a:lnTo>
                    <a:pt x="1565597" y="1677471"/>
                  </a:lnTo>
                  <a:lnTo>
                    <a:pt x="1565604" y="1677461"/>
                  </a:lnTo>
                  <a:lnTo>
                    <a:pt x="1565612" y="1677450"/>
                  </a:lnTo>
                  <a:lnTo>
                    <a:pt x="1565617" y="1677441"/>
                  </a:lnTo>
                  <a:lnTo>
                    <a:pt x="1565622" y="1677427"/>
                  </a:lnTo>
                  <a:lnTo>
                    <a:pt x="1565623" y="1677417"/>
                  </a:lnTo>
                  <a:lnTo>
                    <a:pt x="1565619" y="1677409"/>
                  </a:lnTo>
                  <a:lnTo>
                    <a:pt x="1565615" y="1677398"/>
                  </a:lnTo>
                  <a:lnTo>
                    <a:pt x="1565611" y="1677385"/>
                  </a:lnTo>
                  <a:lnTo>
                    <a:pt x="1565610" y="1677371"/>
                  </a:lnTo>
                  <a:lnTo>
                    <a:pt x="1565610" y="1677358"/>
                  </a:lnTo>
                  <a:lnTo>
                    <a:pt x="1565612" y="1677337"/>
                  </a:lnTo>
                  <a:lnTo>
                    <a:pt x="1565612" y="1677325"/>
                  </a:lnTo>
                  <a:lnTo>
                    <a:pt x="1565611" y="1677309"/>
                  </a:lnTo>
                  <a:lnTo>
                    <a:pt x="1565607" y="1677293"/>
                  </a:lnTo>
                  <a:lnTo>
                    <a:pt x="1565602" y="1677278"/>
                  </a:lnTo>
                  <a:lnTo>
                    <a:pt x="1565594" y="1677262"/>
                  </a:lnTo>
                  <a:lnTo>
                    <a:pt x="1565590" y="1677247"/>
                  </a:lnTo>
                  <a:lnTo>
                    <a:pt x="1565590" y="1677229"/>
                  </a:lnTo>
                  <a:lnTo>
                    <a:pt x="1565590" y="1677220"/>
                  </a:lnTo>
                  <a:lnTo>
                    <a:pt x="1565594" y="1677192"/>
                  </a:lnTo>
                  <a:lnTo>
                    <a:pt x="1565595" y="1677177"/>
                  </a:lnTo>
                  <a:lnTo>
                    <a:pt x="1565596" y="1677165"/>
                  </a:lnTo>
                  <a:lnTo>
                    <a:pt x="1565598" y="1677155"/>
                  </a:lnTo>
                  <a:lnTo>
                    <a:pt x="1565600" y="1677149"/>
                  </a:lnTo>
                  <a:lnTo>
                    <a:pt x="1565600" y="1677143"/>
                  </a:lnTo>
                  <a:lnTo>
                    <a:pt x="1565598" y="1677134"/>
                  </a:lnTo>
                  <a:lnTo>
                    <a:pt x="1565597" y="1677125"/>
                  </a:lnTo>
                  <a:lnTo>
                    <a:pt x="1565595" y="1677114"/>
                  </a:lnTo>
                  <a:lnTo>
                    <a:pt x="1565592" y="1677098"/>
                  </a:lnTo>
                  <a:lnTo>
                    <a:pt x="1565592" y="1677083"/>
                  </a:lnTo>
                  <a:lnTo>
                    <a:pt x="1565657" y="1677065"/>
                  </a:lnTo>
                  <a:lnTo>
                    <a:pt x="1565662" y="1677060"/>
                  </a:lnTo>
                  <a:lnTo>
                    <a:pt x="1565666" y="1677056"/>
                  </a:lnTo>
                  <a:lnTo>
                    <a:pt x="1565669" y="1677050"/>
                  </a:lnTo>
                  <a:lnTo>
                    <a:pt x="1565671" y="1677042"/>
                  </a:lnTo>
                  <a:lnTo>
                    <a:pt x="1565674" y="1677033"/>
                  </a:lnTo>
                  <a:lnTo>
                    <a:pt x="1565676" y="1677025"/>
                  </a:lnTo>
                  <a:lnTo>
                    <a:pt x="1565678" y="1677014"/>
                  </a:lnTo>
                  <a:lnTo>
                    <a:pt x="1565680" y="1677002"/>
                  </a:lnTo>
                  <a:lnTo>
                    <a:pt x="1565681" y="1676994"/>
                  </a:lnTo>
                  <a:lnTo>
                    <a:pt x="1565686" y="1676987"/>
                  </a:lnTo>
                  <a:lnTo>
                    <a:pt x="1565694" y="1676985"/>
                  </a:lnTo>
                  <a:lnTo>
                    <a:pt x="1565699" y="1676983"/>
                  </a:lnTo>
                  <a:lnTo>
                    <a:pt x="1565704" y="1676979"/>
                  </a:lnTo>
                  <a:lnTo>
                    <a:pt x="1565707" y="1676973"/>
                  </a:lnTo>
                  <a:lnTo>
                    <a:pt x="1565710" y="1676965"/>
                  </a:lnTo>
                  <a:lnTo>
                    <a:pt x="1565713" y="1676960"/>
                  </a:lnTo>
                  <a:lnTo>
                    <a:pt x="1565719" y="1676959"/>
                  </a:lnTo>
                  <a:lnTo>
                    <a:pt x="1565728" y="1676959"/>
                  </a:lnTo>
                  <a:lnTo>
                    <a:pt x="1565750" y="1676960"/>
                  </a:lnTo>
                  <a:lnTo>
                    <a:pt x="1565867" y="1677002"/>
                  </a:lnTo>
                  <a:lnTo>
                    <a:pt x="1565873" y="1677004"/>
                  </a:lnTo>
                  <a:lnTo>
                    <a:pt x="1565881" y="1677007"/>
                  </a:lnTo>
                  <a:lnTo>
                    <a:pt x="1565885" y="1677011"/>
                  </a:lnTo>
                  <a:lnTo>
                    <a:pt x="1565890" y="1677019"/>
                  </a:lnTo>
                  <a:lnTo>
                    <a:pt x="1565895" y="1677026"/>
                  </a:lnTo>
                  <a:lnTo>
                    <a:pt x="1565902" y="1677033"/>
                  </a:lnTo>
                  <a:lnTo>
                    <a:pt x="1565908" y="1677038"/>
                  </a:lnTo>
                  <a:lnTo>
                    <a:pt x="1565920" y="1677045"/>
                  </a:lnTo>
                  <a:lnTo>
                    <a:pt x="1565930" y="1677050"/>
                  </a:lnTo>
                  <a:lnTo>
                    <a:pt x="1565990" y="1677016"/>
                  </a:lnTo>
                  <a:lnTo>
                    <a:pt x="1566005" y="1676985"/>
                  </a:lnTo>
                  <a:lnTo>
                    <a:pt x="1566005" y="1676973"/>
                  </a:lnTo>
                  <a:lnTo>
                    <a:pt x="1566005" y="1676961"/>
                  </a:lnTo>
                  <a:lnTo>
                    <a:pt x="1566007" y="1676951"/>
                  </a:lnTo>
                  <a:lnTo>
                    <a:pt x="1566009" y="1676941"/>
                  </a:lnTo>
                  <a:lnTo>
                    <a:pt x="1566019" y="1676926"/>
                  </a:lnTo>
                  <a:lnTo>
                    <a:pt x="1566025" y="1676919"/>
                  </a:lnTo>
                  <a:lnTo>
                    <a:pt x="1566029" y="1676914"/>
                  </a:lnTo>
                  <a:lnTo>
                    <a:pt x="1566035" y="1676908"/>
                  </a:lnTo>
                  <a:lnTo>
                    <a:pt x="1566044" y="1676901"/>
                  </a:lnTo>
                  <a:lnTo>
                    <a:pt x="1566048" y="1676897"/>
                  </a:lnTo>
                  <a:lnTo>
                    <a:pt x="1566054" y="1676886"/>
                  </a:lnTo>
                  <a:lnTo>
                    <a:pt x="1566057" y="1676877"/>
                  </a:lnTo>
                  <a:lnTo>
                    <a:pt x="1566059" y="1676863"/>
                  </a:lnTo>
                  <a:lnTo>
                    <a:pt x="1566063" y="1676849"/>
                  </a:lnTo>
                  <a:lnTo>
                    <a:pt x="1566071" y="1676829"/>
                  </a:lnTo>
                  <a:lnTo>
                    <a:pt x="1566072" y="1676818"/>
                  </a:lnTo>
                  <a:lnTo>
                    <a:pt x="1566072" y="1676806"/>
                  </a:lnTo>
                  <a:lnTo>
                    <a:pt x="1566087" y="1676804"/>
                  </a:lnTo>
                  <a:lnTo>
                    <a:pt x="1566101" y="1676799"/>
                  </a:lnTo>
                  <a:lnTo>
                    <a:pt x="1566116" y="1676797"/>
                  </a:lnTo>
                  <a:lnTo>
                    <a:pt x="1566137" y="1676792"/>
                  </a:lnTo>
                  <a:lnTo>
                    <a:pt x="1566158" y="1676786"/>
                  </a:lnTo>
                  <a:lnTo>
                    <a:pt x="1566170" y="1676781"/>
                  </a:lnTo>
                  <a:lnTo>
                    <a:pt x="1566179" y="1676778"/>
                  </a:lnTo>
                  <a:lnTo>
                    <a:pt x="1566209" y="1676784"/>
                  </a:lnTo>
                  <a:lnTo>
                    <a:pt x="1566223" y="1676785"/>
                  </a:lnTo>
                  <a:lnTo>
                    <a:pt x="1566233" y="1676783"/>
                  </a:lnTo>
                  <a:lnTo>
                    <a:pt x="1566238" y="1676783"/>
                  </a:lnTo>
                  <a:lnTo>
                    <a:pt x="1566247" y="1676777"/>
                  </a:lnTo>
                  <a:lnTo>
                    <a:pt x="1566259" y="1676769"/>
                  </a:lnTo>
                  <a:lnTo>
                    <a:pt x="1566273" y="1676758"/>
                  </a:lnTo>
                  <a:lnTo>
                    <a:pt x="1566277" y="1676756"/>
                  </a:lnTo>
                  <a:lnTo>
                    <a:pt x="1566284" y="1676750"/>
                  </a:lnTo>
                  <a:lnTo>
                    <a:pt x="1566303" y="1676747"/>
                  </a:lnTo>
                  <a:lnTo>
                    <a:pt x="1566320" y="1676748"/>
                  </a:lnTo>
                  <a:lnTo>
                    <a:pt x="1566330" y="1676752"/>
                  </a:lnTo>
                  <a:lnTo>
                    <a:pt x="1566341" y="1676753"/>
                  </a:lnTo>
                  <a:lnTo>
                    <a:pt x="1566353" y="1676752"/>
                  </a:lnTo>
                  <a:lnTo>
                    <a:pt x="1566360" y="1676747"/>
                  </a:lnTo>
                  <a:lnTo>
                    <a:pt x="1566376" y="1676742"/>
                  </a:lnTo>
                  <a:lnTo>
                    <a:pt x="1566390" y="1676736"/>
                  </a:lnTo>
                  <a:lnTo>
                    <a:pt x="1566399" y="1676734"/>
                  </a:lnTo>
                  <a:lnTo>
                    <a:pt x="1566408" y="1676732"/>
                  </a:lnTo>
                  <a:lnTo>
                    <a:pt x="1566425" y="1676723"/>
                  </a:lnTo>
                  <a:lnTo>
                    <a:pt x="1566447" y="1676705"/>
                  </a:lnTo>
                  <a:lnTo>
                    <a:pt x="1566480" y="1676680"/>
                  </a:lnTo>
                  <a:lnTo>
                    <a:pt x="1566501" y="1676664"/>
                  </a:lnTo>
                  <a:lnTo>
                    <a:pt x="1566511" y="1676652"/>
                  </a:lnTo>
                  <a:lnTo>
                    <a:pt x="1566526" y="1676635"/>
                  </a:lnTo>
                  <a:lnTo>
                    <a:pt x="1566538" y="1676620"/>
                  </a:lnTo>
                  <a:lnTo>
                    <a:pt x="1566546" y="1676606"/>
                  </a:lnTo>
                  <a:lnTo>
                    <a:pt x="1566551" y="1676595"/>
                  </a:lnTo>
                  <a:lnTo>
                    <a:pt x="1566577" y="1676533"/>
                  </a:lnTo>
                  <a:lnTo>
                    <a:pt x="1566593" y="1676512"/>
                  </a:lnTo>
                  <a:lnTo>
                    <a:pt x="1566599" y="1676504"/>
                  </a:lnTo>
                  <a:lnTo>
                    <a:pt x="1566606" y="1676493"/>
                  </a:lnTo>
                  <a:lnTo>
                    <a:pt x="1566610" y="1676480"/>
                  </a:lnTo>
                  <a:lnTo>
                    <a:pt x="1566616" y="1676456"/>
                  </a:lnTo>
                  <a:lnTo>
                    <a:pt x="1566621" y="1676443"/>
                  </a:lnTo>
                  <a:lnTo>
                    <a:pt x="1566627" y="1676437"/>
                  </a:lnTo>
                  <a:lnTo>
                    <a:pt x="1566647" y="1676436"/>
                  </a:lnTo>
                  <a:lnTo>
                    <a:pt x="1566657" y="1676436"/>
                  </a:lnTo>
                  <a:lnTo>
                    <a:pt x="1566669" y="1676435"/>
                  </a:lnTo>
                  <a:lnTo>
                    <a:pt x="1566680" y="1676414"/>
                  </a:lnTo>
                  <a:lnTo>
                    <a:pt x="1566687" y="1676400"/>
                  </a:lnTo>
                  <a:lnTo>
                    <a:pt x="1566689" y="1676389"/>
                  </a:lnTo>
                  <a:lnTo>
                    <a:pt x="1566693" y="1676382"/>
                  </a:lnTo>
                  <a:lnTo>
                    <a:pt x="1566700" y="1676377"/>
                  </a:lnTo>
                  <a:lnTo>
                    <a:pt x="1566709" y="1676374"/>
                  </a:lnTo>
                  <a:lnTo>
                    <a:pt x="1566717" y="1676369"/>
                  </a:lnTo>
                  <a:lnTo>
                    <a:pt x="1566722" y="1676363"/>
                  </a:lnTo>
                  <a:lnTo>
                    <a:pt x="1566723" y="1676353"/>
                  </a:lnTo>
                  <a:lnTo>
                    <a:pt x="1566724" y="1676340"/>
                  </a:lnTo>
                  <a:lnTo>
                    <a:pt x="1566723" y="1676334"/>
                  </a:lnTo>
                  <a:lnTo>
                    <a:pt x="1566719" y="1676330"/>
                  </a:lnTo>
                  <a:lnTo>
                    <a:pt x="1566719" y="1676322"/>
                  </a:lnTo>
                  <a:lnTo>
                    <a:pt x="1566722" y="1676311"/>
                  </a:lnTo>
                  <a:lnTo>
                    <a:pt x="1566724" y="1676301"/>
                  </a:lnTo>
                  <a:lnTo>
                    <a:pt x="1566724" y="1676289"/>
                  </a:lnTo>
                  <a:lnTo>
                    <a:pt x="1566720" y="1676278"/>
                  </a:lnTo>
                  <a:lnTo>
                    <a:pt x="1566717" y="1676269"/>
                  </a:lnTo>
                  <a:lnTo>
                    <a:pt x="1566713" y="1676258"/>
                  </a:lnTo>
                  <a:lnTo>
                    <a:pt x="1566714" y="1676251"/>
                  </a:lnTo>
                  <a:lnTo>
                    <a:pt x="1566716" y="1676243"/>
                  </a:lnTo>
                  <a:lnTo>
                    <a:pt x="1566717" y="1676234"/>
                  </a:lnTo>
                  <a:lnTo>
                    <a:pt x="1566715" y="1676228"/>
                  </a:lnTo>
                  <a:lnTo>
                    <a:pt x="1566711" y="1676220"/>
                  </a:lnTo>
                  <a:lnTo>
                    <a:pt x="1566706" y="1676212"/>
                  </a:lnTo>
                  <a:lnTo>
                    <a:pt x="1566698" y="1676204"/>
                  </a:lnTo>
                  <a:lnTo>
                    <a:pt x="1566691" y="1676193"/>
                  </a:lnTo>
                  <a:lnTo>
                    <a:pt x="1566690" y="1676185"/>
                  </a:lnTo>
                  <a:lnTo>
                    <a:pt x="1566689" y="1676177"/>
                  </a:lnTo>
                  <a:lnTo>
                    <a:pt x="1566690" y="1676168"/>
                  </a:lnTo>
                  <a:lnTo>
                    <a:pt x="1566689" y="1676160"/>
                  </a:lnTo>
                  <a:lnTo>
                    <a:pt x="1566688" y="1676153"/>
                  </a:lnTo>
                  <a:lnTo>
                    <a:pt x="1566685" y="1676148"/>
                  </a:lnTo>
                  <a:lnTo>
                    <a:pt x="1566680" y="1676145"/>
                  </a:lnTo>
                  <a:lnTo>
                    <a:pt x="1566674" y="1676144"/>
                  </a:lnTo>
                  <a:lnTo>
                    <a:pt x="1566668" y="1676144"/>
                  </a:lnTo>
                  <a:lnTo>
                    <a:pt x="1566661" y="1676145"/>
                  </a:lnTo>
                  <a:lnTo>
                    <a:pt x="1566654" y="1676144"/>
                  </a:lnTo>
                  <a:lnTo>
                    <a:pt x="1566643" y="1676144"/>
                  </a:lnTo>
                  <a:lnTo>
                    <a:pt x="1566634" y="1676146"/>
                  </a:lnTo>
                  <a:lnTo>
                    <a:pt x="1566628" y="1676151"/>
                  </a:lnTo>
                  <a:lnTo>
                    <a:pt x="1566620" y="1676160"/>
                  </a:lnTo>
                  <a:lnTo>
                    <a:pt x="1566614" y="1676166"/>
                  </a:lnTo>
                  <a:lnTo>
                    <a:pt x="1566607" y="1676171"/>
                  </a:lnTo>
                  <a:lnTo>
                    <a:pt x="1566600" y="1676175"/>
                  </a:lnTo>
                  <a:lnTo>
                    <a:pt x="1566594" y="1676177"/>
                  </a:lnTo>
                  <a:lnTo>
                    <a:pt x="1566587" y="1676179"/>
                  </a:lnTo>
                  <a:lnTo>
                    <a:pt x="1566572" y="1676134"/>
                  </a:lnTo>
                  <a:lnTo>
                    <a:pt x="1566545" y="1676072"/>
                  </a:lnTo>
                  <a:lnTo>
                    <a:pt x="1566563" y="1676059"/>
                  </a:lnTo>
                  <a:lnTo>
                    <a:pt x="1566589" y="1676045"/>
                  </a:lnTo>
                  <a:lnTo>
                    <a:pt x="1566601" y="1676037"/>
                  </a:lnTo>
                  <a:lnTo>
                    <a:pt x="1566622" y="1676019"/>
                  </a:lnTo>
                  <a:lnTo>
                    <a:pt x="1566631" y="1676012"/>
                  </a:lnTo>
                  <a:lnTo>
                    <a:pt x="1566637" y="1676007"/>
                  </a:lnTo>
                  <a:lnTo>
                    <a:pt x="1566649" y="1675997"/>
                  </a:lnTo>
                  <a:lnTo>
                    <a:pt x="1566653" y="1675993"/>
                  </a:lnTo>
                  <a:lnTo>
                    <a:pt x="1566657" y="1675989"/>
                  </a:lnTo>
                  <a:lnTo>
                    <a:pt x="1566663" y="1675981"/>
                  </a:lnTo>
                  <a:lnTo>
                    <a:pt x="1566673" y="1675969"/>
                  </a:lnTo>
                  <a:lnTo>
                    <a:pt x="1566703" y="1675938"/>
                  </a:lnTo>
                  <a:lnTo>
                    <a:pt x="1566708" y="1675924"/>
                  </a:lnTo>
                  <a:lnTo>
                    <a:pt x="1566715" y="1675905"/>
                  </a:lnTo>
                  <a:lnTo>
                    <a:pt x="1566723" y="1675886"/>
                  </a:lnTo>
                  <a:lnTo>
                    <a:pt x="1566727" y="1675876"/>
                  </a:lnTo>
                  <a:lnTo>
                    <a:pt x="1566731" y="1675864"/>
                  </a:lnTo>
                  <a:lnTo>
                    <a:pt x="1566740" y="1675837"/>
                  </a:lnTo>
                  <a:lnTo>
                    <a:pt x="1566748" y="1675808"/>
                  </a:lnTo>
                  <a:lnTo>
                    <a:pt x="1566749" y="1675799"/>
                  </a:lnTo>
                  <a:lnTo>
                    <a:pt x="1566750" y="1675790"/>
                  </a:lnTo>
                  <a:lnTo>
                    <a:pt x="1566748" y="1675778"/>
                  </a:lnTo>
                  <a:lnTo>
                    <a:pt x="1566742" y="1675768"/>
                  </a:lnTo>
                  <a:lnTo>
                    <a:pt x="1566739" y="1675756"/>
                  </a:lnTo>
                  <a:lnTo>
                    <a:pt x="1566739" y="1675743"/>
                  </a:lnTo>
                  <a:lnTo>
                    <a:pt x="1566740" y="1675735"/>
                  </a:lnTo>
                  <a:lnTo>
                    <a:pt x="1566742" y="1675719"/>
                  </a:lnTo>
                  <a:lnTo>
                    <a:pt x="1566739" y="1675710"/>
                  </a:lnTo>
                  <a:lnTo>
                    <a:pt x="1566734" y="1675701"/>
                  </a:lnTo>
                  <a:lnTo>
                    <a:pt x="1566726" y="1675685"/>
                  </a:lnTo>
                  <a:lnTo>
                    <a:pt x="1566720" y="1675670"/>
                  </a:lnTo>
                  <a:lnTo>
                    <a:pt x="1566719" y="1675661"/>
                  </a:lnTo>
                  <a:lnTo>
                    <a:pt x="1566720" y="1675652"/>
                  </a:lnTo>
                  <a:lnTo>
                    <a:pt x="1566725" y="1675634"/>
                  </a:lnTo>
                  <a:lnTo>
                    <a:pt x="1566732" y="1675623"/>
                  </a:lnTo>
                  <a:lnTo>
                    <a:pt x="1566740" y="1675613"/>
                  </a:lnTo>
                  <a:lnTo>
                    <a:pt x="1566742" y="1675521"/>
                  </a:lnTo>
                  <a:lnTo>
                    <a:pt x="1566731" y="1675488"/>
                  </a:lnTo>
                  <a:lnTo>
                    <a:pt x="1566717" y="1675452"/>
                  </a:lnTo>
                  <a:lnTo>
                    <a:pt x="1566708" y="1675437"/>
                  </a:lnTo>
                  <a:lnTo>
                    <a:pt x="1566703" y="1675432"/>
                  </a:lnTo>
                  <a:lnTo>
                    <a:pt x="1566696" y="1675429"/>
                  </a:lnTo>
                  <a:lnTo>
                    <a:pt x="1566689" y="1675425"/>
                  </a:lnTo>
                  <a:lnTo>
                    <a:pt x="1566684" y="1675418"/>
                  </a:lnTo>
                  <a:lnTo>
                    <a:pt x="1566680" y="1675413"/>
                  </a:lnTo>
                  <a:lnTo>
                    <a:pt x="1566673" y="1675405"/>
                  </a:lnTo>
                  <a:lnTo>
                    <a:pt x="1566669" y="1675399"/>
                  </a:lnTo>
                  <a:lnTo>
                    <a:pt x="1566664" y="1675385"/>
                  </a:lnTo>
                  <a:lnTo>
                    <a:pt x="1566648" y="1675391"/>
                  </a:lnTo>
                  <a:lnTo>
                    <a:pt x="1566643" y="1675393"/>
                  </a:lnTo>
                  <a:lnTo>
                    <a:pt x="1566640" y="1675398"/>
                  </a:lnTo>
                  <a:lnTo>
                    <a:pt x="1566634" y="1675405"/>
                  </a:lnTo>
                  <a:lnTo>
                    <a:pt x="1566621" y="1675405"/>
                  </a:lnTo>
                  <a:lnTo>
                    <a:pt x="1566607" y="1675403"/>
                  </a:lnTo>
                  <a:lnTo>
                    <a:pt x="1566600" y="1675400"/>
                  </a:lnTo>
                  <a:lnTo>
                    <a:pt x="1566589" y="1675386"/>
                  </a:lnTo>
                  <a:lnTo>
                    <a:pt x="1566579" y="1675372"/>
                  </a:lnTo>
                  <a:lnTo>
                    <a:pt x="1566574" y="1675367"/>
                  </a:lnTo>
                  <a:lnTo>
                    <a:pt x="1566555" y="1675352"/>
                  </a:lnTo>
                  <a:lnTo>
                    <a:pt x="1566544" y="1675344"/>
                  </a:lnTo>
                  <a:lnTo>
                    <a:pt x="1566537" y="1675339"/>
                  </a:lnTo>
                  <a:lnTo>
                    <a:pt x="1566527" y="1675334"/>
                  </a:lnTo>
                  <a:lnTo>
                    <a:pt x="1566515" y="1675331"/>
                  </a:lnTo>
                  <a:lnTo>
                    <a:pt x="1566502" y="1675337"/>
                  </a:lnTo>
                  <a:lnTo>
                    <a:pt x="1566494" y="1675339"/>
                  </a:lnTo>
                  <a:lnTo>
                    <a:pt x="1566486" y="1675340"/>
                  </a:lnTo>
                  <a:lnTo>
                    <a:pt x="1566468" y="1675339"/>
                  </a:lnTo>
                  <a:lnTo>
                    <a:pt x="1566449" y="1675338"/>
                  </a:lnTo>
                  <a:lnTo>
                    <a:pt x="1566435" y="1675337"/>
                  </a:lnTo>
                  <a:lnTo>
                    <a:pt x="1566423" y="1675335"/>
                  </a:lnTo>
                  <a:lnTo>
                    <a:pt x="1566412" y="1675330"/>
                  </a:lnTo>
                  <a:lnTo>
                    <a:pt x="1566398" y="1675324"/>
                  </a:lnTo>
                  <a:lnTo>
                    <a:pt x="1566387" y="1675317"/>
                  </a:lnTo>
                  <a:lnTo>
                    <a:pt x="1566371" y="1675309"/>
                  </a:lnTo>
                  <a:lnTo>
                    <a:pt x="1566359" y="1675304"/>
                  </a:lnTo>
                  <a:lnTo>
                    <a:pt x="1566349" y="1675298"/>
                  </a:lnTo>
                  <a:lnTo>
                    <a:pt x="1566340" y="1675285"/>
                  </a:lnTo>
                  <a:lnTo>
                    <a:pt x="1566329" y="1675267"/>
                  </a:lnTo>
                  <a:lnTo>
                    <a:pt x="1566321" y="1675250"/>
                  </a:lnTo>
                  <a:lnTo>
                    <a:pt x="1566315" y="1675238"/>
                  </a:lnTo>
                  <a:lnTo>
                    <a:pt x="1566308" y="1675228"/>
                  </a:lnTo>
                  <a:lnTo>
                    <a:pt x="1566300" y="1675218"/>
                  </a:lnTo>
                  <a:lnTo>
                    <a:pt x="1566294" y="1675211"/>
                  </a:lnTo>
                  <a:lnTo>
                    <a:pt x="1566286" y="1675200"/>
                  </a:lnTo>
                  <a:lnTo>
                    <a:pt x="1566280" y="1675189"/>
                  </a:lnTo>
                  <a:lnTo>
                    <a:pt x="1566274" y="1675177"/>
                  </a:lnTo>
                  <a:lnTo>
                    <a:pt x="1566268" y="1675168"/>
                  </a:lnTo>
                  <a:lnTo>
                    <a:pt x="1566265" y="1675159"/>
                  </a:lnTo>
                  <a:lnTo>
                    <a:pt x="1566259" y="1675145"/>
                  </a:lnTo>
                  <a:lnTo>
                    <a:pt x="1566253" y="1675134"/>
                  </a:lnTo>
                  <a:lnTo>
                    <a:pt x="1566240" y="1675117"/>
                  </a:lnTo>
                  <a:lnTo>
                    <a:pt x="1566235" y="1675109"/>
                  </a:lnTo>
                  <a:lnTo>
                    <a:pt x="1566228" y="1675105"/>
                  </a:lnTo>
                  <a:lnTo>
                    <a:pt x="1566220" y="1675104"/>
                  </a:lnTo>
                  <a:lnTo>
                    <a:pt x="1566209" y="1675102"/>
                  </a:lnTo>
                  <a:lnTo>
                    <a:pt x="1566199" y="1675101"/>
                  </a:lnTo>
                  <a:lnTo>
                    <a:pt x="1566192" y="1675092"/>
                  </a:lnTo>
                  <a:lnTo>
                    <a:pt x="1566188" y="1675083"/>
                  </a:lnTo>
                  <a:lnTo>
                    <a:pt x="1566182" y="1675072"/>
                  </a:lnTo>
                  <a:lnTo>
                    <a:pt x="1566176" y="1675064"/>
                  </a:lnTo>
                  <a:lnTo>
                    <a:pt x="1566171" y="1675057"/>
                  </a:lnTo>
                  <a:lnTo>
                    <a:pt x="1566168" y="1675052"/>
                  </a:lnTo>
                  <a:lnTo>
                    <a:pt x="1566163" y="1675048"/>
                  </a:lnTo>
                  <a:lnTo>
                    <a:pt x="1566150" y="1675038"/>
                  </a:lnTo>
                  <a:lnTo>
                    <a:pt x="1566140" y="1675029"/>
                  </a:lnTo>
                  <a:lnTo>
                    <a:pt x="1566132" y="1675022"/>
                  </a:lnTo>
                  <a:lnTo>
                    <a:pt x="1566121" y="1675013"/>
                  </a:lnTo>
                  <a:lnTo>
                    <a:pt x="1566111" y="1675006"/>
                  </a:lnTo>
                  <a:lnTo>
                    <a:pt x="1566111" y="1674998"/>
                  </a:lnTo>
                  <a:lnTo>
                    <a:pt x="1566111" y="1674990"/>
                  </a:lnTo>
                  <a:lnTo>
                    <a:pt x="1566112" y="1674981"/>
                  </a:lnTo>
                  <a:lnTo>
                    <a:pt x="1566111" y="1674975"/>
                  </a:lnTo>
                  <a:lnTo>
                    <a:pt x="1566107" y="1674971"/>
                  </a:lnTo>
                  <a:lnTo>
                    <a:pt x="1566102" y="1674964"/>
                  </a:lnTo>
                  <a:lnTo>
                    <a:pt x="1566057" y="1674918"/>
                  </a:lnTo>
                  <a:lnTo>
                    <a:pt x="1566047" y="1674908"/>
                  </a:lnTo>
                  <a:lnTo>
                    <a:pt x="1566044" y="1674903"/>
                  </a:lnTo>
                  <a:lnTo>
                    <a:pt x="1566042" y="1674894"/>
                  </a:lnTo>
                  <a:lnTo>
                    <a:pt x="1566042" y="1674882"/>
                  </a:lnTo>
                  <a:lnTo>
                    <a:pt x="1566043" y="1674865"/>
                  </a:lnTo>
                  <a:lnTo>
                    <a:pt x="1566044" y="1674857"/>
                  </a:lnTo>
                  <a:lnTo>
                    <a:pt x="1566047" y="1674848"/>
                  </a:lnTo>
                  <a:lnTo>
                    <a:pt x="1566050" y="1674834"/>
                  </a:lnTo>
                  <a:lnTo>
                    <a:pt x="1566055" y="1674821"/>
                  </a:lnTo>
                  <a:lnTo>
                    <a:pt x="1566057" y="1674808"/>
                  </a:lnTo>
                  <a:lnTo>
                    <a:pt x="1566057" y="1674796"/>
                  </a:lnTo>
                  <a:lnTo>
                    <a:pt x="1566056" y="1674785"/>
                  </a:lnTo>
                  <a:lnTo>
                    <a:pt x="1566054" y="1674779"/>
                  </a:lnTo>
                  <a:lnTo>
                    <a:pt x="1565979" y="1674739"/>
                  </a:lnTo>
                  <a:lnTo>
                    <a:pt x="1565967" y="1674732"/>
                  </a:lnTo>
                  <a:lnTo>
                    <a:pt x="1565957" y="1674726"/>
                  </a:lnTo>
                  <a:lnTo>
                    <a:pt x="1565948" y="1674719"/>
                  </a:lnTo>
                  <a:lnTo>
                    <a:pt x="1565943" y="1674712"/>
                  </a:lnTo>
                  <a:lnTo>
                    <a:pt x="1565940" y="1674705"/>
                  </a:lnTo>
                  <a:lnTo>
                    <a:pt x="1565938" y="1674692"/>
                  </a:lnTo>
                  <a:lnTo>
                    <a:pt x="1565936" y="1674684"/>
                  </a:lnTo>
                  <a:lnTo>
                    <a:pt x="1565934" y="1674674"/>
                  </a:lnTo>
                  <a:lnTo>
                    <a:pt x="1565932" y="1674663"/>
                  </a:lnTo>
                  <a:lnTo>
                    <a:pt x="1565932" y="1674651"/>
                  </a:lnTo>
                  <a:lnTo>
                    <a:pt x="1565933" y="1674643"/>
                  </a:lnTo>
                  <a:lnTo>
                    <a:pt x="1565877" y="1674513"/>
                  </a:lnTo>
                  <a:lnTo>
                    <a:pt x="1565807" y="1674395"/>
                  </a:lnTo>
                  <a:lnTo>
                    <a:pt x="1565798" y="1674384"/>
                  </a:lnTo>
                  <a:lnTo>
                    <a:pt x="1565790" y="1674374"/>
                  </a:lnTo>
                  <a:lnTo>
                    <a:pt x="1565788" y="1674367"/>
                  </a:lnTo>
                  <a:lnTo>
                    <a:pt x="1565785" y="1674354"/>
                  </a:lnTo>
                  <a:lnTo>
                    <a:pt x="1565783" y="1674333"/>
                  </a:lnTo>
                  <a:lnTo>
                    <a:pt x="1565780" y="1674319"/>
                  </a:lnTo>
                  <a:lnTo>
                    <a:pt x="1565772" y="1674312"/>
                  </a:lnTo>
                  <a:lnTo>
                    <a:pt x="1565766" y="1674308"/>
                  </a:lnTo>
                  <a:lnTo>
                    <a:pt x="1565760" y="1674299"/>
                  </a:lnTo>
                  <a:lnTo>
                    <a:pt x="1565760" y="1674289"/>
                  </a:lnTo>
                  <a:lnTo>
                    <a:pt x="1565761" y="1674284"/>
                  </a:lnTo>
                  <a:lnTo>
                    <a:pt x="1565763" y="1674278"/>
                  </a:lnTo>
                  <a:lnTo>
                    <a:pt x="1565765" y="1674272"/>
                  </a:lnTo>
                  <a:lnTo>
                    <a:pt x="1565767" y="1674258"/>
                  </a:lnTo>
                  <a:lnTo>
                    <a:pt x="1565767" y="1674249"/>
                  </a:lnTo>
                  <a:lnTo>
                    <a:pt x="1565766" y="1674238"/>
                  </a:lnTo>
                  <a:lnTo>
                    <a:pt x="1565765" y="1674230"/>
                  </a:lnTo>
                  <a:lnTo>
                    <a:pt x="1565763" y="1674221"/>
                  </a:lnTo>
                  <a:lnTo>
                    <a:pt x="1565755" y="1674203"/>
                  </a:lnTo>
                  <a:lnTo>
                    <a:pt x="1565749" y="1674195"/>
                  </a:lnTo>
                  <a:lnTo>
                    <a:pt x="1565745" y="1674187"/>
                  </a:lnTo>
                  <a:lnTo>
                    <a:pt x="1565743" y="1674176"/>
                  </a:lnTo>
                  <a:lnTo>
                    <a:pt x="1565742" y="1674163"/>
                  </a:lnTo>
                  <a:lnTo>
                    <a:pt x="1565742" y="1674151"/>
                  </a:lnTo>
                  <a:lnTo>
                    <a:pt x="1565740" y="1674136"/>
                  </a:lnTo>
                  <a:lnTo>
                    <a:pt x="1565737" y="1674123"/>
                  </a:lnTo>
                  <a:lnTo>
                    <a:pt x="1565733" y="1674115"/>
                  </a:lnTo>
                  <a:lnTo>
                    <a:pt x="1565728" y="1674111"/>
                  </a:lnTo>
                  <a:lnTo>
                    <a:pt x="1565717" y="1674107"/>
                  </a:lnTo>
                  <a:lnTo>
                    <a:pt x="1565702" y="1674099"/>
                  </a:lnTo>
                  <a:lnTo>
                    <a:pt x="1565692" y="1674090"/>
                  </a:lnTo>
                  <a:lnTo>
                    <a:pt x="1565681" y="1674081"/>
                  </a:lnTo>
                  <a:lnTo>
                    <a:pt x="1565671" y="1674070"/>
                  </a:lnTo>
                  <a:lnTo>
                    <a:pt x="1565662" y="1674060"/>
                  </a:lnTo>
                  <a:lnTo>
                    <a:pt x="1565654" y="1674045"/>
                  </a:lnTo>
                  <a:lnTo>
                    <a:pt x="1565646" y="1674031"/>
                  </a:lnTo>
                  <a:lnTo>
                    <a:pt x="1565639" y="1674023"/>
                  </a:lnTo>
                  <a:lnTo>
                    <a:pt x="1565632" y="1674018"/>
                  </a:lnTo>
                  <a:lnTo>
                    <a:pt x="1565624" y="1674015"/>
                  </a:lnTo>
                  <a:lnTo>
                    <a:pt x="1565620" y="1674012"/>
                  </a:lnTo>
                  <a:lnTo>
                    <a:pt x="1565615" y="1674005"/>
                  </a:lnTo>
                  <a:lnTo>
                    <a:pt x="1565611" y="1673995"/>
                  </a:lnTo>
                  <a:lnTo>
                    <a:pt x="1565607" y="1673989"/>
                  </a:lnTo>
                  <a:lnTo>
                    <a:pt x="1565601" y="1673985"/>
                  </a:lnTo>
                  <a:lnTo>
                    <a:pt x="1565593" y="1673983"/>
                  </a:lnTo>
                  <a:lnTo>
                    <a:pt x="1565583" y="1673979"/>
                  </a:lnTo>
                  <a:lnTo>
                    <a:pt x="1565576" y="1673975"/>
                  </a:lnTo>
                  <a:lnTo>
                    <a:pt x="1565573" y="1673971"/>
                  </a:lnTo>
                  <a:lnTo>
                    <a:pt x="1565568" y="1673966"/>
                  </a:lnTo>
                  <a:lnTo>
                    <a:pt x="1565562" y="1673963"/>
                  </a:lnTo>
                  <a:lnTo>
                    <a:pt x="1565553" y="1673961"/>
                  </a:lnTo>
                  <a:lnTo>
                    <a:pt x="1565546" y="1673959"/>
                  </a:lnTo>
                  <a:lnTo>
                    <a:pt x="1565546" y="1673953"/>
                  </a:lnTo>
                  <a:lnTo>
                    <a:pt x="1565547" y="1673947"/>
                  </a:lnTo>
                  <a:lnTo>
                    <a:pt x="1565550" y="1673942"/>
                  </a:lnTo>
                  <a:lnTo>
                    <a:pt x="1565551" y="1673935"/>
                  </a:lnTo>
                  <a:lnTo>
                    <a:pt x="1565553" y="1673929"/>
                  </a:lnTo>
                  <a:lnTo>
                    <a:pt x="1565555" y="1673924"/>
                  </a:lnTo>
                  <a:lnTo>
                    <a:pt x="1565559" y="1673920"/>
                  </a:lnTo>
                  <a:lnTo>
                    <a:pt x="1565565" y="1673913"/>
                  </a:lnTo>
                  <a:lnTo>
                    <a:pt x="1565569" y="1673909"/>
                  </a:lnTo>
                  <a:lnTo>
                    <a:pt x="1565574" y="1673905"/>
                  </a:lnTo>
                  <a:lnTo>
                    <a:pt x="1565579" y="1673900"/>
                  </a:lnTo>
                  <a:lnTo>
                    <a:pt x="1565586" y="1673895"/>
                  </a:lnTo>
                  <a:lnTo>
                    <a:pt x="1565593" y="1673890"/>
                  </a:lnTo>
                  <a:lnTo>
                    <a:pt x="1565598" y="1673890"/>
                  </a:lnTo>
                  <a:lnTo>
                    <a:pt x="1565606" y="1673891"/>
                  </a:lnTo>
                  <a:lnTo>
                    <a:pt x="1565611" y="1673893"/>
                  </a:lnTo>
                  <a:lnTo>
                    <a:pt x="1565623" y="1673895"/>
                  </a:lnTo>
                  <a:lnTo>
                    <a:pt x="1565630" y="1673895"/>
                  </a:lnTo>
                  <a:lnTo>
                    <a:pt x="1565635" y="1673895"/>
                  </a:lnTo>
                  <a:lnTo>
                    <a:pt x="1565642" y="1673894"/>
                  </a:lnTo>
                  <a:lnTo>
                    <a:pt x="1565649" y="1673893"/>
                  </a:lnTo>
                  <a:lnTo>
                    <a:pt x="1565656" y="1673892"/>
                  </a:lnTo>
                  <a:lnTo>
                    <a:pt x="1565662" y="1673891"/>
                  </a:lnTo>
                  <a:lnTo>
                    <a:pt x="1565670" y="1673890"/>
                  </a:lnTo>
                  <a:lnTo>
                    <a:pt x="1565683" y="1673889"/>
                  </a:lnTo>
                  <a:lnTo>
                    <a:pt x="1565697" y="1673889"/>
                  </a:lnTo>
                  <a:lnTo>
                    <a:pt x="1565728" y="1673817"/>
                  </a:lnTo>
                  <a:lnTo>
                    <a:pt x="1565735" y="1673799"/>
                  </a:lnTo>
                  <a:lnTo>
                    <a:pt x="1565757" y="1673704"/>
                  </a:lnTo>
                  <a:lnTo>
                    <a:pt x="1565857" y="1673579"/>
                  </a:lnTo>
                  <a:lnTo>
                    <a:pt x="1565886" y="1673541"/>
                  </a:lnTo>
                  <a:lnTo>
                    <a:pt x="1565887" y="1673530"/>
                  </a:lnTo>
                  <a:lnTo>
                    <a:pt x="1565887" y="1673519"/>
                  </a:lnTo>
                  <a:lnTo>
                    <a:pt x="1565886" y="1673513"/>
                  </a:lnTo>
                  <a:lnTo>
                    <a:pt x="1565883" y="1673505"/>
                  </a:lnTo>
                  <a:lnTo>
                    <a:pt x="1565878" y="1673501"/>
                  </a:lnTo>
                  <a:lnTo>
                    <a:pt x="1565873" y="1673498"/>
                  </a:lnTo>
                  <a:lnTo>
                    <a:pt x="1565868" y="1673494"/>
                  </a:lnTo>
                  <a:lnTo>
                    <a:pt x="1565861" y="1673488"/>
                  </a:lnTo>
                  <a:lnTo>
                    <a:pt x="1565855" y="1673482"/>
                  </a:lnTo>
                  <a:lnTo>
                    <a:pt x="1565849" y="1673475"/>
                  </a:lnTo>
                  <a:lnTo>
                    <a:pt x="1565845" y="1673470"/>
                  </a:lnTo>
                  <a:lnTo>
                    <a:pt x="1565842" y="1673465"/>
                  </a:lnTo>
                  <a:lnTo>
                    <a:pt x="1565838" y="1673459"/>
                  </a:lnTo>
                  <a:lnTo>
                    <a:pt x="1565832" y="1673450"/>
                  </a:lnTo>
                  <a:lnTo>
                    <a:pt x="1565828" y="1673448"/>
                  </a:lnTo>
                  <a:lnTo>
                    <a:pt x="1565820" y="1673445"/>
                  </a:lnTo>
                  <a:lnTo>
                    <a:pt x="1565813" y="1673443"/>
                  </a:lnTo>
                  <a:lnTo>
                    <a:pt x="1565806" y="1673440"/>
                  </a:lnTo>
                  <a:lnTo>
                    <a:pt x="1565799" y="1673438"/>
                  </a:lnTo>
                  <a:lnTo>
                    <a:pt x="1565794" y="1673437"/>
                  </a:lnTo>
                  <a:lnTo>
                    <a:pt x="1565787" y="1673436"/>
                  </a:lnTo>
                  <a:lnTo>
                    <a:pt x="1565781" y="1673435"/>
                  </a:lnTo>
                  <a:lnTo>
                    <a:pt x="1565774" y="1673434"/>
                  </a:lnTo>
                  <a:lnTo>
                    <a:pt x="1565772" y="1673430"/>
                  </a:lnTo>
                  <a:lnTo>
                    <a:pt x="1565772" y="1673421"/>
                  </a:lnTo>
                  <a:lnTo>
                    <a:pt x="1565775" y="1673414"/>
                  </a:lnTo>
                  <a:lnTo>
                    <a:pt x="1565781" y="1673409"/>
                  </a:lnTo>
                  <a:lnTo>
                    <a:pt x="1565787" y="1673401"/>
                  </a:lnTo>
                  <a:lnTo>
                    <a:pt x="1565791" y="1673394"/>
                  </a:lnTo>
                  <a:lnTo>
                    <a:pt x="1565793" y="1673388"/>
                  </a:lnTo>
                  <a:lnTo>
                    <a:pt x="1565796" y="1673375"/>
                  </a:lnTo>
                  <a:lnTo>
                    <a:pt x="1565797" y="1673369"/>
                  </a:lnTo>
                  <a:lnTo>
                    <a:pt x="1565796" y="1673363"/>
                  </a:lnTo>
                  <a:lnTo>
                    <a:pt x="1565792" y="1673356"/>
                  </a:lnTo>
                  <a:lnTo>
                    <a:pt x="1565791" y="1673346"/>
                  </a:lnTo>
                  <a:lnTo>
                    <a:pt x="1565790" y="1673334"/>
                  </a:lnTo>
                  <a:lnTo>
                    <a:pt x="1565790" y="1673326"/>
                  </a:lnTo>
                  <a:lnTo>
                    <a:pt x="1565792" y="1673317"/>
                  </a:lnTo>
                  <a:lnTo>
                    <a:pt x="1565796" y="1673306"/>
                  </a:lnTo>
                  <a:lnTo>
                    <a:pt x="1565797" y="1673298"/>
                  </a:lnTo>
                  <a:lnTo>
                    <a:pt x="1565799" y="1673292"/>
                  </a:lnTo>
                  <a:lnTo>
                    <a:pt x="1565801" y="1673284"/>
                  </a:lnTo>
                  <a:lnTo>
                    <a:pt x="1565802" y="1673272"/>
                  </a:lnTo>
                  <a:lnTo>
                    <a:pt x="1565802" y="1673260"/>
                  </a:lnTo>
                  <a:lnTo>
                    <a:pt x="1565801" y="1673249"/>
                  </a:lnTo>
                  <a:lnTo>
                    <a:pt x="1565800" y="1673243"/>
                  </a:lnTo>
                  <a:lnTo>
                    <a:pt x="1565797" y="1673235"/>
                  </a:lnTo>
                  <a:lnTo>
                    <a:pt x="1565794" y="1673230"/>
                  </a:lnTo>
                  <a:lnTo>
                    <a:pt x="1565789" y="1673222"/>
                  </a:lnTo>
                  <a:lnTo>
                    <a:pt x="1565785" y="1673217"/>
                  </a:lnTo>
                  <a:lnTo>
                    <a:pt x="1565777" y="1673212"/>
                  </a:lnTo>
                  <a:lnTo>
                    <a:pt x="1565771" y="1673212"/>
                  </a:lnTo>
                  <a:lnTo>
                    <a:pt x="1565765" y="1673211"/>
                  </a:lnTo>
                  <a:lnTo>
                    <a:pt x="1565759" y="1673206"/>
                  </a:lnTo>
                  <a:lnTo>
                    <a:pt x="1565755" y="1673200"/>
                  </a:lnTo>
                  <a:lnTo>
                    <a:pt x="1565750" y="1673194"/>
                  </a:lnTo>
                  <a:lnTo>
                    <a:pt x="1565745" y="1673186"/>
                  </a:lnTo>
                  <a:lnTo>
                    <a:pt x="1565741" y="1673179"/>
                  </a:lnTo>
                  <a:lnTo>
                    <a:pt x="1565737" y="1673170"/>
                  </a:lnTo>
                  <a:lnTo>
                    <a:pt x="1565736" y="1673162"/>
                  </a:lnTo>
                  <a:lnTo>
                    <a:pt x="1565736" y="1673151"/>
                  </a:lnTo>
                  <a:lnTo>
                    <a:pt x="1565770" y="1673110"/>
                  </a:lnTo>
                  <a:lnTo>
                    <a:pt x="1565790" y="1673111"/>
                  </a:lnTo>
                  <a:lnTo>
                    <a:pt x="1565801" y="1673101"/>
                  </a:lnTo>
                  <a:lnTo>
                    <a:pt x="1565813" y="1673089"/>
                  </a:lnTo>
                  <a:lnTo>
                    <a:pt x="1565821" y="1673081"/>
                  </a:lnTo>
                  <a:lnTo>
                    <a:pt x="1565828" y="1673072"/>
                  </a:lnTo>
                  <a:lnTo>
                    <a:pt x="1565839" y="1673059"/>
                  </a:lnTo>
                  <a:lnTo>
                    <a:pt x="1565843" y="1673049"/>
                  </a:lnTo>
                  <a:lnTo>
                    <a:pt x="1565845" y="1673044"/>
                  </a:lnTo>
                  <a:lnTo>
                    <a:pt x="1565849" y="1673036"/>
                  </a:lnTo>
                  <a:lnTo>
                    <a:pt x="1565855" y="1673026"/>
                  </a:lnTo>
                  <a:lnTo>
                    <a:pt x="1565859" y="1673016"/>
                  </a:lnTo>
                  <a:lnTo>
                    <a:pt x="1565861" y="1673008"/>
                  </a:lnTo>
                  <a:lnTo>
                    <a:pt x="1565864" y="1672995"/>
                  </a:lnTo>
                  <a:lnTo>
                    <a:pt x="1565865" y="1672984"/>
                  </a:lnTo>
                  <a:lnTo>
                    <a:pt x="1565864" y="1672973"/>
                  </a:lnTo>
                  <a:lnTo>
                    <a:pt x="1565862" y="1672965"/>
                  </a:lnTo>
                  <a:lnTo>
                    <a:pt x="1565859" y="1672958"/>
                  </a:lnTo>
                  <a:lnTo>
                    <a:pt x="1565856" y="1672949"/>
                  </a:lnTo>
                  <a:lnTo>
                    <a:pt x="1565852" y="1672941"/>
                  </a:lnTo>
                  <a:lnTo>
                    <a:pt x="1565845" y="1672933"/>
                  </a:lnTo>
                  <a:lnTo>
                    <a:pt x="1565841" y="1672926"/>
                  </a:lnTo>
                  <a:lnTo>
                    <a:pt x="1565838" y="1672919"/>
                  </a:lnTo>
                  <a:lnTo>
                    <a:pt x="1565835" y="1672912"/>
                  </a:lnTo>
                  <a:lnTo>
                    <a:pt x="1565832" y="1672903"/>
                  </a:lnTo>
                  <a:lnTo>
                    <a:pt x="1565829" y="1672891"/>
                  </a:lnTo>
                  <a:lnTo>
                    <a:pt x="1565826" y="1672883"/>
                  </a:lnTo>
                  <a:lnTo>
                    <a:pt x="1565824" y="1672875"/>
                  </a:lnTo>
                  <a:lnTo>
                    <a:pt x="1565820" y="1672867"/>
                  </a:lnTo>
                  <a:lnTo>
                    <a:pt x="1565815" y="1672861"/>
                  </a:lnTo>
                  <a:lnTo>
                    <a:pt x="1565809" y="1672855"/>
                  </a:lnTo>
                  <a:lnTo>
                    <a:pt x="1565804" y="1672851"/>
                  </a:lnTo>
                  <a:lnTo>
                    <a:pt x="1565798" y="1672846"/>
                  </a:lnTo>
                  <a:lnTo>
                    <a:pt x="1565791" y="1672840"/>
                  </a:lnTo>
                  <a:lnTo>
                    <a:pt x="1565785" y="1672833"/>
                  </a:lnTo>
                  <a:lnTo>
                    <a:pt x="1565775" y="1672821"/>
                  </a:lnTo>
                  <a:lnTo>
                    <a:pt x="1565771" y="1672817"/>
                  </a:lnTo>
                  <a:lnTo>
                    <a:pt x="1565763" y="1672808"/>
                  </a:lnTo>
                  <a:lnTo>
                    <a:pt x="1565759" y="1672802"/>
                  </a:lnTo>
                  <a:lnTo>
                    <a:pt x="1565756" y="1672795"/>
                  </a:lnTo>
                  <a:lnTo>
                    <a:pt x="1565753" y="1672786"/>
                  </a:lnTo>
                  <a:lnTo>
                    <a:pt x="1565750" y="1672778"/>
                  </a:lnTo>
                  <a:lnTo>
                    <a:pt x="1565747" y="1672770"/>
                  </a:lnTo>
                  <a:lnTo>
                    <a:pt x="1565748" y="1672762"/>
                  </a:lnTo>
                  <a:lnTo>
                    <a:pt x="1565749" y="1672753"/>
                  </a:lnTo>
                  <a:lnTo>
                    <a:pt x="1565754" y="1672746"/>
                  </a:lnTo>
                  <a:lnTo>
                    <a:pt x="1565761" y="1672740"/>
                  </a:lnTo>
                  <a:lnTo>
                    <a:pt x="1565761" y="1672731"/>
                  </a:lnTo>
                  <a:lnTo>
                    <a:pt x="1565760" y="1672724"/>
                  </a:lnTo>
                  <a:lnTo>
                    <a:pt x="1565760" y="1672716"/>
                  </a:lnTo>
                  <a:lnTo>
                    <a:pt x="1565760" y="1672709"/>
                  </a:lnTo>
                  <a:lnTo>
                    <a:pt x="1565756" y="1672698"/>
                  </a:lnTo>
                  <a:lnTo>
                    <a:pt x="1565748" y="1672690"/>
                  </a:lnTo>
                  <a:lnTo>
                    <a:pt x="1565733" y="1672681"/>
                  </a:lnTo>
                  <a:lnTo>
                    <a:pt x="1565713" y="1672663"/>
                  </a:lnTo>
                  <a:lnTo>
                    <a:pt x="1565698" y="1672650"/>
                  </a:lnTo>
                  <a:lnTo>
                    <a:pt x="1565684" y="1672643"/>
                  </a:lnTo>
                  <a:lnTo>
                    <a:pt x="1565673" y="1672634"/>
                  </a:lnTo>
                  <a:lnTo>
                    <a:pt x="1565657" y="1672620"/>
                  </a:lnTo>
                  <a:lnTo>
                    <a:pt x="1565647" y="1672608"/>
                  </a:lnTo>
                  <a:lnTo>
                    <a:pt x="1565642" y="1672601"/>
                  </a:lnTo>
                  <a:lnTo>
                    <a:pt x="1565635" y="1672602"/>
                  </a:lnTo>
                  <a:lnTo>
                    <a:pt x="1565624" y="1672606"/>
                  </a:lnTo>
                  <a:lnTo>
                    <a:pt x="1565612" y="1672608"/>
                  </a:lnTo>
                  <a:lnTo>
                    <a:pt x="1565602" y="1672612"/>
                  </a:lnTo>
                  <a:lnTo>
                    <a:pt x="1565595" y="1672614"/>
                  </a:lnTo>
                  <a:lnTo>
                    <a:pt x="1565589" y="1672616"/>
                  </a:lnTo>
                  <a:lnTo>
                    <a:pt x="1565584" y="1672618"/>
                  </a:lnTo>
                  <a:lnTo>
                    <a:pt x="1565575" y="1672622"/>
                  </a:lnTo>
                  <a:lnTo>
                    <a:pt x="1565563" y="1672627"/>
                  </a:lnTo>
                  <a:lnTo>
                    <a:pt x="1565558" y="1672629"/>
                  </a:lnTo>
                  <a:lnTo>
                    <a:pt x="1565552" y="1672629"/>
                  </a:lnTo>
                  <a:lnTo>
                    <a:pt x="1565537" y="1672631"/>
                  </a:lnTo>
                  <a:lnTo>
                    <a:pt x="1565515" y="1672631"/>
                  </a:lnTo>
                  <a:lnTo>
                    <a:pt x="1565505" y="1672632"/>
                  </a:lnTo>
                  <a:lnTo>
                    <a:pt x="1565485" y="1672631"/>
                  </a:lnTo>
                  <a:lnTo>
                    <a:pt x="1565474" y="1672628"/>
                  </a:lnTo>
                  <a:lnTo>
                    <a:pt x="1565461" y="1672615"/>
                  </a:lnTo>
                  <a:lnTo>
                    <a:pt x="1565456" y="1672604"/>
                  </a:lnTo>
                  <a:lnTo>
                    <a:pt x="1565457" y="1672590"/>
                  </a:lnTo>
                  <a:lnTo>
                    <a:pt x="1565458" y="1672578"/>
                  </a:lnTo>
                  <a:lnTo>
                    <a:pt x="1565461" y="1672559"/>
                  </a:lnTo>
                  <a:lnTo>
                    <a:pt x="1565462" y="1672544"/>
                  </a:lnTo>
                  <a:lnTo>
                    <a:pt x="1565458" y="1672533"/>
                  </a:lnTo>
                  <a:lnTo>
                    <a:pt x="1565450" y="1672513"/>
                  </a:lnTo>
                  <a:lnTo>
                    <a:pt x="1565444" y="1672498"/>
                  </a:lnTo>
                  <a:lnTo>
                    <a:pt x="1565444" y="1672484"/>
                  </a:lnTo>
                  <a:lnTo>
                    <a:pt x="1565449" y="1672476"/>
                  </a:lnTo>
                  <a:lnTo>
                    <a:pt x="1565454" y="1672467"/>
                  </a:lnTo>
                  <a:lnTo>
                    <a:pt x="1565460" y="1672459"/>
                  </a:lnTo>
                  <a:lnTo>
                    <a:pt x="1565465" y="1672451"/>
                  </a:lnTo>
                  <a:lnTo>
                    <a:pt x="1565468" y="1672446"/>
                  </a:lnTo>
                  <a:lnTo>
                    <a:pt x="1565472" y="1672440"/>
                  </a:lnTo>
                  <a:lnTo>
                    <a:pt x="1565476" y="1672435"/>
                  </a:lnTo>
                  <a:lnTo>
                    <a:pt x="1565481" y="1672429"/>
                  </a:lnTo>
                  <a:lnTo>
                    <a:pt x="1565485" y="1672425"/>
                  </a:lnTo>
                  <a:lnTo>
                    <a:pt x="1565492" y="1672419"/>
                  </a:lnTo>
                  <a:lnTo>
                    <a:pt x="1565498" y="1672414"/>
                  </a:lnTo>
                  <a:lnTo>
                    <a:pt x="1565506" y="1672407"/>
                  </a:lnTo>
                  <a:lnTo>
                    <a:pt x="1565511" y="1672402"/>
                  </a:lnTo>
                  <a:lnTo>
                    <a:pt x="1565516" y="1672398"/>
                  </a:lnTo>
                  <a:lnTo>
                    <a:pt x="1565521" y="1672391"/>
                  </a:lnTo>
                  <a:lnTo>
                    <a:pt x="1565526" y="1672384"/>
                  </a:lnTo>
                  <a:lnTo>
                    <a:pt x="1565529" y="1672378"/>
                  </a:lnTo>
                  <a:lnTo>
                    <a:pt x="1565533" y="1672372"/>
                  </a:lnTo>
                  <a:lnTo>
                    <a:pt x="1565536" y="1672365"/>
                  </a:lnTo>
                  <a:lnTo>
                    <a:pt x="1565538" y="1672357"/>
                  </a:lnTo>
                  <a:lnTo>
                    <a:pt x="1565540" y="1672349"/>
                  </a:lnTo>
                  <a:lnTo>
                    <a:pt x="1565542" y="1672343"/>
                  </a:lnTo>
                  <a:lnTo>
                    <a:pt x="1565541" y="1672334"/>
                  </a:lnTo>
                  <a:lnTo>
                    <a:pt x="1565538" y="1672325"/>
                  </a:lnTo>
                  <a:lnTo>
                    <a:pt x="1565537" y="1672317"/>
                  </a:lnTo>
                  <a:lnTo>
                    <a:pt x="1565537" y="1672308"/>
                  </a:lnTo>
                  <a:lnTo>
                    <a:pt x="1565540" y="1672299"/>
                  </a:lnTo>
                  <a:lnTo>
                    <a:pt x="1565542" y="1672292"/>
                  </a:lnTo>
                  <a:lnTo>
                    <a:pt x="1565545" y="1672282"/>
                  </a:lnTo>
                  <a:lnTo>
                    <a:pt x="1565547" y="1672273"/>
                  </a:lnTo>
                  <a:lnTo>
                    <a:pt x="1565550" y="1672262"/>
                  </a:lnTo>
                  <a:lnTo>
                    <a:pt x="1565553" y="1672250"/>
                  </a:lnTo>
                  <a:lnTo>
                    <a:pt x="1565555" y="1672242"/>
                  </a:lnTo>
                  <a:lnTo>
                    <a:pt x="1565556" y="1672236"/>
                  </a:lnTo>
                  <a:lnTo>
                    <a:pt x="1565557" y="1672230"/>
                  </a:lnTo>
                  <a:lnTo>
                    <a:pt x="1565557" y="1672224"/>
                  </a:lnTo>
                  <a:lnTo>
                    <a:pt x="1565557" y="1672218"/>
                  </a:lnTo>
                  <a:lnTo>
                    <a:pt x="1565557" y="1672212"/>
                  </a:lnTo>
                  <a:lnTo>
                    <a:pt x="1565556" y="1672205"/>
                  </a:lnTo>
                  <a:lnTo>
                    <a:pt x="1565554" y="1672198"/>
                  </a:lnTo>
                  <a:lnTo>
                    <a:pt x="1565550" y="1672189"/>
                  </a:lnTo>
                  <a:lnTo>
                    <a:pt x="1565547" y="1672180"/>
                  </a:lnTo>
                  <a:lnTo>
                    <a:pt x="1565545" y="1672174"/>
                  </a:lnTo>
                  <a:lnTo>
                    <a:pt x="1565543" y="1672168"/>
                  </a:lnTo>
                  <a:lnTo>
                    <a:pt x="1565541" y="1672160"/>
                  </a:lnTo>
                  <a:lnTo>
                    <a:pt x="1565540" y="1672152"/>
                  </a:lnTo>
                  <a:lnTo>
                    <a:pt x="1565540" y="1672146"/>
                  </a:lnTo>
                  <a:lnTo>
                    <a:pt x="1565540" y="1672138"/>
                  </a:lnTo>
                  <a:lnTo>
                    <a:pt x="1565538" y="1672132"/>
                  </a:lnTo>
                  <a:lnTo>
                    <a:pt x="1565528" y="1672127"/>
                  </a:lnTo>
                  <a:lnTo>
                    <a:pt x="1565520" y="1672124"/>
                  </a:lnTo>
                  <a:lnTo>
                    <a:pt x="1565512" y="1672123"/>
                  </a:lnTo>
                  <a:lnTo>
                    <a:pt x="1565502" y="1672122"/>
                  </a:lnTo>
                  <a:lnTo>
                    <a:pt x="1565493" y="1672121"/>
                  </a:lnTo>
                  <a:lnTo>
                    <a:pt x="1565484" y="1672121"/>
                  </a:lnTo>
                  <a:lnTo>
                    <a:pt x="1565476" y="1672122"/>
                  </a:lnTo>
                  <a:lnTo>
                    <a:pt x="1565470" y="1672123"/>
                  </a:lnTo>
                  <a:lnTo>
                    <a:pt x="1565464" y="1672124"/>
                  </a:lnTo>
                  <a:lnTo>
                    <a:pt x="1565454" y="1672124"/>
                  </a:lnTo>
                  <a:lnTo>
                    <a:pt x="1565447" y="1672123"/>
                  </a:lnTo>
                  <a:lnTo>
                    <a:pt x="1565440" y="1672121"/>
                  </a:lnTo>
                  <a:lnTo>
                    <a:pt x="1565433" y="1672114"/>
                  </a:lnTo>
                  <a:lnTo>
                    <a:pt x="1565429" y="1672105"/>
                  </a:lnTo>
                  <a:lnTo>
                    <a:pt x="1565425" y="1672097"/>
                  </a:lnTo>
                  <a:lnTo>
                    <a:pt x="1565420" y="1672090"/>
                  </a:lnTo>
                  <a:lnTo>
                    <a:pt x="1565417" y="1672083"/>
                  </a:lnTo>
                  <a:lnTo>
                    <a:pt x="1565413" y="1672077"/>
                  </a:lnTo>
                  <a:lnTo>
                    <a:pt x="1565408" y="1672069"/>
                  </a:lnTo>
                  <a:lnTo>
                    <a:pt x="1565402" y="1672061"/>
                  </a:lnTo>
                  <a:lnTo>
                    <a:pt x="1565396" y="1672053"/>
                  </a:lnTo>
                  <a:lnTo>
                    <a:pt x="1565391" y="1672046"/>
                  </a:lnTo>
                  <a:lnTo>
                    <a:pt x="1565386" y="1672037"/>
                  </a:lnTo>
                  <a:lnTo>
                    <a:pt x="1565383" y="1672028"/>
                  </a:lnTo>
                  <a:lnTo>
                    <a:pt x="1565381" y="1672022"/>
                  </a:lnTo>
                  <a:lnTo>
                    <a:pt x="1565381" y="1672015"/>
                  </a:lnTo>
                  <a:lnTo>
                    <a:pt x="1565386" y="1672014"/>
                  </a:lnTo>
                  <a:lnTo>
                    <a:pt x="1565393" y="1672013"/>
                  </a:lnTo>
                  <a:lnTo>
                    <a:pt x="1565399" y="1672011"/>
                  </a:lnTo>
                  <a:lnTo>
                    <a:pt x="1565404" y="1672009"/>
                  </a:lnTo>
                  <a:lnTo>
                    <a:pt x="1565410" y="1672006"/>
                  </a:lnTo>
                  <a:lnTo>
                    <a:pt x="1565417" y="1672002"/>
                  </a:lnTo>
                  <a:lnTo>
                    <a:pt x="1565423" y="1671997"/>
                  </a:lnTo>
                  <a:lnTo>
                    <a:pt x="1565431" y="1671990"/>
                  </a:lnTo>
                  <a:lnTo>
                    <a:pt x="1565437" y="1671985"/>
                  </a:lnTo>
                  <a:lnTo>
                    <a:pt x="1565443" y="1671978"/>
                  </a:lnTo>
                  <a:lnTo>
                    <a:pt x="1565447" y="1671972"/>
                  </a:lnTo>
                  <a:lnTo>
                    <a:pt x="1565450" y="1671967"/>
                  </a:lnTo>
                  <a:lnTo>
                    <a:pt x="1565454" y="1671960"/>
                  </a:lnTo>
                  <a:lnTo>
                    <a:pt x="1565457" y="1671956"/>
                  </a:lnTo>
                  <a:lnTo>
                    <a:pt x="1565461" y="1671950"/>
                  </a:lnTo>
                  <a:lnTo>
                    <a:pt x="1565464" y="1671946"/>
                  </a:lnTo>
                  <a:lnTo>
                    <a:pt x="1565468" y="1671941"/>
                  </a:lnTo>
                  <a:lnTo>
                    <a:pt x="1565472" y="1671938"/>
                  </a:lnTo>
                  <a:lnTo>
                    <a:pt x="1565477" y="1671933"/>
                  </a:lnTo>
                  <a:lnTo>
                    <a:pt x="1565483" y="1671926"/>
                  </a:lnTo>
                  <a:lnTo>
                    <a:pt x="1565489" y="1671919"/>
                  </a:lnTo>
                  <a:lnTo>
                    <a:pt x="1565493" y="1671915"/>
                  </a:lnTo>
                  <a:lnTo>
                    <a:pt x="1565521" y="1671891"/>
                  </a:lnTo>
                  <a:lnTo>
                    <a:pt x="1565517" y="1671886"/>
                  </a:lnTo>
                  <a:lnTo>
                    <a:pt x="1565508" y="1671876"/>
                  </a:lnTo>
                  <a:lnTo>
                    <a:pt x="1565492" y="1671851"/>
                  </a:lnTo>
                  <a:lnTo>
                    <a:pt x="1565476" y="1671828"/>
                  </a:lnTo>
                  <a:lnTo>
                    <a:pt x="1565472" y="1671813"/>
                  </a:lnTo>
                  <a:lnTo>
                    <a:pt x="1565471" y="1671799"/>
                  </a:lnTo>
                  <a:lnTo>
                    <a:pt x="1565474" y="1671781"/>
                  </a:lnTo>
                  <a:lnTo>
                    <a:pt x="1565476" y="1671771"/>
                  </a:lnTo>
                  <a:lnTo>
                    <a:pt x="1565480" y="1671757"/>
                  </a:lnTo>
                  <a:lnTo>
                    <a:pt x="1565480" y="1671735"/>
                  </a:lnTo>
                  <a:lnTo>
                    <a:pt x="1565478" y="1671716"/>
                  </a:lnTo>
                  <a:lnTo>
                    <a:pt x="1565473" y="1671695"/>
                  </a:lnTo>
                  <a:lnTo>
                    <a:pt x="1565468" y="1671675"/>
                  </a:lnTo>
                  <a:lnTo>
                    <a:pt x="1565456" y="1671657"/>
                  </a:lnTo>
                  <a:lnTo>
                    <a:pt x="1565467" y="1671650"/>
                  </a:lnTo>
                  <a:lnTo>
                    <a:pt x="1565500" y="1671630"/>
                  </a:lnTo>
                  <a:lnTo>
                    <a:pt x="1565549" y="1671603"/>
                  </a:lnTo>
                  <a:lnTo>
                    <a:pt x="1565554" y="1671597"/>
                  </a:lnTo>
                  <a:lnTo>
                    <a:pt x="1565560" y="1671591"/>
                  </a:lnTo>
                  <a:lnTo>
                    <a:pt x="1565567" y="1671585"/>
                  </a:lnTo>
                  <a:lnTo>
                    <a:pt x="1565572" y="1671582"/>
                  </a:lnTo>
                  <a:lnTo>
                    <a:pt x="1565577" y="1671582"/>
                  </a:lnTo>
                  <a:lnTo>
                    <a:pt x="1565588" y="1671590"/>
                  </a:lnTo>
                  <a:lnTo>
                    <a:pt x="1565605" y="1671600"/>
                  </a:lnTo>
                  <a:lnTo>
                    <a:pt x="1565623" y="1671615"/>
                  </a:lnTo>
                  <a:lnTo>
                    <a:pt x="1565638" y="1671627"/>
                  </a:lnTo>
                  <a:lnTo>
                    <a:pt x="1565643" y="1671633"/>
                  </a:lnTo>
                  <a:lnTo>
                    <a:pt x="1565648" y="1671638"/>
                  </a:lnTo>
                  <a:lnTo>
                    <a:pt x="1565661" y="1671652"/>
                  </a:lnTo>
                  <a:lnTo>
                    <a:pt x="1565669" y="1671663"/>
                  </a:lnTo>
                  <a:lnTo>
                    <a:pt x="1565674" y="1671669"/>
                  </a:lnTo>
                  <a:lnTo>
                    <a:pt x="1565688" y="1671663"/>
                  </a:lnTo>
                  <a:lnTo>
                    <a:pt x="1565692" y="1671658"/>
                  </a:lnTo>
                  <a:lnTo>
                    <a:pt x="1565697" y="1671653"/>
                  </a:lnTo>
                  <a:lnTo>
                    <a:pt x="1565710" y="1671639"/>
                  </a:lnTo>
                  <a:lnTo>
                    <a:pt x="1565717" y="1671627"/>
                  </a:lnTo>
                  <a:lnTo>
                    <a:pt x="1565726" y="1671614"/>
                  </a:lnTo>
                  <a:lnTo>
                    <a:pt x="1565736" y="1671601"/>
                  </a:lnTo>
                  <a:lnTo>
                    <a:pt x="1565743" y="1671593"/>
                  </a:lnTo>
                  <a:lnTo>
                    <a:pt x="1565748" y="1671587"/>
                  </a:lnTo>
                  <a:lnTo>
                    <a:pt x="1565754" y="1671581"/>
                  </a:lnTo>
                  <a:lnTo>
                    <a:pt x="1565762" y="1671573"/>
                  </a:lnTo>
                  <a:lnTo>
                    <a:pt x="1565767" y="1671566"/>
                  </a:lnTo>
                  <a:lnTo>
                    <a:pt x="1565773" y="1671558"/>
                  </a:lnTo>
                  <a:lnTo>
                    <a:pt x="1565777" y="1671554"/>
                  </a:lnTo>
                  <a:lnTo>
                    <a:pt x="1565783" y="1671544"/>
                  </a:lnTo>
                  <a:lnTo>
                    <a:pt x="1565784" y="1671538"/>
                  </a:lnTo>
                  <a:lnTo>
                    <a:pt x="1565784" y="1671523"/>
                  </a:lnTo>
                  <a:lnTo>
                    <a:pt x="1565787" y="1671507"/>
                  </a:lnTo>
                  <a:lnTo>
                    <a:pt x="1565790" y="1671493"/>
                  </a:lnTo>
                  <a:lnTo>
                    <a:pt x="1565797" y="1671478"/>
                  </a:lnTo>
                  <a:lnTo>
                    <a:pt x="1565801" y="1671470"/>
                  </a:lnTo>
                  <a:lnTo>
                    <a:pt x="1565806" y="1671458"/>
                  </a:lnTo>
                  <a:lnTo>
                    <a:pt x="1565813" y="1671443"/>
                  </a:lnTo>
                  <a:lnTo>
                    <a:pt x="1565816" y="1671438"/>
                  </a:lnTo>
                  <a:lnTo>
                    <a:pt x="1565823" y="1671412"/>
                  </a:lnTo>
                  <a:lnTo>
                    <a:pt x="1565827" y="1671406"/>
                  </a:lnTo>
                  <a:lnTo>
                    <a:pt x="1565843" y="1671389"/>
                  </a:lnTo>
                  <a:lnTo>
                    <a:pt x="1565857" y="1671378"/>
                  </a:lnTo>
                  <a:lnTo>
                    <a:pt x="1565869" y="1671367"/>
                  </a:lnTo>
                  <a:lnTo>
                    <a:pt x="1565879" y="1671348"/>
                  </a:lnTo>
                  <a:lnTo>
                    <a:pt x="1565883" y="1671335"/>
                  </a:lnTo>
                  <a:lnTo>
                    <a:pt x="1565886" y="1671323"/>
                  </a:lnTo>
                  <a:lnTo>
                    <a:pt x="1565886" y="1671304"/>
                  </a:lnTo>
                  <a:lnTo>
                    <a:pt x="1565878" y="1671296"/>
                  </a:lnTo>
                  <a:lnTo>
                    <a:pt x="1565873" y="1671287"/>
                  </a:lnTo>
                  <a:lnTo>
                    <a:pt x="1565869" y="1671278"/>
                  </a:lnTo>
                  <a:lnTo>
                    <a:pt x="1565867" y="1671270"/>
                  </a:lnTo>
                  <a:lnTo>
                    <a:pt x="1565873" y="1671262"/>
                  </a:lnTo>
                  <a:lnTo>
                    <a:pt x="1565878" y="1671255"/>
                  </a:lnTo>
                  <a:lnTo>
                    <a:pt x="1565882" y="1671250"/>
                  </a:lnTo>
                  <a:lnTo>
                    <a:pt x="1565888" y="1671242"/>
                  </a:lnTo>
                  <a:lnTo>
                    <a:pt x="1565896" y="1671235"/>
                  </a:lnTo>
                  <a:lnTo>
                    <a:pt x="1565902" y="1671231"/>
                  </a:lnTo>
                  <a:lnTo>
                    <a:pt x="1565910" y="1671230"/>
                  </a:lnTo>
                  <a:lnTo>
                    <a:pt x="1565919" y="1671230"/>
                  </a:lnTo>
                  <a:lnTo>
                    <a:pt x="1565928" y="1671229"/>
                  </a:lnTo>
                  <a:lnTo>
                    <a:pt x="1565934" y="1671229"/>
                  </a:lnTo>
                  <a:lnTo>
                    <a:pt x="1565941" y="1671229"/>
                  </a:lnTo>
                  <a:lnTo>
                    <a:pt x="1565949" y="1671231"/>
                  </a:lnTo>
                  <a:lnTo>
                    <a:pt x="1565959" y="1671235"/>
                  </a:lnTo>
                  <a:lnTo>
                    <a:pt x="1565966" y="1671239"/>
                  </a:lnTo>
                  <a:lnTo>
                    <a:pt x="1565973" y="1671246"/>
                  </a:lnTo>
                  <a:lnTo>
                    <a:pt x="1565974" y="1671240"/>
                  </a:lnTo>
                  <a:lnTo>
                    <a:pt x="1565976" y="1671233"/>
                  </a:lnTo>
                  <a:lnTo>
                    <a:pt x="1565981" y="1671228"/>
                  </a:lnTo>
                  <a:lnTo>
                    <a:pt x="1565984" y="1671223"/>
                  </a:lnTo>
                  <a:lnTo>
                    <a:pt x="1565985" y="1671217"/>
                  </a:lnTo>
                  <a:lnTo>
                    <a:pt x="1565986" y="1671209"/>
                  </a:lnTo>
                  <a:lnTo>
                    <a:pt x="1565987" y="1671202"/>
                  </a:lnTo>
                  <a:lnTo>
                    <a:pt x="1565983" y="1671194"/>
                  </a:lnTo>
                  <a:lnTo>
                    <a:pt x="1565981" y="1671186"/>
                  </a:lnTo>
                  <a:lnTo>
                    <a:pt x="1565983" y="1671181"/>
                  </a:lnTo>
                  <a:lnTo>
                    <a:pt x="1565986" y="1671174"/>
                  </a:lnTo>
                  <a:lnTo>
                    <a:pt x="1565991" y="1671169"/>
                  </a:lnTo>
                  <a:lnTo>
                    <a:pt x="1565998" y="1671162"/>
                  </a:lnTo>
                  <a:lnTo>
                    <a:pt x="1566006" y="1671156"/>
                  </a:lnTo>
                  <a:lnTo>
                    <a:pt x="1566013" y="1671151"/>
                  </a:lnTo>
                  <a:lnTo>
                    <a:pt x="1566020" y="1671147"/>
                  </a:lnTo>
                  <a:lnTo>
                    <a:pt x="1566032" y="1671138"/>
                  </a:lnTo>
                  <a:lnTo>
                    <a:pt x="1566075" y="1671109"/>
                  </a:lnTo>
                  <a:lnTo>
                    <a:pt x="1566123" y="1671086"/>
                  </a:lnTo>
                  <a:lnTo>
                    <a:pt x="1566187" y="1671080"/>
                  </a:lnTo>
                  <a:lnTo>
                    <a:pt x="1566216" y="1671092"/>
                  </a:lnTo>
                  <a:lnTo>
                    <a:pt x="1566214" y="1671101"/>
                  </a:lnTo>
                  <a:lnTo>
                    <a:pt x="1566207" y="1671115"/>
                  </a:lnTo>
                  <a:lnTo>
                    <a:pt x="1566200" y="1671124"/>
                  </a:lnTo>
                  <a:lnTo>
                    <a:pt x="1566193" y="1671136"/>
                  </a:lnTo>
                  <a:lnTo>
                    <a:pt x="1566179" y="1671160"/>
                  </a:lnTo>
                  <a:lnTo>
                    <a:pt x="1566161" y="1671192"/>
                  </a:lnTo>
                  <a:lnTo>
                    <a:pt x="1566155" y="1671209"/>
                  </a:lnTo>
                  <a:lnTo>
                    <a:pt x="1566149" y="1671222"/>
                  </a:lnTo>
                  <a:lnTo>
                    <a:pt x="1566143" y="1671245"/>
                  </a:lnTo>
                  <a:lnTo>
                    <a:pt x="1566140" y="1671264"/>
                  </a:lnTo>
                  <a:lnTo>
                    <a:pt x="1566139" y="1671274"/>
                  </a:lnTo>
                  <a:lnTo>
                    <a:pt x="1566138" y="1671282"/>
                  </a:lnTo>
                  <a:lnTo>
                    <a:pt x="1566140" y="1671291"/>
                  </a:lnTo>
                  <a:lnTo>
                    <a:pt x="1566142" y="1671302"/>
                  </a:lnTo>
                  <a:lnTo>
                    <a:pt x="1566150" y="1671320"/>
                  </a:lnTo>
                  <a:lnTo>
                    <a:pt x="1566157" y="1671334"/>
                  </a:lnTo>
                  <a:lnTo>
                    <a:pt x="1566168" y="1671348"/>
                  </a:lnTo>
                  <a:lnTo>
                    <a:pt x="1566181" y="1671360"/>
                  </a:lnTo>
                  <a:lnTo>
                    <a:pt x="1566199" y="1671372"/>
                  </a:lnTo>
                  <a:lnTo>
                    <a:pt x="1566214" y="1671387"/>
                  </a:lnTo>
                  <a:lnTo>
                    <a:pt x="1566240" y="1671416"/>
                  </a:lnTo>
                  <a:lnTo>
                    <a:pt x="1566266" y="1671439"/>
                  </a:lnTo>
                  <a:lnTo>
                    <a:pt x="1566293" y="1671450"/>
                  </a:lnTo>
                  <a:lnTo>
                    <a:pt x="1566330" y="1671457"/>
                  </a:lnTo>
                  <a:lnTo>
                    <a:pt x="1566357" y="1671456"/>
                  </a:lnTo>
                  <a:lnTo>
                    <a:pt x="1566371" y="1671455"/>
                  </a:lnTo>
                  <a:lnTo>
                    <a:pt x="1566378" y="1671455"/>
                  </a:lnTo>
                  <a:lnTo>
                    <a:pt x="1566376" y="1671435"/>
                  </a:lnTo>
                  <a:lnTo>
                    <a:pt x="1566377" y="1671396"/>
                  </a:lnTo>
                  <a:lnTo>
                    <a:pt x="1566382" y="1671349"/>
                  </a:lnTo>
                  <a:lnTo>
                    <a:pt x="1566389" y="1671320"/>
                  </a:lnTo>
                  <a:lnTo>
                    <a:pt x="1566400" y="1671284"/>
                  </a:lnTo>
                  <a:lnTo>
                    <a:pt x="1566412" y="1671253"/>
                  </a:lnTo>
                  <a:lnTo>
                    <a:pt x="1566421" y="1671236"/>
                  </a:lnTo>
                  <a:lnTo>
                    <a:pt x="1566435" y="1671221"/>
                  </a:lnTo>
                  <a:lnTo>
                    <a:pt x="1566446" y="1671210"/>
                  </a:lnTo>
                  <a:lnTo>
                    <a:pt x="1566463" y="1671204"/>
                  </a:lnTo>
                  <a:lnTo>
                    <a:pt x="1566478" y="1671203"/>
                  </a:lnTo>
                  <a:lnTo>
                    <a:pt x="1566503" y="1671205"/>
                  </a:lnTo>
                  <a:lnTo>
                    <a:pt x="1566539" y="1671210"/>
                  </a:lnTo>
                  <a:lnTo>
                    <a:pt x="1566560" y="1671210"/>
                  </a:lnTo>
                  <a:lnTo>
                    <a:pt x="1566577" y="1671209"/>
                  </a:lnTo>
                  <a:lnTo>
                    <a:pt x="1566591" y="1671200"/>
                  </a:lnTo>
                  <a:lnTo>
                    <a:pt x="1566598" y="1671192"/>
                  </a:lnTo>
                  <a:lnTo>
                    <a:pt x="1566605" y="1671183"/>
                  </a:lnTo>
                  <a:lnTo>
                    <a:pt x="1566632" y="1671150"/>
                  </a:lnTo>
                  <a:lnTo>
                    <a:pt x="1566662" y="1671108"/>
                  </a:lnTo>
                  <a:lnTo>
                    <a:pt x="1566676" y="1671082"/>
                  </a:lnTo>
                  <a:lnTo>
                    <a:pt x="1566682" y="1671065"/>
                  </a:lnTo>
                  <a:lnTo>
                    <a:pt x="1566686" y="1671048"/>
                  </a:lnTo>
                  <a:lnTo>
                    <a:pt x="1566688" y="1671031"/>
                  </a:lnTo>
                  <a:lnTo>
                    <a:pt x="1566688" y="1671019"/>
                  </a:lnTo>
                  <a:lnTo>
                    <a:pt x="1566683" y="1671001"/>
                  </a:lnTo>
                  <a:lnTo>
                    <a:pt x="1566665" y="1670963"/>
                  </a:lnTo>
                  <a:lnTo>
                    <a:pt x="1566659" y="1670948"/>
                  </a:lnTo>
                  <a:lnTo>
                    <a:pt x="1566655" y="1670922"/>
                  </a:lnTo>
                  <a:lnTo>
                    <a:pt x="1566652" y="1670897"/>
                  </a:lnTo>
                  <a:lnTo>
                    <a:pt x="1566651" y="1670871"/>
                  </a:lnTo>
                  <a:lnTo>
                    <a:pt x="1566648" y="1670842"/>
                  </a:lnTo>
                  <a:lnTo>
                    <a:pt x="1566643" y="1670819"/>
                  </a:lnTo>
                  <a:lnTo>
                    <a:pt x="1566638" y="1670803"/>
                  </a:lnTo>
                  <a:lnTo>
                    <a:pt x="1566621" y="1670784"/>
                  </a:lnTo>
                  <a:lnTo>
                    <a:pt x="1566603" y="1670769"/>
                  </a:lnTo>
                  <a:lnTo>
                    <a:pt x="1566590" y="1670757"/>
                  </a:lnTo>
                  <a:lnTo>
                    <a:pt x="1566572" y="1670733"/>
                  </a:lnTo>
                  <a:lnTo>
                    <a:pt x="1566568" y="1670725"/>
                  </a:lnTo>
                  <a:lnTo>
                    <a:pt x="1566565" y="1670712"/>
                  </a:lnTo>
                  <a:lnTo>
                    <a:pt x="1566565" y="1670699"/>
                  </a:lnTo>
                  <a:lnTo>
                    <a:pt x="1566568" y="1670685"/>
                  </a:lnTo>
                  <a:lnTo>
                    <a:pt x="1566576" y="1670655"/>
                  </a:lnTo>
                  <a:lnTo>
                    <a:pt x="1566592" y="1670571"/>
                  </a:lnTo>
                  <a:lnTo>
                    <a:pt x="1566598" y="1670499"/>
                  </a:lnTo>
                  <a:lnTo>
                    <a:pt x="1566599" y="1670475"/>
                  </a:lnTo>
                  <a:lnTo>
                    <a:pt x="1566596" y="1670450"/>
                  </a:lnTo>
                  <a:lnTo>
                    <a:pt x="1566593" y="1670427"/>
                  </a:lnTo>
                  <a:lnTo>
                    <a:pt x="1566582" y="1670398"/>
                  </a:lnTo>
                  <a:lnTo>
                    <a:pt x="1566573" y="1670369"/>
                  </a:lnTo>
                  <a:lnTo>
                    <a:pt x="1566565" y="1670335"/>
                  </a:lnTo>
                  <a:lnTo>
                    <a:pt x="1566554" y="1670293"/>
                  </a:lnTo>
                  <a:lnTo>
                    <a:pt x="1566551" y="1670272"/>
                  </a:lnTo>
                  <a:lnTo>
                    <a:pt x="1566551" y="1670243"/>
                  </a:lnTo>
                  <a:lnTo>
                    <a:pt x="1566553" y="1670231"/>
                  </a:lnTo>
                  <a:lnTo>
                    <a:pt x="1566560" y="1670215"/>
                  </a:lnTo>
                  <a:lnTo>
                    <a:pt x="1566571" y="1670195"/>
                  </a:lnTo>
                  <a:lnTo>
                    <a:pt x="1566589" y="1670171"/>
                  </a:lnTo>
                  <a:lnTo>
                    <a:pt x="1566606" y="1670143"/>
                  </a:lnTo>
                  <a:lnTo>
                    <a:pt x="1566610" y="1670137"/>
                  </a:lnTo>
                  <a:lnTo>
                    <a:pt x="1566614" y="1670120"/>
                  </a:lnTo>
                  <a:lnTo>
                    <a:pt x="1566616" y="1670104"/>
                  </a:lnTo>
                  <a:lnTo>
                    <a:pt x="1566612" y="1670077"/>
                  </a:lnTo>
                  <a:lnTo>
                    <a:pt x="1566596" y="1670031"/>
                  </a:lnTo>
                  <a:lnTo>
                    <a:pt x="1566585" y="1670003"/>
                  </a:lnTo>
                  <a:lnTo>
                    <a:pt x="1566573" y="1669970"/>
                  </a:lnTo>
                  <a:lnTo>
                    <a:pt x="1566566" y="1669946"/>
                  </a:lnTo>
                  <a:lnTo>
                    <a:pt x="1566559" y="1669921"/>
                  </a:lnTo>
                  <a:lnTo>
                    <a:pt x="1566553" y="1669899"/>
                  </a:lnTo>
                  <a:lnTo>
                    <a:pt x="1566543" y="1669871"/>
                  </a:lnTo>
                  <a:lnTo>
                    <a:pt x="1566538" y="1669851"/>
                  </a:lnTo>
                  <a:lnTo>
                    <a:pt x="1566535" y="1669839"/>
                  </a:lnTo>
                  <a:lnTo>
                    <a:pt x="1566534" y="1669819"/>
                  </a:lnTo>
                  <a:lnTo>
                    <a:pt x="1566534" y="1669802"/>
                  </a:lnTo>
                  <a:lnTo>
                    <a:pt x="1566533" y="1669786"/>
                  </a:lnTo>
                  <a:lnTo>
                    <a:pt x="1566529" y="1669773"/>
                  </a:lnTo>
                  <a:lnTo>
                    <a:pt x="1566523" y="1669753"/>
                  </a:lnTo>
                  <a:lnTo>
                    <a:pt x="1566519" y="1669728"/>
                  </a:lnTo>
                  <a:lnTo>
                    <a:pt x="1566516" y="1669691"/>
                  </a:lnTo>
                  <a:lnTo>
                    <a:pt x="1566518" y="1669669"/>
                  </a:lnTo>
                  <a:lnTo>
                    <a:pt x="1566523" y="1669627"/>
                  </a:lnTo>
                  <a:lnTo>
                    <a:pt x="1566530" y="1669608"/>
                  </a:lnTo>
                  <a:lnTo>
                    <a:pt x="1566533" y="1669600"/>
                  </a:lnTo>
                  <a:lnTo>
                    <a:pt x="1566534" y="1669594"/>
                  </a:lnTo>
                  <a:lnTo>
                    <a:pt x="1566537" y="1669582"/>
                  </a:lnTo>
                  <a:lnTo>
                    <a:pt x="1566537" y="1669572"/>
                  </a:lnTo>
                  <a:lnTo>
                    <a:pt x="1566533" y="1669559"/>
                  </a:lnTo>
                  <a:lnTo>
                    <a:pt x="1566524" y="1669537"/>
                  </a:lnTo>
                  <a:lnTo>
                    <a:pt x="1566519" y="1669513"/>
                  </a:lnTo>
                  <a:lnTo>
                    <a:pt x="1566516" y="1669493"/>
                  </a:lnTo>
                  <a:lnTo>
                    <a:pt x="1566515" y="1669476"/>
                  </a:lnTo>
                  <a:lnTo>
                    <a:pt x="1566516" y="1669465"/>
                  </a:lnTo>
                  <a:lnTo>
                    <a:pt x="1566516" y="1669457"/>
                  </a:lnTo>
                  <a:lnTo>
                    <a:pt x="1566517" y="1669447"/>
                  </a:lnTo>
                  <a:lnTo>
                    <a:pt x="1566520" y="1669430"/>
                  </a:lnTo>
                  <a:lnTo>
                    <a:pt x="1566526" y="1669410"/>
                  </a:lnTo>
                  <a:lnTo>
                    <a:pt x="1566532" y="1669384"/>
                  </a:lnTo>
                  <a:lnTo>
                    <a:pt x="1566541" y="1669339"/>
                  </a:lnTo>
                  <a:lnTo>
                    <a:pt x="1566553" y="1669304"/>
                  </a:lnTo>
                  <a:lnTo>
                    <a:pt x="1566564" y="1669256"/>
                  </a:lnTo>
                  <a:lnTo>
                    <a:pt x="1566572" y="1669213"/>
                  </a:lnTo>
                  <a:lnTo>
                    <a:pt x="1566575" y="1669189"/>
                  </a:lnTo>
                  <a:lnTo>
                    <a:pt x="1566573" y="1669168"/>
                  </a:lnTo>
                  <a:lnTo>
                    <a:pt x="1566571" y="1669145"/>
                  </a:lnTo>
                  <a:lnTo>
                    <a:pt x="1566571" y="1669102"/>
                  </a:lnTo>
                  <a:lnTo>
                    <a:pt x="1566572" y="1669046"/>
                  </a:lnTo>
                  <a:lnTo>
                    <a:pt x="1566572" y="1669001"/>
                  </a:lnTo>
                  <a:lnTo>
                    <a:pt x="1566573" y="1668956"/>
                  </a:lnTo>
                  <a:lnTo>
                    <a:pt x="1566571" y="1668939"/>
                  </a:lnTo>
                  <a:lnTo>
                    <a:pt x="1566563" y="1668914"/>
                  </a:lnTo>
                  <a:lnTo>
                    <a:pt x="1566559" y="1668895"/>
                  </a:lnTo>
                  <a:lnTo>
                    <a:pt x="1566559" y="1668867"/>
                  </a:lnTo>
                  <a:lnTo>
                    <a:pt x="1566558" y="1668859"/>
                  </a:lnTo>
                  <a:lnTo>
                    <a:pt x="1566555" y="1668852"/>
                  </a:lnTo>
                  <a:lnTo>
                    <a:pt x="1566547" y="1668838"/>
                  </a:lnTo>
                  <a:lnTo>
                    <a:pt x="1566541" y="1668820"/>
                  </a:lnTo>
                  <a:lnTo>
                    <a:pt x="1566542" y="1668800"/>
                  </a:lnTo>
                  <a:lnTo>
                    <a:pt x="1566546" y="1668788"/>
                  </a:lnTo>
                  <a:lnTo>
                    <a:pt x="1566551" y="1668758"/>
                  </a:lnTo>
                  <a:lnTo>
                    <a:pt x="1566554" y="1668712"/>
                  </a:lnTo>
                  <a:lnTo>
                    <a:pt x="1566557" y="1668706"/>
                  </a:lnTo>
                  <a:lnTo>
                    <a:pt x="1566566" y="1668697"/>
                  </a:lnTo>
                  <a:lnTo>
                    <a:pt x="1566575" y="1668694"/>
                  </a:lnTo>
                  <a:lnTo>
                    <a:pt x="1566588" y="1668685"/>
                  </a:lnTo>
                  <a:lnTo>
                    <a:pt x="1566596" y="1668675"/>
                  </a:lnTo>
                  <a:lnTo>
                    <a:pt x="1566618" y="1668631"/>
                  </a:lnTo>
                  <a:lnTo>
                    <a:pt x="1566626" y="1668624"/>
                  </a:lnTo>
                  <a:lnTo>
                    <a:pt x="1566666" y="1668590"/>
                  </a:lnTo>
                  <a:lnTo>
                    <a:pt x="1566690" y="1668559"/>
                  </a:lnTo>
                  <a:lnTo>
                    <a:pt x="1566697" y="1668551"/>
                  </a:lnTo>
                  <a:lnTo>
                    <a:pt x="1566707" y="1668541"/>
                  </a:lnTo>
                  <a:lnTo>
                    <a:pt x="1566731" y="1668506"/>
                  </a:lnTo>
                  <a:lnTo>
                    <a:pt x="1566756" y="1668472"/>
                  </a:lnTo>
                  <a:lnTo>
                    <a:pt x="1566774" y="1668454"/>
                  </a:lnTo>
                  <a:lnTo>
                    <a:pt x="1566787" y="1668452"/>
                  </a:lnTo>
                  <a:lnTo>
                    <a:pt x="1566798" y="1668450"/>
                  </a:lnTo>
                  <a:lnTo>
                    <a:pt x="1566801" y="1668446"/>
                  </a:lnTo>
                  <a:lnTo>
                    <a:pt x="1566806" y="1668431"/>
                  </a:lnTo>
                  <a:lnTo>
                    <a:pt x="1566809" y="1668401"/>
                  </a:lnTo>
                  <a:lnTo>
                    <a:pt x="1566804" y="1668373"/>
                  </a:lnTo>
                  <a:lnTo>
                    <a:pt x="1566796" y="1668356"/>
                  </a:lnTo>
                  <a:lnTo>
                    <a:pt x="1566797" y="1668335"/>
                  </a:lnTo>
                  <a:lnTo>
                    <a:pt x="1566805" y="1668297"/>
                  </a:lnTo>
                  <a:lnTo>
                    <a:pt x="1566815" y="1668275"/>
                  </a:lnTo>
                  <a:lnTo>
                    <a:pt x="1566829" y="1668254"/>
                  </a:lnTo>
                  <a:lnTo>
                    <a:pt x="1566847" y="1668233"/>
                  </a:lnTo>
                  <a:lnTo>
                    <a:pt x="1566876" y="1668174"/>
                  </a:lnTo>
                  <a:lnTo>
                    <a:pt x="1566893" y="1668123"/>
                  </a:lnTo>
                  <a:lnTo>
                    <a:pt x="1566895" y="1668099"/>
                  </a:lnTo>
                  <a:lnTo>
                    <a:pt x="1566897" y="1668047"/>
                  </a:lnTo>
                  <a:lnTo>
                    <a:pt x="1566897" y="1668016"/>
                  </a:lnTo>
                  <a:lnTo>
                    <a:pt x="1566898" y="1667998"/>
                  </a:lnTo>
                  <a:lnTo>
                    <a:pt x="1566903" y="1667986"/>
                  </a:lnTo>
                  <a:lnTo>
                    <a:pt x="1566915" y="1667974"/>
                  </a:lnTo>
                  <a:lnTo>
                    <a:pt x="1566939" y="1667958"/>
                  </a:lnTo>
                  <a:lnTo>
                    <a:pt x="1566944" y="1667953"/>
                  </a:lnTo>
                  <a:lnTo>
                    <a:pt x="1566968" y="1667916"/>
                  </a:lnTo>
                  <a:lnTo>
                    <a:pt x="1566980" y="1667894"/>
                  </a:lnTo>
                  <a:lnTo>
                    <a:pt x="1566983" y="1667889"/>
                  </a:lnTo>
                  <a:lnTo>
                    <a:pt x="1566986" y="1667877"/>
                  </a:lnTo>
                  <a:lnTo>
                    <a:pt x="1566988" y="1667862"/>
                  </a:lnTo>
                  <a:lnTo>
                    <a:pt x="1566985" y="1667830"/>
                  </a:lnTo>
                  <a:lnTo>
                    <a:pt x="1566971" y="1667778"/>
                  </a:lnTo>
                  <a:lnTo>
                    <a:pt x="1566965" y="1667751"/>
                  </a:lnTo>
                  <a:lnTo>
                    <a:pt x="1566966" y="1667714"/>
                  </a:lnTo>
                  <a:lnTo>
                    <a:pt x="1566963" y="1667670"/>
                  </a:lnTo>
                  <a:lnTo>
                    <a:pt x="1566968" y="1667638"/>
                  </a:lnTo>
                  <a:lnTo>
                    <a:pt x="1566975" y="1667612"/>
                  </a:lnTo>
                  <a:lnTo>
                    <a:pt x="1566978" y="1667580"/>
                  </a:lnTo>
                  <a:lnTo>
                    <a:pt x="1566977" y="1667523"/>
                  </a:lnTo>
                  <a:lnTo>
                    <a:pt x="1566976" y="1667470"/>
                  </a:lnTo>
                  <a:lnTo>
                    <a:pt x="1566977" y="1667420"/>
                  </a:lnTo>
                  <a:lnTo>
                    <a:pt x="1566983" y="1667391"/>
                  </a:lnTo>
                  <a:lnTo>
                    <a:pt x="1566985" y="1667369"/>
                  </a:lnTo>
                  <a:lnTo>
                    <a:pt x="1566987" y="1667356"/>
                  </a:lnTo>
                  <a:lnTo>
                    <a:pt x="1566995" y="1667348"/>
                  </a:lnTo>
                  <a:lnTo>
                    <a:pt x="1567002" y="1667346"/>
                  </a:lnTo>
                  <a:lnTo>
                    <a:pt x="1567009" y="1667341"/>
                  </a:lnTo>
                  <a:lnTo>
                    <a:pt x="1567012" y="1667334"/>
                  </a:lnTo>
                  <a:lnTo>
                    <a:pt x="1567014" y="1667316"/>
                  </a:lnTo>
                  <a:lnTo>
                    <a:pt x="1567010" y="1667288"/>
                  </a:lnTo>
                  <a:lnTo>
                    <a:pt x="1567000" y="1667261"/>
                  </a:lnTo>
                  <a:lnTo>
                    <a:pt x="1566995" y="1667236"/>
                  </a:lnTo>
                  <a:lnTo>
                    <a:pt x="1566981" y="1667210"/>
                  </a:lnTo>
                  <a:lnTo>
                    <a:pt x="1566959" y="1667179"/>
                  </a:lnTo>
                  <a:lnTo>
                    <a:pt x="1566949" y="1667158"/>
                  </a:lnTo>
                  <a:lnTo>
                    <a:pt x="1566950" y="1667145"/>
                  </a:lnTo>
                  <a:lnTo>
                    <a:pt x="1566955" y="1667137"/>
                  </a:lnTo>
                  <a:lnTo>
                    <a:pt x="1566965" y="1667133"/>
                  </a:lnTo>
                  <a:lnTo>
                    <a:pt x="1566973" y="1667127"/>
                  </a:lnTo>
                  <a:lnTo>
                    <a:pt x="1566978" y="1667121"/>
                  </a:lnTo>
                  <a:lnTo>
                    <a:pt x="1566981" y="1667116"/>
                  </a:lnTo>
                  <a:lnTo>
                    <a:pt x="1566979" y="1667101"/>
                  </a:lnTo>
                  <a:lnTo>
                    <a:pt x="1566984" y="1667095"/>
                  </a:lnTo>
                  <a:lnTo>
                    <a:pt x="1567000" y="1667086"/>
                  </a:lnTo>
                  <a:lnTo>
                    <a:pt x="1567024" y="1667073"/>
                  </a:lnTo>
                  <a:lnTo>
                    <a:pt x="1567045" y="1667061"/>
                  </a:lnTo>
                  <a:lnTo>
                    <a:pt x="1567063" y="1667058"/>
                  </a:lnTo>
                  <a:lnTo>
                    <a:pt x="1567087" y="1667061"/>
                  </a:lnTo>
                  <a:lnTo>
                    <a:pt x="1567092" y="1667062"/>
                  </a:lnTo>
                  <a:lnTo>
                    <a:pt x="1567116" y="1667073"/>
                  </a:lnTo>
                  <a:lnTo>
                    <a:pt x="1567131" y="1667076"/>
                  </a:lnTo>
                  <a:lnTo>
                    <a:pt x="1567142" y="1667073"/>
                  </a:lnTo>
                  <a:lnTo>
                    <a:pt x="1567154" y="1667068"/>
                  </a:lnTo>
                  <a:lnTo>
                    <a:pt x="1567164" y="1667059"/>
                  </a:lnTo>
                  <a:lnTo>
                    <a:pt x="1567175" y="1667043"/>
                  </a:lnTo>
                  <a:lnTo>
                    <a:pt x="1567180" y="1667036"/>
                  </a:lnTo>
                  <a:lnTo>
                    <a:pt x="1567188" y="1667034"/>
                  </a:lnTo>
                  <a:lnTo>
                    <a:pt x="1567215" y="1667038"/>
                  </a:lnTo>
                  <a:lnTo>
                    <a:pt x="1567228" y="1667045"/>
                  </a:lnTo>
                  <a:lnTo>
                    <a:pt x="1567242" y="1667052"/>
                  </a:lnTo>
                  <a:lnTo>
                    <a:pt x="1567252" y="1667053"/>
                  </a:lnTo>
                  <a:lnTo>
                    <a:pt x="1567278" y="1667053"/>
                  </a:lnTo>
                  <a:lnTo>
                    <a:pt x="1567309" y="1667049"/>
                  </a:lnTo>
                  <a:lnTo>
                    <a:pt x="1567344" y="1667043"/>
                  </a:lnTo>
                  <a:lnTo>
                    <a:pt x="1567351" y="1667041"/>
                  </a:lnTo>
                  <a:lnTo>
                    <a:pt x="1567373" y="1667035"/>
                  </a:lnTo>
                  <a:lnTo>
                    <a:pt x="1567391" y="1667026"/>
                  </a:lnTo>
                  <a:lnTo>
                    <a:pt x="1567404" y="1667018"/>
                  </a:lnTo>
                  <a:lnTo>
                    <a:pt x="1567412" y="1667000"/>
                  </a:lnTo>
                  <a:lnTo>
                    <a:pt x="1567421" y="1666987"/>
                  </a:lnTo>
                  <a:lnTo>
                    <a:pt x="1567424" y="1666982"/>
                  </a:lnTo>
                  <a:lnTo>
                    <a:pt x="1567438" y="1666958"/>
                  </a:lnTo>
                  <a:lnTo>
                    <a:pt x="1567441" y="1666950"/>
                  </a:lnTo>
                  <a:lnTo>
                    <a:pt x="1567443" y="1666943"/>
                  </a:lnTo>
                  <a:lnTo>
                    <a:pt x="1567444" y="1666918"/>
                  </a:lnTo>
                  <a:lnTo>
                    <a:pt x="1567443" y="1666887"/>
                  </a:lnTo>
                  <a:lnTo>
                    <a:pt x="1567441" y="1666871"/>
                  </a:lnTo>
                  <a:lnTo>
                    <a:pt x="1567438" y="1666856"/>
                  </a:lnTo>
                  <a:lnTo>
                    <a:pt x="1567428" y="1666839"/>
                  </a:lnTo>
                  <a:lnTo>
                    <a:pt x="1567426" y="1666833"/>
                  </a:lnTo>
                  <a:lnTo>
                    <a:pt x="1567427" y="1666826"/>
                  </a:lnTo>
                  <a:lnTo>
                    <a:pt x="1567431" y="1666809"/>
                  </a:lnTo>
                  <a:lnTo>
                    <a:pt x="1567428" y="1666801"/>
                  </a:lnTo>
                  <a:lnTo>
                    <a:pt x="1567422" y="1666794"/>
                  </a:lnTo>
                  <a:lnTo>
                    <a:pt x="1567416" y="1666791"/>
                  </a:lnTo>
                  <a:lnTo>
                    <a:pt x="1567414" y="1666783"/>
                  </a:lnTo>
                  <a:lnTo>
                    <a:pt x="1567414" y="1666775"/>
                  </a:lnTo>
                  <a:lnTo>
                    <a:pt x="1567422" y="1666755"/>
                  </a:lnTo>
                  <a:lnTo>
                    <a:pt x="1567430" y="1666740"/>
                  </a:lnTo>
                  <a:lnTo>
                    <a:pt x="1567433" y="1666735"/>
                  </a:lnTo>
                  <a:lnTo>
                    <a:pt x="1567443" y="1666726"/>
                  </a:lnTo>
                  <a:lnTo>
                    <a:pt x="1567463" y="1666713"/>
                  </a:lnTo>
                  <a:lnTo>
                    <a:pt x="1567475" y="1666701"/>
                  </a:lnTo>
                  <a:lnTo>
                    <a:pt x="1567487" y="1666671"/>
                  </a:lnTo>
                  <a:lnTo>
                    <a:pt x="1567501" y="1666627"/>
                  </a:lnTo>
                  <a:lnTo>
                    <a:pt x="1567505" y="1666614"/>
                  </a:lnTo>
                  <a:lnTo>
                    <a:pt x="1567507" y="1666608"/>
                  </a:lnTo>
                  <a:lnTo>
                    <a:pt x="1567509" y="1666598"/>
                  </a:lnTo>
                  <a:lnTo>
                    <a:pt x="1567512" y="1666589"/>
                  </a:lnTo>
                  <a:lnTo>
                    <a:pt x="1567517" y="1666580"/>
                  </a:lnTo>
                  <a:lnTo>
                    <a:pt x="1567521" y="1666571"/>
                  </a:lnTo>
                  <a:lnTo>
                    <a:pt x="1567523" y="1666563"/>
                  </a:lnTo>
                  <a:lnTo>
                    <a:pt x="1567521" y="1666541"/>
                  </a:lnTo>
                  <a:lnTo>
                    <a:pt x="1567522" y="1666511"/>
                  </a:lnTo>
                  <a:lnTo>
                    <a:pt x="1567523" y="1666494"/>
                  </a:lnTo>
                  <a:lnTo>
                    <a:pt x="1567527" y="1666480"/>
                  </a:lnTo>
                  <a:lnTo>
                    <a:pt x="1567540" y="1666462"/>
                  </a:lnTo>
                  <a:lnTo>
                    <a:pt x="1567554" y="1666441"/>
                  </a:lnTo>
                  <a:lnTo>
                    <a:pt x="1567571" y="1666430"/>
                  </a:lnTo>
                  <a:lnTo>
                    <a:pt x="1567584" y="1666418"/>
                  </a:lnTo>
                  <a:lnTo>
                    <a:pt x="1567590" y="1666405"/>
                  </a:lnTo>
                  <a:lnTo>
                    <a:pt x="1567596" y="1666378"/>
                  </a:lnTo>
                  <a:lnTo>
                    <a:pt x="1567600" y="1666356"/>
                  </a:lnTo>
                  <a:lnTo>
                    <a:pt x="1567602" y="1666349"/>
                  </a:lnTo>
                  <a:lnTo>
                    <a:pt x="1567603" y="1666328"/>
                  </a:lnTo>
                  <a:lnTo>
                    <a:pt x="1567598" y="1666293"/>
                  </a:lnTo>
                  <a:lnTo>
                    <a:pt x="1567595" y="1666273"/>
                  </a:lnTo>
                  <a:lnTo>
                    <a:pt x="1567586" y="1666247"/>
                  </a:lnTo>
                  <a:lnTo>
                    <a:pt x="1567578" y="1666237"/>
                  </a:lnTo>
                  <a:lnTo>
                    <a:pt x="1567568" y="1666228"/>
                  </a:lnTo>
                  <a:lnTo>
                    <a:pt x="1567556" y="1666213"/>
                  </a:lnTo>
                  <a:lnTo>
                    <a:pt x="1567550" y="1666200"/>
                  </a:lnTo>
                  <a:lnTo>
                    <a:pt x="1567545" y="1666178"/>
                  </a:lnTo>
                  <a:lnTo>
                    <a:pt x="1567532" y="1666117"/>
                  </a:lnTo>
                  <a:lnTo>
                    <a:pt x="1567527" y="1666095"/>
                  </a:lnTo>
                  <a:lnTo>
                    <a:pt x="1567511" y="1666055"/>
                  </a:lnTo>
                  <a:lnTo>
                    <a:pt x="1567505" y="1666025"/>
                  </a:lnTo>
                  <a:lnTo>
                    <a:pt x="1567501" y="1665985"/>
                  </a:lnTo>
                  <a:lnTo>
                    <a:pt x="1567497" y="1665968"/>
                  </a:lnTo>
                  <a:lnTo>
                    <a:pt x="1567492" y="1665963"/>
                  </a:lnTo>
                  <a:lnTo>
                    <a:pt x="1567481" y="1665953"/>
                  </a:lnTo>
                  <a:lnTo>
                    <a:pt x="1567475" y="1665941"/>
                  </a:lnTo>
                  <a:lnTo>
                    <a:pt x="1567474" y="1665917"/>
                  </a:lnTo>
                  <a:lnTo>
                    <a:pt x="1567474" y="1665877"/>
                  </a:lnTo>
                  <a:lnTo>
                    <a:pt x="1567477" y="1665838"/>
                  </a:lnTo>
                  <a:lnTo>
                    <a:pt x="1567480" y="1665818"/>
                  </a:lnTo>
                  <a:lnTo>
                    <a:pt x="1567483" y="1665789"/>
                  </a:lnTo>
                  <a:lnTo>
                    <a:pt x="1567484" y="1665761"/>
                  </a:lnTo>
                  <a:lnTo>
                    <a:pt x="1567482" y="1665750"/>
                  </a:lnTo>
                  <a:lnTo>
                    <a:pt x="1567477" y="1665742"/>
                  </a:lnTo>
                  <a:lnTo>
                    <a:pt x="1567460" y="1665723"/>
                  </a:lnTo>
                  <a:lnTo>
                    <a:pt x="1567459" y="1665711"/>
                  </a:lnTo>
                  <a:lnTo>
                    <a:pt x="1567461" y="1665698"/>
                  </a:lnTo>
                  <a:lnTo>
                    <a:pt x="1567473" y="1665683"/>
                  </a:lnTo>
                  <a:lnTo>
                    <a:pt x="1567498" y="1665663"/>
                  </a:lnTo>
                  <a:lnTo>
                    <a:pt x="1567519" y="1665649"/>
                  </a:lnTo>
                  <a:lnTo>
                    <a:pt x="1567538" y="1665635"/>
                  </a:lnTo>
                  <a:lnTo>
                    <a:pt x="1567544" y="1665629"/>
                  </a:lnTo>
                  <a:lnTo>
                    <a:pt x="1567548" y="1665625"/>
                  </a:lnTo>
                  <a:lnTo>
                    <a:pt x="1567556" y="1665615"/>
                  </a:lnTo>
                  <a:lnTo>
                    <a:pt x="1567564" y="1665610"/>
                  </a:lnTo>
                  <a:lnTo>
                    <a:pt x="1567573" y="1665604"/>
                  </a:lnTo>
                  <a:lnTo>
                    <a:pt x="1567582" y="1665599"/>
                  </a:lnTo>
                  <a:lnTo>
                    <a:pt x="1567597" y="1665592"/>
                  </a:lnTo>
                  <a:lnTo>
                    <a:pt x="1567679" y="1665553"/>
                  </a:lnTo>
                  <a:lnTo>
                    <a:pt x="1567733" y="1665518"/>
                  </a:lnTo>
                  <a:lnTo>
                    <a:pt x="1567750" y="1665508"/>
                  </a:lnTo>
                  <a:lnTo>
                    <a:pt x="1567794" y="1665490"/>
                  </a:lnTo>
                  <a:lnTo>
                    <a:pt x="1567808" y="1665484"/>
                  </a:lnTo>
                  <a:lnTo>
                    <a:pt x="1567826" y="1665470"/>
                  </a:lnTo>
                  <a:lnTo>
                    <a:pt x="1567839" y="1665453"/>
                  </a:lnTo>
                  <a:lnTo>
                    <a:pt x="1567849" y="1665436"/>
                  </a:lnTo>
                  <a:lnTo>
                    <a:pt x="1567861" y="1665407"/>
                  </a:lnTo>
                  <a:lnTo>
                    <a:pt x="1567866" y="1665383"/>
                  </a:lnTo>
                  <a:lnTo>
                    <a:pt x="1567866" y="1665349"/>
                  </a:lnTo>
                  <a:lnTo>
                    <a:pt x="1567865" y="1665341"/>
                  </a:lnTo>
                  <a:lnTo>
                    <a:pt x="1567861" y="1665306"/>
                  </a:lnTo>
                  <a:lnTo>
                    <a:pt x="1567854" y="1665274"/>
                  </a:lnTo>
                  <a:lnTo>
                    <a:pt x="1567845" y="1665242"/>
                  </a:lnTo>
                  <a:lnTo>
                    <a:pt x="1567829" y="1665202"/>
                  </a:lnTo>
                  <a:lnTo>
                    <a:pt x="1567821" y="1665172"/>
                  </a:lnTo>
                  <a:lnTo>
                    <a:pt x="1567813" y="1665150"/>
                  </a:lnTo>
                  <a:lnTo>
                    <a:pt x="1567803" y="1665139"/>
                  </a:lnTo>
                  <a:lnTo>
                    <a:pt x="1567796" y="1665138"/>
                  </a:lnTo>
                  <a:lnTo>
                    <a:pt x="1567784" y="1665137"/>
                  </a:lnTo>
                  <a:lnTo>
                    <a:pt x="1567772" y="1665131"/>
                  </a:lnTo>
                  <a:lnTo>
                    <a:pt x="1567763" y="1665127"/>
                  </a:lnTo>
                  <a:lnTo>
                    <a:pt x="1567744" y="1665122"/>
                  </a:lnTo>
                  <a:lnTo>
                    <a:pt x="1567729" y="1665121"/>
                  </a:lnTo>
                  <a:lnTo>
                    <a:pt x="1567707" y="1665116"/>
                  </a:lnTo>
                  <a:lnTo>
                    <a:pt x="1567697" y="1665111"/>
                  </a:lnTo>
                  <a:lnTo>
                    <a:pt x="1567676" y="1665090"/>
                  </a:lnTo>
                  <a:lnTo>
                    <a:pt x="1567667" y="1665081"/>
                  </a:lnTo>
                  <a:lnTo>
                    <a:pt x="1567662" y="1665079"/>
                  </a:lnTo>
                  <a:lnTo>
                    <a:pt x="1567647" y="1665078"/>
                  </a:lnTo>
                  <a:lnTo>
                    <a:pt x="1567629" y="1665072"/>
                  </a:lnTo>
                  <a:lnTo>
                    <a:pt x="1567617" y="1665064"/>
                  </a:lnTo>
                  <a:lnTo>
                    <a:pt x="1567609" y="1665051"/>
                  </a:lnTo>
                  <a:lnTo>
                    <a:pt x="1567608" y="1665039"/>
                  </a:lnTo>
                  <a:lnTo>
                    <a:pt x="1567612" y="1665007"/>
                  </a:lnTo>
                  <a:lnTo>
                    <a:pt x="1567609" y="1664963"/>
                  </a:lnTo>
                  <a:lnTo>
                    <a:pt x="1567613" y="1664933"/>
                  </a:lnTo>
                  <a:lnTo>
                    <a:pt x="1567626" y="1664891"/>
                  </a:lnTo>
                  <a:lnTo>
                    <a:pt x="1567636" y="1664868"/>
                  </a:lnTo>
                  <a:lnTo>
                    <a:pt x="1567660" y="1664841"/>
                  </a:lnTo>
                  <a:lnTo>
                    <a:pt x="1567676" y="1664821"/>
                  </a:lnTo>
                  <a:lnTo>
                    <a:pt x="1567689" y="1664792"/>
                  </a:lnTo>
                  <a:lnTo>
                    <a:pt x="1567696" y="1664780"/>
                  </a:lnTo>
                  <a:lnTo>
                    <a:pt x="1567699" y="1664771"/>
                  </a:lnTo>
                  <a:lnTo>
                    <a:pt x="1567707" y="1664747"/>
                  </a:lnTo>
                  <a:lnTo>
                    <a:pt x="1567712" y="1664729"/>
                  </a:lnTo>
                  <a:lnTo>
                    <a:pt x="1567724" y="1664711"/>
                  </a:lnTo>
                  <a:lnTo>
                    <a:pt x="1567740" y="1664692"/>
                  </a:lnTo>
                  <a:lnTo>
                    <a:pt x="1567747" y="1664681"/>
                  </a:lnTo>
                  <a:lnTo>
                    <a:pt x="1567747" y="1664676"/>
                  </a:lnTo>
                  <a:lnTo>
                    <a:pt x="1567742" y="1664667"/>
                  </a:lnTo>
                  <a:lnTo>
                    <a:pt x="1567739" y="1664660"/>
                  </a:lnTo>
                  <a:lnTo>
                    <a:pt x="1567733" y="1664655"/>
                  </a:lnTo>
                  <a:lnTo>
                    <a:pt x="1567725" y="1664653"/>
                  </a:lnTo>
                  <a:lnTo>
                    <a:pt x="1567718" y="1664653"/>
                  </a:lnTo>
                  <a:lnTo>
                    <a:pt x="1567711" y="1664654"/>
                  </a:lnTo>
                  <a:lnTo>
                    <a:pt x="1567694" y="1664657"/>
                  </a:lnTo>
                  <a:lnTo>
                    <a:pt x="1567676" y="1664659"/>
                  </a:lnTo>
                  <a:lnTo>
                    <a:pt x="1567663" y="1664659"/>
                  </a:lnTo>
                  <a:lnTo>
                    <a:pt x="1567662" y="1664649"/>
                  </a:lnTo>
                  <a:lnTo>
                    <a:pt x="1567667" y="1664640"/>
                  </a:lnTo>
                  <a:lnTo>
                    <a:pt x="1567673" y="1664629"/>
                  </a:lnTo>
                  <a:lnTo>
                    <a:pt x="1567676" y="1664623"/>
                  </a:lnTo>
                  <a:lnTo>
                    <a:pt x="1567679" y="1664617"/>
                  </a:lnTo>
                  <a:lnTo>
                    <a:pt x="1567683" y="1664611"/>
                  </a:lnTo>
                  <a:lnTo>
                    <a:pt x="1567686" y="1664604"/>
                  </a:lnTo>
                  <a:lnTo>
                    <a:pt x="1567689" y="1664596"/>
                  </a:lnTo>
                  <a:lnTo>
                    <a:pt x="1567693" y="1664586"/>
                  </a:lnTo>
                  <a:lnTo>
                    <a:pt x="1567695" y="1664579"/>
                  </a:lnTo>
                  <a:lnTo>
                    <a:pt x="1567698" y="1664571"/>
                  </a:lnTo>
                  <a:lnTo>
                    <a:pt x="1567702" y="1664563"/>
                  </a:lnTo>
                  <a:lnTo>
                    <a:pt x="1567706" y="1664555"/>
                  </a:lnTo>
                  <a:lnTo>
                    <a:pt x="1567709" y="1664550"/>
                  </a:lnTo>
                  <a:lnTo>
                    <a:pt x="1567713" y="1664542"/>
                  </a:lnTo>
                  <a:lnTo>
                    <a:pt x="1567717" y="1664533"/>
                  </a:lnTo>
                  <a:lnTo>
                    <a:pt x="1567719" y="1664525"/>
                  </a:lnTo>
                  <a:lnTo>
                    <a:pt x="1567723" y="1664517"/>
                  </a:lnTo>
                  <a:lnTo>
                    <a:pt x="1567726" y="1664511"/>
                  </a:lnTo>
                  <a:lnTo>
                    <a:pt x="1567729" y="1664504"/>
                  </a:lnTo>
                  <a:lnTo>
                    <a:pt x="1567731" y="1664499"/>
                  </a:lnTo>
                  <a:lnTo>
                    <a:pt x="1567752" y="1664435"/>
                  </a:lnTo>
                  <a:lnTo>
                    <a:pt x="1567756" y="1664394"/>
                  </a:lnTo>
                  <a:lnTo>
                    <a:pt x="1567819" y="1664307"/>
                  </a:lnTo>
                  <a:lnTo>
                    <a:pt x="1567942" y="1664149"/>
                  </a:lnTo>
                  <a:lnTo>
                    <a:pt x="1567944" y="1664159"/>
                  </a:lnTo>
                  <a:lnTo>
                    <a:pt x="1567947" y="1664166"/>
                  </a:lnTo>
                  <a:lnTo>
                    <a:pt x="1567952" y="1664173"/>
                  </a:lnTo>
                  <a:lnTo>
                    <a:pt x="1567956" y="1664177"/>
                  </a:lnTo>
                  <a:lnTo>
                    <a:pt x="1567961" y="1664182"/>
                  </a:lnTo>
                  <a:lnTo>
                    <a:pt x="1567966" y="1664186"/>
                  </a:lnTo>
                  <a:lnTo>
                    <a:pt x="1567970" y="1664188"/>
                  </a:lnTo>
                  <a:lnTo>
                    <a:pt x="1567976" y="1664190"/>
                  </a:lnTo>
                  <a:lnTo>
                    <a:pt x="1567983" y="1664191"/>
                  </a:lnTo>
                  <a:lnTo>
                    <a:pt x="1567990" y="1664190"/>
                  </a:lnTo>
                  <a:lnTo>
                    <a:pt x="1567998" y="1664190"/>
                  </a:lnTo>
                  <a:lnTo>
                    <a:pt x="1568004" y="1664190"/>
                  </a:lnTo>
                  <a:lnTo>
                    <a:pt x="1568016" y="1664191"/>
                  </a:lnTo>
                  <a:lnTo>
                    <a:pt x="1568022" y="1664192"/>
                  </a:lnTo>
                  <a:lnTo>
                    <a:pt x="1568030" y="1664193"/>
                  </a:lnTo>
                  <a:lnTo>
                    <a:pt x="1568036" y="1664195"/>
                  </a:lnTo>
                  <a:lnTo>
                    <a:pt x="1568042" y="1664197"/>
                  </a:lnTo>
                  <a:lnTo>
                    <a:pt x="1568048" y="1664199"/>
                  </a:lnTo>
                  <a:lnTo>
                    <a:pt x="1568054" y="1664200"/>
                  </a:lnTo>
                  <a:lnTo>
                    <a:pt x="1568060" y="1664199"/>
                  </a:lnTo>
                  <a:lnTo>
                    <a:pt x="1568070" y="1664199"/>
                  </a:lnTo>
                  <a:lnTo>
                    <a:pt x="1568078" y="1664197"/>
                  </a:lnTo>
                  <a:lnTo>
                    <a:pt x="1568084" y="1664195"/>
                  </a:lnTo>
                  <a:lnTo>
                    <a:pt x="1568090" y="1664192"/>
                  </a:lnTo>
                  <a:lnTo>
                    <a:pt x="1568097" y="1664190"/>
                  </a:lnTo>
                  <a:lnTo>
                    <a:pt x="1568104" y="1664186"/>
                  </a:lnTo>
                  <a:lnTo>
                    <a:pt x="1568110" y="1664183"/>
                  </a:lnTo>
                  <a:lnTo>
                    <a:pt x="1568115" y="1664179"/>
                  </a:lnTo>
                  <a:lnTo>
                    <a:pt x="1568121" y="1664176"/>
                  </a:lnTo>
                  <a:lnTo>
                    <a:pt x="1568127" y="1664172"/>
                  </a:lnTo>
                  <a:lnTo>
                    <a:pt x="1568132" y="1664169"/>
                  </a:lnTo>
                  <a:lnTo>
                    <a:pt x="1568138" y="1664168"/>
                  </a:lnTo>
                  <a:lnTo>
                    <a:pt x="1568143" y="1664167"/>
                  </a:lnTo>
                  <a:lnTo>
                    <a:pt x="1568148" y="1664167"/>
                  </a:lnTo>
                  <a:lnTo>
                    <a:pt x="1568154" y="1664169"/>
                  </a:lnTo>
                  <a:lnTo>
                    <a:pt x="1568160" y="1664171"/>
                  </a:lnTo>
                  <a:lnTo>
                    <a:pt x="1568167" y="1664173"/>
                  </a:lnTo>
                  <a:lnTo>
                    <a:pt x="1568172" y="1664175"/>
                  </a:lnTo>
                  <a:lnTo>
                    <a:pt x="1568177" y="1664177"/>
                  </a:lnTo>
                  <a:lnTo>
                    <a:pt x="1568183" y="1664180"/>
                  </a:lnTo>
                  <a:lnTo>
                    <a:pt x="1568188" y="1664183"/>
                  </a:lnTo>
                  <a:lnTo>
                    <a:pt x="1568196" y="1664187"/>
                  </a:lnTo>
                  <a:lnTo>
                    <a:pt x="1568202" y="1664189"/>
                  </a:lnTo>
                  <a:lnTo>
                    <a:pt x="1568207" y="1664191"/>
                  </a:lnTo>
                  <a:lnTo>
                    <a:pt x="1568214" y="1664190"/>
                  </a:lnTo>
                  <a:lnTo>
                    <a:pt x="1568223" y="1664188"/>
                  </a:lnTo>
                  <a:lnTo>
                    <a:pt x="1568233" y="1664186"/>
                  </a:lnTo>
                  <a:lnTo>
                    <a:pt x="1568240" y="1664183"/>
                  </a:lnTo>
                  <a:lnTo>
                    <a:pt x="1568246" y="1664180"/>
                  </a:lnTo>
                  <a:lnTo>
                    <a:pt x="1568252" y="1664177"/>
                  </a:lnTo>
                  <a:lnTo>
                    <a:pt x="1568257" y="1664173"/>
                  </a:lnTo>
                  <a:lnTo>
                    <a:pt x="1568263" y="1664168"/>
                  </a:lnTo>
                  <a:lnTo>
                    <a:pt x="1568269" y="1664163"/>
                  </a:lnTo>
                  <a:lnTo>
                    <a:pt x="1568275" y="1664158"/>
                  </a:lnTo>
                  <a:lnTo>
                    <a:pt x="1568282" y="1664155"/>
                  </a:lnTo>
                  <a:lnTo>
                    <a:pt x="1568287" y="1664153"/>
                  </a:lnTo>
                  <a:lnTo>
                    <a:pt x="1568292" y="1664152"/>
                  </a:lnTo>
                  <a:lnTo>
                    <a:pt x="1568301" y="1664152"/>
                  </a:lnTo>
                  <a:lnTo>
                    <a:pt x="1568309" y="1664155"/>
                  </a:lnTo>
                  <a:lnTo>
                    <a:pt x="1568316" y="1664159"/>
                  </a:lnTo>
                  <a:lnTo>
                    <a:pt x="1568322" y="1664163"/>
                  </a:lnTo>
                  <a:lnTo>
                    <a:pt x="1568327" y="1664166"/>
                  </a:lnTo>
                  <a:lnTo>
                    <a:pt x="1568333" y="1664170"/>
                  </a:lnTo>
                  <a:lnTo>
                    <a:pt x="1568338" y="1664172"/>
                  </a:lnTo>
                  <a:lnTo>
                    <a:pt x="1568344" y="1664174"/>
                  </a:lnTo>
                  <a:lnTo>
                    <a:pt x="1568351" y="1664176"/>
                  </a:lnTo>
                  <a:lnTo>
                    <a:pt x="1568359" y="1664177"/>
                  </a:lnTo>
                  <a:lnTo>
                    <a:pt x="1568367" y="1664175"/>
                  </a:lnTo>
                  <a:lnTo>
                    <a:pt x="1568374" y="1664173"/>
                  </a:lnTo>
                  <a:lnTo>
                    <a:pt x="1568381" y="1664171"/>
                  </a:lnTo>
                  <a:lnTo>
                    <a:pt x="1568387" y="1664170"/>
                  </a:lnTo>
                  <a:lnTo>
                    <a:pt x="1568392" y="1664168"/>
                  </a:lnTo>
                  <a:lnTo>
                    <a:pt x="1568397" y="1664166"/>
                  </a:lnTo>
                  <a:lnTo>
                    <a:pt x="1568402" y="1664164"/>
                  </a:lnTo>
                  <a:lnTo>
                    <a:pt x="1568407" y="1664162"/>
                  </a:lnTo>
                  <a:lnTo>
                    <a:pt x="1568412" y="1664158"/>
                  </a:lnTo>
                  <a:lnTo>
                    <a:pt x="1568418" y="1664153"/>
                  </a:lnTo>
                  <a:lnTo>
                    <a:pt x="1568423" y="1664147"/>
                  </a:lnTo>
                  <a:lnTo>
                    <a:pt x="1568427" y="1664143"/>
                  </a:lnTo>
                  <a:lnTo>
                    <a:pt x="1568430" y="1664137"/>
                  </a:lnTo>
                  <a:lnTo>
                    <a:pt x="1568432" y="1664129"/>
                  </a:lnTo>
                  <a:lnTo>
                    <a:pt x="1568432" y="1664122"/>
                  </a:lnTo>
                  <a:lnTo>
                    <a:pt x="1568432" y="1664115"/>
                  </a:lnTo>
                  <a:lnTo>
                    <a:pt x="1568432" y="1664109"/>
                  </a:lnTo>
                  <a:lnTo>
                    <a:pt x="1568433" y="1664100"/>
                  </a:lnTo>
                  <a:lnTo>
                    <a:pt x="1568435" y="1664092"/>
                  </a:lnTo>
                  <a:lnTo>
                    <a:pt x="1568437" y="1664086"/>
                  </a:lnTo>
                  <a:lnTo>
                    <a:pt x="1568437" y="1664080"/>
                  </a:lnTo>
                  <a:lnTo>
                    <a:pt x="1568438" y="1664073"/>
                  </a:lnTo>
                  <a:lnTo>
                    <a:pt x="1568438" y="1664066"/>
                  </a:lnTo>
                  <a:lnTo>
                    <a:pt x="1568436" y="1664057"/>
                  </a:lnTo>
                  <a:lnTo>
                    <a:pt x="1568436" y="1664049"/>
                  </a:lnTo>
                  <a:lnTo>
                    <a:pt x="1568437" y="1664043"/>
                  </a:lnTo>
                  <a:lnTo>
                    <a:pt x="1568441" y="1664037"/>
                  </a:lnTo>
                  <a:lnTo>
                    <a:pt x="1568446" y="1664035"/>
                  </a:lnTo>
                  <a:lnTo>
                    <a:pt x="1568453" y="1664038"/>
                  </a:lnTo>
                  <a:lnTo>
                    <a:pt x="1568458" y="1664041"/>
                  </a:lnTo>
                  <a:lnTo>
                    <a:pt x="1568464" y="1664045"/>
                  </a:lnTo>
                  <a:lnTo>
                    <a:pt x="1568470" y="1664050"/>
                  </a:lnTo>
                  <a:lnTo>
                    <a:pt x="1568476" y="1664054"/>
                  </a:lnTo>
                  <a:lnTo>
                    <a:pt x="1568481" y="1664058"/>
                  </a:lnTo>
                  <a:lnTo>
                    <a:pt x="1568487" y="1664063"/>
                  </a:lnTo>
                  <a:lnTo>
                    <a:pt x="1568492" y="1664067"/>
                  </a:lnTo>
                  <a:lnTo>
                    <a:pt x="1568497" y="1664071"/>
                  </a:lnTo>
                  <a:lnTo>
                    <a:pt x="1568502" y="1664074"/>
                  </a:lnTo>
                  <a:lnTo>
                    <a:pt x="1568507" y="1664076"/>
                  </a:lnTo>
                  <a:lnTo>
                    <a:pt x="1568511" y="1664079"/>
                  </a:lnTo>
                  <a:lnTo>
                    <a:pt x="1568518" y="1664082"/>
                  </a:lnTo>
                  <a:lnTo>
                    <a:pt x="1568526" y="1664084"/>
                  </a:lnTo>
                  <a:lnTo>
                    <a:pt x="1568532" y="1664084"/>
                  </a:lnTo>
                  <a:lnTo>
                    <a:pt x="1568537" y="1664083"/>
                  </a:lnTo>
                  <a:lnTo>
                    <a:pt x="1568543" y="1664083"/>
                  </a:lnTo>
                  <a:lnTo>
                    <a:pt x="1568548" y="1664084"/>
                  </a:lnTo>
                  <a:lnTo>
                    <a:pt x="1568553" y="1664086"/>
                  </a:lnTo>
                  <a:lnTo>
                    <a:pt x="1568559" y="1664091"/>
                  </a:lnTo>
                  <a:lnTo>
                    <a:pt x="1568563" y="1664095"/>
                  </a:lnTo>
                  <a:lnTo>
                    <a:pt x="1568568" y="1664099"/>
                  </a:lnTo>
                  <a:lnTo>
                    <a:pt x="1568572" y="1664103"/>
                  </a:lnTo>
                  <a:lnTo>
                    <a:pt x="1568578" y="1664109"/>
                  </a:lnTo>
                  <a:lnTo>
                    <a:pt x="1568581" y="1664117"/>
                  </a:lnTo>
                  <a:lnTo>
                    <a:pt x="1568583" y="1664126"/>
                  </a:lnTo>
                  <a:lnTo>
                    <a:pt x="1568586" y="1664136"/>
                  </a:lnTo>
                  <a:lnTo>
                    <a:pt x="1568590" y="1664145"/>
                  </a:lnTo>
                  <a:lnTo>
                    <a:pt x="1568593" y="1664152"/>
                  </a:lnTo>
                  <a:lnTo>
                    <a:pt x="1568597" y="1664159"/>
                  </a:lnTo>
                  <a:lnTo>
                    <a:pt x="1568601" y="1664164"/>
                  </a:lnTo>
                  <a:lnTo>
                    <a:pt x="1568606" y="1664166"/>
                  </a:lnTo>
                  <a:lnTo>
                    <a:pt x="1568614" y="1664168"/>
                  </a:lnTo>
                  <a:lnTo>
                    <a:pt x="1568622" y="1664168"/>
                  </a:lnTo>
                  <a:lnTo>
                    <a:pt x="1568629" y="1664169"/>
                  </a:lnTo>
                  <a:lnTo>
                    <a:pt x="1568635" y="1664171"/>
                  </a:lnTo>
                  <a:lnTo>
                    <a:pt x="1568641" y="1664173"/>
                  </a:lnTo>
                  <a:lnTo>
                    <a:pt x="1568647" y="1664175"/>
                  </a:lnTo>
                  <a:lnTo>
                    <a:pt x="1568655" y="1664177"/>
                  </a:lnTo>
                  <a:lnTo>
                    <a:pt x="1568663" y="1664178"/>
                  </a:lnTo>
                  <a:lnTo>
                    <a:pt x="1568672" y="1664176"/>
                  </a:lnTo>
                  <a:lnTo>
                    <a:pt x="1568678" y="1664174"/>
                  </a:lnTo>
                  <a:lnTo>
                    <a:pt x="1568683" y="1664172"/>
                  </a:lnTo>
                  <a:lnTo>
                    <a:pt x="1568688" y="1664169"/>
                  </a:lnTo>
                  <a:lnTo>
                    <a:pt x="1568695" y="1664165"/>
                  </a:lnTo>
                  <a:lnTo>
                    <a:pt x="1568701" y="1664162"/>
                  </a:lnTo>
                  <a:lnTo>
                    <a:pt x="1568705" y="1664159"/>
                  </a:lnTo>
                  <a:lnTo>
                    <a:pt x="1568711" y="1664154"/>
                  </a:lnTo>
                  <a:lnTo>
                    <a:pt x="1568716" y="1664149"/>
                  </a:lnTo>
                  <a:lnTo>
                    <a:pt x="1568721" y="1664145"/>
                  </a:lnTo>
                  <a:lnTo>
                    <a:pt x="1568726" y="1664139"/>
                  </a:lnTo>
                  <a:lnTo>
                    <a:pt x="1568732" y="1664134"/>
                  </a:lnTo>
                  <a:lnTo>
                    <a:pt x="1568737" y="1664130"/>
                  </a:lnTo>
                  <a:lnTo>
                    <a:pt x="1568741" y="1664127"/>
                  </a:lnTo>
                  <a:lnTo>
                    <a:pt x="1568749" y="1664127"/>
                  </a:lnTo>
                  <a:lnTo>
                    <a:pt x="1568760" y="1664128"/>
                  </a:lnTo>
                  <a:lnTo>
                    <a:pt x="1568767" y="1664129"/>
                  </a:lnTo>
                  <a:lnTo>
                    <a:pt x="1568773" y="1664130"/>
                  </a:lnTo>
                  <a:lnTo>
                    <a:pt x="1568779" y="1664130"/>
                  </a:lnTo>
                  <a:lnTo>
                    <a:pt x="1568787" y="1664130"/>
                  </a:lnTo>
                  <a:lnTo>
                    <a:pt x="1568797" y="1664130"/>
                  </a:lnTo>
                  <a:lnTo>
                    <a:pt x="1568804" y="1664130"/>
                  </a:lnTo>
                  <a:lnTo>
                    <a:pt x="1568812" y="1664131"/>
                  </a:lnTo>
                  <a:lnTo>
                    <a:pt x="1568823" y="1664132"/>
                  </a:lnTo>
                  <a:lnTo>
                    <a:pt x="1568829" y="1664131"/>
                  </a:lnTo>
                  <a:lnTo>
                    <a:pt x="1568836" y="1664132"/>
                  </a:lnTo>
                  <a:lnTo>
                    <a:pt x="1568842" y="1664133"/>
                  </a:lnTo>
                  <a:lnTo>
                    <a:pt x="1568849" y="1664136"/>
                  </a:lnTo>
                  <a:lnTo>
                    <a:pt x="1568855" y="1664139"/>
                  </a:lnTo>
                  <a:lnTo>
                    <a:pt x="1568860" y="1664143"/>
                  </a:lnTo>
                  <a:lnTo>
                    <a:pt x="1568866" y="1664148"/>
                  </a:lnTo>
                  <a:lnTo>
                    <a:pt x="1568872" y="1664153"/>
                  </a:lnTo>
                  <a:lnTo>
                    <a:pt x="1568877" y="1664157"/>
                  </a:lnTo>
                  <a:lnTo>
                    <a:pt x="1568882" y="1664160"/>
                  </a:lnTo>
                  <a:lnTo>
                    <a:pt x="1568887" y="1664163"/>
                  </a:lnTo>
                  <a:lnTo>
                    <a:pt x="1568893" y="1664166"/>
                  </a:lnTo>
                  <a:lnTo>
                    <a:pt x="1568897" y="1664169"/>
                  </a:lnTo>
                  <a:lnTo>
                    <a:pt x="1568902" y="1664171"/>
                  </a:lnTo>
                  <a:lnTo>
                    <a:pt x="1568907" y="1664173"/>
                  </a:lnTo>
                  <a:lnTo>
                    <a:pt x="1568913" y="1664176"/>
                  </a:lnTo>
                  <a:lnTo>
                    <a:pt x="1568921" y="1664179"/>
                  </a:lnTo>
                  <a:lnTo>
                    <a:pt x="1568927" y="1664181"/>
                  </a:lnTo>
                  <a:lnTo>
                    <a:pt x="1568932" y="1664183"/>
                  </a:lnTo>
                  <a:lnTo>
                    <a:pt x="1568937" y="1664189"/>
                  </a:lnTo>
                  <a:lnTo>
                    <a:pt x="1568941" y="1664194"/>
                  </a:lnTo>
                  <a:lnTo>
                    <a:pt x="1568944" y="1664200"/>
                  </a:lnTo>
                  <a:lnTo>
                    <a:pt x="1568947" y="1664206"/>
                  </a:lnTo>
                  <a:lnTo>
                    <a:pt x="1568949" y="1664211"/>
                  </a:lnTo>
                  <a:lnTo>
                    <a:pt x="1568951" y="1664218"/>
                  </a:lnTo>
                  <a:lnTo>
                    <a:pt x="1568951" y="1664226"/>
                  </a:lnTo>
                  <a:lnTo>
                    <a:pt x="1568951" y="1664233"/>
                  </a:lnTo>
                  <a:lnTo>
                    <a:pt x="1568950" y="1664241"/>
                  </a:lnTo>
                  <a:lnTo>
                    <a:pt x="1568949" y="1664249"/>
                  </a:lnTo>
                  <a:lnTo>
                    <a:pt x="1568947" y="1664260"/>
                  </a:lnTo>
                  <a:lnTo>
                    <a:pt x="1568945" y="1664267"/>
                  </a:lnTo>
                  <a:lnTo>
                    <a:pt x="1568945" y="1664276"/>
                  </a:lnTo>
                  <a:lnTo>
                    <a:pt x="1568946" y="1664283"/>
                  </a:lnTo>
                  <a:lnTo>
                    <a:pt x="1568948" y="1664292"/>
                  </a:lnTo>
                  <a:lnTo>
                    <a:pt x="1568952" y="1664297"/>
                  </a:lnTo>
                  <a:lnTo>
                    <a:pt x="1568958" y="1664300"/>
                  </a:lnTo>
                  <a:lnTo>
                    <a:pt x="1568966" y="1664302"/>
                  </a:lnTo>
                  <a:lnTo>
                    <a:pt x="1568973" y="1664305"/>
                  </a:lnTo>
                  <a:lnTo>
                    <a:pt x="1568979" y="1664308"/>
                  </a:lnTo>
                  <a:lnTo>
                    <a:pt x="1568984" y="1664311"/>
                  </a:lnTo>
                  <a:lnTo>
                    <a:pt x="1568990" y="1664315"/>
                  </a:lnTo>
                  <a:lnTo>
                    <a:pt x="1568995" y="1664320"/>
                  </a:lnTo>
                  <a:lnTo>
                    <a:pt x="1568999" y="1664326"/>
                  </a:lnTo>
                  <a:lnTo>
                    <a:pt x="1569002" y="1664333"/>
                  </a:lnTo>
                  <a:lnTo>
                    <a:pt x="1569004" y="1664339"/>
                  </a:lnTo>
                  <a:lnTo>
                    <a:pt x="1569007" y="1664346"/>
                  </a:lnTo>
                  <a:lnTo>
                    <a:pt x="1569008" y="1664352"/>
                  </a:lnTo>
                  <a:lnTo>
                    <a:pt x="1569010" y="1664359"/>
                  </a:lnTo>
                  <a:lnTo>
                    <a:pt x="1569011" y="1664365"/>
                  </a:lnTo>
                  <a:lnTo>
                    <a:pt x="1569013" y="1664372"/>
                  </a:lnTo>
                  <a:lnTo>
                    <a:pt x="1569017" y="1664379"/>
                  </a:lnTo>
                  <a:lnTo>
                    <a:pt x="1569018" y="1664385"/>
                  </a:lnTo>
                  <a:lnTo>
                    <a:pt x="1569016" y="1664393"/>
                  </a:lnTo>
                  <a:lnTo>
                    <a:pt x="1569012" y="1664399"/>
                  </a:lnTo>
                  <a:lnTo>
                    <a:pt x="1569009" y="1664404"/>
                  </a:lnTo>
                  <a:lnTo>
                    <a:pt x="1569006" y="1664411"/>
                  </a:lnTo>
                  <a:lnTo>
                    <a:pt x="1569004" y="1664418"/>
                  </a:lnTo>
                  <a:lnTo>
                    <a:pt x="1569002" y="1664424"/>
                  </a:lnTo>
                  <a:lnTo>
                    <a:pt x="1569000" y="1664434"/>
                  </a:lnTo>
                  <a:lnTo>
                    <a:pt x="1568998" y="1664441"/>
                  </a:lnTo>
                  <a:lnTo>
                    <a:pt x="1568996" y="1664446"/>
                  </a:lnTo>
                  <a:lnTo>
                    <a:pt x="1568995" y="1664451"/>
                  </a:lnTo>
                  <a:lnTo>
                    <a:pt x="1568992" y="1664458"/>
                  </a:lnTo>
                  <a:lnTo>
                    <a:pt x="1568990" y="1664463"/>
                  </a:lnTo>
                  <a:lnTo>
                    <a:pt x="1568988" y="1664468"/>
                  </a:lnTo>
                  <a:lnTo>
                    <a:pt x="1568985" y="1664474"/>
                  </a:lnTo>
                  <a:lnTo>
                    <a:pt x="1568981" y="1664483"/>
                  </a:lnTo>
                  <a:lnTo>
                    <a:pt x="1568976" y="1664491"/>
                  </a:lnTo>
                  <a:lnTo>
                    <a:pt x="1568973" y="1664495"/>
                  </a:lnTo>
                  <a:lnTo>
                    <a:pt x="1568967" y="1664505"/>
                  </a:lnTo>
                  <a:lnTo>
                    <a:pt x="1568961" y="1664514"/>
                  </a:lnTo>
                  <a:lnTo>
                    <a:pt x="1568957" y="1664521"/>
                  </a:lnTo>
                  <a:lnTo>
                    <a:pt x="1568954" y="1664527"/>
                  </a:lnTo>
                  <a:lnTo>
                    <a:pt x="1568949" y="1664535"/>
                  </a:lnTo>
                  <a:lnTo>
                    <a:pt x="1568946" y="1664542"/>
                  </a:lnTo>
                  <a:lnTo>
                    <a:pt x="1568943" y="1664547"/>
                  </a:lnTo>
                  <a:lnTo>
                    <a:pt x="1568941" y="1664553"/>
                  </a:lnTo>
                  <a:lnTo>
                    <a:pt x="1568939" y="1664559"/>
                  </a:lnTo>
                  <a:lnTo>
                    <a:pt x="1568937" y="1664566"/>
                  </a:lnTo>
                  <a:lnTo>
                    <a:pt x="1568936" y="1664573"/>
                  </a:lnTo>
                  <a:lnTo>
                    <a:pt x="1568936" y="1664581"/>
                  </a:lnTo>
                  <a:lnTo>
                    <a:pt x="1568936" y="1664589"/>
                  </a:lnTo>
                  <a:lnTo>
                    <a:pt x="1568936" y="1664596"/>
                  </a:lnTo>
                  <a:lnTo>
                    <a:pt x="1568937" y="1664601"/>
                  </a:lnTo>
                  <a:lnTo>
                    <a:pt x="1568938" y="1664609"/>
                  </a:lnTo>
                  <a:lnTo>
                    <a:pt x="1568940" y="1664618"/>
                  </a:lnTo>
                  <a:lnTo>
                    <a:pt x="1568941" y="1664624"/>
                  </a:lnTo>
                  <a:lnTo>
                    <a:pt x="1568942" y="1664632"/>
                  </a:lnTo>
                  <a:lnTo>
                    <a:pt x="1568943" y="1664639"/>
                  </a:lnTo>
                  <a:lnTo>
                    <a:pt x="1568943" y="1664645"/>
                  </a:lnTo>
                  <a:lnTo>
                    <a:pt x="1568945" y="1664650"/>
                  </a:lnTo>
                  <a:lnTo>
                    <a:pt x="1568949" y="1664654"/>
                  </a:lnTo>
                  <a:lnTo>
                    <a:pt x="1568954" y="1664657"/>
                  </a:lnTo>
                  <a:lnTo>
                    <a:pt x="1568961" y="1664661"/>
                  </a:lnTo>
                  <a:lnTo>
                    <a:pt x="1568965" y="1664665"/>
                  </a:lnTo>
                  <a:lnTo>
                    <a:pt x="1568971" y="1664669"/>
                  </a:lnTo>
                  <a:lnTo>
                    <a:pt x="1568976" y="1664673"/>
                  </a:lnTo>
                  <a:lnTo>
                    <a:pt x="1568981" y="1664677"/>
                  </a:lnTo>
                  <a:lnTo>
                    <a:pt x="1568985" y="1664681"/>
                  </a:lnTo>
                  <a:lnTo>
                    <a:pt x="1568990" y="1664687"/>
                  </a:lnTo>
                  <a:lnTo>
                    <a:pt x="1568995" y="1664692"/>
                  </a:lnTo>
                  <a:lnTo>
                    <a:pt x="1568999" y="1664696"/>
                  </a:lnTo>
                  <a:lnTo>
                    <a:pt x="1569003" y="1664701"/>
                  </a:lnTo>
                  <a:lnTo>
                    <a:pt x="1569007" y="1664705"/>
                  </a:lnTo>
                  <a:lnTo>
                    <a:pt x="1569011" y="1664710"/>
                  </a:lnTo>
                  <a:lnTo>
                    <a:pt x="1569015" y="1664714"/>
                  </a:lnTo>
                  <a:lnTo>
                    <a:pt x="1569021" y="1664721"/>
                  </a:lnTo>
                  <a:lnTo>
                    <a:pt x="1569021" y="1664728"/>
                  </a:lnTo>
                  <a:lnTo>
                    <a:pt x="1569023" y="1664739"/>
                  </a:lnTo>
                  <a:lnTo>
                    <a:pt x="1569024" y="1664746"/>
                  </a:lnTo>
                  <a:lnTo>
                    <a:pt x="1569026" y="1664754"/>
                  </a:lnTo>
                  <a:lnTo>
                    <a:pt x="1569029" y="1664760"/>
                  </a:lnTo>
                  <a:lnTo>
                    <a:pt x="1569032" y="1664767"/>
                  </a:lnTo>
                  <a:lnTo>
                    <a:pt x="1569035" y="1664777"/>
                  </a:lnTo>
                  <a:lnTo>
                    <a:pt x="1569035" y="1664788"/>
                  </a:lnTo>
                  <a:lnTo>
                    <a:pt x="1569035" y="1664794"/>
                  </a:lnTo>
                  <a:lnTo>
                    <a:pt x="1569033" y="1664802"/>
                  </a:lnTo>
                  <a:lnTo>
                    <a:pt x="1569031" y="1664810"/>
                  </a:lnTo>
                  <a:lnTo>
                    <a:pt x="1569029" y="1664819"/>
                  </a:lnTo>
                  <a:lnTo>
                    <a:pt x="1569026" y="1664831"/>
                  </a:lnTo>
                  <a:lnTo>
                    <a:pt x="1569024" y="1664842"/>
                  </a:lnTo>
                  <a:lnTo>
                    <a:pt x="1569022" y="1664851"/>
                  </a:lnTo>
                  <a:lnTo>
                    <a:pt x="1569021" y="1664859"/>
                  </a:lnTo>
                  <a:lnTo>
                    <a:pt x="1569019" y="1664866"/>
                  </a:lnTo>
                  <a:lnTo>
                    <a:pt x="1569017" y="1664874"/>
                  </a:lnTo>
                  <a:lnTo>
                    <a:pt x="1569017" y="1664881"/>
                  </a:lnTo>
                  <a:lnTo>
                    <a:pt x="1569024" y="1664882"/>
                  </a:lnTo>
                  <a:lnTo>
                    <a:pt x="1569030" y="1664882"/>
                  </a:lnTo>
                  <a:lnTo>
                    <a:pt x="1569036" y="1664882"/>
                  </a:lnTo>
                  <a:lnTo>
                    <a:pt x="1569042" y="1664883"/>
                  </a:lnTo>
                  <a:lnTo>
                    <a:pt x="1569050" y="1664887"/>
                  </a:lnTo>
                  <a:lnTo>
                    <a:pt x="1569058" y="1664890"/>
                  </a:lnTo>
                  <a:lnTo>
                    <a:pt x="1569067" y="1664893"/>
                  </a:lnTo>
                  <a:lnTo>
                    <a:pt x="1569073" y="1664895"/>
                  </a:lnTo>
                  <a:lnTo>
                    <a:pt x="1569079" y="1664896"/>
                  </a:lnTo>
                  <a:lnTo>
                    <a:pt x="1569085" y="1664896"/>
                  </a:lnTo>
                  <a:lnTo>
                    <a:pt x="1569091" y="1664895"/>
                  </a:lnTo>
                  <a:lnTo>
                    <a:pt x="1569097" y="1664895"/>
                  </a:lnTo>
                  <a:lnTo>
                    <a:pt x="1569105" y="1664895"/>
                  </a:lnTo>
                  <a:lnTo>
                    <a:pt x="1569114" y="1664897"/>
                  </a:lnTo>
                  <a:lnTo>
                    <a:pt x="1569121" y="1664898"/>
                  </a:lnTo>
                  <a:lnTo>
                    <a:pt x="1569127" y="1664900"/>
                  </a:lnTo>
                  <a:lnTo>
                    <a:pt x="1569137" y="1664903"/>
                  </a:lnTo>
                  <a:lnTo>
                    <a:pt x="1569146" y="1664907"/>
                  </a:lnTo>
                  <a:lnTo>
                    <a:pt x="1569154" y="1664911"/>
                  </a:lnTo>
                  <a:lnTo>
                    <a:pt x="1569162" y="1664916"/>
                  </a:lnTo>
                  <a:lnTo>
                    <a:pt x="1569167" y="1664923"/>
                  </a:lnTo>
                  <a:lnTo>
                    <a:pt x="1569170" y="1664928"/>
                  </a:lnTo>
                  <a:lnTo>
                    <a:pt x="1569174" y="1664936"/>
                  </a:lnTo>
                  <a:lnTo>
                    <a:pt x="1569178" y="1664942"/>
                  </a:lnTo>
                  <a:lnTo>
                    <a:pt x="1569184" y="1664950"/>
                  </a:lnTo>
                  <a:lnTo>
                    <a:pt x="1569190" y="1664957"/>
                  </a:lnTo>
                  <a:lnTo>
                    <a:pt x="1569195" y="1664962"/>
                  </a:lnTo>
                  <a:lnTo>
                    <a:pt x="1569203" y="1664968"/>
                  </a:lnTo>
                  <a:lnTo>
                    <a:pt x="1569208" y="1664973"/>
                  </a:lnTo>
                  <a:lnTo>
                    <a:pt x="1569212" y="1664977"/>
                  </a:lnTo>
                  <a:lnTo>
                    <a:pt x="1569218" y="1664983"/>
                  </a:lnTo>
                  <a:lnTo>
                    <a:pt x="1569222" y="1664987"/>
                  </a:lnTo>
                  <a:lnTo>
                    <a:pt x="1569226" y="1664991"/>
                  </a:lnTo>
                  <a:lnTo>
                    <a:pt x="1569230" y="1664997"/>
                  </a:lnTo>
                  <a:lnTo>
                    <a:pt x="1569233" y="1665003"/>
                  </a:lnTo>
                  <a:lnTo>
                    <a:pt x="1569237" y="1665010"/>
                  </a:lnTo>
                  <a:lnTo>
                    <a:pt x="1569240" y="1665020"/>
                  </a:lnTo>
                  <a:lnTo>
                    <a:pt x="1569241" y="1665028"/>
                  </a:lnTo>
                  <a:lnTo>
                    <a:pt x="1569241" y="1665039"/>
                  </a:lnTo>
                  <a:lnTo>
                    <a:pt x="1569241" y="1665047"/>
                  </a:lnTo>
                  <a:lnTo>
                    <a:pt x="1569240" y="1665055"/>
                  </a:lnTo>
                  <a:lnTo>
                    <a:pt x="1569238" y="1665062"/>
                  </a:lnTo>
                  <a:lnTo>
                    <a:pt x="1569234" y="1665071"/>
                  </a:lnTo>
                  <a:lnTo>
                    <a:pt x="1569229" y="1665080"/>
                  </a:lnTo>
                  <a:lnTo>
                    <a:pt x="1569226" y="1665086"/>
                  </a:lnTo>
                  <a:lnTo>
                    <a:pt x="1569224" y="1665096"/>
                  </a:lnTo>
                  <a:lnTo>
                    <a:pt x="1569223" y="1665105"/>
                  </a:lnTo>
                  <a:lnTo>
                    <a:pt x="1569225" y="1665114"/>
                  </a:lnTo>
                  <a:lnTo>
                    <a:pt x="1569229" y="1665123"/>
                  </a:lnTo>
                  <a:lnTo>
                    <a:pt x="1569233" y="1665129"/>
                  </a:lnTo>
                  <a:lnTo>
                    <a:pt x="1569237" y="1665133"/>
                  </a:lnTo>
                  <a:lnTo>
                    <a:pt x="1569240" y="1665136"/>
                  </a:lnTo>
                  <a:lnTo>
                    <a:pt x="1569244" y="1665140"/>
                  </a:lnTo>
                  <a:lnTo>
                    <a:pt x="1569252" y="1665147"/>
                  </a:lnTo>
                  <a:lnTo>
                    <a:pt x="1569258" y="1665152"/>
                  </a:lnTo>
                  <a:lnTo>
                    <a:pt x="1569262" y="1665155"/>
                  </a:lnTo>
                  <a:lnTo>
                    <a:pt x="1569266" y="1665159"/>
                  </a:lnTo>
                  <a:lnTo>
                    <a:pt x="1569270" y="1665164"/>
                  </a:lnTo>
                  <a:lnTo>
                    <a:pt x="1569275" y="1665169"/>
                  </a:lnTo>
                  <a:lnTo>
                    <a:pt x="1569279" y="1665174"/>
                  </a:lnTo>
                  <a:lnTo>
                    <a:pt x="1569285" y="1665179"/>
                  </a:lnTo>
                  <a:lnTo>
                    <a:pt x="1569289" y="1665183"/>
                  </a:lnTo>
                  <a:lnTo>
                    <a:pt x="1569295" y="1665189"/>
                  </a:lnTo>
                  <a:lnTo>
                    <a:pt x="1569300" y="1665195"/>
                  </a:lnTo>
                  <a:lnTo>
                    <a:pt x="1569306" y="1665202"/>
                  </a:lnTo>
                  <a:lnTo>
                    <a:pt x="1569313" y="1665207"/>
                  </a:lnTo>
                  <a:lnTo>
                    <a:pt x="1569321" y="1665210"/>
                  </a:lnTo>
                  <a:lnTo>
                    <a:pt x="1569328" y="1665210"/>
                  </a:lnTo>
                  <a:lnTo>
                    <a:pt x="1569335" y="1665206"/>
                  </a:lnTo>
                  <a:lnTo>
                    <a:pt x="1569342" y="1665203"/>
                  </a:lnTo>
                  <a:lnTo>
                    <a:pt x="1569348" y="1665204"/>
                  </a:lnTo>
                  <a:lnTo>
                    <a:pt x="1569353" y="1665206"/>
                  </a:lnTo>
                  <a:lnTo>
                    <a:pt x="1569361" y="1665209"/>
                  </a:lnTo>
                  <a:lnTo>
                    <a:pt x="1569369" y="1665213"/>
                  </a:lnTo>
                  <a:lnTo>
                    <a:pt x="1569380" y="1665217"/>
                  </a:lnTo>
                  <a:lnTo>
                    <a:pt x="1569387" y="1665220"/>
                  </a:lnTo>
                  <a:lnTo>
                    <a:pt x="1569393" y="1665222"/>
                  </a:lnTo>
                  <a:lnTo>
                    <a:pt x="1569399" y="1665224"/>
                  </a:lnTo>
                  <a:lnTo>
                    <a:pt x="1569405" y="1665225"/>
                  </a:lnTo>
                  <a:lnTo>
                    <a:pt x="1569414" y="1665227"/>
                  </a:lnTo>
                  <a:lnTo>
                    <a:pt x="1569423" y="1665229"/>
                  </a:lnTo>
                  <a:lnTo>
                    <a:pt x="1569429" y="1665230"/>
                  </a:lnTo>
                  <a:lnTo>
                    <a:pt x="1569436" y="1665232"/>
                  </a:lnTo>
                  <a:lnTo>
                    <a:pt x="1569443" y="1665234"/>
                  </a:lnTo>
                  <a:lnTo>
                    <a:pt x="1569448" y="1665234"/>
                  </a:lnTo>
                  <a:lnTo>
                    <a:pt x="1569456" y="1665235"/>
                  </a:lnTo>
                  <a:lnTo>
                    <a:pt x="1569461" y="1665235"/>
                  </a:lnTo>
                  <a:lnTo>
                    <a:pt x="1569469" y="1665235"/>
                  </a:lnTo>
                  <a:lnTo>
                    <a:pt x="1569474" y="1665236"/>
                  </a:lnTo>
                  <a:lnTo>
                    <a:pt x="1569479" y="1665236"/>
                  </a:lnTo>
                  <a:lnTo>
                    <a:pt x="1569485" y="1665238"/>
                  </a:lnTo>
                  <a:lnTo>
                    <a:pt x="1569492" y="1665243"/>
                  </a:lnTo>
                  <a:lnTo>
                    <a:pt x="1569498" y="1665249"/>
                  </a:lnTo>
                  <a:lnTo>
                    <a:pt x="1569503" y="1665255"/>
                  </a:lnTo>
                  <a:lnTo>
                    <a:pt x="1569509" y="1665263"/>
                  </a:lnTo>
                  <a:lnTo>
                    <a:pt x="1569515" y="1665269"/>
                  </a:lnTo>
                  <a:lnTo>
                    <a:pt x="1569521" y="1665274"/>
                  </a:lnTo>
                  <a:lnTo>
                    <a:pt x="1569528" y="1665279"/>
                  </a:lnTo>
                  <a:lnTo>
                    <a:pt x="1569535" y="1665282"/>
                  </a:lnTo>
                  <a:lnTo>
                    <a:pt x="1569540" y="1665285"/>
                  </a:lnTo>
                  <a:lnTo>
                    <a:pt x="1569545" y="1665289"/>
                  </a:lnTo>
                  <a:lnTo>
                    <a:pt x="1569551" y="1665293"/>
                  </a:lnTo>
                  <a:lnTo>
                    <a:pt x="1569556" y="1665298"/>
                  </a:lnTo>
                  <a:lnTo>
                    <a:pt x="1569560" y="1665302"/>
                  </a:lnTo>
                  <a:lnTo>
                    <a:pt x="1569566" y="1665306"/>
                  </a:lnTo>
                  <a:lnTo>
                    <a:pt x="1569572" y="1665313"/>
                  </a:lnTo>
                  <a:lnTo>
                    <a:pt x="1569579" y="1665319"/>
                  </a:lnTo>
                  <a:lnTo>
                    <a:pt x="1569583" y="1665324"/>
                  </a:lnTo>
                  <a:lnTo>
                    <a:pt x="1569586" y="1665328"/>
                  </a:lnTo>
                  <a:lnTo>
                    <a:pt x="1569590" y="1665333"/>
                  </a:lnTo>
                  <a:lnTo>
                    <a:pt x="1569594" y="1665338"/>
                  </a:lnTo>
                  <a:lnTo>
                    <a:pt x="1569597" y="1665343"/>
                  </a:lnTo>
                  <a:lnTo>
                    <a:pt x="1569600" y="1665348"/>
                  </a:lnTo>
                  <a:lnTo>
                    <a:pt x="1569603" y="1665353"/>
                  </a:lnTo>
                  <a:lnTo>
                    <a:pt x="1569606" y="1665360"/>
                  </a:lnTo>
                  <a:lnTo>
                    <a:pt x="1569609" y="1665367"/>
                  </a:lnTo>
                  <a:lnTo>
                    <a:pt x="1569611" y="1665373"/>
                  </a:lnTo>
                  <a:lnTo>
                    <a:pt x="1569616" y="1665385"/>
                  </a:lnTo>
                  <a:lnTo>
                    <a:pt x="1569619" y="1665391"/>
                  </a:lnTo>
                  <a:lnTo>
                    <a:pt x="1569622" y="1665399"/>
                  </a:lnTo>
                  <a:lnTo>
                    <a:pt x="1569628" y="1665409"/>
                  </a:lnTo>
                  <a:lnTo>
                    <a:pt x="1569631" y="1665416"/>
                  </a:lnTo>
                  <a:lnTo>
                    <a:pt x="1569634" y="1665423"/>
                  </a:lnTo>
                  <a:lnTo>
                    <a:pt x="1569635" y="1665431"/>
                  </a:lnTo>
                  <a:lnTo>
                    <a:pt x="1569634" y="1665439"/>
                  </a:lnTo>
                  <a:lnTo>
                    <a:pt x="1569632" y="1665449"/>
                  </a:lnTo>
                  <a:lnTo>
                    <a:pt x="1569631" y="1665457"/>
                  </a:lnTo>
                  <a:lnTo>
                    <a:pt x="1569631" y="1665464"/>
                  </a:lnTo>
                  <a:lnTo>
                    <a:pt x="1569632" y="1665470"/>
                  </a:lnTo>
                  <a:lnTo>
                    <a:pt x="1569636" y="1665478"/>
                  </a:lnTo>
                  <a:lnTo>
                    <a:pt x="1569639" y="1665489"/>
                  </a:lnTo>
                  <a:lnTo>
                    <a:pt x="1569639" y="1665497"/>
                  </a:lnTo>
                  <a:lnTo>
                    <a:pt x="1569636" y="1665505"/>
                  </a:lnTo>
                  <a:lnTo>
                    <a:pt x="1569635" y="1665512"/>
                  </a:lnTo>
                  <a:lnTo>
                    <a:pt x="1569633" y="1665520"/>
                  </a:lnTo>
                  <a:lnTo>
                    <a:pt x="1569630" y="1665530"/>
                  </a:lnTo>
                  <a:lnTo>
                    <a:pt x="1569627" y="1665541"/>
                  </a:lnTo>
                  <a:lnTo>
                    <a:pt x="1569627" y="1665550"/>
                  </a:lnTo>
                  <a:lnTo>
                    <a:pt x="1569628" y="1665555"/>
                  </a:lnTo>
                  <a:lnTo>
                    <a:pt x="1569631" y="1665563"/>
                  </a:lnTo>
                  <a:lnTo>
                    <a:pt x="1569632" y="1665574"/>
                  </a:lnTo>
                  <a:lnTo>
                    <a:pt x="1569632" y="1665583"/>
                  </a:lnTo>
                  <a:lnTo>
                    <a:pt x="1569634" y="1665591"/>
                  </a:lnTo>
                  <a:lnTo>
                    <a:pt x="1569639" y="1665600"/>
                  </a:lnTo>
                  <a:lnTo>
                    <a:pt x="1569642" y="1665606"/>
                  </a:lnTo>
                  <a:lnTo>
                    <a:pt x="1569646" y="1665610"/>
                  </a:lnTo>
                  <a:lnTo>
                    <a:pt x="1569650" y="1665615"/>
                  </a:lnTo>
                  <a:lnTo>
                    <a:pt x="1569654" y="1665619"/>
                  </a:lnTo>
                  <a:lnTo>
                    <a:pt x="1569659" y="1665623"/>
                  </a:lnTo>
                  <a:lnTo>
                    <a:pt x="1569664" y="1665627"/>
                  </a:lnTo>
                  <a:lnTo>
                    <a:pt x="1569671" y="1665631"/>
                  </a:lnTo>
                  <a:lnTo>
                    <a:pt x="1569678" y="1665636"/>
                  </a:lnTo>
                  <a:lnTo>
                    <a:pt x="1569683" y="1665640"/>
                  </a:lnTo>
                  <a:lnTo>
                    <a:pt x="1569690" y="1665645"/>
                  </a:lnTo>
                  <a:lnTo>
                    <a:pt x="1569700" y="1665650"/>
                  </a:lnTo>
                  <a:lnTo>
                    <a:pt x="1569709" y="1665652"/>
                  </a:lnTo>
                  <a:lnTo>
                    <a:pt x="1569717" y="1665653"/>
                  </a:lnTo>
                  <a:lnTo>
                    <a:pt x="1569724" y="1665654"/>
                  </a:lnTo>
                  <a:lnTo>
                    <a:pt x="1569730" y="1665655"/>
                  </a:lnTo>
                  <a:lnTo>
                    <a:pt x="1569737" y="1665656"/>
                  </a:lnTo>
                  <a:lnTo>
                    <a:pt x="1569743" y="1665658"/>
                  </a:lnTo>
                  <a:lnTo>
                    <a:pt x="1569753" y="1665662"/>
                  </a:lnTo>
                  <a:lnTo>
                    <a:pt x="1569760" y="1665665"/>
                  </a:lnTo>
                  <a:lnTo>
                    <a:pt x="1569766" y="1665667"/>
                  </a:lnTo>
                  <a:lnTo>
                    <a:pt x="1569773" y="1665669"/>
                  </a:lnTo>
                  <a:lnTo>
                    <a:pt x="1569780" y="1665670"/>
                  </a:lnTo>
                  <a:lnTo>
                    <a:pt x="1569787" y="1665672"/>
                  </a:lnTo>
                  <a:lnTo>
                    <a:pt x="1569792" y="1665674"/>
                  </a:lnTo>
                  <a:lnTo>
                    <a:pt x="1569798" y="1665676"/>
                  </a:lnTo>
                  <a:lnTo>
                    <a:pt x="1569806" y="1665677"/>
                  </a:lnTo>
                  <a:lnTo>
                    <a:pt x="1569813" y="1665679"/>
                  </a:lnTo>
                  <a:lnTo>
                    <a:pt x="1569820" y="1665680"/>
                  </a:lnTo>
                  <a:lnTo>
                    <a:pt x="1569828" y="1665682"/>
                  </a:lnTo>
                  <a:lnTo>
                    <a:pt x="1569837" y="1665683"/>
                  </a:lnTo>
                  <a:lnTo>
                    <a:pt x="1569846" y="1665683"/>
                  </a:lnTo>
                  <a:lnTo>
                    <a:pt x="1569853" y="1665683"/>
                  </a:lnTo>
                  <a:lnTo>
                    <a:pt x="1569860" y="1665682"/>
                  </a:lnTo>
                  <a:lnTo>
                    <a:pt x="1569867" y="1665681"/>
                  </a:lnTo>
                  <a:lnTo>
                    <a:pt x="1569874" y="1665680"/>
                  </a:lnTo>
                  <a:lnTo>
                    <a:pt x="1569883" y="1665677"/>
                  </a:lnTo>
                  <a:lnTo>
                    <a:pt x="1569891" y="1665676"/>
                  </a:lnTo>
                  <a:lnTo>
                    <a:pt x="1569895" y="1665680"/>
                  </a:lnTo>
                  <a:lnTo>
                    <a:pt x="1569899" y="1665684"/>
                  </a:lnTo>
                  <a:lnTo>
                    <a:pt x="1569903" y="1665689"/>
                  </a:lnTo>
                  <a:lnTo>
                    <a:pt x="1569906" y="1665695"/>
                  </a:lnTo>
                  <a:lnTo>
                    <a:pt x="1569911" y="1665702"/>
                  </a:lnTo>
                  <a:lnTo>
                    <a:pt x="1569916" y="1665707"/>
                  </a:lnTo>
                  <a:lnTo>
                    <a:pt x="1569921" y="1665710"/>
                  </a:lnTo>
                  <a:lnTo>
                    <a:pt x="1569927" y="1665712"/>
                  </a:lnTo>
                  <a:lnTo>
                    <a:pt x="1569935" y="1665713"/>
                  </a:lnTo>
                  <a:lnTo>
                    <a:pt x="1569944" y="1665711"/>
                  </a:lnTo>
                  <a:lnTo>
                    <a:pt x="1569953" y="1665709"/>
                  </a:lnTo>
                  <a:lnTo>
                    <a:pt x="1569961" y="1665708"/>
                  </a:lnTo>
                  <a:lnTo>
                    <a:pt x="1569970" y="1665708"/>
                  </a:lnTo>
                  <a:lnTo>
                    <a:pt x="1569976" y="1665707"/>
                  </a:lnTo>
                  <a:lnTo>
                    <a:pt x="1569984" y="1665704"/>
                  </a:lnTo>
                  <a:lnTo>
                    <a:pt x="1569993" y="1665700"/>
                  </a:lnTo>
                  <a:lnTo>
                    <a:pt x="1570001" y="1665694"/>
                  </a:lnTo>
                  <a:lnTo>
                    <a:pt x="1570006" y="1665689"/>
                  </a:lnTo>
                  <a:lnTo>
                    <a:pt x="1570012" y="1665684"/>
                  </a:lnTo>
                  <a:lnTo>
                    <a:pt x="1570020" y="1665680"/>
                  </a:lnTo>
                  <a:lnTo>
                    <a:pt x="1570028" y="1665677"/>
                  </a:lnTo>
                  <a:lnTo>
                    <a:pt x="1570036" y="1665674"/>
                  </a:lnTo>
                  <a:lnTo>
                    <a:pt x="1570040" y="1665672"/>
                  </a:lnTo>
                  <a:lnTo>
                    <a:pt x="1570047" y="1665670"/>
                  </a:lnTo>
                  <a:lnTo>
                    <a:pt x="1570056" y="1665666"/>
                  </a:lnTo>
                  <a:lnTo>
                    <a:pt x="1570064" y="1665673"/>
                  </a:lnTo>
                  <a:lnTo>
                    <a:pt x="1570077" y="1665683"/>
                  </a:lnTo>
                  <a:lnTo>
                    <a:pt x="1570086" y="1665691"/>
                  </a:lnTo>
                  <a:lnTo>
                    <a:pt x="1570098" y="1665694"/>
                  </a:lnTo>
                  <a:lnTo>
                    <a:pt x="1570109" y="1665703"/>
                  </a:lnTo>
                  <a:lnTo>
                    <a:pt x="1570120" y="1665719"/>
                  </a:lnTo>
                  <a:lnTo>
                    <a:pt x="1570137" y="1665722"/>
                  </a:lnTo>
                  <a:lnTo>
                    <a:pt x="1570147" y="1665720"/>
                  </a:lnTo>
                  <a:lnTo>
                    <a:pt x="1570159" y="1665716"/>
                  </a:lnTo>
                  <a:lnTo>
                    <a:pt x="1570174" y="1665713"/>
                  </a:lnTo>
                  <a:lnTo>
                    <a:pt x="1570190" y="1665709"/>
                  </a:lnTo>
                  <a:lnTo>
                    <a:pt x="1570209" y="1665703"/>
                  </a:lnTo>
                  <a:lnTo>
                    <a:pt x="1570224" y="1665699"/>
                  </a:lnTo>
                  <a:lnTo>
                    <a:pt x="1570242" y="1665695"/>
                  </a:lnTo>
                  <a:lnTo>
                    <a:pt x="1570262" y="1665695"/>
                  </a:lnTo>
                  <a:lnTo>
                    <a:pt x="1570278" y="1665694"/>
                  </a:lnTo>
                  <a:lnTo>
                    <a:pt x="1570299" y="1665695"/>
                  </a:lnTo>
                  <a:lnTo>
                    <a:pt x="1570325" y="1665705"/>
                  </a:lnTo>
                  <a:lnTo>
                    <a:pt x="1570378" y="1665720"/>
                  </a:lnTo>
                  <a:lnTo>
                    <a:pt x="1570405" y="1665734"/>
                  </a:lnTo>
                  <a:lnTo>
                    <a:pt x="1570415" y="1665731"/>
                  </a:lnTo>
                  <a:lnTo>
                    <a:pt x="1570422" y="1665728"/>
                  </a:lnTo>
                  <a:lnTo>
                    <a:pt x="1570438" y="1665714"/>
                  </a:lnTo>
                  <a:lnTo>
                    <a:pt x="1570447" y="1665707"/>
                  </a:lnTo>
                  <a:lnTo>
                    <a:pt x="1570453" y="1665698"/>
                  </a:lnTo>
                  <a:lnTo>
                    <a:pt x="1570459" y="1665689"/>
                  </a:lnTo>
                  <a:lnTo>
                    <a:pt x="1570463" y="1665685"/>
                  </a:lnTo>
                  <a:lnTo>
                    <a:pt x="1570471" y="1665682"/>
                  </a:lnTo>
                  <a:lnTo>
                    <a:pt x="1570480" y="1665680"/>
                  </a:lnTo>
                  <a:lnTo>
                    <a:pt x="1570486" y="1665673"/>
                  </a:lnTo>
                  <a:lnTo>
                    <a:pt x="1570489" y="1665662"/>
                  </a:lnTo>
                  <a:lnTo>
                    <a:pt x="1570495" y="1665640"/>
                  </a:lnTo>
                  <a:lnTo>
                    <a:pt x="1570500" y="1665630"/>
                  </a:lnTo>
                  <a:lnTo>
                    <a:pt x="1570512" y="1665622"/>
                  </a:lnTo>
                  <a:lnTo>
                    <a:pt x="1570540" y="1665611"/>
                  </a:lnTo>
                  <a:lnTo>
                    <a:pt x="1570562" y="1665607"/>
                  </a:lnTo>
                  <a:lnTo>
                    <a:pt x="1570580" y="1665607"/>
                  </a:lnTo>
                  <a:lnTo>
                    <a:pt x="1570595" y="1665609"/>
                  </a:lnTo>
                  <a:lnTo>
                    <a:pt x="1570608" y="1665611"/>
                  </a:lnTo>
                  <a:lnTo>
                    <a:pt x="1570612" y="1665614"/>
                  </a:lnTo>
                  <a:lnTo>
                    <a:pt x="1570619" y="1665611"/>
                  </a:lnTo>
                  <a:lnTo>
                    <a:pt x="1570624" y="1665608"/>
                  </a:lnTo>
                  <a:lnTo>
                    <a:pt x="1570814" y="1665512"/>
                  </a:lnTo>
                  <a:lnTo>
                    <a:pt x="1570823" y="1665511"/>
                  </a:lnTo>
                  <a:lnTo>
                    <a:pt x="1570831" y="1665511"/>
                  </a:lnTo>
                  <a:lnTo>
                    <a:pt x="1570838" y="1665513"/>
                  </a:lnTo>
                  <a:lnTo>
                    <a:pt x="1570845" y="1665515"/>
                  </a:lnTo>
                  <a:lnTo>
                    <a:pt x="1570852" y="1665515"/>
                  </a:lnTo>
                  <a:lnTo>
                    <a:pt x="1570859" y="1665516"/>
                  </a:lnTo>
                  <a:lnTo>
                    <a:pt x="1570865" y="1665516"/>
                  </a:lnTo>
                  <a:lnTo>
                    <a:pt x="1570871" y="1665517"/>
                  </a:lnTo>
                  <a:lnTo>
                    <a:pt x="1570877" y="1665518"/>
                  </a:lnTo>
                  <a:lnTo>
                    <a:pt x="1570885" y="1665519"/>
                  </a:lnTo>
                  <a:lnTo>
                    <a:pt x="1570892" y="1665521"/>
                  </a:lnTo>
                  <a:lnTo>
                    <a:pt x="1570898" y="1665523"/>
                  </a:lnTo>
                  <a:lnTo>
                    <a:pt x="1570905" y="1665526"/>
                  </a:lnTo>
                  <a:lnTo>
                    <a:pt x="1570911" y="1665530"/>
                  </a:lnTo>
                  <a:lnTo>
                    <a:pt x="1570916" y="1665533"/>
                  </a:lnTo>
                  <a:lnTo>
                    <a:pt x="1570921" y="1665536"/>
                  </a:lnTo>
                  <a:lnTo>
                    <a:pt x="1570926" y="1665538"/>
                  </a:lnTo>
                  <a:lnTo>
                    <a:pt x="1570931" y="1665541"/>
                  </a:lnTo>
                  <a:lnTo>
                    <a:pt x="1570936" y="1665544"/>
                  </a:lnTo>
                  <a:lnTo>
                    <a:pt x="1570943" y="1665547"/>
                  </a:lnTo>
                  <a:lnTo>
                    <a:pt x="1570948" y="1665551"/>
                  </a:lnTo>
                  <a:lnTo>
                    <a:pt x="1570954" y="1665553"/>
                  </a:lnTo>
                  <a:lnTo>
                    <a:pt x="1570959" y="1665556"/>
                  </a:lnTo>
                  <a:lnTo>
                    <a:pt x="1570966" y="1665561"/>
                  </a:lnTo>
                  <a:lnTo>
                    <a:pt x="1570972" y="1665564"/>
                  </a:lnTo>
                  <a:lnTo>
                    <a:pt x="1570978" y="1665567"/>
                  </a:lnTo>
                  <a:lnTo>
                    <a:pt x="1570976" y="1665559"/>
                  </a:lnTo>
                  <a:lnTo>
                    <a:pt x="1570979" y="1665555"/>
                  </a:lnTo>
                  <a:lnTo>
                    <a:pt x="1570983" y="1665550"/>
                  </a:lnTo>
                  <a:lnTo>
                    <a:pt x="1570989" y="1665543"/>
                  </a:lnTo>
                  <a:lnTo>
                    <a:pt x="1570996" y="1665536"/>
                  </a:lnTo>
                  <a:lnTo>
                    <a:pt x="1570999" y="1665532"/>
                  </a:lnTo>
                  <a:lnTo>
                    <a:pt x="1571004" y="1665527"/>
                  </a:lnTo>
                  <a:lnTo>
                    <a:pt x="1571009" y="1665519"/>
                  </a:lnTo>
                  <a:lnTo>
                    <a:pt x="1571011" y="1665510"/>
                  </a:lnTo>
                  <a:lnTo>
                    <a:pt x="1571012" y="1665497"/>
                  </a:lnTo>
                  <a:lnTo>
                    <a:pt x="1571017" y="1665491"/>
                  </a:lnTo>
                  <a:lnTo>
                    <a:pt x="1571020" y="1665484"/>
                  </a:lnTo>
                  <a:lnTo>
                    <a:pt x="1571022" y="1665478"/>
                  </a:lnTo>
                  <a:lnTo>
                    <a:pt x="1571022" y="1665469"/>
                  </a:lnTo>
                  <a:lnTo>
                    <a:pt x="1571021" y="1665459"/>
                  </a:lnTo>
                  <a:lnTo>
                    <a:pt x="1571020" y="1665452"/>
                  </a:lnTo>
                  <a:lnTo>
                    <a:pt x="1571019" y="1665445"/>
                  </a:lnTo>
                  <a:lnTo>
                    <a:pt x="1571019" y="1665438"/>
                  </a:lnTo>
                  <a:lnTo>
                    <a:pt x="1571020" y="1665432"/>
                  </a:lnTo>
                  <a:lnTo>
                    <a:pt x="1571022" y="1665426"/>
                  </a:lnTo>
                  <a:lnTo>
                    <a:pt x="1571024" y="1665421"/>
                  </a:lnTo>
                  <a:lnTo>
                    <a:pt x="1571027" y="1665415"/>
                  </a:lnTo>
                  <a:lnTo>
                    <a:pt x="1571033" y="1665409"/>
                  </a:lnTo>
                  <a:lnTo>
                    <a:pt x="1571039" y="1665406"/>
                  </a:lnTo>
                  <a:lnTo>
                    <a:pt x="1571046" y="1665404"/>
                  </a:lnTo>
                  <a:lnTo>
                    <a:pt x="1571054" y="1665405"/>
                  </a:lnTo>
                  <a:lnTo>
                    <a:pt x="1571059" y="1665407"/>
                  </a:lnTo>
                  <a:lnTo>
                    <a:pt x="1571066" y="1665408"/>
                  </a:lnTo>
                  <a:lnTo>
                    <a:pt x="1571072" y="1665409"/>
                  </a:lnTo>
                  <a:lnTo>
                    <a:pt x="1571078" y="1665408"/>
                  </a:lnTo>
                  <a:lnTo>
                    <a:pt x="1571083" y="1665404"/>
                  </a:lnTo>
                  <a:lnTo>
                    <a:pt x="1571088" y="1665399"/>
                  </a:lnTo>
                  <a:lnTo>
                    <a:pt x="1571092" y="1665396"/>
                  </a:lnTo>
                  <a:lnTo>
                    <a:pt x="1571096" y="1665392"/>
                  </a:lnTo>
                  <a:lnTo>
                    <a:pt x="1571100" y="1665385"/>
                  </a:lnTo>
                  <a:lnTo>
                    <a:pt x="1571100" y="1665375"/>
                  </a:lnTo>
                  <a:lnTo>
                    <a:pt x="1571099" y="1665368"/>
                  </a:lnTo>
                  <a:lnTo>
                    <a:pt x="1571101" y="1665363"/>
                  </a:lnTo>
                  <a:lnTo>
                    <a:pt x="1571201" y="1665382"/>
                  </a:lnTo>
                  <a:lnTo>
                    <a:pt x="1571205" y="1665389"/>
                  </a:lnTo>
                  <a:lnTo>
                    <a:pt x="1571209" y="1665394"/>
                  </a:lnTo>
                  <a:lnTo>
                    <a:pt x="1571214" y="1665399"/>
                  </a:lnTo>
                  <a:lnTo>
                    <a:pt x="1571220" y="1665404"/>
                  </a:lnTo>
                  <a:lnTo>
                    <a:pt x="1571226" y="1665408"/>
                  </a:lnTo>
                  <a:lnTo>
                    <a:pt x="1571232" y="1665410"/>
                  </a:lnTo>
                  <a:lnTo>
                    <a:pt x="1571237" y="1665411"/>
                  </a:lnTo>
                  <a:lnTo>
                    <a:pt x="1571242" y="1665411"/>
                  </a:lnTo>
                  <a:lnTo>
                    <a:pt x="1571247" y="1665412"/>
                  </a:lnTo>
                  <a:lnTo>
                    <a:pt x="1571252" y="1665416"/>
                  </a:lnTo>
                  <a:lnTo>
                    <a:pt x="1571256" y="1665421"/>
                  </a:lnTo>
                  <a:lnTo>
                    <a:pt x="1571259" y="1665426"/>
                  </a:lnTo>
                  <a:lnTo>
                    <a:pt x="1571262" y="1665433"/>
                  </a:lnTo>
                  <a:lnTo>
                    <a:pt x="1571265" y="1665440"/>
                  </a:lnTo>
                  <a:lnTo>
                    <a:pt x="1571268" y="1665447"/>
                  </a:lnTo>
                  <a:lnTo>
                    <a:pt x="1571271" y="1665455"/>
                  </a:lnTo>
                  <a:lnTo>
                    <a:pt x="1571273" y="1665462"/>
                  </a:lnTo>
                  <a:lnTo>
                    <a:pt x="1571278" y="1665469"/>
                  </a:lnTo>
                  <a:lnTo>
                    <a:pt x="1571282" y="1665473"/>
                  </a:lnTo>
                  <a:lnTo>
                    <a:pt x="1571288" y="1665478"/>
                  </a:lnTo>
                  <a:lnTo>
                    <a:pt x="1571295" y="1665479"/>
                  </a:lnTo>
                  <a:lnTo>
                    <a:pt x="1571301" y="1665477"/>
                  </a:lnTo>
                  <a:lnTo>
                    <a:pt x="1571308" y="1665475"/>
                  </a:lnTo>
                  <a:lnTo>
                    <a:pt x="1571314" y="1665472"/>
                  </a:lnTo>
                  <a:lnTo>
                    <a:pt x="1571320" y="1665468"/>
                  </a:lnTo>
                  <a:lnTo>
                    <a:pt x="1571326" y="1665464"/>
                  </a:lnTo>
                  <a:lnTo>
                    <a:pt x="1571333" y="1665463"/>
                  </a:lnTo>
                  <a:lnTo>
                    <a:pt x="1571338" y="1665470"/>
                  </a:lnTo>
                  <a:lnTo>
                    <a:pt x="1571342" y="1665475"/>
                  </a:lnTo>
                  <a:lnTo>
                    <a:pt x="1571346" y="1665480"/>
                  </a:lnTo>
                  <a:lnTo>
                    <a:pt x="1571351" y="1665484"/>
                  </a:lnTo>
                  <a:lnTo>
                    <a:pt x="1571357" y="1665490"/>
                  </a:lnTo>
                  <a:lnTo>
                    <a:pt x="1571362" y="1665497"/>
                  </a:lnTo>
                  <a:lnTo>
                    <a:pt x="1571366" y="1665504"/>
                  </a:lnTo>
                  <a:lnTo>
                    <a:pt x="1571372" y="1665508"/>
                  </a:lnTo>
                  <a:lnTo>
                    <a:pt x="1571380" y="1665511"/>
                  </a:lnTo>
                  <a:lnTo>
                    <a:pt x="1571389" y="1665513"/>
                  </a:lnTo>
                  <a:lnTo>
                    <a:pt x="1571396" y="1665513"/>
                  </a:lnTo>
                  <a:lnTo>
                    <a:pt x="1571405" y="1665511"/>
                  </a:lnTo>
                  <a:lnTo>
                    <a:pt x="1571413" y="1665510"/>
                  </a:lnTo>
                  <a:lnTo>
                    <a:pt x="1571419" y="1665509"/>
                  </a:lnTo>
                  <a:lnTo>
                    <a:pt x="1571425" y="1665508"/>
                  </a:lnTo>
                  <a:lnTo>
                    <a:pt x="1571432" y="1665505"/>
                  </a:lnTo>
                  <a:lnTo>
                    <a:pt x="1571438" y="1665501"/>
                  </a:lnTo>
                  <a:lnTo>
                    <a:pt x="1571442" y="1665497"/>
                  </a:lnTo>
                  <a:lnTo>
                    <a:pt x="1571443" y="1665491"/>
                  </a:lnTo>
                  <a:lnTo>
                    <a:pt x="1571443" y="1665484"/>
                  </a:lnTo>
                  <a:lnTo>
                    <a:pt x="1571442" y="1665478"/>
                  </a:lnTo>
                  <a:lnTo>
                    <a:pt x="1571443" y="1665472"/>
                  </a:lnTo>
                  <a:lnTo>
                    <a:pt x="1571444" y="1665466"/>
                  </a:lnTo>
                  <a:lnTo>
                    <a:pt x="1571446" y="1665457"/>
                  </a:lnTo>
                  <a:lnTo>
                    <a:pt x="1571445" y="1665451"/>
                  </a:lnTo>
                  <a:lnTo>
                    <a:pt x="1571442" y="1665442"/>
                  </a:lnTo>
                  <a:lnTo>
                    <a:pt x="1571441" y="1665433"/>
                  </a:lnTo>
                  <a:lnTo>
                    <a:pt x="1571445" y="1665425"/>
                  </a:lnTo>
                  <a:lnTo>
                    <a:pt x="1571450" y="1665420"/>
                  </a:lnTo>
                  <a:lnTo>
                    <a:pt x="1571456" y="1665415"/>
                  </a:lnTo>
                  <a:lnTo>
                    <a:pt x="1571461" y="1665412"/>
                  </a:lnTo>
                  <a:lnTo>
                    <a:pt x="1571468" y="1665410"/>
                  </a:lnTo>
                  <a:lnTo>
                    <a:pt x="1571475" y="1665408"/>
                  </a:lnTo>
                  <a:lnTo>
                    <a:pt x="1571482" y="1665409"/>
                  </a:lnTo>
                  <a:lnTo>
                    <a:pt x="1571487" y="1665411"/>
                  </a:lnTo>
                  <a:lnTo>
                    <a:pt x="1571493" y="1665415"/>
                  </a:lnTo>
                  <a:lnTo>
                    <a:pt x="1571498" y="1665418"/>
                  </a:lnTo>
                  <a:lnTo>
                    <a:pt x="1571501" y="1665422"/>
                  </a:lnTo>
                  <a:lnTo>
                    <a:pt x="1571506" y="1665432"/>
                  </a:lnTo>
                  <a:lnTo>
                    <a:pt x="1571513" y="1665440"/>
                  </a:lnTo>
                  <a:lnTo>
                    <a:pt x="1571519" y="1665445"/>
                  </a:lnTo>
                  <a:lnTo>
                    <a:pt x="1571530" y="1665451"/>
                  </a:lnTo>
                  <a:lnTo>
                    <a:pt x="1571538" y="1665448"/>
                  </a:lnTo>
                  <a:lnTo>
                    <a:pt x="1571543" y="1665444"/>
                  </a:lnTo>
                  <a:lnTo>
                    <a:pt x="1571547" y="1665439"/>
                  </a:lnTo>
                  <a:lnTo>
                    <a:pt x="1571552" y="1665435"/>
                  </a:lnTo>
                  <a:lnTo>
                    <a:pt x="1571556" y="1665429"/>
                  </a:lnTo>
                  <a:lnTo>
                    <a:pt x="1571560" y="1665424"/>
                  </a:lnTo>
                  <a:lnTo>
                    <a:pt x="1571563" y="1665416"/>
                  </a:lnTo>
                  <a:lnTo>
                    <a:pt x="1571566" y="1665409"/>
                  </a:lnTo>
                  <a:lnTo>
                    <a:pt x="1571568" y="1665403"/>
                  </a:lnTo>
                  <a:lnTo>
                    <a:pt x="1571571" y="1665394"/>
                  </a:lnTo>
                  <a:lnTo>
                    <a:pt x="1571578" y="1665388"/>
                  </a:lnTo>
                  <a:lnTo>
                    <a:pt x="1571584" y="1665384"/>
                  </a:lnTo>
                  <a:lnTo>
                    <a:pt x="1571589" y="1665380"/>
                  </a:lnTo>
                  <a:lnTo>
                    <a:pt x="1571594" y="1665376"/>
                  </a:lnTo>
                  <a:lnTo>
                    <a:pt x="1571599" y="1665371"/>
                  </a:lnTo>
                  <a:lnTo>
                    <a:pt x="1571600" y="1665365"/>
                  </a:lnTo>
                  <a:lnTo>
                    <a:pt x="1571599" y="1665359"/>
                  </a:lnTo>
                  <a:lnTo>
                    <a:pt x="1571598" y="1665350"/>
                  </a:lnTo>
                  <a:lnTo>
                    <a:pt x="1571607" y="1665349"/>
                  </a:lnTo>
                  <a:lnTo>
                    <a:pt x="1571612" y="1665350"/>
                  </a:lnTo>
                  <a:lnTo>
                    <a:pt x="1571618" y="1665351"/>
                  </a:lnTo>
                  <a:lnTo>
                    <a:pt x="1571625" y="1665354"/>
                  </a:lnTo>
                  <a:lnTo>
                    <a:pt x="1571635" y="1665360"/>
                  </a:lnTo>
                  <a:lnTo>
                    <a:pt x="1571643" y="1665362"/>
                  </a:lnTo>
                  <a:lnTo>
                    <a:pt x="1571650" y="1665362"/>
                  </a:lnTo>
                  <a:lnTo>
                    <a:pt x="1571657" y="1665362"/>
                  </a:lnTo>
                  <a:lnTo>
                    <a:pt x="1571666" y="1665359"/>
                  </a:lnTo>
                  <a:lnTo>
                    <a:pt x="1571673" y="1665357"/>
                  </a:lnTo>
                  <a:lnTo>
                    <a:pt x="1571678" y="1665355"/>
                  </a:lnTo>
                  <a:lnTo>
                    <a:pt x="1571684" y="1665351"/>
                  </a:lnTo>
                  <a:lnTo>
                    <a:pt x="1571689" y="1665349"/>
                  </a:lnTo>
                  <a:lnTo>
                    <a:pt x="1571695" y="1665345"/>
                  </a:lnTo>
                  <a:lnTo>
                    <a:pt x="1571701" y="1665343"/>
                  </a:lnTo>
                  <a:lnTo>
                    <a:pt x="1571707" y="1665345"/>
                  </a:lnTo>
                  <a:lnTo>
                    <a:pt x="1571713" y="1665348"/>
                  </a:lnTo>
                  <a:lnTo>
                    <a:pt x="1571718" y="1665350"/>
                  </a:lnTo>
                  <a:lnTo>
                    <a:pt x="1571727" y="1665353"/>
                  </a:lnTo>
                  <a:lnTo>
                    <a:pt x="1571734" y="1665355"/>
                  </a:lnTo>
                  <a:lnTo>
                    <a:pt x="1571742" y="1665357"/>
                  </a:lnTo>
                  <a:lnTo>
                    <a:pt x="1571749" y="1665358"/>
                  </a:lnTo>
                  <a:lnTo>
                    <a:pt x="1571755" y="1665358"/>
                  </a:lnTo>
                  <a:lnTo>
                    <a:pt x="1571760" y="1665356"/>
                  </a:lnTo>
                  <a:lnTo>
                    <a:pt x="1571765" y="1665354"/>
                  </a:lnTo>
                  <a:lnTo>
                    <a:pt x="1571772" y="1665352"/>
                  </a:lnTo>
                  <a:lnTo>
                    <a:pt x="1571780" y="1665350"/>
                  </a:lnTo>
                  <a:lnTo>
                    <a:pt x="1571787" y="1665348"/>
                  </a:lnTo>
                  <a:lnTo>
                    <a:pt x="1571792" y="1665342"/>
                  </a:lnTo>
                  <a:lnTo>
                    <a:pt x="1571797" y="1665335"/>
                  </a:lnTo>
                  <a:lnTo>
                    <a:pt x="1571801" y="1665329"/>
                  </a:lnTo>
                  <a:lnTo>
                    <a:pt x="1571804" y="1665323"/>
                  </a:lnTo>
                  <a:lnTo>
                    <a:pt x="1571808" y="1665317"/>
                  </a:lnTo>
                  <a:lnTo>
                    <a:pt x="1571812" y="1665309"/>
                  </a:lnTo>
                  <a:lnTo>
                    <a:pt x="1571815" y="1665300"/>
                  </a:lnTo>
                  <a:lnTo>
                    <a:pt x="1571816" y="1665293"/>
                  </a:lnTo>
                  <a:lnTo>
                    <a:pt x="1571817" y="1665285"/>
                  </a:lnTo>
                  <a:lnTo>
                    <a:pt x="1571818" y="1665277"/>
                  </a:lnTo>
                  <a:lnTo>
                    <a:pt x="1571818" y="1665271"/>
                  </a:lnTo>
                  <a:lnTo>
                    <a:pt x="1571818" y="1665262"/>
                  </a:lnTo>
                  <a:lnTo>
                    <a:pt x="1571821" y="1665253"/>
                  </a:lnTo>
                  <a:lnTo>
                    <a:pt x="1571823" y="1665247"/>
                  </a:lnTo>
                  <a:lnTo>
                    <a:pt x="1571827" y="1665242"/>
                  </a:lnTo>
                  <a:lnTo>
                    <a:pt x="1571833" y="1665237"/>
                  </a:lnTo>
                  <a:lnTo>
                    <a:pt x="1571839" y="1665234"/>
                  </a:lnTo>
                  <a:lnTo>
                    <a:pt x="1571845" y="1665237"/>
                  </a:lnTo>
                  <a:lnTo>
                    <a:pt x="1571851" y="1665242"/>
                  </a:lnTo>
                  <a:lnTo>
                    <a:pt x="1571856" y="1665246"/>
                  </a:lnTo>
                  <a:lnTo>
                    <a:pt x="1571862" y="1665251"/>
                  </a:lnTo>
                  <a:lnTo>
                    <a:pt x="1571868" y="1665258"/>
                  </a:lnTo>
                  <a:lnTo>
                    <a:pt x="1571873" y="1665264"/>
                  </a:lnTo>
                  <a:lnTo>
                    <a:pt x="1571877" y="1665268"/>
                  </a:lnTo>
                  <a:lnTo>
                    <a:pt x="1571882" y="1665273"/>
                  </a:lnTo>
                  <a:lnTo>
                    <a:pt x="1571886" y="1665277"/>
                  </a:lnTo>
                  <a:lnTo>
                    <a:pt x="1571891" y="1665280"/>
                  </a:lnTo>
                  <a:lnTo>
                    <a:pt x="1571895" y="1665283"/>
                  </a:lnTo>
                  <a:lnTo>
                    <a:pt x="1571900" y="1665284"/>
                  </a:lnTo>
                  <a:lnTo>
                    <a:pt x="1571906" y="1665285"/>
                  </a:lnTo>
                  <a:lnTo>
                    <a:pt x="1571913" y="1665286"/>
                  </a:lnTo>
                  <a:lnTo>
                    <a:pt x="1571920" y="1665287"/>
                  </a:lnTo>
                  <a:lnTo>
                    <a:pt x="1571928" y="1665290"/>
                  </a:lnTo>
                  <a:lnTo>
                    <a:pt x="1571937" y="1665293"/>
                  </a:lnTo>
                  <a:lnTo>
                    <a:pt x="1571947" y="1665298"/>
                  </a:lnTo>
                  <a:lnTo>
                    <a:pt x="1571957" y="1665302"/>
                  </a:lnTo>
                  <a:lnTo>
                    <a:pt x="1571969" y="1665307"/>
                  </a:lnTo>
                  <a:lnTo>
                    <a:pt x="1571975" y="1665310"/>
                  </a:lnTo>
                  <a:lnTo>
                    <a:pt x="1571991" y="1665315"/>
                  </a:lnTo>
                  <a:lnTo>
                    <a:pt x="1572027" y="1665327"/>
                  </a:lnTo>
                  <a:lnTo>
                    <a:pt x="1572071" y="1665342"/>
                  </a:lnTo>
                  <a:lnTo>
                    <a:pt x="1572083" y="1665345"/>
                  </a:lnTo>
                  <a:lnTo>
                    <a:pt x="1572092" y="1665347"/>
                  </a:lnTo>
                  <a:lnTo>
                    <a:pt x="1572098" y="1665350"/>
                  </a:lnTo>
                  <a:lnTo>
                    <a:pt x="1572104" y="1665352"/>
                  </a:lnTo>
                  <a:lnTo>
                    <a:pt x="1572112" y="1665357"/>
                  </a:lnTo>
                  <a:lnTo>
                    <a:pt x="1572118" y="1665361"/>
                  </a:lnTo>
                  <a:lnTo>
                    <a:pt x="1572123" y="1665365"/>
                  </a:lnTo>
                  <a:lnTo>
                    <a:pt x="1572133" y="1665360"/>
                  </a:lnTo>
                  <a:lnTo>
                    <a:pt x="1572140" y="1665358"/>
                  </a:lnTo>
                  <a:lnTo>
                    <a:pt x="1572146" y="1665356"/>
                  </a:lnTo>
                  <a:lnTo>
                    <a:pt x="1572155" y="1665356"/>
                  </a:lnTo>
                  <a:lnTo>
                    <a:pt x="1572163" y="1665361"/>
                  </a:lnTo>
                  <a:lnTo>
                    <a:pt x="1572170" y="1665366"/>
                  </a:lnTo>
                  <a:lnTo>
                    <a:pt x="1572176" y="1665371"/>
                  </a:lnTo>
                  <a:lnTo>
                    <a:pt x="1572184" y="1665375"/>
                  </a:lnTo>
                  <a:lnTo>
                    <a:pt x="1572193" y="1665381"/>
                  </a:lnTo>
                  <a:lnTo>
                    <a:pt x="1572203" y="1665387"/>
                  </a:lnTo>
                  <a:lnTo>
                    <a:pt x="1572209" y="1665392"/>
                  </a:lnTo>
                  <a:lnTo>
                    <a:pt x="1572210" y="1665398"/>
                  </a:lnTo>
                  <a:lnTo>
                    <a:pt x="1572208" y="1665407"/>
                  </a:lnTo>
                  <a:lnTo>
                    <a:pt x="1572304" y="1665463"/>
                  </a:lnTo>
                  <a:lnTo>
                    <a:pt x="1572428" y="1665535"/>
                  </a:lnTo>
                  <a:lnTo>
                    <a:pt x="1572501" y="1665568"/>
                  </a:lnTo>
                  <a:lnTo>
                    <a:pt x="1572562" y="1665603"/>
                  </a:lnTo>
                  <a:lnTo>
                    <a:pt x="1572570" y="1665542"/>
                  </a:lnTo>
                  <a:lnTo>
                    <a:pt x="1572579" y="1665537"/>
                  </a:lnTo>
                  <a:lnTo>
                    <a:pt x="1572687" y="1665474"/>
                  </a:lnTo>
                  <a:lnTo>
                    <a:pt x="1572672" y="1665449"/>
                  </a:lnTo>
                  <a:lnTo>
                    <a:pt x="1572712" y="1665430"/>
                  </a:lnTo>
                  <a:lnTo>
                    <a:pt x="1572790" y="1665393"/>
                  </a:lnTo>
                  <a:lnTo>
                    <a:pt x="1572818" y="1665379"/>
                  </a:lnTo>
                  <a:lnTo>
                    <a:pt x="1572907" y="1665336"/>
                  </a:lnTo>
                  <a:lnTo>
                    <a:pt x="1573024" y="1665222"/>
                  </a:lnTo>
                  <a:lnTo>
                    <a:pt x="1573087" y="1665173"/>
                  </a:lnTo>
                  <a:lnTo>
                    <a:pt x="1573107" y="1665157"/>
                  </a:lnTo>
                  <a:lnTo>
                    <a:pt x="1573187" y="1665116"/>
                  </a:lnTo>
                  <a:lnTo>
                    <a:pt x="1573248" y="1665067"/>
                  </a:lnTo>
                  <a:lnTo>
                    <a:pt x="1573243" y="1664996"/>
                  </a:lnTo>
                  <a:lnTo>
                    <a:pt x="1573235" y="1664996"/>
                  </a:lnTo>
                  <a:lnTo>
                    <a:pt x="1573227" y="1664995"/>
                  </a:lnTo>
                  <a:lnTo>
                    <a:pt x="1573220" y="1664994"/>
                  </a:lnTo>
                  <a:lnTo>
                    <a:pt x="1573210" y="1664991"/>
                  </a:lnTo>
                  <a:lnTo>
                    <a:pt x="1573203" y="1664989"/>
                  </a:lnTo>
                  <a:lnTo>
                    <a:pt x="1573197" y="1664986"/>
                  </a:lnTo>
                  <a:lnTo>
                    <a:pt x="1573192" y="1664983"/>
                  </a:lnTo>
                  <a:lnTo>
                    <a:pt x="1573188" y="1664977"/>
                  </a:lnTo>
                  <a:lnTo>
                    <a:pt x="1573184" y="1664971"/>
                  </a:lnTo>
                  <a:lnTo>
                    <a:pt x="1573181" y="1664962"/>
                  </a:lnTo>
                  <a:lnTo>
                    <a:pt x="1573180" y="1664955"/>
                  </a:lnTo>
                  <a:lnTo>
                    <a:pt x="1573180" y="1664946"/>
                  </a:lnTo>
                  <a:lnTo>
                    <a:pt x="1573181" y="1664936"/>
                  </a:lnTo>
                  <a:lnTo>
                    <a:pt x="1573184" y="1664927"/>
                  </a:lnTo>
                  <a:lnTo>
                    <a:pt x="1573187" y="1664920"/>
                  </a:lnTo>
                  <a:lnTo>
                    <a:pt x="1573189" y="1664913"/>
                  </a:lnTo>
                  <a:lnTo>
                    <a:pt x="1573191" y="1664905"/>
                  </a:lnTo>
                  <a:lnTo>
                    <a:pt x="1573193" y="1664897"/>
                  </a:lnTo>
                  <a:lnTo>
                    <a:pt x="1573196" y="1664892"/>
                  </a:lnTo>
                  <a:lnTo>
                    <a:pt x="1573200" y="1664887"/>
                  </a:lnTo>
                  <a:lnTo>
                    <a:pt x="1573204" y="1664882"/>
                  </a:lnTo>
                  <a:lnTo>
                    <a:pt x="1573208" y="1664877"/>
                  </a:lnTo>
                  <a:lnTo>
                    <a:pt x="1573211" y="1664873"/>
                  </a:lnTo>
                  <a:lnTo>
                    <a:pt x="1573217" y="1664864"/>
                  </a:lnTo>
                  <a:lnTo>
                    <a:pt x="1573221" y="1664858"/>
                  </a:lnTo>
                  <a:lnTo>
                    <a:pt x="1573226" y="1664852"/>
                  </a:lnTo>
                  <a:lnTo>
                    <a:pt x="1573231" y="1664847"/>
                  </a:lnTo>
                  <a:lnTo>
                    <a:pt x="1573235" y="1664843"/>
                  </a:lnTo>
                  <a:lnTo>
                    <a:pt x="1573241" y="1664839"/>
                  </a:lnTo>
                  <a:lnTo>
                    <a:pt x="1573248" y="1664835"/>
                  </a:lnTo>
                  <a:lnTo>
                    <a:pt x="1573257" y="1664830"/>
                  </a:lnTo>
                  <a:lnTo>
                    <a:pt x="1573263" y="1664828"/>
                  </a:lnTo>
                  <a:lnTo>
                    <a:pt x="1573271" y="1664824"/>
                  </a:lnTo>
                  <a:lnTo>
                    <a:pt x="1573279" y="1664821"/>
                  </a:lnTo>
                  <a:lnTo>
                    <a:pt x="1573286" y="1664818"/>
                  </a:lnTo>
                  <a:lnTo>
                    <a:pt x="1573293" y="1664815"/>
                  </a:lnTo>
                  <a:lnTo>
                    <a:pt x="1573301" y="1664812"/>
                  </a:lnTo>
                  <a:lnTo>
                    <a:pt x="1573360" y="1664766"/>
                  </a:lnTo>
                  <a:lnTo>
                    <a:pt x="1573366" y="1664761"/>
                  </a:lnTo>
                  <a:lnTo>
                    <a:pt x="1573376" y="1664753"/>
                  </a:lnTo>
                  <a:lnTo>
                    <a:pt x="1573387" y="1664752"/>
                  </a:lnTo>
                  <a:lnTo>
                    <a:pt x="1573396" y="1664751"/>
                  </a:lnTo>
                  <a:lnTo>
                    <a:pt x="1573404" y="1664749"/>
                  </a:lnTo>
                  <a:lnTo>
                    <a:pt x="1573412" y="1664749"/>
                  </a:lnTo>
                  <a:lnTo>
                    <a:pt x="1573419" y="1664748"/>
                  </a:lnTo>
                  <a:lnTo>
                    <a:pt x="1573425" y="1664747"/>
                  </a:lnTo>
                  <a:lnTo>
                    <a:pt x="1573433" y="1664749"/>
                  </a:lnTo>
                  <a:lnTo>
                    <a:pt x="1573443" y="1664753"/>
                  </a:lnTo>
                  <a:lnTo>
                    <a:pt x="1573451" y="1664755"/>
                  </a:lnTo>
                  <a:lnTo>
                    <a:pt x="1573459" y="1664757"/>
                  </a:lnTo>
                  <a:lnTo>
                    <a:pt x="1573465" y="1664758"/>
                  </a:lnTo>
                  <a:lnTo>
                    <a:pt x="1573471" y="1664759"/>
                  </a:lnTo>
                  <a:lnTo>
                    <a:pt x="1573476" y="1664760"/>
                  </a:lnTo>
                  <a:lnTo>
                    <a:pt x="1573483" y="1664757"/>
                  </a:lnTo>
                  <a:lnTo>
                    <a:pt x="1573491" y="1664749"/>
                  </a:lnTo>
                  <a:lnTo>
                    <a:pt x="1573496" y="1664743"/>
                  </a:lnTo>
                  <a:lnTo>
                    <a:pt x="1573506" y="1664731"/>
                  </a:lnTo>
                  <a:lnTo>
                    <a:pt x="1573500" y="1664724"/>
                  </a:lnTo>
                  <a:lnTo>
                    <a:pt x="1573496" y="1664718"/>
                  </a:lnTo>
                  <a:lnTo>
                    <a:pt x="1573492" y="1664711"/>
                  </a:lnTo>
                  <a:lnTo>
                    <a:pt x="1573488" y="1664705"/>
                  </a:lnTo>
                  <a:lnTo>
                    <a:pt x="1573486" y="1664697"/>
                  </a:lnTo>
                  <a:lnTo>
                    <a:pt x="1573487" y="1664689"/>
                  </a:lnTo>
                  <a:lnTo>
                    <a:pt x="1573505" y="1664572"/>
                  </a:lnTo>
                  <a:lnTo>
                    <a:pt x="1573512" y="1664564"/>
                  </a:lnTo>
                  <a:lnTo>
                    <a:pt x="1573524" y="1664548"/>
                  </a:lnTo>
                  <a:lnTo>
                    <a:pt x="1573483" y="1664498"/>
                  </a:lnTo>
                  <a:lnTo>
                    <a:pt x="1573504" y="1664437"/>
                  </a:lnTo>
                  <a:lnTo>
                    <a:pt x="1573507" y="1664431"/>
                  </a:lnTo>
                  <a:lnTo>
                    <a:pt x="1573512" y="1664426"/>
                  </a:lnTo>
                  <a:lnTo>
                    <a:pt x="1573517" y="1664421"/>
                  </a:lnTo>
                  <a:lnTo>
                    <a:pt x="1573522" y="1664417"/>
                  </a:lnTo>
                  <a:lnTo>
                    <a:pt x="1573526" y="1664414"/>
                  </a:lnTo>
                  <a:lnTo>
                    <a:pt x="1573533" y="1664410"/>
                  </a:lnTo>
                  <a:lnTo>
                    <a:pt x="1573534" y="1664403"/>
                  </a:lnTo>
                  <a:lnTo>
                    <a:pt x="1573534" y="1664394"/>
                  </a:lnTo>
                  <a:lnTo>
                    <a:pt x="1573535" y="1664384"/>
                  </a:lnTo>
                  <a:lnTo>
                    <a:pt x="1573538" y="1664376"/>
                  </a:lnTo>
                  <a:lnTo>
                    <a:pt x="1573541" y="1664371"/>
                  </a:lnTo>
                  <a:lnTo>
                    <a:pt x="1573545" y="1664363"/>
                  </a:lnTo>
                  <a:lnTo>
                    <a:pt x="1573549" y="1664357"/>
                  </a:lnTo>
                  <a:lnTo>
                    <a:pt x="1573557" y="1664352"/>
                  </a:lnTo>
                  <a:lnTo>
                    <a:pt x="1573564" y="1664349"/>
                  </a:lnTo>
                  <a:lnTo>
                    <a:pt x="1573623" y="1664336"/>
                  </a:lnTo>
                  <a:lnTo>
                    <a:pt x="1573618" y="1664332"/>
                  </a:lnTo>
                  <a:lnTo>
                    <a:pt x="1573612" y="1664326"/>
                  </a:lnTo>
                  <a:lnTo>
                    <a:pt x="1573607" y="1664321"/>
                  </a:lnTo>
                  <a:lnTo>
                    <a:pt x="1573602" y="1664319"/>
                  </a:lnTo>
                  <a:lnTo>
                    <a:pt x="1573594" y="1664316"/>
                  </a:lnTo>
                  <a:lnTo>
                    <a:pt x="1573589" y="1664313"/>
                  </a:lnTo>
                  <a:lnTo>
                    <a:pt x="1573582" y="1664312"/>
                  </a:lnTo>
                  <a:lnTo>
                    <a:pt x="1573576" y="1664308"/>
                  </a:lnTo>
                  <a:lnTo>
                    <a:pt x="1573572" y="1664302"/>
                  </a:lnTo>
                  <a:lnTo>
                    <a:pt x="1573569" y="1664294"/>
                  </a:lnTo>
                  <a:lnTo>
                    <a:pt x="1573446" y="1664196"/>
                  </a:lnTo>
                  <a:lnTo>
                    <a:pt x="1573445" y="1664191"/>
                  </a:lnTo>
                  <a:lnTo>
                    <a:pt x="1573444" y="1664186"/>
                  </a:lnTo>
                  <a:lnTo>
                    <a:pt x="1573440" y="1664181"/>
                  </a:lnTo>
                  <a:lnTo>
                    <a:pt x="1573436" y="1664178"/>
                  </a:lnTo>
                  <a:lnTo>
                    <a:pt x="1573432" y="1664174"/>
                  </a:lnTo>
                  <a:lnTo>
                    <a:pt x="1573426" y="1664168"/>
                  </a:lnTo>
                  <a:lnTo>
                    <a:pt x="1573414" y="1664158"/>
                  </a:lnTo>
                  <a:lnTo>
                    <a:pt x="1573400" y="1664151"/>
                  </a:lnTo>
                  <a:lnTo>
                    <a:pt x="1573390" y="1664147"/>
                  </a:lnTo>
                  <a:lnTo>
                    <a:pt x="1573378" y="1664140"/>
                  </a:lnTo>
                  <a:lnTo>
                    <a:pt x="1573371" y="1664135"/>
                  </a:lnTo>
                  <a:lnTo>
                    <a:pt x="1573366" y="1664130"/>
                  </a:lnTo>
                  <a:lnTo>
                    <a:pt x="1573361" y="1664125"/>
                  </a:lnTo>
                  <a:lnTo>
                    <a:pt x="1573357" y="1664114"/>
                  </a:lnTo>
                  <a:lnTo>
                    <a:pt x="1573355" y="1664103"/>
                  </a:lnTo>
                  <a:lnTo>
                    <a:pt x="1573350" y="1664091"/>
                  </a:lnTo>
                  <a:lnTo>
                    <a:pt x="1573342" y="1664081"/>
                  </a:lnTo>
                  <a:lnTo>
                    <a:pt x="1573333" y="1664074"/>
                  </a:lnTo>
                  <a:lnTo>
                    <a:pt x="1573324" y="1664069"/>
                  </a:lnTo>
                  <a:lnTo>
                    <a:pt x="1573315" y="1664067"/>
                  </a:lnTo>
                  <a:lnTo>
                    <a:pt x="1573305" y="1664064"/>
                  </a:lnTo>
                  <a:lnTo>
                    <a:pt x="1573295" y="1664066"/>
                  </a:lnTo>
                  <a:lnTo>
                    <a:pt x="1573286" y="1664071"/>
                  </a:lnTo>
                  <a:lnTo>
                    <a:pt x="1573278" y="1664057"/>
                  </a:lnTo>
                  <a:lnTo>
                    <a:pt x="1573270" y="1664038"/>
                  </a:lnTo>
                  <a:lnTo>
                    <a:pt x="1573264" y="1664038"/>
                  </a:lnTo>
                  <a:lnTo>
                    <a:pt x="1573258" y="1664037"/>
                  </a:lnTo>
                  <a:lnTo>
                    <a:pt x="1573249" y="1664035"/>
                  </a:lnTo>
                  <a:lnTo>
                    <a:pt x="1573240" y="1664031"/>
                  </a:lnTo>
                  <a:lnTo>
                    <a:pt x="1573232" y="1664028"/>
                  </a:lnTo>
                  <a:lnTo>
                    <a:pt x="1573224" y="1664025"/>
                  </a:lnTo>
                  <a:lnTo>
                    <a:pt x="1573216" y="1664020"/>
                  </a:lnTo>
                  <a:lnTo>
                    <a:pt x="1573212" y="1664015"/>
                  </a:lnTo>
                  <a:lnTo>
                    <a:pt x="1573211" y="1664008"/>
                  </a:lnTo>
                  <a:lnTo>
                    <a:pt x="1573211" y="1664001"/>
                  </a:lnTo>
                  <a:lnTo>
                    <a:pt x="1573212" y="1663994"/>
                  </a:lnTo>
                  <a:lnTo>
                    <a:pt x="1573212" y="1663987"/>
                  </a:lnTo>
                  <a:lnTo>
                    <a:pt x="1573211" y="1663978"/>
                  </a:lnTo>
                  <a:lnTo>
                    <a:pt x="1573210" y="1663969"/>
                  </a:lnTo>
                  <a:lnTo>
                    <a:pt x="1573209" y="1663959"/>
                  </a:lnTo>
                  <a:lnTo>
                    <a:pt x="1573211" y="1663951"/>
                  </a:lnTo>
                  <a:lnTo>
                    <a:pt x="1573213" y="1663944"/>
                  </a:lnTo>
                  <a:lnTo>
                    <a:pt x="1573201" y="1663949"/>
                  </a:lnTo>
                  <a:lnTo>
                    <a:pt x="1573185" y="1663955"/>
                  </a:lnTo>
                  <a:lnTo>
                    <a:pt x="1573173" y="1663960"/>
                  </a:lnTo>
                  <a:lnTo>
                    <a:pt x="1573163" y="1663966"/>
                  </a:lnTo>
                  <a:lnTo>
                    <a:pt x="1573155" y="1663970"/>
                  </a:lnTo>
                  <a:lnTo>
                    <a:pt x="1573145" y="1663975"/>
                  </a:lnTo>
                  <a:lnTo>
                    <a:pt x="1573138" y="1663980"/>
                  </a:lnTo>
                  <a:lnTo>
                    <a:pt x="1573132" y="1663983"/>
                  </a:lnTo>
                  <a:lnTo>
                    <a:pt x="1573125" y="1663989"/>
                  </a:lnTo>
                  <a:lnTo>
                    <a:pt x="1573115" y="1663999"/>
                  </a:lnTo>
                  <a:lnTo>
                    <a:pt x="1573104" y="1664008"/>
                  </a:lnTo>
                  <a:lnTo>
                    <a:pt x="1573098" y="1664016"/>
                  </a:lnTo>
                  <a:lnTo>
                    <a:pt x="1573086" y="1664029"/>
                  </a:lnTo>
                  <a:lnTo>
                    <a:pt x="1573073" y="1664036"/>
                  </a:lnTo>
                  <a:lnTo>
                    <a:pt x="1573062" y="1664039"/>
                  </a:lnTo>
                  <a:lnTo>
                    <a:pt x="1573054" y="1664031"/>
                  </a:lnTo>
                  <a:lnTo>
                    <a:pt x="1573047" y="1664020"/>
                  </a:lnTo>
                  <a:lnTo>
                    <a:pt x="1573036" y="1664008"/>
                  </a:lnTo>
                  <a:lnTo>
                    <a:pt x="1573027" y="1663997"/>
                  </a:lnTo>
                  <a:lnTo>
                    <a:pt x="1573019" y="1663987"/>
                  </a:lnTo>
                  <a:lnTo>
                    <a:pt x="1573013" y="1663977"/>
                  </a:lnTo>
                  <a:lnTo>
                    <a:pt x="1573009" y="1663972"/>
                  </a:lnTo>
                  <a:lnTo>
                    <a:pt x="1573005" y="1663966"/>
                  </a:lnTo>
                  <a:lnTo>
                    <a:pt x="1573000" y="1663959"/>
                  </a:lnTo>
                  <a:lnTo>
                    <a:pt x="1572989" y="1663957"/>
                  </a:lnTo>
                  <a:lnTo>
                    <a:pt x="1572980" y="1663956"/>
                  </a:lnTo>
                  <a:lnTo>
                    <a:pt x="1572972" y="1663954"/>
                  </a:lnTo>
                  <a:lnTo>
                    <a:pt x="1572963" y="1663952"/>
                  </a:lnTo>
                  <a:lnTo>
                    <a:pt x="1572954" y="1663949"/>
                  </a:lnTo>
                  <a:lnTo>
                    <a:pt x="1572947" y="1663946"/>
                  </a:lnTo>
                  <a:lnTo>
                    <a:pt x="1572945" y="1663937"/>
                  </a:lnTo>
                  <a:lnTo>
                    <a:pt x="1572945" y="1663928"/>
                  </a:lnTo>
                  <a:lnTo>
                    <a:pt x="1572946" y="1663920"/>
                  </a:lnTo>
                  <a:lnTo>
                    <a:pt x="1572947" y="1663912"/>
                  </a:lnTo>
                  <a:lnTo>
                    <a:pt x="1572945" y="1663903"/>
                  </a:lnTo>
                  <a:lnTo>
                    <a:pt x="1572944" y="1663896"/>
                  </a:lnTo>
                  <a:lnTo>
                    <a:pt x="1572943" y="1663887"/>
                  </a:lnTo>
                  <a:lnTo>
                    <a:pt x="1572942" y="1663881"/>
                  </a:lnTo>
                  <a:lnTo>
                    <a:pt x="1572942" y="1663873"/>
                  </a:lnTo>
                  <a:lnTo>
                    <a:pt x="1572943" y="1663866"/>
                  </a:lnTo>
                  <a:lnTo>
                    <a:pt x="1572943" y="1663858"/>
                  </a:lnTo>
                  <a:lnTo>
                    <a:pt x="1572940" y="1663852"/>
                  </a:lnTo>
                  <a:lnTo>
                    <a:pt x="1572935" y="1663850"/>
                  </a:lnTo>
                  <a:lnTo>
                    <a:pt x="1572929" y="1663848"/>
                  </a:lnTo>
                  <a:lnTo>
                    <a:pt x="1572921" y="1663847"/>
                  </a:lnTo>
                  <a:lnTo>
                    <a:pt x="1572915" y="1663846"/>
                  </a:lnTo>
                  <a:lnTo>
                    <a:pt x="1572906" y="1663846"/>
                  </a:lnTo>
                  <a:lnTo>
                    <a:pt x="1572900" y="1663847"/>
                  </a:lnTo>
                  <a:lnTo>
                    <a:pt x="1572894" y="1663847"/>
                  </a:lnTo>
                  <a:lnTo>
                    <a:pt x="1572888" y="1663846"/>
                  </a:lnTo>
                  <a:lnTo>
                    <a:pt x="1572881" y="1663841"/>
                  </a:lnTo>
                  <a:lnTo>
                    <a:pt x="1572880" y="1663834"/>
                  </a:lnTo>
                  <a:lnTo>
                    <a:pt x="1572879" y="1663827"/>
                  </a:lnTo>
                  <a:lnTo>
                    <a:pt x="1572878" y="1663818"/>
                  </a:lnTo>
                  <a:lnTo>
                    <a:pt x="1572878" y="1663810"/>
                  </a:lnTo>
                  <a:lnTo>
                    <a:pt x="1572878" y="1663801"/>
                  </a:lnTo>
                  <a:lnTo>
                    <a:pt x="1572876" y="1663794"/>
                  </a:lnTo>
                  <a:lnTo>
                    <a:pt x="1572873" y="1663784"/>
                  </a:lnTo>
                  <a:lnTo>
                    <a:pt x="1572870" y="1663775"/>
                  </a:lnTo>
                  <a:lnTo>
                    <a:pt x="1572864" y="1663764"/>
                  </a:lnTo>
                  <a:lnTo>
                    <a:pt x="1572860" y="1663757"/>
                  </a:lnTo>
                  <a:lnTo>
                    <a:pt x="1572858" y="1663751"/>
                  </a:lnTo>
                  <a:lnTo>
                    <a:pt x="1572857" y="1663745"/>
                  </a:lnTo>
                  <a:lnTo>
                    <a:pt x="1572855" y="1663740"/>
                  </a:lnTo>
                  <a:lnTo>
                    <a:pt x="1572855" y="1663734"/>
                  </a:lnTo>
                  <a:lnTo>
                    <a:pt x="1572849" y="1663727"/>
                  </a:lnTo>
                  <a:lnTo>
                    <a:pt x="1572844" y="1663720"/>
                  </a:lnTo>
                  <a:lnTo>
                    <a:pt x="1572840" y="1663713"/>
                  </a:lnTo>
                  <a:lnTo>
                    <a:pt x="1572837" y="1663707"/>
                  </a:lnTo>
                  <a:lnTo>
                    <a:pt x="1572833" y="1663696"/>
                  </a:lnTo>
                  <a:lnTo>
                    <a:pt x="1572832" y="1663691"/>
                  </a:lnTo>
                  <a:lnTo>
                    <a:pt x="1572830" y="1663685"/>
                  </a:lnTo>
                  <a:lnTo>
                    <a:pt x="1572828" y="1663676"/>
                  </a:lnTo>
                  <a:lnTo>
                    <a:pt x="1572827" y="1663669"/>
                  </a:lnTo>
                  <a:lnTo>
                    <a:pt x="1572825" y="1663657"/>
                  </a:lnTo>
                  <a:lnTo>
                    <a:pt x="1572824" y="1663646"/>
                  </a:lnTo>
                  <a:lnTo>
                    <a:pt x="1572824" y="1663638"/>
                  </a:lnTo>
                  <a:lnTo>
                    <a:pt x="1572824" y="1663631"/>
                  </a:lnTo>
                  <a:lnTo>
                    <a:pt x="1572826" y="1663624"/>
                  </a:lnTo>
                  <a:lnTo>
                    <a:pt x="1572832" y="1663619"/>
                  </a:lnTo>
                  <a:lnTo>
                    <a:pt x="1572838" y="1663615"/>
                  </a:lnTo>
                  <a:lnTo>
                    <a:pt x="1572846" y="1663610"/>
                  </a:lnTo>
                  <a:lnTo>
                    <a:pt x="1572852" y="1663606"/>
                  </a:lnTo>
                  <a:lnTo>
                    <a:pt x="1572856" y="1663603"/>
                  </a:lnTo>
                  <a:lnTo>
                    <a:pt x="1572865" y="1663596"/>
                  </a:lnTo>
                  <a:lnTo>
                    <a:pt x="1572870" y="1663591"/>
                  </a:lnTo>
                  <a:lnTo>
                    <a:pt x="1572874" y="1663588"/>
                  </a:lnTo>
                  <a:lnTo>
                    <a:pt x="1572879" y="1663583"/>
                  </a:lnTo>
                  <a:lnTo>
                    <a:pt x="1572883" y="1663578"/>
                  </a:lnTo>
                  <a:lnTo>
                    <a:pt x="1572887" y="1663574"/>
                  </a:lnTo>
                  <a:lnTo>
                    <a:pt x="1572892" y="1663567"/>
                  </a:lnTo>
                  <a:lnTo>
                    <a:pt x="1572896" y="1663561"/>
                  </a:lnTo>
                  <a:lnTo>
                    <a:pt x="1572899" y="1663556"/>
                  </a:lnTo>
                  <a:lnTo>
                    <a:pt x="1572901" y="1663549"/>
                  </a:lnTo>
                  <a:lnTo>
                    <a:pt x="1572902" y="1663543"/>
                  </a:lnTo>
                  <a:lnTo>
                    <a:pt x="1572901" y="1663536"/>
                  </a:lnTo>
                  <a:lnTo>
                    <a:pt x="1572903" y="1663529"/>
                  </a:lnTo>
                  <a:lnTo>
                    <a:pt x="1572912" y="1663527"/>
                  </a:lnTo>
                  <a:lnTo>
                    <a:pt x="1572919" y="1663527"/>
                  </a:lnTo>
                  <a:lnTo>
                    <a:pt x="1572927" y="1663527"/>
                  </a:lnTo>
                  <a:lnTo>
                    <a:pt x="1572935" y="1663528"/>
                  </a:lnTo>
                  <a:lnTo>
                    <a:pt x="1572945" y="1663530"/>
                  </a:lnTo>
                  <a:lnTo>
                    <a:pt x="1572955" y="1663531"/>
                  </a:lnTo>
                  <a:lnTo>
                    <a:pt x="1572963" y="1663531"/>
                  </a:lnTo>
                  <a:lnTo>
                    <a:pt x="1572972" y="1663531"/>
                  </a:lnTo>
                  <a:lnTo>
                    <a:pt x="1572980" y="1663531"/>
                  </a:lnTo>
                  <a:lnTo>
                    <a:pt x="1572989" y="1663529"/>
                  </a:lnTo>
                  <a:lnTo>
                    <a:pt x="1572996" y="1663525"/>
                  </a:lnTo>
                  <a:lnTo>
                    <a:pt x="1573002" y="1663520"/>
                  </a:lnTo>
                  <a:lnTo>
                    <a:pt x="1573006" y="1663516"/>
                  </a:lnTo>
                  <a:lnTo>
                    <a:pt x="1573010" y="1663510"/>
                  </a:lnTo>
                  <a:lnTo>
                    <a:pt x="1573015" y="1663505"/>
                  </a:lnTo>
                  <a:lnTo>
                    <a:pt x="1573021" y="1663501"/>
                  </a:lnTo>
                  <a:lnTo>
                    <a:pt x="1573026" y="1663499"/>
                  </a:lnTo>
                  <a:lnTo>
                    <a:pt x="1573032" y="1663499"/>
                  </a:lnTo>
                  <a:lnTo>
                    <a:pt x="1573037" y="1663500"/>
                  </a:lnTo>
                  <a:lnTo>
                    <a:pt x="1573045" y="1663503"/>
                  </a:lnTo>
                  <a:lnTo>
                    <a:pt x="1573051" y="1663499"/>
                  </a:lnTo>
                  <a:lnTo>
                    <a:pt x="1573056" y="1663495"/>
                  </a:lnTo>
                  <a:lnTo>
                    <a:pt x="1573064" y="1663490"/>
                  </a:lnTo>
                  <a:lnTo>
                    <a:pt x="1573071" y="1663485"/>
                  </a:lnTo>
                  <a:lnTo>
                    <a:pt x="1573078" y="1663481"/>
                  </a:lnTo>
                  <a:lnTo>
                    <a:pt x="1573086" y="1663476"/>
                  </a:lnTo>
                  <a:lnTo>
                    <a:pt x="1573094" y="1663474"/>
                  </a:lnTo>
                  <a:lnTo>
                    <a:pt x="1573102" y="1663472"/>
                  </a:lnTo>
                  <a:lnTo>
                    <a:pt x="1573108" y="1663470"/>
                  </a:lnTo>
                  <a:lnTo>
                    <a:pt x="1573112" y="1663468"/>
                  </a:lnTo>
                  <a:lnTo>
                    <a:pt x="1573118" y="1663466"/>
                  </a:lnTo>
                  <a:lnTo>
                    <a:pt x="1573123" y="1663463"/>
                  </a:lnTo>
                  <a:lnTo>
                    <a:pt x="1573128" y="1663460"/>
                  </a:lnTo>
                  <a:lnTo>
                    <a:pt x="1573133" y="1663457"/>
                  </a:lnTo>
                  <a:lnTo>
                    <a:pt x="1573141" y="1663456"/>
                  </a:lnTo>
                  <a:lnTo>
                    <a:pt x="1573148" y="1663455"/>
                  </a:lnTo>
                  <a:lnTo>
                    <a:pt x="1573155" y="1663457"/>
                  </a:lnTo>
                  <a:lnTo>
                    <a:pt x="1573164" y="1663459"/>
                  </a:lnTo>
                  <a:lnTo>
                    <a:pt x="1573172" y="1663461"/>
                  </a:lnTo>
                  <a:lnTo>
                    <a:pt x="1573191" y="1663464"/>
                  </a:lnTo>
                  <a:lnTo>
                    <a:pt x="1573200" y="1663466"/>
                  </a:lnTo>
                  <a:lnTo>
                    <a:pt x="1573207" y="1663470"/>
                  </a:lnTo>
                  <a:lnTo>
                    <a:pt x="1573214" y="1663474"/>
                  </a:lnTo>
                  <a:lnTo>
                    <a:pt x="1573219" y="1663476"/>
                  </a:lnTo>
                  <a:lnTo>
                    <a:pt x="1573226" y="1663480"/>
                  </a:lnTo>
                  <a:lnTo>
                    <a:pt x="1573233" y="1663484"/>
                  </a:lnTo>
                  <a:lnTo>
                    <a:pt x="1573238" y="1663487"/>
                  </a:lnTo>
                  <a:lnTo>
                    <a:pt x="1573243" y="1663488"/>
                  </a:lnTo>
                  <a:lnTo>
                    <a:pt x="1573251" y="1663490"/>
                  </a:lnTo>
                  <a:lnTo>
                    <a:pt x="1573258" y="1663485"/>
                  </a:lnTo>
                  <a:lnTo>
                    <a:pt x="1573262" y="1663479"/>
                  </a:lnTo>
                  <a:lnTo>
                    <a:pt x="1573267" y="1663474"/>
                  </a:lnTo>
                  <a:lnTo>
                    <a:pt x="1573272" y="1663467"/>
                  </a:lnTo>
                  <a:lnTo>
                    <a:pt x="1573276" y="1663459"/>
                  </a:lnTo>
                  <a:lnTo>
                    <a:pt x="1573281" y="1663449"/>
                  </a:lnTo>
                  <a:lnTo>
                    <a:pt x="1573280" y="1663440"/>
                  </a:lnTo>
                  <a:lnTo>
                    <a:pt x="1573276" y="1663432"/>
                  </a:lnTo>
                  <a:lnTo>
                    <a:pt x="1573272" y="1663426"/>
                  </a:lnTo>
                  <a:lnTo>
                    <a:pt x="1573269" y="1663422"/>
                  </a:lnTo>
                  <a:lnTo>
                    <a:pt x="1573266" y="1663417"/>
                  </a:lnTo>
                  <a:lnTo>
                    <a:pt x="1573264" y="1663410"/>
                  </a:lnTo>
                  <a:lnTo>
                    <a:pt x="1573262" y="1663403"/>
                  </a:lnTo>
                  <a:lnTo>
                    <a:pt x="1573261" y="1663394"/>
                  </a:lnTo>
                  <a:lnTo>
                    <a:pt x="1573259" y="1663387"/>
                  </a:lnTo>
                  <a:lnTo>
                    <a:pt x="1573258" y="1663381"/>
                  </a:lnTo>
                  <a:lnTo>
                    <a:pt x="1573255" y="1663374"/>
                  </a:lnTo>
                  <a:lnTo>
                    <a:pt x="1573255" y="1663366"/>
                  </a:lnTo>
                  <a:lnTo>
                    <a:pt x="1573258" y="1663361"/>
                  </a:lnTo>
                  <a:lnTo>
                    <a:pt x="1573264" y="1663357"/>
                  </a:lnTo>
                  <a:lnTo>
                    <a:pt x="1573271" y="1663353"/>
                  </a:lnTo>
                  <a:lnTo>
                    <a:pt x="1573276" y="1663348"/>
                  </a:lnTo>
                  <a:lnTo>
                    <a:pt x="1573279" y="1663342"/>
                  </a:lnTo>
                  <a:lnTo>
                    <a:pt x="1573282" y="1663335"/>
                  </a:lnTo>
                  <a:lnTo>
                    <a:pt x="1573285" y="1663327"/>
                  </a:lnTo>
                  <a:lnTo>
                    <a:pt x="1573286" y="1663321"/>
                  </a:lnTo>
                  <a:lnTo>
                    <a:pt x="1573288" y="1663314"/>
                  </a:lnTo>
                  <a:lnTo>
                    <a:pt x="1573293" y="1663303"/>
                  </a:lnTo>
                  <a:lnTo>
                    <a:pt x="1573299" y="1663294"/>
                  </a:lnTo>
                  <a:lnTo>
                    <a:pt x="1573305" y="1663287"/>
                  </a:lnTo>
                  <a:lnTo>
                    <a:pt x="1573308" y="1663282"/>
                  </a:lnTo>
                  <a:lnTo>
                    <a:pt x="1573313" y="1663278"/>
                  </a:lnTo>
                  <a:lnTo>
                    <a:pt x="1573318" y="1663274"/>
                  </a:lnTo>
                  <a:lnTo>
                    <a:pt x="1573326" y="1663269"/>
                  </a:lnTo>
                  <a:lnTo>
                    <a:pt x="1573332" y="1663265"/>
                  </a:lnTo>
                  <a:lnTo>
                    <a:pt x="1573330" y="1663257"/>
                  </a:lnTo>
                  <a:lnTo>
                    <a:pt x="1573327" y="1663252"/>
                  </a:lnTo>
                  <a:lnTo>
                    <a:pt x="1573321" y="1663249"/>
                  </a:lnTo>
                  <a:lnTo>
                    <a:pt x="1573312" y="1663246"/>
                  </a:lnTo>
                  <a:lnTo>
                    <a:pt x="1573305" y="1663243"/>
                  </a:lnTo>
                  <a:lnTo>
                    <a:pt x="1573299" y="1663239"/>
                  </a:lnTo>
                  <a:lnTo>
                    <a:pt x="1573292" y="1663235"/>
                  </a:lnTo>
                  <a:lnTo>
                    <a:pt x="1573289" y="1663226"/>
                  </a:lnTo>
                  <a:lnTo>
                    <a:pt x="1573290" y="1663218"/>
                  </a:lnTo>
                  <a:lnTo>
                    <a:pt x="1573294" y="1663209"/>
                  </a:lnTo>
                  <a:lnTo>
                    <a:pt x="1573299" y="1663201"/>
                  </a:lnTo>
                  <a:lnTo>
                    <a:pt x="1573305" y="1663193"/>
                  </a:lnTo>
                  <a:lnTo>
                    <a:pt x="1573308" y="1663188"/>
                  </a:lnTo>
                  <a:lnTo>
                    <a:pt x="1573310" y="1663182"/>
                  </a:lnTo>
                  <a:lnTo>
                    <a:pt x="1573312" y="1663176"/>
                  </a:lnTo>
                  <a:lnTo>
                    <a:pt x="1573313" y="1663170"/>
                  </a:lnTo>
                  <a:lnTo>
                    <a:pt x="1573314" y="1663165"/>
                  </a:lnTo>
                  <a:lnTo>
                    <a:pt x="1573315" y="1663158"/>
                  </a:lnTo>
                  <a:lnTo>
                    <a:pt x="1573317" y="1663152"/>
                  </a:lnTo>
                  <a:lnTo>
                    <a:pt x="1573319" y="1663144"/>
                  </a:lnTo>
                  <a:lnTo>
                    <a:pt x="1573322" y="1663134"/>
                  </a:lnTo>
                  <a:lnTo>
                    <a:pt x="1573324" y="1663126"/>
                  </a:lnTo>
                  <a:lnTo>
                    <a:pt x="1573326" y="1663121"/>
                  </a:lnTo>
                  <a:lnTo>
                    <a:pt x="1573330" y="1663114"/>
                  </a:lnTo>
                  <a:lnTo>
                    <a:pt x="1573335" y="1663109"/>
                  </a:lnTo>
                  <a:lnTo>
                    <a:pt x="1573339" y="1663105"/>
                  </a:lnTo>
                  <a:lnTo>
                    <a:pt x="1573345" y="1663098"/>
                  </a:lnTo>
                  <a:lnTo>
                    <a:pt x="1573350" y="1663092"/>
                  </a:lnTo>
                  <a:lnTo>
                    <a:pt x="1573353" y="1663086"/>
                  </a:lnTo>
                  <a:lnTo>
                    <a:pt x="1573356" y="1663080"/>
                  </a:lnTo>
                  <a:lnTo>
                    <a:pt x="1573358" y="1663074"/>
                  </a:lnTo>
                  <a:lnTo>
                    <a:pt x="1573359" y="1663068"/>
                  </a:lnTo>
                  <a:lnTo>
                    <a:pt x="1573361" y="1663062"/>
                  </a:lnTo>
                  <a:lnTo>
                    <a:pt x="1573364" y="1663054"/>
                  </a:lnTo>
                  <a:lnTo>
                    <a:pt x="1573368" y="1663047"/>
                  </a:lnTo>
                  <a:lnTo>
                    <a:pt x="1573374" y="1663036"/>
                  </a:lnTo>
                  <a:lnTo>
                    <a:pt x="1573377" y="1663027"/>
                  </a:lnTo>
                  <a:lnTo>
                    <a:pt x="1573380" y="1663017"/>
                  </a:lnTo>
                  <a:lnTo>
                    <a:pt x="1573382" y="1663012"/>
                  </a:lnTo>
                  <a:lnTo>
                    <a:pt x="1573384" y="1663004"/>
                  </a:lnTo>
                  <a:lnTo>
                    <a:pt x="1573386" y="1662995"/>
                  </a:lnTo>
                  <a:lnTo>
                    <a:pt x="1573389" y="1662988"/>
                  </a:lnTo>
                  <a:lnTo>
                    <a:pt x="1573391" y="1662982"/>
                  </a:lnTo>
                  <a:lnTo>
                    <a:pt x="1573394" y="1662973"/>
                  </a:lnTo>
                  <a:lnTo>
                    <a:pt x="1573394" y="1662964"/>
                  </a:lnTo>
                  <a:lnTo>
                    <a:pt x="1573393" y="1662958"/>
                  </a:lnTo>
                  <a:lnTo>
                    <a:pt x="1573392" y="1662953"/>
                  </a:lnTo>
                  <a:lnTo>
                    <a:pt x="1573395" y="1662946"/>
                  </a:lnTo>
                  <a:lnTo>
                    <a:pt x="1573399" y="1662940"/>
                  </a:lnTo>
                  <a:lnTo>
                    <a:pt x="1573405" y="1662935"/>
                  </a:lnTo>
                  <a:lnTo>
                    <a:pt x="1573411" y="1662928"/>
                  </a:lnTo>
                  <a:lnTo>
                    <a:pt x="1573416" y="1662923"/>
                  </a:lnTo>
                  <a:lnTo>
                    <a:pt x="1573420" y="1662920"/>
                  </a:lnTo>
                  <a:lnTo>
                    <a:pt x="1573424" y="1662916"/>
                  </a:lnTo>
                  <a:lnTo>
                    <a:pt x="1573428" y="1662912"/>
                  </a:lnTo>
                  <a:lnTo>
                    <a:pt x="1573431" y="1662907"/>
                  </a:lnTo>
                  <a:lnTo>
                    <a:pt x="1573435" y="1662902"/>
                  </a:lnTo>
                  <a:lnTo>
                    <a:pt x="1573440" y="1662897"/>
                  </a:lnTo>
                  <a:lnTo>
                    <a:pt x="1573446" y="1662893"/>
                  </a:lnTo>
                  <a:lnTo>
                    <a:pt x="1573452" y="1662888"/>
                  </a:lnTo>
                  <a:lnTo>
                    <a:pt x="1573456" y="1662883"/>
                  </a:lnTo>
                  <a:lnTo>
                    <a:pt x="1573458" y="1662878"/>
                  </a:lnTo>
                  <a:lnTo>
                    <a:pt x="1573461" y="1662872"/>
                  </a:lnTo>
                  <a:lnTo>
                    <a:pt x="1573463" y="1662866"/>
                  </a:lnTo>
                  <a:lnTo>
                    <a:pt x="1573467" y="1662860"/>
                  </a:lnTo>
                  <a:lnTo>
                    <a:pt x="1573471" y="1662854"/>
                  </a:lnTo>
                  <a:lnTo>
                    <a:pt x="1573475" y="1662848"/>
                  </a:lnTo>
                  <a:lnTo>
                    <a:pt x="1573479" y="1662841"/>
                  </a:lnTo>
                  <a:lnTo>
                    <a:pt x="1573484" y="1662833"/>
                  </a:lnTo>
                  <a:lnTo>
                    <a:pt x="1573488" y="1662826"/>
                  </a:lnTo>
                  <a:lnTo>
                    <a:pt x="1573490" y="1662817"/>
                  </a:lnTo>
                  <a:lnTo>
                    <a:pt x="1573497" y="1662809"/>
                  </a:lnTo>
                  <a:lnTo>
                    <a:pt x="1573504" y="1662800"/>
                  </a:lnTo>
                  <a:lnTo>
                    <a:pt x="1573509" y="1662794"/>
                  </a:lnTo>
                  <a:lnTo>
                    <a:pt x="1573513" y="1662791"/>
                  </a:lnTo>
                  <a:lnTo>
                    <a:pt x="1573518" y="1662786"/>
                  </a:lnTo>
                  <a:lnTo>
                    <a:pt x="1573523" y="1662782"/>
                  </a:lnTo>
                  <a:lnTo>
                    <a:pt x="1573529" y="1662776"/>
                  </a:lnTo>
                  <a:lnTo>
                    <a:pt x="1573529" y="1662765"/>
                  </a:lnTo>
                  <a:lnTo>
                    <a:pt x="1573526" y="1662756"/>
                  </a:lnTo>
                  <a:lnTo>
                    <a:pt x="1573523" y="1662746"/>
                  </a:lnTo>
                  <a:lnTo>
                    <a:pt x="1573520" y="1662736"/>
                  </a:lnTo>
                  <a:lnTo>
                    <a:pt x="1573517" y="1662725"/>
                  </a:lnTo>
                  <a:lnTo>
                    <a:pt x="1573515" y="1662720"/>
                  </a:lnTo>
                  <a:lnTo>
                    <a:pt x="1573514" y="1662711"/>
                  </a:lnTo>
                  <a:lnTo>
                    <a:pt x="1573514" y="1662700"/>
                  </a:lnTo>
                  <a:lnTo>
                    <a:pt x="1573516" y="1662690"/>
                  </a:lnTo>
                  <a:lnTo>
                    <a:pt x="1573516" y="1662684"/>
                  </a:lnTo>
                  <a:lnTo>
                    <a:pt x="1573517" y="1662678"/>
                  </a:lnTo>
                  <a:lnTo>
                    <a:pt x="1573516" y="1662670"/>
                  </a:lnTo>
                  <a:lnTo>
                    <a:pt x="1573516" y="1662663"/>
                  </a:lnTo>
                  <a:lnTo>
                    <a:pt x="1573517" y="1662653"/>
                  </a:lnTo>
                  <a:lnTo>
                    <a:pt x="1573518" y="1662643"/>
                  </a:lnTo>
                  <a:lnTo>
                    <a:pt x="1573519" y="1662637"/>
                  </a:lnTo>
                  <a:lnTo>
                    <a:pt x="1573518" y="1662629"/>
                  </a:lnTo>
                  <a:lnTo>
                    <a:pt x="1573515" y="1662623"/>
                  </a:lnTo>
                  <a:lnTo>
                    <a:pt x="1573512" y="1662618"/>
                  </a:lnTo>
                  <a:lnTo>
                    <a:pt x="1573509" y="1662614"/>
                  </a:lnTo>
                  <a:lnTo>
                    <a:pt x="1573505" y="1662607"/>
                  </a:lnTo>
                  <a:lnTo>
                    <a:pt x="1573502" y="1662602"/>
                  </a:lnTo>
                  <a:lnTo>
                    <a:pt x="1573497" y="1662597"/>
                  </a:lnTo>
                  <a:lnTo>
                    <a:pt x="1573491" y="1662594"/>
                  </a:lnTo>
                  <a:lnTo>
                    <a:pt x="1573486" y="1662592"/>
                  </a:lnTo>
                  <a:lnTo>
                    <a:pt x="1573480" y="1662590"/>
                  </a:lnTo>
                  <a:lnTo>
                    <a:pt x="1573474" y="1662589"/>
                  </a:lnTo>
                  <a:lnTo>
                    <a:pt x="1573467" y="1662587"/>
                  </a:lnTo>
                  <a:lnTo>
                    <a:pt x="1573459" y="1662584"/>
                  </a:lnTo>
                  <a:lnTo>
                    <a:pt x="1573451" y="1662580"/>
                  </a:lnTo>
                  <a:lnTo>
                    <a:pt x="1573444" y="1662576"/>
                  </a:lnTo>
                  <a:lnTo>
                    <a:pt x="1573438" y="1662570"/>
                  </a:lnTo>
                  <a:lnTo>
                    <a:pt x="1573433" y="1662564"/>
                  </a:lnTo>
                  <a:lnTo>
                    <a:pt x="1573429" y="1662556"/>
                  </a:lnTo>
                  <a:lnTo>
                    <a:pt x="1573427" y="1662547"/>
                  </a:lnTo>
                  <a:lnTo>
                    <a:pt x="1573424" y="1662541"/>
                  </a:lnTo>
                  <a:lnTo>
                    <a:pt x="1573421" y="1662537"/>
                  </a:lnTo>
                  <a:lnTo>
                    <a:pt x="1573416" y="1662531"/>
                  </a:lnTo>
                  <a:lnTo>
                    <a:pt x="1573412" y="1662524"/>
                  </a:lnTo>
                  <a:lnTo>
                    <a:pt x="1573408" y="1662517"/>
                  </a:lnTo>
                  <a:lnTo>
                    <a:pt x="1573403" y="1662508"/>
                  </a:lnTo>
                  <a:lnTo>
                    <a:pt x="1573397" y="1662502"/>
                  </a:lnTo>
                  <a:lnTo>
                    <a:pt x="1573390" y="1662497"/>
                  </a:lnTo>
                  <a:lnTo>
                    <a:pt x="1573385" y="1662493"/>
                  </a:lnTo>
                  <a:lnTo>
                    <a:pt x="1573378" y="1662490"/>
                  </a:lnTo>
                  <a:lnTo>
                    <a:pt x="1573372" y="1662486"/>
                  </a:lnTo>
                  <a:lnTo>
                    <a:pt x="1573363" y="1662482"/>
                  </a:lnTo>
                  <a:lnTo>
                    <a:pt x="1573354" y="1662479"/>
                  </a:lnTo>
                  <a:lnTo>
                    <a:pt x="1573346" y="1662478"/>
                  </a:lnTo>
                  <a:lnTo>
                    <a:pt x="1573337" y="1662478"/>
                  </a:lnTo>
                  <a:lnTo>
                    <a:pt x="1573327" y="1662477"/>
                  </a:lnTo>
                  <a:lnTo>
                    <a:pt x="1573320" y="1662476"/>
                  </a:lnTo>
                  <a:lnTo>
                    <a:pt x="1573315" y="1662474"/>
                  </a:lnTo>
                  <a:lnTo>
                    <a:pt x="1573308" y="1662470"/>
                  </a:lnTo>
                  <a:lnTo>
                    <a:pt x="1573301" y="1662470"/>
                  </a:lnTo>
                  <a:lnTo>
                    <a:pt x="1573295" y="1662471"/>
                  </a:lnTo>
                  <a:lnTo>
                    <a:pt x="1573289" y="1662473"/>
                  </a:lnTo>
                  <a:lnTo>
                    <a:pt x="1573281" y="1662474"/>
                  </a:lnTo>
                  <a:lnTo>
                    <a:pt x="1573273" y="1662474"/>
                  </a:lnTo>
                  <a:lnTo>
                    <a:pt x="1573267" y="1662473"/>
                  </a:lnTo>
                  <a:lnTo>
                    <a:pt x="1573262" y="1662469"/>
                  </a:lnTo>
                  <a:lnTo>
                    <a:pt x="1573257" y="1662465"/>
                  </a:lnTo>
                  <a:lnTo>
                    <a:pt x="1573253" y="1662460"/>
                  </a:lnTo>
                  <a:lnTo>
                    <a:pt x="1573248" y="1662454"/>
                  </a:lnTo>
                  <a:lnTo>
                    <a:pt x="1573240" y="1662447"/>
                  </a:lnTo>
                  <a:lnTo>
                    <a:pt x="1573232" y="1662442"/>
                  </a:lnTo>
                  <a:lnTo>
                    <a:pt x="1573228" y="1662440"/>
                  </a:lnTo>
                  <a:lnTo>
                    <a:pt x="1573220" y="1662434"/>
                  </a:lnTo>
                  <a:lnTo>
                    <a:pt x="1573215" y="1662428"/>
                  </a:lnTo>
                  <a:lnTo>
                    <a:pt x="1573210" y="1662422"/>
                  </a:lnTo>
                  <a:lnTo>
                    <a:pt x="1573206" y="1662416"/>
                  </a:lnTo>
                  <a:lnTo>
                    <a:pt x="1573200" y="1662408"/>
                  </a:lnTo>
                  <a:lnTo>
                    <a:pt x="1573195" y="1662402"/>
                  </a:lnTo>
                  <a:lnTo>
                    <a:pt x="1573191" y="1662395"/>
                  </a:lnTo>
                  <a:lnTo>
                    <a:pt x="1573187" y="1662387"/>
                  </a:lnTo>
                  <a:lnTo>
                    <a:pt x="1573190" y="1662379"/>
                  </a:lnTo>
                  <a:lnTo>
                    <a:pt x="1573194" y="1662373"/>
                  </a:lnTo>
                  <a:lnTo>
                    <a:pt x="1573198" y="1662368"/>
                  </a:lnTo>
                  <a:lnTo>
                    <a:pt x="1573204" y="1662363"/>
                  </a:lnTo>
                  <a:lnTo>
                    <a:pt x="1573207" y="1662359"/>
                  </a:lnTo>
                  <a:lnTo>
                    <a:pt x="1573211" y="1662355"/>
                  </a:lnTo>
                  <a:lnTo>
                    <a:pt x="1573216" y="1662348"/>
                  </a:lnTo>
                  <a:lnTo>
                    <a:pt x="1573222" y="1662342"/>
                  </a:lnTo>
                  <a:lnTo>
                    <a:pt x="1573227" y="1662335"/>
                  </a:lnTo>
                  <a:lnTo>
                    <a:pt x="1573232" y="1662327"/>
                  </a:lnTo>
                  <a:lnTo>
                    <a:pt x="1573237" y="1662320"/>
                  </a:lnTo>
                  <a:lnTo>
                    <a:pt x="1573240" y="1662314"/>
                  </a:lnTo>
                  <a:lnTo>
                    <a:pt x="1573245" y="1662306"/>
                  </a:lnTo>
                  <a:lnTo>
                    <a:pt x="1573249" y="1662300"/>
                  </a:lnTo>
                  <a:lnTo>
                    <a:pt x="1573251" y="1662294"/>
                  </a:lnTo>
                  <a:lnTo>
                    <a:pt x="1573254" y="1662290"/>
                  </a:lnTo>
                  <a:lnTo>
                    <a:pt x="1573258" y="1662284"/>
                  </a:lnTo>
                  <a:lnTo>
                    <a:pt x="1573263" y="1662281"/>
                  </a:lnTo>
                  <a:lnTo>
                    <a:pt x="1573269" y="1662277"/>
                  </a:lnTo>
                  <a:lnTo>
                    <a:pt x="1573275" y="1662270"/>
                  </a:lnTo>
                  <a:lnTo>
                    <a:pt x="1573272" y="1662260"/>
                  </a:lnTo>
                  <a:lnTo>
                    <a:pt x="1573270" y="1662255"/>
                  </a:lnTo>
                  <a:lnTo>
                    <a:pt x="1573271" y="1662248"/>
                  </a:lnTo>
                  <a:lnTo>
                    <a:pt x="1573271" y="1662240"/>
                  </a:lnTo>
                  <a:lnTo>
                    <a:pt x="1573272" y="1662231"/>
                  </a:lnTo>
                  <a:lnTo>
                    <a:pt x="1573270" y="1662223"/>
                  </a:lnTo>
                  <a:lnTo>
                    <a:pt x="1573269" y="1662212"/>
                  </a:lnTo>
                  <a:lnTo>
                    <a:pt x="1573274" y="1662207"/>
                  </a:lnTo>
                  <a:lnTo>
                    <a:pt x="1573282" y="1662201"/>
                  </a:lnTo>
                  <a:lnTo>
                    <a:pt x="1573288" y="1662197"/>
                  </a:lnTo>
                  <a:lnTo>
                    <a:pt x="1573298" y="1662191"/>
                  </a:lnTo>
                  <a:lnTo>
                    <a:pt x="1573308" y="1662185"/>
                  </a:lnTo>
                  <a:lnTo>
                    <a:pt x="1573314" y="1662181"/>
                  </a:lnTo>
                  <a:lnTo>
                    <a:pt x="1573323" y="1662178"/>
                  </a:lnTo>
                  <a:lnTo>
                    <a:pt x="1573331" y="1662176"/>
                  </a:lnTo>
                  <a:lnTo>
                    <a:pt x="1573336" y="1662174"/>
                  </a:lnTo>
                  <a:lnTo>
                    <a:pt x="1573343" y="1662171"/>
                  </a:lnTo>
                  <a:lnTo>
                    <a:pt x="1573353" y="1662168"/>
                  </a:lnTo>
                  <a:lnTo>
                    <a:pt x="1573362" y="1662165"/>
                  </a:lnTo>
                  <a:lnTo>
                    <a:pt x="1573370" y="1662159"/>
                  </a:lnTo>
                  <a:lnTo>
                    <a:pt x="1573364" y="1662148"/>
                  </a:lnTo>
                  <a:lnTo>
                    <a:pt x="1573360" y="1662141"/>
                  </a:lnTo>
                  <a:lnTo>
                    <a:pt x="1573357" y="1662134"/>
                  </a:lnTo>
                  <a:lnTo>
                    <a:pt x="1573354" y="1662125"/>
                  </a:lnTo>
                  <a:lnTo>
                    <a:pt x="1573354" y="1662116"/>
                  </a:lnTo>
                  <a:lnTo>
                    <a:pt x="1573357" y="1662106"/>
                  </a:lnTo>
                  <a:lnTo>
                    <a:pt x="1573364" y="1662096"/>
                  </a:lnTo>
                  <a:lnTo>
                    <a:pt x="1573361" y="1662089"/>
                  </a:lnTo>
                  <a:lnTo>
                    <a:pt x="1573358" y="1662084"/>
                  </a:lnTo>
                  <a:lnTo>
                    <a:pt x="1573356" y="1662077"/>
                  </a:lnTo>
                  <a:lnTo>
                    <a:pt x="1573356" y="1662068"/>
                  </a:lnTo>
                  <a:lnTo>
                    <a:pt x="1573357" y="1662058"/>
                  </a:lnTo>
                  <a:lnTo>
                    <a:pt x="1573357" y="1662049"/>
                  </a:lnTo>
                  <a:lnTo>
                    <a:pt x="1573358" y="1662040"/>
                  </a:lnTo>
                  <a:lnTo>
                    <a:pt x="1573358" y="1662030"/>
                  </a:lnTo>
                  <a:lnTo>
                    <a:pt x="1573358" y="1662024"/>
                  </a:lnTo>
                  <a:lnTo>
                    <a:pt x="1573355" y="1662017"/>
                  </a:lnTo>
                  <a:lnTo>
                    <a:pt x="1573353" y="1662011"/>
                  </a:lnTo>
                  <a:lnTo>
                    <a:pt x="1573352" y="1662005"/>
                  </a:lnTo>
                  <a:lnTo>
                    <a:pt x="1573353" y="1661995"/>
                  </a:lnTo>
                  <a:lnTo>
                    <a:pt x="1573363" y="1661991"/>
                  </a:lnTo>
                  <a:lnTo>
                    <a:pt x="1573375" y="1661986"/>
                  </a:lnTo>
                  <a:lnTo>
                    <a:pt x="1573385" y="1661983"/>
                  </a:lnTo>
                  <a:lnTo>
                    <a:pt x="1573391" y="1661981"/>
                  </a:lnTo>
                  <a:lnTo>
                    <a:pt x="1573398" y="1661978"/>
                  </a:lnTo>
                  <a:lnTo>
                    <a:pt x="1573407" y="1661974"/>
                  </a:lnTo>
                  <a:lnTo>
                    <a:pt x="1573415" y="1661971"/>
                  </a:lnTo>
                  <a:lnTo>
                    <a:pt x="1573423" y="1661968"/>
                  </a:lnTo>
                  <a:lnTo>
                    <a:pt x="1573429" y="1661967"/>
                  </a:lnTo>
                  <a:lnTo>
                    <a:pt x="1573438" y="1661965"/>
                  </a:lnTo>
                  <a:lnTo>
                    <a:pt x="1573446" y="1661964"/>
                  </a:lnTo>
                  <a:lnTo>
                    <a:pt x="1573454" y="1661962"/>
                  </a:lnTo>
                  <a:lnTo>
                    <a:pt x="1573463" y="1661961"/>
                  </a:lnTo>
                  <a:lnTo>
                    <a:pt x="1573469" y="1661956"/>
                  </a:lnTo>
                  <a:lnTo>
                    <a:pt x="1573474" y="1661947"/>
                  </a:lnTo>
                  <a:lnTo>
                    <a:pt x="1573479" y="1661937"/>
                  </a:lnTo>
                  <a:lnTo>
                    <a:pt x="1573490" y="1661930"/>
                  </a:lnTo>
                  <a:lnTo>
                    <a:pt x="1573499" y="1661926"/>
                  </a:lnTo>
                  <a:lnTo>
                    <a:pt x="1573509" y="1661921"/>
                  </a:lnTo>
                  <a:lnTo>
                    <a:pt x="1573528" y="1661920"/>
                  </a:lnTo>
                  <a:lnTo>
                    <a:pt x="1573537" y="1661918"/>
                  </a:lnTo>
                  <a:lnTo>
                    <a:pt x="1573546" y="1661915"/>
                  </a:lnTo>
                  <a:lnTo>
                    <a:pt x="1573554" y="1661910"/>
                  </a:lnTo>
                  <a:lnTo>
                    <a:pt x="1573560" y="1661906"/>
                  </a:lnTo>
                  <a:lnTo>
                    <a:pt x="1573569" y="1661899"/>
                  </a:lnTo>
                  <a:lnTo>
                    <a:pt x="1573577" y="1661894"/>
                  </a:lnTo>
                  <a:lnTo>
                    <a:pt x="1573582" y="1661889"/>
                  </a:lnTo>
                  <a:lnTo>
                    <a:pt x="1573587" y="1661885"/>
                  </a:lnTo>
                  <a:lnTo>
                    <a:pt x="1573609" y="1661868"/>
                  </a:lnTo>
                  <a:lnTo>
                    <a:pt x="1573620" y="1661856"/>
                  </a:lnTo>
                  <a:lnTo>
                    <a:pt x="1573637" y="1661824"/>
                  </a:lnTo>
                  <a:lnTo>
                    <a:pt x="1573648" y="1661815"/>
                  </a:lnTo>
                  <a:lnTo>
                    <a:pt x="1573656" y="1661810"/>
                  </a:lnTo>
                  <a:lnTo>
                    <a:pt x="1573663" y="1661805"/>
                  </a:lnTo>
                  <a:lnTo>
                    <a:pt x="1573669" y="1661797"/>
                  </a:lnTo>
                  <a:lnTo>
                    <a:pt x="1573674" y="1661790"/>
                  </a:lnTo>
                  <a:lnTo>
                    <a:pt x="1573678" y="1661785"/>
                  </a:lnTo>
                  <a:lnTo>
                    <a:pt x="1573685" y="1661780"/>
                  </a:lnTo>
                  <a:lnTo>
                    <a:pt x="1573691" y="1661776"/>
                  </a:lnTo>
                  <a:lnTo>
                    <a:pt x="1573697" y="1661772"/>
                  </a:lnTo>
                  <a:lnTo>
                    <a:pt x="1573702" y="1661765"/>
                  </a:lnTo>
                  <a:lnTo>
                    <a:pt x="1573703" y="1661758"/>
                  </a:lnTo>
                  <a:lnTo>
                    <a:pt x="1573704" y="1661751"/>
                  </a:lnTo>
                  <a:lnTo>
                    <a:pt x="1573704" y="1661744"/>
                  </a:lnTo>
                  <a:lnTo>
                    <a:pt x="1573706" y="1661731"/>
                  </a:lnTo>
                  <a:lnTo>
                    <a:pt x="1573705" y="1661724"/>
                  </a:lnTo>
                  <a:lnTo>
                    <a:pt x="1573704" y="1661712"/>
                  </a:lnTo>
                  <a:lnTo>
                    <a:pt x="1573703" y="1661702"/>
                  </a:lnTo>
                  <a:lnTo>
                    <a:pt x="1573702" y="1661690"/>
                  </a:lnTo>
                  <a:lnTo>
                    <a:pt x="1573700" y="1661679"/>
                  </a:lnTo>
                  <a:lnTo>
                    <a:pt x="1573587" y="1661462"/>
                  </a:lnTo>
                  <a:lnTo>
                    <a:pt x="1573611" y="1661437"/>
                  </a:lnTo>
                  <a:lnTo>
                    <a:pt x="1573637" y="1661410"/>
                  </a:lnTo>
                  <a:lnTo>
                    <a:pt x="1573791" y="1661420"/>
                  </a:lnTo>
                  <a:lnTo>
                    <a:pt x="1573829" y="1661397"/>
                  </a:lnTo>
                  <a:lnTo>
                    <a:pt x="1573829" y="1661385"/>
                  </a:lnTo>
                  <a:lnTo>
                    <a:pt x="1573829" y="1661378"/>
                  </a:lnTo>
                  <a:lnTo>
                    <a:pt x="1573829" y="1661371"/>
                  </a:lnTo>
                  <a:lnTo>
                    <a:pt x="1573829" y="1661365"/>
                  </a:lnTo>
                  <a:lnTo>
                    <a:pt x="1573829" y="1661358"/>
                  </a:lnTo>
                  <a:lnTo>
                    <a:pt x="1573831" y="1661350"/>
                  </a:lnTo>
                  <a:lnTo>
                    <a:pt x="1573832" y="1661344"/>
                  </a:lnTo>
                  <a:lnTo>
                    <a:pt x="1573836" y="1661336"/>
                  </a:lnTo>
                  <a:lnTo>
                    <a:pt x="1573839" y="1661331"/>
                  </a:lnTo>
                  <a:lnTo>
                    <a:pt x="1573843" y="1661326"/>
                  </a:lnTo>
                  <a:lnTo>
                    <a:pt x="1573847" y="1661319"/>
                  </a:lnTo>
                  <a:lnTo>
                    <a:pt x="1573848" y="1661312"/>
                  </a:lnTo>
                  <a:lnTo>
                    <a:pt x="1573848" y="1661305"/>
                  </a:lnTo>
                  <a:lnTo>
                    <a:pt x="1573848" y="1661294"/>
                  </a:lnTo>
                  <a:lnTo>
                    <a:pt x="1573848" y="1661287"/>
                  </a:lnTo>
                  <a:lnTo>
                    <a:pt x="1573852" y="1661279"/>
                  </a:lnTo>
                  <a:lnTo>
                    <a:pt x="1573857" y="1661272"/>
                  </a:lnTo>
                  <a:lnTo>
                    <a:pt x="1573861" y="1661267"/>
                  </a:lnTo>
                  <a:lnTo>
                    <a:pt x="1573864" y="1661263"/>
                  </a:lnTo>
                  <a:lnTo>
                    <a:pt x="1573868" y="1661258"/>
                  </a:lnTo>
                  <a:lnTo>
                    <a:pt x="1573869" y="1661251"/>
                  </a:lnTo>
                  <a:lnTo>
                    <a:pt x="1573868" y="1661242"/>
                  </a:lnTo>
                  <a:lnTo>
                    <a:pt x="1573867" y="1661234"/>
                  </a:lnTo>
                  <a:lnTo>
                    <a:pt x="1573866" y="1661223"/>
                  </a:lnTo>
                  <a:lnTo>
                    <a:pt x="1573865" y="1661215"/>
                  </a:lnTo>
                  <a:lnTo>
                    <a:pt x="1573865" y="1661206"/>
                  </a:lnTo>
                  <a:lnTo>
                    <a:pt x="1573867" y="1661196"/>
                  </a:lnTo>
                  <a:lnTo>
                    <a:pt x="1573870" y="1661188"/>
                  </a:lnTo>
                  <a:lnTo>
                    <a:pt x="1573872" y="1661182"/>
                  </a:lnTo>
                  <a:lnTo>
                    <a:pt x="1573873" y="1661174"/>
                  </a:lnTo>
                  <a:lnTo>
                    <a:pt x="1573875" y="1661167"/>
                  </a:lnTo>
                  <a:lnTo>
                    <a:pt x="1573878" y="1661158"/>
                  </a:lnTo>
                  <a:lnTo>
                    <a:pt x="1573882" y="1661151"/>
                  </a:lnTo>
                  <a:lnTo>
                    <a:pt x="1573886" y="1661146"/>
                  </a:lnTo>
                  <a:lnTo>
                    <a:pt x="1573890" y="1661140"/>
                  </a:lnTo>
                  <a:lnTo>
                    <a:pt x="1573894" y="1661136"/>
                  </a:lnTo>
                  <a:lnTo>
                    <a:pt x="1573902" y="1661130"/>
                  </a:lnTo>
                  <a:lnTo>
                    <a:pt x="1573911" y="1661126"/>
                  </a:lnTo>
                  <a:lnTo>
                    <a:pt x="1573917" y="1661122"/>
                  </a:lnTo>
                  <a:lnTo>
                    <a:pt x="1573920" y="1661117"/>
                  </a:lnTo>
                  <a:lnTo>
                    <a:pt x="1573922" y="1661110"/>
                  </a:lnTo>
                  <a:lnTo>
                    <a:pt x="1573923" y="1661101"/>
                  </a:lnTo>
                  <a:lnTo>
                    <a:pt x="1573925" y="1661092"/>
                  </a:lnTo>
                  <a:lnTo>
                    <a:pt x="1573926" y="1661082"/>
                  </a:lnTo>
                  <a:lnTo>
                    <a:pt x="1573927" y="1661075"/>
                  </a:lnTo>
                  <a:lnTo>
                    <a:pt x="1573927" y="1661069"/>
                  </a:lnTo>
                  <a:lnTo>
                    <a:pt x="1573926" y="1661063"/>
                  </a:lnTo>
                  <a:lnTo>
                    <a:pt x="1573925" y="1661056"/>
                  </a:lnTo>
                  <a:lnTo>
                    <a:pt x="1573922" y="1661048"/>
                  </a:lnTo>
                  <a:lnTo>
                    <a:pt x="1573917" y="1661041"/>
                  </a:lnTo>
                  <a:lnTo>
                    <a:pt x="1573912" y="1661034"/>
                  </a:lnTo>
                  <a:lnTo>
                    <a:pt x="1573908" y="1661029"/>
                  </a:lnTo>
                  <a:lnTo>
                    <a:pt x="1573903" y="1661023"/>
                  </a:lnTo>
                  <a:lnTo>
                    <a:pt x="1573900" y="1661017"/>
                  </a:lnTo>
                  <a:lnTo>
                    <a:pt x="1573909" y="1661009"/>
                  </a:lnTo>
                  <a:lnTo>
                    <a:pt x="1573914" y="1661004"/>
                  </a:lnTo>
                  <a:lnTo>
                    <a:pt x="1573921" y="1660998"/>
                  </a:lnTo>
                  <a:lnTo>
                    <a:pt x="1573925" y="1660993"/>
                  </a:lnTo>
                  <a:lnTo>
                    <a:pt x="1573930" y="1660988"/>
                  </a:lnTo>
                  <a:lnTo>
                    <a:pt x="1573936" y="1660982"/>
                  </a:lnTo>
                  <a:lnTo>
                    <a:pt x="1573945" y="1660974"/>
                  </a:lnTo>
                  <a:lnTo>
                    <a:pt x="1573952" y="1660968"/>
                  </a:lnTo>
                  <a:lnTo>
                    <a:pt x="1573957" y="1660961"/>
                  </a:lnTo>
                  <a:lnTo>
                    <a:pt x="1573963" y="1660952"/>
                  </a:lnTo>
                  <a:lnTo>
                    <a:pt x="1573967" y="1660942"/>
                  </a:lnTo>
                  <a:lnTo>
                    <a:pt x="1573970" y="1660936"/>
                  </a:lnTo>
                  <a:lnTo>
                    <a:pt x="1573974" y="1660932"/>
                  </a:lnTo>
                  <a:lnTo>
                    <a:pt x="1573980" y="1660928"/>
                  </a:lnTo>
                  <a:lnTo>
                    <a:pt x="1573985" y="1660927"/>
                  </a:lnTo>
                  <a:lnTo>
                    <a:pt x="1573991" y="1660927"/>
                  </a:lnTo>
                  <a:lnTo>
                    <a:pt x="1574001" y="1660927"/>
                  </a:lnTo>
                  <a:lnTo>
                    <a:pt x="1574009" y="1660926"/>
                  </a:lnTo>
                  <a:lnTo>
                    <a:pt x="1574100" y="1660828"/>
                  </a:lnTo>
                  <a:lnTo>
                    <a:pt x="1574102" y="1660781"/>
                  </a:lnTo>
                  <a:lnTo>
                    <a:pt x="1574087" y="1660725"/>
                  </a:lnTo>
                  <a:lnTo>
                    <a:pt x="1574076" y="1660659"/>
                  </a:lnTo>
                  <a:lnTo>
                    <a:pt x="1574083" y="1660656"/>
                  </a:lnTo>
                  <a:lnTo>
                    <a:pt x="1574089" y="1660653"/>
                  </a:lnTo>
                  <a:lnTo>
                    <a:pt x="1574098" y="1660649"/>
                  </a:lnTo>
                  <a:lnTo>
                    <a:pt x="1574107" y="1660644"/>
                  </a:lnTo>
                  <a:lnTo>
                    <a:pt x="1574111" y="1660641"/>
                  </a:lnTo>
                  <a:lnTo>
                    <a:pt x="1574116" y="1660637"/>
                  </a:lnTo>
                  <a:lnTo>
                    <a:pt x="1574122" y="1660634"/>
                  </a:lnTo>
                  <a:lnTo>
                    <a:pt x="1574127" y="1660630"/>
                  </a:lnTo>
                  <a:lnTo>
                    <a:pt x="1574132" y="1660625"/>
                  </a:lnTo>
                  <a:lnTo>
                    <a:pt x="1574137" y="1660620"/>
                  </a:lnTo>
                  <a:lnTo>
                    <a:pt x="1574143" y="1660617"/>
                  </a:lnTo>
                  <a:lnTo>
                    <a:pt x="1574148" y="1660617"/>
                  </a:lnTo>
                  <a:lnTo>
                    <a:pt x="1574156" y="1660617"/>
                  </a:lnTo>
                  <a:lnTo>
                    <a:pt x="1574161" y="1660616"/>
                  </a:lnTo>
                  <a:lnTo>
                    <a:pt x="1574168" y="1660617"/>
                  </a:lnTo>
                  <a:lnTo>
                    <a:pt x="1574175" y="1660618"/>
                  </a:lnTo>
                  <a:lnTo>
                    <a:pt x="1574181" y="1660619"/>
                  </a:lnTo>
                  <a:lnTo>
                    <a:pt x="1574186" y="1660620"/>
                  </a:lnTo>
                  <a:lnTo>
                    <a:pt x="1574191" y="1660621"/>
                  </a:lnTo>
                  <a:lnTo>
                    <a:pt x="1574196" y="1660623"/>
                  </a:lnTo>
                  <a:lnTo>
                    <a:pt x="1574204" y="1660626"/>
                  </a:lnTo>
                  <a:lnTo>
                    <a:pt x="1574212" y="1660630"/>
                  </a:lnTo>
                  <a:lnTo>
                    <a:pt x="1574218" y="1660632"/>
                  </a:lnTo>
                  <a:lnTo>
                    <a:pt x="1574223" y="1660632"/>
                  </a:lnTo>
                  <a:lnTo>
                    <a:pt x="1574228" y="1660628"/>
                  </a:lnTo>
                  <a:lnTo>
                    <a:pt x="1574234" y="1660625"/>
                  </a:lnTo>
                  <a:lnTo>
                    <a:pt x="1574241" y="1660622"/>
                  </a:lnTo>
                  <a:lnTo>
                    <a:pt x="1574250" y="1660620"/>
                  </a:lnTo>
                  <a:lnTo>
                    <a:pt x="1574258" y="1660621"/>
                  </a:lnTo>
                  <a:lnTo>
                    <a:pt x="1574265" y="1660622"/>
                  </a:lnTo>
                  <a:lnTo>
                    <a:pt x="1574273" y="1660623"/>
                  </a:lnTo>
                  <a:lnTo>
                    <a:pt x="1574282" y="1660624"/>
                  </a:lnTo>
                  <a:lnTo>
                    <a:pt x="1574293" y="1660625"/>
                  </a:lnTo>
                  <a:lnTo>
                    <a:pt x="1574305" y="1660626"/>
                  </a:lnTo>
                  <a:lnTo>
                    <a:pt x="1574314" y="1660625"/>
                  </a:lnTo>
                  <a:lnTo>
                    <a:pt x="1574323" y="1660623"/>
                  </a:lnTo>
                  <a:lnTo>
                    <a:pt x="1574330" y="1660620"/>
                  </a:lnTo>
                  <a:lnTo>
                    <a:pt x="1574335" y="1660618"/>
                  </a:lnTo>
                  <a:lnTo>
                    <a:pt x="1574341" y="1660617"/>
                  </a:lnTo>
                  <a:lnTo>
                    <a:pt x="1574346" y="1660616"/>
                  </a:lnTo>
                  <a:lnTo>
                    <a:pt x="1574351" y="1660616"/>
                  </a:lnTo>
                  <a:lnTo>
                    <a:pt x="1574357" y="1660615"/>
                  </a:lnTo>
                  <a:lnTo>
                    <a:pt x="1574366" y="1660615"/>
                  </a:lnTo>
                  <a:lnTo>
                    <a:pt x="1574375" y="1660615"/>
                  </a:lnTo>
                  <a:lnTo>
                    <a:pt x="1574384" y="1660616"/>
                  </a:lnTo>
                  <a:lnTo>
                    <a:pt x="1574426" y="1660597"/>
                  </a:lnTo>
                  <a:lnTo>
                    <a:pt x="1574452" y="1660585"/>
                  </a:lnTo>
                  <a:lnTo>
                    <a:pt x="1574471" y="1660543"/>
                  </a:lnTo>
                  <a:lnTo>
                    <a:pt x="1574471" y="1660535"/>
                  </a:lnTo>
                  <a:lnTo>
                    <a:pt x="1574475" y="1660527"/>
                  </a:lnTo>
                  <a:lnTo>
                    <a:pt x="1574480" y="1660521"/>
                  </a:lnTo>
                  <a:lnTo>
                    <a:pt x="1574486" y="1660515"/>
                  </a:lnTo>
                  <a:lnTo>
                    <a:pt x="1574495" y="1660510"/>
                  </a:lnTo>
                  <a:lnTo>
                    <a:pt x="1574504" y="1660506"/>
                  </a:lnTo>
                  <a:lnTo>
                    <a:pt x="1574508" y="1660501"/>
                  </a:lnTo>
                  <a:lnTo>
                    <a:pt x="1574514" y="1660494"/>
                  </a:lnTo>
                  <a:lnTo>
                    <a:pt x="1574522" y="1660486"/>
                  </a:lnTo>
                  <a:lnTo>
                    <a:pt x="1574526" y="1660483"/>
                  </a:lnTo>
                  <a:lnTo>
                    <a:pt x="1574532" y="1660476"/>
                  </a:lnTo>
                  <a:lnTo>
                    <a:pt x="1574538" y="1660470"/>
                  </a:lnTo>
                  <a:lnTo>
                    <a:pt x="1574545" y="1660463"/>
                  </a:lnTo>
                  <a:lnTo>
                    <a:pt x="1574551" y="1660457"/>
                  </a:lnTo>
                  <a:lnTo>
                    <a:pt x="1574556" y="1660455"/>
                  </a:lnTo>
                  <a:lnTo>
                    <a:pt x="1574562" y="1660454"/>
                  </a:lnTo>
                  <a:lnTo>
                    <a:pt x="1574568" y="1660455"/>
                  </a:lnTo>
                  <a:lnTo>
                    <a:pt x="1574576" y="1660455"/>
                  </a:lnTo>
                  <a:lnTo>
                    <a:pt x="1574581" y="1660455"/>
                  </a:lnTo>
                  <a:lnTo>
                    <a:pt x="1574588" y="1660456"/>
                  </a:lnTo>
                  <a:lnTo>
                    <a:pt x="1574595" y="1660458"/>
                  </a:lnTo>
                  <a:lnTo>
                    <a:pt x="1574603" y="1660460"/>
                  </a:lnTo>
                  <a:lnTo>
                    <a:pt x="1574611" y="1660462"/>
                  </a:lnTo>
                  <a:lnTo>
                    <a:pt x="1574617" y="1660464"/>
                  </a:lnTo>
                  <a:lnTo>
                    <a:pt x="1574624" y="1660465"/>
                  </a:lnTo>
                  <a:lnTo>
                    <a:pt x="1574633" y="1660466"/>
                  </a:lnTo>
                  <a:lnTo>
                    <a:pt x="1574640" y="1660468"/>
                  </a:lnTo>
                  <a:lnTo>
                    <a:pt x="1574648" y="1660470"/>
                  </a:lnTo>
                  <a:lnTo>
                    <a:pt x="1574657" y="1660472"/>
                  </a:lnTo>
                  <a:lnTo>
                    <a:pt x="1574668" y="1660476"/>
                  </a:lnTo>
                  <a:lnTo>
                    <a:pt x="1574679" y="1660480"/>
                  </a:lnTo>
                  <a:lnTo>
                    <a:pt x="1574688" y="1660484"/>
                  </a:lnTo>
                  <a:lnTo>
                    <a:pt x="1574697" y="1660488"/>
                  </a:lnTo>
                  <a:lnTo>
                    <a:pt x="1574705" y="1660492"/>
                  </a:lnTo>
                  <a:lnTo>
                    <a:pt x="1574713" y="1660495"/>
                  </a:lnTo>
                  <a:lnTo>
                    <a:pt x="1574719" y="1660497"/>
                  </a:lnTo>
                  <a:lnTo>
                    <a:pt x="1574725" y="1660499"/>
                  </a:lnTo>
                  <a:lnTo>
                    <a:pt x="1574730" y="1660496"/>
                  </a:lnTo>
                  <a:lnTo>
                    <a:pt x="1574734" y="1660489"/>
                  </a:lnTo>
                  <a:lnTo>
                    <a:pt x="1574739" y="1660483"/>
                  </a:lnTo>
                  <a:lnTo>
                    <a:pt x="1574747" y="1660477"/>
                  </a:lnTo>
                  <a:lnTo>
                    <a:pt x="1574754" y="1660472"/>
                  </a:lnTo>
                  <a:lnTo>
                    <a:pt x="1574759" y="1660468"/>
                  </a:lnTo>
                  <a:lnTo>
                    <a:pt x="1574768" y="1660462"/>
                  </a:lnTo>
                  <a:lnTo>
                    <a:pt x="1574774" y="1660458"/>
                  </a:lnTo>
                  <a:lnTo>
                    <a:pt x="1574780" y="1660454"/>
                  </a:lnTo>
                  <a:lnTo>
                    <a:pt x="1574786" y="1660449"/>
                  </a:lnTo>
                  <a:lnTo>
                    <a:pt x="1574793" y="1660445"/>
                  </a:lnTo>
                  <a:lnTo>
                    <a:pt x="1574798" y="1660441"/>
                  </a:lnTo>
                  <a:lnTo>
                    <a:pt x="1574804" y="1660437"/>
                  </a:lnTo>
                  <a:lnTo>
                    <a:pt x="1574812" y="1660432"/>
                  </a:lnTo>
                  <a:lnTo>
                    <a:pt x="1574818" y="1660428"/>
                  </a:lnTo>
                  <a:lnTo>
                    <a:pt x="1574827" y="1660424"/>
                  </a:lnTo>
                  <a:lnTo>
                    <a:pt x="1574833" y="1660421"/>
                  </a:lnTo>
                  <a:lnTo>
                    <a:pt x="1574838" y="1660417"/>
                  </a:lnTo>
                  <a:lnTo>
                    <a:pt x="1574843" y="1660415"/>
                  </a:lnTo>
                  <a:lnTo>
                    <a:pt x="1574848" y="1660411"/>
                  </a:lnTo>
                  <a:lnTo>
                    <a:pt x="1574853" y="1660407"/>
                  </a:lnTo>
                  <a:lnTo>
                    <a:pt x="1574858" y="1660404"/>
                  </a:lnTo>
                  <a:lnTo>
                    <a:pt x="1574863" y="1660398"/>
                  </a:lnTo>
                  <a:lnTo>
                    <a:pt x="1574866" y="1660393"/>
                  </a:lnTo>
                  <a:lnTo>
                    <a:pt x="1574869" y="1660388"/>
                  </a:lnTo>
                  <a:lnTo>
                    <a:pt x="1574873" y="1660379"/>
                  </a:lnTo>
                  <a:lnTo>
                    <a:pt x="1574876" y="1660371"/>
                  </a:lnTo>
                  <a:lnTo>
                    <a:pt x="1574879" y="1660362"/>
                  </a:lnTo>
                  <a:lnTo>
                    <a:pt x="1574883" y="1660351"/>
                  </a:lnTo>
                  <a:lnTo>
                    <a:pt x="1574885" y="1660343"/>
                  </a:lnTo>
                  <a:lnTo>
                    <a:pt x="1574887" y="1660334"/>
                  </a:lnTo>
                  <a:lnTo>
                    <a:pt x="1574887" y="1660326"/>
                  </a:lnTo>
                  <a:lnTo>
                    <a:pt x="1574883" y="1660319"/>
                  </a:lnTo>
                  <a:lnTo>
                    <a:pt x="1574881" y="1660313"/>
                  </a:lnTo>
                  <a:lnTo>
                    <a:pt x="1574878" y="1660307"/>
                  </a:lnTo>
                  <a:lnTo>
                    <a:pt x="1574875" y="1660295"/>
                  </a:lnTo>
                  <a:lnTo>
                    <a:pt x="1574875" y="1660287"/>
                  </a:lnTo>
                  <a:lnTo>
                    <a:pt x="1574877" y="1660277"/>
                  </a:lnTo>
                  <a:lnTo>
                    <a:pt x="1574880" y="1660261"/>
                  </a:lnTo>
                  <a:lnTo>
                    <a:pt x="1574885" y="1660248"/>
                  </a:lnTo>
                  <a:lnTo>
                    <a:pt x="1574882" y="1660239"/>
                  </a:lnTo>
                  <a:lnTo>
                    <a:pt x="1574881" y="1660227"/>
                  </a:lnTo>
                  <a:lnTo>
                    <a:pt x="1574889" y="1660216"/>
                  </a:lnTo>
                  <a:lnTo>
                    <a:pt x="1574898" y="1660207"/>
                  </a:lnTo>
                  <a:lnTo>
                    <a:pt x="1574907" y="1660198"/>
                  </a:lnTo>
                  <a:lnTo>
                    <a:pt x="1574899" y="1660192"/>
                  </a:lnTo>
                  <a:lnTo>
                    <a:pt x="1574889" y="1660185"/>
                  </a:lnTo>
                  <a:lnTo>
                    <a:pt x="1574885" y="1660177"/>
                  </a:lnTo>
                  <a:lnTo>
                    <a:pt x="1574885" y="1660163"/>
                  </a:lnTo>
                  <a:lnTo>
                    <a:pt x="1574892" y="1660156"/>
                  </a:lnTo>
                  <a:lnTo>
                    <a:pt x="1574902" y="1660152"/>
                  </a:lnTo>
                  <a:lnTo>
                    <a:pt x="1574906" y="1660142"/>
                  </a:lnTo>
                  <a:lnTo>
                    <a:pt x="1574903" y="1660118"/>
                  </a:lnTo>
                  <a:lnTo>
                    <a:pt x="1574902" y="1660098"/>
                  </a:lnTo>
                  <a:lnTo>
                    <a:pt x="1574906" y="1660083"/>
                  </a:lnTo>
                  <a:lnTo>
                    <a:pt x="1574910" y="1660074"/>
                  </a:lnTo>
                  <a:lnTo>
                    <a:pt x="1574922" y="1660067"/>
                  </a:lnTo>
                  <a:lnTo>
                    <a:pt x="1574936" y="1660063"/>
                  </a:lnTo>
                  <a:lnTo>
                    <a:pt x="1574954" y="1660052"/>
                  </a:lnTo>
                  <a:lnTo>
                    <a:pt x="1574959" y="1660047"/>
                  </a:lnTo>
                  <a:lnTo>
                    <a:pt x="1574964" y="1660042"/>
                  </a:lnTo>
                  <a:lnTo>
                    <a:pt x="1574969" y="1660034"/>
                  </a:lnTo>
                  <a:lnTo>
                    <a:pt x="1574976" y="1660026"/>
                  </a:lnTo>
                  <a:lnTo>
                    <a:pt x="1574981" y="1660019"/>
                  </a:lnTo>
                  <a:lnTo>
                    <a:pt x="1574986" y="1660008"/>
                  </a:lnTo>
                  <a:lnTo>
                    <a:pt x="1574994" y="1660000"/>
                  </a:lnTo>
                  <a:lnTo>
                    <a:pt x="1574996" y="1659990"/>
                  </a:lnTo>
                  <a:lnTo>
                    <a:pt x="1574991" y="1659978"/>
                  </a:lnTo>
                  <a:lnTo>
                    <a:pt x="1574984" y="1659965"/>
                  </a:lnTo>
                  <a:lnTo>
                    <a:pt x="1574976" y="1659951"/>
                  </a:lnTo>
                  <a:lnTo>
                    <a:pt x="1574965" y="1659942"/>
                  </a:lnTo>
                  <a:lnTo>
                    <a:pt x="1574952" y="1659936"/>
                  </a:lnTo>
                  <a:lnTo>
                    <a:pt x="1574944" y="1659930"/>
                  </a:lnTo>
                  <a:lnTo>
                    <a:pt x="1574952" y="1659920"/>
                  </a:lnTo>
                  <a:lnTo>
                    <a:pt x="1574958" y="1659911"/>
                  </a:lnTo>
                  <a:lnTo>
                    <a:pt x="1574963" y="1659904"/>
                  </a:lnTo>
                  <a:lnTo>
                    <a:pt x="1574969" y="1659895"/>
                  </a:lnTo>
                  <a:lnTo>
                    <a:pt x="1574975" y="1659888"/>
                  </a:lnTo>
                  <a:lnTo>
                    <a:pt x="1574981" y="1659882"/>
                  </a:lnTo>
                  <a:lnTo>
                    <a:pt x="1574987" y="1659876"/>
                  </a:lnTo>
                  <a:lnTo>
                    <a:pt x="1574992" y="1659872"/>
                  </a:lnTo>
                  <a:lnTo>
                    <a:pt x="1575001" y="1659865"/>
                  </a:lnTo>
                  <a:lnTo>
                    <a:pt x="1575007" y="1659859"/>
                  </a:lnTo>
                  <a:lnTo>
                    <a:pt x="1575013" y="1659851"/>
                  </a:lnTo>
                  <a:lnTo>
                    <a:pt x="1575017" y="1659844"/>
                  </a:lnTo>
                  <a:lnTo>
                    <a:pt x="1575019" y="1659838"/>
                  </a:lnTo>
                  <a:lnTo>
                    <a:pt x="1575019" y="1659829"/>
                  </a:lnTo>
                  <a:lnTo>
                    <a:pt x="1575018" y="1659823"/>
                  </a:lnTo>
                  <a:lnTo>
                    <a:pt x="1575015" y="1659817"/>
                  </a:lnTo>
                  <a:lnTo>
                    <a:pt x="1575009" y="1659810"/>
                  </a:lnTo>
                  <a:lnTo>
                    <a:pt x="1575001" y="1659805"/>
                  </a:lnTo>
                  <a:lnTo>
                    <a:pt x="1574993" y="1659802"/>
                  </a:lnTo>
                  <a:lnTo>
                    <a:pt x="1574985" y="1659800"/>
                  </a:lnTo>
                  <a:lnTo>
                    <a:pt x="1574981" y="1659797"/>
                  </a:lnTo>
                  <a:lnTo>
                    <a:pt x="1574976" y="1659791"/>
                  </a:lnTo>
                  <a:lnTo>
                    <a:pt x="1574971" y="1659783"/>
                  </a:lnTo>
                  <a:lnTo>
                    <a:pt x="1574966" y="1659777"/>
                  </a:lnTo>
                  <a:lnTo>
                    <a:pt x="1574962" y="1659773"/>
                  </a:lnTo>
                  <a:lnTo>
                    <a:pt x="1574958" y="1659769"/>
                  </a:lnTo>
                  <a:lnTo>
                    <a:pt x="1574952" y="1659765"/>
                  </a:lnTo>
                  <a:lnTo>
                    <a:pt x="1574943" y="1659759"/>
                  </a:lnTo>
                  <a:lnTo>
                    <a:pt x="1574937" y="1659755"/>
                  </a:lnTo>
                  <a:lnTo>
                    <a:pt x="1574930" y="1659751"/>
                  </a:lnTo>
                  <a:lnTo>
                    <a:pt x="1574922" y="1659746"/>
                  </a:lnTo>
                  <a:lnTo>
                    <a:pt x="1574914" y="1659742"/>
                  </a:lnTo>
                  <a:lnTo>
                    <a:pt x="1574908" y="1659738"/>
                  </a:lnTo>
                  <a:lnTo>
                    <a:pt x="1574902" y="1659735"/>
                  </a:lnTo>
                  <a:lnTo>
                    <a:pt x="1574897" y="1659732"/>
                  </a:lnTo>
                  <a:lnTo>
                    <a:pt x="1574888" y="1659729"/>
                  </a:lnTo>
                  <a:lnTo>
                    <a:pt x="1574881" y="1659727"/>
                  </a:lnTo>
                  <a:lnTo>
                    <a:pt x="1574876" y="1659726"/>
                  </a:lnTo>
                  <a:lnTo>
                    <a:pt x="1574869" y="1659723"/>
                  </a:lnTo>
                  <a:lnTo>
                    <a:pt x="1574863" y="1659720"/>
                  </a:lnTo>
                  <a:lnTo>
                    <a:pt x="1574858" y="1659715"/>
                  </a:lnTo>
                  <a:lnTo>
                    <a:pt x="1574853" y="1659709"/>
                  </a:lnTo>
                  <a:lnTo>
                    <a:pt x="1574849" y="1659703"/>
                  </a:lnTo>
                  <a:lnTo>
                    <a:pt x="1574844" y="1659695"/>
                  </a:lnTo>
                  <a:lnTo>
                    <a:pt x="1574839" y="1659687"/>
                  </a:lnTo>
                  <a:lnTo>
                    <a:pt x="1574835" y="1659681"/>
                  </a:lnTo>
                  <a:lnTo>
                    <a:pt x="1574831" y="1659676"/>
                  </a:lnTo>
                  <a:lnTo>
                    <a:pt x="1574826" y="1659671"/>
                  </a:lnTo>
                  <a:lnTo>
                    <a:pt x="1574820" y="1659665"/>
                  </a:lnTo>
                  <a:lnTo>
                    <a:pt x="1574814" y="1659659"/>
                  </a:lnTo>
                  <a:lnTo>
                    <a:pt x="1574810" y="1659653"/>
                  </a:lnTo>
                  <a:lnTo>
                    <a:pt x="1574807" y="1659648"/>
                  </a:lnTo>
                  <a:lnTo>
                    <a:pt x="1574805" y="1659642"/>
                  </a:lnTo>
                  <a:lnTo>
                    <a:pt x="1574806" y="1659635"/>
                  </a:lnTo>
                  <a:lnTo>
                    <a:pt x="1574806" y="1659630"/>
                  </a:lnTo>
                  <a:lnTo>
                    <a:pt x="1574806" y="1659621"/>
                  </a:lnTo>
                  <a:lnTo>
                    <a:pt x="1574805" y="1659613"/>
                  </a:lnTo>
                  <a:lnTo>
                    <a:pt x="1574802" y="1659604"/>
                  </a:lnTo>
                  <a:lnTo>
                    <a:pt x="1574801" y="1659599"/>
                  </a:lnTo>
                  <a:lnTo>
                    <a:pt x="1574800" y="1659593"/>
                  </a:lnTo>
                  <a:lnTo>
                    <a:pt x="1574800" y="1659586"/>
                  </a:lnTo>
                  <a:lnTo>
                    <a:pt x="1574802" y="1659580"/>
                  </a:lnTo>
                  <a:lnTo>
                    <a:pt x="1574803" y="1659571"/>
                  </a:lnTo>
                  <a:lnTo>
                    <a:pt x="1574798" y="1659563"/>
                  </a:lnTo>
                  <a:lnTo>
                    <a:pt x="1574795" y="1659557"/>
                  </a:lnTo>
                  <a:lnTo>
                    <a:pt x="1574791" y="1659553"/>
                  </a:lnTo>
                  <a:lnTo>
                    <a:pt x="1574785" y="1659550"/>
                  </a:lnTo>
                  <a:lnTo>
                    <a:pt x="1574780" y="1659551"/>
                  </a:lnTo>
                  <a:lnTo>
                    <a:pt x="1574770" y="1659551"/>
                  </a:lnTo>
                  <a:lnTo>
                    <a:pt x="1574764" y="1659552"/>
                  </a:lnTo>
                  <a:lnTo>
                    <a:pt x="1574759" y="1659555"/>
                  </a:lnTo>
                  <a:lnTo>
                    <a:pt x="1574752" y="1659560"/>
                  </a:lnTo>
                  <a:lnTo>
                    <a:pt x="1574745" y="1659563"/>
                  </a:lnTo>
                  <a:lnTo>
                    <a:pt x="1574737" y="1659567"/>
                  </a:lnTo>
                  <a:lnTo>
                    <a:pt x="1574729" y="1659568"/>
                  </a:lnTo>
                  <a:lnTo>
                    <a:pt x="1574721" y="1659567"/>
                  </a:lnTo>
                  <a:lnTo>
                    <a:pt x="1574713" y="1659565"/>
                  </a:lnTo>
                  <a:lnTo>
                    <a:pt x="1574709" y="1659564"/>
                  </a:lnTo>
                  <a:lnTo>
                    <a:pt x="1574703" y="1659562"/>
                  </a:lnTo>
                  <a:lnTo>
                    <a:pt x="1574695" y="1659555"/>
                  </a:lnTo>
                  <a:lnTo>
                    <a:pt x="1574693" y="1659548"/>
                  </a:lnTo>
                  <a:lnTo>
                    <a:pt x="1574693" y="1659542"/>
                  </a:lnTo>
                  <a:lnTo>
                    <a:pt x="1574694" y="1659534"/>
                  </a:lnTo>
                  <a:lnTo>
                    <a:pt x="1574697" y="1659525"/>
                  </a:lnTo>
                  <a:lnTo>
                    <a:pt x="1574702" y="1659517"/>
                  </a:lnTo>
                  <a:lnTo>
                    <a:pt x="1574706" y="1659510"/>
                  </a:lnTo>
                  <a:lnTo>
                    <a:pt x="1574707" y="1659504"/>
                  </a:lnTo>
                  <a:lnTo>
                    <a:pt x="1574700" y="1659499"/>
                  </a:lnTo>
                  <a:lnTo>
                    <a:pt x="1574696" y="1659497"/>
                  </a:lnTo>
                  <a:lnTo>
                    <a:pt x="1574689" y="1659493"/>
                  </a:lnTo>
                  <a:lnTo>
                    <a:pt x="1574682" y="1659488"/>
                  </a:lnTo>
                  <a:lnTo>
                    <a:pt x="1574678" y="1659485"/>
                  </a:lnTo>
                  <a:lnTo>
                    <a:pt x="1574673" y="1659483"/>
                  </a:lnTo>
                  <a:lnTo>
                    <a:pt x="1574665" y="1659479"/>
                  </a:lnTo>
                  <a:lnTo>
                    <a:pt x="1574657" y="1659476"/>
                  </a:lnTo>
                  <a:lnTo>
                    <a:pt x="1574653" y="1659473"/>
                  </a:lnTo>
                  <a:lnTo>
                    <a:pt x="1574646" y="1659468"/>
                  </a:lnTo>
                  <a:lnTo>
                    <a:pt x="1574641" y="1659462"/>
                  </a:lnTo>
                  <a:lnTo>
                    <a:pt x="1574638" y="1659458"/>
                  </a:lnTo>
                  <a:lnTo>
                    <a:pt x="1574633" y="1659449"/>
                  </a:lnTo>
                  <a:lnTo>
                    <a:pt x="1574631" y="1659439"/>
                  </a:lnTo>
                  <a:lnTo>
                    <a:pt x="1574632" y="1659431"/>
                  </a:lnTo>
                  <a:lnTo>
                    <a:pt x="1574633" y="1659424"/>
                  </a:lnTo>
                  <a:lnTo>
                    <a:pt x="1574634" y="1659415"/>
                  </a:lnTo>
                  <a:lnTo>
                    <a:pt x="1574635" y="1659402"/>
                  </a:lnTo>
                  <a:lnTo>
                    <a:pt x="1574636" y="1659393"/>
                  </a:lnTo>
                  <a:lnTo>
                    <a:pt x="1574637" y="1659386"/>
                  </a:lnTo>
                  <a:lnTo>
                    <a:pt x="1574638" y="1659379"/>
                  </a:lnTo>
                  <a:lnTo>
                    <a:pt x="1574641" y="1659368"/>
                  </a:lnTo>
                  <a:lnTo>
                    <a:pt x="1574644" y="1659356"/>
                  </a:lnTo>
                  <a:lnTo>
                    <a:pt x="1574645" y="1659345"/>
                  </a:lnTo>
                  <a:lnTo>
                    <a:pt x="1574648" y="1659329"/>
                  </a:lnTo>
                  <a:lnTo>
                    <a:pt x="1574650" y="1659315"/>
                  </a:lnTo>
                  <a:lnTo>
                    <a:pt x="1574652" y="1659306"/>
                  </a:lnTo>
                  <a:lnTo>
                    <a:pt x="1574654" y="1659295"/>
                  </a:lnTo>
                  <a:lnTo>
                    <a:pt x="1574658" y="1659281"/>
                  </a:lnTo>
                  <a:lnTo>
                    <a:pt x="1574671" y="1659218"/>
                  </a:lnTo>
                  <a:lnTo>
                    <a:pt x="1574719" y="1659185"/>
                  </a:lnTo>
                  <a:lnTo>
                    <a:pt x="1574833" y="1659177"/>
                  </a:lnTo>
                  <a:lnTo>
                    <a:pt x="1574965" y="1659158"/>
                  </a:lnTo>
                  <a:lnTo>
                    <a:pt x="1574978" y="1659150"/>
                  </a:lnTo>
                  <a:lnTo>
                    <a:pt x="1575056" y="1659123"/>
                  </a:lnTo>
                  <a:lnTo>
                    <a:pt x="1575097" y="1659076"/>
                  </a:lnTo>
                  <a:lnTo>
                    <a:pt x="1575119" y="1659052"/>
                  </a:lnTo>
                  <a:lnTo>
                    <a:pt x="1575126" y="1659051"/>
                  </a:lnTo>
                  <a:lnTo>
                    <a:pt x="1575126" y="1659040"/>
                  </a:lnTo>
                  <a:lnTo>
                    <a:pt x="1575129" y="1659033"/>
                  </a:lnTo>
                  <a:lnTo>
                    <a:pt x="1575134" y="1659029"/>
                  </a:lnTo>
                  <a:lnTo>
                    <a:pt x="1575140" y="1659026"/>
                  </a:lnTo>
                  <a:lnTo>
                    <a:pt x="1575146" y="1659024"/>
                  </a:lnTo>
                  <a:lnTo>
                    <a:pt x="1575152" y="1659022"/>
                  </a:lnTo>
                  <a:lnTo>
                    <a:pt x="1575157" y="1659019"/>
                  </a:lnTo>
                  <a:lnTo>
                    <a:pt x="1575163" y="1659015"/>
                  </a:lnTo>
                  <a:lnTo>
                    <a:pt x="1575170" y="1659010"/>
                  </a:lnTo>
                  <a:lnTo>
                    <a:pt x="1575176" y="1659006"/>
                  </a:lnTo>
                  <a:lnTo>
                    <a:pt x="1575182" y="1659003"/>
                  </a:lnTo>
                  <a:lnTo>
                    <a:pt x="1575189" y="1658998"/>
                  </a:lnTo>
                  <a:lnTo>
                    <a:pt x="1575203" y="1658985"/>
                  </a:lnTo>
                  <a:lnTo>
                    <a:pt x="1575211" y="1658981"/>
                  </a:lnTo>
                  <a:lnTo>
                    <a:pt x="1575221" y="1658978"/>
                  </a:lnTo>
                  <a:lnTo>
                    <a:pt x="1575227" y="1658977"/>
                  </a:lnTo>
                  <a:lnTo>
                    <a:pt x="1575234" y="1658979"/>
                  </a:lnTo>
                  <a:lnTo>
                    <a:pt x="1575236" y="1658988"/>
                  </a:lnTo>
                  <a:lnTo>
                    <a:pt x="1575240" y="1658993"/>
                  </a:lnTo>
                  <a:lnTo>
                    <a:pt x="1575253" y="1658995"/>
                  </a:lnTo>
                  <a:lnTo>
                    <a:pt x="1575277" y="1658932"/>
                  </a:lnTo>
                  <a:lnTo>
                    <a:pt x="1575334" y="1658909"/>
                  </a:lnTo>
                  <a:lnTo>
                    <a:pt x="1575329" y="1658901"/>
                  </a:lnTo>
                  <a:lnTo>
                    <a:pt x="1575323" y="1658893"/>
                  </a:lnTo>
                  <a:lnTo>
                    <a:pt x="1575318" y="1658885"/>
                  </a:lnTo>
                  <a:lnTo>
                    <a:pt x="1575312" y="1658878"/>
                  </a:lnTo>
                  <a:lnTo>
                    <a:pt x="1575300" y="1658872"/>
                  </a:lnTo>
                  <a:lnTo>
                    <a:pt x="1575289" y="1658866"/>
                  </a:lnTo>
                  <a:lnTo>
                    <a:pt x="1575281" y="1658858"/>
                  </a:lnTo>
                  <a:lnTo>
                    <a:pt x="1575274" y="1658850"/>
                  </a:lnTo>
                  <a:lnTo>
                    <a:pt x="1575268" y="1658842"/>
                  </a:lnTo>
                  <a:lnTo>
                    <a:pt x="1575264" y="1658834"/>
                  </a:lnTo>
                  <a:lnTo>
                    <a:pt x="1575256" y="1658825"/>
                  </a:lnTo>
                  <a:lnTo>
                    <a:pt x="1575249" y="1658816"/>
                  </a:lnTo>
                  <a:lnTo>
                    <a:pt x="1575243" y="1658810"/>
                  </a:lnTo>
                  <a:lnTo>
                    <a:pt x="1575236" y="1658803"/>
                  </a:lnTo>
                  <a:lnTo>
                    <a:pt x="1575229" y="1658800"/>
                  </a:lnTo>
                  <a:lnTo>
                    <a:pt x="1575218" y="1658794"/>
                  </a:lnTo>
                  <a:lnTo>
                    <a:pt x="1575220" y="1658788"/>
                  </a:lnTo>
                  <a:lnTo>
                    <a:pt x="1575225" y="1658784"/>
                  </a:lnTo>
                  <a:lnTo>
                    <a:pt x="1575233" y="1658776"/>
                  </a:lnTo>
                  <a:lnTo>
                    <a:pt x="1575239" y="1658769"/>
                  </a:lnTo>
                  <a:lnTo>
                    <a:pt x="1575241" y="1658760"/>
                  </a:lnTo>
                  <a:lnTo>
                    <a:pt x="1575244" y="1658753"/>
                  </a:lnTo>
                  <a:lnTo>
                    <a:pt x="1575248" y="1658745"/>
                  </a:lnTo>
                  <a:lnTo>
                    <a:pt x="1575253" y="1658736"/>
                  </a:lnTo>
                  <a:lnTo>
                    <a:pt x="1575261" y="1658733"/>
                  </a:lnTo>
                  <a:lnTo>
                    <a:pt x="1575268" y="1658733"/>
                  </a:lnTo>
                  <a:lnTo>
                    <a:pt x="1575279" y="1658732"/>
                  </a:lnTo>
                  <a:lnTo>
                    <a:pt x="1575290" y="1658732"/>
                  </a:lnTo>
                  <a:lnTo>
                    <a:pt x="1575298" y="1658732"/>
                  </a:lnTo>
                  <a:lnTo>
                    <a:pt x="1575305" y="1658731"/>
                  </a:lnTo>
                  <a:lnTo>
                    <a:pt x="1575314" y="1658731"/>
                  </a:lnTo>
                  <a:lnTo>
                    <a:pt x="1575321" y="1658731"/>
                  </a:lnTo>
                  <a:lnTo>
                    <a:pt x="1575331" y="1658731"/>
                  </a:lnTo>
                  <a:lnTo>
                    <a:pt x="1575340" y="1658732"/>
                  </a:lnTo>
                  <a:lnTo>
                    <a:pt x="1575350" y="1658733"/>
                  </a:lnTo>
                  <a:lnTo>
                    <a:pt x="1575359" y="1658727"/>
                  </a:lnTo>
                  <a:lnTo>
                    <a:pt x="1575368" y="1658723"/>
                  </a:lnTo>
                  <a:lnTo>
                    <a:pt x="1575376" y="1658719"/>
                  </a:lnTo>
                  <a:lnTo>
                    <a:pt x="1575383" y="1658717"/>
                  </a:lnTo>
                  <a:lnTo>
                    <a:pt x="1575390" y="1658715"/>
                  </a:lnTo>
                  <a:lnTo>
                    <a:pt x="1575401" y="1658713"/>
                  </a:lnTo>
                  <a:lnTo>
                    <a:pt x="1575408" y="1658710"/>
                  </a:lnTo>
                  <a:lnTo>
                    <a:pt x="1575413" y="1658708"/>
                  </a:lnTo>
                  <a:lnTo>
                    <a:pt x="1575421" y="1658705"/>
                  </a:lnTo>
                  <a:lnTo>
                    <a:pt x="1575428" y="1658702"/>
                  </a:lnTo>
                  <a:lnTo>
                    <a:pt x="1575433" y="1658699"/>
                  </a:lnTo>
                  <a:lnTo>
                    <a:pt x="1575440" y="1658692"/>
                  </a:lnTo>
                  <a:lnTo>
                    <a:pt x="1575450" y="1658677"/>
                  </a:lnTo>
                  <a:lnTo>
                    <a:pt x="1575457" y="1658669"/>
                  </a:lnTo>
                  <a:lnTo>
                    <a:pt x="1575464" y="1658662"/>
                  </a:lnTo>
                  <a:lnTo>
                    <a:pt x="1575471" y="1658658"/>
                  </a:lnTo>
                  <a:lnTo>
                    <a:pt x="1575482" y="1658658"/>
                  </a:lnTo>
                  <a:lnTo>
                    <a:pt x="1575488" y="1658657"/>
                  </a:lnTo>
                  <a:lnTo>
                    <a:pt x="1575501" y="1658656"/>
                  </a:lnTo>
                  <a:lnTo>
                    <a:pt x="1575507" y="1658655"/>
                  </a:lnTo>
                  <a:lnTo>
                    <a:pt x="1575515" y="1658653"/>
                  </a:lnTo>
                  <a:lnTo>
                    <a:pt x="1575523" y="1658650"/>
                  </a:lnTo>
                  <a:lnTo>
                    <a:pt x="1575531" y="1658648"/>
                  </a:lnTo>
                  <a:lnTo>
                    <a:pt x="1575540" y="1658651"/>
                  </a:lnTo>
                  <a:lnTo>
                    <a:pt x="1575549" y="1658658"/>
                  </a:lnTo>
                  <a:lnTo>
                    <a:pt x="1575556" y="1658664"/>
                  </a:lnTo>
                  <a:lnTo>
                    <a:pt x="1575561" y="1658668"/>
                  </a:lnTo>
                  <a:lnTo>
                    <a:pt x="1575569" y="1658669"/>
                  </a:lnTo>
                  <a:lnTo>
                    <a:pt x="1575577" y="1658669"/>
                  </a:lnTo>
                  <a:lnTo>
                    <a:pt x="1575582" y="1658669"/>
                  </a:lnTo>
                  <a:lnTo>
                    <a:pt x="1575587" y="1658668"/>
                  </a:lnTo>
                  <a:lnTo>
                    <a:pt x="1575592" y="1658666"/>
                  </a:lnTo>
                  <a:lnTo>
                    <a:pt x="1575598" y="1658661"/>
                  </a:lnTo>
                  <a:lnTo>
                    <a:pt x="1575603" y="1658657"/>
                  </a:lnTo>
                  <a:lnTo>
                    <a:pt x="1575608" y="1658654"/>
                  </a:lnTo>
                  <a:lnTo>
                    <a:pt x="1575616" y="1658651"/>
                  </a:lnTo>
                  <a:lnTo>
                    <a:pt x="1575626" y="1658651"/>
                  </a:lnTo>
                  <a:lnTo>
                    <a:pt x="1575635" y="1658652"/>
                  </a:lnTo>
                  <a:lnTo>
                    <a:pt x="1575641" y="1658654"/>
                  </a:lnTo>
                  <a:lnTo>
                    <a:pt x="1575646" y="1658657"/>
                  </a:lnTo>
                  <a:lnTo>
                    <a:pt x="1575652" y="1658659"/>
                  </a:lnTo>
                  <a:lnTo>
                    <a:pt x="1575659" y="1658661"/>
                  </a:lnTo>
                  <a:lnTo>
                    <a:pt x="1575669" y="1658662"/>
                  </a:lnTo>
                  <a:lnTo>
                    <a:pt x="1575674" y="1658661"/>
                  </a:lnTo>
                  <a:lnTo>
                    <a:pt x="1575681" y="1658661"/>
                  </a:lnTo>
                  <a:lnTo>
                    <a:pt x="1575689" y="1658660"/>
                  </a:lnTo>
                  <a:lnTo>
                    <a:pt x="1575697" y="1658658"/>
                  </a:lnTo>
                  <a:lnTo>
                    <a:pt x="1575706" y="1658659"/>
                  </a:lnTo>
                  <a:lnTo>
                    <a:pt x="1575712" y="1658657"/>
                  </a:lnTo>
                  <a:lnTo>
                    <a:pt x="1575718" y="1658657"/>
                  </a:lnTo>
                  <a:lnTo>
                    <a:pt x="1575726" y="1658657"/>
                  </a:lnTo>
                  <a:lnTo>
                    <a:pt x="1575805" y="1658669"/>
                  </a:lnTo>
                  <a:lnTo>
                    <a:pt x="1575820" y="1658667"/>
                  </a:lnTo>
                  <a:lnTo>
                    <a:pt x="1575825" y="1658662"/>
                  </a:lnTo>
                  <a:lnTo>
                    <a:pt x="1575830" y="1658658"/>
                  </a:lnTo>
                  <a:lnTo>
                    <a:pt x="1575836" y="1658654"/>
                  </a:lnTo>
                  <a:lnTo>
                    <a:pt x="1575840" y="1658651"/>
                  </a:lnTo>
                  <a:lnTo>
                    <a:pt x="1575847" y="1658643"/>
                  </a:lnTo>
                  <a:lnTo>
                    <a:pt x="1575852" y="1658638"/>
                  </a:lnTo>
                  <a:lnTo>
                    <a:pt x="1575873" y="1658620"/>
                  </a:lnTo>
                  <a:lnTo>
                    <a:pt x="1575878" y="1658618"/>
                  </a:lnTo>
                  <a:lnTo>
                    <a:pt x="1575885" y="1658615"/>
                  </a:lnTo>
                  <a:lnTo>
                    <a:pt x="1575892" y="1658612"/>
                  </a:lnTo>
                  <a:lnTo>
                    <a:pt x="1575901" y="1658608"/>
                  </a:lnTo>
                  <a:lnTo>
                    <a:pt x="1575910" y="1658603"/>
                  </a:lnTo>
                  <a:lnTo>
                    <a:pt x="1575913" y="1658599"/>
                  </a:lnTo>
                  <a:lnTo>
                    <a:pt x="1575919" y="1658589"/>
                  </a:lnTo>
                  <a:lnTo>
                    <a:pt x="1575916" y="1658583"/>
                  </a:lnTo>
                  <a:lnTo>
                    <a:pt x="1575912" y="1658578"/>
                  </a:lnTo>
                  <a:lnTo>
                    <a:pt x="1575909" y="1658573"/>
                  </a:lnTo>
                  <a:lnTo>
                    <a:pt x="1575905" y="1658568"/>
                  </a:lnTo>
                  <a:lnTo>
                    <a:pt x="1575900" y="1658562"/>
                  </a:lnTo>
                  <a:lnTo>
                    <a:pt x="1575896" y="1658558"/>
                  </a:lnTo>
                  <a:lnTo>
                    <a:pt x="1575892" y="1658551"/>
                  </a:lnTo>
                  <a:lnTo>
                    <a:pt x="1575890" y="1658543"/>
                  </a:lnTo>
                  <a:lnTo>
                    <a:pt x="1575888" y="1658536"/>
                  </a:lnTo>
                  <a:lnTo>
                    <a:pt x="1575889" y="1658529"/>
                  </a:lnTo>
                  <a:lnTo>
                    <a:pt x="1575890" y="1658522"/>
                  </a:lnTo>
                  <a:lnTo>
                    <a:pt x="1575890" y="1658514"/>
                  </a:lnTo>
                  <a:lnTo>
                    <a:pt x="1575885" y="1658504"/>
                  </a:lnTo>
                  <a:lnTo>
                    <a:pt x="1575881" y="1658498"/>
                  </a:lnTo>
                  <a:lnTo>
                    <a:pt x="1575875" y="1658490"/>
                  </a:lnTo>
                  <a:lnTo>
                    <a:pt x="1575870" y="1658483"/>
                  </a:lnTo>
                  <a:lnTo>
                    <a:pt x="1575862" y="1658473"/>
                  </a:lnTo>
                  <a:lnTo>
                    <a:pt x="1575856" y="1658468"/>
                  </a:lnTo>
                  <a:lnTo>
                    <a:pt x="1575849" y="1658467"/>
                  </a:lnTo>
                  <a:lnTo>
                    <a:pt x="1575844" y="1658466"/>
                  </a:lnTo>
                  <a:lnTo>
                    <a:pt x="1575838" y="1658466"/>
                  </a:lnTo>
                  <a:lnTo>
                    <a:pt x="1575831" y="1658465"/>
                  </a:lnTo>
                  <a:lnTo>
                    <a:pt x="1575824" y="1658463"/>
                  </a:lnTo>
                  <a:lnTo>
                    <a:pt x="1575817" y="1658461"/>
                  </a:lnTo>
                  <a:lnTo>
                    <a:pt x="1575811" y="1658459"/>
                  </a:lnTo>
                  <a:lnTo>
                    <a:pt x="1575806" y="1658456"/>
                  </a:lnTo>
                  <a:lnTo>
                    <a:pt x="1575801" y="1658453"/>
                  </a:lnTo>
                  <a:lnTo>
                    <a:pt x="1575797" y="1658450"/>
                  </a:lnTo>
                  <a:lnTo>
                    <a:pt x="1575792" y="1658446"/>
                  </a:lnTo>
                  <a:lnTo>
                    <a:pt x="1575788" y="1658442"/>
                  </a:lnTo>
                  <a:lnTo>
                    <a:pt x="1575783" y="1658437"/>
                  </a:lnTo>
                  <a:lnTo>
                    <a:pt x="1575776" y="1658429"/>
                  </a:lnTo>
                  <a:lnTo>
                    <a:pt x="1575771" y="1658425"/>
                  </a:lnTo>
                  <a:lnTo>
                    <a:pt x="1575765" y="1658423"/>
                  </a:lnTo>
                  <a:lnTo>
                    <a:pt x="1575758" y="1658420"/>
                  </a:lnTo>
                  <a:lnTo>
                    <a:pt x="1575751" y="1658418"/>
                  </a:lnTo>
                  <a:lnTo>
                    <a:pt x="1575744" y="1658417"/>
                  </a:lnTo>
                  <a:lnTo>
                    <a:pt x="1575737" y="1658414"/>
                  </a:lnTo>
                  <a:lnTo>
                    <a:pt x="1575732" y="1658413"/>
                  </a:lnTo>
                  <a:lnTo>
                    <a:pt x="1575724" y="1658411"/>
                  </a:lnTo>
                  <a:lnTo>
                    <a:pt x="1575712" y="1658408"/>
                  </a:lnTo>
                  <a:lnTo>
                    <a:pt x="1575704" y="1658405"/>
                  </a:lnTo>
                  <a:lnTo>
                    <a:pt x="1575696" y="1658404"/>
                  </a:lnTo>
                  <a:lnTo>
                    <a:pt x="1575688" y="1658402"/>
                  </a:lnTo>
                  <a:lnTo>
                    <a:pt x="1575681" y="1658401"/>
                  </a:lnTo>
                  <a:lnTo>
                    <a:pt x="1575676" y="1658399"/>
                  </a:lnTo>
                  <a:lnTo>
                    <a:pt x="1575671" y="1658397"/>
                  </a:lnTo>
                  <a:lnTo>
                    <a:pt x="1575667" y="1658391"/>
                  </a:lnTo>
                  <a:lnTo>
                    <a:pt x="1575663" y="1658385"/>
                  </a:lnTo>
                  <a:lnTo>
                    <a:pt x="1575657" y="1658379"/>
                  </a:lnTo>
                  <a:lnTo>
                    <a:pt x="1575652" y="1658373"/>
                  </a:lnTo>
                  <a:lnTo>
                    <a:pt x="1575646" y="1658369"/>
                  </a:lnTo>
                  <a:lnTo>
                    <a:pt x="1575638" y="1658364"/>
                  </a:lnTo>
                  <a:lnTo>
                    <a:pt x="1575632" y="1658360"/>
                  </a:lnTo>
                  <a:lnTo>
                    <a:pt x="1575625" y="1658357"/>
                  </a:lnTo>
                  <a:lnTo>
                    <a:pt x="1575618" y="1658354"/>
                  </a:lnTo>
                  <a:lnTo>
                    <a:pt x="1575613" y="1658352"/>
                  </a:lnTo>
                  <a:lnTo>
                    <a:pt x="1575607" y="1658352"/>
                  </a:lnTo>
                  <a:lnTo>
                    <a:pt x="1575600" y="1658350"/>
                  </a:lnTo>
                  <a:lnTo>
                    <a:pt x="1575595" y="1658348"/>
                  </a:lnTo>
                  <a:lnTo>
                    <a:pt x="1575588" y="1658344"/>
                  </a:lnTo>
                  <a:lnTo>
                    <a:pt x="1575582" y="1658339"/>
                  </a:lnTo>
                  <a:lnTo>
                    <a:pt x="1575580" y="1658332"/>
                  </a:lnTo>
                  <a:lnTo>
                    <a:pt x="1575576" y="1658326"/>
                  </a:lnTo>
                  <a:lnTo>
                    <a:pt x="1575572" y="1658321"/>
                  </a:lnTo>
                  <a:lnTo>
                    <a:pt x="1575566" y="1658317"/>
                  </a:lnTo>
                  <a:lnTo>
                    <a:pt x="1575562" y="1658314"/>
                  </a:lnTo>
                  <a:lnTo>
                    <a:pt x="1575556" y="1658310"/>
                  </a:lnTo>
                  <a:lnTo>
                    <a:pt x="1575551" y="1658307"/>
                  </a:lnTo>
                  <a:lnTo>
                    <a:pt x="1575544" y="1658302"/>
                  </a:lnTo>
                  <a:lnTo>
                    <a:pt x="1575540" y="1658298"/>
                  </a:lnTo>
                  <a:lnTo>
                    <a:pt x="1575535" y="1658295"/>
                  </a:lnTo>
                  <a:lnTo>
                    <a:pt x="1575531" y="1658290"/>
                  </a:lnTo>
                  <a:lnTo>
                    <a:pt x="1575526" y="1658284"/>
                  </a:lnTo>
                  <a:lnTo>
                    <a:pt x="1575520" y="1658277"/>
                  </a:lnTo>
                  <a:lnTo>
                    <a:pt x="1575514" y="1658270"/>
                  </a:lnTo>
                  <a:lnTo>
                    <a:pt x="1575507" y="1658263"/>
                  </a:lnTo>
                  <a:lnTo>
                    <a:pt x="1575502" y="1658257"/>
                  </a:lnTo>
                  <a:lnTo>
                    <a:pt x="1575497" y="1658254"/>
                  </a:lnTo>
                  <a:lnTo>
                    <a:pt x="1575492" y="1658250"/>
                  </a:lnTo>
                  <a:lnTo>
                    <a:pt x="1575487" y="1658247"/>
                  </a:lnTo>
                  <a:lnTo>
                    <a:pt x="1575482" y="1658244"/>
                  </a:lnTo>
                  <a:lnTo>
                    <a:pt x="1575477" y="1658238"/>
                  </a:lnTo>
                  <a:lnTo>
                    <a:pt x="1575475" y="1658229"/>
                  </a:lnTo>
                  <a:lnTo>
                    <a:pt x="1575474" y="1658223"/>
                  </a:lnTo>
                  <a:lnTo>
                    <a:pt x="1575475" y="1658214"/>
                  </a:lnTo>
                  <a:lnTo>
                    <a:pt x="1575476" y="1658203"/>
                  </a:lnTo>
                  <a:lnTo>
                    <a:pt x="1575476" y="1658194"/>
                  </a:lnTo>
                  <a:lnTo>
                    <a:pt x="1575477" y="1658188"/>
                  </a:lnTo>
                  <a:lnTo>
                    <a:pt x="1575463" y="1658151"/>
                  </a:lnTo>
                  <a:lnTo>
                    <a:pt x="1575455" y="1658142"/>
                  </a:lnTo>
                  <a:lnTo>
                    <a:pt x="1575441" y="1658124"/>
                  </a:lnTo>
                  <a:lnTo>
                    <a:pt x="1575431" y="1658117"/>
                  </a:lnTo>
                  <a:lnTo>
                    <a:pt x="1575423" y="1658113"/>
                  </a:lnTo>
                  <a:lnTo>
                    <a:pt x="1575414" y="1658111"/>
                  </a:lnTo>
                  <a:lnTo>
                    <a:pt x="1575404" y="1658108"/>
                  </a:lnTo>
                  <a:lnTo>
                    <a:pt x="1575396" y="1658103"/>
                  </a:lnTo>
                  <a:lnTo>
                    <a:pt x="1575387" y="1658097"/>
                  </a:lnTo>
                  <a:lnTo>
                    <a:pt x="1575376" y="1658087"/>
                  </a:lnTo>
                  <a:lnTo>
                    <a:pt x="1575367" y="1658084"/>
                  </a:lnTo>
                  <a:lnTo>
                    <a:pt x="1575362" y="1658084"/>
                  </a:lnTo>
                  <a:lnTo>
                    <a:pt x="1575350" y="1658090"/>
                  </a:lnTo>
                  <a:lnTo>
                    <a:pt x="1575339" y="1658097"/>
                  </a:lnTo>
                  <a:lnTo>
                    <a:pt x="1575326" y="1658105"/>
                  </a:lnTo>
                  <a:lnTo>
                    <a:pt x="1575310" y="1658111"/>
                  </a:lnTo>
                  <a:lnTo>
                    <a:pt x="1575300" y="1658114"/>
                  </a:lnTo>
                  <a:lnTo>
                    <a:pt x="1575288" y="1658115"/>
                  </a:lnTo>
                  <a:lnTo>
                    <a:pt x="1575275" y="1658114"/>
                  </a:lnTo>
                  <a:lnTo>
                    <a:pt x="1575268" y="1658112"/>
                  </a:lnTo>
                  <a:lnTo>
                    <a:pt x="1575260" y="1658108"/>
                  </a:lnTo>
                  <a:lnTo>
                    <a:pt x="1575251" y="1658103"/>
                  </a:lnTo>
                  <a:lnTo>
                    <a:pt x="1575241" y="1658097"/>
                  </a:lnTo>
                  <a:lnTo>
                    <a:pt x="1575233" y="1658090"/>
                  </a:lnTo>
                  <a:lnTo>
                    <a:pt x="1575227" y="1658082"/>
                  </a:lnTo>
                  <a:lnTo>
                    <a:pt x="1575217" y="1658078"/>
                  </a:lnTo>
                  <a:lnTo>
                    <a:pt x="1575243" y="1658029"/>
                  </a:lnTo>
                  <a:lnTo>
                    <a:pt x="1575247" y="1658023"/>
                  </a:lnTo>
                  <a:lnTo>
                    <a:pt x="1575255" y="1658013"/>
                  </a:lnTo>
                  <a:lnTo>
                    <a:pt x="1575262" y="1658009"/>
                  </a:lnTo>
                  <a:lnTo>
                    <a:pt x="1575268" y="1658004"/>
                  </a:lnTo>
                  <a:lnTo>
                    <a:pt x="1575270" y="1657998"/>
                  </a:lnTo>
                  <a:lnTo>
                    <a:pt x="1575254" y="1657994"/>
                  </a:lnTo>
                  <a:lnTo>
                    <a:pt x="1575241" y="1657987"/>
                  </a:lnTo>
                  <a:lnTo>
                    <a:pt x="1575228" y="1657967"/>
                  </a:lnTo>
                  <a:lnTo>
                    <a:pt x="1575221" y="1657957"/>
                  </a:lnTo>
                  <a:lnTo>
                    <a:pt x="1575218" y="1657949"/>
                  </a:lnTo>
                  <a:lnTo>
                    <a:pt x="1575212" y="1657926"/>
                  </a:lnTo>
                  <a:lnTo>
                    <a:pt x="1575210" y="1657920"/>
                  </a:lnTo>
                  <a:lnTo>
                    <a:pt x="1575209" y="1657914"/>
                  </a:lnTo>
                  <a:lnTo>
                    <a:pt x="1575206" y="1657906"/>
                  </a:lnTo>
                  <a:lnTo>
                    <a:pt x="1575203" y="1657897"/>
                  </a:lnTo>
                  <a:lnTo>
                    <a:pt x="1575199" y="1657886"/>
                  </a:lnTo>
                  <a:lnTo>
                    <a:pt x="1575204" y="1657878"/>
                  </a:lnTo>
                  <a:lnTo>
                    <a:pt x="1575210" y="1657872"/>
                  </a:lnTo>
                  <a:lnTo>
                    <a:pt x="1575215" y="1657868"/>
                  </a:lnTo>
                  <a:lnTo>
                    <a:pt x="1575221" y="1657862"/>
                  </a:lnTo>
                  <a:lnTo>
                    <a:pt x="1575227" y="1657856"/>
                  </a:lnTo>
                  <a:lnTo>
                    <a:pt x="1575232" y="1657849"/>
                  </a:lnTo>
                  <a:lnTo>
                    <a:pt x="1575236" y="1657842"/>
                  </a:lnTo>
                  <a:lnTo>
                    <a:pt x="1575239" y="1657836"/>
                  </a:lnTo>
                  <a:lnTo>
                    <a:pt x="1575241" y="1657830"/>
                  </a:lnTo>
                  <a:lnTo>
                    <a:pt x="1575245" y="1657825"/>
                  </a:lnTo>
                  <a:lnTo>
                    <a:pt x="1575251" y="1657817"/>
                  </a:lnTo>
                  <a:lnTo>
                    <a:pt x="1575255" y="1657810"/>
                  </a:lnTo>
                  <a:lnTo>
                    <a:pt x="1575257" y="1657805"/>
                  </a:lnTo>
                  <a:lnTo>
                    <a:pt x="1575258" y="1657796"/>
                  </a:lnTo>
                  <a:lnTo>
                    <a:pt x="1575258" y="1657789"/>
                  </a:lnTo>
                  <a:lnTo>
                    <a:pt x="1575258" y="1657783"/>
                  </a:lnTo>
                  <a:lnTo>
                    <a:pt x="1575258" y="1657776"/>
                  </a:lnTo>
                  <a:lnTo>
                    <a:pt x="1575258" y="1657770"/>
                  </a:lnTo>
                  <a:lnTo>
                    <a:pt x="1575258" y="1657765"/>
                  </a:lnTo>
                  <a:lnTo>
                    <a:pt x="1575258" y="1657759"/>
                  </a:lnTo>
                  <a:lnTo>
                    <a:pt x="1575256" y="1657752"/>
                  </a:lnTo>
                  <a:lnTo>
                    <a:pt x="1575253" y="1657744"/>
                  </a:lnTo>
                  <a:lnTo>
                    <a:pt x="1575252" y="1657735"/>
                  </a:lnTo>
                  <a:lnTo>
                    <a:pt x="1575249" y="1657727"/>
                  </a:lnTo>
                  <a:lnTo>
                    <a:pt x="1575244" y="1657721"/>
                  </a:lnTo>
                  <a:lnTo>
                    <a:pt x="1575241" y="1657716"/>
                  </a:lnTo>
                  <a:lnTo>
                    <a:pt x="1575238" y="1657710"/>
                  </a:lnTo>
                  <a:lnTo>
                    <a:pt x="1575233" y="1657703"/>
                  </a:lnTo>
                  <a:lnTo>
                    <a:pt x="1575231" y="1657698"/>
                  </a:lnTo>
                  <a:lnTo>
                    <a:pt x="1575227" y="1657693"/>
                  </a:lnTo>
                  <a:lnTo>
                    <a:pt x="1575222" y="1657687"/>
                  </a:lnTo>
                  <a:lnTo>
                    <a:pt x="1575218" y="1657681"/>
                  </a:lnTo>
                  <a:lnTo>
                    <a:pt x="1575215" y="1657672"/>
                  </a:lnTo>
                  <a:lnTo>
                    <a:pt x="1575211" y="1657660"/>
                  </a:lnTo>
                  <a:lnTo>
                    <a:pt x="1575209" y="1657652"/>
                  </a:lnTo>
                  <a:lnTo>
                    <a:pt x="1575208" y="1657646"/>
                  </a:lnTo>
                  <a:lnTo>
                    <a:pt x="1575206" y="1657636"/>
                  </a:lnTo>
                  <a:lnTo>
                    <a:pt x="1575205" y="1657628"/>
                  </a:lnTo>
                  <a:lnTo>
                    <a:pt x="1575203" y="1657622"/>
                  </a:lnTo>
                  <a:lnTo>
                    <a:pt x="1575200" y="1657615"/>
                  </a:lnTo>
                  <a:lnTo>
                    <a:pt x="1575199" y="1657609"/>
                  </a:lnTo>
                  <a:lnTo>
                    <a:pt x="1575199" y="1657602"/>
                  </a:lnTo>
                  <a:lnTo>
                    <a:pt x="1575199" y="1657594"/>
                  </a:lnTo>
                  <a:lnTo>
                    <a:pt x="1575198" y="1657584"/>
                  </a:lnTo>
                  <a:lnTo>
                    <a:pt x="1575197" y="1657577"/>
                  </a:lnTo>
                  <a:lnTo>
                    <a:pt x="1575192" y="1657568"/>
                  </a:lnTo>
                  <a:lnTo>
                    <a:pt x="1575185" y="1657561"/>
                  </a:lnTo>
                  <a:lnTo>
                    <a:pt x="1575178" y="1657554"/>
                  </a:lnTo>
                  <a:lnTo>
                    <a:pt x="1575172" y="1657552"/>
                  </a:lnTo>
                  <a:lnTo>
                    <a:pt x="1575167" y="1657551"/>
                  </a:lnTo>
                  <a:lnTo>
                    <a:pt x="1575160" y="1657547"/>
                  </a:lnTo>
                  <a:lnTo>
                    <a:pt x="1575152" y="1657541"/>
                  </a:lnTo>
                  <a:lnTo>
                    <a:pt x="1575144" y="1657534"/>
                  </a:lnTo>
                  <a:lnTo>
                    <a:pt x="1575140" y="1657526"/>
                  </a:lnTo>
                  <a:lnTo>
                    <a:pt x="1575138" y="1657521"/>
                  </a:lnTo>
                  <a:lnTo>
                    <a:pt x="1575135" y="1657517"/>
                  </a:lnTo>
                  <a:lnTo>
                    <a:pt x="1575131" y="1657510"/>
                  </a:lnTo>
                  <a:lnTo>
                    <a:pt x="1575128" y="1657502"/>
                  </a:lnTo>
                  <a:lnTo>
                    <a:pt x="1575126" y="1657496"/>
                  </a:lnTo>
                  <a:lnTo>
                    <a:pt x="1575121" y="1657492"/>
                  </a:lnTo>
                  <a:lnTo>
                    <a:pt x="1575118" y="1657487"/>
                  </a:lnTo>
                  <a:lnTo>
                    <a:pt x="1575114" y="1657480"/>
                  </a:lnTo>
                  <a:lnTo>
                    <a:pt x="1575110" y="1657471"/>
                  </a:lnTo>
                  <a:lnTo>
                    <a:pt x="1575105" y="1657462"/>
                  </a:lnTo>
                  <a:lnTo>
                    <a:pt x="1575100" y="1657455"/>
                  </a:lnTo>
                  <a:lnTo>
                    <a:pt x="1575094" y="1657450"/>
                  </a:lnTo>
                  <a:lnTo>
                    <a:pt x="1575089" y="1657448"/>
                  </a:lnTo>
                  <a:lnTo>
                    <a:pt x="1575083" y="1657447"/>
                  </a:lnTo>
                  <a:lnTo>
                    <a:pt x="1575077" y="1657445"/>
                  </a:lnTo>
                  <a:lnTo>
                    <a:pt x="1575068" y="1657443"/>
                  </a:lnTo>
                  <a:lnTo>
                    <a:pt x="1575060" y="1657441"/>
                  </a:lnTo>
                  <a:lnTo>
                    <a:pt x="1575054" y="1657440"/>
                  </a:lnTo>
                  <a:lnTo>
                    <a:pt x="1575049" y="1657440"/>
                  </a:lnTo>
                  <a:lnTo>
                    <a:pt x="1575042" y="1657438"/>
                  </a:lnTo>
                  <a:lnTo>
                    <a:pt x="1575035" y="1657437"/>
                  </a:lnTo>
                  <a:lnTo>
                    <a:pt x="1575027" y="1657438"/>
                  </a:lnTo>
                  <a:lnTo>
                    <a:pt x="1575027" y="1657432"/>
                  </a:lnTo>
                  <a:lnTo>
                    <a:pt x="1575028" y="1657425"/>
                  </a:lnTo>
                  <a:lnTo>
                    <a:pt x="1575029" y="1657420"/>
                  </a:lnTo>
                  <a:lnTo>
                    <a:pt x="1575029" y="1657413"/>
                  </a:lnTo>
                  <a:lnTo>
                    <a:pt x="1575029" y="1657406"/>
                  </a:lnTo>
                  <a:lnTo>
                    <a:pt x="1575029" y="1657398"/>
                  </a:lnTo>
                  <a:lnTo>
                    <a:pt x="1575029" y="1657390"/>
                  </a:lnTo>
                  <a:lnTo>
                    <a:pt x="1575029" y="1657380"/>
                  </a:lnTo>
                  <a:lnTo>
                    <a:pt x="1575033" y="1657373"/>
                  </a:lnTo>
                  <a:lnTo>
                    <a:pt x="1575037" y="1657364"/>
                  </a:lnTo>
                  <a:lnTo>
                    <a:pt x="1575042" y="1657353"/>
                  </a:lnTo>
                  <a:lnTo>
                    <a:pt x="1575047" y="1657346"/>
                  </a:lnTo>
                  <a:lnTo>
                    <a:pt x="1575051" y="1657336"/>
                  </a:lnTo>
                  <a:lnTo>
                    <a:pt x="1575054" y="1657329"/>
                  </a:lnTo>
                  <a:lnTo>
                    <a:pt x="1575057" y="1657321"/>
                  </a:lnTo>
                  <a:lnTo>
                    <a:pt x="1575060" y="1657315"/>
                  </a:lnTo>
                  <a:lnTo>
                    <a:pt x="1575064" y="1657308"/>
                  </a:lnTo>
                  <a:lnTo>
                    <a:pt x="1575066" y="1657303"/>
                  </a:lnTo>
                  <a:lnTo>
                    <a:pt x="1575070" y="1657294"/>
                  </a:lnTo>
                  <a:lnTo>
                    <a:pt x="1575073" y="1657288"/>
                  </a:lnTo>
                  <a:lnTo>
                    <a:pt x="1575078" y="1657289"/>
                  </a:lnTo>
                  <a:lnTo>
                    <a:pt x="1575085" y="1657292"/>
                  </a:lnTo>
                  <a:lnTo>
                    <a:pt x="1575092" y="1657295"/>
                  </a:lnTo>
                  <a:lnTo>
                    <a:pt x="1575106" y="1657298"/>
                  </a:lnTo>
                  <a:lnTo>
                    <a:pt x="1575116" y="1657300"/>
                  </a:lnTo>
                  <a:lnTo>
                    <a:pt x="1575126" y="1657301"/>
                  </a:lnTo>
                  <a:lnTo>
                    <a:pt x="1575136" y="1657295"/>
                  </a:lnTo>
                  <a:lnTo>
                    <a:pt x="1575142" y="1657293"/>
                  </a:lnTo>
                  <a:lnTo>
                    <a:pt x="1575152" y="1657287"/>
                  </a:lnTo>
                  <a:lnTo>
                    <a:pt x="1575165" y="1657284"/>
                  </a:lnTo>
                  <a:lnTo>
                    <a:pt x="1575175" y="1657282"/>
                  </a:lnTo>
                  <a:lnTo>
                    <a:pt x="1575220" y="1657228"/>
                  </a:lnTo>
                  <a:lnTo>
                    <a:pt x="1575265" y="1657174"/>
                  </a:lnTo>
                  <a:lnTo>
                    <a:pt x="1575271" y="1657168"/>
                  </a:lnTo>
                  <a:lnTo>
                    <a:pt x="1575279" y="1657161"/>
                  </a:lnTo>
                  <a:lnTo>
                    <a:pt x="1575294" y="1657151"/>
                  </a:lnTo>
                  <a:lnTo>
                    <a:pt x="1575304" y="1657146"/>
                  </a:lnTo>
                  <a:lnTo>
                    <a:pt x="1575315" y="1657141"/>
                  </a:lnTo>
                  <a:lnTo>
                    <a:pt x="1575326" y="1657133"/>
                  </a:lnTo>
                  <a:lnTo>
                    <a:pt x="1575346" y="1657125"/>
                  </a:lnTo>
                  <a:lnTo>
                    <a:pt x="1575364" y="1657121"/>
                  </a:lnTo>
                  <a:lnTo>
                    <a:pt x="1575378" y="1657116"/>
                  </a:lnTo>
                  <a:lnTo>
                    <a:pt x="1575385" y="1657105"/>
                  </a:lnTo>
                  <a:lnTo>
                    <a:pt x="1575394" y="1657091"/>
                  </a:lnTo>
                  <a:lnTo>
                    <a:pt x="1575399" y="1657079"/>
                  </a:lnTo>
                  <a:lnTo>
                    <a:pt x="1575405" y="1657065"/>
                  </a:lnTo>
                  <a:lnTo>
                    <a:pt x="1575408" y="1657049"/>
                  </a:lnTo>
                  <a:lnTo>
                    <a:pt x="1575416" y="1657032"/>
                  </a:lnTo>
                  <a:lnTo>
                    <a:pt x="1575423" y="1657022"/>
                  </a:lnTo>
                  <a:lnTo>
                    <a:pt x="1575435" y="1657013"/>
                  </a:lnTo>
                  <a:lnTo>
                    <a:pt x="1575442" y="1657006"/>
                  </a:lnTo>
                  <a:lnTo>
                    <a:pt x="1575437" y="1657003"/>
                  </a:lnTo>
                  <a:lnTo>
                    <a:pt x="1575429" y="1656999"/>
                  </a:lnTo>
                  <a:lnTo>
                    <a:pt x="1575420" y="1656994"/>
                  </a:lnTo>
                  <a:lnTo>
                    <a:pt x="1575410" y="1656987"/>
                  </a:lnTo>
                  <a:lnTo>
                    <a:pt x="1575402" y="1656982"/>
                  </a:lnTo>
                  <a:lnTo>
                    <a:pt x="1575387" y="1656969"/>
                  </a:lnTo>
                  <a:lnTo>
                    <a:pt x="1575369" y="1656954"/>
                  </a:lnTo>
                  <a:lnTo>
                    <a:pt x="1575354" y="1656941"/>
                  </a:lnTo>
                  <a:lnTo>
                    <a:pt x="1575340" y="1656931"/>
                  </a:lnTo>
                  <a:lnTo>
                    <a:pt x="1575331" y="1656923"/>
                  </a:lnTo>
                  <a:lnTo>
                    <a:pt x="1575322" y="1656916"/>
                  </a:lnTo>
                  <a:lnTo>
                    <a:pt x="1575311" y="1656906"/>
                  </a:lnTo>
                  <a:lnTo>
                    <a:pt x="1575300" y="1656893"/>
                  </a:lnTo>
                  <a:lnTo>
                    <a:pt x="1575296" y="1656884"/>
                  </a:lnTo>
                  <a:lnTo>
                    <a:pt x="1575286" y="1656877"/>
                  </a:lnTo>
                  <a:lnTo>
                    <a:pt x="1575276" y="1656871"/>
                  </a:lnTo>
                  <a:lnTo>
                    <a:pt x="1575266" y="1656865"/>
                  </a:lnTo>
                  <a:lnTo>
                    <a:pt x="1575256" y="1656860"/>
                  </a:lnTo>
                  <a:lnTo>
                    <a:pt x="1575251" y="1656858"/>
                  </a:lnTo>
                  <a:lnTo>
                    <a:pt x="1575240" y="1656853"/>
                  </a:lnTo>
                  <a:lnTo>
                    <a:pt x="1575230" y="1656847"/>
                  </a:lnTo>
                  <a:lnTo>
                    <a:pt x="1575225" y="1656844"/>
                  </a:lnTo>
                  <a:lnTo>
                    <a:pt x="1575214" y="1656840"/>
                  </a:lnTo>
                  <a:lnTo>
                    <a:pt x="1575208" y="1656835"/>
                  </a:lnTo>
                  <a:lnTo>
                    <a:pt x="1575205" y="1656829"/>
                  </a:lnTo>
                  <a:lnTo>
                    <a:pt x="1575206" y="1656819"/>
                  </a:lnTo>
                  <a:lnTo>
                    <a:pt x="1575214" y="1656810"/>
                  </a:lnTo>
                  <a:lnTo>
                    <a:pt x="1575224" y="1656802"/>
                  </a:lnTo>
                  <a:lnTo>
                    <a:pt x="1575231" y="1656797"/>
                  </a:lnTo>
                  <a:lnTo>
                    <a:pt x="1575245" y="1656788"/>
                  </a:lnTo>
                  <a:lnTo>
                    <a:pt x="1575250" y="1656771"/>
                  </a:lnTo>
                  <a:lnTo>
                    <a:pt x="1575255" y="1656752"/>
                  </a:lnTo>
                  <a:lnTo>
                    <a:pt x="1575264" y="1656739"/>
                  </a:lnTo>
                  <a:lnTo>
                    <a:pt x="1575279" y="1656731"/>
                  </a:lnTo>
                  <a:lnTo>
                    <a:pt x="1575285" y="1656729"/>
                  </a:lnTo>
                  <a:lnTo>
                    <a:pt x="1575301" y="1656722"/>
                  </a:lnTo>
                  <a:lnTo>
                    <a:pt x="1575314" y="1656712"/>
                  </a:lnTo>
                  <a:lnTo>
                    <a:pt x="1575319" y="1656701"/>
                  </a:lnTo>
                  <a:lnTo>
                    <a:pt x="1575323" y="1656689"/>
                  </a:lnTo>
                  <a:lnTo>
                    <a:pt x="1575326" y="1656673"/>
                  </a:lnTo>
                  <a:lnTo>
                    <a:pt x="1575327" y="1656658"/>
                  </a:lnTo>
                  <a:lnTo>
                    <a:pt x="1575328" y="1656645"/>
                  </a:lnTo>
                  <a:lnTo>
                    <a:pt x="1575331" y="1656634"/>
                  </a:lnTo>
                  <a:lnTo>
                    <a:pt x="1575347" y="1656636"/>
                  </a:lnTo>
                  <a:lnTo>
                    <a:pt x="1575362" y="1656634"/>
                  </a:lnTo>
                  <a:lnTo>
                    <a:pt x="1575388" y="1656634"/>
                  </a:lnTo>
                  <a:lnTo>
                    <a:pt x="1575412" y="1656634"/>
                  </a:lnTo>
                  <a:lnTo>
                    <a:pt x="1575440" y="1656634"/>
                  </a:lnTo>
                  <a:lnTo>
                    <a:pt x="1575455" y="1656631"/>
                  </a:lnTo>
                  <a:lnTo>
                    <a:pt x="1575467" y="1656626"/>
                  </a:lnTo>
                  <a:lnTo>
                    <a:pt x="1575483" y="1656624"/>
                  </a:lnTo>
                  <a:lnTo>
                    <a:pt x="1575506" y="1656621"/>
                  </a:lnTo>
                  <a:lnTo>
                    <a:pt x="1575526" y="1656620"/>
                  </a:lnTo>
                  <a:lnTo>
                    <a:pt x="1575541" y="1656620"/>
                  </a:lnTo>
                  <a:lnTo>
                    <a:pt x="1575554" y="1656624"/>
                  </a:lnTo>
                  <a:lnTo>
                    <a:pt x="1575563" y="1656635"/>
                  </a:lnTo>
                  <a:lnTo>
                    <a:pt x="1575570" y="1656645"/>
                  </a:lnTo>
                  <a:lnTo>
                    <a:pt x="1575579" y="1656656"/>
                  </a:lnTo>
                  <a:lnTo>
                    <a:pt x="1575589" y="1656662"/>
                  </a:lnTo>
                  <a:lnTo>
                    <a:pt x="1575598" y="1656662"/>
                  </a:lnTo>
                  <a:lnTo>
                    <a:pt x="1575611" y="1656661"/>
                  </a:lnTo>
                  <a:lnTo>
                    <a:pt x="1575624" y="1656659"/>
                  </a:lnTo>
                  <a:lnTo>
                    <a:pt x="1575641" y="1656659"/>
                  </a:lnTo>
                  <a:lnTo>
                    <a:pt x="1575657" y="1656659"/>
                  </a:lnTo>
                  <a:lnTo>
                    <a:pt x="1575670" y="1656658"/>
                  </a:lnTo>
                  <a:lnTo>
                    <a:pt x="1575685" y="1656657"/>
                  </a:lnTo>
                  <a:lnTo>
                    <a:pt x="1575696" y="1656654"/>
                  </a:lnTo>
                  <a:lnTo>
                    <a:pt x="1575700" y="1656650"/>
                  </a:lnTo>
                  <a:lnTo>
                    <a:pt x="1575709" y="1656638"/>
                  </a:lnTo>
                  <a:lnTo>
                    <a:pt x="1575717" y="1656626"/>
                  </a:lnTo>
                  <a:lnTo>
                    <a:pt x="1575722" y="1656620"/>
                  </a:lnTo>
                  <a:lnTo>
                    <a:pt x="1575777" y="1656536"/>
                  </a:lnTo>
                  <a:lnTo>
                    <a:pt x="1575782" y="1656532"/>
                  </a:lnTo>
                  <a:lnTo>
                    <a:pt x="1575792" y="1656523"/>
                  </a:lnTo>
                  <a:lnTo>
                    <a:pt x="1575798" y="1656517"/>
                  </a:lnTo>
                  <a:lnTo>
                    <a:pt x="1575806" y="1656511"/>
                  </a:lnTo>
                  <a:lnTo>
                    <a:pt x="1575815" y="1656501"/>
                  </a:lnTo>
                  <a:lnTo>
                    <a:pt x="1575821" y="1656491"/>
                  </a:lnTo>
                  <a:lnTo>
                    <a:pt x="1575822" y="1656485"/>
                  </a:lnTo>
                  <a:lnTo>
                    <a:pt x="1575822" y="1656475"/>
                  </a:lnTo>
                  <a:lnTo>
                    <a:pt x="1575822" y="1656467"/>
                  </a:lnTo>
                  <a:lnTo>
                    <a:pt x="1575820" y="1656456"/>
                  </a:lnTo>
                  <a:lnTo>
                    <a:pt x="1575819" y="1656448"/>
                  </a:lnTo>
                  <a:lnTo>
                    <a:pt x="1575819" y="1656437"/>
                  </a:lnTo>
                  <a:lnTo>
                    <a:pt x="1575818" y="1656430"/>
                  </a:lnTo>
                  <a:lnTo>
                    <a:pt x="1575818" y="1656423"/>
                  </a:lnTo>
                  <a:lnTo>
                    <a:pt x="1575818" y="1656417"/>
                  </a:lnTo>
                  <a:lnTo>
                    <a:pt x="1575817" y="1656411"/>
                  </a:lnTo>
                  <a:lnTo>
                    <a:pt x="1575815" y="1656404"/>
                  </a:lnTo>
                  <a:lnTo>
                    <a:pt x="1575812" y="1656398"/>
                  </a:lnTo>
                  <a:lnTo>
                    <a:pt x="1575809" y="1656392"/>
                  </a:lnTo>
                  <a:lnTo>
                    <a:pt x="1575803" y="1656382"/>
                  </a:lnTo>
                  <a:lnTo>
                    <a:pt x="1575798" y="1656378"/>
                  </a:lnTo>
                  <a:lnTo>
                    <a:pt x="1575791" y="1656373"/>
                  </a:lnTo>
                  <a:lnTo>
                    <a:pt x="1575793" y="1656366"/>
                  </a:lnTo>
                  <a:lnTo>
                    <a:pt x="1575796" y="1656361"/>
                  </a:lnTo>
                  <a:lnTo>
                    <a:pt x="1575800" y="1656354"/>
                  </a:lnTo>
                  <a:lnTo>
                    <a:pt x="1575804" y="1656349"/>
                  </a:lnTo>
                  <a:lnTo>
                    <a:pt x="1575807" y="1656345"/>
                  </a:lnTo>
                  <a:lnTo>
                    <a:pt x="1575811" y="1656340"/>
                  </a:lnTo>
                  <a:lnTo>
                    <a:pt x="1575815" y="1656336"/>
                  </a:lnTo>
                  <a:lnTo>
                    <a:pt x="1575821" y="1656330"/>
                  </a:lnTo>
                  <a:lnTo>
                    <a:pt x="1575827" y="1656325"/>
                  </a:lnTo>
                  <a:lnTo>
                    <a:pt x="1575834" y="1656319"/>
                  </a:lnTo>
                  <a:lnTo>
                    <a:pt x="1575841" y="1656312"/>
                  </a:lnTo>
                  <a:lnTo>
                    <a:pt x="1575851" y="1656304"/>
                  </a:lnTo>
                  <a:lnTo>
                    <a:pt x="1575861" y="1656295"/>
                  </a:lnTo>
                  <a:lnTo>
                    <a:pt x="1575868" y="1656289"/>
                  </a:lnTo>
                  <a:lnTo>
                    <a:pt x="1575876" y="1656280"/>
                  </a:lnTo>
                  <a:lnTo>
                    <a:pt x="1575884" y="1656274"/>
                  </a:lnTo>
                  <a:lnTo>
                    <a:pt x="1575892" y="1656266"/>
                  </a:lnTo>
                  <a:lnTo>
                    <a:pt x="1575901" y="1656261"/>
                  </a:lnTo>
                  <a:lnTo>
                    <a:pt x="1575908" y="1656256"/>
                  </a:lnTo>
                  <a:lnTo>
                    <a:pt x="1575919" y="1656249"/>
                  </a:lnTo>
                  <a:lnTo>
                    <a:pt x="1575929" y="1656244"/>
                  </a:lnTo>
                  <a:lnTo>
                    <a:pt x="1575937" y="1656244"/>
                  </a:lnTo>
                  <a:lnTo>
                    <a:pt x="1575949" y="1656245"/>
                  </a:lnTo>
                  <a:lnTo>
                    <a:pt x="1575963" y="1656248"/>
                  </a:lnTo>
                  <a:lnTo>
                    <a:pt x="1575973" y="1656250"/>
                  </a:lnTo>
                  <a:lnTo>
                    <a:pt x="1575986" y="1656250"/>
                  </a:lnTo>
                  <a:lnTo>
                    <a:pt x="1575997" y="1656252"/>
                  </a:lnTo>
                  <a:lnTo>
                    <a:pt x="1576007" y="1656254"/>
                  </a:lnTo>
                  <a:lnTo>
                    <a:pt x="1576016" y="1656259"/>
                  </a:lnTo>
                  <a:lnTo>
                    <a:pt x="1576024" y="1656262"/>
                  </a:lnTo>
                  <a:lnTo>
                    <a:pt x="1576037" y="1656264"/>
                  </a:lnTo>
                  <a:lnTo>
                    <a:pt x="1576051" y="1656263"/>
                  </a:lnTo>
                  <a:lnTo>
                    <a:pt x="1576060" y="1656261"/>
                  </a:lnTo>
                  <a:lnTo>
                    <a:pt x="1576071" y="1656258"/>
                  </a:lnTo>
                  <a:lnTo>
                    <a:pt x="1576075" y="1656249"/>
                  </a:lnTo>
                  <a:lnTo>
                    <a:pt x="1576076" y="1656240"/>
                  </a:lnTo>
                  <a:lnTo>
                    <a:pt x="1576076" y="1656234"/>
                  </a:lnTo>
                  <a:lnTo>
                    <a:pt x="1576074" y="1656225"/>
                  </a:lnTo>
                  <a:lnTo>
                    <a:pt x="1576076" y="1656217"/>
                  </a:lnTo>
                  <a:lnTo>
                    <a:pt x="1576079" y="1656210"/>
                  </a:lnTo>
                  <a:lnTo>
                    <a:pt x="1576083" y="1656205"/>
                  </a:lnTo>
                  <a:lnTo>
                    <a:pt x="1576088" y="1656199"/>
                  </a:lnTo>
                  <a:lnTo>
                    <a:pt x="1576094" y="1656193"/>
                  </a:lnTo>
                  <a:lnTo>
                    <a:pt x="1576097" y="1656184"/>
                  </a:lnTo>
                  <a:lnTo>
                    <a:pt x="1576101" y="1656173"/>
                  </a:lnTo>
                  <a:lnTo>
                    <a:pt x="1576106" y="1656160"/>
                  </a:lnTo>
                  <a:lnTo>
                    <a:pt x="1576110" y="1656150"/>
                  </a:lnTo>
                  <a:lnTo>
                    <a:pt x="1576116" y="1656135"/>
                  </a:lnTo>
                  <a:lnTo>
                    <a:pt x="1576120" y="1656124"/>
                  </a:lnTo>
                  <a:lnTo>
                    <a:pt x="1576127" y="1656128"/>
                  </a:lnTo>
                  <a:lnTo>
                    <a:pt x="1576135" y="1656134"/>
                  </a:lnTo>
                  <a:lnTo>
                    <a:pt x="1576146" y="1656139"/>
                  </a:lnTo>
                  <a:lnTo>
                    <a:pt x="1576154" y="1656141"/>
                  </a:lnTo>
                  <a:lnTo>
                    <a:pt x="1576159" y="1656142"/>
                  </a:lnTo>
                  <a:lnTo>
                    <a:pt x="1576165" y="1656143"/>
                  </a:lnTo>
                  <a:lnTo>
                    <a:pt x="1576172" y="1656143"/>
                  </a:lnTo>
                  <a:lnTo>
                    <a:pt x="1576178" y="1656144"/>
                  </a:lnTo>
                  <a:lnTo>
                    <a:pt x="1576189" y="1656145"/>
                  </a:lnTo>
                  <a:lnTo>
                    <a:pt x="1576198" y="1656146"/>
                  </a:lnTo>
                  <a:lnTo>
                    <a:pt x="1576205" y="1656145"/>
                  </a:lnTo>
                  <a:lnTo>
                    <a:pt x="1576212" y="1656144"/>
                  </a:lnTo>
                  <a:lnTo>
                    <a:pt x="1576229" y="1656144"/>
                  </a:lnTo>
                  <a:lnTo>
                    <a:pt x="1576242" y="1656143"/>
                  </a:lnTo>
                  <a:lnTo>
                    <a:pt x="1576255" y="1656140"/>
                  </a:lnTo>
                  <a:lnTo>
                    <a:pt x="1576271" y="1656136"/>
                  </a:lnTo>
                  <a:lnTo>
                    <a:pt x="1576283" y="1656133"/>
                  </a:lnTo>
                  <a:lnTo>
                    <a:pt x="1576293" y="1656130"/>
                  </a:lnTo>
                  <a:lnTo>
                    <a:pt x="1576302" y="1656130"/>
                  </a:lnTo>
                  <a:lnTo>
                    <a:pt x="1576310" y="1656130"/>
                  </a:lnTo>
                  <a:lnTo>
                    <a:pt x="1576318" y="1656129"/>
                  </a:lnTo>
                  <a:lnTo>
                    <a:pt x="1576316" y="1656122"/>
                  </a:lnTo>
                  <a:lnTo>
                    <a:pt x="1576314" y="1656113"/>
                  </a:lnTo>
                  <a:lnTo>
                    <a:pt x="1576313" y="1656103"/>
                  </a:lnTo>
                  <a:lnTo>
                    <a:pt x="1576314" y="1656091"/>
                  </a:lnTo>
                  <a:lnTo>
                    <a:pt x="1576316" y="1656085"/>
                  </a:lnTo>
                  <a:lnTo>
                    <a:pt x="1576316" y="1656080"/>
                  </a:lnTo>
                  <a:lnTo>
                    <a:pt x="1576316" y="1656072"/>
                  </a:lnTo>
                  <a:lnTo>
                    <a:pt x="1576316" y="1656062"/>
                  </a:lnTo>
                  <a:lnTo>
                    <a:pt x="1576316" y="1656053"/>
                  </a:lnTo>
                  <a:lnTo>
                    <a:pt x="1576316" y="1656046"/>
                  </a:lnTo>
                  <a:lnTo>
                    <a:pt x="1576318" y="1656040"/>
                  </a:lnTo>
                  <a:lnTo>
                    <a:pt x="1576323" y="1656035"/>
                  </a:lnTo>
                  <a:lnTo>
                    <a:pt x="1576326" y="1656029"/>
                  </a:lnTo>
                  <a:lnTo>
                    <a:pt x="1576321" y="1656021"/>
                  </a:lnTo>
                  <a:lnTo>
                    <a:pt x="1576315" y="1656014"/>
                  </a:lnTo>
                  <a:lnTo>
                    <a:pt x="1576310" y="1656008"/>
                  </a:lnTo>
                  <a:lnTo>
                    <a:pt x="1576324" y="1655947"/>
                  </a:lnTo>
                  <a:lnTo>
                    <a:pt x="1576319" y="1655939"/>
                  </a:lnTo>
                  <a:lnTo>
                    <a:pt x="1576318" y="1655932"/>
                  </a:lnTo>
                  <a:lnTo>
                    <a:pt x="1576320" y="1655922"/>
                  </a:lnTo>
                  <a:lnTo>
                    <a:pt x="1576321" y="1655912"/>
                  </a:lnTo>
                  <a:lnTo>
                    <a:pt x="1576322" y="1655903"/>
                  </a:lnTo>
                  <a:lnTo>
                    <a:pt x="1576321" y="1655889"/>
                  </a:lnTo>
                  <a:lnTo>
                    <a:pt x="1576321" y="1655877"/>
                  </a:lnTo>
                  <a:lnTo>
                    <a:pt x="1576318" y="1655863"/>
                  </a:lnTo>
                  <a:lnTo>
                    <a:pt x="1576321" y="1655853"/>
                  </a:lnTo>
                  <a:lnTo>
                    <a:pt x="1576327" y="1655845"/>
                  </a:lnTo>
                  <a:lnTo>
                    <a:pt x="1576332" y="1655840"/>
                  </a:lnTo>
                  <a:lnTo>
                    <a:pt x="1576338" y="1655835"/>
                  </a:lnTo>
                  <a:lnTo>
                    <a:pt x="1576348" y="1655832"/>
                  </a:lnTo>
                  <a:lnTo>
                    <a:pt x="1576361" y="1655833"/>
                  </a:lnTo>
                  <a:lnTo>
                    <a:pt x="1576372" y="1655834"/>
                  </a:lnTo>
                  <a:lnTo>
                    <a:pt x="1576383" y="1655837"/>
                  </a:lnTo>
                  <a:lnTo>
                    <a:pt x="1576391" y="1655832"/>
                  </a:lnTo>
                  <a:lnTo>
                    <a:pt x="1576401" y="1655825"/>
                  </a:lnTo>
                  <a:lnTo>
                    <a:pt x="1576408" y="1655820"/>
                  </a:lnTo>
                  <a:lnTo>
                    <a:pt x="1576413" y="1655816"/>
                  </a:lnTo>
                  <a:lnTo>
                    <a:pt x="1576421" y="1655809"/>
                  </a:lnTo>
                  <a:lnTo>
                    <a:pt x="1576420" y="1655804"/>
                  </a:lnTo>
                  <a:lnTo>
                    <a:pt x="1576416" y="1655793"/>
                  </a:lnTo>
                  <a:lnTo>
                    <a:pt x="1576408" y="1655780"/>
                  </a:lnTo>
                  <a:lnTo>
                    <a:pt x="1576402" y="1655772"/>
                  </a:lnTo>
                  <a:lnTo>
                    <a:pt x="1576393" y="1655765"/>
                  </a:lnTo>
                  <a:lnTo>
                    <a:pt x="1576385" y="1655759"/>
                  </a:lnTo>
                  <a:lnTo>
                    <a:pt x="1576381" y="1655754"/>
                  </a:lnTo>
                  <a:lnTo>
                    <a:pt x="1576369" y="1655698"/>
                  </a:lnTo>
                  <a:lnTo>
                    <a:pt x="1576365" y="1655688"/>
                  </a:lnTo>
                  <a:lnTo>
                    <a:pt x="1576354" y="1655680"/>
                  </a:lnTo>
                  <a:lnTo>
                    <a:pt x="1576344" y="1655670"/>
                  </a:lnTo>
                  <a:lnTo>
                    <a:pt x="1576338" y="1655660"/>
                  </a:lnTo>
                  <a:lnTo>
                    <a:pt x="1576335" y="1655652"/>
                  </a:lnTo>
                  <a:lnTo>
                    <a:pt x="1576330" y="1655646"/>
                  </a:lnTo>
                  <a:lnTo>
                    <a:pt x="1576321" y="1655640"/>
                  </a:lnTo>
                  <a:lnTo>
                    <a:pt x="1576308" y="1655635"/>
                  </a:lnTo>
                  <a:lnTo>
                    <a:pt x="1576297" y="1655626"/>
                  </a:lnTo>
                  <a:lnTo>
                    <a:pt x="1576292" y="1655617"/>
                  </a:lnTo>
                  <a:lnTo>
                    <a:pt x="1576286" y="1655607"/>
                  </a:lnTo>
                  <a:lnTo>
                    <a:pt x="1576280" y="1655595"/>
                  </a:lnTo>
                  <a:lnTo>
                    <a:pt x="1576278" y="1655590"/>
                  </a:lnTo>
                  <a:lnTo>
                    <a:pt x="1576274" y="1655583"/>
                  </a:lnTo>
                  <a:lnTo>
                    <a:pt x="1576266" y="1655576"/>
                  </a:lnTo>
                  <a:lnTo>
                    <a:pt x="1576261" y="1655570"/>
                  </a:lnTo>
                  <a:lnTo>
                    <a:pt x="1576245" y="1655563"/>
                  </a:lnTo>
                  <a:lnTo>
                    <a:pt x="1576226" y="1655558"/>
                  </a:lnTo>
                  <a:lnTo>
                    <a:pt x="1576214" y="1655556"/>
                  </a:lnTo>
                  <a:lnTo>
                    <a:pt x="1576196" y="1655555"/>
                  </a:lnTo>
                  <a:lnTo>
                    <a:pt x="1576187" y="1655552"/>
                  </a:lnTo>
                  <a:lnTo>
                    <a:pt x="1576176" y="1655547"/>
                  </a:lnTo>
                  <a:lnTo>
                    <a:pt x="1576164" y="1655542"/>
                  </a:lnTo>
                  <a:lnTo>
                    <a:pt x="1576151" y="1655537"/>
                  </a:lnTo>
                  <a:lnTo>
                    <a:pt x="1576145" y="1655533"/>
                  </a:lnTo>
                  <a:lnTo>
                    <a:pt x="1576144" y="1655525"/>
                  </a:lnTo>
                  <a:lnTo>
                    <a:pt x="1576146" y="1655515"/>
                  </a:lnTo>
                  <a:lnTo>
                    <a:pt x="1576148" y="1655507"/>
                  </a:lnTo>
                  <a:lnTo>
                    <a:pt x="1576149" y="1655500"/>
                  </a:lnTo>
                  <a:lnTo>
                    <a:pt x="1576150" y="1655486"/>
                  </a:lnTo>
                  <a:lnTo>
                    <a:pt x="1576156" y="1655479"/>
                  </a:lnTo>
                  <a:lnTo>
                    <a:pt x="1576161" y="1655475"/>
                  </a:lnTo>
                  <a:lnTo>
                    <a:pt x="1576169" y="1655471"/>
                  </a:lnTo>
                  <a:lnTo>
                    <a:pt x="1576179" y="1655463"/>
                  </a:lnTo>
                  <a:lnTo>
                    <a:pt x="1576191" y="1655453"/>
                  </a:lnTo>
                  <a:lnTo>
                    <a:pt x="1576200" y="1655440"/>
                  </a:lnTo>
                  <a:lnTo>
                    <a:pt x="1576204" y="1655433"/>
                  </a:lnTo>
                  <a:lnTo>
                    <a:pt x="1576207" y="1655428"/>
                  </a:lnTo>
                  <a:lnTo>
                    <a:pt x="1576212" y="1655424"/>
                  </a:lnTo>
                  <a:lnTo>
                    <a:pt x="1576218" y="1655432"/>
                  </a:lnTo>
                  <a:lnTo>
                    <a:pt x="1576222" y="1655436"/>
                  </a:lnTo>
                  <a:lnTo>
                    <a:pt x="1576228" y="1655441"/>
                  </a:lnTo>
                  <a:lnTo>
                    <a:pt x="1576235" y="1655444"/>
                  </a:lnTo>
                  <a:lnTo>
                    <a:pt x="1576244" y="1655447"/>
                  </a:lnTo>
                  <a:lnTo>
                    <a:pt x="1576250" y="1655449"/>
                  </a:lnTo>
                  <a:lnTo>
                    <a:pt x="1576258" y="1655451"/>
                  </a:lnTo>
                  <a:lnTo>
                    <a:pt x="1576288" y="1655457"/>
                  </a:lnTo>
                  <a:lnTo>
                    <a:pt x="1576310" y="1655457"/>
                  </a:lnTo>
                  <a:lnTo>
                    <a:pt x="1576328" y="1655459"/>
                  </a:lnTo>
                  <a:lnTo>
                    <a:pt x="1576346" y="1655465"/>
                  </a:lnTo>
                  <a:lnTo>
                    <a:pt x="1576356" y="1655469"/>
                  </a:lnTo>
                  <a:lnTo>
                    <a:pt x="1576372" y="1655474"/>
                  </a:lnTo>
                  <a:lnTo>
                    <a:pt x="1576385" y="1655479"/>
                  </a:lnTo>
                  <a:lnTo>
                    <a:pt x="1576399" y="1655487"/>
                  </a:lnTo>
                  <a:lnTo>
                    <a:pt x="1576409" y="1655493"/>
                  </a:lnTo>
                  <a:lnTo>
                    <a:pt x="1576414" y="1655498"/>
                  </a:lnTo>
                  <a:lnTo>
                    <a:pt x="1576422" y="1655502"/>
                  </a:lnTo>
                  <a:lnTo>
                    <a:pt x="1576431" y="1655504"/>
                  </a:lnTo>
                  <a:lnTo>
                    <a:pt x="1576463" y="1655510"/>
                  </a:lnTo>
                  <a:lnTo>
                    <a:pt x="1576469" y="1655512"/>
                  </a:lnTo>
                  <a:lnTo>
                    <a:pt x="1576477" y="1655513"/>
                  </a:lnTo>
                  <a:lnTo>
                    <a:pt x="1576483" y="1655515"/>
                  </a:lnTo>
                  <a:lnTo>
                    <a:pt x="1576489" y="1655516"/>
                  </a:lnTo>
                  <a:lnTo>
                    <a:pt x="1576497" y="1655520"/>
                  </a:lnTo>
                  <a:lnTo>
                    <a:pt x="1576501" y="1655522"/>
                  </a:lnTo>
                  <a:lnTo>
                    <a:pt x="1576506" y="1655526"/>
                  </a:lnTo>
                  <a:lnTo>
                    <a:pt x="1576513" y="1655532"/>
                  </a:lnTo>
                  <a:lnTo>
                    <a:pt x="1576519" y="1655539"/>
                  </a:lnTo>
                  <a:lnTo>
                    <a:pt x="1576523" y="1655544"/>
                  </a:lnTo>
                  <a:lnTo>
                    <a:pt x="1576528" y="1655550"/>
                  </a:lnTo>
                  <a:lnTo>
                    <a:pt x="1576534" y="1655558"/>
                  </a:lnTo>
                  <a:lnTo>
                    <a:pt x="1576540" y="1655565"/>
                  </a:lnTo>
                  <a:lnTo>
                    <a:pt x="1576547" y="1655571"/>
                  </a:lnTo>
                  <a:lnTo>
                    <a:pt x="1576557" y="1655562"/>
                  </a:lnTo>
                  <a:lnTo>
                    <a:pt x="1576568" y="1655552"/>
                  </a:lnTo>
                  <a:lnTo>
                    <a:pt x="1576577" y="1655543"/>
                  </a:lnTo>
                  <a:lnTo>
                    <a:pt x="1576588" y="1655534"/>
                  </a:lnTo>
                  <a:lnTo>
                    <a:pt x="1576599" y="1655526"/>
                  </a:lnTo>
                  <a:lnTo>
                    <a:pt x="1576610" y="1655517"/>
                  </a:lnTo>
                  <a:lnTo>
                    <a:pt x="1576610" y="1655506"/>
                  </a:lnTo>
                  <a:lnTo>
                    <a:pt x="1576607" y="1655495"/>
                  </a:lnTo>
                  <a:lnTo>
                    <a:pt x="1576605" y="1655486"/>
                  </a:lnTo>
                  <a:lnTo>
                    <a:pt x="1576602" y="1655477"/>
                  </a:lnTo>
                  <a:lnTo>
                    <a:pt x="1576601" y="1655467"/>
                  </a:lnTo>
                  <a:lnTo>
                    <a:pt x="1576598" y="1655456"/>
                  </a:lnTo>
                  <a:lnTo>
                    <a:pt x="1576597" y="1655447"/>
                  </a:lnTo>
                  <a:lnTo>
                    <a:pt x="1576596" y="1655435"/>
                  </a:lnTo>
                  <a:lnTo>
                    <a:pt x="1576596" y="1655410"/>
                  </a:lnTo>
                  <a:lnTo>
                    <a:pt x="1576559" y="1655329"/>
                  </a:lnTo>
                  <a:lnTo>
                    <a:pt x="1576672" y="1655240"/>
                  </a:lnTo>
                  <a:lnTo>
                    <a:pt x="1576728" y="1655238"/>
                  </a:lnTo>
                  <a:lnTo>
                    <a:pt x="1576782" y="1655236"/>
                  </a:lnTo>
                  <a:lnTo>
                    <a:pt x="1576910" y="1655340"/>
                  </a:lnTo>
                  <a:lnTo>
                    <a:pt x="1576918" y="1655339"/>
                  </a:lnTo>
                  <a:lnTo>
                    <a:pt x="1576926" y="1655337"/>
                  </a:lnTo>
                  <a:lnTo>
                    <a:pt x="1576934" y="1655335"/>
                  </a:lnTo>
                  <a:lnTo>
                    <a:pt x="1576942" y="1655335"/>
                  </a:lnTo>
                  <a:lnTo>
                    <a:pt x="1576950" y="1655336"/>
                  </a:lnTo>
                  <a:lnTo>
                    <a:pt x="1576955" y="1655337"/>
                  </a:lnTo>
                  <a:lnTo>
                    <a:pt x="1576962" y="1655339"/>
                  </a:lnTo>
                  <a:lnTo>
                    <a:pt x="1576976" y="1655344"/>
                  </a:lnTo>
                  <a:lnTo>
                    <a:pt x="1576974" y="1655331"/>
                  </a:lnTo>
                  <a:lnTo>
                    <a:pt x="1576975" y="1655321"/>
                  </a:lnTo>
                  <a:lnTo>
                    <a:pt x="1576978" y="1655310"/>
                  </a:lnTo>
                  <a:lnTo>
                    <a:pt x="1576981" y="1655300"/>
                  </a:lnTo>
                  <a:lnTo>
                    <a:pt x="1576992" y="1655283"/>
                  </a:lnTo>
                  <a:lnTo>
                    <a:pt x="1577000" y="1655277"/>
                  </a:lnTo>
                  <a:lnTo>
                    <a:pt x="1577011" y="1655274"/>
                  </a:lnTo>
                  <a:lnTo>
                    <a:pt x="1577024" y="1655271"/>
                  </a:lnTo>
                  <a:lnTo>
                    <a:pt x="1577035" y="1655272"/>
                  </a:lnTo>
                  <a:lnTo>
                    <a:pt x="1577041" y="1655274"/>
                  </a:lnTo>
                  <a:lnTo>
                    <a:pt x="1577049" y="1655280"/>
                  </a:lnTo>
                  <a:lnTo>
                    <a:pt x="1577059" y="1655289"/>
                  </a:lnTo>
                  <a:lnTo>
                    <a:pt x="1577068" y="1655296"/>
                  </a:lnTo>
                  <a:lnTo>
                    <a:pt x="1577076" y="1655302"/>
                  </a:lnTo>
                  <a:lnTo>
                    <a:pt x="1577089" y="1655305"/>
                  </a:lnTo>
                  <a:lnTo>
                    <a:pt x="1577099" y="1655303"/>
                  </a:lnTo>
                  <a:lnTo>
                    <a:pt x="1577113" y="1655303"/>
                  </a:lnTo>
                  <a:lnTo>
                    <a:pt x="1577125" y="1655304"/>
                  </a:lnTo>
                  <a:lnTo>
                    <a:pt x="1577137" y="1655307"/>
                  </a:lnTo>
                  <a:lnTo>
                    <a:pt x="1577142" y="1655311"/>
                  </a:lnTo>
                  <a:lnTo>
                    <a:pt x="1577150" y="1655316"/>
                  </a:lnTo>
                  <a:lnTo>
                    <a:pt x="1577160" y="1655319"/>
                  </a:lnTo>
                  <a:lnTo>
                    <a:pt x="1577174" y="1655320"/>
                  </a:lnTo>
                  <a:lnTo>
                    <a:pt x="1577184" y="1655321"/>
                  </a:lnTo>
                  <a:lnTo>
                    <a:pt x="1577203" y="1655318"/>
                  </a:lnTo>
                  <a:lnTo>
                    <a:pt x="1577334" y="1655282"/>
                  </a:lnTo>
                  <a:lnTo>
                    <a:pt x="1577340" y="1655276"/>
                  </a:lnTo>
                  <a:lnTo>
                    <a:pt x="1577344" y="1655271"/>
                  </a:lnTo>
                  <a:lnTo>
                    <a:pt x="1577346" y="1655264"/>
                  </a:lnTo>
                  <a:lnTo>
                    <a:pt x="1577349" y="1655256"/>
                  </a:lnTo>
                  <a:lnTo>
                    <a:pt x="1577354" y="1655246"/>
                  </a:lnTo>
                  <a:lnTo>
                    <a:pt x="1577360" y="1655237"/>
                  </a:lnTo>
                  <a:lnTo>
                    <a:pt x="1577364" y="1655233"/>
                  </a:lnTo>
                  <a:lnTo>
                    <a:pt x="1577369" y="1655227"/>
                  </a:lnTo>
                  <a:lnTo>
                    <a:pt x="1577374" y="1655220"/>
                  </a:lnTo>
                  <a:lnTo>
                    <a:pt x="1577375" y="1655212"/>
                  </a:lnTo>
                  <a:lnTo>
                    <a:pt x="1577379" y="1655201"/>
                  </a:lnTo>
                  <a:lnTo>
                    <a:pt x="1577381" y="1655194"/>
                  </a:lnTo>
                  <a:lnTo>
                    <a:pt x="1577385" y="1655189"/>
                  </a:lnTo>
                  <a:lnTo>
                    <a:pt x="1577392" y="1655192"/>
                  </a:lnTo>
                  <a:lnTo>
                    <a:pt x="1577401" y="1655196"/>
                  </a:lnTo>
                  <a:lnTo>
                    <a:pt x="1577408" y="1655200"/>
                  </a:lnTo>
                  <a:lnTo>
                    <a:pt x="1577414" y="1655204"/>
                  </a:lnTo>
                  <a:lnTo>
                    <a:pt x="1577430" y="1655206"/>
                  </a:lnTo>
                  <a:lnTo>
                    <a:pt x="1577446" y="1655210"/>
                  </a:lnTo>
                  <a:lnTo>
                    <a:pt x="1577451" y="1655218"/>
                  </a:lnTo>
                  <a:lnTo>
                    <a:pt x="1577461" y="1655226"/>
                  </a:lnTo>
                  <a:lnTo>
                    <a:pt x="1577472" y="1655232"/>
                  </a:lnTo>
                  <a:lnTo>
                    <a:pt x="1577485" y="1655233"/>
                  </a:lnTo>
                  <a:lnTo>
                    <a:pt x="1577494" y="1655231"/>
                  </a:lnTo>
                  <a:lnTo>
                    <a:pt x="1577508" y="1655229"/>
                  </a:lnTo>
                  <a:lnTo>
                    <a:pt x="1577526" y="1655225"/>
                  </a:lnTo>
                  <a:lnTo>
                    <a:pt x="1577535" y="1655222"/>
                  </a:lnTo>
                  <a:lnTo>
                    <a:pt x="1577549" y="1655219"/>
                  </a:lnTo>
                  <a:lnTo>
                    <a:pt x="1577562" y="1655217"/>
                  </a:lnTo>
                  <a:lnTo>
                    <a:pt x="1577572" y="1655214"/>
                  </a:lnTo>
                  <a:lnTo>
                    <a:pt x="1577583" y="1655209"/>
                  </a:lnTo>
                  <a:lnTo>
                    <a:pt x="1577595" y="1655205"/>
                  </a:lnTo>
                  <a:lnTo>
                    <a:pt x="1577603" y="1655201"/>
                  </a:lnTo>
                  <a:lnTo>
                    <a:pt x="1577614" y="1655195"/>
                  </a:lnTo>
                  <a:lnTo>
                    <a:pt x="1577625" y="1655190"/>
                  </a:lnTo>
                  <a:lnTo>
                    <a:pt x="1577636" y="1655188"/>
                  </a:lnTo>
                  <a:lnTo>
                    <a:pt x="1577643" y="1655189"/>
                  </a:lnTo>
                  <a:lnTo>
                    <a:pt x="1577652" y="1655192"/>
                  </a:lnTo>
                  <a:lnTo>
                    <a:pt x="1577660" y="1655192"/>
                  </a:lnTo>
                  <a:lnTo>
                    <a:pt x="1577672" y="1655192"/>
                  </a:lnTo>
                  <a:lnTo>
                    <a:pt x="1577686" y="1655189"/>
                  </a:lnTo>
                  <a:lnTo>
                    <a:pt x="1577700" y="1655186"/>
                  </a:lnTo>
                  <a:lnTo>
                    <a:pt x="1577718" y="1655180"/>
                  </a:lnTo>
                  <a:lnTo>
                    <a:pt x="1577730" y="1655173"/>
                  </a:lnTo>
                  <a:lnTo>
                    <a:pt x="1577738" y="1655166"/>
                  </a:lnTo>
                  <a:lnTo>
                    <a:pt x="1577744" y="1655156"/>
                  </a:lnTo>
                  <a:lnTo>
                    <a:pt x="1577746" y="1655146"/>
                  </a:lnTo>
                  <a:lnTo>
                    <a:pt x="1577747" y="1655135"/>
                  </a:lnTo>
                  <a:lnTo>
                    <a:pt x="1577747" y="1655122"/>
                  </a:lnTo>
                  <a:lnTo>
                    <a:pt x="1577750" y="1655108"/>
                  </a:lnTo>
                  <a:lnTo>
                    <a:pt x="1577752" y="1655094"/>
                  </a:lnTo>
                  <a:lnTo>
                    <a:pt x="1577757" y="1655086"/>
                  </a:lnTo>
                  <a:lnTo>
                    <a:pt x="1577767" y="1655079"/>
                  </a:lnTo>
                  <a:lnTo>
                    <a:pt x="1577775" y="1655075"/>
                  </a:lnTo>
                  <a:lnTo>
                    <a:pt x="1577784" y="1655071"/>
                  </a:lnTo>
                  <a:lnTo>
                    <a:pt x="1577794" y="1655070"/>
                  </a:lnTo>
                  <a:lnTo>
                    <a:pt x="1577799" y="1655070"/>
                  </a:lnTo>
                  <a:lnTo>
                    <a:pt x="1577804" y="1655070"/>
                  </a:lnTo>
                  <a:lnTo>
                    <a:pt x="1577812" y="1655073"/>
                  </a:lnTo>
                  <a:lnTo>
                    <a:pt x="1577811" y="1655065"/>
                  </a:lnTo>
                  <a:lnTo>
                    <a:pt x="1577810" y="1655060"/>
                  </a:lnTo>
                  <a:lnTo>
                    <a:pt x="1577811" y="1655053"/>
                  </a:lnTo>
                  <a:lnTo>
                    <a:pt x="1577816" y="1655043"/>
                  </a:lnTo>
                  <a:lnTo>
                    <a:pt x="1577821" y="1655037"/>
                  </a:lnTo>
                  <a:lnTo>
                    <a:pt x="1577827" y="1655031"/>
                  </a:lnTo>
                  <a:lnTo>
                    <a:pt x="1577835" y="1655020"/>
                  </a:lnTo>
                  <a:lnTo>
                    <a:pt x="1577840" y="1655015"/>
                  </a:lnTo>
                  <a:lnTo>
                    <a:pt x="1577850" y="1655009"/>
                  </a:lnTo>
                  <a:lnTo>
                    <a:pt x="1577859" y="1654999"/>
                  </a:lnTo>
                  <a:lnTo>
                    <a:pt x="1577864" y="1654993"/>
                  </a:lnTo>
                  <a:lnTo>
                    <a:pt x="1577868" y="1654988"/>
                  </a:lnTo>
                  <a:lnTo>
                    <a:pt x="1577872" y="1654983"/>
                  </a:lnTo>
                  <a:lnTo>
                    <a:pt x="1577877" y="1654973"/>
                  </a:lnTo>
                  <a:lnTo>
                    <a:pt x="1577880" y="1654968"/>
                  </a:lnTo>
                  <a:lnTo>
                    <a:pt x="1577884" y="1654955"/>
                  </a:lnTo>
                  <a:lnTo>
                    <a:pt x="1577889" y="1654947"/>
                  </a:lnTo>
                  <a:lnTo>
                    <a:pt x="1577897" y="1654942"/>
                  </a:lnTo>
                  <a:lnTo>
                    <a:pt x="1577903" y="1654937"/>
                  </a:lnTo>
                  <a:lnTo>
                    <a:pt x="1577912" y="1654927"/>
                  </a:lnTo>
                  <a:lnTo>
                    <a:pt x="1577916" y="1654920"/>
                  </a:lnTo>
                  <a:lnTo>
                    <a:pt x="1577920" y="1654914"/>
                  </a:lnTo>
                  <a:lnTo>
                    <a:pt x="1577922" y="1654908"/>
                  </a:lnTo>
                  <a:lnTo>
                    <a:pt x="1577928" y="1654898"/>
                  </a:lnTo>
                  <a:lnTo>
                    <a:pt x="1577935" y="1654889"/>
                  </a:lnTo>
                  <a:lnTo>
                    <a:pt x="1577939" y="1654883"/>
                  </a:lnTo>
                  <a:lnTo>
                    <a:pt x="1577945" y="1654876"/>
                  </a:lnTo>
                  <a:lnTo>
                    <a:pt x="1577953" y="1654867"/>
                  </a:lnTo>
                  <a:lnTo>
                    <a:pt x="1577961" y="1654858"/>
                  </a:lnTo>
                  <a:lnTo>
                    <a:pt x="1577965" y="1654848"/>
                  </a:lnTo>
                  <a:lnTo>
                    <a:pt x="1577969" y="1654840"/>
                  </a:lnTo>
                  <a:lnTo>
                    <a:pt x="1577974" y="1654829"/>
                  </a:lnTo>
                  <a:lnTo>
                    <a:pt x="1577978" y="1654820"/>
                  </a:lnTo>
                  <a:lnTo>
                    <a:pt x="1577984" y="1654811"/>
                  </a:lnTo>
                  <a:lnTo>
                    <a:pt x="1577991" y="1654798"/>
                  </a:lnTo>
                  <a:lnTo>
                    <a:pt x="1577999" y="1654789"/>
                  </a:lnTo>
                  <a:lnTo>
                    <a:pt x="1578005" y="1654787"/>
                  </a:lnTo>
                  <a:lnTo>
                    <a:pt x="1578021" y="1654787"/>
                  </a:lnTo>
                  <a:lnTo>
                    <a:pt x="1578012" y="1654778"/>
                  </a:lnTo>
                  <a:lnTo>
                    <a:pt x="1578005" y="1654773"/>
                  </a:lnTo>
                  <a:lnTo>
                    <a:pt x="1577996" y="1654764"/>
                  </a:lnTo>
                  <a:lnTo>
                    <a:pt x="1577990" y="1654754"/>
                  </a:lnTo>
                  <a:lnTo>
                    <a:pt x="1577980" y="1654739"/>
                  </a:lnTo>
                  <a:lnTo>
                    <a:pt x="1577973" y="1654729"/>
                  </a:lnTo>
                  <a:lnTo>
                    <a:pt x="1577970" y="1654724"/>
                  </a:lnTo>
                  <a:lnTo>
                    <a:pt x="1577967" y="1654717"/>
                  </a:lnTo>
                  <a:lnTo>
                    <a:pt x="1577967" y="1654710"/>
                  </a:lnTo>
                  <a:lnTo>
                    <a:pt x="1577966" y="1654704"/>
                  </a:lnTo>
                  <a:lnTo>
                    <a:pt x="1577964" y="1654698"/>
                  </a:lnTo>
                  <a:lnTo>
                    <a:pt x="1577962" y="1654692"/>
                  </a:lnTo>
                  <a:lnTo>
                    <a:pt x="1577960" y="1654686"/>
                  </a:lnTo>
                  <a:lnTo>
                    <a:pt x="1577955" y="1654676"/>
                  </a:lnTo>
                  <a:lnTo>
                    <a:pt x="1577952" y="1654667"/>
                  </a:lnTo>
                  <a:lnTo>
                    <a:pt x="1577948" y="1654660"/>
                  </a:lnTo>
                  <a:lnTo>
                    <a:pt x="1577944" y="1654655"/>
                  </a:lnTo>
                  <a:lnTo>
                    <a:pt x="1577939" y="1654648"/>
                  </a:lnTo>
                  <a:lnTo>
                    <a:pt x="1577935" y="1654642"/>
                  </a:lnTo>
                  <a:lnTo>
                    <a:pt x="1577930" y="1654636"/>
                  </a:lnTo>
                  <a:lnTo>
                    <a:pt x="1577925" y="1654626"/>
                  </a:lnTo>
                  <a:lnTo>
                    <a:pt x="1577924" y="1654617"/>
                  </a:lnTo>
                  <a:lnTo>
                    <a:pt x="1577925" y="1654610"/>
                  </a:lnTo>
                  <a:lnTo>
                    <a:pt x="1577924" y="1654602"/>
                  </a:lnTo>
                  <a:lnTo>
                    <a:pt x="1577918" y="1654593"/>
                  </a:lnTo>
                  <a:lnTo>
                    <a:pt x="1577914" y="1654585"/>
                  </a:lnTo>
                  <a:lnTo>
                    <a:pt x="1577911" y="1654578"/>
                  </a:lnTo>
                  <a:lnTo>
                    <a:pt x="1577910" y="1654570"/>
                  </a:lnTo>
                  <a:lnTo>
                    <a:pt x="1577911" y="1654561"/>
                  </a:lnTo>
                  <a:lnTo>
                    <a:pt x="1577912" y="1654554"/>
                  </a:lnTo>
                  <a:lnTo>
                    <a:pt x="1577913" y="1654546"/>
                  </a:lnTo>
                  <a:lnTo>
                    <a:pt x="1577914" y="1654541"/>
                  </a:lnTo>
                  <a:lnTo>
                    <a:pt x="1577927" y="1654515"/>
                  </a:lnTo>
                  <a:lnTo>
                    <a:pt x="1577949" y="1654469"/>
                  </a:lnTo>
                  <a:lnTo>
                    <a:pt x="1577990" y="1654388"/>
                  </a:lnTo>
                  <a:lnTo>
                    <a:pt x="1578009" y="1654385"/>
                  </a:lnTo>
                  <a:lnTo>
                    <a:pt x="1578003" y="1654251"/>
                  </a:lnTo>
                  <a:lnTo>
                    <a:pt x="1578091" y="1654180"/>
                  </a:lnTo>
                  <a:lnTo>
                    <a:pt x="1578098" y="1654176"/>
                  </a:lnTo>
                  <a:lnTo>
                    <a:pt x="1578104" y="1654171"/>
                  </a:lnTo>
                  <a:lnTo>
                    <a:pt x="1578110" y="1654165"/>
                  </a:lnTo>
                  <a:lnTo>
                    <a:pt x="1578122" y="1654157"/>
                  </a:lnTo>
                  <a:lnTo>
                    <a:pt x="1578132" y="1654151"/>
                  </a:lnTo>
                  <a:lnTo>
                    <a:pt x="1578145" y="1654146"/>
                  </a:lnTo>
                  <a:lnTo>
                    <a:pt x="1578157" y="1654141"/>
                  </a:lnTo>
                  <a:lnTo>
                    <a:pt x="1578168" y="1654137"/>
                  </a:lnTo>
                  <a:lnTo>
                    <a:pt x="1578177" y="1654134"/>
                  </a:lnTo>
                  <a:lnTo>
                    <a:pt x="1578185" y="1654131"/>
                  </a:lnTo>
                  <a:lnTo>
                    <a:pt x="1578190" y="1654128"/>
                  </a:lnTo>
                  <a:lnTo>
                    <a:pt x="1578197" y="1654125"/>
                  </a:lnTo>
                  <a:lnTo>
                    <a:pt x="1578203" y="1654122"/>
                  </a:lnTo>
                  <a:lnTo>
                    <a:pt x="1578212" y="1654120"/>
                  </a:lnTo>
                  <a:lnTo>
                    <a:pt x="1578220" y="1654121"/>
                  </a:lnTo>
                  <a:lnTo>
                    <a:pt x="1578227" y="1654122"/>
                  </a:lnTo>
                  <a:lnTo>
                    <a:pt x="1578232" y="1654121"/>
                  </a:lnTo>
                  <a:lnTo>
                    <a:pt x="1578230" y="1654116"/>
                  </a:lnTo>
                  <a:lnTo>
                    <a:pt x="1578227" y="1654108"/>
                  </a:lnTo>
                  <a:lnTo>
                    <a:pt x="1578227" y="1654099"/>
                  </a:lnTo>
                  <a:lnTo>
                    <a:pt x="1578228" y="1654094"/>
                  </a:lnTo>
                  <a:lnTo>
                    <a:pt x="1578228" y="1654085"/>
                  </a:lnTo>
                  <a:lnTo>
                    <a:pt x="1578228" y="1654078"/>
                  </a:lnTo>
                  <a:lnTo>
                    <a:pt x="1578227" y="1654070"/>
                  </a:lnTo>
                  <a:lnTo>
                    <a:pt x="1578226" y="1654064"/>
                  </a:lnTo>
                  <a:lnTo>
                    <a:pt x="1578226" y="1654059"/>
                  </a:lnTo>
                  <a:lnTo>
                    <a:pt x="1578231" y="1654052"/>
                  </a:lnTo>
                  <a:lnTo>
                    <a:pt x="1578239" y="1654046"/>
                  </a:lnTo>
                  <a:lnTo>
                    <a:pt x="1578246" y="1654040"/>
                  </a:lnTo>
                  <a:lnTo>
                    <a:pt x="1578251" y="1654034"/>
                  </a:lnTo>
                  <a:lnTo>
                    <a:pt x="1578253" y="1654026"/>
                  </a:lnTo>
                  <a:lnTo>
                    <a:pt x="1578254" y="1654017"/>
                  </a:lnTo>
                  <a:lnTo>
                    <a:pt x="1578257" y="1654010"/>
                  </a:lnTo>
                  <a:lnTo>
                    <a:pt x="1578260" y="1654005"/>
                  </a:lnTo>
                  <a:lnTo>
                    <a:pt x="1578267" y="1653997"/>
                  </a:lnTo>
                  <a:lnTo>
                    <a:pt x="1578273" y="1653992"/>
                  </a:lnTo>
                  <a:lnTo>
                    <a:pt x="1578281" y="1653985"/>
                  </a:lnTo>
                  <a:lnTo>
                    <a:pt x="1578289" y="1653974"/>
                  </a:lnTo>
                  <a:lnTo>
                    <a:pt x="1578295" y="1653966"/>
                  </a:lnTo>
                  <a:lnTo>
                    <a:pt x="1578300" y="1653959"/>
                  </a:lnTo>
                  <a:lnTo>
                    <a:pt x="1578303" y="1653952"/>
                  </a:lnTo>
                  <a:lnTo>
                    <a:pt x="1578309" y="1653944"/>
                  </a:lnTo>
                  <a:lnTo>
                    <a:pt x="1578314" y="1653939"/>
                  </a:lnTo>
                  <a:lnTo>
                    <a:pt x="1578319" y="1653934"/>
                  </a:lnTo>
                  <a:lnTo>
                    <a:pt x="1578327" y="1653927"/>
                  </a:lnTo>
                  <a:lnTo>
                    <a:pt x="1578332" y="1653922"/>
                  </a:lnTo>
                  <a:lnTo>
                    <a:pt x="1578338" y="1653918"/>
                  </a:lnTo>
                  <a:lnTo>
                    <a:pt x="1578351" y="1653908"/>
                  </a:lnTo>
                  <a:lnTo>
                    <a:pt x="1578359" y="1653904"/>
                  </a:lnTo>
                  <a:lnTo>
                    <a:pt x="1578366" y="1653900"/>
                  </a:lnTo>
                  <a:lnTo>
                    <a:pt x="1578374" y="1653896"/>
                  </a:lnTo>
                  <a:lnTo>
                    <a:pt x="1578380" y="1653893"/>
                  </a:lnTo>
                  <a:lnTo>
                    <a:pt x="1578386" y="1653886"/>
                  </a:lnTo>
                  <a:lnTo>
                    <a:pt x="1578391" y="1653879"/>
                  </a:lnTo>
                  <a:lnTo>
                    <a:pt x="1578393" y="1653873"/>
                  </a:lnTo>
                  <a:lnTo>
                    <a:pt x="1578393" y="1653867"/>
                  </a:lnTo>
                  <a:lnTo>
                    <a:pt x="1578394" y="1653861"/>
                  </a:lnTo>
                  <a:lnTo>
                    <a:pt x="1578395" y="1653855"/>
                  </a:lnTo>
                  <a:lnTo>
                    <a:pt x="1578395" y="1653845"/>
                  </a:lnTo>
                  <a:lnTo>
                    <a:pt x="1578389" y="1653835"/>
                  </a:lnTo>
                  <a:lnTo>
                    <a:pt x="1578382" y="1653825"/>
                  </a:lnTo>
                  <a:lnTo>
                    <a:pt x="1578379" y="1653816"/>
                  </a:lnTo>
                  <a:lnTo>
                    <a:pt x="1578378" y="1653808"/>
                  </a:lnTo>
                  <a:lnTo>
                    <a:pt x="1578378" y="1653802"/>
                  </a:lnTo>
                  <a:lnTo>
                    <a:pt x="1578375" y="1653791"/>
                  </a:lnTo>
                  <a:lnTo>
                    <a:pt x="1578374" y="1653782"/>
                  </a:lnTo>
                  <a:lnTo>
                    <a:pt x="1578376" y="1653770"/>
                  </a:lnTo>
                  <a:lnTo>
                    <a:pt x="1578377" y="1653761"/>
                  </a:lnTo>
                  <a:lnTo>
                    <a:pt x="1578378" y="1653753"/>
                  </a:lnTo>
                  <a:lnTo>
                    <a:pt x="1578379" y="1653747"/>
                  </a:lnTo>
                  <a:lnTo>
                    <a:pt x="1578375" y="1653741"/>
                  </a:lnTo>
                  <a:lnTo>
                    <a:pt x="1578371" y="1653737"/>
                  </a:lnTo>
                  <a:lnTo>
                    <a:pt x="1578367" y="1653731"/>
                  </a:lnTo>
                  <a:lnTo>
                    <a:pt x="1578364" y="1653724"/>
                  </a:lnTo>
                  <a:lnTo>
                    <a:pt x="1578361" y="1653715"/>
                  </a:lnTo>
                  <a:lnTo>
                    <a:pt x="1578361" y="1653708"/>
                  </a:lnTo>
                  <a:lnTo>
                    <a:pt x="1578362" y="1653696"/>
                  </a:lnTo>
                  <a:lnTo>
                    <a:pt x="1578363" y="1653687"/>
                  </a:lnTo>
                  <a:lnTo>
                    <a:pt x="1578364" y="1653672"/>
                  </a:lnTo>
                  <a:lnTo>
                    <a:pt x="1578360" y="1653663"/>
                  </a:lnTo>
                  <a:lnTo>
                    <a:pt x="1578359" y="1653655"/>
                  </a:lnTo>
                  <a:lnTo>
                    <a:pt x="1578358" y="1653642"/>
                  </a:lnTo>
                  <a:lnTo>
                    <a:pt x="1578359" y="1653634"/>
                  </a:lnTo>
                  <a:lnTo>
                    <a:pt x="1578361" y="1653629"/>
                  </a:lnTo>
                  <a:lnTo>
                    <a:pt x="1578367" y="1653625"/>
                  </a:lnTo>
                  <a:lnTo>
                    <a:pt x="1578374" y="1653623"/>
                  </a:lnTo>
                  <a:lnTo>
                    <a:pt x="1578380" y="1653622"/>
                  </a:lnTo>
                  <a:lnTo>
                    <a:pt x="1578387" y="1653620"/>
                  </a:lnTo>
                  <a:lnTo>
                    <a:pt x="1578393" y="1653618"/>
                  </a:lnTo>
                  <a:lnTo>
                    <a:pt x="1578401" y="1653614"/>
                  </a:lnTo>
                  <a:lnTo>
                    <a:pt x="1578408" y="1653610"/>
                  </a:lnTo>
                  <a:lnTo>
                    <a:pt x="1578415" y="1653607"/>
                  </a:lnTo>
                  <a:lnTo>
                    <a:pt x="1578424" y="1653605"/>
                  </a:lnTo>
                  <a:lnTo>
                    <a:pt x="1578429" y="1653606"/>
                  </a:lnTo>
                  <a:lnTo>
                    <a:pt x="1578436" y="1653608"/>
                  </a:lnTo>
                  <a:lnTo>
                    <a:pt x="1578442" y="1653608"/>
                  </a:lnTo>
                  <a:lnTo>
                    <a:pt x="1578450" y="1653606"/>
                  </a:lnTo>
                  <a:lnTo>
                    <a:pt x="1578455" y="1653603"/>
                  </a:lnTo>
                  <a:lnTo>
                    <a:pt x="1578465" y="1653598"/>
                  </a:lnTo>
                  <a:lnTo>
                    <a:pt x="1578473" y="1653595"/>
                  </a:lnTo>
                  <a:lnTo>
                    <a:pt x="1578483" y="1653594"/>
                  </a:lnTo>
                  <a:lnTo>
                    <a:pt x="1578492" y="1653596"/>
                  </a:lnTo>
                  <a:lnTo>
                    <a:pt x="1578500" y="1653600"/>
                  </a:lnTo>
                  <a:lnTo>
                    <a:pt x="1578509" y="1653601"/>
                  </a:lnTo>
                  <a:lnTo>
                    <a:pt x="1578515" y="1653601"/>
                  </a:lnTo>
                  <a:lnTo>
                    <a:pt x="1578522" y="1653600"/>
                  </a:lnTo>
                  <a:lnTo>
                    <a:pt x="1578528" y="1653594"/>
                  </a:lnTo>
                  <a:lnTo>
                    <a:pt x="1578530" y="1653582"/>
                  </a:lnTo>
                  <a:lnTo>
                    <a:pt x="1578531" y="1653575"/>
                  </a:lnTo>
                  <a:lnTo>
                    <a:pt x="1578534" y="1653567"/>
                  </a:lnTo>
                  <a:lnTo>
                    <a:pt x="1578538" y="1653559"/>
                  </a:lnTo>
                  <a:lnTo>
                    <a:pt x="1578542" y="1653554"/>
                  </a:lnTo>
                  <a:lnTo>
                    <a:pt x="1578546" y="1653551"/>
                  </a:lnTo>
                  <a:lnTo>
                    <a:pt x="1578594" y="1653533"/>
                  </a:lnTo>
                  <a:lnTo>
                    <a:pt x="1578653" y="1653508"/>
                  </a:lnTo>
                  <a:lnTo>
                    <a:pt x="1578651" y="1653499"/>
                  </a:lnTo>
                  <a:lnTo>
                    <a:pt x="1578649" y="1653491"/>
                  </a:lnTo>
                  <a:lnTo>
                    <a:pt x="1578646" y="1653480"/>
                  </a:lnTo>
                  <a:lnTo>
                    <a:pt x="1578643" y="1653473"/>
                  </a:lnTo>
                  <a:lnTo>
                    <a:pt x="1578641" y="1653467"/>
                  </a:lnTo>
                  <a:lnTo>
                    <a:pt x="1578639" y="1653460"/>
                  </a:lnTo>
                  <a:lnTo>
                    <a:pt x="1578633" y="1653449"/>
                  </a:lnTo>
                  <a:lnTo>
                    <a:pt x="1578626" y="1653440"/>
                  </a:lnTo>
                  <a:lnTo>
                    <a:pt x="1578620" y="1653433"/>
                  </a:lnTo>
                  <a:lnTo>
                    <a:pt x="1578613" y="1653428"/>
                  </a:lnTo>
                  <a:lnTo>
                    <a:pt x="1578605" y="1653422"/>
                  </a:lnTo>
                  <a:lnTo>
                    <a:pt x="1578598" y="1653418"/>
                  </a:lnTo>
                  <a:lnTo>
                    <a:pt x="1578592" y="1653415"/>
                  </a:lnTo>
                  <a:lnTo>
                    <a:pt x="1578585" y="1653410"/>
                  </a:lnTo>
                  <a:lnTo>
                    <a:pt x="1578584" y="1653403"/>
                  </a:lnTo>
                  <a:lnTo>
                    <a:pt x="1578585" y="1653396"/>
                  </a:lnTo>
                  <a:lnTo>
                    <a:pt x="1578586" y="1653389"/>
                  </a:lnTo>
                  <a:lnTo>
                    <a:pt x="1578590" y="1653380"/>
                  </a:lnTo>
                  <a:lnTo>
                    <a:pt x="1578593" y="1653375"/>
                  </a:lnTo>
                  <a:lnTo>
                    <a:pt x="1578592" y="1653366"/>
                  </a:lnTo>
                  <a:lnTo>
                    <a:pt x="1578589" y="1653357"/>
                  </a:lnTo>
                  <a:lnTo>
                    <a:pt x="1578585" y="1653353"/>
                  </a:lnTo>
                  <a:lnTo>
                    <a:pt x="1578579" y="1653348"/>
                  </a:lnTo>
                  <a:lnTo>
                    <a:pt x="1578573" y="1653343"/>
                  </a:lnTo>
                  <a:lnTo>
                    <a:pt x="1578565" y="1653336"/>
                  </a:lnTo>
                  <a:lnTo>
                    <a:pt x="1578559" y="1653332"/>
                  </a:lnTo>
                  <a:lnTo>
                    <a:pt x="1578554" y="1653328"/>
                  </a:lnTo>
                  <a:lnTo>
                    <a:pt x="1578547" y="1653325"/>
                  </a:lnTo>
                  <a:lnTo>
                    <a:pt x="1578536" y="1653319"/>
                  </a:lnTo>
                  <a:lnTo>
                    <a:pt x="1578524" y="1653314"/>
                  </a:lnTo>
                  <a:lnTo>
                    <a:pt x="1578516" y="1653312"/>
                  </a:lnTo>
                  <a:lnTo>
                    <a:pt x="1578507" y="1653311"/>
                  </a:lnTo>
                  <a:lnTo>
                    <a:pt x="1578500" y="1653311"/>
                  </a:lnTo>
                  <a:lnTo>
                    <a:pt x="1578493" y="1653311"/>
                  </a:lnTo>
                  <a:lnTo>
                    <a:pt x="1578487" y="1653312"/>
                  </a:lnTo>
                  <a:lnTo>
                    <a:pt x="1578479" y="1653313"/>
                  </a:lnTo>
                  <a:lnTo>
                    <a:pt x="1578475" y="1653313"/>
                  </a:lnTo>
                  <a:lnTo>
                    <a:pt x="1578469" y="1653314"/>
                  </a:lnTo>
                  <a:lnTo>
                    <a:pt x="1578464" y="1653314"/>
                  </a:lnTo>
                  <a:lnTo>
                    <a:pt x="1578452" y="1653314"/>
                  </a:lnTo>
                  <a:lnTo>
                    <a:pt x="1578446" y="1653314"/>
                  </a:lnTo>
                  <a:lnTo>
                    <a:pt x="1578441" y="1653314"/>
                  </a:lnTo>
                  <a:lnTo>
                    <a:pt x="1578435" y="1653314"/>
                  </a:lnTo>
                  <a:lnTo>
                    <a:pt x="1578429" y="1653313"/>
                  </a:lnTo>
                  <a:lnTo>
                    <a:pt x="1578420" y="1653310"/>
                  </a:lnTo>
                  <a:lnTo>
                    <a:pt x="1578419" y="1653301"/>
                  </a:lnTo>
                  <a:lnTo>
                    <a:pt x="1578419" y="1653293"/>
                  </a:lnTo>
                  <a:lnTo>
                    <a:pt x="1578419" y="1653285"/>
                  </a:lnTo>
                  <a:lnTo>
                    <a:pt x="1578419" y="1653276"/>
                  </a:lnTo>
                  <a:lnTo>
                    <a:pt x="1578419" y="1653267"/>
                  </a:lnTo>
                  <a:lnTo>
                    <a:pt x="1578419" y="1653259"/>
                  </a:lnTo>
                  <a:lnTo>
                    <a:pt x="1578419" y="1653250"/>
                  </a:lnTo>
                  <a:lnTo>
                    <a:pt x="1578417" y="1653212"/>
                  </a:lnTo>
                  <a:lnTo>
                    <a:pt x="1578412" y="1653212"/>
                  </a:lnTo>
                  <a:lnTo>
                    <a:pt x="1578404" y="1653212"/>
                  </a:lnTo>
                  <a:lnTo>
                    <a:pt x="1578396" y="1653211"/>
                  </a:lnTo>
                  <a:lnTo>
                    <a:pt x="1578388" y="1653208"/>
                  </a:lnTo>
                  <a:lnTo>
                    <a:pt x="1578377" y="1653206"/>
                  </a:lnTo>
                  <a:lnTo>
                    <a:pt x="1578368" y="1653205"/>
                  </a:lnTo>
                  <a:lnTo>
                    <a:pt x="1578354" y="1653204"/>
                  </a:lnTo>
                  <a:lnTo>
                    <a:pt x="1578342" y="1653204"/>
                  </a:lnTo>
                  <a:lnTo>
                    <a:pt x="1578335" y="1653204"/>
                  </a:lnTo>
                  <a:lnTo>
                    <a:pt x="1578319" y="1653201"/>
                  </a:lnTo>
                  <a:lnTo>
                    <a:pt x="1578309" y="1653200"/>
                  </a:lnTo>
                  <a:lnTo>
                    <a:pt x="1578298" y="1653199"/>
                  </a:lnTo>
                  <a:lnTo>
                    <a:pt x="1578290" y="1653198"/>
                  </a:lnTo>
                  <a:lnTo>
                    <a:pt x="1578281" y="1653196"/>
                  </a:lnTo>
                  <a:lnTo>
                    <a:pt x="1578267" y="1653168"/>
                  </a:lnTo>
                  <a:lnTo>
                    <a:pt x="1578258" y="1653151"/>
                  </a:lnTo>
                  <a:lnTo>
                    <a:pt x="1578252" y="1653145"/>
                  </a:lnTo>
                  <a:lnTo>
                    <a:pt x="1578248" y="1653141"/>
                  </a:lnTo>
                  <a:lnTo>
                    <a:pt x="1578229" y="1653115"/>
                  </a:lnTo>
                  <a:lnTo>
                    <a:pt x="1578202" y="1653051"/>
                  </a:lnTo>
                  <a:lnTo>
                    <a:pt x="1578193" y="1653042"/>
                  </a:lnTo>
                  <a:lnTo>
                    <a:pt x="1578188" y="1653035"/>
                  </a:lnTo>
                  <a:lnTo>
                    <a:pt x="1578190" y="1653029"/>
                  </a:lnTo>
                  <a:lnTo>
                    <a:pt x="1578194" y="1653023"/>
                  </a:lnTo>
                  <a:lnTo>
                    <a:pt x="1578196" y="1653017"/>
                  </a:lnTo>
                  <a:lnTo>
                    <a:pt x="1578198" y="1653010"/>
                  </a:lnTo>
                  <a:lnTo>
                    <a:pt x="1578201" y="1653002"/>
                  </a:lnTo>
                  <a:lnTo>
                    <a:pt x="1578207" y="1652993"/>
                  </a:lnTo>
                  <a:lnTo>
                    <a:pt x="1578210" y="1652983"/>
                  </a:lnTo>
                  <a:lnTo>
                    <a:pt x="1578211" y="1652974"/>
                  </a:lnTo>
                  <a:lnTo>
                    <a:pt x="1578209" y="1652964"/>
                  </a:lnTo>
                  <a:lnTo>
                    <a:pt x="1578206" y="1652957"/>
                  </a:lnTo>
                  <a:lnTo>
                    <a:pt x="1578203" y="1652951"/>
                  </a:lnTo>
                  <a:lnTo>
                    <a:pt x="1578200" y="1652945"/>
                  </a:lnTo>
                  <a:lnTo>
                    <a:pt x="1578195" y="1652939"/>
                  </a:lnTo>
                  <a:lnTo>
                    <a:pt x="1578189" y="1652934"/>
                  </a:lnTo>
                  <a:lnTo>
                    <a:pt x="1578183" y="1652928"/>
                  </a:lnTo>
                  <a:lnTo>
                    <a:pt x="1578177" y="1652924"/>
                  </a:lnTo>
                  <a:lnTo>
                    <a:pt x="1578171" y="1652921"/>
                  </a:lnTo>
                  <a:lnTo>
                    <a:pt x="1578164" y="1652918"/>
                  </a:lnTo>
                  <a:lnTo>
                    <a:pt x="1578159" y="1652917"/>
                  </a:lnTo>
                  <a:lnTo>
                    <a:pt x="1578153" y="1652917"/>
                  </a:lnTo>
                  <a:lnTo>
                    <a:pt x="1578147" y="1652917"/>
                  </a:lnTo>
                  <a:lnTo>
                    <a:pt x="1578138" y="1652918"/>
                  </a:lnTo>
                  <a:lnTo>
                    <a:pt x="1578131" y="1652919"/>
                  </a:lnTo>
                  <a:lnTo>
                    <a:pt x="1578125" y="1652919"/>
                  </a:lnTo>
                  <a:lnTo>
                    <a:pt x="1578120" y="1652920"/>
                  </a:lnTo>
                  <a:lnTo>
                    <a:pt x="1578111" y="1652922"/>
                  </a:lnTo>
                  <a:lnTo>
                    <a:pt x="1578103" y="1652923"/>
                  </a:lnTo>
                  <a:lnTo>
                    <a:pt x="1578097" y="1652926"/>
                  </a:lnTo>
                  <a:lnTo>
                    <a:pt x="1578092" y="1652928"/>
                  </a:lnTo>
                  <a:lnTo>
                    <a:pt x="1578088" y="1652931"/>
                  </a:lnTo>
                  <a:lnTo>
                    <a:pt x="1578083" y="1652934"/>
                  </a:lnTo>
                  <a:lnTo>
                    <a:pt x="1578077" y="1652937"/>
                  </a:lnTo>
                  <a:lnTo>
                    <a:pt x="1578069" y="1652943"/>
                  </a:lnTo>
                  <a:lnTo>
                    <a:pt x="1578064" y="1652947"/>
                  </a:lnTo>
                  <a:lnTo>
                    <a:pt x="1578059" y="1652951"/>
                  </a:lnTo>
                  <a:lnTo>
                    <a:pt x="1578054" y="1652955"/>
                  </a:lnTo>
                  <a:lnTo>
                    <a:pt x="1578049" y="1652958"/>
                  </a:lnTo>
                  <a:lnTo>
                    <a:pt x="1578046" y="1652963"/>
                  </a:lnTo>
                  <a:lnTo>
                    <a:pt x="1578042" y="1652967"/>
                  </a:lnTo>
                  <a:lnTo>
                    <a:pt x="1578037" y="1652972"/>
                  </a:lnTo>
                  <a:lnTo>
                    <a:pt x="1578033" y="1652975"/>
                  </a:lnTo>
                  <a:lnTo>
                    <a:pt x="1578025" y="1652976"/>
                  </a:lnTo>
                  <a:lnTo>
                    <a:pt x="1578019" y="1652976"/>
                  </a:lnTo>
                  <a:lnTo>
                    <a:pt x="1578010" y="1652975"/>
                  </a:lnTo>
                  <a:lnTo>
                    <a:pt x="1578001" y="1652973"/>
                  </a:lnTo>
                  <a:lnTo>
                    <a:pt x="1577992" y="1652970"/>
                  </a:lnTo>
                  <a:lnTo>
                    <a:pt x="1577985" y="1652967"/>
                  </a:lnTo>
                  <a:lnTo>
                    <a:pt x="1577978" y="1652964"/>
                  </a:lnTo>
                  <a:lnTo>
                    <a:pt x="1577972" y="1652960"/>
                  </a:lnTo>
                  <a:lnTo>
                    <a:pt x="1577966" y="1652956"/>
                  </a:lnTo>
                  <a:lnTo>
                    <a:pt x="1577960" y="1652952"/>
                  </a:lnTo>
                  <a:lnTo>
                    <a:pt x="1577954" y="1652947"/>
                  </a:lnTo>
                  <a:lnTo>
                    <a:pt x="1577949" y="1652943"/>
                  </a:lnTo>
                  <a:lnTo>
                    <a:pt x="1577946" y="1652935"/>
                  </a:lnTo>
                  <a:lnTo>
                    <a:pt x="1577944" y="1652929"/>
                  </a:lnTo>
                  <a:lnTo>
                    <a:pt x="1577943" y="1652921"/>
                  </a:lnTo>
                  <a:lnTo>
                    <a:pt x="1577941" y="1652915"/>
                  </a:lnTo>
                  <a:lnTo>
                    <a:pt x="1577940" y="1652905"/>
                  </a:lnTo>
                  <a:lnTo>
                    <a:pt x="1577941" y="1652897"/>
                  </a:lnTo>
                  <a:lnTo>
                    <a:pt x="1577942" y="1652889"/>
                  </a:lnTo>
                  <a:lnTo>
                    <a:pt x="1577943" y="1652880"/>
                  </a:lnTo>
                  <a:lnTo>
                    <a:pt x="1577945" y="1652870"/>
                  </a:lnTo>
                  <a:lnTo>
                    <a:pt x="1577947" y="1652861"/>
                  </a:lnTo>
                  <a:lnTo>
                    <a:pt x="1577947" y="1652854"/>
                  </a:lnTo>
                  <a:lnTo>
                    <a:pt x="1577947" y="1652843"/>
                  </a:lnTo>
                  <a:lnTo>
                    <a:pt x="1577943" y="1652833"/>
                  </a:lnTo>
                  <a:lnTo>
                    <a:pt x="1577937" y="1652825"/>
                  </a:lnTo>
                  <a:lnTo>
                    <a:pt x="1577932" y="1652820"/>
                  </a:lnTo>
                  <a:lnTo>
                    <a:pt x="1577927" y="1652815"/>
                  </a:lnTo>
                  <a:lnTo>
                    <a:pt x="1577921" y="1652811"/>
                  </a:lnTo>
                  <a:lnTo>
                    <a:pt x="1577916" y="1652805"/>
                  </a:lnTo>
                  <a:lnTo>
                    <a:pt x="1577914" y="1652800"/>
                  </a:lnTo>
                  <a:lnTo>
                    <a:pt x="1577912" y="1652794"/>
                  </a:lnTo>
                  <a:lnTo>
                    <a:pt x="1577905" y="1652792"/>
                  </a:lnTo>
                  <a:lnTo>
                    <a:pt x="1577896" y="1652789"/>
                  </a:lnTo>
                  <a:lnTo>
                    <a:pt x="1577890" y="1652786"/>
                  </a:lnTo>
                  <a:lnTo>
                    <a:pt x="1577913" y="1652758"/>
                  </a:lnTo>
                  <a:lnTo>
                    <a:pt x="1577924" y="1652744"/>
                  </a:lnTo>
                  <a:lnTo>
                    <a:pt x="1577932" y="1652733"/>
                  </a:lnTo>
                  <a:lnTo>
                    <a:pt x="1577929" y="1652726"/>
                  </a:lnTo>
                  <a:lnTo>
                    <a:pt x="1577919" y="1652716"/>
                  </a:lnTo>
                  <a:lnTo>
                    <a:pt x="1577904" y="1652704"/>
                  </a:lnTo>
                  <a:lnTo>
                    <a:pt x="1577891" y="1652694"/>
                  </a:lnTo>
                  <a:lnTo>
                    <a:pt x="1577875" y="1652682"/>
                  </a:lnTo>
                  <a:lnTo>
                    <a:pt x="1577864" y="1652677"/>
                  </a:lnTo>
                  <a:lnTo>
                    <a:pt x="1577839" y="1652672"/>
                  </a:lnTo>
                  <a:lnTo>
                    <a:pt x="1577829" y="1652668"/>
                  </a:lnTo>
                  <a:lnTo>
                    <a:pt x="1577814" y="1652642"/>
                  </a:lnTo>
                  <a:lnTo>
                    <a:pt x="1577801" y="1652623"/>
                  </a:lnTo>
                  <a:lnTo>
                    <a:pt x="1577789" y="1652613"/>
                  </a:lnTo>
                  <a:lnTo>
                    <a:pt x="1577764" y="1652598"/>
                  </a:lnTo>
                  <a:lnTo>
                    <a:pt x="1577744" y="1652591"/>
                  </a:lnTo>
                  <a:lnTo>
                    <a:pt x="1577728" y="1652587"/>
                  </a:lnTo>
                  <a:lnTo>
                    <a:pt x="1577711" y="1652587"/>
                  </a:lnTo>
                  <a:lnTo>
                    <a:pt x="1577695" y="1652587"/>
                  </a:lnTo>
                  <a:lnTo>
                    <a:pt x="1577676" y="1652592"/>
                  </a:lnTo>
                  <a:lnTo>
                    <a:pt x="1577652" y="1652594"/>
                  </a:lnTo>
                  <a:lnTo>
                    <a:pt x="1577623" y="1652593"/>
                  </a:lnTo>
                  <a:lnTo>
                    <a:pt x="1577568" y="1652594"/>
                  </a:lnTo>
                  <a:lnTo>
                    <a:pt x="1577531" y="1652591"/>
                  </a:lnTo>
                  <a:lnTo>
                    <a:pt x="1577502" y="1652589"/>
                  </a:lnTo>
                  <a:lnTo>
                    <a:pt x="1577485" y="1652585"/>
                  </a:lnTo>
                  <a:lnTo>
                    <a:pt x="1577475" y="1652579"/>
                  </a:lnTo>
                  <a:lnTo>
                    <a:pt x="1577466" y="1652575"/>
                  </a:lnTo>
                  <a:lnTo>
                    <a:pt x="1577455" y="1652574"/>
                  </a:lnTo>
                  <a:lnTo>
                    <a:pt x="1577436" y="1652574"/>
                  </a:lnTo>
                  <a:lnTo>
                    <a:pt x="1577420" y="1652574"/>
                  </a:lnTo>
                  <a:lnTo>
                    <a:pt x="1577376" y="1652558"/>
                  </a:lnTo>
                  <a:lnTo>
                    <a:pt x="1577333" y="1652543"/>
                  </a:lnTo>
                  <a:lnTo>
                    <a:pt x="1577303" y="1652535"/>
                  </a:lnTo>
                  <a:lnTo>
                    <a:pt x="1577271" y="1652529"/>
                  </a:lnTo>
                  <a:lnTo>
                    <a:pt x="1577252" y="1652528"/>
                  </a:lnTo>
                  <a:lnTo>
                    <a:pt x="1577235" y="1652529"/>
                  </a:lnTo>
                  <a:lnTo>
                    <a:pt x="1577216" y="1652530"/>
                  </a:lnTo>
                  <a:lnTo>
                    <a:pt x="1577185" y="1652530"/>
                  </a:lnTo>
                  <a:lnTo>
                    <a:pt x="1577163" y="1652531"/>
                  </a:lnTo>
                  <a:lnTo>
                    <a:pt x="1577148" y="1652533"/>
                  </a:lnTo>
                  <a:lnTo>
                    <a:pt x="1577133" y="1652540"/>
                  </a:lnTo>
                  <a:lnTo>
                    <a:pt x="1577113" y="1652550"/>
                  </a:lnTo>
                  <a:lnTo>
                    <a:pt x="1577086" y="1652561"/>
                  </a:lnTo>
                  <a:lnTo>
                    <a:pt x="1577076" y="1652563"/>
                  </a:lnTo>
                  <a:lnTo>
                    <a:pt x="1577062" y="1652570"/>
                  </a:lnTo>
                  <a:lnTo>
                    <a:pt x="1577057" y="1652575"/>
                  </a:lnTo>
                  <a:lnTo>
                    <a:pt x="1577051" y="1652596"/>
                  </a:lnTo>
                  <a:lnTo>
                    <a:pt x="1577036" y="1652607"/>
                  </a:lnTo>
                  <a:lnTo>
                    <a:pt x="1577020" y="1652620"/>
                  </a:lnTo>
                  <a:lnTo>
                    <a:pt x="1577006" y="1652626"/>
                  </a:lnTo>
                  <a:lnTo>
                    <a:pt x="1576991" y="1652628"/>
                  </a:lnTo>
                  <a:lnTo>
                    <a:pt x="1576972" y="1652628"/>
                  </a:lnTo>
                  <a:lnTo>
                    <a:pt x="1576958" y="1652618"/>
                  </a:lnTo>
                  <a:lnTo>
                    <a:pt x="1576941" y="1652605"/>
                  </a:lnTo>
                  <a:lnTo>
                    <a:pt x="1576919" y="1652599"/>
                  </a:lnTo>
                  <a:lnTo>
                    <a:pt x="1576889" y="1652602"/>
                  </a:lnTo>
                  <a:lnTo>
                    <a:pt x="1576855" y="1652609"/>
                  </a:lnTo>
                  <a:lnTo>
                    <a:pt x="1576838" y="1652617"/>
                  </a:lnTo>
                  <a:lnTo>
                    <a:pt x="1576821" y="1652625"/>
                  </a:lnTo>
                  <a:lnTo>
                    <a:pt x="1576803" y="1652644"/>
                  </a:lnTo>
                  <a:lnTo>
                    <a:pt x="1576777" y="1652666"/>
                  </a:lnTo>
                  <a:lnTo>
                    <a:pt x="1576748" y="1652690"/>
                  </a:lnTo>
                  <a:lnTo>
                    <a:pt x="1576733" y="1652703"/>
                  </a:lnTo>
                  <a:lnTo>
                    <a:pt x="1576718" y="1652723"/>
                  </a:lnTo>
                  <a:lnTo>
                    <a:pt x="1576707" y="1652752"/>
                  </a:lnTo>
                  <a:lnTo>
                    <a:pt x="1576695" y="1652779"/>
                  </a:lnTo>
                  <a:lnTo>
                    <a:pt x="1576686" y="1652805"/>
                  </a:lnTo>
                  <a:lnTo>
                    <a:pt x="1576684" y="1652815"/>
                  </a:lnTo>
                  <a:lnTo>
                    <a:pt x="1576680" y="1652821"/>
                  </a:lnTo>
                  <a:lnTo>
                    <a:pt x="1576670" y="1652828"/>
                  </a:lnTo>
                  <a:lnTo>
                    <a:pt x="1576660" y="1652833"/>
                  </a:lnTo>
                  <a:lnTo>
                    <a:pt x="1576644" y="1652839"/>
                  </a:lnTo>
                  <a:lnTo>
                    <a:pt x="1576604" y="1652851"/>
                  </a:lnTo>
                  <a:lnTo>
                    <a:pt x="1576583" y="1652857"/>
                  </a:lnTo>
                  <a:lnTo>
                    <a:pt x="1576557" y="1652863"/>
                  </a:lnTo>
                  <a:lnTo>
                    <a:pt x="1576531" y="1652863"/>
                  </a:lnTo>
                  <a:lnTo>
                    <a:pt x="1576509" y="1652859"/>
                  </a:lnTo>
                  <a:lnTo>
                    <a:pt x="1576493" y="1652848"/>
                  </a:lnTo>
                  <a:lnTo>
                    <a:pt x="1576480" y="1652839"/>
                  </a:lnTo>
                  <a:lnTo>
                    <a:pt x="1576473" y="1652838"/>
                  </a:lnTo>
                  <a:lnTo>
                    <a:pt x="1576467" y="1652837"/>
                  </a:lnTo>
                  <a:lnTo>
                    <a:pt x="1576460" y="1652836"/>
                  </a:lnTo>
                  <a:lnTo>
                    <a:pt x="1576451" y="1652834"/>
                  </a:lnTo>
                  <a:lnTo>
                    <a:pt x="1576440" y="1652833"/>
                  </a:lnTo>
                  <a:lnTo>
                    <a:pt x="1576429" y="1652832"/>
                  </a:lnTo>
                  <a:lnTo>
                    <a:pt x="1576414" y="1652830"/>
                  </a:lnTo>
                  <a:lnTo>
                    <a:pt x="1576402" y="1652829"/>
                  </a:lnTo>
                  <a:lnTo>
                    <a:pt x="1576386" y="1652828"/>
                  </a:lnTo>
                  <a:lnTo>
                    <a:pt x="1576369" y="1652826"/>
                  </a:lnTo>
                  <a:lnTo>
                    <a:pt x="1576356" y="1652828"/>
                  </a:lnTo>
                  <a:lnTo>
                    <a:pt x="1576344" y="1652833"/>
                  </a:lnTo>
                  <a:lnTo>
                    <a:pt x="1576332" y="1652839"/>
                  </a:lnTo>
                  <a:lnTo>
                    <a:pt x="1576322" y="1652840"/>
                  </a:lnTo>
                  <a:lnTo>
                    <a:pt x="1576309" y="1652841"/>
                  </a:lnTo>
                  <a:lnTo>
                    <a:pt x="1576302" y="1652845"/>
                  </a:lnTo>
                  <a:lnTo>
                    <a:pt x="1576299" y="1652851"/>
                  </a:lnTo>
                  <a:lnTo>
                    <a:pt x="1576296" y="1652857"/>
                  </a:lnTo>
                  <a:lnTo>
                    <a:pt x="1576292" y="1652865"/>
                  </a:lnTo>
                  <a:lnTo>
                    <a:pt x="1576285" y="1652869"/>
                  </a:lnTo>
                  <a:lnTo>
                    <a:pt x="1576273" y="1652873"/>
                  </a:lnTo>
                  <a:lnTo>
                    <a:pt x="1576260" y="1652880"/>
                  </a:lnTo>
                  <a:lnTo>
                    <a:pt x="1576247" y="1652886"/>
                  </a:lnTo>
                  <a:lnTo>
                    <a:pt x="1576238" y="1652889"/>
                  </a:lnTo>
                  <a:lnTo>
                    <a:pt x="1576231" y="1652892"/>
                  </a:lnTo>
                  <a:lnTo>
                    <a:pt x="1576223" y="1652894"/>
                  </a:lnTo>
                  <a:lnTo>
                    <a:pt x="1576213" y="1652899"/>
                  </a:lnTo>
                  <a:lnTo>
                    <a:pt x="1576204" y="1652903"/>
                  </a:lnTo>
                  <a:lnTo>
                    <a:pt x="1576194" y="1652905"/>
                  </a:lnTo>
                  <a:lnTo>
                    <a:pt x="1576186" y="1652907"/>
                  </a:lnTo>
                  <a:lnTo>
                    <a:pt x="1576178" y="1652907"/>
                  </a:lnTo>
                  <a:lnTo>
                    <a:pt x="1576172" y="1652904"/>
                  </a:lnTo>
                  <a:lnTo>
                    <a:pt x="1576167" y="1652901"/>
                  </a:lnTo>
                  <a:lnTo>
                    <a:pt x="1576161" y="1652897"/>
                  </a:lnTo>
                  <a:lnTo>
                    <a:pt x="1576153" y="1652895"/>
                  </a:lnTo>
                  <a:lnTo>
                    <a:pt x="1576146" y="1652894"/>
                  </a:lnTo>
                  <a:lnTo>
                    <a:pt x="1576138" y="1652893"/>
                  </a:lnTo>
                  <a:lnTo>
                    <a:pt x="1576134" y="1652890"/>
                  </a:lnTo>
                  <a:lnTo>
                    <a:pt x="1576129" y="1652886"/>
                  </a:lnTo>
                  <a:lnTo>
                    <a:pt x="1576123" y="1652882"/>
                  </a:lnTo>
                  <a:lnTo>
                    <a:pt x="1576117" y="1652877"/>
                  </a:lnTo>
                  <a:lnTo>
                    <a:pt x="1576112" y="1652875"/>
                  </a:lnTo>
                  <a:lnTo>
                    <a:pt x="1576107" y="1652875"/>
                  </a:lnTo>
                  <a:lnTo>
                    <a:pt x="1576100" y="1652877"/>
                  </a:lnTo>
                  <a:lnTo>
                    <a:pt x="1576091" y="1652877"/>
                  </a:lnTo>
                  <a:lnTo>
                    <a:pt x="1576084" y="1652876"/>
                  </a:lnTo>
                  <a:lnTo>
                    <a:pt x="1576078" y="1652873"/>
                  </a:lnTo>
                  <a:lnTo>
                    <a:pt x="1576072" y="1652867"/>
                  </a:lnTo>
                  <a:lnTo>
                    <a:pt x="1576065" y="1652861"/>
                  </a:lnTo>
                  <a:lnTo>
                    <a:pt x="1576060" y="1652857"/>
                  </a:lnTo>
                  <a:lnTo>
                    <a:pt x="1576054" y="1652853"/>
                  </a:lnTo>
                  <a:lnTo>
                    <a:pt x="1576048" y="1652851"/>
                  </a:lnTo>
                  <a:lnTo>
                    <a:pt x="1576040" y="1652848"/>
                  </a:lnTo>
                  <a:lnTo>
                    <a:pt x="1576033" y="1652845"/>
                  </a:lnTo>
                  <a:lnTo>
                    <a:pt x="1576025" y="1652841"/>
                  </a:lnTo>
                  <a:lnTo>
                    <a:pt x="1576016" y="1652837"/>
                  </a:lnTo>
                  <a:lnTo>
                    <a:pt x="1576007" y="1652832"/>
                  </a:lnTo>
                  <a:lnTo>
                    <a:pt x="1575998" y="1652828"/>
                  </a:lnTo>
                  <a:lnTo>
                    <a:pt x="1575990" y="1652825"/>
                  </a:lnTo>
                  <a:lnTo>
                    <a:pt x="1575984" y="1652822"/>
                  </a:lnTo>
                  <a:lnTo>
                    <a:pt x="1575978" y="1652817"/>
                  </a:lnTo>
                  <a:lnTo>
                    <a:pt x="1575967" y="1652813"/>
                  </a:lnTo>
                  <a:lnTo>
                    <a:pt x="1575953" y="1652807"/>
                  </a:lnTo>
                  <a:lnTo>
                    <a:pt x="1575948" y="1652803"/>
                  </a:lnTo>
                  <a:lnTo>
                    <a:pt x="1575945" y="1652797"/>
                  </a:lnTo>
                  <a:lnTo>
                    <a:pt x="1575945" y="1652785"/>
                  </a:lnTo>
                  <a:lnTo>
                    <a:pt x="1575947" y="1652771"/>
                  </a:lnTo>
                  <a:lnTo>
                    <a:pt x="1575945" y="1652758"/>
                  </a:lnTo>
                  <a:lnTo>
                    <a:pt x="1575943" y="1652747"/>
                  </a:lnTo>
                  <a:lnTo>
                    <a:pt x="1575936" y="1652739"/>
                  </a:lnTo>
                  <a:lnTo>
                    <a:pt x="1575926" y="1652733"/>
                  </a:lnTo>
                  <a:lnTo>
                    <a:pt x="1575915" y="1652731"/>
                  </a:lnTo>
                  <a:lnTo>
                    <a:pt x="1575902" y="1652731"/>
                  </a:lnTo>
                  <a:lnTo>
                    <a:pt x="1575889" y="1652733"/>
                  </a:lnTo>
                  <a:lnTo>
                    <a:pt x="1575880" y="1652737"/>
                  </a:lnTo>
                  <a:lnTo>
                    <a:pt x="1575867" y="1652745"/>
                  </a:lnTo>
                  <a:lnTo>
                    <a:pt x="1575859" y="1652751"/>
                  </a:lnTo>
                  <a:lnTo>
                    <a:pt x="1575848" y="1652757"/>
                  </a:lnTo>
                  <a:lnTo>
                    <a:pt x="1575836" y="1652763"/>
                  </a:lnTo>
                  <a:lnTo>
                    <a:pt x="1575825" y="1652767"/>
                  </a:lnTo>
                  <a:lnTo>
                    <a:pt x="1575809" y="1652776"/>
                  </a:lnTo>
                  <a:lnTo>
                    <a:pt x="1575797" y="1652782"/>
                  </a:lnTo>
                  <a:lnTo>
                    <a:pt x="1575790" y="1652783"/>
                  </a:lnTo>
                  <a:lnTo>
                    <a:pt x="1575782" y="1652781"/>
                  </a:lnTo>
                  <a:lnTo>
                    <a:pt x="1575777" y="1652782"/>
                  </a:lnTo>
                  <a:lnTo>
                    <a:pt x="1575771" y="1652782"/>
                  </a:lnTo>
                  <a:lnTo>
                    <a:pt x="1575765" y="1652782"/>
                  </a:lnTo>
                  <a:lnTo>
                    <a:pt x="1575759" y="1652781"/>
                  </a:lnTo>
                  <a:lnTo>
                    <a:pt x="1575748" y="1652777"/>
                  </a:lnTo>
                  <a:lnTo>
                    <a:pt x="1575734" y="1652771"/>
                  </a:lnTo>
                  <a:lnTo>
                    <a:pt x="1575723" y="1652764"/>
                  </a:lnTo>
                  <a:lnTo>
                    <a:pt x="1575707" y="1652750"/>
                  </a:lnTo>
                  <a:lnTo>
                    <a:pt x="1575694" y="1652741"/>
                  </a:lnTo>
                  <a:lnTo>
                    <a:pt x="1575682" y="1652737"/>
                  </a:lnTo>
                  <a:lnTo>
                    <a:pt x="1575666" y="1652738"/>
                  </a:lnTo>
                  <a:lnTo>
                    <a:pt x="1575648" y="1652740"/>
                  </a:lnTo>
                  <a:lnTo>
                    <a:pt x="1575629" y="1652745"/>
                  </a:lnTo>
                  <a:lnTo>
                    <a:pt x="1575617" y="1652751"/>
                  </a:lnTo>
                  <a:lnTo>
                    <a:pt x="1575609" y="1652758"/>
                  </a:lnTo>
                  <a:lnTo>
                    <a:pt x="1575597" y="1652771"/>
                  </a:lnTo>
                  <a:lnTo>
                    <a:pt x="1575583" y="1652781"/>
                  </a:lnTo>
                  <a:lnTo>
                    <a:pt x="1575565" y="1652792"/>
                  </a:lnTo>
                  <a:lnTo>
                    <a:pt x="1575548" y="1652800"/>
                  </a:lnTo>
                  <a:lnTo>
                    <a:pt x="1575535" y="1652802"/>
                  </a:lnTo>
                  <a:lnTo>
                    <a:pt x="1575524" y="1652801"/>
                  </a:lnTo>
                  <a:lnTo>
                    <a:pt x="1575510" y="1652802"/>
                  </a:lnTo>
                  <a:lnTo>
                    <a:pt x="1575499" y="1652809"/>
                  </a:lnTo>
                  <a:lnTo>
                    <a:pt x="1575487" y="1652822"/>
                  </a:lnTo>
                  <a:lnTo>
                    <a:pt x="1575474" y="1652840"/>
                  </a:lnTo>
                  <a:lnTo>
                    <a:pt x="1575470" y="1652863"/>
                  </a:lnTo>
                  <a:lnTo>
                    <a:pt x="1575470" y="1652883"/>
                  </a:lnTo>
                  <a:lnTo>
                    <a:pt x="1575474" y="1652898"/>
                  </a:lnTo>
                  <a:lnTo>
                    <a:pt x="1575476" y="1652910"/>
                  </a:lnTo>
                  <a:lnTo>
                    <a:pt x="1575472" y="1652921"/>
                  </a:lnTo>
                  <a:lnTo>
                    <a:pt x="1575466" y="1652929"/>
                  </a:lnTo>
                  <a:lnTo>
                    <a:pt x="1575459" y="1652929"/>
                  </a:lnTo>
                  <a:lnTo>
                    <a:pt x="1575450" y="1652931"/>
                  </a:lnTo>
                  <a:lnTo>
                    <a:pt x="1575440" y="1652940"/>
                  </a:lnTo>
                  <a:lnTo>
                    <a:pt x="1575434" y="1652950"/>
                  </a:lnTo>
                  <a:lnTo>
                    <a:pt x="1575428" y="1652960"/>
                  </a:lnTo>
                  <a:lnTo>
                    <a:pt x="1575416" y="1652971"/>
                  </a:lnTo>
                  <a:lnTo>
                    <a:pt x="1575401" y="1652985"/>
                  </a:lnTo>
                  <a:lnTo>
                    <a:pt x="1575384" y="1653000"/>
                  </a:lnTo>
                  <a:lnTo>
                    <a:pt x="1575365" y="1653015"/>
                  </a:lnTo>
                  <a:lnTo>
                    <a:pt x="1575352" y="1653024"/>
                  </a:lnTo>
                  <a:lnTo>
                    <a:pt x="1575346" y="1653028"/>
                  </a:lnTo>
                  <a:lnTo>
                    <a:pt x="1575334" y="1653036"/>
                  </a:lnTo>
                  <a:lnTo>
                    <a:pt x="1575318" y="1653049"/>
                  </a:lnTo>
                  <a:lnTo>
                    <a:pt x="1575305" y="1653060"/>
                  </a:lnTo>
                  <a:lnTo>
                    <a:pt x="1575292" y="1653068"/>
                  </a:lnTo>
                  <a:lnTo>
                    <a:pt x="1575279" y="1653073"/>
                  </a:lnTo>
                  <a:lnTo>
                    <a:pt x="1575272" y="1653073"/>
                  </a:lnTo>
                  <a:lnTo>
                    <a:pt x="1575264" y="1653071"/>
                  </a:lnTo>
                  <a:lnTo>
                    <a:pt x="1575256" y="1653065"/>
                  </a:lnTo>
                  <a:lnTo>
                    <a:pt x="1575250" y="1653065"/>
                  </a:lnTo>
                  <a:lnTo>
                    <a:pt x="1575245" y="1653064"/>
                  </a:lnTo>
                  <a:lnTo>
                    <a:pt x="1575237" y="1653062"/>
                  </a:lnTo>
                  <a:lnTo>
                    <a:pt x="1575229" y="1653060"/>
                  </a:lnTo>
                  <a:lnTo>
                    <a:pt x="1575220" y="1653054"/>
                  </a:lnTo>
                  <a:lnTo>
                    <a:pt x="1575218" y="1653047"/>
                  </a:lnTo>
                  <a:lnTo>
                    <a:pt x="1575215" y="1653039"/>
                  </a:lnTo>
                  <a:lnTo>
                    <a:pt x="1575214" y="1653032"/>
                  </a:lnTo>
                  <a:lnTo>
                    <a:pt x="1575212" y="1653019"/>
                  </a:lnTo>
                  <a:lnTo>
                    <a:pt x="1575210" y="1653000"/>
                  </a:lnTo>
                  <a:lnTo>
                    <a:pt x="1575209" y="1652981"/>
                  </a:lnTo>
                  <a:lnTo>
                    <a:pt x="1575215" y="1652957"/>
                  </a:lnTo>
                  <a:lnTo>
                    <a:pt x="1575221" y="1652928"/>
                  </a:lnTo>
                  <a:lnTo>
                    <a:pt x="1575229" y="1652897"/>
                  </a:lnTo>
                  <a:lnTo>
                    <a:pt x="1575236" y="1652873"/>
                  </a:lnTo>
                  <a:lnTo>
                    <a:pt x="1575238" y="1652859"/>
                  </a:lnTo>
                  <a:lnTo>
                    <a:pt x="1575241" y="1652840"/>
                  </a:lnTo>
                  <a:lnTo>
                    <a:pt x="1575245" y="1652814"/>
                  </a:lnTo>
                  <a:lnTo>
                    <a:pt x="1575250" y="1652805"/>
                  </a:lnTo>
                  <a:lnTo>
                    <a:pt x="1575259" y="1652793"/>
                  </a:lnTo>
                  <a:lnTo>
                    <a:pt x="1575266" y="1652785"/>
                  </a:lnTo>
                  <a:lnTo>
                    <a:pt x="1575276" y="1652775"/>
                  </a:lnTo>
                  <a:lnTo>
                    <a:pt x="1575283" y="1652760"/>
                  </a:lnTo>
                  <a:lnTo>
                    <a:pt x="1575297" y="1652733"/>
                  </a:lnTo>
                  <a:lnTo>
                    <a:pt x="1575306" y="1652716"/>
                  </a:lnTo>
                  <a:lnTo>
                    <a:pt x="1575314" y="1652689"/>
                  </a:lnTo>
                  <a:lnTo>
                    <a:pt x="1575321" y="1652672"/>
                  </a:lnTo>
                  <a:lnTo>
                    <a:pt x="1575328" y="1652650"/>
                  </a:lnTo>
                  <a:lnTo>
                    <a:pt x="1575330" y="1652643"/>
                  </a:lnTo>
                  <a:lnTo>
                    <a:pt x="1575334" y="1652633"/>
                  </a:lnTo>
                  <a:lnTo>
                    <a:pt x="1575335" y="1652619"/>
                  </a:lnTo>
                  <a:lnTo>
                    <a:pt x="1575337" y="1652580"/>
                  </a:lnTo>
                  <a:lnTo>
                    <a:pt x="1575338" y="1652563"/>
                  </a:lnTo>
                  <a:lnTo>
                    <a:pt x="1575339" y="1652550"/>
                  </a:lnTo>
                  <a:lnTo>
                    <a:pt x="1575337" y="1652528"/>
                  </a:lnTo>
                  <a:lnTo>
                    <a:pt x="1575338" y="1652516"/>
                  </a:lnTo>
                  <a:lnTo>
                    <a:pt x="1575339" y="1652505"/>
                  </a:lnTo>
                  <a:lnTo>
                    <a:pt x="1575341" y="1652491"/>
                  </a:lnTo>
                  <a:lnTo>
                    <a:pt x="1575345" y="1652473"/>
                  </a:lnTo>
                  <a:lnTo>
                    <a:pt x="1575350" y="1652449"/>
                  </a:lnTo>
                  <a:lnTo>
                    <a:pt x="1575354" y="1652433"/>
                  </a:lnTo>
                  <a:lnTo>
                    <a:pt x="1575358" y="1652414"/>
                  </a:lnTo>
                  <a:lnTo>
                    <a:pt x="1575365" y="1652394"/>
                  </a:lnTo>
                  <a:lnTo>
                    <a:pt x="1575368" y="1652389"/>
                  </a:lnTo>
                  <a:lnTo>
                    <a:pt x="1575374" y="1652379"/>
                  </a:lnTo>
                  <a:lnTo>
                    <a:pt x="1575377" y="1652374"/>
                  </a:lnTo>
                  <a:lnTo>
                    <a:pt x="1575382" y="1652366"/>
                  </a:lnTo>
                  <a:lnTo>
                    <a:pt x="1575386" y="1652350"/>
                  </a:lnTo>
                  <a:lnTo>
                    <a:pt x="1575391" y="1652332"/>
                  </a:lnTo>
                  <a:lnTo>
                    <a:pt x="1575397" y="1652312"/>
                  </a:lnTo>
                  <a:lnTo>
                    <a:pt x="1575400" y="1652294"/>
                  </a:lnTo>
                  <a:lnTo>
                    <a:pt x="1575403" y="1652282"/>
                  </a:lnTo>
                  <a:lnTo>
                    <a:pt x="1575407" y="1652268"/>
                  </a:lnTo>
                  <a:lnTo>
                    <a:pt x="1575409" y="1652256"/>
                  </a:lnTo>
                  <a:lnTo>
                    <a:pt x="1575411" y="1652245"/>
                  </a:lnTo>
                  <a:lnTo>
                    <a:pt x="1575413" y="1652231"/>
                  </a:lnTo>
                  <a:lnTo>
                    <a:pt x="1575408" y="1652226"/>
                  </a:lnTo>
                  <a:lnTo>
                    <a:pt x="1575404" y="1652221"/>
                  </a:lnTo>
                  <a:lnTo>
                    <a:pt x="1575399" y="1652217"/>
                  </a:lnTo>
                  <a:lnTo>
                    <a:pt x="1575390" y="1652210"/>
                  </a:lnTo>
                  <a:lnTo>
                    <a:pt x="1575383" y="1652205"/>
                  </a:lnTo>
                  <a:lnTo>
                    <a:pt x="1575371" y="1652203"/>
                  </a:lnTo>
                  <a:lnTo>
                    <a:pt x="1575362" y="1652201"/>
                  </a:lnTo>
                  <a:lnTo>
                    <a:pt x="1575351" y="1652203"/>
                  </a:lnTo>
                  <a:lnTo>
                    <a:pt x="1575338" y="1652203"/>
                  </a:lnTo>
                  <a:lnTo>
                    <a:pt x="1575327" y="1652204"/>
                  </a:lnTo>
                  <a:lnTo>
                    <a:pt x="1575313" y="1652203"/>
                  </a:lnTo>
                  <a:lnTo>
                    <a:pt x="1575305" y="1652201"/>
                  </a:lnTo>
                  <a:lnTo>
                    <a:pt x="1575295" y="1652197"/>
                  </a:lnTo>
                  <a:lnTo>
                    <a:pt x="1575281" y="1652190"/>
                  </a:lnTo>
                  <a:lnTo>
                    <a:pt x="1575265" y="1652184"/>
                  </a:lnTo>
                  <a:lnTo>
                    <a:pt x="1575247" y="1652176"/>
                  </a:lnTo>
                  <a:lnTo>
                    <a:pt x="1575226" y="1652168"/>
                  </a:lnTo>
                  <a:lnTo>
                    <a:pt x="1575206" y="1652160"/>
                  </a:lnTo>
                  <a:lnTo>
                    <a:pt x="1575187" y="1652153"/>
                  </a:lnTo>
                  <a:lnTo>
                    <a:pt x="1575174" y="1652147"/>
                  </a:lnTo>
                  <a:lnTo>
                    <a:pt x="1575157" y="1652138"/>
                  </a:lnTo>
                  <a:lnTo>
                    <a:pt x="1575139" y="1652127"/>
                  </a:lnTo>
                  <a:lnTo>
                    <a:pt x="1575122" y="1652120"/>
                  </a:lnTo>
                  <a:lnTo>
                    <a:pt x="1575108" y="1652113"/>
                  </a:lnTo>
                  <a:lnTo>
                    <a:pt x="1575092" y="1652105"/>
                  </a:lnTo>
                  <a:lnTo>
                    <a:pt x="1575075" y="1652096"/>
                  </a:lnTo>
                  <a:lnTo>
                    <a:pt x="1575063" y="1652090"/>
                  </a:lnTo>
                  <a:lnTo>
                    <a:pt x="1575050" y="1652084"/>
                  </a:lnTo>
                  <a:lnTo>
                    <a:pt x="1575038" y="1652077"/>
                  </a:lnTo>
                  <a:lnTo>
                    <a:pt x="1575023" y="1652069"/>
                  </a:lnTo>
                  <a:lnTo>
                    <a:pt x="1575008" y="1652062"/>
                  </a:lnTo>
                  <a:lnTo>
                    <a:pt x="1575000" y="1652057"/>
                  </a:lnTo>
                  <a:lnTo>
                    <a:pt x="1574990" y="1652051"/>
                  </a:lnTo>
                  <a:lnTo>
                    <a:pt x="1574978" y="1652037"/>
                  </a:lnTo>
                  <a:lnTo>
                    <a:pt x="1574969" y="1652034"/>
                  </a:lnTo>
                  <a:lnTo>
                    <a:pt x="1574960" y="1652034"/>
                  </a:lnTo>
                  <a:lnTo>
                    <a:pt x="1574954" y="1652033"/>
                  </a:lnTo>
                  <a:lnTo>
                    <a:pt x="1574947" y="1652032"/>
                  </a:lnTo>
                  <a:lnTo>
                    <a:pt x="1574932" y="1652030"/>
                  </a:lnTo>
                  <a:lnTo>
                    <a:pt x="1574908" y="1652024"/>
                  </a:lnTo>
                  <a:lnTo>
                    <a:pt x="1574895" y="1652020"/>
                  </a:lnTo>
                  <a:lnTo>
                    <a:pt x="1574884" y="1652016"/>
                  </a:lnTo>
                  <a:lnTo>
                    <a:pt x="1574865" y="1652010"/>
                  </a:lnTo>
                  <a:lnTo>
                    <a:pt x="1574845" y="1652001"/>
                  </a:lnTo>
                  <a:lnTo>
                    <a:pt x="1574835" y="1651993"/>
                  </a:lnTo>
                  <a:lnTo>
                    <a:pt x="1574822" y="1651987"/>
                  </a:lnTo>
                  <a:lnTo>
                    <a:pt x="1574812" y="1651985"/>
                  </a:lnTo>
                  <a:lnTo>
                    <a:pt x="1574789" y="1651983"/>
                  </a:lnTo>
                  <a:lnTo>
                    <a:pt x="1574775" y="1651980"/>
                  </a:lnTo>
                  <a:lnTo>
                    <a:pt x="1574759" y="1651977"/>
                  </a:lnTo>
                  <a:lnTo>
                    <a:pt x="1574741" y="1651974"/>
                  </a:lnTo>
                  <a:lnTo>
                    <a:pt x="1574730" y="1651971"/>
                  </a:lnTo>
                  <a:lnTo>
                    <a:pt x="1574716" y="1651963"/>
                  </a:lnTo>
                  <a:lnTo>
                    <a:pt x="1574706" y="1651965"/>
                  </a:lnTo>
                  <a:lnTo>
                    <a:pt x="1574698" y="1651969"/>
                  </a:lnTo>
                  <a:lnTo>
                    <a:pt x="1574686" y="1651973"/>
                  </a:lnTo>
                  <a:lnTo>
                    <a:pt x="1574673" y="1651968"/>
                  </a:lnTo>
                  <a:lnTo>
                    <a:pt x="1574667" y="1651962"/>
                  </a:lnTo>
                  <a:lnTo>
                    <a:pt x="1574662" y="1651949"/>
                  </a:lnTo>
                  <a:lnTo>
                    <a:pt x="1574661" y="1651938"/>
                  </a:lnTo>
                  <a:lnTo>
                    <a:pt x="1574664" y="1651921"/>
                  </a:lnTo>
                  <a:lnTo>
                    <a:pt x="1574666" y="1651912"/>
                  </a:lnTo>
                  <a:lnTo>
                    <a:pt x="1574668" y="1651892"/>
                  </a:lnTo>
                  <a:lnTo>
                    <a:pt x="1574664" y="1651878"/>
                  </a:lnTo>
                  <a:lnTo>
                    <a:pt x="1574661" y="1651869"/>
                  </a:lnTo>
                  <a:lnTo>
                    <a:pt x="1574657" y="1651857"/>
                  </a:lnTo>
                  <a:lnTo>
                    <a:pt x="1574651" y="1651838"/>
                  </a:lnTo>
                  <a:lnTo>
                    <a:pt x="1574645" y="1651825"/>
                  </a:lnTo>
                  <a:lnTo>
                    <a:pt x="1574637" y="1651815"/>
                  </a:lnTo>
                  <a:lnTo>
                    <a:pt x="1574628" y="1651797"/>
                  </a:lnTo>
                  <a:lnTo>
                    <a:pt x="1574626" y="1651790"/>
                  </a:lnTo>
                  <a:lnTo>
                    <a:pt x="1574618" y="1651771"/>
                  </a:lnTo>
                  <a:lnTo>
                    <a:pt x="1574610" y="1651761"/>
                  </a:lnTo>
                  <a:lnTo>
                    <a:pt x="1574599" y="1651749"/>
                  </a:lnTo>
                  <a:lnTo>
                    <a:pt x="1574586" y="1651741"/>
                  </a:lnTo>
                  <a:lnTo>
                    <a:pt x="1574565" y="1651731"/>
                  </a:lnTo>
                  <a:lnTo>
                    <a:pt x="1574545" y="1651721"/>
                  </a:lnTo>
                  <a:lnTo>
                    <a:pt x="1574532" y="1651715"/>
                  </a:lnTo>
                  <a:lnTo>
                    <a:pt x="1574511" y="1651703"/>
                  </a:lnTo>
                  <a:lnTo>
                    <a:pt x="1574491" y="1651692"/>
                  </a:lnTo>
                  <a:lnTo>
                    <a:pt x="1574476" y="1651684"/>
                  </a:lnTo>
                  <a:lnTo>
                    <a:pt x="1574463" y="1651676"/>
                  </a:lnTo>
                  <a:lnTo>
                    <a:pt x="1574456" y="1651670"/>
                  </a:lnTo>
                  <a:lnTo>
                    <a:pt x="1574442" y="1651665"/>
                  </a:lnTo>
                  <a:lnTo>
                    <a:pt x="1574417" y="1651658"/>
                  </a:lnTo>
                  <a:lnTo>
                    <a:pt x="1574403" y="1651652"/>
                  </a:lnTo>
                  <a:lnTo>
                    <a:pt x="1574385" y="1651643"/>
                  </a:lnTo>
                  <a:lnTo>
                    <a:pt x="1574373" y="1651634"/>
                  </a:lnTo>
                  <a:lnTo>
                    <a:pt x="1574365" y="1651628"/>
                  </a:lnTo>
                  <a:lnTo>
                    <a:pt x="1574361" y="1651619"/>
                  </a:lnTo>
                  <a:lnTo>
                    <a:pt x="1574359" y="1651612"/>
                  </a:lnTo>
                  <a:lnTo>
                    <a:pt x="1574351" y="1651609"/>
                  </a:lnTo>
                  <a:lnTo>
                    <a:pt x="1574345" y="1651608"/>
                  </a:lnTo>
                  <a:lnTo>
                    <a:pt x="1574336" y="1651607"/>
                  </a:lnTo>
                  <a:lnTo>
                    <a:pt x="1574327" y="1651606"/>
                  </a:lnTo>
                  <a:lnTo>
                    <a:pt x="1574311" y="1651601"/>
                  </a:lnTo>
                  <a:lnTo>
                    <a:pt x="1574287" y="1651588"/>
                  </a:lnTo>
                  <a:lnTo>
                    <a:pt x="1574261" y="1651576"/>
                  </a:lnTo>
                  <a:lnTo>
                    <a:pt x="1574227" y="1651550"/>
                  </a:lnTo>
                  <a:lnTo>
                    <a:pt x="1574203" y="1651528"/>
                  </a:lnTo>
                  <a:lnTo>
                    <a:pt x="1574185" y="1651510"/>
                  </a:lnTo>
                  <a:lnTo>
                    <a:pt x="1574178" y="1651499"/>
                  </a:lnTo>
                  <a:lnTo>
                    <a:pt x="1574172" y="1651485"/>
                  </a:lnTo>
                  <a:lnTo>
                    <a:pt x="1574170" y="1651467"/>
                  </a:lnTo>
                  <a:lnTo>
                    <a:pt x="1574171" y="1651456"/>
                  </a:lnTo>
                  <a:lnTo>
                    <a:pt x="1574178" y="1651398"/>
                  </a:lnTo>
                  <a:lnTo>
                    <a:pt x="1574180" y="1651380"/>
                  </a:lnTo>
                  <a:lnTo>
                    <a:pt x="1574180" y="1651367"/>
                  </a:lnTo>
                  <a:lnTo>
                    <a:pt x="1574177" y="1651352"/>
                  </a:lnTo>
                  <a:lnTo>
                    <a:pt x="1574173" y="1651341"/>
                  </a:lnTo>
                  <a:lnTo>
                    <a:pt x="1574153" y="1651310"/>
                  </a:lnTo>
                  <a:lnTo>
                    <a:pt x="1574139" y="1651295"/>
                  </a:lnTo>
                  <a:lnTo>
                    <a:pt x="1574123" y="1651282"/>
                  </a:lnTo>
                  <a:lnTo>
                    <a:pt x="1574102" y="1651271"/>
                  </a:lnTo>
                  <a:lnTo>
                    <a:pt x="1574084" y="1651262"/>
                  </a:lnTo>
                  <a:lnTo>
                    <a:pt x="1574073" y="1651258"/>
                  </a:lnTo>
                  <a:lnTo>
                    <a:pt x="1574053" y="1651255"/>
                  </a:lnTo>
                  <a:lnTo>
                    <a:pt x="1574031" y="1651254"/>
                  </a:lnTo>
                  <a:lnTo>
                    <a:pt x="1574011" y="1651255"/>
                  </a:lnTo>
                  <a:lnTo>
                    <a:pt x="1573998" y="1651252"/>
                  </a:lnTo>
                  <a:lnTo>
                    <a:pt x="1573990" y="1651247"/>
                  </a:lnTo>
                  <a:lnTo>
                    <a:pt x="1573979" y="1651236"/>
                  </a:lnTo>
                  <a:lnTo>
                    <a:pt x="1573967" y="1651222"/>
                  </a:lnTo>
                  <a:lnTo>
                    <a:pt x="1573958" y="1651211"/>
                  </a:lnTo>
                  <a:lnTo>
                    <a:pt x="1573947" y="1651188"/>
                  </a:lnTo>
                  <a:lnTo>
                    <a:pt x="1573938" y="1651170"/>
                  </a:lnTo>
                  <a:lnTo>
                    <a:pt x="1573927" y="1651146"/>
                  </a:lnTo>
                  <a:lnTo>
                    <a:pt x="1573920" y="1651128"/>
                  </a:lnTo>
                  <a:lnTo>
                    <a:pt x="1573914" y="1651116"/>
                  </a:lnTo>
                  <a:lnTo>
                    <a:pt x="1573912" y="1651110"/>
                  </a:lnTo>
                  <a:lnTo>
                    <a:pt x="1573907" y="1651091"/>
                  </a:lnTo>
                  <a:lnTo>
                    <a:pt x="1573900" y="1651081"/>
                  </a:lnTo>
                  <a:lnTo>
                    <a:pt x="1573893" y="1651078"/>
                  </a:lnTo>
                  <a:lnTo>
                    <a:pt x="1573879" y="1651073"/>
                  </a:lnTo>
                  <a:lnTo>
                    <a:pt x="1573864" y="1651069"/>
                  </a:lnTo>
                  <a:lnTo>
                    <a:pt x="1573850" y="1651065"/>
                  </a:lnTo>
                  <a:lnTo>
                    <a:pt x="1573833" y="1651060"/>
                  </a:lnTo>
                  <a:lnTo>
                    <a:pt x="1573816" y="1651053"/>
                  </a:lnTo>
                  <a:lnTo>
                    <a:pt x="1573799" y="1651047"/>
                  </a:lnTo>
                  <a:lnTo>
                    <a:pt x="1573783" y="1651041"/>
                  </a:lnTo>
                  <a:lnTo>
                    <a:pt x="1573763" y="1651035"/>
                  </a:lnTo>
                  <a:lnTo>
                    <a:pt x="1573746" y="1651029"/>
                  </a:lnTo>
                  <a:lnTo>
                    <a:pt x="1573734" y="1651024"/>
                  </a:lnTo>
                  <a:lnTo>
                    <a:pt x="1573711" y="1651014"/>
                  </a:lnTo>
                  <a:lnTo>
                    <a:pt x="1573692" y="1651005"/>
                  </a:lnTo>
                  <a:lnTo>
                    <a:pt x="1573679" y="1650996"/>
                  </a:lnTo>
                  <a:lnTo>
                    <a:pt x="1573669" y="1650989"/>
                  </a:lnTo>
                  <a:lnTo>
                    <a:pt x="1573653" y="1650980"/>
                  </a:lnTo>
                  <a:lnTo>
                    <a:pt x="1573634" y="1650969"/>
                  </a:lnTo>
                  <a:lnTo>
                    <a:pt x="1573619" y="1650961"/>
                  </a:lnTo>
                  <a:lnTo>
                    <a:pt x="1573608" y="1650954"/>
                  </a:lnTo>
                  <a:lnTo>
                    <a:pt x="1573602" y="1650946"/>
                  </a:lnTo>
                  <a:lnTo>
                    <a:pt x="1573594" y="1650943"/>
                  </a:lnTo>
                  <a:lnTo>
                    <a:pt x="1573584" y="1650940"/>
                  </a:lnTo>
                  <a:lnTo>
                    <a:pt x="1573570" y="1650934"/>
                  </a:lnTo>
                  <a:lnTo>
                    <a:pt x="1573556" y="1650927"/>
                  </a:lnTo>
                  <a:lnTo>
                    <a:pt x="1573545" y="1650920"/>
                  </a:lnTo>
                  <a:lnTo>
                    <a:pt x="1573531" y="1650911"/>
                  </a:lnTo>
                  <a:lnTo>
                    <a:pt x="1573518" y="1650900"/>
                  </a:lnTo>
                  <a:lnTo>
                    <a:pt x="1573505" y="1650890"/>
                  </a:lnTo>
                  <a:lnTo>
                    <a:pt x="1573496" y="1650881"/>
                  </a:lnTo>
                  <a:lnTo>
                    <a:pt x="1573476" y="1650861"/>
                  </a:lnTo>
                  <a:lnTo>
                    <a:pt x="1573457" y="1650840"/>
                  </a:lnTo>
                  <a:lnTo>
                    <a:pt x="1573444" y="1650829"/>
                  </a:lnTo>
                  <a:lnTo>
                    <a:pt x="1573437" y="1650819"/>
                  </a:lnTo>
                  <a:lnTo>
                    <a:pt x="1573426" y="1650803"/>
                  </a:lnTo>
                  <a:lnTo>
                    <a:pt x="1573416" y="1650792"/>
                  </a:lnTo>
                  <a:lnTo>
                    <a:pt x="1573404" y="1650780"/>
                  </a:lnTo>
                  <a:lnTo>
                    <a:pt x="1573390" y="1650769"/>
                  </a:lnTo>
                  <a:lnTo>
                    <a:pt x="1573368" y="1650753"/>
                  </a:lnTo>
                  <a:lnTo>
                    <a:pt x="1573349" y="1650734"/>
                  </a:lnTo>
                  <a:lnTo>
                    <a:pt x="1573337" y="1650725"/>
                  </a:lnTo>
                  <a:lnTo>
                    <a:pt x="1573326" y="1650718"/>
                  </a:lnTo>
                  <a:lnTo>
                    <a:pt x="1573317" y="1650710"/>
                  </a:lnTo>
                  <a:lnTo>
                    <a:pt x="1573304" y="1650699"/>
                  </a:lnTo>
                  <a:lnTo>
                    <a:pt x="1573296" y="1650694"/>
                  </a:lnTo>
                  <a:lnTo>
                    <a:pt x="1573291" y="1650690"/>
                  </a:lnTo>
                  <a:lnTo>
                    <a:pt x="1573281" y="1650684"/>
                  </a:lnTo>
                  <a:lnTo>
                    <a:pt x="1573261" y="1650669"/>
                  </a:lnTo>
                  <a:lnTo>
                    <a:pt x="1573243" y="1650663"/>
                  </a:lnTo>
                  <a:lnTo>
                    <a:pt x="1573190" y="1650646"/>
                  </a:lnTo>
                  <a:lnTo>
                    <a:pt x="1573165" y="1650636"/>
                  </a:lnTo>
                  <a:lnTo>
                    <a:pt x="1573143" y="1650616"/>
                  </a:lnTo>
                  <a:lnTo>
                    <a:pt x="1573090" y="1650602"/>
                  </a:lnTo>
                  <a:lnTo>
                    <a:pt x="1573083" y="1650588"/>
                  </a:lnTo>
                  <a:lnTo>
                    <a:pt x="1573030" y="1650486"/>
                  </a:lnTo>
                  <a:lnTo>
                    <a:pt x="1572960" y="1650431"/>
                  </a:lnTo>
                  <a:lnTo>
                    <a:pt x="1572931" y="1650399"/>
                  </a:lnTo>
                  <a:lnTo>
                    <a:pt x="1572908" y="1650385"/>
                  </a:lnTo>
                  <a:lnTo>
                    <a:pt x="1572898" y="1650352"/>
                  </a:lnTo>
                  <a:lnTo>
                    <a:pt x="1572881" y="1650308"/>
                  </a:lnTo>
                  <a:lnTo>
                    <a:pt x="1572865" y="1650268"/>
                  </a:lnTo>
                  <a:lnTo>
                    <a:pt x="1572798" y="1650274"/>
                  </a:lnTo>
                  <a:lnTo>
                    <a:pt x="1572775" y="1650264"/>
                  </a:lnTo>
                  <a:lnTo>
                    <a:pt x="1572761" y="1650252"/>
                  </a:lnTo>
                  <a:lnTo>
                    <a:pt x="1572758" y="1650226"/>
                  </a:lnTo>
                  <a:lnTo>
                    <a:pt x="1572753" y="1650221"/>
                  </a:lnTo>
                  <a:lnTo>
                    <a:pt x="1572692" y="1650226"/>
                  </a:lnTo>
                  <a:lnTo>
                    <a:pt x="1572620" y="1650187"/>
                  </a:lnTo>
                  <a:lnTo>
                    <a:pt x="1572601" y="1650170"/>
                  </a:lnTo>
                  <a:lnTo>
                    <a:pt x="1572571" y="1650130"/>
                  </a:lnTo>
                  <a:lnTo>
                    <a:pt x="1572532" y="1650084"/>
                  </a:lnTo>
                  <a:lnTo>
                    <a:pt x="1572491" y="1650042"/>
                  </a:lnTo>
                  <a:lnTo>
                    <a:pt x="1572468" y="1650013"/>
                  </a:lnTo>
                  <a:lnTo>
                    <a:pt x="1572452" y="1649988"/>
                  </a:lnTo>
                  <a:lnTo>
                    <a:pt x="1572504" y="1649970"/>
                  </a:lnTo>
                  <a:lnTo>
                    <a:pt x="1572602" y="1649941"/>
                  </a:lnTo>
                  <a:lnTo>
                    <a:pt x="1572679" y="1649891"/>
                  </a:lnTo>
                  <a:lnTo>
                    <a:pt x="1572774" y="1649845"/>
                  </a:lnTo>
                  <a:lnTo>
                    <a:pt x="1572784" y="1649857"/>
                  </a:lnTo>
                  <a:lnTo>
                    <a:pt x="1572797" y="1649873"/>
                  </a:lnTo>
                  <a:lnTo>
                    <a:pt x="1572807" y="1649883"/>
                  </a:lnTo>
                  <a:lnTo>
                    <a:pt x="1572813" y="1649878"/>
                  </a:lnTo>
                  <a:lnTo>
                    <a:pt x="1572818" y="1649875"/>
                  </a:lnTo>
                  <a:lnTo>
                    <a:pt x="1572831" y="1649869"/>
                  </a:lnTo>
                  <a:lnTo>
                    <a:pt x="1572844" y="1649864"/>
                  </a:lnTo>
                  <a:lnTo>
                    <a:pt x="1572861" y="1649860"/>
                  </a:lnTo>
                  <a:lnTo>
                    <a:pt x="1572873" y="1649856"/>
                  </a:lnTo>
                  <a:lnTo>
                    <a:pt x="1572881" y="1649853"/>
                  </a:lnTo>
                  <a:lnTo>
                    <a:pt x="1572889" y="1649848"/>
                  </a:lnTo>
                  <a:lnTo>
                    <a:pt x="1572896" y="1649842"/>
                  </a:lnTo>
                  <a:lnTo>
                    <a:pt x="1572902" y="1649837"/>
                  </a:lnTo>
                  <a:lnTo>
                    <a:pt x="1572909" y="1649834"/>
                  </a:lnTo>
                  <a:lnTo>
                    <a:pt x="1572918" y="1649831"/>
                  </a:lnTo>
                  <a:lnTo>
                    <a:pt x="1572924" y="1649826"/>
                  </a:lnTo>
                  <a:lnTo>
                    <a:pt x="1572927" y="1649816"/>
                  </a:lnTo>
                  <a:lnTo>
                    <a:pt x="1572928" y="1649799"/>
                  </a:lnTo>
                  <a:lnTo>
                    <a:pt x="1572928" y="1649782"/>
                  </a:lnTo>
                  <a:lnTo>
                    <a:pt x="1572929" y="1649770"/>
                  </a:lnTo>
                  <a:lnTo>
                    <a:pt x="1572932" y="1649758"/>
                  </a:lnTo>
                  <a:lnTo>
                    <a:pt x="1572936" y="1649750"/>
                  </a:lnTo>
                  <a:lnTo>
                    <a:pt x="1572941" y="1649739"/>
                  </a:lnTo>
                  <a:lnTo>
                    <a:pt x="1572945" y="1649726"/>
                  </a:lnTo>
                  <a:lnTo>
                    <a:pt x="1572944" y="1649721"/>
                  </a:lnTo>
                  <a:lnTo>
                    <a:pt x="1572942" y="1649709"/>
                  </a:lnTo>
                  <a:lnTo>
                    <a:pt x="1572939" y="1649697"/>
                  </a:lnTo>
                  <a:lnTo>
                    <a:pt x="1572934" y="1649688"/>
                  </a:lnTo>
                  <a:lnTo>
                    <a:pt x="1572930" y="1649681"/>
                  </a:lnTo>
                  <a:lnTo>
                    <a:pt x="1572928" y="1649676"/>
                  </a:lnTo>
                  <a:lnTo>
                    <a:pt x="1572925" y="1649669"/>
                  </a:lnTo>
                  <a:lnTo>
                    <a:pt x="1572923" y="1649656"/>
                  </a:lnTo>
                  <a:lnTo>
                    <a:pt x="1572923" y="1649648"/>
                  </a:lnTo>
                  <a:lnTo>
                    <a:pt x="1572923" y="1649642"/>
                  </a:lnTo>
                  <a:lnTo>
                    <a:pt x="1572926" y="1649632"/>
                  </a:lnTo>
                  <a:lnTo>
                    <a:pt x="1572930" y="1649620"/>
                  </a:lnTo>
                  <a:lnTo>
                    <a:pt x="1572932" y="1649614"/>
                  </a:lnTo>
                  <a:lnTo>
                    <a:pt x="1572936" y="1649608"/>
                  </a:lnTo>
                  <a:lnTo>
                    <a:pt x="1572941" y="1649603"/>
                  </a:lnTo>
                  <a:lnTo>
                    <a:pt x="1572948" y="1649601"/>
                  </a:lnTo>
                  <a:lnTo>
                    <a:pt x="1572953" y="1649600"/>
                  </a:lnTo>
                  <a:lnTo>
                    <a:pt x="1572960" y="1649598"/>
                  </a:lnTo>
                  <a:lnTo>
                    <a:pt x="1572966" y="1649597"/>
                  </a:lnTo>
                  <a:lnTo>
                    <a:pt x="1572972" y="1649596"/>
                  </a:lnTo>
                  <a:lnTo>
                    <a:pt x="1572981" y="1649594"/>
                  </a:lnTo>
                  <a:lnTo>
                    <a:pt x="1572989" y="1649587"/>
                  </a:lnTo>
                  <a:lnTo>
                    <a:pt x="1572992" y="1649579"/>
                  </a:lnTo>
                  <a:lnTo>
                    <a:pt x="1572993" y="1649572"/>
                  </a:lnTo>
                  <a:lnTo>
                    <a:pt x="1572993" y="1649566"/>
                  </a:lnTo>
                  <a:lnTo>
                    <a:pt x="1572994" y="1649558"/>
                  </a:lnTo>
                  <a:lnTo>
                    <a:pt x="1572994" y="1649548"/>
                  </a:lnTo>
                  <a:lnTo>
                    <a:pt x="1572991" y="1649540"/>
                  </a:lnTo>
                  <a:lnTo>
                    <a:pt x="1572955" y="1649490"/>
                  </a:lnTo>
                  <a:lnTo>
                    <a:pt x="1572948" y="1649479"/>
                  </a:lnTo>
                  <a:lnTo>
                    <a:pt x="1572951" y="1649459"/>
                  </a:lnTo>
                  <a:lnTo>
                    <a:pt x="1572949" y="1649431"/>
                  </a:lnTo>
                  <a:lnTo>
                    <a:pt x="1572942" y="1649425"/>
                  </a:lnTo>
                  <a:lnTo>
                    <a:pt x="1572933" y="1649419"/>
                  </a:lnTo>
                  <a:lnTo>
                    <a:pt x="1572925" y="1649413"/>
                  </a:lnTo>
                  <a:lnTo>
                    <a:pt x="1572919" y="1649412"/>
                  </a:lnTo>
                  <a:lnTo>
                    <a:pt x="1572913" y="1649411"/>
                  </a:lnTo>
                  <a:lnTo>
                    <a:pt x="1572902" y="1649410"/>
                  </a:lnTo>
                  <a:lnTo>
                    <a:pt x="1572887" y="1649409"/>
                  </a:lnTo>
                  <a:lnTo>
                    <a:pt x="1572877" y="1649409"/>
                  </a:lnTo>
                  <a:lnTo>
                    <a:pt x="1572872" y="1649408"/>
                  </a:lnTo>
                  <a:lnTo>
                    <a:pt x="1572865" y="1649408"/>
                  </a:lnTo>
                  <a:lnTo>
                    <a:pt x="1572853" y="1649407"/>
                  </a:lnTo>
                  <a:lnTo>
                    <a:pt x="1572842" y="1649409"/>
                  </a:lnTo>
                  <a:lnTo>
                    <a:pt x="1572834" y="1649411"/>
                  </a:lnTo>
                  <a:lnTo>
                    <a:pt x="1572825" y="1649412"/>
                  </a:lnTo>
                  <a:lnTo>
                    <a:pt x="1572817" y="1649413"/>
                  </a:lnTo>
                  <a:lnTo>
                    <a:pt x="1572807" y="1649416"/>
                  </a:lnTo>
                  <a:lnTo>
                    <a:pt x="1572799" y="1649419"/>
                  </a:lnTo>
                  <a:lnTo>
                    <a:pt x="1572794" y="1649422"/>
                  </a:lnTo>
                  <a:lnTo>
                    <a:pt x="1572787" y="1649428"/>
                  </a:lnTo>
                  <a:lnTo>
                    <a:pt x="1572779" y="1649435"/>
                  </a:lnTo>
                  <a:lnTo>
                    <a:pt x="1572772" y="1649435"/>
                  </a:lnTo>
                  <a:lnTo>
                    <a:pt x="1572765" y="1649433"/>
                  </a:lnTo>
                  <a:lnTo>
                    <a:pt x="1572759" y="1649432"/>
                  </a:lnTo>
                  <a:lnTo>
                    <a:pt x="1572753" y="1649430"/>
                  </a:lnTo>
                  <a:lnTo>
                    <a:pt x="1572748" y="1649431"/>
                  </a:lnTo>
                  <a:lnTo>
                    <a:pt x="1572742" y="1649432"/>
                  </a:lnTo>
                  <a:lnTo>
                    <a:pt x="1572734" y="1649432"/>
                  </a:lnTo>
                  <a:lnTo>
                    <a:pt x="1572728" y="1649433"/>
                  </a:lnTo>
                  <a:lnTo>
                    <a:pt x="1572722" y="1649432"/>
                  </a:lnTo>
                  <a:lnTo>
                    <a:pt x="1572715" y="1649432"/>
                  </a:lnTo>
                  <a:lnTo>
                    <a:pt x="1572709" y="1649430"/>
                  </a:lnTo>
                  <a:lnTo>
                    <a:pt x="1572706" y="1649424"/>
                  </a:lnTo>
                  <a:lnTo>
                    <a:pt x="1572701" y="1649417"/>
                  </a:lnTo>
                  <a:lnTo>
                    <a:pt x="1572697" y="1649409"/>
                  </a:lnTo>
                  <a:lnTo>
                    <a:pt x="1572696" y="1649400"/>
                  </a:lnTo>
                  <a:lnTo>
                    <a:pt x="1572697" y="1649391"/>
                  </a:lnTo>
                  <a:lnTo>
                    <a:pt x="1572699" y="1649384"/>
                  </a:lnTo>
                  <a:lnTo>
                    <a:pt x="1572700" y="1649375"/>
                  </a:lnTo>
                  <a:lnTo>
                    <a:pt x="1572699" y="1649366"/>
                  </a:lnTo>
                  <a:lnTo>
                    <a:pt x="1572695" y="1649359"/>
                  </a:lnTo>
                  <a:lnTo>
                    <a:pt x="1572691" y="1649351"/>
                  </a:lnTo>
                  <a:lnTo>
                    <a:pt x="1572670" y="1649326"/>
                  </a:lnTo>
                  <a:lnTo>
                    <a:pt x="1572653" y="1649304"/>
                  </a:lnTo>
                  <a:lnTo>
                    <a:pt x="1572649" y="1649302"/>
                  </a:lnTo>
                  <a:lnTo>
                    <a:pt x="1572643" y="1649297"/>
                  </a:lnTo>
                  <a:lnTo>
                    <a:pt x="1572638" y="1649294"/>
                  </a:lnTo>
                  <a:lnTo>
                    <a:pt x="1572629" y="1649288"/>
                  </a:lnTo>
                  <a:lnTo>
                    <a:pt x="1572620" y="1649281"/>
                  </a:lnTo>
                  <a:lnTo>
                    <a:pt x="1572612" y="1649275"/>
                  </a:lnTo>
                  <a:lnTo>
                    <a:pt x="1572604" y="1649270"/>
                  </a:lnTo>
                  <a:lnTo>
                    <a:pt x="1572599" y="1649263"/>
                  </a:lnTo>
                  <a:lnTo>
                    <a:pt x="1572596" y="1649258"/>
                  </a:lnTo>
                  <a:lnTo>
                    <a:pt x="1572591" y="1649252"/>
                  </a:lnTo>
                  <a:lnTo>
                    <a:pt x="1572582" y="1649241"/>
                  </a:lnTo>
                  <a:lnTo>
                    <a:pt x="1572560" y="1649162"/>
                  </a:lnTo>
                  <a:lnTo>
                    <a:pt x="1572556" y="1649156"/>
                  </a:lnTo>
                  <a:lnTo>
                    <a:pt x="1572553" y="1649151"/>
                  </a:lnTo>
                  <a:lnTo>
                    <a:pt x="1572550" y="1649144"/>
                  </a:lnTo>
                  <a:lnTo>
                    <a:pt x="1572549" y="1649135"/>
                  </a:lnTo>
                  <a:lnTo>
                    <a:pt x="1572549" y="1649125"/>
                  </a:lnTo>
                  <a:lnTo>
                    <a:pt x="1572548" y="1649115"/>
                  </a:lnTo>
                  <a:lnTo>
                    <a:pt x="1572545" y="1649109"/>
                  </a:lnTo>
                  <a:lnTo>
                    <a:pt x="1572540" y="1649105"/>
                  </a:lnTo>
                  <a:lnTo>
                    <a:pt x="1572532" y="1649102"/>
                  </a:lnTo>
                  <a:lnTo>
                    <a:pt x="1572525" y="1649101"/>
                  </a:lnTo>
                  <a:lnTo>
                    <a:pt x="1572517" y="1649099"/>
                  </a:lnTo>
                  <a:lnTo>
                    <a:pt x="1572498" y="1649044"/>
                  </a:lnTo>
                  <a:lnTo>
                    <a:pt x="1572495" y="1649035"/>
                  </a:lnTo>
                  <a:lnTo>
                    <a:pt x="1572489" y="1649025"/>
                  </a:lnTo>
                  <a:lnTo>
                    <a:pt x="1572483" y="1649016"/>
                  </a:lnTo>
                  <a:lnTo>
                    <a:pt x="1572478" y="1649006"/>
                  </a:lnTo>
                  <a:lnTo>
                    <a:pt x="1572471" y="1648996"/>
                  </a:lnTo>
                  <a:lnTo>
                    <a:pt x="1572467" y="1648987"/>
                  </a:lnTo>
                  <a:lnTo>
                    <a:pt x="1572462" y="1648976"/>
                  </a:lnTo>
                  <a:lnTo>
                    <a:pt x="1572458" y="1648967"/>
                  </a:lnTo>
                  <a:lnTo>
                    <a:pt x="1572453" y="1648959"/>
                  </a:lnTo>
                  <a:lnTo>
                    <a:pt x="1572444" y="1648945"/>
                  </a:lnTo>
                  <a:lnTo>
                    <a:pt x="1572438" y="1648935"/>
                  </a:lnTo>
                  <a:lnTo>
                    <a:pt x="1572435" y="1648925"/>
                  </a:lnTo>
                  <a:lnTo>
                    <a:pt x="1572433" y="1648917"/>
                  </a:lnTo>
                  <a:lnTo>
                    <a:pt x="1572431" y="1648910"/>
                  </a:lnTo>
                  <a:lnTo>
                    <a:pt x="1572429" y="1648901"/>
                  </a:lnTo>
                  <a:lnTo>
                    <a:pt x="1572421" y="1648902"/>
                  </a:lnTo>
                  <a:lnTo>
                    <a:pt x="1572412" y="1648901"/>
                  </a:lnTo>
                  <a:lnTo>
                    <a:pt x="1572402" y="1648898"/>
                  </a:lnTo>
                  <a:lnTo>
                    <a:pt x="1572390" y="1648896"/>
                  </a:lnTo>
                  <a:lnTo>
                    <a:pt x="1572382" y="1648897"/>
                  </a:lnTo>
                  <a:lnTo>
                    <a:pt x="1572373" y="1648899"/>
                  </a:lnTo>
                  <a:lnTo>
                    <a:pt x="1572368" y="1648899"/>
                  </a:lnTo>
                  <a:lnTo>
                    <a:pt x="1572358" y="1648904"/>
                  </a:lnTo>
                  <a:lnTo>
                    <a:pt x="1572350" y="1648908"/>
                  </a:lnTo>
                  <a:lnTo>
                    <a:pt x="1572340" y="1648912"/>
                  </a:lnTo>
                  <a:lnTo>
                    <a:pt x="1572330" y="1648918"/>
                  </a:lnTo>
                  <a:lnTo>
                    <a:pt x="1572325" y="1648921"/>
                  </a:lnTo>
                  <a:lnTo>
                    <a:pt x="1572317" y="1648924"/>
                  </a:lnTo>
                  <a:lnTo>
                    <a:pt x="1572310" y="1648926"/>
                  </a:lnTo>
                  <a:lnTo>
                    <a:pt x="1572305" y="1648927"/>
                  </a:lnTo>
                  <a:lnTo>
                    <a:pt x="1572299" y="1648926"/>
                  </a:lnTo>
                  <a:lnTo>
                    <a:pt x="1572294" y="1648922"/>
                  </a:lnTo>
                  <a:lnTo>
                    <a:pt x="1572290" y="1648918"/>
                  </a:lnTo>
                  <a:lnTo>
                    <a:pt x="1572286" y="1648909"/>
                  </a:lnTo>
                  <a:lnTo>
                    <a:pt x="1572285" y="1648903"/>
                  </a:lnTo>
                  <a:lnTo>
                    <a:pt x="1572283" y="1648897"/>
                  </a:lnTo>
                  <a:lnTo>
                    <a:pt x="1572280" y="1648890"/>
                  </a:lnTo>
                  <a:lnTo>
                    <a:pt x="1572275" y="1648891"/>
                  </a:lnTo>
                  <a:lnTo>
                    <a:pt x="1572271" y="1648898"/>
                  </a:lnTo>
                  <a:lnTo>
                    <a:pt x="1572266" y="1648907"/>
                  </a:lnTo>
                  <a:lnTo>
                    <a:pt x="1572263" y="1648913"/>
                  </a:lnTo>
                  <a:lnTo>
                    <a:pt x="1572260" y="1648918"/>
                  </a:lnTo>
                  <a:lnTo>
                    <a:pt x="1572254" y="1648926"/>
                  </a:lnTo>
                  <a:lnTo>
                    <a:pt x="1572246" y="1648932"/>
                  </a:lnTo>
                  <a:lnTo>
                    <a:pt x="1572240" y="1648930"/>
                  </a:lnTo>
                  <a:lnTo>
                    <a:pt x="1572230" y="1648928"/>
                  </a:lnTo>
                  <a:lnTo>
                    <a:pt x="1572222" y="1648926"/>
                  </a:lnTo>
                  <a:lnTo>
                    <a:pt x="1572213" y="1648924"/>
                  </a:lnTo>
                  <a:lnTo>
                    <a:pt x="1572204" y="1648923"/>
                  </a:lnTo>
                  <a:lnTo>
                    <a:pt x="1572197" y="1648921"/>
                  </a:lnTo>
                  <a:lnTo>
                    <a:pt x="1572185" y="1648918"/>
                  </a:lnTo>
                  <a:lnTo>
                    <a:pt x="1572176" y="1648913"/>
                  </a:lnTo>
                  <a:lnTo>
                    <a:pt x="1572168" y="1648908"/>
                  </a:lnTo>
                  <a:lnTo>
                    <a:pt x="1572160" y="1648905"/>
                  </a:lnTo>
                  <a:lnTo>
                    <a:pt x="1572154" y="1648901"/>
                  </a:lnTo>
                  <a:lnTo>
                    <a:pt x="1572148" y="1648899"/>
                  </a:lnTo>
                  <a:lnTo>
                    <a:pt x="1572142" y="1648899"/>
                  </a:lnTo>
                  <a:lnTo>
                    <a:pt x="1572137" y="1648900"/>
                  </a:lnTo>
                  <a:lnTo>
                    <a:pt x="1572130" y="1648901"/>
                  </a:lnTo>
                  <a:lnTo>
                    <a:pt x="1572123" y="1648901"/>
                  </a:lnTo>
                  <a:lnTo>
                    <a:pt x="1572106" y="1648898"/>
                  </a:lnTo>
                  <a:lnTo>
                    <a:pt x="1572092" y="1648895"/>
                  </a:lnTo>
                  <a:lnTo>
                    <a:pt x="1572077" y="1648890"/>
                  </a:lnTo>
                  <a:lnTo>
                    <a:pt x="1572065" y="1648887"/>
                  </a:lnTo>
                  <a:lnTo>
                    <a:pt x="1572058" y="1648884"/>
                  </a:lnTo>
                  <a:lnTo>
                    <a:pt x="1572047" y="1648878"/>
                  </a:lnTo>
                  <a:lnTo>
                    <a:pt x="1572038" y="1648873"/>
                  </a:lnTo>
                  <a:lnTo>
                    <a:pt x="1572030" y="1648869"/>
                  </a:lnTo>
                  <a:lnTo>
                    <a:pt x="1572023" y="1648866"/>
                  </a:lnTo>
                  <a:lnTo>
                    <a:pt x="1572016" y="1648862"/>
                  </a:lnTo>
                  <a:lnTo>
                    <a:pt x="1572009" y="1648858"/>
                  </a:lnTo>
                  <a:lnTo>
                    <a:pt x="1572003" y="1648855"/>
                  </a:lnTo>
                  <a:lnTo>
                    <a:pt x="1571998" y="1648852"/>
                  </a:lnTo>
                  <a:lnTo>
                    <a:pt x="1571991" y="1648846"/>
                  </a:lnTo>
                  <a:lnTo>
                    <a:pt x="1571984" y="1648840"/>
                  </a:lnTo>
                  <a:lnTo>
                    <a:pt x="1571979" y="1648835"/>
                  </a:lnTo>
                  <a:lnTo>
                    <a:pt x="1571975" y="1648830"/>
                  </a:lnTo>
                  <a:lnTo>
                    <a:pt x="1571973" y="1648825"/>
                  </a:lnTo>
                  <a:lnTo>
                    <a:pt x="1571965" y="1648812"/>
                  </a:lnTo>
                  <a:lnTo>
                    <a:pt x="1571959" y="1648805"/>
                  </a:lnTo>
                  <a:lnTo>
                    <a:pt x="1571952" y="1648798"/>
                  </a:lnTo>
                  <a:lnTo>
                    <a:pt x="1571944" y="1648792"/>
                  </a:lnTo>
                  <a:lnTo>
                    <a:pt x="1571930" y="1648786"/>
                  </a:lnTo>
                  <a:lnTo>
                    <a:pt x="1571921" y="1648783"/>
                  </a:lnTo>
                  <a:lnTo>
                    <a:pt x="1571914" y="1648785"/>
                  </a:lnTo>
                  <a:lnTo>
                    <a:pt x="1571906" y="1648788"/>
                  </a:lnTo>
                  <a:lnTo>
                    <a:pt x="1571898" y="1648788"/>
                  </a:lnTo>
                  <a:lnTo>
                    <a:pt x="1571891" y="1648789"/>
                  </a:lnTo>
                  <a:lnTo>
                    <a:pt x="1571879" y="1648788"/>
                  </a:lnTo>
                  <a:lnTo>
                    <a:pt x="1571810" y="1648760"/>
                  </a:lnTo>
                  <a:lnTo>
                    <a:pt x="1571752" y="1648731"/>
                  </a:lnTo>
                  <a:lnTo>
                    <a:pt x="1571743" y="1648738"/>
                  </a:lnTo>
                  <a:lnTo>
                    <a:pt x="1571735" y="1648742"/>
                  </a:lnTo>
                  <a:lnTo>
                    <a:pt x="1571730" y="1648745"/>
                  </a:lnTo>
                  <a:lnTo>
                    <a:pt x="1571723" y="1648747"/>
                  </a:lnTo>
                  <a:lnTo>
                    <a:pt x="1571710" y="1648752"/>
                  </a:lnTo>
                  <a:lnTo>
                    <a:pt x="1571699" y="1648757"/>
                  </a:lnTo>
                  <a:lnTo>
                    <a:pt x="1571687" y="1648767"/>
                  </a:lnTo>
                  <a:lnTo>
                    <a:pt x="1571678" y="1648776"/>
                  </a:lnTo>
                  <a:lnTo>
                    <a:pt x="1571673" y="1648783"/>
                  </a:lnTo>
                  <a:lnTo>
                    <a:pt x="1571668" y="1648788"/>
                  </a:lnTo>
                  <a:lnTo>
                    <a:pt x="1571655" y="1648795"/>
                  </a:lnTo>
                  <a:lnTo>
                    <a:pt x="1571648" y="1648798"/>
                  </a:lnTo>
                  <a:lnTo>
                    <a:pt x="1571638" y="1648798"/>
                  </a:lnTo>
                  <a:lnTo>
                    <a:pt x="1571626" y="1648797"/>
                  </a:lnTo>
                  <a:lnTo>
                    <a:pt x="1571619" y="1648796"/>
                  </a:lnTo>
                  <a:lnTo>
                    <a:pt x="1571612" y="1648793"/>
                  </a:lnTo>
                  <a:lnTo>
                    <a:pt x="1571605" y="1648792"/>
                  </a:lnTo>
                  <a:lnTo>
                    <a:pt x="1571595" y="1648788"/>
                  </a:lnTo>
                  <a:lnTo>
                    <a:pt x="1571588" y="1648786"/>
                  </a:lnTo>
                  <a:lnTo>
                    <a:pt x="1571583" y="1648785"/>
                  </a:lnTo>
                  <a:lnTo>
                    <a:pt x="1571571" y="1648791"/>
                  </a:lnTo>
                  <a:lnTo>
                    <a:pt x="1571562" y="1648794"/>
                  </a:lnTo>
                  <a:lnTo>
                    <a:pt x="1571552" y="1648797"/>
                  </a:lnTo>
                  <a:lnTo>
                    <a:pt x="1571541" y="1648802"/>
                  </a:lnTo>
                  <a:lnTo>
                    <a:pt x="1571529" y="1648804"/>
                  </a:lnTo>
                  <a:lnTo>
                    <a:pt x="1571523" y="1648806"/>
                  </a:lnTo>
                  <a:lnTo>
                    <a:pt x="1571521" y="1648813"/>
                  </a:lnTo>
                  <a:lnTo>
                    <a:pt x="1571521" y="1648822"/>
                  </a:lnTo>
                  <a:lnTo>
                    <a:pt x="1571522" y="1648829"/>
                  </a:lnTo>
                  <a:lnTo>
                    <a:pt x="1571523" y="1648839"/>
                  </a:lnTo>
                  <a:lnTo>
                    <a:pt x="1571525" y="1648851"/>
                  </a:lnTo>
                  <a:lnTo>
                    <a:pt x="1571526" y="1648859"/>
                  </a:lnTo>
                  <a:lnTo>
                    <a:pt x="1571526" y="1648867"/>
                  </a:lnTo>
                  <a:lnTo>
                    <a:pt x="1571525" y="1648879"/>
                  </a:lnTo>
                  <a:lnTo>
                    <a:pt x="1571523" y="1648885"/>
                  </a:lnTo>
                  <a:lnTo>
                    <a:pt x="1571519" y="1648892"/>
                  </a:lnTo>
                  <a:lnTo>
                    <a:pt x="1571513" y="1648895"/>
                  </a:lnTo>
                  <a:lnTo>
                    <a:pt x="1571506" y="1648896"/>
                  </a:lnTo>
                  <a:lnTo>
                    <a:pt x="1571497" y="1648897"/>
                  </a:lnTo>
                  <a:lnTo>
                    <a:pt x="1571488" y="1648901"/>
                  </a:lnTo>
                  <a:lnTo>
                    <a:pt x="1571481" y="1648902"/>
                  </a:lnTo>
                  <a:lnTo>
                    <a:pt x="1571473" y="1648903"/>
                  </a:lnTo>
                  <a:lnTo>
                    <a:pt x="1571464" y="1648896"/>
                  </a:lnTo>
                  <a:lnTo>
                    <a:pt x="1571456" y="1648894"/>
                  </a:lnTo>
                  <a:lnTo>
                    <a:pt x="1571448" y="1648898"/>
                  </a:lnTo>
                  <a:lnTo>
                    <a:pt x="1571442" y="1648903"/>
                  </a:lnTo>
                  <a:lnTo>
                    <a:pt x="1571433" y="1648910"/>
                  </a:lnTo>
                  <a:lnTo>
                    <a:pt x="1571422" y="1648921"/>
                  </a:lnTo>
                  <a:lnTo>
                    <a:pt x="1571415" y="1648929"/>
                  </a:lnTo>
                  <a:lnTo>
                    <a:pt x="1571408" y="1648934"/>
                  </a:lnTo>
                  <a:lnTo>
                    <a:pt x="1571403" y="1648936"/>
                  </a:lnTo>
                  <a:lnTo>
                    <a:pt x="1571392" y="1648939"/>
                  </a:lnTo>
                  <a:lnTo>
                    <a:pt x="1571380" y="1648945"/>
                  </a:lnTo>
                  <a:lnTo>
                    <a:pt x="1571372" y="1648951"/>
                  </a:lnTo>
                  <a:lnTo>
                    <a:pt x="1571361" y="1648953"/>
                  </a:lnTo>
                  <a:lnTo>
                    <a:pt x="1571356" y="1648952"/>
                  </a:lnTo>
                  <a:lnTo>
                    <a:pt x="1571349" y="1648947"/>
                  </a:lnTo>
                  <a:lnTo>
                    <a:pt x="1571341" y="1648942"/>
                  </a:lnTo>
                  <a:lnTo>
                    <a:pt x="1571333" y="1648936"/>
                  </a:lnTo>
                  <a:lnTo>
                    <a:pt x="1571326" y="1648928"/>
                  </a:lnTo>
                  <a:lnTo>
                    <a:pt x="1571318" y="1648922"/>
                  </a:lnTo>
                  <a:lnTo>
                    <a:pt x="1571311" y="1648918"/>
                  </a:lnTo>
                  <a:lnTo>
                    <a:pt x="1571304" y="1648917"/>
                  </a:lnTo>
                  <a:lnTo>
                    <a:pt x="1571298" y="1648918"/>
                  </a:lnTo>
                  <a:lnTo>
                    <a:pt x="1571291" y="1648919"/>
                  </a:lnTo>
                  <a:lnTo>
                    <a:pt x="1571285" y="1648921"/>
                  </a:lnTo>
                  <a:lnTo>
                    <a:pt x="1571278" y="1648923"/>
                  </a:lnTo>
                  <a:lnTo>
                    <a:pt x="1571268" y="1648928"/>
                  </a:lnTo>
                  <a:lnTo>
                    <a:pt x="1571260" y="1648935"/>
                  </a:lnTo>
                  <a:lnTo>
                    <a:pt x="1571253" y="1648943"/>
                  </a:lnTo>
                  <a:lnTo>
                    <a:pt x="1571249" y="1648950"/>
                  </a:lnTo>
                  <a:lnTo>
                    <a:pt x="1571243" y="1648959"/>
                  </a:lnTo>
                  <a:lnTo>
                    <a:pt x="1571236" y="1648968"/>
                  </a:lnTo>
                  <a:lnTo>
                    <a:pt x="1571232" y="1648973"/>
                  </a:lnTo>
                  <a:lnTo>
                    <a:pt x="1571229" y="1648980"/>
                  </a:lnTo>
                  <a:lnTo>
                    <a:pt x="1571226" y="1648985"/>
                  </a:lnTo>
                  <a:lnTo>
                    <a:pt x="1571221" y="1648992"/>
                  </a:lnTo>
                  <a:lnTo>
                    <a:pt x="1571217" y="1648999"/>
                  </a:lnTo>
                  <a:lnTo>
                    <a:pt x="1571213" y="1649004"/>
                  </a:lnTo>
                  <a:lnTo>
                    <a:pt x="1571200" y="1649003"/>
                  </a:lnTo>
                  <a:lnTo>
                    <a:pt x="1571187" y="1649001"/>
                  </a:lnTo>
                  <a:lnTo>
                    <a:pt x="1571175" y="1648997"/>
                  </a:lnTo>
                  <a:lnTo>
                    <a:pt x="1571165" y="1648994"/>
                  </a:lnTo>
                  <a:lnTo>
                    <a:pt x="1571148" y="1648993"/>
                  </a:lnTo>
                  <a:lnTo>
                    <a:pt x="1571140" y="1648992"/>
                  </a:lnTo>
                  <a:lnTo>
                    <a:pt x="1571134" y="1648990"/>
                  </a:lnTo>
                  <a:lnTo>
                    <a:pt x="1571129" y="1648985"/>
                  </a:lnTo>
                  <a:lnTo>
                    <a:pt x="1571124" y="1648978"/>
                  </a:lnTo>
                  <a:lnTo>
                    <a:pt x="1571119" y="1648970"/>
                  </a:lnTo>
                  <a:lnTo>
                    <a:pt x="1571116" y="1648962"/>
                  </a:lnTo>
                  <a:lnTo>
                    <a:pt x="1571111" y="1648954"/>
                  </a:lnTo>
                  <a:lnTo>
                    <a:pt x="1571107" y="1648945"/>
                  </a:lnTo>
                  <a:lnTo>
                    <a:pt x="1571098" y="1648939"/>
                  </a:lnTo>
                  <a:lnTo>
                    <a:pt x="1571090" y="1648938"/>
                  </a:lnTo>
                  <a:lnTo>
                    <a:pt x="1571080" y="1648937"/>
                  </a:lnTo>
                  <a:lnTo>
                    <a:pt x="1571067" y="1648936"/>
                  </a:lnTo>
                  <a:lnTo>
                    <a:pt x="1571059" y="1648935"/>
                  </a:lnTo>
                  <a:lnTo>
                    <a:pt x="1571055" y="1648931"/>
                  </a:lnTo>
                  <a:lnTo>
                    <a:pt x="1571053" y="1648924"/>
                  </a:lnTo>
                  <a:lnTo>
                    <a:pt x="1571051" y="1648915"/>
                  </a:lnTo>
                  <a:lnTo>
                    <a:pt x="1571048" y="1648902"/>
                  </a:lnTo>
                  <a:lnTo>
                    <a:pt x="1571049" y="1648893"/>
                  </a:lnTo>
                  <a:lnTo>
                    <a:pt x="1571051" y="1648882"/>
                  </a:lnTo>
                  <a:lnTo>
                    <a:pt x="1571053" y="1648873"/>
                  </a:lnTo>
                  <a:lnTo>
                    <a:pt x="1571060" y="1648867"/>
                  </a:lnTo>
                  <a:lnTo>
                    <a:pt x="1571066" y="1648864"/>
                  </a:lnTo>
                  <a:lnTo>
                    <a:pt x="1571071" y="1648858"/>
                  </a:lnTo>
                  <a:lnTo>
                    <a:pt x="1571073" y="1648851"/>
                  </a:lnTo>
                  <a:lnTo>
                    <a:pt x="1571076" y="1648839"/>
                  </a:lnTo>
                  <a:lnTo>
                    <a:pt x="1571080" y="1648831"/>
                  </a:lnTo>
                  <a:lnTo>
                    <a:pt x="1571083" y="1648826"/>
                  </a:lnTo>
                  <a:lnTo>
                    <a:pt x="1571091" y="1648815"/>
                  </a:lnTo>
                  <a:lnTo>
                    <a:pt x="1571097" y="1648808"/>
                  </a:lnTo>
                  <a:lnTo>
                    <a:pt x="1571101" y="1648800"/>
                  </a:lnTo>
                  <a:lnTo>
                    <a:pt x="1571101" y="1648785"/>
                  </a:lnTo>
                  <a:lnTo>
                    <a:pt x="1571102" y="1648777"/>
                  </a:lnTo>
                  <a:lnTo>
                    <a:pt x="1571100" y="1648765"/>
                  </a:lnTo>
                  <a:lnTo>
                    <a:pt x="1571097" y="1648758"/>
                  </a:lnTo>
                  <a:lnTo>
                    <a:pt x="1571095" y="1648752"/>
                  </a:lnTo>
                  <a:lnTo>
                    <a:pt x="1571095" y="1648743"/>
                  </a:lnTo>
                  <a:lnTo>
                    <a:pt x="1571096" y="1648735"/>
                  </a:lnTo>
                  <a:lnTo>
                    <a:pt x="1571095" y="1648727"/>
                  </a:lnTo>
                  <a:lnTo>
                    <a:pt x="1571087" y="1648723"/>
                  </a:lnTo>
                  <a:lnTo>
                    <a:pt x="1571079" y="1648720"/>
                  </a:lnTo>
                  <a:lnTo>
                    <a:pt x="1571068" y="1648715"/>
                  </a:lnTo>
                  <a:lnTo>
                    <a:pt x="1571057" y="1648711"/>
                  </a:lnTo>
                  <a:lnTo>
                    <a:pt x="1571051" y="1648708"/>
                  </a:lnTo>
                  <a:lnTo>
                    <a:pt x="1571043" y="1648705"/>
                  </a:lnTo>
                  <a:lnTo>
                    <a:pt x="1571038" y="1648702"/>
                  </a:lnTo>
                  <a:lnTo>
                    <a:pt x="1571031" y="1648699"/>
                  </a:lnTo>
                  <a:lnTo>
                    <a:pt x="1571019" y="1648694"/>
                  </a:lnTo>
                  <a:lnTo>
                    <a:pt x="1571010" y="1648690"/>
                  </a:lnTo>
                  <a:lnTo>
                    <a:pt x="1571001" y="1648689"/>
                  </a:lnTo>
                  <a:lnTo>
                    <a:pt x="1570992" y="1648691"/>
                  </a:lnTo>
                  <a:lnTo>
                    <a:pt x="1570982" y="1648696"/>
                  </a:lnTo>
                  <a:lnTo>
                    <a:pt x="1570967" y="1648707"/>
                  </a:lnTo>
                  <a:lnTo>
                    <a:pt x="1570955" y="1648715"/>
                  </a:lnTo>
                  <a:lnTo>
                    <a:pt x="1570949" y="1648719"/>
                  </a:lnTo>
                  <a:lnTo>
                    <a:pt x="1570939" y="1648726"/>
                  </a:lnTo>
                  <a:lnTo>
                    <a:pt x="1570932" y="1648730"/>
                  </a:lnTo>
                  <a:lnTo>
                    <a:pt x="1570925" y="1648733"/>
                  </a:lnTo>
                  <a:lnTo>
                    <a:pt x="1570919" y="1648741"/>
                  </a:lnTo>
                  <a:lnTo>
                    <a:pt x="1570909" y="1648753"/>
                  </a:lnTo>
                  <a:lnTo>
                    <a:pt x="1570901" y="1648760"/>
                  </a:lnTo>
                  <a:lnTo>
                    <a:pt x="1570895" y="1648761"/>
                  </a:lnTo>
                  <a:lnTo>
                    <a:pt x="1570885" y="1648748"/>
                  </a:lnTo>
                  <a:lnTo>
                    <a:pt x="1570878" y="1648744"/>
                  </a:lnTo>
                  <a:lnTo>
                    <a:pt x="1570871" y="1648743"/>
                  </a:lnTo>
                  <a:lnTo>
                    <a:pt x="1570865" y="1648743"/>
                  </a:lnTo>
                  <a:lnTo>
                    <a:pt x="1570857" y="1648744"/>
                  </a:lnTo>
                  <a:lnTo>
                    <a:pt x="1570848" y="1648745"/>
                  </a:lnTo>
                  <a:lnTo>
                    <a:pt x="1570842" y="1648743"/>
                  </a:lnTo>
                  <a:lnTo>
                    <a:pt x="1570830" y="1648732"/>
                  </a:lnTo>
                  <a:lnTo>
                    <a:pt x="1570816" y="1648722"/>
                  </a:lnTo>
                  <a:lnTo>
                    <a:pt x="1570807" y="1648715"/>
                  </a:lnTo>
                  <a:lnTo>
                    <a:pt x="1570790" y="1648702"/>
                  </a:lnTo>
                  <a:lnTo>
                    <a:pt x="1570776" y="1648693"/>
                  </a:lnTo>
                  <a:lnTo>
                    <a:pt x="1570764" y="1648686"/>
                  </a:lnTo>
                  <a:lnTo>
                    <a:pt x="1570754" y="1648680"/>
                  </a:lnTo>
                  <a:lnTo>
                    <a:pt x="1570741" y="1648674"/>
                  </a:lnTo>
                  <a:lnTo>
                    <a:pt x="1570734" y="1648671"/>
                  </a:lnTo>
                  <a:lnTo>
                    <a:pt x="1570725" y="1648668"/>
                  </a:lnTo>
                  <a:lnTo>
                    <a:pt x="1570714" y="1648667"/>
                  </a:lnTo>
                  <a:lnTo>
                    <a:pt x="1570706" y="1648666"/>
                  </a:lnTo>
                  <a:lnTo>
                    <a:pt x="1570697" y="1648665"/>
                  </a:lnTo>
                  <a:lnTo>
                    <a:pt x="1570652" y="1648717"/>
                  </a:lnTo>
                  <a:lnTo>
                    <a:pt x="1570620" y="1648754"/>
                  </a:lnTo>
                  <a:lnTo>
                    <a:pt x="1570599" y="1648778"/>
                  </a:lnTo>
                  <a:lnTo>
                    <a:pt x="1570585" y="1648793"/>
                  </a:lnTo>
                  <a:lnTo>
                    <a:pt x="1570580" y="1648801"/>
                  </a:lnTo>
                  <a:lnTo>
                    <a:pt x="1570575" y="1648808"/>
                  </a:lnTo>
                  <a:lnTo>
                    <a:pt x="1570570" y="1648816"/>
                  </a:lnTo>
                  <a:lnTo>
                    <a:pt x="1570565" y="1648823"/>
                  </a:lnTo>
                  <a:lnTo>
                    <a:pt x="1570560" y="1648831"/>
                  </a:lnTo>
                  <a:lnTo>
                    <a:pt x="1570556" y="1648838"/>
                  </a:lnTo>
                  <a:lnTo>
                    <a:pt x="1570552" y="1648845"/>
                  </a:lnTo>
                  <a:lnTo>
                    <a:pt x="1570549" y="1648850"/>
                  </a:lnTo>
                  <a:lnTo>
                    <a:pt x="1570544" y="1648860"/>
                  </a:lnTo>
                  <a:lnTo>
                    <a:pt x="1570542" y="1648866"/>
                  </a:lnTo>
                  <a:lnTo>
                    <a:pt x="1570540" y="1648871"/>
                  </a:lnTo>
                  <a:lnTo>
                    <a:pt x="1570537" y="1648879"/>
                  </a:lnTo>
                  <a:lnTo>
                    <a:pt x="1570534" y="1648886"/>
                  </a:lnTo>
                  <a:lnTo>
                    <a:pt x="1570530" y="1648893"/>
                  </a:lnTo>
                  <a:lnTo>
                    <a:pt x="1570526" y="1648901"/>
                  </a:lnTo>
                  <a:lnTo>
                    <a:pt x="1570521" y="1648911"/>
                  </a:lnTo>
                  <a:lnTo>
                    <a:pt x="1570518" y="1648918"/>
                  </a:lnTo>
                  <a:lnTo>
                    <a:pt x="1570513" y="1648926"/>
                  </a:lnTo>
                  <a:lnTo>
                    <a:pt x="1570509" y="1648936"/>
                  </a:lnTo>
                  <a:lnTo>
                    <a:pt x="1570505" y="1648945"/>
                  </a:lnTo>
                  <a:lnTo>
                    <a:pt x="1570504" y="1648952"/>
                  </a:lnTo>
                  <a:lnTo>
                    <a:pt x="1570504" y="1648957"/>
                  </a:lnTo>
                  <a:lnTo>
                    <a:pt x="1570508" y="1648964"/>
                  </a:lnTo>
                  <a:lnTo>
                    <a:pt x="1570514" y="1648967"/>
                  </a:lnTo>
                  <a:lnTo>
                    <a:pt x="1570519" y="1648971"/>
                  </a:lnTo>
                  <a:lnTo>
                    <a:pt x="1570523" y="1648974"/>
                  </a:lnTo>
                  <a:lnTo>
                    <a:pt x="1570529" y="1648979"/>
                  </a:lnTo>
                  <a:lnTo>
                    <a:pt x="1570535" y="1648982"/>
                  </a:lnTo>
                  <a:lnTo>
                    <a:pt x="1570540" y="1648985"/>
                  </a:lnTo>
                  <a:lnTo>
                    <a:pt x="1570547" y="1648987"/>
                  </a:lnTo>
                  <a:lnTo>
                    <a:pt x="1570554" y="1648989"/>
                  </a:lnTo>
                  <a:lnTo>
                    <a:pt x="1570558" y="1648992"/>
                  </a:lnTo>
                  <a:lnTo>
                    <a:pt x="1570563" y="1648998"/>
                  </a:lnTo>
                  <a:lnTo>
                    <a:pt x="1570567" y="1649003"/>
                  </a:lnTo>
                  <a:lnTo>
                    <a:pt x="1570569" y="1649009"/>
                  </a:lnTo>
                  <a:lnTo>
                    <a:pt x="1570571" y="1649014"/>
                  </a:lnTo>
                  <a:lnTo>
                    <a:pt x="1570572" y="1649020"/>
                  </a:lnTo>
                  <a:lnTo>
                    <a:pt x="1570574" y="1649027"/>
                  </a:lnTo>
                  <a:lnTo>
                    <a:pt x="1570576" y="1649035"/>
                  </a:lnTo>
                  <a:lnTo>
                    <a:pt x="1570578" y="1649048"/>
                  </a:lnTo>
                  <a:lnTo>
                    <a:pt x="1570580" y="1649057"/>
                  </a:lnTo>
                  <a:lnTo>
                    <a:pt x="1570581" y="1649065"/>
                  </a:lnTo>
                  <a:lnTo>
                    <a:pt x="1570582" y="1649075"/>
                  </a:lnTo>
                  <a:lnTo>
                    <a:pt x="1570584" y="1649092"/>
                  </a:lnTo>
                  <a:lnTo>
                    <a:pt x="1570586" y="1649107"/>
                  </a:lnTo>
                  <a:lnTo>
                    <a:pt x="1570587" y="1649120"/>
                  </a:lnTo>
                  <a:lnTo>
                    <a:pt x="1570588" y="1649137"/>
                  </a:lnTo>
                  <a:lnTo>
                    <a:pt x="1570589" y="1649145"/>
                  </a:lnTo>
                  <a:lnTo>
                    <a:pt x="1570589" y="1649155"/>
                  </a:lnTo>
                  <a:lnTo>
                    <a:pt x="1570589" y="1649166"/>
                  </a:lnTo>
                  <a:lnTo>
                    <a:pt x="1570589" y="1649172"/>
                  </a:lnTo>
                  <a:lnTo>
                    <a:pt x="1570590" y="1649185"/>
                  </a:lnTo>
                  <a:lnTo>
                    <a:pt x="1570590" y="1649196"/>
                  </a:lnTo>
                  <a:lnTo>
                    <a:pt x="1570591" y="1649217"/>
                  </a:lnTo>
                  <a:lnTo>
                    <a:pt x="1570592" y="1649235"/>
                  </a:lnTo>
                  <a:lnTo>
                    <a:pt x="1570592" y="1649250"/>
                  </a:lnTo>
                  <a:lnTo>
                    <a:pt x="1570593" y="1649262"/>
                  </a:lnTo>
                  <a:lnTo>
                    <a:pt x="1570593" y="1649279"/>
                  </a:lnTo>
                  <a:lnTo>
                    <a:pt x="1570594" y="1649285"/>
                  </a:lnTo>
                  <a:lnTo>
                    <a:pt x="1570587" y="1649287"/>
                  </a:lnTo>
                  <a:lnTo>
                    <a:pt x="1570581" y="1649288"/>
                  </a:lnTo>
                  <a:lnTo>
                    <a:pt x="1570576" y="1649288"/>
                  </a:lnTo>
                  <a:lnTo>
                    <a:pt x="1570568" y="1649290"/>
                  </a:lnTo>
                  <a:lnTo>
                    <a:pt x="1570560" y="1649293"/>
                  </a:lnTo>
                  <a:lnTo>
                    <a:pt x="1570554" y="1649296"/>
                  </a:lnTo>
                  <a:lnTo>
                    <a:pt x="1570549" y="1649301"/>
                  </a:lnTo>
                  <a:lnTo>
                    <a:pt x="1570544" y="1649306"/>
                  </a:lnTo>
                  <a:lnTo>
                    <a:pt x="1570538" y="1649311"/>
                  </a:lnTo>
                  <a:lnTo>
                    <a:pt x="1570533" y="1649315"/>
                  </a:lnTo>
                  <a:lnTo>
                    <a:pt x="1570527" y="1649319"/>
                  </a:lnTo>
                  <a:lnTo>
                    <a:pt x="1570520" y="1649323"/>
                  </a:lnTo>
                  <a:lnTo>
                    <a:pt x="1570521" y="1649335"/>
                  </a:lnTo>
                  <a:lnTo>
                    <a:pt x="1570525" y="1649344"/>
                  </a:lnTo>
                  <a:lnTo>
                    <a:pt x="1570527" y="1649350"/>
                  </a:lnTo>
                  <a:lnTo>
                    <a:pt x="1570530" y="1649357"/>
                  </a:lnTo>
                  <a:lnTo>
                    <a:pt x="1570533" y="1649364"/>
                  </a:lnTo>
                  <a:lnTo>
                    <a:pt x="1570535" y="1649370"/>
                  </a:lnTo>
                  <a:lnTo>
                    <a:pt x="1570540" y="1649382"/>
                  </a:lnTo>
                  <a:lnTo>
                    <a:pt x="1570544" y="1649392"/>
                  </a:lnTo>
                  <a:lnTo>
                    <a:pt x="1570550" y="1649412"/>
                  </a:lnTo>
                  <a:lnTo>
                    <a:pt x="1570548" y="1649429"/>
                  </a:lnTo>
                  <a:lnTo>
                    <a:pt x="1570543" y="1649443"/>
                  </a:lnTo>
                  <a:lnTo>
                    <a:pt x="1570536" y="1649470"/>
                  </a:lnTo>
                  <a:lnTo>
                    <a:pt x="1570541" y="1649487"/>
                  </a:lnTo>
                  <a:lnTo>
                    <a:pt x="1570556" y="1649503"/>
                  </a:lnTo>
                  <a:lnTo>
                    <a:pt x="1570576" y="1649514"/>
                  </a:lnTo>
                  <a:lnTo>
                    <a:pt x="1570572" y="1649536"/>
                  </a:lnTo>
                  <a:lnTo>
                    <a:pt x="1570573" y="1649575"/>
                  </a:lnTo>
                  <a:lnTo>
                    <a:pt x="1570559" y="1649580"/>
                  </a:lnTo>
                  <a:lnTo>
                    <a:pt x="1570542" y="1649586"/>
                  </a:lnTo>
                  <a:lnTo>
                    <a:pt x="1570536" y="1649589"/>
                  </a:lnTo>
                  <a:lnTo>
                    <a:pt x="1570521" y="1649596"/>
                  </a:lnTo>
                  <a:lnTo>
                    <a:pt x="1570490" y="1649606"/>
                  </a:lnTo>
                  <a:lnTo>
                    <a:pt x="1570468" y="1649614"/>
                  </a:lnTo>
                  <a:lnTo>
                    <a:pt x="1570447" y="1649619"/>
                  </a:lnTo>
                  <a:lnTo>
                    <a:pt x="1570428" y="1649629"/>
                  </a:lnTo>
                  <a:lnTo>
                    <a:pt x="1570410" y="1649634"/>
                  </a:lnTo>
                  <a:lnTo>
                    <a:pt x="1570403" y="1649649"/>
                  </a:lnTo>
                  <a:lnTo>
                    <a:pt x="1570399" y="1649689"/>
                  </a:lnTo>
                  <a:lnTo>
                    <a:pt x="1570389" y="1649729"/>
                  </a:lnTo>
                  <a:lnTo>
                    <a:pt x="1570359" y="1649770"/>
                  </a:lnTo>
                  <a:lnTo>
                    <a:pt x="1570325" y="1649780"/>
                  </a:lnTo>
                  <a:lnTo>
                    <a:pt x="1570320" y="1649787"/>
                  </a:lnTo>
                  <a:lnTo>
                    <a:pt x="1570313" y="1649796"/>
                  </a:lnTo>
                  <a:lnTo>
                    <a:pt x="1570306" y="1649802"/>
                  </a:lnTo>
                  <a:lnTo>
                    <a:pt x="1570299" y="1649808"/>
                  </a:lnTo>
                  <a:lnTo>
                    <a:pt x="1570293" y="1649812"/>
                  </a:lnTo>
                  <a:lnTo>
                    <a:pt x="1570288" y="1649817"/>
                  </a:lnTo>
                  <a:lnTo>
                    <a:pt x="1570282" y="1649820"/>
                  </a:lnTo>
                  <a:lnTo>
                    <a:pt x="1570276" y="1649822"/>
                  </a:lnTo>
                  <a:lnTo>
                    <a:pt x="1570268" y="1649823"/>
                  </a:lnTo>
                  <a:lnTo>
                    <a:pt x="1570261" y="1649821"/>
                  </a:lnTo>
                  <a:lnTo>
                    <a:pt x="1570254" y="1649819"/>
                  </a:lnTo>
                  <a:lnTo>
                    <a:pt x="1570248" y="1649818"/>
                  </a:lnTo>
                  <a:lnTo>
                    <a:pt x="1570244" y="1649816"/>
                  </a:lnTo>
                  <a:lnTo>
                    <a:pt x="1570235" y="1649813"/>
                  </a:lnTo>
                  <a:lnTo>
                    <a:pt x="1570227" y="1649810"/>
                  </a:lnTo>
                  <a:lnTo>
                    <a:pt x="1570222" y="1649808"/>
                  </a:lnTo>
                  <a:lnTo>
                    <a:pt x="1570216" y="1649806"/>
                  </a:lnTo>
                  <a:lnTo>
                    <a:pt x="1570208" y="1649806"/>
                  </a:lnTo>
                  <a:lnTo>
                    <a:pt x="1570202" y="1649807"/>
                  </a:lnTo>
                  <a:lnTo>
                    <a:pt x="1570193" y="1649810"/>
                  </a:lnTo>
                  <a:lnTo>
                    <a:pt x="1570180" y="1649815"/>
                  </a:lnTo>
                  <a:lnTo>
                    <a:pt x="1570174" y="1649817"/>
                  </a:lnTo>
                  <a:lnTo>
                    <a:pt x="1570169" y="1649819"/>
                  </a:lnTo>
                  <a:lnTo>
                    <a:pt x="1570162" y="1649824"/>
                  </a:lnTo>
                  <a:lnTo>
                    <a:pt x="1570157" y="1649828"/>
                  </a:lnTo>
                  <a:lnTo>
                    <a:pt x="1570151" y="1649834"/>
                  </a:lnTo>
                  <a:lnTo>
                    <a:pt x="1570146" y="1649841"/>
                  </a:lnTo>
                  <a:lnTo>
                    <a:pt x="1570143" y="1649851"/>
                  </a:lnTo>
                  <a:lnTo>
                    <a:pt x="1570141" y="1649863"/>
                  </a:lnTo>
                  <a:lnTo>
                    <a:pt x="1570141" y="1649870"/>
                  </a:lnTo>
                  <a:lnTo>
                    <a:pt x="1570140" y="1649881"/>
                  </a:lnTo>
                  <a:lnTo>
                    <a:pt x="1570141" y="1649888"/>
                  </a:lnTo>
                  <a:lnTo>
                    <a:pt x="1570135" y="1649896"/>
                  </a:lnTo>
                  <a:lnTo>
                    <a:pt x="1570131" y="1649902"/>
                  </a:lnTo>
                  <a:lnTo>
                    <a:pt x="1570125" y="1649909"/>
                  </a:lnTo>
                  <a:lnTo>
                    <a:pt x="1570120" y="1649915"/>
                  </a:lnTo>
                  <a:lnTo>
                    <a:pt x="1570117" y="1649920"/>
                  </a:lnTo>
                  <a:lnTo>
                    <a:pt x="1570112" y="1649925"/>
                  </a:lnTo>
                  <a:lnTo>
                    <a:pt x="1570105" y="1649931"/>
                  </a:lnTo>
                  <a:lnTo>
                    <a:pt x="1570098" y="1649936"/>
                  </a:lnTo>
                  <a:lnTo>
                    <a:pt x="1570092" y="1649940"/>
                  </a:lnTo>
                  <a:lnTo>
                    <a:pt x="1570084" y="1649945"/>
                  </a:lnTo>
                  <a:lnTo>
                    <a:pt x="1570076" y="1649948"/>
                  </a:lnTo>
                  <a:lnTo>
                    <a:pt x="1570067" y="1649951"/>
                  </a:lnTo>
                  <a:lnTo>
                    <a:pt x="1570059" y="1649954"/>
                  </a:lnTo>
                  <a:lnTo>
                    <a:pt x="1570053" y="1649957"/>
                  </a:lnTo>
                  <a:lnTo>
                    <a:pt x="1570045" y="1649960"/>
                  </a:lnTo>
                  <a:lnTo>
                    <a:pt x="1570038" y="1649965"/>
                  </a:lnTo>
                  <a:lnTo>
                    <a:pt x="1570033" y="1649971"/>
                  </a:lnTo>
                  <a:lnTo>
                    <a:pt x="1570029" y="1649976"/>
                  </a:lnTo>
                  <a:lnTo>
                    <a:pt x="1570026" y="1649984"/>
                  </a:lnTo>
                  <a:lnTo>
                    <a:pt x="1570023" y="1649991"/>
                  </a:lnTo>
                  <a:lnTo>
                    <a:pt x="1570021" y="1649996"/>
                  </a:lnTo>
                  <a:lnTo>
                    <a:pt x="1570018" y="1650003"/>
                  </a:lnTo>
                  <a:lnTo>
                    <a:pt x="1570015" y="1650012"/>
                  </a:lnTo>
                  <a:lnTo>
                    <a:pt x="1570015" y="1650020"/>
                  </a:lnTo>
                  <a:lnTo>
                    <a:pt x="1570015" y="1650032"/>
                  </a:lnTo>
                  <a:lnTo>
                    <a:pt x="1570014" y="1650039"/>
                  </a:lnTo>
                  <a:lnTo>
                    <a:pt x="1570013" y="1650049"/>
                  </a:lnTo>
                  <a:lnTo>
                    <a:pt x="1570011" y="1650057"/>
                  </a:lnTo>
                  <a:lnTo>
                    <a:pt x="1570010" y="1650063"/>
                  </a:lnTo>
                  <a:lnTo>
                    <a:pt x="1570009" y="1650072"/>
                  </a:lnTo>
                  <a:lnTo>
                    <a:pt x="1570009" y="1650082"/>
                  </a:lnTo>
                  <a:lnTo>
                    <a:pt x="1570008" y="1650088"/>
                  </a:lnTo>
                  <a:lnTo>
                    <a:pt x="1570005" y="1650097"/>
                  </a:lnTo>
                  <a:lnTo>
                    <a:pt x="1570002" y="1650103"/>
                  </a:lnTo>
                  <a:lnTo>
                    <a:pt x="1569995" y="1650107"/>
                  </a:lnTo>
                  <a:lnTo>
                    <a:pt x="1569988" y="1650109"/>
                  </a:lnTo>
                  <a:lnTo>
                    <a:pt x="1569981" y="1650112"/>
                  </a:lnTo>
                  <a:lnTo>
                    <a:pt x="1569974" y="1650116"/>
                  </a:lnTo>
                  <a:lnTo>
                    <a:pt x="1569968" y="1650119"/>
                  </a:lnTo>
                  <a:lnTo>
                    <a:pt x="1569964" y="1650122"/>
                  </a:lnTo>
                  <a:lnTo>
                    <a:pt x="1569958" y="1650124"/>
                  </a:lnTo>
                  <a:lnTo>
                    <a:pt x="1569951" y="1650126"/>
                  </a:lnTo>
                  <a:lnTo>
                    <a:pt x="1569944" y="1650127"/>
                  </a:lnTo>
                  <a:lnTo>
                    <a:pt x="1569937" y="1650127"/>
                  </a:lnTo>
                  <a:lnTo>
                    <a:pt x="1569931" y="1650127"/>
                  </a:lnTo>
                  <a:lnTo>
                    <a:pt x="1569926" y="1650125"/>
                  </a:lnTo>
                  <a:lnTo>
                    <a:pt x="1569918" y="1650123"/>
                  </a:lnTo>
                  <a:lnTo>
                    <a:pt x="1569911" y="1650121"/>
                  </a:lnTo>
                  <a:lnTo>
                    <a:pt x="1569898" y="1650115"/>
                  </a:lnTo>
                  <a:lnTo>
                    <a:pt x="1569885" y="1650110"/>
                  </a:lnTo>
                  <a:lnTo>
                    <a:pt x="1569874" y="1650105"/>
                  </a:lnTo>
                  <a:lnTo>
                    <a:pt x="1569869" y="1650102"/>
                  </a:lnTo>
                  <a:lnTo>
                    <a:pt x="1569864" y="1650100"/>
                  </a:lnTo>
                  <a:lnTo>
                    <a:pt x="1569858" y="1650096"/>
                  </a:lnTo>
                  <a:lnTo>
                    <a:pt x="1569848" y="1650089"/>
                  </a:lnTo>
                  <a:lnTo>
                    <a:pt x="1569840" y="1650083"/>
                  </a:lnTo>
                  <a:lnTo>
                    <a:pt x="1569832" y="1650079"/>
                  </a:lnTo>
                  <a:lnTo>
                    <a:pt x="1569826" y="1650075"/>
                  </a:lnTo>
                  <a:lnTo>
                    <a:pt x="1569818" y="1650071"/>
                  </a:lnTo>
                  <a:lnTo>
                    <a:pt x="1569809" y="1650067"/>
                  </a:lnTo>
                  <a:lnTo>
                    <a:pt x="1569805" y="1650064"/>
                  </a:lnTo>
                  <a:lnTo>
                    <a:pt x="1569799" y="1650060"/>
                  </a:lnTo>
                  <a:lnTo>
                    <a:pt x="1569793" y="1650057"/>
                  </a:lnTo>
                  <a:lnTo>
                    <a:pt x="1569785" y="1650054"/>
                  </a:lnTo>
                  <a:lnTo>
                    <a:pt x="1569776" y="1650051"/>
                  </a:lnTo>
                  <a:lnTo>
                    <a:pt x="1569766" y="1650048"/>
                  </a:lnTo>
                  <a:lnTo>
                    <a:pt x="1569757" y="1650046"/>
                  </a:lnTo>
                  <a:lnTo>
                    <a:pt x="1569749" y="1650044"/>
                  </a:lnTo>
                  <a:lnTo>
                    <a:pt x="1569739" y="1650042"/>
                  </a:lnTo>
                  <a:lnTo>
                    <a:pt x="1569732" y="1650041"/>
                  </a:lnTo>
                  <a:lnTo>
                    <a:pt x="1569723" y="1650040"/>
                  </a:lnTo>
                  <a:lnTo>
                    <a:pt x="1569714" y="1650038"/>
                  </a:lnTo>
                  <a:lnTo>
                    <a:pt x="1569708" y="1650034"/>
                  </a:lnTo>
                  <a:lnTo>
                    <a:pt x="1569704" y="1650030"/>
                  </a:lnTo>
                  <a:lnTo>
                    <a:pt x="1569699" y="1650025"/>
                  </a:lnTo>
                  <a:lnTo>
                    <a:pt x="1569695" y="1650018"/>
                  </a:lnTo>
                  <a:lnTo>
                    <a:pt x="1569689" y="1650010"/>
                  </a:lnTo>
                  <a:lnTo>
                    <a:pt x="1569682" y="1650000"/>
                  </a:lnTo>
                  <a:lnTo>
                    <a:pt x="1569678" y="1649994"/>
                  </a:lnTo>
                  <a:lnTo>
                    <a:pt x="1569666" y="1649986"/>
                  </a:lnTo>
                  <a:lnTo>
                    <a:pt x="1569658" y="1649979"/>
                  </a:lnTo>
                  <a:lnTo>
                    <a:pt x="1569650" y="1649972"/>
                  </a:lnTo>
                  <a:lnTo>
                    <a:pt x="1569644" y="1649965"/>
                  </a:lnTo>
                  <a:lnTo>
                    <a:pt x="1569639" y="1649958"/>
                  </a:lnTo>
                  <a:lnTo>
                    <a:pt x="1569635" y="1649954"/>
                  </a:lnTo>
                  <a:lnTo>
                    <a:pt x="1569629" y="1649948"/>
                  </a:lnTo>
                  <a:lnTo>
                    <a:pt x="1569623" y="1649941"/>
                  </a:lnTo>
                  <a:lnTo>
                    <a:pt x="1569614" y="1649933"/>
                  </a:lnTo>
                  <a:lnTo>
                    <a:pt x="1569609" y="1649928"/>
                  </a:lnTo>
                  <a:lnTo>
                    <a:pt x="1569604" y="1649923"/>
                  </a:lnTo>
                  <a:lnTo>
                    <a:pt x="1569599" y="1649917"/>
                  </a:lnTo>
                  <a:lnTo>
                    <a:pt x="1569596" y="1649911"/>
                  </a:lnTo>
                  <a:lnTo>
                    <a:pt x="1569591" y="1649904"/>
                  </a:lnTo>
                  <a:lnTo>
                    <a:pt x="1569587" y="1649896"/>
                  </a:lnTo>
                  <a:lnTo>
                    <a:pt x="1569584" y="1649889"/>
                  </a:lnTo>
                  <a:lnTo>
                    <a:pt x="1569584" y="1649884"/>
                  </a:lnTo>
                  <a:lnTo>
                    <a:pt x="1569585" y="1649878"/>
                  </a:lnTo>
                  <a:lnTo>
                    <a:pt x="1569586" y="1649871"/>
                  </a:lnTo>
                  <a:lnTo>
                    <a:pt x="1569589" y="1649862"/>
                  </a:lnTo>
                  <a:lnTo>
                    <a:pt x="1569589" y="1649853"/>
                  </a:lnTo>
                  <a:lnTo>
                    <a:pt x="1569586" y="1649848"/>
                  </a:lnTo>
                  <a:lnTo>
                    <a:pt x="1569581" y="1649845"/>
                  </a:lnTo>
                  <a:lnTo>
                    <a:pt x="1569576" y="1649843"/>
                  </a:lnTo>
                  <a:lnTo>
                    <a:pt x="1569570" y="1649838"/>
                  </a:lnTo>
                  <a:lnTo>
                    <a:pt x="1569565" y="1649833"/>
                  </a:lnTo>
                  <a:lnTo>
                    <a:pt x="1569561" y="1649826"/>
                  </a:lnTo>
                  <a:lnTo>
                    <a:pt x="1569558" y="1649820"/>
                  </a:lnTo>
                  <a:lnTo>
                    <a:pt x="1569557" y="1649814"/>
                  </a:lnTo>
                  <a:lnTo>
                    <a:pt x="1569556" y="1649807"/>
                  </a:lnTo>
                  <a:lnTo>
                    <a:pt x="1569555" y="1649800"/>
                  </a:lnTo>
                  <a:lnTo>
                    <a:pt x="1569556" y="1649791"/>
                  </a:lnTo>
                  <a:lnTo>
                    <a:pt x="1569557" y="1649783"/>
                  </a:lnTo>
                  <a:lnTo>
                    <a:pt x="1569560" y="1649776"/>
                  </a:lnTo>
                  <a:lnTo>
                    <a:pt x="1569562" y="1649769"/>
                  </a:lnTo>
                  <a:lnTo>
                    <a:pt x="1569564" y="1649763"/>
                  </a:lnTo>
                  <a:lnTo>
                    <a:pt x="1569566" y="1649756"/>
                  </a:lnTo>
                  <a:lnTo>
                    <a:pt x="1569566" y="1649749"/>
                  </a:lnTo>
                  <a:lnTo>
                    <a:pt x="1569564" y="1649742"/>
                  </a:lnTo>
                  <a:lnTo>
                    <a:pt x="1569562" y="1649734"/>
                  </a:lnTo>
                  <a:lnTo>
                    <a:pt x="1569561" y="1649728"/>
                  </a:lnTo>
                  <a:lnTo>
                    <a:pt x="1569559" y="1649719"/>
                  </a:lnTo>
                  <a:lnTo>
                    <a:pt x="1569558" y="1649711"/>
                  </a:lnTo>
                  <a:lnTo>
                    <a:pt x="1569557" y="1649705"/>
                  </a:lnTo>
                  <a:lnTo>
                    <a:pt x="1569556" y="1649696"/>
                  </a:lnTo>
                  <a:lnTo>
                    <a:pt x="1569554" y="1649687"/>
                  </a:lnTo>
                  <a:lnTo>
                    <a:pt x="1569552" y="1649681"/>
                  </a:lnTo>
                  <a:lnTo>
                    <a:pt x="1569549" y="1649673"/>
                  </a:lnTo>
                  <a:lnTo>
                    <a:pt x="1569547" y="1649667"/>
                  </a:lnTo>
                  <a:lnTo>
                    <a:pt x="1569542" y="1649663"/>
                  </a:lnTo>
                  <a:lnTo>
                    <a:pt x="1569535" y="1649659"/>
                  </a:lnTo>
                  <a:lnTo>
                    <a:pt x="1569527" y="1649656"/>
                  </a:lnTo>
                  <a:lnTo>
                    <a:pt x="1569514" y="1649649"/>
                  </a:lnTo>
                  <a:lnTo>
                    <a:pt x="1569506" y="1649645"/>
                  </a:lnTo>
                  <a:lnTo>
                    <a:pt x="1569496" y="1649647"/>
                  </a:lnTo>
                  <a:lnTo>
                    <a:pt x="1569488" y="1649648"/>
                  </a:lnTo>
                  <a:lnTo>
                    <a:pt x="1569480" y="1649648"/>
                  </a:lnTo>
                  <a:lnTo>
                    <a:pt x="1569472" y="1649648"/>
                  </a:lnTo>
                  <a:lnTo>
                    <a:pt x="1569466" y="1649647"/>
                  </a:lnTo>
                  <a:lnTo>
                    <a:pt x="1569457" y="1649646"/>
                  </a:lnTo>
                  <a:lnTo>
                    <a:pt x="1569449" y="1649645"/>
                  </a:lnTo>
                  <a:lnTo>
                    <a:pt x="1569437" y="1649643"/>
                  </a:lnTo>
                  <a:lnTo>
                    <a:pt x="1569431" y="1649643"/>
                  </a:lnTo>
                  <a:lnTo>
                    <a:pt x="1569423" y="1649642"/>
                  </a:lnTo>
                  <a:lnTo>
                    <a:pt x="1569415" y="1649638"/>
                  </a:lnTo>
                  <a:lnTo>
                    <a:pt x="1569411" y="1649630"/>
                  </a:lnTo>
                  <a:lnTo>
                    <a:pt x="1569410" y="1649617"/>
                  </a:lnTo>
                  <a:lnTo>
                    <a:pt x="1569406" y="1649609"/>
                  </a:lnTo>
                  <a:lnTo>
                    <a:pt x="1569401" y="1649604"/>
                  </a:lnTo>
                  <a:lnTo>
                    <a:pt x="1569396" y="1649601"/>
                  </a:lnTo>
                  <a:lnTo>
                    <a:pt x="1569390" y="1649598"/>
                  </a:lnTo>
                  <a:lnTo>
                    <a:pt x="1569385" y="1649597"/>
                  </a:lnTo>
                  <a:lnTo>
                    <a:pt x="1569379" y="1649597"/>
                  </a:lnTo>
                  <a:lnTo>
                    <a:pt x="1569370" y="1649596"/>
                  </a:lnTo>
                  <a:lnTo>
                    <a:pt x="1569364" y="1649597"/>
                  </a:lnTo>
                  <a:lnTo>
                    <a:pt x="1569352" y="1649597"/>
                  </a:lnTo>
                  <a:lnTo>
                    <a:pt x="1569337" y="1649600"/>
                  </a:lnTo>
                  <a:lnTo>
                    <a:pt x="1569316" y="1649602"/>
                  </a:lnTo>
                  <a:lnTo>
                    <a:pt x="1569304" y="1649605"/>
                  </a:lnTo>
                  <a:lnTo>
                    <a:pt x="1569294" y="1649608"/>
                  </a:lnTo>
                  <a:lnTo>
                    <a:pt x="1569285" y="1649612"/>
                  </a:lnTo>
                  <a:lnTo>
                    <a:pt x="1569278" y="1649615"/>
                  </a:lnTo>
                  <a:lnTo>
                    <a:pt x="1569270" y="1649615"/>
                  </a:lnTo>
                  <a:lnTo>
                    <a:pt x="1569261" y="1649614"/>
                  </a:lnTo>
                  <a:lnTo>
                    <a:pt x="1569253" y="1649611"/>
                  </a:lnTo>
                  <a:lnTo>
                    <a:pt x="1569247" y="1649609"/>
                  </a:lnTo>
                  <a:lnTo>
                    <a:pt x="1569243" y="1649607"/>
                  </a:lnTo>
                  <a:lnTo>
                    <a:pt x="1569226" y="1649601"/>
                  </a:lnTo>
                  <a:lnTo>
                    <a:pt x="1569217" y="1649597"/>
                  </a:lnTo>
                  <a:lnTo>
                    <a:pt x="1569212" y="1649592"/>
                  </a:lnTo>
                  <a:lnTo>
                    <a:pt x="1569207" y="1649586"/>
                  </a:lnTo>
                  <a:lnTo>
                    <a:pt x="1569199" y="1649579"/>
                  </a:lnTo>
                  <a:lnTo>
                    <a:pt x="1569193" y="1649572"/>
                  </a:lnTo>
                  <a:lnTo>
                    <a:pt x="1569183" y="1649565"/>
                  </a:lnTo>
                  <a:lnTo>
                    <a:pt x="1569177" y="1649561"/>
                  </a:lnTo>
                  <a:lnTo>
                    <a:pt x="1569169" y="1649556"/>
                  </a:lnTo>
                  <a:lnTo>
                    <a:pt x="1569161" y="1649551"/>
                  </a:lnTo>
                  <a:lnTo>
                    <a:pt x="1569156" y="1649546"/>
                  </a:lnTo>
                  <a:lnTo>
                    <a:pt x="1569152" y="1649543"/>
                  </a:lnTo>
                  <a:lnTo>
                    <a:pt x="1569151" y="1649535"/>
                  </a:lnTo>
                  <a:lnTo>
                    <a:pt x="1569156" y="1649526"/>
                  </a:lnTo>
                  <a:lnTo>
                    <a:pt x="1569161" y="1649519"/>
                  </a:lnTo>
                  <a:lnTo>
                    <a:pt x="1569164" y="1649515"/>
                  </a:lnTo>
                  <a:lnTo>
                    <a:pt x="1569168" y="1649508"/>
                  </a:lnTo>
                  <a:lnTo>
                    <a:pt x="1569172" y="1649503"/>
                  </a:lnTo>
                  <a:lnTo>
                    <a:pt x="1569176" y="1649496"/>
                  </a:lnTo>
                  <a:lnTo>
                    <a:pt x="1569181" y="1649488"/>
                  </a:lnTo>
                  <a:lnTo>
                    <a:pt x="1569184" y="1649481"/>
                  </a:lnTo>
                  <a:lnTo>
                    <a:pt x="1569188" y="1649474"/>
                  </a:lnTo>
                  <a:lnTo>
                    <a:pt x="1569192" y="1649467"/>
                  </a:lnTo>
                  <a:lnTo>
                    <a:pt x="1569196" y="1649463"/>
                  </a:lnTo>
                  <a:lnTo>
                    <a:pt x="1569201" y="1649459"/>
                  </a:lnTo>
                  <a:lnTo>
                    <a:pt x="1569207" y="1649456"/>
                  </a:lnTo>
                  <a:lnTo>
                    <a:pt x="1569212" y="1649453"/>
                  </a:lnTo>
                  <a:lnTo>
                    <a:pt x="1569217" y="1649450"/>
                  </a:lnTo>
                  <a:lnTo>
                    <a:pt x="1569224" y="1649446"/>
                  </a:lnTo>
                  <a:lnTo>
                    <a:pt x="1569230" y="1649443"/>
                  </a:lnTo>
                  <a:lnTo>
                    <a:pt x="1569237" y="1649439"/>
                  </a:lnTo>
                  <a:lnTo>
                    <a:pt x="1569241" y="1649435"/>
                  </a:lnTo>
                  <a:lnTo>
                    <a:pt x="1569244" y="1649432"/>
                  </a:lnTo>
                  <a:lnTo>
                    <a:pt x="1569249" y="1649426"/>
                  </a:lnTo>
                  <a:lnTo>
                    <a:pt x="1569255" y="1649419"/>
                  </a:lnTo>
                  <a:lnTo>
                    <a:pt x="1569260" y="1649411"/>
                  </a:lnTo>
                  <a:lnTo>
                    <a:pt x="1569263" y="1649404"/>
                  </a:lnTo>
                  <a:lnTo>
                    <a:pt x="1569268" y="1649394"/>
                  </a:lnTo>
                  <a:lnTo>
                    <a:pt x="1569270" y="1649389"/>
                  </a:lnTo>
                  <a:lnTo>
                    <a:pt x="1569275" y="1649382"/>
                  </a:lnTo>
                  <a:lnTo>
                    <a:pt x="1569279" y="1649375"/>
                  </a:lnTo>
                  <a:lnTo>
                    <a:pt x="1569285" y="1649366"/>
                  </a:lnTo>
                  <a:lnTo>
                    <a:pt x="1569291" y="1649356"/>
                  </a:lnTo>
                  <a:lnTo>
                    <a:pt x="1569295" y="1649350"/>
                  </a:lnTo>
                  <a:lnTo>
                    <a:pt x="1569300" y="1649320"/>
                  </a:lnTo>
                  <a:lnTo>
                    <a:pt x="1569304" y="1649297"/>
                  </a:lnTo>
                  <a:lnTo>
                    <a:pt x="1569307" y="1649266"/>
                  </a:lnTo>
                  <a:lnTo>
                    <a:pt x="1569304" y="1649237"/>
                  </a:lnTo>
                  <a:lnTo>
                    <a:pt x="1569288" y="1649218"/>
                  </a:lnTo>
                  <a:lnTo>
                    <a:pt x="1569276" y="1649206"/>
                  </a:lnTo>
                  <a:lnTo>
                    <a:pt x="1569269" y="1649193"/>
                  </a:lnTo>
                  <a:lnTo>
                    <a:pt x="1569257" y="1649174"/>
                  </a:lnTo>
                  <a:lnTo>
                    <a:pt x="1569251" y="1649164"/>
                  </a:lnTo>
                  <a:lnTo>
                    <a:pt x="1569246" y="1649144"/>
                  </a:lnTo>
                  <a:lnTo>
                    <a:pt x="1569242" y="1649134"/>
                  </a:lnTo>
                  <a:lnTo>
                    <a:pt x="1569242" y="1649111"/>
                  </a:lnTo>
                  <a:lnTo>
                    <a:pt x="1569240" y="1649092"/>
                  </a:lnTo>
                  <a:lnTo>
                    <a:pt x="1569239" y="1649073"/>
                  </a:lnTo>
                  <a:lnTo>
                    <a:pt x="1569230" y="1649041"/>
                  </a:lnTo>
                  <a:lnTo>
                    <a:pt x="1569181" y="1649017"/>
                  </a:lnTo>
                  <a:lnTo>
                    <a:pt x="1569135" y="1648990"/>
                  </a:lnTo>
                  <a:lnTo>
                    <a:pt x="1569117" y="1648977"/>
                  </a:lnTo>
                  <a:lnTo>
                    <a:pt x="1569089" y="1648954"/>
                  </a:lnTo>
                  <a:lnTo>
                    <a:pt x="1569029" y="1648985"/>
                  </a:lnTo>
                  <a:lnTo>
                    <a:pt x="1569023" y="1649000"/>
                  </a:lnTo>
                  <a:lnTo>
                    <a:pt x="1569014" y="1649018"/>
                  </a:lnTo>
                  <a:lnTo>
                    <a:pt x="1569008" y="1649033"/>
                  </a:lnTo>
                  <a:lnTo>
                    <a:pt x="1569000" y="1649055"/>
                  </a:lnTo>
                  <a:lnTo>
                    <a:pt x="1568991" y="1649069"/>
                  </a:lnTo>
                  <a:lnTo>
                    <a:pt x="1568985" y="1649068"/>
                  </a:lnTo>
                  <a:lnTo>
                    <a:pt x="1568973" y="1649061"/>
                  </a:lnTo>
                  <a:lnTo>
                    <a:pt x="1568959" y="1649055"/>
                  </a:lnTo>
                  <a:lnTo>
                    <a:pt x="1568944" y="1649050"/>
                  </a:lnTo>
                  <a:lnTo>
                    <a:pt x="1568933" y="1649042"/>
                  </a:lnTo>
                  <a:lnTo>
                    <a:pt x="1568930" y="1649037"/>
                  </a:lnTo>
                  <a:lnTo>
                    <a:pt x="1568925" y="1649028"/>
                  </a:lnTo>
                  <a:lnTo>
                    <a:pt x="1568922" y="1649022"/>
                  </a:lnTo>
                  <a:lnTo>
                    <a:pt x="1568917" y="1649012"/>
                  </a:lnTo>
                  <a:lnTo>
                    <a:pt x="1568911" y="1649005"/>
                  </a:lnTo>
                  <a:lnTo>
                    <a:pt x="1568906" y="1649001"/>
                  </a:lnTo>
                  <a:lnTo>
                    <a:pt x="1568900" y="1648999"/>
                  </a:lnTo>
                  <a:lnTo>
                    <a:pt x="1568892" y="1648997"/>
                  </a:lnTo>
                  <a:lnTo>
                    <a:pt x="1568885" y="1648997"/>
                  </a:lnTo>
                  <a:lnTo>
                    <a:pt x="1568876" y="1648998"/>
                  </a:lnTo>
                  <a:lnTo>
                    <a:pt x="1568870" y="1649000"/>
                  </a:lnTo>
                  <a:lnTo>
                    <a:pt x="1568862" y="1649004"/>
                  </a:lnTo>
                  <a:lnTo>
                    <a:pt x="1568853" y="1649008"/>
                  </a:lnTo>
                  <a:lnTo>
                    <a:pt x="1568846" y="1649011"/>
                  </a:lnTo>
                  <a:lnTo>
                    <a:pt x="1568839" y="1649012"/>
                  </a:lnTo>
                  <a:lnTo>
                    <a:pt x="1568834" y="1649012"/>
                  </a:lnTo>
                  <a:lnTo>
                    <a:pt x="1568827" y="1649010"/>
                  </a:lnTo>
                  <a:lnTo>
                    <a:pt x="1568819" y="1649008"/>
                  </a:lnTo>
                  <a:lnTo>
                    <a:pt x="1568812" y="1649003"/>
                  </a:lnTo>
                  <a:lnTo>
                    <a:pt x="1568809" y="1648994"/>
                  </a:lnTo>
                  <a:lnTo>
                    <a:pt x="1568808" y="1648981"/>
                  </a:lnTo>
                  <a:lnTo>
                    <a:pt x="1568807" y="1648965"/>
                  </a:lnTo>
                  <a:lnTo>
                    <a:pt x="1568806" y="1648955"/>
                  </a:lnTo>
                  <a:lnTo>
                    <a:pt x="1568806" y="1648942"/>
                  </a:lnTo>
                  <a:lnTo>
                    <a:pt x="1568807" y="1648934"/>
                  </a:lnTo>
                  <a:lnTo>
                    <a:pt x="1568809" y="1648926"/>
                  </a:lnTo>
                  <a:lnTo>
                    <a:pt x="1568812" y="1648921"/>
                  </a:lnTo>
                  <a:lnTo>
                    <a:pt x="1568816" y="1648914"/>
                  </a:lnTo>
                  <a:lnTo>
                    <a:pt x="1568822" y="1648908"/>
                  </a:lnTo>
                  <a:lnTo>
                    <a:pt x="1568827" y="1648900"/>
                  </a:lnTo>
                  <a:lnTo>
                    <a:pt x="1568829" y="1648891"/>
                  </a:lnTo>
                  <a:lnTo>
                    <a:pt x="1568829" y="1648882"/>
                  </a:lnTo>
                  <a:lnTo>
                    <a:pt x="1568828" y="1648871"/>
                  </a:lnTo>
                  <a:lnTo>
                    <a:pt x="1568825" y="1648861"/>
                  </a:lnTo>
                  <a:lnTo>
                    <a:pt x="1568821" y="1648853"/>
                  </a:lnTo>
                  <a:lnTo>
                    <a:pt x="1568819" y="1648846"/>
                  </a:lnTo>
                  <a:lnTo>
                    <a:pt x="1568821" y="1648837"/>
                  </a:lnTo>
                  <a:lnTo>
                    <a:pt x="1568825" y="1648829"/>
                  </a:lnTo>
                  <a:lnTo>
                    <a:pt x="1568830" y="1648818"/>
                  </a:lnTo>
                  <a:lnTo>
                    <a:pt x="1568836" y="1648806"/>
                  </a:lnTo>
                  <a:lnTo>
                    <a:pt x="1568842" y="1648794"/>
                  </a:lnTo>
                  <a:lnTo>
                    <a:pt x="1568850" y="1648778"/>
                  </a:lnTo>
                  <a:lnTo>
                    <a:pt x="1568865" y="1648752"/>
                  </a:lnTo>
                  <a:lnTo>
                    <a:pt x="1568826" y="1648720"/>
                  </a:lnTo>
                  <a:lnTo>
                    <a:pt x="1568798" y="1648702"/>
                  </a:lnTo>
                  <a:lnTo>
                    <a:pt x="1568786" y="1648699"/>
                  </a:lnTo>
                  <a:lnTo>
                    <a:pt x="1568775" y="1648697"/>
                  </a:lnTo>
                  <a:lnTo>
                    <a:pt x="1568759" y="1648693"/>
                  </a:lnTo>
                  <a:lnTo>
                    <a:pt x="1568746" y="1648689"/>
                  </a:lnTo>
                  <a:lnTo>
                    <a:pt x="1568737" y="1648685"/>
                  </a:lnTo>
                  <a:lnTo>
                    <a:pt x="1568732" y="1648683"/>
                  </a:lnTo>
                  <a:lnTo>
                    <a:pt x="1568727" y="1648678"/>
                  </a:lnTo>
                  <a:lnTo>
                    <a:pt x="1568719" y="1648669"/>
                  </a:lnTo>
                  <a:lnTo>
                    <a:pt x="1568713" y="1648661"/>
                  </a:lnTo>
                  <a:lnTo>
                    <a:pt x="1568705" y="1648649"/>
                  </a:lnTo>
                  <a:lnTo>
                    <a:pt x="1568700" y="1648640"/>
                  </a:lnTo>
                  <a:lnTo>
                    <a:pt x="1568693" y="1648633"/>
                  </a:lnTo>
                  <a:lnTo>
                    <a:pt x="1568551" y="1648546"/>
                  </a:lnTo>
                  <a:lnTo>
                    <a:pt x="1568468" y="1648519"/>
                  </a:lnTo>
                  <a:lnTo>
                    <a:pt x="1568388" y="1648473"/>
                  </a:lnTo>
                  <a:lnTo>
                    <a:pt x="1568372" y="1648446"/>
                  </a:lnTo>
                  <a:lnTo>
                    <a:pt x="1568354" y="1648429"/>
                  </a:lnTo>
                  <a:lnTo>
                    <a:pt x="1568330" y="1648414"/>
                  </a:lnTo>
                  <a:lnTo>
                    <a:pt x="1568310" y="1648396"/>
                  </a:lnTo>
                  <a:lnTo>
                    <a:pt x="1568286" y="1648363"/>
                  </a:lnTo>
                  <a:lnTo>
                    <a:pt x="1568146" y="1648216"/>
                  </a:lnTo>
                  <a:lnTo>
                    <a:pt x="1568143" y="1648211"/>
                  </a:lnTo>
                  <a:lnTo>
                    <a:pt x="1568137" y="1648202"/>
                  </a:lnTo>
                  <a:lnTo>
                    <a:pt x="1568131" y="1648190"/>
                  </a:lnTo>
                  <a:lnTo>
                    <a:pt x="1568124" y="1648177"/>
                  </a:lnTo>
                  <a:lnTo>
                    <a:pt x="1568117" y="1648165"/>
                  </a:lnTo>
                  <a:lnTo>
                    <a:pt x="1568113" y="1648156"/>
                  </a:lnTo>
                  <a:lnTo>
                    <a:pt x="1568110" y="1648146"/>
                  </a:lnTo>
                  <a:lnTo>
                    <a:pt x="1568107" y="1648134"/>
                  </a:lnTo>
                  <a:lnTo>
                    <a:pt x="1568105" y="1648124"/>
                  </a:lnTo>
                  <a:lnTo>
                    <a:pt x="1568101" y="1648117"/>
                  </a:lnTo>
                  <a:lnTo>
                    <a:pt x="1568096" y="1648111"/>
                  </a:lnTo>
                  <a:lnTo>
                    <a:pt x="1568089" y="1648106"/>
                  </a:lnTo>
                  <a:lnTo>
                    <a:pt x="1568083" y="1648101"/>
                  </a:lnTo>
                  <a:lnTo>
                    <a:pt x="1568078" y="1648095"/>
                  </a:lnTo>
                  <a:lnTo>
                    <a:pt x="1568074" y="1648084"/>
                  </a:lnTo>
                  <a:lnTo>
                    <a:pt x="1568071" y="1648074"/>
                  </a:lnTo>
                  <a:lnTo>
                    <a:pt x="1568068" y="1648067"/>
                  </a:lnTo>
                  <a:lnTo>
                    <a:pt x="1568062" y="1648055"/>
                  </a:lnTo>
                  <a:lnTo>
                    <a:pt x="1568056" y="1648045"/>
                  </a:lnTo>
                  <a:lnTo>
                    <a:pt x="1568048" y="1648033"/>
                  </a:lnTo>
                  <a:lnTo>
                    <a:pt x="1568038" y="1648020"/>
                  </a:lnTo>
                  <a:lnTo>
                    <a:pt x="1568032" y="1648010"/>
                  </a:lnTo>
                  <a:lnTo>
                    <a:pt x="1568027" y="1648002"/>
                  </a:lnTo>
                  <a:lnTo>
                    <a:pt x="1568025" y="1647996"/>
                  </a:lnTo>
                  <a:lnTo>
                    <a:pt x="1568024" y="1647990"/>
                  </a:lnTo>
                  <a:lnTo>
                    <a:pt x="1568024" y="1647983"/>
                  </a:lnTo>
                  <a:lnTo>
                    <a:pt x="1568024" y="1647976"/>
                  </a:lnTo>
                  <a:lnTo>
                    <a:pt x="1568021" y="1647970"/>
                  </a:lnTo>
                  <a:lnTo>
                    <a:pt x="1568015" y="1647961"/>
                  </a:lnTo>
                  <a:lnTo>
                    <a:pt x="1568012" y="1647954"/>
                  </a:lnTo>
                  <a:lnTo>
                    <a:pt x="1568010" y="1647948"/>
                  </a:lnTo>
                  <a:lnTo>
                    <a:pt x="1568010" y="1647941"/>
                  </a:lnTo>
                  <a:lnTo>
                    <a:pt x="1568010" y="1647934"/>
                  </a:lnTo>
                  <a:lnTo>
                    <a:pt x="1568011" y="1647926"/>
                  </a:lnTo>
                  <a:lnTo>
                    <a:pt x="1568014" y="1647910"/>
                  </a:lnTo>
                  <a:lnTo>
                    <a:pt x="1568017" y="1647898"/>
                  </a:lnTo>
                  <a:lnTo>
                    <a:pt x="1568019" y="1647892"/>
                  </a:lnTo>
                  <a:lnTo>
                    <a:pt x="1568020" y="1647884"/>
                  </a:lnTo>
                  <a:lnTo>
                    <a:pt x="1568020" y="1647868"/>
                  </a:lnTo>
                  <a:lnTo>
                    <a:pt x="1568019" y="1647857"/>
                  </a:lnTo>
                  <a:lnTo>
                    <a:pt x="1568018" y="1647851"/>
                  </a:lnTo>
                  <a:lnTo>
                    <a:pt x="1568016" y="1647846"/>
                  </a:lnTo>
                  <a:lnTo>
                    <a:pt x="1568013" y="1647839"/>
                  </a:lnTo>
                  <a:lnTo>
                    <a:pt x="1568009" y="1647834"/>
                  </a:lnTo>
                  <a:lnTo>
                    <a:pt x="1568004" y="1647829"/>
                  </a:lnTo>
                  <a:lnTo>
                    <a:pt x="1567996" y="1647823"/>
                  </a:lnTo>
                  <a:lnTo>
                    <a:pt x="1567990" y="1647820"/>
                  </a:lnTo>
                  <a:lnTo>
                    <a:pt x="1567983" y="1647819"/>
                  </a:lnTo>
                  <a:lnTo>
                    <a:pt x="1567971" y="1647816"/>
                  </a:lnTo>
                  <a:lnTo>
                    <a:pt x="1567962" y="1647816"/>
                  </a:lnTo>
                  <a:lnTo>
                    <a:pt x="1567954" y="1647817"/>
                  </a:lnTo>
                  <a:lnTo>
                    <a:pt x="1567944" y="1647817"/>
                  </a:lnTo>
                  <a:lnTo>
                    <a:pt x="1567937" y="1647816"/>
                  </a:lnTo>
                  <a:lnTo>
                    <a:pt x="1567927" y="1647812"/>
                  </a:lnTo>
                  <a:lnTo>
                    <a:pt x="1567917" y="1647808"/>
                  </a:lnTo>
                  <a:lnTo>
                    <a:pt x="1567905" y="1647803"/>
                  </a:lnTo>
                  <a:lnTo>
                    <a:pt x="1567898" y="1647799"/>
                  </a:lnTo>
                  <a:lnTo>
                    <a:pt x="1567889" y="1647794"/>
                  </a:lnTo>
                  <a:lnTo>
                    <a:pt x="1567883" y="1647788"/>
                  </a:lnTo>
                  <a:lnTo>
                    <a:pt x="1567878" y="1647782"/>
                  </a:lnTo>
                  <a:lnTo>
                    <a:pt x="1567875" y="1647774"/>
                  </a:lnTo>
                  <a:lnTo>
                    <a:pt x="1567870" y="1647752"/>
                  </a:lnTo>
                  <a:lnTo>
                    <a:pt x="1567870" y="1647701"/>
                  </a:lnTo>
                  <a:lnTo>
                    <a:pt x="1567869" y="1647686"/>
                  </a:lnTo>
                  <a:lnTo>
                    <a:pt x="1567866" y="1647671"/>
                  </a:lnTo>
                  <a:lnTo>
                    <a:pt x="1567857" y="1647621"/>
                  </a:lnTo>
                  <a:lnTo>
                    <a:pt x="1567849" y="1647599"/>
                  </a:lnTo>
                  <a:lnTo>
                    <a:pt x="1567847" y="1647586"/>
                  </a:lnTo>
                  <a:lnTo>
                    <a:pt x="1567849" y="1647575"/>
                  </a:lnTo>
                  <a:lnTo>
                    <a:pt x="1567855" y="1647571"/>
                  </a:lnTo>
                  <a:lnTo>
                    <a:pt x="1567886" y="1647559"/>
                  </a:lnTo>
                  <a:lnTo>
                    <a:pt x="1567900" y="1647552"/>
                  </a:lnTo>
                  <a:lnTo>
                    <a:pt x="1567906" y="1647550"/>
                  </a:lnTo>
                  <a:lnTo>
                    <a:pt x="1567924" y="1647538"/>
                  </a:lnTo>
                  <a:lnTo>
                    <a:pt x="1567930" y="1647529"/>
                  </a:lnTo>
                  <a:lnTo>
                    <a:pt x="1567933" y="1647516"/>
                  </a:lnTo>
                  <a:lnTo>
                    <a:pt x="1567941" y="1647495"/>
                  </a:lnTo>
                  <a:lnTo>
                    <a:pt x="1567946" y="1647486"/>
                  </a:lnTo>
                  <a:lnTo>
                    <a:pt x="1567950" y="1647479"/>
                  </a:lnTo>
                  <a:lnTo>
                    <a:pt x="1567954" y="1647473"/>
                  </a:lnTo>
                  <a:lnTo>
                    <a:pt x="1567957" y="1647462"/>
                  </a:lnTo>
                  <a:lnTo>
                    <a:pt x="1567946" y="1647462"/>
                  </a:lnTo>
                  <a:lnTo>
                    <a:pt x="1567936" y="1647462"/>
                  </a:lnTo>
                  <a:lnTo>
                    <a:pt x="1567914" y="1647459"/>
                  </a:lnTo>
                  <a:lnTo>
                    <a:pt x="1567891" y="1647458"/>
                  </a:lnTo>
                  <a:lnTo>
                    <a:pt x="1567857" y="1647407"/>
                  </a:lnTo>
                  <a:lnTo>
                    <a:pt x="1567852" y="1647401"/>
                  </a:lnTo>
                  <a:lnTo>
                    <a:pt x="1567844" y="1647390"/>
                  </a:lnTo>
                  <a:lnTo>
                    <a:pt x="1567836" y="1647380"/>
                  </a:lnTo>
                  <a:lnTo>
                    <a:pt x="1567832" y="1647372"/>
                  </a:lnTo>
                  <a:lnTo>
                    <a:pt x="1567827" y="1647363"/>
                  </a:lnTo>
                  <a:lnTo>
                    <a:pt x="1567825" y="1647357"/>
                  </a:lnTo>
                  <a:lnTo>
                    <a:pt x="1567824" y="1647350"/>
                  </a:lnTo>
                  <a:lnTo>
                    <a:pt x="1567824" y="1647338"/>
                  </a:lnTo>
                  <a:lnTo>
                    <a:pt x="1567824" y="1647329"/>
                  </a:lnTo>
                  <a:lnTo>
                    <a:pt x="1567824" y="1647319"/>
                  </a:lnTo>
                  <a:lnTo>
                    <a:pt x="1567825" y="1647311"/>
                  </a:lnTo>
                  <a:lnTo>
                    <a:pt x="1567826" y="1647306"/>
                  </a:lnTo>
                  <a:lnTo>
                    <a:pt x="1567829" y="1647297"/>
                  </a:lnTo>
                  <a:lnTo>
                    <a:pt x="1567831" y="1647291"/>
                  </a:lnTo>
                  <a:lnTo>
                    <a:pt x="1567832" y="1647284"/>
                  </a:lnTo>
                  <a:lnTo>
                    <a:pt x="1567832" y="1647276"/>
                  </a:lnTo>
                  <a:lnTo>
                    <a:pt x="1567831" y="1647266"/>
                  </a:lnTo>
                  <a:lnTo>
                    <a:pt x="1567830" y="1647254"/>
                  </a:lnTo>
                  <a:lnTo>
                    <a:pt x="1567828" y="1647241"/>
                  </a:lnTo>
                  <a:lnTo>
                    <a:pt x="1567825" y="1647229"/>
                  </a:lnTo>
                  <a:lnTo>
                    <a:pt x="1567822" y="1647213"/>
                  </a:lnTo>
                  <a:lnTo>
                    <a:pt x="1567819" y="1647195"/>
                  </a:lnTo>
                  <a:lnTo>
                    <a:pt x="1567814" y="1647179"/>
                  </a:lnTo>
                  <a:lnTo>
                    <a:pt x="1567810" y="1647165"/>
                  </a:lnTo>
                  <a:lnTo>
                    <a:pt x="1567807" y="1647159"/>
                  </a:lnTo>
                  <a:lnTo>
                    <a:pt x="1567801" y="1647155"/>
                  </a:lnTo>
                  <a:lnTo>
                    <a:pt x="1567796" y="1647152"/>
                  </a:lnTo>
                  <a:lnTo>
                    <a:pt x="1567785" y="1647146"/>
                  </a:lnTo>
                  <a:lnTo>
                    <a:pt x="1567778" y="1647143"/>
                  </a:lnTo>
                  <a:lnTo>
                    <a:pt x="1567770" y="1647140"/>
                  </a:lnTo>
                  <a:lnTo>
                    <a:pt x="1567762" y="1647138"/>
                  </a:lnTo>
                  <a:lnTo>
                    <a:pt x="1567753" y="1647138"/>
                  </a:lnTo>
                  <a:lnTo>
                    <a:pt x="1567738" y="1647138"/>
                  </a:lnTo>
                  <a:lnTo>
                    <a:pt x="1567731" y="1647137"/>
                  </a:lnTo>
                  <a:lnTo>
                    <a:pt x="1567724" y="1647136"/>
                  </a:lnTo>
                  <a:lnTo>
                    <a:pt x="1567717" y="1647134"/>
                  </a:lnTo>
                  <a:lnTo>
                    <a:pt x="1567707" y="1647131"/>
                  </a:lnTo>
                  <a:lnTo>
                    <a:pt x="1567698" y="1647129"/>
                  </a:lnTo>
                  <a:lnTo>
                    <a:pt x="1567689" y="1647128"/>
                  </a:lnTo>
                  <a:lnTo>
                    <a:pt x="1567680" y="1647126"/>
                  </a:lnTo>
                  <a:lnTo>
                    <a:pt x="1567670" y="1647124"/>
                  </a:lnTo>
                  <a:lnTo>
                    <a:pt x="1567661" y="1647123"/>
                  </a:lnTo>
                  <a:lnTo>
                    <a:pt x="1567652" y="1647122"/>
                  </a:lnTo>
                  <a:lnTo>
                    <a:pt x="1567644" y="1647123"/>
                  </a:lnTo>
                  <a:lnTo>
                    <a:pt x="1567635" y="1647121"/>
                  </a:lnTo>
                  <a:lnTo>
                    <a:pt x="1567636" y="1647112"/>
                  </a:lnTo>
                  <a:lnTo>
                    <a:pt x="1567637" y="1647104"/>
                  </a:lnTo>
                  <a:lnTo>
                    <a:pt x="1567639" y="1647090"/>
                  </a:lnTo>
                  <a:lnTo>
                    <a:pt x="1567641" y="1647077"/>
                  </a:lnTo>
                  <a:lnTo>
                    <a:pt x="1567643" y="1647064"/>
                  </a:lnTo>
                  <a:lnTo>
                    <a:pt x="1567646" y="1647052"/>
                  </a:lnTo>
                  <a:lnTo>
                    <a:pt x="1567651" y="1647025"/>
                  </a:lnTo>
                  <a:lnTo>
                    <a:pt x="1567654" y="1647012"/>
                  </a:lnTo>
                  <a:lnTo>
                    <a:pt x="1567654" y="1647003"/>
                  </a:lnTo>
                  <a:lnTo>
                    <a:pt x="1567655" y="1646990"/>
                  </a:lnTo>
                  <a:lnTo>
                    <a:pt x="1567656" y="1646981"/>
                  </a:lnTo>
                  <a:lnTo>
                    <a:pt x="1567657" y="1646975"/>
                  </a:lnTo>
                  <a:lnTo>
                    <a:pt x="1567657" y="1646962"/>
                  </a:lnTo>
                  <a:lnTo>
                    <a:pt x="1567657" y="1646950"/>
                  </a:lnTo>
                  <a:lnTo>
                    <a:pt x="1567656" y="1646930"/>
                  </a:lnTo>
                  <a:lnTo>
                    <a:pt x="1567656" y="1646924"/>
                  </a:lnTo>
                  <a:lnTo>
                    <a:pt x="1567656" y="1646900"/>
                  </a:lnTo>
                  <a:lnTo>
                    <a:pt x="1567656" y="1646891"/>
                  </a:lnTo>
                  <a:lnTo>
                    <a:pt x="1567656" y="1646883"/>
                  </a:lnTo>
                  <a:lnTo>
                    <a:pt x="1567657" y="1646867"/>
                  </a:lnTo>
                  <a:lnTo>
                    <a:pt x="1567658" y="1646858"/>
                  </a:lnTo>
                  <a:lnTo>
                    <a:pt x="1567658" y="1646846"/>
                  </a:lnTo>
                  <a:lnTo>
                    <a:pt x="1567658" y="1646835"/>
                  </a:lnTo>
                  <a:lnTo>
                    <a:pt x="1567657" y="1646825"/>
                  </a:lnTo>
                  <a:lnTo>
                    <a:pt x="1567645" y="1646820"/>
                  </a:lnTo>
                  <a:lnTo>
                    <a:pt x="1567639" y="1646818"/>
                  </a:lnTo>
                  <a:lnTo>
                    <a:pt x="1567630" y="1646813"/>
                  </a:lnTo>
                  <a:lnTo>
                    <a:pt x="1567623" y="1646809"/>
                  </a:lnTo>
                  <a:lnTo>
                    <a:pt x="1567616" y="1646807"/>
                  </a:lnTo>
                  <a:lnTo>
                    <a:pt x="1567608" y="1646806"/>
                  </a:lnTo>
                  <a:lnTo>
                    <a:pt x="1567600" y="1646805"/>
                  </a:lnTo>
                  <a:lnTo>
                    <a:pt x="1567594" y="1646806"/>
                  </a:lnTo>
                  <a:lnTo>
                    <a:pt x="1567588" y="1646808"/>
                  </a:lnTo>
                  <a:lnTo>
                    <a:pt x="1567581" y="1646810"/>
                  </a:lnTo>
                  <a:lnTo>
                    <a:pt x="1567572" y="1646812"/>
                  </a:lnTo>
                  <a:lnTo>
                    <a:pt x="1567560" y="1646815"/>
                  </a:lnTo>
                  <a:lnTo>
                    <a:pt x="1567552" y="1646817"/>
                  </a:lnTo>
                  <a:lnTo>
                    <a:pt x="1567545" y="1646818"/>
                  </a:lnTo>
                  <a:lnTo>
                    <a:pt x="1567537" y="1646820"/>
                  </a:lnTo>
                  <a:lnTo>
                    <a:pt x="1567528" y="1646821"/>
                  </a:lnTo>
                  <a:lnTo>
                    <a:pt x="1567522" y="1646820"/>
                  </a:lnTo>
                  <a:lnTo>
                    <a:pt x="1567522" y="1646813"/>
                  </a:lnTo>
                  <a:lnTo>
                    <a:pt x="1567521" y="1646806"/>
                  </a:lnTo>
                  <a:lnTo>
                    <a:pt x="1567521" y="1646800"/>
                  </a:lnTo>
                  <a:lnTo>
                    <a:pt x="1567520" y="1646793"/>
                  </a:lnTo>
                  <a:lnTo>
                    <a:pt x="1567519" y="1646782"/>
                  </a:lnTo>
                  <a:lnTo>
                    <a:pt x="1567519" y="1646775"/>
                  </a:lnTo>
                  <a:lnTo>
                    <a:pt x="1567518" y="1646762"/>
                  </a:lnTo>
                  <a:lnTo>
                    <a:pt x="1567518" y="1646755"/>
                  </a:lnTo>
                  <a:lnTo>
                    <a:pt x="1567516" y="1646745"/>
                  </a:lnTo>
                  <a:lnTo>
                    <a:pt x="1567513" y="1646737"/>
                  </a:lnTo>
                  <a:lnTo>
                    <a:pt x="1567511" y="1646731"/>
                  </a:lnTo>
                  <a:lnTo>
                    <a:pt x="1567509" y="1646725"/>
                  </a:lnTo>
                  <a:lnTo>
                    <a:pt x="1567507" y="1646719"/>
                  </a:lnTo>
                  <a:lnTo>
                    <a:pt x="1567504" y="1646711"/>
                  </a:lnTo>
                  <a:lnTo>
                    <a:pt x="1567502" y="1646705"/>
                  </a:lnTo>
                  <a:lnTo>
                    <a:pt x="1567500" y="1646697"/>
                  </a:lnTo>
                  <a:lnTo>
                    <a:pt x="1567498" y="1646690"/>
                  </a:lnTo>
                  <a:lnTo>
                    <a:pt x="1567497" y="1646684"/>
                  </a:lnTo>
                  <a:lnTo>
                    <a:pt x="1567493" y="1646676"/>
                  </a:lnTo>
                  <a:lnTo>
                    <a:pt x="1567487" y="1646679"/>
                  </a:lnTo>
                  <a:lnTo>
                    <a:pt x="1567482" y="1646683"/>
                  </a:lnTo>
                  <a:lnTo>
                    <a:pt x="1567473" y="1646688"/>
                  </a:lnTo>
                  <a:lnTo>
                    <a:pt x="1567463" y="1646693"/>
                  </a:lnTo>
                  <a:lnTo>
                    <a:pt x="1567454" y="1646696"/>
                  </a:lnTo>
                  <a:lnTo>
                    <a:pt x="1567448" y="1646698"/>
                  </a:lnTo>
                  <a:lnTo>
                    <a:pt x="1567441" y="1646698"/>
                  </a:lnTo>
                  <a:lnTo>
                    <a:pt x="1567433" y="1646699"/>
                  </a:lnTo>
                  <a:lnTo>
                    <a:pt x="1567427" y="1646699"/>
                  </a:lnTo>
                  <a:lnTo>
                    <a:pt x="1567419" y="1646700"/>
                  </a:lnTo>
                  <a:lnTo>
                    <a:pt x="1567413" y="1646700"/>
                  </a:lnTo>
                  <a:lnTo>
                    <a:pt x="1567407" y="1646703"/>
                  </a:lnTo>
                  <a:lnTo>
                    <a:pt x="1567400" y="1646706"/>
                  </a:lnTo>
                  <a:lnTo>
                    <a:pt x="1567392" y="1646709"/>
                  </a:lnTo>
                  <a:lnTo>
                    <a:pt x="1567385" y="1646712"/>
                  </a:lnTo>
                  <a:lnTo>
                    <a:pt x="1567378" y="1646716"/>
                  </a:lnTo>
                  <a:lnTo>
                    <a:pt x="1567371" y="1646719"/>
                  </a:lnTo>
                  <a:lnTo>
                    <a:pt x="1567363" y="1646723"/>
                  </a:lnTo>
                  <a:lnTo>
                    <a:pt x="1567353" y="1646725"/>
                  </a:lnTo>
                  <a:lnTo>
                    <a:pt x="1567344" y="1646727"/>
                  </a:lnTo>
                  <a:lnTo>
                    <a:pt x="1567334" y="1646730"/>
                  </a:lnTo>
                  <a:lnTo>
                    <a:pt x="1567320" y="1646733"/>
                  </a:lnTo>
                  <a:lnTo>
                    <a:pt x="1567311" y="1646735"/>
                  </a:lnTo>
                  <a:lnTo>
                    <a:pt x="1567304" y="1646737"/>
                  </a:lnTo>
                  <a:lnTo>
                    <a:pt x="1567293" y="1646741"/>
                  </a:lnTo>
                  <a:lnTo>
                    <a:pt x="1567285" y="1646743"/>
                  </a:lnTo>
                  <a:lnTo>
                    <a:pt x="1567279" y="1646745"/>
                  </a:lnTo>
                  <a:lnTo>
                    <a:pt x="1567272" y="1646747"/>
                  </a:lnTo>
                  <a:lnTo>
                    <a:pt x="1567267" y="1646748"/>
                  </a:lnTo>
                  <a:lnTo>
                    <a:pt x="1567262" y="1646749"/>
                  </a:lnTo>
                  <a:lnTo>
                    <a:pt x="1567257" y="1646748"/>
                  </a:lnTo>
                  <a:lnTo>
                    <a:pt x="1567251" y="1646746"/>
                  </a:lnTo>
                  <a:lnTo>
                    <a:pt x="1567244" y="1646742"/>
                  </a:lnTo>
                  <a:lnTo>
                    <a:pt x="1567236" y="1646737"/>
                  </a:lnTo>
                  <a:lnTo>
                    <a:pt x="1567231" y="1646733"/>
                  </a:lnTo>
                  <a:lnTo>
                    <a:pt x="1567223" y="1646723"/>
                  </a:lnTo>
                  <a:lnTo>
                    <a:pt x="1567217" y="1646717"/>
                  </a:lnTo>
                  <a:lnTo>
                    <a:pt x="1567209" y="1646712"/>
                  </a:lnTo>
                  <a:lnTo>
                    <a:pt x="1567203" y="1646707"/>
                  </a:lnTo>
                  <a:lnTo>
                    <a:pt x="1567195" y="1646700"/>
                  </a:lnTo>
                  <a:lnTo>
                    <a:pt x="1567192" y="1646695"/>
                  </a:lnTo>
                  <a:lnTo>
                    <a:pt x="1567187" y="1646685"/>
                  </a:lnTo>
                  <a:lnTo>
                    <a:pt x="1567184" y="1646676"/>
                  </a:lnTo>
                  <a:lnTo>
                    <a:pt x="1567182" y="1646668"/>
                  </a:lnTo>
                  <a:lnTo>
                    <a:pt x="1567181" y="1646660"/>
                  </a:lnTo>
                  <a:lnTo>
                    <a:pt x="1567178" y="1646646"/>
                  </a:lnTo>
                  <a:lnTo>
                    <a:pt x="1567176" y="1646639"/>
                  </a:lnTo>
                  <a:lnTo>
                    <a:pt x="1567173" y="1646629"/>
                  </a:lnTo>
                  <a:lnTo>
                    <a:pt x="1567169" y="1646621"/>
                  </a:lnTo>
                  <a:lnTo>
                    <a:pt x="1567164" y="1646616"/>
                  </a:lnTo>
                  <a:lnTo>
                    <a:pt x="1567160" y="1646612"/>
                  </a:lnTo>
                  <a:lnTo>
                    <a:pt x="1567155" y="1646608"/>
                  </a:lnTo>
                  <a:lnTo>
                    <a:pt x="1567147" y="1646602"/>
                  </a:lnTo>
                  <a:lnTo>
                    <a:pt x="1567140" y="1646597"/>
                  </a:lnTo>
                  <a:lnTo>
                    <a:pt x="1567134" y="1646592"/>
                  </a:lnTo>
                  <a:lnTo>
                    <a:pt x="1567130" y="1646588"/>
                  </a:lnTo>
                  <a:lnTo>
                    <a:pt x="1567127" y="1646582"/>
                  </a:lnTo>
                  <a:lnTo>
                    <a:pt x="1567124" y="1646576"/>
                  </a:lnTo>
                  <a:lnTo>
                    <a:pt x="1567122" y="1646570"/>
                  </a:lnTo>
                  <a:lnTo>
                    <a:pt x="1567120" y="1646564"/>
                  </a:lnTo>
                  <a:lnTo>
                    <a:pt x="1567117" y="1646557"/>
                  </a:lnTo>
                  <a:lnTo>
                    <a:pt x="1567112" y="1646546"/>
                  </a:lnTo>
                  <a:lnTo>
                    <a:pt x="1567107" y="1646537"/>
                  </a:lnTo>
                  <a:lnTo>
                    <a:pt x="1567102" y="1646527"/>
                  </a:lnTo>
                  <a:lnTo>
                    <a:pt x="1567099" y="1646521"/>
                  </a:lnTo>
                  <a:lnTo>
                    <a:pt x="1567096" y="1646516"/>
                  </a:lnTo>
                  <a:lnTo>
                    <a:pt x="1567092" y="1646511"/>
                  </a:lnTo>
                  <a:lnTo>
                    <a:pt x="1567088" y="1646506"/>
                  </a:lnTo>
                  <a:lnTo>
                    <a:pt x="1567083" y="1646503"/>
                  </a:lnTo>
                  <a:lnTo>
                    <a:pt x="1567079" y="1646501"/>
                  </a:lnTo>
                  <a:lnTo>
                    <a:pt x="1567072" y="1646499"/>
                  </a:lnTo>
                  <a:lnTo>
                    <a:pt x="1567063" y="1646496"/>
                  </a:lnTo>
                  <a:lnTo>
                    <a:pt x="1567057" y="1646494"/>
                  </a:lnTo>
                  <a:lnTo>
                    <a:pt x="1567051" y="1646493"/>
                  </a:lnTo>
                  <a:lnTo>
                    <a:pt x="1567042" y="1646491"/>
                  </a:lnTo>
                  <a:lnTo>
                    <a:pt x="1567037" y="1646489"/>
                  </a:lnTo>
                  <a:lnTo>
                    <a:pt x="1567032" y="1646487"/>
                  </a:lnTo>
                  <a:lnTo>
                    <a:pt x="1567027" y="1646487"/>
                  </a:lnTo>
                  <a:lnTo>
                    <a:pt x="1567020" y="1646485"/>
                  </a:lnTo>
                  <a:lnTo>
                    <a:pt x="1567012" y="1646485"/>
                  </a:lnTo>
                  <a:lnTo>
                    <a:pt x="1567004" y="1646486"/>
                  </a:lnTo>
                  <a:lnTo>
                    <a:pt x="1566999" y="1646487"/>
                  </a:lnTo>
                  <a:lnTo>
                    <a:pt x="1566990" y="1646490"/>
                  </a:lnTo>
                  <a:lnTo>
                    <a:pt x="1566984" y="1646493"/>
                  </a:lnTo>
                  <a:lnTo>
                    <a:pt x="1566977" y="1646496"/>
                  </a:lnTo>
                  <a:lnTo>
                    <a:pt x="1566968" y="1646499"/>
                  </a:lnTo>
                  <a:lnTo>
                    <a:pt x="1566963" y="1646501"/>
                  </a:lnTo>
                  <a:lnTo>
                    <a:pt x="1566957" y="1646504"/>
                  </a:lnTo>
                  <a:lnTo>
                    <a:pt x="1566947" y="1646508"/>
                  </a:lnTo>
                  <a:lnTo>
                    <a:pt x="1566941" y="1646512"/>
                  </a:lnTo>
                  <a:lnTo>
                    <a:pt x="1566936" y="1646514"/>
                  </a:lnTo>
                  <a:lnTo>
                    <a:pt x="1566930" y="1646519"/>
                  </a:lnTo>
                  <a:lnTo>
                    <a:pt x="1566923" y="1646523"/>
                  </a:lnTo>
                  <a:lnTo>
                    <a:pt x="1566913" y="1646528"/>
                  </a:lnTo>
                  <a:lnTo>
                    <a:pt x="1566904" y="1646531"/>
                  </a:lnTo>
                  <a:lnTo>
                    <a:pt x="1566891" y="1646531"/>
                  </a:lnTo>
                  <a:lnTo>
                    <a:pt x="1566881" y="1646531"/>
                  </a:lnTo>
                  <a:lnTo>
                    <a:pt x="1566869" y="1646531"/>
                  </a:lnTo>
                  <a:lnTo>
                    <a:pt x="1566861" y="1646531"/>
                  </a:lnTo>
                  <a:lnTo>
                    <a:pt x="1566850" y="1646530"/>
                  </a:lnTo>
                  <a:lnTo>
                    <a:pt x="1566843" y="1646529"/>
                  </a:lnTo>
                  <a:lnTo>
                    <a:pt x="1566834" y="1646528"/>
                  </a:lnTo>
                  <a:lnTo>
                    <a:pt x="1566825" y="1646529"/>
                  </a:lnTo>
                  <a:lnTo>
                    <a:pt x="1566819" y="1646532"/>
                  </a:lnTo>
                  <a:lnTo>
                    <a:pt x="1566815" y="1646535"/>
                  </a:lnTo>
                  <a:lnTo>
                    <a:pt x="1566809" y="1646541"/>
                  </a:lnTo>
                  <a:lnTo>
                    <a:pt x="1566803" y="1646552"/>
                  </a:lnTo>
                  <a:lnTo>
                    <a:pt x="1566799" y="1646559"/>
                  </a:lnTo>
                  <a:lnTo>
                    <a:pt x="1566795" y="1646569"/>
                  </a:lnTo>
                  <a:lnTo>
                    <a:pt x="1566792" y="1646576"/>
                  </a:lnTo>
                  <a:lnTo>
                    <a:pt x="1566786" y="1646584"/>
                  </a:lnTo>
                  <a:lnTo>
                    <a:pt x="1566779" y="1646588"/>
                  </a:lnTo>
                  <a:lnTo>
                    <a:pt x="1566773" y="1646591"/>
                  </a:lnTo>
                  <a:lnTo>
                    <a:pt x="1566766" y="1646594"/>
                  </a:lnTo>
                  <a:lnTo>
                    <a:pt x="1566757" y="1646597"/>
                  </a:lnTo>
                  <a:lnTo>
                    <a:pt x="1566749" y="1646602"/>
                  </a:lnTo>
                  <a:lnTo>
                    <a:pt x="1566738" y="1646609"/>
                  </a:lnTo>
                  <a:lnTo>
                    <a:pt x="1566722" y="1646619"/>
                  </a:lnTo>
                  <a:lnTo>
                    <a:pt x="1566712" y="1646625"/>
                  </a:lnTo>
                  <a:lnTo>
                    <a:pt x="1566704" y="1646632"/>
                  </a:lnTo>
                  <a:lnTo>
                    <a:pt x="1566695" y="1646638"/>
                  </a:lnTo>
                  <a:lnTo>
                    <a:pt x="1566688" y="1646644"/>
                  </a:lnTo>
                  <a:lnTo>
                    <a:pt x="1566683" y="1646650"/>
                  </a:lnTo>
                  <a:lnTo>
                    <a:pt x="1566675" y="1646662"/>
                  </a:lnTo>
                  <a:lnTo>
                    <a:pt x="1566672" y="1646667"/>
                  </a:lnTo>
                  <a:lnTo>
                    <a:pt x="1566667" y="1646676"/>
                  </a:lnTo>
                  <a:lnTo>
                    <a:pt x="1566664" y="1646684"/>
                  </a:lnTo>
                  <a:lnTo>
                    <a:pt x="1566663" y="1646691"/>
                  </a:lnTo>
                  <a:lnTo>
                    <a:pt x="1566662" y="1646698"/>
                  </a:lnTo>
                  <a:lnTo>
                    <a:pt x="1566662" y="1646704"/>
                  </a:lnTo>
                  <a:lnTo>
                    <a:pt x="1566660" y="1646711"/>
                  </a:lnTo>
                  <a:lnTo>
                    <a:pt x="1566657" y="1646716"/>
                  </a:lnTo>
                  <a:lnTo>
                    <a:pt x="1566652" y="1646722"/>
                  </a:lnTo>
                  <a:lnTo>
                    <a:pt x="1566645" y="1646728"/>
                  </a:lnTo>
                  <a:lnTo>
                    <a:pt x="1566641" y="1646731"/>
                  </a:lnTo>
                  <a:lnTo>
                    <a:pt x="1566635" y="1646737"/>
                  </a:lnTo>
                  <a:lnTo>
                    <a:pt x="1566629" y="1646743"/>
                  </a:lnTo>
                  <a:lnTo>
                    <a:pt x="1566624" y="1646749"/>
                  </a:lnTo>
                  <a:lnTo>
                    <a:pt x="1566621" y="1646754"/>
                  </a:lnTo>
                  <a:lnTo>
                    <a:pt x="1566620" y="1646761"/>
                  </a:lnTo>
                  <a:lnTo>
                    <a:pt x="1566619" y="1646773"/>
                  </a:lnTo>
                  <a:lnTo>
                    <a:pt x="1566618" y="1646782"/>
                  </a:lnTo>
                  <a:lnTo>
                    <a:pt x="1566616" y="1646794"/>
                  </a:lnTo>
                  <a:lnTo>
                    <a:pt x="1566614" y="1646806"/>
                  </a:lnTo>
                  <a:lnTo>
                    <a:pt x="1566612" y="1646824"/>
                  </a:lnTo>
                  <a:lnTo>
                    <a:pt x="1566610" y="1646830"/>
                  </a:lnTo>
                  <a:lnTo>
                    <a:pt x="1566605" y="1646838"/>
                  </a:lnTo>
                  <a:lnTo>
                    <a:pt x="1566597" y="1646846"/>
                  </a:lnTo>
                  <a:lnTo>
                    <a:pt x="1566591" y="1646851"/>
                  </a:lnTo>
                  <a:lnTo>
                    <a:pt x="1566585" y="1646855"/>
                  </a:lnTo>
                  <a:lnTo>
                    <a:pt x="1566580" y="1646857"/>
                  </a:lnTo>
                  <a:lnTo>
                    <a:pt x="1566574" y="1646860"/>
                  </a:lnTo>
                  <a:lnTo>
                    <a:pt x="1566569" y="1646863"/>
                  </a:lnTo>
                  <a:lnTo>
                    <a:pt x="1566563" y="1646866"/>
                  </a:lnTo>
                  <a:lnTo>
                    <a:pt x="1566556" y="1646871"/>
                  </a:lnTo>
                  <a:lnTo>
                    <a:pt x="1566549" y="1646877"/>
                  </a:lnTo>
                  <a:lnTo>
                    <a:pt x="1566545" y="1646881"/>
                  </a:lnTo>
                  <a:lnTo>
                    <a:pt x="1566541" y="1646885"/>
                  </a:lnTo>
                  <a:lnTo>
                    <a:pt x="1566537" y="1646889"/>
                  </a:lnTo>
                  <a:lnTo>
                    <a:pt x="1566533" y="1646895"/>
                  </a:lnTo>
                  <a:lnTo>
                    <a:pt x="1566527" y="1646906"/>
                  </a:lnTo>
                  <a:lnTo>
                    <a:pt x="1566522" y="1646913"/>
                  </a:lnTo>
                  <a:lnTo>
                    <a:pt x="1566516" y="1646921"/>
                  </a:lnTo>
                  <a:lnTo>
                    <a:pt x="1566510" y="1646927"/>
                  </a:lnTo>
                  <a:lnTo>
                    <a:pt x="1566502" y="1646933"/>
                  </a:lnTo>
                  <a:lnTo>
                    <a:pt x="1566493" y="1646939"/>
                  </a:lnTo>
                  <a:lnTo>
                    <a:pt x="1566486" y="1646944"/>
                  </a:lnTo>
                  <a:lnTo>
                    <a:pt x="1566477" y="1646948"/>
                  </a:lnTo>
                  <a:lnTo>
                    <a:pt x="1566470" y="1646949"/>
                  </a:lnTo>
                  <a:lnTo>
                    <a:pt x="1566464" y="1646951"/>
                  </a:lnTo>
                  <a:lnTo>
                    <a:pt x="1566459" y="1646949"/>
                  </a:lnTo>
                  <a:lnTo>
                    <a:pt x="1566451" y="1646944"/>
                  </a:lnTo>
                  <a:lnTo>
                    <a:pt x="1566445" y="1646940"/>
                  </a:lnTo>
                  <a:lnTo>
                    <a:pt x="1566439" y="1646935"/>
                  </a:lnTo>
                  <a:lnTo>
                    <a:pt x="1566435" y="1646930"/>
                  </a:lnTo>
                  <a:lnTo>
                    <a:pt x="1566431" y="1646922"/>
                  </a:lnTo>
                  <a:lnTo>
                    <a:pt x="1566428" y="1646912"/>
                  </a:lnTo>
                  <a:lnTo>
                    <a:pt x="1566425" y="1646904"/>
                  </a:lnTo>
                  <a:lnTo>
                    <a:pt x="1566420" y="1646894"/>
                  </a:lnTo>
                  <a:lnTo>
                    <a:pt x="1566415" y="1646887"/>
                  </a:lnTo>
                  <a:lnTo>
                    <a:pt x="1566410" y="1646879"/>
                  </a:lnTo>
                  <a:lnTo>
                    <a:pt x="1566405" y="1646875"/>
                  </a:lnTo>
                  <a:lnTo>
                    <a:pt x="1566395" y="1646869"/>
                  </a:lnTo>
                  <a:lnTo>
                    <a:pt x="1566389" y="1646866"/>
                  </a:lnTo>
                  <a:lnTo>
                    <a:pt x="1566381" y="1646863"/>
                  </a:lnTo>
                  <a:lnTo>
                    <a:pt x="1566373" y="1646861"/>
                  </a:lnTo>
                  <a:lnTo>
                    <a:pt x="1566368" y="1646860"/>
                  </a:lnTo>
                  <a:lnTo>
                    <a:pt x="1566361" y="1646861"/>
                  </a:lnTo>
                  <a:lnTo>
                    <a:pt x="1566354" y="1646867"/>
                  </a:lnTo>
                  <a:lnTo>
                    <a:pt x="1566345" y="1646875"/>
                  </a:lnTo>
                  <a:lnTo>
                    <a:pt x="1566339" y="1646881"/>
                  </a:lnTo>
                  <a:lnTo>
                    <a:pt x="1566330" y="1646891"/>
                  </a:lnTo>
                  <a:lnTo>
                    <a:pt x="1566316" y="1646904"/>
                  </a:lnTo>
                  <a:lnTo>
                    <a:pt x="1566311" y="1646907"/>
                  </a:lnTo>
                  <a:lnTo>
                    <a:pt x="1566305" y="1646910"/>
                  </a:lnTo>
                  <a:lnTo>
                    <a:pt x="1566297" y="1646904"/>
                  </a:lnTo>
                  <a:lnTo>
                    <a:pt x="1566286" y="1646898"/>
                  </a:lnTo>
                  <a:lnTo>
                    <a:pt x="1566278" y="1646895"/>
                  </a:lnTo>
                  <a:lnTo>
                    <a:pt x="1566267" y="1646895"/>
                  </a:lnTo>
                  <a:lnTo>
                    <a:pt x="1566254" y="1646897"/>
                  </a:lnTo>
                  <a:lnTo>
                    <a:pt x="1566238" y="1646903"/>
                  </a:lnTo>
                  <a:lnTo>
                    <a:pt x="1566217" y="1646913"/>
                  </a:lnTo>
                  <a:lnTo>
                    <a:pt x="1566184" y="1646929"/>
                  </a:lnTo>
                  <a:lnTo>
                    <a:pt x="1566178" y="1646932"/>
                  </a:lnTo>
                  <a:lnTo>
                    <a:pt x="1566170" y="1646936"/>
                  </a:lnTo>
                  <a:lnTo>
                    <a:pt x="1566159" y="1646941"/>
                  </a:lnTo>
                  <a:lnTo>
                    <a:pt x="1566153" y="1646942"/>
                  </a:lnTo>
                  <a:lnTo>
                    <a:pt x="1566147" y="1646943"/>
                  </a:lnTo>
                  <a:lnTo>
                    <a:pt x="1566128" y="1646942"/>
                  </a:lnTo>
                  <a:lnTo>
                    <a:pt x="1566108" y="1646941"/>
                  </a:lnTo>
                  <a:lnTo>
                    <a:pt x="1566089" y="1646941"/>
                  </a:lnTo>
                  <a:lnTo>
                    <a:pt x="1566080" y="1646945"/>
                  </a:lnTo>
                  <a:lnTo>
                    <a:pt x="1566073" y="1646950"/>
                  </a:lnTo>
                  <a:lnTo>
                    <a:pt x="1566066" y="1646957"/>
                  </a:lnTo>
                  <a:lnTo>
                    <a:pt x="1566055" y="1646972"/>
                  </a:lnTo>
                  <a:lnTo>
                    <a:pt x="1566044" y="1646991"/>
                  </a:lnTo>
                  <a:lnTo>
                    <a:pt x="1566036" y="1647005"/>
                  </a:lnTo>
                  <a:lnTo>
                    <a:pt x="1566026" y="1647026"/>
                  </a:lnTo>
                  <a:lnTo>
                    <a:pt x="1566016" y="1647043"/>
                  </a:lnTo>
                  <a:lnTo>
                    <a:pt x="1566006" y="1647056"/>
                  </a:lnTo>
                  <a:lnTo>
                    <a:pt x="1565999" y="1647066"/>
                  </a:lnTo>
                  <a:lnTo>
                    <a:pt x="1565976" y="1647098"/>
                  </a:lnTo>
                  <a:lnTo>
                    <a:pt x="1565959" y="1647118"/>
                  </a:lnTo>
                  <a:lnTo>
                    <a:pt x="1565945" y="1647131"/>
                  </a:lnTo>
                  <a:lnTo>
                    <a:pt x="1565932" y="1647142"/>
                  </a:lnTo>
                  <a:lnTo>
                    <a:pt x="1565917" y="1647152"/>
                  </a:lnTo>
                  <a:lnTo>
                    <a:pt x="1565909" y="1647158"/>
                  </a:lnTo>
                  <a:lnTo>
                    <a:pt x="1565907" y="1647163"/>
                  </a:lnTo>
                  <a:lnTo>
                    <a:pt x="1565904" y="1647173"/>
                  </a:lnTo>
                  <a:lnTo>
                    <a:pt x="1565898" y="1647188"/>
                  </a:lnTo>
                  <a:lnTo>
                    <a:pt x="1565891" y="1647205"/>
                  </a:lnTo>
                  <a:lnTo>
                    <a:pt x="1565885" y="1647217"/>
                  </a:lnTo>
                  <a:lnTo>
                    <a:pt x="1565872" y="1647235"/>
                  </a:lnTo>
                  <a:lnTo>
                    <a:pt x="1565869" y="1647239"/>
                  </a:lnTo>
                  <a:lnTo>
                    <a:pt x="1565858" y="1647251"/>
                  </a:lnTo>
                  <a:lnTo>
                    <a:pt x="1565853" y="1647253"/>
                  </a:lnTo>
                  <a:lnTo>
                    <a:pt x="1565838" y="1647256"/>
                  </a:lnTo>
                  <a:lnTo>
                    <a:pt x="1565826" y="1647258"/>
                  </a:lnTo>
                  <a:lnTo>
                    <a:pt x="1565806" y="1647261"/>
                  </a:lnTo>
                  <a:lnTo>
                    <a:pt x="1565790" y="1647261"/>
                  </a:lnTo>
                  <a:lnTo>
                    <a:pt x="1565780" y="1647260"/>
                  </a:lnTo>
                  <a:lnTo>
                    <a:pt x="1565775" y="1647256"/>
                  </a:lnTo>
                  <a:lnTo>
                    <a:pt x="1565768" y="1647248"/>
                  </a:lnTo>
                  <a:lnTo>
                    <a:pt x="1565756" y="1647235"/>
                  </a:lnTo>
                  <a:lnTo>
                    <a:pt x="1565746" y="1647227"/>
                  </a:lnTo>
                  <a:lnTo>
                    <a:pt x="1565736" y="1647219"/>
                  </a:lnTo>
                  <a:lnTo>
                    <a:pt x="1565727" y="1647212"/>
                  </a:lnTo>
                  <a:lnTo>
                    <a:pt x="1565712" y="1647202"/>
                  </a:lnTo>
                  <a:lnTo>
                    <a:pt x="1565699" y="1647192"/>
                  </a:lnTo>
                  <a:lnTo>
                    <a:pt x="1565692" y="1647181"/>
                  </a:lnTo>
                  <a:lnTo>
                    <a:pt x="1565688" y="1647168"/>
                  </a:lnTo>
                  <a:lnTo>
                    <a:pt x="1565683" y="1647153"/>
                  </a:lnTo>
                  <a:lnTo>
                    <a:pt x="1565680" y="1647143"/>
                  </a:lnTo>
                  <a:lnTo>
                    <a:pt x="1565673" y="1647130"/>
                  </a:lnTo>
                  <a:lnTo>
                    <a:pt x="1565665" y="1647124"/>
                  </a:lnTo>
                  <a:lnTo>
                    <a:pt x="1565655" y="1647121"/>
                  </a:lnTo>
                  <a:lnTo>
                    <a:pt x="1565634" y="1647117"/>
                  </a:lnTo>
                  <a:lnTo>
                    <a:pt x="1565614" y="1647109"/>
                  </a:lnTo>
                  <a:lnTo>
                    <a:pt x="1565602" y="1647101"/>
                  </a:lnTo>
                  <a:lnTo>
                    <a:pt x="1565594" y="1647094"/>
                  </a:lnTo>
                  <a:lnTo>
                    <a:pt x="1565582" y="1647079"/>
                  </a:lnTo>
                  <a:lnTo>
                    <a:pt x="1565569" y="1647062"/>
                  </a:lnTo>
                  <a:lnTo>
                    <a:pt x="1565556" y="1647049"/>
                  </a:lnTo>
                  <a:lnTo>
                    <a:pt x="1565546" y="1647040"/>
                  </a:lnTo>
                  <a:lnTo>
                    <a:pt x="1565533" y="1647032"/>
                  </a:lnTo>
                  <a:lnTo>
                    <a:pt x="1565525" y="1647030"/>
                  </a:lnTo>
                  <a:lnTo>
                    <a:pt x="1565518" y="1647031"/>
                  </a:lnTo>
                  <a:lnTo>
                    <a:pt x="1565512" y="1647033"/>
                  </a:lnTo>
                  <a:lnTo>
                    <a:pt x="1565495" y="1647044"/>
                  </a:lnTo>
                  <a:lnTo>
                    <a:pt x="1565484" y="1647054"/>
                  </a:lnTo>
                  <a:lnTo>
                    <a:pt x="1565470" y="1647066"/>
                  </a:lnTo>
                  <a:lnTo>
                    <a:pt x="1565454" y="1647072"/>
                  </a:lnTo>
                  <a:lnTo>
                    <a:pt x="1565442" y="1647074"/>
                  </a:lnTo>
                  <a:lnTo>
                    <a:pt x="1565431" y="1647074"/>
                  </a:lnTo>
                  <a:lnTo>
                    <a:pt x="1565418" y="1647074"/>
                  </a:lnTo>
                  <a:lnTo>
                    <a:pt x="1565411" y="1647071"/>
                  </a:lnTo>
                  <a:lnTo>
                    <a:pt x="1565395" y="1647065"/>
                  </a:lnTo>
                  <a:lnTo>
                    <a:pt x="1565382" y="1647055"/>
                  </a:lnTo>
                  <a:lnTo>
                    <a:pt x="1565369" y="1647047"/>
                  </a:lnTo>
                  <a:lnTo>
                    <a:pt x="1565340" y="1647031"/>
                  </a:lnTo>
                  <a:lnTo>
                    <a:pt x="1565318" y="1647019"/>
                  </a:lnTo>
                  <a:lnTo>
                    <a:pt x="1565302" y="1647013"/>
                  </a:lnTo>
                  <a:lnTo>
                    <a:pt x="1565280" y="1647001"/>
                  </a:lnTo>
                  <a:lnTo>
                    <a:pt x="1565265" y="1646995"/>
                  </a:lnTo>
                  <a:lnTo>
                    <a:pt x="1565255" y="1646992"/>
                  </a:lnTo>
                  <a:lnTo>
                    <a:pt x="1565248" y="1646991"/>
                  </a:lnTo>
                  <a:lnTo>
                    <a:pt x="1565237" y="1646989"/>
                  </a:lnTo>
                  <a:lnTo>
                    <a:pt x="1565224" y="1646983"/>
                  </a:lnTo>
                  <a:lnTo>
                    <a:pt x="1565203" y="1646976"/>
                  </a:lnTo>
                  <a:lnTo>
                    <a:pt x="1565189" y="1646972"/>
                  </a:lnTo>
                  <a:lnTo>
                    <a:pt x="1565173" y="1646972"/>
                  </a:lnTo>
                  <a:lnTo>
                    <a:pt x="1565158" y="1646972"/>
                  </a:lnTo>
                  <a:lnTo>
                    <a:pt x="1565146" y="1646974"/>
                  </a:lnTo>
                  <a:lnTo>
                    <a:pt x="1565131" y="1646978"/>
                  </a:lnTo>
                  <a:lnTo>
                    <a:pt x="1565116" y="1646982"/>
                  </a:lnTo>
                  <a:lnTo>
                    <a:pt x="1565110" y="1646983"/>
                  </a:lnTo>
                  <a:lnTo>
                    <a:pt x="1565105" y="1646982"/>
                  </a:lnTo>
                  <a:lnTo>
                    <a:pt x="1565099" y="1646979"/>
                  </a:lnTo>
                  <a:lnTo>
                    <a:pt x="1565095" y="1646973"/>
                  </a:lnTo>
                  <a:lnTo>
                    <a:pt x="1565086" y="1646962"/>
                  </a:lnTo>
                  <a:lnTo>
                    <a:pt x="1565072" y="1646941"/>
                  </a:lnTo>
                  <a:lnTo>
                    <a:pt x="1565067" y="1646931"/>
                  </a:lnTo>
                  <a:lnTo>
                    <a:pt x="1565050" y="1646923"/>
                  </a:lnTo>
                  <a:lnTo>
                    <a:pt x="1565036" y="1646915"/>
                  </a:lnTo>
                  <a:lnTo>
                    <a:pt x="1565009" y="1646899"/>
                  </a:lnTo>
                  <a:lnTo>
                    <a:pt x="1564990" y="1646889"/>
                  </a:lnTo>
                  <a:lnTo>
                    <a:pt x="1564966" y="1646878"/>
                  </a:lnTo>
                  <a:lnTo>
                    <a:pt x="1564949" y="1646871"/>
                  </a:lnTo>
                  <a:lnTo>
                    <a:pt x="1564938" y="1646864"/>
                  </a:lnTo>
                  <a:lnTo>
                    <a:pt x="1564933" y="1646859"/>
                  </a:lnTo>
                  <a:lnTo>
                    <a:pt x="1564928" y="1646850"/>
                  </a:lnTo>
                  <a:lnTo>
                    <a:pt x="1564922" y="1646833"/>
                  </a:lnTo>
                  <a:lnTo>
                    <a:pt x="1564917" y="1646818"/>
                  </a:lnTo>
                  <a:lnTo>
                    <a:pt x="1564913" y="1646803"/>
                  </a:lnTo>
                  <a:lnTo>
                    <a:pt x="1564912" y="1646792"/>
                  </a:lnTo>
                  <a:lnTo>
                    <a:pt x="1564913" y="1646784"/>
                  </a:lnTo>
                  <a:lnTo>
                    <a:pt x="1564910" y="1646767"/>
                  </a:lnTo>
                  <a:lnTo>
                    <a:pt x="1564908" y="1646757"/>
                  </a:lnTo>
                  <a:lnTo>
                    <a:pt x="1564904" y="1646743"/>
                  </a:lnTo>
                  <a:lnTo>
                    <a:pt x="1564902" y="1646737"/>
                  </a:lnTo>
                  <a:lnTo>
                    <a:pt x="1564898" y="1646733"/>
                  </a:lnTo>
                  <a:lnTo>
                    <a:pt x="1564893" y="1646734"/>
                  </a:lnTo>
                  <a:lnTo>
                    <a:pt x="1564887" y="1646736"/>
                  </a:lnTo>
                  <a:lnTo>
                    <a:pt x="1564874" y="1646741"/>
                  </a:lnTo>
                  <a:lnTo>
                    <a:pt x="1564854" y="1646747"/>
                  </a:lnTo>
                  <a:lnTo>
                    <a:pt x="1564837" y="1646752"/>
                  </a:lnTo>
                  <a:lnTo>
                    <a:pt x="1564825" y="1646755"/>
                  </a:lnTo>
                  <a:lnTo>
                    <a:pt x="1564809" y="1646761"/>
                  </a:lnTo>
                  <a:lnTo>
                    <a:pt x="1564800" y="1646766"/>
                  </a:lnTo>
                  <a:lnTo>
                    <a:pt x="1564788" y="1646770"/>
                  </a:lnTo>
                  <a:lnTo>
                    <a:pt x="1564777" y="1646771"/>
                  </a:lnTo>
                  <a:lnTo>
                    <a:pt x="1564766" y="1646771"/>
                  </a:lnTo>
                  <a:lnTo>
                    <a:pt x="1564750" y="1646768"/>
                  </a:lnTo>
                  <a:lnTo>
                    <a:pt x="1564737" y="1646766"/>
                  </a:lnTo>
                  <a:lnTo>
                    <a:pt x="1564733" y="1646760"/>
                  </a:lnTo>
                  <a:lnTo>
                    <a:pt x="1564725" y="1646748"/>
                  </a:lnTo>
                  <a:lnTo>
                    <a:pt x="1564721" y="1646739"/>
                  </a:lnTo>
                  <a:lnTo>
                    <a:pt x="1564717" y="1646726"/>
                  </a:lnTo>
                  <a:lnTo>
                    <a:pt x="1564714" y="1646705"/>
                  </a:lnTo>
                  <a:lnTo>
                    <a:pt x="1564712" y="1646676"/>
                  </a:lnTo>
                  <a:lnTo>
                    <a:pt x="1564711" y="1646654"/>
                  </a:lnTo>
                  <a:lnTo>
                    <a:pt x="1564711" y="1646629"/>
                  </a:lnTo>
                  <a:lnTo>
                    <a:pt x="1564708" y="1646623"/>
                  </a:lnTo>
                  <a:lnTo>
                    <a:pt x="1564708" y="1646617"/>
                  </a:lnTo>
                  <a:lnTo>
                    <a:pt x="1564704" y="1646599"/>
                  </a:lnTo>
                  <a:lnTo>
                    <a:pt x="1564701" y="1646575"/>
                  </a:lnTo>
                  <a:lnTo>
                    <a:pt x="1564698" y="1646555"/>
                  </a:lnTo>
                  <a:lnTo>
                    <a:pt x="1564698" y="1646545"/>
                  </a:lnTo>
                  <a:lnTo>
                    <a:pt x="1564700" y="1646532"/>
                  </a:lnTo>
                  <a:lnTo>
                    <a:pt x="1564700" y="1646525"/>
                  </a:lnTo>
                  <a:lnTo>
                    <a:pt x="1564698" y="1646513"/>
                  </a:lnTo>
                  <a:lnTo>
                    <a:pt x="1564696" y="1646501"/>
                  </a:lnTo>
                  <a:lnTo>
                    <a:pt x="1564690" y="1646486"/>
                  </a:lnTo>
                  <a:lnTo>
                    <a:pt x="1564684" y="1646476"/>
                  </a:lnTo>
                  <a:lnTo>
                    <a:pt x="1564677" y="1646466"/>
                  </a:lnTo>
                  <a:lnTo>
                    <a:pt x="1564668" y="1646456"/>
                  </a:lnTo>
                  <a:lnTo>
                    <a:pt x="1564654" y="1646443"/>
                  </a:lnTo>
                  <a:lnTo>
                    <a:pt x="1564638" y="1646430"/>
                  </a:lnTo>
                  <a:lnTo>
                    <a:pt x="1564621" y="1646416"/>
                  </a:lnTo>
                  <a:lnTo>
                    <a:pt x="1564611" y="1646408"/>
                  </a:lnTo>
                  <a:lnTo>
                    <a:pt x="1564602" y="1646398"/>
                  </a:lnTo>
                  <a:lnTo>
                    <a:pt x="1564597" y="1646387"/>
                  </a:lnTo>
                  <a:lnTo>
                    <a:pt x="1564593" y="1646369"/>
                  </a:lnTo>
                  <a:lnTo>
                    <a:pt x="1564591" y="1646350"/>
                  </a:lnTo>
                  <a:lnTo>
                    <a:pt x="1564590" y="1646336"/>
                  </a:lnTo>
                  <a:lnTo>
                    <a:pt x="1564587" y="1646305"/>
                  </a:lnTo>
                  <a:lnTo>
                    <a:pt x="1564585" y="1646270"/>
                  </a:lnTo>
                  <a:lnTo>
                    <a:pt x="1564585" y="1646240"/>
                  </a:lnTo>
                  <a:lnTo>
                    <a:pt x="1564586" y="1646229"/>
                  </a:lnTo>
                  <a:lnTo>
                    <a:pt x="1564588" y="1646222"/>
                  </a:lnTo>
                  <a:lnTo>
                    <a:pt x="1564592" y="1646214"/>
                  </a:lnTo>
                  <a:lnTo>
                    <a:pt x="1564600" y="1646202"/>
                  </a:lnTo>
                  <a:lnTo>
                    <a:pt x="1564605" y="1646195"/>
                  </a:lnTo>
                  <a:lnTo>
                    <a:pt x="1564611" y="1646188"/>
                  </a:lnTo>
                  <a:lnTo>
                    <a:pt x="1564617" y="1646180"/>
                  </a:lnTo>
                  <a:lnTo>
                    <a:pt x="1564624" y="1646166"/>
                  </a:lnTo>
                  <a:lnTo>
                    <a:pt x="1564631" y="1646150"/>
                  </a:lnTo>
                  <a:lnTo>
                    <a:pt x="1564638" y="1646129"/>
                  </a:lnTo>
                  <a:lnTo>
                    <a:pt x="1564642" y="1646115"/>
                  </a:lnTo>
                  <a:lnTo>
                    <a:pt x="1564647" y="1646102"/>
                  </a:lnTo>
                  <a:lnTo>
                    <a:pt x="1564654" y="1646091"/>
                  </a:lnTo>
                  <a:lnTo>
                    <a:pt x="1564659" y="1646077"/>
                  </a:lnTo>
                  <a:lnTo>
                    <a:pt x="1564662" y="1646059"/>
                  </a:lnTo>
                  <a:lnTo>
                    <a:pt x="1564666" y="1646042"/>
                  </a:lnTo>
                  <a:lnTo>
                    <a:pt x="1564663" y="1646020"/>
                  </a:lnTo>
                  <a:lnTo>
                    <a:pt x="1564649" y="1646014"/>
                  </a:lnTo>
                  <a:lnTo>
                    <a:pt x="1564634" y="1646014"/>
                  </a:lnTo>
                  <a:lnTo>
                    <a:pt x="1564618" y="1646015"/>
                  </a:lnTo>
                  <a:lnTo>
                    <a:pt x="1564585" y="1646018"/>
                  </a:lnTo>
                  <a:lnTo>
                    <a:pt x="1564574" y="1646020"/>
                  </a:lnTo>
                  <a:lnTo>
                    <a:pt x="1564556" y="1646025"/>
                  </a:lnTo>
                  <a:lnTo>
                    <a:pt x="1564548" y="1646027"/>
                  </a:lnTo>
                  <a:lnTo>
                    <a:pt x="1564521" y="1646032"/>
                  </a:lnTo>
                  <a:lnTo>
                    <a:pt x="1564497" y="1646032"/>
                  </a:lnTo>
                  <a:lnTo>
                    <a:pt x="1564472" y="1646033"/>
                  </a:lnTo>
                  <a:lnTo>
                    <a:pt x="1564462" y="1646038"/>
                  </a:lnTo>
                  <a:lnTo>
                    <a:pt x="1564452" y="1646042"/>
                  </a:lnTo>
                  <a:lnTo>
                    <a:pt x="1564443" y="1646046"/>
                  </a:lnTo>
                  <a:lnTo>
                    <a:pt x="1564439" y="1646052"/>
                  </a:lnTo>
                  <a:lnTo>
                    <a:pt x="1564429" y="1646057"/>
                  </a:lnTo>
                  <a:lnTo>
                    <a:pt x="1564405" y="1646052"/>
                  </a:lnTo>
                  <a:lnTo>
                    <a:pt x="1564385" y="1646045"/>
                  </a:lnTo>
                  <a:lnTo>
                    <a:pt x="1564358" y="1646042"/>
                  </a:lnTo>
                  <a:lnTo>
                    <a:pt x="1564351" y="1646047"/>
                  </a:lnTo>
                  <a:lnTo>
                    <a:pt x="1564336" y="1646024"/>
                  </a:lnTo>
                  <a:lnTo>
                    <a:pt x="1564320" y="1646018"/>
                  </a:lnTo>
                  <a:lnTo>
                    <a:pt x="1564297" y="1645999"/>
                  </a:lnTo>
                  <a:lnTo>
                    <a:pt x="1564257" y="1646033"/>
                  </a:lnTo>
                  <a:lnTo>
                    <a:pt x="1564256" y="1646043"/>
                  </a:lnTo>
                  <a:lnTo>
                    <a:pt x="1564254" y="1646054"/>
                  </a:lnTo>
                  <a:lnTo>
                    <a:pt x="1564251" y="1646061"/>
                  </a:lnTo>
                  <a:lnTo>
                    <a:pt x="1564249" y="1646073"/>
                  </a:lnTo>
                  <a:lnTo>
                    <a:pt x="1564248" y="1646083"/>
                  </a:lnTo>
                  <a:lnTo>
                    <a:pt x="1564249" y="1646088"/>
                  </a:lnTo>
                  <a:lnTo>
                    <a:pt x="1564250" y="1646095"/>
                  </a:lnTo>
                  <a:lnTo>
                    <a:pt x="1564251" y="1646104"/>
                  </a:lnTo>
                  <a:lnTo>
                    <a:pt x="1564252" y="1646121"/>
                  </a:lnTo>
                  <a:lnTo>
                    <a:pt x="1564250" y="1646127"/>
                  </a:lnTo>
                  <a:lnTo>
                    <a:pt x="1564240" y="1646119"/>
                  </a:lnTo>
                  <a:lnTo>
                    <a:pt x="1564232" y="1646110"/>
                  </a:lnTo>
                  <a:lnTo>
                    <a:pt x="1564214" y="1646091"/>
                  </a:lnTo>
                  <a:lnTo>
                    <a:pt x="1564208" y="1646085"/>
                  </a:lnTo>
                  <a:lnTo>
                    <a:pt x="1564199" y="1646084"/>
                  </a:lnTo>
                  <a:lnTo>
                    <a:pt x="1564176" y="1646083"/>
                  </a:lnTo>
                  <a:lnTo>
                    <a:pt x="1564153" y="1646081"/>
                  </a:lnTo>
                  <a:lnTo>
                    <a:pt x="1564133" y="1646080"/>
                  </a:lnTo>
                  <a:lnTo>
                    <a:pt x="1564120" y="1646078"/>
                  </a:lnTo>
                  <a:lnTo>
                    <a:pt x="1564099" y="1646077"/>
                  </a:lnTo>
                  <a:lnTo>
                    <a:pt x="1564076" y="1646077"/>
                  </a:lnTo>
                  <a:lnTo>
                    <a:pt x="1564069" y="1646076"/>
                  </a:lnTo>
                  <a:lnTo>
                    <a:pt x="1564068" y="1646066"/>
                  </a:lnTo>
                  <a:lnTo>
                    <a:pt x="1564068" y="1646059"/>
                  </a:lnTo>
                  <a:lnTo>
                    <a:pt x="1564067" y="1646051"/>
                  </a:lnTo>
                  <a:lnTo>
                    <a:pt x="1564066" y="1646042"/>
                  </a:lnTo>
                  <a:lnTo>
                    <a:pt x="1564065" y="1646033"/>
                  </a:lnTo>
                  <a:lnTo>
                    <a:pt x="1564064" y="1646024"/>
                  </a:lnTo>
                  <a:lnTo>
                    <a:pt x="1564065" y="1646018"/>
                  </a:lnTo>
                  <a:lnTo>
                    <a:pt x="1564066" y="1646009"/>
                  </a:lnTo>
                  <a:lnTo>
                    <a:pt x="1564068" y="1645984"/>
                  </a:lnTo>
                  <a:lnTo>
                    <a:pt x="1564069" y="1645975"/>
                  </a:lnTo>
                  <a:lnTo>
                    <a:pt x="1564071" y="1645964"/>
                  </a:lnTo>
                  <a:lnTo>
                    <a:pt x="1564071" y="1645954"/>
                  </a:lnTo>
                  <a:lnTo>
                    <a:pt x="1564070" y="1645947"/>
                  </a:lnTo>
                  <a:lnTo>
                    <a:pt x="1564069" y="1645940"/>
                  </a:lnTo>
                  <a:lnTo>
                    <a:pt x="1564068" y="1645934"/>
                  </a:lnTo>
                  <a:lnTo>
                    <a:pt x="1564065" y="1645926"/>
                  </a:lnTo>
                  <a:lnTo>
                    <a:pt x="1564060" y="1645917"/>
                  </a:lnTo>
                  <a:lnTo>
                    <a:pt x="1564048" y="1645905"/>
                  </a:lnTo>
                  <a:lnTo>
                    <a:pt x="1564041" y="1645898"/>
                  </a:lnTo>
                  <a:lnTo>
                    <a:pt x="1564032" y="1645892"/>
                  </a:lnTo>
                  <a:lnTo>
                    <a:pt x="1564023" y="1645890"/>
                  </a:lnTo>
                  <a:lnTo>
                    <a:pt x="1564013" y="1645889"/>
                  </a:lnTo>
                  <a:lnTo>
                    <a:pt x="1563995" y="1645885"/>
                  </a:lnTo>
                  <a:lnTo>
                    <a:pt x="1563986" y="1645882"/>
                  </a:lnTo>
                  <a:lnTo>
                    <a:pt x="1563980" y="1645875"/>
                  </a:lnTo>
                  <a:lnTo>
                    <a:pt x="1563973" y="1645868"/>
                  </a:lnTo>
                  <a:lnTo>
                    <a:pt x="1563966" y="1645863"/>
                  </a:lnTo>
                  <a:lnTo>
                    <a:pt x="1563959" y="1645859"/>
                  </a:lnTo>
                  <a:lnTo>
                    <a:pt x="1563952" y="1645853"/>
                  </a:lnTo>
                  <a:lnTo>
                    <a:pt x="1563948" y="1645847"/>
                  </a:lnTo>
                  <a:lnTo>
                    <a:pt x="1563944" y="1645839"/>
                  </a:lnTo>
                  <a:lnTo>
                    <a:pt x="1563940" y="1645823"/>
                  </a:lnTo>
                  <a:lnTo>
                    <a:pt x="1563935" y="1645803"/>
                  </a:lnTo>
                  <a:lnTo>
                    <a:pt x="1563929" y="1645784"/>
                  </a:lnTo>
                  <a:lnTo>
                    <a:pt x="1563925" y="1645770"/>
                  </a:lnTo>
                  <a:lnTo>
                    <a:pt x="1563932" y="1645733"/>
                  </a:lnTo>
                  <a:lnTo>
                    <a:pt x="1563920" y="1645704"/>
                  </a:lnTo>
                  <a:lnTo>
                    <a:pt x="1563886" y="1645693"/>
                  </a:lnTo>
                  <a:lnTo>
                    <a:pt x="1563851" y="1645699"/>
                  </a:lnTo>
                  <a:lnTo>
                    <a:pt x="1563835" y="1645707"/>
                  </a:lnTo>
                  <a:lnTo>
                    <a:pt x="1563803" y="1645708"/>
                  </a:lnTo>
                  <a:lnTo>
                    <a:pt x="1563782" y="1645703"/>
                  </a:lnTo>
                  <a:lnTo>
                    <a:pt x="1563766" y="1645697"/>
                  </a:lnTo>
                  <a:lnTo>
                    <a:pt x="1563744" y="1645690"/>
                  </a:lnTo>
                  <a:lnTo>
                    <a:pt x="1563727" y="1645684"/>
                  </a:lnTo>
                  <a:lnTo>
                    <a:pt x="1563710" y="1645678"/>
                  </a:lnTo>
                  <a:lnTo>
                    <a:pt x="1563697" y="1645677"/>
                  </a:lnTo>
                  <a:lnTo>
                    <a:pt x="1563661" y="1645690"/>
                  </a:lnTo>
                  <a:lnTo>
                    <a:pt x="1563643" y="1645714"/>
                  </a:lnTo>
                  <a:lnTo>
                    <a:pt x="1563628" y="1645736"/>
                  </a:lnTo>
                  <a:lnTo>
                    <a:pt x="1563617" y="1645750"/>
                  </a:lnTo>
                  <a:lnTo>
                    <a:pt x="1563599" y="1645763"/>
                  </a:lnTo>
                  <a:lnTo>
                    <a:pt x="1563590" y="1645775"/>
                  </a:lnTo>
                  <a:lnTo>
                    <a:pt x="1563586" y="1645791"/>
                  </a:lnTo>
                  <a:lnTo>
                    <a:pt x="1563577" y="1645788"/>
                  </a:lnTo>
                  <a:lnTo>
                    <a:pt x="1563549" y="1645774"/>
                  </a:lnTo>
                  <a:lnTo>
                    <a:pt x="1563518" y="1645770"/>
                  </a:lnTo>
                  <a:lnTo>
                    <a:pt x="1563512" y="1645771"/>
                  </a:lnTo>
                  <a:lnTo>
                    <a:pt x="1563505" y="1645773"/>
                  </a:lnTo>
                  <a:lnTo>
                    <a:pt x="1563497" y="1645773"/>
                  </a:lnTo>
                  <a:lnTo>
                    <a:pt x="1563487" y="1645774"/>
                  </a:lnTo>
                  <a:lnTo>
                    <a:pt x="1563478" y="1645773"/>
                  </a:lnTo>
                  <a:lnTo>
                    <a:pt x="1563469" y="1645770"/>
                  </a:lnTo>
                  <a:lnTo>
                    <a:pt x="1563451" y="1645766"/>
                  </a:lnTo>
                  <a:lnTo>
                    <a:pt x="1563430" y="1645763"/>
                  </a:lnTo>
                  <a:lnTo>
                    <a:pt x="1563410" y="1645762"/>
                  </a:lnTo>
                  <a:lnTo>
                    <a:pt x="1563385" y="1645761"/>
                  </a:lnTo>
                  <a:lnTo>
                    <a:pt x="1563359" y="1645764"/>
                  </a:lnTo>
                  <a:lnTo>
                    <a:pt x="1563338" y="1645766"/>
                  </a:lnTo>
                  <a:lnTo>
                    <a:pt x="1563310" y="1645770"/>
                  </a:lnTo>
                  <a:lnTo>
                    <a:pt x="1563296" y="1645773"/>
                  </a:lnTo>
                  <a:lnTo>
                    <a:pt x="1563283" y="1645778"/>
                  </a:lnTo>
                  <a:lnTo>
                    <a:pt x="1563266" y="1645789"/>
                  </a:lnTo>
                  <a:lnTo>
                    <a:pt x="1563253" y="1645799"/>
                  </a:lnTo>
                  <a:lnTo>
                    <a:pt x="1563244" y="1645806"/>
                  </a:lnTo>
                  <a:lnTo>
                    <a:pt x="1563236" y="1645814"/>
                  </a:lnTo>
                  <a:lnTo>
                    <a:pt x="1563229" y="1645825"/>
                  </a:lnTo>
                  <a:lnTo>
                    <a:pt x="1563219" y="1645839"/>
                  </a:lnTo>
                  <a:lnTo>
                    <a:pt x="1563213" y="1645849"/>
                  </a:lnTo>
                  <a:lnTo>
                    <a:pt x="1563207" y="1645860"/>
                  </a:lnTo>
                  <a:lnTo>
                    <a:pt x="1563202" y="1645869"/>
                  </a:lnTo>
                  <a:lnTo>
                    <a:pt x="1563198" y="1645884"/>
                  </a:lnTo>
                  <a:lnTo>
                    <a:pt x="1563190" y="1645903"/>
                  </a:lnTo>
                  <a:lnTo>
                    <a:pt x="1563182" y="1645916"/>
                  </a:lnTo>
                  <a:lnTo>
                    <a:pt x="1563176" y="1645922"/>
                  </a:lnTo>
                  <a:lnTo>
                    <a:pt x="1563172" y="1645925"/>
                  </a:lnTo>
                  <a:lnTo>
                    <a:pt x="1563166" y="1645928"/>
                  </a:lnTo>
                  <a:lnTo>
                    <a:pt x="1563161" y="1645934"/>
                  </a:lnTo>
                  <a:lnTo>
                    <a:pt x="1563162" y="1645939"/>
                  </a:lnTo>
                  <a:lnTo>
                    <a:pt x="1563166" y="1645946"/>
                  </a:lnTo>
                  <a:lnTo>
                    <a:pt x="1563174" y="1645958"/>
                  </a:lnTo>
                  <a:lnTo>
                    <a:pt x="1563183" y="1645975"/>
                  </a:lnTo>
                  <a:lnTo>
                    <a:pt x="1563189" y="1645987"/>
                  </a:lnTo>
                  <a:lnTo>
                    <a:pt x="1563191" y="1645995"/>
                  </a:lnTo>
                  <a:lnTo>
                    <a:pt x="1563193" y="1646009"/>
                  </a:lnTo>
                  <a:lnTo>
                    <a:pt x="1563195" y="1646020"/>
                  </a:lnTo>
                  <a:lnTo>
                    <a:pt x="1563196" y="1646031"/>
                  </a:lnTo>
                  <a:lnTo>
                    <a:pt x="1563193" y="1646038"/>
                  </a:lnTo>
                  <a:lnTo>
                    <a:pt x="1563184" y="1646044"/>
                  </a:lnTo>
                  <a:lnTo>
                    <a:pt x="1563173" y="1646052"/>
                  </a:lnTo>
                  <a:lnTo>
                    <a:pt x="1563165" y="1646060"/>
                  </a:lnTo>
                  <a:lnTo>
                    <a:pt x="1563158" y="1646069"/>
                  </a:lnTo>
                  <a:lnTo>
                    <a:pt x="1563154" y="1646075"/>
                  </a:lnTo>
                  <a:lnTo>
                    <a:pt x="1563149" y="1646083"/>
                  </a:lnTo>
                  <a:lnTo>
                    <a:pt x="1563141" y="1646096"/>
                  </a:lnTo>
                  <a:lnTo>
                    <a:pt x="1563137" y="1646106"/>
                  </a:lnTo>
                  <a:lnTo>
                    <a:pt x="1563135" y="1646112"/>
                  </a:lnTo>
                  <a:lnTo>
                    <a:pt x="1563133" y="1646120"/>
                  </a:lnTo>
                  <a:lnTo>
                    <a:pt x="1563130" y="1646134"/>
                  </a:lnTo>
                  <a:lnTo>
                    <a:pt x="1563128" y="1646152"/>
                  </a:lnTo>
                  <a:lnTo>
                    <a:pt x="1563126" y="1646176"/>
                  </a:lnTo>
                  <a:lnTo>
                    <a:pt x="1563123" y="1646203"/>
                  </a:lnTo>
                  <a:lnTo>
                    <a:pt x="1563118" y="1646227"/>
                  </a:lnTo>
                  <a:lnTo>
                    <a:pt x="1563116" y="1646233"/>
                  </a:lnTo>
                  <a:lnTo>
                    <a:pt x="1563109" y="1646254"/>
                  </a:lnTo>
                  <a:lnTo>
                    <a:pt x="1563102" y="1646273"/>
                  </a:lnTo>
                  <a:lnTo>
                    <a:pt x="1563096" y="1646285"/>
                  </a:lnTo>
                  <a:lnTo>
                    <a:pt x="1563089" y="1646309"/>
                  </a:lnTo>
                  <a:lnTo>
                    <a:pt x="1563080" y="1646330"/>
                  </a:lnTo>
                  <a:lnTo>
                    <a:pt x="1563069" y="1646355"/>
                  </a:lnTo>
                  <a:lnTo>
                    <a:pt x="1563059" y="1646375"/>
                  </a:lnTo>
                  <a:lnTo>
                    <a:pt x="1563045" y="1646393"/>
                  </a:lnTo>
                  <a:lnTo>
                    <a:pt x="1563035" y="1646420"/>
                  </a:lnTo>
                  <a:lnTo>
                    <a:pt x="1563022" y="1646452"/>
                  </a:lnTo>
                  <a:lnTo>
                    <a:pt x="1563012" y="1646474"/>
                  </a:lnTo>
                  <a:lnTo>
                    <a:pt x="1563010" y="1646482"/>
                  </a:lnTo>
                  <a:lnTo>
                    <a:pt x="1563009" y="1646488"/>
                  </a:lnTo>
                  <a:lnTo>
                    <a:pt x="1563006" y="1646505"/>
                  </a:lnTo>
                  <a:lnTo>
                    <a:pt x="1563004" y="1646522"/>
                  </a:lnTo>
                  <a:lnTo>
                    <a:pt x="1563000" y="1646565"/>
                  </a:lnTo>
                  <a:lnTo>
                    <a:pt x="1562995" y="1646592"/>
                  </a:lnTo>
                  <a:lnTo>
                    <a:pt x="1562988" y="1646595"/>
                  </a:lnTo>
                  <a:lnTo>
                    <a:pt x="1562973" y="1646600"/>
                  </a:lnTo>
                  <a:lnTo>
                    <a:pt x="1562955" y="1646604"/>
                  </a:lnTo>
                  <a:lnTo>
                    <a:pt x="1562940" y="1646607"/>
                  </a:lnTo>
                  <a:lnTo>
                    <a:pt x="1562930" y="1646608"/>
                  </a:lnTo>
                  <a:lnTo>
                    <a:pt x="1562925" y="1646614"/>
                  </a:lnTo>
                  <a:lnTo>
                    <a:pt x="1562919" y="1646623"/>
                  </a:lnTo>
                  <a:lnTo>
                    <a:pt x="1562913" y="1646635"/>
                  </a:lnTo>
                  <a:lnTo>
                    <a:pt x="1562910" y="1646641"/>
                  </a:lnTo>
                  <a:lnTo>
                    <a:pt x="1562905" y="1646651"/>
                  </a:lnTo>
                  <a:lnTo>
                    <a:pt x="1562900" y="1646666"/>
                  </a:lnTo>
                  <a:lnTo>
                    <a:pt x="1562895" y="1646685"/>
                  </a:lnTo>
                  <a:lnTo>
                    <a:pt x="1562892" y="1646692"/>
                  </a:lnTo>
                  <a:lnTo>
                    <a:pt x="1562886" y="1646699"/>
                  </a:lnTo>
                  <a:lnTo>
                    <a:pt x="1562877" y="1646704"/>
                  </a:lnTo>
                  <a:lnTo>
                    <a:pt x="1562867" y="1646707"/>
                  </a:lnTo>
                  <a:lnTo>
                    <a:pt x="1562858" y="1646707"/>
                  </a:lnTo>
                  <a:lnTo>
                    <a:pt x="1562853" y="1646704"/>
                  </a:lnTo>
                  <a:lnTo>
                    <a:pt x="1562845" y="1646698"/>
                  </a:lnTo>
                  <a:lnTo>
                    <a:pt x="1562841" y="1646691"/>
                  </a:lnTo>
                  <a:lnTo>
                    <a:pt x="1562836" y="1646686"/>
                  </a:lnTo>
                  <a:lnTo>
                    <a:pt x="1562829" y="1646684"/>
                  </a:lnTo>
                  <a:lnTo>
                    <a:pt x="1562810" y="1646680"/>
                  </a:lnTo>
                  <a:lnTo>
                    <a:pt x="1562789" y="1646677"/>
                  </a:lnTo>
                  <a:lnTo>
                    <a:pt x="1562770" y="1646674"/>
                  </a:lnTo>
                  <a:lnTo>
                    <a:pt x="1562762" y="1646671"/>
                  </a:lnTo>
                  <a:lnTo>
                    <a:pt x="1562754" y="1646669"/>
                  </a:lnTo>
                  <a:lnTo>
                    <a:pt x="1562738" y="1646666"/>
                  </a:lnTo>
                  <a:lnTo>
                    <a:pt x="1562726" y="1646666"/>
                  </a:lnTo>
                  <a:lnTo>
                    <a:pt x="1562718" y="1646671"/>
                  </a:lnTo>
                  <a:lnTo>
                    <a:pt x="1562712" y="1646678"/>
                  </a:lnTo>
                  <a:lnTo>
                    <a:pt x="1562705" y="1646690"/>
                  </a:lnTo>
                  <a:lnTo>
                    <a:pt x="1562700" y="1646702"/>
                  </a:lnTo>
                  <a:lnTo>
                    <a:pt x="1562693" y="1646711"/>
                  </a:lnTo>
                  <a:lnTo>
                    <a:pt x="1562687" y="1646721"/>
                  </a:lnTo>
                  <a:lnTo>
                    <a:pt x="1562683" y="1646730"/>
                  </a:lnTo>
                  <a:lnTo>
                    <a:pt x="1562680" y="1646740"/>
                  </a:lnTo>
                  <a:lnTo>
                    <a:pt x="1562676" y="1646755"/>
                  </a:lnTo>
                  <a:lnTo>
                    <a:pt x="1562681" y="1646763"/>
                  </a:lnTo>
                  <a:lnTo>
                    <a:pt x="1562686" y="1646768"/>
                  </a:lnTo>
                  <a:lnTo>
                    <a:pt x="1562693" y="1646781"/>
                  </a:lnTo>
                  <a:lnTo>
                    <a:pt x="1562697" y="1646788"/>
                  </a:lnTo>
                  <a:lnTo>
                    <a:pt x="1562701" y="1646800"/>
                  </a:lnTo>
                  <a:lnTo>
                    <a:pt x="1562704" y="1646815"/>
                  </a:lnTo>
                  <a:lnTo>
                    <a:pt x="1562702" y="1646830"/>
                  </a:lnTo>
                  <a:lnTo>
                    <a:pt x="1562699" y="1646841"/>
                  </a:lnTo>
                  <a:lnTo>
                    <a:pt x="1562698" y="1646850"/>
                  </a:lnTo>
                  <a:lnTo>
                    <a:pt x="1562698" y="1646859"/>
                  </a:lnTo>
                  <a:lnTo>
                    <a:pt x="1562701" y="1646866"/>
                  </a:lnTo>
                  <a:lnTo>
                    <a:pt x="1562706" y="1646880"/>
                  </a:lnTo>
                  <a:lnTo>
                    <a:pt x="1562713" y="1646898"/>
                  </a:lnTo>
                  <a:lnTo>
                    <a:pt x="1562722" y="1646919"/>
                  </a:lnTo>
                  <a:lnTo>
                    <a:pt x="1562727" y="1646931"/>
                  </a:lnTo>
                  <a:lnTo>
                    <a:pt x="1562735" y="1646941"/>
                  </a:lnTo>
                  <a:lnTo>
                    <a:pt x="1562745" y="1646955"/>
                  </a:lnTo>
                  <a:lnTo>
                    <a:pt x="1562756" y="1646973"/>
                  </a:lnTo>
                  <a:lnTo>
                    <a:pt x="1562763" y="1646983"/>
                  </a:lnTo>
                  <a:lnTo>
                    <a:pt x="1562771" y="1646991"/>
                  </a:lnTo>
                  <a:lnTo>
                    <a:pt x="1562783" y="1647001"/>
                  </a:lnTo>
                  <a:lnTo>
                    <a:pt x="1562788" y="1647004"/>
                  </a:lnTo>
                  <a:lnTo>
                    <a:pt x="1562794" y="1647008"/>
                  </a:lnTo>
                  <a:lnTo>
                    <a:pt x="1562804" y="1647014"/>
                  </a:lnTo>
                  <a:lnTo>
                    <a:pt x="1562813" y="1647018"/>
                  </a:lnTo>
                  <a:lnTo>
                    <a:pt x="1562824" y="1647021"/>
                  </a:lnTo>
                  <a:lnTo>
                    <a:pt x="1562836" y="1647022"/>
                  </a:lnTo>
                  <a:lnTo>
                    <a:pt x="1562844" y="1647024"/>
                  </a:lnTo>
                  <a:lnTo>
                    <a:pt x="1562850" y="1647027"/>
                  </a:lnTo>
                  <a:lnTo>
                    <a:pt x="1562847" y="1647036"/>
                  </a:lnTo>
                  <a:lnTo>
                    <a:pt x="1562838" y="1647043"/>
                  </a:lnTo>
                  <a:lnTo>
                    <a:pt x="1562824" y="1647053"/>
                  </a:lnTo>
                  <a:lnTo>
                    <a:pt x="1562816" y="1647057"/>
                  </a:lnTo>
                  <a:lnTo>
                    <a:pt x="1562804" y="1647066"/>
                  </a:lnTo>
                  <a:lnTo>
                    <a:pt x="1562785" y="1647078"/>
                  </a:lnTo>
                  <a:lnTo>
                    <a:pt x="1562768" y="1647090"/>
                  </a:lnTo>
                  <a:lnTo>
                    <a:pt x="1562757" y="1647102"/>
                  </a:lnTo>
                  <a:lnTo>
                    <a:pt x="1562746" y="1647117"/>
                  </a:lnTo>
                  <a:lnTo>
                    <a:pt x="1562744" y="1647124"/>
                  </a:lnTo>
                  <a:lnTo>
                    <a:pt x="1562737" y="1647137"/>
                  </a:lnTo>
                  <a:lnTo>
                    <a:pt x="1562727" y="1647147"/>
                  </a:lnTo>
                  <a:lnTo>
                    <a:pt x="1562723" y="1647152"/>
                  </a:lnTo>
                  <a:lnTo>
                    <a:pt x="1562709" y="1647162"/>
                  </a:lnTo>
                  <a:lnTo>
                    <a:pt x="1562701" y="1647170"/>
                  </a:lnTo>
                  <a:lnTo>
                    <a:pt x="1562699" y="1647177"/>
                  </a:lnTo>
                  <a:lnTo>
                    <a:pt x="1562695" y="1647196"/>
                  </a:lnTo>
                  <a:lnTo>
                    <a:pt x="1562691" y="1647210"/>
                  </a:lnTo>
                  <a:lnTo>
                    <a:pt x="1562683" y="1647221"/>
                  </a:lnTo>
                  <a:lnTo>
                    <a:pt x="1562675" y="1647234"/>
                  </a:lnTo>
                  <a:lnTo>
                    <a:pt x="1562671" y="1647239"/>
                  </a:lnTo>
                  <a:lnTo>
                    <a:pt x="1562658" y="1647253"/>
                  </a:lnTo>
                  <a:lnTo>
                    <a:pt x="1562648" y="1647262"/>
                  </a:lnTo>
                  <a:lnTo>
                    <a:pt x="1562638" y="1647267"/>
                  </a:lnTo>
                  <a:lnTo>
                    <a:pt x="1562633" y="1647269"/>
                  </a:lnTo>
                  <a:lnTo>
                    <a:pt x="1562626" y="1647270"/>
                  </a:lnTo>
                  <a:lnTo>
                    <a:pt x="1562621" y="1647274"/>
                  </a:lnTo>
                  <a:lnTo>
                    <a:pt x="1562621" y="1647281"/>
                  </a:lnTo>
                  <a:lnTo>
                    <a:pt x="1562624" y="1647288"/>
                  </a:lnTo>
                  <a:lnTo>
                    <a:pt x="1562628" y="1647296"/>
                  </a:lnTo>
                  <a:lnTo>
                    <a:pt x="1562635" y="1647307"/>
                  </a:lnTo>
                  <a:lnTo>
                    <a:pt x="1562640" y="1647317"/>
                  </a:lnTo>
                  <a:lnTo>
                    <a:pt x="1562646" y="1647329"/>
                  </a:lnTo>
                  <a:lnTo>
                    <a:pt x="1562656" y="1647345"/>
                  </a:lnTo>
                  <a:lnTo>
                    <a:pt x="1562665" y="1647359"/>
                  </a:lnTo>
                  <a:lnTo>
                    <a:pt x="1562671" y="1647366"/>
                  </a:lnTo>
                  <a:lnTo>
                    <a:pt x="1562676" y="1647371"/>
                  </a:lnTo>
                  <a:lnTo>
                    <a:pt x="1562683" y="1647379"/>
                  </a:lnTo>
                  <a:lnTo>
                    <a:pt x="1562686" y="1647384"/>
                  </a:lnTo>
                  <a:lnTo>
                    <a:pt x="1562693" y="1647385"/>
                  </a:lnTo>
                  <a:lnTo>
                    <a:pt x="1562703" y="1647387"/>
                  </a:lnTo>
                  <a:lnTo>
                    <a:pt x="1562711" y="1647387"/>
                  </a:lnTo>
                  <a:lnTo>
                    <a:pt x="1562720" y="1647387"/>
                  </a:lnTo>
                  <a:lnTo>
                    <a:pt x="1562728" y="1647387"/>
                  </a:lnTo>
                  <a:lnTo>
                    <a:pt x="1562739" y="1647387"/>
                  </a:lnTo>
                  <a:lnTo>
                    <a:pt x="1562747" y="1647389"/>
                  </a:lnTo>
                  <a:lnTo>
                    <a:pt x="1562762" y="1647392"/>
                  </a:lnTo>
                  <a:lnTo>
                    <a:pt x="1562772" y="1647397"/>
                  </a:lnTo>
                  <a:lnTo>
                    <a:pt x="1562779" y="1647402"/>
                  </a:lnTo>
                  <a:lnTo>
                    <a:pt x="1562786" y="1647407"/>
                  </a:lnTo>
                  <a:lnTo>
                    <a:pt x="1562794" y="1647412"/>
                  </a:lnTo>
                  <a:lnTo>
                    <a:pt x="1562802" y="1647413"/>
                  </a:lnTo>
                  <a:lnTo>
                    <a:pt x="1562809" y="1647413"/>
                  </a:lnTo>
                  <a:lnTo>
                    <a:pt x="1562816" y="1647411"/>
                  </a:lnTo>
                  <a:lnTo>
                    <a:pt x="1562821" y="1647409"/>
                  </a:lnTo>
                  <a:lnTo>
                    <a:pt x="1562828" y="1647406"/>
                  </a:lnTo>
                  <a:lnTo>
                    <a:pt x="1562835" y="1647404"/>
                  </a:lnTo>
                  <a:lnTo>
                    <a:pt x="1562839" y="1647408"/>
                  </a:lnTo>
                  <a:lnTo>
                    <a:pt x="1562839" y="1647415"/>
                  </a:lnTo>
                  <a:lnTo>
                    <a:pt x="1562838" y="1647425"/>
                  </a:lnTo>
                  <a:lnTo>
                    <a:pt x="1562837" y="1647436"/>
                  </a:lnTo>
                  <a:lnTo>
                    <a:pt x="1562839" y="1647444"/>
                  </a:lnTo>
                  <a:lnTo>
                    <a:pt x="1562842" y="1647454"/>
                  </a:lnTo>
                  <a:lnTo>
                    <a:pt x="1562845" y="1647461"/>
                  </a:lnTo>
                  <a:lnTo>
                    <a:pt x="1562851" y="1647471"/>
                  </a:lnTo>
                  <a:lnTo>
                    <a:pt x="1562854" y="1647480"/>
                  </a:lnTo>
                  <a:lnTo>
                    <a:pt x="1562851" y="1647492"/>
                  </a:lnTo>
                  <a:lnTo>
                    <a:pt x="1562845" y="1647503"/>
                  </a:lnTo>
                  <a:lnTo>
                    <a:pt x="1562834" y="1647514"/>
                  </a:lnTo>
                  <a:lnTo>
                    <a:pt x="1562820" y="1647526"/>
                  </a:lnTo>
                  <a:lnTo>
                    <a:pt x="1562804" y="1647536"/>
                  </a:lnTo>
                  <a:lnTo>
                    <a:pt x="1562799" y="1647538"/>
                  </a:lnTo>
                  <a:lnTo>
                    <a:pt x="1562791" y="1647541"/>
                  </a:lnTo>
                  <a:lnTo>
                    <a:pt x="1562780" y="1647540"/>
                  </a:lnTo>
                  <a:lnTo>
                    <a:pt x="1562765" y="1647539"/>
                  </a:lnTo>
                  <a:lnTo>
                    <a:pt x="1562752" y="1647540"/>
                  </a:lnTo>
                  <a:lnTo>
                    <a:pt x="1562746" y="1647540"/>
                  </a:lnTo>
                  <a:lnTo>
                    <a:pt x="1562736" y="1647541"/>
                  </a:lnTo>
                  <a:lnTo>
                    <a:pt x="1562726" y="1647541"/>
                  </a:lnTo>
                  <a:lnTo>
                    <a:pt x="1562714" y="1647542"/>
                  </a:lnTo>
                  <a:lnTo>
                    <a:pt x="1562704" y="1647547"/>
                  </a:lnTo>
                  <a:lnTo>
                    <a:pt x="1562700" y="1647552"/>
                  </a:lnTo>
                  <a:lnTo>
                    <a:pt x="1562696" y="1647567"/>
                  </a:lnTo>
                  <a:lnTo>
                    <a:pt x="1562695" y="1647575"/>
                  </a:lnTo>
                  <a:lnTo>
                    <a:pt x="1562694" y="1647588"/>
                  </a:lnTo>
                  <a:lnTo>
                    <a:pt x="1562694" y="1647599"/>
                  </a:lnTo>
                  <a:lnTo>
                    <a:pt x="1562696" y="1647609"/>
                  </a:lnTo>
                  <a:lnTo>
                    <a:pt x="1562699" y="1647619"/>
                  </a:lnTo>
                  <a:lnTo>
                    <a:pt x="1562706" y="1647628"/>
                  </a:lnTo>
                  <a:lnTo>
                    <a:pt x="1562715" y="1647638"/>
                  </a:lnTo>
                  <a:lnTo>
                    <a:pt x="1562726" y="1647647"/>
                  </a:lnTo>
                  <a:lnTo>
                    <a:pt x="1562733" y="1647651"/>
                  </a:lnTo>
                  <a:lnTo>
                    <a:pt x="1562749" y="1647658"/>
                  </a:lnTo>
                  <a:lnTo>
                    <a:pt x="1562763" y="1647663"/>
                  </a:lnTo>
                  <a:lnTo>
                    <a:pt x="1562773" y="1647665"/>
                  </a:lnTo>
                  <a:lnTo>
                    <a:pt x="1562782" y="1647666"/>
                  </a:lnTo>
                  <a:lnTo>
                    <a:pt x="1562795" y="1647667"/>
                  </a:lnTo>
                  <a:lnTo>
                    <a:pt x="1562796" y="1647681"/>
                  </a:lnTo>
                  <a:lnTo>
                    <a:pt x="1562797" y="1647697"/>
                  </a:lnTo>
                  <a:lnTo>
                    <a:pt x="1562796" y="1647709"/>
                  </a:lnTo>
                  <a:lnTo>
                    <a:pt x="1562794" y="1647716"/>
                  </a:lnTo>
                  <a:lnTo>
                    <a:pt x="1562789" y="1647728"/>
                  </a:lnTo>
                  <a:lnTo>
                    <a:pt x="1562785" y="1647738"/>
                  </a:lnTo>
                  <a:lnTo>
                    <a:pt x="1562780" y="1647742"/>
                  </a:lnTo>
                  <a:lnTo>
                    <a:pt x="1562766" y="1647753"/>
                  </a:lnTo>
                  <a:lnTo>
                    <a:pt x="1562753" y="1647759"/>
                  </a:lnTo>
                  <a:lnTo>
                    <a:pt x="1562745" y="1647763"/>
                  </a:lnTo>
                  <a:lnTo>
                    <a:pt x="1562727" y="1647823"/>
                  </a:lnTo>
                  <a:lnTo>
                    <a:pt x="1562721" y="1647846"/>
                  </a:lnTo>
                  <a:lnTo>
                    <a:pt x="1562694" y="1647882"/>
                  </a:lnTo>
                  <a:lnTo>
                    <a:pt x="1562676" y="1647895"/>
                  </a:lnTo>
                  <a:lnTo>
                    <a:pt x="1562639" y="1647898"/>
                  </a:lnTo>
                  <a:lnTo>
                    <a:pt x="1562626" y="1647933"/>
                  </a:lnTo>
                  <a:lnTo>
                    <a:pt x="1562622" y="1647952"/>
                  </a:lnTo>
                  <a:lnTo>
                    <a:pt x="1562611" y="1647975"/>
                  </a:lnTo>
                  <a:lnTo>
                    <a:pt x="1562604" y="1647984"/>
                  </a:lnTo>
                  <a:lnTo>
                    <a:pt x="1562600" y="1647990"/>
                  </a:lnTo>
                  <a:lnTo>
                    <a:pt x="1562593" y="1647997"/>
                  </a:lnTo>
                  <a:lnTo>
                    <a:pt x="1562586" y="1648003"/>
                  </a:lnTo>
                  <a:lnTo>
                    <a:pt x="1562576" y="1648007"/>
                  </a:lnTo>
                  <a:lnTo>
                    <a:pt x="1562570" y="1648009"/>
                  </a:lnTo>
                  <a:lnTo>
                    <a:pt x="1562557" y="1648011"/>
                  </a:lnTo>
                  <a:lnTo>
                    <a:pt x="1562538" y="1648010"/>
                  </a:lnTo>
                  <a:lnTo>
                    <a:pt x="1562523" y="1648007"/>
                  </a:lnTo>
                  <a:lnTo>
                    <a:pt x="1562520" y="1648002"/>
                  </a:lnTo>
                  <a:lnTo>
                    <a:pt x="1562511" y="1647986"/>
                  </a:lnTo>
                  <a:lnTo>
                    <a:pt x="1562505" y="1647978"/>
                  </a:lnTo>
                  <a:lnTo>
                    <a:pt x="1562499" y="1647970"/>
                  </a:lnTo>
                  <a:lnTo>
                    <a:pt x="1562493" y="1647963"/>
                  </a:lnTo>
                  <a:lnTo>
                    <a:pt x="1562488" y="1647955"/>
                  </a:lnTo>
                  <a:lnTo>
                    <a:pt x="1562483" y="1647938"/>
                  </a:lnTo>
                  <a:lnTo>
                    <a:pt x="1562479" y="1647919"/>
                  </a:lnTo>
                  <a:lnTo>
                    <a:pt x="1562472" y="1647892"/>
                  </a:lnTo>
                  <a:lnTo>
                    <a:pt x="1562467" y="1647886"/>
                  </a:lnTo>
                  <a:lnTo>
                    <a:pt x="1562454" y="1647876"/>
                  </a:lnTo>
                  <a:lnTo>
                    <a:pt x="1562445" y="1647871"/>
                  </a:lnTo>
                  <a:lnTo>
                    <a:pt x="1562435" y="1647867"/>
                  </a:lnTo>
                  <a:lnTo>
                    <a:pt x="1562422" y="1647866"/>
                  </a:lnTo>
                  <a:lnTo>
                    <a:pt x="1562403" y="1647871"/>
                  </a:lnTo>
                  <a:lnTo>
                    <a:pt x="1562383" y="1647875"/>
                  </a:lnTo>
                  <a:lnTo>
                    <a:pt x="1562363" y="1647881"/>
                  </a:lnTo>
                  <a:lnTo>
                    <a:pt x="1562350" y="1647884"/>
                  </a:lnTo>
                  <a:lnTo>
                    <a:pt x="1562230" y="1647927"/>
                  </a:lnTo>
                  <a:lnTo>
                    <a:pt x="1562224" y="1647949"/>
                  </a:lnTo>
                  <a:lnTo>
                    <a:pt x="1562172" y="1648009"/>
                  </a:lnTo>
                  <a:lnTo>
                    <a:pt x="1562173" y="1648017"/>
                  </a:lnTo>
                  <a:lnTo>
                    <a:pt x="1562175" y="1648028"/>
                  </a:lnTo>
                  <a:lnTo>
                    <a:pt x="1562179" y="1648036"/>
                  </a:lnTo>
                  <a:lnTo>
                    <a:pt x="1562186" y="1648047"/>
                  </a:lnTo>
                  <a:lnTo>
                    <a:pt x="1562188" y="1648054"/>
                  </a:lnTo>
                  <a:lnTo>
                    <a:pt x="1562188" y="1648065"/>
                  </a:lnTo>
                  <a:lnTo>
                    <a:pt x="1562189" y="1648083"/>
                  </a:lnTo>
                  <a:lnTo>
                    <a:pt x="1562188" y="1648089"/>
                  </a:lnTo>
                  <a:lnTo>
                    <a:pt x="1562183" y="1648092"/>
                  </a:lnTo>
                  <a:lnTo>
                    <a:pt x="1562174" y="1648098"/>
                  </a:lnTo>
                  <a:lnTo>
                    <a:pt x="1562164" y="1648105"/>
                  </a:lnTo>
                  <a:lnTo>
                    <a:pt x="1562156" y="1648111"/>
                  </a:lnTo>
                  <a:lnTo>
                    <a:pt x="1562148" y="1648115"/>
                  </a:lnTo>
                  <a:lnTo>
                    <a:pt x="1562136" y="1648120"/>
                  </a:lnTo>
                  <a:lnTo>
                    <a:pt x="1562125" y="1648126"/>
                  </a:lnTo>
                  <a:lnTo>
                    <a:pt x="1562116" y="1648133"/>
                  </a:lnTo>
                  <a:lnTo>
                    <a:pt x="1562107" y="1648141"/>
                  </a:lnTo>
                  <a:lnTo>
                    <a:pt x="1562096" y="1648150"/>
                  </a:lnTo>
                  <a:lnTo>
                    <a:pt x="1562087" y="1648155"/>
                  </a:lnTo>
                  <a:lnTo>
                    <a:pt x="1562075" y="1648165"/>
                  </a:lnTo>
                  <a:lnTo>
                    <a:pt x="1562064" y="1648173"/>
                  </a:lnTo>
                  <a:lnTo>
                    <a:pt x="1562052" y="1648177"/>
                  </a:lnTo>
                  <a:lnTo>
                    <a:pt x="1562034" y="1648179"/>
                  </a:lnTo>
                  <a:lnTo>
                    <a:pt x="1562013" y="1648176"/>
                  </a:lnTo>
                  <a:lnTo>
                    <a:pt x="1562000" y="1648172"/>
                  </a:lnTo>
                  <a:lnTo>
                    <a:pt x="1561993" y="1648163"/>
                  </a:lnTo>
                  <a:lnTo>
                    <a:pt x="1561986" y="1648154"/>
                  </a:lnTo>
                  <a:lnTo>
                    <a:pt x="1561982" y="1648149"/>
                  </a:lnTo>
                  <a:lnTo>
                    <a:pt x="1561971" y="1648138"/>
                  </a:lnTo>
                  <a:lnTo>
                    <a:pt x="1561964" y="1648130"/>
                  </a:lnTo>
                  <a:lnTo>
                    <a:pt x="1561956" y="1648119"/>
                  </a:lnTo>
                  <a:lnTo>
                    <a:pt x="1561949" y="1648108"/>
                  </a:lnTo>
                  <a:lnTo>
                    <a:pt x="1561939" y="1648094"/>
                  </a:lnTo>
                  <a:lnTo>
                    <a:pt x="1561930" y="1648080"/>
                  </a:lnTo>
                  <a:lnTo>
                    <a:pt x="1561923" y="1648075"/>
                  </a:lnTo>
                  <a:lnTo>
                    <a:pt x="1561912" y="1648070"/>
                  </a:lnTo>
                  <a:lnTo>
                    <a:pt x="1561898" y="1648066"/>
                  </a:lnTo>
                  <a:lnTo>
                    <a:pt x="1561887" y="1648066"/>
                  </a:lnTo>
                  <a:lnTo>
                    <a:pt x="1561876" y="1648068"/>
                  </a:lnTo>
                  <a:lnTo>
                    <a:pt x="1561868" y="1648073"/>
                  </a:lnTo>
                  <a:lnTo>
                    <a:pt x="1561856" y="1648078"/>
                  </a:lnTo>
                  <a:lnTo>
                    <a:pt x="1561844" y="1648082"/>
                  </a:lnTo>
                  <a:lnTo>
                    <a:pt x="1561828" y="1648085"/>
                  </a:lnTo>
                  <a:lnTo>
                    <a:pt x="1561819" y="1648085"/>
                  </a:lnTo>
                  <a:lnTo>
                    <a:pt x="1561805" y="1648077"/>
                  </a:lnTo>
                  <a:lnTo>
                    <a:pt x="1561789" y="1648065"/>
                  </a:lnTo>
                  <a:lnTo>
                    <a:pt x="1561778" y="1648057"/>
                  </a:lnTo>
                  <a:lnTo>
                    <a:pt x="1561773" y="1648056"/>
                  </a:lnTo>
                  <a:lnTo>
                    <a:pt x="1561766" y="1648050"/>
                  </a:lnTo>
                  <a:lnTo>
                    <a:pt x="1561762" y="1648044"/>
                  </a:lnTo>
                  <a:lnTo>
                    <a:pt x="1561761" y="1648038"/>
                  </a:lnTo>
                  <a:lnTo>
                    <a:pt x="1561759" y="1648022"/>
                  </a:lnTo>
                  <a:lnTo>
                    <a:pt x="1561755" y="1648003"/>
                  </a:lnTo>
                  <a:lnTo>
                    <a:pt x="1561749" y="1647990"/>
                  </a:lnTo>
                  <a:lnTo>
                    <a:pt x="1561741" y="1647970"/>
                  </a:lnTo>
                  <a:lnTo>
                    <a:pt x="1561734" y="1647954"/>
                  </a:lnTo>
                  <a:lnTo>
                    <a:pt x="1561728" y="1647944"/>
                  </a:lnTo>
                  <a:lnTo>
                    <a:pt x="1561725" y="1647933"/>
                  </a:lnTo>
                  <a:lnTo>
                    <a:pt x="1561725" y="1647924"/>
                  </a:lnTo>
                  <a:lnTo>
                    <a:pt x="1561723" y="1647907"/>
                  </a:lnTo>
                  <a:lnTo>
                    <a:pt x="1561723" y="1647883"/>
                  </a:lnTo>
                  <a:lnTo>
                    <a:pt x="1561722" y="1647858"/>
                  </a:lnTo>
                  <a:lnTo>
                    <a:pt x="1561718" y="1647843"/>
                  </a:lnTo>
                  <a:lnTo>
                    <a:pt x="1561710" y="1647829"/>
                  </a:lnTo>
                  <a:lnTo>
                    <a:pt x="1561703" y="1647818"/>
                  </a:lnTo>
                  <a:lnTo>
                    <a:pt x="1561693" y="1647808"/>
                  </a:lnTo>
                  <a:lnTo>
                    <a:pt x="1561685" y="1647802"/>
                  </a:lnTo>
                  <a:lnTo>
                    <a:pt x="1561680" y="1647801"/>
                  </a:lnTo>
                  <a:lnTo>
                    <a:pt x="1561673" y="1647802"/>
                  </a:lnTo>
                  <a:lnTo>
                    <a:pt x="1561656" y="1647804"/>
                  </a:lnTo>
                  <a:lnTo>
                    <a:pt x="1561640" y="1647804"/>
                  </a:lnTo>
                  <a:lnTo>
                    <a:pt x="1561624" y="1647804"/>
                  </a:lnTo>
                  <a:lnTo>
                    <a:pt x="1561609" y="1647802"/>
                  </a:lnTo>
                  <a:lnTo>
                    <a:pt x="1561592" y="1647802"/>
                  </a:lnTo>
                  <a:lnTo>
                    <a:pt x="1561582" y="1647802"/>
                  </a:lnTo>
                  <a:lnTo>
                    <a:pt x="1561575" y="1647800"/>
                  </a:lnTo>
                  <a:lnTo>
                    <a:pt x="1561569" y="1647797"/>
                  </a:lnTo>
                  <a:lnTo>
                    <a:pt x="1561565" y="1647793"/>
                  </a:lnTo>
                  <a:lnTo>
                    <a:pt x="1561560" y="1647784"/>
                  </a:lnTo>
                  <a:lnTo>
                    <a:pt x="1561556" y="1647773"/>
                  </a:lnTo>
                  <a:lnTo>
                    <a:pt x="1561556" y="1647761"/>
                  </a:lnTo>
                  <a:lnTo>
                    <a:pt x="1561559" y="1647753"/>
                  </a:lnTo>
                  <a:lnTo>
                    <a:pt x="1561563" y="1647746"/>
                  </a:lnTo>
                  <a:lnTo>
                    <a:pt x="1561569" y="1647737"/>
                  </a:lnTo>
                  <a:lnTo>
                    <a:pt x="1561575" y="1647728"/>
                  </a:lnTo>
                  <a:lnTo>
                    <a:pt x="1561570" y="1647730"/>
                  </a:lnTo>
                  <a:lnTo>
                    <a:pt x="1561563" y="1647734"/>
                  </a:lnTo>
                  <a:lnTo>
                    <a:pt x="1561553" y="1647740"/>
                  </a:lnTo>
                  <a:lnTo>
                    <a:pt x="1561545" y="1647743"/>
                  </a:lnTo>
                  <a:lnTo>
                    <a:pt x="1561531" y="1647744"/>
                  </a:lnTo>
                  <a:lnTo>
                    <a:pt x="1561521" y="1647744"/>
                  </a:lnTo>
                  <a:lnTo>
                    <a:pt x="1561512" y="1647741"/>
                  </a:lnTo>
                  <a:lnTo>
                    <a:pt x="1561500" y="1647736"/>
                  </a:lnTo>
                  <a:lnTo>
                    <a:pt x="1561485" y="1647728"/>
                  </a:lnTo>
                  <a:lnTo>
                    <a:pt x="1561478" y="1647725"/>
                  </a:lnTo>
                  <a:lnTo>
                    <a:pt x="1561469" y="1647722"/>
                  </a:lnTo>
                  <a:lnTo>
                    <a:pt x="1561461" y="1647720"/>
                  </a:lnTo>
                  <a:lnTo>
                    <a:pt x="1561456" y="1647721"/>
                  </a:lnTo>
                  <a:lnTo>
                    <a:pt x="1561451" y="1647733"/>
                  </a:lnTo>
                  <a:lnTo>
                    <a:pt x="1561440" y="1647758"/>
                  </a:lnTo>
                  <a:lnTo>
                    <a:pt x="1561429" y="1647788"/>
                  </a:lnTo>
                  <a:lnTo>
                    <a:pt x="1561419" y="1647814"/>
                  </a:lnTo>
                  <a:lnTo>
                    <a:pt x="1561411" y="1647835"/>
                  </a:lnTo>
                  <a:lnTo>
                    <a:pt x="1561403" y="1647855"/>
                  </a:lnTo>
                  <a:lnTo>
                    <a:pt x="1561397" y="1647858"/>
                  </a:lnTo>
                  <a:lnTo>
                    <a:pt x="1561387" y="1647865"/>
                  </a:lnTo>
                  <a:lnTo>
                    <a:pt x="1561375" y="1647872"/>
                  </a:lnTo>
                  <a:lnTo>
                    <a:pt x="1561366" y="1647878"/>
                  </a:lnTo>
                  <a:lnTo>
                    <a:pt x="1561360" y="1647884"/>
                  </a:lnTo>
                  <a:lnTo>
                    <a:pt x="1561357" y="1647888"/>
                  </a:lnTo>
                  <a:lnTo>
                    <a:pt x="1561353" y="1647899"/>
                  </a:lnTo>
                  <a:lnTo>
                    <a:pt x="1561350" y="1647912"/>
                  </a:lnTo>
                  <a:lnTo>
                    <a:pt x="1561344" y="1647922"/>
                  </a:lnTo>
                  <a:lnTo>
                    <a:pt x="1561342" y="1647929"/>
                  </a:lnTo>
                  <a:lnTo>
                    <a:pt x="1561338" y="1647942"/>
                  </a:lnTo>
                  <a:lnTo>
                    <a:pt x="1561333" y="1647951"/>
                  </a:lnTo>
                  <a:lnTo>
                    <a:pt x="1561327" y="1647957"/>
                  </a:lnTo>
                  <a:lnTo>
                    <a:pt x="1561319" y="1647963"/>
                  </a:lnTo>
                  <a:lnTo>
                    <a:pt x="1561312" y="1647970"/>
                  </a:lnTo>
                  <a:lnTo>
                    <a:pt x="1561310" y="1647976"/>
                  </a:lnTo>
                  <a:lnTo>
                    <a:pt x="1561312" y="1647989"/>
                  </a:lnTo>
                  <a:lnTo>
                    <a:pt x="1561319" y="1648000"/>
                  </a:lnTo>
                  <a:lnTo>
                    <a:pt x="1561324" y="1648011"/>
                  </a:lnTo>
                  <a:lnTo>
                    <a:pt x="1561333" y="1648030"/>
                  </a:lnTo>
                  <a:lnTo>
                    <a:pt x="1561339" y="1648045"/>
                  </a:lnTo>
                  <a:lnTo>
                    <a:pt x="1561346" y="1648062"/>
                  </a:lnTo>
                  <a:lnTo>
                    <a:pt x="1561348" y="1648069"/>
                  </a:lnTo>
                  <a:lnTo>
                    <a:pt x="1561352" y="1648076"/>
                  </a:lnTo>
                  <a:lnTo>
                    <a:pt x="1561358" y="1648084"/>
                  </a:lnTo>
                  <a:lnTo>
                    <a:pt x="1561360" y="1648092"/>
                  </a:lnTo>
                  <a:lnTo>
                    <a:pt x="1561360" y="1648108"/>
                  </a:lnTo>
                  <a:lnTo>
                    <a:pt x="1561359" y="1648125"/>
                  </a:lnTo>
                  <a:lnTo>
                    <a:pt x="1561356" y="1648147"/>
                  </a:lnTo>
                  <a:lnTo>
                    <a:pt x="1561356" y="1648172"/>
                  </a:lnTo>
                  <a:lnTo>
                    <a:pt x="1561355" y="1648191"/>
                  </a:lnTo>
                  <a:lnTo>
                    <a:pt x="1561353" y="1648208"/>
                  </a:lnTo>
                  <a:lnTo>
                    <a:pt x="1561344" y="1648211"/>
                  </a:lnTo>
                  <a:lnTo>
                    <a:pt x="1561335" y="1648215"/>
                  </a:lnTo>
                  <a:lnTo>
                    <a:pt x="1561318" y="1648226"/>
                  </a:lnTo>
                  <a:lnTo>
                    <a:pt x="1561307" y="1648233"/>
                  </a:lnTo>
                  <a:lnTo>
                    <a:pt x="1561294" y="1648243"/>
                  </a:lnTo>
                  <a:lnTo>
                    <a:pt x="1561278" y="1648255"/>
                  </a:lnTo>
                  <a:lnTo>
                    <a:pt x="1561270" y="1648259"/>
                  </a:lnTo>
                  <a:lnTo>
                    <a:pt x="1561260" y="1648261"/>
                  </a:lnTo>
                  <a:lnTo>
                    <a:pt x="1561253" y="1648260"/>
                  </a:lnTo>
                  <a:lnTo>
                    <a:pt x="1561244" y="1648255"/>
                  </a:lnTo>
                  <a:lnTo>
                    <a:pt x="1561228" y="1648244"/>
                  </a:lnTo>
                  <a:lnTo>
                    <a:pt x="1561215" y="1648234"/>
                  </a:lnTo>
                  <a:lnTo>
                    <a:pt x="1561203" y="1648229"/>
                  </a:lnTo>
                  <a:lnTo>
                    <a:pt x="1561192" y="1648221"/>
                  </a:lnTo>
                  <a:lnTo>
                    <a:pt x="1561182" y="1648214"/>
                  </a:lnTo>
                  <a:lnTo>
                    <a:pt x="1561174" y="1648204"/>
                  </a:lnTo>
                  <a:lnTo>
                    <a:pt x="1561165" y="1648193"/>
                  </a:lnTo>
                  <a:lnTo>
                    <a:pt x="1561156" y="1648190"/>
                  </a:lnTo>
                  <a:lnTo>
                    <a:pt x="1561147" y="1648189"/>
                  </a:lnTo>
                  <a:lnTo>
                    <a:pt x="1561135" y="1648188"/>
                  </a:lnTo>
                  <a:lnTo>
                    <a:pt x="1561123" y="1648187"/>
                  </a:lnTo>
                  <a:lnTo>
                    <a:pt x="1561113" y="1648186"/>
                  </a:lnTo>
                  <a:lnTo>
                    <a:pt x="1561104" y="1648183"/>
                  </a:lnTo>
                  <a:lnTo>
                    <a:pt x="1561094" y="1648180"/>
                  </a:lnTo>
                  <a:lnTo>
                    <a:pt x="1561086" y="1648183"/>
                  </a:lnTo>
                  <a:lnTo>
                    <a:pt x="1561076" y="1648187"/>
                  </a:lnTo>
                  <a:lnTo>
                    <a:pt x="1561059" y="1648195"/>
                  </a:lnTo>
                  <a:lnTo>
                    <a:pt x="1561042" y="1648201"/>
                  </a:lnTo>
                  <a:lnTo>
                    <a:pt x="1561028" y="1648204"/>
                  </a:lnTo>
                  <a:lnTo>
                    <a:pt x="1561017" y="1648209"/>
                  </a:lnTo>
                  <a:lnTo>
                    <a:pt x="1561005" y="1648215"/>
                  </a:lnTo>
                  <a:lnTo>
                    <a:pt x="1560992" y="1648219"/>
                  </a:lnTo>
                  <a:lnTo>
                    <a:pt x="1560986" y="1648224"/>
                  </a:lnTo>
                  <a:lnTo>
                    <a:pt x="1560984" y="1648231"/>
                  </a:lnTo>
                  <a:lnTo>
                    <a:pt x="1560985" y="1648240"/>
                  </a:lnTo>
                  <a:lnTo>
                    <a:pt x="1560987" y="1648246"/>
                  </a:lnTo>
                  <a:lnTo>
                    <a:pt x="1560990" y="1648253"/>
                  </a:lnTo>
                  <a:lnTo>
                    <a:pt x="1560996" y="1648262"/>
                  </a:lnTo>
                  <a:lnTo>
                    <a:pt x="1561004" y="1648271"/>
                  </a:lnTo>
                  <a:lnTo>
                    <a:pt x="1561010" y="1648278"/>
                  </a:lnTo>
                  <a:lnTo>
                    <a:pt x="1561016" y="1648286"/>
                  </a:lnTo>
                  <a:lnTo>
                    <a:pt x="1561019" y="1648295"/>
                  </a:lnTo>
                  <a:lnTo>
                    <a:pt x="1561021" y="1648304"/>
                  </a:lnTo>
                  <a:lnTo>
                    <a:pt x="1561020" y="1648318"/>
                  </a:lnTo>
                  <a:lnTo>
                    <a:pt x="1561019" y="1648328"/>
                  </a:lnTo>
                  <a:lnTo>
                    <a:pt x="1561017" y="1648344"/>
                  </a:lnTo>
                  <a:lnTo>
                    <a:pt x="1561018" y="1648356"/>
                  </a:lnTo>
                  <a:lnTo>
                    <a:pt x="1561018" y="1648368"/>
                  </a:lnTo>
                  <a:lnTo>
                    <a:pt x="1561018" y="1648380"/>
                  </a:lnTo>
                  <a:lnTo>
                    <a:pt x="1561015" y="1648400"/>
                  </a:lnTo>
                  <a:lnTo>
                    <a:pt x="1561013" y="1648411"/>
                  </a:lnTo>
                  <a:lnTo>
                    <a:pt x="1560999" y="1648422"/>
                  </a:lnTo>
                  <a:lnTo>
                    <a:pt x="1560974" y="1648441"/>
                  </a:lnTo>
                  <a:lnTo>
                    <a:pt x="1560945" y="1648464"/>
                  </a:lnTo>
                  <a:lnTo>
                    <a:pt x="1560936" y="1648467"/>
                  </a:lnTo>
                  <a:lnTo>
                    <a:pt x="1560920" y="1648475"/>
                  </a:lnTo>
                  <a:lnTo>
                    <a:pt x="1560899" y="1648484"/>
                  </a:lnTo>
                  <a:lnTo>
                    <a:pt x="1560870" y="1648497"/>
                  </a:lnTo>
                  <a:lnTo>
                    <a:pt x="1560864" y="1648499"/>
                  </a:lnTo>
                  <a:lnTo>
                    <a:pt x="1560845" y="1648506"/>
                  </a:lnTo>
                  <a:lnTo>
                    <a:pt x="1560832" y="1648510"/>
                  </a:lnTo>
                  <a:lnTo>
                    <a:pt x="1560827" y="1648507"/>
                  </a:lnTo>
                  <a:lnTo>
                    <a:pt x="1560822" y="1648498"/>
                  </a:lnTo>
                  <a:lnTo>
                    <a:pt x="1560817" y="1648489"/>
                  </a:lnTo>
                  <a:lnTo>
                    <a:pt x="1560810" y="1648479"/>
                  </a:lnTo>
                  <a:lnTo>
                    <a:pt x="1560797" y="1648465"/>
                  </a:lnTo>
                  <a:lnTo>
                    <a:pt x="1560780" y="1648453"/>
                  </a:lnTo>
                  <a:lnTo>
                    <a:pt x="1560769" y="1648453"/>
                  </a:lnTo>
                  <a:lnTo>
                    <a:pt x="1560763" y="1648454"/>
                  </a:lnTo>
                  <a:lnTo>
                    <a:pt x="1560754" y="1648455"/>
                  </a:lnTo>
                  <a:lnTo>
                    <a:pt x="1560748" y="1648456"/>
                  </a:lnTo>
                  <a:lnTo>
                    <a:pt x="1560742" y="1648455"/>
                  </a:lnTo>
                  <a:lnTo>
                    <a:pt x="1560736" y="1648450"/>
                  </a:lnTo>
                  <a:lnTo>
                    <a:pt x="1560730" y="1648437"/>
                  </a:lnTo>
                  <a:lnTo>
                    <a:pt x="1560727" y="1648426"/>
                  </a:lnTo>
                  <a:lnTo>
                    <a:pt x="1560726" y="1648407"/>
                  </a:lnTo>
                  <a:lnTo>
                    <a:pt x="1560728" y="1648384"/>
                  </a:lnTo>
                  <a:lnTo>
                    <a:pt x="1560729" y="1648376"/>
                  </a:lnTo>
                  <a:lnTo>
                    <a:pt x="1560725" y="1648367"/>
                  </a:lnTo>
                  <a:lnTo>
                    <a:pt x="1560719" y="1648357"/>
                  </a:lnTo>
                  <a:lnTo>
                    <a:pt x="1560712" y="1648343"/>
                  </a:lnTo>
                  <a:lnTo>
                    <a:pt x="1560703" y="1648326"/>
                  </a:lnTo>
                  <a:lnTo>
                    <a:pt x="1560690" y="1648300"/>
                  </a:lnTo>
                  <a:lnTo>
                    <a:pt x="1560683" y="1648290"/>
                  </a:lnTo>
                  <a:lnTo>
                    <a:pt x="1560673" y="1648279"/>
                  </a:lnTo>
                  <a:lnTo>
                    <a:pt x="1560664" y="1648271"/>
                  </a:lnTo>
                  <a:lnTo>
                    <a:pt x="1560655" y="1648267"/>
                  </a:lnTo>
                  <a:lnTo>
                    <a:pt x="1560637" y="1648261"/>
                  </a:lnTo>
                  <a:lnTo>
                    <a:pt x="1560623" y="1648257"/>
                  </a:lnTo>
                  <a:lnTo>
                    <a:pt x="1560616" y="1648254"/>
                  </a:lnTo>
                  <a:lnTo>
                    <a:pt x="1560610" y="1648249"/>
                  </a:lnTo>
                  <a:lnTo>
                    <a:pt x="1560602" y="1648244"/>
                  </a:lnTo>
                  <a:lnTo>
                    <a:pt x="1560595" y="1648235"/>
                  </a:lnTo>
                  <a:lnTo>
                    <a:pt x="1560588" y="1648223"/>
                  </a:lnTo>
                  <a:lnTo>
                    <a:pt x="1560580" y="1648214"/>
                  </a:lnTo>
                  <a:lnTo>
                    <a:pt x="1560574" y="1648212"/>
                  </a:lnTo>
                  <a:lnTo>
                    <a:pt x="1560568" y="1648210"/>
                  </a:lnTo>
                  <a:lnTo>
                    <a:pt x="1560565" y="1648206"/>
                  </a:lnTo>
                  <a:lnTo>
                    <a:pt x="1560561" y="1648198"/>
                  </a:lnTo>
                  <a:lnTo>
                    <a:pt x="1560558" y="1648189"/>
                  </a:lnTo>
                  <a:lnTo>
                    <a:pt x="1560557" y="1648178"/>
                  </a:lnTo>
                  <a:lnTo>
                    <a:pt x="1560558" y="1648160"/>
                  </a:lnTo>
                  <a:lnTo>
                    <a:pt x="1560560" y="1648148"/>
                  </a:lnTo>
                  <a:lnTo>
                    <a:pt x="1560564" y="1648117"/>
                  </a:lnTo>
                  <a:lnTo>
                    <a:pt x="1560555" y="1648104"/>
                  </a:lnTo>
                  <a:lnTo>
                    <a:pt x="1560550" y="1648096"/>
                  </a:lnTo>
                  <a:lnTo>
                    <a:pt x="1560545" y="1648087"/>
                  </a:lnTo>
                  <a:lnTo>
                    <a:pt x="1560537" y="1648081"/>
                  </a:lnTo>
                  <a:lnTo>
                    <a:pt x="1560524" y="1648074"/>
                  </a:lnTo>
                  <a:lnTo>
                    <a:pt x="1560513" y="1648070"/>
                  </a:lnTo>
                  <a:lnTo>
                    <a:pt x="1560501" y="1648066"/>
                  </a:lnTo>
                  <a:lnTo>
                    <a:pt x="1560490" y="1648064"/>
                  </a:lnTo>
                  <a:lnTo>
                    <a:pt x="1560483" y="1648063"/>
                  </a:lnTo>
                  <a:lnTo>
                    <a:pt x="1560473" y="1648069"/>
                  </a:lnTo>
                  <a:lnTo>
                    <a:pt x="1560461" y="1648076"/>
                  </a:lnTo>
                  <a:lnTo>
                    <a:pt x="1560449" y="1648080"/>
                  </a:lnTo>
                  <a:lnTo>
                    <a:pt x="1560439" y="1648084"/>
                  </a:lnTo>
                  <a:lnTo>
                    <a:pt x="1560425" y="1648088"/>
                  </a:lnTo>
                  <a:lnTo>
                    <a:pt x="1560411" y="1648090"/>
                  </a:lnTo>
                  <a:lnTo>
                    <a:pt x="1560394" y="1648094"/>
                  </a:lnTo>
                  <a:lnTo>
                    <a:pt x="1560384" y="1648097"/>
                  </a:lnTo>
                  <a:lnTo>
                    <a:pt x="1560374" y="1648103"/>
                  </a:lnTo>
                  <a:lnTo>
                    <a:pt x="1560368" y="1648108"/>
                  </a:lnTo>
                  <a:lnTo>
                    <a:pt x="1560360" y="1648120"/>
                  </a:lnTo>
                  <a:lnTo>
                    <a:pt x="1560353" y="1648123"/>
                  </a:lnTo>
                  <a:lnTo>
                    <a:pt x="1560344" y="1648120"/>
                  </a:lnTo>
                  <a:lnTo>
                    <a:pt x="1560338" y="1648116"/>
                  </a:lnTo>
                  <a:lnTo>
                    <a:pt x="1560328" y="1648108"/>
                  </a:lnTo>
                  <a:lnTo>
                    <a:pt x="1560318" y="1648097"/>
                  </a:lnTo>
                  <a:lnTo>
                    <a:pt x="1560311" y="1648093"/>
                  </a:lnTo>
                  <a:lnTo>
                    <a:pt x="1560303" y="1648089"/>
                  </a:lnTo>
                  <a:lnTo>
                    <a:pt x="1560293" y="1648082"/>
                  </a:lnTo>
                  <a:lnTo>
                    <a:pt x="1560284" y="1648076"/>
                  </a:lnTo>
                  <a:lnTo>
                    <a:pt x="1560271" y="1648066"/>
                  </a:lnTo>
                  <a:lnTo>
                    <a:pt x="1560262" y="1648061"/>
                  </a:lnTo>
                  <a:lnTo>
                    <a:pt x="1560250" y="1648056"/>
                  </a:lnTo>
                  <a:lnTo>
                    <a:pt x="1560240" y="1648055"/>
                  </a:lnTo>
                  <a:lnTo>
                    <a:pt x="1560226" y="1648056"/>
                  </a:lnTo>
                  <a:lnTo>
                    <a:pt x="1560216" y="1648061"/>
                  </a:lnTo>
                  <a:lnTo>
                    <a:pt x="1560204" y="1648069"/>
                  </a:lnTo>
                  <a:lnTo>
                    <a:pt x="1560198" y="1648074"/>
                  </a:lnTo>
                  <a:lnTo>
                    <a:pt x="1560194" y="1648078"/>
                  </a:lnTo>
                  <a:lnTo>
                    <a:pt x="1560185" y="1648084"/>
                  </a:lnTo>
                  <a:lnTo>
                    <a:pt x="1560174" y="1648090"/>
                  </a:lnTo>
                  <a:lnTo>
                    <a:pt x="1560168" y="1648092"/>
                  </a:lnTo>
                  <a:lnTo>
                    <a:pt x="1560162" y="1648094"/>
                  </a:lnTo>
                  <a:lnTo>
                    <a:pt x="1560158" y="1648101"/>
                  </a:lnTo>
                  <a:lnTo>
                    <a:pt x="1560160" y="1648109"/>
                  </a:lnTo>
                  <a:lnTo>
                    <a:pt x="1560165" y="1648117"/>
                  </a:lnTo>
                  <a:lnTo>
                    <a:pt x="1560171" y="1648130"/>
                  </a:lnTo>
                  <a:lnTo>
                    <a:pt x="1560176" y="1648139"/>
                  </a:lnTo>
                  <a:lnTo>
                    <a:pt x="1560175" y="1648154"/>
                  </a:lnTo>
                  <a:lnTo>
                    <a:pt x="1560173" y="1648168"/>
                  </a:lnTo>
                  <a:lnTo>
                    <a:pt x="1560169" y="1648190"/>
                  </a:lnTo>
                  <a:lnTo>
                    <a:pt x="1560166" y="1648210"/>
                  </a:lnTo>
                  <a:lnTo>
                    <a:pt x="1560165" y="1648223"/>
                  </a:lnTo>
                  <a:lnTo>
                    <a:pt x="1560166" y="1648237"/>
                  </a:lnTo>
                  <a:lnTo>
                    <a:pt x="1560166" y="1648246"/>
                  </a:lnTo>
                  <a:lnTo>
                    <a:pt x="1560163" y="1648253"/>
                  </a:lnTo>
                  <a:lnTo>
                    <a:pt x="1560160" y="1648257"/>
                  </a:lnTo>
                  <a:lnTo>
                    <a:pt x="1560153" y="1648263"/>
                  </a:lnTo>
                  <a:lnTo>
                    <a:pt x="1560139" y="1648275"/>
                  </a:lnTo>
                  <a:lnTo>
                    <a:pt x="1560123" y="1648290"/>
                  </a:lnTo>
                  <a:lnTo>
                    <a:pt x="1560115" y="1648299"/>
                  </a:lnTo>
                  <a:lnTo>
                    <a:pt x="1560105" y="1648308"/>
                  </a:lnTo>
                  <a:lnTo>
                    <a:pt x="1560083" y="1648333"/>
                  </a:lnTo>
                  <a:lnTo>
                    <a:pt x="1560064" y="1648356"/>
                  </a:lnTo>
                  <a:lnTo>
                    <a:pt x="1560057" y="1648371"/>
                  </a:lnTo>
                  <a:lnTo>
                    <a:pt x="1560053" y="1648381"/>
                  </a:lnTo>
                  <a:lnTo>
                    <a:pt x="1560052" y="1648388"/>
                  </a:lnTo>
                  <a:lnTo>
                    <a:pt x="1560049" y="1648394"/>
                  </a:lnTo>
                  <a:lnTo>
                    <a:pt x="1560044" y="1648399"/>
                  </a:lnTo>
                  <a:lnTo>
                    <a:pt x="1560039" y="1648402"/>
                  </a:lnTo>
                  <a:lnTo>
                    <a:pt x="1560030" y="1648408"/>
                  </a:lnTo>
                  <a:lnTo>
                    <a:pt x="1560024" y="1648413"/>
                  </a:lnTo>
                  <a:lnTo>
                    <a:pt x="1560015" y="1648422"/>
                  </a:lnTo>
                  <a:lnTo>
                    <a:pt x="1560010" y="1648428"/>
                  </a:lnTo>
                  <a:lnTo>
                    <a:pt x="1560009" y="1648434"/>
                  </a:lnTo>
                  <a:lnTo>
                    <a:pt x="1560008" y="1648440"/>
                  </a:lnTo>
                  <a:lnTo>
                    <a:pt x="1560008" y="1648449"/>
                  </a:lnTo>
                  <a:lnTo>
                    <a:pt x="1560007" y="1648456"/>
                  </a:lnTo>
                  <a:lnTo>
                    <a:pt x="1560007" y="1648462"/>
                  </a:lnTo>
                  <a:lnTo>
                    <a:pt x="1560008" y="1648469"/>
                  </a:lnTo>
                  <a:lnTo>
                    <a:pt x="1560009" y="1648476"/>
                  </a:lnTo>
                  <a:lnTo>
                    <a:pt x="1560012" y="1648483"/>
                  </a:lnTo>
                  <a:lnTo>
                    <a:pt x="1560016" y="1648490"/>
                  </a:lnTo>
                  <a:lnTo>
                    <a:pt x="1560021" y="1648498"/>
                  </a:lnTo>
                  <a:lnTo>
                    <a:pt x="1560025" y="1648502"/>
                  </a:lnTo>
                  <a:lnTo>
                    <a:pt x="1560031" y="1648505"/>
                  </a:lnTo>
                  <a:lnTo>
                    <a:pt x="1560039" y="1648510"/>
                  </a:lnTo>
                  <a:lnTo>
                    <a:pt x="1560046" y="1648515"/>
                  </a:lnTo>
                  <a:lnTo>
                    <a:pt x="1560054" y="1648520"/>
                  </a:lnTo>
                  <a:lnTo>
                    <a:pt x="1560065" y="1648530"/>
                  </a:lnTo>
                  <a:lnTo>
                    <a:pt x="1560057" y="1648544"/>
                  </a:lnTo>
                  <a:lnTo>
                    <a:pt x="1560048" y="1648556"/>
                  </a:lnTo>
                  <a:lnTo>
                    <a:pt x="1560044" y="1648559"/>
                  </a:lnTo>
                  <a:lnTo>
                    <a:pt x="1560035" y="1648567"/>
                  </a:lnTo>
                  <a:lnTo>
                    <a:pt x="1560031" y="1648572"/>
                  </a:lnTo>
                  <a:lnTo>
                    <a:pt x="1560028" y="1648580"/>
                  </a:lnTo>
                  <a:lnTo>
                    <a:pt x="1560025" y="1648592"/>
                  </a:lnTo>
                  <a:lnTo>
                    <a:pt x="1560024" y="1648600"/>
                  </a:lnTo>
                  <a:lnTo>
                    <a:pt x="1560022" y="1648607"/>
                  </a:lnTo>
                  <a:lnTo>
                    <a:pt x="1560016" y="1648621"/>
                  </a:lnTo>
                  <a:lnTo>
                    <a:pt x="1560010" y="1648637"/>
                  </a:lnTo>
                  <a:lnTo>
                    <a:pt x="1560007" y="1648650"/>
                  </a:lnTo>
                  <a:lnTo>
                    <a:pt x="1560006" y="1648661"/>
                  </a:lnTo>
                  <a:lnTo>
                    <a:pt x="1560006" y="1648674"/>
                  </a:lnTo>
                  <a:lnTo>
                    <a:pt x="1559982" y="1648712"/>
                  </a:lnTo>
                  <a:lnTo>
                    <a:pt x="1559954" y="1648718"/>
                  </a:lnTo>
                  <a:lnTo>
                    <a:pt x="1559948" y="1648724"/>
                  </a:lnTo>
                  <a:lnTo>
                    <a:pt x="1559939" y="1648732"/>
                  </a:lnTo>
                  <a:lnTo>
                    <a:pt x="1559932" y="1648739"/>
                  </a:lnTo>
                  <a:lnTo>
                    <a:pt x="1559921" y="1648751"/>
                  </a:lnTo>
                  <a:lnTo>
                    <a:pt x="1559911" y="1648762"/>
                  </a:lnTo>
                  <a:lnTo>
                    <a:pt x="1559892" y="1648769"/>
                  </a:lnTo>
                  <a:lnTo>
                    <a:pt x="1559878" y="1648776"/>
                  </a:lnTo>
                  <a:lnTo>
                    <a:pt x="1559865" y="1648786"/>
                  </a:lnTo>
                  <a:lnTo>
                    <a:pt x="1559852" y="1648786"/>
                  </a:lnTo>
                  <a:lnTo>
                    <a:pt x="1559833" y="1648785"/>
                  </a:lnTo>
                  <a:lnTo>
                    <a:pt x="1559809" y="1648786"/>
                  </a:lnTo>
                  <a:lnTo>
                    <a:pt x="1559793" y="1648787"/>
                  </a:lnTo>
                  <a:lnTo>
                    <a:pt x="1559780" y="1648791"/>
                  </a:lnTo>
                  <a:lnTo>
                    <a:pt x="1559765" y="1648794"/>
                  </a:lnTo>
                  <a:lnTo>
                    <a:pt x="1559755" y="1648797"/>
                  </a:lnTo>
                  <a:lnTo>
                    <a:pt x="1559748" y="1648798"/>
                  </a:lnTo>
                  <a:lnTo>
                    <a:pt x="1559738" y="1648799"/>
                  </a:lnTo>
                  <a:lnTo>
                    <a:pt x="1559734" y="1648808"/>
                  </a:lnTo>
                  <a:lnTo>
                    <a:pt x="1559732" y="1648818"/>
                  </a:lnTo>
                  <a:lnTo>
                    <a:pt x="1559731" y="1648841"/>
                  </a:lnTo>
                  <a:lnTo>
                    <a:pt x="1559731" y="1648856"/>
                  </a:lnTo>
                  <a:lnTo>
                    <a:pt x="1559730" y="1648868"/>
                  </a:lnTo>
                  <a:lnTo>
                    <a:pt x="1559730" y="1648886"/>
                  </a:lnTo>
                  <a:lnTo>
                    <a:pt x="1559743" y="1648913"/>
                  </a:lnTo>
                  <a:lnTo>
                    <a:pt x="1559719" y="1648900"/>
                  </a:lnTo>
                  <a:lnTo>
                    <a:pt x="1559696" y="1648902"/>
                  </a:lnTo>
                  <a:lnTo>
                    <a:pt x="1559691" y="1648906"/>
                  </a:lnTo>
                  <a:lnTo>
                    <a:pt x="1559683" y="1648910"/>
                  </a:lnTo>
                  <a:lnTo>
                    <a:pt x="1559667" y="1648921"/>
                  </a:lnTo>
                  <a:lnTo>
                    <a:pt x="1559656" y="1648927"/>
                  </a:lnTo>
                  <a:lnTo>
                    <a:pt x="1559650" y="1648933"/>
                  </a:lnTo>
                  <a:lnTo>
                    <a:pt x="1559648" y="1648938"/>
                  </a:lnTo>
                  <a:lnTo>
                    <a:pt x="1559643" y="1648948"/>
                  </a:lnTo>
                  <a:lnTo>
                    <a:pt x="1559642" y="1648957"/>
                  </a:lnTo>
                  <a:lnTo>
                    <a:pt x="1559641" y="1648966"/>
                  </a:lnTo>
                  <a:lnTo>
                    <a:pt x="1559640" y="1648985"/>
                  </a:lnTo>
                  <a:lnTo>
                    <a:pt x="1559641" y="1648998"/>
                  </a:lnTo>
                  <a:lnTo>
                    <a:pt x="1559640" y="1649005"/>
                  </a:lnTo>
                  <a:lnTo>
                    <a:pt x="1559635" y="1649014"/>
                  </a:lnTo>
                  <a:lnTo>
                    <a:pt x="1559627" y="1649021"/>
                  </a:lnTo>
                  <a:lnTo>
                    <a:pt x="1559617" y="1649028"/>
                  </a:lnTo>
                  <a:lnTo>
                    <a:pt x="1559608" y="1649034"/>
                  </a:lnTo>
                  <a:lnTo>
                    <a:pt x="1559601" y="1649038"/>
                  </a:lnTo>
                  <a:lnTo>
                    <a:pt x="1559596" y="1649051"/>
                  </a:lnTo>
                  <a:lnTo>
                    <a:pt x="1559589" y="1649067"/>
                  </a:lnTo>
                  <a:lnTo>
                    <a:pt x="1559580" y="1649089"/>
                  </a:lnTo>
                  <a:lnTo>
                    <a:pt x="1559573" y="1649107"/>
                  </a:lnTo>
                  <a:lnTo>
                    <a:pt x="1559560" y="1649123"/>
                  </a:lnTo>
                  <a:lnTo>
                    <a:pt x="1559553" y="1649135"/>
                  </a:lnTo>
                  <a:lnTo>
                    <a:pt x="1559543" y="1649151"/>
                  </a:lnTo>
                  <a:lnTo>
                    <a:pt x="1559537" y="1649167"/>
                  </a:lnTo>
                  <a:lnTo>
                    <a:pt x="1559532" y="1649177"/>
                  </a:lnTo>
                  <a:lnTo>
                    <a:pt x="1559526" y="1649190"/>
                  </a:lnTo>
                  <a:lnTo>
                    <a:pt x="1559520" y="1649202"/>
                  </a:lnTo>
                  <a:lnTo>
                    <a:pt x="1559513" y="1649209"/>
                  </a:lnTo>
                  <a:lnTo>
                    <a:pt x="1559508" y="1649218"/>
                  </a:lnTo>
                  <a:lnTo>
                    <a:pt x="1559505" y="1649228"/>
                  </a:lnTo>
                  <a:lnTo>
                    <a:pt x="1559501" y="1649233"/>
                  </a:lnTo>
                  <a:lnTo>
                    <a:pt x="1559494" y="1649233"/>
                  </a:lnTo>
                  <a:lnTo>
                    <a:pt x="1559485" y="1649230"/>
                  </a:lnTo>
                  <a:lnTo>
                    <a:pt x="1559477" y="1649226"/>
                  </a:lnTo>
                  <a:lnTo>
                    <a:pt x="1559469" y="1649219"/>
                  </a:lnTo>
                  <a:lnTo>
                    <a:pt x="1559461" y="1649212"/>
                  </a:lnTo>
                  <a:lnTo>
                    <a:pt x="1559448" y="1649192"/>
                  </a:lnTo>
                  <a:lnTo>
                    <a:pt x="1559434" y="1649169"/>
                  </a:lnTo>
                  <a:lnTo>
                    <a:pt x="1559423" y="1649150"/>
                  </a:lnTo>
                  <a:lnTo>
                    <a:pt x="1559413" y="1649134"/>
                  </a:lnTo>
                  <a:lnTo>
                    <a:pt x="1559403" y="1649118"/>
                  </a:lnTo>
                  <a:lnTo>
                    <a:pt x="1559393" y="1649104"/>
                  </a:lnTo>
                  <a:lnTo>
                    <a:pt x="1559385" y="1649097"/>
                  </a:lnTo>
                  <a:lnTo>
                    <a:pt x="1559380" y="1649088"/>
                  </a:lnTo>
                  <a:lnTo>
                    <a:pt x="1559370" y="1649077"/>
                  </a:lnTo>
                  <a:lnTo>
                    <a:pt x="1559358" y="1649059"/>
                  </a:lnTo>
                  <a:lnTo>
                    <a:pt x="1559348" y="1649039"/>
                  </a:lnTo>
                  <a:lnTo>
                    <a:pt x="1559339" y="1649032"/>
                  </a:lnTo>
                  <a:lnTo>
                    <a:pt x="1559332" y="1649022"/>
                  </a:lnTo>
                  <a:lnTo>
                    <a:pt x="1559318" y="1649002"/>
                  </a:lnTo>
                  <a:lnTo>
                    <a:pt x="1559307" y="1648980"/>
                  </a:lnTo>
                  <a:lnTo>
                    <a:pt x="1559303" y="1648976"/>
                  </a:lnTo>
                  <a:lnTo>
                    <a:pt x="1559297" y="1648976"/>
                  </a:lnTo>
                  <a:lnTo>
                    <a:pt x="1559282" y="1648976"/>
                  </a:lnTo>
                  <a:lnTo>
                    <a:pt x="1559264" y="1648968"/>
                  </a:lnTo>
                  <a:lnTo>
                    <a:pt x="1559248" y="1648952"/>
                  </a:lnTo>
                  <a:lnTo>
                    <a:pt x="1559238" y="1648936"/>
                  </a:lnTo>
                  <a:lnTo>
                    <a:pt x="1559229" y="1648928"/>
                  </a:lnTo>
                  <a:lnTo>
                    <a:pt x="1559218" y="1648918"/>
                  </a:lnTo>
                  <a:lnTo>
                    <a:pt x="1559195" y="1648893"/>
                  </a:lnTo>
                  <a:lnTo>
                    <a:pt x="1559208" y="1648886"/>
                  </a:lnTo>
                  <a:lnTo>
                    <a:pt x="1559218" y="1648881"/>
                  </a:lnTo>
                  <a:lnTo>
                    <a:pt x="1559230" y="1648867"/>
                  </a:lnTo>
                  <a:lnTo>
                    <a:pt x="1559231" y="1648857"/>
                  </a:lnTo>
                  <a:lnTo>
                    <a:pt x="1559234" y="1648838"/>
                  </a:lnTo>
                  <a:lnTo>
                    <a:pt x="1559234" y="1648830"/>
                  </a:lnTo>
                  <a:lnTo>
                    <a:pt x="1559240" y="1648817"/>
                  </a:lnTo>
                  <a:lnTo>
                    <a:pt x="1559241" y="1648811"/>
                  </a:lnTo>
                  <a:lnTo>
                    <a:pt x="1559224" y="1648806"/>
                  </a:lnTo>
                  <a:lnTo>
                    <a:pt x="1559210" y="1648796"/>
                  </a:lnTo>
                  <a:lnTo>
                    <a:pt x="1559201" y="1648789"/>
                  </a:lnTo>
                  <a:lnTo>
                    <a:pt x="1559192" y="1648783"/>
                  </a:lnTo>
                  <a:lnTo>
                    <a:pt x="1559178" y="1648773"/>
                  </a:lnTo>
                  <a:lnTo>
                    <a:pt x="1559156" y="1648751"/>
                  </a:lnTo>
                  <a:lnTo>
                    <a:pt x="1559112" y="1648742"/>
                  </a:lnTo>
                  <a:lnTo>
                    <a:pt x="1559066" y="1648734"/>
                  </a:lnTo>
                  <a:lnTo>
                    <a:pt x="1559001" y="1648687"/>
                  </a:lnTo>
                  <a:lnTo>
                    <a:pt x="1558995" y="1648685"/>
                  </a:lnTo>
                  <a:lnTo>
                    <a:pt x="1558986" y="1648683"/>
                  </a:lnTo>
                  <a:lnTo>
                    <a:pt x="1558972" y="1648684"/>
                  </a:lnTo>
                  <a:lnTo>
                    <a:pt x="1558959" y="1648686"/>
                  </a:lnTo>
                  <a:lnTo>
                    <a:pt x="1558946" y="1648687"/>
                  </a:lnTo>
                  <a:lnTo>
                    <a:pt x="1558936" y="1648689"/>
                  </a:lnTo>
                  <a:lnTo>
                    <a:pt x="1558926" y="1648692"/>
                  </a:lnTo>
                  <a:lnTo>
                    <a:pt x="1558918" y="1648691"/>
                  </a:lnTo>
                  <a:lnTo>
                    <a:pt x="1558910" y="1648689"/>
                  </a:lnTo>
                  <a:lnTo>
                    <a:pt x="1558894" y="1648682"/>
                  </a:lnTo>
                  <a:lnTo>
                    <a:pt x="1558878" y="1648675"/>
                  </a:lnTo>
                  <a:lnTo>
                    <a:pt x="1558867" y="1648668"/>
                  </a:lnTo>
                  <a:lnTo>
                    <a:pt x="1558857" y="1648659"/>
                  </a:lnTo>
                  <a:lnTo>
                    <a:pt x="1558849" y="1648650"/>
                  </a:lnTo>
                  <a:lnTo>
                    <a:pt x="1558842" y="1648654"/>
                  </a:lnTo>
                  <a:lnTo>
                    <a:pt x="1558829" y="1648663"/>
                  </a:lnTo>
                  <a:lnTo>
                    <a:pt x="1558823" y="1648671"/>
                  </a:lnTo>
                  <a:lnTo>
                    <a:pt x="1558808" y="1648684"/>
                  </a:lnTo>
                  <a:lnTo>
                    <a:pt x="1558791" y="1648699"/>
                  </a:lnTo>
                  <a:lnTo>
                    <a:pt x="1558773" y="1648716"/>
                  </a:lnTo>
                  <a:lnTo>
                    <a:pt x="1558761" y="1648721"/>
                  </a:lnTo>
                  <a:lnTo>
                    <a:pt x="1558744" y="1648729"/>
                  </a:lnTo>
                  <a:lnTo>
                    <a:pt x="1558737" y="1648734"/>
                  </a:lnTo>
                  <a:lnTo>
                    <a:pt x="1558732" y="1648743"/>
                  </a:lnTo>
                  <a:lnTo>
                    <a:pt x="1558732" y="1648749"/>
                  </a:lnTo>
                  <a:lnTo>
                    <a:pt x="1558728" y="1648763"/>
                  </a:lnTo>
                  <a:lnTo>
                    <a:pt x="1558721" y="1648773"/>
                  </a:lnTo>
                  <a:lnTo>
                    <a:pt x="1558713" y="1648781"/>
                  </a:lnTo>
                  <a:lnTo>
                    <a:pt x="1558704" y="1648784"/>
                  </a:lnTo>
                  <a:lnTo>
                    <a:pt x="1558691" y="1648787"/>
                  </a:lnTo>
                  <a:lnTo>
                    <a:pt x="1558669" y="1648790"/>
                  </a:lnTo>
                  <a:lnTo>
                    <a:pt x="1558659" y="1648793"/>
                  </a:lnTo>
                  <a:lnTo>
                    <a:pt x="1558653" y="1648798"/>
                  </a:lnTo>
                  <a:lnTo>
                    <a:pt x="1558645" y="1648803"/>
                  </a:lnTo>
                  <a:lnTo>
                    <a:pt x="1558640" y="1648807"/>
                  </a:lnTo>
                  <a:lnTo>
                    <a:pt x="1558634" y="1648812"/>
                  </a:lnTo>
                  <a:lnTo>
                    <a:pt x="1558629" y="1648821"/>
                  </a:lnTo>
                  <a:lnTo>
                    <a:pt x="1558626" y="1648833"/>
                  </a:lnTo>
                  <a:lnTo>
                    <a:pt x="1558621" y="1648842"/>
                  </a:lnTo>
                  <a:lnTo>
                    <a:pt x="1558615" y="1648846"/>
                  </a:lnTo>
                  <a:lnTo>
                    <a:pt x="1558604" y="1648846"/>
                  </a:lnTo>
                  <a:lnTo>
                    <a:pt x="1558586" y="1648845"/>
                  </a:lnTo>
                  <a:lnTo>
                    <a:pt x="1558572" y="1648847"/>
                  </a:lnTo>
                  <a:lnTo>
                    <a:pt x="1558551" y="1648852"/>
                  </a:lnTo>
                  <a:lnTo>
                    <a:pt x="1558534" y="1648858"/>
                  </a:lnTo>
                  <a:lnTo>
                    <a:pt x="1558528" y="1648862"/>
                  </a:lnTo>
                  <a:lnTo>
                    <a:pt x="1558522" y="1648867"/>
                  </a:lnTo>
                  <a:lnTo>
                    <a:pt x="1558513" y="1648875"/>
                  </a:lnTo>
                  <a:lnTo>
                    <a:pt x="1558503" y="1648889"/>
                  </a:lnTo>
                  <a:lnTo>
                    <a:pt x="1558497" y="1648897"/>
                  </a:lnTo>
                  <a:lnTo>
                    <a:pt x="1558481" y="1648915"/>
                  </a:lnTo>
                  <a:lnTo>
                    <a:pt x="1558474" y="1648926"/>
                  </a:lnTo>
                  <a:lnTo>
                    <a:pt x="1558464" y="1648938"/>
                  </a:lnTo>
                  <a:lnTo>
                    <a:pt x="1558459" y="1648948"/>
                  </a:lnTo>
                  <a:lnTo>
                    <a:pt x="1558469" y="1648957"/>
                  </a:lnTo>
                  <a:lnTo>
                    <a:pt x="1558475" y="1648966"/>
                  </a:lnTo>
                  <a:lnTo>
                    <a:pt x="1558484" y="1648981"/>
                  </a:lnTo>
                  <a:lnTo>
                    <a:pt x="1558488" y="1648991"/>
                  </a:lnTo>
                  <a:lnTo>
                    <a:pt x="1558489" y="1649006"/>
                  </a:lnTo>
                  <a:lnTo>
                    <a:pt x="1558488" y="1649017"/>
                  </a:lnTo>
                  <a:lnTo>
                    <a:pt x="1558491" y="1649030"/>
                  </a:lnTo>
                  <a:lnTo>
                    <a:pt x="1558494" y="1649045"/>
                  </a:lnTo>
                  <a:lnTo>
                    <a:pt x="1558496" y="1649063"/>
                  </a:lnTo>
                  <a:lnTo>
                    <a:pt x="1558496" y="1649072"/>
                  </a:lnTo>
                  <a:lnTo>
                    <a:pt x="1558492" y="1649078"/>
                  </a:lnTo>
                  <a:lnTo>
                    <a:pt x="1558485" y="1649089"/>
                  </a:lnTo>
                  <a:lnTo>
                    <a:pt x="1558480" y="1649104"/>
                  </a:lnTo>
                  <a:lnTo>
                    <a:pt x="1558478" y="1649118"/>
                  </a:lnTo>
                  <a:lnTo>
                    <a:pt x="1558477" y="1649131"/>
                  </a:lnTo>
                  <a:lnTo>
                    <a:pt x="1558480" y="1649150"/>
                  </a:lnTo>
                  <a:lnTo>
                    <a:pt x="1558486" y="1649170"/>
                  </a:lnTo>
                  <a:lnTo>
                    <a:pt x="1558495" y="1649186"/>
                  </a:lnTo>
                  <a:lnTo>
                    <a:pt x="1558500" y="1649192"/>
                  </a:lnTo>
                  <a:lnTo>
                    <a:pt x="1558505" y="1649195"/>
                  </a:lnTo>
                  <a:lnTo>
                    <a:pt x="1558510" y="1649197"/>
                  </a:lnTo>
                  <a:lnTo>
                    <a:pt x="1558525" y="1649200"/>
                  </a:lnTo>
                  <a:lnTo>
                    <a:pt x="1558538" y="1649206"/>
                  </a:lnTo>
                  <a:lnTo>
                    <a:pt x="1558550" y="1649213"/>
                  </a:lnTo>
                  <a:lnTo>
                    <a:pt x="1558564" y="1649224"/>
                  </a:lnTo>
                  <a:lnTo>
                    <a:pt x="1558577" y="1649238"/>
                  </a:lnTo>
                  <a:lnTo>
                    <a:pt x="1558597" y="1649258"/>
                  </a:lnTo>
                  <a:lnTo>
                    <a:pt x="1558618" y="1649280"/>
                  </a:lnTo>
                  <a:lnTo>
                    <a:pt x="1558630" y="1649294"/>
                  </a:lnTo>
                  <a:lnTo>
                    <a:pt x="1558644" y="1649311"/>
                  </a:lnTo>
                  <a:lnTo>
                    <a:pt x="1558649" y="1649319"/>
                  </a:lnTo>
                  <a:lnTo>
                    <a:pt x="1558652" y="1649327"/>
                  </a:lnTo>
                  <a:lnTo>
                    <a:pt x="1558655" y="1649336"/>
                  </a:lnTo>
                  <a:lnTo>
                    <a:pt x="1558655" y="1649344"/>
                  </a:lnTo>
                  <a:lnTo>
                    <a:pt x="1558654" y="1649353"/>
                  </a:lnTo>
                  <a:lnTo>
                    <a:pt x="1558650" y="1649362"/>
                  </a:lnTo>
                  <a:lnTo>
                    <a:pt x="1558638" y="1649381"/>
                  </a:lnTo>
                  <a:lnTo>
                    <a:pt x="1558628" y="1649395"/>
                  </a:lnTo>
                  <a:lnTo>
                    <a:pt x="1558625" y="1649403"/>
                  </a:lnTo>
                  <a:lnTo>
                    <a:pt x="1558626" y="1649408"/>
                  </a:lnTo>
                  <a:lnTo>
                    <a:pt x="1558631" y="1649413"/>
                  </a:lnTo>
                  <a:lnTo>
                    <a:pt x="1558639" y="1649418"/>
                  </a:lnTo>
                  <a:lnTo>
                    <a:pt x="1558646" y="1649425"/>
                  </a:lnTo>
                  <a:lnTo>
                    <a:pt x="1558651" y="1649432"/>
                  </a:lnTo>
                  <a:lnTo>
                    <a:pt x="1558654" y="1649440"/>
                  </a:lnTo>
                  <a:lnTo>
                    <a:pt x="1558661" y="1649463"/>
                  </a:lnTo>
                  <a:lnTo>
                    <a:pt x="1558670" y="1649487"/>
                  </a:lnTo>
                  <a:lnTo>
                    <a:pt x="1558667" y="1649498"/>
                  </a:lnTo>
                  <a:lnTo>
                    <a:pt x="1558671" y="1649517"/>
                  </a:lnTo>
                  <a:lnTo>
                    <a:pt x="1558675" y="1649530"/>
                  </a:lnTo>
                  <a:lnTo>
                    <a:pt x="1558679" y="1649539"/>
                  </a:lnTo>
                  <a:lnTo>
                    <a:pt x="1558684" y="1649551"/>
                  </a:lnTo>
                  <a:lnTo>
                    <a:pt x="1558688" y="1649556"/>
                  </a:lnTo>
                  <a:lnTo>
                    <a:pt x="1558696" y="1649566"/>
                  </a:lnTo>
                  <a:lnTo>
                    <a:pt x="1558674" y="1649567"/>
                  </a:lnTo>
                  <a:lnTo>
                    <a:pt x="1558654" y="1649573"/>
                  </a:lnTo>
                  <a:lnTo>
                    <a:pt x="1558632" y="1649581"/>
                  </a:lnTo>
                  <a:lnTo>
                    <a:pt x="1558614" y="1649587"/>
                  </a:lnTo>
                  <a:lnTo>
                    <a:pt x="1558595" y="1649592"/>
                  </a:lnTo>
                  <a:lnTo>
                    <a:pt x="1558581" y="1649582"/>
                  </a:lnTo>
                  <a:lnTo>
                    <a:pt x="1558565" y="1649576"/>
                  </a:lnTo>
                  <a:lnTo>
                    <a:pt x="1558550" y="1649571"/>
                  </a:lnTo>
                  <a:lnTo>
                    <a:pt x="1558536" y="1649567"/>
                  </a:lnTo>
                  <a:lnTo>
                    <a:pt x="1558521" y="1649562"/>
                  </a:lnTo>
                  <a:lnTo>
                    <a:pt x="1558507" y="1649561"/>
                  </a:lnTo>
                  <a:lnTo>
                    <a:pt x="1558492" y="1649560"/>
                  </a:lnTo>
                  <a:lnTo>
                    <a:pt x="1558479" y="1649560"/>
                  </a:lnTo>
                  <a:lnTo>
                    <a:pt x="1558462" y="1649561"/>
                  </a:lnTo>
                  <a:lnTo>
                    <a:pt x="1558447" y="1649561"/>
                  </a:lnTo>
                  <a:lnTo>
                    <a:pt x="1558426" y="1649558"/>
                  </a:lnTo>
                  <a:lnTo>
                    <a:pt x="1558411" y="1649556"/>
                  </a:lnTo>
                  <a:lnTo>
                    <a:pt x="1558394" y="1649552"/>
                  </a:lnTo>
                  <a:lnTo>
                    <a:pt x="1558380" y="1649548"/>
                  </a:lnTo>
                  <a:lnTo>
                    <a:pt x="1558356" y="1649542"/>
                  </a:lnTo>
                  <a:lnTo>
                    <a:pt x="1558349" y="1649548"/>
                  </a:lnTo>
                  <a:lnTo>
                    <a:pt x="1558339" y="1649557"/>
                  </a:lnTo>
                  <a:lnTo>
                    <a:pt x="1558331" y="1649566"/>
                  </a:lnTo>
                  <a:lnTo>
                    <a:pt x="1558321" y="1649577"/>
                  </a:lnTo>
                  <a:lnTo>
                    <a:pt x="1558308" y="1649590"/>
                  </a:lnTo>
                  <a:lnTo>
                    <a:pt x="1558300" y="1649600"/>
                  </a:lnTo>
                  <a:lnTo>
                    <a:pt x="1558292" y="1649615"/>
                  </a:lnTo>
                  <a:lnTo>
                    <a:pt x="1558286" y="1649640"/>
                  </a:lnTo>
                  <a:lnTo>
                    <a:pt x="1558213" y="1649577"/>
                  </a:lnTo>
                  <a:lnTo>
                    <a:pt x="1558155" y="1649405"/>
                  </a:lnTo>
                  <a:lnTo>
                    <a:pt x="1558151" y="1649400"/>
                  </a:lnTo>
                  <a:lnTo>
                    <a:pt x="1558145" y="1649392"/>
                  </a:lnTo>
                  <a:lnTo>
                    <a:pt x="1558135" y="1649375"/>
                  </a:lnTo>
                  <a:lnTo>
                    <a:pt x="1558126" y="1649364"/>
                  </a:lnTo>
                  <a:lnTo>
                    <a:pt x="1558121" y="1649351"/>
                  </a:lnTo>
                  <a:lnTo>
                    <a:pt x="1558125" y="1649321"/>
                  </a:lnTo>
                  <a:lnTo>
                    <a:pt x="1558115" y="1649326"/>
                  </a:lnTo>
                  <a:lnTo>
                    <a:pt x="1558109" y="1649328"/>
                  </a:lnTo>
                  <a:lnTo>
                    <a:pt x="1558095" y="1649326"/>
                  </a:lnTo>
                  <a:lnTo>
                    <a:pt x="1558084" y="1649325"/>
                  </a:lnTo>
                  <a:lnTo>
                    <a:pt x="1558074" y="1649321"/>
                  </a:lnTo>
                  <a:lnTo>
                    <a:pt x="1558063" y="1649313"/>
                  </a:lnTo>
                  <a:lnTo>
                    <a:pt x="1558051" y="1649301"/>
                  </a:lnTo>
                  <a:lnTo>
                    <a:pt x="1558044" y="1649290"/>
                  </a:lnTo>
                  <a:lnTo>
                    <a:pt x="1558037" y="1649284"/>
                  </a:lnTo>
                  <a:lnTo>
                    <a:pt x="1558033" y="1649278"/>
                  </a:lnTo>
                  <a:lnTo>
                    <a:pt x="1558022" y="1649276"/>
                  </a:lnTo>
                  <a:lnTo>
                    <a:pt x="1558007" y="1649276"/>
                  </a:lnTo>
                  <a:lnTo>
                    <a:pt x="1557983" y="1649280"/>
                  </a:lnTo>
                  <a:lnTo>
                    <a:pt x="1557966" y="1649278"/>
                  </a:lnTo>
                  <a:lnTo>
                    <a:pt x="1557951" y="1649273"/>
                  </a:lnTo>
                  <a:lnTo>
                    <a:pt x="1557942" y="1649269"/>
                  </a:lnTo>
                  <a:lnTo>
                    <a:pt x="1557933" y="1649268"/>
                  </a:lnTo>
                  <a:lnTo>
                    <a:pt x="1557907" y="1649270"/>
                  </a:lnTo>
                  <a:lnTo>
                    <a:pt x="1557894" y="1649270"/>
                  </a:lnTo>
                  <a:lnTo>
                    <a:pt x="1557882" y="1649270"/>
                  </a:lnTo>
                  <a:lnTo>
                    <a:pt x="1557870" y="1649272"/>
                  </a:lnTo>
                  <a:lnTo>
                    <a:pt x="1557863" y="1649280"/>
                  </a:lnTo>
                  <a:lnTo>
                    <a:pt x="1557856" y="1649288"/>
                  </a:lnTo>
                  <a:lnTo>
                    <a:pt x="1557849" y="1649297"/>
                  </a:lnTo>
                  <a:lnTo>
                    <a:pt x="1557838" y="1649306"/>
                  </a:lnTo>
                  <a:lnTo>
                    <a:pt x="1557828" y="1649315"/>
                  </a:lnTo>
                  <a:lnTo>
                    <a:pt x="1557817" y="1649326"/>
                  </a:lnTo>
                  <a:lnTo>
                    <a:pt x="1557806" y="1649330"/>
                  </a:lnTo>
                  <a:lnTo>
                    <a:pt x="1557793" y="1649333"/>
                  </a:lnTo>
                  <a:lnTo>
                    <a:pt x="1557780" y="1649336"/>
                  </a:lnTo>
                  <a:lnTo>
                    <a:pt x="1557763" y="1649332"/>
                  </a:lnTo>
                  <a:lnTo>
                    <a:pt x="1557749" y="1649334"/>
                  </a:lnTo>
                  <a:lnTo>
                    <a:pt x="1557732" y="1649336"/>
                  </a:lnTo>
                  <a:lnTo>
                    <a:pt x="1557707" y="1649340"/>
                  </a:lnTo>
                  <a:lnTo>
                    <a:pt x="1557579" y="1649290"/>
                  </a:lnTo>
                  <a:lnTo>
                    <a:pt x="1557582" y="1649244"/>
                  </a:lnTo>
                  <a:lnTo>
                    <a:pt x="1557561" y="1649211"/>
                  </a:lnTo>
                  <a:lnTo>
                    <a:pt x="1557548" y="1649191"/>
                  </a:lnTo>
                  <a:lnTo>
                    <a:pt x="1557535" y="1649172"/>
                  </a:lnTo>
                  <a:lnTo>
                    <a:pt x="1557528" y="1649159"/>
                  </a:lnTo>
                  <a:lnTo>
                    <a:pt x="1557519" y="1649150"/>
                  </a:lnTo>
                  <a:lnTo>
                    <a:pt x="1557511" y="1649146"/>
                  </a:lnTo>
                  <a:lnTo>
                    <a:pt x="1557500" y="1649145"/>
                  </a:lnTo>
                  <a:lnTo>
                    <a:pt x="1557489" y="1649145"/>
                  </a:lnTo>
                  <a:lnTo>
                    <a:pt x="1557478" y="1649144"/>
                  </a:lnTo>
                  <a:lnTo>
                    <a:pt x="1557471" y="1649145"/>
                  </a:lnTo>
                  <a:lnTo>
                    <a:pt x="1557463" y="1649150"/>
                  </a:lnTo>
                  <a:lnTo>
                    <a:pt x="1557456" y="1649157"/>
                  </a:lnTo>
                  <a:lnTo>
                    <a:pt x="1557447" y="1649166"/>
                  </a:lnTo>
                  <a:lnTo>
                    <a:pt x="1557434" y="1649174"/>
                  </a:lnTo>
                  <a:lnTo>
                    <a:pt x="1557422" y="1649182"/>
                  </a:lnTo>
                  <a:lnTo>
                    <a:pt x="1557413" y="1649191"/>
                  </a:lnTo>
                  <a:lnTo>
                    <a:pt x="1557405" y="1649197"/>
                  </a:lnTo>
                  <a:lnTo>
                    <a:pt x="1557396" y="1649205"/>
                  </a:lnTo>
                  <a:lnTo>
                    <a:pt x="1557391" y="1649212"/>
                  </a:lnTo>
                  <a:lnTo>
                    <a:pt x="1557385" y="1649226"/>
                  </a:lnTo>
                  <a:lnTo>
                    <a:pt x="1557380" y="1649229"/>
                  </a:lnTo>
                  <a:lnTo>
                    <a:pt x="1557374" y="1649226"/>
                  </a:lnTo>
                  <a:lnTo>
                    <a:pt x="1557363" y="1649220"/>
                  </a:lnTo>
                  <a:lnTo>
                    <a:pt x="1557351" y="1649215"/>
                  </a:lnTo>
                  <a:lnTo>
                    <a:pt x="1557338" y="1649210"/>
                  </a:lnTo>
                  <a:lnTo>
                    <a:pt x="1557332" y="1649208"/>
                  </a:lnTo>
                  <a:lnTo>
                    <a:pt x="1557318" y="1649197"/>
                  </a:lnTo>
                  <a:lnTo>
                    <a:pt x="1557306" y="1649188"/>
                  </a:lnTo>
                  <a:lnTo>
                    <a:pt x="1557295" y="1649183"/>
                  </a:lnTo>
                  <a:lnTo>
                    <a:pt x="1557286" y="1649181"/>
                  </a:lnTo>
                  <a:lnTo>
                    <a:pt x="1557270" y="1649180"/>
                  </a:lnTo>
                  <a:lnTo>
                    <a:pt x="1557256" y="1649183"/>
                  </a:lnTo>
                  <a:lnTo>
                    <a:pt x="1557241" y="1649189"/>
                  </a:lnTo>
                  <a:lnTo>
                    <a:pt x="1557233" y="1649195"/>
                  </a:lnTo>
                  <a:lnTo>
                    <a:pt x="1557228" y="1649199"/>
                  </a:lnTo>
                  <a:lnTo>
                    <a:pt x="1557223" y="1649207"/>
                  </a:lnTo>
                  <a:lnTo>
                    <a:pt x="1557218" y="1649226"/>
                  </a:lnTo>
                  <a:lnTo>
                    <a:pt x="1557186" y="1649208"/>
                  </a:lnTo>
                  <a:lnTo>
                    <a:pt x="1557155" y="1649224"/>
                  </a:lnTo>
                  <a:lnTo>
                    <a:pt x="1557148" y="1649222"/>
                  </a:lnTo>
                  <a:lnTo>
                    <a:pt x="1557124" y="1649204"/>
                  </a:lnTo>
                  <a:lnTo>
                    <a:pt x="1557115" y="1649202"/>
                  </a:lnTo>
                  <a:lnTo>
                    <a:pt x="1557106" y="1649203"/>
                  </a:lnTo>
                  <a:lnTo>
                    <a:pt x="1557077" y="1649232"/>
                  </a:lnTo>
                  <a:lnTo>
                    <a:pt x="1557066" y="1649237"/>
                  </a:lnTo>
                  <a:lnTo>
                    <a:pt x="1557046" y="1649237"/>
                  </a:lnTo>
                  <a:lnTo>
                    <a:pt x="1557025" y="1649237"/>
                  </a:lnTo>
                  <a:lnTo>
                    <a:pt x="1557005" y="1649231"/>
                  </a:lnTo>
                  <a:lnTo>
                    <a:pt x="1556987" y="1649221"/>
                  </a:lnTo>
                  <a:lnTo>
                    <a:pt x="1556980" y="1649218"/>
                  </a:lnTo>
                  <a:lnTo>
                    <a:pt x="1556967" y="1649209"/>
                  </a:lnTo>
                  <a:lnTo>
                    <a:pt x="1556950" y="1649199"/>
                  </a:lnTo>
                  <a:lnTo>
                    <a:pt x="1556935" y="1649180"/>
                  </a:lnTo>
                  <a:lnTo>
                    <a:pt x="1556932" y="1649171"/>
                  </a:lnTo>
                  <a:lnTo>
                    <a:pt x="1556930" y="1649159"/>
                  </a:lnTo>
                  <a:lnTo>
                    <a:pt x="1556928" y="1649140"/>
                  </a:lnTo>
                  <a:lnTo>
                    <a:pt x="1556817" y="1649145"/>
                  </a:lnTo>
                  <a:lnTo>
                    <a:pt x="1556802" y="1649148"/>
                  </a:lnTo>
                  <a:lnTo>
                    <a:pt x="1556791" y="1649150"/>
                  </a:lnTo>
                  <a:lnTo>
                    <a:pt x="1556774" y="1649150"/>
                  </a:lnTo>
                  <a:lnTo>
                    <a:pt x="1556761" y="1649150"/>
                  </a:lnTo>
                  <a:lnTo>
                    <a:pt x="1556736" y="1649155"/>
                  </a:lnTo>
                  <a:lnTo>
                    <a:pt x="1556715" y="1649159"/>
                  </a:lnTo>
                  <a:lnTo>
                    <a:pt x="1556700" y="1649161"/>
                  </a:lnTo>
                  <a:lnTo>
                    <a:pt x="1556692" y="1649164"/>
                  </a:lnTo>
                  <a:lnTo>
                    <a:pt x="1556685" y="1649169"/>
                  </a:lnTo>
                  <a:lnTo>
                    <a:pt x="1556676" y="1649178"/>
                  </a:lnTo>
                  <a:lnTo>
                    <a:pt x="1556669" y="1649193"/>
                  </a:lnTo>
                  <a:lnTo>
                    <a:pt x="1556660" y="1649206"/>
                  </a:lnTo>
                  <a:lnTo>
                    <a:pt x="1556656" y="1649211"/>
                  </a:lnTo>
                  <a:lnTo>
                    <a:pt x="1556647" y="1649215"/>
                  </a:lnTo>
                  <a:lnTo>
                    <a:pt x="1556628" y="1649221"/>
                  </a:lnTo>
                  <a:lnTo>
                    <a:pt x="1556609" y="1649224"/>
                  </a:lnTo>
                  <a:lnTo>
                    <a:pt x="1556577" y="1649230"/>
                  </a:lnTo>
                  <a:lnTo>
                    <a:pt x="1556565" y="1649232"/>
                  </a:lnTo>
                  <a:lnTo>
                    <a:pt x="1556556" y="1649239"/>
                  </a:lnTo>
                  <a:lnTo>
                    <a:pt x="1556544" y="1649251"/>
                  </a:lnTo>
                  <a:lnTo>
                    <a:pt x="1556535" y="1649259"/>
                  </a:lnTo>
                  <a:lnTo>
                    <a:pt x="1556530" y="1649261"/>
                  </a:lnTo>
                  <a:lnTo>
                    <a:pt x="1556523" y="1649262"/>
                  </a:lnTo>
                  <a:lnTo>
                    <a:pt x="1556515" y="1649263"/>
                  </a:lnTo>
                  <a:lnTo>
                    <a:pt x="1556507" y="1649261"/>
                  </a:lnTo>
                  <a:lnTo>
                    <a:pt x="1556498" y="1649257"/>
                  </a:lnTo>
                  <a:lnTo>
                    <a:pt x="1556485" y="1649251"/>
                  </a:lnTo>
                  <a:lnTo>
                    <a:pt x="1556476" y="1649255"/>
                  </a:lnTo>
                  <a:lnTo>
                    <a:pt x="1556464" y="1649261"/>
                  </a:lnTo>
                  <a:lnTo>
                    <a:pt x="1556457" y="1649264"/>
                  </a:lnTo>
                  <a:lnTo>
                    <a:pt x="1556448" y="1649269"/>
                  </a:lnTo>
                  <a:lnTo>
                    <a:pt x="1556433" y="1649274"/>
                  </a:lnTo>
                  <a:lnTo>
                    <a:pt x="1556420" y="1649278"/>
                  </a:lnTo>
                  <a:lnTo>
                    <a:pt x="1556408" y="1649285"/>
                  </a:lnTo>
                  <a:lnTo>
                    <a:pt x="1556396" y="1649293"/>
                  </a:lnTo>
                  <a:lnTo>
                    <a:pt x="1556388" y="1649299"/>
                  </a:lnTo>
                  <a:lnTo>
                    <a:pt x="1556380" y="1649307"/>
                  </a:lnTo>
                  <a:lnTo>
                    <a:pt x="1556373" y="1649320"/>
                  </a:lnTo>
                  <a:lnTo>
                    <a:pt x="1556368" y="1649330"/>
                  </a:lnTo>
                  <a:lnTo>
                    <a:pt x="1556365" y="1649337"/>
                  </a:lnTo>
                  <a:lnTo>
                    <a:pt x="1556354" y="1649344"/>
                  </a:lnTo>
                  <a:lnTo>
                    <a:pt x="1556331" y="1649359"/>
                  </a:lnTo>
                  <a:lnTo>
                    <a:pt x="1556305" y="1649376"/>
                  </a:lnTo>
                  <a:lnTo>
                    <a:pt x="1556289" y="1649386"/>
                  </a:lnTo>
                  <a:lnTo>
                    <a:pt x="1556277" y="1649389"/>
                  </a:lnTo>
                  <a:lnTo>
                    <a:pt x="1556260" y="1649392"/>
                  </a:lnTo>
                  <a:lnTo>
                    <a:pt x="1556251" y="1649396"/>
                  </a:lnTo>
                  <a:lnTo>
                    <a:pt x="1556244" y="1649400"/>
                  </a:lnTo>
                  <a:lnTo>
                    <a:pt x="1556239" y="1649405"/>
                  </a:lnTo>
                  <a:lnTo>
                    <a:pt x="1556235" y="1649409"/>
                  </a:lnTo>
                  <a:lnTo>
                    <a:pt x="1556229" y="1649423"/>
                  </a:lnTo>
                  <a:lnTo>
                    <a:pt x="1556224" y="1649443"/>
                  </a:lnTo>
                  <a:lnTo>
                    <a:pt x="1556221" y="1649454"/>
                  </a:lnTo>
                  <a:lnTo>
                    <a:pt x="1556221" y="1649465"/>
                  </a:lnTo>
                  <a:lnTo>
                    <a:pt x="1556222" y="1649471"/>
                  </a:lnTo>
                  <a:lnTo>
                    <a:pt x="1556228" y="1649493"/>
                  </a:lnTo>
                  <a:lnTo>
                    <a:pt x="1556236" y="1649515"/>
                  </a:lnTo>
                  <a:lnTo>
                    <a:pt x="1556251" y="1649545"/>
                  </a:lnTo>
                  <a:lnTo>
                    <a:pt x="1556261" y="1649564"/>
                  </a:lnTo>
                  <a:lnTo>
                    <a:pt x="1556257" y="1649580"/>
                  </a:lnTo>
                  <a:lnTo>
                    <a:pt x="1556251" y="1649609"/>
                  </a:lnTo>
                  <a:lnTo>
                    <a:pt x="1556242" y="1649645"/>
                  </a:lnTo>
                  <a:lnTo>
                    <a:pt x="1556238" y="1649670"/>
                  </a:lnTo>
                  <a:lnTo>
                    <a:pt x="1556230" y="1649683"/>
                  </a:lnTo>
                  <a:lnTo>
                    <a:pt x="1556219" y="1649703"/>
                  </a:lnTo>
                  <a:lnTo>
                    <a:pt x="1556210" y="1649726"/>
                  </a:lnTo>
                  <a:lnTo>
                    <a:pt x="1556201" y="1649740"/>
                  </a:lnTo>
                  <a:lnTo>
                    <a:pt x="1556191" y="1649752"/>
                  </a:lnTo>
                  <a:lnTo>
                    <a:pt x="1556175" y="1649770"/>
                  </a:lnTo>
                  <a:lnTo>
                    <a:pt x="1556165" y="1649783"/>
                  </a:lnTo>
                  <a:lnTo>
                    <a:pt x="1556159" y="1649791"/>
                  </a:lnTo>
                  <a:lnTo>
                    <a:pt x="1556150" y="1649797"/>
                  </a:lnTo>
                  <a:lnTo>
                    <a:pt x="1556141" y="1649804"/>
                  </a:lnTo>
                  <a:lnTo>
                    <a:pt x="1556137" y="1649810"/>
                  </a:lnTo>
                  <a:lnTo>
                    <a:pt x="1556132" y="1649821"/>
                  </a:lnTo>
                  <a:lnTo>
                    <a:pt x="1556129" y="1649832"/>
                  </a:lnTo>
                  <a:lnTo>
                    <a:pt x="1556128" y="1649842"/>
                  </a:lnTo>
                  <a:lnTo>
                    <a:pt x="1556129" y="1649852"/>
                  </a:lnTo>
                  <a:lnTo>
                    <a:pt x="1556131" y="1649863"/>
                  </a:lnTo>
                  <a:lnTo>
                    <a:pt x="1556135" y="1649873"/>
                  </a:lnTo>
                  <a:lnTo>
                    <a:pt x="1556139" y="1649880"/>
                  </a:lnTo>
                  <a:lnTo>
                    <a:pt x="1556145" y="1649890"/>
                  </a:lnTo>
                  <a:lnTo>
                    <a:pt x="1556152" y="1649897"/>
                  </a:lnTo>
                  <a:lnTo>
                    <a:pt x="1556161" y="1649904"/>
                  </a:lnTo>
                  <a:lnTo>
                    <a:pt x="1556173" y="1649910"/>
                  </a:lnTo>
                  <a:lnTo>
                    <a:pt x="1556184" y="1649914"/>
                  </a:lnTo>
                  <a:lnTo>
                    <a:pt x="1556196" y="1649919"/>
                  </a:lnTo>
                  <a:lnTo>
                    <a:pt x="1556190" y="1649931"/>
                  </a:lnTo>
                  <a:lnTo>
                    <a:pt x="1556187" y="1649943"/>
                  </a:lnTo>
                  <a:lnTo>
                    <a:pt x="1556184" y="1649956"/>
                  </a:lnTo>
                  <a:lnTo>
                    <a:pt x="1556183" y="1649966"/>
                  </a:lnTo>
                  <a:lnTo>
                    <a:pt x="1556182" y="1649974"/>
                  </a:lnTo>
                  <a:lnTo>
                    <a:pt x="1556183" y="1649981"/>
                  </a:lnTo>
                  <a:lnTo>
                    <a:pt x="1556185" y="1649988"/>
                  </a:lnTo>
                  <a:lnTo>
                    <a:pt x="1556191" y="1650003"/>
                  </a:lnTo>
                  <a:lnTo>
                    <a:pt x="1556197" y="1650019"/>
                  </a:lnTo>
                  <a:lnTo>
                    <a:pt x="1556201" y="1650036"/>
                  </a:lnTo>
                  <a:lnTo>
                    <a:pt x="1556207" y="1650057"/>
                  </a:lnTo>
                  <a:lnTo>
                    <a:pt x="1556208" y="1650070"/>
                  </a:lnTo>
                  <a:lnTo>
                    <a:pt x="1556209" y="1650081"/>
                  </a:lnTo>
                  <a:lnTo>
                    <a:pt x="1556207" y="1650089"/>
                  </a:lnTo>
                  <a:lnTo>
                    <a:pt x="1556201" y="1650096"/>
                  </a:lnTo>
                  <a:lnTo>
                    <a:pt x="1556194" y="1650099"/>
                  </a:lnTo>
                  <a:lnTo>
                    <a:pt x="1556185" y="1650101"/>
                  </a:lnTo>
                  <a:lnTo>
                    <a:pt x="1556174" y="1650105"/>
                  </a:lnTo>
                  <a:lnTo>
                    <a:pt x="1556163" y="1650108"/>
                  </a:lnTo>
                  <a:lnTo>
                    <a:pt x="1556152" y="1650108"/>
                  </a:lnTo>
                  <a:lnTo>
                    <a:pt x="1556147" y="1650110"/>
                  </a:lnTo>
                  <a:lnTo>
                    <a:pt x="1556147" y="1650119"/>
                  </a:lnTo>
                  <a:lnTo>
                    <a:pt x="1556147" y="1650132"/>
                  </a:lnTo>
                  <a:lnTo>
                    <a:pt x="1556144" y="1650142"/>
                  </a:lnTo>
                  <a:lnTo>
                    <a:pt x="1556137" y="1650160"/>
                  </a:lnTo>
                  <a:lnTo>
                    <a:pt x="1556131" y="1650177"/>
                  </a:lnTo>
                  <a:lnTo>
                    <a:pt x="1556126" y="1650193"/>
                  </a:lnTo>
                  <a:lnTo>
                    <a:pt x="1556117" y="1650206"/>
                  </a:lnTo>
                  <a:lnTo>
                    <a:pt x="1556109" y="1650214"/>
                  </a:lnTo>
                  <a:lnTo>
                    <a:pt x="1556097" y="1650223"/>
                  </a:lnTo>
                  <a:lnTo>
                    <a:pt x="1556083" y="1650233"/>
                  </a:lnTo>
                  <a:lnTo>
                    <a:pt x="1556071" y="1650237"/>
                  </a:lnTo>
                  <a:lnTo>
                    <a:pt x="1556059" y="1650240"/>
                  </a:lnTo>
                  <a:lnTo>
                    <a:pt x="1556045" y="1650243"/>
                  </a:lnTo>
                  <a:lnTo>
                    <a:pt x="1556032" y="1650241"/>
                  </a:lnTo>
                  <a:lnTo>
                    <a:pt x="1556018" y="1650242"/>
                  </a:lnTo>
                  <a:lnTo>
                    <a:pt x="1556014" y="1650245"/>
                  </a:lnTo>
                  <a:lnTo>
                    <a:pt x="1556012" y="1650253"/>
                  </a:lnTo>
                  <a:lnTo>
                    <a:pt x="1555997" y="1650290"/>
                  </a:lnTo>
                  <a:lnTo>
                    <a:pt x="1555969" y="1650360"/>
                  </a:lnTo>
                  <a:lnTo>
                    <a:pt x="1555909" y="1650491"/>
                  </a:lnTo>
                  <a:lnTo>
                    <a:pt x="1555903" y="1650492"/>
                  </a:lnTo>
                  <a:lnTo>
                    <a:pt x="1555891" y="1650491"/>
                  </a:lnTo>
                  <a:lnTo>
                    <a:pt x="1555880" y="1650489"/>
                  </a:lnTo>
                  <a:lnTo>
                    <a:pt x="1555875" y="1650488"/>
                  </a:lnTo>
                  <a:lnTo>
                    <a:pt x="1555868" y="1650479"/>
                  </a:lnTo>
                  <a:lnTo>
                    <a:pt x="1555865" y="1650471"/>
                  </a:lnTo>
                  <a:lnTo>
                    <a:pt x="1555866" y="1650460"/>
                  </a:lnTo>
                  <a:lnTo>
                    <a:pt x="1555763" y="1650576"/>
                  </a:lnTo>
                  <a:lnTo>
                    <a:pt x="1555685" y="1650638"/>
                  </a:lnTo>
                  <a:lnTo>
                    <a:pt x="1555592" y="1650656"/>
                  </a:lnTo>
                  <a:lnTo>
                    <a:pt x="1555572" y="1650660"/>
                  </a:lnTo>
                  <a:lnTo>
                    <a:pt x="1555565" y="1650662"/>
                  </a:lnTo>
                  <a:lnTo>
                    <a:pt x="1555528" y="1650668"/>
                  </a:lnTo>
                  <a:lnTo>
                    <a:pt x="1555418" y="1650663"/>
                  </a:lnTo>
                  <a:lnTo>
                    <a:pt x="1555393" y="1650659"/>
                  </a:lnTo>
                  <a:lnTo>
                    <a:pt x="1555367" y="1650654"/>
                  </a:lnTo>
                  <a:lnTo>
                    <a:pt x="1555346" y="1650648"/>
                  </a:lnTo>
                  <a:lnTo>
                    <a:pt x="1555340" y="1650641"/>
                  </a:lnTo>
                  <a:lnTo>
                    <a:pt x="1555335" y="1650633"/>
                  </a:lnTo>
                  <a:lnTo>
                    <a:pt x="1555331" y="1650617"/>
                  </a:lnTo>
                  <a:lnTo>
                    <a:pt x="1555329" y="1650605"/>
                  </a:lnTo>
                  <a:lnTo>
                    <a:pt x="1555328" y="1650598"/>
                  </a:lnTo>
                  <a:lnTo>
                    <a:pt x="1555327" y="1650589"/>
                  </a:lnTo>
                  <a:lnTo>
                    <a:pt x="1555324" y="1650576"/>
                  </a:lnTo>
                  <a:lnTo>
                    <a:pt x="1555321" y="1650566"/>
                  </a:lnTo>
                  <a:lnTo>
                    <a:pt x="1555319" y="1650555"/>
                  </a:lnTo>
                  <a:lnTo>
                    <a:pt x="1555318" y="1650543"/>
                  </a:lnTo>
                  <a:lnTo>
                    <a:pt x="1555316" y="1650529"/>
                  </a:lnTo>
                  <a:lnTo>
                    <a:pt x="1555313" y="1650514"/>
                  </a:lnTo>
                  <a:lnTo>
                    <a:pt x="1555308" y="1650498"/>
                  </a:lnTo>
                  <a:lnTo>
                    <a:pt x="1555305" y="1650490"/>
                  </a:lnTo>
                  <a:lnTo>
                    <a:pt x="1555301" y="1650483"/>
                  </a:lnTo>
                  <a:lnTo>
                    <a:pt x="1555293" y="1650471"/>
                  </a:lnTo>
                  <a:lnTo>
                    <a:pt x="1555287" y="1650459"/>
                  </a:lnTo>
                  <a:lnTo>
                    <a:pt x="1555281" y="1650451"/>
                  </a:lnTo>
                  <a:lnTo>
                    <a:pt x="1555273" y="1650443"/>
                  </a:lnTo>
                  <a:lnTo>
                    <a:pt x="1555266" y="1650436"/>
                  </a:lnTo>
                  <a:lnTo>
                    <a:pt x="1555260" y="1650431"/>
                  </a:lnTo>
                  <a:lnTo>
                    <a:pt x="1555248" y="1650422"/>
                  </a:lnTo>
                  <a:lnTo>
                    <a:pt x="1555236" y="1650422"/>
                  </a:lnTo>
                  <a:lnTo>
                    <a:pt x="1555228" y="1650423"/>
                  </a:lnTo>
                  <a:lnTo>
                    <a:pt x="1555221" y="1650417"/>
                  </a:lnTo>
                  <a:lnTo>
                    <a:pt x="1555214" y="1650403"/>
                  </a:lnTo>
                  <a:lnTo>
                    <a:pt x="1555208" y="1650386"/>
                  </a:lnTo>
                  <a:lnTo>
                    <a:pt x="1555201" y="1650367"/>
                  </a:lnTo>
                  <a:lnTo>
                    <a:pt x="1555194" y="1650354"/>
                  </a:lnTo>
                  <a:lnTo>
                    <a:pt x="1555189" y="1650347"/>
                  </a:lnTo>
                  <a:lnTo>
                    <a:pt x="1555180" y="1650342"/>
                  </a:lnTo>
                  <a:lnTo>
                    <a:pt x="1555173" y="1650342"/>
                  </a:lnTo>
                  <a:lnTo>
                    <a:pt x="1555164" y="1650346"/>
                  </a:lnTo>
                  <a:lnTo>
                    <a:pt x="1555156" y="1650353"/>
                  </a:lnTo>
                  <a:lnTo>
                    <a:pt x="1555147" y="1650359"/>
                  </a:lnTo>
                  <a:lnTo>
                    <a:pt x="1555143" y="1650362"/>
                  </a:lnTo>
                  <a:lnTo>
                    <a:pt x="1555135" y="1650366"/>
                  </a:lnTo>
                  <a:lnTo>
                    <a:pt x="1555128" y="1650367"/>
                  </a:lnTo>
                  <a:lnTo>
                    <a:pt x="1555123" y="1650366"/>
                  </a:lnTo>
                  <a:lnTo>
                    <a:pt x="1555110" y="1650363"/>
                  </a:lnTo>
                  <a:lnTo>
                    <a:pt x="1555104" y="1650360"/>
                  </a:lnTo>
                  <a:lnTo>
                    <a:pt x="1555095" y="1650356"/>
                  </a:lnTo>
                  <a:lnTo>
                    <a:pt x="1555082" y="1650351"/>
                  </a:lnTo>
                  <a:lnTo>
                    <a:pt x="1555077" y="1650289"/>
                  </a:lnTo>
                  <a:lnTo>
                    <a:pt x="1555079" y="1650258"/>
                  </a:lnTo>
                  <a:lnTo>
                    <a:pt x="1555077" y="1650249"/>
                  </a:lnTo>
                  <a:lnTo>
                    <a:pt x="1555069" y="1650245"/>
                  </a:lnTo>
                  <a:lnTo>
                    <a:pt x="1555062" y="1650244"/>
                  </a:lnTo>
                  <a:lnTo>
                    <a:pt x="1555054" y="1650244"/>
                  </a:lnTo>
                  <a:lnTo>
                    <a:pt x="1555043" y="1650242"/>
                  </a:lnTo>
                  <a:lnTo>
                    <a:pt x="1555032" y="1650239"/>
                  </a:lnTo>
                  <a:lnTo>
                    <a:pt x="1555023" y="1650234"/>
                  </a:lnTo>
                  <a:lnTo>
                    <a:pt x="1555011" y="1650227"/>
                  </a:lnTo>
                  <a:lnTo>
                    <a:pt x="1554999" y="1650220"/>
                  </a:lnTo>
                  <a:lnTo>
                    <a:pt x="1554988" y="1650210"/>
                  </a:lnTo>
                  <a:lnTo>
                    <a:pt x="1554980" y="1650205"/>
                  </a:lnTo>
                  <a:lnTo>
                    <a:pt x="1554974" y="1650203"/>
                  </a:lnTo>
                  <a:lnTo>
                    <a:pt x="1554965" y="1650202"/>
                  </a:lnTo>
                  <a:lnTo>
                    <a:pt x="1554952" y="1650199"/>
                  </a:lnTo>
                  <a:lnTo>
                    <a:pt x="1554934" y="1650192"/>
                  </a:lnTo>
                  <a:lnTo>
                    <a:pt x="1554920" y="1650182"/>
                  </a:lnTo>
                  <a:lnTo>
                    <a:pt x="1554908" y="1650176"/>
                  </a:lnTo>
                  <a:lnTo>
                    <a:pt x="1554898" y="1650168"/>
                  </a:lnTo>
                  <a:lnTo>
                    <a:pt x="1554885" y="1650155"/>
                  </a:lnTo>
                  <a:lnTo>
                    <a:pt x="1554873" y="1650142"/>
                  </a:lnTo>
                  <a:lnTo>
                    <a:pt x="1554867" y="1650133"/>
                  </a:lnTo>
                  <a:lnTo>
                    <a:pt x="1554861" y="1650122"/>
                  </a:lnTo>
                  <a:lnTo>
                    <a:pt x="1554855" y="1650113"/>
                  </a:lnTo>
                  <a:lnTo>
                    <a:pt x="1554845" y="1650100"/>
                  </a:lnTo>
                  <a:lnTo>
                    <a:pt x="1554835" y="1650091"/>
                  </a:lnTo>
                  <a:lnTo>
                    <a:pt x="1554831" y="1650085"/>
                  </a:lnTo>
                  <a:lnTo>
                    <a:pt x="1554822" y="1650070"/>
                  </a:lnTo>
                  <a:lnTo>
                    <a:pt x="1554814" y="1650055"/>
                  </a:lnTo>
                  <a:lnTo>
                    <a:pt x="1554803" y="1650039"/>
                  </a:lnTo>
                  <a:lnTo>
                    <a:pt x="1554799" y="1650032"/>
                  </a:lnTo>
                  <a:lnTo>
                    <a:pt x="1554791" y="1650021"/>
                  </a:lnTo>
                  <a:lnTo>
                    <a:pt x="1554782" y="1650009"/>
                  </a:lnTo>
                  <a:lnTo>
                    <a:pt x="1554775" y="1650001"/>
                  </a:lnTo>
                  <a:lnTo>
                    <a:pt x="1554760" y="1649984"/>
                  </a:lnTo>
                  <a:lnTo>
                    <a:pt x="1554758" y="1649972"/>
                  </a:lnTo>
                  <a:lnTo>
                    <a:pt x="1554758" y="1649965"/>
                  </a:lnTo>
                  <a:lnTo>
                    <a:pt x="1554757" y="1649951"/>
                  </a:lnTo>
                  <a:lnTo>
                    <a:pt x="1554752" y="1649943"/>
                  </a:lnTo>
                  <a:lnTo>
                    <a:pt x="1554748" y="1649926"/>
                  </a:lnTo>
                  <a:lnTo>
                    <a:pt x="1554746" y="1649917"/>
                  </a:lnTo>
                  <a:lnTo>
                    <a:pt x="1554684" y="1649915"/>
                  </a:lnTo>
                  <a:lnTo>
                    <a:pt x="1554663" y="1649916"/>
                  </a:lnTo>
                  <a:lnTo>
                    <a:pt x="1554656" y="1649896"/>
                  </a:lnTo>
                  <a:lnTo>
                    <a:pt x="1554653" y="1649883"/>
                  </a:lnTo>
                  <a:lnTo>
                    <a:pt x="1554649" y="1649869"/>
                  </a:lnTo>
                  <a:lnTo>
                    <a:pt x="1554637" y="1649847"/>
                  </a:lnTo>
                  <a:lnTo>
                    <a:pt x="1554631" y="1649841"/>
                  </a:lnTo>
                  <a:lnTo>
                    <a:pt x="1554622" y="1649827"/>
                  </a:lnTo>
                  <a:lnTo>
                    <a:pt x="1554606" y="1649801"/>
                  </a:lnTo>
                  <a:lnTo>
                    <a:pt x="1554593" y="1649778"/>
                  </a:lnTo>
                  <a:lnTo>
                    <a:pt x="1554525" y="1649715"/>
                  </a:lnTo>
                  <a:lnTo>
                    <a:pt x="1554436" y="1649658"/>
                  </a:lnTo>
                  <a:lnTo>
                    <a:pt x="1554406" y="1649666"/>
                  </a:lnTo>
                  <a:lnTo>
                    <a:pt x="1554400" y="1649668"/>
                  </a:lnTo>
                  <a:lnTo>
                    <a:pt x="1554394" y="1649670"/>
                  </a:lnTo>
                  <a:lnTo>
                    <a:pt x="1554387" y="1649673"/>
                  </a:lnTo>
                  <a:lnTo>
                    <a:pt x="1554380" y="1649678"/>
                  </a:lnTo>
                  <a:lnTo>
                    <a:pt x="1554372" y="1649682"/>
                  </a:lnTo>
                  <a:lnTo>
                    <a:pt x="1554365" y="1649687"/>
                  </a:lnTo>
                  <a:lnTo>
                    <a:pt x="1554347" y="1649699"/>
                  </a:lnTo>
                  <a:lnTo>
                    <a:pt x="1554340" y="1649709"/>
                  </a:lnTo>
                  <a:lnTo>
                    <a:pt x="1554330" y="1649716"/>
                  </a:lnTo>
                  <a:lnTo>
                    <a:pt x="1554334" y="1649732"/>
                  </a:lnTo>
                  <a:lnTo>
                    <a:pt x="1554334" y="1649739"/>
                  </a:lnTo>
                  <a:lnTo>
                    <a:pt x="1554332" y="1649748"/>
                  </a:lnTo>
                  <a:lnTo>
                    <a:pt x="1554330" y="1649755"/>
                  </a:lnTo>
                  <a:lnTo>
                    <a:pt x="1554317" y="1649799"/>
                  </a:lnTo>
                  <a:lnTo>
                    <a:pt x="1554300" y="1649867"/>
                  </a:lnTo>
                  <a:lnTo>
                    <a:pt x="1554278" y="1649938"/>
                  </a:lnTo>
                  <a:lnTo>
                    <a:pt x="1554243" y="1650015"/>
                  </a:lnTo>
                  <a:lnTo>
                    <a:pt x="1554200" y="1650030"/>
                  </a:lnTo>
                  <a:lnTo>
                    <a:pt x="1554174" y="1649977"/>
                  </a:lnTo>
                  <a:lnTo>
                    <a:pt x="1554099" y="1650027"/>
                  </a:lnTo>
                  <a:lnTo>
                    <a:pt x="1554074" y="1650062"/>
                  </a:lnTo>
                  <a:lnTo>
                    <a:pt x="1554055" y="1650066"/>
                  </a:lnTo>
                  <a:lnTo>
                    <a:pt x="1554050" y="1650077"/>
                  </a:lnTo>
                  <a:lnTo>
                    <a:pt x="1554049" y="1650084"/>
                  </a:lnTo>
                  <a:lnTo>
                    <a:pt x="1554039" y="1650096"/>
                  </a:lnTo>
                  <a:lnTo>
                    <a:pt x="1554032" y="1650098"/>
                  </a:lnTo>
                  <a:lnTo>
                    <a:pt x="1554026" y="1650105"/>
                  </a:lnTo>
                  <a:lnTo>
                    <a:pt x="1554019" y="1650119"/>
                  </a:lnTo>
                  <a:lnTo>
                    <a:pt x="1553996" y="1650124"/>
                  </a:lnTo>
                  <a:lnTo>
                    <a:pt x="1553975" y="1650125"/>
                  </a:lnTo>
                  <a:lnTo>
                    <a:pt x="1553955" y="1650123"/>
                  </a:lnTo>
                  <a:lnTo>
                    <a:pt x="1553948" y="1650112"/>
                  </a:lnTo>
                  <a:lnTo>
                    <a:pt x="1553940" y="1650101"/>
                  </a:lnTo>
                  <a:lnTo>
                    <a:pt x="1553933" y="1650089"/>
                  </a:lnTo>
                  <a:lnTo>
                    <a:pt x="1553926" y="1650082"/>
                  </a:lnTo>
                  <a:lnTo>
                    <a:pt x="1553922" y="1650079"/>
                  </a:lnTo>
                  <a:lnTo>
                    <a:pt x="1553915" y="1650077"/>
                  </a:lnTo>
                  <a:lnTo>
                    <a:pt x="1553907" y="1650077"/>
                  </a:lnTo>
                  <a:lnTo>
                    <a:pt x="1553886" y="1650076"/>
                  </a:lnTo>
                  <a:lnTo>
                    <a:pt x="1553873" y="1650075"/>
                  </a:lnTo>
                  <a:lnTo>
                    <a:pt x="1553858" y="1650072"/>
                  </a:lnTo>
                  <a:lnTo>
                    <a:pt x="1553853" y="1650076"/>
                  </a:lnTo>
                  <a:lnTo>
                    <a:pt x="1553845" y="1650082"/>
                  </a:lnTo>
                  <a:lnTo>
                    <a:pt x="1553837" y="1650085"/>
                  </a:lnTo>
                  <a:lnTo>
                    <a:pt x="1553822" y="1650091"/>
                  </a:lnTo>
                  <a:lnTo>
                    <a:pt x="1553808" y="1650098"/>
                  </a:lnTo>
                  <a:lnTo>
                    <a:pt x="1553799" y="1650105"/>
                  </a:lnTo>
                  <a:lnTo>
                    <a:pt x="1553790" y="1650114"/>
                  </a:lnTo>
                  <a:lnTo>
                    <a:pt x="1553781" y="1650126"/>
                  </a:lnTo>
                  <a:lnTo>
                    <a:pt x="1553778" y="1650135"/>
                  </a:lnTo>
                  <a:lnTo>
                    <a:pt x="1553774" y="1650146"/>
                  </a:lnTo>
                  <a:lnTo>
                    <a:pt x="1553774" y="1650160"/>
                  </a:lnTo>
                  <a:lnTo>
                    <a:pt x="1553776" y="1650179"/>
                  </a:lnTo>
                  <a:lnTo>
                    <a:pt x="1553778" y="1650198"/>
                  </a:lnTo>
                  <a:lnTo>
                    <a:pt x="1553763" y="1650205"/>
                  </a:lnTo>
                  <a:lnTo>
                    <a:pt x="1553735" y="1650216"/>
                  </a:lnTo>
                  <a:lnTo>
                    <a:pt x="1553723" y="1650215"/>
                  </a:lnTo>
                  <a:lnTo>
                    <a:pt x="1553709" y="1650214"/>
                  </a:lnTo>
                  <a:lnTo>
                    <a:pt x="1553694" y="1650210"/>
                  </a:lnTo>
                  <a:lnTo>
                    <a:pt x="1553674" y="1650202"/>
                  </a:lnTo>
                  <a:lnTo>
                    <a:pt x="1553657" y="1650195"/>
                  </a:lnTo>
                  <a:lnTo>
                    <a:pt x="1553638" y="1650186"/>
                  </a:lnTo>
                  <a:lnTo>
                    <a:pt x="1553627" y="1650178"/>
                  </a:lnTo>
                  <a:lnTo>
                    <a:pt x="1553622" y="1650173"/>
                  </a:lnTo>
                  <a:lnTo>
                    <a:pt x="1553616" y="1650164"/>
                  </a:lnTo>
                  <a:lnTo>
                    <a:pt x="1553612" y="1650153"/>
                  </a:lnTo>
                  <a:lnTo>
                    <a:pt x="1553609" y="1650141"/>
                  </a:lnTo>
                  <a:lnTo>
                    <a:pt x="1553606" y="1650136"/>
                  </a:lnTo>
                  <a:lnTo>
                    <a:pt x="1553594" y="1650122"/>
                  </a:lnTo>
                  <a:lnTo>
                    <a:pt x="1553583" y="1650110"/>
                  </a:lnTo>
                  <a:lnTo>
                    <a:pt x="1553564" y="1650091"/>
                  </a:lnTo>
                  <a:lnTo>
                    <a:pt x="1553556" y="1650081"/>
                  </a:lnTo>
                  <a:lnTo>
                    <a:pt x="1553548" y="1650069"/>
                  </a:lnTo>
                  <a:lnTo>
                    <a:pt x="1553537" y="1650057"/>
                  </a:lnTo>
                  <a:lnTo>
                    <a:pt x="1553527" y="1650046"/>
                  </a:lnTo>
                  <a:lnTo>
                    <a:pt x="1553513" y="1650041"/>
                  </a:lnTo>
                  <a:lnTo>
                    <a:pt x="1553502" y="1650040"/>
                  </a:lnTo>
                  <a:lnTo>
                    <a:pt x="1553492" y="1650039"/>
                  </a:lnTo>
                  <a:lnTo>
                    <a:pt x="1553485" y="1650035"/>
                  </a:lnTo>
                  <a:lnTo>
                    <a:pt x="1553481" y="1650028"/>
                  </a:lnTo>
                  <a:lnTo>
                    <a:pt x="1553475" y="1650014"/>
                  </a:lnTo>
                  <a:lnTo>
                    <a:pt x="1553471" y="1650005"/>
                  </a:lnTo>
                  <a:lnTo>
                    <a:pt x="1553474" y="1649982"/>
                  </a:lnTo>
                  <a:lnTo>
                    <a:pt x="1553478" y="1649963"/>
                  </a:lnTo>
                  <a:lnTo>
                    <a:pt x="1553480" y="1649944"/>
                  </a:lnTo>
                  <a:lnTo>
                    <a:pt x="1553481" y="1649935"/>
                  </a:lnTo>
                  <a:lnTo>
                    <a:pt x="1553479" y="1649927"/>
                  </a:lnTo>
                  <a:lnTo>
                    <a:pt x="1553475" y="1649921"/>
                  </a:lnTo>
                  <a:lnTo>
                    <a:pt x="1553470" y="1649918"/>
                  </a:lnTo>
                  <a:lnTo>
                    <a:pt x="1553457" y="1649909"/>
                  </a:lnTo>
                  <a:lnTo>
                    <a:pt x="1553445" y="1649899"/>
                  </a:lnTo>
                  <a:lnTo>
                    <a:pt x="1553437" y="1649889"/>
                  </a:lnTo>
                  <a:lnTo>
                    <a:pt x="1553426" y="1649877"/>
                  </a:lnTo>
                  <a:lnTo>
                    <a:pt x="1553420" y="1649866"/>
                  </a:lnTo>
                  <a:lnTo>
                    <a:pt x="1553413" y="1649856"/>
                  </a:lnTo>
                  <a:lnTo>
                    <a:pt x="1553404" y="1649848"/>
                  </a:lnTo>
                  <a:lnTo>
                    <a:pt x="1553389" y="1649839"/>
                  </a:lnTo>
                  <a:lnTo>
                    <a:pt x="1553378" y="1649833"/>
                  </a:lnTo>
                  <a:lnTo>
                    <a:pt x="1553367" y="1649827"/>
                  </a:lnTo>
                  <a:lnTo>
                    <a:pt x="1553355" y="1649817"/>
                  </a:lnTo>
                  <a:lnTo>
                    <a:pt x="1553350" y="1649810"/>
                  </a:lnTo>
                  <a:lnTo>
                    <a:pt x="1553343" y="1649802"/>
                  </a:lnTo>
                  <a:lnTo>
                    <a:pt x="1553330" y="1649789"/>
                  </a:lnTo>
                  <a:lnTo>
                    <a:pt x="1553319" y="1649779"/>
                  </a:lnTo>
                  <a:lnTo>
                    <a:pt x="1553316" y="1649775"/>
                  </a:lnTo>
                  <a:lnTo>
                    <a:pt x="1553302" y="1649779"/>
                  </a:lnTo>
                  <a:lnTo>
                    <a:pt x="1553287" y="1649780"/>
                  </a:lnTo>
                  <a:lnTo>
                    <a:pt x="1553267" y="1649775"/>
                  </a:lnTo>
                  <a:lnTo>
                    <a:pt x="1553257" y="1649772"/>
                  </a:lnTo>
                  <a:lnTo>
                    <a:pt x="1553252" y="1649769"/>
                  </a:lnTo>
                  <a:lnTo>
                    <a:pt x="1553248" y="1649763"/>
                  </a:lnTo>
                  <a:lnTo>
                    <a:pt x="1553245" y="1649753"/>
                  </a:lnTo>
                  <a:lnTo>
                    <a:pt x="1553240" y="1649740"/>
                  </a:lnTo>
                  <a:lnTo>
                    <a:pt x="1553234" y="1649730"/>
                  </a:lnTo>
                  <a:lnTo>
                    <a:pt x="1553227" y="1649721"/>
                  </a:lnTo>
                  <a:lnTo>
                    <a:pt x="1553219" y="1649714"/>
                  </a:lnTo>
                  <a:lnTo>
                    <a:pt x="1553209" y="1649709"/>
                  </a:lnTo>
                  <a:lnTo>
                    <a:pt x="1553200" y="1649704"/>
                  </a:lnTo>
                  <a:lnTo>
                    <a:pt x="1553193" y="1649697"/>
                  </a:lnTo>
                  <a:lnTo>
                    <a:pt x="1553186" y="1649689"/>
                  </a:lnTo>
                  <a:lnTo>
                    <a:pt x="1553180" y="1649685"/>
                  </a:lnTo>
                  <a:lnTo>
                    <a:pt x="1553174" y="1649682"/>
                  </a:lnTo>
                  <a:lnTo>
                    <a:pt x="1553166" y="1649679"/>
                  </a:lnTo>
                  <a:lnTo>
                    <a:pt x="1553158" y="1649674"/>
                  </a:lnTo>
                  <a:lnTo>
                    <a:pt x="1553150" y="1649667"/>
                  </a:lnTo>
                  <a:lnTo>
                    <a:pt x="1553094" y="1649644"/>
                  </a:lnTo>
                  <a:lnTo>
                    <a:pt x="1553019" y="1649684"/>
                  </a:lnTo>
                  <a:lnTo>
                    <a:pt x="1553015" y="1649678"/>
                  </a:lnTo>
                  <a:lnTo>
                    <a:pt x="1553004" y="1649666"/>
                  </a:lnTo>
                  <a:lnTo>
                    <a:pt x="1552993" y="1649654"/>
                  </a:lnTo>
                  <a:lnTo>
                    <a:pt x="1552978" y="1649642"/>
                  </a:lnTo>
                  <a:lnTo>
                    <a:pt x="1552965" y="1649632"/>
                  </a:lnTo>
                  <a:lnTo>
                    <a:pt x="1552950" y="1649622"/>
                  </a:lnTo>
                  <a:lnTo>
                    <a:pt x="1552934" y="1649612"/>
                  </a:lnTo>
                  <a:lnTo>
                    <a:pt x="1552926" y="1649611"/>
                  </a:lnTo>
                  <a:lnTo>
                    <a:pt x="1552917" y="1649611"/>
                  </a:lnTo>
                  <a:lnTo>
                    <a:pt x="1552912" y="1649615"/>
                  </a:lnTo>
                  <a:lnTo>
                    <a:pt x="1552907" y="1649623"/>
                  </a:lnTo>
                  <a:lnTo>
                    <a:pt x="1552901" y="1649627"/>
                  </a:lnTo>
                  <a:lnTo>
                    <a:pt x="1552894" y="1649624"/>
                  </a:lnTo>
                  <a:lnTo>
                    <a:pt x="1552889" y="1649619"/>
                  </a:lnTo>
                  <a:lnTo>
                    <a:pt x="1552883" y="1649616"/>
                  </a:lnTo>
                  <a:lnTo>
                    <a:pt x="1552875" y="1649612"/>
                  </a:lnTo>
                  <a:lnTo>
                    <a:pt x="1552784" y="1649605"/>
                  </a:lnTo>
                  <a:lnTo>
                    <a:pt x="1552783" y="1649616"/>
                  </a:lnTo>
                  <a:lnTo>
                    <a:pt x="1552782" y="1649626"/>
                  </a:lnTo>
                  <a:lnTo>
                    <a:pt x="1552780" y="1649639"/>
                  </a:lnTo>
                  <a:lnTo>
                    <a:pt x="1552777" y="1649648"/>
                  </a:lnTo>
                  <a:lnTo>
                    <a:pt x="1552769" y="1649665"/>
                  </a:lnTo>
                  <a:lnTo>
                    <a:pt x="1552763" y="1649681"/>
                  </a:lnTo>
                  <a:lnTo>
                    <a:pt x="1552755" y="1649701"/>
                  </a:lnTo>
                  <a:lnTo>
                    <a:pt x="1552753" y="1649710"/>
                  </a:lnTo>
                  <a:lnTo>
                    <a:pt x="1552751" y="1649725"/>
                  </a:lnTo>
                  <a:lnTo>
                    <a:pt x="1552751" y="1649736"/>
                  </a:lnTo>
                  <a:lnTo>
                    <a:pt x="1552754" y="1649749"/>
                  </a:lnTo>
                  <a:lnTo>
                    <a:pt x="1552759" y="1649757"/>
                  </a:lnTo>
                  <a:lnTo>
                    <a:pt x="1552766" y="1649763"/>
                  </a:lnTo>
                  <a:lnTo>
                    <a:pt x="1552777" y="1649772"/>
                  </a:lnTo>
                  <a:lnTo>
                    <a:pt x="1552785" y="1649780"/>
                  </a:lnTo>
                  <a:lnTo>
                    <a:pt x="1552796" y="1649790"/>
                  </a:lnTo>
                  <a:lnTo>
                    <a:pt x="1552801" y="1649800"/>
                  </a:lnTo>
                  <a:lnTo>
                    <a:pt x="1552804" y="1649810"/>
                  </a:lnTo>
                  <a:lnTo>
                    <a:pt x="1552804" y="1649818"/>
                  </a:lnTo>
                  <a:lnTo>
                    <a:pt x="1552802" y="1649830"/>
                  </a:lnTo>
                  <a:lnTo>
                    <a:pt x="1552797" y="1649838"/>
                  </a:lnTo>
                  <a:lnTo>
                    <a:pt x="1552790" y="1649844"/>
                  </a:lnTo>
                  <a:lnTo>
                    <a:pt x="1552781" y="1649850"/>
                  </a:lnTo>
                  <a:lnTo>
                    <a:pt x="1552775" y="1649853"/>
                  </a:lnTo>
                  <a:lnTo>
                    <a:pt x="1552773" y="1649859"/>
                  </a:lnTo>
                  <a:lnTo>
                    <a:pt x="1552772" y="1649869"/>
                  </a:lnTo>
                  <a:lnTo>
                    <a:pt x="1552772" y="1649885"/>
                  </a:lnTo>
                  <a:lnTo>
                    <a:pt x="1552769" y="1649900"/>
                  </a:lnTo>
                  <a:lnTo>
                    <a:pt x="1552764" y="1649908"/>
                  </a:lnTo>
                  <a:lnTo>
                    <a:pt x="1552754" y="1649916"/>
                  </a:lnTo>
                  <a:lnTo>
                    <a:pt x="1552742" y="1649921"/>
                  </a:lnTo>
                  <a:lnTo>
                    <a:pt x="1552728" y="1649925"/>
                  </a:lnTo>
                  <a:lnTo>
                    <a:pt x="1552717" y="1649927"/>
                  </a:lnTo>
                  <a:lnTo>
                    <a:pt x="1552710" y="1649930"/>
                  </a:lnTo>
                  <a:lnTo>
                    <a:pt x="1552702" y="1649937"/>
                  </a:lnTo>
                  <a:lnTo>
                    <a:pt x="1552691" y="1649948"/>
                  </a:lnTo>
                  <a:lnTo>
                    <a:pt x="1552684" y="1649953"/>
                  </a:lnTo>
                  <a:lnTo>
                    <a:pt x="1552679" y="1649956"/>
                  </a:lnTo>
                  <a:lnTo>
                    <a:pt x="1552669" y="1649966"/>
                  </a:lnTo>
                  <a:lnTo>
                    <a:pt x="1552664" y="1649976"/>
                  </a:lnTo>
                  <a:lnTo>
                    <a:pt x="1552661" y="1649984"/>
                  </a:lnTo>
                  <a:lnTo>
                    <a:pt x="1552658" y="1649991"/>
                  </a:lnTo>
                  <a:lnTo>
                    <a:pt x="1552649" y="1650000"/>
                  </a:lnTo>
                  <a:lnTo>
                    <a:pt x="1552641" y="1650003"/>
                  </a:lnTo>
                  <a:lnTo>
                    <a:pt x="1552623" y="1650005"/>
                  </a:lnTo>
                  <a:lnTo>
                    <a:pt x="1552601" y="1650008"/>
                  </a:lnTo>
                  <a:lnTo>
                    <a:pt x="1552582" y="1650009"/>
                  </a:lnTo>
                  <a:lnTo>
                    <a:pt x="1552568" y="1650009"/>
                  </a:lnTo>
                  <a:lnTo>
                    <a:pt x="1552562" y="1650007"/>
                  </a:lnTo>
                  <a:lnTo>
                    <a:pt x="1552557" y="1650004"/>
                  </a:lnTo>
                  <a:lnTo>
                    <a:pt x="1552552" y="1649999"/>
                  </a:lnTo>
                  <a:lnTo>
                    <a:pt x="1552545" y="1649990"/>
                  </a:lnTo>
                  <a:lnTo>
                    <a:pt x="1552536" y="1649977"/>
                  </a:lnTo>
                  <a:lnTo>
                    <a:pt x="1552526" y="1649960"/>
                  </a:lnTo>
                  <a:lnTo>
                    <a:pt x="1552517" y="1649947"/>
                  </a:lnTo>
                  <a:lnTo>
                    <a:pt x="1552509" y="1649937"/>
                  </a:lnTo>
                  <a:lnTo>
                    <a:pt x="1552493" y="1649932"/>
                  </a:lnTo>
                  <a:lnTo>
                    <a:pt x="1552476" y="1649928"/>
                  </a:lnTo>
                  <a:lnTo>
                    <a:pt x="1552452" y="1649920"/>
                  </a:lnTo>
                  <a:lnTo>
                    <a:pt x="1552426" y="1649910"/>
                  </a:lnTo>
                  <a:lnTo>
                    <a:pt x="1552408" y="1649902"/>
                  </a:lnTo>
                  <a:lnTo>
                    <a:pt x="1552398" y="1649903"/>
                  </a:lnTo>
                  <a:lnTo>
                    <a:pt x="1552388" y="1649903"/>
                  </a:lnTo>
                  <a:lnTo>
                    <a:pt x="1552379" y="1649902"/>
                  </a:lnTo>
                  <a:lnTo>
                    <a:pt x="1552368" y="1649898"/>
                  </a:lnTo>
                  <a:lnTo>
                    <a:pt x="1552359" y="1649892"/>
                  </a:lnTo>
                  <a:lnTo>
                    <a:pt x="1552335" y="1649864"/>
                  </a:lnTo>
                  <a:lnTo>
                    <a:pt x="1552266" y="1649888"/>
                  </a:lnTo>
                  <a:lnTo>
                    <a:pt x="1552258" y="1649891"/>
                  </a:lnTo>
                  <a:lnTo>
                    <a:pt x="1552191" y="1649925"/>
                  </a:lnTo>
                  <a:lnTo>
                    <a:pt x="1552150" y="1649863"/>
                  </a:lnTo>
                  <a:lnTo>
                    <a:pt x="1552143" y="1649831"/>
                  </a:lnTo>
                  <a:lnTo>
                    <a:pt x="1552137" y="1649811"/>
                  </a:lnTo>
                  <a:lnTo>
                    <a:pt x="1552128" y="1649788"/>
                  </a:lnTo>
                  <a:lnTo>
                    <a:pt x="1552122" y="1649765"/>
                  </a:lnTo>
                  <a:lnTo>
                    <a:pt x="1552115" y="1649764"/>
                  </a:lnTo>
                  <a:lnTo>
                    <a:pt x="1552106" y="1649763"/>
                  </a:lnTo>
                  <a:lnTo>
                    <a:pt x="1552095" y="1649759"/>
                  </a:lnTo>
                  <a:lnTo>
                    <a:pt x="1552078" y="1649750"/>
                  </a:lnTo>
                  <a:lnTo>
                    <a:pt x="1552065" y="1649745"/>
                  </a:lnTo>
                  <a:lnTo>
                    <a:pt x="1552047" y="1649736"/>
                  </a:lnTo>
                  <a:lnTo>
                    <a:pt x="1552019" y="1649726"/>
                  </a:lnTo>
                  <a:lnTo>
                    <a:pt x="1552003" y="1649721"/>
                  </a:lnTo>
                  <a:lnTo>
                    <a:pt x="1551997" y="1649718"/>
                  </a:lnTo>
                  <a:lnTo>
                    <a:pt x="1551995" y="1649712"/>
                  </a:lnTo>
                  <a:lnTo>
                    <a:pt x="1551993" y="1649704"/>
                  </a:lnTo>
                  <a:lnTo>
                    <a:pt x="1551989" y="1649689"/>
                  </a:lnTo>
                  <a:lnTo>
                    <a:pt x="1551982" y="1649674"/>
                  </a:lnTo>
                  <a:lnTo>
                    <a:pt x="1551970" y="1649650"/>
                  </a:lnTo>
                  <a:lnTo>
                    <a:pt x="1551960" y="1649630"/>
                  </a:lnTo>
                  <a:lnTo>
                    <a:pt x="1551953" y="1649617"/>
                  </a:lnTo>
                  <a:lnTo>
                    <a:pt x="1551944" y="1649603"/>
                  </a:lnTo>
                  <a:lnTo>
                    <a:pt x="1551937" y="1649596"/>
                  </a:lnTo>
                  <a:lnTo>
                    <a:pt x="1551931" y="1649593"/>
                  </a:lnTo>
                  <a:lnTo>
                    <a:pt x="1551924" y="1649591"/>
                  </a:lnTo>
                  <a:lnTo>
                    <a:pt x="1551918" y="1649589"/>
                  </a:lnTo>
                  <a:lnTo>
                    <a:pt x="1551910" y="1649583"/>
                  </a:lnTo>
                  <a:lnTo>
                    <a:pt x="1551896" y="1649574"/>
                  </a:lnTo>
                  <a:lnTo>
                    <a:pt x="1551887" y="1649572"/>
                  </a:lnTo>
                  <a:lnTo>
                    <a:pt x="1551870" y="1649569"/>
                  </a:lnTo>
                  <a:lnTo>
                    <a:pt x="1551849" y="1649569"/>
                  </a:lnTo>
                  <a:lnTo>
                    <a:pt x="1551831" y="1649568"/>
                  </a:lnTo>
                  <a:lnTo>
                    <a:pt x="1551820" y="1649567"/>
                  </a:lnTo>
                  <a:lnTo>
                    <a:pt x="1551808" y="1649565"/>
                  </a:lnTo>
                  <a:lnTo>
                    <a:pt x="1551800" y="1649567"/>
                  </a:lnTo>
                  <a:lnTo>
                    <a:pt x="1551788" y="1649575"/>
                  </a:lnTo>
                  <a:lnTo>
                    <a:pt x="1551775" y="1649590"/>
                  </a:lnTo>
                  <a:lnTo>
                    <a:pt x="1551765" y="1649603"/>
                  </a:lnTo>
                  <a:lnTo>
                    <a:pt x="1551758" y="1649608"/>
                  </a:lnTo>
                  <a:lnTo>
                    <a:pt x="1551751" y="1649610"/>
                  </a:lnTo>
                  <a:lnTo>
                    <a:pt x="1551738" y="1649611"/>
                  </a:lnTo>
                  <a:lnTo>
                    <a:pt x="1551724" y="1649614"/>
                  </a:lnTo>
                  <a:lnTo>
                    <a:pt x="1551713" y="1649617"/>
                  </a:lnTo>
                  <a:lnTo>
                    <a:pt x="1551701" y="1649622"/>
                  </a:lnTo>
                  <a:lnTo>
                    <a:pt x="1551689" y="1649629"/>
                  </a:lnTo>
                  <a:lnTo>
                    <a:pt x="1551680" y="1649638"/>
                  </a:lnTo>
                  <a:lnTo>
                    <a:pt x="1551675" y="1649643"/>
                  </a:lnTo>
                  <a:lnTo>
                    <a:pt x="1551668" y="1649640"/>
                  </a:lnTo>
                  <a:lnTo>
                    <a:pt x="1551661" y="1649632"/>
                  </a:lnTo>
                  <a:lnTo>
                    <a:pt x="1551652" y="1649622"/>
                  </a:lnTo>
                  <a:lnTo>
                    <a:pt x="1551635" y="1649609"/>
                  </a:lnTo>
                  <a:lnTo>
                    <a:pt x="1551618" y="1649598"/>
                  </a:lnTo>
                  <a:lnTo>
                    <a:pt x="1551607" y="1649587"/>
                  </a:lnTo>
                  <a:lnTo>
                    <a:pt x="1551597" y="1649579"/>
                  </a:lnTo>
                  <a:lnTo>
                    <a:pt x="1551592" y="1649582"/>
                  </a:lnTo>
                  <a:lnTo>
                    <a:pt x="1551574" y="1649595"/>
                  </a:lnTo>
                  <a:lnTo>
                    <a:pt x="1551565" y="1649598"/>
                  </a:lnTo>
                  <a:lnTo>
                    <a:pt x="1551543" y="1649605"/>
                  </a:lnTo>
                  <a:lnTo>
                    <a:pt x="1551526" y="1649609"/>
                  </a:lnTo>
                  <a:lnTo>
                    <a:pt x="1551517" y="1649609"/>
                  </a:lnTo>
                  <a:lnTo>
                    <a:pt x="1551506" y="1649604"/>
                  </a:lnTo>
                  <a:lnTo>
                    <a:pt x="1551494" y="1649595"/>
                  </a:lnTo>
                  <a:lnTo>
                    <a:pt x="1551482" y="1649587"/>
                  </a:lnTo>
                  <a:lnTo>
                    <a:pt x="1551472" y="1649582"/>
                  </a:lnTo>
                  <a:lnTo>
                    <a:pt x="1551465" y="1649571"/>
                  </a:lnTo>
                  <a:lnTo>
                    <a:pt x="1551462" y="1649556"/>
                  </a:lnTo>
                  <a:lnTo>
                    <a:pt x="1551457" y="1649549"/>
                  </a:lnTo>
                  <a:lnTo>
                    <a:pt x="1551455" y="1649543"/>
                  </a:lnTo>
                  <a:lnTo>
                    <a:pt x="1551452" y="1649536"/>
                  </a:lnTo>
                  <a:lnTo>
                    <a:pt x="1551449" y="1649523"/>
                  </a:lnTo>
                  <a:lnTo>
                    <a:pt x="1551444" y="1649514"/>
                  </a:lnTo>
                  <a:lnTo>
                    <a:pt x="1551438" y="1649508"/>
                  </a:lnTo>
                  <a:lnTo>
                    <a:pt x="1551432" y="1649505"/>
                  </a:lnTo>
                  <a:lnTo>
                    <a:pt x="1551416" y="1649504"/>
                  </a:lnTo>
                  <a:lnTo>
                    <a:pt x="1551411" y="1649505"/>
                  </a:lnTo>
                  <a:lnTo>
                    <a:pt x="1551394" y="1649510"/>
                  </a:lnTo>
                  <a:lnTo>
                    <a:pt x="1551382" y="1649509"/>
                  </a:lnTo>
                  <a:lnTo>
                    <a:pt x="1551369" y="1649508"/>
                  </a:lnTo>
                  <a:lnTo>
                    <a:pt x="1551351" y="1649506"/>
                  </a:lnTo>
                  <a:lnTo>
                    <a:pt x="1551329" y="1649502"/>
                  </a:lnTo>
                  <a:lnTo>
                    <a:pt x="1551318" y="1649502"/>
                  </a:lnTo>
                  <a:lnTo>
                    <a:pt x="1551307" y="1649501"/>
                  </a:lnTo>
                  <a:lnTo>
                    <a:pt x="1551300" y="1649497"/>
                  </a:lnTo>
                  <a:lnTo>
                    <a:pt x="1551291" y="1649488"/>
                  </a:lnTo>
                  <a:lnTo>
                    <a:pt x="1551284" y="1649474"/>
                  </a:lnTo>
                  <a:lnTo>
                    <a:pt x="1551276" y="1649463"/>
                  </a:lnTo>
                  <a:lnTo>
                    <a:pt x="1551268" y="1649455"/>
                  </a:lnTo>
                  <a:lnTo>
                    <a:pt x="1551259" y="1649448"/>
                  </a:lnTo>
                  <a:lnTo>
                    <a:pt x="1551252" y="1649443"/>
                  </a:lnTo>
                  <a:lnTo>
                    <a:pt x="1551237" y="1649431"/>
                  </a:lnTo>
                  <a:lnTo>
                    <a:pt x="1551224" y="1649421"/>
                  </a:lnTo>
                  <a:lnTo>
                    <a:pt x="1551212" y="1649417"/>
                  </a:lnTo>
                  <a:lnTo>
                    <a:pt x="1551201" y="1649413"/>
                  </a:lnTo>
                  <a:lnTo>
                    <a:pt x="1551193" y="1649408"/>
                  </a:lnTo>
                  <a:lnTo>
                    <a:pt x="1551184" y="1649399"/>
                  </a:lnTo>
                  <a:lnTo>
                    <a:pt x="1551172" y="1649384"/>
                  </a:lnTo>
                  <a:lnTo>
                    <a:pt x="1551157" y="1649366"/>
                  </a:lnTo>
                  <a:lnTo>
                    <a:pt x="1551148" y="1649354"/>
                  </a:lnTo>
                  <a:lnTo>
                    <a:pt x="1551142" y="1649348"/>
                  </a:lnTo>
                  <a:lnTo>
                    <a:pt x="1551137" y="1649342"/>
                  </a:lnTo>
                  <a:lnTo>
                    <a:pt x="1551144" y="1649340"/>
                  </a:lnTo>
                  <a:lnTo>
                    <a:pt x="1551153" y="1649339"/>
                  </a:lnTo>
                  <a:lnTo>
                    <a:pt x="1551165" y="1649338"/>
                  </a:lnTo>
                  <a:lnTo>
                    <a:pt x="1551177" y="1649337"/>
                  </a:lnTo>
                  <a:lnTo>
                    <a:pt x="1551185" y="1649336"/>
                  </a:lnTo>
                  <a:lnTo>
                    <a:pt x="1551193" y="1649332"/>
                  </a:lnTo>
                  <a:lnTo>
                    <a:pt x="1551200" y="1649331"/>
                  </a:lnTo>
                  <a:lnTo>
                    <a:pt x="1551207" y="1649332"/>
                  </a:lnTo>
                  <a:lnTo>
                    <a:pt x="1551213" y="1649334"/>
                  </a:lnTo>
                  <a:lnTo>
                    <a:pt x="1551222" y="1649339"/>
                  </a:lnTo>
                  <a:lnTo>
                    <a:pt x="1551234" y="1649347"/>
                  </a:lnTo>
                  <a:lnTo>
                    <a:pt x="1551241" y="1649348"/>
                  </a:lnTo>
                  <a:lnTo>
                    <a:pt x="1551247" y="1649346"/>
                  </a:lnTo>
                  <a:lnTo>
                    <a:pt x="1551258" y="1649338"/>
                  </a:lnTo>
                  <a:lnTo>
                    <a:pt x="1551274" y="1649328"/>
                  </a:lnTo>
                  <a:lnTo>
                    <a:pt x="1551290" y="1649318"/>
                  </a:lnTo>
                  <a:lnTo>
                    <a:pt x="1551301" y="1649313"/>
                  </a:lnTo>
                  <a:lnTo>
                    <a:pt x="1551306" y="1649306"/>
                  </a:lnTo>
                  <a:lnTo>
                    <a:pt x="1551312" y="1649303"/>
                  </a:lnTo>
                  <a:lnTo>
                    <a:pt x="1551326" y="1649297"/>
                  </a:lnTo>
                  <a:lnTo>
                    <a:pt x="1551336" y="1649296"/>
                  </a:lnTo>
                  <a:lnTo>
                    <a:pt x="1551342" y="1649295"/>
                  </a:lnTo>
                  <a:lnTo>
                    <a:pt x="1551348" y="1649291"/>
                  </a:lnTo>
                  <a:lnTo>
                    <a:pt x="1551361" y="1649282"/>
                  </a:lnTo>
                  <a:lnTo>
                    <a:pt x="1551375" y="1649273"/>
                  </a:lnTo>
                  <a:lnTo>
                    <a:pt x="1551387" y="1649269"/>
                  </a:lnTo>
                  <a:lnTo>
                    <a:pt x="1551391" y="1649267"/>
                  </a:lnTo>
                  <a:lnTo>
                    <a:pt x="1551404" y="1649264"/>
                  </a:lnTo>
                  <a:lnTo>
                    <a:pt x="1551414" y="1649264"/>
                  </a:lnTo>
                  <a:lnTo>
                    <a:pt x="1551434" y="1649264"/>
                  </a:lnTo>
                  <a:lnTo>
                    <a:pt x="1551452" y="1649266"/>
                  </a:lnTo>
                  <a:lnTo>
                    <a:pt x="1551467" y="1649270"/>
                  </a:lnTo>
                  <a:lnTo>
                    <a:pt x="1551475" y="1649267"/>
                  </a:lnTo>
                  <a:lnTo>
                    <a:pt x="1551479" y="1649249"/>
                  </a:lnTo>
                  <a:lnTo>
                    <a:pt x="1551483" y="1649225"/>
                  </a:lnTo>
                  <a:lnTo>
                    <a:pt x="1551487" y="1649205"/>
                  </a:lnTo>
                  <a:lnTo>
                    <a:pt x="1551491" y="1649183"/>
                  </a:lnTo>
                  <a:lnTo>
                    <a:pt x="1551515" y="1649145"/>
                  </a:lnTo>
                  <a:lnTo>
                    <a:pt x="1551509" y="1649138"/>
                  </a:lnTo>
                  <a:lnTo>
                    <a:pt x="1551499" y="1649132"/>
                  </a:lnTo>
                  <a:lnTo>
                    <a:pt x="1551487" y="1649125"/>
                  </a:lnTo>
                  <a:lnTo>
                    <a:pt x="1551481" y="1649120"/>
                  </a:lnTo>
                  <a:lnTo>
                    <a:pt x="1551471" y="1649116"/>
                  </a:lnTo>
                  <a:lnTo>
                    <a:pt x="1551455" y="1649108"/>
                  </a:lnTo>
                  <a:lnTo>
                    <a:pt x="1551432" y="1649104"/>
                  </a:lnTo>
                  <a:lnTo>
                    <a:pt x="1551418" y="1649100"/>
                  </a:lnTo>
                  <a:lnTo>
                    <a:pt x="1551405" y="1649097"/>
                  </a:lnTo>
                  <a:lnTo>
                    <a:pt x="1551397" y="1649096"/>
                  </a:lnTo>
                  <a:lnTo>
                    <a:pt x="1551385" y="1649095"/>
                  </a:lnTo>
                  <a:lnTo>
                    <a:pt x="1551376" y="1649096"/>
                  </a:lnTo>
                  <a:lnTo>
                    <a:pt x="1551363" y="1649100"/>
                  </a:lnTo>
                  <a:lnTo>
                    <a:pt x="1551356" y="1649101"/>
                  </a:lnTo>
                  <a:lnTo>
                    <a:pt x="1551341" y="1649105"/>
                  </a:lnTo>
                  <a:lnTo>
                    <a:pt x="1551330" y="1649109"/>
                  </a:lnTo>
                  <a:lnTo>
                    <a:pt x="1551322" y="1649111"/>
                  </a:lnTo>
                  <a:lnTo>
                    <a:pt x="1551306" y="1649113"/>
                  </a:lnTo>
                  <a:lnTo>
                    <a:pt x="1551284" y="1649114"/>
                  </a:lnTo>
                  <a:lnTo>
                    <a:pt x="1551271" y="1649114"/>
                  </a:lnTo>
                  <a:lnTo>
                    <a:pt x="1551261" y="1649110"/>
                  </a:lnTo>
                  <a:lnTo>
                    <a:pt x="1551245" y="1649106"/>
                  </a:lnTo>
                  <a:lnTo>
                    <a:pt x="1551234" y="1649104"/>
                  </a:lnTo>
                  <a:lnTo>
                    <a:pt x="1551211" y="1649095"/>
                  </a:lnTo>
                  <a:lnTo>
                    <a:pt x="1551198" y="1649087"/>
                  </a:lnTo>
                  <a:lnTo>
                    <a:pt x="1551181" y="1649075"/>
                  </a:lnTo>
                  <a:lnTo>
                    <a:pt x="1551162" y="1649057"/>
                  </a:lnTo>
                  <a:lnTo>
                    <a:pt x="1551150" y="1649041"/>
                  </a:lnTo>
                  <a:lnTo>
                    <a:pt x="1551138" y="1649026"/>
                  </a:lnTo>
                  <a:lnTo>
                    <a:pt x="1551124" y="1649008"/>
                  </a:lnTo>
                  <a:lnTo>
                    <a:pt x="1551120" y="1648999"/>
                  </a:lnTo>
                  <a:lnTo>
                    <a:pt x="1551119" y="1648990"/>
                  </a:lnTo>
                  <a:lnTo>
                    <a:pt x="1551114" y="1648978"/>
                  </a:lnTo>
                  <a:lnTo>
                    <a:pt x="1551108" y="1648964"/>
                  </a:lnTo>
                  <a:lnTo>
                    <a:pt x="1551096" y="1648953"/>
                  </a:lnTo>
                  <a:lnTo>
                    <a:pt x="1551087" y="1648943"/>
                  </a:lnTo>
                  <a:lnTo>
                    <a:pt x="1551080" y="1648933"/>
                  </a:lnTo>
                  <a:lnTo>
                    <a:pt x="1551079" y="1648924"/>
                  </a:lnTo>
                  <a:lnTo>
                    <a:pt x="1551076" y="1648913"/>
                  </a:lnTo>
                  <a:lnTo>
                    <a:pt x="1551070" y="1648905"/>
                  </a:lnTo>
                  <a:lnTo>
                    <a:pt x="1551065" y="1648902"/>
                  </a:lnTo>
                  <a:lnTo>
                    <a:pt x="1551057" y="1648898"/>
                  </a:lnTo>
                  <a:lnTo>
                    <a:pt x="1551047" y="1648898"/>
                  </a:lnTo>
                  <a:lnTo>
                    <a:pt x="1551038" y="1648902"/>
                  </a:lnTo>
                  <a:lnTo>
                    <a:pt x="1551025" y="1648903"/>
                  </a:lnTo>
                  <a:lnTo>
                    <a:pt x="1551013" y="1648904"/>
                  </a:lnTo>
                  <a:lnTo>
                    <a:pt x="1551000" y="1648908"/>
                  </a:lnTo>
                  <a:lnTo>
                    <a:pt x="1550987" y="1648910"/>
                  </a:lnTo>
                  <a:lnTo>
                    <a:pt x="1550972" y="1648907"/>
                  </a:lnTo>
                  <a:lnTo>
                    <a:pt x="1550955" y="1648906"/>
                  </a:lnTo>
                  <a:lnTo>
                    <a:pt x="1550950" y="1648903"/>
                  </a:lnTo>
                  <a:lnTo>
                    <a:pt x="1550938" y="1648893"/>
                  </a:lnTo>
                  <a:lnTo>
                    <a:pt x="1550914" y="1648873"/>
                  </a:lnTo>
                  <a:lnTo>
                    <a:pt x="1550904" y="1648863"/>
                  </a:lnTo>
                  <a:lnTo>
                    <a:pt x="1550898" y="1648855"/>
                  </a:lnTo>
                  <a:lnTo>
                    <a:pt x="1550895" y="1648845"/>
                  </a:lnTo>
                  <a:lnTo>
                    <a:pt x="1550892" y="1648834"/>
                  </a:lnTo>
                  <a:lnTo>
                    <a:pt x="1550888" y="1648827"/>
                  </a:lnTo>
                  <a:lnTo>
                    <a:pt x="1550885" y="1648814"/>
                  </a:lnTo>
                  <a:lnTo>
                    <a:pt x="1550879" y="1648795"/>
                  </a:lnTo>
                  <a:lnTo>
                    <a:pt x="1550876" y="1648782"/>
                  </a:lnTo>
                  <a:lnTo>
                    <a:pt x="1550871" y="1648772"/>
                  </a:lnTo>
                  <a:lnTo>
                    <a:pt x="1550865" y="1648760"/>
                  </a:lnTo>
                  <a:lnTo>
                    <a:pt x="1550861" y="1648747"/>
                  </a:lnTo>
                  <a:lnTo>
                    <a:pt x="1550857" y="1648731"/>
                  </a:lnTo>
                  <a:lnTo>
                    <a:pt x="1550849" y="1648712"/>
                  </a:lnTo>
                  <a:lnTo>
                    <a:pt x="1550842" y="1648698"/>
                  </a:lnTo>
                  <a:lnTo>
                    <a:pt x="1550834" y="1648686"/>
                  </a:lnTo>
                  <a:lnTo>
                    <a:pt x="1550827" y="1648677"/>
                  </a:lnTo>
                  <a:lnTo>
                    <a:pt x="1550821" y="1648671"/>
                  </a:lnTo>
                  <a:lnTo>
                    <a:pt x="1550811" y="1648663"/>
                  </a:lnTo>
                  <a:lnTo>
                    <a:pt x="1550807" y="1648653"/>
                  </a:lnTo>
                  <a:lnTo>
                    <a:pt x="1550803" y="1648630"/>
                  </a:lnTo>
                  <a:lnTo>
                    <a:pt x="1550802" y="1648623"/>
                  </a:lnTo>
                  <a:lnTo>
                    <a:pt x="1550803" y="1648617"/>
                  </a:lnTo>
                  <a:lnTo>
                    <a:pt x="1550810" y="1648606"/>
                  </a:lnTo>
                  <a:lnTo>
                    <a:pt x="1550818" y="1648601"/>
                  </a:lnTo>
                  <a:lnTo>
                    <a:pt x="1550829" y="1648596"/>
                  </a:lnTo>
                  <a:lnTo>
                    <a:pt x="1550834" y="1648591"/>
                  </a:lnTo>
                  <a:lnTo>
                    <a:pt x="1550840" y="1648586"/>
                  </a:lnTo>
                  <a:lnTo>
                    <a:pt x="1550849" y="1648580"/>
                  </a:lnTo>
                  <a:lnTo>
                    <a:pt x="1550855" y="1648574"/>
                  </a:lnTo>
                  <a:lnTo>
                    <a:pt x="1550862" y="1648569"/>
                  </a:lnTo>
                  <a:lnTo>
                    <a:pt x="1550869" y="1648566"/>
                  </a:lnTo>
                  <a:lnTo>
                    <a:pt x="1550876" y="1648562"/>
                  </a:lnTo>
                  <a:lnTo>
                    <a:pt x="1550888" y="1648557"/>
                  </a:lnTo>
                  <a:lnTo>
                    <a:pt x="1550893" y="1648539"/>
                  </a:lnTo>
                  <a:lnTo>
                    <a:pt x="1550905" y="1648530"/>
                  </a:lnTo>
                  <a:lnTo>
                    <a:pt x="1550922" y="1648515"/>
                  </a:lnTo>
                  <a:lnTo>
                    <a:pt x="1550943" y="1648497"/>
                  </a:lnTo>
                  <a:lnTo>
                    <a:pt x="1550950" y="1648487"/>
                  </a:lnTo>
                  <a:lnTo>
                    <a:pt x="1550958" y="1648496"/>
                  </a:lnTo>
                  <a:lnTo>
                    <a:pt x="1550982" y="1648501"/>
                  </a:lnTo>
                  <a:lnTo>
                    <a:pt x="1551001" y="1648509"/>
                  </a:lnTo>
                  <a:lnTo>
                    <a:pt x="1551006" y="1648509"/>
                  </a:lnTo>
                  <a:lnTo>
                    <a:pt x="1551039" y="1648504"/>
                  </a:lnTo>
                  <a:lnTo>
                    <a:pt x="1551063" y="1648494"/>
                  </a:lnTo>
                  <a:lnTo>
                    <a:pt x="1551076" y="1648482"/>
                  </a:lnTo>
                  <a:lnTo>
                    <a:pt x="1551094" y="1648454"/>
                  </a:lnTo>
                  <a:lnTo>
                    <a:pt x="1551096" y="1648448"/>
                  </a:lnTo>
                  <a:lnTo>
                    <a:pt x="1551102" y="1648434"/>
                  </a:lnTo>
                  <a:lnTo>
                    <a:pt x="1551105" y="1648430"/>
                  </a:lnTo>
                  <a:lnTo>
                    <a:pt x="1551108" y="1648425"/>
                  </a:lnTo>
                  <a:lnTo>
                    <a:pt x="1551114" y="1648417"/>
                  </a:lnTo>
                  <a:lnTo>
                    <a:pt x="1551120" y="1648415"/>
                  </a:lnTo>
                  <a:lnTo>
                    <a:pt x="1551127" y="1648416"/>
                  </a:lnTo>
                  <a:lnTo>
                    <a:pt x="1551137" y="1648423"/>
                  </a:lnTo>
                  <a:lnTo>
                    <a:pt x="1551151" y="1648436"/>
                  </a:lnTo>
                  <a:lnTo>
                    <a:pt x="1551163" y="1648447"/>
                  </a:lnTo>
                  <a:lnTo>
                    <a:pt x="1551178" y="1648460"/>
                  </a:lnTo>
                  <a:lnTo>
                    <a:pt x="1551186" y="1648465"/>
                  </a:lnTo>
                  <a:lnTo>
                    <a:pt x="1551198" y="1648468"/>
                  </a:lnTo>
                  <a:lnTo>
                    <a:pt x="1551210" y="1648469"/>
                  </a:lnTo>
                  <a:lnTo>
                    <a:pt x="1551218" y="1648465"/>
                  </a:lnTo>
                  <a:lnTo>
                    <a:pt x="1551233" y="1648458"/>
                  </a:lnTo>
                  <a:lnTo>
                    <a:pt x="1551242" y="1648455"/>
                  </a:lnTo>
                  <a:lnTo>
                    <a:pt x="1551254" y="1648452"/>
                  </a:lnTo>
                  <a:lnTo>
                    <a:pt x="1551263" y="1648449"/>
                  </a:lnTo>
                  <a:lnTo>
                    <a:pt x="1551273" y="1648445"/>
                  </a:lnTo>
                  <a:lnTo>
                    <a:pt x="1551275" y="1648439"/>
                  </a:lnTo>
                  <a:lnTo>
                    <a:pt x="1551276" y="1648430"/>
                  </a:lnTo>
                  <a:lnTo>
                    <a:pt x="1551279" y="1648405"/>
                  </a:lnTo>
                  <a:lnTo>
                    <a:pt x="1551282" y="1648387"/>
                  </a:lnTo>
                  <a:lnTo>
                    <a:pt x="1551285" y="1648366"/>
                  </a:lnTo>
                  <a:lnTo>
                    <a:pt x="1551286" y="1648347"/>
                  </a:lnTo>
                  <a:lnTo>
                    <a:pt x="1551286" y="1648334"/>
                  </a:lnTo>
                  <a:lnTo>
                    <a:pt x="1551285" y="1648325"/>
                  </a:lnTo>
                  <a:lnTo>
                    <a:pt x="1551283" y="1648316"/>
                  </a:lnTo>
                  <a:lnTo>
                    <a:pt x="1551279" y="1648307"/>
                  </a:lnTo>
                  <a:lnTo>
                    <a:pt x="1551273" y="1648298"/>
                  </a:lnTo>
                  <a:lnTo>
                    <a:pt x="1551268" y="1648290"/>
                  </a:lnTo>
                  <a:lnTo>
                    <a:pt x="1551278" y="1648274"/>
                  </a:lnTo>
                  <a:lnTo>
                    <a:pt x="1551293" y="1648262"/>
                  </a:lnTo>
                  <a:lnTo>
                    <a:pt x="1551305" y="1648251"/>
                  </a:lnTo>
                  <a:lnTo>
                    <a:pt x="1551318" y="1648246"/>
                  </a:lnTo>
                  <a:lnTo>
                    <a:pt x="1551342" y="1648236"/>
                  </a:lnTo>
                  <a:lnTo>
                    <a:pt x="1551353" y="1648229"/>
                  </a:lnTo>
                  <a:lnTo>
                    <a:pt x="1551363" y="1648220"/>
                  </a:lnTo>
                  <a:lnTo>
                    <a:pt x="1551371" y="1648210"/>
                  </a:lnTo>
                  <a:lnTo>
                    <a:pt x="1551383" y="1648197"/>
                  </a:lnTo>
                  <a:lnTo>
                    <a:pt x="1551391" y="1648190"/>
                  </a:lnTo>
                  <a:lnTo>
                    <a:pt x="1551399" y="1648178"/>
                  </a:lnTo>
                  <a:lnTo>
                    <a:pt x="1551412" y="1648158"/>
                  </a:lnTo>
                  <a:lnTo>
                    <a:pt x="1551417" y="1648147"/>
                  </a:lnTo>
                  <a:lnTo>
                    <a:pt x="1551412" y="1648137"/>
                  </a:lnTo>
                  <a:lnTo>
                    <a:pt x="1551407" y="1648130"/>
                  </a:lnTo>
                  <a:lnTo>
                    <a:pt x="1551396" y="1648112"/>
                  </a:lnTo>
                  <a:lnTo>
                    <a:pt x="1551390" y="1648091"/>
                  </a:lnTo>
                  <a:lnTo>
                    <a:pt x="1551386" y="1648081"/>
                  </a:lnTo>
                  <a:lnTo>
                    <a:pt x="1551384" y="1648072"/>
                  </a:lnTo>
                  <a:lnTo>
                    <a:pt x="1551382" y="1648060"/>
                  </a:lnTo>
                  <a:lnTo>
                    <a:pt x="1551382" y="1648039"/>
                  </a:lnTo>
                  <a:lnTo>
                    <a:pt x="1551382" y="1648011"/>
                  </a:lnTo>
                  <a:lnTo>
                    <a:pt x="1551382" y="1648004"/>
                  </a:lnTo>
                  <a:lnTo>
                    <a:pt x="1551386" y="1647996"/>
                  </a:lnTo>
                  <a:lnTo>
                    <a:pt x="1551392" y="1647994"/>
                  </a:lnTo>
                  <a:lnTo>
                    <a:pt x="1551399" y="1647992"/>
                  </a:lnTo>
                  <a:lnTo>
                    <a:pt x="1551404" y="1647990"/>
                  </a:lnTo>
                  <a:lnTo>
                    <a:pt x="1551409" y="1647984"/>
                  </a:lnTo>
                  <a:lnTo>
                    <a:pt x="1551416" y="1647974"/>
                  </a:lnTo>
                  <a:lnTo>
                    <a:pt x="1551423" y="1647960"/>
                  </a:lnTo>
                  <a:lnTo>
                    <a:pt x="1551427" y="1647943"/>
                  </a:lnTo>
                  <a:lnTo>
                    <a:pt x="1551432" y="1647934"/>
                  </a:lnTo>
                  <a:lnTo>
                    <a:pt x="1551437" y="1647928"/>
                  </a:lnTo>
                  <a:lnTo>
                    <a:pt x="1551442" y="1647925"/>
                  </a:lnTo>
                  <a:lnTo>
                    <a:pt x="1551448" y="1647925"/>
                  </a:lnTo>
                  <a:lnTo>
                    <a:pt x="1551454" y="1647926"/>
                  </a:lnTo>
                  <a:lnTo>
                    <a:pt x="1551469" y="1647931"/>
                  </a:lnTo>
                  <a:lnTo>
                    <a:pt x="1551486" y="1647938"/>
                  </a:lnTo>
                  <a:lnTo>
                    <a:pt x="1551494" y="1647940"/>
                  </a:lnTo>
                  <a:lnTo>
                    <a:pt x="1551508" y="1647940"/>
                  </a:lnTo>
                  <a:lnTo>
                    <a:pt x="1551523" y="1647938"/>
                  </a:lnTo>
                  <a:lnTo>
                    <a:pt x="1551542" y="1647935"/>
                  </a:lnTo>
                  <a:lnTo>
                    <a:pt x="1551554" y="1647930"/>
                  </a:lnTo>
                  <a:lnTo>
                    <a:pt x="1551569" y="1647926"/>
                  </a:lnTo>
                  <a:lnTo>
                    <a:pt x="1551579" y="1647922"/>
                  </a:lnTo>
                  <a:lnTo>
                    <a:pt x="1551571" y="1647915"/>
                  </a:lnTo>
                  <a:lnTo>
                    <a:pt x="1551562" y="1647908"/>
                  </a:lnTo>
                  <a:lnTo>
                    <a:pt x="1551546" y="1647894"/>
                  </a:lnTo>
                  <a:lnTo>
                    <a:pt x="1551539" y="1647884"/>
                  </a:lnTo>
                  <a:lnTo>
                    <a:pt x="1551530" y="1647872"/>
                  </a:lnTo>
                  <a:lnTo>
                    <a:pt x="1551520" y="1647860"/>
                  </a:lnTo>
                  <a:lnTo>
                    <a:pt x="1551517" y="1647851"/>
                  </a:lnTo>
                  <a:lnTo>
                    <a:pt x="1551513" y="1647839"/>
                  </a:lnTo>
                  <a:lnTo>
                    <a:pt x="1551512" y="1647828"/>
                  </a:lnTo>
                  <a:lnTo>
                    <a:pt x="1551512" y="1647815"/>
                  </a:lnTo>
                  <a:lnTo>
                    <a:pt x="1551514" y="1647801"/>
                  </a:lnTo>
                  <a:lnTo>
                    <a:pt x="1551517" y="1647782"/>
                  </a:lnTo>
                  <a:lnTo>
                    <a:pt x="1551522" y="1647757"/>
                  </a:lnTo>
                  <a:lnTo>
                    <a:pt x="1551527" y="1647740"/>
                  </a:lnTo>
                  <a:lnTo>
                    <a:pt x="1551530" y="1647727"/>
                  </a:lnTo>
                  <a:lnTo>
                    <a:pt x="1551528" y="1647711"/>
                  </a:lnTo>
                  <a:lnTo>
                    <a:pt x="1551522" y="1647692"/>
                  </a:lnTo>
                  <a:lnTo>
                    <a:pt x="1551513" y="1647670"/>
                  </a:lnTo>
                  <a:lnTo>
                    <a:pt x="1551507" y="1647653"/>
                  </a:lnTo>
                  <a:lnTo>
                    <a:pt x="1551496" y="1647634"/>
                  </a:lnTo>
                  <a:lnTo>
                    <a:pt x="1551487" y="1647618"/>
                  </a:lnTo>
                  <a:lnTo>
                    <a:pt x="1551477" y="1647601"/>
                  </a:lnTo>
                  <a:lnTo>
                    <a:pt x="1551468" y="1647585"/>
                  </a:lnTo>
                  <a:lnTo>
                    <a:pt x="1551461" y="1647561"/>
                  </a:lnTo>
                  <a:lnTo>
                    <a:pt x="1551458" y="1647545"/>
                  </a:lnTo>
                  <a:lnTo>
                    <a:pt x="1551451" y="1647521"/>
                  </a:lnTo>
                  <a:lnTo>
                    <a:pt x="1551443" y="1647499"/>
                  </a:lnTo>
                  <a:lnTo>
                    <a:pt x="1551439" y="1647483"/>
                  </a:lnTo>
                  <a:lnTo>
                    <a:pt x="1551439" y="1647471"/>
                  </a:lnTo>
                  <a:lnTo>
                    <a:pt x="1551437" y="1647462"/>
                  </a:lnTo>
                  <a:lnTo>
                    <a:pt x="1551430" y="1647452"/>
                  </a:lnTo>
                  <a:lnTo>
                    <a:pt x="1551425" y="1647443"/>
                  </a:lnTo>
                  <a:lnTo>
                    <a:pt x="1551421" y="1647437"/>
                  </a:lnTo>
                  <a:lnTo>
                    <a:pt x="1551409" y="1647422"/>
                  </a:lnTo>
                  <a:lnTo>
                    <a:pt x="1551400" y="1647409"/>
                  </a:lnTo>
                  <a:lnTo>
                    <a:pt x="1551389" y="1647396"/>
                  </a:lnTo>
                  <a:lnTo>
                    <a:pt x="1551380" y="1647385"/>
                  </a:lnTo>
                  <a:lnTo>
                    <a:pt x="1551375" y="1647376"/>
                  </a:lnTo>
                  <a:lnTo>
                    <a:pt x="1551371" y="1647367"/>
                  </a:lnTo>
                  <a:lnTo>
                    <a:pt x="1551366" y="1647356"/>
                  </a:lnTo>
                  <a:lnTo>
                    <a:pt x="1551357" y="1647344"/>
                  </a:lnTo>
                  <a:lnTo>
                    <a:pt x="1551350" y="1647332"/>
                  </a:lnTo>
                  <a:lnTo>
                    <a:pt x="1551348" y="1647324"/>
                  </a:lnTo>
                  <a:lnTo>
                    <a:pt x="1551344" y="1647307"/>
                  </a:lnTo>
                  <a:lnTo>
                    <a:pt x="1551336" y="1647286"/>
                  </a:lnTo>
                  <a:lnTo>
                    <a:pt x="1551325" y="1647268"/>
                  </a:lnTo>
                  <a:lnTo>
                    <a:pt x="1551320" y="1647263"/>
                  </a:lnTo>
                  <a:lnTo>
                    <a:pt x="1551311" y="1647252"/>
                  </a:lnTo>
                  <a:lnTo>
                    <a:pt x="1551297" y="1647235"/>
                  </a:lnTo>
                  <a:lnTo>
                    <a:pt x="1551284" y="1647221"/>
                  </a:lnTo>
                  <a:lnTo>
                    <a:pt x="1551267" y="1647200"/>
                  </a:lnTo>
                  <a:lnTo>
                    <a:pt x="1551254" y="1647187"/>
                  </a:lnTo>
                  <a:lnTo>
                    <a:pt x="1551246" y="1647182"/>
                  </a:lnTo>
                  <a:lnTo>
                    <a:pt x="1551231" y="1647170"/>
                  </a:lnTo>
                  <a:lnTo>
                    <a:pt x="1551218" y="1647156"/>
                  </a:lnTo>
                  <a:lnTo>
                    <a:pt x="1551196" y="1647137"/>
                  </a:lnTo>
                  <a:lnTo>
                    <a:pt x="1551180" y="1647127"/>
                  </a:lnTo>
                  <a:lnTo>
                    <a:pt x="1551161" y="1647112"/>
                  </a:lnTo>
                  <a:lnTo>
                    <a:pt x="1551140" y="1647094"/>
                  </a:lnTo>
                  <a:lnTo>
                    <a:pt x="1551132" y="1647086"/>
                  </a:lnTo>
                  <a:lnTo>
                    <a:pt x="1551120" y="1647083"/>
                  </a:lnTo>
                  <a:lnTo>
                    <a:pt x="1551110" y="1647080"/>
                  </a:lnTo>
                  <a:lnTo>
                    <a:pt x="1551105" y="1647079"/>
                  </a:lnTo>
                  <a:lnTo>
                    <a:pt x="1551098" y="1647079"/>
                  </a:lnTo>
                  <a:lnTo>
                    <a:pt x="1551082" y="1647085"/>
                  </a:lnTo>
                  <a:lnTo>
                    <a:pt x="1551066" y="1647090"/>
                  </a:lnTo>
                  <a:lnTo>
                    <a:pt x="1551046" y="1647094"/>
                  </a:lnTo>
                  <a:lnTo>
                    <a:pt x="1551030" y="1647098"/>
                  </a:lnTo>
                  <a:lnTo>
                    <a:pt x="1551004" y="1647101"/>
                  </a:lnTo>
                  <a:lnTo>
                    <a:pt x="1550984" y="1647102"/>
                  </a:lnTo>
                  <a:lnTo>
                    <a:pt x="1550968" y="1647098"/>
                  </a:lnTo>
                  <a:lnTo>
                    <a:pt x="1550957" y="1647095"/>
                  </a:lnTo>
                  <a:lnTo>
                    <a:pt x="1550947" y="1647089"/>
                  </a:lnTo>
                  <a:lnTo>
                    <a:pt x="1550941" y="1647079"/>
                  </a:lnTo>
                  <a:lnTo>
                    <a:pt x="1550936" y="1647068"/>
                  </a:lnTo>
                  <a:lnTo>
                    <a:pt x="1550929" y="1647052"/>
                  </a:lnTo>
                  <a:lnTo>
                    <a:pt x="1550899" y="1647019"/>
                  </a:lnTo>
                  <a:lnTo>
                    <a:pt x="1550892" y="1647007"/>
                  </a:lnTo>
                  <a:lnTo>
                    <a:pt x="1550895" y="1646988"/>
                  </a:lnTo>
                  <a:lnTo>
                    <a:pt x="1550902" y="1646970"/>
                  </a:lnTo>
                  <a:lnTo>
                    <a:pt x="1550895" y="1646962"/>
                  </a:lnTo>
                  <a:lnTo>
                    <a:pt x="1550888" y="1646954"/>
                  </a:lnTo>
                  <a:lnTo>
                    <a:pt x="1550873" y="1646935"/>
                  </a:lnTo>
                  <a:lnTo>
                    <a:pt x="1550865" y="1646923"/>
                  </a:lnTo>
                  <a:lnTo>
                    <a:pt x="1550851" y="1646911"/>
                  </a:lnTo>
                  <a:lnTo>
                    <a:pt x="1550827" y="1646893"/>
                  </a:lnTo>
                  <a:lnTo>
                    <a:pt x="1550800" y="1646883"/>
                  </a:lnTo>
                  <a:lnTo>
                    <a:pt x="1550778" y="1646871"/>
                  </a:lnTo>
                  <a:lnTo>
                    <a:pt x="1550770" y="1646857"/>
                  </a:lnTo>
                  <a:lnTo>
                    <a:pt x="1550769" y="1646836"/>
                  </a:lnTo>
                  <a:lnTo>
                    <a:pt x="1550766" y="1646810"/>
                  </a:lnTo>
                  <a:lnTo>
                    <a:pt x="1550768" y="1646788"/>
                  </a:lnTo>
                  <a:lnTo>
                    <a:pt x="1550764" y="1646768"/>
                  </a:lnTo>
                  <a:lnTo>
                    <a:pt x="1550748" y="1646745"/>
                  </a:lnTo>
                  <a:lnTo>
                    <a:pt x="1550743" y="1646725"/>
                  </a:lnTo>
                  <a:lnTo>
                    <a:pt x="1550729" y="1646700"/>
                  </a:lnTo>
                  <a:lnTo>
                    <a:pt x="1550727" y="1646686"/>
                  </a:lnTo>
                  <a:lnTo>
                    <a:pt x="1550722" y="1646657"/>
                  </a:lnTo>
                  <a:lnTo>
                    <a:pt x="1550724" y="1646622"/>
                  </a:lnTo>
                  <a:lnTo>
                    <a:pt x="1550713" y="1646613"/>
                  </a:lnTo>
                  <a:lnTo>
                    <a:pt x="1550681" y="1646572"/>
                  </a:lnTo>
                  <a:lnTo>
                    <a:pt x="1550671" y="1646561"/>
                  </a:lnTo>
                  <a:lnTo>
                    <a:pt x="1550655" y="1646545"/>
                  </a:lnTo>
                  <a:lnTo>
                    <a:pt x="1550653" y="1646537"/>
                  </a:lnTo>
                  <a:lnTo>
                    <a:pt x="1550655" y="1646531"/>
                  </a:lnTo>
                  <a:lnTo>
                    <a:pt x="1550678" y="1646504"/>
                  </a:lnTo>
                  <a:lnTo>
                    <a:pt x="1550687" y="1646487"/>
                  </a:lnTo>
                  <a:lnTo>
                    <a:pt x="1550689" y="1646478"/>
                  </a:lnTo>
                  <a:lnTo>
                    <a:pt x="1550693" y="1646472"/>
                  </a:lnTo>
                  <a:lnTo>
                    <a:pt x="1550697" y="1646463"/>
                  </a:lnTo>
                  <a:lnTo>
                    <a:pt x="1550698" y="1646456"/>
                  </a:lnTo>
                  <a:lnTo>
                    <a:pt x="1550699" y="1646447"/>
                  </a:lnTo>
                  <a:lnTo>
                    <a:pt x="1550699" y="1646438"/>
                  </a:lnTo>
                  <a:lnTo>
                    <a:pt x="1550696" y="1646424"/>
                  </a:lnTo>
                  <a:lnTo>
                    <a:pt x="1550692" y="1646412"/>
                  </a:lnTo>
                  <a:lnTo>
                    <a:pt x="1550687" y="1646404"/>
                  </a:lnTo>
                  <a:lnTo>
                    <a:pt x="1550679" y="1646395"/>
                  </a:lnTo>
                  <a:lnTo>
                    <a:pt x="1550673" y="1646392"/>
                  </a:lnTo>
                  <a:lnTo>
                    <a:pt x="1550663" y="1646392"/>
                  </a:lnTo>
                  <a:lnTo>
                    <a:pt x="1550648" y="1646392"/>
                  </a:lnTo>
                  <a:lnTo>
                    <a:pt x="1550628" y="1646392"/>
                  </a:lnTo>
                  <a:lnTo>
                    <a:pt x="1550622" y="1646394"/>
                  </a:lnTo>
                  <a:lnTo>
                    <a:pt x="1550609" y="1646400"/>
                  </a:lnTo>
                  <a:lnTo>
                    <a:pt x="1550594" y="1646402"/>
                  </a:lnTo>
                  <a:lnTo>
                    <a:pt x="1550583" y="1646406"/>
                  </a:lnTo>
                  <a:lnTo>
                    <a:pt x="1550574" y="1646407"/>
                  </a:lnTo>
                  <a:lnTo>
                    <a:pt x="1550567" y="1646411"/>
                  </a:lnTo>
                  <a:lnTo>
                    <a:pt x="1550561" y="1646413"/>
                  </a:lnTo>
                  <a:lnTo>
                    <a:pt x="1550553" y="1646413"/>
                  </a:lnTo>
                  <a:lnTo>
                    <a:pt x="1550544" y="1646412"/>
                  </a:lnTo>
                  <a:lnTo>
                    <a:pt x="1550534" y="1646410"/>
                  </a:lnTo>
                  <a:lnTo>
                    <a:pt x="1550525" y="1646407"/>
                  </a:lnTo>
                  <a:lnTo>
                    <a:pt x="1550516" y="1646405"/>
                  </a:lnTo>
                  <a:lnTo>
                    <a:pt x="1550503" y="1646400"/>
                  </a:lnTo>
                  <a:lnTo>
                    <a:pt x="1550491" y="1646395"/>
                  </a:lnTo>
                  <a:lnTo>
                    <a:pt x="1550479" y="1646392"/>
                  </a:lnTo>
                  <a:lnTo>
                    <a:pt x="1550470" y="1646391"/>
                  </a:lnTo>
                  <a:lnTo>
                    <a:pt x="1550460" y="1646394"/>
                  </a:lnTo>
                  <a:lnTo>
                    <a:pt x="1550451" y="1646395"/>
                  </a:lnTo>
                  <a:lnTo>
                    <a:pt x="1550445" y="1646392"/>
                  </a:lnTo>
                  <a:lnTo>
                    <a:pt x="1550439" y="1646387"/>
                  </a:lnTo>
                  <a:lnTo>
                    <a:pt x="1550428" y="1646372"/>
                  </a:lnTo>
                  <a:lnTo>
                    <a:pt x="1550418" y="1646359"/>
                  </a:lnTo>
                  <a:lnTo>
                    <a:pt x="1550412" y="1646344"/>
                  </a:lnTo>
                  <a:lnTo>
                    <a:pt x="1550407" y="1646331"/>
                  </a:lnTo>
                  <a:lnTo>
                    <a:pt x="1550405" y="1646321"/>
                  </a:lnTo>
                  <a:lnTo>
                    <a:pt x="1550405" y="1646292"/>
                  </a:lnTo>
                  <a:lnTo>
                    <a:pt x="1550406" y="1646270"/>
                  </a:lnTo>
                  <a:lnTo>
                    <a:pt x="1550402" y="1646254"/>
                  </a:lnTo>
                  <a:lnTo>
                    <a:pt x="1550399" y="1646237"/>
                  </a:lnTo>
                  <a:lnTo>
                    <a:pt x="1550397" y="1646228"/>
                  </a:lnTo>
                  <a:lnTo>
                    <a:pt x="1550398" y="1646218"/>
                  </a:lnTo>
                  <a:lnTo>
                    <a:pt x="1550403" y="1646212"/>
                  </a:lnTo>
                  <a:lnTo>
                    <a:pt x="1550412" y="1646203"/>
                  </a:lnTo>
                  <a:lnTo>
                    <a:pt x="1550420" y="1646196"/>
                  </a:lnTo>
                  <a:lnTo>
                    <a:pt x="1550427" y="1646186"/>
                  </a:lnTo>
                  <a:lnTo>
                    <a:pt x="1550431" y="1646176"/>
                  </a:lnTo>
                  <a:lnTo>
                    <a:pt x="1550434" y="1646166"/>
                  </a:lnTo>
                  <a:lnTo>
                    <a:pt x="1550438" y="1646153"/>
                  </a:lnTo>
                  <a:lnTo>
                    <a:pt x="1550444" y="1646139"/>
                  </a:lnTo>
                  <a:lnTo>
                    <a:pt x="1550450" y="1646131"/>
                  </a:lnTo>
                  <a:lnTo>
                    <a:pt x="1550458" y="1646124"/>
                  </a:lnTo>
                  <a:lnTo>
                    <a:pt x="1550466" y="1646116"/>
                  </a:lnTo>
                  <a:lnTo>
                    <a:pt x="1550470" y="1646101"/>
                  </a:lnTo>
                  <a:lnTo>
                    <a:pt x="1550470" y="1646096"/>
                  </a:lnTo>
                  <a:lnTo>
                    <a:pt x="1550468" y="1646087"/>
                  </a:lnTo>
                  <a:lnTo>
                    <a:pt x="1550464" y="1646077"/>
                  </a:lnTo>
                  <a:lnTo>
                    <a:pt x="1550459" y="1646070"/>
                  </a:lnTo>
                  <a:lnTo>
                    <a:pt x="1550452" y="1646062"/>
                  </a:lnTo>
                  <a:lnTo>
                    <a:pt x="1550434" y="1646045"/>
                  </a:lnTo>
                  <a:lnTo>
                    <a:pt x="1550430" y="1646044"/>
                  </a:lnTo>
                  <a:lnTo>
                    <a:pt x="1550416" y="1646044"/>
                  </a:lnTo>
                  <a:lnTo>
                    <a:pt x="1550406" y="1646045"/>
                  </a:lnTo>
                  <a:lnTo>
                    <a:pt x="1550392" y="1646042"/>
                  </a:lnTo>
                  <a:lnTo>
                    <a:pt x="1550377" y="1646034"/>
                  </a:lnTo>
                  <a:lnTo>
                    <a:pt x="1550358" y="1646017"/>
                  </a:lnTo>
                  <a:lnTo>
                    <a:pt x="1550346" y="1646005"/>
                  </a:lnTo>
                  <a:lnTo>
                    <a:pt x="1550334" y="1645995"/>
                  </a:lnTo>
                  <a:lnTo>
                    <a:pt x="1550322" y="1645986"/>
                  </a:lnTo>
                  <a:lnTo>
                    <a:pt x="1550316" y="1645981"/>
                  </a:lnTo>
                  <a:lnTo>
                    <a:pt x="1550308" y="1645978"/>
                  </a:lnTo>
                  <a:lnTo>
                    <a:pt x="1550297" y="1645976"/>
                  </a:lnTo>
                  <a:lnTo>
                    <a:pt x="1550282" y="1645975"/>
                  </a:lnTo>
                  <a:lnTo>
                    <a:pt x="1550261" y="1645975"/>
                  </a:lnTo>
                  <a:lnTo>
                    <a:pt x="1550239" y="1645974"/>
                  </a:lnTo>
                  <a:lnTo>
                    <a:pt x="1550231" y="1645973"/>
                  </a:lnTo>
                  <a:lnTo>
                    <a:pt x="1550224" y="1645973"/>
                  </a:lnTo>
                  <a:lnTo>
                    <a:pt x="1550219" y="1645975"/>
                  </a:lnTo>
                  <a:lnTo>
                    <a:pt x="1550212" y="1645977"/>
                  </a:lnTo>
                  <a:lnTo>
                    <a:pt x="1550197" y="1645979"/>
                  </a:lnTo>
                  <a:lnTo>
                    <a:pt x="1550180" y="1645980"/>
                  </a:lnTo>
                  <a:lnTo>
                    <a:pt x="1550162" y="1645976"/>
                  </a:lnTo>
                  <a:lnTo>
                    <a:pt x="1550148" y="1645975"/>
                  </a:lnTo>
                  <a:lnTo>
                    <a:pt x="1550125" y="1645975"/>
                  </a:lnTo>
                  <a:lnTo>
                    <a:pt x="1550113" y="1645975"/>
                  </a:lnTo>
                  <a:lnTo>
                    <a:pt x="1550099" y="1645970"/>
                  </a:lnTo>
                  <a:lnTo>
                    <a:pt x="1550090" y="1645965"/>
                  </a:lnTo>
                  <a:lnTo>
                    <a:pt x="1550086" y="1645958"/>
                  </a:lnTo>
                  <a:lnTo>
                    <a:pt x="1550079" y="1645939"/>
                  </a:lnTo>
                  <a:lnTo>
                    <a:pt x="1550075" y="1645924"/>
                  </a:lnTo>
                  <a:lnTo>
                    <a:pt x="1550070" y="1645917"/>
                  </a:lnTo>
                  <a:lnTo>
                    <a:pt x="1550067" y="1645906"/>
                  </a:lnTo>
                  <a:lnTo>
                    <a:pt x="1550070" y="1645899"/>
                  </a:lnTo>
                  <a:lnTo>
                    <a:pt x="1550081" y="1645889"/>
                  </a:lnTo>
                  <a:lnTo>
                    <a:pt x="1550098" y="1645872"/>
                  </a:lnTo>
                  <a:lnTo>
                    <a:pt x="1550109" y="1645858"/>
                  </a:lnTo>
                  <a:lnTo>
                    <a:pt x="1550121" y="1645840"/>
                  </a:lnTo>
                  <a:lnTo>
                    <a:pt x="1550126" y="1645828"/>
                  </a:lnTo>
                  <a:lnTo>
                    <a:pt x="1550135" y="1645809"/>
                  </a:lnTo>
                  <a:lnTo>
                    <a:pt x="1550143" y="1645794"/>
                  </a:lnTo>
                  <a:lnTo>
                    <a:pt x="1550159" y="1645771"/>
                  </a:lnTo>
                  <a:lnTo>
                    <a:pt x="1550164" y="1645764"/>
                  </a:lnTo>
                  <a:lnTo>
                    <a:pt x="1550167" y="1645759"/>
                  </a:lnTo>
                  <a:lnTo>
                    <a:pt x="1550175" y="1645742"/>
                  </a:lnTo>
                  <a:lnTo>
                    <a:pt x="1550182" y="1645733"/>
                  </a:lnTo>
                  <a:lnTo>
                    <a:pt x="1550191" y="1645721"/>
                  </a:lnTo>
                  <a:lnTo>
                    <a:pt x="1550198" y="1645711"/>
                  </a:lnTo>
                  <a:lnTo>
                    <a:pt x="1550203" y="1645702"/>
                  </a:lnTo>
                  <a:lnTo>
                    <a:pt x="1550205" y="1645694"/>
                  </a:lnTo>
                  <a:lnTo>
                    <a:pt x="1550205" y="1645684"/>
                  </a:lnTo>
                  <a:lnTo>
                    <a:pt x="1550201" y="1645672"/>
                  </a:lnTo>
                  <a:lnTo>
                    <a:pt x="1550198" y="1645659"/>
                  </a:lnTo>
                  <a:lnTo>
                    <a:pt x="1550193" y="1645643"/>
                  </a:lnTo>
                  <a:lnTo>
                    <a:pt x="1550187" y="1645629"/>
                  </a:lnTo>
                  <a:lnTo>
                    <a:pt x="1550182" y="1645620"/>
                  </a:lnTo>
                  <a:lnTo>
                    <a:pt x="1550174" y="1645610"/>
                  </a:lnTo>
                  <a:lnTo>
                    <a:pt x="1550167" y="1645603"/>
                  </a:lnTo>
                  <a:lnTo>
                    <a:pt x="1550162" y="1645597"/>
                  </a:lnTo>
                  <a:lnTo>
                    <a:pt x="1550161" y="1645589"/>
                  </a:lnTo>
                  <a:lnTo>
                    <a:pt x="1550162" y="1645583"/>
                  </a:lnTo>
                  <a:lnTo>
                    <a:pt x="1550165" y="1645574"/>
                  </a:lnTo>
                  <a:lnTo>
                    <a:pt x="1550172" y="1645562"/>
                  </a:lnTo>
                  <a:lnTo>
                    <a:pt x="1550179" y="1645552"/>
                  </a:lnTo>
                  <a:lnTo>
                    <a:pt x="1550187" y="1645546"/>
                  </a:lnTo>
                  <a:lnTo>
                    <a:pt x="1550198" y="1645537"/>
                  </a:lnTo>
                  <a:lnTo>
                    <a:pt x="1550210" y="1645526"/>
                  </a:lnTo>
                  <a:lnTo>
                    <a:pt x="1550223" y="1645519"/>
                  </a:lnTo>
                  <a:lnTo>
                    <a:pt x="1550239" y="1645514"/>
                  </a:lnTo>
                  <a:lnTo>
                    <a:pt x="1550253" y="1645510"/>
                  </a:lnTo>
                  <a:lnTo>
                    <a:pt x="1550258" y="1645505"/>
                  </a:lnTo>
                  <a:lnTo>
                    <a:pt x="1550255" y="1645496"/>
                  </a:lnTo>
                  <a:lnTo>
                    <a:pt x="1550249" y="1645489"/>
                  </a:lnTo>
                  <a:lnTo>
                    <a:pt x="1550235" y="1645473"/>
                  </a:lnTo>
                  <a:lnTo>
                    <a:pt x="1550224" y="1645460"/>
                  </a:lnTo>
                  <a:lnTo>
                    <a:pt x="1550204" y="1645432"/>
                  </a:lnTo>
                  <a:lnTo>
                    <a:pt x="1550195" y="1645417"/>
                  </a:lnTo>
                  <a:lnTo>
                    <a:pt x="1550187" y="1645404"/>
                  </a:lnTo>
                  <a:lnTo>
                    <a:pt x="1550183" y="1645386"/>
                  </a:lnTo>
                  <a:lnTo>
                    <a:pt x="1550179" y="1645356"/>
                  </a:lnTo>
                  <a:lnTo>
                    <a:pt x="1550167" y="1645352"/>
                  </a:lnTo>
                  <a:lnTo>
                    <a:pt x="1550147" y="1645349"/>
                  </a:lnTo>
                  <a:lnTo>
                    <a:pt x="1550116" y="1645343"/>
                  </a:lnTo>
                  <a:lnTo>
                    <a:pt x="1550109" y="1645339"/>
                  </a:lnTo>
                  <a:lnTo>
                    <a:pt x="1550096" y="1645329"/>
                  </a:lnTo>
                  <a:lnTo>
                    <a:pt x="1550081" y="1645317"/>
                  </a:lnTo>
                  <a:lnTo>
                    <a:pt x="1550071" y="1645311"/>
                  </a:lnTo>
                  <a:lnTo>
                    <a:pt x="1550058" y="1645304"/>
                  </a:lnTo>
                  <a:lnTo>
                    <a:pt x="1550041" y="1645297"/>
                  </a:lnTo>
                  <a:lnTo>
                    <a:pt x="1550025" y="1645294"/>
                  </a:lnTo>
                  <a:lnTo>
                    <a:pt x="1550009" y="1645290"/>
                  </a:lnTo>
                  <a:lnTo>
                    <a:pt x="1550000" y="1645285"/>
                  </a:lnTo>
                  <a:lnTo>
                    <a:pt x="1549996" y="1645281"/>
                  </a:lnTo>
                  <a:lnTo>
                    <a:pt x="1549992" y="1645272"/>
                  </a:lnTo>
                  <a:lnTo>
                    <a:pt x="1549986" y="1645263"/>
                  </a:lnTo>
                  <a:lnTo>
                    <a:pt x="1549978" y="1645255"/>
                  </a:lnTo>
                  <a:lnTo>
                    <a:pt x="1549964" y="1645249"/>
                  </a:lnTo>
                  <a:lnTo>
                    <a:pt x="1549953" y="1645244"/>
                  </a:lnTo>
                  <a:lnTo>
                    <a:pt x="1549945" y="1645238"/>
                  </a:lnTo>
                  <a:lnTo>
                    <a:pt x="1549938" y="1645229"/>
                  </a:lnTo>
                  <a:lnTo>
                    <a:pt x="1549925" y="1645212"/>
                  </a:lnTo>
                  <a:lnTo>
                    <a:pt x="1549915" y="1645202"/>
                  </a:lnTo>
                  <a:lnTo>
                    <a:pt x="1549908" y="1645198"/>
                  </a:lnTo>
                  <a:lnTo>
                    <a:pt x="1549901" y="1645194"/>
                  </a:lnTo>
                  <a:lnTo>
                    <a:pt x="1549887" y="1645188"/>
                  </a:lnTo>
                  <a:lnTo>
                    <a:pt x="1549871" y="1645181"/>
                  </a:lnTo>
                  <a:lnTo>
                    <a:pt x="1549862" y="1645174"/>
                  </a:lnTo>
                  <a:lnTo>
                    <a:pt x="1549858" y="1645171"/>
                  </a:lnTo>
                  <a:lnTo>
                    <a:pt x="1549853" y="1645170"/>
                  </a:lnTo>
                  <a:lnTo>
                    <a:pt x="1549846" y="1645170"/>
                  </a:lnTo>
                  <a:lnTo>
                    <a:pt x="1549836" y="1645171"/>
                  </a:lnTo>
                  <a:lnTo>
                    <a:pt x="1549814" y="1645175"/>
                  </a:lnTo>
                  <a:lnTo>
                    <a:pt x="1549791" y="1645178"/>
                  </a:lnTo>
                  <a:lnTo>
                    <a:pt x="1549767" y="1645179"/>
                  </a:lnTo>
                  <a:lnTo>
                    <a:pt x="1549749" y="1645180"/>
                  </a:lnTo>
                  <a:lnTo>
                    <a:pt x="1549734" y="1645181"/>
                  </a:lnTo>
                  <a:lnTo>
                    <a:pt x="1549726" y="1645180"/>
                  </a:lnTo>
                  <a:lnTo>
                    <a:pt x="1549718" y="1645176"/>
                  </a:lnTo>
                  <a:lnTo>
                    <a:pt x="1549706" y="1645168"/>
                  </a:lnTo>
                  <a:lnTo>
                    <a:pt x="1549693" y="1645161"/>
                  </a:lnTo>
                  <a:lnTo>
                    <a:pt x="1549687" y="1645160"/>
                  </a:lnTo>
                  <a:lnTo>
                    <a:pt x="1549674" y="1645161"/>
                  </a:lnTo>
                  <a:lnTo>
                    <a:pt x="1549663" y="1645161"/>
                  </a:lnTo>
                  <a:lnTo>
                    <a:pt x="1549652" y="1645159"/>
                  </a:lnTo>
                  <a:lnTo>
                    <a:pt x="1549643" y="1645156"/>
                  </a:lnTo>
                  <a:lnTo>
                    <a:pt x="1549629" y="1645145"/>
                  </a:lnTo>
                  <a:lnTo>
                    <a:pt x="1549613" y="1645131"/>
                  </a:lnTo>
                  <a:lnTo>
                    <a:pt x="1549602" y="1645121"/>
                  </a:lnTo>
                  <a:lnTo>
                    <a:pt x="1549598" y="1645113"/>
                  </a:lnTo>
                  <a:lnTo>
                    <a:pt x="1549595" y="1645102"/>
                  </a:lnTo>
                  <a:lnTo>
                    <a:pt x="1549595" y="1645091"/>
                  </a:lnTo>
                  <a:lnTo>
                    <a:pt x="1549597" y="1645081"/>
                  </a:lnTo>
                  <a:lnTo>
                    <a:pt x="1549598" y="1645071"/>
                  </a:lnTo>
                  <a:lnTo>
                    <a:pt x="1549599" y="1645059"/>
                  </a:lnTo>
                  <a:lnTo>
                    <a:pt x="1549597" y="1645050"/>
                  </a:lnTo>
                  <a:lnTo>
                    <a:pt x="1549594" y="1645039"/>
                  </a:lnTo>
                  <a:lnTo>
                    <a:pt x="1549592" y="1645024"/>
                  </a:lnTo>
                  <a:lnTo>
                    <a:pt x="1549591" y="1645003"/>
                  </a:lnTo>
                  <a:lnTo>
                    <a:pt x="1549591" y="1644993"/>
                  </a:lnTo>
                  <a:lnTo>
                    <a:pt x="1549593" y="1644983"/>
                  </a:lnTo>
                  <a:lnTo>
                    <a:pt x="1549597" y="1644972"/>
                  </a:lnTo>
                  <a:lnTo>
                    <a:pt x="1549600" y="1644964"/>
                  </a:lnTo>
                  <a:lnTo>
                    <a:pt x="1549603" y="1644951"/>
                  </a:lnTo>
                  <a:lnTo>
                    <a:pt x="1549606" y="1644934"/>
                  </a:lnTo>
                  <a:lnTo>
                    <a:pt x="1549609" y="1644915"/>
                  </a:lnTo>
                  <a:lnTo>
                    <a:pt x="1549609" y="1644902"/>
                  </a:lnTo>
                  <a:lnTo>
                    <a:pt x="1549610" y="1644894"/>
                  </a:lnTo>
                  <a:lnTo>
                    <a:pt x="1549616" y="1644884"/>
                  </a:lnTo>
                  <a:lnTo>
                    <a:pt x="1549620" y="1644878"/>
                  </a:lnTo>
                  <a:lnTo>
                    <a:pt x="1549625" y="1644868"/>
                  </a:lnTo>
                  <a:lnTo>
                    <a:pt x="1549636" y="1644862"/>
                  </a:lnTo>
                  <a:lnTo>
                    <a:pt x="1549636" y="1644851"/>
                  </a:lnTo>
                  <a:lnTo>
                    <a:pt x="1549632" y="1644836"/>
                  </a:lnTo>
                  <a:lnTo>
                    <a:pt x="1549630" y="1644826"/>
                  </a:lnTo>
                  <a:lnTo>
                    <a:pt x="1549625" y="1644813"/>
                  </a:lnTo>
                  <a:lnTo>
                    <a:pt x="1549621" y="1644805"/>
                  </a:lnTo>
                  <a:lnTo>
                    <a:pt x="1549610" y="1644799"/>
                  </a:lnTo>
                  <a:lnTo>
                    <a:pt x="1549597" y="1644792"/>
                  </a:lnTo>
                  <a:lnTo>
                    <a:pt x="1549584" y="1644787"/>
                  </a:lnTo>
                  <a:lnTo>
                    <a:pt x="1549576" y="1644780"/>
                  </a:lnTo>
                  <a:lnTo>
                    <a:pt x="1549570" y="1644777"/>
                  </a:lnTo>
                  <a:lnTo>
                    <a:pt x="1549563" y="1644774"/>
                  </a:lnTo>
                  <a:lnTo>
                    <a:pt x="1549553" y="1644770"/>
                  </a:lnTo>
                  <a:lnTo>
                    <a:pt x="1549543" y="1644767"/>
                  </a:lnTo>
                  <a:lnTo>
                    <a:pt x="1549528" y="1644763"/>
                  </a:lnTo>
                  <a:lnTo>
                    <a:pt x="1549519" y="1644764"/>
                  </a:lnTo>
                  <a:lnTo>
                    <a:pt x="1549511" y="1644768"/>
                  </a:lnTo>
                  <a:lnTo>
                    <a:pt x="1549499" y="1644773"/>
                  </a:lnTo>
                  <a:lnTo>
                    <a:pt x="1549495" y="1644779"/>
                  </a:lnTo>
                  <a:lnTo>
                    <a:pt x="1549489" y="1644792"/>
                  </a:lnTo>
                  <a:lnTo>
                    <a:pt x="1549485" y="1644803"/>
                  </a:lnTo>
                  <a:lnTo>
                    <a:pt x="1549477" y="1644817"/>
                  </a:lnTo>
                  <a:lnTo>
                    <a:pt x="1549471" y="1644827"/>
                  </a:lnTo>
                  <a:lnTo>
                    <a:pt x="1549462" y="1644834"/>
                  </a:lnTo>
                  <a:lnTo>
                    <a:pt x="1549458" y="1644838"/>
                  </a:lnTo>
                  <a:lnTo>
                    <a:pt x="1549407" y="1644829"/>
                  </a:lnTo>
                  <a:lnTo>
                    <a:pt x="1549341" y="1644789"/>
                  </a:lnTo>
                  <a:lnTo>
                    <a:pt x="1549337" y="1644785"/>
                  </a:lnTo>
                  <a:lnTo>
                    <a:pt x="1549330" y="1644778"/>
                  </a:lnTo>
                  <a:lnTo>
                    <a:pt x="1549323" y="1644768"/>
                  </a:lnTo>
                  <a:lnTo>
                    <a:pt x="1549309" y="1644732"/>
                  </a:lnTo>
                  <a:lnTo>
                    <a:pt x="1549303" y="1644711"/>
                  </a:lnTo>
                  <a:lnTo>
                    <a:pt x="1549297" y="1644695"/>
                  </a:lnTo>
                  <a:lnTo>
                    <a:pt x="1549294" y="1644679"/>
                  </a:lnTo>
                  <a:lnTo>
                    <a:pt x="1549293" y="1644673"/>
                  </a:lnTo>
                  <a:lnTo>
                    <a:pt x="1549289" y="1644654"/>
                  </a:lnTo>
                  <a:lnTo>
                    <a:pt x="1549288" y="1644631"/>
                  </a:lnTo>
                  <a:lnTo>
                    <a:pt x="1549288" y="1644599"/>
                  </a:lnTo>
                  <a:lnTo>
                    <a:pt x="1549289" y="1644581"/>
                  </a:lnTo>
                  <a:lnTo>
                    <a:pt x="1549288" y="1644565"/>
                  </a:lnTo>
                  <a:lnTo>
                    <a:pt x="1549286" y="1644552"/>
                  </a:lnTo>
                  <a:lnTo>
                    <a:pt x="1549284" y="1644541"/>
                  </a:lnTo>
                  <a:lnTo>
                    <a:pt x="1549284" y="1644530"/>
                  </a:lnTo>
                  <a:lnTo>
                    <a:pt x="1549284" y="1644523"/>
                  </a:lnTo>
                  <a:lnTo>
                    <a:pt x="1549281" y="1644516"/>
                  </a:lnTo>
                  <a:lnTo>
                    <a:pt x="1549279" y="1644512"/>
                  </a:lnTo>
                  <a:lnTo>
                    <a:pt x="1549274" y="1644507"/>
                  </a:lnTo>
                  <a:lnTo>
                    <a:pt x="1549260" y="1644494"/>
                  </a:lnTo>
                  <a:lnTo>
                    <a:pt x="1549248" y="1644483"/>
                  </a:lnTo>
                  <a:lnTo>
                    <a:pt x="1549236" y="1644475"/>
                  </a:lnTo>
                  <a:lnTo>
                    <a:pt x="1549228" y="1644468"/>
                  </a:lnTo>
                  <a:lnTo>
                    <a:pt x="1549222" y="1644466"/>
                  </a:lnTo>
                  <a:lnTo>
                    <a:pt x="1549210" y="1644465"/>
                  </a:lnTo>
                  <a:lnTo>
                    <a:pt x="1549203" y="1644465"/>
                  </a:lnTo>
                  <a:lnTo>
                    <a:pt x="1549198" y="1644469"/>
                  </a:lnTo>
                  <a:lnTo>
                    <a:pt x="1549191" y="1644473"/>
                  </a:lnTo>
                  <a:lnTo>
                    <a:pt x="1549177" y="1644483"/>
                  </a:lnTo>
                  <a:lnTo>
                    <a:pt x="1549170" y="1644487"/>
                  </a:lnTo>
                  <a:lnTo>
                    <a:pt x="1549161" y="1644490"/>
                  </a:lnTo>
                  <a:lnTo>
                    <a:pt x="1549155" y="1644491"/>
                  </a:lnTo>
                  <a:lnTo>
                    <a:pt x="1549130" y="1644492"/>
                  </a:lnTo>
                  <a:lnTo>
                    <a:pt x="1549119" y="1644492"/>
                  </a:lnTo>
                  <a:lnTo>
                    <a:pt x="1549109" y="1644491"/>
                  </a:lnTo>
                  <a:lnTo>
                    <a:pt x="1549101" y="1644489"/>
                  </a:lnTo>
                  <a:lnTo>
                    <a:pt x="1549091" y="1644485"/>
                  </a:lnTo>
                  <a:lnTo>
                    <a:pt x="1549082" y="1644480"/>
                  </a:lnTo>
                  <a:lnTo>
                    <a:pt x="1549074" y="1644477"/>
                  </a:lnTo>
                  <a:lnTo>
                    <a:pt x="1549068" y="1644477"/>
                  </a:lnTo>
                  <a:lnTo>
                    <a:pt x="1549061" y="1644479"/>
                  </a:lnTo>
                  <a:lnTo>
                    <a:pt x="1549057" y="1644483"/>
                  </a:lnTo>
                  <a:lnTo>
                    <a:pt x="1549051" y="1644490"/>
                  </a:lnTo>
                  <a:lnTo>
                    <a:pt x="1549043" y="1644494"/>
                  </a:lnTo>
                  <a:lnTo>
                    <a:pt x="1549034" y="1644491"/>
                  </a:lnTo>
                  <a:lnTo>
                    <a:pt x="1549028" y="1644487"/>
                  </a:lnTo>
                  <a:lnTo>
                    <a:pt x="1549026" y="1644480"/>
                  </a:lnTo>
                  <a:lnTo>
                    <a:pt x="1549024" y="1644472"/>
                  </a:lnTo>
                  <a:lnTo>
                    <a:pt x="1549018" y="1644458"/>
                  </a:lnTo>
                  <a:lnTo>
                    <a:pt x="1549012" y="1644444"/>
                  </a:lnTo>
                  <a:lnTo>
                    <a:pt x="1548999" y="1644413"/>
                  </a:lnTo>
                  <a:lnTo>
                    <a:pt x="1548996" y="1644403"/>
                  </a:lnTo>
                  <a:lnTo>
                    <a:pt x="1548993" y="1644392"/>
                  </a:lnTo>
                  <a:lnTo>
                    <a:pt x="1548991" y="1644385"/>
                  </a:lnTo>
                  <a:lnTo>
                    <a:pt x="1548991" y="1644380"/>
                  </a:lnTo>
                  <a:lnTo>
                    <a:pt x="1548990" y="1644372"/>
                  </a:lnTo>
                  <a:lnTo>
                    <a:pt x="1548991" y="1644361"/>
                  </a:lnTo>
                  <a:lnTo>
                    <a:pt x="1548990" y="1644351"/>
                  </a:lnTo>
                  <a:lnTo>
                    <a:pt x="1548992" y="1644344"/>
                  </a:lnTo>
                  <a:lnTo>
                    <a:pt x="1548993" y="1644335"/>
                  </a:lnTo>
                  <a:lnTo>
                    <a:pt x="1548990" y="1644332"/>
                  </a:lnTo>
                  <a:lnTo>
                    <a:pt x="1548985" y="1644329"/>
                  </a:lnTo>
                  <a:lnTo>
                    <a:pt x="1548981" y="1644324"/>
                  </a:lnTo>
                  <a:lnTo>
                    <a:pt x="1548977" y="1644320"/>
                  </a:lnTo>
                  <a:lnTo>
                    <a:pt x="1548969" y="1644312"/>
                  </a:lnTo>
                  <a:lnTo>
                    <a:pt x="1548955" y="1644300"/>
                  </a:lnTo>
                  <a:lnTo>
                    <a:pt x="1548946" y="1644290"/>
                  </a:lnTo>
                  <a:lnTo>
                    <a:pt x="1548936" y="1644283"/>
                  </a:lnTo>
                  <a:lnTo>
                    <a:pt x="1548925" y="1644276"/>
                  </a:lnTo>
                  <a:lnTo>
                    <a:pt x="1548915" y="1644269"/>
                  </a:lnTo>
                  <a:lnTo>
                    <a:pt x="1548907" y="1644261"/>
                  </a:lnTo>
                  <a:lnTo>
                    <a:pt x="1548900" y="1644254"/>
                  </a:lnTo>
                  <a:lnTo>
                    <a:pt x="1548890" y="1644247"/>
                  </a:lnTo>
                  <a:lnTo>
                    <a:pt x="1548876" y="1644235"/>
                  </a:lnTo>
                  <a:lnTo>
                    <a:pt x="1548865" y="1644227"/>
                  </a:lnTo>
                  <a:lnTo>
                    <a:pt x="1548857" y="1644221"/>
                  </a:lnTo>
                  <a:lnTo>
                    <a:pt x="1548855" y="1644214"/>
                  </a:lnTo>
                  <a:lnTo>
                    <a:pt x="1548855" y="1644204"/>
                  </a:lnTo>
                  <a:lnTo>
                    <a:pt x="1548855" y="1644197"/>
                  </a:lnTo>
                  <a:lnTo>
                    <a:pt x="1548853" y="1644189"/>
                  </a:lnTo>
                  <a:lnTo>
                    <a:pt x="1548850" y="1644178"/>
                  </a:lnTo>
                  <a:lnTo>
                    <a:pt x="1548845" y="1644169"/>
                  </a:lnTo>
                  <a:lnTo>
                    <a:pt x="1548840" y="1644163"/>
                  </a:lnTo>
                  <a:lnTo>
                    <a:pt x="1548831" y="1644150"/>
                  </a:lnTo>
                  <a:lnTo>
                    <a:pt x="1548822" y="1644141"/>
                  </a:lnTo>
                  <a:lnTo>
                    <a:pt x="1548811" y="1644130"/>
                  </a:lnTo>
                  <a:lnTo>
                    <a:pt x="1548801" y="1644119"/>
                  </a:lnTo>
                  <a:lnTo>
                    <a:pt x="1548792" y="1644104"/>
                  </a:lnTo>
                  <a:lnTo>
                    <a:pt x="1548783" y="1644089"/>
                  </a:lnTo>
                  <a:lnTo>
                    <a:pt x="1548776" y="1644075"/>
                  </a:lnTo>
                  <a:lnTo>
                    <a:pt x="1548770" y="1644063"/>
                  </a:lnTo>
                  <a:lnTo>
                    <a:pt x="1548766" y="1644057"/>
                  </a:lnTo>
                  <a:lnTo>
                    <a:pt x="1548763" y="1644051"/>
                  </a:lnTo>
                  <a:lnTo>
                    <a:pt x="1548757" y="1644046"/>
                  </a:lnTo>
                  <a:lnTo>
                    <a:pt x="1548753" y="1644040"/>
                  </a:lnTo>
                  <a:lnTo>
                    <a:pt x="1548752" y="1644035"/>
                  </a:lnTo>
                  <a:lnTo>
                    <a:pt x="1548755" y="1644022"/>
                  </a:lnTo>
                  <a:lnTo>
                    <a:pt x="1548757" y="1644014"/>
                  </a:lnTo>
                  <a:lnTo>
                    <a:pt x="1548761" y="1644000"/>
                  </a:lnTo>
                  <a:lnTo>
                    <a:pt x="1548764" y="1643995"/>
                  </a:lnTo>
                  <a:lnTo>
                    <a:pt x="1548767" y="1643990"/>
                  </a:lnTo>
                  <a:lnTo>
                    <a:pt x="1548770" y="1643984"/>
                  </a:lnTo>
                  <a:lnTo>
                    <a:pt x="1548772" y="1643976"/>
                  </a:lnTo>
                  <a:lnTo>
                    <a:pt x="1548774" y="1643969"/>
                  </a:lnTo>
                  <a:lnTo>
                    <a:pt x="1548773" y="1643956"/>
                  </a:lnTo>
                  <a:lnTo>
                    <a:pt x="1548768" y="1643944"/>
                  </a:lnTo>
                  <a:lnTo>
                    <a:pt x="1548759" y="1643933"/>
                  </a:lnTo>
                  <a:lnTo>
                    <a:pt x="1548749" y="1643922"/>
                  </a:lnTo>
                  <a:lnTo>
                    <a:pt x="1548737" y="1643909"/>
                  </a:lnTo>
                  <a:lnTo>
                    <a:pt x="1548726" y="1643898"/>
                  </a:lnTo>
                  <a:lnTo>
                    <a:pt x="1548711" y="1643886"/>
                  </a:lnTo>
                  <a:lnTo>
                    <a:pt x="1548704" y="1643882"/>
                  </a:lnTo>
                  <a:lnTo>
                    <a:pt x="1548698" y="1643877"/>
                  </a:lnTo>
                  <a:lnTo>
                    <a:pt x="1548694" y="1643871"/>
                  </a:lnTo>
                  <a:lnTo>
                    <a:pt x="1548689" y="1643858"/>
                  </a:lnTo>
                  <a:lnTo>
                    <a:pt x="1548685" y="1643851"/>
                  </a:lnTo>
                  <a:lnTo>
                    <a:pt x="1548680" y="1643848"/>
                  </a:lnTo>
                  <a:lnTo>
                    <a:pt x="1548671" y="1643847"/>
                  </a:lnTo>
                  <a:lnTo>
                    <a:pt x="1548659" y="1643847"/>
                  </a:lnTo>
                  <a:lnTo>
                    <a:pt x="1548651" y="1643846"/>
                  </a:lnTo>
                  <a:lnTo>
                    <a:pt x="1548640" y="1643842"/>
                  </a:lnTo>
                  <a:lnTo>
                    <a:pt x="1548627" y="1643834"/>
                  </a:lnTo>
                  <a:lnTo>
                    <a:pt x="1548616" y="1643826"/>
                  </a:lnTo>
                  <a:lnTo>
                    <a:pt x="1548606" y="1643820"/>
                  </a:lnTo>
                  <a:lnTo>
                    <a:pt x="1548602" y="1643814"/>
                  </a:lnTo>
                  <a:lnTo>
                    <a:pt x="1548590" y="1643799"/>
                  </a:lnTo>
                  <a:lnTo>
                    <a:pt x="1548582" y="1643790"/>
                  </a:lnTo>
                  <a:lnTo>
                    <a:pt x="1548577" y="1643786"/>
                  </a:lnTo>
                  <a:lnTo>
                    <a:pt x="1548571" y="1643784"/>
                  </a:lnTo>
                  <a:lnTo>
                    <a:pt x="1548565" y="1643780"/>
                  </a:lnTo>
                  <a:lnTo>
                    <a:pt x="1548561" y="1643772"/>
                  </a:lnTo>
                  <a:lnTo>
                    <a:pt x="1548557" y="1643763"/>
                  </a:lnTo>
                  <a:lnTo>
                    <a:pt x="1548554" y="1643754"/>
                  </a:lnTo>
                  <a:lnTo>
                    <a:pt x="1548554" y="1643747"/>
                  </a:lnTo>
                  <a:lnTo>
                    <a:pt x="1548554" y="1643738"/>
                  </a:lnTo>
                  <a:lnTo>
                    <a:pt x="1548558" y="1643729"/>
                  </a:lnTo>
                  <a:lnTo>
                    <a:pt x="1548560" y="1643722"/>
                  </a:lnTo>
                  <a:lnTo>
                    <a:pt x="1548556" y="1643718"/>
                  </a:lnTo>
                  <a:lnTo>
                    <a:pt x="1548546" y="1643705"/>
                  </a:lnTo>
                  <a:lnTo>
                    <a:pt x="1548538" y="1643696"/>
                  </a:lnTo>
                  <a:lnTo>
                    <a:pt x="1548527" y="1643680"/>
                  </a:lnTo>
                  <a:lnTo>
                    <a:pt x="1548517" y="1643664"/>
                  </a:lnTo>
                  <a:lnTo>
                    <a:pt x="1548513" y="1643657"/>
                  </a:lnTo>
                  <a:lnTo>
                    <a:pt x="1548505" y="1643642"/>
                  </a:lnTo>
                  <a:lnTo>
                    <a:pt x="1548498" y="1643633"/>
                  </a:lnTo>
                  <a:lnTo>
                    <a:pt x="1548484" y="1643623"/>
                  </a:lnTo>
                  <a:lnTo>
                    <a:pt x="1548475" y="1643612"/>
                  </a:lnTo>
                  <a:lnTo>
                    <a:pt x="1548470" y="1643617"/>
                  </a:lnTo>
                  <a:lnTo>
                    <a:pt x="1548459" y="1643629"/>
                  </a:lnTo>
                  <a:lnTo>
                    <a:pt x="1548443" y="1643647"/>
                  </a:lnTo>
                  <a:lnTo>
                    <a:pt x="1548425" y="1643670"/>
                  </a:lnTo>
                  <a:lnTo>
                    <a:pt x="1548413" y="1643686"/>
                  </a:lnTo>
                  <a:lnTo>
                    <a:pt x="1548401" y="1643697"/>
                  </a:lnTo>
                  <a:lnTo>
                    <a:pt x="1548395" y="1643707"/>
                  </a:lnTo>
                  <a:lnTo>
                    <a:pt x="1548386" y="1643719"/>
                  </a:lnTo>
                  <a:lnTo>
                    <a:pt x="1548380" y="1643724"/>
                  </a:lnTo>
                  <a:lnTo>
                    <a:pt x="1548375" y="1643725"/>
                  </a:lnTo>
                  <a:lnTo>
                    <a:pt x="1548369" y="1643725"/>
                  </a:lnTo>
                  <a:lnTo>
                    <a:pt x="1548357" y="1643722"/>
                  </a:lnTo>
                  <a:lnTo>
                    <a:pt x="1548335" y="1643716"/>
                  </a:lnTo>
                  <a:lnTo>
                    <a:pt x="1548317" y="1643711"/>
                  </a:lnTo>
                  <a:lnTo>
                    <a:pt x="1548305" y="1643708"/>
                  </a:lnTo>
                  <a:lnTo>
                    <a:pt x="1548298" y="1643706"/>
                  </a:lnTo>
                  <a:lnTo>
                    <a:pt x="1548288" y="1643706"/>
                  </a:lnTo>
                  <a:lnTo>
                    <a:pt x="1548279" y="1643709"/>
                  </a:lnTo>
                  <a:lnTo>
                    <a:pt x="1548272" y="1643711"/>
                  </a:lnTo>
                  <a:lnTo>
                    <a:pt x="1548246" y="1643722"/>
                  </a:lnTo>
                  <a:lnTo>
                    <a:pt x="1548229" y="1643730"/>
                  </a:lnTo>
                  <a:lnTo>
                    <a:pt x="1548214" y="1643736"/>
                  </a:lnTo>
                  <a:lnTo>
                    <a:pt x="1548206" y="1643737"/>
                  </a:lnTo>
                  <a:lnTo>
                    <a:pt x="1548197" y="1643736"/>
                  </a:lnTo>
                  <a:lnTo>
                    <a:pt x="1548185" y="1643733"/>
                  </a:lnTo>
                  <a:lnTo>
                    <a:pt x="1548163" y="1643725"/>
                  </a:lnTo>
                  <a:lnTo>
                    <a:pt x="1548139" y="1643715"/>
                  </a:lnTo>
                  <a:lnTo>
                    <a:pt x="1548123" y="1643711"/>
                  </a:lnTo>
                  <a:lnTo>
                    <a:pt x="1548107" y="1643706"/>
                  </a:lnTo>
                  <a:lnTo>
                    <a:pt x="1548099" y="1643704"/>
                  </a:lnTo>
                  <a:lnTo>
                    <a:pt x="1548092" y="1643701"/>
                  </a:lnTo>
                  <a:lnTo>
                    <a:pt x="1548083" y="1643695"/>
                  </a:lnTo>
                  <a:lnTo>
                    <a:pt x="1548072" y="1643685"/>
                  </a:lnTo>
                  <a:lnTo>
                    <a:pt x="1548068" y="1643677"/>
                  </a:lnTo>
                  <a:lnTo>
                    <a:pt x="1548065" y="1643666"/>
                  </a:lnTo>
                  <a:lnTo>
                    <a:pt x="1548062" y="1643661"/>
                  </a:lnTo>
                  <a:lnTo>
                    <a:pt x="1548050" y="1643649"/>
                  </a:lnTo>
                  <a:lnTo>
                    <a:pt x="1548036" y="1643640"/>
                  </a:lnTo>
                  <a:lnTo>
                    <a:pt x="1548028" y="1643634"/>
                  </a:lnTo>
                  <a:lnTo>
                    <a:pt x="1548022" y="1643630"/>
                  </a:lnTo>
                  <a:lnTo>
                    <a:pt x="1548019" y="1643623"/>
                  </a:lnTo>
                  <a:lnTo>
                    <a:pt x="1548013" y="1643612"/>
                  </a:lnTo>
                  <a:lnTo>
                    <a:pt x="1548008" y="1643597"/>
                  </a:lnTo>
                  <a:lnTo>
                    <a:pt x="1548003" y="1643582"/>
                  </a:lnTo>
                  <a:lnTo>
                    <a:pt x="1547995" y="1643566"/>
                  </a:lnTo>
                  <a:lnTo>
                    <a:pt x="1547990" y="1643555"/>
                  </a:lnTo>
                  <a:lnTo>
                    <a:pt x="1547987" y="1643545"/>
                  </a:lnTo>
                  <a:lnTo>
                    <a:pt x="1547981" y="1643541"/>
                  </a:lnTo>
                  <a:lnTo>
                    <a:pt x="1547972" y="1643540"/>
                  </a:lnTo>
                  <a:lnTo>
                    <a:pt x="1547958" y="1643537"/>
                  </a:lnTo>
                  <a:lnTo>
                    <a:pt x="1547944" y="1643531"/>
                  </a:lnTo>
                  <a:lnTo>
                    <a:pt x="1547930" y="1643523"/>
                  </a:lnTo>
                  <a:lnTo>
                    <a:pt x="1547915" y="1643515"/>
                  </a:lnTo>
                  <a:lnTo>
                    <a:pt x="1547908" y="1643509"/>
                  </a:lnTo>
                  <a:lnTo>
                    <a:pt x="1547889" y="1643497"/>
                  </a:lnTo>
                  <a:lnTo>
                    <a:pt x="1547878" y="1643493"/>
                  </a:lnTo>
                  <a:lnTo>
                    <a:pt x="1547861" y="1643489"/>
                  </a:lnTo>
                  <a:lnTo>
                    <a:pt x="1547844" y="1643487"/>
                  </a:lnTo>
                  <a:lnTo>
                    <a:pt x="1547821" y="1643490"/>
                  </a:lnTo>
                  <a:lnTo>
                    <a:pt x="1547812" y="1643489"/>
                  </a:lnTo>
                  <a:lnTo>
                    <a:pt x="1547795" y="1643490"/>
                  </a:lnTo>
                  <a:lnTo>
                    <a:pt x="1547778" y="1643489"/>
                  </a:lnTo>
                  <a:lnTo>
                    <a:pt x="1547766" y="1643488"/>
                  </a:lnTo>
                  <a:lnTo>
                    <a:pt x="1547758" y="1643484"/>
                  </a:lnTo>
                  <a:lnTo>
                    <a:pt x="1547748" y="1643481"/>
                  </a:lnTo>
                  <a:lnTo>
                    <a:pt x="1547744" y="1643495"/>
                  </a:lnTo>
                  <a:lnTo>
                    <a:pt x="1547738" y="1643518"/>
                  </a:lnTo>
                  <a:lnTo>
                    <a:pt x="1547738" y="1643530"/>
                  </a:lnTo>
                  <a:lnTo>
                    <a:pt x="1547737" y="1643542"/>
                  </a:lnTo>
                  <a:lnTo>
                    <a:pt x="1547731" y="1643552"/>
                  </a:lnTo>
                  <a:lnTo>
                    <a:pt x="1547724" y="1643560"/>
                  </a:lnTo>
                  <a:lnTo>
                    <a:pt x="1547714" y="1643570"/>
                  </a:lnTo>
                  <a:lnTo>
                    <a:pt x="1547703" y="1643582"/>
                  </a:lnTo>
                  <a:lnTo>
                    <a:pt x="1547699" y="1643586"/>
                  </a:lnTo>
                  <a:lnTo>
                    <a:pt x="1547696" y="1643601"/>
                  </a:lnTo>
                  <a:lnTo>
                    <a:pt x="1547700" y="1643618"/>
                  </a:lnTo>
                  <a:lnTo>
                    <a:pt x="1547701" y="1643633"/>
                  </a:lnTo>
                  <a:lnTo>
                    <a:pt x="1547698" y="1643648"/>
                  </a:lnTo>
                  <a:lnTo>
                    <a:pt x="1547695" y="1643654"/>
                  </a:lnTo>
                  <a:lnTo>
                    <a:pt x="1547692" y="1643660"/>
                  </a:lnTo>
                  <a:lnTo>
                    <a:pt x="1547687" y="1643664"/>
                  </a:lnTo>
                  <a:lnTo>
                    <a:pt x="1547680" y="1643667"/>
                  </a:lnTo>
                  <a:lnTo>
                    <a:pt x="1547669" y="1643672"/>
                  </a:lnTo>
                  <a:lnTo>
                    <a:pt x="1547655" y="1643679"/>
                  </a:lnTo>
                  <a:lnTo>
                    <a:pt x="1547644" y="1643685"/>
                  </a:lnTo>
                  <a:lnTo>
                    <a:pt x="1547625" y="1643687"/>
                  </a:lnTo>
                  <a:lnTo>
                    <a:pt x="1547603" y="1643689"/>
                  </a:lnTo>
                  <a:lnTo>
                    <a:pt x="1547587" y="1643692"/>
                  </a:lnTo>
                  <a:lnTo>
                    <a:pt x="1547572" y="1643698"/>
                  </a:lnTo>
                  <a:lnTo>
                    <a:pt x="1547567" y="1643700"/>
                  </a:lnTo>
                  <a:lnTo>
                    <a:pt x="1547562" y="1643702"/>
                  </a:lnTo>
                  <a:lnTo>
                    <a:pt x="1547562" y="1643712"/>
                  </a:lnTo>
                  <a:lnTo>
                    <a:pt x="1547555" y="1643736"/>
                  </a:lnTo>
                  <a:lnTo>
                    <a:pt x="1547548" y="1643750"/>
                  </a:lnTo>
                  <a:lnTo>
                    <a:pt x="1547537" y="1643762"/>
                  </a:lnTo>
                  <a:lnTo>
                    <a:pt x="1547530" y="1643771"/>
                  </a:lnTo>
                  <a:lnTo>
                    <a:pt x="1547510" y="1643779"/>
                  </a:lnTo>
                  <a:lnTo>
                    <a:pt x="1547482" y="1643778"/>
                  </a:lnTo>
                  <a:lnTo>
                    <a:pt x="1547477" y="1643777"/>
                  </a:lnTo>
                  <a:lnTo>
                    <a:pt x="1547468" y="1643774"/>
                  </a:lnTo>
                  <a:lnTo>
                    <a:pt x="1547459" y="1643769"/>
                  </a:lnTo>
                  <a:lnTo>
                    <a:pt x="1547449" y="1643760"/>
                  </a:lnTo>
                  <a:lnTo>
                    <a:pt x="1547436" y="1643747"/>
                  </a:lnTo>
                  <a:lnTo>
                    <a:pt x="1547423" y="1643737"/>
                  </a:lnTo>
                  <a:lnTo>
                    <a:pt x="1547413" y="1643731"/>
                  </a:lnTo>
                  <a:lnTo>
                    <a:pt x="1547394" y="1643725"/>
                  </a:lnTo>
                  <a:lnTo>
                    <a:pt x="1547376" y="1643718"/>
                  </a:lnTo>
                  <a:lnTo>
                    <a:pt x="1547362" y="1643715"/>
                  </a:lnTo>
                  <a:lnTo>
                    <a:pt x="1547348" y="1643714"/>
                  </a:lnTo>
                  <a:lnTo>
                    <a:pt x="1547337" y="1643714"/>
                  </a:lnTo>
                  <a:lnTo>
                    <a:pt x="1547330" y="1643712"/>
                  </a:lnTo>
                  <a:lnTo>
                    <a:pt x="1547324" y="1643712"/>
                  </a:lnTo>
                  <a:lnTo>
                    <a:pt x="1547315" y="1643713"/>
                  </a:lnTo>
                  <a:lnTo>
                    <a:pt x="1547308" y="1643719"/>
                  </a:lnTo>
                  <a:lnTo>
                    <a:pt x="1547290" y="1643731"/>
                  </a:lnTo>
                  <a:lnTo>
                    <a:pt x="1547272" y="1643742"/>
                  </a:lnTo>
                  <a:lnTo>
                    <a:pt x="1547262" y="1643748"/>
                  </a:lnTo>
                  <a:lnTo>
                    <a:pt x="1547257" y="1643756"/>
                  </a:lnTo>
                  <a:lnTo>
                    <a:pt x="1547249" y="1643766"/>
                  </a:lnTo>
                  <a:lnTo>
                    <a:pt x="1547241" y="1643774"/>
                  </a:lnTo>
                  <a:lnTo>
                    <a:pt x="1547232" y="1643782"/>
                  </a:lnTo>
                  <a:lnTo>
                    <a:pt x="1547226" y="1643787"/>
                  </a:lnTo>
                  <a:lnTo>
                    <a:pt x="1547217" y="1643792"/>
                  </a:lnTo>
                  <a:lnTo>
                    <a:pt x="1547211" y="1643797"/>
                  </a:lnTo>
                  <a:lnTo>
                    <a:pt x="1547202" y="1643805"/>
                  </a:lnTo>
                  <a:lnTo>
                    <a:pt x="1547195" y="1643805"/>
                  </a:lnTo>
                  <a:lnTo>
                    <a:pt x="1547189" y="1643802"/>
                  </a:lnTo>
                  <a:lnTo>
                    <a:pt x="1547175" y="1643796"/>
                  </a:lnTo>
                  <a:lnTo>
                    <a:pt x="1547161" y="1643786"/>
                  </a:lnTo>
                  <a:lnTo>
                    <a:pt x="1547150" y="1643777"/>
                  </a:lnTo>
                  <a:lnTo>
                    <a:pt x="1547135" y="1643763"/>
                  </a:lnTo>
                  <a:lnTo>
                    <a:pt x="1547117" y="1643752"/>
                  </a:lnTo>
                  <a:lnTo>
                    <a:pt x="1547102" y="1643747"/>
                  </a:lnTo>
                  <a:lnTo>
                    <a:pt x="1547086" y="1643741"/>
                  </a:lnTo>
                  <a:lnTo>
                    <a:pt x="1547073" y="1643739"/>
                  </a:lnTo>
                  <a:lnTo>
                    <a:pt x="1547046" y="1643737"/>
                  </a:lnTo>
                  <a:lnTo>
                    <a:pt x="1547022" y="1643735"/>
                  </a:lnTo>
                  <a:lnTo>
                    <a:pt x="1546932" y="1643716"/>
                  </a:lnTo>
                  <a:lnTo>
                    <a:pt x="1546911" y="1643751"/>
                  </a:lnTo>
                  <a:lnTo>
                    <a:pt x="1546842" y="1643760"/>
                  </a:lnTo>
                  <a:lnTo>
                    <a:pt x="1546817" y="1643741"/>
                  </a:lnTo>
                  <a:lnTo>
                    <a:pt x="1546824" y="1643686"/>
                  </a:lnTo>
                  <a:lnTo>
                    <a:pt x="1546821" y="1643681"/>
                  </a:lnTo>
                  <a:lnTo>
                    <a:pt x="1546810" y="1643672"/>
                  </a:lnTo>
                  <a:lnTo>
                    <a:pt x="1546799" y="1643664"/>
                  </a:lnTo>
                  <a:lnTo>
                    <a:pt x="1546785" y="1643657"/>
                  </a:lnTo>
                  <a:lnTo>
                    <a:pt x="1546766" y="1643645"/>
                  </a:lnTo>
                  <a:lnTo>
                    <a:pt x="1546754" y="1643638"/>
                  </a:lnTo>
                  <a:lnTo>
                    <a:pt x="1546736" y="1643621"/>
                  </a:lnTo>
                  <a:lnTo>
                    <a:pt x="1546734" y="1643616"/>
                  </a:lnTo>
                  <a:lnTo>
                    <a:pt x="1546728" y="1643597"/>
                  </a:lnTo>
                  <a:lnTo>
                    <a:pt x="1546725" y="1643586"/>
                  </a:lnTo>
                  <a:lnTo>
                    <a:pt x="1546721" y="1643575"/>
                  </a:lnTo>
                  <a:lnTo>
                    <a:pt x="1546717" y="1643571"/>
                  </a:lnTo>
                  <a:lnTo>
                    <a:pt x="1546712" y="1643568"/>
                  </a:lnTo>
                  <a:lnTo>
                    <a:pt x="1546707" y="1643567"/>
                  </a:lnTo>
                  <a:lnTo>
                    <a:pt x="1546701" y="1643567"/>
                  </a:lnTo>
                  <a:lnTo>
                    <a:pt x="1546693" y="1643569"/>
                  </a:lnTo>
                  <a:lnTo>
                    <a:pt x="1546687" y="1643569"/>
                  </a:lnTo>
                  <a:lnTo>
                    <a:pt x="1546678" y="1643567"/>
                  </a:lnTo>
                  <a:lnTo>
                    <a:pt x="1546668" y="1643565"/>
                  </a:lnTo>
                  <a:lnTo>
                    <a:pt x="1546660" y="1643563"/>
                  </a:lnTo>
                  <a:lnTo>
                    <a:pt x="1546651" y="1643558"/>
                  </a:lnTo>
                  <a:lnTo>
                    <a:pt x="1546638" y="1643553"/>
                  </a:lnTo>
                  <a:lnTo>
                    <a:pt x="1546602" y="1643537"/>
                  </a:lnTo>
                  <a:lnTo>
                    <a:pt x="1546577" y="1643526"/>
                  </a:lnTo>
                  <a:lnTo>
                    <a:pt x="1546572" y="1643522"/>
                  </a:lnTo>
                  <a:lnTo>
                    <a:pt x="1546564" y="1643518"/>
                  </a:lnTo>
                  <a:lnTo>
                    <a:pt x="1546557" y="1643516"/>
                  </a:lnTo>
                  <a:lnTo>
                    <a:pt x="1546552" y="1643518"/>
                  </a:lnTo>
                  <a:lnTo>
                    <a:pt x="1546543" y="1643524"/>
                  </a:lnTo>
                  <a:lnTo>
                    <a:pt x="1546533" y="1643531"/>
                  </a:lnTo>
                  <a:lnTo>
                    <a:pt x="1546521" y="1643538"/>
                  </a:lnTo>
                  <a:lnTo>
                    <a:pt x="1546514" y="1643540"/>
                  </a:lnTo>
                  <a:lnTo>
                    <a:pt x="1546505" y="1643539"/>
                  </a:lnTo>
                  <a:lnTo>
                    <a:pt x="1546494" y="1643537"/>
                  </a:lnTo>
                  <a:lnTo>
                    <a:pt x="1546479" y="1643536"/>
                  </a:lnTo>
                  <a:lnTo>
                    <a:pt x="1546469" y="1643537"/>
                  </a:lnTo>
                  <a:lnTo>
                    <a:pt x="1546463" y="1643541"/>
                  </a:lnTo>
                  <a:lnTo>
                    <a:pt x="1546456" y="1643549"/>
                  </a:lnTo>
                  <a:lnTo>
                    <a:pt x="1546450" y="1643555"/>
                  </a:lnTo>
                  <a:lnTo>
                    <a:pt x="1546444" y="1643554"/>
                  </a:lnTo>
                  <a:lnTo>
                    <a:pt x="1546439" y="1643550"/>
                  </a:lnTo>
                  <a:lnTo>
                    <a:pt x="1546432" y="1643544"/>
                  </a:lnTo>
                  <a:lnTo>
                    <a:pt x="1546426" y="1643537"/>
                  </a:lnTo>
                  <a:lnTo>
                    <a:pt x="1546419" y="1643534"/>
                  </a:lnTo>
                  <a:lnTo>
                    <a:pt x="1546410" y="1643528"/>
                  </a:lnTo>
                  <a:lnTo>
                    <a:pt x="1546403" y="1643520"/>
                  </a:lnTo>
                  <a:lnTo>
                    <a:pt x="1546399" y="1643513"/>
                  </a:lnTo>
                  <a:lnTo>
                    <a:pt x="1546393" y="1643503"/>
                  </a:lnTo>
                  <a:lnTo>
                    <a:pt x="1546391" y="1643498"/>
                  </a:lnTo>
                  <a:lnTo>
                    <a:pt x="1546390" y="1643490"/>
                  </a:lnTo>
                  <a:lnTo>
                    <a:pt x="1546389" y="1643482"/>
                  </a:lnTo>
                  <a:lnTo>
                    <a:pt x="1546391" y="1643472"/>
                  </a:lnTo>
                  <a:lnTo>
                    <a:pt x="1546393" y="1643462"/>
                  </a:lnTo>
                  <a:lnTo>
                    <a:pt x="1546393" y="1643456"/>
                  </a:lnTo>
                  <a:lnTo>
                    <a:pt x="1546393" y="1643450"/>
                  </a:lnTo>
                  <a:lnTo>
                    <a:pt x="1546390" y="1643445"/>
                  </a:lnTo>
                  <a:lnTo>
                    <a:pt x="1546384" y="1643441"/>
                  </a:lnTo>
                  <a:lnTo>
                    <a:pt x="1546378" y="1643437"/>
                  </a:lnTo>
                  <a:lnTo>
                    <a:pt x="1546373" y="1643433"/>
                  </a:lnTo>
                  <a:lnTo>
                    <a:pt x="1546370" y="1643428"/>
                  </a:lnTo>
                  <a:lnTo>
                    <a:pt x="1546367" y="1643421"/>
                  </a:lnTo>
                  <a:lnTo>
                    <a:pt x="1546363" y="1643413"/>
                  </a:lnTo>
                  <a:lnTo>
                    <a:pt x="1546358" y="1643406"/>
                  </a:lnTo>
                  <a:lnTo>
                    <a:pt x="1546355" y="1643396"/>
                  </a:lnTo>
                  <a:lnTo>
                    <a:pt x="1546350" y="1643387"/>
                  </a:lnTo>
                  <a:lnTo>
                    <a:pt x="1546344" y="1643379"/>
                  </a:lnTo>
                  <a:lnTo>
                    <a:pt x="1546338" y="1643374"/>
                  </a:lnTo>
                  <a:lnTo>
                    <a:pt x="1546333" y="1643370"/>
                  </a:lnTo>
                  <a:lnTo>
                    <a:pt x="1546325" y="1643367"/>
                  </a:lnTo>
                  <a:lnTo>
                    <a:pt x="1546261" y="1643343"/>
                  </a:lnTo>
                  <a:lnTo>
                    <a:pt x="1546254" y="1643336"/>
                  </a:lnTo>
                  <a:lnTo>
                    <a:pt x="1546243" y="1643324"/>
                  </a:lnTo>
                  <a:lnTo>
                    <a:pt x="1546231" y="1643312"/>
                  </a:lnTo>
                  <a:lnTo>
                    <a:pt x="1546226" y="1643311"/>
                  </a:lnTo>
                  <a:lnTo>
                    <a:pt x="1546218" y="1643310"/>
                  </a:lnTo>
                  <a:lnTo>
                    <a:pt x="1546204" y="1643307"/>
                  </a:lnTo>
                  <a:lnTo>
                    <a:pt x="1546194" y="1643307"/>
                  </a:lnTo>
                  <a:lnTo>
                    <a:pt x="1546185" y="1643305"/>
                  </a:lnTo>
                  <a:lnTo>
                    <a:pt x="1546173" y="1643300"/>
                  </a:lnTo>
                  <a:lnTo>
                    <a:pt x="1546156" y="1643293"/>
                  </a:lnTo>
                  <a:lnTo>
                    <a:pt x="1546140" y="1643283"/>
                  </a:lnTo>
                  <a:lnTo>
                    <a:pt x="1546133" y="1643279"/>
                  </a:lnTo>
                  <a:lnTo>
                    <a:pt x="1546124" y="1643278"/>
                  </a:lnTo>
                  <a:lnTo>
                    <a:pt x="1546108" y="1643277"/>
                  </a:lnTo>
                  <a:lnTo>
                    <a:pt x="1546096" y="1643277"/>
                  </a:lnTo>
                  <a:lnTo>
                    <a:pt x="1546077" y="1643276"/>
                  </a:lnTo>
                  <a:lnTo>
                    <a:pt x="1546068" y="1643274"/>
                  </a:lnTo>
                  <a:lnTo>
                    <a:pt x="1546060" y="1643270"/>
                  </a:lnTo>
                  <a:lnTo>
                    <a:pt x="1546054" y="1643267"/>
                  </a:lnTo>
                  <a:lnTo>
                    <a:pt x="1546043" y="1643261"/>
                  </a:lnTo>
                  <a:lnTo>
                    <a:pt x="1546037" y="1643252"/>
                  </a:lnTo>
                  <a:lnTo>
                    <a:pt x="1546031" y="1643246"/>
                  </a:lnTo>
                  <a:lnTo>
                    <a:pt x="1546024" y="1643244"/>
                  </a:lnTo>
                  <a:lnTo>
                    <a:pt x="1546005" y="1643242"/>
                  </a:lnTo>
                  <a:lnTo>
                    <a:pt x="1545994" y="1643242"/>
                  </a:lnTo>
                  <a:lnTo>
                    <a:pt x="1545987" y="1643244"/>
                  </a:lnTo>
                  <a:lnTo>
                    <a:pt x="1545981" y="1643244"/>
                  </a:lnTo>
                  <a:lnTo>
                    <a:pt x="1545975" y="1643243"/>
                  </a:lnTo>
                  <a:lnTo>
                    <a:pt x="1545968" y="1643241"/>
                  </a:lnTo>
                  <a:lnTo>
                    <a:pt x="1545962" y="1643236"/>
                  </a:lnTo>
                  <a:lnTo>
                    <a:pt x="1545957" y="1643228"/>
                  </a:lnTo>
                  <a:lnTo>
                    <a:pt x="1545955" y="1643222"/>
                  </a:lnTo>
                  <a:lnTo>
                    <a:pt x="1545954" y="1643214"/>
                  </a:lnTo>
                  <a:lnTo>
                    <a:pt x="1545953" y="1643201"/>
                  </a:lnTo>
                  <a:lnTo>
                    <a:pt x="1545953" y="1643185"/>
                  </a:lnTo>
                  <a:lnTo>
                    <a:pt x="1545955" y="1643173"/>
                  </a:lnTo>
                  <a:lnTo>
                    <a:pt x="1545954" y="1643162"/>
                  </a:lnTo>
                  <a:lnTo>
                    <a:pt x="1545954" y="1643154"/>
                  </a:lnTo>
                  <a:lnTo>
                    <a:pt x="1545951" y="1643146"/>
                  </a:lnTo>
                  <a:lnTo>
                    <a:pt x="1545943" y="1643139"/>
                  </a:lnTo>
                  <a:lnTo>
                    <a:pt x="1545935" y="1643133"/>
                  </a:lnTo>
                  <a:lnTo>
                    <a:pt x="1545925" y="1643128"/>
                  </a:lnTo>
                  <a:lnTo>
                    <a:pt x="1545909" y="1643123"/>
                  </a:lnTo>
                  <a:lnTo>
                    <a:pt x="1545903" y="1643122"/>
                  </a:lnTo>
                  <a:lnTo>
                    <a:pt x="1545893" y="1643123"/>
                  </a:lnTo>
                  <a:lnTo>
                    <a:pt x="1545865" y="1643123"/>
                  </a:lnTo>
                  <a:lnTo>
                    <a:pt x="1545857" y="1643125"/>
                  </a:lnTo>
                  <a:lnTo>
                    <a:pt x="1545852" y="1643126"/>
                  </a:lnTo>
                  <a:lnTo>
                    <a:pt x="1545842" y="1643130"/>
                  </a:lnTo>
                  <a:lnTo>
                    <a:pt x="1545836" y="1643133"/>
                  </a:lnTo>
                  <a:lnTo>
                    <a:pt x="1545830" y="1643135"/>
                  </a:lnTo>
                  <a:lnTo>
                    <a:pt x="1545823" y="1643136"/>
                  </a:lnTo>
                  <a:lnTo>
                    <a:pt x="1545815" y="1643135"/>
                  </a:lnTo>
                  <a:lnTo>
                    <a:pt x="1545806" y="1643132"/>
                  </a:lnTo>
                  <a:lnTo>
                    <a:pt x="1545800" y="1643130"/>
                  </a:lnTo>
                  <a:lnTo>
                    <a:pt x="1545791" y="1643127"/>
                  </a:lnTo>
                  <a:lnTo>
                    <a:pt x="1545784" y="1643127"/>
                  </a:lnTo>
                  <a:lnTo>
                    <a:pt x="1545775" y="1643128"/>
                  </a:lnTo>
                  <a:lnTo>
                    <a:pt x="1545770" y="1643131"/>
                  </a:lnTo>
                  <a:lnTo>
                    <a:pt x="1545765" y="1643135"/>
                  </a:lnTo>
                  <a:lnTo>
                    <a:pt x="1545761" y="1643142"/>
                  </a:lnTo>
                  <a:lnTo>
                    <a:pt x="1545755" y="1643146"/>
                  </a:lnTo>
                  <a:lnTo>
                    <a:pt x="1545747" y="1643149"/>
                  </a:lnTo>
                  <a:lnTo>
                    <a:pt x="1545741" y="1643149"/>
                  </a:lnTo>
                  <a:lnTo>
                    <a:pt x="1545732" y="1643151"/>
                  </a:lnTo>
                  <a:lnTo>
                    <a:pt x="1545724" y="1643151"/>
                  </a:lnTo>
                  <a:lnTo>
                    <a:pt x="1545715" y="1643150"/>
                  </a:lnTo>
                  <a:lnTo>
                    <a:pt x="1545708" y="1643148"/>
                  </a:lnTo>
                  <a:lnTo>
                    <a:pt x="1545702" y="1643143"/>
                  </a:lnTo>
                  <a:lnTo>
                    <a:pt x="1545694" y="1643134"/>
                  </a:lnTo>
                  <a:lnTo>
                    <a:pt x="1545688" y="1643128"/>
                  </a:lnTo>
                  <a:lnTo>
                    <a:pt x="1545683" y="1643131"/>
                  </a:lnTo>
                  <a:lnTo>
                    <a:pt x="1545673" y="1643137"/>
                  </a:lnTo>
                  <a:lnTo>
                    <a:pt x="1545658" y="1643150"/>
                  </a:lnTo>
                  <a:lnTo>
                    <a:pt x="1545650" y="1643159"/>
                  </a:lnTo>
                  <a:lnTo>
                    <a:pt x="1545647" y="1643171"/>
                  </a:lnTo>
                  <a:lnTo>
                    <a:pt x="1545646" y="1643177"/>
                  </a:lnTo>
                  <a:lnTo>
                    <a:pt x="1545638" y="1643175"/>
                  </a:lnTo>
                  <a:lnTo>
                    <a:pt x="1545628" y="1643169"/>
                  </a:lnTo>
                  <a:lnTo>
                    <a:pt x="1545618" y="1643164"/>
                  </a:lnTo>
                  <a:lnTo>
                    <a:pt x="1545612" y="1643160"/>
                  </a:lnTo>
                  <a:lnTo>
                    <a:pt x="1545608" y="1643155"/>
                  </a:lnTo>
                  <a:lnTo>
                    <a:pt x="1545603" y="1643148"/>
                  </a:lnTo>
                  <a:lnTo>
                    <a:pt x="1545598" y="1643140"/>
                  </a:lnTo>
                  <a:lnTo>
                    <a:pt x="1545591" y="1643132"/>
                  </a:lnTo>
                  <a:lnTo>
                    <a:pt x="1545579" y="1643121"/>
                  </a:lnTo>
                  <a:lnTo>
                    <a:pt x="1545569" y="1643117"/>
                  </a:lnTo>
                  <a:lnTo>
                    <a:pt x="1545559" y="1643113"/>
                  </a:lnTo>
                  <a:lnTo>
                    <a:pt x="1545549" y="1643111"/>
                  </a:lnTo>
                  <a:lnTo>
                    <a:pt x="1545540" y="1643111"/>
                  </a:lnTo>
                  <a:lnTo>
                    <a:pt x="1545522" y="1643111"/>
                  </a:lnTo>
                  <a:lnTo>
                    <a:pt x="1545507" y="1643110"/>
                  </a:lnTo>
                  <a:lnTo>
                    <a:pt x="1545491" y="1643109"/>
                  </a:lnTo>
                  <a:lnTo>
                    <a:pt x="1545482" y="1643105"/>
                  </a:lnTo>
                  <a:lnTo>
                    <a:pt x="1545476" y="1643102"/>
                  </a:lnTo>
                  <a:lnTo>
                    <a:pt x="1545468" y="1643098"/>
                  </a:lnTo>
                  <a:lnTo>
                    <a:pt x="1545461" y="1643097"/>
                  </a:lnTo>
                  <a:lnTo>
                    <a:pt x="1545449" y="1643095"/>
                  </a:lnTo>
                  <a:lnTo>
                    <a:pt x="1545434" y="1643091"/>
                  </a:lnTo>
                  <a:lnTo>
                    <a:pt x="1545425" y="1643089"/>
                  </a:lnTo>
                  <a:lnTo>
                    <a:pt x="1545421" y="1643086"/>
                  </a:lnTo>
                  <a:lnTo>
                    <a:pt x="1545413" y="1643080"/>
                  </a:lnTo>
                  <a:lnTo>
                    <a:pt x="1545406" y="1643077"/>
                  </a:lnTo>
                  <a:lnTo>
                    <a:pt x="1545400" y="1643075"/>
                  </a:lnTo>
                  <a:lnTo>
                    <a:pt x="1545394" y="1643079"/>
                  </a:lnTo>
                  <a:lnTo>
                    <a:pt x="1545389" y="1643087"/>
                  </a:lnTo>
                  <a:lnTo>
                    <a:pt x="1545379" y="1643097"/>
                  </a:lnTo>
                  <a:lnTo>
                    <a:pt x="1545376" y="1643104"/>
                  </a:lnTo>
                  <a:lnTo>
                    <a:pt x="1545372" y="1643119"/>
                  </a:lnTo>
                  <a:lnTo>
                    <a:pt x="1545368" y="1643129"/>
                  </a:lnTo>
                  <a:lnTo>
                    <a:pt x="1545363" y="1643135"/>
                  </a:lnTo>
                  <a:lnTo>
                    <a:pt x="1545356" y="1643139"/>
                  </a:lnTo>
                  <a:lnTo>
                    <a:pt x="1545350" y="1643145"/>
                  </a:lnTo>
                  <a:lnTo>
                    <a:pt x="1545339" y="1643156"/>
                  </a:lnTo>
                  <a:lnTo>
                    <a:pt x="1545332" y="1643163"/>
                  </a:lnTo>
                  <a:lnTo>
                    <a:pt x="1545327" y="1643172"/>
                  </a:lnTo>
                  <a:lnTo>
                    <a:pt x="1545321" y="1643182"/>
                  </a:lnTo>
                  <a:lnTo>
                    <a:pt x="1545314" y="1643187"/>
                  </a:lnTo>
                  <a:lnTo>
                    <a:pt x="1545307" y="1643194"/>
                  </a:lnTo>
                  <a:lnTo>
                    <a:pt x="1545301" y="1643198"/>
                  </a:lnTo>
                  <a:lnTo>
                    <a:pt x="1545296" y="1643198"/>
                  </a:lnTo>
                  <a:lnTo>
                    <a:pt x="1545291" y="1643195"/>
                  </a:lnTo>
                  <a:lnTo>
                    <a:pt x="1545284" y="1643190"/>
                  </a:lnTo>
                  <a:lnTo>
                    <a:pt x="1545279" y="1643188"/>
                  </a:lnTo>
                  <a:lnTo>
                    <a:pt x="1545270" y="1643187"/>
                  </a:lnTo>
                  <a:lnTo>
                    <a:pt x="1545263" y="1643190"/>
                  </a:lnTo>
                  <a:lnTo>
                    <a:pt x="1545259" y="1643196"/>
                  </a:lnTo>
                  <a:lnTo>
                    <a:pt x="1545251" y="1643204"/>
                  </a:lnTo>
                  <a:lnTo>
                    <a:pt x="1545242" y="1643213"/>
                  </a:lnTo>
                  <a:lnTo>
                    <a:pt x="1545235" y="1643217"/>
                  </a:lnTo>
                  <a:lnTo>
                    <a:pt x="1545228" y="1643221"/>
                  </a:lnTo>
                  <a:lnTo>
                    <a:pt x="1545217" y="1643228"/>
                  </a:lnTo>
                  <a:lnTo>
                    <a:pt x="1545201" y="1643237"/>
                  </a:lnTo>
                  <a:lnTo>
                    <a:pt x="1545192" y="1643243"/>
                  </a:lnTo>
                  <a:lnTo>
                    <a:pt x="1545186" y="1643250"/>
                  </a:lnTo>
                  <a:lnTo>
                    <a:pt x="1545187" y="1643256"/>
                  </a:lnTo>
                  <a:lnTo>
                    <a:pt x="1545192" y="1643264"/>
                  </a:lnTo>
                  <a:lnTo>
                    <a:pt x="1545199" y="1643276"/>
                  </a:lnTo>
                  <a:lnTo>
                    <a:pt x="1545207" y="1643286"/>
                  </a:lnTo>
                  <a:lnTo>
                    <a:pt x="1545210" y="1643291"/>
                  </a:lnTo>
                  <a:lnTo>
                    <a:pt x="1545214" y="1643303"/>
                  </a:lnTo>
                  <a:lnTo>
                    <a:pt x="1545218" y="1643312"/>
                  </a:lnTo>
                  <a:lnTo>
                    <a:pt x="1545226" y="1643322"/>
                  </a:lnTo>
                  <a:lnTo>
                    <a:pt x="1545233" y="1643333"/>
                  </a:lnTo>
                  <a:lnTo>
                    <a:pt x="1545239" y="1643340"/>
                  </a:lnTo>
                  <a:lnTo>
                    <a:pt x="1545244" y="1643348"/>
                  </a:lnTo>
                  <a:lnTo>
                    <a:pt x="1545246" y="1643359"/>
                  </a:lnTo>
                  <a:lnTo>
                    <a:pt x="1545244" y="1643369"/>
                  </a:lnTo>
                  <a:lnTo>
                    <a:pt x="1545242" y="1643379"/>
                  </a:lnTo>
                  <a:lnTo>
                    <a:pt x="1545238" y="1643383"/>
                  </a:lnTo>
                  <a:lnTo>
                    <a:pt x="1545232" y="1643387"/>
                  </a:lnTo>
                  <a:lnTo>
                    <a:pt x="1545230" y="1643392"/>
                  </a:lnTo>
                  <a:lnTo>
                    <a:pt x="1545227" y="1643400"/>
                  </a:lnTo>
                  <a:lnTo>
                    <a:pt x="1545220" y="1643411"/>
                  </a:lnTo>
                  <a:lnTo>
                    <a:pt x="1545211" y="1643420"/>
                  </a:lnTo>
                  <a:lnTo>
                    <a:pt x="1545200" y="1643429"/>
                  </a:lnTo>
                  <a:lnTo>
                    <a:pt x="1545192" y="1643435"/>
                  </a:lnTo>
                  <a:lnTo>
                    <a:pt x="1545184" y="1643441"/>
                  </a:lnTo>
                  <a:lnTo>
                    <a:pt x="1545179" y="1643448"/>
                  </a:lnTo>
                  <a:lnTo>
                    <a:pt x="1545175" y="1643452"/>
                  </a:lnTo>
                  <a:lnTo>
                    <a:pt x="1545168" y="1643453"/>
                  </a:lnTo>
                  <a:lnTo>
                    <a:pt x="1545160" y="1643450"/>
                  </a:lnTo>
                  <a:lnTo>
                    <a:pt x="1545152" y="1643445"/>
                  </a:lnTo>
                  <a:lnTo>
                    <a:pt x="1545144" y="1643440"/>
                  </a:lnTo>
                  <a:lnTo>
                    <a:pt x="1545136" y="1643438"/>
                  </a:lnTo>
                  <a:lnTo>
                    <a:pt x="1545126" y="1643436"/>
                  </a:lnTo>
                  <a:lnTo>
                    <a:pt x="1545115" y="1643434"/>
                  </a:lnTo>
                  <a:lnTo>
                    <a:pt x="1545108" y="1643433"/>
                  </a:lnTo>
                  <a:lnTo>
                    <a:pt x="1545100" y="1643431"/>
                  </a:lnTo>
                  <a:lnTo>
                    <a:pt x="1545093" y="1643431"/>
                  </a:lnTo>
                  <a:lnTo>
                    <a:pt x="1545085" y="1643435"/>
                  </a:lnTo>
                  <a:lnTo>
                    <a:pt x="1545075" y="1643444"/>
                  </a:lnTo>
                  <a:lnTo>
                    <a:pt x="1545066" y="1643451"/>
                  </a:lnTo>
                  <a:lnTo>
                    <a:pt x="1545059" y="1643457"/>
                  </a:lnTo>
                  <a:lnTo>
                    <a:pt x="1545055" y="1643462"/>
                  </a:lnTo>
                  <a:lnTo>
                    <a:pt x="1545050" y="1643469"/>
                  </a:lnTo>
                  <a:lnTo>
                    <a:pt x="1545044" y="1643474"/>
                  </a:lnTo>
                  <a:lnTo>
                    <a:pt x="1545037" y="1643475"/>
                  </a:lnTo>
                  <a:lnTo>
                    <a:pt x="1545027" y="1643475"/>
                  </a:lnTo>
                  <a:lnTo>
                    <a:pt x="1545017" y="1643475"/>
                  </a:lnTo>
                  <a:lnTo>
                    <a:pt x="1545008" y="1643478"/>
                  </a:lnTo>
                  <a:lnTo>
                    <a:pt x="1545001" y="1643483"/>
                  </a:lnTo>
                  <a:lnTo>
                    <a:pt x="1544993" y="1643488"/>
                  </a:lnTo>
                  <a:lnTo>
                    <a:pt x="1544982" y="1643499"/>
                  </a:lnTo>
                  <a:lnTo>
                    <a:pt x="1544974" y="1643507"/>
                  </a:lnTo>
                  <a:lnTo>
                    <a:pt x="1544967" y="1643515"/>
                  </a:lnTo>
                  <a:lnTo>
                    <a:pt x="1544960" y="1643520"/>
                  </a:lnTo>
                  <a:lnTo>
                    <a:pt x="1544954" y="1643523"/>
                  </a:lnTo>
                  <a:lnTo>
                    <a:pt x="1544924" y="1643533"/>
                  </a:lnTo>
                  <a:lnTo>
                    <a:pt x="1544916" y="1643536"/>
                  </a:lnTo>
                  <a:lnTo>
                    <a:pt x="1544888" y="1643543"/>
                  </a:lnTo>
                  <a:lnTo>
                    <a:pt x="1544880" y="1643546"/>
                  </a:lnTo>
                  <a:lnTo>
                    <a:pt x="1544864" y="1643548"/>
                  </a:lnTo>
                  <a:lnTo>
                    <a:pt x="1544851" y="1643548"/>
                  </a:lnTo>
                  <a:lnTo>
                    <a:pt x="1544837" y="1643547"/>
                  </a:lnTo>
                  <a:lnTo>
                    <a:pt x="1544818" y="1643543"/>
                  </a:lnTo>
                  <a:lnTo>
                    <a:pt x="1544789" y="1643533"/>
                  </a:lnTo>
                  <a:lnTo>
                    <a:pt x="1544778" y="1643529"/>
                  </a:lnTo>
                  <a:lnTo>
                    <a:pt x="1544762" y="1643529"/>
                  </a:lnTo>
                  <a:lnTo>
                    <a:pt x="1544747" y="1643526"/>
                  </a:lnTo>
                  <a:lnTo>
                    <a:pt x="1544736" y="1643522"/>
                  </a:lnTo>
                  <a:lnTo>
                    <a:pt x="1544720" y="1643516"/>
                  </a:lnTo>
                  <a:lnTo>
                    <a:pt x="1544709" y="1643516"/>
                  </a:lnTo>
                  <a:lnTo>
                    <a:pt x="1544700" y="1643521"/>
                  </a:lnTo>
                  <a:lnTo>
                    <a:pt x="1544691" y="1643540"/>
                  </a:lnTo>
                  <a:lnTo>
                    <a:pt x="1544688" y="1643557"/>
                  </a:lnTo>
                  <a:lnTo>
                    <a:pt x="1544679" y="1643570"/>
                  </a:lnTo>
                  <a:lnTo>
                    <a:pt x="1544667" y="1643578"/>
                  </a:lnTo>
                  <a:lnTo>
                    <a:pt x="1544651" y="1643578"/>
                  </a:lnTo>
                  <a:lnTo>
                    <a:pt x="1544635" y="1643582"/>
                  </a:lnTo>
                  <a:lnTo>
                    <a:pt x="1544626" y="1643590"/>
                  </a:lnTo>
                  <a:lnTo>
                    <a:pt x="1544619" y="1643611"/>
                  </a:lnTo>
                  <a:lnTo>
                    <a:pt x="1544614" y="1643623"/>
                  </a:lnTo>
                  <a:lnTo>
                    <a:pt x="1544608" y="1643642"/>
                  </a:lnTo>
                  <a:lnTo>
                    <a:pt x="1544600" y="1643664"/>
                  </a:lnTo>
                  <a:lnTo>
                    <a:pt x="1544593" y="1643674"/>
                  </a:lnTo>
                  <a:lnTo>
                    <a:pt x="1544588" y="1643682"/>
                  </a:lnTo>
                  <a:lnTo>
                    <a:pt x="1544577" y="1643699"/>
                  </a:lnTo>
                  <a:lnTo>
                    <a:pt x="1544566" y="1643698"/>
                  </a:lnTo>
                  <a:lnTo>
                    <a:pt x="1544558" y="1643696"/>
                  </a:lnTo>
                  <a:lnTo>
                    <a:pt x="1544548" y="1643697"/>
                  </a:lnTo>
                  <a:lnTo>
                    <a:pt x="1544531" y="1643692"/>
                  </a:lnTo>
                  <a:lnTo>
                    <a:pt x="1544509" y="1643687"/>
                  </a:lnTo>
                  <a:lnTo>
                    <a:pt x="1544482" y="1643677"/>
                  </a:lnTo>
                  <a:lnTo>
                    <a:pt x="1544468" y="1643669"/>
                  </a:lnTo>
                  <a:lnTo>
                    <a:pt x="1544463" y="1643664"/>
                  </a:lnTo>
                  <a:lnTo>
                    <a:pt x="1544452" y="1643651"/>
                  </a:lnTo>
                  <a:lnTo>
                    <a:pt x="1544441" y="1643636"/>
                  </a:lnTo>
                  <a:lnTo>
                    <a:pt x="1544433" y="1643630"/>
                  </a:lnTo>
                  <a:lnTo>
                    <a:pt x="1544416" y="1643625"/>
                  </a:lnTo>
                  <a:lnTo>
                    <a:pt x="1544408" y="1643616"/>
                  </a:lnTo>
                  <a:lnTo>
                    <a:pt x="1544404" y="1643603"/>
                  </a:lnTo>
                  <a:lnTo>
                    <a:pt x="1544400" y="1643594"/>
                  </a:lnTo>
                  <a:lnTo>
                    <a:pt x="1544388" y="1643581"/>
                  </a:lnTo>
                  <a:lnTo>
                    <a:pt x="1544381" y="1643563"/>
                  </a:lnTo>
                  <a:lnTo>
                    <a:pt x="1544373" y="1643538"/>
                  </a:lnTo>
                  <a:lnTo>
                    <a:pt x="1544369" y="1643527"/>
                  </a:lnTo>
                  <a:lnTo>
                    <a:pt x="1544362" y="1643526"/>
                  </a:lnTo>
                  <a:lnTo>
                    <a:pt x="1544351" y="1643530"/>
                  </a:lnTo>
                  <a:lnTo>
                    <a:pt x="1544335" y="1643539"/>
                  </a:lnTo>
                  <a:lnTo>
                    <a:pt x="1544319" y="1643539"/>
                  </a:lnTo>
                  <a:lnTo>
                    <a:pt x="1544307" y="1643533"/>
                  </a:lnTo>
                  <a:lnTo>
                    <a:pt x="1544288" y="1643526"/>
                  </a:lnTo>
                  <a:lnTo>
                    <a:pt x="1544273" y="1643523"/>
                  </a:lnTo>
                  <a:lnTo>
                    <a:pt x="1544261" y="1643510"/>
                  </a:lnTo>
                  <a:lnTo>
                    <a:pt x="1544254" y="1643505"/>
                  </a:lnTo>
                  <a:lnTo>
                    <a:pt x="1544244" y="1643496"/>
                  </a:lnTo>
                  <a:lnTo>
                    <a:pt x="1544237" y="1643491"/>
                  </a:lnTo>
                  <a:lnTo>
                    <a:pt x="1544234" y="1643484"/>
                  </a:lnTo>
                  <a:lnTo>
                    <a:pt x="1544231" y="1643475"/>
                  </a:lnTo>
                  <a:lnTo>
                    <a:pt x="1544229" y="1643458"/>
                  </a:lnTo>
                  <a:lnTo>
                    <a:pt x="1544217" y="1643442"/>
                  </a:lnTo>
                  <a:lnTo>
                    <a:pt x="1544189" y="1643415"/>
                  </a:lnTo>
                  <a:lnTo>
                    <a:pt x="1544181" y="1643409"/>
                  </a:lnTo>
                  <a:lnTo>
                    <a:pt x="1544172" y="1643406"/>
                  </a:lnTo>
                  <a:lnTo>
                    <a:pt x="1544160" y="1643404"/>
                  </a:lnTo>
                  <a:lnTo>
                    <a:pt x="1544147" y="1643404"/>
                  </a:lnTo>
                  <a:lnTo>
                    <a:pt x="1544142" y="1643405"/>
                  </a:lnTo>
                  <a:lnTo>
                    <a:pt x="1544131" y="1643404"/>
                  </a:lnTo>
                  <a:lnTo>
                    <a:pt x="1544120" y="1643402"/>
                  </a:lnTo>
                  <a:lnTo>
                    <a:pt x="1544096" y="1643402"/>
                  </a:lnTo>
                  <a:lnTo>
                    <a:pt x="1544091" y="1643410"/>
                  </a:lnTo>
                  <a:lnTo>
                    <a:pt x="1544092" y="1643438"/>
                  </a:lnTo>
                  <a:lnTo>
                    <a:pt x="1544093" y="1643459"/>
                  </a:lnTo>
                  <a:lnTo>
                    <a:pt x="1544081" y="1643468"/>
                  </a:lnTo>
                  <a:lnTo>
                    <a:pt x="1544070" y="1643476"/>
                  </a:lnTo>
                  <a:lnTo>
                    <a:pt x="1544066" y="1643482"/>
                  </a:lnTo>
                  <a:lnTo>
                    <a:pt x="1544062" y="1643487"/>
                  </a:lnTo>
                  <a:lnTo>
                    <a:pt x="1544053" y="1643491"/>
                  </a:lnTo>
                  <a:lnTo>
                    <a:pt x="1544041" y="1643497"/>
                  </a:lnTo>
                  <a:lnTo>
                    <a:pt x="1544035" y="1643500"/>
                  </a:lnTo>
                  <a:lnTo>
                    <a:pt x="1544029" y="1643505"/>
                  </a:lnTo>
                  <a:lnTo>
                    <a:pt x="1544026" y="1643509"/>
                  </a:lnTo>
                  <a:lnTo>
                    <a:pt x="1544020" y="1643514"/>
                  </a:lnTo>
                  <a:lnTo>
                    <a:pt x="1544013" y="1643518"/>
                  </a:lnTo>
                  <a:lnTo>
                    <a:pt x="1544001" y="1643524"/>
                  </a:lnTo>
                  <a:lnTo>
                    <a:pt x="1543991" y="1643531"/>
                  </a:lnTo>
                  <a:lnTo>
                    <a:pt x="1543978" y="1643540"/>
                  </a:lnTo>
                  <a:lnTo>
                    <a:pt x="1543970" y="1643548"/>
                  </a:lnTo>
                  <a:lnTo>
                    <a:pt x="1543965" y="1643555"/>
                  </a:lnTo>
                  <a:lnTo>
                    <a:pt x="1543960" y="1643565"/>
                  </a:lnTo>
                  <a:lnTo>
                    <a:pt x="1543957" y="1643576"/>
                  </a:lnTo>
                  <a:lnTo>
                    <a:pt x="1543954" y="1643581"/>
                  </a:lnTo>
                  <a:lnTo>
                    <a:pt x="1543951" y="1643586"/>
                  </a:lnTo>
                  <a:lnTo>
                    <a:pt x="1543945" y="1643590"/>
                  </a:lnTo>
                  <a:lnTo>
                    <a:pt x="1543935" y="1643595"/>
                  </a:lnTo>
                  <a:lnTo>
                    <a:pt x="1543921" y="1643600"/>
                  </a:lnTo>
                  <a:lnTo>
                    <a:pt x="1543907" y="1643603"/>
                  </a:lnTo>
                  <a:lnTo>
                    <a:pt x="1543894" y="1643606"/>
                  </a:lnTo>
                  <a:lnTo>
                    <a:pt x="1543873" y="1643610"/>
                  </a:lnTo>
                  <a:lnTo>
                    <a:pt x="1543866" y="1643610"/>
                  </a:lnTo>
                  <a:lnTo>
                    <a:pt x="1543859" y="1643611"/>
                  </a:lnTo>
                  <a:lnTo>
                    <a:pt x="1543854" y="1643612"/>
                  </a:lnTo>
                  <a:lnTo>
                    <a:pt x="1543849" y="1643614"/>
                  </a:lnTo>
                  <a:lnTo>
                    <a:pt x="1543843" y="1643615"/>
                  </a:lnTo>
                  <a:lnTo>
                    <a:pt x="1543833" y="1643621"/>
                  </a:lnTo>
                  <a:lnTo>
                    <a:pt x="1543822" y="1643628"/>
                  </a:lnTo>
                  <a:lnTo>
                    <a:pt x="1543813" y="1643632"/>
                  </a:lnTo>
                  <a:lnTo>
                    <a:pt x="1543803" y="1643636"/>
                  </a:lnTo>
                  <a:lnTo>
                    <a:pt x="1543796" y="1643638"/>
                  </a:lnTo>
                  <a:lnTo>
                    <a:pt x="1543788" y="1643636"/>
                  </a:lnTo>
                  <a:lnTo>
                    <a:pt x="1543781" y="1643633"/>
                  </a:lnTo>
                  <a:lnTo>
                    <a:pt x="1543773" y="1643629"/>
                  </a:lnTo>
                  <a:lnTo>
                    <a:pt x="1543763" y="1643627"/>
                  </a:lnTo>
                  <a:lnTo>
                    <a:pt x="1543751" y="1643624"/>
                  </a:lnTo>
                  <a:lnTo>
                    <a:pt x="1543744" y="1643625"/>
                  </a:lnTo>
                  <a:lnTo>
                    <a:pt x="1543737" y="1643626"/>
                  </a:lnTo>
                  <a:lnTo>
                    <a:pt x="1543731" y="1643619"/>
                  </a:lnTo>
                  <a:lnTo>
                    <a:pt x="1543719" y="1643596"/>
                  </a:lnTo>
                  <a:lnTo>
                    <a:pt x="1543713" y="1643583"/>
                  </a:lnTo>
                  <a:lnTo>
                    <a:pt x="1543711" y="1643577"/>
                  </a:lnTo>
                  <a:lnTo>
                    <a:pt x="1543709" y="1643568"/>
                  </a:lnTo>
                  <a:lnTo>
                    <a:pt x="1543709" y="1643561"/>
                  </a:lnTo>
                  <a:lnTo>
                    <a:pt x="1543712" y="1643553"/>
                  </a:lnTo>
                  <a:lnTo>
                    <a:pt x="1543715" y="1643543"/>
                  </a:lnTo>
                  <a:lnTo>
                    <a:pt x="1543718" y="1643532"/>
                  </a:lnTo>
                  <a:lnTo>
                    <a:pt x="1543718" y="1643522"/>
                  </a:lnTo>
                  <a:lnTo>
                    <a:pt x="1543717" y="1643512"/>
                  </a:lnTo>
                  <a:lnTo>
                    <a:pt x="1543714" y="1643502"/>
                  </a:lnTo>
                  <a:lnTo>
                    <a:pt x="1543709" y="1643495"/>
                  </a:lnTo>
                  <a:lnTo>
                    <a:pt x="1543704" y="1643489"/>
                  </a:lnTo>
                  <a:lnTo>
                    <a:pt x="1543696" y="1643483"/>
                  </a:lnTo>
                  <a:lnTo>
                    <a:pt x="1543686" y="1643479"/>
                  </a:lnTo>
                  <a:lnTo>
                    <a:pt x="1543678" y="1643472"/>
                  </a:lnTo>
                  <a:lnTo>
                    <a:pt x="1543674" y="1643463"/>
                  </a:lnTo>
                  <a:lnTo>
                    <a:pt x="1543671" y="1643448"/>
                  </a:lnTo>
                  <a:lnTo>
                    <a:pt x="1543665" y="1643426"/>
                  </a:lnTo>
                  <a:lnTo>
                    <a:pt x="1543661" y="1643412"/>
                  </a:lnTo>
                  <a:lnTo>
                    <a:pt x="1543656" y="1643397"/>
                  </a:lnTo>
                  <a:lnTo>
                    <a:pt x="1543649" y="1643377"/>
                  </a:lnTo>
                  <a:lnTo>
                    <a:pt x="1543644" y="1643363"/>
                  </a:lnTo>
                  <a:lnTo>
                    <a:pt x="1543640" y="1643349"/>
                  </a:lnTo>
                  <a:lnTo>
                    <a:pt x="1543634" y="1643338"/>
                  </a:lnTo>
                  <a:lnTo>
                    <a:pt x="1543629" y="1643329"/>
                  </a:lnTo>
                  <a:lnTo>
                    <a:pt x="1543622" y="1643323"/>
                  </a:lnTo>
                  <a:lnTo>
                    <a:pt x="1543606" y="1643318"/>
                  </a:lnTo>
                  <a:lnTo>
                    <a:pt x="1543591" y="1643317"/>
                  </a:lnTo>
                  <a:lnTo>
                    <a:pt x="1543581" y="1643315"/>
                  </a:lnTo>
                  <a:lnTo>
                    <a:pt x="1543571" y="1643309"/>
                  </a:lnTo>
                  <a:lnTo>
                    <a:pt x="1543567" y="1643302"/>
                  </a:lnTo>
                  <a:lnTo>
                    <a:pt x="1543566" y="1643291"/>
                  </a:lnTo>
                  <a:lnTo>
                    <a:pt x="1543567" y="1643285"/>
                  </a:lnTo>
                  <a:lnTo>
                    <a:pt x="1543570" y="1643269"/>
                  </a:lnTo>
                  <a:lnTo>
                    <a:pt x="1543565" y="1643244"/>
                  </a:lnTo>
                  <a:lnTo>
                    <a:pt x="1543563" y="1643232"/>
                  </a:lnTo>
                  <a:lnTo>
                    <a:pt x="1543560" y="1643225"/>
                  </a:lnTo>
                  <a:lnTo>
                    <a:pt x="1543554" y="1643217"/>
                  </a:lnTo>
                  <a:lnTo>
                    <a:pt x="1543549" y="1643209"/>
                  </a:lnTo>
                  <a:lnTo>
                    <a:pt x="1543550" y="1643200"/>
                  </a:lnTo>
                  <a:lnTo>
                    <a:pt x="1543554" y="1643188"/>
                  </a:lnTo>
                  <a:lnTo>
                    <a:pt x="1543557" y="1643177"/>
                  </a:lnTo>
                  <a:lnTo>
                    <a:pt x="1543558" y="1643170"/>
                  </a:lnTo>
                  <a:lnTo>
                    <a:pt x="1543558" y="1643153"/>
                  </a:lnTo>
                  <a:lnTo>
                    <a:pt x="1543556" y="1643147"/>
                  </a:lnTo>
                  <a:lnTo>
                    <a:pt x="1543549" y="1643145"/>
                  </a:lnTo>
                  <a:lnTo>
                    <a:pt x="1543538" y="1643144"/>
                  </a:lnTo>
                  <a:lnTo>
                    <a:pt x="1543529" y="1643144"/>
                  </a:lnTo>
                  <a:lnTo>
                    <a:pt x="1543519" y="1643144"/>
                  </a:lnTo>
                  <a:lnTo>
                    <a:pt x="1543506" y="1643144"/>
                  </a:lnTo>
                  <a:lnTo>
                    <a:pt x="1543493" y="1643145"/>
                  </a:lnTo>
                  <a:lnTo>
                    <a:pt x="1543484" y="1643146"/>
                  </a:lnTo>
                  <a:lnTo>
                    <a:pt x="1543475" y="1643149"/>
                  </a:lnTo>
                  <a:lnTo>
                    <a:pt x="1543466" y="1643152"/>
                  </a:lnTo>
                  <a:lnTo>
                    <a:pt x="1543458" y="1643151"/>
                  </a:lnTo>
                  <a:lnTo>
                    <a:pt x="1543449" y="1643147"/>
                  </a:lnTo>
                  <a:lnTo>
                    <a:pt x="1543446" y="1643143"/>
                  </a:lnTo>
                  <a:lnTo>
                    <a:pt x="1543443" y="1643138"/>
                  </a:lnTo>
                  <a:lnTo>
                    <a:pt x="1543441" y="1643132"/>
                  </a:lnTo>
                  <a:lnTo>
                    <a:pt x="1543440" y="1643126"/>
                  </a:lnTo>
                  <a:lnTo>
                    <a:pt x="1543435" y="1643119"/>
                  </a:lnTo>
                  <a:lnTo>
                    <a:pt x="1543427" y="1643112"/>
                  </a:lnTo>
                  <a:lnTo>
                    <a:pt x="1543422" y="1643106"/>
                  </a:lnTo>
                  <a:lnTo>
                    <a:pt x="1543418" y="1643101"/>
                  </a:lnTo>
                  <a:lnTo>
                    <a:pt x="1543413" y="1643095"/>
                  </a:lnTo>
                  <a:lnTo>
                    <a:pt x="1543408" y="1643099"/>
                  </a:lnTo>
                  <a:lnTo>
                    <a:pt x="1543401" y="1643105"/>
                  </a:lnTo>
                  <a:lnTo>
                    <a:pt x="1543386" y="1643121"/>
                  </a:lnTo>
                  <a:lnTo>
                    <a:pt x="1543381" y="1643126"/>
                  </a:lnTo>
                  <a:lnTo>
                    <a:pt x="1543376" y="1643130"/>
                  </a:lnTo>
                  <a:lnTo>
                    <a:pt x="1543371" y="1643138"/>
                  </a:lnTo>
                  <a:lnTo>
                    <a:pt x="1543367" y="1643146"/>
                  </a:lnTo>
                  <a:lnTo>
                    <a:pt x="1543364" y="1643155"/>
                  </a:lnTo>
                  <a:lnTo>
                    <a:pt x="1543361" y="1643162"/>
                  </a:lnTo>
                  <a:lnTo>
                    <a:pt x="1543359" y="1643172"/>
                  </a:lnTo>
                  <a:lnTo>
                    <a:pt x="1543359" y="1643180"/>
                  </a:lnTo>
                  <a:lnTo>
                    <a:pt x="1543359" y="1643195"/>
                  </a:lnTo>
                  <a:lnTo>
                    <a:pt x="1543358" y="1643206"/>
                  </a:lnTo>
                  <a:lnTo>
                    <a:pt x="1543358" y="1643213"/>
                  </a:lnTo>
                  <a:lnTo>
                    <a:pt x="1543356" y="1643218"/>
                  </a:lnTo>
                  <a:lnTo>
                    <a:pt x="1543353" y="1643224"/>
                  </a:lnTo>
                  <a:lnTo>
                    <a:pt x="1543349" y="1643230"/>
                  </a:lnTo>
                  <a:lnTo>
                    <a:pt x="1543343" y="1643235"/>
                  </a:lnTo>
                  <a:lnTo>
                    <a:pt x="1543339" y="1643237"/>
                  </a:lnTo>
                  <a:lnTo>
                    <a:pt x="1543333" y="1643244"/>
                  </a:lnTo>
                  <a:lnTo>
                    <a:pt x="1543331" y="1643251"/>
                  </a:lnTo>
                  <a:lnTo>
                    <a:pt x="1543330" y="1643259"/>
                  </a:lnTo>
                  <a:lnTo>
                    <a:pt x="1543327" y="1643271"/>
                  </a:lnTo>
                  <a:lnTo>
                    <a:pt x="1543317" y="1643277"/>
                  </a:lnTo>
                  <a:lnTo>
                    <a:pt x="1543306" y="1643283"/>
                  </a:lnTo>
                  <a:lnTo>
                    <a:pt x="1543293" y="1643289"/>
                  </a:lnTo>
                  <a:lnTo>
                    <a:pt x="1543275" y="1643296"/>
                  </a:lnTo>
                  <a:lnTo>
                    <a:pt x="1543267" y="1643301"/>
                  </a:lnTo>
                  <a:lnTo>
                    <a:pt x="1543260" y="1643304"/>
                  </a:lnTo>
                  <a:lnTo>
                    <a:pt x="1543255" y="1643306"/>
                  </a:lnTo>
                  <a:lnTo>
                    <a:pt x="1543248" y="1643306"/>
                  </a:lnTo>
                  <a:lnTo>
                    <a:pt x="1543243" y="1643304"/>
                  </a:lnTo>
                  <a:lnTo>
                    <a:pt x="1543234" y="1643301"/>
                  </a:lnTo>
                  <a:lnTo>
                    <a:pt x="1543225" y="1643298"/>
                  </a:lnTo>
                  <a:lnTo>
                    <a:pt x="1543218" y="1643296"/>
                  </a:lnTo>
                  <a:lnTo>
                    <a:pt x="1543213" y="1643293"/>
                  </a:lnTo>
                  <a:lnTo>
                    <a:pt x="1543210" y="1643286"/>
                  </a:lnTo>
                  <a:lnTo>
                    <a:pt x="1543207" y="1643277"/>
                  </a:lnTo>
                  <a:lnTo>
                    <a:pt x="1543206" y="1643267"/>
                  </a:lnTo>
                  <a:lnTo>
                    <a:pt x="1543207" y="1643259"/>
                  </a:lnTo>
                  <a:lnTo>
                    <a:pt x="1543210" y="1643245"/>
                  </a:lnTo>
                  <a:lnTo>
                    <a:pt x="1543213" y="1643239"/>
                  </a:lnTo>
                  <a:lnTo>
                    <a:pt x="1543217" y="1643234"/>
                  </a:lnTo>
                  <a:lnTo>
                    <a:pt x="1543225" y="1643224"/>
                  </a:lnTo>
                  <a:lnTo>
                    <a:pt x="1543228" y="1643219"/>
                  </a:lnTo>
                  <a:lnTo>
                    <a:pt x="1543230" y="1643213"/>
                  </a:lnTo>
                  <a:lnTo>
                    <a:pt x="1543231" y="1643204"/>
                  </a:lnTo>
                  <a:lnTo>
                    <a:pt x="1543229" y="1643190"/>
                  </a:lnTo>
                  <a:lnTo>
                    <a:pt x="1543227" y="1643176"/>
                  </a:lnTo>
                  <a:lnTo>
                    <a:pt x="1543225" y="1643165"/>
                  </a:lnTo>
                  <a:lnTo>
                    <a:pt x="1543226" y="1643154"/>
                  </a:lnTo>
                  <a:lnTo>
                    <a:pt x="1543226" y="1643145"/>
                  </a:lnTo>
                  <a:lnTo>
                    <a:pt x="1543221" y="1643136"/>
                  </a:lnTo>
                  <a:lnTo>
                    <a:pt x="1543215" y="1643132"/>
                  </a:lnTo>
                  <a:lnTo>
                    <a:pt x="1543208" y="1643126"/>
                  </a:lnTo>
                  <a:lnTo>
                    <a:pt x="1543203" y="1643121"/>
                  </a:lnTo>
                  <a:lnTo>
                    <a:pt x="1543196" y="1643112"/>
                  </a:lnTo>
                  <a:lnTo>
                    <a:pt x="1543192" y="1643105"/>
                  </a:lnTo>
                  <a:lnTo>
                    <a:pt x="1543186" y="1643093"/>
                  </a:lnTo>
                  <a:lnTo>
                    <a:pt x="1543183" y="1643088"/>
                  </a:lnTo>
                  <a:lnTo>
                    <a:pt x="1543179" y="1643084"/>
                  </a:lnTo>
                  <a:lnTo>
                    <a:pt x="1543173" y="1643080"/>
                  </a:lnTo>
                  <a:lnTo>
                    <a:pt x="1543158" y="1643075"/>
                  </a:lnTo>
                  <a:lnTo>
                    <a:pt x="1543140" y="1643069"/>
                  </a:lnTo>
                  <a:lnTo>
                    <a:pt x="1543118" y="1643062"/>
                  </a:lnTo>
                  <a:lnTo>
                    <a:pt x="1543106" y="1643058"/>
                  </a:lnTo>
                  <a:lnTo>
                    <a:pt x="1543098" y="1643056"/>
                  </a:lnTo>
                  <a:lnTo>
                    <a:pt x="1543093" y="1643050"/>
                  </a:lnTo>
                  <a:lnTo>
                    <a:pt x="1543092" y="1643041"/>
                  </a:lnTo>
                  <a:lnTo>
                    <a:pt x="1543090" y="1643023"/>
                  </a:lnTo>
                  <a:lnTo>
                    <a:pt x="1543085" y="1643011"/>
                  </a:lnTo>
                  <a:lnTo>
                    <a:pt x="1543082" y="1643001"/>
                  </a:lnTo>
                  <a:lnTo>
                    <a:pt x="1543077" y="1642987"/>
                  </a:lnTo>
                  <a:lnTo>
                    <a:pt x="1543074" y="1642980"/>
                  </a:lnTo>
                  <a:lnTo>
                    <a:pt x="1543070" y="1642972"/>
                  </a:lnTo>
                  <a:lnTo>
                    <a:pt x="1543065" y="1642964"/>
                  </a:lnTo>
                  <a:lnTo>
                    <a:pt x="1543059" y="1642955"/>
                  </a:lnTo>
                  <a:lnTo>
                    <a:pt x="1543056" y="1642948"/>
                  </a:lnTo>
                  <a:lnTo>
                    <a:pt x="1543054" y="1642941"/>
                  </a:lnTo>
                  <a:lnTo>
                    <a:pt x="1543054" y="1642933"/>
                  </a:lnTo>
                  <a:lnTo>
                    <a:pt x="1543054" y="1642920"/>
                  </a:lnTo>
                  <a:lnTo>
                    <a:pt x="1543054" y="1642908"/>
                  </a:lnTo>
                  <a:lnTo>
                    <a:pt x="1543057" y="1642895"/>
                  </a:lnTo>
                  <a:lnTo>
                    <a:pt x="1543058" y="1642887"/>
                  </a:lnTo>
                  <a:lnTo>
                    <a:pt x="1543053" y="1642880"/>
                  </a:lnTo>
                  <a:lnTo>
                    <a:pt x="1543046" y="1642875"/>
                  </a:lnTo>
                  <a:lnTo>
                    <a:pt x="1543038" y="1642871"/>
                  </a:lnTo>
                  <a:lnTo>
                    <a:pt x="1543029" y="1642869"/>
                  </a:lnTo>
                  <a:lnTo>
                    <a:pt x="1543021" y="1642869"/>
                  </a:lnTo>
                  <a:lnTo>
                    <a:pt x="1543010" y="1642870"/>
                  </a:lnTo>
                  <a:lnTo>
                    <a:pt x="1543002" y="1642872"/>
                  </a:lnTo>
                  <a:lnTo>
                    <a:pt x="1542993" y="1642875"/>
                  </a:lnTo>
                  <a:lnTo>
                    <a:pt x="1542983" y="1642879"/>
                  </a:lnTo>
                  <a:lnTo>
                    <a:pt x="1542972" y="1642882"/>
                  </a:lnTo>
                  <a:lnTo>
                    <a:pt x="1542963" y="1642883"/>
                  </a:lnTo>
                  <a:lnTo>
                    <a:pt x="1542956" y="1642884"/>
                  </a:lnTo>
                  <a:lnTo>
                    <a:pt x="1542949" y="1642882"/>
                  </a:lnTo>
                  <a:lnTo>
                    <a:pt x="1542938" y="1642876"/>
                  </a:lnTo>
                  <a:lnTo>
                    <a:pt x="1542924" y="1642868"/>
                  </a:lnTo>
                  <a:lnTo>
                    <a:pt x="1542913" y="1642864"/>
                  </a:lnTo>
                  <a:lnTo>
                    <a:pt x="1542905" y="1642861"/>
                  </a:lnTo>
                  <a:lnTo>
                    <a:pt x="1542901" y="1642866"/>
                  </a:lnTo>
                  <a:lnTo>
                    <a:pt x="1542896" y="1642874"/>
                  </a:lnTo>
                  <a:lnTo>
                    <a:pt x="1542893" y="1642882"/>
                  </a:lnTo>
                  <a:lnTo>
                    <a:pt x="1542890" y="1642889"/>
                  </a:lnTo>
                  <a:lnTo>
                    <a:pt x="1542887" y="1642894"/>
                  </a:lnTo>
                  <a:lnTo>
                    <a:pt x="1542883" y="1642900"/>
                  </a:lnTo>
                  <a:lnTo>
                    <a:pt x="1542878" y="1642907"/>
                  </a:lnTo>
                  <a:lnTo>
                    <a:pt x="1542873" y="1642918"/>
                  </a:lnTo>
                  <a:lnTo>
                    <a:pt x="1542866" y="1642933"/>
                  </a:lnTo>
                  <a:lnTo>
                    <a:pt x="1542856" y="1642952"/>
                  </a:lnTo>
                  <a:lnTo>
                    <a:pt x="1542848" y="1642966"/>
                  </a:lnTo>
                  <a:lnTo>
                    <a:pt x="1542843" y="1642972"/>
                  </a:lnTo>
                  <a:lnTo>
                    <a:pt x="1542839" y="1642976"/>
                  </a:lnTo>
                  <a:lnTo>
                    <a:pt x="1542835" y="1642979"/>
                  </a:lnTo>
                  <a:lnTo>
                    <a:pt x="1542827" y="1642983"/>
                  </a:lnTo>
                  <a:lnTo>
                    <a:pt x="1542820" y="1642983"/>
                  </a:lnTo>
                  <a:lnTo>
                    <a:pt x="1542814" y="1642982"/>
                  </a:lnTo>
                  <a:lnTo>
                    <a:pt x="1542805" y="1642980"/>
                  </a:lnTo>
                  <a:lnTo>
                    <a:pt x="1542797" y="1642976"/>
                  </a:lnTo>
                  <a:lnTo>
                    <a:pt x="1542787" y="1642972"/>
                  </a:lnTo>
                  <a:lnTo>
                    <a:pt x="1542775" y="1642968"/>
                  </a:lnTo>
                  <a:lnTo>
                    <a:pt x="1542766" y="1642966"/>
                  </a:lnTo>
                  <a:lnTo>
                    <a:pt x="1542756" y="1642965"/>
                  </a:lnTo>
                  <a:lnTo>
                    <a:pt x="1542743" y="1642964"/>
                  </a:lnTo>
                  <a:lnTo>
                    <a:pt x="1542728" y="1642965"/>
                  </a:lnTo>
                  <a:lnTo>
                    <a:pt x="1542718" y="1642966"/>
                  </a:lnTo>
                  <a:lnTo>
                    <a:pt x="1542709" y="1642967"/>
                  </a:lnTo>
                  <a:lnTo>
                    <a:pt x="1542697" y="1642969"/>
                  </a:lnTo>
                  <a:lnTo>
                    <a:pt x="1542691" y="1642969"/>
                  </a:lnTo>
                  <a:lnTo>
                    <a:pt x="1542683" y="1642970"/>
                  </a:lnTo>
                  <a:lnTo>
                    <a:pt x="1542670" y="1642971"/>
                  </a:lnTo>
                  <a:lnTo>
                    <a:pt x="1542656" y="1642973"/>
                  </a:lnTo>
                  <a:lnTo>
                    <a:pt x="1542647" y="1642975"/>
                  </a:lnTo>
                  <a:lnTo>
                    <a:pt x="1542637" y="1642979"/>
                  </a:lnTo>
                  <a:lnTo>
                    <a:pt x="1542626" y="1642985"/>
                  </a:lnTo>
                  <a:lnTo>
                    <a:pt x="1542620" y="1642991"/>
                  </a:lnTo>
                  <a:lnTo>
                    <a:pt x="1542617" y="1642996"/>
                  </a:lnTo>
                  <a:lnTo>
                    <a:pt x="1542613" y="1643000"/>
                  </a:lnTo>
                  <a:lnTo>
                    <a:pt x="1542608" y="1643003"/>
                  </a:lnTo>
                  <a:lnTo>
                    <a:pt x="1542602" y="1643004"/>
                  </a:lnTo>
                  <a:lnTo>
                    <a:pt x="1542595" y="1643003"/>
                  </a:lnTo>
                  <a:lnTo>
                    <a:pt x="1542586" y="1643000"/>
                  </a:lnTo>
                  <a:lnTo>
                    <a:pt x="1542576" y="1642995"/>
                  </a:lnTo>
                  <a:lnTo>
                    <a:pt x="1542559" y="1642987"/>
                  </a:lnTo>
                  <a:lnTo>
                    <a:pt x="1542545" y="1642983"/>
                  </a:lnTo>
                  <a:lnTo>
                    <a:pt x="1542537" y="1642986"/>
                  </a:lnTo>
                  <a:lnTo>
                    <a:pt x="1542530" y="1642990"/>
                  </a:lnTo>
                  <a:lnTo>
                    <a:pt x="1542523" y="1642995"/>
                  </a:lnTo>
                  <a:lnTo>
                    <a:pt x="1542517" y="1643001"/>
                  </a:lnTo>
                  <a:lnTo>
                    <a:pt x="1542510" y="1643009"/>
                  </a:lnTo>
                  <a:lnTo>
                    <a:pt x="1542504" y="1643020"/>
                  </a:lnTo>
                  <a:lnTo>
                    <a:pt x="1542495" y="1643035"/>
                  </a:lnTo>
                  <a:lnTo>
                    <a:pt x="1542488" y="1643049"/>
                  </a:lnTo>
                  <a:lnTo>
                    <a:pt x="1542481" y="1643063"/>
                  </a:lnTo>
                  <a:lnTo>
                    <a:pt x="1542477" y="1643071"/>
                  </a:lnTo>
                  <a:lnTo>
                    <a:pt x="1542472" y="1643075"/>
                  </a:lnTo>
                  <a:lnTo>
                    <a:pt x="1542462" y="1643084"/>
                  </a:lnTo>
                  <a:lnTo>
                    <a:pt x="1542438" y="1643106"/>
                  </a:lnTo>
                  <a:lnTo>
                    <a:pt x="1542412" y="1643129"/>
                  </a:lnTo>
                  <a:lnTo>
                    <a:pt x="1542340" y="1643207"/>
                  </a:lnTo>
                  <a:lnTo>
                    <a:pt x="1542254" y="1643253"/>
                  </a:lnTo>
                  <a:lnTo>
                    <a:pt x="1542208" y="1643249"/>
                  </a:lnTo>
                  <a:lnTo>
                    <a:pt x="1542203" y="1643252"/>
                  </a:lnTo>
                  <a:lnTo>
                    <a:pt x="1542198" y="1643255"/>
                  </a:lnTo>
                  <a:lnTo>
                    <a:pt x="1542191" y="1643260"/>
                  </a:lnTo>
                  <a:lnTo>
                    <a:pt x="1542185" y="1643266"/>
                  </a:lnTo>
                  <a:lnTo>
                    <a:pt x="1542180" y="1643271"/>
                  </a:lnTo>
                  <a:lnTo>
                    <a:pt x="1542175" y="1643278"/>
                  </a:lnTo>
                  <a:lnTo>
                    <a:pt x="1542168" y="1643284"/>
                  </a:lnTo>
                  <a:lnTo>
                    <a:pt x="1542164" y="1643287"/>
                  </a:lnTo>
                  <a:lnTo>
                    <a:pt x="1542157" y="1643292"/>
                  </a:lnTo>
                  <a:lnTo>
                    <a:pt x="1542147" y="1643295"/>
                  </a:lnTo>
                  <a:lnTo>
                    <a:pt x="1542141" y="1643295"/>
                  </a:lnTo>
                  <a:lnTo>
                    <a:pt x="1542132" y="1643297"/>
                  </a:lnTo>
                  <a:lnTo>
                    <a:pt x="1542123" y="1643301"/>
                  </a:lnTo>
                  <a:lnTo>
                    <a:pt x="1542105" y="1643306"/>
                  </a:lnTo>
                  <a:lnTo>
                    <a:pt x="1542081" y="1643313"/>
                  </a:lnTo>
                  <a:lnTo>
                    <a:pt x="1542076" y="1643312"/>
                  </a:lnTo>
                  <a:lnTo>
                    <a:pt x="1542062" y="1643309"/>
                  </a:lnTo>
                  <a:lnTo>
                    <a:pt x="1542049" y="1643305"/>
                  </a:lnTo>
                  <a:lnTo>
                    <a:pt x="1542041" y="1643304"/>
                  </a:lnTo>
                  <a:lnTo>
                    <a:pt x="1542035" y="1643305"/>
                  </a:lnTo>
                  <a:lnTo>
                    <a:pt x="1542026" y="1643307"/>
                  </a:lnTo>
                  <a:lnTo>
                    <a:pt x="1542018" y="1643313"/>
                  </a:lnTo>
                  <a:lnTo>
                    <a:pt x="1542009" y="1643321"/>
                  </a:lnTo>
                  <a:lnTo>
                    <a:pt x="1542004" y="1643328"/>
                  </a:lnTo>
                  <a:lnTo>
                    <a:pt x="1542000" y="1643335"/>
                  </a:lnTo>
                  <a:lnTo>
                    <a:pt x="1541998" y="1643342"/>
                  </a:lnTo>
                  <a:lnTo>
                    <a:pt x="1541986" y="1643344"/>
                  </a:lnTo>
                  <a:lnTo>
                    <a:pt x="1541974" y="1643346"/>
                  </a:lnTo>
                  <a:lnTo>
                    <a:pt x="1541957" y="1643347"/>
                  </a:lnTo>
                  <a:lnTo>
                    <a:pt x="1541943" y="1643344"/>
                  </a:lnTo>
                  <a:lnTo>
                    <a:pt x="1541931" y="1643341"/>
                  </a:lnTo>
                  <a:lnTo>
                    <a:pt x="1541913" y="1643335"/>
                  </a:lnTo>
                  <a:lnTo>
                    <a:pt x="1541899" y="1643329"/>
                  </a:lnTo>
                  <a:lnTo>
                    <a:pt x="1541881" y="1643321"/>
                  </a:lnTo>
                  <a:lnTo>
                    <a:pt x="1541862" y="1643316"/>
                  </a:lnTo>
                  <a:lnTo>
                    <a:pt x="1541842" y="1643311"/>
                  </a:lnTo>
                  <a:lnTo>
                    <a:pt x="1541832" y="1643309"/>
                  </a:lnTo>
                  <a:lnTo>
                    <a:pt x="1541823" y="1643309"/>
                  </a:lnTo>
                  <a:lnTo>
                    <a:pt x="1541813" y="1643310"/>
                  </a:lnTo>
                  <a:lnTo>
                    <a:pt x="1541795" y="1643314"/>
                  </a:lnTo>
                  <a:lnTo>
                    <a:pt x="1541780" y="1643318"/>
                  </a:lnTo>
                  <a:lnTo>
                    <a:pt x="1541769" y="1643321"/>
                  </a:lnTo>
                  <a:lnTo>
                    <a:pt x="1541755" y="1643334"/>
                  </a:lnTo>
                  <a:lnTo>
                    <a:pt x="1541743" y="1643346"/>
                  </a:lnTo>
                  <a:lnTo>
                    <a:pt x="1541722" y="1643365"/>
                  </a:lnTo>
                  <a:lnTo>
                    <a:pt x="1541706" y="1643381"/>
                  </a:lnTo>
                  <a:lnTo>
                    <a:pt x="1541692" y="1643395"/>
                  </a:lnTo>
                  <a:lnTo>
                    <a:pt x="1541686" y="1643396"/>
                  </a:lnTo>
                  <a:lnTo>
                    <a:pt x="1541667" y="1643400"/>
                  </a:lnTo>
                  <a:lnTo>
                    <a:pt x="1541652" y="1643402"/>
                  </a:lnTo>
                  <a:lnTo>
                    <a:pt x="1541643" y="1643403"/>
                  </a:lnTo>
                  <a:lnTo>
                    <a:pt x="1541634" y="1643401"/>
                  </a:lnTo>
                  <a:lnTo>
                    <a:pt x="1541628" y="1643396"/>
                  </a:lnTo>
                  <a:lnTo>
                    <a:pt x="1541624" y="1643388"/>
                  </a:lnTo>
                  <a:lnTo>
                    <a:pt x="1541612" y="1643371"/>
                  </a:lnTo>
                  <a:lnTo>
                    <a:pt x="1541606" y="1643354"/>
                  </a:lnTo>
                  <a:lnTo>
                    <a:pt x="1541598" y="1643335"/>
                  </a:lnTo>
                  <a:lnTo>
                    <a:pt x="1541593" y="1643322"/>
                  </a:lnTo>
                  <a:lnTo>
                    <a:pt x="1541591" y="1643312"/>
                  </a:lnTo>
                  <a:lnTo>
                    <a:pt x="1541590" y="1643300"/>
                  </a:lnTo>
                  <a:lnTo>
                    <a:pt x="1541587" y="1643288"/>
                  </a:lnTo>
                  <a:lnTo>
                    <a:pt x="1541582" y="1643276"/>
                  </a:lnTo>
                  <a:lnTo>
                    <a:pt x="1541574" y="1643256"/>
                  </a:lnTo>
                  <a:lnTo>
                    <a:pt x="1541570" y="1643251"/>
                  </a:lnTo>
                  <a:lnTo>
                    <a:pt x="1541564" y="1643246"/>
                  </a:lnTo>
                  <a:lnTo>
                    <a:pt x="1541557" y="1643244"/>
                  </a:lnTo>
                  <a:lnTo>
                    <a:pt x="1541544" y="1643243"/>
                  </a:lnTo>
                  <a:lnTo>
                    <a:pt x="1541529" y="1643244"/>
                  </a:lnTo>
                  <a:lnTo>
                    <a:pt x="1541515" y="1643246"/>
                  </a:lnTo>
                  <a:lnTo>
                    <a:pt x="1541509" y="1643245"/>
                  </a:lnTo>
                  <a:lnTo>
                    <a:pt x="1541501" y="1643242"/>
                  </a:lnTo>
                  <a:lnTo>
                    <a:pt x="1541489" y="1643237"/>
                  </a:lnTo>
                  <a:lnTo>
                    <a:pt x="1541478" y="1643232"/>
                  </a:lnTo>
                  <a:lnTo>
                    <a:pt x="1541466" y="1643224"/>
                  </a:lnTo>
                  <a:lnTo>
                    <a:pt x="1541450" y="1643216"/>
                  </a:lnTo>
                  <a:lnTo>
                    <a:pt x="1541441" y="1643213"/>
                  </a:lnTo>
                  <a:lnTo>
                    <a:pt x="1541434" y="1643213"/>
                  </a:lnTo>
                  <a:lnTo>
                    <a:pt x="1541413" y="1643213"/>
                  </a:lnTo>
                  <a:lnTo>
                    <a:pt x="1541383" y="1643212"/>
                  </a:lnTo>
                  <a:lnTo>
                    <a:pt x="1541370" y="1643215"/>
                  </a:lnTo>
                  <a:lnTo>
                    <a:pt x="1541360" y="1643219"/>
                  </a:lnTo>
                  <a:lnTo>
                    <a:pt x="1541349" y="1643224"/>
                  </a:lnTo>
                  <a:lnTo>
                    <a:pt x="1541345" y="1643228"/>
                  </a:lnTo>
                  <a:lnTo>
                    <a:pt x="1541334" y="1643239"/>
                  </a:lnTo>
                  <a:lnTo>
                    <a:pt x="1541325" y="1643247"/>
                  </a:lnTo>
                  <a:lnTo>
                    <a:pt x="1541315" y="1643256"/>
                  </a:lnTo>
                  <a:lnTo>
                    <a:pt x="1541313" y="1643266"/>
                  </a:lnTo>
                  <a:lnTo>
                    <a:pt x="1541314" y="1643276"/>
                  </a:lnTo>
                  <a:lnTo>
                    <a:pt x="1541316" y="1643293"/>
                  </a:lnTo>
                  <a:lnTo>
                    <a:pt x="1541321" y="1643314"/>
                  </a:lnTo>
                  <a:lnTo>
                    <a:pt x="1541317" y="1643321"/>
                  </a:lnTo>
                  <a:lnTo>
                    <a:pt x="1541306" y="1643339"/>
                  </a:lnTo>
                  <a:lnTo>
                    <a:pt x="1541293" y="1643358"/>
                  </a:lnTo>
                  <a:lnTo>
                    <a:pt x="1541283" y="1643371"/>
                  </a:lnTo>
                  <a:lnTo>
                    <a:pt x="1541276" y="1643378"/>
                  </a:lnTo>
                  <a:lnTo>
                    <a:pt x="1541264" y="1643387"/>
                  </a:lnTo>
                  <a:lnTo>
                    <a:pt x="1541254" y="1643383"/>
                  </a:lnTo>
                  <a:lnTo>
                    <a:pt x="1541239" y="1643375"/>
                  </a:lnTo>
                  <a:lnTo>
                    <a:pt x="1541225" y="1643369"/>
                  </a:lnTo>
                  <a:lnTo>
                    <a:pt x="1541210" y="1643362"/>
                  </a:lnTo>
                  <a:lnTo>
                    <a:pt x="1541195" y="1643351"/>
                  </a:lnTo>
                  <a:lnTo>
                    <a:pt x="1541190" y="1643350"/>
                  </a:lnTo>
                  <a:lnTo>
                    <a:pt x="1541178" y="1643345"/>
                  </a:lnTo>
                  <a:lnTo>
                    <a:pt x="1541170" y="1643343"/>
                  </a:lnTo>
                  <a:lnTo>
                    <a:pt x="1541152" y="1643341"/>
                  </a:lnTo>
                  <a:lnTo>
                    <a:pt x="1541144" y="1643342"/>
                  </a:lnTo>
                  <a:lnTo>
                    <a:pt x="1541138" y="1643343"/>
                  </a:lnTo>
                  <a:lnTo>
                    <a:pt x="1541131" y="1643350"/>
                  </a:lnTo>
                  <a:lnTo>
                    <a:pt x="1541122" y="1643359"/>
                  </a:lnTo>
                  <a:lnTo>
                    <a:pt x="1541107" y="1643370"/>
                  </a:lnTo>
                  <a:lnTo>
                    <a:pt x="1541097" y="1643381"/>
                  </a:lnTo>
                  <a:lnTo>
                    <a:pt x="1541087" y="1643393"/>
                  </a:lnTo>
                  <a:lnTo>
                    <a:pt x="1541077" y="1643406"/>
                  </a:lnTo>
                  <a:lnTo>
                    <a:pt x="1541072" y="1643418"/>
                  </a:lnTo>
                  <a:lnTo>
                    <a:pt x="1541062" y="1643434"/>
                  </a:lnTo>
                  <a:lnTo>
                    <a:pt x="1541054" y="1643443"/>
                  </a:lnTo>
                  <a:lnTo>
                    <a:pt x="1541044" y="1643453"/>
                  </a:lnTo>
                  <a:lnTo>
                    <a:pt x="1541039" y="1643458"/>
                  </a:lnTo>
                  <a:lnTo>
                    <a:pt x="1541027" y="1643459"/>
                  </a:lnTo>
                  <a:lnTo>
                    <a:pt x="1541010" y="1643458"/>
                  </a:lnTo>
                  <a:lnTo>
                    <a:pt x="1540988" y="1643457"/>
                  </a:lnTo>
                  <a:lnTo>
                    <a:pt x="1540973" y="1643457"/>
                  </a:lnTo>
                  <a:lnTo>
                    <a:pt x="1540967" y="1643454"/>
                  </a:lnTo>
                  <a:lnTo>
                    <a:pt x="1540959" y="1643449"/>
                  </a:lnTo>
                  <a:lnTo>
                    <a:pt x="1540944" y="1643440"/>
                  </a:lnTo>
                  <a:lnTo>
                    <a:pt x="1540934" y="1643429"/>
                  </a:lnTo>
                  <a:lnTo>
                    <a:pt x="1540925" y="1643421"/>
                  </a:lnTo>
                  <a:lnTo>
                    <a:pt x="1540914" y="1643411"/>
                  </a:lnTo>
                  <a:lnTo>
                    <a:pt x="1540902" y="1643398"/>
                  </a:lnTo>
                  <a:lnTo>
                    <a:pt x="1540894" y="1643387"/>
                  </a:lnTo>
                  <a:lnTo>
                    <a:pt x="1540887" y="1643369"/>
                  </a:lnTo>
                  <a:lnTo>
                    <a:pt x="1540872" y="1643345"/>
                  </a:lnTo>
                  <a:lnTo>
                    <a:pt x="1540856" y="1643316"/>
                  </a:lnTo>
                  <a:lnTo>
                    <a:pt x="1540845" y="1643285"/>
                  </a:lnTo>
                  <a:lnTo>
                    <a:pt x="1540843" y="1643262"/>
                  </a:lnTo>
                  <a:lnTo>
                    <a:pt x="1540839" y="1643231"/>
                  </a:lnTo>
                  <a:lnTo>
                    <a:pt x="1540830" y="1643229"/>
                  </a:lnTo>
                  <a:lnTo>
                    <a:pt x="1540801" y="1643232"/>
                  </a:lnTo>
                  <a:lnTo>
                    <a:pt x="1540796" y="1643230"/>
                  </a:lnTo>
                  <a:lnTo>
                    <a:pt x="1540789" y="1643229"/>
                  </a:lnTo>
                  <a:lnTo>
                    <a:pt x="1540779" y="1643228"/>
                  </a:lnTo>
                  <a:lnTo>
                    <a:pt x="1540772" y="1643228"/>
                  </a:lnTo>
                  <a:lnTo>
                    <a:pt x="1540765" y="1643230"/>
                  </a:lnTo>
                  <a:lnTo>
                    <a:pt x="1540755" y="1643231"/>
                  </a:lnTo>
                  <a:lnTo>
                    <a:pt x="1540731" y="1643232"/>
                  </a:lnTo>
                  <a:lnTo>
                    <a:pt x="1540710" y="1643234"/>
                  </a:lnTo>
                  <a:lnTo>
                    <a:pt x="1540685" y="1643236"/>
                  </a:lnTo>
                  <a:lnTo>
                    <a:pt x="1540674" y="1643239"/>
                  </a:lnTo>
                  <a:lnTo>
                    <a:pt x="1540666" y="1643247"/>
                  </a:lnTo>
                  <a:lnTo>
                    <a:pt x="1540656" y="1643257"/>
                  </a:lnTo>
                  <a:lnTo>
                    <a:pt x="1540647" y="1643265"/>
                  </a:lnTo>
                  <a:lnTo>
                    <a:pt x="1540635" y="1643278"/>
                  </a:lnTo>
                  <a:lnTo>
                    <a:pt x="1540616" y="1643297"/>
                  </a:lnTo>
                  <a:lnTo>
                    <a:pt x="1540588" y="1643324"/>
                  </a:lnTo>
                  <a:lnTo>
                    <a:pt x="1540575" y="1643335"/>
                  </a:lnTo>
                  <a:lnTo>
                    <a:pt x="1540566" y="1643340"/>
                  </a:lnTo>
                  <a:lnTo>
                    <a:pt x="1540556" y="1643344"/>
                  </a:lnTo>
                  <a:lnTo>
                    <a:pt x="1540549" y="1643344"/>
                  </a:lnTo>
                  <a:lnTo>
                    <a:pt x="1540537" y="1643342"/>
                  </a:lnTo>
                  <a:lnTo>
                    <a:pt x="1540525" y="1643341"/>
                  </a:lnTo>
                  <a:lnTo>
                    <a:pt x="1540517" y="1643341"/>
                  </a:lnTo>
                  <a:lnTo>
                    <a:pt x="1540504" y="1643343"/>
                  </a:lnTo>
                  <a:lnTo>
                    <a:pt x="1540488" y="1643348"/>
                  </a:lnTo>
                  <a:lnTo>
                    <a:pt x="1540479" y="1643350"/>
                  </a:lnTo>
                  <a:lnTo>
                    <a:pt x="1540469" y="1643350"/>
                  </a:lnTo>
                  <a:lnTo>
                    <a:pt x="1540457" y="1643344"/>
                  </a:lnTo>
                  <a:lnTo>
                    <a:pt x="1540445" y="1643336"/>
                  </a:lnTo>
                  <a:lnTo>
                    <a:pt x="1540436" y="1643330"/>
                  </a:lnTo>
                  <a:lnTo>
                    <a:pt x="1540427" y="1643320"/>
                  </a:lnTo>
                  <a:lnTo>
                    <a:pt x="1540421" y="1643310"/>
                  </a:lnTo>
                  <a:lnTo>
                    <a:pt x="1540418" y="1643302"/>
                  </a:lnTo>
                  <a:lnTo>
                    <a:pt x="1540414" y="1643290"/>
                  </a:lnTo>
                  <a:lnTo>
                    <a:pt x="1540403" y="1643282"/>
                  </a:lnTo>
                  <a:lnTo>
                    <a:pt x="1540392" y="1643275"/>
                  </a:lnTo>
                  <a:lnTo>
                    <a:pt x="1540382" y="1643267"/>
                  </a:lnTo>
                  <a:lnTo>
                    <a:pt x="1540370" y="1643256"/>
                  </a:lnTo>
                  <a:lnTo>
                    <a:pt x="1540359" y="1643244"/>
                  </a:lnTo>
                  <a:lnTo>
                    <a:pt x="1540347" y="1643231"/>
                  </a:lnTo>
                  <a:lnTo>
                    <a:pt x="1540338" y="1643223"/>
                  </a:lnTo>
                  <a:lnTo>
                    <a:pt x="1540332" y="1643225"/>
                  </a:lnTo>
                  <a:lnTo>
                    <a:pt x="1540324" y="1643229"/>
                  </a:lnTo>
                  <a:lnTo>
                    <a:pt x="1540315" y="1643233"/>
                  </a:lnTo>
                  <a:lnTo>
                    <a:pt x="1540308" y="1643238"/>
                  </a:lnTo>
                  <a:lnTo>
                    <a:pt x="1540299" y="1643245"/>
                  </a:lnTo>
                  <a:lnTo>
                    <a:pt x="1540289" y="1643255"/>
                  </a:lnTo>
                  <a:lnTo>
                    <a:pt x="1540280" y="1643267"/>
                  </a:lnTo>
                  <a:lnTo>
                    <a:pt x="1540266" y="1643279"/>
                  </a:lnTo>
                  <a:lnTo>
                    <a:pt x="1540252" y="1643289"/>
                  </a:lnTo>
                  <a:lnTo>
                    <a:pt x="1540242" y="1643294"/>
                  </a:lnTo>
                  <a:lnTo>
                    <a:pt x="1540234" y="1643300"/>
                  </a:lnTo>
                  <a:lnTo>
                    <a:pt x="1540225" y="1643303"/>
                  </a:lnTo>
                  <a:lnTo>
                    <a:pt x="1540210" y="1643309"/>
                  </a:lnTo>
                  <a:lnTo>
                    <a:pt x="1540188" y="1643319"/>
                  </a:lnTo>
                  <a:lnTo>
                    <a:pt x="1540169" y="1643328"/>
                  </a:lnTo>
                  <a:lnTo>
                    <a:pt x="1540153" y="1643333"/>
                  </a:lnTo>
                  <a:lnTo>
                    <a:pt x="1540140" y="1643335"/>
                  </a:lnTo>
                  <a:lnTo>
                    <a:pt x="1540132" y="1643335"/>
                  </a:lnTo>
                  <a:lnTo>
                    <a:pt x="1540127" y="1643334"/>
                  </a:lnTo>
                  <a:lnTo>
                    <a:pt x="1540114" y="1643330"/>
                  </a:lnTo>
                  <a:lnTo>
                    <a:pt x="1540098" y="1643323"/>
                  </a:lnTo>
                  <a:lnTo>
                    <a:pt x="1540085" y="1643315"/>
                  </a:lnTo>
                  <a:lnTo>
                    <a:pt x="1540075" y="1643309"/>
                  </a:lnTo>
                  <a:lnTo>
                    <a:pt x="1540067" y="1643305"/>
                  </a:lnTo>
                  <a:lnTo>
                    <a:pt x="1540060" y="1643304"/>
                  </a:lnTo>
                  <a:lnTo>
                    <a:pt x="1540050" y="1643305"/>
                  </a:lnTo>
                  <a:lnTo>
                    <a:pt x="1540039" y="1643309"/>
                  </a:lnTo>
                  <a:lnTo>
                    <a:pt x="1540023" y="1643317"/>
                  </a:lnTo>
                  <a:lnTo>
                    <a:pt x="1540013" y="1643322"/>
                  </a:lnTo>
                  <a:lnTo>
                    <a:pt x="1540003" y="1643327"/>
                  </a:lnTo>
                  <a:lnTo>
                    <a:pt x="1539984" y="1643336"/>
                  </a:lnTo>
                  <a:lnTo>
                    <a:pt x="1539962" y="1643346"/>
                  </a:lnTo>
                  <a:lnTo>
                    <a:pt x="1539934" y="1643359"/>
                  </a:lnTo>
                  <a:lnTo>
                    <a:pt x="1539916" y="1643369"/>
                  </a:lnTo>
                  <a:lnTo>
                    <a:pt x="1539903" y="1643375"/>
                  </a:lnTo>
                  <a:lnTo>
                    <a:pt x="1539891" y="1643381"/>
                  </a:lnTo>
                  <a:lnTo>
                    <a:pt x="1539878" y="1643389"/>
                  </a:lnTo>
                  <a:lnTo>
                    <a:pt x="1539854" y="1643407"/>
                  </a:lnTo>
                  <a:lnTo>
                    <a:pt x="1539841" y="1643391"/>
                  </a:lnTo>
                  <a:lnTo>
                    <a:pt x="1539828" y="1643375"/>
                  </a:lnTo>
                  <a:lnTo>
                    <a:pt x="1539814" y="1643356"/>
                  </a:lnTo>
                  <a:lnTo>
                    <a:pt x="1539799" y="1643339"/>
                  </a:lnTo>
                  <a:lnTo>
                    <a:pt x="1539792" y="1643333"/>
                  </a:lnTo>
                  <a:lnTo>
                    <a:pt x="1539784" y="1643328"/>
                  </a:lnTo>
                  <a:lnTo>
                    <a:pt x="1539779" y="1643327"/>
                  </a:lnTo>
                  <a:lnTo>
                    <a:pt x="1539768" y="1643327"/>
                  </a:lnTo>
                  <a:lnTo>
                    <a:pt x="1539750" y="1643329"/>
                  </a:lnTo>
                  <a:lnTo>
                    <a:pt x="1539743" y="1643330"/>
                  </a:lnTo>
                  <a:lnTo>
                    <a:pt x="1539731" y="1643332"/>
                  </a:lnTo>
                  <a:lnTo>
                    <a:pt x="1539718" y="1643331"/>
                  </a:lnTo>
                  <a:lnTo>
                    <a:pt x="1539708" y="1643329"/>
                  </a:lnTo>
                  <a:lnTo>
                    <a:pt x="1539697" y="1643323"/>
                  </a:lnTo>
                  <a:lnTo>
                    <a:pt x="1539692" y="1643320"/>
                  </a:lnTo>
                  <a:lnTo>
                    <a:pt x="1539681" y="1643314"/>
                  </a:lnTo>
                  <a:lnTo>
                    <a:pt x="1539669" y="1643309"/>
                  </a:lnTo>
                  <a:lnTo>
                    <a:pt x="1539656" y="1643304"/>
                  </a:lnTo>
                  <a:lnTo>
                    <a:pt x="1539644" y="1643297"/>
                  </a:lnTo>
                  <a:lnTo>
                    <a:pt x="1539634" y="1643289"/>
                  </a:lnTo>
                  <a:lnTo>
                    <a:pt x="1539626" y="1643282"/>
                  </a:lnTo>
                  <a:lnTo>
                    <a:pt x="1539619" y="1643278"/>
                  </a:lnTo>
                  <a:lnTo>
                    <a:pt x="1539607" y="1643275"/>
                  </a:lnTo>
                  <a:lnTo>
                    <a:pt x="1539596" y="1643275"/>
                  </a:lnTo>
                  <a:lnTo>
                    <a:pt x="1539588" y="1643275"/>
                  </a:lnTo>
                  <a:lnTo>
                    <a:pt x="1539579" y="1643277"/>
                  </a:lnTo>
                  <a:lnTo>
                    <a:pt x="1539572" y="1643280"/>
                  </a:lnTo>
                  <a:lnTo>
                    <a:pt x="1539565" y="1643284"/>
                  </a:lnTo>
                  <a:lnTo>
                    <a:pt x="1539559" y="1643290"/>
                  </a:lnTo>
                  <a:lnTo>
                    <a:pt x="1539550" y="1643300"/>
                  </a:lnTo>
                  <a:lnTo>
                    <a:pt x="1539540" y="1643312"/>
                  </a:lnTo>
                  <a:lnTo>
                    <a:pt x="1539530" y="1643322"/>
                  </a:lnTo>
                  <a:lnTo>
                    <a:pt x="1539525" y="1643325"/>
                  </a:lnTo>
                  <a:lnTo>
                    <a:pt x="1539518" y="1643328"/>
                  </a:lnTo>
                  <a:lnTo>
                    <a:pt x="1539509" y="1643332"/>
                  </a:lnTo>
                  <a:lnTo>
                    <a:pt x="1539493" y="1643336"/>
                  </a:lnTo>
                  <a:lnTo>
                    <a:pt x="1539474" y="1643338"/>
                  </a:lnTo>
                  <a:lnTo>
                    <a:pt x="1539455" y="1643338"/>
                  </a:lnTo>
                  <a:lnTo>
                    <a:pt x="1539440" y="1643335"/>
                  </a:lnTo>
                  <a:lnTo>
                    <a:pt x="1539418" y="1643330"/>
                  </a:lnTo>
                  <a:lnTo>
                    <a:pt x="1539407" y="1643326"/>
                  </a:lnTo>
                  <a:lnTo>
                    <a:pt x="1539397" y="1643321"/>
                  </a:lnTo>
                  <a:lnTo>
                    <a:pt x="1539381" y="1643312"/>
                  </a:lnTo>
                  <a:lnTo>
                    <a:pt x="1539368" y="1643304"/>
                  </a:lnTo>
                  <a:lnTo>
                    <a:pt x="1539359" y="1643300"/>
                  </a:lnTo>
                  <a:lnTo>
                    <a:pt x="1539350" y="1643299"/>
                  </a:lnTo>
                  <a:lnTo>
                    <a:pt x="1539335" y="1643299"/>
                  </a:lnTo>
                  <a:lnTo>
                    <a:pt x="1539320" y="1643299"/>
                  </a:lnTo>
                  <a:lnTo>
                    <a:pt x="1539307" y="1643299"/>
                  </a:lnTo>
                  <a:lnTo>
                    <a:pt x="1539301" y="1643300"/>
                  </a:lnTo>
                  <a:lnTo>
                    <a:pt x="1539290" y="1643302"/>
                  </a:lnTo>
                  <a:lnTo>
                    <a:pt x="1539276" y="1643305"/>
                  </a:lnTo>
                  <a:lnTo>
                    <a:pt x="1539266" y="1643306"/>
                  </a:lnTo>
                  <a:lnTo>
                    <a:pt x="1539257" y="1643307"/>
                  </a:lnTo>
                  <a:lnTo>
                    <a:pt x="1539251" y="1643308"/>
                  </a:lnTo>
                  <a:lnTo>
                    <a:pt x="1539244" y="1643308"/>
                  </a:lnTo>
                  <a:lnTo>
                    <a:pt x="1539226" y="1643309"/>
                  </a:lnTo>
                  <a:lnTo>
                    <a:pt x="1539211" y="1643308"/>
                  </a:lnTo>
                  <a:lnTo>
                    <a:pt x="1539196" y="1643307"/>
                  </a:lnTo>
                  <a:lnTo>
                    <a:pt x="1539189" y="1643307"/>
                  </a:lnTo>
                  <a:lnTo>
                    <a:pt x="1539179" y="1643306"/>
                  </a:lnTo>
                  <a:lnTo>
                    <a:pt x="1539169" y="1643305"/>
                  </a:lnTo>
                  <a:lnTo>
                    <a:pt x="1539156" y="1643305"/>
                  </a:lnTo>
                  <a:lnTo>
                    <a:pt x="1539138" y="1643307"/>
                  </a:lnTo>
                  <a:lnTo>
                    <a:pt x="1539118" y="1643310"/>
                  </a:lnTo>
                  <a:lnTo>
                    <a:pt x="1539100" y="1643314"/>
                  </a:lnTo>
                  <a:lnTo>
                    <a:pt x="1539090" y="1643317"/>
                  </a:lnTo>
                  <a:lnTo>
                    <a:pt x="1539079" y="1643322"/>
                  </a:lnTo>
                  <a:lnTo>
                    <a:pt x="1539069" y="1643326"/>
                  </a:lnTo>
                  <a:lnTo>
                    <a:pt x="1539060" y="1643331"/>
                  </a:lnTo>
                  <a:lnTo>
                    <a:pt x="1539049" y="1643338"/>
                  </a:lnTo>
                  <a:lnTo>
                    <a:pt x="1539049" y="1643416"/>
                  </a:lnTo>
                  <a:lnTo>
                    <a:pt x="1539049" y="1643496"/>
                  </a:lnTo>
                  <a:lnTo>
                    <a:pt x="1539061" y="1643510"/>
                  </a:lnTo>
                  <a:lnTo>
                    <a:pt x="1539081" y="1643537"/>
                  </a:lnTo>
                  <a:lnTo>
                    <a:pt x="1539085" y="1643551"/>
                  </a:lnTo>
                  <a:lnTo>
                    <a:pt x="1539081" y="1643576"/>
                  </a:lnTo>
                  <a:lnTo>
                    <a:pt x="1539083" y="1643589"/>
                  </a:lnTo>
                  <a:lnTo>
                    <a:pt x="1539084" y="1643604"/>
                  </a:lnTo>
                  <a:lnTo>
                    <a:pt x="1539084" y="1643633"/>
                  </a:lnTo>
                  <a:lnTo>
                    <a:pt x="1539083" y="1643654"/>
                  </a:lnTo>
                  <a:lnTo>
                    <a:pt x="1539079" y="1643667"/>
                  </a:lnTo>
                  <a:lnTo>
                    <a:pt x="1539077" y="1643678"/>
                  </a:lnTo>
                  <a:lnTo>
                    <a:pt x="1539081" y="1643695"/>
                  </a:lnTo>
                  <a:lnTo>
                    <a:pt x="1539084" y="1643714"/>
                  </a:lnTo>
                  <a:lnTo>
                    <a:pt x="1539088" y="1643731"/>
                  </a:lnTo>
                  <a:lnTo>
                    <a:pt x="1539089" y="1643740"/>
                  </a:lnTo>
                  <a:lnTo>
                    <a:pt x="1539090" y="1643754"/>
                  </a:lnTo>
                  <a:lnTo>
                    <a:pt x="1539088" y="1643773"/>
                  </a:lnTo>
                  <a:lnTo>
                    <a:pt x="1539082" y="1643793"/>
                  </a:lnTo>
                  <a:lnTo>
                    <a:pt x="1539080" y="1643812"/>
                  </a:lnTo>
                  <a:lnTo>
                    <a:pt x="1539078" y="1643826"/>
                  </a:lnTo>
                  <a:lnTo>
                    <a:pt x="1539069" y="1643837"/>
                  </a:lnTo>
                  <a:lnTo>
                    <a:pt x="1539061" y="1643852"/>
                  </a:lnTo>
                  <a:lnTo>
                    <a:pt x="1539058" y="1643865"/>
                  </a:lnTo>
                  <a:lnTo>
                    <a:pt x="1539056" y="1643888"/>
                  </a:lnTo>
                  <a:lnTo>
                    <a:pt x="1539058" y="1643918"/>
                  </a:lnTo>
                  <a:lnTo>
                    <a:pt x="1539066" y="1643928"/>
                  </a:lnTo>
                  <a:lnTo>
                    <a:pt x="1539073" y="1643934"/>
                  </a:lnTo>
                  <a:lnTo>
                    <a:pt x="1539090" y="1643944"/>
                  </a:lnTo>
                  <a:lnTo>
                    <a:pt x="1539105" y="1643949"/>
                  </a:lnTo>
                  <a:lnTo>
                    <a:pt x="1539114" y="1643950"/>
                  </a:lnTo>
                  <a:lnTo>
                    <a:pt x="1539133" y="1643953"/>
                  </a:lnTo>
                  <a:lnTo>
                    <a:pt x="1539149" y="1643953"/>
                  </a:lnTo>
                  <a:lnTo>
                    <a:pt x="1539167" y="1643957"/>
                  </a:lnTo>
                  <a:lnTo>
                    <a:pt x="1539182" y="1643968"/>
                  </a:lnTo>
                  <a:lnTo>
                    <a:pt x="1539187" y="1643982"/>
                  </a:lnTo>
                  <a:lnTo>
                    <a:pt x="1539192" y="1644002"/>
                  </a:lnTo>
                  <a:lnTo>
                    <a:pt x="1539193" y="1644019"/>
                  </a:lnTo>
                  <a:lnTo>
                    <a:pt x="1539197" y="1644039"/>
                  </a:lnTo>
                  <a:lnTo>
                    <a:pt x="1539204" y="1644050"/>
                  </a:lnTo>
                  <a:lnTo>
                    <a:pt x="1539211" y="1644064"/>
                  </a:lnTo>
                  <a:lnTo>
                    <a:pt x="1539318" y="1644165"/>
                  </a:lnTo>
                  <a:lnTo>
                    <a:pt x="1539326" y="1644258"/>
                  </a:lnTo>
                  <a:lnTo>
                    <a:pt x="1539335" y="1644285"/>
                  </a:lnTo>
                  <a:lnTo>
                    <a:pt x="1539293" y="1644397"/>
                  </a:lnTo>
                  <a:lnTo>
                    <a:pt x="1539297" y="1644456"/>
                  </a:lnTo>
                  <a:lnTo>
                    <a:pt x="1539298" y="1644496"/>
                  </a:lnTo>
                  <a:lnTo>
                    <a:pt x="1539311" y="1644507"/>
                  </a:lnTo>
                  <a:lnTo>
                    <a:pt x="1539318" y="1644511"/>
                  </a:lnTo>
                  <a:lnTo>
                    <a:pt x="1539340" y="1644518"/>
                  </a:lnTo>
                  <a:lnTo>
                    <a:pt x="1539365" y="1644529"/>
                  </a:lnTo>
                  <a:lnTo>
                    <a:pt x="1539393" y="1644552"/>
                  </a:lnTo>
                  <a:lnTo>
                    <a:pt x="1539395" y="1644572"/>
                  </a:lnTo>
                  <a:lnTo>
                    <a:pt x="1539388" y="1644606"/>
                  </a:lnTo>
                  <a:lnTo>
                    <a:pt x="1539365" y="1644645"/>
                  </a:lnTo>
                  <a:lnTo>
                    <a:pt x="1539343" y="1644724"/>
                  </a:lnTo>
                  <a:lnTo>
                    <a:pt x="1539325" y="1644755"/>
                  </a:lnTo>
                  <a:lnTo>
                    <a:pt x="1539314" y="1644767"/>
                  </a:lnTo>
                  <a:lnTo>
                    <a:pt x="1539305" y="1644777"/>
                  </a:lnTo>
                  <a:lnTo>
                    <a:pt x="1539305" y="1644788"/>
                  </a:lnTo>
                  <a:lnTo>
                    <a:pt x="1539306" y="1644817"/>
                  </a:lnTo>
                  <a:lnTo>
                    <a:pt x="1539309" y="1644840"/>
                  </a:lnTo>
                  <a:lnTo>
                    <a:pt x="1539311" y="1644848"/>
                  </a:lnTo>
                  <a:lnTo>
                    <a:pt x="1539313" y="1644856"/>
                  </a:lnTo>
                  <a:lnTo>
                    <a:pt x="1539309" y="1644862"/>
                  </a:lnTo>
                  <a:lnTo>
                    <a:pt x="1539305" y="1644867"/>
                  </a:lnTo>
                  <a:lnTo>
                    <a:pt x="1539291" y="1644893"/>
                  </a:lnTo>
                  <a:lnTo>
                    <a:pt x="1539283" y="1644919"/>
                  </a:lnTo>
                  <a:lnTo>
                    <a:pt x="1539279" y="1644931"/>
                  </a:lnTo>
                  <a:lnTo>
                    <a:pt x="1539273" y="1644943"/>
                  </a:lnTo>
                  <a:lnTo>
                    <a:pt x="1539256" y="1644983"/>
                  </a:lnTo>
                  <a:lnTo>
                    <a:pt x="1539239" y="1645200"/>
                  </a:lnTo>
                  <a:lnTo>
                    <a:pt x="1539231" y="1645303"/>
                  </a:lnTo>
                  <a:lnTo>
                    <a:pt x="1539228" y="1645315"/>
                  </a:lnTo>
                  <a:lnTo>
                    <a:pt x="1539226" y="1645323"/>
                  </a:lnTo>
                  <a:lnTo>
                    <a:pt x="1539225" y="1645331"/>
                  </a:lnTo>
                  <a:lnTo>
                    <a:pt x="1539223" y="1645345"/>
                  </a:lnTo>
                  <a:lnTo>
                    <a:pt x="1539224" y="1645367"/>
                  </a:lnTo>
                  <a:lnTo>
                    <a:pt x="1539225" y="1645381"/>
                  </a:lnTo>
                  <a:lnTo>
                    <a:pt x="1539226" y="1645392"/>
                  </a:lnTo>
                  <a:lnTo>
                    <a:pt x="1539215" y="1645408"/>
                  </a:lnTo>
                  <a:lnTo>
                    <a:pt x="1539197" y="1645424"/>
                  </a:lnTo>
                  <a:lnTo>
                    <a:pt x="1539126" y="1645518"/>
                  </a:lnTo>
                  <a:lnTo>
                    <a:pt x="1539096" y="1645559"/>
                  </a:lnTo>
                  <a:lnTo>
                    <a:pt x="1539075" y="1645585"/>
                  </a:lnTo>
                  <a:lnTo>
                    <a:pt x="1539105" y="1645668"/>
                  </a:lnTo>
                  <a:lnTo>
                    <a:pt x="1539105" y="1645730"/>
                  </a:lnTo>
                  <a:lnTo>
                    <a:pt x="1539072" y="1645801"/>
                  </a:lnTo>
                  <a:lnTo>
                    <a:pt x="1539017" y="1645842"/>
                  </a:lnTo>
                  <a:lnTo>
                    <a:pt x="1538998" y="1645858"/>
                  </a:lnTo>
                  <a:lnTo>
                    <a:pt x="1538981" y="1645870"/>
                  </a:lnTo>
                  <a:lnTo>
                    <a:pt x="1538971" y="1645876"/>
                  </a:lnTo>
                  <a:lnTo>
                    <a:pt x="1538960" y="1645882"/>
                  </a:lnTo>
                  <a:lnTo>
                    <a:pt x="1538954" y="1645891"/>
                  </a:lnTo>
                  <a:lnTo>
                    <a:pt x="1538951" y="1645908"/>
                  </a:lnTo>
                  <a:lnTo>
                    <a:pt x="1538950" y="1645923"/>
                  </a:lnTo>
                  <a:lnTo>
                    <a:pt x="1538950" y="1645937"/>
                  </a:lnTo>
                  <a:lnTo>
                    <a:pt x="1538950" y="1645956"/>
                  </a:lnTo>
                  <a:lnTo>
                    <a:pt x="1538948" y="1645968"/>
                  </a:lnTo>
                  <a:lnTo>
                    <a:pt x="1538939" y="1645996"/>
                  </a:lnTo>
                  <a:lnTo>
                    <a:pt x="1538936" y="1646005"/>
                  </a:lnTo>
                  <a:lnTo>
                    <a:pt x="1538927" y="1646026"/>
                  </a:lnTo>
                  <a:lnTo>
                    <a:pt x="1538925" y="1646033"/>
                  </a:lnTo>
                  <a:lnTo>
                    <a:pt x="1538915" y="1646050"/>
                  </a:lnTo>
                  <a:lnTo>
                    <a:pt x="1538905" y="1646077"/>
                  </a:lnTo>
                  <a:lnTo>
                    <a:pt x="1538898" y="1646082"/>
                  </a:lnTo>
                  <a:lnTo>
                    <a:pt x="1538874" y="1646069"/>
                  </a:lnTo>
                  <a:lnTo>
                    <a:pt x="1538866" y="1646068"/>
                  </a:lnTo>
                  <a:lnTo>
                    <a:pt x="1538851" y="1646059"/>
                  </a:lnTo>
                  <a:lnTo>
                    <a:pt x="1538830" y="1646050"/>
                  </a:lnTo>
                  <a:lnTo>
                    <a:pt x="1538818" y="1646042"/>
                  </a:lnTo>
                  <a:lnTo>
                    <a:pt x="1538808" y="1646029"/>
                  </a:lnTo>
                  <a:lnTo>
                    <a:pt x="1538793" y="1646018"/>
                  </a:lnTo>
                  <a:lnTo>
                    <a:pt x="1538780" y="1646008"/>
                  </a:lnTo>
                  <a:lnTo>
                    <a:pt x="1538769" y="1646005"/>
                  </a:lnTo>
                  <a:lnTo>
                    <a:pt x="1538761" y="1646006"/>
                  </a:lnTo>
                  <a:lnTo>
                    <a:pt x="1538746" y="1646010"/>
                  </a:lnTo>
                  <a:lnTo>
                    <a:pt x="1538737" y="1646018"/>
                  </a:lnTo>
                  <a:lnTo>
                    <a:pt x="1538736" y="1646043"/>
                  </a:lnTo>
                  <a:lnTo>
                    <a:pt x="1538736" y="1646052"/>
                  </a:lnTo>
                  <a:lnTo>
                    <a:pt x="1538734" y="1646066"/>
                  </a:lnTo>
                  <a:lnTo>
                    <a:pt x="1538733" y="1646078"/>
                  </a:lnTo>
                  <a:lnTo>
                    <a:pt x="1538730" y="1646091"/>
                  </a:lnTo>
                  <a:lnTo>
                    <a:pt x="1538729" y="1646100"/>
                  </a:lnTo>
                  <a:lnTo>
                    <a:pt x="1538728" y="1646119"/>
                  </a:lnTo>
                  <a:lnTo>
                    <a:pt x="1538728" y="1646126"/>
                  </a:lnTo>
                  <a:lnTo>
                    <a:pt x="1538719" y="1646130"/>
                  </a:lnTo>
                  <a:lnTo>
                    <a:pt x="1538695" y="1646135"/>
                  </a:lnTo>
                  <a:lnTo>
                    <a:pt x="1538688" y="1646135"/>
                  </a:lnTo>
                  <a:lnTo>
                    <a:pt x="1538657" y="1646122"/>
                  </a:lnTo>
                  <a:lnTo>
                    <a:pt x="1538645" y="1646117"/>
                  </a:lnTo>
                  <a:lnTo>
                    <a:pt x="1538601" y="1646112"/>
                  </a:lnTo>
                  <a:lnTo>
                    <a:pt x="1538593" y="1646113"/>
                  </a:lnTo>
                  <a:lnTo>
                    <a:pt x="1538588" y="1646113"/>
                  </a:lnTo>
                  <a:lnTo>
                    <a:pt x="1538583" y="1646113"/>
                  </a:lnTo>
                  <a:lnTo>
                    <a:pt x="1538572" y="1646112"/>
                  </a:lnTo>
                  <a:lnTo>
                    <a:pt x="1538547" y="1646104"/>
                  </a:lnTo>
                  <a:lnTo>
                    <a:pt x="1538523" y="1646098"/>
                  </a:lnTo>
                  <a:lnTo>
                    <a:pt x="1538509" y="1646096"/>
                  </a:lnTo>
                  <a:lnTo>
                    <a:pt x="1538485" y="1646093"/>
                  </a:lnTo>
                  <a:lnTo>
                    <a:pt x="1538478" y="1646092"/>
                  </a:lnTo>
                  <a:lnTo>
                    <a:pt x="1538449" y="1646089"/>
                  </a:lnTo>
                  <a:lnTo>
                    <a:pt x="1538443" y="1646084"/>
                  </a:lnTo>
                  <a:lnTo>
                    <a:pt x="1538434" y="1646076"/>
                  </a:lnTo>
                  <a:lnTo>
                    <a:pt x="1538430" y="1646071"/>
                  </a:lnTo>
                  <a:lnTo>
                    <a:pt x="1538419" y="1646051"/>
                  </a:lnTo>
                  <a:lnTo>
                    <a:pt x="1538404" y="1646025"/>
                  </a:lnTo>
                  <a:lnTo>
                    <a:pt x="1538379" y="1645996"/>
                  </a:lnTo>
                  <a:lnTo>
                    <a:pt x="1538350" y="1646000"/>
                  </a:lnTo>
                  <a:lnTo>
                    <a:pt x="1538337" y="1646003"/>
                  </a:lnTo>
                  <a:lnTo>
                    <a:pt x="1538312" y="1645991"/>
                  </a:lnTo>
                  <a:lnTo>
                    <a:pt x="1538299" y="1645990"/>
                  </a:lnTo>
                  <a:lnTo>
                    <a:pt x="1538294" y="1645992"/>
                  </a:lnTo>
                  <a:lnTo>
                    <a:pt x="1538286" y="1645995"/>
                  </a:lnTo>
                  <a:lnTo>
                    <a:pt x="1538272" y="1645999"/>
                  </a:lnTo>
                  <a:lnTo>
                    <a:pt x="1538261" y="1646000"/>
                  </a:lnTo>
                  <a:lnTo>
                    <a:pt x="1538256" y="1645995"/>
                  </a:lnTo>
                  <a:lnTo>
                    <a:pt x="1538253" y="1645987"/>
                  </a:lnTo>
                  <a:lnTo>
                    <a:pt x="1538252" y="1645977"/>
                  </a:lnTo>
                  <a:lnTo>
                    <a:pt x="1538251" y="1645966"/>
                  </a:lnTo>
                  <a:lnTo>
                    <a:pt x="1538251" y="1645957"/>
                  </a:lnTo>
                  <a:lnTo>
                    <a:pt x="1538250" y="1645952"/>
                  </a:lnTo>
                  <a:lnTo>
                    <a:pt x="1538242" y="1645947"/>
                  </a:lnTo>
                  <a:lnTo>
                    <a:pt x="1538232" y="1645942"/>
                  </a:lnTo>
                  <a:lnTo>
                    <a:pt x="1538223" y="1645927"/>
                  </a:lnTo>
                  <a:lnTo>
                    <a:pt x="1538219" y="1645919"/>
                  </a:lnTo>
                  <a:lnTo>
                    <a:pt x="1538216" y="1645914"/>
                  </a:lnTo>
                  <a:lnTo>
                    <a:pt x="1538211" y="1645906"/>
                  </a:lnTo>
                  <a:lnTo>
                    <a:pt x="1538193" y="1645875"/>
                  </a:lnTo>
                  <a:lnTo>
                    <a:pt x="1538167" y="1645837"/>
                  </a:lnTo>
                  <a:lnTo>
                    <a:pt x="1538141" y="1645795"/>
                  </a:lnTo>
                  <a:lnTo>
                    <a:pt x="1538117" y="1645783"/>
                  </a:lnTo>
                  <a:lnTo>
                    <a:pt x="1538108" y="1645778"/>
                  </a:lnTo>
                  <a:lnTo>
                    <a:pt x="1538090" y="1645763"/>
                  </a:lnTo>
                  <a:lnTo>
                    <a:pt x="1538059" y="1645736"/>
                  </a:lnTo>
                  <a:lnTo>
                    <a:pt x="1538003" y="1645730"/>
                  </a:lnTo>
                  <a:lnTo>
                    <a:pt x="1537984" y="1645729"/>
                  </a:lnTo>
                  <a:lnTo>
                    <a:pt x="1537967" y="1645729"/>
                  </a:lnTo>
                  <a:lnTo>
                    <a:pt x="1537944" y="1645730"/>
                  </a:lnTo>
                  <a:lnTo>
                    <a:pt x="1537928" y="1645731"/>
                  </a:lnTo>
                  <a:lnTo>
                    <a:pt x="1537912" y="1645726"/>
                  </a:lnTo>
                  <a:lnTo>
                    <a:pt x="1537900" y="1645723"/>
                  </a:lnTo>
                  <a:lnTo>
                    <a:pt x="1537862" y="1645712"/>
                  </a:lnTo>
                  <a:lnTo>
                    <a:pt x="1537835" y="1645690"/>
                  </a:lnTo>
                  <a:lnTo>
                    <a:pt x="1537812" y="1645676"/>
                  </a:lnTo>
                  <a:lnTo>
                    <a:pt x="1537793" y="1645661"/>
                  </a:lnTo>
                  <a:lnTo>
                    <a:pt x="1537781" y="1645652"/>
                  </a:lnTo>
                  <a:lnTo>
                    <a:pt x="1537763" y="1645651"/>
                  </a:lnTo>
                  <a:lnTo>
                    <a:pt x="1537747" y="1645651"/>
                  </a:lnTo>
                  <a:lnTo>
                    <a:pt x="1537734" y="1645651"/>
                  </a:lnTo>
                  <a:lnTo>
                    <a:pt x="1537696" y="1645649"/>
                  </a:lnTo>
                  <a:lnTo>
                    <a:pt x="1537666" y="1645647"/>
                  </a:lnTo>
                  <a:lnTo>
                    <a:pt x="1537653" y="1645649"/>
                  </a:lnTo>
                  <a:lnTo>
                    <a:pt x="1537637" y="1645652"/>
                  </a:lnTo>
                  <a:lnTo>
                    <a:pt x="1537599" y="1645652"/>
                  </a:lnTo>
                  <a:lnTo>
                    <a:pt x="1537548" y="1645645"/>
                  </a:lnTo>
                  <a:lnTo>
                    <a:pt x="1537516" y="1645636"/>
                  </a:lnTo>
                  <a:lnTo>
                    <a:pt x="1537492" y="1645626"/>
                  </a:lnTo>
                  <a:lnTo>
                    <a:pt x="1537442" y="1645602"/>
                  </a:lnTo>
                  <a:lnTo>
                    <a:pt x="1537428" y="1645596"/>
                  </a:lnTo>
                  <a:lnTo>
                    <a:pt x="1537314" y="1645580"/>
                  </a:lnTo>
                  <a:lnTo>
                    <a:pt x="1537241" y="1645562"/>
                  </a:lnTo>
                  <a:lnTo>
                    <a:pt x="1537230" y="1645560"/>
                  </a:lnTo>
                  <a:lnTo>
                    <a:pt x="1537167" y="1645561"/>
                  </a:lnTo>
                  <a:lnTo>
                    <a:pt x="1537144" y="1645566"/>
                  </a:lnTo>
                  <a:lnTo>
                    <a:pt x="1537114" y="1645565"/>
                  </a:lnTo>
                  <a:lnTo>
                    <a:pt x="1537093" y="1645574"/>
                  </a:lnTo>
                  <a:lnTo>
                    <a:pt x="1537074" y="1645573"/>
                  </a:lnTo>
                  <a:lnTo>
                    <a:pt x="1537057" y="1645572"/>
                  </a:lnTo>
                  <a:lnTo>
                    <a:pt x="1537048" y="1645568"/>
                  </a:lnTo>
                  <a:lnTo>
                    <a:pt x="1537019" y="1645556"/>
                  </a:lnTo>
                  <a:lnTo>
                    <a:pt x="1536963" y="1645532"/>
                  </a:lnTo>
                  <a:lnTo>
                    <a:pt x="1536951" y="1645527"/>
                  </a:lnTo>
                  <a:lnTo>
                    <a:pt x="1536943" y="1645539"/>
                  </a:lnTo>
                  <a:lnTo>
                    <a:pt x="1536937" y="1645548"/>
                  </a:lnTo>
                  <a:lnTo>
                    <a:pt x="1536921" y="1645573"/>
                  </a:lnTo>
                  <a:lnTo>
                    <a:pt x="1536902" y="1645631"/>
                  </a:lnTo>
                  <a:lnTo>
                    <a:pt x="1536891" y="1645668"/>
                  </a:lnTo>
                  <a:lnTo>
                    <a:pt x="1536888" y="1645698"/>
                  </a:lnTo>
                  <a:lnTo>
                    <a:pt x="1536898" y="1645723"/>
                  </a:lnTo>
                  <a:lnTo>
                    <a:pt x="1536907" y="1645741"/>
                  </a:lnTo>
                  <a:lnTo>
                    <a:pt x="1536908" y="1645768"/>
                  </a:lnTo>
                  <a:lnTo>
                    <a:pt x="1536909" y="1645812"/>
                  </a:lnTo>
                  <a:lnTo>
                    <a:pt x="1536909" y="1645822"/>
                  </a:lnTo>
                  <a:lnTo>
                    <a:pt x="1536901" y="1645853"/>
                  </a:lnTo>
                  <a:lnTo>
                    <a:pt x="1536891" y="1645888"/>
                  </a:lnTo>
                  <a:lnTo>
                    <a:pt x="1536880" y="1645932"/>
                  </a:lnTo>
                  <a:lnTo>
                    <a:pt x="1536874" y="1645997"/>
                  </a:lnTo>
                  <a:lnTo>
                    <a:pt x="1536879" y="1646056"/>
                  </a:lnTo>
                  <a:lnTo>
                    <a:pt x="1536883" y="1646066"/>
                  </a:lnTo>
                  <a:lnTo>
                    <a:pt x="1536892" y="1646094"/>
                  </a:lnTo>
                  <a:lnTo>
                    <a:pt x="1536898" y="1646112"/>
                  </a:lnTo>
                  <a:lnTo>
                    <a:pt x="1536892" y="1646119"/>
                  </a:lnTo>
                  <a:lnTo>
                    <a:pt x="1536875" y="1646129"/>
                  </a:lnTo>
                  <a:lnTo>
                    <a:pt x="1536857" y="1646139"/>
                  </a:lnTo>
                  <a:lnTo>
                    <a:pt x="1536843" y="1646133"/>
                  </a:lnTo>
                  <a:lnTo>
                    <a:pt x="1536828" y="1646127"/>
                  </a:lnTo>
                  <a:lnTo>
                    <a:pt x="1536801" y="1646121"/>
                  </a:lnTo>
                  <a:lnTo>
                    <a:pt x="1536779" y="1646122"/>
                  </a:lnTo>
                  <a:lnTo>
                    <a:pt x="1536748" y="1646126"/>
                  </a:lnTo>
                  <a:lnTo>
                    <a:pt x="1536720" y="1646134"/>
                  </a:lnTo>
                  <a:lnTo>
                    <a:pt x="1536696" y="1646143"/>
                  </a:lnTo>
                  <a:lnTo>
                    <a:pt x="1536680" y="1646149"/>
                  </a:lnTo>
                  <a:lnTo>
                    <a:pt x="1536668" y="1646152"/>
                  </a:lnTo>
                  <a:lnTo>
                    <a:pt x="1536654" y="1646151"/>
                  </a:lnTo>
                  <a:lnTo>
                    <a:pt x="1536647" y="1646150"/>
                  </a:lnTo>
                  <a:lnTo>
                    <a:pt x="1536633" y="1646144"/>
                  </a:lnTo>
                  <a:lnTo>
                    <a:pt x="1536624" y="1646141"/>
                  </a:lnTo>
                  <a:lnTo>
                    <a:pt x="1536603" y="1646138"/>
                  </a:lnTo>
                  <a:lnTo>
                    <a:pt x="1536574" y="1646139"/>
                  </a:lnTo>
                  <a:lnTo>
                    <a:pt x="1536569" y="1646144"/>
                  </a:lnTo>
                  <a:lnTo>
                    <a:pt x="1536564" y="1646149"/>
                  </a:lnTo>
                  <a:lnTo>
                    <a:pt x="1536541" y="1646172"/>
                  </a:lnTo>
                  <a:lnTo>
                    <a:pt x="1536491" y="1646221"/>
                  </a:lnTo>
                  <a:lnTo>
                    <a:pt x="1536481" y="1646231"/>
                  </a:lnTo>
                  <a:lnTo>
                    <a:pt x="1536467" y="1646228"/>
                  </a:lnTo>
                  <a:lnTo>
                    <a:pt x="1536454" y="1646224"/>
                  </a:lnTo>
                  <a:lnTo>
                    <a:pt x="1536437" y="1646220"/>
                  </a:lnTo>
                  <a:lnTo>
                    <a:pt x="1536424" y="1646217"/>
                  </a:lnTo>
                  <a:lnTo>
                    <a:pt x="1536415" y="1646211"/>
                  </a:lnTo>
                  <a:lnTo>
                    <a:pt x="1536404" y="1646201"/>
                  </a:lnTo>
                  <a:lnTo>
                    <a:pt x="1536397" y="1646191"/>
                  </a:lnTo>
                  <a:lnTo>
                    <a:pt x="1536383" y="1646172"/>
                  </a:lnTo>
                  <a:lnTo>
                    <a:pt x="1536378" y="1646166"/>
                  </a:lnTo>
                  <a:lnTo>
                    <a:pt x="1536374" y="1646161"/>
                  </a:lnTo>
                  <a:lnTo>
                    <a:pt x="1536368" y="1646165"/>
                  </a:lnTo>
                  <a:lnTo>
                    <a:pt x="1536359" y="1646170"/>
                  </a:lnTo>
                  <a:lnTo>
                    <a:pt x="1536350" y="1646174"/>
                  </a:lnTo>
                  <a:lnTo>
                    <a:pt x="1536334" y="1646182"/>
                  </a:lnTo>
                  <a:lnTo>
                    <a:pt x="1536286" y="1646209"/>
                  </a:lnTo>
                  <a:lnTo>
                    <a:pt x="1536249" y="1646209"/>
                  </a:lnTo>
                  <a:lnTo>
                    <a:pt x="1536213" y="1646216"/>
                  </a:lnTo>
                  <a:lnTo>
                    <a:pt x="1536202" y="1646213"/>
                  </a:lnTo>
                  <a:lnTo>
                    <a:pt x="1536193" y="1646210"/>
                  </a:lnTo>
                  <a:lnTo>
                    <a:pt x="1536171" y="1646212"/>
                  </a:lnTo>
                  <a:lnTo>
                    <a:pt x="1536149" y="1646218"/>
                  </a:lnTo>
                  <a:lnTo>
                    <a:pt x="1536133" y="1646220"/>
                  </a:lnTo>
                  <a:lnTo>
                    <a:pt x="1536108" y="1646218"/>
                  </a:lnTo>
                  <a:lnTo>
                    <a:pt x="1536094" y="1646207"/>
                  </a:lnTo>
                  <a:lnTo>
                    <a:pt x="1536085" y="1646188"/>
                  </a:lnTo>
                  <a:lnTo>
                    <a:pt x="1536077" y="1646175"/>
                  </a:lnTo>
                  <a:lnTo>
                    <a:pt x="1536071" y="1646166"/>
                  </a:lnTo>
                  <a:lnTo>
                    <a:pt x="1536054" y="1646146"/>
                  </a:lnTo>
                  <a:lnTo>
                    <a:pt x="1536034" y="1646126"/>
                  </a:lnTo>
                  <a:lnTo>
                    <a:pt x="1536020" y="1646126"/>
                  </a:lnTo>
                  <a:lnTo>
                    <a:pt x="1535975" y="1646127"/>
                  </a:lnTo>
                  <a:lnTo>
                    <a:pt x="1535962" y="1646127"/>
                  </a:lnTo>
                  <a:lnTo>
                    <a:pt x="1535939" y="1646106"/>
                  </a:lnTo>
                  <a:lnTo>
                    <a:pt x="1535921" y="1646093"/>
                  </a:lnTo>
                  <a:lnTo>
                    <a:pt x="1535908" y="1646083"/>
                  </a:lnTo>
                  <a:lnTo>
                    <a:pt x="1535893" y="1646076"/>
                  </a:lnTo>
                  <a:lnTo>
                    <a:pt x="1535877" y="1646079"/>
                  </a:lnTo>
                  <a:lnTo>
                    <a:pt x="1535846" y="1646093"/>
                  </a:lnTo>
                  <a:lnTo>
                    <a:pt x="1535834" y="1646102"/>
                  </a:lnTo>
                  <a:lnTo>
                    <a:pt x="1535825" y="1646108"/>
                  </a:lnTo>
                  <a:lnTo>
                    <a:pt x="1535820" y="1646111"/>
                  </a:lnTo>
                  <a:lnTo>
                    <a:pt x="1535810" y="1646119"/>
                  </a:lnTo>
                  <a:lnTo>
                    <a:pt x="1535805" y="1646124"/>
                  </a:lnTo>
                  <a:lnTo>
                    <a:pt x="1535798" y="1646129"/>
                  </a:lnTo>
                  <a:lnTo>
                    <a:pt x="1535792" y="1646134"/>
                  </a:lnTo>
                  <a:lnTo>
                    <a:pt x="1535793" y="1646127"/>
                  </a:lnTo>
                  <a:lnTo>
                    <a:pt x="1535795" y="1646120"/>
                  </a:lnTo>
                  <a:lnTo>
                    <a:pt x="1535701" y="1646023"/>
                  </a:lnTo>
                  <a:lnTo>
                    <a:pt x="1535673" y="1645993"/>
                  </a:lnTo>
                  <a:lnTo>
                    <a:pt x="1535647" y="1645967"/>
                  </a:lnTo>
                  <a:lnTo>
                    <a:pt x="1535623" y="1645934"/>
                  </a:lnTo>
                  <a:lnTo>
                    <a:pt x="1535606" y="1645910"/>
                  </a:lnTo>
                  <a:lnTo>
                    <a:pt x="1535555" y="1645888"/>
                  </a:lnTo>
                  <a:lnTo>
                    <a:pt x="1535496" y="1645865"/>
                  </a:lnTo>
                  <a:lnTo>
                    <a:pt x="1535483" y="1645860"/>
                  </a:lnTo>
                  <a:lnTo>
                    <a:pt x="1535475" y="1645857"/>
                  </a:lnTo>
                  <a:lnTo>
                    <a:pt x="1535457" y="1645853"/>
                  </a:lnTo>
                  <a:lnTo>
                    <a:pt x="1535408" y="1645839"/>
                  </a:lnTo>
                  <a:lnTo>
                    <a:pt x="1535381" y="1645831"/>
                  </a:lnTo>
                  <a:lnTo>
                    <a:pt x="1535366" y="1645818"/>
                  </a:lnTo>
                  <a:lnTo>
                    <a:pt x="1535359" y="1645811"/>
                  </a:lnTo>
                  <a:lnTo>
                    <a:pt x="1535353" y="1645803"/>
                  </a:lnTo>
                  <a:lnTo>
                    <a:pt x="1535335" y="1645776"/>
                  </a:lnTo>
                  <a:lnTo>
                    <a:pt x="1535327" y="1645765"/>
                  </a:lnTo>
                  <a:lnTo>
                    <a:pt x="1535319" y="1645770"/>
                  </a:lnTo>
                  <a:lnTo>
                    <a:pt x="1535315" y="1645772"/>
                  </a:lnTo>
                  <a:lnTo>
                    <a:pt x="1535276" y="1645797"/>
                  </a:lnTo>
                  <a:lnTo>
                    <a:pt x="1535267" y="1645802"/>
                  </a:lnTo>
                  <a:lnTo>
                    <a:pt x="1535246" y="1645813"/>
                  </a:lnTo>
                  <a:lnTo>
                    <a:pt x="1535215" y="1645833"/>
                  </a:lnTo>
                  <a:lnTo>
                    <a:pt x="1535172" y="1645840"/>
                  </a:lnTo>
                  <a:lnTo>
                    <a:pt x="1535167" y="1645841"/>
                  </a:lnTo>
                  <a:lnTo>
                    <a:pt x="1535152" y="1645859"/>
                  </a:lnTo>
                  <a:lnTo>
                    <a:pt x="1535147" y="1645862"/>
                  </a:lnTo>
                  <a:lnTo>
                    <a:pt x="1535126" y="1645878"/>
                  </a:lnTo>
                  <a:lnTo>
                    <a:pt x="1535106" y="1645890"/>
                  </a:lnTo>
                  <a:lnTo>
                    <a:pt x="1535093" y="1645897"/>
                  </a:lnTo>
                  <a:lnTo>
                    <a:pt x="1535026" y="1645924"/>
                  </a:lnTo>
                  <a:lnTo>
                    <a:pt x="1534995" y="1645936"/>
                  </a:lnTo>
                  <a:lnTo>
                    <a:pt x="1534956" y="1645968"/>
                  </a:lnTo>
                  <a:lnTo>
                    <a:pt x="1534928" y="1645984"/>
                  </a:lnTo>
                  <a:lnTo>
                    <a:pt x="1534913" y="1645994"/>
                  </a:lnTo>
                  <a:lnTo>
                    <a:pt x="1534903" y="1646001"/>
                  </a:lnTo>
                  <a:lnTo>
                    <a:pt x="1534891" y="1646010"/>
                  </a:lnTo>
                  <a:lnTo>
                    <a:pt x="1534868" y="1646030"/>
                  </a:lnTo>
                  <a:lnTo>
                    <a:pt x="1534844" y="1646052"/>
                  </a:lnTo>
                  <a:lnTo>
                    <a:pt x="1534833" y="1646056"/>
                  </a:lnTo>
                  <a:lnTo>
                    <a:pt x="1534814" y="1646061"/>
                  </a:lnTo>
                  <a:lnTo>
                    <a:pt x="1534796" y="1646062"/>
                  </a:lnTo>
                  <a:lnTo>
                    <a:pt x="1534789" y="1646064"/>
                  </a:lnTo>
                  <a:lnTo>
                    <a:pt x="1534784" y="1646069"/>
                  </a:lnTo>
                  <a:lnTo>
                    <a:pt x="1534775" y="1646079"/>
                  </a:lnTo>
                  <a:lnTo>
                    <a:pt x="1534749" y="1646116"/>
                  </a:lnTo>
                  <a:lnTo>
                    <a:pt x="1534738" y="1646130"/>
                  </a:lnTo>
                  <a:lnTo>
                    <a:pt x="1534732" y="1646135"/>
                  </a:lnTo>
                  <a:lnTo>
                    <a:pt x="1534727" y="1646141"/>
                  </a:lnTo>
                  <a:lnTo>
                    <a:pt x="1534719" y="1646149"/>
                  </a:lnTo>
                  <a:lnTo>
                    <a:pt x="1534715" y="1646156"/>
                  </a:lnTo>
                  <a:lnTo>
                    <a:pt x="1534710" y="1646160"/>
                  </a:lnTo>
                  <a:lnTo>
                    <a:pt x="1534704" y="1646161"/>
                  </a:lnTo>
                  <a:lnTo>
                    <a:pt x="1534695" y="1646159"/>
                  </a:lnTo>
                  <a:lnTo>
                    <a:pt x="1534681" y="1646156"/>
                  </a:lnTo>
                  <a:lnTo>
                    <a:pt x="1534662" y="1646162"/>
                  </a:lnTo>
                  <a:lnTo>
                    <a:pt x="1534648" y="1646158"/>
                  </a:lnTo>
                  <a:lnTo>
                    <a:pt x="1534634" y="1646152"/>
                  </a:lnTo>
                  <a:lnTo>
                    <a:pt x="1534611" y="1646141"/>
                  </a:lnTo>
                  <a:lnTo>
                    <a:pt x="1534603" y="1646139"/>
                  </a:lnTo>
                  <a:lnTo>
                    <a:pt x="1534596" y="1646136"/>
                  </a:lnTo>
                  <a:lnTo>
                    <a:pt x="1534580" y="1646137"/>
                  </a:lnTo>
                  <a:lnTo>
                    <a:pt x="1534541" y="1646139"/>
                  </a:lnTo>
                  <a:lnTo>
                    <a:pt x="1534530" y="1646140"/>
                  </a:lnTo>
                  <a:lnTo>
                    <a:pt x="1534521" y="1646141"/>
                  </a:lnTo>
                  <a:lnTo>
                    <a:pt x="1534511" y="1646141"/>
                  </a:lnTo>
                  <a:lnTo>
                    <a:pt x="1534495" y="1646135"/>
                  </a:lnTo>
                  <a:lnTo>
                    <a:pt x="1534480" y="1646128"/>
                  </a:lnTo>
                  <a:lnTo>
                    <a:pt x="1534465" y="1646120"/>
                  </a:lnTo>
                  <a:lnTo>
                    <a:pt x="1534451" y="1646115"/>
                  </a:lnTo>
                  <a:lnTo>
                    <a:pt x="1534433" y="1646103"/>
                  </a:lnTo>
                  <a:lnTo>
                    <a:pt x="1534414" y="1646092"/>
                  </a:lnTo>
                  <a:lnTo>
                    <a:pt x="1534405" y="1646086"/>
                  </a:lnTo>
                  <a:lnTo>
                    <a:pt x="1534396" y="1646083"/>
                  </a:lnTo>
                  <a:lnTo>
                    <a:pt x="1534391" y="1646082"/>
                  </a:lnTo>
                  <a:lnTo>
                    <a:pt x="1534380" y="1646081"/>
                  </a:lnTo>
                  <a:lnTo>
                    <a:pt x="1534373" y="1646083"/>
                  </a:lnTo>
                  <a:lnTo>
                    <a:pt x="1534360" y="1646086"/>
                  </a:lnTo>
                  <a:lnTo>
                    <a:pt x="1534349" y="1646097"/>
                  </a:lnTo>
                  <a:lnTo>
                    <a:pt x="1534340" y="1646107"/>
                  </a:lnTo>
                  <a:lnTo>
                    <a:pt x="1534330" y="1646117"/>
                  </a:lnTo>
                  <a:lnTo>
                    <a:pt x="1534316" y="1646121"/>
                  </a:lnTo>
                  <a:lnTo>
                    <a:pt x="1534261" y="1646138"/>
                  </a:lnTo>
                  <a:lnTo>
                    <a:pt x="1534190" y="1646159"/>
                  </a:lnTo>
                  <a:lnTo>
                    <a:pt x="1534181" y="1646162"/>
                  </a:lnTo>
                  <a:lnTo>
                    <a:pt x="1534154" y="1646177"/>
                  </a:lnTo>
                  <a:lnTo>
                    <a:pt x="1534101" y="1646206"/>
                  </a:lnTo>
                  <a:lnTo>
                    <a:pt x="1534089" y="1646213"/>
                  </a:lnTo>
                  <a:lnTo>
                    <a:pt x="1534018" y="1646195"/>
                  </a:lnTo>
                  <a:lnTo>
                    <a:pt x="1534004" y="1646191"/>
                  </a:lnTo>
                  <a:lnTo>
                    <a:pt x="1533891" y="1646157"/>
                  </a:lnTo>
                  <a:lnTo>
                    <a:pt x="1533881" y="1646164"/>
                  </a:lnTo>
                  <a:lnTo>
                    <a:pt x="1533874" y="1646167"/>
                  </a:lnTo>
                  <a:lnTo>
                    <a:pt x="1533867" y="1646170"/>
                  </a:lnTo>
                  <a:lnTo>
                    <a:pt x="1533857" y="1646171"/>
                  </a:lnTo>
                  <a:lnTo>
                    <a:pt x="1533845" y="1646173"/>
                  </a:lnTo>
                  <a:lnTo>
                    <a:pt x="1533831" y="1646177"/>
                  </a:lnTo>
                  <a:lnTo>
                    <a:pt x="1533821" y="1646179"/>
                  </a:lnTo>
                  <a:lnTo>
                    <a:pt x="1533811" y="1646182"/>
                  </a:lnTo>
                  <a:lnTo>
                    <a:pt x="1533797" y="1646185"/>
                  </a:lnTo>
                  <a:lnTo>
                    <a:pt x="1533787" y="1646187"/>
                  </a:lnTo>
                  <a:lnTo>
                    <a:pt x="1533775" y="1646190"/>
                  </a:lnTo>
                  <a:lnTo>
                    <a:pt x="1533768" y="1646192"/>
                  </a:lnTo>
                  <a:lnTo>
                    <a:pt x="1533764" y="1646195"/>
                  </a:lnTo>
                  <a:lnTo>
                    <a:pt x="1533759" y="1646200"/>
                  </a:lnTo>
                  <a:lnTo>
                    <a:pt x="1533752" y="1646210"/>
                  </a:lnTo>
                  <a:lnTo>
                    <a:pt x="1533748" y="1646216"/>
                  </a:lnTo>
                  <a:lnTo>
                    <a:pt x="1533744" y="1646225"/>
                  </a:lnTo>
                  <a:lnTo>
                    <a:pt x="1533743" y="1646235"/>
                  </a:lnTo>
                  <a:lnTo>
                    <a:pt x="1533744" y="1646249"/>
                  </a:lnTo>
                  <a:lnTo>
                    <a:pt x="1533740" y="1646253"/>
                  </a:lnTo>
                  <a:lnTo>
                    <a:pt x="1533732" y="1646261"/>
                  </a:lnTo>
                  <a:lnTo>
                    <a:pt x="1533724" y="1646271"/>
                  </a:lnTo>
                  <a:lnTo>
                    <a:pt x="1533716" y="1646278"/>
                  </a:lnTo>
                  <a:lnTo>
                    <a:pt x="1533706" y="1646286"/>
                  </a:lnTo>
                  <a:lnTo>
                    <a:pt x="1533702" y="1646291"/>
                  </a:lnTo>
                  <a:lnTo>
                    <a:pt x="1533696" y="1646298"/>
                  </a:lnTo>
                  <a:lnTo>
                    <a:pt x="1533692" y="1646304"/>
                  </a:lnTo>
                  <a:lnTo>
                    <a:pt x="1533689" y="1646309"/>
                  </a:lnTo>
                  <a:lnTo>
                    <a:pt x="1533681" y="1646326"/>
                  </a:lnTo>
                  <a:lnTo>
                    <a:pt x="1533675" y="1646338"/>
                  </a:lnTo>
                  <a:lnTo>
                    <a:pt x="1533666" y="1646360"/>
                  </a:lnTo>
                  <a:lnTo>
                    <a:pt x="1533665" y="1646373"/>
                  </a:lnTo>
                  <a:lnTo>
                    <a:pt x="1533669" y="1646383"/>
                  </a:lnTo>
                  <a:lnTo>
                    <a:pt x="1533674" y="1646391"/>
                  </a:lnTo>
                  <a:lnTo>
                    <a:pt x="1533672" y="1646405"/>
                  </a:lnTo>
                  <a:lnTo>
                    <a:pt x="1533667" y="1646422"/>
                  </a:lnTo>
                  <a:lnTo>
                    <a:pt x="1533647" y="1646457"/>
                  </a:lnTo>
                  <a:lnTo>
                    <a:pt x="1533645" y="1646468"/>
                  </a:lnTo>
                  <a:lnTo>
                    <a:pt x="1533645" y="1646477"/>
                  </a:lnTo>
                  <a:lnTo>
                    <a:pt x="1533660" y="1646500"/>
                  </a:lnTo>
                  <a:lnTo>
                    <a:pt x="1533665" y="1646508"/>
                  </a:lnTo>
                  <a:lnTo>
                    <a:pt x="1533671" y="1646533"/>
                  </a:lnTo>
                  <a:lnTo>
                    <a:pt x="1533675" y="1646548"/>
                  </a:lnTo>
                  <a:lnTo>
                    <a:pt x="1533678" y="1646557"/>
                  </a:lnTo>
                  <a:lnTo>
                    <a:pt x="1533629" y="1646568"/>
                  </a:lnTo>
                  <a:lnTo>
                    <a:pt x="1533615" y="1646571"/>
                  </a:lnTo>
                  <a:lnTo>
                    <a:pt x="1533592" y="1646590"/>
                  </a:lnTo>
                  <a:lnTo>
                    <a:pt x="1533586" y="1646605"/>
                  </a:lnTo>
                  <a:lnTo>
                    <a:pt x="1533585" y="1646684"/>
                  </a:lnTo>
                  <a:lnTo>
                    <a:pt x="1533580" y="1646698"/>
                  </a:lnTo>
                  <a:lnTo>
                    <a:pt x="1533574" y="1646727"/>
                  </a:lnTo>
                  <a:lnTo>
                    <a:pt x="1533562" y="1646739"/>
                  </a:lnTo>
                  <a:lnTo>
                    <a:pt x="1533551" y="1646751"/>
                  </a:lnTo>
                  <a:lnTo>
                    <a:pt x="1533539" y="1646758"/>
                  </a:lnTo>
                  <a:lnTo>
                    <a:pt x="1533449" y="1646811"/>
                  </a:lnTo>
                  <a:lnTo>
                    <a:pt x="1533445" y="1646815"/>
                  </a:lnTo>
                  <a:lnTo>
                    <a:pt x="1533445" y="1646821"/>
                  </a:lnTo>
                  <a:lnTo>
                    <a:pt x="1533451" y="1646840"/>
                  </a:lnTo>
                  <a:lnTo>
                    <a:pt x="1533455" y="1646856"/>
                  </a:lnTo>
                  <a:lnTo>
                    <a:pt x="1533463" y="1646892"/>
                  </a:lnTo>
                  <a:lnTo>
                    <a:pt x="1533470" y="1646912"/>
                  </a:lnTo>
                  <a:lnTo>
                    <a:pt x="1533482" y="1646930"/>
                  </a:lnTo>
                  <a:lnTo>
                    <a:pt x="1533505" y="1646943"/>
                  </a:lnTo>
                  <a:lnTo>
                    <a:pt x="1533543" y="1646967"/>
                  </a:lnTo>
                  <a:lnTo>
                    <a:pt x="1533576" y="1646998"/>
                  </a:lnTo>
                  <a:lnTo>
                    <a:pt x="1533579" y="1647027"/>
                  </a:lnTo>
                  <a:lnTo>
                    <a:pt x="1533580" y="1647043"/>
                  </a:lnTo>
                  <a:lnTo>
                    <a:pt x="1533573" y="1647059"/>
                  </a:lnTo>
                  <a:lnTo>
                    <a:pt x="1533568" y="1647081"/>
                  </a:lnTo>
                  <a:lnTo>
                    <a:pt x="1533574" y="1647087"/>
                  </a:lnTo>
                  <a:lnTo>
                    <a:pt x="1533580" y="1647091"/>
                  </a:lnTo>
                  <a:lnTo>
                    <a:pt x="1533593" y="1647098"/>
                  </a:lnTo>
                  <a:lnTo>
                    <a:pt x="1533614" y="1647108"/>
                  </a:lnTo>
                  <a:lnTo>
                    <a:pt x="1533630" y="1647116"/>
                  </a:lnTo>
                  <a:lnTo>
                    <a:pt x="1533642" y="1647127"/>
                  </a:lnTo>
                  <a:lnTo>
                    <a:pt x="1533650" y="1647146"/>
                  </a:lnTo>
                  <a:lnTo>
                    <a:pt x="1533653" y="1647153"/>
                  </a:lnTo>
                  <a:lnTo>
                    <a:pt x="1533655" y="1647165"/>
                  </a:lnTo>
                  <a:lnTo>
                    <a:pt x="1533657" y="1647183"/>
                  </a:lnTo>
                  <a:lnTo>
                    <a:pt x="1533656" y="1647200"/>
                  </a:lnTo>
                  <a:lnTo>
                    <a:pt x="1533656" y="1647209"/>
                  </a:lnTo>
                  <a:lnTo>
                    <a:pt x="1533653" y="1647220"/>
                  </a:lnTo>
                  <a:lnTo>
                    <a:pt x="1533649" y="1647226"/>
                  </a:lnTo>
                  <a:lnTo>
                    <a:pt x="1533641" y="1647229"/>
                  </a:lnTo>
                  <a:lnTo>
                    <a:pt x="1533633" y="1647235"/>
                  </a:lnTo>
                  <a:lnTo>
                    <a:pt x="1533618" y="1647246"/>
                  </a:lnTo>
                  <a:lnTo>
                    <a:pt x="1533611" y="1647253"/>
                  </a:lnTo>
                  <a:lnTo>
                    <a:pt x="1533605" y="1647258"/>
                  </a:lnTo>
                  <a:lnTo>
                    <a:pt x="1533584" y="1647268"/>
                  </a:lnTo>
                  <a:lnTo>
                    <a:pt x="1533569" y="1647282"/>
                  </a:lnTo>
                  <a:lnTo>
                    <a:pt x="1533562" y="1647292"/>
                  </a:lnTo>
                  <a:lnTo>
                    <a:pt x="1533502" y="1647288"/>
                  </a:lnTo>
                  <a:lnTo>
                    <a:pt x="1533488" y="1647288"/>
                  </a:lnTo>
                  <a:lnTo>
                    <a:pt x="1533332" y="1647285"/>
                  </a:lnTo>
                  <a:lnTo>
                    <a:pt x="1533318" y="1647285"/>
                  </a:lnTo>
                  <a:lnTo>
                    <a:pt x="1533309" y="1647295"/>
                  </a:lnTo>
                  <a:lnTo>
                    <a:pt x="1533277" y="1647333"/>
                  </a:lnTo>
                  <a:lnTo>
                    <a:pt x="1533274" y="1647339"/>
                  </a:lnTo>
                  <a:lnTo>
                    <a:pt x="1533269" y="1647353"/>
                  </a:lnTo>
                  <a:lnTo>
                    <a:pt x="1533267" y="1647360"/>
                  </a:lnTo>
                  <a:lnTo>
                    <a:pt x="1533263" y="1647374"/>
                  </a:lnTo>
                  <a:lnTo>
                    <a:pt x="1533251" y="1647379"/>
                  </a:lnTo>
                  <a:lnTo>
                    <a:pt x="1533245" y="1647381"/>
                  </a:lnTo>
                  <a:lnTo>
                    <a:pt x="1533215" y="1647388"/>
                  </a:lnTo>
                  <a:lnTo>
                    <a:pt x="1533208" y="1647386"/>
                  </a:lnTo>
                  <a:lnTo>
                    <a:pt x="1533186" y="1647366"/>
                  </a:lnTo>
                  <a:lnTo>
                    <a:pt x="1533180" y="1647362"/>
                  </a:lnTo>
                  <a:lnTo>
                    <a:pt x="1533155" y="1647346"/>
                  </a:lnTo>
                  <a:lnTo>
                    <a:pt x="1533145" y="1647338"/>
                  </a:lnTo>
                  <a:lnTo>
                    <a:pt x="1533086" y="1647295"/>
                  </a:lnTo>
                  <a:lnTo>
                    <a:pt x="1533008" y="1647238"/>
                  </a:lnTo>
                  <a:lnTo>
                    <a:pt x="1532996" y="1647229"/>
                  </a:lnTo>
                  <a:lnTo>
                    <a:pt x="1532898" y="1647098"/>
                  </a:lnTo>
                  <a:lnTo>
                    <a:pt x="1532889" y="1647085"/>
                  </a:lnTo>
                  <a:lnTo>
                    <a:pt x="1532873" y="1647035"/>
                  </a:lnTo>
                  <a:lnTo>
                    <a:pt x="1532861" y="1647006"/>
                  </a:lnTo>
                  <a:lnTo>
                    <a:pt x="1532839" y="1646978"/>
                  </a:lnTo>
                  <a:lnTo>
                    <a:pt x="1532819" y="1646958"/>
                  </a:lnTo>
                  <a:lnTo>
                    <a:pt x="1532820" y="1646947"/>
                  </a:lnTo>
                  <a:lnTo>
                    <a:pt x="1532820" y="1646936"/>
                  </a:lnTo>
                  <a:lnTo>
                    <a:pt x="1532822" y="1646930"/>
                  </a:lnTo>
                  <a:lnTo>
                    <a:pt x="1532825" y="1646917"/>
                  </a:lnTo>
                  <a:lnTo>
                    <a:pt x="1532839" y="1646891"/>
                  </a:lnTo>
                  <a:lnTo>
                    <a:pt x="1532833" y="1646871"/>
                  </a:lnTo>
                  <a:lnTo>
                    <a:pt x="1532825" y="1646858"/>
                  </a:lnTo>
                  <a:lnTo>
                    <a:pt x="1532818" y="1646830"/>
                  </a:lnTo>
                  <a:lnTo>
                    <a:pt x="1532820" y="1646810"/>
                  </a:lnTo>
                  <a:lnTo>
                    <a:pt x="1532823" y="1646793"/>
                  </a:lnTo>
                  <a:lnTo>
                    <a:pt x="1532830" y="1646781"/>
                  </a:lnTo>
                  <a:lnTo>
                    <a:pt x="1532833" y="1646775"/>
                  </a:lnTo>
                  <a:lnTo>
                    <a:pt x="1532837" y="1646766"/>
                  </a:lnTo>
                  <a:lnTo>
                    <a:pt x="1532852" y="1646757"/>
                  </a:lnTo>
                  <a:lnTo>
                    <a:pt x="1532865" y="1646741"/>
                  </a:lnTo>
                  <a:lnTo>
                    <a:pt x="1532877" y="1646728"/>
                  </a:lnTo>
                  <a:lnTo>
                    <a:pt x="1532899" y="1646711"/>
                  </a:lnTo>
                  <a:lnTo>
                    <a:pt x="1532898" y="1646691"/>
                  </a:lnTo>
                  <a:lnTo>
                    <a:pt x="1532896" y="1646668"/>
                  </a:lnTo>
                  <a:lnTo>
                    <a:pt x="1532894" y="1646640"/>
                  </a:lnTo>
                  <a:lnTo>
                    <a:pt x="1532904" y="1646627"/>
                  </a:lnTo>
                  <a:lnTo>
                    <a:pt x="1532909" y="1646618"/>
                  </a:lnTo>
                  <a:lnTo>
                    <a:pt x="1532914" y="1646610"/>
                  </a:lnTo>
                  <a:lnTo>
                    <a:pt x="1532916" y="1646605"/>
                  </a:lnTo>
                  <a:lnTo>
                    <a:pt x="1532924" y="1646590"/>
                  </a:lnTo>
                  <a:lnTo>
                    <a:pt x="1532930" y="1646568"/>
                  </a:lnTo>
                  <a:lnTo>
                    <a:pt x="1532939" y="1646548"/>
                  </a:lnTo>
                  <a:lnTo>
                    <a:pt x="1532942" y="1646523"/>
                  </a:lnTo>
                  <a:lnTo>
                    <a:pt x="1532940" y="1646493"/>
                  </a:lnTo>
                  <a:lnTo>
                    <a:pt x="1532933" y="1646485"/>
                  </a:lnTo>
                  <a:lnTo>
                    <a:pt x="1532895" y="1646456"/>
                  </a:lnTo>
                  <a:lnTo>
                    <a:pt x="1532883" y="1646450"/>
                  </a:lnTo>
                  <a:lnTo>
                    <a:pt x="1532845" y="1646431"/>
                  </a:lnTo>
                  <a:lnTo>
                    <a:pt x="1532841" y="1646413"/>
                  </a:lnTo>
                  <a:lnTo>
                    <a:pt x="1532837" y="1646405"/>
                  </a:lnTo>
                  <a:lnTo>
                    <a:pt x="1532833" y="1646397"/>
                  </a:lnTo>
                  <a:lnTo>
                    <a:pt x="1532826" y="1646376"/>
                  </a:lnTo>
                  <a:lnTo>
                    <a:pt x="1532804" y="1646347"/>
                  </a:lnTo>
                  <a:lnTo>
                    <a:pt x="1532795" y="1646327"/>
                  </a:lnTo>
                  <a:lnTo>
                    <a:pt x="1532782" y="1646310"/>
                  </a:lnTo>
                  <a:lnTo>
                    <a:pt x="1532762" y="1646293"/>
                  </a:lnTo>
                  <a:lnTo>
                    <a:pt x="1532747" y="1646275"/>
                  </a:lnTo>
                  <a:lnTo>
                    <a:pt x="1532728" y="1646262"/>
                  </a:lnTo>
                  <a:lnTo>
                    <a:pt x="1532715" y="1646249"/>
                  </a:lnTo>
                  <a:lnTo>
                    <a:pt x="1532711" y="1646229"/>
                  </a:lnTo>
                  <a:lnTo>
                    <a:pt x="1532705" y="1646213"/>
                  </a:lnTo>
                  <a:lnTo>
                    <a:pt x="1532698" y="1646197"/>
                  </a:lnTo>
                  <a:lnTo>
                    <a:pt x="1532688" y="1646184"/>
                  </a:lnTo>
                  <a:lnTo>
                    <a:pt x="1532676" y="1646175"/>
                  </a:lnTo>
                  <a:lnTo>
                    <a:pt x="1532601" y="1646114"/>
                  </a:lnTo>
                  <a:lnTo>
                    <a:pt x="1532587" y="1646112"/>
                  </a:lnTo>
                  <a:lnTo>
                    <a:pt x="1532460" y="1646099"/>
                  </a:lnTo>
                  <a:lnTo>
                    <a:pt x="1532422" y="1646096"/>
                  </a:lnTo>
                  <a:lnTo>
                    <a:pt x="1532411" y="1646091"/>
                  </a:lnTo>
                  <a:lnTo>
                    <a:pt x="1532391" y="1646079"/>
                  </a:lnTo>
                  <a:lnTo>
                    <a:pt x="1532375" y="1646075"/>
                  </a:lnTo>
                  <a:lnTo>
                    <a:pt x="1532347" y="1646071"/>
                  </a:lnTo>
                  <a:lnTo>
                    <a:pt x="1532312" y="1646058"/>
                  </a:lnTo>
                  <a:lnTo>
                    <a:pt x="1532295" y="1646052"/>
                  </a:lnTo>
                  <a:lnTo>
                    <a:pt x="1532289" y="1646047"/>
                  </a:lnTo>
                  <a:lnTo>
                    <a:pt x="1532273" y="1646037"/>
                  </a:lnTo>
                  <a:lnTo>
                    <a:pt x="1532256" y="1646016"/>
                  </a:lnTo>
                  <a:lnTo>
                    <a:pt x="1532240" y="1646005"/>
                  </a:lnTo>
                  <a:lnTo>
                    <a:pt x="1532214" y="1645986"/>
                  </a:lnTo>
                  <a:lnTo>
                    <a:pt x="1532188" y="1645967"/>
                  </a:lnTo>
                  <a:lnTo>
                    <a:pt x="1532180" y="1645961"/>
                  </a:lnTo>
                  <a:lnTo>
                    <a:pt x="1532172" y="1645960"/>
                  </a:lnTo>
                  <a:lnTo>
                    <a:pt x="1532162" y="1645959"/>
                  </a:lnTo>
                  <a:lnTo>
                    <a:pt x="1532148" y="1645956"/>
                  </a:lnTo>
                  <a:lnTo>
                    <a:pt x="1532102" y="1645933"/>
                  </a:lnTo>
                  <a:lnTo>
                    <a:pt x="1532092" y="1645922"/>
                  </a:lnTo>
                  <a:lnTo>
                    <a:pt x="1532057" y="1645881"/>
                  </a:lnTo>
                  <a:lnTo>
                    <a:pt x="1532053" y="1645874"/>
                  </a:lnTo>
                  <a:lnTo>
                    <a:pt x="1532055" y="1645868"/>
                  </a:lnTo>
                  <a:lnTo>
                    <a:pt x="1532057" y="1645861"/>
                  </a:lnTo>
                  <a:lnTo>
                    <a:pt x="1532061" y="1645844"/>
                  </a:lnTo>
                  <a:lnTo>
                    <a:pt x="1532061" y="1645828"/>
                  </a:lnTo>
                  <a:lnTo>
                    <a:pt x="1532062" y="1645815"/>
                  </a:lnTo>
                  <a:lnTo>
                    <a:pt x="1532063" y="1645791"/>
                  </a:lnTo>
                  <a:lnTo>
                    <a:pt x="1532062" y="1645784"/>
                  </a:lnTo>
                  <a:lnTo>
                    <a:pt x="1532060" y="1645778"/>
                  </a:lnTo>
                  <a:lnTo>
                    <a:pt x="1532047" y="1645762"/>
                  </a:lnTo>
                  <a:lnTo>
                    <a:pt x="1532029" y="1645734"/>
                  </a:lnTo>
                  <a:lnTo>
                    <a:pt x="1532028" y="1645709"/>
                  </a:lnTo>
                  <a:lnTo>
                    <a:pt x="1532029" y="1645684"/>
                  </a:lnTo>
                  <a:lnTo>
                    <a:pt x="1532033" y="1645674"/>
                  </a:lnTo>
                  <a:lnTo>
                    <a:pt x="1532044" y="1645663"/>
                  </a:lnTo>
                  <a:lnTo>
                    <a:pt x="1532050" y="1645660"/>
                  </a:lnTo>
                  <a:lnTo>
                    <a:pt x="1532058" y="1645656"/>
                  </a:lnTo>
                  <a:lnTo>
                    <a:pt x="1532071" y="1645650"/>
                  </a:lnTo>
                  <a:lnTo>
                    <a:pt x="1532082" y="1645643"/>
                  </a:lnTo>
                  <a:lnTo>
                    <a:pt x="1532099" y="1645635"/>
                  </a:lnTo>
                  <a:lnTo>
                    <a:pt x="1532110" y="1645631"/>
                  </a:lnTo>
                  <a:lnTo>
                    <a:pt x="1532117" y="1645628"/>
                  </a:lnTo>
                  <a:lnTo>
                    <a:pt x="1532115" y="1645621"/>
                  </a:lnTo>
                  <a:lnTo>
                    <a:pt x="1532101" y="1645579"/>
                  </a:lnTo>
                  <a:lnTo>
                    <a:pt x="1532097" y="1645572"/>
                  </a:lnTo>
                  <a:lnTo>
                    <a:pt x="1532082" y="1645546"/>
                  </a:lnTo>
                  <a:lnTo>
                    <a:pt x="1532078" y="1645538"/>
                  </a:lnTo>
                  <a:lnTo>
                    <a:pt x="1532074" y="1645528"/>
                  </a:lnTo>
                  <a:lnTo>
                    <a:pt x="1532064" y="1645519"/>
                  </a:lnTo>
                  <a:lnTo>
                    <a:pt x="1532053" y="1645505"/>
                  </a:lnTo>
                  <a:lnTo>
                    <a:pt x="1532039" y="1645487"/>
                  </a:lnTo>
                  <a:lnTo>
                    <a:pt x="1532030" y="1645475"/>
                  </a:lnTo>
                  <a:lnTo>
                    <a:pt x="1532016" y="1645458"/>
                  </a:lnTo>
                  <a:lnTo>
                    <a:pt x="1531985" y="1645421"/>
                  </a:lnTo>
                  <a:lnTo>
                    <a:pt x="1531947" y="1645385"/>
                  </a:lnTo>
                  <a:lnTo>
                    <a:pt x="1531906" y="1645342"/>
                  </a:lnTo>
                  <a:lnTo>
                    <a:pt x="1531879" y="1645319"/>
                  </a:lnTo>
                  <a:lnTo>
                    <a:pt x="1531874" y="1645314"/>
                  </a:lnTo>
                  <a:lnTo>
                    <a:pt x="1531865" y="1645311"/>
                  </a:lnTo>
                  <a:lnTo>
                    <a:pt x="1531856" y="1645309"/>
                  </a:lnTo>
                  <a:lnTo>
                    <a:pt x="1531839" y="1645308"/>
                  </a:lnTo>
                  <a:lnTo>
                    <a:pt x="1531812" y="1645306"/>
                  </a:lnTo>
                  <a:lnTo>
                    <a:pt x="1531804" y="1645302"/>
                  </a:lnTo>
                  <a:lnTo>
                    <a:pt x="1531791" y="1645290"/>
                  </a:lnTo>
                  <a:lnTo>
                    <a:pt x="1531785" y="1645282"/>
                  </a:lnTo>
                  <a:lnTo>
                    <a:pt x="1531774" y="1645266"/>
                  </a:lnTo>
                  <a:lnTo>
                    <a:pt x="1531769" y="1645260"/>
                  </a:lnTo>
                  <a:lnTo>
                    <a:pt x="1531755" y="1645253"/>
                  </a:lnTo>
                  <a:lnTo>
                    <a:pt x="1531739" y="1645245"/>
                  </a:lnTo>
                  <a:lnTo>
                    <a:pt x="1531711" y="1645227"/>
                  </a:lnTo>
                  <a:lnTo>
                    <a:pt x="1531704" y="1645221"/>
                  </a:lnTo>
                  <a:lnTo>
                    <a:pt x="1531696" y="1645209"/>
                  </a:lnTo>
                  <a:lnTo>
                    <a:pt x="1531694" y="1645202"/>
                  </a:lnTo>
                  <a:lnTo>
                    <a:pt x="1531693" y="1645188"/>
                  </a:lnTo>
                  <a:lnTo>
                    <a:pt x="1531692" y="1645171"/>
                  </a:lnTo>
                  <a:lnTo>
                    <a:pt x="1531690" y="1645148"/>
                  </a:lnTo>
                  <a:lnTo>
                    <a:pt x="1531697" y="1645130"/>
                  </a:lnTo>
                  <a:lnTo>
                    <a:pt x="1531699" y="1645118"/>
                  </a:lnTo>
                  <a:lnTo>
                    <a:pt x="1531702" y="1645105"/>
                  </a:lnTo>
                  <a:lnTo>
                    <a:pt x="1531703" y="1645099"/>
                  </a:lnTo>
                  <a:lnTo>
                    <a:pt x="1531705" y="1645094"/>
                  </a:lnTo>
                  <a:lnTo>
                    <a:pt x="1531705" y="1645048"/>
                  </a:lnTo>
                  <a:lnTo>
                    <a:pt x="1531709" y="1645027"/>
                  </a:lnTo>
                  <a:lnTo>
                    <a:pt x="1531717" y="1645017"/>
                  </a:lnTo>
                  <a:lnTo>
                    <a:pt x="1531721" y="1645011"/>
                  </a:lnTo>
                  <a:lnTo>
                    <a:pt x="1531726" y="1645007"/>
                  </a:lnTo>
                  <a:lnTo>
                    <a:pt x="1531732" y="1645002"/>
                  </a:lnTo>
                  <a:lnTo>
                    <a:pt x="1531738" y="1644999"/>
                  </a:lnTo>
                  <a:lnTo>
                    <a:pt x="1531746" y="1644999"/>
                  </a:lnTo>
                  <a:lnTo>
                    <a:pt x="1531753" y="1645000"/>
                  </a:lnTo>
                  <a:lnTo>
                    <a:pt x="1531769" y="1645008"/>
                  </a:lnTo>
                  <a:lnTo>
                    <a:pt x="1531784" y="1645015"/>
                  </a:lnTo>
                  <a:lnTo>
                    <a:pt x="1531818" y="1645029"/>
                  </a:lnTo>
                  <a:lnTo>
                    <a:pt x="1531842" y="1645036"/>
                  </a:lnTo>
                  <a:lnTo>
                    <a:pt x="1531854" y="1645038"/>
                  </a:lnTo>
                  <a:lnTo>
                    <a:pt x="1531865" y="1645040"/>
                  </a:lnTo>
                  <a:lnTo>
                    <a:pt x="1531884" y="1645043"/>
                  </a:lnTo>
                  <a:lnTo>
                    <a:pt x="1531896" y="1645045"/>
                  </a:lnTo>
                  <a:lnTo>
                    <a:pt x="1531913" y="1645050"/>
                  </a:lnTo>
                  <a:lnTo>
                    <a:pt x="1531919" y="1645053"/>
                  </a:lnTo>
                  <a:lnTo>
                    <a:pt x="1531929" y="1645061"/>
                  </a:lnTo>
                  <a:lnTo>
                    <a:pt x="1531935" y="1645063"/>
                  </a:lnTo>
                  <a:lnTo>
                    <a:pt x="1531941" y="1645064"/>
                  </a:lnTo>
                  <a:lnTo>
                    <a:pt x="1531945" y="1645058"/>
                  </a:lnTo>
                  <a:lnTo>
                    <a:pt x="1531948" y="1645044"/>
                  </a:lnTo>
                  <a:lnTo>
                    <a:pt x="1531951" y="1645025"/>
                  </a:lnTo>
                  <a:lnTo>
                    <a:pt x="1531952" y="1645010"/>
                  </a:lnTo>
                  <a:lnTo>
                    <a:pt x="1531951" y="1644981"/>
                  </a:lnTo>
                  <a:lnTo>
                    <a:pt x="1531947" y="1644959"/>
                  </a:lnTo>
                  <a:lnTo>
                    <a:pt x="1531942" y="1644944"/>
                  </a:lnTo>
                  <a:lnTo>
                    <a:pt x="1531927" y="1644917"/>
                  </a:lnTo>
                  <a:lnTo>
                    <a:pt x="1531922" y="1644906"/>
                  </a:lnTo>
                  <a:lnTo>
                    <a:pt x="1531920" y="1644899"/>
                  </a:lnTo>
                  <a:lnTo>
                    <a:pt x="1531922" y="1644889"/>
                  </a:lnTo>
                  <a:lnTo>
                    <a:pt x="1531928" y="1644865"/>
                  </a:lnTo>
                  <a:lnTo>
                    <a:pt x="1531930" y="1644842"/>
                  </a:lnTo>
                  <a:lnTo>
                    <a:pt x="1531932" y="1644827"/>
                  </a:lnTo>
                  <a:lnTo>
                    <a:pt x="1531936" y="1644807"/>
                  </a:lnTo>
                  <a:lnTo>
                    <a:pt x="1531947" y="1644800"/>
                  </a:lnTo>
                  <a:lnTo>
                    <a:pt x="1531973" y="1644790"/>
                  </a:lnTo>
                  <a:lnTo>
                    <a:pt x="1531997" y="1644784"/>
                  </a:lnTo>
                  <a:lnTo>
                    <a:pt x="1532028" y="1644778"/>
                  </a:lnTo>
                  <a:lnTo>
                    <a:pt x="1532058" y="1644775"/>
                  </a:lnTo>
                  <a:lnTo>
                    <a:pt x="1532063" y="1644773"/>
                  </a:lnTo>
                  <a:lnTo>
                    <a:pt x="1532071" y="1644759"/>
                  </a:lnTo>
                  <a:lnTo>
                    <a:pt x="1532075" y="1644752"/>
                  </a:lnTo>
                  <a:lnTo>
                    <a:pt x="1532082" y="1644736"/>
                  </a:lnTo>
                  <a:lnTo>
                    <a:pt x="1532087" y="1644721"/>
                  </a:lnTo>
                  <a:lnTo>
                    <a:pt x="1532096" y="1644711"/>
                  </a:lnTo>
                  <a:lnTo>
                    <a:pt x="1532116" y="1644693"/>
                  </a:lnTo>
                  <a:lnTo>
                    <a:pt x="1532142" y="1644667"/>
                  </a:lnTo>
                  <a:lnTo>
                    <a:pt x="1532153" y="1644654"/>
                  </a:lnTo>
                  <a:lnTo>
                    <a:pt x="1532157" y="1644645"/>
                  </a:lnTo>
                  <a:lnTo>
                    <a:pt x="1532158" y="1644635"/>
                  </a:lnTo>
                  <a:lnTo>
                    <a:pt x="1532156" y="1644619"/>
                  </a:lnTo>
                  <a:lnTo>
                    <a:pt x="1532151" y="1644598"/>
                  </a:lnTo>
                  <a:lnTo>
                    <a:pt x="1532147" y="1644583"/>
                  </a:lnTo>
                  <a:lnTo>
                    <a:pt x="1532145" y="1644577"/>
                  </a:lnTo>
                  <a:lnTo>
                    <a:pt x="1532144" y="1644568"/>
                  </a:lnTo>
                  <a:lnTo>
                    <a:pt x="1532140" y="1644547"/>
                  </a:lnTo>
                  <a:lnTo>
                    <a:pt x="1532136" y="1644528"/>
                  </a:lnTo>
                  <a:lnTo>
                    <a:pt x="1532124" y="1644519"/>
                  </a:lnTo>
                  <a:lnTo>
                    <a:pt x="1532104" y="1644504"/>
                  </a:lnTo>
                  <a:lnTo>
                    <a:pt x="1532082" y="1644483"/>
                  </a:lnTo>
                  <a:lnTo>
                    <a:pt x="1532071" y="1644474"/>
                  </a:lnTo>
                  <a:lnTo>
                    <a:pt x="1532062" y="1644462"/>
                  </a:lnTo>
                  <a:lnTo>
                    <a:pt x="1532029" y="1644421"/>
                  </a:lnTo>
                  <a:lnTo>
                    <a:pt x="1532008" y="1644400"/>
                  </a:lnTo>
                  <a:lnTo>
                    <a:pt x="1531995" y="1644387"/>
                  </a:lnTo>
                  <a:lnTo>
                    <a:pt x="1531977" y="1644377"/>
                  </a:lnTo>
                  <a:lnTo>
                    <a:pt x="1531929" y="1644394"/>
                  </a:lnTo>
                  <a:lnTo>
                    <a:pt x="1531921" y="1644397"/>
                  </a:lnTo>
                  <a:lnTo>
                    <a:pt x="1531915" y="1644399"/>
                  </a:lnTo>
                  <a:lnTo>
                    <a:pt x="1531909" y="1644402"/>
                  </a:lnTo>
                  <a:lnTo>
                    <a:pt x="1531902" y="1644405"/>
                  </a:lnTo>
                  <a:lnTo>
                    <a:pt x="1531886" y="1644419"/>
                  </a:lnTo>
                  <a:lnTo>
                    <a:pt x="1531875" y="1644438"/>
                  </a:lnTo>
                  <a:lnTo>
                    <a:pt x="1531845" y="1644460"/>
                  </a:lnTo>
                  <a:lnTo>
                    <a:pt x="1531817" y="1644465"/>
                  </a:lnTo>
                  <a:lnTo>
                    <a:pt x="1531788" y="1644476"/>
                  </a:lnTo>
                  <a:lnTo>
                    <a:pt x="1531777" y="1644484"/>
                  </a:lnTo>
                  <a:lnTo>
                    <a:pt x="1531766" y="1644482"/>
                  </a:lnTo>
                  <a:lnTo>
                    <a:pt x="1531745" y="1644484"/>
                  </a:lnTo>
                  <a:lnTo>
                    <a:pt x="1531729" y="1644487"/>
                  </a:lnTo>
                  <a:lnTo>
                    <a:pt x="1531719" y="1644492"/>
                  </a:lnTo>
                  <a:lnTo>
                    <a:pt x="1531707" y="1644499"/>
                  </a:lnTo>
                  <a:lnTo>
                    <a:pt x="1531685" y="1644513"/>
                  </a:lnTo>
                  <a:lnTo>
                    <a:pt x="1531665" y="1644538"/>
                  </a:lnTo>
                  <a:lnTo>
                    <a:pt x="1531660" y="1644546"/>
                  </a:lnTo>
                  <a:lnTo>
                    <a:pt x="1531656" y="1644553"/>
                  </a:lnTo>
                  <a:lnTo>
                    <a:pt x="1531652" y="1644561"/>
                  </a:lnTo>
                  <a:lnTo>
                    <a:pt x="1531644" y="1644560"/>
                  </a:lnTo>
                  <a:lnTo>
                    <a:pt x="1531634" y="1644555"/>
                  </a:lnTo>
                  <a:lnTo>
                    <a:pt x="1531620" y="1644545"/>
                  </a:lnTo>
                  <a:lnTo>
                    <a:pt x="1531609" y="1644538"/>
                  </a:lnTo>
                  <a:lnTo>
                    <a:pt x="1531571" y="1644515"/>
                  </a:lnTo>
                  <a:lnTo>
                    <a:pt x="1531556" y="1644511"/>
                  </a:lnTo>
                  <a:lnTo>
                    <a:pt x="1531545" y="1644516"/>
                  </a:lnTo>
                  <a:lnTo>
                    <a:pt x="1531540" y="1644522"/>
                  </a:lnTo>
                  <a:lnTo>
                    <a:pt x="1531534" y="1644529"/>
                  </a:lnTo>
                  <a:lnTo>
                    <a:pt x="1531531" y="1644533"/>
                  </a:lnTo>
                  <a:lnTo>
                    <a:pt x="1531522" y="1644546"/>
                  </a:lnTo>
                  <a:lnTo>
                    <a:pt x="1531516" y="1644555"/>
                  </a:lnTo>
                  <a:lnTo>
                    <a:pt x="1531502" y="1644567"/>
                  </a:lnTo>
                  <a:lnTo>
                    <a:pt x="1531495" y="1644572"/>
                  </a:lnTo>
                  <a:lnTo>
                    <a:pt x="1531480" y="1644571"/>
                  </a:lnTo>
                  <a:lnTo>
                    <a:pt x="1531462" y="1644569"/>
                  </a:lnTo>
                  <a:lnTo>
                    <a:pt x="1531449" y="1644556"/>
                  </a:lnTo>
                  <a:lnTo>
                    <a:pt x="1531439" y="1644544"/>
                  </a:lnTo>
                  <a:lnTo>
                    <a:pt x="1531412" y="1644522"/>
                  </a:lnTo>
                  <a:lnTo>
                    <a:pt x="1531387" y="1644504"/>
                  </a:lnTo>
                  <a:lnTo>
                    <a:pt x="1531348" y="1644482"/>
                  </a:lnTo>
                  <a:lnTo>
                    <a:pt x="1531341" y="1644473"/>
                  </a:lnTo>
                  <a:lnTo>
                    <a:pt x="1531343" y="1644465"/>
                  </a:lnTo>
                  <a:lnTo>
                    <a:pt x="1531347" y="1644458"/>
                  </a:lnTo>
                  <a:lnTo>
                    <a:pt x="1531357" y="1644446"/>
                  </a:lnTo>
                  <a:lnTo>
                    <a:pt x="1531357" y="1644430"/>
                  </a:lnTo>
                  <a:lnTo>
                    <a:pt x="1531358" y="1644417"/>
                  </a:lnTo>
                  <a:lnTo>
                    <a:pt x="1531356" y="1644404"/>
                  </a:lnTo>
                  <a:lnTo>
                    <a:pt x="1531354" y="1644398"/>
                  </a:lnTo>
                  <a:lnTo>
                    <a:pt x="1531348" y="1644391"/>
                  </a:lnTo>
                  <a:lnTo>
                    <a:pt x="1531341" y="1644379"/>
                  </a:lnTo>
                  <a:lnTo>
                    <a:pt x="1531332" y="1644361"/>
                  </a:lnTo>
                  <a:lnTo>
                    <a:pt x="1531362" y="1644347"/>
                  </a:lnTo>
                  <a:lnTo>
                    <a:pt x="1531382" y="1644341"/>
                  </a:lnTo>
                  <a:lnTo>
                    <a:pt x="1531388" y="1644336"/>
                  </a:lnTo>
                  <a:lnTo>
                    <a:pt x="1531393" y="1644330"/>
                  </a:lnTo>
                  <a:lnTo>
                    <a:pt x="1531398" y="1644325"/>
                  </a:lnTo>
                  <a:lnTo>
                    <a:pt x="1531408" y="1644321"/>
                  </a:lnTo>
                  <a:lnTo>
                    <a:pt x="1531417" y="1644318"/>
                  </a:lnTo>
                  <a:lnTo>
                    <a:pt x="1531427" y="1644317"/>
                  </a:lnTo>
                  <a:lnTo>
                    <a:pt x="1531447" y="1644316"/>
                  </a:lnTo>
                  <a:lnTo>
                    <a:pt x="1531458" y="1644314"/>
                  </a:lnTo>
                  <a:lnTo>
                    <a:pt x="1531469" y="1644310"/>
                  </a:lnTo>
                  <a:lnTo>
                    <a:pt x="1531476" y="1644307"/>
                  </a:lnTo>
                  <a:lnTo>
                    <a:pt x="1531491" y="1644302"/>
                  </a:lnTo>
                  <a:lnTo>
                    <a:pt x="1531506" y="1644292"/>
                  </a:lnTo>
                  <a:lnTo>
                    <a:pt x="1531518" y="1644286"/>
                  </a:lnTo>
                  <a:lnTo>
                    <a:pt x="1531533" y="1644274"/>
                  </a:lnTo>
                  <a:lnTo>
                    <a:pt x="1531557" y="1644263"/>
                  </a:lnTo>
                  <a:lnTo>
                    <a:pt x="1531572" y="1644250"/>
                  </a:lnTo>
                  <a:lnTo>
                    <a:pt x="1531576" y="1644240"/>
                  </a:lnTo>
                  <a:lnTo>
                    <a:pt x="1531578" y="1644234"/>
                  </a:lnTo>
                  <a:lnTo>
                    <a:pt x="1531581" y="1644228"/>
                  </a:lnTo>
                  <a:lnTo>
                    <a:pt x="1531586" y="1644217"/>
                  </a:lnTo>
                  <a:lnTo>
                    <a:pt x="1531588" y="1644206"/>
                  </a:lnTo>
                  <a:lnTo>
                    <a:pt x="1531587" y="1644197"/>
                  </a:lnTo>
                  <a:lnTo>
                    <a:pt x="1531585" y="1644191"/>
                  </a:lnTo>
                  <a:lnTo>
                    <a:pt x="1531580" y="1644177"/>
                  </a:lnTo>
                  <a:lnTo>
                    <a:pt x="1531569" y="1644169"/>
                  </a:lnTo>
                  <a:lnTo>
                    <a:pt x="1531563" y="1644164"/>
                  </a:lnTo>
                  <a:lnTo>
                    <a:pt x="1531559" y="1644152"/>
                  </a:lnTo>
                  <a:lnTo>
                    <a:pt x="1531565" y="1644135"/>
                  </a:lnTo>
                  <a:lnTo>
                    <a:pt x="1531569" y="1644122"/>
                  </a:lnTo>
                  <a:lnTo>
                    <a:pt x="1531571" y="1644111"/>
                  </a:lnTo>
                  <a:lnTo>
                    <a:pt x="1531573" y="1644102"/>
                  </a:lnTo>
                  <a:lnTo>
                    <a:pt x="1531563" y="1644094"/>
                  </a:lnTo>
                  <a:lnTo>
                    <a:pt x="1531557" y="1644091"/>
                  </a:lnTo>
                  <a:lnTo>
                    <a:pt x="1531547" y="1644088"/>
                  </a:lnTo>
                  <a:lnTo>
                    <a:pt x="1531521" y="1644086"/>
                  </a:lnTo>
                  <a:lnTo>
                    <a:pt x="1531491" y="1644072"/>
                  </a:lnTo>
                  <a:lnTo>
                    <a:pt x="1531469" y="1644059"/>
                  </a:lnTo>
                  <a:lnTo>
                    <a:pt x="1531459" y="1644047"/>
                  </a:lnTo>
                  <a:lnTo>
                    <a:pt x="1531455" y="1644037"/>
                  </a:lnTo>
                  <a:lnTo>
                    <a:pt x="1531455" y="1644021"/>
                  </a:lnTo>
                  <a:lnTo>
                    <a:pt x="1531454" y="1644012"/>
                  </a:lnTo>
                  <a:lnTo>
                    <a:pt x="1531454" y="1643998"/>
                  </a:lnTo>
                  <a:lnTo>
                    <a:pt x="1531453" y="1643991"/>
                  </a:lnTo>
                  <a:lnTo>
                    <a:pt x="1531449" y="1643972"/>
                  </a:lnTo>
                  <a:lnTo>
                    <a:pt x="1531445" y="1643977"/>
                  </a:lnTo>
                  <a:lnTo>
                    <a:pt x="1531436" y="1643986"/>
                  </a:lnTo>
                  <a:lnTo>
                    <a:pt x="1531431" y="1643990"/>
                  </a:lnTo>
                  <a:lnTo>
                    <a:pt x="1531420" y="1643997"/>
                  </a:lnTo>
                  <a:lnTo>
                    <a:pt x="1531410" y="1644001"/>
                  </a:lnTo>
                  <a:lnTo>
                    <a:pt x="1531400" y="1644003"/>
                  </a:lnTo>
                  <a:lnTo>
                    <a:pt x="1531390" y="1644003"/>
                  </a:lnTo>
                  <a:lnTo>
                    <a:pt x="1531383" y="1644003"/>
                  </a:lnTo>
                  <a:lnTo>
                    <a:pt x="1531378" y="1643994"/>
                  </a:lnTo>
                  <a:lnTo>
                    <a:pt x="1531369" y="1643982"/>
                  </a:lnTo>
                  <a:lnTo>
                    <a:pt x="1531362" y="1643976"/>
                  </a:lnTo>
                  <a:lnTo>
                    <a:pt x="1531356" y="1643973"/>
                  </a:lnTo>
                  <a:lnTo>
                    <a:pt x="1531346" y="1643967"/>
                  </a:lnTo>
                  <a:lnTo>
                    <a:pt x="1531338" y="1643961"/>
                  </a:lnTo>
                  <a:lnTo>
                    <a:pt x="1531328" y="1643953"/>
                  </a:lnTo>
                  <a:lnTo>
                    <a:pt x="1531317" y="1643946"/>
                  </a:lnTo>
                  <a:lnTo>
                    <a:pt x="1531322" y="1643936"/>
                  </a:lnTo>
                  <a:lnTo>
                    <a:pt x="1531325" y="1643921"/>
                  </a:lnTo>
                  <a:lnTo>
                    <a:pt x="1531327" y="1643912"/>
                  </a:lnTo>
                  <a:lnTo>
                    <a:pt x="1531328" y="1643904"/>
                  </a:lnTo>
                  <a:lnTo>
                    <a:pt x="1531329" y="1643896"/>
                  </a:lnTo>
                  <a:lnTo>
                    <a:pt x="1531329" y="1643886"/>
                  </a:lnTo>
                  <a:lnTo>
                    <a:pt x="1531330" y="1643876"/>
                  </a:lnTo>
                  <a:lnTo>
                    <a:pt x="1531332" y="1643867"/>
                  </a:lnTo>
                  <a:lnTo>
                    <a:pt x="1531338" y="1643862"/>
                  </a:lnTo>
                  <a:lnTo>
                    <a:pt x="1531344" y="1643857"/>
                  </a:lnTo>
                  <a:lnTo>
                    <a:pt x="1531351" y="1643848"/>
                  </a:lnTo>
                  <a:lnTo>
                    <a:pt x="1531343" y="1643843"/>
                  </a:lnTo>
                  <a:lnTo>
                    <a:pt x="1531337" y="1643836"/>
                  </a:lnTo>
                  <a:lnTo>
                    <a:pt x="1531332" y="1643827"/>
                  </a:lnTo>
                  <a:lnTo>
                    <a:pt x="1531325" y="1643814"/>
                  </a:lnTo>
                  <a:lnTo>
                    <a:pt x="1531317" y="1643802"/>
                  </a:lnTo>
                  <a:lnTo>
                    <a:pt x="1531312" y="1643794"/>
                  </a:lnTo>
                  <a:lnTo>
                    <a:pt x="1531309" y="1643787"/>
                  </a:lnTo>
                  <a:lnTo>
                    <a:pt x="1531306" y="1643777"/>
                  </a:lnTo>
                  <a:lnTo>
                    <a:pt x="1531303" y="1643759"/>
                  </a:lnTo>
                  <a:lnTo>
                    <a:pt x="1531296" y="1643745"/>
                  </a:lnTo>
                  <a:lnTo>
                    <a:pt x="1531284" y="1643724"/>
                  </a:lnTo>
                  <a:lnTo>
                    <a:pt x="1531276" y="1643704"/>
                  </a:lnTo>
                  <a:lnTo>
                    <a:pt x="1531265" y="1643691"/>
                  </a:lnTo>
                  <a:lnTo>
                    <a:pt x="1531262" y="1643686"/>
                  </a:lnTo>
                  <a:lnTo>
                    <a:pt x="1531260" y="1643679"/>
                  </a:lnTo>
                  <a:lnTo>
                    <a:pt x="1531269" y="1643637"/>
                  </a:lnTo>
                  <a:lnTo>
                    <a:pt x="1531271" y="1643600"/>
                  </a:lnTo>
                  <a:lnTo>
                    <a:pt x="1531262" y="1643568"/>
                  </a:lnTo>
                  <a:lnTo>
                    <a:pt x="1531257" y="1643553"/>
                  </a:lnTo>
                  <a:lnTo>
                    <a:pt x="1531252" y="1643541"/>
                  </a:lnTo>
                  <a:lnTo>
                    <a:pt x="1531236" y="1643524"/>
                  </a:lnTo>
                  <a:lnTo>
                    <a:pt x="1531231" y="1643518"/>
                  </a:lnTo>
                  <a:lnTo>
                    <a:pt x="1531218" y="1643505"/>
                  </a:lnTo>
                  <a:lnTo>
                    <a:pt x="1531206" y="1643492"/>
                  </a:lnTo>
                  <a:lnTo>
                    <a:pt x="1531186" y="1643480"/>
                  </a:lnTo>
                  <a:lnTo>
                    <a:pt x="1531158" y="1643463"/>
                  </a:lnTo>
                  <a:lnTo>
                    <a:pt x="1531126" y="1643440"/>
                  </a:lnTo>
                  <a:lnTo>
                    <a:pt x="1531116" y="1643434"/>
                  </a:lnTo>
                  <a:lnTo>
                    <a:pt x="1531099" y="1643421"/>
                  </a:lnTo>
                  <a:lnTo>
                    <a:pt x="1531067" y="1643391"/>
                  </a:lnTo>
                  <a:lnTo>
                    <a:pt x="1531037" y="1643366"/>
                  </a:lnTo>
                  <a:lnTo>
                    <a:pt x="1530984" y="1643303"/>
                  </a:lnTo>
                  <a:lnTo>
                    <a:pt x="1530975" y="1643295"/>
                  </a:lnTo>
                  <a:lnTo>
                    <a:pt x="1530963" y="1643285"/>
                  </a:lnTo>
                  <a:lnTo>
                    <a:pt x="1530955" y="1643277"/>
                  </a:lnTo>
                  <a:lnTo>
                    <a:pt x="1530942" y="1643267"/>
                  </a:lnTo>
                  <a:lnTo>
                    <a:pt x="1530923" y="1643256"/>
                  </a:lnTo>
                  <a:lnTo>
                    <a:pt x="1530906" y="1643245"/>
                  </a:lnTo>
                  <a:lnTo>
                    <a:pt x="1530896" y="1643236"/>
                  </a:lnTo>
                  <a:lnTo>
                    <a:pt x="1530895" y="1643230"/>
                  </a:lnTo>
                  <a:lnTo>
                    <a:pt x="1530898" y="1643221"/>
                  </a:lnTo>
                  <a:lnTo>
                    <a:pt x="1530900" y="1643215"/>
                  </a:lnTo>
                  <a:lnTo>
                    <a:pt x="1530900" y="1643207"/>
                  </a:lnTo>
                  <a:lnTo>
                    <a:pt x="1530899" y="1643200"/>
                  </a:lnTo>
                  <a:lnTo>
                    <a:pt x="1530895" y="1643189"/>
                  </a:lnTo>
                  <a:lnTo>
                    <a:pt x="1530887" y="1643175"/>
                  </a:lnTo>
                  <a:lnTo>
                    <a:pt x="1530881" y="1643163"/>
                  </a:lnTo>
                  <a:lnTo>
                    <a:pt x="1530872" y="1643153"/>
                  </a:lnTo>
                  <a:lnTo>
                    <a:pt x="1530852" y="1643149"/>
                  </a:lnTo>
                  <a:lnTo>
                    <a:pt x="1530845" y="1643148"/>
                  </a:lnTo>
                  <a:lnTo>
                    <a:pt x="1530832" y="1643150"/>
                  </a:lnTo>
                  <a:lnTo>
                    <a:pt x="1530813" y="1643154"/>
                  </a:lnTo>
                  <a:lnTo>
                    <a:pt x="1530782" y="1643160"/>
                  </a:lnTo>
                  <a:lnTo>
                    <a:pt x="1530772" y="1643162"/>
                  </a:lnTo>
                  <a:lnTo>
                    <a:pt x="1530754" y="1643158"/>
                  </a:lnTo>
                  <a:lnTo>
                    <a:pt x="1530720" y="1643108"/>
                  </a:lnTo>
                  <a:lnTo>
                    <a:pt x="1530636" y="1643102"/>
                  </a:lnTo>
                  <a:lnTo>
                    <a:pt x="1530592" y="1643115"/>
                  </a:lnTo>
                  <a:lnTo>
                    <a:pt x="1530541" y="1643132"/>
                  </a:lnTo>
                  <a:lnTo>
                    <a:pt x="1530516" y="1643130"/>
                  </a:lnTo>
                  <a:lnTo>
                    <a:pt x="1530504" y="1643126"/>
                  </a:lnTo>
                  <a:lnTo>
                    <a:pt x="1530489" y="1643116"/>
                  </a:lnTo>
                  <a:lnTo>
                    <a:pt x="1530475" y="1643110"/>
                  </a:lnTo>
                  <a:lnTo>
                    <a:pt x="1530454" y="1643108"/>
                  </a:lnTo>
                  <a:lnTo>
                    <a:pt x="1530433" y="1643111"/>
                  </a:lnTo>
                  <a:lnTo>
                    <a:pt x="1530427" y="1643114"/>
                  </a:lnTo>
                  <a:lnTo>
                    <a:pt x="1530420" y="1643118"/>
                  </a:lnTo>
                  <a:lnTo>
                    <a:pt x="1530403" y="1643127"/>
                  </a:lnTo>
                  <a:lnTo>
                    <a:pt x="1530395" y="1643134"/>
                  </a:lnTo>
                  <a:lnTo>
                    <a:pt x="1530385" y="1643142"/>
                  </a:lnTo>
                  <a:lnTo>
                    <a:pt x="1530384" y="1643162"/>
                  </a:lnTo>
                  <a:lnTo>
                    <a:pt x="1530391" y="1643194"/>
                  </a:lnTo>
                  <a:lnTo>
                    <a:pt x="1530381" y="1643253"/>
                  </a:lnTo>
                  <a:lnTo>
                    <a:pt x="1530382" y="1643282"/>
                  </a:lnTo>
                  <a:lnTo>
                    <a:pt x="1530380" y="1643305"/>
                  </a:lnTo>
                  <a:lnTo>
                    <a:pt x="1530384" y="1643317"/>
                  </a:lnTo>
                  <a:lnTo>
                    <a:pt x="1530391" y="1643322"/>
                  </a:lnTo>
                  <a:lnTo>
                    <a:pt x="1530415" y="1643339"/>
                  </a:lnTo>
                  <a:lnTo>
                    <a:pt x="1530406" y="1643346"/>
                  </a:lnTo>
                  <a:lnTo>
                    <a:pt x="1530389" y="1643360"/>
                  </a:lnTo>
                  <a:lnTo>
                    <a:pt x="1530374" y="1643373"/>
                  </a:lnTo>
                  <a:lnTo>
                    <a:pt x="1530367" y="1643379"/>
                  </a:lnTo>
                  <a:lnTo>
                    <a:pt x="1530362" y="1643382"/>
                  </a:lnTo>
                  <a:lnTo>
                    <a:pt x="1530353" y="1643407"/>
                  </a:lnTo>
                  <a:lnTo>
                    <a:pt x="1530350" y="1643413"/>
                  </a:lnTo>
                  <a:lnTo>
                    <a:pt x="1530342" y="1643432"/>
                  </a:lnTo>
                  <a:lnTo>
                    <a:pt x="1530322" y="1643432"/>
                  </a:lnTo>
                  <a:lnTo>
                    <a:pt x="1530279" y="1643435"/>
                  </a:lnTo>
                  <a:lnTo>
                    <a:pt x="1530264" y="1643441"/>
                  </a:lnTo>
                  <a:lnTo>
                    <a:pt x="1530270" y="1643456"/>
                  </a:lnTo>
                  <a:lnTo>
                    <a:pt x="1530275" y="1643468"/>
                  </a:lnTo>
                  <a:lnTo>
                    <a:pt x="1530276" y="1643479"/>
                  </a:lnTo>
                  <a:lnTo>
                    <a:pt x="1530273" y="1643491"/>
                  </a:lnTo>
                  <a:lnTo>
                    <a:pt x="1530271" y="1643498"/>
                  </a:lnTo>
                  <a:lnTo>
                    <a:pt x="1530265" y="1643512"/>
                  </a:lnTo>
                  <a:lnTo>
                    <a:pt x="1530250" y="1643511"/>
                  </a:lnTo>
                  <a:lnTo>
                    <a:pt x="1530216" y="1643509"/>
                  </a:lnTo>
                  <a:lnTo>
                    <a:pt x="1530191" y="1643498"/>
                  </a:lnTo>
                  <a:lnTo>
                    <a:pt x="1530165" y="1643480"/>
                  </a:lnTo>
                  <a:lnTo>
                    <a:pt x="1530154" y="1643485"/>
                  </a:lnTo>
                  <a:lnTo>
                    <a:pt x="1530145" y="1643489"/>
                  </a:lnTo>
                  <a:lnTo>
                    <a:pt x="1530123" y="1643499"/>
                  </a:lnTo>
                  <a:lnTo>
                    <a:pt x="1530098" y="1643495"/>
                  </a:lnTo>
                  <a:lnTo>
                    <a:pt x="1530075" y="1643485"/>
                  </a:lnTo>
                  <a:lnTo>
                    <a:pt x="1530052" y="1643461"/>
                  </a:lnTo>
                  <a:lnTo>
                    <a:pt x="1530045" y="1643454"/>
                  </a:lnTo>
                  <a:lnTo>
                    <a:pt x="1530032" y="1643444"/>
                  </a:lnTo>
                  <a:lnTo>
                    <a:pt x="1530021" y="1643439"/>
                  </a:lnTo>
                  <a:lnTo>
                    <a:pt x="1530015" y="1643437"/>
                  </a:lnTo>
                  <a:lnTo>
                    <a:pt x="1530009" y="1643435"/>
                  </a:lnTo>
                  <a:lnTo>
                    <a:pt x="1530001" y="1643436"/>
                  </a:lnTo>
                  <a:lnTo>
                    <a:pt x="1529973" y="1643435"/>
                  </a:lnTo>
                  <a:lnTo>
                    <a:pt x="1529959" y="1643434"/>
                  </a:lnTo>
                  <a:lnTo>
                    <a:pt x="1529944" y="1643434"/>
                  </a:lnTo>
                  <a:lnTo>
                    <a:pt x="1529913" y="1643433"/>
                  </a:lnTo>
                  <a:lnTo>
                    <a:pt x="1529875" y="1643435"/>
                  </a:lnTo>
                  <a:lnTo>
                    <a:pt x="1529854" y="1643424"/>
                  </a:lnTo>
                  <a:lnTo>
                    <a:pt x="1529832" y="1643420"/>
                  </a:lnTo>
                  <a:lnTo>
                    <a:pt x="1529818" y="1643411"/>
                  </a:lnTo>
                  <a:lnTo>
                    <a:pt x="1529813" y="1643388"/>
                  </a:lnTo>
                  <a:lnTo>
                    <a:pt x="1529815" y="1643368"/>
                  </a:lnTo>
                  <a:lnTo>
                    <a:pt x="1529799" y="1643373"/>
                  </a:lnTo>
                  <a:lnTo>
                    <a:pt x="1529780" y="1643381"/>
                  </a:lnTo>
                  <a:lnTo>
                    <a:pt x="1529760" y="1643392"/>
                  </a:lnTo>
                  <a:lnTo>
                    <a:pt x="1529745" y="1643397"/>
                  </a:lnTo>
                  <a:lnTo>
                    <a:pt x="1529733" y="1643402"/>
                  </a:lnTo>
                  <a:lnTo>
                    <a:pt x="1529710" y="1643403"/>
                  </a:lnTo>
                  <a:lnTo>
                    <a:pt x="1529696" y="1643393"/>
                  </a:lnTo>
                  <a:lnTo>
                    <a:pt x="1529680" y="1643387"/>
                  </a:lnTo>
                  <a:lnTo>
                    <a:pt x="1529667" y="1643385"/>
                  </a:lnTo>
                  <a:lnTo>
                    <a:pt x="1529688" y="1643340"/>
                  </a:lnTo>
                  <a:lnTo>
                    <a:pt x="1529691" y="1643331"/>
                  </a:lnTo>
                  <a:lnTo>
                    <a:pt x="1529693" y="1643325"/>
                  </a:lnTo>
                  <a:lnTo>
                    <a:pt x="1529707" y="1643288"/>
                  </a:lnTo>
                  <a:lnTo>
                    <a:pt x="1529715" y="1643264"/>
                  </a:lnTo>
                  <a:lnTo>
                    <a:pt x="1529694" y="1643256"/>
                  </a:lnTo>
                  <a:lnTo>
                    <a:pt x="1529676" y="1643249"/>
                  </a:lnTo>
                  <a:lnTo>
                    <a:pt x="1529662" y="1643244"/>
                  </a:lnTo>
                  <a:lnTo>
                    <a:pt x="1529622" y="1643232"/>
                  </a:lnTo>
                  <a:lnTo>
                    <a:pt x="1529561" y="1643152"/>
                  </a:lnTo>
                  <a:lnTo>
                    <a:pt x="1529545" y="1643134"/>
                  </a:lnTo>
                  <a:lnTo>
                    <a:pt x="1529528" y="1643115"/>
                  </a:lnTo>
                  <a:lnTo>
                    <a:pt x="1529503" y="1643101"/>
                  </a:lnTo>
                  <a:lnTo>
                    <a:pt x="1529491" y="1643084"/>
                  </a:lnTo>
                  <a:lnTo>
                    <a:pt x="1529466" y="1643050"/>
                  </a:lnTo>
                  <a:lnTo>
                    <a:pt x="1529432" y="1643032"/>
                  </a:lnTo>
                  <a:lnTo>
                    <a:pt x="1529412" y="1643019"/>
                  </a:lnTo>
                  <a:lnTo>
                    <a:pt x="1529385" y="1643006"/>
                  </a:lnTo>
                  <a:lnTo>
                    <a:pt x="1529362" y="1642990"/>
                  </a:lnTo>
                  <a:lnTo>
                    <a:pt x="1529347" y="1642964"/>
                  </a:lnTo>
                  <a:lnTo>
                    <a:pt x="1529333" y="1642949"/>
                  </a:lnTo>
                  <a:lnTo>
                    <a:pt x="1529312" y="1642908"/>
                  </a:lnTo>
                  <a:lnTo>
                    <a:pt x="1529269" y="1642860"/>
                  </a:lnTo>
                  <a:lnTo>
                    <a:pt x="1529268" y="1642852"/>
                  </a:lnTo>
                  <a:lnTo>
                    <a:pt x="1529235" y="1642646"/>
                  </a:lnTo>
                  <a:lnTo>
                    <a:pt x="1529233" y="1642632"/>
                  </a:lnTo>
                  <a:lnTo>
                    <a:pt x="1529222" y="1642622"/>
                  </a:lnTo>
                  <a:lnTo>
                    <a:pt x="1529019" y="1642437"/>
                  </a:lnTo>
                  <a:lnTo>
                    <a:pt x="1529008" y="1642427"/>
                  </a:lnTo>
                  <a:lnTo>
                    <a:pt x="1529001" y="1642414"/>
                  </a:lnTo>
                  <a:lnTo>
                    <a:pt x="1528997" y="1642407"/>
                  </a:lnTo>
                  <a:lnTo>
                    <a:pt x="1528992" y="1642400"/>
                  </a:lnTo>
                  <a:lnTo>
                    <a:pt x="1528989" y="1642395"/>
                  </a:lnTo>
                  <a:lnTo>
                    <a:pt x="1528980" y="1642384"/>
                  </a:lnTo>
                  <a:lnTo>
                    <a:pt x="1528875" y="1642260"/>
                  </a:lnTo>
                  <a:lnTo>
                    <a:pt x="1528823" y="1642174"/>
                  </a:lnTo>
                  <a:lnTo>
                    <a:pt x="1528816" y="1642149"/>
                  </a:lnTo>
                  <a:lnTo>
                    <a:pt x="1528798" y="1642096"/>
                  </a:lnTo>
                  <a:lnTo>
                    <a:pt x="1528794" y="1642055"/>
                  </a:lnTo>
                  <a:lnTo>
                    <a:pt x="1528779" y="1642011"/>
                  </a:lnTo>
                  <a:lnTo>
                    <a:pt x="1528770" y="1641964"/>
                  </a:lnTo>
                  <a:lnTo>
                    <a:pt x="1528752" y="1641948"/>
                  </a:lnTo>
                  <a:lnTo>
                    <a:pt x="1528747" y="1641943"/>
                  </a:lnTo>
                  <a:lnTo>
                    <a:pt x="1528744" y="1641936"/>
                  </a:lnTo>
                  <a:lnTo>
                    <a:pt x="1528741" y="1641931"/>
                  </a:lnTo>
                  <a:lnTo>
                    <a:pt x="1528737" y="1641919"/>
                  </a:lnTo>
                  <a:lnTo>
                    <a:pt x="1528733" y="1641903"/>
                  </a:lnTo>
                  <a:lnTo>
                    <a:pt x="1528712" y="1641868"/>
                  </a:lnTo>
                  <a:lnTo>
                    <a:pt x="1528703" y="1641852"/>
                  </a:lnTo>
                  <a:lnTo>
                    <a:pt x="1528695" y="1641837"/>
                  </a:lnTo>
                  <a:lnTo>
                    <a:pt x="1528682" y="1641818"/>
                  </a:lnTo>
                  <a:lnTo>
                    <a:pt x="1528667" y="1641802"/>
                  </a:lnTo>
                  <a:lnTo>
                    <a:pt x="1528646" y="1641773"/>
                  </a:lnTo>
                  <a:lnTo>
                    <a:pt x="1528636" y="1641761"/>
                  </a:lnTo>
                  <a:lnTo>
                    <a:pt x="1528627" y="1641747"/>
                  </a:lnTo>
                  <a:lnTo>
                    <a:pt x="1528620" y="1641734"/>
                  </a:lnTo>
                  <a:lnTo>
                    <a:pt x="1528615" y="1641721"/>
                  </a:lnTo>
                  <a:lnTo>
                    <a:pt x="1528604" y="1641698"/>
                  </a:lnTo>
                  <a:lnTo>
                    <a:pt x="1528597" y="1641685"/>
                  </a:lnTo>
                  <a:lnTo>
                    <a:pt x="1528584" y="1641679"/>
                  </a:lnTo>
                  <a:lnTo>
                    <a:pt x="1528574" y="1641674"/>
                  </a:lnTo>
                  <a:lnTo>
                    <a:pt x="1528545" y="1641658"/>
                  </a:lnTo>
                  <a:lnTo>
                    <a:pt x="1528520" y="1641648"/>
                  </a:lnTo>
                  <a:lnTo>
                    <a:pt x="1528501" y="1641637"/>
                  </a:lnTo>
                  <a:lnTo>
                    <a:pt x="1528475" y="1641631"/>
                  </a:lnTo>
                  <a:lnTo>
                    <a:pt x="1528444" y="1641627"/>
                  </a:lnTo>
                  <a:lnTo>
                    <a:pt x="1528434" y="1641626"/>
                  </a:lnTo>
                  <a:lnTo>
                    <a:pt x="1528405" y="1641624"/>
                  </a:lnTo>
                  <a:lnTo>
                    <a:pt x="1528378" y="1641621"/>
                  </a:lnTo>
                  <a:lnTo>
                    <a:pt x="1528350" y="1641617"/>
                  </a:lnTo>
                  <a:lnTo>
                    <a:pt x="1528322" y="1641606"/>
                  </a:lnTo>
                  <a:lnTo>
                    <a:pt x="1528308" y="1641589"/>
                  </a:lnTo>
                  <a:lnTo>
                    <a:pt x="1528296" y="1641567"/>
                  </a:lnTo>
                  <a:lnTo>
                    <a:pt x="1528289" y="1641553"/>
                  </a:lnTo>
                  <a:lnTo>
                    <a:pt x="1528281" y="1641546"/>
                  </a:lnTo>
                  <a:lnTo>
                    <a:pt x="1528273" y="1641542"/>
                  </a:lnTo>
                  <a:lnTo>
                    <a:pt x="1528234" y="1641532"/>
                  </a:lnTo>
                  <a:lnTo>
                    <a:pt x="1528209" y="1641523"/>
                  </a:lnTo>
                  <a:lnTo>
                    <a:pt x="1528195" y="1641517"/>
                  </a:lnTo>
                  <a:lnTo>
                    <a:pt x="1528167" y="1641532"/>
                  </a:lnTo>
                  <a:lnTo>
                    <a:pt x="1528138" y="1641537"/>
                  </a:lnTo>
                  <a:lnTo>
                    <a:pt x="1528116" y="1641535"/>
                  </a:lnTo>
                  <a:lnTo>
                    <a:pt x="1528106" y="1641522"/>
                  </a:lnTo>
                  <a:lnTo>
                    <a:pt x="1528093" y="1641507"/>
                  </a:lnTo>
                  <a:lnTo>
                    <a:pt x="1528069" y="1641485"/>
                  </a:lnTo>
                  <a:lnTo>
                    <a:pt x="1528055" y="1641476"/>
                  </a:lnTo>
                  <a:lnTo>
                    <a:pt x="1528045" y="1641479"/>
                  </a:lnTo>
                  <a:lnTo>
                    <a:pt x="1528036" y="1641484"/>
                  </a:lnTo>
                  <a:lnTo>
                    <a:pt x="1528023" y="1641493"/>
                  </a:lnTo>
                  <a:lnTo>
                    <a:pt x="1528010" y="1641497"/>
                  </a:lnTo>
                  <a:lnTo>
                    <a:pt x="1527999" y="1641498"/>
                  </a:lnTo>
                  <a:lnTo>
                    <a:pt x="1527988" y="1641493"/>
                  </a:lnTo>
                  <a:lnTo>
                    <a:pt x="1527969" y="1641467"/>
                  </a:lnTo>
                  <a:lnTo>
                    <a:pt x="1527955" y="1641456"/>
                  </a:lnTo>
                  <a:lnTo>
                    <a:pt x="1527945" y="1641449"/>
                  </a:lnTo>
                  <a:lnTo>
                    <a:pt x="1527929" y="1641448"/>
                  </a:lnTo>
                  <a:lnTo>
                    <a:pt x="1527899" y="1641446"/>
                  </a:lnTo>
                  <a:lnTo>
                    <a:pt x="1527864" y="1641449"/>
                  </a:lnTo>
                  <a:lnTo>
                    <a:pt x="1527838" y="1641449"/>
                  </a:lnTo>
                  <a:lnTo>
                    <a:pt x="1527815" y="1641452"/>
                  </a:lnTo>
                  <a:lnTo>
                    <a:pt x="1527805" y="1641452"/>
                  </a:lnTo>
                  <a:lnTo>
                    <a:pt x="1527800" y="1641450"/>
                  </a:lnTo>
                  <a:lnTo>
                    <a:pt x="1527793" y="1641443"/>
                  </a:lnTo>
                  <a:lnTo>
                    <a:pt x="1527790" y="1641429"/>
                  </a:lnTo>
                  <a:lnTo>
                    <a:pt x="1527786" y="1641415"/>
                  </a:lnTo>
                  <a:lnTo>
                    <a:pt x="1527781" y="1641400"/>
                  </a:lnTo>
                  <a:lnTo>
                    <a:pt x="1527775" y="1641382"/>
                  </a:lnTo>
                  <a:lnTo>
                    <a:pt x="1527763" y="1641372"/>
                  </a:lnTo>
                  <a:lnTo>
                    <a:pt x="1527751" y="1641362"/>
                  </a:lnTo>
                  <a:lnTo>
                    <a:pt x="1527738" y="1641365"/>
                  </a:lnTo>
                  <a:lnTo>
                    <a:pt x="1527709" y="1641391"/>
                  </a:lnTo>
                  <a:lnTo>
                    <a:pt x="1527681" y="1641408"/>
                  </a:lnTo>
                  <a:lnTo>
                    <a:pt x="1527643" y="1641409"/>
                  </a:lnTo>
                  <a:lnTo>
                    <a:pt x="1527629" y="1641409"/>
                  </a:lnTo>
                  <a:lnTo>
                    <a:pt x="1527608" y="1641398"/>
                  </a:lnTo>
                  <a:lnTo>
                    <a:pt x="1527589" y="1641386"/>
                  </a:lnTo>
                  <a:lnTo>
                    <a:pt x="1527575" y="1641377"/>
                  </a:lnTo>
                  <a:lnTo>
                    <a:pt x="1527560" y="1641372"/>
                  </a:lnTo>
                  <a:lnTo>
                    <a:pt x="1527544" y="1641357"/>
                  </a:lnTo>
                  <a:lnTo>
                    <a:pt x="1527537" y="1641333"/>
                  </a:lnTo>
                  <a:lnTo>
                    <a:pt x="1527531" y="1641295"/>
                  </a:lnTo>
                  <a:lnTo>
                    <a:pt x="1527552" y="1641248"/>
                  </a:lnTo>
                  <a:lnTo>
                    <a:pt x="1527564" y="1641209"/>
                  </a:lnTo>
                  <a:lnTo>
                    <a:pt x="1527568" y="1641195"/>
                  </a:lnTo>
                  <a:lnTo>
                    <a:pt x="1527554" y="1641190"/>
                  </a:lnTo>
                  <a:lnTo>
                    <a:pt x="1527525" y="1641180"/>
                  </a:lnTo>
                  <a:lnTo>
                    <a:pt x="1527486" y="1641166"/>
                  </a:lnTo>
                  <a:lnTo>
                    <a:pt x="1527466" y="1641163"/>
                  </a:lnTo>
                  <a:lnTo>
                    <a:pt x="1527445" y="1641156"/>
                  </a:lnTo>
                  <a:lnTo>
                    <a:pt x="1527423" y="1641150"/>
                  </a:lnTo>
                  <a:lnTo>
                    <a:pt x="1527400" y="1641147"/>
                  </a:lnTo>
                  <a:lnTo>
                    <a:pt x="1527372" y="1641143"/>
                  </a:lnTo>
                  <a:lnTo>
                    <a:pt x="1527353" y="1641135"/>
                  </a:lnTo>
                  <a:lnTo>
                    <a:pt x="1527342" y="1641130"/>
                  </a:lnTo>
                  <a:lnTo>
                    <a:pt x="1527328" y="1641129"/>
                  </a:lnTo>
                  <a:lnTo>
                    <a:pt x="1527270" y="1641123"/>
                  </a:lnTo>
                  <a:lnTo>
                    <a:pt x="1527242" y="1641120"/>
                  </a:lnTo>
                  <a:lnTo>
                    <a:pt x="1527216" y="1641118"/>
                  </a:lnTo>
                  <a:lnTo>
                    <a:pt x="1527203" y="1641114"/>
                  </a:lnTo>
                  <a:lnTo>
                    <a:pt x="1527189" y="1641108"/>
                  </a:lnTo>
                  <a:lnTo>
                    <a:pt x="1527159" y="1641094"/>
                  </a:lnTo>
                  <a:lnTo>
                    <a:pt x="1527049" y="1641037"/>
                  </a:lnTo>
                  <a:lnTo>
                    <a:pt x="1527041" y="1641038"/>
                  </a:lnTo>
                  <a:lnTo>
                    <a:pt x="1527010" y="1641052"/>
                  </a:lnTo>
                  <a:lnTo>
                    <a:pt x="1526999" y="1641063"/>
                  </a:lnTo>
                  <a:lnTo>
                    <a:pt x="1526984" y="1641077"/>
                  </a:lnTo>
                  <a:lnTo>
                    <a:pt x="1526978" y="1641084"/>
                  </a:lnTo>
                  <a:lnTo>
                    <a:pt x="1526946" y="1641105"/>
                  </a:lnTo>
                  <a:lnTo>
                    <a:pt x="1526928" y="1641113"/>
                  </a:lnTo>
                  <a:lnTo>
                    <a:pt x="1526919" y="1641117"/>
                  </a:lnTo>
                  <a:lnTo>
                    <a:pt x="1526908" y="1641123"/>
                  </a:lnTo>
                  <a:lnTo>
                    <a:pt x="1526889" y="1641133"/>
                  </a:lnTo>
                  <a:lnTo>
                    <a:pt x="1526878" y="1641141"/>
                  </a:lnTo>
                  <a:lnTo>
                    <a:pt x="1526865" y="1641150"/>
                  </a:lnTo>
                  <a:lnTo>
                    <a:pt x="1526852" y="1641159"/>
                  </a:lnTo>
                  <a:lnTo>
                    <a:pt x="1526833" y="1641164"/>
                  </a:lnTo>
                  <a:lnTo>
                    <a:pt x="1526816" y="1641172"/>
                  </a:lnTo>
                  <a:lnTo>
                    <a:pt x="1526800" y="1641187"/>
                  </a:lnTo>
                  <a:lnTo>
                    <a:pt x="1526791" y="1641196"/>
                  </a:lnTo>
                  <a:lnTo>
                    <a:pt x="1526778" y="1641210"/>
                  </a:lnTo>
                  <a:lnTo>
                    <a:pt x="1526765" y="1641205"/>
                  </a:lnTo>
                  <a:lnTo>
                    <a:pt x="1526748" y="1641197"/>
                  </a:lnTo>
                  <a:lnTo>
                    <a:pt x="1526726" y="1641186"/>
                  </a:lnTo>
                  <a:lnTo>
                    <a:pt x="1526710" y="1641178"/>
                  </a:lnTo>
                  <a:lnTo>
                    <a:pt x="1526684" y="1641166"/>
                  </a:lnTo>
                  <a:lnTo>
                    <a:pt x="1526679" y="1641163"/>
                  </a:lnTo>
                  <a:lnTo>
                    <a:pt x="1526662" y="1641155"/>
                  </a:lnTo>
                  <a:lnTo>
                    <a:pt x="1526649" y="1641146"/>
                  </a:lnTo>
                  <a:lnTo>
                    <a:pt x="1526631" y="1641134"/>
                  </a:lnTo>
                  <a:lnTo>
                    <a:pt x="1526621" y="1641127"/>
                  </a:lnTo>
                  <a:lnTo>
                    <a:pt x="1526609" y="1641118"/>
                  </a:lnTo>
                  <a:lnTo>
                    <a:pt x="1526594" y="1641107"/>
                  </a:lnTo>
                  <a:lnTo>
                    <a:pt x="1526582" y="1641098"/>
                  </a:lnTo>
                  <a:lnTo>
                    <a:pt x="1526569" y="1641088"/>
                  </a:lnTo>
                  <a:lnTo>
                    <a:pt x="1526561" y="1641074"/>
                  </a:lnTo>
                  <a:lnTo>
                    <a:pt x="1526556" y="1641063"/>
                  </a:lnTo>
                  <a:lnTo>
                    <a:pt x="1526537" y="1641018"/>
                  </a:lnTo>
                  <a:lnTo>
                    <a:pt x="1526534" y="1641000"/>
                  </a:lnTo>
                  <a:lnTo>
                    <a:pt x="1526535" y="1640990"/>
                  </a:lnTo>
                  <a:lnTo>
                    <a:pt x="1526543" y="1640980"/>
                  </a:lnTo>
                  <a:lnTo>
                    <a:pt x="1526552" y="1640973"/>
                  </a:lnTo>
                  <a:lnTo>
                    <a:pt x="1526557" y="1640963"/>
                  </a:lnTo>
                  <a:lnTo>
                    <a:pt x="1526557" y="1640954"/>
                  </a:lnTo>
                  <a:lnTo>
                    <a:pt x="1526553" y="1640944"/>
                  </a:lnTo>
                  <a:lnTo>
                    <a:pt x="1526543" y="1640939"/>
                  </a:lnTo>
                  <a:lnTo>
                    <a:pt x="1526530" y="1640937"/>
                  </a:lnTo>
                  <a:lnTo>
                    <a:pt x="1526513" y="1640935"/>
                  </a:lnTo>
                  <a:lnTo>
                    <a:pt x="1526502" y="1640935"/>
                  </a:lnTo>
                  <a:lnTo>
                    <a:pt x="1526486" y="1640939"/>
                  </a:lnTo>
                  <a:lnTo>
                    <a:pt x="1526467" y="1640944"/>
                  </a:lnTo>
                  <a:lnTo>
                    <a:pt x="1526457" y="1640950"/>
                  </a:lnTo>
                  <a:lnTo>
                    <a:pt x="1526446" y="1640957"/>
                  </a:lnTo>
                  <a:lnTo>
                    <a:pt x="1526433" y="1640954"/>
                  </a:lnTo>
                  <a:lnTo>
                    <a:pt x="1526422" y="1640947"/>
                  </a:lnTo>
                  <a:lnTo>
                    <a:pt x="1526411" y="1640939"/>
                  </a:lnTo>
                  <a:lnTo>
                    <a:pt x="1526396" y="1640930"/>
                  </a:lnTo>
                  <a:lnTo>
                    <a:pt x="1526384" y="1640925"/>
                  </a:lnTo>
                  <a:lnTo>
                    <a:pt x="1526375" y="1640927"/>
                  </a:lnTo>
                  <a:lnTo>
                    <a:pt x="1526363" y="1640929"/>
                  </a:lnTo>
                  <a:lnTo>
                    <a:pt x="1526355" y="1640940"/>
                  </a:lnTo>
                  <a:lnTo>
                    <a:pt x="1526335" y="1640952"/>
                  </a:lnTo>
                  <a:lnTo>
                    <a:pt x="1526316" y="1640963"/>
                  </a:lnTo>
                  <a:lnTo>
                    <a:pt x="1526306" y="1640966"/>
                  </a:lnTo>
                  <a:lnTo>
                    <a:pt x="1526294" y="1640966"/>
                  </a:lnTo>
                  <a:lnTo>
                    <a:pt x="1526283" y="1640967"/>
                  </a:lnTo>
                  <a:lnTo>
                    <a:pt x="1526279" y="1640959"/>
                  </a:lnTo>
                  <a:lnTo>
                    <a:pt x="1526272" y="1640947"/>
                  </a:lnTo>
                  <a:lnTo>
                    <a:pt x="1526266" y="1640937"/>
                  </a:lnTo>
                  <a:lnTo>
                    <a:pt x="1526261" y="1640928"/>
                  </a:lnTo>
                  <a:lnTo>
                    <a:pt x="1526266" y="1640913"/>
                  </a:lnTo>
                  <a:lnTo>
                    <a:pt x="1526271" y="1640899"/>
                  </a:lnTo>
                  <a:lnTo>
                    <a:pt x="1526275" y="1640891"/>
                  </a:lnTo>
                  <a:lnTo>
                    <a:pt x="1526280" y="1640879"/>
                  </a:lnTo>
                  <a:lnTo>
                    <a:pt x="1526282" y="1640842"/>
                  </a:lnTo>
                  <a:lnTo>
                    <a:pt x="1526280" y="1640835"/>
                  </a:lnTo>
                  <a:lnTo>
                    <a:pt x="1526276" y="1640829"/>
                  </a:lnTo>
                  <a:lnTo>
                    <a:pt x="1526261" y="1640816"/>
                  </a:lnTo>
                  <a:lnTo>
                    <a:pt x="1526243" y="1640798"/>
                  </a:lnTo>
                  <a:lnTo>
                    <a:pt x="1526234" y="1640788"/>
                  </a:lnTo>
                  <a:lnTo>
                    <a:pt x="1526204" y="1640754"/>
                  </a:lnTo>
                  <a:lnTo>
                    <a:pt x="1526195" y="1640743"/>
                  </a:lnTo>
                  <a:lnTo>
                    <a:pt x="1526196" y="1640724"/>
                  </a:lnTo>
                  <a:lnTo>
                    <a:pt x="1526195" y="1640718"/>
                  </a:lnTo>
                  <a:lnTo>
                    <a:pt x="1526191" y="1640711"/>
                  </a:lnTo>
                  <a:lnTo>
                    <a:pt x="1526180" y="1640697"/>
                  </a:lnTo>
                  <a:lnTo>
                    <a:pt x="1526174" y="1640688"/>
                  </a:lnTo>
                  <a:lnTo>
                    <a:pt x="1526167" y="1640674"/>
                  </a:lnTo>
                  <a:lnTo>
                    <a:pt x="1526161" y="1640658"/>
                  </a:lnTo>
                  <a:lnTo>
                    <a:pt x="1526152" y="1640644"/>
                  </a:lnTo>
                  <a:lnTo>
                    <a:pt x="1526137" y="1640623"/>
                  </a:lnTo>
                  <a:lnTo>
                    <a:pt x="1526129" y="1640616"/>
                  </a:lnTo>
                  <a:lnTo>
                    <a:pt x="1526119" y="1640610"/>
                  </a:lnTo>
                  <a:lnTo>
                    <a:pt x="1526104" y="1640605"/>
                  </a:lnTo>
                  <a:lnTo>
                    <a:pt x="1526092" y="1640601"/>
                  </a:lnTo>
                  <a:lnTo>
                    <a:pt x="1526108" y="1640594"/>
                  </a:lnTo>
                  <a:lnTo>
                    <a:pt x="1526121" y="1640589"/>
                  </a:lnTo>
                  <a:lnTo>
                    <a:pt x="1526134" y="1640583"/>
                  </a:lnTo>
                  <a:lnTo>
                    <a:pt x="1526147" y="1640577"/>
                  </a:lnTo>
                  <a:lnTo>
                    <a:pt x="1526156" y="1640570"/>
                  </a:lnTo>
                  <a:lnTo>
                    <a:pt x="1526169" y="1640559"/>
                  </a:lnTo>
                  <a:lnTo>
                    <a:pt x="1526178" y="1640548"/>
                  </a:lnTo>
                  <a:lnTo>
                    <a:pt x="1526188" y="1640540"/>
                  </a:lnTo>
                  <a:lnTo>
                    <a:pt x="1526195" y="1640533"/>
                  </a:lnTo>
                  <a:lnTo>
                    <a:pt x="1526200" y="1640473"/>
                  </a:lnTo>
                  <a:lnTo>
                    <a:pt x="1526202" y="1640459"/>
                  </a:lnTo>
                  <a:lnTo>
                    <a:pt x="1526207" y="1640410"/>
                  </a:lnTo>
                  <a:lnTo>
                    <a:pt x="1526200" y="1640334"/>
                  </a:lnTo>
                  <a:lnTo>
                    <a:pt x="1526198" y="1640319"/>
                  </a:lnTo>
                  <a:lnTo>
                    <a:pt x="1526202" y="1640182"/>
                  </a:lnTo>
                  <a:lnTo>
                    <a:pt x="1526198" y="1640151"/>
                  </a:lnTo>
                  <a:lnTo>
                    <a:pt x="1526196" y="1640138"/>
                  </a:lnTo>
                  <a:lnTo>
                    <a:pt x="1526199" y="1640129"/>
                  </a:lnTo>
                  <a:lnTo>
                    <a:pt x="1526212" y="1640119"/>
                  </a:lnTo>
                  <a:lnTo>
                    <a:pt x="1526228" y="1640106"/>
                  </a:lnTo>
                  <a:lnTo>
                    <a:pt x="1526233" y="1640093"/>
                  </a:lnTo>
                  <a:lnTo>
                    <a:pt x="1526232" y="1640080"/>
                  </a:lnTo>
                  <a:lnTo>
                    <a:pt x="1526220" y="1640044"/>
                  </a:lnTo>
                  <a:lnTo>
                    <a:pt x="1526219" y="1640032"/>
                  </a:lnTo>
                  <a:lnTo>
                    <a:pt x="1526214" y="1640005"/>
                  </a:lnTo>
                  <a:lnTo>
                    <a:pt x="1526206" y="1639998"/>
                  </a:lnTo>
                  <a:lnTo>
                    <a:pt x="1526196" y="1639994"/>
                  </a:lnTo>
                  <a:lnTo>
                    <a:pt x="1526186" y="1639995"/>
                  </a:lnTo>
                  <a:lnTo>
                    <a:pt x="1526148" y="1640013"/>
                  </a:lnTo>
                  <a:lnTo>
                    <a:pt x="1526101" y="1640026"/>
                  </a:lnTo>
                  <a:lnTo>
                    <a:pt x="1526088" y="1640033"/>
                  </a:lnTo>
                  <a:lnTo>
                    <a:pt x="1526076" y="1640040"/>
                  </a:lnTo>
                  <a:lnTo>
                    <a:pt x="1526066" y="1640044"/>
                  </a:lnTo>
                  <a:lnTo>
                    <a:pt x="1526057" y="1640049"/>
                  </a:lnTo>
                  <a:lnTo>
                    <a:pt x="1526051" y="1640050"/>
                  </a:lnTo>
                  <a:lnTo>
                    <a:pt x="1526040" y="1640048"/>
                  </a:lnTo>
                  <a:lnTo>
                    <a:pt x="1526027" y="1640045"/>
                  </a:lnTo>
                  <a:lnTo>
                    <a:pt x="1526020" y="1640040"/>
                  </a:lnTo>
                  <a:lnTo>
                    <a:pt x="1526011" y="1640032"/>
                  </a:lnTo>
                  <a:lnTo>
                    <a:pt x="1525979" y="1640010"/>
                  </a:lnTo>
                  <a:lnTo>
                    <a:pt x="1525962" y="1639987"/>
                  </a:lnTo>
                  <a:lnTo>
                    <a:pt x="1525949" y="1639964"/>
                  </a:lnTo>
                  <a:lnTo>
                    <a:pt x="1525935" y="1639914"/>
                  </a:lnTo>
                  <a:lnTo>
                    <a:pt x="1525929" y="1639883"/>
                  </a:lnTo>
                  <a:lnTo>
                    <a:pt x="1525917" y="1639870"/>
                  </a:lnTo>
                  <a:lnTo>
                    <a:pt x="1525858" y="1639841"/>
                  </a:lnTo>
                  <a:lnTo>
                    <a:pt x="1525832" y="1639824"/>
                  </a:lnTo>
                  <a:lnTo>
                    <a:pt x="1525828" y="1639813"/>
                  </a:lnTo>
                  <a:lnTo>
                    <a:pt x="1525835" y="1639801"/>
                  </a:lnTo>
                  <a:lnTo>
                    <a:pt x="1525864" y="1639778"/>
                  </a:lnTo>
                  <a:lnTo>
                    <a:pt x="1525870" y="1639761"/>
                  </a:lnTo>
                  <a:lnTo>
                    <a:pt x="1525876" y="1639747"/>
                  </a:lnTo>
                  <a:lnTo>
                    <a:pt x="1525881" y="1639731"/>
                  </a:lnTo>
                  <a:lnTo>
                    <a:pt x="1525886" y="1639718"/>
                  </a:lnTo>
                  <a:lnTo>
                    <a:pt x="1525889" y="1639710"/>
                  </a:lnTo>
                  <a:lnTo>
                    <a:pt x="1525895" y="1639700"/>
                  </a:lnTo>
                  <a:lnTo>
                    <a:pt x="1525903" y="1639693"/>
                  </a:lnTo>
                  <a:lnTo>
                    <a:pt x="1525918" y="1639684"/>
                  </a:lnTo>
                  <a:lnTo>
                    <a:pt x="1525927" y="1639678"/>
                  </a:lnTo>
                  <a:lnTo>
                    <a:pt x="1525936" y="1639670"/>
                  </a:lnTo>
                  <a:lnTo>
                    <a:pt x="1525947" y="1639660"/>
                  </a:lnTo>
                  <a:lnTo>
                    <a:pt x="1525954" y="1639650"/>
                  </a:lnTo>
                  <a:lnTo>
                    <a:pt x="1525944" y="1639648"/>
                  </a:lnTo>
                  <a:lnTo>
                    <a:pt x="1525925" y="1639645"/>
                  </a:lnTo>
                  <a:lnTo>
                    <a:pt x="1525906" y="1639644"/>
                  </a:lnTo>
                  <a:lnTo>
                    <a:pt x="1525878" y="1639644"/>
                  </a:lnTo>
                  <a:lnTo>
                    <a:pt x="1525863" y="1639637"/>
                  </a:lnTo>
                  <a:lnTo>
                    <a:pt x="1525858" y="1639634"/>
                  </a:lnTo>
                  <a:lnTo>
                    <a:pt x="1525827" y="1639628"/>
                  </a:lnTo>
                  <a:lnTo>
                    <a:pt x="1525815" y="1639618"/>
                  </a:lnTo>
                  <a:lnTo>
                    <a:pt x="1525814" y="1639595"/>
                  </a:lnTo>
                  <a:lnTo>
                    <a:pt x="1525827" y="1639545"/>
                  </a:lnTo>
                  <a:lnTo>
                    <a:pt x="1525827" y="1639523"/>
                  </a:lnTo>
                  <a:lnTo>
                    <a:pt x="1525817" y="1639500"/>
                  </a:lnTo>
                  <a:lnTo>
                    <a:pt x="1525801" y="1639487"/>
                  </a:lnTo>
                  <a:lnTo>
                    <a:pt x="1525779" y="1639470"/>
                  </a:lnTo>
                  <a:lnTo>
                    <a:pt x="1525765" y="1639466"/>
                  </a:lnTo>
                  <a:lnTo>
                    <a:pt x="1525748" y="1639460"/>
                  </a:lnTo>
                  <a:lnTo>
                    <a:pt x="1525731" y="1639455"/>
                  </a:lnTo>
                  <a:lnTo>
                    <a:pt x="1525711" y="1639448"/>
                  </a:lnTo>
                  <a:lnTo>
                    <a:pt x="1525694" y="1639443"/>
                  </a:lnTo>
                  <a:lnTo>
                    <a:pt x="1525678" y="1639444"/>
                  </a:lnTo>
                  <a:lnTo>
                    <a:pt x="1525650" y="1639447"/>
                  </a:lnTo>
                  <a:lnTo>
                    <a:pt x="1525628" y="1639449"/>
                  </a:lnTo>
                  <a:lnTo>
                    <a:pt x="1525615" y="1639450"/>
                  </a:lnTo>
                  <a:lnTo>
                    <a:pt x="1525603" y="1639451"/>
                  </a:lnTo>
                  <a:lnTo>
                    <a:pt x="1525579" y="1639451"/>
                  </a:lnTo>
                  <a:lnTo>
                    <a:pt x="1525548" y="1639440"/>
                  </a:lnTo>
                  <a:lnTo>
                    <a:pt x="1525527" y="1639427"/>
                  </a:lnTo>
                  <a:lnTo>
                    <a:pt x="1525523" y="1639422"/>
                  </a:lnTo>
                  <a:lnTo>
                    <a:pt x="1525512" y="1639374"/>
                  </a:lnTo>
                  <a:lnTo>
                    <a:pt x="1525507" y="1639368"/>
                  </a:lnTo>
                  <a:lnTo>
                    <a:pt x="1525491" y="1639365"/>
                  </a:lnTo>
                  <a:lnTo>
                    <a:pt x="1525486" y="1639362"/>
                  </a:lnTo>
                  <a:lnTo>
                    <a:pt x="1525477" y="1639351"/>
                  </a:lnTo>
                  <a:lnTo>
                    <a:pt x="1525467" y="1639342"/>
                  </a:lnTo>
                  <a:lnTo>
                    <a:pt x="1525456" y="1639331"/>
                  </a:lnTo>
                  <a:lnTo>
                    <a:pt x="1525449" y="1639324"/>
                  </a:lnTo>
                  <a:lnTo>
                    <a:pt x="1525434" y="1639307"/>
                  </a:lnTo>
                  <a:lnTo>
                    <a:pt x="1525419" y="1639282"/>
                  </a:lnTo>
                  <a:lnTo>
                    <a:pt x="1525407" y="1639260"/>
                  </a:lnTo>
                  <a:lnTo>
                    <a:pt x="1525394" y="1639250"/>
                  </a:lnTo>
                  <a:lnTo>
                    <a:pt x="1525378" y="1639242"/>
                  </a:lnTo>
                  <a:lnTo>
                    <a:pt x="1525364" y="1639222"/>
                  </a:lnTo>
                  <a:lnTo>
                    <a:pt x="1525354" y="1639167"/>
                  </a:lnTo>
                  <a:lnTo>
                    <a:pt x="1525344" y="1639137"/>
                  </a:lnTo>
                  <a:lnTo>
                    <a:pt x="1525329" y="1639127"/>
                  </a:lnTo>
                  <a:lnTo>
                    <a:pt x="1525313" y="1639105"/>
                  </a:lnTo>
                  <a:lnTo>
                    <a:pt x="1525300" y="1639083"/>
                  </a:lnTo>
                  <a:lnTo>
                    <a:pt x="1525299" y="1639074"/>
                  </a:lnTo>
                  <a:lnTo>
                    <a:pt x="1525292" y="1639071"/>
                  </a:lnTo>
                  <a:lnTo>
                    <a:pt x="1525263" y="1639092"/>
                  </a:lnTo>
                  <a:lnTo>
                    <a:pt x="1525256" y="1639105"/>
                  </a:lnTo>
                  <a:lnTo>
                    <a:pt x="1525238" y="1639141"/>
                  </a:lnTo>
                  <a:lnTo>
                    <a:pt x="1525222" y="1639176"/>
                  </a:lnTo>
                  <a:lnTo>
                    <a:pt x="1525218" y="1639184"/>
                  </a:lnTo>
                  <a:lnTo>
                    <a:pt x="1525217" y="1639203"/>
                  </a:lnTo>
                  <a:lnTo>
                    <a:pt x="1525221" y="1639220"/>
                  </a:lnTo>
                  <a:lnTo>
                    <a:pt x="1525226" y="1639227"/>
                  </a:lnTo>
                  <a:lnTo>
                    <a:pt x="1525233" y="1639244"/>
                  </a:lnTo>
                  <a:lnTo>
                    <a:pt x="1525237" y="1639250"/>
                  </a:lnTo>
                  <a:lnTo>
                    <a:pt x="1525248" y="1639319"/>
                  </a:lnTo>
                  <a:lnTo>
                    <a:pt x="1525260" y="1639339"/>
                  </a:lnTo>
                  <a:lnTo>
                    <a:pt x="1525303" y="1639413"/>
                  </a:lnTo>
                  <a:lnTo>
                    <a:pt x="1525311" y="1639449"/>
                  </a:lnTo>
                  <a:lnTo>
                    <a:pt x="1525340" y="1639523"/>
                  </a:lnTo>
                  <a:lnTo>
                    <a:pt x="1525345" y="1639548"/>
                  </a:lnTo>
                  <a:lnTo>
                    <a:pt x="1525348" y="1639559"/>
                  </a:lnTo>
                  <a:lnTo>
                    <a:pt x="1525349" y="1639574"/>
                  </a:lnTo>
                  <a:lnTo>
                    <a:pt x="1525173" y="1639510"/>
                  </a:lnTo>
                  <a:lnTo>
                    <a:pt x="1525138" y="1639498"/>
                  </a:lnTo>
                  <a:lnTo>
                    <a:pt x="1525124" y="1639493"/>
                  </a:lnTo>
                  <a:lnTo>
                    <a:pt x="1525109" y="1639494"/>
                  </a:lnTo>
                  <a:lnTo>
                    <a:pt x="1525087" y="1639495"/>
                  </a:lnTo>
                  <a:lnTo>
                    <a:pt x="1525050" y="1639495"/>
                  </a:lnTo>
                  <a:lnTo>
                    <a:pt x="1524993" y="1639495"/>
                  </a:lnTo>
                  <a:lnTo>
                    <a:pt x="1524957" y="1639497"/>
                  </a:lnTo>
                  <a:lnTo>
                    <a:pt x="1524939" y="1639494"/>
                  </a:lnTo>
                  <a:lnTo>
                    <a:pt x="1524915" y="1639487"/>
                  </a:lnTo>
                  <a:lnTo>
                    <a:pt x="1524904" y="1639486"/>
                  </a:lnTo>
                  <a:lnTo>
                    <a:pt x="1524888" y="1639498"/>
                  </a:lnTo>
                  <a:lnTo>
                    <a:pt x="1524875" y="1639504"/>
                  </a:lnTo>
                  <a:lnTo>
                    <a:pt x="1524851" y="1639514"/>
                  </a:lnTo>
                  <a:lnTo>
                    <a:pt x="1524834" y="1639517"/>
                  </a:lnTo>
                  <a:lnTo>
                    <a:pt x="1524824" y="1639517"/>
                  </a:lnTo>
                  <a:lnTo>
                    <a:pt x="1524795" y="1639533"/>
                  </a:lnTo>
                  <a:lnTo>
                    <a:pt x="1524780" y="1639558"/>
                  </a:lnTo>
                  <a:lnTo>
                    <a:pt x="1524776" y="1639574"/>
                  </a:lnTo>
                  <a:lnTo>
                    <a:pt x="1524766" y="1639587"/>
                  </a:lnTo>
                  <a:lnTo>
                    <a:pt x="1524754" y="1639594"/>
                  </a:lnTo>
                  <a:lnTo>
                    <a:pt x="1524744" y="1639596"/>
                  </a:lnTo>
                  <a:lnTo>
                    <a:pt x="1524737" y="1639594"/>
                  </a:lnTo>
                  <a:lnTo>
                    <a:pt x="1524731" y="1639591"/>
                  </a:lnTo>
                  <a:lnTo>
                    <a:pt x="1524721" y="1639581"/>
                  </a:lnTo>
                  <a:lnTo>
                    <a:pt x="1524701" y="1639559"/>
                  </a:lnTo>
                  <a:lnTo>
                    <a:pt x="1524673" y="1639544"/>
                  </a:lnTo>
                  <a:lnTo>
                    <a:pt x="1524643" y="1639545"/>
                  </a:lnTo>
                  <a:lnTo>
                    <a:pt x="1524620" y="1639543"/>
                  </a:lnTo>
                  <a:lnTo>
                    <a:pt x="1524602" y="1639543"/>
                  </a:lnTo>
                  <a:lnTo>
                    <a:pt x="1524585" y="1639545"/>
                  </a:lnTo>
                  <a:lnTo>
                    <a:pt x="1524579" y="1639546"/>
                  </a:lnTo>
                  <a:lnTo>
                    <a:pt x="1524562" y="1639549"/>
                  </a:lnTo>
                  <a:lnTo>
                    <a:pt x="1524545" y="1639553"/>
                  </a:lnTo>
                  <a:lnTo>
                    <a:pt x="1524526" y="1639552"/>
                  </a:lnTo>
                  <a:lnTo>
                    <a:pt x="1524492" y="1639549"/>
                  </a:lnTo>
                  <a:lnTo>
                    <a:pt x="1524437" y="1639549"/>
                  </a:lnTo>
                  <a:lnTo>
                    <a:pt x="1524409" y="1639548"/>
                  </a:lnTo>
                  <a:lnTo>
                    <a:pt x="1524375" y="1639546"/>
                  </a:lnTo>
                  <a:lnTo>
                    <a:pt x="1524343" y="1639546"/>
                  </a:lnTo>
                  <a:lnTo>
                    <a:pt x="1524302" y="1639543"/>
                  </a:lnTo>
                  <a:lnTo>
                    <a:pt x="1524272" y="1639537"/>
                  </a:lnTo>
                  <a:lnTo>
                    <a:pt x="1524258" y="1639534"/>
                  </a:lnTo>
                  <a:lnTo>
                    <a:pt x="1524240" y="1639533"/>
                  </a:lnTo>
                  <a:lnTo>
                    <a:pt x="1524198" y="1639524"/>
                  </a:lnTo>
                  <a:lnTo>
                    <a:pt x="1524174" y="1639523"/>
                  </a:lnTo>
                  <a:lnTo>
                    <a:pt x="1524146" y="1639515"/>
                  </a:lnTo>
                  <a:lnTo>
                    <a:pt x="1524119" y="1639508"/>
                  </a:lnTo>
                  <a:lnTo>
                    <a:pt x="1524081" y="1639505"/>
                  </a:lnTo>
                  <a:lnTo>
                    <a:pt x="1524043" y="1639495"/>
                  </a:lnTo>
                  <a:lnTo>
                    <a:pt x="1523995" y="1639489"/>
                  </a:lnTo>
                  <a:lnTo>
                    <a:pt x="1523956" y="1639486"/>
                  </a:lnTo>
                  <a:lnTo>
                    <a:pt x="1523939" y="1639480"/>
                  </a:lnTo>
                  <a:lnTo>
                    <a:pt x="1523924" y="1639470"/>
                  </a:lnTo>
                  <a:lnTo>
                    <a:pt x="1523873" y="1639443"/>
                  </a:lnTo>
                  <a:lnTo>
                    <a:pt x="1523855" y="1639438"/>
                  </a:lnTo>
                  <a:lnTo>
                    <a:pt x="1523826" y="1639451"/>
                  </a:lnTo>
                  <a:lnTo>
                    <a:pt x="1523810" y="1639463"/>
                  </a:lnTo>
                  <a:lnTo>
                    <a:pt x="1523798" y="1639492"/>
                  </a:lnTo>
                  <a:lnTo>
                    <a:pt x="1523786" y="1639528"/>
                  </a:lnTo>
                  <a:lnTo>
                    <a:pt x="1523783" y="1639535"/>
                  </a:lnTo>
                  <a:lnTo>
                    <a:pt x="1523775" y="1639551"/>
                  </a:lnTo>
                  <a:lnTo>
                    <a:pt x="1523764" y="1639556"/>
                  </a:lnTo>
                  <a:lnTo>
                    <a:pt x="1523755" y="1639542"/>
                  </a:lnTo>
                  <a:lnTo>
                    <a:pt x="1523737" y="1639536"/>
                  </a:lnTo>
                  <a:lnTo>
                    <a:pt x="1523720" y="1639537"/>
                  </a:lnTo>
                  <a:lnTo>
                    <a:pt x="1523705" y="1639537"/>
                  </a:lnTo>
                  <a:lnTo>
                    <a:pt x="1523693" y="1639540"/>
                  </a:lnTo>
                  <a:lnTo>
                    <a:pt x="1523676" y="1639545"/>
                  </a:lnTo>
                  <a:lnTo>
                    <a:pt x="1523654" y="1639554"/>
                  </a:lnTo>
                  <a:lnTo>
                    <a:pt x="1523645" y="1639559"/>
                  </a:lnTo>
                  <a:lnTo>
                    <a:pt x="1523633" y="1639563"/>
                  </a:lnTo>
                  <a:lnTo>
                    <a:pt x="1523617" y="1639556"/>
                  </a:lnTo>
                  <a:lnTo>
                    <a:pt x="1523614" y="1639541"/>
                  </a:lnTo>
                  <a:lnTo>
                    <a:pt x="1523611" y="1639512"/>
                  </a:lnTo>
                  <a:lnTo>
                    <a:pt x="1523611" y="1639480"/>
                  </a:lnTo>
                  <a:lnTo>
                    <a:pt x="1523611" y="1639450"/>
                  </a:lnTo>
                  <a:lnTo>
                    <a:pt x="1523613" y="1639430"/>
                  </a:lnTo>
                  <a:lnTo>
                    <a:pt x="1523608" y="1639416"/>
                  </a:lnTo>
                  <a:lnTo>
                    <a:pt x="1523599" y="1639391"/>
                  </a:lnTo>
                  <a:lnTo>
                    <a:pt x="1523586" y="1639388"/>
                  </a:lnTo>
                  <a:lnTo>
                    <a:pt x="1523563" y="1639383"/>
                  </a:lnTo>
                  <a:lnTo>
                    <a:pt x="1523541" y="1639384"/>
                  </a:lnTo>
                  <a:lnTo>
                    <a:pt x="1523519" y="1639385"/>
                  </a:lnTo>
                  <a:lnTo>
                    <a:pt x="1523501" y="1639376"/>
                  </a:lnTo>
                  <a:lnTo>
                    <a:pt x="1523485" y="1639371"/>
                  </a:lnTo>
                  <a:lnTo>
                    <a:pt x="1523472" y="1639371"/>
                  </a:lnTo>
                  <a:lnTo>
                    <a:pt x="1523444" y="1639352"/>
                  </a:lnTo>
                  <a:lnTo>
                    <a:pt x="1523412" y="1639333"/>
                  </a:lnTo>
                  <a:lnTo>
                    <a:pt x="1523388" y="1639322"/>
                  </a:lnTo>
                  <a:lnTo>
                    <a:pt x="1523370" y="1639313"/>
                  </a:lnTo>
                  <a:lnTo>
                    <a:pt x="1523346" y="1639304"/>
                  </a:lnTo>
                  <a:lnTo>
                    <a:pt x="1523336" y="1639294"/>
                  </a:lnTo>
                  <a:lnTo>
                    <a:pt x="1523334" y="1639289"/>
                  </a:lnTo>
                  <a:lnTo>
                    <a:pt x="1523334" y="1639279"/>
                  </a:lnTo>
                  <a:lnTo>
                    <a:pt x="1523323" y="1639264"/>
                  </a:lnTo>
                  <a:lnTo>
                    <a:pt x="1523314" y="1639259"/>
                  </a:lnTo>
                  <a:lnTo>
                    <a:pt x="1523302" y="1639256"/>
                  </a:lnTo>
                  <a:lnTo>
                    <a:pt x="1523292" y="1639260"/>
                  </a:lnTo>
                  <a:lnTo>
                    <a:pt x="1523282" y="1639267"/>
                  </a:lnTo>
                  <a:lnTo>
                    <a:pt x="1523262" y="1639274"/>
                  </a:lnTo>
                  <a:lnTo>
                    <a:pt x="1523246" y="1639274"/>
                  </a:lnTo>
                  <a:lnTo>
                    <a:pt x="1523235" y="1639268"/>
                  </a:lnTo>
                  <a:lnTo>
                    <a:pt x="1523231" y="1639261"/>
                  </a:lnTo>
                  <a:lnTo>
                    <a:pt x="1523227" y="1639247"/>
                  </a:lnTo>
                  <a:lnTo>
                    <a:pt x="1523218" y="1639226"/>
                  </a:lnTo>
                  <a:lnTo>
                    <a:pt x="1523209" y="1639209"/>
                  </a:lnTo>
                  <a:lnTo>
                    <a:pt x="1523195" y="1639197"/>
                  </a:lnTo>
                  <a:lnTo>
                    <a:pt x="1523183" y="1639197"/>
                  </a:lnTo>
                  <a:lnTo>
                    <a:pt x="1523172" y="1639201"/>
                  </a:lnTo>
                  <a:lnTo>
                    <a:pt x="1523158" y="1639212"/>
                  </a:lnTo>
                  <a:lnTo>
                    <a:pt x="1523154" y="1639214"/>
                  </a:lnTo>
                  <a:lnTo>
                    <a:pt x="1523142" y="1639220"/>
                  </a:lnTo>
                  <a:lnTo>
                    <a:pt x="1523121" y="1639217"/>
                  </a:lnTo>
                  <a:lnTo>
                    <a:pt x="1523116" y="1639203"/>
                  </a:lnTo>
                  <a:lnTo>
                    <a:pt x="1523110" y="1639187"/>
                  </a:lnTo>
                  <a:lnTo>
                    <a:pt x="1523104" y="1639158"/>
                  </a:lnTo>
                  <a:lnTo>
                    <a:pt x="1523106" y="1639141"/>
                  </a:lnTo>
                  <a:lnTo>
                    <a:pt x="1523103" y="1639120"/>
                  </a:lnTo>
                  <a:lnTo>
                    <a:pt x="1523096" y="1639108"/>
                  </a:lnTo>
                  <a:lnTo>
                    <a:pt x="1523080" y="1639091"/>
                  </a:lnTo>
                  <a:lnTo>
                    <a:pt x="1523064" y="1639080"/>
                  </a:lnTo>
                  <a:lnTo>
                    <a:pt x="1523048" y="1639079"/>
                  </a:lnTo>
                  <a:lnTo>
                    <a:pt x="1523041" y="1639081"/>
                  </a:lnTo>
                  <a:lnTo>
                    <a:pt x="1523013" y="1639089"/>
                  </a:lnTo>
                  <a:lnTo>
                    <a:pt x="1522998" y="1639091"/>
                  </a:lnTo>
                  <a:lnTo>
                    <a:pt x="1522984" y="1639088"/>
                  </a:lnTo>
                  <a:lnTo>
                    <a:pt x="1522968" y="1639078"/>
                  </a:lnTo>
                  <a:lnTo>
                    <a:pt x="1522973" y="1639062"/>
                  </a:lnTo>
                  <a:lnTo>
                    <a:pt x="1522985" y="1639033"/>
                  </a:lnTo>
                  <a:lnTo>
                    <a:pt x="1522986" y="1639013"/>
                  </a:lnTo>
                  <a:lnTo>
                    <a:pt x="1522979" y="1638992"/>
                  </a:lnTo>
                  <a:lnTo>
                    <a:pt x="1522969" y="1638986"/>
                  </a:lnTo>
                  <a:lnTo>
                    <a:pt x="1522954" y="1638927"/>
                  </a:lnTo>
                  <a:lnTo>
                    <a:pt x="1522920" y="1638895"/>
                  </a:lnTo>
                  <a:lnTo>
                    <a:pt x="1522883" y="1638891"/>
                  </a:lnTo>
                  <a:lnTo>
                    <a:pt x="1522864" y="1638889"/>
                  </a:lnTo>
                  <a:lnTo>
                    <a:pt x="1522835" y="1638890"/>
                  </a:lnTo>
                  <a:lnTo>
                    <a:pt x="1522826" y="1638890"/>
                  </a:lnTo>
                  <a:lnTo>
                    <a:pt x="1522796" y="1638891"/>
                  </a:lnTo>
                  <a:lnTo>
                    <a:pt x="1522747" y="1638884"/>
                  </a:lnTo>
                  <a:lnTo>
                    <a:pt x="1522717" y="1638881"/>
                  </a:lnTo>
                  <a:lnTo>
                    <a:pt x="1522686" y="1638883"/>
                  </a:lnTo>
                  <a:lnTo>
                    <a:pt x="1522676" y="1638882"/>
                  </a:lnTo>
                  <a:lnTo>
                    <a:pt x="1522653" y="1638887"/>
                  </a:lnTo>
                  <a:lnTo>
                    <a:pt x="1522636" y="1638890"/>
                  </a:lnTo>
                  <a:lnTo>
                    <a:pt x="1522623" y="1638893"/>
                  </a:lnTo>
                  <a:lnTo>
                    <a:pt x="1522607" y="1638892"/>
                  </a:lnTo>
                  <a:lnTo>
                    <a:pt x="1522582" y="1638904"/>
                  </a:lnTo>
                  <a:lnTo>
                    <a:pt x="1522564" y="1638893"/>
                  </a:lnTo>
                  <a:lnTo>
                    <a:pt x="1522539" y="1638864"/>
                  </a:lnTo>
                  <a:lnTo>
                    <a:pt x="1522507" y="1638846"/>
                  </a:lnTo>
                  <a:lnTo>
                    <a:pt x="1522461" y="1638818"/>
                  </a:lnTo>
                  <a:lnTo>
                    <a:pt x="1522442" y="1638788"/>
                  </a:lnTo>
                  <a:lnTo>
                    <a:pt x="1522424" y="1638760"/>
                  </a:lnTo>
                  <a:lnTo>
                    <a:pt x="1522415" y="1638753"/>
                  </a:lnTo>
                  <a:lnTo>
                    <a:pt x="1522412" y="1638750"/>
                  </a:lnTo>
                  <a:lnTo>
                    <a:pt x="1522404" y="1638739"/>
                  </a:lnTo>
                  <a:lnTo>
                    <a:pt x="1522400" y="1638731"/>
                  </a:lnTo>
                  <a:lnTo>
                    <a:pt x="1522384" y="1638698"/>
                  </a:lnTo>
                  <a:lnTo>
                    <a:pt x="1522371" y="1638678"/>
                  </a:lnTo>
                  <a:lnTo>
                    <a:pt x="1522375" y="1638661"/>
                  </a:lnTo>
                  <a:lnTo>
                    <a:pt x="1522377" y="1638651"/>
                  </a:lnTo>
                  <a:lnTo>
                    <a:pt x="1522376" y="1638644"/>
                  </a:lnTo>
                  <a:lnTo>
                    <a:pt x="1522376" y="1638633"/>
                  </a:lnTo>
                  <a:lnTo>
                    <a:pt x="1522372" y="1638623"/>
                  </a:lnTo>
                  <a:lnTo>
                    <a:pt x="1522367" y="1638621"/>
                  </a:lnTo>
                  <a:lnTo>
                    <a:pt x="1522331" y="1638597"/>
                  </a:lnTo>
                  <a:lnTo>
                    <a:pt x="1522291" y="1638564"/>
                  </a:lnTo>
                  <a:lnTo>
                    <a:pt x="1522258" y="1638553"/>
                  </a:lnTo>
                  <a:lnTo>
                    <a:pt x="1522249" y="1638549"/>
                  </a:lnTo>
                  <a:lnTo>
                    <a:pt x="1522235" y="1638547"/>
                  </a:lnTo>
                  <a:lnTo>
                    <a:pt x="1522206" y="1638522"/>
                  </a:lnTo>
                  <a:lnTo>
                    <a:pt x="1522139" y="1638495"/>
                  </a:lnTo>
                  <a:lnTo>
                    <a:pt x="1522094" y="1638493"/>
                  </a:lnTo>
                  <a:lnTo>
                    <a:pt x="1522038" y="1638520"/>
                  </a:lnTo>
                  <a:lnTo>
                    <a:pt x="1522020" y="1638528"/>
                  </a:lnTo>
                  <a:lnTo>
                    <a:pt x="1521979" y="1638538"/>
                  </a:lnTo>
                  <a:lnTo>
                    <a:pt x="1521945" y="1638546"/>
                  </a:lnTo>
                  <a:lnTo>
                    <a:pt x="1521930" y="1638546"/>
                  </a:lnTo>
                  <a:lnTo>
                    <a:pt x="1521921" y="1638546"/>
                  </a:lnTo>
                  <a:lnTo>
                    <a:pt x="1521905" y="1638546"/>
                  </a:lnTo>
                  <a:lnTo>
                    <a:pt x="1521888" y="1638547"/>
                  </a:lnTo>
                  <a:lnTo>
                    <a:pt x="1521873" y="1638550"/>
                  </a:lnTo>
                  <a:lnTo>
                    <a:pt x="1521860" y="1638556"/>
                  </a:lnTo>
                  <a:lnTo>
                    <a:pt x="1521842" y="1638563"/>
                  </a:lnTo>
                  <a:lnTo>
                    <a:pt x="1521832" y="1638566"/>
                  </a:lnTo>
                  <a:lnTo>
                    <a:pt x="1521825" y="1638566"/>
                  </a:lnTo>
                  <a:lnTo>
                    <a:pt x="1521811" y="1638564"/>
                  </a:lnTo>
                  <a:lnTo>
                    <a:pt x="1521796" y="1638562"/>
                  </a:lnTo>
                  <a:lnTo>
                    <a:pt x="1521782" y="1638559"/>
                  </a:lnTo>
                  <a:lnTo>
                    <a:pt x="1521770" y="1638561"/>
                  </a:lnTo>
                  <a:lnTo>
                    <a:pt x="1521757" y="1638565"/>
                  </a:lnTo>
                  <a:lnTo>
                    <a:pt x="1521738" y="1638571"/>
                  </a:lnTo>
                  <a:lnTo>
                    <a:pt x="1521726" y="1638576"/>
                  </a:lnTo>
                  <a:lnTo>
                    <a:pt x="1521713" y="1638581"/>
                  </a:lnTo>
                  <a:lnTo>
                    <a:pt x="1521699" y="1638582"/>
                  </a:lnTo>
                  <a:lnTo>
                    <a:pt x="1521689" y="1638582"/>
                  </a:lnTo>
                  <a:lnTo>
                    <a:pt x="1521652" y="1638574"/>
                  </a:lnTo>
                  <a:lnTo>
                    <a:pt x="1521588" y="1638580"/>
                  </a:lnTo>
                  <a:lnTo>
                    <a:pt x="1521531" y="1638625"/>
                  </a:lnTo>
                  <a:lnTo>
                    <a:pt x="1521520" y="1638675"/>
                  </a:lnTo>
                  <a:lnTo>
                    <a:pt x="1521520" y="1638684"/>
                  </a:lnTo>
                  <a:lnTo>
                    <a:pt x="1521508" y="1638724"/>
                  </a:lnTo>
                  <a:lnTo>
                    <a:pt x="1521509" y="1638740"/>
                  </a:lnTo>
                  <a:lnTo>
                    <a:pt x="1521508" y="1638751"/>
                  </a:lnTo>
                  <a:lnTo>
                    <a:pt x="1521501" y="1638763"/>
                  </a:lnTo>
                  <a:lnTo>
                    <a:pt x="1521502" y="1638770"/>
                  </a:lnTo>
                  <a:lnTo>
                    <a:pt x="1521502" y="1638778"/>
                  </a:lnTo>
                  <a:lnTo>
                    <a:pt x="1521497" y="1638787"/>
                  </a:lnTo>
                  <a:lnTo>
                    <a:pt x="1521492" y="1638798"/>
                  </a:lnTo>
                  <a:lnTo>
                    <a:pt x="1521483" y="1638808"/>
                  </a:lnTo>
                  <a:lnTo>
                    <a:pt x="1521478" y="1638816"/>
                  </a:lnTo>
                  <a:lnTo>
                    <a:pt x="1521474" y="1638828"/>
                  </a:lnTo>
                  <a:lnTo>
                    <a:pt x="1521471" y="1638845"/>
                  </a:lnTo>
                  <a:lnTo>
                    <a:pt x="1521471" y="1638856"/>
                  </a:lnTo>
                  <a:lnTo>
                    <a:pt x="1521474" y="1638882"/>
                  </a:lnTo>
                  <a:lnTo>
                    <a:pt x="1521452" y="1638890"/>
                  </a:lnTo>
                  <a:lnTo>
                    <a:pt x="1521443" y="1638890"/>
                  </a:lnTo>
                  <a:lnTo>
                    <a:pt x="1521435" y="1638887"/>
                  </a:lnTo>
                  <a:lnTo>
                    <a:pt x="1521427" y="1638883"/>
                  </a:lnTo>
                  <a:lnTo>
                    <a:pt x="1521422" y="1638884"/>
                  </a:lnTo>
                  <a:lnTo>
                    <a:pt x="1521419" y="1638889"/>
                  </a:lnTo>
                  <a:lnTo>
                    <a:pt x="1521412" y="1638891"/>
                  </a:lnTo>
                  <a:lnTo>
                    <a:pt x="1521403" y="1638892"/>
                  </a:lnTo>
                  <a:lnTo>
                    <a:pt x="1521397" y="1638891"/>
                  </a:lnTo>
                  <a:lnTo>
                    <a:pt x="1521390" y="1638889"/>
                  </a:lnTo>
                  <a:lnTo>
                    <a:pt x="1521386" y="1638892"/>
                  </a:lnTo>
                  <a:lnTo>
                    <a:pt x="1521378" y="1638897"/>
                  </a:lnTo>
                  <a:lnTo>
                    <a:pt x="1521378" y="1638929"/>
                  </a:lnTo>
                  <a:lnTo>
                    <a:pt x="1521381" y="1638948"/>
                  </a:lnTo>
                  <a:lnTo>
                    <a:pt x="1521383" y="1638962"/>
                  </a:lnTo>
                  <a:lnTo>
                    <a:pt x="1521382" y="1638977"/>
                  </a:lnTo>
                  <a:lnTo>
                    <a:pt x="1521381" y="1638987"/>
                  </a:lnTo>
                  <a:lnTo>
                    <a:pt x="1521378" y="1638996"/>
                  </a:lnTo>
                  <a:lnTo>
                    <a:pt x="1521371" y="1639003"/>
                  </a:lnTo>
                  <a:lnTo>
                    <a:pt x="1521366" y="1639009"/>
                  </a:lnTo>
                  <a:lnTo>
                    <a:pt x="1521362" y="1639018"/>
                  </a:lnTo>
                  <a:lnTo>
                    <a:pt x="1521360" y="1639032"/>
                  </a:lnTo>
                  <a:lnTo>
                    <a:pt x="1521360" y="1639045"/>
                  </a:lnTo>
                  <a:lnTo>
                    <a:pt x="1521360" y="1639054"/>
                  </a:lnTo>
                  <a:lnTo>
                    <a:pt x="1521360" y="1639069"/>
                  </a:lnTo>
                  <a:lnTo>
                    <a:pt x="1521342" y="1639078"/>
                  </a:lnTo>
                  <a:lnTo>
                    <a:pt x="1521335" y="1639078"/>
                  </a:lnTo>
                  <a:lnTo>
                    <a:pt x="1521327" y="1639075"/>
                  </a:lnTo>
                  <a:lnTo>
                    <a:pt x="1521316" y="1639069"/>
                  </a:lnTo>
                  <a:lnTo>
                    <a:pt x="1521308" y="1639066"/>
                  </a:lnTo>
                  <a:lnTo>
                    <a:pt x="1521296" y="1639062"/>
                  </a:lnTo>
                  <a:lnTo>
                    <a:pt x="1521278" y="1639061"/>
                  </a:lnTo>
                  <a:lnTo>
                    <a:pt x="1521258" y="1639060"/>
                  </a:lnTo>
                  <a:lnTo>
                    <a:pt x="1521237" y="1639060"/>
                  </a:lnTo>
                  <a:lnTo>
                    <a:pt x="1521230" y="1639061"/>
                  </a:lnTo>
                  <a:lnTo>
                    <a:pt x="1521218" y="1639069"/>
                  </a:lnTo>
                  <a:lnTo>
                    <a:pt x="1521204" y="1639082"/>
                  </a:lnTo>
                  <a:lnTo>
                    <a:pt x="1521197" y="1639089"/>
                  </a:lnTo>
                  <a:lnTo>
                    <a:pt x="1521190" y="1639097"/>
                  </a:lnTo>
                  <a:lnTo>
                    <a:pt x="1521179" y="1639111"/>
                  </a:lnTo>
                  <a:lnTo>
                    <a:pt x="1521168" y="1639126"/>
                  </a:lnTo>
                  <a:lnTo>
                    <a:pt x="1521160" y="1639138"/>
                  </a:lnTo>
                  <a:lnTo>
                    <a:pt x="1521155" y="1639143"/>
                  </a:lnTo>
                  <a:lnTo>
                    <a:pt x="1521149" y="1639148"/>
                  </a:lnTo>
                  <a:lnTo>
                    <a:pt x="1521139" y="1639151"/>
                  </a:lnTo>
                  <a:lnTo>
                    <a:pt x="1521118" y="1639153"/>
                  </a:lnTo>
                  <a:lnTo>
                    <a:pt x="1521091" y="1639154"/>
                  </a:lnTo>
                  <a:lnTo>
                    <a:pt x="1521083" y="1639168"/>
                  </a:lnTo>
                  <a:lnTo>
                    <a:pt x="1521080" y="1639188"/>
                  </a:lnTo>
                  <a:lnTo>
                    <a:pt x="1521074" y="1639195"/>
                  </a:lnTo>
                  <a:lnTo>
                    <a:pt x="1521061" y="1639195"/>
                  </a:lnTo>
                  <a:lnTo>
                    <a:pt x="1521050" y="1639194"/>
                  </a:lnTo>
                  <a:lnTo>
                    <a:pt x="1521043" y="1639194"/>
                  </a:lnTo>
                  <a:lnTo>
                    <a:pt x="1521038" y="1639195"/>
                  </a:lnTo>
                  <a:lnTo>
                    <a:pt x="1521032" y="1639200"/>
                  </a:lnTo>
                  <a:lnTo>
                    <a:pt x="1521022" y="1639209"/>
                  </a:lnTo>
                  <a:lnTo>
                    <a:pt x="1521016" y="1639214"/>
                  </a:lnTo>
                  <a:lnTo>
                    <a:pt x="1521007" y="1639217"/>
                  </a:lnTo>
                  <a:lnTo>
                    <a:pt x="1520998" y="1639220"/>
                  </a:lnTo>
                  <a:lnTo>
                    <a:pt x="1520992" y="1639229"/>
                  </a:lnTo>
                  <a:lnTo>
                    <a:pt x="1520986" y="1639243"/>
                  </a:lnTo>
                  <a:lnTo>
                    <a:pt x="1520976" y="1639257"/>
                  </a:lnTo>
                  <a:lnTo>
                    <a:pt x="1520972" y="1639267"/>
                  </a:lnTo>
                  <a:lnTo>
                    <a:pt x="1520971" y="1639276"/>
                  </a:lnTo>
                  <a:lnTo>
                    <a:pt x="1520964" y="1639287"/>
                  </a:lnTo>
                  <a:lnTo>
                    <a:pt x="1520956" y="1639298"/>
                  </a:lnTo>
                  <a:lnTo>
                    <a:pt x="1520949" y="1639307"/>
                  </a:lnTo>
                  <a:lnTo>
                    <a:pt x="1520943" y="1639318"/>
                  </a:lnTo>
                  <a:lnTo>
                    <a:pt x="1520941" y="1639325"/>
                  </a:lnTo>
                  <a:lnTo>
                    <a:pt x="1520937" y="1639331"/>
                  </a:lnTo>
                  <a:lnTo>
                    <a:pt x="1520934" y="1639339"/>
                  </a:lnTo>
                  <a:lnTo>
                    <a:pt x="1520931" y="1639347"/>
                  </a:lnTo>
                  <a:lnTo>
                    <a:pt x="1520919" y="1639358"/>
                  </a:lnTo>
                  <a:lnTo>
                    <a:pt x="1520915" y="1639341"/>
                  </a:lnTo>
                  <a:lnTo>
                    <a:pt x="1520913" y="1639332"/>
                  </a:lnTo>
                  <a:lnTo>
                    <a:pt x="1520912" y="1639319"/>
                  </a:lnTo>
                  <a:lnTo>
                    <a:pt x="1520910" y="1639310"/>
                  </a:lnTo>
                  <a:lnTo>
                    <a:pt x="1520907" y="1639301"/>
                  </a:lnTo>
                  <a:lnTo>
                    <a:pt x="1520907" y="1639295"/>
                  </a:lnTo>
                  <a:lnTo>
                    <a:pt x="1520909" y="1639287"/>
                  </a:lnTo>
                  <a:lnTo>
                    <a:pt x="1520908" y="1639278"/>
                  </a:lnTo>
                  <a:lnTo>
                    <a:pt x="1520901" y="1639275"/>
                  </a:lnTo>
                  <a:lnTo>
                    <a:pt x="1520896" y="1639272"/>
                  </a:lnTo>
                  <a:lnTo>
                    <a:pt x="1520891" y="1639267"/>
                  </a:lnTo>
                  <a:lnTo>
                    <a:pt x="1520888" y="1639262"/>
                  </a:lnTo>
                  <a:lnTo>
                    <a:pt x="1520885" y="1639256"/>
                  </a:lnTo>
                  <a:lnTo>
                    <a:pt x="1520883" y="1639248"/>
                  </a:lnTo>
                  <a:lnTo>
                    <a:pt x="1520880" y="1639239"/>
                  </a:lnTo>
                  <a:lnTo>
                    <a:pt x="1520877" y="1639233"/>
                  </a:lnTo>
                  <a:lnTo>
                    <a:pt x="1520869" y="1639225"/>
                  </a:lnTo>
                  <a:lnTo>
                    <a:pt x="1520855" y="1639215"/>
                  </a:lnTo>
                  <a:lnTo>
                    <a:pt x="1520843" y="1639208"/>
                  </a:lnTo>
                  <a:lnTo>
                    <a:pt x="1520824" y="1639197"/>
                  </a:lnTo>
                  <a:lnTo>
                    <a:pt x="1520819" y="1639193"/>
                  </a:lnTo>
                  <a:lnTo>
                    <a:pt x="1520777" y="1639158"/>
                  </a:lnTo>
                  <a:lnTo>
                    <a:pt x="1520752" y="1639141"/>
                  </a:lnTo>
                  <a:lnTo>
                    <a:pt x="1520740" y="1639131"/>
                  </a:lnTo>
                  <a:lnTo>
                    <a:pt x="1520725" y="1639121"/>
                  </a:lnTo>
                  <a:lnTo>
                    <a:pt x="1520711" y="1639118"/>
                  </a:lnTo>
                  <a:lnTo>
                    <a:pt x="1520690" y="1639118"/>
                  </a:lnTo>
                  <a:lnTo>
                    <a:pt x="1520685" y="1639117"/>
                  </a:lnTo>
                  <a:lnTo>
                    <a:pt x="1520671" y="1639112"/>
                  </a:lnTo>
                  <a:lnTo>
                    <a:pt x="1520653" y="1639106"/>
                  </a:lnTo>
                  <a:lnTo>
                    <a:pt x="1520637" y="1639092"/>
                  </a:lnTo>
                  <a:lnTo>
                    <a:pt x="1520623" y="1639082"/>
                  </a:lnTo>
                  <a:lnTo>
                    <a:pt x="1520599" y="1639066"/>
                  </a:lnTo>
                  <a:lnTo>
                    <a:pt x="1520585" y="1639057"/>
                  </a:lnTo>
                  <a:lnTo>
                    <a:pt x="1520568" y="1639047"/>
                  </a:lnTo>
                  <a:lnTo>
                    <a:pt x="1520543" y="1639032"/>
                  </a:lnTo>
                  <a:lnTo>
                    <a:pt x="1520533" y="1639028"/>
                  </a:lnTo>
                  <a:lnTo>
                    <a:pt x="1520521" y="1639020"/>
                  </a:lnTo>
                  <a:lnTo>
                    <a:pt x="1520511" y="1639009"/>
                  </a:lnTo>
                  <a:lnTo>
                    <a:pt x="1520506" y="1639004"/>
                  </a:lnTo>
                  <a:lnTo>
                    <a:pt x="1520489" y="1638975"/>
                  </a:lnTo>
                  <a:lnTo>
                    <a:pt x="1520463" y="1638935"/>
                  </a:lnTo>
                  <a:lnTo>
                    <a:pt x="1520453" y="1638902"/>
                  </a:lnTo>
                  <a:lnTo>
                    <a:pt x="1520445" y="1638881"/>
                  </a:lnTo>
                  <a:lnTo>
                    <a:pt x="1520429" y="1638862"/>
                  </a:lnTo>
                  <a:lnTo>
                    <a:pt x="1520417" y="1638848"/>
                  </a:lnTo>
                  <a:lnTo>
                    <a:pt x="1520405" y="1638855"/>
                  </a:lnTo>
                  <a:lnTo>
                    <a:pt x="1520385" y="1638861"/>
                  </a:lnTo>
                  <a:lnTo>
                    <a:pt x="1520375" y="1638861"/>
                  </a:lnTo>
                  <a:lnTo>
                    <a:pt x="1520366" y="1638856"/>
                  </a:lnTo>
                  <a:lnTo>
                    <a:pt x="1520359" y="1638850"/>
                  </a:lnTo>
                  <a:lnTo>
                    <a:pt x="1520354" y="1638837"/>
                  </a:lnTo>
                  <a:lnTo>
                    <a:pt x="1520348" y="1638821"/>
                  </a:lnTo>
                  <a:lnTo>
                    <a:pt x="1520338" y="1638807"/>
                  </a:lnTo>
                  <a:lnTo>
                    <a:pt x="1520333" y="1638802"/>
                  </a:lnTo>
                  <a:lnTo>
                    <a:pt x="1520327" y="1638798"/>
                  </a:lnTo>
                  <a:lnTo>
                    <a:pt x="1520305" y="1638796"/>
                  </a:lnTo>
                  <a:lnTo>
                    <a:pt x="1520290" y="1638795"/>
                  </a:lnTo>
                  <a:lnTo>
                    <a:pt x="1520265" y="1638796"/>
                  </a:lnTo>
                  <a:lnTo>
                    <a:pt x="1520241" y="1638787"/>
                  </a:lnTo>
                  <a:lnTo>
                    <a:pt x="1520224" y="1638782"/>
                  </a:lnTo>
                  <a:lnTo>
                    <a:pt x="1520212" y="1638778"/>
                  </a:lnTo>
                  <a:lnTo>
                    <a:pt x="1520191" y="1638768"/>
                  </a:lnTo>
                  <a:lnTo>
                    <a:pt x="1520164" y="1638765"/>
                  </a:lnTo>
                  <a:lnTo>
                    <a:pt x="1520146" y="1638763"/>
                  </a:lnTo>
                  <a:lnTo>
                    <a:pt x="1520126" y="1638763"/>
                  </a:lnTo>
                  <a:lnTo>
                    <a:pt x="1520099" y="1638769"/>
                  </a:lnTo>
                  <a:lnTo>
                    <a:pt x="1520073" y="1638774"/>
                  </a:lnTo>
                  <a:lnTo>
                    <a:pt x="1520056" y="1638780"/>
                  </a:lnTo>
                  <a:lnTo>
                    <a:pt x="1520043" y="1638785"/>
                  </a:lnTo>
                  <a:lnTo>
                    <a:pt x="1520009" y="1638779"/>
                  </a:lnTo>
                  <a:lnTo>
                    <a:pt x="1519971" y="1638776"/>
                  </a:lnTo>
                  <a:lnTo>
                    <a:pt x="1519936" y="1638783"/>
                  </a:lnTo>
                  <a:lnTo>
                    <a:pt x="1519919" y="1638785"/>
                  </a:lnTo>
                  <a:lnTo>
                    <a:pt x="1519897" y="1638788"/>
                  </a:lnTo>
                  <a:lnTo>
                    <a:pt x="1519867" y="1638785"/>
                  </a:lnTo>
                  <a:lnTo>
                    <a:pt x="1519848" y="1638785"/>
                  </a:lnTo>
                  <a:lnTo>
                    <a:pt x="1519836" y="1638791"/>
                  </a:lnTo>
                  <a:lnTo>
                    <a:pt x="1519800" y="1638806"/>
                  </a:lnTo>
                  <a:lnTo>
                    <a:pt x="1519793" y="1638808"/>
                  </a:lnTo>
                  <a:lnTo>
                    <a:pt x="1519761" y="1638828"/>
                  </a:lnTo>
                  <a:lnTo>
                    <a:pt x="1519746" y="1638839"/>
                  </a:lnTo>
                  <a:lnTo>
                    <a:pt x="1519719" y="1638868"/>
                  </a:lnTo>
                  <a:lnTo>
                    <a:pt x="1519712" y="1638877"/>
                  </a:lnTo>
                  <a:lnTo>
                    <a:pt x="1519708" y="1638891"/>
                  </a:lnTo>
                  <a:lnTo>
                    <a:pt x="1519700" y="1638907"/>
                  </a:lnTo>
                  <a:lnTo>
                    <a:pt x="1519692" y="1638918"/>
                  </a:lnTo>
                  <a:lnTo>
                    <a:pt x="1519678" y="1638938"/>
                  </a:lnTo>
                  <a:lnTo>
                    <a:pt x="1519669" y="1638949"/>
                  </a:lnTo>
                  <a:lnTo>
                    <a:pt x="1519662" y="1638960"/>
                  </a:lnTo>
                  <a:lnTo>
                    <a:pt x="1519654" y="1638970"/>
                  </a:lnTo>
                  <a:lnTo>
                    <a:pt x="1519650" y="1638974"/>
                  </a:lnTo>
                  <a:lnTo>
                    <a:pt x="1519646" y="1638980"/>
                  </a:lnTo>
                  <a:lnTo>
                    <a:pt x="1519637" y="1638992"/>
                  </a:lnTo>
                  <a:lnTo>
                    <a:pt x="1519624" y="1639012"/>
                  </a:lnTo>
                  <a:lnTo>
                    <a:pt x="1519613" y="1639041"/>
                  </a:lnTo>
                  <a:lnTo>
                    <a:pt x="1519610" y="1639051"/>
                  </a:lnTo>
                  <a:lnTo>
                    <a:pt x="1519612" y="1639064"/>
                  </a:lnTo>
                  <a:lnTo>
                    <a:pt x="1519612" y="1639082"/>
                  </a:lnTo>
                  <a:lnTo>
                    <a:pt x="1519610" y="1639089"/>
                  </a:lnTo>
                  <a:lnTo>
                    <a:pt x="1519591" y="1639174"/>
                  </a:lnTo>
                  <a:lnTo>
                    <a:pt x="1519588" y="1639188"/>
                  </a:lnTo>
                  <a:lnTo>
                    <a:pt x="1519565" y="1639172"/>
                  </a:lnTo>
                  <a:lnTo>
                    <a:pt x="1519558" y="1639168"/>
                  </a:lnTo>
                  <a:lnTo>
                    <a:pt x="1519537" y="1639155"/>
                  </a:lnTo>
                  <a:lnTo>
                    <a:pt x="1519521" y="1639147"/>
                  </a:lnTo>
                  <a:lnTo>
                    <a:pt x="1519506" y="1639140"/>
                  </a:lnTo>
                  <a:lnTo>
                    <a:pt x="1519501" y="1639139"/>
                  </a:lnTo>
                  <a:lnTo>
                    <a:pt x="1519491" y="1639139"/>
                  </a:lnTo>
                  <a:lnTo>
                    <a:pt x="1519475" y="1639140"/>
                  </a:lnTo>
                  <a:lnTo>
                    <a:pt x="1519465" y="1639140"/>
                  </a:lnTo>
                  <a:lnTo>
                    <a:pt x="1519448" y="1639140"/>
                  </a:lnTo>
                  <a:lnTo>
                    <a:pt x="1519442" y="1639140"/>
                  </a:lnTo>
                  <a:lnTo>
                    <a:pt x="1519430" y="1639141"/>
                  </a:lnTo>
                  <a:lnTo>
                    <a:pt x="1519411" y="1639141"/>
                  </a:lnTo>
                  <a:lnTo>
                    <a:pt x="1519398" y="1639143"/>
                  </a:lnTo>
                  <a:lnTo>
                    <a:pt x="1519390" y="1639147"/>
                  </a:lnTo>
                  <a:lnTo>
                    <a:pt x="1519383" y="1639151"/>
                  </a:lnTo>
                  <a:lnTo>
                    <a:pt x="1519380" y="1639158"/>
                  </a:lnTo>
                  <a:lnTo>
                    <a:pt x="1519379" y="1639166"/>
                  </a:lnTo>
                  <a:lnTo>
                    <a:pt x="1519370" y="1639198"/>
                  </a:lnTo>
                  <a:lnTo>
                    <a:pt x="1519366" y="1639212"/>
                  </a:lnTo>
                  <a:lnTo>
                    <a:pt x="1519333" y="1639222"/>
                  </a:lnTo>
                  <a:lnTo>
                    <a:pt x="1519301" y="1639228"/>
                  </a:lnTo>
                  <a:lnTo>
                    <a:pt x="1519289" y="1639234"/>
                  </a:lnTo>
                  <a:lnTo>
                    <a:pt x="1519284" y="1639243"/>
                  </a:lnTo>
                  <a:lnTo>
                    <a:pt x="1519281" y="1639253"/>
                  </a:lnTo>
                  <a:lnTo>
                    <a:pt x="1519276" y="1639267"/>
                  </a:lnTo>
                  <a:lnTo>
                    <a:pt x="1519267" y="1639280"/>
                  </a:lnTo>
                  <a:lnTo>
                    <a:pt x="1519256" y="1639283"/>
                  </a:lnTo>
                  <a:lnTo>
                    <a:pt x="1519245" y="1639277"/>
                  </a:lnTo>
                  <a:lnTo>
                    <a:pt x="1519235" y="1639267"/>
                  </a:lnTo>
                  <a:lnTo>
                    <a:pt x="1519224" y="1639260"/>
                  </a:lnTo>
                  <a:lnTo>
                    <a:pt x="1519215" y="1639256"/>
                  </a:lnTo>
                  <a:lnTo>
                    <a:pt x="1519203" y="1639254"/>
                  </a:lnTo>
                  <a:lnTo>
                    <a:pt x="1519194" y="1639250"/>
                  </a:lnTo>
                  <a:lnTo>
                    <a:pt x="1519189" y="1639246"/>
                  </a:lnTo>
                  <a:lnTo>
                    <a:pt x="1519143" y="1639200"/>
                  </a:lnTo>
                  <a:lnTo>
                    <a:pt x="1519132" y="1639194"/>
                  </a:lnTo>
                  <a:lnTo>
                    <a:pt x="1519107" y="1639178"/>
                  </a:lnTo>
                  <a:lnTo>
                    <a:pt x="1519071" y="1639183"/>
                  </a:lnTo>
                  <a:lnTo>
                    <a:pt x="1519030" y="1639197"/>
                  </a:lnTo>
                  <a:lnTo>
                    <a:pt x="1519017" y="1639181"/>
                  </a:lnTo>
                  <a:lnTo>
                    <a:pt x="1519002" y="1639171"/>
                  </a:lnTo>
                  <a:lnTo>
                    <a:pt x="1518846" y="1639067"/>
                  </a:lnTo>
                  <a:lnTo>
                    <a:pt x="1518657" y="1638941"/>
                  </a:lnTo>
                  <a:lnTo>
                    <a:pt x="1518647" y="1638930"/>
                  </a:lnTo>
                  <a:lnTo>
                    <a:pt x="1518642" y="1638923"/>
                  </a:lnTo>
                  <a:lnTo>
                    <a:pt x="1518631" y="1638910"/>
                  </a:lnTo>
                  <a:lnTo>
                    <a:pt x="1518625" y="1638899"/>
                  </a:lnTo>
                  <a:lnTo>
                    <a:pt x="1518617" y="1638887"/>
                  </a:lnTo>
                  <a:lnTo>
                    <a:pt x="1518608" y="1638873"/>
                  </a:lnTo>
                  <a:lnTo>
                    <a:pt x="1518600" y="1638858"/>
                  </a:lnTo>
                  <a:lnTo>
                    <a:pt x="1518597" y="1638851"/>
                  </a:lnTo>
                  <a:lnTo>
                    <a:pt x="1518583" y="1638836"/>
                  </a:lnTo>
                  <a:lnTo>
                    <a:pt x="1518561" y="1638791"/>
                  </a:lnTo>
                  <a:lnTo>
                    <a:pt x="1518531" y="1638722"/>
                  </a:lnTo>
                  <a:lnTo>
                    <a:pt x="1518521" y="1638699"/>
                  </a:lnTo>
                  <a:lnTo>
                    <a:pt x="1518504" y="1638651"/>
                  </a:lnTo>
                  <a:lnTo>
                    <a:pt x="1518491" y="1638619"/>
                  </a:lnTo>
                  <a:lnTo>
                    <a:pt x="1518484" y="1638603"/>
                  </a:lnTo>
                  <a:lnTo>
                    <a:pt x="1518476" y="1638601"/>
                  </a:lnTo>
                  <a:lnTo>
                    <a:pt x="1518439" y="1638607"/>
                  </a:lnTo>
                  <a:lnTo>
                    <a:pt x="1518424" y="1638603"/>
                  </a:lnTo>
                  <a:lnTo>
                    <a:pt x="1518419" y="1638596"/>
                  </a:lnTo>
                  <a:lnTo>
                    <a:pt x="1518413" y="1638588"/>
                  </a:lnTo>
                  <a:lnTo>
                    <a:pt x="1518408" y="1638577"/>
                  </a:lnTo>
                  <a:lnTo>
                    <a:pt x="1518403" y="1638566"/>
                  </a:lnTo>
                  <a:lnTo>
                    <a:pt x="1518399" y="1638555"/>
                  </a:lnTo>
                  <a:lnTo>
                    <a:pt x="1518397" y="1638543"/>
                  </a:lnTo>
                  <a:lnTo>
                    <a:pt x="1518396" y="1638533"/>
                  </a:lnTo>
                  <a:lnTo>
                    <a:pt x="1518395" y="1638525"/>
                  </a:lnTo>
                  <a:lnTo>
                    <a:pt x="1518394" y="1638510"/>
                  </a:lnTo>
                  <a:lnTo>
                    <a:pt x="1518395" y="1638499"/>
                  </a:lnTo>
                  <a:lnTo>
                    <a:pt x="1518398" y="1638490"/>
                  </a:lnTo>
                  <a:lnTo>
                    <a:pt x="1518402" y="1638477"/>
                  </a:lnTo>
                  <a:lnTo>
                    <a:pt x="1518402" y="1638470"/>
                  </a:lnTo>
                  <a:lnTo>
                    <a:pt x="1518403" y="1638456"/>
                  </a:lnTo>
                  <a:lnTo>
                    <a:pt x="1518405" y="1638443"/>
                  </a:lnTo>
                  <a:lnTo>
                    <a:pt x="1518407" y="1638433"/>
                  </a:lnTo>
                  <a:lnTo>
                    <a:pt x="1518414" y="1638423"/>
                  </a:lnTo>
                  <a:lnTo>
                    <a:pt x="1518419" y="1638417"/>
                  </a:lnTo>
                  <a:lnTo>
                    <a:pt x="1518424" y="1638412"/>
                  </a:lnTo>
                  <a:lnTo>
                    <a:pt x="1518431" y="1638404"/>
                  </a:lnTo>
                  <a:lnTo>
                    <a:pt x="1518435" y="1638400"/>
                  </a:lnTo>
                  <a:lnTo>
                    <a:pt x="1518439" y="1638395"/>
                  </a:lnTo>
                  <a:lnTo>
                    <a:pt x="1518445" y="1638382"/>
                  </a:lnTo>
                  <a:lnTo>
                    <a:pt x="1518447" y="1638377"/>
                  </a:lnTo>
                  <a:lnTo>
                    <a:pt x="1518456" y="1638365"/>
                  </a:lnTo>
                  <a:lnTo>
                    <a:pt x="1518451" y="1638361"/>
                  </a:lnTo>
                  <a:lnTo>
                    <a:pt x="1518439" y="1638351"/>
                  </a:lnTo>
                  <a:lnTo>
                    <a:pt x="1518424" y="1638342"/>
                  </a:lnTo>
                  <a:lnTo>
                    <a:pt x="1518405" y="1638333"/>
                  </a:lnTo>
                  <a:lnTo>
                    <a:pt x="1518392" y="1638327"/>
                  </a:lnTo>
                  <a:lnTo>
                    <a:pt x="1518364" y="1638315"/>
                  </a:lnTo>
                  <a:lnTo>
                    <a:pt x="1518345" y="1638314"/>
                  </a:lnTo>
                  <a:lnTo>
                    <a:pt x="1518330" y="1638313"/>
                  </a:lnTo>
                  <a:lnTo>
                    <a:pt x="1518307" y="1638301"/>
                  </a:lnTo>
                  <a:lnTo>
                    <a:pt x="1518300" y="1638291"/>
                  </a:lnTo>
                  <a:lnTo>
                    <a:pt x="1518239" y="1638245"/>
                  </a:lnTo>
                  <a:lnTo>
                    <a:pt x="1518229" y="1638237"/>
                  </a:lnTo>
                  <a:lnTo>
                    <a:pt x="1518224" y="1638224"/>
                  </a:lnTo>
                  <a:lnTo>
                    <a:pt x="1518220" y="1638212"/>
                  </a:lnTo>
                  <a:lnTo>
                    <a:pt x="1518201" y="1638199"/>
                  </a:lnTo>
                  <a:lnTo>
                    <a:pt x="1518187" y="1638190"/>
                  </a:lnTo>
                  <a:lnTo>
                    <a:pt x="1518167" y="1638181"/>
                  </a:lnTo>
                  <a:lnTo>
                    <a:pt x="1518177" y="1638169"/>
                  </a:lnTo>
                  <a:lnTo>
                    <a:pt x="1518184" y="1638161"/>
                  </a:lnTo>
                  <a:lnTo>
                    <a:pt x="1518196" y="1638150"/>
                  </a:lnTo>
                  <a:lnTo>
                    <a:pt x="1518201" y="1638144"/>
                  </a:lnTo>
                  <a:lnTo>
                    <a:pt x="1518211" y="1638136"/>
                  </a:lnTo>
                  <a:lnTo>
                    <a:pt x="1518219" y="1638128"/>
                  </a:lnTo>
                  <a:lnTo>
                    <a:pt x="1518228" y="1638122"/>
                  </a:lnTo>
                  <a:lnTo>
                    <a:pt x="1518239" y="1638112"/>
                  </a:lnTo>
                  <a:lnTo>
                    <a:pt x="1518246" y="1638105"/>
                  </a:lnTo>
                  <a:lnTo>
                    <a:pt x="1518252" y="1638098"/>
                  </a:lnTo>
                  <a:lnTo>
                    <a:pt x="1518257" y="1638089"/>
                  </a:lnTo>
                  <a:lnTo>
                    <a:pt x="1518257" y="1638080"/>
                  </a:lnTo>
                  <a:lnTo>
                    <a:pt x="1518254" y="1638075"/>
                  </a:lnTo>
                  <a:lnTo>
                    <a:pt x="1518247" y="1638068"/>
                  </a:lnTo>
                  <a:lnTo>
                    <a:pt x="1518244" y="1638061"/>
                  </a:lnTo>
                  <a:lnTo>
                    <a:pt x="1518243" y="1638052"/>
                  </a:lnTo>
                  <a:lnTo>
                    <a:pt x="1518250" y="1638043"/>
                  </a:lnTo>
                  <a:lnTo>
                    <a:pt x="1518254" y="1638034"/>
                  </a:lnTo>
                  <a:lnTo>
                    <a:pt x="1518258" y="1638028"/>
                  </a:lnTo>
                  <a:lnTo>
                    <a:pt x="1518262" y="1638019"/>
                  </a:lnTo>
                  <a:lnTo>
                    <a:pt x="1518265" y="1638011"/>
                  </a:lnTo>
                  <a:lnTo>
                    <a:pt x="1518266" y="1637999"/>
                  </a:lnTo>
                  <a:lnTo>
                    <a:pt x="1518267" y="1637990"/>
                  </a:lnTo>
                  <a:lnTo>
                    <a:pt x="1518264" y="1637977"/>
                  </a:lnTo>
                  <a:lnTo>
                    <a:pt x="1518264" y="1637971"/>
                  </a:lnTo>
                  <a:lnTo>
                    <a:pt x="1518267" y="1637963"/>
                  </a:lnTo>
                  <a:lnTo>
                    <a:pt x="1518274" y="1637957"/>
                  </a:lnTo>
                  <a:lnTo>
                    <a:pt x="1518284" y="1637947"/>
                  </a:lnTo>
                  <a:lnTo>
                    <a:pt x="1518293" y="1637934"/>
                  </a:lnTo>
                  <a:lnTo>
                    <a:pt x="1518298" y="1637929"/>
                  </a:lnTo>
                  <a:lnTo>
                    <a:pt x="1518306" y="1637918"/>
                  </a:lnTo>
                  <a:lnTo>
                    <a:pt x="1518313" y="1637904"/>
                  </a:lnTo>
                  <a:lnTo>
                    <a:pt x="1518318" y="1637896"/>
                  </a:lnTo>
                  <a:lnTo>
                    <a:pt x="1518322" y="1637884"/>
                  </a:lnTo>
                  <a:lnTo>
                    <a:pt x="1518326" y="1637870"/>
                  </a:lnTo>
                  <a:lnTo>
                    <a:pt x="1518327" y="1637861"/>
                  </a:lnTo>
                  <a:lnTo>
                    <a:pt x="1518327" y="1637850"/>
                  </a:lnTo>
                  <a:lnTo>
                    <a:pt x="1518325" y="1637840"/>
                  </a:lnTo>
                  <a:lnTo>
                    <a:pt x="1518320" y="1637827"/>
                  </a:lnTo>
                  <a:lnTo>
                    <a:pt x="1518315" y="1637820"/>
                  </a:lnTo>
                  <a:lnTo>
                    <a:pt x="1518296" y="1637806"/>
                  </a:lnTo>
                  <a:lnTo>
                    <a:pt x="1518292" y="1637797"/>
                  </a:lnTo>
                  <a:lnTo>
                    <a:pt x="1518292" y="1637787"/>
                  </a:lnTo>
                  <a:lnTo>
                    <a:pt x="1518292" y="1637781"/>
                  </a:lnTo>
                  <a:lnTo>
                    <a:pt x="1518300" y="1637765"/>
                  </a:lnTo>
                  <a:lnTo>
                    <a:pt x="1518304" y="1637753"/>
                  </a:lnTo>
                  <a:lnTo>
                    <a:pt x="1518301" y="1637725"/>
                  </a:lnTo>
                  <a:lnTo>
                    <a:pt x="1518297" y="1637694"/>
                  </a:lnTo>
                  <a:lnTo>
                    <a:pt x="1518295" y="1637670"/>
                  </a:lnTo>
                  <a:lnTo>
                    <a:pt x="1518310" y="1637622"/>
                  </a:lnTo>
                  <a:lnTo>
                    <a:pt x="1518343" y="1637607"/>
                  </a:lnTo>
                  <a:lnTo>
                    <a:pt x="1518385" y="1637603"/>
                  </a:lnTo>
                  <a:lnTo>
                    <a:pt x="1518390" y="1637594"/>
                  </a:lnTo>
                  <a:lnTo>
                    <a:pt x="1518393" y="1637561"/>
                  </a:lnTo>
                  <a:lnTo>
                    <a:pt x="1518398" y="1637536"/>
                  </a:lnTo>
                  <a:lnTo>
                    <a:pt x="1518404" y="1637531"/>
                  </a:lnTo>
                  <a:lnTo>
                    <a:pt x="1518412" y="1637523"/>
                  </a:lnTo>
                  <a:lnTo>
                    <a:pt x="1518424" y="1637513"/>
                  </a:lnTo>
                  <a:lnTo>
                    <a:pt x="1518441" y="1637499"/>
                  </a:lnTo>
                  <a:lnTo>
                    <a:pt x="1518446" y="1637492"/>
                  </a:lnTo>
                  <a:lnTo>
                    <a:pt x="1518449" y="1637487"/>
                  </a:lnTo>
                  <a:lnTo>
                    <a:pt x="1518457" y="1637473"/>
                  </a:lnTo>
                  <a:lnTo>
                    <a:pt x="1518463" y="1637463"/>
                  </a:lnTo>
                  <a:lnTo>
                    <a:pt x="1518467" y="1637448"/>
                  </a:lnTo>
                  <a:lnTo>
                    <a:pt x="1518469" y="1637438"/>
                  </a:lnTo>
                  <a:lnTo>
                    <a:pt x="1518469" y="1637430"/>
                  </a:lnTo>
                  <a:lnTo>
                    <a:pt x="1518470" y="1637423"/>
                  </a:lnTo>
                  <a:lnTo>
                    <a:pt x="1518463" y="1637396"/>
                  </a:lnTo>
                  <a:lnTo>
                    <a:pt x="1518452" y="1637377"/>
                  </a:lnTo>
                  <a:lnTo>
                    <a:pt x="1518445" y="1637361"/>
                  </a:lnTo>
                  <a:lnTo>
                    <a:pt x="1518424" y="1637359"/>
                  </a:lnTo>
                  <a:lnTo>
                    <a:pt x="1518416" y="1637361"/>
                  </a:lnTo>
                  <a:lnTo>
                    <a:pt x="1518381" y="1637371"/>
                  </a:lnTo>
                  <a:lnTo>
                    <a:pt x="1518357" y="1637380"/>
                  </a:lnTo>
                  <a:lnTo>
                    <a:pt x="1518346" y="1637379"/>
                  </a:lnTo>
                  <a:lnTo>
                    <a:pt x="1518340" y="1637374"/>
                  </a:lnTo>
                  <a:lnTo>
                    <a:pt x="1518338" y="1637349"/>
                  </a:lnTo>
                  <a:lnTo>
                    <a:pt x="1518338" y="1637340"/>
                  </a:lnTo>
                  <a:lnTo>
                    <a:pt x="1518337" y="1637331"/>
                  </a:lnTo>
                  <a:lnTo>
                    <a:pt x="1518337" y="1637324"/>
                  </a:lnTo>
                  <a:lnTo>
                    <a:pt x="1518336" y="1637312"/>
                  </a:lnTo>
                  <a:lnTo>
                    <a:pt x="1518335" y="1637298"/>
                  </a:lnTo>
                  <a:lnTo>
                    <a:pt x="1518343" y="1637283"/>
                  </a:lnTo>
                  <a:lnTo>
                    <a:pt x="1518346" y="1637274"/>
                  </a:lnTo>
                  <a:lnTo>
                    <a:pt x="1518351" y="1637261"/>
                  </a:lnTo>
                  <a:lnTo>
                    <a:pt x="1518350" y="1637244"/>
                  </a:lnTo>
                  <a:lnTo>
                    <a:pt x="1518359" y="1637211"/>
                  </a:lnTo>
                  <a:lnTo>
                    <a:pt x="1518363" y="1637197"/>
                  </a:lnTo>
                  <a:lnTo>
                    <a:pt x="1518371" y="1637172"/>
                  </a:lnTo>
                  <a:lnTo>
                    <a:pt x="1518381" y="1637149"/>
                  </a:lnTo>
                  <a:lnTo>
                    <a:pt x="1518387" y="1637133"/>
                  </a:lnTo>
                  <a:lnTo>
                    <a:pt x="1518366" y="1637129"/>
                  </a:lnTo>
                  <a:lnTo>
                    <a:pt x="1518349" y="1637124"/>
                  </a:lnTo>
                  <a:lnTo>
                    <a:pt x="1518337" y="1637113"/>
                  </a:lnTo>
                  <a:lnTo>
                    <a:pt x="1518332" y="1637104"/>
                  </a:lnTo>
                  <a:lnTo>
                    <a:pt x="1518326" y="1637084"/>
                  </a:lnTo>
                  <a:lnTo>
                    <a:pt x="1518324" y="1637066"/>
                  </a:lnTo>
                  <a:lnTo>
                    <a:pt x="1518326" y="1637054"/>
                  </a:lnTo>
                  <a:lnTo>
                    <a:pt x="1518329" y="1637046"/>
                  </a:lnTo>
                  <a:lnTo>
                    <a:pt x="1518335" y="1637040"/>
                  </a:lnTo>
                  <a:lnTo>
                    <a:pt x="1518350" y="1637027"/>
                  </a:lnTo>
                  <a:lnTo>
                    <a:pt x="1518361" y="1637018"/>
                  </a:lnTo>
                  <a:lnTo>
                    <a:pt x="1518364" y="1637009"/>
                  </a:lnTo>
                  <a:lnTo>
                    <a:pt x="1518359" y="1636984"/>
                  </a:lnTo>
                  <a:lnTo>
                    <a:pt x="1518361" y="1636972"/>
                  </a:lnTo>
                  <a:lnTo>
                    <a:pt x="1518367" y="1636969"/>
                  </a:lnTo>
                  <a:lnTo>
                    <a:pt x="1518380" y="1636968"/>
                  </a:lnTo>
                  <a:lnTo>
                    <a:pt x="1518388" y="1636964"/>
                  </a:lnTo>
                  <a:lnTo>
                    <a:pt x="1518395" y="1636957"/>
                  </a:lnTo>
                  <a:lnTo>
                    <a:pt x="1518399" y="1636944"/>
                  </a:lnTo>
                  <a:lnTo>
                    <a:pt x="1518400" y="1636933"/>
                  </a:lnTo>
                  <a:lnTo>
                    <a:pt x="1518400" y="1636920"/>
                  </a:lnTo>
                  <a:lnTo>
                    <a:pt x="1518400" y="1636907"/>
                  </a:lnTo>
                  <a:lnTo>
                    <a:pt x="1518405" y="1636898"/>
                  </a:lnTo>
                  <a:lnTo>
                    <a:pt x="1518409" y="1636893"/>
                  </a:lnTo>
                  <a:lnTo>
                    <a:pt x="1518415" y="1636887"/>
                  </a:lnTo>
                  <a:lnTo>
                    <a:pt x="1518422" y="1636876"/>
                  </a:lnTo>
                  <a:lnTo>
                    <a:pt x="1518420" y="1636852"/>
                  </a:lnTo>
                  <a:lnTo>
                    <a:pt x="1518418" y="1636837"/>
                  </a:lnTo>
                  <a:lnTo>
                    <a:pt x="1518414" y="1636828"/>
                  </a:lnTo>
                  <a:lnTo>
                    <a:pt x="1518406" y="1636817"/>
                  </a:lnTo>
                  <a:lnTo>
                    <a:pt x="1518384" y="1636787"/>
                  </a:lnTo>
                  <a:lnTo>
                    <a:pt x="1518374" y="1636774"/>
                  </a:lnTo>
                  <a:lnTo>
                    <a:pt x="1518368" y="1636772"/>
                  </a:lnTo>
                  <a:lnTo>
                    <a:pt x="1518354" y="1636781"/>
                  </a:lnTo>
                  <a:lnTo>
                    <a:pt x="1518333" y="1636794"/>
                  </a:lnTo>
                  <a:lnTo>
                    <a:pt x="1518327" y="1636797"/>
                  </a:lnTo>
                  <a:lnTo>
                    <a:pt x="1518317" y="1636799"/>
                  </a:lnTo>
                  <a:lnTo>
                    <a:pt x="1518308" y="1636790"/>
                  </a:lnTo>
                  <a:lnTo>
                    <a:pt x="1518291" y="1636773"/>
                  </a:lnTo>
                  <a:lnTo>
                    <a:pt x="1518272" y="1636756"/>
                  </a:lnTo>
                  <a:lnTo>
                    <a:pt x="1518263" y="1636748"/>
                  </a:lnTo>
                  <a:lnTo>
                    <a:pt x="1518251" y="1636737"/>
                  </a:lnTo>
                  <a:lnTo>
                    <a:pt x="1518241" y="1636713"/>
                  </a:lnTo>
                  <a:lnTo>
                    <a:pt x="1518231" y="1636703"/>
                  </a:lnTo>
                  <a:lnTo>
                    <a:pt x="1518221" y="1636691"/>
                  </a:lnTo>
                  <a:lnTo>
                    <a:pt x="1518214" y="1636684"/>
                  </a:lnTo>
                  <a:lnTo>
                    <a:pt x="1518211" y="1636678"/>
                  </a:lnTo>
                  <a:lnTo>
                    <a:pt x="1518217" y="1636673"/>
                  </a:lnTo>
                  <a:lnTo>
                    <a:pt x="1518222" y="1636669"/>
                  </a:lnTo>
                  <a:lnTo>
                    <a:pt x="1518232" y="1636662"/>
                  </a:lnTo>
                  <a:lnTo>
                    <a:pt x="1518239" y="1636658"/>
                  </a:lnTo>
                  <a:lnTo>
                    <a:pt x="1518257" y="1636646"/>
                  </a:lnTo>
                  <a:lnTo>
                    <a:pt x="1518269" y="1636639"/>
                  </a:lnTo>
                  <a:lnTo>
                    <a:pt x="1518277" y="1636634"/>
                  </a:lnTo>
                  <a:lnTo>
                    <a:pt x="1518284" y="1636600"/>
                  </a:lnTo>
                  <a:lnTo>
                    <a:pt x="1518293" y="1636587"/>
                  </a:lnTo>
                  <a:lnTo>
                    <a:pt x="1518318" y="1636569"/>
                  </a:lnTo>
                  <a:lnTo>
                    <a:pt x="1518335" y="1636559"/>
                  </a:lnTo>
                  <a:lnTo>
                    <a:pt x="1518346" y="1636557"/>
                  </a:lnTo>
                  <a:lnTo>
                    <a:pt x="1518386" y="1636561"/>
                  </a:lnTo>
                  <a:lnTo>
                    <a:pt x="1518385" y="1636548"/>
                  </a:lnTo>
                  <a:lnTo>
                    <a:pt x="1518382" y="1636456"/>
                  </a:lnTo>
                  <a:lnTo>
                    <a:pt x="1518388" y="1636442"/>
                  </a:lnTo>
                  <a:lnTo>
                    <a:pt x="1518401" y="1636412"/>
                  </a:lnTo>
                  <a:lnTo>
                    <a:pt x="1518408" y="1636400"/>
                  </a:lnTo>
                  <a:lnTo>
                    <a:pt x="1518403" y="1636392"/>
                  </a:lnTo>
                  <a:lnTo>
                    <a:pt x="1518383" y="1636385"/>
                  </a:lnTo>
                  <a:lnTo>
                    <a:pt x="1518361" y="1636370"/>
                  </a:lnTo>
                  <a:lnTo>
                    <a:pt x="1518328" y="1636314"/>
                  </a:lnTo>
                  <a:lnTo>
                    <a:pt x="1518309" y="1636287"/>
                  </a:lnTo>
                  <a:lnTo>
                    <a:pt x="1518301" y="1636271"/>
                  </a:lnTo>
                  <a:lnTo>
                    <a:pt x="1518301" y="1636260"/>
                  </a:lnTo>
                  <a:lnTo>
                    <a:pt x="1518302" y="1636252"/>
                  </a:lnTo>
                  <a:lnTo>
                    <a:pt x="1518302" y="1636243"/>
                  </a:lnTo>
                  <a:lnTo>
                    <a:pt x="1518303" y="1636236"/>
                  </a:lnTo>
                  <a:lnTo>
                    <a:pt x="1518302" y="1636225"/>
                  </a:lnTo>
                  <a:lnTo>
                    <a:pt x="1518297" y="1636219"/>
                  </a:lnTo>
                  <a:lnTo>
                    <a:pt x="1518294" y="1636214"/>
                  </a:lnTo>
                  <a:lnTo>
                    <a:pt x="1518293" y="1636203"/>
                  </a:lnTo>
                  <a:lnTo>
                    <a:pt x="1518291" y="1636195"/>
                  </a:lnTo>
                  <a:lnTo>
                    <a:pt x="1518288" y="1636191"/>
                  </a:lnTo>
                  <a:lnTo>
                    <a:pt x="1518279" y="1636166"/>
                  </a:lnTo>
                  <a:lnTo>
                    <a:pt x="1518273" y="1636149"/>
                  </a:lnTo>
                  <a:lnTo>
                    <a:pt x="1518253" y="1636131"/>
                  </a:lnTo>
                  <a:lnTo>
                    <a:pt x="1518236" y="1636120"/>
                  </a:lnTo>
                  <a:lnTo>
                    <a:pt x="1518225" y="1636109"/>
                  </a:lnTo>
                  <a:lnTo>
                    <a:pt x="1518197" y="1636081"/>
                  </a:lnTo>
                  <a:lnTo>
                    <a:pt x="1518183" y="1636074"/>
                  </a:lnTo>
                  <a:lnTo>
                    <a:pt x="1518172" y="1636067"/>
                  </a:lnTo>
                  <a:lnTo>
                    <a:pt x="1518164" y="1636058"/>
                  </a:lnTo>
                  <a:lnTo>
                    <a:pt x="1518159" y="1636051"/>
                  </a:lnTo>
                  <a:lnTo>
                    <a:pt x="1518152" y="1636042"/>
                  </a:lnTo>
                  <a:lnTo>
                    <a:pt x="1518149" y="1636032"/>
                  </a:lnTo>
                  <a:lnTo>
                    <a:pt x="1518148" y="1636025"/>
                  </a:lnTo>
                  <a:lnTo>
                    <a:pt x="1518145" y="1636019"/>
                  </a:lnTo>
                  <a:lnTo>
                    <a:pt x="1518143" y="1636006"/>
                  </a:lnTo>
                  <a:lnTo>
                    <a:pt x="1518144" y="1636000"/>
                  </a:lnTo>
                  <a:lnTo>
                    <a:pt x="1518150" y="1635987"/>
                  </a:lnTo>
                  <a:lnTo>
                    <a:pt x="1518157" y="1635977"/>
                  </a:lnTo>
                  <a:lnTo>
                    <a:pt x="1518162" y="1635969"/>
                  </a:lnTo>
                  <a:lnTo>
                    <a:pt x="1518167" y="1635962"/>
                  </a:lnTo>
                  <a:lnTo>
                    <a:pt x="1518180" y="1635941"/>
                  </a:lnTo>
                  <a:lnTo>
                    <a:pt x="1518214" y="1635923"/>
                  </a:lnTo>
                  <a:lnTo>
                    <a:pt x="1518249" y="1635901"/>
                  </a:lnTo>
                  <a:lnTo>
                    <a:pt x="1518261" y="1635885"/>
                  </a:lnTo>
                  <a:lnTo>
                    <a:pt x="1518274" y="1635863"/>
                  </a:lnTo>
                  <a:lnTo>
                    <a:pt x="1518292" y="1635858"/>
                  </a:lnTo>
                  <a:lnTo>
                    <a:pt x="1518315" y="1635852"/>
                  </a:lnTo>
                  <a:lnTo>
                    <a:pt x="1518327" y="1635847"/>
                  </a:lnTo>
                  <a:lnTo>
                    <a:pt x="1518340" y="1635837"/>
                  </a:lnTo>
                  <a:lnTo>
                    <a:pt x="1518346" y="1635829"/>
                  </a:lnTo>
                  <a:lnTo>
                    <a:pt x="1518360" y="1635807"/>
                  </a:lnTo>
                  <a:lnTo>
                    <a:pt x="1518367" y="1635793"/>
                  </a:lnTo>
                  <a:lnTo>
                    <a:pt x="1518377" y="1635776"/>
                  </a:lnTo>
                  <a:lnTo>
                    <a:pt x="1518389" y="1635769"/>
                  </a:lnTo>
                  <a:lnTo>
                    <a:pt x="1518422" y="1635752"/>
                  </a:lnTo>
                  <a:lnTo>
                    <a:pt x="1518421" y="1635738"/>
                  </a:lnTo>
                  <a:lnTo>
                    <a:pt x="1518421" y="1635729"/>
                  </a:lnTo>
                  <a:lnTo>
                    <a:pt x="1518421" y="1635718"/>
                  </a:lnTo>
                  <a:lnTo>
                    <a:pt x="1518421" y="1635703"/>
                  </a:lnTo>
                  <a:lnTo>
                    <a:pt x="1518425" y="1635690"/>
                  </a:lnTo>
                  <a:lnTo>
                    <a:pt x="1518442" y="1635671"/>
                  </a:lnTo>
                  <a:lnTo>
                    <a:pt x="1518449" y="1635658"/>
                  </a:lnTo>
                  <a:lnTo>
                    <a:pt x="1518459" y="1635638"/>
                  </a:lnTo>
                  <a:lnTo>
                    <a:pt x="1518464" y="1635621"/>
                  </a:lnTo>
                  <a:lnTo>
                    <a:pt x="1518465" y="1635611"/>
                  </a:lnTo>
                  <a:lnTo>
                    <a:pt x="1518465" y="1635604"/>
                  </a:lnTo>
                  <a:lnTo>
                    <a:pt x="1518465" y="1635599"/>
                  </a:lnTo>
                  <a:lnTo>
                    <a:pt x="1518452" y="1635561"/>
                  </a:lnTo>
                  <a:lnTo>
                    <a:pt x="1518417" y="1635436"/>
                  </a:lnTo>
                  <a:lnTo>
                    <a:pt x="1518413" y="1635422"/>
                  </a:lnTo>
                  <a:lnTo>
                    <a:pt x="1518388" y="1635330"/>
                  </a:lnTo>
                  <a:lnTo>
                    <a:pt x="1518382" y="1635311"/>
                  </a:lnTo>
                  <a:lnTo>
                    <a:pt x="1518369" y="1635305"/>
                  </a:lnTo>
                  <a:lnTo>
                    <a:pt x="1518348" y="1635295"/>
                  </a:lnTo>
                  <a:lnTo>
                    <a:pt x="1518337" y="1635273"/>
                  </a:lnTo>
                  <a:lnTo>
                    <a:pt x="1518327" y="1635236"/>
                  </a:lnTo>
                  <a:lnTo>
                    <a:pt x="1518321" y="1635210"/>
                  </a:lnTo>
                  <a:lnTo>
                    <a:pt x="1518327" y="1635195"/>
                  </a:lnTo>
                  <a:lnTo>
                    <a:pt x="1518334" y="1635190"/>
                  </a:lnTo>
                  <a:lnTo>
                    <a:pt x="1518340" y="1635183"/>
                  </a:lnTo>
                  <a:lnTo>
                    <a:pt x="1518343" y="1635179"/>
                  </a:lnTo>
                  <a:lnTo>
                    <a:pt x="1518351" y="1635167"/>
                  </a:lnTo>
                  <a:lnTo>
                    <a:pt x="1518355" y="1635162"/>
                  </a:lnTo>
                  <a:lnTo>
                    <a:pt x="1518359" y="1635156"/>
                  </a:lnTo>
                  <a:lnTo>
                    <a:pt x="1518374" y="1635134"/>
                  </a:lnTo>
                  <a:lnTo>
                    <a:pt x="1518380" y="1635128"/>
                  </a:lnTo>
                  <a:lnTo>
                    <a:pt x="1518407" y="1635128"/>
                  </a:lnTo>
                  <a:lnTo>
                    <a:pt x="1518433" y="1635130"/>
                  </a:lnTo>
                  <a:lnTo>
                    <a:pt x="1518447" y="1635130"/>
                  </a:lnTo>
                  <a:lnTo>
                    <a:pt x="1518470" y="1635130"/>
                  </a:lnTo>
                  <a:lnTo>
                    <a:pt x="1518500" y="1635129"/>
                  </a:lnTo>
                  <a:lnTo>
                    <a:pt x="1518507" y="1635127"/>
                  </a:lnTo>
                  <a:lnTo>
                    <a:pt x="1518506" y="1635087"/>
                  </a:lnTo>
                  <a:lnTo>
                    <a:pt x="1518506" y="1635077"/>
                  </a:lnTo>
                  <a:lnTo>
                    <a:pt x="1518521" y="1635063"/>
                  </a:lnTo>
                  <a:lnTo>
                    <a:pt x="1518548" y="1635039"/>
                  </a:lnTo>
                  <a:lnTo>
                    <a:pt x="1518590" y="1635001"/>
                  </a:lnTo>
                  <a:lnTo>
                    <a:pt x="1518625" y="1634969"/>
                  </a:lnTo>
                  <a:lnTo>
                    <a:pt x="1518652" y="1634944"/>
                  </a:lnTo>
                  <a:lnTo>
                    <a:pt x="1518664" y="1634938"/>
                  </a:lnTo>
                  <a:lnTo>
                    <a:pt x="1518725" y="1634904"/>
                  </a:lnTo>
                  <a:lnTo>
                    <a:pt x="1518711" y="1634893"/>
                  </a:lnTo>
                  <a:lnTo>
                    <a:pt x="1518702" y="1634882"/>
                  </a:lnTo>
                  <a:lnTo>
                    <a:pt x="1518698" y="1634875"/>
                  </a:lnTo>
                  <a:lnTo>
                    <a:pt x="1518692" y="1634865"/>
                  </a:lnTo>
                  <a:lnTo>
                    <a:pt x="1518682" y="1634847"/>
                  </a:lnTo>
                  <a:lnTo>
                    <a:pt x="1518658" y="1634808"/>
                  </a:lnTo>
                  <a:lnTo>
                    <a:pt x="1518693" y="1634784"/>
                  </a:lnTo>
                  <a:lnTo>
                    <a:pt x="1518705" y="1634777"/>
                  </a:lnTo>
                  <a:lnTo>
                    <a:pt x="1518729" y="1634754"/>
                  </a:lnTo>
                  <a:lnTo>
                    <a:pt x="1518744" y="1634739"/>
                  </a:lnTo>
                  <a:lnTo>
                    <a:pt x="1518755" y="1634730"/>
                  </a:lnTo>
                  <a:lnTo>
                    <a:pt x="1518780" y="1634706"/>
                  </a:lnTo>
                  <a:lnTo>
                    <a:pt x="1518791" y="1634690"/>
                  </a:lnTo>
                  <a:lnTo>
                    <a:pt x="1518796" y="1634677"/>
                  </a:lnTo>
                  <a:lnTo>
                    <a:pt x="1518799" y="1634661"/>
                  </a:lnTo>
                  <a:lnTo>
                    <a:pt x="1518802" y="1634642"/>
                  </a:lnTo>
                  <a:lnTo>
                    <a:pt x="1518804" y="1634626"/>
                  </a:lnTo>
                  <a:lnTo>
                    <a:pt x="1518803" y="1634612"/>
                  </a:lnTo>
                  <a:lnTo>
                    <a:pt x="1518803" y="1634590"/>
                  </a:lnTo>
                  <a:lnTo>
                    <a:pt x="1518806" y="1634573"/>
                  </a:lnTo>
                  <a:lnTo>
                    <a:pt x="1518807" y="1634560"/>
                  </a:lnTo>
                  <a:lnTo>
                    <a:pt x="1518806" y="1634546"/>
                  </a:lnTo>
                  <a:lnTo>
                    <a:pt x="1518801" y="1634524"/>
                  </a:lnTo>
                  <a:lnTo>
                    <a:pt x="1518798" y="1634507"/>
                  </a:lnTo>
                  <a:lnTo>
                    <a:pt x="1518797" y="1634491"/>
                  </a:lnTo>
                  <a:lnTo>
                    <a:pt x="1518796" y="1634469"/>
                  </a:lnTo>
                  <a:lnTo>
                    <a:pt x="1518796" y="1634456"/>
                  </a:lnTo>
                  <a:lnTo>
                    <a:pt x="1518799" y="1634444"/>
                  </a:lnTo>
                  <a:lnTo>
                    <a:pt x="1518804" y="1634435"/>
                  </a:lnTo>
                  <a:lnTo>
                    <a:pt x="1518811" y="1634428"/>
                  </a:lnTo>
                  <a:lnTo>
                    <a:pt x="1518816" y="1634423"/>
                  </a:lnTo>
                  <a:lnTo>
                    <a:pt x="1518819" y="1634418"/>
                  </a:lnTo>
                  <a:lnTo>
                    <a:pt x="1518821" y="1634403"/>
                  </a:lnTo>
                  <a:lnTo>
                    <a:pt x="1518824" y="1634383"/>
                  </a:lnTo>
                  <a:lnTo>
                    <a:pt x="1518824" y="1634374"/>
                  </a:lnTo>
                  <a:lnTo>
                    <a:pt x="1518824" y="1634351"/>
                  </a:lnTo>
                  <a:lnTo>
                    <a:pt x="1518825" y="1634337"/>
                  </a:lnTo>
                  <a:lnTo>
                    <a:pt x="1518830" y="1634315"/>
                  </a:lnTo>
                  <a:lnTo>
                    <a:pt x="1518834" y="1634301"/>
                  </a:lnTo>
                  <a:lnTo>
                    <a:pt x="1518833" y="1634291"/>
                  </a:lnTo>
                  <a:lnTo>
                    <a:pt x="1518832" y="1634269"/>
                  </a:lnTo>
                  <a:lnTo>
                    <a:pt x="1518830" y="1634260"/>
                  </a:lnTo>
                  <a:lnTo>
                    <a:pt x="1518828" y="1634251"/>
                  </a:lnTo>
                  <a:lnTo>
                    <a:pt x="1518823" y="1634241"/>
                  </a:lnTo>
                  <a:lnTo>
                    <a:pt x="1518817" y="1634235"/>
                  </a:lnTo>
                  <a:lnTo>
                    <a:pt x="1518810" y="1634234"/>
                  </a:lnTo>
                  <a:lnTo>
                    <a:pt x="1518804" y="1634235"/>
                  </a:lnTo>
                  <a:lnTo>
                    <a:pt x="1518798" y="1634237"/>
                  </a:lnTo>
                  <a:lnTo>
                    <a:pt x="1518788" y="1634242"/>
                  </a:lnTo>
                  <a:lnTo>
                    <a:pt x="1518781" y="1634242"/>
                  </a:lnTo>
                  <a:lnTo>
                    <a:pt x="1518766" y="1634243"/>
                  </a:lnTo>
                  <a:lnTo>
                    <a:pt x="1518759" y="1634241"/>
                  </a:lnTo>
                  <a:lnTo>
                    <a:pt x="1518748" y="1634242"/>
                  </a:lnTo>
                  <a:lnTo>
                    <a:pt x="1518743" y="1634243"/>
                  </a:lnTo>
                  <a:lnTo>
                    <a:pt x="1518730" y="1634249"/>
                  </a:lnTo>
                  <a:lnTo>
                    <a:pt x="1518722" y="1634252"/>
                  </a:lnTo>
                  <a:lnTo>
                    <a:pt x="1518709" y="1634257"/>
                  </a:lnTo>
                  <a:lnTo>
                    <a:pt x="1518677" y="1634264"/>
                  </a:lnTo>
                  <a:lnTo>
                    <a:pt x="1518660" y="1634267"/>
                  </a:lnTo>
                  <a:lnTo>
                    <a:pt x="1518652" y="1634268"/>
                  </a:lnTo>
                  <a:lnTo>
                    <a:pt x="1518639" y="1634263"/>
                  </a:lnTo>
                  <a:lnTo>
                    <a:pt x="1518628" y="1634255"/>
                  </a:lnTo>
                  <a:lnTo>
                    <a:pt x="1518624" y="1634231"/>
                  </a:lnTo>
                  <a:lnTo>
                    <a:pt x="1518620" y="1634223"/>
                  </a:lnTo>
                  <a:lnTo>
                    <a:pt x="1518609" y="1634212"/>
                  </a:lnTo>
                  <a:lnTo>
                    <a:pt x="1518599" y="1634203"/>
                  </a:lnTo>
                  <a:lnTo>
                    <a:pt x="1518592" y="1634193"/>
                  </a:lnTo>
                  <a:lnTo>
                    <a:pt x="1518582" y="1634175"/>
                  </a:lnTo>
                  <a:lnTo>
                    <a:pt x="1518574" y="1634163"/>
                  </a:lnTo>
                  <a:lnTo>
                    <a:pt x="1518564" y="1634153"/>
                  </a:lnTo>
                  <a:lnTo>
                    <a:pt x="1518552" y="1634142"/>
                  </a:lnTo>
                  <a:lnTo>
                    <a:pt x="1518535" y="1634128"/>
                  </a:lnTo>
                  <a:lnTo>
                    <a:pt x="1518514" y="1634111"/>
                  </a:lnTo>
                  <a:lnTo>
                    <a:pt x="1518497" y="1634098"/>
                  </a:lnTo>
                  <a:lnTo>
                    <a:pt x="1518483" y="1634093"/>
                  </a:lnTo>
                  <a:lnTo>
                    <a:pt x="1518475" y="1634089"/>
                  </a:lnTo>
                  <a:lnTo>
                    <a:pt x="1518457" y="1634078"/>
                  </a:lnTo>
                  <a:lnTo>
                    <a:pt x="1518432" y="1634063"/>
                  </a:lnTo>
                  <a:lnTo>
                    <a:pt x="1518418" y="1634056"/>
                  </a:lnTo>
                  <a:lnTo>
                    <a:pt x="1518412" y="1634052"/>
                  </a:lnTo>
                  <a:lnTo>
                    <a:pt x="1518409" y="1634048"/>
                  </a:lnTo>
                  <a:lnTo>
                    <a:pt x="1518404" y="1634037"/>
                  </a:lnTo>
                  <a:lnTo>
                    <a:pt x="1518395" y="1634023"/>
                  </a:lnTo>
                  <a:lnTo>
                    <a:pt x="1518386" y="1634011"/>
                  </a:lnTo>
                  <a:lnTo>
                    <a:pt x="1518377" y="1634003"/>
                  </a:lnTo>
                  <a:lnTo>
                    <a:pt x="1518366" y="1633988"/>
                  </a:lnTo>
                  <a:lnTo>
                    <a:pt x="1518351" y="1633977"/>
                  </a:lnTo>
                  <a:lnTo>
                    <a:pt x="1518343" y="1633968"/>
                  </a:lnTo>
                  <a:lnTo>
                    <a:pt x="1518329" y="1633951"/>
                  </a:lnTo>
                  <a:lnTo>
                    <a:pt x="1518313" y="1633944"/>
                  </a:lnTo>
                  <a:lnTo>
                    <a:pt x="1518300" y="1633938"/>
                  </a:lnTo>
                  <a:lnTo>
                    <a:pt x="1518288" y="1633920"/>
                  </a:lnTo>
                  <a:lnTo>
                    <a:pt x="1518278" y="1633906"/>
                  </a:lnTo>
                  <a:lnTo>
                    <a:pt x="1518263" y="1633900"/>
                  </a:lnTo>
                  <a:lnTo>
                    <a:pt x="1518251" y="1633891"/>
                  </a:lnTo>
                  <a:lnTo>
                    <a:pt x="1518222" y="1633879"/>
                  </a:lnTo>
                  <a:lnTo>
                    <a:pt x="1518203" y="1633861"/>
                  </a:lnTo>
                  <a:lnTo>
                    <a:pt x="1518187" y="1633829"/>
                  </a:lnTo>
                  <a:lnTo>
                    <a:pt x="1518170" y="1633804"/>
                  </a:lnTo>
                  <a:lnTo>
                    <a:pt x="1518155" y="1633794"/>
                  </a:lnTo>
                  <a:lnTo>
                    <a:pt x="1518141" y="1633790"/>
                  </a:lnTo>
                  <a:lnTo>
                    <a:pt x="1518130" y="1633775"/>
                  </a:lnTo>
                  <a:lnTo>
                    <a:pt x="1518109" y="1633740"/>
                  </a:lnTo>
                  <a:lnTo>
                    <a:pt x="1518101" y="1633716"/>
                  </a:lnTo>
                  <a:lnTo>
                    <a:pt x="1518100" y="1633710"/>
                  </a:lnTo>
                  <a:lnTo>
                    <a:pt x="1518096" y="1633673"/>
                  </a:lnTo>
                  <a:lnTo>
                    <a:pt x="1518094" y="1633653"/>
                  </a:lnTo>
                  <a:lnTo>
                    <a:pt x="1518094" y="1633638"/>
                  </a:lnTo>
                  <a:lnTo>
                    <a:pt x="1518089" y="1633615"/>
                  </a:lnTo>
                  <a:lnTo>
                    <a:pt x="1518082" y="1633598"/>
                  </a:lnTo>
                  <a:lnTo>
                    <a:pt x="1518073" y="1633587"/>
                  </a:lnTo>
                  <a:lnTo>
                    <a:pt x="1518042" y="1633531"/>
                  </a:lnTo>
                  <a:lnTo>
                    <a:pt x="1518037" y="1633522"/>
                  </a:lnTo>
                  <a:lnTo>
                    <a:pt x="1518038" y="1633499"/>
                  </a:lnTo>
                  <a:lnTo>
                    <a:pt x="1518045" y="1633477"/>
                  </a:lnTo>
                  <a:lnTo>
                    <a:pt x="1518051" y="1633462"/>
                  </a:lnTo>
                  <a:lnTo>
                    <a:pt x="1518058" y="1633446"/>
                  </a:lnTo>
                  <a:lnTo>
                    <a:pt x="1518081" y="1633399"/>
                  </a:lnTo>
                  <a:lnTo>
                    <a:pt x="1518082" y="1633381"/>
                  </a:lnTo>
                  <a:lnTo>
                    <a:pt x="1518077" y="1633355"/>
                  </a:lnTo>
                  <a:lnTo>
                    <a:pt x="1518068" y="1633342"/>
                  </a:lnTo>
                  <a:lnTo>
                    <a:pt x="1518064" y="1633338"/>
                  </a:lnTo>
                  <a:lnTo>
                    <a:pt x="1518058" y="1633332"/>
                  </a:lnTo>
                  <a:lnTo>
                    <a:pt x="1518035" y="1633316"/>
                  </a:lnTo>
                  <a:lnTo>
                    <a:pt x="1518029" y="1633314"/>
                  </a:lnTo>
                  <a:lnTo>
                    <a:pt x="1517997" y="1633298"/>
                  </a:lnTo>
                  <a:lnTo>
                    <a:pt x="1517974" y="1633276"/>
                  </a:lnTo>
                  <a:lnTo>
                    <a:pt x="1517959" y="1633215"/>
                  </a:lnTo>
                  <a:lnTo>
                    <a:pt x="1517953" y="1633174"/>
                  </a:lnTo>
                  <a:lnTo>
                    <a:pt x="1517950" y="1633135"/>
                  </a:lnTo>
                  <a:lnTo>
                    <a:pt x="1517949" y="1633108"/>
                  </a:lnTo>
                  <a:lnTo>
                    <a:pt x="1517954" y="1633088"/>
                  </a:lnTo>
                  <a:lnTo>
                    <a:pt x="1517952" y="1633082"/>
                  </a:lnTo>
                  <a:lnTo>
                    <a:pt x="1517947" y="1633078"/>
                  </a:lnTo>
                  <a:lnTo>
                    <a:pt x="1517918" y="1633070"/>
                  </a:lnTo>
                  <a:lnTo>
                    <a:pt x="1517909" y="1633069"/>
                  </a:lnTo>
                  <a:lnTo>
                    <a:pt x="1517899" y="1633068"/>
                  </a:lnTo>
                  <a:lnTo>
                    <a:pt x="1517888" y="1633062"/>
                  </a:lnTo>
                  <a:lnTo>
                    <a:pt x="1517867" y="1633051"/>
                  </a:lnTo>
                  <a:lnTo>
                    <a:pt x="1517859" y="1633035"/>
                  </a:lnTo>
                  <a:lnTo>
                    <a:pt x="1517858" y="1633022"/>
                  </a:lnTo>
                  <a:lnTo>
                    <a:pt x="1517860" y="1632973"/>
                  </a:lnTo>
                  <a:lnTo>
                    <a:pt x="1517866" y="1632925"/>
                  </a:lnTo>
                  <a:lnTo>
                    <a:pt x="1517861" y="1632898"/>
                  </a:lnTo>
                  <a:lnTo>
                    <a:pt x="1517852" y="1632875"/>
                  </a:lnTo>
                  <a:lnTo>
                    <a:pt x="1517836" y="1632844"/>
                  </a:lnTo>
                  <a:lnTo>
                    <a:pt x="1517819" y="1632831"/>
                  </a:lnTo>
                  <a:lnTo>
                    <a:pt x="1517771" y="1632797"/>
                  </a:lnTo>
                  <a:lnTo>
                    <a:pt x="1517759" y="1632792"/>
                  </a:lnTo>
                  <a:lnTo>
                    <a:pt x="1517690" y="1632764"/>
                  </a:lnTo>
                  <a:lnTo>
                    <a:pt x="1517677" y="1632768"/>
                  </a:lnTo>
                  <a:lnTo>
                    <a:pt x="1517669" y="1632771"/>
                  </a:lnTo>
                  <a:lnTo>
                    <a:pt x="1517645" y="1632777"/>
                  </a:lnTo>
                  <a:lnTo>
                    <a:pt x="1517636" y="1632779"/>
                  </a:lnTo>
                  <a:lnTo>
                    <a:pt x="1517625" y="1632780"/>
                  </a:lnTo>
                  <a:lnTo>
                    <a:pt x="1517616" y="1632779"/>
                  </a:lnTo>
                  <a:lnTo>
                    <a:pt x="1517604" y="1632774"/>
                  </a:lnTo>
                  <a:lnTo>
                    <a:pt x="1517600" y="1632767"/>
                  </a:lnTo>
                  <a:lnTo>
                    <a:pt x="1517591" y="1632750"/>
                  </a:lnTo>
                  <a:lnTo>
                    <a:pt x="1517578" y="1632738"/>
                  </a:lnTo>
                  <a:lnTo>
                    <a:pt x="1517565" y="1632727"/>
                  </a:lnTo>
                  <a:lnTo>
                    <a:pt x="1517560" y="1632721"/>
                  </a:lnTo>
                  <a:lnTo>
                    <a:pt x="1517559" y="1632708"/>
                  </a:lnTo>
                  <a:lnTo>
                    <a:pt x="1517558" y="1632697"/>
                  </a:lnTo>
                  <a:lnTo>
                    <a:pt x="1517556" y="1632687"/>
                  </a:lnTo>
                  <a:lnTo>
                    <a:pt x="1517552" y="1632677"/>
                  </a:lnTo>
                  <a:lnTo>
                    <a:pt x="1517544" y="1632668"/>
                  </a:lnTo>
                  <a:lnTo>
                    <a:pt x="1517535" y="1632661"/>
                  </a:lnTo>
                  <a:lnTo>
                    <a:pt x="1517509" y="1632643"/>
                  </a:lnTo>
                  <a:lnTo>
                    <a:pt x="1517495" y="1632633"/>
                  </a:lnTo>
                  <a:lnTo>
                    <a:pt x="1517486" y="1632628"/>
                  </a:lnTo>
                  <a:lnTo>
                    <a:pt x="1517475" y="1632623"/>
                  </a:lnTo>
                  <a:lnTo>
                    <a:pt x="1517465" y="1632620"/>
                  </a:lnTo>
                  <a:lnTo>
                    <a:pt x="1517458" y="1632618"/>
                  </a:lnTo>
                  <a:lnTo>
                    <a:pt x="1517453" y="1632614"/>
                  </a:lnTo>
                  <a:lnTo>
                    <a:pt x="1517452" y="1632608"/>
                  </a:lnTo>
                  <a:lnTo>
                    <a:pt x="1517451" y="1632600"/>
                  </a:lnTo>
                  <a:lnTo>
                    <a:pt x="1517450" y="1632588"/>
                  </a:lnTo>
                  <a:lnTo>
                    <a:pt x="1517448" y="1632579"/>
                  </a:lnTo>
                  <a:lnTo>
                    <a:pt x="1517445" y="1632575"/>
                  </a:lnTo>
                  <a:lnTo>
                    <a:pt x="1517434" y="1632562"/>
                  </a:lnTo>
                  <a:lnTo>
                    <a:pt x="1517421" y="1632546"/>
                  </a:lnTo>
                  <a:lnTo>
                    <a:pt x="1517405" y="1632527"/>
                  </a:lnTo>
                  <a:lnTo>
                    <a:pt x="1517393" y="1632514"/>
                  </a:lnTo>
                  <a:lnTo>
                    <a:pt x="1517383" y="1632502"/>
                  </a:lnTo>
                  <a:lnTo>
                    <a:pt x="1517377" y="1632498"/>
                  </a:lnTo>
                  <a:lnTo>
                    <a:pt x="1517363" y="1632489"/>
                  </a:lnTo>
                  <a:lnTo>
                    <a:pt x="1517357" y="1632483"/>
                  </a:lnTo>
                  <a:lnTo>
                    <a:pt x="1517348" y="1632477"/>
                  </a:lnTo>
                  <a:lnTo>
                    <a:pt x="1517342" y="1632475"/>
                  </a:lnTo>
                  <a:lnTo>
                    <a:pt x="1517335" y="1632474"/>
                  </a:lnTo>
                  <a:lnTo>
                    <a:pt x="1517326" y="1632474"/>
                  </a:lnTo>
                  <a:lnTo>
                    <a:pt x="1517316" y="1632477"/>
                  </a:lnTo>
                  <a:lnTo>
                    <a:pt x="1517299" y="1632482"/>
                  </a:lnTo>
                  <a:lnTo>
                    <a:pt x="1517281" y="1632491"/>
                  </a:lnTo>
                  <a:lnTo>
                    <a:pt x="1517275" y="1632490"/>
                  </a:lnTo>
                  <a:lnTo>
                    <a:pt x="1517264" y="1632493"/>
                  </a:lnTo>
                  <a:lnTo>
                    <a:pt x="1517263" y="1632504"/>
                  </a:lnTo>
                  <a:lnTo>
                    <a:pt x="1517261" y="1632516"/>
                  </a:lnTo>
                  <a:lnTo>
                    <a:pt x="1517258" y="1632527"/>
                  </a:lnTo>
                  <a:lnTo>
                    <a:pt x="1517251" y="1632544"/>
                  </a:lnTo>
                  <a:lnTo>
                    <a:pt x="1517247" y="1632553"/>
                  </a:lnTo>
                  <a:lnTo>
                    <a:pt x="1517243" y="1632559"/>
                  </a:lnTo>
                  <a:lnTo>
                    <a:pt x="1517236" y="1632566"/>
                  </a:lnTo>
                  <a:lnTo>
                    <a:pt x="1517228" y="1632567"/>
                  </a:lnTo>
                  <a:lnTo>
                    <a:pt x="1517223" y="1632567"/>
                  </a:lnTo>
                  <a:lnTo>
                    <a:pt x="1517213" y="1632567"/>
                  </a:lnTo>
                  <a:lnTo>
                    <a:pt x="1517201" y="1632566"/>
                  </a:lnTo>
                  <a:lnTo>
                    <a:pt x="1517029" y="1632614"/>
                  </a:lnTo>
                  <a:lnTo>
                    <a:pt x="1517003" y="1632623"/>
                  </a:lnTo>
                  <a:lnTo>
                    <a:pt x="1516915" y="1632646"/>
                  </a:lnTo>
                  <a:lnTo>
                    <a:pt x="1516892" y="1632654"/>
                  </a:lnTo>
                  <a:lnTo>
                    <a:pt x="1516762" y="1632700"/>
                  </a:lnTo>
                  <a:lnTo>
                    <a:pt x="1516739" y="1632710"/>
                  </a:lnTo>
                  <a:lnTo>
                    <a:pt x="1516597" y="1632763"/>
                  </a:lnTo>
                  <a:lnTo>
                    <a:pt x="1516581" y="1632766"/>
                  </a:lnTo>
                  <a:lnTo>
                    <a:pt x="1516569" y="1632760"/>
                  </a:lnTo>
                  <a:lnTo>
                    <a:pt x="1516540" y="1632747"/>
                  </a:lnTo>
                  <a:lnTo>
                    <a:pt x="1516500" y="1632726"/>
                  </a:lnTo>
                  <a:lnTo>
                    <a:pt x="1516465" y="1632709"/>
                  </a:lnTo>
                  <a:lnTo>
                    <a:pt x="1516426" y="1632675"/>
                  </a:lnTo>
                  <a:lnTo>
                    <a:pt x="1516411" y="1632663"/>
                  </a:lnTo>
                  <a:lnTo>
                    <a:pt x="1516392" y="1632645"/>
                  </a:lnTo>
                  <a:lnTo>
                    <a:pt x="1516373" y="1632627"/>
                  </a:lnTo>
                  <a:lnTo>
                    <a:pt x="1516366" y="1632617"/>
                  </a:lnTo>
                  <a:lnTo>
                    <a:pt x="1516342" y="1632584"/>
                  </a:lnTo>
                  <a:lnTo>
                    <a:pt x="1516317" y="1632558"/>
                  </a:lnTo>
                  <a:lnTo>
                    <a:pt x="1516296" y="1632536"/>
                  </a:lnTo>
                  <a:lnTo>
                    <a:pt x="1516287" y="1632523"/>
                  </a:lnTo>
                  <a:lnTo>
                    <a:pt x="1516272" y="1632504"/>
                  </a:lnTo>
                  <a:lnTo>
                    <a:pt x="1516235" y="1632466"/>
                  </a:lnTo>
                  <a:lnTo>
                    <a:pt x="1516200" y="1632430"/>
                  </a:lnTo>
                  <a:lnTo>
                    <a:pt x="1516156" y="1632375"/>
                  </a:lnTo>
                  <a:lnTo>
                    <a:pt x="1516118" y="1632346"/>
                  </a:lnTo>
                  <a:lnTo>
                    <a:pt x="1516113" y="1632344"/>
                  </a:lnTo>
                  <a:lnTo>
                    <a:pt x="1516099" y="1632339"/>
                  </a:lnTo>
                  <a:lnTo>
                    <a:pt x="1516089" y="1632337"/>
                  </a:lnTo>
                  <a:lnTo>
                    <a:pt x="1516076" y="1632339"/>
                  </a:lnTo>
                  <a:lnTo>
                    <a:pt x="1516059" y="1632340"/>
                  </a:lnTo>
                  <a:lnTo>
                    <a:pt x="1516054" y="1632341"/>
                  </a:lnTo>
                  <a:lnTo>
                    <a:pt x="1516046" y="1632339"/>
                  </a:lnTo>
                  <a:lnTo>
                    <a:pt x="1516037" y="1632329"/>
                  </a:lnTo>
                  <a:lnTo>
                    <a:pt x="1516027" y="1632302"/>
                  </a:lnTo>
                  <a:lnTo>
                    <a:pt x="1516022" y="1632307"/>
                  </a:lnTo>
                  <a:lnTo>
                    <a:pt x="1516018" y="1632316"/>
                  </a:lnTo>
                  <a:lnTo>
                    <a:pt x="1516015" y="1632324"/>
                  </a:lnTo>
                  <a:lnTo>
                    <a:pt x="1516002" y="1632333"/>
                  </a:lnTo>
                  <a:lnTo>
                    <a:pt x="1515983" y="1632345"/>
                  </a:lnTo>
                  <a:lnTo>
                    <a:pt x="1515970" y="1632351"/>
                  </a:lnTo>
                  <a:lnTo>
                    <a:pt x="1515957" y="1632354"/>
                  </a:lnTo>
                  <a:lnTo>
                    <a:pt x="1515924" y="1632363"/>
                  </a:lnTo>
                  <a:lnTo>
                    <a:pt x="1515902" y="1632359"/>
                  </a:lnTo>
                  <a:lnTo>
                    <a:pt x="1515889" y="1632353"/>
                  </a:lnTo>
                  <a:lnTo>
                    <a:pt x="1515864" y="1632339"/>
                  </a:lnTo>
                  <a:lnTo>
                    <a:pt x="1515834" y="1632323"/>
                  </a:lnTo>
                  <a:lnTo>
                    <a:pt x="1515801" y="1632306"/>
                  </a:lnTo>
                  <a:lnTo>
                    <a:pt x="1515775" y="1632288"/>
                  </a:lnTo>
                  <a:lnTo>
                    <a:pt x="1515729" y="1632264"/>
                  </a:lnTo>
                  <a:lnTo>
                    <a:pt x="1515701" y="1632236"/>
                  </a:lnTo>
                  <a:lnTo>
                    <a:pt x="1515681" y="1632208"/>
                  </a:lnTo>
                  <a:lnTo>
                    <a:pt x="1515652" y="1632188"/>
                  </a:lnTo>
                  <a:lnTo>
                    <a:pt x="1515639" y="1632179"/>
                  </a:lnTo>
                  <a:lnTo>
                    <a:pt x="1515630" y="1632173"/>
                  </a:lnTo>
                  <a:lnTo>
                    <a:pt x="1515624" y="1632168"/>
                  </a:lnTo>
                  <a:lnTo>
                    <a:pt x="1515617" y="1632161"/>
                  </a:lnTo>
                  <a:lnTo>
                    <a:pt x="1515606" y="1632147"/>
                  </a:lnTo>
                  <a:lnTo>
                    <a:pt x="1515601" y="1632142"/>
                  </a:lnTo>
                  <a:lnTo>
                    <a:pt x="1515590" y="1632140"/>
                  </a:lnTo>
                  <a:lnTo>
                    <a:pt x="1515559" y="1632150"/>
                  </a:lnTo>
                  <a:lnTo>
                    <a:pt x="1515538" y="1632146"/>
                  </a:lnTo>
                  <a:lnTo>
                    <a:pt x="1515521" y="1632142"/>
                  </a:lnTo>
                  <a:lnTo>
                    <a:pt x="1515496" y="1632129"/>
                  </a:lnTo>
                  <a:lnTo>
                    <a:pt x="1515462" y="1632100"/>
                  </a:lnTo>
                  <a:lnTo>
                    <a:pt x="1515441" y="1632080"/>
                  </a:lnTo>
                  <a:lnTo>
                    <a:pt x="1515416" y="1632070"/>
                  </a:lnTo>
                  <a:lnTo>
                    <a:pt x="1515399" y="1632066"/>
                  </a:lnTo>
                  <a:lnTo>
                    <a:pt x="1515382" y="1632066"/>
                  </a:lnTo>
                  <a:lnTo>
                    <a:pt x="1515363" y="1632072"/>
                  </a:lnTo>
                  <a:lnTo>
                    <a:pt x="1515346" y="1632069"/>
                  </a:lnTo>
                  <a:lnTo>
                    <a:pt x="1515334" y="1632064"/>
                  </a:lnTo>
                  <a:lnTo>
                    <a:pt x="1515320" y="1632049"/>
                  </a:lnTo>
                  <a:lnTo>
                    <a:pt x="1515299" y="1632024"/>
                  </a:lnTo>
                  <a:lnTo>
                    <a:pt x="1515282" y="1632017"/>
                  </a:lnTo>
                  <a:lnTo>
                    <a:pt x="1515274" y="1632012"/>
                  </a:lnTo>
                  <a:lnTo>
                    <a:pt x="1515266" y="1632009"/>
                  </a:lnTo>
                  <a:lnTo>
                    <a:pt x="1515250" y="1632014"/>
                  </a:lnTo>
                  <a:lnTo>
                    <a:pt x="1515243" y="1632001"/>
                  </a:lnTo>
                  <a:lnTo>
                    <a:pt x="1515242" y="1631995"/>
                  </a:lnTo>
                  <a:lnTo>
                    <a:pt x="1515243" y="1631985"/>
                  </a:lnTo>
                  <a:lnTo>
                    <a:pt x="1515241" y="1631973"/>
                  </a:lnTo>
                  <a:lnTo>
                    <a:pt x="1515239" y="1631963"/>
                  </a:lnTo>
                  <a:lnTo>
                    <a:pt x="1515237" y="1631955"/>
                  </a:lnTo>
                  <a:lnTo>
                    <a:pt x="1515221" y="1631939"/>
                  </a:lnTo>
                  <a:lnTo>
                    <a:pt x="1515202" y="1631917"/>
                  </a:lnTo>
                  <a:lnTo>
                    <a:pt x="1515190" y="1631901"/>
                  </a:lnTo>
                  <a:lnTo>
                    <a:pt x="1515182" y="1631884"/>
                  </a:lnTo>
                  <a:lnTo>
                    <a:pt x="1515173" y="1631851"/>
                  </a:lnTo>
                  <a:lnTo>
                    <a:pt x="1515171" y="1631839"/>
                  </a:lnTo>
                  <a:lnTo>
                    <a:pt x="1515171" y="1631831"/>
                  </a:lnTo>
                  <a:lnTo>
                    <a:pt x="1515172" y="1631824"/>
                  </a:lnTo>
                  <a:lnTo>
                    <a:pt x="1515176" y="1631815"/>
                  </a:lnTo>
                  <a:lnTo>
                    <a:pt x="1515181" y="1631800"/>
                  </a:lnTo>
                  <a:lnTo>
                    <a:pt x="1515184" y="1631787"/>
                  </a:lnTo>
                  <a:lnTo>
                    <a:pt x="1515202" y="1631695"/>
                  </a:lnTo>
                  <a:lnTo>
                    <a:pt x="1515215" y="1631679"/>
                  </a:lnTo>
                  <a:lnTo>
                    <a:pt x="1515231" y="1631660"/>
                  </a:lnTo>
                  <a:lnTo>
                    <a:pt x="1515229" y="1631646"/>
                  </a:lnTo>
                  <a:lnTo>
                    <a:pt x="1515227" y="1631631"/>
                  </a:lnTo>
                  <a:lnTo>
                    <a:pt x="1515219" y="1631608"/>
                  </a:lnTo>
                  <a:lnTo>
                    <a:pt x="1515208" y="1631592"/>
                  </a:lnTo>
                  <a:lnTo>
                    <a:pt x="1515187" y="1631574"/>
                  </a:lnTo>
                  <a:lnTo>
                    <a:pt x="1515165" y="1631558"/>
                  </a:lnTo>
                  <a:lnTo>
                    <a:pt x="1515146" y="1631541"/>
                  </a:lnTo>
                  <a:lnTo>
                    <a:pt x="1515135" y="1631526"/>
                  </a:lnTo>
                  <a:lnTo>
                    <a:pt x="1515127" y="1631513"/>
                  </a:lnTo>
                  <a:lnTo>
                    <a:pt x="1515136" y="1631503"/>
                  </a:lnTo>
                  <a:lnTo>
                    <a:pt x="1515139" y="1631494"/>
                  </a:lnTo>
                  <a:lnTo>
                    <a:pt x="1515140" y="1631476"/>
                  </a:lnTo>
                  <a:lnTo>
                    <a:pt x="1515138" y="1631454"/>
                  </a:lnTo>
                  <a:lnTo>
                    <a:pt x="1515135" y="1631430"/>
                  </a:lnTo>
                  <a:lnTo>
                    <a:pt x="1515133" y="1631413"/>
                  </a:lnTo>
                  <a:lnTo>
                    <a:pt x="1515128" y="1631400"/>
                  </a:lnTo>
                  <a:lnTo>
                    <a:pt x="1515122" y="1631389"/>
                  </a:lnTo>
                  <a:lnTo>
                    <a:pt x="1515110" y="1631365"/>
                  </a:lnTo>
                  <a:lnTo>
                    <a:pt x="1515103" y="1631354"/>
                  </a:lnTo>
                  <a:lnTo>
                    <a:pt x="1515088" y="1631333"/>
                  </a:lnTo>
                  <a:lnTo>
                    <a:pt x="1515082" y="1631322"/>
                  </a:lnTo>
                  <a:lnTo>
                    <a:pt x="1515079" y="1631313"/>
                  </a:lnTo>
                  <a:lnTo>
                    <a:pt x="1515078" y="1631304"/>
                  </a:lnTo>
                  <a:lnTo>
                    <a:pt x="1515079" y="1631295"/>
                  </a:lnTo>
                  <a:lnTo>
                    <a:pt x="1515082" y="1631288"/>
                  </a:lnTo>
                  <a:lnTo>
                    <a:pt x="1515085" y="1631282"/>
                  </a:lnTo>
                  <a:lnTo>
                    <a:pt x="1515088" y="1631275"/>
                  </a:lnTo>
                  <a:lnTo>
                    <a:pt x="1515088" y="1631269"/>
                  </a:lnTo>
                  <a:lnTo>
                    <a:pt x="1515088" y="1631263"/>
                  </a:lnTo>
                  <a:lnTo>
                    <a:pt x="1515086" y="1631257"/>
                  </a:lnTo>
                  <a:lnTo>
                    <a:pt x="1515084" y="1631247"/>
                  </a:lnTo>
                  <a:lnTo>
                    <a:pt x="1515080" y="1631236"/>
                  </a:lnTo>
                  <a:lnTo>
                    <a:pt x="1515069" y="1631213"/>
                  </a:lnTo>
                  <a:lnTo>
                    <a:pt x="1515058" y="1631192"/>
                  </a:lnTo>
                  <a:lnTo>
                    <a:pt x="1515051" y="1631182"/>
                  </a:lnTo>
                  <a:lnTo>
                    <a:pt x="1515045" y="1631177"/>
                  </a:lnTo>
                  <a:lnTo>
                    <a:pt x="1515027" y="1631165"/>
                  </a:lnTo>
                  <a:lnTo>
                    <a:pt x="1515022" y="1631161"/>
                  </a:lnTo>
                  <a:lnTo>
                    <a:pt x="1515017" y="1631157"/>
                  </a:lnTo>
                  <a:lnTo>
                    <a:pt x="1515012" y="1631151"/>
                  </a:lnTo>
                  <a:lnTo>
                    <a:pt x="1515009" y="1631146"/>
                  </a:lnTo>
                  <a:lnTo>
                    <a:pt x="1515005" y="1631136"/>
                  </a:lnTo>
                  <a:lnTo>
                    <a:pt x="1515002" y="1631128"/>
                  </a:lnTo>
                  <a:lnTo>
                    <a:pt x="1514998" y="1631117"/>
                  </a:lnTo>
                  <a:lnTo>
                    <a:pt x="1514993" y="1631108"/>
                  </a:lnTo>
                  <a:lnTo>
                    <a:pt x="1514987" y="1631099"/>
                  </a:lnTo>
                  <a:lnTo>
                    <a:pt x="1514975" y="1631086"/>
                  </a:lnTo>
                  <a:lnTo>
                    <a:pt x="1514965" y="1631076"/>
                  </a:lnTo>
                  <a:lnTo>
                    <a:pt x="1514940" y="1631056"/>
                  </a:lnTo>
                  <a:lnTo>
                    <a:pt x="1514922" y="1631041"/>
                  </a:lnTo>
                  <a:lnTo>
                    <a:pt x="1514917" y="1631036"/>
                  </a:lnTo>
                  <a:lnTo>
                    <a:pt x="1514921" y="1631030"/>
                  </a:lnTo>
                  <a:lnTo>
                    <a:pt x="1514926" y="1631024"/>
                  </a:lnTo>
                  <a:lnTo>
                    <a:pt x="1514945" y="1631000"/>
                  </a:lnTo>
                  <a:lnTo>
                    <a:pt x="1514953" y="1630985"/>
                  </a:lnTo>
                  <a:lnTo>
                    <a:pt x="1514956" y="1630978"/>
                  </a:lnTo>
                  <a:lnTo>
                    <a:pt x="1514957" y="1630968"/>
                  </a:lnTo>
                  <a:lnTo>
                    <a:pt x="1514941" y="1630918"/>
                  </a:lnTo>
                  <a:lnTo>
                    <a:pt x="1514937" y="1630904"/>
                  </a:lnTo>
                  <a:lnTo>
                    <a:pt x="1514934" y="1630891"/>
                  </a:lnTo>
                  <a:lnTo>
                    <a:pt x="1514928" y="1630865"/>
                  </a:lnTo>
                  <a:lnTo>
                    <a:pt x="1514917" y="1630838"/>
                  </a:lnTo>
                  <a:lnTo>
                    <a:pt x="1514909" y="1630827"/>
                  </a:lnTo>
                  <a:lnTo>
                    <a:pt x="1514906" y="1630815"/>
                  </a:lnTo>
                  <a:lnTo>
                    <a:pt x="1514904" y="1630762"/>
                  </a:lnTo>
                  <a:lnTo>
                    <a:pt x="1514906" y="1630754"/>
                  </a:lnTo>
                  <a:lnTo>
                    <a:pt x="1514929" y="1630670"/>
                  </a:lnTo>
                  <a:lnTo>
                    <a:pt x="1514924" y="1630654"/>
                  </a:lnTo>
                  <a:lnTo>
                    <a:pt x="1514929" y="1630640"/>
                  </a:lnTo>
                  <a:lnTo>
                    <a:pt x="1514934" y="1630623"/>
                  </a:lnTo>
                  <a:lnTo>
                    <a:pt x="1514942" y="1630595"/>
                  </a:lnTo>
                  <a:lnTo>
                    <a:pt x="1514950" y="1630548"/>
                  </a:lnTo>
                  <a:lnTo>
                    <a:pt x="1514951" y="1630540"/>
                  </a:lnTo>
                  <a:lnTo>
                    <a:pt x="1514951" y="1630519"/>
                  </a:lnTo>
                  <a:lnTo>
                    <a:pt x="1514951" y="1630511"/>
                  </a:lnTo>
                  <a:lnTo>
                    <a:pt x="1514965" y="1630499"/>
                  </a:lnTo>
                  <a:lnTo>
                    <a:pt x="1514971" y="1630493"/>
                  </a:lnTo>
                  <a:lnTo>
                    <a:pt x="1514978" y="1630476"/>
                  </a:lnTo>
                  <a:lnTo>
                    <a:pt x="1514981" y="1630470"/>
                  </a:lnTo>
                  <a:lnTo>
                    <a:pt x="1514988" y="1630451"/>
                  </a:lnTo>
                  <a:lnTo>
                    <a:pt x="1514989" y="1630440"/>
                  </a:lnTo>
                  <a:lnTo>
                    <a:pt x="1514987" y="1630426"/>
                  </a:lnTo>
                  <a:lnTo>
                    <a:pt x="1514974" y="1630420"/>
                  </a:lnTo>
                  <a:lnTo>
                    <a:pt x="1514960" y="1630413"/>
                  </a:lnTo>
                  <a:lnTo>
                    <a:pt x="1514954" y="1630410"/>
                  </a:lnTo>
                  <a:lnTo>
                    <a:pt x="1514946" y="1630412"/>
                  </a:lnTo>
                  <a:lnTo>
                    <a:pt x="1514935" y="1630417"/>
                  </a:lnTo>
                  <a:lnTo>
                    <a:pt x="1514927" y="1630420"/>
                  </a:lnTo>
                  <a:lnTo>
                    <a:pt x="1514921" y="1630416"/>
                  </a:lnTo>
                  <a:lnTo>
                    <a:pt x="1514917" y="1630413"/>
                  </a:lnTo>
                  <a:lnTo>
                    <a:pt x="1514905" y="1630401"/>
                  </a:lnTo>
                  <a:lnTo>
                    <a:pt x="1514893" y="1630388"/>
                  </a:lnTo>
                  <a:lnTo>
                    <a:pt x="1514883" y="1630375"/>
                  </a:lnTo>
                  <a:lnTo>
                    <a:pt x="1514879" y="1630370"/>
                  </a:lnTo>
                  <a:lnTo>
                    <a:pt x="1514875" y="1630364"/>
                  </a:lnTo>
                  <a:lnTo>
                    <a:pt x="1514869" y="1630368"/>
                  </a:lnTo>
                  <a:lnTo>
                    <a:pt x="1514840" y="1630386"/>
                  </a:lnTo>
                  <a:lnTo>
                    <a:pt x="1514835" y="1630389"/>
                  </a:lnTo>
                  <a:lnTo>
                    <a:pt x="1514827" y="1630387"/>
                  </a:lnTo>
                  <a:lnTo>
                    <a:pt x="1514810" y="1630384"/>
                  </a:lnTo>
                  <a:lnTo>
                    <a:pt x="1514800" y="1630378"/>
                  </a:lnTo>
                  <a:lnTo>
                    <a:pt x="1514796" y="1630374"/>
                  </a:lnTo>
                  <a:lnTo>
                    <a:pt x="1514789" y="1630362"/>
                  </a:lnTo>
                  <a:lnTo>
                    <a:pt x="1514778" y="1630356"/>
                  </a:lnTo>
                  <a:lnTo>
                    <a:pt x="1514765" y="1630353"/>
                  </a:lnTo>
                  <a:lnTo>
                    <a:pt x="1514747" y="1630345"/>
                  </a:lnTo>
                  <a:lnTo>
                    <a:pt x="1514722" y="1630333"/>
                  </a:lnTo>
                  <a:lnTo>
                    <a:pt x="1514717" y="1630329"/>
                  </a:lnTo>
                  <a:lnTo>
                    <a:pt x="1514709" y="1630324"/>
                  </a:lnTo>
                  <a:lnTo>
                    <a:pt x="1514708" y="1630307"/>
                  </a:lnTo>
                  <a:lnTo>
                    <a:pt x="1514705" y="1630253"/>
                  </a:lnTo>
                  <a:lnTo>
                    <a:pt x="1514704" y="1630239"/>
                  </a:lnTo>
                  <a:lnTo>
                    <a:pt x="1514701" y="1630224"/>
                  </a:lnTo>
                  <a:lnTo>
                    <a:pt x="1514695" y="1630192"/>
                  </a:lnTo>
                  <a:lnTo>
                    <a:pt x="1514694" y="1630182"/>
                  </a:lnTo>
                  <a:lnTo>
                    <a:pt x="1514692" y="1630167"/>
                  </a:lnTo>
                  <a:lnTo>
                    <a:pt x="1514689" y="1630152"/>
                  </a:lnTo>
                  <a:lnTo>
                    <a:pt x="1514641" y="1630074"/>
                  </a:lnTo>
                  <a:lnTo>
                    <a:pt x="1514634" y="1630062"/>
                  </a:lnTo>
                  <a:lnTo>
                    <a:pt x="1514626" y="1630049"/>
                  </a:lnTo>
                  <a:lnTo>
                    <a:pt x="1514614" y="1630025"/>
                  </a:lnTo>
                  <a:lnTo>
                    <a:pt x="1514574" y="1629936"/>
                  </a:lnTo>
                  <a:lnTo>
                    <a:pt x="1514568" y="1629924"/>
                  </a:lnTo>
                  <a:lnTo>
                    <a:pt x="1514563" y="1629911"/>
                  </a:lnTo>
                  <a:lnTo>
                    <a:pt x="1514540" y="1629859"/>
                  </a:lnTo>
                  <a:lnTo>
                    <a:pt x="1514526" y="1629852"/>
                  </a:lnTo>
                  <a:lnTo>
                    <a:pt x="1514502" y="1629834"/>
                  </a:lnTo>
                  <a:lnTo>
                    <a:pt x="1514460" y="1629797"/>
                  </a:lnTo>
                  <a:lnTo>
                    <a:pt x="1514436" y="1629776"/>
                  </a:lnTo>
                  <a:lnTo>
                    <a:pt x="1514426" y="1629766"/>
                  </a:lnTo>
                  <a:lnTo>
                    <a:pt x="1514419" y="1629753"/>
                  </a:lnTo>
                  <a:lnTo>
                    <a:pt x="1514397" y="1629713"/>
                  </a:lnTo>
                  <a:lnTo>
                    <a:pt x="1514367" y="1629656"/>
                  </a:lnTo>
                  <a:lnTo>
                    <a:pt x="1514360" y="1629642"/>
                  </a:lnTo>
                  <a:lnTo>
                    <a:pt x="1514347" y="1629651"/>
                  </a:lnTo>
                  <a:lnTo>
                    <a:pt x="1514343" y="1629654"/>
                  </a:lnTo>
                  <a:lnTo>
                    <a:pt x="1514335" y="1629659"/>
                  </a:lnTo>
                  <a:lnTo>
                    <a:pt x="1514321" y="1629666"/>
                  </a:lnTo>
                  <a:lnTo>
                    <a:pt x="1514311" y="1629668"/>
                  </a:lnTo>
                  <a:lnTo>
                    <a:pt x="1514290" y="1629664"/>
                  </a:lnTo>
                  <a:lnTo>
                    <a:pt x="1514283" y="1629659"/>
                  </a:lnTo>
                  <a:lnTo>
                    <a:pt x="1514272" y="1629651"/>
                  </a:lnTo>
                  <a:lnTo>
                    <a:pt x="1514196" y="1629573"/>
                  </a:lnTo>
                  <a:lnTo>
                    <a:pt x="1514183" y="1629568"/>
                  </a:lnTo>
                  <a:lnTo>
                    <a:pt x="1514177" y="1629565"/>
                  </a:lnTo>
                  <a:lnTo>
                    <a:pt x="1514155" y="1629545"/>
                  </a:lnTo>
                  <a:lnTo>
                    <a:pt x="1514133" y="1629523"/>
                  </a:lnTo>
                  <a:lnTo>
                    <a:pt x="1514106" y="1629490"/>
                  </a:lnTo>
                  <a:lnTo>
                    <a:pt x="1514061" y="1629433"/>
                  </a:lnTo>
                  <a:lnTo>
                    <a:pt x="1514037" y="1629400"/>
                  </a:lnTo>
                  <a:lnTo>
                    <a:pt x="1514028" y="1629388"/>
                  </a:lnTo>
                  <a:lnTo>
                    <a:pt x="1514028" y="1629373"/>
                  </a:lnTo>
                  <a:lnTo>
                    <a:pt x="1514024" y="1629320"/>
                  </a:lnTo>
                  <a:lnTo>
                    <a:pt x="1514017" y="1629210"/>
                  </a:lnTo>
                  <a:lnTo>
                    <a:pt x="1513915" y="1629149"/>
                  </a:lnTo>
                  <a:lnTo>
                    <a:pt x="1513854" y="1629110"/>
                  </a:lnTo>
                  <a:lnTo>
                    <a:pt x="1513842" y="1629102"/>
                  </a:lnTo>
                  <a:lnTo>
                    <a:pt x="1513837" y="1629088"/>
                  </a:lnTo>
                  <a:lnTo>
                    <a:pt x="1513803" y="1628973"/>
                  </a:lnTo>
                  <a:lnTo>
                    <a:pt x="1513799" y="1628960"/>
                  </a:lnTo>
                  <a:lnTo>
                    <a:pt x="1513790" y="1628946"/>
                  </a:lnTo>
                  <a:lnTo>
                    <a:pt x="1513776" y="1628925"/>
                  </a:lnTo>
                  <a:lnTo>
                    <a:pt x="1513767" y="1628917"/>
                  </a:lnTo>
                  <a:lnTo>
                    <a:pt x="1513759" y="1628911"/>
                  </a:lnTo>
                  <a:lnTo>
                    <a:pt x="1513748" y="1628902"/>
                  </a:lnTo>
                  <a:lnTo>
                    <a:pt x="1513745" y="1628897"/>
                  </a:lnTo>
                  <a:lnTo>
                    <a:pt x="1513741" y="1628876"/>
                  </a:lnTo>
                  <a:lnTo>
                    <a:pt x="1513735" y="1628856"/>
                  </a:lnTo>
                  <a:lnTo>
                    <a:pt x="1513731" y="1628850"/>
                  </a:lnTo>
                  <a:lnTo>
                    <a:pt x="1513728" y="1628837"/>
                  </a:lnTo>
                  <a:lnTo>
                    <a:pt x="1513725" y="1628823"/>
                  </a:lnTo>
                  <a:lnTo>
                    <a:pt x="1513721" y="1628809"/>
                  </a:lnTo>
                  <a:lnTo>
                    <a:pt x="1513718" y="1628795"/>
                  </a:lnTo>
                  <a:lnTo>
                    <a:pt x="1513704" y="1628787"/>
                  </a:lnTo>
                  <a:lnTo>
                    <a:pt x="1513684" y="1628767"/>
                  </a:lnTo>
                  <a:lnTo>
                    <a:pt x="1513672" y="1628752"/>
                  </a:lnTo>
                  <a:lnTo>
                    <a:pt x="1513669" y="1628739"/>
                  </a:lnTo>
                  <a:lnTo>
                    <a:pt x="1513669" y="1628727"/>
                  </a:lnTo>
                  <a:lnTo>
                    <a:pt x="1513671" y="1628713"/>
                  </a:lnTo>
                  <a:lnTo>
                    <a:pt x="1513668" y="1628703"/>
                  </a:lnTo>
                  <a:lnTo>
                    <a:pt x="1513664" y="1628693"/>
                  </a:lnTo>
                  <a:lnTo>
                    <a:pt x="1513651" y="1628678"/>
                  </a:lnTo>
                  <a:lnTo>
                    <a:pt x="1513634" y="1628667"/>
                  </a:lnTo>
                  <a:lnTo>
                    <a:pt x="1513607" y="1628650"/>
                  </a:lnTo>
                  <a:lnTo>
                    <a:pt x="1513565" y="1628610"/>
                  </a:lnTo>
                  <a:lnTo>
                    <a:pt x="1513548" y="1628585"/>
                  </a:lnTo>
                  <a:lnTo>
                    <a:pt x="1513542" y="1628568"/>
                  </a:lnTo>
                  <a:lnTo>
                    <a:pt x="1513541" y="1628562"/>
                  </a:lnTo>
                  <a:lnTo>
                    <a:pt x="1513538" y="1628547"/>
                  </a:lnTo>
                  <a:lnTo>
                    <a:pt x="1513535" y="1628533"/>
                  </a:lnTo>
                  <a:lnTo>
                    <a:pt x="1513533" y="1628522"/>
                  </a:lnTo>
                  <a:lnTo>
                    <a:pt x="1513550" y="1628506"/>
                  </a:lnTo>
                  <a:lnTo>
                    <a:pt x="1513541" y="1628497"/>
                  </a:lnTo>
                  <a:lnTo>
                    <a:pt x="1513528" y="1628477"/>
                  </a:lnTo>
                  <a:lnTo>
                    <a:pt x="1513511" y="1628458"/>
                  </a:lnTo>
                  <a:lnTo>
                    <a:pt x="1513496" y="1628444"/>
                  </a:lnTo>
                  <a:lnTo>
                    <a:pt x="1513465" y="1628427"/>
                  </a:lnTo>
                  <a:lnTo>
                    <a:pt x="1513452" y="1628415"/>
                  </a:lnTo>
                  <a:lnTo>
                    <a:pt x="1513443" y="1628403"/>
                  </a:lnTo>
                  <a:lnTo>
                    <a:pt x="1513427" y="1628393"/>
                  </a:lnTo>
                  <a:lnTo>
                    <a:pt x="1513412" y="1628374"/>
                  </a:lnTo>
                  <a:lnTo>
                    <a:pt x="1513397" y="1628346"/>
                  </a:lnTo>
                  <a:lnTo>
                    <a:pt x="1513384" y="1628321"/>
                  </a:lnTo>
                  <a:lnTo>
                    <a:pt x="1513373" y="1628306"/>
                  </a:lnTo>
                  <a:lnTo>
                    <a:pt x="1513344" y="1628272"/>
                  </a:lnTo>
                  <a:lnTo>
                    <a:pt x="1513338" y="1628267"/>
                  </a:lnTo>
                  <a:lnTo>
                    <a:pt x="1513329" y="1628255"/>
                  </a:lnTo>
                  <a:lnTo>
                    <a:pt x="1513316" y="1628251"/>
                  </a:lnTo>
                  <a:lnTo>
                    <a:pt x="1513296" y="1628243"/>
                  </a:lnTo>
                  <a:lnTo>
                    <a:pt x="1513279" y="1628232"/>
                  </a:lnTo>
                  <a:lnTo>
                    <a:pt x="1513268" y="1628213"/>
                  </a:lnTo>
                  <a:lnTo>
                    <a:pt x="1513259" y="1628196"/>
                  </a:lnTo>
                  <a:lnTo>
                    <a:pt x="1513251" y="1628183"/>
                  </a:lnTo>
                  <a:lnTo>
                    <a:pt x="1513240" y="1628193"/>
                  </a:lnTo>
                  <a:lnTo>
                    <a:pt x="1513235" y="1628195"/>
                  </a:lnTo>
                  <a:lnTo>
                    <a:pt x="1513228" y="1628196"/>
                  </a:lnTo>
                  <a:lnTo>
                    <a:pt x="1513223" y="1628196"/>
                  </a:lnTo>
                  <a:lnTo>
                    <a:pt x="1513216" y="1628196"/>
                  </a:lnTo>
                  <a:lnTo>
                    <a:pt x="1513211" y="1628196"/>
                  </a:lnTo>
                  <a:lnTo>
                    <a:pt x="1513203" y="1628193"/>
                  </a:lnTo>
                  <a:lnTo>
                    <a:pt x="1513198" y="1628188"/>
                  </a:lnTo>
                  <a:lnTo>
                    <a:pt x="1513185" y="1628174"/>
                  </a:lnTo>
                  <a:lnTo>
                    <a:pt x="1513159" y="1628139"/>
                  </a:lnTo>
                  <a:lnTo>
                    <a:pt x="1513141" y="1628115"/>
                  </a:lnTo>
                  <a:lnTo>
                    <a:pt x="1513120" y="1628087"/>
                  </a:lnTo>
                  <a:lnTo>
                    <a:pt x="1513105" y="1628067"/>
                  </a:lnTo>
                  <a:lnTo>
                    <a:pt x="1513093" y="1628058"/>
                  </a:lnTo>
                  <a:lnTo>
                    <a:pt x="1513072" y="1628043"/>
                  </a:lnTo>
                  <a:lnTo>
                    <a:pt x="1513026" y="1628008"/>
                  </a:lnTo>
                  <a:lnTo>
                    <a:pt x="1513010" y="1627996"/>
                  </a:lnTo>
                  <a:lnTo>
                    <a:pt x="1512999" y="1627987"/>
                  </a:lnTo>
                  <a:lnTo>
                    <a:pt x="1512988" y="1627978"/>
                  </a:lnTo>
                  <a:lnTo>
                    <a:pt x="1512982" y="1627966"/>
                  </a:lnTo>
                  <a:lnTo>
                    <a:pt x="1512977" y="1627955"/>
                  </a:lnTo>
                  <a:lnTo>
                    <a:pt x="1512970" y="1627940"/>
                  </a:lnTo>
                  <a:lnTo>
                    <a:pt x="1512925" y="1627840"/>
                  </a:lnTo>
                  <a:lnTo>
                    <a:pt x="1512918" y="1627820"/>
                  </a:lnTo>
                  <a:lnTo>
                    <a:pt x="1512914" y="1627807"/>
                  </a:lnTo>
                  <a:lnTo>
                    <a:pt x="1512910" y="1627793"/>
                  </a:lnTo>
                  <a:lnTo>
                    <a:pt x="1512904" y="1627780"/>
                  </a:lnTo>
                  <a:lnTo>
                    <a:pt x="1512899" y="1627769"/>
                  </a:lnTo>
                  <a:lnTo>
                    <a:pt x="1512895" y="1627762"/>
                  </a:lnTo>
                  <a:lnTo>
                    <a:pt x="1512891" y="1627756"/>
                  </a:lnTo>
                  <a:lnTo>
                    <a:pt x="1512883" y="1627745"/>
                  </a:lnTo>
                  <a:lnTo>
                    <a:pt x="1512873" y="1627733"/>
                  </a:lnTo>
                  <a:lnTo>
                    <a:pt x="1512867" y="1627725"/>
                  </a:lnTo>
                  <a:lnTo>
                    <a:pt x="1512862" y="1627718"/>
                  </a:lnTo>
                  <a:lnTo>
                    <a:pt x="1512861" y="1627700"/>
                  </a:lnTo>
                  <a:lnTo>
                    <a:pt x="1512863" y="1627686"/>
                  </a:lnTo>
                  <a:lnTo>
                    <a:pt x="1512865" y="1627667"/>
                  </a:lnTo>
                  <a:lnTo>
                    <a:pt x="1512866" y="1627651"/>
                  </a:lnTo>
                  <a:lnTo>
                    <a:pt x="1512866" y="1627645"/>
                  </a:lnTo>
                  <a:lnTo>
                    <a:pt x="1512864" y="1627639"/>
                  </a:lnTo>
                  <a:lnTo>
                    <a:pt x="1512860" y="1627626"/>
                  </a:lnTo>
                  <a:lnTo>
                    <a:pt x="1512853" y="1627612"/>
                  </a:lnTo>
                  <a:lnTo>
                    <a:pt x="1512842" y="1627595"/>
                  </a:lnTo>
                  <a:lnTo>
                    <a:pt x="1512822" y="1627565"/>
                  </a:lnTo>
                  <a:lnTo>
                    <a:pt x="1512814" y="1627553"/>
                  </a:lnTo>
                  <a:lnTo>
                    <a:pt x="1512807" y="1627541"/>
                  </a:lnTo>
                  <a:lnTo>
                    <a:pt x="1512793" y="1627520"/>
                  </a:lnTo>
                  <a:lnTo>
                    <a:pt x="1512785" y="1627508"/>
                  </a:lnTo>
                  <a:lnTo>
                    <a:pt x="1512771" y="1627504"/>
                  </a:lnTo>
                  <a:lnTo>
                    <a:pt x="1512756" y="1627500"/>
                  </a:lnTo>
                  <a:lnTo>
                    <a:pt x="1512793" y="1627460"/>
                  </a:lnTo>
                  <a:lnTo>
                    <a:pt x="1512790" y="1627443"/>
                  </a:lnTo>
                  <a:lnTo>
                    <a:pt x="1512787" y="1627430"/>
                  </a:lnTo>
                  <a:lnTo>
                    <a:pt x="1512781" y="1627407"/>
                  </a:lnTo>
                  <a:lnTo>
                    <a:pt x="1512779" y="1627385"/>
                  </a:lnTo>
                  <a:lnTo>
                    <a:pt x="1512777" y="1627361"/>
                  </a:lnTo>
                  <a:lnTo>
                    <a:pt x="1512776" y="1627345"/>
                  </a:lnTo>
                  <a:lnTo>
                    <a:pt x="1512774" y="1627333"/>
                  </a:lnTo>
                  <a:lnTo>
                    <a:pt x="1512776" y="1627326"/>
                  </a:lnTo>
                  <a:lnTo>
                    <a:pt x="1512781" y="1627312"/>
                  </a:lnTo>
                  <a:lnTo>
                    <a:pt x="1512806" y="1627287"/>
                  </a:lnTo>
                  <a:lnTo>
                    <a:pt x="1512811" y="1627282"/>
                  </a:lnTo>
                  <a:lnTo>
                    <a:pt x="1512816" y="1627277"/>
                  </a:lnTo>
                  <a:lnTo>
                    <a:pt x="1512809" y="1627261"/>
                  </a:lnTo>
                  <a:lnTo>
                    <a:pt x="1512803" y="1627246"/>
                  </a:lnTo>
                  <a:lnTo>
                    <a:pt x="1512799" y="1627235"/>
                  </a:lnTo>
                  <a:lnTo>
                    <a:pt x="1512792" y="1627220"/>
                  </a:lnTo>
                  <a:lnTo>
                    <a:pt x="1512782" y="1627195"/>
                  </a:lnTo>
                  <a:lnTo>
                    <a:pt x="1512778" y="1627188"/>
                  </a:lnTo>
                  <a:lnTo>
                    <a:pt x="1512769" y="1627173"/>
                  </a:lnTo>
                  <a:lnTo>
                    <a:pt x="1512762" y="1627159"/>
                  </a:lnTo>
                  <a:lnTo>
                    <a:pt x="1512757" y="1627143"/>
                  </a:lnTo>
                  <a:lnTo>
                    <a:pt x="1512750" y="1627125"/>
                  </a:lnTo>
                  <a:lnTo>
                    <a:pt x="1512746" y="1627115"/>
                  </a:lnTo>
                  <a:lnTo>
                    <a:pt x="1512744" y="1627109"/>
                  </a:lnTo>
                  <a:lnTo>
                    <a:pt x="1512739" y="1627095"/>
                  </a:lnTo>
                  <a:lnTo>
                    <a:pt x="1512730" y="1627083"/>
                  </a:lnTo>
                  <a:lnTo>
                    <a:pt x="1512716" y="1627063"/>
                  </a:lnTo>
                  <a:lnTo>
                    <a:pt x="1512689" y="1627027"/>
                  </a:lnTo>
                  <a:lnTo>
                    <a:pt x="1512681" y="1627015"/>
                  </a:lnTo>
                  <a:lnTo>
                    <a:pt x="1512666" y="1627014"/>
                  </a:lnTo>
                  <a:lnTo>
                    <a:pt x="1512636" y="1626996"/>
                  </a:lnTo>
                  <a:lnTo>
                    <a:pt x="1512626" y="1626987"/>
                  </a:lnTo>
                  <a:lnTo>
                    <a:pt x="1512545" y="1626905"/>
                  </a:lnTo>
                  <a:lnTo>
                    <a:pt x="1512537" y="1626897"/>
                  </a:lnTo>
                  <a:lnTo>
                    <a:pt x="1512527" y="1626888"/>
                  </a:lnTo>
                  <a:lnTo>
                    <a:pt x="1512532" y="1626873"/>
                  </a:lnTo>
                  <a:lnTo>
                    <a:pt x="1512545" y="1626824"/>
                  </a:lnTo>
                  <a:lnTo>
                    <a:pt x="1512549" y="1626809"/>
                  </a:lnTo>
                  <a:lnTo>
                    <a:pt x="1512536" y="1626802"/>
                  </a:lnTo>
                  <a:lnTo>
                    <a:pt x="1512491" y="1626777"/>
                  </a:lnTo>
                  <a:lnTo>
                    <a:pt x="1512441" y="1626745"/>
                  </a:lnTo>
                  <a:lnTo>
                    <a:pt x="1512416" y="1626743"/>
                  </a:lnTo>
                  <a:lnTo>
                    <a:pt x="1512401" y="1626742"/>
                  </a:lnTo>
                  <a:lnTo>
                    <a:pt x="1512328" y="1626744"/>
                  </a:lnTo>
                  <a:lnTo>
                    <a:pt x="1512245" y="1626747"/>
                  </a:lnTo>
                  <a:lnTo>
                    <a:pt x="1512230" y="1626747"/>
                  </a:lnTo>
                  <a:lnTo>
                    <a:pt x="1512230" y="1626732"/>
                  </a:lnTo>
                  <a:lnTo>
                    <a:pt x="1512227" y="1626686"/>
                  </a:lnTo>
                  <a:lnTo>
                    <a:pt x="1512223" y="1626669"/>
                  </a:lnTo>
                  <a:lnTo>
                    <a:pt x="1512219" y="1626656"/>
                  </a:lnTo>
                  <a:lnTo>
                    <a:pt x="1512210" y="1626633"/>
                  </a:lnTo>
                  <a:lnTo>
                    <a:pt x="1512197" y="1626631"/>
                  </a:lnTo>
                  <a:lnTo>
                    <a:pt x="1512187" y="1626629"/>
                  </a:lnTo>
                  <a:lnTo>
                    <a:pt x="1512178" y="1626632"/>
                  </a:lnTo>
                  <a:lnTo>
                    <a:pt x="1512167" y="1626640"/>
                  </a:lnTo>
                  <a:lnTo>
                    <a:pt x="1512157" y="1626642"/>
                  </a:lnTo>
                  <a:lnTo>
                    <a:pt x="1512143" y="1626640"/>
                  </a:lnTo>
                  <a:lnTo>
                    <a:pt x="1512110" y="1626641"/>
                  </a:lnTo>
                  <a:lnTo>
                    <a:pt x="1512078" y="1626641"/>
                  </a:lnTo>
                  <a:lnTo>
                    <a:pt x="1512049" y="1626641"/>
                  </a:lnTo>
                  <a:lnTo>
                    <a:pt x="1512030" y="1626638"/>
                  </a:lnTo>
                  <a:lnTo>
                    <a:pt x="1512023" y="1626634"/>
                  </a:lnTo>
                  <a:lnTo>
                    <a:pt x="1512011" y="1626626"/>
                  </a:lnTo>
                  <a:lnTo>
                    <a:pt x="1512002" y="1626637"/>
                  </a:lnTo>
                  <a:lnTo>
                    <a:pt x="1511984" y="1626670"/>
                  </a:lnTo>
                  <a:lnTo>
                    <a:pt x="1511975" y="1626667"/>
                  </a:lnTo>
                  <a:lnTo>
                    <a:pt x="1511960" y="1626682"/>
                  </a:lnTo>
                  <a:lnTo>
                    <a:pt x="1511943" y="1626695"/>
                  </a:lnTo>
                  <a:lnTo>
                    <a:pt x="1511937" y="1626715"/>
                  </a:lnTo>
                  <a:lnTo>
                    <a:pt x="1511932" y="1626729"/>
                  </a:lnTo>
                  <a:lnTo>
                    <a:pt x="1511927" y="1626743"/>
                  </a:lnTo>
                  <a:lnTo>
                    <a:pt x="1511906" y="1626791"/>
                  </a:lnTo>
                  <a:lnTo>
                    <a:pt x="1511907" y="1626813"/>
                  </a:lnTo>
                  <a:lnTo>
                    <a:pt x="1511892" y="1626856"/>
                  </a:lnTo>
                  <a:lnTo>
                    <a:pt x="1511874" y="1626906"/>
                  </a:lnTo>
                  <a:lnTo>
                    <a:pt x="1511870" y="1626922"/>
                  </a:lnTo>
                  <a:lnTo>
                    <a:pt x="1511862" y="1626929"/>
                  </a:lnTo>
                  <a:lnTo>
                    <a:pt x="1511838" y="1626963"/>
                  </a:lnTo>
                  <a:lnTo>
                    <a:pt x="1511828" y="1626975"/>
                  </a:lnTo>
                  <a:lnTo>
                    <a:pt x="1511831" y="1626991"/>
                  </a:lnTo>
                  <a:lnTo>
                    <a:pt x="1511833" y="1627012"/>
                  </a:lnTo>
                  <a:lnTo>
                    <a:pt x="1511837" y="1627021"/>
                  </a:lnTo>
                  <a:lnTo>
                    <a:pt x="1511846" y="1627032"/>
                  </a:lnTo>
                  <a:lnTo>
                    <a:pt x="1511852" y="1627041"/>
                  </a:lnTo>
                  <a:lnTo>
                    <a:pt x="1511880" y="1627079"/>
                  </a:lnTo>
                  <a:lnTo>
                    <a:pt x="1511888" y="1627090"/>
                  </a:lnTo>
                  <a:lnTo>
                    <a:pt x="1511927" y="1627123"/>
                  </a:lnTo>
                  <a:lnTo>
                    <a:pt x="1511934" y="1627131"/>
                  </a:lnTo>
                  <a:lnTo>
                    <a:pt x="1511938" y="1627137"/>
                  </a:lnTo>
                  <a:lnTo>
                    <a:pt x="1511944" y="1627151"/>
                  </a:lnTo>
                  <a:lnTo>
                    <a:pt x="1511947" y="1627165"/>
                  </a:lnTo>
                  <a:lnTo>
                    <a:pt x="1511951" y="1627182"/>
                  </a:lnTo>
                  <a:lnTo>
                    <a:pt x="1511955" y="1627192"/>
                  </a:lnTo>
                  <a:lnTo>
                    <a:pt x="1511967" y="1627206"/>
                  </a:lnTo>
                  <a:lnTo>
                    <a:pt x="1511981" y="1627217"/>
                  </a:lnTo>
                  <a:lnTo>
                    <a:pt x="1511975" y="1627230"/>
                  </a:lnTo>
                  <a:lnTo>
                    <a:pt x="1511952" y="1627276"/>
                  </a:lnTo>
                  <a:lnTo>
                    <a:pt x="1511944" y="1627292"/>
                  </a:lnTo>
                  <a:lnTo>
                    <a:pt x="1511937" y="1627304"/>
                  </a:lnTo>
                  <a:lnTo>
                    <a:pt x="1511926" y="1627313"/>
                  </a:lnTo>
                  <a:lnTo>
                    <a:pt x="1511886" y="1627326"/>
                  </a:lnTo>
                  <a:lnTo>
                    <a:pt x="1511868" y="1627336"/>
                  </a:lnTo>
                  <a:lnTo>
                    <a:pt x="1511844" y="1627351"/>
                  </a:lnTo>
                  <a:lnTo>
                    <a:pt x="1511824" y="1627368"/>
                  </a:lnTo>
                  <a:lnTo>
                    <a:pt x="1511817" y="1627374"/>
                  </a:lnTo>
                  <a:lnTo>
                    <a:pt x="1511807" y="1627383"/>
                  </a:lnTo>
                  <a:lnTo>
                    <a:pt x="1511755" y="1627424"/>
                  </a:lnTo>
                  <a:lnTo>
                    <a:pt x="1511718" y="1627452"/>
                  </a:lnTo>
                  <a:lnTo>
                    <a:pt x="1511705" y="1627462"/>
                  </a:lnTo>
                  <a:lnTo>
                    <a:pt x="1511699" y="1627466"/>
                  </a:lnTo>
                  <a:lnTo>
                    <a:pt x="1511692" y="1627471"/>
                  </a:lnTo>
                  <a:lnTo>
                    <a:pt x="1511679" y="1627478"/>
                  </a:lnTo>
                  <a:lnTo>
                    <a:pt x="1511671" y="1627482"/>
                  </a:lnTo>
                  <a:lnTo>
                    <a:pt x="1511656" y="1627492"/>
                  </a:lnTo>
                  <a:lnTo>
                    <a:pt x="1511647" y="1627503"/>
                  </a:lnTo>
                  <a:lnTo>
                    <a:pt x="1511644" y="1627509"/>
                  </a:lnTo>
                  <a:lnTo>
                    <a:pt x="1511641" y="1627514"/>
                  </a:lnTo>
                  <a:lnTo>
                    <a:pt x="1511636" y="1627528"/>
                  </a:lnTo>
                  <a:lnTo>
                    <a:pt x="1511631" y="1627542"/>
                  </a:lnTo>
                  <a:lnTo>
                    <a:pt x="1511627" y="1627552"/>
                  </a:lnTo>
                  <a:lnTo>
                    <a:pt x="1511617" y="1627569"/>
                  </a:lnTo>
                  <a:lnTo>
                    <a:pt x="1511613" y="1627573"/>
                  </a:lnTo>
                  <a:lnTo>
                    <a:pt x="1511602" y="1627584"/>
                  </a:lnTo>
                  <a:lnTo>
                    <a:pt x="1511586" y="1627591"/>
                  </a:lnTo>
                  <a:lnTo>
                    <a:pt x="1511578" y="1627593"/>
                  </a:lnTo>
                  <a:lnTo>
                    <a:pt x="1511564" y="1627596"/>
                  </a:lnTo>
                  <a:lnTo>
                    <a:pt x="1511551" y="1627597"/>
                  </a:lnTo>
                  <a:lnTo>
                    <a:pt x="1511533" y="1627598"/>
                  </a:lnTo>
                  <a:lnTo>
                    <a:pt x="1511506" y="1627596"/>
                  </a:lnTo>
                  <a:lnTo>
                    <a:pt x="1511480" y="1627594"/>
                  </a:lnTo>
                  <a:lnTo>
                    <a:pt x="1511452" y="1627587"/>
                  </a:lnTo>
                  <a:lnTo>
                    <a:pt x="1511431" y="1627583"/>
                  </a:lnTo>
                  <a:lnTo>
                    <a:pt x="1511405" y="1627578"/>
                  </a:lnTo>
                  <a:lnTo>
                    <a:pt x="1511372" y="1627572"/>
                  </a:lnTo>
                  <a:lnTo>
                    <a:pt x="1511357" y="1627565"/>
                  </a:lnTo>
                  <a:lnTo>
                    <a:pt x="1511339" y="1627552"/>
                  </a:lnTo>
                  <a:lnTo>
                    <a:pt x="1511326" y="1627543"/>
                  </a:lnTo>
                  <a:lnTo>
                    <a:pt x="1511297" y="1627526"/>
                  </a:lnTo>
                  <a:lnTo>
                    <a:pt x="1511291" y="1627524"/>
                  </a:lnTo>
                  <a:lnTo>
                    <a:pt x="1511278" y="1627519"/>
                  </a:lnTo>
                  <a:lnTo>
                    <a:pt x="1511263" y="1627515"/>
                  </a:lnTo>
                  <a:lnTo>
                    <a:pt x="1511253" y="1627513"/>
                  </a:lnTo>
                  <a:lnTo>
                    <a:pt x="1511229" y="1627505"/>
                  </a:lnTo>
                  <a:lnTo>
                    <a:pt x="1511208" y="1627496"/>
                  </a:lnTo>
                  <a:lnTo>
                    <a:pt x="1511190" y="1627484"/>
                  </a:lnTo>
                  <a:lnTo>
                    <a:pt x="1511138" y="1627458"/>
                  </a:lnTo>
                  <a:lnTo>
                    <a:pt x="1511110" y="1627438"/>
                  </a:lnTo>
                  <a:lnTo>
                    <a:pt x="1511084" y="1627396"/>
                  </a:lnTo>
                  <a:lnTo>
                    <a:pt x="1511073" y="1627377"/>
                  </a:lnTo>
                  <a:lnTo>
                    <a:pt x="1511061" y="1627356"/>
                  </a:lnTo>
                  <a:lnTo>
                    <a:pt x="1511043" y="1627330"/>
                  </a:lnTo>
                  <a:lnTo>
                    <a:pt x="1511038" y="1627325"/>
                  </a:lnTo>
                  <a:lnTo>
                    <a:pt x="1511031" y="1627320"/>
                  </a:lnTo>
                  <a:lnTo>
                    <a:pt x="1511026" y="1627317"/>
                  </a:lnTo>
                  <a:lnTo>
                    <a:pt x="1511015" y="1627316"/>
                  </a:lnTo>
                  <a:lnTo>
                    <a:pt x="1511008" y="1627313"/>
                  </a:lnTo>
                  <a:lnTo>
                    <a:pt x="1511002" y="1627306"/>
                  </a:lnTo>
                  <a:lnTo>
                    <a:pt x="1510996" y="1627291"/>
                  </a:lnTo>
                  <a:lnTo>
                    <a:pt x="1510976" y="1627265"/>
                  </a:lnTo>
                  <a:lnTo>
                    <a:pt x="1510972" y="1627261"/>
                  </a:lnTo>
                  <a:lnTo>
                    <a:pt x="1510961" y="1627255"/>
                  </a:lnTo>
                  <a:lnTo>
                    <a:pt x="1510943" y="1627242"/>
                  </a:lnTo>
                  <a:lnTo>
                    <a:pt x="1510931" y="1627228"/>
                  </a:lnTo>
                  <a:lnTo>
                    <a:pt x="1510917" y="1627204"/>
                  </a:lnTo>
                  <a:lnTo>
                    <a:pt x="1510902" y="1627186"/>
                  </a:lnTo>
                  <a:lnTo>
                    <a:pt x="1510883" y="1627162"/>
                  </a:lnTo>
                  <a:lnTo>
                    <a:pt x="1510877" y="1627149"/>
                  </a:lnTo>
                  <a:lnTo>
                    <a:pt x="1510872" y="1627142"/>
                  </a:lnTo>
                  <a:lnTo>
                    <a:pt x="1510864" y="1627130"/>
                  </a:lnTo>
                  <a:lnTo>
                    <a:pt x="1510850" y="1627126"/>
                  </a:lnTo>
                  <a:lnTo>
                    <a:pt x="1510827" y="1627117"/>
                  </a:lnTo>
                  <a:lnTo>
                    <a:pt x="1510813" y="1627105"/>
                  </a:lnTo>
                  <a:lnTo>
                    <a:pt x="1510805" y="1627096"/>
                  </a:lnTo>
                  <a:lnTo>
                    <a:pt x="1510798" y="1627089"/>
                  </a:lnTo>
                  <a:lnTo>
                    <a:pt x="1510791" y="1627083"/>
                  </a:lnTo>
                  <a:lnTo>
                    <a:pt x="1510776" y="1627074"/>
                  </a:lnTo>
                  <a:lnTo>
                    <a:pt x="1510746" y="1627060"/>
                  </a:lnTo>
                  <a:lnTo>
                    <a:pt x="1510715" y="1627048"/>
                  </a:lnTo>
                  <a:lnTo>
                    <a:pt x="1510708" y="1627044"/>
                  </a:lnTo>
                  <a:lnTo>
                    <a:pt x="1510699" y="1627035"/>
                  </a:lnTo>
                  <a:lnTo>
                    <a:pt x="1510693" y="1627026"/>
                  </a:lnTo>
                  <a:lnTo>
                    <a:pt x="1510686" y="1627013"/>
                  </a:lnTo>
                  <a:lnTo>
                    <a:pt x="1510679" y="1626997"/>
                  </a:lnTo>
                  <a:lnTo>
                    <a:pt x="1510671" y="1626986"/>
                  </a:lnTo>
                  <a:lnTo>
                    <a:pt x="1510650" y="1626958"/>
                  </a:lnTo>
                  <a:lnTo>
                    <a:pt x="1510642" y="1626948"/>
                  </a:lnTo>
                  <a:lnTo>
                    <a:pt x="1510633" y="1626936"/>
                  </a:lnTo>
                  <a:lnTo>
                    <a:pt x="1510438" y="1626683"/>
                  </a:lnTo>
                  <a:lnTo>
                    <a:pt x="1510429" y="1626672"/>
                  </a:lnTo>
                  <a:lnTo>
                    <a:pt x="1510218" y="1626395"/>
                  </a:lnTo>
                  <a:lnTo>
                    <a:pt x="1509941" y="1626038"/>
                  </a:lnTo>
                  <a:lnTo>
                    <a:pt x="1509932" y="1626026"/>
                  </a:lnTo>
                  <a:lnTo>
                    <a:pt x="1509919" y="1626035"/>
                  </a:lnTo>
                  <a:lnTo>
                    <a:pt x="1509896" y="1626051"/>
                  </a:lnTo>
                  <a:lnTo>
                    <a:pt x="1509884" y="1626059"/>
                  </a:lnTo>
                  <a:lnTo>
                    <a:pt x="1509881" y="1626073"/>
                  </a:lnTo>
                  <a:lnTo>
                    <a:pt x="1509872" y="1626111"/>
                  </a:lnTo>
                  <a:lnTo>
                    <a:pt x="1509868" y="1626125"/>
                  </a:lnTo>
                  <a:lnTo>
                    <a:pt x="1509858" y="1626135"/>
                  </a:lnTo>
                  <a:lnTo>
                    <a:pt x="1509810" y="1626181"/>
                  </a:lnTo>
                  <a:lnTo>
                    <a:pt x="1509799" y="1626190"/>
                  </a:lnTo>
                  <a:lnTo>
                    <a:pt x="1509787" y="1626198"/>
                  </a:lnTo>
                  <a:lnTo>
                    <a:pt x="1509778" y="1626203"/>
                  </a:lnTo>
                  <a:lnTo>
                    <a:pt x="1509771" y="1626198"/>
                  </a:lnTo>
                  <a:lnTo>
                    <a:pt x="1509765" y="1626193"/>
                  </a:lnTo>
                  <a:lnTo>
                    <a:pt x="1509757" y="1626186"/>
                  </a:lnTo>
                  <a:lnTo>
                    <a:pt x="1509746" y="1626176"/>
                  </a:lnTo>
                  <a:lnTo>
                    <a:pt x="1509738" y="1626169"/>
                  </a:lnTo>
                  <a:lnTo>
                    <a:pt x="1509727" y="1626161"/>
                  </a:lnTo>
                  <a:lnTo>
                    <a:pt x="1509717" y="1626152"/>
                  </a:lnTo>
                  <a:lnTo>
                    <a:pt x="1509642" y="1626092"/>
                  </a:lnTo>
                  <a:lnTo>
                    <a:pt x="1509575" y="1626043"/>
                  </a:lnTo>
                  <a:lnTo>
                    <a:pt x="1509538" y="1626015"/>
                  </a:lnTo>
                  <a:lnTo>
                    <a:pt x="1509436" y="1625945"/>
                  </a:lnTo>
                  <a:lnTo>
                    <a:pt x="1509421" y="1625935"/>
                  </a:lnTo>
                  <a:lnTo>
                    <a:pt x="1509367" y="1625894"/>
                  </a:lnTo>
                  <a:lnTo>
                    <a:pt x="1509333" y="1625870"/>
                  </a:lnTo>
                  <a:lnTo>
                    <a:pt x="1509292" y="1625837"/>
                  </a:lnTo>
                  <a:lnTo>
                    <a:pt x="1509277" y="1625823"/>
                  </a:lnTo>
                  <a:lnTo>
                    <a:pt x="1509259" y="1625804"/>
                  </a:lnTo>
                  <a:lnTo>
                    <a:pt x="1509223" y="1625767"/>
                  </a:lnTo>
                  <a:lnTo>
                    <a:pt x="1509204" y="1625750"/>
                  </a:lnTo>
                  <a:lnTo>
                    <a:pt x="1509189" y="1625731"/>
                  </a:lnTo>
                  <a:lnTo>
                    <a:pt x="1509183" y="1625722"/>
                  </a:lnTo>
                  <a:lnTo>
                    <a:pt x="1509177" y="1625714"/>
                  </a:lnTo>
                  <a:lnTo>
                    <a:pt x="1509169" y="1625700"/>
                  </a:lnTo>
                  <a:lnTo>
                    <a:pt x="1509167" y="1625694"/>
                  </a:lnTo>
                  <a:lnTo>
                    <a:pt x="1509162" y="1625681"/>
                  </a:lnTo>
                  <a:lnTo>
                    <a:pt x="1509159" y="1625675"/>
                  </a:lnTo>
                  <a:lnTo>
                    <a:pt x="1509157" y="1625668"/>
                  </a:lnTo>
                  <a:lnTo>
                    <a:pt x="1509153" y="1625660"/>
                  </a:lnTo>
                  <a:lnTo>
                    <a:pt x="1509149" y="1625654"/>
                  </a:lnTo>
                  <a:lnTo>
                    <a:pt x="1509145" y="1625646"/>
                  </a:lnTo>
                  <a:lnTo>
                    <a:pt x="1509140" y="1625637"/>
                  </a:lnTo>
                  <a:lnTo>
                    <a:pt x="1509135" y="1625621"/>
                  </a:lnTo>
                  <a:lnTo>
                    <a:pt x="1509132" y="1625612"/>
                  </a:lnTo>
                  <a:lnTo>
                    <a:pt x="1509129" y="1625594"/>
                  </a:lnTo>
                  <a:lnTo>
                    <a:pt x="1509128" y="1625589"/>
                  </a:lnTo>
                  <a:lnTo>
                    <a:pt x="1509123" y="1625568"/>
                  </a:lnTo>
                  <a:lnTo>
                    <a:pt x="1509119" y="1625547"/>
                  </a:lnTo>
                  <a:lnTo>
                    <a:pt x="1509114" y="1625522"/>
                  </a:lnTo>
                  <a:lnTo>
                    <a:pt x="1509113" y="1625516"/>
                  </a:lnTo>
                  <a:lnTo>
                    <a:pt x="1509110" y="1625505"/>
                  </a:lnTo>
                  <a:lnTo>
                    <a:pt x="1509108" y="1625499"/>
                  </a:lnTo>
                  <a:lnTo>
                    <a:pt x="1509106" y="1625494"/>
                  </a:lnTo>
                  <a:lnTo>
                    <a:pt x="1509103" y="1625488"/>
                  </a:lnTo>
                  <a:lnTo>
                    <a:pt x="1509097" y="1625470"/>
                  </a:lnTo>
                  <a:lnTo>
                    <a:pt x="1509087" y="1625458"/>
                  </a:lnTo>
                  <a:lnTo>
                    <a:pt x="1509076" y="1625446"/>
                  </a:lnTo>
                  <a:lnTo>
                    <a:pt x="1509056" y="1625428"/>
                  </a:lnTo>
                  <a:lnTo>
                    <a:pt x="1509044" y="1625418"/>
                  </a:lnTo>
                  <a:lnTo>
                    <a:pt x="1509040" y="1625414"/>
                  </a:lnTo>
                  <a:lnTo>
                    <a:pt x="1509028" y="1625403"/>
                  </a:lnTo>
                  <a:lnTo>
                    <a:pt x="1509023" y="1625398"/>
                  </a:lnTo>
                  <a:lnTo>
                    <a:pt x="1509011" y="1625386"/>
                  </a:lnTo>
                  <a:lnTo>
                    <a:pt x="1509005" y="1625380"/>
                  </a:lnTo>
                  <a:lnTo>
                    <a:pt x="1508988" y="1625367"/>
                  </a:lnTo>
                  <a:lnTo>
                    <a:pt x="1508974" y="1625352"/>
                  </a:lnTo>
                  <a:lnTo>
                    <a:pt x="1508961" y="1625332"/>
                  </a:lnTo>
                  <a:lnTo>
                    <a:pt x="1508951" y="1625316"/>
                  </a:lnTo>
                  <a:lnTo>
                    <a:pt x="1508945" y="1625302"/>
                  </a:lnTo>
                  <a:lnTo>
                    <a:pt x="1508932" y="1625281"/>
                  </a:lnTo>
                  <a:lnTo>
                    <a:pt x="1508928" y="1625273"/>
                  </a:lnTo>
                  <a:lnTo>
                    <a:pt x="1508917" y="1625260"/>
                  </a:lnTo>
                  <a:lnTo>
                    <a:pt x="1508907" y="1625247"/>
                  </a:lnTo>
                  <a:lnTo>
                    <a:pt x="1508899" y="1625233"/>
                  </a:lnTo>
                  <a:lnTo>
                    <a:pt x="1508890" y="1625220"/>
                  </a:lnTo>
                  <a:lnTo>
                    <a:pt x="1508876" y="1625202"/>
                  </a:lnTo>
                  <a:lnTo>
                    <a:pt x="1508867" y="1625194"/>
                  </a:lnTo>
                  <a:lnTo>
                    <a:pt x="1508860" y="1625184"/>
                  </a:lnTo>
                  <a:lnTo>
                    <a:pt x="1508854" y="1625178"/>
                  </a:lnTo>
                  <a:lnTo>
                    <a:pt x="1508845" y="1625165"/>
                  </a:lnTo>
                  <a:lnTo>
                    <a:pt x="1508834" y="1625147"/>
                  </a:lnTo>
                  <a:lnTo>
                    <a:pt x="1508827" y="1625133"/>
                  </a:lnTo>
                  <a:lnTo>
                    <a:pt x="1508819" y="1625121"/>
                  </a:lnTo>
                  <a:lnTo>
                    <a:pt x="1508814" y="1625113"/>
                  </a:lnTo>
                  <a:lnTo>
                    <a:pt x="1508811" y="1625107"/>
                  </a:lnTo>
                  <a:lnTo>
                    <a:pt x="1508807" y="1625101"/>
                  </a:lnTo>
                  <a:lnTo>
                    <a:pt x="1508795" y="1625083"/>
                  </a:lnTo>
                  <a:lnTo>
                    <a:pt x="1508784" y="1625064"/>
                  </a:lnTo>
                  <a:lnTo>
                    <a:pt x="1508762" y="1625039"/>
                  </a:lnTo>
                  <a:lnTo>
                    <a:pt x="1508758" y="1625034"/>
                  </a:lnTo>
                  <a:lnTo>
                    <a:pt x="1508752" y="1625026"/>
                  </a:lnTo>
                  <a:lnTo>
                    <a:pt x="1508747" y="1625020"/>
                  </a:lnTo>
                  <a:lnTo>
                    <a:pt x="1508742" y="1625013"/>
                  </a:lnTo>
                  <a:lnTo>
                    <a:pt x="1508725" y="1624989"/>
                  </a:lnTo>
                  <a:lnTo>
                    <a:pt x="1508718" y="1624973"/>
                  </a:lnTo>
                  <a:lnTo>
                    <a:pt x="1508711" y="1624961"/>
                  </a:lnTo>
                  <a:lnTo>
                    <a:pt x="1508702" y="1624945"/>
                  </a:lnTo>
                  <a:lnTo>
                    <a:pt x="1508679" y="1624910"/>
                  </a:lnTo>
                  <a:lnTo>
                    <a:pt x="1508645" y="1624861"/>
                  </a:lnTo>
                  <a:lnTo>
                    <a:pt x="1508579" y="1624791"/>
                  </a:lnTo>
                  <a:lnTo>
                    <a:pt x="1508553" y="1624763"/>
                  </a:lnTo>
                  <a:lnTo>
                    <a:pt x="1508508" y="1624720"/>
                  </a:lnTo>
                  <a:lnTo>
                    <a:pt x="1508477" y="1624685"/>
                  </a:lnTo>
                  <a:lnTo>
                    <a:pt x="1508451" y="1624650"/>
                  </a:lnTo>
                  <a:lnTo>
                    <a:pt x="1508426" y="1624600"/>
                  </a:lnTo>
                  <a:lnTo>
                    <a:pt x="1508418" y="1624579"/>
                  </a:lnTo>
                  <a:lnTo>
                    <a:pt x="1508408" y="1624558"/>
                  </a:lnTo>
                  <a:lnTo>
                    <a:pt x="1508360" y="1624488"/>
                  </a:lnTo>
                  <a:lnTo>
                    <a:pt x="1508336" y="1624454"/>
                  </a:lnTo>
                  <a:lnTo>
                    <a:pt x="1508311" y="1624417"/>
                  </a:lnTo>
                  <a:lnTo>
                    <a:pt x="1508293" y="1624378"/>
                  </a:lnTo>
                  <a:lnTo>
                    <a:pt x="1508276" y="1624322"/>
                  </a:lnTo>
                  <a:lnTo>
                    <a:pt x="1508263" y="1624277"/>
                  </a:lnTo>
                  <a:lnTo>
                    <a:pt x="1508257" y="1624216"/>
                  </a:lnTo>
                  <a:lnTo>
                    <a:pt x="1508260" y="1624166"/>
                  </a:lnTo>
                  <a:lnTo>
                    <a:pt x="1508265" y="1624110"/>
                  </a:lnTo>
                  <a:lnTo>
                    <a:pt x="1508265" y="1624099"/>
                  </a:lnTo>
                  <a:lnTo>
                    <a:pt x="1508262" y="1624063"/>
                  </a:lnTo>
                  <a:lnTo>
                    <a:pt x="1508253" y="1624020"/>
                  </a:lnTo>
                  <a:lnTo>
                    <a:pt x="1508233" y="1623944"/>
                  </a:lnTo>
                  <a:lnTo>
                    <a:pt x="1508229" y="1623927"/>
                  </a:lnTo>
                  <a:lnTo>
                    <a:pt x="1508222" y="1623915"/>
                  </a:lnTo>
                  <a:lnTo>
                    <a:pt x="1508213" y="1623895"/>
                  </a:lnTo>
                  <a:lnTo>
                    <a:pt x="1508210" y="1623883"/>
                  </a:lnTo>
                  <a:lnTo>
                    <a:pt x="1508206" y="1623845"/>
                  </a:lnTo>
                  <a:lnTo>
                    <a:pt x="1508209" y="1623792"/>
                  </a:lnTo>
                  <a:lnTo>
                    <a:pt x="1508217" y="1623742"/>
                  </a:lnTo>
                  <a:lnTo>
                    <a:pt x="1508221" y="1623706"/>
                  </a:lnTo>
                  <a:lnTo>
                    <a:pt x="1508231" y="1623656"/>
                  </a:lnTo>
                  <a:lnTo>
                    <a:pt x="1508241" y="1623605"/>
                  </a:lnTo>
                  <a:lnTo>
                    <a:pt x="1508242" y="1623584"/>
                  </a:lnTo>
                  <a:lnTo>
                    <a:pt x="1508243" y="1623547"/>
                  </a:lnTo>
                  <a:lnTo>
                    <a:pt x="1508244" y="1623515"/>
                  </a:lnTo>
                  <a:lnTo>
                    <a:pt x="1508243" y="1623482"/>
                  </a:lnTo>
                  <a:lnTo>
                    <a:pt x="1508239" y="1623429"/>
                  </a:lnTo>
                  <a:lnTo>
                    <a:pt x="1508243" y="1623384"/>
                  </a:lnTo>
                  <a:lnTo>
                    <a:pt x="1508241" y="1623345"/>
                  </a:lnTo>
                  <a:lnTo>
                    <a:pt x="1508239" y="1623310"/>
                  </a:lnTo>
                  <a:lnTo>
                    <a:pt x="1508224" y="1623261"/>
                  </a:lnTo>
                  <a:lnTo>
                    <a:pt x="1508215" y="1623228"/>
                  </a:lnTo>
                  <a:lnTo>
                    <a:pt x="1508195" y="1623192"/>
                  </a:lnTo>
                  <a:lnTo>
                    <a:pt x="1508164" y="1623134"/>
                  </a:lnTo>
                  <a:lnTo>
                    <a:pt x="1508140" y="1623089"/>
                  </a:lnTo>
                  <a:lnTo>
                    <a:pt x="1508115" y="1623047"/>
                  </a:lnTo>
                  <a:lnTo>
                    <a:pt x="1508088" y="1623008"/>
                  </a:lnTo>
                  <a:lnTo>
                    <a:pt x="1508045" y="1622960"/>
                  </a:lnTo>
                  <a:lnTo>
                    <a:pt x="1508009" y="1622932"/>
                  </a:lnTo>
                  <a:lnTo>
                    <a:pt x="1507948" y="1622888"/>
                  </a:lnTo>
                  <a:lnTo>
                    <a:pt x="1507905" y="1622853"/>
                  </a:lnTo>
                  <a:lnTo>
                    <a:pt x="1507878" y="1622826"/>
                  </a:lnTo>
                  <a:lnTo>
                    <a:pt x="1507798" y="1622747"/>
                  </a:lnTo>
                  <a:lnTo>
                    <a:pt x="1507768" y="1622720"/>
                  </a:lnTo>
                  <a:lnTo>
                    <a:pt x="1507721" y="1622691"/>
                  </a:lnTo>
                  <a:lnTo>
                    <a:pt x="1507701" y="1622677"/>
                  </a:lnTo>
                  <a:lnTo>
                    <a:pt x="1507692" y="1622671"/>
                  </a:lnTo>
                  <a:lnTo>
                    <a:pt x="1507665" y="1622653"/>
                  </a:lnTo>
                  <a:lnTo>
                    <a:pt x="1507638" y="1622635"/>
                  </a:lnTo>
                  <a:lnTo>
                    <a:pt x="1507621" y="1622624"/>
                  </a:lnTo>
                  <a:lnTo>
                    <a:pt x="1507595" y="1622606"/>
                  </a:lnTo>
                  <a:lnTo>
                    <a:pt x="1507572" y="1622586"/>
                  </a:lnTo>
                  <a:lnTo>
                    <a:pt x="1507561" y="1622574"/>
                  </a:lnTo>
                  <a:lnTo>
                    <a:pt x="1507547" y="1622561"/>
                  </a:lnTo>
                  <a:lnTo>
                    <a:pt x="1507537" y="1622550"/>
                  </a:lnTo>
                  <a:lnTo>
                    <a:pt x="1507522" y="1622536"/>
                  </a:lnTo>
                  <a:lnTo>
                    <a:pt x="1507513" y="1622527"/>
                  </a:lnTo>
                  <a:lnTo>
                    <a:pt x="1507501" y="1622514"/>
                  </a:lnTo>
                  <a:lnTo>
                    <a:pt x="1507490" y="1622503"/>
                  </a:lnTo>
                  <a:lnTo>
                    <a:pt x="1507484" y="1622497"/>
                  </a:lnTo>
                  <a:lnTo>
                    <a:pt x="1507476" y="1622490"/>
                  </a:lnTo>
                  <a:lnTo>
                    <a:pt x="1507449" y="1622455"/>
                  </a:lnTo>
                  <a:lnTo>
                    <a:pt x="1507436" y="1622439"/>
                  </a:lnTo>
                  <a:lnTo>
                    <a:pt x="1507430" y="1622432"/>
                  </a:lnTo>
                  <a:lnTo>
                    <a:pt x="1507397" y="1622386"/>
                  </a:lnTo>
                  <a:lnTo>
                    <a:pt x="1507380" y="1622366"/>
                  </a:lnTo>
                  <a:lnTo>
                    <a:pt x="1507346" y="1622347"/>
                  </a:lnTo>
                  <a:lnTo>
                    <a:pt x="1507318" y="1622330"/>
                  </a:lnTo>
                  <a:lnTo>
                    <a:pt x="1507298" y="1622312"/>
                  </a:lnTo>
                  <a:lnTo>
                    <a:pt x="1507286" y="1622296"/>
                  </a:lnTo>
                  <a:lnTo>
                    <a:pt x="1507247" y="1622222"/>
                  </a:lnTo>
                  <a:lnTo>
                    <a:pt x="1507224" y="1622175"/>
                  </a:lnTo>
                  <a:lnTo>
                    <a:pt x="1507204" y="1622116"/>
                  </a:lnTo>
                  <a:lnTo>
                    <a:pt x="1507174" y="1622033"/>
                  </a:lnTo>
                  <a:lnTo>
                    <a:pt x="1507140" y="1621955"/>
                  </a:lnTo>
                  <a:lnTo>
                    <a:pt x="1507128" y="1621940"/>
                  </a:lnTo>
                  <a:lnTo>
                    <a:pt x="1507096" y="1621901"/>
                  </a:lnTo>
                  <a:lnTo>
                    <a:pt x="1507053" y="1621848"/>
                  </a:lnTo>
                  <a:lnTo>
                    <a:pt x="1507017" y="1621823"/>
                  </a:lnTo>
                  <a:lnTo>
                    <a:pt x="1506978" y="1621810"/>
                  </a:lnTo>
                  <a:lnTo>
                    <a:pt x="1506939" y="1621804"/>
                  </a:lnTo>
                  <a:lnTo>
                    <a:pt x="1506920" y="1621805"/>
                  </a:lnTo>
                  <a:lnTo>
                    <a:pt x="1506898" y="1621813"/>
                  </a:lnTo>
                  <a:lnTo>
                    <a:pt x="1506868" y="1621830"/>
                  </a:lnTo>
                  <a:lnTo>
                    <a:pt x="1506815" y="1621881"/>
                  </a:lnTo>
                  <a:lnTo>
                    <a:pt x="1506794" y="1621910"/>
                  </a:lnTo>
                  <a:lnTo>
                    <a:pt x="1506760" y="1621964"/>
                  </a:lnTo>
                  <a:lnTo>
                    <a:pt x="1506728" y="1622012"/>
                  </a:lnTo>
                  <a:lnTo>
                    <a:pt x="1506686" y="1622069"/>
                  </a:lnTo>
                  <a:lnTo>
                    <a:pt x="1506645" y="1622119"/>
                  </a:lnTo>
                  <a:lnTo>
                    <a:pt x="1506607" y="1622154"/>
                  </a:lnTo>
                  <a:lnTo>
                    <a:pt x="1506558" y="1622188"/>
                  </a:lnTo>
                  <a:lnTo>
                    <a:pt x="1506533" y="1622212"/>
                  </a:lnTo>
                  <a:lnTo>
                    <a:pt x="1506517" y="1622251"/>
                  </a:lnTo>
                  <a:lnTo>
                    <a:pt x="1506489" y="1622282"/>
                  </a:lnTo>
                  <a:lnTo>
                    <a:pt x="1506469" y="1622301"/>
                  </a:lnTo>
                  <a:lnTo>
                    <a:pt x="1506445" y="1622324"/>
                  </a:lnTo>
                  <a:lnTo>
                    <a:pt x="1506415" y="1622350"/>
                  </a:lnTo>
                  <a:lnTo>
                    <a:pt x="1506378" y="1622375"/>
                  </a:lnTo>
                  <a:lnTo>
                    <a:pt x="1506338" y="1622390"/>
                  </a:lnTo>
                  <a:lnTo>
                    <a:pt x="1506301" y="1622396"/>
                  </a:lnTo>
                  <a:lnTo>
                    <a:pt x="1506266" y="1622396"/>
                  </a:lnTo>
                  <a:lnTo>
                    <a:pt x="1506221" y="1622383"/>
                  </a:lnTo>
                  <a:lnTo>
                    <a:pt x="1505981" y="1622792"/>
                  </a:lnTo>
                  <a:lnTo>
                    <a:pt x="1505973" y="1622821"/>
                  </a:lnTo>
                  <a:lnTo>
                    <a:pt x="1505970" y="1622837"/>
                  </a:lnTo>
                  <a:lnTo>
                    <a:pt x="1505968" y="1622842"/>
                  </a:lnTo>
                  <a:lnTo>
                    <a:pt x="1505963" y="1622848"/>
                  </a:lnTo>
                  <a:lnTo>
                    <a:pt x="1505958" y="1622853"/>
                  </a:lnTo>
                  <a:lnTo>
                    <a:pt x="1505951" y="1622862"/>
                  </a:lnTo>
                  <a:lnTo>
                    <a:pt x="1505948" y="1622892"/>
                  </a:lnTo>
                  <a:lnTo>
                    <a:pt x="1505950" y="1622906"/>
                  </a:lnTo>
                  <a:lnTo>
                    <a:pt x="1505958" y="1622914"/>
                  </a:lnTo>
                  <a:lnTo>
                    <a:pt x="1505965" y="1622922"/>
                  </a:lnTo>
                  <a:lnTo>
                    <a:pt x="1505969" y="1622950"/>
                  </a:lnTo>
                  <a:lnTo>
                    <a:pt x="1505965" y="1622957"/>
                  </a:lnTo>
                  <a:lnTo>
                    <a:pt x="1505960" y="1622961"/>
                  </a:lnTo>
                  <a:lnTo>
                    <a:pt x="1505951" y="1622968"/>
                  </a:lnTo>
                  <a:lnTo>
                    <a:pt x="1505926" y="1622983"/>
                  </a:lnTo>
                  <a:lnTo>
                    <a:pt x="1505911" y="1622992"/>
                  </a:lnTo>
                  <a:lnTo>
                    <a:pt x="1505892" y="1623000"/>
                  </a:lnTo>
                  <a:lnTo>
                    <a:pt x="1505869" y="1623006"/>
                  </a:lnTo>
                  <a:lnTo>
                    <a:pt x="1505858" y="1623005"/>
                  </a:lnTo>
                  <a:lnTo>
                    <a:pt x="1505844" y="1623002"/>
                  </a:lnTo>
                  <a:lnTo>
                    <a:pt x="1505829" y="1623005"/>
                  </a:lnTo>
                  <a:lnTo>
                    <a:pt x="1505820" y="1623015"/>
                  </a:lnTo>
                  <a:lnTo>
                    <a:pt x="1505810" y="1623029"/>
                  </a:lnTo>
                  <a:lnTo>
                    <a:pt x="1505791" y="1623058"/>
                  </a:lnTo>
                  <a:lnTo>
                    <a:pt x="1505781" y="1623083"/>
                  </a:lnTo>
                  <a:lnTo>
                    <a:pt x="1505763" y="1623113"/>
                  </a:lnTo>
                  <a:lnTo>
                    <a:pt x="1505750" y="1623139"/>
                  </a:lnTo>
                  <a:lnTo>
                    <a:pt x="1505746" y="1623153"/>
                  </a:lnTo>
                  <a:lnTo>
                    <a:pt x="1505744" y="1623173"/>
                  </a:lnTo>
                  <a:lnTo>
                    <a:pt x="1505743" y="1623187"/>
                  </a:lnTo>
                  <a:lnTo>
                    <a:pt x="1505740" y="1623199"/>
                  </a:lnTo>
                  <a:lnTo>
                    <a:pt x="1505733" y="1623214"/>
                  </a:lnTo>
                  <a:lnTo>
                    <a:pt x="1505731" y="1623220"/>
                  </a:lnTo>
                  <a:lnTo>
                    <a:pt x="1505726" y="1623232"/>
                  </a:lnTo>
                  <a:lnTo>
                    <a:pt x="1505715" y="1623259"/>
                  </a:lnTo>
                  <a:lnTo>
                    <a:pt x="1505688" y="1623301"/>
                  </a:lnTo>
                  <a:lnTo>
                    <a:pt x="1505677" y="1623315"/>
                  </a:lnTo>
                  <a:lnTo>
                    <a:pt x="1505649" y="1623345"/>
                  </a:lnTo>
                  <a:lnTo>
                    <a:pt x="1505615" y="1623380"/>
                  </a:lnTo>
                  <a:lnTo>
                    <a:pt x="1505600" y="1623391"/>
                  </a:lnTo>
                  <a:lnTo>
                    <a:pt x="1505580" y="1623408"/>
                  </a:lnTo>
                  <a:lnTo>
                    <a:pt x="1505558" y="1623433"/>
                  </a:lnTo>
                  <a:lnTo>
                    <a:pt x="1505548" y="1623443"/>
                  </a:lnTo>
                  <a:lnTo>
                    <a:pt x="1505535" y="1623455"/>
                  </a:lnTo>
                  <a:lnTo>
                    <a:pt x="1505513" y="1623474"/>
                  </a:lnTo>
                  <a:lnTo>
                    <a:pt x="1505509" y="1623488"/>
                  </a:lnTo>
                  <a:lnTo>
                    <a:pt x="1505508" y="1623504"/>
                  </a:lnTo>
                  <a:lnTo>
                    <a:pt x="1505509" y="1623512"/>
                  </a:lnTo>
                  <a:lnTo>
                    <a:pt x="1505506" y="1623528"/>
                  </a:lnTo>
                  <a:lnTo>
                    <a:pt x="1505503" y="1623536"/>
                  </a:lnTo>
                  <a:lnTo>
                    <a:pt x="1505493" y="1623543"/>
                  </a:lnTo>
                  <a:lnTo>
                    <a:pt x="1505483" y="1623547"/>
                  </a:lnTo>
                  <a:lnTo>
                    <a:pt x="1505465" y="1623547"/>
                  </a:lnTo>
                  <a:lnTo>
                    <a:pt x="1505453" y="1623547"/>
                  </a:lnTo>
                  <a:lnTo>
                    <a:pt x="1505443" y="1623549"/>
                  </a:lnTo>
                  <a:lnTo>
                    <a:pt x="1505436" y="1623555"/>
                  </a:lnTo>
                  <a:lnTo>
                    <a:pt x="1505428" y="1623558"/>
                  </a:lnTo>
                  <a:lnTo>
                    <a:pt x="1505418" y="1623559"/>
                  </a:lnTo>
                  <a:lnTo>
                    <a:pt x="1505396" y="1623557"/>
                  </a:lnTo>
                  <a:lnTo>
                    <a:pt x="1505382" y="1623556"/>
                  </a:lnTo>
                  <a:lnTo>
                    <a:pt x="1505371" y="1623563"/>
                  </a:lnTo>
                  <a:lnTo>
                    <a:pt x="1505361" y="1623570"/>
                  </a:lnTo>
                  <a:lnTo>
                    <a:pt x="1505355" y="1623575"/>
                  </a:lnTo>
                  <a:lnTo>
                    <a:pt x="1505349" y="1623583"/>
                  </a:lnTo>
                  <a:lnTo>
                    <a:pt x="1505336" y="1623589"/>
                  </a:lnTo>
                  <a:lnTo>
                    <a:pt x="1505325" y="1623596"/>
                  </a:lnTo>
                  <a:lnTo>
                    <a:pt x="1505303" y="1623611"/>
                  </a:lnTo>
                  <a:lnTo>
                    <a:pt x="1505295" y="1623613"/>
                  </a:lnTo>
                  <a:lnTo>
                    <a:pt x="1505285" y="1623614"/>
                  </a:lnTo>
                  <a:lnTo>
                    <a:pt x="1505279" y="1623614"/>
                  </a:lnTo>
                  <a:lnTo>
                    <a:pt x="1505274" y="1623614"/>
                  </a:lnTo>
                  <a:lnTo>
                    <a:pt x="1505268" y="1623615"/>
                  </a:lnTo>
                  <a:lnTo>
                    <a:pt x="1505265" y="1623621"/>
                  </a:lnTo>
                  <a:lnTo>
                    <a:pt x="1505264" y="1623631"/>
                  </a:lnTo>
                  <a:lnTo>
                    <a:pt x="1505263" y="1623648"/>
                  </a:lnTo>
                  <a:lnTo>
                    <a:pt x="1505262" y="1623658"/>
                  </a:lnTo>
                  <a:lnTo>
                    <a:pt x="1505259" y="1623683"/>
                  </a:lnTo>
                  <a:lnTo>
                    <a:pt x="1505257" y="1623701"/>
                  </a:lnTo>
                  <a:lnTo>
                    <a:pt x="1505254" y="1623731"/>
                  </a:lnTo>
                  <a:lnTo>
                    <a:pt x="1505254" y="1623749"/>
                  </a:lnTo>
                  <a:lnTo>
                    <a:pt x="1505252" y="1623760"/>
                  </a:lnTo>
                  <a:lnTo>
                    <a:pt x="1505249" y="1623769"/>
                  </a:lnTo>
                  <a:lnTo>
                    <a:pt x="1505246" y="1623780"/>
                  </a:lnTo>
                  <a:lnTo>
                    <a:pt x="1505242" y="1623789"/>
                  </a:lnTo>
                  <a:lnTo>
                    <a:pt x="1505244" y="1623801"/>
                  </a:lnTo>
                  <a:lnTo>
                    <a:pt x="1505250" y="1623810"/>
                  </a:lnTo>
                  <a:lnTo>
                    <a:pt x="1505256" y="1623823"/>
                  </a:lnTo>
                  <a:lnTo>
                    <a:pt x="1505261" y="1623847"/>
                  </a:lnTo>
                  <a:lnTo>
                    <a:pt x="1505261" y="1623861"/>
                  </a:lnTo>
                  <a:lnTo>
                    <a:pt x="1505258" y="1623879"/>
                  </a:lnTo>
                  <a:lnTo>
                    <a:pt x="1505253" y="1623892"/>
                  </a:lnTo>
                  <a:lnTo>
                    <a:pt x="1505252" y="1623910"/>
                  </a:lnTo>
                  <a:lnTo>
                    <a:pt x="1505265" y="1623928"/>
                  </a:lnTo>
                  <a:lnTo>
                    <a:pt x="1505272" y="1623945"/>
                  </a:lnTo>
                  <a:lnTo>
                    <a:pt x="1505272" y="1623954"/>
                  </a:lnTo>
                  <a:lnTo>
                    <a:pt x="1505269" y="1623965"/>
                  </a:lnTo>
                  <a:lnTo>
                    <a:pt x="1505262" y="1623978"/>
                  </a:lnTo>
                  <a:lnTo>
                    <a:pt x="1505250" y="1623991"/>
                  </a:lnTo>
                  <a:lnTo>
                    <a:pt x="1505231" y="1624024"/>
                  </a:lnTo>
                  <a:lnTo>
                    <a:pt x="1505218" y="1624036"/>
                  </a:lnTo>
                  <a:lnTo>
                    <a:pt x="1505204" y="1624044"/>
                  </a:lnTo>
                  <a:lnTo>
                    <a:pt x="1505187" y="1624053"/>
                  </a:lnTo>
                  <a:lnTo>
                    <a:pt x="1505181" y="1624061"/>
                  </a:lnTo>
                  <a:lnTo>
                    <a:pt x="1505179" y="1624070"/>
                  </a:lnTo>
                  <a:lnTo>
                    <a:pt x="1505179" y="1624076"/>
                  </a:lnTo>
                  <a:lnTo>
                    <a:pt x="1505179" y="1624086"/>
                  </a:lnTo>
                  <a:lnTo>
                    <a:pt x="1505182" y="1624119"/>
                  </a:lnTo>
                  <a:lnTo>
                    <a:pt x="1505181" y="1624155"/>
                  </a:lnTo>
                  <a:lnTo>
                    <a:pt x="1505168" y="1624169"/>
                  </a:lnTo>
                  <a:lnTo>
                    <a:pt x="1505148" y="1624193"/>
                  </a:lnTo>
                  <a:lnTo>
                    <a:pt x="1505115" y="1624227"/>
                  </a:lnTo>
                  <a:lnTo>
                    <a:pt x="1505107" y="1624237"/>
                  </a:lnTo>
                  <a:lnTo>
                    <a:pt x="1505103" y="1624250"/>
                  </a:lnTo>
                  <a:lnTo>
                    <a:pt x="1505103" y="1624265"/>
                  </a:lnTo>
                  <a:lnTo>
                    <a:pt x="1505102" y="1624287"/>
                  </a:lnTo>
                  <a:lnTo>
                    <a:pt x="1505102" y="1624316"/>
                  </a:lnTo>
                  <a:lnTo>
                    <a:pt x="1505104" y="1624334"/>
                  </a:lnTo>
                  <a:lnTo>
                    <a:pt x="1505107" y="1624362"/>
                  </a:lnTo>
                  <a:lnTo>
                    <a:pt x="1505096" y="1624391"/>
                  </a:lnTo>
                  <a:lnTo>
                    <a:pt x="1505093" y="1624412"/>
                  </a:lnTo>
                  <a:lnTo>
                    <a:pt x="1505094" y="1624420"/>
                  </a:lnTo>
                  <a:lnTo>
                    <a:pt x="1505097" y="1624430"/>
                  </a:lnTo>
                  <a:lnTo>
                    <a:pt x="1505099" y="1624445"/>
                  </a:lnTo>
                  <a:lnTo>
                    <a:pt x="1505097" y="1624458"/>
                  </a:lnTo>
                  <a:lnTo>
                    <a:pt x="1505091" y="1624471"/>
                  </a:lnTo>
                  <a:lnTo>
                    <a:pt x="1505077" y="1624484"/>
                  </a:lnTo>
                  <a:lnTo>
                    <a:pt x="1505067" y="1624501"/>
                  </a:lnTo>
                  <a:lnTo>
                    <a:pt x="1505063" y="1624509"/>
                  </a:lnTo>
                  <a:lnTo>
                    <a:pt x="1505058" y="1624519"/>
                  </a:lnTo>
                  <a:lnTo>
                    <a:pt x="1505051" y="1624529"/>
                  </a:lnTo>
                  <a:lnTo>
                    <a:pt x="1505042" y="1624529"/>
                  </a:lnTo>
                  <a:lnTo>
                    <a:pt x="1505032" y="1624526"/>
                  </a:lnTo>
                  <a:lnTo>
                    <a:pt x="1505004" y="1624522"/>
                  </a:lnTo>
                  <a:lnTo>
                    <a:pt x="1504981" y="1624519"/>
                  </a:lnTo>
                  <a:lnTo>
                    <a:pt x="1504968" y="1624518"/>
                  </a:lnTo>
                  <a:lnTo>
                    <a:pt x="1504957" y="1624519"/>
                  </a:lnTo>
                  <a:lnTo>
                    <a:pt x="1504948" y="1624521"/>
                  </a:lnTo>
                  <a:lnTo>
                    <a:pt x="1504933" y="1624528"/>
                  </a:lnTo>
                  <a:lnTo>
                    <a:pt x="1504915" y="1624537"/>
                  </a:lnTo>
                  <a:lnTo>
                    <a:pt x="1504904" y="1624543"/>
                  </a:lnTo>
                  <a:lnTo>
                    <a:pt x="1504893" y="1624547"/>
                  </a:lnTo>
                  <a:lnTo>
                    <a:pt x="1504878" y="1624553"/>
                  </a:lnTo>
                  <a:lnTo>
                    <a:pt x="1504860" y="1624562"/>
                  </a:lnTo>
                  <a:lnTo>
                    <a:pt x="1504843" y="1624569"/>
                  </a:lnTo>
                  <a:lnTo>
                    <a:pt x="1504819" y="1624575"/>
                  </a:lnTo>
                  <a:lnTo>
                    <a:pt x="1504798" y="1624575"/>
                  </a:lnTo>
                  <a:lnTo>
                    <a:pt x="1504778" y="1624572"/>
                  </a:lnTo>
                  <a:lnTo>
                    <a:pt x="1504766" y="1624566"/>
                  </a:lnTo>
                  <a:lnTo>
                    <a:pt x="1504756" y="1624558"/>
                  </a:lnTo>
                  <a:lnTo>
                    <a:pt x="1504742" y="1624551"/>
                  </a:lnTo>
                  <a:lnTo>
                    <a:pt x="1504734" y="1624562"/>
                  </a:lnTo>
                  <a:lnTo>
                    <a:pt x="1504728" y="1624574"/>
                  </a:lnTo>
                  <a:lnTo>
                    <a:pt x="1504719" y="1624586"/>
                  </a:lnTo>
                  <a:lnTo>
                    <a:pt x="1504709" y="1624598"/>
                  </a:lnTo>
                  <a:lnTo>
                    <a:pt x="1504698" y="1624612"/>
                  </a:lnTo>
                  <a:lnTo>
                    <a:pt x="1504688" y="1624624"/>
                  </a:lnTo>
                  <a:lnTo>
                    <a:pt x="1504669" y="1624646"/>
                  </a:lnTo>
                  <a:lnTo>
                    <a:pt x="1504663" y="1624652"/>
                  </a:lnTo>
                  <a:lnTo>
                    <a:pt x="1504656" y="1624655"/>
                  </a:lnTo>
                  <a:lnTo>
                    <a:pt x="1504623" y="1624660"/>
                  </a:lnTo>
                  <a:lnTo>
                    <a:pt x="1504593" y="1624663"/>
                  </a:lnTo>
                  <a:lnTo>
                    <a:pt x="1504576" y="1624660"/>
                  </a:lnTo>
                  <a:lnTo>
                    <a:pt x="1504558" y="1624653"/>
                  </a:lnTo>
                  <a:lnTo>
                    <a:pt x="1504549" y="1624649"/>
                  </a:lnTo>
                  <a:lnTo>
                    <a:pt x="1504542" y="1624644"/>
                  </a:lnTo>
                  <a:lnTo>
                    <a:pt x="1504532" y="1624634"/>
                  </a:lnTo>
                  <a:lnTo>
                    <a:pt x="1504520" y="1624622"/>
                  </a:lnTo>
                  <a:lnTo>
                    <a:pt x="1504502" y="1624612"/>
                  </a:lnTo>
                  <a:lnTo>
                    <a:pt x="1504488" y="1624607"/>
                  </a:lnTo>
                  <a:lnTo>
                    <a:pt x="1504473" y="1624603"/>
                  </a:lnTo>
                  <a:lnTo>
                    <a:pt x="1504458" y="1624597"/>
                  </a:lnTo>
                  <a:lnTo>
                    <a:pt x="1504446" y="1624589"/>
                  </a:lnTo>
                  <a:lnTo>
                    <a:pt x="1504425" y="1624581"/>
                  </a:lnTo>
                  <a:lnTo>
                    <a:pt x="1504395" y="1624573"/>
                  </a:lnTo>
                  <a:lnTo>
                    <a:pt x="1504367" y="1624565"/>
                  </a:lnTo>
                  <a:lnTo>
                    <a:pt x="1504349" y="1624561"/>
                  </a:lnTo>
                  <a:lnTo>
                    <a:pt x="1504335" y="1624553"/>
                  </a:lnTo>
                  <a:lnTo>
                    <a:pt x="1504321" y="1624541"/>
                  </a:lnTo>
                  <a:lnTo>
                    <a:pt x="1504313" y="1624534"/>
                  </a:lnTo>
                  <a:lnTo>
                    <a:pt x="1504298" y="1624515"/>
                  </a:lnTo>
                  <a:lnTo>
                    <a:pt x="1504286" y="1624502"/>
                  </a:lnTo>
                  <a:lnTo>
                    <a:pt x="1504278" y="1624495"/>
                  </a:lnTo>
                  <a:lnTo>
                    <a:pt x="1504262" y="1624492"/>
                  </a:lnTo>
                  <a:lnTo>
                    <a:pt x="1504248" y="1624491"/>
                  </a:lnTo>
                  <a:lnTo>
                    <a:pt x="1504232" y="1624491"/>
                  </a:lnTo>
                  <a:lnTo>
                    <a:pt x="1504214" y="1624485"/>
                  </a:lnTo>
                  <a:lnTo>
                    <a:pt x="1504196" y="1624485"/>
                  </a:lnTo>
                  <a:lnTo>
                    <a:pt x="1504184" y="1624486"/>
                  </a:lnTo>
                  <a:lnTo>
                    <a:pt x="1504167" y="1624489"/>
                  </a:lnTo>
                  <a:lnTo>
                    <a:pt x="1504156" y="1624491"/>
                  </a:lnTo>
                  <a:lnTo>
                    <a:pt x="1504148" y="1624486"/>
                  </a:lnTo>
                  <a:lnTo>
                    <a:pt x="1504139" y="1624483"/>
                  </a:lnTo>
                  <a:lnTo>
                    <a:pt x="1504131" y="1624482"/>
                  </a:lnTo>
                  <a:lnTo>
                    <a:pt x="1504125" y="1624486"/>
                  </a:lnTo>
                  <a:lnTo>
                    <a:pt x="1504112" y="1624486"/>
                  </a:lnTo>
                  <a:lnTo>
                    <a:pt x="1504099" y="1624485"/>
                  </a:lnTo>
                  <a:lnTo>
                    <a:pt x="1504091" y="1624485"/>
                  </a:lnTo>
                  <a:lnTo>
                    <a:pt x="1504081" y="1624482"/>
                  </a:lnTo>
                  <a:lnTo>
                    <a:pt x="1504077" y="1624477"/>
                  </a:lnTo>
                  <a:lnTo>
                    <a:pt x="1504069" y="1624471"/>
                  </a:lnTo>
                  <a:lnTo>
                    <a:pt x="1504062" y="1624469"/>
                  </a:lnTo>
                  <a:lnTo>
                    <a:pt x="1504050" y="1624468"/>
                  </a:lnTo>
                  <a:lnTo>
                    <a:pt x="1504040" y="1624471"/>
                  </a:lnTo>
                  <a:lnTo>
                    <a:pt x="1504033" y="1624472"/>
                  </a:lnTo>
                  <a:lnTo>
                    <a:pt x="1504018" y="1624468"/>
                  </a:lnTo>
                  <a:lnTo>
                    <a:pt x="1504003" y="1624464"/>
                  </a:lnTo>
                  <a:lnTo>
                    <a:pt x="1503986" y="1624459"/>
                  </a:lnTo>
                  <a:lnTo>
                    <a:pt x="1503973" y="1624459"/>
                  </a:lnTo>
                  <a:lnTo>
                    <a:pt x="1503967" y="1624461"/>
                  </a:lnTo>
                  <a:lnTo>
                    <a:pt x="1503964" y="1624466"/>
                  </a:lnTo>
                  <a:lnTo>
                    <a:pt x="1503958" y="1624472"/>
                  </a:lnTo>
                  <a:lnTo>
                    <a:pt x="1503948" y="1624477"/>
                  </a:lnTo>
                  <a:lnTo>
                    <a:pt x="1503934" y="1624481"/>
                  </a:lnTo>
                  <a:lnTo>
                    <a:pt x="1503922" y="1624483"/>
                  </a:lnTo>
                  <a:lnTo>
                    <a:pt x="1503899" y="1624480"/>
                  </a:lnTo>
                  <a:lnTo>
                    <a:pt x="1503885" y="1624484"/>
                  </a:lnTo>
                  <a:lnTo>
                    <a:pt x="1503872" y="1624492"/>
                  </a:lnTo>
                  <a:lnTo>
                    <a:pt x="1503857" y="1624495"/>
                  </a:lnTo>
                  <a:lnTo>
                    <a:pt x="1503847" y="1624497"/>
                  </a:lnTo>
                  <a:lnTo>
                    <a:pt x="1503833" y="1624501"/>
                  </a:lnTo>
                  <a:lnTo>
                    <a:pt x="1503822" y="1624507"/>
                  </a:lnTo>
                  <a:lnTo>
                    <a:pt x="1503812" y="1624507"/>
                  </a:lnTo>
                  <a:lnTo>
                    <a:pt x="1503800" y="1624509"/>
                  </a:lnTo>
                  <a:lnTo>
                    <a:pt x="1503790" y="1624506"/>
                  </a:lnTo>
                  <a:lnTo>
                    <a:pt x="1503781" y="1624503"/>
                  </a:lnTo>
                  <a:lnTo>
                    <a:pt x="1503772" y="1624540"/>
                  </a:lnTo>
                  <a:lnTo>
                    <a:pt x="1503765" y="1624554"/>
                  </a:lnTo>
                  <a:lnTo>
                    <a:pt x="1503765" y="1624576"/>
                  </a:lnTo>
                  <a:lnTo>
                    <a:pt x="1503769" y="1624588"/>
                  </a:lnTo>
                  <a:lnTo>
                    <a:pt x="1503774" y="1624602"/>
                  </a:lnTo>
                  <a:lnTo>
                    <a:pt x="1503773" y="1624614"/>
                  </a:lnTo>
                  <a:lnTo>
                    <a:pt x="1503768" y="1624628"/>
                  </a:lnTo>
                  <a:lnTo>
                    <a:pt x="1503767" y="1624641"/>
                  </a:lnTo>
                  <a:lnTo>
                    <a:pt x="1503765" y="1624659"/>
                  </a:lnTo>
                  <a:lnTo>
                    <a:pt x="1503745" y="1624655"/>
                  </a:lnTo>
                  <a:lnTo>
                    <a:pt x="1503729" y="1624654"/>
                  </a:lnTo>
                  <a:lnTo>
                    <a:pt x="1503712" y="1624654"/>
                  </a:lnTo>
                  <a:lnTo>
                    <a:pt x="1503696" y="1624657"/>
                  </a:lnTo>
                  <a:lnTo>
                    <a:pt x="1503688" y="1624663"/>
                  </a:lnTo>
                  <a:lnTo>
                    <a:pt x="1503682" y="1624672"/>
                  </a:lnTo>
                  <a:lnTo>
                    <a:pt x="1503667" y="1624686"/>
                  </a:lnTo>
                  <a:lnTo>
                    <a:pt x="1503658" y="1624696"/>
                  </a:lnTo>
                  <a:lnTo>
                    <a:pt x="1503647" y="1624706"/>
                  </a:lnTo>
                  <a:lnTo>
                    <a:pt x="1503639" y="1624724"/>
                  </a:lnTo>
                  <a:lnTo>
                    <a:pt x="1503632" y="1624734"/>
                  </a:lnTo>
                  <a:lnTo>
                    <a:pt x="1503617" y="1624746"/>
                  </a:lnTo>
                  <a:lnTo>
                    <a:pt x="1503616" y="1624767"/>
                  </a:lnTo>
                  <a:lnTo>
                    <a:pt x="1503614" y="1624779"/>
                  </a:lnTo>
                  <a:lnTo>
                    <a:pt x="1503612" y="1624787"/>
                  </a:lnTo>
                  <a:lnTo>
                    <a:pt x="1503607" y="1624798"/>
                  </a:lnTo>
                  <a:lnTo>
                    <a:pt x="1503591" y="1624812"/>
                  </a:lnTo>
                  <a:lnTo>
                    <a:pt x="1503573" y="1624837"/>
                  </a:lnTo>
                  <a:lnTo>
                    <a:pt x="1503557" y="1624859"/>
                  </a:lnTo>
                  <a:lnTo>
                    <a:pt x="1503546" y="1624878"/>
                  </a:lnTo>
                  <a:lnTo>
                    <a:pt x="1503542" y="1624899"/>
                  </a:lnTo>
                  <a:lnTo>
                    <a:pt x="1503528" y="1624939"/>
                  </a:lnTo>
                  <a:lnTo>
                    <a:pt x="1503523" y="1624948"/>
                  </a:lnTo>
                  <a:lnTo>
                    <a:pt x="1503515" y="1624961"/>
                  </a:lnTo>
                  <a:lnTo>
                    <a:pt x="1503503" y="1624969"/>
                  </a:lnTo>
                  <a:lnTo>
                    <a:pt x="1503490" y="1624978"/>
                  </a:lnTo>
                  <a:lnTo>
                    <a:pt x="1503481" y="1624983"/>
                  </a:lnTo>
                  <a:lnTo>
                    <a:pt x="1503470" y="1624987"/>
                  </a:lnTo>
                  <a:lnTo>
                    <a:pt x="1503458" y="1624991"/>
                  </a:lnTo>
                  <a:lnTo>
                    <a:pt x="1503457" y="1624998"/>
                  </a:lnTo>
                  <a:lnTo>
                    <a:pt x="1503446" y="1625007"/>
                  </a:lnTo>
                  <a:lnTo>
                    <a:pt x="1503437" y="1625017"/>
                  </a:lnTo>
                  <a:lnTo>
                    <a:pt x="1503431" y="1625026"/>
                  </a:lnTo>
                  <a:lnTo>
                    <a:pt x="1503429" y="1625033"/>
                  </a:lnTo>
                  <a:lnTo>
                    <a:pt x="1503429" y="1625046"/>
                  </a:lnTo>
                  <a:lnTo>
                    <a:pt x="1503438" y="1625057"/>
                  </a:lnTo>
                  <a:lnTo>
                    <a:pt x="1503459" y="1625070"/>
                  </a:lnTo>
                  <a:lnTo>
                    <a:pt x="1503467" y="1625086"/>
                  </a:lnTo>
                  <a:lnTo>
                    <a:pt x="1503472" y="1625090"/>
                  </a:lnTo>
                  <a:lnTo>
                    <a:pt x="1503481" y="1625091"/>
                  </a:lnTo>
                  <a:lnTo>
                    <a:pt x="1503483" y="1625118"/>
                  </a:lnTo>
                  <a:lnTo>
                    <a:pt x="1503497" y="1625124"/>
                  </a:lnTo>
                  <a:lnTo>
                    <a:pt x="1503509" y="1625126"/>
                  </a:lnTo>
                  <a:lnTo>
                    <a:pt x="1503519" y="1625135"/>
                  </a:lnTo>
                  <a:lnTo>
                    <a:pt x="1503527" y="1625147"/>
                  </a:lnTo>
                  <a:lnTo>
                    <a:pt x="1503537" y="1625158"/>
                  </a:lnTo>
                  <a:lnTo>
                    <a:pt x="1503544" y="1625163"/>
                  </a:lnTo>
                  <a:lnTo>
                    <a:pt x="1503554" y="1625168"/>
                  </a:lnTo>
                  <a:lnTo>
                    <a:pt x="1503564" y="1625170"/>
                  </a:lnTo>
                  <a:lnTo>
                    <a:pt x="1503574" y="1625169"/>
                  </a:lnTo>
                  <a:lnTo>
                    <a:pt x="1503596" y="1625170"/>
                  </a:lnTo>
                  <a:lnTo>
                    <a:pt x="1503601" y="1625182"/>
                  </a:lnTo>
                  <a:lnTo>
                    <a:pt x="1503611" y="1625207"/>
                  </a:lnTo>
                  <a:lnTo>
                    <a:pt x="1503624" y="1625237"/>
                  </a:lnTo>
                  <a:lnTo>
                    <a:pt x="1503653" y="1625269"/>
                  </a:lnTo>
                  <a:lnTo>
                    <a:pt x="1503657" y="1625280"/>
                  </a:lnTo>
                  <a:lnTo>
                    <a:pt x="1503663" y="1625294"/>
                  </a:lnTo>
                  <a:lnTo>
                    <a:pt x="1503671" y="1625305"/>
                  </a:lnTo>
                  <a:lnTo>
                    <a:pt x="1503683" y="1625318"/>
                  </a:lnTo>
                  <a:lnTo>
                    <a:pt x="1503710" y="1625349"/>
                  </a:lnTo>
                  <a:lnTo>
                    <a:pt x="1503713" y="1625356"/>
                  </a:lnTo>
                  <a:lnTo>
                    <a:pt x="1503719" y="1625372"/>
                  </a:lnTo>
                  <a:lnTo>
                    <a:pt x="1503724" y="1625383"/>
                  </a:lnTo>
                  <a:lnTo>
                    <a:pt x="1503731" y="1625392"/>
                  </a:lnTo>
                  <a:lnTo>
                    <a:pt x="1503752" y="1625412"/>
                  </a:lnTo>
                  <a:lnTo>
                    <a:pt x="1503775" y="1625591"/>
                  </a:lnTo>
                  <a:lnTo>
                    <a:pt x="1503779" y="1625621"/>
                  </a:lnTo>
                  <a:lnTo>
                    <a:pt x="1503781" y="1625632"/>
                  </a:lnTo>
                  <a:lnTo>
                    <a:pt x="1503783" y="1625643"/>
                  </a:lnTo>
                  <a:lnTo>
                    <a:pt x="1503787" y="1625665"/>
                  </a:lnTo>
                  <a:lnTo>
                    <a:pt x="1503796" y="1625672"/>
                  </a:lnTo>
                  <a:lnTo>
                    <a:pt x="1503815" y="1625680"/>
                  </a:lnTo>
                  <a:lnTo>
                    <a:pt x="1503827" y="1625686"/>
                  </a:lnTo>
                  <a:lnTo>
                    <a:pt x="1503837" y="1625693"/>
                  </a:lnTo>
                  <a:lnTo>
                    <a:pt x="1503846" y="1625702"/>
                  </a:lnTo>
                  <a:lnTo>
                    <a:pt x="1503866" y="1625725"/>
                  </a:lnTo>
                  <a:lnTo>
                    <a:pt x="1503875" y="1625737"/>
                  </a:lnTo>
                  <a:lnTo>
                    <a:pt x="1503894" y="1625760"/>
                  </a:lnTo>
                  <a:lnTo>
                    <a:pt x="1503897" y="1625767"/>
                  </a:lnTo>
                  <a:lnTo>
                    <a:pt x="1503890" y="1625783"/>
                  </a:lnTo>
                  <a:lnTo>
                    <a:pt x="1503876" y="1625802"/>
                  </a:lnTo>
                  <a:lnTo>
                    <a:pt x="1503877" y="1625816"/>
                  </a:lnTo>
                  <a:lnTo>
                    <a:pt x="1503879" y="1625828"/>
                  </a:lnTo>
                  <a:lnTo>
                    <a:pt x="1503876" y="1625852"/>
                  </a:lnTo>
                  <a:lnTo>
                    <a:pt x="1503873" y="1625865"/>
                  </a:lnTo>
                  <a:lnTo>
                    <a:pt x="1503866" y="1625883"/>
                  </a:lnTo>
                  <a:lnTo>
                    <a:pt x="1503863" y="1625895"/>
                  </a:lnTo>
                  <a:lnTo>
                    <a:pt x="1503864" y="1625909"/>
                  </a:lnTo>
                  <a:lnTo>
                    <a:pt x="1503862" y="1625932"/>
                  </a:lnTo>
                  <a:lnTo>
                    <a:pt x="1503857" y="1625958"/>
                  </a:lnTo>
                  <a:lnTo>
                    <a:pt x="1503854" y="1625975"/>
                  </a:lnTo>
                  <a:lnTo>
                    <a:pt x="1503844" y="1625993"/>
                  </a:lnTo>
                  <a:lnTo>
                    <a:pt x="1503828" y="1626013"/>
                  </a:lnTo>
                  <a:lnTo>
                    <a:pt x="1503817" y="1626027"/>
                  </a:lnTo>
                  <a:lnTo>
                    <a:pt x="1503808" y="1626058"/>
                  </a:lnTo>
                  <a:lnTo>
                    <a:pt x="1503798" y="1626096"/>
                  </a:lnTo>
                  <a:lnTo>
                    <a:pt x="1503790" y="1626113"/>
                  </a:lnTo>
                  <a:lnTo>
                    <a:pt x="1503784" y="1626128"/>
                  </a:lnTo>
                  <a:lnTo>
                    <a:pt x="1503776" y="1626136"/>
                  </a:lnTo>
                  <a:lnTo>
                    <a:pt x="1503761" y="1626142"/>
                  </a:lnTo>
                  <a:lnTo>
                    <a:pt x="1503707" y="1626145"/>
                  </a:lnTo>
                  <a:lnTo>
                    <a:pt x="1503699" y="1626143"/>
                  </a:lnTo>
                  <a:lnTo>
                    <a:pt x="1503690" y="1626144"/>
                  </a:lnTo>
                  <a:lnTo>
                    <a:pt x="1503683" y="1626148"/>
                  </a:lnTo>
                  <a:lnTo>
                    <a:pt x="1503678" y="1626151"/>
                  </a:lnTo>
                  <a:lnTo>
                    <a:pt x="1503668" y="1626158"/>
                  </a:lnTo>
                  <a:lnTo>
                    <a:pt x="1503650" y="1626166"/>
                  </a:lnTo>
                  <a:lnTo>
                    <a:pt x="1503641" y="1626172"/>
                  </a:lnTo>
                  <a:lnTo>
                    <a:pt x="1503631" y="1626180"/>
                  </a:lnTo>
                  <a:lnTo>
                    <a:pt x="1503618" y="1626188"/>
                  </a:lnTo>
                  <a:lnTo>
                    <a:pt x="1503602" y="1626189"/>
                  </a:lnTo>
                  <a:lnTo>
                    <a:pt x="1503585" y="1626196"/>
                  </a:lnTo>
                  <a:lnTo>
                    <a:pt x="1503581" y="1626210"/>
                  </a:lnTo>
                  <a:lnTo>
                    <a:pt x="1503580" y="1626218"/>
                  </a:lnTo>
                  <a:lnTo>
                    <a:pt x="1503579" y="1626227"/>
                  </a:lnTo>
                  <a:lnTo>
                    <a:pt x="1503572" y="1626233"/>
                  </a:lnTo>
                  <a:lnTo>
                    <a:pt x="1503562" y="1626234"/>
                  </a:lnTo>
                  <a:lnTo>
                    <a:pt x="1503553" y="1626235"/>
                  </a:lnTo>
                  <a:lnTo>
                    <a:pt x="1503547" y="1626235"/>
                  </a:lnTo>
                  <a:lnTo>
                    <a:pt x="1503541" y="1626234"/>
                  </a:lnTo>
                  <a:lnTo>
                    <a:pt x="1503530" y="1626234"/>
                  </a:lnTo>
                  <a:lnTo>
                    <a:pt x="1503519" y="1626235"/>
                  </a:lnTo>
                  <a:lnTo>
                    <a:pt x="1503509" y="1626235"/>
                  </a:lnTo>
                  <a:lnTo>
                    <a:pt x="1503509" y="1626229"/>
                  </a:lnTo>
                  <a:lnTo>
                    <a:pt x="1503501" y="1626226"/>
                  </a:lnTo>
                  <a:lnTo>
                    <a:pt x="1503481" y="1626256"/>
                  </a:lnTo>
                  <a:lnTo>
                    <a:pt x="1503464" y="1626266"/>
                  </a:lnTo>
                  <a:lnTo>
                    <a:pt x="1503459" y="1626273"/>
                  </a:lnTo>
                  <a:lnTo>
                    <a:pt x="1503458" y="1626280"/>
                  </a:lnTo>
                  <a:lnTo>
                    <a:pt x="1503461" y="1626285"/>
                  </a:lnTo>
                  <a:lnTo>
                    <a:pt x="1503465" y="1626294"/>
                  </a:lnTo>
                  <a:lnTo>
                    <a:pt x="1503470" y="1626302"/>
                  </a:lnTo>
                  <a:lnTo>
                    <a:pt x="1503474" y="1626308"/>
                  </a:lnTo>
                  <a:lnTo>
                    <a:pt x="1503481" y="1626320"/>
                  </a:lnTo>
                  <a:lnTo>
                    <a:pt x="1503489" y="1626330"/>
                  </a:lnTo>
                  <a:lnTo>
                    <a:pt x="1503481" y="1626340"/>
                  </a:lnTo>
                  <a:lnTo>
                    <a:pt x="1503478" y="1626346"/>
                  </a:lnTo>
                  <a:lnTo>
                    <a:pt x="1503473" y="1626358"/>
                  </a:lnTo>
                  <a:lnTo>
                    <a:pt x="1503471" y="1626366"/>
                  </a:lnTo>
                  <a:lnTo>
                    <a:pt x="1503474" y="1626375"/>
                  </a:lnTo>
                  <a:lnTo>
                    <a:pt x="1503481" y="1626385"/>
                  </a:lnTo>
                  <a:lnTo>
                    <a:pt x="1503489" y="1626395"/>
                  </a:lnTo>
                  <a:lnTo>
                    <a:pt x="1503499" y="1626413"/>
                  </a:lnTo>
                  <a:lnTo>
                    <a:pt x="1503501" y="1626426"/>
                  </a:lnTo>
                  <a:lnTo>
                    <a:pt x="1503503" y="1626442"/>
                  </a:lnTo>
                  <a:lnTo>
                    <a:pt x="1503504" y="1626453"/>
                  </a:lnTo>
                  <a:lnTo>
                    <a:pt x="1503504" y="1626462"/>
                  </a:lnTo>
                  <a:lnTo>
                    <a:pt x="1503504" y="1626470"/>
                  </a:lnTo>
                  <a:lnTo>
                    <a:pt x="1503503" y="1626480"/>
                  </a:lnTo>
                  <a:lnTo>
                    <a:pt x="1503499" y="1626490"/>
                  </a:lnTo>
                  <a:lnTo>
                    <a:pt x="1503497" y="1626498"/>
                  </a:lnTo>
                  <a:lnTo>
                    <a:pt x="1503498" y="1626512"/>
                  </a:lnTo>
                  <a:lnTo>
                    <a:pt x="1503499" y="1626523"/>
                  </a:lnTo>
                  <a:lnTo>
                    <a:pt x="1503500" y="1626541"/>
                  </a:lnTo>
                  <a:lnTo>
                    <a:pt x="1503502" y="1626575"/>
                  </a:lnTo>
                  <a:lnTo>
                    <a:pt x="1503504" y="1626601"/>
                  </a:lnTo>
                  <a:lnTo>
                    <a:pt x="1503504" y="1626608"/>
                  </a:lnTo>
                  <a:lnTo>
                    <a:pt x="1503501" y="1626614"/>
                  </a:lnTo>
                  <a:lnTo>
                    <a:pt x="1503495" y="1626622"/>
                  </a:lnTo>
                  <a:lnTo>
                    <a:pt x="1503493" y="1626635"/>
                  </a:lnTo>
                  <a:lnTo>
                    <a:pt x="1503498" y="1626644"/>
                  </a:lnTo>
                  <a:lnTo>
                    <a:pt x="1503505" y="1626653"/>
                  </a:lnTo>
                  <a:lnTo>
                    <a:pt x="1503513" y="1626665"/>
                  </a:lnTo>
                  <a:lnTo>
                    <a:pt x="1503523" y="1626687"/>
                  </a:lnTo>
                  <a:lnTo>
                    <a:pt x="1503524" y="1626697"/>
                  </a:lnTo>
                  <a:lnTo>
                    <a:pt x="1503520" y="1626712"/>
                  </a:lnTo>
                  <a:lnTo>
                    <a:pt x="1503515" y="1626730"/>
                  </a:lnTo>
                  <a:lnTo>
                    <a:pt x="1503503" y="1626745"/>
                  </a:lnTo>
                  <a:lnTo>
                    <a:pt x="1503497" y="1626759"/>
                  </a:lnTo>
                  <a:lnTo>
                    <a:pt x="1503493" y="1626768"/>
                  </a:lnTo>
                  <a:lnTo>
                    <a:pt x="1503494" y="1626777"/>
                  </a:lnTo>
                  <a:lnTo>
                    <a:pt x="1503498" y="1626786"/>
                  </a:lnTo>
                  <a:lnTo>
                    <a:pt x="1503504" y="1626794"/>
                  </a:lnTo>
                  <a:lnTo>
                    <a:pt x="1503494" y="1626796"/>
                  </a:lnTo>
                  <a:lnTo>
                    <a:pt x="1503483" y="1626799"/>
                  </a:lnTo>
                  <a:lnTo>
                    <a:pt x="1503477" y="1626800"/>
                  </a:lnTo>
                  <a:lnTo>
                    <a:pt x="1503468" y="1626806"/>
                  </a:lnTo>
                  <a:lnTo>
                    <a:pt x="1503461" y="1626811"/>
                  </a:lnTo>
                  <a:lnTo>
                    <a:pt x="1503452" y="1626817"/>
                  </a:lnTo>
                  <a:lnTo>
                    <a:pt x="1503440" y="1626824"/>
                  </a:lnTo>
                  <a:lnTo>
                    <a:pt x="1503431" y="1626829"/>
                  </a:lnTo>
                  <a:lnTo>
                    <a:pt x="1503417" y="1626842"/>
                  </a:lnTo>
                  <a:lnTo>
                    <a:pt x="1503413" y="1626851"/>
                  </a:lnTo>
                  <a:lnTo>
                    <a:pt x="1503411" y="1626858"/>
                  </a:lnTo>
                  <a:lnTo>
                    <a:pt x="1503401" y="1626864"/>
                  </a:lnTo>
                  <a:lnTo>
                    <a:pt x="1503380" y="1626878"/>
                  </a:lnTo>
                  <a:lnTo>
                    <a:pt x="1503376" y="1626887"/>
                  </a:lnTo>
                  <a:lnTo>
                    <a:pt x="1503370" y="1626901"/>
                  </a:lnTo>
                  <a:lnTo>
                    <a:pt x="1503369" y="1626911"/>
                  </a:lnTo>
                  <a:lnTo>
                    <a:pt x="1503368" y="1626943"/>
                  </a:lnTo>
                  <a:lnTo>
                    <a:pt x="1503367" y="1626960"/>
                  </a:lnTo>
                  <a:lnTo>
                    <a:pt x="1503365" y="1627003"/>
                  </a:lnTo>
                  <a:lnTo>
                    <a:pt x="1503360" y="1627034"/>
                  </a:lnTo>
                  <a:lnTo>
                    <a:pt x="1503348" y="1627067"/>
                  </a:lnTo>
                  <a:lnTo>
                    <a:pt x="1503341" y="1627083"/>
                  </a:lnTo>
                  <a:lnTo>
                    <a:pt x="1503336" y="1627095"/>
                  </a:lnTo>
                  <a:lnTo>
                    <a:pt x="1503334" y="1627099"/>
                  </a:lnTo>
                  <a:lnTo>
                    <a:pt x="1503329" y="1627105"/>
                  </a:lnTo>
                  <a:lnTo>
                    <a:pt x="1503323" y="1627109"/>
                  </a:lnTo>
                  <a:lnTo>
                    <a:pt x="1503316" y="1627117"/>
                  </a:lnTo>
                  <a:lnTo>
                    <a:pt x="1503314" y="1627124"/>
                  </a:lnTo>
                  <a:lnTo>
                    <a:pt x="1503314" y="1627132"/>
                  </a:lnTo>
                  <a:lnTo>
                    <a:pt x="1503313" y="1627143"/>
                  </a:lnTo>
                  <a:lnTo>
                    <a:pt x="1503312" y="1627157"/>
                  </a:lnTo>
                  <a:lnTo>
                    <a:pt x="1503307" y="1627170"/>
                  </a:lnTo>
                  <a:lnTo>
                    <a:pt x="1503301" y="1627178"/>
                  </a:lnTo>
                  <a:lnTo>
                    <a:pt x="1503290" y="1627193"/>
                  </a:lnTo>
                  <a:lnTo>
                    <a:pt x="1503273" y="1627204"/>
                  </a:lnTo>
                  <a:lnTo>
                    <a:pt x="1503235" y="1627225"/>
                  </a:lnTo>
                  <a:lnTo>
                    <a:pt x="1503226" y="1627231"/>
                  </a:lnTo>
                  <a:lnTo>
                    <a:pt x="1503213" y="1627240"/>
                  </a:lnTo>
                  <a:lnTo>
                    <a:pt x="1503205" y="1627253"/>
                  </a:lnTo>
                  <a:lnTo>
                    <a:pt x="1503190" y="1627274"/>
                  </a:lnTo>
                  <a:lnTo>
                    <a:pt x="1503187" y="1627278"/>
                  </a:lnTo>
                  <a:lnTo>
                    <a:pt x="1503179" y="1627284"/>
                  </a:lnTo>
                  <a:lnTo>
                    <a:pt x="1503172" y="1627285"/>
                  </a:lnTo>
                  <a:lnTo>
                    <a:pt x="1503159" y="1627283"/>
                  </a:lnTo>
                  <a:lnTo>
                    <a:pt x="1503152" y="1627280"/>
                  </a:lnTo>
                  <a:lnTo>
                    <a:pt x="1503145" y="1627279"/>
                  </a:lnTo>
                  <a:lnTo>
                    <a:pt x="1503140" y="1627278"/>
                  </a:lnTo>
                  <a:lnTo>
                    <a:pt x="1503133" y="1627278"/>
                  </a:lnTo>
                  <a:lnTo>
                    <a:pt x="1503126" y="1627275"/>
                  </a:lnTo>
                  <a:lnTo>
                    <a:pt x="1503122" y="1627272"/>
                  </a:lnTo>
                  <a:lnTo>
                    <a:pt x="1503116" y="1627268"/>
                  </a:lnTo>
                  <a:lnTo>
                    <a:pt x="1503107" y="1627266"/>
                  </a:lnTo>
                  <a:lnTo>
                    <a:pt x="1503101" y="1627267"/>
                  </a:lnTo>
                  <a:lnTo>
                    <a:pt x="1503094" y="1627268"/>
                  </a:lnTo>
                  <a:lnTo>
                    <a:pt x="1503083" y="1627268"/>
                  </a:lnTo>
                  <a:lnTo>
                    <a:pt x="1503074" y="1627269"/>
                  </a:lnTo>
                  <a:lnTo>
                    <a:pt x="1503064" y="1627272"/>
                  </a:lnTo>
                  <a:lnTo>
                    <a:pt x="1503053" y="1627282"/>
                  </a:lnTo>
                  <a:lnTo>
                    <a:pt x="1503037" y="1627274"/>
                  </a:lnTo>
                  <a:lnTo>
                    <a:pt x="1503022" y="1627280"/>
                  </a:lnTo>
                  <a:lnTo>
                    <a:pt x="1503016" y="1627284"/>
                  </a:lnTo>
                  <a:lnTo>
                    <a:pt x="1503011" y="1627288"/>
                  </a:lnTo>
                  <a:lnTo>
                    <a:pt x="1502995" y="1627305"/>
                  </a:lnTo>
                  <a:lnTo>
                    <a:pt x="1502986" y="1627310"/>
                  </a:lnTo>
                  <a:lnTo>
                    <a:pt x="1502978" y="1627313"/>
                  </a:lnTo>
                  <a:lnTo>
                    <a:pt x="1502960" y="1627312"/>
                  </a:lnTo>
                  <a:lnTo>
                    <a:pt x="1502936" y="1627308"/>
                  </a:lnTo>
                  <a:lnTo>
                    <a:pt x="1502920" y="1627305"/>
                  </a:lnTo>
                  <a:lnTo>
                    <a:pt x="1502909" y="1627316"/>
                  </a:lnTo>
                  <a:lnTo>
                    <a:pt x="1502899" y="1627327"/>
                  </a:lnTo>
                  <a:lnTo>
                    <a:pt x="1502896" y="1627332"/>
                  </a:lnTo>
                  <a:lnTo>
                    <a:pt x="1502886" y="1627345"/>
                  </a:lnTo>
                  <a:lnTo>
                    <a:pt x="1502874" y="1627353"/>
                  </a:lnTo>
                  <a:lnTo>
                    <a:pt x="1502867" y="1627356"/>
                  </a:lnTo>
                  <a:lnTo>
                    <a:pt x="1502851" y="1627359"/>
                  </a:lnTo>
                  <a:lnTo>
                    <a:pt x="1502839" y="1627365"/>
                  </a:lnTo>
                  <a:lnTo>
                    <a:pt x="1502828" y="1627371"/>
                  </a:lnTo>
                  <a:lnTo>
                    <a:pt x="1502809" y="1627377"/>
                  </a:lnTo>
                  <a:lnTo>
                    <a:pt x="1502800" y="1627380"/>
                  </a:lnTo>
                  <a:lnTo>
                    <a:pt x="1502784" y="1627383"/>
                  </a:lnTo>
                  <a:lnTo>
                    <a:pt x="1502768" y="1627388"/>
                  </a:lnTo>
                  <a:lnTo>
                    <a:pt x="1502755" y="1627392"/>
                  </a:lnTo>
                  <a:lnTo>
                    <a:pt x="1502747" y="1627396"/>
                  </a:lnTo>
                  <a:lnTo>
                    <a:pt x="1502740" y="1627399"/>
                  </a:lnTo>
                  <a:lnTo>
                    <a:pt x="1502733" y="1627401"/>
                  </a:lnTo>
                  <a:lnTo>
                    <a:pt x="1502726" y="1627403"/>
                  </a:lnTo>
                  <a:lnTo>
                    <a:pt x="1502724" y="1627408"/>
                  </a:lnTo>
                  <a:lnTo>
                    <a:pt x="1502724" y="1627414"/>
                  </a:lnTo>
                  <a:lnTo>
                    <a:pt x="1502726" y="1627428"/>
                  </a:lnTo>
                  <a:lnTo>
                    <a:pt x="1502733" y="1627451"/>
                  </a:lnTo>
                  <a:lnTo>
                    <a:pt x="1502742" y="1627468"/>
                  </a:lnTo>
                  <a:lnTo>
                    <a:pt x="1502751" y="1627485"/>
                  </a:lnTo>
                  <a:lnTo>
                    <a:pt x="1502756" y="1627500"/>
                  </a:lnTo>
                  <a:lnTo>
                    <a:pt x="1502760" y="1627512"/>
                  </a:lnTo>
                  <a:lnTo>
                    <a:pt x="1502767" y="1627524"/>
                  </a:lnTo>
                  <a:lnTo>
                    <a:pt x="1502774" y="1627534"/>
                  </a:lnTo>
                  <a:lnTo>
                    <a:pt x="1502782" y="1627546"/>
                  </a:lnTo>
                  <a:lnTo>
                    <a:pt x="1502787" y="1627554"/>
                  </a:lnTo>
                  <a:lnTo>
                    <a:pt x="1502784" y="1627560"/>
                  </a:lnTo>
                  <a:lnTo>
                    <a:pt x="1502776" y="1627569"/>
                  </a:lnTo>
                  <a:lnTo>
                    <a:pt x="1502768" y="1627580"/>
                  </a:lnTo>
                  <a:lnTo>
                    <a:pt x="1502760" y="1627591"/>
                  </a:lnTo>
                  <a:lnTo>
                    <a:pt x="1502747" y="1627602"/>
                  </a:lnTo>
                  <a:lnTo>
                    <a:pt x="1502731" y="1627618"/>
                  </a:lnTo>
                  <a:lnTo>
                    <a:pt x="1502732" y="1627636"/>
                  </a:lnTo>
                  <a:lnTo>
                    <a:pt x="1502732" y="1627652"/>
                  </a:lnTo>
                  <a:lnTo>
                    <a:pt x="1502734" y="1627675"/>
                  </a:lnTo>
                  <a:lnTo>
                    <a:pt x="1502736" y="1627687"/>
                  </a:lnTo>
                  <a:lnTo>
                    <a:pt x="1502740" y="1627701"/>
                  </a:lnTo>
                  <a:lnTo>
                    <a:pt x="1502742" y="1627710"/>
                  </a:lnTo>
                  <a:lnTo>
                    <a:pt x="1502746" y="1627717"/>
                  </a:lnTo>
                  <a:lnTo>
                    <a:pt x="1502762" y="1627707"/>
                  </a:lnTo>
                  <a:lnTo>
                    <a:pt x="1502782" y="1627700"/>
                  </a:lnTo>
                  <a:lnTo>
                    <a:pt x="1502800" y="1627696"/>
                  </a:lnTo>
                  <a:lnTo>
                    <a:pt x="1502810" y="1627700"/>
                  </a:lnTo>
                  <a:lnTo>
                    <a:pt x="1502819" y="1627705"/>
                  </a:lnTo>
                  <a:lnTo>
                    <a:pt x="1502835" y="1627716"/>
                  </a:lnTo>
                  <a:lnTo>
                    <a:pt x="1502857" y="1627727"/>
                  </a:lnTo>
                  <a:lnTo>
                    <a:pt x="1502872" y="1627734"/>
                  </a:lnTo>
                  <a:lnTo>
                    <a:pt x="1502890" y="1627740"/>
                  </a:lnTo>
                  <a:lnTo>
                    <a:pt x="1502918" y="1627753"/>
                  </a:lnTo>
                  <a:lnTo>
                    <a:pt x="1502936" y="1627761"/>
                  </a:lnTo>
                  <a:lnTo>
                    <a:pt x="1502945" y="1627765"/>
                  </a:lnTo>
                  <a:lnTo>
                    <a:pt x="1502955" y="1627770"/>
                  </a:lnTo>
                  <a:lnTo>
                    <a:pt x="1502959" y="1627775"/>
                  </a:lnTo>
                  <a:lnTo>
                    <a:pt x="1502963" y="1627779"/>
                  </a:lnTo>
                  <a:lnTo>
                    <a:pt x="1502962" y="1627797"/>
                  </a:lnTo>
                  <a:lnTo>
                    <a:pt x="1502969" y="1627812"/>
                  </a:lnTo>
                  <a:lnTo>
                    <a:pt x="1502992" y="1627864"/>
                  </a:lnTo>
                  <a:lnTo>
                    <a:pt x="1502992" y="1627872"/>
                  </a:lnTo>
                  <a:lnTo>
                    <a:pt x="1502992" y="1627879"/>
                  </a:lnTo>
                  <a:lnTo>
                    <a:pt x="1502993" y="1627886"/>
                  </a:lnTo>
                  <a:lnTo>
                    <a:pt x="1502996" y="1627893"/>
                  </a:lnTo>
                  <a:lnTo>
                    <a:pt x="1503002" y="1627900"/>
                  </a:lnTo>
                  <a:lnTo>
                    <a:pt x="1503012" y="1627908"/>
                  </a:lnTo>
                  <a:lnTo>
                    <a:pt x="1503021" y="1627913"/>
                  </a:lnTo>
                  <a:lnTo>
                    <a:pt x="1503033" y="1627918"/>
                  </a:lnTo>
                  <a:lnTo>
                    <a:pt x="1503050" y="1627933"/>
                  </a:lnTo>
                  <a:lnTo>
                    <a:pt x="1503063" y="1627948"/>
                  </a:lnTo>
                  <a:lnTo>
                    <a:pt x="1503074" y="1627956"/>
                  </a:lnTo>
                  <a:lnTo>
                    <a:pt x="1503083" y="1627968"/>
                  </a:lnTo>
                  <a:lnTo>
                    <a:pt x="1503093" y="1627984"/>
                  </a:lnTo>
                  <a:lnTo>
                    <a:pt x="1503103" y="1627997"/>
                  </a:lnTo>
                  <a:lnTo>
                    <a:pt x="1503111" y="1628005"/>
                  </a:lnTo>
                  <a:lnTo>
                    <a:pt x="1503116" y="1628013"/>
                  </a:lnTo>
                  <a:lnTo>
                    <a:pt x="1503111" y="1628020"/>
                  </a:lnTo>
                  <a:lnTo>
                    <a:pt x="1503105" y="1628025"/>
                  </a:lnTo>
                  <a:lnTo>
                    <a:pt x="1503095" y="1628032"/>
                  </a:lnTo>
                  <a:lnTo>
                    <a:pt x="1503084" y="1628037"/>
                  </a:lnTo>
                  <a:lnTo>
                    <a:pt x="1503071" y="1628041"/>
                  </a:lnTo>
                  <a:lnTo>
                    <a:pt x="1503060" y="1628045"/>
                  </a:lnTo>
                  <a:lnTo>
                    <a:pt x="1503051" y="1628052"/>
                  </a:lnTo>
                  <a:lnTo>
                    <a:pt x="1503045" y="1628057"/>
                  </a:lnTo>
                  <a:lnTo>
                    <a:pt x="1503039" y="1628060"/>
                  </a:lnTo>
                  <a:lnTo>
                    <a:pt x="1503029" y="1628061"/>
                  </a:lnTo>
                  <a:lnTo>
                    <a:pt x="1503019" y="1628061"/>
                  </a:lnTo>
                  <a:lnTo>
                    <a:pt x="1503006" y="1628059"/>
                  </a:lnTo>
                  <a:lnTo>
                    <a:pt x="1502993" y="1628053"/>
                  </a:lnTo>
                  <a:lnTo>
                    <a:pt x="1502985" y="1628051"/>
                  </a:lnTo>
                  <a:lnTo>
                    <a:pt x="1502979" y="1628050"/>
                  </a:lnTo>
                  <a:lnTo>
                    <a:pt x="1502971" y="1628051"/>
                  </a:lnTo>
                  <a:lnTo>
                    <a:pt x="1502964" y="1628052"/>
                  </a:lnTo>
                  <a:lnTo>
                    <a:pt x="1502951" y="1628051"/>
                  </a:lnTo>
                  <a:lnTo>
                    <a:pt x="1502944" y="1628051"/>
                  </a:lnTo>
                  <a:lnTo>
                    <a:pt x="1502928" y="1628050"/>
                  </a:lnTo>
                  <a:lnTo>
                    <a:pt x="1502928" y="1628075"/>
                  </a:lnTo>
                  <a:lnTo>
                    <a:pt x="1502924" y="1628124"/>
                  </a:lnTo>
                  <a:lnTo>
                    <a:pt x="1502922" y="1628140"/>
                  </a:lnTo>
                  <a:lnTo>
                    <a:pt x="1502922" y="1628146"/>
                  </a:lnTo>
                  <a:lnTo>
                    <a:pt x="1502922" y="1628159"/>
                  </a:lnTo>
                  <a:lnTo>
                    <a:pt x="1502925" y="1628171"/>
                  </a:lnTo>
                  <a:lnTo>
                    <a:pt x="1502929" y="1628183"/>
                  </a:lnTo>
                  <a:lnTo>
                    <a:pt x="1502938" y="1628215"/>
                  </a:lnTo>
                  <a:lnTo>
                    <a:pt x="1502938" y="1628223"/>
                  </a:lnTo>
                  <a:lnTo>
                    <a:pt x="1502939" y="1628237"/>
                  </a:lnTo>
                  <a:lnTo>
                    <a:pt x="1502940" y="1628249"/>
                  </a:lnTo>
                  <a:lnTo>
                    <a:pt x="1502941" y="1628263"/>
                  </a:lnTo>
                  <a:lnTo>
                    <a:pt x="1502940" y="1628275"/>
                  </a:lnTo>
                  <a:lnTo>
                    <a:pt x="1502938" y="1628291"/>
                  </a:lnTo>
                  <a:lnTo>
                    <a:pt x="1502934" y="1628303"/>
                  </a:lnTo>
                  <a:lnTo>
                    <a:pt x="1502928" y="1628317"/>
                  </a:lnTo>
                  <a:lnTo>
                    <a:pt x="1502921" y="1628341"/>
                  </a:lnTo>
                  <a:lnTo>
                    <a:pt x="1502919" y="1628349"/>
                  </a:lnTo>
                  <a:lnTo>
                    <a:pt x="1502912" y="1628381"/>
                  </a:lnTo>
                  <a:lnTo>
                    <a:pt x="1502909" y="1628399"/>
                  </a:lnTo>
                  <a:lnTo>
                    <a:pt x="1502907" y="1628409"/>
                  </a:lnTo>
                  <a:lnTo>
                    <a:pt x="1502905" y="1628418"/>
                  </a:lnTo>
                  <a:lnTo>
                    <a:pt x="1502906" y="1628429"/>
                  </a:lnTo>
                  <a:lnTo>
                    <a:pt x="1502902" y="1628445"/>
                  </a:lnTo>
                  <a:lnTo>
                    <a:pt x="1502893" y="1628454"/>
                  </a:lnTo>
                  <a:lnTo>
                    <a:pt x="1502880" y="1628472"/>
                  </a:lnTo>
                  <a:lnTo>
                    <a:pt x="1502860" y="1628496"/>
                  </a:lnTo>
                  <a:lnTo>
                    <a:pt x="1502842" y="1628514"/>
                  </a:lnTo>
                  <a:lnTo>
                    <a:pt x="1502838" y="1628520"/>
                  </a:lnTo>
                  <a:lnTo>
                    <a:pt x="1502832" y="1628527"/>
                  </a:lnTo>
                  <a:lnTo>
                    <a:pt x="1502839" y="1628535"/>
                  </a:lnTo>
                  <a:lnTo>
                    <a:pt x="1502868" y="1628560"/>
                  </a:lnTo>
                  <a:lnTo>
                    <a:pt x="1502877" y="1628571"/>
                  </a:lnTo>
                  <a:lnTo>
                    <a:pt x="1502877" y="1628578"/>
                  </a:lnTo>
                  <a:lnTo>
                    <a:pt x="1502873" y="1628588"/>
                  </a:lnTo>
                  <a:lnTo>
                    <a:pt x="1502870" y="1628597"/>
                  </a:lnTo>
                  <a:lnTo>
                    <a:pt x="1502866" y="1628608"/>
                  </a:lnTo>
                  <a:lnTo>
                    <a:pt x="1502869" y="1628617"/>
                  </a:lnTo>
                  <a:lnTo>
                    <a:pt x="1502875" y="1628626"/>
                  </a:lnTo>
                  <a:lnTo>
                    <a:pt x="1502876" y="1628631"/>
                  </a:lnTo>
                  <a:lnTo>
                    <a:pt x="1502878" y="1628639"/>
                  </a:lnTo>
                  <a:lnTo>
                    <a:pt x="1502881" y="1628665"/>
                  </a:lnTo>
                  <a:lnTo>
                    <a:pt x="1502880" y="1628675"/>
                  </a:lnTo>
                  <a:lnTo>
                    <a:pt x="1502874" y="1628684"/>
                  </a:lnTo>
                  <a:lnTo>
                    <a:pt x="1502865" y="1628693"/>
                  </a:lnTo>
                  <a:lnTo>
                    <a:pt x="1502849" y="1628702"/>
                  </a:lnTo>
                  <a:lnTo>
                    <a:pt x="1502827" y="1628717"/>
                  </a:lnTo>
                  <a:lnTo>
                    <a:pt x="1502815" y="1628726"/>
                  </a:lnTo>
                  <a:lnTo>
                    <a:pt x="1502810" y="1628732"/>
                  </a:lnTo>
                  <a:lnTo>
                    <a:pt x="1502804" y="1628738"/>
                  </a:lnTo>
                  <a:lnTo>
                    <a:pt x="1502796" y="1628745"/>
                  </a:lnTo>
                  <a:lnTo>
                    <a:pt x="1502786" y="1628754"/>
                  </a:lnTo>
                  <a:lnTo>
                    <a:pt x="1502770" y="1628771"/>
                  </a:lnTo>
                  <a:lnTo>
                    <a:pt x="1502762" y="1628788"/>
                  </a:lnTo>
                  <a:lnTo>
                    <a:pt x="1502757" y="1628801"/>
                  </a:lnTo>
                  <a:lnTo>
                    <a:pt x="1502747" y="1628829"/>
                  </a:lnTo>
                  <a:lnTo>
                    <a:pt x="1502744" y="1628835"/>
                  </a:lnTo>
                  <a:lnTo>
                    <a:pt x="1502732" y="1628851"/>
                  </a:lnTo>
                  <a:lnTo>
                    <a:pt x="1502715" y="1628862"/>
                  </a:lnTo>
                  <a:lnTo>
                    <a:pt x="1502704" y="1628868"/>
                  </a:lnTo>
                  <a:lnTo>
                    <a:pt x="1502685" y="1628879"/>
                  </a:lnTo>
                  <a:lnTo>
                    <a:pt x="1502673" y="1628883"/>
                  </a:lnTo>
                  <a:lnTo>
                    <a:pt x="1502663" y="1628886"/>
                  </a:lnTo>
                  <a:lnTo>
                    <a:pt x="1502653" y="1628887"/>
                  </a:lnTo>
                  <a:lnTo>
                    <a:pt x="1502645" y="1628886"/>
                  </a:lnTo>
                  <a:lnTo>
                    <a:pt x="1502635" y="1628887"/>
                  </a:lnTo>
                  <a:lnTo>
                    <a:pt x="1502629" y="1628886"/>
                  </a:lnTo>
                  <a:lnTo>
                    <a:pt x="1502623" y="1628884"/>
                  </a:lnTo>
                  <a:lnTo>
                    <a:pt x="1502611" y="1628882"/>
                  </a:lnTo>
                  <a:lnTo>
                    <a:pt x="1502602" y="1628881"/>
                  </a:lnTo>
                  <a:lnTo>
                    <a:pt x="1502591" y="1628879"/>
                  </a:lnTo>
                  <a:lnTo>
                    <a:pt x="1502583" y="1628876"/>
                  </a:lnTo>
                  <a:lnTo>
                    <a:pt x="1502578" y="1628873"/>
                  </a:lnTo>
                  <a:lnTo>
                    <a:pt x="1502555" y="1628863"/>
                  </a:lnTo>
                  <a:lnTo>
                    <a:pt x="1502545" y="1628858"/>
                  </a:lnTo>
                  <a:lnTo>
                    <a:pt x="1502538" y="1628854"/>
                  </a:lnTo>
                  <a:lnTo>
                    <a:pt x="1502532" y="1628850"/>
                  </a:lnTo>
                  <a:lnTo>
                    <a:pt x="1502523" y="1628844"/>
                  </a:lnTo>
                  <a:lnTo>
                    <a:pt x="1502516" y="1628837"/>
                  </a:lnTo>
                  <a:lnTo>
                    <a:pt x="1502500" y="1628829"/>
                  </a:lnTo>
                  <a:lnTo>
                    <a:pt x="1502494" y="1628828"/>
                  </a:lnTo>
                  <a:lnTo>
                    <a:pt x="1502476" y="1628835"/>
                  </a:lnTo>
                  <a:lnTo>
                    <a:pt x="1502462" y="1628844"/>
                  </a:lnTo>
                  <a:lnTo>
                    <a:pt x="1502448" y="1628851"/>
                  </a:lnTo>
                  <a:lnTo>
                    <a:pt x="1502426" y="1628872"/>
                  </a:lnTo>
                  <a:lnTo>
                    <a:pt x="1502416" y="1628887"/>
                  </a:lnTo>
                  <a:lnTo>
                    <a:pt x="1502400" y="1628904"/>
                  </a:lnTo>
                  <a:lnTo>
                    <a:pt x="1502392" y="1628910"/>
                  </a:lnTo>
                  <a:lnTo>
                    <a:pt x="1502385" y="1628915"/>
                  </a:lnTo>
                  <a:lnTo>
                    <a:pt x="1502379" y="1628916"/>
                  </a:lnTo>
                  <a:lnTo>
                    <a:pt x="1502372" y="1628900"/>
                  </a:lnTo>
                  <a:lnTo>
                    <a:pt x="1502368" y="1628888"/>
                  </a:lnTo>
                  <a:lnTo>
                    <a:pt x="1502365" y="1628875"/>
                  </a:lnTo>
                  <a:lnTo>
                    <a:pt x="1502363" y="1628856"/>
                  </a:lnTo>
                  <a:lnTo>
                    <a:pt x="1502360" y="1628836"/>
                  </a:lnTo>
                  <a:lnTo>
                    <a:pt x="1502360" y="1628813"/>
                  </a:lnTo>
                  <a:lnTo>
                    <a:pt x="1502359" y="1628806"/>
                  </a:lnTo>
                  <a:lnTo>
                    <a:pt x="1502356" y="1628795"/>
                  </a:lnTo>
                  <a:lnTo>
                    <a:pt x="1502351" y="1628784"/>
                  </a:lnTo>
                  <a:lnTo>
                    <a:pt x="1502348" y="1628766"/>
                  </a:lnTo>
                  <a:lnTo>
                    <a:pt x="1502347" y="1628757"/>
                  </a:lnTo>
                  <a:lnTo>
                    <a:pt x="1502345" y="1628744"/>
                  </a:lnTo>
                  <a:lnTo>
                    <a:pt x="1502341" y="1628739"/>
                  </a:lnTo>
                  <a:lnTo>
                    <a:pt x="1502334" y="1628724"/>
                  </a:lnTo>
                  <a:lnTo>
                    <a:pt x="1502329" y="1628699"/>
                  </a:lnTo>
                  <a:lnTo>
                    <a:pt x="1502324" y="1628688"/>
                  </a:lnTo>
                  <a:lnTo>
                    <a:pt x="1502322" y="1628681"/>
                  </a:lnTo>
                  <a:lnTo>
                    <a:pt x="1502321" y="1628674"/>
                  </a:lnTo>
                  <a:lnTo>
                    <a:pt x="1502321" y="1628667"/>
                  </a:lnTo>
                  <a:lnTo>
                    <a:pt x="1502323" y="1628658"/>
                  </a:lnTo>
                  <a:lnTo>
                    <a:pt x="1502326" y="1628647"/>
                  </a:lnTo>
                  <a:lnTo>
                    <a:pt x="1502327" y="1628641"/>
                  </a:lnTo>
                  <a:lnTo>
                    <a:pt x="1502331" y="1628625"/>
                  </a:lnTo>
                  <a:lnTo>
                    <a:pt x="1502343" y="1628615"/>
                  </a:lnTo>
                  <a:lnTo>
                    <a:pt x="1502346" y="1628608"/>
                  </a:lnTo>
                  <a:lnTo>
                    <a:pt x="1502351" y="1628596"/>
                  </a:lnTo>
                  <a:lnTo>
                    <a:pt x="1502353" y="1628588"/>
                  </a:lnTo>
                  <a:lnTo>
                    <a:pt x="1502354" y="1628580"/>
                  </a:lnTo>
                  <a:lnTo>
                    <a:pt x="1502353" y="1628570"/>
                  </a:lnTo>
                  <a:lnTo>
                    <a:pt x="1502352" y="1628563"/>
                  </a:lnTo>
                  <a:lnTo>
                    <a:pt x="1502328" y="1628560"/>
                  </a:lnTo>
                  <a:lnTo>
                    <a:pt x="1502305" y="1628553"/>
                  </a:lnTo>
                  <a:lnTo>
                    <a:pt x="1502278" y="1628541"/>
                  </a:lnTo>
                  <a:lnTo>
                    <a:pt x="1502271" y="1628536"/>
                  </a:lnTo>
                  <a:lnTo>
                    <a:pt x="1502268" y="1628530"/>
                  </a:lnTo>
                  <a:lnTo>
                    <a:pt x="1502264" y="1628513"/>
                  </a:lnTo>
                  <a:lnTo>
                    <a:pt x="1502254" y="1628503"/>
                  </a:lnTo>
                  <a:lnTo>
                    <a:pt x="1502239" y="1628487"/>
                  </a:lnTo>
                  <a:lnTo>
                    <a:pt x="1502225" y="1628473"/>
                  </a:lnTo>
                  <a:lnTo>
                    <a:pt x="1502212" y="1628460"/>
                  </a:lnTo>
                  <a:lnTo>
                    <a:pt x="1502204" y="1628448"/>
                  </a:lnTo>
                  <a:lnTo>
                    <a:pt x="1502199" y="1628432"/>
                  </a:lnTo>
                  <a:lnTo>
                    <a:pt x="1502189" y="1628424"/>
                  </a:lnTo>
                  <a:lnTo>
                    <a:pt x="1502183" y="1628420"/>
                  </a:lnTo>
                  <a:lnTo>
                    <a:pt x="1502163" y="1628408"/>
                  </a:lnTo>
                  <a:lnTo>
                    <a:pt x="1502149" y="1628400"/>
                  </a:lnTo>
                  <a:lnTo>
                    <a:pt x="1502143" y="1628394"/>
                  </a:lnTo>
                  <a:lnTo>
                    <a:pt x="1502139" y="1628390"/>
                  </a:lnTo>
                  <a:lnTo>
                    <a:pt x="1502134" y="1628380"/>
                  </a:lnTo>
                  <a:lnTo>
                    <a:pt x="1502128" y="1628370"/>
                  </a:lnTo>
                  <a:lnTo>
                    <a:pt x="1502117" y="1628360"/>
                  </a:lnTo>
                  <a:lnTo>
                    <a:pt x="1502108" y="1628353"/>
                  </a:lnTo>
                  <a:lnTo>
                    <a:pt x="1502102" y="1628352"/>
                  </a:lnTo>
                  <a:lnTo>
                    <a:pt x="1502092" y="1628353"/>
                  </a:lnTo>
                  <a:lnTo>
                    <a:pt x="1502076" y="1628361"/>
                  </a:lnTo>
                  <a:lnTo>
                    <a:pt x="1502057" y="1628368"/>
                  </a:lnTo>
                  <a:lnTo>
                    <a:pt x="1502039" y="1628377"/>
                  </a:lnTo>
                  <a:lnTo>
                    <a:pt x="1502019" y="1628392"/>
                  </a:lnTo>
                  <a:lnTo>
                    <a:pt x="1502009" y="1628399"/>
                  </a:lnTo>
                  <a:lnTo>
                    <a:pt x="1501994" y="1628405"/>
                  </a:lnTo>
                  <a:lnTo>
                    <a:pt x="1501979" y="1628410"/>
                  </a:lnTo>
                  <a:lnTo>
                    <a:pt x="1501968" y="1628413"/>
                  </a:lnTo>
                  <a:lnTo>
                    <a:pt x="1501946" y="1628419"/>
                  </a:lnTo>
                  <a:lnTo>
                    <a:pt x="1501925" y="1628426"/>
                  </a:lnTo>
                  <a:lnTo>
                    <a:pt x="1501908" y="1628441"/>
                  </a:lnTo>
                  <a:lnTo>
                    <a:pt x="1501896" y="1628456"/>
                  </a:lnTo>
                  <a:lnTo>
                    <a:pt x="1501881" y="1628472"/>
                  </a:lnTo>
                  <a:lnTo>
                    <a:pt x="1501863" y="1628479"/>
                  </a:lnTo>
                  <a:lnTo>
                    <a:pt x="1501851" y="1628486"/>
                  </a:lnTo>
                  <a:lnTo>
                    <a:pt x="1501831" y="1628496"/>
                  </a:lnTo>
                  <a:lnTo>
                    <a:pt x="1501814" y="1628507"/>
                  </a:lnTo>
                  <a:lnTo>
                    <a:pt x="1501804" y="1628517"/>
                  </a:lnTo>
                  <a:lnTo>
                    <a:pt x="1501792" y="1628532"/>
                  </a:lnTo>
                  <a:lnTo>
                    <a:pt x="1501776" y="1628541"/>
                  </a:lnTo>
                  <a:lnTo>
                    <a:pt x="1501759" y="1628548"/>
                  </a:lnTo>
                  <a:lnTo>
                    <a:pt x="1501746" y="1628550"/>
                  </a:lnTo>
                  <a:lnTo>
                    <a:pt x="1501726" y="1628549"/>
                  </a:lnTo>
                  <a:lnTo>
                    <a:pt x="1501714" y="1628545"/>
                  </a:lnTo>
                  <a:lnTo>
                    <a:pt x="1501701" y="1628541"/>
                  </a:lnTo>
                  <a:lnTo>
                    <a:pt x="1501687" y="1628536"/>
                  </a:lnTo>
                  <a:lnTo>
                    <a:pt x="1501676" y="1628531"/>
                  </a:lnTo>
                  <a:lnTo>
                    <a:pt x="1501663" y="1628527"/>
                  </a:lnTo>
                  <a:lnTo>
                    <a:pt x="1501653" y="1628527"/>
                  </a:lnTo>
                  <a:lnTo>
                    <a:pt x="1501645" y="1628529"/>
                  </a:lnTo>
                  <a:lnTo>
                    <a:pt x="1501638" y="1628533"/>
                  </a:lnTo>
                  <a:lnTo>
                    <a:pt x="1501626" y="1628547"/>
                  </a:lnTo>
                  <a:lnTo>
                    <a:pt x="1501622" y="1628554"/>
                  </a:lnTo>
                  <a:lnTo>
                    <a:pt x="1501618" y="1628558"/>
                  </a:lnTo>
                  <a:lnTo>
                    <a:pt x="1501613" y="1628560"/>
                  </a:lnTo>
                  <a:lnTo>
                    <a:pt x="1501604" y="1628556"/>
                  </a:lnTo>
                  <a:lnTo>
                    <a:pt x="1501595" y="1628548"/>
                  </a:lnTo>
                  <a:lnTo>
                    <a:pt x="1501584" y="1628531"/>
                  </a:lnTo>
                  <a:lnTo>
                    <a:pt x="1501576" y="1628518"/>
                  </a:lnTo>
                  <a:lnTo>
                    <a:pt x="1501574" y="1628502"/>
                  </a:lnTo>
                  <a:lnTo>
                    <a:pt x="1501578" y="1628486"/>
                  </a:lnTo>
                  <a:lnTo>
                    <a:pt x="1501584" y="1628474"/>
                  </a:lnTo>
                  <a:lnTo>
                    <a:pt x="1501589" y="1628465"/>
                  </a:lnTo>
                  <a:lnTo>
                    <a:pt x="1501592" y="1628460"/>
                  </a:lnTo>
                  <a:lnTo>
                    <a:pt x="1501599" y="1628444"/>
                  </a:lnTo>
                  <a:lnTo>
                    <a:pt x="1501607" y="1628431"/>
                  </a:lnTo>
                  <a:lnTo>
                    <a:pt x="1501607" y="1628421"/>
                  </a:lnTo>
                  <a:lnTo>
                    <a:pt x="1501600" y="1628411"/>
                  </a:lnTo>
                  <a:lnTo>
                    <a:pt x="1501595" y="1628402"/>
                  </a:lnTo>
                  <a:lnTo>
                    <a:pt x="1501583" y="1628391"/>
                  </a:lnTo>
                  <a:lnTo>
                    <a:pt x="1501568" y="1628379"/>
                  </a:lnTo>
                  <a:lnTo>
                    <a:pt x="1501559" y="1628374"/>
                  </a:lnTo>
                  <a:lnTo>
                    <a:pt x="1501548" y="1628367"/>
                  </a:lnTo>
                  <a:lnTo>
                    <a:pt x="1501537" y="1628354"/>
                  </a:lnTo>
                  <a:lnTo>
                    <a:pt x="1501515" y="1628327"/>
                  </a:lnTo>
                  <a:lnTo>
                    <a:pt x="1501509" y="1628316"/>
                  </a:lnTo>
                  <a:lnTo>
                    <a:pt x="1501502" y="1628305"/>
                  </a:lnTo>
                  <a:lnTo>
                    <a:pt x="1501497" y="1628292"/>
                  </a:lnTo>
                  <a:lnTo>
                    <a:pt x="1501483" y="1628279"/>
                  </a:lnTo>
                  <a:lnTo>
                    <a:pt x="1501471" y="1628272"/>
                  </a:lnTo>
                  <a:lnTo>
                    <a:pt x="1501464" y="1628270"/>
                  </a:lnTo>
                  <a:lnTo>
                    <a:pt x="1501448" y="1628266"/>
                  </a:lnTo>
                  <a:lnTo>
                    <a:pt x="1501439" y="1628265"/>
                  </a:lnTo>
                  <a:lnTo>
                    <a:pt x="1501429" y="1628266"/>
                  </a:lnTo>
                  <a:lnTo>
                    <a:pt x="1501421" y="1628267"/>
                  </a:lnTo>
                  <a:lnTo>
                    <a:pt x="1501406" y="1628282"/>
                  </a:lnTo>
                  <a:lnTo>
                    <a:pt x="1501395" y="1628288"/>
                  </a:lnTo>
                  <a:lnTo>
                    <a:pt x="1501383" y="1628294"/>
                  </a:lnTo>
                  <a:lnTo>
                    <a:pt x="1501375" y="1628298"/>
                  </a:lnTo>
                  <a:lnTo>
                    <a:pt x="1501365" y="1628302"/>
                  </a:lnTo>
                  <a:lnTo>
                    <a:pt x="1501354" y="1628307"/>
                  </a:lnTo>
                  <a:lnTo>
                    <a:pt x="1501347" y="1628308"/>
                  </a:lnTo>
                  <a:lnTo>
                    <a:pt x="1501338" y="1628307"/>
                  </a:lnTo>
                  <a:lnTo>
                    <a:pt x="1501332" y="1628308"/>
                  </a:lnTo>
                  <a:lnTo>
                    <a:pt x="1501324" y="1628311"/>
                  </a:lnTo>
                  <a:lnTo>
                    <a:pt x="1501318" y="1628312"/>
                  </a:lnTo>
                  <a:lnTo>
                    <a:pt x="1501306" y="1628314"/>
                  </a:lnTo>
                  <a:lnTo>
                    <a:pt x="1501298" y="1628316"/>
                  </a:lnTo>
                  <a:lnTo>
                    <a:pt x="1501279" y="1628317"/>
                  </a:lnTo>
                  <a:lnTo>
                    <a:pt x="1501269" y="1628315"/>
                  </a:lnTo>
                  <a:lnTo>
                    <a:pt x="1501257" y="1628310"/>
                  </a:lnTo>
                  <a:lnTo>
                    <a:pt x="1501244" y="1628300"/>
                  </a:lnTo>
                  <a:lnTo>
                    <a:pt x="1501237" y="1628292"/>
                  </a:lnTo>
                  <a:lnTo>
                    <a:pt x="1501233" y="1628287"/>
                  </a:lnTo>
                  <a:lnTo>
                    <a:pt x="1501225" y="1628278"/>
                  </a:lnTo>
                  <a:lnTo>
                    <a:pt x="1501217" y="1628264"/>
                  </a:lnTo>
                  <a:lnTo>
                    <a:pt x="1501212" y="1628255"/>
                  </a:lnTo>
                  <a:lnTo>
                    <a:pt x="1501204" y="1628244"/>
                  </a:lnTo>
                  <a:lnTo>
                    <a:pt x="1501197" y="1628235"/>
                  </a:lnTo>
                  <a:lnTo>
                    <a:pt x="1501185" y="1628223"/>
                  </a:lnTo>
                  <a:lnTo>
                    <a:pt x="1501178" y="1628220"/>
                  </a:lnTo>
                  <a:lnTo>
                    <a:pt x="1501159" y="1628219"/>
                  </a:lnTo>
                  <a:lnTo>
                    <a:pt x="1501141" y="1628217"/>
                  </a:lnTo>
                  <a:lnTo>
                    <a:pt x="1501132" y="1628216"/>
                  </a:lnTo>
                  <a:lnTo>
                    <a:pt x="1501122" y="1628220"/>
                  </a:lnTo>
                  <a:lnTo>
                    <a:pt x="1501112" y="1628225"/>
                  </a:lnTo>
                  <a:lnTo>
                    <a:pt x="1501105" y="1628226"/>
                  </a:lnTo>
                  <a:lnTo>
                    <a:pt x="1501098" y="1628222"/>
                  </a:lnTo>
                  <a:lnTo>
                    <a:pt x="1501093" y="1628219"/>
                  </a:lnTo>
                  <a:lnTo>
                    <a:pt x="1501086" y="1628216"/>
                  </a:lnTo>
                  <a:lnTo>
                    <a:pt x="1501079" y="1628209"/>
                  </a:lnTo>
                  <a:lnTo>
                    <a:pt x="1501072" y="1628202"/>
                  </a:lnTo>
                  <a:lnTo>
                    <a:pt x="1501067" y="1628196"/>
                  </a:lnTo>
                  <a:lnTo>
                    <a:pt x="1501061" y="1628187"/>
                  </a:lnTo>
                  <a:lnTo>
                    <a:pt x="1501057" y="1628180"/>
                  </a:lnTo>
                  <a:lnTo>
                    <a:pt x="1501054" y="1628173"/>
                  </a:lnTo>
                  <a:lnTo>
                    <a:pt x="1501050" y="1628167"/>
                  </a:lnTo>
                  <a:lnTo>
                    <a:pt x="1501045" y="1628161"/>
                  </a:lnTo>
                  <a:lnTo>
                    <a:pt x="1501041" y="1628156"/>
                  </a:lnTo>
                  <a:lnTo>
                    <a:pt x="1501037" y="1628150"/>
                  </a:lnTo>
                  <a:lnTo>
                    <a:pt x="1501031" y="1628144"/>
                  </a:lnTo>
                  <a:lnTo>
                    <a:pt x="1501028" y="1628136"/>
                  </a:lnTo>
                  <a:lnTo>
                    <a:pt x="1501026" y="1628130"/>
                  </a:lnTo>
                  <a:lnTo>
                    <a:pt x="1501024" y="1628123"/>
                  </a:lnTo>
                  <a:lnTo>
                    <a:pt x="1501023" y="1628117"/>
                  </a:lnTo>
                  <a:lnTo>
                    <a:pt x="1501024" y="1628109"/>
                  </a:lnTo>
                  <a:lnTo>
                    <a:pt x="1501025" y="1628102"/>
                  </a:lnTo>
                  <a:lnTo>
                    <a:pt x="1501027" y="1628093"/>
                  </a:lnTo>
                  <a:lnTo>
                    <a:pt x="1501029" y="1628074"/>
                  </a:lnTo>
                  <a:lnTo>
                    <a:pt x="1501029" y="1628055"/>
                  </a:lnTo>
                  <a:lnTo>
                    <a:pt x="1501026" y="1628050"/>
                  </a:lnTo>
                  <a:lnTo>
                    <a:pt x="1501024" y="1628042"/>
                  </a:lnTo>
                  <a:lnTo>
                    <a:pt x="1501021" y="1628034"/>
                  </a:lnTo>
                  <a:lnTo>
                    <a:pt x="1501021" y="1628024"/>
                  </a:lnTo>
                  <a:lnTo>
                    <a:pt x="1501023" y="1628019"/>
                  </a:lnTo>
                  <a:lnTo>
                    <a:pt x="1501067" y="1627960"/>
                  </a:lnTo>
                  <a:lnTo>
                    <a:pt x="1501078" y="1627945"/>
                  </a:lnTo>
                  <a:lnTo>
                    <a:pt x="1501071" y="1627941"/>
                  </a:lnTo>
                  <a:lnTo>
                    <a:pt x="1501065" y="1627937"/>
                  </a:lnTo>
                  <a:lnTo>
                    <a:pt x="1501056" y="1627932"/>
                  </a:lnTo>
                  <a:lnTo>
                    <a:pt x="1501048" y="1627928"/>
                  </a:lnTo>
                  <a:lnTo>
                    <a:pt x="1501037" y="1627925"/>
                  </a:lnTo>
                  <a:lnTo>
                    <a:pt x="1501031" y="1627920"/>
                  </a:lnTo>
                  <a:lnTo>
                    <a:pt x="1501025" y="1627910"/>
                  </a:lnTo>
                  <a:lnTo>
                    <a:pt x="1501020" y="1627900"/>
                  </a:lnTo>
                  <a:lnTo>
                    <a:pt x="1501012" y="1627888"/>
                  </a:lnTo>
                  <a:lnTo>
                    <a:pt x="1501008" y="1627881"/>
                  </a:lnTo>
                  <a:lnTo>
                    <a:pt x="1501003" y="1627875"/>
                  </a:lnTo>
                  <a:lnTo>
                    <a:pt x="1500996" y="1627867"/>
                  </a:lnTo>
                  <a:lnTo>
                    <a:pt x="1500992" y="1627861"/>
                  </a:lnTo>
                  <a:lnTo>
                    <a:pt x="1500986" y="1627853"/>
                  </a:lnTo>
                  <a:lnTo>
                    <a:pt x="1500981" y="1627845"/>
                  </a:lnTo>
                  <a:lnTo>
                    <a:pt x="1500974" y="1627840"/>
                  </a:lnTo>
                  <a:lnTo>
                    <a:pt x="1500966" y="1627839"/>
                  </a:lnTo>
                  <a:lnTo>
                    <a:pt x="1500959" y="1627834"/>
                  </a:lnTo>
                  <a:lnTo>
                    <a:pt x="1500954" y="1627831"/>
                  </a:lnTo>
                  <a:lnTo>
                    <a:pt x="1500946" y="1627825"/>
                  </a:lnTo>
                  <a:lnTo>
                    <a:pt x="1500934" y="1627816"/>
                  </a:lnTo>
                  <a:lnTo>
                    <a:pt x="1500922" y="1627796"/>
                  </a:lnTo>
                  <a:lnTo>
                    <a:pt x="1500906" y="1627786"/>
                  </a:lnTo>
                  <a:lnTo>
                    <a:pt x="1500898" y="1627785"/>
                  </a:lnTo>
                  <a:lnTo>
                    <a:pt x="1500893" y="1627785"/>
                  </a:lnTo>
                  <a:lnTo>
                    <a:pt x="1500888" y="1627787"/>
                  </a:lnTo>
                  <a:lnTo>
                    <a:pt x="1500882" y="1627792"/>
                  </a:lnTo>
                  <a:lnTo>
                    <a:pt x="1500875" y="1627797"/>
                  </a:lnTo>
                  <a:lnTo>
                    <a:pt x="1500868" y="1627803"/>
                  </a:lnTo>
                  <a:lnTo>
                    <a:pt x="1500857" y="1627812"/>
                  </a:lnTo>
                  <a:lnTo>
                    <a:pt x="1500849" y="1627820"/>
                  </a:lnTo>
                  <a:lnTo>
                    <a:pt x="1500845" y="1627827"/>
                  </a:lnTo>
                  <a:lnTo>
                    <a:pt x="1500838" y="1627834"/>
                  </a:lnTo>
                  <a:lnTo>
                    <a:pt x="1500829" y="1627845"/>
                  </a:lnTo>
                  <a:lnTo>
                    <a:pt x="1500823" y="1627854"/>
                  </a:lnTo>
                  <a:lnTo>
                    <a:pt x="1500813" y="1627863"/>
                  </a:lnTo>
                  <a:lnTo>
                    <a:pt x="1500806" y="1627869"/>
                  </a:lnTo>
                  <a:lnTo>
                    <a:pt x="1500798" y="1627875"/>
                  </a:lnTo>
                  <a:lnTo>
                    <a:pt x="1500791" y="1627880"/>
                  </a:lnTo>
                  <a:lnTo>
                    <a:pt x="1500779" y="1627886"/>
                  </a:lnTo>
                  <a:lnTo>
                    <a:pt x="1500767" y="1627891"/>
                  </a:lnTo>
                  <a:lnTo>
                    <a:pt x="1500758" y="1627890"/>
                  </a:lnTo>
                  <a:lnTo>
                    <a:pt x="1500753" y="1627890"/>
                  </a:lnTo>
                  <a:lnTo>
                    <a:pt x="1500743" y="1627888"/>
                  </a:lnTo>
                  <a:lnTo>
                    <a:pt x="1500731" y="1627885"/>
                  </a:lnTo>
                  <a:lnTo>
                    <a:pt x="1500720" y="1627885"/>
                  </a:lnTo>
                  <a:lnTo>
                    <a:pt x="1500712" y="1627885"/>
                  </a:lnTo>
                  <a:lnTo>
                    <a:pt x="1500705" y="1627883"/>
                  </a:lnTo>
                  <a:lnTo>
                    <a:pt x="1500695" y="1627880"/>
                  </a:lnTo>
                  <a:lnTo>
                    <a:pt x="1500688" y="1627871"/>
                  </a:lnTo>
                  <a:lnTo>
                    <a:pt x="1500679" y="1627863"/>
                  </a:lnTo>
                  <a:lnTo>
                    <a:pt x="1500672" y="1627856"/>
                  </a:lnTo>
                  <a:lnTo>
                    <a:pt x="1500657" y="1627846"/>
                  </a:lnTo>
                  <a:lnTo>
                    <a:pt x="1500644" y="1627847"/>
                  </a:lnTo>
                  <a:lnTo>
                    <a:pt x="1500638" y="1627850"/>
                  </a:lnTo>
                  <a:lnTo>
                    <a:pt x="1500633" y="1627853"/>
                  </a:lnTo>
                  <a:lnTo>
                    <a:pt x="1500618" y="1627865"/>
                  </a:lnTo>
                  <a:lnTo>
                    <a:pt x="1500612" y="1627868"/>
                  </a:lnTo>
                  <a:lnTo>
                    <a:pt x="1500607" y="1627870"/>
                  </a:lnTo>
                  <a:lnTo>
                    <a:pt x="1500595" y="1627874"/>
                  </a:lnTo>
                  <a:lnTo>
                    <a:pt x="1500583" y="1627882"/>
                  </a:lnTo>
                  <a:lnTo>
                    <a:pt x="1500572" y="1627888"/>
                  </a:lnTo>
                  <a:lnTo>
                    <a:pt x="1500547" y="1627895"/>
                  </a:lnTo>
                  <a:lnTo>
                    <a:pt x="1500519" y="1627905"/>
                  </a:lnTo>
                  <a:lnTo>
                    <a:pt x="1500510" y="1627910"/>
                  </a:lnTo>
                  <a:lnTo>
                    <a:pt x="1500502" y="1627917"/>
                  </a:lnTo>
                  <a:lnTo>
                    <a:pt x="1500498" y="1627923"/>
                  </a:lnTo>
                  <a:lnTo>
                    <a:pt x="1500492" y="1627928"/>
                  </a:lnTo>
                  <a:lnTo>
                    <a:pt x="1500482" y="1627928"/>
                  </a:lnTo>
                  <a:lnTo>
                    <a:pt x="1500468" y="1627925"/>
                  </a:lnTo>
                  <a:lnTo>
                    <a:pt x="1500459" y="1627926"/>
                  </a:lnTo>
                  <a:lnTo>
                    <a:pt x="1500455" y="1627933"/>
                  </a:lnTo>
                  <a:lnTo>
                    <a:pt x="1500448" y="1627947"/>
                  </a:lnTo>
                  <a:lnTo>
                    <a:pt x="1500434" y="1627966"/>
                  </a:lnTo>
                  <a:lnTo>
                    <a:pt x="1500416" y="1627983"/>
                  </a:lnTo>
                  <a:lnTo>
                    <a:pt x="1500408" y="1627994"/>
                  </a:lnTo>
                  <a:lnTo>
                    <a:pt x="1500399" y="1628004"/>
                  </a:lnTo>
                  <a:lnTo>
                    <a:pt x="1500392" y="1628010"/>
                  </a:lnTo>
                  <a:lnTo>
                    <a:pt x="1500384" y="1628014"/>
                  </a:lnTo>
                  <a:lnTo>
                    <a:pt x="1500373" y="1628019"/>
                  </a:lnTo>
                  <a:lnTo>
                    <a:pt x="1500362" y="1628022"/>
                  </a:lnTo>
                  <a:lnTo>
                    <a:pt x="1500351" y="1628023"/>
                  </a:lnTo>
                  <a:lnTo>
                    <a:pt x="1500334" y="1628022"/>
                  </a:lnTo>
                  <a:lnTo>
                    <a:pt x="1500310" y="1628017"/>
                  </a:lnTo>
                  <a:lnTo>
                    <a:pt x="1500296" y="1628011"/>
                  </a:lnTo>
                  <a:lnTo>
                    <a:pt x="1500277" y="1628001"/>
                  </a:lnTo>
                  <a:lnTo>
                    <a:pt x="1500269" y="1627990"/>
                  </a:lnTo>
                  <a:lnTo>
                    <a:pt x="1500264" y="1627978"/>
                  </a:lnTo>
                  <a:lnTo>
                    <a:pt x="1500256" y="1627958"/>
                  </a:lnTo>
                  <a:lnTo>
                    <a:pt x="1500252" y="1627950"/>
                  </a:lnTo>
                  <a:lnTo>
                    <a:pt x="1500251" y="1627940"/>
                  </a:lnTo>
                  <a:lnTo>
                    <a:pt x="1500250" y="1627930"/>
                  </a:lnTo>
                  <a:lnTo>
                    <a:pt x="1500250" y="1627917"/>
                  </a:lnTo>
                  <a:lnTo>
                    <a:pt x="1500254" y="1627901"/>
                  </a:lnTo>
                  <a:lnTo>
                    <a:pt x="1500260" y="1627884"/>
                  </a:lnTo>
                  <a:lnTo>
                    <a:pt x="1500265" y="1627869"/>
                  </a:lnTo>
                  <a:lnTo>
                    <a:pt x="1500267" y="1627856"/>
                  </a:lnTo>
                  <a:lnTo>
                    <a:pt x="1500269" y="1627847"/>
                  </a:lnTo>
                  <a:lnTo>
                    <a:pt x="1500274" y="1627834"/>
                  </a:lnTo>
                  <a:lnTo>
                    <a:pt x="1500277" y="1627812"/>
                  </a:lnTo>
                  <a:lnTo>
                    <a:pt x="1500277" y="1627798"/>
                  </a:lnTo>
                  <a:lnTo>
                    <a:pt x="1500275" y="1627782"/>
                  </a:lnTo>
                  <a:lnTo>
                    <a:pt x="1500275" y="1627761"/>
                  </a:lnTo>
                  <a:lnTo>
                    <a:pt x="1500277" y="1627747"/>
                  </a:lnTo>
                  <a:lnTo>
                    <a:pt x="1500260" y="1627726"/>
                  </a:lnTo>
                  <a:lnTo>
                    <a:pt x="1500236" y="1627700"/>
                  </a:lnTo>
                  <a:lnTo>
                    <a:pt x="1500222" y="1627685"/>
                  </a:lnTo>
                  <a:lnTo>
                    <a:pt x="1500206" y="1627668"/>
                  </a:lnTo>
                  <a:lnTo>
                    <a:pt x="1500198" y="1627656"/>
                  </a:lnTo>
                  <a:lnTo>
                    <a:pt x="1500192" y="1627648"/>
                  </a:lnTo>
                  <a:lnTo>
                    <a:pt x="1500188" y="1627642"/>
                  </a:lnTo>
                  <a:lnTo>
                    <a:pt x="1500198" y="1627631"/>
                  </a:lnTo>
                  <a:lnTo>
                    <a:pt x="1500198" y="1627606"/>
                  </a:lnTo>
                  <a:lnTo>
                    <a:pt x="1500188" y="1627596"/>
                  </a:lnTo>
                  <a:lnTo>
                    <a:pt x="1500184" y="1627589"/>
                  </a:lnTo>
                  <a:lnTo>
                    <a:pt x="1500179" y="1627576"/>
                  </a:lnTo>
                  <a:lnTo>
                    <a:pt x="1500174" y="1627562"/>
                  </a:lnTo>
                  <a:lnTo>
                    <a:pt x="1500173" y="1627547"/>
                  </a:lnTo>
                  <a:lnTo>
                    <a:pt x="1500177" y="1627539"/>
                  </a:lnTo>
                  <a:lnTo>
                    <a:pt x="1500187" y="1627529"/>
                  </a:lnTo>
                  <a:lnTo>
                    <a:pt x="1500195" y="1627518"/>
                  </a:lnTo>
                  <a:lnTo>
                    <a:pt x="1500197" y="1627513"/>
                  </a:lnTo>
                  <a:lnTo>
                    <a:pt x="1500198" y="1627505"/>
                  </a:lnTo>
                  <a:lnTo>
                    <a:pt x="1500186" y="1627497"/>
                  </a:lnTo>
                  <a:lnTo>
                    <a:pt x="1500172" y="1627487"/>
                  </a:lnTo>
                  <a:lnTo>
                    <a:pt x="1500151" y="1627476"/>
                  </a:lnTo>
                  <a:lnTo>
                    <a:pt x="1500137" y="1627467"/>
                  </a:lnTo>
                  <a:lnTo>
                    <a:pt x="1500124" y="1627459"/>
                  </a:lnTo>
                  <a:lnTo>
                    <a:pt x="1500117" y="1627448"/>
                  </a:lnTo>
                  <a:lnTo>
                    <a:pt x="1500113" y="1627440"/>
                  </a:lnTo>
                  <a:lnTo>
                    <a:pt x="1500108" y="1627435"/>
                  </a:lnTo>
                  <a:lnTo>
                    <a:pt x="1500094" y="1627428"/>
                  </a:lnTo>
                  <a:lnTo>
                    <a:pt x="1500084" y="1627427"/>
                  </a:lnTo>
                  <a:lnTo>
                    <a:pt x="1500062" y="1627424"/>
                  </a:lnTo>
                  <a:lnTo>
                    <a:pt x="1500052" y="1627423"/>
                  </a:lnTo>
                  <a:lnTo>
                    <a:pt x="1500044" y="1627419"/>
                  </a:lnTo>
                  <a:lnTo>
                    <a:pt x="1500032" y="1627412"/>
                  </a:lnTo>
                  <a:lnTo>
                    <a:pt x="1500016" y="1627411"/>
                  </a:lnTo>
                  <a:lnTo>
                    <a:pt x="1500001" y="1627407"/>
                  </a:lnTo>
                  <a:lnTo>
                    <a:pt x="1499990" y="1627402"/>
                  </a:lnTo>
                  <a:lnTo>
                    <a:pt x="1499971" y="1627397"/>
                  </a:lnTo>
                  <a:lnTo>
                    <a:pt x="1499955" y="1627394"/>
                  </a:lnTo>
                  <a:lnTo>
                    <a:pt x="1499945" y="1627394"/>
                  </a:lnTo>
                  <a:lnTo>
                    <a:pt x="1499905" y="1627390"/>
                  </a:lnTo>
                  <a:lnTo>
                    <a:pt x="1499891" y="1627396"/>
                  </a:lnTo>
                  <a:lnTo>
                    <a:pt x="1499883" y="1627398"/>
                  </a:lnTo>
                  <a:lnTo>
                    <a:pt x="1499865" y="1627400"/>
                  </a:lnTo>
                  <a:lnTo>
                    <a:pt x="1499854" y="1627400"/>
                  </a:lnTo>
                  <a:lnTo>
                    <a:pt x="1499845" y="1627397"/>
                  </a:lnTo>
                  <a:lnTo>
                    <a:pt x="1499827" y="1627389"/>
                  </a:lnTo>
                  <a:lnTo>
                    <a:pt x="1499800" y="1627375"/>
                  </a:lnTo>
                  <a:lnTo>
                    <a:pt x="1499788" y="1627367"/>
                  </a:lnTo>
                  <a:lnTo>
                    <a:pt x="1499776" y="1627364"/>
                  </a:lnTo>
                  <a:lnTo>
                    <a:pt x="1499758" y="1627366"/>
                  </a:lnTo>
                  <a:lnTo>
                    <a:pt x="1499736" y="1627366"/>
                  </a:lnTo>
                  <a:lnTo>
                    <a:pt x="1499722" y="1627369"/>
                  </a:lnTo>
                  <a:lnTo>
                    <a:pt x="1499717" y="1627372"/>
                  </a:lnTo>
                  <a:lnTo>
                    <a:pt x="1499717" y="1627380"/>
                  </a:lnTo>
                  <a:lnTo>
                    <a:pt x="1499718" y="1627388"/>
                  </a:lnTo>
                  <a:lnTo>
                    <a:pt x="1499714" y="1627399"/>
                  </a:lnTo>
                  <a:lnTo>
                    <a:pt x="1499709" y="1627410"/>
                  </a:lnTo>
                  <a:lnTo>
                    <a:pt x="1499701" y="1627418"/>
                  </a:lnTo>
                  <a:lnTo>
                    <a:pt x="1499687" y="1627429"/>
                  </a:lnTo>
                  <a:lnTo>
                    <a:pt x="1499682" y="1627437"/>
                  </a:lnTo>
                  <a:lnTo>
                    <a:pt x="1499682" y="1627450"/>
                  </a:lnTo>
                  <a:lnTo>
                    <a:pt x="1499686" y="1627466"/>
                  </a:lnTo>
                  <a:lnTo>
                    <a:pt x="1499690" y="1627475"/>
                  </a:lnTo>
                  <a:lnTo>
                    <a:pt x="1499696" y="1627484"/>
                  </a:lnTo>
                  <a:lnTo>
                    <a:pt x="1499703" y="1627497"/>
                  </a:lnTo>
                  <a:lnTo>
                    <a:pt x="1499706" y="1627509"/>
                  </a:lnTo>
                  <a:lnTo>
                    <a:pt x="1499705" y="1627516"/>
                  </a:lnTo>
                  <a:lnTo>
                    <a:pt x="1499705" y="1627525"/>
                  </a:lnTo>
                  <a:lnTo>
                    <a:pt x="1499706" y="1627536"/>
                  </a:lnTo>
                  <a:lnTo>
                    <a:pt x="1499709" y="1627548"/>
                  </a:lnTo>
                  <a:lnTo>
                    <a:pt x="1499716" y="1627566"/>
                  </a:lnTo>
                  <a:lnTo>
                    <a:pt x="1499722" y="1627581"/>
                  </a:lnTo>
                  <a:lnTo>
                    <a:pt x="1499730" y="1627589"/>
                  </a:lnTo>
                  <a:lnTo>
                    <a:pt x="1499742" y="1627598"/>
                  </a:lnTo>
                  <a:lnTo>
                    <a:pt x="1499748" y="1627608"/>
                  </a:lnTo>
                  <a:lnTo>
                    <a:pt x="1499751" y="1627614"/>
                  </a:lnTo>
                  <a:lnTo>
                    <a:pt x="1499752" y="1627632"/>
                  </a:lnTo>
                  <a:lnTo>
                    <a:pt x="1499752" y="1627641"/>
                  </a:lnTo>
                  <a:lnTo>
                    <a:pt x="1499755" y="1627657"/>
                  </a:lnTo>
                  <a:lnTo>
                    <a:pt x="1499753" y="1627666"/>
                  </a:lnTo>
                  <a:lnTo>
                    <a:pt x="1499744" y="1627673"/>
                  </a:lnTo>
                  <a:lnTo>
                    <a:pt x="1499736" y="1627678"/>
                  </a:lnTo>
                  <a:lnTo>
                    <a:pt x="1499725" y="1627684"/>
                  </a:lnTo>
                  <a:lnTo>
                    <a:pt x="1499713" y="1627693"/>
                  </a:lnTo>
                  <a:lnTo>
                    <a:pt x="1499708" y="1627695"/>
                  </a:lnTo>
                  <a:lnTo>
                    <a:pt x="1499699" y="1627698"/>
                  </a:lnTo>
                  <a:lnTo>
                    <a:pt x="1499691" y="1627693"/>
                  </a:lnTo>
                  <a:lnTo>
                    <a:pt x="1499678" y="1627684"/>
                  </a:lnTo>
                  <a:lnTo>
                    <a:pt x="1499666" y="1627675"/>
                  </a:lnTo>
                  <a:lnTo>
                    <a:pt x="1499658" y="1627664"/>
                  </a:lnTo>
                  <a:lnTo>
                    <a:pt x="1499647" y="1627655"/>
                  </a:lnTo>
                  <a:lnTo>
                    <a:pt x="1499638" y="1627653"/>
                  </a:lnTo>
                  <a:lnTo>
                    <a:pt x="1499628" y="1627655"/>
                  </a:lnTo>
                  <a:lnTo>
                    <a:pt x="1499614" y="1627664"/>
                  </a:lnTo>
                  <a:lnTo>
                    <a:pt x="1499600" y="1627674"/>
                  </a:lnTo>
                  <a:lnTo>
                    <a:pt x="1499590" y="1627685"/>
                  </a:lnTo>
                  <a:lnTo>
                    <a:pt x="1499578" y="1627699"/>
                  </a:lnTo>
                  <a:lnTo>
                    <a:pt x="1499574" y="1627705"/>
                  </a:lnTo>
                  <a:lnTo>
                    <a:pt x="1499569" y="1627715"/>
                  </a:lnTo>
                  <a:lnTo>
                    <a:pt x="1499566" y="1627728"/>
                  </a:lnTo>
                  <a:lnTo>
                    <a:pt x="1499572" y="1627736"/>
                  </a:lnTo>
                  <a:lnTo>
                    <a:pt x="1499578" y="1627742"/>
                  </a:lnTo>
                  <a:lnTo>
                    <a:pt x="1499588" y="1627749"/>
                  </a:lnTo>
                  <a:lnTo>
                    <a:pt x="1499603" y="1627761"/>
                  </a:lnTo>
                  <a:lnTo>
                    <a:pt x="1499613" y="1627774"/>
                  </a:lnTo>
                  <a:lnTo>
                    <a:pt x="1499619" y="1627783"/>
                  </a:lnTo>
                  <a:lnTo>
                    <a:pt x="1499624" y="1627792"/>
                  </a:lnTo>
                  <a:lnTo>
                    <a:pt x="1499625" y="1627803"/>
                  </a:lnTo>
                  <a:lnTo>
                    <a:pt x="1499621" y="1627818"/>
                  </a:lnTo>
                  <a:lnTo>
                    <a:pt x="1499610" y="1627842"/>
                  </a:lnTo>
                  <a:lnTo>
                    <a:pt x="1499609" y="1627857"/>
                  </a:lnTo>
                  <a:lnTo>
                    <a:pt x="1499607" y="1627864"/>
                  </a:lnTo>
                  <a:lnTo>
                    <a:pt x="1499601" y="1627881"/>
                  </a:lnTo>
                  <a:lnTo>
                    <a:pt x="1499596" y="1627890"/>
                  </a:lnTo>
                  <a:lnTo>
                    <a:pt x="1499590" y="1627902"/>
                  </a:lnTo>
                  <a:lnTo>
                    <a:pt x="1499583" y="1627912"/>
                  </a:lnTo>
                  <a:lnTo>
                    <a:pt x="1499577" y="1627923"/>
                  </a:lnTo>
                  <a:lnTo>
                    <a:pt x="1499567" y="1627934"/>
                  </a:lnTo>
                  <a:lnTo>
                    <a:pt x="1499558" y="1627939"/>
                  </a:lnTo>
                  <a:lnTo>
                    <a:pt x="1499551" y="1627944"/>
                  </a:lnTo>
                  <a:lnTo>
                    <a:pt x="1499540" y="1627952"/>
                  </a:lnTo>
                  <a:lnTo>
                    <a:pt x="1499529" y="1627960"/>
                  </a:lnTo>
                  <a:lnTo>
                    <a:pt x="1499523" y="1627964"/>
                  </a:lnTo>
                  <a:lnTo>
                    <a:pt x="1499515" y="1627965"/>
                  </a:lnTo>
                  <a:lnTo>
                    <a:pt x="1499507" y="1627967"/>
                  </a:lnTo>
                  <a:lnTo>
                    <a:pt x="1499497" y="1627966"/>
                  </a:lnTo>
                  <a:lnTo>
                    <a:pt x="1499483" y="1627961"/>
                  </a:lnTo>
                  <a:lnTo>
                    <a:pt x="1499474" y="1627956"/>
                  </a:lnTo>
                  <a:lnTo>
                    <a:pt x="1499466" y="1627955"/>
                  </a:lnTo>
                  <a:lnTo>
                    <a:pt x="1499463" y="1627960"/>
                  </a:lnTo>
                  <a:lnTo>
                    <a:pt x="1499455" y="1627983"/>
                  </a:lnTo>
                  <a:lnTo>
                    <a:pt x="1499445" y="1627994"/>
                  </a:lnTo>
                  <a:lnTo>
                    <a:pt x="1499417" y="1628017"/>
                  </a:lnTo>
                  <a:lnTo>
                    <a:pt x="1499409" y="1628023"/>
                  </a:lnTo>
                  <a:lnTo>
                    <a:pt x="1499401" y="1628027"/>
                  </a:lnTo>
                  <a:lnTo>
                    <a:pt x="1499393" y="1628039"/>
                  </a:lnTo>
                  <a:lnTo>
                    <a:pt x="1499389" y="1628049"/>
                  </a:lnTo>
                  <a:lnTo>
                    <a:pt x="1499391" y="1628058"/>
                  </a:lnTo>
                  <a:lnTo>
                    <a:pt x="1499396" y="1628070"/>
                  </a:lnTo>
                  <a:lnTo>
                    <a:pt x="1499385" y="1628081"/>
                  </a:lnTo>
                  <a:lnTo>
                    <a:pt x="1499365" y="1628099"/>
                  </a:lnTo>
                  <a:lnTo>
                    <a:pt x="1499357" y="1628111"/>
                  </a:lnTo>
                  <a:lnTo>
                    <a:pt x="1499349" y="1628128"/>
                  </a:lnTo>
                  <a:lnTo>
                    <a:pt x="1499347" y="1628135"/>
                  </a:lnTo>
                  <a:lnTo>
                    <a:pt x="1499346" y="1628147"/>
                  </a:lnTo>
                  <a:lnTo>
                    <a:pt x="1499343" y="1628156"/>
                  </a:lnTo>
                  <a:lnTo>
                    <a:pt x="1499339" y="1628170"/>
                  </a:lnTo>
                  <a:lnTo>
                    <a:pt x="1499335" y="1628179"/>
                  </a:lnTo>
                  <a:lnTo>
                    <a:pt x="1499327" y="1628196"/>
                  </a:lnTo>
                  <a:lnTo>
                    <a:pt x="1499318" y="1628214"/>
                  </a:lnTo>
                  <a:lnTo>
                    <a:pt x="1499319" y="1628228"/>
                  </a:lnTo>
                  <a:lnTo>
                    <a:pt x="1499316" y="1628241"/>
                  </a:lnTo>
                  <a:lnTo>
                    <a:pt x="1499306" y="1628251"/>
                  </a:lnTo>
                  <a:lnTo>
                    <a:pt x="1499292" y="1628270"/>
                  </a:lnTo>
                  <a:lnTo>
                    <a:pt x="1499271" y="1628293"/>
                  </a:lnTo>
                  <a:lnTo>
                    <a:pt x="1499262" y="1628304"/>
                  </a:lnTo>
                  <a:lnTo>
                    <a:pt x="1499253" y="1628308"/>
                  </a:lnTo>
                  <a:lnTo>
                    <a:pt x="1499234" y="1628314"/>
                  </a:lnTo>
                  <a:lnTo>
                    <a:pt x="1499223" y="1628327"/>
                  </a:lnTo>
                  <a:lnTo>
                    <a:pt x="1499213" y="1628332"/>
                  </a:lnTo>
                  <a:lnTo>
                    <a:pt x="1499208" y="1628333"/>
                  </a:lnTo>
                  <a:lnTo>
                    <a:pt x="1499197" y="1628337"/>
                  </a:lnTo>
                  <a:lnTo>
                    <a:pt x="1499187" y="1628340"/>
                  </a:lnTo>
                  <a:lnTo>
                    <a:pt x="1499181" y="1628341"/>
                  </a:lnTo>
                  <a:lnTo>
                    <a:pt x="1499176" y="1628341"/>
                  </a:lnTo>
                  <a:lnTo>
                    <a:pt x="1499168" y="1628342"/>
                  </a:lnTo>
                  <a:lnTo>
                    <a:pt x="1499163" y="1628342"/>
                  </a:lnTo>
                  <a:lnTo>
                    <a:pt x="1499155" y="1628340"/>
                  </a:lnTo>
                  <a:lnTo>
                    <a:pt x="1499148" y="1628339"/>
                  </a:lnTo>
                  <a:lnTo>
                    <a:pt x="1499141" y="1628336"/>
                  </a:lnTo>
                  <a:lnTo>
                    <a:pt x="1499136" y="1628334"/>
                  </a:lnTo>
                  <a:lnTo>
                    <a:pt x="1499130" y="1628331"/>
                  </a:lnTo>
                  <a:lnTo>
                    <a:pt x="1499122" y="1628324"/>
                  </a:lnTo>
                  <a:lnTo>
                    <a:pt x="1499116" y="1628318"/>
                  </a:lnTo>
                  <a:lnTo>
                    <a:pt x="1499106" y="1628306"/>
                  </a:lnTo>
                  <a:lnTo>
                    <a:pt x="1499102" y="1628320"/>
                  </a:lnTo>
                  <a:lnTo>
                    <a:pt x="1499033" y="1628542"/>
                  </a:lnTo>
                  <a:lnTo>
                    <a:pt x="1499028" y="1628555"/>
                  </a:lnTo>
                  <a:lnTo>
                    <a:pt x="1499022" y="1628568"/>
                  </a:lnTo>
                  <a:lnTo>
                    <a:pt x="1499016" y="1628577"/>
                  </a:lnTo>
                  <a:lnTo>
                    <a:pt x="1499005" y="1628595"/>
                  </a:lnTo>
                  <a:lnTo>
                    <a:pt x="1498987" y="1628616"/>
                  </a:lnTo>
                  <a:lnTo>
                    <a:pt x="1498975" y="1628621"/>
                  </a:lnTo>
                  <a:lnTo>
                    <a:pt x="1498954" y="1628629"/>
                  </a:lnTo>
                  <a:lnTo>
                    <a:pt x="1498934" y="1628634"/>
                  </a:lnTo>
                  <a:lnTo>
                    <a:pt x="1498918" y="1628640"/>
                  </a:lnTo>
                  <a:lnTo>
                    <a:pt x="1498900" y="1628647"/>
                  </a:lnTo>
                  <a:lnTo>
                    <a:pt x="1498880" y="1628647"/>
                  </a:lnTo>
                  <a:lnTo>
                    <a:pt x="1498857" y="1628646"/>
                  </a:lnTo>
                  <a:lnTo>
                    <a:pt x="1498848" y="1628647"/>
                  </a:lnTo>
                  <a:lnTo>
                    <a:pt x="1498837" y="1628652"/>
                  </a:lnTo>
                  <a:lnTo>
                    <a:pt x="1498816" y="1628654"/>
                  </a:lnTo>
                  <a:lnTo>
                    <a:pt x="1498786" y="1628660"/>
                  </a:lnTo>
                  <a:lnTo>
                    <a:pt x="1498774" y="1628658"/>
                  </a:lnTo>
                  <a:lnTo>
                    <a:pt x="1498743" y="1628659"/>
                  </a:lnTo>
                  <a:lnTo>
                    <a:pt x="1498718" y="1628669"/>
                  </a:lnTo>
                  <a:lnTo>
                    <a:pt x="1498707" y="1628679"/>
                  </a:lnTo>
                  <a:lnTo>
                    <a:pt x="1498701" y="1628687"/>
                  </a:lnTo>
                  <a:lnTo>
                    <a:pt x="1498693" y="1628697"/>
                  </a:lnTo>
                  <a:lnTo>
                    <a:pt x="1498683" y="1628706"/>
                  </a:lnTo>
                  <a:lnTo>
                    <a:pt x="1498668" y="1628717"/>
                  </a:lnTo>
                  <a:lnTo>
                    <a:pt x="1498658" y="1628730"/>
                  </a:lnTo>
                  <a:lnTo>
                    <a:pt x="1498643" y="1628750"/>
                  </a:lnTo>
                  <a:lnTo>
                    <a:pt x="1498632" y="1628760"/>
                  </a:lnTo>
                  <a:lnTo>
                    <a:pt x="1498623" y="1628766"/>
                  </a:lnTo>
                  <a:lnTo>
                    <a:pt x="1498611" y="1628774"/>
                  </a:lnTo>
                  <a:lnTo>
                    <a:pt x="1498608" y="1628780"/>
                  </a:lnTo>
                  <a:lnTo>
                    <a:pt x="1498603" y="1628792"/>
                  </a:lnTo>
                  <a:lnTo>
                    <a:pt x="1498595" y="1628802"/>
                  </a:lnTo>
                  <a:lnTo>
                    <a:pt x="1498584" y="1628813"/>
                  </a:lnTo>
                  <a:lnTo>
                    <a:pt x="1498579" y="1628819"/>
                  </a:lnTo>
                  <a:lnTo>
                    <a:pt x="1498570" y="1628829"/>
                  </a:lnTo>
                  <a:lnTo>
                    <a:pt x="1498555" y="1628841"/>
                  </a:lnTo>
                  <a:lnTo>
                    <a:pt x="1498538" y="1628846"/>
                  </a:lnTo>
                  <a:lnTo>
                    <a:pt x="1498532" y="1628847"/>
                  </a:lnTo>
                  <a:lnTo>
                    <a:pt x="1498523" y="1628850"/>
                  </a:lnTo>
                  <a:lnTo>
                    <a:pt x="1498509" y="1628854"/>
                  </a:lnTo>
                  <a:lnTo>
                    <a:pt x="1498498" y="1628861"/>
                  </a:lnTo>
                  <a:lnTo>
                    <a:pt x="1498491" y="1628868"/>
                  </a:lnTo>
                  <a:lnTo>
                    <a:pt x="1498486" y="1628876"/>
                  </a:lnTo>
                  <a:lnTo>
                    <a:pt x="1498469" y="1628883"/>
                  </a:lnTo>
                  <a:lnTo>
                    <a:pt x="1498456" y="1628883"/>
                  </a:lnTo>
                  <a:lnTo>
                    <a:pt x="1498438" y="1628880"/>
                  </a:lnTo>
                  <a:lnTo>
                    <a:pt x="1498425" y="1628878"/>
                  </a:lnTo>
                  <a:lnTo>
                    <a:pt x="1498409" y="1628876"/>
                  </a:lnTo>
                  <a:lnTo>
                    <a:pt x="1498400" y="1628870"/>
                  </a:lnTo>
                  <a:lnTo>
                    <a:pt x="1498377" y="1628848"/>
                  </a:lnTo>
                  <a:lnTo>
                    <a:pt x="1498368" y="1628834"/>
                  </a:lnTo>
                  <a:lnTo>
                    <a:pt x="1498355" y="1628827"/>
                  </a:lnTo>
                  <a:lnTo>
                    <a:pt x="1498348" y="1628823"/>
                  </a:lnTo>
                  <a:lnTo>
                    <a:pt x="1498337" y="1628819"/>
                  </a:lnTo>
                  <a:lnTo>
                    <a:pt x="1498326" y="1628821"/>
                  </a:lnTo>
                  <a:lnTo>
                    <a:pt x="1498321" y="1628827"/>
                  </a:lnTo>
                  <a:lnTo>
                    <a:pt x="1498313" y="1628832"/>
                  </a:lnTo>
                  <a:lnTo>
                    <a:pt x="1498309" y="1628838"/>
                  </a:lnTo>
                  <a:lnTo>
                    <a:pt x="1498304" y="1628845"/>
                  </a:lnTo>
                  <a:lnTo>
                    <a:pt x="1498297" y="1628855"/>
                  </a:lnTo>
                  <a:lnTo>
                    <a:pt x="1498281" y="1628871"/>
                  </a:lnTo>
                  <a:lnTo>
                    <a:pt x="1498273" y="1628879"/>
                  </a:lnTo>
                  <a:lnTo>
                    <a:pt x="1498264" y="1628886"/>
                  </a:lnTo>
                  <a:lnTo>
                    <a:pt x="1498253" y="1628895"/>
                  </a:lnTo>
                  <a:lnTo>
                    <a:pt x="1498244" y="1628901"/>
                  </a:lnTo>
                  <a:lnTo>
                    <a:pt x="1498231" y="1628909"/>
                  </a:lnTo>
                  <a:lnTo>
                    <a:pt x="1498221" y="1628916"/>
                  </a:lnTo>
                  <a:lnTo>
                    <a:pt x="1498213" y="1628922"/>
                  </a:lnTo>
                  <a:lnTo>
                    <a:pt x="1498195" y="1628934"/>
                  </a:lnTo>
                  <a:lnTo>
                    <a:pt x="1498179" y="1628946"/>
                  </a:lnTo>
                  <a:lnTo>
                    <a:pt x="1498160" y="1628961"/>
                  </a:lnTo>
                  <a:lnTo>
                    <a:pt x="1498148" y="1628971"/>
                  </a:lnTo>
                  <a:lnTo>
                    <a:pt x="1498134" y="1628990"/>
                  </a:lnTo>
                  <a:lnTo>
                    <a:pt x="1498126" y="1628999"/>
                  </a:lnTo>
                  <a:lnTo>
                    <a:pt x="1498113" y="1629010"/>
                  </a:lnTo>
                  <a:lnTo>
                    <a:pt x="1498100" y="1629014"/>
                  </a:lnTo>
                  <a:lnTo>
                    <a:pt x="1498081" y="1629018"/>
                  </a:lnTo>
                  <a:lnTo>
                    <a:pt x="1498072" y="1629024"/>
                  </a:lnTo>
                  <a:lnTo>
                    <a:pt x="1498066" y="1629033"/>
                  </a:lnTo>
                  <a:lnTo>
                    <a:pt x="1498066" y="1629058"/>
                  </a:lnTo>
                  <a:lnTo>
                    <a:pt x="1498063" y="1629068"/>
                  </a:lnTo>
                  <a:lnTo>
                    <a:pt x="1498063" y="1629091"/>
                  </a:lnTo>
                  <a:lnTo>
                    <a:pt x="1498060" y="1629109"/>
                  </a:lnTo>
                  <a:lnTo>
                    <a:pt x="1498048" y="1629133"/>
                  </a:lnTo>
                  <a:lnTo>
                    <a:pt x="1498043" y="1629136"/>
                  </a:lnTo>
                  <a:lnTo>
                    <a:pt x="1498033" y="1629141"/>
                  </a:lnTo>
                  <a:lnTo>
                    <a:pt x="1498027" y="1629143"/>
                  </a:lnTo>
                  <a:lnTo>
                    <a:pt x="1498019" y="1629144"/>
                  </a:lnTo>
                  <a:lnTo>
                    <a:pt x="1498006" y="1629146"/>
                  </a:lnTo>
                  <a:lnTo>
                    <a:pt x="1497986" y="1629142"/>
                  </a:lnTo>
                  <a:lnTo>
                    <a:pt x="1497969" y="1629137"/>
                  </a:lnTo>
                  <a:lnTo>
                    <a:pt x="1497952" y="1629139"/>
                  </a:lnTo>
                  <a:lnTo>
                    <a:pt x="1497928" y="1629140"/>
                  </a:lnTo>
                  <a:lnTo>
                    <a:pt x="1497907" y="1629146"/>
                  </a:lnTo>
                  <a:lnTo>
                    <a:pt x="1497889" y="1629151"/>
                  </a:lnTo>
                  <a:lnTo>
                    <a:pt x="1497877" y="1629153"/>
                  </a:lnTo>
                  <a:lnTo>
                    <a:pt x="1497867" y="1629156"/>
                  </a:lnTo>
                  <a:lnTo>
                    <a:pt x="1497852" y="1629162"/>
                  </a:lnTo>
                  <a:lnTo>
                    <a:pt x="1497838" y="1629159"/>
                  </a:lnTo>
                  <a:lnTo>
                    <a:pt x="1497822" y="1629155"/>
                  </a:lnTo>
                  <a:lnTo>
                    <a:pt x="1497805" y="1629144"/>
                  </a:lnTo>
                  <a:lnTo>
                    <a:pt x="1497798" y="1629137"/>
                  </a:lnTo>
                  <a:lnTo>
                    <a:pt x="1497787" y="1629134"/>
                  </a:lnTo>
                  <a:lnTo>
                    <a:pt x="1497782" y="1629135"/>
                  </a:lnTo>
                  <a:lnTo>
                    <a:pt x="1497773" y="1629135"/>
                  </a:lnTo>
                  <a:lnTo>
                    <a:pt x="1497764" y="1629139"/>
                  </a:lnTo>
                  <a:lnTo>
                    <a:pt x="1497757" y="1629139"/>
                  </a:lnTo>
                  <a:lnTo>
                    <a:pt x="1497750" y="1629138"/>
                  </a:lnTo>
                  <a:lnTo>
                    <a:pt x="1497742" y="1629131"/>
                  </a:lnTo>
                  <a:lnTo>
                    <a:pt x="1497733" y="1629123"/>
                  </a:lnTo>
                  <a:lnTo>
                    <a:pt x="1497728" y="1629116"/>
                  </a:lnTo>
                  <a:lnTo>
                    <a:pt x="1497718" y="1629109"/>
                  </a:lnTo>
                  <a:lnTo>
                    <a:pt x="1497711" y="1629107"/>
                  </a:lnTo>
                  <a:lnTo>
                    <a:pt x="1497699" y="1629110"/>
                  </a:lnTo>
                  <a:lnTo>
                    <a:pt x="1497683" y="1629110"/>
                  </a:lnTo>
                  <a:lnTo>
                    <a:pt x="1497663" y="1629109"/>
                  </a:lnTo>
                  <a:lnTo>
                    <a:pt x="1497647" y="1629109"/>
                  </a:lnTo>
                  <a:lnTo>
                    <a:pt x="1497632" y="1629098"/>
                  </a:lnTo>
                  <a:lnTo>
                    <a:pt x="1497625" y="1629090"/>
                  </a:lnTo>
                  <a:lnTo>
                    <a:pt x="1497617" y="1629085"/>
                  </a:lnTo>
                  <a:lnTo>
                    <a:pt x="1497609" y="1629083"/>
                  </a:lnTo>
                  <a:lnTo>
                    <a:pt x="1497604" y="1629082"/>
                  </a:lnTo>
                  <a:lnTo>
                    <a:pt x="1497597" y="1629082"/>
                  </a:lnTo>
                  <a:lnTo>
                    <a:pt x="1497588" y="1629081"/>
                  </a:lnTo>
                  <a:lnTo>
                    <a:pt x="1497578" y="1629082"/>
                  </a:lnTo>
                  <a:lnTo>
                    <a:pt x="1497572" y="1629083"/>
                  </a:lnTo>
                  <a:lnTo>
                    <a:pt x="1497552" y="1629086"/>
                  </a:lnTo>
                  <a:lnTo>
                    <a:pt x="1497557" y="1629102"/>
                  </a:lnTo>
                  <a:lnTo>
                    <a:pt x="1497560" y="1629111"/>
                  </a:lnTo>
                  <a:lnTo>
                    <a:pt x="1497564" y="1629124"/>
                  </a:lnTo>
                  <a:lnTo>
                    <a:pt x="1497571" y="1629144"/>
                  </a:lnTo>
                  <a:lnTo>
                    <a:pt x="1497579" y="1629163"/>
                  </a:lnTo>
                  <a:lnTo>
                    <a:pt x="1497588" y="1629185"/>
                  </a:lnTo>
                  <a:lnTo>
                    <a:pt x="1497590" y="1629193"/>
                  </a:lnTo>
                  <a:lnTo>
                    <a:pt x="1497588" y="1629200"/>
                  </a:lnTo>
                  <a:lnTo>
                    <a:pt x="1497584" y="1629207"/>
                  </a:lnTo>
                  <a:lnTo>
                    <a:pt x="1497579" y="1629218"/>
                  </a:lnTo>
                  <a:lnTo>
                    <a:pt x="1497577" y="1629227"/>
                  </a:lnTo>
                  <a:lnTo>
                    <a:pt x="1497575" y="1629234"/>
                  </a:lnTo>
                  <a:lnTo>
                    <a:pt x="1497571" y="1629248"/>
                  </a:lnTo>
                  <a:lnTo>
                    <a:pt x="1497568" y="1629256"/>
                  </a:lnTo>
                  <a:lnTo>
                    <a:pt x="1497562" y="1629272"/>
                  </a:lnTo>
                  <a:lnTo>
                    <a:pt x="1497557" y="1629281"/>
                  </a:lnTo>
                  <a:lnTo>
                    <a:pt x="1497550" y="1629292"/>
                  </a:lnTo>
                  <a:lnTo>
                    <a:pt x="1497544" y="1629297"/>
                  </a:lnTo>
                  <a:lnTo>
                    <a:pt x="1497518" y="1629311"/>
                  </a:lnTo>
                  <a:lnTo>
                    <a:pt x="1497506" y="1629317"/>
                  </a:lnTo>
                  <a:lnTo>
                    <a:pt x="1497475" y="1629338"/>
                  </a:lnTo>
                  <a:lnTo>
                    <a:pt x="1497458" y="1629347"/>
                  </a:lnTo>
                  <a:lnTo>
                    <a:pt x="1497431" y="1629356"/>
                  </a:lnTo>
                  <a:lnTo>
                    <a:pt x="1497402" y="1629368"/>
                  </a:lnTo>
                  <a:lnTo>
                    <a:pt x="1497391" y="1629372"/>
                  </a:lnTo>
                  <a:lnTo>
                    <a:pt x="1497359" y="1629384"/>
                  </a:lnTo>
                  <a:lnTo>
                    <a:pt x="1497341" y="1629398"/>
                  </a:lnTo>
                  <a:lnTo>
                    <a:pt x="1497334" y="1629407"/>
                  </a:lnTo>
                  <a:lnTo>
                    <a:pt x="1497329" y="1629415"/>
                  </a:lnTo>
                  <a:lnTo>
                    <a:pt x="1497319" y="1629427"/>
                  </a:lnTo>
                  <a:lnTo>
                    <a:pt x="1497294" y="1629443"/>
                  </a:lnTo>
                  <a:lnTo>
                    <a:pt x="1497271" y="1629456"/>
                  </a:lnTo>
                  <a:lnTo>
                    <a:pt x="1497253" y="1629460"/>
                  </a:lnTo>
                  <a:lnTo>
                    <a:pt x="1497244" y="1629462"/>
                  </a:lnTo>
                  <a:lnTo>
                    <a:pt x="1497236" y="1629463"/>
                  </a:lnTo>
                  <a:lnTo>
                    <a:pt x="1497205" y="1629475"/>
                  </a:lnTo>
                  <a:lnTo>
                    <a:pt x="1497179" y="1629479"/>
                  </a:lnTo>
                  <a:lnTo>
                    <a:pt x="1497157" y="1629477"/>
                  </a:lnTo>
                  <a:lnTo>
                    <a:pt x="1497130" y="1629479"/>
                  </a:lnTo>
                  <a:lnTo>
                    <a:pt x="1497112" y="1629479"/>
                  </a:lnTo>
                  <a:lnTo>
                    <a:pt x="1497090" y="1629485"/>
                  </a:lnTo>
                  <a:lnTo>
                    <a:pt x="1497084" y="1629509"/>
                  </a:lnTo>
                  <a:lnTo>
                    <a:pt x="1497077" y="1629515"/>
                  </a:lnTo>
                  <a:lnTo>
                    <a:pt x="1497065" y="1629522"/>
                  </a:lnTo>
                  <a:lnTo>
                    <a:pt x="1497049" y="1629529"/>
                  </a:lnTo>
                  <a:lnTo>
                    <a:pt x="1497035" y="1629533"/>
                  </a:lnTo>
                  <a:lnTo>
                    <a:pt x="1497015" y="1629539"/>
                  </a:lnTo>
                  <a:lnTo>
                    <a:pt x="1496993" y="1629547"/>
                  </a:lnTo>
                  <a:lnTo>
                    <a:pt x="1496979" y="1629560"/>
                  </a:lnTo>
                  <a:lnTo>
                    <a:pt x="1496969" y="1629575"/>
                  </a:lnTo>
                  <a:lnTo>
                    <a:pt x="1496966" y="1629585"/>
                  </a:lnTo>
                  <a:lnTo>
                    <a:pt x="1496966" y="1629604"/>
                  </a:lnTo>
                  <a:lnTo>
                    <a:pt x="1496967" y="1629615"/>
                  </a:lnTo>
                  <a:lnTo>
                    <a:pt x="1496962" y="1629623"/>
                  </a:lnTo>
                  <a:lnTo>
                    <a:pt x="1496954" y="1629630"/>
                  </a:lnTo>
                  <a:lnTo>
                    <a:pt x="1496948" y="1629634"/>
                  </a:lnTo>
                  <a:lnTo>
                    <a:pt x="1496940" y="1629642"/>
                  </a:lnTo>
                  <a:lnTo>
                    <a:pt x="1496935" y="1629653"/>
                  </a:lnTo>
                  <a:lnTo>
                    <a:pt x="1496930" y="1629668"/>
                  </a:lnTo>
                  <a:lnTo>
                    <a:pt x="1496924" y="1629685"/>
                  </a:lnTo>
                  <a:lnTo>
                    <a:pt x="1496913" y="1629671"/>
                  </a:lnTo>
                  <a:lnTo>
                    <a:pt x="1496896" y="1629662"/>
                  </a:lnTo>
                  <a:lnTo>
                    <a:pt x="1496880" y="1629658"/>
                  </a:lnTo>
                  <a:lnTo>
                    <a:pt x="1496869" y="1629658"/>
                  </a:lnTo>
                  <a:lnTo>
                    <a:pt x="1496843" y="1629664"/>
                  </a:lnTo>
                  <a:lnTo>
                    <a:pt x="1496831" y="1629659"/>
                  </a:lnTo>
                  <a:lnTo>
                    <a:pt x="1496824" y="1629657"/>
                  </a:lnTo>
                  <a:lnTo>
                    <a:pt x="1496815" y="1629658"/>
                  </a:lnTo>
                  <a:lnTo>
                    <a:pt x="1496805" y="1629663"/>
                  </a:lnTo>
                  <a:lnTo>
                    <a:pt x="1496791" y="1629669"/>
                  </a:lnTo>
                  <a:lnTo>
                    <a:pt x="1496780" y="1629678"/>
                  </a:lnTo>
                  <a:lnTo>
                    <a:pt x="1496772" y="1629683"/>
                  </a:lnTo>
                  <a:lnTo>
                    <a:pt x="1496761" y="1629691"/>
                  </a:lnTo>
                  <a:lnTo>
                    <a:pt x="1496747" y="1629700"/>
                  </a:lnTo>
                  <a:lnTo>
                    <a:pt x="1496730" y="1629702"/>
                  </a:lnTo>
                  <a:lnTo>
                    <a:pt x="1496718" y="1629692"/>
                  </a:lnTo>
                  <a:lnTo>
                    <a:pt x="1496714" y="1629688"/>
                  </a:lnTo>
                  <a:lnTo>
                    <a:pt x="1496708" y="1629683"/>
                  </a:lnTo>
                  <a:lnTo>
                    <a:pt x="1496699" y="1629674"/>
                  </a:lnTo>
                  <a:lnTo>
                    <a:pt x="1496685" y="1629654"/>
                  </a:lnTo>
                  <a:lnTo>
                    <a:pt x="1496681" y="1629644"/>
                  </a:lnTo>
                  <a:lnTo>
                    <a:pt x="1496680" y="1629631"/>
                  </a:lnTo>
                  <a:lnTo>
                    <a:pt x="1496676" y="1629602"/>
                  </a:lnTo>
                  <a:lnTo>
                    <a:pt x="1496673" y="1629582"/>
                  </a:lnTo>
                  <a:lnTo>
                    <a:pt x="1496667" y="1629563"/>
                  </a:lnTo>
                  <a:lnTo>
                    <a:pt x="1496664" y="1629557"/>
                  </a:lnTo>
                  <a:lnTo>
                    <a:pt x="1496659" y="1629552"/>
                  </a:lnTo>
                  <a:lnTo>
                    <a:pt x="1496647" y="1629550"/>
                  </a:lnTo>
                  <a:lnTo>
                    <a:pt x="1496634" y="1629548"/>
                  </a:lnTo>
                  <a:lnTo>
                    <a:pt x="1496617" y="1629549"/>
                  </a:lnTo>
                  <a:lnTo>
                    <a:pt x="1496600" y="1629543"/>
                  </a:lnTo>
                  <a:lnTo>
                    <a:pt x="1496586" y="1629539"/>
                  </a:lnTo>
                  <a:lnTo>
                    <a:pt x="1496576" y="1629540"/>
                  </a:lnTo>
                  <a:lnTo>
                    <a:pt x="1496569" y="1629543"/>
                  </a:lnTo>
                  <a:lnTo>
                    <a:pt x="1496562" y="1629550"/>
                  </a:lnTo>
                  <a:lnTo>
                    <a:pt x="1496552" y="1629558"/>
                  </a:lnTo>
                  <a:lnTo>
                    <a:pt x="1496541" y="1629567"/>
                  </a:lnTo>
                  <a:lnTo>
                    <a:pt x="1496530" y="1629574"/>
                  </a:lnTo>
                  <a:lnTo>
                    <a:pt x="1496518" y="1629580"/>
                  </a:lnTo>
                  <a:lnTo>
                    <a:pt x="1496506" y="1629583"/>
                  </a:lnTo>
                  <a:lnTo>
                    <a:pt x="1496491" y="1629585"/>
                  </a:lnTo>
                  <a:lnTo>
                    <a:pt x="1496486" y="1629587"/>
                  </a:lnTo>
                  <a:lnTo>
                    <a:pt x="1496469" y="1629588"/>
                  </a:lnTo>
                  <a:lnTo>
                    <a:pt x="1496457" y="1629588"/>
                  </a:lnTo>
                  <a:lnTo>
                    <a:pt x="1496449" y="1629588"/>
                  </a:lnTo>
                  <a:lnTo>
                    <a:pt x="1496435" y="1629587"/>
                  </a:lnTo>
                  <a:lnTo>
                    <a:pt x="1496424" y="1629592"/>
                  </a:lnTo>
                  <a:lnTo>
                    <a:pt x="1496418" y="1629594"/>
                  </a:lnTo>
                  <a:lnTo>
                    <a:pt x="1496412" y="1629592"/>
                  </a:lnTo>
                  <a:lnTo>
                    <a:pt x="1496398" y="1629590"/>
                  </a:lnTo>
                  <a:lnTo>
                    <a:pt x="1496388" y="1629593"/>
                  </a:lnTo>
                  <a:lnTo>
                    <a:pt x="1496380" y="1629598"/>
                  </a:lnTo>
                  <a:lnTo>
                    <a:pt x="1496370" y="1629604"/>
                  </a:lnTo>
                  <a:lnTo>
                    <a:pt x="1496360" y="1629607"/>
                  </a:lnTo>
                  <a:lnTo>
                    <a:pt x="1496347" y="1629605"/>
                  </a:lnTo>
                  <a:lnTo>
                    <a:pt x="1496342" y="1629603"/>
                  </a:lnTo>
                  <a:lnTo>
                    <a:pt x="1496335" y="1629601"/>
                  </a:lnTo>
                  <a:lnTo>
                    <a:pt x="1496322" y="1629596"/>
                  </a:lnTo>
                  <a:lnTo>
                    <a:pt x="1496311" y="1629589"/>
                  </a:lnTo>
                  <a:lnTo>
                    <a:pt x="1496305" y="1629578"/>
                  </a:lnTo>
                  <a:lnTo>
                    <a:pt x="1496302" y="1629565"/>
                  </a:lnTo>
                  <a:lnTo>
                    <a:pt x="1496301" y="1629555"/>
                  </a:lnTo>
                  <a:lnTo>
                    <a:pt x="1496295" y="1629534"/>
                  </a:lnTo>
                  <a:lnTo>
                    <a:pt x="1496290" y="1629520"/>
                  </a:lnTo>
                  <a:lnTo>
                    <a:pt x="1496288" y="1629513"/>
                  </a:lnTo>
                  <a:lnTo>
                    <a:pt x="1496284" y="1629502"/>
                  </a:lnTo>
                  <a:lnTo>
                    <a:pt x="1496281" y="1629491"/>
                  </a:lnTo>
                  <a:lnTo>
                    <a:pt x="1496280" y="1629480"/>
                  </a:lnTo>
                  <a:lnTo>
                    <a:pt x="1496293" y="1629480"/>
                  </a:lnTo>
                  <a:lnTo>
                    <a:pt x="1496307" y="1629478"/>
                  </a:lnTo>
                  <a:lnTo>
                    <a:pt x="1496319" y="1629477"/>
                  </a:lnTo>
                  <a:lnTo>
                    <a:pt x="1496330" y="1629474"/>
                  </a:lnTo>
                  <a:lnTo>
                    <a:pt x="1496349" y="1629464"/>
                  </a:lnTo>
                  <a:lnTo>
                    <a:pt x="1496358" y="1629459"/>
                  </a:lnTo>
                  <a:lnTo>
                    <a:pt x="1496369" y="1629451"/>
                  </a:lnTo>
                  <a:lnTo>
                    <a:pt x="1496376" y="1629433"/>
                  </a:lnTo>
                  <a:lnTo>
                    <a:pt x="1496382" y="1629422"/>
                  </a:lnTo>
                  <a:lnTo>
                    <a:pt x="1496387" y="1629414"/>
                  </a:lnTo>
                  <a:lnTo>
                    <a:pt x="1496390" y="1629408"/>
                  </a:lnTo>
                  <a:lnTo>
                    <a:pt x="1496394" y="1629402"/>
                  </a:lnTo>
                  <a:lnTo>
                    <a:pt x="1496398" y="1629398"/>
                  </a:lnTo>
                  <a:lnTo>
                    <a:pt x="1496408" y="1629392"/>
                  </a:lnTo>
                  <a:lnTo>
                    <a:pt x="1496416" y="1629386"/>
                  </a:lnTo>
                  <a:lnTo>
                    <a:pt x="1496424" y="1629380"/>
                  </a:lnTo>
                  <a:lnTo>
                    <a:pt x="1496430" y="1629373"/>
                  </a:lnTo>
                  <a:lnTo>
                    <a:pt x="1496441" y="1629363"/>
                  </a:lnTo>
                  <a:lnTo>
                    <a:pt x="1496448" y="1629359"/>
                  </a:lnTo>
                  <a:lnTo>
                    <a:pt x="1496452" y="1629356"/>
                  </a:lnTo>
                  <a:lnTo>
                    <a:pt x="1496459" y="1629352"/>
                  </a:lnTo>
                  <a:lnTo>
                    <a:pt x="1496464" y="1629347"/>
                  </a:lnTo>
                  <a:lnTo>
                    <a:pt x="1496470" y="1629337"/>
                  </a:lnTo>
                  <a:lnTo>
                    <a:pt x="1496474" y="1629326"/>
                  </a:lnTo>
                  <a:lnTo>
                    <a:pt x="1496476" y="1629312"/>
                  </a:lnTo>
                  <a:lnTo>
                    <a:pt x="1496476" y="1629302"/>
                  </a:lnTo>
                  <a:lnTo>
                    <a:pt x="1496475" y="1629292"/>
                  </a:lnTo>
                  <a:lnTo>
                    <a:pt x="1496474" y="1629286"/>
                  </a:lnTo>
                  <a:lnTo>
                    <a:pt x="1496472" y="1629281"/>
                  </a:lnTo>
                  <a:lnTo>
                    <a:pt x="1496469" y="1629270"/>
                  </a:lnTo>
                  <a:lnTo>
                    <a:pt x="1496465" y="1629260"/>
                  </a:lnTo>
                  <a:lnTo>
                    <a:pt x="1496463" y="1629253"/>
                  </a:lnTo>
                  <a:lnTo>
                    <a:pt x="1496462" y="1629246"/>
                  </a:lnTo>
                  <a:lnTo>
                    <a:pt x="1496462" y="1629236"/>
                  </a:lnTo>
                  <a:lnTo>
                    <a:pt x="1496458" y="1629226"/>
                  </a:lnTo>
                  <a:lnTo>
                    <a:pt x="1496450" y="1629218"/>
                  </a:lnTo>
                  <a:lnTo>
                    <a:pt x="1496445" y="1629209"/>
                  </a:lnTo>
                  <a:lnTo>
                    <a:pt x="1496445" y="1629202"/>
                  </a:lnTo>
                  <a:lnTo>
                    <a:pt x="1496447" y="1629195"/>
                  </a:lnTo>
                  <a:lnTo>
                    <a:pt x="1496452" y="1629190"/>
                  </a:lnTo>
                  <a:lnTo>
                    <a:pt x="1496459" y="1629187"/>
                  </a:lnTo>
                  <a:lnTo>
                    <a:pt x="1496468" y="1629183"/>
                  </a:lnTo>
                  <a:lnTo>
                    <a:pt x="1496478" y="1629175"/>
                  </a:lnTo>
                  <a:lnTo>
                    <a:pt x="1496480" y="1629162"/>
                  </a:lnTo>
                  <a:lnTo>
                    <a:pt x="1496480" y="1629157"/>
                  </a:lnTo>
                  <a:lnTo>
                    <a:pt x="1496480" y="1629150"/>
                  </a:lnTo>
                  <a:lnTo>
                    <a:pt x="1496479" y="1629135"/>
                  </a:lnTo>
                  <a:lnTo>
                    <a:pt x="1496480" y="1629114"/>
                  </a:lnTo>
                  <a:lnTo>
                    <a:pt x="1496477" y="1629107"/>
                  </a:lnTo>
                  <a:lnTo>
                    <a:pt x="1496469" y="1629095"/>
                  </a:lnTo>
                  <a:lnTo>
                    <a:pt x="1496463" y="1629089"/>
                  </a:lnTo>
                  <a:lnTo>
                    <a:pt x="1496457" y="1629084"/>
                  </a:lnTo>
                  <a:lnTo>
                    <a:pt x="1496451" y="1629082"/>
                  </a:lnTo>
                  <a:lnTo>
                    <a:pt x="1496442" y="1629082"/>
                  </a:lnTo>
                  <a:lnTo>
                    <a:pt x="1496432" y="1629083"/>
                  </a:lnTo>
                  <a:lnTo>
                    <a:pt x="1496407" y="1629080"/>
                  </a:lnTo>
                  <a:lnTo>
                    <a:pt x="1496390" y="1629075"/>
                  </a:lnTo>
                  <a:lnTo>
                    <a:pt x="1496382" y="1629072"/>
                  </a:lnTo>
                  <a:lnTo>
                    <a:pt x="1496372" y="1629067"/>
                  </a:lnTo>
                  <a:lnTo>
                    <a:pt x="1496363" y="1629060"/>
                  </a:lnTo>
                  <a:lnTo>
                    <a:pt x="1496353" y="1629054"/>
                  </a:lnTo>
                  <a:lnTo>
                    <a:pt x="1496341" y="1629048"/>
                  </a:lnTo>
                  <a:lnTo>
                    <a:pt x="1496329" y="1629043"/>
                  </a:lnTo>
                  <a:lnTo>
                    <a:pt x="1496320" y="1629034"/>
                  </a:lnTo>
                  <a:lnTo>
                    <a:pt x="1496310" y="1629032"/>
                  </a:lnTo>
                  <a:lnTo>
                    <a:pt x="1496305" y="1629032"/>
                  </a:lnTo>
                  <a:lnTo>
                    <a:pt x="1496300" y="1629037"/>
                  </a:lnTo>
                  <a:lnTo>
                    <a:pt x="1496287" y="1629043"/>
                  </a:lnTo>
                  <a:lnTo>
                    <a:pt x="1496267" y="1629007"/>
                  </a:lnTo>
                  <a:lnTo>
                    <a:pt x="1496254" y="1628980"/>
                  </a:lnTo>
                  <a:lnTo>
                    <a:pt x="1496212" y="1628896"/>
                  </a:lnTo>
                  <a:lnTo>
                    <a:pt x="1496197" y="1628882"/>
                  </a:lnTo>
                  <a:lnTo>
                    <a:pt x="1496182" y="1628868"/>
                  </a:lnTo>
                  <a:lnTo>
                    <a:pt x="1496159" y="1628858"/>
                  </a:lnTo>
                  <a:lnTo>
                    <a:pt x="1496146" y="1628854"/>
                  </a:lnTo>
                  <a:lnTo>
                    <a:pt x="1496130" y="1628851"/>
                  </a:lnTo>
                  <a:lnTo>
                    <a:pt x="1496121" y="1628852"/>
                  </a:lnTo>
                  <a:lnTo>
                    <a:pt x="1496111" y="1628851"/>
                  </a:lnTo>
                  <a:lnTo>
                    <a:pt x="1496092" y="1628855"/>
                  </a:lnTo>
                  <a:lnTo>
                    <a:pt x="1496074" y="1628858"/>
                  </a:lnTo>
                  <a:lnTo>
                    <a:pt x="1496060" y="1628864"/>
                  </a:lnTo>
                  <a:lnTo>
                    <a:pt x="1496054" y="1628868"/>
                  </a:lnTo>
                  <a:lnTo>
                    <a:pt x="1496049" y="1628872"/>
                  </a:lnTo>
                  <a:lnTo>
                    <a:pt x="1496058" y="1628786"/>
                  </a:lnTo>
                  <a:lnTo>
                    <a:pt x="1496048" y="1628776"/>
                  </a:lnTo>
                  <a:lnTo>
                    <a:pt x="1496041" y="1628769"/>
                  </a:lnTo>
                  <a:lnTo>
                    <a:pt x="1496030" y="1628760"/>
                  </a:lnTo>
                  <a:lnTo>
                    <a:pt x="1496013" y="1628742"/>
                  </a:lnTo>
                  <a:lnTo>
                    <a:pt x="1496001" y="1628734"/>
                  </a:lnTo>
                  <a:lnTo>
                    <a:pt x="1495987" y="1628725"/>
                  </a:lnTo>
                  <a:lnTo>
                    <a:pt x="1495981" y="1628719"/>
                  </a:lnTo>
                  <a:lnTo>
                    <a:pt x="1495926" y="1628731"/>
                  </a:lnTo>
                  <a:lnTo>
                    <a:pt x="1495912" y="1628735"/>
                  </a:lnTo>
                  <a:lnTo>
                    <a:pt x="1495811" y="1628764"/>
                  </a:lnTo>
                  <a:lnTo>
                    <a:pt x="1495787" y="1628739"/>
                  </a:lnTo>
                  <a:lnTo>
                    <a:pt x="1495776" y="1628729"/>
                  </a:lnTo>
                  <a:lnTo>
                    <a:pt x="1495769" y="1628716"/>
                  </a:lnTo>
                  <a:lnTo>
                    <a:pt x="1495766" y="1628710"/>
                  </a:lnTo>
                  <a:lnTo>
                    <a:pt x="1495761" y="1628702"/>
                  </a:lnTo>
                  <a:lnTo>
                    <a:pt x="1495752" y="1628686"/>
                  </a:lnTo>
                  <a:lnTo>
                    <a:pt x="1495742" y="1628668"/>
                  </a:lnTo>
                  <a:lnTo>
                    <a:pt x="1495734" y="1628659"/>
                  </a:lnTo>
                  <a:lnTo>
                    <a:pt x="1495727" y="1628653"/>
                  </a:lnTo>
                  <a:lnTo>
                    <a:pt x="1495718" y="1628651"/>
                  </a:lnTo>
                  <a:lnTo>
                    <a:pt x="1495712" y="1628649"/>
                  </a:lnTo>
                  <a:lnTo>
                    <a:pt x="1495692" y="1628649"/>
                  </a:lnTo>
                  <a:lnTo>
                    <a:pt x="1495672" y="1628648"/>
                  </a:lnTo>
                  <a:lnTo>
                    <a:pt x="1495657" y="1628649"/>
                  </a:lnTo>
                  <a:lnTo>
                    <a:pt x="1495648" y="1628644"/>
                  </a:lnTo>
                  <a:lnTo>
                    <a:pt x="1495641" y="1628635"/>
                  </a:lnTo>
                  <a:lnTo>
                    <a:pt x="1495637" y="1628630"/>
                  </a:lnTo>
                  <a:lnTo>
                    <a:pt x="1495628" y="1628622"/>
                  </a:lnTo>
                  <a:lnTo>
                    <a:pt x="1495620" y="1628616"/>
                  </a:lnTo>
                  <a:lnTo>
                    <a:pt x="1495608" y="1628611"/>
                  </a:lnTo>
                  <a:lnTo>
                    <a:pt x="1495594" y="1628606"/>
                  </a:lnTo>
                  <a:lnTo>
                    <a:pt x="1495590" y="1628601"/>
                  </a:lnTo>
                  <a:lnTo>
                    <a:pt x="1495585" y="1628595"/>
                  </a:lnTo>
                  <a:lnTo>
                    <a:pt x="1495580" y="1628587"/>
                  </a:lnTo>
                  <a:lnTo>
                    <a:pt x="1495576" y="1628579"/>
                  </a:lnTo>
                  <a:lnTo>
                    <a:pt x="1495570" y="1628571"/>
                  </a:lnTo>
                  <a:lnTo>
                    <a:pt x="1495562" y="1628567"/>
                  </a:lnTo>
                  <a:lnTo>
                    <a:pt x="1495557" y="1628568"/>
                  </a:lnTo>
                  <a:lnTo>
                    <a:pt x="1495548" y="1628569"/>
                  </a:lnTo>
                  <a:lnTo>
                    <a:pt x="1495533" y="1628570"/>
                  </a:lnTo>
                  <a:lnTo>
                    <a:pt x="1495519" y="1628570"/>
                  </a:lnTo>
                  <a:lnTo>
                    <a:pt x="1495509" y="1628570"/>
                  </a:lnTo>
                  <a:lnTo>
                    <a:pt x="1495495" y="1628575"/>
                  </a:lnTo>
                  <a:lnTo>
                    <a:pt x="1495480" y="1628578"/>
                  </a:lnTo>
                  <a:lnTo>
                    <a:pt x="1495463" y="1628580"/>
                  </a:lnTo>
                  <a:lnTo>
                    <a:pt x="1495442" y="1628584"/>
                  </a:lnTo>
                  <a:lnTo>
                    <a:pt x="1495422" y="1628599"/>
                  </a:lnTo>
                  <a:lnTo>
                    <a:pt x="1495387" y="1628621"/>
                  </a:lnTo>
                  <a:lnTo>
                    <a:pt x="1495365" y="1628633"/>
                  </a:lnTo>
                  <a:lnTo>
                    <a:pt x="1495358" y="1628638"/>
                  </a:lnTo>
                  <a:lnTo>
                    <a:pt x="1495344" y="1628643"/>
                  </a:lnTo>
                  <a:lnTo>
                    <a:pt x="1495332" y="1628646"/>
                  </a:lnTo>
                  <a:lnTo>
                    <a:pt x="1495322" y="1628650"/>
                  </a:lnTo>
                  <a:lnTo>
                    <a:pt x="1495311" y="1628653"/>
                  </a:lnTo>
                  <a:lnTo>
                    <a:pt x="1495301" y="1628659"/>
                  </a:lnTo>
                  <a:lnTo>
                    <a:pt x="1495297" y="1628663"/>
                  </a:lnTo>
                  <a:lnTo>
                    <a:pt x="1495289" y="1628677"/>
                  </a:lnTo>
                  <a:lnTo>
                    <a:pt x="1495282" y="1628690"/>
                  </a:lnTo>
                  <a:lnTo>
                    <a:pt x="1495277" y="1628700"/>
                  </a:lnTo>
                  <a:lnTo>
                    <a:pt x="1495271" y="1628708"/>
                  </a:lnTo>
                  <a:lnTo>
                    <a:pt x="1495253" y="1628724"/>
                  </a:lnTo>
                  <a:lnTo>
                    <a:pt x="1495243" y="1628733"/>
                  </a:lnTo>
                  <a:lnTo>
                    <a:pt x="1495236" y="1628739"/>
                  </a:lnTo>
                  <a:lnTo>
                    <a:pt x="1495224" y="1628750"/>
                  </a:lnTo>
                  <a:lnTo>
                    <a:pt x="1495218" y="1628764"/>
                  </a:lnTo>
                  <a:lnTo>
                    <a:pt x="1495215" y="1628779"/>
                  </a:lnTo>
                  <a:lnTo>
                    <a:pt x="1495210" y="1628801"/>
                  </a:lnTo>
                  <a:lnTo>
                    <a:pt x="1495200" y="1628844"/>
                  </a:lnTo>
                  <a:lnTo>
                    <a:pt x="1495195" y="1628856"/>
                  </a:lnTo>
                  <a:lnTo>
                    <a:pt x="1495187" y="1628859"/>
                  </a:lnTo>
                  <a:lnTo>
                    <a:pt x="1495176" y="1628859"/>
                  </a:lnTo>
                  <a:lnTo>
                    <a:pt x="1495161" y="1628859"/>
                  </a:lnTo>
                  <a:lnTo>
                    <a:pt x="1495144" y="1628862"/>
                  </a:lnTo>
                  <a:lnTo>
                    <a:pt x="1495118" y="1628863"/>
                  </a:lnTo>
                  <a:lnTo>
                    <a:pt x="1495089" y="1628865"/>
                  </a:lnTo>
                  <a:lnTo>
                    <a:pt x="1495078" y="1628865"/>
                  </a:lnTo>
                  <a:lnTo>
                    <a:pt x="1495062" y="1628866"/>
                  </a:lnTo>
                  <a:lnTo>
                    <a:pt x="1495047" y="1628870"/>
                  </a:lnTo>
                  <a:lnTo>
                    <a:pt x="1495022" y="1628886"/>
                  </a:lnTo>
                  <a:lnTo>
                    <a:pt x="1495010" y="1628899"/>
                  </a:lnTo>
                  <a:lnTo>
                    <a:pt x="1495005" y="1628908"/>
                  </a:lnTo>
                  <a:lnTo>
                    <a:pt x="1494997" y="1628959"/>
                  </a:lnTo>
                  <a:lnTo>
                    <a:pt x="1494990" y="1628987"/>
                  </a:lnTo>
                  <a:lnTo>
                    <a:pt x="1494976" y="1629006"/>
                  </a:lnTo>
                  <a:lnTo>
                    <a:pt x="1494967" y="1629020"/>
                  </a:lnTo>
                  <a:lnTo>
                    <a:pt x="1494965" y="1629036"/>
                  </a:lnTo>
                  <a:lnTo>
                    <a:pt x="1494962" y="1629058"/>
                  </a:lnTo>
                  <a:lnTo>
                    <a:pt x="1494958" y="1629063"/>
                  </a:lnTo>
                  <a:lnTo>
                    <a:pt x="1494949" y="1629060"/>
                  </a:lnTo>
                  <a:lnTo>
                    <a:pt x="1494935" y="1629057"/>
                  </a:lnTo>
                  <a:lnTo>
                    <a:pt x="1494916" y="1629056"/>
                  </a:lnTo>
                  <a:lnTo>
                    <a:pt x="1494902" y="1629055"/>
                  </a:lnTo>
                  <a:lnTo>
                    <a:pt x="1494885" y="1629070"/>
                  </a:lnTo>
                  <a:lnTo>
                    <a:pt x="1494867" y="1629081"/>
                  </a:lnTo>
                  <a:lnTo>
                    <a:pt x="1494847" y="1629087"/>
                  </a:lnTo>
                  <a:lnTo>
                    <a:pt x="1494839" y="1629088"/>
                  </a:lnTo>
                  <a:lnTo>
                    <a:pt x="1494829" y="1629089"/>
                  </a:lnTo>
                  <a:lnTo>
                    <a:pt x="1494821" y="1629088"/>
                  </a:lnTo>
                  <a:lnTo>
                    <a:pt x="1494812" y="1629088"/>
                  </a:lnTo>
                  <a:lnTo>
                    <a:pt x="1494785" y="1629089"/>
                  </a:lnTo>
                  <a:lnTo>
                    <a:pt x="1494776" y="1629090"/>
                  </a:lnTo>
                  <a:lnTo>
                    <a:pt x="1494769" y="1629092"/>
                  </a:lnTo>
                  <a:lnTo>
                    <a:pt x="1494761" y="1629097"/>
                  </a:lnTo>
                  <a:lnTo>
                    <a:pt x="1494758" y="1629106"/>
                  </a:lnTo>
                  <a:lnTo>
                    <a:pt x="1494753" y="1629120"/>
                  </a:lnTo>
                  <a:lnTo>
                    <a:pt x="1494747" y="1629144"/>
                  </a:lnTo>
                  <a:lnTo>
                    <a:pt x="1494737" y="1629165"/>
                  </a:lnTo>
                  <a:lnTo>
                    <a:pt x="1494731" y="1629176"/>
                  </a:lnTo>
                  <a:lnTo>
                    <a:pt x="1494725" y="1629179"/>
                  </a:lnTo>
                  <a:lnTo>
                    <a:pt x="1494716" y="1629179"/>
                  </a:lnTo>
                  <a:lnTo>
                    <a:pt x="1494709" y="1629182"/>
                  </a:lnTo>
                  <a:lnTo>
                    <a:pt x="1494703" y="1629185"/>
                  </a:lnTo>
                  <a:lnTo>
                    <a:pt x="1494688" y="1629189"/>
                  </a:lnTo>
                  <a:lnTo>
                    <a:pt x="1494673" y="1629193"/>
                  </a:lnTo>
                  <a:lnTo>
                    <a:pt x="1494658" y="1629193"/>
                  </a:lnTo>
                  <a:lnTo>
                    <a:pt x="1494634" y="1629178"/>
                  </a:lnTo>
                  <a:lnTo>
                    <a:pt x="1494609" y="1629164"/>
                  </a:lnTo>
                  <a:lnTo>
                    <a:pt x="1494589" y="1629155"/>
                  </a:lnTo>
                  <a:lnTo>
                    <a:pt x="1494574" y="1629160"/>
                  </a:lnTo>
                  <a:lnTo>
                    <a:pt x="1494532" y="1629185"/>
                  </a:lnTo>
                  <a:lnTo>
                    <a:pt x="1494524" y="1629188"/>
                  </a:lnTo>
                  <a:lnTo>
                    <a:pt x="1494505" y="1629197"/>
                  </a:lnTo>
                  <a:lnTo>
                    <a:pt x="1494447" y="1629224"/>
                  </a:lnTo>
                  <a:lnTo>
                    <a:pt x="1494437" y="1629238"/>
                  </a:lnTo>
                  <a:lnTo>
                    <a:pt x="1494430" y="1629260"/>
                  </a:lnTo>
                  <a:lnTo>
                    <a:pt x="1494428" y="1629288"/>
                  </a:lnTo>
                  <a:lnTo>
                    <a:pt x="1494426" y="1629325"/>
                  </a:lnTo>
                  <a:lnTo>
                    <a:pt x="1494426" y="1629360"/>
                  </a:lnTo>
                  <a:lnTo>
                    <a:pt x="1494428" y="1629380"/>
                  </a:lnTo>
                  <a:lnTo>
                    <a:pt x="1494433" y="1629431"/>
                  </a:lnTo>
                  <a:lnTo>
                    <a:pt x="1494428" y="1629472"/>
                  </a:lnTo>
                  <a:lnTo>
                    <a:pt x="1494425" y="1629478"/>
                  </a:lnTo>
                  <a:lnTo>
                    <a:pt x="1494422" y="1629485"/>
                  </a:lnTo>
                  <a:lnTo>
                    <a:pt x="1494410" y="1629507"/>
                  </a:lnTo>
                  <a:lnTo>
                    <a:pt x="1494403" y="1629522"/>
                  </a:lnTo>
                  <a:lnTo>
                    <a:pt x="1494393" y="1629538"/>
                  </a:lnTo>
                  <a:lnTo>
                    <a:pt x="1494385" y="1629549"/>
                  </a:lnTo>
                  <a:lnTo>
                    <a:pt x="1494374" y="1629559"/>
                  </a:lnTo>
                  <a:lnTo>
                    <a:pt x="1494370" y="1629563"/>
                  </a:lnTo>
                  <a:lnTo>
                    <a:pt x="1494365" y="1629569"/>
                  </a:lnTo>
                  <a:lnTo>
                    <a:pt x="1494358" y="1629577"/>
                  </a:lnTo>
                  <a:lnTo>
                    <a:pt x="1494352" y="1629580"/>
                  </a:lnTo>
                  <a:lnTo>
                    <a:pt x="1494347" y="1629582"/>
                  </a:lnTo>
                  <a:lnTo>
                    <a:pt x="1494340" y="1629579"/>
                  </a:lnTo>
                  <a:lnTo>
                    <a:pt x="1494330" y="1629575"/>
                  </a:lnTo>
                  <a:lnTo>
                    <a:pt x="1494322" y="1629571"/>
                  </a:lnTo>
                  <a:lnTo>
                    <a:pt x="1494315" y="1629565"/>
                  </a:lnTo>
                  <a:lnTo>
                    <a:pt x="1494305" y="1629555"/>
                  </a:lnTo>
                  <a:lnTo>
                    <a:pt x="1494291" y="1629542"/>
                  </a:lnTo>
                  <a:lnTo>
                    <a:pt x="1494278" y="1629533"/>
                  </a:lnTo>
                  <a:lnTo>
                    <a:pt x="1494268" y="1629527"/>
                  </a:lnTo>
                  <a:lnTo>
                    <a:pt x="1494255" y="1629523"/>
                  </a:lnTo>
                  <a:lnTo>
                    <a:pt x="1494243" y="1629520"/>
                  </a:lnTo>
                  <a:lnTo>
                    <a:pt x="1494229" y="1629521"/>
                  </a:lnTo>
                  <a:lnTo>
                    <a:pt x="1494217" y="1629523"/>
                  </a:lnTo>
                  <a:lnTo>
                    <a:pt x="1494204" y="1629528"/>
                  </a:lnTo>
                  <a:lnTo>
                    <a:pt x="1494190" y="1629531"/>
                  </a:lnTo>
                  <a:lnTo>
                    <a:pt x="1494174" y="1629535"/>
                  </a:lnTo>
                  <a:lnTo>
                    <a:pt x="1494159" y="1629540"/>
                  </a:lnTo>
                  <a:lnTo>
                    <a:pt x="1494147" y="1629545"/>
                  </a:lnTo>
                  <a:lnTo>
                    <a:pt x="1494138" y="1629549"/>
                  </a:lnTo>
                  <a:lnTo>
                    <a:pt x="1494129" y="1629554"/>
                  </a:lnTo>
                  <a:lnTo>
                    <a:pt x="1494113" y="1629564"/>
                  </a:lnTo>
                  <a:lnTo>
                    <a:pt x="1494092" y="1629576"/>
                  </a:lnTo>
                  <a:lnTo>
                    <a:pt x="1494083" y="1629581"/>
                  </a:lnTo>
                  <a:lnTo>
                    <a:pt x="1494071" y="1629587"/>
                  </a:lnTo>
                  <a:lnTo>
                    <a:pt x="1494051" y="1629595"/>
                  </a:lnTo>
                  <a:lnTo>
                    <a:pt x="1494043" y="1629607"/>
                  </a:lnTo>
                  <a:lnTo>
                    <a:pt x="1494030" y="1629631"/>
                  </a:lnTo>
                  <a:lnTo>
                    <a:pt x="1494026" y="1629651"/>
                  </a:lnTo>
                  <a:lnTo>
                    <a:pt x="1494026" y="1629671"/>
                  </a:lnTo>
                  <a:lnTo>
                    <a:pt x="1494029" y="1629689"/>
                  </a:lnTo>
                  <a:lnTo>
                    <a:pt x="1494028" y="1629710"/>
                  </a:lnTo>
                  <a:lnTo>
                    <a:pt x="1494019" y="1629738"/>
                  </a:lnTo>
                  <a:lnTo>
                    <a:pt x="1494011" y="1629759"/>
                  </a:lnTo>
                  <a:lnTo>
                    <a:pt x="1493985" y="1629776"/>
                  </a:lnTo>
                  <a:lnTo>
                    <a:pt x="1493970" y="1629785"/>
                  </a:lnTo>
                  <a:lnTo>
                    <a:pt x="1493957" y="1629793"/>
                  </a:lnTo>
                  <a:lnTo>
                    <a:pt x="1493945" y="1629803"/>
                  </a:lnTo>
                  <a:lnTo>
                    <a:pt x="1493935" y="1629803"/>
                  </a:lnTo>
                  <a:lnTo>
                    <a:pt x="1493915" y="1629798"/>
                  </a:lnTo>
                  <a:lnTo>
                    <a:pt x="1493904" y="1629800"/>
                  </a:lnTo>
                  <a:lnTo>
                    <a:pt x="1493885" y="1629808"/>
                  </a:lnTo>
                  <a:lnTo>
                    <a:pt x="1493872" y="1629818"/>
                  </a:lnTo>
                  <a:lnTo>
                    <a:pt x="1493867" y="1629830"/>
                  </a:lnTo>
                  <a:lnTo>
                    <a:pt x="1493860" y="1629880"/>
                  </a:lnTo>
                  <a:lnTo>
                    <a:pt x="1493860" y="1629909"/>
                  </a:lnTo>
                  <a:lnTo>
                    <a:pt x="1493863" y="1629946"/>
                  </a:lnTo>
                  <a:lnTo>
                    <a:pt x="1493869" y="1629975"/>
                  </a:lnTo>
                  <a:lnTo>
                    <a:pt x="1493878" y="1630001"/>
                  </a:lnTo>
                  <a:lnTo>
                    <a:pt x="1493853" y="1630013"/>
                  </a:lnTo>
                  <a:lnTo>
                    <a:pt x="1493829" y="1630026"/>
                  </a:lnTo>
                  <a:lnTo>
                    <a:pt x="1493811" y="1630049"/>
                  </a:lnTo>
                  <a:lnTo>
                    <a:pt x="1493805" y="1630056"/>
                  </a:lnTo>
                  <a:lnTo>
                    <a:pt x="1493786" y="1630085"/>
                  </a:lnTo>
                  <a:lnTo>
                    <a:pt x="1493772" y="1630103"/>
                  </a:lnTo>
                  <a:lnTo>
                    <a:pt x="1493763" y="1630114"/>
                  </a:lnTo>
                  <a:lnTo>
                    <a:pt x="1493756" y="1630127"/>
                  </a:lnTo>
                  <a:lnTo>
                    <a:pt x="1493745" y="1630150"/>
                  </a:lnTo>
                  <a:lnTo>
                    <a:pt x="1493729" y="1630173"/>
                  </a:lnTo>
                  <a:lnTo>
                    <a:pt x="1493713" y="1630195"/>
                  </a:lnTo>
                  <a:lnTo>
                    <a:pt x="1493698" y="1630219"/>
                  </a:lnTo>
                  <a:lnTo>
                    <a:pt x="1493681" y="1630242"/>
                  </a:lnTo>
                  <a:lnTo>
                    <a:pt x="1493676" y="1630247"/>
                  </a:lnTo>
                  <a:lnTo>
                    <a:pt x="1493672" y="1630255"/>
                  </a:lnTo>
                  <a:lnTo>
                    <a:pt x="1493650" y="1630282"/>
                  </a:lnTo>
                  <a:lnTo>
                    <a:pt x="1493644" y="1630287"/>
                  </a:lnTo>
                  <a:lnTo>
                    <a:pt x="1493640" y="1630296"/>
                  </a:lnTo>
                  <a:lnTo>
                    <a:pt x="1493629" y="1630314"/>
                  </a:lnTo>
                  <a:lnTo>
                    <a:pt x="1493622" y="1630331"/>
                  </a:lnTo>
                  <a:lnTo>
                    <a:pt x="1493611" y="1630343"/>
                  </a:lnTo>
                  <a:lnTo>
                    <a:pt x="1493603" y="1630356"/>
                  </a:lnTo>
                  <a:lnTo>
                    <a:pt x="1493598" y="1630360"/>
                  </a:lnTo>
                  <a:lnTo>
                    <a:pt x="1493590" y="1630369"/>
                  </a:lnTo>
                  <a:lnTo>
                    <a:pt x="1493571" y="1630372"/>
                  </a:lnTo>
                  <a:lnTo>
                    <a:pt x="1493547" y="1630377"/>
                  </a:lnTo>
                  <a:lnTo>
                    <a:pt x="1493522" y="1630380"/>
                  </a:lnTo>
                  <a:lnTo>
                    <a:pt x="1493496" y="1630381"/>
                  </a:lnTo>
                  <a:lnTo>
                    <a:pt x="1493472" y="1630385"/>
                  </a:lnTo>
                  <a:lnTo>
                    <a:pt x="1493464" y="1630387"/>
                  </a:lnTo>
                  <a:lnTo>
                    <a:pt x="1493448" y="1630390"/>
                  </a:lnTo>
                  <a:lnTo>
                    <a:pt x="1493422" y="1630395"/>
                  </a:lnTo>
                  <a:lnTo>
                    <a:pt x="1493398" y="1630400"/>
                  </a:lnTo>
                  <a:lnTo>
                    <a:pt x="1493375" y="1630406"/>
                  </a:lnTo>
                  <a:lnTo>
                    <a:pt x="1493352" y="1630414"/>
                  </a:lnTo>
                  <a:lnTo>
                    <a:pt x="1493339" y="1630417"/>
                  </a:lnTo>
                  <a:lnTo>
                    <a:pt x="1493326" y="1630422"/>
                  </a:lnTo>
                  <a:lnTo>
                    <a:pt x="1493317" y="1630427"/>
                  </a:lnTo>
                  <a:lnTo>
                    <a:pt x="1493309" y="1630433"/>
                  </a:lnTo>
                  <a:lnTo>
                    <a:pt x="1493303" y="1630438"/>
                  </a:lnTo>
                  <a:lnTo>
                    <a:pt x="1493294" y="1630450"/>
                  </a:lnTo>
                  <a:lnTo>
                    <a:pt x="1493288" y="1630460"/>
                  </a:lnTo>
                  <a:lnTo>
                    <a:pt x="1493281" y="1630470"/>
                  </a:lnTo>
                  <a:lnTo>
                    <a:pt x="1493270" y="1630492"/>
                  </a:lnTo>
                  <a:lnTo>
                    <a:pt x="1493264" y="1630501"/>
                  </a:lnTo>
                  <a:lnTo>
                    <a:pt x="1493256" y="1630510"/>
                  </a:lnTo>
                  <a:lnTo>
                    <a:pt x="1493245" y="1630523"/>
                  </a:lnTo>
                  <a:lnTo>
                    <a:pt x="1493239" y="1630533"/>
                  </a:lnTo>
                  <a:lnTo>
                    <a:pt x="1493236" y="1630544"/>
                  </a:lnTo>
                  <a:lnTo>
                    <a:pt x="1493234" y="1630556"/>
                  </a:lnTo>
                  <a:lnTo>
                    <a:pt x="1493232" y="1630564"/>
                  </a:lnTo>
                  <a:lnTo>
                    <a:pt x="1493226" y="1630574"/>
                  </a:lnTo>
                  <a:lnTo>
                    <a:pt x="1493212" y="1630586"/>
                  </a:lnTo>
                  <a:lnTo>
                    <a:pt x="1493210" y="1630600"/>
                  </a:lnTo>
                  <a:lnTo>
                    <a:pt x="1493203" y="1630607"/>
                  </a:lnTo>
                  <a:lnTo>
                    <a:pt x="1493184" y="1630622"/>
                  </a:lnTo>
                  <a:lnTo>
                    <a:pt x="1493159" y="1630637"/>
                  </a:lnTo>
                  <a:lnTo>
                    <a:pt x="1493139" y="1630649"/>
                  </a:lnTo>
                  <a:lnTo>
                    <a:pt x="1493128" y="1630657"/>
                  </a:lnTo>
                  <a:lnTo>
                    <a:pt x="1493119" y="1630665"/>
                  </a:lnTo>
                  <a:lnTo>
                    <a:pt x="1493115" y="1630674"/>
                  </a:lnTo>
                  <a:lnTo>
                    <a:pt x="1493111" y="1630684"/>
                  </a:lnTo>
                  <a:lnTo>
                    <a:pt x="1493105" y="1630693"/>
                  </a:lnTo>
                  <a:lnTo>
                    <a:pt x="1493095" y="1630703"/>
                  </a:lnTo>
                  <a:lnTo>
                    <a:pt x="1493082" y="1630712"/>
                  </a:lnTo>
                  <a:lnTo>
                    <a:pt x="1493069" y="1630723"/>
                  </a:lnTo>
                  <a:lnTo>
                    <a:pt x="1493058" y="1630733"/>
                  </a:lnTo>
                  <a:lnTo>
                    <a:pt x="1493052" y="1630741"/>
                  </a:lnTo>
                  <a:lnTo>
                    <a:pt x="1493043" y="1630754"/>
                  </a:lnTo>
                  <a:lnTo>
                    <a:pt x="1493036" y="1630759"/>
                  </a:lnTo>
                  <a:lnTo>
                    <a:pt x="1493030" y="1630762"/>
                  </a:lnTo>
                  <a:lnTo>
                    <a:pt x="1493024" y="1630766"/>
                  </a:lnTo>
                  <a:lnTo>
                    <a:pt x="1493017" y="1630769"/>
                  </a:lnTo>
                  <a:lnTo>
                    <a:pt x="1493013" y="1630774"/>
                  </a:lnTo>
                  <a:lnTo>
                    <a:pt x="1493009" y="1630779"/>
                  </a:lnTo>
                  <a:lnTo>
                    <a:pt x="1493006" y="1630784"/>
                  </a:lnTo>
                  <a:lnTo>
                    <a:pt x="1492998" y="1630803"/>
                  </a:lnTo>
                  <a:lnTo>
                    <a:pt x="1492996" y="1630810"/>
                  </a:lnTo>
                  <a:lnTo>
                    <a:pt x="1492993" y="1630825"/>
                  </a:lnTo>
                  <a:lnTo>
                    <a:pt x="1492990" y="1630839"/>
                  </a:lnTo>
                  <a:lnTo>
                    <a:pt x="1492990" y="1630848"/>
                  </a:lnTo>
                  <a:lnTo>
                    <a:pt x="1492990" y="1630855"/>
                  </a:lnTo>
                  <a:lnTo>
                    <a:pt x="1492988" y="1630873"/>
                  </a:lnTo>
                  <a:lnTo>
                    <a:pt x="1492986" y="1630894"/>
                  </a:lnTo>
                  <a:lnTo>
                    <a:pt x="1492984" y="1630906"/>
                  </a:lnTo>
                  <a:lnTo>
                    <a:pt x="1492976" y="1630925"/>
                  </a:lnTo>
                  <a:lnTo>
                    <a:pt x="1492973" y="1630932"/>
                  </a:lnTo>
                  <a:lnTo>
                    <a:pt x="1492972" y="1630942"/>
                  </a:lnTo>
                  <a:lnTo>
                    <a:pt x="1492973" y="1630959"/>
                  </a:lnTo>
                  <a:lnTo>
                    <a:pt x="1492972" y="1630971"/>
                  </a:lnTo>
                  <a:lnTo>
                    <a:pt x="1492971" y="1630979"/>
                  </a:lnTo>
                  <a:lnTo>
                    <a:pt x="1492964" y="1630993"/>
                  </a:lnTo>
                  <a:lnTo>
                    <a:pt x="1492957" y="1631006"/>
                  </a:lnTo>
                  <a:lnTo>
                    <a:pt x="1492950" y="1631015"/>
                  </a:lnTo>
                  <a:lnTo>
                    <a:pt x="1492945" y="1631022"/>
                  </a:lnTo>
                  <a:lnTo>
                    <a:pt x="1492931" y="1631037"/>
                  </a:lnTo>
                  <a:lnTo>
                    <a:pt x="1492922" y="1631041"/>
                  </a:lnTo>
                  <a:lnTo>
                    <a:pt x="1492904" y="1631047"/>
                  </a:lnTo>
                  <a:lnTo>
                    <a:pt x="1492891" y="1631051"/>
                  </a:lnTo>
                  <a:lnTo>
                    <a:pt x="1492884" y="1631055"/>
                  </a:lnTo>
                  <a:lnTo>
                    <a:pt x="1492875" y="1631063"/>
                  </a:lnTo>
                  <a:lnTo>
                    <a:pt x="1492866" y="1631070"/>
                  </a:lnTo>
                  <a:lnTo>
                    <a:pt x="1492854" y="1631080"/>
                  </a:lnTo>
                  <a:lnTo>
                    <a:pt x="1492842" y="1631095"/>
                  </a:lnTo>
                  <a:lnTo>
                    <a:pt x="1492832" y="1631107"/>
                  </a:lnTo>
                  <a:lnTo>
                    <a:pt x="1492821" y="1631124"/>
                  </a:lnTo>
                  <a:lnTo>
                    <a:pt x="1492814" y="1631134"/>
                  </a:lnTo>
                  <a:lnTo>
                    <a:pt x="1492806" y="1631141"/>
                  </a:lnTo>
                  <a:lnTo>
                    <a:pt x="1492794" y="1631146"/>
                  </a:lnTo>
                  <a:lnTo>
                    <a:pt x="1492787" y="1631146"/>
                  </a:lnTo>
                  <a:lnTo>
                    <a:pt x="1492771" y="1631147"/>
                  </a:lnTo>
                  <a:lnTo>
                    <a:pt x="1492755" y="1631148"/>
                  </a:lnTo>
                  <a:lnTo>
                    <a:pt x="1492742" y="1631150"/>
                  </a:lnTo>
                  <a:lnTo>
                    <a:pt x="1492731" y="1631153"/>
                  </a:lnTo>
                  <a:lnTo>
                    <a:pt x="1492718" y="1631153"/>
                  </a:lnTo>
                  <a:lnTo>
                    <a:pt x="1492705" y="1631152"/>
                  </a:lnTo>
                  <a:lnTo>
                    <a:pt x="1492695" y="1631154"/>
                  </a:lnTo>
                  <a:lnTo>
                    <a:pt x="1492687" y="1631160"/>
                  </a:lnTo>
                  <a:lnTo>
                    <a:pt x="1492677" y="1631171"/>
                  </a:lnTo>
                  <a:lnTo>
                    <a:pt x="1492671" y="1631178"/>
                  </a:lnTo>
                  <a:lnTo>
                    <a:pt x="1492663" y="1631188"/>
                  </a:lnTo>
                  <a:lnTo>
                    <a:pt x="1492655" y="1631195"/>
                  </a:lnTo>
                  <a:lnTo>
                    <a:pt x="1492644" y="1631199"/>
                  </a:lnTo>
                  <a:lnTo>
                    <a:pt x="1492635" y="1631200"/>
                  </a:lnTo>
                  <a:lnTo>
                    <a:pt x="1492628" y="1631200"/>
                  </a:lnTo>
                  <a:lnTo>
                    <a:pt x="1492616" y="1631197"/>
                  </a:lnTo>
                  <a:lnTo>
                    <a:pt x="1492611" y="1631196"/>
                  </a:lnTo>
                  <a:lnTo>
                    <a:pt x="1492602" y="1631200"/>
                  </a:lnTo>
                  <a:lnTo>
                    <a:pt x="1492593" y="1631207"/>
                  </a:lnTo>
                  <a:lnTo>
                    <a:pt x="1492579" y="1631213"/>
                  </a:lnTo>
                  <a:lnTo>
                    <a:pt x="1492566" y="1631220"/>
                  </a:lnTo>
                  <a:lnTo>
                    <a:pt x="1492556" y="1631222"/>
                  </a:lnTo>
                  <a:lnTo>
                    <a:pt x="1492550" y="1631218"/>
                  </a:lnTo>
                  <a:lnTo>
                    <a:pt x="1492545" y="1631214"/>
                  </a:lnTo>
                  <a:lnTo>
                    <a:pt x="1492535" y="1631210"/>
                  </a:lnTo>
                  <a:lnTo>
                    <a:pt x="1492526" y="1631209"/>
                  </a:lnTo>
                  <a:lnTo>
                    <a:pt x="1492514" y="1631211"/>
                  </a:lnTo>
                  <a:lnTo>
                    <a:pt x="1492496" y="1631214"/>
                  </a:lnTo>
                  <a:lnTo>
                    <a:pt x="1492481" y="1631219"/>
                  </a:lnTo>
                  <a:lnTo>
                    <a:pt x="1492476" y="1631220"/>
                  </a:lnTo>
                  <a:lnTo>
                    <a:pt x="1492469" y="1631227"/>
                  </a:lnTo>
                  <a:lnTo>
                    <a:pt x="1492462" y="1631232"/>
                  </a:lnTo>
                  <a:lnTo>
                    <a:pt x="1492455" y="1631233"/>
                  </a:lnTo>
                  <a:lnTo>
                    <a:pt x="1492445" y="1631233"/>
                  </a:lnTo>
                  <a:lnTo>
                    <a:pt x="1492434" y="1631236"/>
                  </a:lnTo>
                  <a:lnTo>
                    <a:pt x="1492429" y="1631237"/>
                  </a:lnTo>
                  <a:lnTo>
                    <a:pt x="1492422" y="1631240"/>
                  </a:lnTo>
                  <a:lnTo>
                    <a:pt x="1492411" y="1631244"/>
                  </a:lnTo>
                  <a:lnTo>
                    <a:pt x="1492401" y="1631250"/>
                  </a:lnTo>
                  <a:lnTo>
                    <a:pt x="1492388" y="1631258"/>
                  </a:lnTo>
                  <a:lnTo>
                    <a:pt x="1492383" y="1631258"/>
                  </a:lnTo>
                  <a:lnTo>
                    <a:pt x="1492367" y="1631258"/>
                  </a:lnTo>
                  <a:lnTo>
                    <a:pt x="1492359" y="1631260"/>
                  </a:lnTo>
                  <a:lnTo>
                    <a:pt x="1492342" y="1631259"/>
                  </a:lnTo>
                  <a:lnTo>
                    <a:pt x="1492330" y="1631259"/>
                  </a:lnTo>
                  <a:lnTo>
                    <a:pt x="1492321" y="1631265"/>
                  </a:lnTo>
                  <a:lnTo>
                    <a:pt x="1492310" y="1631269"/>
                  </a:lnTo>
                  <a:lnTo>
                    <a:pt x="1492299" y="1631271"/>
                  </a:lnTo>
                  <a:lnTo>
                    <a:pt x="1492289" y="1631271"/>
                  </a:lnTo>
                  <a:lnTo>
                    <a:pt x="1492281" y="1631268"/>
                  </a:lnTo>
                  <a:lnTo>
                    <a:pt x="1492275" y="1631268"/>
                  </a:lnTo>
                  <a:lnTo>
                    <a:pt x="1492269" y="1631268"/>
                  </a:lnTo>
                  <a:lnTo>
                    <a:pt x="1492256" y="1631272"/>
                  </a:lnTo>
                  <a:lnTo>
                    <a:pt x="1492239" y="1631277"/>
                  </a:lnTo>
                  <a:lnTo>
                    <a:pt x="1492225" y="1631281"/>
                  </a:lnTo>
                  <a:lnTo>
                    <a:pt x="1492199" y="1631291"/>
                  </a:lnTo>
                  <a:lnTo>
                    <a:pt x="1492182" y="1631297"/>
                  </a:lnTo>
                  <a:lnTo>
                    <a:pt x="1492174" y="1631298"/>
                  </a:lnTo>
                  <a:lnTo>
                    <a:pt x="1492164" y="1631297"/>
                  </a:lnTo>
                  <a:lnTo>
                    <a:pt x="1492154" y="1631295"/>
                  </a:lnTo>
                  <a:lnTo>
                    <a:pt x="1492144" y="1631292"/>
                  </a:lnTo>
                  <a:lnTo>
                    <a:pt x="1492135" y="1631295"/>
                  </a:lnTo>
                  <a:lnTo>
                    <a:pt x="1492123" y="1631299"/>
                  </a:lnTo>
                  <a:lnTo>
                    <a:pt x="1492113" y="1631300"/>
                  </a:lnTo>
                  <a:lnTo>
                    <a:pt x="1492104" y="1631300"/>
                  </a:lnTo>
                  <a:lnTo>
                    <a:pt x="1492095" y="1631297"/>
                  </a:lnTo>
                  <a:lnTo>
                    <a:pt x="1492087" y="1631291"/>
                  </a:lnTo>
                  <a:lnTo>
                    <a:pt x="1492077" y="1631283"/>
                  </a:lnTo>
                  <a:lnTo>
                    <a:pt x="1492070" y="1631281"/>
                  </a:lnTo>
                  <a:lnTo>
                    <a:pt x="1492056" y="1631279"/>
                  </a:lnTo>
                  <a:lnTo>
                    <a:pt x="1492045" y="1631277"/>
                  </a:lnTo>
                  <a:lnTo>
                    <a:pt x="1492026" y="1631270"/>
                  </a:lnTo>
                  <a:lnTo>
                    <a:pt x="1492009" y="1631265"/>
                  </a:lnTo>
                  <a:lnTo>
                    <a:pt x="1491993" y="1631255"/>
                  </a:lnTo>
                  <a:lnTo>
                    <a:pt x="1491980" y="1631247"/>
                  </a:lnTo>
                  <a:lnTo>
                    <a:pt x="1491963" y="1631238"/>
                  </a:lnTo>
                  <a:lnTo>
                    <a:pt x="1491954" y="1631233"/>
                  </a:lnTo>
                  <a:lnTo>
                    <a:pt x="1491947" y="1631233"/>
                  </a:lnTo>
                  <a:lnTo>
                    <a:pt x="1491942" y="1631233"/>
                  </a:lnTo>
                  <a:lnTo>
                    <a:pt x="1491926" y="1631238"/>
                  </a:lnTo>
                  <a:lnTo>
                    <a:pt x="1491911" y="1631240"/>
                  </a:lnTo>
                  <a:lnTo>
                    <a:pt x="1491902" y="1631239"/>
                  </a:lnTo>
                  <a:lnTo>
                    <a:pt x="1491893" y="1631237"/>
                  </a:lnTo>
                  <a:lnTo>
                    <a:pt x="1491883" y="1631234"/>
                  </a:lnTo>
                  <a:lnTo>
                    <a:pt x="1491874" y="1631233"/>
                  </a:lnTo>
                  <a:lnTo>
                    <a:pt x="1491865" y="1631238"/>
                  </a:lnTo>
                  <a:lnTo>
                    <a:pt x="1491861" y="1631243"/>
                  </a:lnTo>
                  <a:lnTo>
                    <a:pt x="1491852" y="1631249"/>
                  </a:lnTo>
                  <a:lnTo>
                    <a:pt x="1491838" y="1631258"/>
                  </a:lnTo>
                  <a:lnTo>
                    <a:pt x="1491808" y="1631274"/>
                  </a:lnTo>
                  <a:lnTo>
                    <a:pt x="1491788" y="1631283"/>
                  </a:lnTo>
                  <a:lnTo>
                    <a:pt x="1491770" y="1631296"/>
                  </a:lnTo>
                  <a:lnTo>
                    <a:pt x="1491763" y="1631305"/>
                  </a:lnTo>
                  <a:lnTo>
                    <a:pt x="1491752" y="1631322"/>
                  </a:lnTo>
                  <a:lnTo>
                    <a:pt x="1491743" y="1631332"/>
                  </a:lnTo>
                  <a:lnTo>
                    <a:pt x="1491736" y="1631340"/>
                  </a:lnTo>
                  <a:lnTo>
                    <a:pt x="1491723" y="1631347"/>
                  </a:lnTo>
                  <a:lnTo>
                    <a:pt x="1491709" y="1631354"/>
                  </a:lnTo>
                  <a:lnTo>
                    <a:pt x="1491698" y="1631358"/>
                  </a:lnTo>
                  <a:lnTo>
                    <a:pt x="1491685" y="1631366"/>
                  </a:lnTo>
                  <a:lnTo>
                    <a:pt x="1491671" y="1631376"/>
                  </a:lnTo>
                  <a:lnTo>
                    <a:pt x="1491662" y="1631383"/>
                  </a:lnTo>
                  <a:lnTo>
                    <a:pt x="1491656" y="1631390"/>
                  </a:lnTo>
                  <a:lnTo>
                    <a:pt x="1491650" y="1631396"/>
                  </a:lnTo>
                  <a:lnTo>
                    <a:pt x="1491642" y="1631402"/>
                  </a:lnTo>
                  <a:lnTo>
                    <a:pt x="1491635" y="1631407"/>
                  </a:lnTo>
                  <a:lnTo>
                    <a:pt x="1491631" y="1631410"/>
                  </a:lnTo>
                  <a:lnTo>
                    <a:pt x="1491623" y="1631416"/>
                  </a:lnTo>
                  <a:lnTo>
                    <a:pt x="1491617" y="1631420"/>
                  </a:lnTo>
                  <a:lnTo>
                    <a:pt x="1491609" y="1631426"/>
                  </a:lnTo>
                  <a:lnTo>
                    <a:pt x="1491602" y="1631441"/>
                  </a:lnTo>
                  <a:lnTo>
                    <a:pt x="1491595" y="1631460"/>
                  </a:lnTo>
                  <a:lnTo>
                    <a:pt x="1491589" y="1631474"/>
                  </a:lnTo>
                  <a:lnTo>
                    <a:pt x="1491585" y="1631488"/>
                  </a:lnTo>
                  <a:lnTo>
                    <a:pt x="1491582" y="1631504"/>
                  </a:lnTo>
                  <a:lnTo>
                    <a:pt x="1491582" y="1631519"/>
                  </a:lnTo>
                  <a:lnTo>
                    <a:pt x="1491582" y="1631533"/>
                  </a:lnTo>
                  <a:lnTo>
                    <a:pt x="1491580" y="1631539"/>
                  </a:lnTo>
                  <a:lnTo>
                    <a:pt x="1491577" y="1631547"/>
                  </a:lnTo>
                  <a:lnTo>
                    <a:pt x="1491569" y="1631576"/>
                  </a:lnTo>
                  <a:lnTo>
                    <a:pt x="1491566" y="1631601"/>
                  </a:lnTo>
                  <a:lnTo>
                    <a:pt x="1491565" y="1631611"/>
                  </a:lnTo>
                  <a:lnTo>
                    <a:pt x="1491565" y="1631616"/>
                  </a:lnTo>
                  <a:lnTo>
                    <a:pt x="1491566" y="1631626"/>
                  </a:lnTo>
                  <a:lnTo>
                    <a:pt x="1491572" y="1631644"/>
                  </a:lnTo>
                  <a:lnTo>
                    <a:pt x="1491575" y="1631655"/>
                  </a:lnTo>
                  <a:lnTo>
                    <a:pt x="1491582" y="1631676"/>
                  </a:lnTo>
                  <a:lnTo>
                    <a:pt x="1491586" y="1631691"/>
                  </a:lnTo>
                  <a:lnTo>
                    <a:pt x="1491587" y="1631706"/>
                  </a:lnTo>
                  <a:lnTo>
                    <a:pt x="1491587" y="1631717"/>
                  </a:lnTo>
                  <a:lnTo>
                    <a:pt x="1491587" y="1631725"/>
                  </a:lnTo>
                  <a:lnTo>
                    <a:pt x="1491581" y="1631733"/>
                  </a:lnTo>
                  <a:lnTo>
                    <a:pt x="1491570" y="1631743"/>
                  </a:lnTo>
                  <a:lnTo>
                    <a:pt x="1491565" y="1631753"/>
                  </a:lnTo>
                  <a:lnTo>
                    <a:pt x="1491554" y="1631766"/>
                  </a:lnTo>
                  <a:lnTo>
                    <a:pt x="1491544" y="1631781"/>
                  </a:lnTo>
                  <a:lnTo>
                    <a:pt x="1491538" y="1631794"/>
                  </a:lnTo>
                  <a:lnTo>
                    <a:pt x="1491532" y="1631808"/>
                  </a:lnTo>
                  <a:lnTo>
                    <a:pt x="1491530" y="1631817"/>
                  </a:lnTo>
                  <a:lnTo>
                    <a:pt x="1491529" y="1631829"/>
                  </a:lnTo>
                  <a:lnTo>
                    <a:pt x="1491528" y="1631844"/>
                  </a:lnTo>
                  <a:lnTo>
                    <a:pt x="1491532" y="1631858"/>
                  </a:lnTo>
                  <a:lnTo>
                    <a:pt x="1491531" y="1631876"/>
                  </a:lnTo>
                  <a:lnTo>
                    <a:pt x="1491527" y="1631888"/>
                  </a:lnTo>
                  <a:lnTo>
                    <a:pt x="1491524" y="1631894"/>
                  </a:lnTo>
                  <a:lnTo>
                    <a:pt x="1491519" y="1631903"/>
                  </a:lnTo>
                  <a:lnTo>
                    <a:pt x="1491515" y="1631913"/>
                  </a:lnTo>
                  <a:lnTo>
                    <a:pt x="1491519" y="1631927"/>
                  </a:lnTo>
                  <a:lnTo>
                    <a:pt x="1491523" y="1631936"/>
                  </a:lnTo>
                  <a:lnTo>
                    <a:pt x="1491523" y="1631948"/>
                  </a:lnTo>
                  <a:lnTo>
                    <a:pt x="1491523" y="1631961"/>
                  </a:lnTo>
                  <a:lnTo>
                    <a:pt x="1491523" y="1631970"/>
                  </a:lnTo>
                  <a:lnTo>
                    <a:pt x="1491523" y="1631981"/>
                  </a:lnTo>
                  <a:lnTo>
                    <a:pt x="1491523" y="1631989"/>
                  </a:lnTo>
                  <a:lnTo>
                    <a:pt x="1491521" y="1631996"/>
                  </a:lnTo>
                  <a:lnTo>
                    <a:pt x="1491512" y="1631998"/>
                  </a:lnTo>
                  <a:lnTo>
                    <a:pt x="1491451" y="1632005"/>
                  </a:lnTo>
                  <a:lnTo>
                    <a:pt x="1491425" y="1632010"/>
                  </a:lnTo>
                  <a:lnTo>
                    <a:pt x="1491389" y="1632020"/>
                  </a:lnTo>
                  <a:lnTo>
                    <a:pt x="1491364" y="1632024"/>
                  </a:lnTo>
                  <a:lnTo>
                    <a:pt x="1491349" y="1632027"/>
                  </a:lnTo>
                  <a:lnTo>
                    <a:pt x="1491313" y="1632022"/>
                  </a:lnTo>
                  <a:lnTo>
                    <a:pt x="1491301" y="1632026"/>
                  </a:lnTo>
                  <a:lnTo>
                    <a:pt x="1491281" y="1632032"/>
                  </a:lnTo>
                  <a:lnTo>
                    <a:pt x="1491258" y="1632039"/>
                  </a:lnTo>
                  <a:lnTo>
                    <a:pt x="1491229" y="1632038"/>
                  </a:lnTo>
                  <a:lnTo>
                    <a:pt x="1491206" y="1632038"/>
                  </a:lnTo>
                  <a:lnTo>
                    <a:pt x="1491178" y="1632044"/>
                  </a:lnTo>
                  <a:lnTo>
                    <a:pt x="1491170" y="1632046"/>
                  </a:lnTo>
                  <a:lnTo>
                    <a:pt x="1491155" y="1632051"/>
                  </a:lnTo>
                  <a:lnTo>
                    <a:pt x="1491133" y="1632064"/>
                  </a:lnTo>
                  <a:lnTo>
                    <a:pt x="1491124" y="1632072"/>
                  </a:lnTo>
                  <a:lnTo>
                    <a:pt x="1491098" y="1632087"/>
                  </a:lnTo>
                  <a:lnTo>
                    <a:pt x="1491080" y="1632099"/>
                  </a:lnTo>
                  <a:lnTo>
                    <a:pt x="1491057" y="1632109"/>
                  </a:lnTo>
                  <a:lnTo>
                    <a:pt x="1491031" y="1632112"/>
                  </a:lnTo>
                  <a:lnTo>
                    <a:pt x="1491023" y="1632108"/>
                  </a:lnTo>
                  <a:lnTo>
                    <a:pt x="1491013" y="1632100"/>
                  </a:lnTo>
                  <a:lnTo>
                    <a:pt x="1490999" y="1632088"/>
                  </a:lnTo>
                  <a:lnTo>
                    <a:pt x="1490988" y="1632079"/>
                  </a:lnTo>
                  <a:lnTo>
                    <a:pt x="1490977" y="1632070"/>
                  </a:lnTo>
                  <a:lnTo>
                    <a:pt x="1490960" y="1632058"/>
                  </a:lnTo>
                  <a:lnTo>
                    <a:pt x="1490947" y="1632045"/>
                  </a:lnTo>
                  <a:lnTo>
                    <a:pt x="1490932" y="1632031"/>
                  </a:lnTo>
                  <a:lnTo>
                    <a:pt x="1490911" y="1632010"/>
                  </a:lnTo>
                  <a:lnTo>
                    <a:pt x="1490894" y="1631991"/>
                  </a:lnTo>
                  <a:lnTo>
                    <a:pt x="1490885" y="1631977"/>
                  </a:lnTo>
                  <a:lnTo>
                    <a:pt x="1490873" y="1631957"/>
                  </a:lnTo>
                  <a:lnTo>
                    <a:pt x="1490863" y="1631932"/>
                  </a:lnTo>
                  <a:lnTo>
                    <a:pt x="1490846" y="1631923"/>
                  </a:lnTo>
                  <a:lnTo>
                    <a:pt x="1490815" y="1631944"/>
                  </a:lnTo>
                  <a:lnTo>
                    <a:pt x="1490791" y="1631961"/>
                  </a:lnTo>
                  <a:lnTo>
                    <a:pt x="1490770" y="1631962"/>
                  </a:lnTo>
                  <a:lnTo>
                    <a:pt x="1490679" y="1631859"/>
                  </a:lnTo>
                  <a:lnTo>
                    <a:pt x="1490661" y="1631856"/>
                  </a:lnTo>
                  <a:lnTo>
                    <a:pt x="1490609" y="1631904"/>
                  </a:lnTo>
                  <a:lnTo>
                    <a:pt x="1490595" y="1631913"/>
                  </a:lnTo>
                  <a:lnTo>
                    <a:pt x="1490555" y="1631934"/>
                  </a:lnTo>
                  <a:lnTo>
                    <a:pt x="1490540" y="1631938"/>
                  </a:lnTo>
                  <a:lnTo>
                    <a:pt x="1490518" y="1631945"/>
                  </a:lnTo>
                  <a:lnTo>
                    <a:pt x="1490504" y="1631938"/>
                  </a:lnTo>
                  <a:lnTo>
                    <a:pt x="1490488" y="1631936"/>
                  </a:lnTo>
                  <a:lnTo>
                    <a:pt x="1490476" y="1631936"/>
                  </a:lnTo>
                  <a:lnTo>
                    <a:pt x="1490465" y="1631934"/>
                  </a:lnTo>
                  <a:lnTo>
                    <a:pt x="1490460" y="1631932"/>
                  </a:lnTo>
                  <a:lnTo>
                    <a:pt x="1490452" y="1631928"/>
                  </a:lnTo>
                  <a:lnTo>
                    <a:pt x="1490447" y="1631926"/>
                  </a:lnTo>
                  <a:lnTo>
                    <a:pt x="1490439" y="1631920"/>
                  </a:lnTo>
                  <a:lnTo>
                    <a:pt x="1490434" y="1631912"/>
                  </a:lnTo>
                  <a:lnTo>
                    <a:pt x="1490419" y="1631914"/>
                  </a:lnTo>
                  <a:lnTo>
                    <a:pt x="1490418" y="1631933"/>
                  </a:lnTo>
                  <a:lnTo>
                    <a:pt x="1490415" y="1631939"/>
                  </a:lnTo>
                  <a:lnTo>
                    <a:pt x="1490409" y="1631949"/>
                  </a:lnTo>
                  <a:lnTo>
                    <a:pt x="1490400" y="1631959"/>
                  </a:lnTo>
                  <a:lnTo>
                    <a:pt x="1490396" y="1631964"/>
                  </a:lnTo>
                  <a:lnTo>
                    <a:pt x="1490392" y="1631970"/>
                  </a:lnTo>
                  <a:lnTo>
                    <a:pt x="1490379" y="1631981"/>
                  </a:lnTo>
                  <a:lnTo>
                    <a:pt x="1490374" y="1631984"/>
                  </a:lnTo>
                  <a:lnTo>
                    <a:pt x="1490369" y="1631988"/>
                  </a:lnTo>
                  <a:lnTo>
                    <a:pt x="1490355" y="1631996"/>
                  </a:lnTo>
                  <a:lnTo>
                    <a:pt x="1490345" y="1631999"/>
                  </a:lnTo>
                  <a:lnTo>
                    <a:pt x="1490340" y="1632000"/>
                  </a:lnTo>
                  <a:lnTo>
                    <a:pt x="1490329" y="1632003"/>
                  </a:lnTo>
                  <a:lnTo>
                    <a:pt x="1490312" y="1632005"/>
                  </a:lnTo>
                  <a:lnTo>
                    <a:pt x="1490292" y="1632005"/>
                  </a:lnTo>
                  <a:lnTo>
                    <a:pt x="1490279" y="1632004"/>
                  </a:lnTo>
                  <a:lnTo>
                    <a:pt x="1490265" y="1632009"/>
                  </a:lnTo>
                  <a:lnTo>
                    <a:pt x="1490249" y="1632014"/>
                  </a:lnTo>
                  <a:lnTo>
                    <a:pt x="1490235" y="1632021"/>
                  </a:lnTo>
                  <a:lnTo>
                    <a:pt x="1490231" y="1632027"/>
                  </a:lnTo>
                  <a:lnTo>
                    <a:pt x="1490225" y="1632032"/>
                  </a:lnTo>
                  <a:lnTo>
                    <a:pt x="1490213" y="1632039"/>
                  </a:lnTo>
                  <a:lnTo>
                    <a:pt x="1490198" y="1632045"/>
                  </a:lnTo>
                  <a:lnTo>
                    <a:pt x="1490190" y="1632048"/>
                  </a:lnTo>
                  <a:lnTo>
                    <a:pt x="1490185" y="1632050"/>
                  </a:lnTo>
                  <a:lnTo>
                    <a:pt x="1490178" y="1632052"/>
                  </a:lnTo>
                  <a:lnTo>
                    <a:pt x="1490156" y="1632068"/>
                  </a:lnTo>
                  <a:lnTo>
                    <a:pt x="1490116" y="1632128"/>
                  </a:lnTo>
                  <a:lnTo>
                    <a:pt x="1490110" y="1632137"/>
                  </a:lnTo>
                  <a:lnTo>
                    <a:pt x="1490090" y="1632158"/>
                  </a:lnTo>
                  <a:lnTo>
                    <a:pt x="1490083" y="1632164"/>
                  </a:lnTo>
                  <a:lnTo>
                    <a:pt x="1490067" y="1632176"/>
                  </a:lnTo>
                  <a:lnTo>
                    <a:pt x="1490049" y="1632181"/>
                  </a:lnTo>
                  <a:lnTo>
                    <a:pt x="1490043" y="1632182"/>
                  </a:lnTo>
                  <a:lnTo>
                    <a:pt x="1489871" y="1632148"/>
                  </a:lnTo>
                  <a:lnTo>
                    <a:pt x="1489864" y="1632156"/>
                  </a:lnTo>
                  <a:lnTo>
                    <a:pt x="1489869" y="1632174"/>
                  </a:lnTo>
                  <a:lnTo>
                    <a:pt x="1489867" y="1632192"/>
                  </a:lnTo>
                  <a:lnTo>
                    <a:pt x="1489865" y="1632201"/>
                  </a:lnTo>
                  <a:lnTo>
                    <a:pt x="1489858" y="1632220"/>
                  </a:lnTo>
                  <a:lnTo>
                    <a:pt x="1489853" y="1632227"/>
                  </a:lnTo>
                  <a:lnTo>
                    <a:pt x="1489849" y="1632232"/>
                  </a:lnTo>
                  <a:lnTo>
                    <a:pt x="1489843" y="1632243"/>
                  </a:lnTo>
                  <a:lnTo>
                    <a:pt x="1489840" y="1632248"/>
                  </a:lnTo>
                  <a:lnTo>
                    <a:pt x="1489832" y="1632261"/>
                  </a:lnTo>
                  <a:lnTo>
                    <a:pt x="1489824" y="1632274"/>
                  </a:lnTo>
                  <a:lnTo>
                    <a:pt x="1489821" y="1632279"/>
                  </a:lnTo>
                  <a:lnTo>
                    <a:pt x="1489813" y="1632296"/>
                  </a:lnTo>
                  <a:lnTo>
                    <a:pt x="1489810" y="1632301"/>
                  </a:lnTo>
                  <a:lnTo>
                    <a:pt x="1489805" y="1632311"/>
                  </a:lnTo>
                  <a:lnTo>
                    <a:pt x="1489799" y="1632325"/>
                  </a:lnTo>
                  <a:lnTo>
                    <a:pt x="1489792" y="1632338"/>
                  </a:lnTo>
                  <a:lnTo>
                    <a:pt x="1489775" y="1632356"/>
                  </a:lnTo>
                  <a:lnTo>
                    <a:pt x="1489753" y="1632375"/>
                  </a:lnTo>
                  <a:lnTo>
                    <a:pt x="1489748" y="1632380"/>
                  </a:lnTo>
                  <a:lnTo>
                    <a:pt x="1489740" y="1632389"/>
                  </a:lnTo>
                  <a:lnTo>
                    <a:pt x="1489735" y="1632397"/>
                  </a:lnTo>
                  <a:lnTo>
                    <a:pt x="1489729" y="1632406"/>
                  </a:lnTo>
                  <a:lnTo>
                    <a:pt x="1489724" y="1632417"/>
                  </a:lnTo>
                  <a:lnTo>
                    <a:pt x="1489721" y="1632427"/>
                  </a:lnTo>
                  <a:lnTo>
                    <a:pt x="1489722" y="1632442"/>
                  </a:lnTo>
                  <a:lnTo>
                    <a:pt x="1489723" y="1632456"/>
                  </a:lnTo>
                  <a:lnTo>
                    <a:pt x="1489723" y="1632467"/>
                  </a:lnTo>
                  <a:lnTo>
                    <a:pt x="1489721" y="1632476"/>
                  </a:lnTo>
                  <a:lnTo>
                    <a:pt x="1489718" y="1632486"/>
                  </a:lnTo>
                  <a:lnTo>
                    <a:pt x="1489714" y="1632493"/>
                  </a:lnTo>
                  <a:lnTo>
                    <a:pt x="1489704" y="1632509"/>
                  </a:lnTo>
                  <a:lnTo>
                    <a:pt x="1489696" y="1632519"/>
                  </a:lnTo>
                  <a:lnTo>
                    <a:pt x="1489691" y="1632526"/>
                  </a:lnTo>
                  <a:lnTo>
                    <a:pt x="1489659" y="1632540"/>
                  </a:lnTo>
                  <a:lnTo>
                    <a:pt x="1489652" y="1632544"/>
                  </a:lnTo>
                  <a:lnTo>
                    <a:pt x="1489634" y="1632552"/>
                  </a:lnTo>
                  <a:lnTo>
                    <a:pt x="1489624" y="1632557"/>
                  </a:lnTo>
                  <a:lnTo>
                    <a:pt x="1489604" y="1632567"/>
                  </a:lnTo>
                  <a:lnTo>
                    <a:pt x="1489597" y="1632580"/>
                  </a:lnTo>
                  <a:lnTo>
                    <a:pt x="1489602" y="1632592"/>
                  </a:lnTo>
                  <a:lnTo>
                    <a:pt x="1489606" y="1632601"/>
                  </a:lnTo>
                  <a:lnTo>
                    <a:pt x="1489608" y="1632614"/>
                  </a:lnTo>
                  <a:lnTo>
                    <a:pt x="1489608" y="1632626"/>
                  </a:lnTo>
                  <a:lnTo>
                    <a:pt x="1489606" y="1632634"/>
                  </a:lnTo>
                  <a:lnTo>
                    <a:pt x="1489609" y="1632643"/>
                  </a:lnTo>
                  <a:lnTo>
                    <a:pt x="1489610" y="1632656"/>
                  </a:lnTo>
                  <a:lnTo>
                    <a:pt x="1489615" y="1632679"/>
                  </a:lnTo>
                  <a:lnTo>
                    <a:pt x="1489618" y="1632694"/>
                  </a:lnTo>
                  <a:lnTo>
                    <a:pt x="1489621" y="1632709"/>
                  </a:lnTo>
                  <a:lnTo>
                    <a:pt x="1489626" y="1632724"/>
                  </a:lnTo>
                  <a:lnTo>
                    <a:pt x="1489629" y="1632736"/>
                  </a:lnTo>
                  <a:lnTo>
                    <a:pt x="1489632" y="1632744"/>
                  </a:lnTo>
                  <a:lnTo>
                    <a:pt x="1489638" y="1632759"/>
                  </a:lnTo>
                  <a:lnTo>
                    <a:pt x="1489646" y="1632775"/>
                  </a:lnTo>
                  <a:lnTo>
                    <a:pt x="1489652" y="1632788"/>
                  </a:lnTo>
                  <a:lnTo>
                    <a:pt x="1489658" y="1632797"/>
                  </a:lnTo>
                  <a:lnTo>
                    <a:pt x="1489656" y="1632805"/>
                  </a:lnTo>
                  <a:lnTo>
                    <a:pt x="1489652" y="1632819"/>
                  </a:lnTo>
                  <a:lnTo>
                    <a:pt x="1489651" y="1632826"/>
                  </a:lnTo>
                  <a:lnTo>
                    <a:pt x="1489647" y="1632848"/>
                  </a:lnTo>
                  <a:lnTo>
                    <a:pt x="1489646" y="1632858"/>
                  </a:lnTo>
                  <a:lnTo>
                    <a:pt x="1489641" y="1632871"/>
                  </a:lnTo>
                  <a:lnTo>
                    <a:pt x="1489635" y="1632880"/>
                  </a:lnTo>
                  <a:lnTo>
                    <a:pt x="1489629" y="1632888"/>
                  </a:lnTo>
                  <a:lnTo>
                    <a:pt x="1489620" y="1632897"/>
                  </a:lnTo>
                  <a:lnTo>
                    <a:pt x="1489613" y="1632906"/>
                  </a:lnTo>
                  <a:lnTo>
                    <a:pt x="1489610" y="1632913"/>
                  </a:lnTo>
                  <a:lnTo>
                    <a:pt x="1489608" y="1632920"/>
                  </a:lnTo>
                  <a:lnTo>
                    <a:pt x="1489611" y="1632932"/>
                  </a:lnTo>
                  <a:lnTo>
                    <a:pt x="1489614" y="1632942"/>
                  </a:lnTo>
                  <a:lnTo>
                    <a:pt x="1489618" y="1632956"/>
                  </a:lnTo>
                  <a:lnTo>
                    <a:pt x="1489616" y="1632968"/>
                  </a:lnTo>
                  <a:lnTo>
                    <a:pt x="1489615" y="1632983"/>
                  </a:lnTo>
                  <a:lnTo>
                    <a:pt x="1489614" y="1632995"/>
                  </a:lnTo>
                  <a:lnTo>
                    <a:pt x="1489613" y="1633017"/>
                  </a:lnTo>
                  <a:lnTo>
                    <a:pt x="1489612" y="1633036"/>
                  </a:lnTo>
                  <a:lnTo>
                    <a:pt x="1489609" y="1633055"/>
                  </a:lnTo>
                  <a:lnTo>
                    <a:pt x="1489609" y="1633065"/>
                  </a:lnTo>
                  <a:lnTo>
                    <a:pt x="1489599" y="1633087"/>
                  </a:lnTo>
                  <a:lnTo>
                    <a:pt x="1489592" y="1633102"/>
                  </a:lnTo>
                  <a:lnTo>
                    <a:pt x="1489584" y="1633127"/>
                  </a:lnTo>
                  <a:lnTo>
                    <a:pt x="1489576" y="1633151"/>
                  </a:lnTo>
                  <a:lnTo>
                    <a:pt x="1489572" y="1633161"/>
                  </a:lnTo>
                  <a:lnTo>
                    <a:pt x="1489566" y="1633170"/>
                  </a:lnTo>
                  <a:lnTo>
                    <a:pt x="1489559" y="1633177"/>
                  </a:lnTo>
                  <a:lnTo>
                    <a:pt x="1489557" y="1633182"/>
                  </a:lnTo>
                  <a:lnTo>
                    <a:pt x="1489556" y="1633190"/>
                  </a:lnTo>
                  <a:lnTo>
                    <a:pt x="1489554" y="1633199"/>
                  </a:lnTo>
                  <a:lnTo>
                    <a:pt x="1489551" y="1633219"/>
                  </a:lnTo>
                  <a:lnTo>
                    <a:pt x="1489545" y="1633233"/>
                  </a:lnTo>
                  <a:lnTo>
                    <a:pt x="1489536" y="1633249"/>
                  </a:lnTo>
                  <a:lnTo>
                    <a:pt x="1489518" y="1633277"/>
                  </a:lnTo>
                  <a:lnTo>
                    <a:pt x="1489514" y="1633283"/>
                  </a:lnTo>
                  <a:lnTo>
                    <a:pt x="1489503" y="1633299"/>
                  </a:lnTo>
                  <a:lnTo>
                    <a:pt x="1489500" y="1633306"/>
                  </a:lnTo>
                  <a:lnTo>
                    <a:pt x="1489495" y="1633316"/>
                  </a:lnTo>
                  <a:lnTo>
                    <a:pt x="1489492" y="1633323"/>
                  </a:lnTo>
                  <a:lnTo>
                    <a:pt x="1489488" y="1633332"/>
                  </a:lnTo>
                  <a:lnTo>
                    <a:pt x="1489482" y="1633344"/>
                  </a:lnTo>
                  <a:lnTo>
                    <a:pt x="1489473" y="1633354"/>
                  </a:lnTo>
                  <a:lnTo>
                    <a:pt x="1489463" y="1633365"/>
                  </a:lnTo>
                  <a:lnTo>
                    <a:pt x="1489454" y="1633377"/>
                  </a:lnTo>
                  <a:lnTo>
                    <a:pt x="1489444" y="1633392"/>
                  </a:lnTo>
                  <a:lnTo>
                    <a:pt x="1489432" y="1633407"/>
                  </a:lnTo>
                  <a:lnTo>
                    <a:pt x="1489424" y="1633417"/>
                  </a:lnTo>
                  <a:lnTo>
                    <a:pt x="1489417" y="1633428"/>
                  </a:lnTo>
                  <a:lnTo>
                    <a:pt x="1489410" y="1633438"/>
                  </a:lnTo>
                  <a:lnTo>
                    <a:pt x="1489402" y="1633446"/>
                  </a:lnTo>
                  <a:lnTo>
                    <a:pt x="1489396" y="1633455"/>
                  </a:lnTo>
                  <a:lnTo>
                    <a:pt x="1489392" y="1633469"/>
                  </a:lnTo>
                  <a:lnTo>
                    <a:pt x="1489390" y="1633478"/>
                  </a:lnTo>
                  <a:lnTo>
                    <a:pt x="1489391" y="1633496"/>
                  </a:lnTo>
                  <a:lnTo>
                    <a:pt x="1489391" y="1633505"/>
                  </a:lnTo>
                  <a:lnTo>
                    <a:pt x="1489387" y="1633517"/>
                  </a:lnTo>
                  <a:lnTo>
                    <a:pt x="1489382" y="1633524"/>
                  </a:lnTo>
                  <a:lnTo>
                    <a:pt x="1489373" y="1633533"/>
                  </a:lnTo>
                  <a:lnTo>
                    <a:pt x="1489368" y="1633540"/>
                  </a:lnTo>
                  <a:lnTo>
                    <a:pt x="1489363" y="1633549"/>
                  </a:lnTo>
                  <a:lnTo>
                    <a:pt x="1489359" y="1633562"/>
                  </a:lnTo>
                  <a:lnTo>
                    <a:pt x="1489354" y="1633574"/>
                  </a:lnTo>
                  <a:lnTo>
                    <a:pt x="1489348" y="1633585"/>
                  </a:lnTo>
                  <a:lnTo>
                    <a:pt x="1489342" y="1633594"/>
                  </a:lnTo>
                  <a:lnTo>
                    <a:pt x="1489320" y="1633604"/>
                  </a:lnTo>
                  <a:lnTo>
                    <a:pt x="1489306" y="1633613"/>
                  </a:lnTo>
                  <a:lnTo>
                    <a:pt x="1489295" y="1633642"/>
                  </a:lnTo>
                  <a:lnTo>
                    <a:pt x="1489292" y="1633652"/>
                  </a:lnTo>
                  <a:lnTo>
                    <a:pt x="1489284" y="1633666"/>
                  </a:lnTo>
                  <a:lnTo>
                    <a:pt x="1489276" y="1633680"/>
                  </a:lnTo>
                  <a:lnTo>
                    <a:pt x="1489262" y="1633705"/>
                  </a:lnTo>
                  <a:lnTo>
                    <a:pt x="1489239" y="1633732"/>
                  </a:lnTo>
                  <a:lnTo>
                    <a:pt x="1489230" y="1633740"/>
                  </a:lnTo>
                  <a:lnTo>
                    <a:pt x="1489226" y="1633744"/>
                  </a:lnTo>
                  <a:lnTo>
                    <a:pt x="1489221" y="1633748"/>
                  </a:lnTo>
                  <a:lnTo>
                    <a:pt x="1489216" y="1633751"/>
                  </a:lnTo>
                  <a:lnTo>
                    <a:pt x="1489202" y="1633758"/>
                  </a:lnTo>
                  <a:lnTo>
                    <a:pt x="1489190" y="1633760"/>
                  </a:lnTo>
                  <a:lnTo>
                    <a:pt x="1489181" y="1633760"/>
                  </a:lnTo>
                  <a:lnTo>
                    <a:pt x="1489173" y="1633759"/>
                  </a:lnTo>
                  <a:lnTo>
                    <a:pt x="1489162" y="1633757"/>
                  </a:lnTo>
                  <a:lnTo>
                    <a:pt x="1489152" y="1633755"/>
                  </a:lnTo>
                  <a:lnTo>
                    <a:pt x="1489146" y="1633754"/>
                  </a:lnTo>
                  <a:lnTo>
                    <a:pt x="1489140" y="1633753"/>
                  </a:lnTo>
                  <a:lnTo>
                    <a:pt x="1489137" y="1633760"/>
                  </a:lnTo>
                  <a:lnTo>
                    <a:pt x="1489137" y="1633769"/>
                  </a:lnTo>
                  <a:lnTo>
                    <a:pt x="1489140" y="1633779"/>
                  </a:lnTo>
                  <a:lnTo>
                    <a:pt x="1489142" y="1633787"/>
                  </a:lnTo>
                  <a:lnTo>
                    <a:pt x="1489148" y="1633797"/>
                  </a:lnTo>
                  <a:lnTo>
                    <a:pt x="1489156" y="1633815"/>
                  </a:lnTo>
                  <a:lnTo>
                    <a:pt x="1489164" y="1633831"/>
                  </a:lnTo>
                  <a:lnTo>
                    <a:pt x="1489168" y="1633842"/>
                  </a:lnTo>
                  <a:lnTo>
                    <a:pt x="1489169" y="1633849"/>
                  </a:lnTo>
                  <a:lnTo>
                    <a:pt x="1489171" y="1633855"/>
                  </a:lnTo>
                  <a:lnTo>
                    <a:pt x="1489168" y="1633866"/>
                  </a:lnTo>
                  <a:lnTo>
                    <a:pt x="1489165" y="1633873"/>
                  </a:lnTo>
                  <a:lnTo>
                    <a:pt x="1489159" y="1633888"/>
                  </a:lnTo>
                  <a:lnTo>
                    <a:pt x="1489149" y="1633899"/>
                  </a:lnTo>
                  <a:lnTo>
                    <a:pt x="1489145" y="1633905"/>
                  </a:lnTo>
                  <a:lnTo>
                    <a:pt x="1489144" y="1633912"/>
                  </a:lnTo>
                  <a:lnTo>
                    <a:pt x="1489148" y="1633921"/>
                  </a:lnTo>
                  <a:lnTo>
                    <a:pt x="1489152" y="1633931"/>
                  </a:lnTo>
                  <a:lnTo>
                    <a:pt x="1489155" y="1633941"/>
                  </a:lnTo>
                  <a:lnTo>
                    <a:pt x="1489156" y="1633948"/>
                  </a:lnTo>
                  <a:lnTo>
                    <a:pt x="1489160" y="1633967"/>
                  </a:lnTo>
                  <a:lnTo>
                    <a:pt x="1489171" y="1633977"/>
                  </a:lnTo>
                  <a:lnTo>
                    <a:pt x="1489185" y="1633981"/>
                  </a:lnTo>
                  <a:lnTo>
                    <a:pt x="1489199" y="1633984"/>
                  </a:lnTo>
                  <a:lnTo>
                    <a:pt x="1489209" y="1633994"/>
                  </a:lnTo>
                  <a:lnTo>
                    <a:pt x="1489347" y="1634142"/>
                  </a:lnTo>
                  <a:lnTo>
                    <a:pt x="1489333" y="1634143"/>
                  </a:lnTo>
                  <a:lnTo>
                    <a:pt x="1489320" y="1634150"/>
                  </a:lnTo>
                  <a:lnTo>
                    <a:pt x="1489314" y="1634160"/>
                  </a:lnTo>
                  <a:lnTo>
                    <a:pt x="1489310" y="1634192"/>
                  </a:lnTo>
                  <a:lnTo>
                    <a:pt x="1489307" y="1634208"/>
                  </a:lnTo>
                  <a:lnTo>
                    <a:pt x="1489303" y="1634234"/>
                  </a:lnTo>
                  <a:lnTo>
                    <a:pt x="1489301" y="1634243"/>
                  </a:lnTo>
                  <a:lnTo>
                    <a:pt x="1489300" y="1634257"/>
                  </a:lnTo>
                  <a:lnTo>
                    <a:pt x="1489302" y="1634274"/>
                  </a:lnTo>
                  <a:lnTo>
                    <a:pt x="1489292" y="1634285"/>
                  </a:lnTo>
                  <a:lnTo>
                    <a:pt x="1489289" y="1634290"/>
                  </a:lnTo>
                  <a:lnTo>
                    <a:pt x="1489282" y="1634299"/>
                  </a:lnTo>
                  <a:lnTo>
                    <a:pt x="1489276" y="1634310"/>
                  </a:lnTo>
                  <a:lnTo>
                    <a:pt x="1489270" y="1634327"/>
                  </a:lnTo>
                  <a:lnTo>
                    <a:pt x="1489267" y="1634343"/>
                  </a:lnTo>
                  <a:lnTo>
                    <a:pt x="1489265" y="1634352"/>
                  </a:lnTo>
                  <a:lnTo>
                    <a:pt x="1489262" y="1634374"/>
                  </a:lnTo>
                  <a:lnTo>
                    <a:pt x="1489276" y="1634397"/>
                  </a:lnTo>
                  <a:lnTo>
                    <a:pt x="1489277" y="1634414"/>
                  </a:lnTo>
                  <a:lnTo>
                    <a:pt x="1489271" y="1634434"/>
                  </a:lnTo>
                  <a:lnTo>
                    <a:pt x="1489273" y="1634442"/>
                  </a:lnTo>
                  <a:lnTo>
                    <a:pt x="1489276" y="1634453"/>
                  </a:lnTo>
                  <a:lnTo>
                    <a:pt x="1489284" y="1634490"/>
                  </a:lnTo>
                  <a:lnTo>
                    <a:pt x="1489284" y="1634529"/>
                  </a:lnTo>
                  <a:lnTo>
                    <a:pt x="1489274" y="1634578"/>
                  </a:lnTo>
                  <a:lnTo>
                    <a:pt x="1489265" y="1634604"/>
                  </a:lnTo>
                  <a:lnTo>
                    <a:pt x="1489239" y="1634622"/>
                  </a:lnTo>
                  <a:lnTo>
                    <a:pt x="1489222" y="1634628"/>
                  </a:lnTo>
                  <a:lnTo>
                    <a:pt x="1489209" y="1634633"/>
                  </a:lnTo>
                  <a:lnTo>
                    <a:pt x="1489203" y="1634649"/>
                  </a:lnTo>
                  <a:lnTo>
                    <a:pt x="1489201" y="1634660"/>
                  </a:lnTo>
                  <a:lnTo>
                    <a:pt x="1489201" y="1634702"/>
                  </a:lnTo>
                  <a:lnTo>
                    <a:pt x="1489200" y="1634733"/>
                  </a:lnTo>
                  <a:lnTo>
                    <a:pt x="1489198" y="1634743"/>
                  </a:lnTo>
                  <a:lnTo>
                    <a:pt x="1489185" y="1634755"/>
                  </a:lnTo>
                  <a:lnTo>
                    <a:pt x="1489170" y="1634765"/>
                  </a:lnTo>
                  <a:lnTo>
                    <a:pt x="1489160" y="1634771"/>
                  </a:lnTo>
                  <a:lnTo>
                    <a:pt x="1489151" y="1634778"/>
                  </a:lnTo>
                  <a:lnTo>
                    <a:pt x="1489139" y="1634786"/>
                  </a:lnTo>
                  <a:lnTo>
                    <a:pt x="1489125" y="1634783"/>
                  </a:lnTo>
                  <a:lnTo>
                    <a:pt x="1489117" y="1634776"/>
                  </a:lnTo>
                  <a:lnTo>
                    <a:pt x="1489097" y="1634768"/>
                  </a:lnTo>
                  <a:lnTo>
                    <a:pt x="1489088" y="1634767"/>
                  </a:lnTo>
                  <a:lnTo>
                    <a:pt x="1489074" y="1634768"/>
                  </a:lnTo>
                  <a:lnTo>
                    <a:pt x="1489065" y="1634769"/>
                  </a:lnTo>
                  <a:lnTo>
                    <a:pt x="1489034" y="1634765"/>
                  </a:lnTo>
                  <a:lnTo>
                    <a:pt x="1489019" y="1634760"/>
                  </a:lnTo>
                  <a:lnTo>
                    <a:pt x="1488997" y="1634744"/>
                  </a:lnTo>
                  <a:lnTo>
                    <a:pt x="1488976" y="1634726"/>
                  </a:lnTo>
                  <a:lnTo>
                    <a:pt x="1488956" y="1634716"/>
                  </a:lnTo>
                  <a:lnTo>
                    <a:pt x="1488932" y="1634707"/>
                  </a:lnTo>
                  <a:lnTo>
                    <a:pt x="1488916" y="1634699"/>
                  </a:lnTo>
                  <a:lnTo>
                    <a:pt x="1488902" y="1634686"/>
                  </a:lnTo>
                  <a:lnTo>
                    <a:pt x="1488861" y="1634671"/>
                  </a:lnTo>
                  <a:lnTo>
                    <a:pt x="1488845" y="1634664"/>
                  </a:lnTo>
                  <a:lnTo>
                    <a:pt x="1488835" y="1634659"/>
                  </a:lnTo>
                  <a:lnTo>
                    <a:pt x="1488806" y="1634646"/>
                  </a:lnTo>
                  <a:lnTo>
                    <a:pt x="1488792" y="1634642"/>
                  </a:lnTo>
                  <a:lnTo>
                    <a:pt x="1488780" y="1634634"/>
                  </a:lnTo>
                  <a:lnTo>
                    <a:pt x="1488773" y="1634630"/>
                  </a:lnTo>
                  <a:lnTo>
                    <a:pt x="1488724" y="1634597"/>
                  </a:lnTo>
                  <a:lnTo>
                    <a:pt x="1488716" y="1634593"/>
                  </a:lnTo>
                  <a:lnTo>
                    <a:pt x="1488707" y="1634585"/>
                  </a:lnTo>
                  <a:lnTo>
                    <a:pt x="1488697" y="1634576"/>
                  </a:lnTo>
                  <a:lnTo>
                    <a:pt x="1488692" y="1634570"/>
                  </a:lnTo>
                  <a:lnTo>
                    <a:pt x="1488687" y="1634563"/>
                  </a:lnTo>
                  <a:lnTo>
                    <a:pt x="1488677" y="1634556"/>
                  </a:lnTo>
                  <a:lnTo>
                    <a:pt x="1488671" y="1634554"/>
                  </a:lnTo>
                  <a:lnTo>
                    <a:pt x="1488663" y="1634552"/>
                  </a:lnTo>
                  <a:lnTo>
                    <a:pt x="1488657" y="1634555"/>
                  </a:lnTo>
                  <a:lnTo>
                    <a:pt x="1488651" y="1634554"/>
                  </a:lnTo>
                  <a:lnTo>
                    <a:pt x="1488645" y="1634554"/>
                  </a:lnTo>
                  <a:lnTo>
                    <a:pt x="1488635" y="1634554"/>
                  </a:lnTo>
                  <a:lnTo>
                    <a:pt x="1488626" y="1634550"/>
                  </a:lnTo>
                  <a:lnTo>
                    <a:pt x="1488616" y="1634544"/>
                  </a:lnTo>
                  <a:lnTo>
                    <a:pt x="1488584" y="1634528"/>
                  </a:lnTo>
                  <a:lnTo>
                    <a:pt x="1488572" y="1634522"/>
                  </a:lnTo>
                  <a:lnTo>
                    <a:pt x="1488560" y="1634514"/>
                  </a:lnTo>
                  <a:lnTo>
                    <a:pt x="1488553" y="1634510"/>
                  </a:lnTo>
                  <a:lnTo>
                    <a:pt x="1488446" y="1634443"/>
                  </a:lnTo>
                  <a:lnTo>
                    <a:pt x="1488436" y="1634445"/>
                  </a:lnTo>
                  <a:lnTo>
                    <a:pt x="1488420" y="1634446"/>
                  </a:lnTo>
                  <a:lnTo>
                    <a:pt x="1488410" y="1634446"/>
                  </a:lnTo>
                  <a:lnTo>
                    <a:pt x="1488396" y="1634445"/>
                  </a:lnTo>
                  <a:lnTo>
                    <a:pt x="1488369" y="1634448"/>
                  </a:lnTo>
                  <a:lnTo>
                    <a:pt x="1488361" y="1634451"/>
                  </a:lnTo>
                  <a:lnTo>
                    <a:pt x="1488349" y="1634457"/>
                  </a:lnTo>
                  <a:lnTo>
                    <a:pt x="1488337" y="1634463"/>
                  </a:lnTo>
                  <a:lnTo>
                    <a:pt x="1488330" y="1634469"/>
                  </a:lnTo>
                  <a:lnTo>
                    <a:pt x="1488322" y="1634473"/>
                  </a:lnTo>
                  <a:lnTo>
                    <a:pt x="1488311" y="1634477"/>
                  </a:lnTo>
                  <a:lnTo>
                    <a:pt x="1488298" y="1634484"/>
                  </a:lnTo>
                  <a:lnTo>
                    <a:pt x="1488292" y="1634486"/>
                  </a:lnTo>
                  <a:lnTo>
                    <a:pt x="1488279" y="1634492"/>
                  </a:lnTo>
                  <a:lnTo>
                    <a:pt x="1488268" y="1634497"/>
                  </a:lnTo>
                  <a:lnTo>
                    <a:pt x="1488250" y="1634496"/>
                  </a:lnTo>
                  <a:lnTo>
                    <a:pt x="1488238" y="1634492"/>
                  </a:lnTo>
                  <a:lnTo>
                    <a:pt x="1488226" y="1634483"/>
                  </a:lnTo>
                  <a:lnTo>
                    <a:pt x="1488216" y="1634473"/>
                  </a:lnTo>
                  <a:lnTo>
                    <a:pt x="1488208" y="1634461"/>
                  </a:lnTo>
                  <a:lnTo>
                    <a:pt x="1488196" y="1634439"/>
                  </a:lnTo>
                  <a:lnTo>
                    <a:pt x="1488185" y="1634416"/>
                  </a:lnTo>
                  <a:lnTo>
                    <a:pt x="1488169" y="1634388"/>
                  </a:lnTo>
                  <a:lnTo>
                    <a:pt x="1488160" y="1634373"/>
                  </a:lnTo>
                  <a:lnTo>
                    <a:pt x="1488148" y="1634353"/>
                  </a:lnTo>
                  <a:lnTo>
                    <a:pt x="1488137" y="1634333"/>
                  </a:lnTo>
                  <a:lnTo>
                    <a:pt x="1488129" y="1634324"/>
                  </a:lnTo>
                  <a:lnTo>
                    <a:pt x="1488114" y="1634315"/>
                  </a:lnTo>
                  <a:lnTo>
                    <a:pt x="1488079" y="1634297"/>
                  </a:lnTo>
                  <a:lnTo>
                    <a:pt x="1488050" y="1634290"/>
                  </a:lnTo>
                  <a:lnTo>
                    <a:pt x="1488056" y="1634286"/>
                  </a:lnTo>
                  <a:lnTo>
                    <a:pt x="1488073" y="1634273"/>
                  </a:lnTo>
                  <a:lnTo>
                    <a:pt x="1488085" y="1634264"/>
                  </a:lnTo>
                  <a:lnTo>
                    <a:pt x="1488089" y="1634255"/>
                  </a:lnTo>
                  <a:lnTo>
                    <a:pt x="1488093" y="1634248"/>
                  </a:lnTo>
                  <a:lnTo>
                    <a:pt x="1488109" y="1634216"/>
                  </a:lnTo>
                  <a:lnTo>
                    <a:pt x="1488119" y="1634198"/>
                  </a:lnTo>
                  <a:lnTo>
                    <a:pt x="1488126" y="1634185"/>
                  </a:lnTo>
                  <a:lnTo>
                    <a:pt x="1488129" y="1634171"/>
                  </a:lnTo>
                  <a:lnTo>
                    <a:pt x="1488131" y="1634153"/>
                  </a:lnTo>
                  <a:lnTo>
                    <a:pt x="1488131" y="1634142"/>
                  </a:lnTo>
                  <a:lnTo>
                    <a:pt x="1488130" y="1634132"/>
                  </a:lnTo>
                  <a:lnTo>
                    <a:pt x="1488137" y="1634112"/>
                  </a:lnTo>
                  <a:lnTo>
                    <a:pt x="1488147" y="1634093"/>
                  </a:lnTo>
                  <a:lnTo>
                    <a:pt x="1488171" y="1634068"/>
                  </a:lnTo>
                  <a:lnTo>
                    <a:pt x="1488194" y="1634035"/>
                  </a:lnTo>
                  <a:lnTo>
                    <a:pt x="1488178" y="1634045"/>
                  </a:lnTo>
                  <a:lnTo>
                    <a:pt x="1488152" y="1634047"/>
                  </a:lnTo>
                  <a:lnTo>
                    <a:pt x="1488127" y="1634046"/>
                  </a:lnTo>
                  <a:lnTo>
                    <a:pt x="1488100" y="1634038"/>
                  </a:lnTo>
                  <a:lnTo>
                    <a:pt x="1488073" y="1634023"/>
                  </a:lnTo>
                  <a:lnTo>
                    <a:pt x="1488030" y="1633994"/>
                  </a:lnTo>
                  <a:lnTo>
                    <a:pt x="1488002" y="1633981"/>
                  </a:lnTo>
                  <a:lnTo>
                    <a:pt x="1487989" y="1633975"/>
                  </a:lnTo>
                  <a:lnTo>
                    <a:pt x="1487982" y="1633970"/>
                  </a:lnTo>
                  <a:lnTo>
                    <a:pt x="1487977" y="1633966"/>
                  </a:lnTo>
                  <a:lnTo>
                    <a:pt x="1487972" y="1633962"/>
                  </a:lnTo>
                  <a:lnTo>
                    <a:pt x="1487968" y="1633957"/>
                  </a:lnTo>
                  <a:lnTo>
                    <a:pt x="1487967" y="1633949"/>
                  </a:lnTo>
                  <a:lnTo>
                    <a:pt x="1487967" y="1633942"/>
                  </a:lnTo>
                  <a:lnTo>
                    <a:pt x="1487968" y="1633934"/>
                  </a:lnTo>
                  <a:lnTo>
                    <a:pt x="1487970" y="1633923"/>
                  </a:lnTo>
                  <a:lnTo>
                    <a:pt x="1487973" y="1633917"/>
                  </a:lnTo>
                  <a:lnTo>
                    <a:pt x="1487982" y="1633907"/>
                  </a:lnTo>
                  <a:lnTo>
                    <a:pt x="1487981" y="1633883"/>
                  </a:lnTo>
                  <a:lnTo>
                    <a:pt x="1487975" y="1633875"/>
                  </a:lnTo>
                  <a:lnTo>
                    <a:pt x="1487969" y="1633861"/>
                  </a:lnTo>
                  <a:lnTo>
                    <a:pt x="1487966" y="1633843"/>
                  </a:lnTo>
                  <a:lnTo>
                    <a:pt x="1487965" y="1633826"/>
                  </a:lnTo>
                  <a:lnTo>
                    <a:pt x="1487967" y="1633809"/>
                  </a:lnTo>
                  <a:lnTo>
                    <a:pt x="1487972" y="1633797"/>
                  </a:lnTo>
                  <a:lnTo>
                    <a:pt x="1487974" y="1633787"/>
                  </a:lnTo>
                  <a:lnTo>
                    <a:pt x="1487973" y="1633777"/>
                  </a:lnTo>
                  <a:lnTo>
                    <a:pt x="1487970" y="1633765"/>
                  </a:lnTo>
                  <a:lnTo>
                    <a:pt x="1487965" y="1633756"/>
                  </a:lnTo>
                  <a:lnTo>
                    <a:pt x="1487950" y="1633758"/>
                  </a:lnTo>
                  <a:lnTo>
                    <a:pt x="1487931" y="1633761"/>
                  </a:lnTo>
                  <a:lnTo>
                    <a:pt x="1487913" y="1633767"/>
                  </a:lnTo>
                  <a:lnTo>
                    <a:pt x="1487899" y="1633774"/>
                  </a:lnTo>
                  <a:lnTo>
                    <a:pt x="1487889" y="1633775"/>
                  </a:lnTo>
                  <a:lnTo>
                    <a:pt x="1487882" y="1633775"/>
                  </a:lnTo>
                  <a:lnTo>
                    <a:pt x="1487855" y="1633770"/>
                  </a:lnTo>
                  <a:lnTo>
                    <a:pt x="1487848" y="1633767"/>
                  </a:lnTo>
                  <a:lnTo>
                    <a:pt x="1487835" y="1633767"/>
                  </a:lnTo>
                  <a:lnTo>
                    <a:pt x="1487818" y="1633770"/>
                  </a:lnTo>
                  <a:lnTo>
                    <a:pt x="1487802" y="1633779"/>
                  </a:lnTo>
                  <a:lnTo>
                    <a:pt x="1487792" y="1633788"/>
                  </a:lnTo>
                  <a:lnTo>
                    <a:pt x="1487779" y="1633796"/>
                  </a:lnTo>
                  <a:lnTo>
                    <a:pt x="1487766" y="1633798"/>
                  </a:lnTo>
                  <a:lnTo>
                    <a:pt x="1487742" y="1633798"/>
                  </a:lnTo>
                  <a:lnTo>
                    <a:pt x="1487724" y="1633799"/>
                  </a:lnTo>
                  <a:lnTo>
                    <a:pt x="1487670" y="1633806"/>
                  </a:lnTo>
                  <a:lnTo>
                    <a:pt x="1487664" y="1633806"/>
                  </a:lnTo>
                  <a:lnTo>
                    <a:pt x="1487720" y="1633735"/>
                  </a:lnTo>
                  <a:lnTo>
                    <a:pt x="1487725" y="1633719"/>
                  </a:lnTo>
                  <a:lnTo>
                    <a:pt x="1487723" y="1633689"/>
                  </a:lnTo>
                  <a:lnTo>
                    <a:pt x="1487726" y="1633666"/>
                  </a:lnTo>
                  <a:lnTo>
                    <a:pt x="1487726" y="1633659"/>
                  </a:lnTo>
                  <a:lnTo>
                    <a:pt x="1487735" y="1633634"/>
                  </a:lnTo>
                  <a:lnTo>
                    <a:pt x="1487736" y="1633613"/>
                  </a:lnTo>
                  <a:lnTo>
                    <a:pt x="1487736" y="1633602"/>
                  </a:lnTo>
                  <a:lnTo>
                    <a:pt x="1487737" y="1633594"/>
                  </a:lnTo>
                  <a:lnTo>
                    <a:pt x="1487739" y="1633585"/>
                  </a:lnTo>
                  <a:lnTo>
                    <a:pt x="1487744" y="1633577"/>
                  </a:lnTo>
                  <a:lnTo>
                    <a:pt x="1487748" y="1633563"/>
                  </a:lnTo>
                  <a:lnTo>
                    <a:pt x="1487745" y="1633557"/>
                  </a:lnTo>
                  <a:lnTo>
                    <a:pt x="1487733" y="1633534"/>
                  </a:lnTo>
                  <a:lnTo>
                    <a:pt x="1487731" y="1633529"/>
                  </a:lnTo>
                  <a:lnTo>
                    <a:pt x="1487722" y="1633507"/>
                  </a:lnTo>
                  <a:lnTo>
                    <a:pt x="1487720" y="1633500"/>
                  </a:lnTo>
                  <a:lnTo>
                    <a:pt x="1487721" y="1633493"/>
                  </a:lnTo>
                  <a:lnTo>
                    <a:pt x="1487721" y="1633486"/>
                  </a:lnTo>
                  <a:lnTo>
                    <a:pt x="1487720" y="1633477"/>
                  </a:lnTo>
                  <a:lnTo>
                    <a:pt x="1487719" y="1633470"/>
                  </a:lnTo>
                  <a:lnTo>
                    <a:pt x="1487717" y="1633460"/>
                  </a:lnTo>
                  <a:lnTo>
                    <a:pt x="1487718" y="1633453"/>
                  </a:lnTo>
                  <a:lnTo>
                    <a:pt x="1487716" y="1633447"/>
                  </a:lnTo>
                  <a:lnTo>
                    <a:pt x="1487712" y="1633440"/>
                  </a:lnTo>
                  <a:lnTo>
                    <a:pt x="1487701" y="1633432"/>
                  </a:lnTo>
                  <a:lnTo>
                    <a:pt x="1487689" y="1633420"/>
                  </a:lnTo>
                  <a:lnTo>
                    <a:pt x="1487678" y="1633411"/>
                  </a:lnTo>
                  <a:lnTo>
                    <a:pt x="1487668" y="1633404"/>
                  </a:lnTo>
                  <a:lnTo>
                    <a:pt x="1487662" y="1633404"/>
                  </a:lnTo>
                  <a:lnTo>
                    <a:pt x="1487656" y="1633403"/>
                  </a:lnTo>
                  <a:lnTo>
                    <a:pt x="1487649" y="1633402"/>
                  </a:lnTo>
                  <a:lnTo>
                    <a:pt x="1487641" y="1633401"/>
                  </a:lnTo>
                  <a:lnTo>
                    <a:pt x="1487628" y="1633396"/>
                  </a:lnTo>
                  <a:lnTo>
                    <a:pt x="1487618" y="1633389"/>
                  </a:lnTo>
                  <a:lnTo>
                    <a:pt x="1487599" y="1633377"/>
                  </a:lnTo>
                  <a:lnTo>
                    <a:pt x="1487584" y="1633365"/>
                  </a:lnTo>
                  <a:lnTo>
                    <a:pt x="1487571" y="1633355"/>
                  </a:lnTo>
                  <a:lnTo>
                    <a:pt x="1487561" y="1633349"/>
                  </a:lnTo>
                  <a:lnTo>
                    <a:pt x="1487553" y="1633341"/>
                  </a:lnTo>
                  <a:lnTo>
                    <a:pt x="1487542" y="1633331"/>
                  </a:lnTo>
                  <a:lnTo>
                    <a:pt x="1487530" y="1633319"/>
                  </a:lnTo>
                  <a:lnTo>
                    <a:pt x="1487521" y="1633311"/>
                  </a:lnTo>
                  <a:lnTo>
                    <a:pt x="1487512" y="1633306"/>
                  </a:lnTo>
                  <a:lnTo>
                    <a:pt x="1487504" y="1633305"/>
                  </a:lnTo>
                  <a:lnTo>
                    <a:pt x="1487478" y="1633294"/>
                  </a:lnTo>
                  <a:lnTo>
                    <a:pt x="1487303" y="1633202"/>
                  </a:lnTo>
                  <a:lnTo>
                    <a:pt x="1487292" y="1633203"/>
                  </a:lnTo>
                  <a:lnTo>
                    <a:pt x="1487287" y="1633206"/>
                  </a:lnTo>
                  <a:lnTo>
                    <a:pt x="1487282" y="1633208"/>
                  </a:lnTo>
                  <a:lnTo>
                    <a:pt x="1487277" y="1633210"/>
                  </a:lnTo>
                  <a:lnTo>
                    <a:pt x="1487260" y="1633217"/>
                  </a:lnTo>
                  <a:lnTo>
                    <a:pt x="1487247" y="1633222"/>
                  </a:lnTo>
                  <a:lnTo>
                    <a:pt x="1487225" y="1633229"/>
                  </a:lnTo>
                  <a:lnTo>
                    <a:pt x="1487211" y="1633233"/>
                  </a:lnTo>
                  <a:lnTo>
                    <a:pt x="1487193" y="1633238"/>
                  </a:lnTo>
                  <a:lnTo>
                    <a:pt x="1487178" y="1633243"/>
                  </a:lnTo>
                  <a:lnTo>
                    <a:pt x="1487165" y="1633246"/>
                  </a:lnTo>
                  <a:lnTo>
                    <a:pt x="1487158" y="1633247"/>
                  </a:lnTo>
                  <a:lnTo>
                    <a:pt x="1487152" y="1633247"/>
                  </a:lnTo>
                  <a:lnTo>
                    <a:pt x="1487145" y="1633249"/>
                  </a:lnTo>
                  <a:lnTo>
                    <a:pt x="1487139" y="1633250"/>
                  </a:lnTo>
                  <a:lnTo>
                    <a:pt x="1487126" y="1633248"/>
                  </a:lnTo>
                  <a:lnTo>
                    <a:pt x="1487114" y="1633246"/>
                  </a:lnTo>
                  <a:lnTo>
                    <a:pt x="1487104" y="1633245"/>
                  </a:lnTo>
                  <a:lnTo>
                    <a:pt x="1487094" y="1633245"/>
                  </a:lnTo>
                  <a:lnTo>
                    <a:pt x="1487083" y="1633245"/>
                  </a:lnTo>
                  <a:lnTo>
                    <a:pt x="1487076" y="1633247"/>
                  </a:lnTo>
                  <a:lnTo>
                    <a:pt x="1487065" y="1633250"/>
                  </a:lnTo>
                  <a:lnTo>
                    <a:pt x="1487056" y="1633252"/>
                  </a:lnTo>
                  <a:lnTo>
                    <a:pt x="1487046" y="1633254"/>
                  </a:lnTo>
                  <a:lnTo>
                    <a:pt x="1487037" y="1633254"/>
                  </a:lnTo>
                  <a:lnTo>
                    <a:pt x="1487028" y="1633258"/>
                  </a:lnTo>
                  <a:lnTo>
                    <a:pt x="1487021" y="1633266"/>
                  </a:lnTo>
                  <a:lnTo>
                    <a:pt x="1487017" y="1633272"/>
                  </a:lnTo>
                  <a:lnTo>
                    <a:pt x="1487011" y="1633282"/>
                  </a:lnTo>
                  <a:lnTo>
                    <a:pt x="1487005" y="1633287"/>
                  </a:lnTo>
                  <a:lnTo>
                    <a:pt x="1486996" y="1633292"/>
                  </a:lnTo>
                  <a:lnTo>
                    <a:pt x="1486987" y="1633295"/>
                  </a:lnTo>
                  <a:lnTo>
                    <a:pt x="1486977" y="1633298"/>
                  </a:lnTo>
                  <a:lnTo>
                    <a:pt x="1486970" y="1633300"/>
                  </a:lnTo>
                  <a:lnTo>
                    <a:pt x="1486957" y="1633302"/>
                  </a:lnTo>
                  <a:lnTo>
                    <a:pt x="1486948" y="1633304"/>
                  </a:lnTo>
                  <a:lnTo>
                    <a:pt x="1486942" y="1633305"/>
                  </a:lnTo>
                  <a:lnTo>
                    <a:pt x="1486932" y="1633305"/>
                  </a:lnTo>
                  <a:lnTo>
                    <a:pt x="1486925" y="1633304"/>
                  </a:lnTo>
                  <a:lnTo>
                    <a:pt x="1486917" y="1633302"/>
                  </a:lnTo>
                  <a:lnTo>
                    <a:pt x="1486908" y="1633298"/>
                  </a:lnTo>
                  <a:lnTo>
                    <a:pt x="1486881" y="1633285"/>
                  </a:lnTo>
                  <a:lnTo>
                    <a:pt x="1486870" y="1633278"/>
                  </a:lnTo>
                  <a:lnTo>
                    <a:pt x="1486859" y="1633278"/>
                  </a:lnTo>
                  <a:lnTo>
                    <a:pt x="1486850" y="1633278"/>
                  </a:lnTo>
                  <a:lnTo>
                    <a:pt x="1486836" y="1633278"/>
                  </a:lnTo>
                  <a:lnTo>
                    <a:pt x="1486829" y="1633278"/>
                  </a:lnTo>
                  <a:lnTo>
                    <a:pt x="1486820" y="1633277"/>
                  </a:lnTo>
                  <a:lnTo>
                    <a:pt x="1486813" y="1633274"/>
                  </a:lnTo>
                  <a:lnTo>
                    <a:pt x="1486806" y="1633271"/>
                  </a:lnTo>
                  <a:lnTo>
                    <a:pt x="1486798" y="1633269"/>
                  </a:lnTo>
                  <a:lnTo>
                    <a:pt x="1486791" y="1633268"/>
                  </a:lnTo>
                  <a:lnTo>
                    <a:pt x="1486778" y="1633267"/>
                  </a:lnTo>
                  <a:lnTo>
                    <a:pt x="1486768" y="1633268"/>
                  </a:lnTo>
                  <a:lnTo>
                    <a:pt x="1486762" y="1633269"/>
                  </a:lnTo>
                  <a:lnTo>
                    <a:pt x="1486753" y="1633269"/>
                  </a:lnTo>
                  <a:lnTo>
                    <a:pt x="1486732" y="1633263"/>
                  </a:lnTo>
                  <a:lnTo>
                    <a:pt x="1486711" y="1633270"/>
                  </a:lnTo>
                  <a:lnTo>
                    <a:pt x="1486672" y="1633305"/>
                  </a:lnTo>
                  <a:lnTo>
                    <a:pt x="1486664" y="1633312"/>
                  </a:lnTo>
                  <a:lnTo>
                    <a:pt x="1486656" y="1633318"/>
                  </a:lnTo>
                  <a:lnTo>
                    <a:pt x="1486648" y="1633323"/>
                  </a:lnTo>
                  <a:lnTo>
                    <a:pt x="1486635" y="1633334"/>
                  </a:lnTo>
                  <a:lnTo>
                    <a:pt x="1486622" y="1633344"/>
                  </a:lnTo>
                  <a:lnTo>
                    <a:pt x="1486615" y="1633349"/>
                  </a:lnTo>
                  <a:lnTo>
                    <a:pt x="1486608" y="1633354"/>
                  </a:lnTo>
                  <a:lnTo>
                    <a:pt x="1486595" y="1633364"/>
                  </a:lnTo>
                  <a:lnTo>
                    <a:pt x="1486593" y="1633377"/>
                  </a:lnTo>
                  <a:lnTo>
                    <a:pt x="1486586" y="1633389"/>
                  </a:lnTo>
                  <a:lnTo>
                    <a:pt x="1486577" y="1633401"/>
                  </a:lnTo>
                  <a:lnTo>
                    <a:pt x="1486567" y="1633413"/>
                  </a:lnTo>
                  <a:lnTo>
                    <a:pt x="1486555" y="1633424"/>
                  </a:lnTo>
                  <a:lnTo>
                    <a:pt x="1486546" y="1633433"/>
                  </a:lnTo>
                  <a:lnTo>
                    <a:pt x="1486528" y="1633446"/>
                  </a:lnTo>
                  <a:lnTo>
                    <a:pt x="1486515" y="1633454"/>
                  </a:lnTo>
                  <a:lnTo>
                    <a:pt x="1486505" y="1633464"/>
                  </a:lnTo>
                  <a:lnTo>
                    <a:pt x="1486499" y="1633472"/>
                  </a:lnTo>
                  <a:lnTo>
                    <a:pt x="1486495" y="1633480"/>
                  </a:lnTo>
                  <a:lnTo>
                    <a:pt x="1486484" y="1633491"/>
                  </a:lnTo>
                  <a:lnTo>
                    <a:pt x="1486476" y="1633495"/>
                  </a:lnTo>
                  <a:lnTo>
                    <a:pt x="1486467" y="1633501"/>
                  </a:lnTo>
                  <a:lnTo>
                    <a:pt x="1486457" y="1633510"/>
                  </a:lnTo>
                  <a:lnTo>
                    <a:pt x="1486452" y="1633515"/>
                  </a:lnTo>
                  <a:lnTo>
                    <a:pt x="1486438" y="1633525"/>
                  </a:lnTo>
                  <a:lnTo>
                    <a:pt x="1486421" y="1633534"/>
                  </a:lnTo>
                  <a:lnTo>
                    <a:pt x="1486409" y="1633538"/>
                  </a:lnTo>
                  <a:lnTo>
                    <a:pt x="1486389" y="1633551"/>
                  </a:lnTo>
                  <a:lnTo>
                    <a:pt x="1486380" y="1633566"/>
                  </a:lnTo>
                  <a:lnTo>
                    <a:pt x="1486377" y="1633572"/>
                  </a:lnTo>
                  <a:lnTo>
                    <a:pt x="1486351" y="1633624"/>
                  </a:lnTo>
                  <a:lnTo>
                    <a:pt x="1486347" y="1633641"/>
                  </a:lnTo>
                  <a:lnTo>
                    <a:pt x="1486343" y="1633657"/>
                  </a:lnTo>
                  <a:lnTo>
                    <a:pt x="1486339" y="1633667"/>
                  </a:lnTo>
                  <a:lnTo>
                    <a:pt x="1486334" y="1633679"/>
                  </a:lnTo>
                  <a:lnTo>
                    <a:pt x="1486330" y="1633687"/>
                  </a:lnTo>
                  <a:lnTo>
                    <a:pt x="1486326" y="1633693"/>
                  </a:lnTo>
                  <a:lnTo>
                    <a:pt x="1486323" y="1633703"/>
                  </a:lnTo>
                  <a:lnTo>
                    <a:pt x="1486321" y="1633717"/>
                  </a:lnTo>
                  <a:lnTo>
                    <a:pt x="1486324" y="1633740"/>
                  </a:lnTo>
                  <a:lnTo>
                    <a:pt x="1486323" y="1633754"/>
                  </a:lnTo>
                  <a:lnTo>
                    <a:pt x="1486317" y="1633770"/>
                  </a:lnTo>
                  <a:lnTo>
                    <a:pt x="1486299" y="1633789"/>
                  </a:lnTo>
                  <a:lnTo>
                    <a:pt x="1486282" y="1633803"/>
                  </a:lnTo>
                  <a:lnTo>
                    <a:pt x="1486276" y="1633808"/>
                  </a:lnTo>
                  <a:lnTo>
                    <a:pt x="1486260" y="1633820"/>
                  </a:lnTo>
                  <a:lnTo>
                    <a:pt x="1486252" y="1633826"/>
                  </a:lnTo>
                  <a:lnTo>
                    <a:pt x="1486247" y="1633830"/>
                  </a:lnTo>
                  <a:lnTo>
                    <a:pt x="1486237" y="1633838"/>
                  </a:lnTo>
                  <a:lnTo>
                    <a:pt x="1486220" y="1633846"/>
                  </a:lnTo>
                  <a:lnTo>
                    <a:pt x="1486211" y="1633848"/>
                  </a:lnTo>
                  <a:lnTo>
                    <a:pt x="1486205" y="1633850"/>
                  </a:lnTo>
                  <a:lnTo>
                    <a:pt x="1486185" y="1633859"/>
                  </a:lnTo>
                  <a:lnTo>
                    <a:pt x="1486175" y="1633862"/>
                  </a:lnTo>
                  <a:lnTo>
                    <a:pt x="1486167" y="1633865"/>
                  </a:lnTo>
                  <a:lnTo>
                    <a:pt x="1486156" y="1633874"/>
                  </a:lnTo>
                  <a:lnTo>
                    <a:pt x="1486151" y="1633880"/>
                  </a:lnTo>
                  <a:lnTo>
                    <a:pt x="1486146" y="1633887"/>
                  </a:lnTo>
                  <a:lnTo>
                    <a:pt x="1486141" y="1633894"/>
                  </a:lnTo>
                  <a:lnTo>
                    <a:pt x="1486132" y="1633897"/>
                  </a:lnTo>
                  <a:lnTo>
                    <a:pt x="1486122" y="1633899"/>
                  </a:lnTo>
                  <a:lnTo>
                    <a:pt x="1486115" y="1633908"/>
                  </a:lnTo>
                  <a:lnTo>
                    <a:pt x="1486113" y="1633913"/>
                  </a:lnTo>
                  <a:lnTo>
                    <a:pt x="1486110" y="1633920"/>
                  </a:lnTo>
                  <a:lnTo>
                    <a:pt x="1486107" y="1633928"/>
                  </a:lnTo>
                  <a:lnTo>
                    <a:pt x="1486100" y="1633934"/>
                  </a:lnTo>
                  <a:lnTo>
                    <a:pt x="1486095" y="1633938"/>
                  </a:lnTo>
                  <a:lnTo>
                    <a:pt x="1486085" y="1633944"/>
                  </a:lnTo>
                  <a:lnTo>
                    <a:pt x="1486079" y="1633948"/>
                  </a:lnTo>
                  <a:lnTo>
                    <a:pt x="1486070" y="1633955"/>
                  </a:lnTo>
                  <a:lnTo>
                    <a:pt x="1486059" y="1633974"/>
                  </a:lnTo>
                  <a:lnTo>
                    <a:pt x="1486036" y="1634026"/>
                  </a:lnTo>
                  <a:lnTo>
                    <a:pt x="1486032" y="1634034"/>
                  </a:lnTo>
                  <a:lnTo>
                    <a:pt x="1486030" y="1634042"/>
                  </a:lnTo>
                  <a:lnTo>
                    <a:pt x="1486021" y="1634070"/>
                  </a:lnTo>
                  <a:lnTo>
                    <a:pt x="1486015" y="1634083"/>
                  </a:lnTo>
                  <a:lnTo>
                    <a:pt x="1486005" y="1634103"/>
                  </a:lnTo>
                  <a:lnTo>
                    <a:pt x="1486002" y="1634116"/>
                  </a:lnTo>
                  <a:lnTo>
                    <a:pt x="1486004" y="1634129"/>
                  </a:lnTo>
                  <a:lnTo>
                    <a:pt x="1486010" y="1634142"/>
                  </a:lnTo>
                  <a:lnTo>
                    <a:pt x="1486015" y="1634149"/>
                  </a:lnTo>
                  <a:lnTo>
                    <a:pt x="1486022" y="1634161"/>
                  </a:lnTo>
                  <a:lnTo>
                    <a:pt x="1486032" y="1634174"/>
                  </a:lnTo>
                  <a:lnTo>
                    <a:pt x="1486042" y="1634180"/>
                  </a:lnTo>
                  <a:lnTo>
                    <a:pt x="1486053" y="1634185"/>
                  </a:lnTo>
                  <a:lnTo>
                    <a:pt x="1486053" y="1634195"/>
                  </a:lnTo>
                  <a:lnTo>
                    <a:pt x="1486052" y="1634209"/>
                  </a:lnTo>
                  <a:lnTo>
                    <a:pt x="1486045" y="1634226"/>
                  </a:lnTo>
                  <a:lnTo>
                    <a:pt x="1486040" y="1634236"/>
                  </a:lnTo>
                  <a:lnTo>
                    <a:pt x="1486030" y="1634246"/>
                  </a:lnTo>
                  <a:lnTo>
                    <a:pt x="1486021" y="1634261"/>
                  </a:lnTo>
                  <a:lnTo>
                    <a:pt x="1486020" y="1634269"/>
                  </a:lnTo>
                  <a:lnTo>
                    <a:pt x="1486028" y="1634280"/>
                  </a:lnTo>
                  <a:lnTo>
                    <a:pt x="1486039" y="1634286"/>
                  </a:lnTo>
                  <a:lnTo>
                    <a:pt x="1486051" y="1634295"/>
                  </a:lnTo>
                  <a:lnTo>
                    <a:pt x="1486064" y="1634304"/>
                  </a:lnTo>
                  <a:lnTo>
                    <a:pt x="1486078" y="1634313"/>
                  </a:lnTo>
                  <a:lnTo>
                    <a:pt x="1486080" y="1634320"/>
                  </a:lnTo>
                  <a:lnTo>
                    <a:pt x="1486086" y="1634332"/>
                  </a:lnTo>
                  <a:lnTo>
                    <a:pt x="1486086" y="1634347"/>
                  </a:lnTo>
                  <a:lnTo>
                    <a:pt x="1486084" y="1634371"/>
                  </a:lnTo>
                  <a:lnTo>
                    <a:pt x="1486078" y="1634381"/>
                  </a:lnTo>
                  <a:lnTo>
                    <a:pt x="1486071" y="1634395"/>
                  </a:lnTo>
                  <a:lnTo>
                    <a:pt x="1486060" y="1634414"/>
                  </a:lnTo>
                  <a:lnTo>
                    <a:pt x="1486059" y="1634435"/>
                  </a:lnTo>
                  <a:lnTo>
                    <a:pt x="1486066" y="1634448"/>
                  </a:lnTo>
                  <a:lnTo>
                    <a:pt x="1486078" y="1634456"/>
                  </a:lnTo>
                  <a:lnTo>
                    <a:pt x="1486092" y="1634464"/>
                  </a:lnTo>
                  <a:lnTo>
                    <a:pt x="1486106" y="1634480"/>
                  </a:lnTo>
                  <a:lnTo>
                    <a:pt x="1486114" y="1634494"/>
                  </a:lnTo>
                  <a:lnTo>
                    <a:pt x="1486117" y="1634509"/>
                  </a:lnTo>
                  <a:lnTo>
                    <a:pt x="1486116" y="1634526"/>
                  </a:lnTo>
                  <a:lnTo>
                    <a:pt x="1486105" y="1634557"/>
                  </a:lnTo>
                  <a:lnTo>
                    <a:pt x="1486100" y="1634573"/>
                  </a:lnTo>
                  <a:lnTo>
                    <a:pt x="1486097" y="1634596"/>
                  </a:lnTo>
                  <a:lnTo>
                    <a:pt x="1486095" y="1634603"/>
                  </a:lnTo>
                  <a:lnTo>
                    <a:pt x="1486093" y="1634609"/>
                  </a:lnTo>
                  <a:lnTo>
                    <a:pt x="1486083" y="1634620"/>
                  </a:lnTo>
                  <a:lnTo>
                    <a:pt x="1486068" y="1634637"/>
                  </a:lnTo>
                  <a:lnTo>
                    <a:pt x="1486064" y="1634641"/>
                  </a:lnTo>
                  <a:lnTo>
                    <a:pt x="1486059" y="1634646"/>
                  </a:lnTo>
                  <a:lnTo>
                    <a:pt x="1486048" y="1634656"/>
                  </a:lnTo>
                  <a:lnTo>
                    <a:pt x="1486038" y="1634664"/>
                  </a:lnTo>
                  <a:lnTo>
                    <a:pt x="1486027" y="1634675"/>
                  </a:lnTo>
                  <a:lnTo>
                    <a:pt x="1486021" y="1634683"/>
                  </a:lnTo>
                  <a:lnTo>
                    <a:pt x="1486015" y="1634690"/>
                  </a:lnTo>
                  <a:lnTo>
                    <a:pt x="1486008" y="1634703"/>
                  </a:lnTo>
                  <a:lnTo>
                    <a:pt x="1485999" y="1634715"/>
                  </a:lnTo>
                  <a:lnTo>
                    <a:pt x="1485993" y="1634722"/>
                  </a:lnTo>
                  <a:lnTo>
                    <a:pt x="1485984" y="1634730"/>
                  </a:lnTo>
                  <a:lnTo>
                    <a:pt x="1485980" y="1634740"/>
                  </a:lnTo>
                  <a:lnTo>
                    <a:pt x="1485971" y="1634751"/>
                  </a:lnTo>
                  <a:lnTo>
                    <a:pt x="1485962" y="1634765"/>
                  </a:lnTo>
                  <a:lnTo>
                    <a:pt x="1485954" y="1634779"/>
                  </a:lnTo>
                  <a:lnTo>
                    <a:pt x="1485951" y="1634794"/>
                  </a:lnTo>
                  <a:lnTo>
                    <a:pt x="1485948" y="1634810"/>
                  </a:lnTo>
                  <a:lnTo>
                    <a:pt x="1485946" y="1634826"/>
                  </a:lnTo>
                  <a:lnTo>
                    <a:pt x="1485946" y="1634832"/>
                  </a:lnTo>
                  <a:lnTo>
                    <a:pt x="1485945" y="1634839"/>
                  </a:lnTo>
                  <a:lnTo>
                    <a:pt x="1485944" y="1634846"/>
                  </a:lnTo>
                  <a:lnTo>
                    <a:pt x="1485948" y="1634852"/>
                  </a:lnTo>
                  <a:lnTo>
                    <a:pt x="1485954" y="1634860"/>
                  </a:lnTo>
                  <a:lnTo>
                    <a:pt x="1485958" y="1634866"/>
                  </a:lnTo>
                  <a:lnTo>
                    <a:pt x="1485963" y="1634874"/>
                  </a:lnTo>
                  <a:lnTo>
                    <a:pt x="1485967" y="1634890"/>
                  </a:lnTo>
                  <a:lnTo>
                    <a:pt x="1485972" y="1634906"/>
                  </a:lnTo>
                  <a:lnTo>
                    <a:pt x="1485973" y="1634911"/>
                  </a:lnTo>
                  <a:lnTo>
                    <a:pt x="1485979" y="1634925"/>
                  </a:lnTo>
                  <a:lnTo>
                    <a:pt x="1485981" y="1634931"/>
                  </a:lnTo>
                  <a:lnTo>
                    <a:pt x="1485986" y="1634941"/>
                  </a:lnTo>
                  <a:lnTo>
                    <a:pt x="1485995" y="1634956"/>
                  </a:lnTo>
                  <a:lnTo>
                    <a:pt x="1485998" y="1634961"/>
                  </a:lnTo>
                  <a:lnTo>
                    <a:pt x="1486006" y="1634975"/>
                  </a:lnTo>
                  <a:lnTo>
                    <a:pt x="1486019" y="1634987"/>
                  </a:lnTo>
                  <a:lnTo>
                    <a:pt x="1486027" y="1634998"/>
                  </a:lnTo>
                  <a:lnTo>
                    <a:pt x="1486028" y="1635008"/>
                  </a:lnTo>
                  <a:lnTo>
                    <a:pt x="1486023" y="1635019"/>
                  </a:lnTo>
                  <a:lnTo>
                    <a:pt x="1486021" y="1635027"/>
                  </a:lnTo>
                  <a:lnTo>
                    <a:pt x="1486021" y="1635038"/>
                  </a:lnTo>
                  <a:lnTo>
                    <a:pt x="1486025" y="1635045"/>
                  </a:lnTo>
                  <a:lnTo>
                    <a:pt x="1486035" y="1635060"/>
                  </a:lnTo>
                  <a:lnTo>
                    <a:pt x="1486041" y="1635074"/>
                  </a:lnTo>
                  <a:lnTo>
                    <a:pt x="1486051" y="1635090"/>
                  </a:lnTo>
                  <a:lnTo>
                    <a:pt x="1486056" y="1635101"/>
                  </a:lnTo>
                  <a:lnTo>
                    <a:pt x="1486059" y="1635114"/>
                  </a:lnTo>
                  <a:lnTo>
                    <a:pt x="1486060" y="1635124"/>
                  </a:lnTo>
                  <a:lnTo>
                    <a:pt x="1486060" y="1635139"/>
                  </a:lnTo>
                  <a:lnTo>
                    <a:pt x="1486058" y="1635148"/>
                  </a:lnTo>
                  <a:lnTo>
                    <a:pt x="1486057" y="1635155"/>
                  </a:lnTo>
                  <a:lnTo>
                    <a:pt x="1486053" y="1635163"/>
                  </a:lnTo>
                  <a:lnTo>
                    <a:pt x="1486043" y="1635177"/>
                  </a:lnTo>
                  <a:lnTo>
                    <a:pt x="1486039" y="1635183"/>
                  </a:lnTo>
                  <a:lnTo>
                    <a:pt x="1486031" y="1635196"/>
                  </a:lnTo>
                  <a:lnTo>
                    <a:pt x="1486029" y="1635215"/>
                  </a:lnTo>
                  <a:lnTo>
                    <a:pt x="1486030" y="1635241"/>
                  </a:lnTo>
                  <a:lnTo>
                    <a:pt x="1486019" y="1635260"/>
                  </a:lnTo>
                  <a:lnTo>
                    <a:pt x="1485999" y="1635293"/>
                  </a:lnTo>
                  <a:lnTo>
                    <a:pt x="1485985" y="1635310"/>
                  </a:lnTo>
                  <a:lnTo>
                    <a:pt x="1485973" y="1635333"/>
                  </a:lnTo>
                  <a:lnTo>
                    <a:pt x="1485968" y="1635348"/>
                  </a:lnTo>
                  <a:lnTo>
                    <a:pt x="1485960" y="1635362"/>
                  </a:lnTo>
                  <a:lnTo>
                    <a:pt x="1485955" y="1635368"/>
                  </a:lnTo>
                  <a:lnTo>
                    <a:pt x="1485953" y="1635378"/>
                  </a:lnTo>
                  <a:lnTo>
                    <a:pt x="1485946" y="1635389"/>
                  </a:lnTo>
                  <a:lnTo>
                    <a:pt x="1485937" y="1635410"/>
                  </a:lnTo>
                  <a:lnTo>
                    <a:pt x="1485937" y="1635425"/>
                  </a:lnTo>
                  <a:lnTo>
                    <a:pt x="1485940" y="1635441"/>
                  </a:lnTo>
                  <a:lnTo>
                    <a:pt x="1485940" y="1635454"/>
                  </a:lnTo>
                  <a:lnTo>
                    <a:pt x="1485940" y="1635470"/>
                  </a:lnTo>
                  <a:lnTo>
                    <a:pt x="1485937" y="1635485"/>
                  </a:lnTo>
                  <a:lnTo>
                    <a:pt x="1485939" y="1635505"/>
                  </a:lnTo>
                  <a:lnTo>
                    <a:pt x="1485939" y="1635514"/>
                  </a:lnTo>
                  <a:lnTo>
                    <a:pt x="1485935" y="1635522"/>
                  </a:lnTo>
                  <a:lnTo>
                    <a:pt x="1485927" y="1635528"/>
                  </a:lnTo>
                  <a:lnTo>
                    <a:pt x="1485918" y="1635531"/>
                  </a:lnTo>
                  <a:lnTo>
                    <a:pt x="1485908" y="1635535"/>
                  </a:lnTo>
                  <a:lnTo>
                    <a:pt x="1485898" y="1635535"/>
                  </a:lnTo>
                  <a:lnTo>
                    <a:pt x="1485893" y="1635536"/>
                  </a:lnTo>
                  <a:lnTo>
                    <a:pt x="1485887" y="1635537"/>
                  </a:lnTo>
                  <a:lnTo>
                    <a:pt x="1485880" y="1635539"/>
                  </a:lnTo>
                  <a:lnTo>
                    <a:pt x="1485872" y="1635539"/>
                  </a:lnTo>
                  <a:lnTo>
                    <a:pt x="1485862" y="1635539"/>
                  </a:lnTo>
                  <a:lnTo>
                    <a:pt x="1485856" y="1635542"/>
                  </a:lnTo>
                  <a:lnTo>
                    <a:pt x="1485858" y="1635547"/>
                  </a:lnTo>
                  <a:lnTo>
                    <a:pt x="1485862" y="1635557"/>
                  </a:lnTo>
                  <a:lnTo>
                    <a:pt x="1485864" y="1635568"/>
                  </a:lnTo>
                  <a:lnTo>
                    <a:pt x="1485863" y="1635575"/>
                  </a:lnTo>
                  <a:lnTo>
                    <a:pt x="1485859" y="1635589"/>
                  </a:lnTo>
                  <a:lnTo>
                    <a:pt x="1485853" y="1635603"/>
                  </a:lnTo>
                  <a:lnTo>
                    <a:pt x="1485851" y="1635609"/>
                  </a:lnTo>
                  <a:lnTo>
                    <a:pt x="1485843" y="1635636"/>
                  </a:lnTo>
                  <a:lnTo>
                    <a:pt x="1485836" y="1635664"/>
                  </a:lnTo>
                  <a:lnTo>
                    <a:pt x="1485835" y="1635671"/>
                  </a:lnTo>
                  <a:lnTo>
                    <a:pt x="1485823" y="1635708"/>
                  </a:lnTo>
                  <a:lnTo>
                    <a:pt x="1485821" y="1635731"/>
                  </a:lnTo>
                  <a:lnTo>
                    <a:pt x="1485822" y="1635746"/>
                  </a:lnTo>
                  <a:lnTo>
                    <a:pt x="1485824" y="1635763"/>
                  </a:lnTo>
                  <a:lnTo>
                    <a:pt x="1485822" y="1635773"/>
                  </a:lnTo>
                  <a:lnTo>
                    <a:pt x="1485812" y="1635831"/>
                  </a:lnTo>
                  <a:lnTo>
                    <a:pt x="1485810" y="1635846"/>
                  </a:lnTo>
                  <a:lnTo>
                    <a:pt x="1485827" y="1635860"/>
                  </a:lnTo>
                  <a:lnTo>
                    <a:pt x="1485858" y="1635893"/>
                  </a:lnTo>
                  <a:lnTo>
                    <a:pt x="1485865" y="1635902"/>
                  </a:lnTo>
                  <a:lnTo>
                    <a:pt x="1485871" y="1635911"/>
                  </a:lnTo>
                  <a:lnTo>
                    <a:pt x="1485875" y="1635915"/>
                  </a:lnTo>
                  <a:lnTo>
                    <a:pt x="1485880" y="1635919"/>
                  </a:lnTo>
                  <a:lnTo>
                    <a:pt x="1485890" y="1635932"/>
                  </a:lnTo>
                  <a:lnTo>
                    <a:pt x="1485894" y="1635938"/>
                  </a:lnTo>
                  <a:lnTo>
                    <a:pt x="1485902" y="1635950"/>
                  </a:lnTo>
                  <a:lnTo>
                    <a:pt x="1485902" y="1635966"/>
                  </a:lnTo>
                  <a:lnTo>
                    <a:pt x="1485901" y="1635998"/>
                  </a:lnTo>
                  <a:lnTo>
                    <a:pt x="1485898" y="1636004"/>
                  </a:lnTo>
                  <a:lnTo>
                    <a:pt x="1485884" y="1636012"/>
                  </a:lnTo>
                  <a:lnTo>
                    <a:pt x="1485873" y="1636016"/>
                  </a:lnTo>
                  <a:lnTo>
                    <a:pt x="1485860" y="1636022"/>
                  </a:lnTo>
                  <a:lnTo>
                    <a:pt x="1485845" y="1636028"/>
                  </a:lnTo>
                  <a:lnTo>
                    <a:pt x="1485831" y="1636036"/>
                  </a:lnTo>
                  <a:lnTo>
                    <a:pt x="1485827" y="1636040"/>
                  </a:lnTo>
                  <a:lnTo>
                    <a:pt x="1485817" y="1636048"/>
                  </a:lnTo>
                  <a:lnTo>
                    <a:pt x="1485807" y="1636054"/>
                  </a:lnTo>
                  <a:lnTo>
                    <a:pt x="1485803" y="1636060"/>
                  </a:lnTo>
                  <a:lnTo>
                    <a:pt x="1485802" y="1636066"/>
                  </a:lnTo>
                  <a:lnTo>
                    <a:pt x="1485801" y="1636074"/>
                  </a:lnTo>
                  <a:lnTo>
                    <a:pt x="1485797" y="1636092"/>
                  </a:lnTo>
                  <a:lnTo>
                    <a:pt x="1485794" y="1636108"/>
                  </a:lnTo>
                  <a:lnTo>
                    <a:pt x="1485788" y="1636124"/>
                  </a:lnTo>
                  <a:lnTo>
                    <a:pt x="1485782" y="1636137"/>
                  </a:lnTo>
                  <a:lnTo>
                    <a:pt x="1485779" y="1636146"/>
                  </a:lnTo>
                  <a:lnTo>
                    <a:pt x="1485772" y="1636155"/>
                  </a:lnTo>
                  <a:lnTo>
                    <a:pt x="1485759" y="1636164"/>
                  </a:lnTo>
                  <a:lnTo>
                    <a:pt x="1485747" y="1636171"/>
                  </a:lnTo>
                  <a:lnTo>
                    <a:pt x="1485724" y="1636183"/>
                  </a:lnTo>
                  <a:lnTo>
                    <a:pt x="1485711" y="1636187"/>
                  </a:lnTo>
                  <a:lnTo>
                    <a:pt x="1485696" y="1636188"/>
                  </a:lnTo>
                  <a:lnTo>
                    <a:pt x="1485681" y="1636184"/>
                  </a:lnTo>
                  <a:lnTo>
                    <a:pt x="1485664" y="1636175"/>
                  </a:lnTo>
                  <a:lnTo>
                    <a:pt x="1485646" y="1636166"/>
                  </a:lnTo>
                  <a:lnTo>
                    <a:pt x="1485627" y="1636157"/>
                  </a:lnTo>
                  <a:lnTo>
                    <a:pt x="1485610" y="1636144"/>
                  </a:lnTo>
                  <a:lnTo>
                    <a:pt x="1485603" y="1636131"/>
                  </a:lnTo>
                  <a:lnTo>
                    <a:pt x="1485598" y="1636139"/>
                  </a:lnTo>
                  <a:lnTo>
                    <a:pt x="1485590" y="1636149"/>
                  </a:lnTo>
                  <a:lnTo>
                    <a:pt x="1485575" y="1636162"/>
                  </a:lnTo>
                  <a:lnTo>
                    <a:pt x="1485562" y="1636167"/>
                  </a:lnTo>
                  <a:lnTo>
                    <a:pt x="1485548" y="1636172"/>
                  </a:lnTo>
                  <a:lnTo>
                    <a:pt x="1485540" y="1636175"/>
                  </a:lnTo>
                  <a:lnTo>
                    <a:pt x="1485520" y="1636179"/>
                  </a:lnTo>
                  <a:lnTo>
                    <a:pt x="1485500" y="1636181"/>
                  </a:lnTo>
                  <a:lnTo>
                    <a:pt x="1485488" y="1636177"/>
                  </a:lnTo>
                  <a:lnTo>
                    <a:pt x="1485474" y="1636166"/>
                  </a:lnTo>
                  <a:lnTo>
                    <a:pt x="1485455" y="1636156"/>
                  </a:lnTo>
                  <a:lnTo>
                    <a:pt x="1485436" y="1636146"/>
                  </a:lnTo>
                  <a:lnTo>
                    <a:pt x="1485427" y="1636146"/>
                  </a:lnTo>
                  <a:lnTo>
                    <a:pt x="1485410" y="1636146"/>
                  </a:lnTo>
                  <a:lnTo>
                    <a:pt x="1485391" y="1636153"/>
                  </a:lnTo>
                  <a:lnTo>
                    <a:pt x="1485373" y="1636164"/>
                  </a:lnTo>
                  <a:lnTo>
                    <a:pt x="1485349" y="1636176"/>
                  </a:lnTo>
                  <a:lnTo>
                    <a:pt x="1485329" y="1636190"/>
                  </a:lnTo>
                  <a:lnTo>
                    <a:pt x="1485320" y="1636201"/>
                  </a:lnTo>
                  <a:lnTo>
                    <a:pt x="1485314" y="1636209"/>
                  </a:lnTo>
                  <a:lnTo>
                    <a:pt x="1485311" y="1636213"/>
                  </a:lnTo>
                  <a:lnTo>
                    <a:pt x="1485304" y="1636223"/>
                  </a:lnTo>
                  <a:lnTo>
                    <a:pt x="1485288" y="1636235"/>
                  </a:lnTo>
                  <a:lnTo>
                    <a:pt x="1485267" y="1636242"/>
                  </a:lnTo>
                  <a:lnTo>
                    <a:pt x="1485248" y="1636245"/>
                  </a:lnTo>
                  <a:lnTo>
                    <a:pt x="1485229" y="1636247"/>
                  </a:lnTo>
                  <a:lnTo>
                    <a:pt x="1485216" y="1636249"/>
                  </a:lnTo>
                  <a:lnTo>
                    <a:pt x="1485190" y="1636249"/>
                  </a:lnTo>
                  <a:lnTo>
                    <a:pt x="1485173" y="1636249"/>
                  </a:lnTo>
                  <a:lnTo>
                    <a:pt x="1485159" y="1636250"/>
                  </a:lnTo>
                  <a:lnTo>
                    <a:pt x="1485143" y="1636250"/>
                  </a:lnTo>
                  <a:lnTo>
                    <a:pt x="1485134" y="1636249"/>
                  </a:lnTo>
                  <a:lnTo>
                    <a:pt x="1485128" y="1636248"/>
                  </a:lnTo>
                  <a:lnTo>
                    <a:pt x="1485118" y="1636246"/>
                  </a:lnTo>
                  <a:lnTo>
                    <a:pt x="1485112" y="1636244"/>
                  </a:lnTo>
                  <a:lnTo>
                    <a:pt x="1485105" y="1636242"/>
                  </a:lnTo>
                  <a:lnTo>
                    <a:pt x="1485094" y="1636238"/>
                  </a:lnTo>
                  <a:lnTo>
                    <a:pt x="1485086" y="1636234"/>
                  </a:lnTo>
                  <a:lnTo>
                    <a:pt x="1485080" y="1636230"/>
                  </a:lnTo>
                  <a:lnTo>
                    <a:pt x="1485072" y="1636226"/>
                  </a:lnTo>
                  <a:lnTo>
                    <a:pt x="1485064" y="1636221"/>
                  </a:lnTo>
                  <a:lnTo>
                    <a:pt x="1485057" y="1636216"/>
                  </a:lnTo>
                  <a:lnTo>
                    <a:pt x="1485052" y="1636211"/>
                  </a:lnTo>
                  <a:lnTo>
                    <a:pt x="1485050" y="1636203"/>
                  </a:lnTo>
                  <a:lnTo>
                    <a:pt x="1485052" y="1636196"/>
                  </a:lnTo>
                  <a:lnTo>
                    <a:pt x="1485057" y="1636185"/>
                  </a:lnTo>
                  <a:lnTo>
                    <a:pt x="1485061" y="1636172"/>
                  </a:lnTo>
                  <a:lnTo>
                    <a:pt x="1485064" y="1636164"/>
                  </a:lnTo>
                  <a:lnTo>
                    <a:pt x="1485063" y="1636157"/>
                  </a:lnTo>
                  <a:lnTo>
                    <a:pt x="1485061" y="1636151"/>
                  </a:lnTo>
                  <a:lnTo>
                    <a:pt x="1485059" y="1636144"/>
                  </a:lnTo>
                  <a:lnTo>
                    <a:pt x="1485054" y="1636132"/>
                  </a:lnTo>
                  <a:lnTo>
                    <a:pt x="1485047" y="1636114"/>
                  </a:lnTo>
                  <a:lnTo>
                    <a:pt x="1485044" y="1636105"/>
                  </a:lnTo>
                  <a:lnTo>
                    <a:pt x="1485040" y="1636091"/>
                  </a:lnTo>
                  <a:lnTo>
                    <a:pt x="1485037" y="1636079"/>
                  </a:lnTo>
                  <a:lnTo>
                    <a:pt x="1485035" y="1636072"/>
                  </a:lnTo>
                  <a:lnTo>
                    <a:pt x="1485035" y="1636066"/>
                  </a:lnTo>
                  <a:lnTo>
                    <a:pt x="1485035" y="1636053"/>
                  </a:lnTo>
                  <a:lnTo>
                    <a:pt x="1485035" y="1636031"/>
                  </a:lnTo>
                  <a:lnTo>
                    <a:pt x="1485035" y="1635999"/>
                  </a:lnTo>
                  <a:lnTo>
                    <a:pt x="1485035" y="1635986"/>
                  </a:lnTo>
                  <a:lnTo>
                    <a:pt x="1485034" y="1635975"/>
                  </a:lnTo>
                  <a:lnTo>
                    <a:pt x="1485029" y="1635969"/>
                  </a:lnTo>
                  <a:lnTo>
                    <a:pt x="1485024" y="1635967"/>
                  </a:lnTo>
                  <a:lnTo>
                    <a:pt x="1485018" y="1635966"/>
                  </a:lnTo>
                  <a:lnTo>
                    <a:pt x="1485010" y="1635967"/>
                  </a:lnTo>
                  <a:lnTo>
                    <a:pt x="1485004" y="1635966"/>
                  </a:lnTo>
                  <a:lnTo>
                    <a:pt x="1484999" y="1635963"/>
                  </a:lnTo>
                  <a:lnTo>
                    <a:pt x="1484993" y="1635962"/>
                  </a:lnTo>
                  <a:lnTo>
                    <a:pt x="1484985" y="1635961"/>
                  </a:lnTo>
                  <a:lnTo>
                    <a:pt x="1484972" y="1635961"/>
                  </a:lnTo>
                  <a:lnTo>
                    <a:pt x="1484960" y="1635961"/>
                  </a:lnTo>
                  <a:lnTo>
                    <a:pt x="1484951" y="1635962"/>
                  </a:lnTo>
                  <a:lnTo>
                    <a:pt x="1484941" y="1635963"/>
                  </a:lnTo>
                  <a:lnTo>
                    <a:pt x="1484926" y="1635966"/>
                  </a:lnTo>
                  <a:lnTo>
                    <a:pt x="1484921" y="1635971"/>
                  </a:lnTo>
                  <a:lnTo>
                    <a:pt x="1484916" y="1635978"/>
                  </a:lnTo>
                  <a:lnTo>
                    <a:pt x="1484912" y="1635983"/>
                  </a:lnTo>
                  <a:lnTo>
                    <a:pt x="1484906" y="1635987"/>
                  </a:lnTo>
                  <a:lnTo>
                    <a:pt x="1484901" y="1635987"/>
                  </a:lnTo>
                  <a:lnTo>
                    <a:pt x="1484894" y="1635987"/>
                  </a:lnTo>
                  <a:lnTo>
                    <a:pt x="1484887" y="1635987"/>
                  </a:lnTo>
                  <a:lnTo>
                    <a:pt x="1484877" y="1635989"/>
                  </a:lnTo>
                  <a:lnTo>
                    <a:pt x="1484872" y="1635990"/>
                  </a:lnTo>
                  <a:lnTo>
                    <a:pt x="1484865" y="1635995"/>
                  </a:lnTo>
                  <a:lnTo>
                    <a:pt x="1484860" y="1636006"/>
                  </a:lnTo>
                  <a:lnTo>
                    <a:pt x="1484856" y="1636019"/>
                  </a:lnTo>
                  <a:lnTo>
                    <a:pt x="1484856" y="1636029"/>
                  </a:lnTo>
                  <a:lnTo>
                    <a:pt x="1484858" y="1636042"/>
                  </a:lnTo>
                  <a:lnTo>
                    <a:pt x="1484861" y="1636056"/>
                  </a:lnTo>
                  <a:lnTo>
                    <a:pt x="1484863" y="1636065"/>
                  </a:lnTo>
                  <a:lnTo>
                    <a:pt x="1484864" y="1636080"/>
                  </a:lnTo>
                  <a:lnTo>
                    <a:pt x="1484864" y="1636086"/>
                  </a:lnTo>
                  <a:lnTo>
                    <a:pt x="1484860" y="1636100"/>
                  </a:lnTo>
                  <a:lnTo>
                    <a:pt x="1484849" y="1636107"/>
                  </a:lnTo>
                  <a:lnTo>
                    <a:pt x="1484833" y="1636109"/>
                  </a:lnTo>
                  <a:lnTo>
                    <a:pt x="1484825" y="1636110"/>
                  </a:lnTo>
                  <a:lnTo>
                    <a:pt x="1484811" y="1636114"/>
                  </a:lnTo>
                  <a:lnTo>
                    <a:pt x="1484804" y="1636119"/>
                  </a:lnTo>
                  <a:lnTo>
                    <a:pt x="1484789" y="1636140"/>
                  </a:lnTo>
                  <a:lnTo>
                    <a:pt x="1484781" y="1636154"/>
                  </a:lnTo>
                  <a:lnTo>
                    <a:pt x="1484778" y="1636163"/>
                  </a:lnTo>
                  <a:lnTo>
                    <a:pt x="1484778" y="1636174"/>
                  </a:lnTo>
                  <a:lnTo>
                    <a:pt x="1484778" y="1636194"/>
                  </a:lnTo>
                  <a:lnTo>
                    <a:pt x="1484775" y="1636206"/>
                  </a:lnTo>
                  <a:lnTo>
                    <a:pt x="1484769" y="1636215"/>
                  </a:lnTo>
                  <a:lnTo>
                    <a:pt x="1484763" y="1636224"/>
                  </a:lnTo>
                  <a:lnTo>
                    <a:pt x="1484756" y="1636237"/>
                  </a:lnTo>
                  <a:lnTo>
                    <a:pt x="1484749" y="1636252"/>
                  </a:lnTo>
                  <a:lnTo>
                    <a:pt x="1484746" y="1636260"/>
                  </a:lnTo>
                  <a:lnTo>
                    <a:pt x="1484744" y="1636266"/>
                  </a:lnTo>
                  <a:lnTo>
                    <a:pt x="1484744" y="1636273"/>
                  </a:lnTo>
                  <a:lnTo>
                    <a:pt x="1484746" y="1636282"/>
                  </a:lnTo>
                  <a:lnTo>
                    <a:pt x="1484747" y="1636292"/>
                  </a:lnTo>
                  <a:lnTo>
                    <a:pt x="1484744" y="1636300"/>
                  </a:lnTo>
                  <a:lnTo>
                    <a:pt x="1484740" y="1636304"/>
                  </a:lnTo>
                  <a:lnTo>
                    <a:pt x="1484735" y="1636306"/>
                  </a:lnTo>
                  <a:lnTo>
                    <a:pt x="1484722" y="1636305"/>
                  </a:lnTo>
                  <a:lnTo>
                    <a:pt x="1484716" y="1636302"/>
                  </a:lnTo>
                  <a:lnTo>
                    <a:pt x="1484702" y="1636295"/>
                  </a:lnTo>
                  <a:lnTo>
                    <a:pt x="1484690" y="1636295"/>
                  </a:lnTo>
                  <a:lnTo>
                    <a:pt x="1484678" y="1636295"/>
                  </a:lnTo>
                  <a:lnTo>
                    <a:pt x="1484651" y="1636303"/>
                  </a:lnTo>
                  <a:lnTo>
                    <a:pt x="1484641" y="1636309"/>
                  </a:lnTo>
                  <a:lnTo>
                    <a:pt x="1484635" y="1636311"/>
                  </a:lnTo>
                  <a:lnTo>
                    <a:pt x="1484631" y="1636315"/>
                  </a:lnTo>
                  <a:lnTo>
                    <a:pt x="1484622" y="1636321"/>
                  </a:lnTo>
                  <a:lnTo>
                    <a:pt x="1484614" y="1636330"/>
                  </a:lnTo>
                  <a:lnTo>
                    <a:pt x="1484606" y="1636339"/>
                  </a:lnTo>
                  <a:lnTo>
                    <a:pt x="1484600" y="1636348"/>
                  </a:lnTo>
                  <a:lnTo>
                    <a:pt x="1484591" y="1636361"/>
                  </a:lnTo>
                  <a:lnTo>
                    <a:pt x="1484584" y="1636368"/>
                  </a:lnTo>
                  <a:lnTo>
                    <a:pt x="1484578" y="1636370"/>
                  </a:lnTo>
                  <a:lnTo>
                    <a:pt x="1484564" y="1636374"/>
                  </a:lnTo>
                  <a:lnTo>
                    <a:pt x="1484548" y="1636374"/>
                  </a:lnTo>
                  <a:lnTo>
                    <a:pt x="1484534" y="1636373"/>
                  </a:lnTo>
                  <a:lnTo>
                    <a:pt x="1484523" y="1636371"/>
                  </a:lnTo>
                  <a:lnTo>
                    <a:pt x="1484506" y="1636364"/>
                  </a:lnTo>
                  <a:lnTo>
                    <a:pt x="1484490" y="1636360"/>
                  </a:lnTo>
                  <a:lnTo>
                    <a:pt x="1484478" y="1636358"/>
                  </a:lnTo>
                  <a:lnTo>
                    <a:pt x="1484471" y="1636360"/>
                  </a:lnTo>
                  <a:lnTo>
                    <a:pt x="1484467" y="1636371"/>
                  </a:lnTo>
                  <a:lnTo>
                    <a:pt x="1484462" y="1636388"/>
                  </a:lnTo>
                  <a:lnTo>
                    <a:pt x="1484456" y="1636402"/>
                  </a:lnTo>
                  <a:lnTo>
                    <a:pt x="1484448" y="1636413"/>
                  </a:lnTo>
                  <a:lnTo>
                    <a:pt x="1484437" y="1636428"/>
                  </a:lnTo>
                  <a:lnTo>
                    <a:pt x="1484422" y="1636441"/>
                  </a:lnTo>
                  <a:lnTo>
                    <a:pt x="1484408" y="1636457"/>
                  </a:lnTo>
                  <a:lnTo>
                    <a:pt x="1484394" y="1636472"/>
                  </a:lnTo>
                  <a:lnTo>
                    <a:pt x="1484388" y="1636478"/>
                  </a:lnTo>
                  <a:lnTo>
                    <a:pt x="1484383" y="1636484"/>
                  </a:lnTo>
                  <a:lnTo>
                    <a:pt x="1484374" y="1636490"/>
                  </a:lnTo>
                  <a:lnTo>
                    <a:pt x="1484361" y="1636500"/>
                  </a:lnTo>
                  <a:lnTo>
                    <a:pt x="1484349" y="1636512"/>
                  </a:lnTo>
                  <a:lnTo>
                    <a:pt x="1484338" y="1636524"/>
                  </a:lnTo>
                  <a:lnTo>
                    <a:pt x="1484329" y="1636533"/>
                  </a:lnTo>
                  <a:lnTo>
                    <a:pt x="1484323" y="1636545"/>
                  </a:lnTo>
                  <a:lnTo>
                    <a:pt x="1484313" y="1636560"/>
                  </a:lnTo>
                  <a:lnTo>
                    <a:pt x="1484296" y="1636574"/>
                  </a:lnTo>
                  <a:lnTo>
                    <a:pt x="1484276" y="1636585"/>
                  </a:lnTo>
                  <a:lnTo>
                    <a:pt x="1484261" y="1636592"/>
                  </a:lnTo>
                  <a:lnTo>
                    <a:pt x="1484252" y="1636595"/>
                  </a:lnTo>
                  <a:lnTo>
                    <a:pt x="1484241" y="1636595"/>
                  </a:lnTo>
                  <a:lnTo>
                    <a:pt x="1484221" y="1636592"/>
                  </a:lnTo>
                  <a:lnTo>
                    <a:pt x="1484200" y="1636589"/>
                  </a:lnTo>
                  <a:lnTo>
                    <a:pt x="1484184" y="1636587"/>
                  </a:lnTo>
                  <a:lnTo>
                    <a:pt x="1484157" y="1636587"/>
                  </a:lnTo>
                  <a:lnTo>
                    <a:pt x="1484142" y="1636586"/>
                  </a:lnTo>
                  <a:lnTo>
                    <a:pt x="1484131" y="1636584"/>
                  </a:lnTo>
                  <a:lnTo>
                    <a:pt x="1484121" y="1636580"/>
                  </a:lnTo>
                  <a:lnTo>
                    <a:pt x="1484113" y="1636576"/>
                  </a:lnTo>
                  <a:lnTo>
                    <a:pt x="1484107" y="1636570"/>
                  </a:lnTo>
                  <a:lnTo>
                    <a:pt x="1484099" y="1636558"/>
                  </a:lnTo>
                  <a:lnTo>
                    <a:pt x="1484094" y="1636547"/>
                  </a:lnTo>
                  <a:lnTo>
                    <a:pt x="1484089" y="1636535"/>
                  </a:lnTo>
                  <a:lnTo>
                    <a:pt x="1484085" y="1636526"/>
                  </a:lnTo>
                  <a:lnTo>
                    <a:pt x="1484077" y="1636516"/>
                  </a:lnTo>
                  <a:lnTo>
                    <a:pt x="1484067" y="1636507"/>
                  </a:lnTo>
                  <a:lnTo>
                    <a:pt x="1484056" y="1636499"/>
                  </a:lnTo>
                  <a:lnTo>
                    <a:pt x="1484051" y="1636497"/>
                  </a:lnTo>
                  <a:lnTo>
                    <a:pt x="1484037" y="1636497"/>
                  </a:lnTo>
                  <a:lnTo>
                    <a:pt x="1484038" y="1636505"/>
                  </a:lnTo>
                  <a:lnTo>
                    <a:pt x="1484038" y="1636512"/>
                  </a:lnTo>
                  <a:lnTo>
                    <a:pt x="1484042" y="1636573"/>
                  </a:lnTo>
                  <a:lnTo>
                    <a:pt x="1484052" y="1636754"/>
                  </a:lnTo>
                  <a:lnTo>
                    <a:pt x="1484064" y="1636773"/>
                  </a:lnTo>
                  <a:lnTo>
                    <a:pt x="1484068" y="1636787"/>
                  </a:lnTo>
                  <a:lnTo>
                    <a:pt x="1484068" y="1636801"/>
                  </a:lnTo>
                  <a:lnTo>
                    <a:pt x="1484066" y="1636819"/>
                  </a:lnTo>
                  <a:lnTo>
                    <a:pt x="1484064" y="1636846"/>
                  </a:lnTo>
                  <a:lnTo>
                    <a:pt x="1484065" y="1636855"/>
                  </a:lnTo>
                  <a:lnTo>
                    <a:pt x="1484065" y="1636862"/>
                  </a:lnTo>
                  <a:lnTo>
                    <a:pt x="1484061" y="1636876"/>
                  </a:lnTo>
                  <a:lnTo>
                    <a:pt x="1484055" y="1636892"/>
                  </a:lnTo>
                  <a:lnTo>
                    <a:pt x="1484052" y="1636904"/>
                  </a:lnTo>
                  <a:lnTo>
                    <a:pt x="1484047" y="1636916"/>
                  </a:lnTo>
                  <a:lnTo>
                    <a:pt x="1484035" y="1636924"/>
                  </a:lnTo>
                  <a:lnTo>
                    <a:pt x="1484029" y="1636911"/>
                  </a:lnTo>
                  <a:lnTo>
                    <a:pt x="1484007" y="1636860"/>
                  </a:lnTo>
                  <a:lnTo>
                    <a:pt x="1483992" y="1636823"/>
                  </a:lnTo>
                  <a:lnTo>
                    <a:pt x="1483986" y="1636807"/>
                  </a:lnTo>
                  <a:lnTo>
                    <a:pt x="1483979" y="1636799"/>
                  </a:lnTo>
                  <a:lnTo>
                    <a:pt x="1483971" y="1636791"/>
                  </a:lnTo>
                  <a:lnTo>
                    <a:pt x="1483961" y="1636784"/>
                  </a:lnTo>
                  <a:lnTo>
                    <a:pt x="1483954" y="1636777"/>
                  </a:lnTo>
                  <a:lnTo>
                    <a:pt x="1483949" y="1636766"/>
                  </a:lnTo>
                  <a:lnTo>
                    <a:pt x="1483945" y="1636756"/>
                  </a:lnTo>
                  <a:lnTo>
                    <a:pt x="1483937" y="1636743"/>
                  </a:lnTo>
                  <a:lnTo>
                    <a:pt x="1483931" y="1636736"/>
                  </a:lnTo>
                  <a:lnTo>
                    <a:pt x="1483908" y="1636717"/>
                  </a:lnTo>
                  <a:lnTo>
                    <a:pt x="1483896" y="1636709"/>
                  </a:lnTo>
                  <a:lnTo>
                    <a:pt x="1483887" y="1636701"/>
                  </a:lnTo>
                  <a:lnTo>
                    <a:pt x="1483876" y="1636687"/>
                  </a:lnTo>
                  <a:lnTo>
                    <a:pt x="1483871" y="1636680"/>
                  </a:lnTo>
                  <a:lnTo>
                    <a:pt x="1483861" y="1636666"/>
                  </a:lnTo>
                  <a:lnTo>
                    <a:pt x="1483849" y="1636670"/>
                  </a:lnTo>
                  <a:lnTo>
                    <a:pt x="1483811" y="1636682"/>
                  </a:lnTo>
                  <a:lnTo>
                    <a:pt x="1483795" y="1636688"/>
                  </a:lnTo>
                  <a:lnTo>
                    <a:pt x="1483787" y="1636690"/>
                  </a:lnTo>
                  <a:lnTo>
                    <a:pt x="1483779" y="1636690"/>
                  </a:lnTo>
                  <a:lnTo>
                    <a:pt x="1483690" y="1636687"/>
                  </a:lnTo>
                  <a:lnTo>
                    <a:pt x="1483680" y="1636687"/>
                  </a:lnTo>
                  <a:lnTo>
                    <a:pt x="1483673" y="1636689"/>
                  </a:lnTo>
                  <a:lnTo>
                    <a:pt x="1483655" y="1636692"/>
                  </a:lnTo>
                  <a:lnTo>
                    <a:pt x="1483642" y="1636694"/>
                  </a:lnTo>
                  <a:lnTo>
                    <a:pt x="1483630" y="1636697"/>
                  </a:lnTo>
                  <a:lnTo>
                    <a:pt x="1483627" y="1636711"/>
                  </a:lnTo>
                  <a:lnTo>
                    <a:pt x="1483613" y="1636792"/>
                  </a:lnTo>
                  <a:lnTo>
                    <a:pt x="1483602" y="1636814"/>
                  </a:lnTo>
                  <a:lnTo>
                    <a:pt x="1483554" y="1636904"/>
                  </a:lnTo>
                  <a:lnTo>
                    <a:pt x="1483550" y="1636911"/>
                  </a:lnTo>
                  <a:lnTo>
                    <a:pt x="1483515" y="1636982"/>
                  </a:lnTo>
                  <a:lnTo>
                    <a:pt x="1483509" y="1636992"/>
                  </a:lnTo>
                  <a:lnTo>
                    <a:pt x="1483505" y="1637000"/>
                  </a:lnTo>
                  <a:lnTo>
                    <a:pt x="1483502" y="1637005"/>
                  </a:lnTo>
                  <a:lnTo>
                    <a:pt x="1483482" y="1637041"/>
                  </a:lnTo>
                  <a:lnTo>
                    <a:pt x="1483479" y="1637047"/>
                  </a:lnTo>
                  <a:lnTo>
                    <a:pt x="1483473" y="1637054"/>
                  </a:lnTo>
                  <a:lnTo>
                    <a:pt x="1483439" y="1637101"/>
                  </a:lnTo>
                  <a:lnTo>
                    <a:pt x="1483434" y="1637109"/>
                  </a:lnTo>
                  <a:lnTo>
                    <a:pt x="1483426" y="1637112"/>
                  </a:lnTo>
                  <a:lnTo>
                    <a:pt x="1483403" y="1637120"/>
                  </a:lnTo>
                  <a:lnTo>
                    <a:pt x="1483392" y="1637124"/>
                  </a:lnTo>
                  <a:lnTo>
                    <a:pt x="1483377" y="1637120"/>
                  </a:lnTo>
                  <a:lnTo>
                    <a:pt x="1483369" y="1637116"/>
                  </a:lnTo>
                  <a:lnTo>
                    <a:pt x="1483360" y="1637111"/>
                  </a:lnTo>
                  <a:lnTo>
                    <a:pt x="1483349" y="1637104"/>
                  </a:lnTo>
                  <a:lnTo>
                    <a:pt x="1483327" y="1637087"/>
                  </a:lnTo>
                  <a:lnTo>
                    <a:pt x="1483299" y="1637059"/>
                  </a:lnTo>
                  <a:lnTo>
                    <a:pt x="1483286" y="1637045"/>
                  </a:lnTo>
                  <a:lnTo>
                    <a:pt x="1483278" y="1637036"/>
                  </a:lnTo>
                  <a:lnTo>
                    <a:pt x="1483265" y="1637009"/>
                  </a:lnTo>
                  <a:lnTo>
                    <a:pt x="1483255" y="1636982"/>
                  </a:lnTo>
                  <a:lnTo>
                    <a:pt x="1483252" y="1636965"/>
                  </a:lnTo>
                  <a:lnTo>
                    <a:pt x="1483250" y="1636950"/>
                  </a:lnTo>
                  <a:lnTo>
                    <a:pt x="1483248" y="1636934"/>
                  </a:lnTo>
                  <a:lnTo>
                    <a:pt x="1483243" y="1636917"/>
                  </a:lnTo>
                  <a:lnTo>
                    <a:pt x="1483232" y="1636898"/>
                  </a:lnTo>
                  <a:lnTo>
                    <a:pt x="1483216" y="1636871"/>
                  </a:lnTo>
                  <a:lnTo>
                    <a:pt x="1483192" y="1636821"/>
                  </a:lnTo>
                  <a:lnTo>
                    <a:pt x="1483184" y="1636796"/>
                  </a:lnTo>
                  <a:lnTo>
                    <a:pt x="1483184" y="1636789"/>
                  </a:lnTo>
                  <a:lnTo>
                    <a:pt x="1483187" y="1636778"/>
                  </a:lnTo>
                  <a:lnTo>
                    <a:pt x="1483188" y="1636771"/>
                  </a:lnTo>
                  <a:lnTo>
                    <a:pt x="1483188" y="1636764"/>
                  </a:lnTo>
                  <a:lnTo>
                    <a:pt x="1483187" y="1636745"/>
                  </a:lnTo>
                  <a:lnTo>
                    <a:pt x="1483184" y="1636731"/>
                  </a:lnTo>
                  <a:lnTo>
                    <a:pt x="1483183" y="1636709"/>
                  </a:lnTo>
                  <a:lnTo>
                    <a:pt x="1483184" y="1636699"/>
                  </a:lnTo>
                  <a:lnTo>
                    <a:pt x="1483185" y="1636690"/>
                  </a:lnTo>
                  <a:lnTo>
                    <a:pt x="1483187" y="1636678"/>
                  </a:lnTo>
                  <a:lnTo>
                    <a:pt x="1483190" y="1636667"/>
                  </a:lnTo>
                  <a:lnTo>
                    <a:pt x="1483196" y="1636648"/>
                  </a:lnTo>
                  <a:lnTo>
                    <a:pt x="1483198" y="1636639"/>
                  </a:lnTo>
                  <a:lnTo>
                    <a:pt x="1483201" y="1636631"/>
                  </a:lnTo>
                  <a:lnTo>
                    <a:pt x="1483206" y="1636608"/>
                  </a:lnTo>
                  <a:lnTo>
                    <a:pt x="1483202" y="1636603"/>
                  </a:lnTo>
                  <a:lnTo>
                    <a:pt x="1483188" y="1636588"/>
                  </a:lnTo>
                  <a:lnTo>
                    <a:pt x="1483181" y="1636582"/>
                  </a:lnTo>
                  <a:lnTo>
                    <a:pt x="1483168" y="1636576"/>
                  </a:lnTo>
                  <a:lnTo>
                    <a:pt x="1483152" y="1636570"/>
                  </a:lnTo>
                  <a:lnTo>
                    <a:pt x="1483144" y="1636569"/>
                  </a:lnTo>
                  <a:lnTo>
                    <a:pt x="1483128" y="1636569"/>
                  </a:lnTo>
                  <a:lnTo>
                    <a:pt x="1483114" y="1636570"/>
                  </a:lnTo>
                  <a:lnTo>
                    <a:pt x="1483099" y="1636571"/>
                  </a:lnTo>
                  <a:lnTo>
                    <a:pt x="1483091" y="1636576"/>
                  </a:lnTo>
                  <a:lnTo>
                    <a:pt x="1483085" y="1636578"/>
                  </a:lnTo>
                  <a:lnTo>
                    <a:pt x="1483077" y="1636581"/>
                  </a:lnTo>
                  <a:lnTo>
                    <a:pt x="1483069" y="1636583"/>
                  </a:lnTo>
                  <a:lnTo>
                    <a:pt x="1483060" y="1636584"/>
                  </a:lnTo>
                  <a:lnTo>
                    <a:pt x="1483053" y="1636584"/>
                  </a:lnTo>
                  <a:lnTo>
                    <a:pt x="1483038" y="1636586"/>
                  </a:lnTo>
                  <a:lnTo>
                    <a:pt x="1483017" y="1636590"/>
                  </a:lnTo>
                  <a:lnTo>
                    <a:pt x="1482991" y="1636597"/>
                  </a:lnTo>
                  <a:lnTo>
                    <a:pt x="1482977" y="1636602"/>
                  </a:lnTo>
                  <a:lnTo>
                    <a:pt x="1482964" y="1636604"/>
                  </a:lnTo>
                  <a:lnTo>
                    <a:pt x="1482948" y="1636605"/>
                  </a:lnTo>
                  <a:lnTo>
                    <a:pt x="1482932" y="1636599"/>
                  </a:lnTo>
                  <a:lnTo>
                    <a:pt x="1482923" y="1636597"/>
                  </a:lnTo>
                  <a:lnTo>
                    <a:pt x="1482918" y="1636596"/>
                  </a:lnTo>
                  <a:lnTo>
                    <a:pt x="1482911" y="1636596"/>
                  </a:lnTo>
                  <a:lnTo>
                    <a:pt x="1482904" y="1636597"/>
                  </a:lnTo>
                  <a:lnTo>
                    <a:pt x="1482897" y="1636599"/>
                  </a:lnTo>
                  <a:lnTo>
                    <a:pt x="1482890" y="1636601"/>
                  </a:lnTo>
                  <a:lnTo>
                    <a:pt x="1482882" y="1636604"/>
                  </a:lnTo>
                  <a:lnTo>
                    <a:pt x="1482861" y="1636605"/>
                  </a:lnTo>
                  <a:lnTo>
                    <a:pt x="1482838" y="1636605"/>
                  </a:lnTo>
                  <a:lnTo>
                    <a:pt x="1482820" y="1636604"/>
                  </a:lnTo>
                  <a:lnTo>
                    <a:pt x="1482800" y="1636600"/>
                  </a:lnTo>
                  <a:lnTo>
                    <a:pt x="1482779" y="1636596"/>
                  </a:lnTo>
                  <a:lnTo>
                    <a:pt x="1482758" y="1636594"/>
                  </a:lnTo>
                  <a:lnTo>
                    <a:pt x="1482746" y="1636593"/>
                  </a:lnTo>
                  <a:lnTo>
                    <a:pt x="1482736" y="1636595"/>
                  </a:lnTo>
                  <a:lnTo>
                    <a:pt x="1482730" y="1636599"/>
                  </a:lnTo>
                  <a:lnTo>
                    <a:pt x="1482718" y="1636612"/>
                  </a:lnTo>
                  <a:lnTo>
                    <a:pt x="1482706" y="1636626"/>
                  </a:lnTo>
                  <a:lnTo>
                    <a:pt x="1482700" y="1636630"/>
                  </a:lnTo>
                  <a:lnTo>
                    <a:pt x="1482691" y="1636636"/>
                  </a:lnTo>
                  <a:lnTo>
                    <a:pt x="1482673" y="1636643"/>
                  </a:lnTo>
                  <a:lnTo>
                    <a:pt x="1482664" y="1636649"/>
                  </a:lnTo>
                  <a:lnTo>
                    <a:pt x="1482658" y="1636655"/>
                  </a:lnTo>
                  <a:lnTo>
                    <a:pt x="1482644" y="1636653"/>
                  </a:lnTo>
                  <a:lnTo>
                    <a:pt x="1482631" y="1636650"/>
                  </a:lnTo>
                  <a:lnTo>
                    <a:pt x="1482621" y="1636649"/>
                  </a:lnTo>
                  <a:lnTo>
                    <a:pt x="1482615" y="1636649"/>
                  </a:lnTo>
                  <a:lnTo>
                    <a:pt x="1482607" y="1636650"/>
                  </a:lnTo>
                  <a:lnTo>
                    <a:pt x="1482589" y="1636651"/>
                  </a:lnTo>
                  <a:lnTo>
                    <a:pt x="1482574" y="1636650"/>
                  </a:lnTo>
                  <a:lnTo>
                    <a:pt x="1482566" y="1636647"/>
                  </a:lnTo>
                  <a:lnTo>
                    <a:pt x="1482558" y="1636638"/>
                  </a:lnTo>
                  <a:lnTo>
                    <a:pt x="1482543" y="1636627"/>
                  </a:lnTo>
                  <a:lnTo>
                    <a:pt x="1482537" y="1636623"/>
                  </a:lnTo>
                  <a:lnTo>
                    <a:pt x="1482533" y="1636621"/>
                  </a:lnTo>
                  <a:lnTo>
                    <a:pt x="1482524" y="1636621"/>
                  </a:lnTo>
                  <a:lnTo>
                    <a:pt x="1482514" y="1636621"/>
                  </a:lnTo>
                  <a:lnTo>
                    <a:pt x="1482502" y="1636619"/>
                  </a:lnTo>
                  <a:lnTo>
                    <a:pt x="1482490" y="1636612"/>
                  </a:lnTo>
                  <a:lnTo>
                    <a:pt x="1482482" y="1636604"/>
                  </a:lnTo>
                  <a:lnTo>
                    <a:pt x="1482471" y="1636600"/>
                  </a:lnTo>
                  <a:lnTo>
                    <a:pt x="1482462" y="1636599"/>
                  </a:lnTo>
                  <a:lnTo>
                    <a:pt x="1482454" y="1636597"/>
                  </a:lnTo>
                  <a:lnTo>
                    <a:pt x="1482444" y="1636599"/>
                  </a:lnTo>
                  <a:lnTo>
                    <a:pt x="1482431" y="1636604"/>
                  </a:lnTo>
                  <a:lnTo>
                    <a:pt x="1482422" y="1636609"/>
                  </a:lnTo>
                  <a:lnTo>
                    <a:pt x="1482404" y="1636612"/>
                  </a:lnTo>
                  <a:lnTo>
                    <a:pt x="1482385" y="1636615"/>
                  </a:lnTo>
                  <a:lnTo>
                    <a:pt x="1482381" y="1636616"/>
                  </a:lnTo>
                  <a:lnTo>
                    <a:pt x="1482374" y="1636618"/>
                  </a:lnTo>
                  <a:lnTo>
                    <a:pt x="1482370" y="1636621"/>
                  </a:lnTo>
                  <a:lnTo>
                    <a:pt x="1482364" y="1636622"/>
                  </a:lnTo>
                  <a:lnTo>
                    <a:pt x="1482348" y="1636621"/>
                  </a:lnTo>
                  <a:lnTo>
                    <a:pt x="1482334" y="1636620"/>
                  </a:lnTo>
                  <a:lnTo>
                    <a:pt x="1482318" y="1636624"/>
                  </a:lnTo>
                  <a:lnTo>
                    <a:pt x="1482301" y="1636630"/>
                  </a:lnTo>
                  <a:lnTo>
                    <a:pt x="1482295" y="1636634"/>
                  </a:lnTo>
                  <a:lnTo>
                    <a:pt x="1482288" y="1636638"/>
                  </a:lnTo>
                  <a:lnTo>
                    <a:pt x="1482281" y="1636643"/>
                  </a:lnTo>
                  <a:lnTo>
                    <a:pt x="1482268" y="1636658"/>
                  </a:lnTo>
                  <a:lnTo>
                    <a:pt x="1482256" y="1636672"/>
                  </a:lnTo>
                  <a:lnTo>
                    <a:pt x="1482249" y="1636678"/>
                  </a:lnTo>
                  <a:lnTo>
                    <a:pt x="1482243" y="1636689"/>
                  </a:lnTo>
                  <a:lnTo>
                    <a:pt x="1482236" y="1636706"/>
                  </a:lnTo>
                  <a:lnTo>
                    <a:pt x="1482232" y="1636713"/>
                  </a:lnTo>
                  <a:lnTo>
                    <a:pt x="1482226" y="1636725"/>
                  </a:lnTo>
                  <a:lnTo>
                    <a:pt x="1482228" y="1636740"/>
                  </a:lnTo>
                  <a:lnTo>
                    <a:pt x="1482235" y="1636770"/>
                  </a:lnTo>
                  <a:lnTo>
                    <a:pt x="1482240" y="1636793"/>
                  </a:lnTo>
                  <a:lnTo>
                    <a:pt x="1482247" y="1636829"/>
                  </a:lnTo>
                  <a:lnTo>
                    <a:pt x="1482250" y="1636839"/>
                  </a:lnTo>
                  <a:lnTo>
                    <a:pt x="1482250" y="1636845"/>
                  </a:lnTo>
                  <a:lnTo>
                    <a:pt x="1482247" y="1636850"/>
                  </a:lnTo>
                  <a:lnTo>
                    <a:pt x="1482244" y="1636864"/>
                  </a:lnTo>
                  <a:lnTo>
                    <a:pt x="1482245" y="1636881"/>
                  </a:lnTo>
                  <a:lnTo>
                    <a:pt x="1482249" y="1636898"/>
                  </a:lnTo>
                  <a:lnTo>
                    <a:pt x="1482255" y="1636918"/>
                  </a:lnTo>
                  <a:lnTo>
                    <a:pt x="1482261" y="1636934"/>
                  </a:lnTo>
                  <a:lnTo>
                    <a:pt x="1482267" y="1636945"/>
                  </a:lnTo>
                  <a:lnTo>
                    <a:pt x="1482271" y="1636956"/>
                  </a:lnTo>
                  <a:lnTo>
                    <a:pt x="1482273" y="1636963"/>
                  </a:lnTo>
                  <a:lnTo>
                    <a:pt x="1482273" y="1636970"/>
                  </a:lnTo>
                  <a:lnTo>
                    <a:pt x="1482273" y="1636978"/>
                  </a:lnTo>
                  <a:lnTo>
                    <a:pt x="1482273" y="1637003"/>
                  </a:lnTo>
                  <a:lnTo>
                    <a:pt x="1482274" y="1637018"/>
                  </a:lnTo>
                  <a:lnTo>
                    <a:pt x="1482275" y="1637028"/>
                  </a:lnTo>
                  <a:lnTo>
                    <a:pt x="1482275" y="1637040"/>
                  </a:lnTo>
                  <a:lnTo>
                    <a:pt x="1482273" y="1637060"/>
                  </a:lnTo>
                  <a:lnTo>
                    <a:pt x="1482270" y="1637085"/>
                  </a:lnTo>
                  <a:lnTo>
                    <a:pt x="1482267" y="1637111"/>
                  </a:lnTo>
                  <a:lnTo>
                    <a:pt x="1482265" y="1637145"/>
                  </a:lnTo>
                  <a:lnTo>
                    <a:pt x="1482267" y="1637152"/>
                  </a:lnTo>
                  <a:lnTo>
                    <a:pt x="1482273" y="1637162"/>
                  </a:lnTo>
                  <a:lnTo>
                    <a:pt x="1482278" y="1637169"/>
                  </a:lnTo>
                  <a:lnTo>
                    <a:pt x="1482283" y="1637175"/>
                  </a:lnTo>
                  <a:lnTo>
                    <a:pt x="1482291" y="1637183"/>
                  </a:lnTo>
                  <a:lnTo>
                    <a:pt x="1482296" y="1637187"/>
                  </a:lnTo>
                  <a:lnTo>
                    <a:pt x="1482301" y="1637191"/>
                  </a:lnTo>
                  <a:lnTo>
                    <a:pt x="1482308" y="1637198"/>
                  </a:lnTo>
                  <a:lnTo>
                    <a:pt x="1482311" y="1637206"/>
                  </a:lnTo>
                  <a:lnTo>
                    <a:pt x="1482312" y="1637216"/>
                  </a:lnTo>
                  <a:lnTo>
                    <a:pt x="1482310" y="1637233"/>
                  </a:lnTo>
                  <a:lnTo>
                    <a:pt x="1482308" y="1637247"/>
                  </a:lnTo>
                  <a:lnTo>
                    <a:pt x="1482302" y="1637269"/>
                  </a:lnTo>
                  <a:lnTo>
                    <a:pt x="1482301" y="1637281"/>
                  </a:lnTo>
                  <a:lnTo>
                    <a:pt x="1482299" y="1637300"/>
                  </a:lnTo>
                  <a:lnTo>
                    <a:pt x="1482296" y="1637312"/>
                  </a:lnTo>
                  <a:lnTo>
                    <a:pt x="1482296" y="1637318"/>
                  </a:lnTo>
                  <a:lnTo>
                    <a:pt x="1482298" y="1637326"/>
                  </a:lnTo>
                  <a:lnTo>
                    <a:pt x="1482309" y="1637334"/>
                  </a:lnTo>
                  <a:lnTo>
                    <a:pt x="1482319" y="1637343"/>
                  </a:lnTo>
                  <a:lnTo>
                    <a:pt x="1482327" y="1637353"/>
                  </a:lnTo>
                  <a:lnTo>
                    <a:pt x="1482334" y="1637361"/>
                  </a:lnTo>
                  <a:lnTo>
                    <a:pt x="1482338" y="1637367"/>
                  </a:lnTo>
                  <a:lnTo>
                    <a:pt x="1482338" y="1637375"/>
                  </a:lnTo>
                  <a:lnTo>
                    <a:pt x="1482337" y="1637384"/>
                  </a:lnTo>
                  <a:lnTo>
                    <a:pt x="1482335" y="1637390"/>
                  </a:lnTo>
                  <a:lnTo>
                    <a:pt x="1482333" y="1637396"/>
                  </a:lnTo>
                  <a:lnTo>
                    <a:pt x="1482331" y="1637404"/>
                  </a:lnTo>
                  <a:lnTo>
                    <a:pt x="1482327" y="1637415"/>
                  </a:lnTo>
                  <a:lnTo>
                    <a:pt x="1482323" y="1637425"/>
                  </a:lnTo>
                  <a:lnTo>
                    <a:pt x="1482321" y="1637445"/>
                  </a:lnTo>
                  <a:lnTo>
                    <a:pt x="1482323" y="1637454"/>
                  </a:lnTo>
                  <a:lnTo>
                    <a:pt x="1482329" y="1637466"/>
                  </a:lnTo>
                  <a:lnTo>
                    <a:pt x="1482335" y="1637473"/>
                  </a:lnTo>
                  <a:lnTo>
                    <a:pt x="1482342" y="1637479"/>
                  </a:lnTo>
                  <a:lnTo>
                    <a:pt x="1482348" y="1637481"/>
                  </a:lnTo>
                  <a:lnTo>
                    <a:pt x="1482365" y="1637488"/>
                  </a:lnTo>
                  <a:lnTo>
                    <a:pt x="1482372" y="1637492"/>
                  </a:lnTo>
                  <a:lnTo>
                    <a:pt x="1482377" y="1637498"/>
                  </a:lnTo>
                  <a:lnTo>
                    <a:pt x="1482378" y="1637510"/>
                  </a:lnTo>
                  <a:lnTo>
                    <a:pt x="1482377" y="1637521"/>
                  </a:lnTo>
                  <a:lnTo>
                    <a:pt x="1482375" y="1637528"/>
                  </a:lnTo>
                  <a:lnTo>
                    <a:pt x="1482371" y="1637536"/>
                  </a:lnTo>
                  <a:lnTo>
                    <a:pt x="1482370" y="1637549"/>
                  </a:lnTo>
                  <a:lnTo>
                    <a:pt x="1482370" y="1637560"/>
                  </a:lnTo>
                  <a:lnTo>
                    <a:pt x="1482370" y="1637569"/>
                  </a:lnTo>
                  <a:lnTo>
                    <a:pt x="1482372" y="1637577"/>
                  </a:lnTo>
                  <a:lnTo>
                    <a:pt x="1482371" y="1637586"/>
                  </a:lnTo>
                  <a:lnTo>
                    <a:pt x="1482370" y="1637595"/>
                  </a:lnTo>
                  <a:lnTo>
                    <a:pt x="1482369" y="1637600"/>
                  </a:lnTo>
                  <a:lnTo>
                    <a:pt x="1482370" y="1637613"/>
                  </a:lnTo>
                  <a:lnTo>
                    <a:pt x="1482364" y="1637627"/>
                  </a:lnTo>
                  <a:lnTo>
                    <a:pt x="1482364" y="1637635"/>
                  </a:lnTo>
                  <a:lnTo>
                    <a:pt x="1482364" y="1637645"/>
                  </a:lnTo>
                  <a:lnTo>
                    <a:pt x="1482365" y="1637660"/>
                  </a:lnTo>
                  <a:lnTo>
                    <a:pt x="1482369" y="1637671"/>
                  </a:lnTo>
                  <a:lnTo>
                    <a:pt x="1482379" y="1637683"/>
                  </a:lnTo>
                  <a:lnTo>
                    <a:pt x="1482387" y="1637692"/>
                  </a:lnTo>
                  <a:lnTo>
                    <a:pt x="1482392" y="1637703"/>
                  </a:lnTo>
                  <a:lnTo>
                    <a:pt x="1482393" y="1637712"/>
                  </a:lnTo>
                  <a:lnTo>
                    <a:pt x="1482396" y="1637725"/>
                  </a:lnTo>
                  <a:lnTo>
                    <a:pt x="1482404" y="1637740"/>
                  </a:lnTo>
                  <a:lnTo>
                    <a:pt x="1482410" y="1637750"/>
                  </a:lnTo>
                  <a:lnTo>
                    <a:pt x="1482415" y="1637760"/>
                  </a:lnTo>
                  <a:lnTo>
                    <a:pt x="1482416" y="1637770"/>
                  </a:lnTo>
                  <a:lnTo>
                    <a:pt x="1482416" y="1637776"/>
                  </a:lnTo>
                  <a:lnTo>
                    <a:pt x="1482415" y="1637783"/>
                  </a:lnTo>
                  <a:lnTo>
                    <a:pt x="1482412" y="1637790"/>
                  </a:lnTo>
                  <a:lnTo>
                    <a:pt x="1482410" y="1637799"/>
                  </a:lnTo>
                  <a:lnTo>
                    <a:pt x="1482409" y="1637806"/>
                  </a:lnTo>
                  <a:lnTo>
                    <a:pt x="1482410" y="1637814"/>
                  </a:lnTo>
                  <a:lnTo>
                    <a:pt x="1482414" y="1637826"/>
                  </a:lnTo>
                  <a:lnTo>
                    <a:pt x="1482419" y="1637836"/>
                  </a:lnTo>
                  <a:lnTo>
                    <a:pt x="1482423" y="1637846"/>
                  </a:lnTo>
                  <a:lnTo>
                    <a:pt x="1482427" y="1637853"/>
                  </a:lnTo>
                  <a:lnTo>
                    <a:pt x="1482432" y="1637865"/>
                  </a:lnTo>
                  <a:lnTo>
                    <a:pt x="1482432" y="1637874"/>
                  </a:lnTo>
                  <a:lnTo>
                    <a:pt x="1482430" y="1637885"/>
                  </a:lnTo>
                  <a:lnTo>
                    <a:pt x="1482430" y="1637898"/>
                  </a:lnTo>
                  <a:lnTo>
                    <a:pt x="1482428" y="1637915"/>
                  </a:lnTo>
                  <a:lnTo>
                    <a:pt x="1482424" y="1637928"/>
                  </a:lnTo>
                  <a:lnTo>
                    <a:pt x="1482423" y="1637936"/>
                  </a:lnTo>
                  <a:lnTo>
                    <a:pt x="1482424" y="1637949"/>
                  </a:lnTo>
                  <a:lnTo>
                    <a:pt x="1482425" y="1637958"/>
                  </a:lnTo>
                  <a:lnTo>
                    <a:pt x="1482428" y="1637968"/>
                  </a:lnTo>
                  <a:lnTo>
                    <a:pt x="1482433" y="1637979"/>
                  </a:lnTo>
                  <a:lnTo>
                    <a:pt x="1482434" y="1637988"/>
                  </a:lnTo>
                  <a:lnTo>
                    <a:pt x="1482438" y="1638006"/>
                  </a:lnTo>
                  <a:lnTo>
                    <a:pt x="1482439" y="1638018"/>
                  </a:lnTo>
                  <a:lnTo>
                    <a:pt x="1482440" y="1638040"/>
                  </a:lnTo>
                  <a:lnTo>
                    <a:pt x="1482442" y="1638063"/>
                  </a:lnTo>
                  <a:lnTo>
                    <a:pt x="1482443" y="1638074"/>
                  </a:lnTo>
                  <a:lnTo>
                    <a:pt x="1482445" y="1638086"/>
                  </a:lnTo>
                  <a:lnTo>
                    <a:pt x="1482448" y="1638102"/>
                  </a:lnTo>
                  <a:lnTo>
                    <a:pt x="1482449" y="1638116"/>
                  </a:lnTo>
                  <a:lnTo>
                    <a:pt x="1482450" y="1638136"/>
                  </a:lnTo>
                  <a:lnTo>
                    <a:pt x="1482486" y="1638177"/>
                  </a:lnTo>
                  <a:lnTo>
                    <a:pt x="1482492" y="1638183"/>
                  </a:lnTo>
                  <a:lnTo>
                    <a:pt x="1482492" y="1638192"/>
                  </a:lnTo>
                  <a:lnTo>
                    <a:pt x="1482493" y="1638231"/>
                  </a:lnTo>
                  <a:lnTo>
                    <a:pt x="1482493" y="1638239"/>
                  </a:lnTo>
                  <a:lnTo>
                    <a:pt x="1482474" y="1638271"/>
                  </a:lnTo>
                  <a:lnTo>
                    <a:pt x="1482475" y="1638286"/>
                  </a:lnTo>
                  <a:lnTo>
                    <a:pt x="1482485" y="1638384"/>
                  </a:lnTo>
                  <a:lnTo>
                    <a:pt x="1482486" y="1638392"/>
                  </a:lnTo>
                  <a:lnTo>
                    <a:pt x="1482490" y="1638400"/>
                  </a:lnTo>
                  <a:lnTo>
                    <a:pt x="1482565" y="1638542"/>
                  </a:lnTo>
                  <a:lnTo>
                    <a:pt x="1482593" y="1638597"/>
                  </a:lnTo>
                  <a:lnTo>
                    <a:pt x="1482597" y="1638604"/>
                  </a:lnTo>
                  <a:lnTo>
                    <a:pt x="1482605" y="1638606"/>
                  </a:lnTo>
                  <a:lnTo>
                    <a:pt x="1482636" y="1638615"/>
                  </a:lnTo>
                  <a:lnTo>
                    <a:pt x="1482644" y="1638617"/>
                  </a:lnTo>
                  <a:lnTo>
                    <a:pt x="1482653" y="1638616"/>
                  </a:lnTo>
                  <a:lnTo>
                    <a:pt x="1482710" y="1638605"/>
                  </a:lnTo>
                  <a:lnTo>
                    <a:pt x="1482723" y="1638602"/>
                  </a:lnTo>
                  <a:lnTo>
                    <a:pt x="1482737" y="1638596"/>
                  </a:lnTo>
                  <a:lnTo>
                    <a:pt x="1482748" y="1638592"/>
                  </a:lnTo>
                  <a:lnTo>
                    <a:pt x="1482755" y="1638592"/>
                  </a:lnTo>
                  <a:lnTo>
                    <a:pt x="1482763" y="1638595"/>
                  </a:lnTo>
                  <a:lnTo>
                    <a:pt x="1482772" y="1638601"/>
                  </a:lnTo>
                  <a:lnTo>
                    <a:pt x="1482785" y="1638609"/>
                  </a:lnTo>
                  <a:lnTo>
                    <a:pt x="1482798" y="1638615"/>
                  </a:lnTo>
                  <a:lnTo>
                    <a:pt x="1482806" y="1638622"/>
                  </a:lnTo>
                  <a:lnTo>
                    <a:pt x="1482816" y="1638632"/>
                  </a:lnTo>
                  <a:lnTo>
                    <a:pt x="1482822" y="1638638"/>
                  </a:lnTo>
                  <a:lnTo>
                    <a:pt x="1482828" y="1638641"/>
                  </a:lnTo>
                  <a:lnTo>
                    <a:pt x="1482839" y="1638642"/>
                  </a:lnTo>
                  <a:lnTo>
                    <a:pt x="1482851" y="1638641"/>
                  </a:lnTo>
                  <a:lnTo>
                    <a:pt x="1482867" y="1638640"/>
                  </a:lnTo>
                  <a:lnTo>
                    <a:pt x="1482886" y="1638640"/>
                  </a:lnTo>
                  <a:lnTo>
                    <a:pt x="1482895" y="1638639"/>
                  </a:lnTo>
                  <a:lnTo>
                    <a:pt x="1482905" y="1638637"/>
                  </a:lnTo>
                  <a:lnTo>
                    <a:pt x="1482913" y="1638637"/>
                  </a:lnTo>
                  <a:lnTo>
                    <a:pt x="1482915" y="1638643"/>
                  </a:lnTo>
                  <a:lnTo>
                    <a:pt x="1482917" y="1638649"/>
                  </a:lnTo>
                  <a:lnTo>
                    <a:pt x="1482921" y="1638659"/>
                  </a:lnTo>
                  <a:lnTo>
                    <a:pt x="1482928" y="1638671"/>
                  </a:lnTo>
                  <a:lnTo>
                    <a:pt x="1482933" y="1638685"/>
                  </a:lnTo>
                  <a:lnTo>
                    <a:pt x="1482939" y="1638707"/>
                  </a:lnTo>
                  <a:lnTo>
                    <a:pt x="1482945" y="1638726"/>
                  </a:lnTo>
                  <a:lnTo>
                    <a:pt x="1482949" y="1638735"/>
                  </a:lnTo>
                  <a:lnTo>
                    <a:pt x="1482953" y="1638748"/>
                  </a:lnTo>
                  <a:lnTo>
                    <a:pt x="1482949" y="1638761"/>
                  </a:lnTo>
                  <a:lnTo>
                    <a:pt x="1482944" y="1638771"/>
                  </a:lnTo>
                  <a:lnTo>
                    <a:pt x="1482943" y="1638790"/>
                  </a:lnTo>
                  <a:lnTo>
                    <a:pt x="1482943" y="1638798"/>
                  </a:lnTo>
                  <a:lnTo>
                    <a:pt x="1482945" y="1638808"/>
                  </a:lnTo>
                  <a:lnTo>
                    <a:pt x="1482946" y="1638814"/>
                  </a:lnTo>
                  <a:lnTo>
                    <a:pt x="1482950" y="1638830"/>
                  </a:lnTo>
                  <a:lnTo>
                    <a:pt x="1482953" y="1638846"/>
                  </a:lnTo>
                  <a:lnTo>
                    <a:pt x="1482955" y="1638853"/>
                  </a:lnTo>
                  <a:lnTo>
                    <a:pt x="1482960" y="1638859"/>
                  </a:lnTo>
                  <a:lnTo>
                    <a:pt x="1482968" y="1638864"/>
                  </a:lnTo>
                  <a:lnTo>
                    <a:pt x="1482975" y="1638870"/>
                  </a:lnTo>
                  <a:lnTo>
                    <a:pt x="1482981" y="1638878"/>
                  </a:lnTo>
                  <a:lnTo>
                    <a:pt x="1482984" y="1638888"/>
                  </a:lnTo>
                  <a:lnTo>
                    <a:pt x="1482984" y="1638896"/>
                  </a:lnTo>
                  <a:lnTo>
                    <a:pt x="1482981" y="1638903"/>
                  </a:lnTo>
                  <a:lnTo>
                    <a:pt x="1482973" y="1638917"/>
                  </a:lnTo>
                  <a:lnTo>
                    <a:pt x="1482963" y="1638928"/>
                  </a:lnTo>
                  <a:lnTo>
                    <a:pt x="1482952" y="1638934"/>
                  </a:lnTo>
                  <a:lnTo>
                    <a:pt x="1482930" y="1638945"/>
                  </a:lnTo>
                  <a:lnTo>
                    <a:pt x="1482916" y="1638949"/>
                  </a:lnTo>
                  <a:lnTo>
                    <a:pt x="1482904" y="1638952"/>
                  </a:lnTo>
                  <a:lnTo>
                    <a:pt x="1482891" y="1638952"/>
                  </a:lnTo>
                  <a:lnTo>
                    <a:pt x="1482883" y="1638952"/>
                  </a:lnTo>
                  <a:lnTo>
                    <a:pt x="1482877" y="1638955"/>
                  </a:lnTo>
                  <a:lnTo>
                    <a:pt x="1482872" y="1638959"/>
                  </a:lnTo>
                  <a:lnTo>
                    <a:pt x="1482866" y="1638968"/>
                  </a:lnTo>
                  <a:lnTo>
                    <a:pt x="1482857" y="1638986"/>
                  </a:lnTo>
                  <a:lnTo>
                    <a:pt x="1482849" y="1639001"/>
                  </a:lnTo>
                  <a:lnTo>
                    <a:pt x="1482844" y="1639007"/>
                  </a:lnTo>
                  <a:lnTo>
                    <a:pt x="1482840" y="1639011"/>
                  </a:lnTo>
                  <a:lnTo>
                    <a:pt x="1482824" y="1639018"/>
                  </a:lnTo>
                  <a:lnTo>
                    <a:pt x="1482809" y="1639027"/>
                  </a:lnTo>
                  <a:lnTo>
                    <a:pt x="1482794" y="1639032"/>
                  </a:lnTo>
                  <a:lnTo>
                    <a:pt x="1482784" y="1639038"/>
                  </a:lnTo>
                  <a:lnTo>
                    <a:pt x="1482771" y="1639049"/>
                  </a:lnTo>
                  <a:lnTo>
                    <a:pt x="1482760" y="1639060"/>
                  </a:lnTo>
                  <a:lnTo>
                    <a:pt x="1482752" y="1639071"/>
                  </a:lnTo>
                  <a:lnTo>
                    <a:pt x="1482745" y="1639088"/>
                  </a:lnTo>
                  <a:lnTo>
                    <a:pt x="1482740" y="1639100"/>
                  </a:lnTo>
                  <a:lnTo>
                    <a:pt x="1482738" y="1639109"/>
                  </a:lnTo>
                  <a:lnTo>
                    <a:pt x="1482741" y="1639117"/>
                  </a:lnTo>
                  <a:lnTo>
                    <a:pt x="1482744" y="1639124"/>
                  </a:lnTo>
                  <a:lnTo>
                    <a:pt x="1482750" y="1639131"/>
                  </a:lnTo>
                  <a:lnTo>
                    <a:pt x="1482766" y="1639140"/>
                  </a:lnTo>
                  <a:lnTo>
                    <a:pt x="1482776" y="1639143"/>
                  </a:lnTo>
                  <a:lnTo>
                    <a:pt x="1482785" y="1639147"/>
                  </a:lnTo>
                  <a:lnTo>
                    <a:pt x="1482794" y="1639154"/>
                  </a:lnTo>
                  <a:lnTo>
                    <a:pt x="1482799" y="1639159"/>
                  </a:lnTo>
                  <a:lnTo>
                    <a:pt x="1482807" y="1639173"/>
                  </a:lnTo>
                  <a:lnTo>
                    <a:pt x="1482818" y="1639187"/>
                  </a:lnTo>
                  <a:lnTo>
                    <a:pt x="1482833" y="1639205"/>
                  </a:lnTo>
                  <a:lnTo>
                    <a:pt x="1482843" y="1639218"/>
                  </a:lnTo>
                  <a:lnTo>
                    <a:pt x="1482849" y="1639229"/>
                  </a:lnTo>
                  <a:lnTo>
                    <a:pt x="1482859" y="1639238"/>
                  </a:lnTo>
                  <a:lnTo>
                    <a:pt x="1482866" y="1639249"/>
                  </a:lnTo>
                  <a:lnTo>
                    <a:pt x="1482869" y="1639261"/>
                  </a:lnTo>
                  <a:lnTo>
                    <a:pt x="1482871" y="1639271"/>
                  </a:lnTo>
                  <a:lnTo>
                    <a:pt x="1482872" y="1639282"/>
                  </a:lnTo>
                  <a:lnTo>
                    <a:pt x="1482875" y="1639294"/>
                  </a:lnTo>
                  <a:lnTo>
                    <a:pt x="1482877" y="1639302"/>
                  </a:lnTo>
                  <a:lnTo>
                    <a:pt x="1482880" y="1639313"/>
                  </a:lnTo>
                  <a:lnTo>
                    <a:pt x="1482887" y="1639329"/>
                  </a:lnTo>
                  <a:lnTo>
                    <a:pt x="1482894" y="1639342"/>
                  </a:lnTo>
                  <a:lnTo>
                    <a:pt x="1482901" y="1639358"/>
                  </a:lnTo>
                  <a:lnTo>
                    <a:pt x="1482906" y="1639370"/>
                  </a:lnTo>
                  <a:lnTo>
                    <a:pt x="1482906" y="1639379"/>
                  </a:lnTo>
                  <a:lnTo>
                    <a:pt x="1482905" y="1639386"/>
                  </a:lnTo>
                  <a:lnTo>
                    <a:pt x="1482900" y="1639392"/>
                  </a:lnTo>
                  <a:lnTo>
                    <a:pt x="1482889" y="1639398"/>
                  </a:lnTo>
                  <a:lnTo>
                    <a:pt x="1482878" y="1639405"/>
                  </a:lnTo>
                  <a:lnTo>
                    <a:pt x="1482875" y="1639410"/>
                  </a:lnTo>
                  <a:lnTo>
                    <a:pt x="1482873" y="1639418"/>
                  </a:lnTo>
                  <a:lnTo>
                    <a:pt x="1482872" y="1639431"/>
                  </a:lnTo>
                  <a:lnTo>
                    <a:pt x="1482873" y="1639447"/>
                  </a:lnTo>
                  <a:lnTo>
                    <a:pt x="1482875" y="1639456"/>
                  </a:lnTo>
                  <a:lnTo>
                    <a:pt x="1482876" y="1639463"/>
                  </a:lnTo>
                  <a:lnTo>
                    <a:pt x="1482875" y="1639475"/>
                  </a:lnTo>
                  <a:lnTo>
                    <a:pt x="1482875" y="1639486"/>
                  </a:lnTo>
                  <a:lnTo>
                    <a:pt x="1482871" y="1639495"/>
                  </a:lnTo>
                  <a:lnTo>
                    <a:pt x="1482863" y="1639507"/>
                  </a:lnTo>
                  <a:lnTo>
                    <a:pt x="1482858" y="1639521"/>
                  </a:lnTo>
                  <a:lnTo>
                    <a:pt x="1482851" y="1639530"/>
                  </a:lnTo>
                  <a:lnTo>
                    <a:pt x="1482839" y="1639557"/>
                  </a:lnTo>
                  <a:lnTo>
                    <a:pt x="1482831" y="1639587"/>
                  </a:lnTo>
                  <a:lnTo>
                    <a:pt x="1482824" y="1639612"/>
                  </a:lnTo>
                  <a:lnTo>
                    <a:pt x="1482824" y="1639630"/>
                  </a:lnTo>
                  <a:lnTo>
                    <a:pt x="1482830" y="1639641"/>
                  </a:lnTo>
                  <a:lnTo>
                    <a:pt x="1482833" y="1639647"/>
                  </a:lnTo>
                  <a:lnTo>
                    <a:pt x="1482839" y="1639653"/>
                  </a:lnTo>
                  <a:lnTo>
                    <a:pt x="1482849" y="1639664"/>
                  </a:lnTo>
                  <a:lnTo>
                    <a:pt x="1482859" y="1639682"/>
                  </a:lnTo>
                  <a:lnTo>
                    <a:pt x="1482860" y="1639705"/>
                  </a:lnTo>
                  <a:lnTo>
                    <a:pt x="1482857" y="1639733"/>
                  </a:lnTo>
                  <a:lnTo>
                    <a:pt x="1482855" y="1639746"/>
                  </a:lnTo>
                  <a:lnTo>
                    <a:pt x="1482849" y="1639753"/>
                  </a:lnTo>
                  <a:lnTo>
                    <a:pt x="1482843" y="1639758"/>
                  </a:lnTo>
                  <a:lnTo>
                    <a:pt x="1482837" y="1639759"/>
                  </a:lnTo>
                  <a:lnTo>
                    <a:pt x="1482829" y="1639762"/>
                  </a:lnTo>
                  <a:lnTo>
                    <a:pt x="1482820" y="1639769"/>
                  </a:lnTo>
                  <a:lnTo>
                    <a:pt x="1482816" y="1639774"/>
                  </a:lnTo>
                  <a:lnTo>
                    <a:pt x="1482815" y="1639783"/>
                  </a:lnTo>
                  <a:lnTo>
                    <a:pt x="1482815" y="1639791"/>
                  </a:lnTo>
                  <a:lnTo>
                    <a:pt x="1482816" y="1639797"/>
                  </a:lnTo>
                  <a:lnTo>
                    <a:pt x="1482819" y="1639812"/>
                  </a:lnTo>
                  <a:lnTo>
                    <a:pt x="1482824" y="1639822"/>
                  </a:lnTo>
                  <a:lnTo>
                    <a:pt x="1482830" y="1639826"/>
                  </a:lnTo>
                  <a:lnTo>
                    <a:pt x="1482838" y="1639828"/>
                  </a:lnTo>
                  <a:lnTo>
                    <a:pt x="1482843" y="1639830"/>
                  </a:lnTo>
                  <a:lnTo>
                    <a:pt x="1482849" y="1639831"/>
                  </a:lnTo>
                  <a:lnTo>
                    <a:pt x="1482858" y="1639832"/>
                  </a:lnTo>
                  <a:lnTo>
                    <a:pt x="1482869" y="1639833"/>
                  </a:lnTo>
                  <a:lnTo>
                    <a:pt x="1482879" y="1639832"/>
                  </a:lnTo>
                  <a:lnTo>
                    <a:pt x="1482887" y="1639833"/>
                  </a:lnTo>
                  <a:lnTo>
                    <a:pt x="1482898" y="1639833"/>
                  </a:lnTo>
                  <a:lnTo>
                    <a:pt x="1482913" y="1639834"/>
                  </a:lnTo>
                  <a:lnTo>
                    <a:pt x="1482927" y="1639833"/>
                  </a:lnTo>
                  <a:lnTo>
                    <a:pt x="1482933" y="1639834"/>
                  </a:lnTo>
                  <a:lnTo>
                    <a:pt x="1482943" y="1639834"/>
                  </a:lnTo>
                  <a:lnTo>
                    <a:pt x="1482962" y="1639837"/>
                  </a:lnTo>
                  <a:lnTo>
                    <a:pt x="1482981" y="1639848"/>
                  </a:lnTo>
                  <a:lnTo>
                    <a:pt x="1483003" y="1639856"/>
                  </a:lnTo>
                  <a:lnTo>
                    <a:pt x="1483018" y="1639860"/>
                  </a:lnTo>
                  <a:lnTo>
                    <a:pt x="1483032" y="1639851"/>
                  </a:lnTo>
                  <a:lnTo>
                    <a:pt x="1483044" y="1639841"/>
                  </a:lnTo>
                  <a:lnTo>
                    <a:pt x="1483053" y="1639834"/>
                  </a:lnTo>
                  <a:lnTo>
                    <a:pt x="1483062" y="1639836"/>
                  </a:lnTo>
                  <a:lnTo>
                    <a:pt x="1483073" y="1639842"/>
                  </a:lnTo>
                  <a:lnTo>
                    <a:pt x="1483076" y="1639848"/>
                  </a:lnTo>
                  <a:lnTo>
                    <a:pt x="1483085" y="1639869"/>
                  </a:lnTo>
                  <a:lnTo>
                    <a:pt x="1483096" y="1639881"/>
                  </a:lnTo>
                  <a:lnTo>
                    <a:pt x="1483113" y="1639902"/>
                  </a:lnTo>
                  <a:lnTo>
                    <a:pt x="1483129" y="1639926"/>
                  </a:lnTo>
                  <a:lnTo>
                    <a:pt x="1483139" y="1639945"/>
                  </a:lnTo>
                  <a:lnTo>
                    <a:pt x="1483140" y="1639958"/>
                  </a:lnTo>
                  <a:lnTo>
                    <a:pt x="1483140" y="1639970"/>
                  </a:lnTo>
                  <a:lnTo>
                    <a:pt x="1483141" y="1639984"/>
                  </a:lnTo>
                  <a:lnTo>
                    <a:pt x="1483141" y="1639992"/>
                  </a:lnTo>
                  <a:lnTo>
                    <a:pt x="1483142" y="1640000"/>
                  </a:lnTo>
                  <a:lnTo>
                    <a:pt x="1483142" y="1640007"/>
                  </a:lnTo>
                  <a:lnTo>
                    <a:pt x="1483145" y="1640044"/>
                  </a:lnTo>
                  <a:lnTo>
                    <a:pt x="1483144" y="1640067"/>
                  </a:lnTo>
                  <a:lnTo>
                    <a:pt x="1483143" y="1640088"/>
                  </a:lnTo>
                  <a:lnTo>
                    <a:pt x="1483144" y="1640103"/>
                  </a:lnTo>
                  <a:lnTo>
                    <a:pt x="1483153" y="1640116"/>
                  </a:lnTo>
                  <a:lnTo>
                    <a:pt x="1483167" y="1640149"/>
                  </a:lnTo>
                  <a:lnTo>
                    <a:pt x="1483177" y="1640172"/>
                  </a:lnTo>
                  <a:lnTo>
                    <a:pt x="1483181" y="1640179"/>
                  </a:lnTo>
                  <a:lnTo>
                    <a:pt x="1483187" y="1640198"/>
                  </a:lnTo>
                  <a:lnTo>
                    <a:pt x="1483187" y="1640219"/>
                  </a:lnTo>
                  <a:lnTo>
                    <a:pt x="1483184" y="1640237"/>
                  </a:lnTo>
                  <a:lnTo>
                    <a:pt x="1483182" y="1640245"/>
                  </a:lnTo>
                  <a:lnTo>
                    <a:pt x="1483167" y="1640261"/>
                  </a:lnTo>
                  <a:lnTo>
                    <a:pt x="1483163" y="1640272"/>
                  </a:lnTo>
                  <a:lnTo>
                    <a:pt x="1483162" y="1640287"/>
                  </a:lnTo>
                  <a:lnTo>
                    <a:pt x="1483163" y="1640304"/>
                  </a:lnTo>
                  <a:lnTo>
                    <a:pt x="1483167" y="1640326"/>
                  </a:lnTo>
                  <a:lnTo>
                    <a:pt x="1483163" y="1640355"/>
                  </a:lnTo>
                  <a:lnTo>
                    <a:pt x="1483161" y="1640363"/>
                  </a:lnTo>
                  <a:lnTo>
                    <a:pt x="1483156" y="1640384"/>
                  </a:lnTo>
                  <a:lnTo>
                    <a:pt x="1483155" y="1640409"/>
                  </a:lnTo>
                  <a:lnTo>
                    <a:pt x="1483156" y="1640428"/>
                  </a:lnTo>
                  <a:lnTo>
                    <a:pt x="1483165" y="1640456"/>
                  </a:lnTo>
                  <a:lnTo>
                    <a:pt x="1483174" y="1640495"/>
                  </a:lnTo>
                  <a:lnTo>
                    <a:pt x="1483174" y="1640502"/>
                  </a:lnTo>
                  <a:lnTo>
                    <a:pt x="1483173" y="1640509"/>
                  </a:lnTo>
                  <a:lnTo>
                    <a:pt x="1483172" y="1640516"/>
                  </a:lnTo>
                  <a:lnTo>
                    <a:pt x="1483170" y="1640526"/>
                  </a:lnTo>
                  <a:lnTo>
                    <a:pt x="1483159" y="1640551"/>
                  </a:lnTo>
                  <a:lnTo>
                    <a:pt x="1483156" y="1640555"/>
                  </a:lnTo>
                  <a:lnTo>
                    <a:pt x="1483150" y="1640562"/>
                  </a:lnTo>
                  <a:lnTo>
                    <a:pt x="1483149" y="1640568"/>
                  </a:lnTo>
                  <a:lnTo>
                    <a:pt x="1483145" y="1640580"/>
                  </a:lnTo>
                  <a:lnTo>
                    <a:pt x="1483144" y="1640589"/>
                  </a:lnTo>
                  <a:lnTo>
                    <a:pt x="1483143" y="1640598"/>
                  </a:lnTo>
                  <a:lnTo>
                    <a:pt x="1483143" y="1640608"/>
                  </a:lnTo>
                  <a:lnTo>
                    <a:pt x="1483151" y="1640630"/>
                  </a:lnTo>
                  <a:lnTo>
                    <a:pt x="1483153" y="1640642"/>
                  </a:lnTo>
                  <a:lnTo>
                    <a:pt x="1483155" y="1640654"/>
                  </a:lnTo>
                  <a:lnTo>
                    <a:pt x="1483152" y="1640668"/>
                  </a:lnTo>
                  <a:lnTo>
                    <a:pt x="1483144" y="1640688"/>
                  </a:lnTo>
                  <a:lnTo>
                    <a:pt x="1483140" y="1640716"/>
                  </a:lnTo>
                  <a:lnTo>
                    <a:pt x="1483138" y="1640739"/>
                  </a:lnTo>
                  <a:lnTo>
                    <a:pt x="1483135" y="1640764"/>
                  </a:lnTo>
                  <a:lnTo>
                    <a:pt x="1483133" y="1640785"/>
                  </a:lnTo>
                  <a:lnTo>
                    <a:pt x="1483127" y="1640813"/>
                  </a:lnTo>
                  <a:lnTo>
                    <a:pt x="1483120" y="1640857"/>
                  </a:lnTo>
                  <a:lnTo>
                    <a:pt x="1483119" y="1640866"/>
                  </a:lnTo>
                  <a:lnTo>
                    <a:pt x="1483118" y="1640876"/>
                  </a:lnTo>
                  <a:lnTo>
                    <a:pt x="1483119" y="1640887"/>
                  </a:lnTo>
                  <a:lnTo>
                    <a:pt x="1483122" y="1640908"/>
                  </a:lnTo>
                  <a:lnTo>
                    <a:pt x="1483130" y="1640927"/>
                  </a:lnTo>
                  <a:lnTo>
                    <a:pt x="1483135" y="1640943"/>
                  </a:lnTo>
                  <a:lnTo>
                    <a:pt x="1483137" y="1640948"/>
                  </a:lnTo>
                  <a:lnTo>
                    <a:pt x="1483151" y="1640980"/>
                  </a:lnTo>
                  <a:lnTo>
                    <a:pt x="1483163" y="1641014"/>
                  </a:lnTo>
                  <a:lnTo>
                    <a:pt x="1483166" y="1641049"/>
                  </a:lnTo>
                  <a:lnTo>
                    <a:pt x="1483168" y="1641068"/>
                  </a:lnTo>
                  <a:lnTo>
                    <a:pt x="1483169" y="1641077"/>
                  </a:lnTo>
                  <a:lnTo>
                    <a:pt x="1483170" y="1641086"/>
                  </a:lnTo>
                  <a:lnTo>
                    <a:pt x="1483171" y="1641092"/>
                  </a:lnTo>
                  <a:lnTo>
                    <a:pt x="1483172" y="1641107"/>
                  </a:lnTo>
                  <a:lnTo>
                    <a:pt x="1483211" y="1641119"/>
                  </a:lnTo>
                  <a:lnTo>
                    <a:pt x="1483216" y="1641121"/>
                  </a:lnTo>
                  <a:lnTo>
                    <a:pt x="1483251" y="1641128"/>
                  </a:lnTo>
                  <a:lnTo>
                    <a:pt x="1483287" y="1641142"/>
                  </a:lnTo>
                  <a:lnTo>
                    <a:pt x="1483304" y="1641149"/>
                  </a:lnTo>
                  <a:lnTo>
                    <a:pt x="1483311" y="1641152"/>
                  </a:lnTo>
                  <a:lnTo>
                    <a:pt x="1483314" y="1641157"/>
                  </a:lnTo>
                  <a:lnTo>
                    <a:pt x="1483320" y="1641165"/>
                  </a:lnTo>
                  <a:lnTo>
                    <a:pt x="1483330" y="1641180"/>
                  </a:lnTo>
                  <a:lnTo>
                    <a:pt x="1483334" y="1641196"/>
                  </a:lnTo>
                  <a:lnTo>
                    <a:pt x="1483347" y="1641209"/>
                  </a:lnTo>
                  <a:lnTo>
                    <a:pt x="1483354" y="1641216"/>
                  </a:lnTo>
                  <a:lnTo>
                    <a:pt x="1483364" y="1641240"/>
                  </a:lnTo>
                  <a:lnTo>
                    <a:pt x="1483371" y="1641250"/>
                  </a:lnTo>
                  <a:lnTo>
                    <a:pt x="1483378" y="1641260"/>
                  </a:lnTo>
                  <a:lnTo>
                    <a:pt x="1483380" y="1641266"/>
                  </a:lnTo>
                  <a:lnTo>
                    <a:pt x="1483383" y="1641275"/>
                  </a:lnTo>
                  <a:lnTo>
                    <a:pt x="1483384" y="1641281"/>
                  </a:lnTo>
                  <a:lnTo>
                    <a:pt x="1483382" y="1641300"/>
                  </a:lnTo>
                  <a:lnTo>
                    <a:pt x="1483390" y="1641333"/>
                  </a:lnTo>
                  <a:lnTo>
                    <a:pt x="1483389" y="1641339"/>
                  </a:lnTo>
                  <a:lnTo>
                    <a:pt x="1483387" y="1641359"/>
                  </a:lnTo>
                  <a:lnTo>
                    <a:pt x="1483388" y="1641378"/>
                  </a:lnTo>
                  <a:lnTo>
                    <a:pt x="1483389" y="1641386"/>
                  </a:lnTo>
                  <a:lnTo>
                    <a:pt x="1483387" y="1641409"/>
                  </a:lnTo>
                  <a:lnTo>
                    <a:pt x="1483394" y="1641417"/>
                  </a:lnTo>
                  <a:lnTo>
                    <a:pt x="1483410" y="1641420"/>
                  </a:lnTo>
                  <a:lnTo>
                    <a:pt x="1483420" y="1641426"/>
                  </a:lnTo>
                  <a:lnTo>
                    <a:pt x="1483432" y="1641434"/>
                  </a:lnTo>
                  <a:lnTo>
                    <a:pt x="1483452" y="1641451"/>
                  </a:lnTo>
                  <a:lnTo>
                    <a:pt x="1483460" y="1641456"/>
                  </a:lnTo>
                  <a:lnTo>
                    <a:pt x="1483475" y="1641462"/>
                  </a:lnTo>
                  <a:lnTo>
                    <a:pt x="1483498" y="1641477"/>
                  </a:lnTo>
                  <a:lnTo>
                    <a:pt x="1483504" y="1641490"/>
                  </a:lnTo>
                  <a:lnTo>
                    <a:pt x="1483504" y="1641500"/>
                  </a:lnTo>
                  <a:lnTo>
                    <a:pt x="1483505" y="1641514"/>
                  </a:lnTo>
                  <a:lnTo>
                    <a:pt x="1483505" y="1641580"/>
                  </a:lnTo>
                  <a:lnTo>
                    <a:pt x="1483508" y="1641594"/>
                  </a:lnTo>
                  <a:lnTo>
                    <a:pt x="1483515" y="1641611"/>
                  </a:lnTo>
                  <a:lnTo>
                    <a:pt x="1483523" y="1641633"/>
                  </a:lnTo>
                  <a:lnTo>
                    <a:pt x="1483523" y="1641646"/>
                  </a:lnTo>
                  <a:lnTo>
                    <a:pt x="1483518" y="1641657"/>
                  </a:lnTo>
                  <a:lnTo>
                    <a:pt x="1483516" y="1641664"/>
                  </a:lnTo>
                  <a:lnTo>
                    <a:pt x="1483514" y="1641671"/>
                  </a:lnTo>
                  <a:lnTo>
                    <a:pt x="1483515" y="1641677"/>
                  </a:lnTo>
                  <a:lnTo>
                    <a:pt x="1483515" y="1641698"/>
                  </a:lnTo>
                  <a:lnTo>
                    <a:pt x="1483518" y="1641739"/>
                  </a:lnTo>
                  <a:lnTo>
                    <a:pt x="1483519" y="1641772"/>
                  </a:lnTo>
                  <a:lnTo>
                    <a:pt x="1483519" y="1641797"/>
                  </a:lnTo>
                  <a:lnTo>
                    <a:pt x="1483523" y="1641814"/>
                  </a:lnTo>
                  <a:lnTo>
                    <a:pt x="1483518" y="1641828"/>
                  </a:lnTo>
                  <a:lnTo>
                    <a:pt x="1483516" y="1641837"/>
                  </a:lnTo>
                  <a:lnTo>
                    <a:pt x="1483520" y="1641874"/>
                  </a:lnTo>
                  <a:lnTo>
                    <a:pt x="1483527" y="1641893"/>
                  </a:lnTo>
                  <a:lnTo>
                    <a:pt x="1483531" y="1641904"/>
                  </a:lnTo>
                  <a:lnTo>
                    <a:pt x="1483542" y="1641921"/>
                  </a:lnTo>
                  <a:lnTo>
                    <a:pt x="1483551" y="1641931"/>
                  </a:lnTo>
                  <a:lnTo>
                    <a:pt x="1483560" y="1641943"/>
                  </a:lnTo>
                  <a:lnTo>
                    <a:pt x="1483568" y="1641954"/>
                  </a:lnTo>
                  <a:lnTo>
                    <a:pt x="1483575" y="1641965"/>
                  </a:lnTo>
                  <a:lnTo>
                    <a:pt x="1483577" y="1641979"/>
                  </a:lnTo>
                  <a:lnTo>
                    <a:pt x="1483581" y="1641996"/>
                  </a:lnTo>
                  <a:lnTo>
                    <a:pt x="1483583" y="1642001"/>
                  </a:lnTo>
                  <a:lnTo>
                    <a:pt x="1483587" y="1642006"/>
                  </a:lnTo>
                  <a:lnTo>
                    <a:pt x="1483593" y="1642011"/>
                  </a:lnTo>
                  <a:lnTo>
                    <a:pt x="1483605" y="1642025"/>
                  </a:lnTo>
                  <a:lnTo>
                    <a:pt x="1483609" y="1642033"/>
                  </a:lnTo>
                  <a:lnTo>
                    <a:pt x="1483609" y="1642046"/>
                  </a:lnTo>
                  <a:lnTo>
                    <a:pt x="1483605" y="1642066"/>
                  </a:lnTo>
                  <a:lnTo>
                    <a:pt x="1483606" y="1642106"/>
                  </a:lnTo>
                  <a:lnTo>
                    <a:pt x="1483605" y="1642117"/>
                  </a:lnTo>
                  <a:lnTo>
                    <a:pt x="1483603" y="1642143"/>
                  </a:lnTo>
                  <a:lnTo>
                    <a:pt x="1483602" y="1642175"/>
                  </a:lnTo>
                  <a:lnTo>
                    <a:pt x="1483592" y="1642208"/>
                  </a:lnTo>
                  <a:lnTo>
                    <a:pt x="1483590" y="1642214"/>
                  </a:lnTo>
                  <a:lnTo>
                    <a:pt x="1483586" y="1642229"/>
                  </a:lnTo>
                  <a:lnTo>
                    <a:pt x="1483584" y="1642251"/>
                  </a:lnTo>
                  <a:lnTo>
                    <a:pt x="1483580" y="1642282"/>
                  </a:lnTo>
                  <a:lnTo>
                    <a:pt x="1483580" y="1642307"/>
                  </a:lnTo>
                  <a:lnTo>
                    <a:pt x="1483583" y="1642351"/>
                  </a:lnTo>
                  <a:lnTo>
                    <a:pt x="1483582" y="1642365"/>
                  </a:lnTo>
                  <a:lnTo>
                    <a:pt x="1483581" y="1642377"/>
                  </a:lnTo>
                  <a:lnTo>
                    <a:pt x="1483582" y="1642396"/>
                  </a:lnTo>
                  <a:lnTo>
                    <a:pt x="1483584" y="1642413"/>
                  </a:lnTo>
                  <a:lnTo>
                    <a:pt x="1483586" y="1642424"/>
                  </a:lnTo>
                  <a:lnTo>
                    <a:pt x="1483586" y="1642439"/>
                  </a:lnTo>
                  <a:lnTo>
                    <a:pt x="1483583" y="1642468"/>
                  </a:lnTo>
                  <a:lnTo>
                    <a:pt x="1483588" y="1642482"/>
                  </a:lnTo>
                  <a:lnTo>
                    <a:pt x="1483599" y="1642510"/>
                  </a:lnTo>
                  <a:lnTo>
                    <a:pt x="1483604" y="1642530"/>
                  </a:lnTo>
                  <a:lnTo>
                    <a:pt x="1483611" y="1642551"/>
                  </a:lnTo>
                  <a:lnTo>
                    <a:pt x="1483614" y="1642560"/>
                  </a:lnTo>
                  <a:lnTo>
                    <a:pt x="1483618" y="1642572"/>
                  </a:lnTo>
                  <a:lnTo>
                    <a:pt x="1483620" y="1642578"/>
                  </a:lnTo>
                  <a:lnTo>
                    <a:pt x="1483617" y="1642600"/>
                  </a:lnTo>
                  <a:lnTo>
                    <a:pt x="1483618" y="1642616"/>
                  </a:lnTo>
                  <a:lnTo>
                    <a:pt x="1483619" y="1642629"/>
                  </a:lnTo>
                  <a:lnTo>
                    <a:pt x="1483629" y="1642639"/>
                  </a:lnTo>
                  <a:lnTo>
                    <a:pt x="1483635" y="1642644"/>
                  </a:lnTo>
                  <a:lnTo>
                    <a:pt x="1483654" y="1642665"/>
                  </a:lnTo>
                  <a:lnTo>
                    <a:pt x="1483658" y="1642673"/>
                  </a:lnTo>
                  <a:lnTo>
                    <a:pt x="1483662" y="1642683"/>
                  </a:lnTo>
                  <a:lnTo>
                    <a:pt x="1483661" y="1642689"/>
                  </a:lnTo>
                  <a:lnTo>
                    <a:pt x="1483656" y="1642700"/>
                  </a:lnTo>
                  <a:lnTo>
                    <a:pt x="1483647" y="1642712"/>
                  </a:lnTo>
                  <a:lnTo>
                    <a:pt x="1483639" y="1642723"/>
                  </a:lnTo>
                  <a:lnTo>
                    <a:pt x="1483635" y="1642727"/>
                  </a:lnTo>
                  <a:lnTo>
                    <a:pt x="1483628" y="1642734"/>
                  </a:lnTo>
                  <a:lnTo>
                    <a:pt x="1483622" y="1642739"/>
                  </a:lnTo>
                  <a:lnTo>
                    <a:pt x="1483618" y="1642753"/>
                  </a:lnTo>
                  <a:lnTo>
                    <a:pt x="1483614" y="1642766"/>
                  </a:lnTo>
                  <a:lnTo>
                    <a:pt x="1483605" y="1642791"/>
                  </a:lnTo>
                  <a:lnTo>
                    <a:pt x="1483590" y="1642831"/>
                  </a:lnTo>
                  <a:lnTo>
                    <a:pt x="1483585" y="1642854"/>
                  </a:lnTo>
                  <a:lnTo>
                    <a:pt x="1483582" y="1642859"/>
                  </a:lnTo>
                  <a:lnTo>
                    <a:pt x="1483573" y="1642874"/>
                  </a:lnTo>
                  <a:lnTo>
                    <a:pt x="1483564" y="1642894"/>
                  </a:lnTo>
                  <a:lnTo>
                    <a:pt x="1483561" y="1642908"/>
                  </a:lnTo>
                  <a:lnTo>
                    <a:pt x="1483559" y="1642916"/>
                  </a:lnTo>
                  <a:lnTo>
                    <a:pt x="1483556" y="1642944"/>
                  </a:lnTo>
                  <a:lnTo>
                    <a:pt x="1483558" y="1642974"/>
                  </a:lnTo>
                  <a:lnTo>
                    <a:pt x="1483562" y="1642996"/>
                  </a:lnTo>
                  <a:lnTo>
                    <a:pt x="1483573" y="1643011"/>
                  </a:lnTo>
                  <a:lnTo>
                    <a:pt x="1483585" y="1643023"/>
                  </a:lnTo>
                  <a:lnTo>
                    <a:pt x="1483591" y="1643027"/>
                  </a:lnTo>
                  <a:lnTo>
                    <a:pt x="1483597" y="1643030"/>
                  </a:lnTo>
                  <a:lnTo>
                    <a:pt x="1483605" y="1643029"/>
                  </a:lnTo>
                  <a:lnTo>
                    <a:pt x="1483617" y="1643025"/>
                  </a:lnTo>
                  <a:lnTo>
                    <a:pt x="1483624" y="1643021"/>
                  </a:lnTo>
                  <a:lnTo>
                    <a:pt x="1483630" y="1643014"/>
                  </a:lnTo>
                  <a:lnTo>
                    <a:pt x="1483634" y="1643008"/>
                  </a:lnTo>
                  <a:lnTo>
                    <a:pt x="1483638" y="1642999"/>
                  </a:lnTo>
                  <a:lnTo>
                    <a:pt x="1483644" y="1642989"/>
                  </a:lnTo>
                  <a:lnTo>
                    <a:pt x="1483650" y="1642988"/>
                  </a:lnTo>
                  <a:lnTo>
                    <a:pt x="1483668" y="1642987"/>
                  </a:lnTo>
                  <a:lnTo>
                    <a:pt x="1483674" y="1642987"/>
                  </a:lnTo>
                  <a:lnTo>
                    <a:pt x="1483680" y="1642987"/>
                  </a:lnTo>
                  <a:lnTo>
                    <a:pt x="1483690" y="1642986"/>
                  </a:lnTo>
                  <a:lnTo>
                    <a:pt x="1483705" y="1642983"/>
                  </a:lnTo>
                  <a:lnTo>
                    <a:pt x="1483715" y="1642980"/>
                  </a:lnTo>
                  <a:lnTo>
                    <a:pt x="1483730" y="1642977"/>
                  </a:lnTo>
                  <a:lnTo>
                    <a:pt x="1483737" y="1642980"/>
                  </a:lnTo>
                  <a:lnTo>
                    <a:pt x="1483740" y="1642986"/>
                  </a:lnTo>
                  <a:lnTo>
                    <a:pt x="1483743" y="1642993"/>
                  </a:lnTo>
                  <a:lnTo>
                    <a:pt x="1483745" y="1643001"/>
                  </a:lnTo>
                  <a:lnTo>
                    <a:pt x="1483748" y="1643008"/>
                  </a:lnTo>
                  <a:lnTo>
                    <a:pt x="1483752" y="1643017"/>
                  </a:lnTo>
                  <a:lnTo>
                    <a:pt x="1483755" y="1643026"/>
                  </a:lnTo>
                  <a:lnTo>
                    <a:pt x="1483760" y="1643035"/>
                  </a:lnTo>
                  <a:lnTo>
                    <a:pt x="1483769" y="1643034"/>
                  </a:lnTo>
                  <a:lnTo>
                    <a:pt x="1483779" y="1643033"/>
                  </a:lnTo>
                  <a:lnTo>
                    <a:pt x="1483799" y="1643028"/>
                  </a:lnTo>
                  <a:lnTo>
                    <a:pt x="1483810" y="1643026"/>
                  </a:lnTo>
                  <a:lnTo>
                    <a:pt x="1483826" y="1643025"/>
                  </a:lnTo>
                  <a:lnTo>
                    <a:pt x="1483842" y="1643027"/>
                  </a:lnTo>
                  <a:lnTo>
                    <a:pt x="1483854" y="1643027"/>
                  </a:lnTo>
                  <a:lnTo>
                    <a:pt x="1483865" y="1643028"/>
                  </a:lnTo>
                  <a:lnTo>
                    <a:pt x="1483871" y="1643031"/>
                  </a:lnTo>
                  <a:lnTo>
                    <a:pt x="1483880" y="1643034"/>
                  </a:lnTo>
                  <a:lnTo>
                    <a:pt x="1483886" y="1643036"/>
                  </a:lnTo>
                  <a:lnTo>
                    <a:pt x="1483895" y="1643040"/>
                  </a:lnTo>
                  <a:lnTo>
                    <a:pt x="1483908" y="1643047"/>
                  </a:lnTo>
                  <a:lnTo>
                    <a:pt x="1483913" y="1643054"/>
                  </a:lnTo>
                  <a:lnTo>
                    <a:pt x="1483916" y="1643060"/>
                  </a:lnTo>
                  <a:lnTo>
                    <a:pt x="1483960" y="1643128"/>
                  </a:lnTo>
                  <a:lnTo>
                    <a:pt x="1483968" y="1643137"/>
                  </a:lnTo>
                  <a:lnTo>
                    <a:pt x="1483969" y="1643145"/>
                  </a:lnTo>
                  <a:lnTo>
                    <a:pt x="1483965" y="1643157"/>
                  </a:lnTo>
                  <a:lnTo>
                    <a:pt x="1483929" y="1643283"/>
                  </a:lnTo>
                  <a:lnTo>
                    <a:pt x="1483928" y="1643295"/>
                  </a:lnTo>
                  <a:lnTo>
                    <a:pt x="1483930" y="1643301"/>
                  </a:lnTo>
                  <a:lnTo>
                    <a:pt x="1483935" y="1643307"/>
                  </a:lnTo>
                  <a:lnTo>
                    <a:pt x="1483947" y="1643316"/>
                  </a:lnTo>
                  <a:lnTo>
                    <a:pt x="1483959" y="1643327"/>
                  </a:lnTo>
                  <a:lnTo>
                    <a:pt x="1483975" y="1643338"/>
                  </a:lnTo>
                  <a:lnTo>
                    <a:pt x="1483985" y="1643342"/>
                  </a:lnTo>
                  <a:lnTo>
                    <a:pt x="1483998" y="1643344"/>
                  </a:lnTo>
                  <a:lnTo>
                    <a:pt x="1484008" y="1643342"/>
                  </a:lnTo>
                  <a:lnTo>
                    <a:pt x="1484015" y="1643344"/>
                  </a:lnTo>
                  <a:lnTo>
                    <a:pt x="1484023" y="1643349"/>
                  </a:lnTo>
                  <a:lnTo>
                    <a:pt x="1484026" y="1643356"/>
                  </a:lnTo>
                  <a:lnTo>
                    <a:pt x="1484028" y="1643362"/>
                  </a:lnTo>
                  <a:lnTo>
                    <a:pt x="1484025" y="1643370"/>
                  </a:lnTo>
                  <a:lnTo>
                    <a:pt x="1484023" y="1643376"/>
                  </a:lnTo>
                  <a:lnTo>
                    <a:pt x="1484019" y="1643385"/>
                  </a:lnTo>
                  <a:lnTo>
                    <a:pt x="1484015" y="1643392"/>
                  </a:lnTo>
                  <a:lnTo>
                    <a:pt x="1484013" y="1643397"/>
                  </a:lnTo>
                  <a:lnTo>
                    <a:pt x="1484008" y="1643404"/>
                  </a:lnTo>
                  <a:lnTo>
                    <a:pt x="1484000" y="1643411"/>
                  </a:lnTo>
                  <a:lnTo>
                    <a:pt x="1483993" y="1643416"/>
                  </a:lnTo>
                  <a:lnTo>
                    <a:pt x="1483985" y="1643421"/>
                  </a:lnTo>
                  <a:lnTo>
                    <a:pt x="1483980" y="1643424"/>
                  </a:lnTo>
                  <a:lnTo>
                    <a:pt x="1483970" y="1643435"/>
                  </a:lnTo>
                  <a:lnTo>
                    <a:pt x="1483963" y="1643438"/>
                  </a:lnTo>
                  <a:lnTo>
                    <a:pt x="1483955" y="1643441"/>
                  </a:lnTo>
                  <a:lnTo>
                    <a:pt x="1483946" y="1643443"/>
                  </a:lnTo>
                  <a:lnTo>
                    <a:pt x="1483939" y="1643449"/>
                  </a:lnTo>
                  <a:lnTo>
                    <a:pt x="1483934" y="1643456"/>
                  </a:lnTo>
                  <a:lnTo>
                    <a:pt x="1483931" y="1643463"/>
                  </a:lnTo>
                  <a:lnTo>
                    <a:pt x="1483929" y="1643470"/>
                  </a:lnTo>
                  <a:lnTo>
                    <a:pt x="1483927" y="1643476"/>
                  </a:lnTo>
                  <a:lnTo>
                    <a:pt x="1483927" y="1643482"/>
                  </a:lnTo>
                  <a:lnTo>
                    <a:pt x="1483928" y="1643489"/>
                  </a:lnTo>
                  <a:lnTo>
                    <a:pt x="1483927" y="1643498"/>
                  </a:lnTo>
                  <a:lnTo>
                    <a:pt x="1483910" y="1643497"/>
                  </a:lnTo>
                  <a:lnTo>
                    <a:pt x="1483899" y="1643497"/>
                  </a:lnTo>
                  <a:lnTo>
                    <a:pt x="1483888" y="1643496"/>
                  </a:lnTo>
                  <a:lnTo>
                    <a:pt x="1483880" y="1643495"/>
                  </a:lnTo>
                  <a:lnTo>
                    <a:pt x="1483869" y="1643495"/>
                  </a:lnTo>
                  <a:lnTo>
                    <a:pt x="1483860" y="1643496"/>
                  </a:lnTo>
                  <a:lnTo>
                    <a:pt x="1483853" y="1643507"/>
                  </a:lnTo>
                  <a:lnTo>
                    <a:pt x="1483851" y="1643514"/>
                  </a:lnTo>
                  <a:lnTo>
                    <a:pt x="1483848" y="1643525"/>
                  </a:lnTo>
                  <a:lnTo>
                    <a:pt x="1483847" y="1643543"/>
                  </a:lnTo>
                  <a:lnTo>
                    <a:pt x="1483843" y="1643555"/>
                  </a:lnTo>
                  <a:lnTo>
                    <a:pt x="1483842" y="1643563"/>
                  </a:lnTo>
                  <a:lnTo>
                    <a:pt x="1483840" y="1643572"/>
                  </a:lnTo>
                  <a:lnTo>
                    <a:pt x="1483847" y="1643585"/>
                  </a:lnTo>
                  <a:lnTo>
                    <a:pt x="1483866" y="1643618"/>
                  </a:lnTo>
                  <a:lnTo>
                    <a:pt x="1483896" y="1643658"/>
                  </a:lnTo>
                  <a:lnTo>
                    <a:pt x="1483909" y="1643670"/>
                  </a:lnTo>
                  <a:lnTo>
                    <a:pt x="1483925" y="1643684"/>
                  </a:lnTo>
                  <a:lnTo>
                    <a:pt x="1483943" y="1643693"/>
                  </a:lnTo>
                  <a:lnTo>
                    <a:pt x="1483962" y="1643704"/>
                  </a:lnTo>
                  <a:lnTo>
                    <a:pt x="1483970" y="1643709"/>
                  </a:lnTo>
                  <a:lnTo>
                    <a:pt x="1483978" y="1643714"/>
                  </a:lnTo>
                  <a:lnTo>
                    <a:pt x="1483991" y="1643724"/>
                  </a:lnTo>
                  <a:lnTo>
                    <a:pt x="1484002" y="1643732"/>
                  </a:lnTo>
                  <a:lnTo>
                    <a:pt x="1484016" y="1643737"/>
                  </a:lnTo>
                  <a:lnTo>
                    <a:pt x="1484087" y="1643763"/>
                  </a:lnTo>
                  <a:lnTo>
                    <a:pt x="1484104" y="1643768"/>
                  </a:lnTo>
                  <a:lnTo>
                    <a:pt x="1484114" y="1643762"/>
                  </a:lnTo>
                  <a:lnTo>
                    <a:pt x="1484168" y="1643725"/>
                  </a:lnTo>
                  <a:lnTo>
                    <a:pt x="1484204" y="1643700"/>
                  </a:lnTo>
                  <a:lnTo>
                    <a:pt x="1484217" y="1643693"/>
                  </a:lnTo>
                  <a:lnTo>
                    <a:pt x="1484235" y="1643697"/>
                  </a:lnTo>
                  <a:lnTo>
                    <a:pt x="1484269" y="1643708"/>
                  </a:lnTo>
                  <a:lnTo>
                    <a:pt x="1484282" y="1643713"/>
                  </a:lnTo>
                  <a:lnTo>
                    <a:pt x="1484293" y="1643723"/>
                  </a:lnTo>
                  <a:lnTo>
                    <a:pt x="1484389" y="1643822"/>
                  </a:lnTo>
                  <a:lnTo>
                    <a:pt x="1484399" y="1643832"/>
                  </a:lnTo>
                  <a:lnTo>
                    <a:pt x="1484405" y="1643851"/>
                  </a:lnTo>
                  <a:lnTo>
                    <a:pt x="1484454" y="1643988"/>
                  </a:lnTo>
                  <a:lnTo>
                    <a:pt x="1484459" y="1644000"/>
                  </a:lnTo>
                  <a:lnTo>
                    <a:pt x="1484460" y="1644008"/>
                  </a:lnTo>
                  <a:lnTo>
                    <a:pt x="1484458" y="1644020"/>
                  </a:lnTo>
                  <a:lnTo>
                    <a:pt x="1484457" y="1644026"/>
                  </a:lnTo>
                  <a:lnTo>
                    <a:pt x="1484453" y="1644032"/>
                  </a:lnTo>
                  <a:lnTo>
                    <a:pt x="1484447" y="1644044"/>
                  </a:lnTo>
                  <a:lnTo>
                    <a:pt x="1484445" y="1644049"/>
                  </a:lnTo>
                  <a:lnTo>
                    <a:pt x="1484441" y="1644056"/>
                  </a:lnTo>
                  <a:lnTo>
                    <a:pt x="1484456" y="1644062"/>
                  </a:lnTo>
                  <a:lnTo>
                    <a:pt x="1484464" y="1644064"/>
                  </a:lnTo>
                  <a:lnTo>
                    <a:pt x="1484473" y="1644065"/>
                  </a:lnTo>
                  <a:lnTo>
                    <a:pt x="1484503" y="1644065"/>
                  </a:lnTo>
                  <a:lnTo>
                    <a:pt x="1484519" y="1644066"/>
                  </a:lnTo>
                  <a:lnTo>
                    <a:pt x="1484529" y="1644064"/>
                  </a:lnTo>
                  <a:lnTo>
                    <a:pt x="1484536" y="1644063"/>
                  </a:lnTo>
                  <a:lnTo>
                    <a:pt x="1484549" y="1644060"/>
                  </a:lnTo>
                  <a:lnTo>
                    <a:pt x="1484561" y="1644057"/>
                  </a:lnTo>
                  <a:lnTo>
                    <a:pt x="1484567" y="1644054"/>
                  </a:lnTo>
                  <a:lnTo>
                    <a:pt x="1484577" y="1644049"/>
                  </a:lnTo>
                  <a:lnTo>
                    <a:pt x="1484585" y="1644043"/>
                  </a:lnTo>
                  <a:lnTo>
                    <a:pt x="1484592" y="1644043"/>
                  </a:lnTo>
                  <a:lnTo>
                    <a:pt x="1484603" y="1644054"/>
                  </a:lnTo>
                  <a:lnTo>
                    <a:pt x="1484623" y="1644071"/>
                  </a:lnTo>
                  <a:lnTo>
                    <a:pt x="1484642" y="1644087"/>
                  </a:lnTo>
                  <a:lnTo>
                    <a:pt x="1484646" y="1644091"/>
                  </a:lnTo>
                  <a:lnTo>
                    <a:pt x="1484654" y="1644095"/>
                  </a:lnTo>
                  <a:lnTo>
                    <a:pt x="1484676" y="1644107"/>
                  </a:lnTo>
                  <a:lnTo>
                    <a:pt x="1484682" y="1644111"/>
                  </a:lnTo>
                  <a:lnTo>
                    <a:pt x="1484691" y="1644113"/>
                  </a:lnTo>
                  <a:lnTo>
                    <a:pt x="1484699" y="1644113"/>
                  </a:lnTo>
                  <a:lnTo>
                    <a:pt x="1484707" y="1644109"/>
                  </a:lnTo>
                  <a:lnTo>
                    <a:pt x="1484714" y="1644103"/>
                  </a:lnTo>
                  <a:lnTo>
                    <a:pt x="1484719" y="1644097"/>
                  </a:lnTo>
                  <a:lnTo>
                    <a:pt x="1484723" y="1644093"/>
                  </a:lnTo>
                  <a:lnTo>
                    <a:pt x="1484729" y="1644087"/>
                  </a:lnTo>
                  <a:lnTo>
                    <a:pt x="1484735" y="1644083"/>
                  </a:lnTo>
                  <a:lnTo>
                    <a:pt x="1484748" y="1644073"/>
                  </a:lnTo>
                  <a:lnTo>
                    <a:pt x="1484756" y="1644066"/>
                  </a:lnTo>
                  <a:lnTo>
                    <a:pt x="1484762" y="1644060"/>
                  </a:lnTo>
                  <a:lnTo>
                    <a:pt x="1484766" y="1644055"/>
                  </a:lnTo>
                  <a:lnTo>
                    <a:pt x="1484769" y="1644048"/>
                  </a:lnTo>
                  <a:lnTo>
                    <a:pt x="1484774" y="1644043"/>
                  </a:lnTo>
                  <a:lnTo>
                    <a:pt x="1484779" y="1644040"/>
                  </a:lnTo>
                  <a:lnTo>
                    <a:pt x="1484783" y="1644037"/>
                  </a:lnTo>
                  <a:lnTo>
                    <a:pt x="1484791" y="1644031"/>
                  </a:lnTo>
                  <a:lnTo>
                    <a:pt x="1484799" y="1644027"/>
                  </a:lnTo>
                  <a:lnTo>
                    <a:pt x="1484807" y="1644025"/>
                  </a:lnTo>
                  <a:lnTo>
                    <a:pt x="1484825" y="1644024"/>
                  </a:lnTo>
                  <a:lnTo>
                    <a:pt x="1484835" y="1644024"/>
                  </a:lnTo>
                  <a:lnTo>
                    <a:pt x="1484850" y="1644028"/>
                  </a:lnTo>
                  <a:lnTo>
                    <a:pt x="1484854" y="1644031"/>
                  </a:lnTo>
                  <a:lnTo>
                    <a:pt x="1484868" y="1644037"/>
                  </a:lnTo>
                  <a:lnTo>
                    <a:pt x="1484880" y="1644045"/>
                  </a:lnTo>
                  <a:lnTo>
                    <a:pt x="1484885" y="1644048"/>
                  </a:lnTo>
                  <a:lnTo>
                    <a:pt x="1484891" y="1644048"/>
                  </a:lnTo>
                  <a:lnTo>
                    <a:pt x="1484898" y="1644045"/>
                  </a:lnTo>
                  <a:lnTo>
                    <a:pt x="1484910" y="1644044"/>
                  </a:lnTo>
                  <a:lnTo>
                    <a:pt x="1484922" y="1644048"/>
                  </a:lnTo>
                  <a:lnTo>
                    <a:pt x="1484932" y="1644053"/>
                  </a:lnTo>
                  <a:lnTo>
                    <a:pt x="1484947" y="1644060"/>
                  </a:lnTo>
                  <a:lnTo>
                    <a:pt x="1484955" y="1644063"/>
                  </a:lnTo>
                  <a:lnTo>
                    <a:pt x="1484962" y="1644065"/>
                  </a:lnTo>
                  <a:lnTo>
                    <a:pt x="1484970" y="1644068"/>
                  </a:lnTo>
                  <a:lnTo>
                    <a:pt x="1484975" y="1644068"/>
                  </a:lnTo>
                  <a:lnTo>
                    <a:pt x="1484981" y="1644066"/>
                  </a:lnTo>
                  <a:lnTo>
                    <a:pt x="1484987" y="1644061"/>
                  </a:lnTo>
                  <a:lnTo>
                    <a:pt x="1484991" y="1644057"/>
                  </a:lnTo>
                  <a:lnTo>
                    <a:pt x="1484996" y="1644051"/>
                  </a:lnTo>
                  <a:lnTo>
                    <a:pt x="1485002" y="1644046"/>
                  </a:lnTo>
                  <a:lnTo>
                    <a:pt x="1485007" y="1644042"/>
                  </a:lnTo>
                  <a:lnTo>
                    <a:pt x="1485012" y="1644041"/>
                  </a:lnTo>
                  <a:lnTo>
                    <a:pt x="1485020" y="1644042"/>
                  </a:lnTo>
                  <a:lnTo>
                    <a:pt x="1485026" y="1644044"/>
                  </a:lnTo>
                  <a:lnTo>
                    <a:pt x="1485032" y="1644046"/>
                  </a:lnTo>
                  <a:lnTo>
                    <a:pt x="1485039" y="1644049"/>
                  </a:lnTo>
                  <a:lnTo>
                    <a:pt x="1485047" y="1644055"/>
                  </a:lnTo>
                  <a:lnTo>
                    <a:pt x="1485052" y="1644064"/>
                  </a:lnTo>
                  <a:lnTo>
                    <a:pt x="1485054" y="1644071"/>
                  </a:lnTo>
                  <a:lnTo>
                    <a:pt x="1485056" y="1644079"/>
                  </a:lnTo>
                  <a:lnTo>
                    <a:pt x="1485059" y="1644098"/>
                  </a:lnTo>
                  <a:lnTo>
                    <a:pt x="1485052" y="1644112"/>
                  </a:lnTo>
                  <a:lnTo>
                    <a:pt x="1485049" y="1644121"/>
                  </a:lnTo>
                  <a:lnTo>
                    <a:pt x="1485046" y="1644125"/>
                  </a:lnTo>
                  <a:lnTo>
                    <a:pt x="1485043" y="1644131"/>
                  </a:lnTo>
                  <a:lnTo>
                    <a:pt x="1485039" y="1644140"/>
                  </a:lnTo>
                  <a:lnTo>
                    <a:pt x="1485039" y="1644150"/>
                  </a:lnTo>
                  <a:lnTo>
                    <a:pt x="1485039" y="1644156"/>
                  </a:lnTo>
                  <a:lnTo>
                    <a:pt x="1485038" y="1644162"/>
                  </a:lnTo>
                  <a:lnTo>
                    <a:pt x="1485038" y="1644170"/>
                  </a:lnTo>
                  <a:lnTo>
                    <a:pt x="1485038" y="1644179"/>
                  </a:lnTo>
                  <a:lnTo>
                    <a:pt x="1485040" y="1644184"/>
                  </a:lnTo>
                  <a:lnTo>
                    <a:pt x="1485043" y="1644190"/>
                  </a:lnTo>
                  <a:lnTo>
                    <a:pt x="1485048" y="1644193"/>
                  </a:lnTo>
                  <a:lnTo>
                    <a:pt x="1485053" y="1644195"/>
                  </a:lnTo>
                  <a:lnTo>
                    <a:pt x="1485058" y="1644197"/>
                  </a:lnTo>
                  <a:lnTo>
                    <a:pt x="1485062" y="1644200"/>
                  </a:lnTo>
                  <a:lnTo>
                    <a:pt x="1485069" y="1644203"/>
                  </a:lnTo>
                  <a:lnTo>
                    <a:pt x="1485077" y="1644207"/>
                  </a:lnTo>
                  <a:lnTo>
                    <a:pt x="1485084" y="1644210"/>
                  </a:lnTo>
                  <a:lnTo>
                    <a:pt x="1485089" y="1644213"/>
                  </a:lnTo>
                  <a:lnTo>
                    <a:pt x="1485095" y="1644218"/>
                  </a:lnTo>
                  <a:lnTo>
                    <a:pt x="1485101" y="1644222"/>
                  </a:lnTo>
                  <a:lnTo>
                    <a:pt x="1485107" y="1644229"/>
                  </a:lnTo>
                  <a:lnTo>
                    <a:pt x="1485113" y="1644235"/>
                  </a:lnTo>
                  <a:lnTo>
                    <a:pt x="1485119" y="1644245"/>
                  </a:lnTo>
                  <a:lnTo>
                    <a:pt x="1485124" y="1644254"/>
                  </a:lnTo>
                  <a:lnTo>
                    <a:pt x="1485128" y="1644260"/>
                  </a:lnTo>
                  <a:lnTo>
                    <a:pt x="1485132" y="1644269"/>
                  </a:lnTo>
                  <a:lnTo>
                    <a:pt x="1485134" y="1644275"/>
                  </a:lnTo>
                  <a:lnTo>
                    <a:pt x="1485136" y="1644285"/>
                  </a:lnTo>
                  <a:lnTo>
                    <a:pt x="1485135" y="1644294"/>
                  </a:lnTo>
                  <a:lnTo>
                    <a:pt x="1485131" y="1644303"/>
                  </a:lnTo>
                  <a:lnTo>
                    <a:pt x="1485124" y="1644309"/>
                  </a:lnTo>
                  <a:lnTo>
                    <a:pt x="1485117" y="1644318"/>
                  </a:lnTo>
                  <a:lnTo>
                    <a:pt x="1485117" y="1644328"/>
                  </a:lnTo>
                  <a:lnTo>
                    <a:pt x="1485118" y="1644335"/>
                  </a:lnTo>
                  <a:lnTo>
                    <a:pt x="1485120" y="1644343"/>
                  </a:lnTo>
                  <a:lnTo>
                    <a:pt x="1485120" y="1644351"/>
                  </a:lnTo>
                  <a:lnTo>
                    <a:pt x="1485118" y="1644360"/>
                  </a:lnTo>
                  <a:lnTo>
                    <a:pt x="1485113" y="1644368"/>
                  </a:lnTo>
                  <a:lnTo>
                    <a:pt x="1485109" y="1644374"/>
                  </a:lnTo>
                  <a:lnTo>
                    <a:pt x="1485106" y="1644381"/>
                  </a:lnTo>
                  <a:lnTo>
                    <a:pt x="1485105" y="1644391"/>
                  </a:lnTo>
                  <a:lnTo>
                    <a:pt x="1485103" y="1644403"/>
                  </a:lnTo>
                  <a:lnTo>
                    <a:pt x="1485100" y="1644410"/>
                  </a:lnTo>
                  <a:lnTo>
                    <a:pt x="1485098" y="1644416"/>
                  </a:lnTo>
                  <a:lnTo>
                    <a:pt x="1485091" y="1644426"/>
                  </a:lnTo>
                  <a:lnTo>
                    <a:pt x="1485088" y="1644432"/>
                  </a:lnTo>
                  <a:lnTo>
                    <a:pt x="1485084" y="1644440"/>
                  </a:lnTo>
                  <a:lnTo>
                    <a:pt x="1485072" y="1644458"/>
                  </a:lnTo>
                  <a:lnTo>
                    <a:pt x="1485070" y="1644465"/>
                  </a:lnTo>
                  <a:lnTo>
                    <a:pt x="1485070" y="1644472"/>
                  </a:lnTo>
                  <a:lnTo>
                    <a:pt x="1485070" y="1644483"/>
                  </a:lnTo>
                  <a:lnTo>
                    <a:pt x="1485071" y="1644494"/>
                  </a:lnTo>
                  <a:lnTo>
                    <a:pt x="1485073" y="1644501"/>
                  </a:lnTo>
                  <a:lnTo>
                    <a:pt x="1485075" y="1644509"/>
                  </a:lnTo>
                  <a:lnTo>
                    <a:pt x="1485078" y="1644520"/>
                  </a:lnTo>
                  <a:lnTo>
                    <a:pt x="1485080" y="1644526"/>
                  </a:lnTo>
                  <a:lnTo>
                    <a:pt x="1485080" y="1644534"/>
                  </a:lnTo>
                  <a:lnTo>
                    <a:pt x="1485078" y="1644542"/>
                  </a:lnTo>
                  <a:lnTo>
                    <a:pt x="1485074" y="1644549"/>
                  </a:lnTo>
                  <a:lnTo>
                    <a:pt x="1485070" y="1644555"/>
                  </a:lnTo>
                  <a:lnTo>
                    <a:pt x="1485063" y="1644563"/>
                  </a:lnTo>
                  <a:lnTo>
                    <a:pt x="1485058" y="1644568"/>
                  </a:lnTo>
                  <a:lnTo>
                    <a:pt x="1485051" y="1644573"/>
                  </a:lnTo>
                  <a:lnTo>
                    <a:pt x="1485046" y="1644577"/>
                  </a:lnTo>
                  <a:lnTo>
                    <a:pt x="1485042" y="1644580"/>
                  </a:lnTo>
                  <a:lnTo>
                    <a:pt x="1485037" y="1644585"/>
                  </a:lnTo>
                  <a:lnTo>
                    <a:pt x="1485034" y="1644591"/>
                  </a:lnTo>
                  <a:lnTo>
                    <a:pt x="1485034" y="1644597"/>
                  </a:lnTo>
                  <a:lnTo>
                    <a:pt x="1485037" y="1644606"/>
                  </a:lnTo>
                  <a:lnTo>
                    <a:pt x="1485041" y="1644612"/>
                  </a:lnTo>
                  <a:lnTo>
                    <a:pt x="1485051" y="1644621"/>
                  </a:lnTo>
                  <a:lnTo>
                    <a:pt x="1485061" y="1644630"/>
                  </a:lnTo>
                  <a:lnTo>
                    <a:pt x="1485068" y="1644638"/>
                  </a:lnTo>
                  <a:lnTo>
                    <a:pt x="1485081" y="1644654"/>
                  </a:lnTo>
                  <a:lnTo>
                    <a:pt x="1485092" y="1644663"/>
                  </a:lnTo>
                  <a:lnTo>
                    <a:pt x="1485100" y="1644670"/>
                  </a:lnTo>
                  <a:lnTo>
                    <a:pt x="1485104" y="1644675"/>
                  </a:lnTo>
                  <a:lnTo>
                    <a:pt x="1485111" y="1644682"/>
                  </a:lnTo>
                  <a:lnTo>
                    <a:pt x="1485115" y="1644693"/>
                  </a:lnTo>
                  <a:lnTo>
                    <a:pt x="1485117" y="1644703"/>
                  </a:lnTo>
                  <a:lnTo>
                    <a:pt x="1485119" y="1644709"/>
                  </a:lnTo>
                  <a:lnTo>
                    <a:pt x="1485122" y="1644717"/>
                  </a:lnTo>
                  <a:lnTo>
                    <a:pt x="1485124" y="1644722"/>
                  </a:lnTo>
                  <a:lnTo>
                    <a:pt x="1485127" y="1644730"/>
                  </a:lnTo>
                  <a:lnTo>
                    <a:pt x="1485129" y="1644735"/>
                  </a:lnTo>
                  <a:lnTo>
                    <a:pt x="1485132" y="1644748"/>
                  </a:lnTo>
                  <a:lnTo>
                    <a:pt x="1485134" y="1644764"/>
                  </a:lnTo>
                  <a:lnTo>
                    <a:pt x="1485137" y="1644781"/>
                  </a:lnTo>
                  <a:lnTo>
                    <a:pt x="1485142" y="1644794"/>
                  </a:lnTo>
                  <a:lnTo>
                    <a:pt x="1485147" y="1644801"/>
                  </a:lnTo>
                  <a:lnTo>
                    <a:pt x="1485157" y="1644810"/>
                  </a:lnTo>
                  <a:lnTo>
                    <a:pt x="1485167" y="1644818"/>
                  </a:lnTo>
                  <a:lnTo>
                    <a:pt x="1485175" y="1644824"/>
                  </a:lnTo>
                  <a:lnTo>
                    <a:pt x="1485192" y="1644831"/>
                  </a:lnTo>
                  <a:lnTo>
                    <a:pt x="1485196" y="1644834"/>
                  </a:lnTo>
                  <a:lnTo>
                    <a:pt x="1485210" y="1644842"/>
                  </a:lnTo>
                  <a:lnTo>
                    <a:pt x="1485220" y="1644846"/>
                  </a:lnTo>
                  <a:lnTo>
                    <a:pt x="1485233" y="1644855"/>
                  </a:lnTo>
                  <a:lnTo>
                    <a:pt x="1485240" y="1644862"/>
                  </a:lnTo>
                  <a:lnTo>
                    <a:pt x="1485244" y="1644873"/>
                  </a:lnTo>
                  <a:lnTo>
                    <a:pt x="1485245" y="1644880"/>
                  </a:lnTo>
                  <a:lnTo>
                    <a:pt x="1485247" y="1644891"/>
                  </a:lnTo>
                  <a:lnTo>
                    <a:pt x="1485253" y="1644903"/>
                  </a:lnTo>
                  <a:lnTo>
                    <a:pt x="1485265" y="1644912"/>
                  </a:lnTo>
                  <a:lnTo>
                    <a:pt x="1485271" y="1644917"/>
                  </a:lnTo>
                  <a:lnTo>
                    <a:pt x="1485275" y="1644923"/>
                  </a:lnTo>
                  <a:lnTo>
                    <a:pt x="1485281" y="1644932"/>
                  </a:lnTo>
                  <a:lnTo>
                    <a:pt x="1485282" y="1644939"/>
                  </a:lnTo>
                  <a:lnTo>
                    <a:pt x="1485281" y="1644951"/>
                  </a:lnTo>
                  <a:lnTo>
                    <a:pt x="1485280" y="1644961"/>
                  </a:lnTo>
                  <a:lnTo>
                    <a:pt x="1485280" y="1644968"/>
                  </a:lnTo>
                  <a:lnTo>
                    <a:pt x="1485282" y="1644974"/>
                  </a:lnTo>
                  <a:lnTo>
                    <a:pt x="1485284" y="1644983"/>
                  </a:lnTo>
                  <a:lnTo>
                    <a:pt x="1485286" y="1644990"/>
                  </a:lnTo>
                  <a:lnTo>
                    <a:pt x="1485287" y="1644998"/>
                  </a:lnTo>
                  <a:lnTo>
                    <a:pt x="1485287" y="1645004"/>
                  </a:lnTo>
                  <a:lnTo>
                    <a:pt x="1485285" y="1645012"/>
                  </a:lnTo>
                  <a:lnTo>
                    <a:pt x="1485279" y="1645023"/>
                  </a:lnTo>
                  <a:lnTo>
                    <a:pt x="1485274" y="1645029"/>
                  </a:lnTo>
                  <a:lnTo>
                    <a:pt x="1485268" y="1645035"/>
                  </a:lnTo>
                  <a:lnTo>
                    <a:pt x="1485264" y="1645040"/>
                  </a:lnTo>
                  <a:lnTo>
                    <a:pt x="1485258" y="1645046"/>
                  </a:lnTo>
                  <a:lnTo>
                    <a:pt x="1485253" y="1645054"/>
                  </a:lnTo>
                  <a:lnTo>
                    <a:pt x="1485251" y="1645064"/>
                  </a:lnTo>
                  <a:lnTo>
                    <a:pt x="1485250" y="1645072"/>
                  </a:lnTo>
                  <a:lnTo>
                    <a:pt x="1485250" y="1645077"/>
                  </a:lnTo>
                  <a:lnTo>
                    <a:pt x="1485250" y="1645086"/>
                  </a:lnTo>
                  <a:lnTo>
                    <a:pt x="1485251" y="1645093"/>
                  </a:lnTo>
                  <a:lnTo>
                    <a:pt x="1485251" y="1645130"/>
                  </a:lnTo>
                  <a:lnTo>
                    <a:pt x="1485250" y="1645140"/>
                  </a:lnTo>
                  <a:lnTo>
                    <a:pt x="1485248" y="1645155"/>
                  </a:lnTo>
                  <a:lnTo>
                    <a:pt x="1485245" y="1645161"/>
                  </a:lnTo>
                  <a:lnTo>
                    <a:pt x="1485243" y="1645166"/>
                  </a:lnTo>
                  <a:lnTo>
                    <a:pt x="1485242" y="1645179"/>
                  </a:lnTo>
                  <a:lnTo>
                    <a:pt x="1485240" y="1645186"/>
                  </a:lnTo>
                  <a:lnTo>
                    <a:pt x="1485241" y="1645195"/>
                  </a:lnTo>
                  <a:lnTo>
                    <a:pt x="1485244" y="1645200"/>
                  </a:lnTo>
                  <a:lnTo>
                    <a:pt x="1485247" y="1645205"/>
                  </a:lnTo>
                  <a:lnTo>
                    <a:pt x="1485252" y="1645213"/>
                  </a:lnTo>
                  <a:lnTo>
                    <a:pt x="1485264" y="1645226"/>
                  </a:lnTo>
                  <a:lnTo>
                    <a:pt x="1485268" y="1645235"/>
                  </a:lnTo>
                  <a:lnTo>
                    <a:pt x="1485270" y="1645243"/>
                  </a:lnTo>
                  <a:lnTo>
                    <a:pt x="1485270" y="1645249"/>
                  </a:lnTo>
                  <a:lnTo>
                    <a:pt x="1485269" y="1645261"/>
                  </a:lnTo>
                  <a:lnTo>
                    <a:pt x="1485265" y="1645291"/>
                  </a:lnTo>
                  <a:lnTo>
                    <a:pt x="1485264" y="1645307"/>
                  </a:lnTo>
                  <a:lnTo>
                    <a:pt x="1485265" y="1645321"/>
                  </a:lnTo>
                  <a:lnTo>
                    <a:pt x="1485265" y="1645334"/>
                  </a:lnTo>
                  <a:lnTo>
                    <a:pt x="1485265" y="1645343"/>
                  </a:lnTo>
                  <a:lnTo>
                    <a:pt x="1485262" y="1645354"/>
                  </a:lnTo>
                  <a:lnTo>
                    <a:pt x="1485259" y="1645360"/>
                  </a:lnTo>
                  <a:lnTo>
                    <a:pt x="1485256" y="1645367"/>
                  </a:lnTo>
                  <a:lnTo>
                    <a:pt x="1485255" y="1645375"/>
                  </a:lnTo>
                  <a:lnTo>
                    <a:pt x="1485253" y="1645380"/>
                  </a:lnTo>
                  <a:lnTo>
                    <a:pt x="1485249" y="1645384"/>
                  </a:lnTo>
                  <a:lnTo>
                    <a:pt x="1485246" y="1645388"/>
                  </a:lnTo>
                  <a:lnTo>
                    <a:pt x="1485243" y="1645395"/>
                  </a:lnTo>
                  <a:lnTo>
                    <a:pt x="1485241" y="1645402"/>
                  </a:lnTo>
                  <a:lnTo>
                    <a:pt x="1485239" y="1645408"/>
                  </a:lnTo>
                  <a:lnTo>
                    <a:pt x="1485233" y="1645416"/>
                  </a:lnTo>
                  <a:lnTo>
                    <a:pt x="1485228" y="1645423"/>
                  </a:lnTo>
                  <a:lnTo>
                    <a:pt x="1485223" y="1645430"/>
                  </a:lnTo>
                  <a:lnTo>
                    <a:pt x="1485220" y="1645438"/>
                  </a:lnTo>
                  <a:lnTo>
                    <a:pt x="1485219" y="1645446"/>
                  </a:lnTo>
                  <a:lnTo>
                    <a:pt x="1485219" y="1645452"/>
                  </a:lnTo>
                  <a:lnTo>
                    <a:pt x="1485220" y="1645459"/>
                  </a:lnTo>
                  <a:lnTo>
                    <a:pt x="1485220" y="1645468"/>
                  </a:lnTo>
                  <a:lnTo>
                    <a:pt x="1485220" y="1645475"/>
                  </a:lnTo>
                  <a:lnTo>
                    <a:pt x="1485219" y="1645488"/>
                  </a:lnTo>
                  <a:lnTo>
                    <a:pt x="1485220" y="1645498"/>
                  </a:lnTo>
                  <a:lnTo>
                    <a:pt x="1485220" y="1645508"/>
                  </a:lnTo>
                  <a:lnTo>
                    <a:pt x="1485218" y="1645516"/>
                  </a:lnTo>
                  <a:lnTo>
                    <a:pt x="1485212" y="1645519"/>
                  </a:lnTo>
                  <a:lnTo>
                    <a:pt x="1485199" y="1645526"/>
                  </a:lnTo>
                  <a:lnTo>
                    <a:pt x="1485192" y="1645541"/>
                  </a:lnTo>
                  <a:lnTo>
                    <a:pt x="1485192" y="1645549"/>
                  </a:lnTo>
                  <a:lnTo>
                    <a:pt x="1485191" y="1645561"/>
                  </a:lnTo>
                  <a:lnTo>
                    <a:pt x="1485191" y="1645567"/>
                  </a:lnTo>
                  <a:lnTo>
                    <a:pt x="1485191" y="1645573"/>
                  </a:lnTo>
                  <a:lnTo>
                    <a:pt x="1485193" y="1645580"/>
                  </a:lnTo>
                  <a:lnTo>
                    <a:pt x="1485194" y="1645586"/>
                  </a:lnTo>
                  <a:lnTo>
                    <a:pt x="1485197" y="1645592"/>
                  </a:lnTo>
                  <a:lnTo>
                    <a:pt x="1485201" y="1645599"/>
                  </a:lnTo>
                  <a:lnTo>
                    <a:pt x="1485206" y="1645606"/>
                  </a:lnTo>
                  <a:lnTo>
                    <a:pt x="1485212" y="1645615"/>
                  </a:lnTo>
                  <a:lnTo>
                    <a:pt x="1485216" y="1645623"/>
                  </a:lnTo>
                  <a:lnTo>
                    <a:pt x="1485218" y="1645629"/>
                  </a:lnTo>
                  <a:lnTo>
                    <a:pt x="1485221" y="1645646"/>
                  </a:lnTo>
                  <a:lnTo>
                    <a:pt x="1485211" y="1645658"/>
                  </a:lnTo>
                  <a:lnTo>
                    <a:pt x="1485206" y="1645661"/>
                  </a:lnTo>
                  <a:lnTo>
                    <a:pt x="1485194" y="1645668"/>
                  </a:lnTo>
                  <a:lnTo>
                    <a:pt x="1485193" y="1645675"/>
                  </a:lnTo>
                  <a:lnTo>
                    <a:pt x="1485203" y="1645687"/>
                  </a:lnTo>
                  <a:lnTo>
                    <a:pt x="1485211" y="1645697"/>
                  </a:lnTo>
                  <a:lnTo>
                    <a:pt x="1485218" y="1645705"/>
                  </a:lnTo>
                  <a:lnTo>
                    <a:pt x="1485226" y="1645716"/>
                  </a:lnTo>
                  <a:lnTo>
                    <a:pt x="1485229" y="1645730"/>
                  </a:lnTo>
                  <a:lnTo>
                    <a:pt x="1485229" y="1645736"/>
                  </a:lnTo>
                  <a:lnTo>
                    <a:pt x="1485229" y="1645746"/>
                  </a:lnTo>
                  <a:lnTo>
                    <a:pt x="1485229" y="1645754"/>
                  </a:lnTo>
                  <a:lnTo>
                    <a:pt x="1485230" y="1645762"/>
                  </a:lnTo>
                  <a:lnTo>
                    <a:pt x="1485229" y="1645768"/>
                  </a:lnTo>
                  <a:lnTo>
                    <a:pt x="1485226" y="1645775"/>
                  </a:lnTo>
                  <a:lnTo>
                    <a:pt x="1485224" y="1645784"/>
                  </a:lnTo>
                  <a:lnTo>
                    <a:pt x="1485220" y="1645792"/>
                  </a:lnTo>
                  <a:lnTo>
                    <a:pt x="1485218" y="1645798"/>
                  </a:lnTo>
                  <a:lnTo>
                    <a:pt x="1485216" y="1645808"/>
                  </a:lnTo>
                  <a:lnTo>
                    <a:pt x="1485217" y="1645817"/>
                  </a:lnTo>
                  <a:lnTo>
                    <a:pt x="1485219" y="1645831"/>
                  </a:lnTo>
                  <a:lnTo>
                    <a:pt x="1485220" y="1645837"/>
                  </a:lnTo>
                  <a:lnTo>
                    <a:pt x="1485218" y="1645849"/>
                  </a:lnTo>
                  <a:lnTo>
                    <a:pt x="1485212" y="1645867"/>
                  </a:lnTo>
                  <a:lnTo>
                    <a:pt x="1485209" y="1645873"/>
                  </a:lnTo>
                  <a:lnTo>
                    <a:pt x="1485205" y="1645881"/>
                  </a:lnTo>
                  <a:lnTo>
                    <a:pt x="1485188" y="1645914"/>
                  </a:lnTo>
                  <a:lnTo>
                    <a:pt x="1485158" y="1645972"/>
                  </a:lnTo>
                  <a:lnTo>
                    <a:pt x="1485153" y="1645979"/>
                  </a:lnTo>
                  <a:lnTo>
                    <a:pt x="1485149" y="1645984"/>
                  </a:lnTo>
                  <a:lnTo>
                    <a:pt x="1485135" y="1645999"/>
                  </a:lnTo>
                  <a:lnTo>
                    <a:pt x="1485123" y="1646010"/>
                  </a:lnTo>
                  <a:lnTo>
                    <a:pt x="1485060" y="1646038"/>
                  </a:lnTo>
                  <a:lnTo>
                    <a:pt x="1484975" y="1646076"/>
                  </a:lnTo>
                  <a:lnTo>
                    <a:pt x="1484965" y="1646081"/>
                  </a:lnTo>
                  <a:lnTo>
                    <a:pt x="1484956" y="1646084"/>
                  </a:lnTo>
                  <a:lnTo>
                    <a:pt x="1484888" y="1646114"/>
                  </a:lnTo>
                  <a:lnTo>
                    <a:pt x="1484820" y="1646143"/>
                  </a:lnTo>
                  <a:lnTo>
                    <a:pt x="1484807" y="1646144"/>
                  </a:lnTo>
                  <a:lnTo>
                    <a:pt x="1484792" y="1646146"/>
                  </a:lnTo>
                  <a:lnTo>
                    <a:pt x="1484780" y="1646152"/>
                  </a:lnTo>
                  <a:lnTo>
                    <a:pt x="1484712" y="1646188"/>
                  </a:lnTo>
                  <a:lnTo>
                    <a:pt x="1484574" y="1646259"/>
                  </a:lnTo>
                  <a:lnTo>
                    <a:pt x="1484560" y="1646267"/>
                  </a:lnTo>
                  <a:lnTo>
                    <a:pt x="1484548" y="1646271"/>
                  </a:lnTo>
                  <a:lnTo>
                    <a:pt x="1484543" y="1646273"/>
                  </a:lnTo>
                  <a:lnTo>
                    <a:pt x="1484531" y="1646277"/>
                  </a:lnTo>
                  <a:lnTo>
                    <a:pt x="1484525" y="1646286"/>
                  </a:lnTo>
                  <a:lnTo>
                    <a:pt x="1484506" y="1646334"/>
                  </a:lnTo>
                  <a:lnTo>
                    <a:pt x="1484486" y="1646362"/>
                  </a:lnTo>
                  <a:lnTo>
                    <a:pt x="1484469" y="1646390"/>
                  </a:lnTo>
                  <a:lnTo>
                    <a:pt x="1484464" y="1646395"/>
                  </a:lnTo>
                  <a:lnTo>
                    <a:pt x="1484451" y="1646407"/>
                  </a:lnTo>
                  <a:lnTo>
                    <a:pt x="1484428" y="1646432"/>
                  </a:lnTo>
                  <a:lnTo>
                    <a:pt x="1484411" y="1646448"/>
                  </a:lnTo>
                  <a:lnTo>
                    <a:pt x="1484399" y="1646457"/>
                  </a:lnTo>
                  <a:lnTo>
                    <a:pt x="1484383" y="1646484"/>
                  </a:lnTo>
                  <a:lnTo>
                    <a:pt x="1484380" y="1646488"/>
                  </a:lnTo>
                  <a:lnTo>
                    <a:pt x="1484354" y="1646504"/>
                  </a:lnTo>
                  <a:lnTo>
                    <a:pt x="1484350" y="1646506"/>
                  </a:lnTo>
                  <a:lnTo>
                    <a:pt x="1484335" y="1646521"/>
                  </a:lnTo>
                  <a:lnTo>
                    <a:pt x="1484331" y="1646525"/>
                  </a:lnTo>
                  <a:lnTo>
                    <a:pt x="1484325" y="1646530"/>
                  </a:lnTo>
                  <a:lnTo>
                    <a:pt x="1484320" y="1646534"/>
                  </a:lnTo>
                  <a:lnTo>
                    <a:pt x="1484313" y="1646540"/>
                  </a:lnTo>
                  <a:lnTo>
                    <a:pt x="1484302" y="1646552"/>
                  </a:lnTo>
                  <a:lnTo>
                    <a:pt x="1484293" y="1646562"/>
                  </a:lnTo>
                  <a:lnTo>
                    <a:pt x="1484289" y="1646567"/>
                  </a:lnTo>
                  <a:lnTo>
                    <a:pt x="1484286" y="1646571"/>
                  </a:lnTo>
                  <a:lnTo>
                    <a:pt x="1484282" y="1646582"/>
                  </a:lnTo>
                  <a:lnTo>
                    <a:pt x="1484279" y="1646593"/>
                  </a:lnTo>
                  <a:lnTo>
                    <a:pt x="1484278" y="1646605"/>
                  </a:lnTo>
                  <a:lnTo>
                    <a:pt x="1484278" y="1646613"/>
                  </a:lnTo>
                  <a:lnTo>
                    <a:pt x="1484276" y="1646621"/>
                  </a:lnTo>
                  <a:lnTo>
                    <a:pt x="1484274" y="1646631"/>
                  </a:lnTo>
                  <a:lnTo>
                    <a:pt x="1484270" y="1646640"/>
                  </a:lnTo>
                  <a:lnTo>
                    <a:pt x="1484266" y="1646643"/>
                  </a:lnTo>
                  <a:lnTo>
                    <a:pt x="1484260" y="1646646"/>
                  </a:lnTo>
                  <a:lnTo>
                    <a:pt x="1484247" y="1646654"/>
                  </a:lnTo>
                  <a:lnTo>
                    <a:pt x="1484241" y="1646655"/>
                  </a:lnTo>
                  <a:lnTo>
                    <a:pt x="1484234" y="1646657"/>
                  </a:lnTo>
                  <a:lnTo>
                    <a:pt x="1484222" y="1646662"/>
                  </a:lnTo>
                  <a:lnTo>
                    <a:pt x="1484213" y="1646668"/>
                  </a:lnTo>
                  <a:lnTo>
                    <a:pt x="1484207" y="1646675"/>
                  </a:lnTo>
                  <a:lnTo>
                    <a:pt x="1484197" y="1646690"/>
                  </a:lnTo>
                  <a:lnTo>
                    <a:pt x="1484188" y="1646704"/>
                  </a:lnTo>
                  <a:lnTo>
                    <a:pt x="1484181" y="1646717"/>
                  </a:lnTo>
                  <a:lnTo>
                    <a:pt x="1484172" y="1646732"/>
                  </a:lnTo>
                  <a:lnTo>
                    <a:pt x="1484159" y="1646756"/>
                  </a:lnTo>
                  <a:lnTo>
                    <a:pt x="1484152" y="1646770"/>
                  </a:lnTo>
                  <a:lnTo>
                    <a:pt x="1484138" y="1646797"/>
                  </a:lnTo>
                  <a:lnTo>
                    <a:pt x="1484133" y="1646807"/>
                  </a:lnTo>
                  <a:lnTo>
                    <a:pt x="1484118" y="1646836"/>
                  </a:lnTo>
                  <a:lnTo>
                    <a:pt x="1484106" y="1646860"/>
                  </a:lnTo>
                  <a:lnTo>
                    <a:pt x="1484105" y="1646866"/>
                  </a:lnTo>
                  <a:lnTo>
                    <a:pt x="1484103" y="1646878"/>
                  </a:lnTo>
                  <a:lnTo>
                    <a:pt x="1484102" y="1646885"/>
                  </a:lnTo>
                  <a:lnTo>
                    <a:pt x="1484097" y="1646899"/>
                  </a:lnTo>
                  <a:lnTo>
                    <a:pt x="1484091" y="1646922"/>
                  </a:lnTo>
                  <a:lnTo>
                    <a:pt x="1484088" y="1646929"/>
                  </a:lnTo>
                  <a:lnTo>
                    <a:pt x="1484085" y="1646934"/>
                  </a:lnTo>
                  <a:lnTo>
                    <a:pt x="1484078" y="1646945"/>
                  </a:lnTo>
                  <a:lnTo>
                    <a:pt x="1484075" y="1646950"/>
                  </a:lnTo>
                  <a:lnTo>
                    <a:pt x="1484072" y="1646956"/>
                  </a:lnTo>
                  <a:lnTo>
                    <a:pt x="1484070" y="1646961"/>
                  </a:lnTo>
                  <a:lnTo>
                    <a:pt x="1484068" y="1646974"/>
                  </a:lnTo>
                  <a:lnTo>
                    <a:pt x="1484066" y="1646990"/>
                  </a:lnTo>
                  <a:lnTo>
                    <a:pt x="1484066" y="1647024"/>
                  </a:lnTo>
                  <a:lnTo>
                    <a:pt x="1484067" y="1647036"/>
                  </a:lnTo>
                  <a:lnTo>
                    <a:pt x="1484067" y="1647046"/>
                  </a:lnTo>
                  <a:lnTo>
                    <a:pt x="1484062" y="1647072"/>
                  </a:lnTo>
                  <a:lnTo>
                    <a:pt x="1484056" y="1647091"/>
                  </a:lnTo>
                  <a:lnTo>
                    <a:pt x="1484043" y="1647136"/>
                  </a:lnTo>
                  <a:lnTo>
                    <a:pt x="1484041" y="1647145"/>
                  </a:lnTo>
                  <a:lnTo>
                    <a:pt x="1484037" y="1647149"/>
                  </a:lnTo>
                  <a:lnTo>
                    <a:pt x="1484033" y="1647143"/>
                  </a:lnTo>
                  <a:lnTo>
                    <a:pt x="1484030" y="1647137"/>
                  </a:lnTo>
                  <a:lnTo>
                    <a:pt x="1484022" y="1647123"/>
                  </a:lnTo>
                  <a:lnTo>
                    <a:pt x="1484017" y="1647112"/>
                  </a:lnTo>
                  <a:lnTo>
                    <a:pt x="1484011" y="1647108"/>
                  </a:lnTo>
                  <a:lnTo>
                    <a:pt x="1484003" y="1647104"/>
                  </a:lnTo>
                  <a:lnTo>
                    <a:pt x="1483987" y="1647096"/>
                  </a:lnTo>
                  <a:lnTo>
                    <a:pt x="1483978" y="1647092"/>
                  </a:lnTo>
                  <a:lnTo>
                    <a:pt x="1483968" y="1647089"/>
                  </a:lnTo>
                  <a:lnTo>
                    <a:pt x="1483946" y="1647083"/>
                  </a:lnTo>
                  <a:lnTo>
                    <a:pt x="1483912" y="1647074"/>
                  </a:lnTo>
                  <a:lnTo>
                    <a:pt x="1483894" y="1647066"/>
                  </a:lnTo>
                  <a:lnTo>
                    <a:pt x="1483851" y="1647055"/>
                  </a:lnTo>
                  <a:lnTo>
                    <a:pt x="1483834" y="1647050"/>
                  </a:lnTo>
                  <a:lnTo>
                    <a:pt x="1483823" y="1647045"/>
                  </a:lnTo>
                  <a:lnTo>
                    <a:pt x="1483810" y="1647033"/>
                  </a:lnTo>
                  <a:lnTo>
                    <a:pt x="1483802" y="1647023"/>
                  </a:lnTo>
                  <a:lnTo>
                    <a:pt x="1483795" y="1647018"/>
                  </a:lnTo>
                  <a:lnTo>
                    <a:pt x="1483784" y="1647013"/>
                  </a:lnTo>
                  <a:lnTo>
                    <a:pt x="1483763" y="1647008"/>
                  </a:lnTo>
                  <a:lnTo>
                    <a:pt x="1483739" y="1647004"/>
                  </a:lnTo>
                  <a:lnTo>
                    <a:pt x="1483711" y="1647002"/>
                  </a:lnTo>
                  <a:lnTo>
                    <a:pt x="1483697" y="1646999"/>
                  </a:lnTo>
                  <a:lnTo>
                    <a:pt x="1483683" y="1646994"/>
                  </a:lnTo>
                  <a:lnTo>
                    <a:pt x="1483672" y="1646988"/>
                  </a:lnTo>
                  <a:lnTo>
                    <a:pt x="1483659" y="1646980"/>
                  </a:lnTo>
                  <a:lnTo>
                    <a:pt x="1483651" y="1646973"/>
                  </a:lnTo>
                  <a:lnTo>
                    <a:pt x="1483639" y="1646965"/>
                  </a:lnTo>
                  <a:lnTo>
                    <a:pt x="1483632" y="1646962"/>
                  </a:lnTo>
                  <a:lnTo>
                    <a:pt x="1483618" y="1646957"/>
                  </a:lnTo>
                  <a:lnTo>
                    <a:pt x="1483604" y="1646953"/>
                  </a:lnTo>
                  <a:lnTo>
                    <a:pt x="1483593" y="1646951"/>
                  </a:lnTo>
                  <a:lnTo>
                    <a:pt x="1483586" y="1646951"/>
                  </a:lnTo>
                  <a:lnTo>
                    <a:pt x="1483571" y="1646953"/>
                  </a:lnTo>
                  <a:lnTo>
                    <a:pt x="1483563" y="1646956"/>
                  </a:lnTo>
                  <a:lnTo>
                    <a:pt x="1483555" y="1646959"/>
                  </a:lnTo>
                  <a:lnTo>
                    <a:pt x="1483541" y="1646967"/>
                  </a:lnTo>
                  <a:lnTo>
                    <a:pt x="1483536" y="1646971"/>
                  </a:lnTo>
                  <a:lnTo>
                    <a:pt x="1483528" y="1646976"/>
                  </a:lnTo>
                  <a:lnTo>
                    <a:pt x="1483513" y="1646972"/>
                  </a:lnTo>
                  <a:lnTo>
                    <a:pt x="1483500" y="1646971"/>
                  </a:lnTo>
                  <a:lnTo>
                    <a:pt x="1483489" y="1646974"/>
                  </a:lnTo>
                  <a:lnTo>
                    <a:pt x="1483467" y="1646980"/>
                  </a:lnTo>
                  <a:lnTo>
                    <a:pt x="1483450" y="1646983"/>
                  </a:lnTo>
                  <a:lnTo>
                    <a:pt x="1483425" y="1646987"/>
                  </a:lnTo>
                  <a:lnTo>
                    <a:pt x="1483400" y="1646989"/>
                  </a:lnTo>
                  <a:lnTo>
                    <a:pt x="1483379" y="1646993"/>
                  </a:lnTo>
                  <a:lnTo>
                    <a:pt x="1483364" y="1646994"/>
                  </a:lnTo>
                  <a:lnTo>
                    <a:pt x="1483357" y="1646994"/>
                  </a:lnTo>
                  <a:lnTo>
                    <a:pt x="1483351" y="1646993"/>
                  </a:lnTo>
                  <a:lnTo>
                    <a:pt x="1483347" y="1646991"/>
                  </a:lnTo>
                  <a:lnTo>
                    <a:pt x="1483342" y="1646987"/>
                  </a:lnTo>
                  <a:lnTo>
                    <a:pt x="1483336" y="1646983"/>
                  </a:lnTo>
                  <a:lnTo>
                    <a:pt x="1483331" y="1646982"/>
                  </a:lnTo>
                  <a:lnTo>
                    <a:pt x="1483324" y="1646981"/>
                  </a:lnTo>
                  <a:lnTo>
                    <a:pt x="1483315" y="1646982"/>
                  </a:lnTo>
                  <a:lnTo>
                    <a:pt x="1483298" y="1646988"/>
                  </a:lnTo>
                  <a:lnTo>
                    <a:pt x="1483269" y="1647000"/>
                  </a:lnTo>
                  <a:lnTo>
                    <a:pt x="1483255" y="1647006"/>
                  </a:lnTo>
                  <a:lnTo>
                    <a:pt x="1483236" y="1647013"/>
                  </a:lnTo>
                  <a:lnTo>
                    <a:pt x="1483222" y="1647016"/>
                  </a:lnTo>
                  <a:lnTo>
                    <a:pt x="1483214" y="1647020"/>
                  </a:lnTo>
                  <a:lnTo>
                    <a:pt x="1483208" y="1647026"/>
                  </a:lnTo>
                  <a:lnTo>
                    <a:pt x="1483202" y="1647028"/>
                  </a:lnTo>
                  <a:lnTo>
                    <a:pt x="1483196" y="1647020"/>
                  </a:lnTo>
                  <a:lnTo>
                    <a:pt x="1483193" y="1647013"/>
                  </a:lnTo>
                  <a:lnTo>
                    <a:pt x="1483186" y="1647011"/>
                  </a:lnTo>
                  <a:lnTo>
                    <a:pt x="1483169" y="1647013"/>
                  </a:lnTo>
                  <a:lnTo>
                    <a:pt x="1483153" y="1647015"/>
                  </a:lnTo>
                  <a:lnTo>
                    <a:pt x="1483126" y="1647020"/>
                  </a:lnTo>
                  <a:lnTo>
                    <a:pt x="1483111" y="1647024"/>
                  </a:lnTo>
                  <a:lnTo>
                    <a:pt x="1483097" y="1647029"/>
                  </a:lnTo>
                  <a:lnTo>
                    <a:pt x="1483087" y="1647036"/>
                  </a:lnTo>
                  <a:lnTo>
                    <a:pt x="1483071" y="1647049"/>
                  </a:lnTo>
                  <a:lnTo>
                    <a:pt x="1483048" y="1647075"/>
                  </a:lnTo>
                  <a:lnTo>
                    <a:pt x="1483040" y="1647082"/>
                  </a:lnTo>
                  <a:lnTo>
                    <a:pt x="1483029" y="1647091"/>
                  </a:lnTo>
                  <a:lnTo>
                    <a:pt x="1482987" y="1647135"/>
                  </a:lnTo>
                  <a:lnTo>
                    <a:pt x="1482971" y="1647148"/>
                  </a:lnTo>
                  <a:lnTo>
                    <a:pt x="1482956" y="1647155"/>
                  </a:lnTo>
                  <a:lnTo>
                    <a:pt x="1482937" y="1647161"/>
                  </a:lnTo>
                  <a:lnTo>
                    <a:pt x="1482910" y="1647167"/>
                  </a:lnTo>
                  <a:lnTo>
                    <a:pt x="1482891" y="1647169"/>
                  </a:lnTo>
                  <a:lnTo>
                    <a:pt x="1482874" y="1647168"/>
                  </a:lnTo>
                  <a:lnTo>
                    <a:pt x="1482868" y="1647166"/>
                  </a:lnTo>
                  <a:lnTo>
                    <a:pt x="1482857" y="1647161"/>
                  </a:lnTo>
                  <a:lnTo>
                    <a:pt x="1482844" y="1647155"/>
                  </a:lnTo>
                  <a:lnTo>
                    <a:pt x="1482828" y="1647149"/>
                  </a:lnTo>
                  <a:lnTo>
                    <a:pt x="1482816" y="1647147"/>
                  </a:lnTo>
                  <a:lnTo>
                    <a:pt x="1482803" y="1647149"/>
                  </a:lnTo>
                  <a:lnTo>
                    <a:pt x="1482792" y="1647151"/>
                  </a:lnTo>
                  <a:lnTo>
                    <a:pt x="1482778" y="1647158"/>
                  </a:lnTo>
                  <a:lnTo>
                    <a:pt x="1482764" y="1647166"/>
                  </a:lnTo>
                  <a:lnTo>
                    <a:pt x="1482753" y="1647173"/>
                  </a:lnTo>
                  <a:lnTo>
                    <a:pt x="1482714" y="1647198"/>
                  </a:lnTo>
                  <a:lnTo>
                    <a:pt x="1482696" y="1647209"/>
                  </a:lnTo>
                  <a:lnTo>
                    <a:pt x="1482683" y="1647217"/>
                  </a:lnTo>
                  <a:lnTo>
                    <a:pt x="1482661" y="1647225"/>
                  </a:lnTo>
                  <a:lnTo>
                    <a:pt x="1482658" y="1647229"/>
                  </a:lnTo>
                  <a:lnTo>
                    <a:pt x="1482655" y="1647235"/>
                  </a:lnTo>
                  <a:lnTo>
                    <a:pt x="1482653" y="1647251"/>
                  </a:lnTo>
                  <a:lnTo>
                    <a:pt x="1482654" y="1647259"/>
                  </a:lnTo>
                  <a:lnTo>
                    <a:pt x="1482655" y="1647264"/>
                  </a:lnTo>
                  <a:lnTo>
                    <a:pt x="1482656" y="1647270"/>
                  </a:lnTo>
                  <a:lnTo>
                    <a:pt x="1482653" y="1647277"/>
                  </a:lnTo>
                  <a:lnTo>
                    <a:pt x="1482647" y="1647281"/>
                  </a:lnTo>
                  <a:lnTo>
                    <a:pt x="1482637" y="1647285"/>
                  </a:lnTo>
                  <a:lnTo>
                    <a:pt x="1482628" y="1647292"/>
                  </a:lnTo>
                  <a:lnTo>
                    <a:pt x="1482623" y="1647297"/>
                  </a:lnTo>
                  <a:lnTo>
                    <a:pt x="1482618" y="1647303"/>
                  </a:lnTo>
                  <a:lnTo>
                    <a:pt x="1482612" y="1647309"/>
                  </a:lnTo>
                  <a:lnTo>
                    <a:pt x="1482605" y="1647316"/>
                  </a:lnTo>
                  <a:lnTo>
                    <a:pt x="1482600" y="1647321"/>
                  </a:lnTo>
                  <a:lnTo>
                    <a:pt x="1482596" y="1647326"/>
                  </a:lnTo>
                  <a:lnTo>
                    <a:pt x="1482589" y="1647334"/>
                  </a:lnTo>
                  <a:lnTo>
                    <a:pt x="1482585" y="1647341"/>
                  </a:lnTo>
                  <a:lnTo>
                    <a:pt x="1482584" y="1647346"/>
                  </a:lnTo>
                  <a:lnTo>
                    <a:pt x="1482584" y="1647370"/>
                  </a:lnTo>
                  <a:lnTo>
                    <a:pt x="1482584" y="1647378"/>
                  </a:lnTo>
                  <a:lnTo>
                    <a:pt x="1482582" y="1647387"/>
                  </a:lnTo>
                  <a:lnTo>
                    <a:pt x="1482580" y="1647394"/>
                  </a:lnTo>
                  <a:lnTo>
                    <a:pt x="1482567" y="1647401"/>
                  </a:lnTo>
                  <a:lnTo>
                    <a:pt x="1482564" y="1647407"/>
                  </a:lnTo>
                  <a:lnTo>
                    <a:pt x="1482567" y="1647421"/>
                  </a:lnTo>
                  <a:lnTo>
                    <a:pt x="1482570" y="1647447"/>
                  </a:lnTo>
                  <a:lnTo>
                    <a:pt x="1482585" y="1647467"/>
                  </a:lnTo>
                  <a:lnTo>
                    <a:pt x="1482587" y="1647473"/>
                  </a:lnTo>
                  <a:lnTo>
                    <a:pt x="1482584" y="1647480"/>
                  </a:lnTo>
                  <a:lnTo>
                    <a:pt x="1482537" y="1647473"/>
                  </a:lnTo>
                  <a:lnTo>
                    <a:pt x="1482527" y="1647470"/>
                  </a:lnTo>
                  <a:lnTo>
                    <a:pt x="1482510" y="1647483"/>
                  </a:lnTo>
                  <a:lnTo>
                    <a:pt x="1482503" y="1647486"/>
                  </a:lnTo>
                  <a:lnTo>
                    <a:pt x="1482493" y="1647488"/>
                  </a:lnTo>
                  <a:lnTo>
                    <a:pt x="1482484" y="1647489"/>
                  </a:lnTo>
                  <a:lnTo>
                    <a:pt x="1482418" y="1647507"/>
                  </a:lnTo>
                  <a:lnTo>
                    <a:pt x="1482396" y="1647514"/>
                  </a:lnTo>
                  <a:lnTo>
                    <a:pt x="1482376" y="1647521"/>
                  </a:lnTo>
                  <a:lnTo>
                    <a:pt x="1482360" y="1647520"/>
                  </a:lnTo>
                  <a:lnTo>
                    <a:pt x="1482344" y="1647510"/>
                  </a:lnTo>
                  <a:lnTo>
                    <a:pt x="1482335" y="1647513"/>
                  </a:lnTo>
                  <a:lnTo>
                    <a:pt x="1482327" y="1647519"/>
                  </a:lnTo>
                  <a:lnTo>
                    <a:pt x="1482316" y="1647530"/>
                  </a:lnTo>
                  <a:lnTo>
                    <a:pt x="1482308" y="1647540"/>
                  </a:lnTo>
                  <a:lnTo>
                    <a:pt x="1482305" y="1647547"/>
                  </a:lnTo>
                  <a:lnTo>
                    <a:pt x="1482303" y="1647552"/>
                  </a:lnTo>
                  <a:lnTo>
                    <a:pt x="1482299" y="1647561"/>
                  </a:lnTo>
                  <a:lnTo>
                    <a:pt x="1482295" y="1647570"/>
                  </a:lnTo>
                  <a:lnTo>
                    <a:pt x="1482293" y="1647576"/>
                  </a:lnTo>
                  <a:lnTo>
                    <a:pt x="1482270" y="1647611"/>
                  </a:lnTo>
                  <a:lnTo>
                    <a:pt x="1482266" y="1647617"/>
                  </a:lnTo>
                  <a:lnTo>
                    <a:pt x="1482259" y="1647632"/>
                  </a:lnTo>
                  <a:lnTo>
                    <a:pt x="1482246" y="1647649"/>
                  </a:lnTo>
                  <a:lnTo>
                    <a:pt x="1482229" y="1647667"/>
                  </a:lnTo>
                  <a:lnTo>
                    <a:pt x="1482221" y="1647676"/>
                  </a:lnTo>
                  <a:lnTo>
                    <a:pt x="1482217" y="1647680"/>
                  </a:lnTo>
                  <a:lnTo>
                    <a:pt x="1482210" y="1647686"/>
                  </a:lnTo>
                  <a:lnTo>
                    <a:pt x="1482204" y="1647692"/>
                  </a:lnTo>
                  <a:lnTo>
                    <a:pt x="1482201" y="1647695"/>
                  </a:lnTo>
                  <a:lnTo>
                    <a:pt x="1482194" y="1647698"/>
                  </a:lnTo>
                  <a:lnTo>
                    <a:pt x="1482189" y="1647695"/>
                  </a:lnTo>
                  <a:lnTo>
                    <a:pt x="1482175" y="1647682"/>
                  </a:lnTo>
                  <a:lnTo>
                    <a:pt x="1482162" y="1647676"/>
                  </a:lnTo>
                  <a:lnTo>
                    <a:pt x="1482147" y="1647673"/>
                  </a:lnTo>
                  <a:lnTo>
                    <a:pt x="1482124" y="1647672"/>
                  </a:lnTo>
                  <a:lnTo>
                    <a:pt x="1482118" y="1647668"/>
                  </a:lnTo>
                  <a:lnTo>
                    <a:pt x="1482109" y="1647664"/>
                  </a:lnTo>
                  <a:lnTo>
                    <a:pt x="1482103" y="1647662"/>
                  </a:lnTo>
                  <a:lnTo>
                    <a:pt x="1482088" y="1647661"/>
                  </a:lnTo>
                  <a:lnTo>
                    <a:pt x="1482083" y="1647662"/>
                  </a:lnTo>
                  <a:lnTo>
                    <a:pt x="1482072" y="1647668"/>
                  </a:lnTo>
                  <a:lnTo>
                    <a:pt x="1482066" y="1647671"/>
                  </a:lnTo>
                  <a:lnTo>
                    <a:pt x="1482047" y="1647674"/>
                  </a:lnTo>
                  <a:lnTo>
                    <a:pt x="1482033" y="1647677"/>
                  </a:lnTo>
                  <a:lnTo>
                    <a:pt x="1482019" y="1647685"/>
                  </a:lnTo>
                  <a:lnTo>
                    <a:pt x="1481991" y="1647700"/>
                  </a:lnTo>
                  <a:lnTo>
                    <a:pt x="1481972" y="1647712"/>
                  </a:lnTo>
                  <a:lnTo>
                    <a:pt x="1481958" y="1647725"/>
                  </a:lnTo>
                  <a:lnTo>
                    <a:pt x="1481943" y="1647745"/>
                  </a:lnTo>
                  <a:lnTo>
                    <a:pt x="1481932" y="1647762"/>
                  </a:lnTo>
                  <a:lnTo>
                    <a:pt x="1481926" y="1647772"/>
                  </a:lnTo>
                  <a:lnTo>
                    <a:pt x="1481917" y="1647788"/>
                  </a:lnTo>
                  <a:lnTo>
                    <a:pt x="1481905" y="1647812"/>
                  </a:lnTo>
                  <a:lnTo>
                    <a:pt x="1481899" y="1647826"/>
                  </a:lnTo>
                  <a:lnTo>
                    <a:pt x="1481896" y="1647833"/>
                  </a:lnTo>
                  <a:lnTo>
                    <a:pt x="1481894" y="1647840"/>
                  </a:lnTo>
                  <a:lnTo>
                    <a:pt x="1481892" y="1647849"/>
                  </a:lnTo>
                  <a:lnTo>
                    <a:pt x="1481894" y="1647867"/>
                  </a:lnTo>
                  <a:lnTo>
                    <a:pt x="1481891" y="1647883"/>
                  </a:lnTo>
                  <a:lnTo>
                    <a:pt x="1481887" y="1647892"/>
                  </a:lnTo>
                  <a:lnTo>
                    <a:pt x="1481885" y="1647898"/>
                  </a:lnTo>
                  <a:lnTo>
                    <a:pt x="1481869" y="1647916"/>
                  </a:lnTo>
                  <a:lnTo>
                    <a:pt x="1481860" y="1647926"/>
                  </a:lnTo>
                  <a:lnTo>
                    <a:pt x="1481854" y="1647930"/>
                  </a:lnTo>
                  <a:lnTo>
                    <a:pt x="1481845" y="1647934"/>
                  </a:lnTo>
                  <a:lnTo>
                    <a:pt x="1481841" y="1647937"/>
                  </a:lnTo>
                  <a:lnTo>
                    <a:pt x="1481824" y="1647944"/>
                  </a:lnTo>
                  <a:lnTo>
                    <a:pt x="1481815" y="1647953"/>
                  </a:lnTo>
                  <a:lnTo>
                    <a:pt x="1481809" y="1647962"/>
                  </a:lnTo>
                  <a:lnTo>
                    <a:pt x="1481801" y="1647975"/>
                  </a:lnTo>
                  <a:lnTo>
                    <a:pt x="1481790" y="1647983"/>
                  </a:lnTo>
                  <a:lnTo>
                    <a:pt x="1481772" y="1647995"/>
                  </a:lnTo>
                  <a:lnTo>
                    <a:pt x="1481758" y="1647998"/>
                  </a:lnTo>
                  <a:lnTo>
                    <a:pt x="1481743" y="1647996"/>
                  </a:lnTo>
                  <a:lnTo>
                    <a:pt x="1481731" y="1647996"/>
                  </a:lnTo>
                  <a:lnTo>
                    <a:pt x="1481724" y="1647999"/>
                  </a:lnTo>
                  <a:lnTo>
                    <a:pt x="1481714" y="1648003"/>
                  </a:lnTo>
                  <a:lnTo>
                    <a:pt x="1481703" y="1648014"/>
                  </a:lnTo>
                  <a:lnTo>
                    <a:pt x="1481696" y="1648022"/>
                  </a:lnTo>
                  <a:lnTo>
                    <a:pt x="1481664" y="1648037"/>
                  </a:lnTo>
                  <a:lnTo>
                    <a:pt x="1481651" y="1648043"/>
                  </a:lnTo>
                  <a:lnTo>
                    <a:pt x="1481641" y="1648046"/>
                  </a:lnTo>
                  <a:lnTo>
                    <a:pt x="1481636" y="1648048"/>
                  </a:lnTo>
                  <a:lnTo>
                    <a:pt x="1481631" y="1648049"/>
                  </a:lnTo>
                  <a:lnTo>
                    <a:pt x="1481606" y="1648049"/>
                  </a:lnTo>
                  <a:lnTo>
                    <a:pt x="1481593" y="1648048"/>
                  </a:lnTo>
                  <a:lnTo>
                    <a:pt x="1481578" y="1648047"/>
                  </a:lnTo>
                  <a:lnTo>
                    <a:pt x="1481564" y="1648045"/>
                  </a:lnTo>
                  <a:lnTo>
                    <a:pt x="1481552" y="1648042"/>
                  </a:lnTo>
                  <a:lnTo>
                    <a:pt x="1481546" y="1648042"/>
                  </a:lnTo>
                  <a:lnTo>
                    <a:pt x="1481539" y="1648041"/>
                  </a:lnTo>
                  <a:lnTo>
                    <a:pt x="1481528" y="1648038"/>
                  </a:lnTo>
                  <a:lnTo>
                    <a:pt x="1481517" y="1648037"/>
                  </a:lnTo>
                  <a:lnTo>
                    <a:pt x="1481503" y="1648036"/>
                  </a:lnTo>
                  <a:lnTo>
                    <a:pt x="1481486" y="1648037"/>
                  </a:lnTo>
                  <a:lnTo>
                    <a:pt x="1481465" y="1648034"/>
                  </a:lnTo>
                  <a:lnTo>
                    <a:pt x="1481443" y="1648027"/>
                  </a:lnTo>
                  <a:lnTo>
                    <a:pt x="1481427" y="1648024"/>
                  </a:lnTo>
                  <a:lnTo>
                    <a:pt x="1481414" y="1648022"/>
                  </a:lnTo>
                  <a:lnTo>
                    <a:pt x="1481396" y="1648016"/>
                  </a:lnTo>
                  <a:lnTo>
                    <a:pt x="1481382" y="1648008"/>
                  </a:lnTo>
                  <a:lnTo>
                    <a:pt x="1481369" y="1647993"/>
                  </a:lnTo>
                  <a:lnTo>
                    <a:pt x="1481360" y="1647987"/>
                  </a:lnTo>
                  <a:lnTo>
                    <a:pt x="1481352" y="1647980"/>
                  </a:lnTo>
                  <a:lnTo>
                    <a:pt x="1481345" y="1647972"/>
                  </a:lnTo>
                  <a:lnTo>
                    <a:pt x="1481341" y="1647968"/>
                  </a:lnTo>
                  <a:lnTo>
                    <a:pt x="1481334" y="1647961"/>
                  </a:lnTo>
                  <a:lnTo>
                    <a:pt x="1481329" y="1647958"/>
                  </a:lnTo>
                  <a:lnTo>
                    <a:pt x="1481322" y="1647952"/>
                  </a:lnTo>
                  <a:lnTo>
                    <a:pt x="1481311" y="1647945"/>
                  </a:lnTo>
                  <a:lnTo>
                    <a:pt x="1481300" y="1647944"/>
                  </a:lnTo>
                  <a:lnTo>
                    <a:pt x="1481284" y="1647946"/>
                  </a:lnTo>
                  <a:lnTo>
                    <a:pt x="1481270" y="1647950"/>
                  </a:lnTo>
                  <a:lnTo>
                    <a:pt x="1481237" y="1647955"/>
                  </a:lnTo>
                  <a:lnTo>
                    <a:pt x="1481218" y="1647959"/>
                  </a:lnTo>
                  <a:lnTo>
                    <a:pt x="1481205" y="1647964"/>
                  </a:lnTo>
                  <a:lnTo>
                    <a:pt x="1481100" y="1648009"/>
                  </a:lnTo>
                  <a:lnTo>
                    <a:pt x="1481097" y="1648022"/>
                  </a:lnTo>
                  <a:lnTo>
                    <a:pt x="1481094" y="1648045"/>
                  </a:lnTo>
                  <a:lnTo>
                    <a:pt x="1481092" y="1648052"/>
                  </a:lnTo>
                  <a:lnTo>
                    <a:pt x="1481090" y="1648061"/>
                  </a:lnTo>
                  <a:lnTo>
                    <a:pt x="1481087" y="1648082"/>
                  </a:lnTo>
                  <a:lnTo>
                    <a:pt x="1481085" y="1648088"/>
                  </a:lnTo>
                  <a:lnTo>
                    <a:pt x="1481081" y="1648099"/>
                  </a:lnTo>
                  <a:lnTo>
                    <a:pt x="1481076" y="1648117"/>
                  </a:lnTo>
                  <a:lnTo>
                    <a:pt x="1481067" y="1648140"/>
                  </a:lnTo>
                  <a:lnTo>
                    <a:pt x="1481061" y="1648141"/>
                  </a:lnTo>
                  <a:lnTo>
                    <a:pt x="1481052" y="1648141"/>
                  </a:lnTo>
                  <a:lnTo>
                    <a:pt x="1481047" y="1648142"/>
                  </a:lnTo>
                  <a:lnTo>
                    <a:pt x="1481042" y="1648144"/>
                  </a:lnTo>
                  <a:lnTo>
                    <a:pt x="1481035" y="1648148"/>
                  </a:lnTo>
                  <a:lnTo>
                    <a:pt x="1481031" y="1648155"/>
                  </a:lnTo>
                  <a:lnTo>
                    <a:pt x="1481028" y="1648164"/>
                  </a:lnTo>
                  <a:lnTo>
                    <a:pt x="1481027" y="1648171"/>
                  </a:lnTo>
                  <a:lnTo>
                    <a:pt x="1481024" y="1648178"/>
                  </a:lnTo>
                  <a:lnTo>
                    <a:pt x="1481021" y="1648184"/>
                  </a:lnTo>
                  <a:lnTo>
                    <a:pt x="1481014" y="1648189"/>
                  </a:lnTo>
                  <a:lnTo>
                    <a:pt x="1481006" y="1648193"/>
                  </a:lnTo>
                  <a:lnTo>
                    <a:pt x="1480989" y="1648196"/>
                  </a:lnTo>
                  <a:lnTo>
                    <a:pt x="1480978" y="1648197"/>
                  </a:lnTo>
                  <a:lnTo>
                    <a:pt x="1480973" y="1648198"/>
                  </a:lnTo>
                  <a:lnTo>
                    <a:pt x="1480967" y="1648200"/>
                  </a:lnTo>
                  <a:lnTo>
                    <a:pt x="1480961" y="1648204"/>
                  </a:lnTo>
                  <a:lnTo>
                    <a:pt x="1480956" y="1648207"/>
                  </a:lnTo>
                  <a:lnTo>
                    <a:pt x="1480949" y="1648213"/>
                  </a:lnTo>
                  <a:lnTo>
                    <a:pt x="1480946" y="1648221"/>
                  </a:lnTo>
                  <a:lnTo>
                    <a:pt x="1480945" y="1648233"/>
                  </a:lnTo>
                  <a:lnTo>
                    <a:pt x="1480946" y="1648246"/>
                  </a:lnTo>
                  <a:lnTo>
                    <a:pt x="1480947" y="1648256"/>
                  </a:lnTo>
                  <a:lnTo>
                    <a:pt x="1480949" y="1648268"/>
                  </a:lnTo>
                  <a:lnTo>
                    <a:pt x="1480953" y="1648280"/>
                  </a:lnTo>
                  <a:lnTo>
                    <a:pt x="1480958" y="1648293"/>
                  </a:lnTo>
                  <a:lnTo>
                    <a:pt x="1480958" y="1648299"/>
                  </a:lnTo>
                  <a:lnTo>
                    <a:pt x="1480954" y="1648305"/>
                  </a:lnTo>
                  <a:lnTo>
                    <a:pt x="1480949" y="1648311"/>
                  </a:lnTo>
                  <a:lnTo>
                    <a:pt x="1480944" y="1648316"/>
                  </a:lnTo>
                  <a:lnTo>
                    <a:pt x="1480939" y="1648320"/>
                  </a:lnTo>
                  <a:lnTo>
                    <a:pt x="1480933" y="1648324"/>
                  </a:lnTo>
                  <a:lnTo>
                    <a:pt x="1480926" y="1648328"/>
                  </a:lnTo>
                  <a:lnTo>
                    <a:pt x="1480916" y="1648340"/>
                  </a:lnTo>
                  <a:lnTo>
                    <a:pt x="1480912" y="1648347"/>
                  </a:lnTo>
                  <a:lnTo>
                    <a:pt x="1480909" y="1648354"/>
                  </a:lnTo>
                  <a:lnTo>
                    <a:pt x="1480905" y="1648367"/>
                  </a:lnTo>
                  <a:lnTo>
                    <a:pt x="1480901" y="1648379"/>
                  </a:lnTo>
                  <a:lnTo>
                    <a:pt x="1480897" y="1648388"/>
                  </a:lnTo>
                  <a:lnTo>
                    <a:pt x="1480890" y="1648400"/>
                  </a:lnTo>
                  <a:lnTo>
                    <a:pt x="1480880" y="1648411"/>
                  </a:lnTo>
                  <a:lnTo>
                    <a:pt x="1480873" y="1648418"/>
                  </a:lnTo>
                  <a:lnTo>
                    <a:pt x="1480868" y="1648421"/>
                  </a:lnTo>
                  <a:lnTo>
                    <a:pt x="1480856" y="1648424"/>
                  </a:lnTo>
                  <a:lnTo>
                    <a:pt x="1480847" y="1648427"/>
                  </a:lnTo>
                  <a:lnTo>
                    <a:pt x="1480838" y="1648437"/>
                  </a:lnTo>
                  <a:lnTo>
                    <a:pt x="1480833" y="1648449"/>
                  </a:lnTo>
                  <a:lnTo>
                    <a:pt x="1480830" y="1648459"/>
                  </a:lnTo>
                  <a:lnTo>
                    <a:pt x="1480829" y="1648466"/>
                  </a:lnTo>
                  <a:lnTo>
                    <a:pt x="1480826" y="1648474"/>
                  </a:lnTo>
                  <a:lnTo>
                    <a:pt x="1480819" y="1648484"/>
                  </a:lnTo>
                  <a:lnTo>
                    <a:pt x="1480808" y="1648498"/>
                  </a:lnTo>
                  <a:lnTo>
                    <a:pt x="1480805" y="1648505"/>
                  </a:lnTo>
                  <a:lnTo>
                    <a:pt x="1480801" y="1648511"/>
                  </a:lnTo>
                  <a:lnTo>
                    <a:pt x="1480794" y="1648522"/>
                  </a:lnTo>
                  <a:lnTo>
                    <a:pt x="1480786" y="1648533"/>
                  </a:lnTo>
                  <a:lnTo>
                    <a:pt x="1480783" y="1648545"/>
                  </a:lnTo>
                  <a:lnTo>
                    <a:pt x="1480781" y="1648555"/>
                  </a:lnTo>
                  <a:lnTo>
                    <a:pt x="1480781" y="1648565"/>
                  </a:lnTo>
                  <a:lnTo>
                    <a:pt x="1480784" y="1648574"/>
                  </a:lnTo>
                  <a:lnTo>
                    <a:pt x="1480789" y="1648582"/>
                  </a:lnTo>
                  <a:lnTo>
                    <a:pt x="1480796" y="1648592"/>
                  </a:lnTo>
                  <a:lnTo>
                    <a:pt x="1480800" y="1648601"/>
                  </a:lnTo>
                  <a:lnTo>
                    <a:pt x="1480802" y="1648608"/>
                  </a:lnTo>
                  <a:lnTo>
                    <a:pt x="1480801" y="1648621"/>
                  </a:lnTo>
                  <a:lnTo>
                    <a:pt x="1480799" y="1648635"/>
                  </a:lnTo>
                  <a:lnTo>
                    <a:pt x="1480797" y="1648648"/>
                  </a:lnTo>
                  <a:lnTo>
                    <a:pt x="1480793" y="1648661"/>
                  </a:lnTo>
                  <a:lnTo>
                    <a:pt x="1480790" y="1648681"/>
                  </a:lnTo>
                  <a:lnTo>
                    <a:pt x="1480784" y="1648700"/>
                  </a:lnTo>
                  <a:lnTo>
                    <a:pt x="1480780" y="1648716"/>
                  </a:lnTo>
                  <a:lnTo>
                    <a:pt x="1480778" y="1648723"/>
                  </a:lnTo>
                  <a:lnTo>
                    <a:pt x="1480776" y="1648730"/>
                  </a:lnTo>
                  <a:lnTo>
                    <a:pt x="1480773" y="1648735"/>
                  </a:lnTo>
                  <a:lnTo>
                    <a:pt x="1480756" y="1648730"/>
                  </a:lnTo>
                  <a:lnTo>
                    <a:pt x="1480748" y="1648728"/>
                  </a:lnTo>
                  <a:lnTo>
                    <a:pt x="1480738" y="1648726"/>
                  </a:lnTo>
                  <a:lnTo>
                    <a:pt x="1480733" y="1648726"/>
                  </a:lnTo>
                  <a:lnTo>
                    <a:pt x="1480728" y="1648728"/>
                  </a:lnTo>
                  <a:lnTo>
                    <a:pt x="1480723" y="1648734"/>
                  </a:lnTo>
                  <a:lnTo>
                    <a:pt x="1480721" y="1648744"/>
                  </a:lnTo>
                  <a:lnTo>
                    <a:pt x="1480721" y="1648751"/>
                  </a:lnTo>
                  <a:lnTo>
                    <a:pt x="1480723" y="1648762"/>
                  </a:lnTo>
                  <a:lnTo>
                    <a:pt x="1480726" y="1648771"/>
                  </a:lnTo>
                  <a:lnTo>
                    <a:pt x="1480733" y="1648783"/>
                  </a:lnTo>
                  <a:lnTo>
                    <a:pt x="1480739" y="1648790"/>
                  </a:lnTo>
                  <a:lnTo>
                    <a:pt x="1480747" y="1648797"/>
                  </a:lnTo>
                  <a:lnTo>
                    <a:pt x="1480757" y="1648804"/>
                  </a:lnTo>
                  <a:lnTo>
                    <a:pt x="1480763" y="1648811"/>
                  </a:lnTo>
                  <a:lnTo>
                    <a:pt x="1480766" y="1648820"/>
                  </a:lnTo>
                  <a:lnTo>
                    <a:pt x="1480762" y="1648827"/>
                  </a:lnTo>
                  <a:lnTo>
                    <a:pt x="1480755" y="1648837"/>
                  </a:lnTo>
                  <a:lnTo>
                    <a:pt x="1480747" y="1648851"/>
                  </a:lnTo>
                  <a:lnTo>
                    <a:pt x="1480736" y="1648861"/>
                  </a:lnTo>
                  <a:lnTo>
                    <a:pt x="1480731" y="1648869"/>
                  </a:lnTo>
                  <a:lnTo>
                    <a:pt x="1480725" y="1648881"/>
                  </a:lnTo>
                  <a:lnTo>
                    <a:pt x="1480711" y="1648906"/>
                  </a:lnTo>
                  <a:lnTo>
                    <a:pt x="1480702" y="1648920"/>
                  </a:lnTo>
                  <a:lnTo>
                    <a:pt x="1480694" y="1648933"/>
                  </a:lnTo>
                  <a:lnTo>
                    <a:pt x="1480678" y="1648948"/>
                  </a:lnTo>
                  <a:lnTo>
                    <a:pt x="1480662" y="1648959"/>
                  </a:lnTo>
                  <a:lnTo>
                    <a:pt x="1480643" y="1648973"/>
                  </a:lnTo>
                  <a:lnTo>
                    <a:pt x="1480624" y="1648987"/>
                  </a:lnTo>
                  <a:lnTo>
                    <a:pt x="1480619" y="1648990"/>
                  </a:lnTo>
                  <a:lnTo>
                    <a:pt x="1480604" y="1649000"/>
                  </a:lnTo>
                  <a:lnTo>
                    <a:pt x="1480597" y="1649003"/>
                  </a:lnTo>
                  <a:lnTo>
                    <a:pt x="1480588" y="1649007"/>
                  </a:lnTo>
                  <a:lnTo>
                    <a:pt x="1480577" y="1649013"/>
                  </a:lnTo>
                  <a:lnTo>
                    <a:pt x="1480565" y="1649021"/>
                  </a:lnTo>
                  <a:lnTo>
                    <a:pt x="1480553" y="1649032"/>
                  </a:lnTo>
                  <a:lnTo>
                    <a:pt x="1480547" y="1649039"/>
                  </a:lnTo>
                  <a:lnTo>
                    <a:pt x="1480543" y="1649043"/>
                  </a:lnTo>
                  <a:lnTo>
                    <a:pt x="1480538" y="1649053"/>
                  </a:lnTo>
                  <a:lnTo>
                    <a:pt x="1480535" y="1649061"/>
                  </a:lnTo>
                  <a:lnTo>
                    <a:pt x="1480530" y="1649072"/>
                  </a:lnTo>
                  <a:lnTo>
                    <a:pt x="1480527" y="1649080"/>
                  </a:lnTo>
                  <a:lnTo>
                    <a:pt x="1480522" y="1649079"/>
                  </a:lnTo>
                  <a:lnTo>
                    <a:pt x="1480515" y="1649077"/>
                  </a:lnTo>
                  <a:lnTo>
                    <a:pt x="1480510" y="1649076"/>
                  </a:lnTo>
                  <a:lnTo>
                    <a:pt x="1480503" y="1649077"/>
                  </a:lnTo>
                  <a:lnTo>
                    <a:pt x="1480502" y="1649086"/>
                  </a:lnTo>
                  <a:lnTo>
                    <a:pt x="1480515" y="1649095"/>
                  </a:lnTo>
                  <a:lnTo>
                    <a:pt x="1480521" y="1649103"/>
                  </a:lnTo>
                  <a:lnTo>
                    <a:pt x="1480527" y="1649112"/>
                  </a:lnTo>
                  <a:lnTo>
                    <a:pt x="1480534" y="1649129"/>
                  </a:lnTo>
                  <a:lnTo>
                    <a:pt x="1480540" y="1649146"/>
                  </a:lnTo>
                  <a:lnTo>
                    <a:pt x="1480548" y="1649166"/>
                  </a:lnTo>
                  <a:lnTo>
                    <a:pt x="1480549" y="1649174"/>
                  </a:lnTo>
                  <a:lnTo>
                    <a:pt x="1480549" y="1649193"/>
                  </a:lnTo>
                  <a:lnTo>
                    <a:pt x="1480548" y="1649221"/>
                  </a:lnTo>
                  <a:lnTo>
                    <a:pt x="1480548" y="1649232"/>
                  </a:lnTo>
                  <a:lnTo>
                    <a:pt x="1480547" y="1649245"/>
                  </a:lnTo>
                  <a:lnTo>
                    <a:pt x="1480547" y="1649273"/>
                  </a:lnTo>
                  <a:lnTo>
                    <a:pt x="1480544" y="1649303"/>
                  </a:lnTo>
                  <a:lnTo>
                    <a:pt x="1480538" y="1649324"/>
                  </a:lnTo>
                  <a:lnTo>
                    <a:pt x="1480531" y="1649343"/>
                  </a:lnTo>
                  <a:lnTo>
                    <a:pt x="1480522" y="1649369"/>
                  </a:lnTo>
                  <a:lnTo>
                    <a:pt x="1480512" y="1649395"/>
                  </a:lnTo>
                  <a:lnTo>
                    <a:pt x="1480503" y="1649412"/>
                  </a:lnTo>
                  <a:lnTo>
                    <a:pt x="1480493" y="1649423"/>
                  </a:lnTo>
                  <a:lnTo>
                    <a:pt x="1480480" y="1649438"/>
                  </a:lnTo>
                  <a:lnTo>
                    <a:pt x="1480476" y="1649447"/>
                  </a:lnTo>
                  <a:lnTo>
                    <a:pt x="1480475" y="1649455"/>
                  </a:lnTo>
                  <a:lnTo>
                    <a:pt x="1480475" y="1649462"/>
                  </a:lnTo>
                  <a:lnTo>
                    <a:pt x="1480476" y="1649472"/>
                  </a:lnTo>
                  <a:lnTo>
                    <a:pt x="1480473" y="1649494"/>
                  </a:lnTo>
                  <a:lnTo>
                    <a:pt x="1480469" y="1649509"/>
                  </a:lnTo>
                  <a:lnTo>
                    <a:pt x="1480463" y="1649532"/>
                  </a:lnTo>
                  <a:lnTo>
                    <a:pt x="1480462" y="1649538"/>
                  </a:lnTo>
                  <a:lnTo>
                    <a:pt x="1480463" y="1649557"/>
                  </a:lnTo>
                  <a:lnTo>
                    <a:pt x="1480464" y="1649572"/>
                  </a:lnTo>
                  <a:lnTo>
                    <a:pt x="1480464" y="1649592"/>
                  </a:lnTo>
                  <a:lnTo>
                    <a:pt x="1480462" y="1649603"/>
                  </a:lnTo>
                  <a:lnTo>
                    <a:pt x="1480464" y="1649611"/>
                  </a:lnTo>
                  <a:lnTo>
                    <a:pt x="1480465" y="1649621"/>
                  </a:lnTo>
                  <a:lnTo>
                    <a:pt x="1480466" y="1649636"/>
                  </a:lnTo>
                  <a:lnTo>
                    <a:pt x="1480464" y="1649653"/>
                  </a:lnTo>
                  <a:lnTo>
                    <a:pt x="1480463" y="1649672"/>
                  </a:lnTo>
                  <a:lnTo>
                    <a:pt x="1480465" y="1649684"/>
                  </a:lnTo>
                  <a:lnTo>
                    <a:pt x="1480468" y="1649698"/>
                  </a:lnTo>
                  <a:lnTo>
                    <a:pt x="1480473" y="1649709"/>
                  </a:lnTo>
                  <a:lnTo>
                    <a:pt x="1480478" y="1649721"/>
                  </a:lnTo>
                  <a:lnTo>
                    <a:pt x="1480480" y="1649734"/>
                  </a:lnTo>
                  <a:lnTo>
                    <a:pt x="1480479" y="1649751"/>
                  </a:lnTo>
                  <a:lnTo>
                    <a:pt x="1480478" y="1649758"/>
                  </a:lnTo>
                  <a:lnTo>
                    <a:pt x="1480476" y="1649763"/>
                  </a:lnTo>
                  <a:lnTo>
                    <a:pt x="1480474" y="1649770"/>
                  </a:lnTo>
                  <a:lnTo>
                    <a:pt x="1480469" y="1649781"/>
                  </a:lnTo>
                  <a:lnTo>
                    <a:pt x="1480465" y="1649785"/>
                  </a:lnTo>
                  <a:lnTo>
                    <a:pt x="1480459" y="1649790"/>
                  </a:lnTo>
                  <a:lnTo>
                    <a:pt x="1480443" y="1649799"/>
                  </a:lnTo>
                  <a:lnTo>
                    <a:pt x="1480421" y="1649803"/>
                  </a:lnTo>
                  <a:lnTo>
                    <a:pt x="1480405" y="1649803"/>
                  </a:lnTo>
                  <a:lnTo>
                    <a:pt x="1480395" y="1649803"/>
                  </a:lnTo>
                  <a:lnTo>
                    <a:pt x="1480386" y="1649803"/>
                  </a:lnTo>
                  <a:lnTo>
                    <a:pt x="1480388" y="1649810"/>
                  </a:lnTo>
                  <a:lnTo>
                    <a:pt x="1480393" y="1649817"/>
                  </a:lnTo>
                  <a:lnTo>
                    <a:pt x="1480397" y="1649823"/>
                  </a:lnTo>
                  <a:lnTo>
                    <a:pt x="1480404" y="1649833"/>
                  </a:lnTo>
                  <a:lnTo>
                    <a:pt x="1480412" y="1649845"/>
                  </a:lnTo>
                  <a:lnTo>
                    <a:pt x="1480419" y="1649853"/>
                  </a:lnTo>
                  <a:lnTo>
                    <a:pt x="1480425" y="1649861"/>
                  </a:lnTo>
                  <a:lnTo>
                    <a:pt x="1480427" y="1649871"/>
                  </a:lnTo>
                  <a:lnTo>
                    <a:pt x="1480429" y="1649879"/>
                  </a:lnTo>
                  <a:lnTo>
                    <a:pt x="1480429" y="1649886"/>
                  </a:lnTo>
                  <a:lnTo>
                    <a:pt x="1480430" y="1649891"/>
                  </a:lnTo>
                  <a:lnTo>
                    <a:pt x="1480432" y="1649900"/>
                  </a:lnTo>
                  <a:lnTo>
                    <a:pt x="1480431" y="1649909"/>
                  </a:lnTo>
                  <a:lnTo>
                    <a:pt x="1480423" y="1649911"/>
                  </a:lnTo>
                  <a:lnTo>
                    <a:pt x="1480412" y="1649908"/>
                  </a:lnTo>
                  <a:lnTo>
                    <a:pt x="1480417" y="1649920"/>
                  </a:lnTo>
                  <a:lnTo>
                    <a:pt x="1480416" y="1649927"/>
                  </a:lnTo>
                  <a:lnTo>
                    <a:pt x="1480413" y="1649931"/>
                  </a:lnTo>
                  <a:lnTo>
                    <a:pt x="1480410" y="1649936"/>
                  </a:lnTo>
                  <a:lnTo>
                    <a:pt x="1480406" y="1649943"/>
                  </a:lnTo>
                  <a:lnTo>
                    <a:pt x="1480401" y="1649952"/>
                  </a:lnTo>
                  <a:lnTo>
                    <a:pt x="1480397" y="1649960"/>
                  </a:lnTo>
                  <a:lnTo>
                    <a:pt x="1480388" y="1649969"/>
                  </a:lnTo>
                  <a:lnTo>
                    <a:pt x="1480381" y="1649973"/>
                  </a:lnTo>
                  <a:lnTo>
                    <a:pt x="1480374" y="1649973"/>
                  </a:lnTo>
                  <a:lnTo>
                    <a:pt x="1480367" y="1649973"/>
                  </a:lnTo>
                  <a:lnTo>
                    <a:pt x="1480358" y="1649971"/>
                  </a:lnTo>
                  <a:lnTo>
                    <a:pt x="1480351" y="1649970"/>
                  </a:lnTo>
                  <a:lnTo>
                    <a:pt x="1480342" y="1649965"/>
                  </a:lnTo>
                  <a:lnTo>
                    <a:pt x="1480337" y="1649964"/>
                  </a:lnTo>
                  <a:lnTo>
                    <a:pt x="1480333" y="1649968"/>
                  </a:lnTo>
                  <a:lnTo>
                    <a:pt x="1480329" y="1649981"/>
                  </a:lnTo>
                  <a:lnTo>
                    <a:pt x="1480326" y="1649989"/>
                  </a:lnTo>
                  <a:lnTo>
                    <a:pt x="1480323" y="1649999"/>
                  </a:lnTo>
                  <a:lnTo>
                    <a:pt x="1480320" y="1650011"/>
                  </a:lnTo>
                  <a:lnTo>
                    <a:pt x="1480318" y="1650019"/>
                  </a:lnTo>
                  <a:lnTo>
                    <a:pt x="1480318" y="1650026"/>
                  </a:lnTo>
                  <a:lnTo>
                    <a:pt x="1480318" y="1650041"/>
                  </a:lnTo>
                  <a:lnTo>
                    <a:pt x="1480318" y="1650047"/>
                  </a:lnTo>
                  <a:lnTo>
                    <a:pt x="1480317" y="1650055"/>
                  </a:lnTo>
                  <a:lnTo>
                    <a:pt x="1480313" y="1650065"/>
                  </a:lnTo>
                  <a:lnTo>
                    <a:pt x="1480311" y="1650072"/>
                  </a:lnTo>
                  <a:lnTo>
                    <a:pt x="1480309" y="1650082"/>
                  </a:lnTo>
                  <a:lnTo>
                    <a:pt x="1480306" y="1650093"/>
                  </a:lnTo>
                  <a:lnTo>
                    <a:pt x="1480303" y="1650106"/>
                  </a:lnTo>
                  <a:lnTo>
                    <a:pt x="1480303" y="1650119"/>
                  </a:lnTo>
                  <a:lnTo>
                    <a:pt x="1480302" y="1650126"/>
                  </a:lnTo>
                  <a:lnTo>
                    <a:pt x="1480300" y="1650132"/>
                  </a:lnTo>
                  <a:lnTo>
                    <a:pt x="1480295" y="1650141"/>
                  </a:lnTo>
                  <a:lnTo>
                    <a:pt x="1480289" y="1650148"/>
                  </a:lnTo>
                  <a:lnTo>
                    <a:pt x="1480283" y="1650155"/>
                  </a:lnTo>
                  <a:lnTo>
                    <a:pt x="1480272" y="1650163"/>
                  </a:lnTo>
                  <a:lnTo>
                    <a:pt x="1480263" y="1650173"/>
                  </a:lnTo>
                  <a:lnTo>
                    <a:pt x="1480259" y="1650183"/>
                  </a:lnTo>
                  <a:lnTo>
                    <a:pt x="1480256" y="1650194"/>
                  </a:lnTo>
                  <a:lnTo>
                    <a:pt x="1480250" y="1650200"/>
                  </a:lnTo>
                  <a:lnTo>
                    <a:pt x="1480244" y="1650206"/>
                  </a:lnTo>
                  <a:lnTo>
                    <a:pt x="1480237" y="1650213"/>
                  </a:lnTo>
                  <a:lnTo>
                    <a:pt x="1480227" y="1650220"/>
                  </a:lnTo>
                  <a:lnTo>
                    <a:pt x="1480219" y="1650223"/>
                  </a:lnTo>
                  <a:lnTo>
                    <a:pt x="1480214" y="1650225"/>
                  </a:lnTo>
                  <a:lnTo>
                    <a:pt x="1480208" y="1650230"/>
                  </a:lnTo>
                  <a:lnTo>
                    <a:pt x="1480199" y="1650237"/>
                  </a:lnTo>
                  <a:lnTo>
                    <a:pt x="1480195" y="1650241"/>
                  </a:lnTo>
                  <a:lnTo>
                    <a:pt x="1480184" y="1650252"/>
                  </a:lnTo>
                  <a:lnTo>
                    <a:pt x="1480178" y="1650257"/>
                  </a:lnTo>
                  <a:lnTo>
                    <a:pt x="1480158" y="1650275"/>
                  </a:lnTo>
                  <a:lnTo>
                    <a:pt x="1480154" y="1650281"/>
                  </a:lnTo>
                  <a:lnTo>
                    <a:pt x="1480152" y="1650287"/>
                  </a:lnTo>
                  <a:lnTo>
                    <a:pt x="1480149" y="1650293"/>
                  </a:lnTo>
                  <a:lnTo>
                    <a:pt x="1480147" y="1650304"/>
                  </a:lnTo>
                  <a:lnTo>
                    <a:pt x="1480148" y="1650309"/>
                  </a:lnTo>
                  <a:lnTo>
                    <a:pt x="1480149" y="1650317"/>
                  </a:lnTo>
                  <a:lnTo>
                    <a:pt x="1480149" y="1650325"/>
                  </a:lnTo>
                  <a:lnTo>
                    <a:pt x="1480148" y="1650339"/>
                  </a:lnTo>
                  <a:lnTo>
                    <a:pt x="1480144" y="1650358"/>
                  </a:lnTo>
                  <a:lnTo>
                    <a:pt x="1480142" y="1650365"/>
                  </a:lnTo>
                  <a:lnTo>
                    <a:pt x="1480137" y="1650377"/>
                  </a:lnTo>
                  <a:lnTo>
                    <a:pt x="1480130" y="1650393"/>
                  </a:lnTo>
                  <a:lnTo>
                    <a:pt x="1480127" y="1650402"/>
                  </a:lnTo>
                  <a:lnTo>
                    <a:pt x="1480123" y="1650415"/>
                  </a:lnTo>
                  <a:lnTo>
                    <a:pt x="1480119" y="1650427"/>
                  </a:lnTo>
                  <a:lnTo>
                    <a:pt x="1480115" y="1650440"/>
                  </a:lnTo>
                  <a:lnTo>
                    <a:pt x="1480113" y="1650455"/>
                  </a:lnTo>
                  <a:lnTo>
                    <a:pt x="1480113" y="1650462"/>
                  </a:lnTo>
                  <a:lnTo>
                    <a:pt x="1480114" y="1650471"/>
                  </a:lnTo>
                  <a:lnTo>
                    <a:pt x="1480116" y="1650477"/>
                  </a:lnTo>
                  <a:lnTo>
                    <a:pt x="1480117" y="1650489"/>
                  </a:lnTo>
                  <a:lnTo>
                    <a:pt x="1480116" y="1650498"/>
                  </a:lnTo>
                  <a:lnTo>
                    <a:pt x="1480110" y="1650504"/>
                  </a:lnTo>
                  <a:lnTo>
                    <a:pt x="1480105" y="1650508"/>
                  </a:lnTo>
                  <a:lnTo>
                    <a:pt x="1480100" y="1650511"/>
                  </a:lnTo>
                  <a:lnTo>
                    <a:pt x="1480090" y="1650515"/>
                  </a:lnTo>
                  <a:lnTo>
                    <a:pt x="1480085" y="1650518"/>
                  </a:lnTo>
                  <a:lnTo>
                    <a:pt x="1480078" y="1650522"/>
                  </a:lnTo>
                  <a:lnTo>
                    <a:pt x="1480073" y="1650527"/>
                  </a:lnTo>
                  <a:lnTo>
                    <a:pt x="1480068" y="1650531"/>
                  </a:lnTo>
                  <a:lnTo>
                    <a:pt x="1480064" y="1650535"/>
                  </a:lnTo>
                  <a:lnTo>
                    <a:pt x="1480058" y="1650541"/>
                  </a:lnTo>
                  <a:lnTo>
                    <a:pt x="1480049" y="1650549"/>
                  </a:lnTo>
                  <a:lnTo>
                    <a:pt x="1480042" y="1650549"/>
                  </a:lnTo>
                  <a:lnTo>
                    <a:pt x="1480036" y="1650548"/>
                  </a:lnTo>
                  <a:lnTo>
                    <a:pt x="1480031" y="1650546"/>
                  </a:lnTo>
                  <a:lnTo>
                    <a:pt x="1480026" y="1650545"/>
                  </a:lnTo>
                  <a:lnTo>
                    <a:pt x="1480013" y="1650548"/>
                  </a:lnTo>
                  <a:lnTo>
                    <a:pt x="1479999" y="1650558"/>
                  </a:lnTo>
                  <a:lnTo>
                    <a:pt x="1479986" y="1650568"/>
                  </a:lnTo>
                  <a:lnTo>
                    <a:pt x="1479970" y="1650583"/>
                  </a:lnTo>
                  <a:lnTo>
                    <a:pt x="1479962" y="1650590"/>
                  </a:lnTo>
                  <a:lnTo>
                    <a:pt x="1479954" y="1650595"/>
                  </a:lnTo>
                  <a:lnTo>
                    <a:pt x="1479946" y="1650598"/>
                  </a:lnTo>
                  <a:lnTo>
                    <a:pt x="1479939" y="1650598"/>
                  </a:lnTo>
                  <a:lnTo>
                    <a:pt x="1479926" y="1650596"/>
                  </a:lnTo>
                  <a:lnTo>
                    <a:pt x="1479897" y="1650591"/>
                  </a:lnTo>
                  <a:lnTo>
                    <a:pt x="1479887" y="1650589"/>
                  </a:lnTo>
                  <a:lnTo>
                    <a:pt x="1479873" y="1650585"/>
                  </a:lnTo>
                  <a:lnTo>
                    <a:pt x="1479861" y="1650581"/>
                  </a:lnTo>
                  <a:lnTo>
                    <a:pt x="1479850" y="1650576"/>
                  </a:lnTo>
                  <a:lnTo>
                    <a:pt x="1479828" y="1650566"/>
                  </a:lnTo>
                  <a:lnTo>
                    <a:pt x="1479803" y="1650559"/>
                  </a:lnTo>
                  <a:lnTo>
                    <a:pt x="1479791" y="1650558"/>
                  </a:lnTo>
                  <a:lnTo>
                    <a:pt x="1479782" y="1650559"/>
                  </a:lnTo>
                  <a:lnTo>
                    <a:pt x="1479769" y="1650562"/>
                  </a:lnTo>
                  <a:lnTo>
                    <a:pt x="1479758" y="1650563"/>
                  </a:lnTo>
                  <a:lnTo>
                    <a:pt x="1479747" y="1650562"/>
                  </a:lnTo>
                  <a:lnTo>
                    <a:pt x="1479739" y="1650559"/>
                  </a:lnTo>
                  <a:lnTo>
                    <a:pt x="1479718" y="1650553"/>
                  </a:lnTo>
                  <a:lnTo>
                    <a:pt x="1479700" y="1650551"/>
                  </a:lnTo>
                  <a:lnTo>
                    <a:pt x="1479690" y="1650552"/>
                  </a:lnTo>
                  <a:lnTo>
                    <a:pt x="1479684" y="1650553"/>
                  </a:lnTo>
                  <a:lnTo>
                    <a:pt x="1479679" y="1650554"/>
                  </a:lnTo>
                  <a:lnTo>
                    <a:pt x="1479673" y="1650556"/>
                  </a:lnTo>
                  <a:lnTo>
                    <a:pt x="1479657" y="1650559"/>
                  </a:lnTo>
                  <a:lnTo>
                    <a:pt x="1479644" y="1650560"/>
                  </a:lnTo>
                  <a:lnTo>
                    <a:pt x="1479632" y="1650560"/>
                  </a:lnTo>
                  <a:lnTo>
                    <a:pt x="1479620" y="1650558"/>
                  </a:lnTo>
                  <a:lnTo>
                    <a:pt x="1479605" y="1650554"/>
                  </a:lnTo>
                  <a:lnTo>
                    <a:pt x="1479590" y="1650551"/>
                  </a:lnTo>
                  <a:lnTo>
                    <a:pt x="1479568" y="1650549"/>
                  </a:lnTo>
                  <a:lnTo>
                    <a:pt x="1479558" y="1650550"/>
                  </a:lnTo>
                  <a:lnTo>
                    <a:pt x="1479538" y="1650553"/>
                  </a:lnTo>
                  <a:lnTo>
                    <a:pt x="1479508" y="1650556"/>
                  </a:lnTo>
                  <a:lnTo>
                    <a:pt x="1479501" y="1650557"/>
                  </a:lnTo>
                  <a:lnTo>
                    <a:pt x="1479495" y="1650558"/>
                  </a:lnTo>
                  <a:lnTo>
                    <a:pt x="1479477" y="1650558"/>
                  </a:lnTo>
                  <a:lnTo>
                    <a:pt x="1479462" y="1650558"/>
                  </a:lnTo>
                  <a:lnTo>
                    <a:pt x="1479444" y="1650555"/>
                  </a:lnTo>
                  <a:lnTo>
                    <a:pt x="1479437" y="1650554"/>
                  </a:lnTo>
                  <a:lnTo>
                    <a:pt x="1479433" y="1650553"/>
                  </a:lnTo>
                  <a:lnTo>
                    <a:pt x="1479413" y="1650547"/>
                  </a:lnTo>
                  <a:lnTo>
                    <a:pt x="1479404" y="1650542"/>
                  </a:lnTo>
                  <a:lnTo>
                    <a:pt x="1479377" y="1650534"/>
                  </a:lnTo>
                  <a:lnTo>
                    <a:pt x="1479365" y="1650532"/>
                  </a:lnTo>
                  <a:lnTo>
                    <a:pt x="1479309" y="1650509"/>
                  </a:lnTo>
                  <a:lnTo>
                    <a:pt x="1479292" y="1650504"/>
                  </a:lnTo>
                  <a:lnTo>
                    <a:pt x="1479284" y="1650502"/>
                  </a:lnTo>
                  <a:lnTo>
                    <a:pt x="1479278" y="1650501"/>
                  </a:lnTo>
                  <a:lnTo>
                    <a:pt x="1479244" y="1650500"/>
                  </a:lnTo>
                  <a:lnTo>
                    <a:pt x="1479236" y="1650501"/>
                  </a:lnTo>
                  <a:lnTo>
                    <a:pt x="1479223" y="1650504"/>
                  </a:lnTo>
                  <a:lnTo>
                    <a:pt x="1479205" y="1650508"/>
                  </a:lnTo>
                  <a:lnTo>
                    <a:pt x="1479198" y="1650510"/>
                  </a:lnTo>
                  <a:lnTo>
                    <a:pt x="1479191" y="1650513"/>
                  </a:lnTo>
                  <a:lnTo>
                    <a:pt x="1479179" y="1650518"/>
                  </a:lnTo>
                  <a:lnTo>
                    <a:pt x="1479162" y="1650524"/>
                  </a:lnTo>
                  <a:lnTo>
                    <a:pt x="1479145" y="1650529"/>
                  </a:lnTo>
                  <a:lnTo>
                    <a:pt x="1479127" y="1650537"/>
                  </a:lnTo>
                  <a:lnTo>
                    <a:pt x="1479108" y="1650557"/>
                  </a:lnTo>
                  <a:lnTo>
                    <a:pt x="1479102" y="1650562"/>
                  </a:lnTo>
                  <a:lnTo>
                    <a:pt x="1479089" y="1650571"/>
                  </a:lnTo>
                  <a:lnTo>
                    <a:pt x="1479083" y="1650576"/>
                  </a:lnTo>
                  <a:lnTo>
                    <a:pt x="1479079" y="1650579"/>
                  </a:lnTo>
                  <a:lnTo>
                    <a:pt x="1479073" y="1650581"/>
                  </a:lnTo>
                  <a:lnTo>
                    <a:pt x="1479066" y="1650583"/>
                  </a:lnTo>
                  <a:lnTo>
                    <a:pt x="1479056" y="1650586"/>
                  </a:lnTo>
                  <a:lnTo>
                    <a:pt x="1479030" y="1650586"/>
                  </a:lnTo>
                  <a:lnTo>
                    <a:pt x="1479023" y="1650587"/>
                  </a:lnTo>
                  <a:lnTo>
                    <a:pt x="1479014" y="1650589"/>
                  </a:lnTo>
                  <a:lnTo>
                    <a:pt x="1479009" y="1650591"/>
                  </a:lnTo>
                  <a:lnTo>
                    <a:pt x="1479004" y="1650594"/>
                  </a:lnTo>
                  <a:lnTo>
                    <a:pt x="1478996" y="1650599"/>
                  </a:lnTo>
                  <a:lnTo>
                    <a:pt x="1478988" y="1650605"/>
                  </a:lnTo>
                  <a:lnTo>
                    <a:pt x="1478983" y="1650611"/>
                  </a:lnTo>
                  <a:lnTo>
                    <a:pt x="1478974" y="1650621"/>
                  </a:lnTo>
                  <a:lnTo>
                    <a:pt x="1478964" y="1650631"/>
                  </a:lnTo>
                  <a:lnTo>
                    <a:pt x="1478955" y="1650638"/>
                  </a:lnTo>
                  <a:lnTo>
                    <a:pt x="1478945" y="1650646"/>
                  </a:lnTo>
                  <a:lnTo>
                    <a:pt x="1478940" y="1650650"/>
                  </a:lnTo>
                  <a:lnTo>
                    <a:pt x="1478932" y="1650657"/>
                  </a:lnTo>
                  <a:lnTo>
                    <a:pt x="1478924" y="1650665"/>
                  </a:lnTo>
                  <a:lnTo>
                    <a:pt x="1478912" y="1650679"/>
                  </a:lnTo>
                  <a:lnTo>
                    <a:pt x="1478892" y="1650704"/>
                  </a:lnTo>
                  <a:lnTo>
                    <a:pt x="1478875" y="1650726"/>
                  </a:lnTo>
                  <a:lnTo>
                    <a:pt x="1478860" y="1650736"/>
                  </a:lnTo>
                  <a:lnTo>
                    <a:pt x="1478852" y="1650743"/>
                  </a:lnTo>
                  <a:lnTo>
                    <a:pt x="1478846" y="1650748"/>
                  </a:lnTo>
                  <a:lnTo>
                    <a:pt x="1478839" y="1650757"/>
                  </a:lnTo>
                  <a:lnTo>
                    <a:pt x="1478834" y="1650763"/>
                  </a:lnTo>
                  <a:lnTo>
                    <a:pt x="1478828" y="1650773"/>
                  </a:lnTo>
                  <a:lnTo>
                    <a:pt x="1478823" y="1650781"/>
                  </a:lnTo>
                  <a:lnTo>
                    <a:pt x="1478815" y="1650791"/>
                  </a:lnTo>
                  <a:lnTo>
                    <a:pt x="1478803" y="1650802"/>
                  </a:lnTo>
                  <a:lnTo>
                    <a:pt x="1478784" y="1650815"/>
                  </a:lnTo>
                  <a:lnTo>
                    <a:pt x="1478778" y="1650820"/>
                  </a:lnTo>
                  <a:lnTo>
                    <a:pt x="1478773" y="1650826"/>
                  </a:lnTo>
                  <a:lnTo>
                    <a:pt x="1478766" y="1650837"/>
                  </a:lnTo>
                  <a:lnTo>
                    <a:pt x="1478763" y="1650846"/>
                  </a:lnTo>
                  <a:lnTo>
                    <a:pt x="1478761" y="1650854"/>
                  </a:lnTo>
                  <a:lnTo>
                    <a:pt x="1478759" y="1650864"/>
                  </a:lnTo>
                  <a:lnTo>
                    <a:pt x="1478749" y="1650877"/>
                  </a:lnTo>
                  <a:lnTo>
                    <a:pt x="1478738" y="1650887"/>
                  </a:lnTo>
                  <a:lnTo>
                    <a:pt x="1478729" y="1650893"/>
                  </a:lnTo>
                  <a:lnTo>
                    <a:pt x="1478724" y="1650896"/>
                  </a:lnTo>
                  <a:lnTo>
                    <a:pt x="1478719" y="1650899"/>
                  </a:lnTo>
                  <a:lnTo>
                    <a:pt x="1478715" y="1650900"/>
                  </a:lnTo>
                  <a:lnTo>
                    <a:pt x="1478698" y="1650905"/>
                  </a:lnTo>
                  <a:lnTo>
                    <a:pt x="1478678" y="1650910"/>
                  </a:lnTo>
                  <a:lnTo>
                    <a:pt x="1478660" y="1650917"/>
                  </a:lnTo>
                  <a:lnTo>
                    <a:pt x="1478649" y="1650921"/>
                  </a:lnTo>
                  <a:lnTo>
                    <a:pt x="1478637" y="1650927"/>
                  </a:lnTo>
                  <a:lnTo>
                    <a:pt x="1478633" y="1650931"/>
                  </a:lnTo>
                  <a:lnTo>
                    <a:pt x="1478630" y="1650938"/>
                  </a:lnTo>
                  <a:lnTo>
                    <a:pt x="1478630" y="1650946"/>
                  </a:lnTo>
                  <a:lnTo>
                    <a:pt x="1478625" y="1650957"/>
                  </a:lnTo>
                  <a:lnTo>
                    <a:pt x="1478619" y="1650964"/>
                  </a:lnTo>
                  <a:lnTo>
                    <a:pt x="1478613" y="1650969"/>
                  </a:lnTo>
                  <a:lnTo>
                    <a:pt x="1478609" y="1650973"/>
                  </a:lnTo>
                  <a:lnTo>
                    <a:pt x="1478602" y="1650978"/>
                  </a:lnTo>
                  <a:lnTo>
                    <a:pt x="1478597" y="1650984"/>
                  </a:lnTo>
                  <a:lnTo>
                    <a:pt x="1478613" y="1651005"/>
                  </a:lnTo>
                  <a:lnTo>
                    <a:pt x="1478622" y="1651015"/>
                  </a:lnTo>
                  <a:lnTo>
                    <a:pt x="1478633" y="1651029"/>
                  </a:lnTo>
                  <a:lnTo>
                    <a:pt x="1478648" y="1651051"/>
                  </a:lnTo>
                  <a:lnTo>
                    <a:pt x="1478651" y="1651057"/>
                  </a:lnTo>
                  <a:lnTo>
                    <a:pt x="1478656" y="1651067"/>
                  </a:lnTo>
                  <a:lnTo>
                    <a:pt x="1478668" y="1651081"/>
                  </a:lnTo>
                  <a:lnTo>
                    <a:pt x="1478680" y="1651091"/>
                  </a:lnTo>
                  <a:lnTo>
                    <a:pt x="1478700" y="1651105"/>
                  </a:lnTo>
                  <a:lnTo>
                    <a:pt x="1478715" y="1651114"/>
                  </a:lnTo>
                  <a:lnTo>
                    <a:pt x="1478724" y="1651118"/>
                  </a:lnTo>
                  <a:lnTo>
                    <a:pt x="1478732" y="1651123"/>
                  </a:lnTo>
                  <a:lnTo>
                    <a:pt x="1478737" y="1651132"/>
                  </a:lnTo>
                  <a:lnTo>
                    <a:pt x="1478745" y="1651152"/>
                  </a:lnTo>
                  <a:lnTo>
                    <a:pt x="1478750" y="1651159"/>
                  </a:lnTo>
                  <a:lnTo>
                    <a:pt x="1478755" y="1651167"/>
                  </a:lnTo>
                  <a:lnTo>
                    <a:pt x="1478763" y="1651175"/>
                  </a:lnTo>
                  <a:lnTo>
                    <a:pt x="1478788" y="1651198"/>
                  </a:lnTo>
                  <a:lnTo>
                    <a:pt x="1478805" y="1651210"/>
                  </a:lnTo>
                  <a:lnTo>
                    <a:pt x="1478813" y="1651215"/>
                  </a:lnTo>
                  <a:lnTo>
                    <a:pt x="1478827" y="1651223"/>
                  </a:lnTo>
                  <a:lnTo>
                    <a:pt x="1478850" y="1651236"/>
                  </a:lnTo>
                  <a:lnTo>
                    <a:pt x="1478873" y="1651249"/>
                  </a:lnTo>
                  <a:lnTo>
                    <a:pt x="1478885" y="1651263"/>
                  </a:lnTo>
                  <a:lnTo>
                    <a:pt x="1478894" y="1651275"/>
                  </a:lnTo>
                  <a:lnTo>
                    <a:pt x="1478905" y="1651294"/>
                  </a:lnTo>
                  <a:lnTo>
                    <a:pt x="1478917" y="1651310"/>
                  </a:lnTo>
                  <a:lnTo>
                    <a:pt x="1478923" y="1651321"/>
                  </a:lnTo>
                  <a:lnTo>
                    <a:pt x="1478938" y="1651349"/>
                  </a:lnTo>
                  <a:lnTo>
                    <a:pt x="1478940" y="1651355"/>
                  </a:lnTo>
                  <a:lnTo>
                    <a:pt x="1478944" y="1651376"/>
                  </a:lnTo>
                  <a:lnTo>
                    <a:pt x="1478945" y="1651382"/>
                  </a:lnTo>
                  <a:lnTo>
                    <a:pt x="1478946" y="1651392"/>
                  </a:lnTo>
                  <a:lnTo>
                    <a:pt x="1478948" y="1651399"/>
                  </a:lnTo>
                  <a:lnTo>
                    <a:pt x="1478960" y="1651425"/>
                  </a:lnTo>
                  <a:lnTo>
                    <a:pt x="1478981" y="1651456"/>
                  </a:lnTo>
                  <a:lnTo>
                    <a:pt x="1478990" y="1651464"/>
                  </a:lnTo>
                  <a:lnTo>
                    <a:pt x="1478997" y="1651472"/>
                  </a:lnTo>
                  <a:lnTo>
                    <a:pt x="1479002" y="1651482"/>
                  </a:lnTo>
                  <a:lnTo>
                    <a:pt x="1478998" y="1651489"/>
                  </a:lnTo>
                  <a:lnTo>
                    <a:pt x="1478986" y="1651506"/>
                  </a:lnTo>
                  <a:lnTo>
                    <a:pt x="1478979" y="1651515"/>
                  </a:lnTo>
                  <a:lnTo>
                    <a:pt x="1478971" y="1651532"/>
                  </a:lnTo>
                  <a:lnTo>
                    <a:pt x="1478973" y="1651546"/>
                  </a:lnTo>
                  <a:lnTo>
                    <a:pt x="1478978" y="1651555"/>
                  </a:lnTo>
                  <a:lnTo>
                    <a:pt x="1478985" y="1651571"/>
                  </a:lnTo>
                  <a:lnTo>
                    <a:pt x="1478994" y="1651583"/>
                  </a:lnTo>
                  <a:lnTo>
                    <a:pt x="1478998" y="1651589"/>
                  </a:lnTo>
                  <a:lnTo>
                    <a:pt x="1479000" y="1651597"/>
                  </a:lnTo>
                  <a:lnTo>
                    <a:pt x="1478999" y="1651607"/>
                  </a:lnTo>
                  <a:lnTo>
                    <a:pt x="1478995" y="1651616"/>
                  </a:lnTo>
                  <a:lnTo>
                    <a:pt x="1478996" y="1651634"/>
                  </a:lnTo>
                  <a:lnTo>
                    <a:pt x="1478997" y="1651642"/>
                  </a:lnTo>
                  <a:lnTo>
                    <a:pt x="1478996" y="1651648"/>
                  </a:lnTo>
                  <a:lnTo>
                    <a:pt x="1478993" y="1651656"/>
                  </a:lnTo>
                  <a:lnTo>
                    <a:pt x="1478990" y="1651660"/>
                  </a:lnTo>
                  <a:lnTo>
                    <a:pt x="1478986" y="1651668"/>
                  </a:lnTo>
                  <a:lnTo>
                    <a:pt x="1478982" y="1651674"/>
                  </a:lnTo>
                  <a:lnTo>
                    <a:pt x="1478979" y="1651683"/>
                  </a:lnTo>
                  <a:lnTo>
                    <a:pt x="1478978" y="1651689"/>
                  </a:lnTo>
                  <a:lnTo>
                    <a:pt x="1478981" y="1651701"/>
                  </a:lnTo>
                  <a:lnTo>
                    <a:pt x="1478986" y="1651707"/>
                  </a:lnTo>
                  <a:lnTo>
                    <a:pt x="1478989" y="1651715"/>
                  </a:lnTo>
                  <a:lnTo>
                    <a:pt x="1478994" y="1651723"/>
                  </a:lnTo>
                  <a:lnTo>
                    <a:pt x="1479002" y="1651735"/>
                  </a:lnTo>
                  <a:lnTo>
                    <a:pt x="1479008" y="1651743"/>
                  </a:lnTo>
                  <a:lnTo>
                    <a:pt x="1479017" y="1651754"/>
                  </a:lnTo>
                  <a:lnTo>
                    <a:pt x="1479035" y="1651771"/>
                  </a:lnTo>
                  <a:lnTo>
                    <a:pt x="1479042" y="1651775"/>
                  </a:lnTo>
                  <a:lnTo>
                    <a:pt x="1479048" y="1651784"/>
                  </a:lnTo>
                  <a:lnTo>
                    <a:pt x="1479047" y="1651791"/>
                  </a:lnTo>
                  <a:lnTo>
                    <a:pt x="1479044" y="1651797"/>
                  </a:lnTo>
                  <a:lnTo>
                    <a:pt x="1479041" y="1651808"/>
                  </a:lnTo>
                  <a:lnTo>
                    <a:pt x="1479039" y="1651815"/>
                  </a:lnTo>
                  <a:lnTo>
                    <a:pt x="1479039" y="1651823"/>
                  </a:lnTo>
                  <a:lnTo>
                    <a:pt x="1479042" y="1651835"/>
                  </a:lnTo>
                  <a:lnTo>
                    <a:pt x="1479047" y="1651844"/>
                  </a:lnTo>
                  <a:lnTo>
                    <a:pt x="1479051" y="1651857"/>
                  </a:lnTo>
                  <a:lnTo>
                    <a:pt x="1479049" y="1651870"/>
                  </a:lnTo>
                  <a:lnTo>
                    <a:pt x="1479049" y="1651878"/>
                  </a:lnTo>
                  <a:lnTo>
                    <a:pt x="1479049" y="1651886"/>
                  </a:lnTo>
                  <a:lnTo>
                    <a:pt x="1479051" y="1651891"/>
                  </a:lnTo>
                  <a:lnTo>
                    <a:pt x="1479059" y="1651901"/>
                  </a:lnTo>
                  <a:lnTo>
                    <a:pt x="1479066" y="1651906"/>
                  </a:lnTo>
                  <a:lnTo>
                    <a:pt x="1479072" y="1651911"/>
                  </a:lnTo>
                  <a:lnTo>
                    <a:pt x="1479076" y="1651921"/>
                  </a:lnTo>
                  <a:lnTo>
                    <a:pt x="1479070" y="1651932"/>
                  </a:lnTo>
                  <a:lnTo>
                    <a:pt x="1479066" y="1651939"/>
                  </a:lnTo>
                  <a:lnTo>
                    <a:pt x="1479064" y="1651948"/>
                  </a:lnTo>
                  <a:lnTo>
                    <a:pt x="1479072" y="1651958"/>
                  </a:lnTo>
                  <a:lnTo>
                    <a:pt x="1479084" y="1651963"/>
                  </a:lnTo>
                  <a:lnTo>
                    <a:pt x="1479091" y="1651966"/>
                  </a:lnTo>
                  <a:lnTo>
                    <a:pt x="1479097" y="1651970"/>
                  </a:lnTo>
                  <a:lnTo>
                    <a:pt x="1479102" y="1651974"/>
                  </a:lnTo>
                  <a:lnTo>
                    <a:pt x="1479111" y="1651983"/>
                  </a:lnTo>
                  <a:lnTo>
                    <a:pt x="1479118" y="1651994"/>
                  </a:lnTo>
                  <a:lnTo>
                    <a:pt x="1479124" y="1652003"/>
                  </a:lnTo>
                  <a:lnTo>
                    <a:pt x="1479129" y="1652008"/>
                  </a:lnTo>
                  <a:lnTo>
                    <a:pt x="1479134" y="1652014"/>
                  </a:lnTo>
                  <a:lnTo>
                    <a:pt x="1479136" y="1652020"/>
                  </a:lnTo>
                  <a:lnTo>
                    <a:pt x="1479135" y="1652026"/>
                  </a:lnTo>
                  <a:lnTo>
                    <a:pt x="1479132" y="1652035"/>
                  </a:lnTo>
                  <a:lnTo>
                    <a:pt x="1479128" y="1652045"/>
                  </a:lnTo>
                  <a:lnTo>
                    <a:pt x="1479125" y="1652052"/>
                  </a:lnTo>
                  <a:lnTo>
                    <a:pt x="1479122" y="1652061"/>
                  </a:lnTo>
                  <a:lnTo>
                    <a:pt x="1479119" y="1652066"/>
                  </a:lnTo>
                  <a:lnTo>
                    <a:pt x="1479117" y="1652076"/>
                  </a:lnTo>
                  <a:lnTo>
                    <a:pt x="1479116" y="1652083"/>
                  </a:lnTo>
                  <a:lnTo>
                    <a:pt x="1479115" y="1652089"/>
                  </a:lnTo>
                  <a:lnTo>
                    <a:pt x="1479113" y="1652097"/>
                  </a:lnTo>
                  <a:lnTo>
                    <a:pt x="1479114" y="1652107"/>
                  </a:lnTo>
                  <a:lnTo>
                    <a:pt x="1479114" y="1652115"/>
                  </a:lnTo>
                  <a:lnTo>
                    <a:pt x="1479113" y="1652126"/>
                  </a:lnTo>
                  <a:lnTo>
                    <a:pt x="1479111" y="1652135"/>
                  </a:lnTo>
                  <a:lnTo>
                    <a:pt x="1479108" y="1652145"/>
                  </a:lnTo>
                  <a:lnTo>
                    <a:pt x="1479102" y="1652159"/>
                  </a:lnTo>
                  <a:lnTo>
                    <a:pt x="1479098" y="1652164"/>
                  </a:lnTo>
                  <a:lnTo>
                    <a:pt x="1479095" y="1652168"/>
                  </a:lnTo>
                  <a:lnTo>
                    <a:pt x="1479090" y="1652175"/>
                  </a:lnTo>
                  <a:lnTo>
                    <a:pt x="1479088" y="1652182"/>
                  </a:lnTo>
                  <a:lnTo>
                    <a:pt x="1479087" y="1652193"/>
                  </a:lnTo>
                  <a:lnTo>
                    <a:pt x="1479086" y="1652202"/>
                  </a:lnTo>
                  <a:lnTo>
                    <a:pt x="1479086" y="1652214"/>
                  </a:lnTo>
                  <a:lnTo>
                    <a:pt x="1479084" y="1652227"/>
                  </a:lnTo>
                  <a:lnTo>
                    <a:pt x="1479081" y="1652243"/>
                  </a:lnTo>
                  <a:lnTo>
                    <a:pt x="1479080" y="1652251"/>
                  </a:lnTo>
                  <a:lnTo>
                    <a:pt x="1479077" y="1652258"/>
                  </a:lnTo>
                  <a:lnTo>
                    <a:pt x="1479076" y="1652264"/>
                  </a:lnTo>
                  <a:lnTo>
                    <a:pt x="1479073" y="1652273"/>
                  </a:lnTo>
                  <a:lnTo>
                    <a:pt x="1479067" y="1652283"/>
                  </a:lnTo>
                  <a:lnTo>
                    <a:pt x="1479062" y="1652286"/>
                  </a:lnTo>
                  <a:lnTo>
                    <a:pt x="1479053" y="1652290"/>
                  </a:lnTo>
                  <a:lnTo>
                    <a:pt x="1479046" y="1652293"/>
                  </a:lnTo>
                  <a:lnTo>
                    <a:pt x="1479034" y="1652298"/>
                  </a:lnTo>
                  <a:lnTo>
                    <a:pt x="1479026" y="1652300"/>
                  </a:lnTo>
                  <a:lnTo>
                    <a:pt x="1479017" y="1652303"/>
                  </a:lnTo>
                  <a:lnTo>
                    <a:pt x="1479009" y="1652306"/>
                  </a:lnTo>
                  <a:lnTo>
                    <a:pt x="1479009" y="1652312"/>
                  </a:lnTo>
                  <a:lnTo>
                    <a:pt x="1479010" y="1652324"/>
                  </a:lnTo>
                  <a:lnTo>
                    <a:pt x="1479010" y="1652330"/>
                  </a:lnTo>
                  <a:lnTo>
                    <a:pt x="1479007" y="1652337"/>
                  </a:lnTo>
                  <a:lnTo>
                    <a:pt x="1479002" y="1652343"/>
                  </a:lnTo>
                  <a:lnTo>
                    <a:pt x="1478997" y="1652348"/>
                  </a:lnTo>
                  <a:lnTo>
                    <a:pt x="1478990" y="1652357"/>
                  </a:lnTo>
                  <a:lnTo>
                    <a:pt x="1478987" y="1652362"/>
                  </a:lnTo>
                  <a:lnTo>
                    <a:pt x="1478983" y="1652369"/>
                  </a:lnTo>
                  <a:lnTo>
                    <a:pt x="1478980" y="1652377"/>
                  </a:lnTo>
                  <a:lnTo>
                    <a:pt x="1478979" y="1652386"/>
                  </a:lnTo>
                  <a:lnTo>
                    <a:pt x="1478979" y="1652391"/>
                  </a:lnTo>
                  <a:lnTo>
                    <a:pt x="1478977" y="1652398"/>
                  </a:lnTo>
                  <a:lnTo>
                    <a:pt x="1478974" y="1652403"/>
                  </a:lnTo>
                  <a:lnTo>
                    <a:pt x="1478969" y="1652411"/>
                  </a:lnTo>
                  <a:lnTo>
                    <a:pt x="1478962" y="1652421"/>
                  </a:lnTo>
                  <a:lnTo>
                    <a:pt x="1478956" y="1652425"/>
                  </a:lnTo>
                  <a:lnTo>
                    <a:pt x="1478947" y="1652431"/>
                  </a:lnTo>
                  <a:lnTo>
                    <a:pt x="1478941" y="1652434"/>
                  </a:lnTo>
                  <a:lnTo>
                    <a:pt x="1478932" y="1652437"/>
                  </a:lnTo>
                  <a:lnTo>
                    <a:pt x="1478926" y="1652438"/>
                  </a:lnTo>
                  <a:lnTo>
                    <a:pt x="1478917" y="1652438"/>
                  </a:lnTo>
                  <a:lnTo>
                    <a:pt x="1478907" y="1652437"/>
                  </a:lnTo>
                  <a:lnTo>
                    <a:pt x="1478899" y="1652434"/>
                  </a:lnTo>
                  <a:lnTo>
                    <a:pt x="1478891" y="1652435"/>
                  </a:lnTo>
                  <a:lnTo>
                    <a:pt x="1478876" y="1652437"/>
                  </a:lnTo>
                  <a:lnTo>
                    <a:pt x="1478868" y="1652440"/>
                  </a:lnTo>
                  <a:lnTo>
                    <a:pt x="1478862" y="1652443"/>
                  </a:lnTo>
                  <a:lnTo>
                    <a:pt x="1478857" y="1652446"/>
                  </a:lnTo>
                  <a:lnTo>
                    <a:pt x="1478852" y="1652450"/>
                  </a:lnTo>
                  <a:lnTo>
                    <a:pt x="1478846" y="1652454"/>
                  </a:lnTo>
                  <a:lnTo>
                    <a:pt x="1478837" y="1652459"/>
                  </a:lnTo>
                  <a:lnTo>
                    <a:pt x="1478832" y="1652461"/>
                  </a:lnTo>
                  <a:lnTo>
                    <a:pt x="1478826" y="1652463"/>
                  </a:lnTo>
                  <a:lnTo>
                    <a:pt x="1478819" y="1652468"/>
                  </a:lnTo>
                  <a:lnTo>
                    <a:pt x="1478814" y="1652473"/>
                  </a:lnTo>
                  <a:lnTo>
                    <a:pt x="1478808" y="1652477"/>
                  </a:lnTo>
                  <a:lnTo>
                    <a:pt x="1478801" y="1652481"/>
                  </a:lnTo>
                  <a:lnTo>
                    <a:pt x="1478795" y="1652484"/>
                  </a:lnTo>
                  <a:lnTo>
                    <a:pt x="1478785" y="1652487"/>
                  </a:lnTo>
                  <a:lnTo>
                    <a:pt x="1478768" y="1652490"/>
                  </a:lnTo>
                  <a:lnTo>
                    <a:pt x="1478752" y="1652492"/>
                  </a:lnTo>
                  <a:lnTo>
                    <a:pt x="1478725" y="1652496"/>
                  </a:lnTo>
                  <a:lnTo>
                    <a:pt x="1478716" y="1652500"/>
                  </a:lnTo>
                  <a:lnTo>
                    <a:pt x="1478703" y="1652507"/>
                  </a:lnTo>
                  <a:lnTo>
                    <a:pt x="1478691" y="1652515"/>
                  </a:lnTo>
                  <a:lnTo>
                    <a:pt x="1478682" y="1652521"/>
                  </a:lnTo>
                  <a:lnTo>
                    <a:pt x="1478676" y="1652527"/>
                  </a:lnTo>
                  <a:lnTo>
                    <a:pt x="1478670" y="1652536"/>
                  </a:lnTo>
                  <a:lnTo>
                    <a:pt x="1478666" y="1652541"/>
                  </a:lnTo>
                  <a:lnTo>
                    <a:pt x="1478651" y="1652554"/>
                  </a:lnTo>
                  <a:lnTo>
                    <a:pt x="1478634" y="1652563"/>
                  </a:lnTo>
                  <a:lnTo>
                    <a:pt x="1478622" y="1652569"/>
                  </a:lnTo>
                  <a:lnTo>
                    <a:pt x="1478607" y="1652576"/>
                  </a:lnTo>
                  <a:lnTo>
                    <a:pt x="1478590" y="1652582"/>
                  </a:lnTo>
                  <a:lnTo>
                    <a:pt x="1478584" y="1652584"/>
                  </a:lnTo>
                  <a:lnTo>
                    <a:pt x="1478578" y="1652584"/>
                  </a:lnTo>
                  <a:lnTo>
                    <a:pt x="1478570" y="1652584"/>
                  </a:lnTo>
                  <a:lnTo>
                    <a:pt x="1478553" y="1652581"/>
                  </a:lnTo>
                  <a:lnTo>
                    <a:pt x="1478540" y="1652578"/>
                  </a:lnTo>
                  <a:lnTo>
                    <a:pt x="1478529" y="1652572"/>
                  </a:lnTo>
                  <a:lnTo>
                    <a:pt x="1478519" y="1652570"/>
                  </a:lnTo>
                  <a:lnTo>
                    <a:pt x="1478497" y="1652567"/>
                  </a:lnTo>
                  <a:lnTo>
                    <a:pt x="1478485" y="1652565"/>
                  </a:lnTo>
                  <a:lnTo>
                    <a:pt x="1478474" y="1652562"/>
                  </a:lnTo>
                  <a:lnTo>
                    <a:pt x="1478465" y="1652559"/>
                  </a:lnTo>
                  <a:lnTo>
                    <a:pt x="1478457" y="1652552"/>
                  </a:lnTo>
                  <a:lnTo>
                    <a:pt x="1478451" y="1652547"/>
                  </a:lnTo>
                  <a:lnTo>
                    <a:pt x="1478429" y="1652530"/>
                  </a:lnTo>
                  <a:lnTo>
                    <a:pt x="1478422" y="1652528"/>
                  </a:lnTo>
                  <a:lnTo>
                    <a:pt x="1478417" y="1652527"/>
                  </a:lnTo>
                  <a:lnTo>
                    <a:pt x="1478413" y="1652525"/>
                  </a:lnTo>
                  <a:lnTo>
                    <a:pt x="1478407" y="1652523"/>
                  </a:lnTo>
                  <a:lnTo>
                    <a:pt x="1478400" y="1652518"/>
                  </a:lnTo>
                  <a:lnTo>
                    <a:pt x="1478387" y="1652509"/>
                  </a:lnTo>
                  <a:lnTo>
                    <a:pt x="1478377" y="1652503"/>
                  </a:lnTo>
                  <a:lnTo>
                    <a:pt x="1478371" y="1652502"/>
                  </a:lnTo>
                  <a:lnTo>
                    <a:pt x="1478352" y="1652501"/>
                  </a:lnTo>
                  <a:lnTo>
                    <a:pt x="1478331" y="1652499"/>
                  </a:lnTo>
                  <a:lnTo>
                    <a:pt x="1478320" y="1652497"/>
                  </a:lnTo>
                  <a:lnTo>
                    <a:pt x="1478311" y="1652492"/>
                  </a:lnTo>
                  <a:lnTo>
                    <a:pt x="1478304" y="1652486"/>
                  </a:lnTo>
                  <a:lnTo>
                    <a:pt x="1478289" y="1652471"/>
                  </a:lnTo>
                  <a:lnTo>
                    <a:pt x="1478279" y="1652454"/>
                  </a:lnTo>
                  <a:lnTo>
                    <a:pt x="1478270" y="1652439"/>
                  </a:lnTo>
                  <a:lnTo>
                    <a:pt x="1478263" y="1652434"/>
                  </a:lnTo>
                  <a:lnTo>
                    <a:pt x="1478256" y="1652434"/>
                  </a:lnTo>
                  <a:lnTo>
                    <a:pt x="1478245" y="1652442"/>
                  </a:lnTo>
                  <a:lnTo>
                    <a:pt x="1478231" y="1652451"/>
                  </a:lnTo>
                  <a:lnTo>
                    <a:pt x="1478225" y="1652451"/>
                  </a:lnTo>
                  <a:lnTo>
                    <a:pt x="1478208" y="1652451"/>
                  </a:lnTo>
                  <a:lnTo>
                    <a:pt x="1478197" y="1652450"/>
                  </a:lnTo>
                  <a:lnTo>
                    <a:pt x="1478181" y="1652448"/>
                  </a:lnTo>
                  <a:lnTo>
                    <a:pt x="1478164" y="1652446"/>
                  </a:lnTo>
                  <a:lnTo>
                    <a:pt x="1478156" y="1652449"/>
                  </a:lnTo>
                  <a:lnTo>
                    <a:pt x="1478154" y="1652455"/>
                  </a:lnTo>
                  <a:lnTo>
                    <a:pt x="1478154" y="1652463"/>
                  </a:lnTo>
                  <a:lnTo>
                    <a:pt x="1478158" y="1652478"/>
                  </a:lnTo>
                  <a:lnTo>
                    <a:pt x="1478155" y="1652485"/>
                  </a:lnTo>
                  <a:lnTo>
                    <a:pt x="1478145" y="1652487"/>
                  </a:lnTo>
                  <a:lnTo>
                    <a:pt x="1478130" y="1652485"/>
                  </a:lnTo>
                  <a:lnTo>
                    <a:pt x="1478118" y="1652484"/>
                  </a:lnTo>
                  <a:lnTo>
                    <a:pt x="1478095" y="1652477"/>
                  </a:lnTo>
                  <a:lnTo>
                    <a:pt x="1478082" y="1652468"/>
                  </a:lnTo>
                  <a:lnTo>
                    <a:pt x="1478070" y="1652458"/>
                  </a:lnTo>
                  <a:lnTo>
                    <a:pt x="1478057" y="1652446"/>
                  </a:lnTo>
                  <a:lnTo>
                    <a:pt x="1478050" y="1652443"/>
                  </a:lnTo>
                  <a:lnTo>
                    <a:pt x="1478036" y="1652444"/>
                  </a:lnTo>
                  <a:lnTo>
                    <a:pt x="1478028" y="1652445"/>
                  </a:lnTo>
                  <a:lnTo>
                    <a:pt x="1478015" y="1652446"/>
                  </a:lnTo>
                  <a:lnTo>
                    <a:pt x="1478003" y="1652445"/>
                  </a:lnTo>
                  <a:lnTo>
                    <a:pt x="1477994" y="1652440"/>
                  </a:lnTo>
                  <a:lnTo>
                    <a:pt x="1477986" y="1652436"/>
                  </a:lnTo>
                  <a:lnTo>
                    <a:pt x="1477979" y="1652430"/>
                  </a:lnTo>
                  <a:lnTo>
                    <a:pt x="1477973" y="1652421"/>
                  </a:lnTo>
                  <a:lnTo>
                    <a:pt x="1477958" y="1652401"/>
                  </a:lnTo>
                  <a:lnTo>
                    <a:pt x="1477951" y="1652392"/>
                  </a:lnTo>
                  <a:lnTo>
                    <a:pt x="1477944" y="1652381"/>
                  </a:lnTo>
                  <a:lnTo>
                    <a:pt x="1477937" y="1652367"/>
                  </a:lnTo>
                  <a:lnTo>
                    <a:pt x="1477930" y="1652358"/>
                  </a:lnTo>
                  <a:lnTo>
                    <a:pt x="1477925" y="1652355"/>
                  </a:lnTo>
                  <a:lnTo>
                    <a:pt x="1477918" y="1652353"/>
                  </a:lnTo>
                  <a:lnTo>
                    <a:pt x="1477906" y="1652353"/>
                  </a:lnTo>
                  <a:lnTo>
                    <a:pt x="1477893" y="1652352"/>
                  </a:lnTo>
                  <a:lnTo>
                    <a:pt x="1477881" y="1652353"/>
                  </a:lnTo>
                  <a:lnTo>
                    <a:pt x="1477869" y="1652351"/>
                  </a:lnTo>
                  <a:lnTo>
                    <a:pt x="1477862" y="1652349"/>
                  </a:lnTo>
                  <a:lnTo>
                    <a:pt x="1477853" y="1652346"/>
                  </a:lnTo>
                  <a:lnTo>
                    <a:pt x="1477849" y="1652343"/>
                  </a:lnTo>
                  <a:lnTo>
                    <a:pt x="1477839" y="1652339"/>
                  </a:lnTo>
                  <a:lnTo>
                    <a:pt x="1477830" y="1652336"/>
                  </a:lnTo>
                  <a:lnTo>
                    <a:pt x="1477811" y="1652333"/>
                  </a:lnTo>
                  <a:lnTo>
                    <a:pt x="1477793" y="1652332"/>
                  </a:lnTo>
                  <a:lnTo>
                    <a:pt x="1477781" y="1652332"/>
                  </a:lnTo>
                  <a:lnTo>
                    <a:pt x="1477772" y="1652332"/>
                  </a:lnTo>
                  <a:lnTo>
                    <a:pt x="1477765" y="1652330"/>
                  </a:lnTo>
                  <a:lnTo>
                    <a:pt x="1477756" y="1652327"/>
                  </a:lnTo>
                  <a:lnTo>
                    <a:pt x="1477747" y="1652322"/>
                  </a:lnTo>
                  <a:lnTo>
                    <a:pt x="1477734" y="1652318"/>
                  </a:lnTo>
                  <a:lnTo>
                    <a:pt x="1477718" y="1652315"/>
                  </a:lnTo>
                  <a:lnTo>
                    <a:pt x="1477705" y="1652315"/>
                  </a:lnTo>
                  <a:lnTo>
                    <a:pt x="1477686" y="1652311"/>
                  </a:lnTo>
                  <a:lnTo>
                    <a:pt x="1477669" y="1652297"/>
                  </a:lnTo>
                  <a:lnTo>
                    <a:pt x="1477646" y="1652279"/>
                  </a:lnTo>
                  <a:lnTo>
                    <a:pt x="1477637" y="1652269"/>
                  </a:lnTo>
                  <a:lnTo>
                    <a:pt x="1477631" y="1652262"/>
                  </a:lnTo>
                  <a:lnTo>
                    <a:pt x="1477623" y="1652255"/>
                  </a:lnTo>
                  <a:lnTo>
                    <a:pt x="1477618" y="1652251"/>
                  </a:lnTo>
                  <a:lnTo>
                    <a:pt x="1477600" y="1652240"/>
                  </a:lnTo>
                  <a:lnTo>
                    <a:pt x="1477584" y="1652231"/>
                  </a:lnTo>
                  <a:lnTo>
                    <a:pt x="1477573" y="1652231"/>
                  </a:lnTo>
                  <a:lnTo>
                    <a:pt x="1477562" y="1652233"/>
                  </a:lnTo>
                  <a:lnTo>
                    <a:pt x="1477552" y="1652235"/>
                  </a:lnTo>
                  <a:lnTo>
                    <a:pt x="1477529" y="1652244"/>
                  </a:lnTo>
                  <a:lnTo>
                    <a:pt x="1477504" y="1652254"/>
                  </a:lnTo>
                  <a:lnTo>
                    <a:pt x="1477490" y="1652256"/>
                  </a:lnTo>
                  <a:lnTo>
                    <a:pt x="1477478" y="1652253"/>
                  </a:lnTo>
                  <a:lnTo>
                    <a:pt x="1477465" y="1652251"/>
                  </a:lnTo>
                  <a:lnTo>
                    <a:pt x="1477452" y="1652251"/>
                  </a:lnTo>
                  <a:lnTo>
                    <a:pt x="1477440" y="1652254"/>
                  </a:lnTo>
                  <a:lnTo>
                    <a:pt x="1477426" y="1652264"/>
                  </a:lnTo>
                  <a:lnTo>
                    <a:pt x="1477412" y="1652278"/>
                  </a:lnTo>
                  <a:lnTo>
                    <a:pt x="1477407" y="1652282"/>
                  </a:lnTo>
                  <a:lnTo>
                    <a:pt x="1477399" y="1652288"/>
                  </a:lnTo>
                  <a:lnTo>
                    <a:pt x="1477387" y="1652298"/>
                  </a:lnTo>
                  <a:lnTo>
                    <a:pt x="1477373" y="1652305"/>
                  </a:lnTo>
                  <a:lnTo>
                    <a:pt x="1477353" y="1652313"/>
                  </a:lnTo>
                  <a:lnTo>
                    <a:pt x="1477335" y="1652317"/>
                  </a:lnTo>
                  <a:lnTo>
                    <a:pt x="1477314" y="1652321"/>
                  </a:lnTo>
                  <a:lnTo>
                    <a:pt x="1477308" y="1652322"/>
                  </a:lnTo>
                  <a:lnTo>
                    <a:pt x="1477284" y="1652331"/>
                  </a:lnTo>
                  <a:lnTo>
                    <a:pt x="1477277" y="1652336"/>
                  </a:lnTo>
                  <a:lnTo>
                    <a:pt x="1477271" y="1652340"/>
                  </a:lnTo>
                  <a:lnTo>
                    <a:pt x="1477264" y="1652343"/>
                  </a:lnTo>
                  <a:lnTo>
                    <a:pt x="1477256" y="1652347"/>
                  </a:lnTo>
                  <a:lnTo>
                    <a:pt x="1477232" y="1652355"/>
                  </a:lnTo>
                  <a:lnTo>
                    <a:pt x="1477214" y="1652362"/>
                  </a:lnTo>
                  <a:lnTo>
                    <a:pt x="1477209" y="1652363"/>
                  </a:lnTo>
                  <a:lnTo>
                    <a:pt x="1477204" y="1652364"/>
                  </a:lnTo>
                  <a:lnTo>
                    <a:pt x="1477198" y="1652367"/>
                  </a:lnTo>
                  <a:lnTo>
                    <a:pt x="1477193" y="1652369"/>
                  </a:lnTo>
                  <a:lnTo>
                    <a:pt x="1477187" y="1652372"/>
                  </a:lnTo>
                  <a:lnTo>
                    <a:pt x="1477177" y="1652377"/>
                  </a:lnTo>
                  <a:lnTo>
                    <a:pt x="1477172" y="1652380"/>
                  </a:lnTo>
                  <a:lnTo>
                    <a:pt x="1477163" y="1652384"/>
                  </a:lnTo>
                  <a:lnTo>
                    <a:pt x="1477155" y="1652384"/>
                  </a:lnTo>
                  <a:lnTo>
                    <a:pt x="1477146" y="1652382"/>
                  </a:lnTo>
                  <a:lnTo>
                    <a:pt x="1477138" y="1652379"/>
                  </a:lnTo>
                  <a:lnTo>
                    <a:pt x="1477129" y="1652375"/>
                  </a:lnTo>
                  <a:lnTo>
                    <a:pt x="1477121" y="1652370"/>
                  </a:lnTo>
                  <a:lnTo>
                    <a:pt x="1477114" y="1652368"/>
                  </a:lnTo>
                  <a:lnTo>
                    <a:pt x="1477101" y="1652368"/>
                  </a:lnTo>
                  <a:lnTo>
                    <a:pt x="1477095" y="1652371"/>
                  </a:lnTo>
                  <a:lnTo>
                    <a:pt x="1477091" y="1652373"/>
                  </a:lnTo>
                  <a:lnTo>
                    <a:pt x="1477085" y="1652378"/>
                  </a:lnTo>
                  <a:lnTo>
                    <a:pt x="1477080" y="1652383"/>
                  </a:lnTo>
                  <a:lnTo>
                    <a:pt x="1477068" y="1652392"/>
                  </a:lnTo>
                  <a:lnTo>
                    <a:pt x="1477052" y="1652397"/>
                  </a:lnTo>
                  <a:lnTo>
                    <a:pt x="1477044" y="1652398"/>
                  </a:lnTo>
                  <a:lnTo>
                    <a:pt x="1477033" y="1652401"/>
                  </a:lnTo>
                  <a:lnTo>
                    <a:pt x="1477028" y="1652405"/>
                  </a:lnTo>
                  <a:lnTo>
                    <a:pt x="1477014" y="1652419"/>
                  </a:lnTo>
                  <a:lnTo>
                    <a:pt x="1477007" y="1652424"/>
                  </a:lnTo>
                  <a:lnTo>
                    <a:pt x="1476996" y="1652427"/>
                  </a:lnTo>
                  <a:lnTo>
                    <a:pt x="1476979" y="1652427"/>
                  </a:lnTo>
                  <a:lnTo>
                    <a:pt x="1476964" y="1652424"/>
                  </a:lnTo>
                  <a:lnTo>
                    <a:pt x="1476956" y="1652424"/>
                  </a:lnTo>
                  <a:lnTo>
                    <a:pt x="1476951" y="1652427"/>
                  </a:lnTo>
                  <a:lnTo>
                    <a:pt x="1476947" y="1652432"/>
                  </a:lnTo>
                  <a:lnTo>
                    <a:pt x="1476929" y="1652446"/>
                  </a:lnTo>
                  <a:lnTo>
                    <a:pt x="1476911" y="1652456"/>
                  </a:lnTo>
                  <a:lnTo>
                    <a:pt x="1476891" y="1652466"/>
                  </a:lnTo>
                  <a:lnTo>
                    <a:pt x="1476874" y="1652470"/>
                  </a:lnTo>
                  <a:lnTo>
                    <a:pt x="1476864" y="1652471"/>
                  </a:lnTo>
                  <a:lnTo>
                    <a:pt x="1476851" y="1652473"/>
                  </a:lnTo>
                  <a:lnTo>
                    <a:pt x="1476831" y="1652470"/>
                  </a:lnTo>
                  <a:lnTo>
                    <a:pt x="1476814" y="1652467"/>
                  </a:lnTo>
                  <a:lnTo>
                    <a:pt x="1476801" y="1652469"/>
                  </a:lnTo>
                  <a:lnTo>
                    <a:pt x="1476793" y="1652471"/>
                  </a:lnTo>
                  <a:lnTo>
                    <a:pt x="1476787" y="1652474"/>
                  </a:lnTo>
                  <a:lnTo>
                    <a:pt x="1476781" y="1652477"/>
                  </a:lnTo>
                  <a:lnTo>
                    <a:pt x="1476776" y="1652481"/>
                  </a:lnTo>
                  <a:lnTo>
                    <a:pt x="1476764" y="1652490"/>
                  </a:lnTo>
                  <a:lnTo>
                    <a:pt x="1476749" y="1652502"/>
                  </a:lnTo>
                  <a:lnTo>
                    <a:pt x="1476736" y="1652511"/>
                  </a:lnTo>
                  <a:lnTo>
                    <a:pt x="1476723" y="1652521"/>
                  </a:lnTo>
                  <a:lnTo>
                    <a:pt x="1476715" y="1652529"/>
                  </a:lnTo>
                  <a:lnTo>
                    <a:pt x="1476707" y="1652536"/>
                  </a:lnTo>
                  <a:lnTo>
                    <a:pt x="1476703" y="1652540"/>
                  </a:lnTo>
                  <a:lnTo>
                    <a:pt x="1476696" y="1652547"/>
                  </a:lnTo>
                  <a:lnTo>
                    <a:pt x="1476692" y="1652552"/>
                  </a:lnTo>
                  <a:lnTo>
                    <a:pt x="1476688" y="1652557"/>
                  </a:lnTo>
                  <a:lnTo>
                    <a:pt x="1476680" y="1652567"/>
                  </a:lnTo>
                  <a:lnTo>
                    <a:pt x="1476673" y="1652579"/>
                  </a:lnTo>
                  <a:lnTo>
                    <a:pt x="1476659" y="1652591"/>
                  </a:lnTo>
                  <a:lnTo>
                    <a:pt x="1476653" y="1652597"/>
                  </a:lnTo>
                  <a:lnTo>
                    <a:pt x="1476644" y="1652601"/>
                  </a:lnTo>
                  <a:lnTo>
                    <a:pt x="1476639" y="1652604"/>
                  </a:lnTo>
                  <a:lnTo>
                    <a:pt x="1476634" y="1652604"/>
                  </a:lnTo>
                  <a:lnTo>
                    <a:pt x="1476626" y="1652605"/>
                  </a:lnTo>
                  <a:lnTo>
                    <a:pt x="1476619" y="1652606"/>
                  </a:lnTo>
                  <a:lnTo>
                    <a:pt x="1476604" y="1652612"/>
                  </a:lnTo>
                  <a:lnTo>
                    <a:pt x="1476598" y="1652617"/>
                  </a:lnTo>
                  <a:lnTo>
                    <a:pt x="1476581" y="1652632"/>
                  </a:lnTo>
                  <a:lnTo>
                    <a:pt x="1476575" y="1652636"/>
                  </a:lnTo>
                  <a:lnTo>
                    <a:pt x="1476569" y="1652641"/>
                  </a:lnTo>
                  <a:lnTo>
                    <a:pt x="1476564" y="1652646"/>
                  </a:lnTo>
                  <a:lnTo>
                    <a:pt x="1476557" y="1652652"/>
                  </a:lnTo>
                  <a:lnTo>
                    <a:pt x="1476551" y="1652656"/>
                  </a:lnTo>
                  <a:lnTo>
                    <a:pt x="1476541" y="1652664"/>
                  </a:lnTo>
                  <a:lnTo>
                    <a:pt x="1476535" y="1652669"/>
                  </a:lnTo>
                  <a:lnTo>
                    <a:pt x="1476529" y="1652675"/>
                  </a:lnTo>
                  <a:lnTo>
                    <a:pt x="1476516" y="1652683"/>
                  </a:lnTo>
                  <a:lnTo>
                    <a:pt x="1476506" y="1652690"/>
                  </a:lnTo>
                  <a:lnTo>
                    <a:pt x="1476496" y="1652695"/>
                  </a:lnTo>
                  <a:lnTo>
                    <a:pt x="1476487" y="1652697"/>
                  </a:lnTo>
                  <a:lnTo>
                    <a:pt x="1476469" y="1652655"/>
                  </a:lnTo>
                  <a:lnTo>
                    <a:pt x="1476459" y="1652642"/>
                  </a:lnTo>
                  <a:lnTo>
                    <a:pt x="1476450" y="1652632"/>
                  </a:lnTo>
                  <a:lnTo>
                    <a:pt x="1476435" y="1652621"/>
                  </a:lnTo>
                  <a:lnTo>
                    <a:pt x="1476412" y="1652610"/>
                  </a:lnTo>
                  <a:lnTo>
                    <a:pt x="1476397" y="1652605"/>
                  </a:lnTo>
                  <a:lnTo>
                    <a:pt x="1476388" y="1652600"/>
                  </a:lnTo>
                  <a:lnTo>
                    <a:pt x="1476378" y="1652593"/>
                  </a:lnTo>
                  <a:lnTo>
                    <a:pt x="1476371" y="1652587"/>
                  </a:lnTo>
                  <a:lnTo>
                    <a:pt x="1476363" y="1652586"/>
                  </a:lnTo>
                  <a:lnTo>
                    <a:pt x="1476353" y="1652588"/>
                  </a:lnTo>
                  <a:lnTo>
                    <a:pt x="1476344" y="1652589"/>
                  </a:lnTo>
                  <a:lnTo>
                    <a:pt x="1476335" y="1652592"/>
                  </a:lnTo>
                  <a:lnTo>
                    <a:pt x="1476324" y="1652603"/>
                  </a:lnTo>
                  <a:lnTo>
                    <a:pt x="1476314" y="1652613"/>
                  </a:lnTo>
                  <a:lnTo>
                    <a:pt x="1476298" y="1652629"/>
                  </a:lnTo>
                  <a:lnTo>
                    <a:pt x="1476288" y="1652635"/>
                  </a:lnTo>
                  <a:lnTo>
                    <a:pt x="1476271" y="1652638"/>
                  </a:lnTo>
                  <a:lnTo>
                    <a:pt x="1476264" y="1652640"/>
                  </a:lnTo>
                  <a:lnTo>
                    <a:pt x="1476256" y="1652643"/>
                  </a:lnTo>
                  <a:lnTo>
                    <a:pt x="1476246" y="1652646"/>
                  </a:lnTo>
                  <a:lnTo>
                    <a:pt x="1476235" y="1652650"/>
                  </a:lnTo>
                  <a:lnTo>
                    <a:pt x="1476227" y="1652653"/>
                  </a:lnTo>
                  <a:lnTo>
                    <a:pt x="1476199" y="1652665"/>
                  </a:lnTo>
                  <a:lnTo>
                    <a:pt x="1476177" y="1652688"/>
                  </a:lnTo>
                  <a:lnTo>
                    <a:pt x="1476156" y="1652699"/>
                  </a:lnTo>
                  <a:lnTo>
                    <a:pt x="1476132" y="1652704"/>
                  </a:lnTo>
                  <a:lnTo>
                    <a:pt x="1476107" y="1652680"/>
                  </a:lnTo>
                  <a:lnTo>
                    <a:pt x="1476095" y="1652653"/>
                  </a:lnTo>
                  <a:lnTo>
                    <a:pt x="1476090" y="1652631"/>
                  </a:lnTo>
                  <a:lnTo>
                    <a:pt x="1476073" y="1652602"/>
                  </a:lnTo>
                  <a:lnTo>
                    <a:pt x="1476033" y="1652554"/>
                  </a:lnTo>
                  <a:lnTo>
                    <a:pt x="1476015" y="1652539"/>
                  </a:lnTo>
                  <a:lnTo>
                    <a:pt x="1476002" y="1652526"/>
                  </a:lnTo>
                  <a:lnTo>
                    <a:pt x="1475990" y="1652511"/>
                  </a:lnTo>
                  <a:lnTo>
                    <a:pt x="1475978" y="1652496"/>
                  </a:lnTo>
                  <a:lnTo>
                    <a:pt x="1475966" y="1652484"/>
                  </a:lnTo>
                  <a:lnTo>
                    <a:pt x="1475965" y="1652478"/>
                  </a:lnTo>
                  <a:lnTo>
                    <a:pt x="1475963" y="1652472"/>
                  </a:lnTo>
                  <a:lnTo>
                    <a:pt x="1475960" y="1652466"/>
                  </a:lnTo>
                  <a:lnTo>
                    <a:pt x="1475958" y="1652457"/>
                  </a:lnTo>
                  <a:lnTo>
                    <a:pt x="1475959" y="1652449"/>
                  </a:lnTo>
                  <a:lnTo>
                    <a:pt x="1475962" y="1652442"/>
                  </a:lnTo>
                  <a:lnTo>
                    <a:pt x="1475964" y="1652436"/>
                  </a:lnTo>
                  <a:lnTo>
                    <a:pt x="1475964" y="1652428"/>
                  </a:lnTo>
                  <a:lnTo>
                    <a:pt x="1475960" y="1652423"/>
                  </a:lnTo>
                  <a:lnTo>
                    <a:pt x="1475952" y="1652419"/>
                  </a:lnTo>
                  <a:lnTo>
                    <a:pt x="1475927" y="1652407"/>
                  </a:lnTo>
                  <a:lnTo>
                    <a:pt x="1475920" y="1652401"/>
                  </a:lnTo>
                  <a:lnTo>
                    <a:pt x="1475910" y="1652393"/>
                  </a:lnTo>
                  <a:lnTo>
                    <a:pt x="1475903" y="1652385"/>
                  </a:lnTo>
                  <a:lnTo>
                    <a:pt x="1475899" y="1652379"/>
                  </a:lnTo>
                  <a:lnTo>
                    <a:pt x="1475892" y="1652370"/>
                  </a:lnTo>
                  <a:lnTo>
                    <a:pt x="1475886" y="1652361"/>
                  </a:lnTo>
                  <a:lnTo>
                    <a:pt x="1475882" y="1652354"/>
                  </a:lnTo>
                  <a:lnTo>
                    <a:pt x="1475877" y="1652344"/>
                  </a:lnTo>
                  <a:lnTo>
                    <a:pt x="1475873" y="1652335"/>
                  </a:lnTo>
                  <a:lnTo>
                    <a:pt x="1475869" y="1652329"/>
                  </a:lnTo>
                  <a:lnTo>
                    <a:pt x="1475864" y="1652321"/>
                  </a:lnTo>
                  <a:lnTo>
                    <a:pt x="1475861" y="1652317"/>
                  </a:lnTo>
                  <a:lnTo>
                    <a:pt x="1475856" y="1652311"/>
                  </a:lnTo>
                  <a:lnTo>
                    <a:pt x="1475851" y="1652307"/>
                  </a:lnTo>
                  <a:lnTo>
                    <a:pt x="1475846" y="1652303"/>
                  </a:lnTo>
                  <a:lnTo>
                    <a:pt x="1475842" y="1652297"/>
                  </a:lnTo>
                  <a:lnTo>
                    <a:pt x="1475842" y="1652288"/>
                  </a:lnTo>
                  <a:lnTo>
                    <a:pt x="1475842" y="1652279"/>
                  </a:lnTo>
                  <a:lnTo>
                    <a:pt x="1475841" y="1652272"/>
                  </a:lnTo>
                  <a:lnTo>
                    <a:pt x="1475840" y="1652264"/>
                  </a:lnTo>
                  <a:lnTo>
                    <a:pt x="1475838" y="1652256"/>
                  </a:lnTo>
                  <a:lnTo>
                    <a:pt x="1475835" y="1652249"/>
                  </a:lnTo>
                  <a:lnTo>
                    <a:pt x="1475832" y="1652243"/>
                  </a:lnTo>
                  <a:lnTo>
                    <a:pt x="1475828" y="1652240"/>
                  </a:lnTo>
                  <a:lnTo>
                    <a:pt x="1475822" y="1652237"/>
                  </a:lnTo>
                  <a:lnTo>
                    <a:pt x="1475807" y="1652234"/>
                  </a:lnTo>
                  <a:lnTo>
                    <a:pt x="1475799" y="1652234"/>
                  </a:lnTo>
                  <a:lnTo>
                    <a:pt x="1475793" y="1652232"/>
                  </a:lnTo>
                  <a:lnTo>
                    <a:pt x="1475786" y="1652229"/>
                  </a:lnTo>
                  <a:lnTo>
                    <a:pt x="1475780" y="1652223"/>
                  </a:lnTo>
                  <a:lnTo>
                    <a:pt x="1475773" y="1652211"/>
                  </a:lnTo>
                  <a:lnTo>
                    <a:pt x="1475767" y="1652198"/>
                  </a:lnTo>
                  <a:lnTo>
                    <a:pt x="1475763" y="1652190"/>
                  </a:lnTo>
                  <a:lnTo>
                    <a:pt x="1475759" y="1652181"/>
                  </a:lnTo>
                  <a:lnTo>
                    <a:pt x="1475754" y="1652175"/>
                  </a:lnTo>
                  <a:lnTo>
                    <a:pt x="1475748" y="1652172"/>
                  </a:lnTo>
                  <a:lnTo>
                    <a:pt x="1475739" y="1652169"/>
                  </a:lnTo>
                  <a:lnTo>
                    <a:pt x="1475730" y="1652167"/>
                  </a:lnTo>
                  <a:lnTo>
                    <a:pt x="1475724" y="1652165"/>
                  </a:lnTo>
                  <a:lnTo>
                    <a:pt x="1475717" y="1652162"/>
                  </a:lnTo>
                  <a:lnTo>
                    <a:pt x="1475711" y="1652159"/>
                  </a:lnTo>
                  <a:lnTo>
                    <a:pt x="1475703" y="1652155"/>
                  </a:lnTo>
                  <a:lnTo>
                    <a:pt x="1475659" y="1652134"/>
                  </a:lnTo>
                  <a:lnTo>
                    <a:pt x="1475631" y="1652121"/>
                  </a:lnTo>
                  <a:lnTo>
                    <a:pt x="1475599" y="1652107"/>
                  </a:lnTo>
                  <a:lnTo>
                    <a:pt x="1475575" y="1652098"/>
                  </a:lnTo>
                  <a:lnTo>
                    <a:pt x="1475552" y="1652083"/>
                  </a:lnTo>
                  <a:lnTo>
                    <a:pt x="1475538" y="1652069"/>
                  </a:lnTo>
                  <a:lnTo>
                    <a:pt x="1475524" y="1652048"/>
                  </a:lnTo>
                  <a:lnTo>
                    <a:pt x="1475514" y="1652032"/>
                  </a:lnTo>
                  <a:lnTo>
                    <a:pt x="1475503" y="1652019"/>
                  </a:lnTo>
                  <a:lnTo>
                    <a:pt x="1475492" y="1652002"/>
                  </a:lnTo>
                  <a:lnTo>
                    <a:pt x="1475478" y="1651978"/>
                  </a:lnTo>
                  <a:lnTo>
                    <a:pt x="1475470" y="1651959"/>
                  </a:lnTo>
                  <a:lnTo>
                    <a:pt x="1475464" y="1651940"/>
                  </a:lnTo>
                  <a:lnTo>
                    <a:pt x="1475459" y="1651932"/>
                  </a:lnTo>
                  <a:lnTo>
                    <a:pt x="1475444" y="1651925"/>
                  </a:lnTo>
                  <a:lnTo>
                    <a:pt x="1475428" y="1651918"/>
                  </a:lnTo>
                  <a:lnTo>
                    <a:pt x="1475416" y="1651906"/>
                  </a:lnTo>
                  <a:lnTo>
                    <a:pt x="1475408" y="1651895"/>
                  </a:lnTo>
                  <a:lnTo>
                    <a:pt x="1475404" y="1651885"/>
                  </a:lnTo>
                  <a:lnTo>
                    <a:pt x="1475398" y="1651875"/>
                  </a:lnTo>
                  <a:lnTo>
                    <a:pt x="1475395" y="1651869"/>
                  </a:lnTo>
                  <a:lnTo>
                    <a:pt x="1475390" y="1651859"/>
                  </a:lnTo>
                  <a:lnTo>
                    <a:pt x="1475386" y="1651851"/>
                  </a:lnTo>
                  <a:lnTo>
                    <a:pt x="1475378" y="1651842"/>
                  </a:lnTo>
                  <a:lnTo>
                    <a:pt x="1475365" y="1651838"/>
                  </a:lnTo>
                  <a:lnTo>
                    <a:pt x="1475348" y="1651834"/>
                  </a:lnTo>
                  <a:lnTo>
                    <a:pt x="1475325" y="1651824"/>
                  </a:lnTo>
                  <a:lnTo>
                    <a:pt x="1475313" y="1651817"/>
                  </a:lnTo>
                  <a:lnTo>
                    <a:pt x="1475302" y="1651811"/>
                  </a:lnTo>
                  <a:lnTo>
                    <a:pt x="1475294" y="1651807"/>
                  </a:lnTo>
                  <a:lnTo>
                    <a:pt x="1475279" y="1651801"/>
                  </a:lnTo>
                  <a:lnTo>
                    <a:pt x="1475265" y="1651796"/>
                  </a:lnTo>
                  <a:lnTo>
                    <a:pt x="1475249" y="1651788"/>
                  </a:lnTo>
                  <a:lnTo>
                    <a:pt x="1475239" y="1651783"/>
                  </a:lnTo>
                  <a:lnTo>
                    <a:pt x="1475225" y="1651779"/>
                  </a:lnTo>
                  <a:lnTo>
                    <a:pt x="1475218" y="1651777"/>
                  </a:lnTo>
                  <a:lnTo>
                    <a:pt x="1475211" y="1651777"/>
                  </a:lnTo>
                  <a:lnTo>
                    <a:pt x="1475195" y="1651780"/>
                  </a:lnTo>
                  <a:lnTo>
                    <a:pt x="1475180" y="1651783"/>
                  </a:lnTo>
                  <a:lnTo>
                    <a:pt x="1475171" y="1651784"/>
                  </a:lnTo>
                  <a:lnTo>
                    <a:pt x="1475159" y="1651786"/>
                  </a:lnTo>
                  <a:lnTo>
                    <a:pt x="1475148" y="1651783"/>
                  </a:lnTo>
                  <a:lnTo>
                    <a:pt x="1475142" y="1651779"/>
                  </a:lnTo>
                  <a:lnTo>
                    <a:pt x="1475130" y="1651768"/>
                  </a:lnTo>
                  <a:lnTo>
                    <a:pt x="1475126" y="1651764"/>
                  </a:lnTo>
                  <a:lnTo>
                    <a:pt x="1475119" y="1651760"/>
                  </a:lnTo>
                  <a:lnTo>
                    <a:pt x="1475111" y="1651757"/>
                  </a:lnTo>
                  <a:lnTo>
                    <a:pt x="1475100" y="1651755"/>
                  </a:lnTo>
                  <a:lnTo>
                    <a:pt x="1475089" y="1651753"/>
                  </a:lnTo>
                  <a:lnTo>
                    <a:pt x="1475074" y="1651749"/>
                  </a:lnTo>
                  <a:lnTo>
                    <a:pt x="1475063" y="1651751"/>
                  </a:lnTo>
                  <a:lnTo>
                    <a:pt x="1475056" y="1651754"/>
                  </a:lnTo>
                  <a:lnTo>
                    <a:pt x="1475038" y="1651758"/>
                  </a:lnTo>
                  <a:lnTo>
                    <a:pt x="1475025" y="1651760"/>
                  </a:lnTo>
                  <a:lnTo>
                    <a:pt x="1475017" y="1651761"/>
                  </a:lnTo>
                  <a:lnTo>
                    <a:pt x="1475011" y="1651762"/>
                  </a:lnTo>
                  <a:lnTo>
                    <a:pt x="1475003" y="1651762"/>
                  </a:lnTo>
                  <a:lnTo>
                    <a:pt x="1474996" y="1651761"/>
                  </a:lnTo>
                  <a:lnTo>
                    <a:pt x="1474986" y="1651760"/>
                  </a:lnTo>
                  <a:lnTo>
                    <a:pt x="1474968" y="1651760"/>
                  </a:lnTo>
                  <a:lnTo>
                    <a:pt x="1474947" y="1651761"/>
                  </a:lnTo>
                  <a:lnTo>
                    <a:pt x="1474929" y="1651761"/>
                  </a:lnTo>
                  <a:lnTo>
                    <a:pt x="1474901" y="1651756"/>
                  </a:lnTo>
                  <a:lnTo>
                    <a:pt x="1474886" y="1651753"/>
                  </a:lnTo>
                  <a:lnTo>
                    <a:pt x="1474878" y="1651749"/>
                  </a:lnTo>
                  <a:lnTo>
                    <a:pt x="1474871" y="1651744"/>
                  </a:lnTo>
                  <a:lnTo>
                    <a:pt x="1474866" y="1651739"/>
                  </a:lnTo>
                  <a:lnTo>
                    <a:pt x="1474861" y="1651734"/>
                  </a:lnTo>
                  <a:lnTo>
                    <a:pt x="1474856" y="1651726"/>
                  </a:lnTo>
                  <a:lnTo>
                    <a:pt x="1474840" y="1651708"/>
                  </a:lnTo>
                  <a:lnTo>
                    <a:pt x="1474828" y="1651701"/>
                  </a:lnTo>
                  <a:lnTo>
                    <a:pt x="1474805" y="1651694"/>
                  </a:lnTo>
                  <a:lnTo>
                    <a:pt x="1474791" y="1651695"/>
                  </a:lnTo>
                  <a:lnTo>
                    <a:pt x="1474775" y="1651697"/>
                  </a:lnTo>
                  <a:lnTo>
                    <a:pt x="1474763" y="1651698"/>
                  </a:lnTo>
                  <a:lnTo>
                    <a:pt x="1474750" y="1651700"/>
                  </a:lnTo>
                  <a:lnTo>
                    <a:pt x="1474739" y="1651701"/>
                  </a:lnTo>
                  <a:lnTo>
                    <a:pt x="1474728" y="1651703"/>
                  </a:lnTo>
                  <a:lnTo>
                    <a:pt x="1474707" y="1651705"/>
                  </a:lnTo>
                  <a:lnTo>
                    <a:pt x="1474687" y="1651707"/>
                  </a:lnTo>
                  <a:lnTo>
                    <a:pt x="1474679" y="1651709"/>
                  </a:lnTo>
                  <a:lnTo>
                    <a:pt x="1474674" y="1651710"/>
                  </a:lnTo>
                  <a:lnTo>
                    <a:pt x="1474664" y="1651713"/>
                  </a:lnTo>
                  <a:lnTo>
                    <a:pt x="1474659" y="1651713"/>
                  </a:lnTo>
                  <a:lnTo>
                    <a:pt x="1474651" y="1651713"/>
                  </a:lnTo>
                  <a:lnTo>
                    <a:pt x="1474644" y="1651713"/>
                  </a:lnTo>
                  <a:lnTo>
                    <a:pt x="1474635" y="1651714"/>
                  </a:lnTo>
                  <a:lnTo>
                    <a:pt x="1474624" y="1651712"/>
                  </a:lnTo>
                  <a:lnTo>
                    <a:pt x="1474617" y="1651710"/>
                  </a:lnTo>
                  <a:lnTo>
                    <a:pt x="1474608" y="1651709"/>
                  </a:lnTo>
                  <a:lnTo>
                    <a:pt x="1474601" y="1651711"/>
                  </a:lnTo>
                  <a:lnTo>
                    <a:pt x="1474598" y="1651718"/>
                  </a:lnTo>
                  <a:lnTo>
                    <a:pt x="1474597" y="1651726"/>
                  </a:lnTo>
                  <a:lnTo>
                    <a:pt x="1474596" y="1651740"/>
                  </a:lnTo>
                  <a:lnTo>
                    <a:pt x="1474594" y="1651753"/>
                  </a:lnTo>
                  <a:lnTo>
                    <a:pt x="1474592" y="1651760"/>
                  </a:lnTo>
                  <a:lnTo>
                    <a:pt x="1474590" y="1651766"/>
                  </a:lnTo>
                  <a:lnTo>
                    <a:pt x="1474588" y="1651774"/>
                  </a:lnTo>
                  <a:lnTo>
                    <a:pt x="1474577" y="1651786"/>
                  </a:lnTo>
                  <a:lnTo>
                    <a:pt x="1474569" y="1651793"/>
                  </a:lnTo>
                  <a:lnTo>
                    <a:pt x="1474557" y="1651802"/>
                  </a:lnTo>
                  <a:lnTo>
                    <a:pt x="1474541" y="1651819"/>
                  </a:lnTo>
                  <a:lnTo>
                    <a:pt x="1474528" y="1651832"/>
                  </a:lnTo>
                  <a:lnTo>
                    <a:pt x="1474516" y="1651844"/>
                  </a:lnTo>
                  <a:lnTo>
                    <a:pt x="1474504" y="1651854"/>
                  </a:lnTo>
                  <a:lnTo>
                    <a:pt x="1474496" y="1651857"/>
                  </a:lnTo>
                  <a:lnTo>
                    <a:pt x="1474482" y="1651858"/>
                  </a:lnTo>
                  <a:lnTo>
                    <a:pt x="1474460" y="1651849"/>
                  </a:lnTo>
                  <a:lnTo>
                    <a:pt x="1474448" y="1651847"/>
                  </a:lnTo>
                  <a:lnTo>
                    <a:pt x="1474431" y="1651845"/>
                  </a:lnTo>
                  <a:lnTo>
                    <a:pt x="1474421" y="1651841"/>
                  </a:lnTo>
                  <a:lnTo>
                    <a:pt x="1474416" y="1651837"/>
                  </a:lnTo>
                  <a:lnTo>
                    <a:pt x="1474406" y="1651825"/>
                  </a:lnTo>
                  <a:lnTo>
                    <a:pt x="1474401" y="1651821"/>
                  </a:lnTo>
                  <a:lnTo>
                    <a:pt x="1474377" y="1651802"/>
                  </a:lnTo>
                  <a:lnTo>
                    <a:pt x="1474373" y="1651799"/>
                  </a:lnTo>
                  <a:lnTo>
                    <a:pt x="1474353" y="1651790"/>
                  </a:lnTo>
                  <a:lnTo>
                    <a:pt x="1474341" y="1651784"/>
                  </a:lnTo>
                  <a:lnTo>
                    <a:pt x="1474314" y="1651777"/>
                  </a:lnTo>
                  <a:lnTo>
                    <a:pt x="1474301" y="1651775"/>
                  </a:lnTo>
                  <a:lnTo>
                    <a:pt x="1474286" y="1651772"/>
                  </a:lnTo>
                  <a:lnTo>
                    <a:pt x="1474273" y="1651771"/>
                  </a:lnTo>
                  <a:lnTo>
                    <a:pt x="1474258" y="1651771"/>
                  </a:lnTo>
                  <a:lnTo>
                    <a:pt x="1474243" y="1651770"/>
                  </a:lnTo>
                  <a:lnTo>
                    <a:pt x="1474237" y="1651768"/>
                  </a:lnTo>
                  <a:lnTo>
                    <a:pt x="1474229" y="1651764"/>
                  </a:lnTo>
                  <a:lnTo>
                    <a:pt x="1474220" y="1651756"/>
                  </a:lnTo>
                  <a:lnTo>
                    <a:pt x="1474212" y="1651749"/>
                  </a:lnTo>
                  <a:lnTo>
                    <a:pt x="1474208" y="1651747"/>
                  </a:lnTo>
                  <a:lnTo>
                    <a:pt x="1474175" y="1651745"/>
                  </a:lnTo>
                  <a:lnTo>
                    <a:pt x="1474167" y="1651743"/>
                  </a:lnTo>
                  <a:lnTo>
                    <a:pt x="1474158" y="1651736"/>
                  </a:lnTo>
                  <a:lnTo>
                    <a:pt x="1474154" y="1651732"/>
                  </a:lnTo>
                  <a:lnTo>
                    <a:pt x="1474136" y="1651717"/>
                  </a:lnTo>
                  <a:lnTo>
                    <a:pt x="1474119" y="1651705"/>
                  </a:lnTo>
                  <a:lnTo>
                    <a:pt x="1474100" y="1651692"/>
                  </a:lnTo>
                  <a:lnTo>
                    <a:pt x="1474084" y="1651684"/>
                  </a:lnTo>
                  <a:lnTo>
                    <a:pt x="1474080" y="1651680"/>
                  </a:lnTo>
                  <a:lnTo>
                    <a:pt x="1474079" y="1651673"/>
                  </a:lnTo>
                  <a:lnTo>
                    <a:pt x="1474077" y="1651666"/>
                  </a:lnTo>
                  <a:lnTo>
                    <a:pt x="1474073" y="1651655"/>
                  </a:lnTo>
                  <a:lnTo>
                    <a:pt x="1474069" y="1651651"/>
                  </a:lnTo>
                  <a:lnTo>
                    <a:pt x="1474065" y="1651647"/>
                  </a:lnTo>
                  <a:lnTo>
                    <a:pt x="1474047" y="1651634"/>
                  </a:lnTo>
                  <a:lnTo>
                    <a:pt x="1473986" y="1651594"/>
                  </a:lnTo>
                  <a:lnTo>
                    <a:pt x="1473973" y="1651589"/>
                  </a:lnTo>
                  <a:lnTo>
                    <a:pt x="1473967" y="1651586"/>
                  </a:lnTo>
                  <a:lnTo>
                    <a:pt x="1473961" y="1651581"/>
                  </a:lnTo>
                  <a:lnTo>
                    <a:pt x="1473957" y="1651575"/>
                  </a:lnTo>
                  <a:lnTo>
                    <a:pt x="1473957" y="1651568"/>
                  </a:lnTo>
                  <a:lnTo>
                    <a:pt x="1473957" y="1651560"/>
                  </a:lnTo>
                  <a:lnTo>
                    <a:pt x="1473957" y="1651553"/>
                  </a:lnTo>
                  <a:lnTo>
                    <a:pt x="1473959" y="1651543"/>
                  </a:lnTo>
                  <a:lnTo>
                    <a:pt x="1473961" y="1651536"/>
                  </a:lnTo>
                  <a:lnTo>
                    <a:pt x="1473964" y="1651527"/>
                  </a:lnTo>
                  <a:lnTo>
                    <a:pt x="1473969" y="1651516"/>
                  </a:lnTo>
                  <a:lnTo>
                    <a:pt x="1473974" y="1651507"/>
                  </a:lnTo>
                  <a:lnTo>
                    <a:pt x="1473979" y="1651501"/>
                  </a:lnTo>
                  <a:lnTo>
                    <a:pt x="1473979" y="1651494"/>
                  </a:lnTo>
                  <a:lnTo>
                    <a:pt x="1473978" y="1651489"/>
                  </a:lnTo>
                  <a:lnTo>
                    <a:pt x="1473973" y="1651479"/>
                  </a:lnTo>
                  <a:lnTo>
                    <a:pt x="1473969" y="1651473"/>
                  </a:lnTo>
                  <a:lnTo>
                    <a:pt x="1473964" y="1651467"/>
                  </a:lnTo>
                  <a:lnTo>
                    <a:pt x="1473961" y="1651463"/>
                  </a:lnTo>
                  <a:lnTo>
                    <a:pt x="1473957" y="1651458"/>
                  </a:lnTo>
                  <a:lnTo>
                    <a:pt x="1473953" y="1651453"/>
                  </a:lnTo>
                  <a:lnTo>
                    <a:pt x="1473949" y="1651444"/>
                  </a:lnTo>
                  <a:lnTo>
                    <a:pt x="1473947" y="1651438"/>
                  </a:lnTo>
                  <a:lnTo>
                    <a:pt x="1473947" y="1651431"/>
                  </a:lnTo>
                  <a:lnTo>
                    <a:pt x="1473946" y="1651421"/>
                  </a:lnTo>
                  <a:lnTo>
                    <a:pt x="1473943" y="1651414"/>
                  </a:lnTo>
                  <a:lnTo>
                    <a:pt x="1473928" y="1651382"/>
                  </a:lnTo>
                  <a:lnTo>
                    <a:pt x="1473926" y="1651377"/>
                  </a:lnTo>
                  <a:lnTo>
                    <a:pt x="1473926" y="1651368"/>
                  </a:lnTo>
                  <a:lnTo>
                    <a:pt x="1473928" y="1651359"/>
                  </a:lnTo>
                  <a:lnTo>
                    <a:pt x="1473929" y="1651353"/>
                  </a:lnTo>
                  <a:lnTo>
                    <a:pt x="1473930" y="1651343"/>
                  </a:lnTo>
                  <a:lnTo>
                    <a:pt x="1473930" y="1651336"/>
                  </a:lnTo>
                  <a:lnTo>
                    <a:pt x="1473928" y="1651321"/>
                  </a:lnTo>
                  <a:lnTo>
                    <a:pt x="1473928" y="1651314"/>
                  </a:lnTo>
                  <a:lnTo>
                    <a:pt x="1473927" y="1651308"/>
                  </a:lnTo>
                  <a:lnTo>
                    <a:pt x="1473924" y="1651300"/>
                  </a:lnTo>
                  <a:lnTo>
                    <a:pt x="1473910" y="1651282"/>
                  </a:lnTo>
                  <a:lnTo>
                    <a:pt x="1473907" y="1651277"/>
                  </a:lnTo>
                  <a:lnTo>
                    <a:pt x="1473901" y="1651269"/>
                  </a:lnTo>
                  <a:lnTo>
                    <a:pt x="1473895" y="1651254"/>
                  </a:lnTo>
                  <a:lnTo>
                    <a:pt x="1473891" y="1651235"/>
                  </a:lnTo>
                  <a:lnTo>
                    <a:pt x="1473889" y="1651222"/>
                  </a:lnTo>
                  <a:lnTo>
                    <a:pt x="1473886" y="1651203"/>
                  </a:lnTo>
                  <a:lnTo>
                    <a:pt x="1473883" y="1651194"/>
                  </a:lnTo>
                  <a:lnTo>
                    <a:pt x="1473877" y="1651187"/>
                  </a:lnTo>
                  <a:lnTo>
                    <a:pt x="1473873" y="1651184"/>
                  </a:lnTo>
                  <a:lnTo>
                    <a:pt x="1473860" y="1651176"/>
                  </a:lnTo>
                  <a:lnTo>
                    <a:pt x="1473853" y="1651171"/>
                  </a:lnTo>
                  <a:lnTo>
                    <a:pt x="1473847" y="1651166"/>
                  </a:lnTo>
                  <a:lnTo>
                    <a:pt x="1473843" y="1651162"/>
                  </a:lnTo>
                  <a:lnTo>
                    <a:pt x="1473839" y="1651157"/>
                  </a:lnTo>
                  <a:lnTo>
                    <a:pt x="1473832" y="1651149"/>
                  </a:lnTo>
                  <a:lnTo>
                    <a:pt x="1473827" y="1651143"/>
                  </a:lnTo>
                  <a:lnTo>
                    <a:pt x="1473826" y="1651136"/>
                  </a:lnTo>
                  <a:lnTo>
                    <a:pt x="1473808" y="1651135"/>
                  </a:lnTo>
                  <a:lnTo>
                    <a:pt x="1473809" y="1651140"/>
                  </a:lnTo>
                  <a:lnTo>
                    <a:pt x="1473810" y="1651147"/>
                  </a:lnTo>
                  <a:lnTo>
                    <a:pt x="1473810" y="1651156"/>
                  </a:lnTo>
                  <a:lnTo>
                    <a:pt x="1473810" y="1651170"/>
                  </a:lnTo>
                  <a:lnTo>
                    <a:pt x="1473808" y="1651177"/>
                  </a:lnTo>
                  <a:lnTo>
                    <a:pt x="1473806" y="1651186"/>
                  </a:lnTo>
                  <a:lnTo>
                    <a:pt x="1473802" y="1651193"/>
                  </a:lnTo>
                  <a:lnTo>
                    <a:pt x="1473799" y="1651202"/>
                  </a:lnTo>
                  <a:lnTo>
                    <a:pt x="1473797" y="1651212"/>
                  </a:lnTo>
                  <a:lnTo>
                    <a:pt x="1473794" y="1651220"/>
                  </a:lnTo>
                  <a:lnTo>
                    <a:pt x="1473790" y="1651232"/>
                  </a:lnTo>
                  <a:lnTo>
                    <a:pt x="1473786" y="1651238"/>
                  </a:lnTo>
                  <a:lnTo>
                    <a:pt x="1473780" y="1651242"/>
                  </a:lnTo>
                  <a:lnTo>
                    <a:pt x="1473773" y="1651243"/>
                  </a:lnTo>
                  <a:lnTo>
                    <a:pt x="1473768" y="1651243"/>
                  </a:lnTo>
                  <a:lnTo>
                    <a:pt x="1473761" y="1651240"/>
                  </a:lnTo>
                  <a:lnTo>
                    <a:pt x="1473755" y="1651238"/>
                  </a:lnTo>
                  <a:lnTo>
                    <a:pt x="1473749" y="1651234"/>
                  </a:lnTo>
                  <a:lnTo>
                    <a:pt x="1473744" y="1651232"/>
                  </a:lnTo>
                  <a:lnTo>
                    <a:pt x="1473736" y="1651228"/>
                  </a:lnTo>
                  <a:lnTo>
                    <a:pt x="1473725" y="1651222"/>
                  </a:lnTo>
                  <a:lnTo>
                    <a:pt x="1473718" y="1651219"/>
                  </a:lnTo>
                  <a:lnTo>
                    <a:pt x="1473710" y="1651216"/>
                  </a:lnTo>
                  <a:lnTo>
                    <a:pt x="1473701" y="1651216"/>
                  </a:lnTo>
                  <a:lnTo>
                    <a:pt x="1473694" y="1651217"/>
                  </a:lnTo>
                  <a:lnTo>
                    <a:pt x="1473687" y="1651222"/>
                  </a:lnTo>
                  <a:lnTo>
                    <a:pt x="1473682" y="1651228"/>
                  </a:lnTo>
                  <a:lnTo>
                    <a:pt x="1473680" y="1651237"/>
                  </a:lnTo>
                  <a:lnTo>
                    <a:pt x="1473679" y="1651245"/>
                  </a:lnTo>
                  <a:lnTo>
                    <a:pt x="1473680" y="1651254"/>
                  </a:lnTo>
                  <a:lnTo>
                    <a:pt x="1473683" y="1651263"/>
                  </a:lnTo>
                  <a:lnTo>
                    <a:pt x="1473687" y="1651271"/>
                  </a:lnTo>
                  <a:lnTo>
                    <a:pt x="1473691" y="1651279"/>
                  </a:lnTo>
                  <a:lnTo>
                    <a:pt x="1473697" y="1651286"/>
                  </a:lnTo>
                  <a:lnTo>
                    <a:pt x="1473701" y="1651292"/>
                  </a:lnTo>
                  <a:lnTo>
                    <a:pt x="1473707" y="1651300"/>
                  </a:lnTo>
                  <a:lnTo>
                    <a:pt x="1473712" y="1651311"/>
                  </a:lnTo>
                  <a:lnTo>
                    <a:pt x="1473712" y="1651325"/>
                  </a:lnTo>
                  <a:lnTo>
                    <a:pt x="1473710" y="1651333"/>
                  </a:lnTo>
                  <a:lnTo>
                    <a:pt x="1473708" y="1651339"/>
                  </a:lnTo>
                  <a:lnTo>
                    <a:pt x="1473705" y="1651346"/>
                  </a:lnTo>
                  <a:lnTo>
                    <a:pt x="1473702" y="1651355"/>
                  </a:lnTo>
                  <a:lnTo>
                    <a:pt x="1473700" y="1651363"/>
                  </a:lnTo>
                  <a:lnTo>
                    <a:pt x="1473697" y="1651373"/>
                  </a:lnTo>
                  <a:lnTo>
                    <a:pt x="1473689" y="1651371"/>
                  </a:lnTo>
                  <a:lnTo>
                    <a:pt x="1473680" y="1651363"/>
                  </a:lnTo>
                  <a:lnTo>
                    <a:pt x="1473673" y="1651356"/>
                  </a:lnTo>
                  <a:lnTo>
                    <a:pt x="1473664" y="1651350"/>
                  </a:lnTo>
                  <a:lnTo>
                    <a:pt x="1473657" y="1651349"/>
                  </a:lnTo>
                  <a:lnTo>
                    <a:pt x="1473651" y="1651350"/>
                  </a:lnTo>
                  <a:lnTo>
                    <a:pt x="1473645" y="1651353"/>
                  </a:lnTo>
                  <a:lnTo>
                    <a:pt x="1473642" y="1651358"/>
                  </a:lnTo>
                  <a:lnTo>
                    <a:pt x="1473641" y="1651363"/>
                  </a:lnTo>
                  <a:lnTo>
                    <a:pt x="1473642" y="1651375"/>
                  </a:lnTo>
                  <a:lnTo>
                    <a:pt x="1473644" y="1651386"/>
                  </a:lnTo>
                  <a:lnTo>
                    <a:pt x="1473644" y="1651396"/>
                  </a:lnTo>
                  <a:lnTo>
                    <a:pt x="1473645" y="1651407"/>
                  </a:lnTo>
                  <a:lnTo>
                    <a:pt x="1473644" y="1651420"/>
                  </a:lnTo>
                  <a:lnTo>
                    <a:pt x="1473641" y="1651426"/>
                  </a:lnTo>
                  <a:lnTo>
                    <a:pt x="1473637" y="1651435"/>
                  </a:lnTo>
                  <a:lnTo>
                    <a:pt x="1473628" y="1651445"/>
                  </a:lnTo>
                  <a:lnTo>
                    <a:pt x="1473616" y="1651456"/>
                  </a:lnTo>
                  <a:lnTo>
                    <a:pt x="1473609" y="1651462"/>
                  </a:lnTo>
                  <a:lnTo>
                    <a:pt x="1473604" y="1651467"/>
                  </a:lnTo>
                  <a:lnTo>
                    <a:pt x="1473600" y="1651473"/>
                  </a:lnTo>
                  <a:lnTo>
                    <a:pt x="1473597" y="1651482"/>
                  </a:lnTo>
                  <a:lnTo>
                    <a:pt x="1473597" y="1651495"/>
                  </a:lnTo>
                  <a:lnTo>
                    <a:pt x="1473598" y="1651502"/>
                  </a:lnTo>
                  <a:lnTo>
                    <a:pt x="1473600" y="1651511"/>
                  </a:lnTo>
                  <a:lnTo>
                    <a:pt x="1473601" y="1651517"/>
                  </a:lnTo>
                  <a:lnTo>
                    <a:pt x="1473602" y="1651524"/>
                  </a:lnTo>
                  <a:lnTo>
                    <a:pt x="1473602" y="1651530"/>
                  </a:lnTo>
                  <a:lnTo>
                    <a:pt x="1473600" y="1651536"/>
                  </a:lnTo>
                  <a:lnTo>
                    <a:pt x="1473594" y="1651544"/>
                  </a:lnTo>
                  <a:lnTo>
                    <a:pt x="1473588" y="1651552"/>
                  </a:lnTo>
                  <a:lnTo>
                    <a:pt x="1473583" y="1651559"/>
                  </a:lnTo>
                  <a:lnTo>
                    <a:pt x="1473580" y="1651566"/>
                  </a:lnTo>
                  <a:lnTo>
                    <a:pt x="1473579" y="1651573"/>
                  </a:lnTo>
                  <a:lnTo>
                    <a:pt x="1473579" y="1651583"/>
                  </a:lnTo>
                  <a:lnTo>
                    <a:pt x="1473580" y="1651592"/>
                  </a:lnTo>
                  <a:lnTo>
                    <a:pt x="1473581" y="1651600"/>
                  </a:lnTo>
                  <a:lnTo>
                    <a:pt x="1473582" y="1651609"/>
                  </a:lnTo>
                  <a:lnTo>
                    <a:pt x="1473583" y="1651618"/>
                  </a:lnTo>
                  <a:lnTo>
                    <a:pt x="1473584" y="1651625"/>
                  </a:lnTo>
                  <a:lnTo>
                    <a:pt x="1473585" y="1651631"/>
                  </a:lnTo>
                  <a:lnTo>
                    <a:pt x="1473587" y="1651637"/>
                  </a:lnTo>
                  <a:lnTo>
                    <a:pt x="1473589" y="1651642"/>
                  </a:lnTo>
                  <a:lnTo>
                    <a:pt x="1473594" y="1651647"/>
                  </a:lnTo>
                  <a:lnTo>
                    <a:pt x="1473598" y="1651651"/>
                  </a:lnTo>
                  <a:lnTo>
                    <a:pt x="1473603" y="1651654"/>
                  </a:lnTo>
                  <a:lnTo>
                    <a:pt x="1473610" y="1651657"/>
                  </a:lnTo>
                  <a:lnTo>
                    <a:pt x="1473617" y="1651660"/>
                  </a:lnTo>
                  <a:lnTo>
                    <a:pt x="1473622" y="1651662"/>
                  </a:lnTo>
                  <a:lnTo>
                    <a:pt x="1473626" y="1651666"/>
                  </a:lnTo>
                  <a:lnTo>
                    <a:pt x="1473631" y="1651673"/>
                  </a:lnTo>
                  <a:lnTo>
                    <a:pt x="1473634" y="1651680"/>
                  </a:lnTo>
                  <a:lnTo>
                    <a:pt x="1473634" y="1651688"/>
                  </a:lnTo>
                  <a:lnTo>
                    <a:pt x="1473633" y="1651699"/>
                  </a:lnTo>
                  <a:lnTo>
                    <a:pt x="1473631" y="1651704"/>
                  </a:lnTo>
                  <a:lnTo>
                    <a:pt x="1473628" y="1651710"/>
                  </a:lnTo>
                  <a:lnTo>
                    <a:pt x="1473620" y="1651719"/>
                  </a:lnTo>
                  <a:lnTo>
                    <a:pt x="1473610" y="1651727"/>
                  </a:lnTo>
                  <a:lnTo>
                    <a:pt x="1473590" y="1651736"/>
                  </a:lnTo>
                  <a:lnTo>
                    <a:pt x="1473578" y="1651741"/>
                  </a:lnTo>
                  <a:lnTo>
                    <a:pt x="1473559" y="1651749"/>
                  </a:lnTo>
                  <a:lnTo>
                    <a:pt x="1473548" y="1651755"/>
                  </a:lnTo>
                  <a:lnTo>
                    <a:pt x="1473542" y="1651761"/>
                  </a:lnTo>
                  <a:lnTo>
                    <a:pt x="1473540" y="1651768"/>
                  </a:lnTo>
                  <a:lnTo>
                    <a:pt x="1473540" y="1651775"/>
                  </a:lnTo>
                  <a:lnTo>
                    <a:pt x="1473544" y="1651785"/>
                  </a:lnTo>
                  <a:lnTo>
                    <a:pt x="1473552" y="1651793"/>
                  </a:lnTo>
                  <a:lnTo>
                    <a:pt x="1473558" y="1651800"/>
                  </a:lnTo>
                  <a:lnTo>
                    <a:pt x="1473561" y="1651806"/>
                  </a:lnTo>
                  <a:lnTo>
                    <a:pt x="1473564" y="1651813"/>
                  </a:lnTo>
                  <a:lnTo>
                    <a:pt x="1473566" y="1651819"/>
                  </a:lnTo>
                  <a:lnTo>
                    <a:pt x="1473567" y="1651828"/>
                  </a:lnTo>
                  <a:lnTo>
                    <a:pt x="1473569" y="1651840"/>
                  </a:lnTo>
                  <a:lnTo>
                    <a:pt x="1473571" y="1651850"/>
                  </a:lnTo>
                  <a:lnTo>
                    <a:pt x="1473573" y="1651858"/>
                  </a:lnTo>
                  <a:lnTo>
                    <a:pt x="1473575" y="1651863"/>
                  </a:lnTo>
                  <a:lnTo>
                    <a:pt x="1473578" y="1651868"/>
                  </a:lnTo>
                  <a:lnTo>
                    <a:pt x="1473590" y="1651878"/>
                  </a:lnTo>
                  <a:lnTo>
                    <a:pt x="1473597" y="1651880"/>
                  </a:lnTo>
                  <a:lnTo>
                    <a:pt x="1473609" y="1651880"/>
                  </a:lnTo>
                  <a:lnTo>
                    <a:pt x="1473615" y="1651877"/>
                  </a:lnTo>
                  <a:lnTo>
                    <a:pt x="1473643" y="1651867"/>
                  </a:lnTo>
                  <a:lnTo>
                    <a:pt x="1473657" y="1651859"/>
                  </a:lnTo>
                  <a:lnTo>
                    <a:pt x="1473666" y="1651856"/>
                  </a:lnTo>
                  <a:lnTo>
                    <a:pt x="1473676" y="1651855"/>
                  </a:lnTo>
                  <a:lnTo>
                    <a:pt x="1473681" y="1651855"/>
                  </a:lnTo>
                  <a:lnTo>
                    <a:pt x="1473689" y="1651855"/>
                  </a:lnTo>
                  <a:lnTo>
                    <a:pt x="1473697" y="1651855"/>
                  </a:lnTo>
                  <a:lnTo>
                    <a:pt x="1473704" y="1651857"/>
                  </a:lnTo>
                  <a:lnTo>
                    <a:pt x="1473711" y="1651860"/>
                  </a:lnTo>
                  <a:lnTo>
                    <a:pt x="1473717" y="1651866"/>
                  </a:lnTo>
                  <a:lnTo>
                    <a:pt x="1473720" y="1651871"/>
                  </a:lnTo>
                  <a:lnTo>
                    <a:pt x="1473725" y="1651879"/>
                  </a:lnTo>
                  <a:lnTo>
                    <a:pt x="1473727" y="1651887"/>
                  </a:lnTo>
                  <a:lnTo>
                    <a:pt x="1473728" y="1651894"/>
                  </a:lnTo>
                  <a:lnTo>
                    <a:pt x="1473729" y="1651907"/>
                  </a:lnTo>
                  <a:lnTo>
                    <a:pt x="1473730" y="1651918"/>
                  </a:lnTo>
                  <a:lnTo>
                    <a:pt x="1473732" y="1651927"/>
                  </a:lnTo>
                  <a:lnTo>
                    <a:pt x="1473735" y="1651934"/>
                  </a:lnTo>
                  <a:lnTo>
                    <a:pt x="1473740" y="1651941"/>
                  </a:lnTo>
                  <a:lnTo>
                    <a:pt x="1473745" y="1651948"/>
                  </a:lnTo>
                  <a:lnTo>
                    <a:pt x="1473749" y="1651954"/>
                  </a:lnTo>
                  <a:lnTo>
                    <a:pt x="1473752" y="1651960"/>
                  </a:lnTo>
                  <a:lnTo>
                    <a:pt x="1473754" y="1651966"/>
                  </a:lnTo>
                  <a:lnTo>
                    <a:pt x="1473755" y="1651975"/>
                  </a:lnTo>
                  <a:lnTo>
                    <a:pt x="1473756" y="1651985"/>
                  </a:lnTo>
                  <a:lnTo>
                    <a:pt x="1473758" y="1651994"/>
                  </a:lnTo>
                  <a:lnTo>
                    <a:pt x="1473759" y="1652001"/>
                  </a:lnTo>
                  <a:lnTo>
                    <a:pt x="1473763" y="1652006"/>
                  </a:lnTo>
                  <a:lnTo>
                    <a:pt x="1473772" y="1652007"/>
                  </a:lnTo>
                  <a:lnTo>
                    <a:pt x="1473778" y="1652006"/>
                  </a:lnTo>
                  <a:lnTo>
                    <a:pt x="1473783" y="1652005"/>
                  </a:lnTo>
                  <a:lnTo>
                    <a:pt x="1473801" y="1651998"/>
                  </a:lnTo>
                  <a:lnTo>
                    <a:pt x="1473809" y="1651996"/>
                  </a:lnTo>
                  <a:lnTo>
                    <a:pt x="1473814" y="1651995"/>
                  </a:lnTo>
                  <a:lnTo>
                    <a:pt x="1473823" y="1651994"/>
                  </a:lnTo>
                  <a:lnTo>
                    <a:pt x="1473830" y="1651996"/>
                  </a:lnTo>
                  <a:lnTo>
                    <a:pt x="1473838" y="1652002"/>
                  </a:lnTo>
                  <a:lnTo>
                    <a:pt x="1473843" y="1652009"/>
                  </a:lnTo>
                  <a:lnTo>
                    <a:pt x="1473845" y="1652015"/>
                  </a:lnTo>
                  <a:lnTo>
                    <a:pt x="1473845" y="1652024"/>
                  </a:lnTo>
                  <a:lnTo>
                    <a:pt x="1473845" y="1652036"/>
                  </a:lnTo>
                  <a:lnTo>
                    <a:pt x="1473844" y="1652045"/>
                  </a:lnTo>
                  <a:lnTo>
                    <a:pt x="1473842" y="1652053"/>
                  </a:lnTo>
                  <a:lnTo>
                    <a:pt x="1473839" y="1652061"/>
                  </a:lnTo>
                  <a:lnTo>
                    <a:pt x="1473835" y="1652070"/>
                  </a:lnTo>
                  <a:lnTo>
                    <a:pt x="1473829" y="1652075"/>
                  </a:lnTo>
                  <a:lnTo>
                    <a:pt x="1473821" y="1652081"/>
                  </a:lnTo>
                  <a:lnTo>
                    <a:pt x="1473807" y="1652084"/>
                  </a:lnTo>
                  <a:lnTo>
                    <a:pt x="1473782" y="1652087"/>
                  </a:lnTo>
                  <a:lnTo>
                    <a:pt x="1473775" y="1652089"/>
                  </a:lnTo>
                  <a:lnTo>
                    <a:pt x="1473768" y="1652092"/>
                  </a:lnTo>
                  <a:lnTo>
                    <a:pt x="1473764" y="1652098"/>
                  </a:lnTo>
                  <a:lnTo>
                    <a:pt x="1473761" y="1652105"/>
                  </a:lnTo>
                  <a:lnTo>
                    <a:pt x="1473762" y="1652113"/>
                  </a:lnTo>
                  <a:lnTo>
                    <a:pt x="1473768" y="1652119"/>
                  </a:lnTo>
                  <a:lnTo>
                    <a:pt x="1473776" y="1652125"/>
                  </a:lnTo>
                  <a:lnTo>
                    <a:pt x="1473783" y="1652130"/>
                  </a:lnTo>
                  <a:lnTo>
                    <a:pt x="1473790" y="1652134"/>
                  </a:lnTo>
                  <a:lnTo>
                    <a:pt x="1473799" y="1652140"/>
                  </a:lnTo>
                  <a:lnTo>
                    <a:pt x="1473804" y="1652147"/>
                  </a:lnTo>
                  <a:lnTo>
                    <a:pt x="1473808" y="1652156"/>
                  </a:lnTo>
                  <a:lnTo>
                    <a:pt x="1473809" y="1652164"/>
                  </a:lnTo>
                  <a:lnTo>
                    <a:pt x="1473808" y="1652174"/>
                  </a:lnTo>
                  <a:lnTo>
                    <a:pt x="1473805" y="1652179"/>
                  </a:lnTo>
                  <a:lnTo>
                    <a:pt x="1473798" y="1652186"/>
                  </a:lnTo>
                  <a:lnTo>
                    <a:pt x="1473788" y="1652193"/>
                  </a:lnTo>
                  <a:lnTo>
                    <a:pt x="1473773" y="1652201"/>
                  </a:lnTo>
                  <a:lnTo>
                    <a:pt x="1473767" y="1652204"/>
                  </a:lnTo>
                  <a:lnTo>
                    <a:pt x="1473762" y="1652207"/>
                  </a:lnTo>
                  <a:lnTo>
                    <a:pt x="1473749" y="1652217"/>
                  </a:lnTo>
                  <a:lnTo>
                    <a:pt x="1473742" y="1652225"/>
                  </a:lnTo>
                  <a:lnTo>
                    <a:pt x="1473738" y="1652230"/>
                  </a:lnTo>
                  <a:lnTo>
                    <a:pt x="1473734" y="1652239"/>
                  </a:lnTo>
                  <a:lnTo>
                    <a:pt x="1473731" y="1652247"/>
                  </a:lnTo>
                  <a:lnTo>
                    <a:pt x="1473730" y="1652254"/>
                  </a:lnTo>
                  <a:lnTo>
                    <a:pt x="1473727" y="1652264"/>
                  </a:lnTo>
                  <a:lnTo>
                    <a:pt x="1473726" y="1652273"/>
                  </a:lnTo>
                  <a:lnTo>
                    <a:pt x="1473724" y="1652284"/>
                  </a:lnTo>
                  <a:lnTo>
                    <a:pt x="1473724" y="1652298"/>
                  </a:lnTo>
                  <a:lnTo>
                    <a:pt x="1473723" y="1652311"/>
                  </a:lnTo>
                  <a:lnTo>
                    <a:pt x="1473722" y="1652324"/>
                  </a:lnTo>
                  <a:lnTo>
                    <a:pt x="1473720" y="1652331"/>
                  </a:lnTo>
                  <a:lnTo>
                    <a:pt x="1473715" y="1652338"/>
                  </a:lnTo>
                  <a:lnTo>
                    <a:pt x="1473706" y="1652339"/>
                  </a:lnTo>
                  <a:lnTo>
                    <a:pt x="1473691" y="1652339"/>
                  </a:lnTo>
                  <a:lnTo>
                    <a:pt x="1473680" y="1652341"/>
                  </a:lnTo>
                  <a:lnTo>
                    <a:pt x="1473674" y="1652348"/>
                  </a:lnTo>
                  <a:lnTo>
                    <a:pt x="1473672" y="1652354"/>
                  </a:lnTo>
                  <a:lnTo>
                    <a:pt x="1473673" y="1652362"/>
                  </a:lnTo>
                  <a:lnTo>
                    <a:pt x="1473674" y="1652370"/>
                  </a:lnTo>
                  <a:lnTo>
                    <a:pt x="1473678" y="1652381"/>
                  </a:lnTo>
                  <a:lnTo>
                    <a:pt x="1473686" y="1652398"/>
                  </a:lnTo>
                  <a:lnTo>
                    <a:pt x="1473691" y="1652408"/>
                  </a:lnTo>
                  <a:lnTo>
                    <a:pt x="1473696" y="1652421"/>
                  </a:lnTo>
                  <a:lnTo>
                    <a:pt x="1473699" y="1652429"/>
                  </a:lnTo>
                  <a:lnTo>
                    <a:pt x="1473700" y="1652435"/>
                  </a:lnTo>
                  <a:lnTo>
                    <a:pt x="1473701" y="1652446"/>
                  </a:lnTo>
                  <a:lnTo>
                    <a:pt x="1473701" y="1652457"/>
                  </a:lnTo>
                  <a:lnTo>
                    <a:pt x="1473699" y="1652467"/>
                  </a:lnTo>
                  <a:lnTo>
                    <a:pt x="1473692" y="1652471"/>
                  </a:lnTo>
                  <a:lnTo>
                    <a:pt x="1473681" y="1652470"/>
                  </a:lnTo>
                  <a:lnTo>
                    <a:pt x="1473670" y="1652466"/>
                  </a:lnTo>
                  <a:lnTo>
                    <a:pt x="1473661" y="1652460"/>
                  </a:lnTo>
                  <a:lnTo>
                    <a:pt x="1473651" y="1652454"/>
                  </a:lnTo>
                  <a:lnTo>
                    <a:pt x="1473639" y="1652442"/>
                  </a:lnTo>
                  <a:lnTo>
                    <a:pt x="1473633" y="1652430"/>
                  </a:lnTo>
                  <a:lnTo>
                    <a:pt x="1473628" y="1652416"/>
                  </a:lnTo>
                  <a:lnTo>
                    <a:pt x="1473624" y="1652404"/>
                  </a:lnTo>
                  <a:lnTo>
                    <a:pt x="1473620" y="1652395"/>
                  </a:lnTo>
                  <a:lnTo>
                    <a:pt x="1473616" y="1652388"/>
                  </a:lnTo>
                  <a:lnTo>
                    <a:pt x="1473604" y="1652370"/>
                  </a:lnTo>
                  <a:lnTo>
                    <a:pt x="1473597" y="1652359"/>
                  </a:lnTo>
                  <a:lnTo>
                    <a:pt x="1473589" y="1652350"/>
                  </a:lnTo>
                  <a:lnTo>
                    <a:pt x="1473584" y="1652344"/>
                  </a:lnTo>
                  <a:lnTo>
                    <a:pt x="1473574" y="1652335"/>
                  </a:lnTo>
                  <a:lnTo>
                    <a:pt x="1473564" y="1652329"/>
                  </a:lnTo>
                  <a:lnTo>
                    <a:pt x="1473555" y="1652323"/>
                  </a:lnTo>
                  <a:lnTo>
                    <a:pt x="1473547" y="1652320"/>
                  </a:lnTo>
                  <a:lnTo>
                    <a:pt x="1473537" y="1652316"/>
                  </a:lnTo>
                  <a:lnTo>
                    <a:pt x="1473523" y="1652314"/>
                  </a:lnTo>
                  <a:lnTo>
                    <a:pt x="1473508" y="1652314"/>
                  </a:lnTo>
                  <a:lnTo>
                    <a:pt x="1473500" y="1652316"/>
                  </a:lnTo>
                  <a:lnTo>
                    <a:pt x="1473493" y="1652319"/>
                  </a:lnTo>
                  <a:lnTo>
                    <a:pt x="1473487" y="1652322"/>
                  </a:lnTo>
                  <a:lnTo>
                    <a:pt x="1473482" y="1652328"/>
                  </a:lnTo>
                  <a:lnTo>
                    <a:pt x="1473478" y="1652335"/>
                  </a:lnTo>
                  <a:lnTo>
                    <a:pt x="1473477" y="1652343"/>
                  </a:lnTo>
                  <a:lnTo>
                    <a:pt x="1473481" y="1652348"/>
                  </a:lnTo>
                  <a:lnTo>
                    <a:pt x="1473488" y="1652355"/>
                  </a:lnTo>
                  <a:lnTo>
                    <a:pt x="1473497" y="1652362"/>
                  </a:lnTo>
                  <a:lnTo>
                    <a:pt x="1473508" y="1652371"/>
                  </a:lnTo>
                  <a:lnTo>
                    <a:pt x="1473513" y="1652376"/>
                  </a:lnTo>
                  <a:lnTo>
                    <a:pt x="1473518" y="1652383"/>
                  </a:lnTo>
                  <a:lnTo>
                    <a:pt x="1473521" y="1652389"/>
                  </a:lnTo>
                  <a:lnTo>
                    <a:pt x="1473523" y="1652397"/>
                  </a:lnTo>
                  <a:lnTo>
                    <a:pt x="1473524" y="1652406"/>
                  </a:lnTo>
                  <a:lnTo>
                    <a:pt x="1473525" y="1652414"/>
                  </a:lnTo>
                  <a:lnTo>
                    <a:pt x="1473525" y="1652428"/>
                  </a:lnTo>
                  <a:lnTo>
                    <a:pt x="1473525" y="1652450"/>
                  </a:lnTo>
                  <a:lnTo>
                    <a:pt x="1473525" y="1652461"/>
                  </a:lnTo>
                  <a:lnTo>
                    <a:pt x="1473526" y="1652471"/>
                  </a:lnTo>
                  <a:lnTo>
                    <a:pt x="1473527" y="1652484"/>
                  </a:lnTo>
                  <a:lnTo>
                    <a:pt x="1473527" y="1652494"/>
                  </a:lnTo>
                  <a:lnTo>
                    <a:pt x="1473527" y="1652501"/>
                  </a:lnTo>
                  <a:lnTo>
                    <a:pt x="1473525" y="1652507"/>
                  </a:lnTo>
                  <a:lnTo>
                    <a:pt x="1473523" y="1652515"/>
                  </a:lnTo>
                  <a:lnTo>
                    <a:pt x="1473518" y="1652525"/>
                  </a:lnTo>
                  <a:lnTo>
                    <a:pt x="1473512" y="1652537"/>
                  </a:lnTo>
                  <a:lnTo>
                    <a:pt x="1473509" y="1652546"/>
                  </a:lnTo>
                  <a:lnTo>
                    <a:pt x="1473505" y="1652555"/>
                  </a:lnTo>
                  <a:lnTo>
                    <a:pt x="1473500" y="1652573"/>
                  </a:lnTo>
                  <a:lnTo>
                    <a:pt x="1473493" y="1652587"/>
                  </a:lnTo>
                  <a:lnTo>
                    <a:pt x="1473487" y="1652601"/>
                  </a:lnTo>
                  <a:lnTo>
                    <a:pt x="1473483" y="1652611"/>
                  </a:lnTo>
                  <a:lnTo>
                    <a:pt x="1473480" y="1652617"/>
                  </a:lnTo>
                  <a:lnTo>
                    <a:pt x="1473477" y="1652627"/>
                  </a:lnTo>
                  <a:lnTo>
                    <a:pt x="1473473" y="1652635"/>
                  </a:lnTo>
                  <a:lnTo>
                    <a:pt x="1473468" y="1652644"/>
                  </a:lnTo>
                  <a:lnTo>
                    <a:pt x="1473462" y="1652651"/>
                  </a:lnTo>
                  <a:lnTo>
                    <a:pt x="1473452" y="1652661"/>
                  </a:lnTo>
                  <a:lnTo>
                    <a:pt x="1473444" y="1652665"/>
                  </a:lnTo>
                  <a:lnTo>
                    <a:pt x="1473435" y="1652670"/>
                  </a:lnTo>
                  <a:lnTo>
                    <a:pt x="1473429" y="1652673"/>
                  </a:lnTo>
                  <a:lnTo>
                    <a:pt x="1473421" y="1652678"/>
                  </a:lnTo>
                  <a:lnTo>
                    <a:pt x="1473415" y="1652682"/>
                  </a:lnTo>
                  <a:lnTo>
                    <a:pt x="1473410" y="1652686"/>
                  </a:lnTo>
                  <a:lnTo>
                    <a:pt x="1473405" y="1652691"/>
                  </a:lnTo>
                  <a:lnTo>
                    <a:pt x="1473403" y="1652698"/>
                  </a:lnTo>
                  <a:lnTo>
                    <a:pt x="1473400" y="1652707"/>
                  </a:lnTo>
                  <a:lnTo>
                    <a:pt x="1473396" y="1652713"/>
                  </a:lnTo>
                  <a:lnTo>
                    <a:pt x="1473389" y="1652716"/>
                  </a:lnTo>
                  <a:lnTo>
                    <a:pt x="1473383" y="1652721"/>
                  </a:lnTo>
                  <a:lnTo>
                    <a:pt x="1473379" y="1652725"/>
                  </a:lnTo>
                  <a:lnTo>
                    <a:pt x="1473376" y="1652731"/>
                  </a:lnTo>
                  <a:lnTo>
                    <a:pt x="1473374" y="1652739"/>
                  </a:lnTo>
                  <a:lnTo>
                    <a:pt x="1473371" y="1652747"/>
                  </a:lnTo>
                  <a:lnTo>
                    <a:pt x="1473367" y="1652755"/>
                  </a:lnTo>
                  <a:lnTo>
                    <a:pt x="1473361" y="1652763"/>
                  </a:lnTo>
                  <a:lnTo>
                    <a:pt x="1473356" y="1652772"/>
                  </a:lnTo>
                  <a:lnTo>
                    <a:pt x="1473353" y="1652778"/>
                  </a:lnTo>
                  <a:lnTo>
                    <a:pt x="1473342" y="1652784"/>
                  </a:lnTo>
                  <a:lnTo>
                    <a:pt x="1473337" y="1652785"/>
                  </a:lnTo>
                  <a:lnTo>
                    <a:pt x="1473327" y="1652784"/>
                  </a:lnTo>
                  <a:lnTo>
                    <a:pt x="1473318" y="1652781"/>
                  </a:lnTo>
                  <a:lnTo>
                    <a:pt x="1473315" y="1652766"/>
                  </a:lnTo>
                  <a:lnTo>
                    <a:pt x="1473315" y="1652761"/>
                  </a:lnTo>
                  <a:lnTo>
                    <a:pt x="1473312" y="1652754"/>
                  </a:lnTo>
                  <a:lnTo>
                    <a:pt x="1473309" y="1652749"/>
                  </a:lnTo>
                  <a:lnTo>
                    <a:pt x="1473305" y="1652743"/>
                  </a:lnTo>
                  <a:lnTo>
                    <a:pt x="1473298" y="1652733"/>
                  </a:lnTo>
                  <a:lnTo>
                    <a:pt x="1473283" y="1652721"/>
                  </a:lnTo>
                  <a:lnTo>
                    <a:pt x="1473271" y="1652712"/>
                  </a:lnTo>
                  <a:lnTo>
                    <a:pt x="1473255" y="1652709"/>
                  </a:lnTo>
                  <a:lnTo>
                    <a:pt x="1473238" y="1652701"/>
                  </a:lnTo>
                  <a:lnTo>
                    <a:pt x="1473229" y="1652693"/>
                  </a:lnTo>
                  <a:lnTo>
                    <a:pt x="1473225" y="1652689"/>
                  </a:lnTo>
                  <a:lnTo>
                    <a:pt x="1473220" y="1652682"/>
                  </a:lnTo>
                  <a:lnTo>
                    <a:pt x="1473213" y="1652664"/>
                  </a:lnTo>
                  <a:lnTo>
                    <a:pt x="1473212" y="1652651"/>
                  </a:lnTo>
                  <a:lnTo>
                    <a:pt x="1473212" y="1652631"/>
                  </a:lnTo>
                  <a:lnTo>
                    <a:pt x="1473210" y="1652620"/>
                  </a:lnTo>
                  <a:lnTo>
                    <a:pt x="1473205" y="1652611"/>
                  </a:lnTo>
                  <a:lnTo>
                    <a:pt x="1473197" y="1652603"/>
                  </a:lnTo>
                  <a:lnTo>
                    <a:pt x="1473190" y="1652600"/>
                  </a:lnTo>
                  <a:lnTo>
                    <a:pt x="1473185" y="1652600"/>
                  </a:lnTo>
                  <a:lnTo>
                    <a:pt x="1473179" y="1652605"/>
                  </a:lnTo>
                  <a:lnTo>
                    <a:pt x="1473169" y="1652614"/>
                  </a:lnTo>
                  <a:lnTo>
                    <a:pt x="1473161" y="1652625"/>
                  </a:lnTo>
                  <a:lnTo>
                    <a:pt x="1473148" y="1652644"/>
                  </a:lnTo>
                  <a:lnTo>
                    <a:pt x="1473140" y="1652660"/>
                  </a:lnTo>
                  <a:lnTo>
                    <a:pt x="1473132" y="1652677"/>
                  </a:lnTo>
                  <a:lnTo>
                    <a:pt x="1473121" y="1652693"/>
                  </a:lnTo>
                  <a:lnTo>
                    <a:pt x="1473112" y="1652699"/>
                  </a:lnTo>
                  <a:lnTo>
                    <a:pt x="1473094" y="1652709"/>
                  </a:lnTo>
                  <a:lnTo>
                    <a:pt x="1473088" y="1652711"/>
                  </a:lnTo>
                  <a:lnTo>
                    <a:pt x="1473078" y="1652715"/>
                  </a:lnTo>
                  <a:lnTo>
                    <a:pt x="1473066" y="1652716"/>
                  </a:lnTo>
                  <a:lnTo>
                    <a:pt x="1473060" y="1652717"/>
                  </a:lnTo>
                  <a:lnTo>
                    <a:pt x="1473054" y="1652716"/>
                  </a:lnTo>
                  <a:lnTo>
                    <a:pt x="1473046" y="1652715"/>
                  </a:lnTo>
                  <a:lnTo>
                    <a:pt x="1473035" y="1652712"/>
                  </a:lnTo>
                  <a:lnTo>
                    <a:pt x="1473024" y="1652705"/>
                  </a:lnTo>
                  <a:lnTo>
                    <a:pt x="1473013" y="1652695"/>
                  </a:lnTo>
                  <a:lnTo>
                    <a:pt x="1473003" y="1652682"/>
                  </a:lnTo>
                  <a:lnTo>
                    <a:pt x="1472994" y="1652669"/>
                  </a:lnTo>
                  <a:lnTo>
                    <a:pt x="1472987" y="1652666"/>
                  </a:lnTo>
                  <a:lnTo>
                    <a:pt x="1472981" y="1652666"/>
                  </a:lnTo>
                  <a:lnTo>
                    <a:pt x="1472974" y="1652666"/>
                  </a:lnTo>
                  <a:lnTo>
                    <a:pt x="1472963" y="1652666"/>
                  </a:lnTo>
                  <a:lnTo>
                    <a:pt x="1472957" y="1652667"/>
                  </a:lnTo>
                  <a:lnTo>
                    <a:pt x="1472950" y="1652668"/>
                  </a:lnTo>
                  <a:lnTo>
                    <a:pt x="1472927" y="1652673"/>
                  </a:lnTo>
                  <a:lnTo>
                    <a:pt x="1472900" y="1652676"/>
                  </a:lnTo>
                  <a:lnTo>
                    <a:pt x="1472891" y="1652678"/>
                  </a:lnTo>
                  <a:lnTo>
                    <a:pt x="1472874" y="1652681"/>
                  </a:lnTo>
                  <a:lnTo>
                    <a:pt x="1472850" y="1652689"/>
                  </a:lnTo>
                  <a:lnTo>
                    <a:pt x="1472830" y="1652698"/>
                  </a:lnTo>
                  <a:lnTo>
                    <a:pt x="1472818" y="1652706"/>
                  </a:lnTo>
                  <a:lnTo>
                    <a:pt x="1472804" y="1652719"/>
                  </a:lnTo>
                  <a:lnTo>
                    <a:pt x="1472790" y="1652734"/>
                  </a:lnTo>
                  <a:lnTo>
                    <a:pt x="1472774" y="1652753"/>
                  </a:lnTo>
                  <a:lnTo>
                    <a:pt x="1472761" y="1652770"/>
                  </a:lnTo>
                  <a:lnTo>
                    <a:pt x="1472752" y="1652778"/>
                  </a:lnTo>
                  <a:lnTo>
                    <a:pt x="1472737" y="1652785"/>
                  </a:lnTo>
                  <a:lnTo>
                    <a:pt x="1472720" y="1652788"/>
                  </a:lnTo>
                  <a:lnTo>
                    <a:pt x="1472704" y="1652789"/>
                  </a:lnTo>
                  <a:lnTo>
                    <a:pt x="1472684" y="1652785"/>
                  </a:lnTo>
                  <a:lnTo>
                    <a:pt x="1472660" y="1652778"/>
                  </a:lnTo>
                  <a:lnTo>
                    <a:pt x="1472638" y="1652771"/>
                  </a:lnTo>
                  <a:lnTo>
                    <a:pt x="1472602" y="1652755"/>
                  </a:lnTo>
                  <a:lnTo>
                    <a:pt x="1472589" y="1652747"/>
                  </a:lnTo>
                  <a:lnTo>
                    <a:pt x="1472577" y="1652738"/>
                  </a:lnTo>
                  <a:lnTo>
                    <a:pt x="1472571" y="1652729"/>
                  </a:lnTo>
                  <a:lnTo>
                    <a:pt x="1472570" y="1652722"/>
                  </a:lnTo>
                  <a:lnTo>
                    <a:pt x="1472570" y="1652713"/>
                  </a:lnTo>
                  <a:lnTo>
                    <a:pt x="1472574" y="1652700"/>
                  </a:lnTo>
                  <a:lnTo>
                    <a:pt x="1472577" y="1652693"/>
                  </a:lnTo>
                  <a:lnTo>
                    <a:pt x="1472586" y="1652680"/>
                  </a:lnTo>
                  <a:lnTo>
                    <a:pt x="1472597" y="1652666"/>
                  </a:lnTo>
                  <a:lnTo>
                    <a:pt x="1472600" y="1652660"/>
                  </a:lnTo>
                  <a:lnTo>
                    <a:pt x="1472607" y="1652647"/>
                  </a:lnTo>
                  <a:lnTo>
                    <a:pt x="1472610" y="1652634"/>
                  </a:lnTo>
                  <a:lnTo>
                    <a:pt x="1472610" y="1652621"/>
                  </a:lnTo>
                  <a:lnTo>
                    <a:pt x="1472608" y="1652609"/>
                  </a:lnTo>
                  <a:lnTo>
                    <a:pt x="1472607" y="1652598"/>
                  </a:lnTo>
                  <a:lnTo>
                    <a:pt x="1472607" y="1652586"/>
                  </a:lnTo>
                  <a:lnTo>
                    <a:pt x="1472608" y="1652572"/>
                  </a:lnTo>
                  <a:lnTo>
                    <a:pt x="1472611" y="1652567"/>
                  </a:lnTo>
                  <a:lnTo>
                    <a:pt x="1472622" y="1652556"/>
                  </a:lnTo>
                  <a:lnTo>
                    <a:pt x="1472634" y="1652542"/>
                  </a:lnTo>
                  <a:lnTo>
                    <a:pt x="1472641" y="1652532"/>
                  </a:lnTo>
                  <a:lnTo>
                    <a:pt x="1472644" y="1652522"/>
                  </a:lnTo>
                  <a:lnTo>
                    <a:pt x="1472643" y="1652512"/>
                  </a:lnTo>
                  <a:lnTo>
                    <a:pt x="1472641" y="1652502"/>
                  </a:lnTo>
                  <a:lnTo>
                    <a:pt x="1472636" y="1652493"/>
                  </a:lnTo>
                  <a:lnTo>
                    <a:pt x="1472630" y="1652481"/>
                  </a:lnTo>
                  <a:lnTo>
                    <a:pt x="1472622" y="1652473"/>
                  </a:lnTo>
                  <a:lnTo>
                    <a:pt x="1472614" y="1652461"/>
                  </a:lnTo>
                  <a:lnTo>
                    <a:pt x="1472610" y="1652452"/>
                  </a:lnTo>
                  <a:lnTo>
                    <a:pt x="1472607" y="1652442"/>
                  </a:lnTo>
                  <a:lnTo>
                    <a:pt x="1472605" y="1652431"/>
                  </a:lnTo>
                  <a:lnTo>
                    <a:pt x="1472605" y="1652419"/>
                  </a:lnTo>
                  <a:lnTo>
                    <a:pt x="1472605" y="1652402"/>
                  </a:lnTo>
                  <a:lnTo>
                    <a:pt x="1472604" y="1652386"/>
                  </a:lnTo>
                  <a:lnTo>
                    <a:pt x="1472607" y="1652376"/>
                  </a:lnTo>
                  <a:lnTo>
                    <a:pt x="1472615" y="1652366"/>
                  </a:lnTo>
                  <a:lnTo>
                    <a:pt x="1472621" y="1652362"/>
                  </a:lnTo>
                  <a:lnTo>
                    <a:pt x="1472626" y="1652361"/>
                  </a:lnTo>
                  <a:lnTo>
                    <a:pt x="1472636" y="1652359"/>
                  </a:lnTo>
                  <a:lnTo>
                    <a:pt x="1472656" y="1652354"/>
                  </a:lnTo>
                  <a:lnTo>
                    <a:pt x="1472673" y="1652349"/>
                  </a:lnTo>
                  <a:lnTo>
                    <a:pt x="1472683" y="1652346"/>
                  </a:lnTo>
                  <a:lnTo>
                    <a:pt x="1472716" y="1652335"/>
                  </a:lnTo>
                  <a:lnTo>
                    <a:pt x="1472725" y="1652333"/>
                  </a:lnTo>
                  <a:lnTo>
                    <a:pt x="1472734" y="1652331"/>
                  </a:lnTo>
                  <a:lnTo>
                    <a:pt x="1472741" y="1652330"/>
                  </a:lnTo>
                  <a:lnTo>
                    <a:pt x="1472751" y="1652333"/>
                  </a:lnTo>
                  <a:lnTo>
                    <a:pt x="1472763" y="1652336"/>
                  </a:lnTo>
                  <a:lnTo>
                    <a:pt x="1472773" y="1652337"/>
                  </a:lnTo>
                  <a:lnTo>
                    <a:pt x="1472781" y="1652336"/>
                  </a:lnTo>
                  <a:lnTo>
                    <a:pt x="1472785" y="1652333"/>
                  </a:lnTo>
                  <a:lnTo>
                    <a:pt x="1472788" y="1652327"/>
                  </a:lnTo>
                  <a:lnTo>
                    <a:pt x="1472789" y="1652318"/>
                  </a:lnTo>
                  <a:lnTo>
                    <a:pt x="1472788" y="1652310"/>
                  </a:lnTo>
                  <a:lnTo>
                    <a:pt x="1472785" y="1652295"/>
                  </a:lnTo>
                  <a:lnTo>
                    <a:pt x="1472780" y="1652284"/>
                  </a:lnTo>
                  <a:lnTo>
                    <a:pt x="1472773" y="1652278"/>
                  </a:lnTo>
                  <a:lnTo>
                    <a:pt x="1472761" y="1652272"/>
                  </a:lnTo>
                  <a:lnTo>
                    <a:pt x="1472748" y="1652268"/>
                  </a:lnTo>
                  <a:lnTo>
                    <a:pt x="1472735" y="1652262"/>
                  </a:lnTo>
                  <a:lnTo>
                    <a:pt x="1472725" y="1652254"/>
                  </a:lnTo>
                  <a:lnTo>
                    <a:pt x="1472722" y="1652246"/>
                  </a:lnTo>
                  <a:lnTo>
                    <a:pt x="1472722" y="1652238"/>
                  </a:lnTo>
                  <a:lnTo>
                    <a:pt x="1472723" y="1652230"/>
                  </a:lnTo>
                  <a:lnTo>
                    <a:pt x="1472731" y="1652223"/>
                  </a:lnTo>
                  <a:lnTo>
                    <a:pt x="1472743" y="1652220"/>
                  </a:lnTo>
                  <a:lnTo>
                    <a:pt x="1472757" y="1652219"/>
                  </a:lnTo>
                  <a:lnTo>
                    <a:pt x="1472776" y="1652219"/>
                  </a:lnTo>
                  <a:lnTo>
                    <a:pt x="1472802" y="1652220"/>
                  </a:lnTo>
                  <a:lnTo>
                    <a:pt x="1472821" y="1652225"/>
                  </a:lnTo>
                  <a:lnTo>
                    <a:pt x="1472843" y="1652230"/>
                  </a:lnTo>
                  <a:lnTo>
                    <a:pt x="1472862" y="1652231"/>
                  </a:lnTo>
                  <a:lnTo>
                    <a:pt x="1472872" y="1652232"/>
                  </a:lnTo>
                  <a:lnTo>
                    <a:pt x="1472880" y="1652232"/>
                  </a:lnTo>
                  <a:lnTo>
                    <a:pt x="1472896" y="1652233"/>
                  </a:lnTo>
                  <a:lnTo>
                    <a:pt x="1472913" y="1652231"/>
                  </a:lnTo>
                  <a:lnTo>
                    <a:pt x="1472921" y="1652227"/>
                  </a:lnTo>
                  <a:lnTo>
                    <a:pt x="1472931" y="1652222"/>
                  </a:lnTo>
                  <a:lnTo>
                    <a:pt x="1472934" y="1652216"/>
                  </a:lnTo>
                  <a:lnTo>
                    <a:pt x="1472933" y="1652208"/>
                  </a:lnTo>
                  <a:lnTo>
                    <a:pt x="1472929" y="1652201"/>
                  </a:lnTo>
                  <a:lnTo>
                    <a:pt x="1472920" y="1652193"/>
                  </a:lnTo>
                  <a:lnTo>
                    <a:pt x="1472913" y="1652183"/>
                  </a:lnTo>
                  <a:lnTo>
                    <a:pt x="1472909" y="1652174"/>
                  </a:lnTo>
                  <a:lnTo>
                    <a:pt x="1472907" y="1652167"/>
                  </a:lnTo>
                  <a:lnTo>
                    <a:pt x="1472909" y="1652159"/>
                  </a:lnTo>
                  <a:lnTo>
                    <a:pt x="1472913" y="1652153"/>
                  </a:lnTo>
                  <a:lnTo>
                    <a:pt x="1472924" y="1652145"/>
                  </a:lnTo>
                  <a:lnTo>
                    <a:pt x="1472942" y="1652139"/>
                  </a:lnTo>
                  <a:lnTo>
                    <a:pt x="1472950" y="1652134"/>
                  </a:lnTo>
                  <a:lnTo>
                    <a:pt x="1472952" y="1652127"/>
                  </a:lnTo>
                  <a:lnTo>
                    <a:pt x="1472949" y="1652120"/>
                  </a:lnTo>
                  <a:lnTo>
                    <a:pt x="1472942" y="1652113"/>
                  </a:lnTo>
                  <a:lnTo>
                    <a:pt x="1472934" y="1652109"/>
                  </a:lnTo>
                  <a:lnTo>
                    <a:pt x="1472926" y="1652104"/>
                  </a:lnTo>
                  <a:lnTo>
                    <a:pt x="1472920" y="1652097"/>
                  </a:lnTo>
                  <a:lnTo>
                    <a:pt x="1472917" y="1652087"/>
                  </a:lnTo>
                  <a:lnTo>
                    <a:pt x="1472915" y="1652076"/>
                  </a:lnTo>
                  <a:lnTo>
                    <a:pt x="1472915" y="1652065"/>
                  </a:lnTo>
                  <a:lnTo>
                    <a:pt x="1472916" y="1652046"/>
                  </a:lnTo>
                  <a:lnTo>
                    <a:pt x="1472919" y="1652033"/>
                  </a:lnTo>
                  <a:lnTo>
                    <a:pt x="1472924" y="1652017"/>
                  </a:lnTo>
                  <a:lnTo>
                    <a:pt x="1472928" y="1652001"/>
                  </a:lnTo>
                  <a:lnTo>
                    <a:pt x="1472928" y="1651990"/>
                  </a:lnTo>
                  <a:lnTo>
                    <a:pt x="1472928" y="1651982"/>
                  </a:lnTo>
                  <a:lnTo>
                    <a:pt x="1472927" y="1651968"/>
                  </a:lnTo>
                  <a:lnTo>
                    <a:pt x="1472923" y="1651956"/>
                  </a:lnTo>
                  <a:lnTo>
                    <a:pt x="1472919" y="1651945"/>
                  </a:lnTo>
                  <a:lnTo>
                    <a:pt x="1472916" y="1651933"/>
                  </a:lnTo>
                  <a:lnTo>
                    <a:pt x="1472914" y="1651921"/>
                  </a:lnTo>
                  <a:lnTo>
                    <a:pt x="1472914" y="1651913"/>
                  </a:lnTo>
                  <a:lnTo>
                    <a:pt x="1472913" y="1651902"/>
                  </a:lnTo>
                  <a:lnTo>
                    <a:pt x="1472911" y="1651895"/>
                  </a:lnTo>
                  <a:lnTo>
                    <a:pt x="1472905" y="1651889"/>
                  </a:lnTo>
                  <a:lnTo>
                    <a:pt x="1472897" y="1651887"/>
                  </a:lnTo>
                  <a:lnTo>
                    <a:pt x="1472885" y="1651888"/>
                  </a:lnTo>
                  <a:lnTo>
                    <a:pt x="1472876" y="1651890"/>
                  </a:lnTo>
                  <a:lnTo>
                    <a:pt x="1472868" y="1651892"/>
                  </a:lnTo>
                  <a:lnTo>
                    <a:pt x="1472854" y="1651895"/>
                  </a:lnTo>
                  <a:lnTo>
                    <a:pt x="1472844" y="1651894"/>
                  </a:lnTo>
                  <a:lnTo>
                    <a:pt x="1472834" y="1651887"/>
                  </a:lnTo>
                  <a:lnTo>
                    <a:pt x="1472827" y="1651876"/>
                  </a:lnTo>
                  <a:lnTo>
                    <a:pt x="1472822" y="1651867"/>
                  </a:lnTo>
                  <a:lnTo>
                    <a:pt x="1472818" y="1651861"/>
                  </a:lnTo>
                  <a:lnTo>
                    <a:pt x="1472809" y="1651842"/>
                  </a:lnTo>
                  <a:lnTo>
                    <a:pt x="1472806" y="1651838"/>
                  </a:lnTo>
                  <a:lnTo>
                    <a:pt x="1472798" y="1651827"/>
                  </a:lnTo>
                  <a:lnTo>
                    <a:pt x="1472792" y="1651816"/>
                  </a:lnTo>
                  <a:lnTo>
                    <a:pt x="1472788" y="1651810"/>
                  </a:lnTo>
                  <a:lnTo>
                    <a:pt x="1472778" y="1651795"/>
                  </a:lnTo>
                  <a:lnTo>
                    <a:pt x="1472773" y="1651785"/>
                  </a:lnTo>
                  <a:lnTo>
                    <a:pt x="1472770" y="1651774"/>
                  </a:lnTo>
                  <a:lnTo>
                    <a:pt x="1472768" y="1651763"/>
                  </a:lnTo>
                  <a:lnTo>
                    <a:pt x="1472765" y="1651744"/>
                  </a:lnTo>
                  <a:lnTo>
                    <a:pt x="1472763" y="1651734"/>
                  </a:lnTo>
                  <a:lnTo>
                    <a:pt x="1472757" y="1651720"/>
                  </a:lnTo>
                  <a:lnTo>
                    <a:pt x="1472748" y="1651703"/>
                  </a:lnTo>
                  <a:lnTo>
                    <a:pt x="1472744" y="1651697"/>
                  </a:lnTo>
                  <a:lnTo>
                    <a:pt x="1472738" y="1651686"/>
                  </a:lnTo>
                  <a:lnTo>
                    <a:pt x="1472732" y="1651674"/>
                  </a:lnTo>
                  <a:lnTo>
                    <a:pt x="1472729" y="1651664"/>
                  </a:lnTo>
                  <a:lnTo>
                    <a:pt x="1472727" y="1651654"/>
                  </a:lnTo>
                  <a:lnTo>
                    <a:pt x="1472726" y="1651646"/>
                  </a:lnTo>
                  <a:lnTo>
                    <a:pt x="1472726" y="1651626"/>
                  </a:lnTo>
                  <a:lnTo>
                    <a:pt x="1472724" y="1651619"/>
                  </a:lnTo>
                  <a:lnTo>
                    <a:pt x="1472717" y="1651611"/>
                  </a:lnTo>
                  <a:lnTo>
                    <a:pt x="1472710" y="1651605"/>
                  </a:lnTo>
                  <a:lnTo>
                    <a:pt x="1472699" y="1651596"/>
                  </a:lnTo>
                  <a:lnTo>
                    <a:pt x="1472691" y="1651588"/>
                  </a:lnTo>
                  <a:lnTo>
                    <a:pt x="1472685" y="1651582"/>
                  </a:lnTo>
                  <a:lnTo>
                    <a:pt x="1472679" y="1651573"/>
                  </a:lnTo>
                  <a:lnTo>
                    <a:pt x="1472676" y="1651563"/>
                  </a:lnTo>
                  <a:lnTo>
                    <a:pt x="1472675" y="1651550"/>
                  </a:lnTo>
                  <a:lnTo>
                    <a:pt x="1472675" y="1651541"/>
                  </a:lnTo>
                  <a:lnTo>
                    <a:pt x="1472675" y="1651524"/>
                  </a:lnTo>
                  <a:lnTo>
                    <a:pt x="1472675" y="1651517"/>
                  </a:lnTo>
                  <a:lnTo>
                    <a:pt x="1472673" y="1651506"/>
                  </a:lnTo>
                  <a:lnTo>
                    <a:pt x="1472669" y="1651498"/>
                  </a:lnTo>
                  <a:lnTo>
                    <a:pt x="1472666" y="1651488"/>
                  </a:lnTo>
                  <a:lnTo>
                    <a:pt x="1472662" y="1651482"/>
                  </a:lnTo>
                  <a:lnTo>
                    <a:pt x="1472654" y="1651471"/>
                  </a:lnTo>
                  <a:lnTo>
                    <a:pt x="1472646" y="1651460"/>
                  </a:lnTo>
                  <a:lnTo>
                    <a:pt x="1472641" y="1651450"/>
                  </a:lnTo>
                  <a:lnTo>
                    <a:pt x="1472640" y="1651443"/>
                  </a:lnTo>
                  <a:lnTo>
                    <a:pt x="1472641" y="1651435"/>
                  </a:lnTo>
                  <a:lnTo>
                    <a:pt x="1472645" y="1651423"/>
                  </a:lnTo>
                  <a:lnTo>
                    <a:pt x="1472658" y="1651400"/>
                  </a:lnTo>
                  <a:lnTo>
                    <a:pt x="1472675" y="1651363"/>
                  </a:lnTo>
                  <a:lnTo>
                    <a:pt x="1472678" y="1651347"/>
                  </a:lnTo>
                  <a:lnTo>
                    <a:pt x="1472677" y="1651338"/>
                  </a:lnTo>
                  <a:lnTo>
                    <a:pt x="1472673" y="1651334"/>
                  </a:lnTo>
                  <a:lnTo>
                    <a:pt x="1472667" y="1651331"/>
                  </a:lnTo>
                  <a:lnTo>
                    <a:pt x="1472657" y="1651327"/>
                  </a:lnTo>
                  <a:lnTo>
                    <a:pt x="1472646" y="1651323"/>
                  </a:lnTo>
                  <a:lnTo>
                    <a:pt x="1472638" y="1651318"/>
                  </a:lnTo>
                  <a:lnTo>
                    <a:pt x="1472635" y="1651313"/>
                  </a:lnTo>
                  <a:lnTo>
                    <a:pt x="1472635" y="1651306"/>
                  </a:lnTo>
                  <a:lnTo>
                    <a:pt x="1472635" y="1651300"/>
                  </a:lnTo>
                  <a:lnTo>
                    <a:pt x="1472637" y="1651294"/>
                  </a:lnTo>
                  <a:lnTo>
                    <a:pt x="1472644" y="1651281"/>
                  </a:lnTo>
                  <a:lnTo>
                    <a:pt x="1472655" y="1651267"/>
                  </a:lnTo>
                  <a:lnTo>
                    <a:pt x="1472661" y="1651255"/>
                  </a:lnTo>
                  <a:lnTo>
                    <a:pt x="1472663" y="1651246"/>
                  </a:lnTo>
                  <a:lnTo>
                    <a:pt x="1472664" y="1651232"/>
                  </a:lnTo>
                  <a:lnTo>
                    <a:pt x="1472662" y="1651225"/>
                  </a:lnTo>
                  <a:lnTo>
                    <a:pt x="1472659" y="1651220"/>
                  </a:lnTo>
                  <a:lnTo>
                    <a:pt x="1472654" y="1651216"/>
                  </a:lnTo>
                  <a:lnTo>
                    <a:pt x="1472648" y="1651213"/>
                  </a:lnTo>
                  <a:lnTo>
                    <a:pt x="1472642" y="1651209"/>
                  </a:lnTo>
                  <a:lnTo>
                    <a:pt x="1472636" y="1651202"/>
                  </a:lnTo>
                  <a:lnTo>
                    <a:pt x="1472629" y="1651191"/>
                  </a:lnTo>
                  <a:lnTo>
                    <a:pt x="1472626" y="1651182"/>
                  </a:lnTo>
                  <a:lnTo>
                    <a:pt x="1472625" y="1651176"/>
                  </a:lnTo>
                  <a:lnTo>
                    <a:pt x="1472624" y="1651170"/>
                  </a:lnTo>
                  <a:lnTo>
                    <a:pt x="1472621" y="1651163"/>
                  </a:lnTo>
                  <a:lnTo>
                    <a:pt x="1472617" y="1651158"/>
                  </a:lnTo>
                  <a:lnTo>
                    <a:pt x="1472608" y="1651156"/>
                  </a:lnTo>
                  <a:lnTo>
                    <a:pt x="1472596" y="1651154"/>
                  </a:lnTo>
                  <a:lnTo>
                    <a:pt x="1472581" y="1651152"/>
                  </a:lnTo>
                  <a:lnTo>
                    <a:pt x="1472559" y="1651147"/>
                  </a:lnTo>
                  <a:lnTo>
                    <a:pt x="1472544" y="1651145"/>
                  </a:lnTo>
                  <a:lnTo>
                    <a:pt x="1472535" y="1651142"/>
                  </a:lnTo>
                  <a:lnTo>
                    <a:pt x="1472529" y="1651137"/>
                  </a:lnTo>
                  <a:lnTo>
                    <a:pt x="1472525" y="1651132"/>
                  </a:lnTo>
                  <a:lnTo>
                    <a:pt x="1472519" y="1651122"/>
                  </a:lnTo>
                  <a:lnTo>
                    <a:pt x="1472512" y="1651107"/>
                  </a:lnTo>
                  <a:lnTo>
                    <a:pt x="1472505" y="1651090"/>
                  </a:lnTo>
                  <a:lnTo>
                    <a:pt x="1472499" y="1651083"/>
                  </a:lnTo>
                  <a:lnTo>
                    <a:pt x="1472491" y="1651079"/>
                  </a:lnTo>
                  <a:lnTo>
                    <a:pt x="1472482" y="1651078"/>
                  </a:lnTo>
                  <a:lnTo>
                    <a:pt x="1472468" y="1651081"/>
                  </a:lnTo>
                  <a:lnTo>
                    <a:pt x="1472457" y="1651085"/>
                  </a:lnTo>
                  <a:lnTo>
                    <a:pt x="1472449" y="1651086"/>
                  </a:lnTo>
                  <a:lnTo>
                    <a:pt x="1472444" y="1651084"/>
                  </a:lnTo>
                  <a:lnTo>
                    <a:pt x="1472440" y="1651078"/>
                  </a:lnTo>
                  <a:lnTo>
                    <a:pt x="1472437" y="1651071"/>
                  </a:lnTo>
                  <a:lnTo>
                    <a:pt x="1472431" y="1651057"/>
                  </a:lnTo>
                  <a:lnTo>
                    <a:pt x="1472427" y="1651045"/>
                  </a:lnTo>
                  <a:lnTo>
                    <a:pt x="1472423" y="1651029"/>
                  </a:lnTo>
                  <a:lnTo>
                    <a:pt x="1472421" y="1651022"/>
                  </a:lnTo>
                  <a:lnTo>
                    <a:pt x="1472416" y="1651017"/>
                  </a:lnTo>
                  <a:lnTo>
                    <a:pt x="1472410" y="1651016"/>
                  </a:lnTo>
                  <a:lnTo>
                    <a:pt x="1472399" y="1651015"/>
                  </a:lnTo>
                  <a:lnTo>
                    <a:pt x="1472394" y="1651016"/>
                  </a:lnTo>
                  <a:lnTo>
                    <a:pt x="1472388" y="1651016"/>
                  </a:lnTo>
                  <a:lnTo>
                    <a:pt x="1472383" y="1651015"/>
                  </a:lnTo>
                  <a:lnTo>
                    <a:pt x="1472379" y="1651012"/>
                  </a:lnTo>
                  <a:lnTo>
                    <a:pt x="1472374" y="1651007"/>
                  </a:lnTo>
                  <a:lnTo>
                    <a:pt x="1472369" y="1650998"/>
                  </a:lnTo>
                  <a:lnTo>
                    <a:pt x="1472363" y="1650988"/>
                  </a:lnTo>
                  <a:lnTo>
                    <a:pt x="1472360" y="1650979"/>
                  </a:lnTo>
                  <a:lnTo>
                    <a:pt x="1472353" y="1650963"/>
                  </a:lnTo>
                  <a:lnTo>
                    <a:pt x="1472346" y="1650951"/>
                  </a:lnTo>
                  <a:lnTo>
                    <a:pt x="1472342" y="1650946"/>
                  </a:lnTo>
                  <a:lnTo>
                    <a:pt x="1472333" y="1650943"/>
                  </a:lnTo>
                  <a:lnTo>
                    <a:pt x="1472327" y="1650941"/>
                  </a:lnTo>
                  <a:lnTo>
                    <a:pt x="1472316" y="1650940"/>
                  </a:lnTo>
                  <a:lnTo>
                    <a:pt x="1472297" y="1650941"/>
                  </a:lnTo>
                  <a:lnTo>
                    <a:pt x="1472278" y="1650940"/>
                  </a:lnTo>
                  <a:lnTo>
                    <a:pt x="1472271" y="1650939"/>
                  </a:lnTo>
                  <a:lnTo>
                    <a:pt x="1472265" y="1650937"/>
                  </a:lnTo>
                  <a:lnTo>
                    <a:pt x="1472257" y="1650929"/>
                  </a:lnTo>
                  <a:lnTo>
                    <a:pt x="1472251" y="1650921"/>
                  </a:lnTo>
                  <a:lnTo>
                    <a:pt x="1472243" y="1650910"/>
                  </a:lnTo>
                  <a:lnTo>
                    <a:pt x="1472241" y="1650898"/>
                  </a:lnTo>
                  <a:lnTo>
                    <a:pt x="1472240" y="1650890"/>
                  </a:lnTo>
                  <a:lnTo>
                    <a:pt x="1472239" y="1650881"/>
                  </a:lnTo>
                  <a:lnTo>
                    <a:pt x="1472236" y="1650868"/>
                  </a:lnTo>
                  <a:lnTo>
                    <a:pt x="1472234" y="1650860"/>
                  </a:lnTo>
                  <a:lnTo>
                    <a:pt x="1472231" y="1650850"/>
                  </a:lnTo>
                  <a:lnTo>
                    <a:pt x="1472229" y="1650843"/>
                  </a:lnTo>
                  <a:lnTo>
                    <a:pt x="1472226" y="1650834"/>
                  </a:lnTo>
                  <a:lnTo>
                    <a:pt x="1472217" y="1650837"/>
                  </a:lnTo>
                  <a:lnTo>
                    <a:pt x="1472207" y="1650841"/>
                  </a:lnTo>
                  <a:lnTo>
                    <a:pt x="1472201" y="1650846"/>
                  </a:lnTo>
                  <a:lnTo>
                    <a:pt x="1472196" y="1650850"/>
                  </a:lnTo>
                  <a:lnTo>
                    <a:pt x="1472192" y="1650859"/>
                  </a:lnTo>
                  <a:lnTo>
                    <a:pt x="1472187" y="1650869"/>
                  </a:lnTo>
                  <a:lnTo>
                    <a:pt x="1472186" y="1650877"/>
                  </a:lnTo>
                  <a:lnTo>
                    <a:pt x="1472186" y="1650888"/>
                  </a:lnTo>
                  <a:lnTo>
                    <a:pt x="1472187" y="1650897"/>
                  </a:lnTo>
                  <a:lnTo>
                    <a:pt x="1472187" y="1650904"/>
                  </a:lnTo>
                  <a:lnTo>
                    <a:pt x="1472180" y="1650903"/>
                  </a:lnTo>
                  <a:lnTo>
                    <a:pt x="1472171" y="1650903"/>
                  </a:lnTo>
                  <a:lnTo>
                    <a:pt x="1472162" y="1650901"/>
                  </a:lnTo>
                  <a:lnTo>
                    <a:pt x="1472156" y="1650899"/>
                  </a:lnTo>
                  <a:lnTo>
                    <a:pt x="1472151" y="1650894"/>
                  </a:lnTo>
                  <a:lnTo>
                    <a:pt x="1472148" y="1650883"/>
                  </a:lnTo>
                  <a:lnTo>
                    <a:pt x="1472143" y="1650871"/>
                  </a:lnTo>
                  <a:lnTo>
                    <a:pt x="1472127" y="1650867"/>
                  </a:lnTo>
                  <a:lnTo>
                    <a:pt x="1472111" y="1650862"/>
                  </a:lnTo>
                  <a:lnTo>
                    <a:pt x="1472100" y="1650862"/>
                  </a:lnTo>
                  <a:lnTo>
                    <a:pt x="1472089" y="1650861"/>
                  </a:lnTo>
                  <a:lnTo>
                    <a:pt x="1472078" y="1650858"/>
                  </a:lnTo>
                  <a:lnTo>
                    <a:pt x="1472070" y="1650856"/>
                  </a:lnTo>
                  <a:lnTo>
                    <a:pt x="1472059" y="1650856"/>
                  </a:lnTo>
                  <a:lnTo>
                    <a:pt x="1472053" y="1650856"/>
                  </a:lnTo>
                  <a:lnTo>
                    <a:pt x="1472048" y="1650858"/>
                  </a:lnTo>
                  <a:lnTo>
                    <a:pt x="1472034" y="1650867"/>
                  </a:lnTo>
                  <a:lnTo>
                    <a:pt x="1472019" y="1650876"/>
                  </a:lnTo>
                  <a:lnTo>
                    <a:pt x="1472006" y="1650885"/>
                  </a:lnTo>
                  <a:lnTo>
                    <a:pt x="1471999" y="1650889"/>
                  </a:lnTo>
                  <a:lnTo>
                    <a:pt x="1471991" y="1650891"/>
                  </a:lnTo>
                  <a:lnTo>
                    <a:pt x="1471971" y="1650893"/>
                  </a:lnTo>
                  <a:lnTo>
                    <a:pt x="1471952" y="1650895"/>
                  </a:lnTo>
                  <a:lnTo>
                    <a:pt x="1471939" y="1650896"/>
                  </a:lnTo>
                  <a:lnTo>
                    <a:pt x="1471926" y="1650895"/>
                  </a:lnTo>
                  <a:lnTo>
                    <a:pt x="1471914" y="1650890"/>
                  </a:lnTo>
                  <a:lnTo>
                    <a:pt x="1471907" y="1650886"/>
                  </a:lnTo>
                  <a:lnTo>
                    <a:pt x="1471899" y="1650884"/>
                  </a:lnTo>
                  <a:lnTo>
                    <a:pt x="1471883" y="1650885"/>
                  </a:lnTo>
                  <a:lnTo>
                    <a:pt x="1471864" y="1650884"/>
                  </a:lnTo>
                  <a:lnTo>
                    <a:pt x="1471849" y="1650884"/>
                  </a:lnTo>
                  <a:lnTo>
                    <a:pt x="1471844" y="1650885"/>
                  </a:lnTo>
                  <a:lnTo>
                    <a:pt x="1471839" y="1650886"/>
                  </a:lnTo>
                  <a:lnTo>
                    <a:pt x="1471824" y="1650890"/>
                  </a:lnTo>
                  <a:lnTo>
                    <a:pt x="1471813" y="1650894"/>
                  </a:lnTo>
                  <a:lnTo>
                    <a:pt x="1471800" y="1650894"/>
                  </a:lnTo>
                  <a:lnTo>
                    <a:pt x="1471791" y="1650893"/>
                  </a:lnTo>
                  <a:lnTo>
                    <a:pt x="1471776" y="1650887"/>
                  </a:lnTo>
                  <a:lnTo>
                    <a:pt x="1471765" y="1650879"/>
                  </a:lnTo>
                  <a:lnTo>
                    <a:pt x="1471748" y="1650871"/>
                  </a:lnTo>
                  <a:lnTo>
                    <a:pt x="1471738" y="1650865"/>
                  </a:lnTo>
                  <a:lnTo>
                    <a:pt x="1471727" y="1650858"/>
                  </a:lnTo>
                  <a:lnTo>
                    <a:pt x="1471721" y="1650854"/>
                  </a:lnTo>
                  <a:lnTo>
                    <a:pt x="1471709" y="1650851"/>
                  </a:lnTo>
                  <a:lnTo>
                    <a:pt x="1471700" y="1650850"/>
                  </a:lnTo>
                  <a:lnTo>
                    <a:pt x="1471692" y="1650846"/>
                  </a:lnTo>
                  <a:lnTo>
                    <a:pt x="1471688" y="1650840"/>
                  </a:lnTo>
                  <a:lnTo>
                    <a:pt x="1471679" y="1650828"/>
                  </a:lnTo>
                  <a:lnTo>
                    <a:pt x="1471669" y="1650819"/>
                  </a:lnTo>
                  <a:lnTo>
                    <a:pt x="1471664" y="1650816"/>
                  </a:lnTo>
                  <a:lnTo>
                    <a:pt x="1471654" y="1650810"/>
                  </a:lnTo>
                  <a:lnTo>
                    <a:pt x="1471646" y="1650798"/>
                  </a:lnTo>
                  <a:lnTo>
                    <a:pt x="1471642" y="1650793"/>
                  </a:lnTo>
                  <a:lnTo>
                    <a:pt x="1471630" y="1650783"/>
                  </a:lnTo>
                  <a:lnTo>
                    <a:pt x="1471624" y="1650795"/>
                  </a:lnTo>
                  <a:lnTo>
                    <a:pt x="1471614" y="1650808"/>
                  </a:lnTo>
                  <a:lnTo>
                    <a:pt x="1471601" y="1650822"/>
                  </a:lnTo>
                  <a:lnTo>
                    <a:pt x="1471597" y="1650828"/>
                  </a:lnTo>
                  <a:lnTo>
                    <a:pt x="1471586" y="1650843"/>
                  </a:lnTo>
                  <a:lnTo>
                    <a:pt x="1471570" y="1650853"/>
                  </a:lnTo>
                  <a:lnTo>
                    <a:pt x="1471558" y="1650867"/>
                  </a:lnTo>
                  <a:lnTo>
                    <a:pt x="1471550" y="1650876"/>
                  </a:lnTo>
                  <a:lnTo>
                    <a:pt x="1471544" y="1650893"/>
                  </a:lnTo>
                  <a:lnTo>
                    <a:pt x="1471539" y="1650903"/>
                  </a:lnTo>
                  <a:lnTo>
                    <a:pt x="1471534" y="1650915"/>
                  </a:lnTo>
                  <a:lnTo>
                    <a:pt x="1471531" y="1650923"/>
                  </a:lnTo>
                  <a:lnTo>
                    <a:pt x="1471529" y="1650932"/>
                  </a:lnTo>
                  <a:lnTo>
                    <a:pt x="1471526" y="1650941"/>
                  </a:lnTo>
                  <a:lnTo>
                    <a:pt x="1471522" y="1650945"/>
                  </a:lnTo>
                  <a:lnTo>
                    <a:pt x="1471497" y="1650961"/>
                  </a:lnTo>
                  <a:lnTo>
                    <a:pt x="1471490" y="1650966"/>
                  </a:lnTo>
                  <a:lnTo>
                    <a:pt x="1471482" y="1650972"/>
                  </a:lnTo>
                  <a:lnTo>
                    <a:pt x="1471471" y="1650975"/>
                  </a:lnTo>
                  <a:lnTo>
                    <a:pt x="1471461" y="1650974"/>
                  </a:lnTo>
                  <a:lnTo>
                    <a:pt x="1471455" y="1650974"/>
                  </a:lnTo>
                  <a:lnTo>
                    <a:pt x="1471445" y="1650975"/>
                  </a:lnTo>
                  <a:lnTo>
                    <a:pt x="1471440" y="1650978"/>
                  </a:lnTo>
                  <a:lnTo>
                    <a:pt x="1471437" y="1650984"/>
                  </a:lnTo>
                  <a:lnTo>
                    <a:pt x="1471432" y="1650996"/>
                  </a:lnTo>
                  <a:lnTo>
                    <a:pt x="1471427" y="1651002"/>
                  </a:lnTo>
                  <a:lnTo>
                    <a:pt x="1471418" y="1651013"/>
                  </a:lnTo>
                  <a:lnTo>
                    <a:pt x="1471405" y="1651034"/>
                  </a:lnTo>
                  <a:lnTo>
                    <a:pt x="1471393" y="1651043"/>
                  </a:lnTo>
                  <a:lnTo>
                    <a:pt x="1471382" y="1651051"/>
                  </a:lnTo>
                  <a:lnTo>
                    <a:pt x="1471372" y="1651056"/>
                  </a:lnTo>
                  <a:lnTo>
                    <a:pt x="1471357" y="1651064"/>
                  </a:lnTo>
                  <a:lnTo>
                    <a:pt x="1471348" y="1651066"/>
                  </a:lnTo>
                  <a:lnTo>
                    <a:pt x="1471338" y="1651066"/>
                  </a:lnTo>
                  <a:lnTo>
                    <a:pt x="1471328" y="1651062"/>
                  </a:lnTo>
                  <a:lnTo>
                    <a:pt x="1471319" y="1651071"/>
                  </a:lnTo>
                  <a:lnTo>
                    <a:pt x="1471312" y="1651078"/>
                  </a:lnTo>
                  <a:lnTo>
                    <a:pt x="1471307" y="1651085"/>
                  </a:lnTo>
                  <a:lnTo>
                    <a:pt x="1471303" y="1651091"/>
                  </a:lnTo>
                  <a:lnTo>
                    <a:pt x="1471297" y="1651102"/>
                  </a:lnTo>
                  <a:lnTo>
                    <a:pt x="1471291" y="1651116"/>
                  </a:lnTo>
                  <a:lnTo>
                    <a:pt x="1471284" y="1651135"/>
                  </a:lnTo>
                  <a:lnTo>
                    <a:pt x="1471278" y="1651151"/>
                  </a:lnTo>
                  <a:lnTo>
                    <a:pt x="1471275" y="1651163"/>
                  </a:lnTo>
                  <a:lnTo>
                    <a:pt x="1471274" y="1651168"/>
                  </a:lnTo>
                  <a:lnTo>
                    <a:pt x="1471274" y="1651175"/>
                  </a:lnTo>
                  <a:lnTo>
                    <a:pt x="1471274" y="1651181"/>
                  </a:lnTo>
                  <a:lnTo>
                    <a:pt x="1471276" y="1651198"/>
                  </a:lnTo>
                  <a:lnTo>
                    <a:pt x="1471276" y="1651203"/>
                  </a:lnTo>
                  <a:lnTo>
                    <a:pt x="1471277" y="1651215"/>
                  </a:lnTo>
                  <a:lnTo>
                    <a:pt x="1471278" y="1651231"/>
                  </a:lnTo>
                  <a:lnTo>
                    <a:pt x="1471280" y="1651249"/>
                  </a:lnTo>
                  <a:lnTo>
                    <a:pt x="1471283" y="1651268"/>
                  </a:lnTo>
                  <a:lnTo>
                    <a:pt x="1471283" y="1651276"/>
                  </a:lnTo>
                  <a:lnTo>
                    <a:pt x="1471281" y="1651288"/>
                  </a:lnTo>
                  <a:lnTo>
                    <a:pt x="1471276" y="1651289"/>
                  </a:lnTo>
                  <a:lnTo>
                    <a:pt x="1471270" y="1651290"/>
                  </a:lnTo>
                  <a:lnTo>
                    <a:pt x="1471264" y="1651290"/>
                  </a:lnTo>
                  <a:lnTo>
                    <a:pt x="1471257" y="1651290"/>
                  </a:lnTo>
                  <a:lnTo>
                    <a:pt x="1471252" y="1651290"/>
                  </a:lnTo>
                  <a:lnTo>
                    <a:pt x="1471247" y="1651289"/>
                  </a:lnTo>
                  <a:lnTo>
                    <a:pt x="1471240" y="1651288"/>
                  </a:lnTo>
                  <a:lnTo>
                    <a:pt x="1471229" y="1651286"/>
                  </a:lnTo>
                  <a:lnTo>
                    <a:pt x="1471222" y="1651285"/>
                  </a:lnTo>
                  <a:lnTo>
                    <a:pt x="1471216" y="1651285"/>
                  </a:lnTo>
                  <a:lnTo>
                    <a:pt x="1471210" y="1651287"/>
                  </a:lnTo>
                  <a:lnTo>
                    <a:pt x="1471201" y="1651290"/>
                  </a:lnTo>
                  <a:lnTo>
                    <a:pt x="1471194" y="1651294"/>
                  </a:lnTo>
                  <a:lnTo>
                    <a:pt x="1471187" y="1651299"/>
                  </a:lnTo>
                  <a:lnTo>
                    <a:pt x="1471181" y="1651304"/>
                  </a:lnTo>
                  <a:lnTo>
                    <a:pt x="1471176" y="1651303"/>
                  </a:lnTo>
                  <a:lnTo>
                    <a:pt x="1471170" y="1651294"/>
                  </a:lnTo>
                  <a:lnTo>
                    <a:pt x="1471165" y="1651288"/>
                  </a:lnTo>
                  <a:lnTo>
                    <a:pt x="1471160" y="1651279"/>
                  </a:lnTo>
                  <a:lnTo>
                    <a:pt x="1471154" y="1651275"/>
                  </a:lnTo>
                  <a:lnTo>
                    <a:pt x="1471149" y="1651272"/>
                  </a:lnTo>
                  <a:lnTo>
                    <a:pt x="1471144" y="1651269"/>
                  </a:lnTo>
                  <a:lnTo>
                    <a:pt x="1471134" y="1651267"/>
                  </a:lnTo>
                  <a:lnTo>
                    <a:pt x="1471126" y="1651267"/>
                  </a:lnTo>
                  <a:lnTo>
                    <a:pt x="1471121" y="1651268"/>
                  </a:lnTo>
                  <a:lnTo>
                    <a:pt x="1471115" y="1651271"/>
                  </a:lnTo>
                  <a:lnTo>
                    <a:pt x="1471109" y="1651275"/>
                  </a:lnTo>
                  <a:lnTo>
                    <a:pt x="1471103" y="1651279"/>
                  </a:lnTo>
                  <a:lnTo>
                    <a:pt x="1471087" y="1651284"/>
                  </a:lnTo>
                  <a:lnTo>
                    <a:pt x="1471079" y="1651287"/>
                  </a:lnTo>
                  <a:lnTo>
                    <a:pt x="1471073" y="1651289"/>
                  </a:lnTo>
                  <a:lnTo>
                    <a:pt x="1471077" y="1651296"/>
                  </a:lnTo>
                  <a:lnTo>
                    <a:pt x="1471081" y="1651302"/>
                  </a:lnTo>
                  <a:lnTo>
                    <a:pt x="1471084" y="1651307"/>
                  </a:lnTo>
                  <a:lnTo>
                    <a:pt x="1471087" y="1651312"/>
                  </a:lnTo>
                  <a:lnTo>
                    <a:pt x="1471091" y="1651319"/>
                  </a:lnTo>
                  <a:lnTo>
                    <a:pt x="1471093" y="1651324"/>
                  </a:lnTo>
                  <a:lnTo>
                    <a:pt x="1471094" y="1651329"/>
                  </a:lnTo>
                  <a:lnTo>
                    <a:pt x="1471094" y="1651339"/>
                  </a:lnTo>
                  <a:lnTo>
                    <a:pt x="1471093" y="1651345"/>
                  </a:lnTo>
                  <a:lnTo>
                    <a:pt x="1471088" y="1651350"/>
                  </a:lnTo>
                  <a:lnTo>
                    <a:pt x="1471083" y="1651351"/>
                  </a:lnTo>
                  <a:lnTo>
                    <a:pt x="1471075" y="1651353"/>
                  </a:lnTo>
                  <a:lnTo>
                    <a:pt x="1471067" y="1651354"/>
                  </a:lnTo>
                  <a:lnTo>
                    <a:pt x="1471062" y="1651356"/>
                  </a:lnTo>
                  <a:lnTo>
                    <a:pt x="1471055" y="1651359"/>
                  </a:lnTo>
                  <a:lnTo>
                    <a:pt x="1471049" y="1651363"/>
                  </a:lnTo>
                  <a:lnTo>
                    <a:pt x="1471043" y="1651367"/>
                  </a:lnTo>
                  <a:lnTo>
                    <a:pt x="1471038" y="1651373"/>
                  </a:lnTo>
                  <a:lnTo>
                    <a:pt x="1471032" y="1651377"/>
                  </a:lnTo>
                  <a:lnTo>
                    <a:pt x="1471025" y="1651377"/>
                  </a:lnTo>
                  <a:lnTo>
                    <a:pt x="1471018" y="1651377"/>
                  </a:lnTo>
                  <a:lnTo>
                    <a:pt x="1471012" y="1651377"/>
                  </a:lnTo>
                  <a:lnTo>
                    <a:pt x="1471005" y="1651379"/>
                  </a:lnTo>
                  <a:lnTo>
                    <a:pt x="1470999" y="1651377"/>
                  </a:lnTo>
                  <a:lnTo>
                    <a:pt x="1470996" y="1651373"/>
                  </a:lnTo>
                  <a:lnTo>
                    <a:pt x="1470993" y="1651369"/>
                  </a:lnTo>
                  <a:lnTo>
                    <a:pt x="1470991" y="1651363"/>
                  </a:lnTo>
                  <a:lnTo>
                    <a:pt x="1470990" y="1651354"/>
                  </a:lnTo>
                  <a:lnTo>
                    <a:pt x="1470989" y="1651344"/>
                  </a:lnTo>
                  <a:lnTo>
                    <a:pt x="1470993" y="1651332"/>
                  </a:lnTo>
                  <a:lnTo>
                    <a:pt x="1470998" y="1651320"/>
                  </a:lnTo>
                  <a:lnTo>
                    <a:pt x="1470991" y="1651324"/>
                  </a:lnTo>
                  <a:lnTo>
                    <a:pt x="1470987" y="1651327"/>
                  </a:lnTo>
                  <a:lnTo>
                    <a:pt x="1470979" y="1651332"/>
                  </a:lnTo>
                  <a:lnTo>
                    <a:pt x="1470964" y="1651332"/>
                  </a:lnTo>
                  <a:lnTo>
                    <a:pt x="1470960" y="1651328"/>
                  </a:lnTo>
                  <a:lnTo>
                    <a:pt x="1470953" y="1651326"/>
                  </a:lnTo>
                  <a:lnTo>
                    <a:pt x="1470946" y="1651327"/>
                  </a:lnTo>
                  <a:lnTo>
                    <a:pt x="1470943" y="1651333"/>
                  </a:lnTo>
                  <a:lnTo>
                    <a:pt x="1470945" y="1651338"/>
                  </a:lnTo>
                  <a:lnTo>
                    <a:pt x="1470953" y="1651350"/>
                  </a:lnTo>
                  <a:lnTo>
                    <a:pt x="1470956" y="1651361"/>
                  </a:lnTo>
                  <a:lnTo>
                    <a:pt x="1470957" y="1651368"/>
                  </a:lnTo>
                  <a:lnTo>
                    <a:pt x="1470959" y="1651376"/>
                  </a:lnTo>
                  <a:lnTo>
                    <a:pt x="1470960" y="1651383"/>
                  </a:lnTo>
                  <a:lnTo>
                    <a:pt x="1470955" y="1651380"/>
                  </a:lnTo>
                  <a:lnTo>
                    <a:pt x="1470951" y="1651375"/>
                  </a:lnTo>
                  <a:lnTo>
                    <a:pt x="1470947" y="1651371"/>
                  </a:lnTo>
                  <a:lnTo>
                    <a:pt x="1470943" y="1651366"/>
                  </a:lnTo>
                  <a:lnTo>
                    <a:pt x="1470937" y="1651366"/>
                  </a:lnTo>
                  <a:lnTo>
                    <a:pt x="1470931" y="1651370"/>
                  </a:lnTo>
                  <a:lnTo>
                    <a:pt x="1470924" y="1651372"/>
                  </a:lnTo>
                  <a:lnTo>
                    <a:pt x="1470919" y="1651374"/>
                  </a:lnTo>
                  <a:lnTo>
                    <a:pt x="1470913" y="1651377"/>
                  </a:lnTo>
                  <a:lnTo>
                    <a:pt x="1470901" y="1651384"/>
                  </a:lnTo>
                  <a:lnTo>
                    <a:pt x="1470894" y="1651386"/>
                  </a:lnTo>
                  <a:lnTo>
                    <a:pt x="1470889" y="1651388"/>
                  </a:lnTo>
                  <a:lnTo>
                    <a:pt x="1470883" y="1651390"/>
                  </a:lnTo>
                  <a:lnTo>
                    <a:pt x="1470871" y="1651393"/>
                  </a:lnTo>
                  <a:lnTo>
                    <a:pt x="1470862" y="1651395"/>
                  </a:lnTo>
                  <a:lnTo>
                    <a:pt x="1470842" y="1651397"/>
                  </a:lnTo>
                  <a:lnTo>
                    <a:pt x="1470831" y="1651401"/>
                  </a:lnTo>
                  <a:lnTo>
                    <a:pt x="1470824" y="1651410"/>
                  </a:lnTo>
                  <a:lnTo>
                    <a:pt x="1470817" y="1651420"/>
                  </a:lnTo>
                  <a:lnTo>
                    <a:pt x="1470807" y="1651431"/>
                  </a:lnTo>
                  <a:lnTo>
                    <a:pt x="1470793" y="1651436"/>
                  </a:lnTo>
                  <a:lnTo>
                    <a:pt x="1470775" y="1651436"/>
                  </a:lnTo>
                  <a:lnTo>
                    <a:pt x="1470753" y="1651433"/>
                  </a:lnTo>
                  <a:lnTo>
                    <a:pt x="1470740" y="1651430"/>
                  </a:lnTo>
                  <a:lnTo>
                    <a:pt x="1470722" y="1651417"/>
                  </a:lnTo>
                  <a:lnTo>
                    <a:pt x="1470705" y="1651412"/>
                  </a:lnTo>
                  <a:lnTo>
                    <a:pt x="1470678" y="1651412"/>
                  </a:lnTo>
                  <a:lnTo>
                    <a:pt x="1470654" y="1651408"/>
                  </a:lnTo>
                  <a:lnTo>
                    <a:pt x="1470636" y="1651408"/>
                  </a:lnTo>
                  <a:lnTo>
                    <a:pt x="1470623" y="1651409"/>
                  </a:lnTo>
                  <a:lnTo>
                    <a:pt x="1470603" y="1651413"/>
                  </a:lnTo>
                  <a:lnTo>
                    <a:pt x="1470592" y="1651414"/>
                  </a:lnTo>
                  <a:lnTo>
                    <a:pt x="1470578" y="1651415"/>
                  </a:lnTo>
                  <a:lnTo>
                    <a:pt x="1470566" y="1651414"/>
                  </a:lnTo>
                  <a:lnTo>
                    <a:pt x="1470559" y="1651409"/>
                  </a:lnTo>
                  <a:lnTo>
                    <a:pt x="1470552" y="1651403"/>
                  </a:lnTo>
                  <a:lnTo>
                    <a:pt x="1470547" y="1651397"/>
                  </a:lnTo>
                  <a:lnTo>
                    <a:pt x="1470541" y="1651389"/>
                  </a:lnTo>
                  <a:lnTo>
                    <a:pt x="1470535" y="1651384"/>
                  </a:lnTo>
                  <a:lnTo>
                    <a:pt x="1470519" y="1651397"/>
                  </a:lnTo>
                  <a:lnTo>
                    <a:pt x="1470503" y="1651408"/>
                  </a:lnTo>
                  <a:lnTo>
                    <a:pt x="1470492" y="1651415"/>
                  </a:lnTo>
                  <a:lnTo>
                    <a:pt x="1470485" y="1651420"/>
                  </a:lnTo>
                  <a:lnTo>
                    <a:pt x="1470469" y="1651429"/>
                  </a:lnTo>
                  <a:lnTo>
                    <a:pt x="1470451" y="1651438"/>
                  </a:lnTo>
                  <a:lnTo>
                    <a:pt x="1470442" y="1651442"/>
                  </a:lnTo>
                  <a:lnTo>
                    <a:pt x="1470428" y="1651450"/>
                  </a:lnTo>
                  <a:lnTo>
                    <a:pt x="1470421" y="1651454"/>
                  </a:lnTo>
                  <a:lnTo>
                    <a:pt x="1470410" y="1651459"/>
                  </a:lnTo>
                  <a:lnTo>
                    <a:pt x="1470403" y="1651459"/>
                  </a:lnTo>
                  <a:lnTo>
                    <a:pt x="1470396" y="1651459"/>
                  </a:lnTo>
                  <a:lnTo>
                    <a:pt x="1470390" y="1651458"/>
                  </a:lnTo>
                  <a:lnTo>
                    <a:pt x="1470373" y="1651460"/>
                  </a:lnTo>
                  <a:lnTo>
                    <a:pt x="1470362" y="1651464"/>
                  </a:lnTo>
                  <a:lnTo>
                    <a:pt x="1470348" y="1651472"/>
                  </a:lnTo>
                  <a:lnTo>
                    <a:pt x="1470338" y="1651480"/>
                  </a:lnTo>
                  <a:lnTo>
                    <a:pt x="1470329" y="1651495"/>
                  </a:lnTo>
                  <a:lnTo>
                    <a:pt x="1470318" y="1651505"/>
                  </a:lnTo>
                  <a:lnTo>
                    <a:pt x="1470311" y="1651512"/>
                  </a:lnTo>
                  <a:lnTo>
                    <a:pt x="1470303" y="1651515"/>
                  </a:lnTo>
                  <a:lnTo>
                    <a:pt x="1470296" y="1651516"/>
                  </a:lnTo>
                  <a:lnTo>
                    <a:pt x="1470285" y="1651516"/>
                  </a:lnTo>
                  <a:lnTo>
                    <a:pt x="1470270" y="1651517"/>
                  </a:lnTo>
                  <a:lnTo>
                    <a:pt x="1470256" y="1651515"/>
                  </a:lnTo>
                  <a:lnTo>
                    <a:pt x="1470244" y="1651516"/>
                  </a:lnTo>
                  <a:lnTo>
                    <a:pt x="1470226" y="1651516"/>
                  </a:lnTo>
                  <a:lnTo>
                    <a:pt x="1470208" y="1651514"/>
                  </a:lnTo>
                  <a:lnTo>
                    <a:pt x="1470199" y="1651510"/>
                  </a:lnTo>
                  <a:lnTo>
                    <a:pt x="1470193" y="1651503"/>
                  </a:lnTo>
                  <a:lnTo>
                    <a:pt x="1470184" y="1651497"/>
                  </a:lnTo>
                  <a:lnTo>
                    <a:pt x="1470116" y="1651634"/>
                  </a:lnTo>
                  <a:lnTo>
                    <a:pt x="1470131" y="1651646"/>
                  </a:lnTo>
                  <a:lnTo>
                    <a:pt x="1470140" y="1651656"/>
                  </a:lnTo>
                  <a:lnTo>
                    <a:pt x="1470150" y="1651666"/>
                  </a:lnTo>
                  <a:lnTo>
                    <a:pt x="1470159" y="1651673"/>
                  </a:lnTo>
                  <a:lnTo>
                    <a:pt x="1470169" y="1651682"/>
                  </a:lnTo>
                  <a:lnTo>
                    <a:pt x="1470181" y="1651690"/>
                  </a:lnTo>
                  <a:lnTo>
                    <a:pt x="1470185" y="1651694"/>
                  </a:lnTo>
                  <a:lnTo>
                    <a:pt x="1470191" y="1651699"/>
                  </a:lnTo>
                  <a:lnTo>
                    <a:pt x="1470196" y="1651703"/>
                  </a:lnTo>
                  <a:lnTo>
                    <a:pt x="1470205" y="1651713"/>
                  </a:lnTo>
                  <a:lnTo>
                    <a:pt x="1470214" y="1651719"/>
                  </a:lnTo>
                  <a:lnTo>
                    <a:pt x="1470232" y="1651725"/>
                  </a:lnTo>
                  <a:lnTo>
                    <a:pt x="1470247" y="1651734"/>
                  </a:lnTo>
                  <a:lnTo>
                    <a:pt x="1470266" y="1651737"/>
                  </a:lnTo>
                  <a:lnTo>
                    <a:pt x="1470275" y="1651740"/>
                  </a:lnTo>
                  <a:lnTo>
                    <a:pt x="1470282" y="1651739"/>
                  </a:lnTo>
                  <a:lnTo>
                    <a:pt x="1470294" y="1651734"/>
                  </a:lnTo>
                  <a:lnTo>
                    <a:pt x="1470303" y="1651732"/>
                  </a:lnTo>
                  <a:lnTo>
                    <a:pt x="1470313" y="1651734"/>
                  </a:lnTo>
                  <a:lnTo>
                    <a:pt x="1470327" y="1651736"/>
                  </a:lnTo>
                  <a:lnTo>
                    <a:pt x="1470345" y="1651734"/>
                  </a:lnTo>
                  <a:lnTo>
                    <a:pt x="1470352" y="1651734"/>
                  </a:lnTo>
                  <a:lnTo>
                    <a:pt x="1470364" y="1651732"/>
                  </a:lnTo>
                  <a:lnTo>
                    <a:pt x="1470376" y="1651735"/>
                  </a:lnTo>
                  <a:lnTo>
                    <a:pt x="1470384" y="1651739"/>
                  </a:lnTo>
                  <a:lnTo>
                    <a:pt x="1470394" y="1651742"/>
                  </a:lnTo>
                  <a:lnTo>
                    <a:pt x="1470410" y="1651745"/>
                  </a:lnTo>
                  <a:lnTo>
                    <a:pt x="1470426" y="1651750"/>
                  </a:lnTo>
                  <a:lnTo>
                    <a:pt x="1470447" y="1651758"/>
                  </a:lnTo>
                  <a:lnTo>
                    <a:pt x="1470460" y="1651761"/>
                  </a:lnTo>
                  <a:lnTo>
                    <a:pt x="1470476" y="1651762"/>
                  </a:lnTo>
                  <a:lnTo>
                    <a:pt x="1470484" y="1651762"/>
                  </a:lnTo>
                  <a:lnTo>
                    <a:pt x="1470495" y="1651761"/>
                  </a:lnTo>
                  <a:lnTo>
                    <a:pt x="1470503" y="1651760"/>
                  </a:lnTo>
                  <a:lnTo>
                    <a:pt x="1470508" y="1651757"/>
                  </a:lnTo>
                  <a:lnTo>
                    <a:pt x="1470518" y="1651751"/>
                  </a:lnTo>
                  <a:lnTo>
                    <a:pt x="1470527" y="1651748"/>
                  </a:lnTo>
                  <a:lnTo>
                    <a:pt x="1470536" y="1651746"/>
                  </a:lnTo>
                  <a:lnTo>
                    <a:pt x="1470542" y="1651747"/>
                  </a:lnTo>
                  <a:lnTo>
                    <a:pt x="1470547" y="1651756"/>
                  </a:lnTo>
                  <a:lnTo>
                    <a:pt x="1470539" y="1651759"/>
                  </a:lnTo>
                  <a:lnTo>
                    <a:pt x="1470532" y="1651759"/>
                  </a:lnTo>
                  <a:lnTo>
                    <a:pt x="1470525" y="1651760"/>
                  </a:lnTo>
                  <a:lnTo>
                    <a:pt x="1470517" y="1651766"/>
                  </a:lnTo>
                  <a:lnTo>
                    <a:pt x="1470516" y="1651786"/>
                  </a:lnTo>
                  <a:lnTo>
                    <a:pt x="1470514" y="1651793"/>
                  </a:lnTo>
                  <a:lnTo>
                    <a:pt x="1470506" y="1651796"/>
                  </a:lnTo>
                  <a:lnTo>
                    <a:pt x="1470490" y="1651796"/>
                  </a:lnTo>
                  <a:lnTo>
                    <a:pt x="1470472" y="1651797"/>
                  </a:lnTo>
                  <a:lnTo>
                    <a:pt x="1470464" y="1651799"/>
                  </a:lnTo>
                  <a:lnTo>
                    <a:pt x="1470459" y="1651806"/>
                  </a:lnTo>
                  <a:lnTo>
                    <a:pt x="1470448" y="1651820"/>
                  </a:lnTo>
                  <a:lnTo>
                    <a:pt x="1470436" y="1651831"/>
                  </a:lnTo>
                  <a:lnTo>
                    <a:pt x="1470425" y="1651839"/>
                  </a:lnTo>
                  <a:lnTo>
                    <a:pt x="1470411" y="1651844"/>
                  </a:lnTo>
                  <a:lnTo>
                    <a:pt x="1470403" y="1651845"/>
                  </a:lnTo>
                  <a:lnTo>
                    <a:pt x="1470388" y="1651846"/>
                  </a:lnTo>
                  <a:lnTo>
                    <a:pt x="1470376" y="1651846"/>
                  </a:lnTo>
                  <a:lnTo>
                    <a:pt x="1470370" y="1651845"/>
                  </a:lnTo>
                  <a:lnTo>
                    <a:pt x="1470364" y="1651844"/>
                  </a:lnTo>
                  <a:lnTo>
                    <a:pt x="1470358" y="1651842"/>
                  </a:lnTo>
                  <a:lnTo>
                    <a:pt x="1470350" y="1651840"/>
                  </a:lnTo>
                  <a:lnTo>
                    <a:pt x="1470337" y="1651839"/>
                  </a:lnTo>
                  <a:lnTo>
                    <a:pt x="1470321" y="1651840"/>
                  </a:lnTo>
                  <a:lnTo>
                    <a:pt x="1470317" y="1651848"/>
                  </a:lnTo>
                  <a:lnTo>
                    <a:pt x="1470316" y="1651860"/>
                  </a:lnTo>
                  <a:lnTo>
                    <a:pt x="1470313" y="1651869"/>
                  </a:lnTo>
                  <a:lnTo>
                    <a:pt x="1470308" y="1651878"/>
                  </a:lnTo>
                  <a:lnTo>
                    <a:pt x="1470302" y="1651886"/>
                  </a:lnTo>
                  <a:lnTo>
                    <a:pt x="1470297" y="1651890"/>
                  </a:lnTo>
                  <a:lnTo>
                    <a:pt x="1470291" y="1651894"/>
                  </a:lnTo>
                  <a:lnTo>
                    <a:pt x="1470283" y="1651898"/>
                  </a:lnTo>
                  <a:lnTo>
                    <a:pt x="1470278" y="1651901"/>
                  </a:lnTo>
                  <a:lnTo>
                    <a:pt x="1470270" y="1651904"/>
                  </a:lnTo>
                  <a:lnTo>
                    <a:pt x="1470261" y="1651911"/>
                  </a:lnTo>
                  <a:lnTo>
                    <a:pt x="1470252" y="1651922"/>
                  </a:lnTo>
                  <a:lnTo>
                    <a:pt x="1470248" y="1651933"/>
                  </a:lnTo>
                  <a:lnTo>
                    <a:pt x="1470246" y="1651939"/>
                  </a:lnTo>
                  <a:lnTo>
                    <a:pt x="1470242" y="1651959"/>
                  </a:lnTo>
                  <a:lnTo>
                    <a:pt x="1470236" y="1651966"/>
                  </a:lnTo>
                  <a:lnTo>
                    <a:pt x="1470224" y="1651969"/>
                  </a:lnTo>
                  <a:lnTo>
                    <a:pt x="1470216" y="1651970"/>
                  </a:lnTo>
                  <a:lnTo>
                    <a:pt x="1470203" y="1651972"/>
                  </a:lnTo>
                  <a:lnTo>
                    <a:pt x="1470186" y="1651978"/>
                  </a:lnTo>
                  <a:lnTo>
                    <a:pt x="1470177" y="1651984"/>
                  </a:lnTo>
                  <a:lnTo>
                    <a:pt x="1470169" y="1651995"/>
                  </a:lnTo>
                  <a:lnTo>
                    <a:pt x="1470166" y="1652012"/>
                  </a:lnTo>
                  <a:lnTo>
                    <a:pt x="1470165" y="1652023"/>
                  </a:lnTo>
                  <a:lnTo>
                    <a:pt x="1470163" y="1652029"/>
                  </a:lnTo>
                  <a:lnTo>
                    <a:pt x="1470161" y="1652035"/>
                  </a:lnTo>
                  <a:lnTo>
                    <a:pt x="1470153" y="1652048"/>
                  </a:lnTo>
                  <a:lnTo>
                    <a:pt x="1470142" y="1652057"/>
                  </a:lnTo>
                  <a:lnTo>
                    <a:pt x="1470131" y="1652069"/>
                  </a:lnTo>
                  <a:lnTo>
                    <a:pt x="1470114" y="1652080"/>
                  </a:lnTo>
                  <a:lnTo>
                    <a:pt x="1470101" y="1652093"/>
                  </a:lnTo>
                  <a:lnTo>
                    <a:pt x="1470095" y="1652107"/>
                  </a:lnTo>
                  <a:lnTo>
                    <a:pt x="1470088" y="1652117"/>
                  </a:lnTo>
                  <a:lnTo>
                    <a:pt x="1470073" y="1652127"/>
                  </a:lnTo>
                  <a:lnTo>
                    <a:pt x="1470049" y="1652156"/>
                  </a:lnTo>
                  <a:lnTo>
                    <a:pt x="1470034" y="1652178"/>
                  </a:lnTo>
                  <a:lnTo>
                    <a:pt x="1470022" y="1652190"/>
                  </a:lnTo>
                  <a:lnTo>
                    <a:pt x="1470011" y="1652201"/>
                  </a:lnTo>
                  <a:lnTo>
                    <a:pt x="1470010" y="1652212"/>
                  </a:lnTo>
                  <a:lnTo>
                    <a:pt x="1470009" y="1652228"/>
                  </a:lnTo>
                  <a:lnTo>
                    <a:pt x="1470010" y="1652235"/>
                  </a:lnTo>
                  <a:lnTo>
                    <a:pt x="1470003" y="1652247"/>
                  </a:lnTo>
                  <a:lnTo>
                    <a:pt x="1469991" y="1652261"/>
                  </a:lnTo>
                  <a:lnTo>
                    <a:pt x="1469988" y="1652267"/>
                  </a:lnTo>
                  <a:lnTo>
                    <a:pt x="1469980" y="1652267"/>
                  </a:lnTo>
                  <a:lnTo>
                    <a:pt x="1469964" y="1652264"/>
                  </a:lnTo>
                  <a:lnTo>
                    <a:pt x="1469950" y="1652259"/>
                  </a:lnTo>
                  <a:lnTo>
                    <a:pt x="1469938" y="1652261"/>
                  </a:lnTo>
                  <a:lnTo>
                    <a:pt x="1469924" y="1652266"/>
                  </a:lnTo>
                  <a:lnTo>
                    <a:pt x="1469908" y="1652268"/>
                  </a:lnTo>
                  <a:lnTo>
                    <a:pt x="1469899" y="1652264"/>
                  </a:lnTo>
                  <a:lnTo>
                    <a:pt x="1469893" y="1652255"/>
                  </a:lnTo>
                  <a:lnTo>
                    <a:pt x="1469881" y="1652243"/>
                  </a:lnTo>
                  <a:lnTo>
                    <a:pt x="1469870" y="1652238"/>
                  </a:lnTo>
                  <a:lnTo>
                    <a:pt x="1469858" y="1652236"/>
                  </a:lnTo>
                  <a:lnTo>
                    <a:pt x="1469846" y="1652238"/>
                  </a:lnTo>
                  <a:lnTo>
                    <a:pt x="1469838" y="1652240"/>
                  </a:lnTo>
                  <a:lnTo>
                    <a:pt x="1469829" y="1652237"/>
                  </a:lnTo>
                  <a:lnTo>
                    <a:pt x="1469818" y="1652233"/>
                  </a:lnTo>
                  <a:lnTo>
                    <a:pt x="1469806" y="1652228"/>
                  </a:lnTo>
                  <a:lnTo>
                    <a:pt x="1469797" y="1652222"/>
                  </a:lnTo>
                  <a:lnTo>
                    <a:pt x="1469789" y="1652214"/>
                  </a:lnTo>
                  <a:lnTo>
                    <a:pt x="1469780" y="1652199"/>
                  </a:lnTo>
                  <a:lnTo>
                    <a:pt x="1469771" y="1652193"/>
                  </a:lnTo>
                  <a:lnTo>
                    <a:pt x="1469759" y="1652189"/>
                  </a:lnTo>
                  <a:lnTo>
                    <a:pt x="1469751" y="1652188"/>
                  </a:lnTo>
                  <a:lnTo>
                    <a:pt x="1469747" y="1652195"/>
                  </a:lnTo>
                  <a:lnTo>
                    <a:pt x="1469737" y="1652208"/>
                  </a:lnTo>
                  <a:lnTo>
                    <a:pt x="1469727" y="1652220"/>
                  </a:lnTo>
                  <a:lnTo>
                    <a:pt x="1469713" y="1652236"/>
                  </a:lnTo>
                  <a:lnTo>
                    <a:pt x="1469704" y="1652245"/>
                  </a:lnTo>
                  <a:lnTo>
                    <a:pt x="1469693" y="1652251"/>
                  </a:lnTo>
                  <a:lnTo>
                    <a:pt x="1469684" y="1652258"/>
                  </a:lnTo>
                  <a:lnTo>
                    <a:pt x="1469679" y="1652263"/>
                  </a:lnTo>
                  <a:lnTo>
                    <a:pt x="1469672" y="1652272"/>
                  </a:lnTo>
                  <a:lnTo>
                    <a:pt x="1469668" y="1652286"/>
                  </a:lnTo>
                  <a:lnTo>
                    <a:pt x="1469663" y="1652302"/>
                  </a:lnTo>
                  <a:lnTo>
                    <a:pt x="1469657" y="1652317"/>
                  </a:lnTo>
                  <a:lnTo>
                    <a:pt x="1469647" y="1652337"/>
                  </a:lnTo>
                  <a:lnTo>
                    <a:pt x="1469637" y="1652358"/>
                  </a:lnTo>
                  <a:lnTo>
                    <a:pt x="1469630" y="1652376"/>
                  </a:lnTo>
                  <a:lnTo>
                    <a:pt x="1469620" y="1652402"/>
                  </a:lnTo>
                  <a:lnTo>
                    <a:pt x="1469616" y="1652412"/>
                  </a:lnTo>
                  <a:lnTo>
                    <a:pt x="1469609" y="1652428"/>
                  </a:lnTo>
                  <a:lnTo>
                    <a:pt x="1469600" y="1652451"/>
                  </a:lnTo>
                  <a:lnTo>
                    <a:pt x="1469581" y="1652484"/>
                  </a:lnTo>
                  <a:lnTo>
                    <a:pt x="1469569" y="1652507"/>
                  </a:lnTo>
                  <a:lnTo>
                    <a:pt x="1469560" y="1652519"/>
                  </a:lnTo>
                  <a:lnTo>
                    <a:pt x="1469550" y="1652528"/>
                  </a:lnTo>
                  <a:lnTo>
                    <a:pt x="1469542" y="1652530"/>
                  </a:lnTo>
                  <a:lnTo>
                    <a:pt x="1469532" y="1652531"/>
                  </a:lnTo>
                  <a:lnTo>
                    <a:pt x="1469517" y="1652531"/>
                  </a:lnTo>
                  <a:lnTo>
                    <a:pt x="1469509" y="1652531"/>
                  </a:lnTo>
                  <a:lnTo>
                    <a:pt x="1469504" y="1652533"/>
                  </a:lnTo>
                  <a:lnTo>
                    <a:pt x="1469500" y="1652536"/>
                  </a:lnTo>
                  <a:lnTo>
                    <a:pt x="1469491" y="1652540"/>
                  </a:lnTo>
                  <a:lnTo>
                    <a:pt x="1469479" y="1652547"/>
                  </a:lnTo>
                  <a:lnTo>
                    <a:pt x="1469470" y="1652548"/>
                  </a:lnTo>
                  <a:lnTo>
                    <a:pt x="1469460" y="1652545"/>
                  </a:lnTo>
                  <a:lnTo>
                    <a:pt x="1469452" y="1652543"/>
                  </a:lnTo>
                  <a:lnTo>
                    <a:pt x="1469427" y="1652548"/>
                  </a:lnTo>
                  <a:lnTo>
                    <a:pt x="1469419" y="1652552"/>
                  </a:lnTo>
                  <a:lnTo>
                    <a:pt x="1469407" y="1652557"/>
                  </a:lnTo>
                  <a:lnTo>
                    <a:pt x="1469395" y="1652566"/>
                  </a:lnTo>
                  <a:lnTo>
                    <a:pt x="1469387" y="1652576"/>
                  </a:lnTo>
                  <a:lnTo>
                    <a:pt x="1469386" y="1652585"/>
                  </a:lnTo>
                  <a:lnTo>
                    <a:pt x="1469385" y="1652596"/>
                  </a:lnTo>
                  <a:lnTo>
                    <a:pt x="1469384" y="1652602"/>
                  </a:lnTo>
                  <a:lnTo>
                    <a:pt x="1469380" y="1652613"/>
                  </a:lnTo>
                  <a:lnTo>
                    <a:pt x="1469372" y="1652616"/>
                  </a:lnTo>
                  <a:lnTo>
                    <a:pt x="1469361" y="1652621"/>
                  </a:lnTo>
                  <a:lnTo>
                    <a:pt x="1469340" y="1652628"/>
                  </a:lnTo>
                  <a:lnTo>
                    <a:pt x="1469328" y="1652636"/>
                  </a:lnTo>
                  <a:lnTo>
                    <a:pt x="1469320" y="1652646"/>
                  </a:lnTo>
                  <a:lnTo>
                    <a:pt x="1469311" y="1652662"/>
                  </a:lnTo>
                  <a:lnTo>
                    <a:pt x="1469306" y="1652673"/>
                  </a:lnTo>
                  <a:lnTo>
                    <a:pt x="1469303" y="1652679"/>
                  </a:lnTo>
                  <a:lnTo>
                    <a:pt x="1469297" y="1652689"/>
                  </a:lnTo>
                  <a:lnTo>
                    <a:pt x="1469293" y="1652695"/>
                  </a:lnTo>
                  <a:lnTo>
                    <a:pt x="1469286" y="1652708"/>
                  </a:lnTo>
                  <a:lnTo>
                    <a:pt x="1469274" y="1652724"/>
                  </a:lnTo>
                  <a:lnTo>
                    <a:pt x="1469267" y="1652733"/>
                  </a:lnTo>
                  <a:lnTo>
                    <a:pt x="1469264" y="1652737"/>
                  </a:lnTo>
                  <a:lnTo>
                    <a:pt x="1469256" y="1652746"/>
                  </a:lnTo>
                  <a:lnTo>
                    <a:pt x="1469252" y="1652750"/>
                  </a:lnTo>
                  <a:lnTo>
                    <a:pt x="1469242" y="1652765"/>
                  </a:lnTo>
                  <a:lnTo>
                    <a:pt x="1469235" y="1652781"/>
                  </a:lnTo>
                  <a:lnTo>
                    <a:pt x="1469226" y="1652790"/>
                  </a:lnTo>
                  <a:lnTo>
                    <a:pt x="1469220" y="1652797"/>
                  </a:lnTo>
                  <a:lnTo>
                    <a:pt x="1469218" y="1652809"/>
                  </a:lnTo>
                  <a:lnTo>
                    <a:pt x="1469213" y="1652822"/>
                  </a:lnTo>
                  <a:lnTo>
                    <a:pt x="1469208" y="1652827"/>
                  </a:lnTo>
                  <a:lnTo>
                    <a:pt x="1469202" y="1652833"/>
                  </a:lnTo>
                  <a:lnTo>
                    <a:pt x="1469185" y="1652850"/>
                  </a:lnTo>
                  <a:lnTo>
                    <a:pt x="1469182" y="1652861"/>
                  </a:lnTo>
                  <a:lnTo>
                    <a:pt x="1469183" y="1652871"/>
                  </a:lnTo>
                  <a:lnTo>
                    <a:pt x="1469183" y="1652880"/>
                  </a:lnTo>
                  <a:lnTo>
                    <a:pt x="1469184" y="1652893"/>
                  </a:lnTo>
                  <a:lnTo>
                    <a:pt x="1469180" y="1652924"/>
                  </a:lnTo>
                  <a:lnTo>
                    <a:pt x="1469178" y="1652933"/>
                  </a:lnTo>
                  <a:lnTo>
                    <a:pt x="1469176" y="1652940"/>
                  </a:lnTo>
                  <a:lnTo>
                    <a:pt x="1469173" y="1652946"/>
                  </a:lnTo>
                  <a:lnTo>
                    <a:pt x="1469170" y="1652954"/>
                  </a:lnTo>
                  <a:lnTo>
                    <a:pt x="1469164" y="1652962"/>
                  </a:lnTo>
                  <a:lnTo>
                    <a:pt x="1469154" y="1652970"/>
                  </a:lnTo>
                  <a:lnTo>
                    <a:pt x="1469139" y="1652984"/>
                  </a:lnTo>
                  <a:lnTo>
                    <a:pt x="1469130" y="1652996"/>
                  </a:lnTo>
                  <a:lnTo>
                    <a:pt x="1469122" y="1653003"/>
                  </a:lnTo>
                  <a:lnTo>
                    <a:pt x="1469117" y="1653008"/>
                  </a:lnTo>
                  <a:lnTo>
                    <a:pt x="1469108" y="1653019"/>
                  </a:lnTo>
                  <a:lnTo>
                    <a:pt x="1469110" y="1653028"/>
                  </a:lnTo>
                  <a:lnTo>
                    <a:pt x="1469109" y="1653039"/>
                  </a:lnTo>
                  <a:lnTo>
                    <a:pt x="1469106" y="1653058"/>
                  </a:lnTo>
                  <a:lnTo>
                    <a:pt x="1469104" y="1653066"/>
                  </a:lnTo>
                  <a:lnTo>
                    <a:pt x="1469101" y="1653083"/>
                  </a:lnTo>
                  <a:lnTo>
                    <a:pt x="1469097" y="1653102"/>
                  </a:lnTo>
                  <a:lnTo>
                    <a:pt x="1469096" y="1653113"/>
                  </a:lnTo>
                  <a:lnTo>
                    <a:pt x="1469098" y="1653123"/>
                  </a:lnTo>
                  <a:lnTo>
                    <a:pt x="1469102" y="1653131"/>
                  </a:lnTo>
                  <a:lnTo>
                    <a:pt x="1469110" y="1653139"/>
                  </a:lnTo>
                  <a:lnTo>
                    <a:pt x="1469115" y="1653146"/>
                  </a:lnTo>
                  <a:lnTo>
                    <a:pt x="1469116" y="1653152"/>
                  </a:lnTo>
                  <a:lnTo>
                    <a:pt x="1469116" y="1653160"/>
                  </a:lnTo>
                  <a:lnTo>
                    <a:pt x="1469114" y="1653176"/>
                  </a:lnTo>
                  <a:lnTo>
                    <a:pt x="1469113" y="1653189"/>
                  </a:lnTo>
                  <a:lnTo>
                    <a:pt x="1469116" y="1653207"/>
                  </a:lnTo>
                  <a:lnTo>
                    <a:pt x="1469119" y="1653223"/>
                  </a:lnTo>
                  <a:lnTo>
                    <a:pt x="1469123" y="1653237"/>
                  </a:lnTo>
                  <a:lnTo>
                    <a:pt x="1469129" y="1653249"/>
                  </a:lnTo>
                  <a:lnTo>
                    <a:pt x="1469131" y="1653256"/>
                  </a:lnTo>
                  <a:lnTo>
                    <a:pt x="1469127" y="1653262"/>
                  </a:lnTo>
                  <a:lnTo>
                    <a:pt x="1469121" y="1653268"/>
                  </a:lnTo>
                  <a:lnTo>
                    <a:pt x="1469116" y="1653274"/>
                  </a:lnTo>
                  <a:lnTo>
                    <a:pt x="1469108" y="1653283"/>
                  </a:lnTo>
                  <a:lnTo>
                    <a:pt x="1469101" y="1653295"/>
                  </a:lnTo>
                  <a:lnTo>
                    <a:pt x="1469098" y="1653306"/>
                  </a:lnTo>
                  <a:lnTo>
                    <a:pt x="1469090" y="1653328"/>
                  </a:lnTo>
                  <a:lnTo>
                    <a:pt x="1469085" y="1653341"/>
                  </a:lnTo>
                  <a:lnTo>
                    <a:pt x="1469080" y="1653350"/>
                  </a:lnTo>
                  <a:lnTo>
                    <a:pt x="1469075" y="1653356"/>
                  </a:lnTo>
                  <a:lnTo>
                    <a:pt x="1469070" y="1653359"/>
                  </a:lnTo>
                  <a:lnTo>
                    <a:pt x="1469065" y="1653361"/>
                  </a:lnTo>
                  <a:lnTo>
                    <a:pt x="1469057" y="1653361"/>
                  </a:lnTo>
                  <a:lnTo>
                    <a:pt x="1469047" y="1653361"/>
                  </a:lnTo>
                  <a:lnTo>
                    <a:pt x="1469032" y="1653361"/>
                  </a:lnTo>
                  <a:lnTo>
                    <a:pt x="1469015" y="1653362"/>
                  </a:lnTo>
                  <a:lnTo>
                    <a:pt x="1468998" y="1653373"/>
                  </a:lnTo>
                  <a:lnTo>
                    <a:pt x="1468992" y="1653377"/>
                  </a:lnTo>
                  <a:lnTo>
                    <a:pt x="1468988" y="1653382"/>
                  </a:lnTo>
                  <a:lnTo>
                    <a:pt x="1468982" y="1653389"/>
                  </a:lnTo>
                  <a:lnTo>
                    <a:pt x="1468977" y="1653394"/>
                  </a:lnTo>
                  <a:lnTo>
                    <a:pt x="1468973" y="1653398"/>
                  </a:lnTo>
                  <a:lnTo>
                    <a:pt x="1468920" y="1653405"/>
                  </a:lnTo>
                  <a:lnTo>
                    <a:pt x="1468896" y="1653500"/>
                  </a:lnTo>
                  <a:lnTo>
                    <a:pt x="1468890" y="1653531"/>
                  </a:lnTo>
                  <a:lnTo>
                    <a:pt x="1468893" y="1653539"/>
                  </a:lnTo>
                  <a:lnTo>
                    <a:pt x="1468898" y="1653546"/>
                  </a:lnTo>
                  <a:lnTo>
                    <a:pt x="1468907" y="1653554"/>
                  </a:lnTo>
                  <a:lnTo>
                    <a:pt x="1468916" y="1653562"/>
                  </a:lnTo>
                  <a:lnTo>
                    <a:pt x="1468924" y="1653566"/>
                  </a:lnTo>
                  <a:lnTo>
                    <a:pt x="1468929" y="1653569"/>
                  </a:lnTo>
                  <a:lnTo>
                    <a:pt x="1468934" y="1653574"/>
                  </a:lnTo>
                  <a:lnTo>
                    <a:pt x="1468934" y="1653583"/>
                  </a:lnTo>
                  <a:lnTo>
                    <a:pt x="1468934" y="1653591"/>
                  </a:lnTo>
                  <a:lnTo>
                    <a:pt x="1468934" y="1653601"/>
                  </a:lnTo>
                  <a:lnTo>
                    <a:pt x="1468931" y="1653609"/>
                  </a:lnTo>
                  <a:lnTo>
                    <a:pt x="1468924" y="1653620"/>
                  </a:lnTo>
                  <a:lnTo>
                    <a:pt x="1468920" y="1653627"/>
                  </a:lnTo>
                  <a:lnTo>
                    <a:pt x="1468916" y="1653634"/>
                  </a:lnTo>
                  <a:lnTo>
                    <a:pt x="1468906" y="1653651"/>
                  </a:lnTo>
                  <a:lnTo>
                    <a:pt x="1468901" y="1653664"/>
                  </a:lnTo>
                  <a:lnTo>
                    <a:pt x="1468895" y="1653675"/>
                  </a:lnTo>
                  <a:lnTo>
                    <a:pt x="1468886" y="1653687"/>
                  </a:lnTo>
                  <a:lnTo>
                    <a:pt x="1468874" y="1653699"/>
                  </a:lnTo>
                  <a:lnTo>
                    <a:pt x="1468864" y="1653710"/>
                  </a:lnTo>
                  <a:lnTo>
                    <a:pt x="1468881" y="1653776"/>
                  </a:lnTo>
                  <a:lnTo>
                    <a:pt x="1468882" y="1653790"/>
                  </a:lnTo>
                  <a:lnTo>
                    <a:pt x="1468876" y="1653803"/>
                  </a:lnTo>
                  <a:lnTo>
                    <a:pt x="1468869" y="1653810"/>
                  </a:lnTo>
                  <a:lnTo>
                    <a:pt x="1468857" y="1653815"/>
                  </a:lnTo>
                  <a:lnTo>
                    <a:pt x="1468845" y="1653814"/>
                  </a:lnTo>
                  <a:lnTo>
                    <a:pt x="1468836" y="1653810"/>
                  </a:lnTo>
                  <a:lnTo>
                    <a:pt x="1468829" y="1653806"/>
                  </a:lnTo>
                  <a:lnTo>
                    <a:pt x="1468819" y="1653809"/>
                  </a:lnTo>
                  <a:lnTo>
                    <a:pt x="1468805" y="1653822"/>
                  </a:lnTo>
                  <a:lnTo>
                    <a:pt x="1468795" y="1653838"/>
                  </a:lnTo>
                  <a:lnTo>
                    <a:pt x="1468783" y="1653854"/>
                  </a:lnTo>
                  <a:lnTo>
                    <a:pt x="1468771" y="1653865"/>
                  </a:lnTo>
                  <a:lnTo>
                    <a:pt x="1468760" y="1653872"/>
                  </a:lnTo>
                  <a:lnTo>
                    <a:pt x="1468756" y="1653880"/>
                  </a:lnTo>
                  <a:lnTo>
                    <a:pt x="1468756" y="1653896"/>
                  </a:lnTo>
                  <a:lnTo>
                    <a:pt x="1468750" y="1653911"/>
                  </a:lnTo>
                  <a:lnTo>
                    <a:pt x="1468746" y="1653919"/>
                  </a:lnTo>
                  <a:lnTo>
                    <a:pt x="1468742" y="1653928"/>
                  </a:lnTo>
                  <a:lnTo>
                    <a:pt x="1468740" y="1653939"/>
                  </a:lnTo>
                  <a:lnTo>
                    <a:pt x="1468735" y="1653951"/>
                  </a:lnTo>
                  <a:lnTo>
                    <a:pt x="1468727" y="1653974"/>
                  </a:lnTo>
                  <a:lnTo>
                    <a:pt x="1468726" y="1653984"/>
                  </a:lnTo>
                  <a:lnTo>
                    <a:pt x="1468726" y="1654000"/>
                  </a:lnTo>
                  <a:lnTo>
                    <a:pt x="1468724" y="1654012"/>
                  </a:lnTo>
                  <a:lnTo>
                    <a:pt x="1468718" y="1654029"/>
                  </a:lnTo>
                  <a:lnTo>
                    <a:pt x="1468713" y="1654035"/>
                  </a:lnTo>
                  <a:lnTo>
                    <a:pt x="1468710" y="1654044"/>
                  </a:lnTo>
                  <a:lnTo>
                    <a:pt x="1468693" y="1654047"/>
                  </a:lnTo>
                  <a:lnTo>
                    <a:pt x="1468679" y="1654051"/>
                  </a:lnTo>
                  <a:lnTo>
                    <a:pt x="1468659" y="1654062"/>
                  </a:lnTo>
                  <a:lnTo>
                    <a:pt x="1468646" y="1654071"/>
                  </a:lnTo>
                  <a:lnTo>
                    <a:pt x="1468641" y="1654083"/>
                  </a:lnTo>
                  <a:lnTo>
                    <a:pt x="1468638" y="1654091"/>
                  </a:lnTo>
                  <a:lnTo>
                    <a:pt x="1468631" y="1654111"/>
                  </a:lnTo>
                  <a:lnTo>
                    <a:pt x="1468627" y="1654123"/>
                  </a:lnTo>
                  <a:lnTo>
                    <a:pt x="1468628" y="1654131"/>
                  </a:lnTo>
                  <a:lnTo>
                    <a:pt x="1468628" y="1654139"/>
                  </a:lnTo>
                  <a:lnTo>
                    <a:pt x="1468628" y="1654145"/>
                  </a:lnTo>
                  <a:lnTo>
                    <a:pt x="1468629" y="1654153"/>
                  </a:lnTo>
                  <a:lnTo>
                    <a:pt x="1468626" y="1654162"/>
                  </a:lnTo>
                  <a:lnTo>
                    <a:pt x="1468622" y="1654172"/>
                  </a:lnTo>
                  <a:lnTo>
                    <a:pt x="1468620" y="1654182"/>
                  </a:lnTo>
                  <a:lnTo>
                    <a:pt x="1468617" y="1654196"/>
                  </a:lnTo>
                  <a:lnTo>
                    <a:pt x="1468615" y="1654205"/>
                  </a:lnTo>
                  <a:lnTo>
                    <a:pt x="1468610" y="1654212"/>
                  </a:lnTo>
                  <a:lnTo>
                    <a:pt x="1468605" y="1654213"/>
                  </a:lnTo>
                  <a:lnTo>
                    <a:pt x="1468599" y="1654215"/>
                  </a:lnTo>
                  <a:lnTo>
                    <a:pt x="1468594" y="1654220"/>
                  </a:lnTo>
                  <a:lnTo>
                    <a:pt x="1468590" y="1654226"/>
                  </a:lnTo>
                  <a:lnTo>
                    <a:pt x="1468585" y="1654233"/>
                  </a:lnTo>
                  <a:lnTo>
                    <a:pt x="1468578" y="1654237"/>
                  </a:lnTo>
                  <a:lnTo>
                    <a:pt x="1468565" y="1654238"/>
                  </a:lnTo>
                  <a:lnTo>
                    <a:pt x="1468474" y="1654277"/>
                  </a:lnTo>
                  <a:lnTo>
                    <a:pt x="1468414" y="1654302"/>
                  </a:lnTo>
                  <a:lnTo>
                    <a:pt x="1468408" y="1654298"/>
                  </a:lnTo>
                  <a:lnTo>
                    <a:pt x="1468399" y="1654287"/>
                  </a:lnTo>
                  <a:lnTo>
                    <a:pt x="1468385" y="1654280"/>
                  </a:lnTo>
                  <a:lnTo>
                    <a:pt x="1468371" y="1654277"/>
                  </a:lnTo>
                  <a:lnTo>
                    <a:pt x="1468354" y="1654277"/>
                  </a:lnTo>
                  <a:lnTo>
                    <a:pt x="1468349" y="1654280"/>
                  </a:lnTo>
                  <a:lnTo>
                    <a:pt x="1468338" y="1654287"/>
                  </a:lnTo>
                  <a:lnTo>
                    <a:pt x="1468327" y="1654291"/>
                  </a:lnTo>
                  <a:lnTo>
                    <a:pt x="1468318" y="1654290"/>
                  </a:lnTo>
                  <a:lnTo>
                    <a:pt x="1468306" y="1654280"/>
                  </a:lnTo>
                  <a:lnTo>
                    <a:pt x="1468298" y="1654277"/>
                  </a:lnTo>
                  <a:lnTo>
                    <a:pt x="1468286" y="1654283"/>
                  </a:lnTo>
                  <a:lnTo>
                    <a:pt x="1468267" y="1654291"/>
                  </a:lnTo>
                  <a:lnTo>
                    <a:pt x="1468255" y="1654289"/>
                  </a:lnTo>
                  <a:lnTo>
                    <a:pt x="1468244" y="1654282"/>
                  </a:lnTo>
                  <a:lnTo>
                    <a:pt x="1468234" y="1654285"/>
                  </a:lnTo>
                  <a:lnTo>
                    <a:pt x="1468230" y="1654291"/>
                  </a:lnTo>
                  <a:lnTo>
                    <a:pt x="1468227" y="1654299"/>
                  </a:lnTo>
                  <a:lnTo>
                    <a:pt x="1468223" y="1654309"/>
                  </a:lnTo>
                  <a:lnTo>
                    <a:pt x="1468216" y="1654317"/>
                  </a:lnTo>
                  <a:lnTo>
                    <a:pt x="1468206" y="1654318"/>
                  </a:lnTo>
                  <a:lnTo>
                    <a:pt x="1468181" y="1654315"/>
                  </a:lnTo>
                  <a:lnTo>
                    <a:pt x="1468171" y="1654315"/>
                  </a:lnTo>
                  <a:lnTo>
                    <a:pt x="1468154" y="1654321"/>
                  </a:lnTo>
                  <a:lnTo>
                    <a:pt x="1468135" y="1654326"/>
                  </a:lnTo>
                  <a:lnTo>
                    <a:pt x="1468110" y="1654330"/>
                  </a:lnTo>
                  <a:lnTo>
                    <a:pt x="1468091" y="1654333"/>
                  </a:lnTo>
                  <a:lnTo>
                    <a:pt x="1468076" y="1654331"/>
                  </a:lnTo>
                  <a:lnTo>
                    <a:pt x="1468063" y="1654334"/>
                  </a:lnTo>
                  <a:lnTo>
                    <a:pt x="1468046" y="1654338"/>
                  </a:lnTo>
                  <a:lnTo>
                    <a:pt x="1468031" y="1654344"/>
                  </a:lnTo>
                  <a:lnTo>
                    <a:pt x="1468024" y="1654356"/>
                  </a:lnTo>
                  <a:lnTo>
                    <a:pt x="1468018" y="1654361"/>
                  </a:lnTo>
                  <a:lnTo>
                    <a:pt x="1468011" y="1654367"/>
                  </a:lnTo>
                  <a:lnTo>
                    <a:pt x="1468002" y="1654370"/>
                  </a:lnTo>
                  <a:lnTo>
                    <a:pt x="1467992" y="1654375"/>
                  </a:lnTo>
                  <a:lnTo>
                    <a:pt x="1467980" y="1654379"/>
                  </a:lnTo>
                  <a:lnTo>
                    <a:pt x="1467966" y="1654382"/>
                  </a:lnTo>
                  <a:lnTo>
                    <a:pt x="1467954" y="1654384"/>
                  </a:lnTo>
                  <a:lnTo>
                    <a:pt x="1467949" y="1654386"/>
                  </a:lnTo>
                  <a:lnTo>
                    <a:pt x="1467941" y="1654389"/>
                  </a:lnTo>
                  <a:lnTo>
                    <a:pt x="1467928" y="1654391"/>
                  </a:lnTo>
                  <a:lnTo>
                    <a:pt x="1467923" y="1654391"/>
                  </a:lnTo>
                  <a:lnTo>
                    <a:pt x="1467914" y="1654392"/>
                  </a:lnTo>
                  <a:lnTo>
                    <a:pt x="1467905" y="1654393"/>
                  </a:lnTo>
                  <a:lnTo>
                    <a:pt x="1467899" y="1654394"/>
                  </a:lnTo>
                  <a:lnTo>
                    <a:pt x="1467891" y="1654396"/>
                  </a:lnTo>
                  <a:lnTo>
                    <a:pt x="1467892" y="1654401"/>
                  </a:lnTo>
                  <a:lnTo>
                    <a:pt x="1467897" y="1654411"/>
                  </a:lnTo>
                  <a:lnTo>
                    <a:pt x="1467905" y="1654420"/>
                  </a:lnTo>
                  <a:lnTo>
                    <a:pt x="1467911" y="1654432"/>
                  </a:lnTo>
                  <a:lnTo>
                    <a:pt x="1467917" y="1654456"/>
                  </a:lnTo>
                  <a:lnTo>
                    <a:pt x="1467921" y="1654473"/>
                  </a:lnTo>
                  <a:lnTo>
                    <a:pt x="1467924" y="1654482"/>
                  </a:lnTo>
                  <a:lnTo>
                    <a:pt x="1467929" y="1654494"/>
                  </a:lnTo>
                  <a:lnTo>
                    <a:pt x="1467929" y="1654506"/>
                  </a:lnTo>
                  <a:lnTo>
                    <a:pt x="1467927" y="1654513"/>
                  </a:lnTo>
                  <a:lnTo>
                    <a:pt x="1467922" y="1654521"/>
                  </a:lnTo>
                  <a:lnTo>
                    <a:pt x="1467913" y="1654534"/>
                  </a:lnTo>
                  <a:lnTo>
                    <a:pt x="1467905" y="1654546"/>
                  </a:lnTo>
                  <a:lnTo>
                    <a:pt x="1467901" y="1654551"/>
                  </a:lnTo>
                  <a:lnTo>
                    <a:pt x="1467894" y="1654559"/>
                  </a:lnTo>
                  <a:lnTo>
                    <a:pt x="1467881" y="1654579"/>
                  </a:lnTo>
                  <a:lnTo>
                    <a:pt x="1467876" y="1654597"/>
                  </a:lnTo>
                  <a:lnTo>
                    <a:pt x="1467874" y="1654608"/>
                  </a:lnTo>
                  <a:lnTo>
                    <a:pt x="1467871" y="1654624"/>
                  </a:lnTo>
                  <a:lnTo>
                    <a:pt x="1467866" y="1654649"/>
                  </a:lnTo>
                  <a:lnTo>
                    <a:pt x="1467864" y="1654666"/>
                  </a:lnTo>
                  <a:lnTo>
                    <a:pt x="1467858" y="1654684"/>
                  </a:lnTo>
                  <a:lnTo>
                    <a:pt x="1467854" y="1654699"/>
                  </a:lnTo>
                  <a:lnTo>
                    <a:pt x="1467848" y="1654715"/>
                  </a:lnTo>
                  <a:lnTo>
                    <a:pt x="1467844" y="1654730"/>
                  </a:lnTo>
                  <a:lnTo>
                    <a:pt x="1467838" y="1654752"/>
                  </a:lnTo>
                  <a:lnTo>
                    <a:pt x="1467835" y="1654761"/>
                  </a:lnTo>
                  <a:lnTo>
                    <a:pt x="1467833" y="1654768"/>
                  </a:lnTo>
                  <a:lnTo>
                    <a:pt x="1467828" y="1654780"/>
                  </a:lnTo>
                  <a:lnTo>
                    <a:pt x="1467823" y="1654790"/>
                  </a:lnTo>
                  <a:lnTo>
                    <a:pt x="1467815" y="1654809"/>
                  </a:lnTo>
                  <a:lnTo>
                    <a:pt x="1467810" y="1654815"/>
                  </a:lnTo>
                  <a:lnTo>
                    <a:pt x="1467800" y="1654818"/>
                  </a:lnTo>
                  <a:lnTo>
                    <a:pt x="1467794" y="1654819"/>
                  </a:lnTo>
                  <a:lnTo>
                    <a:pt x="1467776" y="1654824"/>
                  </a:lnTo>
                  <a:lnTo>
                    <a:pt x="1467738" y="1654826"/>
                  </a:lnTo>
                  <a:lnTo>
                    <a:pt x="1467719" y="1654828"/>
                  </a:lnTo>
                  <a:lnTo>
                    <a:pt x="1467700" y="1654827"/>
                  </a:lnTo>
                  <a:lnTo>
                    <a:pt x="1467683" y="1654821"/>
                  </a:lnTo>
                  <a:lnTo>
                    <a:pt x="1467673" y="1654816"/>
                  </a:lnTo>
                  <a:lnTo>
                    <a:pt x="1467661" y="1654808"/>
                  </a:lnTo>
                  <a:lnTo>
                    <a:pt x="1467643" y="1654797"/>
                  </a:lnTo>
                  <a:lnTo>
                    <a:pt x="1467636" y="1654796"/>
                  </a:lnTo>
                  <a:lnTo>
                    <a:pt x="1467627" y="1654802"/>
                  </a:lnTo>
                  <a:lnTo>
                    <a:pt x="1467615" y="1654816"/>
                  </a:lnTo>
                  <a:lnTo>
                    <a:pt x="1467604" y="1654828"/>
                  </a:lnTo>
                  <a:lnTo>
                    <a:pt x="1467591" y="1654839"/>
                  </a:lnTo>
                  <a:lnTo>
                    <a:pt x="1467578" y="1654845"/>
                  </a:lnTo>
                  <a:lnTo>
                    <a:pt x="1467563" y="1654851"/>
                  </a:lnTo>
                  <a:lnTo>
                    <a:pt x="1467549" y="1654864"/>
                  </a:lnTo>
                  <a:lnTo>
                    <a:pt x="1467545" y="1654874"/>
                  </a:lnTo>
                  <a:lnTo>
                    <a:pt x="1467543" y="1654884"/>
                  </a:lnTo>
                  <a:lnTo>
                    <a:pt x="1467543" y="1654890"/>
                  </a:lnTo>
                  <a:lnTo>
                    <a:pt x="1467543" y="1654900"/>
                  </a:lnTo>
                  <a:lnTo>
                    <a:pt x="1467537" y="1654912"/>
                  </a:lnTo>
                  <a:lnTo>
                    <a:pt x="1467526" y="1654927"/>
                  </a:lnTo>
                  <a:lnTo>
                    <a:pt x="1467520" y="1654939"/>
                  </a:lnTo>
                  <a:lnTo>
                    <a:pt x="1467515" y="1654951"/>
                  </a:lnTo>
                  <a:lnTo>
                    <a:pt x="1467511" y="1654967"/>
                  </a:lnTo>
                  <a:lnTo>
                    <a:pt x="1467512" y="1654981"/>
                  </a:lnTo>
                  <a:lnTo>
                    <a:pt x="1467505" y="1655004"/>
                  </a:lnTo>
                  <a:lnTo>
                    <a:pt x="1467498" y="1655009"/>
                  </a:lnTo>
                  <a:lnTo>
                    <a:pt x="1467491" y="1655009"/>
                  </a:lnTo>
                  <a:lnTo>
                    <a:pt x="1467481" y="1655008"/>
                  </a:lnTo>
                  <a:lnTo>
                    <a:pt x="1467472" y="1655011"/>
                  </a:lnTo>
                  <a:lnTo>
                    <a:pt x="1467465" y="1655015"/>
                  </a:lnTo>
                  <a:lnTo>
                    <a:pt x="1467454" y="1655024"/>
                  </a:lnTo>
                  <a:lnTo>
                    <a:pt x="1467450" y="1655027"/>
                  </a:lnTo>
                  <a:lnTo>
                    <a:pt x="1467442" y="1655035"/>
                  </a:lnTo>
                  <a:lnTo>
                    <a:pt x="1467434" y="1655045"/>
                  </a:lnTo>
                  <a:lnTo>
                    <a:pt x="1467423" y="1655051"/>
                  </a:lnTo>
                  <a:lnTo>
                    <a:pt x="1467415" y="1655057"/>
                  </a:lnTo>
                  <a:lnTo>
                    <a:pt x="1467399" y="1655066"/>
                  </a:lnTo>
                  <a:lnTo>
                    <a:pt x="1467389" y="1655074"/>
                  </a:lnTo>
                  <a:lnTo>
                    <a:pt x="1467380" y="1655084"/>
                  </a:lnTo>
                  <a:lnTo>
                    <a:pt x="1467374" y="1655099"/>
                  </a:lnTo>
                  <a:lnTo>
                    <a:pt x="1467370" y="1655108"/>
                  </a:lnTo>
                  <a:lnTo>
                    <a:pt x="1467366" y="1655116"/>
                  </a:lnTo>
                  <a:lnTo>
                    <a:pt x="1467358" y="1655129"/>
                  </a:lnTo>
                  <a:lnTo>
                    <a:pt x="1467346" y="1655145"/>
                  </a:lnTo>
                  <a:lnTo>
                    <a:pt x="1467337" y="1655163"/>
                  </a:lnTo>
                  <a:lnTo>
                    <a:pt x="1467333" y="1655180"/>
                  </a:lnTo>
                  <a:lnTo>
                    <a:pt x="1467331" y="1655199"/>
                  </a:lnTo>
                  <a:lnTo>
                    <a:pt x="1467327" y="1655214"/>
                  </a:lnTo>
                  <a:lnTo>
                    <a:pt x="1467320" y="1655222"/>
                  </a:lnTo>
                  <a:lnTo>
                    <a:pt x="1467309" y="1655236"/>
                  </a:lnTo>
                  <a:lnTo>
                    <a:pt x="1467305" y="1655246"/>
                  </a:lnTo>
                  <a:lnTo>
                    <a:pt x="1467302" y="1655254"/>
                  </a:lnTo>
                  <a:lnTo>
                    <a:pt x="1467300" y="1655265"/>
                  </a:lnTo>
                  <a:lnTo>
                    <a:pt x="1467295" y="1655259"/>
                  </a:lnTo>
                  <a:lnTo>
                    <a:pt x="1467288" y="1655252"/>
                  </a:lnTo>
                  <a:lnTo>
                    <a:pt x="1467283" y="1655244"/>
                  </a:lnTo>
                  <a:lnTo>
                    <a:pt x="1467281" y="1655237"/>
                  </a:lnTo>
                  <a:lnTo>
                    <a:pt x="1467275" y="1655231"/>
                  </a:lnTo>
                  <a:lnTo>
                    <a:pt x="1467269" y="1655228"/>
                  </a:lnTo>
                  <a:lnTo>
                    <a:pt x="1467260" y="1655228"/>
                  </a:lnTo>
                  <a:lnTo>
                    <a:pt x="1467251" y="1655231"/>
                  </a:lnTo>
                  <a:lnTo>
                    <a:pt x="1467245" y="1655234"/>
                  </a:lnTo>
                  <a:lnTo>
                    <a:pt x="1467236" y="1655238"/>
                  </a:lnTo>
                  <a:lnTo>
                    <a:pt x="1467224" y="1655245"/>
                  </a:lnTo>
                  <a:lnTo>
                    <a:pt x="1467219" y="1655248"/>
                  </a:lnTo>
                  <a:lnTo>
                    <a:pt x="1467208" y="1655252"/>
                  </a:lnTo>
                  <a:lnTo>
                    <a:pt x="1467201" y="1655253"/>
                  </a:lnTo>
                  <a:lnTo>
                    <a:pt x="1467191" y="1655256"/>
                  </a:lnTo>
                  <a:lnTo>
                    <a:pt x="1467186" y="1655256"/>
                  </a:lnTo>
                  <a:lnTo>
                    <a:pt x="1467179" y="1655260"/>
                  </a:lnTo>
                  <a:lnTo>
                    <a:pt x="1467176" y="1655267"/>
                  </a:lnTo>
                  <a:lnTo>
                    <a:pt x="1467169" y="1655277"/>
                  </a:lnTo>
                  <a:lnTo>
                    <a:pt x="1467163" y="1655282"/>
                  </a:lnTo>
                  <a:lnTo>
                    <a:pt x="1467156" y="1655287"/>
                  </a:lnTo>
                  <a:lnTo>
                    <a:pt x="1467150" y="1655290"/>
                  </a:lnTo>
                  <a:lnTo>
                    <a:pt x="1467142" y="1655298"/>
                  </a:lnTo>
                  <a:lnTo>
                    <a:pt x="1467132" y="1655316"/>
                  </a:lnTo>
                  <a:lnTo>
                    <a:pt x="1467126" y="1655331"/>
                  </a:lnTo>
                  <a:lnTo>
                    <a:pt x="1467122" y="1655338"/>
                  </a:lnTo>
                  <a:lnTo>
                    <a:pt x="1467113" y="1655355"/>
                  </a:lnTo>
                  <a:lnTo>
                    <a:pt x="1467106" y="1655370"/>
                  </a:lnTo>
                  <a:lnTo>
                    <a:pt x="1467103" y="1655378"/>
                  </a:lnTo>
                  <a:lnTo>
                    <a:pt x="1467101" y="1655385"/>
                  </a:lnTo>
                  <a:lnTo>
                    <a:pt x="1467100" y="1655400"/>
                  </a:lnTo>
                  <a:lnTo>
                    <a:pt x="1467098" y="1655412"/>
                  </a:lnTo>
                  <a:lnTo>
                    <a:pt x="1467092" y="1655416"/>
                  </a:lnTo>
                  <a:lnTo>
                    <a:pt x="1467079" y="1655422"/>
                  </a:lnTo>
                  <a:lnTo>
                    <a:pt x="1467072" y="1655425"/>
                  </a:lnTo>
                  <a:lnTo>
                    <a:pt x="1467067" y="1655426"/>
                  </a:lnTo>
                  <a:lnTo>
                    <a:pt x="1467054" y="1655435"/>
                  </a:lnTo>
                  <a:lnTo>
                    <a:pt x="1467051" y="1655442"/>
                  </a:lnTo>
                  <a:lnTo>
                    <a:pt x="1467049" y="1655451"/>
                  </a:lnTo>
                  <a:lnTo>
                    <a:pt x="1467042" y="1655466"/>
                  </a:lnTo>
                  <a:lnTo>
                    <a:pt x="1467039" y="1655471"/>
                  </a:lnTo>
                  <a:lnTo>
                    <a:pt x="1467034" y="1655482"/>
                  </a:lnTo>
                  <a:lnTo>
                    <a:pt x="1467022" y="1655492"/>
                  </a:lnTo>
                  <a:lnTo>
                    <a:pt x="1467013" y="1655498"/>
                  </a:lnTo>
                  <a:lnTo>
                    <a:pt x="1467005" y="1655500"/>
                  </a:lnTo>
                  <a:lnTo>
                    <a:pt x="1466996" y="1655504"/>
                  </a:lnTo>
                  <a:lnTo>
                    <a:pt x="1466986" y="1655508"/>
                  </a:lnTo>
                  <a:lnTo>
                    <a:pt x="1466983" y="1655513"/>
                  </a:lnTo>
                  <a:lnTo>
                    <a:pt x="1466978" y="1655524"/>
                  </a:lnTo>
                  <a:lnTo>
                    <a:pt x="1466973" y="1655530"/>
                  </a:lnTo>
                  <a:lnTo>
                    <a:pt x="1466970" y="1655535"/>
                  </a:lnTo>
                  <a:lnTo>
                    <a:pt x="1466958" y="1655546"/>
                  </a:lnTo>
                  <a:lnTo>
                    <a:pt x="1466948" y="1655558"/>
                  </a:lnTo>
                  <a:lnTo>
                    <a:pt x="1466939" y="1655566"/>
                  </a:lnTo>
                  <a:lnTo>
                    <a:pt x="1466930" y="1655577"/>
                  </a:lnTo>
                  <a:lnTo>
                    <a:pt x="1466922" y="1655588"/>
                  </a:lnTo>
                  <a:lnTo>
                    <a:pt x="1466910" y="1655600"/>
                  </a:lnTo>
                  <a:lnTo>
                    <a:pt x="1466894" y="1655611"/>
                  </a:lnTo>
                  <a:lnTo>
                    <a:pt x="1466885" y="1655618"/>
                  </a:lnTo>
                  <a:lnTo>
                    <a:pt x="1466878" y="1655623"/>
                  </a:lnTo>
                  <a:lnTo>
                    <a:pt x="1466874" y="1655626"/>
                  </a:lnTo>
                  <a:lnTo>
                    <a:pt x="1466868" y="1655630"/>
                  </a:lnTo>
                  <a:lnTo>
                    <a:pt x="1466856" y="1655636"/>
                  </a:lnTo>
                  <a:lnTo>
                    <a:pt x="1466842" y="1655642"/>
                  </a:lnTo>
                  <a:lnTo>
                    <a:pt x="1466820" y="1655654"/>
                  </a:lnTo>
                  <a:lnTo>
                    <a:pt x="1466805" y="1655660"/>
                  </a:lnTo>
                  <a:lnTo>
                    <a:pt x="1466794" y="1655668"/>
                  </a:lnTo>
                  <a:lnTo>
                    <a:pt x="1466776" y="1655690"/>
                  </a:lnTo>
                  <a:lnTo>
                    <a:pt x="1466765" y="1655706"/>
                  </a:lnTo>
                  <a:lnTo>
                    <a:pt x="1466753" y="1655721"/>
                  </a:lnTo>
                  <a:lnTo>
                    <a:pt x="1466742" y="1655728"/>
                  </a:lnTo>
                  <a:lnTo>
                    <a:pt x="1466726" y="1655737"/>
                  </a:lnTo>
                  <a:lnTo>
                    <a:pt x="1466716" y="1655742"/>
                  </a:lnTo>
                  <a:lnTo>
                    <a:pt x="1466697" y="1655761"/>
                  </a:lnTo>
                  <a:lnTo>
                    <a:pt x="1466681" y="1655776"/>
                  </a:lnTo>
                  <a:lnTo>
                    <a:pt x="1466668" y="1655792"/>
                  </a:lnTo>
                  <a:lnTo>
                    <a:pt x="1466661" y="1655805"/>
                  </a:lnTo>
                  <a:lnTo>
                    <a:pt x="1466657" y="1655813"/>
                  </a:lnTo>
                  <a:lnTo>
                    <a:pt x="1466653" y="1655821"/>
                  </a:lnTo>
                  <a:lnTo>
                    <a:pt x="1466642" y="1655834"/>
                  </a:lnTo>
                  <a:lnTo>
                    <a:pt x="1466626" y="1655849"/>
                  </a:lnTo>
                  <a:lnTo>
                    <a:pt x="1466617" y="1655862"/>
                  </a:lnTo>
                  <a:lnTo>
                    <a:pt x="1466613" y="1655869"/>
                  </a:lnTo>
                  <a:lnTo>
                    <a:pt x="1466608" y="1655882"/>
                  </a:lnTo>
                  <a:lnTo>
                    <a:pt x="1466602" y="1655893"/>
                  </a:lnTo>
                  <a:lnTo>
                    <a:pt x="1466597" y="1655901"/>
                  </a:lnTo>
                  <a:lnTo>
                    <a:pt x="1466589" y="1655911"/>
                  </a:lnTo>
                  <a:lnTo>
                    <a:pt x="1466585" y="1655916"/>
                  </a:lnTo>
                  <a:lnTo>
                    <a:pt x="1466578" y="1655923"/>
                  </a:lnTo>
                  <a:lnTo>
                    <a:pt x="1466570" y="1655931"/>
                  </a:lnTo>
                  <a:lnTo>
                    <a:pt x="1466562" y="1655936"/>
                  </a:lnTo>
                  <a:lnTo>
                    <a:pt x="1466554" y="1655939"/>
                  </a:lnTo>
                  <a:lnTo>
                    <a:pt x="1466544" y="1655944"/>
                  </a:lnTo>
                  <a:lnTo>
                    <a:pt x="1466534" y="1655949"/>
                  </a:lnTo>
                  <a:lnTo>
                    <a:pt x="1466520" y="1655956"/>
                  </a:lnTo>
                  <a:lnTo>
                    <a:pt x="1466506" y="1655964"/>
                  </a:lnTo>
                  <a:lnTo>
                    <a:pt x="1466498" y="1655971"/>
                  </a:lnTo>
                  <a:lnTo>
                    <a:pt x="1466478" y="1655980"/>
                  </a:lnTo>
                  <a:lnTo>
                    <a:pt x="1466457" y="1655989"/>
                  </a:lnTo>
                  <a:lnTo>
                    <a:pt x="1466440" y="1655997"/>
                  </a:lnTo>
                  <a:lnTo>
                    <a:pt x="1466432" y="1656002"/>
                  </a:lnTo>
                  <a:lnTo>
                    <a:pt x="1466425" y="1656005"/>
                  </a:lnTo>
                  <a:lnTo>
                    <a:pt x="1466410" y="1656006"/>
                  </a:lnTo>
                  <a:lnTo>
                    <a:pt x="1466396" y="1656006"/>
                  </a:lnTo>
                  <a:lnTo>
                    <a:pt x="1466389" y="1656007"/>
                  </a:lnTo>
                  <a:lnTo>
                    <a:pt x="1466379" y="1656012"/>
                  </a:lnTo>
                  <a:lnTo>
                    <a:pt x="1466372" y="1656019"/>
                  </a:lnTo>
                  <a:lnTo>
                    <a:pt x="1466360" y="1656034"/>
                  </a:lnTo>
                  <a:lnTo>
                    <a:pt x="1466344" y="1656047"/>
                  </a:lnTo>
                  <a:lnTo>
                    <a:pt x="1466329" y="1656054"/>
                  </a:lnTo>
                  <a:lnTo>
                    <a:pt x="1466315" y="1656059"/>
                  </a:lnTo>
                  <a:lnTo>
                    <a:pt x="1466302" y="1656064"/>
                  </a:lnTo>
                  <a:lnTo>
                    <a:pt x="1466268" y="1656079"/>
                  </a:lnTo>
                  <a:lnTo>
                    <a:pt x="1466250" y="1656088"/>
                  </a:lnTo>
                  <a:lnTo>
                    <a:pt x="1466239" y="1656090"/>
                  </a:lnTo>
                  <a:lnTo>
                    <a:pt x="1466226" y="1656091"/>
                  </a:lnTo>
                  <a:lnTo>
                    <a:pt x="1466211" y="1656095"/>
                  </a:lnTo>
                  <a:lnTo>
                    <a:pt x="1466196" y="1656101"/>
                  </a:lnTo>
                  <a:lnTo>
                    <a:pt x="1466189" y="1656105"/>
                  </a:lnTo>
                  <a:lnTo>
                    <a:pt x="1466184" y="1656111"/>
                  </a:lnTo>
                  <a:lnTo>
                    <a:pt x="1466171" y="1656124"/>
                  </a:lnTo>
                  <a:lnTo>
                    <a:pt x="1466161" y="1656136"/>
                  </a:lnTo>
                  <a:lnTo>
                    <a:pt x="1466150" y="1656155"/>
                  </a:lnTo>
                  <a:lnTo>
                    <a:pt x="1466130" y="1656177"/>
                  </a:lnTo>
                  <a:lnTo>
                    <a:pt x="1466114" y="1656192"/>
                  </a:lnTo>
                  <a:lnTo>
                    <a:pt x="1466106" y="1656196"/>
                  </a:lnTo>
                  <a:lnTo>
                    <a:pt x="1466100" y="1656197"/>
                  </a:lnTo>
                  <a:lnTo>
                    <a:pt x="1466088" y="1656199"/>
                  </a:lnTo>
                  <a:lnTo>
                    <a:pt x="1466082" y="1656203"/>
                  </a:lnTo>
                  <a:lnTo>
                    <a:pt x="1466079" y="1656210"/>
                  </a:lnTo>
                  <a:lnTo>
                    <a:pt x="1466077" y="1656218"/>
                  </a:lnTo>
                  <a:lnTo>
                    <a:pt x="1466068" y="1656228"/>
                  </a:lnTo>
                  <a:lnTo>
                    <a:pt x="1466061" y="1656232"/>
                  </a:lnTo>
                  <a:lnTo>
                    <a:pt x="1466049" y="1656238"/>
                  </a:lnTo>
                  <a:lnTo>
                    <a:pt x="1466042" y="1656238"/>
                  </a:lnTo>
                  <a:lnTo>
                    <a:pt x="1466035" y="1656234"/>
                  </a:lnTo>
                  <a:lnTo>
                    <a:pt x="1466026" y="1656224"/>
                  </a:lnTo>
                  <a:lnTo>
                    <a:pt x="1466011" y="1656213"/>
                  </a:lnTo>
                  <a:lnTo>
                    <a:pt x="1466007" y="1656211"/>
                  </a:lnTo>
                  <a:lnTo>
                    <a:pt x="1465998" y="1656207"/>
                  </a:lnTo>
                  <a:lnTo>
                    <a:pt x="1465973" y="1656190"/>
                  </a:lnTo>
                  <a:lnTo>
                    <a:pt x="1465965" y="1656187"/>
                  </a:lnTo>
                  <a:lnTo>
                    <a:pt x="1465959" y="1656188"/>
                  </a:lnTo>
                  <a:lnTo>
                    <a:pt x="1465947" y="1656194"/>
                  </a:lnTo>
                  <a:lnTo>
                    <a:pt x="1465932" y="1656201"/>
                  </a:lnTo>
                  <a:lnTo>
                    <a:pt x="1465923" y="1656207"/>
                  </a:lnTo>
                  <a:lnTo>
                    <a:pt x="1465913" y="1656219"/>
                  </a:lnTo>
                  <a:lnTo>
                    <a:pt x="1465905" y="1656240"/>
                  </a:lnTo>
                  <a:lnTo>
                    <a:pt x="1465900" y="1656251"/>
                  </a:lnTo>
                  <a:lnTo>
                    <a:pt x="1465896" y="1656260"/>
                  </a:lnTo>
                  <a:lnTo>
                    <a:pt x="1465892" y="1656267"/>
                  </a:lnTo>
                  <a:lnTo>
                    <a:pt x="1465887" y="1656272"/>
                  </a:lnTo>
                  <a:lnTo>
                    <a:pt x="1465882" y="1656275"/>
                  </a:lnTo>
                  <a:lnTo>
                    <a:pt x="1465877" y="1656278"/>
                  </a:lnTo>
                  <a:lnTo>
                    <a:pt x="1465871" y="1656281"/>
                  </a:lnTo>
                  <a:lnTo>
                    <a:pt x="1465862" y="1656287"/>
                  </a:lnTo>
                  <a:lnTo>
                    <a:pt x="1465849" y="1656298"/>
                  </a:lnTo>
                  <a:lnTo>
                    <a:pt x="1465840" y="1656310"/>
                  </a:lnTo>
                  <a:lnTo>
                    <a:pt x="1465829" y="1656325"/>
                  </a:lnTo>
                  <a:lnTo>
                    <a:pt x="1465822" y="1656331"/>
                  </a:lnTo>
                  <a:lnTo>
                    <a:pt x="1465813" y="1656338"/>
                  </a:lnTo>
                  <a:lnTo>
                    <a:pt x="1465807" y="1656342"/>
                  </a:lnTo>
                  <a:lnTo>
                    <a:pt x="1465802" y="1656347"/>
                  </a:lnTo>
                  <a:lnTo>
                    <a:pt x="1465798" y="1656355"/>
                  </a:lnTo>
                  <a:lnTo>
                    <a:pt x="1465791" y="1656368"/>
                  </a:lnTo>
                  <a:lnTo>
                    <a:pt x="1465786" y="1656371"/>
                  </a:lnTo>
                  <a:lnTo>
                    <a:pt x="1465777" y="1656372"/>
                  </a:lnTo>
                  <a:lnTo>
                    <a:pt x="1465756" y="1656371"/>
                  </a:lnTo>
                  <a:lnTo>
                    <a:pt x="1465745" y="1656372"/>
                  </a:lnTo>
                  <a:lnTo>
                    <a:pt x="1465740" y="1656375"/>
                  </a:lnTo>
                  <a:lnTo>
                    <a:pt x="1465734" y="1656378"/>
                  </a:lnTo>
                  <a:lnTo>
                    <a:pt x="1465721" y="1656384"/>
                  </a:lnTo>
                  <a:lnTo>
                    <a:pt x="1465706" y="1656386"/>
                  </a:lnTo>
                  <a:lnTo>
                    <a:pt x="1465692" y="1656389"/>
                  </a:lnTo>
                  <a:lnTo>
                    <a:pt x="1465683" y="1656391"/>
                  </a:lnTo>
                  <a:lnTo>
                    <a:pt x="1465674" y="1656394"/>
                  </a:lnTo>
                  <a:lnTo>
                    <a:pt x="1465659" y="1656401"/>
                  </a:lnTo>
                  <a:lnTo>
                    <a:pt x="1465648" y="1656409"/>
                  </a:lnTo>
                  <a:lnTo>
                    <a:pt x="1465638" y="1656419"/>
                  </a:lnTo>
                  <a:lnTo>
                    <a:pt x="1465629" y="1656432"/>
                  </a:lnTo>
                  <a:lnTo>
                    <a:pt x="1465618" y="1656444"/>
                  </a:lnTo>
                  <a:lnTo>
                    <a:pt x="1465610" y="1656449"/>
                  </a:lnTo>
                  <a:lnTo>
                    <a:pt x="1465603" y="1656449"/>
                  </a:lnTo>
                  <a:lnTo>
                    <a:pt x="1465591" y="1656445"/>
                  </a:lnTo>
                  <a:lnTo>
                    <a:pt x="1465578" y="1656437"/>
                  </a:lnTo>
                  <a:lnTo>
                    <a:pt x="1465567" y="1656433"/>
                  </a:lnTo>
                  <a:lnTo>
                    <a:pt x="1465559" y="1656434"/>
                  </a:lnTo>
                  <a:lnTo>
                    <a:pt x="1465552" y="1656438"/>
                  </a:lnTo>
                  <a:lnTo>
                    <a:pt x="1465549" y="1656446"/>
                  </a:lnTo>
                  <a:lnTo>
                    <a:pt x="1465542" y="1656457"/>
                  </a:lnTo>
                  <a:lnTo>
                    <a:pt x="1465529" y="1656466"/>
                  </a:lnTo>
                  <a:lnTo>
                    <a:pt x="1465513" y="1656474"/>
                  </a:lnTo>
                  <a:lnTo>
                    <a:pt x="1465499" y="1656477"/>
                  </a:lnTo>
                  <a:lnTo>
                    <a:pt x="1465490" y="1656477"/>
                  </a:lnTo>
                  <a:lnTo>
                    <a:pt x="1465477" y="1656475"/>
                  </a:lnTo>
                  <a:lnTo>
                    <a:pt x="1465462" y="1656477"/>
                  </a:lnTo>
                  <a:lnTo>
                    <a:pt x="1465457" y="1656478"/>
                  </a:lnTo>
                  <a:lnTo>
                    <a:pt x="1465451" y="1656481"/>
                  </a:lnTo>
                  <a:lnTo>
                    <a:pt x="1465438" y="1656491"/>
                  </a:lnTo>
                  <a:lnTo>
                    <a:pt x="1465433" y="1656496"/>
                  </a:lnTo>
                  <a:lnTo>
                    <a:pt x="1465424" y="1656504"/>
                  </a:lnTo>
                  <a:lnTo>
                    <a:pt x="1465414" y="1656513"/>
                  </a:lnTo>
                  <a:lnTo>
                    <a:pt x="1465404" y="1656517"/>
                  </a:lnTo>
                  <a:lnTo>
                    <a:pt x="1465385" y="1656521"/>
                  </a:lnTo>
                  <a:lnTo>
                    <a:pt x="1465370" y="1656524"/>
                  </a:lnTo>
                  <a:lnTo>
                    <a:pt x="1465353" y="1656531"/>
                  </a:lnTo>
                  <a:lnTo>
                    <a:pt x="1465330" y="1656542"/>
                  </a:lnTo>
                  <a:lnTo>
                    <a:pt x="1465310" y="1656554"/>
                  </a:lnTo>
                  <a:lnTo>
                    <a:pt x="1465287" y="1656569"/>
                  </a:lnTo>
                  <a:lnTo>
                    <a:pt x="1465270" y="1656579"/>
                  </a:lnTo>
                  <a:lnTo>
                    <a:pt x="1465248" y="1656595"/>
                  </a:lnTo>
                  <a:lnTo>
                    <a:pt x="1465228" y="1656611"/>
                  </a:lnTo>
                  <a:lnTo>
                    <a:pt x="1465219" y="1656614"/>
                  </a:lnTo>
                  <a:lnTo>
                    <a:pt x="1465210" y="1656618"/>
                  </a:lnTo>
                  <a:lnTo>
                    <a:pt x="1465195" y="1656619"/>
                  </a:lnTo>
                  <a:lnTo>
                    <a:pt x="1465172" y="1656623"/>
                  </a:lnTo>
                  <a:lnTo>
                    <a:pt x="1465156" y="1656625"/>
                  </a:lnTo>
                  <a:lnTo>
                    <a:pt x="1465128" y="1656633"/>
                  </a:lnTo>
                  <a:lnTo>
                    <a:pt x="1465110" y="1656638"/>
                  </a:lnTo>
                  <a:lnTo>
                    <a:pt x="1465103" y="1656640"/>
                  </a:lnTo>
                  <a:lnTo>
                    <a:pt x="1465096" y="1656643"/>
                  </a:lnTo>
                  <a:lnTo>
                    <a:pt x="1465080" y="1656645"/>
                  </a:lnTo>
                  <a:lnTo>
                    <a:pt x="1465072" y="1656646"/>
                  </a:lnTo>
                  <a:lnTo>
                    <a:pt x="1465060" y="1656646"/>
                  </a:lnTo>
                  <a:lnTo>
                    <a:pt x="1465043" y="1656644"/>
                  </a:lnTo>
                  <a:lnTo>
                    <a:pt x="1465028" y="1656645"/>
                  </a:lnTo>
                  <a:lnTo>
                    <a:pt x="1465016" y="1656648"/>
                  </a:lnTo>
                  <a:lnTo>
                    <a:pt x="1465004" y="1656655"/>
                  </a:lnTo>
                  <a:lnTo>
                    <a:pt x="1464982" y="1656668"/>
                  </a:lnTo>
                  <a:lnTo>
                    <a:pt x="1464972" y="1656673"/>
                  </a:lnTo>
                  <a:lnTo>
                    <a:pt x="1464956" y="1656681"/>
                  </a:lnTo>
                  <a:lnTo>
                    <a:pt x="1464929" y="1656693"/>
                  </a:lnTo>
                  <a:lnTo>
                    <a:pt x="1464908" y="1656701"/>
                  </a:lnTo>
                  <a:lnTo>
                    <a:pt x="1464892" y="1656705"/>
                  </a:lnTo>
                  <a:lnTo>
                    <a:pt x="1464884" y="1656709"/>
                  </a:lnTo>
                  <a:lnTo>
                    <a:pt x="1464878" y="1656714"/>
                  </a:lnTo>
                  <a:lnTo>
                    <a:pt x="1464865" y="1656726"/>
                  </a:lnTo>
                  <a:lnTo>
                    <a:pt x="1464851" y="1656733"/>
                  </a:lnTo>
                  <a:lnTo>
                    <a:pt x="1464839" y="1656737"/>
                  </a:lnTo>
                  <a:lnTo>
                    <a:pt x="1464823" y="1656738"/>
                  </a:lnTo>
                  <a:lnTo>
                    <a:pt x="1464815" y="1656738"/>
                  </a:lnTo>
                  <a:lnTo>
                    <a:pt x="1464808" y="1656739"/>
                  </a:lnTo>
                  <a:lnTo>
                    <a:pt x="1464795" y="1656742"/>
                  </a:lnTo>
                  <a:lnTo>
                    <a:pt x="1464789" y="1656746"/>
                  </a:lnTo>
                  <a:lnTo>
                    <a:pt x="1464769" y="1656760"/>
                  </a:lnTo>
                  <a:lnTo>
                    <a:pt x="1464764" y="1656764"/>
                  </a:lnTo>
                  <a:lnTo>
                    <a:pt x="1464758" y="1656767"/>
                  </a:lnTo>
                  <a:lnTo>
                    <a:pt x="1464749" y="1656774"/>
                  </a:lnTo>
                  <a:lnTo>
                    <a:pt x="1464742" y="1656779"/>
                  </a:lnTo>
                  <a:lnTo>
                    <a:pt x="1464735" y="1656784"/>
                  </a:lnTo>
                  <a:lnTo>
                    <a:pt x="1464724" y="1656797"/>
                  </a:lnTo>
                  <a:lnTo>
                    <a:pt x="1464714" y="1656805"/>
                  </a:lnTo>
                  <a:lnTo>
                    <a:pt x="1464709" y="1656809"/>
                  </a:lnTo>
                  <a:lnTo>
                    <a:pt x="1464699" y="1656815"/>
                  </a:lnTo>
                  <a:lnTo>
                    <a:pt x="1464684" y="1656825"/>
                  </a:lnTo>
                  <a:lnTo>
                    <a:pt x="1464665" y="1656838"/>
                  </a:lnTo>
                  <a:lnTo>
                    <a:pt x="1464661" y="1656840"/>
                  </a:lnTo>
                  <a:lnTo>
                    <a:pt x="1464652" y="1656845"/>
                  </a:lnTo>
                  <a:lnTo>
                    <a:pt x="1464637" y="1656859"/>
                  </a:lnTo>
                  <a:lnTo>
                    <a:pt x="1464633" y="1656863"/>
                  </a:lnTo>
                  <a:lnTo>
                    <a:pt x="1464622" y="1656873"/>
                  </a:lnTo>
                  <a:lnTo>
                    <a:pt x="1464595" y="1656887"/>
                  </a:lnTo>
                  <a:lnTo>
                    <a:pt x="1464577" y="1656895"/>
                  </a:lnTo>
                  <a:lnTo>
                    <a:pt x="1464564" y="1656900"/>
                  </a:lnTo>
                  <a:lnTo>
                    <a:pt x="1464544" y="1656911"/>
                  </a:lnTo>
                  <a:lnTo>
                    <a:pt x="1464505" y="1656931"/>
                  </a:lnTo>
                  <a:lnTo>
                    <a:pt x="1464461" y="1656955"/>
                  </a:lnTo>
                  <a:lnTo>
                    <a:pt x="1464448" y="1656962"/>
                  </a:lnTo>
                  <a:lnTo>
                    <a:pt x="1464442" y="1656965"/>
                  </a:lnTo>
                  <a:lnTo>
                    <a:pt x="1464436" y="1656969"/>
                  </a:lnTo>
                  <a:lnTo>
                    <a:pt x="1464429" y="1656971"/>
                  </a:lnTo>
                  <a:lnTo>
                    <a:pt x="1464420" y="1656974"/>
                  </a:lnTo>
                  <a:lnTo>
                    <a:pt x="1464407" y="1656975"/>
                  </a:lnTo>
                  <a:lnTo>
                    <a:pt x="1464401" y="1656973"/>
                  </a:lnTo>
                  <a:lnTo>
                    <a:pt x="1464397" y="1656972"/>
                  </a:lnTo>
                  <a:lnTo>
                    <a:pt x="1464392" y="1656974"/>
                  </a:lnTo>
                  <a:lnTo>
                    <a:pt x="1464387" y="1656976"/>
                  </a:lnTo>
                  <a:lnTo>
                    <a:pt x="1464378" y="1656980"/>
                  </a:lnTo>
                  <a:lnTo>
                    <a:pt x="1464361" y="1656986"/>
                  </a:lnTo>
                  <a:lnTo>
                    <a:pt x="1464346" y="1656992"/>
                  </a:lnTo>
                  <a:lnTo>
                    <a:pt x="1464339" y="1656996"/>
                  </a:lnTo>
                  <a:lnTo>
                    <a:pt x="1464335" y="1657001"/>
                  </a:lnTo>
                  <a:lnTo>
                    <a:pt x="1464331" y="1657007"/>
                  </a:lnTo>
                  <a:lnTo>
                    <a:pt x="1464324" y="1657015"/>
                  </a:lnTo>
                  <a:lnTo>
                    <a:pt x="1464315" y="1657022"/>
                  </a:lnTo>
                  <a:lnTo>
                    <a:pt x="1464298" y="1657031"/>
                  </a:lnTo>
                  <a:lnTo>
                    <a:pt x="1464285" y="1657039"/>
                  </a:lnTo>
                  <a:lnTo>
                    <a:pt x="1464278" y="1657046"/>
                  </a:lnTo>
                  <a:lnTo>
                    <a:pt x="1464265" y="1657061"/>
                  </a:lnTo>
                  <a:lnTo>
                    <a:pt x="1464246" y="1657085"/>
                  </a:lnTo>
                  <a:lnTo>
                    <a:pt x="1464234" y="1657099"/>
                  </a:lnTo>
                  <a:lnTo>
                    <a:pt x="1464221" y="1657107"/>
                  </a:lnTo>
                  <a:lnTo>
                    <a:pt x="1464209" y="1657118"/>
                  </a:lnTo>
                  <a:lnTo>
                    <a:pt x="1464202" y="1657129"/>
                  </a:lnTo>
                  <a:lnTo>
                    <a:pt x="1464200" y="1657137"/>
                  </a:lnTo>
                  <a:lnTo>
                    <a:pt x="1464196" y="1657150"/>
                  </a:lnTo>
                  <a:lnTo>
                    <a:pt x="1464194" y="1657157"/>
                  </a:lnTo>
                  <a:lnTo>
                    <a:pt x="1464183" y="1657184"/>
                  </a:lnTo>
                  <a:lnTo>
                    <a:pt x="1464172" y="1657205"/>
                  </a:lnTo>
                  <a:lnTo>
                    <a:pt x="1464161" y="1657216"/>
                  </a:lnTo>
                  <a:lnTo>
                    <a:pt x="1464150" y="1657229"/>
                  </a:lnTo>
                  <a:lnTo>
                    <a:pt x="1464139" y="1657236"/>
                  </a:lnTo>
                  <a:lnTo>
                    <a:pt x="1464126" y="1657244"/>
                  </a:lnTo>
                  <a:lnTo>
                    <a:pt x="1464115" y="1657253"/>
                  </a:lnTo>
                  <a:lnTo>
                    <a:pt x="1464105" y="1657265"/>
                  </a:lnTo>
                  <a:lnTo>
                    <a:pt x="1464088" y="1657280"/>
                  </a:lnTo>
                  <a:lnTo>
                    <a:pt x="1464063" y="1657300"/>
                  </a:lnTo>
                  <a:lnTo>
                    <a:pt x="1464055" y="1657305"/>
                  </a:lnTo>
                  <a:lnTo>
                    <a:pt x="1464044" y="1657313"/>
                  </a:lnTo>
                  <a:lnTo>
                    <a:pt x="1464038" y="1657320"/>
                  </a:lnTo>
                  <a:lnTo>
                    <a:pt x="1464032" y="1657326"/>
                  </a:lnTo>
                  <a:lnTo>
                    <a:pt x="1464027" y="1657337"/>
                  </a:lnTo>
                  <a:lnTo>
                    <a:pt x="1464025" y="1657344"/>
                  </a:lnTo>
                  <a:lnTo>
                    <a:pt x="1464023" y="1657352"/>
                  </a:lnTo>
                  <a:lnTo>
                    <a:pt x="1464023" y="1657358"/>
                  </a:lnTo>
                  <a:lnTo>
                    <a:pt x="1464022" y="1657373"/>
                  </a:lnTo>
                  <a:lnTo>
                    <a:pt x="1464016" y="1657389"/>
                  </a:lnTo>
                  <a:lnTo>
                    <a:pt x="1464013" y="1657395"/>
                  </a:lnTo>
                  <a:lnTo>
                    <a:pt x="1464005" y="1657412"/>
                  </a:lnTo>
                  <a:lnTo>
                    <a:pt x="1463984" y="1657426"/>
                  </a:lnTo>
                  <a:lnTo>
                    <a:pt x="1463963" y="1657437"/>
                  </a:lnTo>
                  <a:lnTo>
                    <a:pt x="1463957" y="1657441"/>
                  </a:lnTo>
                  <a:lnTo>
                    <a:pt x="1463939" y="1657450"/>
                  </a:lnTo>
                  <a:lnTo>
                    <a:pt x="1463920" y="1657459"/>
                  </a:lnTo>
                  <a:lnTo>
                    <a:pt x="1463909" y="1657467"/>
                  </a:lnTo>
                  <a:lnTo>
                    <a:pt x="1463899" y="1657473"/>
                  </a:lnTo>
                  <a:lnTo>
                    <a:pt x="1463881" y="1657486"/>
                  </a:lnTo>
                  <a:lnTo>
                    <a:pt x="1463871" y="1657496"/>
                  </a:lnTo>
                  <a:lnTo>
                    <a:pt x="1463866" y="1657503"/>
                  </a:lnTo>
                  <a:lnTo>
                    <a:pt x="1463863" y="1657510"/>
                  </a:lnTo>
                  <a:lnTo>
                    <a:pt x="1463861" y="1657516"/>
                  </a:lnTo>
                  <a:lnTo>
                    <a:pt x="1463859" y="1657523"/>
                  </a:lnTo>
                  <a:lnTo>
                    <a:pt x="1463859" y="1657533"/>
                  </a:lnTo>
                  <a:lnTo>
                    <a:pt x="1463858" y="1657541"/>
                  </a:lnTo>
                  <a:lnTo>
                    <a:pt x="1463856" y="1657551"/>
                  </a:lnTo>
                  <a:lnTo>
                    <a:pt x="1463847" y="1657565"/>
                  </a:lnTo>
                  <a:lnTo>
                    <a:pt x="1463839" y="1657569"/>
                  </a:lnTo>
                  <a:lnTo>
                    <a:pt x="1463833" y="1657571"/>
                  </a:lnTo>
                  <a:lnTo>
                    <a:pt x="1463822" y="1657570"/>
                  </a:lnTo>
                  <a:lnTo>
                    <a:pt x="1463811" y="1657566"/>
                  </a:lnTo>
                  <a:lnTo>
                    <a:pt x="1463798" y="1657558"/>
                  </a:lnTo>
                  <a:lnTo>
                    <a:pt x="1463780" y="1657553"/>
                  </a:lnTo>
                  <a:lnTo>
                    <a:pt x="1463769" y="1657553"/>
                  </a:lnTo>
                  <a:lnTo>
                    <a:pt x="1463754" y="1657555"/>
                  </a:lnTo>
                  <a:lnTo>
                    <a:pt x="1463737" y="1657559"/>
                  </a:lnTo>
                  <a:lnTo>
                    <a:pt x="1463725" y="1657565"/>
                  </a:lnTo>
                  <a:lnTo>
                    <a:pt x="1463721" y="1657571"/>
                  </a:lnTo>
                  <a:lnTo>
                    <a:pt x="1463716" y="1657581"/>
                  </a:lnTo>
                  <a:lnTo>
                    <a:pt x="1463713" y="1657589"/>
                  </a:lnTo>
                  <a:lnTo>
                    <a:pt x="1463709" y="1657602"/>
                  </a:lnTo>
                  <a:lnTo>
                    <a:pt x="1463693" y="1657611"/>
                  </a:lnTo>
                  <a:lnTo>
                    <a:pt x="1463680" y="1657621"/>
                  </a:lnTo>
                  <a:lnTo>
                    <a:pt x="1463660" y="1657633"/>
                  </a:lnTo>
                  <a:lnTo>
                    <a:pt x="1463644" y="1657640"/>
                  </a:lnTo>
                  <a:lnTo>
                    <a:pt x="1463636" y="1657646"/>
                  </a:lnTo>
                  <a:lnTo>
                    <a:pt x="1463623" y="1657660"/>
                  </a:lnTo>
                  <a:lnTo>
                    <a:pt x="1463617" y="1657670"/>
                  </a:lnTo>
                  <a:lnTo>
                    <a:pt x="1463613" y="1657683"/>
                  </a:lnTo>
                  <a:lnTo>
                    <a:pt x="1463608" y="1657707"/>
                  </a:lnTo>
                  <a:lnTo>
                    <a:pt x="1463604" y="1657717"/>
                  </a:lnTo>
                  <a:lnTo>
                    <a:pt x="1463599" y="1657732"/>
                  </a:lnTo>
                  <a:lnTo>
                    <a:pt x="1463598" y="1657744"/>
                  </a:lnTo>
                  <a:lnTo>
                    <a:pt x="1463600" y="1657755"/>
                  </a:lnTo>
                  <a:lnTo>
                    <a:pt x="1463604" y="1657766"/>
                  </a:lnTo>
                  <a:lnTo>
                    <a:pt x="1463607" y="1657773"/>
                  </a:lnTo>
                  <a:lnTo>
                    <a:pt x="1463610" y="1657780"/>
                  </a:lnTo>
                  <a:lnTo>
                    <a:pt x="1463609" y="1657789"/>
                  </a:lnTo>
                  <a:lnTo>
                    <a:pt x="1463598" y="1657795"/>
                  </a:lnTo>
                  <a:lnTo>
                    <a:pt x="1463587" y="1657802"/>
                  </a:lnTo>
                  <a:lnTo>
                    <a:pt x="1463578" y="1657809"/>
                  </a:lnTo>
                  <a:lnTo>
                    <a:pt x="1463570" y="1657820"/>
                  </a:lnTo>
                  <a:lnTo>
                    <a:pt x="1463564" y="1657827"/>
                  </a:lnTo>
                  <a:lnTo>
                    <a:pt x="1463552" y="1657833"/>
                  </a:lnTo>
                  <a:lnTo>
                    <a:pt x="1463535" y="1657843"/>
                  </a:lnTo>
                  <a:lnTo>
                    <a:pt x="1463529" y="1657848"/>
                  </a:lnTo>
                  <a:lnTo>
                    <a:pt x="1463526" y="1657856"/>
                  </a:lnTo>
                  <a:lnTo>
                    <a:pt x="1463527" y="1657864"/>
                  </a:lnTo>
                  <a:lnTo>
                    <a:pt x="1463527" y="1657878"/>
                  </a:lnTo>
                  <a:lnTo>
                    <a:pt x="1463526" y="1657896"/>
                  </a:lnTo>
                  <a:lnTo>
                    <a:pt x="1463522" y="1657917"/>
                  </a:lnTo>
                  <a:lnTo>
                    <a:pt x="1463520" y="1657942"/>
                  </a:lnTo>
                  <a:lnTo>
                    <a:pt x="1463520" y="1657947"/>
                  </a:lnTo>
                  <a:lnTo>
                    <a:pt x="1463519" y="1657963"/>
                  </a:lnTo>
                  <a:lnTo>
                    <a:pt x="1463521" y="1657971"/>
                  </a:lnTo>
                  <a:lnTo>
                    <a:pt x="1463524" y="1657985"/>
                  </a:lnTo>
                  <a:lnTo>
                    <a:pt x="1463521" y="1657993"/>
                  </a:lnTo>
                  <a:lnTo>
                    <a:pt x="1463519" y="1658000"/>
                  </a:lnTo>
                  <a:lnTo>
                    <a:pt x="1463517" y="1658009"/>
                  </a:lnTo>
                  <a:lnTo>
                    <a:pt x="1463514" y="1658022"/>
                  </a:lnTo>
                  <a:lnTo>
                    <a:pt x="1463511" y="1658046"/>
                  </a:lnTo>
                  <a:lnTo>
                    <a:pt x="1463508" y="1658077"/>
                  </a:lnTo>
                  <a:lnTo>
                    <a:pt x="1463500" y="1658114"/>
                  </a:lnTo>
                  <a:lnTo>
                    <a:pt x="1463494" y="1658128"/>
                  </a:lnTo>
                  <a:lnTo>
                    <a:pt x="1463486" y="1658142"/>
                  </a:lnTo>
                  <a:lnTo>
                    <a:pt x="1463474" y="1658156"/>
                  </a:lnTo>
                  <a:lnTo>
                    <a:pt x="1463463" y="1658162"/>
                  </a:lnTo>
                  <a:lnTo>
                    <a:pt x="1463445" y="1658168"/>
                  </a:lnTo>
                  <a:lnTo>
                    <a:pt x="1463437" y="1658172"/>
                  </a:lnTo>
                  <a:lnTo>
                    <a:pt x="1463437" y="1658179"/>
                  </a:lnTo>
                  <a:lnTo>
                    <a:pt x="1463440" y="1658198"/>
                  </a:lnTo>
                  <a:lnTo>
                    <a:pt x="1463442" y="1658213"/>
                  </a:lnTo>
                  <a:lnTo>
                    <a:pt x="1463439" y="1658219"/>
                  </a:lnTo>
                  <a:lnTo>
                    <a:pt x="1463436" y="1658225"/>
                  </a:lnTo>
                  <a:lnTo>
                    <a:pt x="1463430" y="1658232"/>
                  </a:lnTo>
                  <a:lnTo>
                    <a:pt x="1463424" y="1658237"/>
                  </a:lnTo>
                  <a:lnTo>
                    <a:pt x="1463410" y="1658252"/>
                  </a:lnTo>
                  <a:lnTo>
                    <a:pt x="1463396" y="1658271"/>
                  </a:lnTo>
                  <a:lnTo>
                    <a:pt x="1463391" y="1658278"/>
                  </a:lnTo>
                  <a:lnTo>
                    <a:pt x="1463387" y="1658284"/>
                  </a:lnTo>
                  <a:lnTo>
                    <a:pt x="1463383" y="1658297"/>
                  </a:lnTo>
                  <a:lnTo>
                    <a:pt x="1463384" y="1658306"/>
                  </a:lnTo>
                  <a:lnTo>
                    <a:pt x="1463384" y="1658314"/>
                  </a:lnTo>
                  <a:lnTo>
                    <a:pt x="1463385" y="1658321"/>
                  </a:lnTo>
                  <a:lnTo>
                    <a:pt x="1463386" y="1658328"/>
                  </a:lnTo>
                  <a:lnTo>
                    <a:pt x="1463392" y="1658340"/>
                  </a:lnTo>
                  <a:lnTo>
                    <a:pt x="1463399" y="1658345"/>
                  </a:lnTo>
                  <a:lnTo>
                    <a:pt x="1463411" y="1658354"/>
                  </a:lnTo>
                  <a:lnTo>
                    <a:pt x="1463426" y="1658361"/>
                  </a:lnTo>
                  <a:lnTo>
                    <a:pt x="1463449" y="1658373"/>
                  </a:lnTo>
                  <a:lnTo>
                    <a:pt x="1463454" y="1658377"/>
                  </a:lnTo>
                  <a:lnTo>
                    <a:pt x="1463468" y="1658382"/>
                  </a:lnTo>
                  <a:lnTo>
                    <a:pt x="1463486" y="1658386"/>
                  </a:lnTo>
                  <a:lnTo>
                    <a:pt x="1463493" y="1658389"/>
                  </a:lnTo>
                  <a:lnTo>
                    <a:pt x="1463487" y="1658396"/>
                  </a:lnTo>
                  <a:lnTo>
                    <a:pt x="1463480" y="1658401"/>
                  </a:lnTo>
                  <a:lnTo>
                    <a:pt x="1463475" y="1658404"/>
                  </a:lnTo>
                  <a:lnTo>
                    <a:pt x="1463465" y="1658410"/>
                  </a:lnTo>
                  <a:lnTo>
                    <a:pt x="1463459" y="1658415"/>
                  </a:lnTo>
                  <a:lnTo>
                    <a:pt x="1463456" y="1658424"/>
                  </a:lnTo>
                  <a:lnTo>
                    <a:pt x="1463455" y="1658435"/>
                  </a:lnTo>
                  <a:lnTo>
                    <a:pt x="1463454" y="1658450"/>
                  </a:lnTo>
                  <a:lnTo>
                    <a:pt x="1463440" y="1658462"/>
                  </a:lnTo>
                  <a:lnTo>
                    <a:pt x="1463427" y="1658475"/>
                  </a:lnTo>
                  <a:lnTo>
                    <a:pt x="1463417" y="1658487"/>
                  </a:lnTo>
                  <a:lnTo>
                    <a:pt x="1463410" y="1658502"/>
                  </a:lnTo>
                  <a:lnTo>
                    <a:pt x="1463408" y="1658508"/>
                  </a:lnTo>
                  <a:lnTo>
                    <a:pt x="1463404" y="1658516"/>
                  </a:lnTo>
                  <a:lnTo>
                    <a:pt x="1463401" y="1658532"/>
                  </a:lnTo>
                  <a:lnTo>
                    <a:pt x="1463398" y="1658550"/>
                  </a:lnTo>
                  <a:lnTo>
                    <a:pt x="1463393" y="1658555"/>
                  </a:lnTo>
                  <a:lnTo>
                    <a:pt x="1463383" y="1658558"/>
                  </a:lnTo>
                  <a:lnTo>
                    <a:pt x="1463369" y="1658556"/>
                  </a:lnTo>
                  <a:lnTo>
                    <a:pt x="1463350" y="1658551"/>
                  </a:lnTo>
                  <a:lnTo>
                    <a:pt x="1463336" y="1658547"/>
                  </a:lnTo>
                  <a:lnTo>
                    <a:pt x="1463323" y="1658545"/>
                  </a:lnTo>
                  <a:lnTo>
                    <a:pt x="1463313" y="1658546"/>
                  </a:lnTo>
                  <a:lnTo>
                    <a:pt x="1463301" y="1658550"/>
                  </a:lnTo>
                  <a:lnTo>
                    <a:pt x="1463292" y="1658557"/>
                  </a:lnTo>
                  <a:lnTo>
                    <a:pt x="1463281" y="1658565"/>
                  </a:lnTo>
                  <a:lnTo>
                    <a:pt x="1463274" y="1658576"/>
                  </a:lnTo>
                  <a:lnTo>
                    <a:pt x="1463269" y="1658586"/>
                  </a:lnTo>
                  <a:lnTo>
                    <a:pt x="1463265" y="1658602"/>
                  </a:lnTo>
                  <a:lnTo>
                    <a:pt x="1463264" y="1658629"/>
                  </a:lnTo>
                  <a:lnTo>
                    <a:pt x="1463263" y="1658639"/>
                  </a:lnTo>
                  <a:lnTo>
                    <a:pt x="1463253" y="1658650"/>
                  </a:lnTo>
                  <a:lnTo>
                    <a:pt x="1463245" y="1658660"/>
                  </a:lnTo>
                  <a:lnTo>
                    <a:pt x="1463236" y="1658676"/>
                  </a:lnTo>
                  <a:lnTo>
                    <a:pt x="1463229" y="1658690"/>
                  </a:lnTo>
                  <a:lnTo>
                    <a:pt x="1463226" y="1658705"/>
                  </a:lnTo>
                  <a:lnTo>
                    <a:pt x="1463222" y="1658725"/>
                  </a:lnTo>
                  <a:lnTo>
                    <a:pt x="1463221" y="1658744"/>
                  </a:lnTo>
                  <a:lnTo>
                    <a:pt x="1463219" y="1658754"/>
                  </a:lnTo>
                  <a:lnTo>
                    <a:pt x="1463215" y="1658780"/>
                  </a:lnTo>
                  <a:lnTo>
                    <a:pt x="1463212" y="1658799"/>
                  </a:lnTo>
                  <a:lnTo>
                    <a:pt x="1463211" y="1658827"/>
                  </a:lnTo>
                  <a:lnTo>
                    <a:pt x="1463207" y="1658855"/>
                  </a:lnTo>
                  <a:lnTo>
                    <a:pt x="1463201" y="1658890"/>
                  </a:lnTo>
                  <a:lnTo>
                    <a:pt x="1463194" y="1658919"/>
                  </a:lnTo>
                  <a:lnTo>
                    <a:pt x="1463192" y="1658928"/>
                  </a:lnTo>
                  <a:lnTo>
                    <a:pt x="1463185" y="1658931"/>
                  </a:lnTo>
                  <a:lnTo>
                    <a:pt x="1463180" y="1658932"/>
                  </a:lnTo>
                  <a:lnTo>
                    <a:pt x="1463167" y="1658938"/>
                  </a:lnTo>
                  <a:lnTo>
                    <a:pt x="1463161" y="1658941"/>
                  </a:lnTo>
                  <a:lnTo>
                    <a:pt x="1463153" y="1658945"/>
                  </a:lnTo>
                  <a:lnTo>
                    <a:pt x="1463138" y="1658953"/>
                  </a:lnTo>
                  <a:lnTo>
                    <a:pt x="1463123" y="1658962"/>
                  </a:lnTo>
                  <a:lnTo>
                    <a:pt x="1463115" y="1658963"/>
                  </a:lnTo>
                  <a:lnTo>
                    <a:pt x="1463109" y="1658960"/>
                  </a:lnTo>
                  <a:lnTo>
                    <a:pt x="1463101" y="1658953"/>
                  </a:lnTo>
                  <a:lnTo>
                    <a:pt x="1463091" y="1658942"/>
                  </a:lnTo>
                  <a:lnTo>
                    <a:pt x="1463082" y="1658929"/>
                  </a:lnTo>
                  <a:lnTo>
                    <a:pt x="1463071" y="1658910"/>
                  </a:lnTo>
                  <a:lnTo>
                    <a:pt x="1463061" y="1658896"/>
                  </a:lnTo>
                  <a:lnTo>
                    <a:pt x="1463050" y="1658884"/>
                  </a:lnTo>
                  <a:lnTo>
                    <a:pt x="1463046" y="1658879"/>
                  </a:lnTo>
                  <a:lnTo>
                    <a:pt x="1463036" y="1658867"/>
                  </a:lnTo>
                  <a:lnTo>
                    <a:pt x="1463025" y="1658857"/>
                  </a:lnTo>
                  <a:lnTo>
                    <a:pt x="1463013" y="1658850"/>
                  </a:lnTo>
                  <a:lnTo>
                    <a:pt x="1463003" y="1658847"/>
                  </a:lnTo>
                  <a:lnTo>
                    <a:pt x="1462989" y="1658848"/>
                  </a:lnTo>
                  <a:lnTo>
                    <a:pt x="1462969" y="1658849"/>
                  </a:lnTo>
                  <a:lnTo>
                    <a:pt x="1462953" y="1658846"/>
                  </a:lnTo>
                  <a:lnTo>
                    <a:pt x="1462937" y="1658842"/>
                  </a:lnTo>
                  <a:lnTo>
                    <a:pt x="1462911" y="1658832"/>
                  </a:lnTo>
                  <a:lnTo>
                    <a:pt x="1462884" y="1658822"/>
                  </a:lnTo>
                  <a:lnTo>
                    <a:pt x="1462872" y="1658818"/>
                  </a:lnTo>
                  <a:lnTo>
                    <a:pt x="1462860" y="1658812"/>
                  </a:lnTo>
                  <a:lnTo>
                    <a:pt x="1462848" y="1658804"/>
                  </a:lnTo>
                  <a:lnTo>
                    <a:pt x="1462834" y="1658799"/>
                  </a:lnTo>
                  <a:lnTo>
                    <a:pt x="1462823" y="1658798"/>
                  </a:lnTo>
                  <a:lnTo>
                    <a:pt x="1462811" y="1658799"/>
                  </a:lnTo>
                  <a:lnTo>
                    <a:pt x="1462795" y="1658803"/>
                  </a:lnTo>
                  <a:lnTo>
                    <a:pt x="1462784" y="1658806"/>
                  </a:lnTo>
                  <a:lnTo>
                    <a:pt x="1462776" y="1658805"/>
                  </a:lnTo>
                  <a:lnTo>
                    <a:pt x="1462766" y="1658802"/>
                  </a:lnTo>
                  <a:lnTo>
                    <a:pt x="1462753" y="1658801"/>
                  </a:lnTo>
                  <a:lnTo>
                    <a:pt x="1462737" y="1658801"/>
                  </a:lnTo>
                  <a:lnTo>
                    <a:pt x="1462731" y="1658801"/>
                  </a:lnTo>
                  <a:lnTo>
                    <a:pt x="1462683" y="1658797"/>
                  </a:lnTo>
                  <a:lnTo>
                    <a:pt x="1462675" y="1658798"/>
                  </a:lnTo>
                  <a:lnTo>
                    <a:pt x="1462666" y="1658798"/>
                  </a:lnTo>
                  <a:lnTo>
                    <a:pt x="1462651" y="1658801"/>
                  </a:lnTo>
                  <a:lnTo>
                    <a:pt x="1462635" y="1658807"/>
                  </a:lnTo>
                  <a:lnTo>
                    <a:pt x="1462616" y="1658815"/>
                  </a:lnTo>
                  <a:lnTo>
                    <a:pt x="1462596" y="1658827"/>
                  </a:lnTo>
                  <a:lnTo>
                    <a:pt x="1462584" y="1658838"/>
                  </a:lnTo>
                  <a:lnTo>
                    <a:pt x="1462575" y="1658841"/>
                  </a:lnTo>
                  <a:lnTo>
                    <a:pt x="1462560" y="1658842"/>
                  </a:lnTo>
                  <a:lnTo>
                    <a:pt x="1462550" y="1658848"/>
                  </a:lnTo>
                  <a:lnTo>
                    <a:pt x="1462543" y="1658853"/>
                  </a:lnTo>
                  <a:lnTo>
                    <a:pt x="1462535" y="1658860"/>
                  </a:lnTo>
                  <a:lnTo>
                    <a:pt x="1462524" y="1658870"/>
                  </a:lnTo>
                  <a:lnTo>
                    <a:pt x="1462518" y="1658876"/>
                  </a:lnTo>
                  <a:lnTo>
                    <a:pt x="1462501" y="1658889"/>
                  </a:lnTo>
                  <a:lnTo>
                    <a:pt x="1462487" y="1658903"/>
                  </a:lnTo>
                  <a:lnTo>
                    <a:pt x="1462476" y="1658915"/>
                  </a:lnTo>
                  <a:lnTo>
                    <a:pt x="1462471" y="1658921"/>
                  </a:lnTo>
                  <a:lnTo>
                    <a:pt x="1462462" y="1658933"/>
                  </a:lnTo>
                  <a:lnTo>
                    <a:pt x="1462455" y="1658947"/>
                  </a:lnTo>
                  <a:lnTo>
                    <a:pt x="1462445" y="1658965"/>
                  </a:lnTo>
                  <a:lnTo>
                    <a:pt x="1462431" y="1658983"/>
                  </a:lnTo>
                  <a:lnTo>
                    <a:pt x="1462428" y="1658991"/>
                  </a:lnTo>
                  <a:lnTo>
                    <a:pt x="1462424" y="1658999"/>
                  </a:lnTo>
                  <a:lnTo>
                    <a:pt x="1462413" y="1659025"/>
                  </a:lnTo>
                  <a:lnTo>
                    <a:pt x="1462402" y="1659053"/>
                  </a:lnTo>
                  <a:lnTo>
                    <a:pt x="1462391" y="1659076"/>
                  </a:lnTo>
                  <a:lnTo>
                    <a:pt x="1462376" y="1659104"/>
                  </a:lnTo>
                  <a:lnTo>
                    <a:pt x="1462356" y="1659131"/>
                  </a:lnTo>
                  <a:lnTo>
                    <a:pt x="1462321" y="1659182"/>
                  </a:lnTo>
                  <a:lnTo>
                    <a:pt x="1462299" y="1659213"/>
                  </a:lnTo>
                  <a:lnTo>
                    <a:pt x="1462277" y="1659237"/>
                  </a:lnTo>
                  <a:lnTo>
                    <a:pt x="1462266" y="1659250"/>
                  </a:lnTo>
                  <a:lnTo>
                    <a:pt x="1462255" y="1659261"/>
                  </a:lnTo>
                  <a:lnTo>
                    <a:pt x="1462239" y="1659282"/>
                  </a:lnTo>
                  <a:lnTo>
                    <a:pt x="1462234" y="1659293"/>
                  </a:lnTo>
                  <a:lnTo>
                    <a:pt x="1462226" y="1659309"/>
                  </a:lnTo>
                  <a:lnTo>
                    <a:pt x="1462223" y="1659321"/>
                  </a:lnTo>
                  <a:lnTo>
                    <a:pt x="1462223" y="1659336"/>
                  </a:lnTo>
                  <a:lnTo>
                    <a:pt x="1462223" y="1659349"/>
                  </a:lnTo>
                  <a:lnTo>
                    <a:pt x="1462222" y="1659360"/>
                  </a:lnTo>
                  <a:lnTo>
                    <a:pt x="1462219" y="1659370"/>
                  </a:lnTo>
                  <a:lnTo>
                    <a:pt x="1462211" y="1659384"/>
                  </a:lnTo>
                  <a:lnTo>
                    <a:pt x="1462206" y="1659391"/>
                  </a:lnTo>
                  <a:lnTo>
                    <a:pt x="1462197" y="1659402"/>
                  </a:lnTo>
                  <a:lnTo>
                    <a:pt x="1462193" y="1659410"/>
                  </a:lnTo>
                  <a:lnTo>
                    <a:pt x="1462191" y="1659424"/>
                  </a:lnTo>
                  <a:lnTo>
                    <a:pt x="1462189" y="1659439"/>
                  </a:lnTo>
                  <a:lnTo>
                    <a:pt x="1462180" y="1659458"/>
                  </a:lnTo>
                  <a:lnTo>
                    <a:pt x="1462172" y="1659474"/>
                  </a:lnTo>
                  <a:lnTo>
                    <a:pt x="1462163" y="1659495"/>
                  </a:lnTo>
                  <a:lnTo>
                    <a:pt x="1462158" y="1659503"/>
                  </a:lnTo>
                  <a:lnTo>
                    <a:pt x="1462155" y="1659508"/>
                  </a:lnTo>
                  <a:lnTo>
                    <a:pt x="1462145" y="1659514"/>
                  </a:lnTo>
                  <a:lnTo>
                    <a:pt x="1462129" y="1659524"/>
                  </a:lnTo>
                  <a:lnTo>
                    <a:pt x="1462113" y="1659524"/>
                  </a:lnTo>
                  <a:lnTo>
                    <a:pt x="1462092" y="1659526"/>
                  </a:lnTo>
                  <a:lnTo>
                    <a:pt x="1462078" y="1659527"/>
                  </a:lnTo>
                  <a:lnTo>
                    <a:pt x="1462065" y="1659527"/>
                  </a:lnTo>
                  <a:lnTo>
                    <a:pt x="1462057" y="1659528"/>
                  </a:lnTo>
                  <a:lnTo>
                    <a:pt x="1462045" y="1659531"/>
                  </a:lnTo>
                  <a:lnTo>
                    <a:pt x="1462030" y="1659537"/>
                  </a:lnTo>
                  <a:lnTo>
                    <a:pt x="1462010" y="1659549"/>
                  </a:lnTo>
                  <a:lnTo>
                    <a:pt x="1461987" y="1659561"/>
                  </a:lnTo>
                  <a:lnTo>
                    <a:pt x="1461966" y="1659573"/>
                  </a:lnTo>
                  <a:lnTo>
                    <a:pt x="1461944" y="1659585"/>
                  </a:lnTo>
                  <a:lnTo>
                    <a:pt x="1461930" y="1659594"/>
                  </a:lnTo>
                  <a:lnTo>
                    <a:pt x="1461913" y="1659610"/>
                  </a:lnTo>
                  <a:lnTo>
                    <a:pt x="1461893" y="1659639"/>
                  </a:lnTo>
                  <a:lnTo>
                    <a:pt x="1461888" y="1659647"/>
                  </a:lnTo>
                  <a:lnTo>
                    <a:pt x="1461879" y="1659661"/>
                  </a:lnTo>
                  <a:lnTo>
                    <a:pt x="1461872" y="1659669"/>
                  </a:lnTo>
                  <a:lnTo>
                    <a:pt x="1461865" y="1659671"/>
                  </a:lnTo>
                  <a:lnTo>
                    <a:pt x="1461857" y="1659670"/>
                  </a:lnTo>
                  <a:lnTo>
                    <a:pt x="1461846" y="1659668"/>
                  </a:lnTo>
                  <a:lnTo>
                    <a:pt x="1461834" y="1659667"/>
                  </a:lnTo>
                  <a:lnTo>
                    <a:pt x="1461824" y="1659662"/>
                  </a:lnTo>
                  <a:lnTo>
                    <a:pt x="1461815" y="1659655"/>
                  </a:lnTo>
                  <a:lnTo>
                    <a:pt x="1461806" y="1659652"/>
                  </a:lnTo>
                  <a:lnTo>
                    <a:pt x="1461783" y="1659655"/>
                  </a:lnTo>
                  <a:lnTo>
                    <a:pt x="1461768" y="1659651"/>
                  </a:lnTo>
                  <a:lnTo>
                    <a:pt x="1461742" y="1659637"/>
                  </a:lnTo>
                  <a:lnTo>
                    <a:pt x="1461723" y="1659626"/>
                  </a:lnTo>
                  <a:lnTo>
                    <a:pt x="1461699" y="1659615"/>
                  </a:lnTo>
                  <a:lnTo>
                    <a:pt x="1461679" y="1659602"/>
                  </a:lnTo>
                  <a:lnTo>
                    <a:pt x="1461664" y="1659596"/>
                  </a:lnTo>
                  <a:lnTo>
                    <a:pt x="1461653" y="1659589"/>
                  </a:lnTo>
                  <a:lnTo>
                    <a:pt x="1461648" y="1659584"/>
                  </a:lnTo>
                  <a:lnTo>
                    <a:pt x="1461647" y="1659570"/>
                  </a:lnTo>
                  <a:lnTo>
                    <a:pt x="1461645" y="1659557"/>
                  </a:lnTo>
                  <a:lnTo>
                    <a:pt x="1461647" y="1659543"/>
                  </a:lnTo>
                  <a:lnTo>
                    <a:pt x="1461648" y="1659530"/>
                  </a:lnTo>
                  <a:lnTo>
                    <a:pt x="1461647" y="1659508"/>
                  </a:lnTo>
                  <a:lnTo>
                    <a:pt x="1461654" y="1659502"/>
                  </a:lnTo>
                  <a:lnTo>
                    <a:pt x="1461661" y="1659497"/>
                  </a:lnTo>
                  <a:lnTo>
                    <a:pt x="1461674" y="1659485"/>
                  </a:lnTo>
                  <a:lnTo>
                    <a:pt x="1461678" y="1659481"/>
                  </a:lnTo>
                  <a:lnTo>
                    <a:pt x="1461634" y="1659486"/>
                  </a:lnTo>
                  <a:lnTo>
                    <a:pt x="1461625" y="1659485"/>
                  </a:lnTo>
                  <a:lnTo>
                    <a:pt x="1461618" y="1659483"/>
                  </a:lnTo>
                  <a:lnTo>
                    <a:pt x="1461606" y="1659479"/>
                  </a:lnTo>
                  <a:lnTo>
                    <a:pt x="1461601" y="1659477"/>
                  </a:lnTo>
                  <a:lnTo>
                    <a:pt x="1461592" y="1659474"/>
                  </a:lnTo>
                  <a:lnTo>
                    <a:pt x="1461585" y="1659472"/>
                  </a:lnTo>
                  <a:lnTo>
                    <a:pt x="1461574" y="1659466"/>
                  </a:lnTo>
                  <a:lnTo>
                    <a:pt x="1461566" y="1659461"/>
                  </a:lnTo>
                  <a:lnTo>
                    <a:pt x="1461561" y="1659458"/>
                  </a:lnTo>
                  <a:lnTo>
                    <a:pt x="1461555" y="1659454"/>
                  </a:lnTo>
                  <a:lnTo>
                    <a:pt x="1461546" y="1659449"/>
                  </a:lnTo>
                  <a:lnTo>
                    <a:pt x="1461536" y="1659447"/>
                  </a:lnTo>
                  <a:lnTo>
                    <a:pt x="1461529" y="1659448"/>
                  </a:lnTo>
                  <a:lnTo>
                    <a:pt x="1461519" y="1659451"/>
                  </a:lnTo>
                  <a:lnTo>
                    <a:pt x="1461506" y="1659456"/>
                  </a:lnTo>
                  <a:lnTo>
                    <a:pt x="1461495" y="1659463"/>
                  </a:lnTo>
                  <a:lnTo>
                    <a:pt x="1461487" y="1659468"/>
                  </a:lnTo>
                  <a:lnTo>
                    <a:pt x="1461474" y="1659480"/>
                  </a:lnTo>
                  <a:lnTo>
                    <a:pt x="1461466" y="1659485"/>
                  </a:lnTo>
                  <a:lnTo>
                    <a:pt x="1461455" y="1659487"/>
                  </a:lnTo>
                  <a:lnTo>
                    <a:pt x="1461446" y="1659486"/>
                  </a:lnTo>
                  <a:lnTo>
                    <a:pt x="1461436" y="1659482"/>
                  </a:lnTo>
                  <a:lnTo>
                    <a:pt x="1461427" y="1659477"/>
                  </a:lnTo>
                  <a:lnTo>
                    <a:pt x="1461416" y="1659470"/>
                  </a:lnTo>
                  <a:lnTo>
                    <a:pt x="1461408" y="1659466"/>
                  </a:lnTo>
                  <a:lnTo>
                    <a:pt x="1461404" y="1659446"/>
                  </a:lnTo>
                  <a:lnTo>
                    <a:pt x="1461387" y="1659451"/>
                  </a:lnTo>
                  <a:lnTo>
                    <a:pt x="1461372" y="1659455"/>
                  </a:lnTo>
                  <a:lnTo>
                    <a:pt x="1461360" y="1659455"/>
                  </a:lnTo>
                  <a:lnTo>
                    <a:pt x="1461345" y="1659454"/>
                  </a:lnTo>
                  <a:lnTo>
                    <a:pt x="1461328" y="1659452"/>
                  </a:lnTo>
                  <a:lnTo>
                    <a:pt x="1461318" y="1659452"/>
                  </a:lnTo>
                  <a:lnTo>
                    <a:pt x="1461313" y="1659457"/>
                  </a:lnTo>
                  <a:lnTo>
                    <a:pt x="1461306" y="1659467"/>
                  </a:lnTo>
                  <a:lnTo>
                    <a:pt x="1461297" y="1659467"/>
                  </a:lnTo>
                  <a:lnTo>
                    <a:pt x="1461289" y="1659467"/>
                  </a:lnTo>
                  <a:lnTo>
                    <a:pt x="1461280" y="1659466"/>
                  </a:lnTo>
                  <a:lnTo>
                    <a:pt x="1461266" y="1659464"/>
                  </a:lnTo>
                  <a:lnTo>
                    <a:pt x="1461253" y="1659461"/>
                  </a:lnTo>
                  <a:lnTo>
                    <a:pt x="1461237" y="1659461"/>
                  </a:lnTo>
                  <a:lnTo>
                    <a:pt x="1461235" y="1659470"/>
                  </a:lnTo>
                  <a:lnTo>
                    <a:pt x="1461216" y="1659469"/>
                  </a:lnTo>
                  <a:lnTo>
                    <a:pt x="1461211" y="1659469"/>
                  </a:lnTo>
                  <a:lnTo>
                    <a:pt x="1461202" y="1659469"/>
                  </a:lnTo>
                  <a:lnTo>
                    <a:pt x="1461189" y="1659470"/>
                  </a:lnTo>
                  <a:lnTo>
                    <a:pt x="1461179" y="1659472"/>
                  </a:lnTo>
                  <a:lnTo>
                    <a:pt x="1461172" y="1659474"/>
                  </a:lnTo>
                  <a:lnTo>
                    <a:pt x="1461165" y="1659476"/>
                  </a:lnTo>
                  <a:lnTo>
                    <a:pt x="1461159" y="1659479"/>
                  </a:lnTo>
                  <a:lnTo>
                    <a:pt x="1461145" y="1659488"/>
                  </a:lnTo>
                  <a:lnTo>
                    <a:pt x="1461138" y="1659491"/>
                  </a:lnTo>
                  <a:lnTo>
                    <a:pt x="1461119" y="1659488"/>
                  </a:lnTo>
                  <a:lnTo>
                    <a:pt x="1461112" y="1659484"/>
                  </a:lnTo>
                  <a:lnTo>
                    <a:pt x="1461105" y="1659480"/>
                  </a:lnTo>
                  <a:lnTo>
                    <a:pt x="1461092" y="1659473"/>
                  </a:lnTo>
                  <a:lnTo>
                    <a:pt x="1461076" y="1659459"/>
                  </a:lnTo>
                  <a:lnTo>
                    <a:pt x="1461069" y="1659456"/>
                  </a:lnTo>
                  <a:lnTo>
                    <a:pt x="1461064" y="1659454"/>
                  </a:lnTo>
                  <a:lnTo>
                    <a:pt x="1461058" y="1659453"/>
                  </a:lnTo>
                  <a:lnTo>
                    <a:pt x="1461053" y="1659455"/>
                  </a:lnTo>
                  <a:lnTo>
                    <a:pt x="1461047" y="1659457"/>
                  </a:lnTo>
                  <a:lnTo>
                    <a:pt x="1461041" y="1659457"/>
                  </a:lnTo>
                  <a:lnTo>
                    <a:pt x="1461034" y="1659456"/>
                  </a:lnTo>
                  <a:lnTo>
                    <a:pt x="1461022" y="1659453"/>
                  </a:lnTo>
                  <a:lnTo>
                    <a:pt x="1461004" y="1659448"/>
                  </a:lnTo>
                  <a:lnTo>
                    <a:pt x="1460994" y="1659446"/>
                  </a:lnTo>
                  <a:lnTo>
                    <a:pt x="1460953" y="1659399"/>
                  </a:lnTo>
                  <a:lnTo>
                    <a:pt x="1460943" y="1659387"/>
                  </a:lnTo>
                  <a:lnTo>
                    <a:pt x="1460929" y="1659357"/>
                  </a:lnTo>
                  <a:lnTo>
                    <a:pt x="1460920" y="1659336"/>
                  </a:lnTo>
                  <a:lnTo>
                    <a:pt x="1460914" y="1659309"/>
                  </a:lnTo>
                  <a:lnTo>
                    <a:pt x="1460912" y="1659293"/>
                  </a:lnTo>
                  <a:lnTo>
                    <a:pt x="1460911" y="1659277"/>
                  </a:lnTo>
                  <a:lnTo>
                    <a:pt x="1460911" y="1659260"/>
                  </a:lnTo>
                  <a:lnTo>
                    <a:pt x="1460913" y="1659236"/>
                  </a:lnTo>
                  <a:lnTo>
                    <a:pt x="1460910" y="1659220"/>
                  </a:lnTo>
                  <a:lnTo>
                    <a:pt x="1460905" y="1659209"/>
                  </a:lnTo>
                  <a:lnTo>
                    <a:pt x="1460897" y="1659199"/>
                  </a:lnTo>
                  <a:lnTo>
                    <a:pt x="1460889" y="1659191"/>
                  </a:lnTo>
                  <a:lnTo>
                    <a:pt x="1460876" y="1659177"/>
                  </a:lnTo>
                  <a:lnTo>
                    <a:pt x="1460866" y="1659159"/>
                  </a:lnTo>
                  <a:lnTo>
                    <a:pt x="1460862" y="1659149"/>
                  </a:lnTo>
                  <a:lnTo>
                    <a:pt x="1460859" y="1659142"/>
                  </a:lnTo>
                  <a:lnTo>
                    <a:pt x="1460856" y="1659051"/>
                  </a:lnTo>
                  <a:lnTo>
                    <a:pt x="1460856" y="1659036"/>
                  </a:lnTo>
                  <a:lnTo>
                    <a:pt x="1460807" y="1658976"/>
                  </a:lnTo>
                  <a:lnTo>
                    <a:pt x="1460796" y="1658962"/>
                  </a:lnTo>
                  <a:lnTo>
                    <a:pt x="1460793" y="1658953"/>
                  </a:lnTo>
                  <a:lnTo>
                    <a:pt x="1460790" y="1658943"/>
                  </a:lnTo>
                  <a:lnTo>
                    <a:pt x="1460787" y="1658935"/>
                  </a:lnTo>
                  <a:lnTo>
                    <a:pt x="1460783" y="1658928"/>
                  </a:lnTo>
                  <a:lnTo>
                    <a:pt x="1460777" y="1658920"/>
                  </a:lnTo>
                  <a:lnTo>
                    <a:pt x="1460768" y="1658904"/>
                  </a:lnTo>
                  <a:lnTo>
                    <a:pt x="1460759" y="1658887"/>
                  </a:lnTo>
                  <a:lnTo>
                    <a:pt x="1460752" y="1658872"/>
                  </a:lnTo>
                  <a:lnTo>
                    <a:pt x="1460747" y="1658858"/>
                  </a:lnTo>
                  <a:lnTo>
                    <a:pt x="1460746" y="1658845"/>
                  </a:lnTo>
                  <a:lnTo>
                    <a:pt x="1460745" y="1658826"/>
                  </a:lnTo>
                  <a:lnTo>
                    <a:pt x="1460744" y="1658811"/>
                  </a:lnTo>
                  <a:lnTo>
                    <a:pt x="1460742" y="1658803"/>
                  </a:lnTo>
                  <a:lnTo>
                    <a:pt x="1460738" y="1658798"/>
                  </a:lnTo>
                  <a:lnTo>
                    <a:pt x="1460729" y="1658793"/>
                  </a:lnTo>
                  <a:lnTo>
                    <a:pt x="1460712" y="1658789"/>
                  </a:lnTo>
                  <a:lnTo>
                    <a:pt x="1460691" y="1658785"/>
                  </a:lnTo>
                  <a:lnTo>
                    <a:pt x="1460679" y="1658780"/>
                  </a:lnTo>
                  <a:lnTo>
                    <a:pt x="1460674" y="1658775"/>
                  </a:lnTo>
                  <a:lnTo>
                    <a:pt x="1460671" y="1658767"/>
                  </a:lnTo>
                  <a:lnTo>
                    <a:pt x="1460671" y="1658756"/>
                  </a:lnTo>
                  <a:lnTo>
                    <a:pt x="1460666" y="1658746"/>
                  </a:lnTo>
                  <a:lnTo>
                    <a:pt x="1460657" y="1658735"/>
                  </a:lnTo>
                  <a:lnTo>
                    <a:pt x="1460644" y="1658725"/>
                  </a:lnTo>
                  <a:lnTo>
                    <a:pt x="1460610" y="1658700"/>
                  </a:lnTo>
                  <a:lnTo>
                    <a:pt x="1460594" y="1658689"/>
                  </a:lnTo>
                  <a:lnTo>
                    <a:pt x="1460578" y="1658672"/>
                  </a:lnTo>
                  <a:lnTo>
                    <a:pt x="1460565" y="1658661"/>
                  </a:lnTo>
                  <a:lnTo>
                    <a:pt x="1460561" y="1658651"/>
                  </a:lnTo>
                  <a:lnTo>
                    <a:pt x="1460563" y="1658641"/>
                  </a:lnTo>
                  <a:lnTo>
                    <a:pt x="1460562" y="1658623"/>
                  </a:lnTo>
                  <a:lnTo>
                    <a:pt x="1460561" y="1658607"/>
                  </a:lnTo>
                  <a:lnTo>
                    <a:pt x="1460555" y="1658596"/>
                  </a:lnTo>
                  <a:lnTo>
                    <a:pt x="1460542" y="1658584"/>
                  </a:lnTo>
                  <a:lnTo>
                    <a:pt x="1460529" y="1658569"/>
                  </a:lnTo>
                  <a:lnTo>
                    <a:pt x="1460520" y="1658553"/>
                  </a:lnTo>
                  <a:lnTo>
                    <a:pt x="1460518" y="1658548"/>
                  </a:lnTo>
                  <a:lnTo>
                    <a:pt x="1460511" y="1658532"/>
                  </a:lnTo>
                  <a:lnTo>
                    <a:pt x="1460506" y="1658520"/>
                  </a:lnTo>
                  <a:lnTo>
                    <a:pt x="1460503" y="1658507"/>
                  </a:lnTo>
                  <a:lnTo>
                    <a:pt x="1460505" y="1658497"/>
                  </a:lnTo>
                  <a:lnTo>
                    <a:pt x="1460507" y="1658485"/>
                  </a:lnTo>
                  <a:lnTo>
                    <a:pt x="1460507" y="1658475"/>
                  </a:lnTo>
                  <a:lnTo>
                    <a:pt x="1460504" y="1658455"/>
                  </a:lnTo>
                  <a:lnTo>
                    <a:pt x="1460499" y="1658442"/>
                  </a:lnTo>
                  <a:lnTo>
                    <a:pt x="1460474" y="1658411"/>
                  </a:lnTo>
                  <a:lnTo>
                    <a:pt x="1460472" y="1658404"/>
                  </a:lnTo>
                  <a:lnTo>
                    <a:pt x="1460471" y="1658399"/>
                  </a:lnTo>
                  <a:lnTo>
                    <a:pt x="1460470" y="1658392"/>
                  </a:lnTo>
                  <a:lnTo>
                    <a:pt x="1460469" y="1658385"/>
                  </a:lnTo>
                  <a:lnTo>
                    <a:pt x="1460468" y="1658374"/>
                  </a:lnTo>
                  <a:lnTo>
                    <a:pt x="1460468" y="1658359"/>
                  </a:lnTo>
                  <a:lnTo>
                    <a:pt x="1460469" y="1658345"/>
                  </a:lnTo>
                  <a:lnTo>
                    <a:pt x="1460469" y="1658336"/>
                  </a:lnTo>
                  <a:lnTo>
                    <a:pt x="1460469" y="1658320"/>
                  </a:lnTo>
                  <a:lnTo>
                    <a:pt x="1460469" y="1658313"/>
                  </a:lnTo>
                  <a:lnTo>
                    <a:pt x="1460468" y="1658297"/>
                  </a:lnTo>
                  <a:lnTo>
                    <a:pt x="1460467" y="1658281"/>
                  </a:lnTo>
                  <a:lnTo>
                    <a:pt x="1460466" y="1658254"/>
                  </a:lnTo>
                  <a:lnTo>
                    <a:pt x="1460465" y="1658245"/>
                  </a:lnTo>
                  <a:lnTo>
                    <a:pt x="1460460" y="1658210"/>
                  </a:lnTo>
                  <a:lnTo>
                    <a:pt x="1460455" y="1658176"/>
                  </a:lnTo>
                  <a:lnTo>
                    <a:pt x="1460453" y="1658166"/>
                  </a:lnTo>
                  <a:lnTo>
                    <a:pt x="1460450" y="1658152"/>
                  </a:lnTo>
                  <a:lnTo>
                    <a:pt x="1460445" y="1658137"/>
                  </a:lnTo>
                  <a:lnTo>
                    <a:pt x="1460441" y="1658126"/>
                  </a:lnTo>
                  <a:lnTo>
                    <a:pt x="1460437" y="1658116"/>
                  </a:lnTo>
                  <a:lnTo>
                    <a:pt x="1460432" y="1658106"/>
                  </a:lnTo>
                  <a:lnTo>
                    <a:pt x="1460428" y="1658099"/>
                  </a:lnTo>
                  <a:lnTo>
                    <a:pt x="1460420" y="1658081"/>
                  </a:lnTo>
                  <a:lnTo>
                    <a:pt x="1460413" y="1658065"/>
                  </a:lnTo>
                  <a:lnTo>
                    <a:pt x="1460409" y="1658055"/>
                  </a:lnTo>
                  <a:lnTo>
                    <a:pt x="1460402" y="1658037"/>
                  </a:lnTo>
                  <a:lnTo>
                    <a:pt x="1460400" y="1658031"/>
                  </a:lnTo>
                  <a:lnTo>
                    <a:pt x="1460392" y="1658014"/>
                  </a:lnTo>
                  <a:lnTo>
                    <a:pt x="1460373" y="1657977"/>
                  </a:lnTo>
                  <a:lnTo>
                    <a:pt x="1460365" y="1657962"/>
                  </a:lnTo>
                  <a:lnTo>
                    <a:pt x="1460360" y="1657951"/>
                  </a:lnTo>
                  <a:lnTo>
                    <a:pt x="1460346" y="1657921"/>
                  </a:lnTo>
                  <a:lnTo>
                    <a:pt x="1460340" y="1657903"/>
                  </a:lnTo>
                  <a:lnTo>
                    <a:pt x="1460336" y="1657887"/>
                  </a:lnTo>
                  <a:lnTo>
                    <a:pt x="1460335" y="1657880"/>
                  </a:lnTo>
                  <a:lnTo>
                    <a:pt x="1460324" y="1657849"/>
                  </a:lnTo>
                  <a:lnTo>
                    <a:pt x="1460321" y="1657844"/>
                  </a:lnTo>
                  <a:lnTo>
                    <a:pt x="1460314" y="1657833"/>
                  </a:lnTo>
                  <a:lnTo>
                    <a:pt x="1460305" y="1657822"/>
                  </a:lnTo>
                  <a:lnTo>
                    <a:pt x="1460294" y="1657815"/>
                  </a:lnTo>
                  <a:lnTo>
                    <a:pt x="1460289" y="1657812"/>
                  </a:lnTo>
                  <a:lnTo>
                    <a:pt x="1460283" y="1657809"/>
                  </a:lnTo>
                  <a:lnTo>
                    <a:pt x="1460268" y="1657804"/>
                  </a:lnTo>
                  <a:lnTo>
                    <a:pt x="1460247" y="1657802"/>
                  </a:lnTo>
                  <a:lnTo>
                    <a:pt x="1460232" y="1657802"/>
                  </a:lnTo>
                  <a:lnTo>
                    <a:pt x="1460207" y="1657804"/>
                  </a:lnTo>
                  <a:lnTo>
                    <a:pt x="1460187" y="1657801"/>
                  </a:lnTo>
                  <a:lnTo>
                    <a:pt x="1460182" y="1657799"/>
                  </a:lnTo>
                  <a:lnTo>
                    <a:pt x="1460173" y="1657795"/>
                  </a:lnTo>
                  <a:lnTo>
                    <a:pt x="1460168" y="1657793"/>
                  </a:lnTo>
                  <a:lnTo>
                    <a:pt x="1460154" y="1657784"/>
                  </a:lnTo>
                  <a:lnTo>
                    <a:pt x="1460148" y="1657780"/>
                  </a:lnTo>
                  <a:lnTo>
                    <a:pt x="1460140" y="1657774"/>
                  </a:lnTo>
                  <a:lnTo>
                    <a:pt x="1460136" y="1657771"/>
                  </a:lnTo>
                  <a:lnTo>
                    <a:pt x="1460124" y="1657762"/>
                  </a:lnTo>
                  <a:lnTo>
                    <a:pt x="1460110" y="1657748"/>
                  </a:lnTo>
                  <a:lnTo>
                    <a:pt x="1460102" y="1657739"/>
                  </a:lnTo>
                  <a:lnTo>
                    <a:pt x="1460099" y="1657735"/>
                  </a:lnTo>
                  <a:lnTo>
                    <a:pt x="1460089" y="1657723"/>
                  </a:lnTo>
                  <a:lnTo>
                    <a:pt x="1460077" y="1657708"/>
                  </a:lnTo>
                  <a:lnTo>
                    <a:pt x="1460070" y="1657700"/>
                  </a:lnTo>
                  <a:lnTo>
                    <a:pt x="1460066" y="1657694"/>
                  </a:lnTo>
                  <a:lnTo>
                    <a:pt x="1460054" y="1657682"/>
                  </a:lnTo>
                  <a:lnTo>
                    <a:pt x="1460048" y="1657678"/>
                  </a:lnTo>
                  <a:lnTo>
                    <a:pt x="1460037" y="1657670"/>
                  </a:lnTo>
                  <a:lnTo>
                    <a:pt x="1460032" y="1657667"/>
                  </a:lnTo>
                  <a:lnTo>
                    <a:pt x="1460026" y="1657663"/>
                  </a:lnTo>
                  <a:lnTo>
                    <a:pt x="1460011" y="1657660"/>
                  </a:lnTo>
                  <a:lnTo>
                    <a:pt x="1460001" y="1657659"/>
                  </a:lnTo>
                  <a:lnTo>
                    <a:pt x="1459990" y="1657659"/>
                  </a:lnTo>
                  <a:lnTo>
                    <a:pt x="1459967" y="1657660"/>
                  </a:lnTo>
                  <a:lnTo>
                    <a:pt x="1459956" y="1657660"/>
                  </a:lnTo>
                  <a:lnTo>
                    <a:pt x="1459942" y="1657659"/>
                  </a:lnTo>
                  <a:lnTo>
                    <a:pt x="1459921" y="1657654"/>
                  </a:lnTo>
                  <a:lnTo>
                    <a:pt x="1459902" y="1657645"/>
                  </a:lnTo>
                  <a:lnTo>
                    <a:pt x="1459882" y="1657634"/>
                  </a:lnTo>
                  <a:lnTo>
                    <a:pt x="1459877" y="1657630"/>
                  </a:lnTo>
                  <a:lnTo>
                    <a:pt x="1459869" y="1657624"/>
                  </a:lnTo>
                  <a:lnTo>
                    <a:pt x="1459856" y="1657612"/>
                  </a:lnTo>
                  <a:lnTo>
                    <a:pt x="1459845" y="1657601"/>
                  </a:lnTo>
                  <a:lnTo>
                    <a:pt x="1459832" y="1657585"/>
                  </a:lnTo>
                  <a:lnTo>
                    <a:pt x="1459822" y="1657578"/>
                  </a:lnTo>
                  <a:lnTo>
                    <a:pt x="1459815" y="1657573"/>
                  </a:lnTo>
                  <a:lnTo>
                    <a:pt x="1459806" y="1657568"/>
                  </a:lnTo>
                  <a:lnTo>
                    <a:pt x="1459787" y="1657557"/>
                  </a:lnTo>
                  <a:lnTo>
                    <a:pt x="1459775" y="1657548"/>
                  </a:lnTo>
                  <a:lnTo>
                    <a:pt x="1459768" y="1657540"/>
                  </a:lnTo>
                  <a:lnTo>
                    <a:pt x="1459756" y="1657527"/>
                  </a:lnTo>
                  <a:lnTo>
                    <a:pt x="1459737" y="1657505"/>
                  </a:lnTo>
                  <a:lnTo>
                    <a:pt x="1459719" y="1657484"/>
                  </a:lnTo>
                  <a:lnTo>
                    <a:pt x="1459698" y="1657460"/>
                  </a:lnTo>
                  <a:lnTo>
                    <a:pt x="1459684" y="1657447"/>
                  </a:lnTo>
                  <a:lnTo>
                    <a:pt x="1459668" y="1657437"/>
                  </a:lnTo>
                  <a:lnTo>
                    <a:pt x="1459654" y="1657431"/>
                  </a:lnTo>
                  <a:lnTo>
                    <a:pt x="1459646" y="1657429"/>
                  </a:lnTo>
                  <a:lnTo>
                    <a:pt x="1459637" y="1657428"/>
                  </a:lnTo>
                  <a:lnTo>
                    <a:pt x="1459619" y="1657426"/>
                  </a:lnTo>
                  <a:lnTo>
                    <a:pt x="1459604" y="1657426"/>
                  </a:lnTo>
                  <a:lnTo>
                    <a:pt x="1459595" y="1657425"/>
                  </a:lnTo>
                  <a:lnTo>
                    <a:pt x="1459584" y="1657424"/>
                  </a:lnTo>
                  <a:lnTo>
                    <a:pt x="1459570" y="1657419"/>
                  </a:lnTo>
                  <a:lnTo>
                    <a:pt x="1459561" y="1657415"/>
                  </a:lnTo>
                  <a:lnTo>
                    <a:pt x="1459554" y="1657411"/>
                  </a:lnTo>
                  <a:lnTo>
                    <a:pt x="1459536" y="1657395"/>
                  </a:lnTo>
                  <a:lnTo>
                    <a:pt x="1459525" y="1657381"/>
                  </a:lnTo>
                  <a:lnTo>
                    <a:pt x="1459512" y="1657365"/>
                  </a:lnTo>
                  <a:lnTo>
                    <a:pt x="1459508" y="1657361"/>
                  </a:lnTo>
                  <a:lnTo>
                    <a:pt x="1459499" y="1657354"/>
                  </a:lnTo>
                  <a:lnTo>
                    <a:pt x="1459487" y="1657345"/>
                  </a:lnTo>
                  <a:lnTo>
                    <a:pt x="1459481" y="1657342"/>
                  </a:lnTo>
                  <a:lnTo>
                    <a:pt x="1459467" y="1657337"/>
                  </a:lnTo>
                  <a:lnTo>
                    <a:pt x="1459462" y="1657335"/>
                  </a:lnTo>
                  <a:lnTo>
                    <a:pt x="1459454" y="1657332"/>
                  </a:lnTo>
                  <a:lnTo>
                    <a:pt x="1459448" y="1657331"/>
                  </a:lnTo>
                  <a:lnTo>
                    <a:pt x="1459433" y="1657329"/>
                  </a:lnTo>
                  <a:lnTo>
                    <a:pt x="1459426" y="1657329"/>
                  </a:lnTo>
                  <a:lnTo>
                    <a:pt x="1459414" y="1657329"/>
                  </a:lnTo>
                  <a:lnTo>
                    <a:pt x="1459400" y="1657331"/>
                  </a:lnTo>
                  <a:lnTo>
                    <a:pt x="1459393" y="1657332"/>
                  </a:lnTo>
                  <a:lnTo>
                    <a:pt x="1459381" y="1657334"/>
                  </a:lnTo>
                  <a:lnTo>
                    <a:pt x="1459376" y="1657335"/>
                  </a:lnTo>
                  <a:lnTo>
                    <a:pt x="1459368" y="1657336"/>
                  </a:lnTo>
                  <a:lnTo>
                    <a:pt x="1459363" y="1657337"/>
                  </a:lnTo>
                  <a:lnTo>
                    <a:pt x="1459348" y="1657341"/>
                  </a:lnTo>
                  <a:lnTo>
                    <a:pt x="1459325" y="1657344"/>
                  </a:lnTo>
                  <a:lnTo>
                    <a:pt x="1459315" y="1657345"/>
                  </a:lnTo>
                  <a:lnTo>
                    <a:pt x="1459302" y="1657344"/>
                  </a:lnTo>
                  <a:lnTo>
                    <a:pt x="1459293" y="1657342"/>
                  </a:lnTo>
                  <a:lnTo>
                    <a:pt x="1459283" y="1657339"/>
                  </a:lnTo>
                  <a:lnTo>
                    <a:pt x="1459271" y="1657335"/>
                  </a:lnTo>
                  <a:lnTo>
                    <a:pt x="1459262" y="1657332"/>
                  </a:lnTo>
                  <a:lnTo>
                    <a:pt x="1459255" y="1657329"/>
                  </a:lnTo>
                  <a:lnTo>
                    <a:pt x="1459246" y="1657327"/>
                  </a:lnTo>
                  <a:lnTo>
                    <a:pt x="1459237" y="1657326"/>
                  </a:lnTo>
                  <a:lnTo>
                    <a:pt x="1459222" y="1657325"/>
                  </a:lnTo>
                  <a:lnTo>
                    <a:pt x="1459215" y="1657325"/>
                  </a:lnTo>
                  <a:lnTo>
                    <a:pt x="1459193" y="1657326"/>
                  </a:lnTo>
                  <a:lnTo>
                    <a:pt x="1459160" y="1657330"/>
                  </a:lnTo>
                  <a:lnTo>
                    <a:pt x="1459145" y="1657332"/>
                  </a:lnTo>
                  <a:lnTo>
                    <a:pt x="1459139" y="1657333"/>
                  </a:lnTo>
                  <a:lnTo>
                    <a:pt x="1459131" y="1657335"/>
                  </a:lnTo>
                  <a:lnTo>
                    <a:pt x="1459122" y="1657338"/>
                  </a:lnTo>
                  <a:lnTo>
                    <a:pt x="1459109" y="1657342"/>
                  </a:lnTo>
                  <a:lnTo>
                    <a:pt x="1459101" y="1657345"/>
                  </a:lnTo>
                  <a:lnTo>
                    <a:pt x="1459087" y="1657351"/>
                  </a:lnTo>
                  <a:lnTo>
                    <a:pt x="1459074" y="1657358"/>
                  </a:lnTo>
                  <a:lnTo>
                    <a:pt x="1459065" y="1657362"/>
                  </a:lnTo>
                  <a:lnTo>
                    <a:pt x="1459056" y="1657366"/>
                  </a:lnTo>
                  <a:lnTo>
                    <a:pt x="1459045" y="1657371"/>
                  </a:lnTo>
                  <a:lnTo>
                    <a:pt x="1459028" y="1657380"/>
                  </a:lnTo>
                  <a:lnTo>
                    <a:pt x="1459013" y="1657388"/>
                  </a:lnTo>
                  <a:lnTo>
                    <a:pt x="1458999" y="1657396"/>
                  </a:lnTo>
                  <a:lnTo>
                    <a:pt x="1458993" y="1657399"/>
                  </a:lnTo>
                  <a:lnTo>
                    <a:pt x="1458979" y="1657406"/>
                  </a:lnTo>
                  <a:lnTo>
                    <a:pt x="1458973" y="1657409"/>
                  </a:lnTo>
                  <a:lnTo>
                    <a:pt x="1458954" y="1657416"/>
                  </a:lnTo>
                  <a:lnTo>
                    <a:pt x="1458946" y="1657420"/>
                  </a:lnTo>
                  <a:lnTo>
                    <a:pt x="1458920" y="1657427"/>
                  </a:lnTo>
                  <a:lnTo>
                    <a:pt x="1458912" y="1657430"/>
                  </a:lnTo>
                  <a:lnTo>
                    <a:pt x="1458896" y="1657433"/>
                  </a:lnTo>
                  <a:lnTo>
                    <a:pt x="1458877" y="1657436"/>
                  </a:lnTo>
                  <a:lnTo>
                    <a:pt x="1458864" y="1657436"/>
                  </a:lnTo>
                  <a:lnTo>
                    <a:pt x="1458837" y="1657435"/>
                  </a:lnTo>
                  <a:lnTo>
                    <a:pt x="1458820" y="1657434"/>
                  </a:lnTo>
                  <a:lnTo>
                    <a:pt x="1458809" y="1657432"/>
                  </a:lnTo>
                  <a:lnTo>
                    <a:pt x="1458787" y="1657431"/>
                  </a:lnTo>
                  <a:lnTo>
                    <a:pt x="1458774" y="1657430"/>
                  </a:lnTo>
                  <a:lnTo>
                    <a:pt x="1458749" y="1657429"/>
                  </a:lnTo>
                  <a:lnTo>
                    <a:pt x="1458708" y="1657429"/>
                  </a:lnTo>
                  <a:lnTo>
                    <a:pt x="1458691" y="1657429"/>
                  </a:lnTo>
                  <a:lnTo>
                    <a:pt x="1458671" y="1657428"/>
                  </a:lnTo>
                  <a:lnTo>
                    <a:pt x="1458639" y="1657425"/>
                  </a:lnTo>
                  <a:lnTo>
                    <a:pt x="1458631" y="1657424"/>
                  </a:lnTo>
                  <a:lnTo>
                    <a:pt x="1458618" y="1657421"/>
                  </a:lnTo>
                  <a:lnTo>
                    <a:pt x="1458609" y="1657420"/>
                  </a:lnTo>
                  <a:lnTo>
                    <a:pt x="1458601" y="1657419"/>
                  </a:lnTo>
                  <a:lnTo>
                    <a:pt x="1458596" y="1657417"/>
                  </a:lnTo>
                  <a:lnTo>
                    <a:pt x="1458588" y="1657416"/>
                  </a:lnTo>
                  <a:lnTo>
                    <a:pt x="1458577" y="1657412"/>
                  </a:lnTo>
                  <a:lnTo>
                    <a:pt x="1458569" y="1657410"/>
                  </a:lnTo>
                  <a:lnTo>
                    <a:pt x="1458555" y="1657405"/>
                  </a:lnTo>
                  <a:lnTo>
                    <a:pt x="1458544" y="1657401"/>
                  </a:lnTo>
                  <a:lnTo>
                    <a:pt x="1458526" y="1657394"/>
                  </a:lnTo>
                  <a:lnTo>
                    <a:pt x="1458517" y="1657391"/>
                  </a:lnTo>
                  <a:lnTo>
                    <a:pt x="1458497" y="1657382"/>
                  </a:lnTo>
                  <a:lnTo>
                    <a:pt x="1458489" y="1657377"/>
                  </a:lnTo>
                  <a:lnTo>
                    <a:pt x="1458474" y="1657368"/>
                  </a:lnTo>
                  <a:lnTo>
                    <a:pt x="1458455" y="1657354"/>
                  </a:lnTo>
                  <a:lnTo>
                    <a:pt x="1458450" y="1657350"/>
                  </a:lnTo>
                  <a:lnTo>
                    <a:pt x="1458433" y="1657338"/>
                  </a:lnTo>
                  <a:lnTo>
                    <a:pt x="1458426" y="1657333"/>
                  </a:lnTo>
                  <a:lnTo>
                    <a:pt x="1458418" y="1657327"/>
                  </a:lnTo>
                  <a:lnTo>
                    <a:pt x="1458404" y="1657317"/>
                  </a:lnTo>
                  <a:lnTo>
                    <a:pt x="1458392" y="1657310"/>
                  </a:lnTo>
                  <a:lnTo>
                    <a:pt x="1458376" y="1657301"/>
                  </a:lnTo>
                  <a:lnTo>
                    <a:pt x="1458360" y="1657291"/>
                  </a:lnTo>
                  <a:lnTo>
                    <a:pt x="1458338" y="1657278"/>
                  </a:lnTo>
                  <a:lnTo>
                    <a:pt x="1458326" y="1657273"/>
                  </a:lnTo>
                  <a:lnTo>
                    <a:pt x="1458318" y="1657270"/>
                  </a:lnTo>
                  <a:lnTo>
                    <a:pt x="1458306" y="1657267"/>
                  </a:lnTo>
                  <a:lnTo>
                    <a:pt x="1458302" y="1657265"/>
                  </a:lnTo>
                  <a:lnTo>
                    <a:pt x="1458296" y="1657264"/>
                  </a:lnTo>
                  <a:lnTo>
                    <a:pt x="1458267" y="1657256"/>
                  </a:lnTo>
                  <a:lnTo>
                    <a:pt x="1458259" y="1657253"/>
                  </a:lnTo>
                  <a:lnTo>
                    <a:pt x="1458246" y="1657248"/>
                  </a:lnTo>
                  <a:lnTo>
                    <a:pt x="1458232" y="1657238"/>
                  </a:lnTo>
                  <a:lnTo>
                    <a:pt x="1458227" y="1657235"/>
                  </a:lnTo>
                  <a:lnTo>
                    <a:pt x="1458219" y="1657228"/>
                  </a:lnTo>
                  <a:lnTo>
                    <a:pt x="1458204" y="1657213"/>
                  </a:lnTo>
                  <a:lnTo>
                    <a:pt x="1458180" y="1657184"/>
                  </a:lnTo>
                  <a:lnTo>
                    <a:pt x="1458176" y="1657180"/>
                  </a:lnTo>
                  <a:lnTo>
                    <a:pt x="1458172" y="1657175"/>
                  </a:lnTo>
                  <a:lnTo>
                    <a:pt x="1458157" y="1657159"/>
                  </a:lnTo>
                  <a:lnTo>
                    <a:pt x="1458150" y="1657151"/>
                  </a:lnTo>
                  <a:lnTo>
                    <a:pt x="1458134" y="1657138"/>
                  </a:lnTo>
                  <a:lnTo>
                    <a:pt x="1458127" y="1657132"/>
                  </a:lnTo>
                  <a:lnTo>
                    <a:pt x="1458122" y="1657128"/>
                  </a:lnTo>
                  <a:lnTo>
                    <a:pt x="1458111" y="1657121"/>
                  </a:lnTo>
                  <a:lnTo>
                    <a:pt x="1458102" y="1657115"/>
                  </a:lnTo>
                  <a:lnTo>
                    <a:pt x="1458097" y="1657112"/>
                  </a:lnTo>
                  <a:lnTo>
                    <a:pt x="1458070" y="1657099"/>
                  </a:lnTo>
                  <a:lnTo>
                    <a:pt x="1458060" y="1657094"/>
                  </a:lnTo>
                  <a:lnTo>
                    <a:pt x="1458050" y="1657088"/>
                  </a:lnTo>
                  <a:lnTo>
                    <a:pt x="1458039" y="1657080"/>
                  </a:lnTo>
                  <a:lnTo>
                    <a:pt x="1458033" y="1657076"/>
                  </a:lnTo>
                  <a:lnTo>
                    <a:pt x="1458029" y="1657073"/>
                  </a:lnTo>
                  <a:lnTo>
                    <a:pt x="1458024" y="1657069"/>
                  </a:lnTo>
                  <a:lnTo>
                    <a:pt x="1458013" y="1657057"/>
                  </a:lnTo>
                  <a:lnTo>
                    <a:pt x="1458001" y="1657045"/>
                  </a:lnTo>
                  <a:lnTo>
                    <a:pt x="1457990" y="1657035"/>
                  </a:lnTo>
                  <a:lnTo>
                    <a:pt x="1457982" y="1657029"/>
                  </a:lnTo>
                  <a:lnTo>
                    <a:pt x="1457977" y="1657026"/>
                  </a:lnTo>
                  <a:lnTo>
                    <a:pt x="1457968" y="1657022"/>
                  </a:lnTo>
                  <a:lnTo>
                    <a:pt x="1457962" y="1657020"/>
                  </a:lnTo>
                  <a:lnTo>
                    <a:pt x="1457954" y="1657017"/>
                  </a:lnTo>
                  <a:lnTo>
                    <a:pt x="1457943" y="1657012"/>
                  </a:lnTo>
                  <a:lnTo>
                    <a:pt x="1457936" y="1657009"/>
                  </a:lnTo>
                  <a:lnTo>
                    <a:pt x="1457920" y="1657002"/>
                  </a:lnTo>
                  <a:lnTo>
                    <a:pt x="1457916" y="1656999"/>
                  </a:lnTo>
                  <a:lnTo>
                    <a:pt x="1457908" y="1656995"/>
                  </a:lnTo>
                  <a:lnTo>
                    <a:pt x="1457872" y="1656980"/>
                  </a:lnTo>
                  <a:lnTo>
                    <a:pt x="1457861" y="1656975"/>
                  </a:lnTo>
                  <a:lnTo>
                    <a:pt x="1457839" y="1656965"/>
                  </a:lnTo>
                  <a:lnTo>
                    <a:pt x="1457815" y="1656954"/>
                  </a:lnTo>
                  <a:lnTo>
                    <a:pt x="1457810" y="1656952"/>
                  </a:lnTo>
                  <a:lnTo>
                    <a:pt x="1457805" y="1656950"/>
                  </a:lnTo>
                  <a:lnTo>
                    <a:pt x="1457788" y="1656942"/>
                  </a:lnTo>
                  <a:lnTo>
                    <a:pt x="1457758" y="1656928"/>
                  </a:lnTo>
                  <a:lnTo>
                    <a:pt x="1457734" y="1656915"/>
                  </a:lnTo>
                  <a:lnTo>
                    <a:pt x="1457716" y="1656905"/>
                  </a:lnTo>
                  <a:lnTo>
                    <a:pt x="1457712" y="1656902"/>
                  </a:lnTo>
                  <a:lnTo>
                    <a:pt x="1457696" y="1656894"/>
                  </a:lnTo>
                  <a:lnTo>
                    <a:pt x="1457683" y="1656886"/>
                  </a:lnTo>
                  <a:lnTo>
                    <a:pt x="1457678" y="1656882"/>
                  </a:lnTo>
                  <a:lnTo>
                    <a:pt x="1457668" y="1656876"/>
                  </a:lnTo>
                  <a:lnTo>
                    <a:pt x="1457647" y="1656862"/>
                  </a:lnTo>
                  <a:lnTo>
                    <a:pt x="1457629" y="1656852"/>
                  </a:lnTo>
                  <a:lnTo>
                    <a:pt x="1457624" y="1656850"/>
                  </a:lnTo>
                  <a:lnTo>
                    <a:pt x="1457613" y="1656844"/>
                  </a:lnTo>
                  <a:lnTo>
                    <a:pt x="1457601" y="1656838"/>
                  </a:lnTo>
                  <a:lnTo>
                    <a:pt x="1457556" y="1656819"/>
                  </a:lnTo>
                  <a:lnTo>
                    <a:pt x="1457550" y="1656817"/>
                  </a:lnTo>
                  <a:lnTo>
                    <a:pt x="1457527" y="1656808"/>
                  </a:lnTo>
                  <a:lnTo>
                    <a:pt x="1457508" y="1656802"/>
                  </a:lnTo>
                  <a:lnTo>
                    <a:pt x="1457502" y="1656801"/>
                  </a:lnTo>
                  <a:lnTo>
                    <a:pt x="1457497" y="1656800"/>
                  </a:lnTo>
                  <a:lnTo>
                    <a:pt x="1457487" y="1656798"/>
                  </a:lnTo>
                  <a:lnTo>
                    <a:pt x="1457477" y="1656797"/>
                  </a:lnTo>
                  <a:lnTo>
                    <a:pt x="1457465" y="1656798"/>
                  </a:lnTo>
                  <a:lnTo>
                    <a:pt x="1457458" y="1656798"/>
                  </a:lnTo>
                  <a:lnTo>
                    <a:pt x="1457452" y="1656799"/>
                  </a:lnTo>
                  <a:lnTo>
                    <a:pt x="1457438" y="1656803"/>
                  </a:lnTo>
                  <a:lnTo>
                    <a:pt x="1457420" y="1656811"/>
                  </a:lnTo>
                  <a:lnTo>
                    <a:pt x="1457405" y="1656818"/>
                  </a:lnTo>
                  <a:lnTo>
                    <a:pt x="1457398" y="1656822"/>
                  </a:lnTo>
                  <a:lnTo>
                    <a:pt x="1457387" y="1656828"/>
                  </a:lnTo>
                  <a:lnTo>
                    <a:pt x="1457376" y="1656833"/>
                  </a:lnTo>
                  <a:lnTo>
                    <a:pt x="1457371" y="1656835"/>
                  </a:lnTo>
                  <a:lnTo>
                    <a:pt x="1457363" y="1656839"/>
                  </a:lnTo>
                  <a:lnTo>
                    <a:pt x="1457358" y="1656840"/>
                  </a:lnTo>
                  <a:lnTo>
                    <a:pt x="1457337" y="1656844"/>
                  </a:lnTo>
                  <a:lnTo>
                    <a:pt x="1457328" y="1656844"/>
                  </a:lnTo>
                  <a:lnTo>
                    <a:pt x="1457317" y="1656844"/>
                  </a:lnTo>
                  <a:lnTo>
                    <a:pt x="1457287" y="1656841"/>
                  </a:lnTo>
                  <a:lnTo>
                    <a:pt x="1457278" y="1656840"/>
                  </a:lnTo>
                  <a:lnTo>
                    <a:pt x="1457251" y="1656835"/>
                  </a:lnTo>
                  <a:lnTo>
                    <a:pt x="1457219" y="1656831"/>
                  </a:lnTo>
                  <a:lnTo>
                    <a:pt x="1457206" y="1656828"/>
                  </a:lnTo>
                  <a:lnTo>
                    <a:pt x="1457194" y="1656826"/>
                  </a:lnTo>
                  <a:lnTo>
                    <a:pt x="1457186" y="1656825"/>
                  </a:lnTo>
                  <a:lnTo>
                    <a:pt x="1457136" y="1656817"/>
                  </a:lnTo>
                  <a:lnTo>
                    <a:pt x="1457108" y="1656814"/>
                  </a:lnTo>
                  <a:lnTo>
                    <a:pt x="1457101" y="1656813"/>
                  </a:lnTo>
                  <a:lnTo>
                    <a:pt x="1457077" y="1656817"/>
                  </a:lnTo>
                  <a:lnTo>
                    <a:pt x="1457070" y="1656805"/>
                  </a:lnTo>
                  <a:lnTo>
                    <a:pt x="1457058" y="1656786"/>
                  </a:lnTo>
                  <a:lnTo>
                    <a:pt x="1457053" y="1656779"/>
                  </a:lnTo>
                  <a:lnTo>
                    <a:pt x="1457053" y="1656772"/>
                  </a:lnTo>
                  <a:lnTo>
                    <a:pt x="1457052" y="1656762"/>
                  </a:lnTo>
                  <a:lnTo>
                    <a:pt x="1457049" y="1656735"/>
                  </a:lnTo>
                  <a:lnTo>
                    <a:pt x="1457048" y="1656728"/>
                  </a:lnTo>
                  <a:lnTo>
                    <a:pt x="1457046" y="1656706"/>
                  </a:lnTo>
                  <a:lnTo>
                    <a:pt x="1457045" y="1656692"/>
                  </a:lnTo>
                  <a:lnTo>
                    <a:pt x="1457044" y="1656679"/>
                  </a:lnTo>
                  <a:lnTo>
                    <a:pt x="1457043" y="1656650"/>
                  </a:lnTo>
                  <a:lnTo>
                    <a:pt x="1457044" y="1656632"/>
                  </a:lnTo>
                  <a:lnTo>
                    <a:pt x="1457045" y="1656614"/>
                  </a:lnTo>
                  <a:lnTo>
                    <a:pt x="1457046" y="1656594"/>
                  </a:lnTo>
                  <a:lnTo>
                    <a:pt x="1457049" y="1656575"/>
                  </a:lnTo>
                  <a:lnTo>
                    <a:pt x="1457052" y="1656558"/>
                  </a:lnTo>
                  <a:lnTo>
                    <a:pt x="1457054" y="1656552"/>
                  </a:lnTo>
                  <a:lnTo>
                    <a:pt x="1457057" y="1656543"/>
                  </a:lnTo>
                  <a:lnTo>
                    <a:pt x="1457063" y="1656524"/>
                  </a:lnTo>
                  <a:lnTo>
                    <a:pt x="1457066" y="1656518"/>
                  </a:lnTo>
                  <a:lnTo>
                    <a:pt x="1457070" y="1656505"/>
                  </a:lnTo>
                  <a:lnTo>
                    <a:pt x="1457076" y="1656478"/>
                  </a:lnTo>
                  <a:lnTo>
                    <a:pt x="1457078" y="1656467"/>
                  </a:lnTo>
                  <a:lnTo>
                    <a:pt x="1457084" y="1656432"/>
                  </a:lnTo>
                  <a:lnTo>
                    <a:pt x="1457088" y="1656412"/>
                  </a:lnTo>
                  <a:lnTo>
                    <a:pt x="1457089" y="1656396"/>
                  </a:lnTo>
                  <a:lnTo>
                    <a:pt x="1457090" y="1656385"/>
                  </a:lnTo>
                  <a:lnTo>
                    <a:pt x="1457091" y="1656379"/>
                  </a:lnTo>
                  <a:lnTo>
                    <a:pt x="1457091" y="1656366"/>
                  </a:lnTo>
                  <a:lnTo>
                    <a:pt x="1457090" y="1656355"/>
                  </a:lnTo>
                  <a:lnTo>
                    <a:pt x="1457088" y="1656337"/>
                  </a:lnTo>
                  <a:lnTo>
                    <a:pt x="1457087" y="1656328"/>
                  </a:lnTo>
                  <a:lnTo>
                    <a:pt x="1457083" y="1656316"/>
                  </a:lnTo>
                  <a:lnTo>
                    <a:pt x="1457079" y="1656300"/>
                  </a:lnTo>
                  <a:lnTo>
                    <a:pt x="1457074" y="1656285"/>
                  </a:lnTo>
                  <a:lnTo>
                    <a:pt x="1457070" y="1656273"/>
                  </a:lnTo>
                  <a:lnTo>
                    <a:pt x="1457060" y="1656239"/>
                  </a:lnTo>
                  <a:lnTo>
                    <a:pt x="1457053" y="1656217"/>
                  </a:lnTo>
                  <a:lnTo>
                    <a:pt x="1457050" y="1656204"/>
                  </a:lnTo>
                  <a:lnTo>
                    <a:pt x="1457042" y="1656172"/>
                  </a:lnTo>
                  <a:lnTo>
                    <a:pt x="1457039" y="1656162"/>
                  </a:lnTo>
                  <a:lnTo>
                    <a:pt x="1457035" y="1656154"/>
                  </a:lnTo>
                  <a:lnTo>
                    <a:pt x="1457030" y="1656142"/>
                  </a:lnTo>
                  <a:lnTo>
                    <a:pt x="1457026" y="1656135"/>
                  </a:lnTo>
                  <a:lnTo>
                    <a:pt x="1457022" y="1656128"/>
                  </a:lnTo>
                  <a:lnTo>
                    <a:pt x="1457014" y="1656116"/>
                  </a:lnTo>
                  <a:lnTo>
                    <a:pt x="1457011" y="1656112"/>
                  </a:lnTo>
                  <a:lnTo>
                    <a:pt x="1457002" y="1656101"/>
                  </a:lnTo>
                  <a:lnTo>
                    <a:pt x="1456979" y="1656076"/>
                  </a:lnTo>
                  <a:lnTo>
                    <a:pt x="1456964" y="1656059"/>
                  </a:lnTo>
                  <a:lnTo>
                    <a:pt x="1456958" y="1656052"/>
                  </a:lnTo>
                  <a:lnTo>
                    <a:pt x="1456947" y="1656038"/>
                  </a:lnTo>
                  <a:lnTo>
                    <a:pt x="1456935" y="1656021"/>
                  </a:lnTo>
                  <a:lnTo>
                    <a:pt x="1456930" y="1656013"/>
                  </a:lnTo>
                  <a:lnTo>
                    <a:pt x="1456920" y="1655999"/>
                  </a:lnTo>
                  <a:lnTo>
                    <a:pt x="1456898" y="1655968"/>
                  </a:lnTo>
                  <a:lnTo>
                    <a:pt x="1456888" y="1655954"/>
                  </a:lnTo>
                  <a:lnTo>
                    <a:pt x="1456883" y="1655947"/>
                  </a:lnTo>
                  <a:lnTo>
                    <a:pt x="1456879" y="1655941"/>
                  </a:lnTo>
                  <a:lnTo>
                    <a:pt x="1456865" y="1655920"/>
                  </a:lnTo>
                  <a:lnTo>
                    <a:pt x="1456856" y="1655906"/>
                  </a:lnTo>
                  <a:lnTo>
                    <a:pt x="1456852" y="1655899"/>
                  </a:lnTo>
                  <a:lnTo>
                    <a:pt x="1456846" y="1655889"/>
                  </a:lnTo>
                  <a:lnTo>
                    <a:pt x="1456843" y="1655881"/>
                  </a:lnTo>
                  <a:lnTo>
                    <a:pt x="1456838" y="1655871"/>
                  </a:lnTo>
                  <a:lnTo>
                    <a:pt x="1456829" y="1655854"/>
                  </a:lnTo>
                  <a:lnTo>
                    <a:pt x="1456821" y="1655840"/>
                  </a:lnTo>
                  <a:lnTo>
                    <a:pt x="1456817" y="1655835"/>
                  </a:lnTo>
                  <a:lnTo>
                    <a:pt x="1456809" y="1655826"/>
                  </a:lnTo>
                  <a:lnTo>
                    <a:pt x="1456803" y="1655819"/>
                  </a:lnTo>
                  <a:lnTo>
                    <a:pt x="1456787" y="1655803"/>
                  </a:lnTo>
                  <a:lnTo>
                    <a:pt x="1456771" y="1655788"/>
                  </a:lnTo>
                  <a:lnTo>
                    <a:pt x="1456761" y="1655779"/>
                  </a:lnTo>
                  <a:lnTo>
                    <a:pt x="1456755" y="1655774"/>
                  </a:lnTo>
                  <a:lnTo>
                    <a:pt x="1456748" y="1655769"/>
                  </a:lnTo>
                  <a:lnTo>
                    <a:pt x="1456741" y="1655765"/>
                  </a:lnTo>
                  <a:lnTo>
                    <a:pt x="1456721" y="1655751"/>
                  </a:lnTo>
                  <a:lnTo>
                    <a:pt x="1456707" y="1655742"/>
                  </a:lnTo>
                  <a:lnTo>
                    <a:pt x="1456699" y="1655737"/>
                  </a:lnTo>
                  <a:lnTo>
                    <a:pt x="1456685" y="1655727"/>
                  </a:lnTo>
                  <a:lnTo>
                    <a:pt x="1456675" y="1655719"/>
                  </a:lnTo>
                  <a:lnTo>
                    <a:pt x="1456669" y="1655714"/>
                  </a:lnTo>
                  <a:lnTo>
                    <a:pt x="1456661" y="1655707"/>
                  </a:lnTo>
                  <a:lnTo>
                    <a:pt x="1456653" y="1655698"/>
                  </a:lnTo>
                  <a:lnTo>
                    <a:pt x="1456644" y="1655686"/>
                  </a:lnTo>
                  <a:lnTo>
                    <a:pt x="1456639" y="1655680"/>
                  </a:lnTo>
                  <a:lnTo>
                    <a:pt x="1456635" y="1655675"/>
                  </a:lnTo>
                  <a:lnTo>
                    <a:pt x="1456626" y="1655660"/>
                  </a:lnTo>
                  <a:lnTo>
                    <a:pt x="1456611" y="1655628"/>
                  </a:lnTo>
                  <a:lnTo>
                    <a:pt x="1456607" y="1655622"/>
                  </a:lnTo>
                  <a:lnTo>
                    <a:pt x="1456599" y="1655609"/>
                  </a:lnTo>
                  <a:lnTo>
                    <a:pt x="1456595" y="1655601"/>
                  </a:lnTo>
                  <a:lnTo>
                    <a:pt x="1456586" y="1655588"/>
                  </a:lnTo>
                  <a:lnTo>
                    <a:pt x="1456583" y="1655583"/>
                  </a:lnTo>
                  <a:lnTo>
                    <a:pt x="1456570" y="1655563"/>
                  </a:lnTo>
                  <a:lnTo>
                    <a:pt x="1456559" y="1655546"/>
                  </a:lnTo>
                  <a:lnTo>
                    <a:pt x="1456541" y="1655519"/>
                  </a:lnTo>
                  <a:lnTo>
                    <a:pt x="1456538" y="1655513"/>
                  </a:lnTo>
                  <a:lnTo>
                    <a:pt x="1456534" y="1655508"/>
                  </a:lnTo>
                  <a:lnTo>
                    <a:pt x="1456523" y="1655490"/>
                  </a:lnTo>
                  <a:lnTo>
                    <a:pt x="1456513" y="1655476"/>
                  </a:lnTo>
                  <a:lnTo>
                    <a:pt x="1456504" y="1655460"/>
                  </a:lnTo>
                  <a:lnTo>
                    <a:pt x="1456495" y="1655438"/>
                  </a:lnTo>
                  <a:lnTo>
                    <a:pt x="1456490" y="1655425"/>
                  </a:lnTo>
                  <a:lnTo>
                    <a:pt x="1456487" y="1655412"/>
                  </a:lnTo>
                  <a:lnTo>
                    <a:pt x="1456485" y="1655405"/>
                  </a:lnTo>
                  <a:lnTo>
                    <a:pt x="1456484" y="1655394"/>
                  </a:lnTo>
                  <a:lnTo>
                    <a:pt x="1456484" y="1655387"/>
                  </a:lnTo>
                  <a:lnTo>
                    <a:pt x="1456484" y="1655381"/>
                  </a:lnTo>
                  <a:lnTo>
                    <a:pt x="1456484" y="1655366"/>
                  </a:lnTo>
                  <a:lnTo>
                    <a:pt x="1456486" y="1655351"/>
                  </a:lnTo>
                  <a:lnTo>
                    <a:pt x="1456487" y="1655340"/>
                  </a:lnTo>
                  <a:lnTo>
                    <a:pt x="1456498" y="1655302"/>
                  </a:lnTo>
                  <a:lnTo>
                    <a:pt x="1456500" y="1655294"/>
                  </a:lnTo>
                  <a:lnTo>
                    <a:pt x="1456503" y="1655283"/>
                  </a:lnTo>
                  <a:lnTo>
                    <a:pt x="1456505" y="1655276"/>
                  </a:lnTo>
                  <a:lnTo>
                    <a:pt x="1456507" y="1655270"/>
                  </a:lnTo>
                  <a:lnTo>
                    <a:pt x="1456509" y="1655262"/>
                  </a:lnTo>
                  <a:lnTo>
                    <a:pt x="1456511" y="1655253"/>
                  </a:lnTo>
                  <a:lnTo>
                    <a:pt x="1456512" y="1655240"/>
                  </a:lnTo>
                  <a:lnTo>
                    <a:pt x="1456512" y="1655225"/>
                  </a:lnTo>
                  <a:lnTo>
                    <a:pt x="1456509" y="1655209"/>
                  </a:lnTo>
                  <a:lnTo>
                    <a:pt x="1456503" y="1655194"/>
                  </a:lnTo>
                  <a:lnTo>
                    <a:pt x="1456494" y="1655176"/>
                  </a:lnTo>
                  <a:lnTo>
                    <a:pt x="1456491" y="1655171"/>
                  </a:lnTo>
                  <a:lnTo>
                    <a:pt x="1456479" y="1655148"/>
                  </a:lnTo>
                  <a:lnTo>
                    <a:pt x="1456471" y="1655133"/>
                  </a:lnTo>
                  <a:lnTo>
                    <a:pt x="1456467" y="1655125"/>
                  </a:lnTo>
                  <a:lnTo>
                    <a:pt x="1456462" y="1655116"/>
                  </a:lnTo>
                  <a:lnTo>
                    <a:pt x="1456460" y="1655110"/>
                  </a:lnTo>
                  <a:lnTo>
                    <a:pt x="1456458" y="1655102"/>
                  </a:lnTo>
                  <a:lnTo>
                    <a:pt x="1456455" y="1655092"/>
                  </a:lnTo>
                  <a:lnTo>
                    <a:pt x="1456453" y="1655077"/>
                  </a:lnTo>
                  <a:lnTo>
                    <a:pt x="1456453" y="1655064"/>
                  </a:lnTo>
                  <a:lnTo>
                    <a:pt x="1456453" y="1655049"/>
                  </a:lnTo>
                  <a:lnTo>
                    <a:pt x="1456454" y="1655040"/>
                  </a:lnTo>
                  <a:lnTo>
                    <a:pt x="1456454" y="1655034"/>
                  </a:lnTo>
                  <a:lnTo>
                    <a:pt x="1456453" y="1655026"/>
                  </a:lnTo>
                  <a:lnTo>
                    <a:pt x="1456453" y="1655020"/>
                  </a:lnTo>
                  <a:lnTo>
                    <a:pt x="1456450" y="1655009"/>
                  </a:lnTo>
                  <a:lnTo>
                    <a:pt x="1456448" y="1655002"/>
                  </a:lnTo>
                  <a:lnTo>
                    <a:pt x="1456445" y="1654995"/>
                  </a:lnTo>
                  <a:lnTo>
                    <a:pt x="1456439" y="1654986"/>
                  </a:lnTo>
                  <a:lnTo>
                    <a:pt x="1456434" y="1654981"/>
                  </a:lnTo>
                  <a:lnTo>
                    <a:pt x="1456429" y="1654975"/>
                  </a:lnTo>
                  <a:lnTo>
                    <a:pt x="1456411" y="1654958"/>
                  </a:lnTo>
                  <a:lnTo>
                    <a:pt x="1456407" y="1654954"/>
                  </a:lnTo>
                  <a:lnTo>
                    <a:pt x="1456390" y="1654936"/>
                  </a:lnTo>
                  <a:lnTo>
                    <a:pt x="1456385" y="1654931"/>
                  </a:lnTo>
                  <a:lnTo>
                    <a:pt x="1456374" y="1654917"/>
                  </a:lnTo>
                  <a:lnTo>
                    <a:pt x="1456366" y="1654903"/>
                  </a:lnTo>
                  <a:lnTo>
                    <a:pt x="1456362" y="1654892"/>
                  </a:lnTo>
                  <a:lnTo>
                    <a:pt x="1456360" y="1654884"/>
                  </a:lnTo>
                  <a:lnTo>
                    <a:pt x="1456359" y="1654877"/>
                  </a:lnTo>
                  <a:lnTo>
                    <a:pt x="1456360" y="1654868"/>
                  </a:lnTo>
                  <a:lnTo>
                    <a:pt x="1456361" y="1654861"/>
                  </a:lnTo>
                  <a:lnTo>
                    <a:pt x="1456365" y="1654852"/>
                  </a:lnTo>
                  <a:lnTo>
                    <a:pt x="1456370" y="1654841"/>
                  </a:lnTo>
                  <a:lnTo>
                    <a:pt x="1456377" y="1654832"/>
                  </a:lnTo>
                  <a:lnTo>
                    <a:pt x="1456385" y="1654824"/>
                  </a:lnTo>
                  <a:lnTo>
                    <a:pt x="1456397" y="1654813"/>
                  </a:lnTo>
                  <a:lnTo>
                    <a:pt x="1456415" y="1654800"/>
                  </a:lnTo>
                  <a:lnTo>
                    <a:pt x="1456419" y="1654796"/>
                  </a:lnTo>
                  <a:lnTo>
                    <a:pt x="1456429" y="1654786"/>
                  </a:lnTo>
                  <a:lnTo>
                    <a:pt x="1456434" y="1654780"/>
                  </a:lnTo>
                  <a:lnTo>
                    <a:pt x="1456439" y="1654770"/>
                  </a:lnTo>
                  <a:lnTo>
                    <a:pt x="1456441" y="1654763"/>
                  </a:lnTo>
                  <a:lnTo>
                    <a:pt x="1456443" y="1654752"/>
                  </a:lnTo>
                  <a:lnTo>
                    <a:pt x="1456444" y="1654739"/>
                  </a:lnTo>
                  <a:lnTo>
                    <a:pt x="1456444" y="1654733"/>
                  </a:lnTo>
                  <a:lnTo>
                    <a:pt x="1456442" y="1654708"/>
                  </a:lnTo>
                  <a:lnTo>
                    <a:pt x="1456440" y="1654697"/>
                  </a:lnTo>
                  <a:lnTo>
                    <a:pt x="1456439" y="1654679"/>
                  </a:lnTo>
                  <a:lnTo>
                    <a:pt x="1456439" y="1654669"/>
                  </a:lnTo>
                  <a:lnTo>
                    <a:pt x="1456439" y="1654661"/>
                  </a:lnTo>
                  <a:lnTo>
                    <a:pt x="1456442" y="1654646"/>
                  </a:lnTo>
                  <a:lnTo>
                    <a:pt x="1456445" y="1654637"/>
                  </a:lnTo>
                  <a:lnTo>
                    <a:pt x="1456452" y="1654618"/>
                  </a:lnTo>
                  <a:lnTo>
                    <a:pt x="1456454" y="1654613"/>
                  </a:lnTo>
                  <a:lnTo>
                    <a:pt x="1456459" y="1654603"/>
                  </a:lnTo>
                  <a:lnTo>
                    <a:pt x="1456463" y="1654594"/>
                  </a:lnTo>
                  <a:lnTo>
                    <a:pt x="1456466" y="1654588"/>
                  </a:lnTo>
                  <a:lnTo>
                    <a:pt x="1456469" y="1654582"/>
                  </a:lnTo>
                  <a:lnTo>
                    <a:pt x="1456480" y="1654560"/>
                  </a:lnTo>
                  <a:lnTo>
                    <a:pt x="1456489" y="1654541"/>
                  </a:lnTo>
                  <a:lnTo>
                    <a:pt x="1456492" y="1654531"/>
                  </a:lnTo>
                  <a:lnTo>
                    <a:pt x="1456496" y="1654523"/>
                  </a:lnTo>
                  <a:lnTo>
                    <a:pt x="1456500" y="1654512"/>
                  </a:lnTo>
                  <a:lnTo>
                    <a:pt x="1456503" y="1654507"/>
                  </a:lnTo>
                  <a:lnTo>
                    <a:pt x="1456505" y="1654500"/>
                  </a:lnTo>
                  <a:lnTo>
                    <a:pt x="1456509" y="1654490"/>
                  </a:lnTo>
                  <a:lnTo>
                    <a:pt x="1456511" y="1654483"/>
                  </a:lnTo>
                  <a:lnTo>
                    <a:pt x="1456517" y="1654467"/>
                  </a:lnTo>
                  <a:lnTo>
                    <a:pt x="1456519" y="1654460"/>
                  </a:lnTo>
                  <a:lnTo>
                    <a:pt x="1456520" y="1654454"/>
                  </a:lnTo>
                  <a:lnTo>
                    <a:pt x="1456522" y="1654447"/>
                  </a:lnTo>
                  <a:lnTo>
                    <a:pt x="1456523" y="1654437"/>
                  </a:lnTo>
                  <a:lnTo>
                    <a:pt x="1456525" y="1654426"/>
                  </a:lnTo>
                  <a:lnTo>
                    <a:pt x="1456525" y="1654411"/>
                  </a:lnTo>
                  <a:lnTo>
                    <a:pt x="1456525" y="1654398"/>
                  </a:lnTo>
                  <a:lnTo>
                    <a:pt x="1456523" y="1654386"/>
                  </a:lnTo>
                  <a:lnTo>
                    <a:pt x="1456522" y="1654379"/>
                  </a:lnTo>
                  <a:lnTo>
                    <a:pt x="1456518" y="1654365"/>
                  </a:lnTo>
                  <a:lnTo>
                    <a:pt x="1456511" y="1654344"/>
                  </a:lnTo>
                  <a:lnTo>
                    <a:pt x="1456509" y="1654336"/>
                  </a:lnTo>
                  <a:lnTo>
                    <a:pt x="1456509" y="1654330"/>
                  </a:lnTo>
                  <a:lnTo>
                    <a:pt x="1456509" y="1654322"/>
                  </a:lnTo>
                  <a:lnTo>
                    <a:pt x="1456509" y="1654307"/>
                  </a:lnTo>
                  <a:lnTo>
                    <a:pt x="1456512" y="1654293"/>
                  </a:lnTo>
                  <a:lnTo>
                    <a:pt x="1456515" y="1654286"/>
                  </a:lnTo>
                  <a:lnTo>
                    <a:pt x="1456518" y="1654281"/>
                  </a:lnTo>
                  <a:lnTo>
                    <a:pt x="1456523" y="1654271"/>
                  </a:lnTo>
                  <a:lnTo>
                    <a:pt x="1456529" y="1654261"/>
                  </a:lnTo>
                  <a:lnTo>
                    <a:pt x="1456532" y="1654256"/>
                  </a:lnTo>
                  <a:lnTo>
                    <a:pt x="1456542" y="1654239"/>
                  </a:lnTo>
                  <a:lnTo>
                    <a:pt x="1456547" y="1654231"/>
                  </a:lnTo>
                  <a:lnTo>
                    <a:pt x="1456552" y="1654220"/>
                  </a:lnTo>
                  <a:lnTo>
                    <a:pt x="1456558" y="1654207"/>
                  </a:lnTo>
                  <a:lnTo>
                    <a:pt x="1456561" y="1654201"/>
                  </a:lnTo>
                  <a:lnTo>
                    <a:pt x="1456564" y="1654193"/>
                  </a:lnTo>
                  <a:lnTo>
                    <a:pt x="1456566" y="1654186"/>
                  </a:lnTo>
                  <a:lnTo>
                    <a:pt x="1456571" y="1654170"/>
                  </a:lnTo>
                  <a:lnTo>
                    <a:pt x="1456573" y="1654164"/>
                  </a:lnTo>
                  <a:lnTo>
                    <a:pt x="1456578" y="1654148"/>
                  </a:lnTo>
                  <a:lnTo>
                    <a:pt x="1456582" y="1654137"/>
                  </a:lnTo>
                  <a:lnTo>
                    <a:pt x="1456590" y="1654119"/>
                  </a:lnTo>
                  <a:lnTo>
                    <a:pt x="1456594" y="1654109"/>
                  </a:lnTo>
                  <a:lnTo>
                    <a:pt x="1456597" y="1654103"/>
                  </a:lnTo>
                  <a:lnTo>
                    <a:pt x="1456604" y="1654091"/>
                  </a:lnTo>
                  <a:lnTo>
                    <a:pt x="1456608" y="1654082"/>
                  </a:lnTo>
                  <a:lnTo>
                    <a:pt x="1456613" y="1654074"/>
                  </a:lnTo>
                  <a:lnTo>
                    <a:pt x="1456618" y="1654066"/>
                  </a:lnTo>
                  <a:lnTo>
                    <a:pt x="1456622" y="1654062"/>
                  </a:lnTo>
                  <a:lnTo>
                    <a:pt x="1456626" y="1654055"/>
                  </a:lnTo>
                  <a:lnTo>
                    <a:pt x="1456631" y="1654048"/>
                  </a:lnTo>
                  <a:lnTo>
                    <a:pt x="1456638" y="1654038"/>
                  </a:lnTo>
                  <a:lnTo>
                    <a:pt x="1456643" y="1654032"/>
                  </a:lnTo>
                  <a:lnTo>
                    <a:pt x="1456652" y="1654020"/>
                  </a:lnTo>
                  <a:lnTo>
                    <a:pt x="1456657" y="1654011"/>
                  </a:lnTo>
                  <a:lnTo>
                    <a:pt x="1456663" y="1653999"/>
                  </a:lnTo>
                  <a:lnTo>
                    <a:pt x="1456664" y="1653987"/>
                  </a:lnTo>
                  <a:lnTo>
                    <a:pt x="1456664" y="1653976"/>
                  </a:lnTo>
                  <a:lnTo>
                    <a:pt x="1456665" y="1653970"/>
                  </a:lnTo>
                  <a:lnTo>
                    <a:pt x="1456665" y="1653961"/>
                  </a:lnTo>
                  <a:lnTo>
                    <a:pt x="1456666" y="1653943"/>
                  </a:lnTo>
                  <a:lnTo>
                    <a:pt x="1456667" y="1653935"/>
                  </a:lnTo>
                  <a:lnTo>
                    <a:pt x="1456670" y="1653915"/>
                  </a:lnTo>
                  <a:lnTo>
                    <a:pt x="1456672" y="1653903"/>
                  </a:lnTo>
                  <a:lnTo>
                    <a:pt x="1456674" y="1653895"/>
                  </a:lnTo>
                  <a:lnTo>
                    <a:pt x="1456677" y="1653886"/>
                  </a:lnTo>
                  <a:lnTo>
                    <a:pt x="1456685" y="1653849"/>
                  </a:lnTo>
                  <a:lnTo>
                    <a:pt x="1456687" y="1653839"/>
                  </a:lnTo>
                  <a:lnTo>
                    <a:pt x="1456690" y="1653827"/>
                  </a:lnTo>
                  <a:lnTo>
                    <a:pt x="1456701" y="1653782"/>
                  </a:lnTo>
                  <a:lnTo>
                    <a:pt x="1456708" y="1653745"/>
                  </a:lnTo>
                  <a:lnTo>
                    <a:pt x="1456710" y="1653732"/>
                  </a:lnTo>
                  <a:lnTo>
                    <a:pt x="1456711" y="1653724"/>
                  </a:lnTo>
                  <a:lnTo>
                    <a:pt x="1456712" y="1653718"/>
                  </a:lnTo>
                  <a:lnTo>
                    <a:pt x="1456714" y="1653708"/>
                  </a:lnTo>
                  <a:lnTo>
                    <a:pt x="1456716" y="1653696"/>
                  </a:lnTo>
                  <a:lnTo>
                    <a:pt x="1456718" y="1653683"/>
                  </a:lnTo>
                  <a:lnTo>
                    <a:pt x="1456720" y="1653672"/>
                  </a:lnTo>
                  <a:lnTo>
                    <a:pt x="1456722" y="1653664"/>
                  </a:lnTo>
                  <a:lnTo>
                    <a:pt x="1456724" y="1653656"/>
                  </a:lnTo>
                  <a:lnTo>
                    <a:pt x="1456730" y="1653636"/>
                  </a:lnTo>
                  <a:lnTo>
                    <a:pt x="1456737" y="1653608"/>
                  </a:lnTo>
                  <a:lnTo>
                    <a:pt x="1456740" y="1653598"/>
                  </a:lnTo>
                  <a:lnTo>
                    <a:pt x="1456745" y="1653584"/>
                  </a:lnTo>
                  <a:lnTo>
                    <a:pt x="1456749" y="1653573"/>
                  </a:lnTo>
                  <a:lnTo>
                    <a:pt x="1456752" y="1653565"/>
                  </a:lnTo>
                  <a:lnTo>
                    <a:pt x="1456756" y="1653553"/>
                  </a:lnTo>
                  <a:lnTo>
                    <a:pt x="1456761" y="1653539"/>
                  </a:lnTo>
                  <a:lnTo>
                    <a:pt x="1456768" y="1653518"/>
                  </a:lnTo>
                  <a:lnTo>
                    <a:pt x="1456772" y="1653508"/>
                  </a:lnTo>
                  <a:lnTo>
                    <a:pt x="1456777" y="1653497"/>
                  </a:lnTo>
                  <a:lnTo>
                    <a:pt x="1456780" y="1653490"/>
                  </a:lnTo>
                  <a:lnTo>
                    <a:pt x="1456784" y="1653481"/>
                  </a:lnTo>
                  <a:lnTo>
                    <a:pt x="1456787" y="1653474"/>
                  </a:lnTo>
                  <a:lnTo>
                    <a:pt x="1456796" y="1653452"/>
                  </a:lnTo>
                  <a:lnTo>
                    <a:pt x="1456799" y="1653447"/>
                  </a:lnTo>
                  <a:lnTo>
                    <a:pt x="1456804" y="1653434"/>
                  </a:lnTo>
                  <a:lnTo>
                    <a:pt x="1456807" y="1653425"/>
                  </a:lnTo>
                  <a:lnTo>
                    <a:pt x="1456812" y="1653412"/>
                  </a:lnTo>
                  <a:lnTo>
                    <a:pt x="1456815" y="1653404"/>
                  </a:lnTo>
                  <a:lnTo>
                    <a:pt x="1456819" y="1653389"/>
                  </a:lnTo>
                  <a:lnTo>
                    <a:pt x="1456821" y="1653377"/>
                  </a:lnTo>
                  <a:lnTo>
                    <a:pt x="1456823" y="1653358"/>
                  </a:lnTo>
                  <a:lnTo>
                    <a:pt x="1456823" y="1653352"/>
                  </a:lnTo>
                  <a:lnTo>
                    <a:pt x="1456824" y="1653344"/>
                  </a:lnTo>
                  <a:lnTo>
                    <a:pt x="1456825" y="1653332"/>
                  </a:lnTo>
                  <a:lnTo>
                    <a:pt x="1456829" y="1653316"/>
                  </a:lnTo>
                  <a:lnTo>
                    <a:pt x="1456831" y="1653308"/>
                  </a:lnTo>
                  <a:lnTo>
                    <a:pt x="1456834" y="1653301"/>
                  </a:lnTo>
                  <a:lnTo>
                    <a:pt x="1456837" y="1653296"/>
                  </a:lnTo>
                  <a:lnTo>
                    <a:pt x="1456841" y="1653290"/>
                  </a:lnTo>
                  <a:lnTo>
                    <a:pt x="1456845" y="1653284"/>
                  </a:lnTo>
                  <a:lnTo>
                    <a:pt x="1456854" y="1653276"/>
                  </a:lnTo>
                  <a:lnTo>
                    <a:pt x="1456862" y="1653269"/>
                  </a:lnTo>
                  <a:lnTo>
                    <a:pt x="1456868" y="1653264"/>
                  </a:lnTo>
                  <a:lnTo>
                    <a:pt x="1456873" y="1653260"/>
                  </a:lnTo>
                  <a:lnTo>
                    <a:pt x="1456882" y="1653251"/>
                  </a:lnTo>
                  <a:lnTo>
                    <a:pt x="1456888" y="1653245"/>
                  </a:lnTo>
                  <a:lnTo>
                    <a:pt x="1456894" y="1653238"/>
                  </a:lnTo>
                  <a:lnTo>
                    <a:pt x="1456899" y="1653230"/>
                  </a:lnTo>
                  <a:lnTo>
                    <a:pt x="1456905" y="1653218"/>
                  </a:lnTo>
                  <a:lnTo>
                    <a:pt x="1456908" y="1653212"/>
                  </a:lnTo>
                  <a:lnTo>
                    <a:pt x="1456913" y="1653196"/>
                  </a:lnTo>
                  <a:lnTo>
                    <a:pt x="1456917" y="1653182"/>
                  </a:lnTo>
                  <a:lnTo>
                    <a:pt x="1456920" y="1653166"/>
                  </a:lnTo>
                  <a:lnTo>
                    <a:pt x="1456921" y="1653159"/>
                  </a:lnTo>
                  <a:lnTo>
                    <a:pt x="1456920" y="1653132"/>
                  </a:lnTo>
                  <a:lnTo>
                    <a:pt x="1456916" y="1653113"/>
                  </a:lnTo>
                  <a:lnTo>
                    <a:pt x="1456912" y="1653097"/>
                  </a:lnTo>
                  <a:lnTo>
                    <a:pt x="1456910" y="1653088"/>
                  </a:lnTo>
                  <a:lnTo>
                    <a:pt x="1456907" y="1653075"/>
                  </a:lnTo>
                  <a:lnTo>
                    <a:pt x="1456906" y="1653059"/>
                  </a:lnTo>
                  <a:lnTo>
                    <a:pt x="1456907" y="1653051"/>
                  </a:lnTo>
                  <a:lnTo>
                    <a:pt x="1456909" y="1653042"/>
                  </a:lnTo>
                  <a:lnTo>
                    <a:pt x="1456914" y="1653031"/>
                  </a:lnTo>
                  <a:lnTo>
                    <a:pt x="1456919" y="1653022"/>
                  </a:lnTo>
                  <a:lnTo>
                    <a:pt x="1456932" y="1653003"/>
                  </a:lnTo>
                  <a:lnTo>
                    <a:pt x="1456940" y="1652992"/>
                  </a:lnTo>
                  <a:lnTo>
                    <a:pt x="1456953" y="1652975"/>
                  </a:lnTo>
                  <a:lnTo>
                    <a:pt x="1456956" y="1652971"/>
                  </a:lnTo>
                  <a:lnTo>
                    <a:pt x="1456968" y="1652954"/>
                  </a:lnTo>
                  <a:lnTo>
                    <a:pt x="1456973" y="1652945"/>
                  </a:lnTo>
                  <a:lnTo>
                    <a:pt x="1456978" y="1652935"/>
                  </a:lnTo>
                  <a:lnTo>
                    <a:pt x="1456983" y="1652924"/>
                  </a:lnTo>
                  <a:lnTo>
                    <a:pt x="1456985" y="1652912"/>
                  </a:lnTo>
                  <a:lnTo>
                    <a:pt x="1456986" y="1652897"/>
                  </a:lnTo>
                  <a:lnTo>
                    <a:pt x="1456986" y="1652888"/>
                  </a:lnTo>
                  <a:lnTo>
                    <a:pt x="1456983" y="1652873"/>
                  </a:lnTo>
                  <a:lnTo>
                    <a:pt x="1456969" y="1652845"/>
                  </a:lnTo>
                  <a:lnTo>
                    <a:pt x="1456957" y="1652825"/>
                  </a:lnTo>
                  <a:lnTo>
                    <a:pt x="1456950" y="1652815"/>
                  </a:lnTo>
                  <a:lnTo>
                    <a:pt x="1456939" y="1652797"/>
                  </a:lnTo>
                  <a:lnTo>
                    <a:pt x="1456935" y="1652791"/>
                  </a:lnTo>
                  <a:lnTo>
                    <a:pt x="1456931" y="1652783"/>
                  </a:lnTo>
                  <a:lnTo>
                    <a:pt x="1456924" y="1652767"/>
                  </a:lnTo>
                  <a:lnTo>
                    <a:pt x="1456917" y="1652749"/>
                  </a:lnTo>
                  <a:lnTo>
                    <a:pt x="1456913" y="1652721"/>
                  </a:lnTo>
                  <a:lnTo>
                    <a:pt x="1456909" y="1652701"/>
                  </a:lnTo>
                  <a:lnTo>
                    <a:pt x="1456909" y="1652693"/>
                  </a:lnTo>
                  <a:lnTo>
                    <a:pt x="1456907" y="1652671"/>
                  </a:lnTo>
                  <a:lnTo>
                    <a:pt x="1456907" y="1652655"/>
                  </a:lnTo>
                  <a:lnTo>
                    <a:pt x="1456907" y="1652649"/>
                  </a:lnTo>
                  <a:lnTo>
                    <a:pt x="1456907" y="1652642"/>
                  </a:lnTo>
                  <a:lnTo>
                    <a:pt x="1456907" y="1652635"/>
                  </a:lnTo>
                  <a:lnTo>
                    <a:pt x="1456909" y="1652606"/>
                  </a:lnTo>
                  <a:lnTo>
                    <a:pt x="1456912" y="1652589"/>
                  </a:lnTo>
                  <a:lnTo>
                    <a:pt x="1456915" y="1652579"/>
                  </a:lnTo>
                  <a:lnTo>
                    <a:pt x="1456918" y="1652569"/>
                  </a:lnTo>
                  <a:lnTo>
                    <a:pt x="1456924" y="1652551"/>
                  </a:lnTo>
                  <a:lnTo>
                    <a:pt x="1456935" y="1652528"/>
                  </a:lnTo>
                  <a:lnTo>
                    <a:pt x="1456943" y="1652511"/>
                  </a:lnTo>
                  <a:lnTo>
                    <a:pt x="1456947" y="1652505"/>
                  </a:lnTo>
                  <a:lnTo>
                    <a:pt x="1456953" y="1652496"/>
                  </a:lnTo>
                  <a:lnTo>
                    <a:pt x="1456956" y="1652491"/>
                  </a:lnTo>
                  <a:lnTo>
                    <a:pt x="1456963" y="1652482"/>
                  </a:lnTo>
                  <a:lnTo>
                    <a:pt x="1456974" y="1652464"/>
                  </a:lnTo>
                  <a:lnTo>
                    <a:pt x="1456982" y="1652451"/>
                  </a:lnTo>
                  <a:lnTo>
                    <a:pt x="1456989" y="1652441"/>
                  </a:lnTo>
                  <a:lnTo>
                    <a:pt x="1457004" y="1652422"/>
                  </a:lnTo>
                  <a:lnTo>
                    <a:pt x="1457014" y="1652408"/>
                  </a:lnTo>
                  <a:lnTo>
                    <a:pt x="1457021" y="1652396"/>
                  </a:lnTo>
                  <a:lnTo>
                    <a:pt x="1457031" y="1652380"/>
                  </a:lnTo>
                  <a:lnTo>
                    <a:pt x="1457034" y="1652375"/>
                  </a:lnTo>
                  <a:lnTo>
                    <a:pt x="1457038" y="1652366"/>
                  </a:lnTo>
                  <a:lnTo>
                    <a:pt x="1457040" y="1652359"/>
                  </a:lnTo>
                  <a:lnTo>
                    <a:pt x="1457042" y="1652353"/>
                  </a:lnTo>
                  <a:lnTo>
                    <a:pt x="1457044" y="1652348"/>
                  </a:lnTo>
                  <a:lnTo>
                    <a:pt x="1457049" y="1652334"/>
                  </a:lnTo>
                  <a:lnTo>
                    <a:pt x="1457056" y="1652324"/>
                  </a:lnTo>
                  <a:lnTo>
                    <a:pt x="1457063" y="1652315"/>
                  </a:lnTo>
                  <a:lnTo>
                    <a:pt x="1457079" y="1652300"/>
                  </a:lnTo>
                  <a:lnTo>
                    <a:pt x="1457097" y="1652283"/>
                  </a:lnTo>
                  <a:lnTo>
                    <a:pt x="1457104" y="1652276"/>
                  </a:lnTo>
                  <a:lnTo>
                    <a:pt x="1457108" y="1652270"/>
                  </a:lnTo>
                  <a:lnTo>
                    <a:pt x="1457111" y="1652265"/>
                  </a:lnTo>
                  <a:lnTo>
                    <a:pt x="1457115" y="1652258"/>
                  </a:lnTo>
                  <a:lnTo>
                    <a:pt x="1457117" y="1652251"/>
                  </a:lnTo>
                  <a:lnTo>
                    <a:pt x="1457119" y="1652243"/>
                  </a:lnTo>
                  <a:lnTo>
                    <a:pt x="1457119" y="1652226"/>
                  </a:lnTo>
                  <a:lnTo>
                    <a:pt x="1457117" y="1652204"/>
                  </a:lnTo>
                  <a:lnTo>
                    <a:pt x="1457115" y="1652184"/>
                  </a:lnTo>
                  <a:lnTo>
                    <a:pt x="1457113" y="1652167"/>
                  </a:lnTo>
                  <a:lnTo>
                    <a:pt x="1457111" y="1652144"/>
                  </a:lnTo>
                  <a:lnTo>
                    <a:pt x="1457113" y="1652129"/>
                  </a:lnTo>
                  <a:lnTo>
                    <a:pt x="1457114" y="1652117"/>
                  </a:lnTo>
                  <a:lnTo>
                    <a:pt x="1457118" y="1652106"/>
                  </a:lnTo>
                  <a:lnTo>
                    <a:pt x="1457121" y="1652099"/>
                  </a:lnTo>
                  <a:lnTo>
                    <a:pt x="1457125" y="1652093"/>
                  </a:lnTo>
                  <a:lnTo>
                    <a:pt x="1457123" y="1652087"/>
                  </a:lnTo>
                  <a:lnTo>
                    <a:pt x="1457116" y="1652052"/>
                  </a:lnTo>
                  <a:lnTo>
                    <a:pt x="1457105" y="1652035"/>
                  </a:lnTo>
                  <a:lnTo>
                    <a:pt x="1457092" y="1652019"/>
                  </a:lnTo>
                  <a:lnTo>
                    <a:pt x="1457079" y="1652001"/>
                  </a:lnTo>
                  <a:lnTo>
                    <a:pt x="1457071" y="1651983"/>
                  </a:lnTo>
                  <a:lnTo>
                    <a:pt x="1457063" y="1651961"/>
                  </a:lnTo>
                  <a:lnTo>
                    <a:pt x="1457055" y="1651938"/>
                  </a:lnTo>
                  <a:lnTo>
                    <a:pt x="1457042" y="1651923"/>
                  </a:lnTo>
                  <a:lnTo>
                    <a:pt x="1457016" y="1651906"/>
                  </a:lnTo>
                  <a:lnTo>
                    <a:pt x="1456997" y="1651894"/>
                  </a:lnTo>
                  <a:lnTo>
                    <a:pt x="1456983" y="1651878"/>
                  </a:lnTo>
                  <a:lnTo>
                    <a:pt x="1456981" y="1651870"/>
                  </a:lnTo>
                  <a:lnTo>
                    <a:pt x="1456978" y="1651862"/>
                  </a:lnTo>
                  <a:lnTo>
                    <a:pt x="1456972" y="1651843"/>
                  </a:lnTo>
                  <a:lnTo>
                    <a:pt x="1456970" y="1651827"/>
                  </a:lnTo>
                  <a:lnTo>
                    <a:pt x="1456976" y="1651814"/>
                  </a:lnTo>
                  <a:lnTo>
                    <a:pt x="1456984" y="1651802"/>
                  </a:lnTo>
                  <a:lnTo>
                    <a:pt x="1456985" y="1651788"/>
                  </a:lnTo>
                  <a:lnTo>
                    <a:pt x="1456975" y="1651770"/>
                  </a:lnTo>
                  <a:lnTo>
                    <a:pt x="1456969" y="1651761"/>
                  </a:lnTo>
                  <a:lnTo>
                    <a:pt x="1456964" y="1651749"/>
                  </a:lnTo>
                  <a:lnTo>
                    <a:pt x="1456964" y="1651732"/>
                  </a:lnTo>
                  <a:lnTo>
                    <a:pt x="1456968" y="1651719"/>
                  </a:lnTo>
                  <a:lnTo>
                    <a:pt x="1456982" y="1651697"/>
                  </a:lnTo>
                  <a:lnTo>
                    <a:pt x="1456988" y="1651678"/>
                  </a:lnTo>
                  <a:lnTo>
                    <a:pt x="1456976" y="1651645"/>
                  </a:lnTo>
                  <a:lnTo>
                    <a:pt x="1456974" y="1651603"/>
                  </a:lnTo>
                  <a:lnTo>
                    <a:pt x="1456970" y="1651567"/>
                  </a:lnTo>
                  <a:lnTo>
                    <a:pt x="1456965" y="1651543"/>
                  </a:lnTo>
                  <a:lnTo>
                    <a:pt x="1456960" y="1651527"/>
                  </a:lnTo>
                  <a:lnTo>
                    <a:pt x="1456952" y="1651514"/>
                  </a:lnTo>
                  <a:lnTo>
                    <a:pt x="1456944" y="1651505"/>
                  </a:lnTo>
                  <a:lnTo>
                    <a:pt x="1456925" y="1651492"/>
                  </a:lnTo>
                  <a:lnTo>
                    <a:pt x="1456907" y="1651483"/>
                  </a:lnTo>
                  <a:lnTo>
                    <a:pt x="1456893" y="1651479"/>
                  </a:lnTo>
                  <a:lnTo>
                    <a:pt x="1456886" y="1651483"/>
                  </a:lnTo>
                  <a:lnTo>
                    <a:pt x="1456864" y="1651496"/>
                  </a:lnTo>
                  <a:lnTo>
                    <a:pt x="1456850" y="1651502"/>
                  </a:lnTo>
                  <a:lnTo>
                    <a:pt x="1456829" y="1651504"/>
                  </a:lnTo>
                  <a:lnTo>
                    <a:pt x="1456815" y="1651504"/>
                  </a:lnTo>
                  <a:lnTo>
                    <a:pt x="1456803" y="1651503"/>
                  </a:lnTo>
                  <a:lnTo>
                    <a:pt x="1456792" y="1651498"/>
                  </a:lnTo>
                  <a:lnTo>
                    <a:pt x="1456778" y="1651489"/>
                  </a:lnTo>
                  <a:lnTo>
                    <a:pt x="1456769" y="1651479"/>
                  </a:lnTo>
                  <a:lnTo>
                    <a:pt x="1456760" y="1651464"/>
                  </a:lnTo>
                  <a:lnTo>
                    <a:pt x="1456748" y="1651443"/>
                  </a:lnTo>
                  <a:lnTo>
                    <a:pt x="1456740" y="1651432"/>
                  </a:lnTo>
                  <a:lnTo>
                    <a:pt x="1456733" y="1651424"/>
                  </a:lnTo>
                  <a:lnTo>
                    <a:pt x="1456721" y="1651419"/>
                  </a:lnTo>
                  <a:lnTo>
                    <a:pt x="1456706" y="1651419"/>
                  </a:lnTo>
                  <a:lnTo>
                    <a:pt x="1456690" y="1651433"/>
                  </a:lnTo>
                  <a:lnTo>
                    <a:pt x="1456683" y="1651419"/>
                  </a:lnTo>
                  <a:lnTo>
                    <a:pt x="1456675" y="1651411"/>
                  </a:lnTo>
                  <a:lnTo>
                    <a:pt x="1456659" y="1651395"/>
                  </a:lnTo>
                  <a:lnTo>
                    <a:pt x="1456639" y="1651377"/>
                  </a:lnTo>
                  <a:lnTo>
                    <a:pt x="1456625" y="1651361"/>
                  </a:lnTo>
                  <a:lnTo>
                    <a:pt x="1456610" y="1651344"/>
                  </a:lnTo>
                  <a:lnTo>
                    <a:pt x="1456597" y="1651318"/>
                  </a:lnTo>
                  <a:lnTo>
                    <a:pt x="1456590" y="1651299"/>
                  </a:lnTo>
                  <a:lnTo>
                    <a:pt x="1456584" y="1651275"/>
                  </a:lnTo>
                  <a:lnTo>
                    <a:pt x="1456580" y="1651263"/>
                  </a:lnTo>
                  <a:lnTo>
                    <a:pt x="1456574" y="1651260"/>
                  </a:lnTo>
                  <a:lnTo>
                    <a:pt x="1456535" y="1651254"/>
                  </a:lnTo>
                  <a:lnTo>
                    <a:pt x="1456520" y="1651251"/>
                  </a:lnTo>
                  <a:lnTo>
                    <a:pt x="1456507" y="1651254"/>
                  </a:lnTo>
                  <a:lnTo>
                    <a:pt x="1456469" y="1651259"/>
                  </a:lnTo>
                  <a:lnTo>
                    <a:pt x="1456462" y="1651259"/>
                  </a:lnTo>
                  <a:lnTo>
                    <a:pt x="1456455" y="1651258"/>
                  </a:lnTo>
                  <a:lnTo>
                    <a:pt x="1456447" y="1651256"/>
                  </a:lnTo>
                  <a:lnTo>
                    <a:pt x="1456432" y="1651251"/>
                  </a:lnTo>
                  <a:lnTo>
                    <a:pt x="1456418" y="1651249"/>
                  </a:lnTo>
                  <a:lnTo>
                    <a:pt x="1456404" y="1651249"/>
                  </a:lnTo>
                  <a:lnTo>
                    <a:pt x="1456397" y="1651252"/>
                  </a:lnTo>
                  <a:lnTo>
                    <a:pt x="1456392" y="1651255"/>
                  </a:lnTo>
                  <a:lnTo>
                    <a:pt x="1456387" y="1651261"/>
                  </a:lnTo>
                  <a:lnTo>
                    <a:pt x="1456376" y="1651273"/>
                  </a:lnTo>
                  <a:lnTo>
                    <a:pt x="1456360" y="1651294"/>
                  </a:lnTo>
                  <a:lnTo>
                    <a:pt x="1456345" y="1651316"/>
                  </a:lnTo>
                  <a:lnTo>
                    <a:pt x="1456330" y="1651336"/>
                  </a:lnTo>
                  <a:lnTo>
                    <a:pt x="1456325" y="1651345"/>
                  </a:lnTo>
                  <a:lnTo>
                    <a:pt x="1456319" y="1651349"/>
                  </a:lnTo>
                  <a:lnTo>
                    <a:pt x="1456295" y="1651353"/>
                  </a:lnTo>
                  <a:lnTo>
                    <a:pt x="1456280" y="1651357"/>
                  </a:lnTo>
                  <a:lnTo>
                    <a:pt x="1456268" y="1651362"/>
                  </a:lnTo>
                  <a:lnTo>
                    <a:pt x="1456258" y="1651374"/>
                  </a:lnTo>
                  <a:lnTo>
                    <a:pt x="1456253" y="1651393"/>
                  </a:lnTo>
                  <a:lnTo>
                    <a:pt x="1456249" y="1651410"/>
                  </a:lnTo>
                  <a:lnTo>
                    <a:pt x="1456247" y="1651426"/>
                  </a:lnTo>
                  <a:lnTo>
                    <a:pt x="1456239" y="1651439"/>
                  </a:lnTo>
                  <a:lnTo>
                    <a:pt x="1456229" y="1651450"/>
                  </a:lnTo>
                  <a:lnTo>
                    <a:pt x="1456221" y="1651457"/>
                  </a:lnTo>
                  <a:lnTo>
                    <a:pt x="1456212" y="1651468"/>
                  </a:lnTo>
                  <a:lnTo>
                    <a:pt x="1456209" y="1651476"/>
                  </a:lnTo>
                  <a:lnTo>
                    <a:pt x="1456209" y="1651485"/>
                  </a:lnTo>
                  <a:lnTo>
                    <a:pt x="1456212" y="1651503"/>
                  </a:lnTo>
                  <a:lnTo>
                    <a:pt x="1456218" y="1651531"/>
                  </a:lnTo>
                  <a:lnTo>
                    <a:pt x="1456196" y="1651529"/>
                  </a:lnTo>
                  <a:lnTo>
                    <a:pt x="1456183" y="1651533"/>
                  </a:lnTo>
                  <a:lnTo>
                    <a:pt x="1456171" y="1651534"/>
                  </a:lnTo>
                  <a:lnTo>
                    <a:pt x="1456162" y="1651532"/>
                  </a:lnTo>
                  <a:lnTo>
                    <a:pt x="1456149" y="1651527"/>
                  </a:lnTo>
                  <a:lnTo>
                    <a:pt x="1456135" y="1651524"/>
                  </a:lnTo>
                  <a:lnTo>
                    <a:pt x="1456126" y="1651519"/>
                  </a:lnTo>
                  <a:lnTo>
                    <a:pt x="1456119" y="1651512"/>
                  </a:lnTo>
                  <a:lnTo>
                    <a:pt x="1456111" y="1651503"/>
                  </a:lnTo>
                  <a:lnTo>
                    <a:pt x="1456100" y="1651492"/>
                  </a:lnTo>
                  <a:lnTo>
                    <a:pt x="1456089" y="1651484"/>
                  </a:lnTo>
                  <a:lnTo>
                    <a:pt x="1456075" y="1651477"/>
                  </a:lnTo>
                  <a:lnTo>
                    <a:pt x="1456055" y="1651472"/>
                  </a:lnTo>
                  <a:lnTo>
                    <a:pt x="1456041" y="1651469"/>
                  </a:lnTo>
                  <a:lnTo>
                    <a:pt x="1456029" y="1651464"/>
                  </a:lnTo>
                  <a:lnTo>
                    <a:pt x="1456014" y="1651458"/>
                  </a:lnTo>
                  <a:lnTo>
                    <a:pt x="1456001" y="1651450"/>
                  </a:lnTo>
                  <a:lnTo>
                    <a:pt x="1455990" y="1651443"/>
                  </a:lnTo>
                  <a:lnTo>
                    <a:pt x="1455984" y="1651437"/>
                  </a:lnTo>
                  <a:lnTo>
                    <a:pt x="1455978" y="1651429"/>
                  </a:lnTo>
                  <a:lnTo>
                    <a:pt x="1455971" y="1651422"/>
                  </a:lnTo>
                  <a:lnTo>
                    <a:pt x="1455958" y="1651413"/>
                  </a:lnTo>
                  <a:lnTo>
                    <a:pt x="1455939" y="1651404"/>
                  </a:lnTo>
                  <a:lnTo>
                    <a:pt x="1455921" y="1651392"/>
                  </a:lnTo>
                  <a:lnTo>
                    <a:pt x="1455907" y="1651383"/>
                  </a:lnTo>
                  <a:lnTo>
                    <a:pt x="1455890" y="1651370"/>
                  </a:lnTo>
                  <a:lnTo>
                    <a:pt x="1455877" y="1651358"/>
                  </a:lnTo>
                  <a:lnTo>
                    <a:pt x="1455861" y="1651340"/>
                  </a:lnTo>
                  <a:lnTo>
                    <a:pt x="1455850" y="1651325"/>
                  </a:lnTo>
                  <a:lnTo>
                    <a:pt x="1455837" y="1651312"/>
                  </a:lnTo>
                  <a:lnTo>
                    <a:pt x="1455830" y="1651306"/>
                  </a:lnTo>
                  <a:lnTo>
                    <a:pt x="1455813" y="1651299"/>
                  </a:lnTo>
                  <a:lnTo>
                    <a:pt x="1455794" y="1651295"/>
                  </a:lnTo>
                  <a:lnTo>
                    <a:pt x="1455778" y="1651293"/>
                  </a:lnTo>
                  <a:lnTo>
                    <a:pt x="1455764" y="1651295"/>
                  </a:lnTo>
                  <a:lnTo>
                    <a:pt x="1455741" y="1651299"/>
                  </a:lnTo>
                  <a:lnTo>
                    <a:pt x="1455709" y="1651304"/>
                  </a:lnTo>
                  <a:lnTo>
                    <a:pt x="1455696" y="1651307"/>
                  </a:lnTo>
                  <a:lnTo>
                    <a:pt x="1455685" y="1651312"/>
                  </a:lnTo>
                  <a:lnTo>
                    <a:pt x="1455676" y="1651319"/>
                  </a:lnTo>
                  <a:lnTo>
                    <a:pt x="1455670" y="1651326"/>
                  </a:lnTo>
                  <a:lnTo>
                    <a:pt x="1455668" y="1651333"/>
                  </a:lnTo>
                  <a:lnTo>
                    <a:pt x="1455668" y="1651341"/>
                  </a:lnTo>
                  <a:lnTo>
                    <a:pt x="1455668" y="1651353"/>
                  </a:lnTo>
                  <a:lnTo>
                    <a:pt x="1455668" y="1651365"/>
                  </a:lnTo>
                  <a:lnTo>
                    <a:pt x="1455673" y="1651391"/>
                  </a:lnTo>
                  <a:lnTo>
                    <a:pt x="1455682" y="1651428"/>
                  </a:lnTo>
                  <a:lnTo>
                    <a:pt x="1455685" y="1651446"/>
                  </a:lnTo>
                  <a:lnTo>
                    <a:pt x="1455685" y="1651453"/>
                  </a:lnTo>
                  <a:lnTo>
                    <a:pt x="1455682" y="1651460"/>
                  </a:lnTo>
                  <a:lnTo>
                    <a:pt x="1455676" y="1651466"/>
                  </a:lnTo>
                  <a:lnTo>
                    <a:pt x="1455662" y="1651471"/>
                  </a:lnTo>
                  <a:lnTo>
                    <a:pt x="1455657" y="1651473"/>
                  </a:lnTo>
                  <a:lnTo>
                    <a:pt x="1455645" y="1651477"/>
                  </a:lnTo>
                  <a:lnTo>
                    <a:pt x="1455635" y="1651479"/>
                  </a:lnTo>
                  <a:lnTo>
                    <a:pt x="1455627" y="1651479"/>
                  </a:lnTo>
                  <a:lnTo>
                    <a:pt x="1455619" y="1651475"/>
                  </a:lnTo>
                  <a:lnTo>
                    <a:pt x="1455611" y="1651471"/>
                  </a:lnTo>
                  <a:lnTo>
                    <a:pt x="1455604" y="1651470"/>
                  </a:lnTo>
                  <a:lnTo>
                    <a:pt x="1455598" y="1651472"/>
                  </a:lnTo>
                  <a:lnTo>
                    <a:pt x="1455592" y="1651478"/>
                  </a:lnTo>
                  <a:lnTo>
                    <a:pt x="1455588" y="1651485"/>
                  </a:lnTo>
                  <a:lnTo>
                    <a:pt x="1455584" y="1651496"/>
                  </a:lnTo>
                  <a:lnTo>
                    <a:pt x="1455579" y="1651511"/>
                  </a:lnTo>
                  <a:lnTo>
                    <a:pt x="1455571" y="1651528"/>
                  </a:lnTo>
                  <a:lnTo>
                    <a:pt x="1455564" y="1651537"/>
                  </a:lnTo>
                  <a:lnTo>
                    <a:pt x="1455552" y="1651546"/>
                  </a:lnTo>
                  <a:lnTo>
                    <a:pt x="1455537" y="1651548"/>
                  </a:lnTo>
                  <a:lnTo>
                    <a:pt x="1455525" y="1651550"/>
                  </a:lnTo>
                  <a:lnTo>
                    <a:pt x="1455511" y="1651552"/>
                  </a:lnTo>
                  <a:lnTo>
                    <a:pt x="1455501" y="1651556"/>
                  </a:lnTo>
                  <a:lnTo>
                    <a:pt x="1455482" y="1651566"/>
                  </a:lnTo>
                  <a:lnTo>
                    <a:pt x="1455472" y="1651575"/>
                  </a:lnTo>
                  <a:lnTo>
                    <a:pt x="1455451" y="1651586"/>
                  </a:lnTo>
                  <a:lnTo>
                    <a:pt x="1455443" y="1651590"/>
                  </a:lnTo>
                  <a:lnTo>
                    <a:pt x="1455430" y="1651596"/>
                  </a:lnTo>
                  <a:lnTo>
                    <a:pt x="1455416" y="1651598"/>
                  </a:lnTo>
                  <a:lnTo>
                    <a:pt x="1455314" y="1651611"/>
                  </a:lnTo>
                  <a:lnTo>
                    <a:pt x="1455291" y="1651676"/>
                  </a:lnTo>
                  <a:lnTo>
                    <a:pt x="1455282" y="1651690"/>
                  </a:lnTo>
                  <a:lnTo>
                    <a:pt x="1455269" y="1651706"/>
                  </a:lnTo>
                  <a:lnTo>
                    <a:pt x="1455257" y="1651718"/>
                  </a:lnTo>
                  <a:lnTo>
                    <a:pt x="1455240" y="1651734"/>
                  </a:lnTo>
                  <a:lnTo>
                    <a:pt x="1455217" y="1651761"/>
                  </a:lnTo>
                  <a:lnTo>
                    <a:pt x="1455201" y="1651782"/>
                  </a:lnTo>
                  <a:lnTo>
                    <a:pt x="1455181" y="1651790"/>
                  </a:lnTo>
                  <a:lnTo>
                    <a:pt x="1455174" y="1651796"/>
                  </a:lnTo>
                  <a:lnTo>
                    <a:pt x="1455167" y="1651806"/>
                  </a:lnTo>
                  <a:lnTo>
                    <a:pt x="1455165" y="1651812"/>
                  </a:lnTo>
                  <a:lnTo>
                    <a:pt x="1455163" y="1651824"/>
                  </a:lnTo>
                  <a:lnTo>
                    <a:pt x="1455160" y="1651840"/>
                  </a:lnTo>
                  <a:lnTo>
                    <a:pt x="1455153" y="1651850"/>
                  </a:lnTo>
                  <a:lnTo>
                    <a:pt x="1455140" y="1651859"/>
                  </a:lnTo>
                  <a:lnTo>
                    <a:pt x="1455119" y="1651869"/>
                  </a:lnTo>
                  <a:lnTo>
                    <a:pt x="1455106" y="1651870"/>
                  </a:lnTo>
                  <a:lnTo>
                    <a:pt x="1455100" y="1651871"/>
                  </a:lnTo>
                  <a:lnTo>
                    <a:pt x="1455075" y="1651877"/>
                  </a:lnTo>
                  <a:lnTo>
                    <a:pt x="1455051" y="1651888"/>
                  </a:lnTo>
                  <a:lnTo>
                    <a:pt x="1455045" y="1651893"/>
                  </a:lnTo>
                  <a:lnTo>
                    <a:pt x="1455019" y="1651906"/>
                  </a:lnTo>
                  <a:lnTo>
                    <a:pt x="1454984" y="1651901"/>
                  </a:lnTo>
                  <a:lnTo>
                    <a:pt x="1454955" y="1651906"/>
                  </a:lnTo>
                  <a:lnTo>
                    <a:pt x="1454938" y="1651921"/>
                  </a:lnTo>
                  <a:lnTo>
                    <a:pt x="1454904" y="1651963"/>
                  </a:lnTo>
                  <a:lnTo>
                    <a:pt x="1454861" y="1651997"/>
                  </a:lnTo>
                  <a:lnTo>
                    <a:pt x="1454795" y="1652059"/>
                  </a:lnTo>
                  <a:lnTo>
                    <a:pt x="1454758" y="1652087"/>
                  </a:lnTo>
                  <a:lnTo>
                    <a:pt x="1454716" y="1652116"/>
                  </a:lnTo>
                  <a:lnTo>
                    <a:pt x="1454694" y="1652116"/>
                  </a:lnTo>
                  <a:lnTo>
                    <a:pt x="1454690" y="1652113"/>
                  </a:lnTo>
                  <a:lnTo>
                    <a:pt x="1454664" y="1652085"/>
                  </a:lnTo>
                  <a:lnTo>
                    <a:pt x="1454627" y="1652035"/>
                  </a:lnTo>
                  <a:lnTo>
                    <a:pt x="1454593" y="1651998"/>
                  </a:lnTo>
                  <a:lnTo>
                    <a:pt x="1454579" y="1651988"/>
                  </a:lnTo>
                  <a:lnTo>
                    <a:pt x="1454554" y="1651972"/>
                  </a:lnTo>
                  <a:lnTo>
                    <a:pt x="1454546" y="1651966"/>
                  </a:lnTo>
                  <a:lnTo>
                    <a:pt x="1454530" y="1651958"/>
                  </a:lnTo>
                  <a:lnTo>
                    <a:pt x="1454511" y="1651952"/>
                  </a:lnTo>
                  <a:lnTo>
                    <a:pt x="1454499" y="1651950"/>
                  </a:lnTo>
                  <a:lnTo>
                    <a:pt x="1454490" y="1651952"/>
                  </a:lnTo>
                  <a:lnTo>
                    <a:pt x="1454474" y="1651961"/>
                  </a:lnTo>
                  <a:lnTo>
                    <a:pt x="1454466" y="1651965"/>
                  </a:lnTo>
                  <a:lnTo>
                    <a:pt x="1454460" y="1651972"/>
                  </a:lnTo>
                  <a:lnTo>
                    <a:pt x="1454452" y="1651984"/>
                  </a:lnTo>
                  <a:lnTo>
                    <a:pt x="1454443" y="1652002"/>
                  </a:lnTo>
                  <a:lnTo>
                    <a:pt x="1454435" y="1652014"/>
                  </a:lnTo>
                  <a:lnTo>
                    <a:pt x="1454424" y="1652024"/>
                  </a:lnTo>
                  <a:lnTo>
                    <a:pt x="1454416" y="1652028"/>
                  </a:lnTo>
                  <a:lnTo>
                    <a:pt x="1454409" y="1652032"/>
                  </a:lnTo>
                  <a:lnTo>
                    <a:pt x="1454397" y="1652038"/>
                  </a:lnTo>
                  <a:lnTo>
                    <a:pt x="1454372" y="1652055"/>
                  </a:lnTo>
                  <a:lnTo>
                    <a:pt x="1454353" y="1652069"/>
                  </a:lnTo>
                  <a:lnTo>
                    <a:pt x="1454341" y="1652071"/>
                  </a:lnTo>
                  <a:lnTo>
                    <a:pt x="1454321" y="1652071"/>
                  </a:lnTo>
                  <a:lnTo>
                    <a:pt x="1454305" y="1652074"/>
                  </a:lnTo>
                  <a:lnTo>
                    <a:pt x="1454290" y="1652080"/>
                  </a:lnTo>
                  <a:lnTo>
                    <a:pt x="1454274" y="1652088"/>
                  </a:lnTo>
                  <a:lnTo>
                    <a:pt x="1454254" y="1652098"/>
                  </a:lnTo>
                  <a:lnTo>
                    <a:pt x="1454234" y="1652109"/>
                  </a:lnTo>
                  <a:lnTo>
                    <a:pt x="1454200" y="1652134"/>
                  </a:lnTo>
                  <a:lnTo>
                    <a:pt x="1454185" y="1652143"/>
                  </a:lnTo>
                  <a:lnTo>
                    <a:pt x="1454178" y="1652145"/>
                  </a:lnTo>
                  <a:lnTo>
                    <a:pt x="1454165" y="1652141"/>
                  </a:lnTo>
                  <a:lnTo>
                    <a:pt x="1454152" y="1652139"/>
                  </a:lnTo>
                  <a:lnTo>
                    <a:pt x="1454137" y="1652138"/>
                  </a:lnTo>
                  <a:lnTo>
                    <a:pt x="1454114" y="1652139"/>
                  </a:lnTo>
                  <a:lnTo>
                    <a:pt x="1454083" y="1652140"/>
                  </a:lnTo>
                  <a:lnTo>
                    <a:pt x="1454063" y="1652139"/>
                  </a:lnTo>
                  <a:lnTo>
                    <a:pt x="1454048" y="1652138"/>
                  </a:lnTo>
                  <a:lnTo>
                    <a:pt x="1454033" y="1652139"/>
                  </a:lnTo>
                  <a:lnTo>
                    <a:pt x="1454013" y="1652143"/>
                  </a:lnTo>
                  <a:lnTo>
                    <a:pt x="1453980" y="1652152"/>
                  </a:lnTo>
                  <a:lnTo>
                    <a:pt x="1453951" y="1652163"/>
                  </a:lnTo>
                  <a:lnTo>
                    <a:pt x="1453934" y="1652172"/>
                  </a:lnTo>
                  <a:lnTo>
                    <a:pt x="1453922" y="1652179"/>
                  </a:lnTo>
                  <a:lnTo>
                    <a:pt x="1453906" y="1652185"/>
                  </a:lnTo>
                  <a:lnTo>
                    <a:pt x="1453892" y="1652189"/>
                  </a:lnTo>
                  <a:lnTo>
                    <a:pt x="1453863" y="1652196"/>
                  </a:lnTo>
                  <a:lnTo>
                    <a:pt x="1453842" y="1652203"/>
                  </a:lnTo>
                  <a:lnTo>
                    <a:pt x="1453831" y="1652206"/>
                  </a:lnTo>
                  <a:lnTo>
                    <a:pt x="1453817" y="1652213"/>
                  </a:lnTo>
                  <a:lnTo>
                    <a:pt x="1453807" y="1652220"/>
                  </a:lnTo>
                  <a:lnTo>
                    <a:pt x="1453794" y="1652232"/>
                  </a:lnTo>
                  <a:lnTo>
                    <a:pt x="1453786" y="1652237"/>
                  </a:lnTo>
                  <a:lnTo>
                    <a:pt x="1453781" y="1652239"/>
                  </a:lnTo>
                  <a:lnTo>
                    <a:pt x="1453773" y="1652239"/>
                  </a:lnTo>
                  <a:lnTo>
                    <a:pt x="1453747" y="1652232"/>
                  </a:lnTo>
                  <a:lnTo>
                    <a:pt x="1453723" y="1652228"/>
                  </a:lnTo>
                  <a:lnTo>
                    <a:pt x="1453706" y="1652231"/>
                  </a:lnTo>
                  <a:lnTo>
                    <a:pt x="1453692" y="1652231"/>
                  </a:lnTo>
                  <a:lnTo>
                    <a:pt x="1453671" y="1652238"/>
                  </a:lnTo>
                  <a:lnTo>
                    <a:pt x="1453648" y="1652249"/>
                  </a:lnTo>
                  <a:lnTo>
                    <a:pt x="1453628" y="1652258"/>
                  </a:lnTo>
                  <a:lnTo>
                    <a:pt x="1453613" y="1652266"/>
                  </a:lnTo>
                  <a:lnTo>
                    <a:pt x="1453602" y="1652271"/>
                  </a:lnTo>
                  <a:lnTo>
                    <a:pt x="1453581" y="1652283"/>
                  </a:lnTo>
                  <a:lnTo>
                    <a:pt x="1453565" y="1652296"/>
                  </a:lnTo>
                  <a:lnTo>
                    <a:pt x="1453550" y="1652312"/>
                  </a:lnTo>
                  <a:lnTo>
                    <a:pt x="1453538" y="1652326"/>
                  </a:lnTo>
                  <a:lnTo>
                    <a:pt x="1453530" y="1652338"/>
                  </a:lnTo>
                  <a:lnTo>
                    <a:pt x="1453518" y="1652353"/>
                  </a:lnTo>
                  <a:lnTo>
                    <a:pt x="1453504" y="1652374"/>
                  </a:lnTo>
                  <a:lnTo>
                    <a:pt x="1453488" y="1652392"/>
                  </a:lnTo>
                  <a:lnTo>
                    <a:pt x="1453477" y="1652401"/>
                  </a:lnTo>
                  <a:lnTo>
                    <a:pt x="1453466" y="1652403"/>
                  </a:lnTo>
                  <a:lnTo>
                    <a:pt x="1453454" y="1652400"/>
                  </a:lnTo>
                  <a:lnTo>
                    <a:pt x="1453444" y="1652395"/>
                  </a:lnTo>
                  <a:lnTo>
                    <a:pt x="1453426" y="1652386"/>
                  </a:lnTo>
                  <a:lnTo>
                    <a:pt x="1453413" y="1652384"/>
                  </a:lnTo>
                  <a:lnTo>
                    <a:pt x="1453397" y="1652393"/>
                  </a:lnTo>
                  <a:lnTo>
                    <a:pt x="1453389" y="1652401"/>
                  </a:lnTo>
                  <a:lnTo>
                    <a:pt x="1453377" y="1652413"/>
                  </a:lnTo>
                  <a:lnTo>
                    <a:pt x="1453359" y="1652428"/>
                  </a:lnTo>
                  <a:lnTo>
                    <a:pt x="1453341" y="1652447"/>
                  </a:lnTo>
                  <a:lnTo>
                    <a:pt x="1453332" y="1652463"/>
                  </a:lnTo>
                  <a:lnTo>
                    <a:pt x="1453321" y="1652494"/>
                  </a:lnTo>
                  <a:lnTo>
                    <a:pt x="1453353" y="1652529"/>
                  </a:lnTo>
                  <a:lnTo>
                    <a:pt x="1453312" y="1652541"/>
                  </a:lnTo>
                  <a:lnTo>
                    <a:pt x="1453291" y="1652542"/>
                  </a:lnTo>
                  <a:lnTo>
                    <a:pt x="1453288" y="1652535"/>
                  </a:lnTo>
                  <a:lnTo>
                    <a:pt x="1453283" y="1652526"/>
                  </a:lnTo>
                  <a:lnTo>
                    <a:pt x="1453277" y="1652513"/>
                  </a:lnTo>
                  <a:lnTo>
                    <a:pt x="1453265" y="1652495"/>
                  </a:lnTo>
                  <a:lnTo>
                    <a:pt x="1453249" y="1652472"/>
                  </a:lnTo>
                  <a:lnTo>
                    <a:pt x="1453234" y="1652454"/>
                  </a:lnTo>
                  <a:lnTo>
                    <a:pt x="1453219" y="1652443"/>
                  </a:lnTo>
                  <a:lnTo>
                    <a:pt x="1453204" y="1652436"/>
                  </a:lnTo>
                  <a:lnTo>
                    <a:pt x="1453190" y="1652435"/>
                  </a:lnTo>
                  <a:lnTo>
                    <a:pt x="1453170" y="1652441"/>
                  </a:lnTo>
                  <a:lnTo>
                    <a:pt x="1453145" y="1652446"/>
                  </a:lnTo>
                  <a:lnTo>
                    <a:pt x="1453133" y="1652445"/>
                  </a:lnTo>
                  <a:lnTo>
                    <a:pt x="1453121" y="1652435"/>
                  </a:lnTo>
                  <a:lnTo>
                    <a:pt x="1453118" y="1652421"/>
                  </a:lnTo>
                  <a:lnTo>
                    <a:pt x="1453112" y="1652387"/>
                  </a:lnTo>
                  <a:lnTo>
                    <a:pt x="1453102" y="1652359"/>
                  </a:lnTo>
                  <a:lnTo>
                    <a:pt x="1453096" y="1652332"/>
                  </a:lnTo>
                  <a:lnTo>
                    <a:pt x="1453089" y="1652320"/>
                  </a:lnTo>
                  <a:lnTo>
                    <a:pt x="1453084" y="1652309"/>
                  </a:lnTo>
                  <a:lnTo>
                    <a:pt x="1453076" y="1652298"/>
                  </a:lnTo>
                  <a:lnTo>
                    <a:pt x="1453070" y="1652294"/>
                  </a:lnTo>
                  <a:lnTo>
                    <a:pt x="1453063" y="1652289"/>
                  </a:lnTo>
                  <a:lnTo>
                    <a:pt x="1453057" y="1652288"/>
                  </a:lnTo>
                  <a:lnTo>
                    <a:pt x="1453046" y="1652286"/>
                  </a:lnTo>
                  <a:lnTo>
                    <a:pt x="1453037" y="1652285"/>
                  </a:lnTo>
                  <a:lnTo>
                    <a:pt x="1453025" y="1652284"/>
                  </a:lnTo>
                  <a:lnTo>
                    <a:pt x="1453002" y="1652274"/>
                  </a:lnTo>
                  <a:lnTo>
                    <a:pt x="1452988" y="1652262"/>
                  </a:lnTo>
                  <a:lnTo>
                    <a:pt x="1452971" y="1652255"/>
                  </a:lnTo>
                  <a:lnTo>
                    <a:pt x="1452962" y="1652261"/>
                  </a:lnTo>
                  <a:lnTo>
                    <a:pt x="1452945" y="1652286"/>
                  </a:lnTo>
                  <a:lnTo>
                    <a:pt x="1452939" y="1652295"/>
                  </a:lnTo>
                  <a:lnTo>
                    <a:pt x="1452933" y="1652301"/>
                  </a:lnTo>
                  <a:lnTo>
                    <a:pt x="1452928" y="1652307"/>
                  </a:lnTo>
                  <a:lnTo>
                    <a:pt x="1452917" y="1652321"/>
                  </a:lnTo>
                  <a:lnTo>
                    <a:pt x="1452908" y="1652333"/>
                  </a:lnTo>
                  <a:lnTo>
                    <a:pt x="1452901" y="1652345"/>
                  </a:lnTo>
                  <a:lnTo>
                    <a:pt x="1452889" y="1652358"/>
                  </a:lnTo>
                  <a:lnTo>
                    <a:pt x="1452877" y="1652366"/>
                  </a:lnTo>
                  <a:lnTo>
                    <a:pt x="1452857" y="1652373"/>
                  </a:lnTo>
                  <a:lnTo>
                    <a:pt x="1452842" y="1652382"/>
                  </a:lnTo>
                  <a:lnTo>
                    <a:pt x="1452833" y="1652390"/>
                  </a:lnTo>
                  <a:lnTo>
                    <a:pt x="1452827" y="1652399"/>
                  </a:lnTo>
                  <a:lnTo>
                    <a:pt x="1452822" y="1652407"/>
                  </a:lnTo>
                  <a:lnTo>
                    <a:pt x="1452800" y="1652408"/>
                  </a:lnTo>
                  <a:lnTo>
                    <a:pt x="1452784" y="1652410"/>
                  </a:lnTo>
                  <a:lnTo>
                    <a:pt x="1452753" y="1652418"/>
                  </a:lnTo>
                  <a:lnTo>
                    <a:pt x="1452743" y="1652417"/>
                  </a:lnTo>
                  <a:lnTo>
                    <a:pt x="1452733" y="1652415"/>
                  </a:lnTo>
                  <a:lnTo>
                    <a:pt x="1452726" y="1652413"/>
                  </a:lnTo>
                  <a:lnTo>
                    <a:pt x="1452719" y="1652413"/>
                  </a:lnTo>
                  <a:lnTo>
                    <a:pt x="1452713" y="1652414"/>
                  </a:lnTo>
                  <a:lnTo>
                    <a:pt x="1452708" y="1652417"/>
                  </a:lnTo>
                  <a:lnTo>
                    <a:pt x="1452694" y="1652426"/>
                  </a:lnTo>
                  <a:lnTo>
                    <a:pt x="1452685" y="1652436"/>
                  </a:lnTo>
                  <a:lnTo>
                    <a:pt x="1452675" y="1652449"/>
                  </a:lnTo>
                  <a:lnTo>
                    <a:pt x="1452674" y="1652471"/>
                  </a:lnTo>
                  <a:lnTo>
                    <a:pt x="1452673" y="1652493"/>
                  </a:lnTo>
                  <a:lnTo>
                    <a:pt x="1452676" y="1652515"/>
                  </a:lnTo>
                  <a:lnTo>
                    <a:pt x="1452672" y="1652539"/>
                  </a:lnTo>
                  <a:lnTo>
                    <a:pt x="1452668" y="1652550"/>
                  </a:lnTo>
                  <a:lnTo>
                    <a:pt x="1452650" y="1652558"/>
                  </a:lnTo>
                  <a:lnTo>
                    <a:pt x="1452631" y="1652565"/>
                  </a:lnTo>
                  <a:lnTo>
                    <a:pt x="1452613" y="1652571"/>
                  </a:lnTo>
                  <a:lnTo>
                    <a:pt x="1452592" y="1652577"/>
                  </a:lnTo>
                  <a:lnTo>
                    <a:pt x="1452582" y="1652577"/>
                  </a:lnTo>
                  <a:lnTo>
                    <a:pt x="1452565" y="1652577"/>
                  </a:lnTo>
                  <a:lnTo>
                    <a:pt x="1452547" y="1652575"/>
                  </a:lnTo>
                  <a:lnTo>
                    <a:pt x="1452524" y="1652572"/>
                  </a:lnTo>
                  <a:lnTo>
                    <a:pt x="1452467" y="1652578"/>
                  </a:lnTo>
                  <a:lnTo>
                    <a:pt x="1452437" y="1652578"/>
                  </a:lnTo>
                  <a:lnTo>
                    <a:pt x="1452403" y="1652574"/>
                  </a:lnTo>
                  <a:lnTo>
                    <a:pt x="1452379" y="1652573"/>
                  </a:lnTo>
                  <a:lnTo>
                    <a:pt x="1452345" y="1652577"/>
                  </a:lnTo>
                  <a:lnTo>
                    <a:pt x="1452333" y="1652574"/>
                  </a:lnTo>
                  <a:lnTo>
                    <a:pt x="1452327" y="1652569"/>
                  </a:lnTo>
                  <a:lnTo>
                    <a:pt x="1452317" y="1652554"/>
                  </a:lnTo>
                  <a:lnTo>
                    <a:pt x="1452303" y="1652536"/>
                  </a:lnTo>
                  <a:lnTo>
                    <a:pt x="1452286" y="1652514"/>
                  </a:lnTo>
                  <a:lnTo>
                    <a:pt x="1452265" y="1652495"/>
                  </a:lnTo>
                  <a:lnTo>
                    <a:pt x="1452246" y="1652483"/>
                  </a:lnTo>
                  <a:lnTo>
                    <a:pt x="1452225" y="1652472"/>
                  </a:lnTo>
                  <a:lnTo>
                    <a:pt x="1452218" y="1652468"/>
                  </a:lnTo>
                  <a:lnTo>
                    <a:pt x="1452204" y="1652463"/>
                  </a:lnTo>
                  <a:lnTo>
                    <a:pt x="1452173" y="1652462"/>
                  </a:lnTo>
                  <a:lnTo>
                    <a:pt x="1452154" y="1652465"/>
                  </a:lnTo>
                  <a:lnTo>
                    <a:pt x="1452133" y="1652470"/>
                  </a:lnTo>
                  <a:lnTo>
                    <a:pt x="1452108" y="1652481"/>
                  </a:lnTo>
                  <a:lnTo>
                    <a:pt x="1452081" y="1652491"/>
                  </a:lnTo>
                  <a:lnTo>
                    <a:pt x="1452056" y="1652500"/>
                  </a:lnTo>
                  <a:lnTo>
                    <a:pt x="1452045" y="1652506"/>
                  </a:lnTo>
                  <a:lnTo>
                    <a:pt x="1452041" y="1652517"/>
                  </a:lnTo>
                  <a:lnTo>
                    <a:pt x="1452037" y="1652534"/>
                  </a:lnTo>
                  <a:lnTo>
                    <a:pt x="1452037" y="1652555"/>
                  </a:lnTo>
                  <a:lnTo>
                    <a:pt x="1452038" y="1652578"/>
                  </a:lnTo>
                  <a:lnTo>
                    <a:pt x="1452042" y="1652598"/>
                  </a:lnTo>
                  <a:lnTo>
                    <a:pt x="1452043" y="1652635"/>
                  </a:lnTo>
                  <a:lnTo>
                    <a:pt x="1452026" y="1652651"/>
                  </a:lnTo>
                  <a:lnTo>
                    <a:pt x="1451999" y="1652669"/>
                  </a:lnTo>
                  <a:lnTo>
                    <a:pt x="1451997" y="1652686"/>
                  </a:lnTo>
                  <a:lnTo>
                    <a:pt x="1451998" y="1652697"/>
                  </a:lnTo>
                  <a:lnTo>
                    <a:pt x="1451996" y="1652714"/>
                  </a:lnTo>
                  <a:lnTo>
                    <a:pt x="1451991" y="1652739"/>
                  </a:lnTo>
                  <a:lnTo>
                    <a:pt x="1451986" y="1652753"/>
                  </a:lnTo>
                  <a:lnTo>
                    <a:pt x="1451977" y="1652770"/>
                  </a:lnTo>
                  <a:lnTo>
                    <a:pt x="1451964" y="1652779"/>
                  </a:lnTo>
                  <a:lnTo>
                    <a:pt x="1451960" y="1652785"/>
                  </a:lnTo>
                  <a:lnTo>
                    <a:pt x="1451957" y="1652804"/>
                  </a:lnTo>
                  <a:lnTo>
                    <a:pt x="1451944" y="1652831"/>
                  </a:lnTo>
                  <a:lnTo>
                    <a:pt x="1451918" y="1652842"/>
                  </a:lnTo>
                  <a:lnTo>
                    <a:pt x="1451886" y="1652859"/>
                  </a:lnTo>
                  <a:lnTo>
                    <a:pt x="1451873" y="1652862"/>
                  </a:lnTo>
                  <a:lnTo>
                    <a:pt x="1451855" y="1652860"/>
                  </a:lnTo>
                  <a:lnTo>
                    <a:pt x="1451834" y="1652852"/>
                  </a:lnTo>
                  <a:lnTo>
                    <a:pt x="1451804" y="1652846"/>
                  </a:lnTo>
                  <a:lnTo>
                    <a:pt x="1451786" y="1652846"/>
                  </a:lnTo>
                  <a:lnTo>
                    <a:pt x="1451703" y="1652859"/>
                  </a:lnTo>
                  <a:lnTo>
                    <a:pt x="1451660" y="1652861"/>
                  </a:lnTo>
                  <a:lnTo>
                    <a:pt x="1451637" y="1652865"/>
                  </a:lnTo>
                  <a:lnTo>
                    <a:pt x="1451633" y="1652871"/>
                  </a:lnTo>
                  <a:lnTo>
                    <a:pt x="1451631" y="1652880"/>
                  </a:lnTo>
                  <a:lnTo>
                    <a:pt x="1451630" y="1652896"/>
                  </a:lnTo>
                  <a:lnTo>
                    <a:pt x="1451626" y="1652923"/>
                  </a:lnTo>
                  <a:lnTo>
                    <a:pt x="1451620" y="1652952"/>
                  </a:lnTo>
                  <a:lnTo>
                    <a:pt x="1451610" y="1653011"/>
                  </a:lnTo>
                  <a:lnTo>
                    <a:pt x="1451604" y="1653032"/>
                  </a:lnTo>
                  <a:lnTo>
                    <a:pt x="1451592" y="1653051"/>
                  </a:lnTo>
                  <a:lnTo>
                    <a:pt x="1451590" y="1653066"/>
                  </a:lnTo>
                  <a:lnTo>
                    <a:pt x="1451583" y="1653084"/>
                  </a:lnTo>
                  <a:lnTo>
                    <a:pt x="1451574" y="1653087"/>
                  </a:lnTo>
                  <a:lnTo>
                    <a:pt x="1451560" y="1653088"/>
                  </a:lnTo>
                  <a:lnTo>
                    <a:pt x="1451546" y="1653085"/>
                  </a:lnTo>
                  <a:lnTo>
                    <a:pt x="1451530" y="1653087"/>
                  </a:lnTo>
                  <a:lnTo>
                    <a:pt x="1451510" y="1653103"/>
                  </a:lnTo>
                  <a:lnTo>
                    <a:pt x="1451504" y="1653117"/>
                  </a:lnTo>
                  <a:lnTo>
                    <a:pt x="1451482" y="1653135"/>
                  </a:lnTo>
                  <a:lnTo>
                    <a:pt x="1451460" y="1653124"/>
                  </a:lnTo>
                  <a:lnTo>
                    <a:pt x="1451431" y="1653097"/>
                  </a:lnTo>
                  <a:lnTo>
                    <a:pt x="1451417" y="1653086"/>
                  </a:lnTo>
                  <a:lnTo>
                    <a:pt x="1451380" y="1653078"/>
                  </a:lnTo>
                  <a:lnTo>
                    <a:pt x="1451351" y="1653079"/>
                  </a:lnTo>
                  <a:lnTo>
                    <a:pt x="1451310" y="1653081"/>
                  </a:lnTo>
                  <a:lnTo>
                    <a:pt x="1451284" y="1653092"/>
                  </a:lnTo>
                  <a:lnTo>
                    <a:pt x="1451254" y="1653107"/>
                  </a:lnTo>
                  <a:lnTo>
                    <a:pt x="1451240" y="1653113"/>
                  </a:lnTo>
                  <a:lnTo>
                    <a:pt x="1451223" y="1653134"/>
                  </a:lnTo>
                  <a:lnTo>
                    <a:pt x="1451207" y="1653152"/>
                  </a:lnTo>
                  <a:lnTo>
                    <a:pt x="1451193" y="1653163"/>
                  </a:lnTo>
                  <a:lnTo>
                    <a:pt x="1451187" y="1653169"/>
                  </a:lnTo>
                  <a:lnTo>
                    <a:pt x="1451169" y="1653186"/>
                  </a:lnTo>
                  <a:lnTo>
                    <a:pt x="1451151" y="1653202"/>
                  </a:lnTo>
                  <a:lnTo>
                    <a:pt x="1451143" y="1653209"/>
                  </a:lnTo>
                  <a:lnTo>
                    <a:pt x="1451130" y="1653220"/>
                  </a:lnTo>
                  <a:lnTo>
                    <a:pt x="1451110" y="1653229"/>
                  </a:lnTo>
                  <a:lnTo>
                    <a:pt x="1451084" y="1653234"/>
                  </a:lnTo>
                  <a:lnTo>
                    <a:pt x="1451061" y="1653236"/>
                  </a:lnTo>
                  <a:lnTo>
                    <a:pt x="1451051" y="1653233"/>
                  </a:lnTo>
                  <a:lnTo>
                    <a:pt x="1451040" y="1653236"/>
                  </a:lnTo>
                  <a:lnTo>
                    <a:pt x="1451032" y="1653244"/>
                  </a:lnTo>
                  <a:lnTo>
                    <a:pt x="1451026" y="1653253"/>
                  </a:lnTo>
                  <a:lnTo>
                    <a:pt x="1451019" y="1653260"/>
                  </a:lnTo>
                  <a:lnTo>
                    <a:pt x="1451015" y="1653264"/>
                  </a:lnTo>
                  <a:lnTo>
                    <a:pt x="1451008" y="1653271"/>
                  </a:lnTo>
                  <a:lnTo>
                    <a:pt x="1451001" y="1653276"/>
                  </a:lnTo>
                  <a:lnTo>
                    <a:pt x="1450994" y="1653280"/>
                  </a:lnTo>
                  <a:lnTo>
                    <a:pt x="1450988" y="1653285"/>
                  </a:lnTo>
                  <a:lnTo>
                    <a:pt x="1450976" y="1653302"/>
                  </a:lnTo>
                  <a:lnTo>
                    <a:pt x="1450966" y="1653314"/>
                  </a:lnTo>
                  <a:lnTo>
                    <a:pt x="1450949" y="1653329"/>
                  </a:lnTo>
                  <a:lnTo>
                    <a:pt x="1450929" y="1653333"/>
                  </a:lnTo>
                  <a:lnTo>
                    <a:pt x="1450911" y="1653334"/>
                  </a:lnTo>
                  <a:lnTo>
                    <a:pt x="1450890" y="1653336"/>
                  </a:lnTo>
                  <a:lnTo>
                    <a:pt x="1450870" y="1653337"/>
                  </a:lnTo>
                  <a:lnTo>
                    <a:pt x="1450846" y="1653341"/>
                  </a:lnTo>
                  <a:lnTo>
                    <a:pt x="1450824" y="1653347"/>
                  </a:lnTo>
                  <a:lnTo>
                    <a:pt x="1450807" y="1653348"/>
                  </a:lnTo>
                  <a:lnTo>
                    <a:pt x="1450784" y="1653352"/>
                  </a:lnTo>
                  <a:lnTo>
                    <a:pt x="1450761" y="1653357"/>
                  </a:lnTo>
                  <a:lnTo>
                    <a:pt x="1450734" y="1653354"/>
                  </a:lnTo>
                  <a:lnTo>
                    <a:pt x="1450714" y="1653349"/>
                  </a:lnTo>
                  <a:lnTo>
                    <a:pt x="1450695" y="1653352"/>
                  </a:lnTo>
                  <a:lnTo>
                    <a:pt x="1450676" y="1653364"/>
                  </a:lnTo>
                  <a:lnTo>
                    <a:pt x="1450660" y="1653382"/>
                  </a:lnTo>
                  <a:lnTo>
                    <a:pt x="1450648" y="1653393"/>
                  </a:lnTo>
                  <a:lnTo>
                    <a:pt x="1450643" y="1653396"/>
                  </a:lnTo>
                  <a:lnTo>
                    <a:pt x="1450614" y="1653403"/>
                  </a:lnTo>
                  <a:lnTo>
                    <a:pt x="1450602" y="1653402"/>
                  </a:lnTo>
                  <a:lnTo>
                    <a:pt x="1450590" y="1653394"/>
                  </a:lnTo>
                  <a:lnTo>
                    <a:pt x="1450587" y="1653384"/>
                  </a:lnTo>
                  <a:lnTo>
                    <a:pt x="1450588" y="1653369"/>
                  </a:lnTo>
                  <a:lnTo>
                    <a:pt x="1450592" y="1653348"/>
                  </a:lnTo>
                  <a:lnTo>
                    <a:pt x="1450594" y="1653332"/>
                  </a:lnTo>
                  <a:lnTo>
                    <a:pt x="1450592" y="1653311"/>
                  </a:lnTo>
                  <a:lnTo>
                    <a:pt x="1450587" y="1653285"/>
                  </a:lnTo>
                  <a:lnTo>
                    <a:pt x="1450579" y="1653265"/>
                  </a:lnTo>
                  <a:lnTo>
                    <a:pt x="1450568" y="1653238"/>
                  </a:lnTo>
                  <a:lnTo>
                    <a:pt x="1450556" y="1653223"/>
                  </a:lnTo>
                  <a:lnTo>
                    <a:pt x="1450538" y="1653203"/>
                  </a:lnTo>
                  <a:lnTo>
                    <a:pt x="1450522" y="1653183"/>
                  </a:lnTo>
                  <a:lnTo>
                    <a:pt x="1450510" y="1653162"/>
                  </a:lnTo>
                  <a:lnTo>
                    <a:pt x="1450507" y="1653147"/>
                  </a:lnTo>
                  <a:lnTo>
                    <a:pt x="1450508" y="1653128"/>
                  </a:lnTo>
                  <a:lnTo>
                    <a:pt x="1450510" y="1653110"/>
                  </a:lnTo>
                  <a:lnTo>
                    <a:pt x="1450510" y="1653085"/>
                  </a:lnTo>
                  <a:lnTo>
                    <a:pt x="1450510" y="1653047"/>
                  </a:lnTo>
                  <a:lnTo>
                    <a:pt x="1450502" y="1653040"/>
                  </a:lnTo>
                  <a:lnTo>
                    <a:pt x="1450495" y="1653037"/>
                  </a:lnTo>
                  <a:lnTo>
                    <a:pt x="1450482" y="1653034"/>
                  </a:lnTo>
                  <a:lnTo>
                    <a:pt x="1450466" y="1653030"/>
                  </a:lnTo>
                  <a:lnTo>
                    <a:pt x="1450438" y="1653022"/>
                  </a:lnTo>
                  <a:lnTo>
                    <a:pt x="1450414" y="1653014"/>
                  </a:lnTo>
                  <a:lnTo>
                    <a:pt x="1450393" y="1653007"/>
                  </a:lnTo>
                  <a:lnTo>
                    <a:pt x="1450380" y="1652999"/>
                  </a:lnTo>
                  <a:lnTo>
                    <a:pt x="1450356" y="1652982"/>
                  </a:lnTo>
                  <a:lnTo>
                    <a:pt x="1450333" y="1652966"/>
                  </a:lnTo>
                  <a:lnTo>
                    <a:pt x="1450317" y="1652950"/>
                  </a:lnTo>
                  <a:lnTo>
                    <a:pt x="1450305" y="1652939"/>
                  </a:lnTo>
                  <a:lnTo>
                    <a:pt x="1450293" y="1652928"/>
                  </a:lnTo>
                  <a:lnTo>
                    <a:pt x="1450283" y="1652924"/>
                  </a:lnTo>
                  <a:lnTo>
                    <a:pt x="1450263" y="1652925"/>
                  </a:lnTo>
                  <a:lnTo>
                    <a:pt x="1450244" y="1652929"/>
                  </a:lnTo>
                  <a:lnTo>
                    <a:pt x="1450210" y="1652933"/>
                  </a:lnTo>
                  <a:lnTo>
                    <a:pt x="1450185" y="1652937"/>
                  </a:lnTo>
                  <a:lnTo>
                    <a:pt x="1450165" y="1652944"/>
                  </a:lnTo>
                  <a:lnTo>
                    <a:pt x="1450153" y="1652949"/>
                  </a:lnTo>
                  <a:lnTo>
                    <a:pt x="1450138" y="1652954"/>
                  </a:lnTo>
                  <a:lnTo>
                    <a:pt x="1450129" y="1652955"/>
                  </a:lnTo>
                  <a:lnTo>
                    <a:pt x="1450114" y="1652952"/>
                  </a:lnTo>
                  <a:lnTo>
                    <a:pt x="1450093" y="1652949"/>
                  </a:lnTo>
                  <a:lnTo>
                    <a:pt x="1450076" y="1652951"/>
                  </a:lnTo>
                  <a:lnTo>
                    <a:pt x="1450054" y="1652958"/>
                  </a:lnTo>
                  <a:lnTo>
                    <a:pt x="1450039" y="1652964"/>
                  </a:lnTo>
                  <a:lnTo>
                    <a:pt x="1450028" y="1652970"/>
                  </a:lnTo>
                  <a:lnTo>
                    <a:pt x="1450011" y="1652983"/>
                  </a:lnTo>
                  <a:lnTo>
                    <a:pt x="1449995" y="1652996"/>
                  </a:lnTo>
                  <a:lnTo>
                    <a:pt x="1449983" y="1653012"/>
                  </a:lnTo>
                  <a:lnTo>
                    <a:pt x="1449971" y="1653029"/>
                  </a:lnTo>
                  <a:lnTo>
                    <a:pt x="1449958" y="1653038"/>
                  </a:lnTo>
                  <a:lnTo>
                    <a:pt x="1449933" y="1653046"/>
                  </a:lnTo>
                  <a:lnTo>
                    <a:pt x="1449908" y="1653052"/>
                  </a:lnTo>
                  <a:lnTo>
                    <a:pt x="1449882" y="1653052"/>
                  </a:lnTo>
                  <a:lnTo>
                    <a:pt x="1449863" y="1653046"/>
                  </a:lnTo>
                  <a:lnTo>
                    <a:pt x="1449841" y="1653038"/>
                  </a:lnTo>
                  <a:lnTo>
                    <a:pt x="1449816" y="1653040"/>
                  </a:lnTo>
                  <a:lnTo>
                    <a:pt x="1449792" y="1653043"/>
                  </a:lnTo>
                  <a:lnTo>
                    <a:pt x="1449762" y="1653043"/>
                  </a:lnTo>
                  <a:lnTo>
                    <a:pt x="1449745" y="1653048"/>
                  </a:lnTo>
                  <a:lnTo>
                    <a:pt x="1449733" y="1653053"/>
                  </a:lnTo>
                  <a:lnTo>
                    <a:pt x="1449719" y="1653065"/>
                  </a:lnTo>
                  <a:lnTo>
                    <a:pt x="1449711" y="1653087"/>
                  </a:lnTo>
                  <a:lnTo>
                    <a:pt x="1449709" y="1653094"/>
                  </a:lnTo>
                  <a:lnTo>
                    <a:pt x="1449707" y="1653112"/>
                  </a:lnTo>
                  <a:lnTo>
                    <a:pt x="1449706" y="1653123"/>
                  </a:lnTo>
                  <a:lnTo>
                    <a:pt x="1449699" y="1653137"/>
                  </a:lnTo>
                  <a:lnTo>
                    <a:pt x="1449693" y="1653145"/>
                  </a:lnTo>
                  <a:lnTo>
                    <a:pt x="1449674" y="1653169"/>
                  </a:lnTo>
                  <a:lnTo>
                    <a:pt x="1449654" y="1653198"/>
                  </a:lnTo>
                  <a:lnTo>
                    <a:pt x="1449647" y="1653211"/>
                  </a:lnTo>
                  <a:lnTo>
                    <a:pt x="1449628" y="1653230"/>
                  </a:lnTo>
                  <a:lnTo>
                    <a:pt x="1449612" y="1653245"/>
                  </a:lnTo>
                  <a:lnTo>
                    <a:pt x="1449598" y="1653263"/>
                  </a:lnTo>
                  <a:lnTo>
                    <a:pt x="1449587" y="1653288"/>
                  </a:lnTo>
                  <a:lnTo>
                    <a:pt x="1449574" y="1653308"/>
                  </a:lnTo>
                  <a:lnTo>
                    <a:pt x="1449561" y="1653326"/>
                  </a:lnTo>
                  <a:lnTo>
                    <a:pt x="1449553" y="1653346"/>
                  </a:lnTo>
                  <a:lnTo>
                    <a:pt x="1449541" y="1653375"/>
                  </a:lnTo>
                  <a:lnTo>
                    <a:pt x="1449540" y="1653393"/>
                  </a:lnTo>
                  <a:lnTo>
                    <a:pt x="1449537" y="1653410"/>
                  </a:lnTo>
                  <a:lnTo>
                    <a:pt x="1449534" y="1653418"/>
                  </a:lnTo>
                  <a:lnTo>
                    <a:pt x="1449523" y="1653435"/>
                  </a:lnTo>
                  <a:lnTo>
                    <a:pt x="1449513" y="1653444"/>
                  </a:lnTo>
                  <a:lnTo>
                    <a:pt x="1449478" y="1653476"/>
                  </a:lnTo>
                  <a:lnTo>
                    <a:pt x="1449461" y="1653506"/>
                  </a:lnTo>
                  <a:lnTo>
                    <a:pt x="1449443" y="1653527"/>
                  </a:lnTo>
                  <a:lnTo>
                    <a:pt x="1449430" y="1653545"/>
                  </a:lnTo>
                  <a:lnTo>
                    <a:pt x="1449420" y="1653554"/>
                  </a:lnTo>
                  <a:lnTo>
                    <a:pt x="1449405" y="1653556"/>
                  </a:lnTo>
                  <a:lnTo>
                    <a:pt x="1449393" y="1653551"/>
                  </a:lnTo>
                  <a:lnTo>
                    <a:pt x="1449381" y="1653545"/>
                  </a:lnTo>
                  <a:lnTo>
                    <a:pt x="1449360" y="1653541"/>
                  </a:lnTo>
                  <a:lnTo>
                    <a:pt x="1449336" y="1653542"/>
                  </a:lnTo>
                  <a:lnTo>
                    <a:pt x="1449318" y="1653547"/>
                  </a:lnTo>
                  <a:lnTo>
                    <a:pt x="1449298" y="1653556"/>
                  </a:lnTo>
                  <a:lnTo>
                    <a:pt x="1449272" y="1653572"/>
                  </a:lnTo>
                  <a:lnTo>
                    <a:pt x="1449254" y="1653584"/>
                  </a:lnTo>
                  <a:lnTo>
                    <a:pt x="1449244" y="1653593"/>
                  </a:lnTo>
                  <a:lnTo>
                    <a:pt x="1449236" y="1653600"/>
                  </a:lnTo>
                  <a:lnTo>
                    <a:pt x="1449221" y="1653616"/>
                  </a:lnTo>
                  <a:lnTo>
                    <a:pt x="1449211" y="1653629"/>
                  </a:lnTo>
                  <a:lnTo>
                    <a:pt x="1449196" y="1653647"/>
                  </a:lnTo>
                  <a:lnTo>
                    <a:pt x="1449189" y="1653654"/>
                  </a:lnTo>
                  <a:lnTo>
                    <a:pt x="1449182" y="1653660"/>
                  </a:lnTo>
                  <a:lnTo>
                    <a:pt x="1449166" y="1653672"/>
                  </a:lnTo>
                  <a:lnTo>
                    <a:pt x="1449157" y="1653687"/>
                  </a:lnTo>
                  <a:lnTo>
                    <a:pt x="1449150" y="1653698"/>
                  </a:lnTo>
                  <a:lnTo>
                    <a:pt x="1449147" y="1653707"/>
                  </a:lnTo>
                  <a:lnTo>
                    <a:pt x="1449138" y="1653726"/>
                  </a:lnTo>
                  <a:lnTo>
                    <a:pt x="1449134" y="1653731"/>
                  </a:lnTo>
                  <a:lnTo>
                    <a:pt x="1449128" y="1653740"/>
                  </a:lnTo>
                  <a:lnTo>
                    <a:pt x="1449122" y="1653747"/>
                  </a:lnTo>
                  <a:lnTo>
                    <a:pt x="1449116" y="1653754"/>
                  </a:lnTo>
                  <a:lnTo>
                    <a:pt x="1449101" y="1653782"/>
                  </a:lnTo>
                  <a:lnTo>
                    <a:pt x="1449093" y="1653801"/>
                  </a:lnTo>
                  <a:lnTo>
                    <a:pt x="1449087" y="1653819"/>
                  </a:lnTo>
                  <a:lnTo>
                    <a:pt x="1449080" y="1653841"/>
                  </a:lnTo>
                  <a:lnTo>
                    <a:pt x="1449074" y="1653861"/>
                  </a:lnTo>
                  <a:lnTo>
                    <a:pt x="1449071" y="1653876"/>
                  </a:lnTo>
                  <a:lnTo>
                    <a:pt x="1449061" y="1653899"/>
                  </a:lnTo>
                  <a:lnTo>
                    <a:pt x="1449056" y="1653925"/>
                  </a:lnTo>
                  <a:lnTo>
                    <a:pt x="1449054" y="1653951"/>
                  </a:lnTo>
                  <a:lnTo>
                    <a:pt x="1449045" y="1653975"/>
                  </a:lnTo>
                  <a:lnTo>
                    <a:pt x="1449036" y="1653991"/>
                  </a:lnTo>
                  <a:lnTo>
                    <a:pt x="1449028" y="1654003"/>
                  </a:lnTo>
                  <a:lnTo>
                    <a:pt x="1449014" y="1654015"/>
                  </a:lnTo>
                  <a:lnTo>
                    <a:pt x="1449003" y="1654029"/>
                  </a:lnTo>
                  <a:lnTo>
                    <a:pt x="1448996" y="1654045"/>
                  </a:lnTo>
                  <a:lnTo>
                    <a:pt x="1448982" y="1654063"/>
                  </a:lnTo>
                  <a:lnTo>
                    <a:pt x="1448968" y="1654077"/>
                  </a:lnTo>
                  <a:lnTo>
                    <a:pt x="1448955" y="1654092"/>
                  </a:lnTo>
                  <a:lnTo>
                    <a:pt x="1448944" y="1654100"/>
                  </a:lnTo>
                  <a:lnTo>
                    <a:pt x="1448932" y="1654106"/>
                  </a:lnTo>
                  <a:lnTo>
                    <a:pt x="1448915" y="1654113"/>
                  </a:lnTo>
                  <a:lnTo>
                    <a:pt x="1448896" y="1654126"/>
                  </a:lnTo>
                  <a:lnTo>
                    <a:pt x="1448886" y="1654138"/>
                  </a:lnTo>
                  <a:lnTo>
                    <a:pt x="1448877" y="1654147"/>
                  </a:lnTo>
                  <a:lnTo>
                    <a:pt x="1448871" y="1654155"/>
                  </a:lnTo>
                  <a:lnTo>
                    <a:pt x="1448866" y="1654160"/>
                  </a:lnTo>
                  <a:lnTo>
                    <a:pt x="1448855" y="1654172"/>
                  </a:lnTo>
                  <a:lnTo>
                    <a:pt x="1448836" y="1654186"/>
                  </a:lnTo>
                  <a:lnTo>
                    <a:pt x="1448817" y="1654194"/>
                  </a:lnTo>
                  <a:lnTo>
                    <a:pt x="1448805" y="1654203"/>
                  </a:lnTo>
                  <a:lnTo>
                    <a:pt x="1448795" y="1654215"/>
                  </a:lnTo>
                  <a:lnTo>
                    <a:pt x="1448781" y="1654235"/>
                  </a:lnTo>
                  <a:lnTo>
                    <a:pt x="1448769" y="1654257"/>
                  </a:lnTo>
                  <a:lnTo>
                    <a:pt x="1448763" y="1654271"/>
                  </a:lnTo>
                  <a:lnTo>
                    <a:pt x="1448760" y="1654289"/>
                  </a:lnTo>
                  <a:lnTo>
                    <a:pt x="1448756" y="1654302"/>
                  </a:lnTo>
                  <a:lnTo>
                    <a:pt x="1448748" y="1654315"/>
                  </a:lnTo>
                  <a:lnTo>
                    <a:pt x="1448742" y="1654324"/>
                  </a:lnTo>
                  <a:lnTo>
                    <a:pt x="1448737" y="1654332"/>
                  </a:lnTo>
                  <a:lnTo>
                    <a:pt x="1448729" y="1654343"/>
                  </a:lnTo>
                  <a:lnTo>
                    <a:pt x="1448722" y="1654360"/>
                  </a:lnTo>
                  <a:lnTo>
                    <a:pt x="1448717" y="1654383"/>
                  </a:lnTo>
                  <a:lnTo>
                    <a:pt x="1448717" y="1654406"/>
                  </a:lnTo>
                  <a:lnTo>
                    <a:pt x="1448718" y="1654424"/>
                  </a:lnTo>
                  <a:lnTo>
                    <a:pt x="1448719" y="1654443"/>
                  </a:lnTo>
                  <a:lnTo>
                    <a:pt x="1448715" y="1654468"/>
                  </a:lnTo>
                  <a:lnTo>
                    <a:pt x="1448714" y="1654488"/>
                  </a:lnTo>
                  <a:lnTo>
                    <a:pt x="1448708" y="1654499"/>
                  </a:lnTo>
                  <a:lnTo>
                    <a:pt x="1448696" y="1654516"/>
                  </a:lnTo>
                  <a:lnTo>
                    <a:pt x="1448689" y="1654526"/>
                  </a:lnTo>
                  <a:lnTo>
                    <a:pt x="1448683" y="1654536"/>
                  </a:lnTo>
                  <a:lnTo>
                    <a:pt x="1448675" y="1654548"/>
                  </a:lnTo>
                  <a:lnTo>
                    <a:pt x="1448675" y="1654570"/>
                  </a:lnTo>
                  <a:lnTo>
                    <a:pt x="1448674" y="1654591"/>
                  </a:lnTo>
                  <a:lnTo>
                    <a:pt x="1448670" y="1654612"/>
                  </a:lnTo>
                  <a:lnTo>
                    <a:pt x="1448663" y="1654640"/>
                  </a:lnTo>
                  <a:lnTo>
                    <a:pt x="1448658" y="1654663"/>
                  </a:lnTo>
                  <a:lnTo>
                    <a:pt x="1448651" y="1654686"/>
                  </a:lnTo>
                  <a:lnTo>
                    <a:pt x="1448645" y="1654702"/>
                  </a:lnTo>
                  <a:lnTo>
                    <a:pt x="1448636" y="1654725"/>
                  </a:lnTo>
                  <a:lnTo>
                    <a:pt x="1448628" y="1654741"/>
                  </a:lnTo>
                  <a:lnTo>
                    <a:pt x="1448616" y="1654760"/>
                  </a:lnTo>
                  <a:lnTo>
                    <a:pt x="1448606" y="1654776"/>
                  </a:lnTo>
                  <a:lnTo>
                    <a:pt x="1448600" y="1654789"/>
                  </a:lnTo>
                  <a:lnTo>
                    <a:pt x="1448593" y="1654838"/>
                  </a:lnTo>
                  <a:lnTo>
                    <a:pt x="1448589" y="1654849"/>
                  </a:lnTo>
                  <a:lnTo>
                    <a:pt x="1448571" y="1654877"/>
                  </a:lnTo>
                  <a:lnTo>
                    <a:pt x="1448555" y="1654904"/>
                  </a:lnTo>
                  <a:lnTo>
                    <a:pt x="1448537" y="1654951"/>
                  </a:lnTo>
                  <a:lnTo>
                    <a:pt x="1448537" y="1654977"/>
                  </a:lnTo>
                  <a:lnTo>
                    <a:pt x="1448551" y="1655006"/>
                  </a:lnTo>
                  <a:lnTo>
                    <a:pt x="1448558" y="1655019"/>
                  </a:lnTo>
                  <a:lnTo>
                    <a:pt x="1448557" y="1655031"/>
                  </a:lnTo>
                  <a:lnTo>
                    <a:pt x="1448536" y="1655058"/>
                  </a:lnTo>
                  <a:lnTo>
                    <a:pt x="1448528" y="1655100"/>
                  </a:lnTo>
                  <a:lnTo>
                    <a:pt x="1448526" y="1655121"/>
                  </a:lnTo>
                  <a:lnTo>
                    <a:pt x="1448525" y="1655148"/>
                  </a:lnTo>
                  <a:lnTo>
                    <a:pt x="1448518" y="1655165"/>
                  </a:lnTo>
                  <a:lnTo>
                    <a:pt x="1448485" y="1655184"/>
                  </a:lnTo>
                  <a:lnTo>
                    <a:pt x="1448465" y="1655202"/>
                  </a:lnTo>
                  <a:lnTo>
                    <a:pt x="1448462" y="1655212"/>
                  </a:lnTo>
                  <a:lnTo>
                    <a:pt x="1448462" y="1655236"/>
                  </a:lnTo>
                  <a:lnTo>
                    <a:pt x="1448461" y="1655265"/>
                  </a:lnTo>
                  <a:lnTo>
                    <a:pt x="1448452" y="1655278"/>
                  </a:lnTo>
                  <a:lnTo>
                    <a:pt x="1448437" y="1655275"/>
                  </a:lnTo>
                  <a:lnTo>
                    <a:pt x="1448414" y="1655274"/>
                  </a:lnTo>
                  <a:lnTo>
                    <a:pt x="1448385" y="1655275"/>
                  </a:lnTo>
                  <a:lnTo>
                    <a:pt x="1448362" y="1655277"/>
                  </a:lnTo>
                  <a:lnTo>
                    <a:pt x="1448353" y="1655278"/>
                  </a:lnTo>
                  <a:lnTo>
                    <a:pt x="1448341" y="1655278"/>
                  </a:lnTo>
                  <a:lnTo>
                    <a:pt x="1448334" y="1655278"/>
                  </a:lnTo>
                  <a:lnTo>
                    <a:pt x="1448324" y="1655282"/>
                  </a:lnTo>
                  <a:lnTo>
                    <a:pt x="1448321" y="1655288"/>
                  </a:lnTo>
                  <a:lnTo>
                    <a:pt x="1448322" y="1655301"/>
                  </a:lnTo>
                  <a:lnTo>
                    <a:pt x="1448319" y="1655341"/>
                  </a:lnTo>
                  <a:lnTo>
                    <a:pt x="1448300" y="1655352"/>
                  </a:lnTo>
                  <a:lnTo>
                    <a:pt x="1448282" y="1655367"/>
                  </a:lnTo>
                  <a:lnTo>
                    <a:pt x="1448276" y="1655370"/>
                  </a:lnTo>
                  <a:lnTo>
                    <a:pt x="1448262" y="1655378"/>
                  </a:lnTo>
                  <a:lnTo>
                    <a:pt x="1448243" y="1655388"/>
                  </a:lnTo>
                  <a:lnTo>
                    <a:pt x="1448230" y="1655404"/>
                  </a:lnTo>
                  <a:lnTo>
                    <a:pt x="1448222" y="1655421"/>
                  </a:lnTo>
                  <a:lnTo>
                    <a:pt x="1448215" y="1655432"/>
                  </a:lnTo>
                  <a:lnTo>
                    <a:pt x="1448193" y="1655443"/>
                  </a:lnTo>
                  <a:lnTo>
                    <a:pt x="1448167" y="1655452"/>
                  </a:lnTo>
                  <a:lnTo>
                    <a:pt x="1448154" y="1655448"/>
                  </a:lnTo>
                  <a:lnTo>
                    <a:pt x="1448129" y="1655441"/>
                  </a:lnTo>
                  <a:lnTo>
                    <a:pt x="1448105" y="1655443"/>
                  </a:lnTo>
                  <a:lnTo>
                    <a:pt x="1448067" y="1655458"/>
                  </a:lnTo>
                  <a:lnTo>
                    <a:pt x="1448042" y="1655464"/>
                  </a:lnTo>
                  <a:lnTo>
                    <a:pt x="1448022" y="1655472"/>
                  </a:lnTo>
                  <a:lnTo>
                    <a:pt x="1448017" y="1655475"/>
                  </a:lnTo>
                  <a:lnTo>
                    <a:pt x="1448004" y="1655482"/>
                  </a:lnTo>
                  <a:lnTo>
                    <a:pt x="1447999" y="1655496"/>
                  </a:lnTo>
                  <a:lnTo>
                    <a:pt x="1447994" y="1655507"/>
                  </a:lnTo>
                  <a:lnTo>
                    <a:pt x="1447991" y="1655525"/>
                  </a:lnTo>
                  <a:lnTo>
                    <a:pt x="1447988" y="1655543"/>
                  </a:lnTo>
                  <a:lnTo>
                    <a:pt x="1447988" y="1655563"/>
                  </a:lnTo>
                  <a:lnTo>
                    <a:pt x="1447995" y="1655572"/>
                  </a:lnTo>
                  <a:lnTo>
                    <a:pt x="1448009" y="1655582"/>
                  </a:lnTo>
                  <a:lnTo>
                    <a:pt x="1448021" y="1655592"/>
                  </a:lnTo>
                  <a:lnTo>
                    <a:pt x="1448030" y="1655604"/>
                  </a:lnTo>
                  <a:lnTo>
                    <a:pt x="1448030" y="1655628"/>
                  </a:lnTo>
                  <a:lnTo>
                    <a:pt x="1448025" y="1655648"/>
                  </a:lnTo>
                  <a:lnTo>
                    <a:pt x="1448022" y="1655662"/>
                  </a:lnTo>
                  <a:lnTo>
                    <a:pt x="1448017" y="1655677"/>
                  </a:lnTo>
                  <a:lnTo>
                    <a:pt x="1448013" y="1655692"/>
                  </a:lnTo>
                  <a:lnTo>
                    <a:pt x="1447999" y="1655687"/>
                  </a:lnTo>
                  <a:lnTo>
                    <a:pt x="1447971" y="1655679"/>
                  </a:lnTo>
                  <a:lnTo>
                    <a:pt x="1447925" y="1655667"/>
                  </a:lnTo>
                  <a:lnTo>
                    <a:pt x="1447907" y="1655669"/>
                  </a:lnTo>
                  <a:lnTo>
                    <a:pt x="1447896" y="1655674"/>
                  </a:lnTo>
                  <a:lnTo>
                    <a:pt x="1447885" y="1655683"/>
                  </a:lnTo>
                  <a:lnTo>
                    <a:pt x="1447856" y="1655715"/>
                  </a:lnTo>
                  <a:lnTo>
                    <a:pt x="1447842" y="1655740"/>
                  </a:lnTo>
                  <a:lnTo>
                    <a:pt x="1447831" y="1655758"/>
                  </a:lnTo>
                  <a:lnTo>
                    <a:pt x="1447808" y="1655766"/>
                  </a:lnTo>
                  <a:lnTo>
                    <a:pt x="1447704" y="1655799"/>
                  </a:lnTo>
                  <a:lnTo>
                    <a:pt x="1447670" y="1655833"/>
                  </a:lnTo>
                  <a:lnTo>
                    <a:pt x="1447655" y="1655846"/>
                  </a:lnTo>
                  <a:lnTo>
                    <a:pt x="1447628" y="1655856"/>
                  </a:lnTo>
                  <a:lnTo>
                    <a:pt x="1447614" y="1655891"/>
                  </a:lnTo>
                  <a:lnTo>
                    <a:pt x="1447612" y="1655899"/>
                  </a:lnTo>
                  <a:lnTo>
                    <a:pt x="1447600" y="1655957"/>
                  </a:lnTo>
                  <a:lnTo>
                    <a:pt x="1447575" y="1655957"/>
                  </a:lnTo>
                  <a:lnTo>
                    <a:pt x="1447550" y="1655956"/>
                  </a:lnTo>
                  <a:lnTo>
                    <a:pt x="1447506" y="1655954"/>
                  </a:lnTo>
                  <a:lnTo>
                    <a:pt x="1447459" y="1655954"/>
                  </a:lnTo>
                  <a:lnTo>
                    <a:pt x="1447414" y="1655961"/>
                  </a:lnTo>
                  <a:lnTo>
                    <a:pt x="1447400" y="1655964"/>
                  </a:lnTo>
                  <a:lnTo>
                    <a:pt x="1447386" y="1655966"/>
                  </a:lnTo>
                  <a:lnTo>
                    <a:pt x="1447383" y="1655981"/>
                  </a:lnTo>
                  <a:lnTo>
                    <a:pt x="1447378" y="1656009"/>
                  </a:lnTo>
                  <a:lnTo>
                    <a:pt x="1447368" y="1656031"/>
                  </a:lnTo>
                  <a:lnTo>
                    <a:pt x="1447341" y="1656071"/>
                  </a:lnTo>
                  <a:lnTo>
                    <a:pt x="1447325" y="1656083"/>
                  </a:lnTo>
                  <a:lnTo>
                    <a:pt x="1447313" y="1656092"/>
                  </a:lnTo>
                  <a:lnTo>
                    <a:pt x="1447311" y="1656108"/>
                  </a:lnTo>
                  <a:lnTo>
                    <a:pt x="1447308" y="1656131"/>
                  </a:lnTo>
                  <a:lnTo>
                    <a:pt x="1447300" y="1656159"/>
                  </a:lnTo>
                  <a:lnTo>
                    <a:pt x="1447286" y="1656187"/>
                  </a:lnTo>
                  <a:lnTo>
                    <a:pt x="1447273" y="1656202"/>
                  </a:lnTo>
                  <a:lnTo>
                    <a:pt x="1447242" y="1656228"/>
                  </a:lnTo>
                  <a:lnTo>
                    <a:pt x="1447230" y="1656249"/>
                  </a:lnTo>
                  <a:lnTo>
                    <a:pt x="1447219" y="1656272"/>
                  </a:lnTo>
                  <a:lnTo>
                    <a:pt x="1447179" y="1656367"/>
                  </a:lnTo>
                  <a:lnTo>
                    <a:pt x="1447167" y="1656382"/>
                  </a:lnTo>
                  <a:lnTo>
                    <a:pt x="1447139" y="1656400"/>
                  </a:lnTo>
                  <a:lnTo>
                    <a:pt x="1447113" y="1656400"/>
                  </a:lnTo>
                  <a:lnTo>
                    <a:pt x="1447096" y="1656400"/>
                  </a:lnTo>
                  <a:lnTo>
                    <a:pt x="1447088" y="1656401"/>
                  </a:lnTo>
                  <a:lnTo>
                    <a:pt x="1447085" y="1656406"/>
                  </a:lnTo>
                  <a:lnTo>
                    <a:pt x="1447078" y="1656420"/>
                  </a:lnTo>
                  <a:lnTo>
                    <a:pt x="1447072" y="1656433"/>
                  </a:lnTo>
                  <a:lnTo>
                    <a:pt x="1447060" y="1656454"/>
                  </a:lnTo>
                  <a:lnTo>
                    <a:pt x="1447048" y="1656473"/>
                  </a:lnTo>
                  <a:lnTo>
                    <a:pt x="1447028" y="1656508"/>
                  </a:lnTo>
                  <a:lnTo>
                    <a:pt x="1447009" y="1656545"/>
                  </a:lnTo>
                  <a:lnTo>
                    <a:pt x="1446996" y="1656576"/>
                  </a:lnTo>
                  <a:lnTo>
                    <a:pt x="1446993" y="1656587"/>
                  </a:lnTo>
                  <a:lnTo>
                    <a:pt x="1446987" y="1656607"/>
                  </a:lnTo>
                  <a:lnTo>
                    <a:pt x="1446981" y="1656637"/>
                  </a:lnTo>
                  <a:lnTo>
                    <a:pt x="1446956" y="1656687"/>
                  </a:lnTo>
                  <a:lnTo>
                    <a:pt x="1446935" y="1656720"/>
                  </a:lnTo>
                  <a:lnTo>
                    <a:pt x="1446895" y="1656756"/>
                  </a:lnTo>
                  <a:lnTo>
                    <a:pt x="1446883" y="1656768"/>
                  </a:lnTo>
                  <a:lnTo>
                    <a:pt x="1446872" y="1656779"/>
                  </a:lnTo>
                  <a:lnTo>
                    <a:pt x="1446857" y="1656786"/>
                  </a:lnTo>
                  <a:lnTo>
                    <a:pt x="1446836" y="1656790"/>
                  </a:lnTo>
                  <a:lnTo>
                    <a:pt x="1446806" y="1656802"/>
                  </a:lnTo>
                  <a:lnTo>
                    <a:pt x="1446777" y="1656822"/>
                  </a:lnTo>
                  <a:lnTo>
                    <a:pt x="1446762" y="1656834"/>
                  </a:lnTo>
                  <a:lnTo>
                    <a:pt x="1446761" y="1656841"/>
                  </a:lnTo>
                  <a:lnTo>
                    <a:pt x="1446761" y="1656849"/>
                  </a:lnTo>
                  <a:lnTo>
                    <a:pt x="1446764" y="1656865"/>
                  </a:lnTo>
                  <a:lnTo>
                    <a:pt x="1446767" y="1656881"/>
                  </a:lnTo>
                  <a:lnTo>
                    <a:pt x="1446773" y="1656909"/>
                  </a:lnTo>
                  <a:lnTo>
                    <a:pt x="1446776" y="1656919"/>
                  </a:lnTo>
                  <a:lnTo>
                    <a:pt x="1446779" y="1656926"/>
                  </a:lnTo>
                  <a:lnTo>
                    <a:pt x="1446780" y="1656933"/>
                  </a:lnTo>
                  <a:lnTo>
                    <a:pt x="1446781" y="1656938"/>
                  </a:lnTo>
                  <a:lnTo>
                    <a:pt x="1446778" y="1656948"/>
                  </a:lnTo>
                  <a:lnTo>
                    <a:pt x="1446765" y="1656952"/>
                  </a:lnTo>
                  <a:lnTo>
                    <a:pt x="1446757" y="1656955"/>
                  </a:lnTo>
                  <a:lnTo>
                    <a:pt x="1446744" y="1656958"/>
                  </a:lnTo>
                  <a:lnTo>
                    <a:pt x="1446738" y="1656959"/>
                  </a:lnTo>
                  <a:lnTo>
                    <a:pt x="1446724" y="1656961"/>
                  </a:lnTo>
                  <a:lnTo>
                    <a:pt x="1446713" y="1656972"/>
                  </a:lnTo>
                  <a:lnTo>
                    <a:pt x="1446705" y="1656980"/>
                  </a:lnTo>
                  <a:lnTo>
                    <a:pt x="1446694" y="1656998"/>
                  </a:lnTo>
                  <a:lnTo>
                    <a:pt x="1446685" y="1657014"/>
                  </a:lnTo>
                  <a:lnTo>
                    <a:pt x="1446679" y="1657022"/>
                  </a:lnTo>
                  <a:lnTo>
                    <a:pt x="1446674" y="1657028"/>
                  </a:lnTo>
                  <a:lnTo>
                    <a:pt x="1446663" y="1657045"/>
                  </a:lnTo>
                  <a:lnTo>
                    <a:pt x="1446657" y="1657056"/>
                  </a:lnTo>
                  <a:lnTo>
                    <a:pt x="1446650" y="1657062"/>
                  </a:lnTo>
                  <a:lnTo>
                    <a:pt x="1446641" y="1657068"/>
                  </a:lnTo>
                  <a:lnTo>
                    <a:pt x="1446622" y="1657071"/>
                  </a:lnTo>
                  <a:lnTo>
                    <a:pt x="1446603" y="1657074"/>
                  </a:lnTo>
                  <a:lnTo>
                    <a:pt x="1446582" y="1657080"/>
                  </a:lnTo>
                  <a:lnTo>
                    <a:pt x="1446567" y="1657093"/>
                  </a:lnTo>
                  <a:lnTo>
                    <a:pt x="1446535" y="1657120"/>
                  </a:lnTo>
                  <a:lnTo>
                    <a:pt x="1446514" y="1657143"/>
                  </a:lnTo>
                  <a:lnTo>
                    <a:pt x="1446500" y="1657162"/>
                  </a:lnTo>
                  <a:lnTo>
                    <a:pt x="1446490" y="1657173"/>
                  </a:lnTo>
                  <a:lnTo>
                    <a:pt x="1446483" y="1657189"/>
                  </a:lnTo>
                  <a:lnTo>
                    <a:pt x="1446478" y="1657204"/>
                  </a:lnTo>
                  <a:lnTo>
                    <a:pt x="1446480" y="1657212"/>
                  </a:lnTo>
                  <a:lnTo>
                    <a:pt x="1446482" y="1657219"/>
                  </a:lnTo>
                  <a:lnTo>
                    <a:pt x="1446482" y="1657228"/>
                  </a:lnTo>
                  <a:lnTo>
                    <a:pt x="1446482" y="1657236"/>
                  </a:lnTo>
                  <a:lnTo>
                    <a:pt x="1446473" y="1657242"/>
                  </a:lnTo>
                  <a:lnTo>
                    <a:pt x="1446459" y="1657245"/>
                  </a:lnTo>
                  <a:lnTo>
                    <a:pt x="1446449" y="1657262"/>
                  </a:lnTo>
                  <a:lnTo>
                    <a:pt x="1446444" y="1657281"/>
                  </a:lnTo>
                  <a:lnTo>
                    <a:pt x="1446441" y="1657306"/>
                  </a:lnTo>
                  <a:lnTo>
                    <a:pt x="1446443" y="1657334"/>
                  </a:lnTo>
                  <a:lnTo>
                    <a:pt x="1446449" y="1657383"/>
                  </a:lnTo>
                  <a:lnTo>
                    <a:pt x="1446449" y="1657399"/>
                  </a:lnTo>
                  <a:lnTo>
                    <a:pt x="1446439" y="1657412"/>
                  </a:lnTo>
                  <a:lnTo>
                    <a:pt x="1446417" y="1657420"/>
                  </a:lnTo>
                  <a:lnTo>
                    <a:pt x="1446379" y="1657424"/>
                  </a:lnTo>
                  <a:lnTo>
                    <a:pt x="1446360" y="1657435"/>
                  </a:lnTo>
                  <a:lnTo>
                    <a:pt x="1446341" y="1657467"/>
                  </a:lnTo>
                  <a:lnTo>
                    <a:pt x="1446314" y="1657511"/>
                  </a:lnTo>
                  <a:lnTo>
                    <a:pt x="1446301" y="1657527"/>
                  </a:lnTo>
                  <a:lnTo>
                    <a:pt x="1446278" y="1657545"/>
                  </a:lnTo>
                  <a:lnTo>
                    <a:pt x="1446261" y="1657560"/>
                  </a:lnTo>
                  <a:lnTo>
                    <a:pt x="1446251" y="1657578"/>
                  </a:lnTo>
                  <a:lnTo>
                    <a:pt x="1446249" y="1657607"/>
                  </a:lnTo>
                  <a:lnTo>
                    <a:pt x="1446252" y="1657638"/>
                  </a:lnTo>
                  <a:lnTo>
                    <a:pt x="1446239" y="1657664"/>
                  </a:lnTo>
                  <a:lnTo>
                    <a:pt x="1446224" y="1657682"/>
                  </a:lnTo>
                  <a:lnTo>
                    <a:pt x="1446205" y="1657709"/>
                  </a:lnTo>
                  <a:lnTo>
                    <a:pt x="1446191" y="1657733"/>
                  </a:lnTo>
                  <a:lnTo>
                    <a:pt x="1446172" y="1657748"/>
                  </a:lnTo>
                  <a:lnTo>
                    <a:pt x="1446135" y="1657750"/>
                  </a:lnTo>
                  <a:lnTo>
                    <a:pt x="1446150" y="1657795"/>
                  </a:lnTo>
                  <a:lnTo>
                    <a:pt x="1446157" y="1657824"/>
                  </a:lnTo>
                  <a:lnTo>
                    <a:pt x="1446168" y="1657854"/>
                  </a:lnTo>
                  <a:lnTo>
                    <a:pt x="1446175" y="1657885"/>
                  </a:lnTo>
                  <a:lnTo>
                    <a:pt x="1446181" y="1657954"/>
                  </a:lnTo>
                  <a:lnTo>
                    <a:pt x="1446181" y="1657979"/>
                  </a:lnTo>
                  <a:lnTo>
                    <a:pt x="1446175" y="1658025"/>
                  </a:lnTo>
                  <a:lnTo>
                    <a:pt x="1446167" y="1658053"/>
                  </a:lnTo>
                  <a:lnTo>
                    <a:pt x="1446160" y="1658085"/>
                  </a:lnTo>
                  <a:lnTo>
                    <a:pt x="1446152" y="1658108"/>
                  </a:lnTo>
                  <a:lnTo>
                    <a:pt x="1446147" y="1658123"/>
                  </a:lnTo>
                  <a:lnTo>
                    <a:pt x="1446149" y="1658137"/>
                  </a:lnTo>
                  <a:lnTo>
                    <a:pt x="1446150" y="1658153"/>
                  </a:lnTo>
                  <a:lnTo>
                    <a:pt x="1446140" y="1658188"/>
                  </a:lnTo>
                  <a:lnTo>
                    <a:pt x="1446130" y="1658229"/>
                  </a:lnTo>
                  <a:lnTo>
                    <a:pt x="1446122" y="1658256"/>
                  </a:lnTo>
                  <a:lnTo>
                    <a:pt x="1446111" y="1658291"/>
                  </a:lnTo>
                  <a:lnTo>
                    <a:pt x="1446101" y="1658320"/>
                  </a:lnTo>
                  <a:lnTo>
                    <a:pt x="1446089" y="1658340"/>
                  </a:lnTo>
                  <a:lnTo>
                    <a:pt x="1446081" y="1658352"/>
                  </a:lnTo>
                  <a:lnTo>
                    <a:pt x="1446071" y="1658364"/>
                  </a:lnTo>
                  <a:lnTo>
                    <a:pt x="1446055" y="1658392"/>
                  </a:lnTo>
                  <a:lnTo>
                    <a:pt x="1446043" y="1658423"/>
                  </a:lnTo>
                  <a:lnTo>
                    <a:pt x="1446030" y="1658449"/>
                  </a:lnTo>
                  <a:lnTo>
                    <a:pt x="1446016" y="1658478"/>
                  </a:lnTo>
                  <a:lnTo>
                    <a:pt x="1446009" y="1658504"/>
                  </a:lnTo>
                  <a:lnTo>
                    <a:pt x="1446007" y="1658527"/>
                  </a:lnTo>
                  <a:lnTo>
                    <a:pt x="1446007" y="1658548"/>
                  </a:lnTo>
                  <a:lnTo>
                    <a:pt x="1445997" y="1658558"/>
                  </a:lnTo>
                  <a:lnTo>
                    <a:pt x="1445985" y="1658574"/>
                  </a:lnTo>
                  <a:lnTo>
                    <a:pt x="1445975" y="1658594"/>
                  </a:lnTo>
                  <a:lnTo>
                    <a:pt x="1445967" y="1658618"/>
                  </a:lnTo>
                  <a:lnTo>
                    <a:pt x="1445967" y="1658635"/>
                  </a:lnTo>
                  <a:lnTo>
                    <a:pt x="1445965" y="1658656"/>
                  </a:lnTo>
                  <a:lnTo>
                    <a:pt x="1445953" y="1658690"/>
                  </a:lnTo>
                  <a:lnTo>
                    <a:pt x="1445955" y="1658724"/>
                  </a:lnTo>
                  <a:lnTo>
                    <a:pt x="1445949" y="1658739"/>
                  </a:lnTo>
                  <a:lnTo>
                    <a:pt x="1445951" y="1658745"/>
                  </a:lnTo>
                  <a:lnTo>
                    <a:pt x="1445961" y="1658779"/>
                  </a:lnTo>
                  <a:lnTo>
                    <a:pt x="1445971" y="1658807"/>
                  </a:lnTo>
                  <a:lnTo>
                    <a:pt x="1445967" y="1658834"/>
                  </a:lnTo>
                  <a:lnTo>
                    <a:pt x="1445943" y="1658873"/>
                  </a:lnTo>
                  <a:lnTo>
                    <a:pt x="1445923" y="1658912"/>
                  </a:lnTo>
                  <a:lnTo>
                    <a:pt x="1445921" y="1658957"/>
                  </a:lnTo>
                  <a:lnTo>
                    <a:pt x="1445922" y="1658991"/>
                  </a:lnTo>
                  <a:lnTo>
                    <a:pt x="1445911" y="1659036"/>
                  </a:lnTo>
                  <a:lnTo>
                    <a:pt x="1445896" y="1659060"/>
                  </a:lnTo>
                  <a:lnTo>
                    <a:pt x="1445884" y="1659078"/>
                  </a:lnTo>
                  <a:lnTo>
                    <a:pt x="1445875" y="1659110"/>
                  </a:lnTo>
                  <a:lnTo>
                    <a:pt x="1445867" y="1659137"/>
                  </a:lnTo>
                  <a:lnTo>
                    <a:pt x="1445852" y="1659160"/>
                  </a:lnTo>
                  <a:lnTo>
                    <a:pt x="1445825" y="1659176"/>
                  </a:lnTo>
                  <a:lnTo>
                    <a:pt x="1445817" y="1659180"/>
                  </a:lnTo>
                  <a:lnTo>
                    <a:pt x="1445803" y="1659187"/>
                  </a:lnTo>
                  <a:lnTo>
                    <a:pt x="1445792" y="1659195"/>
                  </a:lnTo>
                  <a:lnTo>
                    <a:pt x="1445787" y="1659199"/>
                  </a:lnTo>
                  <a:lnTo>
                    <a:pt x="1445768" y="1659217"/>
                  </a:lnTo>
                  <a:lnTo>
                    <a:pt x="1445761" y="1659237"/>
                  </a:lnTo>
                  <a:lnTo>
                    <a:pt x="1445753" y="1659249"/>
                  </a:lnTo>
                  <a:lnTo>
                    <a:pt x="1445744" y="1659260"/>
                  </a:lnTo>
                  <a:lnTo>
                    <a:pt x="1445733" y="1659268"/>
                  </a:lnTo>
                  <a:lnTo>
                    <a:pt x="1445712" y="1659280"/>
                  </a:lnTo>
                  <a:lnTo>
                    <a:pt x="1445687" y="1659297"/>
                  </a:lnTo>
                  <a:lnTo>
                    <a:pt x="1445679" y="1659310"/>
                  </a:lnTo>
                  <a:lnTo>
                    <a:pt x="1445671" y="1659328"/>
                  </a:lnTo>
                  <a:lnTo>
                    <a:pt x="1445667" y="1659337"/>
                  </a:lnTo>
                  <a:lnTo>
                    <a:pt x="1445655" y="1659351"/>
                  </a:lnTo>
                  <a:lnTo>
                    <a:pt x="1445648" y="1659358"/>
                  </a:lnTo>
                  <a:lnTo>
                    <a:pt x="1445637" y="1659368"/>
                  </a:lnTo>
                  <a:lnTo>
                    <a:pt x="1445628" y="1659376"/>
                  </a:lnTo>
                  <a:lnTo>
                    <a:pt x="1445616" y="1659387"/>
                  </a:lnTo>
                  <a:lnTo>
                    <a:pt x="1445602" y="1659416"/>
                  </a:lnTo>
                  <a:lnTo>
                    <a:pt x="1445602" y="1659447"/>
                  </a:lnTo>
                  <a:lnTo>
                    <a:pt x="1445597" y="1659473"/>
                  </a:lnTo>
                  <a:lnTo>
                    <a:pt x="1445597" y="1659537"/>
                  </a:lnTo>
                  <a:lnTo>
                    <a:pt x="1445598" y="1659584"/>
                  </a:lnTo>
                  <a:lnTo>
                    <a:pt x="1445606" y="1659613"/>
                  </a:lnTo>
                  <a:lnTo>
                    <a:pt x="1445614" y="1659648"/>
                  </a:lnTo>
                  <a:lnTo>
                    <a:pt x="1445626" y="1659677"/>
                  </a:lnTo>
                  <a:lnTo>
                    <a:pt x="1445639" y="1659705"/>
                  </a:lnTo>
                  <a:lnTo>
                    <a:pt x="1445687" y="1659760"/>
                  </a:lnTo>
                  <a:lnTo>
                    <a:pt x="1445718" y="1659773"/>
                  </a:lnTo>
                  <a:lnTo>
                    <a:pt x="1445742" y="1659785"/>
                  </a:lnTo>
                  <a:lnTo>
                    <a:pt x="1445751" y="1659787"/>
                  </a:lnTo>
                  <a:lnTo>
                    <a:pt x="1445760" y="1659796"/>
                  </a:lnTo>
                  <a:lnTo>
                    <a:pt x="1445765" y="1659818"/>
                  </a:lnTo>
                  <a:lnTo>
                    <a:pt x="1445772" y="1659840"/>
                  </a:lnTo>
                  <a:lnTo>
                    <a:pt x="1445787" y="1659860"/>
                  </a:lnTo>
                  <a:lnTo>
                    <a:pt x="1445799" y="1659878"/>
                  </a:lnTo>
                  <a:lnTo>
                    <a:pt x="1445828" y="1659903"/>
                  </a:lnTo>
                  <a:lnTo>
                    <a:pt x="1445857" y="1659910"/>
                  </a:lnTo>
                  <a:lnTo>
                    <a:pt x="1445874" y="1659920"/>
                  </a:lnTo>
                  <a:lnTo>
                    <a:pt x="1445890" y="1659940"/>
                  </a:lnTo>
                  <a:lnTo>
                    <a:pt x="1445904" y="1659967"/>
                  </a:lnTo>
                  <a:lnTo>
                    <a:pt x="1445915" y="1659980"/>
                  </a:lnTo>
                  <a:lnTo>
                    <a:pt x="1445930" y="1659982"/>
                  </a:lnTo>
                  <a:lnTo>
                    <a:pt x="1445960" y="1660007"/>
                  </a:lnTo>
                  <a:lnTo>
                    <a:pt x="1445999" y="1659979"/>
                  </a:lnTo>
                  <a:lnTo>
                    <a:pt x="1446035" y="1659973"/>
                  </a:lnTo>
                  <a:lnTo>
                    <a:pt x="1446085" y="1659974"/>
                  </a:lnTo>
                  <a:lnTo>
                    <a:pt x="1446103" y="1659978"/>
                  </a:lnTo>
                  <a:lnTo>
                    <a:pt x="1446117" y="1659987"/>
                  </a:lnTo>
                  <a:lnTo>
                    <a:pt x="1446145" y="1660008"/>
                  </a:lnTo>
                  <a:lnTo>
                    <a:pt x="1446158" y="1660050"/>
                  </a:lnTo>
                  <a:lnTo>
                    <a:pt x="1446162" y="1660108"/>
                  </a:lnTo>
                  <a:lnTo>
                    <a:pt x="1446152" y="1660192"/>
                  </a:lnTo>
                  <a:lnTo>
                    <a:pt x="1446146" y="1660204"/>
                  </a:lnTo>
                  <a:lnTo>
                    <a:pt x="1446119" y="1660254"/>
                  </a:lnTo>
                  <a:lnTo>
                    <a:pt x="1446094" y="1660299"/>
                  </a:lnTo>
                  <a:lnTo>
                    <a:pt x="1446077" y="1660364"/>
                  </a:lnTo>
                  <a:lnTo>
                    <a:pt x="1446051" y="1660439"/>
                  </a:lnTo>
                  <a:lnTo>
                    <a:pt x="1446031" y="1660463"/>
                  </a:lnTo>
                  <a:lnTo>
                    <a:pt x="1445983" y="1660513"/>
                  </a:lnTo>
                  <a:lnTo>
                    <a:pt x="1445950" y="1660593"/>
                  </a:lnTo>
                  <a:lnTo>
                    <a:pt x="1445919" y="1660657"/>
                  </a:lnTo>
                  <a:lnTo>
                    <a:pt x="1445911" y="1660697"/>
                  </a:lnTo>
                  <a:lnTo>
                    <a:pt x="1445912" y="1660776"/>
                  </a:lnTo>
                  <a:lnTo>
                    <a:pt x="1445910" y="1660799"/>
                  </a:lnTo>
                  <a:lnTo>
                    <a:pt x="1445904" y="1660829"/>
                  </a:lnTo>
                  <a:lnTo>
                    <a:pt x="1445900" y="1660843"/>
                  </a:lnTo>
                  <a:lnTo>
                    <a:pt x="1445895" y="1660877"/>
                  </a:lnTo>
                  <a:lnTo>
                    <a:pt x="1445884" y="1660900"/>
                  </a:lnTo>
                  <a:lnTo>
                    <a:pt x="1445878" y="1660924"/>
                  </a:lnTo>
                  <a:lnTo>
                    <a:pt x="1445873" y="1660938"/>
                  </a:lnTo>
                  <a:lnTo>
                    <a:pt x="1445864" y="1660949"/>
                  </a:lnTo>
                  <a:lnTo>
                    <a:pt x="1445837" y="1660980"/>
                  </a:lnTo>
                  <a:lnTo>
                    <a:pt x="1445826" y="1660990"/>
                  </a:lnTo>
                  <a:lnTo>
                    <a:pt x="1445829" y="1661005"/>
                  </a:lnTo>
                  <a:lnTo>
                    <a:pt x="1445830" y="1661015"/>
                  </a:lnTo>
                  <a:lnTo>
                    <a:pt x="1445830" y="1661028"/>
                  </a:lnTo>
                  <a:lnTo>
                    <a:pt x="1445832" y="1661036"/>
                  </a:lnTo>
                  <a:lnTo>
                    <a:pt x="1445832" y="1661042"/>
                  </a:lnTo>
                  <a:lnTo>
                    <a:pt x="1445825" y="1661055"/>
                  </a:lnTo>
                  <a:lnTo>
                    <a:pt x="1445833" y="1661069"/>
                  </a:lnTo>
                  <a:lnTo>
                    <a:pt x="1445847" y="1661100"/>
                  </a:lnTo>
                  <a:lnTo>
                    <a:pt x="1445854" y="1661113"/>
                  </a:lnTo>
                  <a:lnTo>
                    <a:pt x="1445859" y="1661128"/>
                  </a:lnTo>
                  <a:lnTo>
                    <a:pt x="1445863" y="1661140"/>
                  </a:lnTo>
                  <a:lnTo>
                    <a:pt x="1445869" y="1661164"/>
                  </a:lnTo>
                  <a:lnTo>
                    <a:pt x="1445872" y="1661176"/>
                  </a:lnTo>
                  <a:lnTo>
                    <a:pt x="1445869" y="1661185"/>
                  </a:lnTo>
                  <a:lnTo>
                    <a:pt x="1445858" y="1661196"/>
                  </a:lnTo>
                  <a:lnTo>
                    <a:pt x="1445847" y="1661201"/>
                  </a:lnTo>
                  <a:lnTo>
                    <a:pt x="1445838" y="1661207"/>
                  </a:lnTo>
                  <a:lnTo>
                    <a:pt x="1445827" y="1661211"/>
                  </a:lnTo>
                  <a:lnTo>
                    <a:pt x="1445813" y="1661215"/>
                  </a:lnTo>
                  <a:lnTo>
                    <a:pt x="1445810" y="1661231"/>
                  </a:lnTo>
                  <a:lnTo>
                    <a:pt x="1445808" y="1661242"/>
                  </a:lnTo>
                  <a:lnTo>
                    <a:pt x="1445804" y="1661267"/>
                  </a:lnTo>
                  <a:lnTo>
                    <a:pt x="1445803" y="1661291"/>
                  </a:lnTo>
                  <a:lnTo>
                    <a:pt x="1445802" y="1661306"/>
                  </a:lnTo>
                  <a:lnTo>
                    <a:pt x="1445794" y="1661320"/>
                  </a:lnTo>
                  <a:lnTo>
                    <a:pt x="1445782" y="1661330"/>
                  </a:lnTo>
                  <a:lnTo>
                    <a:pt x="1445781" y="1661347"/>
                  </a:lnTo>
                  <a:lnTo>
                    <a:pt x="1445777" y="1661376"/>
                  </a:lnTo>
                  <a:lnTo>
                    <a:pt x="1445775" y="1661391"/>
                  </a:lnTo>
                  <a:lnTo>
                    <a:pt x="1445791" y="1661398"/>
                  </a:lnTo>
                  <a:lnTo>
                    <a:pt x="1445814" y="1661422"/>
                  </a:lnTo>
                  <a:lnTo>
                    <a:pt x="1445817" y="1661461"/>
                  </a:lnTo>
                  <a:lnTo>
                    <a:pt x="1445813" y="1661505"/>
                  </a:lnTo>
                  <a:lnTo>
                    <a:pt x="1445801" y="1661530"/>
                  </a:lnTo>
                  <a:lnTo>
                    <a:pt x="1445785" y="1661549"/>
                  </a:lnTo>
                  <a:lnTo>
                    <a:pt x="1445772" y="1661562"/>
                  </a:lnTo>
                  <a:lnTo>
                    <a:pt x="1445761" y="1661575"/>
                  </a:lnTo>
                  <a:lnTo>
                    <a:pt x="1445749" y="1661603"/>
                  </a:lnTo>
                  <a:lnTo>
                    <a:pt x="1445747" y="1661628"/>
                  </a:lnTo>
                  <a:lnTo>
                    <a:pt x="1445746" y="1661649"/>
                  </a:lnTo>
                  <a:lnTo>
                    <a:pt x="1445744" y="1661681"/>
                  </a:lnTo>
                  <a:lnTo>
                    <a:pt x="1445744" y="1661690"/>
                  </a:lnTo>
                  <a:lnTo>
                    <a:pt x="1445744" y="1661700"/>
                  </a:lnTo>
                  <a:lnTo>
                    <a:pt x="1445744" y="1661712"/>
                  </a:lnTo>
                  <a:lnTo>
                    <a:pt x="1445745" y="1661723"/>
                  </a:lnTo>
                  <a:lnTo>
                    <a:pt x="1445752" y="1661744"/>
                  </a:lnTo>
                  <a:lnTo>
                    <a:pt x="1445758" y="1661766"/>
                  </a:lnTo>
                  <a:lnTo>
                    <a:pt x="1445763" y="1661791"/>
                  </a:lnTo>
                  <a:lnTo>
                    <a:pt x="1445765" y="1661808"/>
                  </a:lnTo>
                  <a:lnTo>
                    <a:pt x="1445765" y="1661821"/>
                  </a:lnTo>
                  <a:lnTo>
                    <a:pt x="1445762" y="1661842"/>
                  </a:lnTo>
                  <a:lnTo>
                    <a:pt x="1445758" y="1661861"/>
                  </a:lnTo>
                  <a:lnTo>
                    <a:pt x="1445758" y="1661869"/>
                  </a:lnTo>
                  <a:lnTo>
                    <a:pt x="1445760" y="1661884"/>
                  </a:lnTo>
                  <a:lnTo>
                    <a:pt x="1445766" y="1661908"/>
                  </a:lnTo>
                  <a:lnTo>
                    <a:pt x="1445770" y="1661924"/>
                  </a:lnTo>
                  <a:lnTo>
                    <a:pt x="1445774" y="1661945"/>
                  </a:lnTo>
                  <a:lnTo>
                    <a:pt x="1445775" y="1661962"/>
                  </a:lnTo>
                  <a:lnTo>
                    <a:pt x="1445774" y="1661979"/>
                  </a:lnTo>
                  <a:lnTo>
                    <a:pt x="1445770" y="1661996"/>
                  </a:lnTo>
                  <a:lnTo>
                    <a:pt x="1445763" y="1662019"/>
                  </a:lnTo>
                  <a:lnTo>
                    <a:pt x="1445752" y="1662044"/>
                  </a:lnTo>
                  <a:lnTo>
                    <a:pt x="1445746" y="1662062"/>
                  </a:lnTo>
                  <a:lnTo>
                    <a:pt x="1445744" y="1662071"/>
                  </a:lnTo>
                  <a:lnTo>
                    <a:pt x="1445745" y="1662080"/>
                  </a:lnTo>
                  <a:lnTo>
                    <a:pt x="1445747" y="1662091"/>
                  </a:lnTo>
                  <a:lnTo>
                    <a:pt x="1445752" y="1662108"/>
                  </a:lnTo>
                  <a:lnTo>
                    <a:pt x="1445758" y="1662122"/>
                  </a:lnTo>
                  <a:lnTo>
                    <a:pt x="1445761" y="1662133"/>
                  </a:lnTo>
                  <a:lnTo>
                    <a:pt x="1445761" y="1662143"/>
                  </a:lnTo>
                  <a:lnTo>
                    <a:pt x="1445757" y="1662154"/>
                  </a:lnTo>
                  <a:lnTo>
                    <a:pt x="1445751" y="1662162"/>
                  </a:lnTo>
                  <a:lnTo>
                    <a:pt x="1445745" y="1662168"/>
                  </a:lnTo>
                  <a:lnTo>
                    <a:pt x="1445734" y="1662178"/>
                  </a:lnTo>
                  <a:lnTo>
                    <a:pt x="1445716" y="1662191"/>
                  </a:lnTo>
                  <a:lnTo>
                    <a:pt x="1445708" y="1662197"/>
                  </a:lnTo>
                  <a:lnTo>
                    <a:pt x="1445696" y="1662205"/>
                  </a:lnTo>
                  <a:lnTo>
                    <a:pt x="1445693" y="1662220"/>
                  </a:lnTo>
                  <a:lnTo>
                    <a:pt x="1445688" y="1662242"/>
                  </a:lnTo>
                  <a:lnTo>
                    <a:pt x="1445682" y="1662254"/>
                  </a:lnTo>
                  <a:lnTo>
                    <a:pt x="1445676" y="1662263"/>
                  </a:lnTo>
                  <a:lnTo>
                    <a:pt x="1445660" y="1662280"/>
                  </a:lnTo>
                  <a:lnTo>
                    <a:pt x="1445643" y="1662298"/>
                  </a:lnTo>
                  <a:lnTo>
                    <a:pt x="1445634" y="1662311"/>
                  </a:lnTo>
                  <a:lnTo>
                    <a:pt x="1445629" y="1662324"/>
                  </a:lnTo>
                  <a:lnTo>
                    <a:pt x="1445628" y="1662343"/>
                  </a:lnTo>
                  <a:lnTo>
                    <a:pt x="1445626" y="1662366"/>
                  </a:lnTo>
                  <a:lnTo>
                    <a:pt x="1445624" y="1662392"/>
                  </a:lnTo>
                  <a:lnTo>
                    <a:pt x="1445621" y="1662411"/>
                  </a:lnTo>
                  <a:lnTo>
                    <a:pt x="1445615" y="1662430"/>
                  </a:lnTo>
                  <a:lnTo>
                    <a:pt x="1445609" y="1662449"/>
                  </a:lnTo>
                  <a:lnTo>
                    <a:pt x="1445605" y="1662466"/>
                  </a:lnTo>
                  <a:lnTo>
                    <a:pt x="1445604" y="1662481"/>
                  </a:lnTo>
                  <a:lnTo>
                    <a:pt x="1445603" y="1662510"/>
                  </a:lnTo>
                  <a:lnTo>
                    <a:pt x="1445605" y="1662541"/>
                  </a:lnTo>
                  <a:lnTo>
                    <a:pt x="1445607" y="1662570"/>
                  </a:lnTo>
                  <a:lnTo>
                    <a:pt x="1445610" y="1662584"/>
                  </a:lnTo>
                  <a:lnTo>
                    <a:pt x="1445613" y="1662590"/>
                  </a:lnTo>
                  <a:lnTo>
                    <a:pt x="1445618" y="1662597"/>
                  </a:lnTo>
                  <a:lnTo>
                    <a:pt x="1445627" y="1662606"/>
                  </a:lnTo>
                  <a:lnTo>
                    <a:pt x="1445636" y="1662613"/>
                  </a:lnTo>
                  <a:lnTo>
                    <a:pt x="1445644" y="1662618"/>
                  </a:lnTo>
                  <a:lnTo>
                    <a:pt x="1445654" y="1662623"/>
                  </a:lnTo>
                  <a:lnTo>
                    <a:pt x="1445664" y="1662626"/>
                  </a:lnTo>
                  <a:lnTo>
                    <a:pt x="1445677" y="1662633"/>
                  </a:lnTo>
                  <a:lnTo>
                    <a:pt x="1445690" y="1662642"/>
                  </a:lnTo>
                  <a:lnTo>
                    <a:pt x="1445700" y="1662650"/>
                  </a:lnTo>
                  <a:lnTo>
                    <a:pt x="1445706" y="1662657"/>
                  </a:lnTo>
                  <a:lnTo>
                    <a:pt x="1445709" y="1662665"/>
                  </a:lnTo>
                  <a:lnTo>
                    <a:pt x="1445711" y="1662673"/>
                  </a:lnTo>
                  <a:lnTo>
                    <a:pt x="1445709" y="1662689"/>
                  </a:lnTo>
                  <a:lnTo>
                    <a:pt x="1445705" y="1662711"/>
                  </a:lnTo>
                  <a:lnTo>
                    <a:pt x="1445703" y="1662731"/>
                  </a:lnTo>
                  <a:lnTo>
                    <a:pt x="1445702" y="1662754"/>
                  </a:lnTo>
                  <a:lnTo>
                    <a:pt x="1445698" y="1662817"/>
                  </a:lnTo>
                  <a:lnTo>
                    <a:pt x="1445695" y="1662839"/>
                  </a:lnTo>
                  <a:lnTo>
                    <a:pt x="1445690" y="1662862"/>
                  </a:lnTo>
                  <a:lnTo>
                    <a:pt x="1445684" y="1662881"/>
                  </a:lnTo>
                  <a:lnTo>
                    <a:pt x="1445680" y="1662894"/>
                  </a:lnTo>
                  <a:lnTo>
                    <a:pt x="1445669" y="1662906"/>
                  </a:lnTo>
                  <a:lnTo>
                    <a:pt x="1445669" y="1662931"/>
                  </a:lnTo>
                  <a:lnTo>
                    <a:pt x="1445669" y="1662956"/>
                  </a:lnTo>
                  <a:lnTo>
                    <a:pt x="1445670" y="1662966"/>
                  </a:lnTo>
                  <a:lnTo>
                    <a:pt x="1445672" y="1662972"/>
                  </a:lnTo>
                  <a:lnTo>
                    <a:pt x="1445677" y="1662987"/>
                  </a:lnTo>
                  <a:lnTo>
                    <a:pt x="1445684" y="1663006"/>
                  </a:lnTo>
                  <a:lnTo>
                    <a:pt x="1445688" y="1663022"/>
                  </a:lnTo>
                  <a:lnTo>
                    <a:pt x="1445676" y="1663031"/>
                  </a:lnTo>
                  <a:lnTo>
                    <a:pt x="1445492" y="1663168"/>
                  </a:lnTo>
                  <a:lnTo>
                    <a:pt x="1445481" y="1663176"/>
                  </a:lnTo>
                  <a:lnTo>
                    <a:pt x="1445475" y="1663195"/>
                  </a:lnTo>
                  <a:lnTo>
                    <a:pt x="1445473" y="1663220"/>
                  </a:lnTo>
                  <a:lnTo>
                    <a:pt x="1445469" y="1663232"/>
                  </a:lnTo>
                  <a:lnTo>
                    <a:pt x="1445465" y="1663244"/>
                  </a:lnTo>
                  <a:lnTo>
                    <a:pt x="1445467" y="1663263"/>
                  </a:lnTo>
                  <a:lnTo>
                    <a:pt x="1445469" y="1663282"/>
                  </a:lnTo>
                  <a:lnTo>
                    <a:pt x="1445461" y="1663288"/>
                  </a:lnTo>
                  <a:lnTo>
                    <a:pt x="1445450" y="1663297"/>
                  </a:lnTo>
                  <a:lnTo>
                    <a:pt x="1445447" y="1663313"/>
                  </a:lnTo>
                  <a:lnTo>
                    <a:pt x="1445453" y="1663325"/>
                  </a:lnTo>
                  <a:lnTo>
                    <a:pt x="1445469" y="1663327"/>
                  </a:lnTo>
                  <a:lnTo>
                    <a:pt x="1445476" y="1663334"/>
                  </a:lnTo>
                  <a:lnTo>
                    <a:pt x="1445474" y="1663350"/>
                  </a:lnTo>
                  <a:lnTo>
                    <a:pt x="1445470" y="1663363"/>
                  </a:lnTo>
                  <a:lnTo>
                    <a:pt x="1445476" y="1663373"/>
                  </a:lnTo>
                  <a:lnTo>
                    <a:pt x="1445479" y="1663377"/>
                  </a:lnTo>
                  <a:lnTo>
                    <a:pt x="1445480" y="1663388"/>
                  </a:lnTo>
                  <a:lnTo>
                    <a:pt x="1445477" y="1663397"/>
                  </a:lnTo>
                  <a:lnTo>
                    <a:pt x="1445476" y="1663407"/>
                  </a:lnTo>
                  <a:lnTo>
                    <a:pt x="1445476" y="1663418"/>
                  </a:lnTo>
                  <a:lnTo>
                    <a:pt x="1445483" y="1663433"/>
                  </a:lnTo>
                  <a:lnTo>
                    <a:pt x="1445497" y="1663437"/>
                  </a:lnTo>
                  <a:lnTo>
                    <a:pt x="1445505" y="1663442"/>
                  </a:lnTo>
                  <a:lnTo>
                    <a:pt x="1445504" y="1663453"/>
                  </a:lnTo>
                  <a:lnTo>
                    <a:pt x="1445498" y="1663460"/>
                  </a:lnTo>
                  <a:lnTo>
                    <a:pt x="1445486" y="1663467"/>
                  </a:lnTo>
                  <a:lnTo>
                    <a:pt x="1445481" y="1663471"/>
                  </a:lnTo>
                  <a:lnTo>
                    <a:pt x="1445481" y="1663480"/>
                  </a:lnTo>
                  <a:lnTo>
                    <a:pt x="1445478" y="1663489"/>
                  </a:lnTo>
                  <a:lnTo>
                    <a:pt x="1445477" y="1663500"/>
                  </a:lnTo>
                  <a:lnTo>
                    <a:pt x="1445480" y="1663509"/>
                  </a:lnTo>
                  <a:lnTo>
                    <a:pt x="1445487" y="1663517"/>
                  </a:lnTo>
                  <a:lnTo>
                    <a:pt x="1445495" y="1663521"/>
                  </a:lnTo>
                  <a:lnTo>
                    <a:pt x="1445510" y="1663528"/>
                  </a:lnTo>
                  <a:lnTo>
                    <a:pt x="1445526" y="1663537"/>
                  </a:lnTo>
                  <a:lnTo>
                    <a:pt x="1445534" y="1663544"/>
                  </a:lnTo>
                  <a:lnTo>
                    <a:pt x="1445545" y="1663555"/>
                  </a:lnTo>
                  <a:lnTo>
                    <a:pt x="1445548" y="1663566"/>
                  </a:lnTo>
                  <a:lnTo>
                    <a:pt x="1445546" y="1663571"/>
                  </a:lnTo>
                  <a:lnTo>
                    <a:pt x="1445543" y="1663576"/>
                  </a:lnTo>
                  <a:lnTo>
                    <a:pt x="1445536" y="1663580"/>
                  </a:lnTo>
                  <a:lnTo>
                    <a:pt x="1445528" y="1663582"/>
                  </a:lnTo>
                  <a:lnTo>
                    <a:pt x="1445498" y="1663590"/>
                  </a:lnTo>
                  <a:lnTo>
                    <a:pt x="1445488" y="1663596"/>
                  </a:lnTo>
                  <a:lnTo>
                    <a:pt x="1445484" y="1663606"/>
                  </a:lnTo>
                  <a:lnTo>
                    <a:pt x="1445484" y="1663619"/>
                  </a:lnTo>
                  <a:lnTo>
                    <a:pt x="1445485" y="1663631"/>
                  </a:lnTo>
                  <a:lnTo>
                    <a:pt x="1445486" y="1663643"/>
                  </a:lnTo>
                  <a:lnTo>
                    <a:pt x="1445488" y="1663663"/>
                  </a:lnTo>
                  <a:lnTo>
                    <a:pt x="1445489" y="1663677"/>
                  </a:lnTo>
                  <a:lnTo>
                    <a:pt x="1445487" y="1663696"/>
                  </a:lnTo>
                  <a:lnTo>
                    <a:pt x="1445484" y="1663712"/>
                  </a:lnTo>
                  <a:lnTo>
                    <a:pt x="1445477" y="1663732"/>
                  </a:lnTo>
                  <a:lnTo>
                    <a:pt x="1445469" y="1663754"/>
                  </a:lnTo>
                  <a:lnTo>
                    <a:pt x="1445458" y="1663772"/>
                  </a:lnTo>
                  <a:lnTo>
                    <a:pt x="1445449" y="1663789"/>
                  </a:lnTo>
                  <a:lnTo>
                    <a:pt x="1445441" y="1663807"/>
                  </a:lnTo>
                  <a:lnTo>
                    <a:pt x="1445430" y="1663828"/>
                  </a:lnTo>
                  <a:lnTo>
                    <a:pt x="1445424" y="1663844"/>
                  </a:lnTo>
                  <a:lnTo>
                    <a:pt x="1445422" y="1663857"/>
                  </a:lnTo>
                  <a:lnTo>
                    <a:pt x="1445421" y="1663879"/>
                  </a:lnTo>
                  <a:lnTo>
                    <a:pt x="1445421" y="1663893"/>
                  </a:lnTo>
                  <a:lnTo>
                    <a:pt x="1445418" y="1663905"/>
                  </a:lnTo>
                  <a:lnTo>
                    <a:pt x="1445411" y="1663921"/>
                  </a:lnTo>
                  <a:lnTo>
                    <a:pt x="1445402" y="1663933"/>
                  </a:lnTo>
                  <a:lnTo>
                    <a:pt x="1445391" y="1663951"/>
                  </a:lnTo>
                  <a:lnTo>
                    <a:pt x="1445387" y="1663961"/>
                  </a:lnTo>
                  <a:lnTo>
                    <a:pt x="1445382" y="1663976"/>
                  </a:lnTo>
                  <a:lnTo>
                    <a:pt x="1445377" y="1663999"/>
                  </a:lnTo>
                  <a:lnTo>
                    <a:pt x="1445373" y="1664015"/>
                  </a:lnTo>
                  <a:lnTo>
                    <a:pt x="1445370" y="1664021"/>
                  </a:lnTo>
                  <a:lnTo>
                    <a:pt x="1445366" y="1664026"/>
                  </a:lnTo>
                  <a:lnTo>
                    <a:pt x="1445358" y="1664030"/>
                  </a:lnTo>
                  <a:lnTo>
                    <a:pt x="1445339" y="1664037"/>
                  </a:lnTo>
                  <a:lnTo>
                    <a:pt x="1445323" y="1664045"/>
                  </a:lnTo>
                  <a:lnTo>
                    <a:pt x="1445307" y="1664055"/>
                  </a:lnTo>
                  <a:lnTo>
                    <a:pt x="1445294" y="1664067"/>
                  </a:lnTo>
                  <a:lnTo>
                    <a:pt x="1445289" y="1664073"/>
                  </a:lnTo>
                  <a:lnTo>
                    <a:pt x="1445284" y="1664081"/>
                  </a:lnTo>
                  <a:lnTo>
                    <a:pt x="1445278" y="1664093"/>
                  </a:lnTo>
                  <a:lnTo>
                    <a:pt x="1445274" y="1664107"/>
                  </a:lnTo>
                  <a:lnTo>
                    <a:pt x="1445271" y="1664124"/>
                  </a:lnTo>
                  <a:lnTo>
                    <a:pt x="1445267" y="1664145"/>
                  </a:lnTo>
                  <a:lnTo>
                    <a:pt x="1445267" y="1664170"/>
                  </a:lnTo>
                  <a:lnTo>
                    <a:pt x="1445268" y="1664184"/>
                  </a:lnTo>
                  <a:lnTo>
                    <a:pt x="1445269" y="1664197"/>
                  </a:lnTo>
                  <a:lnTo>
                    <a:pt x="1445269" y="1664211"/>
                  </a:lnTo>
                  <a:lnTo>
                    <a:pt x="1445269" y="1664234"/>
                  </a:lnTo>
                  <a:lnTo>
                    <a:pt x="1445269" y="1664244"/>
                  </a:lnTo>
                  <a:lnTo>
                    <a:pt x="1445268" y="1664252"/>
                  </a:lnTo>
                  <a:lnTo>
                    <a:pt x="1445264" y="1664284"/>
                  </a:lnTo>
                  <a:lnTo>
                    <a:pt x="1445263" y="1664297"/>
                  </a:lnTo>
                  <a:lnTo>
                    <a:pt x="1445262" y="1664312"/>
                  </a:lnTo>
                  <a:lnTo>
                    <a:pt x="1445262" y="1664326"/>
                  </a:lnTo>
                  <a:lnTo>
                    <a:pt x="1445264" y="1664351"/>
                  </a:lnTo>
                  <a:lnTo>
                    <a:pt x="1445268" y="1664371"/>
                  </a:lnTo>
                  <a:lnTo>
                    <a:pt x="1445272" y="1664391"/>
                  </a:lnTo>
                  <a:lnTo>
                    <a:pt x="1445274" y="1664404"/>
                  </a:lnTo>
                  <a:lnTo>
                    <a:pt x="1445272" y="1664421"/>
                  </a:lnTo>
                  <a:lnTo>
                    <a:pt x="1445268" y="1664433"/>
                  </a:lnTo>
                  <a:lnTo>
                    <a:pt x="1445261" y="1664441"/>
                  </a:lnTo>
                  <a:lnTo>
                    <a:pt x="1445256" y="1664449"/>
                  </a:lnTo>
                  <a:lnTo>
                    <a:pt x="1445248" y="1664460"/>
                  </a:lnTo>
                  <a:lnTo>
                    <a:pt x="1445244" y="1664468"/>
                  </a:lnTo>
                  <a:lnTo>
                    <a:pt x="1445241" y="1664478"/>
                  </a:lnTo>
                  <a:lnTo>
                    <a:pt x="1445237" y="1664492"/>
                  </a:lnTo>
                  <a:lnTo>
                    <a:pt x="1445236" y="1664504"/>
                  </a:lnTo>
                  <a:lnTo>
                    <a:pt x="1445234" y="1664541"/>
                  </a:lnTo>
                  <a:lnTo>
                    <a:pt x="1445233" y="1664553"/>
                  </a:lnTo>
                  <a:lnTo>
                    <a:pt x="1445232" y="1664566"/>
                  </a:lnTo>
                  <a:lnTo>
                    <a:pt x="1445231" y="1664579"/>
                  </a:lnTo>
                  <a:lnTo>
                    <a:pt x="1445229" y="1664591"/>
                  </a:lnTo>
                  <a:lnTo>
                    <a:pt x="1445227" y="1664603"/>
                  </a:lnTo>
                  <a:lnTo>
                    <a:pt x="1445224" y="1664615"/>
                  </a:lnTo>
                  <a:lnTo>
                    <a:pt x="1445221" y="1664627"/>
                  </a:lnTo>
                  <a:lnTo>
                    <a:pt x="1445218" y="1664639"/>
                  </a:lnTo>
                  <a:lnTo>
                    <a:pt x="1445214" y="1664650"/>
                  </a:lnTo>
                  <a:lnTo>
                    <a:pt x="1445205" y="1664660"/>
                  </a:lnTo>
                  <a:lnTo>
                    <a:pt x="1445195" y="1664665"/>
                  </a:lnTo>
                  <a:lnTo>
                    <a:pt x="1445184" y="1664665"/>
                  </a:lnTo>
                  <a:lnTo>
                    <a:pt x="1445170" y="1664666"/>
                  </a:lnTo>
                  <a:lnTo>
                    <a:pt x="1445158" y="1664667"/>
                  </a:lnTo>
                  <a:lnTo>
                    <a:pt x="1445146" y="1664668"/>
                  </a:lnTo>
                  <a:lnTo>
                    <a:pt x="1445134" y="1664669"/>
                  </a:lnTo>
                  <a:lnTo>
                    <a:pt x="1445122" y="1664671"/>
                  </a:lnTo>
                  <a:lnTo>
                    <a:pt x="1445110" y="1664674"/>
                  </a:lnTo>
                  <a:lnTo>
                    <a:pt x="1445097" y="1664677"/>
                  </a:lnTo>
                  <a:lnTo>
                    <a:pt x="1445088" y="1664681"/>
                  </a:lnTo>
                  <a:lnTo>
                    <a:pt x="1445077" y="1664686"/>
                  </a:lnTo>
                  <a:lnTo>
                    <a:pt x="1445067" y="1664692"/>
                  </a:lnTo>
                  <a:lnTo>
                    <a:pt x="1445058" y="1664699"/>
                  </a:lnTo>
                  <a:lnTo>
                    <a:pt x="1445049" y="1664705"/>
                  </a:lnTo>
                  <a:lnTo>
                    <a:pt x="1445042" y="1664715"/>
                  </a:lnTo>
                  <a:lnTo>
                    <a:pt x="1445036" y="1664729"/>
                  </a:lnTo>
                  <a:lnTo>
                    <a:pt x="1445031" y="1664740"/>
                  </a:lnTo>
                  <a:lnTo>
                    <a:pt x="1445026" y="1664752"/>
                  </a:lnTo>
                  <a:lnTo>
                    <a:pt x="1445019" y="1664762"/>
                  </a:lnTo>
                  <a:lnTo>
                    <a:pt x="1445011" y="1664771"/>
                  </a:lnTo>
                  <a:lnTo>
                    <a:pt x="1445002" y="1664778"/>
                  </a:lnTo>
                  <a:lnTo>
                    <a:pt x="1444990" y="1664782"/>
                  </a:lnTo>
                  <a:lnTo>
                    <a:pt x="1444977" y="1664785"/>
                  </a:lnTo>
                  <a:lnTo>
                    <a:pt x="1444970" y="1664787"/>
                  </a:lnTo>
                  <a:lnTo>
                    <a:pt x="1444964" y="1664793"/>
                  </a:lnTo>
                  <a:lnTo>
                    <a:pt x="1444963" y="1664800"/>
                  </a:lnTo>
                  <a:lnTo>
                    <a:pt x="1444962" y="1664813"/>
                  </a:lnTo>
                  <a:lnTo>
                    <a:pt x="1444962" y="1664826"/>
                  </a:lnTo>
                  <a:lnTo>
                    <a:pt x="1444963" y="1664838"/>
                  </a:lnTo>
                  <a:lnTo>
                    <a:pt x="1444963" y="1664851"/>
                  </a:lnTo>
                  <a:lnTo>
                    <a:pt x="1444963" y="1664863"/>
                  </a:lnTo>
                  <a:lnTo>
                    <a:pt x="1444964" y="1664876"/>
                  </a:lnTo>
                  <a:lnTo>
                    <a:pt x="1444965" y="1664888"/>
                  </a:lnTo>
                  <a:lnTo>
                    <a:pt x="1444967" y="1664900"/>
                  </a:lnTo>
                  <a:lnTo>
                    <a:pt x="1444968" y="1664912"/>
                  </a:lnTo>
                  <a:lnTo>
                    <a:pt x="1444969" y="1664924"/>
                  </a:lnTo>
                  <a:lnTo>
                    <a:pt x="1444969" y="1664948"/>
                  </a:lnTo>
                  <a:lnTo>
                    <a:pt x="1444968" y="1664965"/>
                  </a:lnTo>
                  <a:lnTo>
                    <a:pt x="1444964" y="1664985"/>
                  </a:lnTo>
                  <a:lnTo>
                    <a:pt x="1444957" y="1665005"/>
                  </a:lnTo>
                  <a:lnTo>
                    <a:pt x="1444947" y="1665017"/>
                  </a:lnTo>
                  <a:lnTo>
                    <a:pt x="1444931" y="1665032"/>
                  </a:lnTo>
                  <a:lnTo>
                    <a:pt x="1444923" y="1665042"/>
                  </a:lnTo>
                  <a:lnTo>
                    <a:pt x="1444913" y="1665050"/>
                  </a:lnTo>
                  <a:lnTo>
                    <a:pt x="1444907" y="1665061"/>
                  </a:lnTo>
                  <a:lnTo>
                    <a:pt x="1444907" y="1665072"/>
                  </a:lnTo>
                  <a:lnTo>
                    <a:pt x="1444912" y="1665085"/>
                  </a:lnTo>
                  <a:lnTo>
                    <a:pt x="1444919" y="1665096"/>
                  </a:lnTo>
                  <a:lnTo>
                    <a:pt x="1444927" y="1665105"/>
                  </a:lnTo>
                  <a:lnTo>
                    <a:pt x="1444936" y="1665113"/>
                  </a:lnTo>
                  <a:lnTo>
                    <a:pt x="1444946" y="1665119"/>
                  </a:lnTo>
                  <a:lnTo>
                    <a:pt x="1444957" y="1665123"/>
                  </a:lnTo>
                  <a:lnTo>
                    <a:pt x="1444970" y="1665123"/>
                  </a:lnTo>
                  <a:lnTo>
                    <a:pt x="1444984" y="1665122"/>
                  </a:lnTo>
                  <a:lnTo>
                    <a:pt x="1444996" y="1665124"/>
                  </a:lnTo>
                  <a:lnTo>
                    <a:pt x="1445005" y="1665131"/>
                  </a:lnTo>
                  <a:lnTo>
                    <a:pt x="1445012" y="1665143"/>
                  </a:lnTo>
                  <a:lnTo>
                    <a:pt x="1445015" y="1665159"/>
                  </a:lnTo>
                  <a:lnTo>
                    <a:pt x="1445015" y="1665169"/>
                  </a:lnTo>
                  <a:lnTo>
                    <a:pt x="1445008" y="1665173"/>
                  </a:lnTo>
                  <a:lnTo>
                    <a:pt x="1444998" y="1665172"/>
                  </a:lnTo>
                  <a:lnTo>
                    <a:pt x="1444987" y="1665168"/>
                  </a:lnTo>
                  <a:lnTo>
                    <a:pt x="1444980" y="1665169"/>
                  </a:lnTo>
                  <a:lnTo>
                    <a:pt x="1444973" y="1665174"/>
                  </a:lnTo>
                  <a:lnTo>
                    <a:pt x="1444969" y="1665184"/>
                  </a:lnTo>
                  <a:lnTo>
                    <a:pt x="1444967" y="1665196"/>
                  </a:lnTo>
                  <a:lnTo>
                    <a:pt x="1444966" y="1665209"/>
                  </a:lnTo>
                  <a:lnTo>
                    <a:pt x="1444964" y="1665221"/>
                  </a:lnTo>
                  <a:lnTo>
                    <a:pt x="1444961" y="1665233"/>
                  </a:lnTo>
                  <a:lnTo>
                    <a:pt x="1444957" y="1665245"/>
                  </a:lnTo>
                  <a:lnTo>
                    <a:pt x="1444952" y="1665258"/>
                  </a:lnTo>
                  <a:lnTo>
                    <a:pt x="1444948" y="1665268"/>
                  </a:lnTo>
                  <a:lnTo>
                    <a:pt x="1444943" y="1665279"/>
                  </a:lnTo>
                  <a:lnTo>
                    <a:pt x="1444938" y="1665291"/>
                  </a:lnTo>
                  <a:lnTo>
                    <a:pt x="1444933" y="1665302"/>
                  </a:lnTo>
                  <a:lnTo>
                    <a:pt x="1444930" y="1665315"/>
                  </a:lnTo>
                  <a:lnTo>
                    <a:pt x="1444928" y="1665328"/>
                  </a:lnTo>
                  <a:lnTo>
                    <a:pt x="1444929" y="1665341"/>
                  </a:lnTo>
                  <a:lnTo>
                    <a:pt x="1444931" y="1665353"/>
                  </a:lnTo>
                  <a:lnTo>
                    <a:pt x="1444933" y="1665366"/>
                  </a:lnTo>
                  <a:lnTo>
                    <a:pt x="1444934" y="1665378"/>
                  </a:lnTo>
                  <a:lnTo>
                    <a:pt x="1444935" y="1665390"/>
                  </a:lnTo>
                  <a:lnTo>
                    <a:pt x="1444936" y="1665402"/>
                  </a:lnTo>
                  <a:lnTo>
                    <a:pt x="1444935" y="1665415"/>
                  </a:lnTo>
                  <a:lnTo>
                    <a:pt x="1444935" y="1665427"/>
                  </a:lnTo>
                  <a:lnTo>
                    <a:pt x="1444935" y="1665452"/>
                  </a:lnTo>
                  <a:lnTo>
                    <a:pt x="1444935" y="1665467"/>
                  </a:lnTo>
                  <a:lnTo>
                    <a:pt x="1444938" y="1665478"/>
                  </a:lnTo>
                  <a:lnTo>
                    <a:pt x="1444941" y="1665488"/>
                  </a:lnTo>
                  <a:lnTo>
                    <a:pt x="1444945" y="1665502"/>
                  </a:lnTo>
                  <a:lnTo>
                    <a:pt x="1444947" y="1665514"/>
                  </a:lnTo>
                  <a:lnTo>
                    <a:pt x="1444950" y="1665526"/>
                  </a:lnTo>
                  <a:lnTo>
                    <a:pt x="1444948" y="1665537"/>
                  </a:lnTo>
                  <a:lnTo>
                    <a:pt x="1444942" y="1665550"/>
                  </a:lnTo>
                  <a:lnTo>
                    <a:pt x="1444935" y="1665560"/>
                  </a:lnTo>
                  <a:lnTo>
                    <a:pt x="1444926" y="1665569"/>
                  </a:lnTo>
                  <a:lnTo>
                    <a:pt x="1444916" y="1665577"/>
                  </a:lnTo>
                  <a:lnTo>
                    <a:pt x="1444906" y="1665581"/>
                  </a:lnTo>
                  <a:lnTo>
                    <a:pt x="1444895" y="1665582"/>
                  </a:lnTo>
                  <a:lnTo>
                    <a:pt x="1444883" y="1665577"/>
                  </a:lnTo>
                  <a:lnTo>
                    <a:pt x="1444869" y="1665568"/>
                  </a:lnTo>
                  <a:lnTo>
                    <a:pt x="1444856" y="1665559"/>
                  </a:lnTo>
                  <a:lnTo>
                    <a:pt x="1444847" y="1665551"/>
                  </a:lnTo>
                  <a:lnTo>
                    <a:pt x="1444839" y="1665543"/>
                  </a:lnTo>
                  <a:lnTo>
                    <a:pt x="1444829" y="1665534"/>
                  </a:lnTo>
                  <a:lnTo>
                    <a:pt x="1444816" y="1665526"/>
                  </a:lnTo>
                  <a:lnTo>
                    <a:pt x="1444803" y="1665520"/>
                  </a:lnTo>
                  <a:lnTo>
                    <a:pt x="1444783" y="1665517"/>
                  </a:lnTo>
                  <a:lnTo>
                    <a:pt x="1444771" y="1665519"/>
                  </a:lnTo>
                  <a:lnTo>
                    <a:pt x="1444758" y="1665525"/>
                  </a:lnTo>
                  <a:lnTo>
                    <a:pt x="1444746" y="1665534"/>
                  </a:lnTo>
                  <a:lnTo>
                    <a:pt x="1444737" y="1665543"/>
                  </a:lnTo>
                  <a:lnTo>
                    <a:pt x="1444729" y="1665554"/>
                  </a:lnTo>
                  <a:lnTo>
                    <a:pt x="1444722" y="1665565"/>
                  </a:lnTo>
                  <a:lnTo>
                    <a:pt x="1444714" y="1665576"/>
                  </a:lnTo>
                  <a:lnTo>
                    <a:pt x="1444707" y="1665588"/>
                  </a:lnTo>
                  <a:lnTo>
                    <a:pt x="1444704" y="1665593"/>
                  </a:lnTo>
                  <a:lnTo>
                    <a:pt x="1444700" y="1665600"/>
                  </a:lnTo>
                  <a:lnTo>
                    <a:pt x="1444692" y="1665612"/>
                  </a:lnTo>
                  <a:lnTo>
                    <a:pt x="1444682" y="1665621"/>
                  </a:lnTo>
                  <a:lnTo>
                    <a:pt x="1444671" y="1665626"/>
                  </a:lnTo>
                  <a:lnTo>
                    <a:pt x="1444660" y="1665628"/>
                  </a:lnTo>
                  <a:lnTo>
                    <a:pt x="1444648" y="1665628"/>
                  </a:lnTo>
                  <a:lnTo>
                    <a:pt x="1444636" y="1665628"/>
                  </a:lnTo>
                  <a:lnTo>
                    <a:pt x="1444625" y="1665629"/>
                  </a:lnTo>
                  <a:lnTo>
                    <a:pt x="1444613" y="1665631"/>
                  </a:lnTo>
                  <a:lnTo>
                    <a:pt x="1444603" y="1665634"/>
                  </a:lnTo>
                  <a:lnTo>
                    <a:pt x="1444592" y="1665639"/>
                  </a:lnTo>
                  <a:lnTo>
                    <a:pt x="1444581" y="1665647"/>
                  </a:lnTo>
                  <a:lnTo>
                    <a:pt x="1444572" y="1665655"/>
                  </a:lnTo>
                  <a:lnTo>
                    <a:pt x="1444564" y="1665664"/>
                  </a:lnTo>
                  <a:lnTo>
                    <a:pt x="1444556" y="1665673"/>
                  </a:lnTo>
                  <a:lnTo>
                    <a:pt x="1444548" y="1665682"/>
                  </a:lnTo>
                  <a:lnTo>
                    <a:pt x="1444542" y="1665692"/>
                  </a:lnTo>
                  <a:lnTo>
                    <a:pt x="1444539" y="1665705"/>
                  </a:lnTo>
                  <a:lnTo>
                    <a:pt x="1444541" y="1665717"/>
                  </a:lnTo>
                  <a:lnTo>
                    <a:pt x="1444549" y="1665725"/>
                  </a:lnTo>
                  <a:lnTo>
                    <a:pt x="1444561" y="1665730"/>
                  </a:lnTo>
                  <a:lnTo>
                    <a:pt x="1444573" y="1665732"/>
                  </a:lnTo>
                  <a:lnTo>
                    <a:pt x="1444584" y="1665734"/>
                  </a:lnTo>
                  <a:lnTo>
                    <a:pt x="1444595" y="1665738"/>
                  </a:lnTo>
                  <a:lnTo>
                    <a:pt x="1444606" y="1665744"/>
                  </a:lnTo>
                  <a:lnTo>
                    <a:pt x="1444616" y="1665751"/>
                  </a:lnTo>
                  <a:lnTo>
                    <a:pt x="1444625" y="1665759"/>
                  </a:lnTo>
                  <a:lnTo>
                    <a:pt x="1444634" y="1665767"/>
                  </a:lnTo>
                  <a:lnTo>
                    <a:pt x="1444642" y="1665775"/>
                  </a:lnTo>
                  <a:lnTo>
                    <a:pt x="1444649" y="1665785"/>
                  </a:lnTo>
                  <a:lnTo>
                    <a:pt x="1444655" y="1665796"/>
                  </a:lnTo>
                  <a:lnTo>
                    <a:pt x="1444661" y="1665807"/>
                  </a:lnTo>
                  <a:lnTo>
                    <a:pt x="1444665" y="1665818"/>
                  </a:lnTo>
                  <a:lnTo>
                    <a:pt x="1444667" y="1665831"/>
                  </a:lnTo>
                  <a:lnTo>
                    <a:pt x="1444671" y="1665842"/>
                  </a:lnTo>
                  <a:lnTo>
                    <a:pt x="1444674" y="1665854"/>
                  </a:lnTo>
                  <a:lnTo>
                    <a:pt x="1444678" y="1665866"/>
                  </a:lnTo>
                  <a:lnTo>
                    <a:pt x="1444689" y="1665889"/>
                  </a:lnTo>
                  <a:lnTo>
                    <a:pt x="1444698" y="1665903"/>
                  </a:lnTo>
                  <a:lnTo>
                    <a:pt x="1444708" y="1665910"/>
                  </a:lnTo>
                  <a:lnTo>
                    <a:pt x="1444722" y="1665912"/>
                  </a:lnTo>
                  <a:lnTo>
                    <a:pt x="1444737" y="1665911"/>
                  </a:lnTo>
                  <a:lnTo>
                    <a:pt x="1444749" y="1665913"/>
                  </a:lnTo>
                  <a:lnTo>
                    <a:pt x="1444760" y="1665915"/>
                  </a:lnTo>
                  <a:lnTo>
                    <a:pt x="1444772" y="1665918"/>
                  </a:lnTo>
                  <a:lnTo>
                    <a:pt x="1444783" y="1665921"/>
                  </a:lnTo>
                  <a:lnTo>
                    <a:pt x="1444794" y="1665925"/>
                  </a:lnTo>
                  <a:lnTo>
                    <a:pt x="1444804" y="1665931"/>
                  </a:lnTo>
                  <a:lnTo>
                    <a:pt x="1444824" y="1665943"/>
                  </a:lnTo>
                  <a:lnTo>
                    <a:pt x="1444835" y="1665949"/>
                  </a:lnTo>
                  <a:lnTo>
                    <a:pt x="1444845" y="1665955"/>
                  </a:lnTo>
                  <a:lnTo>
                    <a:pt x="1444855" y="1665962"/>
                  </a:lnTo>
                  <a:lnTo>
                    <a:pt x="1444864" y="1665969"/>
                  </a:lnTo>
                  <a:lnTo>
                    <a:pt x="1444874" y="1665978"/>
                  </a:lnTo>
                  <a:lnTo>
                    <a:pt x="1444882" y="1665987"/>
                  </a:lnTo>
                  <a:lnTo>
                    <a:pt x="1444890" y="1665996"/>
                  </a:lnTo>
                  <a:lnTo>
                    <a:pt x="1444899" y="1666005"/>
                  </a:lnTo>
                  <a:lnTo>
                    <a:pt x="1444906" y="1666015"/>
                  </a:lnTo>
                  <a:lnTo>
                    <a:pt x="1444912" y="1666026"/>
                  </a:lnTo>
                  <a:lnTo>
                    <a:pt x="1444918" y="1666037"/>
                  </a:lnTo>
                  <a:lnTo>
                    <a:pt x="1444923" y="1666048"/>
                  </a:lnTo>
                  <a:lnTo>
                    <a:pt x="1444933" y="1666071"/>
                  </a:lnTo>
                  <a:lnTo>
                    <a:pt x="1444938" y="1666082"/>
                  </a:lnTo>
                  <a:lnTo>
                    <a:pt x="1444942" y="1666094"/>
                  </a:lnTo>
                  <a:lnTo>
                    <a:pt x="1444947" y="1666103"/>
                  </a:lnTo>
                  <a:lnTo>
                    <a:pt x="1444954" y="1666114"/>
                  </a:lnTo>
                  <a:lnTo>
                    <a:pt x="1444963" y="1666125"/>
                  </a:lnTo>
                  <a:lnTo>
                    <a:pt x="1444974" y="1666131"/>
                  </a:lnTo>
                  <a:lnTo>
                    <a:pt x="1444988" y="1666134"/>
                  </a:lnTo>
                  <a:lnTo>
                    <a:pt x="1444995" y="1666138"/>
                  </a:lnTo>
                  <a:lnTo>
                    <a:pt x="1445000" y="1666143"/>
                  </a:lnTo>
                  <a:lnTo>
                    <a:pt x="1445001" y="1666149"/>
                  </a:lnTo>
                  <a:lnTo>
                    <a:pt x="1445000" y="1666159"/>
                  </a:lnTo>
                  <a:lnTo>
                    <a:pt x="1444996" y="1666165"/>
                  </a:lnTo>
                  <a:lnTo>
                    <a:pt x="1444983" y="1666173"/>
                  </a:lnTo>
                  <a:lnTo>
                    <a:pt x="1444964" y="1666187"/>
                  </a:lnTo>
                  <a:lnTo>
                    <a:pt x="1444957" y="1666199"/>
                  </a:lnTo>
                  <a:lnTo>
                    <a:pt x="1444958" y="1666213"/>
                  </a:lnTo>
                  <a:lnTo>
                    <a:pt x="1444965" y="1666224"/>
                  </a:lnTo>
                  <a:lnTo>
                    <a:pt x="1444974" y="1666233"/>
                  </a:lnTo>
                  <a:lnTo>
                    <a:pt x="1444985" y="1666239"/>
                  </a:lnTo>
                  <a:lnTo>
                    <a:pt x="1445002" y="1666245"/>
                  </a:lnTo>
                  <a:lnTo>
                    <a:pt x="1445009" y="1666246"/>
                  </a:lnTo>
                  <a:lnTo>
                    <a:pt x="1445022" y="1666250"/>
                  </a:lnTo>
                  <a:lnTo>
                    <a:pt x="1445032" y="1666254"/>
                  </a:lnTo>
                  <a:lnTo>
                    <a:pt x="1445042" y="1666261"/>
                  </a:lnTo>
                  <a:lnTo>
                    <a:pt x="1445052" y="1666272"/>
                  </a:lnTo>
                  <a:lnTo>
                    <a:pt x="1445057" y="1666287"/>
                  </a:lnTo>
                  <a:lnTo>
                    <a:pt x="1445059" y="1666301"/>
                  </a:lnTo>
                  <a:lnTo>
                    <a:pt x="1445059" y="1666316"/>
                  </a:lnTo>
                  <a:lnTo>
                    <a:pt x="1445056" y="1666330"/>
                  </a:lnTo>
                  <a:lnTo>
                    <a:pt x="1445050" y="1666345"/>
                  </a:lnTo>
                  <a:lnTo>
                    <a:pt x="1445041" y="1666358"/>
                  </a:lnTo>
                  <a:lnTo>
                    <a:pt x="1445028" y="1666365"/>
                  </a:lnTo>
                  <a:lnTo>
                    <a:pt x="1445015" y="1666367"/>
                  </a:lnTo>
                  <a:lnTo>
                    <a:pt x="1445002" y="1666366"/>
                  </a:lnTo>
                  <a:lnTo>
                    <a:pt x="1444990" y="1666364"/>
                  </a:lnTo>
                  <a:lnTo>
                    <a:pt x="1444977" y="1666362"/>
                  </a:lnTo>
                  <a:lnTo>
                    <a:pt x="1444962" y="1666362"/>
                  </a:lnTo>
                  <a:lnTo>
                    <a:pt x="1444946" y="1666365"/>
                  </a:lnTo>
                  <a:lnTo>
                    <a:pt x="1444931" y="1666372"/>
                  </a:lnTo>
                  <a:lnTo>
                    <a:pt x="1444918" y="1666380"/>
                  </a:lnTo>
                  <a:lnTo>
                    <a:pt x="1444914" y="1666383"/>
                  </a:lnTo>
                  <a:lnTo>
                    <a:pt x="1444908" y="1666388"/>
                  </a:lnTo>
                  <a:lnTo>
                    <a:pt x="1444899" y="1666394"/>
                  </a:lnTo>
                  <a:lnTo>
                    <a:pt x="1444887" y="1666400"/>
                  </a:lnTo>
                  <a:lnTo>
                    <a:pt x="1444868" y="1666404"/>
                  </a:lnTo>
                  <a:lnTo>
                    <a:pt x="1444848" y="1666404"/>
                  </a:lnTo>
                  <a:lnTo>
                    <a:pt x="1444832" y="1666400"/>
                  </a:lnTo>
                  <a:lnTo>
                    <a:pt x="1444818" y="1666393"/>
                  </a:lnTo>
                  <a:lnTo>
                    <a:pt x="1444803" y="1666387"/>
                  </a:lnTo>
                  <a:lnTo>
                    <a:pt x="1444796" y="1666385"/>
                  </a:lnTo>
                  <a:lnTo>
                    <a:pt x="1444787" y="1666384"/>
                  </a:lnTo>
                  <a:lnTo>
                    <a:pt x="1444774" y="1666387"/>
                  </a:lnTo>
                  <a:lnTo>
                    <a:pt x="1444764" y="1666396"/>
                  </a:lnTo>
                  <a:lnTo>
                    <a:pt x="1444759" y="1666408"/>
                  </a:lnTo>
                  <a:lnTo>
                    <a:pt x="1444755" y="1666423"/>
                  </a:lnTo>
                  <a:lnTo>
                    <a:pt x="1444753" y="1666438"/>
                  </a:lnTo>
                  <a:lnTo>
                    <a:pt x="1444752" y="1666454"/>
                  </a:lnTo>
                  <a:lnTo>
                    <a:pt x="1444756" y="1666470"/>
                  </a:lnTo>
                  <a:lnTo>
                    <a:pt x="1444763" y="1666485"/>
                  </a:lnTo>
                  <a:lnTo>
                    <a:pt x="1444772" y="1666496"/>
                  </a:lnTo>
                  <a:lnTo>
                    <a:pt x="1444781" y="1666503"/>
                  </a:lnTo>
                  <a:lnTo>
                    <a:pt x="1444791" y="1666509"/>
                  </a:lnTo>
                  <a:lnTo>
                    <a:pt x="1444803" y="1666513"/>
                  </a:lnTo>
                  <a:lnTo>
                    <a:pt x="1444817" y="1666517"/>
                  </a:lnTo>
                  <a:lnTo>
                    <a:pt x="1444830" y="1666520"/>
                  </a:lnTo>
                  <a:lnTo>
                    <a:pt x="1444842" y="1666524"/>
                  </a:lnTo>
                  <a:lnTo>
                    <a:pt x="1444853" y="1666529"/>
                  </a:lnTo>
                  <a:lnTo>
                    <a:pt x="1444864" y="1666537"/>
                  </a:lnTo>
                  <a:lnTo>
                    <a:pt x="1444872" y="1666548"/>
                  </a:lnTo>
                  <a:lnTo>
                    <a:pt x="1444875" y="1666562"/>
                  </a:lnTo>
                  <a:lnTo>
                    <a:pt x="1444871" y="1666575"/>
                  </a:lnTo>
                  <a:lnTo>
                    <a:pt x="1444865" y="1666585"/>
                  </a:lnTo>
                  <a:lnTo>
                    <a:pt x="1444858" y="1666598"/>
                  </a:lnTo>
                  <a:lnTo>
                    <a:pt x="1444853" y="1666615"/>
                  </a:lnTo>
                  <a:lnTo>
                    <a:pt x="1444848" y="1666631"/>
                  </a:lnTo>
                  <a:lnTo>
                    <a:pt x="1444845" y="1666640"/>
                  </a:lnTo>
                  <a:lnTo>
                    <a:pt x="1444841" y="1666645"/>
                  </a:lnTo>
                  <a:lnTo>
                    <a:pt x="1444838" y="1666649"/>
                  </a:lnTo>
                  <a:lnTo>
                    <a:pt x="1444825" y="1666655"/>
                  </a:lnTo>
                  <a:lnTo>
                    <a:pt x="1444813" y="1666658"/>
                  </a:lnTo>
                  <a:lnTo>
                    <a:pt x="1444801" y="1666663"/>
                  </a:lnTo>
                  <a:lnTo>
                    <a:pt x="1444789" y="1666671"/>
                  </a:lnTo>
                  <a:lnTo>
                    <a:pt x="1444780" y="1666686"/>
                  </a:lnTo>
                  <a:lnTo>
                    <a:pt x="1444776" y="1666698"/>
                  </a:lnTo>
                  <a:lnTo>
                    <a:pt x="1444777" y="1666713"/>
                  </a:lnTo>
                  <a:lnTo>
                    <a:pt x="1444784" y="1666725"/>
                  </a:lnTo>
                  <a:lnTo>
                    <a:pt x="1444794" y="1666736"/>
                  </a:lnTo>
                  <a:lnTo>
                    <a:pt x="1444802" y="1666745"/>
                  </a:lnTo>
                  <a:lnTo>
                    <a:pt x="1444811" y="1666753"/>
                  </a:lnTo>
                  <a:lnTo>
                    <a:pt x="1444822" y="1666763"/>
                  </a:lnTo>
                  <a:lnTo>
                    <a:pt x="1444834" y="1666774"/>
                  </a:lnTo>
                  <a:lnTo>
                    <a:pt x="1444846" y="1666784"/>
                  </a:lnTo>
                  <a:lnTo>
                    <a:pt x="1444858" y="1666794"/>
                  </a:lnTo>
                  <a:lnTo>
                    <a:pt x="1444872" y="1666805"/>
                  </a:lnTo>
                  <a:lnTo>
                    <a:pt x="1444884" y="1666816"/>
                  </a:lnTo>
                  <a:lnTo>
                    <a:pt x="1444894" y="1666825"/>
                  </a:lnTo>
                  <a:lnTo>
                    <a:pt x="1444905" y="1666834"/>
                  </a:lnTo>
                  <a:lnTo>
                    <a:pt x="1444918" y="1666849"/>
                  </a:lnTo>
                  <a:lnTo>
                    <a:pt x="1444930" y="1666869"/>
                  </a:lnTo>
                  <a:lnTo>
                    <a:pt x="1444939" y="1666883"/>
                  </a:lnTo>
                  <a:lnTo>
                    <a:pt x="1444943" y="1666896"/>
                  </a:lnTo>
                  <a:lnTo>
                    <a:pt x="1444946" y="1666909"/>
                  </a:lnTo>
                  <a:lnTo>
                    <a:pt x="1444949" y="1666924"/>
                  </a:lnTo>
                  <a:lnTo>
                    <a:pt x="1444951" y="1666940"/>
                  </a:lnTo>
                  <a:lnTo>
                    <a:pt x="1444957" y="1666958"/>
                  </a:lnTo>
                  <a:lnTo>
                    <a:pt x="1444963" y="1666973"/>
                  </a:lnTo>
                  <a:lnTo>
                    <a:pt x="1444968" y="1666987"/>
                  </a:lnTo>
                  <a:lnTo>
                    <a:pt x="1444973" y="1667003"/>
                  </a:lnTo>
                  <a:lnTo>
                    <a:pt x="1444977" y="1667019"/>
                  </a:lnTo>
                  <a:lnTo>
                    <a:pt x="1444980" y="1667035"/>
                  </a:lnTo>
                  <a:lnTo>
                    <a:pt x="1444982" y="1667051"/>
                  </a:lnTo>
                  <a:lnTo>
                    <a:pt x="1444982" y="1667069"/>
                  </a:lnTo>
                  <a:lnTo>
                    <a:pt x="1444979" y="1667085"/>
                  </a:lnTo>
                  <a:lnTo>
                    <a:pt x="1444974" y="1667099"/>
                  </a:lnTo>
                  <a:lnTo>
                    <a:pt x="1444967" y="1667110"/>
                  </a:lnTo>
                  <a:lnTo>
                    <a:pt x="1444959" y="1667119"/>
                  </a:lnTo>
                  <a:lnTo>
                    <a:pt x="1444949" y="1667128"/>
                  </a:lnTo>
                  <a:lnTo>
                    <a:pt x="1444939" y="1667137"/>
                  </a:lnTo>
                  <a:lnTo>
                    <a:pt x="1444928" y="1667145"/>
                  </a:lnTo>
                  <a:lnTo>
                    <a:pt x="1444906" y="1667158"/>
                  </a:lnTo>
                  <a:lnTo>
                    <a:pt x="1444878" y="1667178"/>
                  </a:lnTo>
                  <a:lnTo>
                    <a:pt x="1444867" y="1667188"/>
                  </a:lnTo>
                  <a:lnTo>
                    <a:pt x="1444854" y="1667198"/>
                  </a:lnTo>
                  <a:lnTo>
                    <a:pt x="1444848" y="1667213"/>
                  </a:lnTo>
                  <a:lnTo>
                    <a:pt x="1444850" y="1667228"/>
                  </a:lnTo>
                  <a:lnTo>
                    <a:pt x="1444861" y="1667237"/>
                  </a:lnTo>
                  <a:lnTo>
                    <a:pt x="1444876" y="1667245"/>
                  </a:lnTo>
                  <a:lnTo>
                    <a:pt x="1444886" y="1667257"/>
                  </a:lnTo>
                  <a:lnTo>
                    <a:pt x="1444892" y="1667270"/>
                  </a:lnTo>
                  <a:lnTo>
                    <a:pt x="1444893" y="1667281"/>
                  </a:lnTo>
                  <a:lnTo>
                    <a:pt x="1444893" y="1667294"/>
                  </a:lnTo>
                  <a:lnTo>
                    <a:pt x="1444891" y="1667310"/>
                  </a:lnTo>
                  <a:lnTo>
                    <a:pt x="1444889" y="1667327"/>
                  </a:lnTo>
                  <a:lnTo>
                    <a:pt x="1444890" y="1667341"/>
                  </a:lnTo>
                  <a:lnTo>
                    <a:pt x="1444891" y="1667353"/>
                  </a:lnTo>
                  <a:lnTo>
                    <a:pt x="1444896" y="1667365"/>
                  </a:lnTo>
                  <a:lnTo>
                    <a:pt x="1444905" y="1667375"/>
                  </a:lnTo>
                  <a:lnTo>
                    <a:pt x="1444919" y="1667381"/>
                  </a:lnTo>
                  <a:lnTo>
                    <a:pt x="1444934" y="1667382"/>
                  </a:lnTo>
                  <a:lnTo>
                    <a:pt x="1444951" y="1667377"/>
                  </a:lnTo>
                  <a:lnTo>
                    <a:pt x="1444965" y="1667374"/>
                  </a:lnTo>
                  <a:lnTo>
                    <a:pt x="1444979" y="1667371"/>
                  </a:lnTo>
                  <a:lnTo>
                    <a:pt x="1444988" y="1667375"/>
                  </a:lnTo>
                  <a:lnTo>
                    <a:pt x="1444995" y="1667383"/>
                  </a:lnTo>
                  <a:lnTo>
                    <a:pt x="1444999" y="1667398"/>
                  </a:lnTo>
                  <a:lnTo>
                    <a:pt x="1444995" y="1667415"/>
                  </a:lnTo>
                  <a:lnTo>
                    <a:pt x="1444988" y="1667428"/>
                  </a:lnTo>
                  <a:lnTo>
                    <a:pt x="1444978" y="1667439"/>
                  </a:lnTo>
                  <a:lnTo>
                    <a:pt x="1444967" y="1667449"/>
                  </a:lnTo>
                  <a:lnTo>
                    <a:pt x="1444952" y="1667457"/>
                  </a:lnTo>
                  <a:lnTo>
                    <a:pt x="1444936" y="1667458"/>
                  </a:lnTo>
                  <a:lnTo>
                    <a:pt x="1444924" y="1667455"/>
                  </a:lnTo>
                  <a:lnTo>
                    <a:pt x="1444909" y="1667451"/>
                  </a:lnTo>
                  <a:lnTo>
                    <a:pt x="1444894" y="1667445"/>
                  </a:lnTo>
                  <a:lnTo>
                    <a:pt x="1444879" y="1667439"/>
                  </a:lnTo>
                  <a:lnTo>
                    <a:pt x="1444865" y="1667433"/>
                  </a:lnTo>
                  <a:lnTo>
                    <a:pt x="1444853" y="1667428"/>
                  </a:lnTo>
                  <a:lnTo>
                    <a:pt x="1444842" y="1667424"/>
                  </a:lnTo>
                  <a:lnTo>
                    <a:pt x="1444831" y="1667420"/>
                  </a:lnTo>
                  <a:lnTo>
                    <a:pt x="1444820" y="1667415"/>
                  </a:lnTo>
                  <a:lnTo>
                    <a:pt x="1444810" y="1667412"/>
                  </a:lnTo>
                  <a:lnTo>
                    <a:pt x="1444798" y="1667408"/>
                  </a:lnTo>
                  <a:lnTo>
                    <a:pt x="1444780" y="1667406"/>
                  </a:lnTo>
                  <a:lnTo>
                    <a:pt x="1444761" y="1667405"/>
                  </a:lnTo>
                  <a:lnTo>
                    <a:pt x="1444745" y="1667406"/>
                  </a:lnTo>
                  <a:lnTo>
                    <a:pt x="1444731" y="1667410"/>
                  </a:lnTo>
                  <a:lnTo>
                    <a:pt x="1444717" y="1667415"/>
                  </a:lnTo>
                  <a:lnTo>
                    <a:pt x="1444703" y="1667424"/>
                  </a:lnTo>
                  <a:lnTo>
                    <a:pt x="1444691" y="1667436"/>
                  </a:lnTo>
                  <a:lnTo>
                    <a:pt x="1444682" y="1667447"/>
                  </a:lnTo>
                  <a:lnTo>
                    <a:pt x="1444675" y="1667458"/>
                  </a:lnTo>
                  <a:lnTo>
                    <a:pt x="1444668" y="1667469"/>
                  </a:lnTo>
                  <a:lnTo>
                    <a:pt x="1444660" y="1667484"/>
                  </a:lnTo>
                  <a:lnTo>
                    <a:pt x="1444652" y="1667498"/>
                  </a:lnTo>
                  <a:lnTo>
                    <a:pt x="1444646" y="1667509"/>
                  </a:lnTo>
                  <a:lnTo>
                    <a:pt x="1444639" y="1667519"/>
                  </a:lnTo>
                  <a:lnTo>
                    <a:pt x="1444628" y="1667532"/>
                  </a:lnTo>
                  <a:lnTo>
                    <a:pt x="1444614" y="1667546"/>
                  </a:lnTo>
                  <a:lnTo>
                    <a:pt x="1444603" y="1667557"/>
                  </a:lnTo>
                  <a:lnTo>
                    <a:pt x="1444593" y="1667566"/>
                  </a:lnTo>
                  <a:lnTo>
                    <a:pt x="1444585" y="1667576"/>
                  </a:lnTo>
                  <a:lnTo>
                    <a:pt x="1444578" y="1667589"/>
                  </a:lnTo>
                  <a:lnTo>
                    <a:pt x="1444570" y="1667605"/>
                  </a:lnTo>
                  <a:lnTo>
                    <a:pt x="1444562" y="1667621"/>
                  </a:lnTo>
                  <a:lnTo>
                    <a:pt x="1444557" y="1667637"/>
                  </a:lnTo>
                  <a:lnTo>
                    <a:pt x="1444553" y="1667651"/>
                  </a:lnTo>
                  <a:lnTo>
                    <a:pt x="1444548" y="1667664"/>
                  </a:lnTo>
                  <a:lnTo>
                    <a:pt x="1444544" y="1667674"/>
                  </a:lnTo>
                  <a:lnTo>
                    <a:pt x="1444539" y="1667687"/>
                  </a:lnTo>
                  <a:lnTo>
                    <a:pt x="1444535" y="1667699"/>
                  </a:lnTo>
                  <a:lnTo>
                    <a:pt x="1444534" y="1667712"/>
                  </a:lnTo>
                  <a:lnTo>
                    <a:pt x="1444536" y="1667725"/>
                  </a:lnTo>
                  <a:lnTo>
                    <a:pt x="1444541" y="1667736"/>
                  </a:lnTo>
                  <a:lnTo>
                    <a:pt x="1444548" y="1667745"/>
                  </a:lnTo>
                  <a:lnTo>
                    <a:pt x="1444555" y="1667755"/>
                  </a:lnTo>
                  <a:lnTo>
                    <a:pt x="1444564" y="1667763"/>
                  </a:lnTo>
                  <a:lnTo>
                    <a:pt x="1444574" y="1667770"/>
                  </a:lnTo>
                  <a:lnTo>
                    <a:pt x="1444584" y="1667778"/>
                  </a:lnTo>
                  <a:lnTo>
                    <a:pt x="1444593" y="1667786"/>
                  </a:lnTo>
                  <a:lnTo>
                    <a:pt x="1444602" y="1667794"/>
                  </a:lnTo>
                  <a:lnTo>
                    <a:pt x="1444611" y="1667801"/>
                  </a:lnTo>
                  <a:lnTo>
                    <a:pt x="1444621" y="1667808"/>
                  </a:lnTo>
                  <a:lnTo>
                    <a:pt x="1444630" y="1667816"/>
                  </a:lnTo>
                  <a:lnTo>
                    <a:pt x="1444640" y="1667824"/>
                  </a:lnTo>
                  <a:lnTo>
                    <a:pt x="1444649" y="1667832"/>
                  </a:lnTo>
                  <a:lnTo>
                    <a:pt x="1444658" y="1667840"/>
                  </a:lnTo>
                  <a:lnTo>
                    <a:pt x="1444665" y="1667850"/>
                  </a:lnTo>
                  <a:lnTo>
                    <a:pt x="1444673" y="1667859"/>
                  </a:lnTo>
                  <a:lnTo>
                    <a:pt x="1444680" y="1667869"/>
                  </a:lnTo>
                  <a:lnTo>
                    <a:pt x="1444686" y="1667879"/>
                  </a:lnTo>
                  <a:lnTo>
                    <a:pt x="1444693" y="1667889"/>
                  </a:lnTo>
                  <a:lnTo>
                    <a:pt x="1444699" y="1667900"/>
                  </a:lnTo>
                  <a:lnTo>
                    <a:pt x="1444705" y="1667910"/>
                  </a:lnTo>
                  <a:lnTo>
                    <a:pt x="1444712" y="1667920"/>
                  </a:lnTo>
                  <a:lnTo>
                    <a:pt x="1444719" y="1667931"/>
                  </a:lnTo>
                  <a:lnTo>
                    <a:pt x="1444724" y="1667941"/>
                  </a:lnTo>
                  <a:lnTo>
                    <a:pt x="1444729" y="1667952"/>
                  </a:lnTo>
                  <a:lnTo>
                    <a:pt x="1444733" y="1667964"/>
                  </a:lnTo>
                  <a:lnTo>
                    <a:pt x="1444736" y="1667975"/>
                  </a:lnTo>
                  <a:lnTo>
                    <a:pt x="1444740" y="1667988"/>
                  </a:lnTo>
                  <a:lnTo>
                    <a:pt x="1444743" y="1668001"/>
                  </a:lnTo>
                  <a:lnTo>
                    <a:pt x="1444748" y="1668025"/>
                  </a:lnTo>
                  <a:lnTo>
                    <a:pt x="1444751" y="1668037"/>
                  </a:lnTo>
                  <a:lnTo>
                    <a:pt x="1444754" y="1668049"/>
                  </a:lnTo>
                  <a:lnTo>
                    <a:pt x="1444756" y="1668061"/>
                  </a:lnTo>
                  <a:lnTo>
                    <a:pt x="1444758" y="1668074"/>
                  </a:lnTo>
                  <a:lnTo>
                    <a:pt x="1444758" y="1668086"/>
                  </a:lnTo>
                  <a:lnTo>
                    <a:pt x="1444758" y="1668098"/>
                  </a:lnTo>
                  <a:lnTo>
                    <a:pt x="1444756" y="1668110"/>
                  </a:lnTo>
                  <a:lnTo>
                    <a:pt x="1444754" y="1668122"/>
                  </a:lnTo>
                  <a:lnTo>
                    <a:pt x="1444751" y="1668133"/>
                  </a:lnTo>
                  <a:lnTo>
                    <a:pt x="1444748" y="1668146"/>
                  </a:lnTo>
                  <a:lnTo>
                    <a:pt x="1444745" y="1668159"/>
                  </a:lnTo>
                  <a:lnTo>
                    <a:pt x="1444742" y="1668172"/>
                  </a:lnTo>
                  <a:lnTo>
                    <a:pt x="1444741" y="1668184"/>
                  </a:lnTo>
                  <a:lnTo>
                    <a:pt x="1444742" y="1668197"/>
                  </a:lnTo>
                  <a:lnTo>
                    <a:pt x="1444744" y="1668208"/>
                  </a:lnTo>
                  <a:lnTo>
                    <a:pt x="1444747" y="1668219"/>
                  </a:lnTo>
                  <a:lnTo>
                    <a:pt x="1444752" y="1668231"/>
                  </a:lnTo>
                  <a:lnTo>
                    <a:pt x="1444758" y="1668243"/>
                  </a:lnTo>
                  <a:lnTo>
                    <a:pt x="1444765" y="1668253"/>
                  </a:lnTo>
                  <a:lnTo>
                    <a:pt x="1444772" y="1668263"/>
                  </a:lnTo>
                  <a:lnTo>
                    <a:pt x="1444778" y="1668273"/>
                  </a:lnTo>
                  <a:lnTo>
                    <a:pt x="1444785" y="1668283"/>
                  </a:lnTo>
                  <a:lnTo>
                    <a:pt x="1444791" y="1668294"/>
                  </a:lnTo>
                  <a:lnTo>
                    <a:pt x="1444796" y="1668305"/>
                  </a:lnTo>
                  <a:lnTo>
                    <a:pt x="1444801" y="1668316"/>
                  </a:lnTo>
                  <a:lnTo>
                    <a:pt x="1444805" y="1668329"/>
                  </a:lnTo>
                  <a:lnTo>
                    <a:pt x="1444809" y="1668341"/>
                  </a:lnTo>
                  <a:lnTo>
                    <a:pt x="1444813" y="1668352"/>
                  </a:lnTo>
                  <a:lnTo>
                    <a:pt x="1444822" y="1668375"/>
                  </a:lnTo>
                  <a:lnTo>
                    <a:pt x="1444826" y="1668386"/>
                  </a:lnTo>
                  <a:lnTo>
                    <a:pt x="1444831" y="1668397"/>
                  </a:lnTo>
                  <a:lnTo>
                    <a:pt x="1444837" y="1668408"/>
                  </a:lnTo>
                  <a:lnTo>
                    <a:pt x="1444843" y="1668419"/>
                  </a:lnTo>
                  <a:lnTo>
                    <a:pt x="1444849" y="1668429"/>
                  </a:lnTo>
                  <a:lnTo>
                    <a:pt x="1444856" y="1668440"/>
                  </a:lnTo>
                  <a:lnTo>
                    <a:pt x="1444862" y="1668450"/>
                  </a:lnTo>
                  <a:lnTo>
                    <a:pt x="1444868" y="1668460"/>
                  </a:lnTo>
                  <a:lnTo>
                    <a:pt x="1444873" y="1668471"/>
                  </a:lnTo>
                  <a:lnTo>
                    <a:pt x="1444878" y="1668483"/>
                  </a:lnTo>
                  <a:lnTo>
                    <a:pt x="1444880" y="1668495"/>
                  </a:lnTo>
                  <a:lnTo>
                    <a:pt x="1444879" y="1668508"/>
                  </a:lnTo>
                  <a:lnTo>
                    <a:pt x="1444875" y="1668520"/>
                  </a:lnTo>
                  <a:lnTo>
                    <a:pt x="1444870" y="1668530"/>
                  </a:lnTo>
                  <a:lnTo>
                    <a:pt x="1444863" y="1668541"/>
                  </a:lnTo>
                  <a:lnTo>
                    <a:pt x="1444853" y="1668552"/>
                  </a:lnTo>
                  <a:lnTo>
                    <a:pt x="1444846" y="1668560"/>
                  </a:lnTo>
                  <a:lnTo>
                    <a:pt x="1444836" y="1668568"/>
                  </a:lnTo>
                  <a:lnTo>
                    <a:pt x="1444827" y="1668575"/>
                  </a:lnTo>
                  <a:lnTo>
                    <a:pt x="1444816" y="1668581"/>
                  </a:lnTo>
                  <a:lnTo>
                    <a:pt x="1444806" y="1668588"/>
                  </a:lnTo>
                  <a:lnTo>
                    <a:pt x="1444796" y="1668596"/>
                  </a:lnTo>
                  <a:lnTo>
                    <a:pt x="1444787" y="1668604"/>
                  </a:lnTo>
                  <a:lnTo>
                    <a:pt x="1444779" y="1668612"/>
                  </a:lnTo>
                  <a:lnTo>
                    <a:pt x="1444770" y="1668622"/>
                  </a:lnTo>
                  <a:lnTo>
                    <a:pt x="1444765" y="1668628"/>
                  </a:lnTo>
                  <a:lnTo>
                    <a:pt x="1444756" y="1668639"/>
                  </a:lnTo>
                  <a:lnTo>
                    <a:pt x="1444748" y="1668650"/>
                  </a:lnTo>
                  <a:lnTo>
                    <a:pt x="1444741" y="1668659"/>
                  </a:lnTo>
                  <a:lnTo>
                    <a:pt x="1444731" y="1668666"/>
                  </a:lnTo>
                  <a:lnTo>
                    <a:pt x="1444720" y="1668672"/>
                  </a:lnTo>
                  <a:lnTo>
                    <a:pt x="1444709" y="1668676"/>
                  </a:lnTo>
                  <a:lnTo>
                    <a:pt x="1444698" y="1668680"/>
                  </a:lnTo>
                  <a:lnTo>
                    <a:pt x="1444686" y="1668683"/>
                  </a:lnTo>
                  <a:lnTo>
                    <a:pt x="1444675" y="1668686"/>
                  </a:lnTo>
                  <a:lnTo>
                    <a:pt x="1444651" y="1668691"/>
                  </a:lnTo>
                  <a:lnTo>
                    <a:pt x="1444639" y="1668693"/>
                  </a:lnTo>
                  <a:lnTo>
                    <a:pt x="1444628" y="1668696"/>
                  </a:lnTo>
                  <a:lnTo>
                    <a:pt x="1444617" y="1668700"/>
                  </a:lnTo>
                  <a:lnTo>
                    <a:pt x="1444605" y="1668705"/>
                  </a:lnTo>
                  <a:lnTo>
                    <a:pt x="1444594" y="1668711"/>
                  </a:lnTo>
                  <a:lnTo>
                    <a:pt x="1444586" y="1668719"/>
                  </a:lnTo>
                  <a:lnTo>
                    <a:pt x="1444581" y="1668730"/>
                  </a:lnTo>
                  <a:lnTo>
                    <a:pt x="1444579" y="1668744"/>
                  </a:lnTo>
                  <a:lnTo>
                    <a:pt x="1444578" y="1668757"/>
                  </a:lnTo>
                  <a:lnTo>
                    <a:pt x="1444577" y="1668770"/>
                  </a:lnTo>
                  <a:lnTo>
                    <a:pt x="1444576" y="1668780"/>
                  </a:lnTo>
                  <a:lnTo>
                    <a:pt x="1444575" y="1668831"/>
                  </a:lnTo>
                  <a:lnTo>
                    <a:pt x="1444572" y="1668854"/>
                  </a:lnTo>
                  <a:lnTo>
                    <a:pt x="1444567" y="1668864"/>
                  </a:lnTo>
                  <a:lnTo>
                    <a:pt x="1444562" y="1668867"/>
                  </a:lnTo>
                  <a:lnTo>
                    <a:pt x="1444556" y="1668871"/>
                  </a:lnTo>
                  <a:lnTo>
                    <a:pt x="1444532" y="1668873"/>
                  </a:lnTo>
                  <a:lnTo>
                    <a:pt x="1444509" y="1668868"/>
                  </a:lnTo>
                  <a:lnTo>
                    <a:pt x="1444487" y="1668859"/>
                  </a:lnTo>
                  <a:lnTo>
                    <a:pt x="1444465" y="1668848"/>
                  </a:lnTo>
                  <a:lnTo>
                    <a:pt x="1444445" y="1668837"/>
                  </a:lnTo>
                  <a:lnTo>
                    <a:pt x="1444423" y="1668826"/>
                  </a:lnTo>
                  <a:lnTo>
                    <a:pt x="1444402" y="1668815"/>
                  </a:lnTo>
                  <a:lnTo>
                    <a:pt x="1444381" y="1668802"/>
                  </a:lnTo>
                  <a:lnTo>
                    <a:pt x="1444361" y="1668790"/>
                  </a:lnTo>
                  <a:lnTo>
                    <a:pt x="1444343" y="1668774"/>
                  </a:lnTo>
                  <a:lnTo>
                    <a:pt x="1444325" y="1668757"/>
                  </a:lnTo>
                  <a:lnTo>
                    <a:pt x="1444306" y="1668742"/>
                  </a:lnTo>
                  <a:lnTo>
                    <a:pt x="1444286" y="1668730"/>
                  </a:lnTo>
                  <a:lnTo>
                    <a:pt x="1444263" y="1668724"/>
                  </a:lnTo>
                  <a:lnTo>
                    <a:pt x="1444238" y="1668724"/>
                  </a:lnTo>
                  <a:lnTo>
                    <a:pt x="1444216" y="1668729"/>
                  </a:lnTo>
                  <a:lnTo>
                    <a:pt x="1444193" y="1668738"/>
                  </a:lnTo>
                  <a:lnTo>
                    <a:pt x="1444172" y="1668747"/>
                  </a:lnTo>
                  <a:lnTo>
                    <a:pt x="1444150" y="1668757"/>
                  </a:lnTo>
                  <a:lnTo>
                    <a:pt x="1444129" y="1668767"/>
                  </a:lnTo>
                  <a:lnTo>
                    <a:pt x="1444105" y="1668775"/>
                  </a:lnTo>
                  <a:lnTo>
                    <a:pt x="1444082" y="1668778"/>
                  </a:lnTo>
                  <a:lnTo>
                    <a:pt x="1444058" y="1668777"/>
                  </a:lnTo>
                  <a:lnTo>
                    <a:pt x="1444035" y="1668769"/>
                  </a:lnTo>
                  <a:lnTo>
                    <a:pt x="1444016" y="1668754"/>
                  </a:lnTo>
                  <a:lnTo>
                    <a:pt x="1443996" y="1668740"/>
                  </a:lnTo>
                  <a:lnTo>
                    <a:pt x="1443978" y="1668725"/>
                  </a:lnTo>
                  <a:lnTo>
                    <a:pt x="1443956" y="1668712"/>
                  </a:lnTo>
                  <a:lnTo>
                    <a:pt x="1443934" y="1668704"/>
                  </a:lnTo>
                  <a:lnTo>
                    <a:pt x="1443911" y="1668703"/>
                  </a:lnTo>
                  <a:lnTo>
                    <a:pt x="1443887" y="1668707"/>
                  </a:lnTo>
                  <a:lnTo>
                    <a:pt x="1443865" y="1668716"/>
                  </a:lnTo>
                  <a:lnTo>
                    <a:pt x="1443843" y="1668727"/>
                  </a:lnTo>
                  <a:lnTo>
                    <a:pt x="1443834" y="1668734"/>
                  </a:lnTo>
                  <a:lnTo>
                    <a:pt x="1443823" y="1668742"/>
                  </a:lnTo>
                  <a:lnTo>
                    <a:pt x="1443809" y="1668763"/>
                  </a:lnTo>
                  <a:lnTo>
                    <a:pt x="1443805" y="1668787"/>
                  </a:lnTo>
                  <a:lnTo>
                    <a:pt x="1443806" y="1668812"/>
                  </a:lnTo>
                  <a:lnTo>
                    <a:pt x="1443807" y="1668837"/>
                  </a:lnTo>
                  <a:lnTo>
                    <a:pt x="1443807" y="1668862"/>
                  </a:lnTo>
                  <a:lnTo>
                    <a:pt x="1443803" y="1668887"/>
                  </a:lnTo>
                  <a:lnTo>
                    <a:pt x="1443798" y="1668898"/>
                  </a:lnTo>
                  <a:lnTo>
                    <a:pt x="1443793" y="1668909"/>
                  </a:lnTo>
                  <a:lnTo>
                    <a:pt x="1443782" y="1668929"/>
                  </a:lnTo>
                  <a:lnTo>
                    <a:pt x="1443767" y="1668949"/>
                  </a:lnTo>
                  <a:lnTo>
                    <a:pt x="1443749" y="1668973"/>
                  </a:lnTo>
                  <a:lnTo>
                    <a:pt x="1443731" y="1668989"/>
                  </a:lnTo>
                  <a:lnTo>
                    <a:pt x="1443712" y="1669002"/>
                  </a:lnTo>
                  <a:lnTo>
                    <a:pt x="1443692" y="1669013"/>
                  </a:lnTo>
                  <a:lnTo>
                    <a:pt x="1443669" y="1669021"/>
                  </a:lnTo>
                  <a:lnTo>
                    <a:pt x="1443645" y="1669026"/>
                  </a:lnTo>
                  <a:lnTo>
                    <a:pt x="1443621" y="1669031"/>
                  </a:lnTo>
                  <a:lnTo>
                    <a:pt x="1443598" y="1669037"/>
                  </a:lnTo>
                  <a:lnTo>
                    <a:pt x="1443577" y="1669044"/>
                  </a:lnTo>
                  <a:lnTo>
                    <a:pt x="1443554" y="1669056"/>
                  </a:lnTo>
                  <a:lnTo>
                    <a:pt x="1443535" y="1669069"/>
                  </a:lnTo>
                  <a:lnTo>
                    <a:pt x="1443525" y="1669078"/>
                  </a:lnTo>
                  <a:lnTo>
                    <a:pt x="1443514" y="1669087"/>
                  </a:lnTo>
                  <a:lnTo>
                    <a:pt x="1443491" y="1669106"/>
                  </a:lnTo>
                  <a:lnTo>
                    <a:pt x="1443471" y="1669127"/>
                  </a:lnTo>
                  <a:lnTo>
                    <a:pt x="1443453" y="1669152"/>
                  </a:lnTo>
                  <a:lnTo>
                    <a:pt x="1443438" y="1669186"/>
                  </a:lnTo>
                  <a:lnTo>
                    <a:pt x="1443425" y="1669213"/>
                  </a:lnTo>
                  <a:lnTo>
                    <a:pt x="1443412" y="1669240"/>
                  </a:lnTo>
                  <a:lnTo>
                    <a:pt x="1443400" y="1669269"/>
                  </a:lnTo>
                  <a:lnTo>
                    <a:pt x="1443389" y="1669294"/>
                  </a:lnTo>
                  <a:lnTo>
                    <a:pt x="1443374" y="1669318"/>
                  </a:lnTo>
                  <a:lnTo>
                    <a:pt x="1443358" y="1669339"/>
                  </a:lnTo>
                  <a:lnTo>
                    <a:pt x="1443332" y="1669360"/>
                  </a:lnTo>
                  <a:lnTo>
                    <a:pt x="1443310" y="1669373"/>
                  </a:lnTo>
                  <a:lnTo>
                    <a:pt x="1443278" y="1669389"/>
                  </a:lnTo>
                  <a:lnTo>
                    <a:pt x="1443237" y="1669405"/>
                  </a:lnTo>
                  <a:lnTo>
                    <a:pt x="1443213" y="1669413"/>
                  </a:lnTo>
                  <a:lnTo>
                    <a:pt x="1443188" y="1669419"/>
                  </a:lnTo>
                  <a:lnTo>
                    <a:pt x="1443166" y="1669423"/>
                  </a:lnTo>
                  <a:lnTo>
                    <a:pt x="1443144" y="1669426"/>
                  </a:lnTo>
                  <a:lnTo>
                    <a:pt x="1443119" y="1669430"/>
                  </a:lnTo>
                  <a:lnTo>
                    <a:pt x="1443096" y="1669430"/>
                  </a:lnTo>
                  <a:lnTo>
                    <a:pt x="1443073" y="1669429"/>
                  </a:lnTo>
                  <a:lnTo>
                    <a:pt x="1443050" y="1669425"/>
                  </a:lnTo>
                  <a:lnTo>
                    <a:pt x="1443026" y="1669419"/>
                  </a:lnTo>
                  <a:lnTo>
                    <a:pt x="1443011" y="1669415"/>
                  </a:lnTo>
                  <a:lnTo>
                    <a:pt x="1442985" y="1669404"/>
                  </a:lnTo>
                  <a:lnTo>
                    <a:pt x="1442962" y="1669387"/>
                  </a:lnTo>
                  <a:lnTo>
                    <a:pt x="1442950" y="1669361"/>
                  </a:lnTo>
                  <a:lnTo>
                    <a:pt x="1442945" y="1669334"/>
                  </a:lnTo>
                  <a:lnTo>
                    <a:pt x="1442942" y="1669303"/>
                  </a:lnTo>
                  <a:lnTo>
                    <a:pt x="1442940" y="1669275"/>
                  </a:lnTo>
                  <a:lnTo>
                    <a:pt x="1442937" y="1669245"/>
                  </a:lnTo>
                  <a:lnTo>
                    <a:pt x="1442931" y="1669214"/>
                  </a:lnTo>
                  <a:lnTo>
                    <a:pt x="1442920" y="1669187"/>
                  </a:lnTo>
                  <a:lnTo>
                    <a:pt x="1442898" y="1669167"/>
                  </a:lnTo>
                  <a:lnTo>
                    <a:pt x="1442872" y="1669157"/>
                  </a:lnTo>
                  <a:lnTo>
                    <a:pt x="1442845" y="1669152"/>
                  </a:lnTo>
                  <a:lnTo>
                    <a:pt x="1442816" y="1669155"/>
                  </a:lnTo>
                  <a:lnTo>
                    <a:pt x="1442787" y="1669162"/>
                  </a:lnTo>
                  <a:lnTo>
                    <a:pt x="1442761" y="1669174"/>
                  </a:lnTo>
                  <a:lnTo>
                    <a:pt x="1442732" y="1669192"/>
                  </a:lnTo>
                  <a:lnTo>
                    <a:pt x="1442705" y="1669213"/>
                  </a:lnTo>
                  <a:lnTo>
                    <a:pt x="1442684" y="1669233"/>
                  </a:lnTo>
                  <a:lnTo>
                    <a:pt x="1442664" y="1669250"/>
                  </a:lnTo>
                  <a:lnTo>
                    <a:pt x="1442645" y="1669274"/>
                  </a:lnTo>
                  <a:lnTo>
                    <a:pt x="1442630" y="1669295"/>
                  </a:lnTo>
                  <a:lnTo>
                    <a:pt x="1442619" y="1669325"/>
                  </a:lnTo>
                  <a:lnTo>
                    <a:pt x="1442613" y="1669344"/>
                  </a:lnTo>
                  <a:lnTo>
                    <a:pt x="1442606" y="1669367"/>
                  </a:lnTo>
                  <a:lnTo>
                    <a:pt x="1442601" y="1669401"/>
                  </a:lnTo>
                  <a:lnTo>
                    <a:pt x="1442599" y="1669414"/>
                  </a:lnTo>
                  <a:lnTo>
                    <a:pt x="1442596" y="1669430"/>
                  </a:lnTo>
                  <a:lnTo>
                    <a:pt x="1442595" y="1669449"/>
                  </a:lnTo>
                  <a:lnTo>
                    <a:pt x="1442594" y="1669462"/>
                  </a:lnTo>
                  <a:lnTo>
                    <a:pt x="1442592" y="1669473"/>
                  </a:lnTo>
                  <a:lnTo>
                    <a:pt x="1442587" y="1669480"/>
                  </a:lnTo>
                  <a:lnTo>
                    <a:pt x="1442567" y="1669477"/>
                  </a:lnTo>
                  <a:lnTo>
                    <a:pt x="1442545" y="1669478"/>
                  </a:lnTo>
                  <a:lnTo>
                    <a:pt x="1442519" y="1669475"/>
                  </a:lnTo>
                  <a:lnTo>
                    <a:pt x="1442487" y="1669466"/>
                  </a:lnTo>
                  <a:lnTo>
                    <a:pt x="1442452" y="1669447"/>
                  </a:lnTo>
                  <a:lnTo>
                    <a:pt x="1442413" y="1669419"/>
                  </a:lnTo>
                  <a:lnTo>
                    <a:pt x="1442366" y="1669379"/>
                  </a:lnTo>
                  <a:lnTo>
                    <a:pt x="1442318" y="1669333"/>
                  </a:lnTo>
                  <a:lnTo>
                    <a:pt x="1442289" y="1669307"/>
                  </a:lnTo>
                  <a:lnTo>
                    <a:pt x="1442251" y="1669271"/>
                  </a:lnTo>
                  <a:lnTo>
                    <a:pt x="1442230" y="1669251"/>
                  </a:lnTo>
                  <a:lnTo>
                    <a:pt x="1442202" y="1669228"/>
                  </a:lnTo>
                  <a:lnTo>
                    <a:pt x="1442180" y="1669216"/>
                  </a:lnTo>
                  <a:lnTo>
                    <a:pt x="1442152" y="1669200"/>
                  </a:lnTo>
                  <a:lnTo>
                    <a:pt x="1442130" y="1669188"/>
                  </a:lnTo>
                  <a:lnTo>
                    <a:pt x="1442103" y="1669169"/>
                  </a:lnTo>
                  <a:lnTo>
                    <a:pt x="1442069" y="1669139"/>
                  </a:lnTo>
                  <a:lnTo>
                    <a:pt x="1442037" y="1669107"/>
                  </a:lnTo>
                  <a:lnTo>
                    <a:pt x="1442011" y="1669072"/>
                  </a:lnTo>
                  <a:lnTo>
                    <a:pt x="1441994" y="1669046"/>
                  </a:lnTo>
                  <a:lnTo>
                    <a:pt x="1441981" y="1669024"/>
                  </a:lnTo>
                  <a:lnTo>
                    <a:pt x="1441962" y="1668984"/>
                  </a:lnTo>
                  <a:lnTo>
                    <a:pt x="1441954" y="1668962"/>
                  </a:lnTo>
                  <a:lnTo>
                    <a:pt x="1441944" y="1668928"/>
                  </a:lnTo>
                  <a:lnTo>
                    <a:pt x="1441933" y="1668891"/>
                  </a:lnTo>
                  <a:lnTo>
                    <a:pt x="1441928" y="1668855"/>
                  </a:lnTo>
                  <a:lnTo>
                    <a:pt x="1441919" y="1668826"/>
                  </a:lnTo>
                  <a:lnTo>
                    <a:pt x="1441908" y="1668795"/>
                  </a:lnTo>
                  <a:lnTo>
                    <a:pt x="1441892" y="1668760"/>
                  </a:lnTo>
                  <a:lnTo>
                    <a:pt x="1441882" y="1668736"/>
                  </a:lnTo>
                  <a:lnTo>
                    <a:pt x="1441871" y="1668709"/>
                  </a:lnTo>
                  <a:lnTo>
                    <a:pt x="1441859" y="1668683"/>
                  </a:lnTo>
                  <a:lnTo>
                    <a:pt x="1441847" y="1668660"/>
                  </a:lnTo>
                  <a:lnTo>
                    <a:pt x="1441836" y="1668636"/>
                  </a:lnTo>
                  <a:lnTo>
                    <a:pt x="1441808" y="1668583"/>
                  </a:lnTo>
                  <a:lnTo>
                    <a:pt x="1441799" y="1668562"/>
                  </a:lnTo>
                  <a:lnTo>
                    <a:pt x="1441779" y="1668517"/>
                  </a:lnTo>
                  <a:lnTo>
                    <a:pt x="1441770" y="1668496"/>
                  </a:lnTo>
                  <a:lnTo>
                    <a:pt x="1441760" y="1668473"/>
                  </a:lnTo>
                  <a:lnTo>
                    <a:pt x="1441747" y="1668452"/>
                  </a:lnTo>
                  <a:lnTo>
                    <a:pt x="1441736" y="1668434"/>
                  </a:lnTo>
                  <a:lnTo>
                    <a:pt x="1441719" y="1668417"/>
                  </a:lnTo>
                  <a:lnTo>
                    <a:pt x="1441705" y="1668406"/>
                  </a:lnTo>
                  <a:lnTo>
                    <a:pt x="1441689" y="1668394"/>
                  </a:lnTo>
                  <a:lnTo>
                    <a:pt x="1441668" y="1668382"/>
                  </a:lnTo>
                  <a:lnTo>
                    <a:pt x="1441639" y="1668372"/>
                  </a:lnTo>
                  <a:lnTo>
                    <a:pt x="1441613" y="1668363"/>
                  </a:lnTo>
                  <a:lnTo>
                    <a:pt x="1441579" y="1668361"/>
                  </a:lnTo>
                  <a:lnTo>
                    <a:pt x="1441551" y="1668358"/>
                  </a:lnTo>
                  <a:lnTo>
                    <a:pt x="1441526" y="1668360"/>
                  </a:lnTo>
                  <a:lnTo>
                    <a:pt x="1441503" y="1668362"/>
                  </a:lnTo>
                  <a:lnTo>
                    <a:pt x="1441475" y="1668363"/>
                  </a:lnTo>
                  <a:lnTo>
                    <a:pt x="1441448" y="1668368"/>
                  </a:lnTo>
                  <a:lnTo>
                    <a:pt x="1441424" y="1668371"/>
                  </a:lnTo>
                  <a:lnTo>
                    <a:pt x="1441397" y="1668376"/>
                  </a:lnTo>
                  <a:lnTo>
                    <a:pt x="1441368" y="1668378"/>
                  </a:lnTo>
                  <a:lnTo>
                    <a:pt x="1441344" y="1668379"/>
                  </a:lnTo>
                  <a:lnTo>
                    <a:pt x="1441320" y="1668378"/>
                  </a:lnTo>
                  <a:lnTo>
                    <a:pt x="1441289" y="1668373"/>
                  </a:lnTo>
                  <a:lnTo>
                    <a:pt x="1441258" y="1668367"/>
                  </a:lnTo>
                  <a:lnTo>
                    <a:pt x="1441235" y="1668363"/>
                  </a:lnTo>
                  <a:lnTo>
                    <a:pt x="1441207" y="1668357"/>
                  </a:lnTo>
                  <a:lnTo>
                    <a:pt x="1441186" y="1668353"/>
                  </a:lnTo>
                  <a:lnTo>
                    <a:pt x="1441168" y="1668348"/>
                  </a:lnTo>
                  <a:lnTo>
                    <a:pt x="1441147" y="1668343"/>
                  </a:lnTo>
                  <a:lnTo>
                    <a:pt x="1441128" y="1668336"/>
                  </a:lnTo>
                  <a:lnTo>
                    <a:pt x="1441113" y="1668330"/>
                  </a:lnTo>
                  <a:lnTo>
                    <a:pt x="1441099" y="1668323"/>
                  </a:lnTo>
                  <a:lnTo>
                    <a:pt x="1441087" y="1668313"/>
                  </a:lnTo>
                  <a:lnTo>
                    <a:pt x="1441075" y="1668302"/>
                  </a:lnTo>
                  <a:lnTo>
                    <a:pt x="1441068" y="1668294"/>
                  </a:lnTo>
                  <a:lnTo>
                    <a:pt x="1441059" y="1668284"/>
                  </a:lnTo>
                  <a:lnTo>
                    <a:pt x="1441051" y="1668267"/>
                  </a:lnTo>
                  <a:lnTo>
                    <a:pt x="1441038" y="1668232"/>
                  </a:lnTo>
                  <a:lnTo>
                    <a:pt x="1441024" y="1668197"/>
                  </a:lnTo>
                  <a:lnTo>
                    <a:pt x="1441011" y="1668163"/>
                  </a:lnTo>
                  <a:lnTo>
                    <a:pt x="1440999" y="1668128"/>
                  </a:lnTo>
                  <a:lnTo>
                    <a:pt x="1440987" y="1668092"/>
                  </a:lnTo>
                  <a:lnTo>
                    <a:pt x="1440979" y="1668056"/>
                  </a:lnTo>
                  <a:lnTo>
                    <a:pt x="1440974" y="1668019"/>
                  </a:lnTo>
                  <a:lnTo>
                    <a:pt x="1440971" y="1667982"/>
                  </a:lnTo>
                  <a:lnTo>
                    <a:pt x="1440967" y="1667945"/>
                  </a:lnTo>
                  <a:lnTo>
                    <a:pt x="1440961" y="1667908"/>
                  </a:lnTo>
                  <a:lnTo>
                    <a:pt x="1440952" y="1667871"/>
                  </a:lnTo>
                  <a:lnTo>
                    <a:pt x="1440938" y="1667836"/>
                  </a:lnTo>
                  <a:lnTo>
                    <a:pt x="1440923" y="1667802"/>
                  </a:lnTo>
                  <a:lnTo>
                    <a:pt x="1440905" y="1667769"/>
                  </a:lnTo>
                  <a:lnTo>
                    <a:pt x="1440886" y="1667737"/>
                  </a:lnTo>
                  <a:lnTo>
                    <a:pt x="1440862" y="1667710"/>
                  </a:lnTo>
                  <a:lnTo>
                    <a:pt x="1440836" y="1667684"/>
                  </a:lnTo>
                  <a:lnTo>
                    <a:pt x="1440809" y="1667660"/>
                  </a:lnTo>
                  <a:lnTo>
                    <a:pt x="1440776" y="1667645"/>
                  </a:lnTo>
                  <a:lnTo>
                    <a:pt x="1440740" y="1667642"/>
                  </a:lnTo>
                  <a:lnTo>
                    <a:pt x="1440705" y="1667648"/>
                  </a:lnTo>
                  <a:lnTo>
                    <a:pt x="1440673" y="1667663"/>
                  </a:lnTo>
                  <a:lnTo>
                    <a:pt x="1440665" y="1667672"/>
                  </a:lnTo>
                  <a:lnTo>
                    <a:pt x="1440649" y="1667691"/>
                  </a:lnTo>
                  <a:lnTo>
                    <a:pt x="1440628" y="1667721"/>
                  </a:lnTo>
                  <a:lnTo>
                    <a:pt x="1440596" y="1667787"/>
                  </a:lnTo>
                  <a:lnTo>
                    <a:pt x="1440581" y="1667821"/>
                  </a:lnTo>
                  <a:lnTo>
                    <a:pt x="1440565" y="1667854"/>
                  </a:lnTo>
                  <a:lnTo>
                    <a:pt x="1440544" y="1667885"/>
                  </a:lnTo>
                  <a:lnTo>
                    <a:pt x="1440524" y="1667914"/>
                  </a:lnTo>
                  <a:lnTo>
                    <a:pt x="1440501" y="1667942"/>
                  </a:lnTo>
                  <a:lnTo>
                    <a:pt x="1440475" y="1667966"/>
                  </a:lnTo>
                  <a:lnTo>
                    <a:pt x="1440443" y="1667984"/>
                  </a:lnTo>
                  <a:lnTo>
                    <a:pt x="1440408" y="1667987"/>
                  </a:lnTo>
                  <a:lnTo>
                    <a:pt x="1440375" y="1667978"/>
                  </a:lnTo>
                  <a:lnTo>
                    <a:pt x="1440341" y="1667961"/>
                  </a:lnTo>
                  <a:lnTo>
                    <a:pt x="1440278" y="1667936"/>
                  </a:lnTo>
                  <a:lnTo>
                    <a:pt x="1440245" y="1667924"/>
                  </a:lnTo>
                  <a:lnTo>
                    <a:pt x="1440222" y="1667909"/>
                  </a:lnTo>
                  <a:lnTo>
                    <a:pt x="1440209" y="1667896"/>
                  </a:lnTo>
                  <a:lnTo>
                    <a:pt x="1440190" y="1667865"/>
                  </a:lnTo>
                  <a:lnTo>
                    <a:pt x="1440181" y="1667828"/>
                  </a:lnTo>
                  <a:lnTo>
                    <a:pt x="1440182" y="1667796"/>
                  </a:lnTo>
                  <a:lnTo>
                    <a:pt x="1440205" y="1667736"/>
                  </a:lnTo>
                  <a:lnTo>
                    <a:pt x="1440252" y="1667634"/>
                  </a:lnTo>
                  <a:lnTo>
                    <a:pt x="1440272" y="1667542"/>
                  </a:lnTo>
                  <a:lnTo>
                    <a:pt x="1440275" y="1667501"/>
                  </a:lnTo>
                  <a:lnTo>
                    <a:pt x="1440271" y="1667456"/>
                  </a:lnTo>
                  <a:lnTo>
                    <a:pt x="1440263" y="1667416"/>
                  </a:lnTo>
                  <a:lnTo>
                    <a:pt x="1440248" y="1667390"/>
                  </a:lnTo>
                  <a:lnTo>
                    <a:pt x="1440217" y="1667348"/>
                  </a:lnTo>
                  <a:lnTo>
                    <a:pt x="1440150" y="1667276"/>
                  </a:lnTo>
                  <a:lnTo>
                    <a:pt x="1440063" y="1667195"/>
                  </a:lnTo>
                  <a:lnTo>
                    <a:pt x="1439960" y="1667103"/>
                  </a:lnTo>
                  <a:lnTo>
                    <a:pt x="1439879" y="1667010"/>
                  </a:lnTo>
                  <a:lnTo>
                    <a:pt x="1439741" y="1666847"/>
                  </a:lnTo>
                  <a:lnTo>
                    <a:pt x="1439681" y="1666774"/>
                  </a:lnTo>
                  <a:lnTo>
                    <a:pt x="1439581" y="1666659"/>
                  </a:lnTo>
                  <a:lnTo>
                    <a:pt x="1439507" y="1666563"/>
                  </a:lnTo>
                  <a:lnTo>
                    <a:pt x="1439451" y="1666471"/>
                  </a:lnTo>
                  <a:lnTo>
                    <a:pt x="1439360" y="1666352"/>
                  </a:lnTo>
                  <a:lnTo>
                    <a:pt x="1439299" y="1666278"/>
                  </a:lnTo>
                  <a:lnTo>
                    <a:pt x="1439252" y="1666208"/>
                  </a:lnTo>
                  <a:lnTo>
                    <a:pt x="1439192" y="1666145"/>
                  </a:lnTo>
                  <a:lnTo>
                    <a:pt x="1439128" y="1666090"/>
                  </a:lnTo>
                  <a:lnTo>
                    <a:pt x="1439095" y="1666065"/>
                  </a:lnTo>
                  <a:lnTo>
                    <a:pt x="1439055" y="1666043"/>
                  </a:lnTo>
                  <a:lnTo>
                    <a:pt x="1439038" y="1666030"/>
                  </a:lnTo>
                  <a:lnTo>
                    <a:pt x="1439025" y="1666013"/>
                  </a:lnTo>
                  <a:lnTo>
                    <a:pt x="1439009" y="1666007"/>
                  </a:lnTo>
                  <a:lnTo>
                    <a:pt x="1438991" y="1666004"/>
                  </a:lnTo>
                  <a:lnTo>
                    <a:pt x="1438961" y="1666003"/>
                  </a:lnTo>
                  <a:lnTo>
                    <a:pt x="1438904" y="1666008"/>
                  </a:lnTo>
                  <a:lnTo>
                    <a:pt x="1438855" y="1666042"/>
                  </a:lnTo>
                  <a:lnTo>
                    <a:pt x="1438830" y="1666089"/>
                  </a:lnTo>
                  <a:lnTo>
                    <a:pt x="1438822" y="1666156"/>
                  </a:lnTo>
                  <a:lnTo>
                    <a:pt x="1438820" y="1666168"/>
                  </a:lnTo>
                  <a:lnTo>
                    <a:pt x="1438810" y="1666237"/>
                  </a:lnTo>
                  <a:lnTo>
                    <a:pt x="1438799" y="1666290"/>
                  </a:lnTo>
                  <a:lnTo>
                    <a:pt x="1438784" y="1666315"/>
                  </a:lnTo>
                  <a:lnTo>
                    <a:pt x="1438752" y="1666349"/>
                  </a:lnTo>
                  <a:lnTo>
                    <a:pt x="1438716" y="1666364"/>
                  </a:lnTo>
                  <a:lnTo>
                    <a:pt x="1438684" y="1666367"/>
                  </a:lnTo>
                  <a:lnTo>
                    <a:pt x="1438632" y="1666360"/>
                  </a:lnTo>
                  <a:lnTo>
                    <a:pt x="1438589" y="1666342"/>
                  </a:lnTo>
                  <a:lnTo>
                    <a:pt x="1438540" y="1666314"/>
                  </a:lnTo>
                  <a:lnTo>
                    <a:pt x="1438503" y="1666291"/>
                  </a:lnTo>
                  <a:lnTo>
                    <a:pt x="1438440" y="1666249"/>
                  </a:lnTo>
                  <a:lnTo>
                    <a:pt x="1438397" y="1666219"/>
                  </a:lnTo>
                  <a:lnTo>
                    <a:pt x="1438351" y="1666167"/>
                  </a:lnTo>
                  <a:lnTo>
                    <a:pt x="1438305" y="1666092"/>
                  </a:lnTo>
                  <a:lnTo>
                    <a:pt x="1438261" y="1665993"/>
                  </a:lnTo>
                  <a:lnTo>
                    <a:pt x="1438219" y="1665907"/>
                  </a:lnTo>
                  <a:lnTo>
                    <a:pt x="1438174" y="1665809"/>
                  </a:lnTo>
                  <a:lnTo>
                    <a:pt x="1438146" y="1665753"/>
                  </a:lnTo>
                  <a:lnTo>
                    <a:pt x="1438101" y="1665693"/>
                  </a:lnTo>
                  <a:lnTo>
                    <a:pt x="1438081" y="1665655"/>
                  </a:lnTo>
                  <a:lnTo>
                    <a:pt x="1438068" y="1665608"/>
                  </a:lnTo>
                  <a:lnTo>
                    <a:pt x="1438040" y="1665564"/>
                  </a:lnTo>
                  <a:lnTo>
                    <a:pt x="1437976" y="1665476"/>
                  </a:lnTo>
                  <a:lnTo>
                    <a:pt x="1437916" y="1665390"/>
                  </a:lnTo>
                  <a:lnTo>
                    <a:pt x="1437854" y="1665299"/>
                  </a:lnTo>
                  <a:lnTo>
                    <a:pt x="1437779" y="1665206"/>
                  </a:lnTo>
                  <a:lnTo>
                    <a:pt x="1437697" y="1665109"/>
                  </a:lnTo>
                  <a:lnTo>
                    <a:pt x="1437654" y="1665061"/>
                  </a:lnTo>
                  <a:lnTo>
                    <a:pt x="1437603" y="1665023"/>
                  </a:lnTo>
                  <a:lnTo>
                    <a:pt x="1437537" y="1664983"/>
                  </a:lnTo>
                  <a:lnTo>
                    <a:pt x="1437457" y="1664950"/>
                  </a:lnTo>
                  <a:lnTo>
                    <a:pt x="1437402" y="1664926"/>
                  </a:lnTo>
                  <a:lnTo>
                    <a:pt x="1437325" y="1664895"/>
                  </a:lnTo>
                  <a:lnTo>
                    <a:pt x="1437253" y="1664856"/>
                  </a:lnTo>
                  <a:lnTo>
                    <a:pt x="1437173" y="1664796"/>
                  </a:lnTo>
                  <a:lnTo>
                    <a:pt x="1437050" y="1664696"/>
                  </a:lnTo>
                  <a:lnTo>
                    <a:pt x="1436950" y="1664593"/>
                  </a:lnTo>
                  <a:lnTo>
                    <a:pt x="1436907" y="1664534"/>
                  </a:lnTo>
                  <a:lnTo>
                    <a:pt x="1436884" y="1664461"/>
                  </a:lnTo>
                  <a:lnTo>
                    <a:pt x="1436869" y="1664407"/>
                  </a:lnTo>
                  <a:lnTo>
                    <a:pt x="1436822" y="1664311"/>
                  </a:lnTo>
                  <a:lnTo>
                    <a:pt x="1436757" y="1664166"/>
                  </a:lnTo>
                  <a:lnTo>
                    <a:pt x="1436682" y="1664071"/>
                  </a:lnTo>
                  <a:lnTo>
                    <a:pt x="1436607" y="1663998"/>
                  </a:lnTo>
                  <a:lnTo>
                    <a:pt x="1436546" y="1663946"/>
                  </a:lnTo>
                  <a:lnTo>
                    <a:pt x="1436486" y="1663880"/>
                  </a:lnTo>
                  <a:lnTo>
                    <a:pt x="1436390" y="1663799"/>
                  </a:lnTo>
                  <a:lnTo>
                    <a:pt x="1436344" y="1663758"/>
                  </a:lnTo>
                  <a:lnTo>
                    <a:pt x="1436289" y="1663734"/>
                  </a:lnTo>
                  <a:lnTo>
                    <a:pt x="1436251" y="1663715"/>
                  </a:lnTo>
                  <a:lnTo>
                    <a:pt x="1436182" y="1663682"/>
                  </a:lnTo>
                  <a:lnTo>
                    <a:pt x="1436110" y="1663644"/>
                  </a:lnTo>
                  <a:lnTo>
                    <a:pt x="1436035" y="1663595"/>
                  </a:lnTo>
                  <a:lnTo>
                    <a:pt x="1435971" y="1663522"/>
                  </a:lnTo>
                  <a:lnTo>
                    <a:pt x="1435947" y="1663491"/>
                  </a:lnTo>
                  <a:lnTo>
                    <a:pt x="1435897" y="1663425"/>
                  </a:lnTo>
                  <a:lnTo>
                    <a:pt x="1435839" y="1663307"/>
                  </a:lnTo>
                  <a:lnTo>
                    <a:pt x="1435802" y="1663212"/>
                  </a:lnTo>
                  <a:lnTo>
                    <a:pt x="1435769" y="1663132"/>
                  </a:lnTo>
                  <a:lnTo>
                    <a:pt x="1435722" y="1662965"/>
                  </a:lnTo>
                  <a:lnTo>
                    <a:pt x="1435678" y="1662844"/>
                  </a:lnTo>
                  <a:lnTo>
                    <a:pt x="1435624" y="1662708"/>
                  </a:lnTo>
                  <a:lnTo>
                    <a:pt x="1435601" y="1662657"/>
                  </a:lnTo>
                  <a:lnTo>
                    <a:pt x="1435575" y="1662619"/>
                  </a:lnTo>
                  <a:lnTo>
                    <a:pt x="1435556" y="1662579"/>
                  </a:lnTo>
                  <a:lnTo>
                    <a:pt x="1435541" y="1662540"/>
                  </a:lnTo>
                  <a:lnTo>
                    <a:pt x="1435531" y="1662504"/>
                  </a:lnTo>
                  <a:lnTo>
                    <a:pt x="1435522" y="1662463"/>
                  </a:lnTo>
                  <a:lnTo>
                    <a:pt x="1435503" y="1662417"/>
                  </a:lnTo>
                  <a:lnTo>
                    <a:pt x="1435479" y="1662373"/>
                  </a:lnTo>
                  <a:lnTo>
                    <a:pt x="1435460" y="1662345"/>
                  </a:lnTo>
                  <a:lnTo>
                    <a:pt x="1435443" y="1662321"/>
                  </a:lnTo>
                  <a:lnTo>
                    <a:pt x="1435429" y="1662300"/>
                  </a:lnTo>
                  <a:lnTo>
                    <a:pt x="1435409" y="1662273"/>
                  </a:lnTo>
                  <a:lnTo>
                    <a:pt x="1435399" y="1662257"/>
                  </a:lnTo>
                  <a:lnTo>
                    <a:pt x="1435375" y="1662222"/>
                  </a:lnTo>
                  <a:lnTo>
                    <a:pt x="1435353" y="1662191"/>
                  </a:lnTo>
                  <a:lnTo>
                    <a:pt x="1435330" y="1662163"/>
                  </a:lnTo>
                  <a:lnTo>
                    <a:pt x="1435300" y="1662134"/>
                  </a:lnTo>
                  <a:lnTo>
                    <a:pt x="1435270" y="1662108"/>
                  </a:lnTo>
                  <a:lnTo>
                    <a:pt x="1435240" y="1662086"/>
                  </a:lnTo>
                  <a:lnTo>
                    <a:pt x="1435209" y="1662063"/>
                  </a:lnTo>
                  <a:lnTo>
                    <a:pt x="1435177" y="1662040"/>
                  </a:lnTo>
                  <a:lnTo>
                    <a:pt x="1435113" y="1661997"/>
                  </a:lnTo>
                  <a:lnTo>
                    <a:pt x="1435082" y="1661976"/>
                  </a:lnTo>
                  <a:lnTo>
                    <a:pt x="1435051" y="1661955"/>
                  </a:lnTo>
                  <a:lnTo>
                    <a:pt x="1435034" y="1661943"/>
                  </a:lnTo>
                  <a:lnTo>
                    <a:pt x="1435022" y="1661930"/>
                  </a:lnTo>
                  <a:lnTo>
                    <a:pt x="1435010" y="1661912"/>
                  </a:lnTo>
                  <a:lnTo>
                    <a:pt x="1435000" y="1661895"/>
                  </a:lnTo>
                  <a:lnTo>
                    <a:pt x="1434983" y="1661853"/>
                  </a:lnTo>
                  <a:lnTo>
                    <a:pt x="1434973" y="1661812"/>
                  </a:lnTo>
                  <a:lnTo>
                    <a:pt x="1434966" y="1661774"/>
                  </a:lnTo>
                  <a:lnTo>
                    <a:pt x="1434956" y="1661735"/>
                  </a:lnTo>
                  <a:lnTo>
                    <a:pt x="1434946" y="1661698"/>
                  </a:lnTo>
                  <a:lnTo>
                    <a:pt x="1434928" y="1661663"/>
                  </a:lnTo>
                  <a:lnTo>
                    <a:pt x="1434905" y="1661632"/>
                  </a:lnTo>
                  <a:lnTo>
                    <a:pt x="1434881" y="1661600"/>
                  </a:lnTo>
                  <a:lnTo>
                    <a:pt x="1434853" y="1661570"/>
                  </a:lnTo>
                  <a:lnTo>
                    <a:pt x="1434828" y="1661541"/>
                  </a:lnTo>
                  <a:lnTo>
                    <a:pt x="1434804" y="1661510"/>
                  </a:lnTo>
                  <a:lnTo>
                    <a:pt x="1434781" y="1661477"/>
                  </a:lnTo>
                  <a:lnTo>
                    <a:pt x="1434759" y="1661444"/>
                  </a:lnTo>
                  <a:lnTo>
                    <a:pt x="1434735" y="1661414"/>
                  </a:lnTo>
                  <a:lnTo>
                    <a:pt x="1434710" y="1661383"/>
                  </a:lnTo>
                  <a:lnTo>
                    <a:pt x="1434686" y="1661347"/>
                  </a:lnTo>
                  <a:lnTo>
                    <a:pt x="1434664" y="1661315"/>
                  </a:lnTo>
                  <a:lnTo>
                    <a:pt x="1434643" y="1661283"/>
                  </a:lnTo>
                  <a:lnTo>
                    <a:pt x="1434625" y="1661248"/>
                  </a:lnTo>
                  <a:lnTo>
                    <a:pt x="1434604" y="1661212"/>
                  </a:lnTo>
                  <a:lnTo>
                    <a:pt x="1434583" y="1661178"/>
                  </a:lnTo>
                  <a:lnTo>
                    <a:pt x="1434559" y="1661144"/>
                  </a:lnTo>
                  <a:lnTo>
                    <a:pt x="1434536" y="1661115"/>
                  </a:lnTo>
                  <a:lnTo>
                    <a:pt x="1434508" y="1661087"/>
                  </a:lnTo>
                  <a:lnTo>
                    <a:pt x="1434479" y="1661062"/>
                  </a:lnTo>
                  <a:lnTo>
                    <a:pt x="1434446" y="1661041"/>
                  </a:lnTo>
                  <a:lnTo>
                    <a:pt x="1434413" y="1661020"/>
                  </a:lnTo>
                  <a:lnTo>
                    <a:pt x="1434378" y="1661002"/>
                  </a:lnTo>
                  <a:lnTo>
                    <a:pt x="1434344" y="1660983"/>
                  </a:lnTo>
                  <a:lnTo>
                    <a:pt x="1434311" y="1660965"/>
                  </a:lnTo>
                  <a:lnTo>
                    <a:pt x="1434277" y="1660946"/>
                  </a:lnTo>
                  <a:lnTo>
                    <a:pt x="1434244" y="1660925"/>
                  </a:lnTo>
                  <a:lnTo>
                    <a:pt x="1434212" y="1660903"/>
                  </a:lnTo>
                  <a:lnTo>
                    <a:pt x="1434181" y="1660880"/>
                  </a:lnTo>
                  <a:lnTo>
                    <a:pt x="1434150" y="1660855"/>
                  </a:lnTo>
                  <a:lnTo>
                    <a:pt x="1434121" y="1660829"/>
                  </a:lnTo>
                  <a:lnTo>
                    <a:pt x="1434105" y="1660810"/>
                  </a:lnTo>
                  <a:lnTo>
                    <a:pt x="1434088" y="1660793"/>
                  </a:lnTo>
                  <a:lnTo>
                    <a:pt x="1434070" y="1660776"/>
                  </a:lnTo>
                  <a:lnTo>
                    <a:pt x="1434052" y="1660759"/>
                  </a:lnTo>
                  <a:lnTo>
                    <a:pt x="1434034" y="1660741"/>
                  </a:lnTo>
                  <a:lnTo>
                    <a:pt x="1434019" y="1660721"/>
                  </a:lnTo>
                  <a:lnTo>
                    <a:pt x="1434006" y="1660701"/>
                  </a:lnTo>
                  <a:lnTo>
                    <a:pt x="1433992" y="1660681"/>
                  </a:lnTo>
                  <a:lnTo>
                    <a:pt x="1433975" y="1660663"/>
                  </a:lnTo>
                  <a:lnTo>
                    <a:pt x="1433958" y="1660645"/>
                  </a:lnTo>
                  <a:lnTo>
                    <a:pt x="1433943" y="1660626"/>
                  </a:lnTo>
                  <a:lnTo>
                    <a:pt x="1433930" y="1660606"/>
                  </a:lnTo>
                  <a:lnTo>
                    <a:pt x="1433922" y="1660582"/>
                  </a:lnTo>
                  <a:lnTo>
                    <a:pt x="1433915" y="1660558"/>
                  </a:lnTo>
                  <a:lnTo>
                    <a:pt x="1433909" y="1660534"/>
                  </a:lnTo>
                  <a:lnTo>
                    <a:pt x="1433903" y="1660510"/>
                  </a:lnTo>
                  <a:lnTo>
                    <a:pt x="1433891" y="1660460"/>
                  </a:lnTo>
                  <a:lnTo>
                    <a:pt x="1433883" y="1660436"/>
                  </a:lnTo>
                  <a:lnTo>
                    <a:pt x="1433875" y="1660412"/>
                  </a:lnTo>
                  <a:lnTo>
                    <a:pt x="1433866" y="1660389"/>
                  </a:lnTo>
                  <a:lnTo>
                    <a:pt x="1433857" y="1660366"/>
                  </a:lnTo>
                  <a:lnTo>
                    <a:pt x="1433846" y="1660343"/>
                  </a:lnTo>
                  <a:lnTo>
                    <a:pt x="1433834" y="1660320"/>
                  </a:lnTo>
                  <a:lnTo>
                    <a:pt x="1433823" y="1660296"/>
                  </a:lnTo>
                  <a:lnTo>
                    <a:pt x="1433801" y="1660246"/>
                  </a:lnTo>
                  <a:lnTo>
                    <a:pt x="1433790" y="1660223"/>
                  </a:lnTo>
                  <a:lnTo>
                    <a:pt x="1433763" y="1660178"/>
                  </a:lnTo>
                  <a:lnTo>
                    <a:pt x="1433747" y="1660159"/>
                  </a:lnTo>
                  <a:lnTo>
                    <a:pt x="1433725" y="1660144"/>
                  </a:lnTo>
                  <a:lnTo>
                    <a:pt x="1433705" y="1660129"/>
                  </a:lnTo>
                  <a:lnTo>
                    <a:pt x="1433687" y="1660112"/>
                  </a:lnTo>
                  <a:lnTo>
                    <a:pt x="1433673" y="1660092"/>
                  </a:lnTo>
                  <a:lnTo>
                    <a:pt x="1433654" y="1660076"/>
                  </a:lnTo>
                  <a:lnTo>
                    <a:pt x="1433632" y="1660066"/>
                  </a:lnTo>
                  <a:lnTo>
                    <a:pt x="1433608" y="1660059"/>
                  </a:lnTo>
                  <a:lnTo>
                    <a:pt x="1433584" y="1660059"/>
                  </a:lnTo>
                  <a:lnTo>
                    <a:pt x="1433561" y="1660056"/>
                  </a:lnTo>
                  <a:lnTo>
                    <a:pt x="1433538" y="1660046"/>
                  </a:lnTo>
                  <a:lnTo>
                    <a:pt x="1433521" y="1660028"/>
                  </a:lnTo>
                  <a:lnTo>
                    <a:pt x="1433506" y="1660007"/>
                  </a:lnTo>
                  <a:lnTo>
                    <a:pt x="1433494" y="1659985"/>
                  </a:lnTo>
                  <a:lnTo>
                    <a:pt x="1433482" y="1659962"/>
                  </a:lnTo>
                  <a:lnTo>
                    <a:pt x="1433474" y="1659940"/>
                  </a:lnTo>
                  <a:lnTo>
                    <a:pt x="1433466" y="1659915"/>
                  </a:lnTo>
                  <a:lnTo>
                    <a:pt x="1433455" y="1659891"/>
                  </a:lnTo>
                  <a:lnTo>
                    <a:pt x="1433442" y="1659867"/>
                  </a:lnTo>
                  <a:lnTo>
                    <a:pt x="1433417" y="1659822"/>
                  </a:lnTo>
                  <a:lnTo>
                    <a:pt x="1433406" y="1659800"/>
                  </a:lnTo>
                  <a:lnTo>
                    <a:pt x="1433396" y="1659776"/>
                  </a:lnTo>
                  <a:lnTo>
                    <a:pt x="1433385" y="1659753"/>
                  </a:lnTo>
                  <a:lnTo>
                    <a:pt x="1433374" y="1659730"/>
                  </a:lnTo>
                  <a:lnTo>
                    <a:pt x="1433363" y="1659708"/>
                  </a:lnTo>
                  <a:lnTo>
                    <a:pt x="1433351" y="1659685"/>
                  </a:lnTo>
                  <a:lnTo>
                    <a:pt x="1433339" y="1659661"/>
                  </a:lnTo>
                  <a:lnTo>
                    <a:pt x="1433332" y="1659636"/>
                  </a:lnTo>
                  <a:lnTo>
                    <a:pt x="1433324" y="1659612"/>
                  </a:lnTo>
                  <a:lnTo>
                    <a:pt x="1433320" y="1659587"/>
                  </a:lnTo>
                  <a:lnTo>
                    <a:pt x="1433309" y="1659564"/>
                  </a:lnTo>
                  <a:lnTo>
                    <a:pt x="1433295" y="1659544"/>
                  </a:lnTo>
                  <a:lnTo>
                    <a:pt x="1433278" y="1659526"/>
                  </a:lnTo>
                  <a:lnTo>
                    <a:pt x="1433259" y="1659512"/>
                  </a:lnTo>
                  <a:lnTo>
                    <a:pt x="1433236" y="1659506"/>
                  </a:lnTo>
                  <a:lnTo>
                    <a:pt x="1433213" y="1659509"/>
                  </a:lnTo>
                  <a:lnTo>
                    <a:pt x="1433190" y="1659516"/>
                  </a:lnTo>
                  <a:lnTo>
                    <a:pt x="1433168" y="1659525"/>
                  </a:lnTo>
                  <a:lnTo>
                    <a:pt x="1433100" y="1659556"/>
                  </a:lnTo>
                  <a:lnTo>
                    <a:pt x="1433093" y="1659560"/>
                  </a:lnTo>
                  <a:lnTo>
                    <a:pt x="1433078" y="1659568"/>
                  </a:lnTo>
                  <a:lnTo>
                    <a:pt x="1433033" y="1659587"/>
                  </a:lnTo>
                  <a:lnTo>
                    <a:pt x="1433009" y="1659598"/>
                  </a:lnTo>
                  <a:lnTo>
                    <a:pt x="1432987" y="1659607"/>
                  </a:lnTo>
                  <a:lnTo>
                    <a:pt x="1432964" y="1659616"/>
                  </a:lnTo>
                  <a:lnTo>
                    <a:pt x="1432942" y="1659625"/>
                  </a:lnTo>
                  <a:lnTo>
                    <a:pt x="1432918" y="1659634"/>
                  </a:lnTo>
                  <a:lnTo>
                    <a:pt x="1432895" y="1659642"/>
                  </a:lnTo>
                  <a:lnTo>
                    <a:pt x="1432871" y="1659648"/>
                  </a:lnTo>
                  <a:lnTo>
                    <a:pt x="1432846" y="1659654"/>
                  </a:lnTo>
                  <a:lnTo>
                    <a:pt x="1432822" y="1659659"/>
                  </a:lnTo>
                  <a:lnTo>
                    <a:pt x="1432806" y="1659662"/>
                  </a:lnTo>
                  <a:lnTo>
                    <a:pt x="1432769" y="1659672"/>
                  </a:lnTo>
                  <a:lnTo>
                    <a:pt x="1432717" y="1659678"/>
                  </a:lnTo>
                  <a:lnTo>
                    <a:pt x="1432677" y="1659683"/>
                  </a:lnTo>
                  <a:lnTo>
                    <a:pt x="1432608" y="1659669"/>
                  </a:lnTo>
                  <a:lnTo>
                    <a:pt x="1432582" y="1659669"/>
                  </a:lnTo>
                  <a:lnTo>
                    <a:pt x="1432547" y="1659685"/>
                  </a:lnTo>
                  <a:lnTo>
                    <a:pt x="1432527" y="1659696"/>
                  </a:lnTo>
                  <a:lnTo>
                    <a:pt x="1432505" y="1659692"/>
                  </a:lnTo>
                  <a:lnTo>
                    <a:pt x="1432488" y="1659686"/>
                  </a:lnTo>
                  <a:lnTo>
                    <a:pt x="1432466" y="1659668"/>
                  </a:lnTo>
                  <a:lnTo>
                    <a:pt x="1432448" y="1659642"/>
                  </a:lnTo>
                  <a:lnTo>
                    <a:pt x="1432434" y="1659612"/>
                  </a:lnTo>
                  <a:lnTo>
                    <a:pt x="1432420" y="1659574"/>
                  </a:lnTo>
                  <a:lnTo>
                    <a:pt x="1432417" y="1659530"/>
                  </a:lnTo>
                  <a:lnTo>
                    <a:pt x="1432412" y="1659486"/>
                  </a:lnTo>
                  <a:lnTo>
                    <a:pt x="1432409" y="1659446"/>
                  </a:lnTo>
                  <a:lnTo>
                    <a:pt x="1432407" y="1659421"/>
                  </a:lnTo>
                  <a:lnTo>
                    <a:pt x="1432412" y="1659402"/>
                  </a:lnTo>
                  <a:lnTo>
                    <a:pt x="1432411" y="1659384"/>
                  </a:lnTo>
                  <a:lnTo>
                    <a:pt x="1432397" y="1659363"/>
                  </a:lnTo>
                  <a:lnTo>
                    <a:pt x="1432374" y="1659329"/>
                  </a:lnTo>
                  <a:lnTo>
                    <a:pt x="1432366" y="1659317"/>
                  </a:lnTo>
                  <a:lnTo>
                    <a:pt x="1432361" y="1659309"/>
                  </a:lnTo>
                  <a:lnTo>
                    <a:pt x="1432352" y="1659300"/>
                  </a:lnTo>
                  <a:lnTo>
                    <a:pt x="1432345" y="1659289"/>
                  </a:lnTo>
                  <a:lnTo>
                    <a:pt x="1432341" y="1659285"/>
                  </a:lnTo>
                  <a:lnTo>
                    <a:pt x="1432331" y="1659275"/>
                  </a:lnTo>
                  <a:lnTo>
                    <a:pt x="1432312" y="1659255"/>
                  </a:lnTo>
                  <a:lnTo>
                    <a:pt x="1432272" y="1659215"/>
                  </a:lnTo>
                  <a:lnTo>
                    <a:pt x="1432247" y="1659186"/>
                  </a:lnTo>
                  <a:lnTo>
                    <a:pt x="1432226" y="1659156"/>
                  </a:lnTo>
                  <a:lnTo>
                    <a:pt x="1432206" y="1659131"/>
                  </a:lnTo>
                  <a:lnTo>
                    <a:pt x="1432186" y="1659108"/>
                  </a:lnTo>
                  <a:lnTo>
                    <a:pt x="1432163" y="1659088"/>
                  </a:lnTo>
                  <a:lnTo>
                    <a:pt x="1432138" y="1659071"/>
                  </a:lnTo>
                  <a:lnTo>
                    <a:pt x="1432107" y="1659061"/>
                  </a:lnTo>
                  <a:lnTo>
                    <a:pt x="1432074" y="1659062"/>
                  </a:lnTo>
                  <a:lnTo>
                    <a:pt x="1432048" y="1659063"/>
                  </a:lnTo>
                  <a:lnTo>
                    <a:pt x="1432012" y="1659060"/>
                  </a:lnTo>
                  <a:lnTo>
                    <a:pt x="1431975" y="1659039"/>
                  </a:lnTo>
                  <a:lnTo>
                    <a:pt x="1431954" y="1659015"/>
                  </a:lnTo>
                  <a:lnTo>
                    <a:pt x="1431933" y="1658998"/>
                  </a:lnTo>
                  <a:lnTo>
                    <a:pt x="1431887" y="1658950"/>
                  </a:lnTo>
                  <a:lnTo>
                    <a:pt x="1431868" y="1658926"/>
                  </a:lnTo>
                  <a:lnTo>
                    <a:pt x="1431853" y="1658898"/>
                  </a:lnTo>
                  <a:lnTo>
                    <a:pt x="1431849" y="1658872"/>
                  </a:lnTo>
                  <a:lnTo>
                    <a:pt x="1431844" y="1658840"/>
                  </a:lnTo>
                  <a:lnTo>
                    <a:pt x="1431839" y="1658794"/>
                  </a:lnTo>
                  <a:lnTo>
                    <a:pt x="1431841" y="1658752"/>
                  </a:lnTo>
                  <a:lnTo>
                    <a:pt x="1431846" y="1658708"/>
                  </a:lnTo>
                  <a:lnTo>
                    <a:pt x="1431842" y="1658673"/>
                  </a:lnTo>
                  <a:lnTo>
                    <a:pt x="1431839" y="1658655"/>
                  </a:lnTo>
                  <a:lnTo>
                    <a:pt x="1431838" y="1658647"/>
                  </a:lnTo>
                  <a:lnTo>
                    <a:pt x="1431839" y="1658634"/>
                  </a:lnTo>
                  <a:lnTo>
                    <a:pt x="1431843" y="1658621"/>
                  </a:lnTo>
                  <a:lnTo>
                    <a:pt x="1431852" y="1658606"/>
                  </a:lnTo>
                  <a:lnTo>
                    <a:pt x="1431866" y="1658589"/>
                  </a:lnTo>
                  <a:lnTo>
                    <a:pt x="1431886" y="1658575"/>
                  </a:lnTo>
                  <a:lnTo>
                    <a:pt x="1431913" y="1658562"/>
                  </a:lnTo>
                  <a:lnTo>
                    <a:pt x="1431934" y="1658557"/>
                  </a:lnTo>
                  <a:lnTo>
                    <a:pt x="1431943" y="1658550"/>
                  </a:lnTo>
                  <a:lnTo>
                    <a:pt x="1431950" y="1658542"/>
                  </a:lnTo>
                  <a:lnTo>
                    <a:pt x="1431952" y="1658524"/>
                  </a:lnTo>
                  <a:lnTo>
                    <a:pt x="1431949" y="1658486"/>
                  </a:lnTo>
                  <a:lnTo>
                    <a:pt x="1431943" y="1658455"/>
                  </a:lnTo>
                  <a:lnTo>
                    <a:pt x="1431929" y="1658422"/>
                  </a:lnTo>
                  <a:lnTo>
                    <a:pt x="1431901" y="1658387"/>
                  </a:lnTo>
                  <a:lnTo>
                    <a:pt x="1431873" y="1658363"/>
                  </a:lnTo>
                  <a:lnTo>
                    <a:pt x="1431835" y="1658333"/>
                  </a:lnTo>
                  <a:lnTo>
                    <a:pt x="1431803" y="1658304"/>
                  </a:lnTo>
                  <a:lnTo>
                    <a:pt x="1431774" y="1658272"/>
                  </a:lnTo>
                  <a:lnTo>
                    <a:pt x="1431738" y="1658232"/>
                  </a:lnTo>
                  <a:lnTo>
                    <a:pt x="1431687" y="1658184"/>
                  </a:lnTo>
                  <a:lnTo>
                    <a:pt x="1431642" y="1658146"/>
                  </a:lnTo>
                  <a:lnTo>
                    <a:pt x="1431618" y="1658123"/>
                  </a:lnTo>
                  <a:lnTo>
                    <a:pt x="1431588" y="1658091"/>
                  </a:lnTo>
                  <a:lnTo>
                    <a:pt x="1431551" y="1658049"/>
                  </a:lnTo>
                  <a:lnTo>
                    <a:pt x="1431535" y="1658027"/>
                  </a:lnTo>
                  <a:lnTo>
                    <a:pt x="1431507" y="1657994"/>
                  </a:lnTo>
                  <a:lnTo>
                    <a:pt x="1431478" y="1657955"/>
                  </a:lnTo>
                  <a:lnTo>
                    <a:pt x="1431454" y="1657924"/>
                  </a:lnTo>
                  <a:lnTo>
                    <a:pt x="1431426" y="1657887"/>
                  </a:lnTo>
                  <a:lnTo>
                    <a:pt x="1431412" y="1657855"/>
                  </a:lnTo>
                  <a:lnTo>
                    <a:pt x="1431394" y="1657834"/>
                  </a:lnTo>
                  <a:lnTo>
                    <a:pt x="1431379" y="1657821"/>
                  </a:lnTo>
                  <a:lnTo>
                    <a:pt x="1431363" y="1657799"/>
                  </a:lnTo>
                  <a:lnTo>
                    <a:pt x="1431352" y="1657775"/>
                  </a:lnTo>
                  <a:lnTo>
                    <a:pt x="1431342" y="1657750"/>
                  </a:lnTo>
                  <a:lnTo>
                    <a:pt x="1431322" y="1657719"/>
                  </a:lnTo>
                  <a:lnTo>
                    <a:pt x="1431301" y="1657692"/>
                  </a:lnTo>
                  <a:lnTo>
                    <a:pt x="1431272" y="1657667"/>
                  </a:lnTo>
                  <a:lnTo>
                    <a:pt x="1431233" y="1657637"/>
                  </a:lnTo>
                  <a:lnTo>
                    <a:pt x="1431196" y="1657606"/>
                  </a:lnTo>
                  <a:lnTo>
                    <a:pt x="1431156" y="1657572"/>
                  </a:lnTo>
                  <a:lnTo>
                    <a:pt x="1431073" y="1657498"/>
                  </a:lnTo>
                  <a:lnTo>
                    <a:pt x="1431040" y="1657470"/>
                  </a:lnTo>
                  <a:lnTo>
                    <a:pt x="1430999" y="1657429"/>
                  </a:lnTo>
                  <a:lnTo>
                    <a:pt x="1430941" y="1657374"/>
                  </a:lnTo>
                  <a:lnTo>
                    <a:pt x="1430891" y="1657323"/>
                  </a:lnTo>
                  <a:lnTo>
                    <a:pt x="1430843" y="1657270"/>
                  </a:lnTo>
                  <a:lnTo>
                    <a:pt x="1430801" y="1657237"/>
                  </a:lnTo>
                  <a:lnTo>
                    <a:pt x="1430760" y="1657191"/>
                  </a:lnTo>
                  <a:lnTo>
                    <a:pt x="1430716" y="1657139"/>
                  </a:lnTo>
                  <a:lnTo>
                    <a:pt x="1430681" y="1657097"/>
                  </a:lnTo>
                  <a:lnTo>
                    <a:pt x="1430650" y="1657068"/>
                  </a:lnTo>
                  <a:lnTo>
                    <a:pt x="1430615" y="1657036"/>
                  </a:lnTo>
                  <a:lnTo>
                    <a:pt x="1430568" y="1657001"/>
                  </a:lnTo>
                  <a:lnTo>
                    <a:pt x="1430534" y="1656965"/>
                  </a:lnTo>
                  <a:lnTo>
                    <a:pt x="1430483" y="1656898"/>
                  </a:lnTo>
                  <a:lnTo>
                    <a:pt x="1430428" y="1656833"/>
                  </a:lnTo>
                  <a:lnTo>
                    <a:pt x="1430386" y="1656785"/>
                  </a:lnTo>
                  <a:lnTo>
                    <a:pt x="1430338" y="1656734"/>
                  </a:lnTo>
                  <a:lnTo>
                    <a:pt x="1430275" y="1656672"/>
                  </a:lnTo>
                  <a:lnTo>
                    <a:pt x="1430215" y="1656620"/>
                  </a:lnTo>
                  <a:lnTo>
                    <a:pt x="1430155" y="1656576"/>
                  </a:lnTo>
                  <a:lnTo>
                    <a:pt x="1430118" y="1656558"/>
                  </a:lnTo>
                  <a:lnTo>
                    <a:pt x="1430094" y="1656550"/>
                  </a:lnTo>
                  <a:lnTo>
                    <a:pt x="1430058" y="1656544"/>
                  </a:lnTo>
                  <a:lnTo>
                    <a:pt x="1430023" y="1656548"/>
                  </a:lnTo>
                  <a:lnTo>
                    <a:pt x="1429992" y="1656556"/>
                  </a:lnTo>
                  <a:lnTo>
                    <a:pt x="1429952" y="1656556"/>
                  </a:lnTo>
                  <a:lnTo>
                    <a:pt x="1429895" y="1656553"/>
                  </a:lnTo>
                  <a:lnTo>
                    <a:pt x="1429853" y="1656543"/>
                  </a:lnTo>
                  <a:lnTo>
                    <a:pt x="1429800" y="1656521"/>
                  </a:lnTo>
                  <a:lnTo>
                    <a:pt x="1429738" y="1656485"/>
                  </a:lnTo>
                  <a:lnTo>
                    <a:pt x="1429689" y="1656447"/>
                  </a:lnTo>
                  <a:lnTo>
                    <a:pt x="1429618" y="1656387"/>
                  </a:lnTo>
                  <a:lnTo>
                    <a:pt x="1429543" y="1656331"/>
                  </a:lnTo>
                  <a:lnTo>
                    <a:pt x="1429501" y="1656295"/>
                  </a:lnTo>
                  <a:lnTo>
                    <a:pt x="1429441" y="1656251"/>
                  </a:lnTo>
                  <a:lnTo>
                    <a:pt x="1429402" y="1656223"/>
                  </a:lnTo>
                  <a:lnTo>
                    <a:pt x="1429367" y="1656191"/>
                  </a:lnTo>
                  <a:lnTo>
                    <a:pt x="1429341" y="1656156"/>
                  </a:lnTo>
                  <a:lnTo>
                    <a:pt x="1429319" y="1656103"/>
                  </a:lnTo>
                  <a:lnTo>
                    <a:pt x="1429304" y="1656046"/>
                  </a:lnTo>
                  <a:lnTo>
                    <a:pt x="1429299" y="1656002"/>
                  </a:lnTo>
                  <a:lnTo>
                    <a:pt x="1429296" y="1655952"/>
                  </a:lnTo>
                  <a:lnTo>
                    <a:pt x="1429287" y="1655888"/>
                  </a:lnTo>
                  <a:lnTo>
                    <a:pt x="1429271" y="1655852"/>
                  </a:lnTo>
                  <a:lnTo>
                    <a:pt x="1429261" y="1655810"/>
                  </a:lnTo>
                  <a:lnTo>
                    <a:pt x="1429253" y="1655750"/>
                  </a:lnTo>
                  <a:lnTo>
                    <a:pt x="1429239" y="1655705"/>
                  </a:lnTo>
                  <a:lnTo>
                    <a:pt x="1429193" y="1655639"/>
                  </a:lnTo>
                  <a:lnTo>
                    <a:pt x="1429158" y="1655604"/>
                  </a:lnTo>
                  <a:lnTo>
                    <a:pt x="1429108" y="1655567"/>
                  </a:lnTo>
                  <a:lnTo>
                    <a:pt x="1429060" y="1655539"/>
                  </a:lnTo>
                  <a:lnTo>
                    <a:pt x="1429018" y="1655526"/>
                  </a:lnTo>
                  <a:lnTo>
                    <a:pt x="1428975" y="1655517"/>
                  </a:lnTo>
                  <a:lnTo>
                    <a:pt x="1428921" y="1655499"/>
                  </a:lnTo>
                  <a:lnTo>
                    <a:pt x="1428877" y="1655478"/>
                  </a:lnTo>
                  <a:lnTo>
                    <a:pt x="1428781" y="1655411"/>
                  </a:lnTo>
                  <a:lnTo>
                    <a:pt x="1428759" y="1655396"/>
                  </a:lnTo>
                  <a:lnTo>
                    <a:pt x="1428739" y="1655386"/>
                  </a:lnTo>
                  <a:lnTo>
                    <a:pt x="1428716" y="1655374"/>
                  </a:lnTo>
                  <a:lnTo>
                    <a:pt x="1428699" y="1655368"/>
                  </a:lnTo>
                  <a:lnTo>
                    <a:pt x="1428686" y="1655365"/>
                  </a:lnTo>
                  <a:lnTo>
                    <a:pt x="1428662" y="1655368"/>
                  </a:lnTo>
                  <a:lnTo>
                    <a:pt x="1428655" y="1655369"/>
                  </a:lnTo>
                  <a:lnTo>
                    <a:pt x="1428643" y="1655370"/>
                  </a:lnTo>
                  <a:lnTo>
                    <a:pt x="1428630" y="1655370"/>
                  </a:lnTo>
                  <a:lnTo>
                    <a:pt x="1428616" y="1655364"/>
                  </a:lnTo>
                  <a:lnTo>
                    <a:pt x="1428601" y="1655357"/>
                  </a:lnTo>
                  <a:lnTo>
                    <a:pt x="1428584" y="1655344"/>
                  </a:lnTo>
                  <a:lnTo>
                    <a:pt x="1428568" y="1655332"/>
                  </a:lnTo>
                  <a:lnTo>
                    <a:pt x="1428551" y="1655313"/>
                  </a:lnTo>
                  <a:lnTo>
                    <a:pt x="1428534" y="1655294"/>
                  </a:lnTo>
                  <a:lnTo>
                    <a:pt x="1428519" y="1655276"/>
                  </a:lnTo>
                  <a:lnTo>
                    <a:pt x="1428504" y="1655256"/>
                  </a:lnTo>
                  <a:lnTo>
                    <a:pt x="1428489" y="1655232"/>
                  </a:lnTo>
                  <a:lnTo>
                    <a:pt x="1428484" y="1655220"/>
                  </a:lnTo>
                  <a:lnTo>
                    <a:pt x="1428477" y="1655208"/>
                  </a:lnTo>
                  <a:lnTo>
                    <a:pt x="1428474" y="1655192"/>
                  </a:lnTo>
                  <a:lnTo>
                    <a:pt x="1428472" y="1655160"/>
                  </a:lnTo>
                  <a:lnTo>
                    <a:pt x="1428472" y="1655141"/>
                  </a:lnTo>
                  <a:lnTo>
                    <a:pt x="1428469" y="1655130"/>
                  </a:lnTo>
                  <a:lnTo>
                    <a:pt x="1428463" y="1655096"/>
                  </a:lnTo>
                  <a:lnTo>
                    <a:pt x="1428458" y="1655072"/>
                  </a:lnTo>
                  <a:lnTo>
                    <a:pt x="1428452" y="1655048"/>
                  </a:lnTo>
                  <a:lnTo>
                    <a:pt x="1428451" y="1655025"/>
                  </a:lnTo>
                  <a:lnTo>
                    <a:pt x="1428452" y="1655005"/>
                  </a:lnTo>
                  <a:lnTo>
                    <a:pt x="1428459" y="1654972"/>
                  </a:lnTo>
                  <a:lnTo>
                    <a:pt x="1428462" y="1654942"/>
                  </a:lnTo>
                  <a:lnTo>
                    <a:pt x="1428460" y="1654913"/>
                  </a:lnTo>
                  <a:lnTo>
                    <a:pt x="1428459" y="1654880"/>
                  </a:lnTo>
                  <a:lnTo>
                    <a:pt x="1428458" y="1654852"/>
                  </a:lnTo>
                  <a:lnTo>
                    <a:pt x="1428450" y="1654797"/>
                  </a:lnTo>
                  <a:lnTo>
                    <a:pt x="1428446" y="1654766"/>
                  </a:lnTo>
                  <a:lnTo>
                    <a:pt x="1428439" y="1654737"/>
                  </a:lnTo>
                  <a:lnTo>
                    <a:pt x="1428429" y="1654710"/>
                  </a:lnTo>
                  <a:lnTo>
                    <a:pt x="1428418" y="1654684"/>
                  </a:lnTo>
                  <a:lnTo>
                    <a:pt x="1428413" y="1654670"/>
                  </a:lnTo>
                  <a:lnTo>
                    <a:pt x="1428406" y="1654649"/>
                  </a:lnTo>
                  <a:lnTo>
                    <a:pt x="1428401" y="1654626"/>
                  </a:lnTo>
                  <a:lnTo>
                    <a:pt x="1428391" y="1654594"/>
                  </a:lnTo>
                  <a:lnTo>
                    <a:pt x="1428378" y="1654560"/>
                  </a:lnTo>
                  <a:lnTo>
                    <a:pt x="1428366" y="1654522"/>
                  </a:lnTo>
                  <a:lnTo>
                    <a:pt x="1428362" y="1654499"/>
                  </a:lnTo>
                  <a:lnTo>
                    <a:pt x="1428359" y="1654478"/>
                  </a:lnTo>
                  <a:lnTo>
                    <a:pt x="1428357" y="1654453"/>
                  </a:lnTo>
                  <a:lnTo>
                    <a:pt x="1428348" y="1654433"/>
                  </a:lnTo>
                  <a:lnTo>
                    <a:pt x="1428333" y="1654410"/>
                  </a:lnTo>
                  <a:lnTo>
                    <a:pt x="1428310" y="1654382"/>
                  </a:lnTo>
                  <a:lnTo>
                    <a:pt x="1428284" y="1654349"/>
                  </a:lnTo>
                  <a:lnTo>
                    <a:pt x="1428258" y="1654321"/>
                  </a:lnTo>
                  <a:lnTo>
                    <a:pt x="1428229" y="1654290"/>
                  </a:lnTo>
                  <a:lnTo>
                    <a:pt x="1428192" y="1654258"/>
                  </a:lnTo>
                  <a:lnTo>
                    <a:pt x="1428165" y="1654238"/>
                  </a:lnTo>
                  <a:lnTo>
                    <a:pt x="1428143" y="1654224"/>
                  </a:lnTo>
                  <a:lnTo>
                    <a:pt x="1428114" y="1654212"/>
                  </a:lnTo>
                  <a:lnTo>
                    <a:pt x="1428087" y="1654204"/>
                  </a:lnTo>
                  <a:lnTo>
                    <a:pt x="1428059" y="1654198"/>
                  </a:lnTo>
                  <a:lnTo>
                    <a:pt x="1428025" y="1654190"/>
                  </a:lnTo>
                  <a:lnTo>
                    <a:pt x="1427993" y="1654186"/>
                  </a:lnTo>
                  <a:lnTo>
                    <a:pt x="1427974" y="1654180"/>
                  </a:lnTo>
                  <a:lnTo>
                    <a:pt x="1427959" y="1654172"/>
                  </a:lnTo>
                  <a:lnTo>
                    <a:pt x="1427939" y="1654156"/>
                  </a:lnTo>
                  <a:lnTo>
                    <a:pt x="1427927" y="1654144"/>
                  </a:lnTo>
                  <a:lnTo>
                    <a:pt x="1427910" y="1654132"/>
                  </a:lnTo>
                  <a:lnTo>
                    <a:pt x="1427894" y="1654126"/>
                  </a:lnTo>
                  <a:lnTo>
                    <a:pt x="1427872" y="1654127"/>
                  </a:lnTo>
                  <a:lnTo>
                    <a:pt x="1427838" y="1654135"/>
                  </a:lnTo>
                  <a:lnTo>
                    <a:pt x="1427812" y="1654144"/>
                  </a:lnTo>
                  <a:lnTo>
                    <a:pt x="1427794" y="1654150"/>
                  </a:lnTo>
                  <a:lnTo>
                    <a:pt x="1427778" y="1654151"/>
                  </a:lnTo>
                  <a:lnTo>
                    <a:pt x="1427762" y="1654147"/>
                  </a:lnTo>
                  <a:lnTo>
                    <a:pt x="1427743" y="1654136"/>
                  </a:lnTo>
                  <a:lnTo>
                    <a:pt x="1427718" y="1654117"/>
                  </a:lnTo>
                  <a:lnTo>
                    <a:pt x="1427694" y="1654091"/>
                  </a:lnTo>
                  <a:lnTo>
                    <a:pt x="1427677" y="1654070"/>
                  </a:lnTo>
                  <a:lnTo>
                    <a:pt x="1427659" y="1654046"/>
                  </a:lnTo>
                  <a:lnTo>
                    <a:pt x="1427635" y="1654017"/>
                  </a:lnTo>
                  <a:lnTo>
                    <a:pt x="1427593" y="1653979"/>
                  </a:lnTo>
                  <a:lnTo>
                    <a:pt x="1427576" y="1653963"/>
                  </a:lnTo>
                  <a:lnTo>
                    <a:pt x="1427566" y="1653955"/>
                  </a:lnTo>
                  <a:lnTo>
                    <a:pt x="1427554" y="1653947"/>
                  </a:lnTo>
                  <a:lnTo>
                    <a:pt x="1427526" y="1653933"/>
                  </a:lnTo>
                  <a:lnTo>
                    <a:pt x="1427521" y="1653931"/>
                  </a:lnTo>
                  <a:lnTo>
                    <a:pt x="1427510" y="1653924"/>
                  </a:lnTo>
                  <a:lnTo>
                    <a:pt x="1427505" y="1653927"/>
                  </a:lnTo>
                  <a:lnTo>
                    <a:pt x="1427498" y="1653933"/>
                  </a:lnTo>
                  <a:lnTo>
                    <a:pt x="1427494" y="1653941"/>
                  </a:lnTo>
                  <a:lnTo>
                    <a:pt x="1427491" y="1653948"/>
                  </a:lnTo>
                  <a:lnTo>
                    <a:pt x="1427482" y="1653959"/>
                  </a:lnTo>
                  <a:lnTo>
                    <a:pt x="1427467" y="1653967"/>
                  </a:lnTo>
                  <a:lnTo>
                    <a:pt x="1427455" y="1653975"/>
                  </a:lnTo>
                  <a:lnTo>
                    <a:pt x="1427444" y="1653982"/>
                  </a:lnTo>
                  <a:lnTo>
                    <a:pt x="1427437" y="1653987"/>
                  </a:lnTo>
                  <a:lnTo>
                    <a:pt x="1427420" y="1654002"/>
                  </a:lnTo>
                  <a:lnTo>
                    <a:pt x="1427405" y="1654020"/>
                  </a:lnTo>
                  <a:lnTo>
                    <a:pt x="1427401" y="1654025"/>
                  </a:lnTo>
                  <a:lnTo>
                    <a:pt x="1427391" y="1654035"/>
                  </a:lnTo>
                  <a:lnTo>
                    <a:pt x="1427377" y="1654045"/>
                  </a:lnTo>
                  <a:lnTo>
                    <a:pt x="1427367" y="1654051"/>
                  </a:lnTo>
                  <a:lnTo>
                    <a:pt x="1427353" y="1654056"/>
                  </a:lnTo>
                  <a:lnTo>
                    <a:pt x="1427335" y="1654057"/>
                  </a:lnTo>
                  <a:lnTo>
                    <a:pt x="1427318" y="1654057"/>
                  </a:lnTo>
                  <a:lnTo>
                    <a:pt x="1427300" y="1654054"/>
                  </a:lnTo>
                  <a:lnTo>
                    <a:pt x="1427285" y="1654049"/>
                  </a:lnTo>
                  <a:lnTo>
                    <a:pt x="1427273" y="1654040"/>
                  </a:lnTo>
                  <a:lnTo>
                    <a:pt x="1427267" y="1654030"/>
                  </a:lnTo>
                  <a:lnTo>
                    <a:pt x="1427265" y="1654018"/>
                  </a:lnTo>
                  <a:lnTo>
                    <a:pt x="1427265" y="1654001"/>
                  </a:lnTo>
                  <a:lnTo>
                    <a:pt x="1427269" y="1653984"/>
                  </a:lnTo>
                  <a:lnTo>
                    <a:pt x="1427277" y="1653974"/>
                  </a:lnTo>
                  <a:lnTo>
                    <a:pt x="1427296" y="1653964"/>
                  </a:lnTo>
                  <a:lnTo>
                    <a:pt x="1427316" y="1653955"/>
                  </a:lnTo>
                  <a:lnTo>
                    <a:pt x="1427324" y="1653949"/>
                  </a:lnTo>
                  <a:lnTo>
                    <a:pt x="1427334" y="1653942"/>
                  </a:lnTo>
                  <a:lnTo>
                    <a:pt x="1427345" y="1653928"/>
                  </a:lnTo>
                  <a:lnTo>
                    <a:pt x="1427349" y="1653923"/>
                  </a:lnTo>
                  <a:lnTo>
                    <a:pt x="1427354" y="1653906"/>
                  </a:lnTo>
                  <a:lnTo>
                    <a:pt x="1427357" y="1653885"/>
                  </a:lnTo>
                  <a:lnTo>
                    <a:pt x="1427355" y="1653866"/>
                  </a:lnTo>
                  <a:lnTo>
                    <a:pt x="1427350" y="1653845"/>
                  </a:lnTo>
                  <a:lnTo>
                    <a:pt x="1427343" y="1653829"/>
                  </a:lnTo>
                  <a:lnTo>
                    <a:pt x="1427333" y="1653815"/>
                  </a:lnTo>
                  <a:lnTo>
                    <a:pt x="1427323" y="1653804"/>
                  </a:lnTo>
                  <a:lnTo>
                    <a:pt x="1427315" y="1653799"/>
                  </a:lnTo>
                  <a:lnTo>
                    <a:pt x="1427307" y="1653793"/>
                  </a:lnTo>
                  <a:lnTo>
                    <a:pt x="1427295" y="1653788"/>
                  </a:lnTo>
                  <a:lnTo>
                    <a:pt x="1427279" y="1653786"/>
                  </a:lnTo>
                  <a:lnTo>
                    <a:pt x="1427263" y="1653788"/>
                  </a:lnTo>
                  <a:lnTo>
                    <a:pt x="1427239" y="1653793"/>
                  </a:lnTo>
                  <a:lnTo>
                    <a:pt x="1427226" y="1653800"/>
                  </a:lnTo>
                  <a:lnTo>
                    <a:pt x="1427221" y="1653803"/>
                  </a:lnTo>
                  <a:lnTo>
                    <a:pt x="1427207" y="1653814"/>
                  </a:lnTo>
                  <a:lnTo>
                    <a:pt x="1427202" y="1653821"/>
                  </a:lnTo>
                  <a:lnTo>
                    <a:pt x="1427194" y="1653831"/>
                  </a:lnTo>
                  <a:lnTo>
                    <a:pt x="1427187" y="1653840"/>
                  </a:lnTo>
                  <a:lnTo>
                    <a:pt x="1427183" y="1653846"/>
                  </a:lnTo>
                  <a:lnTo>
                    <a:pt x="1427172" y="1653867"/>
                  </a:lnTo>
                  <a:lnTo>
                    <a:pt x="1427167" y="1653882"/>
                  </a:lnTo>
                  <a:lnTo>
                    <a:pt x="1427164" y="1653901"/>
                  </a:lnTo>
                  <a:lnTo>
                    <a:pt x="1427165" y="1653923"/>
                  </a:lnTo>
                  <a:lnTo>
                    <a:pt x="1427170" y="1653941"/>
                  </a:lnTo>
                  <a:lnTo>
                    <a:pt x="1427182" y="1653966"/>
                  </a:lnTo>
                  <a:lnTo>
                    <a:pt x="1427190" y="1653985"/>
                  </a:lnTo>
                  <a:lnTo>
                    <a:pt x="1427198" y="1654005"/>
                  </a:lnTo>
                  <a:lnTo>
                    <a:pt x="1427202" y="1654019"/>
                  </a:lnTo>
                  <a:lnTo>
                    <a:pt x="1427206" y="1654043"/>
                  </a:lnTo>
                  <a:lnTo>
                    <a:pt x="1427205" y="1654059"/>
                  </a:lnTo>
                  <a:lnTo>
                    <a:pt x="1427199" y="1654073"/>
                  </a:lnTo>
                  <a:lnTo>
                    <a:pt x="1427187" y="1654086"/>
                  </a:lnTo>
                  <a:lnTo>
                    <a:pt x="1427170" y="1654098"/>
                  </a:lnTo>
                  <a:lnTo>
                    <a:pt x="1427154" y="1654103"/>
                  </a:lnTo>
                  <a:lnTo>
                    <a:pt x="1427138" y="1654103"/>
                  </a:lnTo>
                  <a:lnTo>
                    <a:pt x="1427116" y="1654097"/>
                  </a:lnTo>
                  <a:lnTo>
                    <a:pt x="1427097" y="1654091"/>
                  </a:lnTo>
                  <a:lnTo>
                    <a:pt x="1427079" y="1654088"/>
                  </a:lnTo>
                  <a:lnTo>
                    <a:pt x="1427060" y="1654090"/>
                  </a:lnTo>
                  <a:lnTo>
                    <a:pt x="1427047" y="1654096"/>
                  </a:lnTo>
                  <a:lnTo>
                    <a:pt x="1427032" y="1654109"/>
                  </a:lnTo>
                  <a:lnTo>
                    <a:pt x="1427021" y="1654123"/>
                  </a:lnTo>
                  <a:lnTo>
                    <a:pt x="1427018" y="1654132"/>
                  </a:lnTo>
                  <a:lnTo>
                    <a:pt x="1427016" y="1654137"/>
                  </a:lnTo>
                  <a:lnTo>
                    <a:pt x="1427013" y="1654157"/>
                  </a:lnTo>
                  <a:lnTo>
                    <a:pt x="1427015" y="1654174"/>
                  </a:lnTo>
                  <a:lnTo>
                    <a:pt x="1427023" y="1654195"/>
                  </a:lnTo>
                  <a:lnTo>
                    <a:pt x="1427037" y="1654215"/>
                  </a:lnTo>
                  <a:lnTo>
                    <a:pt x="1427058" y="1654236"/>
                  </a:lnTo>
                  <a:lnTo>
                    <a:pt x="1427074" y="1654256"/>
                  </a:lnTo>
                  <a:lnTo>
                    <a:pt x="1427083" y="1654267"/>
                  </a:lnTo>
                  <a:lnTo>
                    <a:pt x="1427091" y="1654279"/>
                  </a:lnTo>
                  <a:lnTo>
                    <a:pt x="1427098" y="1654291"/>
                  </a:lnTo>
                  <a:lnTo>
                    <a:pt x="1427105" y="1654306"/>
                  </a:lnTo>
                  <a:lnTo>
                    <a:pt x="1427115" y="1654321"/>
                  </a:lnTo>
                  <a:lnTo>
                    <a:pt x="1427122" y="1654331"/>
                  </a:lnTo>
                  <a:lnTo>
                    <a:pt x="1427128" y="1654341"/>
                  </a:lnTo>
                  <a:lnTo>
                    <a:pt x="1427132" y="1654347"/>
                  </a:lnTo>
                  <a:lnTo>
                    <a:pt x="1427138" y="1654358"/>
                  </a:lnTo>
                  <a:lnTo>
                    <a:pt x="1427143" y="1654369"/>
                  </a:lnTo>
                  <a:lnTo>
                    <a:pt x="1427144" y="1654382"/>
                  </a:lnTo>
                  <a:lnTo>
                    <a:pt x="1427140" y="1654391"/>
                  </a:lnTo>
                  <a:lnTo>
                    <a:pt x="1427127" y="1654395"/>
                  </a:lnTo>
                  <a:lnTo>
                    <a:pt x="1427116" y="1654394"/>
                  </a:lnTo>
                  <a:lnTo>
                    <a:pt x="1427103" y="1654391"/>
                  </a:lnTo>
                  <a:lnTo>
                    <a:pt x="1427088" y="1654388"/>
                  </a:lnTo>
                  <a:lnTo>
                    <a:pt x="1427036" y="1654369"/>
                  </a:lnTo>
                  <a:lnTo>
                    <a:pt x="1427012" y="1654360"/>
                  </a:lnTo>
                  <a:lnTo>
                    <a:pt x="1426991" y="1654353"/>
                  </a:lnTo>
                  <a:lnTo>
                    <a:pt x="1426979" y="1654348"/>
                  </a:lnTo>
                  <a:lnTo>
                    <a:pt x="1426961" y="1654347"/>
                  </a:lnTo>
                  <a:lnTo>
                    <a:pt x="1426952" y="1654347"/>
                  </a:lnTo>
                  <a:lnTo>
                    <a:pt x="1426946" y="1654347"/>
                  </a:lnTo>
                  <a:lnTo>
                    <a:pt x="1426931" y="1654346"/>
                  </a:lnTo>
                  <a:lnTo>
                    <a:pt x="1426920" y="1654345"/>
                  </a:lnTo>
                  <a:lnTo>
                    <a:pt x="1426899" y="1654346"/>
                  </a:lnTo>
                  <a:lnTo>
                    <a:pt x="1426861" y="1654351"/>
                  </a:lnTo>
                  <a:lnTo>
                    <a:pt x="1426839" y="1654350"/>
                  </a:lnTo>
                  <a:lnTo>
                    <a:pt x="1426830" y="1654348"/>
                  </a:lnTo>
                  <a:lnTo>
                    <a:pt x="1426820" y="1654343"/>
                  </a:lnTo>
                  <a:lnTo>
                    <a:pt x="1426809" y="1654334"/>
                  </a:lnTo>
                  <a:lnTo>
                    <a:pt x="1426799" y="1654323"/>
                  </a:lnTo>
                  <a:lnTo>
                    <a:pt x="1426794" y="1654314"/>
                  </a:lnTo>
                  <a:lnTo>
                    <a:pt x="1426792" y="1654302"/>
                  </a:lnTo>
                  <a:lnTo>
                    <a:pt x="1426791" y="1654292"/>
                  </a:lnTo>
                  <a:lnTo>
                    <a:pt x="1426792" y="1654277"/>
                  </a:lnTo>
                  <a:lnTo>
                    <a:pt x="1426793" y="1654270"/>
                  </a:lnTo>
                  <a:lnTo>
                    <a:pt x="1426797" y="1654262"/>
                  </a:lnTo>
                  <a:lnTo>
                    <a:pt x="1426800" y="1654256"/>
                  </a:lnTo>
                  <a:lnTo>
                    <a:pt x="1426806" y="1654247"/>
                  </a:lnTo>
                  <a:lnTo>
                    <a:pt x="1426809" y="1654243"/>
                  </a:lnTo>
                  <a:lnTo>
                    <a:pt x="1426816" y="1654232"/>
                  </a:lnTo>
                  <a:lnTo>
                    <a:pt x="1426819" y="1654227"/>
                  </a:lnTo>
                  <a:lnTo>
                    <a:pt x="1426828" y="1654210"/>
                  </a:lnTo>
                  <a:lnTo>
                    <a:pt x="1426833" y="1654194"/>
                  </a:lnTo>
                  <a:lnTo>
                    <a:pt x="1426836" y="1654173"/>
                  </a:lnTo>
                  <a:lnTo>
                    <a:pt x="1426836" y="1654158"/>
                  </a:lnTo>
                  <a:lnTo>
                    <a:pt x="1426834" y="1654145"/>
                  </a:lnTo>
                  <a:lnTo>
                    <a:pt x="1426828" y="1654135"/>
                  </a:lnTo>
                  <a:lnTo>
                    <a:pt x="1426820" y="1654129"/>
                  </a:lnTo>
                  <a:lnTo>
                    <a:pt x="1426811" y="1654129"/>
                  </a:lnTo>
                  <a:lnTo>
                    <a:pt x="1426801" y="1654131"/>
                  </a:lnTo>
                  <a:lnTo>
                    <a:pt x="1426789" y="1654138"/>
                  </a:lnTo>
                  <a:lnTo>
                    <a:pt x="1426776" y="1654148"/>
                  </a:lnTo>
                  <a:lnTo>
                    <a:pt x="1426765" y="1654159"/>
                  </a:lnTo>
                  <a:lnTo>
                    <a:pt x="1426755" y="1654171"/>
                  </a:lnTo>
                  <a:lnTo>
                    <a:pt x="1426742" y="1654191"/>
                  </a:lnTo>
                  <a:lnTo>
                    <a:pt x="1426737" y="1654202"/>
                  </a:lnTo>
                  <a:lnTo>
                    <a:pt x="1426733" y="1654210"/>
                  </a:lnTo>
                  <a:lnTo>
                    <a:pt x="1426728" y="1654216"/>
                  </a:lnTo>
                  <a:lnTo>
                    <a:pt x="1426723" y="1654222"/>
                  </a:lnTo>
                  <a:lnTo>
                    <a:pt x="1426711" y="1654234"/>
                  </a:lnTo>
                  <a:lnTo>
                    <a:pt x="1426697" y="1654245"/>
                  </a:lnTo>
                  <a:lnTo>
                    <a:pt x="1426688" y="1654252"/>
                  </a:lnTo>
                  <a:lnTo>
                    <a:pt x="1426683" y="1654255"/>
                  </a:lnTo>
                  <a:lnTo>
                    <a:pt x="1426675" y="1654261"/>
                  </a:lnTo>
                  <a:lnTo>
                    <a:pt x="1426669" y="1654264"/>
                  </a:lnTo>
                  <a:lnTo>
                    <a:pt x="1426654" y="1654272"/>
                  </a:lnTo>
                  <a:lnTo>
                    <a:pt x="1426638" y="1654283"/>
                  </a:lnTo>
                  <a:lnTo>
                    <a:pt x="1426621" y="1654297"/>
                  </a:lnTo>
                  <a:lnTo>
                    <a:pt x="1426614" y="1654304"/>
                  </a:lnTo>
                  <a:lnTo>
                    <a:pt x="1426602" y="1654320"/>
                  </a:lnTo>
                  <a:lnTo>
                    <a:pt x="1426597" y="1654326"/>
                  </a:lnTo>
                  <a:lnTo>
                    <a:pt x="1426589" y="1654334"/>
                  </a:lnTo>
                  <a:lnTo>
                    <a:pt x="1426578" y="1654344"/>
                  </a:lnTo>
                  <a:lnTo>
                    <a:pt x="1426571" y="1654350"/>
                  </a:lnTo>
                  <a:lnTo>
                    <a:pt x="1426547" y="1654367"/>
                  </a:lnTo>
                  <a:lnTo>
                    <a:pt x="1426527" y="1654381"/>
                  </a:lnTo>
                  <a:lnTo>
                    <a:pt x="1426502" y="1654402"/>
                  </a:lnTo>
                  <a:lnTo>
                    <a:pt x="1426483" y="1654422"/>
                  </a:lnTo>
                  <a:lnTo>
                    <a:pt x="1426471" y="1654432"/>
                  </a:lnTo>
                  <a:lnTo>
                    <a:pt x="1426456" y="1654442"/>
                  </a:lnTo>
                  <a:lnTo>
                    <a:pt x="1426443" y="1654446"/>
                  </a:lnTo>
                  <a:lnTo>
                    <a:pt x="1426429" y="1654447"/>
                  </a:lnTo>
                  <a:lnTo>
                    <a:pt x="1426416" y="1654447"/>
                  </a:lnTo>
                  <a:lnTo>
                    <a:pt x="1426406" y="1654445"/>
                  </a:lnTo>
                  <a:lnTo>
                    <a:pt x="1426401" y="1654444"/>
                  </a:lnTo>
                  <a:lnTo>
                    <a:pt x="1426396" y="1654442"/>
                  </a:lnTo>
                  <a:lnTo>
                    <a:pt x="1426383" y="1654437"/>
                  </a:lnTo>
                  <a:lnTo>
                    <a:pt x="1426375" y="1654434"/>
                  </a:lnTo>
                  <a:lnTo>
                    <a:pt x="1426370" y="1654431"/>
                  </a:lnTo>
                  <a:lnTo>
                    <a:pt x="1426354" y="1654421"/>
                  </a:lnTo>
                  <a:lnTo>
                    <a:pt x="1426336" y="1654411"/>
                  </a:lnTo>
                  <a:lnTo>
                    <a:pt x="1426321" y="1654406"/>
                  </a:lnTo>
                  <a:lnTo>
                    <a:pt x="1426310" y="1654404"/>
                  </a:lnTo>
                  <a:lnTo>
                    <a:pt x="1426300" y="1654404"/>
                  </a:lnTo>
                  <a:lnTo>
                    <a:pt x="1426288" y="1654405"/>
                  </a:lnTo>
                  <a:lnTo>
                    <a:pt x="1426272" y="1654413"/>
                  </a:lnTo>
                  <a:lnTo>
                    <a:pt x="1426264" y="1654419"/>
                  </a:lnTo>
                  <a:lnTo>
                    <a:pt x="1426250" y="1654431"/>
                  </a:lnTo>
                  <a:lnTo>
                    <a:pt x="1426238" y="1654444"/>
                  </a:lnTo>
                  <a:lnTo>
                    <a:pt x="1426228" y="1654456"/>
                  </a:lnTo>
                  <a:lnTo>
                    <a:pt x="1426220" y="1654468"/>
                  </a:lnTo>
                  <a:lnTo>
                    <a:pt x="1426209" y="1654487"/>
                  </a:lnTo>
                  <a:lnTo>
                    <a:pt x="1426203" y="1654501"/>
                  </a:lnTo>
                  <a:lnTo>
                    <a:pt x="1426199" y="1654510"/>
                  </a:lnTo>
                  <a:lnTo>
                    <a:pt x="1426190" y="1654534"/>
                  </a:lnTo>
                  <a:lnTo>
                    <a:pt x="1426188" y="1654545"/>
                  </a:lnTo>
                  <a:lnTo>
                    <a:pt x="1426186" y="1654553"/>
                  </a:lnTo>
                  <a:lnTo>
                    <a:pt x="1426184" y="1654570"/>
                  </a:lnTo>
                  <a:lnTo>
                    <a:pt x="1426184" y="1654576"/>
                  </a:lnTo>
                  <a:lnTo>
                    <a:pt x="1426183" y="1654591"/>
                  </a:lnTo>
                  <a:lnTo>
                    <a:pt x="1426183" y="1654601"/>
                  </a:lnTo>
                  <a:lnTo>
                    <a:pt x="1426184" y="1654608"/>
                  </a:lnTo>
                  <a:lnTo>
                    <a:pt x="1426186" y="1654619"/>
                  </a:lnTo>
                  <a:lnTo>
                    <a:pt x="1426190" y="1654632"/>
                  </a:lnTo>
                  <a:lnTo>
                    <a:pt x="1426197" y="1654652"/>
                  </a:lnTo>
                  <a:lnTo>
                    <a:pt x="1426210" y="1654681"/>
                  </a:lnTo>
                  <a:lnTo>
                    <a:pt x="1426239" y="1654739"/>
                  </a:lnTo>
                  <a:lnTo>
                    <a:pt x="1426263" y="1654796"/>
                  </a:lnTo>
                  <a:lnTo>
                    <a:pt x="1426279" y="1654842"/>
                  </a:lnTo>
                  <a:lnTo>
                    <a:pt x="1426297" y="1654894"/>
                  </a:lnTo>
                  <a:lnTo>
                    <a:pt x="1426307" y="1654924"/>
                  </a:lnTo>
                  <a:lnTo>
                    <a:pt x="1426315" y="1654960"/>
                  </a:lnTo>
                  <a:lnTo>
                    <a:pt x="1426320" y="1654987"/>
                  </a:lnTo>
                  <a:lnTo>
                    <a:pt x="1426321" y="1655010"/>
                  </a:lnTo>
                  <a:lnTo>
                    <a:pt x="1426320" y="1655024"/>
                  </a:lnTo>
                  <a:lnTo>
                    <a:pt x="1426314" y="1655037"/>
                  </a:lnTo>
                  <a:lnTo>
                    <a:pt x="1426304" y="1655046"/>
                  </a:lnTo>
                  <a:lnTo>
                    <a:pt x="1426296" y="1655051"/>
                  </a:lnTo>
                  <a:lnTo>
                    <a:pt x="1426286" y="1655058"/>
                  </a:lnTo>
                  <a:lnTo>
                    <a:pt x="1426273" y="1655068"/>
                  </a:lnTo>
                  <a:lnTo>
                    <a:pt x="1426261" y="1655079"/>
                  </a:lnTo>
                  <a:lnTo>
                    <a:pt x="1426253" y="1655090"/>
                  </a:lnTo>
                  <a:lnTo>
                    <a:pt x="1426241" y="1655111"/>
                  </a:lnTo>
                  <a:lnTo>
                    <a:pt x="1426231" y="1655126"/>
                  </a:lnTo>
                  <a:lnTo>
                    <a:pt x="1426225" y="1655132"/>
                  </a:lnTo>
                  <a:lnTo>
                    <a:pt x="1426220" y="1655137"/>
                  </a:lnTo>
                  <a:lnTo>
                    <a:pt x="1426209" y="1655143"/>
                  </a:lnTo>
                  <a:lnTo>
                    <a:pt x="1426196" y="1655147"/>
                  </a:lnTo>
                  <a:lnTo>
                    <a:pt x="1426181" y="1655152"/>
                  </a:lnTo>
                  <a:lnTo>
                    <a:pt x="1426175" y="1655155"/>
                  </a:lnTo>
                  <a:lnTo>
                    <a:pt x="1426167" y="1655159"/>
                  </a:lnTo>
                  <a:lnTo>
                    <a:pt x="1426155" y="1655164"/>
                  </a:lnTo>
                  <a:lnTo>
                    <a:pt x="1426149" y="1655167"/>
                  </a:lnTo>
                  <a:lnTo>
                    <a:pt x="1426144" y="1655169"/>
                  </a:lnTo>
                  <a:lnTo>
                    <a:pt x="1426134" y="1655172"/>
                  </a:lnTo>
                  <a:lnTo>
                    <a:pt x="1426124" y="1655173"/>
                  </a:lnTo>
                  <a:lnTo>
                    <a:pt x="1426102" y="1655173"/>
                  </a:lnTo>
                  <a:lnTo>
                    <a:pt x="1426087" y="1655172"/>
                  </a:lnTo>
                  <a:lnTo>
                    <a:pt x="1426075" y="1655174"/>
                  </a:lnTo>
                  <a:lnTo>
                    <a:pt x="1426070" y="1655176"/>
                  </a:lnTo>
                  <a:lnTo>
                    <a:pt x="1426064" y="1655181"/>
                  </a:lnTo>
                  <a:lnTo>
                    <a:pt x="1426060" y="1655186"/>
                  </a:lnTo>
                  <a:lnTo>
                    <a:pt x="1426055" y="1655196"/>
                  </a:lnTo>
                  <a:lnTo>
                    <a:pt x="1426050" y="1655209"/>
                  </a:lnTo>
                  <a:lnTo>
                    <a:pt x="1426049" y="1655215"/>
                  </a:lnTo>
                  <a:lnTo>
                    <a:pt x="1426043" y="1655236"/>
                  </a:lnTo>
                  <a:lnTo>
                    <a:pt x="1426037" y="1655268"/>
                  </a:lnTo>
                  <a:lnTo>
                    <a:pt x="1426023" y="1655317"/>
                  </a:lnTo>
                  <a:lnTo>
                    <a:pt x="1426010" y="1655351"/>
                  </a:lnTo>
                  <a:lnTo>
                    <a:pt x="1426006" y="1655361"/>
                  </a:lnTo>
                  <a:lnTo>
                    <a:pt x="1425998" y="1655380"/>
                  </a:lnTo>
                  <a:lnTo>
                    <a:pt x="1425984" y="1655412"/>
                  </a:lnTo>
                  <a:lnTo>
                    <a:pt x="1425975" y="1655426"/>
                  </a:lnTo>
                  <a:lnTo>
                    <a:pt x="1425964" y="1655438"/>
                  </a:lnTo>
                  <a:lnTo>
                    <a:pt x="1425960" y="1655442"/>
                  </a:lnTo>
                  <a:lnTo>
                    <a:pt x="1425948" y="1655452"/>
                  </a:lnTo>
                  <a:lnTo>
                    <a:pt x="1425929" y="1655466"/>
                  </a:lnTo>
                  <a:lnTo>
                    <a:pt x="1425920" y="1655471"/>
                  </a:lnTo>
                  <a:lnTo>
                    <a:pt x="1425907" y="1655477"/>
                  </a:lnTo>
                  <a:lnTo>
                    <a:pt x="1425896" y="1655483"/>
                  </a:lnTo>
                  <a:lnTo>
                    <a:pt x="1425890" y="1655486"/>
                  </a:lnTo>
                  <a:lnTo>
                    <a:pt x="1425881" y="1655492"/>
                  </a:lnTo>
                  <a:lnTo>
                    <a:pt x="1425865" y="1655503"/>
                  </a:lnTo>
                  <a:lnTo>
                    <a:pt x="1425843" y="1655524"/>
                  </a:lnTo>
                  <a:lnTo>
                    <a:pt x="1425827" y="1655541"/>
                  </a:lnTo>
                  <a:lnTo>
                    <a:pt x="1425804" y="1655566"/>
                  </a:lnTo>
                  <a:lnTo>
                    <a:pt x="1425793" y="1655578"/>
                  </a:lnTo>
                  <a:lnTo>
                    <a:pt x="1425787" y="1655583"/>
                  </a:lnTo>
                  <a:lnTo>
                    <a:pt x="1425784" y="1655588"/>
                  </a:lnTo>
                  <a:lnTo>
                    <a:pt x="1425769" y="1655603"/>
                  </a:lnTo>
                  <a:lnTo>
                    <a:pt x="1425764" y="1655610"/>
                  </a:lnTo>
                  <a:lnTo>
                    <a:pt x="1425762" y="1655618"/>
                  </a:lnTo>
                  <a:lnTo>
                    <a:pt x="1425761" y="1655628"/>
                  </a:lnTo>
                  <a:lnTo>
                    <a:pt x="1425761" y="1655645"/>
                  </a:lnTo>
                  <a:lnTo>
                    <a:pt x="1425763" y="1655665"/>
                  </a:lnTo>
                  <a:lnTo>
                    <a:pt x="1425765" y="1655679"/>
                  </a:lnTo>
                  <a:lnTo>
                    <a:pt x="1425767" y="1655689"/>
                  </a:lnTo>
                  <a:lnTo>
                    <a:pt x="1425770" y="1655702"/>
                  </a:lnTo>
                  <a:lnTo>
                    <a:pt x="1425775" y="1655714"/>
                  </a:lnTo>
                  <a:lnTo>
                    <a:pt x="1425783" y="1655738"/>
                  </a:lnTo>
                  <a:lnTo>
                    <a:pt x="1425793" y="1655764"/>
                  </a:lnTo>
                  <a:lnTo>
                    <a:pt x="1425798" y="1655782"/>
                  </a:lnTo>
                  <a:lnTo>
                    <a:pt x="1425799" y="1655796"/>
                  </a:lnTo>
                  <a:lnTo>
                    <a:pt x="1425799" y="1655802"/>
                  </a:lnTo>
                  <a:lnTo>
                    <a:pt x="1425799" y="1655813"/>
                  </a:lnTo>
                  <a:lnTo>
                    <a:pt x="1425799" y="1655823"/>
                  </a:lnTo>
                  <a:lnTo>
                    <a:pt x="1425797" y="1655849"/>
                  </a:lnTo>
                  <a:lnTo>
                    <a:pt x="1425796" y="1655884"/>
                  </a:lnTo>
                  <a:lnTo>
                    <a:pt x="1425798" y="1655903"/>
                  </a:lnTo>
                  <a:lnTo>
                    <a:pt x="1425802" y="1655919"/>
                  </a:lnTo>
                  <a:lnTo>
                    <a:pt x="1425807" y="1655930"/>
                  </a:lnTo>
                  <a:lnTo>
                    <a:pt x="1425815" y="1655943"/>
                  </a:lnTo>
                  <a:lnTo>
                    <a:pt x="1425819" y="1655952"/>
                  </a:lnTo>
                  <a:lnTo>
                    <a:pt x="1425820" y="1655960"/>
                  </a:lnTo>
                  <a:lnTo>
                    <a:pt x="1425819" y="1655976"/>
                  </a:lnTo>
                  <a:lnTo>
                    <a:pt x="1425814" y="1655991"/>
                  </a:lnTo>
                  <a:lnTo>
                    <a:pt x="1425808" y="1656003"/>
                  </a:lnTo>
                  <a:lnTo>
                    <a:pt x="1425799" y="1656013"/>
                  </a:lnTo>
                  <a:lnTo>
                    <a:pt x="1425787" y="1656019"/>
                  </a:lnTo>
                  <a:lnTo>
                    <a:pt x="1425778" y="1656022"/>
                  </a:lnTo>
                  <a:lnTo>
                    <a:pt x="1425767" y="1656021"/>
                  </a:lnTo>
                  <a:lnTo>
                    <a:pt x="1425757" y="1656018"/>
                  </a:lnTo>
                  <a:lnTo>
                    <a:pt x="1425746" y="1656013"/>
                  </a:lnTo>
                  <a:lnTo>
                    <a:pt x="1425738" y="1656009"/>
                  </a:lnTo>
                  <a:lnTo>
                    <a:pt x="1425729" y="1656004"/>
                  </a:lnTo>
                  <a:lnTo>
                    <a:pt x="1425708" y="1655991"/>
                  </a:lnTo>
                  <a:lnTo>
                    <a:pt x="1425689" y="1655981"/>
                  </a:lnTo>
                  <a:lnTo>
                    <a:pt x="1425676" y="1655976"/>
                  </a:lnTo>
                  <a:lnTo>
                    <a:pt x="1425666" y="1655975"/>
                  </a:lnTo>
                  <a:lnTo>
                    <a:pt x="1425658" y="1655975"/>
                  </a:lnTo>
                  <a:lnTo>
                    <a:pt x="1425651" y="1655978"/>
                  </a:lnTo>
                  <a:lnTo>
                    <a:pt x="1425646" y="1655983"/>
                  </a:lnTo>
                  <a:lnTo>
                    <a:pt x="1425643" y="1655989"/>
                  </a:lnTo>
                  <a:lnTo>
                    <a:pt x="1425642" y="1655997"/>
                  </a:lnTo>
                  <a:lnTo>
                    <a:pt x="1425642" y="1656005"/>
                  </a:lnTo>
                  <a:lnTo>
                    <a:pt x="1425642" y="1656016"/>
                  </a:lnTo>
                  <a:lnTo>
                    <a:pt x="1425646" y="1656034"/>
                  </a:lnTo>
                  <a:lnTo>
                    <a:pt x="1425646" y="1656049"/>
                  </a:lnTo>
                  <a:lnTo>
                    <a:pt x="1425647" y="1656066"/>
                  </a:lnTo>
                  <a:lnTo>
                    <a:pt x="1425645" y="1656081"/>
                  </a:lnTo>
                  <a:lnTo>
                    <a:pt x="1425644" y="1656093"/>
                  </a:lnTo>
                  <a:lnTo>
                    <a:pt x="1425645" y="1656101"/>
                  </a:lnTo>
                  <a:lnTo>
                    <a:pt x="1425647" y="1656116"/>
                  </a:lnTo>
                  <a:lnTo>
                    <a:pt x="1425647" y="1656127"/>
                  </a:lnTo>
                  <a:lnTo>
                    <a:pt x="1425643" y="1656133"/>
                  </a:lnTo>
                  <a:lnTo>
                    <a:pt x="1425635" y="1656145"/>
                  </a:lnTo>
                  <a:lnTo>
                    <a:pt x="1425626" y="1656162"/>
                  </a:lnTo>
                  <a:lnTo>
                    <a:pt x="1425619" y="1656181"/>
                  </a:lnTo>
                  <a:lnTo>
                    <a:pt x="1425616" y="1656195"/>
                  </a:lnTo>
                  <a:lnTo>
                    <a:pt x="1425611" y="1656222"/>
                  </a:lnTo>
                  <a:lnTo>
                    <a:pt x="1425607" y="1656236"/>
                  </a:lnTo>
                  <a:lnTo>
                    <a:pt x="1425602" y="1656256"/>
                  </a:lnTo>
                  <a:lnTo>
                    <a:pt x="1425594" y="1656281"/>
                  </a:lnTo>
                  <a:lnTo>
                    <a:pt x="1425590" y="1656294"/>
                  </a:lnTo>
                  <a:lnTo>
                    <a:pt x="1425585" y="1656310"/>
                  </a:lnTo>
                  <a:lnTo>
                    <a:pt x="1425579" y="1656324"/>
                  </a:lnTo>
                  <a:lnTo>
                    <a:pt x="1425574" y="1656334"/>
                  </a:lnTo>
                  <a:lnTo>
                    <a:pt x="1425567" y="1656347"/>
                  </a:lnTo>
                  <a:lnTo>
                    <a:pt x="1425562" y="1656355"/>
                  </a:lnTo>
                  <a:lnTo>
                    <a:pt x="1425545" y="1656379"/>
                  </a:lnTo>
                  <a:lnTo>
                    <a:pt x="1425533" y="1656390"/>
                  </a:lnTo>
                  <a:lnTo>
                    <a:pt x="1425528" y="1656393"/>
                  </a:lnTo>
                  <a:lnTo>
                    <a:pt x="1425521" y="1656396"/>
                  </a:lnTo>
                  <a:lnTo>
                    <a:pt x="1425514" y="1656398"/>
                  </a:lnTo>
                  <a:lnTo>
                    <a:pt x="1425504" y="1656398"/>
                  </a:lnTo>
                  <a:lnTo>
                    <a:pt x="1425495" y="1656395"/>
                  </a:lnTo>
                  <a:lnTo>
                    <a:pt x="1425482" y="1656387"/>
                  </a:lnTo>
                  <a:lnTo>
                    <a:pt x="1425468" y="1656379"/>
                  </a:lnTo>
                  <a:lnTo>
                    <a:pt x="1425453" y="1656373"/>
                  </a:lnTo>
                  <a:lnTo>
                    <a:pt x="1425428" y="1656366"/>
                  </a:lnTo>
                  <a:lnTo>
                    <a:pt x="1425410" y="1656363"/>
                  </a:lnTo>
                  <a:lnTo>
                    <a:pt x="1425391" y="1656360"/>
                  </a:lnTo>
                  <a:lnTo>
                    <a:pt x="1425375" y="1656359"/>
                  </a:lnTo>
                  <a:lnTo>
                    <a:pt x="1425368" y="1656359"/>
                  </a:lnTo>
                  <a:lnTo>
                    <a:pt x="1425363" y="1656359"/>
                  </a:lnTo>
                  <a:lnTo>
                    <a:pt x="1425352" y="1656359"/>
                  </a:lnTo>
                  <a:lnTo>
                    <a:pt x="1425336" y="1656359"/>
                  </a:lnTo>
                  <a:lnTo>
                    <a:pt x="1425321" y="1656363"/>
                  </a:lnTo>
                  <a:lnTo>
                    <a:pt x="1425307" y="1656369"/>
                  </a:lnTo>
                  <a:lnTo>
                    <a:pt x="1425297" y="1656377"/>
                  </a:lnTo>
                  <a:lnTo>
                    <a:pt x="1425288" y="1656387"/>
                  </a:lnTo>
                  <a:lnTo>
                    <a:pt x="1425275" y="1656404"/>
                  </a:lnTo>
                  <a:lnTo>
                    <a:pt x="1425266" y="1656418"/>
                  </a:lnTo>
                  <a:lnTo>
                    <a:pt x="1425253" y="1656439"/>
                  </a:lnTo>
                  <a:lnTo>
                    <a:pt x="1425238" y="1656468"/>
                  </a:lnTo>
                  <a:lnTo>
                    <a:pt x="1425225" y="1656496"/>
                  </a:lnTo>
                  <a:lnTo>
                    <a:pt x="1425219" y="1656512"/>
                  </a:lnTo>
                  <a:lnTo>
                    <a:pt x="1425216" y="1656524"/>
                  </a:lnTo>
                  <a:lnTo>
                    <a:pt x="1425215" y="1656539"/>
                  </a:lnTo>
                  <a:lnTo>
                    <a:pt x="1425216" y="1656576"/>
                  </a:lnTo>
                  <a:lnTo>
                    <a:pt x="1425217" y="1656617"/>
                  </a:lnTo>
                  <a:lnTo>
                    <a:pt x="1425217" y="1656637"/>
                  </a:lnTo>
                  <a:lnTo>
                    <a:pt x="1425216" y="1656651"/>
                  </a:lnTo>
                  <a:lnTo>
                    <a:pt x="1425210" y="1656680"/>
                  </a:lnTo>
                  <a:lnTo>
                    <a:pt x="1425202" y="1656711"/>
                  </a:lnTo>
                  <a:lnTo>
                    <a:pt x="1425194" y="1656735"/>
                  </a:lnTo>
                  <a:lnTo>
                    <a:pt x="1425189" y="1656745"/>
                  </a:lnTo>
                  <a:lnTo>
                    <a:pt x="1425181" y="1656757"/>
                  </a:lnTo>
                  <a:lnTo>
                    <a:pt x="1425175" y="1656764"/>
                  </a:lnTo>
                  <a:lnTo>
                    <a:pt x="1425168" y="1656771"/>
                  </a:lnTo>
                  <a:lnTo>
                    <a:pt x="1425162" y="1656776"/>
                  </a:lnTo>
                  <a:lnTo>
                    <a:pt x="1425156" y="1656780"/>
                  </a:lnTo>
                  <a:lnTo>
                    <a:pt x="1425136" y="1656790"/>
                  </a:lnTo>
                  <a:lnTo>
                    <a:pt x="1425121" y="1656799"/>
                  </a:lnTo>
                  <a:lnTo>
                    <a:pt x="1425110" y="1656806"/>
                  </a:lnTo>
                  <a:lnTo>
                    <a:pt x="1425106" y="1656810"/>
                  </a:lnTo>
                  <a:lnTo>
                    <a:pt x="1425100" y="1656815"/>
                  </a:lnTo>
                  <a:lnTo>
                    <a:pt x="1425096" y="1656821"/>
                  </a:lnTo>
                  <a:lnTo>
                    <a:pt x="1425091" y="1656834"/>
                  </a:lnTo>
                  <a:lnTo>
                    <a:pt x="1425087" y="1656853"/>
                  </a:lnTo>
                  <a:lnTo>
                    <a:pt x="1425084" y="1656866"/>
                  </a:lnTo>
                  <a:lnTo>
                    <a:pt x="1425081" y="1656875"/>
                  </a:lnTo>
                  <a:lnTo>
                    <a:pt x="1425076" y="1656883"/>
                  </a:lnTo>
                  <a:lnTo>
                    <a:pt x="1425069" y="1656890"/>
                  </a:lnTo>
                  <a:lnTo>
                    <a:pt x="1425063" y="1656894"/>
                  </a:lnTo>
                  <a:lnTo>
                    <a:pt x="1425055" y="1656896"/>
                  </a:lnTo>
                  <a:lnTo>
                    <a:pt x="1425048" y="1656896"/>
                  </a:lnTo>
                  <a:lnTo>
                    <a:pt x="1425040" y="1656896"/>
                  </a:lnTo>
                  <a:lnTo>
                    <a:pt x="1425030" y="1656895"/>
                  </a:lnTo>
                  <a:lnTo>
                    <a:pt x="1425013" y="1656888"/>
                  </a:lnTo>
                  <a:lnTo>
                    <a:pt x="1425003" y="1656885"/>
                  </a:lnTo>
                  <a:lnTo>
                    <a:pt x="1424986" y="1656881"/>
                  </a:lnTo>
                  <a:lnTo>
                    <a:pt x="1424970" y="1656879"/>
                  </a:lnTo>
                  <a:lnTo>
                    <a:pt x="1424956" y="1656880"/>
                  </a:lnTo>
                  <a:lnTo>
                    <a:pt x="1424946" y="1656885"/>
                  </a:lnTo>
                  <a:lnTo>
                    <a:pt x="1424940" y="1656889"/>
                  </a:lnTo>
                  <a:lnTo>
                    <a:pt x="1424935" y="1656897"/>
                  </a:lnTo>
                  <a:lnTo>
                    <a:pt x="1424932" y="1656906"/>
                  </a:lnTo>
                  <a:lnTo>
                    <a:pt x="1424931" y="1656915"/>
                  </a:lnTo>
                  <a:lnTo>
                    <a:pt x="1424933" y="1656927"/>
                  </a:lnTo>
                  <a:lnTo>
                    <a:pt x="1424938" y="1656944"/>
                  </a:lnTo>
                  <a:lnTo>
                    <a:pt x="1424947" y="1656974"/>
                  </a:lnTo>
                  <a:lnTo>
                    <a:pt x="1424957" y="1657005"/>
                  </a:lnTo>
                  <a:lnTo>
                    <a:pt x="1424966" y="1657033"/>
                  </a:lnTo>
                  <a:lnTo>
                    <a:pt x="1424971" y="1657053"/>
                  </a:lnTo>
                  <a:lnTo>
                    <a:pt x="1424973" y="1657070"/>
                  </a:lnTo>
                  <a:lnTo>
                    <a:pt x="1424974" y="1657084"/>
                  </a:lnTo>
                  <a:lnTo>
                    <a:pt x="1424971" y="1657106"/>
                  </a:lnTo>
                  <a:lnTo>
                    <a:pt x="1424967" y="1657117"/>
                  </a:lnTo>
                  <a:lnTo>
                    <a:pt x="1424958" y="1657132"/>
                  </a:lnTo>
                  <a:lnTo>
                    <a:pt x="1424948" y="1657145"/>
                  </a:lnTo>
                  <a:lnTo>
                    <a:pt x="1424936" y="1657154"/>
                  </a:lnTo>
                  <a:lnTo>
                    <a:pt x="1424930" y="1657158"/>
                  </a:lnTo>
                  <a:lnTo>
                    <a:pt x="1424925" y="1657161"/>
                  </a:lnTo>
                  <a:lnTo>
                    <a:pt x="1424917" y="1657164"/>
                  </a:lnTo>
                  <a:lnTo>
                    <a:pt x="1424905" y="1657164"/>
                  </a:lnTo>
                  <a:lnTo>
                    <a:pt x="1424887" y="1657163"/>
                  </a:lnTo>
                  <a:lnTo>
                    <a:pt x="1424863" y="1657159"/>
                  </a:lnTo>
                  <a:lnTo>
                    <a:pt x="1424845" y="1657157"/>
                  </a:lnTo>
                  <a:lnTo>
                    <a:pt x="1424827" y="1657155"/>
                  </a:lnTo>
                  <a:lnTo>
                    <a:pt x="1424808" y="1657155"/>
                  </a:lnTo>
                  <a:lnTo>
                    <a:pt x="1424789" y="1657160"/>
                  </a:lnTo>
                  <a:lnTo>
                    <a:pt x="1424780" y="1657166"/>
                  </a:lnTo>
                  <a:lnTo>
                    <a:pt x="1424773" y="1657171"/>
                  </a:lnTo>
                  <a:lnTo>
                    <a:pt x="1424766" y="1657175"/>
                  </a:lnTo>
                  <a:lnTo>
                    <a:pt x="1424757" y="1657183"/>
                  </a:lnTo>
                  <a:lnTo>
                    <a:pt x="1424746" y="1657199"/>
                  </a:lnTo>
                  <a:lnTo>
                    <a:pt x="1424739" y="1657212"/>
                  </a:lnTo>
                  <a:lnTo>
                    <a:pt x="1424731" y="1657234"/>
                  </a:lnTo>
                  <a:lnTo>
                    <a:pt x="1424720" y="1657264"/>
                  </a:lnTo>
                  <a:lnTo>
                    <a:pt x="1424715" y="1657271"/>
                  </a:lnTo>
                  <a:lnTo>
                    <a:pt x="1424704" y="1657278"/>
                  </a:lnTo>
                  <a:lnTo>
                    <a:pt x="1424697" y="1657280"/>
                  </a:lnTo>
                  <a:lnTo>
                    <a:pt x="1424691" y="1657282"/>
                  </a:lnTo>
                  <a:lnTo>
                    <a:pt x="1424677" y="1657283"/>
                  </a:lnTo>
                  <a:lnTo>
                    <a:pt x="1424666" y="1657284"/>
                  </a:lnTo>
                  <a:lnTo>
                    <a:pt x="1424655" y="1657284"/>
                  </a:lnTo>
                  <a:lnTo>
                    <a:pt x="1424637" y="1657283"/>
                  </a:lnTo>
                  <a:lnTo>
                    <a:pt x="1424608" y="1657282"/>
                  </a:lnTo>
                  <a:lnTo>
                    <a:pt x="1424594" y="1657282"/>
                  </a:lnTo>
                  <a:lnTo>
                    <a:pt x="1424574" y="1657290"/>
                  </a:lnTo>
                  <a:lnTo>
                    <a:pt x="1424558" y="1657300"/>
                  </a:lnTo>
                  <a:lnTo>
                    <a:pt x="1424550" y="1657307"/>
                  </a:lnTo>
                  <a:lnTo>
                    <a:pt x="1424543" y="1657314"/>
                  </a:lnTo>
                  <a:lnTo>
                    <a:pt x="1424533" y="1657328"/>
                  </a:lnTo>
                  <a:lnTo>
                    <a:pt x="1424531" y="1657337"/>
                  </a:lnTo>
                  <a:lnTo>
                    <a:pt x="1424528" y="1657352"/>
                  </a:lnTo>
                  <a:lnTo>
                    <a:pt x="1424526" y="1657385"/>
                  </a:lnTo>
                  <a:lnTo>
                    <a:pt x="1424525" y="1657400"/>
                  </a:lnTo>
                  <a:lnTo>
                    <a:pt x="1424520" y="1657412"/>
                  </a:lnTo>
                  <a:lnTo>
                    <a:pt x="1424513" y="1657425"/>
                  </a:lnTo>
                  <a:lnTo>
                    <a:pt x="1424505" y="1657437"/>
                  </a:lnTo>
                  <a:lnTo>
                    <a:pt x="1424492" y="1657451"/>
                  </a:lnTo>
                  <a:lnTo>
                    <a:pt x="1424472" y="1657471"/>
                  </a:lnTo>
                  <a:lnTo>
                    <a:pt x="1424453" y="1657490"/>
                  </a:lnTo>
                  <a:lnTo>
                    <a:pt x="1424437" y="1657509"/>
                  </a:lnTo>
                  <a:lnTo>
                    <a:pt x="1424430" y="1657521"/>
                  </a:lnTo>
                  <a:lnTo>
                    <a:pt x="1424426" y="1657532"/>
                  </a:lnTo>
                  <a:lnTo>
                    <a:pt x="1424422" y="1657545"/>
                  </a:lnTo>
                  <a:lnTo>
                    <a:pt x="1424421" y="1657554"/>
                  </a:lnTo>
                  <a:lnTo>
                    <a:pt x="1424421" y="1657565"/>
                  </a:lnTo>
                  <a:lnTo>
                    <a:pt x="1424421" y="1657583"/>
                  </a:lnTo>
                  <a:lnTo>
                    <a:pt x="1424424" y="1657593"/>
                  </a:lnTo>
                  <a:lnTo>
                    <a:pt x="1424433" y="1657608"/>
                  </a:lnTo>
                  <a:lnTo>
                    <a:pt x="1424440" y="1657617"/>
                  </a:lnTo>
                  <a:lnTo>
                    <a:pt x="1424446" y="1657625"/>
                  </a:lnTo>
                  <a:lnTo>
                    <a:pt x="1424457" y="1657638"/>
                  </a:lnTo>
                  <a:lnTo>
                    <a:pt x="1424471" y="1657651"/>
                  </a:lnTo>
                  <a:lnTo>
                    <a:pt x="1424480" y="1657663"/>
                  </a:lnTo>
                  <a:lnTo>
                    <a:pt x="1424489" y="1657676"/>
                  </a:lnTo>
                  <a:lnTo>
                    <a:pt x="1424495" y="1657688"/>
                  </a:lnTo>
                  <a:lnTo>
                    <a:pt x="1424499" y="1657702"/>
                  </a:lnTo>
                  <a:lnTo>
                    <a:pt x="1424500" y="1657718"/>
                  </a:lnTo>
                  <a:lnTo>
                    <a:pt x="1424501" y="1657730"/>
                  </a:lnTo>
                  <a:lnTo>
                    <a:pt x="1424499" y="1657743"/>
                  </a:lnTo>
                  <a:lnTo>
                    <a:pt x="1424498" y="1657749"/>
                  </a:lnTo>
                  <a:lnTo>
                    <a:pt x="1424495" y="1657756"/>
                  </a:lnTo>
                  <a:lnTo>
                    <a:pt x="1424489" y="1657765"/>
                  </a:lnTo>
                  <a:lnTo>
                    <a:pt x="1424477" y="1657772"/>
                  </a:lnTo>
                  <a:lnTo>
                    <a:pt x="1424467" y="1657777"/>
                  </a:lnTo>
                  <a:lnTo>
                    <a:pt x="1424452" y="1657780"/>
                  </a:lnTo>
                  <a:lnTo>
                    <a:pt x="1424442" y="1657781"/>
                  </a:lnTo>
                  <a:lnTo>
                    <a:pt x="1424432" y="1657779"/>
                  </a:lnTo>
                  <a:lnTo>
                    <a:pt x="1424424" y="1657771"/>
                  </a:lnTo>
                  <a:lnTo>
                    <a:pt x="1424412" y="1657750"/>
                  </a:lnTo>
                  <a:lnTo>
                    <a:pt x="1424405" y="1657740"/>
                  </a:lnTo>
                  <a:lnTo>
                    <a:pt x="1424392" y="1657727"/>
                  </a:lnTo>
                  <a:lnTo>
                    <a:pt x="1424380" y="1657720"/>
                  </a:lnTo>
                  <a:lnTo>
                    <a:pt x="1424365" y="1657714"/>
                  </a:lnTo>
                  <a:lnTo>
                    <a:pt x="1424353" y="1657711"/>
                  </a:lnTo>
                  <a:lnTo>
                    <a:pt x="1424343" y="1657709"/>
                  </a:lnTo>
                  <a:lnTo>
                    <a:pt x="1424337" y="1657709"/>
                  </a:lnTo>
                  <a:lnTo>
                    <a:pt x="1424331" y="1657709"/>
                  </a:lnTo>
                  <a:lnTo>
                    <a:pt x="1424325" y="1657711"/>
                  </a:lnTo>
                  <a:lnTo>
                    <a:pt x="1424319" y="1657713"/>
                  </a:lnTo>
                  <a:lnTo>
                    <a:pt x="1424308" y="1657718"/>
                  </a:lnTo>
                  <a:lnTo>
                    <a:pt x="1424297" y="1657725"/>
                  </a:lnTo>
                  <a:lnTo>
                    <a:pt x="1424286" y="1657736"/>
                  </a:lnTo>
                  <a:lnTo>
                    <a:pt x="1424273" y="1657749"/>
                  </a:lnTo>
                  <a:lnTo>
                    <a:pt x="1424270" y="1657754"/>
                  </a:lnTo>
                  <a:lnTo>
                    <a:pt x="1424266" y="1657760"/>
                  </a:lnTo>
                  <a:lnTo>
                    <a:pt x="1424263" y="1657765"/>
                  </a:lnTo>
                  <a:lnTo>
                    <a:pt x="1424260" y="1657770"/>
                  </a:lnTo>
                  <a:lnTo>
                    <a:pt x="1424249" y="1657784"/>
                  </a:lnTo>
                  <a:lnTo>
                    <a:pt x="1424239" y="1657794"/>
                  </a:lnTo>
                  <a:lnTo>
                    <a:pt x="1424228" y="1657803"/>
                  </a:lnTo>
                  <a:lnTo>
                    <a:pt x="1424221" y="1657808"/>
                  </a:lnTo>
                  <a:lnTo>
                    <a:pt x="1424208" y="1657813"/>
                  </a:lnTo>
                  <a:lnTo>
                    <a:pt x="1424194" y="1657817"/>
                  </a:lnTo>
                  <a:lnTo>
                    <a:pt x="1424180" y="1657820"/>
                  </a:lnTo>
                  <a:lnTo>
                    <a:pt x="1424172" y="1657824"/>
                  </a:lnTo>
                  <a:lnTo>
                    <a:pt x="1424167" y="1657828"/>
                  </a:lnTo>
                  <a:lnTo>
                    <a:pt x="1424163" y="1657834"/>
                  </a:lnTo>
                  <a:lnTo>
                    <a:pt x="1424160" y="1657846"/>
                  </a:lnTo>
                  <a:lnTo>
                    <a:pt x="1424159" y="1657857"/>
                  </a:lnTo>
                  <a:lnTo>
                    <a:pt x="1424161" y="1657871"/>
                  </a:lnTo>
                  <a:lnTo>
                    <a:pt x="1424167" y="1657884"/>
                  </a:lnTo>
                  <a:lnTo>
                    <a:pt x="1424174" y="1657899"/>
                  </a:lnTo>
                  <a:lnTo>
                    <a:pt x="1424183" y="1657916"/>
                  </a:lnTo>
                  <a:lnTo>
                    <a:pt x="1424186" y="1657927"/>
                  </a:lnTo>
                  <a:lnTo>
                    <a:pt x="1424186" y="1657934"/>
                  </a:lnTo>
                  <a:lnTo>
                    <a:pt x="1424185" y="1657950"/>
                  </a:lnTo>
                  <a:lnTo>
                    <a:pt x="1424174" y="1657970"/>
                  </a:lnTo>
                  <a:lnTo>
                    <a:pt x="1424169" y="1657979"/>
                  </a:lnTo>
                  <a:lnTo>
                    <a:pt x="1424165" y="1657986"/>
                  </a:lnTo>
                  <a:lnTo>
                    <a:pt x="1424158" y="1657998"/>
                  </a:lnTo>
                  <a:lnTo>
                    <a:pt x="1424154" y="1658007"/>
                  </a:lnTo>
                  <a:lnTo>
                    <a:pt x="1424152" y="1658016"/>
                  </a:lnTo>
                  <a:lnTo>
                    <a:pt x="1424151" y="1658029"/>
                  </a:lnTo>
                  <a:lnTo>
                    <a:pt x="1424151" y="1658045"/>
                  </a:lnTo>
                  <a:lnTo>
                    <a:pt x="1424152" y="1658075"/>
                  </a:lnTo>
                  <a:lnTo>
                    <a:pt x="1424151" y="1658087"/>
                  </a:lnTo>
                  <a:lnTo>
                    <a:pt x="1424148" y="1658104"/>
                  </a:lnTo>
                  <a:lnTo>
                    <a:pt x="1424144" y="1658109"/>
                  </a:lnTo>
                  <a:lnTo>
                    <a:pt x="1424140" y="1658116"/>
                  </a:lnTo>
                  <a:lnTo>
                    <a:pt x="1424131" y="1658124"/>
                  </a:lnTo>
                  <a:lnTo>
                    <a:pt x="1424125" y="1658128"/>
                  </a:lnTo>
                  <a:lnTo>
                    <a:pt x="1424117" y="1658134"/>
                  </a:lnTo>
                  <a:lnTo>
                    <a:pt x="1424105" y="1658140"/>
                  </a:lnTo>
                  <a:lnTo>
                    <a:pt x="1424096" y="1658145"/>
                  </a:lnTo>
                  <a:lnTo>
                    <a:pt x="1424083" y="1658152"/>
                  </a:lnTo>
                  <a:lnTo>
                    <a:pt x="1424069" y="1658159"/>
                  </a:lnTo>
                  <a:lnTo>
                    <a:pt x="1424059" y="1658167"/>
                  </a:lnTo>
                  <a:lnTo>
                    <a:pt x="1424046" y="1658179"/>
                  </a:lnTo>
                  <a:lnTo>
                    <a:pt x="1424040" y="1658188"/>
                  </a:lnTo>
                  <a:lnTo>
                    <a:pt x="1424035" y="1658200"/>
                  </a:lnTo>
                  <a:lnTo>
                    <a:pt x="1424032" y="1658206"/>
                  </a:lnTo>
                  <a:lnTo>
                    <a:pt x="1424027" y="1658215"/>
                  </a:lnTo>
                  <a:lnTo>
                    <a:pt x="1424015" y="1658245"/>
                  </a:lnTo>
                  <a:lnTo>
                    <a:pt x="1424009" y="1658261"/>
                  </a:lnTo>
                  <a:lnTo>
                    <a:pt x="1423999" y="1658285"/>
                  </a:lnTo>
                  <a:lnTo>
                    <a:pt x="1423994" y="1658297"/>
                  </a:lnTo>
                  <a:lnTo>
                    <a:pt x="1423983" y="1658319"/>
                  </a:lnTo>
                  <a:lnTo>
                    <a:pt x="1423970" y="1658343"/>
                  </a:lnTo>
                  <a:lnTo>
                    <a:pt x="1423958" y="1658364"/>
                  </a:lnTo>
                  <a:lnTo>
                    <a:pt x="1423945" y="1658381"/>
                  </a:lnTo>
                  <a:lnTo>
                    <a:pt x="1423927" y="1658404"/>
                  </a:lnTo>
                  <a:lnTo>
                    <a:pt x="1423920" y="1658415"/>
                  </a:lnTo>
                  <a:lnTo>
                    <a:pt x="1423914" y="1658425"/>
                  </a:lnTo>
                  <a:lnTo>
                    <a:pt x="1423909" y="1658437"/>
                  </a:lnTo>
                  <a:lnTo>
                    <a:pt x="1423907" y="1658448"/>
                  </a:lnTo>
                  <a:lnTo>
                    <a:pt x="1423906" y="1658456"/>
                  </a:lnTo>
                  <a:lnTo>
                    <a:pt x="1423905" y="1658469"/>
                  </a:lnTo>
                  <a:lnTo>
                    <a:pt x="1423909" y="1658483"/>
                  </a:lnTo>
                  <a:lnTo>
                    <a:pt x="1423915" y="1658498"/>
                  </a:lnTo>
                  <a:lnTo>
                    <a:pt x="1423918" y="1658512"/>
                  </a:lnTo>
                  <a:lnTo>
                    <a:pt x="1423922" y="1658527"/>
                  </a:lnTo>
                  <a:lnTo>
                    <a:pt x="1423922" y="1658534"/>
                  </a:lnTo>
                  <a:lnTo>
                    <a:pt x="1423921" y="1658544"/>
                  </a:lnTo>
                  <a:lnTo>
                    <a:pt x="1423918" y="1658550"/>
                  </a:lnTo>
                  <a:lnTo>
                    <a:pt x="1423910" y="1658560"/>
                  </a:lnTo>
                  <a:lnTo>
                    <a:pt x="1423906" y="1658564"/>
                  </a:lnTo>
                  <a:lnTo>
                    <a:pt x="1423899" y="1658570"/>
                  </a:lnTo>
                  <a:lnTo>
                    <a:pt x="1423887" y="1658578"/>
                  </a:lnTo>
                  <a:lnTo>
                    <a:pt x="1423878" y="1658580"/>
                  </a:lnTo>
                  <a:lnTo>
                    <a:pt x="1423864" y="1658582"/>
                  </a:lnTo>
                  <a:lnTo>
                    <a:pt x="1423842" y="1658584"/>
                  </a:lnTo>
                  <a:lnTo>
                    <a:pt x="1423828" y="1658586"/>
                  </a:lnTo>
                  <a:lnTo>
                    <a:pt x="1423816" y="1658587"/>
                  </a:lnTo>
                  <a:lnTo>
                    <a:pt x="1423805" y="1658588"/>
                  </a:lnTo>
                  <a:lnTo>
                    <a:pt x="1423792" y="1658590"/>
                  </a:lnTo>
                  <a:lnTo>
                    <a:pt x="1423786" y="1658596"/>
                  </a:lnTo>
                  <a:lnTo>
                    <a:pt x="1423780" y="1658602"/>
                  </a:lnTo>
                  <a:lnTo>
                    <a:pt x="1423776" y="1658609"/>
                  </a:lnTo>
                  <a:lnTo>
                    <a:pt x="1423768" y="1658626"/>
                  </a:lnTo>
                  <a:lnTo>
                    <a:pt x="1423763" y="1658644"/>
                  </a:lnTo>
                  <a:lnTo>
                    <a:pt x="1423759" y="1658658"/>
                  </a:lnTo>
                  <a:lnTo>
                    <a:pt x="1423753" y="1658668"/>
                  </a:lnTo>
                  <a:lnTo>
                    <a:pt x="1423742" y="1658677"/>
                  </a:lnTo>
                  <a:lnTo>
                    <a:pt x="1423733" y="1658680"/>
                  </a:lnTo>
                  <a:lnTo>
                    <a:pt x="1423691" y="1658696"/>
                  </a:lnTo>
                  <a:lnTo>
                    <a:pt x="1423683" y="1658699"/>
                  </a:lnTo>
                  <a:lnTo>
                    <a:pt x="1423676" y="1658702"/>
                  </a:lnTo>
                  <a:lnTo>
                    <a:pt x="1423671" y="1658705"/>
                  </a:lnTo>
                  <a:lnTo>
                    <a:pt x="1423659" y="1658714"/>
                  </a:lnTo>
                  <a:lnTo>
                    <a:pt x="1423652" y="1658723"/>
                  </a:lnTo>
                  <a:lnTo>
                    <a:pt x="1423647" y="1658733"/>
                  </a:lnTo>
                  <a:lnTo>
                    <a:pt x="1423645" y="1658740"/>
                  </a:lnTo>
                  <a:lnTo>
                    <a:pt x="1423646" y="1658748"/>
                  </a:lnTo>
                  <a:lnTo>
                    <a:pt x="1423647" y="1658755"/>
                  </a:lnTo>
                  <a:lnTo>
                    <a:pt x="1423649" y="1658766"/>
                  </a:lnTo>
                  <a:lnTo>
                    <a:pt x="1423653" y="1658784"/>
                  </a:lnTo>
                  <a:lnTo>
                    <a:pt x="1423658" y="1658799"/>
                  </a:lnTo>
                  <a:lnTo>
                    <a:pt x="1423658" y="1658807"/>
                  </a:lnTo>
                  <a:lnTo>
                    <a:pt x="1423659" y="1658814"/>
                  </a:lnTo>
                  <a:lnTo>
                    <a:pt x="1423658" y="1658826"/>
                  </a:lnTo>
                  <a:lnTo>
                    <a:pt x="1423657" y="1658835"/>
                  </a:lnTo>
                  <a:lnTo>
                    <a:pt x="1423656" y="1658864"/>
                  </a:lnTo>
                  <a:lnTo>
                    <a:pt x="1423652" y="1658880"/>
                  </a:lnTo>
                  <a:lnTo>
                    <a:pt x="1423647" y="1658898"/>
                  </a:lnTo>
                  <a:lnTo>
                    <a:pt x="1423641" y="1658910"/>
                  </a:lnTo>
                  <a:lnTo>
                    <a:pt x="1423635" y="1658919"/>
                  </a:lnTo>
                  <a:lnTo>
                    <a:pt x="1423624" y="1658933"/>
                  </a:lnTo>
                  <a:lnTo>
                    <a:pt x="1423611" y="1658946"/>
                  </a:lnTo>
                  <a:lnTo>
                    <a:pt x="1423606" y="1658951"/>
                  </a:lnTo>
                  <a:lnTo>
                    <a:pt x="1423597" y="1658959"/>
                  </a:lnTo>
                  <a:lnTo>
                    <a:pt x="1423590" y="1658967"/>
                  </a:lnTo>
                  <a:lnTo>
                    <a:pt x="1423586" y="1658974"/>
                  </a:lnTo>
                  <a:lnTo>
                    <a:pt x="1423581" y="1658986"/>
                  </a:lnTo>
                  <a:lnTo>
                    <a:pt x="1423577" y="1658997"/>
                  </a:lnTo>
                  <a:lnTo>
                    <a:pt x="1423575" y="1659009"/>
                  </a:lnTo>
                  <a:lnTo>
                    <a:pt x="1423574" y="1659015"/>
                  </a:lnTo>
                  <a:lnTo>
                    <a:pt x="1423575" y="1659035"/>
                  </a:lnTo>
                  <a:lnTo>
                    <a:pt x="1423576" y="1659055"/>
                  </a:lnTo>
                  <a:lnTo>
                    <a:pt x="1423578" y="1659071"/>
                  </a:lnTo>
                  <a:lnTo>
                    <a:pt x="1423581" y="1659094"/>
                  </a:lnTo>
                  <a:lnTo>
                    <a:pt x="1423584" y="1659110"/>
                  </a:lnTo>
                  <a:lnTo>
                    <a:pt x="1423589" y="1659139"/>
                  </a:lnTo>
                  <a:lnTo>
                    <a:pt x="1423595" y="1659156"/>
                  </a:lnTo>
                  <a:lnTo>
                    <a:pt x="1423600" y="1659170"/>
                  </a:lnTo>
                  <a:lnTo>
                    <a:pt x="1423610" y="1659187"/>
                  </a:lnTo>
                  <a:lnTo>
                    <a:pt x="1423613" y="1659192"/>
                  </a:lnTo>
                  <a:lnTo>
                    <a:pt x="1423620" y="1659203"/>
                  </a:lnTo>
                  <a:lnTo>
                    <a:pt x="1423627" y="1659212"/>
                  </a:lnTo>
                  <a:lnTo>
                    <a:pt x="1423637" y="1659222"/>
                  </a:lnTo>
                  <a:lnTo>
                    <a:pt x="1423645" y="1659234"/>
                  </a:lnTo>
                  <a:lnTo>
                    <a:pt x="1423653" y="1659245"/>
                  </a:lnTo>
                  <a:lnTo>
                    <a:pt x="1423655" y="1659251"/>
                  </a:lnTo>
                  <a:lnTo>
                    <a:pt x="1423657" y="1659256"/>
                  </a:lnTo>
                  <a:lnTo>
                    <a:pt x="1423659" y="1659274"/>
                  </a:lnTo>
                  <a:lnTo>
                    <a:pt x="1423658" y="1659295"/>
                  </a:lnTo>
                  <a:lnTo>
                    <a:pt x="1423657" y="1659317"/>
                  </a:lnTo>
                  <a:lnTo>
                    <a:pt x="1423658" y="1659331"/>
                  </a:lnTo>
                  <a:lnTo>
                    <a:pt x="1423660" y="1659339"/>
                  </a:lnTo>
                  <a:lnTo>
                    <a:pt x="1423666" y="1659349"/>
                  </a:lnTo>
                  <a:lnTo>
                    <a:pt x="1423674" y="1659357"/>
                  </a:lnTo>
                  <a:lnTo>
                    <a:pt x="1423685" y="1659366"/>
                  </a:lnTo>
                  <a:lnTo>
                    <a:pt x="1423694" y="1659374"/>
                  </a:lnTo>
                  <a:lnTo>
                    <a:pt x="1423703" y="1659383"/>
                  </a:lnTo>
                  <a:lnTo>
                    <a:pt x="1423709" y="1659391"/>
                  </a:lnTo>
                  <a:lnTo>
                    <a:pt x="1423713" y="1659400"/>
                  </a:lnTo>
                  <a:lnTo>
                    <a:pt x="1423714" y="1659407"/>
                  </a:lnTo>
                  <a:lnTo>
                    <a:pt x="1423714" y="1659417"/>
                  </a:lnTo>
                  <a:lnTo>
                    <a:pt x="1423712" y="1659431"/>
                  </a:lnTo>
                  <a:lnTo>
                    <a:pt x="1423706" y="1659452"/>
                  </a:lnTo>
                  <a:lnTo>
                    <a:pt x="1423700" y="1659478"/>
                  </a:lnTo>
                  <a:lnTo>
                    <a:pt x="1423696" y="1659497"/>
                  </a:lnTo>
                  <a:lnTo>
                    <a:pt x="1423695" y="1659511"/>
                  </a:lnTo>
                  <a:lnTo>
                    <a:pt x="1423696" y="1659521"/>
                  </a:lnTo>
                  <a:lnTo>
                    <a:pt x="1423697" y="1659532"/>
                  </a:lnTo>
                  <a:lnTo>
                    <a:pt x="1423701" y="1659544"/>
                  </a:lnTo>
                  <a:lnTo>
                    <a:pt x="1423706" y="1659556"/>
                  </a:lnTo>
                  <a:lnTo>
                    <a:pt x="1423707" y="1659563"/>
                  </a:lnTo>
                  <a:lnTo>
                    <a:pt x="1423708" y="1659568"/>
                  </a:lnTo>
                  <a:lnTo>
                    <a:pt x="1423709" y="1659575"/>
                  </a:lnTo>
                  <a:lnTo>
                    <a:pt x="1423710" y="1659581"/>
                  </a:lnTo>
                  <a:lnTo>
                    <a:pt x="1423707" y="1659590"/>
                  </a:lnTo>
                  <a:lnTo>
                    <a:pt x="1423704" y="1659596"/>
                  </a:lnTo>
                  <a:lnTo>
                    <a:pt x="1423700" y="1659602"/>
                  </a:lnTo>
                  <a:lnTo>
                    <a:pt x="1423690" y="1659612"/>
                  </a:lnTo>
                  <a:lnTo>
                    <a:pt x="1423684" y="1659620"/>
                  </a:lnTo>
                  <a:lnTo>
                    <a:pt x="1423682" y="1659625"/>
                  </a:lnTo>
                  <a:lnTo>
                    <a:pt x="1423678" y="1659633"/>
                  </a:lnTo>
                  <a:lnTo>
                    <a:pt x="1423675" y="1659644"/>
                  </a:lnTo>
                  <a:lnTo>
                    <a:pt x="1423674" y="1659658"/>
                  </a:lnTo>
                  <a:lnTo>
                    <a:pt x="1423675" y="1659670"/>
                  </a:lnTo>
                  <a:lnTo>
                    <a:pt x="1423678" y="1659685"/>
                  </a:lnTo>
                  <a:lnTo>
                    <a:pt x="1423682" y="1659694"/>
                  </a:lnTo>
                  <a:lnTo>
                    <a:pt x="1423689" y="1659705"/>
                  </a:lnTo>
                  <a:lnTo>
                    <a:pt x="1423700" y="1659716"/>
                  </a:lnTo>
                  <a:lnTo>
                    <a:pt x="1423708" y="1659727"/>
                  </a:lnTo>
                  <a:lnTo>
                    <a:pt x="1423713" y="1659739"/>
                  </a:lnTo>
                  <a:lnTo>
                    <a:pt x="1423715" y="1659750"/>
                  </a:lnTo>
                  <a:lnTo>
                    <a:pt x="1423716" y="1659761"/>
                  </a:lnTo>
                  <a:lnTo>
                    <a:pt x="1423717" y="1659776"/>
                  </a:lnTo>
                  <a:lnTo>
                    <a:pt x="1423719" y="1659794"/>
                  </a:lnTo>
                  <a:lnTo>
                    <a:pt x="1423723" y="1659807"/>
                  </a:lnTo>
                  <a:lnTo>
                    <a:pt x="1423729" y="1659817"/>
                  </a:lnTo>
                  <a:lnTo>
                    <a:pt x="1423735" y="1659824"/>
                  </a:lnTo>
                  <a:lnTo>
                    <a:pt x="1423743" y="1659832"/>
                  </a:lnTo>
                  <a:lnTo>
                    <a:pt x="1423756" y="1659840"/>
                  </a:lnTo>
                  <a:lnTo>
                    <a:pt x="1423769" y="1659846"/>
                  </a:lnTo>
                  <a:lnTo>
                    <a:pt x="1423779" y="1659854"/>
                  </a:lnTo>
                  <a:lnTo>
                    <a:pt x="1423784" y="1659861"/>
                  </a:lnTo>
                  <a:lnTo>
                    <a:pt x="1423787" y="1659869"/>
                  </a:lnTo>
                  <a:lnTo>
                    <a:pt x="1423789" y="1659881"/>
                  </a:lnTo>
                  <a:lnTo>
                    <a:pt x="1423790" y="1659895"/>
                  </a:lnTo>
                  <a:lnTo>
                    <a:pt x="1423791" y="1659907"/>
                  </a:lnTo>
                  <a:lnTo>
                    <a:pt x="1423792" y="1659915"/>
                  </a:lnTo>
                  <a:lnTo>
                    <a:pt x="1423794" y="1659924"/>
                  </a:lnTo>
                  <a:lnTo>
                    <a:pt x="1423797" y="1659931"/>
                  </a:lnTo>
                  <a:lnTo>
                    <a:pt x="1423802" y="1659938"/>
                  </a:lnTo>
                  <a:lnTo>
                    <a:pt x="1423812" y="1659950"/>
                  </a:lnTo>
                  <a:lnTo>
                    <a:pt x="1423822" y="1659960"/>
                  </a:lnTo>
                  <a:lnTo>
                    <a:pt x="1423836" y="1659974"/>
                  </a:lnTo>
                  <a:lnTo>
                    <a:pt x="1423847" y="1659986"/>
                  </a:lnTo>
                  <a:lnTo>
                    <a:pt x="1423856" y="1659997"/>
                  </a:lnTo>
                  <a:lnTo>
                    <a:pt x="1423859" y="1660004"/>
                  </a:lnTo>
                  <a:lnTo>
                    <a:pt x="1423861" y="1660012"/>
                  </a:lnTo>
                  <a:lnTo>
                    <a:pt x="1423862" y="1660022"/>
                  </a:lnTo>
                  <a:lnTo>
                    <a:pt x="1423860" y="1660033"/>
                  </a:lnTo>
                  <a:lnTo>
                    <a:pt x="1423855" y="1660042"/>
                  </a:lnTo>
                  <a:lnTo>
                    <a:pt x="1423849" y="1660049"/>
                  </a:lnTo>
                  <a:lnTo>
                    <a:pt x="1423844" y="1660054"/>
                  </a:lnTo>
                  <a:lnTo>
                    <a:pt x="1423835" y="1660062"/>
                  </a:lnTo>
                  <a:lnTo>
                    <a:pt x="1423830" y="1660067"/>
                  </a:lnTo>
                  <a:lnTo>
                    <a:pt x="1423822" y="1660075"/>
                  </a:lnTo>
                  <a:lnTo>
                    <a:pt x="1423818" y="1660079"/>
                  </a:lnTo>
                  <a:lnTo>
                    <a:pt x="1423815" y="1660086"/>
                  </a:lnTo>
                  <a:lnTo>
                    <a:pt x="1423813" y="1660095"/>
                  </a:lnTo>
                  <a:lnTo>
                    <a:pt x="1423812" y="1660104"/>
                  </a:lnTo>
                  <a:lnTo>
                    <a:pt x="1423812" y="1660112"/>
                  </a:lnTo>
                  <a:lnTo>
                    <a:pt x="1423814" y="1660121"/>
                  </a:lnTo>
                  <a:lnTo>
                    <a:pt x="1423815" y="1660126"/>
                  </a:lnTo>
                  <a:lnTo>
                    <a:pt x="1423820" y="1660133"/>
                  </a:lnTo>
                  <a:lnTo>
                    <a:pt x="1423828" y="1660146"/>
                  </a:lnTo>
                  <a:lnTo>
                    <a:pt x="1423842" y="1660164"/>
                  </a:lnTo>
                  <a:lnTo>
                    <a:pt x="1423851" y="1660177"/>
                  </a:lnTo>
                  <a:lnTo>
                    <a:pt x="1423859" y="1660193"/>
                  </a:lnTo>
                  <a:lnTo>
                    <a:pt x="1423868" y="1660211"/>
                  </a:lnTo>
                  <a:lnTo>
                    <a:pt x="1423878" y="1660224"/>
                  </a:lnTo>
                  <a:lnTo>
                    <a:pt x="1423883" y="1660229"/>
                  </a:lnTo>
                  <a:lnTo>
                    <a:pt x="1423891" y="1660235"/>
                  </a:lnTo>
                  <a:lnTo>
                    <a:pt x="1423898" y="1660237"/>
                  </a:lnTo>
                  <a:lnTo>
                    <a:pt x="1423910" y="1660238"/>
                  </a:lnTo>
                  <a:lnTo>
                    <a:pt x="1423925" y="1660238"/>
                  </a:lnTo>
                  <a:lnTo>
                    <a:pt x="1423933" y="1660238"/>
                  </a:lnTo>
                  <a:lnTo>
                    <a:pt x="1423950" y="1660238"/>
                  </a:lnTo>
                  <a:lnTo>
                    <a:pt x="1423969" y="1660240"/>
                  </a:lnTo>
                  <a:lnTo>
                    <a:pt x="1423979" y="1660244"/>
                  </a:lnTo>
                  <a:lnTo>
                    <a:pt x="1423989" y="1660250"/>
                  </a:lnTo>
                  <a:lnTo>
                    <a:pt x="1424001" y="1660262"/>
                  </a:lnTo>
                  <a:lnTo>
                    <a:pt x="1424013" y="1660274"/>
                  </a:lnTo>
                  <a:lnTo>
                    <a:pt x="1424029" y="1660288"/>
                  </a:lnTo>
                  <a:lnTo>
                    <a:pt x="1424037" y="1660294"/>
                  </a:lnTo>
                  <a:lnTo>
                    <a:pt x="1424047" y="1660300"/>
                  </a:lnTo>
                  <a:lnTo>
                    <a:pt x="1424082" y="1660318"/>
                  </a:lnTo>
                  <a:lnTo>
                    <a:pt x="1424094" y="1660327"/>
                  </a:lnTo>
                  <a:lnTo>
                    <a:pt x="1424101" y="1660337"/>
                  </a:lnTo>
                  <a:lnTo>
                    <a:pt x="1424107" y="1660345"/>
                  </a:lnTo>
                  <a:lnTo>
                    <a:pt x="1424109" y="1660355"/>
                  </a:lnTo>
                  <a:lnTo>
                    <a:pt x="1424110" y="1660367"/>
                  </a:lnTo>
                  <a:lnTo>
                    <a:pt x="1424111" y="1660380"/>
                  </a:lnTo>
                  <a:lnTo>
                    <a:pt x="1424109" y="1660392"/>
                  </a:lnTo>
                  <a:lnTo>
                    <a:pt x="1424108" y="1660398"/>
                  </a:lnTo>
                  <a:lnTo>
                    <a:pt x="1424106" y="1660408"/>
                  </a:lnTo>
                  <a:lnTo>
                    <a:pt x="1424104" y="1660419"/>
                  </a:lnTo>
                  <a:lnTo>
                    <a:pt x="1424104" y="1660429"/>
                  </a:lnTo>
                  <a:lnTo>
                    <a:pt x="1424105" y="1660441"/>
                  </a:lnTo>
                  <a:lnTo>
                    <a:pt x="1424109" y="1660451"/>
                  </a:lnTo>
                  <a:lnTo>
                    <a:pt x="1424117" y="1660462"/>
                  </a:lnTo>
                  <a:lnTo>
                    <a:pt x="1424125" y="1660473"/>
                  </a:lnTo>
                  <a:lnTo>
                    <a:pt x="1424129" y="1660477"/>
                  </a:lnTo>
                  <a:lnTo>
                    <a:pt x="1424139" y="1660486"/>
                  </a:lnTo>
                  <a:lnTo>
                    <a:pt x="1424148" y="1660496"/>
                  </a:lnTo>
                  <a:lnTo>
                    <a:pt x="1424156" y="1660505"/>
                  </a:lnTo>
                  <a:lnTo>
                    <a:pt x="1424162" y="1660513"/>
                  </a:lnTo>
                  <a:lnTo>
                    <a:pt x="1424170" y="1660524"/>
                  </a:lnTo>
                  <a:lnTo>
                    <a:pt x="1424178" y="1660535"/>
                  </a:lnTo>
                  <a:lnTo>
                    <a:pt x="1424182" y="1660540"/>
                  </a:lnTo>
                  <a:lnTo>
                    <a:pt x="1424186" y="1660544"/>
                  </a:lnTo>
                  <a:lnTo>
                    <a:pt x="1424192" y="1660549"/>
                  </a:lnTo>
                  <a:lnTo>
                    <a:pt x="1424199" y="1660554"/>
                  </a:lnTo>
                  <a:lnTo>
                    <a:pt x="1424213" y="1660564"/>
                  </a:lnTo>
                  <a:lnTo>
                    <a:pt x="1424228" y="1660572"/>
                  </a:lnTo>
                  <a:lnTo>
                    <a:pt x="1424247" y="1660579"/>
                  </a:lnTo>
                  <a:lnTo>
                    <a:pt x="1424257" y="1660583"/>
                  </a:lnTo>
                  <a:lnTo>
                    <a:pt x="1424267" y="1660585"/>
                  </a:lnTo>
                  <a:lnTo>
                    <a:pt x="1424281" y="1660587"/>
                  </a:lnTo>
                  <a:lnTo>
                    <a:pt x="1424287" y="1660588"/>
                  </a:lnTo>
                  <a:lnTo>
                    <a:pt x="1424296" y="1660590"/>
                  </a:lnTo>
                  <a:lnTo>
                    <a:pt x="1424305" y="1660593"/>
                  </a:lnTo>
                  <a:lnTo>
                    <a:pt x="1424313" y="1660599"/>
                  </a:lnTo>
                  <a:lnTo>
                    <a:pt x="1424317" y="1660603"/>
                  </a:lnTo>
                  <a:lnTo>
                    <a:pt x="1424321" y="1660611"/>
                  </a:lnTo>
                  <a:lnTo>
                    <a:pt x="1424324" y="1660622"/>
                  </a:lnTo>
                  <a:lnTo>
                    <a:pt x="1424326" y="1660633"/>
                  </a:lnTo>
                  <a:lnTo>
                    <a:pt x="1424331" y="1660662"/>
                  </a:lnTo>
                  <a:lnTo>
                    <a:pt x="1424334" y="1660676"/>
                  </a:lnTo>
                  <a:lnTo>
                    <a:pt x="1424340" y="1660703"/>
                  </a:lnTo>
                  <a:lnTo>
                    <a:pt x="1424343" y="1660711"/>
                  </a:lnTo>
                  <a:lnTo>
                    <a:pt x="1424343" y="1660723"/>
                  </a:lnTo>
                  <a:lnTo>
                    <a:pt x="1424338" y="1660723"/>
                  </a:lnTo>
                  <a:lnTo>
                    <a:pt x="1424326" y="1660749"/>
                  </a:lnTo>
                  <a:lnTo>
                    <a:pt x="1424309" y="1660767"/>
                  </a:lnTo>
                  <a:lnTo>
                    <a:pt x="1424311" y="1660775"/>
                  </a:lnTo>
                  <a:lnTo>
                    <a:pt x="1424313" y="1660780"/>
                  </a:lnTo>
                  <a:lnTo>
                    <a:pt x="1424325" y="1660805"/>
                  </a:lnTo>
                  <a:lnTo>
                    <a:pt x="1424334" y="1660826"/>
                  </a:lnTo>
                  <a:lnTo>
                    <a:pt x="1424337" y="1660834"/>
                  </a:lnTo>
                  <a:lnTo>
                    <a:pt x="1424340" y="1660840"/>
                  </a:lnTo>
                  <a:lnTo>
                    <a:pt x="1424344" y="1660847"/>
                  </a:lnTo>
                  <a:lnTo>
                    <a:pt x="1424348" y="1660853"/>
                  </a:lnTo>
                  <a:lnTo>
                    <a:pt x="1424352" y="1660861"/>
                  </a:lnTo>
                  <a:lnTo>
                    <a:pt x="1424357" y="1660870"/>
                  </a:lnTo>
                  <a:lnTo>
                    <a:pt x="1424359" y="1660876"/>
                  </a:lnTo>
                  <a:lnTo>
                    <a:pt x="1424362" y="1660882"/>
                  </a:lnTo>
                  <a:lnTo>
                    <a:pt x="1424366" y="1660889"/>
                  </a:lnTo>
                  <a:lnTo>
                    <a:pt x="1424369" y="1660896"/>
                  </a:lnTo>
                  <a:lnTo>
                    <a:pt x="1424373" y="1660903"/>
                  </a:lnTo>
                  <a:lnTo>
                    <a:pt x="1424376" y="1660910"/>
                  </a:lnTo>
                  <a:lnTo>
                    <a:pt x="1424383" y="1660924"/>
                  </a:lnTo>
                  <a:lnTo>
                    <a:pt x="1424386" y="1660936"/>
                  </a:lnTo>
                  <a:lnTo>
                    <a:pt x="1424388" y="1660944"/>
                  </a:lnTo>
                  <a:lnTo>
                    <a:pt x="1424389" y="1660950"/>
                  </a:lnTo>
                  <a:lnTo>
                    <a:pt x="1424389" y="1660959"/>
                  </a:lnTo>
                  <a:lnTo>
                    <a:pt x="1424388" y="1660965"/>
                  </a:lnTo>
                  <a:lnTo>
                    <a:pt x="1424386" y="1660975"/>
                  </a:lnTo>
                  <a:lnTo>
                    <a:pt x="1424384" y="1660981"/>
                  </a:lnTo>
                  <a:lnTo>
                    <a:pt x="1424380" y="1660988"/>
                  </a:lnTo>
                  <a:lnTo>
                    <a:pt x="1424374" y="1660995"/>
                  </a:lnTo>
                  <a:lnTo>
                    <a:pt x="1424370" y="1661000"/>
                  </a:lnTo>
                  <a:lnTo>
                    <a:pt x="1424365" y="1661007"/>
                  </a:lnTo>
                  <a:lnTo>
                    <a:pt x="1424360" y="1661012"/>
                  </a:lnTo>
                  <a:lnTo>
                    <a:pt x="1424355" y="1661019"/>
                  </a:lnTo>
                  <a:lnTo>
                    <a:pt x="1424351" y="1661023"/>
                  </a:lnTo>
                  <a:lnTo>
                    <a:pt x="1424346" y="1661028"/>
                  </a:lnTo>
                  <a:lnTo>
                    <a:pt x="1424338" y="1661035"/>
                  </a:lnTo>
                  <a:lnTo>
                    <a:pt x="1424332" y="1661041"/>
                  </a:lnTo>
                  <a:lnTo>
                    <a:pt x="1424318" y="1661056"/>
                  </a:lnTo>
                  <a:lnTo>
                    <a:pt x="1424310" y="1661062"/>
                  </a:lnTo>
                  <a:lnTo>
                    <a:pt x="1424304" y="1661068"/>
                  </a:lnTo>
                  <a:lnTo>
                    <a:pt x="1424297" y="1661075"/>
                  </a:lnTo>
                  <a:lnTo>
                    <a:pt x="1424293" y="1661079"/>
                  </a:lnTo>
                  <a:lnTo>
                    <a:pt x="1424288" y="1661085"/>
                  </a:lnTo>
                  <a:lnTo>
                    <a:pt x="1424283" y="1661092"/>
                  </a:lnTo>
                  <a:lnTo>
                    <a:pt x="1424278" y="1661098"/>
                  </a:lnTo>
                  <a:lnTo>
                    <a:pt x="1424274" y="1661105"/>
                  </a:lnTo>
                  <a:lnTo>
                    <a:pt x="1424270" y="1661112"/>
                  </a:lnTo>
                  <a:lnTo>
                    <a:pt x="1424266" y="1661121"/>
                  </a:lnTo>
                  <a:lnTo>
                    <a:pt x="1424263" y="1661129"/>
                  </a:lnTo>
                  <a:lnTo>
                    <a:pt x="1424261" y="1661136"/>
                  </a:lnTo>
                  <a:lnTo>
                    <a:pt x="1424258" y="1661144"/>
                  </a:lnTo>
                  <a:lnTo>
                    <a:pt x="1424256" y="1661151"/>
                  </a:lnTo>
                  <a:lnTo>
                    <a:pt x="1424255" y="1661159"/>
                  </a:lnTo>
                  <a:lnTo>
                    <a:pt x="1424253" y="1661166"/>
                  </a:lnTo>
                  <a:lnTo>
                    <a:pt x="1424252" y="1661172"/>
                  </a:lnTo>
                  <a:lnTo>
                    <a:pt x="1424251" y="1661182"/>
                  </a:lnTo>
                  <a:lnTo>
                    <a:pt x="1424251" y="1661188"/>
                  </a:lnTo>
                  <a:lnTo>
                    <a:pt x="1424252" y="1661208"/>
                  </a:lnTo>
                  <a:lnTo>
                    <a:pt x="1424252" y="1661215"/>
                  </a:lnTo>
                  <a:lnTo>
                    <a:pt x="1424253" y="1661223"/>
                  </a:lnTo>
                  <a:lnTo>
                    <a:pt x="1424253" y="1661231"/>
                  </a:lnTo>
                  <a:lnTo>
                    <a:pt x="1424255" y="1661238"/>
                  </a:lnTo>
                  <a:lnTo>
                    <a:pt x="1424256" y="1661246"/>
                  </a:lnTo>
                  <a:lnTo>
                    <a:pt x="1424258" y="1661254"/>
                  </a:lnTo>
                  <a:lnTo>
                    <a:pt x="1424260" y="1661262"/>
                  </a:lnTo>
                  <a:lnTo>
                    <a:pt x="1424262" y="1661277"/>
                  </a:lnTo>
                  <a:lnTo>
                    <a:pt x="1424264" y="1661285"/>
                  </a:lnTo>
                  <a:lnTo>
                    <a:pt x="1424266" y="1661293"/>
                  </a:lnTo>
                  <a:lnTo>
                    <a:pt x="1424267" y="1661302"/>
                  </a:lnTo>
                  <a:lnTo>
                    <a:pt x="1424268" y="1661310"/>
                  </a:lnTo>
                  <a:lnTo>
                    <a:pt x="1424268" y="1661319"/>
                  </a:lnTo>
                  <a:lnTo>
                    <a:pt x="1424267" y="1661327"/>
                  </a:lnTo>
                  <a:lnTo>
                    <a:pt x="1424266" y="1661332"/>
                  </a:lnTo>
                  <a:lnTo>
                    <a:pt x="1424264" y="1661338"/>
                  </a:lnTo>
                  <a:lnTo>
                    <a:pt x="1424257" y="1661347"/>
                  </a:lnTo>
                  <a:lnTo>
                    <a:pt x="1424248" y="1661354"/>
                  </a:lnTo>
                  <a:lnTo>
                    <a:pt x="1424242" y="1661358"/>
                  </a:lnTo>
                  <a:lnTo>
                    <a:pt x="1424235" y="1661359"/>
                  </a:lnTo>
                  <a:lnTo>
                    <a:pt x="1424228" y="1661359"/>
                  </a:lnTo>
                  <a:lnTo>
                    <a:pt x="1424221" y="1661358"/>
                  </a:lnTo>
                  <a:lnTo>
                    <a:pt x="1424206" y="1661358"/>
                  </a:lnTo>
                  <a:lnTo>
                    <a:pt x="1424193" y="1661359"/>
                  </a:lnTo>
                  <a:lnTo>
                    <a:pt x="1424185" y="1661362"/>
                  </a:lnTo>
                  <a:lnTo>
                    <a:pt x="1424178" y="1661365"/>
                  </a:lnTo>
                  <a:lnTo>
                    <a:pt x="1424171" y="1661370"/>
                  </a:lnTo>
                  <a:lnTo>
                    <a:pt x="1424164" y="1661375"/>
                  </a:lnTo>
                  <a:lnTo>
                    <a:pt x="1424160" y="1661380"/>
                  </a:lnTo>
                  <a:lnTo>
                    <a:pt x="1424154" y="1661386"/>
                  </a:lnTo>
                  <a:lnTo>
                    <a:pt x="1424150" y="1661393"/>
                  </a:lnTo>
                  <a:lnTo>
                    <a:pt x="1424148" y="1661399"/>
                  </a:lnTo>
                  <a:lnTo>
                    <a:pt x="1424142" y="1661421"/>
                  </a:lnTo>
                  <a:lnTo>
                    <a:pt x="1424140" y="1661438"/>
                  </a:lnTo>
                  <a:lnTo>
                    <a:pt x="1424139" y="1661451"/>
                  </a:lnTo>
                  <a:lnTo>
                    <a:pt x="1424141" y="1661466"/>
                  </a:lnTo>
                  <a:lnTo>
                    <a:pt x="1424154" y="1661511"/>
                  </a:lnTo>
                  <a:lnTo>
                    <a:pt x="1424161" y="1661535"/>
                  </a:lnTo>
                  <a:lnTo>
                    <a:pt x="1424163" y="1661552"/>
                  </a:lnTo>
                  <a:lnTo>
                    <a:pt x="1424162" y="1661566"/>
                  </a:lnTo>
                  <a:lnTo>
                    <a:pt x="1424158" y="1661581"/>
                  </a:lnTo>
                  <a:lnTo>
                    <a:pt x="1424150" y="1661596"/>
                  </a:lnTo>
                  <a:lnTo>
                    <a:pt x="1424139" y="1661611"/>
                  </a:lnTo>
                  <a:lnTo>
                    <a:pt x="1424122" y="1661628"/>
                  </a:lnTo>
                  <a:lnTo>
                    <a:pt x="1424105" y="1661639"/>
                  </a:lnTo>
                  <a:lnTo>
                    <a:pt x="1424096" y="1661646"/>
                  </a:lnTo>
                  <a:lnTo>
                    <a:pt x="1424092" y="1661653"/>
                  </a:lnTo>
                  <a:lnTo>
                    <a:pt x="1424089" y="1661658"/>
                  </a:lnTo>
                  <a:lnTo>
                    <a:pt x="1424084" y="1661670"/>
                  </a:lnTo>
                  <a:lnTo>
                    <a:pt x="1424081" y="1661693"/>
                  </a:lnTo>
                  <a:lnTo>
                    <a:pt x="1424078" y="1661711"/>
                  </a:lnTo>
                  <a:lnTo>
                    <a:pt x="1424074" y="1661724"/>
                  </a:lnTo>
                  <a:lnTo>
                    <a:pt x="1424066" y="1661741"/>
                  </a:lnTo>
                  <a:lnTo>
                    <a:pt x="1424057" y="1661759"/>
                  </a:lnTo>
                  <a:lnTo>
                    <a:pt x="1424044" y="1661776"/>
                  </a:lnTo>
                  <a:lnTo>
                    <a:pt x="1424036" y="1661791"/>
                  </a:lnTo>
                  <a:lnTo>
                    <a:pt x="1424032" y="1661798"/>
                  </a:lnTo>
                  <a:lnTo>
                    <a:pt x="1424024" y="1661813"/>
                  </a:lnTo>
                  <a:lnTo>
                    <a:pt x="1424021" y="1661818"/>
                  </a:lnTo>
                  <a:lnTo>
                    <a:pt x="1424011" y="1661839"/>
                  </a:lnTo>
                  <a:lnTo>
                    <a:pt x="1424004" y="1661857"/>
                  </a:lnTo>
                  <a:lnTo>
                    <a:pt x="1423999" y="1661874"/>
                  </a:lnTo>
                  <a:lnTo>
                    <a:pt x="1423998" y="1661894"/>
                  </a:lnTo>
                  <a:lnTo>
                    <a:pt x="1423999" y="1661909"/>
                  </a:lnTo>
                  <a:lnTo>
                    <a:pt x="1424002" y="1661953"/>
                  </a:lnTo>
                  <a:lnTo>
                    <a:pt x="1424007" y="1661973"/>
                  </a:lnTo>
                  <a:lnTo>
                    <a:pt x="1424002" y="1661980"/>
                  </a:lnTo>
                  <a:lnTo>
                    <a:pt x="1423998" y="1661985"/>
                  </a:lnTo>
                  <a:lnTo>
                    <a:pt x="1423996" y="1661993"/>
                  </a:lnTo>
                  <a:lnTo>
                    <a:pt x="1423989" y="1662022"/>
                  </a:lnTo>
                  <a:lnTo>
                    <a:pt x="1423988" y="1662036"/>
                  </a:lnTo>
                  <a:lnTo>
                    <a:pt x="1423986" y="1662060"/>
                  </a:lnTo>
                  <a:lnTo>
                    <a:pt x="1423988" y="1662089"/>
                  </a:lnTo>
                  <a:lnTo>
                    <a:pt x="1423989" y="1662108"/>
                  </a:lnTo>
                  <a:lnTo>
                    <a:pt x="1423990" y="1662122"/>
                  </a:lnTo>
                  <a:lnTo>
                    <a:pt x="1423981" y="1662139"/>
                  </a:lnTo>
                  <a:lnTo>
                    <a:pt x="1423977" y="1662145"/>
                  </a:lnTo>
                  <a:lnTo>
                    <a:pt x="1423962" y="1662154"/>
                  </a:lnTo>
                  <a:lnTo>
                    <a:pt x="1423934" y="1662139"/>
                  </a:lnTo>
                  <a:lnTo>
                    <a:pt x="1423914" y="1662130"/>
                  </a:lnTo>
                  <a:lnTo>
                    <a:pt x="1423883" y="1662124"/>
                  </a:lnTo>
                  <a:lnTo>
                    <a:pt x="1423866" y="1662136"/>
                  </a:lnTo>
                  <a:lnTo>
                    <a:pt x="1423845" y="1662149"/>
                  </a:lnTo>
                  <a:lnTo>
                    <a:pt x="1423815" y="1662139"/>
                  </a:lnTo>
                  <a:lnTo>
                    <a:pt x="1423796" y="1662128"/>
                  </a:lnTo>
                  <a:lnTo>
                    <a:pt x="1423768" y="1662130"/>
                  </a:lnTo>
                  <a:lnTo>
                    <a:pt x="1423751" y="1662141"/>
                  </a:lnTo>
                  <a:lnTo>
                    <a:pt x="1423730" y="1662164"/>
                  </a:lnTo>
                  <a:lnTo>
                    <a:pt x="1423714" y="1662175"/>
                  </a:lnTo>
                  <a:lnTo>
                    <a:pt x="1423706" y="1662177"/>
                  </a:lnTo>
                  <a:lnTo>
                    <a:pt x="1423678" y="1662188"/>
                  </a:lnTo>
                  <a:lnTo>
                    <a:pt x="1423652" y="1662224"/>
                  </a:lnTo>
                  <a:lnTo>
                    <a:pt x="1423638" y="1662241"/>
                  </a:lnTo>
                  <a:lnTo>
                    <a:pt x="1423612" y="1662281"/>
                  </a:lnTo>
                  <a:lnTo>
                    <a:pt x="1423592" y="1662295"/>
                  </a:lnTo>
                  <a:lnTo>
                    <a:pt x="1423587" y="1662295"/>
                  </a:lnTo>
                  <a:lnTo>
                    <a:pt x="1423550" y="1662301"/>
                  </a:lnTo>
                  <a:lnTo>
                    <a:pt x="1423506" y="1662298"/>
                  </a:lnTo>
                  <a:lnTo>
                    <a:pt x="1423460" y="1662279"/>
                  </a:lnTo>
                  <a:lnTo>
                    <a:pt x="1423432" y="1662280"/>
                  </a:lnTo>
                  <a:lnTo>
                    <a:pt x="1423402" y="1662298"/>
                  </a:lnTo>
                  <a:lnTo>
                    <a:pt x="1423380" y="1662332"/>
                  </a:lnTo>
                  <a:lnTo>
                    <a:pt x="1423377" y="1662338"/>
                  </a:lnTo>
                  <a:lnTo>
                    <a:pt x="1423370" y="1662350"/>
                  </a:lnTo>
                  <a:lnTo>
                    <a:pt x="1423358" y="1662351"/>
                  </a:lnTo>
                  <a:lnTo>
                    <a:pt x="1423325" y="1662346"/>
                  </a:lnTo>
                  <a:lnTo>
                    <a:pt x="1423302" y="1662347"/>
                  </a:lnTo>
                  <a:lnTo>
                    <a:pt x="1423282" y="1662348"/>
                  </a:lnTo>
                  <a:lnTo>
                    <a:pt x="1423253" y="1662361"/>
                  </a:lnTo>
                  <a:lnTo>
                    <a:pt x="1423236" y="1662386"/>
                  </a:lnTo>
                  <a:lnTo>
                    <a:pt x="1423224" y="1662399"/>
                  </a:lnTo>
                  <a:lnTo>
                    <a:pt x="1423197" y="1662405"/>
                  </a:lnTo>
                  <a:lnTo>
                    <a:pt x="1423168" y="1662398"/>
                  </a:lnTo>
                  <a:lnTo>
                    <a:pt x="1423149" y="1662390"/>
                  </a:lnTo>
                  <a:lnTo>
                    <a:pt x="1423119" y="1662394"/>
                  </a:lnTo>
                  <a:lnTo>
                    <a:pt x="1423105" y="1662405"/>
                  </a:lnTo>
                  <a:lnTo>
                    <a:pt x="1423091" y="1662420"/>
                  </a:lnTo>
                  <a:lnTo>
                    <a:pt x="1423080" y="1662439"/>
                  </a:lnTo>
                  <a:lnTo>
                    <a:pt x="1423078" y="1662457"/>
                  </a:lnTo>
                  <a:lnTo>
                    <a:pt x="1423082" y="1662462"/>
                  </a:lnTo>
                  <a:lnTo>
                    <a:pt x="1423093" y="1662482"/>
                  </a:lnTo>
                  <a:lnTo>
                    <a:pt x="1423110" y="1662519"/>
                  </a:lnTo>
                  <a:lnTo>
                    <a:pt x="1423115" y="1662536"/>
                  </a:lnTo>
                  <a:lnTo>
                    <a:pt x="1423120" y="1662552"/>
                  </a:lnTo>
                  <a:lnTo>
                    <a:pt x="1423120" y="1662568"/>
                  </a:lnTo>
                  <a:lnTo>
                    <a:pt x="1423120" y="1662583"/>
                  </a:lnTo>
                  <a:lnTo>
                    <a:pt x="1423112" y="1662618"/>
                  </a:lnTo>
                  <a:lnTo>
                    <a:pt x="1423091" y="1662650"/>
                  </a:lnTo>
                  <a:lnTo>
                    <a:pt x="1423067" y="1662674"/>
                  </a:lnTo>
                  <a:lnTo>
                    <a:pt x="1423067" y="1662701"/>
                  </a:lnTo>
                  <a:lnTo>
                    <a:pt x="1423060" y="1662732"/>
                  </a:lnTo>
                  <a:lnTo>
                    <a:pt x="1423054" y="1662763"/>
                  </a:lnTo>
                  <a:lnTo>
                    <a:pt x="1423048" y="1662793"/>
                  </a:lnTo>
                  <a:lnTo>
                    <a:pt x="1423045" y="1662813"/>
                  </a:lnTo>
                  <a:lnTo>
                    <a:pt x="1423043" y="1662849"/>
                  </a:lnTo>
                  <a:lnTo>
                    <a:pt x="1423042" y="1662865"/>
                  </a:lnTo>
                  <a:lnTo>
                    <a:pt x="1423036" y="1662901"/>
                  </a:lnTo>
                  <a:lnTo>
                    <a:pt x="1423024" y="1662953"/>
                  </a:lnTo>
                  <a:lnTo>
                    <a:pt x="1423011" y="1662988"/>
                  </a:lnTo>
                  <a:lnTo>
                    <a:pt x="1422981" y="1663033"/>
                  </a:lnTo>
                  <a:lnTo>
                    <a:pt x="1422965" y="1663051"/>
                  </a:lnTo>
                  <a:lnTo>
                    <a:pt x="1422939" y="1663071"/>
                  </a:lnTo>
                  <a:lnTo>
                    <a:pt x="1422936" y="1663102"/>
                  </a:lnTo>
                  <a:lnTo>
                    <a:pt x="1422933" y="1663113"/>
                  </a:lnTo>
                  <a:lnTo>
                    <a:pt x="1422908" y="1663144"/>
                  </a:lnTo>
                  <a:lnTo>
                    <a:pt x="1422878" y="1663168"/>
                  </a:lnTo>
                  <a:lnTo>
                    <a:pt x="1422860" y="1663181"/>
                  </a:lnTo>
                  <a:lnTo>
                    <a:pt x="1422845" y="1663203"/>
                  </a:lnTo>
                  <a:lnTo>
                    <a:pt x="1422840" y="1663218"/>
                  </a:lnTo>
                  <a:lnTo>
                    <a:pt x="1422844" y="1663234"/>
                  </a:lnTo>
                  <a:lnTo>
                    <a:pt x="1422840" y="1663254"/>
                  </a:lnTo>
                  <a:lnTo>
                    <a:pt x="1422833" y="1663265"/>
                  </a:lnTo>
                  <a:lnTo>
                    <a:pt x="1422827" y="1663275"/>
                  </a:lnTo>
                  <a:lnTo>
                    <a:pt x="1422812" y="1663294"/>
                  </a:lnTo>
                  <a:lnTo>
                    <a:pt x="1422806" y="1663307"/>
                  </a:lnTo>
                  <a:lnTo>
                    <a:pt x="1422802" y="1663315"/>
                  </a:lnTo>
                  <a:lnTo>
                    <a:pt x="1422793" y="1663335"/>
                  </a:lnTo>
                  <a:lnTo>
                    <a:pt x="1422776" y="1663372"/>
                  </a:lnTo>
                  <a:lnTo>
                    <a:pt x="1422761" y="1663402"/>
                  </a:lnTo>
                  <a:lnTo>
                    <a:pt x="1422753" y="1663418"/>
                  </a:lnTo>
                  <a:lnTo>
                    <a:pt x="1422749" y="1663426"/>
                  </a:lnTo>
                  <a:lnTo>
                    <a:pt x="1422755" y="1663460"/>
                  </a:lnTo>
                  <a:lnTo>
                    <a:pt x="1422784" y="1663509"/>
                  </a:lnTo>
                  <a:lnTo>
                    <a:pt x="1422806" y="1663526"/>
                  </a:lnTo>
                  <a:lnTo>
                    <a:pt x="1422820" y="1663545"/>
                  </a:lnTo>
                  <a:lnTo>
                    <a:pt x="1422820" y="1663572"/>
                  </a:lnTo>
                  <a:lnTo>
                    <a:pt x="1422816" y="1663585"/>
                  </a:lnTo>
                  <a:lnTo>
                    <a:pt x="1422813" y="1663594"/>
                  </a:lnTo>
                  <a:lnTo>
                    <a:pt x="1422807" y="1663604"/>
                  </a:lnTo>
                  <a:lnTo>
                    <a:pt x="1422788" y="1663625"/>
                  </a:lnTo>
                  <a:lnTo>
                    <a:pt x="1422776" y="1663639"/>
                  </a:lnTo>
                  <a:lnTo>
                    <a:pt x="1422766" y="1663667"/>
                  </a:lnTo>
                  <a:lnTo>
                    <a:pt x="1422768" y="1663691"/>
                  </a:lnTo>
                  <a:lnTo>
                    <a:pt x="1422767" y="1663712"/>
                  </a:lnTo>
                  <a:lnTo>
                    <a:pt x="1422756" y="1663736"/>
                  </a:lnTo>
                  <a:lnTo>
                    <a:pt x="1422745" y="1663743"/>
                  </a:lnTo>
                  <a:lnTo>
                    <a:pt x="1422726" y="1663752"/>
                  </a:lnTo>
                  <a:lnTo>
                    <a:pt x="1422699" y="1663776"/>
                  </a:lnTo>
                  <a:lnTo>
                    <a:pt x="1422671" y="1663794"/>
                  </a:lnTo>
                  <a:lnTo>
                    <a:pt x="1422646" y="1663814"/>
                  </a:lnTo>
                  <a:lnTo>
                    <a:pt x="1422629" y="1663829"/>
                  </a:lnTo>
                  <a:lnTo>
                    <a:pt x="1422614" y="1663844"/>
                  </a:lnTo>
                  <a:lnTo>
                    <a:pt x="1422605" y="1663854"/>
                  </a:lnTo>
                  <a:lnTo>
                    <a:pt x="1422596" y="1663867"/>
                  </a:lnTo>
                  <a:lnTo>
                    <a:pt x="1422590" y="1663876"/>
                  </a:lnTo>
                  <a:lnTo>
                    <a:pt x="1422576" y="1663896"/>
                  </a:lnTo>
                  <a:lnTo>
                    <a:pt x="1422573" y="1663916"/>
                  </a:lnTo>
                  <a:lnTo>
                    <a:pt x="1422567" y="1663931"/>
                  </a:lnTo>
                  <a:lnTo>
                    <a:pt x="1422547" y="1663940"/>
                  </a:lnTo>
                  <a:lnTo>
                    <a:pt x="1422540" y="1663943"/>
                  </a:lnTo>
                  <a:lnTo>
                    <a:pt x="1422532" y="1663948"/>
                  </a:lnTo>
                  <a:lnTo>
                    <a:pt x="1422518" y="1663957"/>
                  </a:lnTo>
                  <a:lnTo>
                    <a:pt x="1422511" y="1663977"/>
                  </a:lnTo>
                  <a:lnTo>
                    <a:pt x="1422500" y="1663999"/>
                  </a:lnTo>
                  <a:lnTo>
                    <a:pt x="1422492" y="1664025"/>
                  </a:lnTo>
                  <a:lnTo>
                    <a:pt x="1422487" y="1664055"/>
                  </a:lnTo>
                  <a:lnTo>
                    <a:pt x="1422483" y="1664089"/>
                  </a:lnTo>
                  <a:lnTo>
                    <a:pt x="1422476" y="1664110"/>
                  </a:lnTo>
                  <a:lnTo>
                    <a:pt x="1422469" y="1664121"/>
                  </a:lnTo>
                  <a:lnTo>
                    <a:pt x="1422452" y="1664139"/>
                  </a:lnTo>
                  <a:lnTo>
                    <a:pt x="1422432" y="1664151"/>
                  </a:lnTo>
                  <a:lnTo>
                    <a:pt x="1422418" y="1664163"/>
                  </a:lnTo>
                  <a:lnTo>
                    <a:pt x="1422410" y="1664180"/>
                  </a:lnTo>
                  <a:lnTo>
                    <a:pt x="1422394" y="1664200"/>
                  </a:lnTo>
                  <a:lnTo>
                    <a:pt x="1422367" y="1664227"/>
                  </a:lnTo>
                  <a:lnTo>
                    <a:pt x="1422342" y="1664249"/>
                  </a:lnTo>
                  <a:lnTo>
                    <a:pt x="1422327" y="1664259"/>
                  </a:lnTo>
                  <a:lnTo>
                    <a:pt x="1422309" y="1664264"/>
                  </a:lnTo>
                  <a:lnTo>
                    <a:pt x="1422303" y="1664268"/>
                  </a:lnTo>
                  <a:lnTo>
                    <a:pt x="1422295" y="1664273"/>
                  </a:lnTo>
                  <a:lnTo>
                    <a:pt x="1422288" y="1664279"/>
                  </a:lnTo>
                  <a:lnTo>
                    <a:pt x="1422283" y="1664283"/>
                  </a:lnTo>
                  <a:lnTo>
                    <a:pt x="1422278" y="1664291"/>
                  </a:lnTo>
                  <a:lnTo>
                    <a:pt x="1422266" y="1664308"/>
                  </a:lnTo>
                  <a:lnTo>
                    <a:pt x="1422259" y="1664321"/>
                  </a:lnTo>
                  <a:lnTo>
                    <a:pt x="1422253" y="1664333"/>
                  </a:lnTo>
                  <a:lnTo>
                    <a:pt x="1422254" y="1664359"/>
                  </a:lnTo>
                  <a:lnTo>
                    <a:pt x="1422251" y="1664396"/>
                  </a:lnTo>
                  <a:lnTo>
                    <a:pt x="1422239" y="1664423"/>
                  </a:lnTo>
                  <a:lnTo>
                    <a:pt x="1422231" y="1664446"/>
                  </a:lnTo>
                  <a:lnTo>
                    <a:pt x="1422227" y="1664457"/>
                  </a:lnTo>
                  <a:lnTo>
                    <a:pt x="1422218" y="1664475"/>
                  </a:lnTo>
                  <a:lnTo>
                    <a:pt x="1422197" y="1664485"/>
                  </a:lnTo>
                  <a:lnTo>
                    <a:pt x="1422163" y="1664502"/>
                  </a:lnTo>
                  <a:lnTo>
                    <a:pt x="1422141" y="1664518"/>
                  </a:lnTo>
                  <a:lnTo>
                    <a:pt x="1422133" y="1664532"/>
                  </a:lnTo>
                  <a:lnTo>
                    <a:pt x="1422129" y="1664540"/>
                  </a:lnTo>
                  <a:lnTo>
                    <a:pt x="1422124" y="1664567"/>
                  </a:lnTo>
                  <a:lnTo>
                    <a:pt x="1422125" y="1664595"/>
                  </a:lnTo>
                  <a:lnTo>
                    <a:pt x="1422126" y="1664605"/>
                  </a:lnTo>
                  <a:lnTo>
                    <a:pt x="1422121" y="1664630"/>
                  </a:lnTo>
                  <a:lnTo>
                    <a:pt x="1422101" y="1664661"/>
                  </a:lnTo>
                  <a:lnTo>
                    <a:pt x="1422067" y="1664677"/>
                  </a:lnTo>
                  <a:lnTo>
                    <a:pt x="1422038" y="1664677"/>
                  </a:lnTo>
                  <a:lnTo>
                    <a:pt x="1422019" y="1664677"/>
                  </a:lnTo>
                  <a:lnTo>
                    <a:pt x="1421977" y="1664664"/>
                  </a:lnTo>
                  <a:lnTo>
                    <a:pt x="1421931" y="1664646"/>
                  </a:lnTo>
                  <a:lnTo>
                    <a:pt x="1421879" y="1664633"/>
                  </a:lnTo>
                  <a:lnTo>
                    <a:pt x="1421854" y="1664627"/>
                  </a:lnTo>
                  <a:lnTo>
                    <a:pt x="1421843" y="1664624"/>
                  </a:lnTo>
                  <a:lnTo>
                    <a:pt x="1421819" y="1664616"/>
                  </a:lnTo>
                  <a:lnTo>
                    <a:pt x="1421795" y="1664607"/>
                  </a:lnTo>
                  <a:lnTo>
                    <a:pt x="1421771" y="1664599"/>
                  </a:lnTo>
                  <a:lnTo>
                    <a:pt x="1421746" y="1664591"/>
                  </a:lnTo>
                  <a:lnTo>
                    <a:pt x="1421730" y="1664584"/>
                  </a:lnTo>
                  <a:lnTo>
                    <a:pt x="1421708" y="1664574"/>
                  </a:lnTo>
                  <a:lnTo>
                    <a:pt x="1421654" y="1664504"/>
                  </a:lnTo>
                  <a:lnTo>
                    <a:pt x="1421625" y="1664481"/>
                  </a:lnTo>
                  <a:lnTo>
                    <a:pt x="1421597" y="1664467"/>
                  </a:lnTo>
                  <a:lnTo>
                    <a:pt x="1421581" y="1664465"/>
                  </a:lnTo>
                  <a:lnTo>
                    <a:pt x="1421558" y="1664482"/>
                  </a:lnTo>
                  <a:lnTo>
                    <a:pt x="1421535" y="1664505"/>
                  </a:lnTo>
                  <a:lnTo>
                    <a:pt x="1421515" y="1664515"/>
                  </a:lnTo>
                  <a:lnTo>
                    <a:pt x="1421511" y="1664517"/>
                  </a:lnTo>
                  <a:lnTo>
                    <a:pt x="1421481" y="1664515"/>
                  </a:lnTo>
                  <a:lnTo>
                    <a:pt x="1421449" y="1664508"/>
                  </a:lnTo>
                  <a:lnTo>
                    <a:pt x="1421421" y="1664488"/>
                  </a:lnTo>
                  <a:lnTo>
                    <a:pt x="1421390" y="1664453"/>
                  </a:lnTo>
                  <a:lnTo>
                    <a:pt x="1421366" y="1664434"/>
                  </a:lnTo>
                  <a:lnTo>
                    <a:pt x="1421337" y="1664427"/>
                  </a:lnTo>
                  <a:lnTo>
                    <a:pt x="1421305" y="1664426"/>
                  </a:lnTo>
                  <a:lnTo>
                    <a:pt x="1421282" y="1664424"/>
                  </a:lnTo>
                  <a:lnTo>
                    <a:pt x="1421239" y="1664408"/>
                  </a:lnTo>
                  <a:lnTo>
                    <a:pt x="1421180" y="1664377"/>
                  </a:lnTo>
                  <a:lnTo>
                    <a:pt x="1421110" y="1664338"/>
                  </a:lnTo>
                  <a:lnTo>
                    <a:pt x="1421082" y="1664316"/>
                  </a:lnTo>
                  <a:lnTo>
                    <a:pt x="1421027" y="1664273"/>
                  </a:lnTo>
                  <a:lnTo>
                    <a:pt x="1420992" y="1664243"/>
                  </a:lnTo>
                  <a:lnTo>
                    <a:pt x="1420980" y="1664234"/>
                  </a:lnTo>
                  <a:lnTo>
                    <a:pt x="1420941" y="1664206"/>
                  </a:lnTo>
                  <a:lnTo>
                    <a:pt x="1420932" y="1664202"/>
                  </a:lnTo>
                  <a:lnTo>
                    <a:pt x="1420892" y="1664184"/>
                  </a:lnTo>
                  <a:lnTo>
                    <a:pt x="1420887" y="1664181"/>
                  </a:lnTo>
                  <a:lnTo>
                    <a:pt x="1420864" y="1664163"/>
                  </a:lnTo>
                  <a:lnTo>
                    <a:pt x="1420854" y="1664130"/>
                  </a:lnTo>
                  <a:lnTo>
                    <a:pt x="1420863" y="1664122"/>
                  </a:lnTo>
                  <a:lnTo>
                    <a:pt x="1420871" y="1664114"/>
                  </a:lnTo>
                  <a:lnTo>
                    <a:pt x="1420878" y="1664105"/>
                  </a:lnTo>
                  <a:lnTo>
                    <a:pt x="1420883" y="1664097"/>
                  </a:lnTo>
                  <a:lnTo>
                    <a:pt x="1420888" y="1664092"/>
                  </a:lnTo>
                  <a:lnTo>
                    <a:pt x="1420895" y="1664083"/>
                  </a:lnTo>
                  <a:lnTo>
                    <a:pt x="1420901" y="1664075"/>
                  </a:lnTo>
                  <a:lnTo>
                    <a:pt x="1420907" y="1664067"/>
                  </a:lnTo>
                  <a:lnTo>
                    <a:pt x="1420914" y="1664054"/>
                  </a:lnTo>
                  <a:lnTo>
                    <a:pt x="1420923" y="1664037"/>
                  </a:lnTo>
                  <a:lnTo>
                    <a:pt x="1420927" y="1664030"/>
                  </a:lnTo>
                  <a:lnTo>
                    <a:pt x="1420933" y="1664023"/>
                  </a:lnTo>
                  <a:lnTo>
                    <a:pt x="1420938" y="1664019"/>
                  </a:lnTo>
                  <a:lnTo>
                    <a:pt x="1420946" y="1664012"/>
                  </a:lnTo>
                  <a:lnTo>
                    <a:pt x="1420960" y="1663998"/>
                  </a:lnTo>
                  <a:lnTo>
                    <a:pt x="1420964" y="1663994"/>
                  </a:lnTo>
                  <a:lnTo>
                    <a:pt x="1420967" y="1663990"/>
                  </a:lnTo>
                  <a:lnTo>
                    <a:pt x="1420974" y="1663979"/>
                  </a:lnTo>
                  <a:lnTo>
                    <a:pt x="1420979" y="1663968"/>
                  </a:lnTo>
                  <a:lnTo>
                    <a:pt x="1420981" y="1663963"/>
                  </a:lnTo>
                  <a:lnTo>
                    <a:pt x="1420984" y="1663958"/>
                  </a:lnTo>
                  <a:lnTo>
                    <a:pt x="1420987" y="1663951"/>
                  </a:lnTo>
                  <a:lnTo>
                    <a:pt x="1420996" y="1663935"/>
                  </a:lnTo>
                  <a:lnTo>
                    <a:pt x="1421001" y="1663928"/>
                  </a:lnTo>
                  <a:lnTo>
                    <a:pt x="1421006" y="1663915"/>
                  </a:lnTo>
                  <a:lnTo>
                    <a:pt x="1421009" y="1663909"/>
                  </a:lnTo>
                  <a:lnTo>
                    <a:pt x="1421013" y="1663897"/>
                  </a:lnTo>
                  <a:lnTo>
                    <a:pt x="1421015" y="1663889"/>
                  </a:lnTo>
                  <a:lnTo>
                    <a:pt x="1421017" y="1663883"/>
                  </a:lnTo>
                  <a:lnTo>
                    <a:pt x="1421017" y="1663876"/>
                  </a:lnTo>
                  <a:lnTo>
                    <a:pt x="1421017" y="1663869"/>
                  </a:lnTo>
                  <a:lnTo>
                    <a:pt x="1421011" y="1663863"/>
                  </a:lnTo>
                  <a:lnTo>
                    <a:pt x="1421005" y="1663858"/>
                  </a:lnTo>
                  <a:lnTo>
                    <a:pt x="1420994" y="1663849"/>
                  </a:lnTo>
                  <a:lnTo>
                    <a:pt x="1420950" y="1663827"/>
                  </a:lnTo>
                  <a:lnTo>
                    <a:pt x="1420922" y="1663807"/>
                  </a:lnTo>
                  <a:lnTo>
                    <a:pt x="1420879" y="1663773"/>
                  </a:lnTo>
                  <a:lnTo>
                    <a:pt x="1420845" y="1663748"/>
                  </a:lnTo>
                  <a:lnTo>
                    <a:pt x="1420811" y="1663723"/>
                  </a:lnTo>
                  <a:lnTo>
                    <a:pt x="1420793" y="1663711"/>
                  </a:lnTo>
                  <a:lnTo>
                    <a:pt x="1420756" y="1663688"/>
                  </a:lnTo>
                  <a:lnTo>
                    <a:pt x="1420692" y="1663632"/>
                  </a:lnTo>
                  <a:lnTo>
                    <a:pt x="1420647" y="1663601"/>
                  </a:lnTo>
                  <a:lnTo>
                    <a:pt x="1420635" y="1663596"/>
                  </a:lnTo>
                  <a:lnTo>
                    <a:pt x="1420621" y="1663593"/>
                  </a:lnTo>
                  <a:lnTo>
                    <a:pt x="1420610" y="1663591"/>
                  </a:lnTo>
                  <a:lnTo>
                    <a:pt x="1420583" y="1663582"/>
                  </a:lnTo>
                  <a:lnTo>
                    <a:pt x="1420576" y="1663573"/>
                  </a:lnTo>
                  <a:lnTo>
                    <a:pt x="1420570" y="1663568"/>
                  </a:lnTo>
                  <a:lnTo>
                    <a:pt x="1420563" y="1663568"/>
                  </a:lnTo>
                  <a:lnTo>
                    <a:pt x="1420553" y="1663570"/>
                  </a:lnTo>
                  <a:lnTo>
                    <a:pt x="1420543" y="1663570"/>
                  </a:lnTo>
                  <a:lnTo>
                    <a:pt x="1420534" y="1663567"/>
                  </a:lnTo>
                  <a:lnTo>
                    <a:pt x="1420524" y="1663562"/>
                  </a:lnTo>
                  <a:lnTo>
                    <a:pt x="1420512" y="1663555"/>
                  </a:lnTo>
                  <a:lnTo>
                    <a:pt x="1420500" y="1663548"/>
                  </a:lnTo>
                  <a:lnTo>
                    <a:pt x="1420486" y="1663539"/>
                  </a:lnTo>
                  <a:lnTo>
                    <a:pt x="1420467" y="1663527"/>
                  </a:lnTo>
                  <a:lnTo>
                    <a:pt x="1420442" y="1663515"/>
                  </a:lnTo>
                  <a:lnTo>
                    <a:pt x="1420414" y="1663504"/>
                  </a:lnTo>
                  <a:lnTo>
                    <a:pt x="1420395" y="1663495"/>
                  </a:lnTo>
                  <a:lnTo>
                    <a:pt x="1420387" y="1663492"/>
                  </a:lnTo>
                  <a:lnTo>
                    <a:pt x="1420376" y="1663490"/>
                  </a:lnTo>
                  <a:lnTo>
                    <a:pt x="1420355" y="1663484"/>
                  </a:lnTo>
                  <a:lnTo>
                    <a:pt x="1420336" y="1663478"/>
                  </a:lnTo>
                  <a:lnTo>
                    <a:pt x="1420315" y="1663470"/>
                  </a:lnTo>
                  <a:lnTo>
                    <a:pt x="1420306" y="1663469"/>
                  </a:lnTo>
                  <a:lnTo>
                    <a:pt x="1420297" y="1663468"/>
                  </a:lnTo>
                  <a:lnTo>
                    <a:pt x="1420286" y="1663468"/>
                  </a:lnTo>
                  <a:lnTo>
                    <a:pt x="1420269" y="1663463"/>
                  </a:lnTo>
                  <a:lnTo>
                    <a:pt x="1420257" y="1663451"/>
                  </a:lnTo>
                  <a:lnTo>
                    <a:pt x="1420248" y="1663440"/>
                  </a:lnTo>
                  <a:lnTo>
                    <a:pt x="1420240" y="1663422"/>
                  </a:lnTo>
                  <a:lnTo>
                    <a:pt x="1420235" y="1663408"/>
                  </a:lnTo>
                  <a:lnTo>
                    <a:pt x="1420228" y="1663401"/>
                  </a:lnTo>
                  <a:lnTo>
                    <a:pt x="1420220" y="1663395"/>
                  </a:lnTo>
                  <a:lnTo>
                    <a:pt x="1420211" y="1663392"/>
                  </a:lnTo>
                  <a:lnTo>
                    <a:pt x="1420199" y="1663395"/>
                  </a:lnTo>
                  <a:lnTo>
                    <a:pt x="1420188" y="1663396"/>
                  </a:lnTo>
                  <a:lnTo>
                    <a:pt x="1420177" y="1663394"/>
                  </a:lnTo>
                  <a:lnTo>
                    <a:pt x="1420165" y="1663391"/>
                  </a:lnTo>
                  <a:lnTo>
                    <a:pt x="1420153" y="1663386"/>
                  </a:lnTo>
                  <a:lnTo>
                    <a:pt x="1420147" y="1663384"/>
                  </a:lnTo>
                  <a:lnTo>
                    <a:pt x="1420142" y="1663388"/>
                  </a:lnTo>
                  <a:lnTo>
                    <a:pt x="1420126" y="1663402"/>
                  </a:lnTo>
                  <a:lnTo>
                    <a:pt x="1420120" y="1663402"/>
                  </a:lnTo>
                  <a:lnTo>
                    <a:pt x="1420100" y="1663390"/>
                  </a:lnTo>
                  <a:lnTo>
                    <a:pt x="1420078" y="1663380"/>
                  </a:lnTo>
                  <a:lnTo>
                    <a:pt x="1420054" y="1663369"/>
                  </a:lnTo>
                  <a:lnTo>
                    <a:pt x="1420045" y="1663363"/>
                  </a:lnTo>
                  <a:lnTo>
                    <a:pt x="1420043" y="1663352"/>
                  </a:lnTo>
                  <a:lnTo>
                    <a:pt x="1420048" y="1663312"/>
                  </a:lnTo>
                  <a:lnTo>
                    <a:pt x="1420047" y="1663302"/>
                  </a:lnTo>
                  <a:lnTo>
                    <a:pt x="1420041" y="1663288"/>
                  </a:lnTo>
                  <a:lnTo>
                    <a:pt x="1420033" y="1663269"/>
                  </a:lnTo>
                  <a:lnTo>
                    <a:pt x="1420032" y="1663254"/>
                  </a:lnTo>
                  <a:lnTo>
                    <a:pt x="1420030" y="1663238"/>
                  </a:lnTo>
                  <a:lnTo>
                    <a:pt x="1420026" y="1663217"/>
                  </a:lnTo>
                  <a:lnTo>
                    <a:pt x="1420019" y="1663205"/>
                  </a:lnTo>
                  <a:lnTo>
                    <a:pt x="1420012" y="1663195"/>
                  </a:lnTo>
                  <a:lnTo>
                    <a:pt x="1420000" y="1663181"/>
                  </a:lnTo>
                  <a:lnTo>
                    <a:pt x="1419990" y="1663159"/>
                  </a:lnTo>
                  <a:lnTo>
                    <a:pt x="1419979" y="1663124"/>
                  </a:lnTo>
                  <a:lnTo>
                    <a:pt x="1419974" y="1663117"/>
                  </a:lnTo>
                  <a:lnTo>
                    <a:pt x="1419962" y="1663110"/>
                  </a:lnTo>
                  <a:lnTo>
                    <a:pt x="1419946" y="1663098"/>
                  </a:lnTo>
                  <a:lnTo>
                    <a:pt x="1419935" y="1663085"/>
                  </a:lnTo>
                  <a:lnTo>
                    <a:pt x="1419931" y="1663078"/>
                  </a:lnTo>
                  <a:lnTo>
                    <a:pt x="1419928" y="1663071"/>
                  </a:lnTo>
                  <a:lnTo>
                    <a:pt x="1419929" y="1663059"/>
                  </a:lnTo>
                  <a:lnTo>
                    <a:pt x="1419932" y="1663050"/>
                  </a:lnTo>
                  <a:lnTo>
                    <a:pt x="1419935" y="1663031"/>
                  </a:lnTo>
                  <a:lnTo>
                    <a:pt x="1419936" y="1663018"/>
                  </a:lnTo>
                  <a:lnTo>
                    <a:pt x="1419934" y="1662996"/>
                  </a:lnTo>
                  <a:lnTo>
                    <a:pt x="1419936" y="1662985"/>
                  </a:lnTo>
                  <a:lnTo>
                    <a:pt x="1419940" y="1662978"/>
                  </a:lnTo>
                  <a:lnTo>
                    <a:pt x="1419946" y="1662972"/>
                  </a:lnTo>
                  <a:lnTo>
                    <a:pt x="1419950" y="1662966"/>
                  </a:lnTo>
                  <a:lnTo>
                    <a:pt x="1419952" y="1662960"/>
                  </a:lnTo>
                  <a:lnTo>
                    <a:pt x="1419950" y="1662954"/>
                  </a:lnTo>
                  <a:lnTo>
                    <a:pt x="1419940" y="1662940"/>
                  </a:lnTo>
                  <a:lnTo>
                    <a:pt x="1419928" y="1662932"/>
                  </a:lnTo>
                  <a:lnTo>
                    <a:pt x="1419923" y="1662927"/>
                  </a:lnTo>
                  <a:lnTo>
                    <a:pt x="1419922" y="1662919"/>
                  </a:lnTo>
                  <a:lnTo>
                    <a:pt x="1419921" y="1662909"/>
                  </a:lnTo>
                  <a:lnTo>
                    <a:pt x="1419920" y="1662900"/>
                  </a:lnTo>
                  <a:lnTo>
                    <a:pt x="1419920" y="1662887"/>
                  </a:lnTo>
                  <a:lnTo>
                    <a:pt x="1419919" y="1662878"/>
                  </a:lnTo>
                  <a:lnTo>
                    <a:pt x="1419913" y="1662866"/>
                  </a:lnTo>
                  <a:lnTo>
                    <a:pt x="1419903" y="1662863"/>
                  </a:lnTo>
                  <a:lnTo>
                    <a:pt x="1419895" y="1662861"/>
                  </a:lnTo>
                  <a:lnTo>
                    <a:pt x="1419884" y="1662857"/>
                  </a:lnTo>
                  <a:lnTo>
                    <a:pt x="1419871" y="1662853"/>
                  </a:lnTo>
                  <a:lnTo>
                    <a:pt x="1419856" y="1662848"/>
                  </a:lnTo>
                  <a:lnTo>
                    <a:pt x="1419839" y="1662844"/>
                  </a:lnTo>
                  <a:lnTo>
                    <a:pt x="1419824" y="1662841"/>
                  </a:lnTo>
                  <a:lnTo>
                    <a:pt x="1419817" y="1662842"/>
                  </a:lnTo>
                  <a:lnTo>
                    <a:pt x="1419792" y="1662850"/>
                  </a:lnTo>
                  <a:lnTo>
                    <a:pt x="1419769" y="1662855"/>
                  </a:lnTo>
                  <a:lnTo>
                    <a:pt x="1419757" y="1662853"/>
                  </a:lnTo>
                  <a:lnTo>
                    <a:pt x="1419748" y="1662848"/>
                  </a:lnTo>
                  <a:lnTo>
                    <a:pt x="1419738" y="1662838"/>
                  </a:lnTo>
                  <a:lnTo>
                    <a:pt x="1419730" y="1662829"/>
                  </a:lnTo>
                  <a:lnTo>
                    <a:pt x="1419723" y="1662827"/>
                  </a:lnTo>
                  <a:lnTo>
                    <a:pt x="1419694" y="1662818"/>
                  </a:lnTo>
                  <a:lnTo>
                    <a:pt x="1419688" y="1662813"/>
                  </a:lnTo>
                  <a:lnTo>
                    <a:pt x="1419671" y="1662794"/>
                  </a:lnTo>
                  <a:lnTo>
                    <a:pt x="1419666" y="1662791"/>
                  </a:lnTo>
                  <a:lnTo>
                    <a:pt x="1419643" y="1662789"/>
                  </a:lnTo>
                  <a:lnTo>
                    <a:pt x="1419630" y="1662785"/>
                  </a:lnTo>
                  <a:lnTo>
                    <a:pt x="1419625" y="1662783"/>
                  </a:lnTo>
                  <a:lnTo>
                    <a:pt x="1419609" y="1662768"/>
                  </a:lnTo>
                  <a:lnTo>
                    <a:pt x="1419592" y="1662752"/>
                  </a:lnTo>
                  <a:lnTo>
                    <a:pt x="1419583" y="1662743"/>
                  </a:lnTo>
                  <a:lnTo>
                    <a:pt x="1419573" y="1662734"/>
                  </a:lnTo>
                  <a:lnTo>
                    <a:pt x="1419562" y="1662717"/>
                  </a:lnTo>
                  <a:lnTo>
                    <a:pt x="1419554" y="1662697"/>
                  </a:lnTo>
                  <a:lnTo>
                    <a:pt x="1419545" y="1662683"/>
                  </a:lnTo>
                  <a:lnTo>
                    <a:pt x="1419540" y="1662672"/>
                  </a:lnTo>
                  <a:lnTo>
                    <a:pt x="1419540" y="1662663"/>
                  </a:lnTo>
                  <a:lnTo>
                    <a:pt x="1419543" y="1662648"/>
                  </a:lnTo>
                  <a:lnTo>
                    <a:pt x="1419545" y="1662634"/>
                  </a:lnTo>
                  <a:lnTo>
                    <a:pt x="1419549" y="1662612"/>
                  </a:lnTo>
                  <a:lnTo>
                    <a:pt x="1419558" y="1662594"/>
                  </a:lnTo>
                  <a:lnTo>
                    <a:pt x="1419564" y="1662585"/>
                  </a:lnTo>
                  <a:lnTo>
                    <a:pt x="1419569" y="1662574"/>
                  </a:lnTo>
                  <a:lnTo>
                    <a:pt x="1419569" y="1662567"/>
                  </a:lnTo>
                  <a:lnTo>
                    <a:pt x="1419566" y="1662561"/>
                  </a:lnTo>
                  <a:lnTo>
                    <a:pt x="1419553" y="1662537"/>
                  </a:lnTo>
                  <a:lnTo>
                    <a:pt x="1419548" y="1662517"/>
                  </a:lnTo>
                  <a:lnTo>
                    <a:pt x="1419550" y="1662509"/>
                  </a:lnTo>
                  <a:lnTo>
                    <a:pt x="1419553" y="1662498"/>
                  </a:lnTo>
                  <a:lnTo>
                    <a:pt x="1419561" y="1662473"/>
                  </a:lnTo>
                  <a:lnTo>
                    <a:pt x="1419557" y="1662456"/>
                  </a:lnTo>
                  <a:lnTo>
                    <a:pt x="1419546" y="1662434"/>
                  </a:lnTo>
                  <a:lnTo>
                    <a:pt x="1419533" y="1662420"/>
                  </a:lnTo>
                  <a:lnTo>
                    <a:pt x="1419519" y="1662387"/>
                  </a:lnTo>
                  <a:lnTo>
                    <a:pt x="1419515" y="1662336"/>
                  </a:lnTo>
                  <a:lnTo>
                    <a:pt x="1419516" y="1662307"/>
                  </a:lnTo>
                  <a:lnTo>
                    <a:pt x="1419511" y="1662284"/>
                  </a:lnTo>
                  <a:lnTo>
                    <a:pt x="1419492" y="1662257"/>
                  </a:lnTo>
                  <a:lnTo>
                    <a:pt x="1419483" y="1662249"/>
                  </a:lnTo>
                  <a:lnTo>
                    <a:pt x="1419461" y="1662227"/>
                  </a:lnTo>
                  <a:lnTo>
                    <a:pt x="1419449" y="1662195"/>
                  </a:lnTo>
                  <a:lnTo>
                    <a:pt x="1419432" y="1662178"/>
                  </a:lnTo>
                  <a:lnTo>
                    <a:pt x="1419397" y="1662163"/>
                  </a:lnTo>
                  <a:lnTo>
                    <a:pt x="1419378" y="1662157"/>
                  </a:lnTo>
                  <a:lnTo>
                    <a:pt x="1419352" y="1662147"/>
                  </a:lnTo>
                  <a:lnTo>
                    <a:pt x="1419324" y="1662137"/>
                  </a:lnTo>
                  <a:lnTo>
                    <a:pt x="1419304" y="1662131"/>
                  </a:lnTo>
                  <a:lnTo>
                    <a:pt x="1419299" y="1662126"/>
                  </a:lnTo>
                  <a:lnTo>
                    <a:pt x="1419279" y="1662083"/>
                  </a:lnTo>
                  <a:lnTo>
                    <a:pt x="1419272" y="1662078"/>
                  </a:lnTo>
                  <a:lnTo>
                    <a:pt x="1419263" y="1662074"/>
                  </a:lnTo>
                  <a:lnTo>
                    <a:pt x="1419246" y="1662062"/>
                  </a:lnTo>
                  <a:lnTo>
                    <a:pt x="1419243" y="1662053"/>
                  </a:lnTo>
                  <a:lnTo>
                    <a:pt x="1419236" y="1662031"/>
                  </a:lnTo>
                  <a:lnTo>
                    <a:pt x="1419221" y="1662013"/>
                  </a:lnTo>
                  <a:lnTo>
                    <a:pt x="1419213" y="1662006"/>
                  </a:lnTo>
                  <a:lnTo>
                    <a:pt x="1419196" y="1662009"/>
                  </a:lnTo>
                  <a:lnTo>
                    <a:pt x="1419188" y="1662005"/>
                  </a:lnTo>
                  <a:lnTo>
                    <a:pt x="1419176" y="1661995"/>
                  </a:lnTo>
                  <a:lnTo>
                    <a:pt x="1419159" y="1661990"/>
                  </a:lnTo>
                  <a:lnTo>
                    <a:pt x="1419137" y="1661990"/>
                  </a:lnTo>
                  <a:lnTo>
                    <a:pt x="1419129" y="1661986"/>
                  </a:lnTo>
                  <a:lnTo>
                    <a:pt x="1419124" y="1661983"/>
                  </a:lnTo>
                  <a:lnTo>
                    <a:pt x="1419115" y="1661977"/>
                  </a:lnTo>
                  <a:lnTo>
                    <a:pt x="1419098" y="1661966"/>
                  </a:lnTo>
                  <a:lnTo>
                    <a:pt x="1419068" y="1661952"/>
                  </a:lnTo>
                  <a:lnTo>
                    <a:pt x="1419041" y="1661935"/>
                  </a:lnTo>
                  <a:lnTo>
                    <a:pt x="1419021" y="1661921"/>
                  </a:lnTo>
                  <a:lnTo>
                    <a:pt x="1419008" y="1661907"/>
                  </a:lnTo>
                  <a:lnTo>
                    <a:pt x="1418999" y="1661899"/>
                  </a:lnTo>
                  <a:lnTo>
                    <a:pt x="1418988" y="1661891"/>
                  </a:lnTo>
                  <a:lnTo>
                    <a:pt x="1418968" y="1661876"/>
                  </a:lnTo>
                  <a:lnTo>
                    <a:pt x="1418962" y="1661870"/>
                  </a:lnTo>
                  <a:lnTo>
                    <a:pt x="1418951" y="1661844"/>
                  </a:lnTo>
                  <a:lnTo>
                    <a:pt x="1418937" y="1661821"/>
                  </a:lnTo>
                  <a:lnTo>
                    <a:pt x="1418924" y="1661796"/>
                  </a:lnTo>
                  <a:lnTo>
                    <a:pt x="1418917" y="1661779"/>
                  </a:lnTo>
                  <a:lnTo>
                    <a:pt x="1418917" y="1661773"/>
                  </a:lnTo>
                  <a:lnTo>
                    <a:pt x="1418917" y="1661763"/>
                  </a:lnTo>
                  <a:lnTo>
                    <a:pt x="1418923" y="1661752"/>
                  </a:lnTo>
                  <a:lnTo>
                    <a:pt x="1418945" y="1661732"/>
                  </a:lnTo>
                  <a:lnTo>
                    <a:pt x="1418952" y="1661719"/>
                  </a:lnTo>
                  <a:lnTo>
                    <a:pt x="1418952" y="1661707"/>
                  </a:lnTo>
                  <a:lnTo>
                    <a:pt x="1418945" y="1661682"/>
                  </a:lnTo>
                  <a:lnTo>
                    <a:pt x="1418943" y="1661664"/>
                  </a:lnTo>
                  <a:lnTo>
                    <a:pt x="1418943" y="1661643"/>
                  </a:lnTo>
                  <a:lnTo>
                    <a:pt x="1418946" y="1661619"/>
                  </a:lnTo>
                  <a:lnTo>
                    <a:pt x="1418946" y="1661606"/>
                  </a:lnTo>
                  <a:lnTo>
                    <a:pt x="1418949" y="1661592"/>
                  </a:lnTo>
                  <a:lnTo>
                    <a:pt x="1418945" y="1661572"/>
                  </a:lnTo>
                  <a:lnTo>
                    <a:pt x="1418931" y="1661529"/>
                  </a:lnTo>
                  <a:lnTo>
                    <a:pt x="1418930" y="1661520"/>
                  </a:lnTo>
                  <a:lnTo>
                    <a:pt x="1418934" y="1661492"/>
                  </a:lnTo>
                  <a:lnTo>
                    <a:pt x="1418941" y="1661478"/>
                  </a:lnTo>
                  <a:lnTo>
                    <a:pt x="1418929" y="1661484"/>
                  </a:lnTo>
                  <a:lnTo>
                    <a:pt x="1418919" y="1661488"/>
                  </a:lnTo>
                  <a:lnTo>
                    <a:pt x="1418907" y="1661490"/>
                  </a:lnTo>
                  <a:lnTo>
                    <a:pt x="1418885" y="1661488"/>
                  </a:lnTo>
                  <a:lnTo>
                    <a:pt x="1418869" y="1661486"/>
                  </a:lnTo>
                  <a:lnTo>
                    <a:pt x="1418851" y="1661482"/>
                  </a:lnTo>
                  <a:lnTo>
                    <a:pt x="1418832" y="1661471"/>
                  </a:lnTo>
                  <a:lnTo>
                    <a:pt x="1418810" y="1661464"/>
                  </a:lnTo>
                  <a:lnTo>
                    <a:pt x="1418775" y="1661453"/>
                  </a:lnTo>
                  <a:lnTo>
                    <a:pt x="1418754" y="1661448"/>
                  </a:lnTo>
                  <a:lnTo>
                    <a:pt x="1418747" y="1661446"/>
                  </a:lnTo>
                  <a:lnTo>
                    <a:pt x="1418745" y="1661440"/>
                  </a:lnTo>
                  <a:lnTo>
                    <a:pt x="1418744" y="1661425"/>
                  </a:lnTo>
                  <a:lnTo>
                    <a:pt x="1418744" y="1661413"/>
                  </a:lnTo>
                  <a:lnTo>
                    <a:pt x="1418742" y="1661406"/>
                  </a:lnTo>
                  <a:lnTo>
                    <a:pt x="1418734" y="1661398"/>
                  </a:lnTo>
                  <a:lnTo>
                    <a:pt x="1418730" y="1661393"/>
                  </a:lnTo>
                  <a:lnTo>
                    <a:pt x="1418718" y="1661382"/>
                  </a:lnTo>
                  <a:lnTo>
                    <a:pt x="1418703" y="1661366"/>
                  </a:lnTo>
                  <a:lnTo>
                    <a:pt x="1418690" y="1661352"/>
                  </a:lnTo>
                  <a:lnTo>
                    <a:pt x="1418675" y="1661353"/>
                  </a:lnTo>
                  <a:lnTo>
                    <a:pt x="1418648" y="1661352"/>
                  </a:lnTo>
                  <a:lnTo>
                    <a:pt x="1418619" y="1661354"/>
                  </a:lnTo>
                  <a:lnTo>
                    <a:pt x="1418604" y="1661354"/>
                  </a:lnTo>
                  <a:lnTo>
                    <a:pt x="1418597" y="1661343"/>
                  </a:lnTo>
                  <a:lnTo>
                    <a:pt x="1418587" y="1661323"/>
                  </a:lnTo>
                  <a:lnTo>
                    <a:pt x="1418561" y="1661289"/>
                  </a:lnTo>
                  <a:lnTo>
                    <a:pt x="1418546" y="1661271"/>
                  </a:lnTo>
                  <a:lnTo>
                    <a:pt x="1418538" y="1661259"/>
                  </a:lnTo>
                  <a:lnTo>
                    <a:pt x="1418534" y="1661250"/>
                  </a:lnTo>
                  <a:lnTo>
                    <a:pt x="1418534" y="1661244"/>
                  </a:lnTo>
                  <a:lnTo>
                    <a:pt x="1418535" y="1661235"/>
                  </a:lnTo>
                  <a:lnTo>
                    <a:pt x="1418537" y="1661227"/>
                  </a:lnTo>
                  <a:lnTo>
                    <a:pt x="1418541" y="1661216"/>
                  </a:lnTo>
                  <a:lnTo>
                    <a:pt x="1418545" y="1661202"/>
                  </a:lnTo>
                  <a:lnTo>
                    <a:pt x="1418548" y="1661185"/>
                  </a:lnTo>
                  <a:lnTo>
                    <a:pt x="1418548" y="1661166"/>
                  </a:lnTo>
                  <a:lnTo>
                    <a:pt x="1418545" y="1661148"/>
                  </a:lnTo>
                  <a:lnTo>
                    <a:pt x="1418542" y="1661131"/>
                  </a:lnTo>
                  <a:lnTo>
                    <a:pt x="1418536" y="1661120"/>
                  </a:lnTo>
                  <a:lnTo>
                    <a:pt x="1418524" y="1661110"/>
                  </a:lnTo>
                  <a:lnTo>
                    <a:pt x="1418514" y="1661104"/>
                  </a:lnTo>
                  <a:lnTo>
                    <a:pt x="1418523" y="1661094"/>
                  </a:lnTo>
                  <a:lnTo>
                    <a:pt x="1418559" y="1661061"/>
                  </a:lnTo>
                  <a:lnTo>
                    <a:pt x="1418574" y="1661048"/>
                  </a:lnTo>
                  <a:lnTo>
                    <a:pt x="1418584" y="1661038"/>
                  </a:lnTo>
                  <a:lnTo>
                    <a:pt x="1418588" y="1661031"/>
                  </a:lnTo>
                  <a:lnTo>
                    <a:pt x="1418591" y="1661022"/>
                  </a:lnTo>
                  <a:lnTo>
                    <a:pt x="1418593" y="1661013"/>
                  </a:lnTo>
                  <a:lnTo>
                    <a:pt x="1418592" y="1661002"/>
                  </a:lnTo>
                  <a:lnTo>
                    <a:pt x="1418590" y="1660983"/>
                  </a:lnTo>
                  <a:lnTo>
                    <a:pt x="1418586" y="1660964"/>
                  </a:lnTo>
                  <a:lnTo>
                    <a:pt x="1418583" y="1660942"/>
                  </a:lnTo>
                  <a:lnTo>
                    <a:pt x="1418578" y="1660930"/>
                  </a:lnTo>
                  <a:lnTo>
                    <a:pt x="1418569" y="1660911"/>
                  </a:lnTo>
                  <a:lnTo>
                    <a:pt x="1418558" y="1660890"/>
                  </a:lnTo>
                  <a:lnTo>
                    <a:pt x="1418550" y="1660877"/>
                  </a:lnTo>
                  <a:lnTo>
                    <a:pt x="1418540" y="1660860"/>
                  </a:lnTo>
                  <a:lnTo>
                    <a:pt x="1418538" y="1660852"/>
                  </a:lnTo>
                  <a:lnTo>
                    <a:pt x="1418531" y="1660829"/>
                  </a:lnTo>
                  <a:lnTo>
                    <a:pt x="1418529" y="1660821"/>
                  </a:lnTo>
                  <a:lnTo>
                    <a:pt x="1418528" y="1660815"/>
                  </a:lnTo>
                  <a:lnTo>
                    <a:pt x="1418528" y="1660806"/>
                  </a:lnTo>
                  <a:lnTo>
                    <a:pt x="1418531" y="1660796"/>
                  </a:lnTo>
                  <a:lnTo>
                    <a:pt x="1418536" y="1660787"/>
                  </a:lnTo>
                  <a:lnTo>
                    <a:pt x="1418548" y="1660765"/>
                  </a:lnTo>
                  <a:lnTo>
                    <a:pt x="1418550" y="1660756"/>
                  </a:lnTo>
                  <a:lnTo>
                    <a:pt x="1418555" y="1660746"/>
                  </a:lnTo>
                  <a:lnTo>
                    <a:pt x="1418560" y="1660735"/>
                  </a:lnTo>
                  <a:lnTo>
                    <a:pt x="1418549" y="1660734"/>
                  </a:lnTo>
                  <a:lnTo>
                    <a:pt x="1418539" y="1660735"/>
                  </a:lnTo>
                  <a:lnTo>
                    <a:pt x="1418530" y="1660734"/>
                  </a:lnTo>
                  <a:lnTo>
                    <a:pt x="1418519" y="1660730"/>
                  </a:lnTo>
                  <a:lnTo>
                    <a:pt x="1418512" y="1660730"/>
                  </a:lnTo>
                  <a:lnTo>
                    <a:pt x="1418501" y="1660727"/>
                  </a:lnTo>
                  <a:lnTo>
                    <a:pt x="1418497" y="1660724"/>
                  </a:lnTo>
                  <a:lnTo>
                    <a:pt x="1418497" y="1660709"/>
                  </a:lnTo>
                  <a:lnTo>
                    <a:pt x="1418500" y="1660698"/>
                  </a:lnTo>
                  <a:lnTo>
                    <a:pt x="1418504" y="1660687"/>
                  </a:lnTo>
                  <a:lnTo>
                    <a:pt x="1418513" y="1660677"/>
                  </a:lnTo>
                  <a:lnTo>
                    <a:pt x="1418526" y="1660670"/>
                  </a:lnTo>
                  <a:lnTo>
                    <a:pt x="1418537" y="1660661"/>
                  </a:lnTo>
                  <a:lnTo>
                    <a:pt x="1418543" y="1660655"/>
                  </a:lnTo>
                  <a:lnTo>
                    <a:pt x="1418542" y="1660648"/>
                  </a:lnTo>
                  <a:lnTo>
                    <a:pt x="1418536" y="1660635"/>
                  </a:lnTo>
                  <a:lnTo>
                    <a:pt x="1418534" y="1660626"/>
                  </a:lnTo>
                  <a:lnTo>
                    <a:pt x="1418531" y="1660617"/>
                  </a:lnTo>
                  <a:lnTo>
                    <a:pt x="1418533" y="1660606"/>
                  </a:lnTo>
                  <a:lnTo>
                    <a:pt x="1418538" y="1660593"/>
                  </a:lnTo>
                  <a:lnTo>
                    <a:pt x="1418544" y="1660572"/>
                  </a:lnTo>
                  <a:lnTo>
                    <a:pt x="1418569" y="1660570"/>
                  </a:lnTo>
                  <a:lnTo>
                    <a:pt x="1418600" y="1660567"/>
                  </a:lnTo>
                  <a:lnTo>
                    <a:pt x="1418617" y="1660569"/>
                  </a:lnTo>
                  <a:lnTo>
                    <a:pt x="1418640" y="1660565"/>
                  </a:lnTo>
                  <a:lnTo>
                    <a:pt x="1418636" y="1660556"/>
                  </a:lnTo>
                  <a:lnTo>
                    <a:pt x="1418630" y="1660538"/>
                  </a:lnTo>
                  <a:lnTo>
                    <a:pt x="1418627" y="1660519"/>
                  </a:lnTo>
                  <a:lnTo>
                    <a:pt x="1418622" y="1660495"/>
                  </a:lnTo>
                  <a:lnTo>
                    <a:pt x="1418618" y="1660472"/>
                  </a:lnTo>
                  <a:lnTo>
                    <a:pt x="1418616" y="1660454"/>
                  </a:lnTo>
                  <a:lnTo>
                    <a:pt x="1418612" y="1660433"/>
                  </a:lnTo>
                  <a:lnTo>
                    <a:pt x="1418609" y="1660419"/>
                  </a:lnTo>
                  <a:lnTo>
                    <a:pt x="1418606" y="1660407"/>
                  </a:lnTo>
                  <a:lnTo>
                    <a:pt x="1418604" y="1660397"/>
                  </a:lnTo>
                  <a:lnTo>
                    <a:pt x="1418603" y="1660389"/>
                  </a:lnTo>
                  <a:lnTo>
                    <a:pt x="1418606" y="1660379"/>
                  </a:lnTo>
                  <a:lnTo>
                    <a:pt x="1418633" y="1660364"/>
                  </a:lnTo>
                  <a:lnTo>
                    <a:pt x="1418660" y="1660346"/>
                  </a:lnTo>
                  <a:lnTo>
                    <a:pt x="1418680" y="1660317"/>
                  </a:lnTo>
                  <a:lnTo>
                    <a:pt x="1418696" y="1660289"/>
                  </a:lnTo>
                  <a:lnTo>
                    <a:pt x="1418725" y="1660233"/>
                  </a:lnTo>
                  <a:lnTo>
                    <a:pt x="1418729" y="1660221"/>
                  </a:lnTo>
                  <a:lnTo>
                    <a:pt x="1418729" y="1660213"/>
                  </a:lnTo>
                  <a:lnTo>
                    <a:pt x="1418728" y="1660201"/>
                  </a:lnTo>
                  <a:lnTo>
                    <a:pt x="1418724" y="1660189"/>
                  </a:lnTo>
                  <a:lnTo>
                    <a:pt x="1418716" y="1660173"/>
                  </a:lnTo>
                  <a:lnTo>
                    <a:pt x="1418709" y="1660158"/>
                  </a:lnTo>
                  <a:lnTo>
                    <a:pt x="1418700" y="1660146"/>
                  </a:lnTo>
                  <a:lnTo>
                    <a:pt x="1418694" y="1660141"/>
                  </a:lnTo>
                  <a:lnTo>
                    <a:pt x="1418686" y="1660135"/>
                  </a:lnTo>
                  <a:lnTo>
                    <a:pt x="1418677" y="1660130"/>
                  </a:lnTo>
                  <a:lnTo>
                    <a:pt x="1418666" y="1660119"/>
                  </a:lnTo>
                  <a:lnTo>
                    <a:pt x="1418653" y="1660100"/>
                  </a:lnTo>
                  <a:lnTo>
                    <a:pt x="1418644" y="1660086"/>
                  </a:lnTo>
                  <a:lnTo>
                    <a:pt x="1418630" y="1660078"/>
                  </a:lnTo>
                  <a:lnTo>
                    <a:pt x="1418620" y="1660074"/>
                  </a:lnTo>
                  <a:lnTo>
                    <a:pt x="1418609" y="1660076"/>
                  </a:lnTo>
                  <a:lnTo>
                    <a:pt x="1418599" y="1660076"/>
                  </a:lnTo>
                  <a:lnTo>
                    <a:pt x="1418593" y="1660074"/>
                  </a:lnTo>
                  <a:lnTo>
                    <a:pt x="1418592" y="1660066"/>
                  </a:lnTo>
                  <a:lnTo>
                    <a:pt x="1418594" y="1660055"/>
                  </a:lnTo>
                  <a:lnTo>
                    <a:pt x="1418598" y="1660043"/>
                  </a:lnTo>
                  <a:lnTo>
                    <a:pt x="1418599" y="1660034"/>
                  </a:lnTo>
                  <a:lnTo>
                    <a:pt x="1418594" y="1660026"/>
                  </a:lnTo>
                  <a:lnTo>
                    <a:pt x="1418587" y="1660019"/>
                  </a:lnTo>
                  <a:lnTo>
                    <a:pt x="1418580" y="1660010"/>
                  </a:lnTo>
                  <a:lnTo>
                    <a:pt x="1418578" y="1659999"/>
                  </a:lnTo>
                  <a:lnTo>
                    <a:pt x="1418576" y="1659992"/>
                  </a:lnTo>
                  <a:lnTo>
                    <a:pt x="1418570" y="1659991"/>
                  </a:lnTo>
                  <a:lnTo>
                    <a:pt x="1418552" y="1659992"/>
                  </a:lnTo>
                  <a:lnTo>
                    <a:pt x="1418540" y="1659990"/>
                  </a:lnTo>
                  <a:lnTo>
                    <a:pt x="1418528" y="1659985"/>
                  </a:lnTo>
                  <a:lnTo>
                    <a:pt x="1418520" y="1659974"/>
                  </a:lnTo>
                  <a:lnTo>
                    <a:pt x="1418513" y="1659957"/>
                  </a:lnTo>
                  <a:lnTo>
                    <a:pt x="1418508" y="1659945"/>
                  </a:lnTo>
                  <a:lnTo>
                    <a:pt x="1418504" y="1659937"/>
                  </a:lnTo>
                  <a:lnTo>
                    <a:pt x="1418494" y="1659930"/>
                  </a:lnTo>
                  <a:lnTo>
                    <a:pt x="1418484" y="1659926"/>
                  </a:lnTo>
                  <a:lnTo>
                    <a:pt x="1418471" y="1659923"/>
                  </a:lnTo>
                  <a:lnTo>
                    <a:pt x="1418467" y="1659919"/>
                  </a:lnTo>
                  <a:lnTo>
                    <a:pt x="1418473" y="1659911"/>
                  </a:lnTo>
                  <a:lnTo>
                    <a:pt x="1418477" y="1659901"/>
                  </a:lnTo>
                  <a:lnTo>
                    <a:pt x="1418471" y="1659889"/>
                  </a:lnTo>
                  <a:lnTo>
                    <a:pt x="1418463" y="1659878"/>
                  </a:lnTo>
                  <a:lnTo>
                    <a:pt x="1418453" y="1659874"/>
                  </a:lnTo>
                  <a:lnTo>
                    <a:pt x="1418443" y="1659875"/>
                  </a:lnTo>
                  <a:lnTo>
                    <a:pt x="1418426" y="1659878"/>
                  </a:lnTo>
                  <a:lnTo>
                    <a:pt x="1418416" y="1659877"/>
                  </a:lnTo>
                  <a:lnTo>
                    <a:pt x="1418405" y="1659873"/>
                  </a:lnTo>
                  <a:lnTo>
                    <a:pt x="1418399" y="1659869"/>
                  </a:lnTo>
                  <a:lnTo>
                    <a:pt x="1418395" y="1659862"/>
                  </a:lnTo>
                  <a:lnTo>
                    <a:pt x="1418389" y="1659851"/>
                  </a:lnTo>
                  <a:lnTo>
                    <a:pt x="1418381" y="1659839"/>
                  </a:lnTo>
                  <a:lnTo>
                    <a:pt x="1418374" y="1659833"/>
                  </a:lnTo>
                  <a:lnTo>
                    <a:pt x="1418351" y="1659829"/>
                  </a:lnTo>
                  <a:lnTo>
                    <a:pt x="1418334" y="1659825"/>
                  </a:lnTo>
                  <a:lnTo>
                    <a:pt x="1418328" y="1659821"/>
                  </a:lnTo>
                  <a:lnTo>
                    <a:pt x="1418304" y="1659801"/>
                  </a:lnTo>
                  <a:lnTo>
                    <a:pt x="1418293" y="1659792"/>
                  </a:lnTo>
                  <a:lnTo>
                    <a:pt x="1418284" y="1659782"/>
                  </a:lnTo>
                  <a:lnTo>
                    <a:pt x="1418281" y="1659774"/>
                  </a:lnTo>
                  <a:lnTo>
                    <a:pt x="1418284" y="1659767"/>
                  </a:lnTo>
                  <a:lnTo>
                    <a:pt x="1418294" y="1659758"/>
                  </a:lnTo>
                  <a:lnTo>
                    <a:pt x="1418288" y="1659748"/>
                  </a:lnTo>
                  <a:lnTo>
                    <a:pt x="1418288" y="1659737"/>
                  </a:lnTo>
                  <a:lnTo>
                    <a:pt x="1418292" y="1659720"/>
                  </a:lnTo>
                  <a:lnTo>
                    <a:pt x="1418297" y="1659706"/>
                  </a:lnTo>
                  <a:lnTo>
                    <a:pt x="1418303" y="1659692"/>
                  </a:lnTo>
                  <a:lnTo>
                    <a:pt x="1418311" y="1659681"/>
                  </a:lnTo>
                  <a:lnTo>
                    <a:pt x="1418314" y="1659674"/>
                  </a:lnTo>
                  <a:lnTo>
                    <a:pt x="1418317" y="1659665"/>
                  </a:lnTo>
                  <a:lnTo>
                    <a:pt x="1418315" y="1659653"/>
                  </a:lnTo>
                  <a:lnTo>
                    <a:pt x="1418304" y="1659640"/>
                  </a:lnTo>
                  <a:lnTo>
                    <a:pt x="1418299" y="1659635"/>
                  </a:lnTo>
                  <a:lnTo>
                    <a:pt x="1418291" y="1659630"/>
                  </a:lnTo>
                  <a:lnTo>
                    <a:pt x="1418272" y="1659620"/>
                  </a:lnTo>
                  <a:lnTo>
                    <a:pt x="1418261" y="1659614"/>
                  </a:lnTo>
                  <a:lnTo>
                    <a:pt x="1418253" y="1659609"/>
                  </a:lnTo>
                  <a:lnTo>
                    <a:pt x="1418247" y="1659607"/>
                  </a:lnTo>
                  <a:lnTo>
                    <a:pt x="1418243" y="1659601"/>
                  </a:lnTo>
                  <a:lnTo>
                    <a:pt x="1418237" y="1659594"/>
                  </a:lnTo>
                  <a:lnTo>
                    <a:pt x="1418231" y="1659589"/>
                  </a:lnTo>
                  <a:lnTo>
                    <a:pt x="1418226" y="1659584"/>
                  </a:lnTo>
                  <a:lnTo>
                    <a:pt x="1418204" y="1659577"/>
                  </a:lnTo>
                  <a:lnTo>
                    <a:pt x="1418185" y="1659573"/>
                  </a:lnTo>
                  <a:lnTo>
                    <a:pt x="1418169" y="1659570"/>
                  </a:lnTo>
                  <a:lnTo>
                    <a:pt x="1418145" y="1659565"/>
                  </a:lnTo>
                  <a:lnTo>
                    <a:pt x="1418130" y="1659560"/>
                  </a:lnTo>
                  <a:lnTo>
                    <a:pt x="1418119" y="1659554"/>
                  </a:lnTo>
                  <a:lnTo>
                    <a:pt x="1418107" y="1659545"/>
                  </a:lnTo>
                  <a:lnTo>
                    <a:pt x="1418100" y="1659537"/>
                  </a:lnTo>
                  <a:lnTo>
                    <a:pt x="1418094" y="1659532"/>
                  </a:lnTo>
                  <a:lnTo>
                    <a:pt x="1418086" y="1659532"/>
                  </a:lnTo>
                  <a:lnTo>
                    <a:pt x="1418080" y="1659534"/>
                  </a:lnTo>
                  <a:lnTo>
                    <a:pt x="1418072" y="1659536"/>
                  </a:lnTo>
                  <a:lnTo>
                    <a:pt x="1418065" y="1659534"/>
                  </a:lnTo>
                  <a:lnTo>
                    <a:pt x="1418058" y="1659523"/>
                  </a:lnTo>
                  <a:lnTo>
                    <a:pt x="1418047" y="1659509"/>
                  </a:lnTo>
                  <a:lnTo>
                    <a:pt x="1418041" y="1659505"/>
                  </a:lnTo>
                  <a:lnTo>
                    <a:pt x="1418028" y="1659496"/>
                  </a:lnTo>
                  <a:lnTo>
                    <a:pt x="1418011" y="1659484"/>
                  </a:lnTo>
                  <a:lnTo>
                    <a:pt x="1417994" y="1659476"/>
                  </a:lnTo>
                  <a:lnTo>
                    <a:pt x="1417977" y="1659472"/>
                  </a:lnTo>
                  <a:lnTo>
                    <a:pt x="1417957" y="1659466"/>
                  </a:lnTo>
                  <a:lnTo>
                    <a:pt x="1417937" y="1659458"/>
                  </a:lnTo>
                  <a:lnTo>
                    <a:pt x="1417926" y="1659442"/>
                  </a:lnTo>
                  <a:lnTo>
                    <a:pt x="1417913" y="1659434"/>
                  </a:lnTo>
                  <a:lnTo>
                    <a:pt x="1417902" y="1659430"/>
                  </a:lnTo>
                  <a:lnTo>
                    <a:pt x="1417888" y="1659427"/>
                  </a:lnTo>
                  <a:lnTo>
                    <a:pt x="1417874" y="1659411"/>
                  </a:lnTo>
                  <a:lnTo>
                    <a:pt x="1417866" y="1659397"/>
                  </a:lnTo>
                  <a:lnTo>
                    <a:pt x="1417856" y="1659389"/>
                  </a:lnTo>
                  <a:lnTo>
                    <a:pt x="1417848" y="1659381"/>
                  </a:lnTo>
                  <a:lnTo>
                    <a:pt x="1417841" y="1659372"/>
                  </a:lnTo>
                  <a:lnTo>
                    <a:pt x="1417829" y="1659370"/>
                  </a:lnTo>
                  <a:lnTo>
                    <a:pt x="1417816" y="1659375"/>
                  </a:lnTo>
                  <a:lnTo>
                    <a:pt x="1417801" y="1659388"/>
                  </a:lnTo>
                  <a:lnTo>
                    <a:pt x="1417798" y="1659393"/>
                  </a:lnTo>
                  <a:lnTo>
                    <a:pt x="1417790" y="1659405"/>
                  </a:lnTo>
                  <a:lnTo>
                    <a:pt x="1417777" y="1659412"/>
                  </a:lnTo>
                  <a:lnTo>
                    <a:pt x="1417764" y="1659417"/>
                  </a:lnTo>
                  <a:lnTo>
                    <a:pt x="1417757" y="1659402"/>
                  </a:lnTo>
                  <a:lnTo>
                    <a:pt x="1417749" y="1659378"/>
                  </a:lnTo>
                  <a:lnTo>
                    <a:pt x="1417742" y="1659365"/>
                  </a:lnTo>
                  <a:lnTo>
                    <a:pt x="1417731" y="1659347"/>
                  </a:lnTo>
                  <a:lnTo>
                    <a:pt x="1417719" y="1659333"/>
                  </a:lnTo>
                  <a:lnTo>
                    <a:pt x="1417712" y="1659328"/>
                  </a:lnTo>
                  <a:lnTo>
                    <a:pt x="1417705" y="1659324"/>
                  </a:lnTo>
                  <a:lnTo>
                    <a:pt x="1417697" y="1659321"/>
                  </a:lnTo>
                  <a:lnTo>
                    <a:pt x="1417684" y="1659315"/>
                  </a:lnTo>
                  <a:lnTo>
                    <a:pt x="1417686" y="1659300"/>
                  </a:lnTo>
                  <a:lnTo>
                    <a:pt x="1417688" y="1659288"/>
                  </a:lnTo>
                  <a:lnTo>
                    <a:pt x="1417687" y="1659282"/>
                  </a:lnTo>
                  <a:lnTo>
                    <a:pt x="1417680" y="1659258"/>
                  </a:lnTo>
                  <a:lnTo>
                    <a:pt x="1417677" y="1659240"/>
                  </a:lnTo>
                  <a:lnTo>
                    <a:pt x="1417673" y="1659222"/>
                  </a:lnTo>
                  <a:lnTo>
                    <a:pt x="1417669" y="1659216"/>
                  </a:lnTo>
                  <a:lnTo>
                    <a:pt x="1417658" y="1659211"/>
                  </a:lnTo>
                  <a:lnTo>
                    <a:pt x="1417647" y="1659210"/>
                  </a:lnTo>
                  <a:lnTo>
                    <a:pt x="1417644" y="1659202"/>
                  </a:lnTo>
                  <a:lnTo>
                    <a:pt x="1417642" y="1659185"/>
                  </a:lnTo>
                  <a:lnTo>
                    <a:pt x="1417627" y="1659181"/>
                  </a:lnTo>
                  <a:lnTo>
                    <a:pt x="1417615" y="1659174"/>
                  </a:lnTo>
                  <a:lnTo>
                    <a:pt x="1417608" y="1659172"/>
                  </a:lnTo>
                  <a:lnTo>
                    <a:pt x="1417583" y="1659165"/>
                  </a:lnTo>
                  <a:lnTo>
                    <a:pt x="1417576" y="1659162"/>
                  </a:lnTo>
                  <a:lnTo>
                    <a:pt x="1417563" y="1659151"/>
                  </a:lnTo>
                  <a:lnTo>
                    <a:pt x="1417544" y="1659120"/>
                  </a:lnTo>
                  <a:lnTo>
                    <a:pt x="1417531" y="1659098"/>
                  </a:lnTo>
                  <a:lnTo>
                    <a:pt x="1417511" y="1659072"/>
                  </a:lnTo>
                  <a:lnTo>
                    <a:pt x="1417501" y="1659058"/>
                  </a:lnTo>
                  <a:lnTo>
                    <a:pt x="1417487" y="1659035"/>
                  </a:lnTo>
                  <a:lnTo>
                    <a:pt x="1417481" y="1659030"/>
                  </a:lnTo>
                  <a:lnTo>
                    <a:pt x="1417465" y="1659018"/>
                  </a:lnTo>
                  <a:lnTo>
                    <a:pt x="1417447" y="1659009"/>
                  </a:lnTo>
                  <a:lnTo>
                    <a:pt x="1417439" y="1659006"/>
                  </a:lnTo>
                  <a:lnTo>
                    <a:pt x="1417429" y="1658991"/>
                  </a:lnTo>
                  <a:lnTo>
                    <a:pt x="1417422" y="1658981"/>
                  </a:lnTo>
                  <a:lnTo>
                    <a:pt x="1417414" y="1658971"/>
                  </a:lnTo>
                  <a:lnTo>
                    <a:pt x="1417411" y="1658966"/>
                  </a:lnTo>
                  <a:lnTo>
                    <a:pt x="1417410" y="1658958"/>
                  </a:lnTo>
                  <a:lnTo>
                    <a:pt x="1417417" y="1658947"/>
                  </a:lnTo>
                  <a:lnTo>
                    <a:pt x="1417420" y="1658940"/>
                  </a:lnTo>
                  <a:lnTo>
                    <a:pt x="1417417" y="1658933"/>
                  </a:lnTo>
                  <a:lnTo>
                    <a:pt x="1417399" y="1658911"/>
                  </a:lnTo>
                  <a:lnTo>
                    <a:pt x="1417375" y="1658884"/>
                  </a:lnTo>
                  <a:lnTo>
                    <a:pt x="1417371" y="1658872"/>
                  </a:lnTo>
                  <a:lnTo>
                    <a:pt x="1417377" y="1658863"/>
                  </a:lnTo>
                  <a:lnTo>
                    <a:pt x="1417384" y="1658857"/>
                  </a:lnTo>
                  <a:lnTo>
                    <a:pt x="1417395" y="1658846"/>
                  </a:lnTo>
                  <a:lnTo>
                    <a:pt x="1417405" y="1658835"/>
                  </a:lnTo>
                  <a:lnTo>
                    <a:pt x="1417414" y="1658825"/>
                  </a:lnTo>
                  <a:lnTo>
                    <a:pt x="1417427" y="1658805"/>
                  </a:lnTo>
                  <a:lnTo>
                    <a:pt x="1417431" y="1658798"/>
                  </a:lnTo>
                  <a:lnTo>
                    <a:pt x="1417433" y="1658788"/>
                  </a:lnTo>
                  <a:lnTo>
                    <a:pt x="1417435" y="1658782"/>
                  </a:lnTo>
                  <a:lnTo>
                    <a:pt x="1417443" y="1658777"/>
                  </a:lnTo>
                  <a:lnTo>
                    <a:pt x="1417453" y="1658771"/>
                  </a:lnTo>
                  <a:lnTo>
                    <a:pt x="1417459" y="1658769"/>
                  </a:lnTo>
                  <a:lnTo>
                    <a:pt x="1417460" y="1658761"/>
                  </a:lnTo>
                  <a:lnTo>
                    <a:pt x="1417461" y="1658754"/>
                  </a:lnTo>
                  <a:lnTo>
                    <a:pt x="1417459" y="1658747"/>
                  </a:lnTo>
                  <a:lnTo>
                    <a:pt x="1417458" y="1658738"/>
                  </a:lnTo>
                  <a:lnTo>
                    <a:pt x="1417452" y="1658727"/>
                  </a:lnTo>
                  <a:lnTo>
                    <a:pt x="1417449" y="1658715"/>
                  </a:lnTo>
                  <a:lnTo>
                    <a:pt x="1417449" y="1658705"/>
                  </a:lnTo>
                  <a:lnTo>
                    <a:pt x="1417450" y="1658697"/>
                  </a:lnTo>
                  <a:lnTo>
                    <a:pt x="1417455" y="1658685"/>
                  </a:lnTo>
                  <a:lnTo>
                    <a:pt x="1417462" y="1658672"/>
                  </a:lnTo>
                  <a:lnTo>
                    <a:pt x="1417467" y="1658661"/>
                  </a:lnTo>
                  <a:lnTo>
                    <a:pt x="1417469" y="1658643"/>
                  </a:lnTo>
                  <a:lnTo>
                    <a:pt x="1417463" y="1658638"/>
                  </a:lnTo>
                  <a:lnTo>
                    <a:pt x="1417453" y="1658630"/>
                  </a:lnTo>
                  <a:lnTo>
                    <a:pt x="1417445" y="1658626"/>
                  </a:lnTo>
                  <a:lnTo>
                    <a:pt x="1417419" y="1658591"/>
                  </a:lnTo>
                  <a:lnTo>
                    <a:pt x="1417405" y="1658575"/>
                  </a:lnTo>
                  <a:lnTo>
                    <a:pt x="1417388" y="1658566"/>
                  </a:lnTo>
                  <a:lnTo>
                    <a:pt x="1417385" y="1658555"/>
                  </a:lnTo>
                  <a:lnTo>
                    <a:pt x="1417386" y="1658544"/>
                  </a:lnTo>
                  <a:lnTo>
                    <a:pt x="1417400" y="1658527"/>
                  </a:lnTo>
                  <a:lnTo>
                    <a:pt x="1417407" y="1658517"/>
                  </a:lnTo>
                  <a:lnTo>
                    <a:pt x="1417414" y="1658506"/>
                  </a:lnTo>
                  <a:lnTo>
                    <a:pt x="1417420" y="1658497"/>
                  </a:lnTo>
                  <a:lnTo>
                    <a:pt x="1417427" y="1658485"/>
                  </a:lnTo>
                  <a:lnTo>
                    <a:pt x="1417431" y="1658474"/>
                  </a:lnTo>
                  <a:lnTo>
                    <a:pt x="1417440" y="1658458"/>
                  </a:lnTo>
                  <a:lnTo>
                    <a:pt x="1417450" y="1658439"/>
                  </a:lnTo>
                  <a:lnTo>
                    <a:pt x="1417457" y="1658429"/>
                  </a:lnTo>
                  <a:lnTo>
                    <a:pt x="1417465" y="1658413"/>
                  </a:lnTo>
                  <a:lnTo>
                    <a:pt x="1417455" y="1658407"/>
                  </a:lnTo>
                  <a:lnTo>
                    <a:pt x="1417436" y="1658398"/>
                  </a:lnTo>
                  <a:lnTo>
                    <a:pt x="1417422" y="1658389"/>
                  </a:lnTo>
                  <a:lnTo>
                    <a:pt x="1417415" y="1658389"/>
                  </a:lnTo>
                  <a:lnTo>
                    <a:pt x="1417387" y="1658405"/>
                  </a:lnTo>
                  <a:lnTo>
                    <a:pt x="1417377" y="1658409"/>
                  </a:lnTo>
                  <a:lnTo>
                    <a:pt x="1417371" y="1658408"/>
                  </a:lnTo>
                  <a:lnTo>
                    <a:pt x="1417360" y="1658395"/>
                  </a:lnTo>
                  <a:lnTo>
                    <a:pt x="1417351" y="1658385"/>
                  </a:lnTo>
                  <a:lnTo>
                    <a:pt x="1417343" y="1658375"/>
                  </a:lnTo>
                  <a:lnTo>
                    <a:pt x="1417344" y="1658363"/>
                  </a:lnTo>
                  <a:lnTo>
                    <a:pt x="1417345" y="1658345"/>
                  </a:lnTo>
                  <a:lnTo>
                    <a:pt x="1417345" y="1658325"/>
                  </a:lnTo>
                  <a:lnTo>
                    <a:pt x="1417343" y="1658302"/>
                  </a:lnTo>
                  <a:lnTo>
                    <a:pt x="1417341" y="1658291"/>
                  </a:lnTo>
                  <a:lnTo>
                    <a:pt x="1417334" y="1658283"/>
                  </a:lnTo>
                  <a:lnTo>
                    <a:pt x="1417324" y="1658274"/>
                  </a:lnTo>
                  <a:lnTo>
                    <a:pt x="1417314" y="1658266"/>
                  </a:lnTo>
                  <a:lnTo>
                    <a:pt x="1417305" y="1658263"/>
                  </a:lnTo>
                  <a:lnTo>
                    <a:pt x="1417289" y="1658256"/>
                  </a:lnTo>
                  <a:lnTo>
                    <a:pt x="1417276" y="1658251"/>
                  </a:lnTo>
                  <a:lnTo>
                    <a:pt x="1417263" y="1658246"/>
                  </a:lnTo>
                  <a:lnTo>
                    <a:pt x="1417256" y="1658241"/>
                  </a:lnTo>
                  <a:lnTo>
                    <a:pt x="1417246" y="1658230"/>
                  </a:lnTo>
                  <a:lnTo>
                    <a:pt x="1417234" y="1658217"/>
                  </a:lnTo>
                  <a:lnTo>
                    <a:pt x="1417220" y="1658200"/>
                  </a:lnTo>
                  <a:lnTo>
                    <a:pt x="1417215" y="1658196"/>
                  </a:lnTo>
                  <a:lnTo>
                    <a:pt x="1417204" y="1658179"/>
                  </a:lnTo>
                  <a:lnTo>
                    <a:pt x="1417198" y="1658169"/>
                  </a:lnTo>
                  <a:lnTo>
                    <a:pt x="1417192" y="1658165"/>
                  </a:lnTo>
                  <a:lnTo>
                    <a:pt x="1417185" y="1658163"/>
                  </a:lnTo>
                  <a:lnTo>
                    <a:pt x="1417173" y="1658160"/>
                  </a:lnTo>
                  <a:lnTo>
                    <a:pt x="1417168" y="1658157"/>
                  </a:lnTo>
                  <a:lnTo>
                    <a:pt x="1417163" y="1658149"/>
                  </a:lnTo>
                  <a:lnTo>
                    <a:pt x="1417155" y="1658138"/>
                  </a:lnTo>
                  <a:lnTo>
                    <a:pt x="1417148" y="1658128"/>
                  </a:lnTo>
                  <a:lnTo>
                    <a:pt x="1417140" y="1658120"/>
                  </a:lnTo>
                  <a:lnTo>
                    <a:pt x="1417134" y="1658117"/>
                  </a:lnTo>
                  <a:lnTo>
                    <a:pt x="1417149" y="1658108"/>
                  </a:lnTo>
                  <a:lnTo>
                    <a:pt x="1417160" y="1658099"/>
                  </a:lnTo>
                  <a:lnTo>
                    <a:pt x="1417167" y="1658094"/>
                  </a:lnTo>
                  <a:lnTo>
                    <a:pt x="1417182" y="1658085"/>
                  </a:lnTo>
                  <a:lnTo>
                    <a:pt x="1417194" y="1658073"/>
                  </a:lnTo>
                  <a:lnTo>
                    <a:pt x="1417205" y="1658059"/>
                  </a:lnTo>
                  <a:lnTo>
                    <a:pt x="1417209" y="1658044"/>
                  </a:lnTo>
                  <a:lnTo>
                    <a:pt x="1417210" y="1658035"/>
                  </a:lnTo>
                  <a:lnTo>
                    <a:pt x="1417205" y="1658021"/>
                  </a:lnTo>
                  <a:lnTo>
                    <a:pt x="1417202" y="1658006"/>
                  </a:lnTo>
                  <a:lnTo>
                    <a:pt x="1417198" y="1657983"/>
                  </a:lnTo>
                  <a:lnTo>
                    <a:pt x="1417222" y="1657967"/>
                  </a:lnTo>
                  <a:lnTo>
                    <a:pt x="1417238" y="1657949"/>
                  </a:lnTo>
                  <a:lnTo>
                    <a:pt x="1417245" y="1657925"/>
                  </a:lnTo>
                  <a:lnTo>
                    <a:pt x="1417255" y="1657897"/>
                  </a:lnTo>
                  <a:lnTo>
                    <a:pt x="1417266" y="1657886"/>
                  </a:lnTo>
                  <a:lnTo>
                    <a:pt x="1417271" y="1657881"/>
                  </a:lnTo>
                  <a:lnTo>
                    <a:pt x="1417279" y="1657874"/>
                  </a:lnTo>
                  <a:lnTo>
                    <a:pt x="1417290" y="1657863"/>
                  </a:lnTo>
                  <a:lnTo>
                    <a:pt x="1417301" y="1657851"/>
                  </a:lnTo>
                  <a:lnTo>
                    <a:pt x="1417305" y="1657846"/>
                  </a:lnTo>
                  <a:lnTo>
                    <a:pt x="1417309" y="1657839"/>
                  </a:lnTo>
                  <a:lnTo>
                    <a:pt x="1417313" y="1657826"/>
                  </a:lnTo>
                  <a:lnTo>
                    <a:pt x="1417317" y="1657807"/>
                  </a:lnTo>
                  <a:lnTo>
                    <a:pt x="1417321" y="1657791"/>
                  </a:lnTo>
                  <a:lnTo>
                    <a:pt x="1417329" y="1657761"/>
                  </a:lnTo>
                  <a:lnTo>
                    <a:pt x="1417336" y="1657736"/>
                  </a:lnTo>
                  <a:lnTo>
                    <a:pt x="1417336" y="1657724"/>
                  </a:lnTo>
                  <a:lnTo>
                    <a:pt x="1417333" y="1657715"/>
                  </a:lnTo>
                  <a:lnTo>
                    <a:pt x="1417330" y="1657710"/>
                  </a:lnTo>
                  <a:lnTo>
                    <a:pt x="1417327" y="1657704"/>
                  </a:lnTo>
                  <a:lnTo>
                    <a:pt x="1417321" y="1657681"/>
                  </a:lnTo>
                  <a:lnTo>
                    <a:pt x="1417316" y="1657655"/>
                  </a:lnTo>
                  <a:lnTo>
                    <a:pt x="1417315" y="1657634"/>
                  </a:lnTo>
                  <a:lnTo>
                    <a:pt x="1417315" y="1657610"/>
                  </a:lnTo>
                  <a:lnTo>
                    <a:pt x="1417317" y="1657592"/>
                  </a:lnTo>
                  <a:lnTo>
                    <a:pt x="1417316" y="1657563"/>
                  </a:lnTo>
                  <a:lnTo>
                    <a:pt x="1417318" y="1657554"/>
                  </a:lnTo>
                  <a:lnTo>
                    <a:pt x="1417318" y="1657542"/>
                  </a:lnTo>
                  <a:lnTo>
                    <a:pt x="1417315" y="1657532"/>
                  </a:lnTo>
                  <a:lnTo>
                    <a:pt x="1417311" y="1657520"/>
                  </a:lnTo>
                  <a:lnTo>
                    <a:pt x="1417298" y="1657502"/>
                  </a:lnTo>
                  <a:lnTo>
                    <a:pt x="1417284" y="1657487"/>
                  </a:lnTo>
                  <a:lnTo>
                    <a:pt x="1417271" y="1657473"/>
                  </a:lnTo>
                  <a:lnTo>
                    <a:pt x="1417256" y="1657459"/>
                  </a:lnTo>
                  <a:lnTo>
                    <a:pt x="1417246" y="1657452"/>
                  </a:lnTo>
                  <a:lnTo>
                    <a:pt x="1417228" y="1657425"/>
                  </a:lnTo>
                  <a:lnTo>
                    <a:pt x="1417221" y="1657411"/>
                  </a:lnTo>
                  <a:lnTo>
                    <a:pt x="1417211" y="1657391"/>
                  </a:lnTo>
                  <a:lnTo>
                    <a:pt x="1417205" y="1657377"/>
                  </a:lnTo>
                  <a:lnTo>
                    <a:pt x="1417192" y="1657367"/>
                  </a:lnTo>
                  <a:lnTo>
                    <a:pt x="1417180" y="1657352"/>
                  </a:lnTo>
                  <a:lnTo>
                    <a:pt x="1417179" y="1657344"/>
                  </a:lnTo>
                  <a:lnTo>
                    <a:pt x="1417180" y="1657329"/>
                  </a:lnTo>
                  <a:lnTo>
                    <a:pt x="1417177" y="1657313"/>
                  </a:lnTo>
                  <a:lnTo>
                    <a:pt x="1417175" y="1657299"/>
                  </a:lnTo>
                  <a:lnTo>
                    <a:pt x="1417174" y="1657291"/>
                  </a:lnTo>
                  <a:lnTo>
                    <a:pt x="1417178" y="1657268"/>
                  </a:lnTo>
                  <a:lnTo>
                    <a:pt x="1417181" y="1657251"/>
                  </a:lnTo>
                  <a:lnTo>
                    <a:pt x="1417182" y="1657240"/>
                  </a:lnTo>
                  <a:lnTo>
                    <a:pt x="1417183" y="1657234"/>
                  </a:lnTo>
                  <a:lnTo>
                    <a:pt x="1417197" y="1657221"/>
                  </a:lnTo>
                  <a:lnTo>
                    <a:pt x="1417207" y="1657214"/>
                  </a:lnTo>
                  <a:lnTo>
                    <a:pt x="1417215" y="1657206"/>
                  </a:lnTo>
                  <a:lnTo>
                    <a:pt x="1417221" y="1657200"/>
                  </a:lnTo>
                  <a:lnTo>
                    <a:pt x="1417229" y="1657194"/>
                  </a:lnTo>
                  <a:lnTo>
                    <a:pt x="1417241" y="1657188"/>
                  </a:lnTo>
                  <a:lnTo>
                    <a:pt x="1417255" y="1657182"/>
                  </a:lnTo>
                  <a:lnTo>
                    <a:pt x="1417270" y="1657176"/>
                  </a:lnTo>
                  <a:lnTo>
                    <a:pt x="1417280" y="1657171"/>
                  </a:lnTo>
                  <a:lnTo>
                    <a:pt x="1417288" y="1657168"/>
                  </a:lnTo>
                  <a:lnTo>
                    <a:pt x="1417292" y="1657165"/>
                  </a:lnTo>
                  <a:lnTo>
                    <a:pt x="1417298" y="1657161"/>
                  </a:lnTo>
                  <a:lnTo>
                    <a:pt x="1417303" y="1657156"/>
                  </a:lnTo>
                  <a:lnTo>
                    <a:pt x="1417312" y="1657149"/>
                  </a:lnTo>
                  <a:lnTo>
                    <a:pt x="1417318" y="1657142"/>
                  </a:lnTo>
                  <a:lnTo>
                    <a:pt x="1417322" y="1657138"/>
                  </a:lnTo>
                  <a:lnTo>
                    <a:pt x="1417325" y="1657134"/>
                  </a:lnTo>
                  <a:lnTo>
                    <a:pt x="1417342" y="1657115"/>
                  </a:lnTo>
                  <a:lnTo>
                    <a:pt x="1417365" y="1657101"/>
                  </a:lnTo>
                  <a:lnTo>
                    <a:pt x="1417390" y="1657092"/>
                  </a:lnTo>
                  <a:lnTo>
                    <a:pt x="1417422" y="1657080"/>
                  </a:lnTo>
                  <a:lnTo>
                    <a:pt x="1417442" y="1657079"/>
                  </a:lnTo>
                  <a:lnTo>
                    <a:pt x="1417457" y="1657076"/>
                  </a:lnTo>
                  <a:lnTo>
                    <a:pt x="1417467" y="1657072"/>
                  </a:lnTo>
                  <a:lnTo>
                    <a:pt x="1417472" y="1657063"/>
                  </a:lnTo>
                  <a:lnTo>
                    <a:pt x="1417474" y="1657055"/>
                  </a:lnTo>
                  <a:lnTo>
                    <a:pt x="1417479" y="1657038"/>
                  </a:lnTo>
                  <a:lnTo>
                    <a:pt x="1417482" y="1657033"/>
                  </a:lnTo>
                  <a:lnTo>
                    <a:pt x="1417489" y="1657026"/>
                  </a:lnTo>
                  <a:lnTo>
                    <a:pt x="1417497" y="1657023"/>
                  </a:lnTo>
                  <a:lnTo>
                    <a:pt x="1417506" y="1657021"/>
                  </a:lnTo>
                  <a:lnTo>
                    <a:pt x="1417523" y="1657016"/>
                  </a:lnTo>
                  <a:lnTo>
                    <a:pt x="1417537" y="1657010"/>
                  </a:lnTo>
                  <a:lnTo>
                    <a:pt x="1417548" y="1657004"/>
                  </a:lnTo>
                  <a:lnTo>
                    <a:pt x="1417558" y="1656995"/>
                  </a:lnTo>
                  <a:lnTo>
                    <a:pt x="1417568" y="1656985"/>
                  </a:lnTo>
                  <a:lnTo>
                    <a:pt x="1417585" y="1656970"/>
                  </a:lnTo>
                  <a:lnTo>
                    <a:pt x="1417599" y="1656957"/>
                  </a:lnTo>
                  <a:lnTo>
                    <a:pt x="1417610" y="1656947"/>
                  </a:lnTo>
                  <a:lnTo>
                    <a:pt x="1417622" y="1656934"/>
                  </a:lnTo>
                  <a:lnTo>
                    <a:pt x="1417631" y="1656924"/>
                  </a:lnTo>
                  <a:lnTo>
                    <a:pt x="1417639" y="1656913"/>
                  </a:lnTo>
                  <a:lnTo>
                    <a:pt x="1417644" y="1656907"/>
                  </a:lnTo>
                  <a:lnTo>
                    <a:pt x="1417650" y="1656901"/>
                  </a:lnTo>
                  <a:lnTo>
                    <a:pt x="1417656" y="1656897"/>
                  </a:lnTo>
                  <a:lnTo>
                    <a:pt x="1417664" y="1656891"/>
                  </a:lnTo>
                  <a:lnTo>
                    <a:pt x="1417669" y="1656889"/>
                  </a:lnTo>
                  <a:lnTo>
                    <a:pt x="1417674" y="1656888"/>
                  </a:lnTo>
                  <a:lnTo>
                    <a:pt x="1417680" y="1656887"/>
                  </a:lnTo>
                  <a:lnTo>
                    <a:pt x="1417685" y="1656888"/>
                  </a:lnTo>
                  <a:lnTo>
                    <a:pt x="1417694" y="1656891"/>
                  </a:lnTo>
                  <a:lnTo>
                    <a:pt x="1417701" y="1656892"/>
                  </a:lnTo>
                  <a:lnTo>
                    <a:pt x="1417706" y="1656892"/>
                  </a:lnTo>
                  <a:lnTo>
                    <a:pt x="1417714" y="1656892"/>
                  </a:lnTo>
                  <a:lnTo>
                    <a:pt x="1417724" y="1656889"/>
                  </a:lnTo>
                  <a:lnTo>
                    <a:pt x="1417732" y="1656886"/>
                  </a:lnTo>
                  <a:lnTo>
                    <a:pt x="1417742" y="1656879"/>
                  </a:lnTo>
                  <a:lnTo>
                    <a:pt x="1417760" y="1656869"/>
                  </a:lnTo>
                  <a:lnTo>
                    <a:pt x="1417771" y="1656863"/>
                  </a:lnTo>
                  <a:lnTo>
                    <a:pt x="1417780" y="1656857"/>
                  </a:lnTo>
                  <a:lnTo>
                    <a:pt x="1417785" y="1656855"/>
                  </a:lnTo>
                  <a:lnTo>
                    <a:pt x="1417789" y="1656853"/>
                  </a:lnTo>
                  <a:lnTo>
                    <a:pt x="1417796" y="1656847"/>
                  </a:lnTo>
                  <a:lnTo>
                    <a:pt x="1417799" y="1656841"/>
                  </a:lnTo>
                  <a:lnTo>
                    <a:pt x="1417801" y="1656836"/>
                  </a:lnTo>
                  <a:lnTo>
                    <a:pt x="1417804" y="1656827"/>
                  </a:lnTo>
                  <a:lnTo>
                    <a:pt x="1417807" y="1656816"/>
                  </a:lnTo>
                  <a:lnTo>
                    <a:pt x="1417810" y="1656793"/>
                  </a:lnTo>
                  <a:lnTo>
                    <a:pt x="1417813" y="1656774"/>
                  </a:lnTo>
                  <a:lnTo>
                    <a:pt x="1417817" y="1656743"/>
                  </a:lnTo>
                  <a:lnTo>
                    <a:pt x="1417822" y="1656719"/>
                  </a:lnTo>
                  <a:lnTo>
                    <a:pt x="1417825" y="1656702"/>
                  </a:lnTo>
                  <a:lnTo>
                    <a:pt x="1417826" y="1656692"/>
                  </a:lnTo>
                  <a:lnTo>
                    <a:pt x="1417830" y="1656686"/>
                  </a:lnTo>
                  <a:lnTo>
                    <a:pt x="1417835" y="1656680"/>
                  </a:lnTo>
                  <a:lnTo>
                    <a:pt x="1417843" y="1656671"/>
                  </a:lnTo>
                  <a:lnTo>
                    <a:pt x="1417851" y="1656663"/>
                  </a:lnTo>
                  <a:lnTo>
                    <a:pt x="1417855" y="1656657"/>
                  </a:lnTo>
                  <a:lnTo>
                    <a:pt x="1417857" y="1656650"/>
                  </a:lnTo>
                  <a:lnTo>
                    <a:pt x="1417861" y="1656638"/>
                  </a:lnTo>
                  <a:lnTo>
                    <a:pt x="1417865" y="1656622"/>
                  </a:lnTo>
                  <a:lnTo>
                    <a:pt x="1417867" y="1656611"/>
                  </a:lnTo>
                  <a:lnTo>
                    <a:pt x="1417867" y="1656599"/>
                  </a:lnTo>
                  <a:lnTo>
                    <a:pt x="1417866" y="1656582"/>
                  </a:lnTo>
                  <a:lnTo>
                    <a:pt x="1417865" y="1656574"/>
                  </a:lnTo>
                  <a:lnTo>
                    <a:pt x="1417861" y="1656560"/>
                  </a:lnTo>
                  <a:lnTo>
                    <a:pt x="1417857" y="1656552"/>
                  </a:lnTo>
                  <a:lnTo>
                    <a:pt x="1417852" y="1656546"/>
                  </a:lnTo>
                  <a:lnTo>
                    <a:pt x="1417846" y="1656539"/>
                  </a:lnTo>
                  <a:lnTo>
                    <a:pt x="1417838" y="1656529"/>
                  </a:lnTo>
                  <a:lnTo>
                    <a:pt x="1417830" y="1656519"/>
                  </a:lnTo>
                  <a:lnTo>
                    <a:pt x="1417820" y="1656512"/>
                  </a:lnTo>
                  <a:lnTo>
                    <a:pt x="1417809" y="1656506"/>
                  </a:lnTo>
                  <a:lnTo>
                    <a:pt x="1417797" y="1656497"/>
                  </a:lnTo>
                  <a:lnTo>
                    <a:pt x="1417784" y="1656488"/>
                  </a:lnTo>
                  <a:lnTo>
                    <a:pt x="1417781" y="1656479"/>
                  </a:lnTo>
                  <a:lnTo>
                    <a:pt x="1417782" y="1656461"/>
                  </a:lnTo>
                  <a:lnTo>
                    <a:pt x="1417782" y="1656452"/>
                  </a:lnTo>
                  <a:lnTo>
                    <a:pt x="1417787" y="1656444"/>
                  </a:lnTo>
                  <a:lnTo>
                    <a:pt x="1417798" y="1656432"/>
                  </a:lnTo>
                  <a:lnTo>
                    <a:pt x="1417806" y="1656427"/>
                  </a:lnTo>
                  <a:lnTo>
                    <a:pt x="1417812" y="1656423"/>
                  </a:lnTo>
                  <a:lnTo>
                    <a:pt x="1417819" y="1656414"/>
                  </a:lnTo>
                  <a:lnTo>
                    <a:pt x="1417822" y="1656400"/>
                  </a:lnTo>
                  <a:lnTo>
                    <a:pt x="1417824" y="1656388"/>
                  </a:lnTo>
                  <a:lnTo>
                    <a:pt x="1417824" y="1656374"/>
                  </a:lnTo>
                  <a:lnTo>
                    <a:pt x="1417823" y="1656358"/>
                  </a:lnTo>
                  <a:lnTo>
                    <a:pt x="1417819" y="1656344"/>
                  </a:lnTo>
                  <a:lnTo>
                    <a:pt x="1417815" y="1656334"/>
                  </a:lnTo>
                  <a:lnTo>
                    <a:pt x="1417812" y="1656327"/>
                  </a:lnTo>
                  <a:lnTo>
                    <a:pt x="1417806" y="1656320"/>
                  </a:lnTo>
                  <a:lnTo>
                    <a:pt x="1417799" y="1656312"/>
                  </a:lnTo>
                  <a:lnTo>
                    <a:pt x="1417792" y="1656306"/>
                  </a:lnTo>
                  <a:lnTo>
                    <a:pt x="1417787" y="1656303"/>
                  </a:lnTo>
                  <a:lnTo>
                    <a:pt x="1417782" y="1656298"/>
                  </a:lnTo>
                  <a:lnTo>
                    <a:pt x="1417777" y="1656290"/>
                  </a:lnTo>
                  <a:lnTo>
                    <a:pt x="1417773" y="1656280"/>
                  </a:lnTo>
                  <a:lnTo>
                    <a:pt x="1417771" y="1656270"/>
                  </a:lnTo>
                  <a:lnTo>
                    <a:pt x="1417769" y="1656263"/>
                  </a:lnTo>
                  <a:lnTo>
                    <a:pt x="1417768" y="1656253"/>
                  </a:lnTo>
                  <a:lnTo>
                    <a:pt x="1417770" y="1656240"/>
                  </a:lnTo>
                  <a:lnTo>
                    <a:pt x="1417773" y="1656220"/>
                  </a:lnTo>
                  <a:lnTo>
                    <a:pt x="1417777" y="1656188"/>
                  </a:lnTo>
                  <a:lnTo>
                    <a:pt x="1417776" y="1656181"/>
                  </a:lnTo>
                  <a:lnTo>
                    <a:pt x="1417771" y="1656174"/>
                  </a:lnTo>
                  <a:lnTo>
                    <a:pt x="1417762" y="1656164"/>
                  </a:lnTo>
                  <a:lnTo>
                    <a:pt x="1417748" y="1656158"/>
                  </a:lnTo>
                  <a:lnTo>
                    <a:pt x="1417738" y="1656158"/>
                  </a:lnTo>
                  <a:lnTo>
                    <a:pt x="1417724" y="1656158"/>
                  </a:lnTo>
                  <a:lnTo>
                    <a:pt x="1417710" y="1656159"/>
                  </a:lnTo>
                  <a:lnTo>
                    <a:pt x="1417684" y="1656164"/>
                  </a:lnTo>
                  <a:lnTo>
                    <a:pt x="1417656" y="1656169"/>
                  </a:lnTo>
                  <a:lnTo>
                    <a:pt x="1417641" y="1656171"/>
                  </a:lnTo>
                  <a:lnTo>
                    <a:pt x="1417625" y="1656170"/>
                  </a:lnTo>
                  <a:lnTo>
                    <a:pt x="1417611" y="1656168"/>
                  </a:lnTo>
                  <a:lnTo>
                    <a:pt x="1417597" y="1656163"/>
                  </a:lnTo>
                  <a:lnTo>
                    <a:pt x="1417586" y="1656157"/>
                  </a:lnTo>
                  <a:lnTo>
                    <a:pt x="1417574" y="1656149"/>
                  </a:lnTo>
                  <a:lnTo>
                    <a:pt x="1417563" y="1656139"/>
                  </a:lnTo>
                  <a:lnTo>
                    <a:pt x="1417555" y="1656126"/>
                  </a:lnTo>
                  <a:lnTo>
                    <a:pt x="1417548" y="1656110"/>
                  </a:lnTo>
                  <a:lnTo>
                    <a:pt x="1417542" y="1656093"/>
                  </a:lnTo>
                  <a:lnTo>
                    <a:pt x="1417538" y="1656077"/>
                  </a:lnTo>
                  <a:lnTo>
                    <a:pt x="1417533" y="1656060"/>
                  </a:lnTo>
                  <a:lnTo>
                    <a:pt x="1417525" y="1656042"/>
                  </a:lnTo>
                  <a:lnTo>
                    <a:pt x="1417517" y="1656026"/>
                  </a:lnTo>
                  <a:lnTo>
                    <a:pt x="1417507" y="1656009"/>
                  </a:lnTo>
                  <a:lnTo>
                    <a:pt x="1417496" y="1655987"/>
                  </a:lnTo>
                  <a:lnTo>
                    <a:pt x="1417492" y="1655975"/>
                  </a:lnTo>
                  <a:lnTo>
                    <a:pt x="1417487" y="1655966"/>
                  </a:lnTo>
                  <a:lnTo>
                    <a:pt x="1417481" y="1655959"/>
                  </a:lnTo>
                  <a:lnTo>
                    <a:pt x="1417477" y="1655953"/>
                  </a:lnTo>
                  <a:lnTo>
                    <a:pt x="1417470" y="1655946"/>
                  </a:lnTo>
                  <a:lnTo>
                    <a:pt x="1417458" y="1655937"/>
                  </a:lnTo>
                  <a:lnTo>
                    <a:pt x="1417443" y="1655932"/>
                  </a:lnTo>
                  <a:lnTo>
                    <a:pt x="1417430" y="1655927"/>
                  </a:lnTo>
                  <a:lnTo>
                    <a:pt x="1417415" y="1655920"/>
                  </a:lnTo>
                  <a:lnTo>
                    <a:pt x="1417401" y="1655915"/>
                  </a:lnTo>
                  <a:lnTo>
                    <a:pt x="1417394" y="1655908"/>
                  </a:lnTo>
                  <a:lnTo>
                    <a:pt x="1417391" y="1655900"/>
                  </a:lnTo>
                  <a:lnTo>
                    <a:pt x="1417389" y="1655886"/>
                  </a:lnTo>
                  <a:lnTo>
                    <a:pt x="1417387" y="1655874"/>
                  </a:lnTo>
                  <a:lnTo>
                    <a:pt x="1417384" y="1655870"/>
                  </a:lnTo>
                  <a:lnTo>
                    <a:pt x="1417378" y="1655864"/>
                  </a:lnTo>
                  <a:lnTo>
                    <a:pt x="1417347" y="1655844"/>
                  </a:lnTo>
                  <a:lnTo>
                    <a:pt x="1417336" y="1655837"/>
                  </a:lnTo>
                  <a:lnTo>
                    <a:pt x="1417331" y="1655836"/>
                  </a:lnTo>
                  <a:lnTo>
                    <a:pt x="1417310" y="1655839"/>
                  </a:lnTo>
                  <a:lnTo>
                    <a:pt x="1417301" y="1655838"/>
                  </a:lnTo>
                  <a:lnTo>
                    <a:pt x="1417286" y="1655834"/>
                  </a:lnTo>
                  <a:lnTo>
                    <a:pt x="1417265" y="1655823"/>
                  </a:lnTo>
                  <a:lnTo>
                    <a:pt x="1417240" y="1655815"/>
                  </a:lnTo>
                  <a:lnTo>
                    <a:pt x="1417222" y="1655807"/>
                  </a:lnTo>
                  <a:lnTo>
                    <a:pt x="1417196" y="1655789"/>
                  </a:lnTo>
                  <a:lnTo>
                    <a:pt x="1417171" y="1655778"/>
                  </a:lnTo>
                  <a:lnTo>
                    <a:pt x="1417150" y="1655766"/>
                  </a:lnTo>
                  <a:lnTo>
                    <a:pt x="1417129" y="1655758"/>
                  </a:lnTo>
                  <a:lnTo>
                    <a:pt x="1417110" y="1655753"/>
                  </a:lnTo>
                  <a:lnTo>
                    <a:pt x="1417100" y="1655747"/>
                  </a:lnTo>
                  <a:lnTo>
                    <a:pt x="1417084" y="1655743"/>
                  </a:lnTo>
                  <a:lnTo>
                    <a:pt x="1417067" y="1655753"/>
                  </a:lnTo>
                  <a:lnTo>
                    <a:pt x="1417042" y="1655776"/>
                  </a:lnTo>
                  <a:lnTo>
                    <a:pt x="1417030" y="1655785"/>
                  </a:lnTo>
                  <a:lnTo>
                    <a:pt x="1417012" y="1655791"/>
                  </a:lnTo>
                  <a:lnTo>
                    <a:pt x="1416999" y="1655793"/>
                  </a:lnTo>
                  <a:lnTo>
                    <a:pt x="1416989" y="1655794"/>
                  </a:lnTo>
                  <a:lnTo>
                    <a:pt x="1416978" y="1655793"/>
                  </a:lnTo>
                  <a:lnTo>
                    <a:pt x="1416967" y="1655792"/>
                  </a:lnTo>
                  <a:lnTo>
                    <a:pt x="1416953" y="1655788"/>
                  </a:lnTo>
                  <a:lnTo>
                    <a:pt x="1416946" y="1655786"/>
                  </a:lnTo>
                  <a:lnTo>
                    <a:pt x="1416942" y="1655783"/>
                  </a:lnTo>
                  <a:lnTo>
                    <a:pt x="1416926" y="1655780"/>
                  </a:lnTo>
                  <a:lnTo>
                    <a:pt x="1416908" y="1655775"/>
                  </a:lnTo>
                  <a:lnTo>
                    <a:pt x="1416888" y="1655769"/>
                  </a:lnTo>
                  <a:lnTo>
                    <a:pt x="1416870" y="1655763"/>
                  </a:lnTo>
                  <a:lnTo>
                    <a:pt x="1416859" y="1655759"/>
                  </a:lnTo>
                  <a:lnTo>
                    <a:pt x="1416853" y="1655756"/>
                  </a:lnTo>
                  <a:lnTo>
                    <a:pt x="1416845" y="1655749"/>
                  </a:lnTo>
                  <a:lnTo>
                    <a:pt x="1416835" y="1655736"/>
                  </a:lnTo>
                  <a:lnTo>
                    <a:pt x="1416825" y="1655722"/>
                  </a:lnTo>
                  <a:lnTo>
                    <a:pt x="1416802" y="1655686"/>
                  </a:lnTo>
                  <a:lnTo>
                    <a:pt x="1416786" y="1655664"/>
                  </a:lnTo>
                  <a:lnTo>
                    <a:pt x="1416779" y="1655660"/>
                  </a:lnTo>
                  <a:lnTo>
                    <a:pt x="1416757" y="1655651"/>
                  </a:lnTo>
                  <a:lnTo>
                    <a:pt x="1416740" y="1655643"/>
                  </a:lnTo>
                  <a:lnTo>
                    <a:pt x="1416724" y="1655637"/>
                  </a:lnTo>
                  <a:lnTo>
                    <a:pt x="1416711" y="1655633"/>
                  </a:lnTo>
                  <a:lnTo>
                    <a:pt x="1416700" y="1655629"/>
                  </a:lnTo>
                  <a:lnTo>
                    <a:pt x="1416694" y="1655624"/>
                  </a:lnTo>
                  <a:lnTo>
                    <a:pt x="1416680" y="1655610"/>
                  </a:lnTo>
                  <a:lnTo>
                    <a:pt x="1416665" y="1655593"/>
                  </a:lnTo>
                  <a:lnTo>
                    <a:pt x="1416650" y="1655576"/>
                  </a:lnTo>
                  <a:lnTo>
                    <a:pt x="1416641" y="1655565"/>
                  </a:lnTo>
                  <a:lnTo>
                    <a:pt x="1416631" y="1655553"/>
                  </a:lnTo>
                  <a:lnTo>
                    <a:pt x="1416622" y="1655551"/>
                  </a:lnTo>
                  <a:lnTo>
                    <a:pt x="1416615" y="1655549"/>
                  </a:lnTo>
                  <a:lnTo>
                    <a:pt x="1416611" y="1655545"/>
                  </a:lnTo>
                  <a:lnTo>
                    <a:pt x="1416605" y="1655528"/>
                  </a:lnTo>
                  <a:lnTo>
                    <a:pt x="1416603" y="1655517"/>
                  </a:lnTo>
                  <a:lnTo>
                    <a:pt x="1416602" y="1655508"/>
                  </a:lnTo>
                  <a:lnTo>
                    <a:pt x="1416605" y="1655488"/>
                  </a:lnTo>
                  <a:lnTo>
                    <a:pt x="1416607" y="1655476"/>
                  </a:lnTo>
                  <a:lnTo>
                    <a:pt x="1416608" y="1655464"/>
                  </a:lnTo>
                  <a:lnTo>
                    <a:pt x="1416612" y="1655451"/>
                  </a:lnTo>
                  <a:lnTo>
                    <a:pt x="1416615" y="1655443"/>
                  </a:lnTo>
                  <a:lnTo>
                    <a:pt x="1416620" y="1655430"/>
                  </a:lnTo>
                  <a:lnTo>
                    <a:pt x="1416630" y="1655415"/>
                  </a:lnTo>
                  <a:lnTo>
                    <a:pt x="1416634" y="1655407"/>
                  </a:lnTo>
                  <a:lnTo>
                    <a:pt x="1416640" y="1655400"/>
                  </a:lnTo>
                  <a:lnTo>
                    <a:pt x="1416651" y="1655387"/>
                  </a:lnTo>
                  <a:lnTo>
                    <a:pt x="1416663" y="1655373"/>
                  </a:lnTo>
                  <a:lnTo>
                    <a:pt x="1416676" y="1655356"/>
                  </a:lnTo>
                  <a:lnTo>
                    <a:pt x="1416680" y="1655349"/>
                  </a:lnTo>
                  <a:lnTo>
                    <a:pt x="1416672" y="1655337"/>
                  </a:lnTo>
                  <a:lnTo>
                    <a:pt x="1416665" y="1655322"/>
                  </a:lnTo>
                  <a:lnTo>
                    <a:pt x="1416658" y="1655311"/>
                  </a:lnTo>
                  <a:lnTo>
                    <a:pt x="1416652" y="1655299"/>
                  </a:lnTo>
                  <a:lnTo>
                    <a:pt x="1416649" y="1655283"/>
                  </a:lnTo>
                  <a:lnTo>
                    <a:pt x="1416644" y="1655266"/>
                  </a:lnTo>
                  <a:lnTo>
                    <a:pt x="1416640" y="1655257"/>
                  </a:lnTo>
                  <a:lnTo>
                    <a:pt x="1416636" y="1655250"/>
                  </a:lnTo>
                  <a:lnTo>
                    <a:pt x="1416625" y="1655236"/>
                  </a:lnTo>
                  <a:lnTo>
                    <a:pt x="1416620" y="1655230"/>
                  </a:lnTo>
                  <a:lnTo>
                    <a:pt x="1416606" y="1655199"/>
                  </a:lnTo>
                  <a:lnTo>
                    <a:pt x="1416592" y="1655175"/>
                  </a:lnTo>
                  <a:lnTo>
                    <a:pt x="1416575" y="1655141"/>
                  </a:lnTo>
                  <a:lnTo>
                    <a:pt x="1416574" y="1655126"/>
                  </a:lnTo>
                  <a:lnTo>
                    <a:pt x="1416565" y="1655088"/>
                  </a:lnTo>
                  <a:lnTo>
                    <a:pt x="1416549" y="1655067"/>
                  </a:lnTo>
                  <a:lnTo>
                    <a:pt x="1416535" y="1655045"/>
                  </a:lnTo>
                  <a:lnTo>
                    <a:pt x="1416533" y="1655037"/>
                  </a:lnTo>
                  <a:lnTo>
                    <a:pt x="1416529" y="1655030"/>
                  </a:lnTo>
                  <a:lnTo>
                    <a:pt x="1416524" y="1655025"/>
                  </a:lnTo>
                  <a:lnTo>
                    <a:pt x="1416517" y="1655021"/>
                  </a:lnTo>
                  <a:lnTo>
                    <a:pt x="1416504" y="1655012"/>
                  </a:lnTo>
                  <a:lnTo>
                    <a:pt x="1416488" y="1654995"/>
                  </a:lnTo>
                  <a:lnTo>
                    <a:pt x="1416484" y="1654990"/>
                  </a:lnTo>
                  <a:lnTo>
                    <a:pt x="1416477" y="1654967"/>
                  </a:lnTo>
                  <a:lnTo>
                    <a:pt x="1416472" y="1654962"/>
                  </a:lnTo>
                  <a:lnTo>
                    <a:pt x="1416468" y="1654958"/>
                  </a:lnTo>
                  <a:lnTo>
                    <a:pt x="1416445" y="1654946"/>
                  </a:lnTo>
                  <a:lnTo>
                    <a:pt x="1416437" y="1654940"/>
                  </a:lnTo>
                  <a:lnTo>
                    <a:pt x="1416426" y="1654926"/>
                  </a:lnTo>
                  <a:lnTo>
                    <a:pt x="1416420" y="1654914"/>
                  </a:lnTo>
                  <a:lnTo>
                    <a:pt x="1416415" y="1654905"/>
                  </a:lnTo>
                  <a:lnTo>
                    <a:pt x="1416403" y="1654891"/>
                  </a:lnTo>
                  <a:lnTo>
                    <a:pt x="1416399" y="1654887"/>
                  </a:lnTo>
                  <a:lnTo>
                    <a:pt x="1416394" y="1654883"/>
                  </a:lnTo>
                  <a:lnTo>
                    <a:pt x="1416383" y="1654874"/>
                  </a:lnTo>
                  <a:lnTo>
                    <a:pt x="1416372" y="1654866"/>
                  </a:lnTo>
                  <a:lnTo>
                    <a:pt x="1416363" y="1654857"/>
                  </a:lnTo>
                  <a:lnTo>
                    <a:pt x="1416351" y="1654847"/>
                  </a:lnTo>
                  <a:lnTo>
                    <a:pt x="1416343" y="1654840"/>
                  </a:lnTo>
                  <a:lnTo>
                    <a:pt x="1416329" y="1654830"/>
                  </a:lnTo>
                  <a:lnTo>
                    <a:pt x="1416321" y="1654825"/>
                  </a:lnTo>
                  <a:lnTo>
                    <a:pt x="1416298" y="1654824"/>
                  </a:lnTo>
                  <a:lnTo>
                    <a:pt x="1416288" y="1654819"/>
                  </a:lnTo>
                  <a:lnTo>
                    <a:pt x="1416281" y="1654818"/>
                  </a:lnTo>
                  <a:lnTo>
                    <a:pt x="1416270" y="1654819"/>
                  </a:lnTo>
                  <a:lnTo>
                    <a:pt x="1416260" y="1654819"/>
                  </a:lnTo>
                  <a:lnTo>
                    <a:pt x="1416240" y="1654822"/>
                  </a:lnTo>
                  <a:lnTo>
                    <a:pt x="1416221" y="1654828"/>
                  </a:lnTo>
                  <a:lnTo>
                    <a:pt x="1416211" y="1654831"/>
                  </a:lnTo>
                  <a:lnTo>
                    <a:pt x="1416193" y="1654835"/>
                  </a:lnTo>
                  <a:lnTo>
                    <a:pt x="1416177" y="1654837"/>
                  </a:lnTo>
                  <a:lnTo>
                    <a:pt x="1416156" y="1654839"/>
                  </a:lnTo>
                  <a:lnTo>
                    <a:pt x="1416141" y="1654838"/>
                  </a:lnTo>
                  <a:lnTo>
                    <a:pt x="1416118" y="1654836"/>
                  </a:lnTo>
                  <a:lnTo>
                    <a:pt x="1416109" y="1654834"/>
                  </a:lnTo>
                  <a:lnTo>
                    <a:pt x="1416096" y="1654829"/>
                  </a:lnTo>
                  <a:lnTo>
                    <a:pt x="1416082" y="1654820"/>
                  </a:lnTo>
                  <a:lnTo>
                    <a:pt x="1416067" y="1654811"/>
                  </a:lnTo>
                  <a:lnTo>
                    <a:pt x="1416056" y="1654804"/>
                  </a:lnTo>
                  <a:lnTo>
                    <a:pt x="1416044" y="1654797"/>
                  </a:lnTo>
                  <a:lnTo>
                    <a:pt x="1416036" y="1654790"/>
                  </a:lnTo>
                  <a:lnTo>
                    <a:pt x="1416023" y="1654779"/>
                  </a:lnTo>
                  <a:lnTo>
                    <a:pt x="1416015" y="1654769"/>
                  </a:lnTo>
                  <a:lnTo>
                    <a:pt x="1416007" y="1654759"/>
                  </a:lnTo>
                  <a:lnTo>
                    <a:pt x="1415999" y="1654753"/>
                  </a:lnTo>
                  <a:lnTo>
                    <a:pt x="1415983" y="1654750"/>
                  </a:lnTo>
                  <a:lnTo>
                    <a:pt x="1415967" y="1654747"/>
                  </a:lnTo>
                  <a:lnTo>
                    <a:pt x="1415949" y="1654745"/>
                  </a:lnTo>
                  <a:lnTo>
                    <a:pt x="1415926" y="1654745"/>
                  </a:lnTo>
                  <a:lnTo>
                    <a:pt x="1415889" y="1654733"/>
                  </a:lnTo>
                  <a:lnTo>
                    <a:pt x="1415882" y="1654730"/>
                  </a:lnTo>
                  <a:lnTo>
                    <a:pt x="1415874" y="1654726"/>
                  </a:lnTo>
                  <a:lnTo>
                    <a:pt x="1415861" y="1654719"/>
                  </a:lnTo>
                  <a:lnTo>
                    <a:pt x="1415850" y="1654711"/>
                  </a:lnTo>
                  <a:lnTo>
                    <a:pt x="1415829" y="1654696"/>
                  </a:lnTo>
                  <a:lnTo>
                    <a:pt x="1415814" y="1654685"/>
                  </a:lnTo>
                  <a:lnTo>
                    <a:pt x="1415801" y="1654676"/>
                  </a:lnTo>
                  <a:lnTo>
                    <a:pt x="1415792" y="1654670"/>
                  </a:lnTo>
                  <a:lnTo>
                    <a:pt x="1415776" y="1654657"/>
                  </a:lnTo>
                  <a:lnTo>
                    <a:pt x="1415768" y="1654649"/>
                  </a:lnTo>
                  <a:lnTo>
                    <a:pt x="1415752" y="1654659"/>
                  </a:lnTo>
                  <a:lnTo>
                    <a:pt x="1415744" y="1654661"/>
                  </a:lnTo>
                  <a:lnTo>
                    <a:pt x="1415737" y="1654660"/>
                  </a:lnTo>
                  <a:lnTo>
                    <a:pt x="1415727" y="1654656"/>
                  </a:lnTo>
                  <a:lnTo>
                    <a:pt x="1415713" y="1654647"/>
                  </a:lnTo>
                  <a:lnTo>
                    <a:pt x="1415707" y="1654643"/>
                  </a:lnTo>
                  <a:lnTo>
                    <a:pt x="1415688" y="1654639"/>
                  </a:lnTo>
                  <a:lnTo>
                    <a:pt x="1415681" y="1654638"/>
                  </a:lnTo>
                  <a:lnTo>
                    <a:pt x="1415662" y="1654640"/>
                  </a:lnTo>
                  <a:lnTo>
                    <a:pt x="1415654" y="1654641"/>
                  </a:lnTo>
                  <a:lnTo>
                    <a:pt x="1415635" y="1654646"/>
                  </a:lnTo>
                  <a:lnTo>
                    <a:pt x="1415607" y="1654653"/>
                  </a:lnTo>
                  <a:lnTo>
                    <a:pt x="1415599" y="1654654"/>
                  </a:lnTo>
                  <a:lnTo>
                    <a:pt x="1415588" y="1654648"/>
                  </a:lnTo>
                  <a:lnTo>
                    <a:pt x="1415572" y="1654640"/>
                  </a:lnTo>
                  <a:lnTo>
                    <a:pt x="1415559" y="1654634"/>
                  </a:lnTo>
                  <a:lnTo>
                    <a:pt x="1415549" y="1654633"/>
                  </a:lnTo>
                  <a:lnTo>
                    <a:pt x="1415540" y="1654636"/>
                  </a:lnTo>
                  <a:lnTo>
                    <a:pt x="1415535" y="1654639"/>
                  </a:lnTo>
                  <a:lnTo>
                    <a:pt x="1415524" y="1654647"/>
                  </a:lnTo>
                  <a:lnTo>
                    <a:pt x="1415510" y="1654655"/>
                  </a:lnTo>
                  <a:lnTo>
                    <a:pt x="1415502" y="1654658"/>
                  </a:lnTo>
                  <a:lnTo>
                    <a:pt x="1415484" y="1654662"/>
                  </a:lnTo>
                  <a:lnTo>
                    <a:pt x="1415462" y="1654665"/>
                  </a:lnTo>
                  <a:lnTo>
                    <a:pt x="1415450" y="1654667"/>
                  </a:lnTo>
                  <a:lnTo>
                    <a:pt x="1415439" y="1654663"/>
                  </a:lnTo>
                  <a:lnTo>
                    <a:pt x="1415429" y="1654658"/>
                  </a:lnTo>
                  <a:lnTo>
                    <a:pt x="1415411" y="1654645"/>
                  </a:lnTo>
                  <a:lnTo>
                    <a:pt x="1415401" y="1654635"/>
                  </a:lnTo>
                  <a:lnTo>
                    <a:pt x="1415396" y="1654628"/>
                  </a:lnTo>
                  <a:lnTo>
                    <a:pt x="1415387" y="1654613"/>
                  </a:lnTo>
                  <a:lnTo>
                    <a:pt x="1415377" y="1654590"/>
                  </a:lnTo>
                  <a:lnTo>
                    <a:pt x="1415362" y="1654550"/>
                  </a:lnTo>
                  <a:lnTo>
                    <a:pt x="1415353" y="1654533"/>
                  </a:lnTo>
                  <a:lnTo>
                    <a:pt x="1415348" y="1654526"/>
                  </a:lnTo>
                  <a:lnTo>
                    <a:pt x="1415340" y="1654517"/>
                  </a:lnTo>
                  <a:lnTo>
                    <a:pt x="1415328" y="1654505"/>
                  </a:lnTo>
                  <a:lnTo>
                    <a:pt x="1415323" y="1654500"/>
                  </a:lnTo>
                  <a:lnTo>
                    <a:pt x="1415318" y="1654494"/>
                  </a:lnTo>
                  <a:lnTo>
                    <a:pt x="1415308" y="1654489"/>
                  </a:lnTo>
                  <a:lnTo>
                    <a:pt x="1415295" y="1654485"/>
                  </a:lnTo>
                  <a:lnTo>
                    <a:pt x="1415278" y="1654482"/>
                  </a:lnTo>
                  <a:lnTo>
                    <a:pt x="1415264" y="1654482"/>
                  </a:lnTo>
                  <a:lnTo>
                    <a:pt x="1415249" y="1654482"/>
                  </a:lnTo>
                  <a:lnTo>
                    <a:pt x="1415238" y="1654481"/>
                  </a:lnTo>
                  <a:lnTo>
                    <a:pt x="1415229" y="1654477"/>
                  </a:lnTo>
                  <a:lnTo>
                    <a:pt x="1415196" y="1654462"/>
                  </a:lnTo>
                  <a:lnTo>
                    <a:pt x="1415184" y="1654458"/>
                  </a:lnTo>
                  <a:lnTo>
                    <a:pt x="1415199" y="1654411"/>
                  </a:lnTo>
                  <a:lnTo>
                    <a:pt x="1415203" y="1654391"/>
                  </a:lnTo>
                  <a:lnTo>
                    <a:pt x="1415218" y="1654308"/>
                  </a:lnTo>
                  <a:lnTo>
                    <a:pt x="1415217" y="1654302"/>
                  </a:lnTo>
                  <a:lnTo>
                    <a:pt x="1415210" y="1654290"/>
                  </a:lnTo>
                  <a:lnTo>
                    <a:pt x="1415199" y="1654278"/>
                  </a:lnTo>
                  <a:lnTo>
                    <a:pt x="1415189" y="1654271"/>
                  </a:lnTo>
                  <a:lnTo>
                    <a:pt x="1415162" y="1654264"/>
                  </a:lnTo>
                  <a:lnTo>
                    <a:pt x="1415156" y="1654260"/>
                  </a:lnTo>
                  <a:lnTo>
                    <a:pt x="1415138" y="1654240"/>
                  </a:lnTo>
                  <a:lnTo>
                    <a:pt x="1415134" y="1654237"/>
                  </a:lnTo>
                  <a:lnTo>
                    <a:pt x="1415129" y="1654233"/>
                  </a:lnTo>
                  <a:lnTo>
                    <a:pt x="1415111" y="1654227"/>
                  </a:lnTo>
                  <a:lnTo>
                    <a:pt x="1415078" y="1654212"/>
                  </a:lnTo>
                  <a:lnTo>
                    <a:pt x="1415040" y="1654196"/>
                  </a:lnTo>
                  <a:lnTo>
                    <a:pt x="1415014" y="1654184"/>
                  </a:lnTo>
                  <a:lnTo>
                    <a:pt x="1414998" y="1654178"/>
                  </a:lnTo>
                  <a:lnTo>
                    <a:pt x="1414989" y="1654176"/>
                  </a:lnTo>
                  <a:lnTo>
                    <a:pt x="1414934" y="1654155"/>
                  </a:lnTo>
                  <a:lnTo>
                    <a:pt x="1414929" y="1654153"/>
                  </a:lnTo>
                  <a:lnTo>
                    <a:pt x="1414923" y="1654149"/>
                  </a:lnTo>
                  <a:lnTo>
                    <a:pt x="1414920" y="1654144"/>
                  </a:lnTo>
                  <a:lnTo>
                    <a:pt x="1414919" y="1654138"/>
                  </a:lnTo>
                  <a:lnTo>
                    <a:pt x="1414917" y="1654119"/>
                  </a:lnTo>
                  <a:lnTo>
                    <a:pt x="1414917" y="1654109"/>
                  </a:lnTo>
                  <a:lnTo>
                    <a:pt x="1414916" y="1654093"/>
                  </a:lnTo>
                  <a:lnTo>
                    <a:pt x="1414913" y="1654082"/>
                  </a:lnTo>
                  <a:lnTo>
                    <a:pt x="1414910" y="1654076"/>
                  </a:lnTo>
                  <a:lnTo>
                    <a:pt x="1414908" y="1654071"/>
                  </a:lnTo>
                  <a:lnTo>
                    <a:pt x="1414898" y="1654061"/>
                  </a:lnTo>
                  <a:lnTo>
                    <a:pt x="1414879" y="1654049"/>
                  </a:lnTo>
                  <a:lnTo>
                    <a:pt x="1414868" y="1654039"/>
                  </a:lnTo>
                  <a:lnTo>
                    <a:pt x="1414859" y="1654030"/>
                  </a:lnTo>
                  <a:lnTo>
                    <a:pt x="1414855" y="1654025"/>
                  </a:lnTo>
                  <a:lnTo>
                    <a:pt x="1414846" y="1654013"/>
                  </a:lnTo>
                  <a:lnTo>
                    <a:pt x="1414840" y="1654005"/>
                  </a:lnTo>
                  <a:lnTo>
                    <a:pt x="1414833" y="1653996"/>
                  </a:lnTo>
                  <a:lnTo>
                    <a:pt x="1414823" y="1653984"/>
                  </a:lnTo>
                  <a:lnTo>
                    <a:pt x="1414811" y="1653973"/>
                  </a:lnTo>
                  <a:lnTo>
                    <a:pt x="1414803" y="1653968"/>
                  </a:lnTo>
                  <a:lnTo>
                    <a:pt x="1414794" y="1653968"/>
                  </a:lnTo>
                  <a:lnTo>
                    <a:pt x="1414785" y="1653973"/>
                  </a:lnTo>
                  <a:lnTo>
                    <a:pt x="1414778" y="1653972"/>
                  </a:lnTo>
                  <a:lnTo>
                    <a:pt x="1414770" y="1653963"/>
                  </a:lnTo>
                  <a:lnTo>
                    <a:pt x="1414758" y="1653943"/>
                  </a:lnTo>
                  <a:lnTo>
                    <a:pt x="1414751" y="1653934"/>
                  </a:lnTo>
                  <a:lnTo>
                    <a:pt x="1414747" y="1653922"/>
                  </a:lnTo>
                  <a:lnTo>
                    <a:pt x="1414753" y="1653911"/>
                  </a:lnTo>
                  <a:lnTo>
                    <a:pt x="1414760" y="1653908"/>
                  </a:lnTo>
                  <a:lnTo>
                    <a:pt x="1414766" y="1653908"/>
                  </a:lnTo>
                  <a:lnTo>
                    <a:pt x="1414779" y="1653900"/>
                  </a:lnTo>
                  <a:lnTo>
                    <a:pt x="1414768" y="1653885"/>
                  </a:lnTo>
                  <a:lnTo>
                    <a:pt x="1414757" y="1653865"/>
                  </a:lnTo>
                  <a:lnTo>
                    <a:pt x="1414744" y="1653848"/>
                  </a:lnTo>
                  <a:lnTo>
                    <a:pt x="1414732" y="1653849"/>
                  </a:lnTo>
                  <a:lnTo>
                    <a:pt x="1414716" y="1653852"/>
                  </a:lnTo>
                  <a:lnTo>
                    <a:pt x="1414694" y="1653856"/>
                  </a:lnTo>
                  <a:lnTo>
                    <a:pt x="1414673" y="1653860"/>
                  </a:lnTo>
                  <a:lnTo>
                    <a:pt x="1414663" y="1653864"/>
                  </a:lnTo>
                  <a:lnTo>
                    <a:pt x="1414654" y="1653866"/>
                  </a:lnTo>
                  <a:lnTo>
                    <a:pt x="1414648" y="1653866"/>
                  </a:lnTo>
                  <a:lnTo>
                    <a:pt x="1414637" y="1653864"/>
                  </a:lnTo>
                  <a:lnTo>
                    <a:pt x="1414627" y="1653858"/>
                  </a:lnTo>
                  <a:lnTo>
                    <a:pt x="1414619" y="1653854"/>
                  </a:lnTo>
                  <a:lnTo>
                    <a:pt x="1414606" y="1653845"/>
                  </a:lnTo>
                  <a:lnTo>
                    <a:pt x="1414600" y="1653831"/>
                  </a:lnTo>
                  <a:lnTo>
                    <a:pt x="1414592" y="1653817"/>
                  </a:lnTo>
                  <a:lnTo>
                    <a:pt x="1414583" y="1653806"/>
                  </a:lnTo>
                  <a:lnTo>
                    <a:pt x="1414572" y="1653797"/>
                  </a:lnTo>
                  <a:lnTo>
                    <a:pt x="1414568" y="1653791"/>
                  </a:lnTo>
                  <a:lnTo>
                    <a:pt x="1414572" y="1653733"/>
                  </a:lnTo>
                  <a:lnTo>
                    <a:pt x="1414544" y="1653735"/>
                  </a:lnTo>
                  <a:lnTo>
                    <a:pt x="1414529" y="1653732"/>
                  </a:lnTo>
                  <a:lnTo>
                    <a:pt x="1414514" y="1653722"/>
                  </a:lnTo>
                  <a:lnTo>
                    <a:pt x="1414491" y="1653713"/>
                  </a:lnTo>
                  <a:lnTo>
                    <a:pt x="1414464" y="1653699"/>
                  </a:lnTo>
                  <a:lnTo>
                    <a:pt x="1414451" y="1653693"/>
                  </a:lnTo>
                  <a:lnTo>
                    <a:pt x="1414422" y="1653676"/>
                  </a:lnTo>
                  <a:lnTo>
                    <a:pt x="1414405" y="1653661"/>
                  </a:lnTo>
                  <a:lnTo>
                    <a:pt x="1414390" y="1653649"/>
                  </a:lnTo>
                  <a:lnTo>
                    <a:pt x="1414370" y="1653638"/>
                  </a:lnTo>
                  <a:lnTo>
                    <a:pt x="1414348" y="1653630"/>
                  </a:lnTo>
                  <a:lnTo>
                    <a:pt x="1414338" y="1653624"/>
                  </a:lnTo>
                  <a:lnTo>
                    <a:pt x="1414315" y="1653612"/>
                  </a:lnTo>
                  <a:lnTo>
                    <a:pt x="1414301" y="1653607"/>
                  </a:lnTo>
                  <a:lnTo>
                    <a:pt x="1414295" y="1653605"/>
                  </a:lnTo>
                  <a:lnTo>
                    <a:pt x="1414281" y="1653603"/>
                  </a:lnTo>
                  <a:lnTo>
                    <a:pt x="1414262" y="1653601"/>
                  </a:lnTo>
                  <a:lnTo>
                    <a:pt x="1414229" y="1653599"/>
                  </a:lnTo>
                  <a:lnTo>
                    <a:pt x="1414210" y="1653599"/>
                  </a:lnTo>
                  <a:lnTo>
                    <a:pt x="1414189" y="1653602"/>
                  </a:lnTo>
                  <a:lnTo>
                    <a:pt x="1414155" y="1653606"/>
                  </a:lnTo>
                  <a:lnTo>
                    <a:pt x="1414146" y="1653607"/>
                  </a:lnTo>
                  <a:lnTo>
                    <a:pt x="1414140" y="1653607"/>
                  </a:lnTo>
                  <a:lnTo>
                    <a:pt x="1414133" y="1653605"/>
                  </a:lnTo>
                  <a:lnTo>
                    <a:pt x="1414119" y="1653598"/>
                  </a:lnTo>
                  <a:lnTo>
                    <a:pt x="1414112" y="1653596"/>
                  </a:lnTo>
                  <a:lnTo>
                    <a:pt x="1414096" y="1653594"/>
                  </a:lnTo>
                  <a:lnTo>
                    <a:pt x="1414078" y="1653593"/>
                  </a:lnTo>
                  <a:lnTo>
                    <a:pt x="1414062" y="1653592"/>
                  </a:lnTo>
                  <a:lnTo>
                    <a:pt x="1414045" y="1653588"/>
                  </a:lnTo>
                  <a:lnTo>
                    <a:pt x="1414026" y="1653579"/>
                  </a:lnTo>
                  <a:lnTo>
                    <a:pt x="1414008" y="1653577"/>
                  </a:lnTo>
                  <a:lnTo>
                    <a:pt x="1413993" y="1653576"/>
                  </a:lnTo>
                  <a:lnTo>
                    <a:pt x="1413980" y="1653573"/>
                  </a:lnTo>
                  <a:lnTo>
                    <a:pt x="1413965" y="1653562"/>
                  </a:lnTo>
                  <a:lnTo>
                    <a:pt x="1413943" y="1653529"/>
                  </a:lnTo>
                  <a:lnTo>
                    <a:pt x="1413917" y="1653495"/>
                  </a:lnTo>
                  <a:lnTo>
                    <a:pt x="1413902" y="1653497"/>
                  </a:lnTo>
                  <a:lnTo>
                    <a:pt x="1413891" y="1653497"/>
                  </a:lnTo>
                  <a:lnTo>
                    <a:pt x="1413873" y="1653498"/>
                  </a:lnTo>
                  <a:lnTo>
                    <a:pt x="1413861" y="1653497"/>
                  </a:lnTo>
                  <a:lnTo>
                    <a:pt x="1413844" y="1653496"/>
                  </a:lnTo>
                  <a:lnTo>
                    <a:pt x="1413833" y="1653494"/>
                  </a:lnTo>
                  <a:lnTo>
                    <a:pt x="1413819" y="1653495"/>
                  </a:lnTo>
                  <a:lnTo>
                    <a:pt x="1413807" y="1653496"/>
                  </a:lnTo>
                  <a:lnTo>
                    <a:pt x="1413794" y="1653495"/>
                  </a:lnTo>
                  <a:lnTo>
                    <a:pt x="1413780" y="1653491"/>
                  </a:lnTo>
                  <a:lnTo>
                    <a:pt x="1413769" y="1653489"/>
                  </a:lnTo>
                  <a:lnTo>
                    <a:pt x="1413760" y="1653489"/>
                  </a:lnTo>
                  <a:lnTo>
                    <a:pt x="1413743" y="1653495"/>
                  </a:lnTo>
                  <a:lnTo>
                    <a:pt x="1413727" y="1653506"/>
                  </a:lnTo>
                  <a:lnTo>
                    <a:pt x="1413720" y="1653508"/>
                  </a:lnTo>
                  <a:lnTo>
                    <a:pt x="1413705" y="1653513"/>
                  </a:lnTo>
                  <a:lnTo>
                    <a:pt x="1413690" y="1653517"/>
                  </a:lnTo>
                  <a:lnTo>
                    <a:pt x="1413684" y="1653519"/>
                  </a:lnTo>
                  <a:lnTo>
                    <a:pt x="1413679" y="1653520"/>
                  </a:lnTo>
                  <a:lnTo>
                    <a:pt x="1413673" y="1653521"/>
                  </a:lnTo>
                  <a:lnTo>
                    <a:pt x="1413665" y="1653521"/>
                  </a:lnTo>
                  <a:lnTo>
                    <a:pt x="1413655" y="1653520"/>
                  </a:lnTo>
                  <a:lnTo>
                    <a:pt x="1413644" y="1653513"/>
                  </a:lnTo>
                  <a:lnTo>
                    <a:pt x="1413632" y="1653509"/>
                  </a:lnTo>
                  <a:lnTo>
                    <a:pt x="1413619" y="1653501"/>
                  </a:lnTo>
                  <a:lnTo>
                    <a:pt x="1413607" y="1653491"/>
                  </a:lnTo>
                  <a:lnTo>
                    <a:pt x="1413594" y="1653482"/>
                  </a:lnTo>
                  <a:lnTo>
                    <a:pt x="1413584" y="1653474"/>
                  </a:lnTo>
                  <a:lnTo>
                    <a:pt x="1413570" y="1653470"/>
                  </a:lnTo>
                  <a:lnTo>
                    <a:pt x="1413558" y="1653469"/>
                  </a:lnTo>
                  <a:lnTo>
                    <a:pt x="1413548" y="1653469"/>
                  </a:lnTo>
                  <a:lnTo>
                    <a:pt x="1413535" y="1653469"/>
                  </a:lnTo>
                  <a:lnTo>
                    <a:pt x="1413508" y="1653467"/>
                  </a:lnTo>
                  <a:lnTo>
                    <a:pt x="1413496" y="1653463"/>
                  </a:lnTo>
                  <a:lnTo>
                    <a:pt x="1413480" y="1653454"/>
                  </a:lnTo>
                  <a:lnTo>
                    <a:pt x="1413471" y="1653451"/>
                  </a:lnTo>
                  <a:lnTo>
                    <a:pt x="1413460" y="1653445"/>
                  </a:lnTo>
                  <a:lnTo>
                    <a:pt x="1413449" y="1653441"/>
                  </a:lnTo>
                  <a:lnTo>
                    <a:pt x="1413438" y="1653442"/>
                  </a:lnTo>
                  <a:lnTo>
                    <a:pt x="1413418" y="1653447"/>
                  </a:lnTo>
                  <a:lnTo>
                    <a:pt x="1413413" y="1653448"/>
                  </a:lnTo>
                  <a:lnTo>
                    <a:pt x="1413407" y="1653452"/>
                  </a:lnTo>
                  <a:lnTo>
                    <a:pt x="1413402" y="1653454"/>
                  </a:lnTo>
                  <a:lnTo>
                    <a:pt x="1413396" y="1653452"/>
                  </a:lnTo>
                  <a:lnTo>
                    <a:pt x="1413389" y="1653447"/>
                  </a:lnTo>
                  <a:lnTo>
                    <a:pt x="1413386" y="1653440"/>
                  </a:lnTo>
                  <a:lnTo>
                    <a:pt x="1413379" y="1653430"/>
                  </a:lnTo>
                  <a:lnTo>
                    <a:pt x="1413372" y="1653416"/>
                  </a:lnTo>
                  <a:lnTo>
                    <a:pt x="1413364" y="1653404"/>
                  </a:lnTo>
                  <a:lnTo>
                    <a:pt x="1413356" y="1653390"/>
                  </a:lnTo>
                  <a:lnTo>
                    <a:pt x="1413347" y="1653378"/>
                  </a:lnTo>
                  <a:lnTo>
                    <a:pt x="1413337" y="1653367"/>
                  </a:lnTo>
                  <a:lnTo>
                    <a:pt x="1413329" y="1653358"/>
                  </a:lnTo>
                  <a:lnTo>
                    <a:pt x="1413324" y="1653354"/>
                  </a:lnTo>
                  <a:lnTo>
                    <a:pt x="1413318" y="1653352"/>
                  </a:lnTo>
                  <a:lnTo>
                    <a:pt x="1413309" y="1653352"/>
                  </a:lnTo>
                  <a:lnTo>
                    <a:pt x="1413300" y="1653352"/>
                  </a:lnTo>
                  <a:lnTo>
                    <a:pt x="1413291" y="1653357"/>
                  </a:lnTo>
                  <a:lnTo>
                    <a:pt x="1413287" y="1653360"/>
                  </a:lnTo>
                  <a:lnTo>
                    <a:pt x="1413281" y="1653364"/>
                  </a:lnTo>
                  <a:lnTo>
                    <a:pt x="1413274" y="1653369"/>
                  </a:lnTo>
                  <a:lnTo>
                    <a:pt x="1413269" y="1653372"/>
                  </a:lnTo>
                  <a:lnTo>
                    <a:pt x="1413264" y="1653374"/>
                  </a:lnTo>
                  <a:lnTo>
                    <a:pt x="1413257" y="1653377"/>
                  </a:lnTo>
                  <a:lnTo>
                    <a:pt x="1413237" y="1653379"/>
                  </a:lnTo>
                  <a:lnTo>
                    <a:pt x="1413231" y="1653379"/>
                  </a:lnTo>
                  <a:lnTo>
                    <a:pt x="1413225" y="1653378"/>
                  </a:lnTo>
                  <a:lnTo>
                    <a:pt x="1413217" y="1653374"/>
                  </a:lnTo>
                  <a:lnTo>
                    <a:pt x="1413211" y="1653367"/>
                  </a:lnTo>
                  <a:lnTo>
                    <a:pt x="1413205" y="1653359"/>
                  </a:lnTo>
                  <a:lnTo>
                    <a:pt x="1413201" y="1653354"/>
                  </a:lnTo>
                  <a:lnTo>
                    <a:pt x="1413195" y="1653346"/>
                  </a:lnTo>
                  <a:lnTo>
                    <a:pt x="1413190" y="1653343"/>
                  </a:lnTo>
                  <a:lnTo>
                    <a:pt x="1413183" y="1653341"/>
                  </a:lnTo>
                  <a:lnTo>
                    <a:pt x="1413178" y="1653340"/>
                  </a:lnTo>
                  <a:lnTo>
                    <a:pt x="1413164" y="1653343"/>
                  </a:lnTo>
                  <a:lnTo>
                    <a:pt x="1413152" y="1653352"/>
                  </a:lnTo>
                  <a:lnTo>
                    <a:pt x="1413146" y="1653357"/>
                  </a:lnTo>
                  <a:lnTo>
                    <a:pt x="1413142" y="1653361"/>
                  </a:lnTo>
                  <a:lnTo>
                    <a:pt x="1413136" y="1653361"/>
                  </a:lnTo>
                  <a:lnTo>
                    <a:pt x="1413130" y="1653360"/>
                  </a:lnTo>
                  <a:lnTo>
                    <a:pt x="1413126" y="1653357"/>
                  </a:lnTo>
                  <a:lnTo>
                    <a:pt x="1413121" y="1653352"/>
                  </a:lnTo>
                  <a:lnTo>
                    <a:pt x="1413115" y="1653345"/>
                  </a:lnTo>
                  <a:lnTo>
                    <a:pt x="1413096" y="1653342"/>
                  </a:lnTo>
                  <a:lnTo>
                    <a:pt x="1413079" y="1653333"/>
                  </a:lnTo>
                  <a:lnTo>
                    <a:pt x="1413066" y="1653326"/>
                  </a:lnTo>
                  <a:lnTo>
                    <a:pt x="1413030" y="1653317"/>
                  </a:lnTo>
                  <a:lnTo>
                    <a:pt x="1413020" y="1653317"/>
                  </a:lnTo>
                  <a:lnTo>
                    <a:pt x="1413003" y="1653323"/>
                  </a:lnTo>
                  <a:lnTo>
                    <a:pt x="1412984" y="1653336"/>
                  </a:lnTo>
                  <a:lnTo>
                    <a:pt x="1412967" y="1653345"/>
                  </a:lnTo>
                  <a:lnTo>
                    <a:pt x="1412950" y="1653348"/>
                  </a:lnTo>
                  <a:lnTo>
                    <a:pt x="1412935" y="1653342"/>
                  </a:lnTo>
                  <a:lnTo>
                    <a:pt x="1412905" y="1653331"/>
                  </a:lnTo>
                  <a:lnTo>
                    <a:pt x="1412892" y="1653323"/>
                  </a:lnTo>
                  <a:lnTo>
                    <a:pt x="1412880" y="1653316"/>
                  </a:lnTo>
                  <a:lnTo>
                    <a:pt x="1412863" y="1653309"/>
                  </a:lnTo>
                  <a:lnTo>
                    <a:pt x="1412850" y="1653311"/>
                  </a:lnTo>
                  <a:lnTo>
                    <a:pt x="1412836" y="1653312"/>
                  </a:lnTo>
                  <a:lnTo>
                    <a:pt x="1412820" y="1653321"/>
                  </a:lnTo>
                  <a:lnTo>
                    <a:pt x="1412802" y="1653329"/>
                  </a:lnTo>
                  <a:lnTo>
                    <a:pt x="1412780" y="1653333"/>
                  </a:lnTo>
                  <a:lnTo>
                    <a:pt x="1412769" y="1653332"/>
                  </a:lnTo>
                  <a:lnTo>
                    <a:pt x="1412764" y="1653330"/>
                  </a:lnTo>
                  <a:lnTo>
                    <a:pt x="1412751" y="1653322"/>
                  </a:lnTo>
                  <a:lnTo>
                    <a:pt x="1412746" y="1653317"/>
                  </a:lnTo>
                  <a:lnTo>
                    <a:pt x="1412736" y="1653310"/>
                  </a:lnTo>
                  <a:lnTo>
                    <a:pt x="1412729" y="1653303"/>
                  </a:lnTo>
                  <a:lnTo>
                    <a:pt x="1412719" y="1653296"/>
                  </a:lnTo>
                  <a:lnTo>
                    <a:pt x="1412712" y="1653291"/>
                  </a:lnTo>
                  <a:lnTo>
                    <a:pt x="1412700" y="1653283"/>
                  </a:lnTo>
                  <a:lnTo>
                    <a:pt x="1412687" y="1653275"/>
                  </a:lnTo>
                  <a:lnTo>
                    <a:pt x="1412682" y="1653273"/>
                  </a:lnTo>
                  <a:lnTo>
                    <a:pt x="1412676" y="1653268"/>
                  </a:lnTo>
                  <a:lnTo>
                    <a:pt x="1412670" y="1653261"/>
                  </a:lnTo>
                  <a:lnTo>
                    <a:pt x="1412663" y="1653256"/>
                  </a:lnTo>
                  <a:lnTo>
                    <a:pt x="1412656" y="1653248"/>
                  </a:lnTo>
                  <a:lnTo>
                    <a:pt x="1412647" y="1653241"/>
                  </a:lnTo>
                  <a:lnTo>
                    <a:pt x="1412641" y="1653235"/>
                  </a:lnTo>
                  <a:lnTo>
                    <a:pt x="1412637" y="1653229"/>
                  </a:lnTo>
                  <a:lnTo>
                    <a:pt x="1412628" y="1653217"/>
                  </a:lnTo>
                  <a:lnTo>
                    <a:pt x="1412619" y="1653209"/>
                  </a:lnTo>
                  <a:lnTo>
                    <a:pt x="1412603" y="1653202"/>
                  </a:lnTo>
                  <a:lnTo>
                    <a:pt x="1412587" y="1653187"/>
                  </a:lnTo>
                  <a:lnTo>
                    <a:pt x="1412569" y="1653176"/>
                  </a:lnTo>
                  <a:lnTo>
                    <a:pt x="1412559" y="1653169"/>
                  </a:lnTo>
                  <a:lnTo>
                    <a:pt x="1412545" y="1653156"/>
                  </a:lnTo>
                  <a:lnTo>
                    <a:pt x="1412537" y="1653147"/>
                  </a:lnTo>
                  <a:lnTo>
                    <a:pt x="1412533" y="1653132"/>
                  </a:lnTo>
                  <a:lnTo>
                    <a:pt x="1412533" y="1653122"/>
                  </a:lnTo>
                  <a:lnTo>
                    <a:pt x="1412535" y="1653115"/>
                  </a:lnTo>
                  <a:lnTo>
                    <a:pt x="1412540" y="1653104"/>
                  </a:lnTo>
                  <a:lnTo>
                    <a:pt x="1412543" y="1653093"/>
                  </a:lnTo>
                  <a:lnTo>
                    <a:pt x="1412536" y="1653082"/>
                  </a:lnTo>
                  <a:lnTo>
                    <a:pt x="1412518" y="1653078"/>
                  </a:lnTo>
                  <a:lnTo>
                    <a:pt x="1412512" y="1653076"/>
                  </a:lnTo>
                  <a:lnTo>
                    <a:pt x="1412497" y="1653072"/>
                  </a:lnTo>
                  <a:lnTo>
                    <a:pt x="1412476" y="1653065"/>
                  </a:lnTo>
                  <a:lnTo>
                    <a:pt x="1412459" y="1653065"/>
                  </a:lnTo>
                  <a:lnTo>
                    <a:pt x="1412438" y="1653066"/>
                  </a:lnTo>
                  <a:lnTo>
                    <a:pt x="1412420" y="1653071"/>
                  </a:lnTo>
                  <a:lnTo>
                    <a:pt x="1412408" y="1653078"/>
                  </a:lnTo>
                  <a:lnTo>
                    <a:pt x="1412399" y="1653087"/>
                  </a:lnTo>
                  <a:lnTo>
                    <a:pt x="1412388" y="1653107"/>
                  </a:lnTo>
                  <a:lnTo>
                    <a:pt x="1412382" y="1653121"/>
                  </a:lnTo>
                  <a:lnTo>
                    <a:pt x="1412373" y="1653151"/>
                  </a:lnTo>
                  <a:lnTo>
                    <a:pt x="1412370" y="1653159"/>
                  </a:lnTo>
                  <a:lnTo>
                    <a:pt x="1412364" y="1653163"/>
                  </a:lnTo>
                  <a:lnTo>
                    <a:pt x="1412355" y="1653164"/>
                  </a:lnTo>
                  <a:lnTo>
                    <a:pt x="1412347" y="1653164"/>
                  </a:lnTo>
                  <a:lnTo>
                    <a:pt x="1412327" y="1653159"/>
                  </a:lnTo>
                  <a:lnTo>
                    <a:pt x="1412309" y="1653156"/>
                  </a:lnTo>
                  <a:lnTo>
                    <a:pt x="1412293" y="1653154"/>
                  </a:lnTo>
                  <a:lnTo>
                    <a:pt x="1412269" y="1653144"/>
                  </a:lnTo>
                  <a:lnTo>
                    <a:pt x="1412251" y="1653133"/>
                  </a:lnTo>
                  <a:lnTo>
                    <a:pt x="1412241" y="1653128"/>
                  </a:lnTo>
                  <a:lnTo>
                    <a:pt x="1412228" y="1653122"/>
                  </a:lnTo>
                  <a:lnTo>
                    <a:pt x="1412214" y="1653120"/>
                  </a:lnTo>
                  <a:lnTo>
                    <a:pt x="1412199" y="1653123"/>
                  </a:lnTo>
                  <a:lnTo>
                    <a:pt x="1412189" y="1653128"/>
                  </a:lnTo>
                  <a:lnTo>
                    <a:pt x="1412184" y="1653131"/>
                  </a:lnTo>
                  <a:lnTo>
                    <a:pt x="1412181" y="1653136"/>
                  </a:lnTo>
                  <a:lnTo>
                    <a:pt x="1412175" y="1653150"/>
                  </a:lnTo>
                  <a:lnTo>
                    <a:pt x="1412169" y="1653161"/>
                  </a:lnTo>
                  <a:lnTo>
                    <a:pt x="1412150" y="1653182"/>
                  </a:lnTo>
                  <a:lnTo>
                    <a:pt x="1412136" y="1653196"/>
                  </a:lnTo>
                  <a:lnTo>
                    <a:pt x="1412131" y="1653201"/>
                  </a:lnTo>
                  <a:lnTo>
                    <a:pt x="1412137" y="1653222"/>
                  </a:lnTo>
                  <a:lnTo>
                    <a:pt x="1412134" y="1653227"/>
                  </a:lnTo>
                  <a:lnTo>
                    <a:pt x="1412126" y="1653234"/>
                  </a:lnTo>
                  <a:lnTo>
                    <a:pt x="1412112" y="1653241"/>
                  </a:lnTo>
                  <a:lnTo>
                    <a:pt x="1412070" y="1653263"/>
                  </a:lnTo>
                  <a:lnTo>
                    <a:pt x="1412069" y="1653283"/>
                  </a:lnTo>
                  <a:lnTo>
                    <a:pt x="1412071" y="1653290"/>
                  </a:lnTo>
                  <a:lnTo>
                    <a:pt x="1412072" y="1653300"/>
                  </a:lnTo>
                  <a:lnTo>
                    <a:pt x="1412071" y="1653311"/>
                  </a:lnTo>
                  <a:lnTo>
                    <a:pt x="1412069" y="1653323"/>
                  </a:lnTo>
                  <a:lnTo>
                    <a:pt x="1412063" y="1653344"/>
                  </a:lnTo>
                  <a:lnTo>
                    <a:pt x="1412062" y="1653355"/>
                  </a:lnTo>
                  <a:lnTo>
                    <a:pt x="1412063" y="1653369"/>
                  </a:lnTo>
                  <a:lnTo>
                    <a:pt x="1412063" y="1653377"/>
                  </a:lnTo>
                  <a:lnTo>
                    <a:pt x="1412062" y="1653383"/>
                  </a:lnTo>
                  <a:lnTo>
                    <a:pt x="1412058" y="1653391"/>
                  </a:lnTo>
                  <a:lnTo>
                    <a:pt x="1412050" y="1653404"/>
                  </a:lnTo>
                  <a:lnTo>
                    <a:pt x="1412033" y="1653426"/>
                  </a:lnTo>
                  <a:lnTo>
                    <a:pt x="1412027" y="1653432"/>
                  </a:lnTo>
                  <a:lnTo>
                    <a:pt x="1412021" y="1653442"/>
                  </a:lnTo>
                  <a:lnTo>
                    <a:pt x="1412017" y="1653451"/>
                  </a:lnTo>
                  <a:lnTo>
                    <a:pt x="1411993" y="1653454"/>
                  </a:lnTo>
                  <a:lnTo>
                    <a:pt x="1411981" y="1653519"/>
                  </a:lnTo>
                  <a:lnTo>
                    <a:pt x="1411979" y="1653525"/>
                  </a:lnTo>
                  <a:lnTo>
                    <a:pt x="1411974" y="1653541"/>
                  </a:lnTo>
                  <a:lnTo>
                    <a:pt x="1411973" y="1653546"/>
                  </a:lnTo>
                  <a:lnTo>
                    <a:pt x="1411973" y="1653553"/>
                  </a:lnTo>
                  <a:lnTo>
                    <a:pt x="1411975" y="1653559"/>
                  </a:lnTo>
                  <a:lnTo>
                    <a:pt x="1411977" y="1653565"/>
                  </a:lnTo>
                  <a:lnTo>
                    <a:pt x="1411982" y="1653574"/>
                  </a:lnTo>
                  <a:lnTo>
                    <a:pt x="1411982" y="1653583"/>
                  </a:lnTo>
                  <a:lnTo>
                    <a:pt x="1411981" y="1653598"/>
                  </a:lnTo>
                  <a:lnTo>
                    <a:pt x="1411984" y="1653629"/>
                  </a:lnTo>
                  <a:lnTo>
                    <a:pt x="1411983" y="1653637"/>
                  </a:lnTo>
                  <a:lnTo>
                    <a:pt x="1411982" y="1653644"/>
                  </a:lnTo>
                  <a:lnTo>
                    <a:pt x="1411979" y="1653657"/>
                  </a:lnTo>
                  <a:lnTo>
                    <a:pt x="1411976" y="1653669"/>
                  </a:lnTo>
                  <a:lnTo>
                    <a:pt x="1411971" y="1653684"/>
                  </a:lnTo>
                  <a:lnTo>
                    <a:pt x="1411967" y="1653699"/>
                  </a:lnTo>
                  <a:lnTo>
                    <a:pt x="1411966" y="1653714"/>
                  </a:lnTo>
                  <a:lnTo>
                    <a:pt x="1411966" y="1653725"/>
                  </a:lnTo>
                  <a:lnTo>
                    <a:pt x="1411990" y="1653727"/>
                  </a:lnTo>
                  <a:lnTo>
                    <a:pt x="1411991" y="1653741"/>
                  </a:lnTo>
                  <a:lnTo>
                    <a:pt x="1411992" y="1653755"/>
                  </a:lnTo>
                  <a:lnTo>
                    <a:pt x="1411997" y="1653763"/>
                  </a:lnTo>
                  <a:lnTo>
                    <a:pt x="1412007" y="1653769"/>
                  </a:lnTo>
                  <a:lnTo>
                    <a:pt x="1412013" y="1653775"/>
                  </a:lnTo>
                  <a:lnTo>
                    <a:pt x="1412027" y="1653789"/>
                  </a:lnTo>
                  <a:lnTo>
                    <a:pt x="1412037" y="1653801"/>
                  </a:lnTo>
                  <a:lnTo>
                    <a:pt x="1412045" y="1653818"/>
                  </a:lnTo>
                  <a:lnTo>
                    <a:pt x="1412050" y="1653828"/>
                  </a:lnTo>
                  <a:lnTo>
                    <a:pt x="1412053" y="1653842"/>
                  </a:lnTo>
                  <a:lnTo>
                    <a:pt x="1412054" y="1653853"/>
                  </a:lnTo>
                  <a:lnTo>
                    <a:pt x="1412053" y="1653865"/>
                  </a:lnTo>
                  <a:lnTo>
                    <a:pt x="1412048" y="1653874"/>
                  </a:lnTo>
                  <a:lnTo>
                    <a:pt x="1412038" y="1653878"/>
                  </a:lnTo>
                  <a:lnTo>
                    <a:pt x="1412031" y="1653881"/>
                  </a:lnTo>
                  <a:lnTo>
                    <a:pt x="1412029" y="1653890"/>
                  </a:lnTo>
                  <a:lnTo>
                    <a:pt x="1412038" y="1653909"/>
                  </a:lnTo>
                  <a:lnTo>
                    <a:pt x="1412047" y="1653938"/>
                  </a:lnTo>
                  <a:lnTo>
                    <a:pt x="1412056" y="1653956"/>
                  </a:lnTo>
                  <a:lnTo>
                    <a:pt x="1412061" y="1653966"/>
                  </a:lnTo>
                  <a:lnTo>
                    <a:pt x="1412039" y="1653974"/>
                  </a:lnTo>
                  <a:lnTo>
                    <a:pt x="1412041" y="1653980"/>
                  </a:lnTo>
                  <a:lnTo>
                    <a:pt x="1412040" y="1653989"/>
                  </a:lnTo>
                  <a:lnTo>
                    <a:pt x="1412038" y="1653997"/>
                  </a:lnTo>
                  <a:lnTo>
                    <a:pt x="1412035" y="1654008"/>
                  </a:lnTo>
                  <a:lnTo>
                    <a:pt x="1412034" y="1654017"/>
                  </a:lnTo>
                  <a:lnTo>
                    <a:pt x="1412032" y="1654023"/>
                  </a:lnTo>
                  <a:lnTo>
                    <a:pt x="1412034" y="1654033"/>
                  </a:lnTo>
                  <a:lnTo>
                    <a:pt x="1412038" y="1654044"/>
                  </a:lnTo>
                  <a:lnTo>
                    <a:pt x="1412047" y="1654056"/>
                  </a:lnTo>
                  <a:lnTo>
                    <a:pt x="1412057" y="1654070"/>
                  </a:lnTo>
                  <a:lnTo>
                    <a:pt x="1412060" y="1654078"/>
                  </a:lnTo>
                  <a:lnTo>
                    <a:pt x="1412061" y="1654084"/>
                  </a:lnTo>
                  <a:lnTo>
                    <a:pt x="1412058" y="1654094"/>
                  </a:lnTo>
                  <a:lnTo>
                    <a:pt x="1412049" y="1654104"/>
                  </a:lnTo>
                  <a:lnTo>
                    <a:pt x="1412046" y="1654109"/>
                  </a:lnTo>
                  <a:lnTo>
                    <a:pt x="1412041" y="1654116"/>
                  </a:lnTo>
                  <a:lnTo>
                    <a:pt x="1412039" y="1654121"/>
                  </a:lnTo>
                  <a:lnTo>
                    <a:pt x="1412037" y="1654127"/>
                  </a:lnTo>
                  <a:lnTo>
                    <a:pt x="1412037" y="1654137"/>
                  </a:lnTo>
                  <a:lnTo>
                    <a:pt x="1412037" y="1654143"/>
                  </a:lnTo>
                  <a:lnTo>
                    <a:pt x="1412038" y="1654148"/>
                  </a:lnTo>
                  <a:lnTo>
                    <a:pt x="1412043" y="1654159"/>
                  </a:lnTo>
                  <a:lnTo>
                    <a:pt x="1412049" y="1654170"/>
                  </a:lnTo>
                  <a:lnTo>
                    <a:pt x="1412057" y="1654182"/>
                  </a:lnTo>
                  <a:lnTo>
                    <a:pt x="1412068" y="1654193"/>
                  </a:lnTo>
                  <a:lnTo>
                    <a:pt x="1412073" y="1654203"/>
                  </a:lnTo>
                  <a:lnTo>
                    <a:pt x="1412073" y="1654223"/>
                  </a:lnTo>
                  <a:lnTo>
                    <a:pt x="1412067" y="1654244"/>
                  </a:lnTo>
                  <a:lnTo>
                    <a:pt x="1412061" y="1654261"/>
                  </a:lnTo>
                  <a:lnTo>
                    <a:pt x="1412045" y="1654277"/>
                  </a:lnTo>
                  <a:lnTo>
                    <a:pt x="1412033" y="1654281"/>
                  </a:lnTo>
                  <a:lnTo>
                    <a:pt x="1412022" y="1654285"/>
                  </a:lnTo>
                  <a:lnTo>
                    <a:pt x="1412018" y="1654293"/>
                  </a:lnTo>
                  <a:lnTo>
                    <a:pt x="1412013" y="1654304"/>
                  </a:lnTo>
                  <a:lnTo>
                    <a:pt x="1412001" y="1654326"/>
                  </a:lnTo>
                  <a:lnTo>
                    <a:pt x="1411984" y="1654352"/>
                  </a:lnTo>
                  <a:lnTo>
                    <a:pt x="1411981" y="1654358"/>
                  </a:lnTo>
                  <a:lnTo>
                    <a:pt x="1411981" y="1654370"/>
                  </a:lnTo>
                  <a:lnTo>
                    <a:pt x="1411986" y="1654375"/>
                  </a:lnTo>
                  <a:lnTo>
                    <a:pt x="1411995" y="1654384"/>
                  </a:lnTo>
                  <a:lnTo>
                    <a:pt x="1412000" y="1654388"/>
                  </a:lnTo>
                  <a:lnTo>
                    <a:pt x="1412009" y="1654394"/>
                  </a:lnTo>
                  <a:lnTo>
                    <a:pt x="1412019" y="1654403"/>
                  </a:lnTo>
                  <a:lnTo>
                    <a:pt x="1412031" y="1654414"/>
                  </a:lnTo>
                  <a:lnTo>
                    <a:pt x="1412040" y="1654422"/>
                  </a:lnTo>
                  <a:lnTo>
                    <a:pt x="1412047" y="1654431"/>
                  </a:lnTo>
                  <a:lnTo>
                    <a:pt x="1412046" y="1654442"/>
                  </a:lnTo>
                  <a:lnTo>
                    <a:pt x="1412039" y="1654454"/>
                  </a:lnTo>
                  <a:lnTo>
                    <a:pt x="1412036" y="1654469"/>
                  </a:lnTo>
                  <a:lnTo>
                    <a:pt x="1412038" y="1654478"/>
                  </a:lnTo>
                  <a:lnTo>
                    <a:pt x="1412050" y="1654486"/>
                  </a:lnTo>
                  <a:lnTo>
                    <a:pt x="1412060" y="1654504"/>
                  </a:lnTo>
                  <a:lnTo>
                    <a:pt x="1412065" y="1654512"/>
                  </a:lnTo>
                  <a:lnTo>
                    <a:pt x="1412075" y="1654525"/>
                  </a:lnTo>
                  <a:lnTo>
                    <a:pt x="1412084" y="1654536"/>
                  </a:lnTo>
                  <a:lnTo>
                    <a:pt x="1412089" y="1654546"/>
                  </a:lnTo>
                  <a:lnTo>
                    <a:pt x="1412090" y="1654556"/>
                  </a:lnTo>
                  <a:lnTo>
                    <a:pt x="1412085" y="1654564"/>
                  </a:lnTo>
                  <a:lnTo>
                    <a:pt x="1412077" y="1654571"/>
                  </a:lnTo>
                  <a:lnTo>
                    <a:pt x="1412073" y="1654582"/>
                  </a:lnTo>
                  <a:lnTo>
                    <a:pt x="1412069" y="1654593"/>
                  </a:lnTo>
                  <a:lnTo>
                    <a:pt x="1412073" y="1654606"/>
                  </a:lnTo>
                  <a:lnTo>
                    <a:pt x="1412073" y="1654617"/>
                  </a:lnTo>
                  <a:lnTo>
                    <a:pt x="1412073" y="1654631"/>
                  </a:lnTo>
                  <a:lnTo>
                    <a:pt x="1412079" y="1654637"/>
                  </a:lnTo>
                  <a:lnTo>
                    <a:pt x="1412090" y="1654641"/>
                  </a:lnTo>
                  <a:lnTo>
                    <a:pt x="1412097" y="1654647"/>
                  </a:lnTo>
                  <a:lnTo>
                    <a:pt x="1412098" y="1654657"/>
                  </a:lnTo>
                  <a:lnTo>
                    <a:pt x="1412094" y="1654671"/>
                  </a:lnTo>
                  <a:lnTo>
                    <a:pt x="1412091" y="1654688"/>
                  </a:lnTo>
                  <a:lnTo>
                    <a:pt x="1412096" y="1654696"/>
                  </a:lnTo>
                  <a:lnTo>
                    <a:pt x="1412094" y="1654705"/>
                  </a:lnTo>
                  <a:lnTo>
                    <a:pt x="1412092" y="1654711"/>
                  </a:lnTo>
                  <a:lnTo>
                    <a:pt x="1412089" y="1654719"/>
                  </a:lnTo>
                  <a:lnTo>
                    <a:pt x="1412086" y="1654724"/>
                  </a:lnTo>
                  <a:lnTo>
                    <a:pt x="1412083" y="1654729"/>
                  </a:lnTo>
                  <a:lnTo>
                    <a:pt x="1412067" y="1654732"/>
                  </a:lnTo>
                  <a:lnTo>
                    <a:pt x="1412057" y="1654727"/>
                  </a:lnTo>
                  <a:lnTo>
                    <a:pt x="1412046" y="1654721"/>
                  </a:lnTo>
                  <a:lnTo>
                    <a:pt x="1412035" y="1654714"/>
                  </a:lnTo>
                  <a:lnTo>
                    <a:pt x="1412023" y="1654706"/>
                  </a:lnTo>
                  <a:lnTo>
                    <a:pt x="1412013" y="1654701"/>
                  </a:lnTo>
                  <a:lnTo>
                    <a:pt x="1412000" y="1654702"/>
                  </a:lnTo>
                  <a:lnTo>
                    <a:pt x="1411987" y="1654706"/>
                  </a:lnTo>
                  <a:lnTo>
                    <a:pt x="1411977" y="1654713"/>
                  </a:lnTo>
                  <a:lnTo>
                    <a:pt x="1411971" y="1654718"/>
                  </a:lnTo>
                  <a:lnTo>
                    <a:pt x="1411966" y="1654726"/>
                  </a:lnTo>
                  <a:lnTo>
                    <a:pt x="1411963" y="1654733"/>
                  </a:lnTo>
                  <a:lnTo>
                    <a:pt x="1411960" y="1654738"/>
                  </a:lnTo>
                  <a:lnTo>
                    <a:pt x="1411956" y="1654743"/>
                  </a:lnTo>
                  <a:lnTo>
                    <a:pt x="1411950" y="1654747"/>
                  </a:lnTo>
                  <a:lnTo>
                    <a:pt x="1411944" y="1654751"/>
                  </a:lnTo>
                  <a:lnTo>
                    <a:pt x="1411934" y="1654755"/>
                  </a:lnTo>
                  <a:lnTo>
                    <a:pt x="1411929" y="1654756"/>
                  </a:lnTo>
                  <a:lnTo>
                    <a:pt x="1411921" y="1654759"/>
                  </a:lnTo>
                  <a:lnTo>
                    <a:pt x="1411906" y="1654763"/>
                  </a:lnTo>
                  <a:lnTo>
                    <a:pt x="1411901" y="1654765"/>
                  </a:lnTo>
                  <a:lnTo>
                    <a:pt x="1411896" y="1654768"/>
                  </a:lnTo>
                  <a:lnTo>
                    <a:pt x="1411889" y="1654774"/>
                  </a:lnTo>
                  <a:lnTo>
                    <a:pt x="1411886" y="1654779"/>
                  </a:lnTo>
                  <a:lnTo>
                    <a:pt x="1411881" y="1654786"/>
                  </a:lnTo>
                  <a:lnTo>
                    <a:pt x="1411877" y="1654793"/>
                  </a:lnTo>
                  <a:lnTo>
                    <a:pt x="1411867" y="1654814"/>
                  </a:lnTo>
                  <a:lnTo>
                    <a:pt x="1411855" y="1654837"/>
                  </a:lnTo>
                  <a:lnTo>
                    <a:pt x="1411861" y="1654856"/>
                  </a:lnTo>
                  <a:lnTo>
                    <a:pt x="1411856" y="1654878"/>
                  </a:lnTo>
                  <a:lnTo>
                    <a:pt x="1411849" y="1654891"/>
                  </a:lnTo>
                  <a:lnTo>
                    <a:pt x="1411841" y="1654893"/>
                  </a:lnTo>
                  <a:lnTo>
                    <a:pt x="1411832" y="1654891"/>
                  </a:lnTo>
                  <a:lnTo>
                    <a:pt x="1411817" y="1654877"/>
                  </a:lnTo>
                  <a:lnTo>
                    <a:pt x="1411813" y="1654870"/>
                  </a:lnTo>
                  <a:lnTo>
                    <a:pt x="1411807" y="1654864"/>
                  </a:lnTo>
                  <a:lnTo>
                    <a:pt x="1411800" y="1654859"/>
                  </a:lnTo>
                  <a:lnTo>
                    <a:pt x="1411793" y="1654856"/>
                  </a:lnTo>
                  <a:lnTo>
                    <a:pt x="1411784" y="1654856"/>
                  </a:lnTo>
                  <a:lnTo>
                    <a:pt x="1411774" y="1654859"/>
                  </a:lnTo>
                  <a:lnTo>
                    <a:pt x="1411770" y="1654863"/>
                  </a:lnTo>
                  <a:lnTo>
                    <a:pt x="1411769" y="1654879"/>
                  </a:lnTo>
                  <a:lnTo>
                    <a:pt x="1411771" y="1654886"/>
                  </a:lnTo>
                  <a:lnTo>
                    <a:pt x="1411775" y="1654893"/>
                  </a:lnTo>
                  <a:lnTo>
                    <a:pt x="1411787" y="1654911"/>
                  </a:lnTo>
                  <a:lnTo>
                    <a:pt x="1411802" y="1654926"/>
                  </a:lnTo>
                  <a:lnTo>
                    <a:pt x="1411808" y="1654933"/>
                  </a:lnTo>
                  <a:lnTo>
                    <a:pt x="1411811" y="1654945"/>
                  </a:lnTo>
                  <a:lnTo>
                    <a:pt x="1411823" y="1654959"/>
                  </a:lnTo>
                  <a:lnTo>
                    <a:pt x="1411824" y="1654972"/>
                  </a:lnTo>
                  <a:lnTo>
                    <a:pt x="1411823" y="1654982"/>
                  </a:lnTo>
                  <a:lnTo>
                    <a:pt x="1411820" y="1654988"/>
                  </a:lnTo>
                  <a:lnTo>
                    <a:pt x="1411810" y="1654995"/>
                  </a:lnTo>
                  <a:lnTo>
                    <a:pt x="1411805" y="1654998"/>
                  </a:lnTo>
                  <a:lnTo>
                    <a:pt x="1411798" y="1654999"/>
                  </a:lnTo>
                  <a:lnTo>
                    <a:pt x="1411791" y="1654994"/>
                  </a:lnTo>
                  <a:lnTo>
                    <a:pt x="1411780" y="1654990"/>
                  </a:lnTo>
                  <a:lnTo>
                    <a:pt x="1411764" y="1654989"/>
                  </a:lnTo>
                  <a:lnTo>
                    <a:pt x="1411759" y="1654990"/>
                  </a:lnTo>
                  <a:lnTo>
                    <a:pt x="1411754" y="1654992"/>
                  </a:lnTo>
                  <a:lnTo>
                    <a:pt x="1411748" y="1654996"/>
                  </a:lnTo>
                  <a:lnTo>
                    <a:pt x="1411744" y="1655000"/>
                  </a:lnTo>
                  <a:lnTo>
                    <a:pt x="1411740" y="1655008"/>
                  </a:lnTo>
                  <a:lnTo>
                    <a:pt x="1411739" y="1655013"/>
                  </a:lnTo>
                  <a:lnTo>
                    <a:pt x="1411738" y="1655022"/>
                  </a:lnTo>
                  <a:lnTo>
                    <a:pt x="1411738" y="1655031"/>
                  </a:lnTo>
                  <a:lnTo>
                    <a:pt x="1411739" y="1655046"/>
                  </a:lnTo>
                  <a:lnTo>
                    <a:pt x="1411735" y="1655055"/>
                  </a:lnTo>
                  <a:lnTo>
                    <a:pt x="1411729" y="1655063"/>
                  </a:lnTo>
                  <a:lnTo>
                    <a:pt x="1411724" y="1655068"/>
                  </a:lnTo>
                  <a:lnTo>
                    <a:pt x="1411720" y="1655072"/>
                  </a:lnTo>
                  <a:lnTo>
                    <a:pt x="1411717" y="1655076"/>
                  </a:lnTo>
                  <a:lnTo>
                    <a:pt x="1411711" y="1655088"/>
                  </a:lnTo>
                  <a:lnTo>
                    <a:pt x="1411713" y="1655103"/>
                  </a:lnTo>
                  <a:lnTo>
                    <a:pt x="1411701" y="1655115"/>
                  </a:lnTo>
                  <a:lnTo>
                    <a:pt x="1411697" y="1655126"/>
                  </a:lnTo>
                  <a:lnTo>
                    <a:pt x="1411698" y="1655135"/>
                  </a:lnTo>
                  <a:lnTo>
                    <a:pt x="1411692" y="1655145"/>
                  </a:lnTo>
                  <a:lnTo>
                    <a:pt x="1411682" y="1655156"/>
                  </a:lnTo>
                  <a:lnTo>
                    <a:pt x="1411670" y="1655164"/>
                  </a:lnTo>
                  <a:lnTo>
                    <a:pt x="1411654" y="1655177"/>
                  </a:lnTo>
                  <a:lnTo>
                    <a:pt x="1411646" y="1655194"/>
                  </a:lnTo>
                  <a:lnTo>
                    <a:pt x="1411649" y="1655207"/>
                  </a:lnTo>
                  <a:lnTo>
                    <a:pt x="1411656" y="1655214"/>
                  </a:lnTo>
                  <a:lnTo>
                    <a:pt x="1411670" y="1655218"/>
                  </a:lnTo>
                  <a:lnTo>
                    <a:pt x="1411675" y="1655219"/>
                  </a:lnTo>
                  <a:lnTo>
                    <a:pt x="1411683" y="1655221"/>
                  </a:lnTo>
                  <a:lnTo>
                    <a:pt x="1411692" y="1655222"/>
                  </a:lnTo>
                  <a:lnTo>
                    <a:pt x="1411698" y="1655226"/>
                  </a:lnTo>
                  <a:lnTo>
                    <a:pt x="1411703" y="1655235"/>
                  </a:lnTo>
                  <a:lnTo>
                    <a:pt x="1411703" y="1655244"/>
                  </a:lnTo>
                  <a:lnTo>
                    <a:pt x="1411703" y="1655255"/>
                  </a:lnTo>
                  <a:lnTo>
                    <a:pt x="1411698" y="1655267"/>
                  </a:lnTo>
                  <a:lnTo>
                    <a:pt x="1411695" y="1655275"/>
                  </a:lnTo>
                  <a:lnTo>
                    <a:pt x="1411682" y="1655286"/>
                  </a:lnTo>
                  <a:lnTo>
                    <a:pt x="1411669" y="1655293"/>
                  </a:lnTo>
                  <a:lnTo>
                    <a:pt x="1411660" y="1655309"/>
                  </a:lnTo>
                  <a:lnTo>
                    <a:pt x="1411654" y="1655318"/>
                  </a:lnTo>
                  <a:lnTo>
                    <a:pt x="1411645" y="1655329"/>
                  </a:lnTo>
                  <a:lnTo>
                    <a:pt x="1411628" y="1655339"/>
                  </a:lnTo>
                  <a:lnTo>
                    <a:pt x="1411616" y="1655346"/>
                  </a:lnTo>
                  <a:lnTo>
                    <a:pt x="1411610" y="1655351"/>
                  </a:lnTo>
                  <a:lnTo>
                    <a:pt x="1411606" y="1655356"/>
                  </a:lnTo>
                  <a:lnTo>
                    <a:pt x="1411603" y="1655362"/>
                  </a:lnTo>
                  <a:lnTo>
                    <a:pt x="1411598" y="1655378"/>
                  </a:lnTo>
                  <a:lnTo>
                    <a:pt x="1411594" y="1655385"/>
                  </a:lnTo>
                  <a:lnTo>
                    <a:pt x="1411577" y="1655393"/>
                  </a:lnTo>
                  <a:lnTo>
                    <a:pt x="1411566" y="1655403"/>
                  </a:lnTo>
                  <a:lnTo>
                    <a:pt x="1411562" y="1655417"/>
                  </a:lnTo>
                  <a:lnTo>
                    <a:pt x="1411562" y="1655432"/>
                  </a:lnTo>
                  <a:lnTo>
                    <a:pt x="1411562" y="1655452"/>
                  </a:lnTo>
                  <a:lnTo>
                    <a:pt x="1411566" y="1655466"/>
                  </a:lnTo>
                  <a:lnTo>
                    <a:pt x="1411568" y="1655481"/>
                  </a:lnTo>
                  <a:lnTo>
                    <a:pt x="1411574" y="1655491"/>
                  </a:lnTo>
                  <a:lnTo>
                    <a:pt x="1411582" y="1655498"/>
                  </a:lnTo>
                  <a:lnTo>
                    <a:pt x="1411589" y="1655504"/>
                  </a:lnTo>
                  <a:lnTo>
                    <a:pt x="1411602" y="1655507"/>
                  </a:lnTo>
                  <a:lnTo>
                    <a:pt x="1411611" y="1655512"/>
                  </a:lnTo>
                  <a:lnTo>
                    <a:pt x="1411616" y="1655520"/>
                  </a:lnTo>
                  <a:lnTo>
                    <a:pt x="1411618" y="1655540"/>
                  </a:lnTo>
                  <a:lnTo>
                    <a:pt x="1411622" y="1655552"/>
                  </a:lnTo>
                  <a:lnTo>
                    <a:pt x="1411616" y="1655563"/>
                  </a:lnTo>
                  <a:lnTo>
                    <a:pt x="1411607" y="1655568"/>
                  </a:lnTo>
                  <a:lnTo>
                    <a:pt x="1411606" y="1655581"/>
                  </a:lnTo>
                  <a:lnTo>
                    <a:pt x="1411606" y="1655601"/>
                  </a:lnTo>
                  <a:lnTo>
                    <a:pt x="1411609" y="1655615"/>
                  </a:lnTo>
                  <a:lnTo>
                    <a:pt x="1411607" y="1655632"/>
                  </a:lnTo>
                  <a:lnTo>
                    <a:pt x="1411604" y="1655644"/>
                  </a:lnTo>
                  <a:lnTo>
                    <a:pt x="1411594" y="1655652"/>
                  </a:lnTo>
                  <a:lnTo>
                    <a:pt x="1411586" y="1655654"/>
                  </a:lnTo>
                  <a:lnTo>
                    <a:pt x="1411573" y="1655659"/>
                  </a:lnTo>
                  <a:lnTo>
                    <a:pt x="1411563" y="1655660"/>
                  </a:lnTo>
                  <a:lnTo>
                    <a:pt x="1411551" y="1655659"/>
                  </a:lnTo>
                  <a:lnTo>
                    <a:pt x="1411540" y="1655665"/>
                  </a:lnTo>
                  <a:lnTo>
                    <a:pt x="1411531" y="1655678"/>
                  </a:lnTo>
                  <a:lnTo>
                    <a:pt x="1411527" y="1655688"/>
                  </a:lnTo>
                  <a:lnTo>
                    <a:pt x="1411523" y="1655698"/>
                  </a:lnTo>
                  <a:lnTo>
                    <a:pt x="1411516" y="1655705"/>
                  </a:lnTo>
                  <a:lnTo>
                    <a:pt x="1411514" y="1655719"/>
                  </a:lnTo>
                  <a:lnTo>
                    <a:pt x="1411513" y="1655729"/>
                  </a:lnTo>
                  <a:lnTo>
                    <a:pt x="1411513" y="1655755"/>
                  </a:lnTo>
                  <a:lnTo>
                    <a:pt x="1411501" y="1655783"/>
                  </a:lnTo>
                  <a:lnTo>
                    <a:pt x="1411489" y="1655798"/>
                  </a:lnTo>
                  <a:lnTo>
                    <a:pt x="1411473" y="1655807"/>
                  </a:lnTo>
                  <a:lnTo>
                    <a:pt x="1411455" y="1655814"/>
                  </a:lnTo>
                  <a:lnTo>
                    <a:pt x="1411426" y="1655828"/>
                  </a:lnTo>
                  <a:lnTo>
                    <a:pt x="1411412" y="1655832"/>
                  </a:lnTo>
                  <a:lnTo>
                    <a:pt x="1411396" y="1655843"/>
                  </a:lnTo>
                  <a:lnTo>
                    <a:pt x="1411390" y="1655846"/>
                  </a:lnTo>
                  <a:lnTo>
                    <a:pt x="1411383" y="1655851"/>
                  </a:lnTo>
                  <a:lnTo>
                    <a:pt x="1411372" y="1655855"/>
                  </a:lnTo>
                  <a:lnTo>
                    <a:pt x="1411366" y="1655851"/>
                  </a:lnTo>
                  <a:lnTo>
                    <a:pt x="1411365" y="1655832"/>
                  </a:lnTo>
                  <a:lnTo>
                    <a:pt x="1411368" y="1655807"/>
                  </a:lnTo>
                  <a:lnTo>
                    <a:pt x="1411364" y="1655793"/>
                  </a:lnTo>
                  <a:lnTo>
                    <a:pt x="1411344" y="1655791"/>
                  </a:lnTo>
                  <a:lnTo>
                    <a:pt x="1411331" y="1655798"/>
                  </a:lnTo>
                  <a:lnTo>
                    <a:pt x="1411331" y="1655813"/>
                  </a:lnTo>
                  <a:lnTo>
                    <a:pt x="1411332" y="1655831"/>
                  </a:lnTo>
                  <a:lnTo>
                    <a:pt x="1411325" y="1655847"/>
                  </a:lnTo>
                  <a:lnTo>
                    <a:pt x="1411317" y="1655865"/>
                  </a:lnTo>
                  <a:lnTo>
                    <a:pt x="1411308" y="1655881"/>
                  </a:lnTo>
                  <a:lnTo>
                    <a:pt x="1411300" y="1655884"/>
                  </a:lnTo>
                  <a:lnTo>
                    <a:pt x="1411280" y="1655888"/>
                  </a:lnTo>
                  <a:lnTo>
                    <a:pt x="1411261" y="1655888"/>
                  </a:lnTo>
                  <a:lnTo>
                    <a:pt x="1411246" y="1655890"/>
                  </a:lnTo>
                  <a:lnTo>
                    <a:pt x="1411240" y="1655896"/>
                  </a:lnTo>
                  <a:lnTo>
                    <a:pt x="1411234" y="1655914"/>
                  </a:lnTo>
                  <a:lnTo>
                    <a:pt x="1411228" y="1655941"/>
                  </a:lnTo>
                  <a:lnTo>
                    <a:pt x="1411234" y="1655950"/>
                  </a:lnTo>
                  <a:lnTo>
                    <a:pt x="1411244" y="1655952"/>
                  </a:lnTo>
                  <a:lnTo>
                    <a:pt x="1411263" y="1655959"/>
                  </a:lnTo>
                  <a:lnTo>
                    <a:pt x="1411281" y="1655972"/>
                  </a:lnTo>
                  <a:lnTo>
                    <a:pt x="1411291" y="1655985"/>
                  </a:lnTo>
                  <a:lnTo>
                    <a:pt x="1411286" y="1656003"/>
                  </a:lnTo>
                  <a:lnTo>
                    <a:pt x="1411274" y="1656021"/>
                  </a:lnTo>
                  <a:lnTo>
                    <a:pt x="1411250" y="1656032"/>
                  </a:lnTo>
                  <a:lnTo>
                    <a:pt x="1411223" y="1656037"/>
                  </a:lnTo>
                  <a:lnTo>
                    <a:pt x="1411199" y="1656037"/>
                  </a:lnTo>
                  <a:lnTo>
                    <a:pt x="1411190" y="1656044"/>
                  </a:lnTo>
                  <a:lnTo>
                    <a:pt x="1411179" y="1656052"/>
                  </a:lnTo>
                  <a:lnTo>
                    <a:pt x="1411167" y="1656048"/>
                  </a:lnTo>
                  <a:lnTo>
                    <a:pt x="1411157" y="1656055"/>
                  </a:lnTo>
                  <a:lnTo>
                    <a:pt x="1411150" y="1656071"/>
                  </a:lnTo>
                  <a:lnTo>
                    <a:pt x="1411149" y="1656093"/>
                  </a:lnTo>
                  <a:lnTo>
                    <a:pt x="1411150" y="1656112"/>
                  </a:lnTo>
                  <a:lnTo>
                    <a:pt x="1411153" y="1656127"/>
                  </a:lnTo>
                  <a:lnTo>
                    <a:pt x="1411145" y="1656143"/>
                  </a:lnTo>
                  <a:lnTo>
                    <a:pt x="1411143" y="1656168"/>
                  </a:lnTo>
                  <a:lnTo>
                    <a:pt x="1411152" y="1656182"/>
                  </a:lnTo>
                  <a:lnTo>
                    <a:pt x="1411170" y="1656202"/>
                  </a:lnTo>
                  <a:lnTo>
                    <a:pt x="1411174" y="1656215"/>
                  </a:lnTo>
                  <a:lnTo>
                    <a:pt x="1411179" y="1656222"/>
                  </a:lnTo>
                  <a:lnTo>
                    <a:pt x="1411182" y="1656239"/>
                  </a:lnTo>
                  <a:lnTo>
                    <a:pt x="1411177" y="1656250"/>
                  </a:lnTo>
                  <a:lnTo>
                    <a:pt x="1411173" y="1656258"/>
                  </a:lnTo>
                  <a:lnTo>
                    <a:pt x="1411163" y="1656269"/>
                  </a:lnTo>
                  <a:lnTo>
                    <a:pt x="1411153" y="1656273"/>
                  </a:lnTo>
                  <a:lnTo>
                    <a:pt x="1411142" y="1656275"/>
                  </a:lnTo>
                  <a:lnTo>
                    <a:pt x="1411127" y="1656275"/>
                  </a:lnTo>
                  <a:lnTo>
                    <a:pt x="1411115" y="1656279"/>
                  </a:lnTo>
                  <a:lnTo>
                    <a:pt x="1411103" y="1656289"/>
                  </a:lnTo>
                  <a:lnTo>
                    <a:pt x="1411089" y="1656303"/>
                  </a:lnTo>
                  <a:lnTo>
                    <a:pt x="1411079" y="1656319"/>
                  </a:lnTo>
                  <a:lnTo>
                    <a:pt x="1411078" y="1656330"/>
                  </a:lnTo>
                  <a:lnTo>
                    <a:pt x="1411078" y="1656341"/>
                  </a:lnTo>
                  <a:lnTo>
                    <a:pt x="1411081" y="1656351"/>
                  </a:lnTo>
                  <a:lnTo>
                    <a:pt x="1411084" y="1656360"/>
                  </a:lnTo>
                  <a:lnTo>
                    <a:pt x="1411088" y="1656372"/>
                  </a:lnTo>
                  <a:lnTo>
                    <a:pt x="1411085" y="1656380"/>
                  </a:lnTo>
                  <a:lnTo>
                    <a:pt x="1411080" y="1656384"/>
                  </a:lnTo>
                  <a:lnTo>
                    <a:pt x="1411072" y="1656383"/>
                  </a:lnTo>
                  <a:lnTo>
                    <a:pt x="1411064" y="1656379"/>
                  </a:lnTo>
                  <a:lnTo>
                    <a:pt x="1411060" y="1656376"/>
                  </a:lnTo>
                  <a:lnTo>
                    <a:pt x="1411053" y="1656367"/>
                  </a:lnTo>
                  <a:lnTo>
                    <a:pt x="1411048" y="1656355"/>
                  </a:lnTo>
                  <a:lnTo>
                    <a:pt x="1411044" y="1656347"/>
                  </a:lnTo>
                  <a:lnTo>
                    <a:pt x="1411037" y="1656341"/>
                  </a:lnTo>
                  <a:lnTo>
                    <a:pt x="1411026" y="1656341"/>
                  </a:lnTo>
                  <a:lnTo>
                    <a:pt x="1411021" y="1656348"/>
                  </a:lnTo>
                  <a:lnTo>
                    <a:pt x="1411015" y="1656355"/>
                  </a:lnTo>
                  <a:lnTo>
                    <a:pt x="1411009" y="1656360"/>
                  </a:lnTo>
                  <a:lnTo>
                    <a:pt x="1410999" y="1656364"/>
                  </a:lnTo>
                  <a:lnTo>
                    <a:pt x="1410988" y="1656373"/>
                  </a:lnTo>
                  <a:lnTo>
                    <a:pt x="1410986" y="1656381"/>
                  </a:lnTo>
                  <a:lnTo>
                    <a:pt x="1410988" y="1656389"/>
                  </a:lnTo>
                  <a:lnTo>
                    <a:pt x="1410996" y="1656403"/>
                  </a:lnTo>
                  <a:lnTo>
                    <a:pt x="1411003" y="1656412"/>
                  </a:lnTo>
                  <a:lnTo>
                    <a:pt x="1411012" y="1656423"/>
                  </a:lnTo>
                  <a:lnTo>
                    <a:pt x="1411016" y="1656431"/>
                  </a:lnTo>
                  <a:lnTo>
                    <a:pt x="1411018" y="1656438"/>
                  </a:lnTo>
                  <a:lnTo>
                    <a:pt x="1411015" y="1656448"/>
                  </a:lnTo>
                  <a:lnTo>
                    <a:pt x="1411011" y="1656455"/>
                  </a:lnTo>
                  <a:lnTo>
                    <a:pt x="1411006" y="1656462"/>
                  </a:lnTo>
                  <a:lnTo>
                    <a:pt x="1411000" y="1656462"/>
                  </a:lnTo>
                  <a:lnTo>
                    <a:pt x="1410994" y="1656463"/>
                  </a:lnTo>
                  <a:lnTo>
                    <a:pt x="1410987" y="1656465"/>
                  </a:lnTo>
                  <a:lnTo>
                    <a:pt x="1410979" y="1656468"/>
                  </a:lnTo>
                  <a:lnTo>
                    <a:pt x="1410968" y="1656478"/>
                  </a:lnTo>
                  <a:lnTo>
                    <a:pt x="1410956" y="1656492"/>
                  </a:lnTo>
                  <a:lnTo>
                    <a:pt x="1410947" y="1656503"/>
                  </a:lnTo>
                  <a:lnTo>
                    <a:pt x="1410932" y="1656512"/>
                  </a:lnTo>
                  <a:lnTo>
                    <a:pt x="1410915" y="1656523"/>
                  </a:lnTo>
                  <a:lnTo>
                    <a:pt x="1410894" y="1656536"/>
                  </a:lnTo>
                  <a:lnTo>
                    <a:pt x="1410878" y="1656553"/>
                  </a:lnTo>
                  <a:lnTo>
                    <a:pt x="1410872" y="1656563"/>
                  </a:lnTo>
                  <a:lnTo>
                    <a:pt x="1410863" y="1656575"/>
                  </a:lnTo>
                  <a:lnTo>
                    <a:pt x="1410849" y="1656584"/>
                  </a:lnTo>
                  <a:lnTo>
                    <a:pt x="1410836" y="1656586"/>
                  </a:lnTo>
                  <a:lnTo>
                    <a:pt x="1410821" y="1656588"/>
                  </a:lnTo>
                  <a:lnTo>
                    <a:pt x="1410813" y="1656591"/>
                  </a:lnTo>
                  <a:lnTo>
                    <a:pt x="1410800" y="1656602"/>
                  </a:lnTo>
                  <a:lnTo>
                    <a:pt x="1410788" y="1656610"/>
                  </a:lnTo>
                  <a:lnTo>
                    <a:pt x="1410777" y="1656613"/>
                  </a:lnTo>
                  <a:lnTo>
                    <a:pt x="1410761" y="1656614"/>
                  </a:lnTo>
                  <a:lnTo>
                    <a:pt x="1410754" y="1656618"/>
                  </a:lnTo>
                  <a:lnTo>
                    <a:pt x="1410746" y="1656629"/>
                  </a:lnTo>
                  <a:lnTo>
                    <a:pt x="1410746" y="1656652"/>
                  </a:lnTo>
                  <a:lnTo>
                    <a:pt x="1410746" y="1656668"/>
                  </a:lnTo>
                  <a:lnTo>
                    <a:pt x="1410744" y="1656681"/>
                  </a:lnTo>
                  <a:lnTo>
                    <a:pt x="1410732" y="1656705"/>
                  </a:lnTo>
                  <a:lnTo>
                    <a:pt x="1410725" y="1656717"/>
                  </a:lnTo>
                  <a:lnTo>
                    <a:pt x="1410719" y="1656732"/>
                  </a:lnTo>
                  <a:lnTo>
                    <a:pt x="1410713" y="1656750"/>
                  </a:lnTo>
                  <a:lnTo>
                    <a:pt x="1410708" y="1656763"/>
                  </a:lnTo>
                  <a:lnTo>
                    <a:pt x="1410701" y="1656772"/>
                  </a:lnTo>
                  <a:lnTo>
                    <a:pt x="1410693" y="1656779"/>
                  </a:lnTo>
                  <a:lnTo>
                    <a:pt x="1410679" y="1656791"/>
                  </a:lnTo>
                  <a:lnTo>
                    <a:pt x="1410665" y="1656802"/>
                  </a:lnTo>
                  <a:lnTo>
                    <a:pt x="1410651" y="1656815"/>
                  </a:lnTo>
                  <a:lnTo>
                    <a:pt x="1410643" y="1656828"/>
                  </a:lnTo>
                  <a:lnTo>
                    <a:pt x="1410638" y="1656838"/>
                  </a:lnTo>
                  <a:lnTo>
                    <a:pt x="1410633" y="1656853"/>
                  </a:lnTo>
                  <a:lnTo>
                    <a:pt x="1410628" y="1656871"/>
                  </a:lnTo>
                  <a:lnTo>
                    <a:pt x="1410624" y="1656878"/>
                  </a:lnTo>
                  <a:lnTo>
                    <a:pt x="1410614" y="1656894"/>
                  </a:lnTo>
                  <a:lnTo>
                    <a:pt x="1410599" y="1656906"/>
                  </a:lnTo>
                  <a:lnTo>
                    <a:pt x="1410589" y="1656912"/>
                  </a:lnTo>
                  <a:lnTo>
                    <a:pt x="1410574" y="1656916"/>
                  </a:lnTo>
                  <a:lnTo>
                    <a:pt x="1410566" y="1656917"/>
                  </a:lnTo>
                  <a:lnTo>
                    <a:pt x="1410560" y="1656919"/>
                  </a:lnTo>
                  <a:lnTo>
                    <a:pt x="1410551" y="1656926"/>
                  </a:lnTo>
                  <a:lnTo>
                    <a:pt x="1410544" y="1656934"/>
                  </a:lnTo>
                  <a:lnTo>
                    <a:pt x="1410537" y="1656944"/>
                  </a:lnTo>
                  <a:lnTo>
                    <a:pt x="1410531" y="1656962"/>
                  </a:lnTo>
                  <a:lnTo>
                    <a:pt x="1410526" y="1656972"/>
                  </a:lnTo>
                  <a:lnTo>
                    <a:pt x="1410521" y="1656977"/>
                  </a:lnTo>
                  <a:lnTo>
                    <a:pt x="1410512" y="1656984"/>
                  </a:lnTo>
                  <a:lnTo>
                    <a:pt x="1410502" y="1656988"/>
                  </a:lnTo>
                  <a:lnTo>
                    <a:pt x="1410488" y="1656999"/>
                  </a:lnTo>
                  <a:lnTo>
                    <a:pt x="1410475" y="1657014"/>
                  </a:lnTo>
                  <a:lnTo>
                    <a:pt x="1410465" y="1657026"/>
                  </a:lnTo>
                  <a:lnTo>
                    <a:pt x="1410452" y="1657038"/>
                  </a:lnTo>
                  <a:lnTo>
                    <a:pt x="1410446" y="1657047"/>
                  </a:lnTo>
                  <a:lnTo>
                    <a:pt x="1410445" y="1657056"/>
                  </a:lnTo>
                  <a:lnTo>
                    <a:pt x="1410450" y="1657071"/>
                  </a:lnTo>
                  <a:lnTo>
                    <a:pt x="1410453" y="1657082"/>
                  </a:lnTo>
                  <a:lnTo>
                    <a:pt x="1410459" y="1657101"/>
                  </a:lnTo>
                  <a:lnTo>
                    <a:pt x="1410468" y="1657121"/>
                  </a:lnTo>
                  <a:lnTo>
                    <a:pt x="1410471" y="1657127"/>
                  </a:lnTo>
                  <a:lnTo>
                    <a:pt x="1410476" y="1657132"/>
                  </a:lnTo>
                  <a:lnTo>
                    <a:pt x="1410485" y="1657142"/>
                  </a:lnTo>
                  <a:lnTo>
                    <a:pt x="1410492" y="1657149"/>
                  </a:lnTo>
                  <a:lnTo>
                    <a:pt x="1410497" y="1657156"/>
                  </a:lnTo>
                  <a:lnTo>
                    <a:pt x="1410499" y="1657163"/>
                  </a:lnTo>
                  <a:lnTo>
                    <a:pt x="1410497" y="1657174"/>
                  </a:lnTo>
                  <a:lnTo>
                    <a:pt x="1410494" y="1657184"/>
                  </a:lnTo>
                  <a:lnTo>
                    <a:pt x="1410485" y="1657207"/>
                  </a:lnTo>
                  <a:lnTo>
                    <a:pt x="1410481" y="1657219"/>
                  </a:lnTo>
                  <a:lnTo>
                    <a:pt x="1410476" y="1657234"/>
                  </a:lnTo>
                  <a:lnTo>
                    <a:pt x="1410471" y="1657250"/>
                  </a:lnTo>
                  <a:lnTo>
                    <a:pt x="1410468" y="1657262"/>
                  </a:lnTo>
                  <a:lnTo>
                    <a:pt x="1410470" y="1657271"/>
                  </a:lnTo>
                  <a:lnTo>
                    <a:pt x="1410477" y="1657279"/>
                  </a:lnTo>
                  <a:lnTo>
                    <a:pt x="1410483" y="1657287"/>
                  </a:lnTo>
                  <a:lnTo>
                    <a:pt x="1410483" y="1657297"/>
                  </a:lnTo>
                  <a:lnTo>
                    <a:pt x="1410478" y="1657307"/>
                  </a:lnTo>
                  <a:lnTo>
                    <a:pt x="1410471" y="1657314"/>
                  </a:lnTo>
                  <a:lnTo>
                    <a:pt x="1410468" y="1657323"/>
                  </a:lnTo>
                  <a:lnTo>
                    <a:pt x="1410466" y="1657330"/>
                  </a:lnTo>
                  <a:lnTo>
                    <a:pt x="1410466" y="1657341"/>
                  </a:lnTo>
                  <a:lnTo>
                    <a:pt x="1410465" y="1657352"/>
                  </a:lnTo>
                  <a:lnTo>
                    <a:pt x="1410463" y="1657360"/>
                  </a:lnTo>
                  <a:lnTo>
                    <a:pt x="1410459" y="1657366"/>
                  </a:lnTo>
                  <a:lnTo>
                    <a:pt x="1410454" y="1657376"/>
                  </a:lnTo>
                  <a:lnTo>
                    <a:pt x="1410445" y="1657388"/>
                  </a:lnTo>
                  <a:lnTo>
                    <a:pt x="1410435" y="1657404"/>
                  </a:lnTo>
                  <a:lnTo>
                    <a:pt x="1410431" y="1657411"/>
                  </a:lnTo>
                  <a:lnTo>
                    <a:pt x="1410428" y="1657417"/>
                  </a:lnTo>
                  <a:lnTo>
                    <a:pt x="1410426" y="1657427"/>
                  </a:lnTo>
                  <a:lnTo>
                    <a:pt x="1410425" y="1657436"/>
                  </a:lnTo>
                  <a:lnTo>
                    <a:pt x="1410424" y="1657443"/>
                  </a:lnTo>
                  <a:lnTo>
                    <a:pt x="1410424" y="1657449"/>
                  </a:lnTo>
                  <a:lnTo>
                    <a:pt x="1410428" y="1657456"/>
                  </a:lnTo>
                  <a:lnTo>
                    <a:pt x="1410436" y="1657463"/>
                  </a:lnTo>
                  <a:lnTo>
                    <a:pt x="1410446" y="1657469"/>
                  </a:lnTo>
                  <a:lnTo>
                    <a:pt x="1410457" y="1657476"/>
                  </a:lnTo>
                  <a:lnTo>
                    <a:pt x="1410465" y="1657482"/>
                  </a:lnTo>
                  <a:lnTo>
                    <a:pt x="1410468" y="1657487"/>
                  </a:lnTo>
                  <a:lnTo>
                    <a:pt x="1410469" y="1657493"/>
                  </a:lnTo>
                  <a:lnTo>
                    <a:pt x="1410467" y="1657499"/>
                  </a:lnTo>
                  <a:lnTo>
                    <a:pt x="1410465" y="1657508"/>
                  </a:lnTo>
                  <a:lnTo>
                    <a:pt x="1410464" y="1657517"/>
                  </a:lnTo>
                  <a:lnTo>
                    <a:pt x="1410466" y="1657533"/>
                  </a:lnTo>
                  <a:lnTo>
                    <a:pt x="1410468" y="1657543"/>
                  </a:lnTo>
                  <a:lnTo>
                    <a:pt x="1410471" y="1657550"/>
                  </a:lnTo>
                  <a:lnTo>
                    <a:pt x="1410476" y="1657562"/>
                  </a:lnTo>
                  <a:lnTo>
                    <a:pt x="1410480" y="1657576"/>
                  </a:lnTo>
                  <a:lnTo>
                    <a:pt x="1410481" y="1657585"/>
                  </a:lnTo>
                  <a:lnTo>
                    <a:pt x="1410478" y="1657594"/>
                  </a:lnTo>
                  <a:lnTo>
                    <a:pt x="1410473" y="1657601"/>
                  </a:lnTo>
                  <a:lnTo>
                    <a:pt x="1410469" y="1657609"/>
                  </a:lnTo>
                  <a:lnTo>
                    <a:pt x="1410466" y="1657615"/>
                  </a:lnTo>
                  <a:lnTo>
                    <a:pt x="1410466" y="1657629"/>
                  </a:lnTo>
                  <a:lnTo>
                    <a:pt x="1410467" y="1657635"/>
                  </a:lnTo>
                  <a:lnTo>
                    <a:pt x="1410468" y="1657644"/>
                  </a:lnTo>
                  <a:lnTo>
                    <a:pt x="1410471" y="1657654"/>
                  </a:lnTo>
                  <a:lnTo>
                    <a:pt x="1410479" y="1657660"/>
                  </a:lnTo>
                  <a:lnTo>
                    <a:pt x="1410486" y="1657661"/>
                  </a:lnTo>
                  <a:lnTo>
                    <a:pt x="1410492" y="1657663"/>
                  </a:lnTo>
                  <a:lnTo>
                    <a:pt x="1410497" y="1657667"/>
                  </a:lnTo>
                  <a:lnTo>
                    <a:pt x="1410500" y="1657673"/>
                  </a:lnTo>
                  <a:lnTo>
                    <a:pt x="1410502" y="1657681"/>
                  </a:lnTo>
                  <a:lnTo>
                    <a:pt x="1410503" y="1657691"/>
                  </a:lnTo>
                  <a:lnTo>
                    <a:pt x="1410505" y="1657703"/>
                  </a:lnTo>
                  <a:lnTo>
                    <a:pt x="1410507" y="1657715"/>
                  </a:lnTo>
                  <a:lnTo>
                    <a:pt x="1410511" y="1657724"/>
                  </a:lnTo>
                  <a:lnTo>
                    <a:pt x="1410514" y="1657729"/>
                  </a:lnTo>
                  <a:lnTo>
                    <a:pt x="1410520" y="1657735"/>
                  </a:lnTo>
                  <a:lnTo>
                    <a:pt x="1410532" y="1657739"/>
                  </a:lnTo>
                  <a:lnTo>
                    <a:pt x="1410541" y="1657742"/>
                  </a:lnTo>
                  <a:lnTo>
                    <a:pt x="1410546" y="1657748"/>
                  </a:lnTo>
                  <a:lnTo>
                    <a:pt x="1410548" y="1657757"/>
                  </a:lnTo>
                  <a:lnTo>
                    <a:pt x="1410548" y="1657774"/>
                  </a:lnTo>
                  <a:lnTo>
                    <a:pt x="1410546" y="1657791"/>
                  </a:lnTo>
                  <a:lnTo>
                    <a:pt x="1410546" y="1657799"/>
                  </a:lnTo>
                  <a:lnTo>
                    <a:pt x="1410546" y="1657807"/>
                  </a:lnTo>
                  <a:lnTo>
                    <a:pt x="1410551" y="1657816"/>
                  </a:lnTo>
                  <a:lnTo>
                    <a:pt x="1410559" y="1657821"/>
                  </a:lnTo>
                  <a:lnTo>
                    <a:pt x="1410567" y="1657823"/>
                  </a:lnTo>
                  <a:lnTo>
                    <a:pt x="1410575" y="1657827"/>
                  </a:lnTo>
                  <a:lnTo>
                    <a:pt x="1410578" y="1657834"/>
                  </a:lnTo>
                  <a:lnTo>
                    <a:pt x="1410576" y="1657841"/>
                  </a:lnTo>
                  <a:lnTo>
                    <a:pt x="1410573" y="1657846"/>
                  </a:lnTo>
                  <a:lnTo>
                    <a:pt x="1410571" y="1657853"/>
                  </a:lnTo>
                  <a:lnTo>
                    <a:pt x="1410575" y="1657863"/>
                  </a:lnTo>
                  <a:lnTo>
                    <a:pt x="1410580" y="1657870"/>
                  </a:lnTo>
                  <a:lnTo>
                    <a:pt x="1410586" y="1657877"/>
                  </a:lnTo>
                  <a:lnTo>
                    <a:pt x="1410596" y="1657889"/>
                  </a:lnTo>
                  <a:lnTo>
                    <a:pt x="1410603" y="1657899"/>
                  </a:lnTo>
                  <a:lnTo>
                    <a:pt x="1410610" y="1657906"/>
                  </a:lnTo>
                  <a:lnTo>
                    <a:pt x="1410616" y="1657914"/>
                  </a:lnTo>
                  <a:lnTo>
                    <a:pt x="1410619" y="1657921"/>
                  </a:lnTo>
                  <a:lnTo>
                    <a:pt x="1410617" y="1657928"/>
                  </a:lnTo>
                  <a:lnTo>
                    <a:pt x="1410612" y="1657932"/>
                  </a:lnTo>
                  <a:lnTo>
                    <a:pt x="1410604" y="1657934"/>
                  </a:lnTo>
                  <a:lnTo>
                    <a:pt x="1410594" y="1657936"/>
                  </a:lnTo>
                  <a:lnTo>
                    <a:pt x="1410585" y="1657937"/>
                  </a:lnTo>
                  <a:lnTo>
                    <a:pt x="1410579" y="1657944"/>
                  </a:lnTo>
                  <a:lnTo>
                    <a:pt x="1410580" y="1657953"/>
                  </a:lnTo>
                  <a:lnTo>
                    <a:pt x="1410586" y="1657958"/>
                  </a:lnTo>
                  <a:lnTo>
                    <a:pt x="1410592" y="1657963"/>
                  </a:lnTo>
                  <a:lnTo>
                    <a:pt x="1410601" y="1657970"/>
                  </a:lnTo>
                  <a:lnTo>
                    <a:pt x="1410613" y="1657978"/>
                  </a:lnTo>
                  <a:lnTo>
                    <a:pt x="1410617" y="1657989"/>
                  </a:lnTo>
                  <a:lnTo>
                    <a:pt x="1410616" y="1657997"/>
                  </a:lnTo>
                  <a:lnTo>
                    <a:pt x="1410611" y="1658002"/>
                  </a:lnTo>
                  <a:lnTo>
                    <a:pt x="1410605" y="1658005"/>
                  </a:lnTo>
                  <a:lnTo>
                    <a:pt x="1410593" y="1658007"/>
                  </a:lnTo>
                  <a:lnTo>
                    <a:pt x="1410581" y="1658008"/>
                  </a:lnTo>
                  <a:lnTo>
                    <a:pt x="1410569" y="1658008"/>
                  </a:lnTo>
                  <a:lnTo>
                    <a:pt x="1410559" y="1658010"/>
                  </a:lnTo>
                  <a:lnTo>
                    <a:pt x="1410550" y="1658016"/>
                  </a:lnTo>
                  <a:lnTo>
                    <a:pt x="1410544" y="1658024"/>
                  </a:lnTo>
                  <a:lnTo>
                    <a:pt x="1410540" y="1658033"/>
                  </a:lnTo>
                  <a:lnTo>
                    <a:pt x="1410539" y="1658044"/>
                  </a:lnTo>
                  <a:lnTo>
                    <a:pt x="1410541" y="1658055"/>
                  </a:lnTo>
                  <a:lnTo>
                    <a:pt x="1410548" y="1658073"/>
                  </a:lnTo>
                  <a:lnTo>
                    <a:pt x="1410554" y="1658088"/>
                  </a:lnTo>
                  <a:lnTo>
                    <a:pt x="1410555" y="1658100"/>
                  </a:lnTo>
                  <a:lnTo>
                    <a:pt x="1410555" y="1658109"/>
                  </a:lnTo>
                  <a:lnTo>
                    <a:pt x="1410554" y="1658117"/>
                  </a:lnTo>
                  <a:lnTo>
                    <a:pt x="1410551" y="1658123"/>
                  </a:lnTo>
                  <a:lnTo>
                    <a:pt x="1410543" y="1658131"/>
                  </a:lnTo>
                  <a:lnTo>
                    <a:pt x="1410533" y="1658141"/>
                  </a:lnTo>
                  <a:lnTo>
                    <a:pt x="1410527" y="1658148"/>
                  </a:lnTo>
                  <a:lnTo>
                    <a:pt x="1410524" y="1658154"/>
                  </a:lnTo>
                  <a:lnTo>
                    <a:pt x="1410523" y="1658161"/>
                  </a:lnTo>
                  <a:lnTo>
                    <a:pt x="1410523" y="1658170"/>
                  </a:lnTo>
                  <a:lnTo>
                    <a:pt x="1410529" y="1658178"/>
                  </a:lnTo>
                  <a:lnTo>
                    <a:pt x="1410535" y="1658187"/>
                  </a:lnTo>
                  <a:lnTo>
                    <a:pt x="1410537" y="1658195"/>
                  </a:lnTo>
                  <a:lnTo>
                    <a:pt x="1410537" y="1658204"/>
                  </a:lnTo>
                  <a:lnTo>
                    <a:pt x="1410532" y="1658210"/>
                  </a:lnTo>
                  <a:lnTo>
                    <a:pt x="1410527" y="1658213"/>
                  </a:lnTo>
                  <a:lnTo>
                    <a:pt x="1410522" y="1658219"/>
                  </a:lnTo>
                  <a:lnTo>
                    <a:pt x="1410519" y="1658226"/>
                  </a:lnTo>
                  <a:lnTo>
                    <a:pt x="1410515" y="1658235"/>
                  </a:lnTo>
                  <a:lnTo>
                    <a:pt x="1410513" y="1658243"/>
                  </a:lnTo>
                  <a:lnTo>
                    <a:pt x="1410510" y="1658253"/>
                  </a:lnTo>
                  <a:lnTo>
                    <a:pt x="1410505" y="1658267"/>
                  </a:lnTo>
                  <a:lnTo>
                    <a:pt x="1410500" y="1658280"/>
                  </a:lnTo>
                  <a:lnTo>
                    <a:pt x="1410497" y="1658289"/>
                  </a:lnTo>
                  <a:lnTo>
                    <a:pt x="1410494" y="1658298"/>
                  </a:lnTo>
                  <a:lnTo>
                    <a:pt x="1410491" y="1658309"/>
                  </a:lnTo>
                  <a:lnTo>
                    <a:pt x="1410493" y="1658319"/>
                  </a:lnTo>
                  <a:lnTo>
                    <a:pt x="1410501" y="1658325"/>
                  </a:lnTo>
                  <a:lnTo>
                    <a:pt x="1410508" y="1658328"/>
                  </a:lnTo>
                  <a:lnTo>
                    <a:pt x="1410521" y="1658330"/>
                  </a:lnTo>
                  <a:lnTo>
                    <a:pt x="1410530" y="1658332"/>
                  </a:lnTo>
                  <a:lnTo>
                    <a:pt x="1410537" y="1658334"/>
                  </a:lnTo>
                  <a:lnTo>
                    <a:pt x="1410543" y="1658340"/>
                  </a:lnTo>
                  <a:lnTo>
                    <a:pt x="1410545" y="1658349"/>
                  </a:lnTo>
                  <a:lnTo>
                    <a:pt x="1410543" y="1658357"/>
                  </a:lnTo>
                  <a:lnTo>
                    <a:pt x="1410540" y="1658365"/>
                  </a:lnTo>
                  <a:lnTo>
                    <a:pt x="1410538" y="1658374"/>
                  </a:lnTo>
                  <a:lnTo>
                    <a:pt x="1410538" y="1658385"/>
                  </a:lnTo>
                  <a:lnTo>
                    <a:pt x="1410540" y="1658395"/>
                  </a:lnTo>
                  <a:lnTo>
                    <a:pt x="1410542" y="1658403"/>
                  </a:lnTo>
                  <a:lnTo>
                    <a:pt x="1410546" y="1658414"/>
                  </a:lnTo>
                  <a:lnTo>
                    <a:pt x="1410548" y="1658421"/>
                  </a:lnTo>
                  <a:lnTo>
                    <a:pt x="1410550" y="1658428"/>
                  </a:lnTo>
                  <a:lnTo>
                    <a:pt x="1410554" y="1658438"/>
                  </a:lnTo>
                  <a:lnTo>
                    <a:pt x="1410559" y="1658449"/>
                  </a:lnTo>
                  <a:lnTo>
                    <a:pt x="1410560" y="1658464"/>
                  </a:lnTo>
                  <a:lnTo>
                    <a:pt x="1410562" y="1658474"/>
                  </a:lnTo>
                  <a:lnTo>
                    <a:pt x="1410564" y="1658490"/>
                  </a:lnTo>
                  <a:lnTo>
                    <a:pt x="1410567" y="1658508"/>
                  </a:lnTo>
                  <a:lnTo>
                    <a:pt x="1410571" y="1658518"/>
                  </a:lnTo>
                  <a:lnTo>
                    <a:pt x="1410577" y="1658530"/>
                  </a:lnTo>
                  <a:lnTo>
                    <a:pt x="1410579" y="1658545"/>
                  </a:lnTo>
                  <a:lnTo>
                    <a:pt x="1410577" y="1658555"/>
                  </a:lnTo>
                  <a:lnTo>
                    <a:pt x="1410568" y="1658576"/>
                  </a:lnTo>
                  <a:lnTo>
                    <a:pt x="1410563" y="1658588"/>
                  </a:lnTo>
                  <a:lnTo>
                    <a:pt x="1410560" y="1658597"/>
                  </a:lnTo>
                  <a:lnTo>
                    <a:pt x="1410560" y="1658604"/>
                  </a:lnTo>
                  <a:lnTo>
                    <a:pt x="1410562" y="1658609"/>
                  </a:lnTo>
                  <a:lnTo>
                    <a:pt x="1410565" y="1658614"/>
                  </a:lnTo>
                  <a:lnTo>
                    <a:pt x="1410565" y="1658623"/>
                  </a:lnTo>
                  <a:lnTo>
                    <a:pt x="1410561" y="1658634"/>
                  </a:lnTo>
                  <a:lnTo>
                    <a:pt x="1410552" y="1658650"/>
                  </a:lnTo>
                  <a:lnTo>
                    <a:pt x="1410542" y="1658666"/>
                  </a:lnTo>
                  <a:lnTo>
                    <a:pt x="1410531" y="1658684"/>
                  </a:lnTo>
                  <a:lnTo>
                    <a:pt x="1410518" y="1658698"/>
                  </a:lnTo>
                  <a:lnTo>
                    <a:pt x="1410513" y="1658703"/>
                  </a:lnTo>
                  <a:lnTo>
                    <a:pt x="1410506" y="1658708"/>
                  </a:lnTo>
                  <a:lnTo>
                    <a:pt x="1410491" y="1658717"/>
                  </a:lnTo>
                  <a:lnTo>
                    <a:pt x="1410483" y="1658722"/>
                  </a:lnTo>
                  <a:lnTo>
                    <a:pt x="1410474" y="1658728"/>
                  </a:lnTo>
                  <a:lnTo>
                    <a:pt x="1410445" y="1658741"/>
                  </a:lnTo>
                  <a:lnTo>
                    <a:pt x="1410424" y="1658749"/>
                  </a:lnTo>
                  <a:lnTo>
                    <a:pt x="1410416" y="1658754"/>
                  </a:lnTo>
                  <a:lnTo>
                    <a:pt x="1410408" y="1658761"/>
                  </a:lnTo>
                  <a:lnTo>
                    <a:pt x="1410404" y="1658766"/>
                  </a:lnTo>
                  <a:lnTo>
                    <a:pt x="1410401" y="1658773"/>
                  </a:lnTo>
                  <a:lnTo>
                    <a:pt x="1410396" y="1658786"/>
                  </a:lnTo>
                  <a:lnTo>
                    <a:pt x="1410393" y="1658793"/>
                  </a:lnTo>
                  <a:lnTo>
                    <a:pt x="1410387" y="1658805"/>
                  </a:lnTo>
                  <a:lnTo>
                    <a:pt x="1410380" y="1658820"/>
                  </a:lnTo>
                  <a:lnTo>
                    <a:pt x="1410372" y="1658839"/>
                  </a:lnTo>
                  <a:lnTo>
                    <a:pt x="1410360" y="1658870"/>
                  </a:lnTo>
                  <a:lnTo>
                    <a:pt x="1410351" y="1658888"/>
                  </a:lnTo>
                  <a:lnTo>
                    <a:pt x="1410345" y="1658901"/>
                  </a:lnTo>
                  <a:lnTo>
                    <a:pt x="1410339" y="1658911"/>
                  </a:lnTo>
                  <a:lnTo>
                    <a:pt x="1410329" y="1658923"/>
                  </a:lnTo>
                  <a:lnTo>
                    <a:pt x="1410321" y="1658929"/>
                  </a:lnTo>
                  <a:lnTo>
                    <a:pt x="1410312" y="1658932"/>
                  </a:lnTo>
                  <a:lnTo>
                    <a:pt x="1410291" y="1658937"/>
                  </a:lnTo>
                  <a:lnTo>
                    <a:pt x="1410283" y="1658940"/>
                  </a:lnTo>
                  <a:lnTo>
                    <a:pt x="1410281" y="1658945"/>
                  </a:lnTo>
                  <a:lnTo>
                    <a:pt x="1410280" y="1658958"/>
                  </a:lnTo>
                  <a:lnTo>
                    <a:pt x="1410280" y="1658974"/>
                  </a:lnTo>
                  <a:lnTo>
                    <a:pt x="1410283" y="1658997"/>
                  </a:lnTo>
                  <a:lnTo>
                    <a:pt x="1410287" y="1659008"/>
                  </a:lnTo>
                  <a:lnTo>
                    <a:pt x="1410296" y="1659016"/>
                  </a:lnTo>
                  <a:lnTo>
                    <a:pt x="1410302" y="1659030"/>
                  </a:lnTo>
                  <a:lnTo>
                    <a:pt x="1410303" y="1659040"/>
                  </a:lnTo>
                  <a:lnTo>
                    <a:pt x="1410301" y="1659063"/>
                  </a:lnTo>
                  <a:lnTo>
                    <a:pt x="1410295" y="1659080"/>
                  </a:lnTo>
                  <a:lnTo>
                    <a:pt x="1410287" y="1659096"/>
                  </a:lnTo>
                  <a:lnTo>
                    <a:pt x="1410273" y="1659119"/>
                  </a:lnTo>
                  <a:lnTo>
                    <a:pt x="1410258" y="1659139"/>
                  </a:lnTo>
                  <a:lnTo>
                    <a:pt x="1410253" y="1659147"/>
                  </a:lnTo>
                  <a:lnTo>
                    <a:pt x="1410251" y="1659159"/>
                  </a:lnTo>
                  <a:lnTo>
                    <a:pt x="1410254" y="1659180"/>
                  </a:lnTo>
                  <a:lnTo>
                    <a:pt x="1410260" y="1659189"/>
                  </a:lnTo>
                  <a:lnTo>
                    <a:pt x="1410269" y="1659204"/>
                  </a:lnTo>
                  <a:lnTo>
                    <a:pt x="1410281" y="1659223"/>
                  </a:lnTo>
                  <a:lnTo>
                    <a:pt x="1410289" y="1659243"/>
                  </a:lnTo>
                  <a:lnTo>
                    <a:pt x="1410294" y="1659264"/>
                  </a:lnTo>
                  <a:lnTo>
                    <a:pt x="1410293" y="1659279"/>
                  </a:lnTo>
                  <a:lnTo>
                    <a:pt x="1410289" y="1659291"/>
                  </a:lnTo>
                  <a:lnTo>
                    <a:pt x="1410280" y="1659311"/>
                  </a:lnTo>
                  <a:lnTo>
                    <a:pt x="1410273" y="1659330"/>
                  </a:lnTo>
                  <a:lnTo>
                    <a:pt x="1410268" y="1659353"/>
                  </a:lnTo>
                  <a:lnTo>
                    <a:pt x="1410263" y="1659380"/>
                  </a:lnTo>
                  <a:lnTo>
                    <a:pt x="1410264" y="1659397"/>
                  </a:lnTo>
                  <a:lnTo>
                    <a:pt x="1410270" y="1659413"/>
                  </a:lnTo>
                  <a:lnTo>
                    <a:pt x="1410289" y="1659439"/>
                  </a:lnTo>
                  <a:lnTo>
                    <a:pt x="1410298" y="1659460"/>
                  </a:lnTo>
                  <a:lnTo>
                    <a:pt x="1410308" y="1659483"/>
                  </a:lnTo>
                  <a:lnTo>
                    <a:pt x="1410316" y="1659520"/>
                  </a:lnTo>
                  <a:lnTo>
                    <a:pt x="1410322" y="1659559"/>
                  </a:lnTo>
                  <a:lnTo>
                    <a:pt x="1410323" y="1659575"/>
                  </a:lnTo>
                  <a:lnTo>
                    <a:pt x="1410320" y="1659587"/>
                  </a:lnTo>
                  <a:lnTo>
                    <a:pt x="1410314" y="1659594"/>
                  </a:lnTo>
                  <a:lnTo>
                    <a:pt x="1410308" y="1659599"/>
                  </a:lnTo>
                  <a:lnTo>
                    <a:pt x="1410292" y="1659607"/>
                  </a:lnTo>
                  <a:lnTo>
                    <a:pt x="1410272" y="1659615"/>
                  </a:lnTo>
                  <a:lnTo>
                    <a:pt x="1410259" y="1659624"/>
                  </a:lnTo>
                  <a:lnTo>
                    <a:pt x="1410254" y="1659637"/>
                  </a:lnTo>
                  <a:lnTo>
                    <a:pt x="1410256" y="1659647"/>
                  </a:lnTo>
                  <a:lnTo>
                    <a:pt x="1410266" y="1659663"/>
                  </a:lnTo>
                  <a:lnTo>
                    <a:pt x="1410285" y="1659684"/>
                  </a:lnTo>
                  <a:lnTo>
                    <a:pt x="1410303" y="1659701"/>
                  </a:lnTo>
                  <a:lnTo>
                    <a:pt x="1410324" y="1659723"/>
                  </a:lnTo>
                  <a:lnTo>
                    <a:pt x="1410340" y="1659742"/>
                  </a:lnTo>
                  <a:lnTo>
                    <a:pt x="1410355" y="1659764"/>
                  </a:lnTo>
                  <a:lnTo>
                    <a:pt x="1410366" y="1659791"/>
                  </a:lnTo>
                  <a:lnTo>
                    <a:pt x="1410369" y="1659812"/>
                  </a:lnTo>
                  <a:lnTo>
                    <a:pt x="1410366" y="1659831"/>
                  </a:lnTo>
                  <a:lnTo>
                    <a:pt x="1410359" y="1659851"/>
                  </a:lnTo>
                  <a:lnTo>
                    <a:pt x="1410342" y="1659873"/>
                  </a:lnTo>
                  <a:lnTo>
                    <a:pt x="1410338" y="1659877"/>
                  </a:lnTo>
                  <a:lnTo>
                    <a:pt x="1410326" y="1659891"/>
                  </a:lnTo>
                  <a:lnTo>
                    <a:pt x="1410297" y="1659917"/>
                  </a:lnTo>
                  <a:lnTo>
                    <a:pt x="1410269" y="1659939"/>
                  </a:lnTo>
                  <a:lnTo>
                    <a:pt x="1410250" y="1659953"/>
                  </a:lnTo>
                  <a:lnTo>
                    <a:pt x="1410234" y="1659967"/>
                  </a:lnTo>
                  <a:lnTo>
                    <a:pt x="1410217" y="1659988"/>
                  </a:lnTo>
                  <a:lnTo>
                    <a:pt x="1410202" y="1660005"/>
                  </a:lnTo>
                  <a:lnTo>
                    <a:pt x="1410192" y="1660015"/>
                  </a:lnTo>
                  <a:lnTo>
                    <a:pt x="1410185" y="1660023"/>
                  </a:lnTo>
                  <a:lnTo>
                    <a:pt x="1410178" y="1660030"/>
                  </a:lnTo>
                  <a:lnTo>
                    <a:pt x="1410156" y="1660050"/>
                  </a:lnTo>
                  <a:lnTo>
                    <a:pt x="1410150" y="1660058"/>
                  </a:lnTo>
                  <a:lnTo>
                    <a:pt x="1410139" y="1660071"/>
                  </a:lnTo>
                  <a:lnTo>
                    <a:pt x="1410132" y="1660079"/>
                  </a:lnTo>
                  <a:lnTo>
                    <a:pt x="1410106" y="1660105"/>
                  </a:lnTo>
                  <a:lnTo>
                    <a:pt x="1410086" y="1660130"/>
                  </a:lnTo>
                  <a:lnTo>
                    <a:pt x="1410069" y="1660152"/>
                  </a:lnTo>
                  <a:lnTo>
                    <a:pt x="1410057" y="1660169"/>
                  </a:lnTo>
                  <a:lnTo>
                    <a:pt x="1410037" y="1660191"/>
                  </a:lnTo>
                  <a:lnTo>
                    <a:pt x="1410012" y="1660210"/>
                  </a:lnTo>
                  <a:lnTo>
                    <a:pt x="1409983" y="1660226"/>
                  </a:lnTo>
                  <a:lnTo>
                    <a:pt x="1409949" y="1660244"/>
                  </a:lnTo>
                  <a:lnTo>
                    <a:pt x="1409924" y="1660254"/>
                  </a:lnTo>
                  <a:lnTo>
                    <a:pt x="1409907" y="1660258"/>
                  </a:lnTo>
                  <a:lnTo>
                    <a:pt x="1409884" y="1660258"/>
                  </a:lnTo>
                  <a:lnTo>
                    <a:pt x="1409860" y="1660260"/>
                  </a:lnTo>
                  <a:lnTo>
                    <a:pt x="1409848" y="1660262"/>
                  </a:lnTo>
                  <a:lnTo>
                    <a:pt x="1409838" y="1660270"/>
                  </a:lnTo>
                  <a:lnTo>
                    <a:pt x="1409831" y="1660278"/>
                  </a:lnTo>
                  <a:lnTo>
                    <a:pt x="1409821" y="1660296"/>
                  </a:lnTo>
                  <a:lnTo>
                    <a:pt x="1409816" y="1660317"/>
                  </a:lnTo>
                  <a:lnTo>
                    <a:pt x="1409809" y="1660339"/>
                  </a:lnTo>
                  <a:lnTo>
                    <a:pt x="1409799" y="1660357"/>
                  </a:lnTo>
                  <a:lnTo>
                    <a:pt x="1409784" y="1660379"/>
                  </a:lnTo>
                  <a:lnTo>
                    <a:pt x="1409770" y="1660391"/>
                  </a:lnTo>
                  <a:lnTo>
                    <a:pt x="1409765" y="1660394"/>
                  </a:lnTo>
                  <a:lnTo>
                    <a:pt x="1409752" y="1660400"/>
                  </a:lnTo>
                  <a:lnTo>
                    <a:pt x="1409732" y="1660407"/>
                  </a:lnTo>
                  <a:lnTo>
                    <a:pt x="1409706" y="1660412"/>
                  </a:lnTo>
                  <a:lnTo>
                    <a:pt x="1409683" y="1660416"/>
                  </a:lnTo>
                  <a:lnTo>
                    <a:pt x="1409651" y="1660417"/>
                  </a:lnTo>
                  <a:lnTo>
                    <a:pt x="1409637" y="1660420"/>
                  </a:lnTo>
                  <a:lnTo>
                    <a:pt x="1409621" y="1660425"/>
                  </a:lnTo>
                  <a:lnTo>
                    <a:pt x="1409597" y="1660432"/>
                  </a:lnTo>
                  <a:lnTo>
                    <a:pt x="1409582" y="1660434"/>
                  </a:lnTo>
                  <a:lnTo>
                    <a:pt x="1409568" y="1660434"/>
                  </a:lnTo>
                  <a:lnTo>
                    <a:pt x="1409558" y="1660431"/>
                  </a:lnTo>
                  <a:lnTo>
                    <a:pt x="1409540" y="1660422"/>
                  </a:lnTo>
                  <a:lnTo>
                    <a:pt x="1409515" y="1660411"/>
                  </a:lnTo>
                  <a:lnTo>
                    <a:pt x="1409500" y="1660407"/>
                  </a:lnTo>
                  <a:lnTo>
                    <a:pt x="1409486" y="1660401"/>
                  </a:lnTo>
                  <a:lnTo>
                    <a:pt x="1409474" y="1660400"/>
                  </a:lnTo>
                  <a:lnTo>
                    <a:pt x="1409466" y="1660401"/>
                  </a:lnTo>
                  <a:lnTo>
                    <a:pt x="1409458" y="1660404"/>
                  </a:lnTo>
                  <a:lnTo>
                    <a:pt x="1409448" y="1660414"/>
                  </a:lnTo>
                  <a:lnTo>
                    <a:pt x="1409434" y="1660431"/>
                  </a:lnTo>
                  <a:lnTo>
                    <a:pt x="1409417" y="1660453"/>
                  </a:lnTo>
                  <a:lnTo>
                    <a:pt x="1409407" y="1660467"/>
                  </a:lnTo>
                  <a:lnTo>
                    <a:pt x="1409405" y="1660472"/>
                  </a:lnTo>
                  <a:lnTo>
                    <a:pt x="1409400" y="1660481"/>
                  </a:lnTo>
                  <a:lnTo>
                    <a:pt x="1409388" y="1660503"/>
                  </a:lnTo>
                  <a:lnTo>
                    <a:pt x="1409380" y="1660514"/>
                  </a:lnTo>
                  <a:lnTo>
                    <a:pt x="1409372" y="1660520"/>
                  </a:lnTo>
                  <a:lnTo>
                    <a:pt x="1409346" y="1660531"/>
                  </a:lnTo>
                  <a:lnTo>
                    <a:pt x="1409320" y="1660543"/>
                  </a:lnTo>
                  <a:lnTo>
                    <a:pt x="1409296" y="1660554"/>
                  </a:lnTo>
                  <a:lnTo>
                    <a:pt x="1409277" y="1660563"/>
                  </a:lnTo>
                  <a:lnTo>
                    <a:pt x="1409266" y="1660567"/>
                  </a:lnTo>
                  <a:lnTo>
                    <a:pt x="1409258" y="1660567"/>
                  </a:lnTo>
                  <a:lnTo>
                    <a:pt x="1409245" y="1660564"/>
                  </a:lnTo>
                  <a:lnTo>
                    <a:pt x="1409230" y="1660555"/>
                  </a:lnTo>
                  <a:lnTo>
                    <a:pt x="1409209" y="1660544"/>
                  </a:lnTo>
                  <a:lnTo>
                    <a:pt x="1409198" y="1660540"/>
                  </a:lnTo>
                  <a:lnTo>
                    <a:pt x="1409181" y="1660540"/>
                  </a:lnTo>
                  <a:lnTo>
                    <a:pt x="1409143" y="1660540"/>
                  </a:lnTo>
                  <a:lnTo>
                    <a:pt x="1409117" y="1660539"/>
                  </a:lnTo>
                  <a:lnTo>
                    <a:pt x="1409094" y="1660535"/>
                  </a:lnTo>
                  <a:lnTo>
                    <a:pt x="1409070" y="1660526"/>
                  </a:lnTo>
                  <a:lnTo>
                    <a:pt x="1409061" y="1660523"/>
                  </a:lnTo>
                  <a:lnTo>
                    <a:pt x="1409042" y="1660522"/>
                  </a:lnTo>
                  <a:lnTo>
                    <a:pt x="1408994" y="1660516"/>
                  </a:lnTo>
                  <a:lnTo>
                    <a:pt x="1408969" y="1660514"/>
                  </a:lnTo>
                  <a:lnTo>
                    <a:pt x="1408949" y="1660513"/>
                  </a:lnTo>
                  <a:lnTo>
                    <a:pt x="1408930" y="1660514"/>
                  </a:lnTo>
                  <a:lnTo>
                    <a:pt x="1408914" y="1660517"/>
                  </a:lnTo>
                  <a:lnTo>
                    <a:pt x="1408905" y="1660517"/>
                  </a:lnTo>
                  <a:lnTo>
                    <a:pt x="1408901" y="1660514"/>
                  </a:lnTo>
                  <a:lnTo>
                    <a:pt x="1408893" y="1660505"/>
                  </a:lnTo>
                  <a:lnTo>
                    <a:pt x="1408886" y="1660500"/>
                  </a:lnTo>
                  <a:lnTo>
                    <a:pt x="1408881" y="1660500"/>
                  </a:lnTo>
                  <a:lnTo>
                    <a:pt x="1408870" y="1660498"/>
                  </a:lnTo>
                  <a:lnTo>
                    <a:pt x="1408862" y="1660498"/>
                  </a:lnTo>
                  <a:lnTo>
                    <a:pt x="1408852" y="1660501"/>
                  </a:lnTo>
                  <a:lnTo>
                    <a:pt x="1408847" y="1660506"/>
                  </a:lnTo>
                  <a:lnTo>
                    <a:pt x="1408839" y="1660519"/>
                  </a:lnTo>
                  <a:lnTo>
                    <a:pt x="1408828" y="1660544"/>
                  </a:lnTo>
                  <a:lnTo>
                    <a:pt x="1408815" y="1660574"/>
                  </a:lnTo>
                  <a:lnTo>
                    <a:pt x="1408797" y="1660616"/>
                  </a:lnTo>
                  <a:lnTo>
                    <a:pt x="1408779" y="1660648"/>
                  </a:lnTo>
                  <a:lnTo>
                    <a:pt x="1408770" y="1660661"/>
                  </a:lnTo>
                  <a:lnTo>
                    <a:pt x="1408765" y="1660670"/>
                  </a:lnTo>
                  <a:lnTo>
                    <a:pt x="1408748" y="1660688"/>
                  </a:lnTo>
                  <a:lnTo>
                    <a:pt x="1408735" y="1660699"/>
                  </a:lnTo>
                  <a:lnTo>
                    <a:pt x="1408714" y="1660707"/>
                  </a:lnTo>
                  <a:lnTo>
                    <a:pt x="1408685" y="1660710"/>
                  </a:lnTo>
                  <a:lnTo>
                    <a:pt x="1408660" y="1660719"/>
                  </a:lnTo>
                  <a:lnTo>
                    <a:pt x="1408641" y="1660730"/>
                  </a:lnTo>
                  <a:lnTo>
                    <a:pt x="1408629" y="1660742"/>
                  </a:lnTo>
                  <a:lnTo>
                    <a:pt x="1408615" y="1660764"/>
                  </a:lnTo>
                  <a:lnTo>
                    <a:pt x="1408606" y="1660779"/>
                  </a:lnTo>
                  <a:lnTo>
                    <a:pt x="1408599" y="1660786"/>
                  </a:lnTo>
                  <a:lnTo>
                    <a:pt x="1408589" y="1660796"/>
                  </a:lnTo>
                  <a:lnTo>
                    <a:pt x="1408579" y="1660805"/>
                  </a:lnTo>
                  <a:lnTo>
                    <a:pt x="1408567" y="1660817"/>
                  </a:lnTo>
                  <a:lnTo>
                    <a:pt x="1408553" y="1660830"/>
                  </a:lnTo>
                  <a:lnTo>
                    <a:pt x="1408548" y="1660842"/>
                  </a:lnTo>
                  <a:lnTo>
                    <a:pt x="1408535" y="1660856"/>
                  </a:lnTo>
                  <a:lnTo>
                    <a:pt x="1408512" y="1660873"/>
                  </a:lnTo>
                  <a:lnTo>
                    <a:pt x="1408489" y="1660883"/>
                  </a:lnTo>
                  <a:lnTo>
                    <a:pt x="1408462" y="1660895"/>
                  </a:lnTo>
                  <a:lnTo>
                    <a:pt x="1408441" y="1660905"/>
                  </a:lnTo>
                  <a:lnTo>
                    <a:pt x="1408420" y="1660919"/>
                  </a:lnTo>
                  <a:lnTo>
                    <a:pt x="1408414" y="1660923"/>
                  </a:lnTo>
                  <a:lnTo>
                    <a:pt x="1408409" y="1660927"/>
                  </a:lnTo>
                  <a:lnTo>
                    <a:pt x="1408396" y="1660937"/>
                  </a:lnTo>
                  <a:lnTo>
                    <a:pt x="1408387" y="1660945"/>
                  </a:lnTo>
                  <a:lnTo>
                    <a:pt x="1408378" y="1660954"/>
                  </a:lnTo>
                  <a:lnTo>
                    <a:pt x="1408368" y="1660966"/>
                  </a:lnTo>
                  <a:lnTo>
                    <a:pt x="1408349" y="1660987"/>
                  </a:lnTo>
                  <a:lnTo>
                    <a:pt x="1408331" y="1661001"/>
                  </a:lnTo>
                  <a:lnTo>
                    <a:pt x="1408307" y="1661013"/>
                  </a:lnTo>
                  <a:lnTo>
                    <a:pt x="1408283" y="1661028"/>
                  </a:lnTo>
                  <a:lnTo>
                    <a:pt x="1408268" y="1661045"/>
                  </a:lnTo>
                  <a:lnTo>
                    <a:pt x="1408262" y="1661061"/>
                  </a:lnTo>
                  <a:lnTo>
                    <a:pt x="1408257" y="1661084"/>
                  </a:lnTo>
                  <a:lnTo>
                    <a:pt x="1408257" y="1661107"/>
                  </a:lnTo>
                  <a:lnTo>
                    <a:pt x="1408257" y="1661127"/>
                  </a:lnTo>
                  <a:lnTo>
                    <a:pt x="1408252" y="1661142"/>
                  </a:lnTo>
                  <a:lnTo>
                    <a:pt x="1408243" y="1661151"/>
                  </a:lnTo>
                  <a:lnTo>
                    <a:pt x="1408228" y="1661159"/>
                  </a:lnTo>
                  <a:lnTo>
                    <a:pt x="1408199" y="1661167"/>
                  </a:lnTo>
                  <a:lnTo>
                    <a:pt x="1408171" y="1661174"/>
                  </a:lnTo>
                  <a:lnTo>
                    <a:pt x="1408150" y="1661178"/>
                  </a:lnTo>
                  <a:lnTo>
                    <a:pt x="1408139" y="1661183"/>
                  </a:lnTo>
                  <a:lnTo>
                    <a:pt x="1408124" y="1661198"/>
                  </a:lnTo>
                  <a:lnTo>
                    <a:pt x="1408109" y="1661218"/>
                  </a:lnTo>
                  <a:lnTo>
                    <a:pt x="1408089" y="1661247"/>
                  </a:lnTo>
                  <a:lnTo>
                    <a:pt x="1408076" y="1661260"/>
                  </a:lnTo>
                  <a:lnTo>
                    <a:pt x="1408057" y="1661271"/>
                  </a:lnTo>
                  <a:lnTo>
                    <a:pt x="1408052" y="1661272"/>
                  </a:lnTo>
                  <a:lnTo>
                    <a:pt x="1408039" y="1661274"/>
                  </a:lnTo>
                  <a:lnTo>
                    <a:pt x="1408021" y="1661270"/>
                  </a:lnTo>
                  <a:lnTo>
                    <a:pt x="1408000" y="1661259"/>
                  </a:lnTo>
                  <a:lnTo>
                    <a:pt x="1407978" y="1661246"/>
                  </a:lnTo>
                  <a:lnTo>
                    <a:pt x="1407961" y="1661241"/>
                  </a:lnTo>
                  <a:lnTo>
                    <a:pt x="1407947" y="1661240"/>
                  </a:lnTo>
                  <a:lnTo>
                    <a:pt x="1407933" y="1661243"/>
                  </a:lnTo>
                  <a:lnTo>
                    <a:pt x="1407920" y="1661252"/>
                  </a:lnTo>
                  <a:lnTo>
                    <a:pt x="1407911" y="1661271"/>
                  </a:lnTo>
                  <a:lnTo>
                    <a:pt x="1407904" y="1661292"/>
                  </a:lnTo>
                  <a:lnTo>
                    <a:pt x="1407889" y="1661319"/>
                  </a:lnTo>
                  <a:lnTo>
                    <a:pt x="1407884" y="1661332"/>
                  </a:lnTo>
                  <a:lnTo>
                    <a:pt x="1407878" y="1661347"/>
                  </a:lnTo>
                  <a:lnTo>
                    <a:pt x="1407872" y="1661381"/>
                  </a:lnTo>
                  <a:lnTo>
                    <a:pt x="1407863" y="1661422"/>
                  </a:lnTo>
                  <a:lnTo>
                    <a:pt x="1407861" y="1661434"/>
                  </a:lnTo>
                  <a:lnTo>
                    <a:pt x="1407857" y="1661453"/>
                  </a:lnTo>
                  <a:lnTo>
                    <a:pt x="1407849" y="1661480"/>
                  </a:lnTo>
                  <a:lnTo>
                    <a:pt x="1407842" y="1661508"/>
                  </a:lnTo>
                  <a:lnTo>
                    <a:pt x="1407839" y="1661528"/>
                  </a:lnTo>
                  <a:lnTo>
                    <a:pt x="1407837" y="1661558"/>
                  </a:lnTo>
                  <a:lnTo>
                    <a:pt x="1407837" y="1661588"/>
                  </a:lnTo>
                  <a:lnTo>
                    <a:pt x="1407836" y="1661618"/>
                  </a:lnTo>
                  <a:lnTo>
                    <a:pt x="1407831" y="1661639"/>
                  </a:lnTo>
                  <a:lnTo>
                    <a:pt x="1407819" y="1661652"/>
                  </a:lnTo>
                  <a:lnTo>
                    <a:pt x="1407808" y="1661659"/>
                  </a:lnTo>
                  <a:lnTo>
                    <a:pt x="1407790" y="1661663"/>
                  </a:lnTo>
                  <a:lnTo>
                    <a:pt x="1407772" y="1661668"/>
                  </a:lnTo>
                  <a:lnTo>
                    <a:pt x="1407758" y="1661678"/>
                  </a:lnTo>
                  <a:lnTo>
                    <a:pt x="1407751" y="1661689"/>
                  </a:lnTo>
                  <a:lnTo>
                    <a:pt x="1407745" y="1661709"/>
                  </a:lnTo>
                  <a:lnTo>
                    <a:pt x="1407738" y="1661738"/>
                  </a:lnTo>
                  <a:lnTo>
                    <a:pt x="1407729" y="1661771"/>
                  </a:lnTo>
                  <a:lnTo>
                    <a:pt x="1407720" y="1661792"/>
                  </a:lnTo>
                  <a:lnTo>
                    <a:pt x="1407711" y="1661820"/>
                  </a:lnTo>
                  <a:lnTo>
                    <a:pt x="1407700" y="1661844"/>
                  </a:lnTo>
                  <a:lnTo>
                    <a:pt x="1407688" y="1661849"/>
                  </a:lnTo>
                  <a:lnTo>
                    <a:pt x="1407669" y="1661847"/>
                  </a:lnTo>
                  <a:lnTo>
                    <a:pt x="1407656" y="1661838"/>
                  </a:lnTo>
                  <a:lnTo>
                    <a:pt x="1407644" y="1661833"/>
                  </a:lnTo>
                  <a:lnTo>
                    <a:pt x="1407632" y="1661833"/>
                  </a:lnTo>
                  <a:lnTo>
                    <a:pt x="1407623" y="1661835"/>
                  </a:lnTo>
                  <a:lnTo>
                    <a:pt x="1407615" y="1661842"/>
                  </a:lnTo>
                  <a:lnTo>
                    <a:pt x="1407608" y="1661850"/>
                  </a:lnTo>
                  <a:lnTo>
                    <a:pt x="1407601" y="1661865"/>
                  </a:lnTo>
                  <a:lnTo>
                    <a:pt x="1407596" y="1661875"/>
                  </a:lnTo>
                  <a:lnTo>
                    <a:pt x="1407591" y="1661881"/>
                  </a:lnTo>
                  <a:lnTo>
                    <a:pt x="1407581" y="1661886"/>
                  </a:lnTo>
                  <a:lnTo>
                    <a:pt x="1407571" y="1661881"/>
                  </a:lnTo>
                  <a:lnTo>
                    <a:pt x="1407552" y="1661866"/>
                  </a:lnTo>
                  <a:lnTo>
                    <a:pt x="1407539" y="1661857"/>
                  </a:lnTo>
                  <a:lnTo>
                    <a:pt x="1407528" y="1661856"/>
                  </a:lnTo>
                  <a:lnTo>
                    <a:pt x="1407519" y="1661862"/>
                  </a:lnTo>
                  <a:lnTo>
                    <a:pt x="1407506" y="1661869"/>
                  </a:lnTo>
                  <a:lnTo>
                    <a:pt x="1407488" y="1661886"/>
                  </a:lnTo>
                  <a:lnTo>
                    <a:pt x="1407466" y="1661904"/>
                  </a:lnTo>
                  <a:lnTo>
                    <a:pt x="1407458" y="1661907"/>
                  </a:lnTo>
                  <a:lnTo>
                    <a:pt x="1407445" y="1661911"/>
                  </a:lnTo>
                  <a:lnTo>
                    <a:pt x="1407424" y="1661914"/>
                  </a:lnTo>
                  <a:lnTo>
                    <a:pt x="1407410" y="1661912"/>
                  </a:lnTo>
                  <a:lnTo>
                    <a:pt x="1407391" y="1661904"/>
                  </a:lnTo>
                  <a:lnTo>
                    <a:pt x="1407376" y="1661896"/>
                  </a:lnTo>
                  <a:lnTo>
                    <a:pt x="1407359" y="1661894"/>
                  </a:lnTo>
                  <a:lnTo>
                    <a:pt x="1407338" y="1661893"/>
                  </a:lnTo>
                  <a:lnTo>
                    <a:pt x="1407325" y="1661897"/>
                  </a:lnTo>
                  <a:lnTo>
                    <a:pt x="1407310" y="1661907"/>
                  </a:lnTo>
                  <a:lnTo>
                    <a:pt x="1407292" y="1661920"/>
                  </a:lnTo>
                  <a:lnTo>
                    <a:pt x="1407280" y="1661927"/>
                  </a:lnTo>
                  <a:lnTo>
                    <a:pt x="1407267" y="1661932"/>
                  </a:lnTo>
                  <a:lnTo>
                    <a:pt x="1407242" y="1661929"/>
                  </a:lnTo>
                  <a:lnTo>
                    <a:pt x="1407218" y="1661922"/>
                  </a:lnTo>
                  <a:lnTo>
                    <a:pt x="1407200" y="1661912"/>
                  </a:lnTo>
                  <a:lnTo>
                    <a:pt x="1407191" y="1661906"/>
                  </a:lnTo>
                  <a:lnTo>
                    <a:pt x="1407180" y="1661906"/>
                  </a:lnTo>
                  <a:lnTo>
                    <a:pt x="1407170" y="1661908"/>
                  </a:lnTo>
                  <a:lnTo>
                    <a:pt x="1407160" y="1661913"/>
                  </a:lnTo>
                  <a:lnTo>
                    <a:pt x="1407148" y="1661920"/>
                  </a:lnTo>
                  <a:lnTo>
                    <a:pt x="1407134" y="1661923"/>
                  </a:lnTo>
                  <a:lnTo>
                    <a:pt x="1407125" y="1661919"/>
                  </a:lnTo>
                  <a:lnTo>
                    <a:pt x="1407110" y="1661912"/>
                  </a:lnTo>
                  <a:lnTo>
                    <a:pt x="1407093" y="1661901"/>
                  </a:lnTo>
                  <a:lnTo>
                    <a:pt x="1407079" y="1661886"/>
                  </a:lnTo>
                  <a:lnTo>
                    <a:pt x="1407061" y="1661867"/>
                  </a:lnTo>
                  <a:lnTo>
                    <a:pt x="1407056" y="1661862"/>
                  </a:lnTo>
                  <a:lnTo>
                    <a:pt x="1407043" y="1661857"/>
                  </a:lnTo>
                  <a:lnTo>
                    <a:pt x="1407035" y="1661858"/>
                  </a:lnTo>
                  <a:lnTo>
                    <a:pt x="1407023" y="1661865"/>
                  </a:lnTo>
                  <a:lnTo>
                    <a:pt x="1407009" y="1661878"/>
                  </a:lnTo>
                  <a:lnTo>
                    <a:pt x="1406995" y="1661892"/>
                  </a:lnTo>
                  <a:lnTo>
                    <a:pt x="1406974" y="1661910"/>
                  </a:lnTo>
                  <a:lnTo>
                    <a:pt x="1406950" y="1661926"/>
                  </a:lnTo>
                  <a:lnTo>
                    <a:pt x="1406930" y="1661932"/>
                  </a:lnTo>
                  <a:lnTo>
                    <a:pt x="1406907" y="1661938"/>
                  </a:lnTo>
                  <a:lnTo>
                    <a:pt x="1406891" y="1661940"/>
                  </a:lnTo>
                  <a:lnTo>
                    <a:pt x="1406855" y="1661945"/>
                  </a:lnTo>
                  <a:lnTo>
                    <a:pt x="1406827" y="1661945"/>
                  </a:lnTo>
                  <a:lnTo>
                    <a:pt x="1406812" y="1661946"/>
                  </a:lnTo>
                  <a:lnTo>
                    <a:pt x="1406800" y="1661945"/>
                  </a:lnTo>
                  <a:lnTo>
                    <a:pt x="1406794" y="1661942"/>
                  </a:lnTo>
                  <a:lnTo>
                    <a:pt x="1406784" y="1661938"/>
                  </a:lnTo>
                  <a:lnTo>
                    <a:pt x="1406772" y="1661933"/>
                  </a:lnTo>
                  <a:lnTo>
                    <a:pt x="1406755" y="1661924"/>
                  </a:lnTo>
                  <a:lnTo>
                    <a:pt x="1406744" y="1661920"/>
                  </a:lnTo>
                  <a:lnTo>
                    <a:pt x="1406738" y="1661918"/>
                  </a:lnTo>
                  <a:lnTo>
                    <a:pt x="1406722" y="1661914"/>
                  </a:lnTo>
                  <a:lnTo>
                    <a:pt x="1406706" y="1661910"/>
                  </a:lnTo>
                  <a:lnTo>
                    <a:pt x="1406684" y="1661904"/>
                  </a:lnTo>
                  <a:lnTo>
                    <a:pt x="1406664" y="1661897"/>
                  </a:lnTo>
                  <a:lnTo>
                    <a:pt x="1406650" y="1661890"/>
                  </a:lnTo>
                  <a:lnTo>
                    <a:pt x="1406637" y="1661880"/>
                  </a:lnTo>
                  <a:lnTo>
                    <a:pt x="1406622" y="1661859"/>
                  </a:lnTo>
                  <a:lnTo>
                    <a:pt x="1406614" y="1661848"/>
                  </a:lnTo>
                  <a:lnTo>
                    <a:pt x="1406605" y="1661843"/>
                  </a:lnTo>
                  <a:lnTo>
                    <a:pt x="1406599" y="1661843"/>
                  </a:lnTo>
                  <a:lnTo>
                    <a:pt x="1406590" y="1661847"/>
                  </a:lnTo>
                  <a:lnTo>
                    <a:pt x="1406582" y="1661857"/>
                  </a:lnTo>
                  <a:lnTo>
                    <a:pt x="1406578" y="1661861"/>
                  </a:lnTo>
                  <a:lnTo>
                    <a:pt x="1406569" y="1661869"/>
                  </a:lnTo>
                  <a:lnTo>
                    <a:pt x="1406559" y="1661878"/>
                  </a:lnTo>
                  <a:lnTo>
                    <a:pt x="1406551" y="1661883"/>
                  </a:lnTo>
                  <a:lnTo>
                    <a:pt x="1406542" y="1661886"/>
                  </a:lnTo>
                  <a:lnTo>
                    <a:pt x="1406532" y="1661884"/>
                  </a:lnTo>
                  <a:lnTo>
                    <a:pt x="1406518" y="1661867"/>
                  </a:lnTo>
                  <a:lnTo>
                    <a:pt x="1406508" y="1661845"/>
                  </a:lnTo>
                  <a:lnTo>
                    <a:pt x="1406498" y="1661824"/>
                  </a:lnTo>
                  <a:lnTo>
                    <a:pt x="1406489" y="1661813"/>
                  </a:lnTo>
                  <a:lnTo>
                    <a:pt x="1406480" y="1661808"/>
                  </a:lnTo>
                  <a:lnTo>
                    <a:pt x="1406452" y="1661799"/>
                  </a:lnTo>
                  <a:lnTo>
                    <a:pt x="1406429" y="1661794"/>
                  </a:lnTo>
                  <a:lnTo>
                    <a:pt x="1406411" y="1661788"/>
                  </a:lnTo>
                  <a:lnTo>
                    <a:pt x="1406389" y="1661780"/>
                  </a:lnTo>
                  <a:lnTo>
                    <a:pt x="1406367" y="1661770"/>
                  </a:lnTo>
                  <a:lnTo>
                    <a:pt x="1406361" y="1661767"/>
                  </a:lnTo>
                  <a:lnTo>
                    <a:pt x="1406335" y="1661752"/>
                  </a:lnTo>
                  <a:lnTo>
                    <a:pt x="1406314" y="1661736"/>
                  </a:lnTo>
                  <a:lnTo>
                    <a:pt x="1406298" y="1661723"/>
                  </a:lnTo>
                  <a:lnTo>
                    <a:pt x="1406282" y="1661708"/>
                  </a:lnTo>
                  <a:lnTo>
                    <a:pt x="1406269" y="1661696"/>
                  </a:lnTo>
                  <a:lnTo>
                    <a:pt x="1406247" y="1661679"/>
                  </a:lnTo>
                  <a:lnTo>
                    <a:pt x="1406236" y="1661673"/>
                  </a:lnTo>
                  <a:lnTo>
                    <a:pt x="1406220" y="1661669"/>
                  </a:lnTo>
                  <a:lnTo>
                    <a:pt x="1406205" y="1661669"/>
                  </a:lnTo>
                  <a:lnTo>
                    <a:pt x="1406194" y="1661674"/>
                  </a:lnTo>
                  <a:lnTo>
                    <a:pt x="1406181" y="1661684"/>
                  </a:lnTo>
                  <a:lnTo>
                    <a:pt x="1406166" y="1661697"/>
                  </a:lnTo>
                  <a:lnTo>
                    <a:pt x="1406151" y="1661708"/>
                  </a:lnTo>
                  <a:lnTo>
                    <a:pt x="1406146" y="1661711"/>
                  </a:lnTo>
                  <a:lnTo>
                    <a:pt x="1406139" y="1661715"/>
                  </a:lnTo>
                  <a:lnTo>
                    <a:pt x="1406119" y="1661718"/>
                  </a:lnTo>
                  <a:lnTo>
                    <a:pt x="1406110" y="1661717"/>
                  </a:lnTo>
                  <a:lnTo>
                    <a:pt x="1406105" y="1661717"/>
                  </a:lnTo>
                  <a:lnTo>
                    <a:pt x="1406093" y="1661718"/>
                  </a:lnTo>
                  <a:lnTo>
                    <a:pt x="1406080" y="1661723"/>
                  </a:lnTo>
                  <a:lnTo>
                    <a:pt x="1406061" y="1661740"/>
                  </a:lnTo>
                  <a:lnTo>
                    <a:pt x="1406045" y="1661760"/>
                  </a:lnTo>
                  <a:lnTo>
                    <a:pt x="1406032" y="1661775"/>
                  </a:lnTo>
                  <a:lnTo>
                    <a:pt x="1406022" y="1661786"/>
                  </a:lnTo>
                  <a:lnTo>
                    <a:pt x="1406014" y="1661796"/>
                  </a:lnTo>
                  <a:lnTo>
                    <a:pt x="1406000" y="1661803"/>
                  </a:lnTo>
                  <a:lnTo>
                    <a:pt x="1405982" y="1661811"/>
                  </a:lnTo>
                  <a:lnTo>
                    <a:pt x="1405969" y="1661816"/>
                  </a:lnTo>
                  <a:lnTo>
                    <a:pt x="1405958" y="1661822"/>
                  </a:lnTo>
                  <a:lnTo>
                    <a:pt x="1405947" y="1661829"/>
                  </a:lnTo>
                  <a:lnTo>
                    <a:pt x="1405937" y="1661840"/>
                  </a:lnTo>
                  <a:lnTo>
                    <a:pt x="1405928" y="1661854"/>
                  </a:lnTo>
                  <a:lnTo>
                    <a:pt x="1405918" y="1661870"/>
                  </a:lnTo>
                  <a:lnTo>
                    <a:pt x="1405912" y="1661886"/>
                  </a:lnTo>
                  <a:lnTo>
                    <a:pt x="1405907" y="1661903"/>
                  </a:lnTo>
                  <a:lnTo>
                    <a:pt x="1405899" y="1661925"/>
                  </a:lnTo>
                  <a:lnTo>
                    <a:pt x="1405887" y="1661938"/>
                  </a:lnTo>
                  <a:lnTo>
                    <a:pt x="1405869" y="1661949"/>
                  </a:lnTo>
                  <a:lnTo>
                    <a:pt x="1405830" y="1661962"/>
                  </a:lnTo>
                  <a:lnTo>
                    <a:pt x="1405803" y="1661972"/>
                  </a:lnTo>
                  <a:lnTo>
                    <a:pt x="1405797" y="1661974"/>
                  </a:lnTo>
                  <a:lnTo>
                    <a:pt x="1405773" y="1661981"/>
                  </a:lnTo>
                  <a:lnTo>
                    <a:pt x="1405747" y="1661992"/>
                  </a:lnTo>
                  <a:lnTo>
                    <a:pt x="1405715" y="1662004"/>
                  </a:lnTo>
                  <a:lnTo>
                    <a:pt x="1405700" y="1662011"/>
                  </a:lnTo>
                  <a:lnTo>
                    <a:pt x="1405693" y="1662016"/>
                  </a:lnTo>
                  <a:lnTo>
                    <a:pt x="1405685" y="1662025"/>
                  </a:lnTo>
                  <a:lnTo>
                    <a:pt x="1405682" y="1662035"/>
                  </a:lnTo>
                  <a:lnTo>
                    <a:pt x="1405682" y="1662050"/>
                  </a:lnTo>
                  <a:lnTo>
                    <a:pt x="1405685" y="1662094"/>
                  </a:lnTo>
                  <a:lnTo>
                    <a:pt x="1405686" y="1662141"/>
                  </a:lnTo>
                  <a:lnTo>
                    <a:pt x="1405684" y="1662166"/>
                  </a:lnTo>
                  <a:lnTo>
                    <a:pt x="1405681" y="1662176"/>
                  </a:lnTo>
                  <a:lnTo>
                    <a:pt x="1405671" y="1662183"/>
                  </a:lnTo>
                  <a:lnTo>
                    <a:pt x="1405657" y="1662191"/>
                  </a:lnTo>
                  <a:lnTo>
                    <a:pt x="1405624" y="1662204"/>
                  </a:lnTo>
                  <a:lnTo>
                    <a:pt x="1405607" y="1662216"/>
                  </a:lnTo>
                  <a:lnTo>
                    <a:pt x="1405596" y="1662225"/>
                  </a:lnTo>
                  <a:lnTo>
                    <a:pt x="1405590" y="1662237"/>
                  </a:lnTo>
                  <a:lnTo>
                    <a:pt x="1405589" y="1662249"/>
                  </a:lnTo>
                  <a:lnTo>
                    <a:pt x="1405593" y="1662261"/>
                  </a:lnTo>
                  <a:lnTo>
                    <a:pt x="1405604" y="1662278"/>
                  </a:lnTo>
                  <a:lnTo>
                    <a:pt x="1405615" y="1662293"/>
                  </a:lnTo>
                  <a:lnTo>
                    <a:pt x="1405623" y="1662308"/>
                  </a:lnTo>
                  <a:lnTo>
                    <a:pt x="1405625" y="1662323"/>
                  </a:lnTo>
                  <a:lnTo>
                    <a:pt x="1405626" y="1662341"/>
                  </a:lnTo>
                  <a:lnTo>
                    <a:pt x="1405629" y="1662359"/>
                  </a:lnTo>
                  <a:lnTo>
                    <a:pt x="1405637" y="1662379"/>
                  </a:lnTo>
                  <a:lnTo>
                    <a:pt x="1405647" y="1662407"/>
                  </a:lnTo>
                  <a:lnTo>
                    <a:pt x="1405652" y="1662438"/>
                  </a:lnTo>
                  <a:lnTo>
                    <a:pt x="1405652" y="1662473"/>
                  </a:lnTo>
                  <a:lnTo>
                    <a:pt x="1405650" y="1662508"/>
                  </a:lnTo>
                  <a:lnTo>
                    <a:pt x="1405646" y="1662537"/>
                  </a:lnTo>
                  <a:lnTo>
                    <a:pt x="1405643" y="1662563"/>
                  </a:lnTo>
                  <a:lnTo>
                    <a:pt x="1405640" y="1662575"/>
                  </a:lnTo>
                  <a:lnTo>
                    <a:pt x="1405637" y="1662587"/>
                  </a:lnTo>
                  <a:lnTo>
                    <a:pt x="1405630" y="1662613"/>
                  </a:lnTo>
                  <a:lnTo>
                    <a:pt x="1405628" y="1662631"/>
                  </a:lnTo>
                  <a:lnTo>
                    <a:pt x="1405633" y="1662645"/>
                  </a:lnTo>
                  <a:lnTo>
                    <a:pt x="1405648" y="1662664"/>
                  </a:lnTo>
                  <a:lnTo>
                    <a:pt x="1405665" y="1662686"/>
                  </a:lnTo>
                  <a:lnTo>
                    <a:pt x="1405670" y="1662703"/>
                  </a:lnTo>
                  <a:lnTo>
                    <a:pt x="1405666" y="1662720"/>
                  </a:lnTo>
                  <a:lnTo>
                    <a:pt x="1405663" y="1662727"/>
                  </a:lnTo>
                  <a:lnTo>
                    <a:pt x="1405656" y="1662741"/>
                  </a:lnTo>
                  <a:lnTo>
                    <a:pt x="1405636" y="1662762"/>
                  </a:lnTo>
                  <a:lnTo>
                    <a:pt x="1405621" y="1662772"/>
                  </a:lnTo>
                  <a:lnTo>
                    <a:pt x="1405608" y="1662771"/>
                  </a:lnTo>
                  <a:lnTo>
                    <a:pt x="1405596" y="1662764"/>
                  </a:lnTo>
                  <a:lnTo>
                    <a:pt x="1405582" y="1662757"/>
                  </a:lnTo>
                  <a:lnTo>
                    <a:pt x="1405571" y="1662756"/>
                  </a:lnTo>
                  <a:lnTo>
                    <a:pt x="1405562" y="1662763"/>
                  </a:lnTo>
                  <a:lnTo>
                    <a:pt x="1405546" y="1662777"/>
                  </a:lnTo>
                  <a:lnTo>
                    <a:pt x="1405538" y="1662786"/>
                  </a:lnTo>
                  <a:lnTo>
                    <a:pt x="1405528" y="1662797"/>
                  </a:lnTo>
                  <a:lnTo>
                    <a:pt x="1405511" y="1662814"/>
                  </a:lnTo>
                  <a:lnTo>
                    <a:pt x="1405496" y="1662822"/>
                  </a:lnTo>
                  <a:lnTo>
                    <a:pt x="1405476" y="1662826"/>
                  </a:lnTo>
                  <a:lnTo>
                    <a:pt x="1405437" y="1662824"/>
                  </a:lnTo>
                  <a:lnTo>
                    <a:pt x="1405404" y="1662818"/>
                  </a:lnTo>
                  <a:lnTo>
                    <a:pt x="1405369" y="1662803"/>
                  </a:lnTo>
                  <a:lnTo>
                    <a:pt x="1405339" y="1662785"/>
                  </a:lnTo>
                  <a:lnTo>
                    <a:pt x="1405316" y="1662771"/>
                  </a:lnTo>
                  <a:lnTo>
                    <a:pt x="1405294" y="1662761"/>
                  </a:lnTo>
                  <a:lnTo>
                    <a:pt x="1405287" y="1662758"/>
                  </a:lnTo>
                  <a:lnTo>
                    <a:pt x="1405275" y="1662758"/>
                  </a:lnTo>
                  <a:lnTo>
                    <a:pt x="1405267" y="1662760"/>
                  </a:lnTo>
                  <a:lnTo>
                    <a:pt x="1405263" y="1662762"/>
                  </a:lnTo>
                  <a:lnTo>
                    <a:pt x="1405258" y="1662765"/>
                  </a:lnTo>
                  <a:lnTo>
                    <a:pt x="1405252" y="1662772"/>
                  </a:lnTo>
                  <a:lnTo>
                    <a:pt x="1405250" y="1662780"/>
                  </a:lnTo>
                  <a:lnTo>
                    <a:pt x="1405250" y="1662787"/>
                  </a:lnTo>
                  <a:lnTo>
                    <a:pt x="1405258" y="1662799"/>
                  </a:lnTo>
                  <a:lnTo>
                    <a:pt x="1405266" y="1662813"/>
                  </a:lnTo>
                  <a:lnTo>
                    <a:pt x="1405270" y="1662825"/>
                  </a:lnTo>
                  <a:lnTo>
                    <a:pt x="1405272" y="1662838"/>
                  </a:lnTo>
                  <a:lnTo>
                    <a:pt x="1405274" y="1662863"/>
                  </a:lnTo>
                  <a:lnTo>
                    <a:pt x="1405273" y="1662886"/>
                  </a:lnTo>
                  <a:lnTo>
                    <a:pt x="1405271" y="1662912"/>
                  </a:lnTo>
                  <a:lnTo>
                    <a:pt x="1405268" y="1662939"/>
                  </a:lnTo>
                  <a:lnTo>
                    <a:pt x="1405267" y="1662963"/>
                  </a:lnTo>
                  <a:lnTo>
                    <a:pt x="1405267" y="1662969"/>
                  </a:lnTo>
                  <a:lnTo>
                    <a:pt x="1405265" y="1662976"/>
                  </a:lnTo>
                  <a:lnTo>
                    <a:pt x="1405262" y="1662981"/>
                  </a:lnTo>
                  <a:lnTo>
                    <a:pt x="1405254" y="1662989"/>
                  </a:lnTo>
                  <a:lnTo>
                    <a:pt x="1405243" y="1662997"/>
                  </a:lnTo>
                  <a:lnTo>
                    <a:pt x="1405237" y="1663000"/>
                  </a:lnTo>
                  <a:lnTo>
                    <a:pt x="1405229" y="1663004"/>
                  </a:lnTo>
                  <a:lnTo>
                    <a:pt x="1405215" y="1663007"/>
                  </a:lnTo>
                  <a:lnTo>
                    <a:pt x="1405199" y="1663017"/>
                  </a:lnTo>
                  <a:lnTo>
                    <a:pt x="1405183" y="1663042"/>
                  </a:lnTo>
                  <a:lnTo>
                    <a:pt x="1405172" y="1663066"/>
                  </a:lnTo>
                  <a:lnTo>
                    <a:pt x="1405169" y="1663079"/>
                  </a:lnTo>
                  <a:lnTo>
                    <a:pt x="1405165" y="1663097"/>
                  </a:lnTo>
                  <a:lnTo>
                    <a:pt x="1405143" y="1663134"/>
                  </a:lnTo>
                  <a:lnTo>
                    <a:pt x="1405134" y="1663148"/>
                  </a:lnTo>
                  <a:lnTo>
                    <a:pt x="1405126" y="1663161"/>
                  </a:lnTo>
                  <a:lnTo>
                    <a:pt x="1405099" y="1663198"/>
                  </a:lnTo>
                  <a:lnTo>
                    <a:pt x="1405086" y="1663213"/>
                  </a:lnTo>
                  <a:lnTo>
                    <a:pt x="1405061" y="1663237"/>
                  </a:lnTo>
                  <a:lnTo>
                    <a:pt x="1405037" y="1663257"/>
                  </a:lnTo>
                  <a:lnTo>
                    <a:pt x="1405004" y="1663282"/>
                  </a:lnTo>
                  <a:lnTo>
                    <a:pt x="1404991" y="1663294"/>
                  </a:lnTo>
                  <a:lnTo>
                    <a:pt x="1404982" y="1663305"/>
                  </a:lnTo>
                  <a:lnTo>
                    <a:pt x="1404974" y="1663317"/>
                  </a:lnTo>
                  <a:lnTo>
                    <a:pt x="1404970" y="1663335"/>
                  </a:lnTo>
                  <a:lnTo>
                    <a:pt x="1404971" y="1663348"/>
                  </a:lnTo>
                  <a:lnTo>
                    <a:pt x="1404971" y="1663360"/>
                  </a:lnTo>
                  <a:lnTo>
                    <a:pt x="1404969" y="1663369"/>
                  </a:lnTo>
                  <a:lnTo>
                    <a:pt x="1404963" y="1663377"/>
                  </a:lnTo>
                  <a:lnTo>
                    <a:pt x="1404950" y="1663387"/>
                  </a:lnTo>
                  <a:lnTo>
                    <a:pt x="1404939" y="1663394"/>
                  </a:lnTo>
                  <a:lnTo>
                    <a:pt x="1404929" y="1663396"/>
                  </a:lnTo>
                  <a:lnTo>
                    <a:pt x="1404919" y="1663397"/>
                  </a:lnTo>
                  <a:lnTo>
                    <a:pt x="1404912" y="1663398"/>
                  </a:lnTo>
                  <a:lnTo>
                    <a:pt x="1404906" y="1663400"/>
                  </a:lnTo>
                  <a:lnTo>
                    <a:pt x="1404902" y="1663403"/>
                  </a:lnTo>
                  <a:lnTo>
                    <a:pt x="1404899" y="1663408"/>
                  </a:lnTo>
                  <a:lnTo>
                    <a:pt x="1404898" y="1663415"/>
                  </a:lnTo>
                  <a:lnTo>
                    <a:pt x="1404898" y="1663429"/>
                  </a:lnTo>
                  <a:lnTo>
                    <a:pt x="1404898" y="1663453"/>
                  </a:lnTo>
                  <a:lnTo>
                    <a:pt x="1404897" y="1663467"/>
                  </a:lnTo>
                  <a:lnTo>
                    <a:pt x="1404897" y="1663472"/>
                  </a:lnTo>
                  <a:lnTo>
                    <a:pt x="1404897" y="1663485"/>
                  </a:lnTo>
                  <a:lnTo>
                    <a:pt x="1404894" y="1663499"/>
                  </a:lnTo>
                  <a:lnTo>
                    <a:pt x="1404892" y="1663510"/>
                  </a:lnTo>
                  <a:lnTo>
                    <a:pt x="1404890" y="1663518"/>
                  </a:lnTo>
                  <a:lnTo>
                    <a:pt x="1404886" y="1663530"/>
                  </a:lnTo>
                  <a:lnTo>
                    <a:pt x="1404866" y="1663561"/>
                  </a:lnTo>
                  <a:lnTo>
                    <a:pt x="1404851" y="1663584"/>
                  </a:lnTo>
                  <a:lnTo>
                    <a:pt x="1404835" y="1663607"/>
                  </a:lnTo>
                  <a:lnTo>
                    <a:pt x="1404831" y="1663613"/>
                  </a:lnTo>
                  <a:lnTo>
                    <a:pt x="1404825" y="1663622"/>
                  </a:lnTo>
                  <a:lnTo>
                    <a:pt x="1404810" y="1663658"/>
                  </a:lnTo>
                  <a:lnTo>
                    <a:pt x="1404801" y="1663688"/>
                  </a:lnTo>
                  <a:lnTo>
                    <a:pt x="1404795" y="1663709"/>
                  </a:lnTo>
                  <a:lnTo>
                    <a:pt x="1404790" y="1663732"/>
                  </a:lnTo>
                  <a:lnTo>
                    <a:pt x="1404788" y="1663745"/>
                  </a:lnTo>
                  <a:lnTo>
                    <a:pt x="1404787" y="1663757"/>
                  </a:lnTo>
                  <a:lnTo>
                    <a:pt x="1404783" y="1663783"/>
                  </a:lnTo>
                  <a:lnTo>
                    <a:pt x="1404781" y="1663801"/>
                  </a:lnTo>
                  <a:lnTo>
                    <a:pt x="1404779" y="1663808"/>
                  </a:lnTo>
                  <a:lnTo>
                    <a:pt x="1404775" y="1663813"/>
                  </a:lnTo>
                  <a:lnTo>
                    <a:pt x="1404762" y="1663826"/>
                  </a:lnTo>
                  <a:lnTo>
                    <a:pt x="1404753" y="1663838"/>
                  </a:lnTo>
                  <a:lnTo>
                    <a:pt x="1404752" y="1663849"/>
                  </a:lnTo>
                  <a:lnTo>
                    <a:pt x="1404756" y="1663864"/>
                  </a:lnTo>
                  <a:lnTo>
                    <a:pt x="1404761" y="1663875"/>
                  </a:lnTo>
                  <a:lnTo>
                    <a:pt x="1404771" y="1663896"/>
                  </a:lnTo>
                  <a:lnTo>
                    <a:pt x="1404788" y="1663926"/>
                  </a:lnTo>
                  <a:lnTo>
                    <a:pt x="1404795" y="1663939"/>
                  </a:lnTo>
                  <a:lnTo>
                    <a:pt x="1404799" y="1663951"/>
                  </a:lnTo>
                  <a:lnTo>
                    <a:pt x="1404798" y="1663964"/>
                  </a:lnTo>
                  <a:lnTo>
                    <a:pt x="1404794" y="1663975"/>
                  </a:lnTo>
                  <a:lnTo>
                    <a:pt x="1404788" y="1663980"/>
                  </a:lnTo>
                  <a:lnTo>
                    <a:pt x="1404783" y="1663984"/>
                  </a:lnTo>
                  <a:lnTo>
                    <a:pt x="1404777" y="1663990"/>
                  </a:lnTo>
                  <a:lnTo>
                    <a:pt x="1404771" y="1663994"/>
                  </a:lnTo>
                  <a:lnTo>
                    <a:pt x="1404764" y="1664000"/>
                  </a:lnTo>
                  <a:lnTo>
                    <a:pt x="1404756" y="1664002"/>
                  </a:lnTo>
                  <a:lnTo>
                    <a:pt x="1404744" y="1664006"/>
                  </a:lnTo>
                  <a:lnTo>
                    <a:pt x="1404724" y="1664016"/>
                  </a:lnTo>
                  <a:lnTo>
                    <a:pt x="1404707" y="1664030"/>
                  </a:lnTo>
                  <a:lnTo>
                    <a:pt x="1404697" y="1664041"/>
                  </a:lnTo>
                  <a:lnTo>
                    <a:pt x="1404692" y="1664051"/>
                  </a:lnTo>
                  <a:lnTo>
                    <a:pt x="1404689" y="1664063"/>
                  </a:lnTo>
                  <a:lnTo>
                    <a:pt x="1404689" y="1664075"/>
                  </a:lnTo>
                  <a:lnTo>
                    <a:pt x="1404688" y="1664083"/>
                  </a:lnTo>
                  <a:lnTo>
                    <a:pt x="1404690" y="1664091"/>
                  </a:lnTo>
                  <a:lnTo>
                    <a:pt x="1404700" y="1664103"/>
                  </a:lnTo>
                  <a:lnTo>
                    <a:pt x="1404715" y="1664115"/>
                  </a:lnTo>
                  <a:lnTo>
                    <a:pt x="1404733" y="1664131"/>
                  </a:lnTo>
                  <a:lnTo>
                    <a:pt x="1404741" y="1664146"/>
                  </a:lnTo>
                  <a:lnTo>
                    <a:pt x="1404741" y="1664159"/>
                  </a:lnTo>
                  <a:lnTo>
                    <a:pt x="1404741" y="1664166"/>
                  </a:lnTo>
                  <a:lnTo>
                    <a:pt x="1404740" y="1664173"/>
                  </a:lnTo>
                  <a:lnTo>
                    <a:pt x="1404738" y="1664180"/>
                  </a:lnTo>
                  <a:lnTo>
                    <a:pt x="1404733" y="1664187"/>
                  </a:lnTo>
                  <a:lnTo>
                    <a:pt x="1404723" y="1664197"/>
                  </a:lnTo>
                  <a:lnTo>
                    <a:pt x="1404710" y="1664213"/>
                  </a:lnTo>
                  <a:lnTo>
                    <a:pt x="1404698" y="1664224"/>
                  </a:lnTo>
                  <a:lnTo>
                    <a:pt x="1404682" y="1664237"/>
                  </a:lnTo>
                  <a:lnTo>
                    <a:pt x="1404661" y="1664254"/>
                  </a:lnTo>
                  <a:lnTo>
                    <a:pt x="1404641" y="1664268"/>
                  </a:lnTo>
                  <a:lnTo>
                    <a:pt x="1404630" y="1664279"/>
                  </a:lnTo>
                  <a:lnTo>
                    <a:pt x="1404625" y="1664291"/>
                  </a:lnTo>
                  <a:lnTo>
                    <a:pt x="1404621" y="1664309"/>
                  </a:lnTo>
                  <a:lnTo>
                    <a:pt x="1404618" y="1664346"/>
                  </a:lnTo>
                  <a:lnTo>
                    <a:pt x="1404617" y="1664374"/>
                  </a:lnTo>
                  <a:lnTo>
                    <a:pt x="1404616" y="1664392"/>
                  </a:lnTo>
                  <a:lnTo>
                    <a:pt x="1404616" y="1664413"/>
                  </a:lnTo>
                  <a:lnTo>
                    <a:pt x="1404616" y="1664433"/>
                  </a:lnTo>
                  <a:lnTo>
                    <a:pt x="1404617" y="1664447"/>
                  </a:lnTo>
                  <a:lnTo>
                    <a:pt x="1404617" y="1664460"/>
                  </a:lnTo>
                  <a:lnTo>
                    <a:pt x="1404611" y="1664475"/>
                  </a:lnTo>
                  <a:lnTo>
                    <a:pt x="1404606" y="1664481"/>
                  </a:lnTo>
                  <a:lnTo>
                    <a:pt x="1404595" y="1664495"/>
                  </a:lnTo>
                  <a:lnTo>
                    <a:pt x="1404580" y="1664501"/>
                  </a:lnTo>
                  <a:lnTo>
                    <a:pt x="1404572" y="1664502"/>
                  </a:lnTo>
                  <a:lnTo>
                    <a:pt x="1404549" y="1664504"/>
                  </a:lnTo>
                  <a:lnTo>
                    <a:pt x="1404529" y="1664503"/>
                  </a:lnTo>
                  <a:lnTo>
                    <a:pt x="1404523" y="1664502"/>
                  </a:lnTo>
                  <a:lnTo>
                    <a:pt x="1404498" y="1664507"/>
                  </a:lnTo>
                  <a:lnTo>
                    <a:pt x="1404479" y="1664528"/>
                  </a:lnTo>
                  <a:lnTo>
                    <a:pt x="1404461" y="1664555"/>
                  </a:lnTo>
                  <a:lnTo>
                    <a:pt x="1404458" y="1664561"/>
                  </a:lnTo>
                  <a:lnTo>
                    <a:pt x="1404454" y="1664569"/>
                  </a:lnTo>
                  <a:lnTo>
                    <a:pt x="1404447" y="1664584"/>
                  </a:lnTo>
                  <a:lnTo>
                    <a:pt x="1404452" y="1664608"/>
                  </a:lnTo>
                  <a:lnTo>
                    <a:pt x="1404453" y="1664626"/>
                  </a:lnTo>
                  <a:lnTo>
                    <a:pt x="1404437" y="1664661"/>
                  </a:lnTo>
                  <a:lnTo>
                    <a:pt x="1404413" y="1664694"/>
                  </a:lnTo>
                  <a:lnTo>
                    <a:pt x="1404402" y="1664722"/>
                  </a:lnTo>
                  <a:lnTo>
                    <a:pt x="1404405" y="1664746"/>
                  </a:lnTo>
                  <a:lnTo>
                    <a:pt x="1404441" y="1664799"/>
                  </a:lnTo>
                  <a:lnTo>
                    <a:pt x="1404467" y="1664833"/>
                  </a:lnTo>
                  <a:lnTo>
                    <a:pt x="1404479" y="1664866"/>
                  </a:lnTo>
                  <a:lnTo>
                    <a:pt x="1404471" y="1664901"/>
                  </a:lnTo>
                  <a:lnTo>
                    <a:pt x="1404482" y="1664959"/>
                  </a:lnTo>
                  <a:lnTo>
                    <a:pt x="1404529" y="1665056"/>
                  </a:lnTo>
                  <a:lnTo>
                    <a:pt x="1404560" y="1665123"/>
                  </a:lnTo>
                  <a:lnTo>
                    <a:pt x="1404582" y="1665187"/>
                  </a:lnTo>
                  <a:lnTo>
                    <a:pt x="1404601" y="1665279"/>
                  </a:lnTo>
                  <a:lnTo>
                    <a:pt x="1404622" y="1665319"/>
                  </a:lnTo>
                  <a:lnTo>
                    <a:pt x="1404673" y="1665381"/>
                  </a:lnTo>
                  <a:lnTo>
                    <a:pt x="1404694" y="1665407"/>
                  </a:lnTo>
                  <a:lnTo>
                    <a:pt x="1404707" y="1665443"/>
                  </a:lnTo>
                  <a:lnTo>
                    <a:pt x="1404720" y="1665466"/>
                  </a:lnTo>
                  <a:lnTo>
                    <a:pt x="1404783" y="1665513"/>
                  </a:lnTo>
                  <a:lnTo>
                    <a:pt x="1404829" y="1665549"/>
                  </a:lnTo>
                  <a:lnTo>
                    <a:pt x="1404865" y="1665570"/>
                  </a:lnTo>
                  <a:lnTo>
                    <a:pt x="1404901" y="1665587"/>
                  </a:lnTo>
                  <a:lnTo>
                    <a:pt x="1404925" y="1665623"/>
                  </a:lnTo>
                  <a:lnTo>
                    <a:pt x="1404935" y="1665658"/>
                  </a:lnTo>
                  <a:lnTo>
                    <a:pt x="1404934" y="1665689"/>
                  </a:lnTo>
                  <a:lnTo>
                    <a:pt x="1404952" y="1665709"/>
                  </a:lnTo>
                  <a:lnTo>
                    <a:pt x="1404991" y="1665736"/>
                  </a:lnTo>
                  <a:lnTo>
                    <a:pt x="1405039" y="1665800"/>
                  </a:lnTo>
                  <a:lnTo>
                    <a:pt x="1405068" y="1665854"/>
                  </a:lnTo>
                  <a:lnTo>
                    <a:pt x="1405070" y="1665873"/>
                  </a:lnTo>
                  <a:lnTo>
                    <a:pt x="1405071" y="1665891"/>
                  </a:lnTo>
                  <a:lnTo>
                    <a:pt x="1405091" y="1665927"/>
                  </a:lnTo>
                  <a:lnTo>
                    <a:pt x="1405117" y="1665985"/>
                  </a:lnTo>
                  <a:lnTo>
                    <a:pt x="1405123" y="1666010"/>
                  </a:lnTo>
                  <a:lnTo>
                    <a:pt x="1405126" y="1666021"/>
                  </a:lnTo>
                  <a:lnTo>
                    <a:pt x="1405136" y="1666057"/>
                  </a:lnTo>
                  <a:lnTo>
                    <a:pt x="1405170" y="1666099"/>
                  </a:lnTo>
                  <a:lnTo>
                    <a:pt x="1405215" y="1666149"/>
                  </a:lnTo>
                  <a:lnTo>
                    <a:pt x="1405228" y="1666160"/>
                  </a:lnTo>
                  <a:lnTo>
                    <a:pt x="1405261" y="1666201"/>
                  </a:lnTo>
                  <a:lnTo>
                    <a:pt x="1405285" y="1666235"/>
                  </a:lnTo>
                  <a:lnTo>
                    <a:pt x="1405296" y="1666266"/>
                  </a:lnTo>
                  <a:lnTo>
                    <a:pt x="1405324" y="1666304"/>
                  </a:lnTo>
                  <a:lnTo>
                    <a:pt x="1405343" y="1666331"/>
                  </a:lnTo>
                  <a:lnTo>
                    <a:pt x="1405375" y="1666356"/>
                  </a:lnTo>
                  <a:lnTo>
                    <a:pt x="1405430" y="1666387"/>
                  </a:lnTo>
                  <a:lnTo>
                    <a:pt x="1405460" y="1666418"/>
                  </a:lnTo>
                  <a:lnTo>
                    <a:pt x="1405522" y="1666469"/>
                  </a:lnTo>
                  <a:lnTo>
                    <a:pt x="1405564" y="1666502"/>
                  </a:lnTo>
                  <a:lnTo>
                    <a:pt x="1405589" y="1666526"/>
                  </a:lnTo>
                  <a:lnTo>
                    <a:pt x="1405598" y="1666545"/>
                  </a:lnTo>
                  <a:lnTo>
                    <a:pt x="1405597" y="1666565"/>
                  </a:lnTo>
                  <a:lnTo>
                    <a:pt x="1405591" y="1666574"/>
                  </a:lnTo>
                  <a:lnTo>
                    <a:pt x="1405575" y="1666602"/>
                  </a:lnTo>
                  <a:lnTo>
                    <a:pt x="1405570" y="1666621"/>
                  </a:lnTo>
                  <a:lnTo>
                    <a:pt x="1405569" y="1666651"/>
                  </a:lnTo>
                  <a:lnTo>
                    <a:pt x="1405564" y="1666670"/>
                  </a:lnTo>
                  <a:lnTo>
                    <a:pt x="1405553" y="1666685"/>
                  </a:lnTo>
                  <a:lnTo>
                    <a:pt x="1405526" y="1666710"/>
                  </a:lnTo>
                  <a:lnTo>
                    <a:pt x="1405501" y="1666732"/>
                  </a:lnTo>
                  <a:lnTo>
                    <a:pt x="1405465" y="1666736"/>
                  </a:lnTo>
                  <a:lnTo>
                    <a:pt x="1405423" y="1666739"/>
                  </a:lnTo>
                  <a:lnTo>
                    <a:pt x="1405401" y="1666750"/>
                  </a:lnTo>
                  <a:lnTo>
                    <a:pt x="1405385" y="1666779"/>
                  </a:lnTo>
                  <a:lnTo>
                    <a:pt x="1405369" y="1666791"/>
                  </a:lnTo>
                  <a:lnTo>
                    <a:pt x="1405344" y="1666801"/>
                  </a:lnTo>
                  <a:lnTo>
                    <a:pt x="1405305" y="1666806"/>
                  </a:lnTo>
                  <a:lnTo>
                    <a:pt x="1405297" y="1666810"/>
                  </a:lnTo>
                  <a:lnTo>
                    <a:pt x="1405280" y="1666819"/>
                  </a:lnTo>
                  <a:lnTo>
                    <a:pt x="1405230" y="1666877"/>
                  </a:lnTo>
                  <a:lnTo>
                    <a:pt x="1405190" y="1666914"/>
                  </a:lnTo>
                  <a:lnTo>
                    <a:pt x="1405181" y="1666921"/>
                  </a:lnTo>
                  <a:lnTo>
                    <a:pt x="1405168" y="1666932"/>
                  </a:lnTo>
                  <a:lnTo>
                    <a:pt x="1405160" y="1666946"/>
                  </a:lnTo>
                  <a:lnTo>
                    <a:pt x="1405148" y="1666967"/>
                  </a:lnTo>
                  <a:lnTo>
                    <a:pt x="1405119" y="1666991"/>
                  </a:lnTo>
                  <a:lnTo>
                    <a:pt x="1405114" y="1666998"/>
                  </a:lnTo>
                  <a:lnTo>
                    <a:pt x="1405104" y="1667025"/>
                  </a:lnTo>
                  <a:lnTo>
                    <a:pt x="1405092" y="1667051"/>
                  </a:lnTo>
                  <a:lnTo>
                    <a:pt x="1405065" y="1667077"/>
                  </a:lnTo>
                  <a:lnTo>
                    <a:pt x="1405058" y="1667081"/>
                  </a:lnTo>
                  <a:lnTo>
                    <a:pt x="1405034" y="1667096"/>
                  </a:lnTo>
                  <a:lnTo>
                    <a:pt x="1405017" y="1667096"/>
                  </a:lnTo>
                  <a:lnTo>
                    <a:pt x="1404988" y="1667098"/>
                  </a:lnTo>
                  <a:lnTo>
                    <a:pt x="1404966" y="1667104"/>
                  </a:lnTo>
                  <a:lnTo>
                    <a:pt x="1404963" y="1667110"/>
                  </a:lnTo>
                  <a:lnTo>
                    <a:pt x="1404954" y="1667122"/>
                  </a:lnTo>
                  <a:lnTo>
                    <a:pt x="1404947" y="1667148"/>
                  </a:lnTo>
                  <a:lnTo>
                    <a:pt x="1404938" y="1667165"/>
                  </a:lnTo>
                  <a:lnTo>
                    <a:pt x="1404933" y="1667175"/>
                  </a:lnTo>
                  <a:lnTo>
                    <a:pt x="1404906" y="1667194"/>
                  </a:lnTo>
                  <a:lnTo>
                    <a:pt x="1404889" y="1667199"/>
                  </a:lnTo>
                  <a:lnTo>
                    <a:pt x="1404862" y="1667206"/>
                  </a:lnTo>
                  <a:lnTo>
                    <a:pt x="1404845" y="1667206"/>
                  </a:lnTo>
                  <a:lnTo>
                    <a:pt x="1404831" y="1667214"/>
                  </a:lnTo>
                  <a:lnTo>
                    <a:pt x="1404824" y="1667233"/>
                  </a:lnTo>
                  <a:lnTo>
                    <a:pt x="1404815" y="1667244"/>
                  </a:lnTo>
                  <a:lnTo>
                    <a:pt x="1404783" y="1667248"/>
                  </a:lnTo>
                  <a:lnTo>
                    <a:pt x="1404749" y="1667255"/>
                  </a:lnTo>
                  <a:lnTo>
                    <a:pt x="1404705" y="1667259"/>
                  </a:lnTo>
                  <a:lnTo>
                    <a:pt x="1404686" y="1667273"/>
                  </a:lnTo>
                  <a:lnTo>
                    <a:pt x="1404673" y="1667305"/>
                  </a:lnTo>
                  <a:lnTo>
                    <a:pt x="1404657" y="1667312"/>
                  </a:lnTo>
                  <a:lnTo>
                    <a:pt x="1404626" y="1667314"/>
                  </a:lnTo>
                  <a:lnTo>
                    <a:pt x="1404604" y="1667326"/>
                  </a:lnTo>
                  <a:lnTo>
                    <a:pt x="1404582" y="1667344"/>
                  </a:lnTo>
                  <a:lnTo>
                    <a:pt x="1404555" y="1667369"/>
                  </a:lnTo>
                  <a:lnTo>
                    <a:pt x="1404528" y="1667378"/>
                  </a:lnTo>
                  <a:lnTo>
                    <a:pt x="1404517" y="1667378"/>
                  </a:lnTo>
                  <a:lnTo>
                    <a:pt x="1404499" y="1667385"/>
                  </a:lnTo>
                  <a:lnTo>
                    <a:pt x="1404484" y="1667409"/>
                  </a:lnTo>
                  <a:lnTo>
                    <a:pt x="1404461" y="1667470"/>
                  </a:lnTo>
                  <a:lnTo>
                    <a:pt x="1404443" y="1667520"/>
                  </a:lnTo>
                  <a:lnTo>
                    <a:pt x="1404443" y="1667547"/>
                  </a:lnTo>
                  <a:lnTo>
                    <a:pt x="1404443" y="1667554"/>
                  </a:lnTo>
                  <a:lnTo>
                    <a:pt x="1404433" y="1667574"/>
                  </a:lnTo>
                  <a:lnTo>
                    <a:pt x="1404412" y="1667592"/>
                  </a:lnTo>
                  <a:lnTo>
                    <a:pt x="1404390" y="1667630"/>
                  </a:lnTo>
                  <a:lnTo>
                    <a:pt x="1404374" y="1667656"/>
                  </a:lnTo>
                  <a:lnTo>
                    <a:pt x="1404353" y="1667663"/>
                  </a:lnTo>
                  <a:lnTo>
                    <a:pt x="1404324" y="1667657"/>
                  </a:lnTo>
                  <a:lnTo>
                    <a:pt x="1404297" y="1667640"/>
                  </a:lnTo>
                  <a:lnTo>
                    <a:pt x="1404264" y="1667613"/>
                  </a:lnTo>
                  <a:lnTo>
                    <a:pt x="1404238" y="1667585"/>
                  </a:lnTo>
                  <a:lnTo>
                    <a:pt x="1404223" y="1667575"/>
                  </a:lnTo>
                  <a:lnTo>
                    <a:pt x="1404186" y="1667575"/>
                  </a:lnTo>
                  <a:lnTo>
                    <a:pt x="1404165" y="1667579"/>
                  </a:lnTo>
                  <a:lnTo>
                    <a:pt x="1404149" y="1667569"/>
                  </a:lnTo>
                  <a:lnTo>
                    <a:pt x="1404131" y="1667551"/>
                  </a:lnTo>
                  <a:lnTo>
                    <a:pt x="1404113" y="1667526"/>
                  </a:lnTo>
                  <a:lnTo>
                    <a:pt x="1404093" y="1667504"/>
                  </a:lnTo>
                  <a:lnTo>
                    <a:pt x="1404077" y="1667501"/>
                  </a:lnTo>
                  <a:lnTo>
                    <a:pt x="1404025" y="1667517"/>
                  </a:lnTo>
                  <a:lnTo>
                    <a:pt x="1404018" y="1667520"/>
                  </a:lnTo>
                  <a:lnTo>
                    <a:pt x="1404006" y="1667524"/>
                  </a:lnTo>
                  <a:lnTo>
                    <a:pt x="1404001" y="1667525"/>
                  </a:lnTo>
                  <a:lnTo>
                    <a:pt x="1403994" y="1667524"/>
                  </a:lnTo>
                  <a:lnTo>
                    <a:pt x="1403985" y="1667520"/>
                  </a:lnTo>
                  <a:lnTo>
                    <a:pt x="1403974" y="1667512"/>
                  </a:lnTo>
                  <a:lnTo>
                    <a:pt x="1403965" y="1667506"/>
                  </a:lnTo>
                  <a:lnTo>
                    <a:pt x="1403956" y="1667501"/>
                  </a:lnTo>
                  <a:lnTo>
                    <a:pt x="1403937" y="1667495"/>
                  </a:lnTo>
                  <a:lnTo>
                    <a:pt x="1403932" y="1667493"/>
                  </a:lnTo>
                  <a:lnTo>
                    <a:pt x="1403919" y="1667492"/>
                  </a:lnTo>
                  <a:lnTo>
                    <a:pt x="1403911" y="1667495"/>
                  </a:lnTo>
                  <a:lnTo>
                    <a:pt x="1403906" y="1667497"/>
                  </a:lnTo>
                  <a:lnTo>
                    <a:pt x="1403901" y="1667500"/>
                  </a:lnTo>
                  <a:lnTo>
                    <a:pt x="1403887" y="1667503"/>
                  </a:lnTo>
                  <a:lnTo>
                    <a:pt x="1403865" y="1667509"/>
                  </a:lnTo>
                  <a:lnTo>
                    <a:pt x="1403852" y="1667520"/>
                  </a:lnTo>
                  <a:lnTo>
                    <a:pt x="1403839" y="1667542"/>
                  </a:lnTo>
                  <a:lnTo>
                    <a:pt x="1403829" y="1667560"/>
                  </a:lnTo>
                  <a:lnTo>
                    <a:pt x="1403818" y="1667567"/>
                  </a:lnTo>
                  <a:lnTo>
                    <a:pt x="1403797" y="1667578"/>
                  </a:lnTo>
                  <a:lnTo>
                    <a:pt x="1403778" y="1667585"/>
                  </a:lnTo>
                  <a:lnTo>
                    <a:pt x="1403753" y="1667599"/>
                  </a:lnTo>
                  <a:lnTo>
                    <a:pt x="1403723" y="1667615"/>
                  </a:lnTo>
                  <a:lnTo>
                    <a:pt x="1403712" y="1667620"/>
                  </a:lnTo>
                  <a:lnTo>
                    <a:pt x="1403696" y="1667630"/>
                  </a:lnTo>
                  <a:lnTo>
                    <a:pt x="1403690" y="1667630"/>
                  </a:lnTo>
                  <a:lnTo>
                    <a:pt x="1403675" y="1667626"/>
                  </a:lnTo>
                  <a:lnTo>
                    <a:pt x="1403655" y="1667622"/>
                  </a:lnTo>
                  <a:lnTo>
                    <a:pt x="1403639" y="1667615"/>
                  </a:lnTo>
                  <a:lnTo>
                    <a:pt x="1403621" y="1667605"/>
                  </a:lnTo>
                  <a:lnTo>
                    <a:pt x="1403594" y="1667588"/>
                  </a:lnTo>
                  <a:lnTo>
                    <a:pt x="1403568" y="1667575"/>
                  </a:lnTo>
                  <a:lnTo>
                    <a:pt x="1403539" y="1667567"/>
                  </a:lnTo>
                  <a:lnTo>
                    <a:pt x="1403507" y="1667551"/>
                  </a:lnTo>
                  <a:lnTo>
                    <a:pt x="1403490" y="1667545"/>
                  </a:lnTo>
                  <a:lnTo>
                    <a:pt x="1403481" y="1667557"/>
                  </a:lnTo>
                  <a:lnTo>
                    <a:pt x="1403468" y="1667596"/>
                  </a:lnTo>
                  <a:lnTo>
                    <a:pt x="1403457" y="1667632"/>
                  </a:lnTo>
                  <a:lnTo>
                    <a:pt x="1403456" y="1667664"/>
                  </a:lnTo>
                  <a:lnTo>
                    <a:pt x="1403444" y="1667694"/>
                  </a:lnTo>
                  <a:lnTo>
                    <a:pt x="1403432" y="1667727"/>
                  </a:lnTo>
                  <a:lnTo>
                    <a:pt x="1403411" y="1667761"/>
                  </a:lnTo>
                  <a:lnTo>
                    <a:pt x="1403408" y="1667766"/>
                  </a:lnTo>
                  <a:lnTo>
                    <a:pt x="1403369" y="1667820"/>
                  </a:lnTo>
                  <a:lnTo>
                    <a:pt x="1403344" y="1667849"/>
                  </a:lnTo>
                  <a:lnTo>
                    <a:pt x="1403306" y="1667882"/>
                  </a:lnTo>
                  <a:lnTo>
                    <a:pt x="1403282" y="1667907"/>
                  </a:lnTo>
                  <a:lnTo>
                    <a:pt x="1403277" y="1667929"/>
                  </a:lnTo>
                  <a:lnTo>
                    <a:pt x="1403278" y="1667984"/>
                  </a:lnTo>
                  <a:lnTo>
                    <a:pt x="1403278" y="1668010"/>
                  </a:lnTo>
                  <a:lnTo>
                    <a:pt x="1403261" y="1668041"/>
                  </a:lnTo>
                  <a:lnTo>
                    <a:pt x="1403242" y="1668060"/>
                  </a:lnTo>
                  <a:lnTo>
                    <a:pt x="1403215" y="1668084"/>
                  </a:lnTo>
                  <a:lnTo>
                    <a:pt x="1403193" y="1668110"/>
                  </a:lnTo>
                  <a:lnTo>
                    <a:pt x="1403140" y="1668177"/>
                  </a:lnTo>
                  <a:lnTo>
                    <a:pt x="1403101" y="1668243"/>
                  </a:lnTo>
                  <a:lnTo>
                    <a:pt x="1403054" y="1668282"/>
                  </a:lnTo>
                  <a:lnTo>
                    <a:pt x="1403016" y="1668301"/>
                  </a:lnTo>
                  <a:lnTo>
                    <a:pt x="1402941" y="1668330"/>
                  </a:lnTo>
                  <a:lnTo>
                    <a:pt x="1402918" y="1668332"/>
                  </a:lnTo>
                  <a:lnTo>
                    <a:pt x="1402884" y="1668334"/>
                  </a:lnTo>
                  <a:lnTo>
                    <a:pt x="1402850" y="1668335"/>
                  </a:lnTo>
                  <a:lnTo>
                    <a:pt x="1402821" y="1668347"/>
                  </a:lnTo>
                  <a:lnTo>
                    <a:pt x="1402786" y="1668376"/>
                  </a:lnTo>
                  <a:lnTo>
                    <a:pt x="1402755" y="1668411"/>
                  </a:lnTo>
                  <a:lnTo>
                    <a:pt x="1402750" y="1668414"/>
                  </a:lnTo>
                  <a:lnTo>
                    <a:pt x="1402734" y="1668447"/>
                  </a:lnTo>
                  <a:lnTo>
                    <a:pt x="1402721" y="1668490"/>
                  </a:lnTo>
                  <a:lnTo>
                    <a:pt x="1402702" y="1668537"/>
                  </a:lnTo>
                  <a:lnTo>
                    <a:pt x="1402678" y="1668593"/>
                  </a:lnTo>
                  <a:lnTo>
                    <a:pt x="1402653" y="1668608"/>
                  </a:lnTo>
                  <a:lnTo>
                    <a:pt x="1402618" y="1668625"/>
                  </a:lnTo>
                  <a:lnTo>
                    <a:pt x="1402581" y="1668677"/>
                  </a:lnTo>
                  <a:lnTo>
                    <a:pt x="1402562" y="1668733"/>
                  </a:lnTo>
                  <a:lnTo>
                    <a:pt x="1402549" y="1668760"/>
                  </a:lnTo>
                  <a:lnTo>
                    <a:pt x="1402505" y="1668798"/>
                  </a:lnTo>
                  <a:lnTo>
                    <a:pt x="1402477" y="1668806"/>
                  </a:lnTo>
                  <a:lnTo>
                    <a:pt x="1402451" y="1668809"/>
                  </a:lnTo>
                  <a:lnTo>
                    <a:pt x="1402406" y="1668804"/>
                  </a:lnTo>
                  <a:lnTo>
                    <a:pt x="1402371" y="1668796"/>
                  </a:lnTo>
                  <a:lnTo>
                    <a:pt x="1402351" y="1668797"/>
                  </a:lnTo>
                  <a:lnTo>
                    <a:pt x="1402342" y="1668801"/>
                  </a:lnTo>
                  <a:lnTo>
                    <a:pt x="1402329" y="1668808"/>
                  </a:lnTo>
                  <a:lnTo>
                    <a:pt x="1402312" y="1668819"/>
                  </a:lnTo>
                  <a:lnTo>
                    <a:pt x="1402295" y="1668832"/>
                  </a:lnTo>
                  <a:lnTo>
                    <a:pt x="1402284" y="1668844"/>
                  </a:lnTo>
                  <a:lnTo>
                    <a:pt x="1402278" y="1668855"/>
                  </a:lnTo>
                  <a:lnTo>
                    <a:pt x="1402290" y="1668868"/>
                  </a:lnTo>
                  <a:lnTo>
                    <a:pt x="1402300" y="1668880"/>
                  </a:lnTo>
                  <a:lnTo>
                    <a:pt x="1402300" y="1668888"/>
                  </a:lnTo>
                  <a:lnTo>
                    <a:pt x="1402295" y="1668902"/>
                  </a:lnTo>
                  <a:lnTo>
                    <a:pt x="1402276" y="1668918"/>
                  </a:lnTo>
                  <a:lnTo>
                    <a:pt x="1402226" y="1668952"/>
                  </a:lnTo>
                  <a:lnTo>
                    <a:pt x="1402202" y="1668956"/>
                  </a:lnTo>
                  <a:lnTo>
                    <a:pt x="1402144" y="1668958"/>
                  </a:lnTo>
                  <a:lnTo>
                    <a:pt x="1402098" y="1668956"/>
                  </a:lnTo>
                  <a:lnTo>
                    <a:pt x="1402089" y="1668953"/>
                  </a:lnTo>
                  <a:lnTo>
                    <a:pt x="1402050" y="1668925"/>
                  </a:lnTo>
                  <a:lnTo>
                    <a:pt x="1402023" y="1668910"/>
                  </a:lnTo>
                  <a:lnTo>
                    <a:pt x="1401958" y="1668894"/>
                  </a:lnTo>
                  <a:lnTo>
                    <a:pt x="1401882" y="1668883"/>
                  </a:lnTo>
                  <a:lnTo>
                    <a:pt x="1401847" y="1668886"/>
                  </a:lnTo>
                  <a:lnTo>
                    <a:pt x="1401813" y="1668886"/>
                  </a:lnTo>
                  <a:lnTo>
                    <a:pt x="1401782" y="1668888"/>
                  </a:lnTo>
                  <a:lnTo>
                    <a:pt x="1401733" y="1668886"/>
                  </a:lnTo>
                  <a:lnTo>
                    <a:pt x="1401717" y="1668882"/>
                  </a:lnTo>
                  <a:lnTo>
                    <a:pt x="1401642" y="1668878"/>
                  </a:lnTo>
                  <a:lnTo>
                    <a:pt x="1401586" y="1668890"/>
                  </a:lnTo>
                  <a:lnTo>
                    <a:pt x="1401504" y="1668919"/>
                  </a:lnTo>
                  <a:lnTo>
                    <a:pt x="1401453" y="1668953"/>
                  </a:lnTo>
                  <a:lnTo>
                    <a:pt x="1401415" y="1668984"/>
                  </a:lnTo>
                  <a:lnTo>
                    <a:pt x="1401369" y="1669019"/>
                  </a:lnTo>
                  <a:lnTo>
                    <a:pt x="1401334" y="1669061"/>
                  </a:lnTo>
                  <a:lnTo>
                    <a:pt x="1401323" y="1669098"/>
                  </a:lnTo>
                  <a:lnTo>
                    <a:pt x="1401319" y="1669103"/>
                  </a:lnTo>
                  <a:lnTo>
                    <a:pt x="1401314" y="1669111"/>
                  </a:lnTo>
                  <a:lnTo>
                    <a:pt x="1401297" y="1669120"/>
                  </a:lnTo>
                  <a:lnTo>
                    <a:pt x="1401237" y="1669124"/>
                  </a:lnTo>
                  <a:lnTo>
                    <a:pt x="1401197" y="1669124"/>
                  </a:lnTo>
                  <a:lnTo>
                    <a:pt x="1401156" y="1669129"/>
                  </a:lnTo>
                  <a:lnTo>
                    <a:pt x="1401125" y="1669130"/>
                  </a:lnTo>
                  <a:lnTo>
                    <a:pt x="1401096" y="1669129"/>
                  </a:lnTo>
                  <a:lnTo>
                    <a:pt x="1401060" y="1669129"/>
                  </a:lnTo>
                  <a:lnTo>
                    <a:pt x="1401035" y="1669120"/>
                  </a:lnTo>
                  <a:lnTo>
                    <a:pt x="1401005" y="1669120"/>
                  </a:lnTo>
                  <a:lnTo>
                    <a:pt x="1400978" y="1669120"/>
                  </a:lnTo>
                  <a:lnTo>
                    <a:pt x="1400956" y="1669123"/>
                  </a:lnTo>
                  <a:lnTo>
                    <a:pt x="1400926" y="1669129"/>
                  </a:lnTo>
                  <a:lnTo>
                    <a:pt x="1400902" y="1669131"/>
                  </a:lnTo>
                  <a:lnTo>
                    <a:pt x="1400870" y="1669152"/>
                  </a:lnTo>
                  <a:lnTo>
                    <a:pt x="1400861" y="1669156"/>
                  </a:lnTo>
                  <a:lnTo>
                    <a:pt x="1400845" y="1669159"/>
                  </a:lnTo>
                  <a:lnTo>
                    <a:pt x="1400827" y="1669169"/>
                  </a:lnTo>
                  <a:lnTo>
                    <a:pt x="1400810" y="1669179"/>
                  </a:lnTo>
                  <a:lnTo>
                    <a:pt x="1400806" y="1669184"/>
                  </a:lnTo>
                  <a:lnTo>
                    <a:pt x="1400788" y="1669265"/>
                  </a:lnTo>
                  <a:lnTo>
                    <a:pt x="1400754" y="1669317"/>
                  </a:lnTo>
                  <a:lnTo>
                    <a:pt x="1400718" y="1669330"/>
                  </a:lnTo>
                  <a:lnTo>
                    <a:pt x="1400681" y="1669351"/>
                  </a:lnTo>
                  <a:lnTo>
                    <a:pt x="1400693" y="1669389"/>
                  </a:lnTo>
                  <a:lnTo>
                    <a:pt x="1400685" y="1669431"/>
                  </a:lnTo>
                  <a:lnTo>
                    <a:pt x="1400677" y="1669468"/>
                  </a:lnTo>
                  <a:lnTo>
                    <a:pt x="1400672" y="1669492"/>
                  </a:lnTo>
                  <a:lnTo>
                    <a:pt x="1400657" y="1669524"/>
                  </a:lnTo>
                  <a:lnTo>
                    <a:pt x="1400661" y="1669538"/>
                  </a:lnTo>
                  <a:lnTo>
                    <a:pt x="1400688" y="1669564"/>
                  </a:lnTo>
                  <a:lnTo>
                    <a:pt x="1400699" y="1669590"/>
                  </a:lnTo>
                  <a:lnTo>
                    <a:pt x="1400689" y="1669624"/>
                  </a:lnTo>
                  <a:lnTo>
                    <a:pt x="1400676" y="1669641"/>
                  </a:lnTo>
                  <a:lnTo>
                    <a:pt x="1400645" y="1669641"/>
                  </a:lnTo>
                  <a:lnTo>
                    <a:pt x="1400629" y="1669650"/>
                  </a:lnTo>
                  <a:lnTo>
                    <a:pt x="1400610" y="1669667"/>
                  </a:lnTo>
                  <a:lnTo>
                    <a:pt x="1400606" y="1669697"/>
                  </a:lnTo>
                  <a:lnTo>
                    <a:pt x="1400592" y="1669746"/>
                  </a:lnTo>
                  <a:lnTo>
                    <a:pt x="1400598" y="1669770"/>
                  </a:lnTo>
                  <a:lnTo>
                    <a:pt x="1400605" y="1669781"/>
                  </a:lnTo>
                  <a:lnTo>
                    <a:pt x="1400610" y="1669788"/>
                  </a:lnTo>
                  <a:lnTo>
                    <a:pt x="1400594" y="1669803"/>
                  </a:lnTo>
                  <a:lnTo>
                    <a:pt x="1400585" y="1669814"/>
                  </a:lnTo>
                  <a:lnTo>
                    <a:pt x="1400568" y="1669846"/>
                  </a:lnTo>
                  <a:lnTo>
                    <a:pt x="1400550" y="1669873"/>
                  </a:lnTo>
                  <a:lnTo>
                    <a:pt x="1400536" y="1669905"/>
                  </a:lnTo>
                  <a:lnTo>
                    <a:pt x="1400529" y="1669929"/>
                  </a:lnTo>
                  <a:lnTo>
                    <a:pt x="1400521" y="1669956"/>
                  </a:lnTo>
                  <a:lnTo>
                    <a:pt x="1400509" y="1669979"/>
                  </a:lnTo>
                  <a:lnTo>
                    <a:pt x="1400500" y="1669995"/>
                  </a:lnTo>
                  <a:lnTo>
                    <a:pt x="1400475" y="1670040"/>
                  </a:lnTo>
                  <a:lnTo>
                    <a:pt x="1400459" y="1670079"/>
                  </a:lnTo>
                  <a:lnTo>
                    <a:pt x="1400447" y="1670117"/>
                  </a:lnTo>
                  <a:lnTo>
                    <a:pt x="1400437" y="1670139"/>
                  </a:lnTo>
                  <a:lnTo>
                    <a:pt x="1400425" y="1670147"/>
                  </a:lnTo>
                  <a:lnTo>
                    <a:pt x="1400408" y="1670145"/>
                  </a:lnTo>
                  <a:lnTo>
                    <a:pt x="1400388" y="1670152"/>
                  </a:lnTo>
                  <a:lnTo>
                    <a:pt x="1400380" y="1670153"/>
                  </a:lnTo>
                  <a:lnTo>
                    <a:pt x="1400351" y="1670155"/>
                  </a:lnTo>
                  <a:lnTo>
                    <a:pt x="1400335" y="1670158"/>
                  </a:lnTo>
                  <a:lnTo>
                    <a:pt x="1400325" y="1670167"/>
                  </a:lnTo>
                  <a:lnTo>
                    <a:pt x="1400307" y="1670182"/>
                  </a:lnTo>
                  <a:lnTo>
                    <a:pt x="1400296" y="1670195"/>
                  </a:lnTo>
                  <a:lnTo>
                    <a:pt x="1400294" y="1670216"/>
                  </a:lnTo>
                  <a:lnTo>
                    <a:pt x="1400297" y="1670231"/>
                  </a:lnTo>
                  <a:lnTo>
                    <a:pt x="1400304" y="1670244"/>
                  </a:lnTo>
                  <a:lnTo>
                    <a:pt x="1400311" y="1670257"/>
                  </a:lnTo>
                  <a:lnTo>
                    <a:pt x="1400313" y="1670276"/>
                  </a:lnTo>
                  <a:lnTo>
                    <a:pt x="1400309" y="1670299"/>
                  </a:lnTo>
                  <a:lnTo>
                    <a:pt x="1400307" y="1670308"/>
                  </a:lnTo>
                  <a:lnTo>
                    <a:pt x="1400298" y="1670330"/>
                  </a:lnTo>
                  <a:lnTo>
                    <a:pt x="1400294" y="1670355"/>
                  </a:lnTo>
                  <a:lnTo>
                    <a:pt x="1400295" y="1670369"/>
                  </a:lnTo>
                  <a:lnTo>
                    <a:pt x="1400297" y="1670392"/>
                  </a:lnTo>
                  <a:lnTo>
                    <a:pt x="1400301" y="1670404"/>
                  </a:lnTo>
                  <a:lnTo>
                    <a:pt x="1400313" y="1670423"/>
                  </a:lnTo>
                  <a:lnTo>
                    <a:pt x="1400322" y="1670442"/>
                  </a:lnTo>
                  <a:lnTo>
                    <a:pt x="1400333" y="1670458"/>
                  </a:lnTo>
                  <a:lnTo>
                    <a:pt x="1400336" y="1670463"/>
                  </a:lnTo>
                  <a:lnTo>
                    <a:pt x="1400356" y="1670475"/>
                  </a:lnTo>
                  <a:lnTo>
                    <a:pt x="1400367" y="1670482"/>
                  </a:lnTo>
                  <a:lnTo>
                    <a:pt x="1400388" y="1670492"/>
                  </a:lnTo>
                  <a:lnTo>
                    <a:pt x="1400404" y="1670500"/>
                  </a:lnTo>
                  <a:lnTo>
                    <a:pt x="1400422" y="1670515"/>
                  </a:lnTo>
                  <a:lnTo>
                    <a:pt x="1400432" y="1670530"/>
                  </a:lnTo>
                  <a:lnTo>
                    <a:pt x="1400443" y="1670547"/>
                  </a:lnTo>
                  <a:lnTo>
                    <a:pt x="1400456" y="1670563"/>
                  </a:lnTo>
                  <a:lnTo>
                    <a:pt x="1400464" y="1670568"/>
                  </a:lnTo>
                  <a:lnTo>
                    <a:pt x="1400468" y="1670574"/>
                  </a:lnTo>
                  <a:lnTo>
                    <a:pt x="1400475" y="1670588"/>
                  </a:lnTo>
                  <a:lnTo>
                    <a:pt x="1400454" y="1670610"/>
                  </a:lnTo>
                  <a:lnTo>
                    <a:pt x="1400437" y="1670619"/>
                  </a:lnTo>
                  <a:lnTo>
                    <a:pt x="1400419" y="1670628"/>
                  </a:lnTo>
                  <a:lnTo>
                    <a:pt x="1400397" y="1670644"/>
                  </a:lnTo>
                  <a:lnTo>
                    <a:pt x="1400378" y="1670670"/>
                  </a:lnTo>
                  <a:lnTo>
                    <a:pt x="1400359" y="1670701"/>
                  </a:lnTo>
                  <a:lnTo>
                    <a:pt x="1400345" y="1670746"/>
                  </a:lnTo>
                  <a:lnTo>
                    <a:pt x="1400336" y="1670781"/>
                  </a:lnTo>
                  <a:lnTo>
                    <a:pt x="1400327" y="1670810"/>
                  </a:lnTo>
                  <a:lnTo>
                    <a:pt x="1400316" y="1670831"/>
                  </a:lnTo>
                  <a:lnTo>
                    <a:pt x="1400306" y="1670863"/>
                  </a:lnTo>
                  <a:lnTo>
                    <a:pt x="1400296" y="1670881"/>
                  </a:lnTo>
                  <a:lnTo>
                    <a:pt x="1400287" y="1670897"/>
                  </a:lnTo>
                  <a:lnTo>
                    <a:pt x="1400283" y="1670922"/>
                  </a:lnTo>
                  <a:lnTo>
                    <a:pt x="1400279" y="1670968"/>
                  </a:lnTo>
                  <a:lnTo>
                    <a:pt x="1400273" y="1670984"/>
                  </a:lnTo>
                  <a:lnTo>
                    <a:pt x="1400273" y="1671004"/>
                  </a:lnTo>
                  <a:lnTo>
                    <a:pt x="1400281" y="1671033"/>
                  </a:lnTo>
                  <a:lnTo>
                    <a:pt x="1400276" y="1671049"/>
                  </a:lnTo>
                  <a:lnTo>
                    <a:pt x="1400267" y="1671058"/>
                  </a:lnTo>
                  <a:lnTo>
                    <a:pt x="1400278" y="1671066"/>
                  </a:lnTo>
                  <a:lnTo>
                    <a:pt x="1400285" y="1671068"/>
                  </a:lnTo>
                  <a:lnTo>
                    <a:pt x="1400313" y="1671071"/>
                  </a:lnTo>
                  <a:lnTo>
                    <a:pt x="1400326" y="1671075"/>
                  </a:lnTo>
                  <a:lnTo>
                    <a:pt x="1400345" y="1671100"/>
                  </a:lnTo>
                  <a:lnTo>
                    <a:pt x="1400360" y="1671112"/>
                  </a:lnTo>
                  <a:lnTo>
                    <a:pt x="1400390" y="1671131"/>
                  </a:lnTo>
                  <a:lnTo>
                    <a:pt x="1400445" y="1671170"/>
                  </a:lnTo>
                  <a:lnTo>
                    <a:pt x="1400503" y="1671207"/>
                  </a:lnTo>
                  <a:lnTo>
                    <a:pt x="1400541" y="1671243"/>
                  </a:lnTo>
                  <a:lnTo>
                    <a:pt x="1400564" y="1671261"/>
                  </a:lnTo>
                  <a:lnTo>
                    <a:pt x="1400587" y="1671285"/>
                  </a:lnTo>
                  <a:lnTo>
                    <a:pt x="1400607" y="1671309"/>
                  </a:lnTo>
                  <a:lnTo>
                    <a:pt x="1400631" y="1671335"/>
                  </a:lnTo>
                  <a:lnTo>
                    <a:pt x="1400636" y="1671338"/>
                  </a:lnTo>
                  <a:lnTo>
                    <a:pt x="1400662" y="1671363"/>
                  </a:lnTo>
                  <a:lnTo>
                    <a:pt x="1400677" y="1671378"/>
                  </a:lnTo>
                  <a:lnTo>
                    <a:pt x="1400685" y="1671390"/>
                  </a:lnTo>
                  <a:lnTo>
                    <a:pt x="1400688" y="1671396"/>
                  </a:lnTo>
                  <a:lnTo>
                    <a:pt x="1400686" y="1671418"/>
                  </a:lnTo>
                  <a:lnTo>
                    <a:pt x="1400685" y="1671430"/>
                  </a:lnTo>
                  <a:lnTo>
                    <a:pt x="1400683" y="1671447"/>
                  </a:lnTo>
                  <a:lnTo>
                    <a:pt x="1400682" y="1671471"/>
                  </a:lnTo>
                  <a:lnTo>
                    <a:pt x="1400681" y="1671496"/>
                  </a:lnTo>
                  <a:lnTo>
                    <a:pt x="1400679" y="1671518"/>
                  </a:lnTo>
                  <a:lnTo>
                    <a:pt x="1400681" y="1671548"/>
                  </a:lnTo>
                  <a:lnTo>
                    <a:pt x="1400679" y="1671580"/>
                  </a:lnTo>
                  <a:lnTo>
                    <a:pt x="1400676" y="1671601"/>
                  </a:lnTo>
                  <a:lnTo>
                    <a:pt x="1400672" y="1671632"/>
                  </a:lnTo>
                  <a:lnTo>
                    <a:pt x="1400672" y="1671639"/>
                  </a:lnTo>
                  <a:lnTo>
                    <a:pt x="1400676" y="1671660"/>
                  </a:lnTo>
                  <a:lnTo>
                    <a:pt x="1400684" y="1671672"/>
                  </a:lnTo>
                  <a:lnTo>
                    <a:pt x="1400690" y="1671679"/>
                  </a:lnTo>
                  <a:lnTo>
                    <a:pt x="1400697" y="1671689"/>
                  </a:lnTo>
                  <a:lnTo>
                    <a:pt x="1400712" y="1671708"/>
                  </a:lnTo>
                  <a:lnTo>
                    <a:pt x="1400723" y="1671721"/>
                  </a:lnTo>
                  <a:lnTo>
                    <a:pt x="1400733" y="1671749"/>
                  </a:lnTo>
                  <a:lnTo>
                    <a:pt x="1400735" y="1671775"/>
                  </a:lnTo>
                  <a:lnTo>
                    <a:pt x="1400736" y="1671803"/>
                  </a:lnTo>
                  <a:lnTo>
                    <a:pt x="1400739" y="1671825"/>
                  </a:lnTo>
                  <a:lnTo>
                    <a:pt x="1400739" y="1671840"/>
                  </a:lnTo>
                  <a:lnTo>
                    <a:pt x="1400738" y="1671856"/>
                  </a:lnTo>
                  <a:lnTo>
                    <a:pt x="1400737" y="1671876"/>
                  </a:lnTo>
                  <a:lnTo>
                    <a:pt x="1400732" y="1671899"/>
                  </a:lnTo>
                  <a:lnTo>
                    <a:pt x="1400727" y="1671929"/>
                  </a:lnTo>
                  <a:lnTo>
                    <a:pt x="1400720" y="1671940"/>
                  </a:lnTo>
                  <a:lnTo>
                    <a:pt x="1400710" y="1671966"/>
                  </a:lnTo>
                  <a:lnTo>
                    <a:pt x="1400709" y="1671977"/>
                  </a:lnTo>
                  <a:lnTo>
                    <a:pt x="1400704" y="1671988"/>
                  </a:lnTo>
                  <a:lnTo>
                    <a:pt x="1400695" y="1671995"/>
                  </a:lnTo>
                  <a:lnTo>
                    <a:pt x="1400690" y="1672001"/>
                  </a:lnTo>
                  <a:lnTo>
                    <a:pt x="1400681" y="1672008"/>
                  </a:lnTo>
                  <a:lnTo>
                    <a:pt x="1400676" y="1672018"/>
                  </a:lnTo>
                  <a:lnTo>
                    <a:pt x="1400680" y="1672030"/>
                  </a:lnTo>
                  <a:lnTo>
                    <a:pt x="1400683" y="1672043"/>
                  </a:lnTo>
                  <a:lnTo>
                    <a:pt x="1400697" y="1672053"/>
                  </a:lnTo>
                  <a:lnTo>
                    <a:pt x="1400708" y="1672064"/>
                  </a:lnTo>
                  <a:lnTo>
                    <a:pt x="1400717" y="1672079"/>
                  </a:lnTo>
                  <a:lnTo>
                    <a:pt x="1400721" y="1672098"/>
                  </a:lnTo>
                  <a:lnTo>
                    <a:pt x="1400721" y="1672127"/>
                  </a:lnTo>
                  <a:lnTo>
                    <a:pt x="1400722" y="1672133"/>
                  </a:lnTo>
                  <a:lnTo>
                    <a:pt x="1400714" y="1672154"/>
                  </a:lnTo>
                  <a:lnTo>
                    <a:pt x="1400711" y="1672166"/>
                  </a:lnTo>
                  <a:lnTo>
                    <a:pt x="1400705" y="1672176"/>
                  </a:lnTo>
                  <a:lnTo>
                    <a:pt x="1400697" y="1672190"/>
                  </a:lnTo>
                  <a:lnTo>
                    <a:pt x="1400695" y="1672210"/>
                  </a:lnTo>
                  <a:lnTo>
                    <a:pt x="1400695" y="1672235"/>
                  </a:lnTo>
                  <a:lnTo>
                    <a:pt x="1400688" y="1672258"/>
                  </a:lnTo>
                  <a:lnTo>
                    <a:pt x="1400696" y="1672281"/>
                  </a:lnTo>
                  <a:lnTo>
                    <a:pt x="1400702" y="1672296"/>
                  </a:lnTo>
                  <a:lnTo>
                    <a:pt x="1400704" y="1672308"/>
                  </a:lnTo>
                  <a:lnTo>
                    <a:pt x="1400699" y="1672331"/>
                  </a:lnTo>
                  <a:lnTo>
                    <a:pt x="1400694" y="1672339"/>
                  </a:lnTo>
                  <a:lnTo>
                    <a:pt x="1400687" y="1672358"/>
                  </a:lnTo>
                  <a:lnTo>
                    <a:pt x="1400699" y="1672371"/>
                  </a:lnTo>
                  <a:lnTo>
                    <a:pt x="1400711" y="1672384"/>
                  </a:lnTo>
                  <a:lnTo>
                    <a:pt x="1400714" y="1672418"/>
                  </a:lnTo>
                  <a:lnTo>
                    <a:pt x="1400716" y="1672427"/>
                  </a:lnTo>
                  <a:lnTo>
                    <a:pt x="1400719" y="1672438"/>
                  </a:lnTo>
                  <a:lnTo>
                    <a:pt x="1400715" y="1672445"/>
                  </a:lnTo>
                  <a:lnTo>
                    <a:pt x="1400708" y="1672452"/>
                  </a:lnTo>
                  <a:lnTo>
                    <a:pt x="1400702" y="1672452"/>
                  </a:lnTo>
                  <a:lnTo>
                    <a:pt x="1400689" y="1672446"/>
                  </a:lnTo>
                  <a:lnTo>
                    <a:pt x="1400680" y="1672440"/>
                  </a:lnTo>
                  <a:lnTo>
                    <a:pt x="1400663" y="1672409"/>
                  </a:lnTo>
                  <a:lnTo>
                    <a:pt x="1400655" y="1672401"/>
                  </a:lnTo>
                  <a:lnTo>
                    <a:pt x="1400644" y="1672399"/>
                  </a:lnTo>
                  <a:lnTo>
                    <a:pt x="1400635" y="1672404"/>
                  </a:lnTo>
                  <a:lnTo>
                    <a:pt x="1400622" y="1672421"/>
                  </a:lnTo>
                  <a:lnTo>
                    <a:pt x="1400613" y="1672433"/>
                  </a:lnTo>
                  <a:lnTo>
                    <a:pt x="1400602" y="1672441"/>
                  </a:lnTo>
                  <a:lnTo>
                    <a:pt x="1400587" y="1672445"/>
                  </a:lnTo>
                  <a:lnTo>
                    <a:pt x="1400577" y="1672450"/>
                  </a:lnTo>
                  <a:lnTo>
                    <a:pt x="1400566" y="1672453"/>
                  </a:lnTo>
                  <a:lnTo>
                    <a:pt x="1400547" y="1672458"/>
                  </a:lnTo>
                  <a:lnTo>
                    <a:pt x="1400535" y="1672468"/>
                  </a:lnTo>
                  <a:lnTo>
                    <a:pt x="1400521" y="1672476"/>
                  </a:lnTo>
                  <a:lnTo>
                    <a:pt x="1400508" y="1672484"/>
                  </a:lnTo>
                  <a:lnTo>
                    <a:pt x="1400491" y="1672492"/>
                  </a:lnTo>
                  <a:lnTo>
                    <a:pt x="1400476" y="1672501"/>
                  </a:lnTo>
                  <a:lnTo>
                    <a:pt x="1400457" y="1672511"/>
                  </a:lnTo>
                  <a:lnTo>
                    <a:pt x="1400426" y="1672522"/>
                  </a:lnTo>
                  <a:lnTo>
                    <a:pt x="1400397" y="1672523"/>
                  </a:lnTo>
                  <a:lnTo>
                    <a:pt x="1400377" y="1672523"/>
                  </a:lnTo>
                  <a:lnTo>
                    <a:pt x="1400357" y="1672525"/>
                  </a:lnTo>
                  <a:lnTo>
                    <a:pt x="1400340" y="1672528"/>
                  </a:lnTo>
                  <a:lnTo>
                    <a:pt x="1400332" y="1672533"/>
                  </a:lnTo>
                  <a:lnTo>
                    <a:pt x="1400322" y="1672538"/>
                  </a:lnTo>
                  <a:lnTo>
                    <a:pt x="1400311" y="1672546"/>
                  </a:lnTo>
                  <a:lnTo>
                    <a:pt x="1400301" y="1672550"/>
                  </a:lnTo>
                  <a:lnTo>
                    <a:pt x="1400284" y="1672556"/>
                  </a:lnTo>
                  <a:lnTo>
                    <a:pt x="1400264" y="1672566"/>
                  </a:lnTo>
                  <a:lnTo>
                    <a:pt x="1400244" y="1672569"/>
                  </a:lnTo>
                  <a:lnTo>
                    <a:pt x="1400229" y="1672575"/>
                  </a:lnTo>
                  <a:lnTo>
                    <a:pt x="1400202" y="1672578"/>
                  </a:lnTo>
                  <a:lnTo>
                    <a:pt x="1400180" y="1672576"/>
                  </a:lnTo>
                  <a:lnTo>
                    <a:pt x="1400150" y="1672578"/>
                  </a:lnTo>
                  <a:lnTo>
                    <a:pt x="1400133" y="1672575"/>
                  </a:lnTo>
                  <a:lnTo>
                    <a:pt x="1400114" y="1672572"/>
                  </a:lnTo>
                  <a:lnTo>
                    <a:pt x="1400101" y="1672571"/>
                  </a:lnTo>
                  <a:lnTo>
                    <a:pt x="1400074" y="1672568"/>
                  </a:lnTo>
                  <a:lnTo>
                    <a:pt x="1400053" y="1672567"/>
                  </a:lnTo>
                  <a:lnTo>
                    <a:pt x="1400038" y="1672566"/>
                  </a:lnTo>
                  <a:lnTo>
                    <a:pt x="1400025" y="1672561"/>
                  </a:lnTo>
                  <a:lnTo>
                    <a:pt x="1400010" y="1672557"/>
                  </a:lnTo>
                  <a:lnTo>
                    <a:pt x="1400004" y="1672557"/>
                  </a:lnTo>
                  <a:lnTo>
                    <a:pt x="1399986" y="1672556"/>
                  </a:lnTo>
                  <a:lnTo>
                    <a:pt x="1399973" y="1672551"/>
                  </a:lnTo>
                  <a:lnTo>
                    <a:pt x="1399944" y="1672529"/>
                  </a:lnTo>
                  <a:lnTo>
                    <a:pt x="1399928" y="1672517"/>
                  </a:lnTo>
                  <a:lnTo>
                    <a:pt x="1399912" y="1672506"/>
                  </a:lnTo>
                  <a:lnTo>
                    <a:pt x="1399891" y="1672495"/>
                  </a:lnTo>
                  <a:lnTo>
                    <a:pt x="1399875" y="1672478"/>
                  </a:lnTo>
                  <a:lnTo>
                    <a:pt x="1399865" y="1672470"/>
                  </a:lnTo>
                  <a:lnTo>
                    <a:pt x="1399845" y="1672462"/>
                  </a:lnTo>
                  <a:lnTo>
                    <a:pt x="1399831" y="1672450"/>
                  </a:lnTo>
                  <a:lnTo>
                    <a:pt x="1399821" y="1672441"/>
                  </a:lnTo>
                  <a:lnTo>
                    <a:pt x="1399805" y="1672430"/>
                  </a:lnTo>
                  <a:lnTo>
                    <a:pt x="1399791" y="1672417"/>
                  </a:lnTo>
                  <a:lnTo>
                    <a:pt x="1399776" y="1672405"/>
                  </a:lnTo>
                  <a:lnTo>
                    <a:pt x="1399759" y="1672392"/>
                  </a:lnTo>
                  <a:lnTo>
                    <a:pt x="1399747" y="1672383"/>
                  </a:lnTo>
                  <a:lnTo>
                    <a:pt x="1399718" y="1672367"/>
                  </a:lnTo>
                  <a:lnTo>
                    <a:pt x="1399704" y="1672361"/>
                  </a:lnTo>
                  <a:lnTo>
                    <a:pt x="1399687" y="1672354"/>
                  </a:lnTo>
                  <a:lnTo>
                    <a:pt x="1399670" y="1672347"/>
                  </a:lnTo>
                  <a:lnTo>
                    <a:pt x="1399662" y="1672345"/>
                  </a:lnTo>
                  <a:lnTo>
                    <a:pt x="1399655" y="1672345"/>
                  </a:lnTo>
                  <a:lnTo>
                    <a:pt x="1399642" y="1672337"/>
                  </a:lnTo>
                  <a:lnTo>
                    <a:pt x="1399632" y="1672328"/>
                  </a:lnTo>
                  <a:lnTo>
                    <a:pt x="1399625" y="1672323"/>
                  </a:lnTo>
                  <a:lnTo>
                    <a:pt x="1399617" y="1672323"/>
                  </a:lnTo>
                  <a:lnTo>
                    <a:pt x="1399609" y="1672329"/>
                  </a:lnTo>
                  <a:lnTo>
                    <a:pt x="1399600" y="1672342"/>
                  </a:lnTo>
                  <a:lnTo>
                    <a:pt x="1399590" y="1672351"/>
                  </a:lnTo>
                  <a:lnTo>
                    <a:pt x="1399580" y="1672364"/>
                  </a:lnTo>
                  <a:lnTo>
                    <a:pt x="1399569" y="1672375"/>
                  </a:lnTo>
                  <a:lnTo>
                    <a:pt x="1399552" y="1672388"/>
                  </a:lnTo>
                  <a:lnTo>
                    <a:pt x="1399544" y="1672405"/>
                  </a:lnTo>
                  <a:lnTo>
                    <a:pt x="1399537" y="1672417"/>
                  </a:lnTo>
                  <a:lnTo>
                    <a:pt x="1399529" y="1672436"/>
                  </a:lnTo>
                  <a:lnTo>
                    <a:pt x="1399522" y="1672463"/>
                  </a:lnTo>
                  <a:lnTo>
                    <a:pt x="1399516" y="1672478"/>
                  </a:lnTo>
                  <a:lnTo>
                    <a:pt x="1399504" y="1672505"/>
                  </a:lnTo>
                  <a:lnTo>
                    <a:pt x="1399493" y="1672525"/>
                  </a:lnTo>
                  <a:lnTo>
                    <a:pt x="1399483" y="1672545"/>
                  </a:lnTo>
                  <a:lnTo>
                    <a:pt x="1399474" y="1672568"/>
                  </a:lnTo>
                  <a:lnTo>
                    <a:pt x="1399471" y="1672584"/>
                  </a:lnTo>
                  <a:lnTo>
                    <a:pt x="1399470" y="1672595"/>
                  </a:lnTo>
                  <a:lnTo>
                    <a:pt x="1399467" y="1672610"/>
                  </a:lnTo>
                  <a:lnTo>
                    <a:pt x="1399462" y="1672613"/>
                  </a:lnTo>
                  <a:lnTo>
                    <a:pt x="1399457" y="1672617"/>
                  </a:lnTo>
                  <a:lnTo>
                    <a:pt x="1399448" y="1672619"/>
                  </a:lnTo>
                  <a:lnTo>
                    <a:pt x="1399442" y="1672619"/>
                  </a:lnTo>
                  <a:lnTo>
                    <a:pt x="1399420" y="1672618"/>
                  </a:lnTo>
                  <a:lnTo>
                    <a:pt x="1399403" y="1672617"/>
                  </a:lnTo>
                  <a:lnTo>
                    <a:pt x="1399395" y="1672616"/>
                  </a:lnTo>
                  <a:lnTo>
                    <a:pt x="1399384" y="1672616"/>
                  </a:lnTo>
                  <a:lnTo>
                    <a:pt x="1399374" y="1672617"/>
                  </a:lnTo>
                  <a:lnTo>
                    <a:pt x="1399358" y="1672619"/>
                  </a:lnTo>
                  <a:lnTo>
                    <a:pt x="1399345" y="1672621"/>
                  </a:lnTo>
                  <a:lnTo>
                    <a:pt x="1399317" y="1672622"/>
                  </a:lnTo>
                  <a:lnTo>
                    <a:pt x="1399297" y="1672624"/>
                  </a:lnTo>
                  <a:lnTo>
                    <a:pt x="1399295" y="1672632"/>
                  </a:lnTo>
                  <a:lnTo>
                    <a:pt x="1399294" y="1672643"/>
                  </a:lnTo>
                  <a:lnTo>
                    <a:pt x="1399292" y="1672655"/>
                  </a:lnTo>
                  <a:lnTo>
                    <a:pt x="1399286" y="1672659"/>
                  </a:lnTo>
                  <a:lnTo>
                    <a:pt x="1399279" y="1672671"/>
                  </a:lnTo>
                  <a:lnTo>
                    <a:pt x="1399274" y="1672677"/>
                  </a:lnTo>
                  <a:lnTo>
                    <a:pt x="1399268" y="1672680"/>
                  </a:lnTo>
                  <a:lnTo>
                    <a:pt x="1399255" y="1672680"/>
                  </a:lnTo>
                  <a:lnTo>
                    <a:pt x="1399241" y="1672679"/>
                  </a:lnTo>
                  <a:lnTo>
                    <a:pt x="1399231" y="1672678"/>
                  </a:lnTo>
                  <a:lnTo>
                    <a:pt x="1399220" y="1672685"/>
                  </a:lnTo>
                  <a:lnTo>
                    <a:pt x="1399214" y="1672686"/>
                  </a:lnTo>
                  <a:lnTo>
                    <a:pt x="1399197" y="1672689"/>
                  </a:lnTo>
                  <a:lnTo>
                    <a:pt x="1399174" y="1672702"/>
                  </a:lnTo>
                  <a:lnTo>
                    <a:pt x="1399157" y="1672707"/>
                  </a:lnTo>
                  <a:lnTo>
                    <a:pt x="1399145" y="1672710"/>
                  </a:lnTo>
                  <a:lnTo>
                    <a:pt x="1399131" y="1672711"/>
                  </a:lnTo>
                  <a:lnTo>
                    <a:pt x="1399115" y="1672709"/>
                  </a:lnTo>
                  <a:lnTo>
                    <a:pt x="1399099" y="1672706"/>
                  </a:lnTo>
                  <a:lnTo>
                    <a:pt x="1399080" y="1672703"/>
                  </a:lnTo>
                  <a:lnTo>
                    <a:pt x="1399058" y="1672697"/>
                  </a:lnTo>
                  <a:lnTo>
                    <a:pt x="1399032" y="1672688"/>
                  </a:lnTo>
                  <a:lnTo>
                    <a:pt x="1399016" y="1672680"/>
                  </a:lnTo>
                  <a:lnTo>
                    <a:pt x="1399006" y="1672675"/>
                  </a:lnTo>
                  <a:lnTo>
                    <a:pt x="1398984" y="1672648"/>
                  </a:lnTo>
                  <a:lnTo>
                    <a:pt x="1398964" y="1672631"/>
                  </a:lnTo>
                  <a:lnTo>
                    <a:pt x="1398952" y="1672623"/>
                  </a:lnTo>
                  <a:lnTo>
                    <a:pt x="1398937" y="1672616"/>
                  </a:lnTo>
                  <a:lnTo>
                    <a:pt x="1398925" y="1672616"/>
                  </a:lnTo>
                  <a:lnTo>
                    <a:pt x="1398913" y="1672619"/>
                  </a:lnTo>
                  <a:lnTo>
                    <a:pt x="1398891" y="1672630"/>
                  </a:lnTo>
                  <a:lnTo>
                    <a:pt x="1398880" y="1672637"/>
                  </a:lnTo>
                  <a:lnTo>
                    <a:pt x="1398851" y="1672656"/>
                  </a:lnTo>
                  <a:lnTo>
                    <a:pt x="1398837" y="1672657"/>
                  </a:lnTo>
                  <a:lnTo>
                    <a:pt x="1398812" y="1672658"/>
                  </a:lnTo>
                  <a:lnTo>
                    <a:pt x="1398790" y="1672655"/>
                  </a:lnTo>
                  <a:lnTo>
                    <a:pt x="1398769" y="1672649"/>
                  </a:lnTo>
                  <a:lnTo>
                    <a:pt x="1398741" y="1672638"/>
                  </a:lnTo>
                  <a:lnTo>
                    <a:pt x="1398723" y="1672639"/>
                  </a:lnTo>
                  <a:lnTo>
                    <a:pt x="1398705" y="1672641"/>
                  </a:lnTo>
                  <a:lnTo>
                    <a:pt x="1398695" y="1672642"/>
                  </a:lnTo>
                  <a:lnTo>
                    <a:pt x="1398683" y="1672642"/>
                  </a:lnTo>
                  <a:lnTo>
                    <a:pt x="1398640" y="1672631"/>
                  </a:lnTo>
                  <a:lnTo>
                    <a:pt x="1398603" y="1672627"/>
                  </a:lnTo>
                  <a:lnTo>
                    <a:pt x="1398565" y="1672629"/>
                  </a:lnTo>
                  <a:lnTo>
                    <a:pt x="1398550" y="1672637"/>
                  </a:lnTo>
                  <a:lnTo>
                    <a:pt x="1398530" y="1672656"/>
                  </a:lnTo>
                  <a:lnTo>
                    <a:pt x="1398505" y="1672678"/>
                  </a:lnTo>
                  <a:lnTo>
                    <a:pt x="1398456" y="1672729"/>
                  </a:lnTo>
                  <a:lnTo>
                    <a:pt x="1398430" y="1672748"/>
                  </a:lnTo>
                  <a:lnTo>
                    <a:pt x="1398427" y="1672754"/>
                  </a:lnTo>
                  <a:lnTo>
                    <a:pt x="1398404" y="1672809"/>
                  </a:lnTo>
                  <a:lnTo>
                    <a:pt x="1398399" y="1672875"/>
                  </a:lnTo>
                  <a:lnTo>
                    <a:pt x="1398392" y="1672888"/>
                  </a:lnTo>
                  <a:lnTo>
                    <a:pt x="1398387" y="1672885"/>
                  </a:lnTo>
                  <a:lnTo>
                    <a:pt x="1398383" y="1672867"/>
                  </a:lnTo>
                  <a:lnTo>
                    <a:pt x="1398377" y="1672858"/>
                  </a:lnTo>
                  <a:lnTo>
                    <a:pt x="1398371" y="1672839"/>
                  </a:lnTo>
                  <a:lnTo>
                    <a:pt x="1398369" y="1672817"/>
                  </a:lnTo>
                  <a:lnTo>
                    <a:pt x="1398356" y="1672795"/>
                  </a:lnTo>
                  <a:lnTo>
                    <a:pt x="1398354" y="1672790"/>
                  </a:lnTo>
                  <a:lnTo>
                    <a:pt x="1398343" y="1672784"/>
                  </a:lnTo>
                  <a:lnTo>
                    <a:pt x="1398328" y="1672779"/>
                  </a:lnTo>
                  <a:lnTo>
                    <a:pt x="1398321" y="1672776"/>
                  </a:lnTo>
                  <a:lnTo>
                    <a:pt x="1398316" y="1672768"/>
                  </a:lnTo>
                  <a:lnTo>
                    <a:pt x="1398306" y="1672751"/>
                  </a:lnTo>
                  <a:lnTo>
                    <a:pt x="1398292" y="1672740"/>
                  </a:lnTo>
                  <a:lnTo>
                    <a:pt x="1398273" y="1672729"/>
                  </a:lnTo>
                  <a:lnTo>
                    <a:pt x="1398262" y="1672722"/>
                  </a:lnTo>
                  <a:lnTo>
                    <a:pt x="1398249" y="1672715"/>
                  </a:lnTo>
                  <a:lnTo>
                    <a:pt x="1398241" y="1672714"/>
                  </a:lnTo>
                  <a:lnTo>
                    <a:pt x="1398212" y="1672713"/>
                  </a:lnTo>
                  <a:lnTo>
                    <a:pt x="1398180" y="1672719"/>
                  </a:lnTo>
                  <a:lnTo>
                    <a:pt x="1398171" y="1672713"/>
                  </a:lnTo>
                  <a:lnTo>
                    <a:pt x="1398159" y="1672702"/>
                  </a:lnTo>
                  <a:lnTo>
                    <a:pt x="1398159" y="1672690"/>
                  </a:lnTo>
                  <a:lnTo>
                    <a:pt x="1398160" y="1672677"/>
                  </a:lnTo>
                  <a:lnTo>
                    <a:pt x="1398155" y="1672674"/>
                  </a:lnTo>
                  <a:lnTo>
                    <a:pt x="1398149" y="1672670"/>
                  </a:lnTo>
                  <a:lnTo>
                    <a:pt x="1398138" y="1672658"/>
                  </a:lnTo>
                  <a:lnTo>
                    <a:pt x="1398129" y="1672644"/>
                  </a:lnTo>
                  <a:lnTo>
                    <a:pt x="1398122" y="1672634"/>
                  </a:lnTo>
                  <a:lnTo>
                    <a:pt x="1398109" y="1672622"/>
                  </a:lnTo>
                  <a:lnTo>
                    <a:pt x="1398098" y="1672605"/>
                  </a:lnTo>
                  <a:lnTo>
                    <a:pt x="1398078" y="1672588"/>
                  </a:lnTo>
                  <a:lnTo>
                    <a:pt x="1398070" y="1672575"/>
                  </a:lnTo>
                  <a:lnTo>
                    <a:pt x="1398063" y="1672570"/>
                  </a:lnTo>
                  <a:lnTo>
                    <a:pt x="1398043" y="1672561"/>
                  </a:lnTo>
                  <a:lnTo>
                    <a:pt x="1398026" y="1672559"/>
                  </a:lnTo>
                  <a:lnTo>
                    <a:pt x="1398009" y="1672552"/>
                  </a:lnTo>
                  <a:lnTo>
                    <a:pt x="1397989" y="1672546"/>
                  </a:lnTo>
                  <a:lnTo>
                    <a:pt x="1397953" y="1672517"/>
                  </a:lnTo>
                  <a:lnTo>
                    <a:pt x="1397925" y="1672501"/>
                  </a:lnTo>
                  <a:lnTo>
                    <a:pt x="1397924" y="1672491"/>
                  </a:lnTo>
                  <a:lnTo>
                    <a:pt x="1397927" y="1672477"/>
                  </a:lnTo>
                  <a:lnTo>
                    <a:pt x="1397942" y="1672445"/>
                  </a:lnTo>
                  <a:lnTo>
                    <a:pt x="1397943" y="1672429"/>
                  </a:lnTo>
                  <a:lnTo>
                    <a:pt x="1397934" y="1672423"/>
                  </a:lnTo>
                  <a:lnTo>
                    <a:pt x="1397904" y="1672399"/>
                  </a:lnTo>
                  <a:lnTo>
                    <a:pt x="1397888" y="1672387"/>
                  </a:lnTo>
                  <a:lnTo>
                    <a:pt x="1397826" y="1672336"/>
                  </a:lnTo>
                  <a:lnTo>
                    <a:pt x="1397746" y="1672316"/>
                  </a:lnTo>
                  <a:lnTo>
                    <a:pt x="1397736" y="1672320"/>
                  </a:lnTo>
                  <a:lnTo>
                    <a:pt x="1397732" y="1672331"/>
                  </a:lnTo>
                  <a:lnTo>
                    <a:pt x="1397727" y="1672343"/>
                  </a:lnTo>
                  <a:lnTo>
                    <a:pt x="1397723" y="1672361"/>
                  </a:lnTo>
                  <a:lnTo>
                    <a:pt x="1397716" y="1672364"/>
                  </a:lnTo>
                  <a:lnTo>
                    <a:pt x="1397701" y="1672364"/>
                  </a:lnTo>
                  <a:lnTo>
                    <a:pt x="1397662" y="1672361"/>
                  </a:lnTo>
                  <a:lnTo>
                    <a:pt x="1397644" y="1672361"/>
                  </a:lnTo>
                  <a:lnTo>
                    <a:pt x="1397618" y="1672360"/>
                  </a:lnTo>
                  <a:lnTo>
                    <a:pt x="1397611" y="1672348"/>
                  </a:lnTo>
                  <a:lnTo>
                    <a:pt x="1397608" y="1672328"/>
                  </a:lnTo>
                  <a:lnTo>
                    <a:pt x="1397608" y="1672317"/>
                  </a:lnTo>
                  <a:lnTo>
                    <a:pt x="1397611" y="1672310"/>
                  </a:lnTo>
                  <a:lnTo>
                    <a:pt x="1397614" y="1672299"/>
                  </a:lnTo>
                  <a:lnTo>
                    <a:pt x="1397615" y="1672292"/>
                  </a:lnTo>
                  <a:lnTo>
                    <a:pt x="1397615" y="1672281"/>
                  </a:lnTo>
                  <a:lnTo>
                    <a:pt x="1397610" y="1672276"/>
                  </a:lnTo>
                  <a:lnTo>
                    <a:pt x="1397603" y="1672268"/>
                  </a:lnTo>
                  <a:lnTo>
                    <a:pt x="1397587" y="1672253"/>
                  </a:lnTo>
                  <a:lnTo>
                    <a:pt x="1397562" y="1672235"/>
                  </a:lnTo>
                  <a:lnTo>
                    <a:pt x="1397548" y="1672227"/>
                  </a:lnTo>
                  <a:lnTo>
                    <a:pt x="1397536" y="1672201"/>
                  </a:lnTo>
                  <a:lnTo>
                    <a:pt x="1397518" y="1672140"/>
                  </a:lnTo>
                  <a:lnTo>
                    <a:pt x="1397515" y="1672129"/>
                  </a:lnTo>
                  <a:lnTo>
                    <a:pt x="1397509" y="1672115"/>
                  </a:lnTo>
                  <a:lnTo>
                    <a:pt x="1397502" y="1672106"/>
                  </a:lnTo>
                  <a:lnTo>
                    <a:pt x="1397481" y="1672045"/>
                  </a:lnTo>
                  <a:lnTo>
                    <a:pt x="1397466" y="1672035"/>
                  </a:lnTo>
                  <a:lnTo>
                    <a:pt x="1397457" y="1672007"/>
                  </a:lnTo>
                  <a:lnTo>
                    <a:pt x="1397452" y="1671963"/>
                  </a:lnTo>
                  <a:lnTo>
                    <a:pt x="1397436" y="1671920"/>
                  </a:lnTo>
                  <a:lnTo>
                    <a:pt x="1397406" y="1671890"/>
                  </a:lnTo>
                  <a:lnTo>
                    <a:pt x="1397396" y="1671865"/>
                  </a:lnTo>
                  <a:lnTo>
                    <a:pt x="1397369" y="1671824"/>
                  </a:lnTo>
                  <a:lnTo>
                    <a:pt x="1397358" y="1671807"/>
                  </a:lnTo>
                  <a:lnTo>
                    <a:pt x="1397337" y="1671810"/>
                  </a:lnTo>
                  <a:lnTo>
                    <a:pt x="1397315" y="1671828"/>
                  </a:lnTo>
                  <a:lnTo>
                    <a:pt x="1397277" y="1671859"/>
                  </a:lnTo>
                  <a:lnTo>
                    <a:pt x="1397255" y="1671883"/>
                  </a:lnTo>
                  <a:lnTo>
                    <a:pt x="1397228" y="1671866"/>
                  </a:lnTo>
                  <a:lnTo>
                    <a:pt x="1397210" y="1671863"/>
                  </a:lnTo>
                  <a:lnTo>
                    <a:pt x="1397181" y="1671868"/>
                  </a:lnTo>
                  <a:lnTo>
                    <a:pt x="1397136" y="1671868"/>
                  </a:lnTo>
                  <a:lnTo>
                    <a:pt x="1397116" y="1671863"/>
                  </a:lnTo>
                  <a:lnTo>
                    <a:pt x="1397089" y="1671851"/>
                  </a:lnTo>
                  <a:lnTo>
                    <a:pt x="1397050" y="1671831"/>
                  </a:lnTo>
                  <a:lnTo>
                    <a:pt x="1397016" y="1671825"/>
                  </a:lnTo>
                  <a:lnTo>
                    <a:pt x="1396993" y="1671831"/>
                  </a:lnTo>
                  <a:lnTo>
                    <a:pt x="1396957" y="1671824"/>
                  </a:lnTo>
                  <a:lnTo>
                    <a:pt x="1396931" y="1671821"/>
                  </a:lnTo>
                  <a:lnTo>
                    <a:pt x="1396904" y="1671781"/>
                  </a:lnTo>
                  <a:lnTo>
                    <a:pt x="1396874" y="1671759"/>
                  </a:lnTo>
                  <a:lnTo>
                    <a:pt x="1396845" y="1671747"/>
                  </a:lnTo>
                  <a:lnTo>
                    <a:pt x="1396814" y="1671741"/>
                  </a:lnTo>
                  <a:lnTo>
                    <a:pt x="1396799" y="1671744"/>
                  </a:lnTo>
                  <a:lnTo>
                    <a:pt x="1396788" y="1671759"/>
                  </a:lnTo>
                  <a:lnTo>
                    <a:pt x="1396780" y="1671790"/>
                  </a:lnTo>
                  <a:lnTo>
                    <a:pt x="1396773" y="1671805"/>
                  </a:lnTo>
                  <a:lnTo>
                    <a:pt x="1396751" y="1671829"/>
                  </a:lnTo>
                  <a:lnTo>
                    <a:pt x="1396737" y="1671832"/>
                  </a:lnTo>
                  <a:lnTo>
                    <a:pt x="1396713" y="1671835"/>
                  </a:lnTo>
                  <a:lnTo>
                    <a:pt x="1396691" y="1671829"/>
                  </a:lnTo>
                  <a:lnTo>
                    <a:pt x="1396651" y="1671809"/>
                  </a:lnTo>
                  <a:lnTo>
                    <a:pt x="1396623" y="1671792"/>
                  </a:lnTo>
                  <a:lnTo>
                    <a:pt x="1396569" y="1671757"/>
                  </a:lnTo>
                  <a:lnTo>
                    <a:pt x="1396530" y="1671741"/>
                  </a:lnTo>
                  <a:lnTo>
                    <a:pt x="1396518" y="1671726"/>
                  </a:lnTo>
                  <a:lnTo>
                    <a:pt x="1396506" y="1671706"/>
                  </a:lnTo>
                  <a:lnTo>
                    <a:pt x="1396461" y="1671634"/>
                  </a:lnTo>
                  <a:lnTo>
                    <a:pt x="1396456" y="1671624"/>
                  </a:lnTo>
                  <a:lnTo>
                    <a:pt x="1396458" y="1671581"/>
                  </a:lnTo>
                  <a:lnTo>
                    <a:pt x="1396472" y="1671546"/>
                  </a:lnTo>
                  <a:lnTo>
                    <a:pt x="1396497" y="1671489"/>
                  </a:lnTo>
                  <a:lnTo>
                    <a:pt x="1396506" y="1671473"/>
                  </a:lnTo>
                  <a:lnTo>
                    <a:pt x="1396528" y="1671428"/>
                  </a:lnTo>
                  <a:lnTo>
                    <a:pt x="1396536" y="1671412"/>
                  </a:lnTo>
                  <a:lnTo>
                    <a:pt x="1396566" y="1671356"/>
                  </a:lnTo>
                  <a:lnTo>
                    <a:pt x="1396586" y="1671330"/>
                  </a:lnTo>
                  <a:lnTo>
                    <a:pt x="1396595" y="1671315"/>
                  </a:lnTo>
                  <a:lnTo>
                    <a:pt x="1396595" y="1671289"/>
                  </a:lnTo>
                  <a:lnTo>
                    <a:pt x="1396593" y="1671267"/>
                  </a:lnTo>
                  <a:lnTo>
                    <a:pt x="1396579" y="1671237"/>
                  </a:lnTo>
                  <a:lnTo>
                    <a:pt x="1396542" y="1671194"/>
                  </a:lnTo>
                  <a:lnTo>
                    <a:pt x="1396521" y="1671169"/>
                  </a:lnTo>
                  <a:lnTo>
                    <a:pt x="1396483" y="1671153"/>
                  </a:lnTo>
                  <a:lnTo>
                    <a:pt x="1396452" y="1671141"/>
                  </a:lnTo>
                  <a:lnTo>
                    <a:pt x="1396410" y="1671133"/>
                  </a:lnTo>
                  <a:lnTo>
                    <a:pt x="1396371" y="1671145"/>
                  </a:lnTo>
                  <a:lnTo>
                    <a:pt x="1396360" y="1671132"/>
                  </a:lnTo>
                  <a:lnTo>
                    <a:pt x="1396354" y="1671100"/>
                  </a:lnTo>
                  <a:lnTo>
                    <a:pt x="1396348" y="1671061"/>
                  </a:lnTo>
                  <a:lnTo>
                    <a:pt x="1396336" y="1671004"/>
                  </a:lnTo>
                  <a:lnTo>
                    <a:pt x="1396335" y="1670996"/>
                  </a:lnTo>
                  <a:lnTo>
                    <a:pt x="1396334" y="1670968"/>
                  </a:lnTo>
                  <a:lnTo>
                    <a:pt x="1396346" y="1670941"/>
                  </a:lnTo>
                  <a:lnTo>
                    <a:pt x="1396352" y="1670925"/>
                  </a:lnTo>
                  <a:lnTo>
                    <a:pt x="1396362" y="1670891"/>
                  </a:lnTo>
                  <a:lnTo>
                    <a:pt x="1396360" y="1670877"/>
                  </a:lnTo>
                  <a:lnTo>
                    <a:pt x="1396342" y="1670859"/>
                  </a:lnTo>
                  <a:lnTo>
                    <a:pt x="1396325" y="1670847"/>
                  </a:lnTo>
                  <a:lnTo>
                    <a:pt x="1396311" y="1670837"/>
                  </a:lnTo>
                  <a:lnTo>
                    <a:pt x="1396275" y="1670828"/>
                  </a:lnTo>
                  <a:lnTo>
                    <a:pt x="1396241" y="1670820"/>
                  </a:lnTo>
                  <a:lnTo>
                    <a:pt x="1396184" y="1670784"/>
                  </a:lnTo>
                  <a:lnTo>
                    <a:pt x="1396170" y="1670778"/>
                  </a:lnTo>
                  <a:lnTo>
                    <a:pt x="1396150" y="1670776"/>
                  </a:lnTo>
                  <a:lnTo>
                    <a:pt x="1396112" y="1670822"/>
                  </a:lnTo>
                  <a:lnTo>
                    <a:pt x="1396094" y="1670842"/>
                  </a:lnTo>
                  <a:lnTo>
                    <a:pt x="1396076" y="1670856"/>
                  </a:lnTo>
                  <a:lnTo>
                    <a:pt x="1396031" y="1670841"/>
                  </a:lnTo>
                  <a:lnTo>
                    <a:pt x="1395991" y="1670841"/>
                  </a:lnTo>
                  <a:lnTo>
                    <a:pt x="1395970" y="1670843"/>
                  </a:lnTo>
                  <a:lnTo>
                    <a:pt x="1395889" y="1670834"/>
                  </a:lnTo>
                  <a:lnTo>
                    <a:pt x="1395869" y="1670826"/>
                  </a:lnTo>
                  <a:lnTo>
                    <a:pt x="1395843" y="1670824"/>
                  </a:lnTo>
                  <a:lnTo>
                    <a:pt x="1395806" y="1670831"/>
                  </a:lnTo>
                  <a:lnTo>
                    <a:pt x="1395793" y="1670833"/>
                  </a:lnTo>
                  <a:lnTo>
                    <a:pt x="1395780" y="1670836"/>
                  </a:lnTo>
                  <a:lnTo>
                    <a:pt x="1395770" y="1670848"/>
                  </a:lnTo>
                  <a:lnTo>
                    <a:pt x="1395761" y="1670859"/>
                  </a:lnTo>
                  <a:lnTo>
                    <a:pt x="1395752" y="1670870"/>
                  </a:lnTo>
                  <a:lnTo>
                    <a:pt x="1395737" y="1670887"/>
                  </a:lnTo>
                  <a:lnTo>
                    <a:pt x="1395724" y="1670894"/>
                  </a:lnTo>
                  <a:lnTo>
                    <a:pt x="1395707" y="1670903"/>
                  </a:lnTo>
                  <a:lnTo>
                    <a:pt x="1395697" y="1670902"/>
                  </a:lnTo>
                  <a:lnTo>
                    <a:pt x="1395690" y="1670852"/>
                  </a:lnTo>
                  <a:lnTo>
                    <a:pt x="1395686" y="1670838"/>
                  </a:lnTo>
                  <a:lnTo>
                    <a:pt x="1395671" y="1670827"/>
                  </a:lnTo>
                  <a:lnTo>
                    <a:pt x="1395641" y="1670823"/>
                  </a:lnTo>
                  <a:lnTo>
                    <a:pt x="1395593" y="1670850"/>
                  </a:lnTo>
                  <a:lnTo>
                    <a:pt x="1395588" y="1670870"/>
                  </a:lnTo>
                  <a:lnTo>
                    <a:pt x="1395577" y="1670874"/>
                  </a:lnTo>
                  <a:lnTo>
                    <a:pt x="1395566" y="1670875"/>
                  </a:lnTo>
                  <a:lnTo>
                    <a:pt x="1395544" y="1670875"/>
                  </a:lnTo>
                  <a:lnTo>
                    <a:pt x="1395528" y="1670874"/>
                  </a:lnTo>
                  <a:lnTo>
                    <a:pt x="1395513" y="1670874"/>
                  </a:lnTo>
                  <a:lnTo>
                    <a:pt x="1395499" y="1670876"/>
                  </a:lnTo>
                  <a:lnTo>
                    <a:pt x="1395484" y="1670880"/>
                  </a:lnTo>
                  <a:lnTo>
                    <a:pt x="1395427" y="1670899"/>
                  </a:lnTo>
                  <a:lnTo>
                    <a:pt x="1395412" y="1670903"/>
                  </a:lnTo>
                  <a:lnTo>
                    <a:pt x="1395402" y="1670905"/>
                  </a:lnTo>
                  <a:lnTo>
                    <a:pt x="1395390" y="1670903"/>
                  </a:lnTo>
                  <a:lnTo>
                    <a:pt x="1395373" y="1670899"/>
                  </a:lnTo>
                  <a:lnTo>
                    <a:pt x="1395363" y="1670896"/>
                  </a:lnTo>
                  <a:lnTo>
                    <a:pt x="1395348" y="1670894"/>
                  </a:lnTo>
                  <a:lnTo>
                    <a:pt x="1395333" y="1670894"/>
                  </a:lnTo>
                  <a:lnTo>
                    <a:pt x="1395315" y="1670899"/>
                  </a:lnTo>
                  <a:lnTo>
                    <a:pt x="1395304" y="1670903"/>
                  </a:lnTo>
                  <a:lnTo>
                    <a:pt x="1395298" y="1670910"/>
                  </a:lnTo>
                  <a:lnTo>
                    <a:pt x="1395273" y="1670928"/>
                  </a:lnTo>
                  <a:lnTo>
                    <a:pt x="1395252" y="1670938"/>
                  </a:lnTo>
                  <a:lnTo>
                    <a:pt x="1395238" y="1670945"/>
                  </a:lnTo>
                  <a:lnTo>
                    <a:pt x="1395225" y="1670950"/>
                  </a:lnTo>
                  <a:lnTo>
                    <a:pt x="1395212" y="1670943"/>
                  </a:lnTo>
                  <a:lnTo>
                    <a:pt x="1395197" y="1670933"/>
                  </a:lnTo>
                  <a:lnTo>
                    <a:pt x="1395174" y="1670913"/>
                  </a:lnTo>
                  <a:lnTo>
                    <a:pt x="1395162" y="1670898"/>
                  </a:lnTo>
                  <a:lnTo>
                    <a:pt x="1395144" y="1670872"/>
                  </a:lnTo>
                  <a:lnTo>
                    <a:pt x="1395137" y="1670862"/>
                  </a:lnTo>
                  <a:lnTo>
                    <a:pt x="1395134" y="1670854"/>
                  </a:lnTo>
                  <a:lnTo>
                    <a:pt x="1395132" y="1670842"/>
                  </a:lnTo>
                  <a:lnTo>
                    <a:pt x="1395132" y="1670830"/>
                  </a:lnTo>
                  <a:lnTo>
                    <a:pt x="1395132" y="1670793"/>
                  </a:lnTo>
                  <a:lnTo>
                    <a:pt x="1395122" y="1670766"/>
                  </a:lnTo>
                  <a:lnTo>
                    <a:pt x="1395109" y="1670745"/>
                  </a:lnTo>
                  <a:lnTo>
                    <a:pt x="1395096" y="1670728"/>
                  </a:lnTo>
                  <a:lnTo>
                    <a:pt x="1395073" y="1670722"/>
                  </a:lnTo>
                  <a:lnTo>
                    <a:pt x="1395036" y="1670722"/>
                  </a:lnTo>
                  <a:lnTo>
                    <a:pt x="1395023" y="1670717"/>
                  </a:lnTo>
                  <a:lnTo>
                    <a:pt x="1395013" y="1670698"/>
                  </a:lnTo>
                  <a:lnTo>
                    <a:pt x="1395009" y="1670684"/>
                  </a:lnTo>
                  <a:lnTo>
                    <a:pt x="1395003" y="1670674"/>
                  </a:lnTo>
                  <a:lnTo>
                    <a:pt x="1394993" y="1670659"/>
                  </a:lnTo>
                  <a:lnTo>
                    <a:pt x="1394955" y="1670607"/>
                  </a:lnTo>
                  <a:lnTo>
                    <a:pt x="1394931" y="1670567"/>
                  </a:lnTo>
                  <a:lnTo>
                    <a:pt x="1394918" y="1670554"/>
                  </a:lnTo>
                  <a:lnTo>
                    <a:pt x="1394895" y="1670541"/>
                  </a:lnTo>
                  <a:lnTo>
                    <a:pt x="1394863" y="1670532"/>
                  </a:lnTo>
                  <a:lnTo>
                    <a:pt x="1394825" y="1670523"/>
                  </a:lnTo>
                  <a:lnTo>
                    <a:pt x="1394783" y="1670522"/>
                  </a:lnTo>
                  <a:lnTo>
                    <a:pt x="1394723" y="1670550"/>
                  </a:lnTo>
                  <a:lnTo>
                    <a:pt x="1394704" y="1670562"/>
                  </a:lnTo>
                  <a:lnTo>
                    <a:pt x="1394694" y="1670569"/>
                  </a:lnTo>
                  <a:lnTo>
                    <a:pt x="1394661" y="1670589"/>
                  </a:lnTo>
                  <a:lnTo>
                    <a:pt x="1394643" y="1670611"/>
                  </a:lnTo>
                  <a:lnTo>
                    <a:pt x="1394634" y="1670633"/>
                  </a:lnTo>
                  <a:lnTo>
                    <a:pt x="1394625" y="1670658"/>
                  </a:lnTo>
                  <a:lnTo>
                    <a:pt x="1394615" y="1670684"/>
                  </a:lnTo>
                  <a:lnTo>
                    <a:pt x="1394601" y="1670698"/>
                  </a:lnTo>
                  <a:lnTo>
                    <a:pt x="1394578" y="1670699"/>
                  </a:lnTo>
                  <a:lnTo>
                    <a:pt x="1394550" y="1670698"/>
                  </a:lnTo>
                  <a:lnTo>
                    <a:pt x="1394531" y="1670693"/>
                  </a:lnTo>
                  <a:lnTo>
                    <a:pt x="1394514" y="1670684"/>
                  </a:lnTo>
                  <a:lnTo>
                    <a:pt x="1394494" y="1670667"/>
                  </a:lnTo>
                  <a:lnTo>
                    <a:pt x="1394451" y="1670660"/>
                  </a:lnTo>
                  <a:lnTo>
                    <a:pt x="1394412" y="1670648"/>
                  </a:lnTo>
                  <a:lnTo>
                    <a:pt x="1394381" y="1670640"/>
                  </a:lnTo>
                  <a:lnTo>
                    <a:pt x="1394356" y="1670631"/>
                  </a:lnTo>
                  <a:lnTo>
                    <a:pt x="1394332" y="1670619"/>
                  </a:lnTo>
                  <a:lnTo>
                    <a:pt x="1394315" y="1670609"/>
                  </a:lnTo>
                  <a:lnTo>
                    <a:pt x="1394300" y="1670595"/>
                  </a:lnTo>
                  <a:lnTo>
                    <a:pt x="1394278" y="1670585"/>
                  </a:lnTo>
                  <a:lnTo>
                    <a:pt x="1394254" y="1670579"/>
                  </a:lnTo>
                  <a:lnTo>
                    <a:pt x="1394201" y="1670557"/>
                  </a:lnTo>
                  <a:lnTo>
                    <a:pt x="1394169" y="1670538"/>
                  </a:lnTo>
                  <a:lnTo>
                    <a:pt x="1394152" y="1670535"/>
                  </a:lnTo>
                  <a:lnTo>
                    <a:pt x="1394123" y="1670534"/>
                  </a:lnTo>
                  <a:lnTo>
                    <a:pt x="1394105" y="1670542"/>
                  </a:lnTo>
                  <a:lnTo>
                    <a:pt x="1394084" y="1670546"/>
                  </a:lnTo>
                  <a:lnTo>
                    <a:pt x="1394067" y="1670547"/>
                  </a:lnTo>
                  <a:lnTo>
                    <a:pt x="1394054" y="1670547"/>
                  </a:lnTo>
                  <a:lnTo>
                    <a:pt x="1394028" y="1670537"/>
                  </a:lnTo>
                  <a:lnTo>
                    <a:pt x="1394009" y="1670529"/>
                  </a:lnTo>
                  <a:lnTo>
                    <a:pt x="1393950" y="1670508"/>
                  </a:lnTo>
                  <a:lnTo>
                    <a:pt x="1393928" y="1670508"/>
                  </a:lnTo>
                  <a:lnTo>
                    <a:pt x="1393893" y="1670522"/>
                  </a:lnTo>
                  <a:lnTo>
                    <a:pt x="1393881" y="1670534"/>
                  </a:lnTo>
                  <a:lnTo>
                    <a:pt x="1393845" y="1670549"/>
                  </a:lnTo>
                  <a:lnTo>
                    <a:pt x="1393811" y="1670557"/>
                  </a:lnTo>
                  <a:lnTo>
                    <a:pt x="1393787" y="1670576"/>
                  </a:lnTo>
                  <a:lnTo>
                    <a:pt x="1393761" y="1670596"/>
                  </a:lnTo>
                  <a:lnTo>
                    <a:pt x="1393741" y="1670610"/>
                  </a:lnTo>
                  <a:lnTo>
                    <a:pt x="1393716" y="1670619"/>
                  </a:lnTo>
                  <a:lnTo>
                    <a:pt x="1393682" y="1670618"/>
                  </a:lnTo>
                  <a:lnTo>
                    <a:pt x="1393635" y="1670610"/>
                  </a:lnTo>
                  <a:lnTo>
                    <a:pt x="1393602" y="1670598"/>
                  </a:lnTo>
                  <a:lnTo>
                    <a:pt x="1393570" y="1670574"/>
                  </a:lnTo>
                  <a:lnTo>
                    <a:pt x="1393553" y="1670555"/>
                  </a:lnTo>
                  <a:lnTo>
                    <a:pt x="1393532" y="1670522"/>
                  </a:lnTo>
                  <a:lnTo>
                    <a:pt x="1393510" y="1670497"/>
                  </a:lnTo>
                  <a:lnTo>
                    <a:pt x="1393500" y="1670477"/>
                  </a:lnTo>
                  <a:lnTo>
                    <a:pt x="1393450" y="1670395"/>
                  </a:lnTo>
                  <a:lnTo>
                    <a:pt x="1393409" y="1670358"/>
                  </a:lnTo>
                  <a:lnTo>
                    <a:pt x="1393383" y="1670310"/>
                  </a:lnTo>
                  <a:lnTo>
                    <a:pt x="1393361" y="1670274"/>
                  </a:lnTo>
                  <a:lnTo>
                    <a:pt x="1393351" y="1670240"/>
                  </a:lnTo>
                  <a:lnTo>
                    <a:pt x="1393341" y="1670214"/>
                  </a:lnTo>
                  <a:lnTo>
                    <a:pt x="1393341" y="1670178"/>
                  </a:lnTo>
                  <a:lnTo>
                    <a:pt x="1393343" y="1670140"/>
                  </a:lnTo>
                  <a:lnTo>
                    <a:pt x="1393348" y="1670095"/>
                  </a:lnTo>
                  <a:lnTo>
                    <a:pt x="1393347" y="1670065"/>
                  </a:lnTo>
                  <a:lnTo>
                    <a:pt x="1393340" y="1670038"/>
                  </a:lnTo>
                  <a:lnTo>
                    <a:pt x="1393337" y="1670000"/>
                  </a:lnTo>
                  <a:lnTo>
                    <a:pt x="1393322" y="1669973"/>
                  </a:lnTo>
                  <a:lnTo>
                    <a:pt x="1393294" y="1669957"/>
                  </a:lnTo>
                  <a:lnTo>
                    <a:pt x="1393289" y="1669936"/>
                  </a:lnTo>
                  <a:lnTo>
                    <a:pt x="1393286" y="1669904"/>
                  </a:lnTo>
                  <a:lnTo>
                    <a:pt x="1393286" y="1669864"/>
                  </a:lnTo>
                  <a:lnTo>
                    <a:pt x="1393284" y="1669834"/>
                  </a:lnTo>
                  <a:lnTo>
                    <a:pt x="1393242" y="1669788"/>
                  </a:lnTo>
                  <a:lnTo>
                    <a:pt x="1393247" y="1669779"/>
                  </a:lnTo>
                  <a:lnTo>
                    <a:pt x="1393246" y="1669772"/>
                  </a:lnTo>
                  <a:lnTo>
                    <a:pt x="1393242" y="1669760"/>
                  </a:lnTo>
                  <a:lnTo>
                    <a:pt x="1393238" y="1669751"/>
                  </a:lnTo>
                  <a:lnTo>
                    <a:pt x="1393236" y="1669742"/>
                  </a:lnTo>
                  <a:lnTo>
                    <a:pt x="1393233" y="1669730"/>
                  </a:lnTo>
                  <a:lnTo>
                    <a:pt x="1393236" y="1669720"/>
                  </a:lnTo>
                  <a:lnTo>
                    <a:pt x="1393240" y="1669713"/>
                  </a:lnTo>
                  <a:lnTo>
                    <a:pt x="1393243" y="1669706"/>
                  </a:lnTo>
                  <a:lnTo>
                    <a:pt x="1393250" y="1669694"/>
                  </a:lnTo>
                  <a:lnTo>
                    <a:pt x="1393260" y="1669677"/>
                  </a:lnTo>
                  <a:lnTo>
                    <a:pt x="1393262" y="1669672"/>
                  </a:lnTo>
                  <a:lnTo>
                    <a:pt x="1393255" y="1669657"/>
                  </a:lnTo>
                  <a:lnTo>
                    <a:pt x="1393248" y="1669640"/>
                  </a:lnTo>
                  <a:lnTo>
                    <a:pt x="1393243" y="1669626"/>
                  </a:lnTo>
                  <a:lnTo>
                    <a:pt x="1393243" y="1669617"/>
                  </a:lnTo>
                  <a:lnTo>
                    <a:pt x="1393246" y="1669610"/>
                  </a:lnTo>
                  <a:lnTo>
                    <a:pt x="1393254" y="1669600"/>
                  </a:lnTo>
                  <a:lnTo>
                    <a:pt x="1393270" y="1669576"/>
                  </a:lnTo>
                  <a:lnTo>
                    <a:pt x="1393274" y="1669567"/>
                  </a:lnTo>
                  <a:lnTo>
                    <a:pt x="1393274" y="1669560"/>
                  </a:lnTo>
                  <a:lnTo>
                    <a:pt x="1393271" y="1669554"/>
                  </a:lnTo>
                  <a:lnTo>
                    <a:pt x="1393266" y="1669546"/>
                  </a:lnTo>
                  <a:lnTo>
                    <a:pt x="1393257" y="1669533"/>
                  </a:lnTo>
                  <a:lnTo>
                    <a:pt x="1393253" y="1669525"/>
                  </a:lnTo>
                  <a:lnTo>
                    <a:pt x="1393244" y="1669509"/>
                  </a:lnTo>
                  <a:lnTo>
                    <a:pt x="1393233" y="1669488"/>
                  </a:lnTo>
                  <a:lnTo>
                    <a:pt x="1393225" y="1669476"/>
                  </a:lnTo>
                  <a:lnTo>
                    <a:pt x="1393216" y="1669461"/>
                  </a:lnTo>
                  <a:lnTo>
                    <a:pt x="1393204" y="1669441"/>
                  </a:lnTo>
                  <a:lnTo>
                    <a:pt x="1393200" y="1669433"/>
                  </a:lnTo>
                  <a:lnTo>
                    <a:pt x="1393199" y="1669427"/>
                  </a:lnTo>
                  <a:lnTo>
                    <a:pt x="1393199" y="1669419"/>
                  </a:lnTo>
                  <a:lnTo>
                    <a:pt x="1393199" y="1669412"/>
                  </a:lnTo>
                  <a:lnTo>
                    <a:pt x="1393200" y="1669402"/>
                  </a:lnTo>
                  <a:lnTo>
                    <a:pt x="1393202" y="1669394"/>
                  </a:lnTo>
                  <a:lnTo>
                    <a:pt x="1393203" y="1669386"/>
                  </a:lnTo>
                  <a:lnTo>
                    <a:pt x="1393205" y="1669374"/>
                  </a:lnTo>
                  <a:lnTo>
                    <a:pt x="1393198" y="1669366"/>
                  </a:lnTo>
                  <a:lnTo>
                    <a:pt x="1393192" y="1669364"/>
                  </a:lnTo>
                  <a:lnTo>
                    <a:pt x="1393180" y="1669357"/>
                  </a:lnTo>
                  <a:lnTo>
                    <a:pt x="1393161" y="1669347"/>
                  </a:lnTo>
                  <a:lnTo>
                    <a:pt x="1393149" y="1669343"/>
                  </a:lnTo>
                  <a:lnTo>
                    <a:pt x="1393136" y="1669343"/>
                  </a:lnTo>
                  <a:lnTo>
                    <a:pt x="1393117" y="1669344"/>
                  </a:lnTo>
                  <a:lnTo>
                    <a:pt x="1393103" y="1669346"/>
                  </a:lnTo>
                  <a:lnTo>
                    <a:pt x="1393072" y="1669350"/>
                  </a:lnTo>
                  <a:lnTo>
                    <a:pt x="1393041" y="1669355"/>
                  </a:lnTo>
                  <a:lnTo>
                    <a:pt x="1393012" y="1669358"/>
                  </a:lnTo>
                  <a:lnTo>
                    <a:pt x="1392997" y="1669357"/>
                  </a:lnTo>
                  <a:lnTo>
                    <a:pt x="1392989" y="1669356"/>
                  </a:lnTo>
                  <a:lnTo>
                    <a:pt x="1392980" y="1669353"/>
                  </a:lnTo>
                  <a:lnTo>
                    <a:pt x="1392970" y="1669345"/>
                  </a:lnTo>
                  <a:lnTo>
                    <a:pt x="1392962" y="1669336"/>
                  </a:lnTo>
                  <a:lnTo>
                    <a:pt x="1392954" y="1669326"/>
                  </a:lnTo>
                  <a:lnTo>
                    <a:pt x="1392950" y="1669314"/>
                  </a:lnTo>
                  <a:lnTo>
                    <a:pt x="1392943" y="1669310"/>
                  </a:lnTo>
                  <a:lnTo>
                    <a:pt x="1392937" y="1669310"/>
                  </a:lnTo>
                  <a:lnTo>
                    <a:pt x="1392919" y="1669310"/>
                  </a:lnTo>
                  <a:lnTo>
                    <a:pt x="1392901" y="1669307"/>
                  </a:lnTo>
                  <a:lnTo>
                    <a:pt x="1392865" y="1669304"/>
                  </a:lnTo>
                  <a:lnTo>
                    <a:pt x="1392834" y="1669301"/>
                  </a:lnTo>
                  <a:lnTo>
                    <a:pt x="1392807" y="1669289"/>
                  </a:lnTo>
                  <a:lnTo>
                    <a:pt x="1392784" y="1669278"/>
                  </a:lnTo>
                  <a:lnTo>
                    <a:pt x="1392759" y="1669262"/>
                  </a:lnTo>
                  <a:lnTo>
                    <a:pt x="1392754" y="1669259"/>
                  </a:lnTo>
                  <a:lnTo>
                    <a:pt x="1392749" y="1669260"/>
                  </a:lnTo>
                  <a:lnTo>
                    <a:pt x="1392723" y="1669262"/>
                  </a:lnTo>
                  <a:lnTo>
                    <a:pt x="1392712" y="1669257"/>
                  </a:lnTo>
                  <a:lnTo>
                    <a:pt x="1392706" y="1669251"/>
                  </a:lnTo>
                  <a:lnTo>
                    <a:pt x="1392693" y="1669239"/>
                  </a:lnTo>
                  <a:lnTo>
                    <a:pt x="1392676" y="1669225"/>
                  </a:lnTo>
                  <a:lnTo>
                    <a:pt x="1392660" y="1669214"/>
                  </a:lnTo>
                  <a:lnTo>
                    <a:pt x="1392651" y="1669195"/>
                  </a:lnTo>
                  <a:lnTo>
                    <a:pt x="1392647" y="1669179"/>
                  </a:lnTo>
                  <a:lnTo>
                    <a:pt x="1392646" y="1669174"/>
                  </a:lnTo>
                  <a:lnTo>
                    <a:pt x="1392648" y="1669162"/>
                  </a:lnTo>
                  <a:lnTo>
                    <a:pt x="1392651" y="1669144"/>
                  </a:lnTo>
                  <a:lnTo>
                    <a:pt x="1392652" y="1669129"/>
                  </a:lnTo>
                  <a:lnTo>
                    <a:pt x="1392652" y="1669112"/>
                  </a:lnTo>
                  <a:lnTo>
                    <a:pt x="1392644" y="1669097"/>
                  </a:lnTo>
                  <a:lnTo>
                    <a:pt x="1392636" y="1669088"/>
                  </a:lnTo>
                  <a:lnTo>
                    <a:pt x="1392622" y="1669075"/>
                  </a:lnTo>
                  <a:lnTo>
                    <a:pt x="1392615" y="1669065"/>
                  </a:lnTo>
                  <a:lnTo>
                    <a:pt x="1392614" y="1669059"/>
                  </a:lnTo>
                  <a:lnTo>
                    <a:pt x="1392615" y="1669053"/>
                  </a:lnTo>
                  <a:lnTo>
                    <a:pt x="1392619" y="1669046"/>
                  </a:lnTo>
                  <a:lnTo>
                    <a:pt x="1392627" y="1669036"/>
                  </a:lnTo>
                  <a:lnTo>
                    <a:pt x="1392638" y="1669028"/>
                  </a:lnTo>
                  <a:lnTo>
                    <a:pt x="1392645" y="1669018"/>
                  </a:lnTo>
                  <a:lnTo>
                    <a:pt x="1392650" y="1669003"/>
                  </a:lnTo>
                  <a:lnTo>
                    <a:pt x="1392660" y="1668958"/>
                  </a:lnTo>
                  <a:lnTo>
                    <a:pt x="1392669" y="1668920"/>
                  </a:lnTo>
                  <a:lnTo>
                    <a:pt x="1392671" y="1668907"/>
                  </a:lnTo>
                  <a:lnTo>
                    <a:pt x="1392673" y="1668897"/>
                  </a:lnTo>
                  <a:lnTo>
                    <a:pt x="1392666" y="1668861"/>
                  </a:lnTo>
                  <a:lnTo>
                    <a:pt x="1392661" y="1668837"/>
                  </a:lnTo>
                  <a:lnTo>
                    <a:pt x="1392656" y="1668799"/>
                  </a:lnTo>
                  <a:lnTo>
                    <a:pt x="1392656" y="1668793"/>
                  </a:lnTo>
                  <a:lnTo>
                    <a:pt x="1392656" y="1668779"/>
                  </a:lnTo>
                  <a:lnTo>
                    <a:pt x="1392656" y="1668765"/>
                  </a:lnTo>
                  <a:lnTo>
                    <a:pt x="1392626" y="1668750"/>
                  </a:lnTo>
                  <a:lnTo>
                    <a:pt x="1392601" y="1668739"/>
                  </a:lnTo>
                  <a:lnTo>
                    <a:pt x="1392596" y="1668733"/>
                  </a:lnTo>
                  <a:lnTo>
                    <a:pt x="1392590" y="1668719"/>
                  </a:lnTo>
                  <a:lnTo>
                    <a:pt x="1392578" y="1668651"/>
                  </a:lnTo>
                  <a:lnTo>
                    <a:pt x="1392577" y="1668645"/>
                  </a:lnTo>
                  <a:lnTo>
                    <a:pt x="1392571" y="1668641"/>
                  </a:lnTo>
                  <a:lnTo>
                    <a:pt x="1392559" y="1668635"/>
                  </a:lnTo>
                  <a:lnTo>
                    <a:pt x="1392544" y="1668630"/>
                  </a:lnTo>
                  <a:lnTo>
                    <a:pt x="1392526" y="1668622"/>
                  </a:lnTo>
                  <a:lnTo>
                    <a:pt x="1392523" y="1668614"/>
                  </a:lnTo>
                  <a:lnTo>
                    <a:pt x="1392522" y="1668604"/>
                  </a:lnTo>
                  <a:lnTo>
                    <a:pt x="1392526" y="1668583"/>
                  </a:lnTo>
                  <a:lnTo>
                    <a:pt x="1392532" y="1668563"/>
                  </a:lnTo>
                  <a:lnTo>
                    <a:pt x="1392536" y="1668556"/>
                  </a:lnTo>
                  <a:lnTo>
                    <a:pt x="1392544" y="1668550"/>
                  </a:lnTo>
                  <a:lnTo>
                    <a:pt x="1392552" y="1668544"/>
                  </a:lnTo>
                  <a:lnTo>
                    <a:pt x="1392551" y="1668536"/>
                  </a:lnTo>
                  <a:lnTo>
                    <a:pt x="1392550" y="1668525"/>
                  </a:lnTo>
                  <a:lnTo>
                    <a:pt x="1392551" y="1668517"/>
                  </a:lnTo>
                  <a:lnTo>
                    <a:pt x="1392556" y="1668489"/>
                  </a:lnTo>
                  <a:lnTo>
                    <a:pt x="1392559" y="1668480"/>
                  </a:lnTo>
                  <a:lnTo>
                    <a:pt x="1392487" y="1668412"/>
                  </a:lnTo>
                  <a:lnTo>
                    <a:pt x="1392477" y="1668406"/>
                  </a:lnTo>
                  <a:lnTo>
                    <a:pt x="1392470" y="1668394"/>
                  </a:lnTo>
                  <a:lnTo>
                    <a:pt x="1392461" y="1668375"/>
                  </a:lnTo>
                  <a:lnTo>
                    <a:pt x="1392457" y="1668367"/>
                  </a:lnTo>
                  <a:lnTo>
                    <a:pt x="1392442" y="1668362"/>
                  </a:lnTo>
                  <a:lnTo>
                    <a:pt x="1392430" y="1668360"/>
                  </a:lnTo>
                  <a:lnTo>
                    <a:pt x="1392412" y="1668353"/>
                  </a:lnTo>
                  <a:lnTo>
                    <a:pt x="1392404" y="1668349"/>
                  </a:lnTo>
                  <a:lnTo>
                    <a:pt x="1392390" y="1668342"/>
                  </a:lnTo>
                  <a:lnTo>
                    <a:pt x="1392372" y="1668334"/>
                  </a:lnTo>
                  <a:lnTo>
                    <a:pt x="1392348" y="1668323"/>
                  </a:lnTo>
                  <a:lnTo>
                    <a:pt x="1392326" y="1668318"/>
                  </a:lnTo>
                  <a:lnTo>
                    <a:pt x="1392315" y="1668314"/>
                  </a:lnTo>
                  <a:lnTo>
                    <a:pt x="1392293" y="1668312"/>
                  </a:lnTo>
                  <a:lnTo>
                    <a:pt x="1392259" y="1668311"/>
                  </a:lnTo>
                  <a:lnTo>
                    <a:pt x="1392244" y="1668309"/>
                  </a:lnTo>
                  <a:lnTo>
                    <a:pt x="1392236" y="1668312"/>
                  </a:lnTo>
                  <a:lnTo>
                    <a:pt x="1392222" y="1668318"/>
                  </a:lnTo>
                  <a:lnTo>
                    <a:pt x="1392211" y="1668322"/>
                  </a:lnTo>
                  <a:lnTo>
                    <a:pt x="1392205" y="1668322"/>
                  </a:lnTo>
                  <a:lnTo>
                    <a:pt x="1392196" y="1668314"/>
                  </a:lnTo>
                  <a:lnTo>
                    <a:pt x="1392190" y="1668306"/>
                  </a:lnTo>
                  <a:lnTo>
                    <a:pt x="1392180" y="1668291"/>
                  </a:lnTo>
                  <a:lnTo>
                    <a:pt x="1392171" y="1668274"/>
                  </a:lnTo>
                  <a:lnTo>
                    <a:pt x="1392164" y="1668256"/>
                  </a:lnTo>
                  <a:lnTo>
                    <a:pt x="1392156" y="1668224"/>
                  </a:lnTo>
                  <a:lnTo>
                    <a:pt x="1392153" y="1668202"/>
                  </a:lnTo>
                  <a:lnTo>
                    <a:pt x="1392150" y="1668185"/>
                  </a:lnTo>
                  <a:lnTo>
                    <a:pt x="1392147" y="1668177"/>
                  </a:lnTo>
                  <a:lnTo>
                    <a:pt x="1392131" y="1668165"/>
                  </a:lnTo>
                  <a:lnTo>
                    <a:pt x="1392124" y="1668158"/>
                  </a:lnTo>
                  <a:lnTo>
                    <a:pt x="1392115" y="1668151"/>
                  </a:lnTo>
                  <a:lnTo>
                    <a:pt x="1392109" y="1668145"/>
                  </a:lnTo>
                  <a:lnTo>
                    <a:pt x="1392099" y="1668136"/>
                  </a:lnTo>
                  <a:lnTo>
                    <a:pt x="1392082" y="1668123"/>
                  </a:lnTo>
                  <a:lnTo>
                    <a:pt x="1392054" y="1668104"/>
                  </a:lnTo>
                  <a:lnTo>
                    <a:pt x="1392040" y="1668099"/>
                  </a:lnTo>
                  <a:lnTo>
                    <a:pt x="1392032" y="1668097"/>
                  </a:lnTo>
                  <a:lnTo>
                    <a:pt x="1392019" y="1668096"/>
                  </a:lnTo>
                  <a:lnTo>
                    <a:pt x="1392008" y="1668092"/>
                  </a:lnTo>
                  <a:lnTo>
                    <a:pt x="1391995" y="1668086"/>
                  </a:lnTo>
                  <a:lnTo>
                    <a:pt x="1391962" y="1668068"/>
                  </a:lnTo>
                  <a:lnTo>
                    <a:pt x="1391947" y="1668061"/>
                  </a:lnTo>
                  <a:lnTo>
                    <a:pt x="1391937" y="1668054"/>
                  </a:lnTo>
                  <a:lnTo>
                    <a:pt x="1391926" y="1668045"/>
                  </a:lnTo>
                  <a:lnTo>
                    <a:pt x="1391894" y="1668002"/>
                  </a:lnTo>
                  <a:lnTo>
                    <a:pt x="1391885" y="1667974"/>
                  </a:lnTo>
                  <a:lnTo>
                    <a:pt x="1391873" y="1667960"/>
                  </a:lnTo>
                  <a:lnTo>
                    <a:pt x="1391857" y="1667945"/>
                  </a:lnTo>
                  <a:lnTo>
                    <a:pt x="1391839" y="1667932"/>
                  </a:lnTo>
                  <a:lnTo>
                    <a:pt x="1391814" y="1667916"/>
                  </a:lnTo>
                  <a:lnTo>
                    <a:pt x="1391794" y="1667903"/>
                  </a:lnTo>
                  <a:lnTo>
                    <a:pt x="1391778" y="1667892"/>
                  </a:lnTo>
                  <a:lnTo>
                    <a:pt x="1391767" y="1667885"/>
                  </a:lnTo>
                  <a:lnTo>
                    <a:pt x="1391759" y="1667880"/>
                  </a:lnTo>
                  <a:lnTo>
                    <a:pt x="1391756" y="1667875"/>
                  </a:lnTo>
                  <a:lnTo>
                    <a:pt x="1391755" y="1667855"/>
                  </a:lnTo>
                  <a:lnTo>
                    <a:pt x="1391754" y="1667846"/>
                  </a:lnTo>
                  <a:lnTo>
                    <a:pt x="1391749" y="1667840"/>
                  </a:lnTo>
                  <a:lnTo>
                    <a:pt x="1391739" y="1667837"/>
                  </a:lnTo>
                  <a:lnTo>
                    <a:pt x="1391717" y="1667829"/>
                  </a:lnTo>
                  <a:lnTo>
                    <a:pt x="1391706" y="1667827"/>
                  </a:lnTo>
                  <a:lnTo>
                    <a:pt x="1391689" y="1667823"/>
                  </a:lnTo>
                  <a:lnTo>
                    <a:pt x="1391680" y="1667823"/>
                  </a:lnTo>
                  <a:lnTo>
                    <a:pt x="1391669" y="1667822"/>
                  </a:lnTo>
                  <a:lnTo>
                    <a:pt x="1391662" y="1667820"/>
                  </a:lnTo>
                  <a:lnTo>
                    <a:pt x="1391659" y="1667815"/>
                  </a:lnTo>
                  <a:lnTo>
                    <a:pt x="1391658" y="1667806"/>
                  </a:lnTo>
                  <a:lnTo>
                    <a:pt x="1391661" y="1667787"/>
                  </a:lnTo>
                  <a:lnTo>
                    <a:pt x="1391661" y="1667778"/>
                  </a:lnTo>
                  <a:lnTo>
                    <a:pt x="1391664" y="1667765"/>
                  </a:lnTo>
                  <a:lnTo>
                    <a:pt x="1391670" y="1667756"/>
                  </a:lnTo>
                  <a:lnTo>
                    <a:pt x="1391680" y="1667750"/>
                  </a:lnTo>
                  <a:lnTo>
                    <a:pt x="1391692" y="1667742"/>
                  </a:lnTo>
                  <a:lnTo>
                    <a:pt x="1391702" y="1667736"/>
                  </a:lnTo>
                  <a:lnTo>
                    <a:pt x="1391704" y="1667729"/>
                  </a:lnTo>
                  <a:lnTo>
                    <a:pt x="1391703" y="1667718"/>
                  </a:lnTo>
                  <a:lnTo>
                    <a:pt x="1391706" y="1667712"/>
                  </a:lnTo>
                  <a:lnTo>
                    <a:pt x="1391708" y="1667707"/>
                  </a:lnTo>
                  <a:lnTo>
                    <a:pt x="1391715" y="1667697"/>
                  </a:lnTo>
                  <a:lnTo>
                    <a:pt x="1391723" y="1667686"/>
                  </a:lnTo>
                  <a:lnTo>
                    <a:pt x="1391729" y="1667678"/>
                  </a:lnTo>
                  <a:lnTo>
                    <a:pt x="1391738" y="1667667"/>
                  </a:lnTo>
                  <a:lnTo>
                    <a:pt x="1391760" y="1667649"/>
                  </a:lnTo>
                  <a:lnTo>
                    <a:pt x="1391777" y="1667644"/>
                  </a:lnTo>
                  <a:lnTo>
                    <a:pt x="1391783" y="1667640"/>
                  </a:lnTo>
                  <a:lnTo>
                    <a:pt x="1391800" y="1667630"/>
                  </a:lnTo>
                  <a:lnTo>
                    <a:pt x="1391804" y="1667624"/>
                  </a:lnTo>
                  <a:lnTo>
                    <a:pt x="1391809" y="1667615"/>
                  </a:lnTo>
                  <a:lnTo>
                    <a:pt x="1391811" y="1667604"/>
                  </a:lnTo>
                  <a:lnTo>
                    <a:pt x="1391818" y="1667584"/>
                  </a:lnTo>
                  <a:lnTo>
                    <a:pt x="1391822" y="1667574"/>
                  </a:lnTo>
                  <a:lnTo>
                    <a:pt x="1391828" y="1667564"/>
                  </a:lnTo>
                  <a:lnTo>
                    <a:pt x="1391842" y="1667551"/>
                  </a:lnTo>
                  <a:lnTo>
                    <a:pt x="1391854" y="1667540"/>
                  </a:lnTo>
                  <a:lnTo>
                    <a:pt x="1391868" y="1667525"/>
                  </a:lnTo>
                  <a:lnTo>
                    <a:pt x="1391875" y="1667522"/>
                  </a:lnTo>
                  <a:lnTo>
                    <a:pt x="1391887" y="1667520"/>
                  </a:lnTo>
                  <a:lnTo>
                    <a:pt x="1391895" y="1667516"/>
                  </a:lnTo>
                  <a:lnTo>
                    <a:pt x="1391903" y="1667511"/>
                  </a:lnTo>
                  <a:lnTo>
                    <a:pt x="1391911" y="1667505"/>
                  </a:lnTo>
                  <a:lnTo>
                    <a:pt x="1391922" y="1667497"/>
                  </a:lnTo>
                  <a:lnTo>
                    <a:pt x="1391934" y="1667490"/>
                  </a:lnTo>
                  <a:lnTo>
                    <a:pt x="1391948" y="1667480"/>
                  </a:lnTo>
                  <a:lnTo>
                    <a:pt x="1391957" y="1667473"/>
                  </a:lnTo>
                  <a:lnTo>
                    <a:pt x="1391969" y="1667463"/>
                  </a:lnTo>
                  <a:lnTo>
                    <a:pt x="1391976" y="1667456"/>
                  </a:lnTo>
                  <a:lnTo>
                    <a:pt x="1391987" y="1667449"/>
                  </a:lnTo>
                  <a:lnTo>
                    <a:pt x="1391994" y="1667444"/>
                  </a:lnTo>
                  <a:lnTo>
                    <a:pt x="1392007" y="1667434"/>
                  </a:lnTo>
                  <a:lnTo>
                    <a:pt x="1392011" y="1667430"/>
                  </a:lnTo>
                  <a:lnTo>
                    <a:pt x="1392016" y="1667427"/>
                  </a:lnTo>
                  <a:lnTo>
                    <a:pt x="1392021" y="1667424"/>
                  </a:lnTo>
                  <a:lnTo>
                    <a:pt x="1392027" y="1667419"/>
                  </a:lnTo>
                  <a:lnTo>
                    <a:pt x="1392024" y="1667413"/>
                  </a:lnTo>
                  <a:lnTo>
                    <a:pt x="1392019" y="1667406"/>
                  </a:lnTo>
                  <a:lnTo>
                    <a:pt x="1392016" y="1667400"/>
                  </a:lnTo>
                  <a:lnTo>
                    <a:pt x="1392012" y="1667390"/>
                  </a:lnTo>
                  <a:lnTo>
                    <a:pt x="1392006" y="1667362"/>
                  </a:lnTo>
                  <a:lnTo>
                    <a:pt x="1392005" y="1667346"/>
                  </a:lnTo>
                  <a:lnTo>
                    <a:pt x="1392005" y="1667332"/>
                  </a:lnTo>
                  <a:lnTo>
                    <a:pt x="1392005" y="1667325"/>
                  </a:lnTo>
                  <a:lnTo>
                    <a:pt x="1391997" y="1667322"/>
                  </a:lnTo>
                  <a:lnTo>
                    <a:pt x="1391980" y="1667319"/>
                  </a:lnTo>
                  <a:lnTo>
                    <a:pt x="1391970" y="1667319"/>
                  </a:lnTo>
                  <a:lnTo>
                    <a:pt x="1391962" y="1667317"/>
                  </a:lnTo>
                  <a:lnTo>
                    <a:pt x="1391955" y="1667311"/>
                  </a:lnTo>
                  <a:lnTo>
                    <a:pt x="1391948" y="1667299"/>
                  </a:lnTo>
                  <a:lnTo>
                    <a:pt x="1391944" y="1667287"/>
                  </a:lnTo>
                  <a:lnTo>
                    <a:pt x="1391942" y="1667282"/>
                  </a:lnTo>
                  <a:lnTo>
                    <a:pt x="1391931" y="1667274"/>
                  </a:lnTo>
                  <a:lnTo>
                    <a:pt x="1391919" y="1667265"/>
                  </a:lnTo>
                  <a:lnTo>
                    <a:pt x="1391913" y="1667259"/>
                  </a:lnTo>
                  <a:lnTo>
                    <a:pt x="1391909" y="1667251"/>
                  </a:lnTo>
                  <a:lnTo>
                    <a:pt x="1391904" y="1667238"/>
                  </a:lnTo>
                  <a:lnTo>
                    <a:pt x="1391899" y="1667225"/>
                  </a:lnTo>
                  <a:lnTo>
                    <a:pt x="1391893" y="1667215"/>
                  </a:lnTo>
                  <a:lnTo>
                    <a:pt x="1391890" y="1667204"/>
                  </a:lnTo>
                  <a:lnTo>
                    <a:pt x="1391885" y="1667192"/>
                  </a:lnTo>
                  <a:lnTo>
                    <a:pt x="1391878" y="1667186"/>
                  </a:lnTo>
                  <a:lnTo>
                    <a:pt x="1391868" y="1667178"/>
                  </a:lnTo>
                  <a:lnTo>
                    <a:pt x="1391859" y="1667173"/>
                  </a:lnTo>
                  <a:lnTo>
                    <a:pt x="1391849" y="1667167"/>
                  </a:lnTo>
                  <a:lnTo>
                    <a:pt x="1391845" y="1667155"/>
                  </a:lnTo>
                  <a:lnTo>
                    <a:pt x="1391843" y="1667134"/>
                  </a:lnTo>
                  <a:lnTo>
                    <a:pt x="1391844" y="1667114"/>
                  </a:lnTo>
                  <a:lnTo>
                    <a:pt x="1391846" y="1667101"/>
                  </a:lnTo>
                  <a:lnTo>
                    <a:pt x="1391847" y="1667095"/>
                  </a:lnTo>
                  <a:lnTo>
                    <a:pt x="1391848" y="1667089"/>
                  </a:lnTo>
                  <a:lnTo>
                    <a:pt x="1391837" y="1667085"/>
                  </a:lnTo>
                  <a:lnTo>
                    <a:pt x="1391826" y="1667082"/>
                  </a:lnTo>
                  <a:lnTo>
                    <a:pt x="1391814" y="1667079"/>
                  </a:lnTo>
                  <a:lnTo>
                    <a:pt x="1391806" y="1667079"/>
                  </a:lnTo>
                  <a:lnTo>
                    <a:pt x="1391798" y="1667083"/>
                  </a:lnTo>
                  <a:lnTo>
                    <a:pt x="1391785" y="1667099"/>
                  </a:lnTo>
                  <a:lnTo>
                    <a:pt x="1391767" y="1667116"/>
                  </a:lnTo>
                  <a:lnTo>
                    <a:pt x="1391753" y="1667127"/>
                  </a:lnTo>
                  <a:lnTo>
                    <a:pt x="1391747" y="1667126"/>
                  </a:lnTo>
                  <a:lnTo>
                    <a:pt x="1391746" y="1667121"/>
                  </a:lnTo>
                  <a:lnTo>
                    <a:pt x="1391745" y="1667108"/>
                  </a:lnTo>
                  <a:lnTo>
                    <a:pt x="1391743" y="1667083"/>
                  </a:lnTo>
                  <a:lnTo>
                    <a:pt x="1391741" y="1667068"/>
                  </a:lnTo>
                  <a:lnTo>
                    <a:pt x="1391737" y="1667052"/>
                  </a:lnTo>
                  <a:lnTo>
                    <a:pt x="1391728" y="1667039"/>
                  </a:lnTo>
                  <a:lnTo>
                    <a:pt x="1391723" y="1667031"/>
                  </a:lnTo>
                  <a:lnTo>
                    <a:pt x="1391717" y="1667028"/>
                  </a:lnTo>
                  <a:lnTo>
                    <a:pt x="1391709" y="1667026"/>
                  </a:lnTo>
                  <a:lnTo>
                    <a:pt x="1391693" y="1667024"/>
                  </a:lnTo>
                  <a:lnTo>
                    <a:pt x="1391678" y="1667023"/>
                  </a:lnTo>
                  <a:lnTo>
                    <a:pt x="1391668" y="1667017"/>
                  </a:lnTo>
                  <a:lnTo>
                    <a:pt x="1391658" y="1667013"/>
                  </a:lnTo>
                  <a:lnTo>
                    <a:pt x="1391646" y="1667011"/>
                  </a:lnTo>
                  <a:lnTo>
                    <a:pt x="1391634" y="1667011"/>
                  </a:lnTo>
                  <a:lnTo>
                    <a:pt x="1391614" y="1667008"/>
                  </a:lnTo>
                  <a:lnTo>
                    <a:pt x="1391602" y="1667007"/>
                  </a:lnTo>
                  <a:lnTo>
                    <a:pt x="1391596" y="1667010"/>
                  </a:lnTo>
                  <a:lnTo>
                    <a:pt x="1391594" y="1667018"/>
                  </a:lnTo>
                  <a:lnTo>
                    <a:pt x="1391594" y="1667028"/>
                  </a:lnTo>
                  <a:lnTo>
                    <a:pt x="1391594" y="1667046"/>
                  </a:lnTo>
                  <a:lnTo>
                    <a:pt x="1391594" y="1667060"/>
                  </a:lnTo>
                  <a:lnTo>
                    <a:pt x="1391592" y="1667072"/>
                  </a:lnTo>
                  <a:lnTo>
                    <a:pt x="1391581" y="1667052"/>
                  </a:lnTo>
                  <a:lnTo>
                    <a:pt x="1391572" y="1667039"/>
                  </a:lnTo>
                  <a:lnTo>
                    <a:pt x="1391563" y="1667025"/>
                  </a:lnTo>
                  <a:lnTo>
                    <a:pt x="1391550" y="1667010"/>
                  </a:lnTo>
                  <a:lnTo>
                    <a:pt x="1391533" y="1666998"/>
                  </a:lnTo>
                  <a:lnTo>
                    <a:pt x="1391518" y="1666986"/>
                  </a:lnTo>
                  <a:lnTo>
                    <a:pt x="1391500" y="1666971"/>
                  </a:lnTo>
                  <a:lnTo>
                    <a:pt x="1391483" y="1666964"/>
                  </a:lnTo>
                  <a:lnTo>
                    <a:pt x="1391479" y="1666961"/>
                  </a:lnTo>
                  <a:lnTo>
                    <a:pt x="1391479" y="1666954"/>
                  </a:lnTo>
                  <a:lnTo>
                    <a:pt x="1391476" y="1666932"/>
                  </a:lnTo>
                  <a:lnTo>
                    <a:pt x="1391469" y="1666918"/>
                  </a:lnTo>
                  <a:lnTo>
                    <a:pt x="1391460" y="1666903"/>
                  </a:lnTo>
                  <a:lnTo>
                    <a:pt x="1391455" y="1666891"/>
                  </a:lnTo>
                  <a:lnTo>
                    <a:pt x="1391450" y="1666879"/>
                  </a:lnTo>
                  <a:lnTo>
                    <a:pt x="1391442" y="1666873"/>
                  </a:lnTo>
                  <a:lnTo>
                    <a:pt x="1391431" y="1666867"/>
                  </a:lnTo>
                  <a:lnTo>
                    <a:pt x="1391419" y="1666862"/>
                  </a:lnTo>
                  <a:lnTo>
                    <a:pt x="1391407" y="1666856"/>
                  </a:lnTo>
                  <a:lnTo>
                    <a:pt x="1391399" y="1666850"/>
                  </a:lnTo>
                  <a:lnTo>
                    <a:pt x="1391391" y="1666840"/>
                  </a:lnTo>
                  <a:lnTo>
                    <a:pt x="1391387" y="1666833"/>
                  </a:lnTo>
                  <a:lnTo>
                    <a:pt x="1391383" y="1666824"/>
                  </a:lnTo>
                  <a:lnTo>
                    <a:pt x="1391376" y="1666820"/>
                  </a:lnTo>
                  <a:lnTo>
                    <a:pt x="1391369" y="1666816"/>
                  </a:lnTo>
                  <a:lnTo>
                    <a:pt x="1391363" y="1666813"/>
                  </a:lnTo>
                  <a:lnTo>
                    <a:pt x="1391349" y="1666809"/>
                  </a:lnTo>
                  <a:lnTo>
                    <a:pt x="1391340" y="1666805"/>
                  </a:lnTo>
                  <a:lnTo>
                    <a:pt x="1391328" y="1666802"/>
                  </a:lnTo>
                  <a:lnTo>
                    <a:pt x="1391320" y="1666797"/>
                  </a:lnTo>
                  <a:lnTo>
                    <a:pt x="1391311" y="1666793"/>
                  </a:lnTo>
                  <a:lnTo>
                    <a:pt x="1391298" y="1666789"/>
                  </a:lnTo>
                  <a:lnTo>
                    <a:pt x="1391289" y="1666785"/>
                  </a:lnTo>
                  <a:lnTo>
                    <a:pt x="1391279" y="1666781"/>
                  </a:lnTo>
                  <a:lnTo>
                    <a:pt x="1391271" y="1666772"/>
                  </a:lnTo>
                  <a:lnTo>
                    <a:pt x="1391267" y="1666765"/>
                  </a:lnTo>
                  <a:lnTo>
                    <a:pt x="1391263" y="1666753"/>
                  </a:lnTo>
                  <a:lnTo>
                    <a:pt x="1391256" y="1666738"/>
                  </a:lnTo>
                  <a:lnTo>
                    <a:pt x="1391252" y="1666723"/>
                  </a:lnTo>
                  <a:lnTo>
                    <a:pt x="1391246" y="1666711"/>
                  </a:lnTo>
                  <a:lnTo>
                    <a:pt x="1391236" y="1666692"/>
                  </a:lnTo>
                  <a:lnTo>
                    <a:pt x="1391228" y="1666684"/>
                  </a:lnTo>
                  <a:lnTo>
                    <a:pt x="1391223" y="1666682"/>
                  </a:lnTo>
                  <a:lnTo>
                    <a:pt x="1391215" y="1666678"/>
                  </a:lnTo>
                  <a:lnTo>
                    <a:pt x="1391208" y="1666675"/>
                  </a:lnTo>
                  <a:lnTo>
                    <a:pt x="1391199" y="1666673"/>
                  </a:lnTo>
                  <a:lnTo>
                    <a:pt x="1391191" y="1666670"/>
                  </a:lnTo>
                  <a:lnTo>
                    <a:pt x="1391175" y="1666657"/>
                  </a:lnTo>
                  <a:lnTo>
                    <a:pt x="1391163" y="1666642"/>
                  </a:lnTo>
                  <a:lnTo>
                    <a:pt x="1391155" y="1666638"/>
                  </a:lnTo>
                  <a:lnTo>
                    <a:pt x="1391148" y="1666635"/>
                  </a:lnTo>
                  <a:lnTo>
                    <a:pt x="1391139" y="1666633"/>
                  </a:lnTo>
                  <a:lnTo>
                    <a:pt x="1391137" y="1666627"/>
                  </a:lnTo>
                  <a:lnTo>
                    <a:pt x="1391137" y="1666609"/>
                  </a:lnTo>
                  <a:lnTo>
                    <a:pt x="1391137" y="1666590"/>
                  </a:lnTo>
                  <a:lnTo>
                    <a:pt x="1391137" y="1666573"/>
                  </a:lnTo>
                  <a:lnTo>
                    <a:pt x="1391136" y="1666555"/>
                  </a:lnTo>
                  <a:lnTo>
                    <a:pt x="1391139" y="1666540"/>
                  </a:lnTo>
                  <a:lnTo>
                    <a:pt x="1391141" y="1666533"/>
                  </a:lnTo>
                  <a:lnTo>
                    <a:pt x="1391145" y="1666529"/>
                  </a:lnTo>
                  <a:lnTo>
                    <a:pt x="1391152" y="1666527"/>
                  </a:lnTo>
                  <a:lnTo>
                    <a:pt x="1391160" y="1666524"/>
                  </a:lnTo>
                  <a:lnTo>
                    <a:pt x="1391168" y="1666517"/>
                  </a:lnTo>
                  <a:lnTo>
                    <a:pt x="1391175" y="1666510"/>
                  </a:lnTo>
                  <a:lnTo>
                    <a:pt x="1391181" y="1666497"/>
                  </a:lnTo>
                  <a:lnTo>
                    <a:pt x="1391186" y="1666488"/>
                  </a:lnTo>
                  <a:lnTo>
                    <a:pt x="1391191" y="1666479"/>
                  </a:lnTo>
                  <a:lnTo>
                    <a:pt x="1391199" y="1666466"/>
                  </a:lnTo>
                  <a:lnTo>
                    <a:pt x="1391208" y="1666461"/>
                  </a:lnTo>
                  <a:lnTo>
                    <a:pt x="1391218" y="1666462"/>
                  </a:lnTo>
                  <a:lnTo>
                    <a:pt x="1391229" y="1666463"/>
                  </a:lnTo>
                  <a:lnTo>
                    <a:pt x="1391234" y="1666462"/>
                  </a:lnTo>
                  <a:lnTo>
                    <a:pt x="1391243" y="1666457"/>
                  </a:lnTo>
                  <a:lnTo>
                    <a:pt x="1391259" y="1666445"/>
                  </a:lnTo>
                  <a:lnTo>
                    <a:pt x="1391270" y="1666436"/>
                  </a:lnTo>
                  <a:lnTo>
                    <a:pt x="1391292" y="1666420"/>
                  </a:lnTo>
                  <a:lnTo>
                    <a:pt x="1391299" y="1666412"/>
                  </a:lnTo>
                  <a:lnTo>
                    <a:pt x="1391301" y="1666405"/>
                  </a:lnTo>
                  <a:lnTo>
                    <a:pt x="1391301" y="1666398"/>
                  </a:lnTo>
                  <a:lnTo>
                    <a:pt x="1391301" y="1666389"/>
                  </a:lnTo>
                  <a:lnTo>
                    <a:pt x="1391300" y="1666374"/>
                  </a:lnTo>
                  <a:lnTo>
                    <a:pt x="1391299" y="1666361"/>
                  </a:lnTo>
                  <a:lnTo>
                    <a:pt x="1391299" y="1666353"/>
                  </a:lnTo>
                  <a:lnTo>
                    <a:pt x="1391300" y="1666348"/>
                  </a:lnTo>
                  <a:lnTo>
                    <a:pt x="1391304" y="1666330"/>
                  </a:lnTo>
                  <a:lnTo>
                    <a:pt x="1391312" y="1666308"/>
                  </a:lnTo>
                  <a:lnTo>
                    <a:pt x="1391316" y="1666296"/>
                  </a:lnTo>
                  <a:lnTo>
                    <a:pt x="1391319" y="1666287"/>
                  </a:lnTo>
                  <a:lnTo>
                    <a:pt x="1391324" y="1666273"/>
                  </a:lnTo>
                  <a:lnTo>
                    <a:pt x="1391326" y="1666257"/>
                  </a:lnTo>
                  <a:lnTo>
                    <a:pt x="1391327" y="1666249"/>
                  </a:lnTo>
                  <a:lnTo>
                    <a:pt x="1391330" y="1666232"/>
                  </a:lnTo>
                  <a:lnTo>
                    <a:pt x="1391333" y="1666210"/>
                  </a:lnTo>
                  <a:lnTo>
                    <a:pt x="1391337" y="1666191"/>
                  </a:lnTo>
                  <a:lnTo>
                    <a:pt x="1391339" y="1666176"/>
                  </a:lnTo>
                  <a:lnTo>
                    <a:pt x="1391342" y="1666158"/>
                  </a:lnTo>
                  <a:lnTo>
                    <a:pt x="1391343" y="1666145"/>
                  </a:lnTo>
                  <a:lnTo>
                    <a:pt x="1391344" y="1666137"/>
                  </a:lnTo>
                  <a:lnTo>
                    <a:pt x="1391346" y="1666130"/>
                  </a:lnTo>
                  <a:lnTo>
                    <a:pt x="1391352" y="1666120"/>
                  </a:lnTo>
                  <a:lnTo>
                    <a:pt x="1391361" y="1666104"/>
                  </a:lnTo>
                  <a:lnTo>
                    <a:pt x="1391365" y="1666094"/>
                  </a:lnTo>
                  <a:lnTo>
                    <a:pt x="1391359" y="1666086"/>
                  </a:lnTo>
                  <a:lnTo>
                    <a:pt x="1391347" y="1666080"/>
                  </a:lnTo>
                  <a:lnTo>
                    <a:pt x="1391335" y="1666078"/>
                  </a:lnTo>
                  <a:lnTo>
                    <a:pt x="1391322" y="1666075"/>
                  </a:lnTo>
                  <a:lnTo>
                    <a:pt x="1391310" y="1666072"/>
                  </a:lnTo>
                  <a:lnTo>
                    <a:pt x="1391298" y="1666066"/>
                  </a:lnTo>
                  <a:lnTo>
                    <a:pt x="1391284" y="1666057"/>
                  </a:lnTo>
                  <a:lnTo>
                    <a:pt x="1391275" y="1666053"/>
                  </a:lnTo>
                  <a:lnTo>
                    <a:pt x="1391266" y="1666050"/>
                  </a:lnTo>
                  <a:lnTo>
                    <a:pt x="1391254" y="1666049"/>
                  </a:lnTo>
                  <a:lnTo>
                    <a:pt x="1391243" y="1666049"/>
                  </a:lnTo>
                  <a:lnTo>
                    <a:pt x="1391234" y="1666048"/>
                  </a:lnTo>
                  <a:lnTo>
                    <a:pt x="1391229" y="1666047"/>
                  </a:lnTo>
                  <a:lnTo>
                    <a:pt x="1391221" y="1666040"/>
                  </a:lnTo>
                  <a:lnTo>
                    <a:pt x="1391213" y="1666029"/>
                  </a:lnTo>
                  <a:lnTo>
                    <a:pt x="1391206" y="1666021"/>
                  </a:lnTo>
                  <a:lnTo>
                    <a:pt x="1391198" y="1666013"/>
                  </a:lnTo>
                  <a:lnTo>
                    <a:pt x="1391194" y="1666009"/>
                  </a:lnTo>
                  <a:lnTo>
                    <a:pt x="1391189" y="1666005"/>
                  </a:lnTo>
                  <a:lnTo>
                    <a:pt x="1391178" y="1665997"/>
                  </a:lnTo>
                  <a:lnTo>
                    <a:pt x="1391169" y="1665993"/>
                  </a:lnTo>
                  <a:lnTo>
                    <a:pt x="1391162" y="1665989"/>
                  </a:lnTo>
                  <a:lnTo>
                    <a:pt x="1391151" y="1665983"/>
                  </a:lnTo>
                  <a:lnTo>
                    <a:pt x="1391136" y="1665969"/>
                  </a:lnTo>
                  <a:lnTo>
                    <a:pt x="1391127" y="1665963"/>
                  </a:lnTo>
                  <a:lnTo>
                    <a:pt x="1391117" y="1665956"/>
                  </a:lnTo>
                  <a:lnTo>
                    <a:pt x="1391111" y="1665949"/>
                  </a:lnTo>
                  <a:lnTo>
                    <a:pt x="1391108" y="1665944"/>
                  </a:lnTo>
                  <a:lnTo>
                    <a:pt x="1391100" y="1665928"/>
                  </a:lnTo>
                  <a:lnTo>
                    <a:pt x="1391092" y="1665916"/>
                  </a:lnTo>
                  <a:lnTo>
                    <a:pt x="1391079" y="1665903"/>
                  </a:lnTo>
                  <a:lnTo>
                    <a:pt x="1391063" y="1665890"/>
                  </a:lnTo>
                  <a:lnTo>
                    <a:pt x="1391050" y="1665882"/>
                  </a:lnTo>
                  <a:lnTo>
                    <a:pt x="1391036" y="1665873"/>
                  </a:lnTo>
                  <a:lnTo>
                    <a:pt x="1391025" y="1665868"/>
                  </a:lnTo>
                  <a:lnTo>
                    <a:pt x="1391017" y="1665866"/>
                  </a:lnTo>
                  <a:lnTo>
                    <a:pt x="1391007" y="1665864"/>
                  </a:lnTo>
                  <a:lnTo>
                    <a:pt x="1391000" y="1665863"/>
                  </a:lnTo>
                  <a:lnTo>
                    <a:pt x="1390991" y="1665862"/>
                  </a:lnTo>
                  <a:lnTo>
                    <a:pt x="1390984" y="1665863"/>
                  </a:lnTo>
                  <a:lnTo>
                    <a:pt x="1390978" y="1665866"/>
                  </a:lnTo>
                  <a:lnTo>
                    <a:pt x="1390975" y="1665855"/>
                  </a:lnTo>
                  <a:lnTo>
                    <a:pt x="1390963" y="1665834"/>
                  </a:lnTo>
                  <a:lnTo>
                    <a:pt x="1390946" y="1665814"/>
                  </a:lnTo>
                  <a:lnTo>
                    <a:pt x="1390930" y="1665798"/>
                  </a:lnTo>
                  <a:lnTo>
                    <a:pt x="1390917" y="1665786"/>
                  </a:lnTo>
                  <a:lnTo>
                    <a:pt x="1390906" y="1665776"/>
                  </a:lnTo>
                  <a:lnTo>
                    <a:pt x="1390896" y="1665769"/>
                  </a:lnTo>
                  <a:lnTo>
                    <a:pt x="1390888" y="1665763"/>
                  </a:lnTo>
                  <a:lnTo>
                    <a:pt x="1390876" y="1665757"/>
                  </a:lnTo>
                  <a:lnTo>
                    <a:pt x="1390861" y="1665752"/>
                  </a:lnTo>
                  <a:lnTo>
                    <a:pt x="1390849" y="1665746"/>
                  </a:lnTo>
                  <a:lnTo>
                    <a:pt x="1390845" y="1665743"/>
                  </a:lnTo>
                  <a:lnTo>
                    <a:pt x="1390840" y="1665737"/>
                  </a:lnTo>
                  <a:lnTo>
                    <a:pt x="1390832" y="1665730"/>
                  </a:lnTo>
                  <a:lnTo>
                    <a:pt x="1390821" y="1665726"/>
                  </a:lnTo>
                  <a:lnTo>
                    <a:pt x="1390819" y="1665712"/>
                  </a:lnTo>
                  <a:lnTo>
                    <a:pt x="1390819" y="1665700"/>
                  </a:lnTo>
                  <a:lnTo>
                    <a:pt x="1390824" y="1665686"/>
                  </a:lnTo>
                  <a:lnTo>
                    <a:pt x="1390832" y="1665674"/>
                  </a:lnTo>
                  <a:lnTo>
                    <a:pt x="1390841" y="1665665"/>
                  </a:lnTo>
                  <a:lnTo>
                    <a:pt x="1390858" y="1665653"/>
                  </a:lnTo>
                  <a:lnTo>
                    <a:pt x="1390868" y="1665645"/>
                  </a:lnTo>
                  <a:lnTo>
                    <a:pt x="1390868" y="1665634"/>
                  </a:lnTo>
                  <a:lnTo>
                    <a:pt x="1390868" y="1665625"/>
                  </a:lnTo>
                  <a:lnTo>
                    <a:pt x="1390866" y="1665614"/>
                  </a:lnTo>
                  <a:lnTo>
                    <a:pt x="1390862" y="1665599"/>
                  </a:lnTo>
                  <a:lnTo>
                    <a:pt x="1390858" y="1665587"/>
                  </a:lnTo>
                  <a:lnTo>
                    <a:pt x="1390858" y="1665578"/>
                  </a:lnTo>
                  <a:lnTo>
                    <a:pt x="1390858" y="1665569"/>
                  </a:lnTo>
                  <a:lnTo>
                    <a:pt x="1390860" y="1665559"/>
                  </a:lnTo>
                  <a:lnTo>
                    <a:pt x="1390864" y="1665548"/>
                  </a:lnTo>
                  <a:lnTo>
                    <a:pt x="1390866" y="1665537"/>
                  </a:lnTo>
                  <a:lnTo>
                    <a:pt x="1390868" y="1665529"/>
                  </a:lnTo>
                  <a:lnTo>
                    <a:pt x="1390868" y="1665508"/>
                  </a:lnTo>
                  <a:lnTo>
                    <a:pt x="1390868" y="1665489"/>
                  </a:lnTo>
                  <a:lnTo>
                    <a:pt x="1390869" y="1665474"/>
                  </a:lnTo>
                  <a:lnTo>
                    <a:pt x="1390871" y="1665450"/>
                  </a:lnTo>
                  <a:lnTo>
                    <a:pt x="1390873" y="1665432"/>
                  </a:lnTo>
                  <a:lnTo>
                    <a:pt x="1390875" y="1665415"/>
                  </a:lnTo>
                  <a:lnTo>
                    <a:pt x="1390878" y="1665391"/>
                  </a:lnTo>
                  <a:lnTo>
                    <a:pt x="1390880" y="1665374"/>
                  </a:lnTo>
                  <a:lnTo>
                    <a:pt x="1390882" y="1665357"/>
                  </a:lnTo>
                  <a:lnTo>
                    <a:pt x="1390882" y="1665343"/>
                  </a:lnTo>
                  <a:lnTo>
                    <a:pt x="1390888" y="1665340"/>
                  </a:lnTo>
                  <a:lnTo>
                    <a:pt x="1390896" y="1665339"/>
                  </a:lnTo>
                  <a:lnTo>
                    <a:pt x="1390915" y="1665335"/>
                  </a:lnTo>
                  <a:lnTo>
                    <a:pt x="1390942" y="1665331"/>
                  </a:lnTo>
                  <a:lnTo>
                    <a:pt x="1390979" y="1665326"/>
                  </a:lnTo>
                  <a:lnTo>
                    <a:pt x="1391001" y="1665319"/>
                  </a:lnTo>
                  <a:lnTo>
                    <a:pt x="1391010" y="1665316"/>
                  </a:lnTo>
                  <a:lnTo>
                    <a:pt x="1391019" y="1665309"/>
                  </a:lnTo>
                  <a:lnTo>
                    <a:pt x="1391030" y="1665299"/>
                  </a:lnTo>
                  <a:lnTo>
                    <a:pt x="1391035" y="1665293"/>
                  </a:lnTo>
                  <a:lnTo>
                    <a:pt x="1391046" y="1665282"/>
                  </a:lnTo>
                  <a:lnTo>
                    <a:pt x="1391051" y="1665275"/>
                  </a:lnTo>
                  <a:lnTo>
                    <a:pt x="1391056" y="1665265"/>
                  </a:lnTo>
                  <a:lnTo>
                    <a:pt x="1391057" y="1665258"/>
                  </a:lnTo>
                  <a:lnTo>
                    <a:pt x="1391059" y="1665243"/>
                  </a:lnTo>
                  <a:lnTo>
                    <a:pt x="1391060" y="1665236"/>
                  </a:lnTo>
                  <a:lnTo>
                    <a:pt x="1391061" y="1665230"/>
                  </a:lnTo>
                  <a:lnTo>
                    <a:pt x="1391062" y="1665224"/>
                  </a:lnTo>
                  <a:lnTo>
                    <a:pt x="1391063" y="1665218"/>
                  </a:lnTo>
                  <a:lnTo>
                    <a:pt x="1391064" y="1665210"/>
                  </a:lnTo>
                  <a:lnTo>
                    <a:pt x="1391065" y="1665203"/>
                  </a:lnTo>
                  <a:lnTo>
                    <a:pt x="1391066" y="1665195"/>
                  </a:lnTo>
                  <a:lnTo>
                    <a:pt x="1391067" y="1665188"/>
                  </a:lnTo>
                  <a:lnTo>
                    <a:pt x="1391069" y="1665181"/>
                  </a:lnTo>
                  <a:lnTo>
                    <a:pt x="1391072" y="1665173"/>
                  </a:lnTo>
                  <a:lnTo>
                    <a:pt x="1391075" y="1665168"/>
                  </a:lnTo>
                  <a:lnTo>
                    <a:pt x="1391084" y="1665160"/>
                  </a:lnTo>
                  <a:lnTo>
                    <a:pt x="1391091" y="1665155"/>
                  </a:lnTo>
                  <a:lnTo>
                    <a:pt x="1391095" y="1665152"/>
                  </a:lnTo>
                  <a:lnTo>
                    <a:pt x="1391111" y="1665139"/>
                  </a:lnTo>
                  <a:lnTo>
                    <a:pt x="1391126" y="1665128"/>
                  </a:lnTo>
                  <a:lnTo>
                    <a:pt x="1391140" y="1665117"/>
                  </a:lnTo>
                  <a:lnTo>
                    <a:pt x="1391157" y="1665104"/>
                  </a:lnTo>
                  <a:lnTo>
                    <a:pt x="1391155" y="1665095"/>
                  </a:lnTo>
                  <a:lnTo>
                    <a:pt x="1391152" y="1665082"/>
                  </a:lnTo>
                  <a:lnTo>
                    <a:pt x="1391147" y="1665062"/>
                  </a:lnTo>
                  <a:lnTo>
                    <a:pt x="1391143" y="1665042"/>
                  </a:lnTo>
                  <a:lnTo>
                    <a:pt x="1391132" y="1665015"/>
                  </a:lnTo>
                  <a:lnTo>
                    <a:pt x="1391127" y="1665000"/>
                  </a:lnTo>
                  <a:lnTo>
                    <a:pt x="1391123" y="1664982"/>
                  </a:lnTo>
                  <a:lnTo>
                    <a:pt x="1391117" y="1664951"/>
                  </a:lnTo>
                  <a:lnTo>
                    <a:pt x="1391114" y="1664926"/>
                  </a:lnTo>
                  <a:lnTo>
                    <a:pt x="1391114" y="1664918"/>
                  </a:lnTo>
                  <a:lnTo>
                    <a:pt x="1391112" y="1664909"/>
                  </a:lnTo>
                  <a:lnTo>
                    <a:pt x="1391107" y="1664895"/>
                  </a:lnTo>
                  <a:lnTo>
                    <a:pt x="1391099" y="1664877"/>
                  </a:lnTo>
                  <a:lnTo>
                    <a:pt x="1391090" y="1664865"/>
                  </a:lnTo>
                  <a:lnTo>
                    <a:pt x="1391079" y="1664853"/>
                  </a:lnTo>
                  <a:lnTo>
                    <a:pt x="1391069" y="1664836"/>
                  </a:lnTo>
                  <a:lnTo>
                    <a:pt x="1391065" y="1664825"/>
                  </a:lnTo>
                  <a:lnTo>
                    <a:pt x="1391063" y="1664804"/>
                  </a:lnTo>
                  <a:lnTo>
                    <a:pt x="1391060" y="1664787"/>
                  </a:lnTo>
                  <a:lnTo>
                    <a:pt x="1391059" y="1664772"/>
                  </a:lnTo>
                  <a:lnTo>
                    <a:pt x="1391057" y="1664759"/>
                  </a:lnTo>
                  <a:lnTo>
                    <a:pt x="1391051" y="1664749"/>
                  </a:lnTo>
                  <a:lnTo>
                    <a:pt x="1391042" y="1664736"/>
                  </a:lnTo>
                  <a:lnTo>
                    <a:pt x="1391030" y="1664717"/>
                  </a:lnTo>
                  <a:lnTo>
                    <a:pt x="1391023" y="1664702"/>
                  </a:lnTo>
                  <a:lnTo>
                    <a:pt x="1391018" y="1664692"/>
                  </a:lnTo>
                  <a:lnTo>
                    <a:pt x="1391013" y="1664679"/>
                  </a:lnTo>
                  <a:lnTo>
                    <a:pt x="1391007" y="1664661"/>
                  </a:lnTo>
                  <a:lnTo>
                    <a:pt x="1391003" y="1664656"/>
                  </a:lnTo>
                  <a:lnTo>
                    <a:pt x="1390999" y="1664654"/>
                  </a:lnTo>
                  <a:lnTo>
                    <a:pt x="1390990" y="1664654"/>
                  </a:lnTo>
                  <a:lnTo>
                    <a:pt x="1390980" y="1664653"/>
                  </a:lnTo>
                  <a:lnTo>
                    <a:pt x="1390966" y="1664652"/>
                  </a:lnTo>
                  <a:lnTo>
                    <a:pt x="1390956" y="1664650"/>
                  </a:lnTo>
                  <a:lnTo>
                    <a:pt x="1390945" y="1664648"/>
                  </a:lnTo>
                  <a:lnTo>
                    <a:pt x="1390936" y="1664645"/>
                  </a:lnTo>
                  <a:lnTo>
                    <a:pt x="1390929" y="1664638"/>
                  </a:lnTo>
                  <a:lnTo>
                    <a:pt x="1390922" y="1664629"/>
                  </a:lnTo>
                  <a:lnTo>
                    <a:pt x="1390914" y="1664616"/>
                  </a:lnTo>
                  <a:lnTo>
                    <a:pt x="1390907" y="1664601"/>
                  </a:lnTo>
                  <a:lnTo>
                    <a:pt x="1390900" y="1664592"/>
                  </a:lnTo>
                  <a:lnTo>
                    <a:pt x="1390891" y="1664586"/>
                  </a:lnTo>
                  <a:lnTo>
                    <a:pt x="1390871" y="1664581"/>
                  </a:lnTo>
                  <a:lnTo>
                    <a:pt x="1390856" y="1664573"/>
                  </a:lnTo>
                  <a:lnTo>
                    <a:pt x="1390848" y="1664574"/>
                  </a:lnTo>
                  <a:lnTo>
                    <a:pt x="1390839" y="1664576"/>
                  </a:lnTo>
                  <a:lnTo>
                    <a:pt x="1390825" y="1664584"/>
                  </a:lnTo>
                  <a:lnTo>
                    <a:pt x="1390813" y="1664592"/>
                  </a:lnTo>
                  <a:lnTo>
                    <a:pt x="1390801" y="1664600"/>
                  </a:lnTo>
                  <a:lnTo>
                    <a:pt x="1390790" y="1664607"/>
                  </a:lnTo>
                  <a:lnTo>
                    <a:pt x="1390782" y="1664609"/>
                  </a:lnTo>
                  <a:lnTo>
                    <a:pt x="1390774" y="1664609"/>
                  </a:lnTo>
                  <a:lnTo>
                    <a:pt x="1390766" y="1664606"/>
                  </a:lnTo>
                  <a:lnTo>
                    <a:pt x="1390757" y="1664601"/>
                  </a:lnTo>
                  <a:lnTo>
                    <a:pt x="1390750" y="1664599"/>
                  </a:lnTo>
                  <a:lnTo>
                    <a:pt x="1390744" y="1664604"/>
                  </a:lnTo>
                  <a:lnTo>
                    <a:pt x="1390734" y="1664615"/>
                  </a:lnTo>
                  <a:lnTo>
                    <a:pt x="1390724" y="1664623"/>
                  </a:lnTo>
                  <a:lnTo>
                    <a:pt x="1390719" y="1664628"/>
                  </a:lnTo>
                  <a:lnTo>
                    <a:pt x="1390712" y="1664632"/>
                  </a:lnTo>
                  <a:lnTo>
                    <a:pt x="1390705" y="1664633"/>
                  </a:lnTo>
                  <a:lnTo>
                    <a:pt x="1390697" y="1664632"/>
                  </a:lnTo>
                  <a:lnTo>
                    <a:pt x="1390691" y="1664630"/>
                  </a:lnTo>
                  <a:lnTo>
                    <a:pt x="1390686" y="1664629"/>
                  </a:lnTo>
                  <a:lnTo>
                    <a:pt x="1390679" y="1664627"/>
                  </a:lnTo>
                  <a:lnTo>
                    <a:pt x="1390672" y="1664620"/>
                  </a:lnTo>
                  <a:lnTo>
                    <a:pt x="1390673" y="1664607"/>
                  </a:lnTo>
                  <a:lnTo>
                    <a:pt x="1390673" y="1664598"/>
                  </a:lnTo>
                  <a:lnTo>
                    <a:pt x="1390674" y="1664576"/>
                  </a:lnTo>
                  <a:lnTo>
                    <a:pt x="1390678" y="1664569"/>
                  </a:lnTo>
                  <a:lnTo>
                    <a:pt x="1390686" y="1664564"/>
                  </a:lnTo>
                  <a:lnTo>
                    <a:pt x="1390691" y="1664560"/>
                  </a:lnTo>
                  <a:lnTo>
                    <a:pt x="1390682" y="1664547"/>
                  </a:lnTo>
                  <a:lnTo>
                    <a:pt x="1390670" y="1664533"/>
                  </a:lnTo>
                  <a:lnTo>
                    <a:pt x="1390661" y="1664528"/>
                  </a:lnTo>
                  <a:lnTo>
                    <a:pt x="1390647" y="1664523"/>
                  </a:lnTo>
                  <a:lnTo>
                    <a:pt x="1390638" y="1664516"/>
                  </a:lnTo>
                  <a:lnTo>
                    <a:pt x="1390627" y="1664506"/>
                  </a:lnTo>
                  <a:lnTo>
                    <a:pt x="1390628" y="1664500"/>
                  </a:lnTo>
                  <a:lnTo>
                    <a:pt x="1390631" y="1664495"/>
                  </a:lnTo>
                  <a:lnTo>
                    <a:pt x="1390658" y="1664466"/>
                  </a:lnTo>
                  <a:lnTo>
                    <a:pt x="1390665" y="1664460"/>
                  </a:lnTo>
                  <a:lnTo>
                    <a:pt x="1390667" y="1664455"/>
                  </a:lnTo>
                  <a:lnTo>
                    <a:pt x="1390663" y="1664448"/>
                  </a:lnTo>
                  <a:lnTo>
                    <a:pt x="1390653" y="1664442"/>
                  </a:lnTo>
                  <a:lnTo>
                    <a:pt x="1390639" y="1664437"/>
                  </a:lnTo>
                  <a:lnTo>
                    <a:pt x="1390622" y="1664431"/>
                  </a:lnTo>
                  <a:lnTo>
                    <a:pt x="1390609" y="1664426"/>
                  </a:lnTo>
                  <a:lnTo>
                    <a:pt x="1390589" y="1664421"/>
                  </a:lnTo>
                  <a:lnTo>
                    <a:pt x="1390578" y="1664412"/>
                  </a:lnTo>
                  <a:lnTo>
                    <a:pt x="1390568" y="1664404"/>
                  </a:lnTo>
                  <a:lnTo>
                    <a:pt x="1390552" y="1664395"/>
                  </a:lnTo>
                  <a:lnTo>
                    <a:pt x="1390539" y="1664391"/>
                  </a:lnTo>
                  <a:lnTo>
                    <a:pt x="1390517" y="1664386"/>
                  </a:lnTo>
                  <a:lnTo>
                    <a:pt x="1390495" y="1664383"/>
                  </a:lnTo>
                  <a:lnTo>
                    <a:pt x="1390474" y="1664383"/>
                  </a:lnTo>
                  <a:lnTo>
                    <a:pt x="1390445" y="1664384"/>
                  </a:lnTo>
                  <a:lnTo>
                    <a:pt x="1390438" y="1664380"/>
                  </a:lnTo>
                  <a:lnTo>
                    <a:pt x="1390434" y="1664373"/>
                  </a:lnTo>
                  <a:lnTo>
                    <a:pt x="1390430" y="1664366"/>
                  </a:lnTo>
                  <a:lnTo>
                    <a:pt x="1390426" y="1664357"/>
                  </a:lnTo>
                  <a:lnTo>
                    <a:pt x="1390420" y="1664343"/>
                  </a:lnTo>
                  <a:lnTo>
                    <a:pt x="1390415" y="1664329"/>
                  </a:lnTo>
                  <a:lnTo>
                    <a:pt x="1390411" y="1664316"/>
                  </a:lnTo>
                  <a:lnTo>
                    <a:pt x="1390407" y="1664305"/>
                  </a:lnTo>
                  <a:lnTo>
                    <a:pt x="1390407" y="1664297"/>
                  </a:lnTo>
                  <a:lnTo>
                    <a:pt x="1390409" y="1664276"/>
                  </a:lnTo>
                  <a:lnTo>
                    <a:pt x="1390422" y="1664242"/>
                  </a:lnTo>
                  <a:lnTo>
                    <a:pt x="1390428" y="1664226"/>
                  </a:lnTo>
                  <a:lnTo>
                    <a:pt x="1390430" y="1664220"/>
                  </a:lnTo>
                  <a:lnTo>
                    <a:pt x="1390432" y="1664213"/>
                  </a:lnTo>
                  <a:lnTo>
                    <a:pt x="1390419" y="1664207"/>
                  </a:lnTo>
                  <a:lnTo>
                    <a:pt x="1390382" y="1664187"/>
                  </a:lnTo>
                  <a:lnTo>
                    <a:pt x="1390368" y="1664175"/>
                  </a:lnTo>
                  <a:lnTo>
                    <a:pt x="1390367" y="1664168"/>
                  </a:lnTo>
                  <a:lnTo>
                    <a:pt x="1390370" y="1664154"/>
                  </a:lnTo>
                  <a:lnTo>
                    <a:pt x="1390376" y="1664142"/>
                  </a:lnTo>
                  <a:lnTo>
                    <a:pt x="1390397" y="1664112"/>
                  </a:lnTo>
                  <a:lnTo>
                    <a:pt x="1390407" y="1664096"/>
                  </a:lnTo>
                  <a:lnTo>
                    <a:pt x="1390408" y="1664086"/>
                  </a:lnTo>
                  <a:lnTo>
                    <a:pt x="1390409" y="1664072"/>
                  </a:lnTo>
                  <a:lnTo>
                    <a:pt x="1390406" y="1664060"/>
                  </a:lnTo>
                  <a:lnTo>
                    <a:pt x="1390405" y="1664049"/>
                  </a:lnTo>
                  <a:lnTo>
                    <a:pt x="1390408" y="1664039"/>
                  </a:lnTo>
                  <a:lnTo>
                    <a:pt x="1390411" y="1664029"/>
                  </a:lnTo>
                  <a:lnTo>
                    <a:pt x="1390417" y="1664016"/>
                  </a:lnTo>
                  <a:lnTo>
                    <a:pt x="1390427" y="1663998"/>
                  </a:lnTo>
                  <a:lnTo>
                    <a:pt x="1390433" y="1663985"/>
                  </a:lnTo>
                  <a:lnTo>
                    <a:pt x="1390436" y="1663967"/>
                  </a:lnTo>
                  <a:lnTo>
                    <a:pt x="1390418" y="1663961"/>
                  </a:lnTo>
                  <a:lnTo>
                    <a:pt x="1390395" y="1663954"/>
                  </a:lnTo>
                  <a:lnTo>
                    <a:pt x="1390385" y="1663948"/>
                  </a:lnTo>
                  <a:lnTo>
                    <a:pt x="1390370" y="1663939"/>
                  </a:lnTo>
                  <a:lnTo>
                    <a:pt x="1390349" y="1663928"/>
                  </a:lnTo>
                  <a:lnTo>
                    <a:pt x="1390342" y="1663928"/>
                  </a:lnTo>
                  <a:lnTo>
                    <a:pt x="1390335" y="1663930"/>
                  </a:lnTo>
                  <a:lnTo>
                    <a:pt x="1390324" y="1663942"/>
                  </a:lnTo>
                  <a:lnTo>
                    <a:pt x="1390315" y="1663960"/>
                  </a:lnTo>
                  <a:lnTo>
                    <a:pt x="1390313" y="1663966"/>
                  </a:lnTo>
                  <a:lnTo>
                    <a:pt x="1390309" y="1663975"/>
                  </a:lnTo>
                  <a:lnTo>
                    <a:pt x="1390304" y="1663981"/>
                  </a:lnTo>
                  <a:lnTo>
                    <a:pt x="1390295" y="1663986"/>
                  </a:lnTo>
                  <a:lnTo>
                    <a:pt x="1390287" y="1663987"/>
                  </a:lnTo>
                  <a:lnTo>
                    <a:pt x="1390271" y="1663989"/>
                  </a:lnTo>
                  <a:lnTo>
                    <a:pt x="1390249" y="1663990"/>
                  </a:lnTo>
                  <a:lnTo>
                    <a:pt x="1390229" y="1663988"/>
                  </a:lnTo>
                  <a:lnTo>
                    <a:pt x="1390218" y="1663984"/>
                  </a:lnTo>
                  <a:lnTo>
                    <a:pt x="1390209" y="1663971"/>
                  </a:lnTo>
                  <a:lnTo>
                    <a:pt x="1390205" y="1663954"/>
                  </a:lnTo>
                  <a:lnTo>
                    <a:pt x="1390199" y="1663947"/>
                  </a:lnTo>
                  <a:lnTo>
                    <a:pt x="1390188" y="1663939"/>
                  </a:lnTo>
                  <a:lnTo>
                    <a:pt x="1390175" y="1663926"/>
                  </a:lnTo>
                  <a:lnTo>
                    <a:pt x="1390163" y="1663912"/>
                  </a:lnTo>
                  <a:lnTo>
                    <a:pt x="1390153" y="1663902"/>
                  </a:lnTo>
                  <a:lnTo>
                    <a:pt x="1390136" y="1663873"/>
                  </a:lnTo>
                  <a:lnTo>
                    <a:pt x="1390130" y="1663863"/>
                  </a:lnTo>
                  <a:lnTo>
                    <a:pt x="1390128" y="1663845"/>
                  </a:lnTo>
                  <a:lnTo>
                    <a:pt x="1390126" y="1663832"/>
                  </a:lnTo>
                  <a:lnTo>
                    <a:pt x="1390118" y="1663830"/>
                  </a:lnTo>
                  <a:lnTo>
                    <a:pt x="1390107" y="1663829"/>
                  </a:lnTo>
                  <a:lnTo>
                    <a:pt x="1390085" y="1663824"/>
                  </a:lnTo>
                  <a:lnTo>
                    <a:pt x="1390055" y="1663818"/>
                  </a:lnTo>
                  <a:lnTo>
                    <a:pt x="1390038" y="1663817"/>
                  </a:lnTo>
                  <a:lnTo>
                    <a:pt x="1390034" y="1663823"/>
                  </a:lnTo>
                  <a:lnTo>
                    <a:pt x="1390019" y="1663850"/>
                  </a:lnTo>
                  <a:lnTo>
                    <a:pt x="1390008" y="1663866"/>
                  </a:lnTo>
                  <a:lnTo>
                    <a:pt x="1390002" y="1663870"/>
                  </a:lnTo>
                  <a:lnTo>
                    <a:pt x="1389993" y="1663868"/>
                  </a:lnTo>
                  <a:lnTo>
                    <a:pt x="1389973" y="1663860"/>
                  </a:lnTo>
                  <a:lnTo>
                    <a:pt x="1389962" y="1663856"/>
                  </a:lnTo>
                  <a:lnTo>
                    <a:pt x="1389953" y="1663853"/>
                  </a:lnTo>
                  <a:lnTo>
                    <a:pt x="1389947" y="1663857"/>
                  </a:lnTo>
                  <a:lnTo>
                    <a:pt x="1389933" y="1663866"/>
                  </a:lnTo>
                  <a:lnTo>
                    <a:pt x="1389926" y="1663867"/>
                  </a:lnTo>
                  <a:lnTo>
                    <a:pt x="1389911" y="1663859"/>
                  </a:lnTo>
                  <a:lnTo>
                    <a:pt x="1389889" y="1663848"/>
                  </a:lnTo>
                  <a:lnTo>
                    <a:pt x="1389881" y="1663845"/>
                  </a:lnTo>
                  <a:lnTo>
                    <a:pt x="1389867" y="1663846"/>
                  </a:lnTo>
                  <a:lnTo>
                    <a:pt x="1389838" y="1663859"/>
                  </a:lnTo>
                  <a:lnTo>
                    <a:pt x="1389820" y="1663862"/>
                  </a:lnTo>
                  <a:lnTo>
                    <a:pt x="1389802" y="1663866"/>
                  </a:lnTo>
                  <a:lnTo>
                    <a:pt x="1389789" y="1663868"/>
                  </a:lnTo>
                  <a:lnTo>
                    <a:pt x="1389770" y="1663866"/>
                  </a:lnTo>
                  <a:lnTo>
                    <a:pt x="1389758" y="1663863"/>
                  </a:lnTo>
                  <a:lnTo>
                    <a:pt x="1389743" y="1663857"/>
                  </a:lnTo>
                  <a:lnTo>
                    <a:pt x="1389726" y="1663843"/>
                  </a:lnTo>
                  <a:lnTo>
                    <a:pt x="1389709" y="1663829"/>
                  </a:lnTo>
                  <a:lnTo>
                    <a:pt x="1389695" y="1663822"/>
                  </a:lnTo>
                  <a:lnTo>
                    <a:pt x="1389677" y="1663816"/>
                  </a:lnTo>
                  <a:lnTo>
                    <a:pt x="1389661" y="1663816"/>
                  </a:lnTo>
                  <a:lnTo>
                    <a:pt x="1389645" y="1663818"/>
                  </a:lnTo>
                  <a:lnTo>
                    <a:pt x="1389630" y="1663822"/>
                  </a:lnTo>
                  <a:lnTo>
                    <a:pt x="1389622" y="1663820"/>
                  </a:lnTo>
                  <a:lnTo>
                    <a:pt x="1389615" y="1663815"/>
                  </a:lnTo>
                  <a:lnTo>
                    <a:pt x="1389601" y="1663797"/>
                  </a:lnTo>
                  <a:lnTo>
                    <a:pt x="1389595" y="1663798"/>
                  </a:lnTo>
                  <a:lnTo>
                    <a:pt x="1389589" y="1663800"/>
                  </a:lnTo>
                  <a:lnTo>
                    <a:pt x="1389564" y="1663806"/>
                  </a:lnTo>
                  <a:lnTo>
                    <a:pt x="1389551" y="1663808"/>
                  </a:lnTo>
                  <a:lnTo>
                    <a:pt x="1389543" y="1663805"/>
                  </a:lnTo>
                  <a:lnTo>
                    <a:pt x="1389535" y="1663800"/>
                  </a:lnTo>
                  <a:lnTo>
                    <a:pt x="1389533" y="1663794"/>
                  </a:lnTo>
                  <a:lnTo>
                    <a:pt x="1389532" y="1663786"/>
                  </a:lnTo>
                  <a:lnTo>
                    <a:pt x="1389531" y="1663772"/>
                  </a:lnTo>
                  <a:lnTo>
                    <a:pt x="1389529" y="1663763"/>
                  </a:lnTo>
                  <a:lnTo>
                    <a:pt x="1389521" y="1663749"/>
                  </a:lnTo>
                  <a:lnTo>
                    <a:pt x="1389500" y="1663727"/>
                  </a:lnTo>
                  <a:lnTo>
                    <a:pt x="1389492" y="1663718"/>
                  </a:lnTo>
                  <a:lnTo>
                    <a:pt x="1389479" y="1663705"/>
                  </a:lnTo>
                  <a:lnTo>
                    <a:pt x="1389458" y="1663690"/>
                  </a:lnTo>
                  <a:lnTo>
                    <a:pt x="1389436" y="1663676"/>
                  </a:lnTo>
                  <a:lnTo>
                    <a:pt x="1389420" y="1663650"/>
                  </a:lnTo>
                  <a:lnTo>
                    <a:pt x="1389420" y="1663644"/>
                  </a:lnTo>
                  <a:lnTo>
                    <a:pt x="1389423" y="1663635"/>
                  </a:lnTo>
                  <a:lnTo>
                    <a:pt x="1389424" y="1663620"/>
                  </a:lnTo>
                  <a:lnTo>
                    <a:pt x="1389423" y="1663581"/>
                  </a:lnTo>
                  <a:lnTo>
                    <a:pt x="1389422" y="1663573"/>
                  </a:lnTo>
                  <a:lnTo>
                    <a:pt x="1389417" y="1663560"/>
                  </a:lnTo>
                  <a:lnTo>
                    <a:pt x="1389416" y="1663550"/>
                  </a:lnTo>
                  <a:lnTo>
                    <a:pt x="1389418" y="1663540"/>
                  </a:lnTo>
                  <a:lnTo>
                    <a:pt x="1389421" y="1663528"/>
                  </a:lnTo>
                  <a:lnTo>
                    <a:pt x="1389437" y="1663496"/>
                  </a:lnTo>
                  <a:lnTo>
                    <a:pt x="1389447" y="1663476"/>
                  </a:lnTo>
                  <a:lnTo>
                    <a:pt x="1389455" y="1663456"/>
                  </a:lnTo>
                  <a:lnTo>
                    <a:pt x="1389455" y="1663451"/>
                  </a:lnTo>
                  <a:lnTo>
                    <a:pt x="1389448" y="1663435"/>
                  </a:lnTo>
                  <a:lnTo>
                    <a:pt x="1389441" y="1663418"/>
                  </a:lnTo>
                  <a:lnTo>
                    <a:pt x="1389430" y="1663393"/>
                  </a:lnTo>
                  <a:lnTo>
                    <a:pt x="1389426" y="1663387"/>
                  </a:lnTo>
                  <a:lnTo>
                    <a:pt x="1389412" y="1663378"/>
                  </a:lnTo>
                  <a:lnTo>
                    <a:pt x="1389392" y="1663362"/>
                  </a:lnTo>
                  <a:lnTo>
                    <a:pt x="1389371" y="1663343"/>
                  </a:lnTo>
                  <a:lnTo>
                    <a:pt x="1389363" y="1663336"/>
                  </a:lnTo>
                  <a:lnTo>
                    <a:pt x="1389351" y="1663330"/>
                  </a:lnTo>
                  <a:lnTo>
                    <a:pt x="1389336" y="1663326"/>
                  </a:lnTo>
                  <a:lnTo>
                    <a:pt x="1389317" y="1663317"/>
                  </a:lnTo>
                  <a:lnTo>
                    <a:pt x="1389303" y="1663306"/>
                  </a:lnTo>
                  <a:lnTo>
                    <a:pt x="1389287" y="1663293"/>
                  </a:lnTo>
                  <a:lnTo>
                    <a:pt x="1389276" y="1663286"/>
                  </a:lnTo>
                  <a:lnTo>
                    <a:pt x="1389262" y="1663277"/>
                  </a:lnTo>
                  <a:lnTo>
                    <a:pt x="1389234" y="1663264"/>
                  </a:lnTo>
                  <a:lnTo>
                    <a:pt x="1389212" y="1663256"/>
                  </a:lnTo>
                  <a:lnTo>
                    <a:pt x="1389183" y="1663251"/>
                  </a:lnTo>
                  <a:lnTo>
                    <a:pt x="1389160" y="1663248"/>
                  </a:lnTo>
                  <a:lnTo>
                    <a:pt x="1389147" y="1663246"/>
                  </a:lnTo>
                  <a:lnTo>
                    <a:pt x="1389125" y="1663244"/>
                  </a:lnTo>
                  <a:lnTo>
                    <a:pt x="1389093" y="1663240"/>
                  </a:lnTo>
                  <a:lnTo>
                    <a:pt x="1389077" y="1663237"/>
                  </a:lnTo>
                  <a:lnTo>
                    <a:pt x="1389059" y="1663233"/>
                  </a:lnTo>
                  <a:lnTo>
                    <a:pt x="1389035" y="1663227"/>
                  </a:lnTo>
                  <a:lnTo>
                    <a:pt x="1389016" y="1663216"/>
                  </a:lnTo>
                  <a:lnTo>
                    <a:pt x="1389010" y="1663210"/>
                  </a:lnTo>
                  <a:lnTo>
                    <a:pt x="1389002" y="1663199"/>
                  </a:lnTo>
                  <a:lnTo>
                    <a:pt x="1388988" y="1663172"/>
                  </a:lnTo>
                  <a:lnTo>
                    <a:pt x="1388981" y="1663167"/>
                  </a:lnTo>
                  <a:lnTo>
                    <a:pt x="1388974" y="1663165"/>
                  </a:lnTo>
                  <a:lnTo>
                    <a:pt x="1388915" y="1663168"/>
                  </a:lnTo>
                  <a:lnTo>
                    <a:pt x="1388909" y="1663167"/>
                  </a:lnTo>
                  <a:lnTo>
                    <a:pt x="1388905" y="1663164"/>
                  </a:lnTo>
                  <a:lnTo>
                    <a:pt x="1388896" y="1663147"/>
                  </a:lnTo>
                  <a:lnTo>
                    <a:pt x="1388890" y="1663138"/>
                  </a:lnTo>
                  <a:lnTo>
                    <a:pt x="1388886" y="1663133"/>
                  </a:lnTo>
                  <a:lnTo>
                    <a:pt x="1388878" y="1663130"/>
                  </a:lnTo>
                  <a:lnTo>
                    <a:pt x="1388869" y="1663129"/>
                  </a:lnTo>
                  <a:lnTo>
                    <a:pt x="1388862" y="1663126"/>
                  </a:lnTo>
                  <a:lnTo>
                    <a:pt x="1388853" y="1663122"/>
                  </a:lnTo>
                  <a:lnTo>
                    <a:pt x="1388844" y="1663115"/>
                  </a:lnTo>
                  <a:lnTo>
                    <a:pt x="1388801" y="1663082"/>
                  </a:lnTo>
                  <a:lnTo>
                    <a:pt x="1388790" y="1663073"/>
                  </a:lnTo>
                  <a:lnTo>
                    <a:pt x="1388771" y="1663058"/>
                  </a:lnTo>
                  <a:lnTo>
                    <a:pt x="1388759" y="1663049"/>
                  </a:lnTo>
                  <a:lnTo>
                    <a:pt x="1388746" y="1663044"/>
                  </a:lnTo>
                  <a:lnTo>
                    <a:pt x="1388738" y="1663043"/>
                  </a:lnTo>
                  <a:lnTo>
                    <a:pt x="1388730" y="1663043"/>
                  </a:lnTo>
                  <a:lnTo>
                    <a:pt x="1388723" y="1663044"/>
                  </a:lnTo>
                  <a:lnTo>
                    <a:pt x="1388714" y="1663047"/>
                  </a:lnTo>
                  <a:lnTo>
                    <a:pt x="1388699" y="1663048"/>
                  </a:lnTo>
                  <a:lnTo>
                    <a:pt x="1388691" y="1663044"/>
                  </a:lnTo>
                  <a:lnTo>
                    <a:pt x="1388676" y="1663036"/>
                  </a:lnTo>
                  <a:lnTo>
                    <a:pt x="1388676" y="1663029"/>
                  </a:lnTo>
                  <a:lnTo>
                    <a:pt x="1388676" y="1663014"/>
                  </a:lnTo>
                  <a:lnTo>
                    <a:pt x="1388673" y="1663008"/>
                  </a:lnTo>
                  <a:lnTo>
                    <a:pt x="1388657" y="1662985"/>
                  </a:lnTo>
                  <a:lnTo>
                    <a:pt x="1388644" y="1662968"/>
                  </a:lnTo>
                  <a:lnTo>
                    <a:pt x="1388627" y="1662943"/>
                  </a:lnTo>
                  <a:lnTo>
                    <a:pt x="1388585" y="1662984"/>
                  </a:lnTo>
                  <a:lnTo>
                    <a:pt x="1388572" y="1662993"/>
                  </a:lnTo>
                  <a:lnTo>
                    <a:pt x="1388557" y="1662999"/>
                  </a:lnTo>
                  <a:lnTo>
                    <a:pt x="1388539" y="1663008"/>
                  </a:lnTo>
                  <a:lnTo>
                    <a:pt x="1388531" y="1663011"/>
                  </a:lnTo>
                  <a:lnTo>
                    <a:pt x="1388526" y="1663009"/>
                  </a:lnTo>
                  <a:lnTo>
                    <a:pt x="1388510" y="1663001"/>
                  </a:lnTo>
                  <a:lnTo>
                    <a:pt x="1388498" y="1662991"/>
                  </a:lnTo>
                  <a:lnTo>
                    <a:pt x="1388490" y="1662991"/>
                  </a:lnTo>
                  <a:lnTo>
                    <a:pt x="1388479" y="1662990"/>
                  </a:lnTo>
                  <a:lnTo>
                    <a:pt x="1388459" y="1662989"/>
                  </a:lnTo>
                  <a:lnTo>
                    <a:pt x="1388440" y="1662990"/>
                  </a:lnTo>
                  <a:lnTo>
                    <a:pt x="1388431" y="1662989"/>
                  </a:lnTo>
                  <a:lnTo>
                    <a:pt x="1388424" y="1662989"/>
                  </a:lnTo>
                  <a:lnTo>
                    <a:pt x="1388411" y="1663002"/>
                  </a:lnTo>
                  <a:lnTo>
                    <a:pt x="1388408" y="1663008"/>
                  </a:lnTo>
                  <a:lnTo>
                    <a:pt x="1388410" y="1663029"/>
                  </a:lnTo>
                  <a:lnTo>
                    <a:pt x="1388410" y="1663045"/>
                  </a:lnTo>
                  <a:lnTo>
                    <a:pt x="1388402" y="1663052"/>
                  </a:lnTo>
                  <a:lnTo>
                    <a:pt x="1388395" y="1663062"/>
                  </a:lnTo>
                  <a:lnTo>
                    <a:pt x="1388391" y="1663069"/>
                  </a:lnTo>
                  <a:lnTo>
                    <a:pt x="1388387" y="1663073"/>
                  </a:lnTo>
                  <a:lnTo>
                    <a:pt x="1388380" y="1663075"/>
                  </a:lnTo>
                  <a:lnTo>
                    <a:pt x="1388370" y="1663078"/>
                  </a:lnTo>
                  <a:lnTo>
                    <a:pt x="1388339" y="1663091"/>
                  </a:lnTo>
                  <a:lnTo>
                    <a:pt x="1388303" y="1663108"/>
                  </a:lnTo>
                  <a:lnTo>
                    <a:pt x="1388294" y="1663115"/>
                  </a:lnTo>
                  <a:lnTo>
                    <a:pt x="1388289" y="1663121"/>
                  </a:lnTo>
                  <a:lnTo>
                    <a:pt x="1388286" y="1663132"/>
                  </a:lnTo>
                  <a:lnTo>
                    <a:pt x="1388284" y="1663147"/>
                  </a:lnTo>
                  <a:lnTo>
                    <a:pt x="1388281" y="1663163"/>
                  </a:lnTo>
                  <a:lnTo>
                    <a:pt x="1388278" y="1663180"/>
                  </a:lnTo>
                  <a:lnTo>
                    <a:pt x="1388273" y="1663192"/>
                  </a:lnTo>
                  <a:lnTo>
                    <a:pt x="1388266" y="1663204"/>
                  </a:lnTo>
                  <a:lnTo>
                    <a:pt x="1388256" y="1663214"/>
                  </a:lnTo>
                  <a:lnTo>
                    <a:pt x="1388249" y="1663219"/>
                  </a:lnTo>
                  <a:lnTo>
                    <a:pt x="1388244" y="1663222"/>
                  </a:lnTo>
                  <a:lnTo>
                    <a:pt x="1388238" y="1663228"/>
                  </a:lnTo>
                  <a:lnTo>
                    <a:pt x="1388232" y="1663228"/>
                  </a:lnTo>
                  <a:lnTo>
                    <a:pt x="1388223" y="1663224"/>
                  </a:lnTo>
                  <a:lnTo>
                    <a:pt x="1388216" y="1663221"/>
                  </a:lnTo>
                  <a:lnTo>
                    <a:pt x="1388189" y="1663207"/>
                  </a:lnTo>
                  <a:lnTo>
                    <a:pt x="1388178" y="1663200"/>
                  </a:lnTo>
                  <a:lnTo>
                    <a:pt x="1388151" y="1663187"/>
                  </a:lnTo>
                  <a:lnTo>
                    <a:pt x="1388124" y="1663169"/>
                  </a:lnTo>
                  <a:lnTo>
                    <a:pt x="1388110" y="1663161"/>
                  </a:lnTo>
                  <a:lnTo>
                    <a:pt x="1388095" y="1663153"/>
                  </a:lnTo>
                  <a:lnTo>
                    <a:pt x="1388078" y="1663148"/>
                  </a:lnTo>
                  <a:lnTo>
                    <a:pt x="1388064" y="1663142"/>
                  </a:lnTo>
                  <a:lnTo>
                    <a:pt x="1388050" y="1663133"/>
                  </a:lnTo>
                  <a:lnTo>
                    <a:pt x="1388039" y="1663127"/>
                  </a:lnTo>
                  <a:lnTo>
                    <a:pt x="1388029" y="1663125"/>
                  </a:lnTo>
                  <a:lnTo>
                    <a:pt x="1388020" y="1663124"/>
                  </a:lnTo>
                  <a:lnTo>
                    <a:pt x="1387997" y="1663125"/>
                  </a:lnTo>
                  <a:lnTo>
                    <a:pt x="1387987" y="1663123"/>
                  </a:lnTo>
                  <a:lnTo>
                    <a:pt x="1387980" y="1663120"/>
                  </a:lnTo>
                  <a:lnTo>
                    <a:pt x="1387973" y="1663117"/>
                  </a:lnTo>
                  <a:lnTo>
                    <a:pt x="1387957" y="1663112"/>
                  </a:lnTo>
                  <a:lnTo>
                    <a:pt x="1387944" y="1663110"/>
                  </a:lnTo>
                  <a:lnTo>
                    <a:pt x="1387928" y="1663111"/>
                  </a:lnTo>
                  <a:lnTo>
                    <a:pt x="1387918" y="1663109"/>
                  </a:lnTo>
                  <a:lnTo>
                    <a:pt x="1387909" y="1663103"/>
                  </a:lnTo>
                  <a:lnTo>
                    <a:pt x="1387897" y="1663093"/>
                  </a:lnTo>
                  <a:lnTo>
                    <a:pt x="1387887" y="1663087"/>
                  </a:lnTo>
                  <a:lnTo>
                    <a:pt x="1387871" y="1663079"/>
                  </a:lnTo>
                  <a:lnTo>
                    <a:pt x="1387867" y="1663078"/>
                  </a:lnTo>
                  <a:lnTo>
                    <a:pt x="1387856" y="1663079"/>
                  </a:lnTo>
                  <a:lnTo>
                    <a:pt x="1387838" y="1663082"/>
                  </a:lnTo>
                  <a:lnTo>
                    <a:pt x="1387822" y="1663087"/>
                  </a:lnTo>
                  <a:lnTo>
                    <a:pt x="1387808" y="1663090"/>
                  </a:lnTo>
                  <a:lnTo>
                    <a:pt x="1387789" y="1663090"/>
                  </a:lnTo>
                  <a:lnTo>
                    <a:pt x="1387777" y="1663089"/>
                  </a:lnTo>
                  <a:lnTo>
                    <a:pt x="1387765" y="1663086"/>
                  </a:lnTo>
                  <a:lnTo>
                    <a:pt x="1387753" y="1663085"/>
                  </a:lnTo>
                  <a:lnTo>
                    <a:pt x="1387740" y="1663088"/>
                  </a:lnTo>
                  <a:lnTo>
                    <a:pt x="1387712" y="1663101"/>
                  </a:lnTo>
                  <a:lnTo>
                    <a:pt x="1387678" y="1663117"/>
                  </a:lnTo>
                  <a:lnTo>
                    <a:pt x="1387648" y="1663129"/>
                  </a:lnTo>
                  <a:lnTo>
                    <a:pt x="1387613" y="1663142"/>
                  </a:lnTo>
                  <a:lnTo>
                    <a:pt x="1387594" y="1663147"/>
                  </a:lnTo>
                  <a:lnTo>
                    <a:pt x="1387574" y="1663152"/>
                  </a:lnTo>
                  <a:lnTo>
                    <a:pt x="1387558" y="1663156"/>
                  </a:lnTo>
                  <a:lnTo>
                    <a:pt x="1387537" y="1663164"/>
                  </a:lnTo>
                  <a:lnTo>
                    <a:pt x="1387532" y="1663167"/>
                  </a:lnTo>
                  <a:lnTo>
                    <a:pt x="1387521" y="1663173"/>
                  </a:lnTo>
                  <a:lnTo>
                    <a:pt x="1387507" y="1663178"/>
                  </a:lnTo>
                  <a:lnTo>
                    <a:pt x="1387498" y="1663181"/>
                  </a:lnTo>
                  <a:lnTo>
                    <a:pt x="1387483" y="1663182"/>
                  </a:lnTo>
                  <a:lnTo>
                    <a:pt x="1387477" y="1663181"/>
                  </a:lnTo>
                  <a:lnTo>
                    <a:pt x="1387470" y="1663178"/>
                  </a:lnTo>
                  <a:lnTo>
                    <a:pt x="1387463" y="1663173"/>
                  </a:lnTo>
                  <a:lnTo>
                    <a:pt x="1387448" y="1663161"/>
                  </a:lnTo>
                  <a:lnTo>
                    <a:pt x="1387438" y="1663152"/>
                  </a:lnTo>
                  <a:lnTo>
                    <a:pt x="1387419" y="1663156"/>
                  </a:lnTo>
                  <a:lnTo>
                    <a:pt x="1387402" y="1663161"/>
                  </a:lnTo>
                  <a:lnTo>
                    <a:pt x="1387391" y="1663162"/>
                  </a:lnTo>
                  <a:lnTo>
                    <a:pt x="1387380" y="1663161"/>
                  </a:lnTo>
                  <a:lnTo>
                    <a:pt x="1387371" y="1663159"/>
                  </a:lnTo>
                  <a:lnTo>
                    <a:pt x="1387364" y="1663155"/>
                  </a:lnTo>
                  <a:lnTo>
                    <a:pt x="1387357" y="1663149"/>
                  </a:lnTo>
                  <a:lnTo>
                    <a:pt x="1387349" y="1663143"/>
                  </a:lnTo>
                  <a:lnTo>
                    <a:pt x="1387343" y="1663141"/>
                  </a:lnTo>
                  <a:lnTo>
                    <a:pt x="1387331" y="1663136"/>
                  </a:lnTo>
                  <a:lnTo>
                    <a:pt x="1387321" y="1663128"/>
                  </a:lnTo>
                  <a:lnTo>
                    <a:pt x="1387307" y="1663119"/>
                  </a:lnTo>
                  <a:lnTo>
                    <a:pt x="1387293" y="1663112"/>
                  </a:lnTo>
                  <a:lnTo>
                    <a:pt x="1387278" y="1663107"/>
                  </a:lnTo>
                  <a:lnTo>
                    <a:pt x="1387260" y="1663100"/>
                  </a:lnTo>
                  <a:lnTo>
                    <a:pt x="1387248" y="1663092"/>
                  </a:lnTo>
                  <a:lnTo>
                    <a:pt x="1387235" y="1663085"/>
                  </a:lnTo>
                  <a:lnTo>
                    <a:pt x="1387224" y="1663079"/>
                  </a:lnTo>
                  <a:lnTo>
                    <a:pt x="1387217" y="1663075"/>
                  </a:lnTo>
                  <a:lnTo>
                    <a:pt x="1387211" y="1663070"/>
                  </a:lnTo>
                  <a:lnTo>
                    <a:pt x="1387204" y="1663060"/>
                  </a:lnTo>
                  <a:lnTo>
                    <a:pt x="1387192" y="1663048"/>
                  </a:lnTo>
                  <a:lnTo>
                    <a:pt x="1387178" y="1663037"/>
                  </a:lnTo>
                  <a:lnTo>
                    <a:pt x="1387161" y="1663025"/>
                  </a:lnTo>
                  <a:lnTo>
                    <a:pt x="1387137" y="1663010"/>
                  </a:lnTo>
                  <a:lnTo>
                    <a:pt x="1387116" y="1662997"/>
                  </a:lnTo>
                  <a:lnTo>
                    <a:pt x="1387107" y="1662997"/>
                  </a:lnTo>
                  <a:lnTo>
                    <a:pt x="1387097" y="1662999"/>
                  </a:lnTo>
                  <a:lnTo>
                    <a:pt x="1387087" y="1663004"/>
                  </a:lnTo>
                  <a:lnTo>
                    <a:pt x="1387076" y="1663011"/>
                  </a:lnTo>
                  <a:lnTo>
                    <a:pt x="1387066" y="1663014"/>
                  </a:lnTo>
                  <a:lnTo>
                    <a:pt x="1387053" y="1663017"/>
                  </a:lnTo>
                  <a:lnTo>
                    <a:pt x="1387037" y="1663020"/>
                  </a:lnTo>
                  <a:lnTo>
                    <a:pt x="1387006" y="1663024"/>
                  </a:lnTo>
                  <a:lnTo>
                    <a:pt x="1386991" y="1663025"/>
                  </a:lnTo>
                  <a:lnTo>
                    <a:pt x="1386986" y="1663023"/>
                  </a:lnTo>
                  <a:lnTo>
                    <a:pt x="1386980" y="1663018"/>
                  </a:lnTo>
                  <a:lnTo>
                    <a:pt x="1386971" y="1663007"/>
                  </a:lnTo>
                  <a:lnTo>
                    <a:pt x="1386964" y="1663000"/>
                  </a:lnTo>
                  <a:lnTo>
                    <a:pt x="1386954" y="1662993"/>
                  </a:lnTo>
                  <a:lnTo>
                    <a:pt x="1386940" y="1662988"/>
                  </a:lnTo>
                  <a:lnTo>
                    <a:pt x="1386927" y="1662988"/>
                  </a:lnTo>
                  <a:lnTo>
                    <a:pt x="1386910" y="1662992"/>
                  </a:lnTo>
                  <a:lnTo>
                    <a:pt x="1386893" y="1662996"/>
                  </a:lnTo>
                  <a:lnTo>
                    <a:pt x="1386872" y="1662988"/>
                  </a:lnTo>
                  <a:lnTo>
                    <a:pt x="1386857" y="1662982"/>
                  </a:lnTo>
                  <a:lnTo>
                    <a:pt x="1386842" y="1662976"/>
                  </a:lnTo>
                  <a:lnTo>
                    <a:pt x="1386834" y="1662968"/>
                  </a:lnTo>
                  <a:lnTo>
                    <a:pt x="1386817" y="1662954"/>
                  </a:lnTo>
                  <a:lnTo>
                    <a:pt x="1386808" y="1662944"/>
                  </a:lnTo>
                  <a:lnTo>
                    <a:pt x="1386804" y="1662934"/>
                  </a:lnTo>
                  <a:lnTo>
                    <a:pt x="1386801" y="1662918"/>
                  </a:lnTo>
                  <a:lnTo>
                    <a:pt x="1386800" y="1662899"/>
                  </a:lnTo>
                  <a:lnTo>
                    <a:pt x="1386798" y="1662883"/>
                  </a:lnTo>
                  <a:lnTo>
                    <a:pt x="1386797" y="1662875"/>
                  </a:lnTo>
                  <a:lnTo>
                    <a:pt x="1386795" y="1662865"/>
                  </a:lnTo>
                  <a:lnTo>
                    <a:pt x="1386794" y="1662858"/>
                  </a:lnTo>
                  <a:lnTo>
                    <a:pt x="1386785" y="1662835"/>
                  </a:lnTo>
                  <a:lnTo>
                    <a:pt x="1386779" y="1662819"/>
                  </a:lnTo>
                  <a:lnTo>
                    <a:pt x="1386772" y="1662803"/>
                  </a:lnTo>
                  <a:lnTo>
                    <a:pt x="1386769" y="1662794"/>
                  </a:lnTo>
                  <a:lnTo>
                    <a:pt x="1386768" y="1662788"/>
                  </a:lnTo>
                  <a:lnTo>
                    <a:pt x="1386770" y="1662770"/>
                  </a:lnTo>
                  <a:lnTo>
                    <a:pt x="1386769" y="1662752"/>
                  </a:lnTo>
                  <a:lnTo>
                    <a:pt x="1386765" y="1662744"/>
                  </a:lnTo>
                  <a:lnTo>
                    <a:pt x="1386760" y="1662735"/>
                  </a:lnTo>
                  <a:lnTo>
                    <a:pt x="1386758" y="1662721"/>
                  </a:lnTo>
                  <a:lnTo>
                    <a:pt x="1386758" y="1662709"/>
                  </a:lnTo>
                  <a:lnTo>
                    <a:pt x="1386756" y="1662691"/>
                  </a:lnTo>
                  <a:lnTo>
                    <a:pt x="1386741" y="1662684"/>
                  </a:lnTo>
                  <a:lnTo>
                    <a:pt x="1386731" y="1662678"/>
                  </a:lnTo>
                  <a:lnTo>
                    <a:pt x="1386720" y="1662666"/>
                  </a:lnTo>
                  <a:lnTo>
                    <a:pt x="1386714" y="1662655"/>
                  </a:lnTo>
                  <a:lnTo>
                    <a:pt x="1386707" y="1662638"/>
                  </a:lnTo>
                  <a:lnTo>
                    <a:pt x="1386703" y="1662624"/>
                  </a:lnTo>
                  <a:lnTo>
                    <a:pt x="1386697" y="1662613"/>
                  </a:lnTo>
                  <a:lnTo>
                    <a:pt x="1386690" y="1662608"/>
                  </a:lnTo>
                  <a:lnTo>
                    <a:pt x="1386678" y="1662600"/>
                  </a:lnTo>
                  <a:lnTo>
                    <a:pt x="1386667" y="1662594"/>
                  </a:lnTo>
                  <a:lnTo>
                    <a:pt x="1386658" y="1662584"/>
                  </a:lnTo>
                  <a:lnTo>
                    <a:pt x="1386649" y="1662572"/>
                  </a:lnTo>
                  <a:lnTo>
                    <a:pt x="1386634" y="1662551"/>
                  </a:lnTo>
                  <a:lnTo>
                    <a:pt x="1386621" y="1662535"/>
                  </a:lnTo>
                  <a:lnTo>
                    <a:pt x="1386606" y="1662521"/>
                  </a:lnTo>
                  <a:lnTo>
                    <a:pt x="1386592" y="1662510"/>
                  </a:lnTo>
                  <a:lnTo>
                    <a:pt x="1386589" y="1662501"/>
                  </a:lnTo>
                  <a:lnTo>
                    <a:pt x="1386588" y="1662493"/>
                  </a:lnTo>
                  <a:lnTo>
                    <a:pt x="1386590" y="1662484"/>
                  </a:lnTo>
                  <a:lnTo>
                    <a:pt x="1386592" y="1662471"/>
                  </a:lnTo>
                  <a:lnTo>
                    <a:pt x="1386599" y="1662461"/>
                  </a:lnTo>
                  <a:lnTo>
                    <a:pt x="1386607" y="1662453"/>
                  </a:lnTo>
                  <a:lnTo>
                    <a:pt x="1386620" y="1662445"/>
                  </a:lnTo>
                  <a:lnTo>
                    <a:pt x="1386628" y="1662441"/>
                  </a:lnTo>
                  <a:lnTo>
                    <a:pt x="1386641" y="1662437"/>
                  </a:lnTo>
                  <a:lnTo>
                    <a:pt x="1386654" y="1662432"/>
                  </a:lnTo>
                  <a:lnTo>
                    <a:pt x="1386665" y="1662427"/>
                  </a:lnTo>
                  <a:lnTo>
                    <a:pt x="1386672" y="1662421"/>
                  </a:lnTo>
                  <a:lnTo>
                    <a:pt x="1386675" y="1662411"/>
                  </a:lnTo>
                  <a:lnTo>
                    <a:pt x="1386675" y="1662396"/>
                  </a:lnTo>
                  <a:lnTo>
                    <a:pt x="1386675" y="1662386"/>
                  </a:lnTo>
                  <a:lnTo>
                    <a:pt x="1386676" y="1662378"/>
                  </a:lnTo>
                  <a:lnTo>
                    <a:pt x="1386680" y="1662372"/>
                  </a:lnTo>
                  <a:lnTo>
                    <a:pt x="1386685" y="1662369"/>
                  </a:lnTo>
                  <a:lnTo>
                    <a:pt x="1386693" y="1662367"/>
                  </a:lnTo>
                  <a:lnTo>
                    <a:pt x="1386699" y="1662363"/>
                  </a:lnTo>
                  <a:lnTo>
                    <a:pt x="1386703" y="1662349"/>
                  </a:lnTo>
                  <a:lnTo>
                    <a:pt x="1386705" y="1662339"/>
                  </a:lnTo>
                  <a:lnTo>
                    <a:pt x="1386708" y="1662330"/>
                  </a:lnTo>
                  <a:lnTo>
                    <a:pt x="1386713" y="1662323"/>
                  </a:lnTo>
                  <a:lnTo>
                    <a:pt x="1386720" y="1662315"/>
                  </a:lnTo>
                  <a:lnTo>
                    <a:pt x="1386731" y="1662317"/>
                  </a:lnTo>
                  <a:lnTo>
                    <a:pt x="1386742" y="1662319"/>
                  </a:lnTo>
                  <a:lnTo>
                    <a:pt x="1386752" y="1662316"/>
                  </a:lnTo>
                  <a:lnTo>
                    <a:pt x="1386758" y="1662311"/>
                  </a:lnTo>
                  <a:lnTo>
                    <a:pt x="1386767" y="1662303"/>
                  </a:lnTo>
                  <a:lnTo>
                    <a:pt x="1386780" y="1662292"/>
                  </a:lnTo>
                  <a:lnTo>
                    <a:pt x="1386787" y="1662285"/>
                  </a:lnTo>
                  <a:lnTo>
                    <a:pt x="1386794" y="1662276"/>
                  </a:lnTo>
                  <a:lnTo>
                    <a:pt x="1386798" y="1662271"/>
                  </a:lnTo>
                  <a:lnTo>
                    <a:pt x="1386799" y="1662265"/>
                  </a:lnTo>
                  <a:lnTo>
                    <a:pt x="1386798" y="1662259"/>
                  </a:lnTo>
                  <a:lnTo>
                    <a:pt x="1386796" y="1662248"/>
                  </a:lnTo>
                  <a:lnTo>
                    <a:pt x="1386793" y="1662236"/>
                  </a:lnTo>
                  <a:lnTo>
                    <a:pt x="1386789" y="1662224"/>
                  </a:lnTo>
                  <a:lnTo>
                    <a:pt x="1386785" y="1662208"/>
                  </a:lnTo>
                  <a:lnTo>
                    <a:pt x="1386783" y="1662199"/>
                  </a:lnTo>
                  <a:lnTo>
                    <a:pt x="1386786" y="1662190"/>
                  </a:lnTo>
                  <a:lnTo>
                    <a:pt x="1386799" y="1662176"/>
                  </a:lnTo>
                  <a:lnTo>
                    <a:pt x="1386811" y="1662163"/>
                  </a:lnTo>
                  <a:lnTo>
                    <a:pt x="1386823" y="1662151"/>
                  </a:lnTo>
                  <a:lnTo>
                    <a:pt x="1386830" y="1662144"/>
                  </a:lnTo>
                  <a:lnTo>
                    <a:pt x="1386838" y="1662136"/>
                  </a:lnTo>
                  <a:lnTo>
                    <a:pt x="1386847" y="1662127"/>
                  </a:lnTo>
                  <a:lnTo>
                    <a:pt x="1386855" y="1662124"/>
                  </a:lnTo>
                  <a:lnTo>
                    <a:pt x="1386865" y="1662121"/>
                  </a:lnTo>
                  <a:lnTo>
                    <a:pt x="1386866" y="1662114"/>
                  </a:lnTo>
                  <a:lnTo>
                    <a:pt x="1386865" y="1662093"/>
                  </a:lnTo>
                  <a:lnTo>
                    <a:pt x="1386864" y="1662079"/>
                  </a:lnTo>
                  <a:lnTo>
                    <a:pt x="1386862" y="1662073"/>
                  </a:lnTo>
                  <a:lnTo>
                    <a:pt x="1386856" y="1662070"/>
                  </a:lnTo>
                  <a:lnTo>
                    <a:pt x="1386841" y="1662063"/>
                  </a:lnTo>
                  <a:lnTo>
                    <a:pt x="1386830" y="1662057"/>
                  </a:lnTo>
                  <a:lnTo>
                    <a:pt x="1386820" y="1662048"/>
                  </a:lnTo>
                  <a:lnTo>
                    <a:pt x="1386813" y="1662041"/>
                  </a:lnTo>
                  <a:lnTo>
                    <a:pt x="1386804" y="1662033"/>
                  </a:lnTo>
                  <a:lnTo>
                    <a:pt x="1386792" y="1662026"/>
                  </a:lnTo>
                  <a:lnTo>
                    <a:pt x="1386773" y="1662018"/>
                  </a:lnTo>
                  <a:lnTo>
                    <a:pt x="1386759" y="1662006"/>
                  </a:lnTo>
                  <a:lnTo>
                    <a:pt x="1386742" y="1661991"/>
                  </a:lnTo>
                  <a:lnTo>
                    <a:pt x="1386735" y="1661982"/>
                  </a:lnTo>
                  <a:lnTo>
                    <a:pt x="1386731" y="1661974"/>
                  </a:lnTo>
                  <a:lnTo>
                    <a:pt x="1386726" y="1661965"/>
                  </a:lnTo>
                  <a:lnTo>
                    <a:pt x="1386718" y="1661965"/>
                  </a:lnTo>
                  <a:lnTo>
                    <a:pt x="1386703" y="1661964"/>
                  </a:lnTo>
                  <a:lnTo>
                    <a:pt x="1386685" y="1661961"/>
                  </a:lnTo>
                  <a:lnTo>
                    <a:pt x="1386678" y="1661960"/>
                  </a:lnTo>
                  <a:lnTo>
                    <a:pt x="1386670" y="1661957"/>
                  </a:lnTo>
                  <a:lnTo>
                    <a:pt x="1386660" y="1661952"/>
                  </a:lnTo>
                  <a:lnTo>
                    <a:pt x="1386650" y="1661946"/>
                  </a:lnTo>
                  <a:lnTo>
                    <a:pt x="1386639" y="1661940"/>
                  </a:lnTo>
                  <a:lnTo>
                    <a:pt x="1386634" y="1661938"/>
                  </a:lnTo>
                  <a:lnTo>
                    <a:pt x="1386623" y="1661936"/>
                  </a:lnTo>
                  <a:lnTo>
                    <a:pt x="1386616" y="1661934"/>
                  </a:lnTo>
                  <a:lnTo>
                    <a:pt x="1386605" y="1661929"/>
                  </a:lnTo>
                  <a:lnTo>
                    <a:pt x="1386584" y="1661917"/>
                  </a:lnTo>
                  <a:lnTo>
                    <a:pt x="1386573" y="1661920"/>
                  </a:lnTo>
                  <a:lnTo>
                    <a:pt x="1386559" y="1661926"/>
                  </a:lnTo>
                  <a:lnTo>
                    <a:pt x="1386540" y="1661930"/>
                  </a:lnTo>
                  <a:lnTo>
                    <a:pt x="1386520" y="1661930"/>
                  </a:lnTo>
                  <a:lnTo>
                    <a:pt x="1386501" y="1661926"/>
                  </a:lnTo>
                  <a:lnTo>
                    <a:pt x="1386482" y="1661918"/>
                  </a:lnTo>
                  <a:lnTo>
                    <a:pt x="1386469" y="1661906"/>
                  </a:lnTo>
                  <a:lnTo>
                    <a:pt x="1386447" y="1661895"/>
                  </a:lnTo>
                  <a:lnTo>
                    <a:pt x="1386428" y="1661891"/>
                  </a:lnTo>
                  <a:lnTo>
                    <a:pt x="1386411" y="1661892"/>
                  </a:lnTo>
                  <a:lnTo>
                    <a:pt x="1386397" y="1661901"/>
                  </a:lnTo>
                  <a:lnTo>
                    <a:pt x="1386379" y="1661910"/>
                  </a:lnTo>
                  <a:lnTo>
                    <a:pt x="1386357" y="1661913"/>
                  </a:lnTo>
                  <a:lnTo>
                    <a:pt x="1386343" y="1661912"/>
                  </a:lnTo>
                  <a:lnTo>
                    <a:pt x="1386329" y="1661910"/>
                  </a:lnTo>
                  <a:lnTo>
                    <a:pt x="1386319" y="1661908"/>
                  </a:lnTo>
                  <a:lnTo>
                    <a:pt x="1386306" y="1661904"/>
                  </a:lnTo>
                  <a:lnTo>
                    <a:pt x="1386294" y="1661898"/>
                  </a:lnTo>
                  <a:lnTo>
                    <a:pt x="1386273" y="1661878"/>
                  </a:lnTo>
                  <a:lnTo>
                    <a:pt x="1386254" y="1661861"/>
                  </a:lnTo>
                  <a:lnTo>
                    <a:pt x="1386238" y="1661848"/>
                  </a:lnTo>
                  <a:lnTo>
                    <a:pt x="1386229" y="1661842"/>
                  </a:lnTo>
                  <a:lnTo>
                    <a:pt x="1386218" y="1661835"/>
                  </a:lnTo>
                  <a:lnTo>
                    <a:pt x="1386204" y="1661833"/>
                  </a:lnTo>
                  <a:lnTo>
                    <a:pt x="1386185" y="1661834"/>
                  </a:lnTo>
                  <a:lnTo>
                    <a:pt x="1386165" y="1661836"/>
                  </a:lnTo>
                  <a:lnTo>
                    <a:pt x="1386145" y="1661839"/>
                  </a:lnTo>
                  <a:lnTo>
                    <a:pt x="1386123" y="1661842"/>
                  </a:lnTo>
                  <a:lnTo>
                    <a:pt x="1386102" y="1661846"/>
                  </a:lnTo>
                  <a:lnTo>
                    <a:pt x="1386086" y="1661848"/>
                  </a:lnTo>
                  <a:lnTo>
                    <a:pt x="1386072" y="1661850"/>
                  </a:lnTo>
                  <a:lnTo>
                    <a:pt x="1386056" y="1661849"/>
                  </a:lnTo>
                  <a:lnTo>
                    <a:pt x="1386038" y="1661847"/>
                  </a:lnTo>
                  <a:lnTo>
                    <a:pt x="1386019" y="1661846"/>
                  </a:lnTo>
                  <a:lnTo>
                    <a:pt x="1385999" y="1661845"/>
                  </a:lnTo>
                  <a:lnTo>
                    <a:pt x="1385974" y="1661846"/>
                  </a:lnTo>
                  <a:lnTo>
                    <a:pt x="1385949" y="1661849"/>
                  </a:lnTo>
                  <a:lnTo>
                    <a:pt x="1385927" y="1661854"/>
                  </a:lnTo>
                  <a:lnTo>
                    <a:pt x="1385912" y="1661858"/>
                  </a:lnTo>
                  <a:lnTo>
                    <a:pt x="1385904" y="1661859"/>
                  </a:lnTo>
                  <a:lnTo>
                    <a:pt x="1385896" y="1661859"/>
                  </a:lnTo>
                  <a:lnTo>
                    <a:pt x="1385887" y="1661858"/>
                  </a:lnTo>
                  <a:lnTo>
                    <a:pt x="1385870" y="1661856"/>
                  </a:lnTo>
                  <a:lnTo>
                    <a:pt x="1385856" y="1661852"/>
                  </a:lnTo>
                  <a:lnTo>
                    <a:pt x="1385847" y="1661849"/>
                  </a:lnTo>
                  <a:lnTo>
                    <a:pt x="1385836" y="1661845"/>
                  </a:lnTo>
                  <a:lnTo>
                    <a:pt x="1385830" y="1661844"/>
                  </a:lnTo>
                  <a:lnTo>
                    <a:pt x="1385820" y="1661849"/>
                  </a:lnTo>
                  <a:lnTo>
                    <a:pt x="1385811" y="1661855"/>
                  </a:lnTo>
                  <a:lnTo>
                    <a:pt x="1385794" y="1661866"/>
                  </a:lnTo>
                  <a:lnTo>
                    <a:pt x="1385783" y="1661871"/>
                  </a:lnTo>
                  <a:lnTo>
                    <a:pt x="1385774" y="1661871"/>
                  </a:lnTo>
                  <a:lnTo>
                    <a:pt x="1385765" y="1661863"/>
                  </a:lnTo>
                  <a:lnTo>
                    <a:pt x="1385755" y="1661853"/>
                  </a:lnTo>
                  <a:lnTo>
                    <a:pt x="1385743" y="1661834"/>
                  </a:lnTo>
                  <a:lnTo>
                    <a:pt x="1385732" y="1661818"/>
                  </a:lnTo>
                  <a:lnTo>
                    <a:pt x="1385722" y="1661803"/>
                  </a:lnTo>
                  <a:lnTo>
                    <a:pt x="1385705" y="1661783"/>
                  </a:lnTo>
                  <a:lnTo>
                    <a:pt x="1385688" y="1661761"/>
                  </a:lnTo>
                  <a:lnTo>
                    <a:pt x="1385678" y="1661745"/>
                  </a:lnTo>
                  <a:lnTo>
                    <a:pt x="1385663" y="1661723"/>
                  </a:lnTo>
                  <a:lnTo>
                    <a:pt x="1385650" y="1661712"/>
                  </a:lnTo>
                  <a:lnTo>
                    <a:pt x="1385635" y="1661703"/>
                  </a:lnTo>
                  <a:lnTo>
                    <a:pt x="1385627" y="1661701"/>
                  </a:lnTo>
                  <a:lnTo>
                    <a:pt x="1385616" y="1661699"/>
                  </a:lnTo>
                  <a:lnTo>
                    <a:pt x="1385606" y="1661700"/>
                  </a:lnTo>
                  <a:lnTo>
                    <a:pt x="1385598" y="1661698"/>
                  </a:lnTo>
                  <a:lnTo>
                    <a:pt x="1385587" y="1661693"/>
                  </a:lnTo>
                  <a:lnTo>
                    <a:pt x="1385574" y="1661686"/>
                  </a:lnTo>
                  <a:lnTo>
                    <a:pt x="1385559" y="1661677"/>
                  </a:lnTo>
                  <a:lnTo>
                    <a:pt x="1385546" y="1661665"/>
                  </a:lnTo>
                  <a:lnTo>
                    <a:pt x="1385537" y="1661652"/>
                  </a:lnTo>
                  <a:lnTo>
                    <a:pt x="1385530" y="1661638"/>
                  </a:lnTo>
                  <a:lnTo>
                    <a:pt x="1385527" y="1661625"/>
                  </a:lnTo>
                  <a:lnTo>
                    <a:pt x="1385522" y="1661607"/>
                  </a:lnTo>
                  <a:lnTo>
                    <a:pt x="1385511" y="1661581"/>
                  </a:lnTo>
                  <a:lnTo>
                    <a:pt x="1385499" y="1661555"/>
                  </a:lnTo>
                  <a:lnTo>
                    <a:pt x="1385486" y="1661531"/>
                  </a:lnTo>
                  <a:lnTo>
                    <a:pt x="1385485" y="1661525"/>
                  </a:lnTo>
                  <a:lnTo>
                    <a:pt x="1385488" y="1661516"/>
                  </a:lnTo>
                  <a:lnTo>
                    <a:pt x="1385487" y="1661510"/>
                  </a:lnTo>
                  <a:lnTo>
                    <a:pt x="1385481" y="1661504"/>
                  </a:lnTo>
                  <a:lnTo>
                    <a:pt x="1385473" y="1661499"/>
                  </a:lnTo>
                  <a:lnTo>
                    <a:pt x="1385457" y="1661486"/>
                  </a:lnTo>
                  <a:lnTo>
                    <a:pt x="1385444" y="1661471"/>
                  </a:lnTo>
                  <a:lnTo>
                    <a:pt x="1385429" y="1661446"/>
                  </a:lnTo>
                  <a:lnTo>
                    <a:pt x="1385417" y="1661429"/>
                  </a:lnTo>
                  <a:lnTo>
                    <a:pt x="1385406" y="1661414"/>
                  </a:lnTo>
                  <a:lnTo>
                    <a:pt x="1385406" y="1661406"/>
                  </a:lnTo>
                  <a:lnTo>
                    <a:pt x="1385404" y="1661399"/>
                  </a:lnTo>
                  <a:lnTo>
                    <a:pt x="1385400" y="1661392"/>
                  </a:lnTo>
                  <a:lnTo>
                    <a:pt x="1385389" y="1661380"/>
                  </a:lnTo>
                  <a:lnTo>
                    <a:pt x="1385380" y="1661370"/>
                  </a:lnTo>
                  <a:lnTo>
                    <a:pt x="1385361" y="1661349"/>
                  </a:lnTo>
                  <a:lnTo>
                    <a:pt x="1385349" y="1661338"/>
                  </a:lnTo>
                  <a:lnTo>
                    <a:pt x="1385332" y="1661327"/>
                  </a:lnTo>
                  <a:lnTo>
                    <a:pt x="1385317" y="1661316"/>
                  </a:lnTo>
                  <a:lnTo>
                    <a:pt x="1385301" y="1661304"/>
                  </a:lnTo>
                  <a:lnTo>
                    <a:pt x="1385279" y="1661288"/>
                  </a:lnTo>
                  <a:lnTo>
                    <a:pt x="1385266" y="1661275"/>
                  </a:lnTo>
                  <a:lnTo>
                    <a:pt x="1385262" y="1661271"/>
                  </a:lnTo>
                  <a:lnTo>
                    <a:pt x="1385256" y="1661262"/>
                  </a:lnTo>
                  <a:lnTo>
                    <a:pt x="1385246" y="1661236"/>
                  </a:lnTo>
                  <a:lnTo>
                    <a:pt x="1385243" y="1661226"/>
                  </a:lnTo>
                  <a:lnTo>
                    <a:pt x="1385242" y="1661220"/>
                  </a:lnTo>
                  <a:lnTo>
                    <a:pt x="1385243" y="1661209"/>
                  </a:lnTo>
                  <a:lnTo>
                    <a:pt x="1385251" y="1661185"/>
                  </a:lnTo>
                  <a:lnTo>
                    <a:pt x="1385260" y="1661160"/>
                  </a:lnTo>
                  <a:lnTo>
                    <a:pt x="1385273" y="1661129"/>
                  </a:lnTo>
                  <a:lnTo>
                    <a:pt x="1385279" y="1661110"/>
                  </a:lnTo>
                  <a:lnTo>
                    <a:pt x="1385292" y="1661081"/>
                  </a:lnTo>
                  <a:lnTo>
                    <a:pt x="1385303" y="1661058"/>
                  </a:lnTo>
                  <a:lnTo>
                    <a:pt x="1385314" y="1661032"/>
                  </a:lnTo>
                  <a:lnTo>
                    <a:pt x="1385315" y="1661025"/>
                  </a:lnTo>
                  <a:lnTo>
                    <a:pt x="1385312" y="1661021"/>
                  </a:lnTo>
                  <a:lnTo>
                    <a:pt x="1385303" y="1661016"/>
                  </a:lnTo>
                  <a:lnTo>
                    <a:pt x="1385289" y="1661011"/>
                  </a:lnTo>
                  <a:lnTo>
                    <a:pt x="1385275" y="1661005"/>
                  </a:lnTo>
                  <a:lnTo>
                    <a:pt x="1385267" y="1660996"/>
                  </a:lnTo>
                  <a:lnTo>
                    <a:pt x="1385262" y="1660977"/>
                  </a:lnTo>
                  <a:lnTo>
                    <a:pt x="1385257" y="1660960"/>
                  </a:lnTo>
                  <a:lnTo>
                    <a:pt x="1385249" y="1660931"/>
                  </a:lnTo>
                  <a:lnTo>
                    <a:pt x="1385244" y="1660913"/>
                  </a:lnTo>
                  <a:lnTo>
                    <a:pt x="1385240" y="1660902"/>
                  </a:lnTo>
                  <a:lnTo>
                    <a:pt x="1385234" y="1660889"/>
                  </a:lnTo>
                  <a:lnTo>
                    <a:pt x="1385225" y="1660882"/>
                  </a:lnTo>
                  <a:lnTo>
                    <a:pt x="1385219" y="1660879"/>
                  </a:lnTo>
                  <a:lnTo>
                    <a:pt x="1385210" y="1660878"/>
                  </a:lnTo>
                  <a:lnTo>
                    <a:pt x="1385203" y="1660881"/>
                  </a:lnTo>
                  <a:lnTo>
                    <a:pt x="1385196" y="1660885"/>
                  </a:lnTo>
                  <a:lnTo>
                    <a:pt x="1385183" y="1660895"/>
                  </a:lnTo>
                  <a:lnTo>
                    <a:pt x="1385177" y="1660901"/>
                  </a:lnTo>
                  <a:lnTo>
                    <a:pt x="1385169" y="1660903"/>
                  </a:lnTo>
                  <a:lnTo>
                    <a:pt x="1385160" y="1660899"/>
                  </a:lnTo>
                  <a:lnTo>
                    <a:pt x="1385158" y="1660892"/>
                  </a:lnTo>
                  <a:lnTo>
                    <a:pt x="1385160" y="1660885"/>
                  </a:lnTo>
                  <a:lnTo>
                    <a:pt x="1385164" y="1660872"/>
                  </a:lnTo>
                  <a:lnTo>
                    <a:pt x="1385172" y="1660849"/>
                  </a:lnTo>
                  <a:lnTo>
                    <a:pt x="1385175" y="1660829"/>
                  </a:lnTo>
                  <a:lnTo>
                    <a:pt x="1385176" y="1660806"/>
                  </a:lnTo>
                  <a:lnTo>
                    <a:pt x="1385174" y="1660786"/>
                  </a:lnTo>
                  <a:lnTo>
                    <a:pt x="1385171" y="1660767"/>
                  </a:lnTo>
                  <a:lnTo>
                    <a:pt x="1385166" y="1660759"/>
                  </a:lnTo>
                  <a:lnTo>
                    <a:pt x="1385158" y="1660752"/>
                  </a:lnTo>
                  <a:lnTo>
                    <a:pt x="1385145" y="1660747"/>
                  </a:lnTo>
                  <a:lnTo>
                    <a:pt x="1385130" y="1660740"/>
                  </a:lnTo>
                  <a:lnTo>
                    <a:pt x="1385118" y="1660734"/>
                  </a:lnTo>
                  <a:lnTo>
                    <a:pt x="1385106" y="1660724"/>
                  </a:lnTo>
                  <a:lnTo>
                    <a:pt x="1385092" y="1660712"/>
                  </a:lnTo>
                  <a:lnTo>
                    <a:pt x="1385085" y="1660705"/>
                  </a:lnTo>
                  <a:lnTo>
                    <a:pt x="1385078" y="1660704"/>
                  </a:lnTo>
                  <a:lnTo>
                    <a:pt x="1385073" y="1660705"/>
                  </a:lnTo>
                  <a:lnTo>
                    <a:pt x="1385066" y="1660707"/>
                  </a:lnTo>
                  <a:lnTo>
                    <a:pt x="1385059" y="1660717"/>
                  </a:lnTo>
                  <a:lnTo>
                    <a:pt x="1385052" y="1660733"/>
                  </a:lnTo>
                  <a:lnTo>
                    <a:pt x="1385048" y="1660744"/>
                  </a:lnTo>
                  <a:lnTo>
                    <a:pt x="1385039" y="1660757"/>
                  </a:lnTo>
                  <a:lnTo>
                    <a:pt x="1385027" y="1660764"/>
                  </a:lnTo>
                  <a:lnTo>
                    <a:pt x="1385016" y="1660764"/>
                  </a:lnTo>
                  <a:lnTo>
                    <a:pt x="1384992" y="1660757"/>
                  </a:lnTo>
                  <a:lnTo>
                    <a:pt x="1384975" y="1660751"/>
                  </a:lnTo>
                  <a:lnTo>
                    <a:pt x="1384959" y="1660746"/>
                  </a:lnTo>
                  <a:lnTo>
                    <a:pt x="1384936" y="1660740"/>
                  </a:lnTo>
                  <a:lnTo>
                    <a:pt x="1384912" y="1660731"/>
                  </a:lnTo>
                  <a:lnTo>
                    <a:pt x="1384898" y="1660726"/>
                  </a:lnTo>
                  <a:lnTo>
                    <a:pt x="1384871" y="1660714"/>
                  </a:lnTo>
                  <a:lnTo>
                    <a:pt x="1384866" y="1660716"/>
                  </a:lnTo>
                  <a:lnTo>
                    <a:pt x="1384861" y="1660722"/>
                  </a:lnTo>
                  <a:lnTo>
                    <a:pt x="1384854" y="1660730"/>
                  </a:lnTo>
                  <a:lnTo>
                    <a:pt x="1384842" y="1660739"/>
                  </a:lnTo>
                  <a:lnTo>
                    <a:pt x="1384829" y="1660744"/>
                  </a:lnTo>
                  <a:lnTo>
                    <a:pt x="1384798" y="1660758"/>
                  </a:lnTo>
                  <a:lnTo>
                    <a:pt x="1384778" y="1660767"/>
                  </a:lnTo>
                  <a:lnTo>
                    <a:pt x="1384769" y="1660770"/>
                  </a:lnTo>
                  <a:lnTo>
                    <a:pt x="1384761" y="1660771"/>
                  </a:lnTo>
                  <a:lnTo>
                    <a:pt x="1384755" y="1660771"/>
                  </a:lnTo>
                  <a:lnTo>
                    <a:pt x="1384745" y="1660763"/>
                  </a:lnTo>
                  <a:lnTo>
                    <a:pt x="1384730" y="1660746"/>
                  </a:lnTo>
                  <a:lnTo>
                    <a:pt x="1384721" y="1660739"/>
                  </a:lnTo>
                  <a:lnTo>
                    <a:pt x="1384716" y="1660738"/>
                  </a:lnTo>
                  <a:lnTo>
                    <a:pt x="1384698" y="1660740"/>
                  </a:lnTo>
                  <a:lnTo>
                    <a:pt x="1384673" y="1660743"/>
                  </a:lnTo>
                  <a:lnTo>
                    <a:pt x="1384644" y="1660749"/>
                  </a:lnTo>
                  <a:lnTo>
                    <a:pt x="1384627" y="1660753"/>
                  </a:lnTo>
                  <a:lnTo>
                    <a:pt x="1384615" y="1660756"/>
                  </a:lnTo>
                  <a:lnTo>
                    <a:pt x="1384608" y="1660754"/>
                  </a:lnTo>
                  <a:lnTo>
                    <a:pt x="1384594" y="1660744"/>
                  </a:lnTo>
                  <a:lnTo>
                    <a:pt x="1384585" y="1660741"/>
                  </a:lnTo>
                  <a:lnTo>
                    <a:pt x="1384578" y="1660745"/>
                  </a:lnTo>
                  <a:lnTo>
                    <a:pt x="1384568" y="1660754"/>
                  </a:lnTo>
                  <a:lnTo>
                    <a:pt x="1384557" y="1660765"/>
                  </a:lnTo>
                  <a:lnTo>
                    <a:pt x="1384538" y="1660776"/>
                  </a:lnTo>
                  <a:lnTo>
                    <a:pt x="1384520" y="1660789"/>
                  </a:lnTo>
                  <a:lnTo>
                    <a:pt x="1384512" y="1660792"/>
                  </a:lnTo>
                  <a:lnTo>
                    <a:pt x="1384495" y="1660791"/>
                  </a:lnTo>
                  <a:lnTo>
                    <a:pt x="1384482" y="1660791"/>
                  </a:lnTo>
                  <a:lnTo>
                    <a:pt x="1384474" y="1660792"/>
                  </a:lnTo>
                  <a:lnTo>
                    <a:pt x="1384463" y="1660801"/>
                  </a:lnTo>
                  <a:lnTo>
                    <a:pt x="1384448" y="1660818"/>
                  </a:lnTo>
                  <a:lnTo>
                    <a:pt x="1384437" y="1660830"/>
                  </a:lnTo>
                  <a:lnTo>
                    <a:pt x="1384431" y="1660836"/>
                  </a:lnTo>
                  <a:lnTo>
                    <a:pt x="1384420" y="1660842"/>
                  </a:lnTo>
                  <a:lnTo>
                    <a:pt x="1384410" y="1660841"/>
                  </a:lnTo>
                  <a:lnTo>
                    <a:pt x="1384391" y="1660833"/>
                  </a:lnTo>
                  <a:lnTo>
                    <a:pt x="1384382" y="1660830"/>
                  </a:lnTo>
                  <a:lnTo>
                    <a:pt x="1384353" y="1660817"/>
                  </a:lnTo>
                  <a:lnTo>
                    <a:pt x="1384316" y="1660797"/>
                  </a:lnTo>
                  <a:lnTo>
                    <a:pt x="1384306" y="1660793"/>
                  </a:lnTo>
                  <a:lnTo>
                    <a:pt x="1384287" y="1660780"/>
                  </a:lnTo>
                  <a:lnTo>
                    <a:pt x="1384270" y="1660767"/>
                  </a:lnTo>
                  <a:lnTo>
                    <a:pt x="1384253" y="1660753"/>
                  </a:lnTo>
                  <a:lnTo>
                    <a:pt x="1384244" y="1660739"/>
                  </a:lnTo>
                  <a:lnTo>
                    <a:pt x="1384238" y="1660726"/>
                  </a:lnTo>
                  <a:lnTo>
                    <a:pt x="1384230" y="1660710"/>
                  </a:lnTo>
                  <a:lnTo>
                    <a:pt x="1384225" y="1660694"/>
                  </a:lnTo>
                  <a:lnTo>
                    <a:pt x="1384219" y="1660677"/>
                  </a:lnTo>
                  <a:lnTo>
                    <a:pt x="1384214" y="1660663"/>
                  </a:lnTo>
                  <a:lnTo>
                    <a:pt x="1384205" y="1660655"/>
                  </a:lnTo>
                  <a:lnTo>
                    <a:pt x="1384194" y="1660655"/>
                  </a:lnTo>
                  <a:lnTo>
                    <a:pt x="1384185" y="1660661"/>
                  </a:lnTo>
                  <a:lnTo>
                    <a:pt x="1384181" y="1660662"/>
                  </a:lnTo>
                  <a:lnTo>
                    <a:pt x="1384176" y="1660659"/>
                  </a:lnTo>
                  <a:lnTo>
                    <a:pt x="1384169" y="1660648"/>
                  </a:lnTo>
                  <a:lnTo>
                    <a:pt x="1384161" y="1660634"/>
                  </a:lnTo>
                  <a:lnTo>
                    <a:pt x="1384152" y="1660621"/>
                  </a:lnTo>
                  <a:lnTo>
                    <a:pt x="1384145" y="1660609"/>
                  </a:lnTo>
                  <a:lnTo>
                    <a:pt x="1384136" y="1660598"/>
                  </a:lnTo>
                  <a:lnTo>
                    <a:pt x="1384128" y="1660591"/>
                  </a:lnTo>
                  <a:lnTo>
                    <a:pt x="1384118" y="1660585"/>
                  </a:lnTo>
                  <a:lnTo>
                    <a:pt x="1384107" y="1660580"/>
                  </a:lnTo>
                  <a:lnTo>
                    <a:pt x="1384093" y="1660577"/>
                  </a:lnTo>
                  <a:lnTo>
                    <a:pt x="1384077" y="1660576"/>
                  </a:lnTo>
                  <a:lnTo>
                    <a:pt x="1384062" y="1660574"/>
                  </a:lnTo>
                  <a:lnTo>
                    <a:pt x="1384052" y="1660569"/>
                  </a:lnTo>
                  <a:lnTo>
                    <a:pt x="1384041" y="1660560"/>
                  </a:lnTo>
                  <a:lnTo>
                    <a:pt x="1384028" y="1660549"/>
                  </a:lnTo>
                  <a:lnTo>
                    <a:pt x="1384016" y="1660537"/>
                  </a:lnTo>
                  <a:lnTo>
                    <a:pt x="1384003" y="1660522"/>
                  </a:lnTo>
                  <a:lnTo>
                    <a:pt x="1383991" y="1660502"/>
                  </a:lnTo>
                  <a:lnTo>
                    <a:pt x="1383986" y="1660487"/>
                  </a:lnTo>
                  <a:lnTo>
                    <a:pt x="1383983" y="1660476"/>
                  </a:lnTo>
                  <a:lnTo>
                    <a:pt x="1383980" y="1660464"/>
                  </a:lnTo>
                  <a:lnTo>
                    <a:pt x="1383979" y="1660458"/>
                  </a:lnTo>
                  <a:lnTo>
                    <a:pt x="1383978" y="1660452"/>
                  </a:lnTo>
                  <a:lnTo>
                    <a:pt x="1383980" y="1660447"/>
                  </a:lnTo>
                  <a:lnTo>
                    <a:pt x="1383982" y="1660439"/>
                  </a:lnTo>
                  <a:lnTo>
                    <a:pt x="1383984" y="1660431"/>
                  </a:lnTo>
                  <a:lnTo>
                    <a:pt x="1383987" y="1660422"/>
                  </a:lnTo>
                  <a:lnTo>
                    <a:pt x="1383992" y="1660404"/>
                  </a:lnTo>
                  <a:lnTo>
                    <a:pt x="1383993" y="1660394"/>
                  </a:lnTo>
                  <a:lnTo>
                    <a:pt x="1383993" y="1660385"/>
                  </a:lnTo>
                  <a:lnTo>
                    <a:pt x="1383992" y="1660370"/>
                  </a:lnTo>
                  <a:lnTo>
                    <a:pt x="1383990" y="1660354"/>
                  </a:lnTo>
                  <a:lnTo>
                    <a:pt x="1383991" y="1660338"/>
                  </a:lnTo>
                  <a:lnTo>
                    <a:pt x="1383990" y="1660326"/>
                  </a:lnTo>
                  <a:lnTo>
                    <a:pt x="1383989" y="1660316"/>
                  </a:lnTo>
                  <a:lnTo>
                    <a:pt x="1383987" y="1660306"/>
                  </a:lnTo>
                  <a:lnTo>
                    <a:pt x="1383983" y="1660292"/>
                  </a:lnTo>
                  <a:lnTo>
                    <a:pt x="1383979" y="1660285"/>
                  </a:lnTo>
                  <a:lnTo>
                    <a:pt x="1383974" y="1660281"/>
                  </a:lnTo>
                  <a:lnTo>
                    <a:pt x="1383959" y="1660279"/>
                  </a:lnTo>
                  <a:lnTo>
                    <a:pt x="1383943" y="1660276"/>
                  </a:lnTo>
                  <a:lnTo>
                    <a:pt x="1383928" y="1660272"/>
                  </a:lnTo>
                  <a:lnTo>
                    <a:pt x="1383917" y="1660263"/>
                  </a:lnTo>
                  <a:lnTo>
                    <a:pt x="1383908" y="1660255"/>
                  </a:lnTo>
                  <a:lnTo>
                    <a:pt x="1383894" y="1660243"/>
                  </a:lnTo>
                  <a:lnTo>
                    <a:pt x="1383882" y="1660221"/>
                  </a:lnTo>
                  <a:lnTo>
                    <a:pt x="1383877" y="1660213"/>
                  </a:lnTo>
                  <a:lnTo>
                    <a:pt x="1383868" y="1660196"/>
                  </a:lnTo>
                  <a:lnTo>
                    <a:pt x="1383862" y="1660189"/>
                  </a:lnTo>
                  <a:lnTo>
                    <a:pt x="1383854" y="1660188"/>
                  </a:lnTo>
                  <a:lnTo>
                    <a:pt x="1383846" y="1660188"/>
                  </a:lnTo>
                  <a:lnTo>
                    <a:pt x="1383834" y="1660189"/>
                  </a:lnTo>
                  <a:lnTo>
                    <a:pt x="1383820" y="1660190"/>
                  </a:lnTo>
                  <a:lnTo>
                    <a:pt x="1383806" y="1660193"/>
                  </a:lnTo>
                  <a:lnTo>
                    <a:pt x="1383795" y="1660195"/>
                  </a:lnTo>
                  <a:lnTo>
                    <a:pt x="1383782" y="1660199"/>
                  </a:lnTo>
                  <a:lnTo>
                    <a:pt x="1383776" y="1660202"/>
                  </a:lnTo>
                  <a:lnTo>
                    <a:pt x="1383766" y="1660214"/>
                  </a:lnTo>
                  <a:lnTo>
                    <a:pt x="1383758" y="1660222"/>
                  </a:lnTo>
                  <a:lnTo>
                    <a:pt x="1383748" y="1660227"/>
                  </a:lnTo>
                  <a:lnTo>
                    <a:pt x="1383738" y="1660226"/>
                  </a:lnTo>
                  <a:lnTo>
                    <a:pt x="1383734" y="1660224"/>
                  </a:lnTo>
                  <a:lnTo>
                    <a:pt x="1383730" y="1660213"/>
                  </a:lnTo>
                  <a:lnTo>
                    <a:pt x="1383730" y="1660199"/>
                  </a:lnTo>
                  <a:lnTo>
                    <a:pt x="1383729" y="1660187"/>
                  </a:lnTo>
                  <a:lnTo>
                    <a:pt x="1383727" y="1660182"/>
                  </a:lnTo>
                  <a:lnTo>
                    <a:pt x="1383721" y="1660179"/>
                  </a:lnTo>
                  <a:lnTo>
                    <a:pt x="1383712" y="1660179"/>
                  </a:lnTo>
                  <a:lnTo>
                    <a:pt x="1383705" y="1660181"/>
                  </a:lnTo>
                  <a:lnTo>
                    <a:pt x="1383693" y="1660185"/>
                  </a:lnTo>
                  <a:lnTo>
                    <a:pt x="1383679" y="1660191"/>
                  </a:lnTo>
                  <a:lnTo>
                    <a:pt x="1383665" y="1660196"/>
                  </a:lnTo>
                  <a:lnTo>
                    <a:pt x="1383630" y="1660209"/>
                  </a:lnTo>
                  <a:lnTo>
                    <a:pt x="1383618" y="1660213"/>
                  </a:lnTo>
                  <a:lnTo>
                    <a:pt x="1383610" y="1660214"/>
                  </a:lnTo>
                  <a:lnTo>
                    <a:pt x="1383603" y="1660212"/>
                  </a:lnTo>
                  <a:lnTo>
                    <a:pt x="1383591" y="1660203"/>
                  </a:lnTo>
                  <a:lnTo>
                    <a:pt x="1383584" y="1660197"/>
                  </a:lnTo>
                  <a:lnTo>
                    <a:pt x="1383561" y="1660180"/>
                  </a:lnTo>
                  <a:lnTo>
                    <a:pt x="1383538" y="1660166"/>
                  </a:lnTo>
                  <a:lnTo>
                    <a:pt x="1383523" y="1660157"/>
                  </a:lnTo>
                  <a:lnTo>
                    <a:pt x="1383518" y="1660145"/>
                  </a:lnTo>
                  <a:lnTo>
                    <a:pt x="1383514" y="1660136"/>
                  </a:lnTo>
                  <a:lnTo>
                    <a:pt x="1383504" y="1660130"/>
                  </a:lnTo>
                  <a:lnTo>
                    <a:pt x="1383491" y="1660124"/>
                  </a:lnTo>
                  <a:lnTo>
                    <a:pt x="1383483" y="1660118"/>
                  </a:lnTo>
                  <a:lnTo>
                    <a:pt x="1383469" y="1660109"/>
                  </a:lnTo>
                  <a:lnTo>
                    <a:pt x="1383452" y="1660100"/>
                  </a:lnTo>
                  <a:lnTo>
                    <a:pt x="1383440" y="1660094"/>
                  </a:lnTo>
                  <a:lnTo>
                    <a:pt x="1383429" y="1660091"/>
                  </a:lnTo>
                  <a:lnTo>
                    <a:pt x="1383420" y="1660091"/>
                  </a:lnTo>
                  <a:lnTo>
                    <a:pt x="1383412" y="1660091"/>
                  </a:lnTo>
                  <a:lnTo>
                    <a:pt x="1383407" y="1660093"/>
                  </a:lnTo>
                  <a:lnTo>
                    <a:pt x="1383402" y="1660099"/>
                  </a:lnTo>
                  <a:lnTo>
                    <a:pt x="1383394" y="1660108"/>
                  </a:lnTo>
                  <a:lnTo>
                    <a:pt x="1383384" y="1660118"/>
                  </a:lnTo>
                  <a:lnTo>
                    <a:pt x="1383379" y="1660118"/>
                  </a:lnTo>
                  <a:lnTo>
                    <a:pt x="1383358" y="1660101"/>
                  </a:lnTo>
                  <a:lnTo>
                    <a:pt x="1383345" y="1660086"/>
                  </a:lnTo>
                  <a:lnTo>
                    <a:pt x="1383335" y="1660073"/>
                  </a:lnTo>
                  <a:lnTo>
                    <a:pt x="1383327" y="1660063"/>
                  </a:lnTo>
                  <a:lnTo>
                    <a:pt x="1383315" y="1660054"/>
                  </a:lnTo>
                  <a:lnTo>
                    <a:pt x="1383308" y="1660054"/>
                  </a:lnTo>
                  <a:lnTo>
                    <a:pt x="1383296" y="1660059"/>
                  </a:lnTo>
                  <a:lnTo>
                    <a:pt x="1383288" y="1660061"/>
                  </a:lnTo>
                  <a:lnTo>
                    <a:pt x="1383277" y="1660062"/>
                  </a:lnTo>
                  <a:lnTo>
                    <a:pt x="1383268" y="1660058"/>
                  </a:lnTo>
                  <a:lnTo>
                    <a:pt x="1383258" y="1660045"/>
                  </a:lnTo>
                  <a:lnTo>
                    <a:pt x="1383253" y="1660041"/>
                  </a:lnTo>
                  <a:lnTo>
                    <a:pt x="1383248" y="1660040"/>
                  </a:lnTo>
                  <a:lnTo>
                    <a:pt x="1383241" y="1660041"/>
                  </a:lnTo>
                  <a:lnTo>
                    <a:pt x="1383231" y="1660040"/>
                  </a:lnTo>
                  <a:lnTo>
                    <a:pt x="1383220" y="1660038"/>
                  </a:lnTo>
                  <a:lnTo>
                    <a:pt x="1383201" y="1660029"/>
                  </a:lnTo>
                  <a:lnTo>
                    <a:pt x="1383193" y="1660024"/>
                  </a:lnTo>
                  <a:lnTo>
                    <a:pt x="1383187" y="1660018"/>
                  </a:lnTo>
                  <a:lnTo>
                    <a:pt x="1383181" y="1660010"/>
                  </a:lnTo>
                  <a:lnTo>
                    <a:pt x="1383176" y="1660000"/>
                  </a:lnTo>
                  <a:lnTo>
                    <a:pt x="1383168" y="1659979"/>
                  </a:lnTo>
                  <a:lnTo>
                    <a:pt x="1383161" y="1659966"/>
                  </a:lnTo>
                  <a:lnTo>
                    <a:pt x="1383156" y="1659957"/>
                  </a:lnTo>
                  <a:lnTo>
                    <a:pt x="1383140" y="1659941"/>
                  </a:lnTo>
                  <a:lnTo>
                    <a:pt x="1383172" y="1659925"/>
                  </a:lnTo>
                  <a:lnTo>
                    <a:pt x="1383191" y="1659918"/>
                  </a:lnTo>
                  <a:lnTo>
                    <a:pt x="1383215" y="1659908"/>
                  </a:lnTo>
                  <a:lnTo>
                    <a:pt x="1383216" y="1659899"/>
                  </a:lnTo>
                  <a:lnTo>
                    <a:pt x="1383214" y="1659891"/>
                  </a:lnTo>
                  <a:lnTo>
                    <a:pt x="1383210" y="1659882"/>
                  </a:lnTo>
                  <a:lnTo>
                    <a:pt x="1383206" y="1659875"/>
                  </a:lnTo>
                  <a:lnTo>
                    <a:pt x="1383195" y="1659858"/>
                  </a:lnTo>
                  <a:lnTo>
                    <a:pt x="1383186" y="1659847"/>
                  </a:lnTo>
                  <a:lnTo>
                    <a:pt x="1383190" y="1659839"/>
                  </a:lnTo>
                  <a:lnTo>
                    <a:pt x="1383195" y="1659833"/>
                  </a:lnTo>
                  <a:lnTo>
                    <a:pt x="1383197" y="1659821"/>
                  </a:lnTo>
                  <a:lnTo>
                    <a:pt x="1383196" y="1659799"/>
                  </a:lnTo>
                  <a:lnTo>
                    <a:pt x="1383194" y="1659791"/>
                  </a:lnTo>
                  <a:lnTo>
                    <a:pt x="1383187" y="1659767"/>
                  </a:lnTo>
                  <a:lnTo>
                    <a:pt x="1383185" y="1659756"/>
                  </a:lnTo>
                  <a:lnTo>
                    <a:pt x="1383184" y="1659747"/>
                  </a:lnTo>
                  <a:lnTo>
                    <a:pt x="1383184" y="1659739"/>
                  </a:lnTo>
                  <a:lnTo>
                    <a:pt x="1383174" y="1659734"/>
                  </a:lnTo>
                  <a:lnTo>
                    <a:pt x="1383167" y="1659729"/>
                  </a:lnTo>
                  <a:lnTo>
                    <a:pt x="1383164" y="1659717"/>
                  </a:lnTo>
                  <a:lnTo>
                    <a:pt x="1383164" y="1659710"/>
                  </a:lnTo>
                  <a:lnTo>
                    <a:pt x="1383164" y="1659701"/>
                  </a:lnTo>
                  <a:lnTo>
                    <a:pt x="1383163" y="1659691"/>
                  </a:lnTo>
                  <a:lnTo>
                    <a:pt x="1383157" y="1659687"/>
                  </a:lnTo>
                  <a:lnTo>
                    <a:pt x="1383148" y="1659682"/>
                  </a:lnTo>
                  <a:lnTo>
                    <a:pt x="1383147" y="1659668"/>
                  </a:lnTo>
                  <a:lnTo>
                    <a:pt x="1383147" y="1659658"/>
                  </a:lnTo>
                  <a:lnTo>
                    <a:pt x="1383146" y="1659649"/>
                  </a:lnTo>
                  <a:lnTo>
                    <a:pt x="1383139" y="1659647"/>
                  </a:lnTo>
                  <a:lnTo>
                    <a:pt x="1383130" y="1659642"/>
                  </a:lnTo>
                  <a:lnTo>
                    <a:pt x="1383123" y="1659636"/>
                  </a:lnTo>
                  <a:lnTo>
                    <a:pt x="1383118" y="1659629"/>
                  </a:lnTo>
                  <a:lnTo>
                    <a:pt x="1383117" y="1659622"/>
                  </a:lnTo>
                  <a:lnTo>
                    <a:pt x="1383121" y="1659612"/>
                  </a:lnTo>
                  <a:lnTo>
                    <a:pt x="1383128" y="1659604"/>
                  </a:lnTo>
                  <a:lnTo>
                    <a:pt x="1383132" y="1659590"/>
                  </a:lnTo>
                  <a:lnTo>
                    <a:pt x="1383131" y="1659584"/>
                  </a:lnTo>
                  <a:lnTo>
                    <a:pt x="1383130" y="1659576"/>
                  </a:lnTo>
                  <a:lnTo>
                    <a:pt x="1383124" y="1659563"/>
                  </a:lnTo>
                  <a:lnTo>
                    <a:pt x="1383119" y="1659551"/>
                  </a:lnTo>
                  <a:lnTo>
                    <a:pt x="1383115" y="1659541"/>
                  </a:lnTo>
                  <a:lnTo>
                    <a:pt x="1383115" y="1659536"/>
                  </a:lnTo>
                  <a:lnTo>
                    <a:pt x="1383128" y="1659523"/>
                  </a:lnTo>
                  <a:lnTo>
                    <a:pt x="1383132" y="1659518"/>
                  </a:lnTo>
                  <a:lnTo>
                    <a:pt x="1383130" y="1659498"/>
                  </a:lnTo>
                  <a:lnTo>
                    <a:pt x="1383122" y="1659494"/>
                  </a:lnTo>
                  <a:lnTo>
                    <a:pt x="1383117" y="1659489"/>
                  </a:lnTo>
                  <a:lnTo>
                    <a:pt x="1383119" y="1659481"/>
                  </a:lnTo>
                  <a:lnTo>
                    <a:pt x="1383121" y="1659475"/>
                  </a:lnTo>
                  <a:lnTo>
                    <a:pt x="1383125" y="1659467"/>
                  </a:lnTo>
                  <a:lnTo>
                    <a:pt x="1383131" y="1659461"/>
                  </a:lnTo>
                  <a:lnTo>
                    <a:pt x="1383132" y="1659454"/>
                  </a:lnTo>
                  <a:lnTo>
                    <a:pt x="1383127" y="1659446"/>
                  </a:lnTo>
                  <a:lnTo>
                    <a:pt x="1383120" y="1659434"/>
                  </a:lnTo>
                  <a:lnTo>
                    <a:pt x="1383115" y="1659416"/>
                  </a:lnTo>
                  <a:lnTo>
                    <a:pt x="1383110" y="1659399"/>
                  </a:lnTo>
                  <a:lnTo>
                    <a:pt x="1383106" y="1659392"/>
                  </a:lnTo>
                  <a:lnTo>
                    <a:pt x="1383098" y="1659381"/>
                  </a:lnTo>
                  <a:lnTo>
                    <a:pt x="1383090" y="1659369"/>
                  </a:lnTo>
                  <a:lnTo>
                    <a:pt x="1383086" y="1659363"/>
                  </a:lnTo>
                  <a:lnTo>
                    <a:pt x="1383074" y="1659343"/>
                  </a:lnTo>
                  <a:lnTo>
                    <a:pt x="1383068" y="1659330"/>
                  </a:lnTo>
                  <a:lnTo>
                    <a:pt x="1383064" y="1659323"/>
                  </a:lnTo>
                  <a:lnTo>
                    <a:pt x="1383059" y="1659321"/>
                  </a:lnTo>
                  <a:lnTo>
                    <a:pt x="1383048" y="1659315"/>
                  </a:lnTo>
                  <a:lnTo>
                    <a:pt x="1383034" y="1659306"/>
                  </a:lnTo>
                  <a:lnTo>
                    <a:pt x="1383027" y="1659298"/>
                  </a:lnTo>
                  <a:lnTo>
                    <a:pt x="1383019" y="1659294"/>
                  </a:lnTo>
                  <a:lnTo>
                    <a:pt x="1383010" y="1659291"/>
                  </a:lnTo>
                  <a:lnTo>
                    <a:pt x="1382993" y="1659285"/>
                  </a:lnTo>
                  <a:lnTo>
                    <a:pt x="1382981" y="1659281"/>
                  </a:lnTo>
                  <a:lnTo>
                    <a:pt x="1382976" y="1659278"/>
                  </a:lnTo>
                  <a:lnTo>
                    <a:pt x="1382969" y="1659276"/>
                  </a:lnTo>
                  <a:lnTo>
                    <a:pt x="1382949" y="1659282"/>
                  </a:lnTo>
                  <a:lnTo>
                    <a:pt x="1382936" y="1659286"/>
                  </a:lnTo>
                  <a:lnTo>
                    <a:pt x="1382925" y="1659289"/>
                  </a:lnTo>
                  <a:lnTo>
                    <a:pt x="1382919" y="1659286"/>
                  </a:lnTo>
                  <a:lnTo>
                    <a:pt x="1382908" y="1659279"/>
                  </a:lnTo>
                  <a:lnTo>
                    <a:pt x="1382897" y="1659267"/>
                  </a:lnTo>
                  <a:lnTo>
                    <a:pt x="1382891" y="1659261"/>
                  </a:lnTo>
                  <a:lnTo>
                    <a:pt x="1382882" y="1659254"/>
                  </a:lnTo>
                  <a:lnTo>
                    <a:pt x="1382873" y="1659245"/>
                  </a:lnTo>
                  <a:lnTo>
                    <a:pt x="1382865" y="1659234"/>
                  </a:lnTo>
                  <a:lnTo>
                    <a:pt x="1382863" y="1659226"/>
                  </a:lnTo>
                  <a:lnTo>
                    <a:pt x="1382862" y="1659216"/>
                  </a:lnTo>
                  <a:lnTo>
                    <a:pt x="1382862" y="1659209"/>
                  </a:lnTo>
                  <a:lnTo>
                    <a:pt x="1382863" y="1659201"/>
                  </a:lnTo>
                  <a:lnTo>
                    <a:pt x="1382856" y="1659186"/>
                  </a:lnTo>
                  <a:lnTo>
                    <a:pt x="1382849" y="1659170"/>
                  </a:lnTo>
                  <a:lnTo>
                    <a:pt x="1382838" y="1659146"/>
                  </a:lnTo>
                  <a:lnTo>
                    <a:pt x="1382833" y="1659141"/>
                  </a:lnTo>
                  <a:lnTo>
                    <a:pt x="1382826" y="1659140"/>
                  </a:lnTo>
                  <a:lnTo>
                    <a:pt x="1382818" y="1659141"/>
                  </a:lnTo>
                  <a:lnTo>
                    <a:pt x="1382802" y="1659143"/>
                  </a:lnTo>
                  <a:lnTo>
                    <a:pt x="1382794" y="1659143"/>
                  </a:lnTo>
                  <a:lnTo>
                    <a:pt x="1382784" y="1659143"/>
                  </a:lnTo>
                  <a:lnTo>
                    <a:pt x="1382776" y="1659143"/>
                  </a:lnTo>
                  <a:lnTo>
                    <a:pt x="1382761" y="1659142"/>
                  </a:lnTo>
                  <a:lnTo>
                    <a:pt x="1382744" y="1659141"/>
                  </a:lnTo>
                  <a:lnTo>
                    <a:pt x="1382738" y="1659143"/>
                  </a:lnTo>
                  <a:lnTo>
                    <a:pt x="1382734" y="1659148"/>
                  </a:lnTo>
                  <a:lnTo>
                    <a:pt x="1382731" y="1659153"/>
                  </a:lnTo>
                  <a:lnTo>
                    <a:pt x="1382725" y="1659160"/>
                  </a:lnTo>
                  <a:lnTo>
                    <a:pt x="1382711" y="1659178"/>
                  </a:lnTo>
                  <a:lnTo>
                    <a:pt x="1382702" y="1659179"/>
                  </a:lnTo>
                  <a:lnTo>
                    <a:pt x="1382695" y="1659179"/>
                  </a:lnTo>
                  <a:lnTo>
                    <a:pt x="1382689" y="1659178"/>
                  </a:lnTo>
                  <a:lnTo>
                    <a:pt x="1382682" y="1659177"/>
                  </a:lnTo>
                  <a:lnTo>
                    <a:pt x="1382675" y="1659173"/>
                  </a:lnTo>
                  <a:lnTo>
                    <a:pt x="1382668" y="1659168"/>
                  </a:lnTo>
                  <a:lnTo>
                    <a:pt x="1382659" y="1659157"/>
                  </a:lnTo>
                  <a:lnTo>
                    <a:pt x="1382653" y="1659145"/>
                  </a:lnTo>
                  <a:lnTo>
                    <a:pt x="1382649" y="1659131"/>
                  </a:lnTo>
                  <a:lnTo>
                    <a:pt x="1382642" y="1659109"/>
                  </a:lnTo>
                  <a:lnTo>
                    <a:pt x="1382638" y="1659103"/>
                  </a:lnTo>
                  <a:lnTo>
                    <a:pt x="1382633" y="1659101"/>
                  </a:lnTo>
                  <a:lnTo>
                    <a:pt x="1382628" y="1659101"/>
                  </a:lnTo>
                  <a:lnTo>
                    <a:pt x="1382616" y="1659102"/>
                  </a:lnTo>
                  <a:lnTo>
                    <a:pt x="1382603" y="1659101"/>
                  </a:lnTo>
                  <a:lnTo>
                    <a:pt x="1382594" y="1659101"/>
                  </a:lnTo>
                  <a:lnTo>
                    <a:pt x="1382583" y="1659100"/>
                  </a:lnTo>
                  <a:lnTo>
                    <a:pt x="1382573" y="1659099"/>
                  </a:lnTo>
                  <a:lnTo>
                    <a:pt x="1382565" y="1659096"/>
                  </a:lnTo>
                  <a:lnTo>
                    <a:pt x="1382555" y="1659088"/>
                  </a:lnTo>
                  <a:lnTo>
                    <a:pt x="1382544" y="1659079"/>
                  </a:lnTo>
                  <a:lnTo>
                    <a:pt x="1382534" y="1659078"/>
                  </a:lnTo>
                  <a:lnTo>
                    <a:pt x="1382524" y="1659077"/>
                  </a:lnTo>
                  <a:lnTo>
                    <a:pt x="1382516" y="1659075"/>
                  </a:lnTo>
                  <a:lnTo>
                    <a:pt x="1382506" y="1659070"/>
                  </a:lnTo>
                  <a:lnTo>
                    <a:pt x="1382493" y="1659063"/>
                  </a:lnTo>
                  <a:lnTo>
                    <a:pt x="1382487" y="1659058"/>
                  </a:lnTo>
                  <a:lnTo>
                    <a:pt x="1382482" y="1659053"/>
                  </a:lnTo>
                  <a:lnTo>
                    <a:pt x="1382474" y="1659049"/>
                  </a:lnTo>
                  <a:lnTo>
                    <a:pt x="1382469" y="1659042"/>
                  </a:lnTo>
                  <a:lnTo>
                    <a:pt x="1382463" y="1659032"/>
                  </a:lnTo>
                  <a:lnTo>
                    <a:pt x="1382457" y="1659023"/>
                  </a:lnTo>
                  <a:lnTo>
                    <a:pt x="1382453" y="1659014"/>
                  </a:lnTo>
                  <a:lnTo>
                    <a:pt x="1382444" y="1659003"/>
                  </a:lnTo>
                  <a:lnTo>
                    <a:pt x="1382433" y="1658993"/>
                  </a:lnTo>
                  <a:lnTo>
                    <a:pt x="1382423" y="1658983"/>
                  </a:lnTo>
                  <a:lnTo>
                    <a:pt x="1382410" y="1658970"/>
                  </a:lnTo>
                  <a:lnTo>
                    <a:pt x="1382399" y="1658960"/>
                  </a:lnTo>
                  <a:lnTo>
                    <a:pt x="1382391" y="1658952"/>
                  </a:lnTo>
                  <a:lnTo>
                    <a:pt x="1382381" y="1658945"/>
                  </a:lnTo>
                  <a:lnTo>
                    <a:pt x="1382374" y="1658949"/>
                  </a:lnTo>
                  <a:lnTo>
                    <a:pt x="1382363" y="1658956"/>
                  </a:lnTo>
                  <a:lnTo>
                    <a:pt x="1382352" y="1658966"/>
                  </a:lnTo>
                  <a:lnTo>
                    <a:pt x="1382345" y="1658970"/>
                  </a:lnTo>
                  <a:lnTo>
                    <a:pt x="1382340" y="1658967"/>
                  </a:lnTo>
                  <a:lnTo>
                    <a:pt x="1382334" y="1658961"/>
                  </a:lnTo>
                  <a:lnTo>
                    <a:pt x="1382328" y="1658953"/>
                  </a:lnTo>
                  <a:lnTo>
                    <a:pt x="1382325" y="1658947"/>
                  </a:lnTo>
                  <a:lnTo>
                    <a:pt x="1382322" y="1658941"/>
                  </a:lnTo>
                  <a:lnTo>
                    <a:pt x="1382321" y="1658933"/>
                  </a:lnTo>
                  <a:lnTo>
                    <a:pt x="1382321" y="1658925"/>
                  </a:lnTo>
                  <a:lnTo>
                    <a:pt x="1382321" y="1658914"/>
                  </a:lnTo>
                  <a:lnTo>
                    <a:pt x="1382317" y="1658904"/>
                  </a:lnTo>
                  <a:lnTo>
                    <a:pt x="1382313" y="1658899"/>
                  </a:lnTo>
                  <a:lnTo>
                    <a:pt x="1382305" y="1658897"/>
                  </a:lnTo>
                  <a:lnTo>
                    <a:pt x="1382297" y="1658895"/>
                  </a:lnTo>
                  <a:lnTo>
                    <a:pt x="1382291" y="1658891"/>
                  </a:lnTo>
                  <a:lnTo>
                    <a:pt x="1382282" y="1658883"/>
                  </a:lnTo>
                  <a:lnTo>
                    <a:pt x="1382273" y="1658874"/>
                  </a:lnTo>
                  <a:lnTo>
                    <a:pt x="1382268" y="1658865"/>
                  </a:lnTo>
                  <a:lnTo>
                    <a:pt x="1382259" y="1658855"/>
                  </a:lnTo>
                  <a:lnTo>
                    <a:pt x="1382252" y="1658849"/>
                  </a:lnTo>
                  <a:lnTo>
                    <a:pt x="1382243" y="1658845"/>
                  </a:lnTo>
                  <a:lnTo>
                    <a:pt x="1382236" y="1658844"/>
                  </a:lnTo>
                  <a:lnTo>
                    <a:pt x="1382229" y="1658844"/>
                  </a:lnTo>
                  <a:lnTo>
                    <a:pt x="1382219" y="1658844"/>
                  </a:lnTo>
                  <a:lnTo>
                    <a:pt x="1382207" y="1658845"/>
                  </a:lnTo>
                  <a:lnTo>
                    <a:pt x="1382201" y="1658847"/>
                  </a:lnTo>
                  <a:lnTo>
                    <a:pt x="1382194" y="1658847"/>
                  </a:lnTo>
                  <a:lnTo>
                    <a:pt x="1382190" y="1658842"/>
                  </a:lnTo>
                  <a:lnTo>
                    <a:pt x="1382188" y="1658833"/>
                  </a:lnTo>
                  <a:lnTo>
                    <a:pt x="1382183" y="1658811"/>
                  </a:lnTo>
                  <a:lnTo>
                    <a:pt x="1382178" y="1658793"/>
                  </a:lnTo>
                  <a:lnTo>
                    <a:pt x="1382168" y="1658807"/>
                  </a:lnTo>
                  <a:lnTo>
                    <a:pt x="1382152" y="1658815"/>
                  </a:lnTo>
                  <a:lnTo>
                    <a:pt x="1382135" y="1658818"/>
                  </a:lnTo>
                  <a:lnTo>
                    <a:pt x="1382125" y="1658819"/>
                  </a:lnTo>
                  <a:lnTo>
                    <a:pt x="1382112" y="1658819"/>
                  </a:lnTo>
                  <a:lnTo>
                    <a:pt x="1382103" y="1658816"/>
                  </a:lnTo>
                  <a:lnTo>
                    <a:pt x="1382097" y="1658811"/>
                  </a:lnTo>
                  <a:lnTo>
                    <a:pt x="1382091" y="1658807"/>
                  </a:lnTo>
                  <a:lnTo>
                    <a:pt x="1382089" y="1658819"/>
                  </a:lnTo>
                  <a:lnTo>
                    <a:pt x="1382088" y="1658833"/>
                  </a:lnTo>
                  <a:lnTo>
                    <a:pt x="1382090" y="1658845"/>
                  </a:lnTo>
                  <a:lnTo>
                    <a:pt x="1382096" y="1658863"/>
                  </a:lnTo>
                  <a:lnTo>
                    <a:pt x="1382100" y="1658876"/>
                  </a:lnTo>
                  <a:lnTo>
                    <a:pt x="1382101" y="1658891"/>
                  </a:lnTo>
                  <a:lnTo>
                    <a:pt x="1382095" y="1658905"/>
                  </a:lnTo>
                  <a:lnTo>
                    <a:pt x="1382085" y="1658918"/>
                  </a:lnTo>
                  <a:lnTo>
                    <a:pt x="1382072" y="1658933"/>
                  </a:lnTo>
                  <a:lnTo>
                    <a:pt x="1382057" y="1658947"/>
                  </a:lnTo>
                  <a:lnTo>
                    <a:pt x="1382048" y="1658951"/>
                  </a:lnTo>
                  <a:lnTo>
                    <a:pt x="1382039" y="1658954"/>
                  </a:lnTo>
                  <a:lnTo>
                    <a:pt x="1382027" y="1658958"/>
                  </a:lnTo>
                  <a:lnTo>
                    <a:pt x="1382018" y="1658962"/>
                  </a:lnTo>
                  <a:lnTo>
                    <a:pt x="1382014" y="1658965"/>
                  </a:lnTo>
                  <a:lnTo>
                    <a:pt x="1382005" y="1658977"/>
                  </a:lnTo>
                  <a:lnTo>
                    <a:pt x="1381997" y="1658989"/>
                  </a:lnTo>
                  <a:lnTo>
                    <a:pt x="1381992" y="1658997"/>
                  </a:lnTo>
                  <a:lnTo>
                    <a:pt x="1381984" y="1659006"/>
                  </a:lnTo>
                  <a:lnTo>
                    <a:pt x="1381970" y="1659017"/>
                  </a:lnTo>
                  <a:lnTo>
                    <a:pt x="1381952" y="1659026"/>
                  </a:lnTo>
                  <a:lnTo>
                    <a:pt x="1381943" y="1659031"/>
                  </a:lnTo>
                  <a:lnTo>
                    <a:pt x="1381920" y="1659041"/>
                  </a:lnTo>
                  <a:lnTo>
                    <a:pt x="1381897" y="1659051"/>
                  </a:lnTo>
                  <a:lnTo>
                    <a:pt x="1381869" y="1659061"/>
                  </a:lnTo>
                  <a:lnTo>
                    <a:pt x="1381860" y="1659067"/>
                  </a:lnTo>
                  <a:lnTo>
                    <a:pt x="1381848" y="1659073"/>
                  </a:lnTo>
                  <a:lnTo>
                    <a:pt x="1381843" y="1659075"/>
                  </a:lnTo>
                  <a:lnTo>
                    <a:pt x="1381832" y="1659078"/>
                  </a:lnTo>
                  <a:lnTo>
                    <a:pt x="1381814" y="1659079"/>
                  </a:lnTo>
                  <a:lnTo>
                    <a:pt x="1381800" y="1659077"/>
                  </a:lnTo>
                  <a:lnTo>
                    <a:pt x="1381784" y="1659070"/>
                  </a:lnTo>
                  <a:lnTo>
                    <a:pt x="1381769" y="1659063"/>
                  </a:lnTo>
                  <a:lnTo>
                    <a:pt x="1381761" y="1659062"/>
                  </a:lnTo>
                  <a:lnTo>
                    <a:pt x="1381744" y="1659080"/>
                  </a:lnTo>
                  <a:lnTo>
                    <a:pt x="1381736" y="1659089"/>
                  </a:lnTo>
                  <a:lnTo>
                    <a:pt x="1381731" y="1659096"/>
                  </a:lnTo>
                  <a:lnTo>
                    <a:pt x="1381724" y="1659098"/>
                  </a:lnTo>
                  <a:lnTo>
                    <a:pt x="1381713" y="1659098"/>
                  </a:lnTo>
                  <a:lnTo>
                    <a:pt x="1381698" y="1659097"/>
                  </a:lnTo>
                  <a:lnTo>
                    <a:pt x="1381682" y="1659097"/>
                  </a:lnTo>
                  <a:lnTo>
                    <a:pt x="1381673" y="1659097"/>
                  </a:lnTo>
                  <a:lnTo>
                    <a:pt x="1381652" y="1659098"/>
                  </a:lnTo>
                  <a:lnTo>
                    <a:pt x="1381628" y="1659099"/>
                  </a:lnTo>
                  <a:lnTo>
                    <a:pt x="1381616" y="1659098"/>
                  </a:lnTo>
                  <a:lnTo>
                    <a:pt x="1381602" y="1659098"/>
                  </a:lnTo>
                  <a:lnTo>
                    <a:pt x="1381587" y="1659098"/>
                  </a:lnTo>
                  <a:lnTo>
                    <a:pt x="1381571" y="1659098"/>
                  </a:lnTo>
                  <a:lnTo>
                    <a:pt x="1381561" y="1659106"/>
                  </a:lnTo>
                  <a:lnTo>
                    <a:pt x="1381550" y="1659111"/>
                  </a:lnTo>
                  <a:lnTo>
                    <a:pt x="1381532" y="1659116"/>
                  </a:lnTo>
                  <a:lnTo>
                    <a:pt x="1381521" y="1659118"/>
                  </a:lnTo>
                  <a:lnTo>
                    <a:pt x="1381510" y="1659119"/>
                  </a:lnTo>
                  <a:lnTo>
                    <a:pt x="1381498" y="1659119"/>
                  </a:lnTo>
                  <a:lnTo>
                    <a:pt x="1381485" y="1659118"/>
                  </a:lnTo>
                  <a:lnTo>
                    <a:pt x="1381469" y="1659114"/>
                  </a:lnTo>
                  <a:lnTo>
                    <a:pt x="1381457" y="1659109"/>
                  </a:lnTo>
                  <a:lnTo>
                    <a:pt x="1381446" y="1659115"/>
                  </a:lnTo>
                  <a:lnTo>
                    <a:pt x="1381437" y="1659120"/>
                  </a:lnTo>
                  <a:lnTo>
                    <a:pt x="1381423" y="1659125"/>
                  </a:lnTo>
                  <a:lnTo>
                    <a:pt x="1381407" y="1659130"/>
                  </a:lnTo>
                  <a:lnTo>
                    <a:pt x="1381391" y="1659134"/>
                  </a:lnTo>
                  <a:lnTo>
                    <a:pt x="1381377" y="1659138"/>
                  </a:lnTo>
                  <a:lnTo>
                    <a:pt x="1381367" y="1659140"/>
                  </a:lnTo>
                  <a:lnTo>
                    <a:pt x="1381353" y="1659144"/>
                  </a:lnTo>
                  <a:lnTo>
                    <a:pt x="1381341" y="1659148"/>
                  </a:lnTo>
                  <a:lnTo>
                    <a:pt x="1381334" y="1659150"/>
                  </a:lnTo>
                  <a:lnTo>
                    <a:pt x="1381325" y="1659153"/>
                  </a:lnTo>
                  <a:lnTo>
                    <a:pt x="1381316" y="1659154"/>
                  </a:lnTo>
                  <a:lnTo>
                    <a:pt x="1381311" y="1659155"/>
                  </a:lnTo>
                  <a:lnTo>
                    <a:pt x="1381303" y="1659162"/>
                  </a:lnTo>
                  <a:lnTo>
                    <a:pt x="1381295" y="1659167"/>
                  </a:lnTo>
                  <a:lnTo>
                    <a:pt x="1381283" y="1659175"/>
                  </a:lnTo>
                  <a:lnTo>
                    <a:pt x="1381271" y="1659182"/>
                  </a:lnTo>
                  <a:lnTo>
                    <a:pt x="1381260" y="1659189"/>
                  </a:lnTo>
                  <a:lnTo>
                    <a:pt x="1381251" y="1659195"/>
                  </a:lnTo>
                  <a:lnTo>
                    <a:pt x="1381238" y="1659202"/>
                  </a:lnTo>
                  <a:lnTo>
                    <a:pt x="1381233" y="1659205"/>
                  </a:lnTo>
                  <a:lnTo>
                    <a:pt x="1381222" y="1659212"/>
                  </a:lnTo>
                  <a:lnTo>
                    <a:pt x="1381213" y="1659219"/>
                  </a:lnTo>
                  <a:lnTo>
                    <a:pt x="1381208" y="1659222"/>
                  </a:lnTo>
                  <a:lnTo>
                    <a:pt x="1381204" y="1659226"/>
                  </a:lnTo>
                  <a:lnTo>
                    <a:pt x="1381199" y="1659235"/>
                  </a:lnTo>
                  <a:lnTo>
                    <a:pt x="1381193" y="1659246"/>
                  </a:lnTo>
                  <a:lnTo>
                    <a:pt x="1381181" y="1659263"/>
                  </a:lnTo>
                  <a:lnTo>
                    <a:pt x="1381171" y="1659269"/>
                  </a:lnTo>
                  <a:lnTo>
                    <a:pt x="1381160" y="1659273"/>
                  </a:lnTo>
                  <a:lnTo>
                    <a:pt x="1381147" y="1659276"/>
                  </a:lnTo>
                  <a:lnTo>
                    <a:pt x="1381135" y="1659279"/>
                  </a:lnTo>
                  <a:lnTo>
                    <a:pt x="1381127" y="1659280"/>
                  </a:lnTo>
                  <a:lnTo>
                    <a:pt x="1381113" y="1659282"/>
                  </a:lnTo>
                  <a:lnTo>
                    <a:pt x="1381098" y="1659284"/>
                  </a:lnTo>
                  <a:lnTo>
                    <a:pt x="1381091" y="1659287"/>
                  </a:lnTo>
                  <a:lnTo>
                    <a:pt x="1381085" y="1659289"/>
                  </a:lnTo>
                  <a:lnTo>
                    <a:pt x="1381079" y="1659291"/>
                  </a:lnTo>
                  <a:lnTo>
                    <a:pt x="1381063" y="1659292"/>
                  </a:lnTo>
                  <a:lnTo>
                    <a:pt x="1381050" y="1659294"/>
                  </a:lnTo>
                  <a:lnTo>
                    <a:pt x="1381042" y="1659297"/>
                  </a:lnTo>
                  <a:lnTo>
                    <a:pt x="1381036" y="1659303"/>
                  </a:lnTo>
                  <a:lnTo>
                    <a:pt x="1381030" y="1659309"/>
                  </a:lnTo>
                  <a:lnTo>
                    <a:pt x="1381024" y="1659316"/>
                  </a:lnTo>
                  <a:lnTo>
                    <a:pt x="1381018" y="1659323"/>
                  </a:lnTo>
                  <a:lnTo>
                    <a:pt x="1381009" y="1659330"/>
                  </a:lnTo>
                  <a:lnTo>
                    <a:pt x="1381003" y="1659331"/>
                  </a:lnTo>
                  <a:lnTo>
                    <a:pt x="1380989" y="1659328"/>
                  </a:lnTo>
                  <a:lnTo>
                    <a:pt x="1380982" y="1659327"/>
                  </a:lnTo>
                  <a:lnTo>
                    <a:pt x="1380971" y="1659338"/>
                  </a:lnTo>
                  <a:lnTo>
                    <a:pt x="1380965" y="1659341"/>
                  </a:lnTo>
                  <a:lnTo>
                    <a:pt x="1380959" y="1659342"/>
                  </a:lnTo>
                  <a:lnTo>
                    <a:pt x="1380950" y="1659340"/>
                  </a:lnTo>
                  <a:lnTo>
                    <a:pt x="1380937" y="1659338"/>
                  </a:lnTo>
                  <a:lnTo>
                    <a:pt x="1380930" y="1659345"/>
                  </a:lnTo>
                  <a:lnTo>
                    <a:pt x="1380925" y="1659354"/>
                  </a:lnTo>
                  <a:lnTo>
                    <a:pt x="1380909" y="1659378"/>
                  </a:lnTo>
                  <a:lnTo>
                    <a:pt x="1380902" y="1659385"/>
                  </a:lnTo>
                  <a:lnTo>
                    <a:pt x="1380894" y="1659389"/>
                  </a:lnTo>
                  <a:lnTo>
                    <a:pt x="1380885" y="1659392"/>
                  </a:lnTo>
                  <a:lnTo>
                    <a:pt x="1380871" y="1659395"/>
                  </a:lnTo>
                  <a:lnTo>
                    <a:pt x="1380856" y="1659398"/>
                  </a:lnTo>
                  <a:lnTo>
                    <a:pt x="1380835" y="1659400"/>
                  </a:lnTo>
                  <a:lnTo>
                    <a:pt x="1380819" y="1659400"/>
                  </a:lnTo>
                  <a:lnTo>
                    <a:pt x="1380808" y="1659403"/>
                  </a:lnTo>
                  <a:lnTo>
                    <a:pt x="1380799" y="1659419"/>
                  </a:lnTo>
                  <a:lnTo>
                    <a:pt x="1380795" y="1659426"/>
                  </a:lnTo>
                  <a:lnTo>
                    <a:pt x="1380788" y="1659434"/>
                  </a:lnTo>
                  <a:lnTo>
                    <a:pt x="1380782" y="1659440"/>
                  </a:lnTo>
                  <a:lnTo>
                    <a:pt x="1380773" y="1659448"/>
                  </a:lnTo>
                  <a:lnTo>
                    <a:pt x="1380766" y="1659455"/>
                  </a:lnTo>
                  <a:lnTo>
                    <a:pt x="1380752" y="1659472"/>
                  </a:lnTo>
                  <a:lnTo>
                    <a:pt x="1380740" y="1659486"/>
                  </a:lnTo>
                  <a:lnTo>
                    <a:pt x="1380720" y="1659505"/>
                  </a:lnTo>
                  <a:lnTo>
                    <a:pt x="1380700" y="1659523"/>
                  </a:lnTo>
                  <a:lnTo>
                    <a:pt x="1380691" y="1659531"/>
                  </a:lnTo>
                  <a:lnTo>
                    <a:pt x="1380685" y="1659537"/>
                  </a:lnTo>
                  <a:lnTo>
                    <a:pt x="1380676" y="1659547"/>
                  </a:lnTo>
                  <a:lnTo>
                    <a:pt x="1380668" y="1659554"/>
                  </a:lnTo>
                  <a:lnTo>
                    <a:pt x="1380663" y="1659557"/>
                  </a:lnTo>
                  <a:lnTo>
                    <a:pt x="1380652" y="1659560"/>
                  </a:lnTo>
                  <a:lnTo>
                    <a:pt x="1380634" y="1659561"/>
                  </a:lnTo>
                  <a:lnTo>
                    <a:pt x="1380622" y="1659561"/>
                  </a:lnTo>
                  <a:lnTo>
                    <a:pt x="1380608" y="1659560"/>
                  </a:lnTo>
                  <a:lnTo>
                    <a:pt x="1380607" y="1659544"/>
                  </a:lnTo>
                  <a:lnTo>
                    <a:pt x="1380606" y="1659528"/>
                  </a:lnTo>
                  <a:lnTo>
                    <a:pt x="1380600" y="1659525"/>
                  </a:lnTo>
                  <a:lnTo>
                    <a:pt x="1380596" y="1659520"/>
                  </a:lnTo>
                  <a:lnTo>
                    <a:pt x="1380593" y="1659513"/>
                  </a:lnTo>
                  <a:lnTo>
                    <a:pt x="1380591" y="1659503"/>
                  </a:lnTo>
                  <a:lnTo>
                    <a:pt x="1380590" y="1659492"/>
                  </a:lnTo>
                  <a:lnTo>
                    <a:pt x="1380587" y="1659481"/>
                  </a:lnTo>
                  <a:lnTo>
                    <a:pt x="1380582" y="1659465"/>
                  </a:lnTo>
                  <a:lnTo>
                    <a:pt x="1380577" y="1659452"/>
                  </a:lnTo>
                  <a:lnTo>
                    <a:pt x="1380573" y="1659434"/>
                  </a:lnTo>
                  <a:lnTo>
                    <a:pt x="1380567" y="1659422"/>
                  </a:lnTo>
                  <a:lnTo>
                    <a:pt x="1380565" y="1659409"/>
                  </a:lnTo>
                  <a:lnTo>
                    <a:pt x="1380562" y="1659390"/>
                  </a:lnTo>
                  <a:lnTo>
                    <a:pt x="1380557" y="1659376"/>
                  </a:lnTo>
                  <a:lnTo>
                    <a:pt x="1380549" y="1659364"/>
                  </a:lnTo>
                  <a:lnTo>
                    <a:pt x="1380543" y="1659351"/>
                  </a:lnTo>
                  <a:lnTo>
                    <a:pt x="1380534" y="1659342"/>
                  </a:lnTo>
                  <a:lnTo>
                    <a:pt x="1380522" y="1659331"/>
                  </a:lnTo>
                  <a:lnTo>
                    <a:pt x="1380510" y="1659321"/>
                  </a:lnTo>
                  <a:lnTo>
                    <a:pt x="1380498" y="1659307"/>
                  </a:lnTo>
                  <a:lnTo>
                    <a:pt x="1380492" y="1659297"/>
                  </a:lnTo>
                  <a:lnTo>
                    <a:pt x="1380487" y="1659287"/>
                  </a:lnTo>
                  <a:lnTo>
                    <a:pt x="1380484" y="1659281"/>
                  </a:lnTo>
                  <a:lnTo>
                    <a:pt x="1380480" y="1659274"/>
                  </a:lnTo>
                  <a:lnTo>
                    <a:pt x="1380475" y="1659267"/>
                  </a:lnTo>
                  <a:lnTo>
                    <a:pt x="1380468" y="1659263"/>
                  </a:lnTo>
                  <a:lnTo>
                    <a:pt x="1380459" y="1659258"/>
                  </a:lnTo>
                  <a:lnTo>
                    <a:pt x="1380450" y="1659250"/>
                  </a:lnTo>
                  <a:lnTo>
                    <a:pt x="1380442" y="1659239"/>
                  </a:lnTo>
                  <a:lnTo>
                    <a:pt x="1380432" y="1659225"/>
                  </a:lnTo>
                  <a:lnTo>
                    <a:pt x="1380419" y="1659203"/>
                  </a:lnTo>
                  <a:lnTo>
                    <a:pt x="1380410" y="1659195"/>
                  </a:lnTo>
                  <a:lnTo>
                    <a:pt x="1380403" y="1659189"/>
                  </a:lnTo>
                  <a:lnTo>
                    <a:pt x="1380398" y="1659179"/>
                  </a:lnTo>
                  <a:lnTo>
                    <a:pt x="1380394" y="1659163"/>
                  </a:lnTo>
                  <a:lnTo>
                    <a:pt x="1380393" y="1659156"/>
                  </a:lnTo>
                  <a:lnTo>
                    <a:pt x="1380390" y="1659151"/>
                  </a:lnTo>
                  <a:lnTo>
                    <a:pt x="1380385" y="1659148"/>
                  </a:lnTo>
                  <a:lnTo>
                    <a:pt x="1380370" y="1659141"/>
                  </a:lnTo>
                  <a:lnTo>
                    <a:pt x="1380340" y="1659130"/>
                  </a:lnTo>
                  <a:lnTo>
                    <a:pt x="1380317" y="1659120"/>
                  </a:lnTo>
                  <a:lnTo>
                    <a:pt x="1380311" y="1659112"/>
                  </a:lnTo>
                  <a:lnTo>
                    <a:pt x="1380310" y="1659103"/>
                  </a:lnTo>
                  <a:lnTo>
                    <a:pt x="1380308" y="1659097"/>
                  </a:lnTo>
                  <a:lnTo>
                    <a:pt x="1380306" y="1659091"/>
                  </a:lnTo>
                  <a:lnTo>
                    <a:pt x="1380296" y="1659088"/>
                  </a:lnTo>
                  <a:lnTo>
                    <a:pt x="1380277" y="1659079"/>
                  </a:lnTo>
                  <a:lnTo>
                    <a:pt x="1380254" y="1659069"/>
                  </a:lnTo>
                  <a:lnTo>
                    <a:pt x="1380253" y="1659061"/>
                  </a:lnTo>
                  <a:lnTo>
                    <a:pt x="1380253" y="1659048"/>
                  </a:lnTo>
                  <a:lnTo>
                    <a:pt x="1380247" y="1659043"/>
                  </a:lnTo>
                  <a:lnTo>
                    <a:pt x="1380237" y="1659042"/>
                  </a:lnTo>
                  <a:lnTo>
                    <a:pt x="1380228" y="1659041"/>
                  </a:lnTo>
                  <a:lnTo>
                    <a:pt x="1380219" y="1659037"/>
                  </a:lnTo>
                  <a:lnTo>
                    <a:pt x="1380209" y="1659030"/>
                  </a:lnTo>
                  <a:lnTo>
                    <a:pt x="1380201" y="1659029"/>
                  </a:lnTo>
                  <a:lnTo>
                    <a:pt x="1380193" y="1659025"/>
                  </a:lnTo>
                  <a:lnTo>
                    <a:pt x="1380184" y="1659019"/>
                  </a:lnTo>
                  <a:lnTo>
                    <a:pt x="1380175" y="1659003"/>
                  </a:lnTo>
                  <a:lnTo>
                    <a:pt x="1380170" y="1658994"/>
                  </a:lnTo>
                  <a:lnTo>
                    <a:pt x="1380161" y="1658990"/>
                  </a:lnTo>
                  <a:lnTo>
                    <a:pt x="1380153" y="1658990"/>
                  </a:lnTo>
                  <a:lnTo>
                    <a:pt x="1380144" y="1658986"/>
                  </a:lnTo>
                  <a:lnTo>
                    <a:pt x="1380133" y="1658983"/>
                  </a:lnTo>
                  <a:lnTo>
                    <a:pt x="1380124" y="1658983"/>
                  </a:lnTo>
                  <a:lnTo>
                    <a:pt x="1380114" y="1658985"/>
                  </a:lnTo>
                  <a:lnTo>
                    <a:pt x="1380106" y="1658989"/>
                  </a:lnTo>
                  <a:lnTo>
                    <a:pt x="1380096" y="1658995"/>
                  </a:lnTo>
                  <a:lnTo>
                    <a:pt x="1380086" y="1659003"/>
                  </a:lnTo>
                  <a:lnTo>
                    <a:pt x="1380079" y="1659006"/>
                  </a:lnTo>
                  <a:lnTo>
                    <a:pt x="1380070" y="1659008"/>
                  </a:lnTo>
                  <a:lnTo>
                    <a:pt x="1380062" y="1659007"/>
                  </a:lnTo>
                  <a:lnTo>
                    <a:pt x="1380053" y="1659005"/>
                  </a:lnTo>
                  <a:lnTo>
                    <a:pt x="1380044" y="1658999"/>
                  </a:lnTo>
                  <a:lnTo>
                    <a:pt x="1380038" y="1658990"/>
                  </a:lnTo>
                  <a:lnTo>
                    <a:pt x="1380031" y="1658978"/>
                  </a:lnTo>
                  <a:lnTo>
                    <a:pt x="1380025" y="1658969"/>
                  </a:lnTo>
                  <a:lnTo>
                    <a:pt x="1380017" y="1658959"/>
                  </a:lnTo>
                  <a:lnTo>
                    <a:pt x="1380009" y="1658945"/>
                  </a:lnTo>
                  <a:lnTo>
                    <a:pt x="1380002" y="1658932"/>
                  </a:lnTo>
                  <a:lnTo>
                    <a:pt x="1379997" y="1658923"/>
                  </a:lnTo>
                  <a:lnTo>
                    <a:pt x="1379993" y="1658919"/>
                  </a:lnTo>
                  <a:lnTo>
                    <a:pt x="1379987" y="1658916"/>
                  </a:lnTo>
                  <a:lnTo>
                    <a:pt x="1379979" y="1658913"/>
                  </a:lnTo>
                  <a:lnTo>
                    <a:pt x="1379973" y="1658906"/>
                  </a:lnTo>
                  <a:lnTo>
                    <a:pt x="1379969" y="1658899"/>
                  </a:lnTo>
                  <a:lnTo>
                    <a:pt x="1379962" y="1658882"/>
                  </a:lnTo>
                  <a:lnTo>
                    <a:pt x="1379957" y="1658876"/>
                  </a:lnTo>
                  <a:lnTo>
                    <a:pt x="1379947" y="1658876"/>
                  </a:lnTo>
                  <a:lnTo>
                    <a:pt x="1379939" y="1658877"/>
                  </a:lnTo>
                  <a:lnTo>
                    <a:pt x="1379932" y="1658875"/>
                  </a:lnTo>
                  <a:lnTo>
                    <a:pt x="1379926" y="1658872"/>
                  </a:lnTo>
                  <a:lnTo>
                    <a:pt x="1379924" y="1658866"/>
                  </a:lnTo>
                  <a:lnTo>
                    <a:pt x="1379921" y="1658858"/>
                  </a:lnTo>
                  <a:lnTo>
                    <a:pt x="1379918" y="1658852"/>
                  </a:lnTo>
                  <a:lnTo>
                    <a:pt x="1379912" y="1658848"/>
                  </a:lnTo>
                  <a:lnTo>
                    <a:pt x="1379900" y="1658845"/>
                  </a:lnTo>
                  <a:lnTo>
                    <a:pt x="1379895" y="1658844"/>
                  </a:lnTo>
                  <a:lnTo>
                    <a:pt x="1379887" y="1658840"/>
                  </a:lnTo>
                  <a:lnTo>
                    <a:pt x="1379881" y="1658835"/>
                  </a:lnTo>
                  <a:lnTo>
                    <a:pt x="1379876" y="1658832"/>
                  </a:lnTo>
                  <a:lnTo>
                    <a:pt x="1379866" y="1658829"/>
                  </a:lnTo>
                  <a:lnTo>
                    <a:pt x="1379862" y="1658821"/>
                  </a:lnTo>
                  <a:lnTo>
                    <a:pt x="1379860" y="1658815"/>
                  </a:lnTo>
                  <a:lnTo>
                    <a:pt x="1379860" y="1658807"/>
                  </a:lnTo>
                  <a:lnTo>
                    <a:pt x="1379857" y="1658792"/>
                  </a:lnTo>
                  <a:lnTo>
                    <a:pt x="1379852" y="1658778"/>
                  </a:lnTo>
                  <a:lnTo>
                    <a:pt x="1379850" y="1658772"/>
                  </a:lnTo>
                  <a:lnTo>
                    <a:pt x="1379846" y="1658759"/>
                  </a:lnTo>
                  <a:lnTo>
                    <a:pt x="1379844" y="1658754"/>
                  </a:lnTo>
                  <a:lnTo>
                    <a:pt x="1379841" y="1658749"/>
                  </a:lnTo>
                  <a:lnTo>
                    <a:pt x="1379833" y="1658744"/>
                  </a:lnTo>
                  <a:lnTo>
                    <a:pt x="1379822" y="1658731"/>
                  </a:lnTo>
                  <a:lnTo>
                    <a:pt x="1379816" y="1658726"/>
                  </a:lnTo>
                  <a:lnTo>
                    <a:pt x="1379806" y="1658709"/>
                  </a:lnTo>
                  <a:lnTo>
                    <a:pt x="1379799" y="1658701"/>
                  </a:lnTo>
                  <a:lnTo>
                    <a:pt x="1379785" y="1658690"/>
                  </a:lnTo>
                  <a:lnTo>
                    <a:pt x="1379774" y="1658680"/>
                  </a:lnTo>
                  <a:lnTo>
                    <a:pt x="1379764" y="1658672"/>
                  </a:lnTo>
                  <a:lnTo>
                    <a:pt x="1379757" y="1658664"/>
                  </a:lnTo>
                  <a:lnTo>
                    <a:pt x="1379724" y="1658669"/>
                  </a:lnTo>
                  <a:lnTo>
                    <a:pt x="1379719" y="1658667"/>
                  </a:lnTo>
                  <a:lnTo>
                    <a:pt x="1379715" y="1658651"/>
                  </a:lnTo>
                  <a:lnTo>
                    <a:pt x="1379710" y="1658644"/>
                  </a:lnTo>
                  <a:lnTo>
                    <a:pt x="1379706" y="1658640"/>
                  </a:lnTo>
                  <a:lnTo>
                    <a:pt x="1379694" y="1658635"/>
                  </a:lnTo>
                  <a:lnTo>
                    <a:pt x="1379683" y="1658632"/>
                  </a:lnTo>
                  <a:lnTo>
                    <a:pt x="1379671" y="1658629"/>
                  </a:lnTo>
                  <a:lnTo>
                    <a:pt x="1379660" y="1658624"/>
                  </a:lnTo>
                  <a:lnTo>
                    <a:pt x="1379646" y="1658615"/>
                  </a:lnTo>
                  <a:lnTo>
                    <a:pt x="1379632" y="1658604"/>
                  </a:lnTo>
                  <a:lnTo>
                    <a:pt x="1379623" y="1658595"/>
                  </a:lnTo>
                  <a:lnTo>
                    <a:pt x="1379602" y="1658576"/>
                  </a:lnTo>
                  <a:lnTo>
                    <a:pt x="1379579" y="1658555"/>
                  </a:lnTo>
                  <a:lnTo>
                    <a:pt x="1379571" y="1658551"/>
                  </a:lnTo>
                  <a:lnTo>
                    <a:pt x="1379567" y="1658546"/>
                  </a:lnTo>
                  <a:lnTo>
                    <a:pt x="1379565" y="1658537"/>
                  </a:lnTo>
                  <a:lnTo>
                    <a:pt x="1379558" y="1658526"/>
                  </a:lnTo>
                  <a:lnTo>
                    <a:pt x="1379548" y="1658522"/>
                  </a:lnTo>
                  <a:lnTo>
                    <a:pt x="1379537" y="1658520"/>
                  </a:lnTo>
                  <a:lnTo>
                    <a:pt x="1379529" y="1658512"/>
                  </a:lnTo>
                  <a:lnTo>
                    <a:pt x="1379516" y="1658502"/>
                  </a:lnTo>
                  <a:lnTo>
                    <a:pt x="1379504" y="1658497"/>
                  </a:lnTo>
                  <a:lnTo>
                    <a:pt x="1379495" y="1658495"/>
                  </a:lnTo>
                  <a:lnTo>
                    <a:pt x="1379484" y="1658493"/>
                  </a:lnTo>
                  <a:lnTo>
                    <a:pt x="1379476" y="1658489"/>
                  </a:lnTo>
                  <a:lnTo>
                    <a:pt x="1379466" y="1658482"/>
                  </a:lnTo>
                  <a:lnTo>
                    <a:pt x="1379458" y="1658475"/>
                  </a:lnTo>
                  <a:lnTo>
                    <a:pt x="1379445" y="1658463"/>
                  </a:lnTo>
                  <a:lnTo>
                    <a:pt x="1379437" y="1658457"/>
                  </a:lnTo>
                  <a:lnTo>
                    <a:pt x="1379422" y="1658443"/>
                  </a:lnTo>
                  <a:lnTo>
                    <a:pt x="1379409" y="1658427"/>
                  </a:lnTo>
                  <a:lnTo>
                    <a:pt x="1379402" y="1658418"/>
                  </a:lnTo>
                  <a:lnTo>
                    <a:pt x="1379397" y="1658411"/>
                  </a:lnTo>
                  <a:lnTo>
                    <a:pt x="1379393" y="1658404"/>
                  </a:lnTo>
                  <a:lnTo>
                    <a:pt x="1379387" y="1658398"/>
                  </a:lnTo>
                  <a:lnTo>
                    <a:pt x="1379371" y="1658391"/>
                  </a:lnTo>
                  <a:lnTo>
                    <a:pt x="1379356" y="1658381"/>
                  </a:lnTo>
                  <a:lnTo>
                    <a:pt x="1379346" y="1658372"/>
                  </a:lnTo>
                  <a:lnTo>
                    <a:pt x="1379335" y="1658359"/>
                  </a:lnTo>
                  <a:lnTo>
                    <a:pt x="1379324" y="1658347"/>
                  </a:lnTo>
                  <a:lnTo>
                    <a:pt x="1379315" y="1658341"/>
                  </a:lnTo>
                  <a:lnTo>
                    <a:pt x="1379306" y="1658339"/>
                  </a:lnTo>
                  <a:lnTo>
                    <a:pt x="1379298" y="1658334"/>
                  </a:lnTo>
                  <a:lnTo>
                    <a:pt x="1379292" y="1658327"/>
                  </a:lnTo>
                  <a:lnTo>
                    <a:pt x="1379280" y="1658304"/>
                  </a:lnTo>
                  <a:lnTo>
                    <a:pt x="1379274" y="1658291"/>
                  </a:lnTo>
                  <a:lnTo>
                    <a:pt x="1379270" y="1658285"/>
                  </a:lnTo>
                  <a:lnTo>
                    <a:pt x="1379261" y="1658277"/>
                  </a:lnTo>
                  <a:lnTo>
                    <a:pt x="1379253" y="1658266"/>
                  </a:lnTo>
                  <a:lnTo>
                    <a:pt x="1379248" y="1658253"/>
                  </a:lnTo>
                  <a:lnTo>
                    <a:pt x="1379244" y="1658240"/>
                  </a:lnTo>
                  <a:lnTo>
                    <a:pt x="1379242" y="1658228"/>
                  </a:lnTo>
                  <a:lnTo>
                    <a:pt x="1379230" y="1658226"/>
                  </a:lnTo>
                  <a:lnTo>
                    <a:pt x="1379220" y="1658224"/>
                  </a:lnTo>
                  <a:lnTo>
                    <a:pt x="1379213" y="1658223"/>
                  </a:lnTo>
                  <a:lnTo>
                    <a:pt x="1379206" y="1658219"/>
                  </a:lnTo>
                  <a:lnTo>
                    <a:pt x="1379202" y="1658215"/>
                  </a:lnTo>
                  <a:lnTo>
                    <a:pt x="1379196" y="1658207"/>
                  </a:lnTo>
                  <a:lnTo>
                    <a:pt x="1379185" y="1658195"/>
                  </a:lnTo>
                  <a:lnTo>
                    <a:pt x="1379172" y="1658176"/>
                  </a:lnTo>
                  <a:lnTo>
                    <a:pt x="1379159" y="1658160"/>
                  </a:lnTo>
                  <a:lnTo>
                    <a:pt x="1379151" y="1658153"/>
                  </a:lnTo>
                  <a:lnTo>
                    <a:pt x="1379141" y="1658144"/>
                  </a:lnTo>
                  <a:lnTo>
                    <a:pt x="1379133" y="1658136"/>
                  </a:lnTo>
                  <a:lnTo>
                    <a:pt x="1379131" y="1658128"/>
                  </a:lnTo>
                  <a:lnTo>
                    <a:pt x="1379132" y="1658122"/>
                  </a:lnTo>
                  <a:lnTo>
                    <a:pt x="1379136" y="1658115"/>
                  </a:lnTo>
                  <a:lnTo>
                    <a:pt x="1379138" y="1658110"/>
                  </a:lnTo>
                  <a:lnTo>
                    <a:pt x="1379133" y="1658103"/>
                  </a:lnTo>
                  <a:lnTo>
                    <a:pt x="1379127" y="1658096"/>
                  </a:lnTo>
                  <a:lnTo>
                    <a:pt x="1379122" y="1658089"/>
                  </a:lnTo>
                  <a:lnTo>
                    <a:pt x="1379120" y="1658083"/>
                  </a:lnTo>
                  <a:lnTo>
                    <a:pt x="1379119" y="1658075"/>
                  </a:lnTo>
                  <a:lnTo>
                    <a:pt x="1379113" y="1658073"/>
                  </a:lnTo>
                  <a:lnTo>
                    <a:pt x="1379103" y="1658066"/>
                  </a:lnTo>
                  <a:lnTo>
                    <a:pt x="1379096" y="1658059"/>
                  </a:lnTo>
                  <a:lnTo>
                    <a:pt x="1379089" y="1658049"/>
                  </a:lnTo>
                  <a:lnTo>
                    <a:pt x="1379080" y="1658037"/>
                  </a:lnTo>
                  <a:lnTo>
                    <a:pt x="1379072" y="1658025"/>
                  </a:lnTo>
                  <a:lnTo>
                    <a:pt x="1379067" y="1658015"/>
                  </a:lnTo>
                  <a:lnTo>
                    <a:pt x="1379060" y="1657998"/>
                  </a:lnTo>
                  <a:lnTo>
                    <a:pt x="1379053" y="1657979"/>
                  </a:lnTo>
                  <a:lnTo>
                    <a:pt x="1379046" y="1657968"/>
                  </a:lnTo>
                  <a:lnTo>
                    <a:pt x="1379036" y="1657958"/>
                  </a:lnTo>
                  <a:lnTo>
                    <a:pt x="1379030" y="1657951"/>
                  </a:lnTo>
                  <a:lnTo>
                    <a:pt x="1379023" y="1657940"/>
                  </a:lnTo>
                  <a:lnTo>
                    <a:pt x="1379016" y="1657929"/>
                  </a:lnTo>
                  <a:lnTo>
                    <a:pt x="1379003" y="1657911"/>
                  </a:lnTo>
                  <a:lnTo>
                    <a:pt x="1378994" y="1657900"/>
                  </a:lnTo>
                  <a:lnTo>
                    <a:pt x="1378979" y="1657876"/>
                  </a:lnTo>
                  <a:lnTo>
                    <a:pt x="1378969" y="1657859"/>
                  </a:lnTo>
                  <a:lnTo>
                    <a:pt x="1378962" y="1657851"/>
                  </a:lnTo>
                  <a:lnTo>
                    <a:pt x="1378955" y="1657847"/>
                  </a:lnTo>
                  <a:lnTo>
                    <a:pt x="1378945" y="1657844"/>
                  </a:lnTo>
                  <a:lnTo>
                    <a:pt x="1378934" y="1657841"/>
                  </a:lnTo>
                  <a:lnTo>
                    <a:pt x="1378926" y="1657841"/>
                  </a:lnTo>
                  <a:lnTo>
                    <a:pt x="1378918" y="1657844"/>
                  </a:lnTo>
                  <a:lnTo>
                    <a:pt x="1378906" y="1657851"/>
                  </a:lnTo>
                  <a:lnTo>
                    <a:pt x="1378898" y="1657853"/>
                  </a:lnTo>
                  <a:lnTo>
                    <a:pt x="1378892" y="1657853"/>
                  </a:lnTo>
                  <a:lnTo>
                    <a:pt x="1378882" y="1657851"/>
                  </a:lnTo>
                  <a:lnTo>
                    <a:pt x="1378875" y="1657846"/>
                  </a:lnTo>
                  <a:lnTo>
                    <a:pt x="1378868" y="1657840"/>
                  </a:lnTo>
                  <a:lnTo>
                    <a:pt x="1378858" y="1657830"/>
                  </a:lnTo>
                  <a:lnTo>
                    <a:pt x="1378847" y="1657819"/>
                  </a:lnTo>
                  <a:lnTo>
                    <a:pt x="1378834" y="1657809"/>
                  </a:lnTo>
                  <a:lnTo>
                    <a:pt x="1378820" y="1657798"/>
                  </a:lnTo>
                  <a:lnTo>
                    <a:pt x="1378807" y="1657789"/>
                  </a:lnTo>
                  <a:lnTo>
                    <a:pt x="1378792" y="1657780"/>
                  </a:lnTo>
                  <a:lnTo>
                    <a:pt x="1378778" y="1657766"/>
                  </a:lnTo>
                  <a:lnTo>
                    <a:pt x="1378769" y="1657756"/>
                  </a:lnTo>
                  <a:lnTo>
                    <a:pt x="1378759" y="1657752"/>
                  </a:lnTo>
                  <a:lnTo>
                    <a:pt x="1378747" y="1657749"/>
                  </a:lnTo>
                  <a:lnTo>
                    <a:pt x="1378736" y="1657747"/>
                  </a:lnTo>
                  <a:lnTo>
                    <a:pt x="1378731" y="1657746"/>
                  </a:lnTo>
                  <a:lnTo>
                    <a:pt x="1378724" y="1657742"/>
                  </a:lnTo>
                  <a:lnTo>
                    <a:pt x="1378719" y="1657735"/>
                  </a:lnTo>
                  <a:lnTo>
                    <a:pt x="1378715" y="1657724"/>
                  </a:lnTo>
                  <a:lnTo>
                    <a:pt x="1378710" y="1657710"/>
                  </a:lnTo>
                  <a:lnTo>
                    <a:pt x="1378702" y="1657692"/>
                  </a:lnTo>
                  <a:lnTo>
                    <a:pt x="1378696" y="1657667"/>
                  </a:lnTo>
                  <a:lnTo>
                    <a:pt x="1378695" y="1657641"/>
                  </a:lnTo>
                  <a:lnTo>
                    <a:pt x="1378696" y="1657626"/>
                  </a:lnTo>
                  <a:lnTo>
                    <a:pt x="1378694" y="1657620"/>
                  </a:lnTo>
                  <a:lnTo>
                    <a:pt x="1378686" y="1657613"/>
                  </a:lnTo>
                  <a:lnTo>
                    <a:pt x="1378669" y="1657600"/>
                  </a:lnTo>
                  <a:lnTo>
                    <a:pt x="1378654" y="1657590"/>
                  </a:lnTo>
                  <a:lnTo>
                    <a:pt x="1378644" y="1657582"/>
                  </a:lnTo>
                  <a:lnTo>
                    <a:pt x="1378638" y="1657575"/>
                  </a:lnTo>
                  <a:lnTo>
                    <a:pt x="1378636" y="1657565"/>
                  </a:lnTo>
                  <a:lnTo>
                    <a:pt x="1378630" y="1657554"/>
                  </a:lnTo>
                  <a:lnTo>
                    <a:pt x="1378624" y="1657551"/>
                  </a:lnTo>
                  <a:lnTo>
                    <a:pt x="1378609" y="1657544"/>
                  </a:lnTo>
                  <a:lnTo>
                    <a:pt x="1378605" y="1657540"/>
                  </a:lnTo>
                  <a:lnTo>
                    <a:pt x="1378597" y="1657529"/>
                  </a:lnTo>
                  <a:lnTo>
                    <a:pt x="1378581" y="1657511"/>
                  </a:lnTo>
                  <a:lnTo>
                    <a:pt x="1378570" y="1657506"/>
                  </a:lnTo>
                  <a:lnTo>
                    <a:pt x="1378564" y="1657504"/>
                  </a:lnTo>
                  <a:lnTo>
                    <a:pt x="1378559" y="1657504"/>
                  </a:lnTo>
                  <a:lnTo>
                    <a:pt x="1378549" y="1657505"/>
                  </a:lnTo>
                  <a:lnTo>
                    <a:pt x="1378549" y="1657498"/>
                  </a:lnTo>
                  <a:lnTo>
                    <a:pt x="1378558" y="1657477"/>
                  </a:lnTo>
                  <a:lnTo>
                    <a:pt x="1378566" y="1657460"/>
                  </a:lnTo>
                  <a:lnTo>
                    <a:pt x="1378569" y="1657449"/>
                  </a:lnTo>
                  <a:lnTo>
                    <a:pt x="1378536" y="1657426"/>
                  </a:lnTo>
                  <a:lnTo>
                    <a:pt x="1378531" y="1657422"/>
                  </a:lnTo>
                  <a:lnTo>
                    <a:pt x="1378526" y="1657418"/>
                  </a:lnTo>
                  <a:lnTo>
                    <a:pt x="1378503" y="1657400"/>
                  </a:lnTo>
                  <a:lnTo>
                    <a:pt x="1378498" y="1657397"/>
                  </a:lnTo>
                  <a:lnTo>
                    <a:pt x="1378489" y="1657398"/>
                  </a:lnTo>
                  <a:lnTo>
                    <a:pt x="1378481" y="1657401"/>
                  </a:lnTo>
                  <a:lnTo>
                    <a:pt x="1378464" y="1657410"/>
                  </a:lnTo>
                  <a:lnTo>
                    <a:pt x="1378449" y="1657417"/>
                  </a:lnTo>
                  <a:lnTo>
                    <a:pt x="1378439" y="1657423"/>
                  </a:lnTo>
                  <a:lnTo>
                    <a:pt x="1378426" y="1657433"/>
                  </a:lnTo>
                  <a:lnTo>
                    <a:pt x="1378420" y="1657432"/>
                  </a:lnTo>
                  <a:lnTo>
                    <a:pt x="1378415" y="1657429"/>
                  </a:lnTo>
                  <a:lnTo>
                    <a:pt x="1378406" y="1657422"/>
                  </a:lnTo>
                  <a:lnTo>
                    <a:pt x="1378396" y="1657414"/>
                  </a:lnTo>
                  <a:lnTo>
                    <a:pt x="1378387" y="1657407"/>
                  </a:lnTo>
                  <a:lnTo>
                    <a:pt x="1378380" y="1657400"/>
                  </a:lnTo>
                  <a:lnTo>
                    <a:pt x="1378373" y="1657395"/>
                  </a:lnTo>
                  <a:lnTo>
                    <a:pt x="1378364" y="1657385"/>
                  </a:lnTo>
                  <a:lnTo>
                    <a:pt x="1378361" y="1657370"/>
                  </a:lnTo>
                  <a:lnTo>
                    <a:pt x="1378362" y="1657357"/>
                  </a:lnTo>
                  <a:lnTo>
                    <a:pt x="1378364" y="1657346"/>
                  </a:lnTo>
                  <a:lnTo>
                    <a:pt x="1378363" y="1657331"/>
                  </a:lnTo>
                  <a:lnTo>
                    <a:pt x="1378362" y="1657319"/>
                  </a:lnTo>
                  <a:lnTo>
                    <a:pt x="1378357" y="1657305"/>
                  </a:lnTo>
                  <a:lnTo>
                    <a:pt x="1378348" y="1657286"/>
                  </a:lnTo>
                  <a:lnTo>
                    <a:pt x="1378338" y="1657274"/>
                  </a:lnTo>
                  <a:lnTo>
                    <a:pt x="1378332" y="1657269"/>
                  </a:lnTo>
                  <a:lnTo>
                    <a:pt x="1378317" y="1657262"/>
                  </a:lnTo>
                  <a:lnTo>
                    <a:pt x="1378303" y="1657256"/>
                  </a:lnTo>
                  <a:lnTo>
                    <a:pt x="1378296" y="1657246"/>
                  </a:lnTo>
                  <a:lnTo>
                    <a:pt x="1378286" y="1657234"/>
                  </a:lnTo>
                  <a:lnTo>
                    <a:pt x="1378277" y="1657229"/>
                  </a:lnTo>
                  <a:lnTo>
                    <a:pt x="1378265" y="1657231"/>
                  </a:lnTo>
                  <a:lnTo>
                    <a:pt x="1378260" y="1657228"/>
                  </a:lnTo>
                  <a:lnTo>
                    <a:pt x="1378255" y="1657232"/>
                  </a:lnTo>
                  <a:lnTo>
                    <a:pt x="1378249" y="1657237"/>
                  </a:lnTo>
                  <a:lnTo>
                    <a:pt x="1378234" y="1657250"/>
                  </a:lnTo>
                  <a:lnTo>
                    <a:pt x="1378229" y="1657252"/>
                  </a:lnTo>
                  <a:lnTo>
                    <a:pt x="1378224" y="1657251"/>
                  </a:lnTo>
                  <a:lnTo>
                    <a:pt x="1378218" y="1657248"/>
                  </a:lnTo>
                  <a:lnTo>
                    <a:pt x="1378202" y="1657236"/>
                  </a:lnTo>
                  <a:lnTo>
                    <a:pt x="1378194" y="1657232"/>
                  </a:lnTo>
                  <a:lnTo>
                    <a:pt x="1378186" y="1657233"/>
                  </a:lnTo>
                  <a:lnTo>
                    <a:pt x="1378176" y="1657240"/>
                  </a:lnTo>
                  <a:lnTo>
                    <a:pt x="1378154" y="1657261"/>
                  </a:lnTo>
                  <a:lnTo>
                    <a:pt x="1378140" y="1657268"/>
                  </a:lnTo>
                  <a:lnTo>
                    <a:pt x="1378128" y="1657267"/>
                  </a:lnTo>
                  <a:lnTo>
                    <a:pt x="1378114" y="1657261"/>
                  </a:lnTo>
                  <a:lnTo>
                    <a:pt x="1378095" y="1657254"/>
                  </a:lnTo>
                  <a:lnTo>
                    <a:pt x="1378068" y="1657247"/>
                  </a:lnTo>
                  <a:lnTo>
                    <a:pt x="1378047" y="1657241"/>
                  </a:lnTo>
                  <a:lnTo>
                    <a:pt x="1378029" y="1657239"/>
                  </a:lnTo>
                  <a:lnTo>
                    <a:pt x="1378012" y="1657237"/>
                  </a:lnTo>
                  <a:lnTo>
                    <a:pt x="1377999" y="1657241"/>
                  </a:lnTo>
                  <a:lnTo>
                    <a:pt x="1377979" y="1657255"/>
                  </a:lnTo>
                  <a:lnTo>
                    <a:pt x="1377959" y="1657263"/>
                  </a:lnTo>
                  <a:lnTo>
                    <a:pt x="1377940" y="1657271"/>
                  </a:lnTo>
                  <a:lnTo>
                    <a:pt x="1377923" y="1657277"/>
                  </a:lnTo>
                  <a:lnTo>
                    <a:pt x="1377910" y="1657282"/>
                  </a:lnTo>
                  <a:lnTo>
                    <a:pt x="1377911" y="1657293"/>
                  </a:lnTo>
                  <a:lnTo>
                    <a:pt x="1377908" y="1657306"/>
                  </a:lnTo>
                  <a:lnTo>
                    <a:pt x="1377896" y="1657326"/>
                  </a:lnTo>
                  <a:lnTo>
                    <a:pt x="1377893" y="1657337"/>
                  </a:lnTo>
                  <a:lnTo>
                    <a:pt x="1377887" y="1657356"/>
                  </a:lnTo>
                  <a:lnTo>
                    <a:pt x="1377881" y="1657377"/>
                  </a:lnTo>
                  <a:lnTo>
                    <a:pt x="1377875" y="1657395"/>
                  </a:lnTo>
                  <a:lnTo>
                    <a:pt x="1377867" y="1657409"/>
                  </a:lnTo>
                  <a:lnTo>
                    <a:pt x="1377854" y="1657419"/>
                  </a:lnTo>
                  <a:lnTo>
                    <a:pt x="1377843" y="1657424"/>
                  </a:lnTo>
                  <a:lnTo>
                    <a:pt x="1377816" y="1657432"/>
                  </a:lnTo>
                  <a:lnTo>
                    <a:pt x="1377788" y="1657439"/>
                  </a:lnTo>
                  <a:lnTo>
                    <a:pt x="1377763" y="1657446"/>
                  </a:lnTo>
                  <a:lnTo>
                    <a:pt x="1377754" y="1657450"/>
                  </a:lnTo>
                  <a:lnTo>
                    <a:pt x="1377736" y="1657462"/>
                  </a:lnTo>
                  <a:lnTo>
                    <a:pt x="1377730" y="1657469"/>
                  </a:lnTo>
                  <a:lnTo>
                    <a:pt x="1377724" y="1657478"/>
                  </a:lnTo>
                  <a:lnTo>
                    <a:pt x="1377718" y="1657495"/>
                  </a:lnTo>
                  <a:lnTo>
                    <a:pt x="1377712" y="1657519"/>
                  </a:lnTo>
                  <a:lnTo>
                    <a:pt x="1377705" y="1657545"/>
                  </a:lnTo>
                  <a:lnTo>
                    <a:pt x="1377699" y="1657563"/>
                  </a:lnTo>
                  <a:lnTo>
                    <a:pt x="1377696" y="1657571"/>
                  </a:lnTo>
                  <a:lnTo>
                    <a:pt x="1377689" y="1657587"/>
                  </a:lnTo>
                  <a:lnTo>
                    <a:pt x="1377686" y="1657606"/>
                  </a:lnTo>
                  <a:lnTo>
                    <a:pt x="1377688" y="1657613"/>
                  </a:lnTo>
                  <a:lnTo>
                    <a:pt x="1377695" y="1657628"/>
                  </a:lnTo>
                  <a:lnTo>
                    <a:pt x="1377695" y="1657634"/>
                  </a:lnTo>
                  <a:lnTo>
                    <a:pt x="1377686" y="1657641"/>
                  </a:lnTo>
                  <a:lnTo>
                    <a:pt x="1377671" y="1657648"/>
                  </a:lnTo>
                  <a:lnTo>
                    <a:pt x="1377645" y="1657654"/>
                  </a:lnTo>
                  <a:lnTo>
                    <a:pt x="1377619" y="1657661"/>
                  </a:lnTo>
                  <a:lnTo>
                    <a:pt x="1377588" y="1657668"/>
                  </a:lnTo>
                  <a:lnTo>
                    <a:pt x="1377557" y="1657674"/>
                  </a:lnTo>
                  <a:lnTo>
                    <a:pt x="1377534" y="1657675"/>
                  </a:lnTo>
                  <a:lnTo>
                    <a:pt x="1377521" y="1657674"/>
                  </a:lnTo>
                  <a:lnTo>
                    <a:pt x="1377501" y="1657672"/>
                  </a:lnTo>
                  <a:lnTo>
                    <a:pt x="1377487" y="1657676"/>
                  </a:lnTo>
                  <a:lnTo>
                    <a:pt x="1377475" y="1657685"/>
                  </a:lnTo>
                  <a:lnTo>
                    <a:pt x="1377463" y="1657695"/>
                  </a:lnTo>
                  <a:lnTo>
                    <a:pt x="1377455" y="1657701"/>
                  </a:lnTo>
                  <a:lnTo>
                    <a:pt x="1377447" y="1657707"/>
                  </a:lnTo>
                  <a:lnTo>
                    <a:pt x="1377438" y="1657718"/>
                  </a:lnTo>
                  <a:lnTo>
                    <a:pt x="1377426" y="1657748"/>
                  </a:lnTo>
                  <a:lnTo>
                    <a:pt x="1377421" y="1657758"/>
                  </a:lnTo>
                  <a:lnTo>
                    <a:pt x="1377410" y="1657767"/>
                  </a:lnTo>
                  <a:lnTo>
                    <a:pt x="1377404" y="1657770"/>
                  </a:lnTo>
                  <a:lnTo>
                    <a:pt x="1377397" y="1657773"/>
                  </a:lnTo>
                  <a:lnTo>
                    <a:pt x="1377385" y="1657780"/>
                  </a:lnTo>
                  <a:lnTo>
                    <a:pt x="1377376" y="1657790"/>
                  </a:lnTo>
                  <a:lnTo>
                    <a:pt x="1377370" y="1657803"/>
                  </a:lnTo>
                  <a:lnTo>
                    <a:pt x="1377366" y="1657817"/>
                  </a:lnTo>
                  <a:lnTo>
                    <a:pt x="1377363" y="1657832"/>
                  </a:lnTo>
                  <a:lnTo>
                    <a:pt x="1377357" y="1657849"/>
                  </a:lnTo>
                  <a:lnTo>
                    <a:pt x="1377353" y="1657855"/>
                  </a:lnTo>
                  <a:lnTo>
                    <a:pt x="1377343" y="1657857"/>
                  </a:lnTo>
                  <a:lnTo>
                    <a:pt x="1377336" y="1657861"/>
                  </a:lnTo>
                  <a:lnTo>
                    <a:pt x="1377356" y="1657880"/>
                  </a:lnTo>
                  <a:lnTo>
                    <a:pt x="1377364" y="1657887"/>
                  </a:lnTo>
                  <a:lnTo>
                    <a:pt x="1377341" y="1657904"/>
                  </a:lnTo>
                  <a:lnTo>
                    <a:pt x="1377321" y="1657920"/>
                  </a:lnTo>
                  <a:lnTo>
                    <a:pt x="1377315" y="1657928"/>
                  </a:lnTo>
                  <a:lnTo>
                    <a:pt x="1377311" y="1657936"/>
                  </a:lnTo>
                  <a:lnTo>
                    <a:pt x="1377307" y="1657946"/>
                  </a:lnTo>
                  <a:lnTo>
                    <a:pt x="1377307" y="1657957"/>
                  </a:lnTo>
                  <a:lnTo>
                    <a:pt x="1377309" y="1657972"/>
                  </a:lnTo>
                  <a:lnTo>
                    <a:pt x="1377316" y="1657992"/>
                  </a:lnTo>
                  <a:lnTo>
                    <a:pt x="1377322" y="1658006"/>
                  </a:lnTo>
                  <a:lnTo>
                    <a:pt x="1377327" y="1658023"/>
                  </a:lnTo>
                  <a:lnTo>
                    <a:pt x="1377325" y="1658036"/>
                  </a:lnTo>
                  <a:lnTo>
                    <a:pt x="1377316" y="1658054"/>
                  </a:lnTo>
                  <a:lnTo>
                    <a:pt x="1377310" y="1658066"/>
                  </a:lnTo>
                  <a:lnTo>
                    <a:pt x="1377309" y="1658080"/>
                  </a:lnTo>
                  <a:lnTo>
                    <a:pt x="1377313" y="1658094"/>
                  </a:lnTo>
                  <a:lnTo>
                    <a:pt x="1377316" y="1658101"/>
                  </a:lnTo>
                  <a:lnTo>
                    <a:pt x="1377317" y="1658109"/>
                  </a:lnTo>
                  <a:lnTo>
                    <a:pt x="1377314" y="1658120"/>
                  </a:lnTo>
                  <a:lnTo>
                    <a:pt x="1377311" y="1658135"/>
                  </a:lnTo>
                  <a:lnTo>
                    <a:pt x="1377311" y="1658164"/>
                  </a:lnTo>
                  <a:lnTo>
                    <a:pt x="1377312" y="1658187"/>
                  </a:lnTo>
                  <a:lnTo>
                    <a:pt x="1377309" y="1658217"/>
                  </a:lnTo>
                  <a:lnTo>
                    <a:pt x="1377308" y="1658235"/>
                  </a:lnTo>
                  <a:lnTo>
                    <a:pt x="1377310" y="1658252"/>
                  </a:lnTo>
                  <a:lnTo>
                    <a:pt x="1377314" y="1658274"/>
                  </a:lnTo>
                  <a:lnTo>
                    <a:pt x="1377314" y="1658286"/>
                  </a:lnTo>
                  <a:lnTo>
                    <a:pt x="1377312" y="1658298"/>
                  </a:lnTo>
                  <a:lnTo>
                    <a:pt x="1377306" y="1658313"/>
                  </a:lnTo>
                  <a:lnTo>
                    <a:pt x="1377302" y="1658325"/>
                  </a:lnTo>
                  <a:lnTo>
                    <a:pt x="1377296" y="1658343"/>
                  </a:lnTo>
                  <a:lnTo>
                    <a:pt x="1377300" y="1658360"/>
                  </a:lnTo>
                  <a:lnTo>
                    <a:pt x="1377311" y="1658373"/>
                  </a:lnTo>
                  <a:lnTo>
                    <a:pt x="1377322" y="1658385"/>
                  </a:lnTo>
                  <a:lnTo>
                    <a:pt x="1377335" y="1658401"/>
                  </a:lnTo>
                  <a:lnTo>
                    <a:pt x="1377340" y="1658412"/>
                  </a:lnTo>
                  <a:lnTo>
                    <a:pt x="1377339" y="1658422"/>
                  </a:lnTo>
                  <a:lnTo>
                    <a:pt x="1377330" y="1658430"/>
                  </a:lnTo>
                  <a:lnTo>
                    <a:pt x="1377301" y="1658448"/>
                  </a:lnTo>
                  <a:lnTo>
                    <a:pt x="1377291" y="1658457"/>
                  </a:lnTo>
                  <a:lnTo>
                    <a:pt x="1377290" y="1658465"/>
                  </a:lnTo>
                  <a:lnTo>
                    <a:pt x="1377293" y="1658475"/>
                  </a:lnTo>
                  <a:lnTo>
                    <a:pt x="1377309" y="1658544"/>
                  </a:lnTo>
                  <a:lnTo>
                    <a:pt x="1377310" y="1658552"/>
                  </a:lnTo>
                  <a:lnTo>
                    <a:pt x="1377306" y="1658562"/>
                  </a:lnTo>
                  <a:lnTo>
                    <a:pt x="1377299" y="1658571"/>
                  </a:lnTo>
                  <a:lnTo>
                    <a:pt x="1377284" y="1658591"/>
                  </a:lnTo>
                  <a:lnTo>
                    <a:pt x="1377274" y="1658605"/>
                  </a:lnTo>
                  <a:lnTo>
                    <a:pt x="1377266" y="1658619"/>
                  </a:lnTo>
                  <a:lnTo>
                    <a:pt x="1377263" y="1658630"/>
                  </a:lnTo>
                  <a:lnTo>
                    <a:pt x="1377262" y="1658647"/>
                  </a:lnTo>
                  <a:lnTo>
                    <a:pt x="1377250" y="1658656"/>
                  </a:lnTo>
                  <a:lnTo>
                    <a:pt x="1377240" y="1658663"/>
                  </a:lnTo>
                  <a:lnTo>
                    <a:pt x="1377219" y="1658674"/>
                  </a:lnTo>
                  <a:lnTo>
                    <a:pt x="1377186" y="1658683"/>
                  </a:lnTo>
                  <a:lnTo>
                    <a:pt x="1377158" y="1658692"/>
                  </a:lnTo>
                  <a:lnTo>
                    <a:pt x="1377126" y="1658700"/>
                  </a:lnTo>
                  <a:lnTo>
                    <a:pt x="1377088" y="1658710"/>
                  </a:lnTo>
                  <a:lnTo>
                    <a:pt x="1377047" y="1658721"/>
                  </a:lnTo>
                  <a:lnTo>
                    <a:pt x="1377026" y="1658728"/>
                  </a:lnTo>
                  <a:lnTo>
                    <a:pt x="1376999" y="1658737"/>
                  </a:lnTo>
                  <a:lnTo>
                    <a:pt x="1376983" y="1658741"/>
                  </a:lnTo>
                  <a:lnTo>
                    <a:pt x="1376977" y="1658742"/>
                  </a:lnTo>
                  <a:lnTo>
                    <a:pt x="1376970" y="1658739"/>
                  </a:lnTo>
                  <a:lnTo>
                    <a:pt x="1376954" y="1658731"/>
                  </a:lnTo>
                  <a:lnTo>
                    <a:pt x="1376939" y="1658723"/>
                  </a:lnTo>
                  <a:lnTo>
                    <a:pt x="1376920" y="1658715"/>
                  </a:lnTo>
                  <a:lnTo>
                    <a:pt x="1376906" y="1658711"/>
                  </a:lnTo>
                  <a:lnTo>
                    <a:pt x="1376890" y="1658710"/>
                  </a:lnTo>
                  <a:lnTo>
                    <a:pt x="1376878" y="1658707"/>
                  </a:lnTo>
                  <a:lnTo>
                    <a:pt x="1376861" y="1658703"/>
                  </a:lnTo>
                  <a:lnTo>
                    <a:pt x="1376844" y="1658700"/>
                  </a:lnTo>
                  <a:lnTo>
                    <a:pt x="1376827" y="1658697"/>
                  </a:lnTo>
                  <a:lnTo>
                    <a:pt x="1376819" y="1658697"/>
                  </a:lnTo>
                  <a:lnTo>
                    <a:pt x="1376811" y="1658701"/>
                  </a:lnTo>
                  <a:lnTo>
                    <a:pt x="1376790" y="1658717"/>
                  </a:lnTo>
                  <a:lnTo>
                    <a:pt x="1376777" y="1658725"/>
                  </a:lnTo>
                  <a:lnTo>
                    <a:pt x="1376762" y="1658729"/>
                  </a:lnTo>
                  <a:lnTo>
                    <a:pt x="1376745" y="1658729"/>
                  </a:lnTo>
                  <a:lnTo>
                    <a:pt x="1376719" y="1658729"/>
                  </a:lnTo>
                  <a:lnTo>
                    <a:pt x="1376695" y="1658730"/>
                  </a:lnTo>
                  <a:lnTo>
                    <a:pt x="1376659" y="1658733"/>
                  </a:lnTo>
                  <a:lnTo>
                    <a:pt x="1376649" y="1658735"/>
                  </a:lnTo>
                  <a:lnTo>
                    <a:pt x="1376633" y="1658740"/>
                  </a:lnTo>
                  <a:lnTo>
                    <a:pt x="1376618" y="1658746"/>
                  </a:lnTo>
                  <a:lnTo>
                    <a:pt x="1376601" y="1658755"/>
                  </a:lnTo>
                  <a:lnTo>
                    <a:pt x="1376587" y="1658764"/>
                  </a:lnTo>
                  <a:lnTo>
                    <a:pt x="1376575" y="1658770"/>
                  </a:lnTo>
                  <a:lnTo>
                    <a:pt x="1376561" y="1658778"/>
                  </a:lnTo>
                  <a:lnTo>
                    <a:pt x="1376554" y="1658782"/>
                  </a:lnTo>
                  <a:lnTo>
                    <a:pt x="1376546" y="1658786"/>
                  </a:lnTo>
                  <a:lnTo>
                    <a:pt x="1376535" y="1658791"/>
                  </a:lnTo>
                  <a:lnTo>
                    <a:pt x="1376527" y="1658795"/>
                  </a:lnTo>
                  <a:lnTo>
                    <a:pt x="1376511" y="1658795"/>
                  </a:lnTo>
                  <a:lnTo>
                    <a:pt x="1376502" y="1658784"/>
                  </a:lnTo>
                  <a:lnTo>
                    <a:pt x="1376486" y="1658765"/>
                  </a:lnTo>
                  <a:lnTo>
                    <a:pt x="1376470" y="1658743"/>
                  </a:lnTo>
                  <a:lnTo>
                    <a:pt x="1376462" y="1658732"/>
                  </a:lnTo>
                  <a:lnTo>
                    <a:pt x="1376459" y="1658720"/>
                  </a:lnTo>
                  <a:lnTo>
                    <a:pt x="1376457" y="1658702"/>
                  </a:lnTo>
                  <a:lnTo>
                    <a:pt x="1376456" y="1658679"/>
                  </a:lnTo>
                  <a:lnTo>
                    <a:pt x="1376456" y="1658662"/>
                  </a:lnTo>
                  <a:lnTo>
                    <a:pt x="1376458" y="1658646"/>
                  </a:lnTo>
                  <a:lnTo>
                    <a:pt x="1376460" y="1658628"/>
                  </a:lnTo>
                  <a:lnTo>
                    <a:pt x="1376463" y="1658612"/>
                  </a:lnTo>
                  <a:lnTo>
                    <a:pt x="1376470" y="1658586"/>
                  </a:lnTo>
                  <a:lnTo>
                    <a:pt x="1376476" y="1658573"/>
                  </a:lnTo>
                  <a:lnTo>
                    <a:pt x="1376492" y="1658554"/>
                  </a:lnTo>
                  <a:lnTo>
                    <a:pt x="1376514" y="1658528"/>
                  </a:lnTo>
                  <a:lnTo>
                    <a:pt x="1376535" y="1658514"/>
                  </a:lnTo>
                  <a:lnTo>
                    <a:pt x="1376539" y="1658504"/>
                  </a:lnTo>
                  <a:lnTo>
                    <a:pt x="1376539" y="1658492"/>
                  </a:lnTo>
                  <a:lnTo>
                    <a:pt x="1376538" y="1658478"/>
                  </a:lnTo>
                  <a:lnTo>
                    <a:pt x="1376534" y="1658458"/>
                  </a:lnTo>
                  <a:lnTo>
                    <a:pt x="1376523" y="1658451"/>
                  </a:lnTo>
                  <a:lnTo>
                    <a:pt x="1376514" y="1658445"/>
                  </a:lnTo>
                  <a:lnTo>
                    <a:pt x="1376500" y="1658430"/>
                  </a:lnTo>
                  <a:lnTo>
                    <a:pt x="1376488" y="1658398"/>
                  </a:lnTo>
                  <a:lnTo>
                    <a:pt x="1376479" y="1658370"/>
                  </a:lnTo>
                  <a:lnTo>
                    <a:pt x="1376471" y="1658351"/>
                  </a:lnTo>
                  <a:lnTo>
                    <a:pt x="1376458" y="1658332"/>
                  </a:lnTo>
                  <a:lnTo>
                    <a:pt x="1376441" y="1658322"/>
                  </a:lnTo>
                  <a:lnTo>
                    <a:pt x="1376426" y="1658304"/>
                  </a:lnTo>
                  <a:lnTo>
                    <a:pt x="1376408" y="1658286"/>
                  </a:lnTo>
                  <a:lnTo>
                    <a:pt x="1376390" y="1658270"/>
                  </a:lnTo>
                  <a:lnTo>
                    <a:pt x="1376378" y="1658257"/>
                  </a:lnTo>
                  <a:lnTo>
                    <a:pt x="1376363" y="1658257"/>
                  </a:lnTo>
                  <a:lnTo>
                    <a:pt x="1376358" y="1658258"/>
                  </a:lnTo>
                  <a:lnTo>
                    <a:pt x="1376349" y="1658246"/>
                  </a:lnTo>
                  <a:lnTo>
                    <a:pt x="1376341" y="1658229"/>
                  </a:lnTo>
                  <a:lnTo>
                    <a:pt x="1376333" y="1658208"/>
                  </a:lnTo>
                  <a:lnTo>
                    <a:pt x="1376329" y="1658195"/>
                  </a:lnTo>
                  <a:lnTo>
                    <a:pt x="1376327" y="1658188"/>
                  </a:lnTo>
                  <a:lnTo>
                    <a:pt x="1376341" y="1658177"/>
                  </a:lnTo>
                  <a:lnTo>
                    <a:pt x="1376356" y="1658167"/>
                  </a:lnTo>
                  <a:lnTo>
                    <a:pt x="1376359" y="1658162"/>
                  </a:lnTo>
                  <a:lnTo>
                    <a:pt x="1376354" y="1658137"/>
                  </a:lnTo>
                  <a:lnTo>
                    <a:pt x="1376348" y="1658103"/>
                  </a:lnTo>
                  <a:lnTo>
                    <a:pt x="1376344" y="1658076"/>
                  </a:lnTo>
                  <a:lnTo>
                    <a:pt x="1376343" y="1658058"/>
                  </a:lnTo>
                  <a:lnTo>
                    <a:pt x="1376346" y="1658045"/>
                  </a:lnTo>
                  <a:lnTo>
                    <a:pt x="1376352" y="1658032"/>
                  </a:lnTo>
                  <a:lnTo>
                    <a:pt x="1376355" y="1658024"/>
                  </a:lnTo>
                  <a:lnTo>
                    <a:pt x="1376357" y="1658009"/>
                  </a:lnTo>
                  <a:lnTo>
                    <a:pt x="1376360" y="1657992"/>
                  </a:lnTo>
                  <a:lnTo>
                    <a:pt x="1376361" y="1657980"/>
                  </a:lnTo>
                  <a:lnTo>
                    <a:pt x="1376357" y="1657969"/>
                  </a:lnTo>
                  <a:lnTo>
                    <a:pt x="1376352" y="1657966"/>
                  </a:lnTo>
                  <a:lnTo>
                    <a:pt x="1376340" y="1657960"/>
                  </a:lnTo>
                  <a:lnTo>
                    <a:pt x="1376330" y="1657955"/>
                  </a:lnTo>
                  <a:lnTo>
                    <a:pt x="1376321" y="1657949"/>
                  </a:lnTo>
                  <a:lnTo>
                    <a:pt x="1376311" y="1657940"/>
                  </a:lnTo>
                  <a:lnTo>
                    <a:pt x="1376305" y="1657934"/>
                  </a:lnTo>
                  <a:lnTo>
                    <a:pt x="1376300" y="1657923"/>
                  </a:lnTo>
                  <a:lnTo>
                    <a:pt x="1376297" y="1657918"/>
                  </a:lnTo>
                  <a:lnTo>
                    <a:pt x="1376297" y="1657912"/>
                  </a:lnTo>
                  <a:lnTo>
                    <a:pt x="1376309" y="1657901"/>
                  </a:lnTo>
                  <a:lnTo>
                    <a:pt x="1376323" y="1657889"/>
                  </a:lnTo>
                  <a:lnTo>
                    <a:pt x="1376327" y="1657874"/>
                  </a:lnTo>
                  <a:lnTo>
                    <a:pt x="1376327" y="1657862"/>
                  </a:lnTo>
                  <a:lnTo>
                    <a:pt x="1376328" y="1657847"/>
                  </a:lnTo>
                  <a:lnTo>
                    <a:pt x="1376330" y="1657836"/>
                  </a:lnTo>
                  <a:lnTo>
                    <a:pt x="1376330" y="1657827"/>
                  </a:lnTo>
                  <a:lnTo>
                    <a:pt x="1376332" y="1657811"/>
                  </a:lnTo>
                  <a:lnTo>
                    <a:pt x="1376334" y="1657798"/>
                  </a:lnTo>
                  <a:lnTo>
                    <a:pt x="1376315" y="1657788"/>
                  </a:lnTo>
                  <a:lnTo>
                    <a:pt x="1376307" y="1657783"/>
                  </a:lnTo>
                  <a:lnTo>
                    <a:pt x="1376297" y="1657776"/>
                  </a:lnTo>
                  <a:lnTo>
                    <a:pt x="1376289" y="1657770"/>
                  </a:lnTo>
                  <a:lnTo>
                    <a:pt x="1376282" y="1657767"/>
                  </a:lnTo>
                  <a:lnTo>
                    <a:pt x="1376274" y="1657765"/>
                  </a:lnTo>
                  <a:lnTo>
                    <a:pt x="1376263" y="1657763"/>
                  </a:lnTo>
                  <a:lnTo>
                    <a:pt x="1376247" y="1657760"/>
                  </a:lnTo>
                  <a:lnTo>
                    <a:pt x="1376238" y="1657759"/>
                  </a:lnTo>
                  <a:lnTo>
                    <a:pt x="1376235" y="1657753"/>
                  </a:lnTo>
                  <a:lnTo>
                    <a:pt x="1376238" y="1657738"/>
                  </a:lnTo>
                  <a:lnTo>
                    <a:pt x="1376243" y="1657716"/>
                  </a:lnTo>
                  <a:lnTo>
                    <a:pt x="1376243" y="1657701"/>
                  </a:lnTo>
                  <a:lnTo>
                    <a:pt x="1376242" y="1657684"/>
                  </a:lnTo>
                  <a:lnTo>
                    <a:pt x="1376237" y="1657673"/>
                  </a:lnTo>
                  <a:lnTo>
                    <a:pt x="1376222" y="1657664"/>
                  </a:lnTo>
                  <a:lnTo>
                    <a:pt x="1376209" y="1657654"/>
                  </a:lnTo>
                  <a:lnTo>
                    <a:pt x="1376198" y="1657651"/>
                  </a:lnTo>
                  <a:lnTo>
                    <a:pt x="1376191" y="1657648"/>
                  </a:lnTo>
                  <a:lnTo>
                    <a:pt x="1376180" y="1657642"/>
                  </a:lnTo>
                  <a:lnTo>
                    <a:pt x="1376159" y="1657619"/>
                  </a:lnTo>
                  <a:lnTo>
                    <a:pt x="1376151" y="1657610"/>
                  </a:lnTo>
                  <a:lnTo>
                    <a:pt x="1376141" y="1657602"/>
                  </a:lnTo>
                  <a:lnTo>
                    <a:pt x="1376120" y="1657577"/>
                  </a:lnTo>
                  <a:lnTo>
                    <a:pt x="1376101" y="1657553"/>
                  </a:lnTo>
                  <a:lnTo>
                    <a:pt x="1376084" y="1657529"/>
                  </a:lnTo>
                  <a:lnTo>
                    <a:pt x="1376071" y="1657498"/>
                  </a:lnTo>
                  <a:lnTo>
                    <a:pt x="1376060" y="1657478"/>
                  </a:lnTo>
                  <a:lnTo>
                    <a:pt x="1376054" y="1657472"/>
                  </a:lnTo>
                  <a:lnTo>
                    <a:pt x="1376039" y="1657458"/>
                  </a:lnTo>
                  <a:lnTo>
                    <a:pt x="1376016" y="1657429"/>
                  </a:lnTo>
                  <a:lnTo>
                    <a:pt x="1376010" y="1657422"/>
                  </a:lnTo>
                  <a:lnTo>
                    <a:pt x="1376001" y="1657425"/>
                  </a:lnTo>
                  <a:lnTo>
                    <a:pt x="1375985" y="1657433"/>
                  </a:lnTo>
                  <a:lnTo>
                    <a:pt x="1375970" y="1657437"/>
                  </a:lnTo>
                  <a:lnTo>
                    <a:pt x="1375960" y="1657437"/>
                  </a:lnTo>
                  <a:lnTo>
                    <a:pt x="1375953" y="1657431"/>
                  </a:lnTo>
                  <a:lnTo>
                    <a:pt x="1375944" y="1657414"/>
                  </a:lnTo>
                  <a:lnTo>
                    <a:pt x="1375932" y="1657395"/>
                  </a:lnTo>
                  <a:lnTo>
                    <a:pt x="1375916" y="1657360"/>
                  </a:lnTo>
                  <a:lnTo>
                    <a:pt x="1375911" y="1657357"/>
                  </a:lnTo>
                  <a:lnTo>
                    <a:pt x="1375898" y="1657357"/>
                  </a:lnTo>
                  <a:lnTo>
                    <a:pt x="1375890" y="1657359"/>
                  </a:lnTo>
                  <a:lnTo>
                    <a:pt x="1375877" y="1657365"/>
                  </a:lnTo>
                  <a:lnTo>
                    <a:pt x="1375860" y="1657372"/>
                  </a:lnTo>
                  <a:lnTo>
                    <a:pt x="1375836" y="1657382"/>
                  </a:lnTo>
                  <a:lnTo>
                    <a:pt x="1375829" y="1657383"/>
                  </a:lnTo>
                  <a:lnTo>
                    <a:pt x="1375821" y="1657383"/>
                  </a:lnTo>
                  <a:lnTo>
                    <a:pt x="1375784" y="1657362"/>
                  </a:lnTo>
                  <a:lnTo>
                    <a:pt x="1375767" y="1657348"/>
                  </a:lnTo>
                  <a:lnTo>
                    <a:pt x="1375765" y="1657335"/>
                  </a:lnTo>
                  <a:lnTo>
                    <a:pt x="1375767" y="1657319"/>
                  </a:lnTo>
                  <a:lnTo>
                    <a:pt x="1375777" y="1657291"/>
                  </a:lnTo>
                  <a:lnTo>
                    <a:pt x="1375779" y="1657284"/>
                  </a:lnTo>
                  <a:lnTo>
                    <a:pt x="1375776" y="1657276"/>
                  </a:lnTo>
                  <a:lnTo>
                    <a:pt x="1375768" y="1657276"/>
                  </a:lnTo>
                  <a:lnTo>
                    <a:pt x="1375749" y="1657273"/>
                  </a:lnTo>
                  <a:lnTo>
                    <a:pt x="1375737" y="1657270"/>
                  </a:lnTo>
                  <a:lnTo>
                    <a:pt x="1375721" y="1657257"/>
                  </a:lnTo>
                  <a:lnTo>
                    <a:pt x="1375717" y="1657250"/>
                  </a:lnTo>
                  <a:lnTo>
                    <a:pt x="1375717" y="1657241"/>
                  </a:lnTo>
                  <a:lnTo>
                    <a:pt x="1375716" y="1657234"/>
                  </a:lnTo>
                  <a:lnTo>
                    <a:pt x="1375705" y="1657228"/>
                  </a:lnTo>
                  <a:lnTo>
                    <a:pt x="1375685" y="1657222"/>
                  </a:lnTo>
                  <a:lnTo>
                    <a:pt x="1375675" y="1657217"/>
                  </a:lnTo>
                  <a:lnTo>
                    <a:pt x="1375660" y="1657194"/>
                  </a:lnTo>
                  <a:lnTo>
                    <a:pt x="1375650" y="1657177"/>
                  </a:lnTo>
                  <a:lnTo>
                    <a:pt x="1375643" y="1657164"/>
                  </a:lnTo>
                  <a:lnTo>
                    <a:pt x="1375648" y="1657146"/>
                  </a:lnTo>
                  <a:lnTo>
                    <a:pt x="1375655" y="1657119"/>
                  </a:lnTo>
                  <a:lnTo>
                    <a:pt x="1375661" y="1657089"/>
                  </a:lnTo>
                  <a:lnTo>
                    <a:pt x="1375664" y="1657074"/>
                  </a:lnTo>
                  <a:lnTo>
                    <a:pt x="1375664" y="1657066"/>
                  </a:lnTo>
                  <a:lnTo>
                    <a:pt x="1375653" y="1657055"/>
                  </a:lnTo>
                  <a:lnTo>
                    <a:pt x="1375640" y="1657036"/>
                  </a:lnTo>
                  <a:lnTo>
                    <a:pt x="1375625" y="1657012"/>
                  </a:lnTo>
                  <a:lnTo>
                    <a:pt x="1375609" y="1656992"/>
                  </a:lnTo>
                  <a:lnTo>
                    <a:pt x="1375603" y="1656982"/>
                  </a:lnTo>
                  <a:lnTo>
                    <a:pt x="1375603" y="1656974"/>
                  </a:lnTo>
                  <a:lnTo>
                    <a:pt x="1375601" y="1656963"/>
                  </a:lnTo>
                  <a:lnTo>
                    <a:pt x="1375592" y="1656956"/>
                  </a:lnTo>
                  <a:lnTo>
                    <a:pt x="1375584" y="1656956"/>
                  </a:lnTo>
                  <a:lnTo>
                    <a:pt x="1375563" y="1656950"/>
                  </a:lnTo>
                  <a:lnTo>
                    <a:pt x="1375551" y="1656937"/>
                  </a:lnTo>
                  <a:lnTo>
                    <a:pt x="1375543" y="1656927"/>
                  </a:lnTo>
                  <a:lnTo>
                    <a:pt x="1375542" y="1656918"/>
                  </a:lnTo>
                  <a:lnTo>
                    <a:pt x="1375551" y="1656892"/>
                  </a:lnTo>
                  <a:lnTo>
                    <a:pt x="1375558" y="1656877"/>
                  </a:lnTo>
                  <a:lnTo>
                    <a:pt x="1375565" y="1656862"/>
                  </a:lnTo>
                  <a:lnTo>
                    <a:pt x="1375563" y="1656856"/>
                  </a:lnTo>
                  <a:lnTo>
                    <a:pt x="1375555" y="1656853"/>
                  </a:lnTo>
                  <a:lnTo>
                    <a:pt x="1375532" y="1656850"/>
                  </a:lnTo>
                  <a:lnTo>
                    <a:pt x="1375520" y="1656841"/>
                  </a:lnTo>
                  <a:lnTo>
                    <a:pt x="1375512" y="1656828"/>
                  </a:lnTo>
                  <a:lnTo>
                    <a:pt x="1375511" y="1656820"/>
                  </a:lnTo>
                  <a:lnTo>
                    <a:pt x="1375512" y="1656806"/>
                  </a:lnTo>
                  <a:lnTo>
                    <a:pt x="1375520" y="1656791"/>
                  </a:lnTo>
                  <a:lnTo>
                    <a:pt x="1375523" y="1656781"/>
                  </a:lnTo>
                  <a:lnTo>
                    <a:pt x="1375537" y="1656762"/>
                  </a:lnTo>
                  <a:lnTo>
                    <a:pt x="1375543" y="1656751"/>
                  </a:lnTo>
                  <a:lnTo>
                    <a:pt x="1375544" y="1656742"/>
                  </a:lnTo>
                  <a:lnTo>
                    <a:pt x="1375538" y="1656726"/>
                  </a:lnTo>
                  <a:lnTo>
                    <a:pt x="1375529" y="1656706"/>
                  </a:lnTo>
                  <a:lnTo>
                    <a:pt x="1375519" y="1656682"/>
                  </a:lnTo>
                  <a:lnTo>
                    <a:pt x="1375518" y="1656676"/>
                  </a:lnTo>
                  <a:lnTo>
                    <a:pt x="1375521" y="1656665"/>
                  </a:lnTo>
                  <a:lnTo>
                    <a:pt x="1375528" y="1656650"/>
                  </a:lnTo>
                  <a:lnTo>
                    <a:pt x="1375537" y="1656621"/>
                  </a:lnTo>
                  <a:lnTo>
                    <a:pt x="1375540" y="1656603"/>
                  </a:lnTo>
                  <a:lnTo>
                    <a:pt x="1375542" y="1656587"/>
                  </a:lnTo>
                  <a:lnTo>
                    <a:pt x="1375547" y="1656576"/>
                  </a:lnTo>
                  <a:lnTo>
                    <a:pt x="1375553" y="1656568"/>
                  </a:lnTo>
                  <a:lnTo>
                    <a:pt x="1375564" y="1656559"/>
                  </a:lnTo>
                  <a:lnTo>
                    <a:pt x="1375576" y="1656545"/>
                  </a:lnTo>
                  <a:lnTo>
                    <a:pt x="1375587" y="1656530"/>
                  </a:lnTo>
                  <a:lnTo>
                    <a:pt x="1375583" y="1656532"/>
                  </a:lnTo>
                  <a:lnTo>
                    <a:pt x="1375568" y="1656537"/>
                  </a:lnTo>
                  <a:lnTo>
                    <a:pt x="1375554" y="1656538"/>
                  </a:lnTo>
                  <a:lnTo>
                    <a:pt x="1375541" y="1656535"/>
                  </a:lnTo>
                  <a:lnTo>
                    <a:pt x="1375524" y="1656532"/>
                  </a:lnTo>
                  <a:lnTo>
                    <a:pt x="1375506" y="1656529"/>
                  </a:lnTo>
                  <a:lnTo>
                    <a:pt x="1375485" y="1656527"/>
                  </a:lnTo>
                  <a:lnTo>
                    <a:pt x="1375463" y="1656519"/>
                  </a:lnTo>
                  <a:lnTo>
                    <a:pt x="1375446" y="1656514"/>
                  </a:lnTo>
                  <a:lnTo>
                    <a:pt x="1375437" y="1656510"/>
                  </a:lnTo>
                  <a:lnTo>
                    <a:pt x="1375427" y="1656506"/>
                  </a:lnTo>
                  <a:lnTo>
                    <a:pt x="1375408" y="1656510"/>
                  </a:lnTo>
                  <a:lnTo>
                    <a:pt x="1375394" y="1656507"/>
                  </a:lnTo>
                  <a:lnTo>
                    <a:pt x="1375366" y="1656501"/>
                  </a:lnTo>
                  <a:lnTo>
                    <a:pt x="1375352" y="1656496"/>
                  </a:lnTo>
                  <a:lnTo>
                    <a:pt x="1375339" y="1656489"/>
                  </a:lnTo>
                  <a:lnTo>
                    <a:pt x="1375327" y="1656476"/>
                  </a:lnTo>
                  <a:lnTo>
                    <a:pt x="1375318" y="1656463"/>
                  </a:lnTo>
                  <a:lnTo>
                    <a:pt x="1375300" y="1656427"/>
                  </a:lnTo>
                  <a:lnTo>
                    <a:pt x="1375292" y="1656412"/>
                  </a:lnTo>
                  <a:lnTo>
                    <a:pt x="1375285" y="1656408"/>
                  </a:lnTo>
                  <a:lnTo>
                    <a:pt x="1375266" y="1656408"/>
                  </a:lnTo>
                  <a:lnTo>
                    <a:pt x="1375232" y="1656408"/>
                  </a:lnTo>
                  <a:lnTo>
                    <a:pt x="1375219" y="1656404"/>
                  </a:lnTo>
                  <a:lnTo>
                    <a:pt x="1375210" y="1656400"/>
                  </a:lnTo>
                  <a:lnTo>
                    <a:pt x="1375185" y="1656383"/>
                  </a:lnTo>
                  <a:lnTo>
                    <a:pt x="1375166" y="1656370"/>
                  </a:lnTo>
                  <a:lnTo>
                    <a:pt x="1375155" y="1656358"/>
                  </a:lnTo>
                  <a:lnTo>
                    <a:pt x="1375145" y="1656347"/>
                  </a:lnTo>
                  <a:lnTo>
                    <a:pt x="1375133" y="1656337"/>
                  </a:lnTo>
                  <a:lnTo>
                    <a:pt x="1375126" y="1656331"/>
                  </a:lnTo>
                  <a:lnTo>
                    <a:pt x="1375113" y="1656319"/>
                  </a:lnTo>
                  <a:lnTo>
                    <a:pt x="1375099" y="1656308"/>
                  </a:lnTo>
                  <a:lnTo>
                    <a:pt x="1375091" y="1656300"/>
                  </a:lnTo>
                  <a:lnTo>
                    <a:pt x="1375090" y="1656288"/>
                  </a:lnTo>
                  <a:lnTo>
                    <a:pt x="1375094" y="1656271"/>
                  </a:lnTo>
                  <a:lnTo>
                    <a:pt x="1375104" y="1656251"/>
                  </a:lnTo>
                  <a:lnTo>
                    <a:pt x="1375112" y="1656239"/>
                  </a:lnTo>
                  <a:lnTo>
                    <a:pt x="1375115" y="1656230"/>
                  </a:lnTo>
                  <a:lnTo>
                    <a:pt x="1375116" y="1656221"/>
                  </a:lnTo>
                  <a:lnTo>
                    <a:pt x="1375113" y="1656212"/>
                  </a:lnTo>
                  <a:lnTo>
                    <a:pt x="1375109" y="1656206"/>
                  </a:lnTo>
                  <a:lnTo>
                    <a:pt x="1375098" y="1656196"/>
                  </a:lnTo>
                  <a:lnTo>
                    <a:pt x="1375087" y="1656191"/>
                  </a:lnTo>
                  <a:lnTo>
                    <a:pt x="1375076" y="1656190"/>
                  </a:lnTo>
                  <a:lnTo>
                    <a:pt x="1375058" y="1656189"/>
                  </a:lnTo>
                  <a:lnTo>
                    <a:pt x="1375049" y="1656189"/>
                  </a:lnTo>
                  <a:lnTo>
                    <a:pt x="1375040" y="1656186"/>
                  </a:lnTo>
                  <a:lnTo>
                    <a:pt x="1375037" y="1656172"/>
                  </a:lnTo>
                  <a:lnTo>
                    <a:pt x="1375036" y="1656159"/>
                  </a:lnTo>
                  <a:lnTo>
                    <a:pt x="1375035" y="1656154"/>
                  </a:lnTo>
                  <a:lnTo>
                    <a:pt x="1375030" y="1656150"/>
                  </a:lnTo>
                  <a:lnTo>
                    <a:pt x="1375023" y="1656146"/>
                  </a:lnTo>
                  <a:lnTo>
                    <a:pt x="1375017" y="1656142"/>
                  </a:lnTo>
                  <a:lnTo>
                    <a:pt x="1375003" y="1656131"/>
                  </a:lnTo>
                  <a:lnTo>
                    <a:pt x="1374993" y="1656119"/>
                  </a:lnTo>
                  <a:lnTo>
                    <a:pt x="1374985" y="1656106"/>
                  </a:lnTo>
                  <a:lnTo>
                    <a:pt x="1374980" y="1656093"/>
                  </a:lnTo>
                  <a:lnTo>
                    <a:pt x="1374972" y="1656073"/>
                  </a:lnTo>
                  <a:lnTo>
                    <a:pt x="1374967" y="1656064"/>
                  </a:lnTo>
                  <a:lnTo>
                    <a:pt x="1374952" y="1656037"/>
                  </a:lnTo>
                  <a:lnTo>
                    <a:pt x="1374942" y="1656026"/>
                  </a:lnTo>
                  <a:lnTo>
                    <a:pt x="1374934" y="1656018"/>
                  </a:lnTo>
                  <a:lnTo>
                    <a:pt x="1374928" y="1656015"/>
                  </a:lnTo>
                  <a:lnTo>
                    <a:pt x="1374916" y="1656010"/>
                  </a:lnTo>
                  <a:lnTo>
                    <a:pt x="1374909" y="1656004"/>
                  </a:lnTo>
                  <a:lnTo>
                    <a:pt x="1374899" y="1655996"/>
                  </a:lnTo>
                  <a:lnTo>
                    <a:pt x="1374891" y="1655984"/>
                  </a:lnTo>
                  <a:lnTo>
                    <a:pt x="1374887" y="1655972"/>
                  </a:lnTo>
                  <a:lnTo>
                    <a:pt x="1374883" y="1655952"/>
                  </a:lnTo>
                  <a:lnTo>
                    <a:pt x="1374880" y="1655933"/>
                  </a:lnTo>
                  <a:lnTo>
                    <a:pt x="1374879" y="1655918"/>
                  </a:lnTo>
                  <a:lnTo>
                    <a:pt x="1374878" y="1655904"/>
                  </a:lnTo>
                  <a:lnTo>
                    <a:pt x="1374877" y="1655898"/>
                  </a:lnTo>
                  <a:lnTo>
                    <a:pt x="1374873" y="1655894"/>
                  </a:lnTo>
                  <a:lnTo>
                    <a:pt x="1374864" y="1655890"/>
                  </a:lnTo>
                  <a:lnTo>
                    <a:pt x="1374848" y="1655888"/>
                  </a:lnTo>
                  <a:lnTo>
                    <a:pt x="1374835" y="1655885"/>
                  </a:lnTo>
                  <a:lnTo>
                    <a:pt x="1374827" y="1655881"/>
                  </a:lnTo>
                  <a:lnTo>
                    <a:pt x="1374815" y="1655875"/>
                  </a:lnTo>
                  <a:lnTo>
                    <a:pt x="1374803" y="1655865"/>
                  </a:lnTo>
                  <a:lnTo>
                    <a:pt x="1374794" y="1655860"/>
                  </a:lnTo>
                  <a:lnTo>
                    <a:pt x="1374783" y="1655856"/>
                  </a:lnTo>
                  <a:lnTo>
                    <a:pt x="1374776" y="1655852"/>
                  </a:lnTo>
                  <a:lnTo>
                    <a:pt x="1374769" y="1655844"/>
                  </a:lnTo>
                  <a:lnTo>
                    <a:pt x="1374762" y="1655833"/>
                  </a:lnTo>
                  <a:lnTo>
                    <a:pt x="1374748" y="1655817"/>
                  </a:lnTo>
                  <a:lnTo>
                    <a:pt x="1374734" y="1655804"/>
                  </a:lnTo>
                  <a:lnTo>
                    <a:pt x="1374722" y="1655791"/>
                  </a:lnTo>
                  <a:lnTo>
                    <a:pt x="1374709" y="1655779"/>
                  </a:lnTo>
                  <a:lnTo>
                    <a:pt x="1374691" y="1655762"/>
                  </a:lnTo>
                  <a:lnTo>
                    <a:pt x="1374677" y="1655750"/>
                  </a:lnTo>
                  <a:lnTo>
                    <a:pt x="1374660" y="1655737"/>
                  </a:lnTo>
                  <a:lnTo>
                    <a:pt x="1374646" y="1655721"/>
                  </a:lnTo>
                  <a:lnTo>
                    <a:pt x="1374639" y="1655710"/>
                  </a:lnTo>
                  <a:lnTo>
                    <a:pt x="1374632" y="1655701"/>
                  </a:lnTo>
                  <a:lnTo>
                    <a:pt x="1374628" y="1655694"/>
                  </a:lnTo>
                  <a:lnTo>
                    <a:pt x="1374621" y="1655682"/>
                  </a:lnTo>
                  <a:lnTo>
                    <a:pt x="1374615" y="1655677"/>
                  </a:lnTo>
                  <a:lnTo>
                    <a:pt x="1374605" y="1655675"/>
                  </a:lnTo>
                  <a:lnTo>
                    <a:pt x="1374593" y="1655675"/>
                  </a:lnTo>
                  <a:lnTo>
                    <a:pt x="1374581" y="1655676"/>
                  </a:lnTo>
                  <a:lnTo>
                    <a:pt x="1374565" y="1655676"/>
                  </a:lnTo>
                  <a:lnTo>
                    <a:pt x="1374560" y="1655676"/>
                  </a:lnTo>
                  <a:lnTo>
                    <a:pt x="1374552" y="1655672"/>
                  </a:lnTo>
                  <a:lnTo>
                    <a:pt x="1374545" y="1655666"/>
                  </a:lnTo>
                  <a:lnTo>
                    <a:pt x="1374534" y="1655657"/>
                  </a:lnTo>
                  <a:lnTo>
                    <a:pt x="1374523" y="1655648"/>
                  </a:lnTo>
                  <a:lnTo>
                    <a:pt x="1374510" y="1655643"/>
                  </a:lnTo>
                  <a:lnTo>
                    <a:pt x="1374494" y="1655640"/>
                  </a:lnTo>
                  <a:lnTo>
                    <a:pt x="1374482" y="1655647"/>
                  </a:lnTo>
                  <a:lnTo>
                    <a:pt x="1374461" y="1655660"/>
                  </a:lnTo>
                  <a:lnTo>
                    <a:pt x="1374450" y="1655662"/>
                  </a:lnTo>
                  <a:lnTo>
                    <a:pt x="1374439" y="1655659"/>
                  </a:lnTo>
                  <a:lnTo>
                    <a:pt x="1374433" y="1655654"/>
                  </a:lnTo>
                  <a:lnTo>
                    <a:pt x="1374425" y="1655648"/>
                  </a:lnTo>
                  <a:lnTo>
                    <a:pt x="1374411" y="1655624"/>
                  </a:lnTo>
                  <a:lnTo>
                    <a:pt x="1374404" y="1655611"/>
                  </a:lnTo>
                  <a:lnTo>
                    <a:pt x="1374385" y="1655582"/>
                  </a:lnTo>
                  <a:lnTo>
                    <a:pt x="1374375" y="1655573"/>
                  </a:lnTo>
                  <a:lnTo>
                    <a:pt x="1374354" y="1655563"/>
                  </a:lnTo>
                  <a:lnTo>
                    <a:pt x="1374347" y="1655562"/>
                  </a:lnTo>
                  <a:lnTo>
                    <a:pt x="1374330" y="1655564"/>
                  </a:lnTo>
                  <a:lnTo>
                    <a:pt x="1374315" y="1655559"/>
                  </a:lnTo>
                  <a:lnTo>
                    <a:pt x="1374310" y="1655551"/>
                  </a:lnTo>
                  <a:lnTo>
                    <a:pt x="1374296" y="1655527"/>
                  </a:lnTo>
                  <a:lnTo>
                    <a:pt x="1374289" y="1655482"/>
                  </a:lnTo>
                  <a:lnTo>
                    <a:pt x="1374282" y="1655474"/>
                  </a:lnTo>
                  <a:lnTo>
                    <a:pt x="1374266" y="1655460"/>
                  </a:lnTo>
                  <a:lnTo>
                    <a:pt x="1374252" y="1655449"/>
                  </a:lnTo>
                  <a:lnTo>
                    <a:pt x="1374231" y="1655442"/>
                  </a:lnTo>
                  <a:lnTo>
                    <a:pt x="1374214" y="1655439"/>
                  </a:lnTo>
                  <a:lnTo>
                    <a:pt x="1374185" y="1655435"/>
                  </a:lnTo>
                  <a:lnTo>
                    <a:pt x="1374147" y="1655427"/>
                  </a:lnTo>
                  <a:lnTo>
                    <a:pt x="1374131" y="1655420"/>
                  </a:lnTo>
                  <a:lnTo>
                    <a:pt x="1374103" y="1655406"/>
                  </a:lnTo>
                  <a:lnTo>
                    <a:pt x="1374089" y="1655397"/>
                  </a:lnTo>
                  <a:lnTo>
                    <a:pt x="1374081" y="1655387"/>
                  </a:lnTo>
                  <a:lnTo>
                    <a:pt x="1374066" y="1655342"/>
                  </a:lnTo>
                  <a:lnTo>
                    <a:pt x="1374062" y="1655326"/>
                  </a:lnTo>
                  <a:lnTo>
                    <a:pt x="1374047" y="1655321"/>
                  </a:lnTo>
                  <a:lnTo>
                    <a:pt x="1374026" y="1655309"/>
                  </a:lnTo>
                  <a:lnTo>
                    <a:pt x="1374018" y="1655290"/>
                  </a:lnTo>
                  <a:lnTo>
                    <a:pt x="1374018" y="1655280"/>
                  </a:lnTo>
                  <a:lnTo>
                    <a:pt x="1374018" y="1655263"/>
                  </a:lnTo>
                  <a:lnTo>
                    <a:pt x="1374008" y="1655228"/>
                  </a:lnTo>
                  <a:lnTo>
                    <a:pt x="1373985" y="1655207"/>
                  </a:lnTo>
                  <a:lnTo>
                    <a:pt x="1373961" y="1655194"/>
                  </a:lnTo>
                  <a:lnTo>
                    <a:pt x="1373944" y="1655193"/>
                  </a:lnTo>
                  <a:lnTo>
                    <a:pt x="1373915" y="1655206"/>
                  </a:lnTo>
                  <a:lnTo>
                    <a:pt x="1373897" y="1655205"/>
                  </a:lnTo>
                  <a:lnTo>
                    <a:pt x="1373889" y="1655197"/>
                  </a:lnTo>
                  <a:lnTo>
                    <a:pt x="1373887" y="1655190"/>
                  </a:lnTo>
                  <a:lnTo>
                    <a:pt x="1373885" y="1655165"/>
                  </a:lnTo>
                  <a:lnTo>
                    <a:pt x="1373885" y="1655156"/>
                  </a:lnTo>
                  <a:lnTo>
                    <a:pt x="1373891" y="1655140"/>
                  </a:lnTo>
                  <a:lnTo>
                    <a:pt x="1373902" y="1655118"/>
                  </a:lnTo>
                  <a:lnTo>
                    <a:pt x="1373903" y="1655102"/>
                  </a:lnTo>
                  <a:lnTo>
                    <a:pt x="1373892" y="1655087"/>
                  </a:lnTo>
                  <a:lnTo>
                    <a:pt x="1373885" y="1655078"/>
                  </a:lnTo>
                  <a:lnTo>
                    <a:pt x="1373869" y="1655066"/>
                  </a:lnTo>
                  <a:lnTo>
                    <a:pt x="1373855" y="1655053"/>
                  </a:lnTo>
                  <a:lnTo>
                    <a:pt x="1373840" y="1655032"/>
                  </a:lnTo>
                  <a:lnTo>
                    <a:pt x="1373822" y="1655004"/>
                  </a:lnTo>
                  <a:lnTo>
                    <a:pt x="1373820" y="1654993"/>
                  </a:lnTo>
                  <a:lnTo>
                    <a:pt x="1373818" y="1654978"/>
                  </a:lnTo>
                  <a:lnTo>
                    <a:pt x="1373802" y="1654975"/>
                  </a:lnTo>
                  <a:lnTo>
                    <a:pt x="1373781" y="1654971"/>
                  </a:lnTo>
                  <a:lnTo>
                    <a:pt x="1373766" y="1654966"/>
                  </a:lnTo>
                  <a:lnTo>
                    <a:pt x="1373755" y="1654952"/>
                  </a:lnTo>
                  <a:lnTo>
                    <a:pt x="1373748" y="1654938"/>
                  </a:lnTo>
                  <a:lnTo>
                    <a:pt x="1373740" y="1654920"/>
                  </a:lnTo>
                  <a:lnTo>
                    <a:pt x="1373725" y="1654911"/>
                  </a:lnTo>
                  <a:lnTo>
                    <a:pt x="1373688" y="1654902"/>
                  </a:lnTo>
                  <a:lnTo>
                    <a:pt x="1373681" y="1654895"/>
                  </a:lnTo>
                  <a:lnTo>
                    <a:pt x="1373679" y="1654887"/>
                  </a:lnTo>
                  <a:lnTo>
                    <a:pt x="1373673" y="1654869"/>
                  </a:lnTo>
                  <a:lnTo>
                    <a:pt x="1373663" y="1654842"/>
                  </a:lnTo>
                  <a:lnTo>
                    <a:pt x="1373656" y="1654819"/>
                  </a:lnTo>
                  <a:lnTo>
                    <a:pt x="1373649" y="1654810"/>
                  </a:lnTo>
                  <a:lnTo>
                    <a:pt x="1373643" y="1654811"/>
                  </a:lnTo>
                  <a:lnTo>
                    <a:pt x="1373625" y="1654816"/>
                  </a:lnTo>
                  <a:lnTo>
                    <a:pt x="1373583" y="1654833"/>
                  </a:lnTo>
                  <a:lnTo>
                    <a:pt x="1373529" y="1654859"/>
                  </a:lnTo>
                  <a:lnTo>
                    <a:pt x="1373519" y="1654863"/>
                  </a:lnTo>
                  <a:lnTo>
                    <a:pt x="1373507" y="1654867"/>
                  </a:lnTo>
                  <a:lnTo>
                    <a:pt x="1373482" y="1654872"/>
                  </a:lnTo>
                  <a:lnTo>
                    <a:pt x="1373461" y="1654872"/>
                  </a:lnTo>
                  <a:lnTo>
                    <a:pt x="1373445" y="1654868"/>
                  </a:lnTo>
                  <a:lnTo>
                    <a:pt x="1373418" y="1654854"/>
                  </a:lnTo>
                  <a:lnTo>
                    <a:pt x="1373398" y="1654845"/>
                  </a:lnTo>
                  <a:lnTo>
                    <a:pt x="1373376" y="1654825"/>
                  </a:lnTo>
                  <a:lnTo>
                    <a:pt x="1373363" y="1654815"/>
                  </a:lnTo>
                  <a:lnTo>
                    <a:pt x="1373336" y="1654796"/>
                  </a:lnTo>
                  <a:lnTo>
                    <a:pt x="1373318" y="1654789"/>
                  </a:lnTo>
                  <a:lnTo>
                    <a:pt x="1373285" y="1654776"/>
                  </a:lnTo>
                  <a:lnTo>
                    <a:pt x="1373254" y="1654768"/>
                  </a:lnTo>
                  <a:lnTo>
                    <a:pt x="1373244" y="1654765"/>
                  </a:lnTo>
                  <a:lnTo>
                    <a:pt x="1373207" y="1654751"/>
                  </a:lnTo>
                  <a:lnTo>
                    <a:pt x="1373190" y="1654750"/>
                  </a:lnTo>
                  <a:lnTo>
                    <a:pt x="1373164" y="1654751"/>
                  </a:lnTo>
                  <a:lnTo>
                    <a:pt x="1373159" y="1654751"/>
                  </a:lnTo>
                  <a:lnTo>
                    <a:pt x="1373144" y="1654759"/>
                  </a:lnTo>
                  <a:lnTo>
                    <a:pt x="1373135" y="1654775"/>
                  </a:lnTo>
                  <a:lnTo>
                    <a:pt x="1373118" y="1654780"/>
                  </a:lnTo>
                  <a:lnTo>
                    <a:pt x="1373094" y="1654773"/>
                  </a:lnTo>
                  <a:lnTo>
                    <a:pt x="1373089" y="1654762"/>
                  </a:lnTo>
                  <a:lnTo>
                    <a:pt x="1373079" y="1654754"/>
                  </a:lnTo>
                  <a:lnTo>
                    <a:pt x="1373067" y="1654744"/>
                  </a:lnTo>
                  <a:lnTo>
                    <a:pt x="1373056" y="1654732"/>
                  </a:lnTo>
                  <a:lnTo>
                    <a:pt x="1373053" y="1654723"/>
                  </a:lnTo>
                  <a:lnTo>
                    <a:pt x="1373058" y="1654711"/>
                  </a:lnTo>
                  <a:lnTo>
                    <a:pt x="1373054" y="1654700"/>
                  </a:lnTo>
                  <a:lnTo>
                    <a:pt x="1373042" y="1654699"/>
                  </a:lnTo>
                  <a:lnTo>
                    <a:pt x="1372998" y="1654728"/>
                  </a:lnTo>
                  <a:lnTo>
                    <a:pt x="1372973" y="1654734"/>
                  </a:lnTo>
                  <a:lnTo>
                    <a:pt x="1372947" y="1654737"/>
                  </a:lnTo>
                  <a:lnTo>
                    <a:pt x="1372887" y="1654748"/>
                  </a:lnTo>
                  <a:lnTo>
                    <a:pt x="1372837" y="1654759"/>
                  </a:lnTo>
                  <a:lnTo>
                    <a:pt x="1372793" y="1654764"/>
                  </a:lnTo>
                  <a:lnTo>
                    <a:pt x="1372784" y="1654784"/>
                  </a:lnTo>
                  <a:lnTo>
                    <a:pt x="1372771" y="1654805"/>
                  </a:lnTo>
                  <a:lnTo>
                    <a:pt x="1372748" y="1654819"/>
                  </a:lnTo>
                  <a:lnTo>
                    <a:pt x="1372729" y="1654821"/>
                  </a:lnTo>
                  <a:lnTo>
                    <a:pt x="1372695" y="1654823"/>
                  </a:lnTo>
                  <a:lnTo>
                    <a:pt x="1372651" y="1654823"/>
                  </a:lnTo>
                  <a:lnTo>
                    <a:pt x="1372640" y="1654824"/>
                  </a:lnTo>
                  <a:lnTo>
                    <a:pt x="1372627" y="1654824"/>
                  </a:lnTo>
                  <a:lnTo>
                    <a:pt x="1372619" y="1654830"/>
                  </a:lnTo>
                  <a:lnTo>
                    <a:pt x="1372611" y="1654836"/>
                  </a:lnTo>
                  <a:lnTo>
                    <a:pt x="1372605" y="1654840"/>
                  </a:lnTo>
                  <a:lnTo>
                    <a:pt x="1372598" y="1654845"/>
                  </a:lnTo>
                  <a:lnTo>
                    <a:pt x="1372569" y="1654845"/>
                  </a:lnTo>
                  <a:lnTo>
                    <a:pt x="1372543" y="1654838"/>
                  </a:lnTo>
                  <a:lnTo>
                    <a:pt x="1372513" y="1654823"/>
                  </a:lnTo>
                  <a:lnTo>
                    <a:pt x="1372496" y="1654807"/>
                  </a:lnTo>
                  <a:lnTo>
                    <a:pt x="1372483" y="1654802"/>
                  </a:lnTo>
                  <a:lnTo>
                    <a:pt x="1372474" y="1654803"/>
                  </a:lnTo>
                  <a:lnTo>
                    <a:pt x="1372454" y="1654805"/>
                  </a:lnTo>
                  <a:lnTo>
                    <a:pt x="1372435" y="1654806"/>
                  </a:lnTo>
                  <a:lnTo>
                    <a:pt x="1372412" y="1654809"/>
                  </a:lnTo>
                  <a:lnTo>
                    <a:pt x="1372403" y="1654807"/>
                  </a:lnTo>
                  <a:lnTo>
                    <a:pt x="1372394" y="1654804"/>
                  </a:lnTo>
                  <a:lnTo>
                    <a:pt x="1372389" y="1654800"/>
                  </a:lnTo>
                  <a:lnTo>
                    <a:pt x="1372382" y="1654798"/>
                  </a:lnTo>
                  <a:lnTo>
                    <a:pt x="1372378" y="1654812"/>
                  </a:lnTo>
                  <a:lnTo>
                    <a:pt x="1372373" y="1654825"/>
                  </a:lnTo>
                  <a:lnTo>
                    <a:pt x="1372360" y="1654851"/>
                  </a:lnTo>
                  <a:lnTo>
                    <a:pt x="1372345" y="1654873"/>
                  </a:lnTo>
                  <a:lnTo>
                    <a:pt x="1372332" y="1654893"/>
                  </a:lnTo>
                  <a:lnTo>
                    <a:pt x="1372315" y="1654928"/>
                  </a:lnTo>
                  <a:lnTo>
                    <a:pt x="1372314" y="1654935"/>
                  </a:lnTo>
                  <a:lnTo>
                    <a:pt x="1372308" y="1654966"/>
                  </a:lnTo>
                  <a:lnTo>
                    <a:pt x="1372307" y="1655013"/>
                  </a:lnTo>
                  <a:lnTo>
                    <a:pt x="1372310" y="1655054"/>
                  </a:lnTo>
                  <a:lnTo>
                    <a:pt x="1372314" y="1655102"/>
                  </a:lnTo>
                  <a:lnTo>
                    <a:pt x="1372314" y="1655140"/>
                  </a:lnTo>
                  <a:lnTo>
                    <a:pt x="1372311" y="1655152"/>
                  </a:lnTo>
                  <a:lnTo>
                    <a:pt x="1372304" y="1655175"/>
                  </a:lnTo>
                  <a:lnTo>
                    <a:pt x="1372286" y="1655219"/>
                  </a:lnTo>
                  <a:lnTo>
                    <a:pt x="1372237" y="1655256"/>
                  </a:lnTo>
                  <a:lnTo>
                    <a:pt x="1372202" y="1655276"/>
                  </a:lnTo>
                  <a:lnTo>
                    <a:pt x="1372190" y="1655280"/>
                  </a:lnTo>
                  <a:lnTo>
                    <a:pt x="1372177" y="1655278"/>
                  </a:lnTo>
                  <a:lnTo>
                    <a:pt x="1372154" y="1655268"/>
                  </a:lnTo>
                  <a:lnTo>
                    <a:pt x="1372113" y="1655255"/>
                  </a:lnTo>
                  <a:lnTo>
                    <a:pt x="1372089" y="1655255"/>
                  </a:lnTo>
                  <a:lnTo>
                    <a:pt x="1372071" y="1655257"/>
                  </a:lnTo>
                  <a:lnTo>
                    <a:pt x="1372030" y="1655254"/>
                  </a:lnTo>
                  <a:lnTo>
                    <a:pt x="1371998" y="1655258"/>
                  </a:lnTo>
                  <a:lnTo>
                    <a:pt x="1371964" y="1655262"/>
                  </a:lnTo>
                  <a:lnTo>
                    <a:pt x="1371952" y="1655258"/>
                  </a:lnTo>
                  <a:lnTo>
                    <a:pt x="1371926" y="1655238"/>
                  </a:lnTo>
                  <a:lnTo>
                    <a:pt x="1371903" y="1655233"/>
                  </a:lnTo>
                  <a:lnTo>
                    <a:pt x="1371882" y="1655236"/>
                  </a:lnTo>
                  <a:lnTo>
                    <a:pt x="1371850" y="1655259"/>
                  </a:lnTo>
                  <a:lnTo>
                    <a:pt x="1371811" y="1655267"/>
                  </a:lnTo>
                  <a:lnTo>
                    <a:pt x="1371778" y="1655276"/>
                  </a:lnTo>
                  <a:lnTo>
                    <a:pt x="1371746" y="1655281"/>
                  </a:lnTo>
                  <a:lnTo>
                    <a:pt x="1371728" y="1655284"/>
                  </a:lnTo>
                  <a:lnTo>
                    <a:pt x="1371711" y="1655286"/>
                  </a:lnTo>
                  <a:lnTo>
                    <a:pt x="1371670" y="1655294"/>
                  </a:lnTo>
                  <a:lnTo>
                    <a:pt x="1371629" y="1655311"/>
                  </a:lnTo>
                  <a:lnTo>
                    <a:pt x="1371589" y="1655328"/>
                  </a:lnTo>
                  <a:lnTo>
                    <a:pt x="1371564" y="1655359"/>
                  </a:lnTo>
                  <a:lnTo>
                    <a:pt x="1371547" y="1655381"/>
                  </a:lnTo>
                  <a:lnTo>
                    <a:pt x="1371533" y="1655400"/>
                  </a:lnTo>
                  <a:lnTo>
                    <a:pt x="1371509" y="1655421"/>
                  </a:lnTo>
                  <a:lnTo>
                    <a:pt x="1371482" y="1655429"/>
                  </a:lnTo>
                  <a:lnTo>
                    <a:pt x="1371452" y="1655430"/>
                  </a:lnTo>
                  <a:lnTo>
                    <a:pt x="1371433" y="1655430"/>
                  </a:lnTo>
                  <a:lnTo>
                    <a:pt x="1371421" y="1655435"/>
                  </a:lnTo>
                  <a:lnTo>
                    <a:pt x="1371405" y="1655461"/>
                  </a:lnTo>
                  <a:lnTo>
                    <a:pt x="1371357" y="1655468"/>
                  </a:lnTo>
                  <a:lnTo>
                    <a:pt x="1371328" y="1655480"/>
                  </a:lnTo>
                  <a:lnTo>
                    <a:pt x="1371312" y="1655505"/>
                  </a:lnTo>
                  <a:lnTo>
                    <a:pt x="1371266" y="1655593"/>
                  </a:lnTo>
                  <a:lnTo>
                    <a:pt x="1371250" y="1655648"/>
                  </a:lnTo>
                  <a:lnTo>
                    <a:pt x="1371231" y="1655692"/>
                  </a:lnTo>
                  <a:lnTo>
                    <a:pt x="1371201" y="1655719"/>
                  </a:lnTo>
                  <a:lnTo>
                    <a:pt x="1371189" y="1655761"/>
                  </a:lnTo>
                  <a:lnTo>
                    <a:pt x="1371184" y="1655800"/>
                  </a:lnTo>
                  <a:lnTo>
                    <a:pt x="1371184" y="1655832"/>
                  </a:lnTo>
                  <a:lnTo>
                    <a:pt x="1371207" y="1655870"/>
                  </a:lnTo>
                  <a:lnTo>
                    <a:pt x="1371200" y="1655877"/>
                  </a:lnTo>
                  <a:lnTo>
                    <a:pt x="1371183" y="1655894"/>
                  </a:lnTo>
                  <a:lnTo>
                    <a:pt x="1371142" y="1655929"/>
                  </a:lnTo>
                  <a:lnTo>
                    <a:pt x="1371119" y="1655936"/>
                  </a:lnTo>
                  <a:lnTo>
                    <a:pt x="1371091" y="1655946"/>
                  </a:lnTo>
                  <a:lnTo>
                    <a:pt x="1371043" y="1655963"/>
                  </a:lnTo>
                  <a:lnTo>
                    <a:pt x="1371004" y="1655999"/>
                  </a:lnTo>
                  <a:lnTo>
                    <a:pt x="1370994" y="1656008"/>
                  </a:lnTo>
                  <a:lnTo>
                    <a:pt x="1370981" y="1656027"/>
                  </a:lnTo>
                  <a:lnTo>
                    <a:pt x="1370970" y="1656077"/>
                  </a:lnTo>
                  <a:lnTo>
                    <a:pt x="1370960" y="1656108"/>
                  </a:lnTo>
                  <a:lnTo>
                    <a:pt x="1370950" y="1656144"/>
                  </a:lnTo>
                  <a:lnTo>
                    <a:pt x="1370951" y="1656178"/>
                  </a:lnTo>
                  <a:lnTo>
                    <a:pt x="1370951" y="1656213"/>
                  </a:lnTo>
                  <a:lnTo>
                    <a:pt x="1370940" y="1656265"/>
                  </a:lnTo>
                  <a:lnTo>
                    <a:pt x="1370936" y="1656302"/>
                  </a:lnTo>
                  <a:lnTo>
                    <a:pt x="1370945" y="1656324"/>
                  </a:lnTo>
                  <a:lnTo>
                    <a:pt x="1370977" y="1656358"/>
                  </a:lnTo>
                  <a:lnTo>
                    <a:pt x="1370985" y="1656377"/>
                  </a:lnTo>
                  <a:lnTo>
                    <a:pt x="1370994" y="1656394"/>
                  </a:lnTo>
                  <a:lnTo>
                    <a:pt x="1370999" y="1656404"/>
                  </a:lnTo>
                  <a:lnTo>
                    <a:pt x="1371005" y="1656419"/>
                  </a:lnTo>
                  <a:lnTo>
                    <a:pt x="1371009" y="1656437"/>
                  </a:lnTo>
                  <a:lnTo>
                    <a:pt x="1371009" y="1656460"/>
                  </a:lnTo>
                  <a:lnTo>
                    <a:pt x="1371008" y="1656484"/>
                  </a:lnTo>
                  <a:lnTo>
                    <a:pt x="1371014" y="1656503"/>
                  </a:lnTo>
                  <a:lnTo>
                    <a:pt x="1371017" y="1656526"/>
                  </a:lnTo>
                  <a:lnTo>
                    <a:pt x="1371001" y="1656577"/>
                  </a:lnTo>
                  <a:lnTo>
                    <a:pt x="1370998" y="1656592"/>
                  </a:lnTo>
                  <a:lnTo>
                    <a:pt x="1370995" y="1656599"/>
                  </a:lnTo>
                  <a:lnTo>
                    <a:pt x="1370987" y="1656605"/>
                  </a:lnTo>
                  <a:lnTo>
                    <a:pt x="1370966" y="1656621"/>
                  </a:lnTo>
                  <a:lnTo>
                    <a:pt x="1370940" y="1656635"/>
                  </a:lnTo>
                  <a:lnTo>
                    <a:pt x="1370907" y="1656664"/>
                  </a:lnTo>
                  <a:lnTo>
                    <a:pt x="1370899" y="1656698"/>
                  </a:lnTo>
                  <a:lnTo>
                    <a:pt x="1370899" y="1656733"/>
                  </a:lnTo>
                  <a:lnTo>
                    <a:pt x="1370915" y="1656766"/>
                  </a:lnTo>
                  <a:lnTo>
                    <a:pt x="1370951" y="1656801"/>
                  </a:lnTo>
                  <a:lnTo>
                    <a:pt x="1370978" y="1656838"/>
                  </a:lnTo>
                  <a:lnTo>
                    <a:pt x="1371013" y="1656888"/>
                  </a:lnTo>
                  <a:lnTo>
                    <a:pt x="1371039" y="1656926"/>
                  </a:lnTo>
                  <a:lnTo>
                    <a:pt x="1371104" y="1656990"/>
                  </a:lnTo>
                  <a:lnTo>
                    <a:pt x="1371147" y="1657044"/>
                  </a:lnTo>
                  <a:lnTo>
                    <a:pt x="1371149" y="1657069"/>
                  </a:lnTo>
                  <a:lnTo>
                    <a:pt x="1371154" y="1657098"/>
                  </a:lnTo>
                  <a:lnTo>
                    <a:pt x="1371162" y="1657134"/>
                  </a:lnTo>
                  <a:lnTo>
                    <a:pt x="1371181" y="1657183"/>
                  </a:lnTo>
                  <a:lnTo>
                    <a:pt x="1371177" y="1657230"/>
                  </a:lnTo>
                  <a:lnTo>
                    <a:pt x="1371180" y="1657259"/>
                  </a:lnTo>
                  <a:lnTo>
                    <a:pt x="1371192" y="1657293"/>
                  </a:lnTo>
                  <a:lnTo>
                    <a:pt x="1371187" y="1657310"/>
                  </a:lnTo>
                  <a:lnTo>
                    <a:pt x="1371142" y="1657310"/>
                  </a:lnTo>
                  <a:lnTo>
                    <a:pt x="1371114" y="1657315"/>
                  </a:lnTo>
                  <a:lnTo>
                    <a:pt x="1371075" y="1657331"/>
                  </a:lnTo>
                  <a:lnTo>
                    <a:pt x="1371062" y="1657337"/>
                  </a:lnTo>
                  <a:lnTo>
                    <a:pt x="1371057" y="1657346"/>
                  </a:lnTo>
                  <a:lnTo>
                    <a:pt x="1371044" y="1657375"/>
                  </a:lnTo>
                  <a:lnTo>
                    <a:pt x="1371037" y="1657417"/>
                  </a:lnTo>
                  <a:lnTo>
                    <a:pt x="1371027" y="1657433"/>
                  </a:lnTo>
                  <a:lnTo>
                    <a:pt x="1371016" y="1657435"/>
                  </a:lnTo>
                  <a:lnTo>
                    <a:pt x="1370986" y="1657436"/>
                  </a:lnTo>
                  <a:lnTo>
                    <a:pt x="1370933" y="1657451"/>
                  </a:lnTo>
                  <a:lnTo>
                    <a:pt x="1370911" y="1657462"/>
                  </a:lnTo>
                  <a:lnTo>
                    <a:pt x="1370894" y="1657469"/>
                  </a:lnTo>
                  <a:lnTo>
                    <a:pt x="1370871" y="1657470"/>
                  </a:lnTo>
                  <a:lnTo>
                    <a:pt x="1370847" y="1657479"/>
                  </a:lnTo>
                  <a:lnTo>
                    <a:pt x="1370837" y="1657495"/>
                  </a:lnTo>
                  <a:lnTo>
                    <a:pt x="1370841" y="1657522"/>
                  </a:lnTo>
                  <a:lnTo>
                    <a:pt x="1370836" y="1657539"/>
                  </a:lnTo>
                  <a:lnTo>
                    <a:pt x="1370829" y="1657547"/>
                  </a:lnTo>
                  <a:lnTo>
                    <a:pt x="1370816" y="1657553"/>
                  </a:lnTo>
                  <a:lnTo>
                    <a:pt x="1370787" y="1657558"/>
                  </a:lnTo>
                  <a:lnTo>
                    <a:pt x="1370729" y="1657572"/>
                  </a:lnTo>
                  <a:lnTo>
                    <a:pt x="1370688" y="1657596"/>
                  </a:lnTo>
                  <a:lnTo>
                    <a:pt x="1370670" y="1657608"/>
                  </a:lnTo>
                  <a:lnTo>
                    <a:pt x="1370648" y="1657622"/>
                  </a:lnTo>
                  <a:lnTo>
                    <a:pt x="1370624" y="1657639"/>
                  </a:lnTo>
                  <a:lnTo>
                    <a:pt x="1370608" y="1657658"/>
                  </a:lnTo>
                  <a:lnTo>
                    <a:pt x="1370601" y="1657693"/>
                  </a:lnTo>
                  <a:lnTo>
                    <a:pt x="1370585" y="1657730"/>
                  </a:lnTo>
                  <a:lnTo>
                    <a:pt x="1370550" y="1657768"/>
                  </a:lnTo>
                  <a:lnTo>
                    <a:pt x="1370553" y="1657795"/>
                  </a:lnTo>
                  <a:lnTo>
                    <a:pt x="1370548" y="1657813"/>
                  </a:lnTo>
                  <a:lnTo>
                    <a:pt x="1370535" y="1657857"/>
                  </a:lnTo>
                  <a:lnTo>
                    <a:pt x="1370515" y="1657910"/>
                  </a:lnTo>
                  <a:lnTo>
                    <a:pt x="1370512" y="1657916"/>
                  </a:lnTo>
                  <a:lnTo>
                    <a:pt x="1370506" y="1657927"/>
                  </a:lnTo>
                  <a:lnTo>
                    <a:pt x="1370491" y="1657953"/>
                  </a:lnTo>
                  <a:lnTo>
                    <a:pt x="1370483" y="1657964"/>
                  </a:lnTo>
                  <a:lnTo>
                    <a:pt x="1370464" y="1657978"/>
                  </a:lnTo>
                  <a:lnTo>
                    <a:pt x="1370448" y="1657989"/>
                  </a:lnTo>
                  <a:lnTo>
                    <a:pt x="1370435" y="1658009"/>
                  </a:lnTo>
                  <a:lnTo>
                    <a:pt x="1370435" y="1658017"/>
                  </a:lnTo>
                  <a:lnTo>
                    <a:pt x="1370443" y="1658038"/>
                  </a:lnTo>
                  <a:lnTo>
                    <a:pt x="1370463" y="1658055"/>
                  </a:lnTo>
                  <a:lnTo>
                    <a:pt x="1370496" y="1658086"/>
                  </a:lnTo>
                  <a:lnTo>
                    <a:pt x="1370508" y="1658121"/>
                  </a:lnTo>
                  <a:lnTo>
                    <a:pt x="1370505" y="1658151"/>
                  </a:lnTo>
                  <a:lnTo>
                    <a:pt x="1370488" y="1658186"/>
                  </a:lnTo>
                  <a:lnTo>
                    <a:pt x="1370484" y="1658204"/>
                  </a:lnTo>
                  <a:lnTo>
                    <a:pt x="1370474" y="1658223"/>
                  </a:lnTo>
                  <a:lnTo>
                    <a:pt x="1370459" y="1658242"/>
                  </a:lnTo>
                  <a:lnTo>
                    <a:pt x="1370444" y="1658258"/>
                  </a:lnTo>
                  <a:lnTo>
                    <a:pt x="1370407" y="1658286"/>
                  </a:lnTo>
                  <a:lnTo>
                    <a:pt x="1370381" y="1658307"/>
                  </a:lnTo>
                  <a:lnTo>
                    <a:pt x="1370365" y="1658338"/>
                  </a:lnTo>
                  <a:lnTo>
                    <a:pt x="1370353" y="1658365"/>
                  </a:lnTo>
                  <a:lnTo>
                    <a:pt x="1370334" y="1658421"/>
                  </a:lnTo>
                  <a:lnTo>
                    <a:pt x="1370319" y="1658457"/>
                  </a:lnTo>
                  <a:lnTo>
                    <a:pt x="1370314" y="1658470"/>
                  </a:lnTo>
                  <a:lnTo>
                    <a:pt x="1370312" y="1658496"/>
                  </a:lnTo>
                  <a:lnTo>
                    <a:pt x="1370308" y="1658526"/>
                  </a:lnTo>
                  <a:lnTo>
                    <a:pt x="1370304" y="1658534"/>
                  </a:lnTo>
                  <a:lnTo>
                    <a:pt x="1370299" y="1658543"/>
                  </a:lnTo>
                  <a:lnTo>
                    <a:pt x="1370280" y="1658557"/>
                  </a:lnTo>
                  <a:lnTo>
                    <a:pt x="1370267" y="1658571"/>
                  </a:lnTo>
                  <a:lnTo>
                    <a:pt x="1370256" y="1658597"/>
                  </a:lnTo>
                  <a:lnTo>
                    <a:pt x="1370257" y="1658621"/>
                  </a:lnTo>
                  <a:lnTo>
                    <a:pt x="1370266" y="1658668"/>
                  </a:lnTo>
                  <a:lnTo>
                    <a:pt x="1370272" y="1658701"/>
                  </a:lnTo>
                  <a:lnTo>
                    <a:pt x="1370272" y="1658735"/>
                  </a:lnTo>
                  <a:lnTo>
                    <a:pt x="1370271" y="1658764"/>
                  </a:lnTo>
                  <a:lnTo>
                    <a:pt x="1370255" y="1658801"/>
                  </a:lnTo>
                  <a:lnTo>
                    <a:pt x="1370233" y="1658867"/>
                  </a:lnTo>
                  <a:lnTo>
                    <a:pt x="1370218" y="1658920"/>
                  </a:lnTo>
                  <a:lnTo>
                    <a:pt x="1370218" y="1658955"/>
                  </a:lnTo>
                  <a:lnTo>
                    <a:pt x="1370217" y="1658970"/>
                  </a:lnTo>
                  <a:lnTo>
                    <a:pt x="1370212" y="1658975"/>
                  </a:lnTo>
                  <a:lnTo>
                    <a:pt x="1370207" y="1658981"/>
                  </a:lnTo>
                  <a:lnTo>
                    <a:pt x="1370156" y="1658997"/>
                  </a:lnTo>
                  <a:lnTo>
                    <a:pt x="1370113" y="1659022"/>
                  </a:lnTo>
                  <a:lnTo>
                    <a:pt x="1370074" y="1659051"/>
                  </a:lnTo>
                  <a:lnTo>
                    <a:pt x="1370046" y="1659071"/>
                  </a:lnTo>
                  <a:lnTo>
                    <a:pt x="1370011" y="1659098"/>
                  </a:lnTo>
                  <a:lnTo>
                    <a:pt x="1369966" y="1659134"/>
                  </a:lnTo>
                  <a:lnTo>
                    <a:pt x="1369943" y="1659159"/>
                  </a:lnTo>
                  <a:lnTo>
                    <a:pt x="1369892" y="1659203"/>
                  </a:lnTo>
                  <a:lnTo>
                    <a:pt x="1369866" y="1659229"/>
                  </a:lnTo>
                  <a:lnTo>
                    <a:pt x="1369815" y="1659261"/>
                  </a:lnTo>
                  <a:lnTo>
                    <a:pt x="1369788" y="1659285"/>
                  </a:lnTo>
                  <a:lnTo>
                    <a:pt x="1369749" y="1659336"/>
                  </a:lnTo>
                  <a:lnTo>
                    <a:pt x="1369743" y="1659347"/>
                  </a:lnTo>
                  <a:lnTo>
                    <a:pt x="1369739" y="1659358"/>
                  </a:lnTo>
                  <a:lnTo>
                    <a:pt x="1369732" y="1659389"/>
                  </a:lnTo>
                  <a:lnTo>
                    <a:pt x="1369716" y="1659422"/>
                  </a:lnTo>
                  <a:lnTo>
                    <a:pt x="1369701" y="1659438"/>
                  </a:lnTo>
                  <a:lnTo>
                    <a:pt x="1369673" y="1659469"/>
                  </a:lnTo>
                  <a:lnTo>
                    <a:pt x="1369662" y="1659474"/>
                  </a:lnTo>
                  <a:lnTo>
                    <a:pt x="1369636" y="1659487"/>
                  </a:lnTo>
                  <a:lnTo>
                    <a:pt x="1369613" y="1659496"/>
                  </a:lnTo>
                  <a:lnTo>
                    <a:pt x="1369588" y="1659501"/>
                  </a:lnTo>
                  <a:lnTo>
                    <a:pt x="1369576" y="1659499"/>
                  </a:lnTo>
                  <a:lnTo>
                    <a:pt x="1369543" y="1659491"/>
                  </a:lnTo>
                  <a:lnTo>
                    <a:pt x="1369518" y="1659482"/>
                  </a:lnTo>
                  <a:lnTo>
                    <a:pt x="1369490" y="1659478"/>
                  </a:lnTo>
                  <a:lnTo>
                    <a:pt x="1369479" y="1659478"/>
                  </a:lnTo>
                  <a:lnTo>
                    <a:pt x="1369464" y="1659479"/>
                  </a:lnTo>
                  <a:lnTo>
                    <a:pt x="1369445" y="1659473"/>
                  </a:lnTo>
                  <a:lnTo>
                    <a:pt x="1369434" y="1659463"/>
                  </a:lnTo>
                  <a:lnTo>
                    <a:pt x="1369424" y="1659457"/>
                  </a:lnTo>
                  <a:lnTo>
                    <a:pt x="1369407" y="1659461"/>
                  </a:lnTo>
                  <a:lnTo>
                    <a:pt x="1369379" y="1659484"/>
                  </a:lnTo>
                  <a:lnTo>
                    <a:pt x="1369350" y="1659508"/>
                  </a:lnTo>
                  <a:lnTo>
                    <a:pt x="1369345" y="1659512"/>
                  </a:lnTo>
                  <a:lnTo>
                    <a:pt x="1369340" y="1659517"/>
                  </a:lnTo>
                  <a:lnTo>
                    <a:pt x="1369317" y="1659535"/>
                  </a:lnTo>
                  <a:lnTo>
                    <a:pt x="1369312" y="1659539"/>
                  </a:lnTo>
                  <a:lnTo>
                    <a:pt x="1369307" y="1659541"/>
                  </a:lnTo>
                  <a:lnTo>
                    <a:pt x="1369298" y="1659547"/>
                  </a:lnTo>
                  <a:lnTo>
                    <a:pt x="1369279" y="1659553"/>
                  </a:lnTo>
                  <a:lnTo>
                    <a:pt x="1369257" y="1659561"/>
                  </a:lnTo>
                  <a:lnTo>
                    <a:pt x="1369227" y="1659571"/>
                  </a:lnTo>
                  <a:lnTo>
                    <a:pt x="1369209" y="1659581"/>
                  </a:lnTo>
                  <a:lnTo>
                    <a:pt x="1369190" y="1659600"/>
                  </a:lnTo>
                  <a:lnTo>
                    <a:pt x="1369169" y="1659622"/>
                  </a:lnTo>
                  <a:lnTo>
                    <a:pt x="1369158" y="1659639"/>
                  </a:lnTo>
                  <a:lnTo>
                    <a:pt x="1369150" y="1659660"/>
                  </a:lnTo>
                  <a:lnTo>
                    <a:pt x="1369147" y="1659679"/>
                  </a:lnTo>
                  <a:lnTo>
                    <a:pt x="1369147" y="1659695"/>
                  </a:lnTo>
                  <a:lnTo>
                    <a:pt x="1369157" y="1659715"/>
                  </a:lnTo>
                  <a:lnTo>
                    <a:pt x="1369161" y="1659722"/>
                  </a:lnTo>
                  <a:lnTo>
                    <a:pt x="1369165" y="1659730"/>
                  </a:lnTo>
                  <a:lnTo>
                    <a:pt x="1369167" y="1659737"/>
                  </a:lnTo>
                  <a:lnTo>
                    <a:pt x="1369166" y="1659744"/>
                  </a:lnTo>
                  <a:lnTo>
                    <a:pt x="1369162" y="1659748"/>
                  </a:lnTo>
                  <a:lnTo>
                    <a:pt x="1369157" y="1659754"/>
                  </a:lnTo>
                  <a:lnTo>
                    <a:pt x="1369147" y="1659758"/>
                  </a:lnTo>
                  <a:lnTo>
                    <a:pt x="1369130" y="1659759"/>
                  </a:lnTo>
                  <a:lnTo>
                    <a:pt x="1369118" y="1659766"/>
                  </a:lnTo>
                  <a:lnTo>
                    <a:pt x="1369117" y="1659781"/>
                  </a:lnTo>
                  <a:lnTo>
                    <a:pt x="1369114" y="1659792"/>
                  </a:lnTo>
                  <a:lnTo>
                    <a:pt x="1369106" y="1659800"/>
                  </a:lnTo>
                  <a:lnTo>
                    <a:pt x="1369090" y="1659808"/>
                  </a:lnTo>
                  <a:lnTo>
                    <a:pt x="1369068" y="1659815"/>
                  </a:lnTo>
                  <a:lnTo>
                    <a:pt x="1369028" y="1659826"/>
                  </a:lnTo>
                  <a:lnTo>
                    <a:pt x="1368998" y="1659830"/>
                  </a:lnTo>
                  <a:lnTo>
                    <a:pt x="1368973" y="1659820"/>
                  </a:lnTo>
                  <a:lnTo>
                    <a:pt x="1368958" y="1659815"/>
                  </a:lnTo>
                  <a:lnTo>
                    <a:pt x="1368940" y="1659817"/>
                  </a:lnTo>
                  <a:lnTo>
                    <a:pt x="1368931" y="1659819"/>
                  </a:lnTo>
                  <a:lnTo>
                    <a:pt x="1368923" y="1659826"/>
                  </a:lnTo>
                  <a:lnTo>
                    <a:pt x="1368909" y="1659842"/>
                  </a:lnTo>
                  <a:lnTo>
                    <a:pt x="1368896" y="1659864"/>
                  </a:lnTo>
                  <a:lnTo>
                    <a:pt x="1368872" y="1659881"/>
                  </a:lnTo>
                  <a:lnTo>
                    <a:pt x="1368861" y="1659879"/>
                  </a:lnTo>
                  <a:lnTo>
                    <a:pt x="1368851" y="1659871"/>
                  </a:lnTo>
                  <a:lnTo>
                    <a:pt x="1368835" y="1659858"/>
                  </a:lnTo>
                  <a:lnTo>
                    <a:pt x="1368831" y="1659853"/>
                  </a:lnTo>
                  <a:lnTo>
                    <a:pt x="1368812" y="1659843"/>
                  </a:lnTo>
                  <a:lnTo>
                    <a:pt x="1368792" y="1659834"/>
                  </a:lnTo>
                  <a:lnTo>
                    <a:pt x="1368776" y="1659822"/>
                  </a:lnTo>
                  <a:lnTo>
                    <a:pt x="1368765" y="1659806"/>
                  </a:lnTo>
                  <a:lnTo>
                    <a:pt x="1368758" y="1659797"/>
                  </a:lnTo>
                  <a:lnTo>
                    <a:pt x="1368750" y="1659790"/>
                  </a:lnTo>
                  <a:lnTo>
                    <a:pt x="1368736" y="1659781"/>
                  </a:lnTo>
                  <a:lnTo>
                    <a:pt x="1368723" y="1659774"/>
                  </a:lnTo>
                  <a:lnTo>
                    <a:pt x="1368707" y="1659767"/>
                  </a:lnTo>
                  <a:lnTo>
                    <a:pt x="1368684" y="1659765"/>
                  </a:lnTo>
                  <a:lnTo>
                    <a:pt x="1368669" y="1659771"/>
                  </a:lnTo>
                  <a:lnTo>
                    <a:pt x="1368645" y="1659778"/>
                  </a:lnTo>
                  <a:lnTo>
                    <a:pt x="1368622" y="1659776"/>
                  </a:lnTo>
                  <a:lnTo>
                    <a:pt x="1368607" y="1659771"/>
                  </a:lnTo>
                  <a:lnTo>
                    <a:pt x="1368594" y="1659765"/>
                  </a:lnTo>
                  <a:lnTo>
                    <a:pt x="1368565" y="1659752"/>
                  </a:lnTo>
                  <a:lnTo>
                    <a:pt x="1368545" y="1659737"/>
                  </a:lnTo>
                  <a:lnTo>
                    <a:pt x="1368518" y="1659721"/>
                  </a:lnTo>
                  <a:lnTo>
                    <a:pt x="1368496" y="1659702"/>
                  </a:lnTo>
                  <a:lnTo>
                    <a:pt x="1368471" y="1659681"/>
                  </a:lnTo>
                  <a:lnTo>
                    <a:pt x="1368467" y="1659677"/>
                  </a:lnTo>
                  <a:lnTo>
                    <a:pt x="1368441" y="1659666"/>
                  </a:lnTo>
                  <a:lnTo>
                    <a:pt x="1368417" y="1659662"/>
                  </a:lnTo>
                  <a:lnTo>
                    <a:pt x="1368396" y="1659654"/>
                  </a:lnTo>
                  <a:lnTo>
                    <a:pt x="1368383" y="1659646"/>
                  </a:lnTo>
                  <a:lnTo>
                    <a:pt x="1368370" y="1659626"/>
                  </a:lnTo>
                  <a:lnTo>
                    <a:pt x="1368330" y="1659576"/>
                  </a:lnTo>
                  <a:lnTo>
                    <a:pt x="1368305" y="1659561"/>
                  </a:lnTo>
                  <a:lnTo>
                    <a:pt x="1368287" y="1659546"/>
                  </a:lnTo>
                  <a:lnTo>
                    <a:pt x="1368264" y="1659531"/>
                  </a:lnTo>
                  <a:lnTo>
                    <a:pt x="1368253" y="1659527"/>
                  </a:lnTo>
                  <a:lnTo>
                    <a:pt x="1368237" y="1659524"/>
                  </a:lnTo>
                  <a:lnTo>
                    <a:pt x="1368215" y="1659526"/>
                  </a:lnTo>
                  <a:lnTo>
                    <a:pt x="1368184" y="1659536"/>
                  </a:lnTo>
                  <a:lnTo>
                    <a:pt x="1368169" y="1659546"/>
                  </a:lnTo>
                  <a:lnTo>
                    <a:pt x="1368160" y="1659560"/>
                  </a:lnTo>
                  <a:lnTo>
                    <a:pt x="1368151" y="1659577"/>
                  </a:lnTo>
                  <a:lnTo>
                    <a:pt x="1368130" y="1659606"/>
                  </a:lnTo>
                  <a:lnTo>
                    <a:pt x="1368102" y="1659618"/>
                  </a:lnTo>
                  <a:lnTo>
                    <a:pt x="1368084" y="1659632"/>
                  </a:lnTo>
                  <a:lnTo>
                    <a:pt x="1368060" y="1659658"/>
                  </a:lnTo>
                  <a:lnTo>
                    <a:pt x="1368046" y="1659676"/>
                  </a:lnTo>
                  <a:lnTo>
                    <a:pt x="1368038" y="1659671"/>
                  </a:lnTo>
                  <a:lnTo>
                    <a:pt x="1368026" y="1659671"/>
                  </a:lnTo>
                  <a:lnTo>
                    <a:pt x="1368017" y="1659676"/>
                  </a:lnTo>
                  <a:lnTo>
                    <a:pt x="1368001" y="1659688"/>
                  </a:lnTo>
                  <a:lnTo>
                    <a:pt x="1367988" y="1659698"/>
                  </a:lnTo>
                  <a:lnTo>
                    <a:pt x="1367950" y="1659719"/>
                  </a:lnTo>
                  <a:lnTo>
                    <a:pt x="1367925" y="1659737"/>
                  </a:lnTo>
                  <a:lnTo>
                    <a:pt x="1367890" y="1659766"/>
                  </a:lnTo>
                  <a:lnTo>
                    <a:pt x="1367869" y="1659789"/>
                  </a:lnTo>
                  <a:lnTo>
                    <a:pt x="1367824" y="1659826"/>
                  </a:lnTo>
                  <a:lnTo>
                    <a:pt x="1367801" y="1659843"/>
                  </a:lnTo>
                  <a:lnTo>
                    <a:pt x="1367788" y="1659852"/>
                  </a:lnTo>
                  <a:lnTo>
                    <a:pt x="1367778" y="1659859"/>
                  </a:lnTo>
                  <a:lnTo>
                    <a:pt x="1367769" y="1659874"/>
                  </a:lnTo>
                  <a:lnTo>
                    <a:pt x="1367765" y="1659907"/>
                  </a:lnTo>
                  <a:lnTo>
                    <a:pt x="1367767" y="1659942"/>
                  </a:lnTo>
                  <a:lnTo>
                    <a:pt x="1367759" y="1659952"/>
                  </a:lnTo>
                  <a:lnTo>
                    <a:pt x="1367733" y="1659961"/>
                  </a:lnTo>
                  <a:lnTo>
                    <a:pt x="1367725" y="1659973"/>
                  </a:lnTo>
                  <a:lnTo>
                    <a:pt x="1367701" y="1660044"/>
                  </a:lnTo>
                  <a:lnTo>
                    <a:pt x="1367698" y="1660061"/>
                  </a:lnTo>
                  <a:lnTo>
                    <a:pt x="1367697" y="1660092"/>
                  </a:lnTo>
                  <a:lnTo>
                    <a:pt x="1367700" y="1660110"/>
                  </a:lnTo>
                  <a:lnTo>
                    <a:pt x="1367704" y="1660138"/>
                  </a:lnTo>
                  <a:lnTo>
                    <a:pt x="1367707" y="1660151"/>
                  </a:lnTo>
                  <a:lnTo>
                    <a:pt x="1367711" y="1660164"/>
                  </a:lnTo>
                  <a:lnTo>
                    <a:pt x="1367718" y="1660177"/>
                  </a:lnTo>
                  <a:lnTo>
                    <a:pt x="1367728" y="1660199"/>
                  </a:lnTo>
                  <a:lnTo>
                    <a:pt x="1367737" y="1660223"/>
                  </a:lnTo>
                  <a:lnTo>
                    <a:pt x="1367748" y="1660245"/>
                  </a:lnTo>
                  <a:lnTo>
                    <a:pt x="1367765" y="1660269"/>
                  </a:lnTo>
                  <a:lnTo>
                    <a:pt x="1367776" y="1660290"/>
                  </a:lnTo>
                  <a:lnTo>
                    <a:pt x="1367782" y="1660305"/>
                  </a:lnTo>
                  <a:lnTo>
                    <a:pt x="1367784" y="1660316"/>
                  </a:lnTo>
                  <a:lnTo>
                    <a:pt x="1367784" y="1660338"/>
                  </a:lnTo>
                  <a:lnTo>
                    <a:pt x="1367777" y="1660389"/>
                  </a:lnTo>
                  <a:lnTo>
                    <a:pt x="1367786" y="1660424"/>
                  </a:lnTo>
                  <a:lnTo>
                    <a:pt x="1367797" y="1660441"/>
                  </a:lnTo>
                  <a:lnTo>
                    <a:pt x="1367822" y="1660463"/>
                  </a:lnTo>
                  <a:lnTo>
                    <a:pt x="1367840" y="1660484"/>
                  </a:lnTo>
                  <a:lnTo>
                    <a:pt x="1367849" y="1660499"/>
                  </a:lnTo>
                  <a:lnTo>
                    <a:pt x="1367856" y="1660511"/>
                  </a:lnTo>
                  <a:lnTo>
                    <a:pt x="1367861" y="1660527"/>
                  </a:lnTo>
                  <a:lnTo>
                    <a:pt x="1367867" y="1660543"/>
                  </a:lnTo>
                  <a:lnTo>
                    <a:pt x="1367869" y="1660560"/>
                  </a:lnTo>
                  <a:lnTo>
                    <a:pt x="1367871" y="1660599"/>
                  </a:lnTo>
                  <a:lnTo>
                    <a:pt x="1367878" y="1660647"/>
                  </a:lnTo>
                  <a:lnTo>
                    <a:pt x="1367883" y="1660693"/>
                  </a:lnTo>
                  <a:lnTo>
                    <a:pt x="1367886" y="1660721"/>
                  </a:lnTo>
                  <a:lnTo>
                    <a:pt x="1367895" y="1660744"/>
                  </a:lnTo>
                  <a:lnTo>
                    <a:pt x="1367902" y="1660758"/>
                  </a:lnTo>
                  <a:lnTo>
                    <a:pt x="1367918" y="1660780"/>
                  </a:lnTo>
                  <a:lnTo>
                    <a:pt x="1367932" y="1660791"/>
                  </a:lnTo>
                  <a:lnTo>
                    <a:pt x="1367946" y="1660807"/>
                  </a:lnTo>
                  <a:lnTo>
                    <a:pt x="1367958" y="1660822"/>
                  </a:lnTo>
                  <a:lnTo>
                    <a:pt x="1367962" y="1660828"/>
                  </a:lnTo>
                  <a:lnTo>
                    <a:pt x="1367968" y="1660842"/>
                  </a:lnTo>
                  <a:lnTo>
                    <a:pt x="1367977" y="1660866"/>
                  </a:lnTo>
                  <a:lnTo>
                    <a:pt x="1367996" y="1660918"/>
                  </a:lnTo>
                  <a:lnTo>
                    <a:pt x="1368008" y="1660952"/>
                  </a:lnTo>
                  <a:lnTo>
                    <a:pt x="1368022" y="1660982"/>
                  </a:lnTo>
                  <a:lnTo>
                    <a:pt x="1368032" y="1661004"/>
                  </a:lnTo>
                  <a:lnTo>
                    <a:pt x="1368044" y="1661015"/>
                  </a:lnTo>
                  <a:lnTo>
                    <a:pt x="1368057" y="1661027"/>
                  </a:lnTo>
                  <a:lnTo>
                    <a:pt x="1368065" y="1661048"/>
                  </a:lnTo>
                  <a:lnTo>
                    <a:pt x="1368071" y="1661061"/>
                  </a:lnTo>
                  <a:lnTo>
                    <a:pt x="1368073" y="1661068"/>
                  </a:lnTo>
                  <a:lnTo>
                    <a:pt x="1368078" y="1661074"/>
                  </a:lnTo>
                  <a:lnTo>
                    <a:pt x="1368089" y="1661078"/>
                  </a:lnTo>
                  <a:lnTo>
                    <a:pt x="1368099" y="1661085"/>
                  </a:lnTo>
                  <a:lnTo>
                    <a:pt x="1368130" y="1661103"/>
                  </a:lnTo>
                  <a:lnTo>
                    <a:pt x="1368156" y="1661121"/>
                  </a:lnTo>
                  <a:lnTo>
                    <a:pt x="1368189" y="1661147"/>
                  </a:lnTo>
                  <a:lnTo>
                    <a:pt x="1368232" y="1661190"/>
                  </a:lnTo>
                  <a:lnTo>
                    <a:pt x="1368246" y="1661207"/>
                  </a:lnTo>
                  <a:lnTo>
                    <a:pt x="1368274" y="1661239"/>
                  </a:lnTo>
                  <a:lnTo>
                    <a:pt x="1368285" y="1661250"/>
                  </a:lnTo>
                  <a:lnTo>
                    <a:pt x="1368298" y="1661260"/>
                  </a:lnTo>
                  <a:lnTo>
                    <a:pt x="1368307" y="1661266"/>
                  </a:lnTo>
                  <a:lnTo>
                    <a:pt x="1368321" y="1661272"/>
                  </a:lnTo>
                  <a:lnTo>
                    <a:pt x="1368333" y="1661277"/>
                  </a:lnTo>
                  <a:lnTo>
                    <a:pt x="1368346" y="1661283"/>
                  </a:lnTo>
                  <a:lnTo>
                    <a:pt x="1368357" y="1661290"/>
                  </a:lnTo>
                  <a:lnTo>
                    <a:pt x="1368364" y="1661308"/>
                  </a:lnTo>
                  <a:lnTo>
                    <a:pt x="1368373" y="1661343"/>
                  </a:lnTo>
                  <a:lnTo>
                    <a:pt x="1368381" y="1661368"/>
                  </a:lnTo>
                  <a:lnTo>
                    <a:pt x="1368387" y="1661385"/>
                  </a:lnTo>
                  <a:lnTo>
                    <a:pt x="1368400" y="1661410"/>
                  </a:lnTo>
                  <a:lnTo>
                    <a:pt x="1368414" y="1661434"/>
                  </a:lnTo>
                  <a:lnTo>
                    <a:pt x="1368431" y="1661471"/>
                  </a:lnTo>
                  <a:lnTo>
                    <a:pt x="1368443" y="1661503"/>
                  </a:lnTo>
                  <a:lnTo>
                    <a:pt x="1368446" y="1661522"/>
                  </a:lnTo>
                  <a:lnTo>
                    <a:pt x="1368454" y="1661593"/>
                  </a:lnTo>
                  <a:lnTo>
                    <a:pt x="1368471" y="1661656"/>
                  </a:lnTo>
                  <a:lnTo>
                    <a:pt x="1368474" y="1661682"/>
                  </a:lnTo>
                  <a:lnTo>
                    <a:pt x="1368482" y="1661732"/>
                  </a:lnTo>
                  <a:lnTo>
                    <a:pt x="1368492" y="1661778"/>
                  </a:lnTo>
                  <a:lnTo>
                    <a:pt x="1368501" y="1661812"/>
                  </a:lnTo>
                  <a:lnTo>
                    <a:pt x="1368505" y="1661823"/>
                  </a:lnTo>
                  <a:lnTo>
                    <a:pt x="1368532" y="1661881"/>
                  </a:lnTo>
                  <a:lnTo>
                    <a:pt x="1368543" y="1661912"/>
                  </a:lnTo>
                  <a:lnTo>
                    <a:pt x="1368551" y="1661929"/>
                  </a:lnTo>
                  <a:lnTo>
                    <a:pt x="1368559" y="1661941"/>
                  </a:lnTo>
                  <a:lnTo>
                    <a:pt x="1368572" y="1661952"/>
                  </a:lnTo>
                  <a:lnTo>
                    <a:pt x="1368594" y="1661962"/>
                  </a:lnTo>
                  <a:lnTo>
                    <a:pt x="1368604" y="1661965"/>
                  </a:lnTo>
                  <a:lnTo>
                    <a:pt x="1368617" y="1661975"/>
                  </a:lnTo>
                  <a:lnTo>
                    <a:pt x="1368622" y="1661983"/>
                  </a:lnTo>
                  <a:lnTo>
                    <a:pt x="1368638" y="1662005"/>
                  </a:lnTo>
                  <a:lnTo>
                    <a:pt x="1368650" y="1662029"/>
                  </a:lnTo>
                  <a:lnTo>
                    <a:pt x="1368670" y="1662062"/>
                  </a:lnTo>
                  <a:lnTo>
                    <a:pt x="1368675" y="1662066"/>
                  </a:lnTo>
                  <a:lnTo>
                    <a:pt x="1368685" y="1662075"/>
                  </a:lnTo>
                  <a:lnTo>
                    <a:pt x="1368698" y="1662085"/>
                  </a:lnTo>
                  <a:lnTo>
                    <a:pt x="1368707" y="1662088"/>
                  </a:lnTo>
                  <a:lnTo>
                    <a:pt x="1368717" y="1662089"/>
                  </a:lnTo>
                  <a:lnTo>
                    <a:pt x="1368725" y="1662089"/>
                  </a:lnTo>
                  <a:lnTo>
                    <a:pt x="1368733" y="1662087"/>
                  </a:lnTo>
                  <a:lnTo>
                    <a:pt x="1368740" y="1662083"/>
                  </a:lnTo>
                  <a:lnTo>
                    <a:pt x="1368754" y="1662075"/>
                  </a:lnTo>
                  <a:lnTo>
                    <a:pt x="1368763" y="1662075"/>
                  </a:lnTo>
                  <a:lnTo>
                    <a:pt x="1368772" y="1662078"/>
                  </a:lnTo>
                  <a:lnTo>
                    <a:pt x="1368785" y="1662086"/>
                  </a:lnTo>
                  <a:lnTo>
                    <a:pt x="1368797" y="1662093"/>
                  </a:lnTo>
                  <a:lnTo>
                    <a:pt x="1368806" y="1662098"/>
                  </a:lnTo>
                  <a:lnTo>
                    <a:pt x="1368814" y="1662107"/>
                  </a:lnTo>
                  <a:lnTo>
                    <a:pt x="1368828" y="1662112"/>
                  </a:lnTo>
                  <a:lnTo>
                    <a:pt x="1368840" y="1662115"/>
                  </a:lnTo>
                  <a:lnTo>
                    <a:pt x="1368863" y="1662127"/>
                  </a:lnTo>
                  <a:lnTo>
                    <a:pt x="1368871" y="1662138"/>
                  </a:lnTo>
                  <a:lnTo>
                    <a:pt x="1368891" y="1662133"/>
                  </a:lnTo>
                  <a:lnTo>
                    <a:pt x="1368930" y="1662130"/>
                  </a:lnTo>
                  <a:lnTo>
                    <a:pt x="1368949" y="1662124"/>
                  </a:lnTo>
                  <a:lnTo>
                    <a:pt x="1368997" y="1662107"/>
                  </a:lnTo>
                  <a:lnTo>
                    <a:pt x="1369052" y="1662095"/>
                  </a:lnTo>
                  <a:lnTo>
                    <a:pt x="1369079" y="1662088"/>
                  </a:lnTo>
                  <a:lnTo>
                    <a:pt x="1369115" y="1662090"/>
                  </a:lnTo>
                  <a:lnTo>
                    <a:pt x="1369156" y="1662108"/>
                  </a:lnTo>
                  <a:lnTo>
                    <a:pt x="1369226" y="1662142"/>
                  </a:lnTo>
                  <a:lnTo>
                    <a:pt x="1369284" y="1662166"/>
                  </a:lnTo>
                  <a:lnTo>
                    <a:pt x="1369314" y="1662177"/>
                  </a:lnTo>
                  <a:lnTo>
                    <a:pt x="1369330" y="1662191"/>
                  </a:lnTo>
                  <a:lnTo>
                    <a:pt x="1369342" y="1662216"/>
                  </a:lnTo>
                  <a:lnTo>
                    <a:pt x="1369348" y="1662249"/>
                  </a:lnTo>
                  <a:lnTo>
                    <a:pt x="1369342" y="1662282"/>
                  </a:lnTo>
                  <a:lnTo>
                    <a:pt x="1369344" y="1662309"/>
                  </a:lnTo>
                  <a:lnTo>
                    <a:pt x="1369359" y="1662322"/>
                  </a:lnTo>
                  <a:lnTo>
                    <a:pt x="1369390" y="1662349"/>
                  </a:lnTo>
                  <a:lnTo>
                    <a:pt x="1369401" y="1662360"/>
                  </a:lnTo>
                  <a:lnTo>
                    <a:pt x="1369406" y="1662383"/>
                  </a:lnTo>
                  <a:lnTo>
                    <a:pt x="1369414" y="1662420"/>
                  </a:lnTo>
                  <a:lnTo>
                    <a:pt x="1369411" y="1662446"/>
                  </a:lnTo>
                  <a:lnTo>
                    <a:pt x="1369402" y="1662462"/>
                  </a:lnTo>
                  <a:lnTo>
                    <a:pt x="1369377" y="1662482"/>
                  </a:lnTo>
                  <a:lnTo>
                    <a:pt x="1369367" y="1662490"/>
                  </a:lnTo>
                  <a:lnTo>
                    <a:pt x="1369357" y="1662504"/>
                  </a:lnTo>
                  <a:lnTo>
                    <a:pt x="1369338" y="1662521"/>
                  </a:lnTo>
                  <a:lnTo>
                    <a:pt x="1369291" y="1662537"/>
                  </a:lnTo>
                  <a:lnTo>
                    <a:pt x="1369253" y="1662547"/>
                  </a:lnTo>
                  <a:lnTo>
                    <a:pt x="1369191" y="1662548"/>
                  </a:lnTo>
                  <a:lnTo>
                    <a:pt x="1369138" y="1662541"/>
                  </a:lnTo>
                  <a:lnTo>
                    <a:pt x="1369089" y="1662530"/>
                  </a:lnTo>
                  <a:lnTo>
                    <a:pt x="1369053" y="1662525"/>
                  </a:lnTo>
                  <a:lnTo>
                    <a:pt x="1368993" y="1662528"/>
                  </a:lnTo>
                  <a:lnTo>
                    <a:pt x="1368943" y="1662537"/>
                  </a:lnTo>
                  <a:lnTo>
                    <a:pt x="1368906" y="1662559"/>
                  </a:lnTo>
                  <a:lnTo>
                    <a:pt x="1368859" y="1662585"/>
                  </a:lnTo>
                  <a:lnTo>
                    <a:pt x="1368846" y="1662592"/>
                  </a:lnTo>
                  <a:lnTo>
                    <a:pt x="1368808" y="1662598"/>
                  </a:lnTo>
                  <a:lnTo>
                    <a:pt x="1368762" y="1662600"/>
                  </a:lnTo>
                  <a:lnTo>
                    <a:pt x="1368728" y="1662611"/>
                  </a:lnTo>
                  <a:lnTo>
                    <a:pt x="1368677" y="1662641"/>
                  </a:lnTo>
                  <a:lnTo>
                    <a:pt x="1368662" y="1662659"/>
                  </a:lnTo>
                  <a:lnTo>
                    <a:pt x="1368649" y="1662676"/>
                  </a:lnTo>
                  <a:lnTo>
                    <a:pt x="1368596" y="1662742"/>
                  </a:lnTo>
                  <a:lnTo>
                    <a:pt x="1368568" y="1662776"/>
                  </a:lnTo>
                  <a:lnTo>
                    <a:pt x="1368539" y="1662814"/>
                  </a:lnTo>
                  <a:lnTo>
                    <a:pt x="1368514" y="1662857"/>
                  </a:lnTo>
                  <a:lnTo>
                    <a:pt x="1368490" y="1662905"/>
                  </a:lnTo>
                  <a:lnTo>
                    <a:pt x="1368461" y="1662972"/>
                  </a:lnTo>
                  <a:lnTo>
                    <a:pt x="1368444" y="1662996"/>
                  </a:lnTo>
                  <a:lnTo>
                    <a:pt x="1368404" y="1663034"/>
                  </a:lnTo>
                  <a:lnTo>
                    <a:pt x="1368372" y="1663072"/>
                  </a:lnTo>
                  <a:lnTo>
                    <a:pt x="1368337" y="1663110"/>
                  </a:lnTo>
                  <a:lnTo>
                    <a:pt x="1368318" y="1663128"/>
                  </a:lnTo>
                  <a:lnTo>
                    <a:pt x="1368302" y="1663156"/>
                  </a:lnTo>
                  <a:lnTo>
                    <a:pt x="1368277" y="1663188"/>
                  </a:lnTo>
                  <a:lnTo>
                    <a:pt x="1368250" y="1663207"/>
                  </a:lnTo>
                  <a:lnTo>
                    <a:pt x="1368209" y="1663239"/>
                  </a:lnTo>
                  <a:lnTo>
                    <a:pt x="1368182" y="1663257"/>
                  </a:lnTo>
                  <a:lnTo>
                    <a:pt x="1368156" y="1663276"/>
                  </a:lnTo>
                  <a:lnTo>
                    <a:pt x="1368132" y="1663299"/>
                  </a:lnTo>
                  <a:lnTo>
                    <a:pt x="1368111" y="1663323"/>
                  </a:lnTo>
                  <a:lnTo>
                    <a:pt x="1368091" y="1663347"/>
                  </a:lnTo>
                  <a:lnTo>
                    <a:pt x="1368052" y="1663396"/>
                  </a:lnTo>
                  <a:lnTo>
                    <a:pt x="1368044" y="1663414"/>
                  </a:lnTo>
                  <a:lnTo>
                    <a:pt x="1368026" y="1663442"/>
                  </a:lnTo>
                  <a:lnTo>
                    <a:pt x="1368010" y="1663466"/>
                  </a:lnTo>
                  <a:lnTo>
                    <a:pt x="1367981" y="1663517"/>
                  </a:lnTo>
                  <a:lnTo>
                    <a:pt x="1367965" y="1663554"/>
                  </a:lnTo>
                  <a:lnTo>
                    <a:pt x="1367953" y="1663604"/>
                  </a:lnTo>
                  <a:lnTo>
                    <a:pt x="1367942" y="1663655"/>
                  </a:lnTo>
                  <a:lnTo>
                    <a:pt x="1367936" y="1663717"/>
                  </a:lnTo>
                  <a:lnTo>
                    <a:pt x="1367932" y="1663775"/>
                  </a:lnTo>
                  <a:lnTo>
                    <a:pt x="1367922" y="1663815"/>
                  </a:lnTo>
                  <a:lnTo>
                    <a:pt x="1367907" y="1663845"/>
                  </a:lnTo>
                  <a:lnTo>
                    <a:pt x="1367893" y="1663885"/>
                  </a:lnTo>
                  <a:lnTo>
                    <a:pt x="1367890" y="1663891"/>
                  </a:lnTo>
                  <a:lnTo>
                    <a:pt x="1367881" y="1663914"/>
                  </a:lnTo>
                  <a:lnTo>
                    <a:pt x="1367868" y="1663934"/>
                  </a:lnTo>
                  <a:lnTo>
                    <a:pt x="1367854" y="1663951"/>
                  </a:lnTo>
                  <a:lnTo>
                    <a:pt x="1367834" y="1663965"/>
                  </a:lnTo>
                  <a:lnTo>
                    <a:pt x="1367808" y="1663981"/>
                  </a:lnTo>
                  <a:lnTo>
                    <a:pt x="1367794" y="1663997"/>
                  </a:lnTo>
                  <a:lnTo>
                    <a:pt x="1367770" y="1664028"/>
                  </a:lnTo>
                  <a:lnTo>
                    <a:pt x="1367755" y="1664040"/>
                  </a:lnTo>
                  <a:lnTo>
                    <a:pt x="1367749" y="1664050"/>
                  </a:lnTo>
                  <a:lnTo>
                    <a:pt x="1367735" y="1664084"/>
                  </a:lnTo>
                  <a:lnTo>
                    <a:pt x="1367720" y="1664115"/>
                  </a:lnTo>
                  <a:lnTo>
                    <a:pt x="1367688" y="1664165"/>
                  </a:lnTo>
                  <a:lnTo>
                    <a:pt x="1367660" y="1664194"/>
                  </a:lnTo>
                  <a:lnTo>
                    <a:pt x="1367648" y="1664203"/>
                  </a:lnTo>
                  <a:lnTo>
                    <a:pt x="1367607" y="1664236"/>
                  </a:lnTo>
                  <a:lnTo>
                    <a:pt x="1367577" y="1664258"/>
                  </a:lnTo>
                  <a:lnTo>
                    <a:pt x="1367548" y="1664291"/>
                  </a:lnTo>
                  <a:lnTo>
                    <a:pt x="1367518" y="1664316"/>
                  </a:lnTo>
                  <a:lnTo>
                    <a:pt x="1367490" y="1664350"/>
                  </a:lnTo>
                  <a:lnTo>
                    <a:pt x="1367468" y="1664383"/>
                  </a:lnTo>
                  <a:lnTo>
                    <a:pt x="1367451" y="1664421"/>
                  </a:lnTo>
                  <a:lnTo>
                    <a:pt x="1367423" y="1664474"/>
                  </a:lnTo>
                  <a:lnTo>
                    <a:pt x="1367392" y="1664526"/>
                  </a:lnTo>
                  <a:lnTo>
                    <a:pt x="1367360" y="1664574"/>
                  </a:lnTo>
                  <a:lnTo>
                    <a:pt x="1367331" y="1664616"/>
                  </a:lnTo>
                  <a:lnTo>
                    <a:pt x="1367294" y="1664654"/>
                  </a:lnTo>
                  <a:lnTo>
                    <a:pt x="1367256" y="1664689"/>
                  </a:lnTo>
                  <a:lnTo>
                    <a:pt x="1367221" y="1664723"/>
                  </a:lnTo>
                  <a:lnTo>
                    <a:pt x="1367204" y="1664745"/>
                  </a:lnTo>
                  <a:lnTo>
                    <a:pt x="1367185" y="1664762"/>
                  </a:lnTo>
                  <a:lnTo>
                    <a:pt x="1367143" y="1664783"/>
                  </a:lnTo>
                  <a:lnTo>
                    <a:pt x="1367086" y="1664805"/>
                  </a:lnTo>
                  <a:lnTo>
                    <a:pt x="1367062" y="1664808"/>
                  </a:lnTo>
                  <a:lnTo>
                    <a:pt x="1367039" y="1664799"/>
                  </a:lnTo>
                  <a:lnTo>
                    <a:pt x="1367010" y="1664793"/>
                  </a:lnTo>
                  <a:lnTo>
                    <a:pt x="1366980" y="1664799"/>
                  </a:lnTo>
                  <a:lnTo>
                    <a:pt x="1366881" y="1664823"/>
                  </a:lnTo>
                  <a:lnTo>
                    <a:pt x="1366841" y="1664845"/>
                  </a:lnTo>
                  <a:lnTo>
                    <a:pt x="1366785" y="1664875"/>
                  </a:lnTo>
                  <a:lnTo>
                    <a:pt x="1366729" y="1664875"/>
                  </a:lnTo>
                  <a:lnTo>
                    <a:pt x="1366662" y="1664859"/>
                  </a:lnTo>
                  <a:lnTo>
                    <a:pt x="1366631" y="1664860"/>
                  </a:lnTo>
                  <a:lnTo>
                    <a:pt x="1366602" y="1664857"/>
                  </a:lnTo>
                  <a:lnTo>
                    <a:pt x="1366568" y="1664848"/>
                  </a:lnTo>
                  <a:lnTo>
                    <a:pt x="1366517" y="1664815"/>
                  </a:lnTo>
                  <a:lnTo>
                    <a:pt x="1366477" y="1664790"/>
                  </a:lnTo>
                  <a:lnTo>
                    <a:pt x="1366448" y="1664786"/>
                  </a:lnTo>
                  <a:lnTo>
                    <a:pt x="1366430" y="1664790"/>
                  </a:lnTo>
                  <a:lnTo>
                    <a:pt x="1366417" y="1664799"/>
                  </a:lnTo>
                  <a:lnTo>
                    <a:pt x="1366395" y="1664839"/>
                  </a:lnTo>
                  <a:lnTo>
                    <a:pt x="1366342" y="1664930"/>
                  </a:lnTo>
                  <a:lnTo>
                    <a:pt x="1366322" y="1664959"/>
                  </a:lnTo>
                  <a:lnTo>
                    <a:pt x="1366296" y="1664971"/>
                  </a:lnTo>
                  <a:lnTo>
                    <a:pt x="1366236" y="1664984"/>
                  </a:lnTo>
                  <a:lnTo>
                    <a:pt x="1366191" y="1664978"/>
                  </a:lnTo>
                  <a:lnTo>
                    <a:pt x="1366142" y="1664948"/>
                  </a:lnTo>
                  <a:lnTo>
                    <a:pt x="1366089" y="1664934"/>
                  </a:lnTo>
                  <a:lnTo>
                    <a:pt x="1366073" y="1664931"/>
                  </a:lnTo>
                  <a:lnTo>
                    <a:pt x="1366053" y="1664935"/>
                  </a:lnTo>
                  <a:lnTo>
                    <a:pt x="1366028" y="1664956"/>
                  </a:lnTo>
                  <a:lnTo>
                    <a:pt x="1366007" y="1664996"/>
                  </a:lnTo>
                  <a:lnTo>
                    <a:pt x="1365986" y="1665064"/>
                  </a:lnTo>
                  <a:lnTo>
                    <a:pt x="1365968" y="1665154"/>
                  </a:lnTo>
                  <a:lnTo>
                    <a:pt x="1365955" y="1665240"/>
                  </a:lnTo>
                  <a:lnTo>
                    <a:pt x="1365950" y="1665266"/>
                  </a:lnTo>
                  <a:lnTo>
                    <a:pt x="1365949" y="1665291"/>
                  </a:lnTo>
                  <a:lnTo>
                    <a:pt x="1365982" y="1665368"/>
                  </a:lnTo>
                  <a:lnTo>
                    <a:pt x="1366015" y="1665414"/>
                  </a:lnTo>
                  <a:lnTo>
                    <a:pt x="1366064" y="1665478"/>
                  </a:lnTo>
                  <a:lnTo>
                    <a:pt x="1366085" y="1665503"/>
                  </a:lnTo>
                  <a:lnTo>
                    <a:pt x="1366095" y="1665523"/>
                  </a:lnTo>
                  <a:lnTo>
                    <a:pt x="1366096" y="1665547"/>
                  </a:lnTo>
                  <a:lnTo>
                    <a:pt x="1366088" y="1665614"/>
                  </a:lnTo>
                  <a:lnTo>
                    <a:pt x="1366097" y="1665647"/>
                  </a:lnTo>
                  <a:lnTo>
                    <a:pt x="1366109" y="1665670"/>
                  </a:lnTo>
                  <a:lnTo>
                    <a:pt x="1366126" y="1665685"/>
                  </a:lnTo>
                  <a:lnTo>
                    <a:pt x="1366145" y="1665691"/>
                  </a:lnTo>
                  <a:lnTo>
                    <a:pt x="1366168" y="1665697"/>
                  </a:lnTo>
                  <a:lnTo>
                    <a:pt x="1366185" y="1665707"/>
                  </a:lnTo>
                  <a:lnTo>
                    <a:pt x="1366198" y="1665729"/>
                  </a:lnTo>
                  <a:lnTo>
                    <a:pt x="1366208" y="1665747"/>
                  </a:lnTo>
                  <a:lnTo>
                    <a:pt x="1366217" y="1665780"/>
                  </a:lnTo>
                  <a:lnTo>
                    <a:pt x="1366231" y="1665800"/>
                  </a:lnTo>
                  <a:lnTo>
                    <a:pt x="1366253" y="1665830"/>
                  </a:lnTo>
                  <a:lnTo>
                    <a:pt x="1366282" y="1665856"/>
                  </a:lnTo>
                  <a:lnTo>
                    <a:pt x="1366299" y="1665866"/>
                  </a:lnTo>
                  <a:lnTo>
                    <a:pt x="1366318" y="1665869"/>
                  </a:lnTo>
                  <a:lnTo>
                    <a:pt x="1366348" y="1665873"/>
                  </a:lnTo>
                  <a:lnTo>
                    <a:pt x="1366365" y="1665880"/>
                  </a:lnTo>
                  <a:lnTo>
                    <a:pt x="1366383" y="1665905"/>
                  </a:lnTo>
                  <a:lnTo>
                    <a:pt x="1366393" y="1665931"/>
                  </a:lnTo>
                  <a:lnTo>
                    <a:pt x="1366395" y="1665952"/>
                  </a:lnTo>
                  <a:lnTo>
                    <a:pt x="1366395" y="1666003"/>
                  </a:lnTo>
                  <a:lnTo>
                    <a:pt x="1366392" y="1666087"/>
                  </a:lnTo>
                  <a:lnTo>
                    <a:pt x="1366397" y="1666175"/>
                  </a:lnTo>
                  <a:lnTo>
                    <a:pt x="1366403" y="1666207"/>
                  </a:lnTo>
                  <a:lnTo>
                    <a:pt x="1366367" y="1666219"/>
                  </a:lnTo>
                  <a:lnTo>
                    <a:pt x="1366299" y="1666251"/>
                  </a:lnTo>
                  <a:lnTo>
                    <a:pt x="1366246" y="1666269"/>
                  </a:lnTo>
                  <a:lnTo>
                    <a:pt x="1366208" y="1666269"/>
                  </a:lnTo>
                  <a:lnTo>
                    <a:pt x="1366169" y="1666275"/>
                  </a:lnTo>
                  <a:lnTo>
                    <a:pt x="1366144" y="1666298"/>
                  </a:lnTo>
                  <a:lnTo>
                    <a:pt x="1366105" y="1666338"/>
                  </a:lnTo>
                  <a:lnTo>
                    <a:pt x="1366076" y="1666356"/>
                  </a:lnTo>
                  <a:lnTo>
                    <a:pt x="1366045" y="1666375"/>
                  </a:lnTo>
                  <a:lnTo>
                    <a:pt x="1366002" y="1666392"/>
                  </a:lnTo>
                  <a:lnTo>
                    <a:pt x="1365976" y="1666399"/>
                  </a:lnTo>
                  <a:lnTo>
                    <a:pt x="1365952" y="1666404"/>
                  </a:lnTo>
                  <a:lnTo>
                    <a:pt x="1365922" y="1666411"/>
                  </a:lnTo>
                  <a:lnTo>
                    <a:pt x="1365892" y="1666421"/>
                  </a:lnTo>
                  <a:lnTo>
                    <a:pt x="1365887" y="1666423"/>
                  </a:lnTo>
                  <a:lnTo>
                    <a:pt x="1365832" y="1666443"/>
                  </a:lnTo>
                  <a:lnTo>
                    <a:pt x="1365788" y="1666461"/>
                  </a:lnTo>
                  <a:lnTo>
                    <a:pt x="1365737" y="1666488"/>
                  </a:lnTo>
                  <a:lnTo>
                    <a:pt x="1365680" y="1666518"/>
                  </a:lnTo>
                  <a:lnTo>
                    <a:pt x="1365605" y="1666558"/>
                  </a:lnTo>
                  <a:lnTo>
                    <a:pt x="1365550" y="1666578"/>
                  </a:lnTo>
                  <a:lnTo>
                    <a:pt x="1365492" y="1666603"/>
                  </a:lnTo>
                  <a:lnTo>
                    <a:pt x="1365433" y="1666621"/>
                  </a:lnTo>
                  <a:lnTo>
                    <a:pt x="1365377" y="1666629"/>
                  </a:lnTo>
                  <a:lnTo>
                    <a:pt x="1365327" y="1666639"/>
                  </a:lnTo>
                  <a:lnTo>
                    <a:pt x="1365272" y="1666646"/>
                  </a:lnTo>
                  <a:lnTo>
                    <a:pt x="1365225" y="1666638"/>
                  </a:lnTo>
                  <a:lnTo>
                    <a:pt x="1365179" y="1666636"/>
                  </a:lnTo>
                  <a:lnTo>
                    <a:pt x="1365121" y="1666646"/>
                  </a:lnTo>
                  <a:lnTo>
                    <a:pt x="1365066" y="1666659"/>
                  </a:lnTo>
                  <a:lnTo>
                    <a:pt x="1365018" y="1666656"/>
                  </a:lnTo>
                  <a:lnTo>
                    <a:pt x="1364971" y="1666664"/>
                  </a:lnTo>
                  <a:lnTo>
                    <a:pt x="1364940" y="1666666"/>
                  </a:lnTo>
                  <a:lnTo>
                    <a:pt x="1364890" y="1666671"/>
                  </a:lnTo>
                  <a:lnTo>
                    <a:pt x="1364868" y="1666681"/>
                  </a:lnTo>
                  <a:lnTo>
                    <a:pt x="1364826" y="1666696"/>
                  </a:lnTo>
                  <a:lnTo>
                    <a:pt x="1364801" y="1666703"/>
                  </a:lnTo>
                  <a:lnTo>
                    <a:pt x="1364803" y="1666725"/>
                  </a:lnTo>
                  <a:lnTo>
                    <a:pt x="1364803" y="1666746"/>
                  </a:lnTo>
                  <a:lnTo>
                    <a:pt x="1364803" y="1666755"/>
                  </a:lnTo>
                  <a:lnTo>
                    <a:pt x="1364810" y="1666772"/>
                  </a:lnTo>
                  <a:lnTo>
                    <a:pt x="1364819" y="1666791"/>
                  </a:lnTo>
                  <a:lnTo>
                    <a:pt x="1364828" y="1666812"/>
                  </a:lnTo>
                  <a:lnTo>
                    <a:pt x="1364829" y="1666823"/>
                  </a:lnTo>
                  <a:lnTo>
                    <a:pt x="1364827" y="1666833"/>
                  </a:lnTo>
                  <a:lnTo>
                    <a:pt x="1364809" y="1666837"/>
                  </a:lnTo>
                  <a:lnTo>
                    <a:pt x="1364797" y="1666836"/>
                  </a:lnTo>
                  <a:lnTo>
                    <a:pt x="1364772" y="1666838"/>
                  </a:lnTo>
                  <a:lnTo>
                    <a:pt x="1364768" y="1666844"/>
                  </a:lnTo>
                  <a:lnTo>
                    <a:pt x="1364765" y="1666853"/>
                  </a:lnTo>
                  <a:lnTo>
                    <a:pt x="1364766" y="1666869"/>
                  </a:lnTo>
                  <a:lnTo>
                    <a:pt x="1364777" y="1666876"/>
                  </a:lnTo>
                  <a:lnTo>
                    <a:pt x="1364785" y="1666874"/>
                  </a:lnTo>
                  <a:lnTo>
                    <a:pt x="1364797" y="1666871"/>
                  </a:lnTo>
                  <a:lnTo>
                    <a:pt x="1364818" y="1666871"/>
                  </a:lnTo>
                  <a:lnTo>
                    <a:pt x="1364822" y="1666876"/>
                  </a:lnTo>
                  <a:lnTo>
                    <a:pt x="1364822" y="1666882"/>
                  </a:lnTo>
                  <a:lnTo>
                    <a:pt x="1364819" y="1666897"/>
                  </a:lnTo>
                  <a:lnTo>
                    <a:pt x="1364811" y="1666914"/>
                  </a:lnTo>
                  <a:lnTo>
                    <a:pt x="1364808" y="1666930"/>
                  </a:lnTo>
                  <a:lnTo>
                    <a:pt x="1364809" y="1666945"/>
                  </a:lnTo>
                  <a:lnTo>
                    <a:pt x="1364822" y="1666954"/>
                  </a:lnTo>
                  <a:lnTo>
                    <a:pt x="1364840" y="1666958"/>
                  </a:lnTo>
                  <a:lnTo>
                    <a:pt x="1364852" y="1666959"/>
                  </a:lnTo>
                  <a:lnTo>
                    <a:pt x="1364856" y="1666968"/>
                  </a:lnTo>
                  <a:lnTo>
                    <a:pt x="1364857" y="1666990"/>
                  </a:lnTo>
                  <a:lnTo>
                    <a:pt x="1364859" y="1667004"/>
                  </a:lnTo>
                  <a:lnTo>
                    <a:pt x="1364856" y="1667012"/>
                  </a:lnTo>
                  <a:lnTo>
                    <a:pt x="1364841" y="1667016"/>
                  </a:lnTo>
                  <a:lnTo>
                    <a:pt x="1364831" y="1667022"/>
                  </a:lnTo>
                  <a:lnTo>
                    <a:pt x="1364824" y="1667033"/>
                  </a:lnTo>
                  <a:lnTo>
                    <a:pt x="1364819" y="1667048"/>
                  </a:lnTo>
                  <a:lnTo>
                    <a:pt x="1364796" y="1667064"/>
                  </a:lnTo>
                  <a:lnTo>
                    <a:pt x="1364784" y="1667078"/>
                  </a:lnTo>
                  <a:lnTo>
                    <a:pt x="1364778" y="1667097"/>
                  </a:lnTo>
                  <a:lnTo>
                    <a:pt x="1364778" y="1667112"/>
                  </a:lnTo>
                  <a:lnTo>
                    <a:pt x="1364784" y="1667132"/>
                  </a:lnTo>
                  <a:lnTo>
                    <a:pt x="1364795" y="1667145"/>
                  </a:lnTo>
                  <a:lnTo>
                    <a:pt x="1364803" y="1667146"/>
                  </a:lnTo>
                  <a:lnTo>
                    <a:pt x="1364825" y="1667139"/>
                  </a:lnTo>
                  <a:lnTo>
                    <a:pt x="1364848" y="1667139"/>
                  </a:lnTo>
                  <a:lnTo>
                    <a:pt x="1364862" y="1667143"/>
                  </a:lnTo>
                  <a:lnTo>
                    <a:pt x="1364878" y="1667151"/>
                  </a:lnTo>
                  <a:lnTo>
                    <a:pt x="1364891" y="1667158"/>
                  </a:lnTo>
                  <a:lnTo>
                    <a:pt x="1364893" y="1667167"/>
                  </a:lnTo>
                  <a:lnTo>
                    <a:pt x="1364894" y="1667182"/>
                  </a:lnTo>
                  <a:lnTo>
                    <a:pt x="1364886" y="1667188"/>
                  </a:lnTo>
                  <a:lnTo>
                    <a:pt x="1364845" y="1667191"/>
                  </a:lnTo>
                  <a:lnTo>
                    <a:pt x="1364821" y="1667201"/>
                  </a:lnTo>
                  <a:lnTo>
                    <a:pt x="1364808" y="1667214"/>
                  </a:lnTo>
                  <a:lnTo>
                    <a:pt x="1364804" y="1667231"/>
                  </a:lnTo>
                  <a:lnTo>
                    <a:pt x="1364762" y="1667237"/>
                  </a:lnTo>
                  <a:lnTo>
                    <a:pt x="1364744" y="1667243"/>
                  </a:lnTo>
                  <a:lnTo>
                    <a:pt x="1364736" y="1667250"/>
                  </a:lnTo>
                  <a:lnTo>
                    <a:pt x="1364728" y="1667260"/>
                  </a:lnTo>
                  <a:lnTo>
                    <a:pt x="1364718" y="1667275"/>
                  </a:lnTo>
                  <a:lnTo>
                    <a:pt x="1364681" y="1667276"/>
                  </a:lnTo>
                  <a:lnTo>
                    <a:pt x="1364674" y="1667274"/>
                  </a:lnTo>
                  <a:lnTo>
                    <a:pt x="1364670" y="1667279"/>
                  </a:lnTo>
                  <a:lnTo>
                    <a:pt x="1364670" y="1667299"/>
                  </a:lnTo>
                  <a:lnTo>
                    <a:pt x="1364669" y="1667316"/>
                  </a:lnTo>
                  <a:lnTo>
                    <a:pt x="1364647" y="1667322"/>
                  </a:lnTo>
                  <a:lnTo>
                    <a:pt x="1364632" y="1667326"/>
                  </a:lnTo>
                  <a:lnTo>
                    <a:pt x="1364609" y="1667326"/>
                  </a:lnTo>
                  <a:lnTo>
                    <a:pt x="1364585" y="1667332"/>
                  </a:lnTo>
                  <a:lnTo>
                    <a:pt x="1364577" y="1667345"/>
                  </a:lnTo>
                  <a:lnTo>
                    <a:pt x="1364577" y="1667352"/>
                  </a:lnTo>
                  <a:lnTo>
                    <a:pt x="1364589" y="1667372"/>
                  </a:lnTo>
                  <a:lnTo>
                    <a:pt x="1364606" y="1667392"/>
                  </a:lnTo>
                  <a:lnTo>
                    <a:pt x="1364613" y="1667411"/>
                  </a:lnTo>
                  <a:lnTo>
                    <a:pt x="1364614" y="1667421"/>
                  </a:lnTo>
                  <a:lnTo>
                    <a:pt x="1364604" y="1667430"/>
                  </a:lnTo>
                  <a:lnTo>
                    <a:pt x="1364590" y="1667438"/>
                  </a:lnTo>
                  <a:lnTo>
                    <a:pt x="1364569" y="1667447"/>
                  </a:lnTo>
                  <a:lnTo>
                    <a:pt x="1364545" y="1667447"/>
                  </a:lnTo>
                  <a:lnTo>
                    <a:pt x="1364539" y="1667446"/>
                  </a:lnTo>
                  <a:lnTo>
                    <a:pt x="1364522" y="1667445"/>
                  </a:lnTo>
                  <a:lnTo>
                    <a:pt x="1364523" y="1667453"/>
                  </a:lnTo>
                  <a:lnTo>
                    <a:pt x="1364528" y="1667468"/>
                  </a:lnTo>
                  <a:lnTo>
                    <a:pt x="1364525" y="1667487"/>
                  </a:lnTo>
                  <a:lnTo>
                    <a:pt x="1364518" y="1667501"/>
                  </a:lnTo>
                  <a:lnTo>
                    <a:pt x="1364500" y="1667519"/>
                  </a:lnTo>
                  <a:lnTo>
                    <a:pt x="1364475" y="1667531"/>
                  </a:lnTo>
                  <a:lnTo>
                    <a:pt x="1364460" y="1667526"/>
                  </a:lnTo>
                  <a:lnTo>
                    <a:pt x="1364445" y="1667523"/>
                  </a:lnTo>
                  <a:lnTo>
                    <a:pt x="1364437" y="1667523"/>
                  </a:lnTo>
                  <a:lnTo>
                    <a:pt x="1364421" y="1667540"/>
                  </a:lnTo>
                  <a:lnTo>
                    <a:pt x="1364407" y="1667552"/>
                  </a:lnTo>
                  <a:lnTo>
                    <a:pt x="1364387" y="1667561"/>
                  </a:lnTo>
                  <a:lnTo>
                    <a:pt x="1364349" y="1667558"/>
                  </a:lnTo>
                  <a:lnTo>
                    <a:pt x="1364335" y="1667559"/>
                  </a:lnTo>
                  <a:lnTo>
                    <a:pt x="1364321" y="1667568"/>
                  </a:lnTo>
                  <a:lnTo>
                    <a:pt x="1364304" y="1667582"/>
                  </a:lnTo>
                  <a:lnTo>
                    <a:pt x="1364291" y="1667604"/>
                  </a:lnTo>
                  <a:lnTo>
                    <a:pt x="1364290" y="1667612"/>
                  </a:lnTo>
                  <a:lnTo>
                    <a:pt x="1364290" y="1667653"/>
                  </a:lnTo>
                  <a:lnTo>
                    <a:pt x="1364284" y="1667674"/>
                  </a:lnTo>
                  <a:lnTo>
                    <a:pt x="1364276" y="1667711"/>
                  </a:lnTo>
                  <a:lnTo>
                    <a:pt x="1364268" y="1667736"/>
                  </a:lnTo>
                  <a:lnTo>
                    <a:pt x="1364262" y="1667740"/>
                  </a:lnTo>
                  <a:lnTo>
                    <a:pt x="1364250" y="1667733"/>
                  </a:lnTo>
                  <a:lnTo>
                    <a:pt x="1364235" y="1667728"/>
                  </a:lnTo>
                  <a:lnTo>
                    <a:pt x="1364226" y="1667728"/>
                  </a:lnTo>
                  <a:lnTo>
                    <a:pt x="1364221" y="1667732"/>
                  </a:lnTo>
                  <a:lnTo>
                    <a:pt x="1364213" y="1667740"/>
                  </a:lnTo>
                  <a:lnTo>
                    <a:pt x="1364200" y="1667771"/>
                  </a:lnTo>
                  <a:lnTo>
                    <a:pt x="1364192" y="1667790"/>
                  </a:lnTo>
                  <a:lnTo>
                    <a:pt x="1364169" y="1667808"/>
                  </a:lnTo>
                  <a:lnTo>
                    <a:pt x="1364158" y="1667812"/>
                  </a:lnTo>
                  <a:lnTo>
                    <a:pt x="1364153" y="1667819"/>
                  </a:lnTo>
                  <a:lnTo>
                    <a:pt x="1364154" y="1667856"/>
                  </a:lnTo>
                  <a:lnTo>
                    <a:pt x="1364147" y="1667874"/>
                  </a:lnTo>
                  <a:lnTo>
                    <a:pt x="1364127" y="1667881"/>
                  </a:lnTo>
                  <a:lnTo>
                    <a:pt x="1364100" y="1667871"/>
                  </a:lnTo>
                  <a:lnTo>
                    <a:pt x="1364095" y="1667863"/>
                  </a:lnTo>
                  <a:lnTo>
                    <a:pt x="1364095" y="1667841"/>
                  </a:lnTo>
                  <a:lnTo>
                    <a:pt x="1364088" y="1667822"/>
                  </a:lnTo>
                  <a:lnTo>
                    <a:pt x="1364071" y="1667821"/>
                  </a:lnTo>
                  <a:lnTo>
                    <a:pt x="1364061" y="1667822"/>
                  </a:lnTo>
                  <a:lnTo>
                    <a:pt x="1364045" y="1667839"/>
                  </a:lnTo>
                  <a:lnTo>
                    <a:pt x="1364022" y="1667855"/>
                  </a:lnTo>
                  <a:lnTo>
                    <a:pt x="1363990" y="1667877"/>
                  </a:lnTo>
                  <a:lnTo>
                    <a:pt x="1363975" y="1667874"/>
                  </a:lnTo>
                  <a:lnTo>
                    <a:pt x="1363967" y="1667874"/>
                  </a:lnTo>
                  <a:lnTo>
                    <a:pt x="1363955" y="1667876"/>
                  </a:lnTo>
                  <a:lnTo>
                    <a:pt x="1363949" y="1667899"/>
                  </a:lnTo>
                  <a:lnTo>
                    <a:pt x="1363929" y="1667931"/>
                  </a:lnTo>
                  <a:lnTo>
                    <a:pt x="1363915" y="1667959"/>
                  </a:lnTo>
                  <a:lnTo>
                    <a:pt x="1363904" y="1667977"/>
                  </a:lnTo>
                  <a:lnTo>
                    <a:pt x="1363887" y="1668000"/>
                  </a:lnTo>
                  <a:lnTo>
                    <a:pt x="1363861" y="1668011"/>
                  </a:lnTo>
                  <a:lnTo>
                    <a:pt x="1363831" y="1668036"/>
                  </a:lnTo>
                  <a:lnTo>
                    <a:pt x="1363828" y="1668045"/>
                  </a:lnTo>
                  <a:lnTo>
                    <a:pt x="1363818" y="1668073"/>
                  </a:lnTo>
                  <a:lnTo>
                    <a:pt x="1363812" y="1668097"/>
                  </a:lnTo>
                  <a:lnTo>
                    <a:pt x="1363813" y="1668116"/>
                  </a:lnTo>
                  <a:lnTo>
                    <a:pt x="1363810" y="1668139"/>
                  </a:lnTo>
                  <a:lnTo>
                    <a:pt x="1363806" y="1668153"/>
                  </a:lnTo>
                  <a:lnTo>
                    <a:pt x="1363794" y="1668163"/>
                  </a:lnTo>
                  <a:lnTo>
                    <a:pt x="1363778" y="1668163"/>
                  </a:lnTo>
                  <a:lnTo>
                    <a:pt x="1363761" y="1668174"/>
                  </a:lnTo>
                  <a:lnTo>
                    <a:pt x="1363755" y="1668189"/>
                  </a:lnTo>
                  <a:lnTo>
                    <a:pt x="1363756" y="1668214"/>
                  </a:lnTo>
                  <a:lnTo>
                    <a:pt x="1363759" y="1668226"/>
                  </a:lnTo>
                  <a:lnTo>
                    <a:pt x="1363776" y="1668250"/>
                  </a:lnTo>
                  <a:lnTo>
                    <a:pt x="1363792" y="1668278"/>
                  </a:lnTo>
                  <a:lnTo>
                    <a:pt x="1363799" y="1668299"/>
                  </a:lnTo>
                  <a:lnTo>
                    <a:pt x="1363790" y="1668328"/>
                  </a:lnTo>
                  <a:lnTo>
                    <a:pt x="1363793" y="1668358"/>
                  </a:lnTo>
                  <a:lnTo>
                    <a:pt x="1363794" y="1668380"/>
                  </a:lnTo>
                  <a:lnTo>
                    <a:pt x="1363785" y="1668397"/>
                  </a:lnTo>
                  <a:lnTo>
                    <a:pt x="1363777" y="1668401"/>
                  </a:lnTo>
                  <a:lnTo>
                    <a:pt x="1363770" y="1668411"/>
                  </a:lnTo>
                  <a:lnTo>
                    <a:pt x="1363770" y="1668426"/>
                  </a:lnTo>
                  <a:lnTo>
                    <a:pt x="1363769" y="1668445"/>
                  </a:lnTo>
                  <a:lnTo>
                    <a:pt x="1363758" y="1668469"/>
                  </a:lnTo>
                  <a:lnTo>
                    <a:pt x="1363751" y="1668482"/>
                  </a:lnTo>
                  <a:lnTo>
                    <a:pt x="1363737" y="1668488"/>
                  </a:lnTo>
                  <a:lnTo>
                    <a:pt x="1363707" y="1668485"/>
                  </a:lnTo>
                  <a:lnTo>
                    <a:pt x="1363661" y="1668487"/>
                  </a:lnTo>
                  <a:lnTo>
                    <a:pt x="1363644" y="1668497"/>
                  </a:lnTo>
                  <a:lnTo>
                    <a:pt x="1363610" y="1668540"/>
                  </a:lnTo>
                  <a:lnTo>
                    <a:pt x="1363605" y="1668548"/>
                  </a:lnTo>
                  <a:lnTo>
                    <a:pt x="1363598" y="1668566"/>
                  </a:lnTo>
                  <a:lnTo>
                    <a:pt x="1363597" y="1668584"/>
                  </a:lnTo>
                  <a:lnTo>
                    <a:pt x="1363606" y="1668594"/>
                  </a:lnTo>
                  <a:lnTo>
                    <a:pt x="1363617" y="1668595"/>
                  </a:lnTo>
                  <a:lnTo>
                    <a:pt x="1363629" y="1668595"/>
                  </a:lnTo>
                  <a:lnTo>
                    <a:pt x="1363639" y="1668602"/>
                  </a:lnTo>
                  <a:lnTo>
                    <a:pt x="1363646" y="1668607"/>
                  </a:lnTo>
                  <a:lnTo>
                    <a:pt x="1363649" y="1668614"/>
                  </a:lnTo>
                  <a:lnTo>
                    <a:pt x="1363644" y="1668635"/>
                  </a:lnTo>
                  <a:lnTo>
                    <a:pt x="1363633" y="1668658"/>
                  </a:lnTo>
                  <a:lnTo>
                    <a:pt x="1363622" y="1668674"/>
                  </a:lnTo>
                  <a:lnTo>
                    <a:pt x="1363595" y="1668703"/>
                  </a:lnTo>
                  <a:lnTo>
                    <a:pt x="1363584" y="1668721"/>
                  </a:lnTo>
                  <a:lnTo>
                    <a:pt x="1363580" y="1668740"/>
                  </a:lnTo>
                  <a:lnTo>
                    <a:pt x="1363575" y="1668754"/>
                  </a:lnTo>
                  <a:lnTo>
                    <a:pt x="1363567" y="1668763"/>
                  </a:lnTo>
                  <a:lnTo>
                    <a:pt x="1363555" y="1668771"/>
                  </a:lnTo>
                  <a:lnTo>
                    <a:pt x="1363538" y="1668776"/>
                  </a:lnTo>
                  <a:lnTo>
                    <a:pt x="1363497" y="1668786"/>
                  </a:lnTo>
                  <a:lnTo>
                    <a:pt x="1363480" y="1668790"/>
                  </a:lnTo>
                  <a:lnTo>
                    <a:pt x="1363474" y="1668802"/>
                  </a:lnTo>
                  <a:lnTo>
                    <a:pt x="1363462" y="1668823"/>
                  </a:lnTo>
                  <a:lnTo>
                    <a:pt x="1363459" y="1668834"/>
                  </a:lnTo>
                  <a:lnTo>
                    <a:pt x="1363459" y="1668846"/>
                  </a:lnTo>
                  <a:lnTo>
                    <a:pt x="1363478" y="1668863"/>
                  </a:lnTo>
                  <a:lnTo>
                    <a:pt x="1363495" y="1668876"/>
                  </a:lnTo>
                  <a:lnTo>
                    <a:pt x="1363507" y="1668896"/>
                  </a:lnTo>
                  <a:lnTo>
                    <a:pt x="1363502" y="1668909"/>
                  </a:lnTo>
                  <a:lnTo>
                    <a:pt x="1363496" y="1668915"/>
                  </a:lnTo>
                  <a:lnTo>
                    <a:pt x="1363491" y="1668921"/>
                  </a:lnTo>
                  <a:lnTo>
                    <a:pt x="1363473" y="1668936"/>
                  </a:lnTo>
                  <a:lnTo>
                    <a:pt x="1363460" y="1668950"/>
                  </a:lnTo>
                  <a:lnTo>
                    <a:pt x="1363450" y="1668962"/>
                  </a:lnTo>
                  <a:lnTo>
                    <a:pt x="1363457" y="1669003"/>
                  </a:lnTo>
                  <a:lnTo>
                    <a:pt x="1363461" y="1669031"/>
                  </a:lnTo>
                  <a:lnTo>
                    <a:pt x="1363470" y="1669056"/>
                  </a:lnTo>
                  <a:lnTo>
                    <a:pt x="1363478" y="1669068"/>
                  </a:lnTo>
                  <a:lnTo>
                    <a:pt x="1363508" y="1669076"/>
                  </a:lnTo>
                  <a:lnTo>
                    <a:pt x="1363514" y="1669086"/>
                  </a:lnTo>
                  <a:lnTo>
                    <a:pt x="1363514" y="1669109"/>
                  </a:lnTo>
                  <a:lnTo>
                    <a:pt x="1363483" y="1669129"/>
                  </a:lnTo>
                  <a:lnTo>
                    <a:pt x="1363468" y="1669154"/>
                  </a:lnTo>
                  <a:lnTo>
                    <a:pt x="1363457" y="1669184"/>
                  </a:lnTo>
                  <a:lnTo>
                    <a:pt x="1363456" y="1669223"/>
                  </a:lnTo>
                  <a:lnTo>
                    <a:pt x="1363439" y="1669235"/>
                  </a:lnTo>
                  <a:lnTo>
                    <a:pt x="1363423" y="1669247"/>
                  </a:lnTo>
                  <a:lnTo>
                    <a:pt x="1363381" y="1669260"/>
                  </a:lnTo>
                  <a:lnTo>
                    <a:pt x="1363360" y="1669260"/>
                  </a:lnTo>
                  <a:lnTo>
                    <a:pt x="1363354" y="1669262"/>
                  </a:lnTo>
                  <a:lnTo>
                    <a:pt x="1363342" y="1669268"/>
                  </a:lnTo>
                  <a:lnTo>
                    <a:pt x="1363327" y="1669271"/>
                  </a:lnTo>
                  <a:lnTo>
                    <a:pt x="1363318" y="1669285"/>
                  </a:lnTo>
                  <a:lnTo>
                    <a:pt x="1363304" y="1669309"/>
                  </a:lnTo>
                  <a:lnTo>
                    <a:pt x="1363292" y="1669319"/>
                  </a:lnTo>
                  <a:lnTo>
                    <a:pt x="1363291" y="1669334"/>
                  </a:lnTo>
                  <a:lnTo>
                    <a:pt x="1363280" y="1669355"/>
                  </a:lnTo>
                  <a:lnTo>
                    <a:pt x="1363267" y="1669380"/>
                  </a:lnTo>
                  <a:lnTo>
                    <a:pt x="1363257" y="1669392"/>
                  </a:lnTo>
                  <a:lnTo>
                    <a:pt x="1363242" y="1669393"/>
                  </a:lnTo>
                  <a:lnTo>
                    <a:pt x="1363219" y="1669398"/>
                  </a:lnTo>
                  <a:lnTo>
                    <a:pt x="1363209" y="1669405"/>
                  </a:lnTo>
                  <a:lnTo>
                    <a:pt x="1363209" y="1669418"/>
                  </a:lnTo>
                  <a:lnTo>
                    <a:pt x="1363225" y="1669440"/>
                  </a:lnTo>
                  <a:lnTo>
                    <a:pt x="1363245" y="1669458"/>
                  </a:lnTo>
                  <a:lnTo>
                    <a:pt x="1363252" y="1669470"/>
                  </a:lnTo>
                  <a:lnTo>
                    <a:pt x="1363250" y="1669489"/>
                  </a:lnTo>
                  <a:lnTo>
                    <a:pt x="1363239" y="1669509"/>
                  </a:lnTo>
                  <a:lnTo>
                    <a:pt x="1363229" y="1669528"/>
                  </a:lnTo>
                  <a:lnTo>
                    <a:pt x="1363218" y="1669544"/>
                  </a:lnTo>
                  <a:lnTo>
                    <a:pt x="1363177" y="1669552"/>
                  </a:lnTo>
                  <a:lnTo>
                    <a:pt x="1363149" y="1669557"/>
                  </a:lnTo>
                  <a:lnTo>
                    <a:pt x="1363110" y="1669571"/>
                  </a:lnTo>
                  <a:lnTo>
                    <a:pt x="1363095" y="1669575"/>
                  </a:lnTo>
                  <a:lnTo>
                    <a:pt x="1363065" y="1669584"/>
                  </a:lnTo>
                  <a:lnTo>
                    <a:pt x="1363036" y="1669572"/>
                  </a:lnTo>
                  <a:lnTo>
                    <a:pt x="1363014" y="1669572"/>
                  </a:lnTo>
                  <a:lnTo>
                    <a:pt x="1363002" y="1669579"/>
                  </a:lnTo>
                  <a:lnTo>
                    <a:pt x="1362993" y="1669591"/>
                  </a:lnTo>
                  <a:lnTo>
                    <a:pt x="1362976" y="1669612"/>
                  </a:lnTo>
                  <a:lnTo>
                    <a:pt x="1362956" y="1669627"/>
                  </a:lnTo>
                  <a:lnTo>
                    <a:pt x="1362949" y="1669633"/>
                  </a:lnTo>
                  <a:lnTo>
                    <a:pt x="1362947" y="1669644"/>
                  </a:lnTo>
                  <a:lnTo>
                    <a:pt x="1362941" y="1669664"/>
                  </a:lnTo>
                  <a:lnTo>
                    <a:pt x="1362935" y="1669671"/>
                  </a:lnTo>
                  <a:lnTo>
                    <a:pt x="1362925" y="1669682"/>
                  </a:lnTo>
                  <a:lnTo>
                    <a:pt x="1362918" y="1669683"/>
                  </a:lnTo>
                  <a:lnTo>
                    <a:pt x="1362912" y="1669678"/>
                  </a:lnTo>
                  <a:lnTo>
                    <a:pt x="1362907" y="1669670"/>
                  </a:lnTo>
                  <a:lnTo>
                    <a:pt x="1362896" y="1669657"/>
                  </a:lnTo>
                  <a:lnTo>
                    <a:pt x="1362888" y="1669652"/>
                  </a:lnTo>
                  <a:lnTo>
                    <a:pt x="1362878" y="1669644"/>
                  </a:lnTo>
                  <a:lnTo>
                    <a:pt x="1362869" y="1669635"/>
                  </a:lnTo>
                  <a:lnTo>
                    <a:pt x="1362856" y="1669619"/>
                  </a:lnTo>
                  <a:lnTo>
                    <a:pt x="1362843" y="1669643"/>
                  </a:lnTo>
                  <a:lnTo>
                    <a:pt x="1362838" y="1669666"/>
                  </a:lnTo>
                  <a:lnTo>
                    <a:pt x="1362833" y="1669707"/>
                  </a:lnTo>
                  <a:lnTo>
                    <a:pt x="1362834" y="1669734"/>
                  </a:lnTo>
                  <a:lnTo>
                    <a:pt x="1362840" y="1669756"/>
                  </a:lnTo>
                  <a:lnTo>
                    <a:pt x="1362838" y="1669775"/>
                  </a:lnTo>
                  <a:lnTo>
                    <a:pt x="1362815" y="1669784"/>
                  </a:lnTo>
                  <a:lnTo>
                    <a:pt x="1362809" y="1669790"/>
                  </a:lnTo>
                  <a:lnTo>
                    <a:pt x="1362800" y="1669801"/>
                  </a:lnTo>
                  <a:lnTo>
                    <a:pt x="1362790" y="1669810"/>
                  </a:lnTo>
                  <a:lnTo>
                    <a:pt x="1362769" y="1669832"/>
                  </a:lnTo>
                  <a:lnTo>
                    <a:pt x="1362756" y="1669853"/>
                  </a:lnTo>
                  <a:lnTo>
                    <a:pt x="1362746" y="1669871"/>
                  </a:lnTo>
                  <a:lnTo>
                    <a:pt x="1362740" y="1669887"/>
                  </a:lnTo>
                  <a:lnTo>
                    <a:pt x="1362739" y="1669913"/>
                  </a:lnTo>
                  <a:lnTo>
                    <a:pt x="1362734" y="1669942"/>
                  </a:lnTo>
                  <a:lnTo>
                    <a:pt x="1362731" y="1669966"/>
                  </a:lnTo>
                  <a:lnTo>
                    <a:pt x="1362731" y="1669984"/>
                  </a:lnTo>
                  <a:lnTo>
                    <a:pt x="1362727" y="1669999"/>
                  </a:lnTo>
                  <a:lnTo>
                    <a:pt x="1362722" y="1670019"/>
                  </a:lnTo>
                  <a:lnTo>
                    <a:pt x="1362707" y="1670041"/>
                  </a:lnTo>
                  <a:lnTo>
                    <a:pt x="1362699" y="1670055"/>
                  </a:lnTo>
                  <a:lnTo>
                    <a:pt x="1362700" y="1670078"/>
                  </a:lnTo>
                  <a:lnTo>
                    <a:pt x="1362688" y="1670092"/>
                  </a:lnTo>
                  <a:lnTo>
                    <a:pt x="1362673" y="1670108"/>
                  </a:lnTo>
                  <a:lnTo>
                    <a:pt x="1362664" y="1670122"/>
                  </a:lnTo>
                  <a:lnTo>
                    <a:pt x="1362656" y="1670137"/>
                  </a:lnTo>
                  <a:lnTo>
                    <a:pt x="1362658" y="1670147"/>
                  </a:lnTo>
                  <a:lnTo>
                    <a:pt x="1362658" y="1670163"/>
                  </a:lnTo>
                  <a:lnTo>
                    <a:pt x="1362663" y="1670177"/>
                  </a:lnTo>
                  <a:lnTo>
                    <a:pt x="1362673" y="1670189"/>
                  </a:lnTo>
                  <a:lnTo>
                    <a:pt x="1362678" y="1670199"/>
                  </a:lnTo>
                  <a:lnTo>
                    <a:pt x="1362690" y="1670214"/>
                  </a:lnTo>
                  <a:lnTo>
                    <a:pt x="1362689" y="1670233"/>
                  </a:lnTo>
                  <a:lnTo>
                    <a:pt x="1362689" y="1670249"/>
                  </a:lnTo>
                  <a:lnTo>
                    <a:pt x="1362688" y="1670266"/>
                  </a:lnTo>
                  <a:lnTo>
                    <a:pt x="1362682" y="1670289"/>
                  </a:lnTo>
                  <a:lnTo>
                    <a:pt x="1362674" y="1670307"/>
                  </a:lnTo>
                  <a:lnTo>
                    <a:pt x="1362649" y="1670342"/>
                  </a:lnTo>
                  <a:lnTo>
                    <a:pt x="1362636" y="1670364"/>
                  </a:lnTo>
                  <a:lnTo>
                    <a:pt x="1362620" y="1670387"/>
                  </a:lnTo>
                  <a:lnTo>
                    <a:pt x="1362612" y="1670407"/>
                  </a:lnTo>
                  <a:lnTo>
                    <a:pt x="1362620" y="1670419"/>
                  </a:lnTo>
                  <a:lnTo>
                    <a:pt x="1362621" y="1670437"/>
                  </a:lnTo>
                  <a:lnTo>
                    <a:pt x="1362628" y="1670457"/>
                  </a:lnTo>
                  <a:lnTo>
                    <a:pt x="1362643" y="1670471"/>
                  </a:lnTo>
                  <a:lnTo>
                    <a:pt x="1362645" y="1670478"/>
                  </a:lnTo>
                  <a:lnTo>
                    <a:pt x="1362648" y="1670489"/>
                  </a:lnTo>
                  <a:lnTo>
                    <a:pt x="1362654" y="1670503"/>
                  </a:lnTo>
                  <a:lnTo>
                    <a:pt x="1362660" y="1670510"/>
                  </a:lnTo>
                  <a:lnTo>
                    <a:pt x="1362665" y="1670524"/>
                  </a:lnTo>
                  <a:lnTo>
                    <a:pt x="1362666" y="1670534"/>
                  </a:lnTo>
                  <a:lnTo>
                    <a:pt x="1362665" y="1670548"/>
                  </a:lnTo>
                  <a:lnTo>
                    <a:pt x="1362666" y="1670557"/>
                  </a:lnTo>
                  <a:lnTo>
                    <a:pt x="1362668" y="1670569"/>
                  </a:lnTo>
                  <a:lnTo>
                    <a:pt x="1362670" y="1670580"/>
                  </a:lnTo>
                  <a:lnTo>
                    <a:pt x="1362669" y="1670592"/>
                  </a:lnTo>
                  <a:lnTo>
                    <a:pt x="1362666" y="1670608"/>
                  </a:lnTo>
                  <a:lnTo>
                    <a:pt x="1362674" y="1670629"/>
                  </a:lnTo>
                  <a:lnTo>
                    <a:pt x="1362680" y="1670646"/>
                  </a:lnTo>
                  <a:lnTo>
                    <a:pt x="1362680" y="1670659"/>
                  </a:lnTo>
                  <a:lnTo>
                    <a:pt x="1362686" y="1670664"/>
                  </a:lnTo>
                  <a:lnTo>
                    <a:pt x="1362697" y="1670673"/>
                  </a:lnTo>
                  <a:lnTo>
                    <a:pt x="1362702" y="1670687"/>
                  </a:lnTo>
                  <a:lnTo>
                    <a:pt x="1362705" y="1670699"/>
                  </a:lnTo>
                  <a:lnTo>
                    <a:pt x="1362710" y="1670707"/>
                  </a:lnTo>
                  <a:lnTo>
                    <a:pt x="1362701" y="1670734"/>
                  </a:lnTo>
                  <a:lnTo>
                    <a:pt x="1362690" y="1670745"/>
                  </a:lnTo>
                  <a:lnTo>
                    <a:pt x="1362687" y="1670761"/>
                  </a:lnTo>
                  <a:lnTo>
                    <a:pt x="1362683" y="1670773"/>
                  </a:lnTo>
                  <a:lnTo>
                    <a:pt x="1362672" y="1670784"/>
                  </a:lnTo>
                  <a:lnTo>
                    <a:pt x="1362658" y="1670837"/>
                  </a:lnTo>
                  <a:lnTo>
                    <a:pt x="1362654" y="1670852"/>
                  </a:lnTo>
                  <a:lnTo>
                    <a:pt x="1362649" y="1670865"/>
                  </a:lnTo>
                  <a:lnTo>
                    <a:pt x="1362644" y="1670877"/>
                  </a:lnTo>
                  <a:lnTo>
                    <a:pt x="1362638" y="1670889"/>
                  </a:lnTo>
                  <a:lnTo>
                    <a:pt x="1362630" y="1670898"/>
                  </a:lnTo>
                  <a:lnTo>
                    <a:pt x="1362614" y="1670906"/>
                  </a:lnTo>
                  <a:lnTo>
                    <a:pt x="1362597" y="1670914"/>
                  </a:lnTo>
                  <a:lnTo>
                    <a:pt x="1362582" y="1670920"/>
                  </a:lnTo>
                  <a:lnTo>
                    <a:pt x="1362573" y="1670908"/>
                  </a:lnTo>
                  <a:lnTo>
                    <a:pt x="1362570" y="1670904"/>
                  </a:lnTo>
                  <a:lnTo>
                    <a:pt x="1362558" y="1670887"/>
                  </a:lnTo>
                  <a:lnTo>
                    <a:pt x="1362537" y="1670863"/>
                  </a:lnTo>
                  <a:lnTo>
                    <a:pt x="1362529" y="1670855"/>
                  </a:lnTo>
                  <a:lnTo>
                    <a:pt x="1362513" y="1670849"/>
                  </a:lnTo>
                  <a:lnTo>
                    <a:pt x="1362488" y="1670835"/>
                  </a:lnTo>
                  <a:lnTo>
                    <a:pt x="1362484" y="1670801"/>
                  </a:lnTo>
                  <a:lnTo>
                    <a:pt x="1362439" y="1670825"/>
                  </a:lnTo>
                  <a:lnTo>
                    <a:pt x="1362432" y="1670827"/>
                  </a:lnTo>
                  <a:lnTo>
                    <a:pt x="1362418" y="1670831"/>
                  </a:lnTo>
                  <a:lnTo>
                    <a:pt x="1362404" y="1670830"/>
                  </a:lnTo>
                  <a:lnTo>
                    <a:pt x="1362393" y="1670829"/>
                  </a:lnTo>
                  <a:lnTo>
                    <a:pt x="1362377" y="1670835"/>
                  </a:lnTo>
                  <a:lnTo>
                    <a:pt x="1362357" y="1670851"/>
                  </a:lnTo>
                  <a:lnTo>
                    <a:pt x="1362325" y="1670873"/>
                  </a:lnTo>
                  <a:lnTo>
                    <a:pt x="1362298" y="1670887"/>
                  </a:lnTo>
                  <a:lnTo>
                    <a:pt x="1362250" y="1670909"/>
                  </a:lnTo>
                  <a:lnTo>
                    <a:pt x="1362201" y="1670931"/>
                  </a:lnTo>
                  <a:lnTo>
                    <a:pt x="1362172" y="1670946"/>
                  </a:lnTo>
                  <a:lnTo>
                    <a:pt x="1362143" y="1670962"/>
                  </a:lnTo>
                  <a:lnTo>
                    <a:pt x="1362135" y="1670974"/>
                  </a:lnTo>
                  <a:lnTo>
                    <a:pt x="1362132" y="1670999"/>
                  </a:lnTo>
                  <a:lnTo>
                    <a:pt x="1362129" y="1671015"/>
                  </a:lnTo>
                  <a:lnTo>
                    <a:pt x="1362125" y="1671067"/>
                  </a:lnTo>
                  <a:lnTo>
                    <a:pt x="1362109" y="1671106"/>
                  </a:lnTo>
                  <a:lnTo>
                    <a:pt x="1362091" y="1671147"/>
                  </a:lnTo>
                  <a:lnTo>
                    <a:pt x="1362087" y="1671167"/>
                  </a:lnTo>
                  <a:lnTo>
                    <a:pt x="1362088" y="1671185"/>
                  </a:lnTo>
                  <a:lnTo>
                    <a:pt x="1362086" y="1671222"/>
                  </a:lnTo>
                  <a:lnTo>
                    <a:pt x="1362085" y="1671269"/>
                  </a:lnTo>
                  <a:lnTo>
                    <a:pt x="1362083" y="1671297"/>
                  </a:lnTo>
                  <a:lnTo>
                    <a:pt x="1362072" y="1671347"/>
                  </a:lnTo>
                  <a:lnTo>
                    <a:pt x="1362062" y="1671365"/>
                  </a:lnTo>
                  <a:lnTo>
                    <a:pt x="1362053" y="1671381"/>
                  </a:lnTo>
                  <a:lnTo>
                    <a:pt x="1362039" y="1671418"/>
                  </a:lnTo>
                  <a:lnTo>
                    <a:pt x="1362039" y="1671433"/>
                  </a:lnTo>
                  <a:lnTo>
                    <a:pt x="1362048" y="1671443"/>
                  </a:lnTo>
                  <a:lnTo>
                    <a:pt x="1362074" y="1671466"/>
                  </a:lnTo>
                  <a:lnTo>
                    <a:pt x="1362091" y="1671490"/>
                  </a:lnTo>
                  <a:lnTo>
                    <a:pt x="1362089" y="1671517"/>
                  </a:lnTo>
                  <a:lnTo>
                    <a:pt x="1362080" y="1671538"/>
                  </a:lnTo>
                  <a:lnTo>
                    <a:pt x="1362072" y="1671567"/>
                  </a:lnTo>
                  <a:lnTo>
                    <a:pt x="1362059" y="1671593"/>
                  </a:lnTo>
                  <a:lnTo>
                    <a:pt x="1362053" y="1671606"/>
                  </a:lnTo>
                  <a:lnTo>
                    <a:pt x="1362029" y="1671625"/>
                  </a:lnTo>
                  <a:lnTo>
                    <a:pt x="1362017" y="1671641"/>
                  </a:lnTo>
                  <a:lnTo>
                    <a:pt x="1362011" y="1671655"/>
                  </a:lnTo>
                  <a:lnTo>
                    <a:pt x="1361993" y="1671653"/>
                  </a:lnTo>
                  <a:lnTo>
                    <a:pt x="1361984" y="1671656"/>
                  </a:lnTo>
                  <a:lnTo>
                    <a:pt x="1361955" y="1671655"/>
                  </a:lnTo>
                  <a:lnTo>
                    <a:pt x="1361932" y="1671649"/>
                  </a:lnTo>
                  <a:lnTo>
                    <a:pt x="1361912" y="1671637"/>
                  </a:lnTo>
                  <a:lnTo>
                    <a:pt x="1361897" y="1671626"/>
                  </a:lnTo>
                  <a:lnTo>
                    <a:pt x="1361880" y="1671615"/>
                  </a:lnTo>
                  <a:lnTo>
                    <a:pt x="1361834" y="1671609"/>
                  </a:lnTo>
                  <a:lnTo>
                    <a:pt x="1361813" y="1671608"/>
                  </a:lnTo>
                  <a:lnTo>
                    <a:pt x="1361797" y="1671620"/>
                  </a:lnTo>
                  <a:lnTo>
                    <a:pt x="1361785" y="1671630"/>
                  </a:lnTo>
                  <a:lnTo>
                    <a:pt x="1361777" y="1671641"/>
                  </a:lnTo>
                  <a:lnTo>
                    <a:pt x="1361772" y="1671647"/>
                  </a:lnTo>
                  <a:lnTo>
                    <a:pt x="1361760" y="1671676"/>
                  </a:lnTo>
                  <a:lnTo>
                    <a:pt x="1361745" y="1671683"/>
                  </a:lnTo>
                  <a:lnTo>
                    <a:pt x="1361728" y="1671687"/>
                  </a:lnTo>
                  <a:lnTo>
                    <a:pt x="1361684" y="1671696"/>
                  </a:lnTo>
                  <a:lnTo>
                    <a:pt x="1361624" y="1671704"/>
                  </a:lnTo>
                  <a:lnTo>
                    <a:pt x="1361603" y="1671711"/>
                  </a:lnTo>
                  <a:lnTo>
                    <a:pt x="1361575" y="1671740"/>
                  </a:lnTo>
                  <a:lnTo>
                    <a:pt x="1361560" y="1671752"/>
                  </a:lnTo>
                  <a:lnTo>
                    <a:pt x="1361551" y="1671761"/>
                  </a:lnTo>
                  <a:lnTo>
                    <a:pt x="1361542" y="1671771"/>
                  </a:lnTo>
                  <a:lnTo>
                    <a:pt x="1361517" y="1671797"/>
                  </a:lnTo>
                  <a:lnTo>
                    <a:pt x="1361509" y="1671822"/>
                  </a:lnTo>
                  <a:lnTo>
                    <a:pt x="1361509" y="1671835"/>
                  </a:lnTo>
                  <a:lnTo>
                    <a:pt x="1361471" y="1671824"/>
                  </a:lnTo>
                  <a:lnTo>
                    <a:pt x="1361462" y="1671820"/>
                  </a:lnTo>
                  <a:lnTo>
                    <a:pt x="1361443" y="1671807"/>
                  </a:lnTo>
                  <a:lnTo>
                    <a:pt x="1361429" y="1671798"/>
                  </a:lnTo>
                  <a:lnTo>
                    <a:pt x="1361415" y="1671799"/>
                  </a:lnTo>
                  <a:lnTo>
                    <a:pt x="1361387" y="1671801"/>
                  </a:lnTo>
                  <a:lnTo>
                    <a:pt x="1361367" y="1671796"/>
                  </a:lnTo>
                  <a:lnTo>
                    <a:pt x="1361366" y="1671812"/>
                  </a:lnTo>
                  <a:lnTo>
                    <a:pt x="1361362" y="1671841"/>
                  </a:lnTo>
                  <a:lnTo>
                    <a:pt x="1361358" y="1671860"/>
                  </a:lnTo>
                  <a:lnTo>
                    <a:pt x="1361359" y="1671896"/>
                  </a:lnTo>
                  <a:lnTo>
                    <a:pt x="1361351" y="1671924"/>
                  </a:lnTo>
                  <a:lnTo>
                    <a:pt x="1361351" y="1671946"/>
                  </a:lnTo>
                  <a:lnTo>
                    <a:pt x="1361353" y="1671966"/>
                  </a:lnTo>
                  <a:lnTo>
                    <a:pt x="1361351" y="1671995"/>
                  </a:lnTo>
                  <a:lnTo>
                    <a:pt x="1361357" y="1672019"/>
                  </a:lnTo>
                  <a:lnTo>
                    <a:pt x="1361360" y="1672060"/>
                  </a:lnTo>
                  <a:lnTo>
                    <a:pt x="1361364" y="1672076"/>
                  </a:lnTo>
                  <a:lnTo>
                    <a:pt x="1361399" y="1672110"/>
                  </a:lnTo>
                  <a:lnTo>
                    <a:pt x="1361415" y="1672127"/>
                  </a:lnTo>
                  <a:lnTo>
                    <a:pt x="1361427" y="1672139"/>
                  </a:lnTo>
                  <a:lnTo>
                    <a:pt x="1361451" y="1672170"/>
                  </a:lnTo>
                  <a:lnTo>
                    <a:pt x="1361466" y="1672195"/>
                  </a:lnTo>
                  <a:lnTo>
                    <a:pt x="1361474" y="1672204"/>
                  </a:lnTo>
                  <a:lnTo>
                    <a:pt x="1361492" y="1672214"/>
                  </a:lnTo>
                  <a:lnTo>
                    <a:pt x="1361514" y="1672219"/>
                  </a:lnTo>
                  <a:lnTo>
                    <a:pt x="1361535" y="1672220"/>
                  </a:lnTo>
                  <a:lnTo>
                    <a:pt x="1361556" y="1672221"/>
                  </a:lnTo>
                  <a:lnTo>
                    <a:pt x="1361570" y="1672227"/>
                  </a:lnTo>
                  <a:lnTo>
                    <a:pt x="1361591" y="1672241"/>
                  </a:lnTo>
                  <a:lnTo>
                    <a:pt x="1361598" y="1672249"/>
                  </a:lnTo>
                  <a:lnTo>
                    <a:pt x="1361608" y="1672271"/>
                  </a:lnTo>
                  <a:lnTo>
                    <a:pt x="1361606" y="1672293"/>
                  </a:lnTo>
                  <a:lnTo>
                    <a:pt x="1361601" y="1672319"/>
                  </a:lnTo>
                  <a:lnTo>
                    <a:pt x="1361639" y="1672353"/>
                  </a:lnTo>
                  <a:lnTo>
                    <a:pt x="1361653" y="1672374"/>
                  </a:lnTo>
                  <a:lnTo>
                    <a:pt x="1361641" y="1672382"/>
                  </a:lnTo>
                  <a:lnTo>
                    <a:pt x="1361639" y="1672398"/>
                  </a:lnTo>
                  <a:lnTo>
                    <a:pt x="1361642" y="1672414"/>
                  </a:lnTo>
                  <a:lnTo>
                    <a:pt x="1361650" y="1672430"/>
                  </a:lnTo>
                  <a:lnTo>
                    <a:pt x="1361674" y="1672457"/>
                  </a:lnTo>
                  <a:lnTo>
                    <a:pt x="1361689" y="1672467"/>
                  </a:lnTo>
                  <a:lnTo>
                    <a:pt x="1361727" y="1672497"/>
                  </a:lnTo>
                  <a:lnTo>
                    <a:pt x="1361754" y="1672520"/>
                  </a:lnTo>
                  <a:lnTo>
                    <a:pt x="1361798" y="1672712"/>
                  </a:lnTo>
                  <a:lnTo>
                    <a:pt x="1361798" y="1672764"/>
                  </a:lnTo>
                  <a:lnTo>
                    <a:pt x="1361806" y="1672815"/>
                  </a:lnTo>
                  <a:lnTo>
                    <a:pt x="1361818" y="1672852"/>
                  </a:lnTo>
                  <a:lnTo>
                    <a:pt x="1361823" y="1672885"/>
                  </a:lnTo>
                  <a:lnTo>
                    <a:pt x="1361833" y="1672911"/>
                  </a:lnTo>
                  <a:lnTo>
                    <a:pt x="1361842" y="1672920"/>
                  </a:lnTo>
                  <a:lnTo>
                    <a:pt x="1361888" y="1672955"/>
                  </a:lnTo>
                  <a:lnTo>
                    <a:pt x="1361905" y="1672968"/>
                  </a:lnTo>
                  <a:lnTo>
                    <a:pt x="1361954" y="1673005"/>
                  </a:lnTo>
                  <a:lnTo>
                    <a:pt x="1361978" y="1673022"/>
                  </a:lnTo>
                  <a:lnTo>
                    <a:pt x="1361990" y="1673038"/>
                  </a:lnTo>
                  <a:lnTo>
                    <a:pt x="1361998" y="1673065"/>
                  </a:lnTo>
                  <a:lnTo>
                    <a:pt x="1361995" y="1673092"/>
                  </a:lnTo>
                  <a:lnTo>
                    <a:pt x="1362006" y="1673122"/>
                  </a:lnTo>
                  <a:lnTo>
                    <a:pt x="1362017" y="1673139"/>
                  </a:lnTo>
                  <a:lnTo>
                    <a:pt x="1362041" y="1673176"/>
                  </a:lnTo>
                  <a:lnTo>
                    <a:pt x="1362054" y="1673194"/>
                  </a:lnTo>
                  <a:lnTo>
                    <a:pt x="1362073" y="1673240"/>
                  </a:lnTo>
                  <a:lnTo>
                    <a:pt x="1362079" y="1673255"/>
                  </a:lnTo>
                  <a:lnTo>
                    <a:pt x="1362089" y="1673276"/>
                  </a:lnTo>
                  <a:lnTo>
                    <a:pt x="1362157" y="1673322"/>
                  </a:lnTo>
                  <a:lnTo>
                    <a:pt x="1362165" y="1673334"/>
                  </a:lnTo>
                  <a:lnTo>
                    <a:pt x="1362175" y="1673353"/>
                  </a:lnTo>
                  <a:lnTo>
                    <a:pt x="1362181" y="1673396"/>
                  </a:lnTo>
                  <a:lnTo>
                    <a:pt x="1362196" y="1673435"/>
                  </a:lnTo>
                  <a:lnTo>
                    <a:pt x="1362198" y="1673449"/>
                  </a:lnTo>
                  <a:lnTo>
                    <a:pt x="1362211" y="1673475"/>
                  </a:lnTo>
                  <a:lnTo>
                    <a:pt x="1362218" y="1673493"/>
                  </a:lnTo>
                  <a:lnTo>
                    <a:pt x="1362217" y="1673514"/>
                  </a:lnTo>
                  <a:lnTo>
                    <a:pt x="1362210" y="1673536"/>
                  </a:lnTo>
                  <a:lnTo>
                    <a:pt x="1362208" y="1673565"/>
                  </a:lnTo>
                  <a:lnTo>
                    <a:pt x="1362198" y="1673615"/>
                  </a:lnTo>
                  <a:lnTo>
                    <a:pt x="1362180" y="1673646"/>
                  </a:lnTo>
                  <a:lnTo>
                    <a:pt x="1362185" y="1673661"/>
                  </a:lnTo>
                  <a:lnTo>
                    <a:pt x="1362183" y="1673696"/>
                  </a:lnTo>
                  <a:lnTo>
                    <a:pt x="1362200" y="1673719"/>
                  </a:lnTo>
                  <a:lnTo>
                    <a:pt x="1362226" y="1673749"/>
                  </a:lnTo>
                  <a:lnTo>
                    <a:pt x="1362245" y="1673767"/>
                  </a:lnTo>
                  <a:lnTo>
                    <a:pt x="1362278" y="1673796"/>
                  </a:lnTo>
                  <a:lnTo>
                    <a:pt x="1362306" y="1673815"/>
                  </a:lnTo>
                  <a:lnTo>
                    <a:pt x="1362304" y="1673831"/>
                  </a:lnTo>
                  <a:lnTo>
                    <a:pt x="1362299" y="1673848"/>
                  </a:lnTo>
                  <a:lnTo>
                    <a:pt x="1362287" y="1673871"/>
                  </a:lnTo>
                  <a:lnTo>
                    <a:pt x="1362265" y="1673905"/>
                  </a:lnTo>
                  <a:lnTo>
                    <a:pt x="1362253" y="1673930"/>
                  </a:lnTo>
                  <a:lnTo>
                    <a:pt x="1362241" y="1673945"/>
                  </a:lnTo>
                  <a:lnTo>
                    <a:pt x="1362215" y="1673966"/>
                  </a:lnTo>
                  <a:lnTo>
                    <a:pt x="1362196" y="1673975"/>
                  </a:lnTo>
                  <a:lnTo>
                    <a:pt x="1362170" y="1674002"/>
                  </a:lnTo>
                  <a:lnTo>
                    <a:pt x="1362158" y="1674023"/>
                  </a:lnTo>
                  <a:lnTo>
                    <a:pt x="1362157" y="1674044"/>
                  </a:lnTo>
                  <a:lnTo>
                    <a:pt x="1362161" y="1674059"/>
                  </a:lnTo>
                  <a:lnTo>
                    <a:pt x="1362167" y="1674077"/>
                  </a:lnTo>
                  <a:lnTo>
                    <a:pt x="1362186" y="1674115"/>
                  </a:lnTo>
                  <a:lnTo>
                    <a:pt x="1362194" y="1674134"/>
                  </a:lnTo>
                  <a:lnTo>
                    <a:pt x="1362190" y="1674155"/>
                  </a:lnTo>
                  <a:lnTo>
                    <a:pt x="1362180" y="1674166"/>
                  </a:lnTo>
                  <a:lnTo>
                    <a:pt x="1362147" y="1674189"/>
                  </a:lnTo>
                  <a:lnTo>
                    <a:pt x="1362140" y="1674196"/>
                  </a:lnTo>
                  <a:lnTo>
                    <a:pt x="1362127" y="1674210"/>
                  </a:lnTo>
                  <a:lnTo>
                    <a:pt x="1362118" y="1674231"/>
                  </a:lnTo>
                  <a:lnTo>
                    <a:pt x="1362117" y="1674254"/>
                  </a:lnTo>
                  <a:lnTo>
                    <a:pt x="1362106" y="1674269"/>
                  </a:lnTo>
                  <a:lnTo>
                    <a:pt x="1362085" y="1674281"/>
                  </a:lnTo>
                  <a:lnTo>
                    <a:pt x="1362068" y="1674297"/>
                  </a:lnTo>
                  <a:lnTo>
                    <a:pt x="1362053" y="1674313"/>
                  </a:lnTo>
                  <a:lnTo>
                    <a:pt x="1362046" y="1674350"/>
                  </a:lnTo>
                  <a:lnTo>
                    <a:pt x="1362049" y="1674377"/>
                  </a:lnTo>
                  <a:lnTo>
                    <a:pt x="1362037" y="1674398"/>
                  </a:lnTo>
                  <a:lnTo>
                    <a:pt x="1362026" y="1674406"/>
                  </a:lnTo>
                  <a:lnTo>
                    <a:pt x="1362016" y="1674412"/>
                  </a:lnTo>
                  <a:lnTo>
                    <a:pt x="1362006" y="1674421"/>
                  </a:lnTo>
                  <a:lnTo>
                    <a:pt x="1361990" y="1674419"/>
                  </a:lnTo>
                  <a:lnTo>
                    <a:pt x="1361974" y="1674418"/>
                  </a:lnTo>
                  <a:lnTo>
                    <a:pt x="1361944" y="1674414"/>
                  </a:lnTo>
                  <a:lnTo>
                    <a:pt x="1361921" y="1674416"/>
                  </a:lnTo>
                  <a:lnTo>
                    <a:pt x="1361880" y="1674419"/>
                  </a:lnTo>
                  <a:lnTo>
                    <a:pt x="1361865" y="1674415"/>
                  </a:lnTo>
                  <a:lnTo>
                    <a:pt x="1361847" y="1674398"/>
                  </a:lnTo>
                  <a:lnTo>
                    <a:pt x="1361824" y="1674369"/>
                  </a:lnTo>
                  <a:lnTo>
                    <a:pt x="1361784" y="1674345"/>
                  </a:lnTo>
                  <a:lnTo>
                    <a:pt x="1361759" y="1674337"/>
                  </a:lnTo>
                  <a:lnTo>
                    <a:pt x="1361726" y="1674347"/>
                  </a:lnTo>
                  <a:lnTo>
                    <a:pt x="1361710" y="1674321"/>
                  </a:lnTo>
                  <a:lnTo>
                    <a:pt x="1361667" y="1674282"/>
                  </a:lnTo>
                  <a:lnTo>
                    <a:pt x="1361637" y="1674265"/>
                  </a:lnTo>
                  <a:lnTo>
                    <a:pt x="1361607" y="1674255"/>
                  </a:lnTo>
                  <a:lnTo>
                    <a:pt x="1361572" y="1674244"/>
                  </a:lnTo>
                  <a:lnTo>
                    <a:pt x="1361547" y="1674224"/>
                  </a:lnTo>
                  <a:lnTo>
                    <a:pt x="1361519" y="1674207"/>
                  </a:lnTo>
                  <a:lnTo>
                    <a:pt x="1361509" y="1674191"/>
                  </a:lnTo>
                  <a:lnTo>
                    <a:pt x="1361504" y="1674177"/>
                  </a:lnTo>
                  <a:lnTo>
                    <a:pt x="1361495" y="1674141"/>
                  </a:lnTo>
                  <a:lnTo>
                    <a:pt x="1361485" y="1674132"/>
                  </a:lnTo>
                  <a:lnTo>
                    <a:pt x="1361463" y="1674120"/>
                  </a:lnTo>
                  <a:lnTo>
                    <a:pt x="1361437" y="1674099"/>
                  </a:lnTo>
                  <a:lnTo>
                    <a:pt x="1361415" y="1674077"/>
                  </a:lnTo>
                  <a:lnTo>
                    <a:pt x="1361408" y="1674071"/>
                  </a:lnTo>
                  <a:lnTo>
                    <a:pt x="1361385" y="1674057"/>
                  </a:lnTo>
                  <a:lnTo>
                    <a:pt x="1361361" y="1674051"/>
                  </a:lnTo>
                  <a:lnTo>
                    <a:pt x="1361336" y="1674038"/>
                  </a:lnTo>
                  <a:lnTo>
                    <a:pt x="1361320" y="1674034"/>
                  </a:lnTo>
                  <a:lnTo>
                    <a:pt x="1361302" y="1674041"/>
                  </a:lnTo>
                  <a:lnTo>
                    <a:pt x="1361268" y="1674048"/>
                  </a:lnTo>
                  <a:lnTo>
                    <a:pt x="1361252" y="1674051"/>
                  </a:lnTo>
                  <a:lnTo>
                    <a:pt x="1361242" y="1674046"/>
                  </a:lnTo>
                  <a:lnTo>
                    <a:pt x="1361233" y="1674028"/>
                  </a:lnTo>
                  <a:lnTo>
                    <a:pt x="1361213" y="1674010"/>
                  </a:lnTo>
                  <a:lnTo>
                    <a:pt x="1361169" y="1673989"/>
                  </a:lnTo>
                  <a:lnTo>
                    <a:pt x="1361137" y="1673970"/>
                  </a:lnTo>
                  <a:lnTo>
                    <a:pt x="1361126" y="1673958"/>
                  </a:lnTo>
                  <a:lnTo>
                    <a:pt x="1361095" y="1673926"/>
                  </a:lnTo>
                  <a:lnTo>
                    <a:pt x="1361065" y="1673887"/>
                  </a:lnTo>
                  <a:lnTo>
                    <a:pt x="1361049" y="1673860"/>
                  </a:lnTo>
                  <a:lnTo>
                    <a:pt x="1361041" y="1673843"/>
                  </a:lnTo>
                  <a:lnTo>
                    <a:pt x="1361037" y="1673820"/>
                  </a:lnTo>
                  <a:lnTo>
                    <a:pt x="1361042" y="1673800"/>
                  </a:lnTo>
                  <a:lnTo>
                    <a:pt x="1361029" y="1673802"/>
                  </a:lnTo>
                  <a:lnTo>
                    <a:pt x="1361019" y="1673805"/>
                  </a:lnTo>
                  <a:lnTo>
                    <a:pt x="1360991" y="1673812"/>
                  </a:lnTo>
                  <a:lnTo>
                    <a:pt x="1360977" y="1673815"/>
                  </a:lnTo>
                  <a:lnTo>
                    <a:pt x="1360964" y="1673809"/>
                  </a:lnTo>
                  <a:lnTo>
                    <a:pt x="1360942" y="1673776"/>
                  </a:lnTo>
                  <a:lnTo>
                    <a:pt x="1360934" y="1673748"/>
                  </a:lnTo>
                  <a:lnTo>
                    <a:pt x="1360929" y="1673734"/>
                  </a:lnTo>
                  <a:lnTo>
                    <a:pt x="1360915" y="1673721"/>
                  </a:lnTo>
                  <a:lnTo>
                    <a:pt x="1360895" y="1673708"/>
                  </a:lnTo>
                  <a:lnTo>
                    <a:pt x="1360888" y="1673701"/>
                  </a:lnTo>
                  <a:lnTo>
                    <a:pt x="1360889" y="1673682"/>
                  </a:lnTo>
                  <a:lnTo>
                    <a:pt x="1360895" y="1673656"/>
                  </a:lnTo>
                  <a:lnTo>
                    <a:pt x="1360887" y="1673661"/>
                  </a:lnTo>
                  <a:lnTo>
                    <a:pt x="1360859" y="1673662"/>
                  </a:lnTo>
                  <a:lnTo>
                    <a:pt x="1360845" y="1673662"/>
                  </a:lnTo>
                  <a:lnTo>
                    <a:pt x="1360824" y="1673663"/>
                  </a:lnTo>
                  <a:lnTo>
                    <a:pt x="1360816" y="1673668"/>
                  </a:lnTo>
                  <a:lnTo>
                    <a:pt x="1360791" y="1673685"/>
                  </a:lnTo>
                  <a:lnTo>
                    <a:pt x="1360768" y="1673701"/>
                  </a:lnTo>
                  <a:lnTo>
                    <a:pt x="1360746" y="1673721"/>
                  </a:lnTo>
                  <a:lnTo>
                    <a:pt x="1360721" y="1673742"/>
                  </a:lnTo>
                  <a:lnTo>
                    <a:pt x="1360707" y="1673749"/>
                  </a:lnTo>
                  <a:lnTo>
                    <a:pt x="1360689" y="1673758"/>
                  </a:lnTo>
                  <a:lnTo>
                    <a:pt x="1360657" y="1673759"/>
                  </a:lnTo>
                  <a:lnTo>
                    <a:pt x="1360639" y="1673754"/>
                  </a:lnTo>
                  <a:lnTo>
                    <a:pt x="1360620" y="1673750"/>
                  </a:lnTo>
                  <a:lnTo>
                    <a:pt x="1360602" y="1673746"/>
                  </a:lnTo>
                  <a:lnTo>
                    <a:pt x="1360591" y="1673733"/>
                  </a:lnTo>
                  <a:lnTo>
                    <a:pt x="1360588" y="1673710"/>
                  </a:lnTo>
                  <a:lnTo>
                    <a:pt x="1360587" y="1673689"/>
                  </a:lnTo>
                  <a:lnTo>
                    <a:pt x="1360585" y="1673683"/>
                  </a:lnTo>
                  <a:lnTo>
                    <a:pt x="1360559" y="1673674"/>
                  </a:lnTo>
                  <a:lnTo>
                    <a:pt x="1360545" y="1673675"/>
                  </a:lnTo>
                  <a:lnTo>
                    <a:pt x="1360525" y="1673672"/>
                  </a:lnTo>
                  <a:lnTo>
                    <a:pt x="1360509" y="1673662"/>
                  </a:lnTo>
                  <a:lnTo>
                    <a:pt x="1360499" y="1673648"/>
                  </a:lnTo>
                  <a:lnTo>
                    <a:pt x="1360494" y="1673643"/>
                  </a:lnTo>
                  <a:lnTo>
                    <a:pt x="1360486" y="1673650"/>
                  </a:lnTo>
                  <a:lnTo>
                    <a:pt x="1360478" y="1673661"/>
                  </a:lnTo>
                  <a:lnTo>
                    <a:pt x="1360469" y="1673677"/>
                  </a:lnTo>
                  <a:lnTo>
                    <a:pt x="1360460" y="1673685"/>
                  </a:lnTo>
                  <a:lnTo>
                    <a:pt x="1360447" y="1673696"/>
                  </a:lnTo>
                  <a:lnTo>
                    <a:pt x="1360434" y="1673712"/>
                  </a:lnTo>
                  <a:lnTo>
                    <a:pt x="1360423" y="1673731"/>
                  </a:lnTo>
                  <a:lnTo>
                    <a:pt x="1360413" y="1673742"/>
                  </a:lnTo>
                  <a:lnTo>
                    <a:pt x="1360404" y="1673742"/>
                  </a:lnTo>
                  <a:lnTo>
                    <a:pt x="1360385" y="1673736"/>
                  </a:lnTo>
                  <a:lnTo>
                    <a:pt x="1360373" y="1673729"/>
                  </a:lnTo>
                  <a:lnTo>
                    <a:pt x="1360362" y="1673720"/>
                  </a:lnTo>
                  <a:lnTo>
                    <a:pt x="1360344" y="1673708"/>
                  </a:lnTo>
                  <a:lnTo>
                    <a:pt x="1360325" y="1673707"/>
                  </a:lnTo>
                  <a:lnTo>
                    <a:pt x="1360310" y="1673706"/>
                  </a:lnTo>
                  <a:lnTo>
                    <a:pt x="1360299" y="1673703"/>
                  </a:lnTo>
                  <a:lnTo>
                    <a:pt x="1360288" y="1673697"/>
                  </a:lnTo>
                  <a:lnTo>
                    <a:pt x="1360282" y="1673686"/>
                  </a:lnTo>
                  <a:lnTo>
                    <a:pt x="1360271" y="1673675"/>
                  </a:lnTo>
                  <a:lnTo>
                    <a:pt x="1360260" y="1673668"/>
                  </a:lnTo>
                  <a:lnTo>
                    <a:pt x="1360255" y="1673668"/>
                  </a:lnTo>
                  <a:lnTo>
                    <a:pt x="1360245" y="1673670"/>
                  </a:lnTo>
                  <a:lnTo>
                    <a:pt x="1360234" y="1673673"/>
                  </a:lnTo>
                  <a:lnTo>
                    <a:pt x="1360228" y="1673677"/>
                  </a:lnTo>
                  <a:lnTo>
                    <a:pt x="1360214" y="1673686"/>
                  </a:lnTo>
                  <a:lnTo>
                    <a:pt x="1360201" y="1673699"/>
                  </a:lnTo>
                  <a:lnTo>
                    <a:pt x="1360194" y="1673715"/>
                  </a:lnTo>
                  <a:lnTo>
                    <a:pt x="1360191" y="1673731"/>
                  </a:lnTo>
                  <a:lnTo>
                    <a:pt x="1360182" y="1673753"/>
                  </a:lnTo>
                  <a:lnTo>
                    <a:pt x="1360169" y="1673765"/>
                  </a:lnTo>
                  <a:lnTo>
                    <a:pt x="1360159" y="1673772"/>
                  </a:lnTo>
                  <a:lnTo>
                    <a:pt x="1360126" y="1673795"/>
                  </a:lnTo>
                  <a:lnTo>
                    <a:pt x="1360112" y="1673801"/>
                  </a:lnTo>
                  <a:lnTo>
                    <a:pt x="1360098" y="1673801"/>
                  </a:lnTo>
                  <a:lnTo>
                    <a:pt x="1360082" y="1673799"/>
                  </a:lnTo>
                  <a:lnTo>
                    <a:pt x="1360050" y="1673783"/>
                  </a:lnTo>
                  <a:lnTo>
                    <a:pt x="1360019" y="1673757"/>
                  </a:lnTo>
                  <a:lnTo>
                    <a:pt x="1359994" y="1673741"/>
                  </a:lnTo>
                  <a:lnTo>
                    <a:pt x="1359952" y="1673713"/>
                  </a:lnTo>
                  <a:lnTo>
                    <a:pt x="1359941" y="1673707"/>
                  </a:lnTo>
                  <a:lnTo>
                    <a:pt x="1359919" y="1673702"/>
                  </a:lnTo>
                  <a:lnTo>
                    <a:pt x="1359886" y="1673698"/>
                  </a:lnTo>
                  <a:lnTo>
                    <a:pt x="1359866" y="1673687"/>
                  </a:lnTo>
                  <a:lnTo>
                    <a:pt x="1359841" y="1673669"/>
                  </a:lnTo>
                  <a:lnTo>
                    <a:pt x="1359822" y="1673655"/>
                  </a:lnTo>
                  <a:lnTo>
                    <a:pt x="1359816" y="1673651"/>
                  </a:lnTo>
                  <a:lnTo>
                    <a:pt x="1359788" y="1673615"/>
                  </a:lnTo>
                  <a:lnTo>
                    <a:pt x="1359743" y="1673568"/>
                  </a:lnTo>
                  <a:lnTo>
                    <a:pt x="1359725" y="1673553"/>
                  </a:lnTo>
                  <a:lnTo>
                    <a:pt x="1359695" y="1673527"/>
                  </a:lnTo>
                  <a:lnTo>
                    <a:pt x="1359682" y="1673517"/>
                  </a:lnTo>
                  <a:lnTo>
                    <a:pt x="1359670" y="1673508"/>
                  </a:lnTo>
                  <a:lnTo>
                    <a:pt x="1359648" y="1673489"/>
                  </a:lnTo>
                  <a:lnTo>
                    <a:pt x="1359626" y="1673476"/>
                  </a:lnTo>
                  <a:lnTo>
                    <a:pt x="1359614" y="1673468"/>
                  </a:lnTo>
                  <a:lnTo>
                    <a:pt x="1359610" y="1673482"/>
                  </a:lnTo>
                  <a:lnTo>
                    <a:pt x="1359607" y="1673491"/>
                  </a:lnTo>
                  <a:lnTo>
                    <a:pt x="1359599" y="1673539"/>
                  </a:lnTo>
                  <a:lnTo>
                    <a:pt x="1359590" y="1673560"/>
                  </a:lnTo>
                  <a:lnTo>
                    <a:pt x="1359585" y="1673566"/>
                  </a:lnTo>
                  <a:lnTo>
                    <a:pt x="1359579" y="1673572"/>
                  </a:lnTo>
                  <a:lnTo>
                    <a:pt x="1359569" y="1673577"/>
                  </a:lnTo>
                  <a:lnTo>
                    <a:pt x="1359551" y="1673584"/>
                  </a:lnTo>
                  <a:lnTo>
                    <a:pt x="1359532" y="1673590"/>
                  </a:lnTo>
                  <a:lnTo>
                    <a:pt x="1359485" y="1673612"/>
                  </a:lnTo>
                  <a:lnTo>
                    <a:pt x="1359436" y="1673641"/>
                  </a:lnTo>
                  <a:lnTo>
                    <a:pt x="1359418" y="1673656"/>
                  </a:lnTo>
                  <a:lnTo>
                    <a:pt x="1359405" y="1673667"/>
                  </a:lnTo>
                  <a:lnTo>
                    <a:pt x="1359389" y="1673688"/>
                  </a:lnTo>
                  <a:lnTo>
                    <a:pt x="1359376" y="1673698"/>
                  </a:lnTo>
                  <a:lnTo>
                    <a:pt x="1359361" y="1673689"/>
                  </a:lnTo>
                  <a:lnTo>
                    <a:pt x="1359345" y="1673675"/>
                  </a:lnTo>
                  <a:lnTo>
                    <a:pt x="1359306" y="1673645"/>
                  </a:lnTo>
                  <a:lnTo>
                    <a:pt x="1359279" y="1673622"/>
                  </a:lnTo>
                  <a:lnTo>
                    <a:pt x="1359262" y="1673612"/>
                  </a:lnTo>
                  <a:lnTo>
                    <a:pt x="1359240" y="1673610"/>
                  </a:lnTo>
                  <a:lnTo>
                    <a:pt x="1359195" y="1673608"/>
                  </a:lnTo>
                  <a:lnTo>
                    <a:pt x="1359163" y="1673599"/>
                  </a:lnTo>
                  <a:lnTo>
                    <a:pt x="1359135" y="1673587"/>
                  </a:lnTo>
                  <a:lnTo>
                    <a:pt x="1359064" y="1673573"/>
                  </a:lnTo>
                  <a:lnTo>
                    <a:pt x="1359030" y="1673569"/>
                  </a:lnTo>
                  <a:lnTo>
                    <a:pt x="1359011" y="1673560"/>
                  </a:lnTo>
                  <a:lnTo>
                    <a:pt x="1358978" y="1673540"/>
                  </a:lnTo>
                  <a:lnTo>
                    <a:pt x="1358929" y="1673505"/>
                  </a:lnTo>
                  <a:lnTo>
                    <a:pt x="1358867" y="1673464"/>
                  </a:lnTo>
                  <a:lnTo>
                    <a:pt x="1358835" y="1673455"/>
                  </a:lnTo>
                  <a:lnTo>
                    <a:pt x="1358800" y="1673454"/>
                  </a:lnTo>
                  <a:lnTo>
                    <a:pt x="1358784" y="1673455"/>
                  </a:lnTo>
                  <a:lnTo>
                    <a:pt x="1358769" y="1673460"/>
                  </a:lnTo>
                  <a:lnTo>
                    <a:pt x="1358740" y="1673464"/>
                  </a:lnTo>
                  <a:lnTo>
                    <a:pt x="1358699" y="1673458"/>
                  </a:lnTo>
                  <a:lnTo>
                    <a:pt x="1358680" y="1673447"/>
                  </a:lnTo>
                  <a:lnTo>
                    <a:pt x="1358659" y="1673420"/>
                  </a:lnTo>
                  <a:lnTo>
                    <a:pt x="1358628" y="1673388"/>
                  </a:lnTo>
                  <a:lnTo>
                    <a:pt x="1358607" y="1673377"/>
                  </a:lnTo>
                  <a:lnTo>
                    <a:pt x="1358573" y="1673363"/>
                  </a:lnTo>
                  <a:lnTo>
                    <a:pt x="1358561" y="1673355"/>
                  </a:lnTo>
                  <a:lnTo>
                    <a:pt x="1358538" y="1673341"/>
                  </a:lnTo>
                  <a:lnTo>
                    <a:pt x="1358513" y="1673327"/>
                  </a:lnTo>
                  <a:lnTo>
                    <a:pt x="1358489" y="1673322"/>
                  </a:lnTo>
                  <a:lnTo>
                    <a:pt x="1358461" y="1673316"/>
                  </a:lnTo>
                  <a:lnTo>
                    <a:pt x="1358426" y="1673311"/>
                  </a:lnTo>
                  <a:lnTo>
                    <a:pt x="1358397" y="1673305"/>
                  </a:lnTo>
                  <a:lnTo>
                    <a:pt x="1358387" y="1673302"/>
                  </a:lnTo>
                  <a:lnTo>
                    <a:pt x="1358374" y="1673295"/>
                  </a:lnTo>
                  <a:lnTo>
                    <a:pt x="1358364" y="1673304"/>
                  </a:lnTo>
                  <a:lnTo>
                    <a:pt x="1358359" y="1673309"/>
                  </a:lnTo>
                  <a:lnTo>
                    <a:pt x="1358316" y="1673334"/>
                  </a:lnTo>
                  <a:lnTo>
                    <a:pt x="1358282" y="1673352"/>
                  </a:lnTo>
                  <a:lnTo>
                    <a:pt x="1358247" y="1673370"/>
                  </a:lnTo>
                  <a:lnTo>
                    <a:pt x="1358230" y="1673382"/>
                  </a:lnTo>
                  <a:lnTo>
                    <a:pt x="1358215" y="1673394"/>
                  </a:lnTo>
                  <a:lnTo>
                    <a:pt x="1358176" y="1673402"/>
                  </a:lnTo>
                  <a:lnTo>
                    <a:pt x="1358156" y="1673410"/>
                  </a:lnTo>
                  <a:lnTo>
                    <a:pt x="1358137" y="1673421"/>
                  </a:lnTo>
                  <a:lnTo>
                    <a:pt x="1358128" y="1673431"/>
                  </a:lnTo>
                  <a:lnTo>
                    <a:pt x="1358121" y="1673437"/>
                  </a:lnTo>
                  <a:lnTo>
                    <a:pt x="1358110" y="1673444"/>
                  </a:lnTo>
                  <a:lnTo>
                    <a:pt x="1358101" y="1673450"/>
                  </a:lnTo>
                  <a:lnTo>
                    <a:pt x="1358077" y="1673457"/>
                  </a:lnTo>
                  <a:lnTo>
                    <a:pt x="1358051" y="1673457"/>
                  </a:lnTo>
                  <a:lnTo>
                    <a:pt x="1358033" y="1673457"/>
                  </a:lnTo>
                  <a:lnTo>
                    <a:pt x="1357996" y="1673443"/>
                  </a:lnTo>
                  <a:lnTo>
                    <a:pt x="1357971" y="1673439"/>
                  </a:lnTo>
                  <a:lnTo>
                    <a:pt x="1357916" y="1673430"/>
                  </a:lnTo>
                  <a:lnTo>
                    <a:pt x="1357887" y="1673415"/>
                  </a:lnTo>
                  <a:lnTo>
                    <a:pt x="1357860" y="1673431"/>
                  </a:lnTo>
                  <a:lnTo>
                    <a:pt x="1357839" y="1673441"/>
                  </a:lnTo>
                  <a:lnTo>
                    <a:pt x="1357815" y="1673456"/>
                  </a:lnTo>
                  <a:lnTo>
                    <a:pt x="1357798" y="1673475"/>
                  </a:lnTo>
                  <a:lnTo>
                    <a:pt x="1357780" y="1673491"/>
                  </a:lnTo>
                  <a:lnTo>
                    <a:pt x="1357762" y="1673513"/>
                  </a:lnTo>
                  <a:lnTo>
                    <a:pt x="1357738" y="1673530"/>
                  </a:lnTo>
                  <a:lnTo>
                    <a:pt x="1357720" y="1673531"/>
                  </a:lnTo>
                  <a:lnTo>
                    <a:pt x="1357707" y="1673532"/>
                  </a:lnTo>
                  <a:lnTo>
                    <a:pt x="1357701" y="1673540"/>
                  </a:lnTo>
                  <a:lnTo>
                    <a:pt x="1357687" y="1673559"/>
                  </a:lnTo>
                  <a:lnTo>
                    <a:pt x="1357677" y="1673568"/>
                  </a:lnTo>
                  <a:lnTo>
                    <a:pt x="1357673" y="1673582"/>
                  </a:lnTo>
                  <a:lnTo>
                    <a:pt x="1357660" y="1673617"/>
                  </a:lnTo>
                  <a:lnTo>
                    <a:pt x="1357655" y="1673631"/>
                  </a:lnTo>
                  <a:lnTo>
                    <a:pt x="1357645" y="1673641"/>
                  </a:lnTo>
                  <a:lnTo>
                    <a:pt x="1357620" y="1673640"/>
                  </a:lnTo>
                  <a:lnTo>
                    <a:pt x="1357593" y="1673638"/>
                  </a:lnTo>
                  <a:lnTo>
                    <a:pt x="1357571" y="1673636"/>
                  </a:lnTo>
                  <a:lnTo>
                    <a:pt x="1357547" y="1673636"/>
                  </a:lnTo>
                  <a:lnTo>
                    <a:pt x="1357527" y="1673632"/>
                  </a:lnTo>
                  <a:lnTo>
                    <a:pt x="1357501" y="1673620"/>
                  </a:lnTo>
                  <a:lnTo>
                    <a:pt x="1357462" y="1673614"/>
                  </a:lnTo>
                  <a:lnTo>
                    <a:pt x="1357442" y="1673614"/>
                  </a:lnTo>
                  <a:lnTo>
                    <a:pt x="1357384" y="1673622"/>
                  </a:lnTo>
                  <a:lnTo>
                    <a:pt x="1357360" y="1673621"/>
                  </a:lnTo>
                  <a:lnTo>
                    <a:pt x="1357322" y="1673614"/>
                  </a:lnTo>
                  <a:lnTo>
                    <a:pt x="1357298" y="1673605"/>
                  </a:lnTo>
                  <a:lnTo>
                    <a:pt x="1357253" y="1673590"/>
                  </a:lnTo>
                  <a:lnTo>
                    <a:pt x="1357225" y="1673585"/>
                  </a:lnTo>
                  <a:lnTo>
                    <a:pt x="1357203" y="1673581"/>
                  </a:lnTo>
                  <a:lnTo>
                    <a:pt x="1357186" y="1673579"/>
                  </a:lnTo>
                  <a:lnTo>
                    <a:pt x="1357163" y="1673574"/>
                  </a:lnTo>
                  <a:lnTo>
                    <a:pt x="1357143" y="1673566"/>
                  </a:lnTo>
                  <a:lnTo>
                    <a:pt x="1357122" y="1673558"/>
                  </a:lnTo>
                  <a:lnTo>
                    <a:pt x="1357110" y="1673553"/>
                  </a:lnTo>
                  <a:lnTo>
                    <a:pt x="1357104" y="1673567"/>
                  </a:lnTo>
                  <a:lnTo>
                    <a:pt x="1357101" y="1673574"/>
                  </a:lnTo>
                  <a:lnTo>
                    <a:pt x="1357085" y="1673606"/>
                  </a:lnTo>
                  <a:lnTo>
                    <a:pt x="1357078" y="1673637"/>
                  </a:lnTo>
                  <a:lnTo>
                    <a:pt x="1357070" y="1673666"/>
                  </a:lnTo>
                  <a:lnTo>
                    <a:pt x="1357079" y="1673708"/>
                  </a:lnTo>
                  <a:lnTo>
                    <a:pt x="1357074" y="1673746"/>
                  </a:lnTo>
                  <a:lnTo>
                    <a:pt x="1357061" y="1673774"/>
                  </a:lnTo>
                  <a:lnTo>
                    <a:pt x="1357037" y="1673789"/>
                  </a:lnTo>
                  <a:lnTo>
                    <a:pt x="1357016" y="1673815"/>
                  </a:lnTo>
                  <a:lnTo>
                    <a:pt x="1357001" y="1673829"/>
                  </a:lnTo>
                  <a:lnTo>
                    <a:pt x="1356975" y="1673821"/>
                  </a:lnTo>
                  <a:lnTo>
                    <a:pt x="1356955" y="1673814"/>
                  </a:lnTo>
                  <a:lnTo>
                    <a:pt x="1356942" y="1673815"/>
                  </a:lnTo>
                  <a:lnTo>
                    <a:pt x="1356923" y="1673819"/>
                  </a:lnTo>
                  <a:lnTo>
                    <a:pt x="1356910" y="1673822"/>
                  </a:lnTo>
                  <a:lnTo>
                    <a:pt x="1356901" y="1673824"/>
                  </a:lnTo>
                  <a:lnTo>
                    <a:pt x="1356890" y="1673827"/>
                  </a:lnTo>
                  <a:lnTo>
                    <a:pt x="1356883" y="1673833"/>
                  </a:lnTo>
                  <a:lnTo>
                    <a:pt x="1356876" y="1673843"/>
                  </a:lnTo>
                  <a:lnTo>
                    <a:pt x="1356872" y="1673850"/>
                  </a:lnTo>
                  <a:lnTo>
                    <a:pt x="1356867" y="1673859"/>
                  </a:lnTo>
                  <a:lnTo>
                    <a:pt x="1356865" y="1673865"/>
                  </a:lnTo>
                  <a:lnTo>
                    <a:pt x="1356863" y="1673873"/>
                  </a:lnTo>
                  <a:lnTo>
                    <a:pt x="1356862" y="1673880"/>
                  </a:lnTo>
                  <a:lnTo>
                    <a:pt x="1356861" y="1673896"/>
                  </a:lnTo>
                  <a:lnTo>
                    <a:pt x="1356867" y="1673926"/>
                  </a:lnTo>
                  <a:lnTo>
                    <a:pt x="1356880" y="1673960"/>
                  </a:lnTo>
                  <a:lnTo>
                    <a:pt x="1356890" y="1673987"/>
                  </a:lnTo>
                  <a:lnTo>
                    <a:pt x="1356897" y="1674006"/>
                  </a:lnTo>
                  <a:lnTo>
                    <a:pt x="1356901" y="1674017"/>
                  </a:lnTo>
                  <a:lnTo>
                    <a:pt x="1356901" y="1674025"/>
                  </a:lnTo>
                  <a:lnTo>
                    <a:pt x="1356899" y="1674033"/>
                  </a:lnTo>
                  <a:lnTo>
                    <a:pt x="1356893" y="1674046"/>
                  </a:lnTo>
                  <a:lnTo>
                    <a:pt x="1356880" y="1674071"/>
                  </a:lnTo>
                  <a:lnTo>
                    <a:pt x="1356872" y="1674093"/>
                  </a:lnTo>
                  <a:lnTo>
                    <a:pt x="1356868" y="1674120"/>
                  </a:lnTo>
                  <a:lnTo>
                    <a:pt x="1356869" y="1674142"/>
                  </a:lnTo>
                  <a:lnTo>
                    <a:pt x="1356873" y="1674158"/>
                  </a:lnTo>
                  <a:lnTo>
                    <a:pt x="1356882" y="1674186"/>
                  </a:lnTo>
                  <a:lnTo>
                    <a:pt x="1356886" y="1674200"/>
                  </a:lnTo>
                  <a:lnTo>
                    <a:pt x="1356891" y="1674217"/>
                  </a:lnTo>
                  <a:lnTo>
                    <a:pt x="1356888" y="1674230"/>
                  </a:lnTo>
                  <a:lnTo>
                    <a:pt x="1356886" y="1674240"/>
                  </a:lnTo>
                  <a:lnTo>
                    <a:pt x="1356867" y="1674272"/>
                  </a:lnTo>
                  <a:lnTo>
                    <a:pt x="1356851" y="1674290"/>
                  </a:lnTo>
                  <a:lnTo>
                    <a:pt x="1356834" y="1674320"/>
                  </a:lnTo>
                  <a:lnTo>
                    <a:pt x="1356812" y="1674359"/>
                  </a:lnTo>
                  <a:lnTo>
                    <a:pt x="1356791" y="1674385"/>
                  </a:lnTo>
                  <a:lnTo>
                    <a:pt x="1356770" y="1674417"/>
                  </a:lnTo>
                  <a:lnTo>
                    <a:pt x="1356757" y="1674454"/>
                  </a:lnTo>
                  <a:lnTo>
                    <a:pt x="1356752" y="1674491"/>
                  </a:lnTo>
                  <a:lnTo>
                    <a:pt x="1356750" y="1674526"/>
                  </a:lnTo>
                  <a:lnTo>
                    <a:pt x="1356751" y="1674566"/>
                  </a:lnTo>
                  <a:lnTo>
                    <a:pt x="1356753" y="1674582"/>
                  </a:lnTo>
                  <a:lnTo>
                    <a:pt x="1356752" y="1674590"/>
                  </a:lnTo>
                  <a:lnTo>
                    <a:pt x="1356744" y="1674596"/>
                  </a:lnTo>
                  <a:lnTo>
                    <a:pt x="1356726" y="1674600"/>
                  </a:lnTo>
                  <a:lnTo>
                    <a:pt x="1356700" y="1674603"/>
                  </a:lnTo>
                  <a:lnTo>
                    <a:pt x="1356689" y="1674603"/>
                  </a:lnTo>
                  <a:lnTo>
                    <a:pt x="1356678" y="1674601"/>
                  </a:lnTo>
                  <a:lnTo>
                    <a:pt x="1356665" y="1674600"/>
                  </a:lnTo>
                  <a:lnTo>
                    <a:pt x="1356648" y="1674604"/>
                  </a:lnTo>
                  <a:lnTo>
                    <a:pt x="1356633" y="1674619"/>
                  </a:lnTo>
                  <a:lnTo>
                    <a:pt x="1356625" y="1674634"/>
                  </a:lnTo>
                  <a:lnTo>
                    <a:pt x="1356617" y="1674668"/>
                  </a:lnTo>
                  <a:lnTo>
                    <a:pt x="1356618" y="1674691"/>
                  </a:lnTo>
                  <a:lnTo>
                    <a:pt x="1356614" y="1674725"/>
                  </a:lnTo>
                  <a:lnTo>
                    <a:pt x="1356610" y="1674747"/>
                  </a:lnTo>
                  <a:lnTo>
                    <a:pt x="1356602" y="1674761"/>
                  </a:lnTo>
                  <a:lnTo>
                    <a:pt x="1356579" y="1674778"/>
                  </a:lnTo>
                  <a:lnTo>
                    <a:pt x="1356563" y="1674786"/>
                  </a:lnTo>
                  <a:lnTo>
                    <a:pt x="1356535" y="1674800"/>
                  </a:lnTo>
                  <a:lnTo>
                    <a:pt x="1356519" y="1674808"/>
                  </a:lnTo>
                  <a:lnTo>
                    <a:pt x="1356505" y="1674815"/>
                  </a:lnTo>
                  <a:lnTo>
                    <a:pt x="1356483" y="1674829"/>
                  </a:lnTo>
                  <a:lnTo>
                    <a:pt x="1356468" y="1674839"/>
                  </a:lnTo>
                  <a:lnTo>
                    <a:pt x="1356456" y="1674852"/>
                  </a:lnTo>
                  <a:lnTo>
                    <a:pt x="1356447" y="1674864"/>
                  </a:lnTo>
                  <a:lnTo>
                    <a:pt x="1356440" y="1674886"/>
                  </a:lnTo>
                  <a:lnTo>
                    <a:pt x="1356440" y="1674897"/>
                  </a:lnTo>
                  <a:lnTo>
                    <a:pt x="1356445" y="1674921"/>
                  </a:lnTo>
                  <a:lnTo>
                    <a:pt x="1356460" y="1674951"/>
                  </a:lnTo>
                  <a:lnTo>
                    <a:pt x="1356471" y="1674960"/>
                  </a:lnTo>
                  <a:lnTo>
                    <a:pt x="1356485" y="1674971"/>
                  </a:lnTo>
                  <a:lnTo>
                    <a:pt x="1356510" y="1674993"/>
                  </a:lnTo>
                  <a:lnTo>
                    <a:pt x="1356522" y="1675008"/>
                  </a:lnTo>
                  <a:lnTo>
                    <a:pt x="1356523" y="1675016"/>
                  </a:lnTo>
                  <a:lnTo>
                    <a:pt x="1356513" y="1675024"/>
                  </a:lnTo>
                  <a:lnTo>
                    <a:pt x="1356489" y="1675030"/>
                  </a:lnTo>
                  <a:lnTo>
                    <a:pt x="1356477" y="1675038"/>
                  </a:lnTo>
                  <a:lnTo>
                    <a:pt x="1356465" y="1675049"/>
                  </a:lnTo>
                  <a:lnTo>
                    <a:pt x="1356459" y="1675055"/>
                  </a:lnTo>
                  <a:lnTo>
                    <a:pt x="1356451" y="1675063"/>
                  </a:lnTo>
                  <a:lnTo>
                    <a:pt x="1356436" y="1675082"/>
                  </a:lnTo>
                  <a:lnTo>
                    <a:pt x="1356420" y="1675099"/>
                  </a:lnTo>
                  <a:lnTo>
                    <a:pt x="1356413" y="1675107"/>
                  </a:lnTo>
                  <a:lnTo>
                    <a:pt x="1356402" y="1675118"/>
                  </a:lnTo>
                  <a:lnTo>
                    <a:pt x="1356386" y="1675132"/>
                  </a:lnTo>
                  <a:lnTo>
                    <a:pt x="1356376" y="1675126"/>
                  </a:lnTo>
                  <a:lnTo>
                    <a:pt x="1356361" y="1675116"/>
                  </a:lnTo>
                  <a:lnTo>
                    <a:pt x="1356343" y="1675102"/>
                  </a:lnTo>
                  <a:lnTo>
                    <a:pt x="1356325" y="1675088"/>
                  </a:lnTo>
                  <a:lnTo>
                    <a:pt x="1356308" y="1675075"/>
                  </a:lnTo>
                  <a:lnTo>
                    <a:pt x="1356289" y="1675063"/>
                  </a:lnTo>
                  <a:lnTo>
                    <a:pt x="1356280" y="1675054"/>
                  </a:lnTo>
                  <a:lnTo>
                    <a:pt x="1356273" y="1675051"/>
                  </a:lnTo>
                  <a:lnTo>
                    <a:pt x="1356255" y="1675041"/>
                  </a:lnTo>
                  <a:lnTo>
                    <a:pt x="1356246" y="1675034"/>
                  </a:lnTo>
                  <a:lnTo>
                    <a:pt x="1356238" y="1675031"/>
                  </a:lnTo>
                  <a:lnTo>
                    <a:pt x="1356220" y="1675021"/>
                  </a:lnTo>
                  <a:lnTo>
                    <a:pt x="1356203" y="1675013"/>
                  </a:lnTo>
                  <a:lnTo>
                    <a:pt x="1356184" y="1675005"/>
                  </a:lnTo>
                  <a:lnTo>
                    <a:pt x="1356167" y="1675000"/>
                  </a:lnTo>
                  <a:lnTo>
                    <a:pt x="1356152" y="1674995"/>
                  </a:lnTo>
                  <a:lnTo>
                    <a:pt x="1356132" y="1674991"/>
                  </a:lnTo>
                  <a:lnTo>
                    <a:pt x="1356114" y="1674986"/>
                  </a:lnTo>
                  <a:lnTo>
                    <a:pt x="1356101" y="1674982"/>
                  </a:lnTo>
                  <a:lnTo>
                    <a:pt x="1356097" y="1674978"/>
                  </a:lnTo>
                  <a:lnTo>
                    <a:pt x="1356088" y="1674969"/>
                  </a:lnTo>
                  <a:lnTo>
                    <a:pt x="1356084" y="1674963"/>
                  </a:lnTo>
                  <a:lnTo>
                    <a:pt x="1356073" y="1674943"/>
                  </a:lnTo>
                  <a:lnTo>
                    <a:pt x="1356064" y="1674925"/>
                  </a:lnTo>
                  <a:lnTo>
                    <a:pt x="1356052" y="1674906"/>
                  </a:lnTo>
                  <a:lnTo>
                    <a:pt x="1356046" y="1674896"/>
                  </a:lnTo>
                  <a:lnTo>
                    <a:pt x="1356017" y="1674866"/>
                  </a:lnTo>
                  <a:lnTo>
                    <a:pt x="1355978" y="1674851"/>
                  </a:lnTo>
                  <a:lnTo>
                    <a:pt x="1355948" y="1674833"/>
                  </a:lnTo>
                  <a:lnTo>
                    <a:pt x="1355935" y="1674828"/>
                  </a:lnTo>
                  <a:lnTo>
                    <a:pt x="1355930" y="1674825"/>
                  </a:lnTo>
                  <a:lnTo>
                    <a:pt x="1355913" y="1674818"/>
                  </a:lnTo>
                  <a:lnTo>
                    <a:pt x="1355907" y="1674814"/>
                  </a:lnTo>
                  <a:lnTo>
                    <a:pt x="1355902" y="1674808"/>
                  </a:lnTo>
                  <a:lnTo>
                    <a:pt x="1355901" y="1674802"/>
                  </a:lnTo>
                  <a:lnTo>
                    <a:pt x="1355899" y="1674783"/>
                  </a:lnTo>
                  <a:lnTo>
                    <a:pt x="1355900" y="1674765"/>
                  </a:lnTo>
                  <a:lnTo>
                    <a:pt x="1355898" y="1674747"/>
                  </a:lnTo>
                  <a:lnTo>
                    <a:pt x="1355895" y="1674734"/>
                  </a:lnTo>
                  <a:lnTo>
                    <a:pt x="1355891" y="1674728"/>
                  </a:lnTo>
                  <a:lnTo>
                    <a:pt x="1355883" y="1674710"/>
                  </a:lnTo>
                  <a:lnTo>
                    <a:pt x="1355873" y="1674692"/>
                  </a:lnTo>
                  <a:lnTo>
                    <a:pt x="1355867" y="1674686"/>
                  </a:lnTo>
                  <a:lnTo>
                    <a:pt x="1355861" y="1674675"/>
                  </a:lnTo>
                  <a:lnTo>
                    <a:pt x="1355856" y="1674670"/>
                  </a:lnTo>
                  <a:lnTo>
                    <a:pt x="1355851" y="1674656"/>
                  </a:lnTo>
                  <a:lnTo>
                    <a:pt x="1355846" y="1674645"/>
                  </a:lnTo>
                  <a:lnTo>
                    <a:pt x="1355810" y="1674612"/>
                  </a:lnTo>
                  <a:lnTo>
                    <a:pt x="1355796" y="1674605"/>
                  </a:lnTo>
                  <a:lnTo>
                    <a:pt x="1355792" y="1674601"/>
                  </a:lnTo>
                  <a:lnTo>
                    <a:pt x="1355783" y="1674598"/>
                  </a:lnTo>
                  <a:lnTo>
                    <a:pt x="1355775" y="1674591"/>
                  </a:lnTo>
                  <a:lnTo>
                    <a:pt x="1355768" y="1674588"/>
                  </a:lnTo>
                  <a:lnTo>
                    <a:pt x="1355757" y="1674578"/>
                  </a:lnTo>
                  <a:lnTo>
                    <a:pt x="1355747" y="1674571"/>
                  </a:lnTo>
                  <a:lnTo>
                    <a:pt x="1355740" y="1674562"/>
                  </a:lnTo>
                  <a:lnTo>
                    <a:pt x="1355736" y="1674552"/>
                  </a:lnTo>
                  <a:lnTo>
                    <a:pt x="1355735" y="1674544"/>
                  </a:lnTo>
                  <a:lnTo>
                    <a:pt x="1355750" y="1674535"/>
                  </a:lnTo>
                  <a:lnTo>
                    <a:pt x="1355769" y="1674527"/>
                  </a:lnTo>
                  <a:lnTo>
                    <a:pt x="1355782" y="1674515"/>
                  </a:lnTo>
                  <a:lnTo>
                    <a:pt x="1355782" y="1674504"/>
                  </a:lnTo>
                  <a:lnTo>
                    <a:pt x="1355773" y="1674495"/>
                  </a:lnTo>
                  <a:lnTo>
                    <a:pt x="1355760" y="1674482"/>
                  </a:lnTo>
                  <a:lnTo>
                    <a:pt x="1355755" y="1674477"/>
                  </a:lnTo>
                  <a:lnTo>
                    <a:pt x="1355741" y="1674462"/>
                  </a:lnTo>
                  <a:lnTo>
                    <a:pt x="1355729" y="1674449"/>
                  </a:lnTo>
                  <a:lnTo>
                    <a:pt x="1355723" y="1674446"/>
                  </a:lnTo>
                  <a:lnTo>
                    <a:pt x="1355705" y="1674433"/>
                  </a:lnTo>
                  <a:lnTo>
                    <a:pt x="1355687" y="1674420"/>
                  </a:lnTo>
                  <a:lnTo>
                    <a:pt x="1355670" y="1674406"/>
                  </a:lnTo>
                  <a:lnTo>
                    <a:pt x="1355663" y="1674395"/>
                  </a:lnTo>
                  <a:lnTo>
                    <a:pt x="1355660" y="1674388"/>
                  </a:lnTo>
                  <a:lnTo>
                    <a:pt x="1355654" y="1674370"/>
                  </a:lnTo>
                  <a:lnTo>
                    <a:pt x="1355651" y="1674351"/>
                  </a:lnTo>
                  <a:lnTo>
                    <a:pt x="1355647" y="1674333"/>
                  </a:lnTo>
                  <a:lnTo>
                    <a:pt x="1355644" y="1674314"/>
                  </a:lnTo>
                  <a:lnTo>
                    <a:pt x="1355643" y="1674296"/>
                  </a:lnTo>
                  <a:lnTo>
                    <a:pt x="1355642" y="1674275"/>
                  </a:lnTo>
                  <a:lnTo>
                    <a:pt x="1355643" y="1674259"/>
                  </a:lnTo>
                  <a:lnTo>
                    <a:pt x="1355643" y="1674240"/>
                  </a:lnTo>
                  <a:lnTo>
                    <a:pt x="1355642" y="1674220"/>
                  </a:lnTo>
                  <a:lnTo>
                    <a:pt x="1355633" y="1674215"/>
                  </a:lnTo>
                  <a:lnTo>
                    <a:pt x="1355627" y="1674212"/>
                  </a:lnTo>
                  <a:lnTo>
                    <a:pt x="1355610" y="1674200"/>
                  </a:lnTo>
                  <a:lnTo>
                    <a:pt x="1355596" y="1674185"/>
                  </a:lnTo>
                  <a:lnTo>
                    <a:pt x="1355583" y="1674165"/>
                  </a:lnTo>
                  <a:lnTo>
                    <a:pt x="1355573" y="1674149"/>
                  </a:lnTo>
                  <a:lnTo>
                    <a:pt x="1355569" y="1674136"/>
                  </a:lnTo>
                  <a:lnTo>
                    <a:pt x="1355569" y="1674128"/>
                  </a:lnTo>
                  <a:lnTo>
                    <a:pt x="1355567" y="1674120"/>
                  </a:lnTo>
                  <a:lnTo>
                    <a:pt x="1355566" y="1674110"/>
                  </a:lnTo>
                  <a:lnTo>
                    <a:pt x="1355567" y="1674092"/>
                  </a:lnTo>
                  <a:lnTo>
                    <a:pt x="1355575" y="1674073"/>
                  </a:lnTo>
                  <a:lnTo>
                    <a:pt x="1355582" y="1674060"/>
                  </a:lnTo>
                  <a:lnTo>
                    <a:pt x="1355583" y="1674054"/>
                  </a:lnTo>
                  <a:lnTo>
                    <a:pt x="1355590" y="1674044"/>
                  </a:lnTo>
                  <a:lnTo>
                    <a:pt x="1355593" y="1674036"/>
                  </a:lnTo>
                  <a:lnTo>
                    <a:pt x="1355602" y="1674017"/>
                  </a:lnTo>
                  <a:lnTo>
                    <a:pt x="1355606" y="1674001"/>
                  </a:lnTo>
                  <a:lnTo>
                    <a:pt x="1355608" y="1673985"/>
                  </a:lnTo>
                  <a:lnTo>
                    <a:pt x="1355609" y="1673973"/>
                  </a:lnTo>
                  <a:lnTo>
                    <a:pt x="1355605" y="1673922"/>
                  </a:lnTo>
                  <a:lnTo>
                    <a:pt x="1355600" y="1673866"/>
                  </a:lnTo>
                  <a:lnTo>
                    <a:pt x="1355597" y="1673820"/>
                  </a:lnTo>
                  <a:lnTo>
                    <a:pt x="1355598" y="1673781"/>
                  </a:lnTo>
                  <a:lnTo>
                    <a:pt x="1355599" y="1673770"/>
                  </a:lnTo>
                  <a:lnTo>
                    <a:pt x="1355603" y="1673753"/>
                  </a:lnTo>
                  <a:lnTo>
                    <a:pt x="1355609" y="1673743"/>
                  </a:lnTo>
                  <a:lnTo>
                    <a:pt x="1355624" y="1673728"/>
                  </a:lnTo>
                  <a:lnTo>
                    <a:pt x="1355645" y="1673710"/>
                  </a:lnTo>
                  <a:lnTo>
                    <a:pt x="1355658" y="1673698"/>
                  </a:lnTo>
                  <a:lnTo>
                    <a:pt x="1355665" y="1673685"/>
                  </a:lnTo>
                  <a:lnTo>
                    <a:pt x="1355682" y="1673665"/>
                  </a:lnTo>
                  <a:lnTo>
                    <a:pt x="1355694" y="1673646"/>
                  </a:lnTo>
                  <a:lnTo>
                    <a:pt x="1355701" y="1673636"/>
                  </a:lnTo>
                  <a:lnTo>
                    <a:pt x="1355708" y="1673625"/>
                  </a:lnTo>
                  <a:lnTo>
                    <a:pt x="1355716" y="1673600"/>
                  </a:lnTo>
                  <a:lnTo>
                    <a:pt x="1355723" y="1673579"/>
                  </a:lnTo>
                  <a:lnTo>
                    <a:pt x="1355727" y="1673559"/>
                  </a:lnTo>
                  <a:lnTo>
                    <a:pt x="1355734" y="1673544"/>
                  </a:lnTo>
                  <a:lnTo>
                    <a:pt x="1355745" y="1673525"/>
                  </a:lnTo>
                  <a:lnTo>
                    <a:pt x="1355754" y="1673502"/>
                  </a:lnTo>
                  <a:lnTo>
                    <a:pt x="1355756" y="1673480"/>
                  </a:lnTo>
                  <a:lnTo>
                    <a:pt x="1355754" y="1673468"/>
                  </a:lnTo>
                  <a:lnTo>
                    <a:pt x="1355741" y="1673424"/>
                  </a:lnTo>
                  <a:lnTo>
                    <a:pt x="1355735" y="1673389"/>
                  </a:lnTo>
                  <a:lnTo>
                    <a:pt x="1355734" y="1673360"/>
                  </a:lnTo>
                  <a:lnTo>
                    <a:pt x="1355729" y="1673348"/>
                  </a:lnTo>
                  <a:lnTo>
                    <a:pt x="1355716" y="1673342"/>
                  </a:lnTo>
                  <a:lnTo>
                    <a:pt x="1355701" y="1673335"/>
                  </a:lnTo>
                  <a:lnTo>
                    <a:pt x="1355691" y="1673334"/>
                  </a:lnTo>
                  <a:lnTo>
                    <a:pt x="1355674" y="1673335"/>
                  </a:lnTo>
                  <a:lnTo>
                    <a:pt x="1355656" y="1673336"/>
                  </a:lnTo>
                  <a:lnTo>
                    <a:pt x="1355639" y="1673335"/>
                  </a:lnTo>
                  <a:lnTo>
                    <a:pt x="1355621" y="1673334"/>
                  </a:lnTo>
                  <a:lnTo>
                    <a:pt x="1355604" y="1673328"/>
                  </a:lnTo>
                  <a:lnTo>
                    <a:pt x="1355586" y="1673325"/>
                  </a:lnTo>
                  <a:lnTo>
                    <a:pt x="1355568" y="1673323"/>
                  </a:lnTo>
                  <a:lnTo>
                    <a:pt x="1355551" y="1673321"/>
                  </a:lnTo>
                  <a:lnTo>
                    <a:pt x="1355531" y="1673321"/>
                  </a:lnTo>
                  <a:lnTo>
                    <a:pt x="1355526" y="1673317"/>
                  </a:lnTo>
                  <a:lnTo>
                    <a:pt x="1355523" y="1673311"/>
                  </a:lnTo>
                  <a:lnTo>
                    <a:pt x="1355516" y="1673293"/>
                  </a:lnTo>
                  <a:lnTo>
                    <a:pt x="1355508" y="1673278"/>
                  </a:lnTo>
                  <a:lnTo>
                    <a:pt x="1355486" y="1673255"/>
                  </a:lnTo>
                  <a:lnTo>
                    <a:pt x="1355470" y="1673244"/>
                  </a:lnTo>
                  <a:lnTo>
                    <a:pt x="1355444" y="1673227"/>
                  </a:lnTo>
                  <a:lnTo>
                    <a:pt x="1355433" y="1673221"/>
                  </a:lnTo>
                  <a:lnTo>
                    <a:pt x="1355414" y="1673212"/>
                  </a:lnTo>
                  <a:lnTo>
                    <a:pt x="1355398" y="1673208"/>
                  </a:lnTo>
                  <a:lnTo>
                    <a:pt x="1355379" y="1673208"/>
                  </a:lnTo>
                  <a:lnTo>
                    <a:pt x="1355361" y="1673211"/>
                  </a:lnTo>
                  <a:lnTo>
                    <a:pt x="1355351" y="1673213"/>
                  </a:lnTo>
                  <a:lnTo>
                    <a:pt x="1355343" y="1673211"/>
                  </a:lnTo>
                  <a:lnTo>
                    <a:pt x="1355326" y="1673212"/>
                  </a:lnTo>
                  <a:lnTo>
                    <a:pt x="1355315" y="1673211"/>
                  </a:lnTo>
                  <a:lnTo>
                    <a:pt x="1355308" y="1673207"/>
                  </a:lnTo>
                  <a:lnTo>
                    <a:pt x="1355291" y="1673198"/>
                  </a:lnTo>
                  <a:lnTo>
                    <a:pt x="1355275" y="1673192"/>
                  </a:lnTo>
                  <a:lnTo>
                    <a:pt x="1355255" y="1673189"/>
                  </a:lnTo>
                  <a:lnTo>
                    <a:pt x="1355240" y="1673188"/>
                  </a:lnTo>
                  <a:lnTo>
                    <a:pt x="1355228" y="1673191"/>
                  </a:lnTo>
                  <a:lnTo>
                    <a:pt x="1355221" y="1673194"/>
                  </a:lnTo>
                  <a:lnTo>
                    <a:pt x="1355198" y="1673195"/>
                  </a:lnTo>
                  <a:lnTo>
                    <a:pt x="1355181" y="1673189"/>
                  </a:lnTo>
                  <a:lnTo>
                    <a:pt x="1355163" y="1673179"/>
                  </a:lnTo>
                  <a:lnTo>
                    <a:pt x="1355145" y="1673175"/>
                  </a:lnTo>
                  <a:lnTo>
                    <a:pt x="1355135" y="1673168"/>
                  </a:lnTo>
                  <a:lnTo>
                    <a:pt x="1355129" y="1673166"/>
                  </a:lnTo>
                  <a:lnTo>
                    <a:pt x="1355111" y="1673158"/>
                  </a:lnTo>
                  <a:lnTo>
                    <a:pt x="1355094" y="1673155"/>
                  </a:lnTo>
                  <a:lnTo>
                    <a:pt x="1355084" y="1673152"/>
                  </a:lnTo>
                  <a:lnTo>
                    <a:pt x="1355076" y="1673150"/>
                  </a:lnTo>
                  <a:lnTo>
                    <a:pt x="1355063" y="1673146"/>
                  </a:lnTo>
                  <a:lnTo>
                    <a:pt x="1355058" y="1673142"/>
                  </a:lnTo>
                  <a:lnTo>
                    <a:pt x="1355041" y="1673130"/>
                  </a:lnTo>
                  <a:lnTo>
                    <a:pt x="1355024" y="1673113"/>
                  </a:lnTo>
                  <a:lnTo>
                    <a:pt x="1355008" y="1673095"/>
                  </a:lnTo>
                  <a:lnTo>
                    <a:pt x="1354993" y="1673079"/>
                  </a:lnTo>
                  <a:lnTo>
                    <a:pt x="1354975" y="1673066"/>
                  </a:lnTo>
                  <a:lnTo>
                    <a:pt x="1354960" y="1673060"/>
                  </a:lnTo>
                  <a:lnTo>
                    <a:pt x="1354940" y="1673061"/>
                  </a:lnTo>
                  <a:lnTo>
                    <a:pt x="1354923" y="1673063"/>
                  </a:lnTo>
                  <a:lnTo>
                    <a:pt x="1354905" y="1673066"/>
                  </a:lnTo>
                  <a:lnTo>
                    <a:pt x="1354888" y="1673073"/>
                  </a:lnTo>
                  <a:lnTo>
                    <a:pt x="1354879" y="1673074"/>
                  </a:lnTo>
                  <a:lnTo>
                    <a:pt x="1354871" y="1673078"/>
                  </a:lnTo>
                  <a:lnTo>
                    <a:pt x="1354853" y="1673082"/>
                  </a:lnTo>
                  <a:lnTo>
                    <a:pt x="1354847" y="1673083"/>
                  </a:lnTo>
                  <a:lnTo>
                    <a:pt x="1354840" y="1673082"/>
                  </a:lnTo>
                  <a:lnTo>
                    <a:pt x="1354836" y="1673079"/>
                  </a:lnTo>
                  <a:lnTo>
                    <a:pt x="1354820" y="1673062"/>
                  </a:lnTo>
                  <a:lnTo>
                    <a:pt x="1354807" y="1673045"/>
                  </a:lnTo>
                  <a:lnTo>
                    <a:pt x="1354794" y="1673028"/>
                  </a:lnTo>
                  <a:lnTo>
                    <a:pt x="1354776" y="1673012"/>
                  </a:lnTo>
                  <a:lnTo>
                    <a:pt x="1354759" y="1672998"/>
                  </a:lnTo>
                  <a:lnTo>
                    <a:pt x="1354742" y="1672992"/>
                  </a:lnTo>
                  <a:lnTo>
                    <a:pt x="1354730" y="1672992"/>
                  </a:lnTo>
                  <a:lnTo>
                    <a:pt x="1354685" y="1673012"/>
                  </a:lnTo>
                  <a:lnTo>
                    <a:pt x="1354667" y="1673021"/>
                  </a:lnTo>
                  <a:lnTo>
                    <a:pt x="1354657" y="1673027"/>
                  </a:lnTo>
                  <a:lnTo>
                    <a:pt x="1354650" y="1673029"/>
                  </a:lnTo>
                  <a:lnTo>
                    <a:pt x="1354634" y="1673033"/>
                  </a:lnTo>
                  <a:lnTo>
                    <a:pt x="1354627" y="1673032"/>
                  </a:lnTo>
                  <a:lnTo>
                    <a:pt x="1354621" y="1673026"/>
                  </a:lnTo>
                  <a:lnTo>
                    <a:pt x="1354617" y="1673021"/>
                  </a:lnTo>
                  <a:lnTo>
                    <a:pt x="1354604" y="1673002"/>
                  </a:lnTo>
                  <a:lnTo>
                    <a:pt x="1354597" y="1672991"/>
                  </a:lnTo>
                  <a:lnTo>
                    <a:pt x="1354595" y="1672984"/>
                  </a:lnTo>
                  <a:lnTo>
                    <a:pt x="1354585" y="1672965"/>
                  </a:lnTo>
                  <a:lnTo>
                    <a:pt x="1354576" y="1672947"/>
                  </a:lnTo>
                  <a:lnTo>
                    <a:pt x="1354568" y="1672929"/>
                  </a:lnTo>
                  <a:lnTo>
                    <a:pt x="1354561" y="1672911"/>
                  </a:lnTo>
                  <a:lnTo>
                    <a:pt x="1354556" y="1672902"/>
                  </a:lnTo>
                  <a:lnTo>
                    <a:pt x="1354548" y="1672900"/>
                  </a:lnTo>
                  <a:lnTo>
                    <a:pt x="1354531" y="1672904"/>
                  </a:lnTo>
                  <a:lnTo>
                    <a:pt x="1354511" y="1672907"/>
                  </a:lnTo>
                  <a:lnTo>
                    <a:pt x="1354494" y="1672907"/>
                  </a:lnTo>
                  <a:lnTo>
                    <a:pt x="1354476" y="1672906"/>
                  </a:lnTo>
                  <a:lnTo>
                    <a:pt x="1354459" y="1672904"/>
                  </a:lnTo>
                  <a:lnTo>
                    <a:pt x="1354441" y="1672899"/>
                  </a:lnTo>
                  <a:lnTo>
                    <a:pt x="1354424" y="1672894"/>
                  </a:lnTo>
                  <a:lnTo>
                    <a:pt x="1354406" y="1672889"/>
                  </a:lnTo>
                  <a:lnTo>
                    <a:pt x="1354392" y="1672884"/>
                  </a:lnTo>
                  <a:lnTo>
                    <a:pt x="1354388" y="1672880"/>
                  </a:lnTo>
                  <a:lnTo>
                    <a:pt x="1354383" y="1672873"/>
                  </a:lnTo>
                  <a:lnTo>
                    <a:pt x="1354382" y="1672864"/>
                  </a:lnTo>
                  <a:lnTo>
                    <a:pt x="1354380" y="1672843"/>
                  </a:lnTo>
                  <a:lnTo>
                    <a:pt x="1354378" y="1672825"/>
                  </a:lnTo>
                  <a:lnTo>
                    <a:pt x="1354377" y="1672816"/>
                  </a:lnTo>
                  <a:lnTo>
                    <a:pt x="1354372" y="1672806"/>
                  </a:lnTo>
                  <a:lnTo>
                    <a:pt x="1354362" y="1672796"/>
                  </a:lnTo>
                  <a:lnTo>
                    <a:pt x="1354355" y="1672796"/>
                  </a:lnTo>
                  <a:lnTo>
                    <a:pt x="1354338" y="1672801"/>
                  </a:lnTo>
                  <a:lnTo>
                    <a:pt x="1354321" y="1672810"/>
                  </a:lnTo>
                  <a:lnTo>
                    <a:pt x="1354303" y="1672816"/>
                  </a:lnTo>
                  <a:lnTo>
                    <a:pt x="1354297" y="1672820"/>
                  </a:lnTo>
                  <a:lnTo>
                    <a:pt x="1354285" y="1672823"/>
                  </a:lnTo>
                  <a:lnTo>
                    <a:pt x="1354268" y="1672824"/>
                  </a:lnTo>
                  <a:lnTo>
                    <a:pt x="1354211" y="1672817"/>
                  </a:lnTo>
                  <a:lnTo>
                    <a:pt x="1354183" y="1672806"/>
                  </a:lnTo>
                  <a:lnTo>
                    <a:pt x="1354170" y="1672805"/>
                  </a:lnTo>
                  <a:lnTo>
                    <a:pt x="1354165" y="1672803"/>
                  </a:lnTo>
                  <a:lnTo>
                    <a:pt x="1354148" y="1672798"/>
                  </a:lnTo>
                  <a:lnTo>
                    <a:pt x="1354130" y="1672791"/>
                  </a:lnTo>
                  <a:lnTo>
                    <a:pt x="1354112" y="1672785"/>
                  </a:lnTo>
                  <a:lnTo>
                    <a:pt x="1354094" y="1672779"/>
                  </a:lnTo>
                  <a:lnTo>
                    <a:pt x="1354077" y="1672774"/>
                  </a:lnTo>
                  <a:lnTo>
                    <a:pt x="1354062" y="1672770"/>
                  </a:lnTo>
                  <a:lnTo>
                    <a:pt x="1354042" y="1672765"/>
                  </a:lnTo>
                  <a:lnTo>
                    <a:pt x="1354024" y="1672762"/>
                  </a:lnTo>
                  <a:lnTo>
                    <a:pt x="1354007" y="1672758"/>
                  </a:lnTo>
                  <a:lnTo>
                    <a:pt x="1353989" y="1672760"/>
                  </a:lnTo>
                  <a:lnTo>
                    <a:pt x="1353980" y="1672760"/>
                  </a:lnTo>
                  <a:lnTo>
                    <a:pt x="1353972" y="1672763"/>
                  </a:lnTo>
                  <a:lnTo>
                    <a:pt x="1353954" y="1672766"/>
                  </a:lnTo>
                  <a:lnTo>
                    <a:pt x="1353937" y="1672773"/>
                  </a:lnTo>
                  <a:lnTo>
                    <a:pt x="1353919" y="1672777"/>
                  </a:lnTo>
                  <a:lnTo>
                    <a:pt x="1353904" y="1672782"/>
                  </a:lnTo>
                  <a:lnTo>
                    <a:pt x="1353884" y="1672788"/>
                  </a:lnTo>
                  <a:lnTo>
                    <a:pt x="1353867" y="1672794"/>
                  </a:lnTo>
                  <a:lnTo>
                    <a:pt x="1353848" y="1672804"/>
                  </a:lnTo>
                  <a:lnTo>
                    <a:pt x="1353836" y="1672812"/>
                  </a:lnTo>
                  <a:lnTo>
                    <a:pt x="1353833" y="1672816"/>
                  </a:lnTo>
                  <a:lnTo>
                    <a:pt x="1353815" y="1672828"/>
                  </a:lnTo>
                  <a:lnTo>
                    <a:pt x="1353806" y="1672835"/>
                  </a:lnTo>
                  <a:lnTo>
                    <a:pt x="1353798" y="1672844"/>
                  </a:lnTo>
                  <a:lnTo>
                    <a:pt x="1353783" y="1672856"/>
                  </a:lnTo>
                  <a:lnTo>
                    <a:pt x="1353765" y="1672870"/>
                  </a:lnTo>
                  <a:lnTo>
                    <a:pt x="1353747" y="1672881"/>
                  </a:lnTo>
                  <a:lnTo>
                    <a:pt x="1353730" y="1672888"/>
                  </a:lnTo>
                  <a:lnTo>
                    <a:pt x="1353713" y="1672895"/>
                  </a:lnTo>
                  <a:lnTo>
                    <a:pt x="1353695" y="1672900"/>
                  </a:lnTo>
                  <a:lnTo>
                    <a:pt x="1353678" y="1672906"/>
                  </a:lnTo>
                  <a:lnTo>
                    <a:pt x="1353663" y="1672907"/>
                  </a:lnTo>
                  <a:lnTo>
                    <a:pt x="1353620" y="1672899"/>
                  </a:lnTo>
                  <a:lnTo>
                    <a:pt x="1353603" y="1672894"/>
                  </a:lnTo>
                  <a:lnTo>
                    <a:pt x="1353585" y="1672896"/>
                  </a:lnTo>
                  <a:lnTo>
                    <a:pt x="1353568" y="1672894"/>
                  </a:lnTo>
                  <a:lnTo>
                    <a:pt x="1353550" y="1672893"/>
                  </a:lnTo>
                  <a:lnTo>
                    <a:pt x="1353533" y="1672891"/>
                  </a:lnTo>
                  <a:lnTo>
                    <a:pt x="1353517" y="1672880"/>
                  </a:lnTo>
                  <a:lnTo>
                    <a:pt x="1353499" y="1672866"/>
                  </a:lnTo>
                  <a:lnTo>
                    <a:pt x="1353482" y="1672855"/>
                  </a:lnTo>
                  <a:lnTo>
                    <a:pt x="1353464" y="1672851"/>
                  </a:lnTo>
                  <a:lnTo>
                    <a:pt x="1353447" y="1672847"/>
                  </a:lnTo>
                  <a:lnTo>
                    <a:pt x="1353429" y="1672845"/>
                  </a:lnTo>
                  <a:lnTo>
                    <a:pt x="1353412" y="1672844"/>
                  </a:lnTo>
                  <a:lnTo>
                    <a:pt x="1353394" y="1672843"/>
                  </a:lnTo>
                  <a:lnTo>
                    <a:pt x="1353377" y="1672841"/>
                  </a:lnTo>
                  <a:lnTo>
                    <a:pt x="1353359" y="1672839"/>
                  </a:lnTo>
                  <a:lnTo>
                    <a:pt x="1353342" y="1672837"/>
                  </a:lnTo>
                  <a:lnTo>
                    <a:pt x="1353324" y="1672835"/>
                  </a:lnTo>
                  <a:lnTo>
                    <a:pt x="1353306" y="1672833"/>
                  </a:lnTo>
                  <a:lnTo>
                    <a:pt x="1353289" y="1672831"/>
                  </a:lnTo>
                  <a:lnTo>
                    <a:pt x="1353271" y="1672827"/>
                  </a:lnTo>
                  <a:lnTo>
                    <a:pt x="1353254" y="1672821"/>
                  </a:lnTo>
                  <a:lnTo>
                    <a:pt x="1353240" y="1672817"/>
                  </a:lnTo>
                  <a:lnTo>
                    <a:pt x="1353236" y="1672813"/>
                  </a:lnTo>
                  <a:lnTo>
                    <a:pt x="1353218" y="1672805"/>
                  </a:lnTo>
                  <a:lnTo>
                    <a:pt x="1353202" y="1672799"/>
                  </a:lnTo>
                  <a:lnTo>
                    <a:pt x="1353183" y="1672792"/>
                  </a:lnTo>
                  <a:lnTo>
                    <a:pt x="1353166" y="1672785"/>
                  </a:lnTo>
                  <a:lnTo>
                    <a:pt x="1353153" y="1672779"/>
                  </a:lnTo>
                  <a:lnTo>
                    <a:pt x="1353149" y="1672776"/>
                  </a:lnTo>
                  <a:lnTo>
                    <a:pt x="1353139" y="1672765"/>
                  </a:lnTo>
                  <a:lnTo>
                    <a:pt x="1353138" y="1672743"/>
                  </a:lnTo>
                  <a:lnTo>
                    <a:pt x="1353139" y="1672724"/>
                  </a:lnTo>
                  <a:lnTo>
                    <a:pt x="1353146" y="1672692"/>
                  </a:lnTo>
                  <a:lnTo>
                    <a:pt x="1353146" y="1672686"/>
                  </a:lnTo>
                  <a:lnTo>
                    <a:pt x="1353145" y="1672677"/>
                  </a:lnTo>
                  <a:lnTo>
                    <a:pt x="1353138" y="1672668"/>
                  </a:lnTo>
                  <a:lnTo>
                    <a:pt x="1353128" y="1672660"/>
                  </a:lnTo>
                  <a:lnTo>
                    <a:pt x="1353120" y="1672659"/>
                  </a:lnTo>
                  <a:lnTo>
                    <a:pt x="1353103" y="1672658"/>
                  </a:lnTo>
                  <a:lnTo>
                    <a:pt x="1353085" y="1672658"/>
                  </a:lnTo>
                  <a:lnTo>
                    <a:pt x="1353067" y="1672658"/>
                  </a:lnTo>
                  <a:lnTo>
                    <a:pt x="1353050" y="1672657"/>
                  </a:lnTo>
                  <a:lnTo>
                    <a:pt x="1353032" y="1672652"/>
                  </a:lnTo>
                  <a:lnTo>
                    <a:pt x="1353015" y="1672645"/>
                  </a:lnTo>
                  <a:lnTo>
                    <a:pt x="1352997" y="1672636"/>
                  </a:lnTo>
                  <a:lnTo>
                    <a:pt x="1352979" y="1672630"/>
                  </a:lnTo>
                  <a:lnTo>
                    <a:pt x="1352964" y="1672624"/>
                  </a:lnTo>
                  <a:lnTo>
                    <a:pt x="1352944" y="1672620"/>
                  </a:lnTo>
                  <a:lnTo>
                    <a:pt x="1352925" y="1672619"/>
                  </a:lnTo>
                  <a:lnTo>
                    <a:pt x="1352915" y="1672618"/>
                  </a:lnTo>
                  <a:lnTo>
                    <a:pt x="1352909" y="1672619"/>
                  </a:lnTo>
                  <a:lnTo>
                    <a:pt x="1352898" y="1672620"/>
                  </a:lnTo>
                  <a:lnTo>
                    <a:pt x="1352891" y="1672622"/>
                  </a:lnTo>
                  <a:lnTo>
                    <a:pt x="1352874" y="1672628"/>
                  </a:lnTo>
                  <a:lnTo>
                    <a:pt x="1352857" y="1672633"/>
                  </a:lnTo>
                  <a:lnTo>
                    <a:pt x="1352839" y="1672639"/>
                  </a:lnTo>
                  <a:lnTo>
                    <a:pt x="1352822" y="1672643"/>
                  </a:lnTo>
                  <a:lnTo>
                    <a:pt x="1352807" y="1672650"/>
                  </a:lnTo>
                  <a:lnTo>
                    <a:pt x="1352787" y="1672654"/>
                  </a:lnTo>
                  <a:lnTo>
                    <a:pt x="1352778" y="1672656"/>
                  </a:lnTo>
                  <a:lnTo>
                    <a:pt x="1352770" y="1672654"/>
                  </a:lnTo>
                  <a:lnTo>
                    <a:pt x="1352752" y="1672648"/>
                  </a:lnTo>
                  <a:lnTo>
                    <a:pt x="1352734" y="1672640"/>
                  </a:lnTo>
                  <a:lnTo>
                    <a:pt x="1352716" y="1672632"/>
                  </a:lnTo>
                  <a:lnTo>
                    <a:pt x="1352699" y="1672621"/>
                  </a:lnTo>
                  <a:lnTo>
                    <a:pt x="1352682" y="1672610"/>
                  </a:lnTo>
                  <a:lnTo>
                    <a:pt x="1352666" y="1672605"/>
                  </a:lnTo>
                  <a:lnTo>
                    <a:pt x="1352648" y="1672596"/>
                  </a:lnTo>
                  <a:lnTo>
                    <a:pt x="1352628" y="1672588"/>
                  </a:lnTo>
                  <a:lnTo>
                    <a:pt x="1352611" y="1672579"/>
                  </a:lnTo>
                  <a:lnTo>
                    <a:pt x="1352593" y="1672572"/>
                  </a:lnTo>
                  <a:lnTo>
                    <a:pt x="1352577" y="1672574"/>
                  </a:lnTo>
                  <a:lnTo>
                    <a:pt x="1352571" y="1672576"/>
                  </a:lnTo>
                  <a:lnTo>
                    <a:pt x="1352558" y="1672582"/>
                  </a:lnTo>
                  <a:lnTo>
                    <a:pt x="1352543" y="1672587"/>
                  </a:lnTo>
                  <a:lnTo>
                    <a:pt x="1352525" y="1672588"/>
                  </a:lnTo>
                  <a:lnTo>
                    <a:pt x="1352510" y="1672587"/>
                  </a:lnTo>
                  <a:lnTo>
                    <a:pt x="1352506" y="1672584"/>
                  </a:lnTo>
                  <a:lnTo>
                    <a:pt x="1352490" y="1672580"/>
                  </a:lnTo>
                  <a:lnTo>
                    <a:pt x="1352470" y="1672574"/>
                  </a:lnTo>
                  <a:lnTo>
                    <a:pt x="1352453" y="1672566"/>
                  </a:lnTo>
                  <a:lnTo>
                    <a:pt x="1352435" y="1672558"/>
                  </a:lnTo>
                  <a:lnTo>
                    <a:pt x="1352418" y="1672549"/>
                  </a:lnTo>
                  <a:lnTo>
                    <a:pt x="1352401" y="1672543"/>
                  </a:lnTo>
                  <a:lnTo>
                    <a:pt x="1352382" y="1672534"/>
                  </a:lnTo>
                  <a:lnTo>
                    <a:pt x="1352374" y="1672532"/>
                  </a:lnTo>
                  <a:lnTo>
                    <a:pt x="1352364" y="1672526"/>
                  </a:lnTo>
                  <a:lnTo>
                    <a:pt x="1352347" y="1672518"/>
                  </a:lnTo>
                  <a:lnTo>
                    <a:pt x="1352329" y="1672508"/>
                  </a:lnTo>
                  <a:lnTo>
                    <a:pt x="1352310" y="1672501"/>
                  </a:lnTo>
                  <a:lnTo>
                    <a:pt x="1352294" y="1672497"/>
                  </a:lnTo>
                  <a:lnTo>
                    <a:pt x="1352276" y="1672494"/>
                  </a:lnTo>
                  <a:lnTo>
                    <a:pt x="1352259" y="1672493"/>
                  </a:lnTo>
                  <a:lnTo>
                    <a:pt x="1352241" y="1672490"/>
                  </a:lnTo>
                  <a:lnTo>
                    <a:pt x="1352234" y="1672487"/>
                  </a:lnTo>
                  <a:lnTo>
                    <a:pt x="1352228" y="1672479"/>
                  </a:lnTo>
                  <a:lnTo>
                    <a:pt x="1352222" y="1672467"/>
                  </a:lnTo>
                  <a:lnTo>
                    <a:pt x="1352221" y="1672459"/>
                  </a:lnTo>
                  <a:lnTo>
                    <a:pt x="1352216" y="1672443"/>
                  </a:lnTo>
                  <a:lnTo>
                    <a:pt x="1352210" y="1672422"/>
                  </a:lnTo>
                  <a:lnTo>
                    <a:pt x="1352200" y="1672403"/>
                  </a:lnTo>
                  <a:lnTo>
                    <a:pt x="1352199" y="1672397"/>
                  </a:lnTo>
                  <a:lnTo>
                    <a:pt x="1352193" y="1672389"/>
                  </a:lnTo>
                  <a:lnTo>
                    <a:pt x="1352189" y="1672385"/>
                  </a:lnTo>
                  <a:lnTo>
                    <a:pt x="1352182" y="1672372"/>
                  </a:lnTo>
                  <a:lnTo>
                    <a:pt x="1352177" y="1672367"/>
                  </a:lnTo>
                  <a:lnTo>
                    <a:pt x="1352170" y="1672357"/>
                  </a:lnTo>
                  <a:lnTo>
                    <a:pt x="1352162" y="1672350"/>
                  </a:lnTo>
                  <a:lnTo>
                    <a:pt x="1352144" y="1672336"/>
                  </a:lnTo>
                  <a:lnTo>
                    <a:pt x="1352140" y="1672332"/>
                  </a:lnTo>
                  <a:lnTo>
                    <a:pt x="1352127" y="1672324"/>
                  </a:lnTo>
                  <a:lnTo>
                    <a:pt x="1352114" y="1672316"/>
                  </a:lnTo>
                  <a:lnTo>
                    <a:pt x="1352109" y="1672312"/>
                  </a:lnTo>
                  <a:lnTo>
                    <a:pt x="1352092" y="1672298"/>
                  </a:lnTo>
                  <a:lnTo>
                    <a:pt x="1352076" y="1672283"/>
                  </a:lnTo>
                  <a:lnTo>
                    <a:pt x="1352062" y="1672268"/>
                  </a:lnTo>
                  <a:lnTo>
                    <a:pt x="1352048" y="1672251"/>
                  </a:lnTo>
                  <a:lnTo>
                    <a:pt x="1352030" y="1672237"/>
                  </a:lnTo>
                  <a:lnTo>
                    <a:pt x="1352012" y="1672221"/>
                  </a:lnTo>
                  <a:lnTo>
                    <a:pt x="1351997" y="1672207"/>
                  </a:lnTo>
                  <a:lnTo>
                    <a:pt x="1351980" y="1672191"/>
                  </a:lnTo>
                  <a:lnTo>
                    <a:pt x="1351975" y="1672189"/>
                  </a:lnTo>
                  <a:lnTo>
                    <a:pt x="1351915" y="1672135"/>
                  </a:lnTo>
                  <a:lnTo>
                    <a:pt x="1351903" y="1672122"/>
                  </a:lnTo>
                  <a:lnTo>
                    <a:pt x="1351900" y="1672118"/>
                  </a:lnTo>
                  <a:lnTo>
                    <a:pt x="1351894" y="1672099"/>
                  </a:lnTo>
                  <a:lnTo>
                    <a:pt x="1351880" y="1672081"/>
                  </a:lnTo>
                  <a:lnTo>
                    <a:pt x="1351862" y="1672066"/>
                  </a:lnTo>
                  <a:lnTo>
                    <a:pt x="1351846" y="1672053"/>
                  </a:lnTo>
                  <a:lnTo>
                    <a:pt x="1351828" y="1672038"/>
                  </a:lnTo>
                  <a:lnTo>
                    <a:pt x="1351817" y="1672034"/>
                  </a:lnTo>
                  <a:lnTo>
                    <a:pt x="1351810" y="1672035"/>
                  </a:lnTo>
                  <a:lnTo>
                    <a:pt x="1351793" y="1672035"/>
                  </a:lnTo>
                  <a:lnTo>
                    <a:pt x="1351775" y="1672035"/>
                  </a:lnTo>
                  <a:lnTo>
                    <a:pt x="1351758" y="1672032"/>
                  </a:lnTo>
                  <a:lnTo>
                    <a:pt x="1351740" y="1672029"/>
                  </a:lnTo>
                  <a:lnTo>
                    <a:pt x="1351724" y="1672023"/>
                  </a:lnTo>
                  <a:lnTo>
                    <a:pt x="1351705" y="1672016"/>
                  </a:lnTo>
                  <a:lnTo>
                    <a:pt x="1351687" y="1672006"/>
                  </a:lnTo>
                  <a:lnTo>
                    <a:pt x="1351676" y="1671999"/>
                  </a:lnTo>
                  <a:lnTo>
                    <a:pt x="1351669" y="1671999"/>
                  </a:lnTo>
                  <a:lnTo>
                    <a:pt x="1351655" y="1672007"/>
                  </a:lnTo>
                  <a:lnTo>
                    <a:pt x="1351652" y="1672011"/>
                  </a:lnTo>
                  <a:lnTo>
                    <a:pt x="1351636" y="1672028"/>
                  </a:lnTo>
                  <a:lnTo>
                    <a:pt x="1351621" y="1672046"/>
                  </a:lnTo>
                  <a:lnTo>
                    <a:pt x="1351604" y="1672061"/>
                  </a:lnTo>
                  <a:lnTo>
                    <a:pt x="1351587" y="1672069"/>
                  </a:lnTo>
                  <a:lnTo>
                    <a:pt x="1351569" y="1672076"/>
                  </a:lnTo>
                  <a:lnTo>
                    <a:pt x="1351552" y="1672083"/>
                  </a:lnTo>
                  <a:lnTo>
                    <a:pt x="1351534" y="1672096"/>
                  </a:lnTo>
                  <a:lnTo>
                    <a:pt x="1351523" y="1672114"/>
                  </a:lnTo>
                  <a:lnTo>
                    <a:pt x="1351512" y="1672133"/>
                  </a:lnTo>
                  <a:lnTo>
                    <a:pt x="1351506" y="1672139"/>
                  </a:lnTo>
                  <a:lnTo>
                    <a:pt x="1351496" y="1672144"/>
                  </a:lnTo>
                  <a:lnTo>
                    <a:pt x="1351484" y="1672149"/>
                  </a:lnTo>
                  <a:lnTo>
                    <a:pt x="1351477" y="1672149"/>
                  </a:lnTo>
                  <a:lnTo>
                    <a:pt x="1351460" y="1672152"/>
                  </a:lnTo>
                  <a:lnTo>
                    <a:pt x="1351442" y="1672157"/>
                  </a:lnTo>
                  <a:lnTo>
                    <a:pt x="1351425" y="1672168"/>
                  </a:lnTo>
                  <a:lnTo>
                    <a:pt x="1351414" y="1672169"/>
                  </a:lnTo>
                  <a:lnTo>
                    <a:pt x="1351408" y="1672169"/>
                  </a:lnTo>
                  <a:lnTo>
                    <a:pt x="1351390" y="1672163"/>
                  </a:lnTo>
                  <a:lnTo>
                    <a:pt x="1351372" y="1672156"/>
                  </a:lnTo>
                  <a:lnTo>
                    <a:pt x="1351355" y="1672146"/>
                  </a:lnTo>
                  <a:lnTo>
                    <a:pt x="1351347" y="1672144"/>
                  </a:lnTo>
                  <a:lnTo>
                    <a:pt x="1351308" y="1672143"/>
                  </a:lnTo>
                  <a:lnTo>
                    <a:pt x="1351291" y="1672142"/>
                  </a:lnTo>
                  <a:lnTo>
                    <a:pt x="1351276" y="1672143"/>
                  </a:lnTo>
                  <a:lnTo>
                    <a:pt x="1351256" y="1672145"/>
                  </a:lnTo>
                  <a:lnTo>
                    <a:pt x="1351248" y="1672146"/>
                  </a:lnTo>
                  <a:lnTo>
                    <a:pt x="1351239" y="1672145"/>
                  </a:lnTo>
                  <a:lnTo>
                    <a:pt x="1351220" y="1672146"/>
                  </a:lnTo>
                  <a:lnTo>
                    <a:pt x="1351212" y="1672145"/>
                  </a:lnTo>
                  <a:lnTo>
                    <a:pt x="1351204" y="1672148"/>
                  </a:lnTo>
                  <a:lnTo>
                    <a:pt x="1351187" y="1672152"/>
                  </a:lnTo>
                  <a:lnTo>
                    <a:pt x="1351170" y="1672156"/>
                  </a:lnTo>
                  <a:lnTo>
                    <a:pt x="1351159" y="1672153"/>
                  </a:lnTo>
                  <a:lnTo>
                    <a:pt x="1351152" y="1672148"/>
                  </a:lnTo>
                  <a:lnTo>
                    <a:pt x="1351142" y="1672143"/>
                  </a:lnTo>
                  <a:lnTo>
                    <a:pt x="1351133" y="1672136"/>
                  </a:lnTo>
                  <a:lnTo>
                    <a:pt x="1351116" y="1672125"/>
                  </a:lnTo>
                  <a:lnTo>
                    <a:pt x="1351096" y="1672118"/>
                  </a:lnTo>
                  <a:lnTo>
                    <a:pt x="1351083" y="1672120"/>
                  </a:lnTo>
                  <a:lnTo>
                    <a:pt x="1351065" y="1672127"/>
                  </a:lnTo>
                  <a:lnTo>
                    <a:pt x="1351044" y="1672135"/>
                  </a:lnTo>
                  <a:lnTo>
                    <a:pt x="1351029" y="1672143"/>
                  </a:lnTo>
                  <a:lnTo>
                    <a:pt x="1351011" y="1672145"/>
                  </a:lnTo>
                  <a:lnTo>
                    <a:pt x="1350994" y="1672145"/>
                  </a:lnTo>
                  <a:lnTo>
                    <a:pt x="1350976" y="1672144"/>
                  </a:lnTo>
                  <a:lnTo>
                    <a:pt x="1350959" y="1672144"/>
                  </a:lnTo>
                  <a:lnTo>
                    <a:pt x="1350941" y="1672141"/>
                  </a:lnTo>
                  <a:lnTo>
                    <a:pt x="1350932" y="1672142"/>
                  </a:lnTo>
                  <a:lnTo>
                    <a:pt x="1350923" y="1672139"/>
                  </a:lnTo>
                  <a:lnTo>
                    <a:pt x="1350919" y="1672137"/>
                  </a:lnTo>
                  <a:lnTo>
                    <a:pt x="1350906" y="1672136"/>
                  </a:lnTo>
                  <a:lnTo>
                    <a:pt x="1350888" y="1672132"/>
                  </a:lnTo>
                  <a:lnTo>
                    <a:pt x="1350871" y="1672130"/>
                  </a:lnTo>
                  <a:lnTo>
                    <a:pt x="1350853" y="1672131"/>
                  </a:lnTo>
                  <a:lnTo>
                    <a:pt x="1350836" y="1672130"/>
                  </a:lnTo>
                  <a:lnTo>
                    <a:pt x="1350818" y="1672128"/>
                  </a:lnTo>
                  <a:lnTo>
                    <a:pt x="1350801" y="1672125"/>
                  </a:lnTo>
                  <a:lnTo>
                    <a:pt x="1350783" y="1672123"/>
                  </a:lnTo>
                  <a:lnTo>
                    <a:pt x="1350777" y="1672122"/>
                  </a:lnTo>
                  <a:lnTo>
                    <a:pt x="1350765" y="1672119"/>
                  </a:lnTo>
                  <a:lnTo>
                    <a:pt x="1350749" y="1672115"/>
                  </a:lnTo>
                  <a:lnTo>
                    <a:pt x="1350730" y="1672112"/>
                  </a:lnTo>
                  <a:lnTo>
                    <a:pt x="1350713" y="1672110"/>
                  </a:lnTo>
                  <a:lnTo>
                    <a:pt x="1350697" y="1672111"/>
                  </a:lnTo>
                  <a:lnTo>
                    <a:pt x="1350678" y="1672111"/>
                  </a:lnTo>
                  <a:lnTo>
                    <a:pt x="1350660" y="1672112"/>
                  </a:lnTo>
                  <a:lnTo>
                    <a:pt x="1350643" y="1672116"/>
                  </a:lnTo>
                  <a:lnTo>
                    <a:pt x="1350626" y="1672118"/>
                  </a:lnTo>
                  <a:lnTo>
                    <a:pt x="1350573" y="1672153"/>
                  </a:lnTo>
                  <a:lnTo>
                    <a:pt x="1350562" y="1672164"/>
                  </a:lnTo>
                  <a:lnTo>
                    <a:pt x="1350544" y="1672173"/>
                  </a:lnTo>
                  <a:lnTo>
                    <a:pt x="1350531" y="1672185"/>
                  </a:lnTo>
                  <a:lnTo>
                    <a:pt x="1350519" y="1672205"/>
                  </a:lnTo>
                  <a:lnTo>
                    <a:pt x="1350513" y="1672221"/>
                  </a:lnTo>
                  <a:lnTo>
                    <a:pt x="1350507" y="1672229"/>
                  </a:lnTo>
                  <a:lnTo>
                    <a:pt x="1350508" y="1672234"/>
                  </a:lnTo>
                  <a:lnTo>
                    <a:pt x="1350514" y="1672240"/>
                  </a:lnTo>
                  <a:lnTo>
                    <a:pt x="1350530" y="1672257"/>
                  </a:lnTo>
                  <a:lnTo>
                    <a:pt x="1350536" y="1672268"/>
                  </a:lnTo>
                  <a:lnTo>
                    <a:pt x="1350541" y="1672274"/>
                  </a:lnTo>
                  <a:lnTo>
                    <a:pt x="1350544" y="1672282"/>
                  </a:lnTo>
                  <a:lnTo>
                    <a:pt x="1350553" y="1672298"/>
                  </a:lnTo>
                  <a:lnTo>
                    <a:pt x="1350566" y="1672313"/>
                  </a:lnTo>
                  <a:lnTo>
                    <a:pt x="1350568" y="1672319"/>
                  </a:lnTo>
                  <a:lnTo>
                    <a:pt x="1350568" y="1672326"/>
                  </a:lnTo>
                  <a:lnTo>
                    <a:pt x="1350565" y="1672337"/>
                  </a:lnTo>
                  <a:lnTo>
                    <a:pt x="1350559" y="1672356"/>
                  </a:lnTo>
                  <a:lnTo>
                    <a:pt x="1350557" y="1672373"/>
                  </a:lnTo>
                  <a:lnTo>
                    <a:pt x="1350553" y="1672397"/>
                  </a:lnTo>
                  <a:lnTo>
                    <a:pt x="1350547" y="1672415"/>
                  </a:lnTo>
                  <a:lnTo>
                    <a:pt x="1350540" y="1672424"/>
                  </a:lnTo>
                  <a:lnTo>
                    <a:pt x="1350522" y="1672434"/>
                  </a:lnTo>
                  <a:lnTo>
                    <a:pt x="1350507" y="1672444"/>
                  </a:lnTo>
                  <a:lnTo>
                    <a:pt x="1350498" y="1672456"/>
                  </a:lnTo>
                  <a:lnTo>
                    <a:pt x="1350487" y="1672475"/>
                  </a:lnTo>
                  <a:lnTo>
                    <a:pt x="1350477" y="1672485"/>
                  </a:lnTo>
                  <a:lnTo>
                    <a:pt x="1350457" y="1672498"/>
                  </a:lnTo>
                  <a:lnTo>
                    <a:pt x="1350438" y="1672512"/>
                  </a:lnTo>
                  <a:lnTo>
                    <a:pt x="1350428" y="1672530"/>
                  </a:lnTo>
                  <a:lnTo>
                    <a:pt x="1350412" y="1672558"/>
                  </a:lnTo>
                  <a:lnTo>
                    <a:pt x="1350400" y="1672579"/>
                  </a:lnTo>
                  <a:lnTo>
                    <a:pt x="1350391" y="1672588"/>
                  </a:lnTo>
                  <a:lnTo>
                    <a:pt x="1350379" y="1672593"/>
                  </a:lnTo>
                  <a:lnTo>
                    <a:pt x="1350350" y="1672592"/>
                  </a:lnTo>
                  <a:lnTo>
                    <a:pt x="1350324" y="1672587"/>
                  </a:lnTo>
                  <a:lnTo>
                    <a:pt x="1350285" y="1672589"/>
                  </a:lnTo>
                  <a:lnTo>
                    <a:pt x="1350258" y="1672590"/>
                  </a:lnTo>
                  <a:lnTo>
                    <a:pt x="1350249" y="1672593"/>
                  </a:lnTo>
                  <a:lnTo>
                    <a:pt x="1350243" y="1672604"/>
                  </a:lnTo>
                  <a:lnTo>
                    <a:pt x="1350230" y="1672633"/>
                  </a:lnTo>
                  <a:lnTo>
                    <a:pt x="1350218" y="1672655"/>
                  </a:lnTo>
                  <a:lnTo>
                    <a:pt x="1350203" y="1672675"/>
                  </a:lnTo>
                  <a:lnTo>
                    <a:pt x="1350182" y="1672689"/>
                  </a:lnTo>
                  <a:lnTo>
                    <a:pt x="1350164" y="1672697"/>
                  </a:lnTo>
                  <a:lnTo>
                    <a:pt x="1350152" y="1672706"/>
                  </a:lnTo>
                  <a:lnTo>
                    <a:pt x="1350144" y="1672715"/>
                  </a:lnTo>
                  <a:lnTo>
                    <a:pt x="1350132" y="1672728"/>
                  </a:lnTo>
                  <a:lnTo>
                    <a:pt x="1350120" y="1672732"/>
                  </a:lnTo>
                  <a:lnTo>
                    <a:pt x="1350113" y="1672730"/>
                  </a:lnTo>
                  <a:lnTo>
                    <a:pt x="1350100" y="1672725"/>
                  </a:lnTo>
                  <a:lnTo>
                    <a:pt x="1350094" y="1672720"/>
                  </a:lnTo>
                  <a:lnTo>
                    <a:pt x="1350087" y="1672720"/>
                  </a:lnTo>
                  <a:lnTo>
                    <a:pt x="1350083" y="1672723"/>
                  </a:lnTo>
                  <a:lnTo>
                    <a:pt x="1350082" y="1672730"/>
                  </a:lnTo>
                  <a:lnTo>
                    <a:pt x="1350084" y="1672741"/>
                  </a:lnTo>
                  <a:lnTo>
                    <a:pt x="1350087" y="1672752"/>
                  </a:lnTo>
                  <a:lnTo>
                    <a:pt x="1350089" y="1672770"/>
                  </a:lnTo>
                  <a:lnTo>
                    <a:pt x="1350090" y="1672782"/>
                  </a:lnTo>
                  <a:lnTo>
                    <a:pt x="1350090" y="1672826"/>
                  </a:lnTo>
                  <a:lnTo>
                    <a:pt x="1350085" y="1672851"/>
                  </a:lnTo>
                  <a:lnTo>
                    <a:pt x="1350083" y="1672870"/>
                  </a:lnTo>
                  <a:lnTo>
                    <a:pt x="1350078" y="1672881"/>
                  </a:lnTo>
                  <a:lnTo>
                    <a:pt x="1350061" y="1672893"/>
                  </a:lnTo>
                  <a:lnTo>
                    <a:pt x="1350040" y="1672894"/>
                  </a:lnTo>
                  <a:lnTo>
                    <a:pt x="1350027" y="1672895"/>
                  </a:lnTo>
                  <a:lnTo>
                    <a:pt x="1349999" y="1672898"/>
                  </a:lnTo>
                  <a:lnTo>
                    <a:pt x="1349986" y="1672897"/>
                  </a:lnTo>
                  <a:lnTo>
                    <a:pt x="1349969" y="1672897"/>
                  </a:lnTo>
                  <a:lnTo>
                    <a:pt x="1349960" y="1672897"/>
                  </a:lnTo>
                  <a:lnTo>
                    <a:pt x="1349949" y="1672897"/>
                  </a:lnTo>
                  <a:lnTo>
                    <a:pt x="1349932" y="1672900"/>
                  </a:lnTo>
                  <a:lnTo>
                    <a:pt x="1349914" y="1672902"/>
                  </a:lnTo>
                  <a:lnTo>
                    <a:pt x="1349897" y="1672901"/>
                  </a:lnTo>
                  <a:lnTo>
                    <a:pt x="1349879" y="1672897"/>
                  </a:lnTo>
                  <a:lnTo>
                    <a:pt x="1349861" y="1672891"/>
                  </a:lnTo>
                  <a:lnTo>
                    <a:pt x="1349844" y="1672885"/>
                  </a:lnTo>
                  <a:lnTo>
                    <a:pt x="1349826" y="1672875"/>
                  </a:lnTo>
                  <a:lnTo>
                    <a:pt x="1349817" y="1672872"/>
                  </a:lnTo>
                  <a:lnTo>
                    <a:pt x="1349808" y="1672866"/>
                  </a:lnTo>
                  <a:lnTo>
                    <a:pt x="1349791" y="1672854"/>
                  </a:lnTo>
                  <a:lnTo>
                    <a:pt x="1349774" y="1672843"/>
                  </a:lnTo>
                  <a:lnTo>
                    <a:pt x="1349755" y="1672838"/>
                  </a:lnTo>
                  <a:lnTo>
                    <a:pt x="1349747" y="1672835"/>
                  </a:lnTo>
                  <a:lnTo>
                    <a:pt x="1349738" y="1672836"/>
                  </a:lnTo>
                  <a:lnTo>
                    <a:pt x="1349720" y="1672834"/>
                  </a:lnTo>
                  <a:lnTo>
                    <a:pt x="1349708" y="1672836"/>
                  </a:lnTo>
                  <a:lnTo>
                    <a:pt x="1349703" y="1672839"/>
                  </a:lnTo>
                  <a:lnTo>
                    <a:pt x="1349689" y="1672844"/>
                  </a:lnTo>
                  <a:lnTo>
                    <a:pt x="1349685" y="1672848"/>
                  </a:lnTo>
                  <a:lnTo>
                    <a:pt x="1349672" y="1672865"/>
                  </a:lnTo>
                  <a:lnTo>
                    <a:pt x="1349657" y="1672883"/>
                  </a:lnTo>
                  <a:lnTo>
                    <a:pt x="1349650" y="1672890"/>
                  </a:lnTo>
                  <a:lnTo>
                    <a:pt x="1349641" y="1672897"/>
                  </a:lnTo>
                  <a:lnTo>
                    <a:pt x="1349634" y="1672900"/>
                  </a:lnTo>
                  <a:lnTo>
                    <a:pt x="1349626" y="1672902"/>
                  </a:lnTo>
                  <a:lnTo>
                    <a:pt x="1349584" y="1672904"/>
                  </a:lnTo>
                  <a:lnTo>
                    <a:pt x="1349576" y="1672903"/>
                  </a:lnTo>
                  <a:lnTo>
                    <a:pt x="1349571" y="1672902"/>
                  </a:lnTo>
                  <a:lnTo>
                    <a:pt x="1349555" y="1672901"/>
                  </a:lnTo>
                  <a:lnTo>
                    <a:pt x="1349548" y="1672901"/>
                  </a:lnTo>
                  <a:lnTo>
                    <a:pt x="1349537" y="1672904"/>
                  </a:lnTo>
                  <a:lnTo>
                    <a:pt x="1349528" y="1672907"/>
                  </a:lnTo>
                  <a:lnTo>
                    <a:pt x="1349519" y="1672908"/>
                  </a:lnTo>
                  <a:lnTo>
                    <a:pt x="1349502" y="1672913"/>
                  </a:lnTo>
                  <a:lnTo>
                    <a:pt x="1349489" y="1672917"/>
                  </a:lnTo>
                  <a:lnTo>
                    <a:pt x="1349467" y="1672926"/>
                  </a:lnTo>
                  <a:lnTo>
                    <a:pt x="1349462" y="1672930"/>
                  </a:lnTo>
                  <a:lnTo>
                    <a:pt x="1349449" y="1672934"/>
                  </a:lnTo>
                  <a:lnTo>
                    <a:pt x="1349442" y="1672937"/>
                  </a:lnTo>
                  <a:lnTo>
                    <a:pt x="1349431" y="1672944"/>
                  </a:lnTo>
                  <a:lnTo>
                    <a:pt x="1349422" y="1672952"/>
                  </a:lnTo>
                  <a:lnTo>
                    <a:pt x="1349419" y="1672960"/>
                  </a:lnTo>
                  <a:lnTo>
                    <a:pt x="1349429" y="1672970"/>
                  </a:lnTo>
                  <a:lnTo>
                    <a:pt x="1349436" y="1672973"/>
                  </a:lnTo>
                  <a:lnTo>
                    <a:pt x="1349453" y="1672986"/>
                  </a:lnTo>
                  <a:lnTo>
                    <a:pt x="1349470" y="1672998"/>
                  </a:lnTo>
                  <a:lnTo>
                    <a:pt x="1349486" y="1673013"/>
                  </a:lnTo>
                  <a:lnTo>
                    <a:pt x="1349502" y="1673028"/>
                  </a:lnTo>
                  <a:lnTo>
                    <a:pt x="1349534" y="1673084"/>
                  </a:lnTo>
                  <a:lnTo>
                    <a:pt x="1349538" y="1673095"/>
                  </a:lnTo>
                  <a:lnTo>
                    <a:pt x="1349544" y="1673114"/>
                  </a:lnTo>
                  <a:lnTo>
                    <a:pt x="1349548" y="1673132"/>
                  </a:lnTo>
                  <a:lnTo>
                    <a:pt x="1349553" y="1673151"/>
                  </a:lnTo>
                  <a:lnTo>
                    <a:pt x="1349558" y="1673170"/>
                  </a:lnTo>
                  <a:lnTo>
                    <a:pt x="1349561" y="1673188"/>
                  </a:lnTo>
                  <a:lnTo>
                    <a:pt x="1349563" y="1673207"/>
                  </a:lnTo>
                  <a:lnTo>
                    <a:pt x="1349565" y="1673219"/>
                  </a:lnTo>
                  <a:lnTo>
                    <a:pt x="1349563" y="1673225"/>
                  </a:lnTo>
                  <a:lnTo>
                    <a:pt x="1349562" y="1673233"/>
                  </a:lnTo>
                  <a:lnTo>
                    <a:pt x="1349556" y="1673240"/>
                  </a:lnTo>
                  <a:lnTo>
                    <a:pt x="1349535" y="1673254"/>
                  </a:lnTo>
                  <a:lnTo>
                    <a:pt x="1349519" y="1673268"/>
                  </a:lnTo>
                  <a:lnTo>
                    <a:pt x="1349503" y="1673284"/>
                  </a:lnTo>
                  <a:lnTo>
                    <a:pt x="1349498" y="1673289"/>
                  </a:lnTo>
                  <a:lnTo>
                    <a:pt x="1349492" y="1673300"/>
                  </a:lnTo>
                  <a:lnTo>
                    <a:pt x="1349487" y="1673321"/>
                  </a:lnTo>
                  <a:lnTo>
                    <a:pt x="1349485" y="1673339"/>
                  </a:lnTo>
                  <a:lnTo>
                    <a:pt x="1349483" y="1673358"/>
                  </a:lnTo>
                  <a:lnTo>
                    <a:pt x="1349479" y="1673376"/>
                  </a:lnTo>
                  <a:lnTo>
                    <a:pt x="1349475" y="1673386"/>
                  </a:lnTo>
                  <a:lnTo>
                    <a:pt x="1349464" y="1673394"/>
                  </a:lnTo>
                  <a:lnTo>
                    <a:pt x="1349452" y="1673401"/>
                  </a:lnTo>
                  <a:lnTo>
                    <a:pt x="1349431" y="1673404"/>
                  </a:lnTo>
                  <a:lnTo>
                    <a:pt x="1349414" y="1673406"/>
                  </a:lnTo>
                  <a:lnTo>
                    <a:pt x="1349404" y="1673405"/>
                  </a:lnTo>
                  <a:lnTo>
                    <a:pt x="1349391" y="1673408"/>
                  </a:lnTo>
                  <a:lnTo>
                    <a:pt x="1349378" y="1673412"/>
                  </a:lnTo>
                  <a:lnTo>
                    <a:pt x="1349371" y="1673413"/>
                  </a:lnTo>
                  <a:lnTo>
                    <a:pt x="1349360" y="1673420"/>
                  </a:lnTo>
                  <a:lnTo>
                    <a:pt x="1349343" y="1673425"/>
                  </a:lnTo>
                  <a:lnTo>
                    <a:pt x="1349338" y="1673427"/>
                  </a:lnTo>
                  <a:lnTo>
                    <a:pt x="1349325" y="1673428"/>
                  </a:lnTo>
                  <a:lnTo>
                    <a:pt x="1349308" y="1673428"/>
                  </a:lnTo>
                  <a:lnTo>
                    <a:pt x="1349290" y="1673429"/>
                  </a:lnTo>
                  <a:lnTo>
                    <a:pt x="1349273" y="1673430"/>
                  </a:lnTo>
                  <a:lnTo>
                    <a:pt x="1349262" y="1673430"/>
                  </a:lnTo>
                  <a:lnTo>
                    <a:pt x="1349255" y="1673432"/>
                  </a:lnTo>
                  <a:lnTo>
                    <a:pt x="1349248" y="1673433"/>
                  </a:lnTo>
                  <a:lnTo>
                    <a:pt x="1349238" y="1673439"/>
                  </a:lnTo>
                  <a:lnTo>
                    <a:pt x="1349220" y="1673453"/>
                  </a:lnTo>
                  <a:lnTo>
                    <a:pt x="1349202" y="1673470"/>
                  </a:lnTo>
                  <a:lnTo>
                    <a:pt x="1349185" y="1673485"/>
                  </a:lnTo>
                  <a:lnTo>
                    <a:pt x="1349168" y="1673496"/>
                  </a:lnTo>
                  <a:lnTo>
                    <a:pt x="1349150" y="1673504"/>
                  </a:lnTo>
                  <a:lnTo>
                    <a:pt x="1349133" y="1673511"/>
                  </a:lnTo>
                  <a:lnTo>
                    <a:pt x="1349115" y="1673517"/>
                  </a:lnTo>
                  <a:lnTo>
                    <a:pt x="1349097" y="1673520"/>
                  </a:lnTo>
                  <a:lnTo>
                    <a:pt x="1349080" y="1673519"/>
                  </a:lnTo>
                  <a:lnTo>
                    <a:pt x="1349062" y="1673520"/>
                  </a:lnTo>
                  <a:lnTo>
                    <a:pt x="1349045" y="1673523"/>
                  </a:lnTo>
                  <a:lnTo>
                    <a:pt x="1349027" y="1673529"/>
                  </a:lnTo>
                  <a:lnTo>
                    <a:pt x="1349009" y="1673534"/>
                  </a:lnTo>
                  <a:lnTo>
                    <a:pt x="1348992" y="1673537"/>
                  </a:lnTo>
                  <a:lnTo>
                    <a:pt x="1348985" y="1673537"/>
                  </a:lnTo>
                  <a:lnTo>
                    <a:pt x="1348974" y="1673540"/>
                  </a:lnTo>
                  <a:lnTo>
                    <a:pt x="1348957" y="1673545"/>
                  </a:lnTo>
                  <a:lnTo>
                    <a:pt x="1348947" y="1673545"/>
                  </a:lnTo>
                  <a:lnTo>
                    <a:pt x="1348939" y="1673547"/>
                  </a:lnTo>
                  <a:lnTo>
                    <a:pt x="1348926" y="1673548"/>
                  </a:lnTo>
                  <a:lnTo>
                    <a:pt x="1348921" y="1673550"/>
                  </a:lnTo>
                  <a:lnTo>
                    <a:pt x="1348912" y="1673552"/>
                  </a:lnTo>
                  <a:lnTo>
                    <a:pt x="1348904" y="1673555"/>
                  </a:lnTo>
                  <a:lnTo>
                    <a:pt x="1348869" y="1673567"/>
                  </a:lnTo>
                  <a:lnTo>
                    <a:pt x="1348860" y="1673570"/>
                  </a:lnTo>
                  <a:lnTo>
                    <a:pt x="1348851" y="1673571"/>
                  </a:lnTo>
                  <a:lnTo>
                    <a:pt x="1348834" y="1673576"/>
                  </a:lnTo>
                  <a:lnTo>
                    <a:pt x="1348819" y="1673578"/>
                  </a:lnTo>
                  <a:lnTo>
                    <a:pt x="1348803" y="1673573"/>
                  </a:lnTo>
                  <a:lnTo>
                    <a:pt x="1348799" y="1673569"/>
                  </a:lnTo>
                  <a:lnTo>
                    <a:pt x="1348794" y="1673564"/>
                  </a:lnTo>
                  <a:lnTo>
                    <a:pt x="1348782" y="1673556"/>
                  </a:lnTo>
                  <a:lnTo>
                    <a:pt x="1348764" y="1673550"/>
                  </a:lnTo>
                  <a:lnTo>
                    <a:pt x="1348746" y="1673542"/>
                  </a:lnTo>
                  <a:lnTo>
                    <a:pt x="1348729" y="1673535"/>
                  </a:lnTo>
                  <a:lnTo>
                    <a:pt x="1348712" y="1673530"/>
                  </a:lnTo>
                  <a:lnTo>
                    <a:pt x="1348703" y="1673530"/>
                  </a:lnTo>
                  <a:lnTo>
                    <a:pt x="1348694" y="1673527"/>
                  </a:lnTo>
                  <a:lnTo>
                    <a:pt x="1348677" y="1673522"/>
                  </a:lnTo>
                  <a:lnTo>
                    <a:pt x="1348660" y="1673519"/>
                  </a:lnTo>
                  <a:lnTo>
                    <a:pt x="1348647" y="1673520"/>
                  </a:lnTo>
                  <a:lnTo>
                    <a:pt x="1348642" y="1673522"/>
                  </a:lnTo>
                  <a:lnTo>
                    <a:pt x="1348624" y="1673530"/>
                  </a:lnTo>
                  <a:lnTo>
                    <a:pt x="1348607" y="1673537"/>
                  </a:lnTo>
                  <a:lnTo>
                    <a:pt x="1348599" y="1673540"/>
                  </a:lnTo>
                  <a:lnTo>
                    <a:pt x="1348534" y="1673555"/>
                  </a:lnTo>
                  <a:lnTo>
                    <a:pt x="1348528" y="1673555"/>
                  </a:lnTo>
                  <a:lnTo>
                    <a:pt x="1348510" y="1673553"/>
                  </a:lnTo>
                  <a:lnTo>
                    <a:pt x="1348500" y="1673550"/>
                  </a:lnTo>
                  <a:lnTo>
                    <a:pt x="1348493" y="1673545"/>
                  </a:lnTo>
                  <a:lnTo>
                    <a:pt x="1348480" y="1673528"/>
                  </a:lnTo>
                  <a:lnTo>
                    <a:pt x="1348467" y="1673508"/>
                  </a:lnTo>
                  <a:lnTo>
                    <a:pt x="1348452" y="1673497"/>
                  </a:lnTo>
                  <a:lnTo>
                    <a:pt x="1348433" y="1673488"/>
                  </a:lnTo>
                  <a:lnTo>
                    <a:pt x="1348415" y="1673483"/>
                  </a:lnTo>
                  <a:lnTo>
                    <a:pt x="1348397" y="1673479"/>
                  </a:lnTo>
                  <a:lnTo>
                    <a:pt x="1348380" y="1673475"/>
                  </a:lnTo>
                  <a:lnTo>
                    <a:pt x="1348363" y="1673476"/>
                  </a:lnTo>
                  <a:lnTo>
                    <a:pt x="1348349" y="1673477"/>
                  </a:lnTo>
                  <a:lnTo>
                    <a:pt x="1348327" y="1673485"/>
                  </a:lnTo>
                  <a:lnTo>
                    <a:pt x="1348310" y="1673496"/>
                  </a:lnTo>
                  <a:lnTo>
                    <a:pt x="1348291" y="1673510"/>
                  </a:lnTo>
                  <a:lnTo>
                    <a:pt x="1348192" y="1673602"/>
                  </a:lnTo>
                  <a:lnTo>
                    <a:pt x="1348178" y="1673610"/>
                  </a:lnTo>
                  <a:lnTo>
                    <a:pt x="1348165" y="1673611"/>
                  </a:lnTo>
                  <a:lnTo>
                    <a:pt x="1348157" y="1673609"/>
                  </a:lnTo>
                  <a:lnTo>
                    <a:pt x="1348140" y="1673604"/>
                  </a:lnTo>
                  <a:lnTo>
                    <a:pt x="1348122" y="1673598"/>
                  </a:lnTo>
                  <a:lnTo>
                    <a:pt x="1348105" y="1673593"/>
                  </a:lnTo>
                  <a:lnTo>
                    <a:pt x="1348035" y="1673581"/>
                  </a:lnTo>
                  <a:lnTo>
                    <a:pt x="1348018" y="1673576"/>
                  </a:lnTo>
                  <a:lnTo>
                    <a:pt x="1348000" y="1673572"/>
                  </a:lnTo>
                  <a:lnTo>
                    <a:pt x="1347983" y="1673569"/>
                  </a:lnTo>
                  <a:lnTo>
                    <a:pt x="1347965" y="1673569"/>
                  </a:lnTo>
                  <a:lnTo>
                    <a:pt x="1347948" y="1673567"/>
                  </a:lnTo>
                  <a:lnTo>
                    <a:pt x="1347930" y="1673566"/>
                  </a:lnTo>
                  <a:lnTo>
                    <a:pt x="1347913" y="1673563"/>
                  </a:lnTo>
                  <a:lnTo>
                    <a:pt x="1347902" y="1673556"/>
                  </a:lnTo>
                  <a:lnTo>
                    <a:pt x="1347897" y="1673550"/>
                  </a:lnTo>
                  <a:lnTo>
                    <a:pt x="1347879" y="1673533"/>
                  </a:lnTo>
                  <a:lnTo>
                    <a:pt x="1347862" y="1673519"/>
                  </a:lnTo>
                  <a:lnTo>
                    <a:pt x="1347847" y="1673509"/>
                  </a:lnTo>
                  <a:lnTo>
                    <a:pt x="1347828" y="1673503"/>
                  </a:lnTo>
                  <a:lnTo>
                    <a:pt x="1347815" y="1673499"/>
                  </a:lnTo>
                  <a:lnTo>
                    <a:pt x="1347810" y="1673495"/>
                  </a:lnTo>
                  <a:lnTo>
                    <a:pt x="1347783" y="1673469"/>
                  </a:lnTo>
                  <a:lnTo>
                    <a:pt x="1347777" y="1673467"/>
                  </a:lnTo>
                  <a:lnTo>
                    <a:pt x="1347769" y="1673464"/>
                  </a:lnTo>
                  <a:lnTo>
                    <a:pt x="1347759" y="1673462"/>
                  </a:lnTo>
                  <a:lnTo>
                    <a:pt x="1347744" y="1673456"/>
                  </a:lnTo>
                  <a:lnTo>
                    <a:pt x="1347735" y="1673446"/>
                  </a:lnTo>
                  <a:lnTo>
                    <a:pt x="1347731" y="1673438"/>
                  </a:lnTo>
                  <a:lnTo>
                    <a:pt x="1347726" y="1673427"/>
                  </a:lnTo>
                  <a:lnTo>
                    <a:pt x="1347724" y="1673417"/>
                  </a:lnTo>
                  <a:lnTo>
                    <a:pt x="1347717" y="1673398"/>
                  </a:lnTo>
                  <a:lnTo>
                    <a:pt x="1347709" y="1673380"/>
                  </a:lnTo>
                  <a:lnTo>
                    <a:pt x="1347706" y="1673372"/>
                  </a:lnTo>
                  <a:lnTo>
                    <a:pt x="1347700" y="1673361"/>
                  </a:lnTo>
                  <a:lnTo>
                    <a:pt x="1347691" y="1673345"/>
                  </a:lnTo>
                  <a:lnTo>
                    <a:pt x="1347682" y="1673324"/>
                  </a:lnTo>
                  <a:lnTo>
                    <a:pt x="1347677" y="1673310"/>
                  </a:lnTo>
                  <a:lnTo>
                    <a:pt x="1347674" y="1673305"/>
                  </a:lnTo>
                  <a:lnTo>
                    <a:pt x="1347666" y="1673295"/>
                  </a:lnTo>
                  <a:lnTo>
                    <a:pt x="1347658" y="1673290"/>
                  </a:lnTo>
                  <a:lnTo>
                    <a:pt x="1347640" y="1673284"/>
                  </a:lnTo>
                  <a:lnTo>
                    <a:pt x="1347623" y="1673275"/>
                  </a:lnTo>
                  <a:lnTo>
                    <a:pt x="1347605" y="1673267"/>
                  </a:lnTo>
                  <a:lnTo>
                    <a:pt x="1347588" y="1673253"/>
                  </a:lnTo>
                  <a:lnTo>
                    <a:pt x="1347571" y="1673237"/>
                  </a:lnTo>
                  <a:lnTo>
                    <a:pt x="1347558" y="1673223"/>
                  </a:lnTo>
                  <a:lnTo>
                    <a:pt x="1347519" y="1673169"/>
                  </a:lnTo>
                  <a:lnTo>
                    <a:pt x="1347514" y="1673160"/>
                  </a:lnTo>
                  <a:lnTo>
                    <a:pt x="1347507" y="1673156"/>
                  </a:lnTo>
                  <a:lnTo>
                    <a:pt x="1347488" y="1673153"/>
                  </a:lnTo>
                  <a:lnTo>
                    <a:pt x="1347470" y="1673149"/>
                  </a:lnTo>
                  <a:lnTo>
                    <a:pt x="1347458" y="1673144"/>
                  </a:lnTo>
                  <a:lnTo>
                    <a:pt x="1347454" y="1673138"/>
                  </a:lnTo>
                  <a:lnTo>
                    <a:pt x="1347449" y="1673133"/>
                  </a:lnTo>
                  <a:lnTo>
                    <a:pt x="1347444" y="1673121"/>
                  </a:lnTo>
                  <a:lnTo>
                    <a:pt x="1347437" y="1673100"/>
                  </a:lnTo>
                  <a:lnTo>
                    <a:pt x="1347432" y="1673082"/>
                  </a:lnTo>
                  <a:lnTo>
                    <a:pt x="1347429" y="1673071"/>
                  </a:lnTo>
                  <a:lnTo>
                    <a:pt x="1347424" y="1673063"/>
                  </a:lnTo>
                  <a:lnTo>
                    <a:pt x="1347418" y="1673045"/>
                  </a:lnTo>
                  <a:lnTo>
                    <a:pt x="1347411" y="1673026"/>
                  </a:lnTo>
                  <a:lnTo>
                    <a:pt x="1347403" y="1672989"/>
                  </a:lnTo>
                  <a:lnTo>
                    <a:pt x="1347400" y="1672971"/>
                  </a:lnTo>
                  <a:lnTo>
                    <a:pt x="1347397" y="1672952"/>
                  </a:lnTo>
                  <a:lnTo>
                    <a:pt x="1347396" y="1672933"/>
                  </a:lnTo>
                  <a:lnTo>
                    <a:pt x="1347391" y="1672915"/>
                  </a:lnTo>
                  <a:lnTo>
                    <a:pt x="1347388" y="1672909"/>
                  </a:lnTo>
                  <a:lnTo>
                    <a:pt x="1347379" y="1672896"/>
                  </a:lnTo>
                  <a:lnTo>
                    <a:pt x="1347364" y="1672879"/>
                  </a:lnTo>
                  <a:lnTo>
                    <a:pt x="1347348" y="1672859"/>
                  </a:lnTo>
                  <a:lnTo>
                    <a:pt x="1347334" y="1672842"/>
                  </a:lnTo>
                  <a:lnTo>
                    <a:pt x="1347322" y="1672833"/>
                  </a:lnTo>
                  <a:lnTo>
                    <a:pt x="1347316" y="1672835"/>
                  </a:lnTo>
                  <a:lnTo>
                    <a:pt x="1347306" y="1672842"/>
                  </a:lnTo>
                  <a:lnTo>
                    <a:pt x="1347192" y="1672940"/>
                  </a:lnTo>
                  <a:lnTo>
                    <a:pt x="1347174" y="1672955"/>
                  </a:lnTo>
                  <a:lnTo>
                    <a:pt x="1347156" y="1672964"/>
                  </a:lnTo>
                  <a:lnTo>
                    <a:pt x="1347138" y="1672975"/>
                  </a:lnTo>
                  <a:lnTo>
                    <a:pt x="1347120" y="1672987"/>
                  </a:lnTo>
                  <a:lnTo>
                    <a:pt x="1347112" y="1672993"/>
                  </a:lnTo>
                  <a:lnTo>
                    <a:pt x="1347103" y="1672994"/>
                  </a:lnTo>
                  <a:lnTo>
                    <a:pt x="1347094" y="1672992"/>
                  </a:lnTo>
                  <a:lnTo>
                    <a:pt x="1347085" y="1672988"/>
                  </a:lnTo>
                  <a:lnTo>
                    <a:pt x="1347072" y="1672981"/>
                  </a:lnTo>
                  <a:lnTo>
                    <a:pt x="1347065" y="1672978"/>
                  </a:lnTo>
                  <a:lnTo>
                    <a:pt x="1347051" y="1672975"/>
                  </a:lnTo>
                  <a:lnTo>
                    <a:pt x="1347033" y="1672971"/>
                  </a:lnTo>
                  <a:lnTo>
                    <a:pt x="1347024" y="1672971"/>
                  </a:lnTo>
                  <a:lnTo>
                    <a:pt x="1347016" y="1672968"/>
                  </a:lnTo>
                  <a:lnTo>
                    <a:pt x="1346998" y="1672967"/>
                  </a:lnTo>
                  <a:lnTo>
                    <a:pt x="1346981" y="1672965"/>
                  </a:lnTo>
                  <a:lnTo>
                    <a:pt x="1346928" y="1672964"/>
                  </a:lnTo>
                  <a:lnTo>
                    <a:pt x="1346911" y="1672966"/>
                  </a:lnTo>
                  <a:lnTo>
                    <a:pt x="1346893" y="1672967"/>
                  </a:lnTo>
                  <a:lnTo>
                    <a:pt x="1346885" y="1672969"/>
                  </a:lnTo>
                  <a:lnTo>
                    <a:pt x="1346877" y="1672979"/>
                  </a:lnTo>
                  <a:lnTo>
                    <a:pt x="1346871" y="1672997"/>
                  </a:lnTo>
                  <a:lnTo>
                    <a:pt x="1346862" y="1673018"/>
                  </a:lnTo>
                  <a:lnTo>
                    <a:pt x="1346853" y="1673034"/>
                  </a:lnTo>
                  <a:lnTo>
                    <a:pt x="1346849" y="1673046"/>
                  </a:lnTo>
                  <a:lnTo>
                    <a:pt x="1346841" y="1673058"/>
                  </a:lnTo>
                  <a:lnTo>
                    <a:pt x="1346832" y="1673068"/>
                  </a:lnTo>
                  <a:lnTo>
                    <a:pt x="1346792" y="1673093"/>
                  </a:lnTo>
                  <a:lnTo>
                    <a:pt x="1346651" y="1673126"/>
                  </a:lnTo>
                  <a:lnTo>
                    <a:pt x="1346635" y="1673129"/>
                  </a:lnTo>
                  <a:lnTo>
                    <a:pt x="1346617" y="1673130"/>
                  </a:lnTo>
                  <a:lnTo>
                    <a:pt x="1346600" y="1673133"/>
                  </a:lnTo>
                  <a:lnTo>
                    <a:pt x="1346581" y="1673135"/>
                  </a:lnTo>
                  <a:lnTo>
                    <a:pt x="1346510" y="1673122"/>
                  </a:lnTo>
                  <a:lnTo>
                    <a:pt x="1346505" y="1673119"/>
                  </a:lnTo>
                  <a:lnTo>
                    <a:pt x="1346488" y="1673115"/>
                  </a:lnTo>
                  <a:lnTo>
                    <a:pt x="1346470" y="1673111"/>
                  </a:lnTo>
                  <a:lnTo>
                    <a:pt x="1346455" y="1673112"/>
                  </a:lnTo>
                  <a:lnTo>
                    <a:pt x="1346446" y="1673116"/>
                  </a:lnTo>
                  <a:lnTo>
                    <a:pt x="1346438" y="1673120"/>
                  </a:lnTo>
                  <a:lnTo>
                    <a:pt x="1346419" y="1673131"/>
                  </a:lnTo>
                  <a:lnTo>
                    <a:pt x="1346412" y="1673136"/>
                  </a:lnTo>
                  <a:lnTo>
                    <a:pt x="1346401" y="1673140"/>
                  </a:lnTo>
                  <a:lnTo>
                    <a:pt x="1346390" y="1673142"/>
                  </a:lnTo>
                  <a:lnTo>
                    <a:pt x="1346383" y="1673144"/>
                  </a:lnTo>
                  <a:lnTo>
                    <a:pt x="1346375" y="1673146"/>
                  </a:lnTo>
                  <a:lnTo>
                    <a:pt x="1346366" y="1673146"/>
                  </a:lnTo>
                  <a:lnTo>
                    <a:pt x="1346349" y="1673138"/>
                  </a:lnTo>
                  <a:lnTo>
                    <a:pt x="1346331" y="1673125"/>
                  </a:lnTo>
                  <a:lnTo>
                    <a:pt x="1346314" y="1673109"/>
                  </a:lnTo>
                  <a:lnTo>
                    <a:pt x="1346306" y="1673104"/>
                  </a:lnTo>
                  <a:lnTo>
                    <a:pt x="1346296" y="1673104"/>
                  </a:lnTo>
                  <a:lnTo>
                    <a:pt x="1346281" y="1673115"/>
                  </a:lnTo>
                  <a:lnTo>
                    <a:pt x="1346276" y="1673117"/>
                  </a:lnTo>
                  <a:lnTo>
                    <a:pt x="1346263" y="1673119"/>
                  </a:lnTo>
                  <a:lnTo>
                    <a:pt x="1346244" y="1673117"/>
                  </a:lnTo>
                  <a:lnTo>
                    <a:pt x="1346226" y="1673112"/>
                  </a:lnTo>
                  <a:lnTo>
                    <a:pt x="1346209" y="1673106"/>
                  </a:lnTo>
                  <a:lnTo>
                    <a:pt x="1346192" y="1673100"/>
                  </a:lnTo>
                  <a:lnTo>
                    <a:pt x="1346174" y="1673099"/>
                  </a:lnTo>
                  <a:lnTo>
                    <a:pt x="1346157" y="1673099"/>
                  </a:lnTo>
                  <a:lnTo>
                    <a:pt x="1346139" y="1673097"/>
                  </a:lnTo>
                  <a:lnTo>
                    <a:pt x="1346127" y="1673094"/>
                  </a:lnTo>
                  <a:lnTo>
                    <a:pt x="1346122" y="1673091"/>
                  </a:lnTo>
                  <a:lnTo>
                    <a:pt x="1346112" y="1673083"/>
                  </a:lnTo>
                  <a:lnTo>
                    <a:pt x="1346107" y="1673075"/>
                  </a:lnTo>
                  <a:lnTo>
                    <a:pt x="1346101" y="1673066"/>
                  </a:lnTo>
                  <a:lnTo>
                    <a:pt x="1346094" y="1673057"/>
                  </a:lnTo>
                  <a:lnTo>
                    <a:pt x="1346084" y="1673039"/>
                  </a:lnTo>
                  <a:lnTo>
                    <a:pt x="1346074" y="1673019"/>
                  </a:lnTo>
                  <a:lnTo>
                    <a:pt x="1346066" y="1673001"/>
                  </a:lnTo>
                  <a:lnTo>
                    <a:pt x="1346060" y="1672988"/>
                  </a:lnTo>
                  <a:lnTo>
                    <a:pt x="1346054" y="1672982"/>
                  </a:lnTo>
                  <a:lnTo>
                    <a:pt x="1346045" y="1672973"/>
                  </a:lnTo>
                  <a:lnTo>
                    <a:pt x="1346037" y="1672969"/>
                  </a:lnTo>
                  <a:lnTo>
                    <a:pt x="1346030" y="1672967"/>
                  </a:lnTo>
                  <a:lnTo>
                    <a:pt x="1345937" y="1672955"/>
                  </a:lnTo>
                  <a:lnTo>
                    <a:pt x="1345920" y="1672950"/>
                  </a:lnTo>
                  <a:lnTo>
                    <a:pt x="1345903" y="1672948"/>
                  </a:lnTo>
                  <a:lnTo>
                    <a:pt x="1345885" y="1672949"/>
                  </a:lnTo>
                  <a:lnTo>
                    <a:pt x="1345819" y="1672961"/>
                  </a:lnTo>
                  <a:lnTo>
                    <a:pt x="1345810" y="1672963"/>
                  </a:lnTo>
                  <a:lnTo>
                    <a:pt x="1345798" y="1672964"/>
                  </a:lnTo>
                  <a:lnTo>
                    <a:pt x="1345781" y="1672966"/>
                  </a:lnTo>
                  <a:lnTo>
                    <a:pt x="1345764" y="1672965"/>
                  </a:lnTo>
                  <a:lnTo>
                    <a:pt x="1345746" y="1672963"/>
                  </a:lnTo>
                  <a:lnTo>
                    <a:pt x="1345728" y="1672963"/>
                  </a:lnTo>
                  <a:lnTo>
                    <a:pt x="1345711" y="1672967"/>
                  </a:lnTo>
                  <a:lnTo>
                    <a:pt x="1345693" y="1672975"/>
                  </a:lnTo>
                  <a:lnTo>
                    <a:pt x="1345675" y="1672983"/>
                  </a:lnTo>
                  <a:lnTo>
                    <a:pt x="1345658" y="1672991"/>
                  </a:lnTo>
                  <a:lnTo>
                    <a:pt x="1345640" y="1673000"/>
                  </a:lnTo>
                  <a:lnTo>
                    <a:pt x="1345623" y="1673010"/>
                  </a:lnTo>
                  <a:lnTo>
                    <a:pt x="1345605" y="1673016"/>
                  </a:lnTo>
                  <a:lnTo>
                    <a:pt x="1345587" y="1673017"/>
                  </a:lnTo>
                  <a:lnTo>
                    <a:pt x="1345581" y="1673018"/>
                  </a:lnTo>
                  <a:lnTo>
                    <a:pt x="1345570" y="1673015"/>
                  </a:lnTo>
                  <a:lnTo>
                    <a:pt x="1345552" y="1673009"/>
                  </a:lnTo>
                  <a:lnTo>
                    <a:pt x="1345535" y="1672996"/>
                  </a:lnTo>
                  <a:lnTo>
                    <a:pt x="1345524" y="1672986"/>
                  </a:lnTo>
                  <a:lnTo>
                    <a:pt x="1345518" y="1672983"/>
                  </a:lnTo>
                  <a:lnTo>
                    <a:pt x="1345500" y="1672974"/>
                  </a:lnTo>
                  <a:lnTo>
                    <a:pt x="1345494" y="1672973"/>
                  </a:lnTo>
                  <a:lnTo>
                    <a:pt x="1345463" y="1672977"/>
                  </a:lnTo>
                  <a:lnTo>
                    <a:pt x="1345448" y="1672998"/>
                  </a:lnTo>
                  <a:lnTo>
                    <a:pt x="1345440" y="1673011"/>
                  </a:lnTo>
                  <a:lnTo>
                    <a:pt x="1345430" y="1673025"/>
                  </a:lnTo>
                  <a:lnTo>
                    <a:pt x="1345415" y="1673043"/>
                  </a:lnTo>
                  <a:lnTo>
                    <a:pt x="1345401" y="1673052"/>
                  </a:lnTo>
                  <a:lnTo>
                    <a:pt x="1345389" y="1673057"/>
                  </a:lnTo>
                  <a:lnTo>
                    <a:pt x="1345380" y="1673059"/>
                  </a:lnTo>
                  <a:lnTo>
                    <a:pt x="1345362" y="1673064"/>
                  </a:lnTo>
                  <a:lnTo>
                    <a:pt x="1345345" y="1673066"/>
                  </a:lnTo>
                  <a:lnTo>
                    <a:pt x="1345332" y="1673067"/>
                  </a:lnTo>
                  <a:lnTo>
                    <a:pt x="1345327" y="1673069"/>
                  </a:lnTo>
                  <a:lnTo>
                    <a:pt x="1345310" y="1673074"/>
                  </a:lnTo>
                  <a:lnTo>
                    <a:pt x="1345292" y="1673081"/>
                  </a:lnTo>
                  <a:lnTo>
                    <a:pt x="1345274" y="1673088"/>
                  </a:lnTo>
                  <a:lnTo>
                    <a:pt x="1345259" y="1673097"/>
                  </a:lnTo>
                  <a:lnTo>
                    <a:pt x="1345252" y="1673108"/>
                  </a:lnTo>
                  <a:lnTo>
                    <a:pt x="1345251" y="1673117"/>
                  </a:lnTo>
                  <a:lnTo>
                    <a:pt x="1345254" y="1673123"/>
                  </a:lnTo>
                  <a:lnTo>
                    <a:pt x="1345262" y="1673133"/>
                  </a:lnTo>
                  <a:lnTo>
                    <a:pt x="1345270" y="1673143"/>
                  </a:lnTo>
                  <a:lnTo>
                    <a:pt x="1345285" y="1673193"/>
                  </a:lnTo>
                  <a:lnTo>
                    <a:pt x="1345285" y="1673210"/>
                  </a:lnTo>
                  <a:lnTo>
                    <a:pt x="1345282" y="1673218"/>
                  </a:lnTo>
                  <a:lnTo>
                    <a:pt x="1345281" y="1673237"/>
                  </a:lnTo>
                  <a:lnTo>
                    <a:pt x="1345278" y="1673256"/>
                  </a:lnTo>
                  <a:lnTo>
                    <a:pt x="1345277" y="1673274"/>
                  </a:lnTo>
                  <a:lnTo>
                    <a:pt x="1345275" y="1673292"/>
                  </a:lnTo>
                  <a:lnTo>
                    <a:pt x="1345273" y="1673311"/>
                  </a:lnTo>
                  <a:lnTo>
                    <a:pt x="1345270" y="1673329"/>
                  </a:lnTo>
                  <a:lnTo>
                    <a:pt x="1345269" y="1673385"/>
                  </a:lnTo>
                  <a:lnTo>
                    <a:pt x="1345271" y="1673421"/>
                  </a:lnTo>
                  <a:lnTo>
                    <a:pt x="1345273" y="1673440"/>
                  </a:lnTo>
                  <a:lnTo>
                    <a:pt x="1345276" y="1673459"/>
                  </a:lnTo>
                  <a:lnTo>
                    <a:pt x="1345281" y="1673477"/>
                  </a:lnTo>
                  <a:lnTo>
                    <a:pt x="1345282" y="1673483"/>
                  </a:lnTo>
                  <a:lnTo>
                    <a:pt x="1345289" y="1673496"/>
                  </a:lnTo>
                  <a:lnTo>
                    <a:pt x="1345296" y="1673506"/>
                  </a:lnTo>
                  <a:lnTo>
                    <a:pt x="1345304" y="1673513"/>
                  </a:lnTo>
                  <a:lnTo>
                    <a:pt x="1345314" y="1673522"/>
                  </a:lnTo>
                  <a:lnTo>
                    <a:pt x="1345351" y="1673532"/>
                  </a:lnTo>
                  <a:lnTo>
                    <a:pt x="1345362" y="1673542"/>
                  </a:lnTo>
                  <a:lnTo>
                    <a:pt x="1345372" y="1673546"/>
                  </a:lnTo>
                  <a:lnTo>
                    <a:pt x="1345390" y="1673553"/>
                  </a:lnTo>
                  <a:lnTo>
                    <a:pt x="1345407" y="1673567"/>
                  </a:lnTo>
                  <a:lnTo>
                    <a:pt x="1345419" y="1673586"/>
                  </a:lnTo>
                  <a:lnTo>
                    <a:pt x="1345428" y="1673602"/>
                  </a:lnTo>
                  <a:lnTo>
                    <a:pt x="1345433" y="1673612"/>
                  </a:lnTo>
                  <a:lnTo>
                    <a:pt x="1345438" y="1673623"/>
                  </a:lnTo>
                  <a:lnTo>
                    <a:pt x="1345443" y="1673633"/>
                  </a:lnTo>
                  <a:lnTo>
                    <a:pt x="1345446" y="1673642"/>
                  </a:lnTo>
                  <a:lnTo>
                    <a:pt x="1345459" y="1673659"/>
                  </a:lnTo>
                  <a:lnTo>
                    <a:pt x="1345469" y="1673671"/>
                  </a:lnTo>
                  <a:lnTo>
                    <a:pt x="1345475" y="1673675"/>
                  </a:lnTo>
                  <a:lnTo>
                    <a:pt x="1345492" y="1673689"/>
                  </a:lnTo>
                  <a:lnTo>
                    <a:pt x="1345497" y="1673691"/>
                  </a:lnTo>
                  <a:lnTo>
                    <a:pt x="1345507" y="1673703"/>
                  </a:lnTo>
                  <a:lnTo>
                    <a:pt x="1345515" y="1673714"/>
                  </a:lnTo>
                  <a:lnTo>
                    <a:pt x="1345518" y="1673722"/>
                  </a:lnTo>
                  <a:lnTo>
                    <a:pt x="1345526" y="1673782"/>
                  </a:lnTo>
                  <a:lnTo>
                    <a:pt x="1345525" y="1673793"/>
                  </a:lnTo>
                  <a:lnTo>
                    <a:pt x="1345526" y="1673811"/>
                  </a:lnTo>
                  <a:lnTo>
                    <a:pt x="1345528" y="1673830"/>
                  </a:lnTo>
                  <a:lnTo>
                    <a:pt x="1345528" y="1673848"/>
                  </a:lnTo>
                  <a:lnTo>
                    <a:pt x="1345525" y="1673867"/>
                  </a:lnTo>
                  <a:lnTo>
                    <a:pt x="1345519" y="1673885"/>
                  </a:lnTo>
                  <a:lnTo>
                    <a:pt x="1345514" y="1673895"/>
                  </a:lnTo>
                  <a:lnTo>
                    <a:pt x="1345509" y="1673904"/>
                  </a:lnTo>
                  <a:lnTo>
                    <a:pt x="1345502" y="1673922"/>
                  </a:lnTo>
                  <a:lnTo>
                    <a:pt x="1345455" y="1674002"/>
                  </a:lnTo>
                  <a:lnTo>
                    <a:pt x="1345449" y="1674007"/>
                  </a:lnTo>
                  <a:lnTo>
                    <a:pt x="1345431" y="1674015"/>
                  </a:lnTo>
                  <a:lnTo>
                    <a:pt x="1345415" y="1674024"/>
                  </a:lnTo>
                  <a:lnTo>
                    <a:pt x="1345405" y="1674033"/>
                  </a:lnTo>
                  <a:lnTo>
                    <a:pt x="1345400" y="1674041"/>
                  </a:lnTo>
                  <a:lnTo>
                    <a:pt x="1345394" y="1674056"/>
                  </a:lnTo>
                  <a:lnTo>
                    <a:pt x="1345392" y="1674061"/>
                  </a:lnTo>
                  <a:lnTo>
                    <a:pt x="1345391" y="1674075"/>
                  </a:lnTo>
                  <a:lnTo>
                    <a:pt x="1345386" y="1674098"/>
                  </a:lnTo>
                  <a:lnTo>
                    <a:pt x="1345388" y="1674223"/>
                  </a:lnTo>
                  <a:lnTo>
                    <a:pt x="1345385" y="1674232"/>
                  </a:lnTo>
                  <a:lnTo>
                    <a:pt x="1345382" y="1674237"/>
                  </a:lnTo>
                  <a:lnTo>
                    <a:pt x="1345374" y="1674252"/>
                  </a:lnTo>
                  <a:lnTo>
                    <a:pt x="1345371" y="1674332"/>
                  </a:lnTo>
                  <a:lnTo>
                    <a:pt x="1345368" y="1674350"/>
                  </a:lnTo>
                  <a:lnTo>
                    <a:pt x="1345366" y="1674365"/>
                  </a:lnTo>
                  <a:lnTo>
                    <a:pt x="1345362" y="1674378"/>
                  </a:lnTo>
                  <a:lnTo>
                    <a:pt x="1345357" y="1674387"/>
                  </a:lnTo>
                  <a:lnTo>
                    <a:pt x="1345348" y="1674405"/>
                  </a:lnTo>
                  <a:lnTo>
                    <a:pt x="1345343" y="1674412"/>
                  </a:lnTo>
                  <a:lnTo>
                    <a:pt x="1345340" y="1674423"/>
                  </a:lnTo>
                  <a:lnTo>
                    <a:pt x="1345334" y="1674442"/>
                  </a:lnTo>
                  <a:lnTo>
                    <a:pt x="1345337" y="1674456"/>
                  </a:lnTo>
                  <a:lnTo>
                    <a:pt x="1345401" y="1674506"/>
                  </a:lnTo>
                  <a:lnTo>
                    <a:pt x="1345408" y="1674525"/>
                  </a:lnTo>
                  <a:lnTo>
                    <a:pt x="1345413" y="1674543"/>
                  </a:lnTo>
                  <a:lnTo>
                    <a:pt x="1345417" y="1674562"/>
                  </a:lnTo>
                  <a:lnTo>
                    <a:pt x="1345419" y="1674580"/>
                  </a:lnTo>
                  <a:lnTo>
                    <a:pt x="1345418" y="1674599"/>
                  </a:lnTo>
                  <a:lnTo>
                    <a:pt x="1345417" y="1674618"/>
                  </a:lnTo>
                  <a:lnTo>
                    <a:pt x="1345415" y="1674636"/>
                  </a:lnTo>
                  <a:lnTo>
                    <a:pt x="1345413" y="1674654"/>
                  </a:lnTo>
                  <a:lnTo>
                    <a:pt x="1345410" y="1674664"/>
                  </a:lnTo>
                  <a:lnTo>
                    <a:pt x="1345410" y="1674710"/>
                  </a:lnTo>
                  <a:lnTo>
                    <a:pt x="1345412" y="1674714"/>
                  </a:lnTo>
                  <a:lnTo>
                    <a:pt x="1345419" y="1674730"/>
                  </a:lnTo>
                  <a:lnTo>
                    <a:pt x="1345441" y="1674806"/>
                  </a:lnTo>
                  <a:lnTo>
                    <a:pt x="1345441" y="1674825"/>
                  </a:lnTo>
                  <a:lnTo>
                    <a:pt x="1345439" y="1674843"/>
                  </a:lnTo>
                  <a:lnTo>
                    <a:pt x="1345435" y="1674862"/>
                  </a:lnTo>
                  <a:lnTo>
                    <a:pt x="1345412" y="1674907"/>
                  </a:lnTo>
                  <a:lnTo>
                    <a:pt x="1345410" y="1674913"/>
                  </a:lnTo>
                  <a:lnTo>
                    <a:pt x="1345409" y="1674931"/>
                  </a:lnTo>
                  <a:lnTo>
                    <a:pt x="1345406" y="1674950"/>
                  </a:lnTo>
                  <a:lnTo>
                    <a:pt x="1345401" y="1674968"/>
                  </a:lnTo>
                  <a:lnTo>
                    <a:pt x="1345397" y="1674987"/>
                  </a:lnTo>
                  <a:lnTo>
                    <a:pt x="1345393" y="1675005"/>
                  </a:lnTo>
                  <a:lnTo>
                    <a:pt x="1345387" y="1675023"/>
                  </a:lnTo>
                  <a:lnTo>
                    <a:pt x="1345380" y="1675042"/>
                  </a:lnTo>
                  <a:lnTo>
                    <a:pt x="1345371" y="1675060"/>
                  </a:lnTo>
                  <a:lnTo>
                    <a:pt x="1345366" y="1675076"/>
                  </a:lnTo>
                  <a:lnTo>
                    <a:pt x="1345354" y="1675096"/>
                  </a:lnTo>
                  <a:lnTo>
                    <a:pt x="1345349" y="1675115"/>
                  </a:lnTo>
                  <a:lnTo>
                    <a:pt x="1345340" y="1675217"/>
                  </a:lnTo>
                  <a:lnTo>
                    <a:pt x="1345335" y="1675235"/>
                  </a:lnTo>
                  <a:lnTo>
                    <a:pt x="1345329" y="1675254"/>
                  </a:lnTo>
                  <a:lnTo>
                    <a:pt x="1345324" y="1675264"/>
                  </a:lnTo>
                  <a:lnTo>
                    <a:pt x="1345321" y="1675272"/>
                  </a:lnTo>
                  <a:lnTo>
                    <a:pt x="1345314" y="1675291"/>
                  </a:lnTo>
                  <a:lnTo>
                    <a:pt x="1345310" y="1675309"/>
                  </a:lnTo>
                  <a:lnTo>
                    <a:pt x="1345307" y="1675327"/>
                  </a:lnTo>
                  <a:lnTo>
                    <a:pt x="1345300" y="1675346"/>
                  </a:lnTo>
                  <a:lnTo>
                    <a:pt x="1345292" y="1675355"/>
                  </a:lnTo>
                  <a:lnTo>
                    <a:pt x="1345284" y="1675363"/>
                  </a:lnTo>
                  <a:lnTo>
                    <a:pt x="1345267" y="1675375"/>
                  </a:lnTo>
                  <a:lnTo>
                    <a:pt x="1345252" y="1675383"/>
                  </a:lnTo>
                  <a:lnTo>
                    <a:pt x="1345232" y="1675387"/>
                  </a:lnTo>
                  <a:lnTo>
                    <a:pt x="1345215" y="1675389"/>
                  </a:lnTo>
                  <a:lnTo>
                    <a:pt x="1345205" y="1675392"/>
                  </a:lnTo>
                  <a:lnTo>
                    <a:pt x="1345199" y="1675396"/>
                  </a:lnTo>
                  <a:lnTo>
                    <a:pt x="1345195" y="1675405"/>
                  </a:lnTo>
                  <a:lnTo>
                    <a:pt x="1345192" y="1675414"/>
                  </a:lnTo>
                  <a:lnTo>
                    <a:pt x="1345191" y="1675426"/>
                  </a:lnTo>
                  <a:lnTo>
                    <a:pt x="1345187" y="1675447"/>
                  </a:lnTo>
                  <a:lnTo>
                    <a:pt x="1345175" y="1675464"/>
                  </a:lnTo>
                  <a:lnTo>
                    <a:pt x="1345154" y="1675484"/>
                  </a:lnTo>
                  <a:lnTo>
                    <a:pt x="1345124" y="1675504"/>
                  </a:lnTo>
                  <a:lnTo>
                    <a:pt x="1345096" y="1675507"/>
                  </a:lnTo>
                  <a:lnTo>
                    <a:pt x="1345086" y="1675510"/>
                  </a:lnTo>
                  <a:lnTo>
                    <a:pt x="1345082" y="1675515"/>
                  </a:lnTo>
                  <a:lnTo>
                    <a:pt x="1345084" y="1675520"/>
                  </a:lnTo>
                  <a:lnTo>
                    <a:pt x="1345093" y="1675529"/>
                  </a:lnTo>
                  <a:lnTo>
                    <a:pt x="1345107" y="1675547"/>
                  </a:lnTo>
                  <a:lnTo>
                    <a:pt x="1345117" y="1675566"/>
                  </a:lnTo>
                  <a:lnTo>
                    <a:pt x="1345125" y="1675585"/>
                  </a:lnTo>
                  <a:lnTo>
                    <a:pt x="1345129" y="1675603"/>
                  </a:lnTo>
                  <a:lnTo>
                    <a:pt x="1345132" y="1675622"/>
                  </a:lnTo>
                  <a:lnTo>
                    <a:pt x="1345134" y="1675640"/>
                  </a:lnTo>
                  <a:lnTo>
                    <a:pt x="1345135" y="1675659"/>
                  </a:lnTo>
                  <a:lnTo>
                    <a:pt x="1345134" y="1675677"/>
                  </a:lnTo>
                  <a:lnTo>
                    <a:pt x="1345130" y="1675696"/>
                  </a:lnTo>
                  <a:lnTo>
                    <a:pt x="1345123" y="1675714"/>
                  </a:lnTo>
                  <a:lnTo>
                    <a:pt x="1345116" y="1675732"/>
                  </a:lnTo>
                  <a:lnTo>
                    <a:pt x="1345107" y="1675753"/>
                  </a:lnTo>
                  <a:lnTo>
                    <a:pt x="1345100" y="1675764"/>
                  </a:lnTo>
                  <a:lnTo>
                    <a:pt x="1345096" y="1675769"/>
                  </a:lnTo>
                  <a:lnTo>
                    <a:pt x="1345080" y="1675780"/>
                  </a:lnTo>
                  <a:lnTo>
                    <a:pt x="1345061" y="1675781"/>
                  </a:lnTo>
                  <a:lnTo>
                    <a:pt x="1345043" y="1675775"/>
                  </a:lnTo>
                  <a:lnTo>
                    <a:pt x="1345026" y="1675765"/>
                  </a:lnTo>
                  <a:lnTo>
                    <a:pt x="1345009" y="1675755"/>
                  </a:lnTo>
                  <a:lnTo>
                    <a:pt x="1344991" y="1675747"/>
                  </a:lnTo>
                  <a:lnTo>
                    <a:pt x="1344974" y="1675736"/>
                  </a:lnTo>
                  <a:lnTo>
                    <a:pt x="1344967" y="1675733"/>
                  </a:lnTo>
                  <a:lnTo>
                    <a:pt x="1344961" y="1675736"/>
                  </a:lnTo>
                  <a:lnTo>
                    <a:pt x="1344951" y="1675762"/>
                  </a:lnTo>
                  <a:lnTo>
                    <a:pt x="1344949" y="1675774"/>
                  </a:lnTo>
                  <a:lnTo>
                    <a:pt x="1344945" y="1675781"/>
                  </a:lnTo>
                  <a:lnTo>
                    <a:pt x="1344934" y="1675799"/>
                  </a:lnTo>
                  <a:lnTo>
                    <a:pt x="1344924" y="1675817"/>
                  </a:lnTo>
                  <a:lnTo>
                    <a:pt x="1344919" y="1675835"/>
                  </a:lnTo>
                  <a:lnTo>
                    <a:pt x="1344917" y="1675854"/>
                  </a:lnTo>
                  <a:lnTo>
                    <a:pt x="1344918" y="1675872"/>
                  </a:lnTo>
                  <a:lnTo>
                    <a:pt x="1344920" y="1675891"/>
                  </a:lnTo>
                  <a:lnTo>
                    <a:pt x="1344921" y="1675902"/>
                  </a:lnTo>
                  <a:lnTo>
                    <a:pt x="1344924" y="1675910"/>
                  </a:lnTo>
                  <a:lnTo>
                    <a:pt x="1344932" y="1675928"/>
                  </a:lnTo>
                  <a:lnTo>
                    <a:pt x="1344937" y="1675947"/>
                  </a:lnTo>
                  <a:lnTo>
                    <a:pt x="1344941" y="1675965"/>
                  </a:lnTo>
                  <a:lnTo>
                    <a:pt x="1344943" y="1675984"/>
                  </a:lnTo>
                  <a:lnTo>
                    <a:pt x="1344944" y="1675990"/>
                  </a:lnTo>
                  <a:lnTo>
                    <a:pt x="1344942" y="1676002"/>
                  </a:lnTo>
                  <a:lnTo>
                    <a:pt x="1344941" y="1676011"/>
                  </a:lnTo>
                  <a:lnTo>
                    <a:pt x="1344936" y="1676019"/>
                  </a:lnTo>
                  <a:lnTo>
                    <a:pt x="1344927" y="1676025"/>
                  </a:lnTo>
                  <a:lnTo>
                    <a:pt x="1344917" y="1676027"/>
                  </a:lnTo>
                  <a:lnTo>
                    <a:pt x="1344882" y="1676030"/>
                  </a:lnTo>
                  <a:lnTo>
                    <a:pt x="1344864" y="1676032"/>
                  </a:lnTo>
                  <a:lnTo>
                    <a:pt x="1344851" y="1676032"/>
                  </a:lnTo>
                  <a:lnTo>
                    <a:pt x="1344840" y="1676035"/>
                  </a:lnTo>
                  <a:lnTo>
                    <a:pt x="1344829" y="1676038"/>
                  </a:lnTo>
                  <a:lnTo>
                    <a:pt x="1344814" y="1676054"/>
                  </a:lnTo>
                  <a:lnTo>
                    <a:pt x="1344800" y="1676072"/>
                  </a:lnTo>
                  <a:lnTo>
                    <a:pt x="1344789" y="1676086"/>
                  </a:lnTo>
                  <a:lnTo>
                    <a:pt x="1344750" y="1676138"/>
                  </a:lnTo>
                  <a:lnTo>
                    <a:pt x="1344741" y="1676133"/>
                  </a:lnTo>
                  <a:lnTo>
                    <a:pt x="1344723" y="1676125"/>
                  </a:lnTo>
                  <a:lnTo>
                    <a:pt x="1344715" y="1676123"/>
                  </a:lnTo>
                  <a:lnTo>
                    <a:pt x="1344661" y="1676103"/>
                  </a:lnTo>
                  <a:lnTo>
                    <a:pt x="1344653" y="1676100"/>
                  </a:lnTo>
                  <a:lnTo>
                    <a:pt x="1344644" y="1676100"/>
                  </a:lnTo>
                  <a:lnTo>
                    <a:pt x="1344627" y="1676103"/>
                  </a:lnTo>
                  <a:lnTo>
                    <a:pt x="1344609" y="1676112"/>
                  </a:lnTo>
                  <a:lnTo>
                    <a:pt x="1344591" y="1676120"/>
                  </a:lnTo>
                  <a:lnTo>
                    <a:pt x="1344573" y="1676124"/>
                  </a:lnTo>
                  <a:lnTo>
                    <a:pt x="1344565" y="1676123"/>
                  </a:lnTo>
                  <a:lnTo>
                    <a:pt x="1344562" y="1676114"/>
                  </a:lnTo>
                  <a:lnTo>
                    <a:pt x="1344561" y="1676095"/>
                  </a:lnTo>
                  <a:lnTo>
                    <a:pt x="1344558" y="1676077"/>
                  </a:lnTo>
                  <a:lnTo>
                    <a:pt x="1344555" y="1676066"/>
                  </a:lnTo>
                  <a:lnTo>
                    <a:pt x="1344548" y="1676058"/>
                  </a:lnTo>
                  <a:lnTo>
                    <a:pt x="1344531" y="1676055"/>
                  </a:lnTo>
                  <a:lnTo>
                    <a:pt x="1344513" y="1676051"/>
                  </a:lnTo>
                  <a:lnTo>
                    <a:pt x="1344496" y="1676050"/>
                  </a:lnTo>
                  <a:lnTo>
                    <a:pt x="1344478" y="1676047"/>
                  </a:lnTo>
                  <a:lnTo>
                    <a:pt x="1344461" y="1676041"/>
                  </a:lnTo>
                  <a:lnTo>
                    <a:pt x="1344448" y="1676036"/>
                  </a:lnTo>
                  <a:lnTo>
                    <a:pt x="1344443" y="1676033"/>
                  </a:lnTo>
                  <a:lnTo>
                    <a:pt x="1344426" y="1676020"/>
                  </a:lnTo>
                  <a:lnTo>
                    <a:pt x="1344416" y="1676014"/>
                  </a:lnTo>
                  <a:lnTo>
                    <a:pt x="1344409" y="1676012"/>
                  </a:lnTo>
                  <a:lnTo>
                    <a:pt x="1344401" y="1676010"/>
                  </a:lnTo>
                  <a:lnTo>
                    <a:pt x="1344361" y="1676008"/>
                  </a:lnTo>
                  <a:lnTo>
                    <a:pt x="1344343" y="1675992"/>
                  </a:lnTo>
                  <a:lnTo>
                    <a:pt x="1344333" y="1675978"/>
                  </a:lnTo>
                  <a:lnTo>
                    <a:pt x="1344331" y="1675972"/>
                  </a:lnTo>
                  <a:lnTo>
                    <a:pt x="1344331" y="1675964"/>
                  </a:lnTo>
                  <a:lnTo>
                    <a:pt x="1344335" y="1675954"/>
                  </a:lnTo>
                  <a:lnTo>
                    <a:pt x="1344336" y="1675947"/>
                  </a:lnTo>
                  <a:lnTo>
                    <a:pt x="1344342" y="1675936"/>
                  </a:lnTo>
                  <a:lnTo>
                    <a:pt x="1344349" y="1675917"/>
                  </a:lnTo>
                  <a:lnTo>
                    <a:pt x="1344364" y="1675862"/>
                  </a:lnTo>
                  <a:lnTo>
                    <a:pt x="1344365" y="1675844"/>
                  </a:lnTo>
                  <a:lnTo>
                    <a:pt x="1344362" y="1675826"/>
                  </a:lnTo>
                  <a:lnTo>
                    <a:pt x="1344358" y="1675807"/>
                  </a:lnTo>
                  <a:lnTo>
                    <a:pt x="1344350" y="1675788"/>
                  </a:lnTo>
                  <a:lnTo>
                    <a:pt x="1344344" y="1675777"/>
                  </a:lnTo>
                  <a:lnTo>
                    <a:pt x="1344337" y="1675773"/>
                  </a:lnTo>
                  <a:lnTo>
                    <a:pt x="1344320" y="1675767"/>
                  </a:lnTo>
                  <a:lnTo>
                    <a:pt x="1344302" y="1675765"/>
                  </a:lnTo>
                  <a:lnTo>
                    <a:pt x="1344285" y="1675760"/>
                  </a:lnTo>
                  <a:lnTo>
                    <a:pt x="1344270" y="1675754"/>
                  </a:lnTo>
                  <a:lnTo>
                    <a:pt x="1344255" y="1675744"/>
                  </a:lnTo>
                  <a:lnTo>
                    <a:pt x="1344236" y="1675754"/>
                  </a:lnTo>
                  <a:lnTo>
                    <a:pt x="1344217" y="1675771"/>
                  </a:lnTo>
                  <a:lnTo>
                    <a:pt x="1344196" y="1675784"/>
                  </a:lnTo>
                  <a:lnTo>
                    <a:pt x="1344181" y="1675796"/>
                  </a:lnTo>
                  <a:lnTo>
                    <a:pt x="1344164" y="1675804"/>
                  </a:lnTo>
                  <a:lnTo>
                    <a:pt x="1344146" y="1675811"/>
                  </a:lnTo>
                  <a:lnTo>
                    <a:pt x="1344140" y="1675815"/>
                  </a:lnTo>
                  <a:lnTo>
                    <a:pt x="1344129" y="1675817"/>
                  </a:lnTo>
                  <a:lnTo>
                    <a:pt x="1344111" y="1675821"/>
                  </a:lnTo>
                  <a:lnTo>
                    <a:pt x="1344095" y="1675830"/>
                  </a:lnTo>
                  <a:lnTo>
                    <a:pt x="1344084" y="1675841"/>
                  </a:lnTo>
                  <a:lnTo>
                    <a:pt x="1344079" y="1675849"/>
                  </a:lnTo>
                  <a:lnTo>
                    <a:pt x="1344066" y="1675866"/>
                  </a:lnTo>
                  <a:lnTo>
                    <a:pt x="1344053" y="1675871"/>
                  </a:lnTo>
                  <a:lnTo>
                    <a:pt x="1344048" y="1675871"/>
                  </a:lnTo>
                  <a:lnTo>
                    <a:pt x="1344013" y="1675865"/>
                  </a:lnTo>
                  <a:lnTo>
                    <a:pt x="1343996" y="1675861"/>
                  </a:lnTo>
                  <a:lnTo>
                    <a:pt x="1343961" y="1675850"/>
                  </a:lnTo>
                  <a:lnTo>
                    <a:pt x="1343953" y="1675845"/>
                  </a:lnTo>
                  <a:lnTo>
                    <a:pt x="1343944" y="1675843"/>
                  </a:lnTo>
                  <a:lnTo>
                    <a:pt x="1343927" y="1675831"/>
                  </a:lnTo>
                  <a:lnTo>
                    <a:pt x="1343912" y="1675819"/>
                  </a:lnTo>
                  <a:lnTo>
                    <a:pt x="1343902" y="1675818"/>
                  </a:lnTo>
                  <a:lnTo>
                    <a:pt x="1343891" y="1675828"/>
                  </a:lnTo>
                  <a:lnTo>
                    <a:pt x="1343874" y="1675845"/>
                  </a:lnTo>
                  <a:lnTo>
                    <a:pt x="1343856" y="1675858"/>
                  </a:lnTo>
                  <a:lnTo>
                    <a:pt x="1343840" y="1675865"/>
                  </a:lnTo>
                  <a:lnTo>
                    <a:pt x="1343829" y="1675863"/>
                  </a:lnTo>
                  <a:lnTo>
                    <a:pt x="1343821" y="1675857"/>
                  </a:lnTo>
                  <a:lnTo>
                    <a:pt x="1343811" y="1675852"/>
                  </a:lnTo>
                  <a:lnTo>
                    <a:pt x="1343804" y="1675846"/>
                  </a:lnTo>
                  <a:lnTo>
                    <a:pt x="1343788" y="1675836"/>
                  </a:lnTo>
                  <a:lnTo>
                    <a:pt x="1343769" y="1675832"/>
                  </a:lnTo>
                  <a:lnTo>
                    <a:pt x="1343750" y="1675825"/>
                  </a:lnTo>
                  <a:lnTo>
                    <a:pt x="1343742" y="1675821"/>
                  </a:lnTo>
                  <a:lnTo>
                    <a:pt x="1343735" y="1675815"/>
                  </a:lnTo>
                  <a:lnTo>
                    <a:pt x="1343718" y="1675800"/>
                  </a:lnTo>
                  <a:lnTo>
                    <a:pt x="1343705" y="1675784"/>
                  </a:lnTo>
                  <a:lnTo>
                    <a:pt x="1343697" y="1675772"/>
                  </a:lnTo>
                  <a:lnTo>
                    <a:pt x="1343690" y="1675767"/>
                  </a:lnTo>
                  <a:lnTo>
                    <a:pt x="1343672" y="1675752"/>
                  </a:lnTo>
                  <a:lnTo>
                    <a:pt x="1343660" y="1675743"/>
                  </a:lnTo>
                  <a:lnTo>
                    <a:pt x="1343655" y="1675742"/>
                  </a:lnTo>
                  <a:lnTo>
                    <a:pt x="1343647" y="1675738"/>
                  </a:lnTo>
                  <a:lnTo>
                    <a:pt x="1343595" y="1675733"/>
                  </a:lnTo>
                  <a:lnTo>
                    <a:pt x="1343586" y="1675736"/>
                  </a:lnTo>
                  <a:lnTo>
                    <a:pt x="1343569" y="1675742"/>
                  </a:lnTo>
                  <a:lnTo>
                    <a:pt x="1343551" y="1675742"/>
                  </a:lnTo>
                  <a:lnTo>
                    <a:pt x="1343534" y="1675739"/>
                  </a:lnTo>
                  <a:lnTo>
                    <a:pt x="1343516" y="1675733"/>
                  </a:lnTo>
                  <a:lnTo>
                    <a:pt x="1343499" y="1675729"/>
                  </a:lnTo>
                  <a:lnTo>
                    <a:pt x="1343482" y="1675726"/>
                  </a:lnTo>
                  <a:lnTo>
                    <a:pt x="1343464" y="1675722"/>
                  </a:lnTo>
                  <a:lnTo>
                    <a:pt x="1343429" y="1675716"/>
                  </a:lnTo>
                  <a:lnTo>
                    <a:pt x="1343412" y="1675715"/>
                  </a:lnTo>
                  <a:lnTo>
                    <a:pt x="1343394" y="1675716"/>
                  </a:lnTo>
                  <a:lnTo>
                    <a:pt x="1343377" y="1675718"/>
                  </a:lnTo>
                  <a:lnTo>
                    <a:pt x="1343359" y="1675721"/>
                  </a:lnTo>
                  <a:lnTo>
                    <a:pt x="1343341" y="1675728"/>
                  </a:lnTo>
                  <a:lnTo>
                    <a:pt x="1343324" y="1675733"/>
                  </a:lnTo>
                  <a:lnTo>
                    <a:pt x="1343302" y="1675739"/>
                  </a:lnTo>
                  <a:lnTo>
                    <a:pt x="1343289" y="1675743"/>
                  </a:lnTo>
                  <a:lnTo>
                    <a:pt x="1343271" y="1675748"/>
                  </a:lnTo>
                  <a:lnTo>
                    <a:pt x="1343236" y="1675752"/>
                  </a:lnTo>
                  <a:lnTo>
                    <a:pt x="1343218" y="1675753"/>
                  </a:lnTo>
                  <a:lnTo>
                    <a:pt x="1343201" y="1675755"/>
                  </a:lnTo>
                  <a:lnTo>
                    <a:pt x="1343183" y="1675756"/>
                  </a:lnTo>
                  <a:lnTo>
                    <a:pt x="1343166" y="1675757"/>
                  </a:lnTo>
                  <a:lnTo>
                    <a:pt x="1343148" y="1675756"/>
                  </a:lnTo>
                  <a:lnTo>
                    <a:pt x="1343138" y="1675752"/>
                  </a:lnTo>
                  <a:lnTo>
                    <a:pt x="1343131" y="1675745"/>
                  </a:lnTo>
                  <a:lnTo>
                    <a:pt x="1343127" y="1675729"/>
                  </a:lnTo>
                  <a:lnTo>
                    <a:pt x="1343129" y="1675710"/>
                  </a:lnTo>
                  <a:lnTo>
                    <a:pt x="1343126" y="1675702"/>
                  </a:lnTo>
                  <a:lnTo>
                    <a:pt x="1343121" y="1675697"/>
                  </a:lnTo>
                  <a:lnTo>
                    <a:pt x="1343113" y="1675687"/>
                  </a:lnTo>
                  <a:lnTo>
                    <a:pt x="1343056" y="1675603"/>
                  </a:lnTo>
                  <a:lnTo>
                    <a:pt x="1343051" y="1675593"/>
                  </a:lnTo>
                  <a:lnTo>
                    <a:pt x="1343051" y="1675584"/>
                  </a:lnTo>
                  <a:lnTo>
                    <a:pt x="1343056" y="1675566"/>
                  </a:lnTo>
                  <a:lnTo>
                    <a:pt x="1343058" y="1675547"/>
                  </a:lnTo>
                  <a:lnTo>
                    <a:pt x="1343056" y="1675529"/>
                  </a:lnTo>
                  <a:lnTo>
                    <a:pt x="1343044" y="1675509"/>
                  </a:lnTo>
                  <a:lnTo>
                    <a:pt x="1343038" y="1675499"/>
                  </a:lnTo>
                  <a:lnTo>
                    <a:pt x="1343031" y="1675493"/>
                  </a:lnTo>
                  <a:lnTo>
                    <a:pt x="1343015" y="1675475"/>
                  </a:lnTo>
                  <a:lnTo>
                    <a:pt x="1342999" y="1675457"/>
                  </a:lnTo>
                  <a:lnTo>
                    <a:pt x="1342985" y="1675442"/>
                  </a:lnTo>
                  <a:lnTo>
                    <a:pt x="1342968" y="1675444"/>
                  </a:lnTo>
                  <a:lnTo>
                    <a:pt x="1342949" y="1675452"/>
                  </a:lnTo>
                  <a:lnTo>
                    <a:pt x="1342931" y="1675453"/>
                  </a:lnTo>
                  <a:lnTo>
                    <a:pt x="1342922" y="1675450"/>
                  </a:lnTo>
                  <a:lnTo>
                    <a:pt x="1342914" y="1675445"/>
                  </a:lnTo>
                  <a:lnTo>
                    <a:pt x="1342897" y="1675428"/>
                  </a:lnTo>
                  <a:lnTo>
                    <a:pt x="1342867" y="1675379"/>
                  </a:lnTo>
                  <a:lnTo>
                    <a:pt x="1342836" y="1675247"/>
                  </a:lnTo>
                  <a:lnTo>
                    <a:pt x="1342832" y="1675235"/>
                  </a:lnTo>
                  <a:lnTo>
                    <a:pt x="1342829" y="1675230"/>
                  </a:lnTo>
                  <a:lnTo>
                    <a:pt x="1342815" y="1675211"/>
                  </a:lnTo>
                  <a:lnTo>
                    <a:pt x="1342799" y="1675197"/>
                  </a:lnTo>
                  <a:lnTo>
                    <a:pt x="1342782" y="1675186"/>
                  </a:lnTo>
                  <a:lnTo>
                    <a:pt x="1342764" y="1675179"/>
                  </a:lnTo>
                  <a:lnTo>
                    <a:pt x="1342747" y="1675172"/>
                  </a:lnTo>
                  <a:lnTo>
                    <a:pt x="1342735" y="1675169"/>
                  </a:lnTo>
                  <a:lnTo>
                    <a:pt x="1342729" y="1675165"/>
                  </a:lnTo>
                  <a:lnTo>
                    <a:pt x="1342721" y="1675161"/>
                  </a:lnTo>
                  <a:lnTo>
                    <a:pt x="1342716" y="1675154"/>
                  </a:lnTo>
                  <a:lnTo>
                    <a:pt x="1342712" y="1675135"/>
                  </a:lnTo>
                  <a:lnTo>
                    <a:pt x="1342705" y="1675096"/>
                  </a:lnTo>
                  <a:lnTo>
                    <a:pt x="1342704" y="1675077"/>
                  </a:lnTo>
                  <a:lnTo>
                    <a:pt x="1342700" y="1675059"/>
                  </a:lnTo>
                  <a:lnTo>
                    <a:pt x="1342700" y="1675048"/>
                  </a:lnTo>
                  <a:lnTo>
                    <a:pt x="1342698" y="1675040"/>
                  </a:lnTo>
                  <a:lnTo>
                    <a:pt x="1342698" y="1675031"/>
                  </a:lnTo>
                  <a:lnTo>
                    <a:pt x="1342701" y="1675027"/>
                  </a:lnTo>
                  <a:lnTo>
                    <a:pt x="1342705" y="1675022"/>
                  </a:lnTo>
                  <a:lnTo>
                    <a:pt x="1342719" y="1675006"/>
                  </a:lnTo>
                  <a:lnTo>
                    <a:pt x="1342735" y="1674989"/>
                  </a:lnTo>
                  <a:lnTo>
                    <a:pt x="1342747" y="1674971"/>
                  </a:lnTo>
                  <a:lnTo>
                    <a:pt x="1342752" y="1674955"/>
                  </a:lnTo>
                  <a:lnTo>
                    <a:pt x="1342758" y="1674934"/>
                  </a:lnTo>
                  <a:lnTo>
                    <a:pt x="1342763" y="1674916"/>
                  </a:lnTo>
                  <a:lnTo>
                    <a:pt x="1342767" y="1674897"/>
                  </a:lnTo>
                  <a:lnTo>
                    <a:pt x="1342769" y="1674885"/>
                  </a:lnTo>
                  <a:lnTo>
                    <a:pt x="1342766" y="1674879"/>
                  </a:lnTo>
                  <a:lnTo>
                    <a:pt x="1342762" y="1674875"/>
                  </a:lnTo>
                  <a:lnTo>
                    <a:pt x="1342749" y="1674875"/>
                  </a:lnTo>
                  <a:lnTo>
                    <a:pt x="1342731" y="1674878"/>
                  </a:lnTo>
                  <a:lnTo>
                    <a:pt x="1342713" y="1674879"/>
                  </a:lnTo>
                  <a:lnTo>
                    <a:pt x="1342696" y="1674881"/>
                  </a:lnTo>
                  <a:lnTo>
                    <a:pt x="1342687" y="1674881"/>
                  </a:lnTo>
                  <a:lnTo>
                    <a:pt x="1342678" y="1674883"/>
                  </a:lnTo>
                  <a:lnTo>
                    <a:pt x="1342661" y="1674889"/>
                  </a:lnTo>
                  <a:lnTo>
                    <a:pt x="1342643" y="1674895"/>
                  </a:lnTo>
                  <a:lnTo>
                    <a:pt x="1342626" y="1674904"/>
                  </a:lnTo>
                  <a:lnTo>
                    <a:pt x="1342617" y="1674910"/>
                  </a:lnTo>
                  <a:lnTo>
                    <a:pt x="1342608" y="1674914"/>
                  </a:lnTo>
                  <a:lnTo>
                    <a:pt x="1342599" y="1674921"/>
                  </a:lnTo>
                  <a:lnTo>
                    <a:pt x="1342590" y="1674925"/>
                  </a:lnTo>
                  <a:lnTo>
                    <a:pt x="1342575" y="1674929"/>
                  </a:lnTo>
                  <a:lnTo>
                    <a:pt x="1342565" y="1674931"/>
                  </a:lnTo>
                  <a:lnTo>
                    <a:pt x="1342546" y="1674931"/>
                  </a:lnTo>
                  <a:lnTo>
                    <a:pt x="1342538" y="1674928"/>
                  </a:lnTo>
                  <a:lnTo>
                    <a:pt x="1342533" y="1674928"/>
                  </a:lnTo>
                  <a:lnTo>
                    <a:pt x="1342520" y="1674922"/>
                  </a:lnTo>
                  <a:lnTo>
                    <a:pt x="1342512" y="1674916"/>
                  </a:lnTo>
                  <a:lnTo>
                    <a:pt x="1342503" y="1674912"/>
                  </a:lnTo>
                  <a:lnTo>
                    <a:pt x="1342486" y="1674900"/>
                  </a:lnTo>
                  <a:lnTo>
                    <a:pt x="1342468" y="1674888"/>
                  </a:lnTo>
                  <a:lnTo>
                    <a:pt x="1342452" y="1674876"/>
                  </a:lnTo>
                  <a:lnTo>
                    <a:pt x="1342434" y="1674862"/>
                  </a:lnTo>
                  <a:lnTo>
                    <a:pt x="1342417" y="1674847"/>
                  </a:lnTo>
                  <a:lnTo>
                    <a:pt x="1342402" y="1674828"/>
                  </a:lnTo>
                  <a:lnTo>
                    <a:pt x="1342390" y="1674816"/>
                  </a:lnTo>
                  <a:lnTo>
                    <a:pt x="1342386" y="1674809"/>
                  </a:lnTo>
                  <a:lnTo>
                    <a:pt x="1342377" y="1674795"/>
                  </a:lnTo>
                  <a:lnTo>
                    <a:pt x="1342364" y="1674776"/>
                  </a:lnTo>
                  <a:lnTo>
                    <a:pt x="1342356" y="1674760"/>
                  </a:lnTo>
                  <a:lnTo>
                    <a:pt x="1342350" y="1674747"/>
                  </a:lnTo>
                  <a:lnTo>
                    <a:pt x="1342347" y="1674739"/>
                  </a:lnTo>
                  <a:lnTo>
                    <a:pt x="1342341" y="1674720"/>
                  </a:lnTo>
                  <a:lnTo>
                    <a:pt x="1342333" y="1674701"/>
                  </a:lnTo>
                  <a:lnTo>
                    <a:pt x="1342332" y="1674695"/>
                  </a:lnTo>
                  <a:lnTo>
                    <a:pt x="1342326" y="1674686"/>
                  </a:lnTo>
                  <a:lnTo>
                    <a:pt x="1342314" y="1674657"/>
                  </a:lnTo>
                  <a:lnTo>
                    <a:pt x="1342315" y="1674633"/>
                  </a:lnTo>
                  <a:lnTo>
                    <a:pt x="1342318" y="1674627"/>
                  </a:lnTo>
                  <a:lnTo>
                    <a:pt x="1342322" y="1674609"/>
                  </a:lnTo>
                  <a:lnTo>
                    <a:pt x="1342327" y="1674590"/>
                  </a:lnTo>
                  <a:lnTo>
                    <a:pt x="1342327" y="1674572"/>
                  </a:lnTo>
                  <a:lnTo>
                    <a:pt x="1342329" y="1674553"/>
                  </a:lnTo>
                  <a:lnTo>
                    <a:pt x="1342328" y="1674539"/>
                  </a:lnTo>
                  <a:lnTo>
                    <a:pt x="1342324" y="1674535"/>
                  </a:lnTo>
                  <a:lnTo>
                    <a:pt x="1342311" y="1674529"/>
                  </a:lnTo>
                  <a:lnTo>
                    <a:pt x="1342272" y="1674529"/>
                  </a:lnTo>
                  <a:lnTo>
                    <a:pt x="1342254" y="1674532"/>
                  </a:lnTo>
                  <a:lnTo>
                    <a:pt x="1342237" y="1674532"/>
                  </a:lnTo>
                  <a:lnTo>
                    <a:pt x="1342219" y="1674532"/>
                  </a:lnTo>
                  <a:lnTo>
                    <a:pt x="1342117" y="1674548"/>
                  </a:lnTo>
                  <a:lnTo>
                    <a:pt x="1342108" y="1674546"/>
                  </a:lnTo>
                  <a:lnTo>
                    <a:pt x="1342090" y="1674543"/>
                  </a:lnTo>
                  <a:lnTo>
                    <a:pt x="1342081" y="1674542"/>
                  </a:lnTo>
                  <a:lnTo>
                    <a:pt x="1342073" y="1674536"/>
                  </a:lnTo>
                  <a:lnTo>
                    <a:pt x="1342064" y="1674531"/>
                  </a:lnTo>
                  <a:lnTo>
                    <a:pt x="1342056" y="1674523"/>
                  </a:lnTo>
                  <a:lnTo>
                    <a:pt x="1342040" y="1674505"/>
                  </a:lnTo>
                  <a:lnTo>
                    <a:pt x="1342035" y="1674497"/>
                  </a:lnTo>
                  <a:lnTo>
                    <a:pt x="1342030" y="1674486"/>
                  </a:lnTo>
                  <a:lnTo>
                    <a:pt x="1342022" y="1674469"/>
                  </a:lnTo>
                  <a:lnTo>
                    <a:pt x="1342018" y="1674459"/>
                  </a:lnTo>
                  <a:lnTo>
                    <a:pt x="1342015" y="1674448"/>
                  </a:lnTo>
                  <a:lnTo>
                    <a:pt x="1342011" y="1674435"/>
                  </a:lnTo>
                  <a:lnTo>
                    <a:pt x="1342006" y="1674411"/>
                  </a:lnTo>
                  <a:lnTo>
                    <a:pt x="1342004" y="1674404"/>
                  </a:lnTo>
                  <a:lnTo>
                    <a:pt x="1341997" y="1674394"/>
                  </a:lnTo>
                  <a:lnTo>
                    <a:pt x="1341979" y="1674380"/>
                  </a:lnTo>
                  <a:lnTo>
                    <a:pt x="1341927" y="1674350"/>
                  </a:lnTo>
                  <a:lnTo>
                    <a:pt x="1341910" y="1674345"/>
                  </a:lnTo>
                  <a:lnTo>
                    <a:pt x="1341892" y="1674344"/>
                  </a:lnTo>
                  <a:lnTo>
                    <a:pt x="1341875" y="1674345"/>
                  </a:lnTo>
                  <a:lnTo>
                    <a:pt x="1341857" y="1674348"/>
                  </a:lnTo>
                  <a:lnTo>
                    <a:pt x="1341840" y="1674349"/>
                  </a:lnTo>
                  <a:lnTo>
                    <a:pt x="1341824" y="1674352"/>
                  </a:lnTo>
                  <a:lnTo>
                    <a:pt x="1341804" y="1674357"/>
                  </a:lnTo>
                  <a:lnTo>
                    <a:pt x="1341787" y="1674363"/>
                  </a:lnTo>
                  <a:lnTo>
                    <a:pt x="1341769" y="1674363"/>
                  </a:lnTo>
                  <a:lnTo>
                    <a:pt x="1341752" y="1674361"/>
                  </a:lnTo>
                  <a:lnTo>
                    <a:pt x="1341741" y="1674351"/>
                  </a:lnTo>
                  <a:lnTo>
                    <a:pt x="1341737" y="1674343"/>
                  </a:lnTo>
                  <a:lnTo>
                    <a:pt x="1341730" y="1674328"/>
                  </a:lnTo>
                  <a:lnTo>
                    <a:pt x="1341725" y="1674308"/>
                  </a:lnTo>
                  <a:lnTo>
                    <a:pt x="1341723" y="1674287"/>
                  </a:lnTo>
                  <a:lnTo>
                    <a:pt x="1341723" y="1674269"/>
                  </a:lnTo>
                  <a:lnTo>
                    <a:pt x="1341721" y="1674250"/>
                  </a:lnTo>
                  <a:lnTo>
                    <a:pt x="1341718" y="1674232"/>
                  </a:lnTo>
                  <a:lnTo>
                    <a:pt x="1341713" y="1674213"/>
                  </a:lnTo>
                  <a:lnTo>
                    <a:pt x="1341705" y="1674205"/>
                  </a:lnTo>
                  <a:lnTo>
                    <a:pt x="1341695" y="1674202"/>
                  </a:lnTo>
                  <a:lnTo>
                    <a:pt x="1341660" y="1674201"/>
                  </a:lnTo>
                  <a:lnTo>
                    <a:pt x="1341654" y="1674202"/>
                  </a:lnTo>
                  <a:lnTo>
                    <a:pt x="1341643" y="1674199"/>
                  </a:lnTo>
                  <a:lnTo>
                    <a:pt x="1341625" y="1674196"/>
                  </a:lnTo>
                  <a:lnTo>
                    <a:pt x="1341608" y="1674188"/>
                  </a:lnTo>
                  <a:lnTo>
                    <a:pt x="1341588" y="1674176"/>
                  </a:lnTo>
                  <a:lnTo>
                    <a:pt x="1341573" y="1674166"/>
                  </a:lnTo>
                  <a:lnTo>
                    <a:pt x="1341567" y="1674162"/>
                  </a:lnTo>
                  <a:lnTo>
                    <a:pt x="1341556" y="1674150"/>
                  </a:lnTo>
                  <a:lnTo>
                    <a:pt x="1341549" y="1674140"/>
                  </a:lnTo>
                  <a:lnTo>
                    <a:pt x="1341546" y="1674131"/>
                  </a:lnTo>
                  <a:lnTo>
                    <a:pt x="1341537" y="1674094"/>
                  </a:lnTo>
                  <a:lnTo>
                    <a:pt x="1341536" y="1673988"/>
                  </a:lnTo>
                  <a:lnTo>
                    <a:pt x="1341537" y="1673982"/>
                  </a:lnTo>
                  <a:lnTo>
                    <a:pt x="1341541" y="1673964"/>
                  </a:lnTo>
                  <a:lnTo>
                    <a:pt x="1341547" y="1673945"/>
                  </a:lnTo>
                  <a:lnTo>
                    <a:pt x="1341549" y="1673935"/>
                  </a:lnTo>
                  <a:lnTo>
                    <a:pt x="1341554" y="1673926"/>
                  </a:lnTo>
                  <a:lnTo>
                    <a:pt x="1341564" y="1673908"/>
                  </a:lnTo>
                  <a:lnTo>
                    <a:pt x="1341576" y="1673890"/>
                  </a:lnTo>
                  <a:lnTo>
                    <a:pt x="1341583" y="1673880"/>
                  </a:lnTo>
                  <a:lnTo>
                    <a:pt x="1341587" y="1673872"/>
                  </a:lnTo>
                  <a:lnTo>
                    <a:pt x="1341594" y="1673860"/>
                  </a:lnTo>
                  <a:lnTo>
                    <a:pt x="1341595" y="1673854"/>
                  </a:lnTo>
                  <a:lnTo>
                    <a:pt x="1341598" y="1673835"/>
                  </a:lnTo>
                  <a:lnTo>
                    <a:pt x="1341597" y="1673817"/>
                  </a:lnTo>
                  <a:lnTo>
                    <a:pt x="1341588" y="1673780"/>
                  </a:lnTo>
                  <a:lnTo>
                    <a:pt x="1341584" y="1673761"/>
                  </a:lnTo>
                  <a:lnTo>
                    <a:pt x="1341579" y="1673742"/>
                  </a:lnTo>
                  <a:lnTo>
                    <a:pt x="1341573" y="1673731"/>
                  </a:lnTo>
                  <a:lnTo>
                    <a:pt x="1341571" y="1673724"/>
                  </a:lnTo>
                  <a:lnTo>
                    <a:pt x="1341557" y="1673685"/>
                  </a:lnTo>
                  <a:lnTo>
                    <a:pt x="1341545" y="1673670"/>
                  </a:lnTo>
                  <a:lnTo>
                    <a:pt x="1341537" y="1673669"/>
                  </a:lnTo>
                  <a:lnTo>
                    <a:pt x="1341519" y="1673668"/>
                  </a:lnTo>
                  <a:lnTo>
                    <a:pt x="1341502" y="1673672"/>
                  </a:lnTo>
                  <a:lnTo>
                    <a:pt x="1341484" y="1673673"/>
                  </a:lnTo>
                  <a:lnTo>
                    <a:pt x="1341466" y="1673673"/>
                  </a:lnTo>
                  <a:lnTo>
                    <a:pt x="1341449" y="1673670"/>
                  </a:lnTo>
                  <a:lnTo>
                    <a:pt x="1341437" y="1673668"/>
                  </a:lnTo>
                  <a:lnTo>
                    <a:pt x="1341394" y="1673629"/>
                  </a:lnTo>
                  <a:lnTo>
                    <a:pt x="1341385" y="1673610"/>
                  </a:lnTo>
                  <a:lnTo>
                    <a:pt x="1341378" y="1673597"/>
                  </a:lnTo>
                  <a:lnTo>
                    <a:pt x="1341374" y="1673592"/>
                  </a:lnTo>
                  <a:lnTo>
                    <a:pt x="1341362" y="1673580"/>
                  </a:lnTo>
                  <a:lnTo>
                    <a:pt x="1341356" y="1673578"/>
                  </a:lnTo>
                  <a:lnTo>
                    <a:pt x="1341337" y="1673569"/>
                  </a:lnTo>
                  <a:lnTo>
                    <a:pt x="1341333" y="1673565"/>
                  </a:lnTo>
                  <a:lnTo>
                    <a:pt x="1341333" y="1673554"/>
                  </a:lnTo>
                  <a:lnTo>
                    <a:pt x="1341337" y="1673536"/>
                  </a:lnTo>
                  <a:lnTo>
                    <a:pt x="1341339" y="1673517"/>
                  </a:lnTo>
                  <a:lnTo>
                    <a:pt x="1341339" y="1673499"/>
                  </a:lnTo>
                  <a:lnTo>
                    <a:pt x="1341338" y="1673480"/>
                  </a:lnTo>
                  <a:lnTo>
                    <a:pt x="1341338" y="1673461"/>
                  </a:lnTo>
                  <a:lnTo>
                    <a:pt x="1341338" y="1673443"/>
                  </a:lnTo>
                  <a:lnTo>
                    <a:pt x="1341334" y="1673406"/>
                  </a:lnTo>
                  <a:lnTo>
                    <a:pt x="1341333" y="1673388"/>
                  </a:lnTo>
                  <a:lnTo>
                    <a:pt x="1341331" y="1673369"/>
                  </a:lnTo>
                  <a:lnTo>
                    <a:pt x="1341327" y="1673347"/>
                  </a:lnTo>
                  <a:lnTo>
                    <a:pt x="1341321" y="1673332"/>
                  </a:lnTo>
                  <a:lnTo>
                    <a:pt x="1341314" y="1673322"/>
                  </a:lnTo>
                  <a:lnTo>
                    <a:pt x="1341307" y="1673316"/>
                  </a:lnTo>
                  <a:lnTo>
                    <a:pt x="1341290" y="1673299"/>
                  </a:lnTo>
                  <a:lnTo>
                    <a:pt x="1341281" y="1673278"/>
                  </a:lnTo>
                  <a:lnTo>
                    <a:pt x="1341278" y="1673261"/>
                  </a:lnTo>
                  <a:lnTo>
                    <a:pt x="1341277" y="1673242"/>
                  </a:lnTo>
                  <a:lnTo>
                    <a:pt x="1341279" y="1673224"/>
                  </a:lnTo>
                  <a:lnTo>
                    <a:pt x="1341280" y="1673205"/>
                  </a:lnTo>
                  <a:lnTo>
                    <a:pt x="1341280" y="1673187"/>
                  </a:lnTo>
                  <a:lnTo>
                    <a:pt x="1341278" y="1673168"/>
                  </a:lnTo>
                  <a:lnTo>
                    <a:pt x="1341275" y="1673150"/>
                  </a:lnTo>
                  <a:lnTo>
                    <a:pt x="1341266" y="1673131"/>
                  </a:lnTo>
                  <a:lnTo>
                    <a:pt x="1341259" y="1673113"/>
                  </a:lnTo>
                  <a:lnTo>
                    <a:pt x="1341254" y="1673094"/>
                  </a:lnTo>
                  <a:lnTo>
                    <a:pt x="1341250" y="1673075"/>
                  </a:lnTo>
                  <a:lnTo>
                    <a:pt x="1341250" y="1673057"/>
                  </a:lnTo>
                  <a:lnTo>
                    <a:pt x="1341252" y="1673039"/>
                  </a:lnTo>
                  <a:lnTo>
                    <a:pt x="1341255" y="1673020"/>
                  </a:lnTo>
                  <a:lnTo>
                    <a:pt x="1341259" y="1673001"/>
                  </a:lnTo>
                  <a:lnTo>
                    <a:pt x="1341258" y="1672990"/>
                  </a:lnTo>
                  <a:lnTo>
                    <a:pt x="1341260" y="1672983"/>
                  </a:lnTo>
                  <a:lnTo>
                    <a:pt x="1341263" y="1672965"/>
                  </a:lnTo>
                  <a:lnTo>
                    <a:pt x="1341268" y="1672946"/>
                  </a:lnTo>
                  <a:lnTo>
                    <a:pt x="1341276" y="1672928"/>
                  </a:lnTo>
                  <a:lnTo>
                    <a:pt x="1341281" y="1672899"/>
                  </a:lnTo>
                  <a:lnTo>
                    <a:pt x="1341279" y="1672891"/>
                  </a:lnTo>
                  <a:lnTo>
                    <a:pt x="1341277" y="1672873"/>
                  </a:lnTo>
                  <a:lnTo>
                    <a:pt x="1341278" y="1672854"/>
                  </a:lnTo>
                  <a:lnTo>
                    <a:pt x="1341280" y="1672835"/>
                  </a:lnTo>
                  <a:lnTo>
                    <a:pt x="1341282" y="1672817"/>
                  </a:lnTo>
                  <a:lnTo>
                    <a:pt x="1341286" y="1672799"/>
                  </a:lnTo>
                  <a:lnTo>
                    <a:pt x="1341285" y="1672780"/>
                  </a:lnTo>
                  <a:lnTo>
                    <a:pt x="1341285" y="1672762"/>
                  </a:lnTo>
                  <a:lnTo>
                    <a:pt x="1341289" y="1672752"/>
                  </a:lnTo>
                  <a:lnTo>
                    <a:pt x="1341295" y="1672744"/>
                  </a:lnTo>
                  <a:lnTo>
                    <a:pt x="1341300" y="1672736"/>
                  </a:lnTo>
                  <a:lnTo>
                    <a:pt x="1341304" y="1672725"/>
                  </a:lnTo>
                  <a:lnTo>
                    <a:pt x="1341305" y="1672707"/>
                  </a:lnTo>
                  <a:lnTo>
                    <a:pt x="1341301" y="1672670"/>
                  </a:lnTo>
                  <a:lnTo>
                    <a:pt x="1341299" y="1672656"/>
                  </a:lnTo>
                  <a:lnTo>
                    <a:pt x="1341300" y="1672651"/>
                  </a:lnTo>
                  <a:lnTo>
                    <a:pt x="1341312" y="1672633"/>
                  </a:lnTo>
                  <a:lnTo>
                    <a:pt x="1341329" y="1672619"/>
                  </a:lnTo>
                  <a:lnTo>
                    <a:pt x="1341345" y="1672608"/>
                  </a:lnTo>
                  <a:lnTo>
                    <a:pt x="1341383" y="1672573"/>
                  </a:lnTo>
                  <a:lnTo>
                    <a:pt x="1341384" y="1672554"/>
                  </a:lnTo>
                  <a:lnTo>
                    <a:pt x="1341380" y="1672545"/>
                  </a:lnTo>
                  <a:lnTo>
                    <a:pt x="1341375" y="1672526"/>
                  </a:lnTo>
                  <a:lnTo>
                    <a:pt x="1341368" y="1672507"/>
                  </a:lnTo>
                  <a:lnTo>
                    <a:pt x="1341365" y="1672500"/>
                  </a:lnTo>
                  <a:lnTo>
                    <a:pt x="1341354" y="1672451"/>
                  </a:lnTo>
                  <a:lnTo>
                    <a:pt x="1341354" y="1672428"/>
                  </a:lnTo>
                  <a:lnTo>
                    <a:pt x="1341360" y="1672391"/>
                  </a:lnTo>
                  <a:lnTo>
                    <a:pt x="1341365" y="1672373"/>
                  </a:lnTo>
                  <a:lnTo>
                    <a:pt x="1341365" y="1672366"/>
                  </a:lnTo>
                  <a:lnTo>
                    <a:pt x="1341369" y="1672355"/>
                  </a:lnTo>
                  <a:lnTo>
                    <a:pt x="1341376" y="1672208"/>
                  </a:lnTo>
                  <a:lnTo>
                    <a:pt x="1341375" y="1672189"/>
                  </a:lnTo>
                  <a:lnTo>
                    <a:pt x="1341376" y="1672171"/>
                  </a:lnTo>
                  <a:lnTo>
                    <a:pt x="1341377" y="1672153"/>
                  </a:lnTo>
                  <a:lnTo>
                    <a:pt x="1341378" y="1672134"/>
                  </a:lnTo>
                  <a:lnTo>
                    <a:pt x="1341377" y="1672116"/>
                  </a:lnTo>
                  <a:lnTo>
                    <a:pt x="1341376" y="1672097"/>
                  </a:lnTo>
                  <a:lnTo>
                    <a:pt x="1341377" y="1672086"/>
                  </a:lnTo>
                  <a:lnTo>
                    <a:pt x="1341374" y="1672079"/>
                  </a:lnTo>
                  <a:lnTo>
                    <a:pt x="1341359" y="1672061"/>
                  </a:lnTo>
                  <a:lnTo>
                    <a:pt x="1341341" y="1672049"/>
                  </a:lnTo>
                  <a:lnTo>
                    <a:pt x="1341324" y="1672036"/>
                  </a:lnTo>
                  <a:lnTo>
                    <a:pt x="1341306" y="1672021"/>
                  </a:lnTo>
                  <a:lnTo>
                    <a:pt x="1341294" y="1672002"/>
                  </a:lnTo>
                  <a:lnTo>
                    <a:pt x="1341279" y="1671984"/>
                  </a:lnTo>
                  <a:lnTo>
                    <a:pt x="1341266" y="1671966"/>
                  </a:lnTo>
                  <a:lnTo>
                    <a:pt x="1341251" y="1671949"/>
                  </a:lnTo>
                  <a:lnTo>
                    <a:pt x="1341234" y="1671934"/>
                  </a:lnTo>
                  <a:lnTo>
                    <a:pt x="1341160" y="1671909"/>
                  </a:lnTo>
                  <a:lnTo>
                    <a:pt x="1341151" y="1671903"/>
                  </a:lnTo>
                  <a:lnTo>
                    <a:pt x="1341137" y="1671887"/>
                  </a:lnTo>
                  <a:lnTo>
                    <a:pt x="1341130" y="1671848"/>
                  </a:lnTo>
                  <a:lnTo>
                    <a:pt x="1341130" y="1671842"/>
                  </a:lnTo>
                  <a:lnTo>
                    <a:pt x="1341131" y="1671832"/>
                  </a:lnTo>
                  <a:lnTo>
                    <a:pt x="1341132" y="1671825"/>
                  </a:lnTo>
                  <a:lnTo>
                    <a:pt x="1341135" y="1671814"/>
                  </a:lnTo>
                  <a:lnTo>
                    <a:pt x="1341137" y="1671796"/>
                  </a:lnTo>
                  <a:lnTo>
                    <a:pt x="1341138" y="1671777"/>
                  </a:lnTo>
                  <a:lnTo>
                    <a:pt x="1341142" y="1671758"/>
                  </a:lnTo>
                  <a:lnTo>
                    <a:pt x="1341142" y="1671740"/>
                  </a:lnTo>
                  <a:lnTo>
                    <a:pt x="1341138" y="1671721"/>
                  </a:lnTo>
                  <a:lnTo>
                    <a:pt x="1341132" y="1671703"/>
                  </a:lnTo>
                  <a:lnTo>
                    <a:pt x="1341127" y="1671684"/>
                  </a:lnTo>
                  <a:lnTo>
                    <a:pt x="1341119" y="1671667"/>
                  </a:lnTo>
                  <a:lnTo>
                    <a:pt x="1341108" y="1671652"/>
                  </a:lnTo>
                  <a:lnTo>
                    <a:pt x="1341105" y="1671647"/>
                  </a:lnTo>
                  <a:lnTo>
                    <a:pt x="1341103" y="1671638"/>
                  </a:lnTo>
                  <a:lnTo>
                    <a:pt x="1341103" y="1671629"/>
                  </a:lnTo>
                  <a:lnTo>
                    <a:pt x="1341102" y="1671583"/>
                  </a:lnTo>
                  <a:lnTo>
                    <a:pt x="1341096" y="1671577"/>
                  </a:lnTo>
                  <a:lnTo>
                    <a:pt x="1341087" y="1671569"/>
                  </a:lnTo>
                  <a:lnTo>
                    <a:pt x="1341079" y="1671565"/>
                  </a:lnTo>
                  <a:lnTo>
                    <a:pt x="1341061" y="1671562"/>
                  </a:lnTo>
                  <a:lnTo>
                    <a:pt x="1341051" y="1671564"/>
                  </a:lnTo>
                  <a:lnTo>
                    <a:pt x="1341044" y="1671569"/>
                  </a:lnTo>
                  <a:lnTo>
                    <a:pt x="1341026" y="1671582"/>
                  </a:lnTo>
                  <a:lnTo>
                    <a:pt x="1341008" y="1671595"/>
                  </a:lnTo>
                  <a:lnTo>
                    <a:pt x="1340991" y="1671606"/>
                  </a:lnTo>
                  <a:lnTo>
                    <a:pt x="1340979" y="1671616"/>
                  </a:lnTo>
                  <a:lnTo>
                    <a:pt x="1340973" y="1671618"/>
                  </a:lnTo>
                  <a:lnTo>
                    <a:pt x="1340955" y="1671629"/>
                  </a:lnTo>
                  <a:lnTo>
                    <a:pt x="1340937" y="1671637"/>
                  </a:lnTo>
                  <a:lnTo>
                    <a:pt x="1340920" y="1671640"/>
                  </a:lnTo>
                  <a:lnTo>
                    <a:pt x="1340912" y="1671638"/>
                  </a:lnTo>
                  <a:lnTo>
                    <a:pt x="1340885" y="1671623"/>
                  </a:lnTo>
                  <a:lnTo>
                    <a:pt x="1340868" y="1671610"/>
                  </a:lnTo>
                  <a:lnTo>
                    <a:pt x="1340851" y="1671595"/>
                  </a:lnTo>
                  <a:lnTo>
                    <a:pt x="1340833" y="1671583"/>
                  </a:lnTo>
                  <a:lnTo>
                    <a:pt x="1340816" y="1671585"/>
                  </a:lnTo>
                  <a:lnTo>
                    <a:pt x="1340808" y="1671587"/>
                  </a:lnTo>
                  <a:lnTo>
                    <a:pt x="1340798" y="1671593"/>
                  </a:lnTo>
                  <a:lnTo>
                    <a:pt x="1340781" y="1671601"/>
                  </a:lnTo>
                  <a:lnTo>
                    <a:pt x="1340763" y="1671604"/>
                  </a:lnTo>
                  <a:lnTo>
                    <a:pt x="1340745" y="1671605"/>
                  </a:lnTo>
                  <a:lnTo>
                    <a:pt x="1340728" y="1671604"/>
                  </a:lnTo>
                  <a:lnTo>
                    <a:pt x="1340710" y="1671603"/>
                  </a:lnTo>
                  <a:lnTo>
                    <a:pt x="1340693" y="1671602"/>
                  </a:lnTo>
                  <a:lnTo>
                    <a:pt x="1340675" y="1671599"/>
                  </a:lnTo>
                  <a:lnTo>
                    <a:pt x="1340658" y="1671595"/>
                  </a:lnTo>
                  <a:lnTo>
                    <a:pt x="1340641" y="1671587"/>
                  </a:lnTo>
                  <a:lnTo>
                    <a:pt x="1340623" y="1671577"/>
                  </a:lnTo>
                  <a:lnTo>
                    <a:pt x="1340612" y="1671569"/>
                  </a:lnTo>
                  <a:lnTo>
                    <a:pt x="1340606" y="1671563"/>
                  </a:lnTo>
                  <a:lnTo>
                    <a:pt x="1340595" y="1671544"/>
                  </a:lnTo>
                  <a:lnTo>
                    <a:pt x="1340588" y="1671533"/>
                  </a:lnTo>
                  <a:lnTo>
                    <a:pt x="1340586" y="1671526"/>
                  </a:lnTo>
                  <a:lnTo>
                    <a:pt x="1340584" y="1671517"/>
                  </a:lnTo>
                  <a:lnTo>
                    <a:pt x="1340584" y="1671507"/>
                  </a:lnTo>
                  <a:lnTo>
                    <a:pt x="1340587" y="1671489"/>
                  </a:lnTo>
                  <a:lnTo>
                    <a:pt x="1340593" y="1671479"/>
                  </a:lnTo>
                  <a:lnTo>
                    <a:pt x="1340602" y="1671471"/>
                  </a:lnTo>
                  <a:lnTo>
                    <a:pt x="1340616" y="1671454"/>
                  </a:lnTo>
                  <a:lnTo>
                    <a:pt x="1340616" y="1671445"/>
                  </a:lnTo>
                  <a:lnTo>
                    <a:pt x="1340614" y="1671440"/>
                  </a:lnTo>
                  <a:lnTo>
                    <a:pt x="1340611" y="1671434"/>
                  </a:lnTo>
                  <a:lnTo>
                    <a:pt x="1340605" y="1671425"/>
                  </a:lnTo>
                  <a:lnTo>
                    <a:pt x="1340601" y="1671415"/>
                  </a:lnTo>
                  <a:lnTo>
                    <a:pt x="1340594" y="1671396"/>
                  </a:lnTo>
                  <a:lnTo>
                    <a:pt x="1340583" y="1671359"/>
                  </a:lnTo>
                  <a:lnTo>
                    <a:pt x="1340582" y="1671351"/>
                  </a:lnTo>
                  <a:lnTo>
                    <a:pt x="1340577" y="1671341"/>
                  </a:lnTo>
                  <a:lnTo>
                    <a:pt x="1340569" y="1671328"/>
                  </a:lnTo>
                  <a:lnTo>
                    <a:pt x="1340564" y="1671322"/>
                  </a:lnTo>
                  <a:lnTo>
                    <a:pt x="1340546" y="1671307"/>
                  </a:lnTo>
                  <a:lnTo>
                    <a:pt x="1340529" y="1671294"/>
                  </a:lnTo>
                  <a:lnTo>
                    <a:pt x="1340512" y="1671283"/>
                  </a:lnTo>
                  <a:lnTo>
                    <a:pt x="1340507" y="1671282"/>
                  </a:lnTo>
                  <a:lnTo>
                    <a:pt x="1340495" y="1671273"/>
                  </a:lnTo>
                  <a:lnTo>
                    <a:pt x="1340477" y="1671259"/>
                  </a:lnTo>
                  <a:lnTo>
                    <a:pt x="1340460" y="1671245"/>
                  </a:lnTo>
                  <a:lnTo>
                    <a:pt x="1340443" y="1671228"/>
                  </a:lnTo>
                  <a:lnTo>
                    <a:pt x="1340435" y="1671210"/>
                  </a:lnTo>
                  <a:lnTo>
                    <a:pt x="1340432" y="1671205"/>
                  </a:lnTo>
                  <a:lnTo>
                    <a:pt x="1340432" y="1671191"/>
                  </a:lnTo>
                  <a:lnTo>
                    <a:pt x="1340432" y="1671185"/>
                  </a:lnTo>
                  <a:lnTo>
                    <a:pt x="1340437" y="1671173"/>
                  </a:lnTo>
                  <a:lnTo>
                    <a:pt x="1340445" y="1671155"/>
                  </a:lnTo>
                  <a:lnTo>
                    <a:pt x="1340451" y="1671136"/>
                  </a:lnTo>
                  <a:lnTo>
                    <a:pt x="1340453" y="1671118"/>
                  </a:lnTo>
                  <a:lnTo>
                    <a:pt x="1340452" y="1671108"/>
                  </a:lnTo>
                  <a:lnTo>
                    <a:pt x="1340447" y="1671098"/>
                  </a:lnTo>
                  <a:lnTo>
                    <a:pt x="1340442" y="1671089"/>
                  </a:lnTo>
                  <a:lnTo>
                    <a:pt x="1340435" y="1671082"/>
                  </a:lnTo>
                  <a:lnTo>
                    <a:pt x="1340419" y="1671068"/>
                  </a:lnTo>
                  <a:lnTo>
                    <a:pt x="1340402" y="1671052"/>
                  </a:lnTo>
                  <a:lnTo>
                    <a:pt x="1340394" y="1671043"/>
                  </a:lnTo>
                  <a:lnTo>
                    <a:pt x="1340390" y="1671033"/>
                  </a:lnTo>
                  <a:lnTo>
                    <a:pt x="1340388" y="1671013"/>
                  </a:lnTo>
                  <a:lnTo>
                    <a:pt x="1340407" y="1670965"/>
                  </a:lnTo>
                  <a:lnTo>
                    <a:pt x="1340421" y="1670952"/>
                  </a:lnTo>
                  <a:lnTo>
                    <a:pt x="1340438" y="1670944"/>
                  </a:lnTo>
                  <a:lnTo>
                    <a:pt x="1340456" y="1670938"/>
                  </a:lnTo>
                  <a:lnTo>
                    <a:pt x="1340474" y="1670932"/>
                  </a:lnTo>
                  <a:lnTo>
                    <a:pt x="1340491" y="1670924"/>
                  </a:lnTo>
                  <a:lnTo>
                    <a:pt x="1340500" y="1670917"/>
                  </a:lnTo>
                  <a:lnTo>
                    <a:pt x="1340507" y="1670910"/>
                  </a:lnTo>
                  <a:lnTo>
                    <a:pt x="1340513" y="1670903"/>
                  </a:lnTo>
                  <a:lnTo>
                    <a:pt x="1340519" y="1670891"/>
                  </a:lnTo>
                  <a:lnTo>
                    <a:pt x="1340521" y="1670884"/>
                  </a:lnTo>
                  <a:lnTo>
                    <a:pt x="1340524" y="1670873"/>
                  </a:lnTo>
                  <a:lnTo>
                    <a:pt x="1340530" y="1670854"/>
                  </a:lnTo>
                  <a:lnTo>
                    <a:pt x="1340535" y="1670835"/>
                  </a:lnTo>
                  <a:lnTo>
                    <a:pt x="1340540" y="1670803"/>
                  </a:lnTo>
                  <a:lnTo>
                    <a:pt x="1340540" y="1670790"/>
                  </a:lnTo>
                  <a:lnTo>
                    <a:pt x="1340542" y="1670772"/>
                  </a:lnTo>
                  <a:lnTo>
                    <a:pt x="1340543" y="1670754"/>
                  </a:lnTo>
                  <a:lnTo>
                    <a:pt x="1340544" y="1670735"/>
                  </a:lnTo>
                  <a:lnTo>
                    <a:pt x="1340546" y="1670717"/>
                  </a:lnTo>
                  <a:lnTo>
                    <a:pt x="1340547" y="1670688"/>
                  </a:lnTo>
                  <a:lnTo>
                    <a:pt x="1340545" y="1670680"/>
                  </a:lnTo>
                  <a:lnTo>
                    <a:pt x="1340538" y="1670661"/>
                  </a:lnTo>
                  <a:lnTo>
                    <a:pt x="1340527" y="1670645"/>
                  </a:lnTo>
                  <a:lnTo>
                    <a:pt x="1340516" y="1670635"/>
                  </a:lnTo>
                  <a:lnTo>
                    <a:pt x="1340509" y="1670631"/>
                  </a:lnTo>
                  <a:lnTo>
                    <a:pt x="1340492" y="1670623"/>
                  </a:lnTo>
                  <a:lnTo>
                    <a:pt x="1340475" y="1670616"/>
                  </a:lnTo>
                  <a:lnTo>
                    <a:pt x="1340440" y="1670606"/>
                  </a:lnTo>
                  <a:lnTo>
                    <a:pt x="1340422" y="1670605"/>
                  </a:lnTo>
                  <a:lnTo>
                    <a:pt x="1340406" y="1670608"/>
                  </a:lnTo>
                  <a:lnTo>
                    <a:pt x="1340387" y="1670616"/>
                  </a:lnTo>
                  <a:lnTo>
                    <a:pt x="1340370" y="1670627"/>
                  </a:lnTo>
                  <a:lnTo>
                    <a:pt x="1340353" y="1670643"/>
                  </a:lnTo>
                  <a:lnTo>
                    <a:pt x="1340335" y="1670654"/>
                  </a:lnTo>
                  <a:lnTo>
                    <a:pt x="1340317" y="1670667"/>
                  </a:lnTo>
                  <a:lnTo>
                    <a:pt x="1340299" y="1670675"/>
                  </a:lnTo>
                  <a:lnTo>
                    <a:pt x="1340282" y="1670677"/>
                  </a:lnTo>
                  <a:lnTo>
                    <a:pt x="1340264" y="1670677"/>
                  </a:lnTo>
                  <a:lnTo>
                    <a:pt x="1340247" y="1670673"/>
                  </a:lnTo>
                  <a:lnTo>
                    <a:pt x="1340229" y="1670671"/>
                  </a:lnTo>
                  <a:lnTo>
                    <a:pt x="1340212" y="1670672"/>
                  </a:lnTo>
                  <a:lnTo>
                    <a:pt x="1340194" y="1670674"/>
                  </a:lnTo>
                  <a:lnTo>
                    <a:pt x="1340177" y="1670678"/>
                  </a:lnTo>
                  <a:lnTo>
                    <a:pt x="1340159" y="1670682"/>
                  </a:lnTo>
                  <a:lnTo>
                    <a:pt x="1340141" y="1670685"/>
                  </a:lnTo>
                  <a:lnTo>
                    <a:pt x="1340106" y="1670692"/>
                  </a:lnTo>
                  <a:lnTo>
                    <a:pt x="1340089" y="1670697"/>
                  </a:lnTo>
                  <a:lnTo>
                    <a:pt x="1340071" y="1670700"/>
                  </a:lnTo>
                  <a:lnTo>
                    <a:pt x="1340054" y="1670705"/>
                  </a:lnTo>
                  <a:lnTo>
                    <a:pt x="1340018" y="1670723"/>
                  </a:lnTo>
                  <a:lnTo>
                    <a:pt x="1340001" y="1670729"/>
                  </a:lnTo>
                  <a:lnTo>
                    <a:pt x="1339983" y="1670736"/>
                  </a:lnTo>
                  <a:lnTo>
                    <a:pt x="1339970" y="1670738"/>
                  </a:lnTo>
                  <a:lnTo>
                    <a:pt x="1339964" y="1670736"/>
                  </a:lnTo>
                  <a:lnTo>
                    <a:pt x="1339959" y="1670727"/>
                  </a:lnTo>
                  <a:lnTo>
                    <a:pt x="1339956" y="1670720"/>
                  </a:lnTo>
                  <a:lnTo>
                    <a:pt x="1339951" y="1670699"/>
                  </a:lnTo>
                  <a:lnTo>
                    <a:pt x="1339946" y="1670683"/>
                  </a:lnTo>
                  <a:lnTo>
                    <a:pt x="1339939" y="1670664"/>
                  </a:lnTo>
                  <a:lnTo>
                    <a:pt x="1339929" y="1670645"/>
                  </a:lnTo>
                  <a:lnTo>
                    <a:pt x="1339917" y="1670627"/>
                  </a:lnTo>
                  <a:lnTo>
                    <a:pt x="1339911" y="1670617"/>
                  </a:lnTo>
                  <a:lnTo>
                    <a:pt x="1339906" y="1670611"/>
                  </a:lnTo>
                  <a:lnTo>
                    <a:pt x="1339891" y="1670593"/>
                  </a:lnTo>
                  <a:lnTo>
                    <a:pt x="1339875" y="1670576"/>
                  </a:lnTo>
                  <a:lnTo>
                    <a:pt x="1339864" y="1670558"/>
                  </a:lnTo>
                  <a:lnTo>
                    <a:pt x="1339847" y="1670540"/>
                  </a:lnTo>
                  <a:lnTo>
                    <a:pt x="1339829" y="1670521"/>
                  </a:lnTo>
                  <a:lnTo>
                    <a:pt x="1339814" y="1670510"/>
                  </a:lnTo>
                  <a:lnTo>
                    <a:pt x="1339797" y="1670500"/>
                  </a:lnTo>
                  <a:lnTo>
                    <a:pt x="1339762" y="1670485"/>
                  </a:lnTo>
                  <a:lnTo>
                    <a:pt x="1339745" y="1670476"/>
                  </a:lnTo>
                  <a:lnTo>
                    <a:pt x="1339736" y="1670467"/>
                  </a:lnTo>
                  <a:lnTo>
                    <a:pt x="1339732" y="1670459"/>
                  </a:lnTo>
                  <a:lnTo>
                    <a:pt x="1339724" y="1670441"/>
                  </a:lnTo>
                  <a:lnTo>
                    <a:pt x="1339722" y="1670432"/>
                  </a:lnTo>
                  <a:lnTo>
                    <a:pt x="1339717" y="1670422"/>
                  </a:lnTo>
                  <a:lnTo>
                    <a:pt x="1339707" y="1670403"/>
                  </a:lnTo>
                  <a:lnTo>
                    <a:pt x="1339696" y="1670384"/>
                  </a:lnTo>
                  <a:lnTo>
                    <a:pt x="1339685" y="1670367"/>
                  </a:lnTo>
                  <a:lnTo>
                    <a:pt x="1339670" y="1670348"/>
                  </a:lnTo>
                  <a:lnTo>
                    <a:pt x="1339647" y="1670311"/>
                  </a:lnTo>
                  <a:lnTo>
                    <a:pt x="1339644" y="1670292"/>
                  </a:lnTo>
                  <a:lnTo>
                    <a:pt x="1339648" y="1670274"/>
                  </a:lnTo>
                  <a:lnTo>
                    <a:pt x="1339649" y="1670257"/>
                  </a:lnTo>
                  <a:lnTo>
                    <a:pt x="1339646" y="1670242"/>
                  </a:lnTo>
                  <a:lnTo>
                    <a:pt x="1339643" y="1670237"/>
                  </a:lnTo>
                  <a:lnTo>
                    <a:pt x="1339636" y="1670224"/>
                  </a:lnTo>
                  <a:lnTo>
                    <a:pt x="1339630" y="1670218"/>
                  </a:lnTo>
                  <a:lnTo>
                    <a:pt x="1339617" y="1670202"/>
                  </a:lnTo>
                  <a:lnTo>
                    <a:pt x="1339604" y="1670183"/>
                  </a:lnTo>
                  <a:lnTo>
                    <a:pt x="1339596" y="1670165"/>
                  </a:lnTo>
                  <a:lnTo>
                    <a:pt x="1339592" y="1670156"/>
                  </a:lnTo>
                  <a:lnTo>
                    <a:pt x="1339589" y="1670146"/>
                  </a:lnTo>
                  <a:lnTo>
                    <a:pt x="1339590" y="1670109"/>
                  </a:lnTo>
                  <a:lnTo>
                    <a:pt x="1339595" y="1670090"/>
                  </a:lnTo>
                  <a:lnTo>
                    <a:pt x="1339594" y="1670084"/>
                  </a:lnTo>
                  <a:lnTo>
                    <a:pt x="1339595" y="1670078"/>
                  </a:lnTo>
                  <a:lnTo>
                    <a:pt x="1339593" y="1670072"/>
                  </a:lnTo>
                  <a:lnTo>
                    <a:pt x="1339576" y="1670062"/>
                  </a:lnTo>
                  <a:lnTo>
                    <a:pt x="1339559" y="1670055"/>
                  </a:lnTo>
                  <a:lnTo>
                    <a:pt x="1339541" y="1670049"/>
                  </a:lnTo>
                  <a:lnTo>
                    <a:pt x="1339523" y="1670040"/>
                  </a:lnTo>
                  <a:lnTo>
                    <a:pt x="1339506" y="1670028"/>
                  </a:lnTo>
                  <a:lnTo>
                    <a:pt x="1339489" y="1670018"/>
                  </a:lnTo>
                  <a:lnTo>
                    <a:pt x="1339471" y="1670007"/>
                  </a:lnTo>
                  <a:lnTo>
                    <a:pt x="1339454" y="1669996"/>
                  </a:lnTo>
                  <a:lnTo>
                    <a:pt x="1339437" y="1669989"/>
                  </a:lnTo>
                  <a:lnTo>
                    <a:pt x="1339427" y="1669984"/>
                  </a:lnTo>
                  <a:lnTo>
                    <a:pt x="1339420" y="1669982"/>
                  </a:lnTo>
                  <a:lnTo>
                    <a:pt x="1339410" y="1669982"/>
                  </a:lnTo>
                  <a:lnTo>
                    <a:pt x="1339402" y="1669979"/>
                  </a:lnTo>
                  <a:lnTo>
                    <a:pt x="1339384" y="1669973"/>
                  </a:lnTo>
                  <a:lnTo>
                    <a:pt x="1339353" y="1669944"/>
                  </a:lnTo>
                  <a:lnTo>
                    <a:pt x="1339342" y="1669919"/>
                  </a:lnTo>
                  <a:lnTo>
                    <a:pt x="1339340" y="1669913"/>
                  </a:lnTo>
                  <a:lnTo>
                    <a:pt x="1339335" y="1669897"/>
                  </a:lnTo>
                  <a:lnTo>
                    <a:pt x="1339333" y="1669795"/>
                  </a:lnTo>
                  <a:lnTo>
                    <a:pt x="1339332" y="1669788"/>
                  </a:lnTo>
                  <a:lnTo>
                    <a:pt x="1339329" y="1669778"/>
                  </a:lnTo>
                  <a:lnTo>
                    <a:pt x="1339327" y="1669768"/>
                  </a:lnTo>
                  <a:lnTo>
                    <a:pt x="1339324" y="1669746"/>
                  </a:lnTo>
                  <a:lnTo>
                    <a:pt x="1339320" y="1669731"/>
                  </a:lnTo>
                  <a:lnTo>
                    <a:pt x="1339311" y="1669726"/>
                  </a:lnTo>
                  <a:lnTo>
                    <a:pt x="1339302" y="1669726"/>
                  </a:lnTo>
                  <a:lnTo>
                    <a:pt x="1339285" y="1669730"/>
                  </a:lnTo>
                  <a:lnTo>
                    <a:pt x="1339267" y="1669731"/>
                  </a:lnTo>
                  <a:lnTo>
                    <a:pt x="1339250" y="1669732"/>
                  </a:lnTo>
                  <a:lnTo>
                    <a:pt x="1339232" y="1669730"/>
                  </a:lnTo>
                  <a:lnTo>
                    <a:pt x="1339217" y="1669727"/>
                  </a:lnTo>
                  <a:lnTo>
                    <a:pt x="1339205" y="1669722"/>
                  </a:lnTo>
                  <a:lnTo>
                    <a:pt x="1339198" y="1669717"/>
                  </a:lnTo>
                  <a:lnTo>
                    <a:pt x="1339180" y="1669708"/>
                  </a:lnTo>
                  <a:lnTo>
                    <a:pt x="1339163" y="1669694"/>
                  </a:lnTo>
                  <a:lnTo>
                    <a:pt x="1339147" y="1669678"/>
                  </a:lnTo>
                  <a:lnTo>
                    <a:pt x="1339139" y="1669670"/>
                  </a:lnTo>
                  <a:lnTo>
                    <a:pt x="1339132" y="1669661"/>
                  </a:lnTo>
                  <a:lnTo>
                    <a:pt x="1339116" y="1669645"/>
                  </a:lnTo>
                  <a:lnTo>
                    <a:pt x="1339099" y="1669629"/>
                  </a:lnTo>
                  <a:lnTo>
                    <a:pt x="1339084" y="1669617"/>
                  </a:lnTo>
                  <a:lnTo>
                    <a:pt x="1339071" y="1669610"/>
                  </a:lnTo>
                  <a:lnTo>
                    <a:pt x="1339064" y="1669607"/>
                  </a:lnTo>
                  <a:lnTo>
                    <a:pt x="1339049" y="1669603"/>
                  </a:lnTo>
                  <a:lnTo>
                    <a:pt x="1338924" y="1669604"/>
                  </a:lnTo>
                  <a:lnTo>
                    <a:pt x="1338906" y="1669600"/>
                  </a:lnTo>
                  <a:lnTo>
                    <a:pt x="1338898" y="1669599"/>
                  </a:lnTo>
                  <a:lnTo>
                    <a:pt x="1338889" y="1669594"/>
                  </a:lnTo>
                  <a:lnTo>
                    <a:pt x="1338867" y="1669586"/>
                  </a:lnTo>
                  <a:lnTo>
                    <a:pt x="1338854" y="1669580"/>
                  </a:lnTo>
                  <a:lnTo>
                    <a:pt x="1338837" y="1669573"/>
                  </a:lnTo>
                  <a:lnTo>
                    <a:pt x="1338819" y="1669567"/>
                  </a:lnTo>
                  <a:lnTo>
                    <a:pt x="1338805" y="1669564"/>
                  </a:lnTo>
                  <a:lnTo>
                    <a:pt x="1338784" y="1669565"/>
                  </a:lnTo>
                  <a:lnTo>
                    <a:pt x="1338767" y="1669565"/>
                  </a:lnTo>
                  <a:lnTo>
                    <a:pt x="1338756" y="1669565"/>
                  </a:lnTo>
                  <a:lnTo>
                    <a:pt x="1338749" y="1669564"/>
                  </a:lnTo>
                  <a:lnTo>
                    <a:pt x="1338732" y="1669564"/>
                  </a:lnTo>
                  <a:lnTo>
                    <a:pt x="1338714" y="1669565"/>
                  </a:lnTo>
                  <a:lnTo>
                    <a:pt x="1338697" y="1669563"/>
                  </a:lnTo>
                  <a:lnTo>
                    <a:pt x="1338679" y="1669563"/>
                  </a:lnTo>
                  <a:lnTo>
                    <a:pt x="1338662" y="1669567"/>
                  </a:lnTo>
                  <a:lnTo>
                    <a:pt x="1338644" y="1669572"/>
                  </a:lnTo>
                  <a:lnTo>
                    <a:pt x="1338626" y="1669573"/>
                  </a:lnTo>
                  <a:lnTo>
                    <a:pt x="1338619" y="1669574"/>
                  </a:lnTo>
                  <a:lnTo>
                    <a:pt x="1338609" y="1669571"/>
                  </a:lnTo>
                  <a:lnTo>
                    <a:pt x="1338592" y="1669565"/>
                  </a:lnTo>
                  <a:lnTo>
                    <a:pt x="1338585" y="1669559"/>
                  </a:lnTo>
                  <a:lnTo>
                    <a:pt x="1338570" y="1669530"/>
                  </a:lnTo>
                  <a:lnTo>
                    <a:pt x="1338568" y="1669519"/>
                  </a:lnTo>
                  <a:lnTo>
                    <a:pt x="1338562" y="1669502"/>
                  </a:lnTo>
                  <a:lnTo>
                    <a:pt x="1338558" y="1669494"/>
                  </a:lnTo>
                  <a:lnTo>
                    <a:pt x="1338535" y="1669469"/>
                  </a:lnTo>
                  <a:lnTo>
                    <a:pt x="1338518" y="1669456"/>
                  </a:lnTo>
                  <a:lnTo>
                    <a:pt x="1338500" y="1669446"/>
                  </a:lnTo>
                  <a:lnTo>
                    <a:pt x="1338483" y="1669439"/>
                  </a:lnTo>
                  <a:lnTo>
                    <a:pt x="1338474" y="1669438"/>
                  </a:lnTo>
                  <a:lnTo>
                    <a:pt x="1338466" y="1669434"/>
                  </a:lnTo>
                  <a:lnTo>
                    <a:pt x="1338457" y="1669431"/>
                  </a:lnTo>
                  <a:lnTo>
                    <a:pt x="1338448" y="1669423"/>
                  </a:lnTo>
                  <a:lnTo>
                    <a:pt x="1338431" y="1669409"/>
                  </a:lnTo>
                  <a:lnTo>
                    <a:pt x="1338411" y="1669393"/>
                  </a:lnTo>
                  <a:lnTo>
                    <a:pt x="1338396" y="1669384"/>
                  </a:lnTo>
                  <a:lnTo>
                    <a:pt x="1338379" y="1669371"/>
                  </a:lnTo>
                  <a:lnTo>
                    <a:pt x="1338362" y="1669362"/>
                  </a:lnTo>
                  <a:lnTo>
                    <a:pt x="1338344" y="1669356"/>
                  </a:lnTo>
                  <a:lnTo>
                    <a:pt x="1338335" y="1669353"/>
                  </a:lnTo>
                  <a:lnTo>
                    <a:pt x="1338327" y="1669347"/>
                  </a:lnTo>
                  <a:lnTo>
                    <a:pt x="1338307" y="1669334"/>
                  </a:lnTo>
                  <a:lnTo>
                    <a:pt x="1338292" y="1669325"/>
                  </a:lnTo>
                  <a:lnTo>
                    <a:pt x="1338282" y="1669318"/>
                  </a:lnTo>
                  <a:lnTo>
                    <a:pt x="1338275" y="1669317"/>
                  </a:lnTo>
                  <a:lnTo>
                    <a:pt x="1338268" y="1669316"/>
                  </a:lnTo>
                  <a:lnTo>
                    <a:pt x="1338258" y="1669317"/>
                  </a:lnTo>
                  <a:lnTo>
                    <a:pt x="1338249" y="1669316"/>
                  </a:lnTo>
                  <a:lnTo>
                    <a:pt x="1338241" y="1669320"/>
                  </a:lnTo>
                  <a:lnTo>
                    <a:pt x="1338232" y="1669329"/>
                  </a:lnTo>
                  <a:lnTo>
                    <a:pt x="1338226" y="1669338"/>
                  </a:lnTo>
                  <a:lnTo>
                    <a:pt x="1338214" y="1669356"/>
                  </a:lnTo>
                  <a:lnTo>
                    <a:pt x="1338210" y="1669360"/>
                  </a:lnTo>
                  <a:lnTo>
                    <a:pt x="1338203" y="1669377"/>
                  </a:lnTo>
                  <a:lnTo>
                    <a:pt x="1338195" y="1669382"/>
                  </a:lnTo>
                  <a:lnTo>
                    <a:pt x="1338188" y="1669379"/>
                  </a:lnTo>
                  <a:lnTo>
                    <a:pt x="1338183" y="1669376"/>
                  </a:lnTo>
                  <a:lnTo>
                    <a:pt x="1338171" y="1669375"/>
                  </a:lnTo>
                  <a:lnTo>
                    <a:pt x="1338159" y="1669380"/>
                  </a:lnTo>
                  <a:lnTo>
                    <a:pt x="1338153" y="1669385"/>
                  </a:lnTo>
                  <a:lnTo>
                    <a:pt x="1338145" y="1669392"/>
                  </a:lnTo>
                  <a:lnTo>
                    <a:pt x="1338138" y="1669402"/>
                  </a:lnTo>
                  <a:lnTo>
                    <a:pt x="1338133" y="1669408"/>
                  </a:lnTo>
                  <a:lnTo>
                    <a:pt x="1338132" y="1669413"/>
                  </a:lnTo>
                  <a:lnTo>
                    <a:pt x="1338128" y="1669420"/>
                  </a:lnTo>
                  <a:lnTo>
                    <a:pt x="1338116" y="1669437"/>
                  </a:lnTo>
                  <a:lnTo>
                    <a:pt x="1338104" y="1669456"/>
                  </a:lnTo>
                  <a:lnTo>
                    <a:pt x="1338091" y="1669472"/>
                  </a:lnTo>
                  <a:lnTo>
                    <a:pt x="1338076" y="1669488"/>
                  </a:lnTo>
                  <a:lnTo>
                    <a:pt x="1338059" y="1669504"/>
                  </a:lnTo>
                  <a:lnTo>
                    <a:pt x="1338043" y="1669522"/>
                  </a:lnTo>
                  <a:lnTo>
                    <a:pt x="1338029" y="1669539"/>
                  </a:lnTo>
                  <a:lnTo>
                    <a:pt x="1338011" y="1669556"/>
                  </a:lnTo>
                  <a:lnTo>
                    <a:pt x="1337995" y="1669569"/>
                  </a:lnTo>
                  <a:lnTo>
                    <a:pt x="1337977" y="1669585"/>
                  </a:lnTo>
                  <a:lnTo>
                    <a:pt x="1337966" y="1669593"/>
                  </a:lnTo>
                  <a:lnTo>
                    <a:pt x="1337961" y="1669600"/>
                  </a:lnTo>
                  <a:lnTo>
                    <a:pt x="1337955" y="1669619"/>
                  </a:lnTo>
                  <a:lnTo>
                    <a:pt x="1337953" y="1669638"/>
                  </a:lnTo>
                  <a:lnTo>
                    <a:pt x="1337947" y="1669674"/>
                  </a:lnTo>
                  <a:lnTo>
                    <a:pt x="1337945" y="1669683"/>
                  </a:lnTo>
                  <a:lnTo>
                    <a:pt x="1337945" y="1669693"/>
                  </a:lnTo>
                  <a:lnTo>
                    <a:pt x="1337938" y="1669706"/>
                  </a:lnTo>
                  <a:lnTo>
                    <a:pt x="1337892" y="1669738"/>
                  </a:lnTo>
                  <a:lnTo>
                    <a:pt x="1337875" y="1669749"/>
                  </a:lnTo>
                  <a:lnTo>
                    <a:pt x="1337857" y="1669756"/>
                  </a:lnTo>
                  <a:lnTo>
                    <a:pt x="1337839" y="1669768"/>
                  </a:lnTo>
                  <a:lnTo>
                    <a:pt x="1337831" y="1669773"/>
                  </a:lnTo>
                  <a:lnTo>
                    <a:pt x="1337822" y="1669775"/>
                  </a:lnTo>
                  <a:lnTo>
                    <a:pt x="1337811" y="1669780"/>
                  </a:lnTo>
                  <a:lnTo>
                    <a:pt x="1337802" y="1669786"/>
                  </a:lnTo>
                  <a:lnTo>
                    <a:pt x="1337797" y="1669790"/>
                  </a:lnTo>
                  <a:lnTo>
                    <a:pt x="1337794" y="1669796"/>
                  </a:lnTo>
                  <a:lnTo>
                    <a:pt x="1337792" y="1669814"/>
                  </a:lnTo>
                  <a:lnTo>
                    <a:pt x="1337791" y="1669836"/>
                  </a:lnTo>
                  <a:lnTo>
                    <a:pt x="1337797" y="1669851"/>
                  </a:lnTo>
                  <a:lnTo>
                    <a:pt x="1337807" y="1669870"/>
                  </a:lnTo>
                  <a:lnTo>
                    <a:pt x="1337817" y="1669888"/>
                  </a:lnTo>
                  <a:lnTo>
                    <a:pt x="1337828" y="1669907"/>
                  </a:lnTo>
                  <a:lnTo>
                    <a:pt x="1337832" y="1669911"/>
                  </a:lnTo>
                  <a:lnTo>
                    <a:pt x="1337838" y="1669925"/>
                  </a:lnTo>
                  <a:lnTo>
                    <a:pt x="1337840" y="1669933"/>
                  </a:lnTo>
                  <a:lnTo>
                    <a:pt x="1337839" y="1669944"/>
                  </a:lnTo>
                  <a:lnTo>
                    <a:pt x="1337833" y="1669965"/>
                  </a:lnTo>
                  <a:lnTo>
                    <a:pt x="1337828" y="1669977"/>
                  </a:lnTo>
                  <a:lnTo>
                    <a:pt x="1337828" y="1669983"/>
                  </a:lnTo>
                  <a:lnTo>
                    <a:pt x="1337823" y="1669993"/>
                  </a:lnTo>
                  <a:lnTo>
                    <a:pt x="1337815" y="1669999"/>
                  </a:lnTo>
                  <a:lnTo>
                    <a:pt x="1337800" y="1669998"/>
                  </a:lnTo>
                  <a:lnTo>
                    <a:pt x="1337790" y="1669998"/>
                  </a:lnTo>
                  <a:lnTo>
                    <a:pt x="1337782" y="1670007"/>
                  </a:lnTo>
                  <a:lnTo>
                    <a:pt x="1337773" y="1670025"/>
                  </a:lnTo>
                  <a:lnTo>
                    <a:pt x="1337763" y="1670043"/>
                  </a:lnTo>
                  <a:lnTo>
                    <a:pt x="1337761" y="1670050"/>
                  </a:lnTo>
                  <a:lnTo>
                    <a:pt x="1337752" y="1670062"/>
                  </a:lnTo>
                  <a:lnTo>
                    <a:pt x="1337747" y="1670068"/>
                  </a:lnTo>
                  <a:lnTo>
                    <a:pt x="1337737" y="1670069"/>
                  </a:lnTo>
                  <a:lnTo>
                    <a:pt x="1337716" y="1670067"/>
                  </a:lnTo>
                  <a:lnTo>
                    <a:pt x="1337703" y="1670065"/>
                  </a:lnTo>
                  <a:lnTo>
                    <a:pt x="1337686" y="1670054"/>
                  </a:lnTo>
                  <a:lnTo>
                    <a:pt x="1337670" y="1670041"/>
                  </a:lnTo>
                  <a:lnTo>
                    <a:pt x="1337653" y="1670023"/>
                  </a:lnTo>
                  <a:lnTo>
                    <a:pt x="1337635" y="1670008"/>
                  </a:lnTo>
                  <a:lnTo>
                    <a:pt x="1337619" y="1669998"/>
                  </a:lnTo>
                  <a:lnTo>
                    <a:pt x="1337600" y="1669998"/>
                  </a:lnTo>
                  <a:lnTo>
                    <a:pt x="1337582" y="1670004"/>
                  </a:lnTo>
                  <a:lnTo>
                    <a:pt x="1337574" y="1670009"/>
                  </a:lnTo>
                  <a:lnTo>
                    <a:pt x="1337563" y="1670012"/>
                  </a:lnTo>
                  <a:lnTo>
                    <a:pt x="1337547" y="1670011"/>
                  </a:lnTo>
                  <a:lnTo>
                    <a:pt x="1337541" y="1670009"/>
                  </a:lnTo>
                  <a:lnTo>
                    <a:pt x="1337530" y="1670002"/>
                  </a:lnTo>
                  <a:lnTo>
                    <a:pt x="1337511" y="1669987"/>
                  </a:lnTo>
                  <a:lnTo>
                    <a:pt x="1337496" y="1669981"/>
                  </a:lnTo>
                  <a:lnTo>
                    <a:pt x="1337478" y="1669981"/>
                  </a:lnTo>
                  <a:lnTo>
                    <a:pt x="1337460" y="1669985"/>
                  </a:lnTo>
                  <a:lnTo>
                    <a:pt x="1337442" y="1669991"/>
                  </a:lnTo>
                  <a:lnTo>
                    <a:pt x="1337425" y="1669996"/>
                  </a:lnTo>
                  <a:lnTo>
                    <a:pt x="1337420" y="1669999"/>
                  </a:lnTo>
                  <a:lnTo>
                    <a:pt x="1337407" y="1669999"/>
                  </a:lnTo>
                  <a:lnTo>
                    <a:pt x="1337368" y="1669992"/>
                  </a:lnTo>
                  <a:lnTo>
                    <a:pt x="1337351" y="1669983"/>
                  </a:lnTo>
                  <a:lnTo>
                    <a:pt x="1337342" y="1669964"/>
                  </a:lnTo>
                  <a:lnTo>
                    <a:pt x="1337339" y="1669948"/>
                  </a:lnTo>
                  <a:lnTo>
                    <a:pt x="1337330" y="1669929"/>
                  </a:lnTo>
                  <a:lnTo>
                    <a:pt x="1337326" y="1669922"/>
                  </a:lnTo>
                  <a:lnTo>
                    <a:pt x="1337316" y="1669913"/>
                  </a:lnTo>
                  <a:lnTo>
                    <a:pt x="1337301" y="1669899"/>
                  </a:lnTo>
                  <a:lnTo>
                    <a:pt x="1337283" y="1669890"/>
                  </a:lnTo>
                  <a:lnTo>
                    <a:pt x="1337276" y="1669886"/>
                  </a:lnTo>
                  <a:lnTo>
                    <a:pt x="1337266" y="1669876"/>
                  </a:lnTo>
                  <a:lnTo>
                    <a:pt x="1337262" y="1669871"/>
                  </a:lnTo>
                  <a:lnTo>
                    <a:pt x="1337258" y="1669855"/>
                  </a:lnTo>
                  <a:lnTo>
                    <a:pt x="1337254" y="1669840"/>
                  </a:lnTo>
                  <a:lnTo>
                    <a:pt x="1337243" y="1669821"/>
                  </a:lnTo>
                  <a:lnTo>
                    <a:pt x="1337227" y="1669804"/>
                  </a:lnTo>
                  <a:lnTo>
                    <a:pt x="1337223" y="1669799"/>
                  </a:lnTo>
                  <a:lnTo>
                    <a:pt x="1337217" y="1669790"/>
                  </a:lnTo>
                  <a:lnTo>
                    <a:pt x="1337209" y="1669784"/>
                  </a:lnTo>
                  <a:lnTo>
                    <a:pt x="1337190" y="1669778"/>
                  </a:lnTo>
                  <a:lnTo>
                    <a:pt x="1337179" y="1669777"/>
                  </a:lnTo>
                  <a:lnTo>
                    <a:pt x="1337165" y="1669779"/>
                  </a:lnTo>
                  <a:lnTo>
                    <a:pt x="1337159" y="1669785"/>
                  </a:lnTo>
                  <a:lnTo>
                    <a:pt x="1337157" y="1669790"/>
                  </a:lnTo>
                  <a:lnTo>
                    <a:pt x="1337152" y="1669797"/>
                  </a:lnTo>
                  <a:lnTo>
                    <a:pt x="1337119" y="1669854"/>
                  </a:lnTo>
                  <a:lnTo>
                    <a:pt x="1337107" y="1669872"/>
                  </a:lnTo>
                  <a:lnTo>
                    <a:pt x="1337095" y="1669890"/>
                  </a:lnTo>
                  <a:lnTo>
                    <a:pt x="1337085" y="1669905"/>
                  </a:lnTo>
                  <a:lnTo>
                    <a:pt x="1337078" y="1669911"/>
                  </a:lnTo>
                  <a:lnTo>
                    <a:pt x="1337064" y="1669918"/>
                  </a:lnTo>
                  <a:lnTo>
                    <a:pt x="1337047" y="1669919"/>
                  </a:lnTo>
                  <a:lnTo>
                    <a:pt x="1337029" y="1669921"/>
                  </a:lnTo>
                  <a:lnTo>
                    <a:pt x="1337011" y="1669924"/>
                  </a:lnTo>
                  <a:lnTo>
                    <a:pt x="1336958" y="1669918"/>
                  </a:lnTo>
                  <a:lnTo>
                    <a:pt x="1336946" y="1669916"/>
                  </a:lnTo>
                  <a:lnTo>
                    <a:pt x="1336939" y="1669913"/>
                  </a:lnTo>
                  <a:lnTo>
                    <a:pt x="1336925" y="1669905"/>
                  </a:lnTo>
                  <a:lnTo>
                    <a:pt x="1336908" y="1669898"/>
                  </a:lnTo>
                  <a:lnTo>
                    <a:pt x="1336891" y="1669891"/>
                  </a:lnTo>
                  <a:lnTo>
                    <a:pt x="1336873" y="1669889"/>
                  </a:lnTo>
                  <a:lnTo>
                    <a:pt x="1336856" y="1669882"/>
                  </a:lnTo>
                  <a:lnTo>
                    <a:pt x="1336838" y="1669872"/>
                  </a:lnTo>
                  <a:lnTo>
                    <a:pt x="1336821" y="1669864"/>
                  </a:lnTo>
                  <a:lnTo>
                    <a:pt x="1336813" y="1669859"/>
                  </a:lnTo>
                  <a:lnTo>
                    <a:pt x="1336804" y="1669856"/>
                  </a:lnTo>
                  <a:lnTo>
                    <a:pt x="1336796" y="1669852"/>
                  </a:lnTo>
                  <a:lnTo>
                    <a:pt x="1336786" y="1669851"/>
                  </a:lnTo>
                  <a:lnTo>
                    <a:pt x="1336769" y="1669847"/>
                  </a:lnTo>
                  <a:lnTo>
                    <a:pt x="1336751" y="1669843"/>
                  </a:lnTo>
                  <a:lnTo>
                    <a:pt x="1336731" y="1669839"/>
                  </a:lnTo>
                  <a:lnTo>
                    <a:pt x="1336716" y="1669840"/>
                  </a:lnTo>
                  <a:lnTo>
                    <a:pt x="1336707" y="1669840"/>
                  </a:lnTo>
                  <a:lnTo>
                    <a:pt x="1336699" y="1669844"/>
                  </a:lnTo>
                  <a:lnTo>
                    <a:pt x="1336695" y="1669848"/>
                  </a:lnTo>
                  <a:lnTo>
                    <a:pt x="1336696" y="1669862"/>
                  </a:lnTo>
                  <a:lnTo>
                    <a:pt x="1336696" y="1669871"/>
                  </a:lnTo>
                  <a:lnTo>
                    <a:pt x="1336698" y="1669880"/>
                  </a:lnTo>
                  <a:lnTo>
                    <a:pt x="1336701" y="1669899"/>
                  </a:lnTo>
                  <a:lnTo>
                    <a:pt x="1336719" y="1669973"/>
                  </a:lnTo>
                  <a:lnTo>
                    <a:pt x="1336724" y="1669991"/>
                  </a:lnTo>
                  <a:lnTo>
                    <a:pt x="1336728" y="1670010"/>
                  </a:lnTo>
                  <a:lnTo>
                    <a:pt x="1336730" y="1670028"/>
                  </a:lnTo>
                  <a:lnTo>
                    <a:pt x="1336736" y="1670047"/>
                  </a:lnTo>
                  <a:lnTo>
                    <a:pt x="1336742" y="1670066"/>
                  </a:lnTo>
                  <a:lnTo>
                    <a:pt x="1336747" y="1670076"/>
                  </a:lnTo>
                  <a:lnTo>
                    <a:pt x="1336749" y="1670084"/>
                  </a:lnTo>
                  <a:lnTo>
                    <a:pt x="1336759" y="1670103"/>
                  </a:lnTo>
                  <a:lnTo>
                    <a:pt x="1336764" y="1670122"/>
                  </a:lnTo>
                  <a:lnTo>
                    <a:pt x="1336780" y="1670159"/>
                  </a:lnTo>
                  <a:lnTo>
                    <a:pt x="1336785" y="1670177"/>
                  </a:lnTo>
                  <a:lnTo>
                    <a:pt x="1336791" y="1670196"/>
                  </a:lnTo>
                  <a:lnTo>
                    <a:pt x="1336795" y="1670214"/>
                  </a:lnTo>
                  <a:lnTo>
                    <a:pt x="1336798" y="1670233"/>
                  </a:lnTo>
                  <a:lnTo>
                    <a:pt x="1336800" y="1670238"/>
                  </a:lnTo>
                  <a:lnTo>
                    <a:pt x="1336800" y="1670252"/>
                  </a:lnTo>
                  <a:lnTo>
                    <a:pt x="1336791" y="1670270"/>
                  </a:lnTo>
                  <a:lnTo>
                    <a:pt x="1336768" y="1670305"/>
                  </a:lnTo>
                  <a:lnTo>
                    <a:pt x="1336754" y="1670325"/>
                  </a:lnTo>
                  <a:lnTo>
                    <a:pt x="1336745" y="1670338"/>
                  </a:lnTo>
                  <a:lnTo>
                    <a:pt x="1336740" y="1670347"/>
                  </a:lnTo>
                  <a:lnTo>
                    <a:pt x="1336733" y="1670360"/>
                  </a:lnTo>
                  <a:lnTo>
                    <a:pt x="1336729" y="1670378"/>
                  </a:lnTo>
                  <a:lnTo>
                    <a:pt x="1336730" y="1670397"/>
                  </a:lnTo>
                  <a:lnTo>
                    <a:pt x="1336731" y="1670415"/>
                  </a:lnTo>
                  <a:lnTo>
                    <a:pt x="1336728" y="1670420"/>
                  </a:lnTo>
                  <a:lnTo>
                    <a:pt x="1336724" y="1670424"/>
                  </a:lnTo>
                  <a:lnTo>
                    <a:pt x="1336715" y="1670426"/>
                  </a:lnTo>
                  <a:lnTo>
                    <a:pt x="1336698" y="1670433"/>
                  </a:lnTo>
                  <a:lnTo>
                    <a:pt x="1336680" y="1670434"/>
                  </a:lnTo>
                  <a:lnTo>
                    <a:pt x="1336663" y="1670435"/>
                  </a:lnTo>
                  <a:lnTo>
                    <a:pt x="1336645" y="1670435"/>
                  </a:lnTo>
                  <a:lnTo>
                    <a:pt x="1336628" y="1670436"/>
                  </a:lnTo>
                  <a:lnTo>
                    <a:pt x="1336610" y="1670445"/>
                  </a:lnTo>
                  <a:lnTo>
                    <a:pt x="1336604" y="1670449"/>
                  </a:lnTo>
                  <a:lnTo>
                    <a:pt x="1336595" y="1670461"/>
                  </a:lnTo>
                  <a:lnTo>
                    <a:pt x="1336590" y="1670468"/>
                  </a:lnTo>
                  <a:lnTo>
                    <a:pt x="1336585" y="1670481"/>
                  </a:lnTo>
                  <a:lnTo>
                    <a:pt x="1336581" y="1670497"/>
                  </a:lnTo>
                  <a:lnTo>
                    <a:pt x="1336579" y="1670516"/>
                  </a:lnTo>
                  <a:lnTo>
                    <a:pt x="1336581" y="1670534"/>
                  </a:lnTo>
                  <a:lnTo>
                    <a:pt x="1336584" y="1670572"/>
                  </a:lnTo>
                  <a:lnTo>
                    <a:pt x="1336580" y="1670590"/>
                  </a:lnTo>
                  <a:lnTo>
                    <a:pt x="1336578" y="1670608"/>
                  </a:lnTo>
                  <a:lnTo>
                    <a:pt x="1336577" y="1670627"/>
                  </a:lnTo>
                  <a:lnTo>
                    <a:pt x="1336576" y="1670645"/>
                  </a:lnTo>
                  <a:lnTo>
                    <a:pt x="1336570" y="1670667"/>
                  </a:lnTo>
                  <a:lnTo>
                    <a:pt x="1336568" y="1670682"/>
                  </a:lnTo>
                  <a:lnTo>
                    <a:pt x="1336563" y="1670698"/>
                  </a:lnTo>
                  <a:lnTo>
                    <a:pt x="1336558" y="1670704"/>
                  </a:lnTo>
                  <a:lnTo>
                    <a:pt x="1336543" y="1670711"/>
                  </a:lnTo>
                  <a:lnTo>
                    <a:pt x="1336536" y="1670719"/>
                  </a:lnTo>
                  <a:lnTo>
                    <a:pt x="1336534" y="1670729"/>
                  </a:lnTo>
                  <a:lnTo>
                    <a:pt x="1336535" y="1670748"/>
                  </a:lnTo>
                  <a:lnTo>
                    <a:pt x="1336537" y="1670757"/>
                  </a:lnTo>
                  <a:lnTo>
                    <a:pt x="1336536" y="1670766"/>
                  </a:lnTo>
                  <a:lnTo>
                    <a:pt x="1336519" y="1670782"/>
                  </a:lnTo>
                  <a:lnTo>
                    <a:pt x="1336483" y="1670804"/>
                  </a:lnTo>
                  <a:lnTo>
                    <a:pt x="1336466" y="1670813"/>
                  </a:lnTo>
                  <a:lnTo>
                    <a:pt x="1336448" y="1670818"/>
                  </a:lnTo>
                  <a:lnTo>
                    <a:pt x="1336431" y="1670821"/>
                  </a:lnTo>
                  <a:lnTo>
                    <a:pt x="1336413" y="1670822"/>
                  </a:lnTo>
                  <a:lnTo>
                    <a:pt x="1336378" y="1670826"/>
                  </a:lnTo>
                  <a:lnTo>
                    <a:pt x="1336343" y="1670835"/>
                  </a:lnTo>
                  <a:lnTo>
                    <a:pt x="1336325" y="1670839"/>
                  </a:lnTo>
                  <a:lnTo>
                    <a:pt x="1336308" y="1670842"/>
                  </a:lnTo>
                  <a:lnTo>
                    <a:pt x="1336295" y="1670844"/>
                  </a:lnTo>
                  <a:lnTo>
                    <a:pt x="1336286" y="1670843"/>
                  </a:lnTo>
                  <a:lnTo>
                    <a:pt x="1336280" y="1670839"/>
                  </a:lnTo>
                  <a:lnTo>
                    <a:pt x="1336274" y="1670833"/>
                  </a:lnTo>
                  <a:lnTo>
                    <a:pt x="1336267" y="1670824"/>
                  </a:lnTo>
                  <a:lnTo>
                    <a:pt x="1336263" y="1670814"/>
                  </a:lnTo>
                  <a:lnTo>
                    <a:pt x="1336261" y="1670809"/>
                  </a:lnTo>
                  <a:lnTo>
                    <a:pt x="1336254" y="1670795"/>
                  </a:lnTo>
                  <a:lnTo>
                    <a:pt x="1336250" y="1670790"/>
                  </a:lnTo>
                  <a:lnTo>
                    <a:pt x="1336237" y="1670780"/>
                  </a:lnTo>
                  <a:lnTo>
                    <a:pt x="1336220" y="1670775"/>
                  </a:lnTo>
                  <a:lnTo>
                    <a:pt x="1336203" y="1670773"/>
                  </a:lnTo>
                  <a:lnTo>
                    <a:pt x="1336185" y="1670772"/>
                  </a:lnTo>
                  <a:lnTo>
                    <a:pt x="1336176" y="1670770"/>
                  </a:lnTo>
                  <a:lnTo>
                    <a:pt x="1336164" y="1670767"/>
                  </a:lnTo>
                  <a:lnTo>
                    <a:pt x="1336150" y="1670758"/>
                  </a:lnTo>
                  <a:lnTo>
                    <a:pt x="1336145" y="1670753"/>
                  </a:lnTo>
                  <a:lnTo>
                    <a:pt x="1336138" y="1670742"/>
                  </a:lnTo>
                  <a:lnTo>
                    <a:pt x="1336134" y="1670723"/>
                  </a:lnTo>
                  <a:lnTo>
                    <a:pt x="1336129" y="1670702"/>
                  </a:lnTo>
                  <a:lnTo>
                    <a:pt x="1336122" y="1670696"/>
                  </a:lnTo>
                  <a:lnTo>
                    <a:pt x="1336114" y="1670692"/>
                  </a:lnTo>
                  <a:lnTo>
                    <a:pt x="1336097" y="1670685"/>
                  </a:lnTo>
                  <a:lnTo>
                    <a:pt x="1336077" y="1670686"/>
                  </a:lnTo>
                  <a:lnTo>
                    <a:pt x="1336061" y="1670691"/>
                  </a:lnTo>
                  <a:lnTo>
                    <a:pt x="1336057" y="1670693"/>
                  </a:lnTo>
                  <a:lnTo>
                    <a:pt x="1336051" y="1670698"/>
                  </a:lnTo>
                  <a:lnTo>
                    <a:pt x="1336047" y="1670704"/>
                  </a:lnTo>
                  <a:lnTo>
                    <a:pt x="1336042" y="1670711"/>
                  </a:lnTo>
                  <a:lnTo>
                    <a:pt x="1336033" y="1670732"/>
                  </a:lnTo>
                  <a:lnTo>
                    <a:pt x="1336015" y="1670749"/>
                  </a:lnTo>
                  <a:lnTo>
                    <a:pt x="1336008" y="1670754"/>
                  </a:lnTo>
                  <a:lnTo>
                    <a:pt x="1336001" y="1670758"/>
                  </a:lnTo>
                  <a:lnTo>
                    <a:pt x="1335990" y="1670774"/>
                  </a:lnTo>
                  <a:lnTo>
                    <a:pt x="1335979" y="1670801"/>
                  </a:lnTo>
                  <a:lnTo>
                    <a:pt x="1335962" y="1670829"/>
                  </a:lnTo>
                  <a:lnTo>
                    <a:pt x="1335937" y="1670855"/>
                  </a:lnTo>
                  <a:lnTo>
                    <a:pt x="1335930" y="1670861"/>
                  </a:lnTo>
                  <a:lnTo>
                    <a:pt x="1335911" y="1670876"/>
                  </a:lnTo>
                  <a:lnTo>
                    <a:pt x="1335893" y="1670888"/>
                  </a:lnTo>
                  <a:lnTo>
                    <a:pt x="1335876" y="1670899"/>
                  </a:lnTo>
                  <a:lnTo>
                    <a:pt x="1335858" y="1670908"/>
                  </a:lnTo>
                  <a:lnTo>
                    <a:pt x="1335840" y="1670917"/>
                  </a:lnTo>
                  <a:lnTo>
                    <a:pt x="1335832" y="1670919"/>
                  </a:lnTo>
                  <a:lnTo>
                    <a:pt x="1335822" y="1670925"/>
                  </a:lnTo>
                  <a:lnTo>
                    <a:pt x="1335805" y="1670934"/>
                  </a:lnTo>
                  <a:lnTo>
                    <a:pt x="1335787" y="1670944"/>
                  </a:lnTo>
                  <a:lnTo>
                    <a:pt x="1335771" y="1670957"/>
                  </a:lnTo>
                  <a:lnTo>
                    <a:pt x="1335767" y="1670961"/>
                  </a:lnTo>
                  <a:lnTo>
                    <a:pt x="1335761" y="1670970"/>
                  </a:lnTo>
                  <a:lnTo>
                    <a:pt x="1335760" y="1670976"/>
                  </a:lnTo>
                  <a:lnTo>
                    <a:pt x="1335755" y="1670994"/>
                  </a:lnTo>
                  <a:lnTo>
                    <a:pt x="1335753" y="1671013"/>
                  </a:lnTo>
                  <a:lnTo>
                    <a:pt x="1335754" y="1671031"/>
                  </a:lnTo>
                  <a:lnTo>
                    <a:pt x="1335755" y="1671050"/>
                  </a:lnTo>
                  <a:lnTo>
                    <a:pt x="1335757" y="1671068"/>
                  </a:lnTo>
                  <a:lnTo>
                    <a:pt x="1335756" y="1671078"/>
                  </a:lnTo>
                  <a:lnTo>
                    <a:pt x="1335752" y="1671086"/>
                  </a:lnTo>
                  <a:lnTo>
                    <a:pt x="1335689" y="1671151"/>
                  </a:lnTo>
                  <a:lnTo>
                    <a:pt x="1335680" y="1671164"/>
                  </a:lnTo>
                  <a:lnTo>
                    <a:pt x="1335664" y="1671182"/>
                  </a:lnTo>
                  <a:lnTo>
                    <a:pt x="1335650" y="1671200"/>
                  </a:lnTo>
                  <a:lnTo>
                    <a:pt x="1335642" y="1671211"/>
                  </a:lnTo>
                  <a:lnTo>
                    <a:pt x="1335643" y="1671221"/>
                  </a:lnTo>
                  <a:lnTo>
                    <a:pt x="1335657" y="1671235"/>
                  </a:lnTo>
                  <a:lnTo>
                    <a:pt x="1335663" y="1671239"/>
                  </a:lnTo>
                  <a:lnTo>
                    <a:pt x="1335672" y="1671242"/>
                  </a:lnTo>
                  <a:lnTo>
                    <a:pt x="1335671" y="1671251"/>
                  </a:lnTo>
                  <a:lnTo>
                    <a:pt x="1335661" y="1671255"/>
                  </a:lnTo>
                  <a:lnTo>
                    <a:pt x="1335651" y="1671253"/>
                  </a:lnTo>
                  <a:lnTo>
                    <a:pt x="1335616" y="1671248"/>
                  </a:lnTo>
                  <a:lnTo>
                    <a:pt x="1335599" y="1671243"/>
                  </a:lnTo>
                  <a:lnTo>
                    <a:pt x="1335581" y="1671231"/>
                  </a:lnTo>
                  <a:lnTo>
                    <a:pt x="1335564" y="1671217"/>
                  </a:lnTo>
                  <a:lnTo>
                    <a:pt x="1335547" y="1671211"/>
                  </a:lnTo>
                  <a:lnTo>
                    <a:pt x="1335529" y="1671207"/>
                  </a:lnTo>
                  <a:lnTo>
                    <a:pt x="1335510" y="1671201"/>
                  </a:lnTo>
                  <a:lnTo>
                    <a:pt x="1335495" y="1671191"/>
                  </a:lnTo>
                  <a:lnTo>
                    <a:pt x="1335477" y="1671175"/>
                  </a:lnTo>
                  <a:lnTo>
                    <a:pt x="1335461" y="1671156"/>
                  </a:lnTo>
                  <a:lnTo>
                    <a:pt x="1335445" y="1671138"/>
                  </a:lnTo>
                  <a:lnTo>
                    <a:pt x="1335436" y="1671131"/>
                  </a:lnTo>
                  <a:lnTo>
                    <a:pt x="1335428" y="1671127"/>
                  </a:lnTo>
                  <a:lnTo>
                    <a:pt x="1335419" y="1671121"/>
                  </a:lnTo>
                  <a:lnTo>
                    <a:pt x="1335410" y="1671118"/>
                  </a:lnTo>
                  <a:lnTo>
                    <a:pt x="1335405" y="1671116"/>
                  </a:lnTo>
                  <a:lnTo>
                    <a:pt x="1335393" y="1671116"/>
                  </a:lnTo>
                  <a:lnTo>
                    <a:pt x="1335379" y="1671135"/>
                  </a:lnTo>
                  <a:lnTo>
                    <a:pt x="1335373" y="1671145"/>
                  </a:lnTo>
                  <a:lnTo>
                    <a:pt x="1335348" y="1671170"/>
                  </a:lnTo>
                  <a:lnTo>
                    <a:pt x="1335331" y="1671185"/>
                  </a:lnTo>
                  <a:lnTo>
                    <a:pt x="1335313" y="1671200"/>
                  </a:lnTo>
                  <a:lnTo>
                    <a:pt x="1335297" y="1671215"/>
                  </a:lnTo>
                  <a:lnTo>
                    <a:pt x="1335281" y="1671226"/>
                  </a:lnTo>
                  <a:lnTo>
                    <a:pt x="1335264" y="1671237"/>
                  </a:lnTo>
                  <a:lnTo>
                    <a:pt x="1335246" y="1671244"/>
                  </a:lnTo>
                  <a:lnTo>
                    <a:pt x="1335211" y="1671251"/>
                  </a:lnTo>
                  <a:lnTo>
                    <a:pt x="1335168" y="1671260"/>
                  </a:lnTo>
                  <a:lnTo>
                    <a:pt x="1335111" y="1671295"/>
                  </a:lnTo>
                  <a:lnTo>
                    <a:pt x="1335100" y="1671300"/>
                  </a:lnTo>
                  <a:lnTo>
                    <a:pt x="1335061" y="1671300"/>
                  </a:lnTo>
                  <a:lnTo>
                    <a:pt x="1335053" y="1671299"/>
                  </a:lnTo>
                  <a:lnTo>
                    <a:pt x="1335036" y="1671292"/>
                  </a:lnTo>
                  <a:lnTo>
                    <a:pt x="1334976" y="1671271"/>
                  </a:lnTo>
                  <a:lnTo>
                    <a:pt x="1334958" y="1671261"/>
                  </a:lnTo>
                  <a:lnTo>
                    <a:pt x="1334943" y="1671246"/>
                  </a:lnTo>
                  <a:lnTo>
                    <a:pt x="1334925" y="1671233"/>
                  </a:lnTo>
                  <a:lnTo>
                    <a:pt x="1334908" y="1671221"/>
                  </a:lnTo>
                  <a:lnTo>
                    <a:pt x="1334887" y="1671212"/>
                  </a:lnTo>
                  <a:lnTo>
                    <a:pt x="1334873" y="1671209"/>
                  </a:lnTo>
                  <a:lnTo>
                    <a:pt x="1334855" y="1671204"/>
                  </a:lnTo>
                  <a:lnTo>
                    <a:pt x="1334838" y="1671197"/>
                  </a:lnTo>
                  <a:lnTo>
                    <a:pt x="1334803" y="1671187"/>
                  </a:lnTo>
                  <a:lnTo>
                    <a:pt x="1334786" y="1671183"/>
                  </a:lnTo>
                  <a:lnTo>
                    <a:pt x="1334768" y="1671179"/>
                  </a:lnTo>
                  <a:lnTo>
                    <a:pt x="1334751" y="1671172"/>
                  </a:lnTo>
                  <a:lnTo>
                    <a:pt x="1334742" y="1671170"/>
                  </a:lnTo>
                  <a:lnTo>
                    <a:pt x="1334733" y="1671165"/>
                  </a:lnTo>
                  <a:lnTo>
                    <a:pt x="1334726" y="1671162"/>
                  </a:lnTo>
                  <a:lnTo>
                    <a:pt x="1334716" y="1671155"/>
                  </a:lnTo>
                  <a:lnTo>
                    <a:pt x="1334699" y="1671145"/>
                  </a:lnTo>
                  <a:lnTo>
                    <a:pt x="1334681" y="1671132"/>
                  </a:lnTo>
                  <a:lnTo>
                    <a:pt x="1334665" y="1671119"/>
                  </a:lnTo>
                  <a:lnTo>
                    <a:pt x="1334648" y="1671105"/>
                  </a:lnTo>
                  <a:lnTo>
                    <a:pt x="1334632" y="1671090"/>
                  </a:lnTo>
                  <a:lnTo>
                    <a:pt x="1334626" y="1671086"/>
                  </a:lnTo>
                  <a:lnTo>
                    <a:pt x="1334617" y="1671075"/>
                  </a:lnTo>
                  <a:lnTo>
                    <a:pt x="1334605" y="1671056"/>
                  </a:lnTo>
                  <a:lnTo>
                    <a:pt x="1334591" y="1671037"/>
                  </a:lnTo>
                  <a:lnTo>
                    <a:pt x="1334569" y="1671013"/>
                  </a:lnTo>
                  <a:lnTo>
                    <a:pt x="1334558" y="1671007"/>
                  </a:lnTo>
                  <a:lnTo>
                    <a:pt x="1334540" y="1671009"/>
                  </a:lnTo>
                  <a:lnTo>
                    <a:pt x="1334522" y="1671017"/>
                  </a:lnTo>
                  <a:lnTo>
                    <a:pt x="1334504" y="1671029"/>
                  </a:lnTo>
                  <a:lnTo>
                    <a:pt x="1334487" y="1671040"/>
                  </a:lnTo>
                  <a:lnTo>
                    <a:pt x="1334463" y="1671050"/>
                  </a:lnTo>
                  <a:lnTo>
                    <a:pt x="1334452" y="1671048"/>
                  </a:lnTo>
                  <a:lnTo>
                    <a:pt x="1334447" y="1671045"/>
                  </a:lnTo>
                  <a:lnTo>
                    <a:pt x="1334434" y="1671039"/>
                  </a:lnTo>
                  <a:lnTo>
                    <a:pt x="1334417" y="1671033"/>
                  </a:lnTo>
                  <a:lnTo>
                    <a:pt x="1334400" y="1671025"/>
                  </a:lnTo>
                  <a:lnTo>
                    <a:pt x="1334382" y="1671017"/>
                  </a:lnTo>
                  <a:lnTo>
                    <a:pt x="1334365" y="1671011"/>
                  </a:lnTo>
                  <a:lnTo>
                    <a:pt x="1334355" y="1671010"/>
                  </a:lnTo>
                  <a:lnTo>
                    <a:pt x="1334347" y="1671013"/>
                  </a:lnTo>
                  <a:lnTo>
                    <a:pt x="1334312" y="1671032"/>
                  </a:lnTo>
                  <a:lnTo>
                    <a:pt x="1334294" y="1671042"/>
                  </a:lnTo>
                  <a:lnTo>
                    <a:pt x="1334276" y="1671047"/>
                  </a:lnTo>
                  <a:lnTo>
                    <a:pt x="1334259" y="1671051"/>
                  </a:lnTo>
                  <a:lnTo>
                    <a:pt x="1334241" y="1671054"/>
                  </a:lnTo>
                  <a:lnTo>
                    <a:pt x="1334224" y="1671057"/>
                  </a:lnTo>
                  <a:lnTo>
                    <a:pt x="1334206" y="1671059"/>
                  </a:lnTo>
                  <a:lnTo>
                    <a:pt x="1334188" y="1671059"/>
                  </a:lnTo>
                  <a:lnTo>
                    <a:pt x="1334171" y="1671060"/>
                  </a:lnTo>
                  <a:lnTo>
                    <a:pt x="1334153" y="1671062"/>
                  </a:lnTo>
                  <a:lnTo>
                    <a:pt x="1334118" y="1671071"/>
                  </a:lnTo>
                  <a:lnTo>
                    <a:pt x="1334101" y="1671077"/>
                  </a:lnTo>
                  <a:lnTo>
                    <a:pt x="1334066" y="1671091"/>
                  </a:lnTo>
                  <a:lnTo>
                    <a:pt x="1334057" y="1671098"/>
                  </a:lnTo>
                  <a:lnTo>
                    <a:pt x="1334053" y="1671109"/>
                  </a:lnTo>
                  <a:lnTo>
                    <a:pt x="1334048" y="1671127"/>
                  </a:lnTo>
                  <a:lnTo>
                    <a:pt x="1334041" y="1671145"/>
                  </a:lnTo>
                  <a:lnTo>
                    <a:pt x="1334025" y="1671186"/>
                  </a:lnTo>
                  <a:lnTo>
                    <a:pt x="1334018" y="1671200"/>
                  </a:lnTo>
                  <a:lnTo>
                    <a:pt x="1334010" y="1671218"/>
                  </a:lnTo>
                  <a:lnTo>
                    <a:pt x="1334007" y="1671225"/>
                  </a:lnTo>
                  <a:lnTo>
                    <a:pt x="1333996" y="1671238"/>
                  </a:lnTo>
                  <a:lnTo>
                    <a:pt x="1333987" y="1671255"/>
                  </a:lnTo>
                  <a:lnTo>
                    <a:pt x="1333982" y="1671274"/>
                  </a:lnTo>
                  <a:lnTo>
                    <a:pt x="1333983" y="1671292"/>
                  </a:lnTo>
                  <a:lnTo>
                    <a:pt x="1333986" y="1671338"/>
                  </a:lnTo>
                  <a:lnTo>
                    <a:pt x="1333988" y="1671356"/>
                  </a:lnTo>
                  <a:lnTo>
                    <a:pt x="1333992" y="1671375"/>
                  </a:lnTo>
                  <a:lnTo>
                    <a:pt x="1333997" y="1671393"/>
                  </a:lnTo>
                  <a:lnTo>
                    <a:pt x="1334004" y="1671412"/>
                  </a:lnTo>
                  <a:lnTo>
                    <a:pt x="1334012" y="1671430"/>
                  </a:lnTo>
                  <a:lnTo>
                    <a:pt x="1334024" y="1671448"/>
                  </a:lnTo>
                  <a:lnTo>
                    <a:pt x="1334030" y="1671454"/>
                  </a:lnTo>
                  <a:lnTo>
                    <a:pt x="1334042" y="1671462"/>
                  </a:lnTo>
                  <a:lnTo>
                    <a:pt x="1334059" y="1671472"/>
                  </a:lnTo>
                  <a:lnTo>
                    <a:pt x="1334076" y="1671481"/>
                  </a:lnTo>
                  <a:lnTo>
                    <a:pt x="1334090" y="1671489"/>
                  </a:lnTo>
                  <a:lnTo>
                    <a:pt x="1334094" y="1671493"/>
                  </a:lnTo>
                  <a:lnTo>
                    <a:pt x="1334111" y="1671504"/>
                  </a:lnTo>
                  <a:lnTo>
                    <a:pt x="1334128" y="1671517"/>
                  </a:lnTo>
                  <a:lnTo>
                    <a:pt x="1334145" y="1671535"/>
                  </a:lnTo>
                  <a:lnTo>
                    <a:pt x="1334159" y="1671554"/>
                  </a:lnTo>
                  <a:lnTo>
                    <a:pt x="1334171" y="1671573"/>
                  </a:lnTo>
                  <a:lnTo>
                    <a:pt x="1334175" y="1671581"/>
                  </a:lnTo>
                  <a:lnTo>
                    <a:pt x="1334179" y="1671594"/>
                  </a:lnTo>
                  <a:lnTo>
                    <a:pt x="1334181" y="1671602"/>
                  </a:lnTo>
                  <a:lnTo>
                    <a:pt x="1334184" y="1671610"/>
                  </a:lnTo>
                  <a:lnTo>
                    <a:pt x="1334186" y="1671615"/>
                  </a:lnTo>
                  <a:lnTo>
                    <a:pt x="1334196" y="1671626"/>
                  </a:lnTo>
                  <a:lnTo>
                    <a:pt x="1334214" y="1671633"/>
                  </a:lnTo>
                  <a:lnTo>
                    <a:pt x="1334232" y="1671638"/>
                  </a:lnTo>
                  <a:lnTo>
                    <a:pt x="1334249" y="1671644"/>
                  </a:lnTo>
                  <a:lnTo>
                    <a:pt x="1334255" y="1671646"/>
                  </a:lnTo>
                  <a:lnTo>
                    <a:pt x="1334266" y="1671653"/>
                  </a:lnTo>
                  <a:lnTo>
                    <a:pt x="1334273" y="1671662"/>
                  </a:lnTo>
                  <a:lnTo>
                    <a:pt x="1334277" y="1671672"/>
                  </a:lnTo>
                  <a:lnTo>
                    <a:pt x="1334283" y="1671691"/>
                  </a:lnTo>
                  <a:lnTo>
                    <a:pt x="1334286" y="1671709"/>
                  </a:lnTo>
                  <a:lnTo>
                    <a:pt x="1334292" y="1671728"/>
                  </a:lnTo>
                  <a:lnTo>
                    <a:pt x="1334295" y="1671739"/>
                  </a:lnTo>
                  <a:lnTo>
                    <a:pt x="1334300" y="1671746"/>
                  </a:lnTo>
                  <a:lnTo>
                    <a:pt x="1334310" y="1671765"/>
                  </a:lnTo>
                  <a:lnTo>
                    <a:pt x="1334316" y="1671778"/>
                  </a:lnTo>
                  <a:lnTo>
                    <a:pt x="1334319" y="1671785"/>
                  </a:lnTo>
                  <a:lnTo>
                    <a:pt x="1334322" y="1671802"/>
                  </a:lnTo>
                  <a:lnTo>
                    <a:pt x="1334324" y="1671821"/>
                  </a:lnTo>
                  <a:lnTo>
                    <a:pt x="1334324" y="1671839"/>
                  </a:lnTo>
                  <a:lnTo>
                    <a:pt x="1334326" y="1671858"/>
                  </a:lnTo>
                  <a:lnTo>
                    <a:pt x="1334327" y="1671874"/>
                  </a:lnTo>
                  <a:lnTo>
                    <a:pt x="1334329" y="1671895"/>
                  </a:lnTo>
                  <a:lnTo>
                    <a:pt x="1334329" y="1671901"/>
                  </a:lnTo>
                  <a:lnTo>
                    <a:pt x="1334324" y="1671907"/>
                  </a:lnTo>
                  <a:lnTo>
                    <a:pt x="1334318" y="1671911"/>
                  </a:lnTo>
                  <a:lnTo>
                    <a:pt x="1334300" y="1671916"/>
                  </a:lnTo>
                  <a:lnTo>
                    <a:pt x="1334283" y="1671923"/>
                  </a:lnTo>
                  <a:lnTo>
                    <a:pt x="1334265" y="1671934"/>
                  </a:lnTo>
                  <a:lnTo>
                    <a:pt x="1334247" y="1671945"/>
                  </a:lnTo>
                  <a:lnTo>
                    <a:pt x="1334229" y="1671958"/>
                  </a:lnTo>
                  <a:lnTo>
                    <a:pt x="1334212" y="1671974"/>
                  </a:lnTo>
                  <a:lnTo>
                    <a:pt x="1334196" y="1671988"/>
                  </a:lnTo>
                  <a:lnTo>
                    <a:pt x="1334181" y="1672005"/>
                  </a:lnTo>
                  <a:lnTo>
                    <a:pt x="1334174" y="1672011"/>
                  </a:lnTo>
                  <a:lnTo>
                    <a:pt x="1334163" y="1672016"/>
                  </a:lnTo>
                  <a:lnTo>
                    <a:pt x="1334146" y="1672018"/>
                  </a:lnTo>
                  <a:lnTo>
                    <a:pt x="1334128" y="1672019"/>
                  </a:lnTo>
                  <a:lnTo>
                    <a:pt x="1334111" y="1672018"/>
                  </a:lnTo>
                  <a:lnTo>
                    <a:pt x="1334093" y="1672018"/>
                  </a:lnTo>
                  <a:lnTo>
                    <a:pt x="1334075" y="1672019"/>
                  </a:lnTo>
                  <a:lnTo>
                    <a:pt x="1334058" y="1672023"/>
                  </a:lnTo>
                  <a:lnTo>
                    <a:pt x="1334040" y="1672027"/>
                  </a:lnTo>
                  <a:lnTo>
                    <a:pt x="1334029" y="1672031"/>
                  </a:lnTo>
                  <a:lnTo>
                    <a:pt x="1334022" y="1672035"/>
                  </a:lnTo>
                  <a:lnTo>
                    <a:pt x="1334005" y="1672048"/>
                  </a:lnTo>
                  <a:lnTo>
                    <a:pt x="1333987" y="1672056"/>
                  </a:lnTo>
                  <a:lnTo>
                    <a:pt x="1333970" y="1672062"/>
                  </a:lnTo>
                  <a:lnTo>
                    <a:pt x="1333952" y="1672066"/>
                  </a:lnTo>
                  <a:lnTo>
                    <a:pt x="1333935" y="1672073"/>
                  </a:lnTo>
                  <a:lnTo>
                    <a:pt x="1333917" y="1672083"/>
                  </a:lnTo>
                  <a:lnTo>
                    <a:pt x="1333899" y="1672097"/>
                  </a:lnTo>
                  <a:lnTo>
                    <a:pt x="1333893" y="1672103"/>
                  </a:lnTo>
                  <a:lnTo>
                    <a:pt x="1333886" y="1672115"/>
                  </a:lnTo>
                  <a:lnTo>
                    <a:pt x="1333876" y="1672134"/>
                  </a:lnTo>
                  <a:lnTo>
                    <a:pt x="1333870" y="1672152"/>
                  </a:lnTo>
                  <a:lnTo>
                    <a:pt x="1333871" y="1672171"/>
                  </a:lnTo>
                  <a:lnTo>
                    <a:pt x="1333872" y="1672178"/>
                  </a:lnTo>
                  <a:lnTo>
                    <a:pt x="1333890" y="1672226"/>
                  </a:lnTo>
                  <a:lnTo>
                    <a:pt x="1333895" y="1672245"/>
                  </a:lnTo>
                  <a:lnTo>
                    <a:pt x="1333902" y="1672264"/>
                  </a:lnTo>
                  <a:lnTo>
                    <a:pt x="1333906" y="1672282"/>
                  </a:lnTo>
                  <a:lnTo>
                    <a:pt x="1333908" y="1672287"/>
                  </a:lnTo>
                  <a:lnTo>
                    <a:pt x="1333910" y="1672303"/>
                  </a:lnTo>
                  <a:lnTo>
                    <a:pt x="1333909" y="1672319"/>
                  </a:lnTo>
                  <a:lnTo>
                    <a:pt x="1333905" y="1672338"/>
                  </a:lnTo>
                  <a:lnTo>
                    <a:pt x="1333902" y="1672346"/>
                  </a:lnTo>
                  <a:lnTo>
                    <a:pt x="1333900" y="1672356"/>
                  </a:lnTo>
                  <a:lnTo>
                    <a:pt x="1333898" y="1672363"/>
                  </a:lnTo>
                  <a:lnTo>
                    <a:pt x="1333898" y="1672375"/>
                  </a:lnTo>
                  <a:lnTo>
                    <a:pt x="1333899" y="1672398"/>
                  </a:lnTo>
                  <a:lnTo>
                    <a:pt x="1333906" y="1672412"/>
                  </a:lnTo>
                  <a:lnTo>
                    <a:pt x="1333916" y="1672428"/>
                  </a:lnTo>
                  <a:lnTo>
                    <a:pt x="1333916" y="1672440"/>
                  </a:lnTo>
                  <a:lnTo>
                    <a:pt x="1333914" y="1672449"/>
                  </a:lnTo>
                  <a:lnTo>
                    <a:pt x="1333910" y="1672455"/>
                  </a:lnTo>
                  <a:lnTo>
                    <a:pt x="1333898" y="1672467"/>
                  </a:lnTo>
                  <a:lnTo>
                    <a:pt x="1333889" y="1672474"/>
                  </a:lnTo>
                  <a:lnTo>
                    <a:pt x="1333882" y="1672478"/>
                  </a:lnTo>
                  <a:lnTo>
                    <a:pt x="1333864" y="1672491"/>
                  </a:lnTo>
                  <a:lnTo>
                    <a:pt x="1333846" y="1672503"/>
                  </a:lnTo>
                  <a:lnTo>
                    <a:pt x="1333829" y="1672509"/>
                  </a:lnTo>
                  <a:lnTo>
                    <a:pt x="1333811" y="1672517"/>
                  </a:lnTo>
                  <a:lnTo>
                    <a:pt x="1333795" y="1672530"/>
                  </a:lnTo>
                  <a:lnTo>
                    <a:pt x="1333780" y="1672548"/>
                  </a:lnTo>
                  <a:lnTo>
                    <a:pt x="1333772" y="1672567"/>
                  </a:lnTo>
                  <a:lnTo>
                    <a:pt x="1333770" y="1672585"/>
                  </a:lnTo>
                  <a:lnTo>
                    <a:pt x="1333769" y="1672604"/>
                  </a:lnTo>
                  <a:lnTo>
                    <a:pt x="1333765" y="1672622"/>
                  </a:lnTo>
                  <a:lnTo>
                    <a:pt x="1333761" y="1672630"/>
                  </a:lnTo>
                  <a:lnTo>
                    <a:pt x="1333765" y="1672636"/>
                  </a:lnTo>
                  <a:lnTo>
                    <a:pt x="1333772" y="1672635"/>
                  </a:lnTo>
                  <a:lnTo>
                    <a:pt x="1333784" y="1672626"/>
                  </a:lnTo>
                  <a:lnTo>
                    <a:pt x="1333790" y="1672622"/>
                  </a:lnTo>
                  <a:lnTo>
                    <a:pt x="1333801" y="1672624"/>
                  </a:lnTo>
                  <a:lnTo>
                    <a:pt x="1333818" y="1672628"/>
                  </a:lnTo>
                  <a:lnTo>
                    <a:pt x="1333836" y="1672633"/>
                  </a:lnTo>
                  <a:lnTo>
                    <a:pt x="1333851" y="1672643"/>
                  </a:lnTo>
                  <a:lnTo>
                    <a:pt x="1333859" y="1672652"/>
                  </a:lnTo>
                  <a:lnTo>
                    <a:pt x="1333861" y="1672662"/>
                  </a:lnTo>
                  <a:lnTo>
                    <a:pt x="1333864" y="1672681"/>
                  </a:lnTo>
                  <a:lnTo>
                    <a:pt x="1333866" y="1672748"/>
                  </a:lnTo>
                  <a:lnTo>
                    <a:pt x="1333865" y="1672767"/>
                  </a:lnTo>
                  <a:lnTo>
                    <a:pt x="1333866" y="1672785"/>
                  </a:lnTo>
                  <a:lnTo>
                    <a:pt x="1333868" y="1672804"/>
                  </a:lnTo>
                  <a:lnTo>
                    <a:pt x="1333868" y="1672822"/>
                  </a:lnTo>
                  <a:lnTo>
                    <a:pt x="1333870" y="1672841"/>
                  </a:lnTo>
                  <a:lnTo>
                    <a:pt x="1333871" y="1672859"/>
                  </a:lnTo>
                  <a:lnTo>
                    <a:pt x="1333870" y="1672893"/>
                  </a:lnTo>
                  <a:lnTo>
                    <a:pt x="1333867" y="1672910"/>
                  </a:lnTo>
                  <a:lnTo>
                    <a:pt x="1333862" y="1672928"/>
                  </a:lnTo>
                  <a:lnTo>
                    <a:pt x="1333858" y="1672947"/>
                  </a:lnTo>
                  <a:lnTo>
                    <a:pt x="1333851" y="1672965"/>
                  </a:lnTo>
                  <a:lnTo>
                    <a:pt x="1333847" y="1672979"/>
                  </a:lnTo>
                  <a:lnTo>
                    <a:pt x="1333843" y="1672983"/>
                  </a:lnTo>
                  <a:lnTo>
                    <a:pt x="1333835" y="1673002"/>
                  </a:lnTo>
                  <a:lnTo>
                    <a:pt x="1333828" y="1673020"/>
                  </a:lnTo>
                  <a:lnTo>
                    <a:pt x="1333812" y="1673038"/>
                  </a:lnTo>
                  <a:lnTo>
                    <a:pt x="1333806" y="1673043"/>
                  </a:lnTo>
                  <a:lnTo>
                    <a:pt x="1333798" y="1673055"/>
                  </a:lnTo>
                  <a:lnTo>
                    <a:pt x="1333794" y="1673063"/>
                  </a:lnTo>
                  <a:lnTo>
                    <a:pt x="1333793" y="1673074"/>
                  </a:lnTo>
                  <a:lnTo>
                    <a:pt x="1333791" y="1673092"/>
                  </a:lnTo>
                  <a:lnTo>
                    <a:pt x="1333790" y="1673110"/>
                  </a:lnTo>
                  <a:lnTo>
                    <a:pt x="1333788" y="1673120"/>
                  </a:lnTo>
                  <a:lnTo>
                    <a:pt x="1333784" y="1673133"/>
                  </a:lnTo>
                  <a:lnTo>
                    <a:pt x="1333777" y="1673147"/>
                  </a:lnTo>
                  <a:lnTo>
                    <a:pt x="1333751" y="1673183"/>
                  </a:lnTo>
                  <a:lnTo>
                    <a:pt x="1333740" y="1673202"/>
                  </a:lnTo>
                  <a:lnTo>
                    <a:pt x="1333735" y="1673212"/>
                  </a:lnTo>
                  <a:lnTo>
                    <a:pt x="1333734" y="1673220"/>
                  </a:lnTo>
                  <a:lnTo>
                    <a:pt x="1333735" y="1673239"/>
                  </a:lnTo>
                  <a:lnTo>
                    <a:pt x="1333732" y="1673260"/>
                  </a:lnTo>
                  <a:lnTo>
                    <a:pt x="1333727" y="1673279"/>
                  </a:lnTo>
                  <a:lnTo>
                    <a:pt x="1333720" y="1673294"/>
                  </a:lnTo>
                  <a:lnTo>
                    <a:pt x="1333716" y="1673298"/>
                  </a:lnTo>
                  <a:lnTo>
                    <a:pt x="1333709" y="1673312"/>
                  </a:lnTo>
                  <a:lnTo>
                    <a:pt x="1333702" y="1673330"/>
                  </a:lnTo>
                  <a:lnTo>
                    <a:pt x="1333700" y="1673349"/>
                  </a:lnTo>
                  <a:lnTo>
                    <a:pt x="1333700" y="1673367"/>
                  </a:lnTo>
                  <a:lnTo>
                    <a:pt x="1333703" y="1673386"/>
                  </a:lnTo>
                  <a:lnTo>
                    <a:pt x="1333703" y="1673407"/>
                  </a:lnTo>
                  <a:lnTo>
                    <a:pt x="1333699" y="1673414"/>
                  </a:lnTo>
                  <a:lnTo>
                    <a:pt x="1333691" y="1673423"/>
                  </a:lnTo>
                  <a:lnTo>
                    <a:pt x="1333681" y="1673431"/>
                  </a:lnTo>
                  <a:lnTo>
                    <a:pt x="1333674" y="1673435"/>
                  </a:lnTo>
                  <a:lnTo>
                    <a:pt x="1333657" y="1673444"/>
                  </a:lnTo>
                  <a:lnTo>
                    <a:pt x="1333639" y="1673450"/>
                  </a:lnTo>
                  <a:lnTo>
                    <a:pt x="1333621" y="1673457"/>
                  </a:lnTo>
                  <a:lnTo>
                    <a:pt x="1333604" y="1673463"/>
                  </a:lnTo>
                  <a:lnTo>
                    <a:pt x="1333594" y="1673465"/>
                  </a:lnTo>
                  <a:lnTo>
                    <a:pt x="1333578" y="1673475"/>
                  </a:lnTo>
                  <a:lnTo>
                    <a:pt x="1333572" y="1673482"/>
                  </a:lnTo>
                  <a:lnTo>
                    <a:pt x="1333574" y="1673494"/>
                  </a:lnTo>
                  <a:lnTo>
                    <a:pt x="1333583" y="1673505"/>
                  </a:lnTo>
                  <a:lnTo>
                    <a:pt x="1333591" y="1673522"/>
                  </a:lnTo>
                  <a:lnTo>
                    <a:pt x="1333598" y="1673540"/>
                  </a:lnTo>
                  <a:lnTo>
                    <a:pt x="1333600" y="1673547"/>
                  </a:lnTo>
                  <a:lnTo>
                    <a:pt x="1333599" y="1673586"/>
                  </a:lnTo>
                  <a:lnTo>
                    <a:pt x="1333593" y="1673619"/>
                  </a:lnTo>
                  <a:lnTo>
                    <a:pt x="1333594" y="1673638"/>
                  </a:lnTo>
                  <a:lnTo>
                    <a:pt x="1333598" y="1673654"/>
                  </a:lnTo>
                  <a:lnTo>
                    <a:pt x="1333608" y="1673675"/>
                  </a:lnTo>
                  <a:lnTo>
                    <a:pt x="1333625" y="1673689"/>
                  </a:lnTo>
                  <a:lnTo>
                    <a:pt x="1333638" y="1673694"/>
                  </a:lnTo>
                  <a:lnTo>
                    <a:pt x="1333670" y="1673715"/>
                  </a:lnTo>
                  <a:lnTo>
                    <a:pt x="1333674" y="1673720"/>
                  </a:lnTo>
                  <a:lnTo>
                    <a:pt x="1333688" y="1673739"/>
                  </a:lnTo>
                  <a:lnTo>
                    <a:pt x="1333705" y="1673755"/>
                  </a:lnTo>
                  <a:lnTo>
                    <a:pt x="1333723" y="1673766"/>
                  </a:lnTo>
                  <a:lnTo>
                    <a:pt x="1333740" y="1673772"/>
                  </a:lnTo>
                  <a:lnTo>
                    <a:pt x="1333746" y="1673776"/>
                  </a:lnTo>
                  <a:lnTo>
                    <a:pt x="1333740" y="1673804"/>
                  </a:lnTo>
                  <a:lnTo>
                    <a:pt x="1333734" y="1673823"/>
                  </a:lnTo>
                  <a:lnTo>
                    <a:pt x="1333733" y="1673841"/>
                  </a:lnTo>
                  <a:lnTo>
                    <a:pt x="1333736" y="1673860"/>
                  </a:lnTo>
                  <a:lnTo>
                    <a:pt x="1333740" y="1673897"/>
                  </a:lnTo>
                  <a:lnTo>
                    <a:pt x="1333740" y="1673950"/>
                  </a:lnTo>
                  <a:lnTo>
                    <a:pt x="1333742" y="1673968"/>
                  </a:lnTo>
                  <a:lnTo>
                    <a:pt x="1333745" y="1673994"/>
                  </a:lnTo>
                  <a:lnTo>
                    <a:pt x="1333745" y="1674009"/>
                  </a:lnTo>
                  <a:lnTo>
                    <a:pt x="1333739" y="1674031"/>
                  </a:lnTo>
                  <a:lnTo>
                    <a:pt x="1333732" y="1674046"/>
                  </a:lnTo>
                  <a:lnTo>
                    <a:pt x="1333720" y="1674063"/>
                  </a:lnTo>
                  <a:lnTo>
                    <a:pt x="1333705" y="1674079"/>
                  </a:lnTo>
                  <a:lnTo>
                    <a:pt x="1333688" y="1674098"/>
                  </a:lnTo>
                  <a:lnTo>
                    <a:pt x="1333670" y="1674112"/>
                  </a:lnTo>
                  <a:lnTo>
                    <a:pt x="1333653" y="1674126"/>
                  </a:lnTo>
                  <a:lnTo>
                    <a:pt x="1333618" y="1674147"/>
                  </a:lnTo>
                  <a:lnTo>
                    <a:pt x="1333600" y="1674155"/>
                  </a:lnTo>
                  <a:lnTo>
                    <a:pt x="1333583" y="1674163"/>
                  </a:lnTo>
                  <a:lnTo>
                    <a:pt x="1333574" y="1674165"/>
                  </a:lnTo>
                  <a:lnTo>
                    <a:pt x="1333565" y="1674170"/>
                  </a:lnTo>
                  <a:lnTo>
                    <a:pt x="1333547" y="1674183"/>
                  </a:lnTo>
                  <a:lnTo>
                    <a:pt x="1333539" y="1674190"/>
                  </a:lnTo>
                  <a:lnTo>
                    <a:pt x="1333530" y="1674195"/>
                  </a:lnTo>
                  <a:lnTo>
                    <a:pt x="1333512" y="1674201"/>
                  </a:lnTo>
                  <a:lnTo>
                    <a:pt x="1333494" y="1674205"/>
                  </a:lnTo>
                  <a:lnTo>
                    <a:pt x="1333477" y="1674207"/>
                  </a:lnTo>
                  <a:lnTo>
                    <a:pt x="1333415" y="1674206"/>
                  </a:lnTo>
                  <a:lnTo>
                    <a:pt x="1333407" y="1674208"/>
                  </a:lnTo>
                  <a:lnTo>
                    <a:pt x="1333389" y="1674215"/>
                  </a:lnTo>
                  <a:lnTo>
                    <a:pt x="1333374" y="1674224"/>
                  </a:lnTo>
                  <a:lnTo>
                    <a:pt x="1333363" y="1674228"/>
                  </a:lnTo>
                  <a:lnTo>
                    <a:pt x="1333354" y="1674230"/>
                  </a:lnTo>
                  <a:lnTo>
                    <a:pt x="1333336" y="1674233"/>
                  </a:lnTo>
                  <a:lnTo>
                    <a:pt x="1333319" y="1674234"/>
                  </a:lnTo>
                  <a:lnTo>
                    <a:pt x="1333312" y="1674236"/>
                  </a:lnTo>
                  <a:lnTo>
                    <a:pt x="1333301" y="1674245"/>
                  </a:lnTo>
                  <a:lnTo>
                    <a:pt x="1333283" y="1674259"/>
                  </a:lnTo>
                  <a:lnTo>
                    <a:pt x="1333265" y="1674271"/>
                  </a:lnTo>
                  <a:lnTo>
                    <a:pt x="1333248" y="1674284"/>
                  </a:lnTo>
                  <a:lnTo>
                    <a:pt x="1333232" y="1674295"/>
                  </a:lnTo>
                  <a:lnTo>
                    <a:pt x="1333213" y="1674306"/>
                  </a:lnTo>
                  <a:lnTo>
                    <a:pt x="1333136" y="1674338"/>
                  </a:lnTo>
                  <a:lnTo>
                    <a:pt x="1333126" y="1674337"/>
                  </a:lnTo>
                  <a:lnTo>
                    <a:pt x="1333108" y="1674336"/>
                  </a:lnTo>
                  <a:lnTo>
                    <a:pt x="1333095" y="1674334"/>
                  </a:lnTo>
                  <a:lnTo>
                    <a:pt x="1333075" y="1674338"/>
                  </a:lnTo>
                  <a:lnTo>
                    <a:pt x="1333056" y="1674354"/>
                  </a:lnTo>
                  <a:lnTo>
                    <a:pt x="1333040" y="1674368"/>
                  </a:lnTo>
                  <a:lnTo>
                    <a:pt x="1333030" y="1674376"/>
                  </a:lnTo>
                  <a:lnTo>
                    <a:pt x="1333023" y="1674380"/>
                  </a:lnTo>
                  <a:lnTo>
                    <a:pt x="1333006" y="1674393"/>
                  </a:lnTo>
                  <a:lnTo>
                    <a:pt x="1332988" y="1674408"/>
                  </a:lnTo>
                  <a:lnTo>
                    <a:pt x="1332968" y="1674419"/>
                  </a:lnTo>
                  <a:lnTo>
                    <a:pt x="1332952" y="1674428"/>
                  </a:lnTo>
                  <a:lnTo>
                    <a:pt x="1332948" y="1674432"/>
                  </a:lnTo>
                  <a:lnTo>
                    <a:pt x="1332935" y="1674436"/>
                  </a:lnTo>
                  <a:lnTo>
                    <a:pt x="1332917" y="1674447"/>
                  </a:lnTo>
                  <a:lnTo>
                    <a:pt x="1332899" y="1674456"/>
                  </a:lnTo>
                  <a:lnTo>
                    <a:pt x="1332870" y="1674462"/>
                  </a:lnTo>
                  <a:lnTo>
                    <a:pt x="1332892" y="1674479"/>
                  </a:lnTo>
                  <a:lnTo>
                    <a:pt x="1332910" y="1674486"/>
                  </a:lnTo>
                  <a:lnTo>
                    <a:pt x="1332928" y="1674495"/>
                  </a:lnTo>
                  <a:lnTo>
                    <a:pt x="1332949" y="1674505"/>
                  </a:lnTo>
                  <a:lnTo>
                    <a:pt x="1332968" y="1674526"/>
                  </a:lnTo>
                  <a:lnTo>
                    <a:pt x="1332976" y="1674536"/>
                  </a:lnTo>
                  <a:lnTo>
                    <a:pt x="1332981" y="1674547"/>
                  </a:lnTo>
                  <a:lnTo>
                    <a:pt x="1332990" y="1674563"/>
                  </a:lnTo>
                  <a:lnTo>
                    <a:pt x="1332997" y="1674578"/>
                  </a:lnTo>
                  <a:lnTo>
                    <a:pt x="1333005" y="1674593"/>
                  </a:lnTo>
                  <a:lnTo>
                    <a:pt x="1333008" y="1674600"/>
                  </a:lnTo>
                  <a:lnTo>
                    <a:pt x="1333015" y="1674615"/>
                  </a:lnTo>
                  <a:lnTo>
                    <a:pt x="1333018" y="1674621"/>
                  </a:lnTo>
                  <a:lnTo>
                    <a:pt x="1333028" y="1674637"/>
                  </a:lnTo>
                  <a:lnTo>
                    <a:pt x="1333035" y="1674651"/>
                  </a:lnTo>
                  <a:lnTo>
                    <a:pt x="1333039" y="1674656"/>
                  </a:lnTo>
                  <a:lnTo>
                    <a:pt x="1333060" y="1674693"/>
                  </a:lnTo>
                  <a:lnTo>
                    <a:pt x="1333063" y="1674699"/>
                  </a:lnTo>
                  <a:lnTo>
                    <a:pt x="1333068" y="1674708"/>
                  </a:lnTo>
                  <a:lnTo>
                    <a:pt x="1333071" y="1674717"/>
                  </a:lnTo>
                  <a:lnTo>
                    <a:pt x="1333076" y="1674731"/>
                  </a:lnTo>
                  <a:lnTo>
                    <a:pt x="1333079" y="1674739"/>
                  </a:lnTo>
                  <a:lnTo>
                    <a:pt x="1333080" y="1674749"/>
                  </a:lnTo>
                  <a:lnTo>
                    <a:pt x="1333086" y="1674768"/>
                  </a:lnTo>
                  <a:lnTo>
                    <a:pt x="1333090" y="1674786"/>
                  </a:lnTo>
                  <a:lnTo>
                    <a:pt x="1333090" y="1674796"/>
                  </a:lnTo>
                  <a:lnTo>
                    <a:pt x="1333092" y="1674805"/>
                  </a:lnTo>
                  <a:lnTo>
                    <a:pt x="1333094" y="1674823"/>
                  </a:lnTo>
                  <a:lnTo>
                    <a:pt x="1333097" y="1674842"/>
                  </a:lnTo>
                  <a:lnTo>
                    <a:pt x="1333099" y="1674860"/>
                  </a:lnTo>
                  <a:lnTo>
                    <a:pt x="1333102" y="1674869"/>
                  </a:lnTo>
                  <a:lnTo>
                    <a:pt x="1333101" y="1674879"/>
                  </a:lnTo>
                  <a:lnTo>
                    <a:pt x="1333104" y="1674942"/>
                  </a:lnTo>
                  <a:lnTo>
                    <a:pt x="1333101" y="1674965"/>
                  </a:lnTo>
                  <a:lnTo>
                    <a:pt x="1333097" y="1674979"/>
                  </a:lnTo>
                  <a:lnTo>
                    <a:pt x="1333094" y="1674991"/>
                  </a:lnTo>
                  <a:lnTo>
                    <a:pt x="1333091" y="1674997"/>
                  </a:lnTo>
                  <a:lnTo>
                    <a:pt x="1333089" y="1675006"/>
                  </a:lnTo>
                  <a:lnTo>
                    <a:pt x="1333083" y="1675015"/>
                  </a:lnTo>
                  <a:lnTo>
                    <a:pt x="1333082" y="1675022"/>
                  </a:lnTo>
                  <a:lnTo>
                    <a:pt x="1333082" y="1675034"/>
                  </a:lnTo>
                  <a:lnTo>
                    <a:pt x="1333087" y="1675053"/>
                  </a:lnTo>
                  <a:lnTo>
                    <a:pt x="1333115" y="1675115"/>
                  </a:lnTo>
                  <a:lnTo>
                    <a:pt x="1333116" y="1675125"/>
                  </a:lnTo>
                  <a:lnTo>
                    <a:pt x="1333120" y="1675163"/>
                  </a:lnTo>
                  <a:lnTo>
                    <a:pt x="1333124" y="1675184"/>
                  </a:lnTo>
                  <a:lnTo>
                    <a:pt x="1333129" y="1675200"/>
                  </a:lnTo>
                  <a:lnTo>
                    <a:pt x="1333134" y="1675223"/>
                  </a:lnTo>
                  <a:lnTo>
                    <a:pt x="1333139" y="1675237"/>
                  </a:lnTo>
                  <a:lnTo>
                    <a:pt x="1333151" y="1675256"/>
                  </a:lnTo>
                  <a:lnTo>
                    <a:pt x="1333162" y="1675274"/>
                  </a:lnTo>
                  <a:lnTo>
                    <a:pt x="1333170" y="1675293"/>
                  </a:lnTo>
                  <a:lnTo>
                    <a:pt x="1333181" y="1675312"/>
                  </a:lnTo>
                  <a:lnTo>
                    <a:pt x="1333189" y="1675330"/>
                  </a:lnTo>
                  <a:lnTo>
                    <a:pt x="1333195" y="1675349"/>
                  </a:lnTo>
                  <a:lnTo>
                    <a:pt x="1333208" y="1675386"/>
                  </a:lnTo>
                  <a:lnTo>
                    <a:pt x="1333217" y="1675423"/>
                  </a:lnTo>
                  <a:lnTo>
                    <a:pt x="1333229" y="1675458"/>
                  </a:lnTo>
                  <a:lnTo>
                    <a:pt x="1333234" y="1675464"/>
                  </a:lnTo>
                  <a:lnTo>
                    <a:pt x="1333246" y="1675481"/>
                  </a:lnTo>
                  <a:lnTo>
                    <a:pt x="1333260" y="1675498"/>
                  </a:lnTo>
                  <a:lnTo>
                    <a:pt x="1333277" y="1675514"/>
                  </a:lnTo>
                  <a:lnTo>
                    <a:pt x="1333295" y="1675527"/>
                  </a:lnTo>
                  <a:lnTo>
                    <a:pt x="1333312" y="1675539"/>
                  </a:lnTo>
                  <a:lnTo>
                    <a:pt x="1333329" y="1675550"/>
                  </a:lnTo>
                  <a:lnTo>
                    <a:pt x="1333335" y="1675555"/>
                  </a:lnTo>
                  <a:lnTo>
                    <a:pt x="1333346" y="1675560"/>
                  </a:lnTo>
                  <a:lnTo>
                    <a:pt x="1333364" y="1675570"/>
                  </a:lnTo>
                  <a:lnTo>
                    <a:pt x="1333381" y="1675578"/>
                  </a:lnTo>
                  <a:lnTo>
                    <a:pt x="1333399" y="1675583"/>
                  </a:lnTo>
                  <a:lnTo>
                    <a:pt x="1333416" y="1675589"/>
                  </a:lnTo>
                  <a:lnTo>
                    <a:pt x="1333434" y="1675594"/>
                  </a:lnTo>
                  <a:lnTo>
                    <a:pt x="1333451" y="1675605"/>
                  </a:lnTo>
                  <a:lnTo>
                    <a:pt x="1333457" y="1675611"/>
                  </a:lnTo>
                  <a:lnTo>
                    <a:pt x="1333466" y="1675620"/>
                  </a:lnTo>
                  <a:lnTo>
                    <a:pt x="1333481" y="1675638"/>
                  </a:lnTo>
                  <a:lnTo>
                    <a:pt x="1333493" y="1675656"/>
                  </a:lnTo>
                  <a:lnTo>
                    <a:pt x="1333503" y="1675675"/>
                  </a:lnTo>
                  <a:lnTo>
                    <a:pt x="1333512" y="1675694"/>
                  </a:lnTo>
                  <a:lnTo>
                    <a:pt x="1333517" y="1675702"/>
                  </a:lnTo>
                  <a:lnTo>
                    <a:pt x="1333519" y="1675712"/>
                  </a:lnTo>
                  <a:lnTo>
                    <a:pt x="1333522" y="1675722"/>
                  </a:lnTo>
                  <a:lnTo>
                    <a:pt x="1333527" y="1675731"/>
                  </a:lnTo>
                  <a:lnTo>
                    <a:pt x="1333533" y="1675749"/>
                  </a:lnTo>
                  <a:lnTo>
                    <a:pt x="1333540" y="1675768"/>
                  </a:lnTo>
                  <a:lnTo>
                    <a:pt x="1333547" y="1675786"/>
                  </a:lnTo>
                  <a:lnTo>
                    <a:pt x="1333553" y="1675805"/>
                  </a:lnTo>
                  <a:lnTo>
                    <a:pt x="1333557" y="1675824"/>
                  </a:lnTo>
                  <a:lnTo>
                    <a:pt x="1333559" y="1675831"/>
                  </a:lnTo>
                  <a:lnTo>
                    <a:pt x="1333559" y="1675842"/>
                  </a:lnTo>
                  <a:lnTo>
                    <a:pt x="1333556" y="1675861"/>
                  </a:lnTo>
                  <a:lnTo>
                    <a:pt x="1333552" y="1675879"/>
                  </a:lnTo>
                  <a:lnTo>
                    <a:pt x="1333546" y="1675898"/>
                  </a:lnTo>
                  <a:lnTo>
                    <a:pt x="1333545" y="1675907"/>
                  </a:lnTo>
                  <a:lnTo>
                    <a:pt x="1333547" y="1675916"/>
                  </a:lnTo>
                  <a:lnTo>
                    <a:pt x="1333556" y="1675923"/>
                  </a:lnTo>
                  <a:lnTo>
                    <a:pt x="1333564" y="1675927"/>
                  </a:lnTo>
                  <a:lnTo>
                    <a:pt x="1333582" y="1675939"/>
                  </a:lnTo>
                  <a:lnTo>
                    <a:pt x="1333599" y="1675948"/>
                  </a:lnTo>
                  <a:lnTo>
                    <a:pt x="1333616" y="1675957"/>
                  </a:lnTo>
                  <a:lnTo>
                    <a:pt x="1333622" y="1675959"/>
                  </a:lnTo>
                  <a:lnTo>
                    <a:pt x="1333634" y="1675962"/>
                  </a:lnTo>
                  <a:lnTo>
                    <a:pt x="1333639" y="1675965"/>
                  </a:lnTo>
                  <a:lnTo>
                    <a:pt x="1333652" y="1675966"/>
                  </a:lnTo>
                  <a:lnTo>
                    <a:pt x="1333669" y="1675968"/>
                  </a:lnTo>
                  <a:lnTo>
                    <a:pt x="1333704" y="1675968"/>
                  </a:lnTo>
                  <a:lnTo>
                    <a:pt x="1333721" y="1675972"/>
                  </a:lnTo>
                  <a:lnTo>
                    <a:pt x="1333730" y="1675975"/>
                  </a:lnTo>
                  <a:lnTo>
                    <a:pt x="1333739" y="1675980"/>
                  </a:lnTo>
                  <a:lnTo>
                    <a:pt x="1333756" y="1675989"/>
                  </a:lnTo>
                  <a:lnTo>
                    <a:pt x="1333773" y="1675998"/>
                  </a:lnTo>
                  <a:lnTo>
                    <a:pt x="1333791" y="1676009"/>
                  </a:lnTo>
                  <a:lnTo>
                    <a:pt x="1333808" y="1676019"/>
                  </a:lnTo>
                  <a:lnTo>
                    <a:pt x="1333826" y="1676030"/>
                  </a:lnTo>
                  <a:lnTo>
                    <a:pt x="1333843" y="1676040"/>
                  </a:lnTo>
                  <a:lnTo>
                    <a:pt x="1333848" y="1676042"/>
                  </a:lnTo>
                  <a:lnTo>
                    <a:pt x="1333857" y="1676047"/>
                  </a:lnTo>
                  <a:lnTo>
                    <a:pt x="1333867" y="1676059"/>
                  </a:lnTo>
                  <a:lnTo>
                    <a:pt x="1333874" y="1676069"/>
                  </a:lnTo>
                  <a:lnTo>
                    <a:pt x="1333879" y="1676087"/>
                  </a:lnTo>
                  <a:lnTo>
                    <a:pt x="1333880" y="1676101"/>
                  </a:lnTo>
                  <a:lnTo>
                    <a:pt x="1333883" y="1676106"/>
                  </a:lnTo>
                  <a:lnTo>
                    <a:pt x="1333885" y="1676112"/>
                  </a:lnTo>
                  <a:lnTo>
                    <a:pt x="1333894" y="1676125"/>
                  </a:lnTo>
                  <a:lnTo>
                    <a:pt x="1333899" y="1676143"/>
                  </a:lnTo>
                  <a:lnTo>
                    <a:pt x="1333900" y="1676162"/>
                  </a:lnTo>
                  <a:lnTo>
                    <a:pt x="1333901" y="1676180"/>
                  </a:lnTo>
                  <a:lnTo>
                    <a:pt x="1333902" y="1676187"/>
                  </a:lnTo>
                  <a:lnTo>
                    <a:pt x="1333905" y="1676236"/>
                  </a:lnTo>
                  <a:lnTo>
                    <a:pt x="1333905" y="1676254"/>
                  </a:lnTo>
                  <a:lnTo>
                    <a:pt x="1333905" y="1676272"/>
                  </a:lnTo>
                  <a:lnTo>
                    <a:pt x="1333904" y="1676291"/>
                  </a:lnTo>
                  <a:lnTo>
                    <a:pt x="1333906" y="1676310"/>
                  </a:lnTo>
                  <a:lnTo>
                    <a:pt x="1333907" y="1676328"/>
                  </a:lnTo>
                  <a:lnTo>
                    <a:pt x="1333908" y="1676347"/>
                  </a:lnTo>
                  <a:lnTo>
                    <a:pt x="1333909" y="1676365"/>
                  </a:lnTo>
                  <a:lnTo>
                    <a:pt x="1333912" y="1676384"/>
                  </a:lnTo>
                  <a:lnTo>
                    <a:pt x="1333911" y="1676391"/>
                  </a:lnTo>
                  <a:lnTo>
                    <a:pt x="1333915" y="1676402"/>
                  </a:lnTo>
                  <a:lnTo>
                    <a:pt x="1333919" y="1676421"/>
                  </a:lnTo>
                  <a:lnTo>
                    <a:pt x="1333923" y="1676432"/>
                  </a:lnTo>
                  <a:lnTo>
                    <a:pt x="1333927" y="1676439"/>
                  </a:lnTo>
                  <a:lnTo>
                    <a:pt x="1333934" y="1676458"/>
                  </a:lnTo>
                  <a:lnTo>
                    <a:pt x="1333938" y="1676469"/>
                  </a:lnTo>
                  <a:lnTo>
                    <a:pt x="1333944" y="1676476"/>
                  </a:lnTo>
                  <a:lnTo>
                    <a:pt x="1333959" y="1676496"/>
                  </a:lnTo>
                  <a:lnTo>
                    <a:pt x="1333974" y="1676512"/>
                  </a:lnTo>
                  <a:lnTo>
                    <a:pt x="1333985" y="1676529"/>
                  </a:lnTo>
                  <a:lnTo>
                    <a:pt x="1333989" y="1676535"/>
                  </a:lnTo>
                  <a:lnTo>
                    <a:pt x="1333992" y="1676550"/>
                  </a:lnTo>
                  <a:lnTo>
                    <a:pt x="1333986" y="1676565"/>
                  </a:lnTo>
                  <a:lnTo>
                    <a:pt x="1333969" y="1676582"/>
                  </a:lnTo>
                  <a:lnTo>
                    <a:pt x="1333964" y="1676588"/>
                  </a:lnTo>
                  <a:lnTo>
                    <a:pt x="1333959" y="1676600"/>
                  </a:lnTo>
                  <a:lnTo>
                    <a:pt x="1333955" y="1676619"/>
                  </a:lnTo>
                  <a:lnTo>
                    <a:pt x="1333952" y="1676648"/>
                  </a:lnTo>
                  <a:lnTo>
                    <a:pt x="1333950" y="1676654"/>
                  </a:lnTo>
                  <a:lnTo>
                    <a:pt x="1333942" y="1676664"/>
                  </a:lnTo>
                  <a:lnTo>
                    <a:pt x="1333928" y="1676671"/>
                  </a:lnTo>
                  <a:lnTo>
                    <a:pt x="1333919" y="1676677"/>
                  </a:lnTo>
                  <a:lnTo>
                    <a:pt x="1333910" y="1676680"/>
                  </a:lnTo>
                  <a:lnTo>
                    <a:pt x="1333893" y="1676690"/>
                  </a:lnTo>
                  <a:lnTo>
                    <a:pt x="1333875" y="1676696"/>
                  </a:lnTo>
                  <a:lnTo>
                    <a:pt x="1333857" y="1676703"/>
                  </a:lnTo>
                  <a:lnTo>
                    <a:pt x="1333839" y="1676711"/>
                  </a:lnTo>
                  <a:lnTo>
                    <a:pt x="1333834" y="1676715"/>
                  </a:lnTo>
                  <a:lnTo>
                    <a:pt x="1333823" y="1676727"/>
                  </a:lnTo>
                  <a:lnTo>
                    <a:pt x="1333815" y="1676740"/>
                  </a:lnTo>
                  <a:lnTo>
                    <a:pt x="1333799" y="1676773"/>
                  </a:lnTo>
                  <a:lnTo>
                    <a:pt x="1333792" y="1676782"/>
                  </a:lnTo>
                  <a:lnTo>
                    <a:pt x="1333777" y="1676799"/>
                  </a:lnTo>
                  <a:lnTo>
                    <a:pt x="1333761" y="1676813"/>
                  </a:lnTo>
                  <a:lnTo>
                    <a:pt x="1333744" y="1676826"/>
                  </a:lnTo>
                  <a:lnTo>
                    <a:pt x="1333727" y="1676837"/>
                  </a:lnTo>
                  <a:lnTo>
                    <a:pt x="1333709" y="1676847"/>
                  </a:lnTo>
                  <a:lnTo>
                    <a:pt x="1333691" y="1676856"/>
                  </a:lnTo>
                  <a:lnTo>
                    <a:pt x="1333674" y="1676868"/>
                  </a:lnTo>
                  <a:lnTo>
                    <a:pt x="1333656" y="1676880"/>
                  </a:lnTo>
                  <a:lnTo>
                    <a:pt x="1333650" y="1676885"/>
                  </a:lnTo>
                  <a:lnTo>
                    <a:pt x="1333645" y="1676892"/>
                  </a:lnTo>
                  <a:lnTo>
                    <a:pt x="1333636" y="1676901"/>
                  </a:lnTo>
                  <a:lnTo>
                    <a:pt x="1333631" y="1676911"/>
                  </a:lnTo>
                  <a:lnTo>
                    <a:pt x="1333612" y="1676924"/>
                  </a:lnTo>
                  <a:lnTo>
                    <a:pt x="1333597" y="1676931"/>
                  </a:lnTo>
                  <a:lnTo>
                    <a:pt x="1333583" y="1676943"/>
                  </a:lnTo>
                  <a:lnTo>
                    <a:pt x="1333567" y="1676963"/>
                  </a:lnTo>
                  <a:lnTo>
                    <a:pt x="1333566" y="1676971"/>
                  </a:lnTo>
                  <a:lnTo>
                    <a:pt x="1333557" y="1676984"/>
                  </a:lnTo>
                  <a:lnTo>
                    <a:pt x="1333553" y="1676995"/>
                  </a:lnTo>
                  <a:lnTo>
                    <a:pt x="1333547" y="1677007"/>
                  </a:lnTo>
                  <a:lnTo>
                    <a:pt x="1333543" y="1677016"/>
                  </a:lnTo>
                  <a:lnTo>
                    <a:pt x="1333538" y="1677020"/>
                  </a:lnTo>
                  <a:lnTo>
                    <a:pt x="1333533" y="1677022"/>
                  </a:lnTo>
                  <a:lnTo>
                    <a:pt x="1333519" y="1677023"/>
                  </a:lnTo>
                  <a:lnTo>
                    <a:pt x="1333503" y="1677022"/>
                  </a:lnTo>
                  <a:lnTo>
                    <a:pt x="1333485" y="1677021"/>
                  </a:lnTo>
                  <a:lnTo>
                    <a:pt x="1333468" y="1677022"/>
                  </a:lnTo>
                  <a:lnTo>
                    <a:pt x="1333451" y="1677024"/>
                  </a:lnTo>
                  <a:lnTo>
                    <a:pt x="1333433" y="1677025"/>
                  </a:lnTo>
                  <a:lnTo>
                    <a:pt x="1333415" y="1677029"/>
                  </a:lnTo>
                  <a:lnTo>
                    <a:pt x="1333398" y="1677032"/>
                  </a:lnTo>
                  <a:lnTo>
                    <a:pt x="1333379" y="1677035"/>
                  </a:lnTo>
                  <a:lnTo>
                    <a:pt x="1333361" y="1677031"/>
                  </a:lnTo>
                  <a:lnTo>
                    <a:pt x="1333345" y="1677028"/>
                  </a:lnTo>
                  <a:lnTo>
                    <a:pt x="1333339" y="1677027"/>
                  </a:lnTo>
                  <a:lnTo>
                    <a:pt x="1333332" y="1677027"/>
                  </a:lnTo>
                  <a:lnTo>
                    <a:pt x="1333325" y="1677030"/>
                  </a:lnTo>
                  <a:lnTo>
                    <a:pt x="1333317" y="1677035"/>
                  </a:lnTo>
                  <a:lnTo>
                    <a:pt x="1333311" y="1677043"/>
                  </a:lnTo>
                  <a:lnTo>
                    <a:pt x="1333296" y="1677059"/>
                  </a:lnTo>
                  <a:lnTo>
                    <a:pt x="1333286" y="1677066"/>
                  </a:lnTo>
                  <a:lnTo>
                    <a:pt x="1333278" y="1677066"/>
                  </a:lnTo>
                  <a:lnTo>
                    <a:pt x="1333261" y="1677068"/>
                  </a:lnTo>
                  <a:lnTo>
                    <a:pt x="1333243" y="1677066"/>
                  </a:lnTo>
                  <a:lnTo>
                    <a:pt x="1333226" y="1677065"/>
                  </a:lnTo>
                  <a:lnTo>
                    <a:pt x="1333209" y="1677064"/>
                  </a:lnTo>
                  <a:lnTo>
                    <a:pt x="1333185" y="1677051"/>
                  </a:lnTo>
                  <a:lnTo>
                    <a:pt x="1333172" y="1677032"/>
                  </a:lnTo>
                  <a:lnTo>
                    <a:pt x="1333166" y="1677018"/>
                  </a:lnTo>
                  <a:lnTo>
                    <a:pt x="1333161" y="1677013"/>
                  </a:lnTo>
                  <a:lnTo>
                    <a:pt x="1333153" y="1677006"/>
                  </a:lnTo>
                  <a:lnTo>
                    <a:pt x="1333144" y="1677002"/>
                  </a:lnTo>
                  <a:lnTo>
                    <a:pt x="1333126" y="1676995"/>
                  </a:lnTo>
                  <a:lnTo>
                    <a:pt x="1333118" y="1676991"/>
                  </a:lnTo>
                  <a:lnTo>
                    <a:pt x="1333109" y="1676990"/>
                  </a:lnTo>
                  <a:lnTo>
                    <a:pt x="1333091" y="1676984"/>
                  </a:lnTo>
                  <a:lnTo>
                    <a:pt x="1333074" y="1676982"/>
                  </a:lnTo>
                  <a:lnTo>
                    <a:pt x="1333057" y="1676980"/>
                  </a:lnTo>
                  <a:lnTo>
                    <a:pt x="1333039" y="1676976"/>
                  </a:lnTo>
                  <a:lnTo>
                    <a:pt x="1333022" y="1676976"/>
                  </a:lnTo>
                  <a:lnTo>
                    <a:pt x="1333004" y="1676979"/>
                  </a:lnTo>
                  <a:lnTo>
                    <a:pt x="1332987" y="1676986"/>
                  </a:lnTo>
                  <a:lnTo>
                    <a:pt x="1332978" y="1676990"/>
                  </a:lnTo>
                  <a:lnTo>
                    <a:pt x="1332969" y="1676997"/>
                  </a:lnTo>
                  <a:lnTo>
                    <a:pt x="1332958" y="1677003"/>
                  </a:lnTo>
                  <a:lnTo>
                    <a:pt x="1332937" y="1677025"/>
                  </a:lnTo>
                  <a:lnTo>
                    <a:pt x="1332927" y="1677037"/>
                  </a:lnTo>
                  <a:lnTo>
                    <a:pt x="1332920" y="1677049"/>
                  </a:lnTo>
                  <a:lnTo>
                    <a:pt x="1332920" y="1677056"/>
                  </a:lnTo>
                  <a:lnTo>
                    <a:pt x="1332922" y="1677061"/>
                  </a:lnTo>
                  <a:lnTo>
                    <a:pt x="1332928" y="1677080"/>
                  </a:lnTo>
                  <a:lnTo>
                    <a:pt x="1332931" y="1677089"/>
                  </a:lnTo>
                  <a:lnTo>
                    <a:pt x="1332936" y="1677098"/>
                  </a:lnTo>
                  <a:lnTo>
                    <a:pt x="1332939" y="1677117"/>
                  </a:lnTo>
                  <a:lnTo>
                    <a:pt x="1332941" y="1677124"/>
                  </a:lnTo>
                  <a:lnTo>
                    <a:pt x="1332941" y="1677135"/>
                  </a:lnTo>
                  <a:lnTo>
                    <a:pt x="1332942" y="1677154"/>
                  </a:lnTo>
                  <a:lnTo>
                    <a:pt x="1332940" y="1677172"/>
                  </a:lnTo>
                  <a:lnTo>
                    <a:pt x="1332939" y="1677191"/>
                  </a:lnTo>
                  <a:lnTo>
                    <a:pt x="1332935" y="1677209"/>
                  </a:lnTo>
                  <a:lnTo>
                    <a:pt x="1332930" y="1677228"/>
                  </a:lnTo>
                  <a:lnTo>
                    <a:pt x="1332926" y="1677246"/>
                  </a:lnTo>
                  <a:lnTo>
                    <a:pt x="1332922" y="1677265"/>
                  </a:lnTo>
                  <a:lnTo>
                    <a:pt x="1332920" y="1677269"/>
                  </a:lnTo>
                  <a:lnTo>
                    <a:pt x="1332918" y="1677283"/>
                  </a:lnTo>
                  <a:lnTo>
                    <a:pt x="1332913" y="1677301"/>
                  </a:lnTo>
                  <a:lnTo>
                    <a:pt x="1332911" y="1677308"/>
                  </a:lnTo>
                  <a:lnTo>
                    <a:pt x="1332899" y="1677317"/>
                  </a:lnTo>
                  <a:lnTo>
                    <a:pt x="1332887" y="1677323"/>
                  </a:lnTo>
                  <a:lnTo>
                    <a:pt x="1332864" y="1677329"/>
                  </a:lnTo>
                  <a:lnTo>
                    <a:pt x="1332846" y="1677332"/>
                  </a:lnTo>
                  <a:lnTo>
                    <a:pt x="1332829" y="1677336"/>
                  </a:lnTo>
                  <a:lnTo>
                    <a:pt x="1332811" y="1677340"/>
                  </a:lnTo>
                  <a:lnTo>
                    <a:pt x="1332760" y="1677355"/>
                  </a:lnTo>
                  <a:lnTo>
                    <a:pt x="1332741" y="1677361"/>
                  </a:lnTo>
                  <a:lnTo>
                    <a:pt x="1332735" y="1677363"/>
                  </a:lnTo>
                  <a:lnTo>
                    <a:pt x="1332730" y="1677366"/>
                  </a:lnTo>
                  <a:lnTo>
                    <a:pt x="1332724" y="1677375"/>
                  </a:lnTo>
                  <a:lnTo>
                    <a:pt x="1332731" y="1677391"/>
                  </a:lnTo>
                  <a:lnTo>
                    <a:pt x="1332745" y="1677410"/>
                  </a:lnTo>
                  <a:lnTo>
                    <a:pt x="1332757" y="1677429"/>
                  </a:lnTo>
                  <a:lnTo>
                    <a:pt x="1332762" y="1677438"/>
                  </a:lnTo>
                  <a:lnTo>
                    <a:pt x="1332764" y="1677447"/>
                  </a:lnTo>
                  <a:lnTo>
                    <a:pt x="1332768" y="1677456"/>
                  </a:lnTo>
                  <a:lnTo>
                    <a:pt x="1332772" y="1677466"/>
                  </a:lnTo>
                  <a:lnTo>
                    <a:pt x="1332773" y="1677474"/>
                  </a:lnTo>
                  <a:lnTo>
                    <a:pt x="1332778" y="1677488"/>
                  </a:lnTo>
                  <a:lnTo>
                    <a:pt x="1332785" y="1677504"/>
                  </a:lnTo>
                  <a:lnTo>
                    <a:pt x="1332790" y="1677515"/>
                  </a:lnTo>
                  <a:lnTo>
                    <a:pt x="1332795" y="1677522"/>
                  </a:lnTo>
                  <a:lnTo>
                    <a:pt x="1332809" y="1677543"/>
                  </a:lnTo>
                  <a:lnTo>
                    <a:pt x="1332810" y="1677550"/>
                  </a:lnTo>
                  <a:lnTo>
                    <a:pt x="1332809" y="1677559"/>
                  </a:lnTo>
                  <a:lnTo>
                    <a:pt x="1332809" y="1677578"/>
                  </a:lnTo>
                  <a:lnTo>
                    <a:pt x="1332811" y="1677596"/>
                  </a:lnTo>
                  <a:lnTo>
                    <a:pt x="1332811" y="1677604"/>
                  </a:lnTo>
                  <a:lnTo>
                    <a:pt x="1332814" y="1677615"/>
                  </a:lnTo>
                  <a:lnTo>
                    <a:pt x="1332815" y="1677623"/>
                  </a:lnTo>
                  <a:lnTo>
                    <a:pt x="1332819" y="1677633"/>
                  </a:lnTo>
                  <a:lnTo>
                    <a:pt x="1332827" y="1677652"/>
                  </a:lnTo>
                  <a:lnTo>
                    <a:pt x="1332837" y="1677671"/>
                  </a:lnTo>
                  <a:lnTo>
                    <a:pt x="1332846" y="1677690"/>
                  </a:lnTo>
                  <a:lnTo>
                    <a:pt x="1332859" y="1677708"/>
                  </a:lnTo>
                  <a:lnTo>
                    <a:pt x="1332865" y="1677716"/>
                  </a:lnTo>
                  <a:lnTo>
                    <a:pt x="1332886" y="1677731"/>
                  </a:lnTo>
                  <a:lnTo>
                    <a:pt x="1332892" y="1677734"/>
                  </a:lnTo>
                  <a:lnTo>
                    <a:pt x="1332899" y="1677737"/>
                  </a:lnTo>
                  <a:lnTo>
                    <a:pt x="1332910" y="1677739"/>
                  </a:lnTo>
                  <a:lnTo>
                    <a:pt x="1332927" y="1677740"/>
                  </a:lnTo>
                  <a:lnTo>
                    <a:pt x="1332945" y="1677740"/>
                  </a:lnTo>
                  <a:lnTo>
                    <a:pt x="1332962" y="1677742"/>
                  </a:lnTo>
                  <a:lnTo>
                    <a:pt x="1332967" y="1677745"/>
                  </a:lnTo>
                  <a:lnTo>
                    <a:pt x="1332977" y="1677758"/>
                  </a:lnTo>
                  <a:lnTo>
                    <a:pt x="1332992" y="1677780"/>
                  </a:lnTo>
                  <a:lnTo>
                    <a:pt x="1333004" y="1677796"/>
                  </a:lnTo>
                  <a:lnTo>
                    <a:pt x="1333024" y="1677817"/>
                  </a:lnTo>
                  <a:lnTo>
                    <a:pt x="1333031" y="1677832"/>
                  </a:lnTo>
                  <a:lnTo>
                    <a:pt x="1333035" y="1677843"/>
                  </a:lnTo>
                  <a:lnTo>
                    <a:pt x="1333034" y="1677851"/>
                  </a:lnTo>
                  <a:lnTo>
                    <a:pt x="1333019" y="1677887"/>
                  </a:lnTo>
                  <a:lnTo>
                    <a:pt x="1333015" y="1677906"/>
                  </a:lnTo>
                  <a:lnTo>
                    <a:pt x="1333015" y="1677924"/>
                  </a:lnTo>
                  <a:lnTo>
                    <a:pt x="1333017" y="1677943"/>
                  </a:lnTo>
                  <a:lnTo>
                    <a:pt x="1333018" y="1677961"/>
                  </a:lnTo>
                  <a:lnTo>
                    <a:pt x="1333013" y="1677979"/>
                  </a:lnTo>
                  <a:lnTo>
                    <a:pt x="1333002" y="1677998"/>
                  </a:lnTo>
                  <a:lnTo>
                    <a:pt x="1332990" y="1678016"/>
                  </a:lnTo>
                  <a:lnTo>
                    <a:pt x="1332982" y="1678035"/>
                  </a:lnTo>
                  <a:lnTo>
                    <a:pt x="1332978" y="1678046"/>
                  </a:lnTo>
                  <a:lnTo>
                    <a:pt x="1332972" y="1678062"/>
                  </a:lnTo>
                  <a:lnTo>
                    <a:pt x="1332967" y="1678071"/>
                  </a:lnTo>
                  <a:lnTo>
                    <a:pt x="1332961" y="1678089"/>
                  </a:lnTo>
                  <a:lnTo>
                    <a:pt x="1332956" y="1678113"/>
                  </a:lnTo>
                  <a:lnTo>
                    <a:pt x="1332957" y="1678128"/>
                  </a:lnTo>
                  <a:lnTo>
                    <a:pt x="1332958" y="1678146"/>
                  </a:lnTo>
                  <a:lnTo>
                    <a:pt x="1332958" y="1678153"/>
                  </a:lnTo>
                  <a:lnTo>
                    <a:pt x="1332961" y="1678165"/>
                  </a:lnTo>
                  <a:lnTo>
                    <a:pt x="1332968" y="1678183"/>
                  </a:lnTo>
                  <a:lnTo>
                    <a:pt x="1332973" y="1678202"/>
                  </a:lnTo>
                  <a:lnTo>
                    <a:pt x="1332979" y="1678220"/>
                  </a:lnTo>
                  <a:lnTo>
                    <a:pt x="1332981" y="1678239"/>
                  </a:lnTo>
                  <a:lnTo>
                    <a:pt x="1332985" y="1678257"/>
                  </a:lnTo>
                  <a:lnTo>
                    <a:pt x="1332990" y="1678276"/>
                  </a:lnTo>
                  <a:lnTo>
                    <a:pt x="1332994" y="1678288"/>
                  </a:lnTo>
                  <a:lnTo>
                    <a:pt x="1333003" y="1678313"/>
                  </a:lnTo>
                  <a:lnTo>
                    <a:pt x="1333010" y="1678328"/>
                  </a:lnTo>
                  <a:lnTo>
                    <a:pt x="1333021" y="1678353"/>
                  </a:lnTo>
                  <a:lnTo>
                    <a:pt x="1333031" y="1678369"/>
                  </a:lnTo>
                  <a:lnTo>
                    <a:pt x="1333040" y="1678388"/>
                  </a:lnTo>
                  <a:lnTo>
                    <a:pt x="1333047" y="1678399"/>
                  </a:lnTo>
                  <a:lnTo>
                    <a:pt x="1333049" y="1678406"/>
                  </a:lnTo>
                  <a:lnTo>
                    <a:pt x="1333056" y="1678425"/>
                  </a:lnTo>
                  <a:lnTo>
                    <a:pt x="1333063" y="1678444"/>
                  </a:lnTo>
                  <a:lnTo>
                    <a:pt x="1333071" y="1678463"/>
                  </a:lnTo>
                  <a:lnTo>
                    <a:pt x="1333103" y="1678530"/>
                  </a:lnTo>
                  <a:lnTo>
                    <a:pt x="1333108" y="1678538"/>
                  </a:lnTo>
                  <a:lnTo>
                    <a:pt x="1333110" y="1678548"/>
                  </a:lnTo>
                  <a:lnTo>
                    <a:pt x="1333117" y="1678567"/>
                  </a:lnTo>
                  <a:lnTo>
                    <a:pt x="1333119" y="1678585"/>
                  </a:lnTo>
                  <a:lnTo>
                    <a:pt x="1333118" y="1678595"/>
                  </a:lnTo>
                  <a:lnTo>
                    <a:pt x="1333115" y="1678604"/>
                  </a:lnTo>
                  <a:lnTo>
                    <a:pt x="1333101" y="1678622"/>
                  </a:lnTo>
                  <a:lnTo>
                    <a:pt x="1333090" y="1678640"/>
                  </a:lnTo>
                  <a:lnTo>
                    <a:pt x="1333081" y="1678658"/>
                  </a:lnTo>
                  <a:lnTo>
                    <a:pt x="1333072" y="1678677"/>
                  </a:lnTo>
                  <a:lnTo>
                    <a:pt x="1333059" y="1678706"/>
                  </a:lnTo>
                  <a:lnTo>
                    <a:pt x="1333058" y="1678715"/>
                  </a:lnTo>
                  <a:lnTo>
                    <a:pt x="1333052" y="1678750"/>
                  </a:lnTo>
                  <a:lnTo>
                    <a:pt x="1333063" y="1678770"/>
                  </a:lnTo>
                  <a:lnTo>
                    <a:pt x="1333064" y="1678776"/>
                  </a:lnTo>
                  <a:lnTo>
                    <a:pt x="1333063" y="1678782"/>
                  </a:lnTo>
                  <a:lnTo>
                    <a:pt x="1333059" y="1678794"/>
                  </a:lnTo>
                  <a:lnTo>
                    <a:pt x="1333035" y="1678844"/>
                  </a:lnTo>
                  <a:lnTo>
                    <a:pt x="1332988" y="1678897"/>
                  </a:lnTo>
                  <a:lnTo>
                    <a:pt x="1332965" y="1678926"/>
                  </a:lnTo>
                  <a:lnTo>
                    <a:pt x="1332911" y="1679023"/>
                  </a:lnTo>
                  <a:lnTo>
                    <a:pt x="1332900" y="1679054"/>
                  </a:lnTo>
                  <a:lnTo>
                    <a:pt x="1332879" y="1679092"/>
                  </a:lnTo>
                  <a:lnTo>
                    <a:pt x="1332827" y="1679137"/>
                  </a:lnTo>
                  <a:lnTo>
                    <a:pt x="1332814" y="1679161"/>
                  </a:lnTo>
                  <a:lnTo>
                    <a:pt x="1332799" y="1679196"/>
                  </a:lnTo>
                  <a:lnTo>
                    <a:pt x="1332797" y="1679208"/>
                  </a:lnTo>
                  <a:lnTo>
                    <a:pt x="1332795" y="1679216"/>
                  </a:lnTo>
                  <a:lnTo>
                    <a:pt x="1332790" y="1679228"/>
                  </a:lnTo>
                  <a:lnTo>
                    <a:pt x="1332777" y="1679243"/>
                  </a:lnTo>
                  <a:lnTo>
                    <a:pt x="1332759" y="1679256"/>
                  </a:lnTo>
                  <a:lnTo>
                    <a:pt x="1332741" y="1679265"/>
                  </a:lnTo>
                  <a:lnTo>
                    <a:pt x="1332724" y="1679279"/>
                  </a:lnTo>
                  <a:lnTo>
                    <a:pt x="1332715" y="1679286"/>
                  </a:lnTo>
                  <a:lnTo>
                    <a:pt x="1332708" y="1679296"/>
                  </a:lnTo>
                  <a:lnTo>
                    <a:pt x="1332702" y="1679303"/>
                  </a:lnTo>
                  <a:lnTo>
                    <a:pt x="1332697" y="1679314"/>
                  </a:lnTo>
                  <a:lnTo>
                    <a:pt x="1332690" y="1679327"/>
                  </a:lnTo>
                  <a:lnTo>
                    <a:pt x="1332680" y="1679337"/>
                  </a:lnTo>
                  <a:lnTo>
                    <a:pt x="1332676" y="1679339"/>
                  </a:lnTo>
                  <a:lnTo>
                    <a:pt x="1332669" y="1679340"/>
                  </a:lnTo>
                  <a:lnTo>
                    <a:pt x="1332650" y="1679338"/>
                  </a:lnTo>
                  <a:lnTo>
                    <a:pt x="1332633" y="1679337"/>
                  </a:lnTo>
                  <a:lnTo>
                    <a:pt x="1332615" y="1679343"/>
                  </a:lnTo>
                  <a:lnTo>
                    <a:pt x="1332597" y="1679355"/>
                  </a:lnTo>
                  <a:lnTo>
                    <a:pt x="1332582" y="1679367"/>
                  </a:lnTo>
                  <a:lnTo>
                    <a:pt x="1332568" y="1679382"/>
                  </a:lnTo>
                  <a:lnTo>
                    <a:pt x="1332565" y="1679387"/>
                  </a:lnTo>
                  <a:lnTo>
                    <a:pt x="1332556" y="1679403"/>
                  </a:lnTo>
                  <a:lnTo>
                    <a:pt x="1332536" y="1679466"/>
                  </a:lnTo>
                  <a:lnTo>
                    <a:pt x="1332531" y="1679492"/>
                  </a:lnTo>
                  <a:lnTo>
                    <a:pt x="1332519" y="1679519"/>
                  </a:lnTo>
                  <a:lnTo>
                    <a:pt x="1332496" y="1679550"/>
                  </a:lnTo>
                  <a:lnTo>
                    <a:pt x="1332423" y="1679605"/>
                  </a:lnTo>
                  <a:lnTo>
                    <a:pt x="1332409" y="1679621"/>
                  </a:lnTo>
                  <a:lnTo>
                    <a:pt x="1332397" y="1679631"/>
                  </a:lnTo>
                  <a:lnTo>
                    <a:pt x="1332384" y="1679636"/>
                  </a:lnTo>
                  <a:lnTo>
                    <a:pt x="1332377" y="1679635"/>
                  </a:lnTo>
                  <a:lnTo>
                    <a:pt x="1332355" y="1679631"/>
                  </a:lnTo>
                  <a:lnTo>
                    <a:pt x="1332311" y="1679610"/>
                  </a:lnTo>
                  <a:lnTo>
                    <a:pt x="1332302" y="1679605"/>
                  </a:lnTo>
                  <a:lnTo>
                    <a:pt x="1332289" y="1679598"/>
                  </a:lnTo>
                  <a:lnTo>
                    <a:pt x="1332281" y="1679598"/>
                  </a:lnTo>
                  <a:lnTo>
                    <a:pt x="1332266" y="1679607"/>
                  </a:lnTo>
                  <a:lnTo>
                    <a:pt x="1332249" y="1679619"/>
                  </a:lnTo>
                  <a:lnTo>
                    <a:pt x="1332233" y="1679634"/>
                  </a:lnTo>
                  <a:lnTo>
                    <a:pt x="1332221" y="1679651"/>
                  </a:lnTo>
                  <a:lnTo>
                    <a:pt x="1332212" y="1679659"/>
                  </a:lnTo>
                  <a:lnTo>
                    <a:pt x="1332204" y="1679660"/>
                  </a:lnTo>
                  <a:lnTo>
                    <a:pt x="1332198" y="1679661"/>
                  </a:lnTo>
                  <a:lnTo>
                    <a:pt x="1332191" y="1679663"/>
                  </a:lnTo>
                  <a:lnTo>
                    <a:pt x="1332184" y="1679670"/>
                  </a:lnTo>
                  <a:lnTo>
                    <a:pt x="1332181" y="1679675"/>
                  </a:lnTo>
                  <a:lnTo>
                    <a:pt x="1332180" y="1679686"/>
                  </a:lnTo>
                  <a:lnTo>
                    <a:pt x="1332180" y="1679705"/>
                  </a:lnTo>
                  <a:lnTo>
                    <a:pt x="1332178" y="1679760"/>
                  </a:lnTo>
                  <a:lnTo>
                    <a:pt x="1332180" y="1679850"/>
                  </a:lnTo>
                  <a:lnTo>
                    <a:pt x="1332181" y="1679869"/>
                  </a:lnTo>
                  <a:lnTo>
                    <a:pt x="1332183" y="1679887"/>
                  </a:lnTo>
                  <a:lnTo>
                    <a:pt x="1332188" y="1679906"/>
                  </a:lnTo>
                  <a:lnTo>
                    <a:pt x="1332190" y="1679914"/>
                  </a:lnTo>
                  <a:lnTo>
                    <a:pt x="1332190" y="1679925"/>
                  </a:lnTo>
                  <a:lnTo>
                    <a:pt x="1332186" y="1679943"/>
                  </a:lnTo>
                  <a:lnTo>
                    <a:pt x="1332116" y="1680045"/>
                  </a:lnTo>
                  <a:lnTo>
                    <a:pt x="1332078" y="1680105"/>
                  </a:lnTo>
                  <a:lnTo>
                    <a:pt x="1332071" y="1680112"/>
                  </a:lnTo>
                  <a:lnTo>
                    <a:pt x="1332056" y="1680126"/>
                  </a:lnTo>
                  <a:lnTo>
                    <a:pt x="1332045" y="1680139"/>
                  </a:lnTo>
                  <a:lnTo>
                    <a:pt x="1332041" y="1680144"/>
                  </a:lnTo>
                  <a:lnTo>
                    <a:pt x="1332039" y="1680158"/>
                  </a:lnTo>
                  <a:lnTo>
                    <a:pt x="1332040" y="1680169"/>
                  </a:lnTo>
                  <a:lnTo>
                    <a:pt x="1332042" y="1680179"/>
                  </a:lnTo>
                  <a:lnTo>
                    <a:pt x="1332044" y="1680187"/>
                  </a:lnTo>
                  <a:lnTo>
                    <a:pt x="1332047" y="1680197"/>
                  </a:lnTo>
                  <a:lnTo>
                    <a:pt x="1332050" y="1680208"/>
                  </a:lnTo>
                  <a:lnTo>
                    <a:pt x="1332055" y="1680219"/>
                  </a:lnTo>
                  <a:lnTo>
                    <a:pt x="1332062" y="1680232"/>
                  </a:lnTo>
                  <a:lnTo>
                    <a:pt x="1332065" y="1680263"/>
                  </a:lnTo>
                  <a:lnTo>
                    <a:pt x="1332064" y="1680277"/>
                  </a:lnTo>
                  <a:lnTo>
                    <a:pt x="1332054" y="1680291"/>
                  </a:lnTo>
                  <a:lnTo>
                    <a:pt x="1332039" y="1680305"/>
                  </a:lnTo>
                  <a:lnTo>
                    <a:pt x="1332030" y="1680309"/>
                  </a:lnTo>
                  <a:lnTo>
                    <a:pt x="1332023" y="1680315"/>
                  </a:lnTo>
                  <a:lnTo>
                    <a:pt x="1332013" y="1680310"/>
                  </a:lnTo>
                  <a:lnTo>
                    <a:pt x="1331996" y="1680295"/>
                  </a:lnTo>
                  <a:lnTo>
                    <a:pt x="1331979" y="1680284"/>
                  </a:lnTo>
                  <a:lnTo>
                    <a:pt x="1331961" y="1680279"/>
                  </a:lnTo>
                  <a:lnTo>
                    <a:pt x="1331944" y="1680279"/>
                  </a:lnTo>
                  <a:lnTo>
                    <a:pt x="1331926" y="1680287"/>
                  </a:lnTo>
                  <a:lnTo>
                    <a:pt x="1331921" y="1680293"/>
                  </a:lnTo>
                  <a:lnTo>
                    <a:pt x="1331913" y="1680305"/>
                  </a:lnTo>
                  <a:lnTo>
                    <a:pt x="1331905" y="1680323"/>
                  </a:lnTo>
                  <a:lnTo>
                    <a:pt x="1331901" y="1680342"/>
                  </a:lnTo>
                  <a:lnTo>
                    <a:pt x="1331896" y="1680360"/>
                  </a:lnTo>
                  <a:lnTo>
                    <a:pt x="1331883" y="1680397"/>
                  </a:lnTo>
                  <a:lnTo>
                    <a:pt x="1331857" y="1680496"/>
                  </a:lnTo>
                  <a:lnTo>
                    <a:pt x="1331850" y="1680544"/>
                  </a:lnTo>
                  <a:lnTo>
                    <a:pt x="1331845" y="1680595"/>
                  </a:lnTo>
                  <a:lnTo>
                    <a:pt x="1331846" y="1680634"/>
                  </a:lnTo>
                  <a:lnTo>
                    <a:pt x="1331855" y="1680651"/>
                  </a:lnTo>
                  <a:lnTo>
                    <a:pt x="1331869" y="1680670"/>
                  </a:lnTo>
                  <a:lnTo>
                    <a:pt x="1331885" y="1680688"/>
                  </a:lnTo>
                  <a:lnTo>
                    <a:pt x="1331902" y="1680702"/>
                  </a:lnTo>
                  <a:lnTo>
                    <a:pt x="1331911" y="1680708"/>
                  </a:lnTo>
                  <a:lnTo>
                    <a:pt x="1331919" y="1680710"/>
                  </a:lnTo>
                  <a:lnTo>
                    <a:pt x="1331926" y="1680719"/>
                  </a:lnTo>
                  <a:lnTo>
                    <a:pt x="1331934" y="1680747"/>
                  </a:lnTo>
                  <a:lnTo>
                    <a:pt x="1331937" y="1680766"/>
                  </a:lnTo>
                  <a:lnTo>
                    <a:pt x="1331937" y="1680785"/>
                  </a:lnTo>
                  <a:lnTo>
                    <a:pt x="1331934" y="1680803"/>
                  </a:lnTo>
                  <a:lnTo>
                    <a:pt x="1331928" y="1680821"/>
                  </a:lnTo>
                  <a:lnTo>
                    <a:pt x="1331922" y="1680840"/>
                  </a:lnTo>
                  <a:lnTo>
                    <a:pt x="1331916" y="1680858"/>
                  </a:lnTo>
                  <a:lnTo>
                    <a:pt x="1331912" y="1680869"/>
                  </a:lnTo>
                  <a:lnTo>
                    <a:pt x="1331912" y="1680876"/>
                  </a:lnTo>
                  <a:lnTo>
                    <a:pt x="1331911" y="1680895"/>
                  </a:lnTo>
                  <a:lnTo>
                    <a:pt x="1331916" y="1680913"/>
                  </a:lnTo>
                  <a:lnTo>
                    <a:pt x="1331921" y="1680932"/>
                  </a:lnTo>
                  <a:lnTo>
                    <a:pt x="1331929" y="1680951"/>
                  </a:lnTo>
                  <a:lnTo>
                    <a:pt x="1331934" y="1680970"/>
                  </a:lnTo>
                  <a:lnTo>
                    <a:pt x="1331939" y="1680988"/>
                  </a:lnTo>
                  <a:lnTo>
                    <a:pt x="1331945" y="1681002"/>
                  </a:lnTo>
                  <a:lnTo>
                    <a:pt x="1331953" y="1681025"/>
                  </a:lnTo>
                  <a:lnTo>
                    <a:pt x="1331960" y="1681044"/>
                  </a:lnTo>
                  <a:lnTo>
                    <a:pt x="1331966" y="1681062"/>
                  </a:lnTo>
                  <a:lnTo>
                    <a:pt x="1331974" y="1681081"/>
                  </a:lnTo>
                  <a:lnTo>
                    <a:pt x="1331983" y="1681102"/>
                  </a:lnTo>
                  <a:lnTo>
                    <a:pt x="1332003" y="1681167"/>
                  </a:lnTo>
                  <a:lnTo>
                    <a:pt x="1332008" y="1681185"/>
                  </a:lnTo>
                  <a:lnTo>
                    <a:pt x="1332010" y="1681204"/>
                  </a:lnTo>
                  <a:lnTo>
                    <a:pt x="1332012" y="1681211"/>
                  </a:lnTo>
                  <a:lnTo>
                    <a:pt x="1332012" y="1681222"/>
                  </a:lnTo>
                  <a:lnTo>
                    <a:pt x="1332009" y="1681240"/>
                  </a:lnTo>
                  <a:lnTo>
                    <a:pt x="1332003" y="1681294"/>
                  </a:lnTo>
                  <a:lnTo>
                    <a:pt x="1331977" y="1681418"/>
                  </a:lnTo>
                  <a:lnTo>
                    <a:pt x="1331944" y="1681507"/>
                  </a:lnTo>
                  <a:lnTo>
                    <a:pt x="1331863" y="1681639"/>
                  </a:lnTo>
                  <a:lnTo>
                    <a:pt x="1331861" y="1681644"/>
                  </a:lnTo>
                  <a:lnTo>
                    <a:pt x="1331853" y="1681663"/>
                  </a:lnTo>
                  <a:lnTo>
                    <a:pt x="1331848" y="1681672"/>
                  </a:lnTo>
                  <a:lnTo>
                    <a:pt x="1331844" y="1681681"/>
                  </a:lnTo>
                  <a:lnTo>
                    <a:pt x="1331833" y="1681702"/>
                  </a:lnTo>
                  <a:lnTo>
                    <a:pt x="1331828" y="1681718"/>
                  </a:lnTo>
                  <a:lnTo>
                    <a:pt x="1331828" y="1681737"/>
                  </a:lnTo>
                  <a:lnTo>
                    <a:pt x="1331830" y="1681755"/>
                  </a:lnTo>
                  <a:lnTo>
                    <a:pt x="1331829" y="1681773"/>
                  </a:lnTo>
                  <a:lnTo>
                    <a:pt x="1331826" y="1681792"/>
                  </a:lnTo>
                  <a:lnTo>
                    <a:pt x="1331820" y="1681813"/>
                  </a:lnTo>
                  <a:lnTo>
                    <a:pt x="1331794" y="1681850"/>
                  </a:lnTo>
                  <a:lnTo>
                    <a:pt x="1331787" y="1681849"/>
                  </a:lnTo>
                  <a:lnTo>
                    <a:pt x="1331767" y="1681836"/>
                  </a:lnTo>
                  <a:lnTo>
                    <a:pt x="1331751" y="1681832"/>
                  </a:lnTo>
                  <a:lnTo>
                    <a:pt x="1331729" y="1681835"/>
                  </a:lnTo>
                  <a:lnTo>
                    <a:pt x="1331692" y="1681850"/>
                  </a:lnTo>
                  <a:lnTo>
                    <a:pt x="1331658" y="1681869"/>
                  </a:lnTo>
                  <a:lnTo>
                    <a:pt x="1331633" y="1681878"/>
                  </a:lnTo>
                  <a:lnTo>
                    <a:pt x="1331580" y="1681884"/>
                  </a:lnTo>
                  <a:lnTo>
                    <a:pt x="1331514" y="1681886"/>
                  </a:lnTo>
                  <a:lnTo>
                    <a:pt x="1331495" y="1681884"/>
                  </a:lnTo>
                  <a:lnTo>
                    <a:pt x="1331473" y="1681880"/>
                  </a:lnTo>
                  <a:lnTo>
                    <a:pt x="1331458" y="1681874"/>
                  </a:lnTo>
                  <a:lnTo>
                    <a:pt x="1331441" y="1681869"/>
                  </a:lnTo>
                  <a:lnTo>
                    <a:pt x="1331436" y="1681866"/>
                  </a:lnTo>
                  <a:lnTo>
                    <a:pt x="1331421" y="1681864"/>
                  </a:lnTo>
                  <a:lnTo>
                    <a:pt x="1331406" y="1681869"/>
                  </a:lnTo>
                  <a:lnTo>
                    <a:pt x="1331388" y="1681876"/>
                  </a:lnTo>
                  <a:lnTo>
                    <a:pt x="1331383" y="1681878"/>
                  </a:lnTo>
                  <a:lnTo>
                    <a:pt x="1331371" y="1681879"/>
                  </a:lnTo>
                  <a:lnTo>
                    <a:pt x="1331353" y="1681881"/>
                  </a:lnTo>
                  <a:lnTo>
                    <a:pt x="1331342" y="1681880"/>
                  </a:lnTo>
                  <a:lnTo>
                    <a:pt x="1331336" y="1681876"/>
                  </a:lnTo>
                  <a:lnTo>
                    <a:pt x="1331331" y="1681858"/>
                  </a:lnTo>
                  <a:lnTo>
                    <a:pt x="1331329" y="1681839"/>
                  </a:lnTo>
                  <a:lnTo>
                    <a:pt x="1331325" y="1681819"/>
                  </a:lnTo>
                  <a:lnTo>
                    <a:pt x="1331319" y="1681802"/>
                  </a:lnTo>
                  <a:lnTo>
                    <a:pt x="1331308" y="1681783"/>
                  </a:lnTo>
                  <a:lnTo>
                    <a:pt x="1331294" y="1681765"/>
                  </a:lnTo>
                  <a:lnTo>
                    <a:pt x="1331288" y="1681759"/>
                  </a:lnTo>
                  <a:lnTo>
                    <a:pt x="1331276" y="1681750"/>
                  </a:lnTo>
                  <a:lnTo>
                    <a:pt x="1331260" y="1681750"/>
                  </a:lnTo>
                  <a:lnTo>
                    <a:pt x="1331242" y="1681754"/>
                  </a:lnTo>
                  <a:lnTo>
                    <a:pt x="1331207" y="1681763"/>
                  </a:lnTo>
                  <a:lnTo>
                    <a:pt x="1331197" y="1681765"/>
                  </a:lnTo>
                  <a:lnTo>
                    <a:pt x="1331190" y="1681770"/>
                  </a:lnTo>
                  <a:lnTo>
                    <a:pt x="1331172" y="1681773"/>
                  </a:lnTo>
                  <a:lnTo>
                    <a:pt x="1331137" y="1681778"/>
                  </a:lnTo>
                  <a:lnTo>
                    <a:pt x="1331119" y="1681781"/>
                  </a:lnTo>
                  <a:lnTo>
                    <a:pt x="1331108" y="1681783"/>
                  </a:lnTo>
                  <a:lnTo>
                    <a:pt x="1331102" y="1681787"/>
                  </a:lnTo>
                  <a:lnTo>
                    <a:pt x="1331093" y="1681790"/>
                  </a:lnTo>
                  <a:lnTo>
                    <a:pt x="1331084" y="1681798"/>
                  </a:lnTo>
                  <a:lnTo>
                    <a:pt x="1331066" y="1681808"/>
                  </a:lnTo>
                  <a:lnTo>
                    <a:pt x="1331049" y="1681819"/>
                  </a:lnTo>
                  <a:lnTo>
                    <a:pt x="1331034" y="1681826"/>
                  </a:lnTo>
                  <a:lnTo>
                    <a:pt x="1331013" y="1681839"/>
                  </a:lnTo>
                  <a:lnTo>
                    <a:pt x="1330988" y="1681856"/>
                  </a:lnTo>
                  <a:lnTo>
                    <a:pt x="1330980" y="1681867"/>
                  </a:lnTo>
                  <a:lnTo>
                    <a:pt x="1330974" y="1681877"/>
                  </a:lnTo>
                  <a:lnTo>
                    <a:pt x="1330974" y="1681886"/>
                  </a:lnTo>
                  <a:lnTo>
                    <a:pt x="1330979" y="1681904"/>
                  </a:lnTo>
                  <a:lnTo>
                    <a:pt x="1330991" y="1681941"/>
                  </a:lnTo>
                  <a:lnTo>
                    <a:pt x="1330994" y="1681962"/>
                  </a:lnTo>
                  <a:lnTo>
                    <a:pt x="1330945" y="1682002"/>
                  </a:lnTo>
                  <a:lnTo>
                    <a:pt x="1330876" y="1682029"/>
                  </a:lnTo>
                  <a:lnTo>
                    <a:pt x="1330820" y="1682039"/>
                  </a:lnTo>
                  <a:lnTo>
                    <a:pt x="1330810" y="1682041"/>
                  </a:lnTo>
                  <a:lnTo>
                    <a:pt x="1330721" y="1682045"/>
                  </a:lnTo>
                  <a:lnTo>
                    <a:pt x="1330711" y="1682051"/>
                  </a:lnTo>
                  <a:lnTo>
                    <a:pt x="1330707" y="1682061"/>
                  </a:lnTo>
                  <a:lnTo>
                    <a:pt x="1330703" y="1682078"/>
                  </a:lnTo>
                  <a:lnTo>
                    <a:pt x="1330699" y="1682087"/>
                  </a:lnTo>
                  <a:lnTo>
                    <a:pt x="1330698" y="1682096"/>
                  </a:lnTo>
                  <a:lnTo>
                    <a:pt x="1330692" y="1682105"/>
                  </a:lnTo>
                  <a:lnTo>
                    <a:pt x="1330675" y="1682115"/>
                  </a:lnTo>
                  <a:lnTo>
                    <a:pt x="1330665" y="1682118"/>
                  </a:lnTo>
                  <a:lnTo>
                    <a:pt x="1330647" y="1682126"/>
                  </a:lnTo>
                  <a:lnTo>
                    <a:pt x="1330629" y="1682132"/>
                  </a:lnTo>
                  <a:lnTo>
                    <a:pt x="1330612" y="1682138"/>
                  </a:lnTo>
                  <a:lnTo>
                    <a:pt x="1330594" y="1682145"/>
                  </a:lnTo>
                  <a:lnTo>
                    <a:pt x="1330577" y="1682150"/>
                  </a:lnTo>
                  <a:lnTo>
                    <a:pt x="1330559" y="1682150"/>
                  </a:lnTo>
                  <a:lnTo>
                    <a:pt x="1330542" y="1682147"/>
                  </a:lnTo>
                  <a:lnTo>
                    <a:pt x="1330525" y="1682142"/>
                  </a:lnTo>
                  <a:lnTo>
                    <a:pt x="1330507" y="1682133"/>
                  </a:lnTo>
                  <a:lnTo>
                    <a:pt x="1330489" y="1682136"/>
                  </a:lnTo>
                  <a:lnTo>
                    <a:pt x="1330472" y="1682148"/>
                  </a:lnTo>
                  <a:lnTo>
                    <a:pt x="1330454" y="1682161"/>
                  </a:lnTo>
                  <a:lnTo>
                    <a:pt x="1330438" y="1682173"/>
                  </a:lnTo>
                  <a:lnTo>
                    <a:pt x="1330420" y="1682189"/>
                  </a:lnTo>
                  <a:lnTo>
                    <a:pt x="1330403" y="1682204"/>
                  </a:lnTo>
                  <a:lnTo>
                    <a:pt x="1330388" y="1682222"/>
                  </a:lnTo>
                  <a:lnTo>
                    <a:pt x="1330371" y="1682236"/>
                  </a:lnTo>
                  <a:lnTo>
                    <a:pt x="1330353" y="1682249"/>
                  </a:lnTo>
                  <a:lnTo>
                    <a:pt x="1330344" y="1682253"/>
                  </a:lnTo>
                  <a:lnTo>
                    <a:pt x="1330336" y="1682253"/>
                  </a:lnTo>
                  <a:lnTo>
                    <a:pt x="1330319" y="1682251"/>
                  </a:lnTo>
                  <a:lnTo>
                    <a:pt x="1330301" y="1682244"/>
                  </a:lnTo>
                  <a:lnTo>
                    <a:pt x="1330284" y="1682237"/>
                  </a:lnTo>
                  <a:lnTo>
                    <a:pt x="1330261" y="1682223"/>
                  </a:lnTo>
                  <a:lnTo>
                    <a:pt x="1330249" y="1682213"/>
                  </a:lnTo>
                  <a:lnTo>
                    <a:pt x="1330233" y="1682196"/>
                  </a:lnTo>
                  <a:lnTo>
                    <a:pt x="1330202" y="1682161"/>
                  </a:lnTo>
                  <a:lnTo>
                    <a:pt x="1330189" y="1682144"/>
                  </a:lnTo>
                  <a:lnTo>
                    <a:pt x="1330176" y="1682125"/>
                  </a:lnTo>
                  <a:lnTo>
                    <a:pt x="1330166" y="1682109"/>
                  </a:lnTo>
                  <a:lnTo>
                    <a:pt x="1330145" y="1682069"/>
                  </a:lnTo>
                  <a:lnTo>
                    <a:pt x="1330132" y="1682051"/>
                  </a:lnTo>
                  <a:lnTo>
                    <a:pt x="1330117" y="1682037"/>
                  </a:lnTo>
                  <a:lnTo>
                    <a:pt x="1330112" y="1682032"/>
                  </a:lnTo>
                  <a:lnTo>
                    <a:pt x="1330108" y="1682029"/>
                  </a:lnTo>
                  <a:lnTo>
                    <a:pt x="1330095" y="1682029"/>
                  </a:lnTo>
                  <a:lnTo>
                    <a:pt x="1330082" y="1682034"/>
                  </a:lnTo>
                  <a:lnTo>
                    <a:pt x="1330064" y="1682044"/>
                  </a:lnTo>
                  <a:lnTo>
                    <a:pt x="1330047" y="1682052"/>
                  </a:lnTo>
                  <a:lnTo>
                    <a:pt x="1330029" y="1682058"/>
                  </a:lnTo>
                  <a:lnTo>
                    <a:pt x="1330008" y="1682069"/>
                  </a:lnTo>
                  <a:lnTo>
                    <a:pt x="1329994" y="1682075"/>
                  </a:lnTo>
                  <a:lnTo>
                    <a:pt x="1329976" y="1682078"/>
                  </a:lnTo>
                  <a:lnTo>
                    <a:pt x="1329959" y="1682075"/>
                  </a:lnTo>
                  <a:lnTo>
                    <a:pt x="1329941" y="1682065"/>
                  </a:lnTo>
                  <a:lnTo>
                    <a:pt x="1329937" y="1682063"/>
                  </a:lnTo>
                  <a:lnTo>
                    <a:pt x="1329915" y="1682063"/>
                  </a:lnTo>
                  <a:lnTo>
                    <a:pt x="1329907" y="1682065"/>
                  </a:lnTo>
                  <a:lnTo>
                    <a:pt x="1329889" y="1682067"/>
                  </a:lnTo>
                  <a:lnTo>
                    <a:pt x="1329872" y="1682068"/>
                  </a:lnTo>
                  <a:lnTo>
                    <a:pt x="1329854" y="1682065"/>
                  </a:lnTo>
                  <a:lnTo>
                    <a:pt x="1329836" y="1682054"/>
                  </a:lnTo>
                  <a:lnTo>
                    <a:pt x="1329819" y="1682040"/>
                  </a:lnTo>
                  <a:lnTo>
                    <a:pt x="1329802" y="1682025"/>
                  </a:lnTo>
                  <a:lnTo>
                    <a:pt x="1329786" y="1682008"/>
                  </a:lnTo>
                  <a:lnTo>
                    <a:pt x="1329778" y="1682001"/>
                  </a:lnTo>
                  <a:lnTo>
                    <a:pt x="1329772" y="1681992"/>
                  </a:lnTo>
                  <a:lnTo>
                    <a:pt x="1329760" y="1681973"/>
                  </a:lnTo>
                  <a:lnTo>
                    <a:pt x="1329743" y="1681954"/>
                  </a:lnTo>
                  <a:lnTo>
                    <a:pt x="1329728" y="1681942"/>
                  </a:lnTo>
                  <a:lnTo>
                    <a:pt x="1329722" y="1681938"/>
                  </a:lnTo>
                  <a:lnTo>
                    <a:pt x="1329710" y="1681936"/>
                  </a:lnTo>
                  <a:lnTo>
                    <a:pt x="1329693" y="1681933"/>
                  </a:lnTo>
                  <a:lnTo>
                    <a:pt x="1329682" y="1681933"/>
                  </a:lnTo>
                  <a:lnTo>
                    <a:pt x="1329664" y="1681939"/>
                  </a:lnTo>
                  <a:lnTo>
                    <a:pt x="1329617" y="1681975"/>
                  </a:lnTo>
                  <a:lnTo>
                    <a:pt x="1329608" y="1681978"/>
                  </a:lnTo>
                  <a:lnTo>
                    <a:pt x="1329600" y="1681979"/>
                  </a:lnTo>
                  <a:lnTo>
                    <a:pt x="1329583" y="1681979"/>
                  </a:lnTo>
                  <a:lnTo>
                    <a:pt x="1329571" y="1681978"/>
                  </a:lnTo>
                  <a:lnTo>
                    <a:pt x="1329546" y="1681967"/>
                  </a:lnTo>
                  <a:lnTo>
                    <a:pt x="1329498" y="1681936"/>
                  </a:lnTo>
                  <a:lnTo>
                    <a:pt x="1329485" y="1681920"/>
                  </a:lnTo>
                  <a:lnTo>
                    <a:pt x="1329465" y="1681904"/>
                  </a:lnTo>
                  <a:lnTo>
                    <a:pt x="1329458" y="1681904"/>
                  </a:lnTo>
                  <a:lnTo>
                    <a:pt x="1329446" y="1681904"/>
                  </a:lnTo>
                  <a:lnTo>
                    <a:pt x="1329405" y="1681913"/>
                  </a:lnTo>
                  <a:lnTo>
                    <a:pt x="1329283" y="1681930"/>
                  </a:lnTo>
                  <a:lnTo>
                    <a:pt x="1329209" y="1681929"/>
                  </a:lnTo>
                  <a:lnTo>
                    <a:pt x="1329160" y="1681926"/>
                  </a:lnTo>
                  <a:lnTo>
                    <a:pt x="1329125" y="1681908"/>
                  </a:lnTo>
                  <a:lnTo>
                    <a:pt x="1329090" y="1681860"/>
                  </a:lnTo>
                  <a:lnTo>
                    <a:pt x="1329076" y="1681846"/>
                  </a:lnTo>
                  <a:lnTo>
                    <a:pt x="1329069" y="1681844"/>
                  </a:lnTo>
                  <a:lnTo>
                    <a:pt x="1329063" y="1681846"/>
                  </a:lnTo>
                  <a:lnTo>
                    <a:pt x="1329059" y="1681855"/>
                  </a:lnTo>
                  <a:lnTo>
                    <a:pt x="1329054" y="1681904"/>
                  </a:lnTo>
                  <a:lnTo>
                    <a:pt x="1329054" y="1681930"/>
                  </a:lnTo>
                  <a:lnTo>
                    <a:pt x="1329058" y="1681939"/>
                  </a:lnTo>
                  <a:lnTo>
                    <a:pt x="1329063" y="1681946"/>
                  </a:lnTo>
                  <a:lnTo>
                    <a:pt x="1329089" y="1681971"/>
                  </a:lnTo>
                  <a:lnTo>
                    <a:pt x="1329104" y="1682007"/>
                  </a:lnTo>
                  <a:lnTo>
                    <a:pt x="1329107" y="1682035"/>
                  </a:lnTo>
                  <a:lnTo>
                    <a:pt x="1329098" y="1682123"/>
                  </a:lnTo>
                  <a:lnTo>
                    <a:pt x="1329095" y="1682159"/>
                  </a:lnTo>
                  <a:lnTo>
                    <a:pt x="1329085" y="1682185"/>
                  </a:lnTo>
                  <a:lnTo>
                    <a:pt x="1329077" y="1682194"/>
                  </a:lnTo>
                  <a:lnTo>
                    <a:pt x="1329018" y="1682215"/>
                  </a:lnTo>
                  <a:lnTo>
                    <a:pt x="1329006" y="1682221"/>
                  </a:lnTo>
                  <a:lnTo>
                    <a:pt x="1328993" y="1682232"/>
                  </a:lnTo>
                  <a:lnTo>
                    <a:pt x="1328987" y="1682240"/>
                  </a:lnTo>
                  <a:lnTo>
                    <a:pt x="1328984" y="1682248"/>
                  </a:lnTo>
                  <a:lnTo>
                    <a:pt x="1328979" y="1682266"/>
                  </a:lnTo>
                  <a:lnTo>
                    <a:pt x="1328976" y="1682279"/>
                  </a:lnTo>
                  <a:lnTo>
                    <a:pt x="1328973" y="1682287"/>
                  </a:lnTo>
                  <a:lnTo>
                    <a:pt x="1328969" y="1682308"/>
                  </a:lnTo>
                  <a:lnTo>
                    <a:pt x="1328963" y="1682346"/>
                  </a:lnTo>
                  <a:lnTo>
                    <a:pt x="1328964" y="1682353"/>
                  </a:lnTo>
                  <a:lnTo>
                    <a:pt x="1328972" y="1682369"/>
                  </a:lnTo>
                  <a:lnTo>
                    <a:pt x="1329005" y="1682421"/>
                  </a:lnTo>
                  <a:lnTo>
                    <a:pt x="1329013" y="1682432"/>
                  </a:lnTo>
                  <a:lnTo>
                    <a:pt x="1329017" y="1682443"/>
                  </a:lnTo>
                  <a:lnTo>
                    <a:pt x="1329019" y="1682452"/>
                  </a:lnTo>
                  <a:lnTo>
                    <a:pt x="1329017" y="1682468"/>
                  </a:lnTo>
                  <a:lnTo>
                    <a:pt x="1329010" y="1682489"/>
                  </a:lnTo>
                  <a:lnTo>
                    <a:pt x="1329001" y="1682507"/>
                  </a:lnTo>
                  <a:lnTo>
                    <a:pt x="1328999" y="1682512"/>
                  </a:lnTo>
                  <a:lnTo>
                    <a:pt x="1328986" y="1682525"/>
                  </a:lnTo>
                  <a:lnTo>
                    <a:pt x="1328966" y="1682529"/>
                  </a:lnTo>
                  <a:lnTo>
                    <a:pt x="1328953" y="1682526"/>
                  </a:lnTo>
                  <a:lnTo>
                    <a:pt x="1328936" y="1682522"/>
                  </a:lnTo>
                  <a:lnTo>
                    <a:pt x="1328918" y="1682522"/>
                  </a:lnTo>
                  <a:lnTo>
                    <a:pt x="1328901" y="1682526"/>
                  </a:lnTo>
                  <a:lnTo>
                    <a:pt x="1328883" y="1682526"/>
                  </a:lnTo>
                  <a:lnTo>
                    <a:pt x="1328866" y="1682523"/>
                  </a:lnTo>
                  <a:lnTo>
                    <a:pt x="1328848" y="1682521"/>
                  </a:lnTo>
                  <a:lnTo>
                    <a:pt x="1328844" y="1682526"/>
                  </a:lnTo>
                  <a:lnTo>
                    <a:pt x="1328849" y="1682537"/>
                  </a:lnTo>
                  <a:lnTo>
                    <a:pt x="1328860" y="1682556"/>
                  </a:lnTo>
                  <a:lnTo>
                    <a:pt x="1328866" y="1682575"/>
                  </a:lnTo>
                  <a:lnTo>
                    <a:pt x="1328869" y="1682585"/>
                  </a:lnTo>
                  <a:lnTo>
                    <a:pt x="1328883" y="1682649"/>
                  </a:lnTo>
                  <a:lnTo>
                    <a:pt x="1328883" y="1682660"/>
                  </a:lnTo>
                  <a:lnTo>
                    <a:pt x="1328877" y="1682682"/>
                  </a:lnTo>
                  <a:lnTo>
                    <a:pt x="1328870" y="1682695"/>
                  </a:lnTo>
                  <a:lnTo>
                    <a:pt x="1328842" y="1682723"/>
                  </a:lnTo>
                  <a:lnTo>
                    <a:pt x="1328815" y="1682743"/>
                  </a:lnTo>
                  <a:lnTo>
                    <a:pt x="1328796" y="1682755"/>
                  </a:lnTo>
                  <a:lnTo>
                    <a:pt x="1328780" y="1682757"/>
                  </a:lnTo>
                  <a:lnTo>
                    <a:pt x="1328750" y="1682758"/>
                  </a:lnTo>
                  <a:lnTo>
                    <a:pt x="1328714" y="1682759"/>
                  </a:lnTo>
                  <a:lnTo>
                    <a:pt x="1328701" y="1682763"/>
                  </a:lnTo>
                  <a:lnTo>
                    <a:pt x="1328696" y="1682765"/>
                  </a:lnTo>
                  <a:lnTo>
                    <a:pt x="1328688" y="1682773"/>
                  </a:lnTo>
                  <a:lnTo>
                    <a:pt x="1328686" y="1682792"/>
                  </a:lnTo>
                  <a:lnTo>
                    <a:pt x="1328686" y="1682808"/>
                  </a:lnTo>
                  <a:lnTo>
                    <a:pt x="1328683" y="1682837"/>
                  </a:lnTo>
                  <a:lnTo>
                    <a:pt x="1328679" y="1682864"/>
                  </a:lnTo>
                  <a:lnTo>
                    <a:pt x="1328674" y="1682874"/>
                  </a:lnTo>
                  <a:lnTo>
                    <a:pt x="1328666" y="1682882"/>
                  </a:lnTo>
                  <a:lnTo>
                    <a:pt x="1328655" y="1682885"/>
                  </a:lnTo>
                  <a:lnTo>
                    <a:pt x="1328645" y="1682886"/>
                  </a:lnTo>
                  <a:lnTo>
                    <a:pt x="1328627" y="1682883"/>
                  </a:lnTo>
                  <a:lnTo>
                    <a:pt x="1328598" y="1682881"/>
                  </a:lnTo>
                  <a:lnTo>
                    <a:pt x="1328543" y="1682894"/>
                  </a:lnTo>
                  <a:lnTo>
                    <a:pt x="1328528" y="1682899"/>
                  </a:lnTo>
                  <a:lnTo>
                    <a:pt x="1328485" y="1682925"/>
                  </a:lnTo>
                  <a:lnTo>
                    <a:pt x="1328480" y="1682931"/>
                  </a:lnTo>
                  <a:lnTo>
                    <a:pt x="1328479" y="1682937"/>
                  </a:lnTo>
                  <a:lnTo>
                    <a:pt x="1328493" y="1682956"/>
                  </a:lnTo>
                  <a:lnTo>
                    <a:pt x="1328508" y="1682970"/>
                  </a:lnTo>
                  <a:lnTo>
                    <a:pt x="1328510" y="1682975"/>
                  </a:lnTo>
                  <a:lnTo>
                    <a:pt x="1328511" y="1682981"/>
                  </a:lnTo>
                  <a:lnTo>
                    <a:pt x="1328510" y="1682989"/>
                  </a:lnTo>
                  <a:lnTo>
                    <a:pt x="1328513" y="1683007"/>
                  </a:lnTo>
                  <a:lnTo>
                    <a:pt x="1328517" y="1683019"/>
                  </a:lnTo>
                  <a:lnTo>
                    <a:pt x="1328525" y="1683037"/>
                  </a:lnTo>
                  <a:lnTo>
                    <a:pt x="1328525" y="1683046"/>
                  </a:lnTo>
                  <a:lnTo>
                    <a:pt x="1328494" y="1683102"/>
                  </a:lnTo>
                  <a:lnTo>
                    <a:pt x="1328485" y="1683125"/>
                  </a:lnTo>
                  <a:lnTo>
                    <a:pt x="1328481" y="1683147"/>
                  </a:lnTo>
                  <a:lnTo>
                    <a:pt x="1328481" y="1683205"/>
                  </a:lnTo>
                  <a:lnTo>
                    <a:pt x="1328486" y="1683244"/>
                  </a:lnTo>
                  <a:lnTo>
                    <a:pt x="1328487" y="1683284"/>
                  </a:lnTo>
                  <a:lnTo>
                    <a:pt x="1328486" y="1683295"/>
                  </a:lnTo>
                  <a:lnTo>
                    <a:pt x="1328459" y="1683331"/>
                  </a:lnTo>
                  <a:lnTo>
                    <a:pt x="1328409" y="1683363"/>
                  </a:lnTo>
                  <a:lnTo>
                    <a:pt x="1328355" y="1683393"/>
                  </a:lnTo>
                  <a:lnTo>
                    <a:pt x="1328342" y="1683401"/>
                  </a:lnTo>
                  <a:lnTo>
                    <a:pt x="1328307" y="1683415"/>
                  </a:lnTo>
                  <a:lnTo>
                    <a:pt x="1328300" y="1683419"/>
                  </a:lnTo>
                  <a:lnTo>
                    <a:pt x="1328290" y="1683423"/>
                  </a:lnTo>
                  <a:lnTo>
                    <a:pt x="1328272" y="1683432"/>
                  </a:lnTo>
                  <a:lnTo>
                    <a:pt x="1328254" y="1683440"/>
                  </a:lnTo>
                  <a:lnTo>
                    <a:pt x="1328245" y="1683442"/>
                  </a:lnTo>
                  <a:lnTo>
                    <a:pt x="1328234" y="1683447"/>
                  </a:lnTo>
                  <a:lnTo>
                    <a:pt x="1328221" y="1683460"/>
                  </a:lnTo>
                  <a:lnTo>
                    <a:pt x="1328216" y="1683470"/>
                  </a:lnTo>
                  <a:lnTo>
                    <a:pt x="1328215" y="1683479"/>
                  </a:lnTo>
                  <a:lnTo>
                    <a:pt x="1328212" y="1683501"/>
                  </a:lnTo>
                  <a:lnTo>
                    <a:pt x="1328213" y="1683516"/>
                  </a:lnTo>
                  <a:lnTo>
                    <a:pt x="1328215" y="1683534"/>
                  </a:lnTo>
                  <a:lnTo>
                    <a:pt x="1328219" y="1683553"/>
                  </a:lnTo>
                  <a:lnTo>
                    <a:pt x="1328219" y="1683571"/>
                  </a:lnTo>
                  <a:lnTo>
                    <a:pt x="1328216" y="1683589"/>
                  </a:lnTo>
                  <a:lnTo>
                    <a:pt x="1328207" y="1683626"/>
                  </a:lnTo>
                  <a:lnTo>
                    <a:pt x="1328209" y="1683631"/>
                  </a:lnTo>
                  <a:lnTo>
                    <a:pt x="1328222" y="1683637"/>
                  </a:lnTo>
                  <a:lnTo>
                    <a:pt x="1328239" y="1683647"/>
                  </a:lnTo>
                  <a:lnTo>
                    <a:pt x="1328257" y="1683654"/>
                  </a:lnTo>
                  <a:lnTo>
                    <a:pt x="1328274" y="1683667"/>
                  </a:lnTo>
                  <a:lnTo>
                    <a:pt x="1328291" y="1683679"/>
                  </a:lnTo>
                  <a:lnTo>
                    <a:pt x="1328297" y="1683682"/>
                  </a:lnTo>
                  <a:lnTo>
                    <a:pt x="1328309" y="1683685"/>
                  </a:lnTo>
                  <a:lnTo>
                    <a:pt x="1328326" y="1683684"/>
                  </a:lnTo>
                  <a:lnTo>
                    <a:pt x="1328336" y="1683684"/>
                  </a:lnTo>
                  <a:lnTo>
                    <a:pt x="1328344" y="1683687"/>
                  </a:lnTo>
                  <a:lnTo>
                    <a:pt x="1328359" y="1683692"/>
                  </a:lnTo>
                  <a:lnTo>
                    <a:pt x="1328378" y="1683702"/>
                  </a:lnTo>
                  <a:lnTo>
                    <a:pt x="1328396" y="1683711"/>
                  </a:lnTo>
                  <a:lnTo>
                    <a:pt x="1328413" y="1683723"/>
                  </a:lnTo>
                  <a:lnTo>
                    <a:pt x="1328418" y="1683726"/>
                  </a:lnTo>
                  <a:lnTo>
                    <a:pt x="1328429" y="1683739"/>
                  </a:lnTo>
                  <a:lnTo>
                    <a:pt x="1328436" y="1683749"/>
                  </a:lnTo>
                  <a:lnTo>
                    <a:pt x="1328436" y="1683756"/>
                  </a:lnTo>
                  <a:lnTo>
                    <a:pt x="1328433" y="1683761"/>
                  </a:lnTo>
                  <a:lnTo>
                    <a:pt x="1328431" y="1683780"/>
                  </a:lnTo>
                  <a:lnTo>
                    <a:pt x="1328433" y="1683806"/>
                  </a:lnTo>
                  <a:lnTo>
                    <a:pt x="1328448" y="1683922"/>
                  </a:lnTo>
                  <a:lnTo>
                    <a:pt x="1328450" y="1683941"/>
                  </a:lnTo>
                  <a:lnTo>
                    <a:pt x="1328448" y="1683954"/>
                  </a:lnTo>
                  <a:lnTo>
                    <a:pt x="1328446" y="1683960"/>
                  </a:lnTo>
                  <a:lnTo>
                    <a:pt x="1328442" y="1683970"/>
                  </a:lnTo>
                  <a:lnTo>
                    <a:pt x="1328437" y="1683978"/>
                  </a:lnTo>
                  <a:lnTo>
                    <a:pt x="1328431" y="1683988"/>
                  </a:lnTo>
                  <a:lnTo>
                    <a:pt x="1328423" y="1683996"/>
                  </a:lnTo>
                  <a:lnTo>
                    <a:pt x="1328408" y="1684012"/>
                  </a:lnTo>
                  <a:lnTo>
                    <a:pt x="1328395" y="1684024"/>
                  </a:lnTo>
                  <a:lnTo>
                    <a:pt x="1328386" y="1684031"/>
                  </a:lnTo>
                  <a:lnTo>
                    <a:pt x="1328373" y="1684038"/>
                  </a:lnTo>
                  <a:lnTo>
                    <a:pt x="1328365" y="1684044"/>
                  </a:lnTo>
                  <a:lnTo>
                    <a:pt x="1328356" y="1684048"/>
                  </a:lnTo>
                  <a:lnTo>
                    <a:pt x="1328338" y="1684057"/>
                  </a:lnTo>
                  <a:lnTo>
                    <a:pt x="1328320" y="1684066"/>
                  </a:lnTo>
                  <a:lnTo>
                    <a:pt x="1328303" y="1684070"/>
                  </a:lnTo>
                  <a:lnTo>
                    <a:pt x="1328297" y="1684073"/>
                  </a:lnTo>
                  <a:lnTo>
                    <a:pt x="1328285" y="1684083"/>
                  </a:lnTo>
                  <a:lnTo>
                    <a:pt x="1328280" y="1684086"/>
                  </a:lnTo>
                  <a:lnTo>
                    <a:pt x="1328274" y="1684092"/>
                  </a:lnTo>
                  <a:lnTo>
                    <a:pt x="1328271" y="1684099"/>
                  </a:lnTo>
                  <a:lnTo>
                    <a:pt x="1328267" y="1684105"/>
                  </a:lnTo>
                  <a:lnTo>
                    <a:pt x="1328264" y="1684118"/>
                  </a:lnTo>
                  <a:lnTo>
                    <a:pt x="1328262" y="1684125"/>
                  </a:lnTo>
                  <a:lnTo>
                    <a:pt x="1328262" y="1684146"/>
                  </a:lnTo>
                  <a:lnTo>
                    <a:pt x="1328264" y="1684154"/>
                  </a:lnTo>
                  <a:lnTo>
                    <a:pt x="1328273" y="1684173"/>
                  </a:lnTo>
                  <a:lnTo>
                    <a:pt x="1328279" y="1684181"/>
                  </a:lnTo>
                  <a:lnTo>
                    <a:pt x="1328288" y="1684188"/>
                  </a:lnTo>
                  <a:lnTo>
                    <a:pt x="1328305" y="1684203"/>
                  </a:lnTo>
                  <a:lnTo>
                    <a:pt x="1328323" y="1684216"/>
                  </a:lnTo>
                  <a:lnTo>
                    <a:pt x="1328340" y="1684229"/>
                  </a:lnTo>
                  <a:lnTo>
                    <a:pt x="1328348" y="1684233"/>
                  </a:lnTo>
                  <a:lnTo>
                    <a:pt x="1328361" y="1684247"/>
                  </a:lnTo>
                  <a:lnTo>
                    <a:pt x="1328364" y="1684260"/>
                  </a:lnTo>
                  <a:lnTo>
                    <a:pt x="1328366" y="1684267"/>
                  </a:lnTo>
                  <a:lnTo>
                    <a:pt x="1328366" y="1684278"/>
                  </a:lnTo>
                  <a:lnTo>
                    <a:pt x="1328367" y="1684297"/>
                  </a:lnTo>
                  <a:lnTo>
                    <a:pt x="1328369" y="1684311"/>
                  </a:lnTo>
                  <a:lnTo>
                    <a:pt x="1328366" y="1684335"/>
                  </a:lnTo>
                  <a:lnTo>
                    <a:pt x="1328370" y="1684355"/>
                  </a:lnTo>
                  <a:lnTo>
                    <a:pt x="1328376" y="1684373"/>
                  </a:lnTo>
                  <a:lnTo>
                    <a:pt x="1328382" y="1684392"/>
                  </a:lnTo>
                  <a:lnTo>
                    <a:pt x="1328384" y="1684401"/>
                  </a:lnTo>
                  <a:lnTo>
                    <a:pt x="1328389" y="1684411"/>
                  </a:lnTo>
                  <a:lnTo>
                    <a:pt x="1328395" y="1684421"/>
                  </a:lnTo>
                  <a:lnTo>
                    <a:pt x="1328418" y="1684446"/>
                  </a:lnTo>
                  <a:lnTo>
                    <a:pt x="1328435" y="1684461"/>
                  </a:lnTo>
                  <a:lnTo>
                    <a:pt x="1328467" y="1684491"/>
                  </a:lnTo>
                  <a:lnTo>
                    <a:pt x="1328499" y="1684526"/>
                  </a:lnTo>
                  <a:lnTo>
                    <a:pt x="1328511" y="1684544"/>
                  </a:lnTo>
                  <a:lnTo>
                    <a:pt x="1328521" y="1684562"/>
                  </a:lnTo>
                  <a:lnTo>
                    <a:pt x="1328529" y="1684581"/>
                  </a:lnTo>
                  <a:lnTo>
                    <a:pt x="1328531" y="1684587"/>
                  </a:lnTo>
                  <a:lnTo>
                    <a:pt x="1328543" y="1684596"/>
                  </a:lnTo>
                  <a:lnTo>
                    <a:pt x="1328555" y="1684600"/>
                  </a:lnTo>
                  <a:lnTo>
                    <a:pt x="1328623" y="1684629"/>
                  </a:lnTo>
                  <a:lnTo>
                    <a:pt x="1328637" y="1684636"/>
                  </a:lnTo>
                  <a:lnTo>
                    <a:pt x="1328649" y="1684647"/>
                  </a:lnTo>
                  <a:lnTo>
                    <a:pt x="1328655" y="1684655"/>
                  </a:lnTo>
                  <a:lnTo>
                    <a:pt x="1328659" y="1684668"/>
                  </a:lnTo>
                  <a:lnTo>
                    <a:pt x="1328660" y="1684680"/>
                  </a:lnTo>
                  <a:lnTo>
                    <a:pt x="1328659" y="1684710"/>
                  </a:lnTo>
                  <a:lnTo>
                    <a:pt x="1328657" y="1684737"/>
                  </a:lnTo>
                  <a:lnTo>
                    <a:pt x="1328657" y="1684750"/>
                  </a:lnTo>
                  <a:lnTo>
                    <a:pt x="1328660" y="1684758"/>
                  </a:lnTo>
                  <a:lnTo>
                    <a:pt x="1328673" y="1684769"/>
                  </a:lnTo>
                  <a:lnTo>
                    <a:pt x="1328691" y="1684776"/>
                  </a:lnTo>
                  <a:lnTo>
                    <a:pt x="1328709" y="1684780"/>
                  </a:lnTo>
                  <a:lnTo>
                    <a:pt x="1328716" y="1684782"/>
                  </a:lnTo>
                  <a:lnTo>
                    <a:pt x="1328743" y="1684788"/>
                  </a:lnTo>
                  <a:lnTo>
                    <a:pt x="1328761" y="1684792"/>
                  </a:lnTo>
                  <a:lnTo>
                    <a:pt x="1328779" y="1684796"/>
                  </a:lnTo>
                  <a:lnTo>
                    <a:pt x="1328790" y="1684798"/>
                  </a:lnTo>
                  <a:lnTo>
                    <a:pt x="1328814" y="1684799"/>
                  </a:lnTo>
                  <a:lnTo>
                    <a:pt x="1328824" y="1684800"/>
                  </a:lnTo>
                  <a:lnTo>
                    <a:pt x="1328854" y="1684799"/>
                  </a:lnTo>
                  <a:lnTo>
                    <a:pt x="1328878" y="1684805"/>
                  </a:lnTo>
                  <a:lnTo>
                    <a:pt x="1328928" y="1684828"/>
                  </a:lnTo>
                  <a:lnTo>
                    <a:pt x="1328952" y="1684845"/>
                  </a:lnTo>
                  <a:lnTo>
                    <a:pt x="1329028" y="1684907"/>
                  </a:lnTo>
                  <a:lnTo>
                    <a:pt x="1329039" y="1684912"/>
                  </a:lnTo>
                  <a:lnTo>
                    <a:pt x="1329056" y="1684921"/>
                  </a:lnTo>
                  <a:lnTo>
                    <a:pt x="1329064" y="1684924"/>
                  </a:lnTo>
                  <a:lnTo>
                    <a:pt x="1329081" y="1684935"/>
                  </a:lnTo>
                  <a:lnTo>
                    <a:pt x="1329091" y="1684942"/>
                  </a:lnTo>
                  <a:lnTo>
                    <a:pt x="1329100" y="1684948"/>
                  </a:lnTo>
                  <a:lnTo>
                    <a:pt x="1329107" y="1684957"/>
                  </a:lnTo>
                  <a:lnTo>
                    <a:pt x="1329111" y="1684962"/>
                  </a:lnTo>
                  <a:lnTo>
                    <a:pt x="1329116" y="1684994"/>
                  </a:lnTo>
                  <a:lnTo>
                    <a:pt x="1329119" y="1685013"/>
                  </a:lnTo>
                  <a:lnTo>
                    <a:pt x="1329125" y="1685031"/>
                  </a:lnTo>
                  <a:lnTo>
                    <a:pt x="1329139" y="1685059"/>
                  </a:lnTo>
                  <a:lnTo>
                    <a:pt x="1329153" y="1685074"/>
                  </a:lnTo>
                  <a:lnTo>
                    <a:pt x="1329170" y="1685083"/>
                  </a:lnTo>
                  <a:lnTo>
                    <a:pt x="1329189" y="1685091"/>
                  </a:lnTo>
                  <a:lnTo>
                    <a:pt x="1329198" y="1685097"/>
                  </a:lnTo>
                  <a:lnTo>
                    <a:pt x="1329204" y="1685104"/>
                  </a:lnTo>
                  <a:lnTo>
                    <a:pt x="1329210" y="1685123"/>
                  </a:lnTo>
                  <a:lnTo>
                    <a:pt x="1329220" y="1685141"/>
                  </a:lnTo>
                  <a:lnTo>
                    <a:pt x="1329235" y="1685159"/>
                  </a:lnTo>
                  <a:lnTo>
                    <a:pt x="1329249" y="1685178"/>
                  </a:lnTo>
                  <a:lnTo>
                    <a:pt x="1329263" y="1685198"/>
                  </a:lnTo>
                  <a:lnTo>
                    <a:pt x="1329267" y="1685206"/>
                  </a:lnTo>
                  <a:lnTo>
                    <a:pt x="1329269" y="1685216"/>
                  </a:lnTo>
                  <a:lnTo>
                    <a:pt x="1329262" y="1685225"/>
                  </a:lnTo>
                  <a:lnTo>
                    <a:pt x="1329254" y="1685231"/>
                  </a:lnTo>
                  <a:lnTo>
                    <a:pt x="1329249" y="1685233"/>
                  </a:lnTo>
                  <a:lnTo>
                    <a:pt x="1329243" y="1685237"/>
                  </a:lnTo>
                  <a:lnTo>
                    <a:pt x="1329239" y="1685244"/>
                  </a:lnTo>
                  <a:lnTo>
                    <a:pt x="1329236" y="1685249"/>
                  </a:lnTo>
                  <a:lnTo>
                    <a:pt x="1329235" y="1685262"/>
                  </a:lnTo>
                  <a:lnTo>
                    <a:pt x="1329246" y="1685281"/>
                  </a:lnTo>
                  <a:lnTo>
                    <a:pt x="1329257" y="1685300"/>
                  </a:lnTo>
                  <a:lnTo>
                    <a:pt x="1329263" y="1685318"/>
                  </a:lnTo>
                  <a:lnTo>
                    <a:pt x="1329262" y="1685337"/>
                  </a:lnTo>
                  <a:lnTo>
                    <a:pt x="1329257" y="1685355"/>
                  </a:lnTo>
                  <a:lnTo>
                    <a:pt x="1329253" y="1685374"/>
                  </a:lnTo>
                  <a:lnTo>
                    <a:pt x="1329247" y="1685390"/>
                  </a:lnTo>
                  <a:lnTo>
                    <a:pt x="1329246" y="1685409"/>
                  </a:lnTo>
                  <a:lnTo>
                    <a:pt x="1329246" y="1685417"/>
                  </a:lnTo>
                  <a:lnTo>
                    <a:pt x="1329246" y="1685425"/>
                  </a:lnTo>
                  <a:lnTo>
                    <a:pt x="1329258" y="1685448"/>
                  </a:lnTo>
                  <a:lnTo>
                    <a:pt x="1329265" y="1685466"/>
                  </a:lnTo>
                  <a:lnTo>
                    <a:pt x="1329267" y="1685485"/>
                  </a:lnTo>
                  <a:lnTo>
                    <a:pt x="1329267" y="1685503"/>
                  </a:lnTo>
                  <a:lnTo>
                    <a:pt x="1329268" y="1685522"/>
                  </a:lnTo>
                  <a:lnTo>
                    <a:pt x="1329267" y="1685540"/>
                  </a:lnTo>
                  <a:lnTo>
                    <a:pt x="1329264" y="1685559"/>
                  </a:lnTo>
                  <a:lnTo>
                    <a:pt x="1329253" y="1685599"/>
                  </a:lnTo>
                  <a:lnTo>
                    <a:pt x="1329246" y="1685614"/>
                  </a:lnTo>
                  <a:lnTo>
                    <a:pt x="1329234" y="1685632"/>
                  </a:lnTo>
                  <a:lnTo>
                    <a:pt x="1329216" y="1685648"/>
                  </a:lnTo>
                  <a:lnTo>
                    <a:pt x="1329201" y="1685662"/>
                  </a:lnTo>
                  <a:lnTo>
                    <a:pt x="1329196" y="1685670"/>
                  </a:lnTo>
                  <a:lnTo>
                    <a:pt x="1329192" y="1685681"/>
                  </a:lnTo>
                  <a:lnTo>
                    <a:pt x="1329196" y="1685699"/>
                  </a:lnTo>
                  <a:lnTo>
                    <a:pt x="1329202" y="1685718"/>
                  </a:lnTo>
                  <a:lnTo>
                    <a:pt x="1329207" y="1685728"/>
                  </a:lnTo>
                  <a:lnTo>
                    <a:pt x="1329213" y="1685736"/>
                  </a:lnTo>
                  <a:lnTo>
                    <a:pt x="1329221" y="1685746"/>
                  </a:lnTo>
                  <a:lnTo>
                    <a:pt x="1329228" y="1685754"/>
                  </a:lnTo>
                  <a:lnTo>
                    <a:pt x="1329241" y="1685773"/>
                  </a:lnTo>
                  <a:lnTo>
                    <a:pt x="1329246" y="1685780"/>
                  </a:lnTo>
                  <a:lnTo>
                    <a:pt x="1329249" y="1685791"/>
                  </a:lnTo>
                  <a:lnTo>
                    <a:pt x="1329252" y="1685810"/>
                  </a:lnTo>
                  <a:lnTo>
                    <a:pt x="1329255" y="1685828"/>
                  </a:lnTo>
                  <a:lnTo>
                    <a:pt x="1329257" y="1685835"/>
                  </a:lnTo>
                  <a:lnTo>
                    <a:pt x="1329259" y="1685845"/>
                  </a:lnTo>
                  <a:lnTo>
                    <a:pt x="1329263" y="1685874"/>
                  </a:lnTo>
                  <a:lnTo>
                    <a:pt x="1329261" y="1685893"/>
                  </a:lnTo>
                  <a:lnTo>
                    <a:pt x="1329263" y="1685930"/>
                  </a:lnTo>
                  <a:lnTo>
                    <a:pt x="1329264" y="1685939"/>
                  </a:lnTo>
                  <a:lnTo>
                    <a:pt x="1329266" y="1685952"/>
                  </a:lnTo>
                  <a:lnTo>
                    <a:pt x="1329272" y="1685999"/>
                  </a:lnTo>
                  <a:lnTo>
                    <a:pt x="1329276" y="1686017"/>
                  </a:lnTo>
                  <a:lnTo>
                    <a:pt x="1329285" y="1686040"/>
                  </a:lnTo>
                  <a:lnTo>
                    <a:pt x="1329306" y="1686063"/>
                  </a:lnTo>
                  <a:lnTo>
                    <a:pt x="1329341" y="1686079"/>
                  </a:lnTo>
                  <a:lnTo>
                    <a:pt x="1329350" y="1686085"/>
                  </a:lnTo>
                  <a:lnTo>
                    <a:pt x="1329356" y="1686093"/>
                  </a:lnTo>
                  <a:lnTo>
                    <a:pt x="1329358" y="1686099"/>
                  </a:lnTo>
                  <a:lnTo>
                    <a:pt x="1329365" y="1686132"/>
                  </a:lnTo>
                  <a:lnTo>
                    <a:pt x="1329368" y="1686148"/>
                  </a:lnTo>
                  <a:lnTo>
                    <a:pt x="1329373" y="1686161"/>
                  </a:lnTo>
                  <a:lnTo>
                    <a:pt x="1329417" y="1686213"/>
                  </a:lnTo>
                  <a:lnTo>
                    <a:pt x="1329454" y="1686266"/>
                  </a:lnTo>
                  <a:lnTo>
                    <a:pt x="1329488" y="1686288"/>
                  </a:lnTo>
                  <a:lnTo>
                    <a:pt x="1329511" y="1686306"/>
                  </a:lnTo>
                  <a:lnTo>
                    <a:pt x="1329523" y="1686319"/>
                  </a:lnTo>
                  <a:lnTo>
                    <a:pt x="1329530" y="1686334"/>
                  </a:lnTo>
                  <a:lnTo>
                    <a:pt x="1329534" y="1686349"/>
                  </a:lnTo>
                  <a:lnTo>
                    <a:pt x="1329537" y="1686428"/>
                  </a:lnTo>
                  <a:lnTo>
                    <a:pt x="1329542" y="1686452"/>
                  </a:lnTo>
                  <a:lnTo>
                    <a:pt x="1329550" y="1686507"/>
                  </a:lnTo>
                  <a:lnTo>
                    <a:pt x="1329553" y="1686519"/>
                  </a:lnTo>
                  <a:lnTo>
                    <a:pt x="1329558" y="1686537"/>
                  </a:lnTo>
                  <a:lnTo>
                    <a:pt x="1329563" y="1686556"/>
                  </a:lnTo>
                  <a:lnTo>
                    <a:pt x="1329566" y="1686566"/>
                  </a:lnTo>
                  <a:lnTo>
                    <a:pt x="1329574" y="1686581"/>
                  </a:lnTo>
                  <a:lnTo>
                    <a:pt x="1329578" y="1686585"/>
                  </a:lnTo>
                  <a:lnTo>
                    <a:pt x="1329586" y="1686587"/>
                  </a:lnTo>
                  <a:lnTo>
                    <a:pt x="1329603" y="1686590"/>
                  </a:lnTo>
                  <a:lnTo>
                    <a:pt x="1329616" y="1686591"/>
                  </a:lnTo>
                  <a:lnTo>
                    <a:pt x="1329628" y="1686594"/>
                  </a:lnTo>
                  <a:lnTo>
                    <a:pt x="1329638" y="1686598"/>
                  </a:lnTo>
                  <a:lnTo>
                    <a:pt x="1329656" y="1686605"/>
                  </a:lnTo>
                  <a:lnTo>
                    <a:pt x="1329665" y="1686613"/>
                  </a:lnTo>
                  <a:lnTo>
                    <a:pt x="1329671" y="1686622"/>
                  </a:lnTo>
                  <a:lnTo>
                    <a:pt x="1329674" y="1686627"/>
                  </a:lnTo>
                  <a:lnTo>
                    <a:pt x="1329690" y="1686644"/>
                  </a:lnTo>
                  <a:lnTo>
                    <a:pt x="1329703" y="1686652"/>
                  </a:lnTo>
                  <a:lnTo>
                    <a:pt x="1329720" y="1686659"/>
                  </a:lnTo>
                  <a:lnTo>
                    <a:pt x="1329727" y="1686663"/>
                  </a:lnTo>
                  <a:lnTo>
                    <a:pt x="1329755" y="1686671"/>
                  </a:lnTo>
                  <a:lnTo>
                    <a:pt x="1329772" y="1686676"/>
                  </a:lnTo>
                  <a:lnTo>
                    <a:pt x="1329789" y="1686681"/>
                  </a:lnTo>
                  <a:lnTo>
                    <a:pt x="1329807" y="1686682"/>
                  </a:lnTo>
                  <a:lnTo>
                    <a:pt x="1329825" y="1686685"/>
                  </a:lnTo>
                  <a:lnTo>
                    <a:pt x="1329842" y="1686686"/>
                  </a:lnTo>
                  <a:lnTo>
                    <a:pt x="1329859" y="1686687"/>
                  </a:lnTo>
                  <a:lnTo>
                    <a:pt x="1329877" y="1686686"/>
                  </a:lnTo>
                  <a:lnTo>
                    <a:pt x="1329894" y="1686687"/>
                  </a:lnTo>
                  <a:lnTo>
                    <a:pt x="1329912" y="1686689"/>
                  </a:lnTo>
                  <a:lnTo>
                    <a:pt x="1329929" y="1686689"/>
                  </a:lnTo>
                  <a:lnTo>
                    <a:pt x="1329937" y="1686692"/>
                  </a:lnTo>
                  <a:lnTo>
                    <a:pt x="1329946" y="1686692"/>
                  </a:lnTo>
                  <a:lnTo>
                    <a:pt x="1329964" y="1686696"/>
                  </a:lnTo>
                  <a:lnTo>
                    <a:pt x="1329981" y="1686702"/>
                  </a:lnTo>
                  <a:lnTo>
                    <a:pt x="1329999" y="1686709"/>
                  </a:lnTo>
                  <a:lnTo>
                    <a:pt x="1330016" y="1686719"/>
                  </a:lnTo>
                  <a:lnTo>
                    <a:pt x="1330026" y="1686723"/>
                  </a:lnTo>
                  <a:lnTo>
                    <a:pt x="1330034" y="1686728"/>
                  </a:lnTo>
                  <a:lnTo>
                    <a:pt x="1330044" y="1686732"/>
                  </a:lnTo>
                  <a:lnTo>
                    <a:pt x="1330051" y="1686737"/>
                  </a:lnTo>
                  <a:lnTo>
                    <a:pt x="1330068" y="1686742"/>
                  </a:lnTo>
                  <a:lnTo>
                    <a:pt x="1330086" y="1686749"/>
                  </a:lnTo>
                  <a:lnTo>
                    <a:pt x="1330095" y="1686749"/>
                  </a:lnTo>
                  <a:lnTo>
                    <a:pt x="1330103" y="1686752"/>
                  </a:lnTo>
                  <a:lnTo>
                    <a:pt x="1330121" y="1686760"/>
                  </a:lnTo>
                  <a:lnTo>
                    <a:pt x="1330120" y="1686778"/>
                  </a:lnTo>
                  <a:lnTo>
                    <a:pt x="1330111" y="1686796"/>
                  </a:lnTo>
                  <a:lnTo>
                    <a:pt x="1330100" y="1686814"/>
                  </a:lnTo>
                  <a:lnTo>
                    <a:pt x="1330088" y="1686834"/>
                  </a:lnTo>
                  <a:lnTo>
                    <a:pt x="1330084" y="1686851"/>
                  </a:lnTo>
                  <a:lnTo>
                    <a:pt x="1330086" y="1686859"/>
                  </a:lnTo>
                  <a:lnTo>
                    <a:pt x="1330094" y="1686870"/>
                  </a:lnTo>
                  <a:lnTo>
                    <a:pt x="1330109" y="1686886"/>
                  </a:lnTo>
                  <a:lnTo>
                    <a:pt x="1330125" y="1686901"/>
                  </a:lnTo>
                  <a:lnTo>
                    <a:pt x="1330142" y="1686917"/>
                  </a:lnTo>
                  <a:lnTo>
                    <a:pt x="1330160" y="1686933"/>
                  </a:lnTo>
                  <a:lnTo>
                    <a:pt x="1330165" y="1686938"/>
                  </a:lnTo>
                  <a:lnTo>
                    <a:pt x="1330171" y="1686946"/>
                  </a:lnTo>
                  <a:lnTo>
                    <a:pt x="1330181" y="1686959"/>
                  </a:lnTo>
                  <a:lnTo>
                    <a:pt x="1330188" y="1686974"/>
                  </a:lnTo>
                  <a:lnTo>
                    <a:pt x="1330189" y="1686986"/>
                  </a:lnTo>
                  <a:lnTo>
                    <a:pt x="1330188" y="1687001"/>
                  </a:lnTo>
                  <a:lnTo>
                    <a:pt x="1330171" y="1687060"/>
                  </a:lnTo>
                  <a:lnTo>
                    <a:pt x="1330156" y="1687126"/>
                  </a:lnTo>
                  <a:lnTo>
                    <a:pt x="1330157" y="1687136"/>
                  </a:lnTo>
                  <a:lnTo>
                    <a:pt x="1330166" y="1687152"/>
                  </a:lnTo>
                  <a:lnTo>
                    <a:pt x="1330173" y="1687166"/>
                  </a:lnTo>
                  <a:lnTo>
                    <a:pt x="1330178" y="1687182"/>
                  </a:lnTo>
                  <a:lnTo>
                    <a:pt x="1330179" y="1687192"/>
                  </a:lnTo>
                  <a:lnTo>
                    <a:pt x="1330179" y="1687202"/>
                  </a:lnTo>
                  <a:lnTo>
                    <a:pt x="1330178" y="1687213"/>
                  </a:lnTo>
                  <a:lnTo>
                    <a:pt x="1330171" y="1687231"/>
                  </a:lnTo>
                  <a:lnTo>
                    <a:pt x="1330168" y="1687241"/>
                  </a:lnTo>
                  <a:lnTo>
                    <a:pt x="1330154" y="1687264"/>
                  </a:lnTo>
                  <a:lnTo>
                    <a:pt x="1330141" y="1687282"/>
                  </a:lnTo>
                  <a:lnTo>
                    <a:pt x="1330127" y="1687299"/>
                  </a:lnTo>
                  <a:lnTo>
                    <a:pt x="1330119" y="1687309"/>
                  </a:lnTo>
                  <a:lnTo>
                    <a:pt x="1330115" y="1687316"/>
                  </a:lnTo>
                  <a:lnTo>
                    <a:pt x="1330108" y="1687334"/>
                  </a:lnTo>
                  <a:lnTo>
                    <a:pt x="1330103" y="1687353"/>
                  </a:lnTo>
                  <a:lnTo>
                    <a:pt x="1330100" y="1687371"/>
                  </a:lnTo>
                  <a:lnTo>
                    <a:pt x="1330094" y="1687390"/>
                  </a:lnTo>
                  <a:lnTo>
                    <a:pt x="1330085" y="1687408"/>
                  </a:lnTo>
                  <a:lnTo>
                    <a:pt x="1330083" y="1687413"/>
                  </a:lnTo>
                  <a:lnTo>
                    <a:pt x="1330084" y="1687427"/>
                  </a:lnTo>
                  <a:lnTo>
                    <a:pt x="1330085" y="1687435"/>
                  </a:lnTo>
                  <a:lnTo>
                    <a:pt x="1330089" y="1687445"/>
                  </a:lnTo>
                  <a:lnTo>
                    <a:pt x="1330095" y="1687464"/>
                  </a:lnTo>
                  <a:lnTo>
                    <a:pt x="1330098" y="1687482"/>
                  </a:lnTo>
                  <a:lnTo>
                    <a:pt x="1330101" y="1687501"/>
                  </a:lnTo>
                  <a:lnTo>
                    <a:pt x="1330103" y="1687514"/>
                  </a:lnTo>
                  <a:lnTo>
                    <a:pt x="1330108" y="1687538"/>
                  </a:lnTo>
                  <a:lnTo>
                    <a:pt x="1330111" y="1687556"/>
                  </a:lnTo>
                  <a:lnTo>
                    <a:pt x="1330120" y="1687593"/>
                  </a:lnTo>
                  <a:lnTo>
                    <a:pt x="1330123" y="1687612"/>
                  </a:lnTo>
                  <a:lnTo>
                    <a:pt x="1330126" y="1687631"/>
                  </a:lnTo>
                  <a:lnTo>
                    <a:pt x="1330127" y="1687639"/>
                  </a:lnTo>
                  <a:lnTo>
                    <a:pt x="1330133" y="1687657"/>
                  </a:lnTo>
                  <a:lnTo>
                    <a:pt x="1330141" y="1687666"/>
                  </a:lnTo>
                  <a:lnTo>
                    <a:pt x="1330145" y="1687670"/>
                  </a:lnTo>
                  <a:lnTo>
                    <a:pt x="1330158" y="1687675"/>
                  </a:lnTo>
                  <a:lnTo>
                    <a:pt x="1330176" y="1687683"/>
                  </a:lnTo>
                  <a:lnTo>
                    <a:pt x="1330193" y="1687692"/>
                  </a:lnTo>
                  <a:lnTo>
                    <a:pt x="1330210" y="1687702"/>
                  </a:lnTo>
                  <a:lnTo>
                    <a:pt x="1330217" y="1687707"/>
                  </a:lnTo>
                  <a:lnTo>
                    <a:pt x="1330230" y="1687716"/>
                  </a:lnTo>
                  <a:lnTo>
                    <a:pt x="1330247" y="1687734"/>
                  </a:lnTo>
                  <a:lnTo>
                    <a:pt x="1330254" y="1687739"/>
                  </a:lnTo>
                  <a:lnTo>
                    <a:pt x="1330264" y="1687743"/>
                  </a:lnTo>
                  <a:lnTo>
                    <a:pt x="1330272" y="1687746"/>
                  </a:lnTo>
                  <a:lnTo>
                    <a:pt x="1330281" y="1687746"/>
                  </a:lnTo>
                  <a:lnTo>
                    <a:pt x="1330291" y="1687748"/>
                  </a:lnTo>
                  <a:lnTo>
                    <a:pt x="1330299" y="1687751"/>
                  </a:lnTo>
                  <a:lnTo>
                    <a:pt x="1330307" y="1687759"/>
                  </a:lnTo>
                  <a:lnTo>
                    <a:pt x="1330310" y="1687769"/>
                  </a:lnTo>
                  <a:lnTo>
                    <a:pt x="1330313" y="1687787"/>
                  </a:lnTo>
                  <a:lnTo>
                    <a:pt x="1330320" y="1687801"/>
                  </a:lnTo>
                  <a:lnTo>
                    <a:pt x="1330325" y="1687806"/>
                  </a:lnTo>
                  <a:lnTo>
                    <a:pt x="1330340" y="1687822"/>
                  </a:lnTo>
                  <a:lnTo>
                    <a:pt x="1330356" y="1687836"/>
                  </a:lnTo>
                  <a:lnTo>
                    <a:pt x="1330373" y="1687848"/>
                  </a:lnTo>
                  <a:lnTo>
                    <a:pt x="1330390" y="1687864"/>
                  </a:lnTo>
                  <a:lnTo>
                    <a:pt x="1330397" y="1687868"/>
                  </a:lnTo>
                  <a:lnTo>
                    <a:pt x="1330408" y="1687878"/>
                  </a:lnTo>
                  <a:lnTo>
                    <a:pt x="1330412" y="1687881"/>
                  </a:lnTo>
                  <a:lnTo>
                    <a:pt x="1330427" y="1687886"/>
                  </a:lnTo>
                  <a:lnTo>
                    <a:pt x="1330443" y="1687884"/>
                  </a:lnTo>
                  <a:lnTo>
                    <a:pt x="1330460" y="1687882"/>
                  </a:lnTo>
                  <a:lnTo>
                    <a:pt x="1330478" y="1687879"/>
                  </a:lnTo>
                  <a:lnTo>
                    <a:pt x="1330495" y="1687877"/>
                  </a:lnTo>
                  <a:lnTo>
                    <a:pt x="1330512" y="1687878"/>
                  </a:lnTo>
                  <a:lnTo>
                    <a:pt x="1330530" y="1687883"/>
                  </a:lnTo>
                  <a:lnTo>
                    <a:pt x="1330551" y="1687897"/>
                  </a:lnTo>
                  <a:lnTo>
                    <a:pt x="1330563" y="1687911"/>
                  </a:lnTo>
                  <a:lnTo>
                    <a:pt x="1330577" y="1687929"/>
                  </a:lnTo>
                  <a:lnTo>
                    <a:pt x="1330589" y="1687948"/>
                  </a:lnTo>
                  <a:lnTo>
                    <a:pt x="1330603" y="1687966"/>
                  </a:lnTo>
                  <a:lnTo>
                    <a:pt x="1330617" y="1687983"/>
                  </a:lnTo>
                  <a:lnTo>
                    <a:pt x="1330632" y="1688001"/>
                  </a:lnTo>
                  <a:lnTo>
                    <a:pt x="1330644" y="1688020"/>
                  </a:lnTo>
                  <a:lnTo>
                    <a:pt x="1330648" y="1688025"/>
                  </a:lnTo>
                  <a:lnTo>
                    <a:pt x="1330651" y="1688038"/>
                  </a:lnTo>
                  <a:lnTo>
                    <a:pt x="1330654" y="1688052"/>
                  </a:lnTo>
                  <a:lnTo>
                    <a:pt x="1330659" y="1688056"/>
                  </a:lnTo>
                  <a:lnTo>
                    <a:pt x="1330676" y="1688063"/>
                  </a:lnTo>
                  <a:lnTo>
                    <a:pt x="1330693" y="1688066"/>
                  </a:lnTo>
                  <a:lnTo>
                    <a:pt x="1330711" y="1688069"/>
                  </a:lnTo>
                  <a:lnTo>
                    <a:pt x="1330731" y="1688071"/>
                  </a:lnTo>
                  <a:lnTo>
                    <a:pt x="1330744" y="1688081"/>
                  </a:lnTo>
                  <a:lnTo>
                    <a:pt x="1330756" y="1688100"/>
                  </a:lnTo>
                  <a:lnTo>
                    <a:pt x="1330764" y="1688113"/>
                  </a:lnTo>
                  <a:lnTo>
                    <a:pt x="1330774" y="1688137"/>
                  </a:lnTo>
                  <a:lnTo>
                    <a:pt x="1330781" y="1688156"/>
                  </a:lnTo>
                  <a:lnTo>
                    <a:pt x="1330786" y="1688174"/>
                  </a:lnTo>
                  <a:lnTo>
                    <a:pt x="1330792" y="1688193"/>
                  </a:lnTo>
                  <a:lnTo>
                    <a:pt x="1330801" y="1688211"/>
                  </a:lnTo>
                  <a:lnTo>
                    <a:pt x="1330806" y="1688230"/>
                  </a:lnTo>
                  <a:lnTo>
                    <a:pt x="1330810" y="1688249"/>
                  </a:lnTo>
                  <a:lnTo>
                    <a:pt x="1330808" y="1688262"/>
                  </a:lnTo>
                  <a:lnTo>
                    <a:pt x="1330806" y="1688267"/>
                  </a:lnTo>
                  <a:lnTo>
                    <a:pt x="1330802" y="1688274"/>
                  </a:lnTo>
                  <a:lnTo>
                    <a:pt x="1330791" y="1688285"/>
                  </a:lnTo>
                  <a:lnTo>
                    <a:pt x="1330774" y="1688297"/>
                  </a:lnTo>
                  <a:lnTo>
                    <a:pt x="1330756" y="1688309"/>
                  </a:lnTo>
                  <a:lnTo>
                    <a:pt x="1330742" y="1688325"/>
                  </a:lnTo>
                  <a:lnTo>
                    <a:pt x="1330726" y="1688343"/>
                  </a:lnTo>
                  <a:lnTo>
                    <a:pt x="1330713" y="1688361"/>
                  </a:lnTo>
                  <a:lnTo>
                    <a:pt x="1330704" y="1688380"/>
                  </a:lnTo>
                  <a:lnTo>
                    <a:pt x="1330694" y="1688398"/>
                  </a:lnTo>
                  <a:lnTo>
                    <a:pt x="1330684" y="1688417"/>
                  </a:lnTo>
                  <a:lnTo>
                    <a:pt x="1330676" y="1688435"/>
                  </a:lnTo>
                  <a:lnTo>
                    <a:pt x="1330662" y="1688452"/>
                  </a:lnTo>
                  <a:lnTo>
                    <a:pt x="1330654" y="1688455"/>
                  </a:lnTo>
                  <a:lnTo>
                    <a:pt x="1330644" y="1688465"/>
                  </a:lnTo>
                  <a:lnTo>
                    <a:pt x="1330628" y="1688482"/>
                  </a:lnTo>
                  <a:lnTo>
                    <a:pt x="1330618" y="1688500"/>
                  </a:lnTo>
                  <a:lnTo>
                    <a:pt x="1330616" y="1688505"/>
                  </a:lnTo>
                  <a:lnTo>
                    <a:pt x="1330615" y="1688519"/>
                  </a:lnTo>
                  <a:lnTo>
                    <a:pt x="1330616" y="1688537"/>
                  </a:lnTo>
                  <a:lnTo>
                    <a:pt x="1330620" y="1688556"/>
                  </a:lnTo>
                  <a:lnTo>
                    <a:pt x="1330624" y="1688574"/>
                  </a:lnTo>
                  <a:lnTo>
                    <a:pt x="1330622" y="1688583"/>
                  </a:lnTo>
                  <a:lnTo>
                    <a:pt x="1330615" y="1688592"/>
                  </a:lnTo>
                  <a:lnTo>
                    <a:pt x="1330565" y="1688643"/>
                  </a:lnTo>
                  <a:lnTo>
                    <a:pt x="1330550" y="1688658"/>
                  </a:lnTo>
                  <a:lnTo>
                    <a:pt x="1330538" y="1688676"/>
                  </a:lnTo>
                  <a:lnTo>
                    <a:pt x="1330524" y="1688695"/>
                  </a:lnTo>
                  <a:lnTo>
                    <a:pt x="1330511" y="1688713"/>
                  </a:lnTo>
                  <a:lnTo>
                    <a:pt x="1330496" y="1688731"/>
                  </a:lnTo>
                  <a:lnTo>
                    <a:pt x="1330483" y="1688749"/>
                  </a:lnTo>
                  <a:lnTo>
                    <a:pt x="1330471" y="1688767"/>
                  </a:lnTo>
                  <a:lnTo>
                    <a:pt x="1330468" y="1688776"/>
                  </a:lnTo>
                  <a:lnTo>
                    <a:pt x="1330467" y="1688786"/>
                  </a:lnTo>
                  <a:lnTo>
                    <a:pt x="1330474" y="1688804"/>
                  </a:lnTo>
                  <a:lnTo>
                    <a:pt x="1330486" y="1688823"/>
                  </a:lnTo>
                  <a:lnTo>
                    <a:pt x="1330490" y="1688830"/>
                  </a:lnTo>
                  <a:lnTo>
                    <a:pt x="1330497" y="1688836"/>
                  </a:lnTo>
                  <a:lnTo>
                    <a:pt x="1330503" y="1688841"/>
                  </a:lnTo>
                  <a:lnTo>
                    <a:pt x="1330514" y="1688847"/>
                  </a:lnTo>
                  <a:lnTo>
                    <a:pt x="1330527" y="1688852"/>
                  </a:lnTo>
                  <a:lnTo>
                    <a:pt x="1330534" y="1688856"/>
                  </a:lnTo>
                  <a:lnTo>
                    <a:pt x="1330538" y="1688863"/>
                  </a:lnTo>
                  <a:lnTo>
                    <a:pt x="1330538" y="1688875"/>
                  </a:lnTo>
                  <a:lnTo>
                    <a:pt x="1330537" y="1688888"/>
                  </a:lnTo>
                  <a:lnTo>
                    <a:pt x="1330529" y="1688902"/>
                  </a:lnTo>
                  <a:lnTo>
                    <a:pt x="1330512" y="1688923"/>
                  </a:lnTo>
                  <a:lnTo>
                    <a:pt x="1330510" y="1688934"/>
                  </a:lnTo>
                  <a:lnTo>
                    <a:pt x="1330505" y="1688971"/>
                  </a:lnTo>
                  <a:lnTo>
                    <a:pt x="1330505" y="1688981"/>
                  </a:lnTo>
                  <a:lnTo>
                    <a:pt x="1330507" y="1688990"/>
                  </a:lnTo>
                  <a:lnTo>
                    <a:pt x="1330509" y="1689008"/>
                  </a:lnTo>
                  <a:lnTo>
                    <a:pt x="1330510" y="1689026"/>
                  </a:lnTo>
                  <a:lnTo>
                    <a:pt x="1330516" y="1689047"/>
                  </a:lnTo>
                  <a:lnTo>
                    <a:pt x="1330524" y="1689052"/>
                  </a:lnTo>
                  <a:lnTo>
                    <a:pt x="1330538" y="1689061"/>
                  </a:lnTo>
                  <a:lnTo>
                    <a:pt x="1330544" y="1689065"/>
                  </a:lnTo>
                  <a:lnTo>
                    <a:pt x="1330549" y="1689070"/>
                  </a:lnTo>
                  <a:lnTo>
                    <a:pt x="1330548" y="1689078"/>
                  </a:lnTo>
                  <a:lnTo>
                    <a:pt x="1330547" y="1689086"/>
                  </a:lnTo>
                  <a:lnTo>
                    <a:pt x="1330542" y="1689095"/>
                  </a:lnTo>
                  <a:lnTo>
                    <a:pt x="1330530" y="1689109"/>
                  </a:lnTo>
                  <a:lnTo>
                    <a:pt x="1330528" y="1689125"/>
                  </a:lnTo>
                  <a:lnTo>
                    <a:pt x="1330528" y="1689143"/>
                  </a:lnTo>
                  <a:lnTo>
                    <a:pt x="1330535" y="1689163"/>
                  </a:lnTo>
                  <a:lnTo>
                    <a:pt x="1330536" y="1689172"/>
                  </a:lnTo>
                  <a:lnTo>
                    <a:pt x="1330549" y="1689209"/>
                  </a:lnTo>
                  <a:lnTo>
                    <a:pt x="1330554" y="1689220"/>
                  </a:lnTo>
                  <a:lnTo>
                    <a:pt x="1330564" y="1689229"/>
                  </a:lnTo>
                  <a:lnTo>
                    <a:pt x="1330569" y="1689235"/>
                  </a:lnTo>
                  <a:lnTo>
                    <a:pt x="1330577" y="1689241"/>
                  </a:lnTo>
                  <a:lnTo>
                    <a:pt x="1330589" y="1689253"/>
                  </a:lnTo>
                  <a:lnTo>
                    <a:pt x="1330595" y="1689263"/>
                  </a:lnTo>
                  <a:lnTo>
                    <a:pt x="1330597" y="1689269"/>
                  </a:lnTo>
                  <a:lnTo>
                    <a:pt x="1330599" y="1689294"/>
                  </a:lnTo>
                  <a:lnTo>
                    <a:pt x="1330599" y="1689310"/>
                  </a:lnTo>
                  <a:lnTo>
                    <a:pt x="1330597" y="1689319"/>
                  </a:lnTo>
                  <a:lnTo>
                    <a:pt x="1330591" y="1689325"/>
                  </a:lnTo>
                  <a:lnTo>
                    <a:pt x="1330573" y="1689332"/>
                  </a:lnTo>
                  <a:lnTo>
                    <a:pt x="1330556" y="1689342"/>
                  </a:lnTo>
                  <a:lnTo>
                    <a:pt x="1330551" y="1689349"/>
                  </a:lnTo>
                  <a:lnTo>
                    <a:pt x="1330553" y="1689357"/>
                  </a:lnTo>
                  <a:lnTo>
                    <a:pt x="1330555" y="1689365"/>
                  </a:lnTo>
                  <a:lnTo>
                    <a:pt x="1330561" y="1689375"/>
                  </a:lnTo>
                  <a:lnTo>
                    <a:pt x="1330578" y="1689393"/>
                  </a:lnTo>
                  <a:lnTo>
                    <a:pt x="1330595" y="1689406"/>
                  </a:lnTo>
                  <a:lnTo>
                    <a:pt x="1330608" y="1689414"/>
                  </a:lnTo>
                  <a:lnTo>
                    <a:pt x="1330630" y="1689425"/>
                  </a:lnTo>
                  <a:lnTo>
                    <a:pt x="1330647" y="1689431"/>
                  </a:lnTo>
                  <a:lnTo>
                    <a:pt x="1330664" y="1689437"/>
                  </a:lnTo>
                  <a:lnTo>
                    <a:pt x="1330675" y="1689441"/>
                  </a:lnTo>
                  <a:lnTo>
                    <a:pt x="1330681" y="1689449"/>
                  </a:lnTo>
                  <a:lnTo>
                    <a:pt x="1330686" y="1689467"/>
                  </a:lnTo>
                  <a:lnTo>
                    <a:pt x="1330687" y="1689486"/>
                  </a:lnTo>
                  <a:lnTo>
                    <a:pt x="1330692" y="1689504"/>
                  </a:lnTo>
                  <a:lnTo>
                    <a:pt x="1330698" y="1689523"/>
                  </a:lnTo>
                  <a:lnTo>
                    <a:pt x="1330703" y="1689537"/>
                  </a:lnTo>
                  <a:lnTo>
                    <a:pt x="1330709" y="1689545"/>
                  </a:lnTo>
                  <a:lnTo>
                    <a:pt x="1330723" y="1689558"/>
                  </a:lnTo>
                  <a:lnTo>
                    <a:pt x="1330740" y="1689566"/>
                  </a:lnTo>
                  <a:lnTo>
                    <a:pt x="1330758" y="1689572"/>
                  </a:lnTo>
                  <a:lnTo>
                    <a:pt x="1330775" y="1689578"/>
                  </a:lnTo>
                  <a:lnTo>
                    <a:pt x="1330793" y="1689581"/>
                  </a:lnTo>
                  <a:lnTo>
                    <a:pt x="1330810" y="1689583"/>
                  </a:lnTo>
                  <a:lnTo>
                    <a:pt x="1330827" y="1689586"/>
                  </a:lnTo>
                  <a:lnTo>
                    <a:pt x="1330840" y="1689587"/>
                  </a:lnTo>
                  <a:lnTo>
                    <a:pt x="1330849" y="1689591"/>
                  </a:lnTo>
                  <a:lnTo>
                    <a:pt x="1330862" y="1689600"/>
                  </a:lnTo>
                  <a:lnTo>
                    <a:pt x="1330879" y="1689633"/>
                  </a:lnTo>
                  <a:lnTo>
                    <a:pt x="1330821" y="1689682"/>
                  </a:lnTo>
                  <a:lnTo>
                    <a:pt x="1330800" y="1689690"/>
                  </a:lnTo>
                  <a:lnTo>
                    <a:pt x="1330783" y="1689692"/>
                  </a:lnTo>
                  <a:lnTo>
                    <a:pt x="1330763" y="1689694"/>
                  </a:lnTo>
                  <a:lnTo>
                    <a:pt x="1330738" y="1689694"/>
                  </a:lnTo>
                  <a:lnTo>
                    <a:pt x="1330730" y="1689692"/>
                  </a:lnTo>
                  <a:lnTo>
                    <a:pt x="1330723" y="1689689"/>
                  </a:lnTo>
                  <a:lnTo>
                    <a:pt x="1330711" y="1689678"/>
                  </a:lnTo>
                  <a:lnTo>
                    <a:pt x="1330703" y="1689675"/>
                  </a:lnTo>
                  <a:lnTo>
                    <a:pt x="1330693" y="1689667"/>
                  </a:lnTo>
                  <a:lnTo>
                    <a:pt x="1330676" y="1689658"/>
                  </a:lnTo>
                  <a:lnTo>
                    <a:pt x="1330665" y="1689654"/>
                  </a:lnTo>
                  <a:lnTo>
                    <a:pt x="1330658" y="1689654"/>
                  </a:lnTo>
                  <a:lnTo>
                    <a:pt x="1330641" y="1689655"/>
                  </a:lnTo>
                  <a:lnTo>
                    <a:pt x="1330623" y="1689660"/>
                  </a:lnTo>
                  <a:lnTo>
                    <a:pt x="1330604" y="1689664"/>
                  </a:lnTo>
                  <a:lnTo>
                    <a:pt x="1330594" y="1689670"/>
                  </a:lnTo>
                  <a:lnTo>
                    <a:pt x="1330589" y="1689676"/>
                  </a:lnTo>
                  <a:lnTo>
                    <a:pt x="1330585" y="1689681"/>
                  </a:lnTo>
                  <a:lnTo>
                    <a:pt x="1330577" y="1689695"/>
                  </a:lnTo>
                  <a:lnTo>
                    <a:pt x="1330573" y="1689704"/>
                  </a:lnTo>
                  <a:lnTo>
                    <a:pt x="1330567" y="1689721"/>
                  </a:lnTo>
                  <a:lnTo>
                    <a:pt x="1330564" y="1689731"/>
                  </a:lnTo>
                  <a:lnTo>
                    <a:pt x="1330558" y="1689750"/>
                  </a:lnTo>
                  <a:lnTo>
                    <a:pt x="1330555" y="1689755"/>
                  </a:lnTo>
                  <a:lnTo>
                    <a:pt x="1330542" y="1689764"/>
                  </a:lnTo>
                  <a:lnTo>
                    <a:pt x="1330524" y="1689774"/>
                  </a:lnTo>
                  <a:lnTo>
                    <a:pt x="1330506" y="1689782"/>
                  </a:lnTo>
                  <a:lnTo>
                    <a:pt x="1330488" y="1689790"/>
                  </a:lnTo>
                  <a:lnTo>
                    <a:pt x="1330471" y="1689800"/>
                  </a:lnTo>
                  <a:lnTo>
                    <a:pt x="1330453" y="1689809"/>
                  </a:lnTo>
                  <a:lnTo>
                    <a:pt x="1330440" y="1689814"/>
                  </a:lnTo>
                  <a:lnTo>
                    <a:pt x="1330435" y="1689815"/>
                  </a:lnTo>
                  <a:lnTo>
                    <a:pt x="1330425" y="1689815"/>
                  </a:lnTo>
                  <a:lnTo>
                    <a:pt x="1330418" y="1689813"/>
                  </a:lnTo>
                  <a:lnTo>
                    <a:pt x="1330397" y="1689804"/>
                  </a:lnTo>
                  <a:lnTo>
                    <a:pt x="1330385" y="1689788"/>
                  </a:lnTo>
                  <a:lnTo>
                    <a:pt x="1330380" y="1689781"/>
                  </a:lnTo>
                  <a:lnTo>
                    <a:pt x="1330375" y="1689767"/>
                  </a:lnTo>
                  <a:lnTo>
                    <a:pt x="1330372" y="1689751"/>
                  </a:lnTo>
                  <a:lnTo>
                    <a:pt x="1330370" y="1689733"/>
                  </a:lnTo>
                  <a:lnTo>
                    <a:pt x="1330366" y="1689728"/>
                  </a:lnTo>
                  <a:lnTo>
                    <a:pt x="1330355" y="1689726"/>
                  </a:lnTo>
                  <a:lnTo>
                    <a:pt x="1330333" y="1689723"/>
                  </a:lnTo>
                  <a:lnTo>
                    <a:pt x="1330320" y="1689718"/>
                  </a:lnTo>
                  <a:lnTo>
                    <a:pt x="1330309" y="1689714"/>
                  </a:lnTo>
                  <a:lnTo>
                    <a:pt x="1330302" y="1689709"/>
                  </a:lnTo>
                  <a:lnTo>
                    <a:pt x="1330292" y="1689706"/>
                  </a:lnTo>
                  <a:lnTo>
                    <a:pt x="1330285" y="1689700"/>
                  </a:lnTo>
                  <a:lnTo>
                    <a:pt x="1330267" y="1689692"/>
                  </a:lnTo>
                  <a:lnTo>
                    <a:pt x="1330250" y="1689681"/>
                  </a:lnTo>
                  <a:lnTo>
                    <a:pt x="1330233" y="1689674"/>
                  </a:lnTo>
                  <a:lnTo>
                    <a:pt x="1330203" y="1689656"/>
                  </a:lnTo>
                  <a:lnTo>
                    <a:pt x="1330190" y="1689642"/>
                  </a:lnTo>
                  <a:lnTo>
                    <a:pt x="1330184" y="1689633"/>
                  </a:lnTo>
                  <a:lnTo>
                    <a:pt x="1330176" y="1689626"/>
                  </a:lnTo>
                  <a:lnTo>
                    <a:pt x="1330169" y="1689626"/>
                  </a:lnTo>
                  <a:lnTo>
                    <a:pt x="1330157" y="1689631"/>
                  </a:lnTo>
                  <a:lnTo>
                    <a:pt x="1330139" y="1689640"/>
                  </a:lnTo>
                  <a:lnTo>
                    <a:pt x="1330121" y="1689649"/>
                  </a:lnTo>
                  <a:lnTo>
                    <a:pt x="1330086" y="1689666"/>
                  </a:lnTo>
                  <a:lnTo>
                    <a:pt x="1330069" y="1689675"/>
                  </a:lnTo>
                  <a:lnTo>
                    <a:pt x="1330051" y="1689683"/>
                  </a:lnTo>
                  <a:lnTo>
                    <a:pt x="1330034" y="1689686"/>
                  </a:lnTo>
                  <a:lnTo>
                    <a:pt x="1330016" y="1689691"/>
                  </a:lnTo>
                  <a:lnTo>
                    <a:pt x="1329999" y="1689697"/>
                  </a:lnTo>
                  <a:lnTo>
                    <a:pt x="1329981" y="1689705"/>
                  </a:lnTo>
                  <a:lnTo>
                    <a:pt x="1329963" y="1689718"/>
                  </a:lnTo>
                  <a:lnTo>
                    <a:pt x="1329945" y="1689732"/>
                  </a:lnTo>
                  <a:lnTo>
                    <a:pt x="1329928" y="1689746"/>
                  </a:lnTo>
                  <a:lnTo>
                    <a:pt x="1329910" y="1689757"/>
                  </a:lnTo>
                  <a:lnTo>
                    <a:pt x="1329888" y="1689766"/>
                  </a:lnTo>
                  <a:lnTo>
                    <a:pt x="1329875" y="1689776"/>
                  </a:lnTo>
                  <a:lnTo>
                    <a:pt x="1329862" y="1689851"/>
                  </a:lnTo>
                  <a:lnTo>
                    <a:pt x="1329855" y="1689869"/>
                  </a:lnTo>
                  <a:lnTo>
                    <a:pt x="1329850" y="1689879"/>
                  </a:lnTo>
                  <a:lnTo>
                    <a:pt x="1329840" y="1689894"/>
                  </a:lnTo>
                  <a:lnTo>
                    <a:pt x="1329826" y="1689905"/>
                  </a:lnTo>
                  <a:lnTo>
                    <a:pt x="1329811" y="1689904"/>
                  </a:lnTo>
                  <a:lnTo>
                    <a:pt x="1329776" y="1689879"/>
                  </a:lnTo>
                  <a:lnTo>
                    <a:pt x="1329759" y="1689863"/>
                  </a:lnTo>
                  <a:lnTo>
                    <a:pt x="1329742" y="1689851"/>
                  </a:lnTo>
                  <a:lnTo>
                    <a:pt x="1329727" y="1689835"/>
                  </a:lnTo>
                  <a:lnTo>
                    <a:pt x="1329715" y="1689816"/>
                  </a:lnTo>
                  <a:lnTo>
                    <a:pt x="1329708" y="1689805"/>
                  </a:lnTo>
                  <a:lnTo>
                    <a:pt x="1329706" y="1689797"/>
                  </a:lnTo>
                  <a:lnTo>
                    <a:pt x="1329701" y="1689787"/>
                  </a:lnTo>
                  <a:lnTo>
                    <a:pt x="1329692" y="1689777"/>
                  </a:lnTo>
                  <a:lnTo>
                    <a:pt x="1329677" y="1689775"/>
                  </a:lnTo>
                  <a:lnTo>
                    <a:pt x="1329620" y="1689771"/>
                  </a:lnTo>
                  <a:lnTo>
                    <a:pt x="1329602" y="1689772"/>
                  </a:lnTo>
                  <a:lnTo>
                    <a:pt x="1329585" y="1689773"/>
                  </a:lnTo>
                  <a:lnTo>
                    <a:pt x="1329567" y="1689776"/>
                  </a:lnTo>
                  <a:lnTo>
                    <a:pt x="1329550" y="1689784"/>
                  </a:lnTo>
                  <a:lnTo>
                    <a:pt x="1329533" y="1689802"/>
                  </a:lnTo>
                  <a:lnTo>
                    <a:pt x="1329521" y="1689820"/>
                  </a:lnTo>
                  <a:lnTo>
                    <a:pt x="1329512" y="1689838"/>
                  </a:lnTo>
                  <a:lnTo>
                    <a:pt x="1329507" y="1689856"/>
                  </a:lnTo>
                  <a:lnTo>
                    <a:pt x="1329502" y="1689875"/>
                  </a:lnTo>
                  <a:lnTo>
                    <a:pt x="1329496" y="1689893"/>
                  </a:lnTo>
                  <a:lnTo>
                    <a:pt x="1329494" y="1689902"/>
                  </a:lnTo>
                  <a:lnTo>
                    <a:pt x="1329488" y="1689914"/>
                  </a:lnTo>
                  <a:lnTo>
                    <a:pt x="1329482" y="1689920"/>
                  </a:lnTo>
                  <a:lnTo>
                    <a:pt x="1329474" y="1689925"/>
                  </a:lnTo>
                  <a:lnTo>
                    <a:pt x="1329469" y="1689929"/>
                  </a:lnTo>
                  <a:lnTo>
                    <a:pt x="1329456" y="1689933"/>
                  </a:lnTo>
                  <a:lnTo>
                    <a:pt x="1329439" y="1689940"/>
                  </a:lnTo>
                  <a:lnTo>
                    <a:pt x="1329430" y="1689945"/>
                  </a:lnTo>
                  <a:lnTo>
                    <a:pt x="1329423" y="1689951"/>
                  </a:lnTo>
                  <a:lnTo>
                    <a:pt x="1329423" y="1689958"/>
                  </a:lnTo>
                  <a:lnTo>
                    <a:pt x="1329428" y="1689972"/>
                  </a:lnTo>
                  <a:lnTo>
                    <a:pt x="1329433" y="1689991"/>
                  </a:lnTo>
                  <a:lnTo>
                    <a:pt x="1329439" y="1690010"/>
                  </a:lnTo>
                  <a:lnTo>
                    <a:pt x="1329444" y="1690023"/>
                  </a:lnTo>
                  <a:lnTo>
                    <a:pt x="1329449" y="1690038"/>
                  </a:lnTo>
                  <a:lnTo>
                    <a:pt x="1329450" y="1690047"/>
                  </a:lnTo>
                  <a:lnTo>
                    <a:pt x="1329453" y="1690065"/>
                  </a:lnTo>
                  <a:lnTo>
                    <a:pt x="1329449" y="1690083"/>
                  </a:lnTo>
                  <a:lnTo>
                    <a:pt x="1329448" y="1690104"/>
                  </a:lnTo>
                  <a:lnTo>
                    <a:pt x="1329449" y="1690115"/>
                  </a:lnTo>
                  <a:lnTo>
                    <a:pt x="1329452" y="1690120"/>
                  </a:lnTo>
                  <a:lnTo>
                    <a:pt x="1329460" y="1690139"/>
                  </a:lnTo>
                  <a:lnTo>
                    <a:pt x="1329466" y="1690150"/>
                  </a:lnTo>
                  <a:lnTo>
                    <a:pt x="1329467" y="1690158"/>
                  </a:lnTo>
                  <a:lnTo>
                    <a:pt x="1329472" y="1690177"/>
                  </a:lnTo>
                  <a:lnTo>
                    <a:pt x="1329477" y="1690190"/>
                  </a:lnTo>
                  <a:lnTo>
                    <a:pt x="1329480" y="1690214"/>
                  </a:lnTo>
                  <a:lnTo>
                    <a:pt x="1329481" y="1690232"/>
                  </a:lnTo>
                  <a:lnTo>
                    <a:pt x="1329481" y="1690250"/>
                  </a:lnTo>
                  <a:lnTo>
                    <a:pt x="1329473" y="1690287"/>
                  </a:lnTo>
                  <a:lnTo>
                    <a:pt x="1329463" y="1690324"/>
                  </a:lnTo>
                  <a:lnTo>
                    <a:pt x="1329454" y="1690342"/>
                  </a:lnTo>
                  <a:lnTo>
                    <a:pt x="1329446" y="1690361"/>
                  </a:lnTo>
                  <a:lnTo>
                    <a:pt x="1329427" y="1690397"/>
                  </a:lnTo>
                  <a:lnTo>
                    <a:pt x="1329412" y="1690416"/>
                  </a:lnTo>
                  <a:lnTo>
                    <a:pt x="1329403" y="1690427"/>
                  </a:lnTo>
                  <a:lnTo>
                    <a:pt x="1329399" y="1690434"/>
                  </a:lnTo>
                  <a:lnTo>
                    <a:pt x="1329398" y="1690441"/>
                  </a:lnTo>
                  <a:lnTo>
                    <a:pt x="1329403" y="1690452"/>
                  </a:lnTo>
                  <a:lnTo>
                    <a:pt x="1329408" y="1690461"/>
                  </a:lnTo>
                  <a:lnTo>
                    <a:pt x="1329412" y="1690471"/>
                  </a:lnTo>
                  <a:lnTo>
                    <a:pt x="1329416" y="1690489"/>
                  </a:lnTo>
                  <a:lnTo>
                    <a:pt x="1329418" y="1690500"/>
                  </a:lnTo>
                  <a:lnTo>
                    <a:pt x="1329417" y="1690516"/>
                  </a:lnTo>
                  <a:lnTo>
                    <a:pt x="1329413" y="1690533"/>
                  </a:lnTo>
                  <a:lnTo>
                    <a:pt x="1329409" y="1690544"/>
                  </a:lnTo>
                  <a:lnTo>
                    <a:pt x="1329413" y="1690551"/>
                  </a:lnTo>
                  <a:lnTo>
                    <a:pt x="1329421" y="1690556"/>
                  </a:lnTo>
                  <a:lnTo>
                    <a:pt x="1329438" y="1690565"/>
                  </a:lnTo>
                  <a:lnTo>
                    <a:pt x="1329455" y="1690573"/>
                  </a:lnTo>
                  <a:lnTo>
                    <a:pt x="1329473" y="1690581"/>
                  </a:lnTo>
                  <a:lnTo>
                    <a:pt x="1329490" y="1690589"/>
                  </a:lnTo>
                  <a:lnTo>
                    <a:pt x="1329508" y="1690600"/>
                  </a:lnTo>
                  <a:lnTo>
                    <a:pt x="1329515" y="1690606"/>
                  </a:lnTo>
                  <a:lnTo>
                    <a:pt x="1329522" y="1690615"/>
                  </a:lnTo>
                  <a:lnTo>
                    <a:pt x="1329535" y="1690632"/>
                  </a:lnTo>
                  <a:lnTo>
                    <a:pt x="1329544" y="1690645"/>
                  </a:lnTo>
                  <a:lnTo>
                    <a:pt x="1329551" y="1690657"/>
                  </a:lnTo>
                  <a:lnTo>
                    <a:pt x="1329555" y="1690669"/>
                  </a:lnTo>
                  <a:lnTo>
                    <a:pt x="1329560" y="1690688"/>
                  </a:lnTo>
                  <a:lnTo>
                    <a:pt x="1329562" y="1690706"/>
                  </a:lnTo>
                  <a:lnTo>
                    <a:pt x="1329566" y="1690725"/>
                  </a:lnTo>
                  <a:lnTo>
                    <a:pt x="1329568" y="1690745"/>
                  </a:lnTo>
                  <a:lnTo>
                    <a:pt x="1329562" y="1690826"/>
                  </a:lnTo>
                  <a:lnTo>
                    <a:pt x="1329560" y="1690845"/>
                  </a:lnTo>
                  <a:lnTo>
                    <a:pt x="1329564" y="1690862"/>
                  </a:lnTo>
                  <a:lnTo>
                    <a:pt x="1329584" y="1690899"/>
                  </a:lnTo>
                  <a:lnTo>
                    <a:pt x="1329592" y="1690918"/>
                  </a:lnTo>
                  <a:lnTo>
                    <a:pt x="1329594" y="1690937"/>
                  </a:lnTo>
                  <a:lnTo>
                    <a:pt x="1329594" y="1690946"/>
                  </a:lnTo>
                  <a:lnTo>
                    <a:pt x="1329591" y="1690960"/>
                  </a:lnTo>
                  <a:lnTo>
                    <a:pt x="1329586" y="1690973"/>
                  </a:lnTo>
                  <a:lnTo>
                    <a:pt x="1329579" y="1690992"/>
                  </a:lnTo>
                  <a:lnTo>
                    <a:pt x="1329562" y="1691028"/>
                  </a:lnTo>
                  <a:lnTo>
                    <a:pt x="1329555" y="1691046"/>
                  </a:lnTo>
                  <a:lnTo>
                    <a:pt x="1329544" y="1691065"/>
                  </a:lnTo>
                  <a:lnTo>
                    <a:pt x="1329537" y="1691073"/>
                  </a:lnTo>
                  <a:lnTo>
                    <a:pt x="1329535" y="1691084"/>
                  </a:lnTo>
                  <a:lnTo>
                    <a:pt x="1329551" y="1691091"/>
                  </a:lnTo>
                  <a:lnTo>
                    <a:pt x="1329568" y="1691099"/>
                  </a:lnTo>
                  <a:lnTo>
                    <a:pt x="1329586" y="1691105"/>
                  </a:lnTo>
                  <a:lnTo>
                    <a:pt x="1329620" y="1691111"/>
                  </a:lnTo>
                  <a:lnTo>
                    <a:pt x="1329638" y="1691112"/>
                  </a:lnTo>
                  <a:lnTo>
                    <a:pt x="1329673" y="1691117"/>
                  </a:lnTo>
                  <a:lnTo>
                    <a:pt x="1329690" y="1691118"/>
                  </a:lnTo>
                  <a:lnTo>
                    <a:pt x="1329707" y="1691120"/>
                  </a:lnTo>
                  <a:lnTo>
                    <a:pt x="1329743" y="1691120"/>
                  </a:lnTo>
                  <a:lnTo>
                    <a:pt x="1329760" y="1691119"/>
                  </a:lnTo>
                  <a:lnTo>
                    <a:pt x="1329778" y="1691121"/>
                  </a:lnTo>
                  <a:lnTo>
                    <a:pt x="1329812" y="1691126"/>
                  </a:lnTo>
                  <a:lnTo>
                    <a:pt x="1329830" y="1691128"/>
                  </a:lnTo>
                  <a:lnTo>
                    <a:pt x="1329847" y="1691126"/>
                  </a:lnTo>
                  <a:lnTo>
                    <a:pt x="1329865" y="1691125"/>
                  </a:lnTo>
                  <a:lnTo>
                    <a:pt x="1329878" y="1691124"/>
                  </a:lnTo>
                  <a:lnTo>
                    <a:pt x="1329900" y="1691121"/>
                  </a:lnTo>
                  <a:lnTo>
                    <a:pt x="1329917" y="1691122"/>
                  </a:lnTo>
                  <a:lnTo>
                    <a:pt x="1329924" y="1691124"/>
                  </a:lnTo>
                  <a:lnTo>
                    <a:pt x="1329935" y="1691132"/>
                  </a:lnTo>
                  <a:lnTo>
                    <a:pt x="1329950" y="1691149"/>
                  </a:lnTo>
                  <a:lnTo>
                    <a:pt x="1329963" y="1691167"/>
                  </a:lnTo>
                  <a:lnTo>
                    <a:pt x="1329976" y="1691186"/>
                  </a:lnTo>
                  <a:lnTo>
                    <a:pt x="1329979" y="1691190"/>
                  </a:lnTo>
                  <a:lnTo>
                    <a:pt x="1329990" y="1691214"/>
                  </a:lnTo>
                  <a:lnTo>
                    <a:pt x="1330000" y="1691238"/>
                  </a:lnTo>
                  <a:lnTo>
                    <a:pt x="1330006" y="1691257"/>
                  </a:lnTo>
                  <a:lnTo>
                    <a:pt x="1330009" y="1691275"/>
                  </a:lnTo>
                  <a:lnTo>
                    <a:pt x="1330013" y="1691312"/>
                  </a:lnTo>
                  <a:lnTo>
                    <a:pt x="1330019" y="1691331"/>
                  </a:lnTo>
                  <a:lnTo>
                    <a:pt x="1330022" y="1691336"/>
                  </a:lnTo>
                  <a:lnTo>
                    <a:pt x="1330035" y="1691346"/>
                  </a:lnTo>
                  <a:lnTo>
                    <a:pt x="1330045" y="1691354"/>
                  </a:lnTo>
                  <a:lnTo>
                    <a:pt x="1330048" y="1691362"/>
                  </a:lnTo>
                  <a:lnTo>
                    <a:pt x="1330045" y="1691383"/>
                  </a:lnTo>
                  <a:lnTo>
                    <a:pt x="1330040" y="1691399"/>
                  </a:lnTo>
                  <a:lnTo>
                    <a:pt x="1330034" y="1691418"/>
                  </a:lnTo>
                  <a:lnTo>
                    <a:pt x="1330034" y="1691429"/>
                  </a:lnTo>
                  <a:lnTo>
                    <a:pt x="1330038" y="1691443"/>
                  </a:lnTo>
                  <a:lnTo>
                    <a:pt x="1330045" y="1691454"/>
                  </a:lnTo>
                  <a:lnTo>
                    <a:pt x="1330048" y="1691458"/>
                  </a:lnTo>
                  <a:lnTo>
                    <a:pt x="1330055" y="1691477"/>
                  </a:lnTo>
                  <a:lnTo>
                    <a:pt x="1330061" y="1691492"/>
                  </a:lnTo>
                  <a:lnTo>
                    <a:pt x="1330066" y="1691504"/>
                  </a:lnTo>
                  <a:lnTo>
                    <a:pt x="1330069" y="1691510"/>
                  </a:lnTo>
                  <a:lnTo>
                    <a:pt x="1330075" y="1691529"/>
                  </a:lnTo>
                  <a:lnTo>
                    <a:pt x="1330082" y="1691548"/>
                  </a:lnTo>
                  <a:lnTo>
                    <a:pt x="1330088" y="1691560"/>
                  </a:lnTo>
                  <a:lnTo>
                    <a:pt x="1330093" y="1691571"/>
                  </a:lnTo>
                  <a:lnTo>
                    <a:pt x="1330098" y="1691597"/>
                  </a:lnTo>
                  <a:lnTo>
                    <a:pt x="1330096" y="1691608"/>
                  </a:lnTo>
                  <a:lnTo>
                    <a:pt x="1330093" y="1691618"/>
                  </a:lnTo>
                  <a:lnTo>
                    <a:pt x="1330089" y="1691627"/>
                  </a:lnTo>
                  <a:lnTo>
                    <a:pt x="1330078" y="1691645"/>
                  </a:lnTo>
                  <a:lnTo>
                    <a:pt x="1330068" y="1691663"/>
                  </a:lnTo>
                  <a:lnTo>
                    <a:pt x="1330058" y="1691681"/>
                  </a:lnTo>
                  <a:lnTo>
                    <a:pt x="1330048" y="1691700"/>
                  </a:lnTo>
                  <a:lnTo>
                    <a:pt x="1330038" y="1691718"/>
                  </a:lnTo>
                  <a:lnTo>
                    <a:pt x="1330026" y="1691736"/>
                  </a:lnTo>
                  <a:lnTo>
                    <a:pt x="1330012" y="1691755"/>
                  </a:lnTo>
                  <a:lnTo>
                    <a:pt x="1330005" y="1691765"/>
                  </a:lnTo>
                  <a:lnTo>
                    <a:pt x="1330005" y="1691773"/>
                  </a:lnTo>
                  <a:lnTo>
                    <a:pt x="1330021" y="1691790"/>
                  </a:lnTo>
                  <a:lnTo>
                    <a:pt x="1330036" y="1691808"/>
                  </a:lnTo>
                  <a:lnTo>
                    <a:pt x="1330048" y="1691822"/>
                  </a:lnTo>
                  <a:lnTo>
                    <a:pt x="1330065" y="1691843"/>
                  </a:lnTo>
                  <a:lnTo>
                    <a:pt x="1330080" y="1691862"/>
                  </a:lnTo>
                  <a:lnTo>
                    <a:pt x="1330095" y="1691878"/>
                  </a:lnTo>
                  <a:lnTo>
                    <a:pt x="1330112" y="1691893"/>
                  </a:lnTo>
                  <a:lnTo>
                    <a:pt x="1330130" y="1691910"/>
                  </a:lnTo>
                  <a:lnTo>
                    <a:pt x="1330144" y="1691926"/>
                  </a:lnTo>
                  <a:lnTo>
                    <a:pt x="1330194" y="1691968"/>
                  </a:lnTo>
                  <a:lnTo>
                    <a:pt x="1330208" y="1691975"/>
                  </a:lnTo>
                  <a:lnTo>
                    <a:pt x="1330225" y="1691978"/>
                  </a:lnTo>
                  <a:lnTo>
                    <a:pt x="1330243" y="1691974"/>
                  </a:lnTo>
                  <a:lnTo>
                    <a:pt x="1330260" y="1691970"/>
                  </a:lnTo>
                  <a:lnTo>
                    <a:pt x="1330278" y="1691967"/>
                  </a:lnTo>
                  <a:lnTo>
                    <a:pt x="1330295" y="1691965"/>
                  </a:lnTo>
                  <a:lnTo>
                    <a:pt x="1330312" y="1691967"/>
                  </a:lnTo>
                  <a:lnTo>
                    <a:pt x="1330319" y="1691970"/>
                  </a:lnTo>
                  <a:lnTo>
                    <a:pt x="1330331" y="1691979"/>
                  </a:lnTo>
                  <a:lnTo>
                    <a:pt x="1330335" y="1691988"/>
                  </a:lnTo>
                  <a:lnTo>
                    <a:pt x="1330336" y="1691997"/>
                  </a:lnTo>
                  <a:lnTo>
                    <a:pt x="1330339" y="1692016"/>
                  </a:lnTo>
                  <a:lnTo>
                    <a:pt x="1330345" y="1692034"/>
                  </a:lnTo>
                  <a:lnTo>
                    <a:pt x="1330348" y="1692040"/>
                  </a:lnTo>
                  <a:lnTo>
                    <a:pt x="1330354" y="1692048"/>
                  </a:lnTo>
                  <a:lnTo>
                    <a:pt x="1330363" y="1692055"/>
                  </a:lnTo>
                  <a:lnTo>
                    <a:pt x="1330376" y="1692063"/>
                  </a:lnTo>
                  <a:lnTo>
                    <a:pt x="1330393" y="1692077"/>
                  </a:lnTo>
                  <a:lnTo>
                    <a:pt x="1330406" y="1692096"/>
                  </a:lnTo>
                  <a:lnTo>
                    <a:pt x="1330411" y="1692114"/>
                  </a:lnTo>
                  <a:lnTo>
                    <a:pt x="1330411" y="1692132"/>
                  </a:lnTo>
                  <a:lnTo>
                    <a:pt x="1330410" y="1692151"/>
                  </a:lnTo>
                  <a:lnTo>
                    <a:pt x="1330409" y="1692188"/>
                  </a:lnTo>
                  <a:lnTo>
                    <a:pt x="1330410" y="1692207"/>
                  </a:lnTo>
                  <a:lnTo>
                    <a:pt x="1330417" y="1692228"/>
                  </a:lnTo>
                  <a:lnTo>
                    <a:pt x="1330426" y="1692244"/>
                  </a:lnTo>
                  <a:lnTo>
                    <a:pt x="1330436" y="1692262"/>
                  </a:lnTo>
                  <a:lnTo>
                    <a:pt x="1330441" y="1692272"/>
                  </a:lnTo>
                  <a:lnTo>
                    <a:pt x="1330444" y="1692281"/>
                  </a:lnTo>
                  <a:lnTo>
                    <a:pt x="1330445" y="1692299"/>
                  </a:lnTo>
                  <a:lnTo>
                    <a:pt x="1330447" y="1692355"/>
                  </a:lnTo>
                  <a:lnTo>
                    <a:pt x="1330444" y="1692375"/>
                  </a:lnTo>
                  <a:lnTo>
                    <a:pt x="1330440" y="1692381"/>
                  </a:lnTo>
                  <a:lnTo>
                    <a:pt x="1330434" y="1692384"/>
                  </a:lnTo>
                  <a:lnTo>
                    <a:pt x="1330416" y="1692397"/>
                  </a:lnTo>
                  <a:lnTo>
                    <a:pt x="1330401" y="1692413"/>
                  </a:lnTo>
                  <a:lnTo>
                    <a:pt x="1330387" y="1692432"/>
                  </a:lnTo>
                  <a:lnTo>
                    <a:pt x="1330382" y="1692437"/>
                  </a:lnTo>
                  <a:lnTo>
                    <a:pt x="1330376" y="1692449"/>
                  </a:lnTo>
                  <a:lnTo>
                    <a:pt x="1330372" y="1692467"/>
                  </a:lnTo>
                  <a:lnTo>
                    <a:pt x="1330371" y="1692485"/>
                  </a:lnTo>
                  <a:lnTo>
                    <a:pt x="1330369" y="1692504"/>
                  </a:lnTo>
                  <a:lnTo>
                    <a:pt x="1330369" y="1692522"/>
                  </a:lnTo>
                  <a:lnTo>
                    <a:pt x="1330368" y="1692531"/>
                  </a:lnTo>
                  <a:lnTo>
                    <a:pt x="1330368" y="1692541"/>
                  </a:lnTo>
                  <a:lnTo>
                    <a:pt x="1330368" y="1692560"/>
                  </a:lnTo>
                  <a:lnTo>
                    <a:pt x="1330367" y="1692578"/>
                  </a:lnTo>
                  <a:lnTo>
                    <a:pt x="1330365" y="1692596"/>
                  </a:lnTo>
                  <a:lnTo>
                    <a:pt x="1330363" y="1692615"/>
                  </a:lnTo>
                  <a:lnTo>
                    <a:pt x="1330364" y="1692633"/>
                  </a:lnTo>
                  <a:lnTo>
                    <a:pt x="1330363" y="1692652"/>
                  </a:lnTo>
                  <a:lnTo>
                    <a:pt x="1330371" y="1692726"/>
                  </a:lnTo>
                  <a:lnTo>
                    <a:pt x="1330372" y="1692745"/>
                  </a:lnTo>
                  <a:lnTo>
                    <a:pt x="1330375" y="1692763"/>
                  </a:lnTo>
                  <a:lnTo>
                    <a:pt x="1330382" y="1692800"/>
                  </a:lnTo>
                  <a:lnTo>
                    <a:pt x="1330386" y="1692818"/>
                  </a:lnTo>
                  <a:lnTo>
                    <a:pt x="1330388" y="1692825"/>
                  </a:lnTo>
                  <a:lnTo>
                    <a:pt x="1330389" y="1692840"/>
                  </a:lnTo>
                  <a:lnTo>
                    <a:pt x="1330389" y="1692847"/>
                  </a:lnTo>
                  <a:lnTo>
                    <a:pt x="1330391" y="1692864"/>
                  </a:lnTo>
                  <a:lnTo>
                    <a:pt x="1330394" y="1692871"/>
                  </a:lnTo>
                  <a:lnTo>
                    <a:pt x="1330402" y="1692887"/>
                  </a:lnTo>
                  <a:lnTo>
                    <a:pt x="1330405" y="1692912"/>
                  </a:lnTo>
                  <a:lnTo>
                    <a:pt x="1330402" y="1692930"/>
                  </a:lnTo>
                  <a:lnTo>
                    <a:pt x="1330397" y="1692942"/>
                  </a:lnTo>
                  <a:lnTo>
                    <a:pt x="1330392" y="1692948"/>
                  </a:lnTo>
                  <a:lnTo>
                    <a:pt x="1330374" y="1692966"/>
                  </a:lnTo>
                  <a:lnTo>
                    <a:pt x="1330357" y="1692980"/>
                  </a:lnTo>
                  <a:lnTo>
                    <a:pt x="1330339" y="1692989"/>
                  </a:lnTo>
                  <a:lnTo>
                    <a:pt x="1330318" y="1693001"/>
                  </a:lnTo>
                  <a:lnTo>
                    <a:pt x="1330311" y="1693008"/>
                  </a:lnTo>
                  <a:lnTo>
                    <a:pt x="1330312" y="1693016"/>
                  </a:lnTo>
                  <a:lnTo>
                    <a:pt x="1330325" y="1693032"/>
                  </a:lnTo>
                  <a:lnTo>
                    <a:pt x="1330334" y="1693050"/>
                  </a:lnTo>
                  <a:lnTo>
                    <a:pt x="1330337" y="1693069"/>
                  </a:lnTo>
                  <a:lnTo>
                    <a:pt x="1330338" y="1693087"/>
                  </a:lnTo>
                  <a:lnTo>
                    <a:pt x="1330339" y="1693106"/>
                  </a:lnTo>
                  <a:lnTo>
                    <a:pt x="1330337" y="1693125"/>
                  </a:lnTo>
                  <a:lnTo>
                    <a:pt x="1330338" y="1693143"/>
                  </a:lnTo>
                  <a:lnTo>
                    <a:pt x="1330340" y="1693151"/>
                  </a:lnTo>
                  <a:lnTo>
                    <a:pt x="1330347" y="1693163"/>
                  </a:lnTo>
                  <a:lnTo>
                    <a:pt x="1330351" y="1693167"/>
                  </a:lnTo>
                  <a:lnTo>
                    <a:pt x="1330363" y="1693169"/>
                  </a:lnTo>
                  <a:lnTo>
                    <a:pt x="1330381" y="1693172"/>
                  </a:lnTo>
                  <a:lnTo>
                    <a:pt x="1330398" y="1693179"/>
                  </a:lnTo>
                  <a:lnTo>
                    <a:pt x="1330415" y="1693185"/>
                  </a:lnTo>
                  <a:lnTo>
                    <a:pt x="1330433" y="1693193"/>
                  </a:lnTo>
                  <a:lnTo>
                    <a:pt x="1330450" y="1693199"/>
                  </a:lnTo>
                  <a:lnTo>
                    <a:pt x="1330467" y="1693206"/>
                  </a:lnTo>
                  <a:lnTo>
                    <a:pt x="1330485" y="1693210"/>
                  </a:lnTo>
                  <a:lnTo>
                    <a:pt x="1330502" y="1693217"/>
                  </a:lnTo>
                  <a:lnTo>
                    <a:pt x="1330519" y="1693223"/>
                  </a:lnTo>
                  <a:lnTo>
                    <a:pt x="1330537" y="1693224"/>
                  </a:lnTo>
                  <a:lnTo>
                    <a:pt x="1330555" y="1693222"/>
                  </a:lnTo>
                  <a:lnTo>
                    <a:pt x="1330572" y="1693220"/>
                  </a:lnTo>
                  <a:lnTo>
                    <a:pt x="1330589" y="1693215"/>
                  </a:lnTo>
                  <a:lnTo>
                    <a:pt x="1330607" y="1693212"/>
                  </a:lnTo>
                  <a:lnTo>
                    <a:pt x="1330642" y="1693205"/>
                  </a:lnTo>
                  <a:lnTo>
                    <a:pt x="1330659" y="1693207"/>
                  </a:lnTo>
                  <a:lnTo>
                    <a:pt x="1330682" y="1693210"/>
                  </a:lnTo>
                  <a:lnTo>
                    <a:pt x="1330694" y="1693216"/>
                  </a:lnTo>
                  <a:lnTo>
                    <a:pt x="1330712" y="1693222"/>
                  </a:lnTo>
                  <a:lnTo>
                    <a:pt x="1330764" y="1693242"/>
                  </a:lnTo>
                  <a:lnTo>
                    <a:pt x="1330781" y="1693247"/>
                  </a:lnTo>
                  <a:lnTo>
                    <a:pt x="1330794" y="1693252"/>
                  </a:lnTo>
                  <a:lnTo>
                    <a:pt x="1330816" y="1693259"/>
                  </a:lnTo>
                  <a:lnTo>
                    <a:pt x="1330835" y="1693267"/>
                  </a:lnTo>
                  <a:lnTo>
                    <a:pt x="1330849" y="1693281"/>
                  </a:lnTo>
                  <a:lnTo>
                    <a:pt x="1330860" y="1693300"/>
                  </a:lnTo>
                  <a:lnTo>
                    <a:pt x="1330866" y="1693319"/>
                  </a:lnTo>
                  <a:lnTo>
                    <a:pt x="1330870" y="1693338"/>
                  </a:lnTo>
                  <a:lnTo>
                    <a:pt x="1330874" y="1693355"/>
                  </a:lnTo>
                  <a:lnTo>
                    <a:pt x="1330879" y="1693375"/>
                  </a:lnTo>
                  <a:lnTo>
                    <a:pt x="1330886" y="1693412"/>
                  </a:lnTo>
                  <a:lnTo>
                    <a:pt x="1330889" y="1693430"/>
                  </a:lnTo>
                  <a:lnTo>
                    <a:pt x="1330891" y="1693449"/>
                  </a:lnTo>
                  <a:lnTo>
                    <a:pt x="1330896" y="1693467"/>
                  </a:lnTo>
                  <a:lnTo>
                    <a:pt x="1330907" y="1693486"/>
                  </a:lnTo>
                  <a:lnTo>
                    <a:pt x="1330919" y="1693499"/>
                  </a:lnTo>
                  <a:lnTo>
                    <a:pt x="1330924" y="1693501"/>
                  </a:lnTo>
                  <a:lnTo>
                    <a:pt x="1330941" y="1693509"/>
                  </a:lnTo>
                  <a:lnTo>
                    <a:pt x="1330958" y="1693515"/>
                  </a:lnTo>
                  <a:lnTo>
                    <a:pt x="1330976" y="1693523"/>
                  </a:lnTo>
                  <a:lnTo>
                    <a:pt x="1330993" y="1693533"/>
                  </a:lnTo>
                  <a:lnTo>
                    <a:pt x="1331012" y="1693547"/>
                  </a:lnTo>
                  <a:lnTo>
                    <a:pt x="1331020" y="1693557"/>
                  </a:lnTo>
                  <a:lnTo>
                    <a:pt x="1331023" y="1693563"/>
                  </a:lnTo>
                  <a:lnTo>
                    <a:pt x="1331043" y="1693600"/>
                  </a:lnTo>
                  <a:lnTo>
                    <a:pt x="1331056" y="1693619"/>
                  </a:lnTo>
                  <a:lnTo>
                    <a:pt x="1331070" y="1693638"/>
                  </a:lnTo>
                  <a:lnTo>
                    <a:pt x="1331084" y="1693655"/>
                  </a:lnTo>
                  <a:lnTo>
                    <a:pt x="1331100" y="1693674"/>
                  </a:lnTo>
                  <a:lnTo>
                    <a:pt x="1331136" y="1693713"/>
                  </a:lnTo>
                  <a:lnTo>
                    <a:pt x="1331149" y="1693740"/>
                  </a:lnTo>
                  <a:lnTo>
                    <a:pt x="1331151" y="1693753"/>
                  </a:lnTo>
                  <a:lnTo>
                    <a:pt x="1331152" y="1693771"/>
                  </a:lnTo>
                  <a:lnTo>
                    <a:pt x="1331152" y="1693796"/>
                  </a:lnTo>
                  <a:lnTo>
                    <a:pt x="1331145" y="1693836"/>
                  </a:lnTo>
                  <a:lnTo>
                    <a:pt x="1331145" y="1693855"/>
                  </a:lnTo>
                  <a:lnTo>
                    <a:pt x="1331146" y="1693865"/>
                  </a:lnTo>
                  <a:lnTo>
                    <a:pt x="1331150" y="1693875"/>
                  </a:lnTo>
                  <a:lnTo>
                    <a:pt x="1331156" y="1693885"/>
                  </a:lnTo>
                  <a:lnTo>
                    <a:pt x="1331163" y="1693890"/>
                  </a:lnTo>
                  <a:lnTo>
                    <a:pt x="1331180" y="1693901"/>
                  </a:lnTo>
                  <a:lnTo>
                    <a:pt x="1331198" y="1693911"/>
                  </a:lnTo>
                  <a:lnTo>
                    <a:pt x="1331215" y="1693925"/>
                  </a:lnTo>
                  <a:lnTo>
                    <a:pt x="1331232" y="1693943"/>
                  </a:lnTo>
                  <a:lnTo>
                    <a:pt x="1331235" y="1693953"/>
                  </a:lnTo>
                  <a:lnTo>
                    <a:pt x="1331255" y="1694022"/>
                  </a:lnTo>
                  <a:lnTo>
                    <a:pt x="1331261" y="1694041"/>
                  </a:lnTo>
                  <a:lnTo>
                    <a:pt x="1331266" y="1694059"/>
                  </a:lnTo>
                  <a:lnTo>
                    <a:pt x="1331275" y="1694078"/>
                  </a:lnTo>
                  <a:lnTo>
                    <a:pt x="1331285" y="1694097"/>
                  </a:lnTo>
                  <a:lnTo>
                    <a:pt x="1331292" y="1694109"/>
                  </a:lnTo>
                  <a:lnTo>
                    <a:pt x="1331296" y="1694120"/>
                  </a:lnTo>
                  <a:lnTo>
                    <a:pt x="1331297" y="1694134"/>
                  </a:lnTo>
                  <a:lnTo>
                    <a:pt x="1331294" y="1694152"/>
                  </a:lnTo>
                  <a:lnTo>
                    <a:pt x="1331289" y="1694170"/>
                  </a:lnTo>
                  <a:lnTo>
                    <a:pt x="1331282" y="1694189"/>
                  </a:lnTo>
                  <a:lnTo>
                    <a:pt x="1331273" y="1694207"/>
                  </a:lnTo>
                  <a:lnTo>
                    <a:pt x="1331271" y="1694216"/>
                  </a:lnTo>
                  <a:lnTo>
                    <a:pt x="1331270" y="1694226"/>
                  </a:lnTo>
                  <a:lnTo>
                    <a:pt x="1331272" y="1694234"/>
                  </a:lnTo>
                  <a:lnTo>
                    <a:pt x="1331276" y="1694244"/>
                  </a:lnTo>
                  <a:lnTo>
                    <a:pt x="1331286" y="1694263"/>
                  </a:lnTo>
                  <a:lnTo>
                    <a:pt x="1331295" y="1694282"/>
                  </a:lnTo>
                  <a:lnTo>
                    <a:pt x="1331305" y="1694300"/>
                  </a:lnTo>
                  <a:lnTo>
                    <a:pt x="1331313" y="1694319"/>
                  </a:lnTo>
                  <a:lnTo>
                    <a:pt x="1331320" y="1694337"/>
                  </a:lnTo>
                  <a:lnTo>
                    <a:pt x="1331323" y="1694356"/>
                  </a:lnTo>
                  <a:lnTo>
                    <a:pt x="1331325" y="1694365"/>
                  </a:lnTo>
                  <a:lnTo>
                    <a:pt x="1331325" y="1694374"/>
                  </a:lnTo>
                  <a:lnTo>
                    <a:pt x="1331325" y="1694435"/>
                  </a:lnTo>
                  <a:lnTo>
                    <a:pt x="1331324" y="1694441"/>
                  </a:lnTo>
                  <a:lnTo>
                    <a:pt x="1331323" y="1694451"/>
                  </a:lnTo>
                  <a:lnTo>
                    <a:pt x="1331319" y="1694460"/>
                  </a:lnTo>
                  <a:lnTo>
                    <a:pt x="1331309" y="1694478"/>
                  </a:lnTo>
                  <a:lnTo>
                    <a:pt x="1331294" y="1694495"/>
                  </a:lnTo>
                  <a:lnTo>
                    <a:pt x="1331278" y="1694510"/>
                  </a:lnTo>
                  <a:lnTo>
                    <a:pt x="1331260" y="1694526"/>
                  </a:lnTo>
                  <a:lnTo>
                    <a:pt x="1331242" y="1694538"/>
                  </a:lnTo>
                  <a:lnTo>
                    <a:pt x="1331224" y="1694549"/>
                  </a:lnTo>
                  <a:lnTo>
                    <a:pt x="1331207" y="1694557"/>
                  </a:lnTo>
                  <a:lnTo>
                    <a:pt x="1331189" y="1694564"/>
                  </a:lnTo>
                  <a:lnTo>
                    <a:pt x="1331172" y="1694570"/>
                  </a:lnTo>
                  <a:lnTo>
                    <a:pt x="1331157" y="1694574"/>
                  </a:lnTo>
                  <a:lnTo>
                    <a:pt x="1331152" y="1694578"/>
                  </a:lnTo>
                  <a:lnTo>
                    <a:pt x="1331153" y="1694587"/>
                  </a:lnTo>
                  <a:lnTo>
                    <a:pt x="1331167" y="1694592"/>
                  </a:lnTo>
                  <a:lnTo>
                    <a:pt x="1331184" y="1694600"/>
                  </a:lnTo>
                  <a:lnTo>
                    <a:pt x="1331201" y="1694611"/>
                  </a:lnTo>
                  <a:lnTo>
                    <a:pt x="1331219" y="1694621"/>
                  </a:lnTo>
                  <a:lnTo>
                    <a:pt x="1331236" y="1694635"/>
                  </a:lnTo>
                  <a:lnTo>
                    <a:pt x="1331253" y="1694648"/>
                  </a:lnTo>
                  <a:lnTo>
                    <a:pt x="1331271" y="1694663"/>
                  </a:lnTo>
                  <a:lnTo>
                    <a:pt x="1331288" y="1694678"/>
                  </a:lnTo>
                  <a:lnTo>
                    <a:pt x="1331303" y="1694695"/>
                  </a:lnTo>
                  <a:lnTo>
                    <a:pt x="1331316" y="1694713"/>
                  </a:lnTo>
                  <a:lnTo>
                    <a:pt x="1331326" y="1694732"/>
                  </a:lnTo>
                  <a:lnTo>
                    <a:pt x="1331331" y="1694750"/>
                  </a:lnTo>
                  <a:lnTo>
                    <a:pt x="1331335" y="1694787"/>
                  </a:lnTo>
                  <a:lnTo>
                    <a:pt x="1331338" y="1694806"/>
                  </a:lnTo>
                  <a:lnTo>
                    <a:pt x="1331337" y="1694843"/>
                  </a:lnTo>
                  <a:lnTo>
                    <a:pt x="1331336" y="1694862"/>
                  </a:lnTo>
                  <a:lnTo>
                    <a:pt x="1331335" y="1694880"/>
                  </a:lnTo>
                  <a:lnTo>
                    <a:pt x="1331335" y="1694898"/>
                  </a:lnTo>
                  <a:lnTo>
                    <a:pt x="1331339" y="1694917"/>
                  </a:lnTo>
                  <a:lnTo>
                    <a:pt x="1331341" y="1694927"/>
                  </a:lnTo>
                  <a:lnTo>
                    <a:pt x="1331345" y="1694935"/>
                  </a:lnTo>
                  <a:lnTo>
                    <a:pt x="1331349" y="1694954"/>
                  </a:lnTo>
                  <a:lnTo>
                    <a:pt x="1331352" y="1694963"/>
                  </a:lnTo>
                  <a:lnTo>
                    <a:pt x="1331352" y="1694972"/>
                  </a:lnTo>
                  <a:lnTo>
                    <a:pt x="1331352" y="1694991"/>
                  </a:lnTo>
                  <a:lnTo>
                    <a:pt x="1331351" y="1695009"/>
                  </a:lnTo>
                  <a:lnTo>
                    <a:pt x="1331350" y="1695028"/>
                  </a:lnTo>
                  <a:lnTo>
                    <a:pt x="1331350" y="1695040"/>
                  </a:lnTo>
                  <a:lnTo>
                    <a:pt x="1331356" y="1695048"/>
                  </a:lnTo>
                  <a:lnTo>
                    <a:pt x="1331371" y="1695050"/>
                  </a:lnTo>
                  <a:lnTo>
                    <a:pt x="1331389" y="1695055"/>
                  </a:lnTo>
                  <a:lnTo>
                    <a:pt x="1331406" y="1695061"/>
                  </a:lnTo>
                  <a:lnTo>
                    <a:pt x="1331424" y="1695069"/>
                  </a:lnTo>
                  <a:lnTo>
                    <a:pt x="1331441" y="1695081"/>
                  </a:lnTo>
                  <a:lnTo>
                    <a:pt x="1331446" y="1695089"/>
                  </a:lnTo>
                  <a:lnTo>
                    <a:pt x="1331447" y="1695100"/>
                  </a:lnTo>
                  <a:lnTo>
                    <a:pt x="1331443" y="1695118"/>
                  </a:lnTo>
                  <a:lnTo>
                    <a:pt x="1331442" y="1695137"/>
                  </a:lnTo>
                  <a:lnTo>
                    <a:pt x="1331441" y="1695155"/>
                  </a:lnTo>
                  <a:lnTo>
                    <a:pt x="1331442" y="1695174"/>
                  </a:lnTo>
                  <a:lnTo>
                    <a:pt x="1331445" y="1695192"/>
                  </a:lnTo>
                  <a:lnTo>
                    <a:pt x="1331444" y="1695201"/>
                  </a:lnTo>
                  <a:lnTo>
                    <a:pt x="1331439" y="1695211"/>
                  </a:lnTo>
                  <a:lnTo>
                    <a:pt x="1331421" y="1695225"/>
                  </a:lnTo>
                  <a:lnTo>
                    <a:pt x="1331414" y="1695238"/>
                  </a:lnTo>
                  <a:lnTo>
                    <a:pt x="1331433" y="1695243"/>
                  </a:lnTo>
                  <a:lnTo>
                    <a:pt x="1331451" y="1695248"/>
                  </a:lnTo>
                  <a:lnTo>
                    <a:pt x="1331468" y="1695257"/>
                  </a:lnTo>
                  <a:lnTo>
                    <a:pt x="1331476" y="1695268"/>
                  </a:lnTo>
                  <a:lnTo>
                    <a:pt x="1331487" y="1695287"/>
                  </a:lnTo>
                  <a:lnTo>
                    <a:pt x="1331499" y="1695305"/>
                  </a:lnTo>
                  <a:lnTo>
                    <a:pt x="1331503" y="1695312"/>
                  </a:lnTo>
                  <a:lnTo>
                    <a:pt x="1331515" y="1695319"/>
                  </a:lnTo>
                  <a:lnTo>
                    <a:pt x="1331550" y="1695330"/>
                  </a:lnTo>
                  <a:lnTo>
                    <a:pt x="1331567" y="1695336"/>
                  </a:lnTo>
                  <a:lnTo>
                    <a:pt x="1331589" y="1695346"/>
                  </a:lnTo>
                  <a:lnTo>
                    <a:pt x="1331601" y="1695358"/>
                  </a:lnTo>
                  <a:lnTo>
                    <a:pt x="1331606" y="1695363"/>
                  </a:lnTo>
                  <a:lnTo>
                    <a:pt x="1331613" y="1695376"/>
                  </a:lnTo>
                  <a:lnTo>
                    <a:pt x="1331624" y="1695395"/>
                  </a:lnTo>
                  <a:lnTo>
                    <a:pt x="1331658" y="1695423"/>
                  </a:lnTo>
                  <a:lnTo>
                    <a:pt x="1331675" y="1695441"/>
                  </a:lnTo>
                  <a:lnTo>
                    <a:pt x="1331685" y="1695459"/>
                  </a:lnTo>
                  <a:lnTo>
                    <a:pt x="1331692" y="1695478"/>
                  </a:lnTo>
                  <a:lnTo>
                    <a:pt x="1331698" y="1695496"/>
                  </a:lnTo>
                  <a:lnTo>
                    <a:pt x="1331707" y="1695515"/>
                  </a:lnTo>
                  <a:lnTo>
                    <a:pt x="1331713" y="1695519"/>
                  </a:lnTo>
                  <a:lnTo>
                    <a:pt x="1331725" y="1695522"/>
                  </a:lnTo>
                  <a:lnTo>
                    <a:pt x="1331742" y="1695525"/>
                  </a:lnTo>
                  <a:lnTo>
                    <a:pt x="1331759" y="1695531"/>
                  </a:lnTo>
                  <a:lnTo>
                    <a:pt x="1331777" y="1695537"/>
                  </a:lnTo>
                  <a:lnTo>
                    <a:pt x="1331794" y="1695545"/>
                  </a:lnTo>
                  <a:lnTo>
                    <a:pt x="1331811" y="1695556"/>
                  </a:lnTo>
                  <a:lnTo>
                    <a:pt x="1331828" y="1695571"/>
                  </a:lnTo>
                  <a:lnTo>
                    <a:pt x="1331840" y="1695589"/>
                  </a:lnTo>
                  <a:lnTo>
                    <a:pt x="1331848" y="1695608"/>
                  </a:lnTo>
                  <a:lnTo>
                    <a:pt x="1331855" y="1695625"/>
                  </a:lnTo>
                  <a:lnTo>
                    <a:pt x="1331869" y="1695643"/>
                  </a:lnTo>
                  <a:lnTo>
                    <a:pt x="1331883" y="1695661"/>
                  </a:lnTo>
                  <a:lnTo>
                    <a:pt x="1331899" y="1695680"/>
                  </a:lnTo>
                  <a:lnTo>
                    <a:pt x="1331914" y="1695696"/>
                  </a:lnTo>
                  <a:lnTo>
                    <a:pt x="1331927" y="1695713"/>
                  </a:lnTo>
                  <a:lnTo>
                    <a:pt x="1331933" y="1695720"/>
                  </a:lnTo>
                  <a:lnTo>
                    <a:pt x="1331939" y="1695727"/>
                  </a:lnTo>
                  <a:lnTo>
                    <a:pt x="1331949" y="1695751"/>
                  </a:lnTo>
                  <a:lnTo>
                    <a:pt x="1331956" y="1695770"/>
                  </a:lnTo>
                  <a:lnTo>
                    <a:pt x="1331963" y="1695788"/>
                  </a:lnTo>
                  <a:lnTo>
                    <a:pt x="1331975" y="1695807"/>
                  </a:lnTo>
                  <a:lnTo>
                    <a:pt x="1331991" y="1695826"/>
                  </a:lnTo>
                  <a:lnTo>
                    <a:pt x="1332007" y="1695841"/>
                  </a:lnTo>
                  <a:lnTo>
                    <a:pt x="1332011" y="1695845"/>
                  </a:lnTo>
                  <a:lnTo>
                    <a:pt x="1332017" y="1695851"/>
                  </a:lnTo>
                  <a:lnTo>
                    <a:pt x="1332019" y="1695857"/>
                  </a:lnTo>
                  <a:lnTo>
                    <a:pt x="1332024" y="1695866"/>
                  </a:lnTo>
                  <a:lnTo>
                    <a:pt x="1332026" y="1695876"/>
                  </a:lnTo>
                  <a:lnTo>
                    <a:pt x="1332030" y="1695886"/>
                  </a:lnTo>
                  <a:lnTo>
                    <a:pt x="1332038" y="1695888"/>
                  </a:lnTo>
                  <a:lnTo>
                    <a:pt x="1332055" y="1695891"/>
                  </a:lnTo>
                  <a:lnTo>
                    <a:pt x="1332073" y="1695893"/>
                  </a:lnTo>
                  <a:lnTo>
                    <a:pt x="1332090" y="1695895"/>
                  </a:lnTo>
                  <a:lnTo>
                    <a:pt x="1332107" y="1695902"/>
                  </a:lnTo>
                  <a:lnTo>
                    <a:pt x="1332113" y="1695904"/>
                  </a:lnTo>
                  <a:lnTo>
                    <a:pt x="1332118" y="1695907"/>
                  </a:lnTo>
                  <a:lnTo>
                    <a:pt x="1332123" y="1695915"/>
                  </a:lnTo>
                  <a:lnTo>
                    <a:pt x="1332127" y="1695920"/>
                  </a:lnTo>
                  <a:lnTo>
                    <a:pt x="1332129" y="1695933"/>
                  </a:lnTo>
                  <a:lnTo>
                    <a:pt x="1332133" y="1695952"/>
                  </a:lnTo>
                  <a:lnTo>
                    <a:pt x="1332142" y="1695970"/>
                  </a:lnTo>
                  <a:lnTo>
                    <a:pt x="1332156" y="1695995"/>
                  </a:lnTo>
                  <a:lnTo>
                    <a:pt x="1332160" y="1696011"/>
                  </a:lnTo>
                  <a:lnTo>
                    <a:pt x="1332160" y="1696025"/>
                  </a:lnTo>
                  <a:lnTo>
                    <a:pt x="1332153" y="1696032"/>
                  </a:lnTo>
                  <a:lnTo>
                    <a:pt x="1332138" y="1696037"/>
                  </a:lnTo>
                  <a:lnTo>
                    <a:pt x="1332120" y="1696041"/>
                  </a:lnTo>
                  <a:lnTo>
                    <a:pt x="1332103" y="1696046"/>
                  </a:lnTo>
                  <a:lnTo>
                    <a:pt x="1332085" y="1696053"/>
                  </a:lnTo>
                  <a:lnTo>
                    <a:pt x="1332067" y="1696066"/>
                  </a:lnTo>
                  <a:lnTo>
                    <a:pt x="1332051" y="1696080"/>
                  </a:lnTo>
                  <a:lnTo>
                    <a:pt x="1332046" y="1696083"/>
                  </a:lnTo>
                  <a:lnTo>
                    <a:pt x="1332034" y="1696093"/>
                  </a:lnTo>
                  <a:lnTo>
                    <a:pt x="1332016" y="1696109"/>
                  </a:lnTo>
                  <a:lnTo>
                    <a:pt x="1332009" y="1696114"/>
                  </a:lnTo>
                  <a:lnTo>
                    <a:pt x="1332002" y="1696124"/>
                  </a:lnTo>
                  <a:lnTo>
                    <a:pt x="1331991" y="1696143"/>
                  </a:lnTo>
                  <a:lnTo>
                    <a:pt x="1331983" y="1696161"/>
                  </a:lnTo>
                  <a:lnTo>
                    <a:pt x="1331977" y="1696179"/>
                  </a:lnTo>
                  <a:lnTo>
                    <a:pt x="1331969" y="1696197"/>
                  </a:lnTo>
                  <a:lnTo>
                    <a:pt x="1331952" y="1696206"/>
                  </a:lnTo>
                  <a:lnTo>
                    <a:pt x="1331934" y="1696210"/>
                  </a:lnTo>
                  <a:lnTo>
                    <a:pt x="1331917" y="1696217"/>
                  </a:lnTo>
                  <a:lnTo>
                    <a:pt x="1331899" y="1696226"/>
                  </a:lnTo>
                  <a:lnTo>
                    <a:pt x="1331883" y="1696240"/>
                  </a:lnTo>
                  <a:lnTo>
                    <a:pt x="1331871" y="1696259"/>
                  </a:lnTo>
                  <a:lnTo>
                    <a:pt x="1331859" y="1696280"/>
                  </a:lnTo>
                  <a:lnTo>
                    <a:pt x="1331849" y="1696295"/>
                  </a:lnTo>
                  <a:lnTo>
                    <a:pt x="1331836" y="1696313"/>
                  </a:lnTo>
                  <a:lnTo>
                    <a:pt x="1331828" y="1696322"/>
                  </a:lnTo>
                  <a:lnTo>
                    <a:pt x="1331818" y="1696328"/>
                  </a:lnTo>
                  <a:lnTo>
                    <a:pt x="1331801" y="1696336"/>
                  </a:lnTo>
                  <a:lnTo>
                    <a:pt x="1331793" y="1696341"/>
                  </a:lnTo>
                  <a:lnTo>
                    <a:pt x="1331766" y="1696350"/>
                  </a:lnTo>
                  <a:lnTo>
                    <a:pt x="1331748" y="1696360"/>
                  </a:lnTo>
                  <a:lnTo>
                    <a:pt x="1331731" y="1696367"/>
                  </a:lnTo>
                  <a:lnTo>
                    <a:pt x="1331722" y="1696371"/>
                  </a:lnTo>
                  <a:lnTo>
                    <a:pt x="1331713" y="1696371"/>
                  </a:lnTo>
                  <a:lnTo>
                    <a:pt x="1331696" y="1696375"/>
                  </a:lnTo>
                  <a:lnTo>
                    <a:pt x="1331678" y="1696376"/>
                  </a:lnTo>
                  <a:lnTo>
                    <a:pt x="1331660" y="1696377"/>
                  </a:lnTo>
                  <a:lnTo>
                    <a:pt x="1331643" y="1696379"/>
                  </a:lnTo>
                  <a:lnTo>
                    <a:pt x="1331632" y="1696380"/>
                  </a:lnTo>
                  <a:lnTo>
                    <a:pt x="1331621" y="1696385"/>
                  </a:lnTo>
                  <a:lnTo>
                    <a:pt x="1331608" y="1696393"/>
                  </a:lnTo>
                  <a:lnTo>
                    <a:pt x="1331590" y="1696406"/>
                  </a:lnTo>
                  <a:lnTo>
                    <a:pt x="1331574" y="1696421"/>
                  </a:lnTo>
                  <a:lnTo>
                    <a:pt x="1331557" y="1696438"/>
                  </a:lnTo>
                  <a:lnTo>
                    <a:pt x="1331540" y="1696458"/>
                  </a:lnTo>
                  <a:lnTo>
                    <a:pt x="1331530" y="1696474"/>
                  </a:lnTo>
                  <a:lnTo>
                    <a:pt x="1331525" y="1696484"/>
                  </a:lnTo>
                  <a:lnTo>
                    <a:pt x="1331522" y="1696493"/>
                  </a:lnTo>
                  <a:lnTo>
                    <a:pt x="1331518" y="1696511"/>
                  </a:lnTo>
                  <a:lnTo>
                    <a:pt x="1331515" y="1696529"/>
                  </a:lnTo>
                  <a:lnTo>
                    <a:pt x="1331510" y="1696548"/>
                  </a:lnTo>
                  <a:lnTo>
                    <a:pt x="1331508" y="1696566"/>
                  </a:lnTo>
                  <a:lnTo>
                    <a:pt x="1331508" y="1696584"/>
                  </a:lnTo>
                  <a:lnTo>
                    <a:pt x="1331507" y="1696603"/>
                  </a:lnTo>
                  <a:lnTo>
                    <a:pt x="1331507" y="1696622"/>
                  </a:lnTo>
                  <a:lnTo>
                    <a:pt x="1331504" y="1696640"/>
                  </a:lnTo>
                  <a:lnTo>
                    <a:pt x="1331502" y="1696659"/>
                  </a:lnTo>
                  <a:lnTo>
                    <a:pt x="1331500" y="1696667"/>
                  </a:lnTo>
                  <a:lnTo>
                    <a:pt x="1331500" y="1696677"/>
                  </a:lnTo>
                  <a:lnTo>
                    <a:pt x="1331504" y="1696685"/>
                  </a:lnTo>
                  <a:lnTo>
                    <a:pt x="1331517" y="1696690"/>
                  </a:lnTo>
                  <a:lnTo>
                    <a:pt x="1331531" y="1696693"/>
                  </a:lnTo>
                  <a:lnTo>
                    <a:pt x="1331542" y="1696699"/>
                  </a:lnTo>
                  <a:lnTo>
                    <a:pt x="1331552" y="1696707"/>
                  </a:lnTo>
                  <a:lnTo>
                    <a:pt x="1331556" y="1696717"/>
                  </a:lnTo>
                  <a:lnTo>
                    <a:pt x="1331553" y="1696726"/>
                  </a:lnTo>
                  <a:lnTo>
                    <a:pt x="1331542" y="1696745"/>
                  </a:lnTo>
                  <a:lnTo>
                    <a:pt x="1331507" y="1696782"/>
                  </a:lnTo>
                  <a:lnTo>
                    <a:pt x="1331482" y="1696815"/>
                  </a:lnTo>
                  <a:lnTo>
                    <a:pt x="1331464" y="1696847"/>
                  </a:lnTo>
                  <a:lnTo>
                    <a:pt x="1331455" y="1696867"/>
                  </a:lnTo>
                  <a:lnTo>
                    <a:pt x="1331453" y="1696887"/>
                  </a:lnTo>
                  <a:lnTo>
                    <a:pt x="1331457" y="1696904"/>
                  </a:lnTo>
                  <a:lnTo>
                    <a:pt x="1331474" y="1696926"/>
                  </a:lnTo>
                  <a:lnTo>
                    <a:pt x="1331504" y="1696950"/>
                  </a:lnTo>
                  <a:lnTo>
                    <a:pt x="1331510" y="1696957"/>
                  </a:lnTo>
                  <a:lnTo>
                    <a:pt x="1331516" y="1696972"/>
                  </a:lnTo>
                  <a:lnTo>
                    <a:pt x="1331514" y="1696988"/>
                  </a:lnTo>
                  <a:lnTo>
                    <a:pt x="1331502" y="1697017"/>
                  </a:lnTo>
                  <a:lnTo>
                    <a:pt x="1331489" y="1697041"/>
                  </a:lnTo>
                  <a:lnTo>
                    <a:pt x="1331465" y="1697068"/>
                  </a:lnTo>
                  <a:lnTo>
                    <a:pt x="1331452" y="1697086"/>
                  </a:lnTo>
                  <a:lnTo>
                    <a:pt x="1331445" y="1697107"/>
                  </a:lnTo>
                  <a:lnTo>
                    <a:pt x="1331443" y="1697116"/>
                  </a:lnTo>
                  <a:lnTo>
                    <a:pt x="1331425" y="1697131"/>
                  </a:lnTo>
                  <a:lnTo>
                    <a:pt x="1331412" y="1697140"/>
                  </a:lnTo>
                  <a:lnTo>
                    <a:pt x="1331394" y="1697151"/>
                  </a:lnTo>
                  <a:lnTo>
                    <a:pt x="1331382" y="1697162"/>
                  </a:lnTo>
                  <a:lnTo>
                    <a:pt x="1331380" y="1697174"/>
                  </a:lnTo>
                  <a:lnTo>
                    <a:pt x="1331384" y="1697184"/>
                  </a:lnTo>
                  <a:lnTo>
                    <a:pt x="1331397" y="1697194"/>
                  </a:lnTo>
                  <a:lnTo>
                    <a:pt x="1331420" y="1697212"/>
                  </a:lnTo>
                  <a:lnTo>
                    <a:pt x="1331439" y="1697223"/>
                  </a:lnTo>
                  <a:lnTo>
                    <a:pt x="1331448" y="1697234"/>
                  </a:lnTo>
                  <a:lnTo>
                    <a:pt x="1331463" y="1697253"/>
                  </a:lnTo>
                  <a:lnTo>
                    <a:pt x="1331468" y="1697268"/>
                  </a:lnTo>
                  <a:lnTo>
                    <a:pt x="1331475" y="1697306"/>
                  </a:lnTo>
                  <a:lnTo>
                    <a:pt x="1331473" y="1697354"/>
                  </a:lnTo>
                  <a:lnTo>
                    <a:pt x="1331480" y="1697391"/>
                  </a:lnTo>
                  <a:lnTo>
                    <a:pt x="1331483" y="1697429"/>
                  </a:lnTo>
                  <a:lnTo>
                    <a:pt x="1331483" y="1697443"/>
                  </a:lnTo>
                  <a:lnTo>
                    <a:pt x="1331479" y="1697451"/>
                  </a:lnTo>
                  <a:lnTo>
                    <a:pt x="1331472" y="1697456"/>
                  </a:lnTo>
                  <a:lnTo>
                    <a:pt x="1331457" y="1697462"/>
                  </a:lnTo>
                  <a:lnTo>
                    <a:pt x="1331446" y="1697467"/>
                  </a:lnTo>
                  <a:lnTo>
                    <a:pt x="1331426" y="1697474"/>
                  </a:lnTo>
                  <a:lnTo>
                    <a:pt x="1331413" y="1697479"/>
                  </a:lnTo>
                  <a:lnTo>
                    <a:pt x="1331396" y="1697486"/>
                  </a:lnTo>
                  <a:lnTo>
                    <a:pt x="1331378" y="1697498"/>
                  </a:lnTo>
                  <a:lnTo>
                    <a:pt x="1331374" y="1697502"/>
                  </a:lnTo>
                  <a:lnTo>
                    <a:pt x="1331366" y="1697513"/>
                  </a:lnTo>
                  <a:lnTo>
                    <a:pt x="1331365" y="1697523"/>
                  </a:lnTo>
                  <a:lnTo>
                    <a:pt x="1331369" y="1697534"/>
                  </a:lnTo>
                  <a:lnTo>
                    <a:pt x="1331375" y="1697553"/>
                  </a:lnTo>
                  <a:lnTo>
                    <a:pt x="1331383" y="1697571"/>
                  </a:lnTo>
                  <a:lnTo>
                    <a:pt x="1331387" y="1697590"/>
                  </a:lnTo>
                  <a:lnTo>
                    <a:pt x="1331388" y="1697608"/>
                  </a:lnTo>
                  <a:lnTo>
                    <a:pt x="1331385" y="1697627"/>
                  </a:lnTo>
                  <a:lnTo>
                    <a:pt x="1331383" y="1697631"/>
                  </a:lnTo>
                  <a:lnTo>
                    <a:pt x="1331383" y="1697645"/>
                  </a:lnTo>
                  <a:lnTo>
                    <a:pt x="1331386" y="1697653"/>
                  </a:lnTo>
                  <a:lnTo>
                    <a:pt x="1331393" y="1697663"/>
                  </a:lnTo>
                  <a:lnTo>
                    <a:pt x="1331410" y="1697681"/>
                  </a:lnTo>
                  <a:lnTo>
                    <a:pt x="1331424" y="1697700"/>
                  </a:lnTo>
                  <a:lnTo>
                    <a:pt x="1331430" y="1697708"/>
                  </a:lnTo>
                  <a:lnTo>
                    <a:pt x="1331451" y="1697733"/>
                  </a:lnTo>
                  <a:lnTo>
                    <a:pt x="1331460" y="1697758"/>
                  </a:lnTo>
                  <a:lnTo>
                    <a:pt x="1331459" y="1697776"/>
                  </a:lnTo>
                  <a:lnTo>
                    <a:pt x="1331456" y="1697797"/>
                  </a:lnTo>
                  <a:lnTo>
                    <a:pt x="1331439" y="1697842"/>
                  </a:lnTo>
                  <a:lnTo>
                    <a:pt x="1331425" y="1697871"/>
                  </a:lnTo>
                  <a:lnTo>
                    <a:pt x="1331398" y="1697896"/>
                  </a:lnTo>
                  <a:lnTo>
                    <a:pt x="1331354" y="1697914"/>
                  </a:lnTo>
                  <a:lnTo>
                    <a:pt x="1331336" y="1697922"/>
                  </a:lnTo>
                  <a:lnTo>
                    <a:pt x="1331322" y="1697934"/>
                  </a:lnTo>
                  <a:lnTo>
                    <a:pt x="1331297" y="1697976"/>
                  </a:lnTo>
                  <a:lnTo>
                    <a:pt x="1331265" y="1698011"/>
                  </a:lnTo>
                  <a:lnTo>
                    <a:pt x="1331241" y="1698024"/>
                  </a:lnTo>
                  <a:lnTo>
                    <a:pt x="1331210" y="1698036"/>
                  </a:lnTo>
                  <a:lnTo>
                    <a:pt x="1331193" y="1698037"/>
                  </a:lnTo>
                  <a:lnTo>
                    <a:pt x="1331166" y="1698037"/>
                  </a:lnTo>
                  <a:lnTo>
                    <a:pt x="1331134" y="1698047"/>
                  </a:lnTo>
                  <a:lnTo>
                    <a:pt x="1331111" y="1698058"/>
                  </a:lnTo>
                  <a:lnTo>
                    <a:pt x="1331080" y="1698067"/>
                  </a:lnTo>
                  <a:lnTo>
                    <a:pt x="1331043" y="1698075"/>
                  </a:lnTo>
                  <a:lnTo>
                    <a:pt x="1331014" y="1698076"/>
                  </a:lnTo>
                  <a:lnTo>
                    <a:pt x="1330991" y="1698077"/>
                  </a:lnTo>
                  <a:lnTo>
                    <a:pt x="1330961" y="1698088"/>
                  </a:lnTo>
                  <a:lnTo>
                    <a:pt x="1330954" y="1698091"/>
                  </a:lnTo>
                  <a:lnTo>
                    <a:pt x="1330928" y="1698100"/>
                  </a:lnTo>
                  <a:lnTo>
                    <a:pt x="1330875" y="1698099"/>
                  </a:lnTo>
                  <a:lnTo>
                    <a:pt x="1330857" y="1698106"/>
                  </a:lnTo>
                  <a:lnTo>
                    <a:pt x="1330841" y="1698110"/>
                  </a:lnTo>
                  <a:lnTo>
                    <a:pt x="1330785" y="1698136"/>
                  </a:lnTo>
                  <a:lnTo>
                    <a:pt x="1330774" y="1698143"/>
                  </a:lnTo>
                  <a:lnTo>
                    <a:pt x="1330748" y="1698168"/>
                  </a:lnTo>
                  <a:lnTo>
                    <a:pt x="1330734" y="1698186"/>
                  </a:lnTo>
                  <a:lnTo>
                    <a:pt x="1330712" y="1698198"/>
                  </a:lnTo>
                  <a:lnTo>
                    <a:pt x="1330703" y="1698208"/>
                  </a:lnTo>
                  <a:lnTo>
                    <a:pt x="1330695" y="1698217"/>
                  </a:lnTo>
                  <a:lnTo>
                    <a:pt x="1330690" y="1698227"/>
                  </a:lnTo>
                  <a:lnTo>
                    <a:pt x="1330690" y="1698236"/>
                  </a:lnTo>
                  <a:lnTo>
                    <a:pt x="1330692" y="1698245"/>
                  </a:lnTo>
                  <a:lnTo>
                    <a:pt x="1330695" y="1698252"/>
                  </a:lnTo>
                  <a:lnTo>
                    <a:pt x="1330702" y="1698264"/>
                  </a:lnTo>
                  <a:lnTo>
                    <a:pt x="1330724" y="1698301"/>
                  </a:lnTo>
                  <a:lnTo>
                    <a:pt x="1330738" y="1698320"/>
                  </a:lnTo>
                  <a:lnTo>
                    <a:pt x="1330748" y="1698333"/>
                  </a:lnTo>
                  <a:lnTo>
                    <a:pt x="1330758" y="1698340"/>
                  </a:lnTo>
                  <a:lnTo>
                    <a:pt x="1330767" y="1698348"/>
                  </a:lnTo>
                  <a:lnTo>
                    <a:pt x="1330778" y="1698356"/>
                  </a:lnTo>
                  <a:lnTo>
                    <a:pt x="1330794" y="1698356"/>
                  </a:lnTo>
                  <a:lnTo>
                    <a:pt x="1330823" y="1698349"/>
                  </a:lnTo>
                  <a:lnTo>
                    <a:pt x="1330845" y="1698344"/>
                  </a:lnTo>
                  <a:lnTo>
                    <a:pt x="1330894" y="1698329"/>
                  </a:lnTo>
                  <a:lnTo>
                    <a:pt x="1330932" y="1698306"/>
                  </a:lnTo>
                  <a:lnTo>
                    <a:pt x="1330955" y="1698290"/>
                  </a:lnTo>
                  <a:lnTo>
                    <a:pt x="1330986" y="1698265"/>
                  </a:lnTo>
                  <a:lnTo>
                    <a:pt x="1331046" y="1698228"/>
                  </a:lnTo>
                  <a:lnTo>
                    <a:pt x="1331084" y="1698208"/>
                  </a:lnTo>
                  <a:lnTo>
                    <a:pt x="1331137" y="1698202"/>
                  </a:lnTo>
                  <a:lnTo>
                    <a:pt x="1331186" y="1698202"/>
                  </a:lnTo>
                  <a:lnTo>
                    <a:pt x="1331226" y="1698205"/>
                  </a:lnTo>
                  <a:lnTo>
                    <a:pt x="1331262" y="1698215"/>
                  </a:lnTo>
                  <a:lnTo>
                    <a:pt x="1331290" y="1698226"/>
                  </a:lnTo>
                  <a:lnTo>
                    <a:pt x="1331328" y="1698243"/>
                  </a:lnTo>
                  <a:lnTo>
                    <a:pt x="1331368" y="1698264"/>
                  </a:lnTo>
                  <a:lnTo>
                    <a:pt x="1331379" y="1698269"/>
                  </a:lnTo>
                  <a:lnTo>
                    <a:pt x="1331396" y="1698275"/>
                  </a:lnTo>
                  <a:lnTo>
                    <a:pt x="1331413" y="1698278"/>
                  </a:lnTo>
                  <a:lnTo>
                    <a:pt x="1331431" y="1698279"/>
                  </a:lnTo>
                  <a:lnTo>
                    <a:pt x="1331448" y="1698278"/>
                  </a:lnTo>
                  <a:lnTo>
                    <a:pt x="1331458" y="1698278"/>
                  </a:lnTo>
                  <a:lnTo>
                    <a:pt x="1331489" y="1698273"/>
                  </a:lnTo>
                  <a:lnTo>
                    <a:pt x="1331497" y="1698269"/>
                  </a:lnTo>
                  <a:lnTo>
                    <a:pt x="1331508" y="1698268"/>
                  </a:lnTo>
                  <a:lnTo>
                    <a:pt x="1331524" y="1698276"/>
                  </a:lnTo>
                  <a:lnTo>
                    <a:pt x="1331541" y="1698285"/>
                  </a:lnTo>
                  <a:lnTo>
                    <a:pt x="1331559" y="1698290"/>
                  </a:lnTo>
                  <a:lnTo>
                    <a:pt x="1331569" y="1698294"/>
                  </a:lnTo>
                  <a:lnTo>
                    <a:pt x="1331576" y="1698294"/>
                  </a:lnTo>
                  <a:lnTo>
                    <a:pt x="1331594" y="1698296"/>
                  </a:lnTo>
                  <a:lnTo>
                    <a:pt x="1331611" y="1698300"/>
                  </a:lnTo>
                  <a:lnTo>
                    <a:pt x="1331621" y="1698304"/>
                  </a:lnTo>
                  <a:lnTo>
                    <a:pt x="1331628" y="1698309"/>
                  </a:lnTo>
                  <a:lnTo>
                    <a:pt x="1331645" y="1698318"/>
                  </a:lnTo>
                  <a:lnTo>
                    <a:pt x="1331664" y="1698332"/>
                  </a:lnTo>
                  <a:lnTo>
                    <a:pt x="1331669" y="1698336"/>
                  </a:lnTo>
                  <a:lnTo>
                    <a:pt x="1331679" y="1698339"/>
                  </a:lnTo>
                  <a:lnTo>
                    <a:pt x="1331696" y="1698343"/>
                  </a:lnTo>
                  <a:lnTo>
                    <a:pt x="1331714" y="1698345"/>
                  </a:lnTo>
                  <a:lnTo>
                    <a:pt x="1331734" y="1698342"/>
                  </a:lnTo>
                  <a:lnTo>
                    <a:pt x="1331749" y="1698343"/>
                  </a:lnTo>
                  <a:lnTo>
                    <a:pt x="1331755" y="1698345"/>
                  </a:lnTo>
                  <a:lnTo>
                    <a:pt x="1331767" y="1698356"/>
                  </a:lnTo>
                  <a:lnTo>
                    <a:pt x="1331780" y="1698371"/>
                  </a:lnTo>
                  <a:lnTo>
                    <a:pt x="1331792" y="1698394"/>
                  </a:lnTo>
                  <a:lnTo>
                    <a:pt x="1331806" y="1698413"/>
                  </a:lnTo>
                  <a:lnTo>
                    <a:pt x="1331823" y="1698428"/>
                  </a:lnTo>
                  <a:lnTo>
                    <a:pt x="1331837" y="1698438"/>
                  </a:lnTo>
                  <a:lnTo>
                    <a:pt x="1331847" y="1698455"/>
                  </a:lnTo>
                  <a:lnTo>
                    <a:pt x="1331848" y="1698478"/>
                  </a:lnTo>
                  <a:lnTo>
                    <a:pt x="1331860" y="1698536"/>
                  </a:lnTo>
                  <a:lnTo>
                    <a:pt x="1331869" y="1698567"/>
                  </a:lnTo>
                  <a:lnTo>
                    <a:pt x="1331881" y="1698585"/>
                  </a:lnTo>
                  <a:lnTo>
                    <a:pt x="1331896" y="1698604"/>
                  </a:lnTo>
                  <a:lnTo>
                    <a:pt x="1331930" y="1698644"/>
                  </a:lnTo>
                  <a:lnTo>
                    <a:pt x="1331941" y="1698666"/>
                  </a:lnTo>
                  <a:lnTo>
                    <a:pt x="1331953" y="1698706"/>
                  </a:lnTo>
                  <a:lnTo>
                    <a:pt x="1331963" y="1698750"/>
                  </a:lnTo>
                  <a:lnTo>
                    <a:pt x="1331973" y="1698783"/>
                  </a:lnTo>
                  <a:lnTo>
                    <a:pt x="1331978" y="1698818"/>
                  </a:lnTo>
                  <a:lnTo>
                    <a:pt x="1331985" y="1698833"/>
                  </a:lnTo>
                  <a:lnTo>
                    <a:pt x="1332009" y="1698888"/>
                  </a:lnTo>
                  <a:lnTo>
                    <a:pt x="1332019" y="1698907"/>
                  </a:lnTo>
                  <a:lnTo>
                    <a:pt x="1332029" y="1698926"/>
                  </a:lnTo>
                  <a:lnTo>
                    <a:pt x="1332040" y="1698945"/>
                  </a:lnTo>
                  <a:lnTo>
                    <a:pt x="1332055" y="1698962"/>
                  </a:lnTo>
                  <a:lnTo>
                    <a:pt x="1332072" y="1698980"/>
                  </a:lnTo>
                  <a:lnTo>
                    <a:pt x="1332077" y="1698985"/>
                  </a:lnTo>
                  <a:lnTo>
                    <a:pt x="1332089" y="1698991"/>
                  </a:lnTo>
                  <a:lnTo>
                    <a:pt x="1332104" y="1699006"/>
                  </a:lnTo>
                  <a:lnTo>
                    <a:pt x="1332116" y="1699025"/>
                  </a:lnTo>
                  <a:lnTo>
                    <a:pt x="1332134" y="1699056"/>
                  </a:lnTo>
                  <a:lnTo>
                    <a:pt x="1332151" y="1699075"/>
                  </a:lnTo>
                  <a:lnTo>
                    <a:pt x="1332166" y="1699079"/>
                  </a:lnTo>
                  <a:lnTo>
                    <a:pt x="1332183" y="1699079"/>
                  </a:lnTo>
                  <a:lnTo>
                    <a:pt x="1332201" y="1699077"/>
                  </a:lnTo>
                  <a:lnTo>
                    <a:pt x="1332226" y="1699077"/>
                  </a:lnTo>
                  <a:lnTo>
                    <a:pt x="1332236" y="1699084"/>
                  </a:lnTo>
                  <a:lnTo>
                    <a:pt x="1332245" y="1699089"/>
                  </a:lnTo>
                  <a:lnTo>
                    <a:pt x="1332252" y="1699096"/>
                  </a:lnTo>
                  <a:lnTo>
                    <a:pt x="1332261" y="1699102"/>
                  </a:lnTo>
                  <a:lnTo>
                    <a:pt x="1332269" y="1699107"/>
                  </a:lnTo>
                  <a:lnTo>
                    <a:pt x="1332286" y="1699119"/>
                  </a:lnTo>
                  <a:lnTo>
                    <a:pt x="1332297" y="1699127"/>
                  </a:lnTo>
                  <a:lnTo>
                    <a:pt x="1332302" y="1699127"/>
                  </a:lnTo>
                  <a:lnTo>
                    <a:pt x="1332319" y="1699120"/>
                  </a:lnTo>
                  <a:lnTo>
                    <a:pt x="1332326" y="1699115"/>
                  </a:lnTo>
                  <a:lnTo>
                    <a:pt x="1332337" y="1699103"/>
                  </a:lnTo>
                  <a:lnTo>
                    <a:pt x="1332355" y="1699088"/>
                  </a:lnTo>
                  <a:lnTo>
                    <a:pt x="1332371" y="1699073"/>
                  </a:lnTo>
                  <a:lnTo>
                    <a:pt x="1332388" y="1699059"/>
                  </a:lnTo>
                  <a:lnTo>
                    <a:pt x="1332405" y="1699050"/>
                  </a:lnTo>
                  <a:lnTo>
                    <a:pt x="1332423" y="1699042"/>
                  </a:lnTo>
                  <a:lnTo>
                    <a:pt x="1332440" y="1699037"/>
                  </a:lnTo>
                  <a:lnTo>
                    <a:pt x="1332458" y="1699036"/>
                  </a:lnTo>
                  <a:lnTo>
                    <a:pt x="1332475" y="1699034"/>
                  </a:lnTo>
                  <a:lnTo>
                    <a:pt x="1332493" y="1699034"/>
                  </a:lnTo>
                  <a:lnTo>
                    <a:pt x="1332510" y="1699033"/>
                  </a:lnTo>
                  <a:lnTo>
                    <a:pt x="1332528" y="1699035"/>
                  </a:lnTo>
                  <a:lnTo>
                    <a:pt x="1332545" y="1699034"/>
                  </a:lnTo>
                  <a:lnTo>
                    <a:pt x="1332562" y="1699035"/>
                  </a:lnTo>
                  <a:lnTo>
                    <a:pt x="1332580" y="1699040"/>
                  </a:lnTo>
                  <a:lnTo>
                    <a:pt x="1332614" y="1699050"/>
                  </a:lnTo>
                  <a:lnTo>
                    <a:pt x="1332632" y="1699054"/>
                  </a:lnTo>
                  <a:lnTo>
                    <a:pt x="1332649" y="1699058"/>
                  </a:lnTo>
                  <a:lnTo>
                    <a:pt x="1332667" y="1699062"/>
                  </a:lnTo>
                  <a:lnTo>
                    <a:pt x="1332684" y="1699067"/>
                  </a:lnTo>
                  <a:lnTo>
                    <a:pt x="1332702" y="1699071"/>
                  </a:lnTo>
                  <a:lnTo>
                    <a:pt x="1332713" y="1699073"/>
                  </a:lnTo>
                  <a:lnTo>
                    <a:pt x="1332722" y="1699070"/>
                  </a:lnTo>
                  <a:lnTo>
                    <a:pt x="1332737" y="1699062"/>
                  </a:lnTo>
                  <a:lnTo>
                    <a:pt x="1332743" y="1699056"/>
                  </a:lnTo>
                  <a:lnTo>
                    <a:pt x="1332754" y="1699049"/>
                  </a:lnTo>
                  <a:lnTo>
                    <a:pt x="1332763" y="1699043"/>
                  </a:lnTo>
                  <a:lnTo>
                    <a:pt x="1332771" y="1699033"/>
                  </a:lnTo>
                  <a:lnTo>
                    <a:pt x="1332776" y="1699025"/>
                  </a:lnTo>
                  <a:lnTo>
                    <a:pt x="1332777" y="1699015"/>
                  </a:lnTo>
                  <a:lnTo>
                    <a:pt x="1332782" y="1698996"/>
                  </a:lnTo>
                  <a:lnTo>
                    <a:pt x="1332787" y="1698988"/>
                  </a:lnTo>
                  <a:lnTo>
                    <a:pt x="1332797" y="1698979"/>
                  </a:lnTo>
                  <a:lnTo>
                    <a:pt x="1332812" y="1698988"/>
                  </a:lnTo>
                  <a:lnTo>
                    <a:pt x="1332830" y="1698999"/>
                  </a:lnTo>
                  <a:lnTo>
                    <a:pt x="1332847" y="1699011"/>
                  </a:lnTo>
                  <a:lnTo>
                    <a:pt x="1332864" y="1699021"/>
                  </a:lnTo>
                  <a:lnTo>
                    <a:pt x="1332881" y="1699032"/>
                  </a:lnTo>
                  <a:lnTo>
                    <a:pt x="1332912" y="1699047"/>
                  </a:lnTo>
                  <a:lnTo>
                    <a:pt x="1332937" y="1699066"/>
                  </a:lnTo>
                  <a:lnTo>
                    <a:pt x="1332945" y="1699077"/>
                  </a:lnTo>
                  <a:lnTo>
                    <a:pt x="1332951" y="1699087"/>
                  </a:lnTo>
                  <a:lnTo>
                    <a:pt x="1332955" y="1699095"/>
                  </a:lnTo>
                  <a:lnTo>
                    <a:pt x="1332965" y="1699115"/>
                  </a:lnTo>
                  <a:lnTo>
                    <a:pt x="1332976" y="1699133"/>
                  </a:lnTo>
                  <a:lnTo>
                    <a:pt x="1332981" y="1699141"/>
                  </a:lnTo>
                  <a:lnTo>
                    <a:pt x="1332991" y="1699149"/>
                  </a:lnTo>
                  <a:lnTo>
                    <a:pt x="1333000" y="1699155"/>
                  </a:lnTo>
                  <a:lnTo>
                    <a:pt x="1333026" y="1699161"/>
                  </a:lnTo>
                  <a:lnTo>
                    <a:pt x="1333043" y="1699160"/>
                  </a:lnTo>
                  <a:lnTo>
                    <a:pt x="1333061" y="1699154"/>
                  </a:lnTo>
                  <a:lnTo>
                    <a:pt x="1333078" y="1699150"/>
                  </a:lnTo>
                  <a:lnTo>
                    <a:pt x="1333096" y="1699147"/>
                  </a:lnTo>
                  <a:lnTo>
                    <a:pt x="1333113" y="1699145"/>
                  </a:lnTo>
                  <a:lnTo>
                    <a:pt x="1333131" y="1699150"/>
                  </a:lnTo>
                  <a:lnTo>
                    <a:pt x="1333148" y="1699157"/>
                  </a:lnTo>
                  <a:lnTo>
                    <a:pt x="1333165" y="1699172"/>
                  </a:lnTo>
                  <a:lnTo>
                    <a:pt x="1333181" y="1699190"/>
                  </a:lnTo>
                  <a:lnTo>
                    <a:pt x="1333197" y="1699205"/>
                  </a:lnTo>
                  <a:lnTo>
                    <a:pt x="1333213" y="1699220"/>
                  </a:lnTo>
                  <a:lnTo>
                    <a:pt x="1333229" y="1699236"/>
                  </a:lnTo>
                  <a:lnTo>
                    <a:pt x="1333247" y="1699251"/>
                  </a:lnTo>
                  <a:lnTo>
                    <a:pt x="1333264" y="1699265"/>
                  </a:lnTo>
                  <a:lnTo>
                    <a:pt x="1333272" y="1699274"/>
                  </a:lnTo>
                  <a:lnTo>
                    <a:pt x="1333278" y="1699284"/>
                  </a:lnTo>
                  <a:lnTo>
                    <a:pt x="1333284" y="1699303"/>
                  </a:lnTo>
                  <a:lnTo>
                    <a:pt x="1333276" y="1699358"/>
                  </a:lnTo>
                  <a:lnTo>
                    <a:pt x="1333282" y="1699417"/>
                  </a:lnTo>
                  <a:lnTo>
                    <a:pt x="1333283" y="1699428"/>
                  </a:lnTo>
                  <a:lnTo>
                    <a:pt x="1333286" y="1699452"/>
                  </a:lnTo>
                  <a:lnTo>
                    <a:pt x="1333294" y="1699482"/>
                  </a:lnTo>
                  <a:lnTo>
                    <a:pt x="1333296" y="1699504"/>
                  </a:lnTo>
                  <a:lnTo>
                    <a:pt x="1333296" y="1699520"/>
                  </a:lnTo>
                  <a:lnTo>
                    <a:pt x="1333293" y="1699538"/>
                  </a:lnTo>
                  <a:lnTo>
                    <a:pt x="1333289" y="1699559"/>
                  </a:lnTo>
                  <a:lnTo>
                    <a:pt x="1333292" y="1699567"/>
                  </a:lnTo>
                  <a:lnTo>
                    <a:pt x="1333299" y="1699570"/>
                  </a:lnTo>
                  <a:lnTo>
                    <a:pt x="1333316" y="1699585"/>
                  </a:lnTo>
                  <a:lnTo>
                    <a:pt x="1333329" y="1699604"/>
                  </a:lnTo>
                  <a:lnTo>
                    <a:pt x="1333338" y="1699622"/>
                  </a:lnTo>
                  <a:lnTo>
                    <a:pt x="1333343" y="1699630"/>
                  </a:lnTo>
                  <a:lnTo>
                    <a:pt x="1333350" y="1699647"/>
                  </a:lnTo>
                  <a:lnTo>
                    <a:pt x="1333352" y="1699660"/>
                  </a:lnTo>
                  <a:lnTo>
                    <a:pt x="1333355" y="1699707"/>
                  </a:lnTo>
                  <a:lnTo>
                    <a:pt x="1333355" y="1699748"/>
                  </a:lnTo>
                  <a:lnTo>
                    <a:pt x="1333356" y="1699755"/>
                  </a:lnTo>
                  <a:lnTo>
                    <a:pt x="1333362" y="1699764"/>
                  </a:lnTo>
                  <a:lnTo>
                    <a:pt x="1333378" y="1699774"/>
                  </a:lnTo>
                  <a:lnTo>
                    <a:pt x="1333395" y="1699783"/>
                  </a:lnTo>
                  <a:lnTo>
                    <a:pt x="1333412" y="1699789"/>
                  </a:lnTo>
                  <a:lnTo>
                    <a:pt x="1333430" y="1699795"/>
                  </a:lnTo>
                  <a:lnTo>
                    <a:pt x="1333439" y="1699801"/>
                  </a:lnTo>
                  <a:lnTo>
                    <a:pt x="1333447" y="1699804"/>
                  </a:lnTo>
                  <a:lnTo>
                    <a:pt x="1333464" y="1699815"/>
                  </a:lnTo>
                  <a:lnTo>
                    <a:pt x="1333481" y="1699828"/>
                  </a:lnTo>
                  <a:lnTo>
                    <a:pt x="1333499" y="1699844"/>
                  </a:lnTo>
                  <a:lnTo>
                    <a:pt x="1333516" y="1699858"/>
                  </a:lnTo>
                  <a:lnTo>
                    <a:pt x="1333524" y="1699865"/>
                  </a:lnTo>
                  <a:lnTo>
                    <a:pt x="1333531" y="1699875"/>
                  </a:lnTo>
                  <a:lnTo>
                    <a:pt x="1333543" y="1699893"/>
                  </a:lnTo>
                  <a:lnTo>
                    <a:pt x="1333557" y="1699911"/>
                  </a:lnTo>
                  <a:lnTo>
                    <a:pt x="1333572" y="1699930"/>
                  </a:lnTo>
                  <a:lnTo>
                    <a:pt x="1333589" y="1699945"/>
                  </a:lnTo>
                  <a:lnTo>
                    <a:pt x="1333593" y="1699949"/>
                  </a:lnTo>
                  <a:lnTo>
                    <a:pt x="1333606" y="1699953"/>
                  </a:lnTo>
                  <a:lnTo>
                    <a:pt x="1333623" y="1699954"/>
                  </a:lnTo>
                  <a:lnTo>
                    <a:pt x="1333641" y="1699958"/>
                  </a:lnTo>
                  <a:lnTo>
                    <a:pt x="1333649" y="1699960"/>
                  </a:lnTo>
                  <a:lnTo>
                    <a:pt x="1333659" y="1699965"/>
                  </a:lnTo>
                  <a:lnTo>
                    <a:pt x="1333664" y="1699969"/>
                  </a:lnTo>
                  <a:lnTo>
                    <a:pt x="1333674" y="1699981"/>
                  </a:lnTo>
                  <a:lnTo>
                    <a:pt x="1333679" y="1699997"/>
                  </a:lnTo>
                  <a:lnTo>
                    <a:pt x="1333676" y="1700027"/>
                  </a:lnTo>
                  <a:lnTo>
                    <a:pt x="1333674" y="1700036"/>
                  </a:lnTo>
                  <a:lnTo>
                    <a:pt x="1333675" y="1700056"/>
                  </a:lnTo>
                  <a:lnTo>
                    <a:pt x="1333684" y="1700066"/>
                  </a:lnTo>
                  <a:lnTo>
                    <a:pt x="1333689" y="1700066"/>
                  </a:lnTo>
                  <a:lnTo>
                    <a:pt x="1333720" y="1700069"/>
                  </a:lnTo>
                  <a:lnTo>
                    <a:pt x="1333747" y="1700070"/>
                  </a:lnTo>
                  <a:lnTo>
                    <a:pt x="1333762" y="1700076"/>
                  </a:lnTo>
                  <a:lnTo>
                    <a:pt x="1333776" y="1700079"/>
                  </a:lnTo>
                  <a:lnTo>
                    <a:pt x="1333792" y="1700085"/>
                  </a:lnTo>
                  <a:lnTo>
                    <a:pt x="1333796" y="1700094"/>
                  </a:lnTo>
                  <a:lnTo>
                    <a:pt x="1333799" y="1700116"/>
                  </a:lnTo>
                  <a:lnTo>
                    <a:pt x="1333798" y="1700135"/>
                  </a:lnTo>
                  <a:lnTo>
                    <a:pt x="1333799" y="1700147"/>
                  </a:lnTo>
                  <a:lnTo>
                    <a:pt x="1333798" y="1700162"/>
                  </a:lnTo>
                  <a:lnTo>
                    <a:pt x="1333797" y="1700179"/>
                  </a:lnTo>
                  <a:lnTo>
                    <a:pt x="1333797" y="1700194"/>
                  </a:lnTo>
                  <a:lnTo>
                    <a:pt x="1333802" y="1700201"/>
                  </a:lnTo>
                  <a:lnTo>
                    <a:pt x="1333819" y="1700213"/>
                  </a:lnTo>
                  <a:lnTo>
                    <a:pt x="1333855" y="1700235"/>
                  </a:lnTo>
                  <a:lnTo>
                    <a:pt x="1333872" y="1700243"/>
                  </a:lnTo>
                  <a:lnTo>
                    <a:pt x="1333907" y="1700263"/>
                  </a:lnTo>
                  <a:lnTo>
                    <a:pt x="1333924" y="1700276"/>
                  </a:lnTo>
                  <a:lnTo>
                    <a:pt x="1333942" y="1700282"/>
                  </a:lnTo>
                  <a:lnTo>
                    <a:pt x="1333951" y="1700283"/>
                  </a:lnTo>
                  <a:lnTo>
                    <a:pt x="1333959" y="1700280"/>
                  </a:lnTo>
                  <a:lnTo>
                    <a:pt x="1333976" y="1700265"/>
                  </a:lnTo>
                  <a:lnTo>
                    <a:pt x="1333983" y="1700258"/>
                  </a:lnTo>
                  <a:lnTo>
                    <a:pt x="1333992" y="1700252"/>
                  </a:lnTo>
                  <a:lnTo>
                    <a:pt x="1334010" y="1700244"/>
                  </a:lnTo>
                  <a:lnTo>
                    <a:pt x="1334019" y="1700239"/>
                  </a:lnTo>
                  <a:lnTo>
                    <a:pt x="1334027" y="1700239"/>
                  </a:lnTo>
                  <a:lnTo>
                    <a:pt x="1334038" y="1700241"/>
                  </a:lnTo>
                  <a:lnTo>
                    <a:pt x="1334069" y="1700238"/>
                  </a:lnTo>
                  <a:lnTo>
                    <a:pt x="1334084" y="1700227"/>
                  </a:lnTo>
                  <a:lnTo>
                    <a:pt x="1334097" y="1700208"/>
                  </a:lnTo>
                  <a:lnTo>
                    <a:pt x="1334107" y="1700190"/>
                  </a:lnTo>
                  <a:lnTo>
                    <a:pt x="1334118" y="1700172"/>
                  </a:lnTo>
                  <a:lnTo>
                    <a:pt x="1334121" y="1700164"/>
                  </a:lnTo>
                  <a:lnTo>
                    <a:pt x="1334125" y="1700154"/>
                  </a:lnTo>
                  <a:lnTo>
                    <a:pt x="1334132" y="1700144"/>
                  </a:lnTo>
                  <a:lnTo>
                    <a:pt x="1334141" y="1700141"/>
                  </a:lnTo>
                  <a:lnTo>
                    <a:pt x="1334158" y="1700146"/>
                  </a:lnTo>
                  <a:lnTo>
                    <a:pt x="1334175" y="1700155"/>
                  </a:lnTo>
                  <a:lnTo>
                    <a:pt x="1334193" y="1700163"/>
                  </a:lnTo>
                  <a:lnTo>
                    <a:pt x="1334203" y="1700167"/>
                  </a:lnTo>
                  <a:lnTo>
                    <a:pt x="1334212" y="1700165"/>
                  </a:lnTo>
                  <a:lnTo>
                    <a:pt x="1334228" y="1700154"/>
                  </a:lnTo>
                  <a:lnTo>
                    <a:pt x="1334245" y="1700140"/>
                  </a:lnTo>
                  <a:lnTo>
                    <a:pt x="1334262" y="1700123"/>
                  </a:lnTo>
                  <a:lnTo>
                    <a:pt x="1334293" y="1700085"/>
                  </a:lnTo>
                  <a:lnTo>
                    <a:pt x="1334301" y="1700071"/>
                  </a:lnTo>
                  <a:lnTo>
                    <a:pt x="1334308" y="1700060"/>
                  </a:lnTo>
                  <a:lnTo>
                    <a:pt x="1334314" y="1700047"/>
                  </a:lnTo>
                  <a:lnTo>
                    <a:pt x="1334318" y="1700034"/>
                  </a:lnTo>
                  <a:lnTo>
                    <a:pt x="1334320" y="1700016"/>
                  </a:lnTo>
                  <a:lnTo>
                    <a:pt x="1334318" y="1699997"/>
                  </a:lnTo>
                  <a:lnTo>
                    <a:pt x="1334314" y="1699978"/>
                  </a:lnTo>
                  <a:lnTo>
                    <a:pt x="1334316" y="1699957"/>
                  </a:lnTo>
                  <a:lnTo>
                    <a:pt x="1334321" y="1699945"/>
                  </a:lnTo>
                  <a:lnTo>
                    <a:pt x="1334327" y="1699934"/>
                  </a:lnTo>
                  <a:lnTo>
                    <a:pt x="1334332" y="1699923"/>
                  </a:lnTo>
                  <a:lnTo>
                    <a:pt x="1334337" y="1699905"/>
                  </a:lnTo>
                  <a:lnTo>
                    <a:pt x="1334341" y="1699891"/>
                  </a:lnTo>
                  <a:lnTo>
                    <a:pt x="1334340" y="1699860"/>
                  </a:lnTo>
                  <a:lnTo>
                    <a:pt x="1334341" y="1699843"/>
                  </a:lnTo>
                  <a:lnTo>
                    <a:pt x="1334342" y="1699825"/>
                  </a:lnTo>
                  <a:lnTo>
                    <a:pt x="1334347" y="1699815"/>
                  </a:lnTo>
                  <a:lnTo>
                    <a:pt x="1334358" y="1699810"/>
                  </a:lnTo>
                  <a:lnTo>
                    <a:pt x="1334376" y="1699806"/>
                  </a:lnTo>
                  <a:lnTo>
                    <a:pt x="1334399" y="1699790"/>
                  </a:lnTo>
                  <a:lnTo>
                    <a:pt x="1334411" y="1699783"/>
                  </a:lnTo>
                  <a:lnTo>
                    <a:pt x="1334432" y="1699777"/>
                  </a:lnTo>
                  <a:lnTo>
                    <a:pt x="1334445" y="1699771"/>
                  </a:lnTo>
                  <a:lnTo>
                    <a:pt x="1334468" y="1699753"/>
                  </a:lnTo>
                  <a:lnTo>
                    <a:pt x="1334475" y="1699745"/>
                  </a:lnTo>
                  <a:lnTo>
                    <a:pt x="1334493" y="1699732"/>
                  </a:lnTo>
                  <a:lnTo>
                    <a:pt x="1334510" y="1699721"/>
                  </a:lnTo>
                  <a:lnTo>
                    <a:pt x="1334528" y="1699714"/>
                  </a:lnTo>
                  <a:lnTo>
                    <a:pt x="1334539" y="1699710"/>
                  </a:lnTo>
                  <a:lnTo>
                    <a:pt x="1334555" y="1699703"/>
                  </a:lnTo>
                  <a:lnTo>
                    <a:pt x="1334563" y="1699698"/>
                  </a:lnTo>
                  <a:lnTo>
                    <a:pt x="1334571" y="1699695"/>
                  </a:lnTo>
                  <a:lnTo>
                    <a:pt x="1334581" y="1699688"/>
                  </a:lnTo>
                  <a:lnTo>
                    <a:pt x="1334599" y="1699677"/>
                  </a:lnTo>
                  <a:lnTo>
                    <a:pt x="1334616" y="1699661"/>
                  </a:lnTo>
                  <a:lnTo>
                    <a:pt x="1334627" y="1699650"/>
                  </a:lnTo>
                  <a:lnTo>
                    <a:pt x="1334646" y="1699632"/>
                  </a:lnTo>
                  <a:lnTo>
                    <a:pt x="1334662" y="1699614"/>
                  </a:lnTo>
                  <a:lnTo>
                    <a:pt x="1334679" y="1699598"/>
                  </a:lnTo>
                  <a:lnTo>
                    <a:pt x="1334695" y="1699584"/>
                  </a:lnTo>
                  <a:lnTo>
                    <a:pt x="1334713" y="1699569"/>
                  </a:lnTo>
                  <a:lnTo>
                    <a:pt x="1334730" y="1699557"/>
                  </a:lnTo>
                  <a:lnTo>
                    <a:pt x="1334747" y="1699545"/>
                  </a:lnTo>
                  <a:lnTo>
                    <a:pt x="1334761" y="1699527"/>
                  </a:lnTo>
                  <a:lnTo>
                    <a:pt x="1334769" y="1699509"/>
                  </a:lnTo>
                  <a:lnTo>
                    <a:pt x="1334770" y="1699490"/>
                  </a:lnTo>
                  <a:lnTo>
                    <a:pt x="1334777" y="1699481"/>
                  </a:lnTo>
                  <a:lnTo>
                    <a:pt x="1334786" y="1699480"/>
                  </a:lnTo>
                  <a:lnTo>
                    <a:pt x="1334803" y="1699482"/>
                  </a:lnTo>
                  <a:lnTo>
                    <a:pt x="1334820" y="1699481"/>
                  </a:lnTo>
                  <a:lnTo>
                    <a:pt x="1334838" y="1699480"/>
                  </a:lnTo>
                  <a:lnTo>
                    <a:pt x="1334856" y="1699479"/>
                  </a:lnTo>
                  <a:lnTo>
                    <a:pt x="1334873" y="1699480"/>
                  </a:lnTo>
                  <a:lnTo>
                    <a:pt x="1334925" y="1699473"/>
                  </a:lnTo>
                  <a:lnTo>
                    <a:pt x="1334943" y="1699470"/>
                  </a:lnTo>
                  <a:lnTo>
                    <a:pt x="1334960" y="1699470"/>
                  </a:lnTo>
                  <a:lnTo>
                    <a:pt x="1334964" y="1699476"/>
                  </a:lnTo>
                  <a:lnTo>
                    <a:pt x="1334962" y="1699489"/>
                  </a:lnTo>
                  <a:lnTo>
                    <a:pt x="1334963" y="1699507"/>
                  </a:lnTo>
                  <a:lnTo>
                    <a:pt x="1334971" y="1699526"/>
                  </a:lnTo>
                  <a:lnTo>
                    <a:pt x="1334982" y="1699545"/>
                  </a:lnTo>
                  <a:lnTo>
                    <a:pt x="1334997" y="1699562"/>
                  </a:lnTo>
                  <a:lnTo>
                    <a:pt x="1335011" y="1699581"/>
                  </a:lnTo>
                  <a:lnTo>
                    <a:pt x="1335019" y="1699586"/>
                  </a:lnTo>
                  <a:lnTo>
                    <a:pt x="1335048" y="1699587"/>
                  </a:lnTo>
                  <a:lnTo>
                    <a:pt x="1335084" y="1699586"/>
                  </a:lnTo>
                  <a:lnTo>
                    <a:pt x="1335099" y="1699581"/>
                  </a:lnTo>
                  <a:lnTo>
                    <a:pt x="1335107" y="1699577"/>
                  </a:lnTo>
                  <a:lnTo>
                    <a:pt x="1335125" y="1699568"/>
                  </a:lnTo>
                  <a:lnTo>
                    <a:pt x="1335142" y="1699561"/>
                  </a:lnTo>
                  <a:lnTo>
                    <a:pt x="1335160" y="1699557"/>
                  </a:lnTo>
                  <a:lnTo>
                    <a:pt x="1335178" y="1699553"/>
                  </a:lnTo>
                  <a:lnTo>
                    <a:pt x="1335195" y="1699554"/>
                  </a:lnTo>
                  <a:lnTo>
                    <a:pt x="1335213" y="1699560"/>
                  </a:lnTo>
                  <a:lnTo>
                    <a:pt x="1335230" y="1699572"/>
                  </a:lnTo>
                  <a:lnTo>
                    <a:pt x="1335239" y="1699577"/>
                  </a:lnTo>
                  <a:lnTo>
                    <a:pt x="1335247" y="1699578"/>
                  </a:lnTo>
                  <a:lnTo>
                    <a:pt x="1335264" y="1699581"/>
                  </a:lnTo>
                  <a:lnTo>
                    <a:pt x="1335299" y="1699576"/>
                  </a:lnTo>
                  <a:lnTo>
                    <a:pt x="1335317" y="1699578"/>
                  </a:lnTo>
                  <a:lnTo>
                    <a:pt x="1335320" y="1699583"/>
                  </a:lnTo>
                  <a:lnTo>
                    <a:pt x="1335318" y="1699597"/>
                  </a:lnTo>
                  <a:lnTo>
                    <a:pt x="1335311" y="1699615"/>
                  </a:lnTo>
                  <a:lnTo>
                    <a:pt x="1335307" y="1699633"/>
                  </a:lnTo>
                  <a:lnTo>
                    <a:pt x="1335308" y="1699679"/>
                  </a:lnTo>
                  <a:lnTo>
                    <a:pt x="1335309" y="1699688"/>
                  </a:lnTo>
                  <a:lnTo>
                    <a:pt x="1335314" y="1699697"/>
                  </a:lnTo>
                  <a:lnTo>
                    <a:pt x="1335320" y="1699716"/>
                  </a:lnTo>
                  <a:lnTo>
                    <a:pt x="1335322" y="1699723"/>
                  </a:lnTo>
                  <a:lnTo>
                    <a:pt x="1335324" y="1699743"/>
                  </a:lnTo>
                  <a:lnTo>
                    <a:pt x="1335323" y="1699789"/>
                  </a:lnTo>
                  <a:lnTo>
                    <a:pt x="1335321" y="1699889"/>
                  </a:lnTo>
                  <a:lnTo>
                    <a:pt x="1335322" y="1699904"/>
                  </a:lnTo>
                  <a:lnTo>
                    <a:pt x="1335334" y="1699910"/>
                  </a:lnTo>
                  <a:lnTo>
                    <a:pt x="1335346" y="1699919"/>
                  </a:lnTo>
                  <a:lnTo>
                    <a:pt x="1335369" y="1699932"/>
                  </a:lnTo>
                  <a:lnTo>
                    <a:pt x="1335376" y="1699940"/>
                  </a:lnTo>
                  <a:lnTo>
                    <a:pt x="1335379" y="1699949"/>
                  </a:lnTo>
                  <a:lnTo>
                    <a:pt x="1335382" y="1699998"/>
                  </a:lnTo>
                  <a:lnTo>
                    <a:pt x="1335386" y="1700006"/>
                  </a:lnTo>
                  <a:lnTo>
                    <a:pt x="1335394" y="1700012"/>
                  </a:lnTo>
                  <a:lnTo>
                    <a:pt x="1335411" y="1700030"/>
                  </a:lnTo>
                  <a:lnTo>
                    <a:pt x="1335416" y="1700047"/>
                  </a:lnTo>
                  <a:lnTo>
                    <a:pt x="1335416" y="1700064"/>
                  </a:lnTo>
                  <a:lnTo>
                    <a:pt x="1335413" y="1700078"/>
                  </a:lnTo>
                  <a:lnTo>
                    <a:pt x="1335410" y="1700084"/>
                  </a:lnTo>
                  <a:lnTo>
                    <a:pt x="1335398" y="1700100"/>
                  </a:lnTo>
                  <a:lnTo>
                    <a:pt x="1335394" y="1700117"/>
                  </a:lnTo>
                  <a:lnTo>
                    <a:pt x="1335396" y="1700134"/>
                  </a:lnTo>
                  <a:lnTo>
                    <a:pt x="1335405" y="1700147"/>
                  </a:lnTo>
                  <a:lnTo>
                    <a:pt x="1335416" y="1700163"/>
                  </a:lnTo>
                  <a:lnTo>
                    <a:pt x="1335427" y="1700179"/>
                  </a:lnTo>
                  <a:lnTo>
                    <a:pt x="1335441" y="1700197"/>
                  </a:lnTo>
                  <a:lnTo>
                    <a:pt x="1335452" y="1700216"/>
                  </a:lnTo>
                  <a:lnTo>
                    <a:pt x="1335458" y="1700226"/>
                  </a:lnTo>
                  <a:lnTo>
                    <a:pt x="1335462" y="1700235"/>
                  </a:lnTo>
                  <a:lnTo>
                    <a:pt x="1335467" y="1700254"/>
                  </a:lnTo>
                  <a:lnTo>
                    <a:pt x="1335470" y="1700262"/>
                  </a:lnTo>
                  <a:lnTo>
                    <a:pt x="1335466" y="1700292"/>
                  </a:lnTo>
                  <a:lnTo>
                    <a:pt x="1335459" y="1700334"/>
                  </a:lnTo>
                  <a:lnTo>
                    <a:pt x="1335468" y="1700351"/>
                  </a:lnTo>
                  <a:lnTo>
                    <a:pt x="1335484" y="1700367"/>
                  </a:lnTo>
                  <a:lnTo>
                    <a:pt x="1335503" y="1700388"/>
                  </a:lnTo>
                  <a:lnTo>
                    <a:pt x="1335508" y="1700395"/>
                  </a:lnTo>
                  <a:lnTo>
                    <a:pt x="1335510" y="1700403"/>
                  </a:lnTo>
                  <a:lnTo>
                    <a:pt x="1335511" y="1700422"/>
                  </a:lnTo>
                  <a:lnTo>
                    <a:pt x="1335507" y="1700450"/>
                  </a:lnTo>
                  <a:lnTo>
                    <a:pt x="1335504" y="1700459"/>
                  </a:lnTo>
                  <a:lnTo>
                    <a:pt x="1335499" y="1700477"/>
                  </a:lnTo>
                  <a:lnTo>
                    <a:pt x="1335494" y="1700503"/>
                  </a:lnTo>
                  <a:lnTo>
                    <a:pt x="1335494" y="1700514"/>
                  </a:lnTo>
                  <a:lnTo>
                    <a:pt x="1335511" y="1700532"/>
                  </a:lnTo>
                  <a:lnTo>
                    <a:pt x="1335524" y="1700550"/>
                  </a:lnTo>
                  <a:lnTo>
                    <a:pt x="1335530" y="1700558"/>
                  </a:lnTo>
                  <a:lnTo>
                    <a:pt x="1335539" y="1700566"/>
                  </a:lnTo>
                  <a:lnTo>
                    <a:pt x="1335543" y="1700570"/>
                  </a:lnTo>
                  <a:lnTo>
                    <a:pt x="1335562" y="1700583"/>
                  </a:lnTo>
                  <a:lnTo>
                    <a:pt x="1335573" y="1700588"/>
                  </a:lnTo>
                  <a:lnTo>
                    <a:pt x="1335591" y="1700596"/>
                  </a:lnTo>
                  <a:lnTo>
                    <a:pt x="1335608" y="1700604"/>
                  </a:lnTo>
                  <a:lnTo>
                    <a:pt x="1335618" y="1700607"/>
                  </a:lnTo>
                  <a:lnTo>
                    <a:pt x="1335626" y="1700613"/>
                  </a:lnTo>
                  <a:lnTo>
                    <a:pt x="1335634" y="1700625"/>
                  </a:lnTo>
                  <a:lnTo>
                    <a:pt x="1335645" y="1700651"/>
                  </a:lnTo>
                  <a:lnTo>
                    <a:pt x="1335647" y="1700673"/>
                  </a:lnTo>
                  <a:lnTo>
                    <a:pt x="1335647" y="1700680"/>
                  </a:lnTo>
                  <a:lnTo>
                    <a:pt x="1335644" y="1700691"/>
                  </a:lnTo>
                  <a:lnTo>
                    <a:pt x="1335637" y="1700709"/>
                  </a:lnTo>
                  <a:lnTo>
                    <a:pt x="1335626" y="1700727"/>
                  </a:lnTo>
                  <a:lnTo>
                    <a:pt x="1335617" y="1700746"/>
                  </a:lnTo>
                  <a:lnTo>
                    <a:pt x="1335611" y="1700764"/>
                  </a:lnTo>
                  <a:lnTo>
                    <a:pt x="1335609" y="1700771"/>
                  </a:lnTo>
                  <a:lnTo>
                    <a:pt x="1335611" y="1700786"/>
                  </a:lnTo>
                  <a:lnTo>
                    <a:pt x="1335615" y="1700794"/>
                  </a:lnTo>
                  <a:lnTo>
                    <a:pt x="1335622" y="1700800"/>
                  </a:lnTo>
                  <a:lnTo>
                    <a:pt x="1335631" y="1700812"/>
                  </a:lnTo>
                  <a:lnTo>
                    <a:pt x="1335637" y="1700824"/>
                  </a:lnTo>
                  <a:lnTo>
                    <a:pt x="1335641" y="1700837"/>
                  </a:lnTo>
                  <a:lnTo>
                    <a:pt x="1335643" y="1700867"/>
                  </a:lnTo>
                  <a:lnTo>
                    <a:pt x="1335639" y="1700879"/>
                  </a:lnTo>
                  <a:lnTo>
                    <a:pt x="1335636" y="1700897"/>
                  </a:lnTo>
                  <a:lnTo>
                    <a:pt x="1335641" y="1700921"/>
                  </a:lnTo>
                  <a:lnTo>
                    <a:pt x="1335638" y="1700942"/>
                  </a:lnTo>
                  <a:lnTo>
                    <a:pt x="1335633" y="1700953"/>
                  </a:lnTo>
                  <a:lnTo>
                    <a:pt x="1335622" y="1700971"/>
                  </a:lnTo>
                  <a:lnTo>
                    <a:pt x="1335618" y="1700980"/>
                  </a:lnTo>
                  <a:lnTo>
                    <a:pt x="1335610" y="1700992"/>
                  </a:lnTo>
                  <a:lnTo>
                    <a:pt x="1335606" y="1700999"/>
                  </a:lnTo>
                  <a:lnTo>
                    <a:pt x="1335605" y="1701008"/>
                  </a:lnTo>
                  <a:lnTo>
                    <a:pt x="1335601" y="1701026"/>
                  </a:lnTo>
                  <a:lnTo>
                    <a:pt x="1335589" y="1701048"/>
                  </a:lnTo>
                  <a:lnTo>
                    <a:pt x="1335576" y="1701063"/>
                  </a:lnTo>
                  <a:lnTo>
                    <a:pt x="1335558" y="1701076"/>
                  </a:lnTo>
                  <a:lnTo>
                    <a:pt x="1335541" y="1701086"/>
                  </a:lnTo>
                  <a:lnTo>
                    <a:pt x="1335523" y="1701096"/>
                  </a:lnTo>
                  <a:lnTo>
                    <a:pt x="1335506" y="1701108"/>
                  </a:lnTo>
                  <a:lnTo>
                    <a:pt x="1335488" y="1701122"/>
                  </a:lnTo>
                  <a:lnTo>
                    <a:pt x="1335476" y="1701132"/>
                  </a:lnTo>
                  <a:lnTo>
                    <a:pt x="1335470" y="1701141"/>
                  </a:lnTo>
                  <a:lnTo>
                    <a:pt x="1335463" y="1701155"/>
                  </a:lnTo>
                  <a:lnTo>
                    <a:pt x="1335458" y="1701171"/>
                  </a:lnTo>
                  <a:lnTo>
                    <a:pt x="1335457" y="1701192"/>
                  </a:lnTo>
                  <a:lnTo>
                    <a:pt x="1335451" y="1701211"/>
                  </a:lnTo>
                  <a:lnTo>
                    <a:pt x="1335439" y="1701229"/>
                  </a:lnTo>
                  <a:lnTo>
                    <a:pt x="1335418" y="1701257"/>
                  </a:lnTo>
                  <a:lnTo>
                    <a:pt x="1335415" y="1701263"/>
                  </a:lnTo>
                  <a:lnTo>
                    <a:pt x="1335430" y="1701288"/>
                  </a:lnTo>
                  <a:lnTo>
                    <a:pt x="1335445" y="1701306"/>
                  </a:lnTo>
                  <a:lnTo>
                    <a:pt x="1335457" y="1701324"/>
                  </a:lnTo>
                  <a:lnTo>
                    <a:pt x="1335459" y="1701329"/>
                  </a:lnTo>
                  <a:lnTo>
                    <a:pt x="1335459" y="1701343"/>
                  </a:lnTo>
                  <a:lnTo>
                    <a:pt x="1335454" y="1701361"/>
                  </a:lnTo>
                  <a:lnTo>
                    <a:pt x="1335451" y="1701379"/>
                  </a:lnTo>
                  <a:lnTo>
                    <a:pt x="1335446" y="1701398"/>
                  </a:lnTo>
                  <a:lnTo>
                    <a:pt x="1335441" y="1701416"/>
                  </a:lnTo>
                  <a:lnTo>
                    <a:pt x="1335437" y="1701427"/>
                  </a:lnTo>
                  <a:lnTo>
                    <a:pt x="1335425" y="1701453"/>
                  </a:lnTo>
                  <a:lnTo>
                    <a:pt x="1335414" y="1701479"/>
                  </a:lnTo>
                  <a:lnTo>
                    <a:pt x="1335404" y="1701499"/>
                  </a:lnTo>
                  <a:lnTo>
                    <a:pt x="1335398" y="1701508"/>
                  </a:lnTo>
                  <a:lnTo>
                    <a:pt x="1335389" y="1701526"/>
                  </a:lnTo>
                  <a:lnTo>
                    <a:pt x="1335384" y="1701536"/>
                  </a:lnTo>
                  <a:lnTo>
                    <a:pt x="1335377" y="1701544"/>
                  </a:lnTo>
                  <a:lnTo>
                    <a:pt x="1335360" y="1701560"/>
                  </a:lnTo>
                  <a:lnTo>
                    <a:pt x="1335351" y="1701566"/>
                  </a:lnTo>
                  <a:lnTo>
                    <a:pt x="1335306" y="1701573"/>
                  </a:lnTo>
                  <a:lnTo>
                    <a:pt x="1335262" y="1701569"/>
                  </a:lnTo>
                  <a:lnTo>
                    <a:pt x="1335252" y="1701567"/>
                  </a:lnTo>
                  <a:lnTo>
                    <a:pt x="1335246" y="1701568"/>
                  </a:lnTo>
                  <a:lnTo>
                    <a:pt x="1335240" y="1701571"/>
                  </a:lnTo>
                  <a:lnTo>
                    <a:pt x="1335238" y="1701586"/>
                  </a:lnTo>
                  <a:lnTo>
                    <a:pt x="1335239" y="1701605"/>
                  </a:lnTo>
                  <a:lnTo>
                    <a:pt x="1335243" y="1701642"/>
                  </a:lnTo>
                  <a:lnTo>
                    <a:pt x="1335246" y="1701660"/>
                  </a:lnTo>
                  <a:lnTo>
                    <a:pt x="1335255" y="1701775"/>
                  </a:lnTo>
                  <a:lnTo>
                    <a:pt x="1335251" y="1701790"/>
                  </a:lnTo>
                  <a:lnTo>
                    <a:pt x="1335250" y="1701800"/>
                  </a:lnTo>
                  <a:lnTo>
                    <a:pt x="1335245" y="1701813"/>
                  </a:lnTo>
                  <a:lnTo>
                    <a:pt x="1335233" y="1701830"/>
                  </a:lnTo>
                  <a:lnTo>
                    <a:pt x="1335226" y="1701845"/>
                  </a:lnTo>
                  <a:lnTo>
                    <a:pt x="1335218" y="1701863"/>
                  </a:lnTo>
                  <a:lnTo>
                    <a:pt x="1335216" y="1701869"/>
                  </a:lnTo>
                  <a:lnTo>
                    <a:pt x="1335216" y="1701886"/>
                  </a:lnTo>
                  <a:lnTo>
                    <a:pt x="1335217" y="1701894"/>
                  </a:lnTo>
                  <a:lnTo>
                    <a:pt x="1335220" y="1701900"/>
                  </a:lnTo>
                  <a:lnTo>
                    <a:pt x="1335230" y="1701919"/>
                  </a:lnTo>
                  <a:lnTo>
                    <a:pt x="1335255" y="1701956"/>
                  </a:lnTo>
                  <a:lnTo>
                    <a:pt x="1335267" y="1701975"/>
                  </a:lnTo>
                  <a:lnTo>
                    <a:pt x="1335276" y="1701994"/>
                  </a:lnTo>
                  <a:lnTo>
                    <a:pt x="1335286" y="1702012"/>
                  </a:lnTo>
                  <a:lnTo>
                    <a:pt x="1335295" y="1702031"/>
                  </a:lnTo>
                  <a:lnTo>
                    <a:pt x="1335310" y="1702047"/>
                  </a:lnTo>
                  <a:lnTo>
                    <a:pt x="1335326" y="1702063"/>
                  </a:lnTo>
                  <a:lnTo>
                    <a:pt x="1335343" y="1702076"/>
                  </a:lnTo>
                  <a:lnTo>
                    <a:pt x="1335360" y="1702087"/>
                  </a:lnTo>
                  <a:lnTo>
                    <a:pt x="1335376" y="1702100"/>
                  </a:lnTo>
                  <a:lnTo>
                    <a:pt x="1335382" y="1702106"/>
                  </a:lnTo>
                  <a:lnTo>
                    <a:pt x="1335388" y="1702119"/>
                  </a:lnTo>
                  <a:lnTo>
                    <a:pt x="1335394" y="1702126"/>
                  </a:lnTo>
                  <a:lnTo>
                    <a:pt x="1335405" y="1702134"/>
                  </a:lnTo>
                  <a:lnTo>
                    <a:pt x="1335422" y="1702145"/>
                  </a:lnTo>
                  <a:lnTo>
                    <a:pt x="1335439" y="1702155"/>
                  </a:lnTo>
                  <a:lnTo>
                    <a:pt x="1335452" y="1702167"/>
                  </a:lnTo>
                  <a:lnTo>
                    <a:pt x="1335456" y="1702173"/>
                  </a:lnTo>
                  <a:lnTo>
                    <a:pt x="1335466" y="1702187"/>
                  </a:lnTo>
                  <a:lnTo>
                    <a:pt x="1335483" y="1702214"/>
                  </a:lnTo>
                  <a:lnTo>
                    <a:pt x="1335490" y="1702222"/>
                  </a:lnTo>
                  <a:lnTo>
                    <a:pt x="1335500" y="1702228"/>
                  </a:lnTo>
                  <a:lnTo>
                    <a:pt x="1335517" y="1702233"/>
                  </a:lnTo>
                  <a:lnTo>
                    <a:pt x="1335534" y="1702245"/>
                  </a:lnTo>
                  <a:lnTo>
                    <a:pt x="1335551" y="1702255"/>
                  </a:lnTo>
                  <a:lnTo>
                    <a:pt x="1335569" y="1702269"/>
                  </a:lnTo>
                  <a:lnTo>
                    <a:pt x="1335585" y="1702281"/>
                  </a:lnTo>
                  <a:lnTo>
                    <a:pt x="1335601" y="1702298"/>
                  </a:lnTo>
                  <a:lnTo>
                    <a:pt x="1335615" y="1702316"/>
                  </a:lnTo>
                  <a:lnTo>
                    <a:pt x="1335623" y="1702325"/>
                  </a:lnTo>
                  <a:lnTo>
                    <a:pt x="1335628" y="1702335"/>
                  </a:lnTo>
                  <a:lnTo>
                    <a:pt x="1335640" y="1702354"/>
                  </a:lnTo>
                  <a:lnTo>
                    <a:pt x="1335643" y="1702359"/>
                  </a:lnTo>
                  <a:lnTo>
                    <a:pt x="1335647" y="1702373"/>
                  </a:lnTo>
                  <a:lnTo>
                    <a:pt x="1335649" y="1702381"/>
                  </a:lnTo>
                  <a:lnTo>
                    <a:pt x="1335649" y="1702417"/>
                  </a:lnTo>
                  <a:lnTo>
                    <a:pt x="1335647" y="1702435"/>
                  </a:lnTo>
                  <a:lnTo>
                    <a:pt x="1335643" y="1702454"/>
                  </a:lnTo>
                  <a:lnTo>
                    <a:pt x="1335643" y="1702472"/>
                  </a:lnTo>
                  <a:lnTo>
                    <a:pt x="1335646" y="1702491"/>
                  </a:lnTo>
                  <a:lnTo>
                    <a:pt x="1335652" y="1702500"/>
                  </a:lnTo>
                  <a:lnTo>
                    <a:pt x="1335660" y="1702505"/>
                  </a:lnTo>
                  <a:lnTo>
                    <a:pt x="1335685" y="1702515"/>
                  </a:lnTo>
                  <a:lnTo>
                    <a:pt x="1335695" y="1702516"/>
                  </a:lnTo>
                  <a:lnTo>
                    <a:pt x="1335712" y="1702523"/>
                  </a:lnTo>
                  <a:lnTo>
                    <a:pt x="1335730" y="1702530"/>
                  </a:lnTo>
                  <a:lnTo>
                    <a:pt x="1335745" y="1702548"/>
                  </a:lnTo>
                  <a:lnTo>
                    <a:pt x="1335755" y="1702567"/>
                  </a:lnTo>
                  <a:lnTo>
                    <a:pt x="1335773" y="1702602"/>
                  </a:lnTo>
                  <a:lnTo>
                    <a:pt x="1335783" y="1702623"/>
                  </a:lnTo>
                  <a:lnTo>
                    <a:pt x="1335789" y="1702641"/>
                  </a:lnTo>
                  <a:lnTo>
                    <a:pt x="1335797" y="1702660"/>
                  </a:lnTo>
                  <a:lnTo>
                    <a:pt x="1335806" y="1702679"/>
                  </a:lnTo>
                  <a:lnTo>
                    <a:pt x="1335818" y="1702697"/>
                  </a:lnTo>
                  <a:lnTo>
                    <a:pt x="1335829" y="1702716"/>
                  </a:lnTo>
                  <a:lnTo>
                    <a:pt x="1335839" y="1702733"/>
                  </a:lnTo>
                  <a:lnTo>
                    <a:pt x="1335848" y="1702752"/>
                  </a:lnTo>
                  <a:lnTo>
                    <a:pt x="1335853" y="1702762"/>
                  </a:lnTo>
                  <a:lnTo>
                    <a:pt x="1335858" y="1702771"/>
                  </a:lnTo>
                  <a:lnTo>
                    <a:pt x="1335870" y="1702790"/>
                  </a:lnTo>
                  <a:lnTo>
                    <a:pt x="1335885" y="1702807"/>
                  </a:lnTo>
                  <a:lnTo>
                    <a:pt x="1335902" y="1702825"/>
                  </a:lnTo>
                  <a:lnTo>
                    <a:pt x="1335917" y="1702839"/>
                  </a:lnTo>
                  <a:lnTo>
                    <a:pt x="1335933" y="1702853"/>
                  </a:lnTo>
                  <a:lnTo>
                    <a:pt x="1335952" y="1702874"/>
                  </a:lnTo>
                  <a:lnTo>
                    <a:pt x="1335976" y="1702907"/>
                  </a:lnTo>
                  <a:lnTo>
                    <a:pt x="1335996" y="1702936"/>
                  </a:lnTo>
                  <a:lnTo>
                    <a:pt x="1335999" y="1702945"/>
                  </a:lnTo>
                  <a:lnTo>
                    <a:pt x="1336004" y="1702955"/>
                  </a:lnTo>
                  <a:lnTo>
                    <a:pt x="1336012" y="1702976"/>
                  </a:lnTo>
                  <a:lnTo>
                    <a:pt x="1336021" y="1702990"/>
                  </a:lnTo>
                  <a:lnTo>
                    <a:pt x="1336041" y="1702992"/>
                  </a:lnTo>
                  <a:lnTo>
                    <a:pt x="1336058" y="1702988"/>
                  </a:lnTo>
                  <a:lnTo>
                    <a:pt x="1336076" y="1702982"/>
                  </a:lnTo>
                  <a:lnTo>
                    <a:pt x="1336093" y="1702976"/>
                  </a:lnTo>
                  <a:lnTo>
                    <a:pt x="1336111" y="1702969"/>
                  </a:lnTo>
                  <a:lnTo>
                    <a:pt x="1336128" y="1702963"/>
                  </a:lnTo>
                  <a:lnTo>
                    <a:pt x="1336163" y="1702951"/>
                  </a:lnTo>
                  <a:lnTo>
                    <a:pt x="1336181" y="1702944"/>
                  </a:lnTo>
                  <a:lnTo>
                    <a:pt x="1336191" y="1702941"/>
                  </a:lnTo>
                  <a:lnTo>
                    <a:pt x="1336199" y="1702937"/>
                  </a:lnTo>
                  <a:lnTo>
                    <a:pt x="1336216" y="1702930"/>
                  </a:lnTo>
                  <a:lnTo>
                    <a:pt x="1336234" y="1702925"/>
                  </a:lnTo>
                  <a:lnTo>
                    <a:pt x="1336243" y="1702921"/>
                  </a:lnTo>
                  <a:lnTo>
                    <a:pt x="1336256" y="1702915"/>
                  </a:lnTo>
                  <a:lnTo>
                    <a:pt x="1336266" y="1702909"/>
                  </a:lnTo>
                  <a:lnTo>
                    <a:pt x="1336277" y="1702901"/>
                  </a:lnTo>
                  <a:lnTo>
                    <a:pt x="1336293" y="1702894"/>
                  </a:lnTo>
                  <a:lnTo>
                    <a:pt x="1336303" y="1702891"/>
                  </a:lnTo>
                  <a:lnTo>
                    <a:pt x="1336320" y="1702887"/>
                  </a:lnTo>
                  <a:lnTo>
                    <a:pt x="1336338" y="1702882"/>
                  </a:lnTo>
                  <a:lnTo>
                    <a:pt x="1336355" y="1702881"/>
                  </a:lnTo>
                  <a:lnTo>
                    <a:pt x="1336373" y="1702878"/>
                  </a:lnTo>
                  <a:lnTo>
                    <a:pt x="1336390" y="1702875"/>
                  </a:lnTo>
                  <a:lnTo>
                    <a:pt x="1336408" y="1702871"/>
                  </a:lnTo>
                  <a:lnTo>
                    <a:pt x="1336425" y="1702870"/>
                  </a:lnTo>
                  <a:lnTo>
                    <a:pt x="1336443" y="1702870"/>
                  </a:lnTo>
                  <a:lnTo>
                    <a:pt x="1336460" y="1702870"/>
                  </a:lnTo>
                  <a:lnTo>
                    <a:pt x="1336478" y="1702871"/>
                  </a:lnTo>
                  <a:lnTo>
                    <a:pt x="1336486" y="1702870"/>
                  </a:lnTo>
                  <a:lnTo>
                    <a:pt x="1336495" y="1702871"/>
                  </a:lnTo>
                  <a:lnTo>
                    <a:pt x="1336512" y="1702873"/>
                  </a:lnTo>
                  <a:lnTo>
                    <a:pt x="1336530" y="1702873"/>
                  </a:lnTo>
                  <a:lnTo>
                    <a:pt x="1336547" y="1702876"/>
                  </a:lnTo>
                  <a:lnTo>
                    <a:pt x="1336564" y="1702880"/>
                  </a:lnTo>
                  <a:lnTo>
                    <a:pt x="1336584" y="1702885"/>
                  </a:lnTo>
                  <a:lnTo>
                    <a:pt x="1336591" y="1702884"/>
                  </a:lnTo>
                  <a:lnTo>
                    <a:pt x="1336600" y="1702889"/>
                  </a:lnTo>
                  <a:lnTo>
                    <a:pt x="1336598" y="1702898"/>
                  </a:lnTo>
                  <a:lnTo>
                    <a:pt x="1336584" y="1702906"/>
                  </a:lnTo>
                  <a:lnTo>
                    <a:pt x="1336566" y="1702921"/>
                  </a:lnTo>
                  <a:lnTo>
                    <a:pt x="1336553" y="1702938"/>
                  </a:lnTo>
                  <a:lnTo>
                    <a:pt x="1336548" y="1702945"/>
                  </a:lnTo>
                  <a:lnTo>
                    <a:pt x="1336543" y="1702958"/>
                  </a:lnTo>
                  <a:lnTo>
                    <a:pt x="1336545" y="1702974"/>
                  </a:lnTo>
                  <a:lnTo>
                    <a:pt x="1336549" y="1702993"/>
                  </a:lnTo>
                  <a:lnTo>
                    <a:pt x="1336554" y="1703004"/>
                  </a:lnTo>
                  <a:lnTo>
                    <a:pt x="1336560" y="1703015"/>
                  </a:lnTo>
                  <a:lnTo>
                    <a:pt x="1336571" y="1703031"/>
                  </a:lnTo>
                  <a:lnTo>
                    <a:pt x="1336585" y="1703048"/>
                  </a:lnTo>
                  <a:lnTo>
                    <a:pt x="1336601" y="1703064"/>
                  </a:lnTo>
                  <a:lnTo>
                    <a:pt x="1336616" y="1703081"/>
                  </a:lnTo>
                  <a:lnTo>
                    <a:pt x="1336621" y="1703087"/>
                  </a:lnTo>
                  <a:lnTo>
                    <a:pt x="1336633" y="1703095"/>
                  </a:lnTo>
                  <a:lnTo>
                    <a:pt x="1336650" y="1703110"/>
                  </a:lnTo>
                  <a:lnTo>
                    <a:pt x="1336657" y="1703116"/>
                  </a:lnTo>
                  <a:lnTo>
                    <a:pt x="1336674" y="1703127"/>
                  </a:lnTo>
                  <a:lnTo>
                    <a:pt x="1336685" y="1703132"/>
                  </a:lnTo>
                  <a:lnTo>
                    <a:pt x="1336702" y="1703139"/>
                  </a:lnTo>
                  <a:lnTo>
                    <a:pt x="1336719" y="1703144"/>
                  </a:lnTo>
                  <a:lnTo>
                    <a:pt x="1336737" y="1703154"/>
                  </a:lnTo>
                  <a:lnTo>
                    <a:pt x="1336754" y="1703167"/>
                  </a:lnTo>
                  <a:lnTo>
                    <a:pt x="1336771" y="1703179"/>
                  </a:lnTo>
                  <a:lnTo>
                    <a:pt x="1336780" y="1703185"/>
                  </a:lnTo>
                  <a:lnTo>
                    <a:pt x="1336789" y="1703188"/>
                  </a:lnTo>
                  <a:lnTo>
                    <a:pt x="1336796" y="1703191"/>
                  </a:lnTo>
                  <a:lnTo>
                    <a:pt x="1336806" y="1703193"/>
                  </a:lnTo>
                  <a:lnTo>
                    <a:pt x="1336823" y="1703197"/>
                  </a:lnTo>
                  <a:lnTo>
                    <a:pt x="1336832" y="1703199"/>
                  </a:lnTo>
                  <a:lnTo>
                    <a:pt x="1336868" y="1703202"/>
                  </a:lnTo>
                  <a:lnTo>
                    <a:pt x="1336886" y="1703203"/>
                  </a:lnTo>
                  <a:lnTo>
                    <a:pt x="1336903" y="1703202"/>
                  </a:lnTo>
                  <a:lnTo>
                    <a:pt x="1336921" y="1703196"/>
                  </a:lnTo>
                  <a:lnTo>
                    <a:pt x="1336935" y="1703194"/>
                  </a:lnTo>
                  <a:lnTo>
                    <a:pt x="1336956" y="1703188"/>
                  </a:lnTo>
                  <a:lnTo>
                    <a:pt x="1336973" y="1703186"/>
                  </a:lnTo>
                  <a:lnTo>
                    <a:pt x="1336998" y="1703186"/>
                  </a:lnTo>
                  <a:lnTo>
                    <a:pt x="1337008" y="1703190"/>
                  </a:lnTo>
                  <a:lnTo>
                    <a:pt x="1337026" y="1703197"/>
                  </a:lnTo>
                  <a:lnTo>
                    <a:pt x="1337041" y="1703214"/>
                  </a:lnTo>
                  <a:lnTo>
                    <a:pt x="1337046" y="1703233"/>
                  </a:lnTo>
                  <a:lnTo>
                    <a:pt x="1337049" y="1703251"/>
                  </a:lnTo>
                  <a:lnTo>
                    <a:pt x="1337052" y="1703270"/>
                  </a:lnTo>
                  <a:lnTo>
                    <a:pt x="1337052" y="1703289"/>
                  </a:lnTo>
                  <a:lnTo>
                    <a:pt x="1337054" y="1703329"/>
                  </a:lnTo>
                  <a:lnTo>
                    <a:pt x="1337059" y="1703355"/>
                  </a:lnTo>
                  <a:lnTo>
                    <a:pt x="1337064" y="1703367"/>
                  </a:lnTo>
                  <a:lnTo>
                    <a:pt x="1337074" y="1703385"/>
                  </a:lnTo>
                  <a:lnTo>
                    <a:pt x="1337087" y="1703402"/>
                  </a:lnTo>
                  <a:lnTo>
                    <a:pt x="1337104" y="1703419"/>
                  </a:lnTo>
                  <a:lnTo>
                    <a:pt x="1337121" y="1703434"/>
                  </a:lnTo>
                  <a:lnTo>
                    <a:pt x="1337139" y="1703441"/>
                  </a:lnTo>
                  <a:lnTo>
                    <a:pt x="1337156" y="1703446"/>
                  </a:lnTo>
                  <a:lnTo>
                    <a:pt x="1337174" y="1703450"/>
                  </a:lnTo>
                  <a:lnTo>
                    <a:pt x="1337191" y="1703452"/>
                  </a:lnTo>
                  <a:lnTo>
                    <a:pt x="1337197" y="1703456"/>
                  </a:lnTo>
                  <a:lnTo>
                    <a:pt x="1337200" y="1703460"/>
                  </a:lnTo>
                  <a:lnTo>
                    <a:pt x="1337202" y="1703469"/>
                  </a:lnTo>
                  <a:lnTo>
                    <a:pt x="1337203" y="1703509"/>
                  </a:lnTo>
                  <a:lnTo>
                    <a:pt x="1337206" y="1703545"/>
                  </a:lnTo>
                  <a:lnTo>
                    <a:pt x="1337209" y="1703601"/>
                  </a:lnTo>
                  <a:lnTo>
                    <a:pt x="1337214" y="1703619"/>
                  </a:lnTo>
                  <a:lnTo>
                    <a:pt x="1337216" y="1703627"/>
                  </a:lnTo>
                  <a:lnTo>
                    <a:pt x="1337216" y="1703635"/>
                  </a:lnTo>
                  <a:lnTo>
                    <a:pt x="1337210" y="1703656"/>
                  </a:lnTo>
                  <a:lnTo>
                    <a:pt x="1337206" y="1703661"/>
                  </a:lnTo>
                  <a:lnTo>
                    <a:pt x="1337200" y="1703675"/>
                  </a:lnTo>
                  <a:lnTo>
                    <a:pt x="1337192" y="1703693"/>
                  </a:lnTo>
                  <a:lnTo>
                    <a:pt x="1337185" y="1703711"/>
                  </a:lnTo>
                  <a:lnTo>
                    <a:pt x="1337177" y="1703730"/>
                  </a:lnTo>
                  <a:lnTo>
                    <a:pt x="1337172" y="1703748"/>
                  </a:lnTo>
                  <a:lnTo>
                    <a:pt x="1337165" y="1703766"/>
                  </a:lnTo>
                  <a:lnTo>
                    <a:pt x="1337161" y="1703785"/>
                  </a:lnTo>
                  <a:lnTo>
                    <a:pt x="1337157" y="1703807"/>
                  </a:lnTo>
                  <a:lnTo>
                    <a:pt x="1337158" y="1703821"/>
                  </a:lnTo>
                  <a:lnTo>
                    <a:pt x="1337161" y="1703840"/>
                  </a:lnTo>
                  <a:lnTo>
                    <a:pt x="1337166" y="1703848"/>
                  </a:lnTo>
                  <a:lnTo>
                    <a:pt x="1337176" y="1703858"/>
                  </a:lnTo>
                  <a:lnTo>
                    <a:pt x="1337193" y="1703875"/>
                  </a:lnTo>
                  <a:lnTo>
                    <a:pt x="1337201" y="1703885"/>
                  </a:lnTo>
                  <a:lnTo>
                    <a:pt x="1337207" y="1703893"/>
                  </a:lnTo>
                  <a:lnTo>
                    <a:pt x="1337214" y="1703904"/>
                  </a:lnTo>
                  <a:lnTo>
                    <a:pt x="1337214" y="1703911"/>
                  </a:lnTo>
                  <a:lnTo>
                    <a:pt x="1337211" y="1703918"/>
                  </a:lnTo>
                  <a:lnTo>
                    <a:pt x="1337201" y="1703928"/>
                  </a:lnTo>
                  <a:lnTo>
                    <a:pt x="1337187" y="1703945"/>
                  </a:lnTo>
                  <a:lnTo>
                    <a:pt x="1337174" y="1703963"/>
                  </a:lnTo>
                  <a:lnTo>
                    <a:pt x="1337160" y="1703982"/>
                  </a:lnTo>
                  <a:lnTo>
                    <a:pt x="1337144" y="1703999"/>
                  </a:lnTo>
                  <a:lnTo>
                    <a:pt x="1337130" y="1704016"/>
                  </a:lnTo>
                  <a:lnTo>
                    <a:pt x="1337122" y="1704023"/>
                  </a:lnTo>
                  <a:lnTo>
                    <a:pt x="1337113" y="1704035"/>
                  </a:lnTo>
                  <a:lnTo>
                    <a:pt x="1337109" y="1704051"/>
                  </a:lnTo>
                  <a:lnTo>
                    <a:pt x="1337110" y="1704069"/>
                  </a:lnTo>
                  <a:lnTo>
                    <a:pt x="1337114" y="1704088"/>
                  </a:lnTo>
                  <a:lnTo>
                    <a:pt x="1337118" y="1704107"/>
                  </a:lnTo>
                  <a:lnTo>
                    <a:pt x="1337117" y="1704113"/>
                  </a:lnTo>
                  <a:lnTo>
                    <a:pt x="1337107" y="1704124"/>
                  </a:lnTo>
                  <a:lnTo>
                    <a:pt x="1337089" y="1704136"/>
                  </a:lnTo>
                  <a:lnTo>
                    <a:pt x="1337071" y="1704148"/>
                  </a:lnTo>
                  <a:lnTo>
                    <a:pt x="1337053" y="1704162"/>
                  </a:lnTo>
                  <a:lnTo>
                    <a:pt x="1337050" y="1704167"/>
                  </a:lnTo>
                  <a:lnTo>
                    <a:pt x="1337045" y="1704181"/>
                  </a:lnTo>
                  <a:lnTo>
                    <a:pt x="1337041" y="1704199"/>
                  </a:lnTo>
                  <a:lnTo>
                    <a:pt x="1337042" y="1704217"/>
                  </a:lnTo>
                  <a:lnTo>
                    <a:pt x="1337042" y="1704236"/>
                  </a:lnTo>
                  <a:lnTo>
                    <a:pt x="1337048" y="1704273"/>
                  </a:lnTo>
                  <a:lnTo>
                    <a:pt x="1337049" y="1704280"/>
                  </a:lnTo>
                  <a:lnTo>
                    <a:pt x="1337056" y="1704295"/>
                  </a:lnTo>
                  <a:lnTo>
                    <a:pt x="1337068" y="1704309"/>
                  </a:lnTo>
                  <a:lnTo>
                    <a:pt x="1337073" y="1704314"/>
                  </a:lnTo>
                  <a:lnTo>
                    <a:pt x="1337085" y="1704322"/>
                  </a:lnTo>
                  <a:lnTo>
                    <a:pt x="1337103" y="1704331"/>
                  </a:lnTo>
                  <a:lnTo>
                    <a:pt x="1337112" y="1704335"/>
                  </a:lnTo>
                  <a:lnTo>
                    <a:pt x="1337120" y="1704340"/>
                  </a:lnTo>
                  <a:lnTo>
                    <a:pt x="1337125" y="1704342"/>
                  </a:lnTo>
                  <a:lnTo>
                    <a:pt x="1337136" y="1704357"/>
                  </a:lnTo>
                  <a:lnTo>
                    <a:pt x="1337137" y="1704367"/>
                  </a:lnTo>
                  <a:lnTo>
                    <a:pt x="1337135" y="1704373"/>
                  </a:lnTo>
                  <a:lnTo>
                    <a:pt x="1337126" y="1704391"/>
                  </a:lnTo>
                  <a:lnTo>
                    <a:pt x="1337116" y="1704409"/>
                  </a:lnTo>
                  <a:lnTo>
                    <a:pt x="1337104" y="1704428"/>
                  </a:lnTo>
                  <a:lnTo>
                    <a:pt x="1337099" y="1704435"/>
                  </a:lnTo>
                  <a:lnTo>
                    <a:pt x="1337093" y="1704446"/>
                  </a:lnTo>
                  <a:lnTo>
                    <a:pt x="1337093" y="1704465"/>
                  </a:lnTo>
                  <a:lnTo>
                    <a:pt x="1337096" y="1704483"/>
                  </a:lnTo>
                  <a:lnTo>
                    <a:pt x="1337099" y="1704506"/>
                  </a:lnTo>
                  <a:lnTo>
                    <a:pt x="1337106" y="1704516"/>
                  </a:lnTo>
                  <a:lnTo>
                    <a:pt x="1337110" y="1704520"/>
                  </a:lnTo>
                  <a:lnTo>
                    <a:pt x="1337116" y="1704525"/>
                  </a:lnTo>
                  <a:lnTo>
                    <a:pt x="1337119" y="1704533"/>
                  </a:lnTo>
                  <a:lnTo>
                    <a:pt x="1337130" y="1704552"/>
                  </a:lnTo>
                  <a:lnTo>
                    <a:pt x="1337133" y="1704570"/>
                  </a:lnTo>
                  <a:lnTo>
                    <a:pt x="1337131" y="1704608"/>
                  </a:lnTo>
                  <a:lnTo>
                    <a:pt x="1337136" y="1704627"/>
                  </a:lnTo>
                  <a:lnTo>
                    <a:pt x="1337142" y="1704652"/>
                  </a:lnTo>
                  <a:lnTo>
                    <a:pt x="1337148" y="1704668"/>
                  </a:lnTo>
                  <a:lnTo>
                    <a:pt x="1337155" y="1704683"/>
                  </a:lnTo>
                  <a:lnTo>
                    <a:pt x="1337169" y="1704702"/>
                  </a:lnTo>
                  <a:lnTo>
                    <a:pt x="1337181" y="1704720"/>
                  </a:lnTo>
                  <a:lnTo>
                    <a:pt x="1337187" y="1704730"/>
                  </a:lnTo>
                  <a:lnTo>
                    <a:pt x="1337200" y="1704765"/>
                  </a:lnTo>
                  <a:lnTo>
                    <a:pt x="1337208" y="1704784"/>
                  </a:lnTo>
                  <a:lnTo>
                    <a:pt x="1337217" y="1704802"/>
                  </a:lnTo>
                  <a:lnTo>
                    <a:pt x="1337226" y="1704821"/>
                  </a:lnTo>
                  <a:lnTo>
                    <a:pt x="1337242" y="1704840"/>
                  </a:lnTo>
                  <a:lnTo>
                    <a:pt x="1337258" y="1704856"/>
                  </a:lnTo>
                  <a:lnTo>
                    <a:pt x="1337274" y="1704870"/>
                  </a:lnTo>
                  <a:lnTo>
                    <a:pt x="1337291" y="1704886"/>
                  </a:lnTo>
                  <a:lnTo>
                    <a:pt x="1337297" y="1704894"/>
                  </a:lnTo>
                  <a:lnTo>
                    <a:pt x="1337306" y="1704901"/>
                  </a:lnTo>
                  <a:lnTo>
                    <a:pt x="1337321" y="1704917"/>
                  </a:lnTo>
                  <a:lnTo>
                    <a:pt x="1337338" y="1704935"/>
                  </a:lnTo>
                  <a:lnTo>
                    <a:pt x="1337356" y="1704944"/>
                  </a:lnTo>
                  <a:lnTo>
                    <a:pt x="1337373" y="1704949"/>
                  </a:lnTo>
                  <a:lnTo>
                    <a:pt x="1337390" y="1704953"/>
                  </a:lnTo>
                  <a:lnTo>
                    <a:pt x="1337408" y="1704959"/>
                  </a:lnTo>
                  <a:lnTo>
                    <a:pt x="1337425" y="1704960"/>
                  </a:lnTo>
                  <a:lnTo>
                    <a:pt x="1337442" y="1704963"/>
                  </a:lnTo>
                  <a:lnTo>
                    <a:pt x="1337462" y="1704968"/>
                  </a:lnTo>
                  <a:lnTo>
                    <a:pt x="1337477" y="1704977"/>
                  </a:lnTo>
                  <a:lnTo>
                    <a:pt x="1337489" y="1704986"/>
                  </a:lnTo>
                  <a:lnTo>
                    <a:pt x="1337493" y="1704992"/>
                  </a:lnTo>
                  <a:lnTo>
                    <a:pt x="1337504" y="1705011"/>
                  </a:lnTo>
                  <a:lnTo>
                    <a:pt x="1337529" y="1705048"/>
                  </a:lnTo>
                  <a:lnTo>
                    <a:pt x="1337535" y="1705056"/>
                  </a:lnTo>
                  <a:lnTo>
                    <a:pt x="1337538" y="1705061"/>
                  </a:lnTo>
                  <a:lnTo>
                    <a:pt x="1337539" y="1705067"/>
                  </a:lnTo>
                  <a:lnTo>
                    <a:pt x="1337543" y="1705086"/>
                  </a:lnTo>
                  <a:lnTo>
                    <a:pt x="1337543" y="1705104"/>
                  </a:lnTo>
                  <a:lnTo>
                    <a:pt x="1337545" y="1705112"/>
                  </a:lnTo>
                  <a:lnTo>
                    <a:pt x="1337554" y="1705123"/>
                  </a:lnTo>
                  <a:lnTo>
                    <a:pt x="1337571" y="1705133"/>
                  </a:lnTo>
                  <a:lnTo>
                    <a:pt x="1337588" y="1705145"/>
                  </a:lnTo>
                  <a:lnTo>
                    <a:pt x="1337605" y="1705152"/>
                  </a:lnTo>
                  <a:lnTo>
                    <a:pt x="1337622" y="1705161"/>
                  </a:lnTo>
                  <a:lnTo>
                    <a:pt x="1337632" y="1705165"/>
                  </a:lnTo>
                  <a:lnTo>
                    <a:pt x="1337651" y="1705178"/>
                  </a:lnTo>
                  <a:lnTo>
                    <a:pt x="1337661" y="1705183"/>
                  </a:lnTo>
                  <a:lnTo>
                    <a:pt x="1337703" y="1705221"/>
                  </a:lnTo>
                  <a:lnTo>
                    <a:pt x="1337711" y="1705228"/>
                  </a:lnTo>
                  <a:lnTo>
                    <a:pt x="1337717" y="1705237"/>
                  </a:lnTo>
                  <a:lnTo>
                    <a:pt x="1337725" y="1705255"/>
                  </a:lnTo>
                  <a:lnTo>
                    <a:pt x="1337727" y="1705263"/>
                  </a:lnTo>
                  <a:lnTo>
                    <a:pt x="1337737" y="1705283"/>
                  </a:lnTo>
                  <a:lnTo>
                    <a:pt x="1337747" y="1705303"/>
                  </a:lnTo>
                  <a:lnTo>
                    <a:pt x="1337759" y="1705321"/>
                  </a:lnTo>
                  <a:lnTo>
                    <a:pt x="1337762" y="1705326"/>
                  </a:lnTo>
                  <a:lnTo>
                    <a:pt x="1337774" y="1705335"/>
                  </a:lnTo>
                  <a:lnTo>
                    <a:pt x="1337792" y="1705341"/>
                  </a:lnTo>
                  <a:lnTo>
                    <a:pt x="1337827" y="1705346"/>
                  </a:lnTo>
                  <a:lnTo>
                    <a:pt x="1337844" y="1705350"/>
                  </a:lnTo>
                  <a:lnTo>
                    <a:pt x="1337862" y="1705354"/>
                  </a:lnTo>
                  <a:lnTo>
                    <a:pt x="1337879" y="1705359"/>
                  </a:lnTo>
                  <a:lnTo>
                    <a:pt x="1337896" y="1705362"/>
                  </a:lnTo>
                  <a:lnTo>
                    <a:pt x="1337913" y="1705366"/>
                  </a:lnTo>
                  <a:lnTo>
                    <a:pt x="1337931" y="1705368"/>
                  </a:lnTo>
                  <a:lnTo>
                    <a:pt x="1337948" y="1705369"/>
                  </a:lnTo>
                  <a:lnTo>
                    <a:pt x="1337966" y="1705370"/>
                  </a:lnTo>
                  <a:lnTo>
                    <a:pt x="1337983" y="1705372"/>
                  </a:lnTo>
                  <a:lnTo>
                    <a:pt x="1338001" y="1705374"/>
                  </a:lnTo>
                  <a:lnTo>
                    <a:pt x="1338018" y="1705374"/>
                  </a:lnTo>
                  <a:lnTo>
                    <a:pt x="1338030" y="1705373"/>
                  </a:lnTo>
                  <a:lnTo>
                    <a:pt x="1338040" y="1705370"/>
                  </a:lnTo>
                  <a:lnTo>
                    <a:pt x="1338053" y="1705364"/>
                  </a:lnTo>
                  <a:lnTo>
                    <a:pt x="1338071" y="1705352"/>
                  </a:lnTo>
                  <a:lnTo>
                    <a:pt x="1338079" y="1705348"/>
                  </a:lnTo>
                  <a:lnTo>
                    <a:pt x="1338088" y="1705352"/>
                  </a:lnTo>
                  <a:lnTo>
                    <a:pt x="1338105" y="1705365"/>
                  </a:lnTo>
                  <a:lnTo>
                    <a:pt x="1338120" y="1705382"/>
                  </a:lnTo>
                  <a:lnTo>
                    <a:pt x="1338151" y="1705412"/>
                  </a:lnTo>
                  <a:lnTo>
                    <a:pt x="1338166" y="1705428"/>
                  </a:lnTo>
                  <a:lnTo>
                    <a:pt x="1338182" y="1705440"/>
                  </a:lnTo>
                  <a:lnTo>
                    <a:pt x="1338199" y="1705455"/>
                  </a:lnTo>
                  <a:lnTo>
                    <a:pt x="1338215" y="1705468"/>
                  </a:lnTo>
                  <a:lnTo>
                    <a:pt x="1338232" y="1705486"/>
                  </a:lnTo>
                  <a:lnTo>
                    <a:pt x="1338249" y="1705500"/>
                  </a:lnTo>
                  <a:lnTo>
                    <a:pt x="1338264" y="1705516"/>
                  </a:lnTo>
                  <a:lnTo>
                    <a:pt x="1338272" y="1705523"/>
                  </a:lnTo>
                  <a:lnTo>
                    <a:pt x="1338281" y="1705528"/>
                  </a:lnTo>
                  <a:lnTo>
                    <a:pt x="1338299" y="1705540"/>
                  </a:lnTo>
                  <a:lnTo>
                    <a:pt x="1338308" y="1705544"/>
                  </a:lnTo>
                  <a:lnTo>
                    <a:pt x="1338316" y="1705544"/>
                  </a:lnTo>
                  <a:lnTo>
                    <a:pt x="1338334" y="1705541"/>
                  </a:lnTo>
                  <a:lnTo>
                    <a:pt x="1338351" y="1705535"/>
                  </a:lnTo>
                  <a:lnTo>
                    <a:pt x="1338369" y="1705525"/>
                  </a:lnTo>
                  <a:lnTo>
                    <a:pt x="1338404" y="1705508"/>
                  </a:lnTo>
                  <a:lnTo>
                    <a:pt x="1338421" y="1705505"/>
                  </a:lnTo>
                  <a:lnTo>
                    <a:pt x="1338439" y="1705503"/>
                  </a:lnTo>
                  <a:lnTo>
                    <a:pt x="1338456" y="1705502"/>
                  </a:lnTo>
                  <a:lnTo>
                    <a:pt x="1338474" y="1705499"/>
                  </a:lnTo>
                  <a:lnTo>
                    <a:pt x="1338479" y="1705498"/>
                  </a:lnTo>
                  <a:lnTo>
                    <a:pt x="1338492" y="1705488"/>
                  </a:lnTo>
                  <a:lnTo>
                    <a:pt x="1338506" y="1705470"/>
                  </a:lnTo>
                  <a:lnTo>
                    <a:pt x="1338510" y="1705466"/>
                  </a:lnTo>
                  <a:lnTo>
                    <a:pt x="1338520" y="1705453"/>
                  </a:lnTo>
                  <a:lnTo>
                    <a:pt x="1338526" y="1705444"/>
                  </a:lnTo>
                  <a:lnTo>
                    <a:pt x="1338530" y="1705435"/>
                  </a:lnTo>
                  <a:lnTo>
                    <a:pt x="1338539" y="1705416"/>
                  </a:lnTo>
                  <a:lnTo>
                    <a:pt x="1338544" y="1705408"/>
                  </a:lnTo>
                  <a:lnTo>
                    <a:pt x="1338550" y="1705394"/>
                  </a:lnTo>
                  <a:lnTo>
                    <a:pt x="1338564" y="1705383"/>
                  </a:lnTo>
                  <a:lnTo>
                    <a:pt x="1338582" y="1705378"/>
                  </a:lnTo>
                  <a:lnTo>
                    <a:pt x="1338599" y="1705374"/>
                  </a:lnTo>
                  <a:lnTo>
                    <a:pt x="1338617" y="1705370"/>
                  </a:lnTo>
                  <a:lnTo>
                    <a:pt x="1338634" y="1705366"/>
                  </a:lnTo>
                  <a:lnTo>
                    <a:pt x="1338677" y="1705362"/>
                  </a:lnTo>
                  <a:lnTo>
                    <a:pt x="1338695" y="1705364"/>
                  </a:lnTo>
                  <a:lnTo>
                    <a:pt x="1338712" y="1705365"/>
                  </a:lnTo>
                  <a:lnTo>
                    <a:pt x="1338729" y="1705371"/>
                  </a:lnTo>
                  <a:lnTo>
                    <a:pt x="1338747" y="1705375"/>
                  </a:lnTo>
                  <a:lnTo>
                    <a:pt x="1338781" y="1705390"/>
                  </a:lnTo>
                  <a:lnTo>
                    <a:pt x="1338799" y="1705401"/>
                  </a:lnTo>
                  <a:lnTo>
                    <a:pt x="1338816" y="1705411"/>
                  </a:lnTo>
                  <a:lnTo>
                    <a:pt x="1338823" y="1705415"/>
                  </a:lnTo>
                  <a:lnTo>
                    <a:pt x="1338832" y="1705424"/>
                  </a:lnTo>
                  <a:lnTo>
                    <a:pt x="1338849" y="1705439"/>
                  </a:lnTo>
                  <a:lnTo>
                    <a:pt x="1338862" y="1705450"/>
                  </a:lnTo>
                  <a:lnTo>
                    <a:pt x="1338865" y="1705455"/>
                  </a:lnTo>
                  <a:lnTo>
                    <a:pt x="1338880" y="1705473"/>
                  </a:lnTo>
                  <a:lnTo>
                    <a:pt x="1338895" y="1705491"/>
                  </a:lnTo>
                  <a:lnTo>
                    <a:pt x="1338906" y="1705510"/>
                  </a:lnTo>
                  <a:lnTo>
                    <a:pt x="1338918" y="1705528"/>
                  </a:lnTo>
                  <a:lnTo>
                    <a:pt x="1338924" y="1705547"/>
                  </a:lnTo>
                  <a:lnTo>
                    <a:pt x="1338928" y="1705565"/>
                  </a:lnTo>
                  <a:lnTo>
                    <a:pt x="1338930" y="1705584"/>
                  </a:lnTo>
                  <a:lnTo>
                    <a:pt x="1338932" y="1705602"/>
                  </a:lnTo>
                  <a:lnTo>
                    <a:pt x="1338939" y="1705628"/>
                  </a:lnTo>
                  <a:lnTo>
                    <a:pt x="1338941" y="1705637"/>
                  </a:lnTo>
                  <a:lnTo>
                    <a:pt x="1338941" y="1705654"/>
                  </a:lnTo>
                  <a:lnTo>
                    <a:pt x="1338934" y="1705673"/>
                  </a:lnTo>
                  <a:lnTo>
                    <a:pt x="1338927" y="1705688"/>
                  </a:lnTo>
                  <a:lnTo>
                    <a:pt x="1338923" y="1705696"/>
                  </a:lnTo>
                  <a:lnTo>
                    <a:pt x="1338918" y="1705710"/>
                  </a:lnTo>
                  <a:lnTo>
                    <a:pt x="1338909" y="1705728"/>
                  </a:lnTo>
                  <a:lnTo>
                    <a:pt x="1338906" y="1705746"/>
                  </a:lnTo>
                  <a:lnTo>
                    <a:pt x="1338908" y="1705765"/>
                  </a:lnTo>
                  <a:lnTo>
                    <a:pt x="1338913" y="1705783"/>
                  </a:lnTo>
                  <a:lnTo>
                    <a:pt x="1338922" y="1705802"/>
                  </a:lnTo>
                  <a:lnTo>
                    <a:pt x="1338934" y="1705820"/>
                  </a:lnTo>
                  <a:lnTo>
                    <a:pt x="1338947" y="1705838"/>
                  </a:lnTo>
                  <a:lnTo>
                    <a:pt x="1338965" y="1705855"/>
                  </a:lnTo>
                  <a:lnTo>
                    <a:pt x="1338982" y="1705869"/>
                  </a:lnTo>
                  <a:lnTo>
                    <a:pt x="1338999" y="1705883"/>
                  </a:lnTo>
                  <a:lnTo>
                    <a:pt x="1339016" y="1705895"/>
                  </a:lnTo>
                  <a:lnTo>
                    <a:pt x="1339033" y="1705905"/>
                  </a:lnTo>
                  <a:lnTo>
                    <a:pt x="1339051" y="1705914"/>
                  </a:lnTo>
                  <a:lnTo>
                    <a:pt x="1339068" y="1705921"/>
                  </a:lnTo>
                  <a:lnTo>
                    <a:pt x="1339130" y="1705927"/>
                  </a:lnTo>
                  <a:lnTo>
                    <a:pt x="1339154" y="1705929"/>
                  </a:lnTo>
                  <a:lnTo>
                    <a:pt x="1339171" y="1705935"/>
                  </a:lnTo>
                  <a:lnTo>
                    <a:pt x="1339188" y="1705944"/>
                  </a:lnTo>
                  <a:lnTo>
                    <a:pt x="1339205" y="1705954"/>
                  </a:lnTo>
                  <a:lnTo>
                    <a:pt x="1339223" y="1705968"/>
                  </a:lnTo>
                  <a:lnTo>
                    <a:pt x="1339239" y="1705983"/>
                  </a:lnTo>
                  <a:lnTo>
                    <a:pt x="1339256" y="1705997"/>
                  </a:lnTo>
                  <a:lnTo>
                    <a:pt x="1339273" y="1706011"/>
                  </a:lnTo>
                  <a:lnTo>
                    <a:pt x="1339290" y="1706023"/>
                  </a:lnTo>
                  <a:lnTo>
                    <a:pt x="1339308" y="1706033"/>
                  </a:lnTo>
                  <a:lnTo>
                    <a:pt x="1339325" y="1706044"/>
                  </a:lnTo>
                  <a:lnTo>
                    <a:pt x="1339342" y="1706054"/>
                  </a:lnTo>
                  <a:lnTo>
                    <a:pt x="1339360" y="1706062"/>
                  </a:lnTo>
                  <a:lnTo>
                    <a:pt x="1339393" y="1706076"/>
                  </a:lnTo>
                  <a:lnTo>
                    <a:pt x="1339305" y="1706149"/>
                  </a:lnTo>
                  <a:lnTo>
                    <a:pt x="1339268" y="1706179"/>
                  </a:lnTo>
                  <a:lnTo>
                    <a:pt x="1339149" y="1706281"/>
                  </a:lnTo>
                  <a:lnTo>
                    <a:pt x="1339121" y="1706293"/>
                  </a:lnTo>
                  <a:lnTo>
                    <a:pt x="1339092" y="1706300"/>
                  </a:lnTo>
                  <a:lnTo>
                    <a:pt x="1339054" y="1706307"/>
                  </a:lnTo>
                  <a:lnTo>
                    <a:pt x="1339022" y="1706316"/>
                  </a:lnTo>
                  <a:lnTo>
                    <a:pt x="1338980" y="1706325"/>
                  </a:lnTo>
                  <a:lnTo>
                    <a:pt x="1338922" y="1706332"/>
                  </a:lnTo>
                  <a:lnTo>
                    <a:pt x="1338873" y="1706327"/>
                  </a:lnTo>
                  <a:lnTo>
                    <a:pt x="1338835" y="1706334"/>
                  </a:lnTo>
                  <a:lnTo>
                    <a:pt x="1338805" y="1706368"/>
                  </a:lnTo>
                  <a:lnTo>
                    <a:pt x="1338772" y="1706418"/>
                  </a:lnTo>
                  <a:lnTo>
                    <a:pt x="1338753" y="1706451"/>
                  </a:lnTo>
                  <a:lnTo>
                    <a:pt x="1338754" y="1706474"/>
                  </a:lnTo>
                  <a:lnTo>
                    <a:pt x="1338761" y="1706496"/>
                  </a:lnTo>
                  <a:lnTo>
                    <a:pt x="1338767" y="1706513"/>
                  </a:lnTo>
                  <a:lnTo>
                    <a:pt x="1338767" y="1706527"/>
                  </a:lnTo>
                  <a:lnTo>
                    <a:pt x="1338767" y="1706538"/>
                  </a:lnTo>
                  <a:lnTo>
                    <a:pt x="1338770" y="1706557"/>
                  </a:lnTo>
                  <a:lnTo>
                    <a:pt x="1338773" y="1706563"/>
                  </a:lnTo>
                  <a:lnTo>
                    <a:pt x="1338797" y="1706587"/>
                  </a:lnTo>
                  <a:lnTo>
                    <a:pt x="1338813" y="1706606"/>
                  </a:lnTo>
                  <a:lnTo>
                    <a:pt x="1338820" y="1706615"/>
                  </a:lnTo>
                  <a:lnTo>
                    <a:pt x="1338824" y="1706624"/>
                  </a:lnTo>
                  <a:lnTo>
                    <a:pt x="1338828" y="1706631"/>
                  </a:lnTo>
                  <a:lnTo>
                    <a:pt x="1338832" y="1706648"/>
                  </a:lnTo>
                  <a:lnTo>
                    <a:pt x="1338833" y="1706662"/>
                  </a:lnTo>
                  <a:lnTo>
                    <a:pt x="1338834" y="1706680"/>
                  </a:lnTo>
                  <a:lnTo>
                    <a:pt x="1338830" y="1706699"/>
                  </a:lnTo>
                  <a:lnTo>
                    <a:pt x="1338825" y="1706717"/>
                  </a:lnTo>
                  <a:lnTo>
                    <a:pt x="1338818" y="1706735"/>
                  </a:lnTo>
                  <a:lnTo>
                    <a:pt x="1338807" y="1706754"/>
                  </a:lnTo>
                  <a:lnTo>
                    <a:pt x="1338804" y="1706761"/>
                  </a:lnTo>
                  <a:lnTo>
                    <a:pt x="1338803" y="1706793"/>
                  </a:lnTo>
                  <a:lnTo>
                    <a:pt x="1338804" y="1706812"/>
                  </a:lnTo>
                  <a:lnTo>
                    <a:pt x="1338804" y="1706821"/>
                  </a:lnTo>
                  <a:lnTo>
                    <a:pt x="1338801" y="1706830"/>
                  </a:lnTo>
                  <a:lnTo>
                    <a:pt x="1338799" y="1706836"/>
                  </a:lnTo>
                  <a:lnTo>
                    <a:pt x="1338789" y="1706848"/>
                  </a:lnTo>
                  <a:lnTo>
                    <a:pt x="1338783" y="1706855"/>
                  </a:lnTo>
                  <a:lnTo>
                    <a:pt x="1338774" y="1706863"/>
                  </a:lnTo>
                  <a:lnTo>
                    <a:pt x="1338757" y="1706880"/>
                  </a:lnTo>
                  <a:lnTo>
                    <a:pt x="1338751" y="1706888"/>
                  </a:lnTo>
                  <a:lnTo>
                    <a:pt x="1338749" y="1706899"/>
                  </a:lnTo>
                  <a:lnTo>
                    <a:pt x="1338750" y="1706916"/>
                  </a:lnTo>
                  <a:lnTo>
                    <a:pt x="1338752" y="1706935"/>
                  </a:lnTo>
                  <a:lnTo>
                    <a:pt x="1338754" y="1706953"/>
                  </a:lnTo>
                  <a:lnTo>
                    <a:pt x="1338757" y="1706976"/>
                  </a:lnTo>
                  <a:lnTo>
                    <a:pt x="1338754" y="1707020"/>
                  </a:lnTo>
                  <a:lnTo>
                    <a:pt x="1338749" y="1707038"/>
                  </a:lnTo>
                  <a:lnTo>
                    <a:pt x="1338738" y="1707107"/>
                  </a:lnTo>
                  <a:lnTo>
                    <a:pt x="1338734" y="1707118"/>
                  </a:lnTo>
                  <a:lnTo>
                    <a:pt x="1338723" y="1707137"/>
                  </a:lnTo>
                  <a:lnTo>
                    <a:pt x="1338713" y="1707155"/>
                  </a:lnTo>
                  <a:lnTo>
                    <a:pt x="1338698" y="1707175"/>
                  </a:lnTo>
                  <a:lnTo>
                    <a:pt x="1338688" y="1707192"/>
                  </a:lnTo>
                  <a:lnTo>
                    <a:pt x="1338695" y="1707208"/>
                  </a:lnTo>
                  <a:lnTo>
                    <a:pt x="1338698" y="1707213"/>
                  </a:lnTo>
                  <a:lnTo>
                    <a:pt x="1338714" y="1707230"/>
                  </a:lnTo>
                  <a:lnTo>
                    <a:pt x="1338735" y="1707256"/>
                  </a:lnTo>
                  <a:lnTo>
                    <a:pt x="1338743" y="1707284"/>
                  </a:lnTo>
                  <a:lnTo>
                    <a:pt x="1338743" y="1707328"/>
                  </a:lnTo>
                  <a:lnTo>
                    <a:pt x="1338736" y="1707382"/>
                  </a:lnTo>
                  <a:lnTo>
                    <a:pt x="1338728" y="1707408"/>
                  </a:lnTo>
                  <a:lnTo>
                    <a:pt x="1338703" y="1707463"/>
                  </a:lnTo>
                  <a:lnTo>
                    <a:pt x="1338685" y="1707507"/>
                  </a:lnTo>
                  <a:lnTo>
                    <a:pt x="1338663" y="1707551"/>
                  </a:lnTo>
                  <a:lnTo>
                    <a:pt x="1338655" y="1707591"/>
                  </a:lnTo>
                  <a:lnTo>
                    <a:pt x="1338644" y="1707673"/>
                  </a:lnTo>
                  <a:lnTo>
                    <a:pt x="1338629" y="1707722"/>
                  </a:lnTo>
                  <a:lnTo>
                    <a:pt x="1338618" y="1707772"/>
                  </a:lnTo>
                  <a:lnTo>
                    <a:pt x="1338599" y="1707813"/>
                  </a:lnTo>
                  <a:lnTo>
                    <a:pt x="1338569" y="1707837"/>
                  </a:lnTo>
                  <a:lnTo>
                    <a:pt x="1338547" y="1707857"/>
                  </a:lnTo>
                  <a:lnTo>
                    <a:pt x="1338517" y="1707869"/>
                  </a:lnTo>
                  <a:lnTo>
                    <a:pt x="1338486" y="1707868"/>
                  </a:lnTo>
                  <a:lnTo>
                    <a:pt x="1338442" y="1707864"/>
                  </a:lnTo>
                  <a:lnTo>
                    <a:pt x="1338422" y="1707857"/>
                  </a:lnTo>
                  <a:lnTo>
                    <a:pt x="1338409" y="1707858"/>
                  </a:lnTo>
                  <a:lnTo>
                    <a:pt x="1338405" y="1707865"/>
                  </a:lnTo>
                  <a:lnTo>
                    <a:pt x="1338405" y="1707874"/>
                  </a:lnTo>
                  <a:lnTo>
                    <a:pt x="1338419" y="1707935"/>
                  </a:lnTo>
                  <a:lnTo>
                    <a:pt x="1338418" y="1707957"/>
                  </a:lnTo>
                  <a:lnTo>
                    <a:pt x="1338410" y="1707975"/>
                  </a:lnTo>
                  <a:lnTo>
                    <a:pt x="1338402" y="1707984"/>
                  </a:lnTo>
                  <a:lnTo>
                    <a:pt x="1338387" y="1707991"/>
                  </a:lnTo>
                  <a:lnTo>
                    <a:pt x="1338368" y="1707996"/>
                  </a:lnTo>
                  <a:lnTo>
                    <a:pt x="1338348" y="1708003"/>
                  </a:lnTo>
                  <a:lnTo>
                    <a:pt x="1338321" y="1708023"/>
                  </a:lnTo>
                  <a:lnTo>
                    <a:pt x="1338274" y="1708071"/>
                  </a:lnTo>
                  <a:lnTo>
                    <a:pt x="1338237" y="1708128"/>
                  </a:lnTo>
                  <a:lnTo>
                    <a:pt x="1338205" y="1708161"/>
                  </a:lnTo>
                  <a:lnTo>
                    <a:pt x="1338168" y="1708237"/>
                  </a:lnTo>
                  <a:lnTo>
                    <a:pt x="1338150" y="1708266"/>
                  </a:lnTo>
                  <a:lnTo>
                    <a:pt x="1338139" y="1708294"/>
                  </a:lnTo>
                  <a:lnTo>
                    <a:pt x="1338139" y="1708318"/>
                  </a:lnTo>
                  <a:lnTo>
                    <a:pt x="1338138" y="1708334"/>
                  </a:lnTo>
                  <a:lnTo>
                    <a:pt x="1338139" y="1708349"/>
                  </a:lnTo>
                  <a:lnTo>
                    <a:pt x="1338135" y="1708366"/>
                  </a:lnTo>
                  <a:lnTo>
                    <a:pt x="1338130" y="1708376"/>
                  </a:lnTo>
                  <a:lnTo>
                    <a:pt x="1338123" y="1708394"/>
                  </a:lnTo>
                  <a:lnTo>
                    <a:pt x="1338112" y="1708412"/>
                  </a:lnTo>
                  <a:lnTo>
                    <a:pt x="1338100" y="1708433"/>
                  </a:lnTo>
                  <a:lnTo>
                    <a:pt x="1338096" y="1708449"/>
                  </a:lnTo>
                  <a:lnTo>
                    <a:pt x="1338097" y="1708459"/>
                  </a:lnTo>
                  <a:lnTo>
                    <a:pt x="1338105" y="1708486"/>
                  </a:lnTo>
                  <a:lnTo>
                    <a:pt x="1338110" y="1708505"/>
                  </a:lnTo>
                  <a:lnTo>
                    <a:pt x="1338115" y="1708524"/>
                  </a:lnTo>
                  <a:lnTo>
                    <a:pt x="1338117" y="1708542"/>
                  </a:lnTo>
                  <a:lnTo>
                    <a:pt x="1338121" y="1708561"/>
                  </a:lnTo>
                  <a:lnTo>
                    <a:pt x="1338123" y="1708579"/>
                  </a:lnTo>
                  <a:lnTo>
                    <a:pt x="1338126" y="1708600"/>
                  </a:lnTo>
                  <a:lnTo>
                    <a:pt x="1338126" y="1708634"/>
                  </a:lnTo>
                  <a:lnTo>
                    <a:pt x="1338125" y="1708653"/>
                  </a:lnTo>
                  <a:lnTo>
                    <a:pt x="1338125" y="1708671"/>
                  </a:lnTo>
                  <a:lnTo>
                    <a:pt x="1338120" y="1708750"/>
                  </a:lnTo>
                  <a:lnTo>
                    <a:pt x="1338117" y="1708759"/>
                  </a:lnTo>
                  <a:lnTo>
                    <a:pt x="1338111" y="1708768"/>
                  </a:lnTo>
                  <a:lnTo>
                    <a:pt x="1338100" y="1708789"/>
                  </a:lnTo>
                  <a:lnTo>
                    <a:pt x="1338108" y="1708805"/>
                  </a:lnTo>
                  <a:lnTo>
                    <a:pt x="1338119" y="1708824"/>
                  </a:lnTo>
                  <a:lnTo>
                    <a:pt x="1338129" y="1708843"/>
                  </a:lnTo>
                  <a:lnTo>
                    <a:pt x="1338138" y="1708861"/>
                  </a:lnTo>
                  <a:lnTo>
                    <a:pt x="1338146" y="1708880"/>
                  </a:lnTo>
                  <a:lnTo>
                    <a:pt x="1338151" y="1708899"/>
                  </a:lnTo>
                  <a:lnTo>
                    <a:pt x="1338158" y="1708917"/>
                  </a:lnTo>
                  <a:lnTo>
                    <a:pt x="1338162" y="1708936"/>
                  </a:lnTo>
                  <a:lnTo>
                    <a:pt x="1338175" y="1708998"/>
                  </a:lnTo>
                  <a:lnTo>
                    <a:pt x="1338179" y="1709016"/>
                  </a:lnTo>
                  <a:lnTo>
                    <a:pt x="1338185" y="1709035"/>
                  </a:lnTo>
                  <a:lnTo>
                    <a:pt x="1338190" y="1709053"/>
                  </a:lnTo>
                  <a:lnTo>
                    <a:pt x="1338194" y="1709072"/>
                  </a:lnTo>
                  <a:lnTo>
                    <a:pt x="1338196" y="1709090"/>
                  </a:lnTo>
                  <a:lnTo>
                    <a:pt x="1338200" y="1709109"/>
                  </a:lnTo>
                  <a:lnTo>
                    <a:pt x="1338204" y="1709128"/>
                  </a:lnTo>
                  <a:lnTo>
                    <a:pt x="1338207" y="1709146"/>
                  </a:lnTo>
                  <a:lnTo>
                    <a:pt x="1338213" y="1709204"/>
                  </a:lnTo>
                  <a:lnTo>
                    <a:pt x="1338213" y="1709222"/>
                  </a:lnTo>
                  <a:lnTo>
                    <a:pt x="1338213" y="1709241"/>
                  </a:lnTo>
                  <a:lnTo>
                    <a:pt x="1338211" y="1709259"/>
                  </a:lnTo>
                  <a:lnTo>
                    <a:pt x="1338211" y="1709278"/>
                  </a:lnTo>
                  <a:lnTo>
                    <a:pt x="1338210" y="1709297"/>
                  </a:lnTo>
                  <a:lnTo>
                    <a:pt x="1338210" y="1709315"/>
                  </a:lnTo>
                  <a:lnTo>
                    <a:pt x="1338213" y="1709334"/>
                  </a:lnTo>
                  <a:lnTo>
                    <a:pt x="1338209" y="1709352"/>
                  </a:lnTo>
                  <a:lnTo>
                    <a:pt x="1338207" y="1709357"/>
                  </a:lnTo>
                  <a:lnTo>
                    <a:pt x="1338199" y="1709364"/>
                  </a:lnTo>
                  <a:lnTo>
                    <a:pt x="1338181" y="1709374"/>
                  </a:lnTo>
                  <a:lnTo>
                    <a:pt x="1338164" y="1709383"/>
                  </a:lnTo>
                  <a:lnTo>
                    <a:pt x="1338146" y="1709389"/>
                  </a:lnTo>
                  <a:lnTo>
                    <a:pt x="1338129" y="1709399"/>
                  </a:lnTo>
                  <a:lnTo>
                    <a:pt x="1338111" y="1709414"/>
                  </a:lnTo>
                  <a:lnTo>
                    <a:pt x="1338094" y="1709430"/>
                  </a:lnTo>
                  <a:lnTo>
                    <a:pt x="1338081" y="1709447"/>
                  </a:lnTo>
                  <a:lnTo>
                    <a:pt x="1338076" y="1709455"/>
                  </a:lnTo>
                  <a:lnTo>
                    <a:pt x="1338082" y="1709506"/>
                  </a:lnTo>
                  <a:lnTo>
                    <a:pt x="1338088" y="1709522"/>
                  </a:lnTo>
                  <a:lnTo>
                    <a:pt x="1338095" y="1709541"/>
                  </a:lnTo>
                  <a:lnTo>
                    <a:pt x="1338100" y="1709551"/>
                  </a:lnTo>
                  <a:lnTo>
                    <a:pt x="1338119" y="1709604"/>
                  </a:lnTo>
                  <a:lnTo>
                    <a:pt x="1338141" y="1709649"/>
                  </a:lnTo>
                  <a:lnTo>
                    <a:pt x="1338142" y="1709660"/>
                  </a:lnTo>
                  <a:lnTo>
                    <a:pt x="1338136" y="1709666"/>
                  </a:lnTo>
                  <a:lnTo>
                    <a:pt x="1338102" y="1709682"/>
                  </a:lnTo>
                  <a:lnTo>
                    <a:pt x="1338064" y="1709720"/>
                  </a:lnTo>
                  <a:lnTo>
                    <a:pt x="1338044" y="1709744"/>
                  </a:lnTo>
                  <a:lnTo>
                    <a:pt x="1338018" y="1709767"/>
                  </a:lnTo>
                  <a:lnTo>
                    <a:pt x="1337994" y="1709779"/>
                  </a:lnTo>
                  <a:lnTo>
                    <a:pt x="1337955" y="1709778"/>
                  </a:lnTo>
                  <a:lnTo>
                    <a:pt x="1337919" y="1709798"/>
                  </a:lnTo>
                  <a:lnTo>
                    <a:pt x="1337895" y="1709822"/>
                  </a:lnTo>
                  <a:lnTo>
                    <a:pt x="1337875" y="1709840"/>
                  </a:lnTo>
                  <a:lnTo>
                    <a:pt x="1337854" y="1709852"/>
                  </a:lnTo>
                  <a:lnTo>
                    <a:pt x="1337831" y="1709855"/>
                  </a:lnTo>
                  <a:lnTo>
                    <a:pt x="1337806" y="1709846"/>
                  </a:lnTo>
                  <a:lnTo>
                    <a:pt x="1337798" y="1709845"/>
                  </a:lnTo>
                  <a:lnTo>
                    <a:pt x="1337786" y="1709848"/>
                  </a:lnTo>
                  <a:lnTo>
                    <a:pt x="1337765" y="1709852"/>
                  </a:lnTo>
                  <a:lnTo>
                    <a:pt x="1337755" y="1709856"/>
                  </a:lnTo>
                  <a:lnTo>
                    <a:pt x="1337749" y="1709859"/>
                  </a:lnTo>
                  <a:lnTo>
                    <a:pt x="1337737" y="1709868"/>
                  </a:lnTo>
                  <a:lnTo>
                    <a:pt x="1337725" y="1709877"/>
                  </a:lnTo>
                  <a:lnTo>
                    <a:pt x="1337717" y="1709886"/>
                  </a:lnTo>
                  <a:lnTo>
                    <a:pt x="1337710" y="1709897"/>
                  </a:lnTo>
                  <a:lnTo>
                    <a:pt x="1337707" y="1709904"/>
                  </a:lnTo>
                  <a:lnTo>
                    <a:pt x="1337700" y="1709923"/>
                  </a:lnTo>
                  <a:lnTo>
                    <a:pt x="1337694" y="1709941"/>
                  </a:lnTo>
                  <a:lnTo>
                    <a:pt x="1337691" y="1709959"/>
                  </a:lnTo>
                  <a:lnTo>
                    <a:pt x="1337693" y="1709978"/>
                  </a:lnTo>
                  <a:lnTo>
                    <a:pt x="1337698" y="1709997"/>
                  </a:lnTo>
                  <a:lnTo>
                    <a:pt x="1337706" y="1710046"/>
                  </a:lnTo>
                  <a:lnTo>
                    <a:pt x="1337705" y="1710061"/>
                  </a:lnTo>
                  <a:lnTo>
                    <a:pt x="1337703" y="1710073"/>
                  </a:lnTo>
                  <a:lnTo>
                    <a:pt x="1337698" y="1710079"/>
                  </a:lnTo>
                  <a:lnTo>
                    <a:pt x="1337681" y="1710080"/>
                  </a:lnTo>
                  <a:lnTo>
                    <a:pt x="1337664" y="1710077"/>
                  </a:lnTo>
                  <a:lnTo>
                    <a:pt x="1337646" y="1710074"/>
                  </a:lnTo>
                  <a:lnTo>
                    <a:pt x="1337629" y="1710074"/>
                  </a:lnTo>
                  <a:lnTo>
                    <a:pt x="1337612" y="1710074"/>
                  </a:lnTo>
                  <a:lnTo>
                    <a:pt x="1337594" y="1710076"/>
                  </a:lnTo>
                  <a:lnTo>
                    <a:pt x="1337571" y="1710085"/>
                  </a:lnTo>
                  <a:lnTo>
                    <a:pt x="1337518" y="1710154"/>
                  </a:lnTo>
                  <a:lnTo>
                    <a:pt x="1337508" y="1710172"/>
                  </a:lnTo>
                  <a:lnTo>
                    <a:pt x="1337497" y="1710190"/>
                  </a:lnTo>
                  <a:lnTo>
                    <a:pt x="1337486" y="1710208"/>
                  </a:lnTo>
                  <a:lnTo>
                    <a:pt x="1337476" y="1710226"/>
                  </a:lnTo>
                  <a:lnTo>
                    <a:pt x="1337470" y="1710238"/>
                  </a:lnTo>
                  <a:lnTo>
                    <a:pt x="1337467" y="1710245"/>
                  </a:lnTo>
                  <a:lnTo>
                    <a:pt x="1337456" y="1710263"/>
                  </a:lnTo>
                  <a:lnTo>
                    <a:pt x="1337448" y="1710280"/>
                  </a:lnTo>
                  <a:lnTo>
                    <a:pt x="1337447" y="1710288"/>
                  </a:lnTo>
                  <a:lnTo>
                    <a:pt x="1337456" y="1710296"/>
                  </a:lnTo>
                  <a:lnTo>
                    <a:pt x="1337474" y="1710306"/>
                  </a:lnTo>
                  <a:lnTo>
                    <a:pt x="1337479" y="1710309"/>
                  </a:lnTo>
                  <a:lnTo>
                    <a:pt x="1337493" y="1710311"/>
                  </a:lnTo>
                  <a:lnTo>
                    <a:pt x="1337509" y="1710311"/>
                  </a:lnTo>
                  <a:lnTo>
                    <a:pt x="1337526" y="1710309"/>
                  </a:lnTo>
                  <a:lnTo>
                    <a:pt x="1337544" y="1710305"/>
                  </a:lnTo>
                  <a:lnTo>
                    <a:pt x="1337579" y="1710297"/>
                  </a:lnTo>
                  <a:lnTo>
                    <a:pt x="1337587" y="1710294"/>
                  </a:lnTo>
                  <a:lnTo>
                    <a:pt x="1337594" y="1710295"/>
                  </a:lnTo>
                  <a:lnTo>
                    <a:pt x="1337595" y="1710315"/>
                  </a:lnTo>
                  <a:lnTo>
                    <a:pt x="1337593" y="1710333"/>
                  </a:lnTo>
                  <a:lnTo>
                    <a:pt x="1337592" y="1710351"/>
                  </a:lnTo>
                  <a:lnTo>
                    <a:pt x="1337590" y="1710370"/>
                  </a:lnTo>
                  <a:lnTo>
                    <a:pt x="1337588" y="1710389"/>
                  </a:lnTo>
                  <a:lnTo>
                    <a:pt x="1337583" y="1710407"/>
                  </a:lnTo>
                  <a:lnTo>
                    <a:pt x="1337581" y="1710413"/>
                  </a:lnTo>
                  <a:lnTo>
                    <a:pt x="1337579" y="1710420"/>
                  </a:lnTo>
                  <a:lnTo>
                    <a:pt x="1337574" y="1710424"/>
                  </a:lnTo>
                  <a:lnTo>
                    <a:pt x="1337570" y="1710428"/>
                  </a:lnTo>
                  <a:lnTo>
                    <a:pt x="1337557" y="1710434"/>
                  </a:lnTo>
                  <a:lnTo>
                    <a:pt x="1337539" y="1710440"/>
                  </a:lnTo>
                  <a:lnTo>
                    <a:pt x="1337517" y="1710447"/>
                  </a:lnTo>
                  <a:lnTo>
                    <a:pt x="1337511" y="1710449"/>
                  </a:lnTo>
                  <a:lnTo>
                    <a:pt x="1337505" y="1710457"/>
                  </a:lnTo>
                  <a:lnTo>
                    <a:pt x="1337509" y="1710474"/>
                  </a:lnTo>
                  <a:lnTo>
                    <a:pt x="1337519" y="1710492"/>
                  </a:lnTo>
                  <a:lnTo>
                    <a:pt x="1337530" y="1710511"/>
                  </a:lnTo>
                  <a:lnTo>
                    <a:pt x="1337539" y="1710529"/>
                  </a:lnTo>
                  <a:lnTo>
                    <a:pt x="1337542" y="1710550"/>
                  </a:lnTo>
                  <a:lnTo>
                    <a:pt x="1337542" y="1710567"/>
                  </a:lnTo>
                  <a:lnTo>
                    <a:pt x="1337537" y="1710588"/>
                  </a:lnTo>
                  <a:lnTo>
                    <a:pt x="1337528" y="1710603"/>
                  </a:lnTo>
                  <a:lnTo>
                    <a:pt x="1337515" y="1710618"/>
                  </a:lnTo>
                  <a:lnTo>
                    <a:pt x="1337506" y="1710636"/>
                  </a:lnTo>
                  <a:lnTo>
                    <a:pt x="1337503" y="1710641"/>
                  </a:lnTo>
                  <a:lnTo>
                    <a:pt x="1337503" y="1710654"/>
                  </a:lnTo>
                  <a:lnTo>
                    <a:pt x="1337508" y="1710673"/>
                  </a:lnTo>
                  <a:lnTo>
                    <a:pt x="1337518" y="1710692"/>
                  </a:lnTo>
                  <a:lnTo>
                    <a:pt x="1337532" y="1710711"/>
                  </a:lnTo>
                  <a:lnTo>
                    <a:pt x="1337549" y="1710727"/>
                  </a:lnTo>
                  <a:lnTo>
                    <a:pt x="1337567" y="1710737"/>
                  </a:lnTo>
                  <a:lnTo>
                    <a:pt x="1337575" y="1710741"/>
                  </a:lnTo>
                  <a:lnTo>
                    <a:pt x="1337580" y="1710750"/>
                  </a:lnTo>
                  <a:lnTo>
                    <a:pt x="1337585" y="1710760"/>
                  </a:lnTo>
                  <a:lnTo>
                    <a:pt x="1337586" y="1710768"/>
                  </a:lnTo>
                  <a:lnTo>
                    <a:pt x="1337590" y="1710787"/>
                  </a:lnTo>
                  <a:lnTo>
                    <a:pt x="1337593" y="1710805"/>
                  </a:lnTo>
                  <a:lnTo>
                    <a:pt x="1337594" y="1710824"/>
                  </a:lnTo>
                  <a:lnTo>
                    <a:pt x="1337593" y="1710842"/>
                  </a:lnTo>
                  <a:lnTo>
                    <a:pt x="1337590" y="1710849"/>
                  </a:lnTo>
                  <a:lnTo>
                    <a:pt x="1337590" y="1710861"/>
                  </a:lnTo>
                  <a:lnTo>
                    <a:pt x="1337592" y="1710913"/>
                  </a:lnTo>
                  <a:lnTo>
                    <a:pt x="1337590" y="1710931"/>
                  </a:lnTo>
                  <a:lnTo>
                    <a:pt x="1337587" y="1710949"/>
                  </a:lnTo>
                  <a:lnTo>
                    <a:pt x="1337583" y="1710968"/>
                  </a:lnTo>
                  <a:lnTo>
                    <a:pt x="1337580" y="1710986"/>
                  </a:lnTo>
                  <a:lnTo>
                    <a:pt x="1337578" y="1710996"/>
                  </a:lnTo>
                  <a:lnTo>
                    <a:pt x="1337574" y="1711007"/>
                  </a:lnTo>
                  <a:lnTo>
                    <a:pt x="1337565" y="1711023"/>
                  </a:lnTo>
                  <a:lnTo>
                    <a:pt x="1337553" y="1711041"/>
                  </a:lnTo>
                  <a:lnTo>
                    <a:pt x="1337547" y="1711052"/>
                  </a:lnTo>
                  <a:lnTo>
                    <a:pt x="1337542" y="1711108"/>
                  </a:lnTo>
                  <a:lnTo>
                    <a:pt x="1337543" y="1711148"/>
                  </a:lnTo>
                  <a:lnTo>
                    <a:pt x="1337542" y="1711154"/>
                  </a:lnTo>
                  <a:lnTo>
                    <a:pt x="1337541" y="1711173"/>
                  </a:lnTo>
                  <a:lnTo>
                    <a:pt x="1337541" y="1711233"/>
                  </a:lnTo>
                  <a:lnTo>
                    <a:pt x="1337543" y="1711252"/>
                  </a:lnTo>
                  <a:lnTo>
                    <a:pt x="1337546" y="1711270"/>
                  </a:lnTo>
                  <a:lnTo>
                    <a:pt x="1337549" y="1711279"/>
                  </a:lnTo>
                  <a:lnTo>
                    <a:pt x="1337558" y="1711285"/>
                  </a:lnTo>
                  <a:lnTo>
                    <a:pt x="1337565" y="1711291"/>
                  </a:lnTo>
                  <a:lnTo>
                    <a:pt x="1337576" y="1711294"/>
                  </a:lnTo>
                  <a:lnTo>
                    <a:pt x="1337593" y="1711303"/>
                  </a:lnTo>
                  <a:lnTo>
                    <a:pt x="1337602" y="1711308"/>
                  </a:lnTo>
                  <a:lnTo>
                    <a:pt x="1337610" y="1711316"/>
                  </a:lnTo>
                  <a:lnTo>
                    <a:pt x="1337626" y="1711331"/>
                  </a:lnTo>
                  <a:lnTo>
                    <a:pt x="1337643" y="1711343"/>
                  </a:lnTo>
                  <a:lnTo>
                    <a:pt x="1337661" y="1711355"/>
                  </a:lnTo>
                  <a:lnTo>
                    <a:pt x="1337678" y="1711366"/>
                  </a:lnTo>
                  <a:lnTo>
                    <a:pt x="1337695" y="1711378"/>
                  </a:lnTo>
                  <a:lnTo>
                    <a:pt x="1337712" y="1711388"/>
                  </a:lnTo>
                  <a:lnTo>
                    <a:pt x="1337737" y="1711402"/>
                  </a:lnTo>
                  <a:lnTo>
                    <a:pt x="1337747" y="1711404"/>
                  </a:lnTo>
                  <a:lnTo>
                    <a:pt x="1337765" y="1711409"/>
                  </a:lnTo>
                  <a:lnTo>
                    <a:pt x="1337815" y="1711406"/>
                  </a:lnTo>
                  <a:lnTo>
                    <a:pt x="1337836" y="1711405"/>
                  </a:lnTo>
                  <a:lnTo>
                    <a:pt x="1337854" y="1711409"/>
                  </a:lnTo>
                  <a:lnTo>
                    <a:pt x="1337871" y="1711412"/>
                  </a:lnTo>
                  <a:lnTo>
                    <a:pt x="1337889" y="1711413"/>
                  </a:lnTo>
                  <a:lnTo>
                    <a:pt x="1337906" y="1711416"/>
                  </a:lnTo>
                  <a:lnTo>
                    <a:pt x="1337924" y="1711415"/>
                  </a:lnTo>
                  <a:lnTo>
                    <a:pt x="1337941" y="1711414"/>
                  </a:lnTo>
                  <a:lnTo>
                    <a:pt x="1337958" y="1711412"/>
                  </a:lnTo>
                  <a:lnTo>
                    <a:pt x="1337976" y="1711409"/>
                  </a:lnTo>
                  <a:lnTo>
                    <a:pt x="1337989" y="1711407"/>
                  </a:lnTo>
                  <a:lnTo>
                    <a:pt x="1337993" y="1711404"/>
                  </a:lnTo>
                  <a:lnTo>
                    <a:pt x="1338011" y="1711398"/>
                  </a:lnTo>
                  <a:lnTo>
                    <a:pt x="1338024" y="1711397"/>
                  </a:lnTo>
                  <a:lnTo>
                    <a:pt x="1338028" y="1711402"/>
                  </a:lnTo>
                  <a:lnTo>
                    <a:pt x="1338038" y="1711415"/>
                  </a:lnTo>
                  <a:lnTo>
                    <a:pt x="1338041" y="1711420"/>
                  </a:lnTo>
                  <a:lnTo>
                    <a:pt x="1338057" y="1711437"/>
                  </a:lnTo>
                  <a:lnTo>
                    <a:pt x="1338073" y="1711449"/>
                  </a:lnTo>
                  <a:lnTo>
                    <a:pt x="1338090" y="1711456"/>
                  </a:lnTo>
                  <a:lnTo>
                    <a:pt x="1338099" y="1711461"/>
                  </a:lnTo>
                  <a:lnTo>
                    <a:pt x="1338109" y="1711467"/>
                  </a:lnTo>
                  <a:lnTo>
                    <a:pt x="1338115" y="1711475"/>
                  </a:lnTo>
                  <a:lnTo>
                    <a:pt x="1338119" y="1711484"/>
                  </a:lnTo>
                  <a:lnTo>
                    <a:pt x="1338127" y="1711503"/>
                  </a:lnTo>
                  <a:lnTo>
                    <a:pt x="1338140" y="1711521"/>
                  </a:lnTo>
                  <a:lnTo>
                    <a:pt x="1338157" y="1711538"/>
                  </a:lnTo>
                  <a:lnTo>
                    <a:pt x="1338174" y="1711552"/>
                  </a:lnTo>
                  <a:lnTo>
                    <a:pt x="1338189" y="1711568"/>
                  </a:lnTo>
                  <a:lnTo>
                    <a:pt x="1338207" y="1711586"/>
                  </a:lnTo>
                  <a:lnTo>
                    <a:pt x="1338239" y="1711614"/>
                  </a:lnTo>
                  <a:lnTo>
                    <a:pt x="1338256" y="1711631"/>
                  </a:lnTo>
                  <a:lnTo>
                    <a:pt x="1338271" y="1711646"/>
                  </a:lnTo>
                  <a:lnTo>
                    <a:pt x="1338282" y="1711654"/>
                  </a:lnTo>
                  <a:lnTo>
                    <a:pt x="1338288" y="1711661"/>
                  </a:lnTo>
                  <a:lnTo>
                    <a:pt x="1338301" y="1711679"/>
                  </a:lnTo>
                  <a:lnTo>
                    <a:pt x="1338308" y="1711690"/>
                  </a:lnTo>
                  <a:lnTo>
                    <a:pt x="1338310" y="1711697"/>
                  </a:lnTo>
                  <a:lnTo>
                    <a:pt x="1338313" y="1711706"/>
                  </a:lnTo>
                  <a:lnTo>
                    <a:pt x="1338319" y="1711718"/>
                  </a:lnTo>
                  <a:lnTo>
                    <a:pt x="1338325" y="1711727"/>
                  </a:lnTo>
                  <a:lnTo>
                    <a:pt x="1338332" y="1711733"/>
                  </a:lnTo>
                  <a:lnTo>
                    <a:pt x="1338349" y="1711741"/>
                  </a:lnTo>
                  <a:lnTo>
                    <a:pt x="1338366" y="1711746"/>
                  </a:lnTo>
                  <a:lnTo>
                    <a:pt x="1338384" y="1711749"/>
                  </a:lnTo>
                  <a:lnTo>
                    <a:pt x="1338393" y="1711752"/>
                  </a:lnTo>
                  <a:lnTo>
                    <a:pt x="1338404" y="1711757"/>
                  </a:lnTo>
                  <a:lnTo>
                    <a:pt x="1338416" y="1711774"/>
                  </a:lnTo>
                  <a:lnTo>
                    <a:pt x="1338430" y="1711791"/>
                  </a:lnTo>
                  <a:lnTo>
                    <a:pt x="1338440" y="1711797"/>
                  </a:lnTo>
                  <a:lnTo>
                    <a:pt x="1338447" y="1711798"/>
                  </a:lnTo>
                  <a:lnTo>
                    <a:pt x="1338466" y="1711800"/>
                  </a:lnTo>
                  <a:lnTo>
                    <a:pt x="1338476" y="1711799"/>
                  </a:lnTo>
                  <a:lnTo>
                    <a:pt x="1338485" y="1711795"/>
                  </a:lnTo>
                  <a:lnTo>
                    <a:pt x="1338503" y="1711787"/>
                  </a:lnTo>
                  <a:lnTo>
                    <a:pt x="1338517" y="1711780"/>
                  </a:lnTo>
                  <a:lnTo>
                    <a:pt x="1338519" y="1711785"/>
                  </a:lnTo>
                  <a:lnTo>
                    <a:pt x="1338508" y="1711822"/>
                  </a:lnTo>
                  <a:lnTo>
                    <a:pt x="1338504" y="1711839"/>
                  </a:lnTo>
                  <a:lnTo>
                    <a:pt x="1338504" y="1711845"/>
                  </a:lnTo>
                  <a:lnTo>
                    <a:pt x="1338510" y="1711852"/>
                  </a:lnTo>
                  <a:lnTo>
                    <a:pt x="1338526" y="1711857"/>
                  </a:lnTo>
                  <a:lnTo>
                    <a:pt x="1338534" y="1711858"/>
                  </a:lnTo>
                  <a:lnTo>
                    <a:pt x="1338561" y="1711876"/>
                  </a:lnTo>
                  <a:lnTo>
                    <a:pt x="1338593" y="1711896"/>
                  </a:lnTo>
                  <a:lnTo>
                    <a:pt x="1338617" y="1711922"/>
                  </a:lnTo>
                  <a:lnTo>
                    <a:pt x="1338628" y="1711948"/>
                  </a:lnTo>
                  <a:lnTo>
                    <a:pt x="1338638" y="1711976"/>
                  </a:lnTo>
                  <a:lnTo>
                    <a:pt x="1338643" y="1712004"/>
                  </a:lnTo>
                  <a:lnTo>
                    <a:pt x="1338640" y="1712033"/>
                  </a:lnTo>
                  <a:lnTo>
                    <a:pt x="1338640" y="1712056"/>
                  </a:lnTo>
                  <a:lnTo>
                    <a:pt x="1338646" y="1712067"/>
                  </a:lnTo>
                  <a:lnTo>
                    <a:pt x="1338663" y="1712086"/>
                  </a:lnTo>
                  <a:lnTo>
                    <a:pt x="1338680" y="1712118"/>
                  </a:lnTo>
                  <a:lnTo>
                    <a:pt x="1338694" y="1712152"/>
                  </a:lnTo>
                  <a:lnTo>
                    <a:pt x="1338694" y="1712192"/>
                  </a:lnTo>
                  <a:lnTo>
                    <a:pt x="1338698" y="1712217"/>
                  </a:lnTo>
                  <a:lnTo>
                    <a:pt x="1338693" y="1712304"/>
                  </a:lnTo>
                  <a:lnTo>
                    <a:pt x="1338704" y="1712327"/>
                  </a:lnTo>
                  <a:lnTo>
                    <a:pt x="1338715" y="1712348"/>
                  </a:lnTo>
                  <a:lnTo>
                    <a:pt x="1338729" y="1712388"/>
                  </a:lnTo>
                  <a:lnTo>
                    <a:pt x="1338728" y="1712420"/>
                  </a:lnTo>
                  <a:lnTo>
                    <a:pt x="1338727" y="1712454"/>
                  </a:lnTo>
                  <a:lnTo>
                    <a:pt x="1338731" y="1712494"/>
                  </a:lnTo>
                  <a:lnTo>
                    <a:pt x="1338740" y="1712513"/>
                  </a:lnTo>
                  <a:lnTo>
                    <a:pt x="1338771" y="1712564"/>
                  </a:lnTo>
                  <a:lnTo>
                    <a:pt x="1338792" y="1712608"/>
                  </a:lnTo>
                  <a:lnTo>
                    <a:pt x="1338809" y="1712651"/>
                  </a:lnTo>
                  <a:lnTo>
                    <a:pt x="1338813" y="1712674"/>
                  </a:lnTo>
                  <a:lnTo>
                    <a:pt x="1338805" y="1712692"/>
                  </a:lnTo>
                  <a:lnTo>
                    <a:pt x="1338779" y="1712720"/>
                  </a:lnTo>
                  <a:lnTo>
                    <a:pt x="1338744" y="1712742"/>
                  </a:lnTo>
                  <a:lnTo>
                    <a:pt x="1338721" y="1712754"/>
                  </a:lnTo>
                  <a:lnTo>
                    <a:pt x="1338707" y="1712772"/>
                  </a:lnTo>
                  <a:lnTo>
                    <a:pt x="1338684" y="1712844"/>
                  </a:lnTo>
                  <a:lnTo>
                    <a:pt x="1338660" y="1712904"/>
                  </a:lnTo>
                  <a:lnTo>
                    <a:pt x="1338655" y="1712941"/>
                  </a:lnTo>
                  <a:lnTo>
                    <a:pt x="1338654" y="1712973"/>
                  </a:lnTo>
                  <a:lnTo>
                    <a:pt x="1338657" y="1712992"/>
                  </a:lnTo>
                  <a:lnTo>
                    <a:pt x="1338662" y="1713022"/>
                  </a:lnTo>
                  <a:lnTo>
                    <a:pt x="1338666" y="1713036"/>
                  </a:lnTo>
                  <a:lnTo>
                    <a:pt x="1338667" y="1713055"/>
                  </a:lnTo>
                  <a:lnTo>
                    <a:pt x="1338669" y="1713073"/>
                  </a:lnTo>
                  <a:lnTo>
                    <a:pt x="1338670" y="1713092"/>
                  </a:lnTo>
                  <a:lnTo>
                    <a:pt x="1338673" y="1713107"/>
                  </a:lnTo>
                  <a:lnTo>
                    <a:pt x="1338675" y="1713151"/>
                  </a:lnTo>
                  <a:lnTo>
                    <a:pt x="1338678" y="1713187"/>
                  </a:lnTo>
                  <a:lnTo>
                    <a:pt x="1338687" y="1713204"/>
                  </a:lnTo>
                  <a:lnTo>
                    <a:pt x="1338721" y="1713220"/>
                  </a:lnTo>
                  <a:lnTo>
                    <a:pt x="1338777" y="1713244"/>
                  </a:lnTo>
                  <a:lnTo>
                    <a:pt x="1338822" y="1713262"/>
                  </a:lnTo>
                  <a:lnTo>
                    <a:pt x="1338843" y="1713282"/>
                  </a:lnTo>
                  <a:lnTo>
                    <a:pt x="1338852" y="1713316"/>
                  </a:lnTo>
                  <a:lnTo>
                    <a:pt x="1338856" y="1713341"/>
                  </a:lnTo>
                  <a:lnTo>
                    <a:pt x="1338866" y="1713357"/>
                  </a:lnTo>
                  <a:lnTo>
                    <a:pt x="1338885" y="1713389"/>
                  </a:lnTo>
                  <a:lnTo>
                    <a:pt x="1338896" y="1713409"/>
                  </a:lnTo>
                  <a:lnTo>
                    <a:pt x="1338901" y="1713433"/>
                  </a:lnTo>
                  <a:lnTo>
                    <a:pt x="1338901" y="1713444"/>
                  </a:lnTo>
                  <a:lnTo>
                    <a:pt x="1338896" y="1713468"/>
                  </a:lnTo>
                  <a:lnTo>
                    <a:pt x="1338878" y="1713558"/>
                  </a:lnTo>
                  <a:lnTo>
                    <a:pt x="1338866" y="1713589"/>
                  </a:lnTo>
                  <a:lnTo>
                    <a:pt x="1338850" y="1713609"/>
                  </a:lnTo>
                  <a:lnTo>
                    <a:pt x="1338842" y="1713621"/>
                  </a:lnTo>
                  <a:lnTo>
                    <a:pt x="1338841" y="1713627"/>
                  </a:lnTo>
                  <a:lnTo>
                    <a:pt x="1338845" y="1713634"/>
                  </a:lnTo>
                  <a:lnTo>
                    <a:pt x="1338867" y="1713653"/>
                  </a:lnTo>
                  <a:lnTo>
                    <a:pt x="1338879" y="1713679"/>
                  </a:lnTo>
                  <a:lnTo>
                    <a:pt x="1338888" y="1713706"/>
                  </a:lnTo>
                  <a:lnTo>
                    <a:pt x="1338887" y="1713787"/>
                  </a:lnTo>
                  <a:lnTo>
                    <a:pt x="1338889" y="1713829"/>
                  </a:lnTo>
                  <a:lnTo>
                    <a:pt x="1338888" y="1713845"/>
                  </a:lnTo>
                  <a:lnTo>
                    <a:pt x="1338867" y="1713873"/>
                  </a:lnTo>
                  <a:lnTo>
                    <a:pt x="1338846" y="1713902"/>
                  </a:lnTo>
                  <a:lnTo>
                    <a:pt x="1338814" y="1713949"/>
                  </a:lnTo>
                  <a:lnTo>
                    <a:pt x="1338793" y="1713964"/>
                  </a:lnTo>
                  <a:lnTo>
                    <a:pt x="1338782" y="1713978"/>
                  </a:lnTo>
                  <a:lnTo>
                    <a:pt x="1338768" y="1713998"/>
                  </a:lnTo>
                  <a:lnTo>
                    <a:pt x="1338758" y="1714058"/>
                  </a:lnTo>
                  <a:lnTo>
                    <a:pt x="1338756" y="1714068"/>
                  </a:lnTo>
                  <a:lnTo>
                    <a:pt x="1338755" y="1714086"/>
                  </a:lnTo>
                  <a:lnTo>
                    <a:pt x="1338749" y="1714104"/>
                  </a:lnTo>
                  <a:lnTo>
                    <a:pt x="1338739" y="1714123"/>
                  </a:lnTo>
                  <a:lnTo>
                    <a:pt x="1338732" y="1714141"/>
                  </a:lnTo>
                  <a:lnTo>
                    <a:pt x="1338726" y="1714159"/>
                  </a:lnTo>
                  <a:lnTo>
                    <a:pt x="1338722" y="1714178"/>
                  </a:lnTo>
                  <a:lnTo>
                    <a:pt x="1338720" y="1714197"/>
                  </a:lnTo>
                  <a:lnTo>
                    <a:pt x="1338719" y="1714261"/>
                  </a:lnTo>
                  <a:lnTo>
                    <a:pt x="1338750" y="1714369"/>
                  </a:lnTo>
                  <a:lnTo>
                    <a:pt x="1338756" y="1714388"/>
                  </a:lnTo>
                  <a:lnTo>
                    <a:pt x="1338757" y="1714406"/>
                  </a:lnTo>
                  <a:lnTo>
                    <a:pt x="1338762" y="1714425"/>
                  </a:lnTo>
                  <a:lnTo>
                    <a:pt x="1338771" y="1714444"/>
                  </a:lnTo>
                  <a:lnTo>
                    <a:pt x="1338783" y="1714463"/>
                  </a:lnTo>
                  <a:lnTo>
                    <a:pt x="1338787" y="1714468"/>
                  </a:lnTo>
                  <a:lnTo>
                    <a:pt x="1338792" y="1714482"/>
                  </a:lnTo>
                  <a:lnTo>
                    <a:pt x="1338790" y="1714520"/>
                  </a:lnTo>
                  <a:lnTo>
                    <a:pt x="1338787" y="1714531"/>
                  </a:lnTo>
                  <a:lnTo>
                    <a:pt x="1338774" y="1714548"/>
                  </a:lnTo>
                  <a:lnTo>
                    <a:pt x="1338763" y="1714562"/>
                  </a:lnTo>
                  <a:lnTo>
                    <a:pt x="1338752" y="1714575"/>
                  </a:lnTo>
                  <a:lnTo>
                    <a:pt x="1338745" y="1714586"/>
                  </a:lnTo>
                  <a:lnTo>
                    <a:pt x="1338740" y="1714597"/>
                  </a:lnTo>
                  <a:lnTo>
                    <a:pt x="1338728" y="1714633"/>
                  </a:lnTo>
                  <a:lnTo>
                    <a:pt x="1338716" y="1714670"/>
                  </a:lnTo>
                  <a:lnTo>
                    <a:pt x="1338710" y="1714688"/>
                  </a:lnTo>
                  <a:lnTo>
                    <a:pt x="1338705" y="1714706"/>
                  </a:lnTo>
                  <a:lnTo>
                    <a:pt x="1338702" y="1714725"/>
                  </a:lnTo>
                  <a:lnTo>
                    <a:pt x="1338696" y="1714744"/>
                  </a:lnTo>
                  <a:lnTo>
                    <a:pt x="1338694" y="1714749"/>
                  </a:lnTo>
                  <a:lnTo>
                    <a:pt x="1338686" y="1714758"/>
                  </a:lnTo>
                  <a:lnTo>
                    <a:pt x="1338676" y="1714779"/>
                  </a:lnTo>
                  <a:lnTo>
                    <a:pt x="1338668" y="1714797"/>
                  </a:lnTo>
                  <a:lnTo>
                    <a:pt x="1338658" y="1714815"/>
                  </a:lnTo>
                  <a:lnTo>
                    <a:pt x="1338647" y="1714833"/>
                  </a:lnTo>
                  <a:lnTo>
                    <a:pt x="1338642" y="1714852"/>
                  </a:lnTo>
                  <a:lnTo>
                    <a:pt x="1338640" y="1714860"/>
                  </a:lnTo>
                  <a:lnTo>
                    <a:pt x="1338639" y="1714871"/>
                  </a:lnTo>
                  <a:lnTo>
                    <a:pt x="1338641" y="1714879"/>
                  </a:lnTo>
                  <a:lnTo>
                    <a:pt x="1338638" y="1714889"/>
                  </a:lnTo>
                  <a:lnTo>
                    <a:pt x="1338634" y="1714907"/>
                  </a:lnTo>
                  <a:lnTo>
                    <a:pt x="1338632" y="1714926"/>
                  </a:lnTo>
                  <a:lnTo>
                    <a:pt x="1338625" y="1714944"/>
                  </a:lnTo>
                  <a:lnTo>
                    <a:pt x="1338616" y="1714962"/>
                  </a:lnTo>
                  <a:lnTo>
                    <a:pt x="1338618" y="1714970"/>
                  </a:lnTo>
                  <a:lnTo>
                    <a:pt x="1338638" y="1714979"/>
                  </a:lnTo>
                  <a:lnTo>
                    <a:pt x="1338646" y="1714980"/>
                  </a:lnTo>
                  <a:lnTo>
                    <a:pt x="1338663" y="1714978"/>
                  </a:lnTo>
                  <a:lnTo>
                    <a:pt x="1338673" y="1714979"/>
                  </a:lnTo>
                  <a:lnTo>
                    <a:pt x="1338680" y="1714983"/>
                  </a:lnTo>
                  <a:lnTo>
                    <a:pt x="1338689" y="1714989"/>
                  </a:lnTo>
                  <a:lnTo>
                    <a:pt x="1338697" y="1714995"/>
                  </a:lnTo>
                  <a:lnTo>
                    <a:pt x="1338708" y="1715006"/>
                  </a:lnTo>
                  <a:lnTo>
                    <a:pt x="1338716" y="1715011"/>
                  </a:lnTo>
                  <a:lnTo>
                    <a:pt x="1338731" y="1715016"/>
                  </a:lnTo>
                  <a:lnTo>
                    <a:pt x="1338743" y="1715017"/>
                  </a:lnTo>
                  <a:lnTo>
                    <a:pt x="1338753" y="1715019"/>
                  </a:lnTo>
                  <a:lnTo>
                    <a:pt x="1338766" y="1715024"/>
                  </a:lnTo>
                  <a:lnTo>
                    <a:pt x="1338783" y="1715034"/>
                  </a:lnTo>
                  <a:lnTo>
                    <a:pt x="1338789" y="1715039"/>
                  </a:lnTo>
                  <a:lnTo>
                    <a:pt x="1338821" y="1715053"/>
                  </a:lnTo>
                  <a:lnTo>
                    <a:pt x="1338839" y="1715068"/>
                  </a:lnTo>
                  <a:lnTo>
                    <a:pt x="1338857" y="1715076"/>
                  </a:lnTo>
                  <a:lnTo>
                    <a:pt x="1338870" y="1715078"/>
                  </a:lnTo>
                  <a:lnTo>
                    <a:pt x="1338888" y="1715076"/>
                  </a:lnTo>
                  <a:lnTo>
                    <a:pt x="1338898" y="1715055"/>
                  </a:lnTo>
                  <a:lnTo>
                    <a:pt x="1338921" y="1715012"/>
                  </a:lnTo>
                  <a:lnTo>
                    <a:pt x="1338936" y="1715000"/>
                  </a:lnTo>
                  <a:lnTo>
                    <a:pt x="1338957" y="1714994"/>
                  </a:lnTo>
                  <a:lnTo>
                    <a:pt x="1338983" y="1715001"/>
                  </a:lnTo>
                  <a:lnTo>
                    <a:pt x="1338997" y="1715011"/>
                  </a:lnTo>
                  <a:lnTo>
                    <a:pt x="1339052" y="1715069"/>
                  </a:lnTo>
                  <a:lnTo>
                    <a:pt x="1339079" y="1715091"/>
                  </a:lnTo>
                  <a:lnTo>
                    <a:pt x="1339097" y="1715106"/>
                  </a:lnTo>
                  <a:lnTo>
                    <a:pt x="1339114" y="1715116"/>
                  </a:lnTo>
                  <a:lnTo>
                    <a:pt x="1339129" y="1715117"/>
                  </a:lnTo>
                  <a:lnTo>
                    <a:pt x="1339144" y="1715111"/>
                  </a:lnTo>
                  <a:lnTo>
                    <a:pt x="1339171" y="1715101"/>
                  </a:lnTo>
                  <a:lnTo>
                    <a:pt x="1339197" y="1715094"/>
                  </a:lnTo>
                  <a:lnTo>
                    <a:pt x="1339218" y="1715100"/>
                  </a:lnTo>
                  <a:lnTo>
                    <a:pt x="1339226" y="1715108"/>
                  </a:lnTo>
                  <a:lnTo>
                    <a:pt x="1339230" y="1715118"/>
                  </a:lnTo>
                  <a:lnTo>
                    <a:pt x="1339230" y="1715133"/>
                  </a:lnTo>
                  <a:lnTo>
                    <a:pt x="1339218" y="1715216"/>
                  </a:lnTo>
                  <a:lnTo>
                    <a:pt x="1339214" y="1715270"/>
                  </a:lnTo>
                  <a:lnTo>
                    <a:pt x="1339199" y="1715313"/>
                  </a:lnTo>
                  <a:lnTo>
                    <a:pt x="1339176" y="1715353"/>
                  </a:lnTo>
                  <a:lnTo>
                    <a:pt x="1339169" y="1715380"/>
                  </a:lnTo>
                  <a:lnTo>
                    <a:pt x="1339159" y="1715445"/>
                  </a:lnTo>
                  <a:lnTo>
                    <a:pt x="1339160" y="1715474"/>
                  </a:lnTo>
                  <a:lnTo>
                    <a:pt x="1339171" y="1715507"/>
                  </a:lnTo>
                  <a:lnTo>
                    <a:pt x="1339180" y="1715534"/>
                  </a:lnTo>
                  <a:lnTo>
                    <a:pt x="1339180" y="1715544"/>
                  </a:lnTo>
                  <a:lnTo>
                    <a:pt x="1339180" y="1715553"/>
                  </a:lnTo>
                  <a:lnTo>
                    <a:pt x="1339178" y="1715567"/>
                  </a:lnTo>
                  <a:lnTo>
                    <a:pt x="1339172" y="1715590"/>
                  </a:lnTo>
                  <a:lnTo>
                    <a:pt x="1339168" y="1715608"/>
                  </a:lnTo>
                  <a:lnTo>
                    <a:pt x="1339162" y="1715627"/>
                  </a:lnTo>
                  <a:lnTo>
                    <a:pt x="1339159" y="1715639"/>
                  </a:lnTo>
                  <a:lnTo>
                    <a:pt x="1339150" y="1715664"/>
                  </a:lnTo>
                  <a:lnTo>
                    <a:pt x="1339140" y="1715682"/>
                  </a:lnTo>
                  <a:lnTo>
                    <a:pt x="1339128" y="1715707"/>
                  </a:lnTo>
                  <a:lnTo>
                    <a:pt x="1339129" y="1715742"/>
                  </a:lnTo>
                  <a:lnTo>
                    <a:pt x="1339132" y="1715751"/>
                  </a:lnTo>
                  <a:lnTo>
                    <a:pt x="1339138" y="1715769"/>
                  </a:lnTo>
                  <a:lnTo>
                    <a:pt x="1339147" y="1715788"/>
                  </a:lnTo>
                  <a:lnTo>
                    <a:pt x="1339153" y="1715803"/>
                  </a:lnTo>
                  <a:lnTo>
                    <a:pt x="1339172" y="1715825"/>
                  </a:lnTo>
                  <a:lnTo>
                    <a:pt x="1339185" y="1715842"/>
                  </a:lnTo>
                  <a:lnTo>
                    <a:pt x="1339198" y="1715854"/>
                  </a:lnTo>
                  <a:lnTo>
                    <a:pt x="1339200" y="1715859"/>
                  </a:lnTo>
                  <a:lnTo>
                    <a:pt x="1339201" y="1715878"/>
                  </a:lnTo>
                  <a:lnTo>
                    <a:pt x="1339202" y="1715896"/>
                  </a:lnTo>
                  <a:lnTo>
                    <a:pt x="1339203" y="1715915"/>
                  </a:lnTo>
                  <a:lnTo>
                    <a:pt x="1339203" y="1715933"/>
                  </a:lnTo>
                  <a:lnTo>
                    <a:pt x="1339209" y="1715952"/>
                  </a:lnTo>
                  <a:lnTo>
                    <a:pt x="1339213" y="1715971"/>
                  </a:lnTo>
                  <a:lnTo>
                    <a:pt x="1339219" y="1715989"/>
                  </a:lnTo>
                  <a:lnTo>
                    <a:pt x="1339223" y="1716008"/>
                  </a:lnTo>
                  <a:lnTo>
                    <a:pt x="1339232" y="1716026"/>
                  </a:lnTo>
                  <a:lnTo>
                    <a:pt x="1339239" y="1716045"/>
                  </a:lnTo>
                  <a:lnTo>
                    <a:pt x="1339245" y="1716063"/>
                  </a:lnTo>
                  <a:lnTo>
                    <a:pt x="1339248" y="1716071"/>
                  </a:lnTo>
                  <a:lnTo>
                    <a:pt x="1339253" y="1716082"/>
                  </a:lnTo>
                  <a:lnTo>
                    <a:pt x="1339257" y="1716089"/>
                  </a:lnTo>
                  <a:lnTo>
                    <a:pt x="1339273" y="1716124"/>
                  </a:lnTo>
                  <a:lnTo>
                    <a:pt x="1339295" y="1716146"/>
                  </a:lnTo>
                  <a:lnTo>
                    <a:pt x="1339306" y="1716154"/>
                  </a:lnTo>
                  <a:lnTo>
                    <a:pt x="1339320" y="1716155"/>
                  </a:lnTo>
                  <a:lnTo>
                    <a:pt x="1339327" y="1716151"/>
                  </a:lnTo>
                  <a:lnTo>
                    <a:pt x="1339342" y="1716129"/>
                  </a:lnTo>
                  <a:lnTo>
                    <a:pt x="1339363" y="1716110"/>
                  </a:lnTo>
                  <a:lnTo>
                    <a:pt x="1339392" y="1716102"/>
                  </a:lnTo>
                  <a:lnTo>
                    <a:pt x="1339423" y="1716100"/>
                  </a:lnTo>
                  <a:lnTo>
                    <a:pt x="1339460" y="1716108"/>
                  </a:lnTo>
                  <a:lnTo>
                    <a:pt x="1339479" y="1716110"/>
                  </a:lnTo>
                  <a:lnTo>
                    <a:pt x="1339507" y="1716106"/>
                  </a:lnTo>
                  <a:lnTo>
                    <a:pt x="1339528" y="1716090"/>
                  </a:lnTo>
                  <a:lnTo>
                    <a:pt x="1339547" y="1716068"/>
                  </a:lnTo>
                  <a:lnTo>
                    <a:pt x="1339564" y="1716041"/>
                  </a:lnTo>
                  <a:lnTo>
                    <a:pt x="1339584" y="1715989"/>
                  </a:lnTo>
                  <a:lnTo>
                    <a:pt x="1339597" y="1715959"/>
                  </a:lnTo>
                  <a:lnTo>
                    <a:pt x="1339620" y="1715930"/>
                  </a:lnTo>
                  <a:lnTo>
                    <a:pt x="1339644" y="1715906"/>
                  </a:lnTo>
                  <a:lnTo>
                    <a:pt x="1339702" y="1715819"/>
                  </a:lnTo>
                  <a:lnTo>
                    <a:pt x="1339735" y="1715788"/>
                  </a:lnTo>
                  <a:lnTo>
                    <a:pt x="1339759" y="1715774"/>
                  </a:lnTo>
                  <a:lnTo>
                    <a:pt x="1339797" y="1715749"/>
                  </a:lnTo>
                  <a:lnTo>
                    <a:pt x="1339820" y="1715731"/>
                  </a:lnTo>
                  <a:lnTo>
                    <a:pt x="1339832" y="1715729"/>
                  </a:lnTo>
                  <a:lnTo>
                    <a:pt x="1339841" y="1715735"/>
                  </a:lnTo>
                  <a:lnTo>
                    <a:pt x="1339852" y="1715751"/>
                  </a:lnTo>
                  <a:lnTo>
                    <a:pt x="1339890" y="1715795"/>
                  </a:lnTo>
                  <a:lnTo>
                    <a:pt x="1339909" y="1715813"/>
                  </a:lnTo>
                  <a:lnTo>
                    <a:pt x="1339934" y="1715827"/>
                  </a:lnTo>
                  <a:lnTo>
                    <a:pt x="1339960" y="1715835"/>
                  </a:lnTo>
                  <a:lnTo>
                    <a:pt x="1339988" y="1715835"/>
                  </a:lnTo>
                  <a:lnTo>
                    <a:pt x="1340015" y="1715834"/>
                  </a:lnTo>
                  <a:lnTo>
                    <a:pt x="1340030" y="1715832"/>
                  </a:lnTo>
                  <a:lnTo>
                    <a:pt x="1340065" y="1715823"/>
                  </a:lnTo>
                  <a:lnTo>
                    <a:pt x="1340099" y="1715823"/>
                  </a:lnTo>
                  <a:lnTo>
                    <a:pt x="1340112" y="1715819"/>
                  </a:lnTo>
                  <a:lnTo>
                    <a:pt x="1340142" y="1715801"/>
                  </a:lnTo>
                  <a:lnTo>
                    <a:pt x="1340158" y="1715789"/>
                  </a:lnTo>
                  <a:lnTo>
                    <a:pt x="1340182" y="1715775"/>
                  </a:lnTo>
                  <a:lnTo>
                    <a:pt x="1340203" y="1715769"/>
                  </a:lnTo>
                  <a:lnTo>
                    <a:pt x="1340218" y="1715767"/>
                  </a:lnTo>
                  <a:lnTo>
                    <a:pt x="1340231" y="1715767"/>
                  </a:lnTo>
                  <a:lnTo>
                    <a:pt x="1340242" y="1715762"/>
                  </a:lnTo>
                  <a:lnTo>
                    <a:pt x="1340258" y="1715745"/>
                  </a:lnTo>
                  <a:lnTo>
                    <a:pt x="1340281" y="1715717"/>
                  </a:lnTo>
                  <a:lnTo>
                    <a:pt x="1340301" y="1715701"/>
                  </a:lnTo>
                  <a:lnTo>
                    <a:pt x="1340328" y="1715693"/>
                  </a:lnTo>
                  <a:lnTo>
                    <a:pt x="1340367" y="1715677"/>
                  </a:lnTo>
                  <a:lnTo>
                    <a:pt x="1340396" y="1715659"/>
                  </a:lnTo>
                  <a:lnTo>
                    <a:pt x="1340418" y="1715639"/>
                  </a:lnTo>
                  <a:lnTo>
                    <a:pt x="1340431" y="1715629"/>
                  </a:lnTo>
                  <a:lnTo>
                    <a:pt x="1340438" y="1715627"/>
                  </a:lnTo>
                  <a:lnTo>
                    <a:pt x="1340444" y="1715631"/>
                  </a:lnTo>
                  <a:lnTo>
                    <a:pt x="1340448" y="1715640"/>
                  </a:lnTo>
                  <a:lnTo>
                    <a:pt x="1340458" y="1715664"/>
                  </a:lnTo>
                  <a:lnTo>
                    <a:pt x="1340471" y="1715683"/>
                  </a:lnTo>
                  <a:lnTo>
                    <a:pt x="1340481" y="1715693"/>
                  </a:lnTo>
                  <a:lnTo>
                    <a:pt x="1340488" y="1715697"/>
                  </a:lnTo>
                  <a:lnTo>
                    <a:pt x="1340498" y="1715698"/>
                  </a:lnTo>
                  <a:lnTo>
                    <a:pt x="1340508" y="1715702"/>
                  </a:lnTo>
                  <a:lnTo>
                    <a:pt x="1340525" y="1715713"/>
                  </a:lnTo>
                  <a:lnTo>
                    <a:pt x="1340554" y="1715743"/>
                  </a:lnTo>
                  <a:lnTo>
                    <a:pt x="1340575" y="1715769"/>
                  </a:lnTo>
                  <a:lnTo>
                    <a:pt x="1340595" y="1715818"/>
                  </a:lnTo>
                  <a:lnTo>
                    <a:pt x="1340613" y="1715848"/>
                  </a:lnTo>
                  <a:lnTo>
                    <a:pt x="1340622" y="1715877"/>
                  </a:lnTo>
                  <a:lnTo>
                    <a:pt x="1340623" y="1715902"/>
                  </a:lnTo>
                  <a:lnTo>
                    <a:pt x="1340617" y="1715919"/>
                  </a:lnTo>
                  <a:lnTo>
                    <a:pt x="1340597" y="1715955"/>
                  </a:lnTo>
                  <a:lnTo>
                    <a:pt x="1340577" y="1715987"/>
                  </a:lnTo>
                  <a:lnTo>
                    <a:pt x="1340552" y="1716009"/>
                  </a:lnTo>
                  <a:lnTo>
                    <a:pt x="1340520" y="1716029"/>
                  </a:lnTo>
                  <a:lnTo>
                    <a:pt x="1340507" y="1716042"/>
                  </a:lnTo>
                  <a:lnTo>
                    <a:pt x="1340505" y="1716060"/>
                  </a:lnTo>
                  <a:lnTo>
                    <a:pt x="1340517" y="1716086"/>
                  </a:lnTo>
                  <a:lnTo>
                    <a:pt x="1340524" y="1716096"/>
                  </a:lnTo>
                  <a:lnTo>
                    <a:pt x="1340543" y="1716134"/>
                  </a:lnTo>
                  <a:lnTo>
                    <a:pt x="1340549" y="1716163"/>
                  </a:lnTo>
                  <a:lnTo>
                    <a:pt x="1340559" y="1716204"/>
                  </a:lnTo>
                  <a:lnTo>
                    <a:pt x="1340571" y="1716230"/>
                  </a:lnTo>
                  <a:lnTo>
                    <a:pt x="1340580" y="1716260"/>
                  </a:lnTo>
                  <a:lnTo>
                    <a:pt x="1340584" y="1716284"/>
                  </a:lnTo>
                  <a:lnTo>
                    <a:pt x="1340584" y="1716303"/>
                  </a:lnTo>
                  <a:lnTo>
                    <a:pt x="1340574" y="1716316"/>
                  </a:lnTo>
                  <a:lnTo>
                    <a:pt x="1340563" y="1716332"/>
                  </a:lnTo>
                  <a:lnTo>
                    <a:pt x="1340550" y="1716358"/>
                  </a:lnTo>
                  <a:lnTo>
                    <a:pt x="1340541" y="1716377"/>
                  </a:lnTo>
                  <a:lnTo>
                    <a:pt x="1340538" y="1716387"/>
                  </a:lnTo>
                  <a:lnTo>
                    <a:pt x="1340538" y="1716395"/>
                  </a:lnTo>
                  <a:lnTo>
                    <a:pt x="1340557" y="1716447"/>
                  </a:lnTo>
                  <a:lnTo>
                    <a:pt x="1340555" y="1716459"/>
                  </a:lnTo>
                  <a:lnTo>
                    <a:pt x="1340552" y="1716477"/>
                  </a:lnTo>
                  <a:lnTo>
                    <a:pt x="1340548" y="1716496"/>
                  </a:lnTo>
                  <a:lnTo>
                    <a:pt x="1340543" y="1716515"/>
                  </a:lnTo>
                  <a:lnTo>
                    <a:pt x="1340540" y="1716523"/>
                  </a:lnTo>
                  <a:lnTo>
                    <a:pt x="1340536" y="1716533"/>
                  </a:lnTo>
                  <a:lnTo>
                    <a:pt x="1340532" y="1716549"/>
                  </a:lnTo>
                  <a:lnTo>
                    <a:pt x="1340550" y="1716559"/>
                  </a:lnTo>
                  <a:lnTo>
                    <a:pt x="1340562" y="1716563"/>
                  </a:lnTo>
                  <a:lnTo>
                    <a:pt x="1340604" y="1716573"/>
                  </a:lnTo>
                  <a:lnTo>
                    <a:pt x="1340623" y="1716591"/>
                  </a:lnTo>
                  <a:lnTo>
                    <a:pt x="1340630" y="1716611"/>
                  </a:lnTo>
                  <a:lnTo>
                    <a:pt x="1340627" y="1716660"/>
                  </a:lnTo>
                  <a:lnTo>
                    <a:pt x="1340635" y="1716691"/>
                  </a:lnTo>
                  <a:lnTo>
                    <a:pt x="1340653" y="1716712"/>
                  </a:lnTo>
                  <a:lnTo>
                    <a:pt x="1340668" y="1716735"/>
                  </a:lnTo>
                  <a:lnTo>
                    <a:pt x="1340700" y="1716753"/>
                  </a:lnTo>
                  <a:lnTo>
                    <a:pt x="1340726" y="1716766"/>
                  </a:lnTo>
                  <a:lnTo>
                    <a:pt x="1340755" y="1716775"/>
                  </a:lnTo>
                  <a:lnTo>
                    <a:pt x="1340777" y="1716773"/>
                  </a:lnTo>
                  <a:lnTo>
                    <a:pt x="1340794" y="1716765"/>
                  </a:lnTo>
                  <a:lnTo>
                    <a:pt x="1340807" y="1716761"/>
                  </a:lnTo>
                  <a:lnTo>
                    <a:pt x="1340819" y="1716766"/>
                  </a:lnTo>
                  <a:lnTo>
                    <a:pt x="1340828" y="1716782"/>
                  </a:lnTo>
                  <a:lnTo>
                    <a:pt x="1340844" y="1716807"/>
                  </a:lnTo>
                  <a:lnTo>
                    <a:pt x="1340859" y="1716814"/>
                  </a:lnTo>
                  <a:lnTo>
                    <a:pt x="1340873" y="1716815"/>
                  </a:lnTo>
                  <a:lnTo>
                    <a:pt x="1340887" y="1716811"/>
                  </a:lnTo>
                  <a:lnTo>
                    <a:pt x="1340900" y="1716796"/>
                  </a:lnTo>
                  <a:lnTo>
                    <a:pt x="1340906" y="1716770"/>
                  </a:lnTo>
                  <a:lnTo>
                    <a:pt x="1340914" y="1716746"/>
                  </a:lnTo>
                  <a:lnTo>
                    <a:pt x="1340939" y="1716722"/>
                  </a:lnTo>
                  <a:lnTo>
                    <a:pt x="1340964" y="1716698"/>
                  </a:lnTo>
                  <a:lnTo>
                    <a:pt x="1340982" y="1716689"/>
                  </a:lnTo>
                  <a:lnTo>
                    <a:pt x="1341004" y="1716689"/>
                  </a:lnTo>
                  <a:lnTo>
                    <a:pt x="1341025" y="1716694"/>
                  </a:lnTo>
                  <a:lnTo>
                    <a:pt x="1341042" y="1716699"/>
                  </a:lnTo>
                  <a:lnTo>
                    <a:pt x="1341055" y="1716700"/>
                  </a:lnTo>
                  <a:lnTo>
                    <a:pt x="1341069" y="1716696"/>
                  </a:lnTo>
                  <a:lnTo>
                    <a:pt x="1341092" y="1716678"/>
                  </a:lnTo>
                  <a:lnTo>
                    <a:pt x="1341111" y="1716661"/>
                  </a:lnTo>
                  <a:lnTo>
                    <a:pt x="1341129" y="1716646"/>
                  </a:lnTo>
                  <a:lnTo>
                    <a:pt x="1341147" y="1716633"/>
                  </a:lnTo>
                  <a:lnTo>
                    <a:pt x="1341177" y="1716601"/>
                  </a:lnTo>
                  <a:lnTo>
                    <a:pt x="1341190" y="1716580"/>
                  </a:lnTo>
                  <a:lnTo>
                    <a:pt x="1341202" y="1716564"/>
                  </a:lnTo>
                  <a:lnTo>
                    <a:pt x="1341218" y="1716545"/>
                  </a:lnTo>
                  <a:lnTo>
                    <a:pt x="1341235" y="1716529"/>
                  </a:lnTo>
                  <a:lnTo>
                    <a:pt x="1341253" y="1716514"/>
                  </a:lnTo>
                  <a:lnTo>
                    <a:pt x="1341269" y="1716505"/>
                  </a:lnTo>
                  <a:lnTo>
                    <a:pt x="1341287" y="1716492"/>
                  </a:lnTo>
                  <a:lnTo>
                    <a:pt x="1341305" y="1716482"/>
                  </a:lnTo>
                  <a:lnTo>
                    <a:pt x="1341322" y="1716476"/>
                  </a:lnTo>
                  <a:lnTo>
                    <a:pt x="1341339" y="1716476"/>
                  </a:lnTo>
                  <a:lnTo>
                    <a:pt x="1341357" y="1716479"/>
                  </a:lnTo>
                  <a:lnTo>
                    <a:pt x="1341374" y="1716484"/>
                  </a:lnTo>
                  <a:lnTo>
                    <a:pt x="1341410" y="1716503"/>
                  </a:lnTo>
                  <a:lnTo>
                    <a:pt x="1341428" y="1716509"/>
                  </a:lnTo>
                  <a:lnTo>
                    <a:pt x="1341437" y="1716514"/>
                  </a:lnTo>
                  <a:lnTo>
                    <a:pt x="1341442" y="1716522"/>
                  </a:lnTo>
                  <a:lnTo>
                    <a:pt x="1341448" y="1716534"/>
                  </a:lnTo>
                  <a:lnTo>
                    <a:pt x="1341449" y="1716539"/>
                  </a:lnTo>
                  <a:lnTo>
                    <a:pt x="1341447" y="1716547"/>
                  </a:lnTo>
                  <a:lnTo>
                    <a:pt x="1341449" y="1716563"/>
                  </a:lnTo>
                  <a:lnTo>
                    <a:pt x="1341457" y="1716585"/>
                  </a:lnTo>
                  <a:lnTo>
                    <a:pt x="1341464" y="1716600"/>
                  </a:lnTo>
                  <a:lnTo>
                    <a:pt x="1341467" y="1716609"/>
                  </a:lnTo>
                  <a:lnTo>
                    <a:pt x="1341471" y="1716615"/>
                  </a:lnTo>
                  <a:lnTo>
                    <a:pt x="1341475" y="1716622"/>
                  </a:lnTo>
                  <a:lnTo>
                    <a:pt x="1341481" y="1716626"/>
                  </a:lnTo>
                  <a:lnTo>
                    <a:pt x="1341490" y="1716627"/>
                  </a:lnTo>
                  <a:lnTo>
                    <a:pt x="1341510" y="1716625"/>
                  </a:lnTo>
                  <a:lnTo>
                    <a:pt x="1341527" y="1716622"/>
                  </a:lnTo>
                  <a:lnTo>
                    <a:pt x="1341545" y="1716620"/>
                  </a:lnTo>
                  <a:lnTo>
                    <a:pt x="1341558" y="1716621"/>
                  </a:lnTo>
                  <a:lnTo>
                    <a:pt x="1341564" y="1716626"/>
                  </a:lnTo>
                  <a:lnTo>
                    <a:pt x="1341571" y="1716644"/>
                  </a:lnTo>
                  <a:lnTo>
                    <a:pt x="1341582" y="1716663"/>
                  </a:lnTo>
                  <a:lnTo>
                    <a:pt x="1341599" y="1716680"/>
                  </a:lnTo>
                  <a:lnTo>
                    <a:pt x="1341614" y="1716694"/>
                  </a:lnTo>
                  <a:lnTo>
                    <a:pt x="1341631" y="1716708"/>
                  </a:lnTo>
                  <a:lnTo>
                    <a:pt x="1341646" y="1716720"/>
                  </a:lnTo>
                  <a:lnTo>
                    <a:pt x="1341664" y="1716731"/>
                  </a:lnTo>
                  <a:lnTo>
                    <a:pt x="1341681" y="1716734"/>
                  </a:lnTo>
                  <a:lnTo>
                    <a:pt x="1341691" y="1716737"/>
                  </a:lnTo>
                  <a:lnTo>
                    <a:pt x="1341719" y="1716747"/>
                  </a:lnTo>
                  <a:lnTo>
                    <a:pt x="1341734" y="1716759"/>
                  </a:lnTo>
                  <a:lnTo>
                    <a:pt x="1341749" y="1716773"/>
                  </a:lnTo>
                  <a:lnTo>
                    <a:pt x="1341761" y="1716837"/>
                  </a:lnTo>
                  <a:lnTo>
                    <a:pt x="1341759" y="1716918"/>
                  </a:lnTo>
                  <a:lnTo>
                    <a:pt x="1341751" y="1716944"/>
                  </a:lnTo>
                  <a:lnTo>
                    <a:pt x="1341736" y="1716989"/>
                  </a:lnTo>
                  <a:lnTo>
                    <a:pt x="1341721" y="1717016"/>
                  </a:lnTo>
                  <a:lnTo>
                    <a:pt x="1341716" y="1717038"/>
                  </a:lnTo>
                  <a:lnTo>
                    <a:pt x="1341724" y="1717055"/>
                  </a:lnTo>
                  <a:lnTo>
                    <a:pt x="1341738" y="1717076"/>
                  </a:lnTo>
                  <a:lnTo>
                    <a:pt x="1341751" y="1717119"/>
                  </a:lnTo>
                  <a:lnTo>
                    <a:pt x="1341749" y="1717138"/>
                  </a:lnTo>
                  <a:lnTo>
                    <a:pt x="1341740" y="1717153"/>
                  </a:lnTo>
                  <a:lnTo>
                    <a:pt x="1341722" y="1717171"/>
                  </a:lnTo>
                  <a:lnTo>
                    <a:pt x="1341691" y="1717190"/>
                  </a:lnTo>
                  <a:lnTo>
                    <a:pt x="1341639" y="1717209"/>
                  </a:lnTo>
                  <a:lnTo>
                    <a:pt x="1341627" y="1717223"/>
                  </a:lnTo>
                  <a:lnTo>
                    <a:pt x="1341621" y="1717251"/>
                  </a:lnTo>
                  <a:lnTo>
                    <a:pt x="1341622" y="1717280"/>
                  </a:lnTo>
                  <a:lnTo>
                    <a:pt x="1341628" y="1717318"/>
                  </a:lnTo>
                  <a:lnTo>
                    <a:pt x="1341650" y="1717393"/>
                  </a:lnTo>
                  <a:lnTo>
                    <a:pt x="1341662" y="1717425"/>
                  </a:lnTo>
                  <a:lnTo>
                    <a:pt x="1341667" y="1717451"/>
                  </a:lnTo>
                  <a:lnTo>
                    <a:pt x="1341655" y="1717470"/>
                  </a:lnTo>
                  <a:lnTo>
                    <a:pt x="1341628" y="1717509"/>
                  </a:lnTo>
                  <a:lnTo>
                    <a:pt x="1341612" y="1717517"/>
                  </a:lnTo>
                  <a:lnTo>
                    <a:pt x="1341588" y="1717520"/>
                  </a:lnTo>
                  <a:lnTo>
                    <a:pt x="1341562" y="1717520"/>
                  </a:lnTo>
                  <a:lnTo>
                    <a:pt x="1341544" y="1717528"/>
                  </a:lnTo>
                  <a:lnTo>
                    <a:pt x="1341543" y="1717539"/>
                  </a:lnTo>
                  <a:lnTo>
                    <a:pt x="1341536" y="1717566"/>
                  </a:lnTo>
                  <a:lnTo>
                    <a:pt x="1341529" y="1717595"/>
                  </a:lnTo>
                  <a:lnTo>
                    <a:pt x="1341520" y="1717627"/>
                  </a:lnTo>
                  <a:lnTo>
                    <a:pt x="1341502" y="1717674"/>
                  </a:lnTo>
                  <a:lnTo>
                    <a:pt x="1341480" y="1717692"/>
                  </a:lnTo>
                  <a:lnTo>
                    <a:pt x="1341457" y="1717707"/>
                  </a:lnTo>
                  <a:lnTo>
                    <a:pt x="1341430" y="1717731"/>
                  </a:lnTo>
                  <a:lnTo>
                    <a:pt x="1341404" y="1717756"/>
                  </a:lnTo>
                  <a:lnTo>
                    <a:pt x="1341376" y="1717788"/>
                  </a:lnTo>
                  <a:lnTo>
                    <a:pt x="1341360" y="1717812"/>
                  </a:lnTo>
                  <a:lnTo>
                    <a:pt x="1341347" y="1717848"/>
                  </a:lnTo>
                  <a:lnTo>
                    <a:pt x="1341341" y="1717873"/>
                  </a:lnTo>
                  <a:lnTo>
                    <a:pt x="1341339" y="1717908"/>
                  </a:lnTo>
                  <a:lnTo>
                    <a:pt x="1341339" y="1717954"/>
                  </a:lnTo>
                  <a:lnTo>
                    <a:pt x="1341340" y="1718022"/>
                  </a:lnTo>
                  <a:lnTo>
                    <a:pt x="1341335" y="1718042"/>
                  </a:lnTo>
                  <a:lnTo>
                    <a:pt x="1341329" y="1718064"/>
                  </a:lnTo>
                  <a:lnTo>
                    <a:pt x="1341315" y="1718089"/>
                  </a:lnTo>
                  <a:lnTo>
                    <a:pt x="1341301" y="1718116"/>
                  </a:lnTo>
                  <a:lnTo>
                    <a:pt x="1341291" y="1718162"/>
                  </a:lnTo>
                  <a:lnTo>
                    <a:pt x="1341286" y="1718203"/>
                  </a:lnTo>
                  <a:lnTo>
                    <a:pt x="1341273" y="1718270"/>
                  </a:lnTo>
                  <a:lnTo>
                    <a:pt x="1341273" y="1718292"/>
                  </a:lnTo>
                  <a:lnTo>
                    <a:pt x="1341271" y="1718325"/>
                  </a:lnTo>
                  <a:lnTo>
                    <a:pt x="1341288" y="1718351"/>
                  </a:lnTo>
                  <a:lnTo>
                    <a:pt x="1341303" y="1718372"/>
                  </a:lnTo>
                  <a:lnTo>
                    <a:pt x="1341311" y="1718388"/>
                  </a:lnTo>
                  <a:lnTo>
                    <a:pt x="1341315" y="1718404"/>
                  </a:lnTo>
                  <a:lnTo>
                    <a:pt x="1341315" y="1718418"/>
                  </a:lnTo>
                  <a:lnTo>
                    <a:pt x="1341298" y="1718485"/>
                  </a:lnTo>
                  <a:lnTo>
                    <a:pt x="1341289" y="1718503"/>
                  </a:lnTo>
                  <a:lnTo>
                    <a:pt x="1341286" y="1718523"/>
                  </a:lnTo>
                  <a:lnTo>
                    <a:pt x="1341296" y="1718568"/>
                  </a:lnTo>
                  <a:lnTo>
                    <a:pt x="1341295" y="1718587"/>
                  </a:lnTo>
                  <a:lnTo>
                    <a:pt x="1341287" y="1718603"/>
                  </a:lnTo>
                  <a:lnTo>
                    <a:pt x="1341281" y="1718627"/>
                  </a:lnTo>
                  <a:lnTo>
                    <a:pt x="1341272" y="1718657"/>
                  </a:lnTo>
                  <a:lnTo>
                    <a:pt x="1341270" y="1718680"/>
                  </a:lnTo>
                  <a:lnTo>
                    <a:pt x="1341267" y="1718698"/>
                  </a:lnTo>
                  <a:lnTo>
                    <a:pt x="1341260" y="1718710"/>
                  </a:lnTo>
                  <a:lnTo>
                    <a:pt x="1341253" y="1718714"/>
                  </a:lnTo>
                  <a:lnTo>
                    <a:pt x="1341237" y="1718715"/>
                  </a:lnTo>
                  <a:lnTo>
                    <a:pt x="1341219" y="1718717"/>
                  </a:lnTo>
                  <a:lnTo>
                    <a:pt x="1341202" y="1718720"/>
                  </a:lnTo>
                  <a:lnTo>
                    <a:pt x="1341184" y="1718725"/>
                  </a:lnTo>
                  <a:lnTo>
                    <a:pt x="1341167" y="1718727"/>
                  </a:lnTo>
                  <a:lnTo>
                    <a:pt x="1341156" y="1718730"/>
                  </a:lnTo>
                  <a:lnTo>
                    <a:pt x="1341141" y="1718732"/>
                  </a:lnTo>
                  <a:lnTo>
                    <a:pt x="1341132" y="1718732"/>
                  </a:lnTo>
                  <a:lnTo>
                    <a:pt x="1341114" y="1718733"/>
                  </a:lnTo>
                  <a:lnTo>
                    <a:pt x="1341097" y="1718737"/>
                  </a:lnTo>
                  <a:lnTo>
                    <a:pt x="1341080" y="1718740"/>
                  </a:lnTo>
                  <a:lnTo>
                    <a:pt x="1341062" y="1718742"/>
                  </a:lnTo>
                  <a:lnTo>
                    <a:pt x="1341053" y="1718744"/>
                  </a:lnTo>
                  <a:lnTo>
                    <a:pt x="1341028" y="1718746"/>
                  </a:lnTo>
                  <a:lnTo>
                    <a:pt x="1341008" y="1718742"/>
                  </a:lnTo>
                  <a:lnTo>
                    <a:pt x="1340989" y="1718728"/>
                  </a:lnTo>
                  <a:lnTo>
                    <a:pt x="1340973" y="1718715"/>
                  </a:lnTo>
                  <a:lnTo>
                    <a:pt x="1340960" y="1718715"/>
                  </a:lnTo>
                  <a:lnTo>
                    <a:pt x="1340953" y="1718718"/>
                  </a:lnTo>
                  <a:lnTo>
                    <a:pt x="1340941" y="1718734"/>
                  </a:lnTo>
                  <a:lnTo>
                    <a:pt x="1340924" y="1718746"/>
                  </a:lnTo>
                  <a:lnTo>
                    <a:pt x="1340913" y="1718750"/>
                  </a:lnTo>
                  <a:lnTo>
                    <a:pt x="1340905" y="1718754"/>
                  </a:lnTo>
                  <a:lnTo>
                    <a:pt x="1340888" y="1718758"/>
                  </a:lnTo>
                  <a:lnTo>
                    <a:pt x="1340870" y="1718760"/>
                  </a:lnTo>
                  <a:lnTo>
                    <a:pt x="1340844" y="1718760"/>
                  </a:lnTo>
                  <a:lnTo>
                    <a:pt x="1340836" y="1718765"/>
                  </a:lnTo>
                  <a:lnTo>
                    <a:pt x="1340818" y="1718777"/>
                  </a:lnTo>
                  <a:lnTo>
                    <a:pt x="1340800" y="1718790"/>
                  </a:lnTo>
                  <a:lnTo>
                    <a:pt x="1340782" y="1718800"/>
                  </a:lnTo>
                  <a:lnTo>
                    <a:pt x="1340765" y="1718809"/>
                  </a:lnTo>
                  <a:lnTo>
                    <a:pt x="1340735" y="1718818"/>
                  </a:lnTo>
                  <a:lnTo>
                    <a:pt x="1340704" y="1718824"/>
                  </a:lnTo>
                  <a:lnTo>
                    <a:pt x="1340678" y="1718827"/>
                  </a:lnTo>
                  <a:lnTo>
                    <a:pt x="1340644" y="1718826"/>
                  </a:lnTo>
                  <a:lnTo>
                    <a:pt x="1340626" y="1718824"/>
                  </a:lnTo>
                  <a:lnTo>
                    <a:pt x="1340608" y="1718822"/>
                  </a:lnTo>
                  <a:lnTo>
                    <a:pt x="1340591" y="1718821"/>
                  </a:lnTo>
                  <a:lnTo>
                    <a:pt x="1340573" y="1718815"/>
                  </a:lnTo>
                  <a:lnTo>
                    <a:pt x="1340556" y="1718810"/>
                  </a:lnTo>
                  <a:lnTo>
                    <a:pt x="1340539" y="1718797"/>
                  </a:lnTo>
                  <a:lnTo>
                    <a:pt x="1340507" y="1718767"/>
                  </a:lnTo>
                  <a:lnTo>
                    <a:pt x="1340510" y="1718789"/>
                  </a:lnTo>
                  <a:lnTo>
                    <a:pt x="1340510" y="1718795"/>
                  </a:lnTo>
                  <a:lnTo>
                    <a:pt x="1340510" y="1718811"/>
                  </a:lnTo>
                  <a:lnTo>
                    <a:pt x="1340502" y="1718832"/>
                  </a:lnTo>
                  <a:lnTo>
                    <a:pt x="1340495" y="1718846"/>
                  </a:lnTo>
                  <a:lnTo>
                    <a:pt x="1340491" y="1718851"/>
                  </a:lnTo>
                  <a:lnTo>
                    <a:pt x="1340476" y="1718866"/>
                  </a:lnTo>
                  <a:lnTo>
                    <a:pt x="1340467" y="1718885"/>
                  </a:lnTo>
                  <a:lnTo>
                    <a:pt x="1340453" y="1718908"/>
                  </a:lnTo>
                  <a:lnTo>
                    <a:pt x="1340443" y="1718923"/>
                  </a:lnTo>
                  <a:lnTo>
                    <a:pt x="1340442" y="1718930"/>
                  </a:lnTo>
                  <a:lnTo>
                    <a:pt x="1340440" y="1718951"/>
                  </a:lnTo>
                  <a:lnTo>
                    <a:pt x="1340443" y="1718958"/>
                  </a:lnTo>
                  <a:lnTo>
                    <a:pt x="1340448" y="1718976"/>
                  </a:lnTo>
                  <a:lnTo>
                    <a:pt x="1340450" y="1718995"/>
                  </a:lnTo>
                  <a:lnTo>
                    <a:pt x="1340446" y="1719013"/>
                  </a:lnTo>
                  <a:lnTo>
                    <a:pt x="1340436" y="1719032"/>
                  </a:lnTo>
                  <a:lnTo>
                    <a:pt x="1340430" y="1719050"/>
                  </a:lnTo>
                  <a:lnTo>
                    <a:pt x="1340432" y="1719076"/>
                  </a:lnTo>
                  <a:lnTo>
                    <a:pt x="1340435" y="1719081"/>
                  </a:lnTo>
                  <a:lnTo>
                    <a:pt x="1340438" y="1719087"/>
                  </a:lnTo>
                  <a:lnTo>
                    <a:pt x="1340452" y="1719113"/>
                  </a:lnTo>
                  <a:lnTo>
                    <a:pt x="1340462" y="1719125"/>
                  </a:lnTo>
                  <a:lnTo>
                    <a:pt x="1340475" y="1719142"/>
                  </a:lnTo>
                  <a:lnTo>
                    <a:pt x="1340481" y="1719152"/>
                  </a:lnTo>
                  <a:lnTo>
                    <a:pt x="1340483" y="1719161"/>
                  </a:lnTo>
                  <a:lnTo>
                    <a:pt x="1340479" y="1719171"/>
                  </a:lnTo>
                  <a:lnTo>
                    <a:pt x="1340474" y="1719179"/>
                  </a:lnTo>
                  <a:lnTo>
                    <a:pt x="1340463" y="1719197"/>
                  </a:lnTo>
                  <a:lnTo>
                    <a:pt x="1340453" y="1719209"/>
                  </a:lnTo>
                  <a:lnTo>
                    <a:pt x="1340447" y="1719213"/>
                  </a:lnTo>
                  <a:lnTo>
                    <a:pt x="1340437" y="1719220"/>
                  </a:lnTo>
                  <a:lnTo>
                    <a:pt x="1340417" y="1719229"/>
                  </a:lnTo>
                  <a:lnTo>
                    <a:pt x="1340387" y="1719235"/>
                  </a:lnTo>
                  <a:lnTo>
                    <a:pt x="1340377" y="1719235"/>
                  </a:lnTo>
                  <a:lnTo>
                    <a:pt x="1340360" y="1719236"/>
                  </a:lnTo>
                  <a:lnTo>
                    <a:pt x="1340342" y="1719236"/>
                  </a:lnTo>
                  <a:lnTo>
                    <a:pt x="1340325" y="1719238"/>
                  </a:lnTo>
                  <a:lnTo>
                    <a:pt x="1340315" y="1719240"/>
                  </a:lnTo>
                  <a:lnTo>
                    <a:pt x="1340308" y="1719247"/>
                  </a:lnTo>
                  <a:lnTo>
                    <a:pt x="1340301" y="1719266"/>
                  </a:lnTo>
                  <a:lnTo>
                    <a:pt x="1340295" y="1719284"/>
                  </a:lnTo>
                  <a:lnTo>
                    <a:pt x="1340288" y="1719302"/>
                  </a:lnTo>
                  <a:lnTo>
                    <a:pt x="1340280" y="1719321"/>
                  </a:lnTo>
                  <a:lnTo>
                    <a:pt x="1340271" y="1719339"/>
                  </a:lnTo>
                  <a:lnTo>
                    <a:pt x="1340259" y="1719365"/>
                  </a:lnTo>
                  <a:lnTo>
                    <a:pt x="1340249" y="1719363"/>
                  </a:lnTo>
                  <a:lnTo>
                    <a:pt x="1340234" y="1719350"/>
                  </a:lnTo>
                  <a:lnTo>
                    <a:pt x="1340221" y="1719343"/>
                  </a:lnTo>
                  <a:lnTo>
                    <a:pt x="1340199" y="1719343"/>
                  </a:lnTo>
                  <a:lnTo>
                    <a:pt x="1340182" y="1719343"/>
                  </a:lnTo>
                  <a:lnTo>
                    <a:pt x="1340164" y="1719345"/>
                  </a:lnTo>
                  <a:lnTo>
                    <a:pt x="1340129" y="1719349"/>
                  </a:lnTo>
                  <a:lnTo>
                    <a:pt x="1340112" y="1719352"/>
                  </a:lnTo>
                  <a:lnTo>
                    <a:pt x="1340095" y="1719354"/>
                  </a:lnTo>
                  <a:lnTo>
                    <a:pt x="1340077" y="1719359"/>
                  </a:lnTo>
                  <a:lnTo>
                    <a:pt x="1340059" y="1719362"/>
                  </a:lnTo>
                  <a:lnTo>
                    <a:pt x="1340042" y="1719367"/>
                  </a:lnTo>
                  <a:lnTo>
                    <a:pt x="1340024" y="1719372"/>
                  </a:lnTo>
                  <a:lnTo>
                    <a:pt x="1340014" y="1719376"/>
                  </a:lnTo>
                  <a:lnTo>
                    <a:pt x="1340007" y="1719376"/>
                  </a:lnTo>
                  <a:lnTo>
                    <a:pt x="1339991" y="1719358"/>
                  </a:lnTo>
                  <a:lnTo>
                    <a:pt x="1339975" y="1719342"/>
                  </a:lnTo>
                  <a:lnTo>
                    <a:pt x="1339966" y="1719337"/>
                  </a:lnTo>
                  <a:lnTo>
                    <a:pt x="1339958" y="1719336"/>
                  </a:lnTo>
                  <a:lnTo>
                    <a:pt x="1339940" y="1719336"/>
                  </a:lnTo>
                  <a:lnTo>
                    <a:pt x="1339931" y="1719338"/>
                  </a:lnTo>
                  <a:lnTo>
                    <a:pt x="1339923" y="1719336"/>
                  </a:lnTo>
                  <a:lnTo>
                    <a:pt x="1339914" y="1719335"/>
                  </a:lnTo>
                  <a:lnTo>
                    <a:pt x="1339906" y="1719331"/>
                  </a:lnTo>
                  <a:lnTo>
                    <a:pt x="1339892" y="1719323"/>
                  </a:lnTo>
                  <a:lnTo>
                    <a:pt x="1339841" y="1719319"/>
                  </a:lnTo>
                  <a:lnTo>
                    <a:pt x="1339823" y="1719320"/>
                  </a:lnTo>
                  <a:lnTo>
                    <a:pt x="1339806" y="1719318"/>
                  </a:lnTo>
                  <a:lnTo>
                    <a:pt x="1339789" y="1719315"/>
                  </a:lnTo>
                  <a:lnTo>
                    <a:pt x="1339771" y="1719311"/>
                  </a:lnTo>
                  <a:lnTo>
                    <a:pt x="1339762" y="1719309"/>
                  </a:lnTo>
                  <a:lnTo>
                    <a:pt x="1339754" y="1719303"/>
                  </a:lnTo>
                  <a:lnTo>
                    <a:pt x="1339720" y="1719283"/>
                  </a:lnTo>
                  <a:lnTo>
                    <a:pt x="1339714" y="1719281"/>
                  </a:lnTo>
                  <a:lnTo>
                    <a:pt x="1339702" y="1719286"/>
                  </a:lnTo>
                  <a:lnTo>
                    <a:pt x="1339684" y="1719296"/>
                  </a:lnTo>
                  <a:lnTo>
                    <a:pt x="1339667" y="1719307"/>
                  </a:lnTo>
                  <a:lnTo>
                    <a:pt x="1339649" y="1719315"/>
                  </a:lnTo>
                  <a:lnTo>
                    <a:pt x="1339632" y="1719326"/>
                  </a:lnTo>
                  <a:lnTo>
                    <a:pt x="1339614" y="1719338"/>
                  </a:lnTo>
                  <a:lnTo>
                    <a:pt x="1339579" y="1719362"/>
                  </a:lnTo>
                  <a:lnTo>
                    <a:pt x="1339562" y="1719363"/>
                  </a:lnTo>
                  <a:lnTo>
                    <a:pt x="1339551" y="1719363"/>
                  </a:lnTo>
                  <a:lnTo>
                    <a:pt x="1339544" y="1719362"/>
                  </a:lnTo>
                  <a:lnTo>
                    <a:pt x="1339527" y="1719357"/>
                  </a:lnTo>
                  <a:lnTo>
                    <a:pt x="1339522" y="1719357"/>
                  </a:lnTo>
                  <a:lnTo>
                    <a:pt x="1339517" y="1719360"/>
                  </a:lnTo>
                  <a:lnTo>
                    <a:pt x="1339509" y="1719366"/>
                  </a:lnTo>
                  <a:lnTo>
                    <a:pt x="1339495" y="1719384"/>
                  </a:lnTo>
                  <a:lnTo>
                    <a:pt x="1339486" y="1719392"/>
                  </a:lnTo>
                  <a:lnTo>
                    <a:pt x="1339478" y="1719396"/>
                  </a:lnTo>
                  <a:lnTo>
                    <a:pt x="1339461" y="1719397"/>
                  </a:lnTo>
                  <a:lnTo>
                    <a:pt x="1339444" y="1719393"/>
                  </a:lnTo>
                  <a:lnTo>
                    <a:pt x="1339427" y="1719387"/>
                  </a:lnTo>
                  <a:lnTo>
                    <a:pt x="1339409" y="1719383"/>
                  </a:lnTo>
                  <a:lnTo>
                    <a:pt x="1339400" y="1719383"/>
                  </a:lnTo>
                  <a:lnTo>
                    <a:pt x="1339392" y="1719385"/>
                  </a:lnTo>
                  <a:lnTo>
                    <a:pt x="1339383" y="1719386"/>
                  </a:lnTo>
                  <a:lnTo>
                    <a:pt x="1339374" y="1719390"/>
                  </a:lnTo>
                  <a:lnTo>
                    <a:pt x="1339357" y="1719396"/>
                  </a:lnTo>
                  <a:lnTo>
                    <a:pt x="1339340" y="1719398"/>
                  </a:lnTo>
                  <a:lnTo>
                    <a:pt x="1339322" y="1719395"/>
                  </a:lnTo>
                  <a:lnTo>
                    <a:pt x="1339310" y="1719390"/>
                  </a:lnTo>
                  <a:lnTo>
                    <a:pt x="1339305" y="1719385"/>
                  </a:lnTo>
                  <a:lnTo>
                    <a:pt x="1339292" y="1719366"/>
                  </a:lnTo>
                  <a:lnTo>
                    <a:pt x="1339281" y="1719348"/>
                  </a:lnTo>
                  <a:lnTo>
                    <a:pt x="1339272" y="1719334"/>
                  </a:lnTo>
                  <a:lnTo>
                    <a:pt x="1339256" y="1719311"/>
                  </a:lnTo>
                  <a:lnTo>
                    <a:pt x="1339239" y="1719293"/>
                  </a:lnTo>
                  <a:lnTo>
                    <a:pt x="1339222" y="1719280"/>
                  </a:lnTo>
                  <a:lnTo>
                    <a:pt x="1339205" y="1719267"/>
                  </a:lnTo>
                  <a:lnTo>
                    <a:pt x="1339188" y="1719251"/>
                  </a:lnTo>
                  <a:lnTo>
                    <a:pt x="1339170" y="1719238"/>
                  </a:lnTo>
                  <a:lnTo>
                    <a:pt x="1339158" y="1719230"/>
                  </a:lnTo>
                  <a:lnTo>
                    <a:pt x="1339135" y="1719227"/>
                  </a:lnTo>
                  <a:lnTo>
                    <a:pt x="1339117" y="1719230"/>
                  </a:lnTo>
                  <a:lnTo>
                    <a:pt x="1339100" y="1719233"/>
                  </a:lnTo>
                  <a:lnTo>
                    <a:pt x="1339082" y="1719235"/>
                  </a:lnTo>
                  <a:lnTo>
                    <a:pt x="1339065" y="1719236"/>
                  </a:lnTo>
                  <a:lnTo>
                    <a:pt x="1339047" y="1719234"/>
                  </a:lnTo>
                  <a:lnTo>
                    <a:pt x="1339030" y="1719228"/>
                  </a:lnTo>
                  <a:lnTo>
                    <a:pt x="1339013" y="1719222"/>
                  </a:lnTo>
                  <a:lnTo>
                    <a:pt x="1338995" y="1719213"/>
                  </a:lnTo>
                  <a:lnTo>
                    <a:pt x="1338978" y="1719203"/>
                  </a:lnTo>
                  <a:lnTo>
                    <a:pt x="1338961" y="1719191"/>
                  </a:lnTo>
                  <a:lnTo>
                    <a:pt x="1338952" y="1719186"/>
                  </a:lnTo>
                  <a:lnTo>
                    <a:pt x="1338944" y="1719185"/>
                  </a:lnTo>
                  <a:lnTo>
                    <a:pt x="1338926" y="1719186"/>
                  </a:lnTo>
                  <a:lnTo>
                    <a:pt x="1338909" y="1719185"/>
                  </a:lnTo>
                  <a:lnTo>
                    <a:pt x="1338891" y="1719184"/>
                  </a:lnTo>
                  <a:lnTo>
                    <a:pt x="1338816" y="1719184"/>
                  </a:lnTo>
                  <a:lnTo>
                    <a:pt x="1338799" y="1719179"/>
                  </a:lnTo>
                  <a:lnTo>
                    <a:pt x="1338786" y="1719174"/>
                  </a:lnTo>
                  <a:lnTo>
                    <a:pt x="1338771" y="1719163"/>
                  </a:lnTo>
                  <a:lnTo>
                    <a:pt x="1338766" y="1719155"/>
                  </a:lnTo>
                  <a:lnTo>
                    <a:pt x="1338754" y="1719142"/>
                  </a:lnTo>
                  <a:lnTo>
                    <a:pt x="1338741" y="1719132"/>
                  </a:lnTo>
                  <a:lnTo>
                    <a:pt x="1338732" y="1719128"/>
                  </a:lnTo>
                  <a:lnTo>
                    <a:pt x="1338715" y="1719126"/>
                  </a:lnTo>
                  <a:lnTo>
                    <a:pt x="1338680" y="1719120"/>
                  </a:lnTo>
                  <a:lnTo>
                    <a:pt x="1338654" y="1719114"/>
                  </a:lnTo>
                  <a:lnTo>
                    <a:pt x="1338640" y="1719116"/>
                  </a:lnTo>
                  <a:lnTo>
                    <a:pt x="1338622" y="1719128"/>
                  </a:lnTo>
                  <a:lnTo>
                    <a:pt x="1338604" y="1719140"/>
                  </a:lnTo>
                  <a:lnTo>
                    <a:pt x="1338588" y="1719140"/>
                  </a:lnTo>
                  <a:lnTo>
                    <a:pt x="1338570" y="1719123"/>
                  </a:lnTo>
                  <a:lnTo>
                    <a:pt x="1338557" y="1719104"/>
                  </a:lnTo>
                  <a:lnTo>
                    <a:pt x="1338547" y="1719086"/>
                  </a:lnTo>
                  <a:lnTo>
                    <a:pt x="1338541" y="1719067"/>
                  </a:lnTo>
                  <a:lnTo>
                    <a:pt x="1338538" y="1719049"/>
                  </a:lnTo>
                  <a:lnTo>
                    <a:pt x="1338535" y="1719030"/>
                  </a:lnTo>
                  <a:lnTo>
                    <a:pt x="1338531" y="1719002"/>
                  </a:lnTo>
                  <a:lnTo>
                    <a:pt x="1338531" y="1718969"/>
                  </a:lnTo>
                  <a:lnTo>
                    <a:pt x="1338525" y="1718940"/>
                  </a:lnTo>
                  <a:lnTo>
                    <a:pt x="1338518" y="1718930"/>
                  </a:lnTo>
                  <a:lnTo>
                    <a:pt x="1338494" y="1718927"/>
                  </a:lnTo>
                  <a:lnTo>
                    <a:pt x="1338452" y="1718928"/>
                  </a:lnTo>
                  <a:lnTo>
                    <a:pt x="1338435" y="1718922"/>
                  </a:lnTo>
                  <a:lnTo>
                    <a:pt x="1338416" y="1718921"/>
                  </a:lnTo>
                  <a:lnTo>
                    <a:pt x="1338409" y="1718926"/>
                  </a:lnTo>
                  <a:lnTo>
                    <a:pt x="1338401" y="1718944"/>
                  </a:lnTo>
                  <a:lnTo>
                    <a:pt x="1338398" y="1718951"/>
                  </a:lnTo>
                  <a:lnTo>
                    <a:pt x="1338389" y="1718970"/>
                  </a:lnTo>
                  <a:lnTo>
                    <a:pt x="1338385" y="1718988"/>
                  </a:lnTo>
                  <a:lnTo>
                    <a:pt x="1338379" y="1719007"/>
                  </a:lnTo>
                  <a:lnTo>
                    <a:pt x="1338367" y="1719016"/>
                  </a:lnTo>
                  <a:lnTo>
                    <a:pt x="1338361" y="1719018"/>
                  </a:lnTo>
                  <a:lnTo>
                    <a:pt x="1338352" y="1719022"/>
                  </a:lnTo>
                  <a:lnTo>
                    <a:pt x="1338338" y="1719031"/>
                  </a:lnTo>
                  <a:lnTo>
                    <a:pt x="1338326" y="1719034"/>
                  </a:lnTo>
                  <a:lnTo>
                    <a:pt x="1338309" y="1719032"/>
                  </a:lnTo>
                  <a:lnTo>
                    <a:pt x="1338294" y="1719031"/>
                  </a:lnTo>
                  <a:lnTo>
                    <a:pt x="1338257" y="1719023"/>
                  </a:lnTo>
                  <a:lnTo>
                    <a:pt x="1338240" y="1719020"/>
                  </a:lnTo>
                  <a:lnTo>
                    <a:pt x="1338222" y="1719018"/>
                  </a:lnTo>
                  <a:lnTo>
                    <a:pt x="1338205" y="1719020"/>
                  </a:lnTo>
                  <a:lnTo>
                    <a:pt x="1338187" y="1719021"/>
                  </a:lnTo>
                  <a:lnTo>
                    <a:pt x="1338170" y="1719021"/>
                  </a:lnTo>
                  <a:lnTo>
                    <a:pt x="1338152" y="1719024"/>
                  </a:lnTo>
                  <a:lnTo>
                    <a:pt x="1338135" y="1719025"/>
                  </a:lnTo>
                  <a:lnTo>
                    <a:pt x="1338120" y="1719027"/>
                  </a:lnTo>
                  <a:lnTo>
                    <a:pt x="1338091" y="1719028"/>
                  </a:lnTo>
                  <a:lnTo>
                    <a:pt x="1338083" y="1719027"/>
                  </a:lnTo>
                  <a:lnTo>
                    <a:pt x="1338066" y="1719024"/>
                  </a:lnTo>
                  <a:lnTo>
                    <a:pt x="1338048" y="1719020"/>
                  </a:lnTo>
                  <a:lnTo>
                    <a:pt x="1338031" y="1719018"/>
                  </a:lnTo>
                  <a:lnTo>
                    <a:pt x="1338013" y="1719016"/>
                  </a:lnTo>
                  <a:lnTo>
                    <a:pt x="1337996" y="1719014"/>
                  </a:lnTo>
                  <a:lnTo>
                    <a:pt x="1337979" y="1719014"/>
                  </a:lnTo>
                  <a:lnTo>
                    <a:pt x="1337961" y="1719015"/>
                  </a:lnTo>
                  <a:lnTo>
                    <a:pt x="1337944" y="1719018"/>
                  </a:lnTo>
                  <a:lnTo>
                    <a:pt x="1337935" y="1719020"/>
                  </a:lnTo>
                  <a:lnTo>
                    <a:pt x="1337926" y="1719025"/>
                  </a:lnTo>
                  <a:lnTo>
                    <a:pt x="1337909" y="1719035"/>
                  </a:lnTo>
                  <a:lnTo>
                    <a:pt x="1337891" y="1719045"/>
                  </a:lnTo>
                  <a:lnTo>
                    <a:pt x="1337881" y="1719051"/>
                  </a:lnTo>
                  <a:lnTo>
                    <a:pt x="1337874" y="1719052"/>
                  </a:lnTo>
                  <a:lnTo>
                    <a:pt x="1337856" y="1719057"/>
                  </a:lnTo>
                  <a:lnTo>
                    <a:pt x="1337832" y="1719064"/>
                  </a:lnTo>
                  <a:lnTo>
                    <a:pt x="1337818" y="1719070"/>
                  </a:lnTo>
                  <a:lnTo>
                    <a:pt x="1337803" y="1719077"/>
                  </a:lnTo>
                  <a:lnTo>
                    <a:pt x="1337795" y="1719082"/>
                  </a:lnTo>
                  <a:lnTo>
                    <a:pt x="1337786" y="1719084"/>
                  </a:lnTo>
                  <a:lnTo>
                    <a:pt x="1337769" y="1719090"/>
                  </a:lnTo>
                  <a:lnTo>
                    <a:pt x="1337751" y="1719099"/>
                  </a:lnTo>
                  <a:lnTo>
                    <a:pt x="1337737" y="1719114"/>
                  </a:lnTo>
                  <a:lnTo>
                    <a:pt x="1337731" y="1719120"/>
                  </a:lnTo>
                  <a:lnTo>
                    <a:pt x="1337724" y="1719130"/>
                  </a:lnTo>
                  <a:lnTo>
                    <a:pt x="1337719" y="1719140"/>
                  </a:lnTo>
                  <a:lnTo>
                    <a:pt x="1337715" y="1719150"/>
                  </a:lnTo>
                  <a:lnTo>
                    <a:pt x="1337708" y="1719168"/>
                  </a:lnTo>
                  <a:lnTo>
                    <a:pt x="1337702" y="1719187"/>
                  </a:lnTo>
                  <a:lnTo>
                    <a:pt x="1337697" y="1719206"/>
                  </a:lnTo>
                  <a:lnTo>
                    <a:pt x="1337685" y="1719242"/>
                  </a:lnTo>
                  <a:lnTo>
                    <a:pt x="1337680" y="1719252"/>
                  </a:lnTo>
                  <a:lnTo>
                    <a:pt x="1337675" y="1719272"/>
                  </a:lnTo>
                  <a:lnTo>
                    <a:pt x="1337675" y="1719279"/>
                  </a:lnTo>
                  <a:lnTo>
                    <a:pt x="1337675" y="1719295"/>
                  </a:lnTo>
                  <a:lnTo>
                    <a:pt x="1337673" y="1719316"/>
                  </a:lnTo>
                  <a:lnTo>
                    <a:pt x="1337672" y="1719326"/>
                  </a:lnTo>
                  <a:lnTo>
                    <a:pt x="1337668" y="1719334"/>
                  </a:lnTo>
                  <a:lnTo>
                    <a:pt x="1337659" y="1719352"/>
                  </a:lnTo>
                  <a:lnTo>
                    <a:pt x="1337656" y="1719360"/>
                  </a:lnTo>
                  <a:lnTo>
                    <a:pt x="1337650" y="1719371"/>
                  </a:lnTo>
                  <a:lnTo>
                    <a:pt x="1337649" y="1719389"/>
                  </a:lnTo>
                  <a:lnTo>
                    <a:pt x="1337649" y="1719408"/>
                  </a:lnTo>
                  <a:lnTo>
                    <a:pt x="1337650" y="1719426"/>
                  </a:lnTo>
                  <a:lnTo>
                    <a:pt x="1337652" y="1719445"/>
                  </a:lnTo>
                  <a:lnTo>
                    <a:pt x="1337653" y="1719463"/>
                  </a:lnTo>
                  <a:lnTo>
                    <a:pt x="1337656" y="1719482"/>
                  </a:lnTo>
                  <a:lnTo>
                    <a:pt x="1337657" y="1719500"/>
                  </a:lnTo>
                  <a:lnTo>
                    <a:pt x="1337659" y="1719519"/>
                  </a:lnTo>
                  <a:lnTo>
                    <a:pt x="1337662" y="1719537"/>
                  </a:lnTo>
                  <a:lnTo>
                    <a:pt x="1337663" y="1719556"/>
                  </a:lnTo>
                  <a:lnTo>
                    <a:pt x="1337666" y="1719575"/>
                  </a:lnTo>
                  <a:lnTo>
                    <a:pt x="1337668" y="1719612"/>
                  </a:lnTo>
                  <a:lnTo>
                    <a:pt x="1337667" y="1719630"/>
                  </a:lnTo>
                  <a:lnTo>
                    <a:pt x="1337666" y="1719648"/>
                  </a:lnTo>
                  <a:lnTo>
                    <a:pt x="1337668" y="1719667"/>
                  </a:lnTo>
                  <a:lnTo>
                    <a:pt x="1337668" y="1719685"/>
                  </a:lnTo>
                  <a:lnTo>
                    <a:pt x="1337670" y="1719697"/>
                  </a:lnTo>
                  <a:lnTo>
                    <a:pt x="1337674" y="1719704"/>
                  </a:lnTo>
                  <a:lnTo>
                    <a:pt x="1337678" y="1719713"/>
                  </a:lnTo>
                  <a:lnTo>
                    <a:pt x="1337680" y="1719722"/>
                  </a:lnTo>
                  <a:lnTo>
                    <a:pt x="1337684" y="1719734"/>
                  </a:lnTo>
                  <a:lnTo>
                    <a:pt x="1337686" y="1719759"/>
                  </a:lnTo>
                  <a:lnTo>
                    <a:pt x="1337686" y="1719766"/>
                  </a:lnTo>
                  <a:lnTo>
                    <a:pt x="1337684" y="1719778"/>
                  </a:lnTo>
                  <a:lnTo>
                    <a:pt x="1337680" y="1719797"/>
                  </a:lnTo>
                  <a:lnTo>
                    <a:pt x="1337675" y="1719812"/>
                  </a:lnTo>
                  <a:lnTo>
                    <a:pt x="1337688" y="1719831"/>
                  </a:lnTo>
                  <a:lnTo>
                    <a:pt x="1337702" y="1719850"/>
                  </a:lnTo>
                  <a:lnTo>
                    <a:pt x="1337711" y="1719866"/>
                  </a:lnTo>
                  <a:lnTo>
                    <a:pt x="1337714" y="1719887"/>
                  </a:lnTo>
                  <a:lnTo>
                    <a:pt x="1337713" y="1719897"/>
                  </a:lnTo>
                  <a:lnTo>
                    <a:pt x="1337711" y="1719905"/>
                  </a:lnTo>
                  <a:lnTo>
                    <a:pt x="1337714" y="1719917"/>
                  </a:lnTo>
                  <a:lnTo>
                    <a:pt x="1337721" y="1719917"/>
                  </a:lnTo>
                  <a:lnTo>
                    <a:pt x="1337737" y="1719919"/>
                  </a:lnTo>
                  <a:lnTo>
                    <a:pt x="1337748" y="1719920"/>
                  </a:lnTo>
                  <a:lnTo>
                    <a:pt x="1337756" y="1719924"/>
                  </a:lnTo>
                  <a:lnTo>
                    <a:pt x="1337773" y="1719936"/>
                  </a:lnTo>
                  <a:lnTo>
                    <a:pt x="1337784" y="1719949"/>
                  </a:lnTo>
                  <a:lnTo>
                    <a:pt x="1337787" y="1719954"/>
                  </a:lnTo>
                  <a:lnTo>
                    <a:pt x="1337785" y="1719972"/>
                  </a:lnTo>
                  <a:lnTo>
                    <a:pt x="1337782" y="1719983"/>
                  </a:lnTo>
                  <a:lnTo>
                    <a:pt x="1337781" y="1719991"/>
                  </a:lnTo>
                  <a:lnTo>
                    <a:pt x="1337783" y="1720009"/>
                  </a:lnTo>
                  <a:lnTo>
                    <a:pt x="1337785" y="1720019"/>
                  </a:lnTo>
                  <a:lnTo>
                    <a:pt x="1337788" y="1720028"/>
                  </a:lnTo>
                  <a:lnTo>
                    <a:pt x="1337791" y="1720035"/>
                  </a:lnTo>
                  <a:lnTo>
                    <a:pt x="1337802" y="1720044"/>
                  </a:lnTo>
                  <a:lnTo>
                    <a:pt x="1337813" y="1720051"/>
                  </a:lnTo>
                  <a:lnTo>
                    <a:pt x="1337853" y="1720076"/>
                  </a:lnTo>
                  <a:lnTo>
                    <a:pt x="1337870" y="1720089"/>
                  </a:lnTo>
                  <a:lnTo>
                    <a:pt x="1337891" y="1720107"/>
                  </a:lnTo>
                  <a:lnTo>
                    <a:pt x="1337905" y="1720115"/>
                  </a:lnTo>
                  <a:lnTo>
                    <a:pt x="1337921" y="1720125"/>
                  </a:lnTo>
                  <a:lnTo>
                    <a:pt x="1337938" y="1720136"/>
                  </a:lnTo>
                  <a:lnTo>
                    <a:pt x="1337955" y="1720149"/>
                  </a:lnTo>
                  <a:lnTo>
                    <a:pt x="1337973" y="1720162"/>
                  </a:lnTo>
                  <a:lnTo>
                    <a:pt x="1337986" y="1720171"/>
                  </a:lnTo>
                  <a:lnTo>
                    <a:pt x="1338003" y="1720180"/>
                  </a:lnTo>
                  <a:lnTo>
                    <a:pt x="1338020" y="1720186"/>
                  </a:lnTo>
                  <a:lnTo>
                    <a:pt x="1338033" y="1720191"/>
                  </a:lnTo>
                  <a:lnTo>
                    <a:pt x="1338059" y="1720197"/>
                  </a:lnTo>
                  <a:lnTo>
                    <a:pt x="1338076" y="1720198"/>
                  </a:lnTo>
                  <a:lnTo>
                    <a:pt x="1338094" y="1720198"/>
                  </a:lnTo>
                  <a:lnTo>
                    <a:pt x="1338111" y="1720194"/>
                  </a:lnTo>
                  <a:lnTo>
                    <a:pt x="1338128" y="1720188"/>
                  </a:lnTo>
                  <a:lnTo>
                    <a:pt x="1338146" y="1720182"/>
                  </a:lnTo>
                  <a:lnTo>
                    <a:pt x="1338164" y="1720181"/>
                  </a:lnTo>
                  <a:lnTo>
                    <a:pt x="1338181" y="1720181"/>
                  </a:lnTo>
                  <a:lnTo>
                    <a:pt x="1338199" y="1720179"/>
                  </a:lnTo>
                  <a:lnTo>
                    <a:pt x="1338216" y="1720177"/>
                  </a:lnTo>
                  <a:lnTo>
                    <a:pt x="1338233" y="1720175"/>
                  </a:lnTo>
                  <a:lnTo>
                    <a:pt x="1338268" y="1720175"/>
                  </a:lnTo>
                  <a:lnTo>
                    <a:pt x="1338285" y="1720172"/>
                  </a:lnTo>
                  <a:lnTo>
                    <a:pt x="1338303" y="1720172"/>
                  </a:lnTo>
                  <a:lnTo>
                    <a:pt x="1338321" y="1720168"/>
                  </a:lnTo>
                  <a:lnTo>
                    <a:pt x="1338338" y="1720168"/>
                  </a:lnTo>
                  <a:lnTo>
                    <a:pt x="1338347" y="1720165"/>
                  </a:lnTo>
                  <a:lnTo>
                    <a:pt x="1338356" y="1720160"/>
                  </a:lnTo>
                  <a:lnTo>
                    <a:pt x="1338361" y="1720158"/>
                  </a:lnTo>
                  <a:lnTo>
                    <a:pt x="1338370" y="1720159"/>
                  </a:lnTo>
                  <a:lnTo>
                    <a:pt x="1338368" y="1720167"/>
                  </a:lnTo>
                  <a:lnTo>
                    <a:pt x="1338364" y="1720173"/>
                  </a:lnTo>
                  <a:lnTo>
                    <a:pt x="1338358" y="1720183"/>
                  </a:lnTo>
                  <a:lnTo>
                    <a:pt x="1338348" y="1720198"/>
                  </a:lnTo>
                  <a:lnTo>
                    <a:pt x="1338341" y="1720208"/>
                  </a:lnTo>
                  <a:lnTo>
                    <a:pt x="1338337" y="1720217"/>
                  </a:lnTo>
                  <a:lnTo>
                    <a:pt x="1338324" y="1720235"/>
                  </a:lnTo>
                  <a:lnTo>
                    <a:pt x="1338312" y="1720253"/>
                  </a:lnTo>
                  <a:lnTo>
                    <a:pt x="1338300" y="1720272"/>
                  </a:lnTo>
                  <a:lnTo>
                    <a:pt x="1338286" y="1720288"/>
                  </a:lnTo>
                  <a:lnTo>
                    <a:pt x="1338274" y="1720307"/>
                  </a:lnTo>
                  <a:lnTo>
                    <a:pt x="1338269" y="1720314"/>
                  </a:lnTo>
                  <a:lnTo>
                    <a:pt x="1338268" y="1720322"/>
                  </a:lnTo>
                  <a:lnTo>
                    <a:pt x="1338269" y="1720343"/>
                  </a:lnTo>
                  <a:lnTo>
                    <a:pt x="1338271" y="1720362"/>
                  </a:lnTo>
                  <a:lnTo>
                    <a:pt x="1338271" y="1720369"/>
                  </a:lnTo>
                  <a:lnTo>
                    <a:pt x="1338271" y="1720381"/>
                  </a:lnTo>
                  <a:lnTo>
                    <a:pt x="1338268" y="1720393"/>
                  </a:lnTo>
                  <a:lnTo>
                    <a:pt x="1338251" y="1720465"/>
                  </a:lnTo>
                  <a:lnTo>
                    <a:pt x="1338244" y="1720495"/>
                  </a:lnTo>
                  <a:lnTo>
                    <a:pt x="1338232" y="1720516"/>
                  </a:lnTo>
                  <a:lnTo>
                    <a:pt x="1338195" y="1720560"/>
                  </a:lnTo>
                  <a:lnTo>
                    <a:pt x="1338143" y="1720599"/>
                  </a:lnTo>
                  <a:lnTo>
                    <a:pt x="1338114" y="1720619"/>
                  </a:lnTo>
                  <a:lnTo>
                    <a:pt x="1338083" y="1720645"/>
                  </a:lnTo>
                  <a:lnTo>
                    <a:pt x="1338068" y="1720671"/>
                  </a:lnTo>
                  <a:lnTo>
                    <a:pt x="1338031" y="1720725"/>
                  </a:lnTo>
                  <a:lnTo>
                    <a:pt x="1338036" y="1720743"/>
                  </a:lnTo>
                  <a:lnTo>
                    <a:pt x="1338049" y="1720763"/>
                  </a:lnTo>
                  <a:lnTo>
                    <a:pt x="1338061" y="1720781"/>
                  </a:lnTo>
                  <a:lnTo>
                    <a:pt x="1338062" y="1720803"/>
                  </a:lnTo>
                  <a:lnTo>
                    <a:pt x="1338060" y="1720816"/>
                  </a:lnTo>
                  <a:lnTo>
                    <a:pt x="1338046" y="1720838"/>
                  </a:lnTo>
                  <a:lnTo>
                    <a:pt x="1338034" y="1720877"/>
                  </a:lnTo>
                  <a:lnTo>
                    <a:pt x="1338017" y="1720911"/>
                  </a:lnTo>
                  <a:lnTo>
                    <a:pt x="1338004" y="1720937"/>
                  </a:lnTo>
                  <a:lnTo>
                    <a:pt x="1337996" y="1720954"/>
                  </a:lnTo>
                  <a:lnTo>
                    <a:pt x="1337983" y="1720972"/>
                  </a:lnTo>
                  <a:lnTo>
                    <a:pt x="1337968" y="1720988"/>
                  </a:lnTo>
                  <a:lnTo>
                    <a:pt x="1337950" y="1721006"/>
                  </a:lnTo>
                  <a:lnTo>
                    <a:pt x="1337936" y="1721025"/>
                  </a:lnTo>
                  <a:lnTo>
                    <a:pt x="1337929" y="1721035"/>
                  </a:lnTo>
                  <a:lnTo>
                    <a:pt x="1337923" y="1721047"/>
                  </a:lnTo>
                  <a:lnTo>
                    <a:pt x="1337922" y="1721053"/>
                  </a:lnTo>
                  <a:lnTo>
                    <a:pt x="1337921" y="1721062"/>
                  </a:lnTo>
                  <a:lnTo>
                    <a:pt x="1337919" y="1721080"/>
                  </a:lnTo>
                  <a:lnTo>
                    <a:pt x="1337923" y="1721098"/>
                  </a:lnTo>
                  <a:lnTo>
                    <a:pt x="1337927" y="1721117"/>
                  </a:lnTo>
                  <a:lnTo>
                    <a:pt x="1337930" y="1721135"/>
                  </a:lnTo>
                  <a:lnTo>
                    <a:pt x="1337929" y="1721145"/>
                  </a:lnTo>
                  <a:lnTo>
                    <a:pt x="1337932" y="1721154"/>
                  </a:lnTo>
                  <a:lnTo>
                    <a:pt x="1337934" y="1721172"/>
                  </a:lnTo>
                  <a:lnTo>
                    <a:pt x="1337938" y="1721191"/>
                  </a:lnTo>
                  <a:lnTo>
                    <a:pt x="1337943" y="1721210"/>
                  </a:lnTo>
                  <a:lnTo>
                    <a:pt x="1337948" y="1721220"/>
                  </a:lnTo>
                  <a:lnTo>
                    <a:pt x="1337955" y="1721229"/>
                  </a:lnTo>
                  <a:lnTo>
                    <a:pt x="1337982" y="1721259"/>
                  </a:lnTo>
                  <a:lnTo>
                    <a:pt x="1338017" y="1721316"/>
                  </a:lnTo>
                  <a:lnTo>
                    <a:pt x="1338027" y="1721334"/>
                  </a:lnTo>
                  <a:lnTo>
                    <a:pt x="1338034" y="1721353"/>
                  </a:lnTo>
                  <a:lnTo>
                    <a:pt x="1338037" y="1721372"/>
                  </a:lnTo>
                  <a:lnTo>
                    <a:pt x="1338038" y="1721390"/>
                  </a:lnTo>
                  <a:lnTo>
                    <a:pt x="1338039" y="1721399"/>
                  </a:lnTo>
                  <a:lnTo>
                    <a:pt x="1338038" y="1721409"/>
                  </a:lnTo>
                  <a:lnTo>
                    <a:pt x="1338035" y="1721427"/>
                  </a:lnTo>
                  <a:lnTo>
                    <a:pt x="1338025" y="1721445"/>
                  </a:lnTo>
                  <a:lnTo>
                    <a:pt x="1338016" y="1721470"/>
                  </a:lnTo>
                  <a:lnTo>
                    <a:pt x="1338016" y="1721482"/>
                  </a:lnTo>
                  <a:lnTo>
                    <a:pt x="1338020" y="1721500"/>
                  </a:lnTo>
                  <a:lnTo>
                    <a:pt x="1338026" y="1721512"/>
                  </a:lnTo>
                  <a:lnTo>
                    <a:pt x="1338031" y="1721527"/>
                  </a:lnTo>
                  <a:lnTo>
                    <a:pt x="1338038" y="1721538"/>
                  </a:lnTo>
                  <a:lnTo>
                    <a:pt x="1338050" y="1721557"/>
                  </a:lnTo>
                  <a:lnTo>
                    <a:pt x="1338062" y="1721575"/>
                  </a:lnTo>
                  <a:lnTo>
                    <a:pt x="1338075" y="1721594"/>
                  </a:lnTo>
                  <a:lnTo>
                    <a:pt x="1338124" y="1721679"/>
                  </a:lnTo>
                  <a:lnTo>
                    <a:pt x="1338133" y="1721691"/>
                  </a:lnTo>
                  <a:lnTo>
                    <a:pt x="1338135" y="1721698"/>
                  </a:lnTo>
                  <a:lnTo>
                    <a:pt x="1338138" y="1721703"/>
                  </a:lnTo>
                  <a:lnTo>
                    <a:pt x="1338137" y="1721716"/>
                  </a:lnTo>
                  <a:lnTo>
                    <a:pt x="1338132" y="1721734"/>
                  </a:lnTo>
                  <a:lnTo>
                    <a:pt x="1338125" y="1721769"/>
                  </a:lnTo>
                  <a:lnTo>
                    <a:pt x="1338126" y="1721790"/>
                  </a:lnTo>
                  <a:lnTo>
                    <a:pt x="1338128" y="1721808"/>
                  </a:lnTo>
                  <a:lnTo>
                    <a:pt x="1338135" y="1721827"/>
                  </a:lnTo>
                  <a:lnTo>
                    <a:pt x="1338138" y="1721835"/>
                  </a:lnTo>
                  <a:lnTo>
                    <a:pt x="1338149" y="1721856"/>
                  </a:lnTo>
                  <a:lnTo>
                    <a:pt x="1338154" y="1721864"/>
                  </a:lnTo>
                  <a:lnTo>
                    <a:pt x="1338163" y="1721879"/>
                  </a:lnTo>
                  <a:lnTo>
                    <a:pt x="1338180" y="1721900"/>
                  </a:lnTo>
                  <a:lnTo>
                    <a:pt x="1338194" y="1721917"/>
                  </a:lnTo>
                  <a:lnTo>
                    <a:pt x="1338208" y="1721932"/>
                  </a:lnTo>
                  <a:lnTo>
                    <a:pt x="1338225" y="1721951"/>
                  </a:lnTo>
                  <a:lnTo>
                    <a:pt x="1338242" y="1721966"/>
                  </a:lnTo>
                  <a:lnTo>
                    <a:pt x="1338259" y="1721977"/>
                  </a:lnTo>
                  <a:lnTo>
                    <a:pt x="1338277" y="1721986"/>
                  </a:lnTo>
                  <a:lnTo>
                    <a:pt x="1338286" y="1721991"/>
                  </a:lnTo>
                  <a:lnTo>
                    <a:pt x="1338302" y="1721996"/>
                  </a:lnTo>
                  <a:lnTo>
                    <a:pt x="1338311" y="1721998"/>
                  </a:lnTo>
                  <a:lnTo>
                    <a:pt x="1338339" y="1722003"/>
                  </a:lnTo>
                  <a:lnTo>
                    <a:pt x="1338363" y="1722004"/>
                  </a:lnTo>
                  <a:lnTo>
                    <a:pt x="1338380" y="1722005"/>
                  </a:lnTo>
                  <a:lnTo>
                    <a:pt x="1338398" y="1722004"/>
                  </a:lnTo>
                  <a:lnTo>
                    <a:pt x="1338415" y="1722003"/>
                  </a:lnTo>
                  <a:lnTo>
                    <a:pt x="1338500" y="1722000"/>
                  </a:lnTo>
                  <a:lnTo>
                    <a:pt x="1338535" y="1722005"/>
                  </a:lnTo>
                  <a:lnTo>
                    <a:pt x="1338574" y="1722015"/>
                  </a:lnTo>
                  <a:lnTo>
                    <a:pt x="1338587" y="1722020"/>
                  </a:lnTo>
                  <a:lnTo>
                    <a:pt x="1338625" y="1722037"/>
                  </a:lnTo>
                  <a:lnTo>
                    <a:pt x="1338641" y="1722047"/>
                  </a:lnTo>
                  <a:lnTo>
                    <a:pt x="1338656" y="1722058"/>
                  </a:lnTo>
                  <a:lnTo>
                    <a:pt x="1338662" y="1722065"/>
                  </a:lnTo>
                  <a:lnTo>
                    <a:pt x="1338677" y="1722082"/>
                  </a:lnTo>
                  <a:lnTo>
                    <a:pt x="1338690" y="1722101"/>
                  </a:lnTo>
                  <a:lnTo>
                    <a:pt x="1338699" y="1722116"/>
                  </a:lnTo>
                  <a:lnTo>
                    <a:pt x="1338717" y="1722135"/>
                  </a:lnTo>
                  <a:lnTo>
                    <a:pt x="1338730" y="1722152"/>
                  </a:lnTo>
                  <a:lnTo>
                    <a:pt x="1338736" y="1722164"/>
                  </a:lnTo>
                  <a:lnTo>
                    <a:pt x="1338739" y="1722171"/>
                  </a:lnTo>
                  <a:lnTo>
                    <a:pt x="1338743" y="1722189"/>
                  </a:lnTo>
                  <a:lnTo>
                    <a:pt x="1338743" y="1722208"/>
                  </a:lnTo>
                  <a:lnTo>
                    <a:pt x="1338744" y="1722226"/>
                  </a:lnTo>
                  <a:lnTo>
                    <a:pt x="1338748" y="1722230"/>
                  </a:lnTo>
                  <a:lnTo>
                    <a:pt x="1338768" y="1722231"/>
                  </a:lnTo>
                  <a:lnTo>
                    <a:pt x="1338778" y="1722235"/>
                  </a:lnTo>
                  <a:lnTo>
                    <a:pt x="1338795" y="1722245"/>
                  </a:lnTo>
                  <a:lnTo>
                    <a:pt x="1338809" y="1722262"/>
                  </a:lnTo>
                  <a:lnTo>
                    <a:pt x="1338822" y="1722280"/>
                  </a:lnTo>
                  <a:lnTo>
                    <a:pt x="1338832" y="1722298"/>
                  </a:lnTo>
                  <a:lnTo>
                    <a:pt x="1338854" y="1722336"/>
                  </a:lnTo>
                  <a:lnTo>
                    <a:pt x="1338861" y="1722351"/>
                  </a:lnTo>
                  <a:lnTo>
                    <a:pt x="1338872" y="1722373"/>
                  </a:lnTo>
                  <a:lnTo>
                    <a:pt x="1338879" y="1722385"/>
                  </a:lnTo>
                  <a:lnTo>
                    <a:pt x="1338885" y="1722392"/>
                  </a:lnTo>
                  <a:lnTo>
                    <a:pt x="1338896" y="1722402"/>
                  </a:lnTo>
                  <a:lnTo>
                    <a:pt x="1338918" y="1722419"/>
                  </a:lnTo>
                  <a:lnTo>
                    <a:pt x="1338935" y="1722436"/>
                  </a:lnTo>
                  <a:lnTo>
                    <a:pt x="1338951" y="1722455"/>
                  </a:lnTo>
                  <a:lnTo>
                    <a:pt x="1338967" y="1722469"/>
                  </a:lnTo>
                  <a:lnTo>
                    <a:pt x="1338977" y="1722479"/>
                  </a:lnTo>
                  <a:lnTo>
                    <a:pt x="1338978" y="1722486"/>
                  </a:lnTo>
                  <a:lnTo>
                    <a:pt x="1338981" y="1722504"/>
                  </a:lnTo>
                  <a:lnTo>
                    <a:pt x="1338983" y="1722523"/>
                  </a:lnTo>
                  <a:lnTo>
                    <a:pt x="1338985" y="1722538"/>
                  </a:lnTo>
                  <a:lnTo>
                    <a:pt x="1338989" y="1722547"/>
                  </a:lnTo>
                  <a:lnTo>
                    <a:pt x="1338996" y="1722557"/>
                  </a:lnTo>
                  <a:lnTo>
                    <a:pt x="1339014" y="1722574"/>
                  </a:lnTo>
                  <a:lnTo>
                    <a:pt x="1339029" y="1722588"/>
                  </a:lnTo>
                  <a:lnTo>
                    <a:pt x="1339042" y="1722596"/>
                  </a:lnTo>
                  <a:lnTo>
                    <a:pt x="1339074" y="1722617"/>
                  </a:lnTo>
                  <a:lnTo>
                    <a:pt x="1339064" y="1722626"/>
                  </a:lnTo>
                  <a:lnTo>
                    <a:pt x="1339052" y="1722628"/>
                  </a:lnTo>
                  <a:lnTo>
                    <a:pt x="1339046" y="1722631"/>
                  </a:lnTo>
                  <a:lnTo>
                    <a:pt x="1339030" y="1722646"/>
                  </a:lnTo>
                  <a:lnTo>
                    <a:pt x="1339021" y="1722653"/>
                  </a:lnTo>
                  <a:lnTo>
                    <a:pt x="1338947" y="1722753"/>
                  </a:lnTo>
                  <a:lnTo>
                    <a:pt x="1338939" y="1722771"/>
                  </a:lnTo>
                  <a:lnTo>
                    <a:pt x="1338930" y="1722792"/>
                  </a:lnTo>
                  <a:lnTo>
                    <a:pt x="1338917" y="1722808"/>
                  </a:lnTo>
                  <a:lnTo>
                    <a:pt x="1338903" y="1722821"/>
                  </a:lnTo>
                  <a:lnTo>
                    <a:pt x="1338883" y="1722828"/>
                  </a:lnTo>
                  <a:lnTo>
                    <a:pt x="1338866" y="1722835"/>
                  </a:lnTo>
                  <a:lnTo>
                    <a:pt x="1338848" y="1722839"/>
                  </a:lnTo>
                  <a:lnTo>
                    <a:pt x="1338831" y="1722843"/>
                  </a:lnTo>
                  <a:lnTo>
                    <a:pt x="1338814" y="1722846"/>
                  </a:lnTo>
                  <a:lnTo>
                    <a:pt x="1338796" y="1722848"/>
                  </a:lnTo>
                  <a:lnTo>
                    <a:pt x="1338761" y="1722855"/>
                  </a:lnTo>
                  <a:lnTo>
                    <a:pt x="1338743" y="1722860"/>
                  </a:lnTo>
                  <a:lnTo>
                    <a:pt x="1338726" y="1722862"/>
                  </a:lnTo>
                  <a:lnTo>
                    <a:pt x="1338716" y="1722864"/>
                  </a:lnTo>
                  <a:lnTo>
                    <a:pt x="1338691" y="1722866"/>
                  </a:lnTo>
                  <a:lnTo>
                    <a:pt x="1338674" y="1722867"/>
                  </a:lnTo>
                  <a:lnTo>
                    <a:pt x="1338657" y="1722869"/>
                  </a:lnTo>
                  <a:lnTo>
                    <a:pt x="1338639" y="1722870"/>
                  </a:lnTo>
                  <a:lnTo>
                    <a:pt x="1338621" y="1722874"/>
                  </a:lnTo>
                  <a:lnTo>
                    <a:pt x="1338611" y="1722878"/>
                  </a:lnTo>
                  <a:lnTo>
                    <a:pt x="1338604" y="1722878"/>
                  </a:lnTo>
                  <a:lnTo>
                    <a:pt x="1338587" y="1722874"/>
                  </a:lnTo>
                  <a:lnTo>
                    <a:pt x="1338569" y="1722868"/>
                  </a:lnTo>
                  <a:lnTo>
                    <a:pt x="1338552" y="1722861"/>
                  </a:lnTo>
                  <a:lnTo>
                    <a:pt x="1338535" y="1722856"/>
                  </a:lnTo>
                  <a:lnTo>
                    <a:pt x="1338518" y="1722852"/>
                  </a:lnTo>
                  <a:lnTo>
                    <a:pt x="1338500" y="1722848"/>
                  </a:lnTo>
                  <a:lnTo>
                    <a:pt x="1338492" y="1722848"/>
                  </a:lnTo>
                  <a:lnTo>
                    <a:pt x="1338484" y="1722851"/>
                  </a:lnTo>
                  <a:lnTo>
                    <a:pt x="1338483" y="1722859"/>
                  </a:lnTo>
                  <a:lnTo>
                    <a:pt x="1338505" y="1722894"/>
                  </a:lnTo>
                  <a:lnTo>
                    <a:pt x="1338510" y="1722925"/>
                  </a:lnTo>
                  <a:lnTo>
                    <a:pt x="1338509" y="1722958"/>
                  </a:lnTo>
                  <a:lnTo>
                    <a:pt x="1338505" y="1723042"/>
                  </a:lnTo>
                  <a:lnTo>
                    <a:pt x="1338499" y="1723061"/>
                  </a:lnTo>
                  <a:lnTo>
                    <a:pt x="1338474" y="1723087"/>
                  </a:lnTo>
                  <a:lnTo>
                    <a:pt x="1338452" y="1723107"/>
                  </a:lnTo>
                  <a:lnTo>
                    <a:pt x="1338431" y="1723140"/>
                  </a:lnTo>
                  <a:lnTo>
                    <a:pt x="1338424" y="1723170"/>
                  </a:lnTo>
                  <a:lnTo>
                    <a:pt x="1338414" y="1723193"/>
                  </a:lnTo>
                  <a:lnTo>
                    <a:pt x="1338386" y="1723211"/>
                  </a:lnTo>
                  <a:lnTo>
                    <a:pt x="1338355" y="1723231"/>
                  </a:lnTo>
                  <a:lnTo>
                    <a:pt x="1338328" y="1723256"/>
                  </a:lnTo>
                  <a:lnTo>
                    <a:pt x="1338315" y="1723274"/>
                  </a:lnTo>
                  <a:lnTo>
                    <a:pt x="1338309" y="1723283"/>
                  </a:lnTo>
                  <a:lnTo>
                    <a:pt x="1338304" y="1723292"/>
                  </a:lnTo>
                  <a:lnTo>
                    <a:pt x="1338297" y="1723303"/>
                  </a:lnTo>
                  <a:lnTo>
                    <a:pt x="1338291" y="1723319"/>
                  </a:lnTo>
                  <a:lnTo>
                    <a:pt x="1338289" y="1723328"/>
                  </a:lnTo>
                  <a:lnTo>
                    <a:pt x="1338288" y="1723340"/>
                  </a:lnTo>
                  <a:lnTo>
                    <a:pt x="1338289" y="1723347"/>
                  </a:lnTo>
                  <a:lnTo>
                    <a:pt x="1338292" y="1723367"/>
                  </a:lnTo>
                  <a:lnTo>
                    <a:pt x="1338294" y="1723386"/>
                  </a:lnTo>
                  <a:lnTo>
                    <a:pt x="1338296" y="1723395"/>
                  </a:lnTo>
                  <a:lnTo>
                    <a:pt x="1338296" y="1723423"/>
                  </a:lnTo>
                  <a:lnTo>
                    <a:pt x="1338294" y="1723441"/>
                  </a:lnTo>
                  <a:lnTo>
                    <a:pt x="1338294" y="1723454"/>
                  </a:lnTo>
                  <a:lnTo>
                    <a:pt x="1338287" y="1723478"/>
                  </a:lnTo>
                  <a:lnTo>
                    <a:pt x="1338281" y="1723497"/>
                  </a:lnTo>
                  <a:lnTo>
                    <a:pt x="1338273" y="1723515"/>
                  </a:lnTo>
                  <a:lnTo>
                    <a:pt x="1338243" y="1723548"/>
                  </a:lnTo>
                  <a:lnTo>
                    <a:pt x="1338235" y="1723557"/>
                  </a:lnTo>
                  <a:lnTo>
                    <a:pt x="1338215" y="1723561"/>
                  </a:lnTo>
                  <a:lnTo>
                    <a:pt x="1338195" y="1723566"/>
                  </a:lnTo>
                  <a:lnTo>
                    <a:pt x="1338185" y="1723576"/>
                  </a:lnTo>
                  <a:lnTo>
                    <a:pt x="1338177" y="1723588"/>
                  </a:lnTo>
                  <a:lnTo>
                    <a:pt x="1338170" y="1723606"/>
                  </a:lnTo>
                  <a:lnTo>
                    <a:pt x="1338166" y="1723620"/>
                  </a:lnTo>
                  <a:lnTo>
                    <a:pt x="1338163" y="1723625"/>
                  </a:lnTo>
                  <a:lnTo>
                    <a:pt x="1338154" y="1723631"/>
                  </a:lnTo>
                  <a:lnTo>
                    <a:pt x="1338145" y="1723635"/>
                  </a:lnTo>
                  <a:lnTo>
                    <a:pt x="1338128" y="1723640"/>
                  </a:lnTo>
                  <a:lnTo>
                    <a:pt x="1338118" y="1723641"/>
                  </a:lnTo>
                  <a:lnTo>
                    <a:pt x="1338110" y="1723645"/>
                  </a:lnTo>
                  <a:lnTo>
                    <a:pt x="1338093" y="1723647"/>
                  </a:lnTo>
                  <a:lnTo>
                    <a:pt x="1338075" y="1723650"/>
                  </a:lnTo>
                  <a:lnTo>
                    <a:pt x="1338058" y="1723652"/>
                  </a:lnTo>
                  <a:lnTo>
                    <a:pt x="1338040" y="1723657"/>
                  </a:lnTo>
                  <a:lnTo>
                    <a:pt x="1338017" y="1723663"/>
                  </a:lnTo>
                  <a:lnTo>
                    <a:pt x="1338005" y="1723665"/>
                  </a:lnTo>
                  <a:lnTo>
                    <a:pt x="1337995" y="1723666"/>
                  </a:lnTo>
                  <a:lnTo>
                    <a:pt x="1337973" y="1723669"/>
                  </a:lnTo>
                  <a:lnTo>
                    <a:pt x="1337959" y="1723675"/>
                  </a:lnTo>
                  <a:lnTo>
                    <a:pt x="1337941" y="1723685"/>
                  </a:lnTo>
                  <a:lnTo>
                    <a:pt x="1337924" y="1723692"/>
                  </a:lnTo>
                  <a:lnTo>
                    <a:pt x="1337889" y="1723701"/>
                  </a:lnTo>
                  <a:lnTo>
                    <a:pt x="1337880" y="1723703"/>
                  </a:lnTo>
                  <a:lnTo>
                    <a:pt x="1337864" y="1723713"/>
                  </a:lnTo>
                  <a:lnTo>
                    <a:pt x="1337865" y="1723724"/>
                  </a:lnTo>
                  <a:lnTo>
                    <a:pt x="1337868" y="1723742"/>
                  </a:lnTo>
                  <a:lnTo>
                    <a:pt x="1337864" y="1723761"/>
                  </a:lnTo>
                  <a:lnTo>
                    <a:pt x="1337861" y="1723769"/>
                  </a:lnTo>
                  <a:lnTo>
                    <a:pt x="1337853" y="1723778"/>
                  </a:lnTo>
                  <a:lnTo>
                    <a:pt x="1337836" y="1723795"/>
                  </a:lnTo>
                  <a:lnTo>
                    <a:pt x="1337824" y="1723813"/>
                  </a:lnTo>
                  <a:lnTo>
                    <a:pt x="1337818" y="1723824"/>
                  </a:lnTo>
                  <a:lnTo>
                    <a:pt x="1337817" y="1723832"/>
                  </a:lnTo>
                  <a:lnTo>
                    <a:pt x="1337815" y="1723850"/>
                  </a:lnTo>
                  <a:lnTo>
                    <a:pt x="1337809" y="1723868"/>
                  </a:lnTo>
                  <a:lnTo>
                    <a:pt x="1337806" y="1723880"/>
                  </a:lnTo>
                  <a:lnTo>
                    <a:pt x="1337801" y="1723887"/>
                  </a:lnTo>
                  <a:lnTo>
                    <a:pt x="1337794" y="1723902"/>
                  </a:lnTo>
                  <a:lnTo>
                    <a:pt x="1337784" y="1723914"/>
                  </a:lnTo>
                  <a:lnTo>
                    <a:pt x="1337775" y="1723922"/>
                  </a:lnTo>
                  <a:lnTo>
                    <a:pt x="1337757" y="1723935"/>
                  </a:lnTo>
                  <a:lnTo>
                    <a:pt x="1337737" y="1723949"/>
                  </a:lnTo>
                  <a:lnTo>
                    <a:pt x="1337722" y="1723957"/>
                  </a:lnTo>
                  <a:lnTo>
                    <a:pt x="1337715" y="1723962"/>
                  </a:lnTo>
                  <a:lnTo>
                    <a:pt x="1337707" y="1723972"/>
                  </a:lnTo>
                  <a:lnTo>
                    <a:pt x="1337703" y="1723992"/>
                  </a:lnTo>
                  <a:lnTo>
                    <a:pt x="1337703" y="1723998"/>
                  </a:lnTo>
                  <a:lnTo>
                    <a:pt x="1337686" y="1724018"/>
                  </a:lnTo>
                  <a:lnTo>
                    <a:pt x="1337666" y="1724037"/>
                  </a:lnTo>
                  <a:lnTo>
                    <a:pt x="1337631" y="1724057"/>
                  </a:lnTo>
                  <a:lnTo>
                    <a:pt x="1337613" y="1724064"/>
                  </a:lnTo>
                  <a:lnTo>
                    <a:pt x="1337598" y="1724073"/>
                  </a:lnTo>
                  <a:lnTo>
                    <a:pt x="1337579" y="1724075"/>
                  </a:lnTo>
                  <a:lnTo>
                    <a:pt x="1337561" y="1724069"/>
                  </a:lnTo>
                  <a:lnTo>
                    <a:pt x="1337544" y="1724066"/>
                  </a:lnTo>
                  <a:lnTo>
                    <a:pt x="1337526" y="1724062"/>
                  </a:lnTo>
                  <a:lnTo>
                    <a:pt x="1337509" y="1724059"/>
                  </a:lnTo>
                  <a:lnTo>
                    <a:pt x="1337492" y="1724050"/>
                  </a:lnTo>
                  <a:lnTo>
                    <a:pt x="1337475" y="1724043"/>
                  </a:lnTo>
                  <a:lnTo>
                    <a:pt x="1337463" y="1724043"/>
                  </a:lnTo>
                  <a:lnTo>
                    <a:pt x="1337457" y="1724047"/>
                  </a:lnTo>
                  <a:lnTo>
                    <a:pt x="1337440" y="1724055"/>
                  </a:lnTo>
                  <a:lnTo>
                    <a:pt x="1337429" y="1724062"/>
                  </a:lnTo>
                  <a:lnTo>
                    <a:pt x="1337421" y="1724071"/>
                  </a:lnTo>
                  <a:lnTo>
                    <a:pt x="1337415" y="1724082"/>
                  </a:lnTo>
                  <a:lnTo>
                    <a:pt x="1337414" y="1724088"/>
                  </a:lnTo>
                  <a:lnTo>
                    <a:pt x="1337410" y="1724096"/>
                  </a:lnTo>
                  <a:lnTo>
                    <a:pt x="1337409" y="1724106"/>
                  </a:lnTo>
                  <a:lnTo>
                    <a:pt x="1337402" y="1724130"/>
                  </a:lnTo>
                  <a:lnTo>
                    <a:pt x="1337398" y="1724143"/>
                  </a:lnTo>
                  <a:lnTo>
                    <a:pt x="1337388" y="1724161"/>
                  </a:lnTo>
                  <a:lnTo>
                    <a:pt x="1337378" y="1724180"/>
                  </a:lnTo>
                  <a:lnTo>
                    <a:pt x="1337367" y="1724198"/>
                  </a:lnTo>
                  <a:lnTo>
                    <a:pt x="1337362" y="1724207"/>
                  </a:lnTo>
                  <a:lnTo>
                    <a:pt x="1337353" y="1724216"/>
                  </a:lnTo>
                  <a:lnTo>
                    <a:pt x="1337336" y="1724222"/>
                  </a:lnTo>
                  <a:lnTo>
                    <a:pt x="1337319" y="1724230"/>
                  </a:lnTo>
                  <a:lnTo>
                    <a:pt x="1337301" y="1724242"/>
                  </a:lnTo>
                  <a:lnTo>
                    <a:pt x="1337283" y="1724259"/>
                  </a:lnTo>
                  <a:lnTo>
                    <a:pt x="1337275" y="1724271"/>
                  </a:lnTo>
                  <a:lnTo>
                    <a:pt x="1337269" y="1724276"/>
                  </a:lnTo>
                  <a:lnTo>
                    <a:pt x="1337249" y="1724278"/>
                  </a:lnTo>
                  <a:lnTo>
                    <a:pt x="1337234" y="1724283"/>
                  </a:lnTo>
                  <a:lnTo>
                    <a:pt x="1337217" y="1724291"/>
                  </a:lnTo>
                  <a:lnTo>
                    <a:pt x="1337199" y="1724300"/>
                  </a:lnTo>
                  <a:lnTo>
                    <a:pt x="1337182" y="1724313"/>
                  </a:lnTo>
                  <a:lnTo>
                    <a:pt x="1337164" y="1724326"/>
                  </a:lnTo>
                  <a:lnTo>
                    <a:pt x="1337147" y="1724340"/>
                  </a:lnTo>
                  <a:lnTo>
                    <a:pt x="1337130" y="1724353"/>
                  </a:lnTo>
                  <a:lnTo>
                    <a:pt x="1337112" y="1724363"/>
                  </a:lnTo>
                  <a:lnTo>
                    <a:pt x="1337095" y="1724375"/>
                  </a:lnTo>
                  <a:lnTo>
                    <a:pt x="1337078" y="1724389"/>
                  </a:lnTo>
                  <a:lnTo>
                    <a:pt x="1337060" y="1724404"/>
                  </a:lnTo>
                  <a:lnTo>
                    <a:pt x="1337045" y="1724418"/>
                  </a:lnTo>
                  <a:lnTo>
                    <a:pt x="1337030" y="1724436"/>
                  </a:lnTo>
                  <a:lnTo>
                    <a:pt x="1337025" y="1724445"/>
                  </a:lnTo>
                  <a:lnTo>
                    <a:pt x="1336997" y="1724485"/>
                  </a:lnTo>
                  <a:lnTo>
                    <a:pt x="1336992" y="1724502"/>
                  </a:lnTo>
                  <a:lnTo>
                    <a:pt x="1336994" y="1724512"/>
                  </a:lnTo>
                  <a:lnTo>
                    <a:pt x="1337013" y="1724517"/>
                  </a:lnTo>
                  <a:lnTo>
                    <a:pt x="1337034" y="1724522"/>
                  </a:lnTo>
                  <a:lnTo>
                    <a:pt x="1337046" y="1724526"/>
                  </a:lnTo>
                  <a:lnTo>
                    <a:pt x="1337109" y="1724551"/>
                  </a:lnTo>
                  <a:lnTo>
                    <a:pt x="1337163" y="1724539"/>
                  </a:lnTo>
                  <a:lnTo>
                    <a:pt x="1337172" y="1724541"/>
                  </a:lnTo>
                  <a:lnTo>
                    <a:pt x="1337181" y="1724546"/>
                  </a:lnTo>
                  <a:lnTo>
                    <a:pt x="1337193" y="1724562"/>
                  </a:lnTo>
                  <a:lnTo>
                    <a:pt x="1337201" y="1724575"/>
                  </a:lnTo>
                  <a:lnTo>
                    <a:pt x="1337209" y="1724595"/>
                  </a:lnTo>
                  <a:lnTo>
                    <a:pt x="1337257" y="1724662"/>
                  </a:lnTo>
                  <a:lnTo>
                    <a:pt x="1337273" y="1724691"/>
                  </a:lnTo>
                  <a:lnTo>
                    <a:pt x="1337280" y="1724723"/>
                  </a:lnTo>
                  <a:lnTo>
                    <a:pt x="1337281" y="1724746"/>
                  </a:lnTo>
                  <a:lnTo>
                    <a:pt x="1337276" y="1724760"/>
                  </a:lnTo>
                  <a:lnTo>
                    <a:pt x="1337276" y="1724771"/>
                  </a:lnTo>
                  <a:lnTo>
                    <a:pt x="1337316" y="1724817"/>
                  </a:lnTo>
                  <a:lnTo>
                    <a:pt x="1337320" y="1724825"/>
                  </a:lnTo>
                  <a:lnTo>
                    <a:pt x="1337321" y="1724834"/>
                  </a:lnTo>
                  <a:lnTo>
                    <a:pt x="1337324" y="1724841"/>
                  </a:lnTo>
                  <a:lnTo>
                    <a:pt x="1337330" y="1724852"/>
                  </a:lnTo>
                  <a:lnTo>
                    <a:pt x="1337337" y="1724860"/>
                  </a:lnTo>
                  <a:lnTo>
                    <a:pt x="1337356" y="1724872"/>
                  </a:lnTo>
                  <a:lnTo>
                    <a:pt x="1337369" y="1724887"/>
                  </a:lnTo>
                  <a:lnTo>
                    <a:pt x="1337380" y="1724914"/>
                  </a:lnTo>
                  <a:lnTo>
                    <a:pt x="1337381" y="1724924"/>
                  </a:lnTo>
                  <a:lnTo>
                    <a:pt x="1337384" y="1724942"/>
                  </a:lnTo>
                  <a:lnTo>
                    <a:pt x="1337389" y="1724961"/>
                  </a:lnTo>
                  <a:lnTo>
                    <a:pt x="1337394" y="1724979"/>
                  </a:lnTo>
                  <a:lnTo>
                    <a:pt x="1337395" y="1724998"/>
                  </a:lnTo>
                  <a:lnTo>
                    <a:pt x="1337394" y="1725024"/>
                  </a:lnTo>
                  <a:lnTo>
                    <a:pt x="1337403" y="1725065"/>
                  </a:lnTo>
                  <a:lnTo>
                    <a:pt x="1337408" y="1725076"/>
                  </a:lnTo>
                  <a:lnTo>
                    <a:pt x="1337420" y="1725095"/>
                  </a:lnTo>
                  <a:lnTo>
                    <a:pt x="1337435" y="1725112"/>
                  </a:lnTo>
                  <a:lnTo>
                    <a:pt x="1337443" y="1725121"/>
                  </a:lnTo>
                  <a:lnTo>
                    <a:pt x="1337448" y="1725131"/>
                  </a:lnTo>
                  <a:lnTo>
                    <a:pt x="1337451" y="1725137"/>
                  </a:lnTo>
                  <a:lnTo>
                    <a:pt x="1337449" y="1725149"/>
                  </a:lnTo>
                  <a:lnTo>
                    <a:pt x="1337446" y="1725168"/>
                  </a:lnTo>
                  <a:lnTo>
                    <a:pt x="1337440" y="1725205"/>
                  </a:lnTo>
                  <a:lnTo>
                    <a:pt x="1337440" y="1725223"/>
                  </a:lnTo>
                  <a:lnTo>
                    <a:pt x="1337441" y="1725242"/>
                  </a:lnTo>
                  <a:lnTo>
                    <a:pt x="1337446" y="1725253"/>
                  </a:lnTo>
                  <a:lnTo>
                    <a:pt x="1337452" y="1725259"/>
                  </a:lnTo>
                  <a:lnTo>
                    <a:pt x="1337482" y="1725291"/>
                  </a:lnTo>
                  <a:lnTo>
                    <a:pt x="1337488" y="1725300"/>
                  </a:lnTo>
                  <a:lnTo>
                    <a:pt x="1337494" y="1725310"/>
                  </a:lnTo>
                  <a:lnTo>
                    <a:pt x="1337502" y="1725329"/>
                  </a:lnTo>
                  <a:lnTo>
                    <a:pt x="1337516" y="1725348"/>
                  </a:lnTo>
                  <a:lnTo>
                    <a:pt x="1337528" y="1725366"/>
                  </a:lnTo>
                  <a:lnTo>
                    <a:pt x="1337563" y="1725405"/>
                  </a:lnTo>
                  <a:lnTo>
                    <a:pt x="1337565" y="1725410"/>
                  </a:lnTo>
                  <a:lnTo>
                    <a:pt x="1337565" y="1725418"/>
                  </a:lnTo>
                  <a:lnTo>
                    <a:pt x="1337561" y="1725429"/>
                  </a:lnTo>
                  <a:lnTo>
                    <a:pt x="1337559" y="1725437"/>
                  </a:lnTo>
                  <a:lnTo>
                    <a:pt x="1337555" y="1725447"/>
                  </a:lnTo>
                  <a:lnTo>
                    <a:pt x="1337548" y="1725458"/>
                  </a:lnTo>
                  <a:lnTo>
                    <a:pt x="1337546" y="1725475"/>
                  </a:lnTo>
                  <a:lnTo>
                    <a:pt x="1337543" y="1725486"/>
                  </a:lnTo>
                  <a:lnTo>
                    <a:pt x="1337529" y="1725502"/>
                  </a:lnTo>
                  <a:lnTo>
                    <a:pt x="1337513" y="1725518"/>
                  </a:lnTo>
                  <a:lnTo>
                    <a:pt x="1337497" y="1725531"/>
                  </a:lnTo>
                  <a:lnTo>
                    <a:pt x="1337488" y="1725536"/>
                  </a:lnTo>
                  <a:lnTo>
                    <a:pt x="1337478" y="1725547"/>
                  </a:lnTo>
                  <a:lnTo>
                    <a:pt x="1337468" y="1725551"/>
                  </a:lnTo>
                  <a:lnTo>
                    <a:pt x="1337462" y="1725551"/>
                  </a:lnTo>
                  <a:lnTo>
                    <a:pt x="1337444" y="1725553"/>
                  </a:lnTo>
                  <a:lnTo>
                    <a:pt x="1337435" y="1725553"/>
                  </a:lnTo>
                  <a:lnTo>
                    <a:pt x="1337429" y="1725556"/>
                  </a:lnTo>
                  <a:lnTo>
                    <a:pt x="1337423" y="1725577"/>
                  </a:lnTo>
                  <a:lnTo>
                    <a:pt x="1337422" y="1725586"/>
                  </a:lnTo>
                  <a:lnTo>
                    <a:pt x="1337416" y="1725593"/>
                  </a:lnTo>
                  <a:lnTo>
                    <a:pt x="1337398" y="1725602"/>
                  </a:lnTo>
                  <a:lnTo>
                    <a:pt x="1337380" y="1725609"/>
                  </a:lnTo>
                  <a:lnTo>
                    <a:pt x="1337375" y="1725611"/>
                  </a:lnTo>
                  <a:lnTo>
                    <a:pt x="1337369" y="1725615"/>
                  </a:lnTo>
                  <a:lnTo>
                    <a:pt x="1337364" y="1725621"/>
                  </a:lnTo>
                  <a:lnTo>
                    <a:pt x="1337353" y="1725636"/>
                  </a:lnTo>
                  <a:lnTo>
                    <a:pt x="1337334" y="1725652"/>
                  </a:lnTo>
                  <a:lnTo>
                    <a:pt x="1337317" y="1725666"/>
                  </a:lnTo>
                  <a:lnTo>
                    <a:pt x="1337298" y="1725684"/>
                  </a:lnTo>
                  <a:lnTo>
                    <a:pt x="1337292" y="1725701"/>
                  </a:lnTo>
                  <a:lnTo>
                    <a:pt x="1337290" y="1725719"/>
                  </a:lnTo>
                  <a:lnTo>
                    <a:pt x="1337290" y="1725738"/>
                  </a:lnTo>
                  <a:lnTo>
                    <a:pt x="1337287" y="1725756"/>
                  </a:lnTo>
                  <a:lnTo>
                    <a:pt x="1337287" y="1725775"/>
                  </a:lnTo>
                  <a:lnTo>
                    <a:pt x="1337285" y="1725793"/>
                  </a:lnTo>
                  <a:lnTo>
                    <a:pt x="1337287" y="1725798"/>
                  </a:lnTo>
                  <a:lnTo>
                    <a:pt x="1337299" y="1725808"/>
                  </a:lnTo>
                  <a:lnTo>
                    <a:pt x="1337317" y="1725820"/>
                  </a:lnTo>
                  <a:lnTo>
                    <a:pt x="1337334" y="1725829"/>
                  </a:lnTo>
                  <a:lnTo>
                    <a:pt x="1337354" y="1725841"/>
                  </a:lnTo>
                  <a:lnTo>
                    <a:pt x="1337372" y="1725849"/>
                  </a:lnTo>
                  <a:lnTo>
                    <a:pt x="1337389" y="1725852"/>
                  </a:lnTo>
                  <a:lnTo>
                    <a:pt x="1337403" y="1725851"/>
                  </a:lnTo>
                  <a:lnTo>
                    <a:pt x="1337421" y="1725849"/>
                  </a:lnTo>
                  <a:lnTo>
                    <a:pt x="1337438" y="1725843"/>
                  </a:lnTo>
                  <a:lnTo>
                    <a:pt x="1337455" y="1725836"/>
                  </a:lnTo>
                  <a:lnTo>
                    <a:pt x="1337473" y="1725835"/>
                  </a:lnTo>
                  <a:lnTo>
                    <a:pt x="1337490" y="1725838"/>
                  </a:lnTo>
                  <a:lnTo>
                    <a:pt x="1337507" y="1725845"/>
                  </a:lnTo>
                  <a:lnTo>
                    <a:pt x="1337515" y="1725852"/>
                  </a:lnTo>
                  <a:lnTo>
                    <a:pt x="1337525" y="1725857"/>
                  </a:lnTo>
                  <a:lnTo>
                    <a:pt x="1337542" y="1725863"/>
                  </a:lnTo>
                  <a:lnTo>
                    <a:pt x="1337560" y="1725866"/>
                  </a:lnTo>
                  <a:lnTo>
                    <a:pt x="1337577" y="1725869"/>
                  </a:lnTo>
                  <a:lnTo>
                    <a:pt x="1337594" y="1725870"/>
                  </a:lnTo>
                  <a:lnTo>
                    <a:pt x="1337611" y="1725872"/>
                  </a:lnTo>
                  <a:lnTo>
                    <a:pt x="1337629" y="1725873"/>
                  </a:lnTo>
                  <a:lnTo>
                    <a:pt x="1337636" y="1725874"/>
                  </a:lnTo>
                  <a:lnTo>
                    <a:pt x="1337648" y="1725874"/>
                  </a:lnTo>
                  <a:lnTo>
                    <a:pt x="1337662" y="1725885"/>
                  </a:lnTo>
                  <a:lnTo>
                    <a:pt x="1337673" y="1725904"/>
                  </a:lnTo>
                  <a:lnTo>
                    <a:pt x="1337677" y="1725910"/>
                  </a:lnTo>
                  <a:lnTo>
                    <a:pt x="1337681" y="1725922"/>
                  </a:lnTo>
                  <a:lnTo>
                    <a:pt x="1337685" y="1725929"/>
                  </a:lnTo>
                  <a:lnTo>
                    <a:pt x="1337689" y="1725941"/>
                  </a:lnTo>
                  <a:lnTo>
                    <a:pt x="1337694" y="1725959"/>
                  </a:lnTo>
                  <a:lnTo>
                    <a:pt x="1337699" y="1725971"/>
                  </a:lnTo>
                  <a:lnTo>
                    <a:pt x="1337702" y="1725979"/>
                  </a:lnTo>
                  <a:lnTo>
                    <a:pt x="1337708" y="1726034"/>
                  </a:lnTo>
                  <a:lnTo>
                    <a:pt x="1337711" y="1726043"/>
                  </a:lnTo>
                  <a:lnTo>
                    <a:pt x="1337716" y="1726053"/>
                  </a:lnTo>
                  <a:lnTo>
                    <a:pt x="1337728" y="1726071"/>
                  </a:lnTo>
                  <a:lnTo>
                    <a:pt x="1337737" y="1726082"/>
                  </a:lnTo>
                  <a:lnTo>
                    <a:pt x="1337744" y="1726090"/>
                  </a:lnTo>
                  <a:lnTo>
                    <a:pt x="1337761" y="1726108"/>
                  </a:lnTo>
                  <a:lnTo>
                    <a:pt x="1337778" y="1726127"/>
                  </a:lnTo>
                  <a:lnTo>
                    <a:pt x="1337788" y="1726140"/>
                  </a:lnTo>
                  <a:lnTo>
                    <a:pt x="1337794" y="1726146"/>
                  </a:lnTo>
                  <a:lnTo>
                    <a:pt x="1337812" y="1726169"/>
                  </a:lnTo>
                  <a:lnTo>
                    <a:pt x="1337832" y="1726182"/>
                  </a:lnTo>
                  <a:lnTo>
                    <a:pt x="1337838" y="1726187"/>
                  </a:lnTo>
                  <a:lnTo>
                    <a:pt x="1337850" y="1726197"/>
                  </a:lnTo>
                  <a:lnTo>
                    <a:pt x="1337859" y="1726207"/>
                  </a:lnTo>
                  <a:lnTo>
                    <a:pt x="1337864" y="1726214"/>
                  </a:lnTo>
                  <a:lnTo>
                    <a:pt x="1337871" y="1726233"/>
                  </a:lnTo>
                  <a:lnTo>
                    <a:pt x="1337876" y="1726243"/>
                  </a:lnTo>
                  <a:lnTo>
                    <a:pt x="1337877" y="1726250"/>
                  </a:lnTo>
                  <a:lnTo>
                    <a:pt x="1337883" y="1726281"/>
                  </a:lnTo>
                  <a:lnTo>
                    <a:pt x="1337873" y="1726318"/>
                  </a:lnTo>
                  <a:lnTo>
                    <a:pt x="1337854" y="1726358"/>
                  </a:lnTo>
                  <a:lnTo>
                    <a:pt x="1337854" y="1726377"/>
                  </a:lnTo>
                  <a:lnTo>
                    <a:pt x="1337858" y="1726390"/>
                  </a:lnTo>
                  <a:lnTo>
                    <a:pt x="1337861" y="1726395"/>
                  </a:lnTo>
                  <a:lnTo>
                    <a:pt x="1337869" y="1726404"/>
                  </a:lnTo>
                  <a:lnTo>
                    <a:pt x="1337874" y="1726410"/>
                  </a:lnTo>
                  <a:lnTo>
                    <a:pt x="1337882" y="1726421"/>
                  </a:lnTo>
                  <a:lnTo>
                    <a:pt x="1337883" y="1726444"/>
                  </a:lnTo>
                  <a:lnTo>
                    <a:pt x="1337870" y="1726515"/>
                  </a:lnTo>
                  <a:lnTo>
                    <a:pt x="1337870" y="1726530"/>
                  </a:lnTo>
                  <a:lnTo>
                    <a:pt x="1337873" y="1726537"/>
                  </a:lnTo>
                  <a:lnTo>
                    <a:pt x="1337877" y="1726542"/>
                  </a:lnTo>
                  <a:lnTo>
                    <a:pt x="1337890" y="1726561"/>
                  </a:lnTo>
                  <a:lnTo>
                    <a:pt x="1337906" y="1726574"/>
                  </a:lnTo>
                  <a:lnTo>
                    <a:pt x="1337924" y="1726589"/>
                  </a:lnTo>
                  <a:lnTo>
                    <a:pt x="1337937" y="1726596"/>
                  </a:lnTo>
                  <a:lnTo>
                    <a:pt x="1337958" y="1726602"/>
                  </a:lnTo>
                  <a:lnTo>
                    <a:pt x="1337966" y="1726603"/>
                  </a:lnTo>
                  <a:lnTo>
                    <a:pt x="1337973" y="1726604"/>
                  </a:lnTo>
                  <a:lnTo>
                    <a:pt x="1337981" y="1726609"/>
                  </a:lnTo>
                  <a:lnTo>
                    <a:pt x="1337967" y="1726633"/>
                  </a:lnTo>
                  <a:lnTo>
                    <a:pt x="1337949" y="1726658"/>
                  </a:lnTo>
                  <a:lnTo>
                    <a:pt x="1337916" y="1726709"/>
                  </a:lnTo>
                  <a:lnTo>
                    <a:pt x="1337902" y="1726722"/>
                  </a:lnTo>
                  <a:lnTo>
                    <a:pt x="1337894" y="1726725"/>
                  </a:lnTo>
                  <a:lnTo>
                    <a:pt x="1337877" y="1726736"/>
                  </a:lnTo>
                  <a:lnTo>
                    <a:pt x="1337859" y="1726744"/>
                  </a:lnTo>
                  <a:lnTo>
                    <a:pt x="1337842" y="1726751"/>
                  </a:lnTo>
                  <a:lnTo>
                    <a:pt x="1337824" y="1726753"/>
                  </a:lnTo>
                  <a:lnTo>
                    <a:pt x="1337807" y="1726754"/>
                  </a:lnTo>
                  <a:lnTo>
                    <a:pt x="1337794" y="1726757"/>
                  </a:lnTo>
                  <a:lnTo>
                    <a:pt x="1337795" y="1726770"/>
                  </a:lnTo>
                  <a:lnTo>
                    <a:pt x="1337800" y="1726778"/>
                  </a:lnTo>
                  <a:lnTo>
                    <a:pt x="1337804" y="1726797"/>
                  </a:lnTo>
                  <a:lnTo>
                    <a:pt x="1337806" y="1726816"/>
                  </a:lnTo>
                  <a:lnTo>
                    <a:pt x="1337804" y="1726834"/>
                  </a:lnTo>
                  <a:lnTo>
                    <a:pt x="1337800" y="1726853"/>
                  </a:lnTo>
                  <a:lnTo>
                    <a:pt x="1337784" y="1726889"/>
                  </a:lnTo>
                  <a:lnTo>
                    <a:pt x="1337772" y="1726907"/>
                  </a:lnTo>
                  <a:lnTo>
                    <a:pt x="1337761" y="1726923"/>
                  </a:lnTo>
                  <a:lnTo>
                    <a:pt x="1337755" y="1726932"/>
                  </a:lnTo>
                  <a:lnTo>
                    <a:pt x="1337741" y="1726952"/>
                  </a:lnTo>
                  <a:lnTo>
                    <a:pt x="1337737" y="1726961"/>
                  </a:lnTo>
                  <a:lnTo>
                    <a:pt x="1337726" y="1726981"/>
                  </a:lnTo>
                  <a:lnTo>
                    <a:pt x="1337721" y="1726995"/>
                  </a:lnTo>
                  <a:lnTo>
                    <a:pt x="1337717" y="1726999"/>
                  </a:lnTo>
                  <a:lnTo>
                    <a:pt x="1337706" y="1727002"/>
                  </a:lnTo>
                  <a:lnTo>
                    <a:pt x="1337695" y="1727002"/>
                  </a:lnTo>
                  <a:lnTo>
                    <a:pt x="1337678" y="1727001"/>
                  </a:lnTo>
                  <a:lnTo>
                    <a:pt x="1337660" y="1727000"/>
                  </a:lnTo>
                  <a:lnTo>
                    <a:pt x="1337646" y="1727001"/>
                  </a:lnTo>
                  <a:lnTo>
                    <a:pt x="1337636" y="1727005"/>
                  </a:lnTo>
                  <a:lnTo>
                    <a:pt x="1337625" y="1727011"/>
                  </a:lnTo>
                  <a:lnTo>
                    <a:pt x="1337614" y="1727020"/>
                  </a:lnTo>
                  <a:lnTo>
                    <a:pt x="1337598" y="1727046"/>
                  </a:lnTo>
                  <a:lnTo>
                    <a:pt x="1337589" y="1727064"/>
                  </a:lnTo>
                  <a:lnTo>
                    <a:pt x="1337578" y="1727083"/>
                  </a:lnTo>
                  <a:lnTo>
                    <a:pt x="1337570" y="1727099"/>
                  </a:lnTo>
                  <a:lnTo>
                    <a:pt x="1337565" y="1727105"/>
                  </a:lnTo>
                  <a:lnTo>
                    <a:pt x="1337552" y="1727111"/>
                  </a:lnTo>
                  <a:lnTo>
                    <a:pt x="1337499" y="1727137"/>
                  </a:lnTo>
                  <a:lnTo>
                    <a:pt x="1337481" y="1727147"/>
                  </a:lnTo>
                  <a:lnTo>
                    <a:pt x="1337470" y="1727153"/>
                  </a:lnTo>
                  <a:lnTo>
                    <a:pt x="1337420" y="1727152"/>
                  </a:lnTo>
                  <a:lnTo>
                    <a:pt x="1337412" y="1727156"/>
                  </a:lnTo>
                  <a:lnTo>
                    <a:pt x="1337427" y="1727161"/>
                  </a:lnTo>
                  <a:lnTo>
                    <a:pt x="1337444" y="1727166"/>
                  </a:lnTo>
                  <a:lnTo>
                    <a:pt x="1337461" y="1727170"/>
                  </a:lnTo>
                  <a:lnTo>
                    <a:pt x="1337472" y="1727175"/>
                  </a:lnTo>
                  <a:lnTo>
                    <a:pt x="1337477" y="1727182"/>
                  </a:lnTo>
                  <a:lnTo>
                    <a:pt x="1337488" y="1727201"/>
                  </a:lnTo>
                  <a:lnTo>
                    <a:pt x="1337499" y="1727221"/>
                  </a:lnTo>
                  <a:lnTo>
                    <a:pt x="1337511" y="1727239"/>
                  </a:lnTo>
                  <a:lnTo>
                    <a:pt x="1337521" y="1727258"/>
                  </a:lnTo>
                  <a:lnTo>
                    <a:pt x="1337524" y="1727267"/>
                  </a:lnTo>
                  <a:lnTo>
                    <a:pt x="1337523" y="1727276"/>
                  </a:lnTo>
                  <a:lnTo>
                    <a:pt x="1337518" y="1727313"/>
                  </a:lnTo>
                  <a:lnTo>
                    <a:pt x="1337513" y="1727331"/>
                  </a:lnTo>
                  <a:lnTo>
                    <a:pt x="1337507" y="1727350"/>
                  </a:lnTo>
                  <a:lnTo>
                    <a:pt x="1337501" y="1727366"/>
                  </a:lnTo>
                  <a:lnTo>
                    <a:pt x="1337500" y="1727386"/>
                  </a:lnTo>
                  <a:lnTo>
                    <a:pt x="1337500" y="1727398"/>
                  </a:lnTo>
                  <a:lnTo>
                    <a:pt x="1337502" y="1727415"/>
                  </a:lnTo>
                  <a:lnTo>
                    <a:pt x="1337508" y="1727424"/>
                  </a:lnTo>
                  <a:lnTo>
                    <a:pt x="1337522" y="1727439"/>
                  </a:lnTo>
                  <a:lnTo>
                    <a:pt x="1337538" y="1727454"/>
                  </a:lnTo>
                  <a:lnTo>
                    <a:pt x="1337555" y="1727469"/>
                  </a:lnTo>
                  <a:lnTo>
                    <a:pt x="1337572" y="1727483"/>
                  </a:lnTo>
                  <a:lnTo>
                    <a:pt x="1337588" y="1727492"/>
                  </a:lnTo>
                  <a:lnTo>
                    <a:pt x="1337607" y="1727496"/>
                  </a:lnTo>
                  <a:lnTo>
                    <a:pt x="1337612" y="1727497"/>
                  </a:lnTo>
                  <a:lnTo>
                    <a:pt x="1337622" y="1727505"/>
                  </a:lnTo>
                  <a:lnTo>
                    <a:pt x="1337641" y="1727526"/>
                  </a:lnTo>
                  <a:lnTo>
                    <a:pt x="1337655" y="1727544"/>
                  </a:lnTo>
                  <a:lnTo>
                    <a:pt x="1337661" y="1727553"/>
                  </a:lnTo>
                  <a:lnTo>
                    <a:pt x="1337665" y="1727562"/>
                  </a:lnTo>
                  <a:lnTo>
                    <a:pt x="1337667" y="1727570"/>
                  </a:lnTo>
                  <a:lnTo>
                    <a:pt x="1337667" y="1727580"/>
                  </a:lnTo>
                  <a:lnTo>
                    <a:pt x="1337663" y="1727606"/>
                  </a:lnTo>
                  <a:lnTo>
                    <a:pt x="1337659" y="1727617"/>
                  </a:lnTo>
                  <a:lnTo>
                    <a:pt x="1337655" y="1727641"/>
                  </a:lnTo>
                  <a:lnTo>
                    <a:pt x="1337654" y="1727655"/>
                  </a:lnTo>
                  <a:lnTo>
                    <a:pt x="1337655" y="1727664"/>
                  </a:lnTo>
                  <a:lnTo>
                    <a:pt x="1337659" y="1727678"/>
                  </a:lnTo>
                  <a:lnTo>
                    <a:pt x="1337667" y="1727692"/>
                  </a:lnTo>
                  <a:lnTo>
                    <a:pt x="1337682" y="1727711"/>
                  </a:lnTo>
                  <a:lnTo>
                    <a:pt x="1337694" y="1727727"/>
                  </a:lnTo>
                  <a:lnTo>
                    <a:pt x="1337737" y="1727753"/>
                  </a:lnTo>
                  <a:lnTo>
                    <a:pt x="1337746" y="1727758"/>
                  </a:lnTo>
                  <a:lnTo>
                    <a:pt x="1337758" y="1727766"/>
                  </a:lnTo>
                  <a:lnTo>
                    <a:pt x="1337764" y="1727772"/>
                  </a:lnTo>
                  <a:lnTo>
                    <a:pt x="1337771" y="1727783"/>
                  </a:lnTo>
                  <a:lnTo>
                    <a:pt x="1337774" y="1727791"/>
                  </a:lnTo>
                  <a:lnTo>
                    <a:pt x="1337777" y="1727800"/>
                  </a:lnTo>
                  <a:lnTo>
                    <a:pt x="1337778" y="1727810"/>
                  </a:lnTo>
                  <a:lnTo>
                    <a:pt x="1337780" y="1727821"/>
                  </a:lnTo>
                  <a:lnTo>
                    <a:pt x="1337783" y="1727828"/>
                  </a:lnTo>
                  <a:lnTo>
                    <a:pt x="1337787" y="1727847"/>
                  </a:lnTo>
                  <a:lnTo>
                    <a:pt x="1337789" y="1727854"/>
                  </a:lnTo>
                  <a:lnTo>
                    <a:pt x="1337796" y="1727866"/>
                  </a:lnTo>
                  <a:lnTo>
                    <a:pt x="1337799" y="1727877"/>
                  </a:lnTo>
                  <a:lnTo>
                    <a:pt x="1337799" y="1727884"/>
                  </a:lnTo>
                  <a:lnTo>
                    <a:pt x="1337797" y="1727902"/>
                  </a:lnTo>
                  <a:lnTo>
                    <a:pt x="1337798" y="1727921"/>
                  </a:lnTo>
                  <a:lnTo>
                    <a:pt x="1337801" y="1727939"/>
                  </a:lnTo>
                  <a:lnTo>
                    <a:pt x="1337802" y="1727958"/>
                  </a:lnTo>
                  <a:lnTo>
                    <a:pt x="1337800" y="1727976"/>
                  </a:lnTo>
                  <a:lnTo>
                    <a:pt x="1337798" y="1727995"/>
                  </a:lnTo>
                  <a:lnTo>
                    <a:pt x="1337797" y="1728013"/>
                  </a:lnTo>
                  <a:lnTo>
                    <a:pt x="1337799" y="1728032"/>
                  </a:lnTo>
                  <a:lnTo>
                    <a:pt x="1337801" y="1728047"/>
                  </a:lnTo>
                  <a:lnTo>
                    <a:pt x="1337805" y="1728055"/>
                  </a:lnTo>
                  <a:lnTo>
                    <a:pt x="1337817" y="1728068"/>
                  </a:lnTo>
                  <a:lnTo>
                    <a:pt x="1337822" y="1728074"/>
                  </a:lnTo>
                  <a:lnTo>
                    <a:pt x="1337824" y="1728080"/>
                  </a:lnTo>
                  <a:lnTo>
                    <a:pt x="1337822" y="1728086"/>
                  </a:lnTo>
                  <a:lnTo>
                    <a:pt x="1337807" y="1728105"/>
                  </a:lnTo>
                  <a:lnTo>
                    <a:pt x="1337790" y="1728122"/>
                  </a:lnTo>
                  <a:lnTo>
                    <a:pt x="1337773" y="1728135"/>
                  </a:lnTo>
                  <a:lnTo>
                    <a:pt x="1337755" y="1728144"/>
                  </a:lnTo>
                  <a:lnTo>
                    <a:pt x="1337749" y="1728150"/>
                  </a:lnTo>
                  <a:lnTo>
                    <a:pt x="1337749" y="1728162"/>
                  </a:lnTo>
                  <a:lnTo>
                    <a:pt x="1337753" y="1728180"/>
                  </a:lnTo>
                  <a:lnTo>
                    <a:pt x="1337756" y="1728194"/>
                  </a:lnTo>
                  <a:lnTo>
                    <a:pt x="1337763" y="1728212"/>
                  </a:lnTo>
                  <a:lnTo>
                    <a:pt x="1337771" y="1728227"/>
                  </a:lnTo>
                  <a:lnTo>
                    <a:pt x="1337776" y="1728232"/>
                  </a:lnTo>
                  <a:lnTo>
                    <a:pt x="1337793" y="1728248"/>
                  </a:lnTo>
                  <a:lnTo>
                    <a:pt x="1337814" y="1728260"/>
                  </a:lnTo>
                  <a:lnTo>
                    <a:pt x="1337824" y="1728307"/>
                  </a:lnTo>
                  <a:lnTo>
                    <a:pt x="1337817" y="1728355"/>
                  </a:lnTo>
                  <a:lnTo>
                    <a:pt x="1337816" y="1728371"/>
                  </a:lnTo>
                  <a:lnTo>
                    <a:pt x="1337818" y="1728397"/>
                  </a:lnTo>
                  <a:lnTo>
                    <a:pt x="1337821" y="1728403"/>
                  </a:lnTo>
                  <a:lnTo>
                    <a:pt x="1337831" y="1728446"/>
                  </a:lnTo>
                  <a:lnTo>
                    <a:pt x="1337827" y="1728492"/>
                  </a:lnTo>
                  <a:lnTo>
                    <a:pt x="1337825" y="1728510"/>
                  </a:lnTo>
                  <a:lnTo>
                    <a:pt x="1337812" y="1728547"/>
                  </a:lnTo>
                  <a:lnTo>
                    <a:pt x="1337807" y="1728558"/>
                  </a:lnTo>
                  <a:lnTo>
                    <a:pt x="1337801" y="1728566"/>
                  </a:lnTo>
                  <a:lnTo>
                    <a:pt x="1337791" y="1728584"/>
                  </a:lnTo>
                  <a:lnTo>
                    <a:pt x="1337783" y="1728594"/>
                  </a:lnTo>
                  <a:lnTo>
                    <a:pt x="1337777" y="1728582"/>
                  </a:lnTo>
                  <a:lnTo>
                    <a:pt x="1337774" y="1728562"/>
                  </a:lnTo>
                  <a:lnTo>
                    <a:pt x="1337772" y="1728548"/>
                  </a:lnTo>
                  <a:lnTo>
                    <a:pt x="1337761" y="1728528"/>
                  </a:lnTo>
                  <a:lnTo>
                    <a:pt x="1337748" y="1728509"/>
                  </a:lnTo>
                  <a:lnTo>
                    <a:pt x="1337737" y="1728498"/>
                  </a:lnTo>
                  <a:lnTo>
                    <a:pt x="1337731" y="1728492"/>
                  </a:lnTo>
                  <a:lnTo>
                    <a:pt x="1337721" y="1728481"/>
                  </a:lnTo>
                  <a:lnTo>
                    <a:pt x="1337712" y="1728454"/>
                  </a:lnTo>
                  <a:lnTo>
                    <a:pt x="1337693" y="1728446"/>
                  </a:lnTo>
                  <a:lnTo>
                    <a:pt x="1337676" y="1728441"/>
                  </a:lnTo>
                  <a:lnTo>
                    <a:pt x="1337659" y="1728431"/>
                  </a:lnTo>
                  <a:lnTo>
                    <a:pt x="1337624" y="1728408"/>
                  </a:lnTo>
                  <a:lnTo>
                    <a:pt x="1337616" y="1728405"/>
                  </a:lnTo>
                  <a:lnTo>
                    <a:pt x="1337607" y="1728403"/>
                  </a:lnTo>
                  <a:lnTo>
                    <a:pt x="1337589" y="1728399"/>
                  </a:lnTo>
                  <a:lnTo>
                    <a:pt x="1337572" y="1728393"/>
                  </a:lnTo>
                  <a:lnTo>
                    <a:pt x="1337555" y="1728387"/>
                  </a:lnTo>
                  <a:lnTo>
                    <a:pt x="1337542" y="1728376"/>
                  </a:lnTo>
                  <a:lnTo>
                    <a:pt x="1337540" y="1728371"/>
                  </a:lnTo>
                  <a:lnTo>
                    <a:pt x="1337530" y="1728352"/>
                  </a:lnTo>
                  <a:lnTo>
                    <a:pt x="1337514" y="1728335"/>
                  </a:lnTo>
                  <a:lnTo>
                    <a:pt x="1337499" y="1728321"/>
                  </a:lnTo>
                  <a:lnTo>
                    <a:pt x="1337470" y="1728298"/>
                  </a:lnTo>
                  <a:lnTo>
                    <a:pt x="1337464" y="1728295"/>
                  </a:lnTo>
                  <a:lnTo>
                    <a:pt x="1337440" y="1728289"/>
                  </a:lnTo>
                  <a:lnTo>
                    <a:pt x="1337429" y="1728288"/>
                  </a:lnTo>
                  <a:lnTo>
                    <a:pt x="1337412" y="1728287"/>
                  </a:lnTo>
                  <a:lnTo>
                    <a:pt x="1337404" y="1728286"/>
                  </a:lnTo>
                  <a:lnTo>
                    <a:pt x="1337380" y="1728290"/>
                  </a:lnTo>
                  <a:lnTo>
                    <a:pt x="1337359" y="1728306"/>
                  </a:lnTo>
                  <a:lnTo>
                    <a:pt x="1337343" y="1728321"/>
                  </a:lnTo>
                  <a:lnTo>
                    <a:pt x="1337312" y="1728356"/>
                  </a:lnTo>
                  <a:lnTo>
                    <a:pt x="1337300" y="1728374"/>
                  </a:lnTo>
                  <a:lnTo>
                    <a:pt x="1337288" y="1728392"/>
                  </a:lnTo>
                  <a:lnTo>
                    <a:pt x="1337280" y="1728410"/>
                  </a:lnTo>
                  <a:lnTo>
                    <a:pt x="1337269" y="1728429"/>
                  </a:lnTo>
                  <a:lnTo>
                    <a:pt x="1337266" y="1728435"/>
                  </a:lnTo>
                  <a:lnTo>
                    <a:pt x="1337260" y="1728447"/>
                  </a:lnTo>
                  <a:lnTo>
                    <a:pt x="1337250" y="1728465"/>
                  </a:lnTo>
                  <a:lnTo>
                    <a:pt x="1337238" y="1728482"/>
                  </a:lnTo>
                  <a:lnTo>
                    <a:pt x="1337218" y="1728515"/>
                  </a:lnTo>
                  <a:lnTo>
                    <a:pt x="1337215" y="1728521"/>
                  </a:lnTo>
                  <a:lnTo>
                    <a:pt x="1337202" y="1728537"/>
                  </a:lnTo>
                  <a:lnTo>
                    <a:pt x="1337194" y="1728547"/>
                  </a:lnTo>
                  <a:lnTo>
                    <a:pt x="1337191" y="1728555"/>
                  </a:lnTo>
                  <a:lnTo>
                    <a:pt x="1337185" y="1728566"/>
                  </a:lnTo>
                  <a:lnTo>
                    <a:pt x="1337181" y="1728577"/>
                  </a:lnTo>
                  <a:lnTo>
                    <a:pt x="1337178" y="1728592"/>
                  </a:lnTo>
                  <a:lnTo>
                    <a:pt x="1337176" y="1728601"/>
                  </a:lnTo>
                  <a:lnTo>
                    <a:pt x="1337176" y="1728610"/>
                  </a:lnTo>
                  <a:lnTo>
                    <a:pt x="1337177" y="1728621"/>
                  </a:lnTo>
                  <a:lnTo>
                    <a:pt x="1337193" y="1728693"/>
                  </a:lnTo>
                  <a:lnTo>
                    <a:pt x="1337195" y="1728712"/>
                  </a:lnTo>
                  <a:lnTo>
                    <a:pt x="1337198" y="1728730"/>
                  </a:lnTo>
                  <a:lnTo>
                    <a:pt x="1337209" y="1728749"/>
                  </a:lnTo>
                  <a:lnTo>
                    <a:pt x="1337217" y="1728763"/>
                  </a:lnTo>
                  <a:lnTo>
                    <a:pt x="1337222" y="1728779"/>
                  </a:lnTo>
                  <a:lnTo>
                    <a:pt x="1337222" y="1728786"/>
                  </a:lnTo>
                  <a:lnTo>
                    <a:pt x="1337218" y="1728805"/>
                  </a:lnTo>
                  <a:lnTo>
                    <a:pt x="1337213" y="1728823"/>
                  </a:lnTo>
                  <a:lnTo>
                    <a:pt x="1337202" y="1728841"/>
                  </a:lnTo>
                  <a:lnTo>
                    <a:pt x="1337188" y="1728858"/>
                  </a:lnTo>
                  <a:lnTo>
                    <a:pt x="1337172" y="1728875"/>
                  </a:lnTo>
                  <a:lnTo>
                    <a:pt x="1337145" y="1728907"/>
                  </a:lnTo>
                  <a:lnTo>
                    <a:pt x="1337123" y="1728939"/>
                  </a:lnTo>
                  <a:lnTo>
                    <a:pt x="1337115" y="1728973"/>
                  </a:lnTo>
                  <a:lnTo>
                    <a:pt x="1337117" y="1728983"/>
                  </a:lnTo>
                  <a:lnTo>
                    <a:pt x="1337119" y="1728988"/>
                  </a:lnTo>
                  <a:lnTo>
                    <a:pt x="1337127" y="1729004"/>
                  </a:lnTo>
                  <a:lnTo>
                    <a:pt x="1337141" y="1729023"/>
                  </a:lnTo>
                  <a:lnTo>
                    <a:pt x="1337140" y="1729033"/>
                  </a:lnTo>
                  <a:lnTo>
                    <a:pt x="1337136" y="1729042"/>
                  </a:lnTo>
                  <a:lnTo>
                    <a:pt x="1337117" y="1729079"/>
                  </a:lnTo>
                  <a:lnTo>
                    <a:pt x="1337114" y="1729087"/>
                  </a:lnTo>
                  <a:lnTo>
                    <a:pt x="1337107" y="1729097"/>
                  </a:lnTo>
                  <a:lnTo>
                    <a:pt x="1337099" y="1729115"/>
                  </a:lnTo>
                  <a:lnTo>
                    <a:pt x="1337094" y="1729134"/>
                  </a:lnTo>
                  <a:lnTo>
                    <a:pt x="1337100" y="1729144"/>
                  </a:lnTo>
                  <a:lnTo>
                    <a:pt x="1337107" y="1729149"/>
                  </a:lnTo>
                  <a:lnTo>
                    <a:pt x="1337124" y="1729164"/>
                  </a:lnTo>
                  <a:lnTo>
                    <a:pt x="1337141" y="1729182"/>
                  </a:lnTo>
                  <a:lnTo>
                    <a:pt x="1337153" y="1729200"/>
                  </a:lnTo>
                  <a:lnTo>
                    <a:pt x="1337165" y="1729210"/>
                  </a:lnTo>
                  <a:lnTo>
                    <a:pt x="1337171" y="1729213"/>
                  </a:lnTo>
                  <a:lnTo>
                    <a:pt x="1337178" y="1729217"/>
                  </a:lnTo>
                  <a:lnTo>
                    <a:pt x="1337186" y="1729224"/>
                  </a:lnTo>
                  <a:lnTo>
                    <a:pt x="1337193" y="1729235"/>
                  </a:lnTo>
                  <a:lnTo>
                    <a:pt x="1337197" y="1729244"/>
                  </a:lnTo>
                  <a:lnTo>
                    <a:pt x="1337199" y="1729253"/>
                  </a:lnTo>
                  <a:lnTo>
                    <a:pt x="1337199" y="1729263"/>
                  </a:lnTo>
                  <a:lnTo>
                    <a:pt x="1337200" y="1729281"/>
                  </a:lnTo>
                  <a:lnTo>
                    <a:pt x="1337198" y="1729299"/>
                  </a:lnTo>
                  <a:lnTo>
                    <a:pt x="1337194" y="1729318"/>
                  </a:lnTo>
                  <a:lnTo>
                    <a:pt x="1337188" y="1729336"/>
                  </a:lnTo>
                  <a:lnTo>
                    <a:pt x="1337187" y="1729351"/>
                  </a:lnTo>
                  <a:lnTo>
                    <a:pt x="1337188" y="1729366"/>
                  </a:lnTo>
                  <a:lnTo>
                    <a:pt x="1337190" y="1729374"/>
                  </a:lnTo>
                  <a:lnTo>
                    <a:pt x="1337197" y="1729387"/>
                  </a:lnTo>
                  <a:lnTo>
                    <a:pt x="1337210" y="1729411"/>
                  </a:lnTo>
                  <a:lnTo>
                    <a:pt x="1337219" y="1729427"/>
                  </a:lnTo>
                  <a:lnTo>
                    <a:pt x="1337218" y="1729443"/>
                  </a:lnTo>
                  <a:lnTo>
                    <a:pt x="1337213" y="1729450"/>
                  </a:lnTo>
                  <a:lnTo>
                    <a:pt x="1337201" y="1729466"/>
                  </a:lnTo>
                  <a:lnTo>
                    <a:pt x="1337186" y="1729483"/>
                  </a:lnTo>
                  <a:lnTo>
                    <a:pt x="1337172" y="1729501"/>
                  </a:lnTo>
                  <a:lnTo>
                    <a:pt x="1337162" y="1729516"/>
                  </a:lnTo>
                  <a:lnTo>
                    <a:pt x="1337158" y="1729531"/>
                  </a:lnTo>
                  <a:lnTo>
                    <a:pt x="1337158" y="1729538"/>
                  </a:lnTo>
                  <a:lnTo>
                    <a:pt x="1337165" y="1729552"/>
                  </a:lnTo>
                  <a:lnTo>
                    <a:pt x="1337170" y="1729557"/>
                  </a:lnTo>
                  <a:lnTo>
                    <a:pt x="1337176" y="1729565"/>
                  </a:lnTo>
                  <a:lnTo>
                    <a:pt x="1337185" y="1729572"/>
                  </a:lnTo>
                  <a:lnTo>
                    <a:pt x="1337202" y="1729583"/>
                  </a:lnTo>
                  <a:lnTo>
                    <a:pt x="1337208" y="1729586"/>
                  </a:lnTo>
                  <a:lnTo>
                    <a:pt x="1337215" y="1729592"/>
                  </a:lnTo>
                  <a:lnTo>
                    <a:pt x="1337254" y="1729644"/>
                  </a:lnTo>
                  <a:lnTo>
                    <a:pt x="1337264" y="1729661"/>
                  </a:lnTo>
                  <a:lnTo>
                    <a:pt x="1337269" y="1729673"/>
                  </a:lnTo>
                  <a:lnTo>
                    <a:pt x="1337269" y="1729682"/>
                  </a:lnTo>
                  <a:lnTo>
                    <a:pt x="1337269" y="1729695"/>
                  </a:lnTo>
                  <a:lnTo>
                    <a:pt x="1337266" y="1729718"/>
                  </a:lnTo>
                  <a:lnTo>
                    <a:pt x="1337265" y="1729737"/>
                  </a:lnTo>
                  <a:lnTo>
                    <a:pt x="1337270" y="1729756"/>
                  </a:lnTo>
                  <a:lnTo>
                    <a:pt x="1337272" y="1729774"/>
                  </a:lnTo>
                  <a:lnTo>
                    <a:pt x="1337276" y="1729793"/>
                  </a:lnTo>
                  <a:lnTo>
                    <a:pt x="1337278" y="1729811"/>
                  </a:lnTo>
                  <a:lnTo>
                    <a:pt x="1337289" y="1729848"/>
                  </a:lnTo>
                  <a:lnTo>
                    <a:pt x="1337300" y="1729864"/>
                  </a:lnTo>
                  <a:lnTo>
                    <a:pt x="1337321" y="1729875"/>
                  </a:lnTo>
                  <a:lnTo>
                    <a:pt x="1337336" y="1729884"/>
                  </a:lnTo>
                  <a:lnTo>
                    <a:pt x="1337349" y="1729898"/>
                  </a:lnTo>
                  <a:lnTo>
                    <a:pt x="1337353" y="1729904"/>
                  </a:lnTo>
                  <a:lnTo>
                    <a:pt x="1337366" y="1729920"/>
                  </a:lnTo>
                  <a:lnTo>
                    <a:pt x="1337373" y="1729935"/>
                  </a:lnTo>
                  <a:lnTo>
                    <a:pt x="1337381" y="1729951"/>
                  </a:lnTo>
                  <a:lnTo>
                    <a:pt x="1337387" y="1729956"/>
                  </a:lnTo>
                  <a:lnTo>
                    <a:pt x="1337401" y="1729969"/>
                  </a:lnTo>
                  <a:lnTo>
                    <a:pt x="1337413" y="1729980"/>
                  </a:lnTo>
                  <a:lnTo>
                    <a:pt x="1337415" y="1729999"/>
                  </a:lnTo>
                  <a:lnTo>
                    <a:pt x="1337409" y="1730011"/>
                  </a:lnTo>
                  <a:lnTo>
                    <a:pt x="1337395" y="1730030"/>
                  </a:lnTo>
                  <a:lnTo>
                    <a:pt x="1337391" y="1730039"/>
                  </a:lnTo>
                  <a:lnTo>
                    <a:pt x="1337392" y="1730049"/>
                  </a:lnTo>
                  <a:lnTo>
                    <a:pt x="1337394" y="1730067"/>
                  </a:lnTo>
                  <a:lnTo>
                    <a:pt x="1337394" y="1730086"/>
                  </a:lnTo>
                  <a:lnTo>
                    <a:pt x="1337387" y="1730106"/>
                  </a:lnTo>
                  <a:lnTo>
                    <a:pt x="1337380" y="1730115"/>
                  </a:lnTo>
                  <a:lnTo>
                    <a:pt x="1337374" y="1730119"/>
                  </a:lnTo>
                  <a:lnTo>
                    <a:pt x="1337356" y="1730132"/>
                  </a:lnTo>
                  <a:lnTo>
                    <a:pt x="1337340" y="1730146"/>
                  </a:lnTo>
                  <a:lnTo>
                    <a:pt x="1337325" y="1730164"/>
                  </a:lnTo>
                  <a:lnTo>
                    <a:pt x="1337311" y="1730183"/>
                  </a:lnTo>
                  <a:lnTo>
                    <a:pt x="1337301" y="1730201"/>
                  </a:lnTo>
                  <a:lnTo>
                    <a:pt x="1337291" y="1730220"/>
                  </a:lnTo>
                  <a:lnTo>
                    <a:pt x="1337285" y="1730238"/>
                  </a:lnTo>
                  <a:lnTo>
                    <a:pt x="1337277" y="1730250"/>
                  </a:lnTo>
                  <a:lnTo>
                    <a:pt x="1337271" y="1730252"/>
                  </a:lnTo>
                  <a:lnTo>
                    <a:pt x="1337253" y="1730257"/>
                  </a:lnTo>
                  <a:lnTo>
                    <a:pt x="1337236" y="1730263"/>
                  </a:lnTo>
                  <a:lnTo>
                    <a:pt x="1337230" y="1730263"/>
                  </a:lnTo>
                  <a:lnTo>
                    <a:pt x="1337218" y="1730256"/>
                  </a:lnTo>
                  <a:lnTo>
                    <a:pt x="1337201" y="1730248"/>
                  </a:lnTo>
                  <a:lnTo>
                    <a:pt x="1337195" y="1730246"/>
                  </a:lnTo>
                  <a:lnTo>
                    <a:pt x="1337189" y="1730246"/>
                  </a:lnTo>
                  <a:lnTo>
                    <a:pt x="1337184" y="1730248"/>
                  </a:lnTo>
                  <a:lnTo>
                    <a:pt x="1337176" y="1730253"/>
                  </a:lnTo>
                  <a:lnTo>
                    <a:pt x="1337170" y="1730259"/>
                  </a:lnTo>
                  <a:lnTo>
                    <a:pt x="1337165" y="1730268"/>
                  </a:lnTo>
                  <a:lnTo>
                    <a:pt x="1337161" y="1730307"/>
                  </a:lnTo>
                  <a:lnTo>
                    <a:pt x="1337160" y="1730317"/>
                  </a:lnTo>
                  <a:lnTo>
                    <a:pt x="1337153" y="1730347"/>
                  </a:lnTo>
                  <a:lnTo>
                    <a:pt x="1337148" y="1730355"/>
                  </a:lnTo>
                  <a:lnTo>
                    <a:pt x="1337138" y="1730373"/>
                  </a:lnTo>
                  <a:lnTo>
                    <a:pt x="1337128" y="1730391"/>
                  </a:lnTo>
                  <a:lnTo>
                    <a:pt x="1337115" y="1730421"/>
                  </a:lnTo>
                  <a:lnTo>
                    <a:pt x="1337111" y="1730432"/>
                  </a:lnTo>
                  <a:lnTo>
                    <a:pt x="1337106" y="1730454"/>
                  </a:lnTo>
                  <a:lnTo>
                    <a:pt x="1337107" y="1730465"/>
                  </a:lnTo>
                  <a:lnTo>
                    <a:pt x="1337114" y="1730479"/>
                  </a:lnTo>
                  <a:lnTo>
                    <a:pt x="1337118" y="1730484"/>
                  </a:lnTo>
                  <a:lnTo>
                    <a:pt x="1337136" y="1730491"/>
                  </a:lnTo>
                  <a:lnTo>
                    <a:pt x="1337151" y="1730501"/>
                  </a:lnTo>
                  <a:lnTo>
                    <a:pt x="1337159" y="1730509"/>
                  </a:lnTo>
                  <a:lnTo>
                    <a:pt x="1337163" y="1730517"/>
                  </a:lnTo>
                  <a:lnTo>
                    <a:pt x="1337173" y="1730539"/>
                  </a:lnTo>
                  <a:lnTo>
                    <a:pt x="1337179" y="1730558"/>
                  </a:lnTo>
                  <a:lnTo>
                    <a:pt x="1337184" y="1730576"/>
                  </a:lnTo>
                  <a:lnTo>
                    <a:pt x="1337191" y="1730595"/>
                  </a:lnTo>
                  <a:lnTo>
                    <a:pt x="1337202" y="1730613"/>
                  </a:lnTo>
                  <a:lnTo>
                    <a:pt x="1337211" y="1730627"/>
                  </a:lnTo>
                  <a:lnTo>
                    <a:pt x="1337229" y="1730647"/>
                  </a:lnTo>
                  <a:lnTo>
                    <a:pt x="1337240" y="1730666"/>
                  </a:lnTo>
                  <a:lnTo>
                    <a:pt x="1337248" y="1730678"/>
                  </a:lnTo>
                  <a:lnTo>
                    <a:pt x="1337252" y="1730682"/>
                  </a:lnTo>
                  <a:lnTo>
                    <a:pt x="1337269" y="1730699"/>
                  </a:lnTo>
                  <a:lnTo>
                    <a:pt x="1337277" y="1730710"/>
                  </a:lnTo>
                  <a:lnTo>
                    <a:pt x="1337280" y="1730718"/>
                  </a:lnTo>
                  <a:lnTo>
                    <a:pt x="1337286" y="1730737"/>
                  </a:lnTo>
                  <a:lnTo>
                    <a:pt x="1337289" y="1730756"/>
                  </a:lnTo>
                  <a:lnTo>
                    <a:pt x="1337291" y="1730774"/>
                  </a:lnTo>
                  <a:lnTo>
                    <a:pt x="1337292" y="1730780"/>
                  </a:lnTo>
                  <a:lnTo>
                    <a:pt x="1337288" y="1730789"/>
                  </a:lnTo>
                  <a:lnTo>
                    <a:pt x="1337277" y="1730798"/>
                  </a:lnTo>
                  <a:lnTo>
                    <a:pt x="1337269" y="1730803"/>
                  </a:lnTo>
                  <a:lnTo>
                    <a:pt x="1337251" y="1730813"/>
                  </a:lnTo>
                  <a:lnTo>
                    <a:pt x="1337241" y="1730816"/>
                  </a:lnTo>
                  <a:lnTo>
                    <a:pt x="1337233" y="1730816"/>
                  </a:lnTo>
                  <a:lnTo>
                    <a:pt x="1337216" y="1730818"/>
                  </a:lnTo>
                  <a:lnTo>
                    <a:pt x="1337199" y="1730816"/>
                  </a:lnTo>
                  <a:lnTo>
                    <a:pt x="1337181" y="1730818"/>
                  </a:lnTo>
                  <a:lnTo>
                    <a:pt x="1337168" y="1730820"/>
                  </a:lnTo>
                  <a:lnTo>
                    <a:pt x="1337153" y="1730825"/>
                  </a:lnTo>
                  <a:lnTo>
                    <a:pt x="1337140" y="1730834"/>
                  </a:lnTo>
                  <a:lnTo>
                    <a:pt x="1337129" y="1730844"/>
                  </a:lnTo>
                  <a:lnTo>
                    <a:pt x="1337111" y="1730858"/>
                  </a:lnTo>
                  <a:lnTo>
                    <a:pt x="1337095" y="1730872"/>
                  </a:lnTo>
                  <a:lnTo>
                    <a:pt x="1337077" y="1730885"/>
                  </a:lnTo>
                  <a:lnTo>
                    <a:pt x="1337063" y="1730892"/>
                  </a:lnTo>
                  <a:lnTo>
                    <a:pt x="1337053" y="1730898"/>
                  </a:lnTo>
                  <a:lnTo>
                    <a:pt x="1337042" y="1730911"/>
                  </a:lnTo>
                  <a:lnTo>
                    <a:pt x="1337032" y="1730929"/>
                  </a:lnTo>
                  <a:lnTo>
                    <a:pt x="1337018" y="1730943"/>
                  </a:lnTo>
                  <a:lnTo>
                    <a:pt x="1337005" y="1730952"/>
                  </a:lnTo>
                  <a:lnTo>
                    <a:pt x="1336999" y="1730956"/>
                  </a:lnTo>
                  <a:lnTo>
                    <a:pt x="1336981" y="1730965"/>
                  </a:lnTo>
                  <a:lnTo>
                    <a:pt x="1336973" y="1730969"/>
                  </a:lnTo>
                  <a:lnTo>
                    <a:pt x="1336964" y="1730970"/>
                  </a:lnTo>
                  <a:lnTo>
                    <a:pt x="1336946" y="1730969"/>
                  </a:lnTo>
                  <a:lnTo>
                    <a:pt x="1336928" y="1730973"/>
                  </a:lnTo>
                  <a:lnTo>
                    <a:pt x="1336916" y="1730982"/>
                  </a:lnTo>
                  <a:lnTo>
                    <a:pt x="1336912" y="1730986"/>
                  </a:lnTo>
                  <a:lnTo>
                    <a:pt x="1336903" y="1730995"/>
                  </a:lnTo>
                  <a:lnTo>
                    <a:pt x="1336898" y="1731002"/>
                  </a:lnTo>
                  <a:lnTo>
                    <a:pt x="1336886" y="1731020"/>
                  </a:lnTo>
                  <a:lnTo>
                    <a:pt x="1336878" y="1731039"/>
                  </a:lnTo>
                  <a:lnTo>
                    <a:pt x="1336871" y="1731053"/>
                  </a:lnTo>
                  <a:lnTo>
                    <a:pt x="1336864" y="1731065"/>
                  </a:lnTo>
                  <a:lnTo>
                    <a:pt x="1336859" y="1731075"/>
                  </a:lnTo>
                  <a:lnTo>
                    <a:pt x="1336854" y="1731084"/>
                  </a:lnTo>
                  <a:lnTo>
                    <a:pt x="1336851" y="1731093"/>
                  </a:lnTo>
                  <a:lnTo>
                    <a:pt x="1336845" y="1731112"/>
                  </a:lnTo>
                  <a:lnTo>
                    <a:pt x="1336839" y="1731130"/>
                  </a:lnTo>
                  <a:lnTo>
                    <a:pt x="1336834" y="1731149"/>
                  </a:lnTo>
                  <a:lnTo>
                    <a:pt x="1336827" y="1731167"/>
                  </a:lnTo>
                  <a:lnTo>
                    <a:pt x="1336820" y="1731179"/>
                  </a:lnTo>
                  <a:lnTo>
                    <a:pt x="1336814" y="1731185"/>
                  </a:lnTo>
                  <a:lnTo>
                    <a:pt x="1336796" y="1731197"/>
                  </a:lnTo>
                  <a:lnTo>
                    <a:pt x="1336779" y="1731203"/>
                  </a:lnTo>
                  <a:lnTo>
                    <a:pt x="1336761" y="1731212"/>
                  </a:lnTo>
                  <a:lnTo>
                    <a:pt x="1336744" y="1731222"/>
                  </a:lnTo>
                  <a:lnTo>
                    <a:pt x="1336733" y="1731227"/>
                  </a:lnTo>
                  <a:lnTo>
                    <a:pt x="1336726" y="1731233"/>
                  </a:lnTo>
                  <a:lnTo>
                    <a:pt x="1336711" y="1731248"/>
                  </a:lnTo>
                  <a:lnTo>
                    <a:pt x="1336702" y="1731258"/>
                  </a:lnTo>
                  <a:lnTo>
                    <a:pt x="1336698" y="1731266"/>
                  </a:lnTo>
                  <a:lnTo>
                    <a:pt x="1336692" y="1731277"/>
                  </a:lnTo>
                  <a:lnTo>
                    <a:pt x="1336691" y="1731284"/>
                  </a:lnTo>
                  <a:lnTo>
                    <a:pt x="1336686" y="1731302"/>
                  </a:lnTo>
                  <a:lnTo>
                    <a:pt x="1336683" y="1731321"/>
                  </a:lnTo>
                  <a:lnTo>
                    <a:pt x="1336680" y="1731324"/>
                  </a:lnTo>
                  <a:lnTo>
                    <a:pt x="1336673" y="1731327"/>
                  </a:lnTo>
                  <a:lnTo>
                    <a:pt x="1336666" y="1731328"/>
                  </a:lnTo>
                  <a:lnTo>
                    <a:pt x="1336648" y="1731334"/>
                  </a:lnTo>
                  <a:lnTo>
                    <a:pt x="1336630" y="1731341"/>
                  </a:lnTo>
                  <a:lnTo>
                    <a:pt x="1336613" y="1731349"/>
                  </a:lnTo>
                  <a:lnTo>
                    <a:pt x="1336599" y="1731356"/>
                  </a:lnTo>
                  <a:lnTo>
                    <a:pt x="1336596" y="1731360"/>
                  </a:lnTo>
                  <a:lnTo>
                    <a:pt x="1336597" y="1731378"/>
                  </a:lnTo>
                  <a:lnTo>
                    <a:pt x="1336604" y="1731398"/>
                  </a:lnTo>
                  <a:lnTo>
                    <a:pt x="1336611" y="1731415"/>
                  </a:lnTo>
                  <a:lnTo>
                    <a:pt x="1336616" y="1731429"/>
                  </a:lnTo>
                  <a:lnTo>
                    <a:pt x="1336622" y="1731453"/>
                  </a:lnTo>
                  <a:lnTo>
                    <a:pt x="1336623" y="1731471"/>
                  </a:lnTo>
                  <a:lnTo>
                    <a:pt x="1336623" y="1731490"/>
                  </a:lnTo>
                  <a:lnTo>
                    <a:pt x="1336625" y="1731508"/>
                  </a:lnTo>
                  <a:lnTo>
                    <a:pt x="1336630" y="1731520"/>
                  </a:lnTo>
                  <a:lnTo>
                    <a:pt x="1336636" y="1731525"/>
                  </a:lnTo>
                  <a:lnTo>
                    <a:pt x="1336652" y="1731541"/>
                  </a:lnTo>
                  <a:lnTo>
                    <a:pt x="1336686" y="1731569"/>
                  </a:lnTo>
                  <a:lnTo>
                    <a:pt x="1336702" y="1731583"/>
                  </a:lnTo>
                  <a:lnTo>
                    <a:pt x="1336709" y="1731590"/>
                  </a:lnTo>
                  <a:lnTo>
                    <a:pt x="1336711" y="1731600"/>
                  </a:lnTo>
                  <a:lnTo>
                    <a:pt x="1336711" y="1731618"/>
                  </a:lnTo>
                  <a:lnTo>
                    <a:pt x="1336707" y="1731655"/>
                  </a:lnTo>
                  <a:lnTo>
                    <a:pt x="1336703" y="1731674"/>
                  </a:lnTo>
                  <a:lnTo>
                    <a:pt x="1336700" y="1731692"/>
                  </a:lnTo>
                  <a:lnTo>
                    <a:pt x="1336700" y="1731711"/>
                  </a:lnTo>
                  <a:lnTo>
                    <a:pt x="1336707" y="1731729"/>
                  </a:lnTo>
                  <a:lnTo>
                    <a:pt x="1336709" y="1731748"/>
                  </a:lnTo>
                  <a:lnTo>
                    <a:pt x="1336708" y="1731766"/>
                  </a:lnTo>
                  <a:lnTo>
                    <a:pt x="1336710" y="1731780"/>
                  </a:lnTo>
                  <a:lnTo>
                    <a:pt x="1336710" y="1731803"/>
                  </a:lnTo>
                  <a:lnTo>
                    <a:pt x="1336709" y="1731812"/>
                  </a:lnTo>
                  <a:lnTo>
                    <a:pt x="1336711" y="1731820"/>
                  </a:lnTo>
                  <a:lnTo>
                    <a:pt x="1336720" y="1731840"/>
                  </a:lnTo>
                  <a:lnTo>
                    <a:pt x="1336730" y="1731858"/>
                  </a:lnTo>
                  <a:lnTo>
                    <a:pt x="1336735" y="1731866"/>
                  </a:lnTo>
                  <a:lnTo>
                    <a:pt x="1336739" y="1731876"/>
                  </a:lnTo>
                  <a:lnTo>
                    <a:pt x="1336746" y="1731885"/>
                  </a:lnTo>
                  <a:lnTo>
                    <a:pt x="1336750" y="1731895"/>
                  </a:lnTo>
                  <a:lnTo>
                    <a:pt x="1336754" y="1731914"/>
                  </a:lnTo>
                  <a:lnTo>
                    <a:pt x="1336755" y="1731928"/>
                  </a:lnTo>
                  <a:lnTo>
                    <a:pt x="1336754" y="1731944"/>
                  </a:lnTo>
                  <a:lnTo>
                    <a:pt x="1336756" y="1731951"/>
                  </a:lnTo>
                  <a:lnTo>
                    <a:pt x="1336761" y="1731964"/>
                  </a:lnTo>
                  <a:lnTo>
                    <a:pt x="1336764" y="1731969"/>
                  </a:lnTo>
                  <a:lnTo>
                    <a:pt x="1336769" y="1731981"/>
                  </a:lnTo>
                  <a:lnTo>
                    <a:pt x="1336767" y="1731988"/>
                  </a:lnTo>
                  <a:lnTo>
                    <a:pt x="1336759" y="1732004"/>
                  </a:lnTo>
                  <a:lnTo>
                    <a:pt x="1336761" y="1732016"/>
                  </a:lnTo>
                  <a:lnTo>
                    <a:pt x="1336765" y="1732025"/>
                  </a:lnTo>
                  <a:lnTo>
                    <a:pt x="1336768" y="1732032"/>
                  </a:lnTo>
                  <a:lnTo>
                    <a:pt x="1336778" y="1732042"/>
                  </a:lnTo>
                  <a:lnTo>
                    <a:pt x="1336790" y="1732051"/>
                  </a:lnTo>
                  <a:lnTo>
                    <a:pt x="1336794" y="1732056"/>
                  </a:lnTo>
                  <a:lnTo>
                    <a:pt x="1336797" y="1732067"/>
                  </a:lnTo>
                  <a:lnTo>
                    <a:pt x="1336797" y="1732075"/>
                  </a:lnTo>
                  <a:lnTo>
                    <a:pt x="1336796" y="1732093"/>
                  </a:lnTo>
                  <a:lnTo>
                    <a:pt x="1336781" y="1732148"/>
                  </a:lnTo>
                  <a:lnTo>
                    <a:pt x="1336781" y="1732175"/>
                  </a:lnTo>
                  <a:lnTo>
                    <a:pt x="1336784" y="1732185"/>
                  </a:lnTo>
                  <a:lnTo>
                    <a:pt x="1336792" y="1732204"/>
                  </a:lnTo>
                  <a:lnTo>
                    <a:pt x="1336799" y="1732223"/>
                  </a:lnTo>
                  <a:lnTo>
                    <a:pt x="1336818" y="1732262"/>
                  </a:lnTo>
                  <a:lnTo>
                    <a:pt x="1336830" y="1732277"/>
                  </a:lnTo>
                  <a:lnTo>
                    <a:pt x="1336856" y="1732291"/>
                  </a:lnTo>
                  <a:lnTo>
                    <a:pt x="1336874" y="1732302"/>
                  </a:lnTo>
                  <a:lnTo>
                    <a:pt x="1336880" y="1732310"/>
                  </a:lnTo>
                  <a:lnTo>
                    <a:pt x="1336885" y="1732316"/>
                  </a:lnTo>
                  <a:lnTo>
                    <a:pt x="1336878" y="1732328"/>
                  </a:lnTo>
                  <a:lnTo>
                    <a:pt x="1336866" y="1732337"/>
                  </a:lnTo>
                  <a:lnTo>
                    <a:pt x="1336856" y="1732346"/>
                  </a:lnTo>
                  <a:lnTo>
                    <a:pt x="1336842" y="1732364"/>
                  </a:lnTo>
                  <a:lnTo>
                    <a:pt x="1336834" y="1732377"/>
                  </a:lnTo>
                  <a:lnTo>
                    <a:pt x="1336836" y="1732382"/>
                  </a:lnTo>
                  <a:lnTo>
                    <a:pt x="1336844" y="1732391"/>
                  </a:lnTo>
                  <a:lnTo>
                    <a:pt x="1336852" y="1732396"/>
                  </a:lnTo>
                  <a:lnTo>
                    <a:pt x="1336869" y="1732410"/>
                  </a:lnTo>
                  <a:lnTo>
                    <a:pt x="1336878" y="1732419"/>
                  </a:lnTo>
                  <a:lnTo>
                    <a:pt x="1336878" y="1732427"/>
                  </a:lnTo>
                  <a:lnTo>
                    <a:pt x="1336874" y="1732435"/>
                  </a:lnTo>
                  <a:lnTo>
                    <a:pt x="1336869" y="1732441"/>
                  </a:lnTo>
                  <a:lnTo>
                    <a:pt x="1336849" y="1732461"/>
                  </a:lnTo>
                  <a:lnTo>
                    <a:pt x="1336837" y="1732478"/>
                  </a:lnTo>
                  <a:lnTo>
                    <a:pt x="1336836" y="1732487"/>
                  </a:lnTo>
                  <a:lnTo>
                    <a:pt x="1336840" y="1732497"/>
                  </a:lnTo>
                  <a:lnTo>
                    <a:pt x="1336850" y="1732508"/>
                  </a:lnTo>
                  <a:lnTo>
                    <a:pt x="1336858" y="1732519"/>
                  </a:lnTo>
                  <a:lnTo>
                    <a:pt x="1336862" y="1732532"/>
                  </a:lnTo>
                  <a:lnTo>
                    <a:pt x="1336857" y="1732548"/>
                  </a:lnTo>
                  <a:lnTo>
                    <a:pt x="1336851" y="1732568"/>
                  </a:lnTo>
                  <a:lnTo>
                    <a:pt x="1336852" y="1732579"/>
                  </a:lnTo>
                  <a:lnTo>
                    <a:pt x="1336855" y="1732584"/>
                  </a:lnTo>
                  <a:lnTo>
                    <a:pt x="1336859" y="1732593"/>
                  </a:lnTo>
                  <a:lnTo>
                    <a:pt x="1336865" y="1732603"/>
                  </a:lnTo>
                  <a:lnTo>
                    <a:pt x="1336893" y="1732641"/>
                  </a:lnTo>
                  <a:lnTo>
                    <a:pt x="1336904" y="1732660"/>
                  </a:lnTo>
                  <a:lnTo>
                    <a:pt x="1336911" y="1732673"/>
                  </a:lnTo>
                  <a:lnTo>
                    <a:pt x="1336915" y="1732678"/>
                  </a:lnTo>
                  <a:lnTo>
                    <a:pt x="1336921" y="1732686"/>
                  </a:lnTo>
                  <a:lnTo>
                    <a:pt x="1336932" y="1732694"/>
                  </a:lnTo>
                  <a:lnTo>
                    <a:pt x="1336938" y="1732703"/>
                  </a:lnTo>
                  <a:lnTo>
                    <a:pt x="1336943" y="1732711"/>
                  </a:lnTo>
                  <a:lnTo>
                    <a:pt x="1336950" y="1732729"/>
                  </a:lnTo>
                  <a:lnTo>
                    <a:pt x="1336953" y="1732748"/>
                  </a:lnTo>
                  <a:lnTo>
                    <a:pt x="1336956" y="1732757"/>
                  </a:lnTo>
                  <a:lnTo>
                    <a:pt x="1336955" y="1732766"/>
                  </a:lnTo>
                  <a:lnTo>
                    <a:pt x="1336959" y="1732785"/>
                  </a:lnTo>
                  <a:lnTo>
                    <a:pt x="1336963" y="1732803"/>
                  </a:lnTo>
                  <a:lnTo>
                    <a:pt x="1336966" y="1732822"/>
                  </a:lnTo>
                  <a:lnTo>
                    <a:pt x="1336971" y="1732841"/>
                  </a:lnTo>
                  <a:lnTo>
                    <a:pt x="1336976" y="1732859"/>
                  </a:lnTo>
                  <a:lnTo>
                    <a:pt x="1336979" y="1732878"/>
                  </a:lnTo>
                  <a:lnTo>
                    <a:pt x="1336979" y="1732887"/>
                  </a:lnTo>
                  <a:lnTo>
                    <a:pt x="1336971" y="1732895"/>
                  </a:lnTo>
                  <a:lnTo>
                    <a:pt x="1336957" y="1732912"/>
                  </a:lnTo>
                  <a:lnTo>
                    <a:pt x="1336950" y="1732930"/>
                  </a:lnTo>
                  <a:lnTo>
                    <a:pt x="1336948" y="1732949"/>
                  </a:lnTo>
                  <a:lnTo>
                    <a:pt x="1336943" y="1732961"/>
                  </a:lnTo>
                  <a:lnTo>
                    <a:pt x="1336943" y="1732967"/>
                  </a:lnTo>
                  <a:lnTo>
                    <a:pt x="1336941" y="1732985"/>
                  </a:lnTo>
                  <a:lnTo>
                    <a:pt x="1336939" y="1733004"/>
                  </a:lnTo>
                  <a:lnTo>
                    <a:pt x="1336937" y="1733022"/>
                  </a:lnTo>
                  <a:lnTo>
                    <a:pt x="1336936" y="1733041"/>
                  </a:lnTo>
                  <a:lnTo>
                    <a:pt x="1336935" y="1733047"/>
                  </a:lnTo>
                  <a:lnTo>
                    <a:pt x="1336936" y="1733059"/>
                  </a:lnTo>
                  <a:lnTo>
                    <a:pt x="1336940" y="1733078"/>
                  </a:lnTo>
                  <a:lnTo>
                    <a:pt x="1336949" y="1733096"/>
                  </a:lnTo>
                  <a:lnTo>
                    <a:pt x="1336962" y="1733115"/>
                  </a:lnTo>
                  <a:lnTo>
                    <a:pt x="1336977" y="1733133"/>
                  </a:lnTo>
                  <a:lnTo>
                    <a:pt x="1336982" y="1733135"/>
                  </a:lnTo>
                  <a:lnTo>
                    <a:pt x="1336994" y="1733149"/>
                  </a:lnTo>
                  <a:lnTo>
                    <a:pt x="1336995" y="1733159"/>
                  </a:lnTo>
                  <a:lnTo>
                    <a:pt x="1336993" y="1733166"/>
                  </a:lnTo>
                  <a:lnTo>
                    <a:pt x="1336988" y="1733185"/>
                  </a:lnTo>
                  <a:lnTo>
                    <a:pt x="1336990" y="1733189"/>
                  </a:lnTo>
                  <a:lnTo>
                    <a:pt x="1336996" y="1733190"/>
                  </a:lnTo>
                  <a:lnTo>
                    <a:pt x="1337005" y="1733184"/>
                  </a:lnTo>
                  <a:lnTo>
                    <a:pt x="1337016" y="1733173"/>
                  </a:lnTo>
                  <a:lnTo>
                    <a:pt x="1337023" y="1733168"/>
                  </a:lnTo>
                  <a:lnTo>
                    <a:pt x="1337037" y="1733164"/>
                  </a:lnTo>
                  <a:lnTo>
                    <a:pt x="1337045" y="1733166"/>
                  </a:lnTo>
                  <a:lnTo>
                    <a:pt x="1337053" y="1733175"/>
                  </a:lnTo>
                  <a:lnTo>
                    <a:pt x="1337059" y="1733193"/>
                  </a:lnTo>
                  <a:lnTo>
                    <a:pt x="1337059" y="1733199"/>
                  </a:lnTo>
                  <a:lnTo>
                    <a:pt x="1337066" y="1733212"/>
                  </a:lnTo>
                  <a:lnTo>
                    <a:pt x="1337073" y="1733219"/>
                  </a:lnTo>
                  <a:lnTo>
                    <a:pt x="1337083" y="1733222"/>
                  </a:lnTo>
                  <a:lnTo>
                    <a:pt x="1337089" y="1733223"/>
                  </a:lnTo>
                  <a:lnTo>
                    <a:pt x="1337095" y="1733226"/>
                  </a:lnTo>
                  <a:lnTo>
                    <a:pt x="1337100" y="1733231"/>
                  </a:lnTo>
                  <a:lnTo>
                    <a:pt x="1337110" y="1733250"/>
                  </a:lnTo>
                  <a:lnTo>
                    <a:pt x="1337123" y="1733287"/>
                  </a:lnTo>
                  <a:lnTo>
                    <a:pt x="1337132" y="1733306"/>
                  </a:lnTo>
                  <a:lnTo>
                    <a:pt x="1337140" y="1733324"/>
                  </a:lnTo>
                  <a:lnTo>
                    <a:pt x="1337145" y="1733343"/>
                  </a:lnTo>
                  <a:lnTo>
                    <a:pt x="1337149" y="1733349"/>
                  </a:lnTo>
                  <a:lnTo>
                    <a:pt x="1337151" y="1733361"/>
                  </a:lnTo>
                  <a:lnTo>
                    <a:pt x="1337156" y="1733380"/>
                  </a:lnTo>
                  <a:lnTo>
                    <a:pt x="1337157" y="1733388"/>
                  </a:lnTo>
                  <a:lnTo>
                    <a:pt x="1337164" y="1733399"/>
                  </a:lnTo>
                  <a:lnTo>
                    <a:pt x="1337181" y="1733410"/>
                  </a:lnTo>
                  <a:lnTo>
                    <a:pt x="1337200" y="1733420"/>
                  </a:lnTo>
                  <a:lnTo>
                    <a:pt x="1337214" y="1733433"/>
                  </a:lnTo>
                  <a:lnTo>
                    <a:pt x="1337229" y="1733450"/>
                  </a:lnTo>
                  <a:lnTo>
                    <a:pt x="1337235" y="1733456"/>
                  </a:lnTo>
                  <a:lnTo>
                    <a:pt x="1337240" y="1733468"/>
                  </a:lnTo>
                  <a:lnTo>
                    <a:pt x="1337249" y="1733484"/>
                  </a:lnTo>
                  <a:lnTo>
                    <a:pt x="1337255" y="1733505"/>
                  </a:lnTo>
                  <a:lnTo>
                    <a:pt x="1337256" y="1733515"/>
                  </a:lnTo>
                  <a:lnTo>
                    <a:pt x="1337259" y="1733524"/>
                  </a:lnTo>
                  <a:lnTo>
                    <a:pt x="1337262" y="1733531"/>
                  </a:lnTo>
                  <a:lnTo>
                    <a:pt x="1337259" y="1733542"/>
                  </a:lnTo>
                  <a:lnTo>
                    <a:pt x="1337249" y="1733560"/>
                  </a:lnTo>
                  <a:lnTo>
                    <a:pt x="1337244" y="1733579"/>
                  </a:lnTo>
                  <a:lnTo>
                    <a:pt x="1337235" y="1733597"/>
                  </a:lnTo>
                  <a:lnTo>
                    <a:pt x="1337226" y="1733613"/>
                  </a:lnTo>
                  <a:lnTo>
                    <a:pt x="1337220" y="1733623"/>
                  </a:lnTo>
                  <a:lnTo>
                    <a:pt x="1337217" y="1733634"/>
                  </a:lnTo>
                  <a:lnTo>
                    <a:pt x="1337209" y="1733652"/>
                  </a:lnTo>
                  <a:lnTo>
                    <a:pt x="1337206" y="1733661"/>
                  </a:lnTo>
                  <a:lnTo>
                    <a:pt x="1337206" y="1733670"/>
                  </a:lnTo>
                  <a:lnTo>
                    <a:pt x="1337208" y="1733681"/>
                  </a:lnTo>
                  <a:lnTo>
                    <a:pt x="1337216" y="1733689"/>
                  </a:lnTo>
                  <a:lnTo>
                    <a:pt x="1337233" y="1733703"/>
                  </a:lnTo>
                  <a:lnTo>
                    <a:pt x="1337248" y="1733719"/>
                  </a:lnTo>
                  <a:lnTo>
                    <a:pt x="1337259" y="1733738"/>
                  </a:lnTo>
                  <a:lnTo>
                    <a:pt x="1337271" y="1733757"/>
                  </a:lnTo>
                  <a:lnTo>
                    <a:pt x="1337296" y="1733810"/>
                  </a:lnTo>
                  <a:lnTo>
                    <a:pt x="1337304" y="1733819"/>
                  </a:lnTo>
                  <a:lnTo>
                    <a:pt x="1337313" y="1733825"/>
                  </a:lnTo>
                  <a:lnTo>
                    <a:pt x="1337331" y="1733837"/>
                  </a:lnTo>
                  <a:lnTo>
                    <a:pt x="1337348" y="1733847"/>
                  </a:lnTo>
                  <a:lnTo>
                    <a:pt x="1337355" y="1733851"/>
                  </a:lnTo>
                  <a:lnTo>
                    <a:pt x="1337365" y="1733860"/>
                  </a:lnTo>
                  <a:lnTo>
                    <a:pt x="1337381" y="1733874"/>
                  </a:lnTo>
                  <a:lnTo>
                    <a:pt x="1337389" y="1733882"/>
                  </a:lnTo>
                  <a:lnTo>
                    <a:pt x="1337398" y="1733887"/>
                  </a:lnTo>
                  <a:lnTo>
                    <a:pt x="1337415" y="1733902"/>
                  </a:lnTo>
                  <a:lnTo>
                    <a:pt x="1337432" y="1733915"/>
                  </a:lnTo>
                  <a:lnTo>
                    <a:pt x="1337449" y="1733930"/>
                  </a:lnTo>
                  <a:lnTo>
                    <a:pt x="1337466" y="1733944"/>
                  </a:lnTo>
                  <a:lnTo>
                    <a:pt x="1337483" y="1733959"/>
                  </a:lnTo>
                  <a:lnTo>
                    <a:pt x="1337487" y="1733963"/>
                  </a:lnTo>
                  <a:lnTo>
                    <a:pt x="1337496" y="1733977"/>
                  </a:lnTo>
                  <a:lnTo>
                    <a:pt x="1337499" y="1733994"/>
                  </a:lnTo>
                  <a:lnTo>
                    <a:pt x="1337498" y="1734012"/>
                  </a:lnTo>
                  <a:lnTo>
                    <a:pt x="1337499" y="1734021"/>
                  </a:lnTo>
                  <a:lnTo>
                    <a:pt x="1337501" y="1734026"/>
                  </a:lnTo>
                  <a:lnTo>
                    <a:pt x="1337506" y="1734029"/>
                  </a:lnTo>
                  <a:lnTo>
                    <a:pt x="1337522" y="1734046"/>
                  </a:lnTo>
                  <a:lnTo>
                    <a:pt x="1337529" y="1734055"/>
                  </a:lnTo>
                  <a:lnTo>
                    <a:pt x="1337538" y="1734062"/>
                  </a:lnTo>
                  <a:lnTo>
                    <a:pt x="1337555" y="1734066"/>
                  </a:lnTo>
                  <a:lnTo>
                    <a:pt x="1337562" y="1734066"/>
                  </a:lnTo>
                  <a:lnTo>
                    <a:pt x="1337575" y="1734071"/>
                  </a:lnTo>
                  <a:lnTo>
                    <a:pt x="1337588" y="1734081"/>
                  </a:lnTo>
                  <a:lnTo>
                    <a:pt x="1337601" y="1734101"/>
                  </a:lnTo>
                  <a:lnTo>
                    <a:pt x="1337605" y="1734106"/>
                  </a:lnTo>
                  <a:lnTo>
                    <a:pt x="1337612" y="1734119"/>
                  </a:lnTo>
                  <a:lnTo>
                    <a:pt x="1337617" y="1734138"/>
                  </a:lnTo>
                  <a:lnTo>
                    <a:pt x="1337623" y="1734156"/>
                  </a:lnTo>
                  <a:lnTo>
                    <a:pt x="1337624" y="1734165"/>
                  </a:lnTo>
                  <a:lnTo>
                    <a:pt x="1337629" y="1734175"/>
                  </a:lnTo>
                  <a:lnTo>
                    <a:pt x="1337629" y="1734182"/>
                  </a:lnTo>
                  <a:lnTo>
                    <a:pt x="1337635" y="1734193"/>
                  </a:lnTo>
                  <a:lnTo>
                    <a:pt x="1337644" y="1734230"/>
                  </a:lnTo>
                  <a:lnTo>
                    <a:pt x="1337647" y="1734239"/>
                  </a:lnTo>
                  <a:lnTo>
                    <a:pt x="1337652" y="1734249"/>
                  </a:lnTo>
                  <a:lnTo>
                    <a:pt x="1337660" y="1734268"/>
                  </a:lnTo>
                  <a:lnTo>
                    <a:pt x="1337664" y="1734276"/>
                  </a:lnTo>
                  <a:lnTo>
                    <a:pt x="1337666" y="1734287"/>
                  </a:lnTo>
                  <a:lnTo>
                    <a:pt x="1337671" y="1734294"/>
                  </a:lnTo>
                  <a:lnTo>
                    <a:pt x="1337681" y="1734304"/>
                  </a:lnTo>
                  <a:lnTo>
                    <a:pt x="1337698" y="1734319"/>
                  </a:lnTo>
                  <a:lnTo>
                    <a:pt x="1337705" y="1734325"/>
                  </a:lnTo>
                  <a:lnTo>
                    <a:pt x="1337712" y="1734336"/>
                  </a:lnTo>
                  <a:lnTo>
                    <a:pt x="1337716" y="1734344"/>
                  </a:lnTo>
                  <a:lnTo>
                    <a:pt x="1337724" y="1734353"/>
                  </a:lnTo>
                  <a:lnTo>
                    <a:pt x="1337737" y="1734364"/>
                  </a:lnTo>
                  <a:lnTo>
                    <a:pt x="1337743" y="1734368"/>
                  </a:lnTo>
                  <a:lnTo>
                    <a:pt x="1337753" y="1734370"/>
                  </a:lnTo>
                  <a:lnTo>
                    <a:pt x="1337765" y="1734371"/>
                  </a:lnTo>
                  <a:lnTo>
                    <a:pt x="1337776" y="1734371"/>
                  </a:lnTo>
                  <a:lnTo>
                    <a:pt x="1337783" y="1734373"/>
                  </a:lnTo>
                  <a:lnTo>
                    <a:pt x="1337789" y="1734377"/>
                  </a:lnTo>
                  <a:lnTo>
                    <a:pt x="1337796" y="1734391"/>
                  </a:lnTo>
                  <a:lnTo>
                    <a:pt x="1337801" y="1734402"/>
                  </a:lnTo>
                  <a:lnTo>
                    <a:pt x="1337805" y="1734407"/>
                  </a:lnTo>
                  <a:lnTo>
                    <a:pt x="1337823" y="1734421"/>
                  </a:lnTo>
                  <a:lnTo>
                    <a:pt x="1337838" y="1734436"/>
                  </a:lnTo>
                  <a:lnTo>
                    <a:pt x="1337845" y="1734442"/>
                  </a:lnTo>
                  <a:lnTo>
                    <a:pt x="1337851" y="1734453"/>
                  </a:lnTo>
                  <a:lnTo>
                    <a:pt x="1337856" y="1734460"/>
                  </a:lnTo>
                  <a:lnTo>
                    <a:pt x="1337859" y="1734471"/>
                  </a:lnTo>
                  <a:lnTo>
                    <a:pt x="1337863" y="1734490"/>
                  </a:lnTo>
                  <a:lnTo>
                    <a:pt x="1337866" y="1734508"/>
                  </a:lnTo>
                  <a:lnTo>
                    <a:pt x="1337869" y="1734515"/>
                  </a:lnTo>
                  <a:lnTo>
                    <a:pt x="1337879" y="1734527"/>
                  </a:lnTo>
                  <a:lnTo>
                    <a:pt x="1337896" y="1734543"/>
                  </a:lnTo>
                  <a:lnTo>
                    <a:pt x="1337913" y="1734557"/>
                  </a:lnTo>
                  <a:lnTo>
                    <a:pt x="1337926" y="1734576"/>
                  </a:lnTo>
                  <a:lnTo>
                    <a:pt x="1337939" y="1734597"/>
                  </a:lnTo>
                  <a:lnTo>
                    <a:pt x="1337947" y="1734600"/>
                  </a:lnTo>
                  <a:lnTo>
                    <a:pt x="1337960" y="1734601"/>
                  </a:lnTo>
                  <a:lnTo>
                    <a:pt x="1337992" y="1734600"/>
                  </a:lnTo>
                  <a:lnTo>
                    <a:pt x="1338001" y="1734603"/>
                  </a:lnTo>
                  <a:lnTo>
                    <a:pt x="1338009" y="1734608"/>
                  </a:lnTo>
                  <a:lnTo>
                    <a:pt x="1338026" y="1734625"/>
                  </a:lnTo>
                  <a:lnTo>
                    <a:pt x="1338040" y="1734643"/>
                  </a:lnTo>
                  <a:lnTo>
                    <a:pt x="1338049" y="1734655"/>
                  </a:lnTo>
                  <a:lnTo>
                    <a:pt x="1338052" y="1734662"/>
                  </a:lnTo>
                  <a:lnTo>
                    <a:pt x="1338056" y="1734671"/>
                  </a:lnTo>
                  <a:lnTo>
                    <a:pt x="1338060" y="1734681"/>
                  </a:lnTo>
                  <a:lnTo>
                    <a:pt x="1338065" y="1734699"/>
                  </a:lnTo>
                  <a:lnTo>
                    <a:pt x="1338068" y="1734718"/>
                  </a:lnTo>
                  <a:lnTo>
                    <a:pt x="1338074" y="1734738"/>
                  </a:lnTo>
                  <a:lnTo>
                    <a:pt x="1338079" y="1734744"/>
                  </a:lnTo>
                  <a:lnTo>
                    <a:pt x="1338088" y="1734747"/>
                  </a:lnTo>
                  <a:lnTo>
                    <a:pt x="1338105" y="1734750"/>
                  </a:lnTo>
                  <a:lnTo>
                    <a:pt x="1338123" y="1734754"/>
                  </a:lnTo>
                  <a:lnTo>
                    <a:pt x="1338157" y="1734770"/>
                  </a:lnTo>
                  <a:lnTo>
                    <a:pt x="1338174" y="1734780"/>
                  </a:lnTo>
                  <a:lnTo>
                    <a:pt x="1338192" y="1734792"/>
                  </a:lnTo>
                  <a:lnTo>
                    <a:pt x="1338226" y="1734817"/>
                  </a:lnTo>
                  <a:lnTo>
                    <a:pt x="1338243" y="1734833"/>
                  </a:lnTo>
                  <a:lnTo>
                    <a:pt x="1338258" y="1734849"/>
                  </a:lnTo>
                  <a:lnTo>
                    <a:pt x="1338273" y="1734867"/>
                  </a:lnTo>
                  <a:lnTo>
                    <a:pt x="1338287" y="1734883"/>
                  </a:lnTo>
                  <a:lnTo>
                    <a:pt x="1338304" y="1734895"/>
                  </a:lnTo>
                  <a:lnTo>
                    <a:pt x="1338322" y="1734905"/>
                  </a:lnTo>
                  <a:lnTo>
                    <a:pt x="1338339" y="1734912"/>
                  </a:lnTo>
                  <a:lnTo>
                    <a:pt x="1338356" y="1734918"/>
                  </a:lnTo>
                  <a:lnTo>
                    <a:pt x="1338373" y="1734919"/>
                  </a:lnTo>
                  <a:lnTo>
                    <a:pt x="1338391" y="1734921"/>
                  </a:lnTo>
                  <a:lnTo>
                    <a:pt x="1338400" y="1734921"/>
                  </a:lnTo>
                  <a:lnTo>
                    <a:pt x="1338408" y="1734924"/>
                  </a:lnTo>
                  <a:lnTo>
                    <a:pt x="1338426" y="1734931"/>
                  </a:lnTo>
                  <a:lnTo>
                    <a:pt x="1338443" y="1734938"/>
                  </a:lnTo>
                  <a:lnTo>
                    <a:pt x="1338460" y="1734947"/>
                  </a:lnTo>
                  <a:lnTo>
                    <a:pt x="1338476" y="1734957"/>
                  </a:lnTo>
                  <a:lnTo>
                    <a:pt x="1338482" y="1734958"/>
                  </a:lnTo>
                  <a:lnTo>
                    <a:pt x="1338496" y="1734952"/>
                  </a:lnTo>
                  <a:lnTo>
                    <a:pt x="1338511" y="1734940"/>
                  </a:lnTo>
                  <a:lnTo>
                    <a:pt x="1338529" y="1734924"/>
                  </a:lnTo>
                  <a:lnTo>
                    <a:pt x="1338546" y="1734908"/>
                  </a:lnTo>
                  <a:lnTo>
                    <a:pt x="1338564" y="1734896"/>
                  </a:lnTo>
                  <a:lnTo>
                    <a:pt x="1338580" y="1734881"/>
                  </a:lnTo>
                  <a:lnTo>
                    <a:pt x="1338596" y="1734867"/>
                  </a:lnTo>
                  <a:lnTo>
                    <a:pt x="1338613" y="1734852"/>
                  </a:lnTo>
                  <a:lnTo>
                    <a:pt x="1338630" y="1734838"/>
                  </a:lnTo>
                  <a:lnTo>
                    <a:pt x="1338646" y="1734820"/>
                  </a:lnTo>
                  <a:lnTo>
                    <a:pt x="1338660" y="1734803"/>
                  </a:lnTo>
                  <a:lnTo>
                    <a:pt x="1338678" y="1734786"/>
                  </a:lnTo>
                  <a:lnTo>
                    <a:pt x="1338693" y="1734769"/>
                  </a:lnTo>
                  <a:lnTo>
                    <a:pt x="1338724" y="1734737"/>
                  </a:lnTo>
                  <a:lnTo>
                    <a:pt x="1338741" y="1734721"/>
                  </a:lnTo>
                  <a:lnTo>
                    <a:pt x="1338759" y="1734711"/>
                  </a:lnTo>
                  <a:lnTo>
                    <a:pt x="1338794" y="1734689"/>
                  </a:lnTo>
                  <a:lnTo>
                    <a:pt x="1338812" y="1734685"/>
                  </a:lnTo>
                  <a:lnTo>
                    <a:pt x="1338823" y="1734677"/>
                  </a:lnTo>
                  <a:lnTo>
                    <a:pt x="1338868" y="1734656"/>
                  </a:lnTo>
                  <a:lnTo>
                    <a:pt x="1338878" y="1734653"/>
                  </a:lnTo>
                  <a:lnTo>
                    <a:pt x="1338947" y="1734632"/>
                  </a:lnTo>
                  <a:lnTo>
                    <a:pt x="1338965" y="1734629"/>
                  </a:lnTo>
                  <a:lnTo>
                    <a:pt x="1338982" y="1734626"/>
                  </a:lnTo>
                  <a:lnTo>
                    <a:pt x="1338999" y="1734623"/>
                  </a:lnTo>
                  <a:lnTo>
                    <a:pt x="1339017" y="1734618"/>
                  </a:lnTo>
                  <a:lnTo>
                    <a:pt x="1339034" y="1734617"/>
                  </a:lnTo>
                  <a:lnTo>
                    <a:pt x="1339051" y="1734618"/>
                  </a:lnTo>
                  <a:lnTo>
                    <a:pt x="1339069" y="1734617"/>
                  </a:lnTo>
                  <a:lnTo>
                    <a:pt x="1339086" y="1734615"/>
                  </a:lnTo>
                  <a:lnTo>
                    <a:pt x="1339103" y="1734615"/>
                  </a:lnTo>
                  <a:lnTo>
                    <a:pt x="1339112" y="1734613"/>
                  </a:lnTo>
                  <a:lnTo>
                    <a:pt x="1339121" y="1734613"/>
                  </a:lnTo>
                  <a:lnTo>
                    <a:pt x="1339139" y="1734611"/>
                  </a:lnTo>
                  <a:lnTo>
                    <a:pt x="1339144" y="1734610"/>
                  </a:lnTo>
                  <a:lnTo>
                    <a:pt x="1339156" y="1734606"/>
                  </a:lnTo>
                  <a:lnTo>
                    <a:pt x="1339182" y="1734606"/>
                  </a:lnTo>
                  <a:lnTo>
                    <a:pt x="1339191" y="1734604"/>
                  </a:lnTo>
                  <a:lnTo>
                    <a:pt x="1339210" y="1734601"/>
                  </a:lnTo>
                  <a:lnTo>
                    <a:pt x="1339225" y="1734602"/>
                  </a:lnTo>
                  <a:lnTo>
                    <a:pt x="1339242" y="1734613"/>
                  </a:lnTo>
                  <a:lnTo>
                    <a:pt x="1339259" y="1734627"/>
                  </a:lnTo>
                  <a:lnTo>
                    <a:pt x="1339274" y="1734644"/>
                  </a:lnTo>
                  <a:lnTo>
                    <a:pt x="1339290" y="1734663"/>
                  </a:lnTo>
                  <a:lnTo>
                    <a:pt x="1339305" y="1734682"/>
                  </a:lnTo>
                  <a:lnTo>
                    <a:pt x="1339314" y="1734694"/>
                  </a:lnTo>
                  <a:lnTo>
                    <a:pt x="1339320" y="1734718"/>
                  </a:lnTo>
                  <a:lnTo>
                    <a:pt x="1339323" y="1734729"/>
                  </a:lnTo>
                  <a:lnTo>
                    <a:pt x="1339328" y="1734747"/>
                  </a:lnTo>
                  <a:lnTo>
                    <a:pt x="1339339" y="1734785"/>
                  </a:lnTo>
                  <a:lnTo>
                    <a:pt x="1339345" y="1734803"/>
                  </a:lnTo>
                  <a:lnTo>
                    <a:pt x="1339353" y="1734821"/>
                  </a:lnTo>
                  <a:lnTo>
                    <a:pt x="1339359" y="1734834"/>
                  </a:lnTo>
                  <a:lnTo>
                    <a:pt x="1339375" y="1734858"/>
                  </a:lnTo>
                  <a:lnTo>
                    <a:pt x="1339390" y="1734876"/>
                  </a:lnTo>
                  <a:lnTo>
                    <a:pt x="1339407" y="1734889"/>
                  </a:lnTo>
                  <a:lnTo>
                    <a:pt x="1339416" y="1734893"/>
                  </a:lnTo>
                  <a:lnTo>
                    <a:pt x="1339441" y="1734907"/>
                  </a:lnTo>
                  <a:lnTo>
                    <a:pt x="1339459" y="1734910"/>
                  </a:lnTo>
                  <a:lnTo>
                    <a:pt x="1339476" y="1734906"/>
                  </a:lnTo>
                  <a:lnTo>
                    <a:pt x="1339515" y="1734889"/>
                  </a:lnTo>
                  <a:lnTo>
                    <a:pt x="1339527" y="1734882"/>
                  </a:lnTo>
                  <a:lnTo>
                    <a:pt x="1339545" y="1734874"/>
                  </a:lnTo>
                  <a:lnTo>
                    <a:pt x="1339561" y="1734875"/>
                  </a:lnTo>
                  <a:lnTo>
                    <a:pt x="1339579" y="1734879"/>
                  </a:lnTo>
                  <a:lnTo>
                    <a:pt x="1339596" y="1734885"/>
                  </a:lnTo>
                  <a:lnTo>
                    <a:pt x="1339604" y="1734888"/>
                  </a:lnTo>
                  <a:lnTo>
                    <a:pt x="1339616" y="1734885"/>
                  </a:lnTo>
                  <a:lnTo>
                    <a:pt x="1339631" y="1734876"/>
                  </a:lnTo>
                  <a:lnTo>
                    <a:pt x="1339648" y="1734861"/>
                  </a:lnTo>
                  <a:lnTo>
                    <a:pt x="1339665" y="1734846"/>
                  </a:lnTo>
                  <a:lnTo>
                    <a:pt x="1339683" y="1734832"/>
                  </a:lnTo>
                  <a:lnTo>
                    <a:pt x="1339686" y="1734828"/>
                  </a:lnTo>
                  <a:lnTo>
                    <a:pt x="1339700" y="1734821"/>
                  </a:lnTo>
                  <a:lnTo>
                    <a:pt x="1339735" y="1734807"/>
                  </a:lnTo>
                  <a:lnTo>
                    <a:pt x="1339752" y="1734803"/>
                  </a:lnTo>
                  <a:lnTo>
                    <a:pt x="1339770" y="1734800"/>
                  </a:lnTo>
                  <a:lnTo>
                    <a:pt x="1339805" y="1734796"/>
                  </a:lnTo>
                  <a:lnTo>
                    <a:pt x="1339822" y="1734795"/>
                  </a:lnTo>
                  <a:lnTo>
                    <a:pt x="1339840" y="1734795"/>
                  </a:lnTo>
                  <a:lnTo>
                    <a:pt x="1339874" y="1734794"/>
                  </a:lnTo>
                  <a:lnTo>
                    <a:pt x="1339892" y="1734791"/>
                  </a:lnTo>
                  <a:lnTo>
                    <a:pt x="1339909" y="1734788"/>
                  </a:lnTo>
                  <a:lnTo>
                    <a:pt x="1339926" y="1734784"/>
                  </a:lnTo>
                  <a:lnTo>
                    <a:pt x="1339944" y="1734779"/>
                  </a:lnTo>
                  <a:lnTo>
                    <a:pt x="1339962" y="1734769"/>
                  </a:lnTo>
                  <a:lnTo>
                    <a:pt x="1339976" y="1734752"/>
                  </a:lnTo>
                  <a:lnTo>
                    <a:pt x="1339993" y="1734735"/>
                  </a:lnTo>
                  <a:lnTo>
                    <a:pt x="1340011" y="1734727"/>
                  </a:lnTo>
                  <a:lnTo>
                    <a:pt x="1340026" y="1734729"/>
                  </a:lnTo>
                  <a:lnTo>
                    <a:pt x="1340043" y="1734736"/>
                  </a:lnTo>
                  <a:lnTo>
                    <a:pt x="1340048" y="1734744"/>
                  </a:lnTo>
                  <a:lnTo>
                    <a:pt x="1340049" y="1734755"/>
                  </a:lnTo>
                  <a:lnTo>
                    <a:pt x="1340039" y="1734770"/>
                  </a:lnTo>
                  <a:lnTo>
                    <a:pt x="1340033" y="1734782"/>
                  </a:lnTo>
                  <a:lnTo>
                    <a:pt x="1340030" y="1734801"/>
                  </a:lnTo>
                  <a:lnTo>
                    <a:pt x="1340036" y="1734820"/>
                  </a:lnTo>
                  <a:lnTo>
                    <a:pt x="1340038" y="1734829"/>
                  </a:lnTo>
                  <a:lnTo>
                    <a:pt x="1340041" y="1734838"/>
                  </a:lnTo>
                  <a:lnTo>
                    <a:pt x="1340041" y="1734857"/>
                  </a:lnTo>
                  <a:lnTo>
                    <a:pt x="1340038" y="1734875"/>
                  </a:lnTo>
                  <a:lnTo>
                    <a:pt x="1340035" y="1734894"/>
                  </a:lnTo>
                  <a:lnTo>
                    <a:pt x="1340030" y="1734912"/>
                  </a:lnTo>
                  <a:lnTo>
                    <a:pt x="1340024" y="1734930"/>
                  </a:lnTo>
                  <a:lnTo>
                    <a:pt x="1340019" y="1734968"/>
                  </a:lnTo>
                  <a:lnTo>
                    <a:pt x="1340017" y="1734986"/>
                  </a:lnTo>
                  <a:lnTo>
                    <a:pt x="1340014" y="1735004"/>
                  </a:lnTo>
                  <a:lnTo>
                    <a:pt x="1340013" y="1735060"/>
                  </a:lnTo>
                  <a:lnTo>
                    <a:pt x="1340014" y="1735078"/>
                  </a:lnTo>
                  <a:lnTo>
                    <a:pt x="1340014" y="1735085"/>
                  </a:lnTo>
                  <a:lnTo>
                    <a:pt x="1340017" y="1735097"/>
                  </a:lnTo>
                  <a:lnTo>
                    <a:pt x="1340021" y="1735115"/>
                  </a:lnTo>
                  <a:lnTo>
                    <a:pt x="1340029" y="1735134"/>
                  </a:lnTo>
                  <a:lnTo>
                    <a:pt x="1340037" y="1735153"/>
                  </a:lnTo>
                  <a:lnTo>
                    <a:pt x="1340050" y="1735171"/>
                  </a:lnTo>
                  <a:lnTo>
                    <a:pt x="1340063" y="1735189"/>
                  </a:lnTo>
                  <a:lnTo>
                    <a:pt x="1340078" y="1735206"/>
                  </a:lnTo>
                  <a:lnTo>
                    <a:pt x="1340090" y="1735223"/>
                  </a:lnTo>
                  <a:lnTo>
                    <a:pt x="1340103" y="1735241"/>
                  </a:lnTo>
                  <a:lnTo>
                    <a:pt x="1340113" y="1735260"/>
                  </a:lnTo>
                  <a:lnTo>
                    <a:pt x="1340122" y="1735279"/>
                  </a:lnTo>
                  <a:lnTo>
                    <a:pt x="1340125" y="1735286"/>
                  </a:lnTo>
                  <a:lnTo>
                    <a:pt x="1340121" y="1735315"/>
                  </a:lnTo>
                  <a:lnTo>
                    <a:pt x="1340116" y="1735325"/>
                  </a:lnTo>
                  <a:lnTo>
                    <a:pt x="1340101" y="1735344"/>
                  </a:lnTo>
                  <a:lnTo>
                    <a:pt x="1340087" y="1735362"/>
                  </a:lnTo>
                  <a:lnTo>
                    <a:pt x="1340079" y="1735375"/>
                  </a:lnTo>
                  <a:lnTo>
                    <a:pt x="1340069" y="1735394"/>
                  </a:lnTo>
                  <a:lnTo>
                    <a:pt x="1340067" y="1735409"/>
                  </a:lnTo>
                  <a:lnTo>
                    <a:pt x="1340060" y="1735445"/>
                  </a:lnTo>
                  <a:lnTo>
                    <a:pt x="1340059" y="1735464"/>
                  </a:lnTo>
                  <a:lnTo>
                    <a:pt x="1340060" y="1735482"/>
                  </a:lnTo>
                  <a:lnTo>
                    <a:pt x="1340060" y="1735501"/>
                  </a:lnTo>
                  <a:lnTo>
                    <a:pt x="1340060" y="1735519"/>
                  </a:lnTo>
                  <a:lnTo>
                    <a:pt x="1340062" y="1735537"/>
                  </a:lnTo>
                  <a:lnTo>
                    <a:pt x="1340066" y="1735574"/>
                  </a:lnTo>
                  <a:lnTo>
                    <a:pt x="1340069" y="1735593"/>
                  </a:lnTo>
                  <a:lnTo>
                    <a:pt x="1340073" y="1735612"/>
                  </a:lnTo>
                  <a:lnTo>
                    <a:pt x="1340077" y="1735624"/>
                  </a:lnTo>
                  <a:lnTo>
                    <a:pt x="1340081" y="1735629"/>
                  </a:lnTo>
                  <a:lnTo>
                    <a:pt x="1340098" y="1735644"/>
                  </a:lnTo>
                  <a:lnTo>
                    <a:pt x="1340112" y="1735659"/>
                  </a:lnTo>
                  <a:lnTo>
                    <a:pt x="1340125" y="1735677"/>
                  </a:lnTo>
                  <a:lnTo>
                    <a:pt x="1340144" y="1735696"/>
                  </a:lnTo>
                  <a:lnTo>
                    <a:pt x="1340158" y="1735706"/>
                  </a:lnTo>
                  <a:lnTo>
                    <a:pt x="1340175" y="1735714"/>
                  </a:lnTo>
                  <a:lnTo>
                    <a:pt x="1340181" y="1735720"/>
                  </a:lnTo>
                  <a:lnTo>
                    <a:pt x="1340190" y="1735732"/>
                  </a:lnTo>
                  <a:lnTo>
                    <a:pt x="1340193" y="1735741"/>
                  </a:lnTo>
                  <a:lnTo>
                    <a:pt x="1340195" y="1735752"/>
                  </a:lnTo>
                  <a:lnTo>
                    <a:pt x="1340194" y="1735769"/>
                  </a:lnTo>
                  <a:lnTo>
                    <a:pt x="1340191" y="1735788"/>
                  </a:lnTo>
                  <a:lnTo>
                    <a:pt x="1340188" y="1735797"/>
                  </a:lnTo>
                  <a:lnTo>
                    <a:pt x="1340186" y="1735807"/>
                  </a:lnTo>
                  <a:lnTo>
                    <a:pt x="1340187" y="1735825"/>
                  </a:lnTo>
                  <a:lnTo>
                    <a:pt x="1340193" y="1735843"/>
                  </a:lnTo>
                  <a:lnTo>
                    <a:pt x="1340195" y="1735853"/>
                  </a:lnTo>
                  <a:lnTo>
                    <a:pt x="1340199" y="1735862"/>
                  </a:lnTo>
                  <a:lnTo>
                    <a:pt x="1340206" y="1735877"/>
                  </a:lnTo>
                  <a:lnTo>
                    <a:pt x="1340227" y="1735917"/>
                  </a:lnTo>
                  <a:lnTo>
                    <a:pt x="1340239" y="1735934"/>
                  </a:lnTo>
                  <a:lnTo>
                    <a:pt x="1340245" y="1735945"/>
                  </a:lnTo>
                  <a:lnTo>
                    <a:pt x="1340251" y="1735956"/>
                  </a:lnTo>
                  <a:lnTo>
                    <a:pt x="1340262" y="1735969"/>
                  </a:lnTo>
                  <a:lnTo>
                    <a:pt x="1340267" y="1735973"/>
                  </a:lnTo>
                  <a:lnTo>
                    <a:pt x="1340279" y="1735978"/>
                  </a:lnTo>
                  <a:lnTo>
                    <a:pt x="1340290" y="1735982"/>
                  </a:lnTo>
                  <a:lnTo>
                    <a:pt x="1340297" y="1735987"/>
                  </a:lnTo>
                  <a:lnTo>
                    <a:pt x="1340302" y="1735989"/>
                  </a:lnTo>
                  <a:lnTo>
                    <a:pt x="1340307" y="1735994"/>
                  </a:lnTo>
                  <a:lnTo>
                    <a:pt x="1340313" y="1736004"/>
                  </a:lnTo>
                  <a:lnTo>
                    <a:pt x="1340321" y="1736021"/>
                  </a:lnTo>
                  <a:lnTo>
                    <a:pt x="1340326" y="1736028"/>
                  </a:lnTo>
                  <a:lnTo>
                    <a:pt x="1340328" y="1736039"/>
                  </a:lnTo>
                  <a:lnTo>
                    <a:pt x="1340332" y="1736048"/>
                  </a:lnTo>
                  <a:lnTo>
                    <a:pt x="1340340" y="1736058"/>
                  </a:lnTo>
                  <a:lnTo>
                    <a:pt x="1340355" y="1736072"/>
                  </a:lnTo>
                  <a:lnTo>
                    <a:pt x="1340366" y="1736081"/>
                  </a:lnTo>
                  <a:lnTo>
                    <a:pt x="1340371" y="1736088"/>
                  </a:lnTo>
                  <a:lnTo>
                    <a:pt x="1340376" y="1736097"/>
                  </a:lnTo>
                  <a:lnTo>
                    <a:pt x="1340379" y="1736107"/>
                  </a:lnTo>
                  <a:lnTo>
                    <a:pt x="1340382" y="1736116"/>
                  </a:lnTo>
                  <a:lnTo>
                    <a:pt x="1340382" y="1736125"/>
                  </a:lnTo>
                  <a:lnTo>
                    <a:pt x="1340386" y="1736166"/>
                  </a:lnTo>
                  <a:lnTo>
                    <a:pt x="1340408" y="1736165"/>
                  </a:lnTo>
                  <a:lnTo>
                    <a:pt x="1340417" y="1736169"/>
                  </a:lnTo>
                  <a:lnTo>
                    <a:pt x="1340435" y="1736173"/>
                  </a:lnTo>
                  <a:lnTo>
                    <a:pt x="1340441" y="1736177"/>
                  </a:lnTo>
                  <a:lnTo>
                    <a:pt x="1340451" y="1736189"/>
                  </a:lnTo>
                  <a:lnTo>
                    <a:pt x="1340463" y="1736208"/>
                  </a:lnTo>
                  <a:lnTo>
                    <a:pt x="1340470" y="1736217"/>
                  </a:lnTo>
                  <a:lnTo>
                    <a:pt x="1340477" y="1736224"/>
                  </a:lnTo>
                  <a:lnTo>
                    <a:pt x="1340482" y="1736237"/>
                  </a:lnTo>
                  <a:lnTo>
                    <a:pt x="1340494" y="1736250"/>
                  </a:lnTo>
                  <a:lnTo>
                    <a:pt x="1340503" y="1736258"/>
                  </a:lnTo>
                  <a:lnTo>
                    <a:pt x="1340520" y="1736271"/>
                  </a:lnTo>
                  <a:lnTo>
                    <a:pt x="1340527" y="1736278"/>
                  </a:lnTo>
                  <a:lnTo>
                    <a:pt x="1340531" y="1736287"/>
                  </a:lnTo>
                  <a:lnTo>
                    <a:pt x="1340544" y="1736306"/>
                  </a:lnTo>
                  <a:lnTo>
                    <a:pt x="1340547" y="1736315"/>
                  </a:lnTo>
                  <a:lnTo>
                    <a:pt x="1340554" y="1736324"/>
                  </a:lnTo>
                  <a:lnTo>
                    <a:pt x="1340567" y="1736343"/>
                  </a:lnTo>
                  <a:lnTo>
                    <a:pt x="1340585" y="1736361"/>
                  </a:lnTo>
                  <a:lnTo>
                    <a:pt x="1340619" y="1736391"/>
                  </a:lnTo>
                  <a:lnTo>
                    <a:pt x="1340636" y="1736404"/>
                  </a:lnTo>
                  <a:lnTo>
                    <a:pt x="1340644" y="1736411"/>
                  </a:lnTo>
                  <a:lnTo>
                    <a:pt x="1340651" y="1736421"/>
                  </a:lnTo>
                  <a:lnTo>
                    <a:pt x="1340655" y="1736431"/>
                  </a:lnTo>
                  <a:lnTo>
                    <a:pt x="1340662" y="1736440"/>
                  </a:lnTo>
                  <a:lnTo>
                    <a:pt x="1340671" y="1736459"/>
                  </a:lnTo>
                  <a:lnTo>
                    <a:pt x="1340681" y="1736477"/>
                  </a:lnTo>
                  <a:lnTo>
                    <a:pt x="1340693" y="1736494"/>
                  </a:lnTo>
                  <a:lnTo>
                    <a:pt x="1340709" y="1736513"/>
                  </a:lnTo>
                  <a:lnTo>
                    <a:pt x="1340724" y="1736533"/>
                  </a:lnTo>
                  <a:lnTo>
                    <a:pt x="1340728" y="1736551"/>
                  </a:lnTo>
                  <a:lnTo>
                    <a:pt x="1340730" y="1736559"/>
                  </a:lnTo>
                  <a:lnTo>
                    <a:pt x="1340736" y="1736566"/>
                  </a:lnTo>
                  <a:lnTo>
                    <a:pt x="1340742" y="1736565"/>
                  </a:lnTo>
                  <a:lnTo>
                    <a:pt x="1340754" y="1736562"/>
                  </a:lnTo>
                  <a:lnTo>
                    <a:pt x="1340763" y="1736559"/>
                  </a:lnTo>
                  <a:lnTo>
                    <a:pt x="1340773" y="1736554"/>
                  </a:lnTo>
                  <a:lnTo>
                    <a:pt x="1340790" y="1736542"/>
                  </a:lnTo>
                  <a:lnTo>
                    <a:pt x="1340806" y="1736528"/>
                  </a:lnTo>
                  <a:lnTo>
                    <a:pt x="1340821" y="1736512"/>
                  </a:lnTo>
                  <a:lnTo>
                    <a:pt x="1340836" y="1736496"/>
                  </a:lnTo>
                  <a:lnTo>
                    <a:pt x="1340871" y="1736474"/>
                  </a:lnTo>
                  <a:lnTo>
                    <a:pt x="1340880" y="1736467"/>
                  </a:lnTo>
                  <a:lnTo>
                    <a:pt x="1340893" y="1736459"/>
                  </a:lnTo>
                  <a:lnTo>
                    <a:pt x="1340905" y="1736454"/>
                  </a:lnTo>
                  <a:lnTo>
                    <a:pt x="1340940" y="1736437"/>
                  </a:lnTo>
                  <a:lnTo>
                    <a:pt x="1340957" y="1736426"/>
                  </a:lnTo>
                  <a:lnTo>
                    <a:pt x="1340975" y="1736413"/>
                  </a:lnTo>
                  <a:lnTo>
                    <a:pt x="1340993" y="1736398"/>
                  </a:lnTo>
                  <a:lnTo>
                    <a:pt x="1341001" y="1736394"/>
                  </a:lnTo>
                  <a:lnTo>
                    <a:pt x="1341010" y="1736393"/>
                  </a:lnTo>
                  <a:lnTo>
                    <a:pt x="1341027" y="1736391"/>
                  </a:lnTo>
                  <a:lnTo>
                    <a:pt x="1341036" y="1736393"/>
                  </a:lnTo>
                  <a:lnTo>
                    <a:pt x="1341053" y="1736403"/>
                  </a:lnTo>
                  <a:lnTo>
                    <a:pt x="1341056" y="1736412"/>
                  </a:lnTo>
                  <a:lnTo>
                    <a:pt x="1341062" y="1736431"/>
                  </a:lnTo>
                  <a:lnTo>
                    <a:pt x="1341085" y="1736435"/>
                  </a:lnTo>
                  <a:lnTo>
                    <a:pt x="1341094" y="1736435"/>
                  </a:lnTo>
                  <a:lnTo>
                    <a:pt x="1341111" y="1736436"/>
                  </a:lnTo>
                  <a:lnTo>
                    <a:pt x="1341142" y="1736438"/>
                  </a:lnTo>
                  <a:lnTo>
                    <a:pt x="1341160" y="1736434"/>
                  </a:lnTo>
                  <a:lnTo>
                    <a:pt x="1341178" y="1736431"/>
                  </a:lnTo>
                  <a:lnTo>
                    <a:pt x="1341195" y="1736429"/>
                  </a:lnTo>
                  <a:lnTo>
                    <a:pt x="1341204" y="1736429"/>
                  </a:lnTo>
                  <a:lnTo>
                    <a:pt x="1341212" y="1736427"/>
                  </a:lnTo>
                  <a:lnTo>
                    <a:pt x="1341230" y="1736426"/>
                  </a:lnTo>
                  <a:lnTo>
                    <a:pt x="1341247" y="1736424"/>
                  </a:lnTo>
                  <a:lnTo>
                    <a:pt x="1341264" y="1736425"/>
                  </a:lnTo>
                  <a:lnTo>
                    <a:pt x="1341282" y="1736429"/>
                  </a:lnTo>
                  <a:lnTo>
                    <a:pt x="1341299" y="1736436"/>
                  </a:lnTo>
                  <a:lnTo>
                    <a:pt x="1341316" y="1736445"/>
                  </a:lnTo>
                  <a:lnTo>
                    <a:pt x="1341333" y="1736456"/>
                  </a:lnTo>
                  <a:lnTo>
                    <a:pt x="1341351" y="1736471"/>
                  </a:lnTo>
                  <a:lnTo>
                    <a:pt x="1341368" y="1736485"/>
                  </a:lnTo>
                  <a:lnTo>
                    <a:pt x="1341385" y="1736498"/>
                  </a:lnTo>
                  <a:lnTo>
                    <a:pt x="1341402" y="1736509"/>
                  </a:lnTo>
                  <a:lnTo>
                    <a:pt x="1341419" y="1736518"/>
                  </a:lnTo>
                  <a:lnTo>
                    <a:pt x="1341436" y="1736527"/>
                  </a:lnTo>
                  <a:lnTo>
                    <a:pt x="1341453" y="1736537"/>
                  </a:lnTo>
                  <a:lnTo>
                    <a:pt x="1341462" y="1736543"/>
                  </a:lnTo>
                  <a:lnTo>
                    <a:pt x="1341470" y="1736546"/>
                  </a:lnTo>
                  <a:lnTo>
                    <a:pt x="1341477" y="1736547"/>
                  </a:lnTo>
                  <a:lnTo>
                    <a:pt x="1341507" y="1736543"/>
                  </a:lnTo>
                  <a:lnTo>
                    <a:pt x="1341517" y="1736540"/>
                  </a:lnTo>
                  <a:lnTo>
                    <a:pt x="1341552" y="1736526"/>
                  </a:lnTo>
                  <a:lnTo>
                    <a:pt x="1341570" y="1736517"/>
                  </a:lnTo>
                  <a:lnTo>
                    <a:pt x="1341587" y="1736510"/>
                  </a:lnTo>
                  <a:lnTo>
                    <a:pt x="1341598" y="1736504"/>
                  </a:lnTo>
                  <a:lnTo>
                    <a:pt x="1341635" y="1736493"/>
                  </a:lnTo>
                  <a:lnTo>
                    <a:pt x="1341652" y="1736492"/>
                  </a:lnTo>
                  <a:lnTo>
                    <a:pt x="1341665" y="1736493"/>
                  </a:lnTo>
                  <a:lnTo>
                    <a:pt x="1341674" y="1736496"/>
                  </a:lnTo>
                  <a:lnTo>
                    <a:pt x="1341687" y="1736502"/>
                  </a:lnTo>
                  <a:lnTo>
                    <a:pt x="1341704" y="1736510"/>
                  </a:lnTo>
                  <a:lnTo>
                    <a:pt x="1341721" y="1736520"/>
                  </a:lnTo>
                  <a:lnTo>
                    <a:pt x="1341738" y="1736533"/>
                  </a:lnTo>
                  <a:lnTo>
                    <a:pt x="1341745" y="1736551"/>
                  </a:lnTo>
                  <a:lnTo>
                    <a:pt x="1341751" y="1736564"/>
                  </a:lnTo>
                  <a:lnTo>
                    <a:pt x="1341756" y="1736568"/>
                  </a:lnTo>
                  <a:lnTo>
                    <a:pt x="1341774" y="1736573"/>
                  </a:lnTo>
                  <a:lnTo>
                    <a:pt x="1341791" y="1736577"/>
                  </a:lnTo>
                  <a:lnTo>
                    <a:pt x="1341825" y="1736585"/>
                  </a:lnTo>
                  <a:lnTo>
                    <a:pt x="1341843" y="1736588"/>
                  </a:lnTo>
                  <a:lnTo>
                    <a:pt x="1341877" y="1736598"/>
                  </a:lnTo>
                  <a:lnTo>
                    <a:pt x="1341894" y="1736606"/>
                  </a:lnTo>
                  <a:lnTo>
                    <a:pt x="1341912" y="1736615"/>
                  </a:lnTo>
                  <a:lnTo>
                    <a:pt x="1341929" y="1736625"/>
                  </a:lnTo>
                  <a:lnTo>
                    <a:pt x="1341946" y="1736634"/>
                  </a:lnTo>
                  <a:lnTo>
                    <a:pt x="1341964" y="1736644"/>
                  </a:lnTo>
                  <a:lnTo>
                    <a:pt x="1341981" y="1736656"/>
                  </a:lnTo>
                  <a:lnTo>
                    <a:pt x="1341998" y="1736669"/>
                  </a:lnTo>
                  <a:lnTo>
                    <a:pt x="1342015" y="1736683"/>
                  </a:lnTo>
                  <a:lnTo>
                    <a:pt x="1342032" y="1736697"/>
                  </a:lnTo>
                  <a:lnTo>
                    <a:pt x="1342042" y="1736707"/>
                  </a:lnTo>
                  <a:lnTo>
                    <a:pt x="1342055" y="1736716"/>
                  </a:lnTo>
                  <a:lnTo>
                    <a:pt x="1342066" y="1736721"/>
                  </a:lnTo>
                  <a:lnTo>
                    <a:pt x="1342084" y="1736728"/>
                  </a:lnTo>
                  <a:lnTo>
                    <a:pt x="1342101" y="1736736"/>
                  </a:lnTo>
                  <a:lnTo>
                    <a:pt x="1342109" y="1736741"/>
                  </a:lnTo>
                  <a:lnTo>
                    <a:pt x="1342117" y="1736749"/>
                  </a:lnTo>
                  <a:lnTo>
                    <a:pt x="1342121" y="1736760"/>
                  </a:lnTo>
                  <a:lnTo>
                    <a:pt x="1342128" y="1736768"/>
                  </a:lnTo>
                  <a:lnTo>
                    <a:pt x="1342143" y="1736787"/>
                  </a:lnTo>
                  <a:lnTo>
                    <a:pt x="1342150" y="1736797"/>
                  </a:lnTo>
                  <a:lnTo>
                    <a:pt x="1342150" y="1736805"/>
                  </a:lnTo>
                  <a:lnTo>
                    <a:pt x="1342148" y="1736813"/>
                  </a:lnTo>
                  <a:lnTo>
                    <a:pt x="1342139" y="1736822"/>
                  </a:lnTo>
                  <a:lnTo>
                    <a:pt x="1342121" y="1736837"/>
                  </a:lnTo>
                  <a:lnTo>
                    <a:pt x="1342104" y="1736853"/>
                  </a:lnTo>
                  <a:lnTo>
                    <a:pt x="1342088" y="1736867"/>
                  </a:lnTo>
                  <a:lnTo>
                    <a:pt x="1342071" y="1736884"/>
                  </a:lnTo>
                  <a:lnTo>
                    <a:pt x="1342055" y="1736900"/>
                  </a:lnTo>
                  <a:lnTo>
                    <a:pt x="1342034" y="1736925"/>
                  </a:lnTo>
                  <a:lnTo>
                    <a:pt x="1342029" y="1736933"/>
                  </a:lnTo>
                  <a:lnTo>
                    <a:pt x="1342026" y="1736940"/>
                  </a:lnTo>
                  <a:lnTo>
                    <a:pt x="1342018" y="1736955"/>
                  </a:lnTo>
                  <a:lnTo>
                    <a:pt x="1342010" y="1736973"/>
                  </a:lnTo>
                  <a:lnTo>
                    <a:pt x="1342005" y="1736982"/>
                  </a:lnTo>
                  <a:lnTo>
                    <a:pt x="1341997" y="1736990"/>
                  </a:lnTo>
                  <a:lnTo>
                    <a:pt x="1341983" y="1737008"/>
                  </a:lnTo>
                  <a:lnTo>
                    <a:pt x="1341978" y="1737017"/>
                  </a:lnTo>
                  <a:lnTo>
                    <a:pt x="1341977" y="1737027"/>
                  </a:lnTo>
                  <a:lnTo>
                    <a:pt x="1341975" y="1737045"/>
                  </a:lnTo>
                  <a:lnTo>
                    <a:pt x="1341975" y="1737064"/>
                  </a:lnTo>
                  <a:lnTo>
                    <a:pt x="1341978" y="1737082"/>
                  </a:lnTo>
                  <a:lnTo>
                    <a:pt x="1341982" y="1737105"/>
                  </a:lnTo>
                  <a:lnTo>
                    <a:pt x="1341986" y="1737119"/>
                  </a:lnTo>
                  <a:lnTo>
                    <a:pt x="1341992" y="1737137"/>
                  </a:lnTo>
                  <a:lnTo>
                    <a:pt x="1342002" y="1737166"/>
                  </a:lnTo>
                  <a:lnTo>
                    <a:pt x="1342003" y="1737174"/>
                  </a:lnTo>
                  <a:lnTo>
                    <a:pt x="1342004" y="1737195"/>
                  </a:lnTo>
                  <a:lnTo>
                    <a:pt x="1341999" y="1737210"/>
                  </a:lnTo>
                  <a:lnTo>
                    <a:pt x="1341997" y="1737215"/>
                  </a:lnTo>
                  <a:lnTo>
                    <a:pt x="1341984" y="1737229"/>
                  </a:lnTo>
                  <a:lnTo>
                    <a:pt x="1341967" y="1737243"/>
                  </a:lnTo>
                  <a:lnTo>
                    <a:pt x="1341950" y="1737257"/>
                  </a:lnTo>
                  <a:lnTo>
                    <a:pt x="1341943" y="1737265"/>
                  </a:lnTo>
                  <a:lnTo>
                    <a:pt x="1341938" y="1737278"/>
                  </a:lnTo>
                  <a:lnTo>
                    <a:pt x="1341925" y="1737324"/>
                  </a:lnTo>
                  <a:lnTo>
                    <a:pt x="1341917" y="1737420"/>
                  </a:lnTo>
                  <a:lnTo>
                    <a:pt x="1341914" y="1737458"/>
                  </a:lnTo>
                  <a:lnTo>
                    <a:pt x="1341911" y="1737474"/>
                  </a:lnTo>
                  <a:lnTo>
                    <a:pt x="1341900" y="1737493"/>
                  </a:lnTo>
                  <a:lnTo>
                    <a:pt x="1341877" y="1737529"/>
                  </a:lnTo>
                  <a:lnTo>
                    <a:pt x="1341869" y="1737547"/>
                  </a:lnTo>
                  <a:lnTo>
                    <a:pt x="1341860" y="1737584"/>
                  </a:lnTo>
                  <a:lnTo>
                    <a:pt x="1341856" y="1737602"/>
                  </a:lnTo>
                  <a:lnTo>
                    <a:pt x="1341852" y="1737620"/>
                  </a:lnTo>
                  <a:lnTo>
                    <a:pt x="1341844" y="1737657"/>
                  </a:lnTo>
                  <a:lnTo>
                    <a:pt x="1341839" y="1737676"/>
                  </a:lnTo>
                  <a:lnTo>
                    <a:pt x="1341836" y="1737694"/>
                  </a:lnTo>
                  <a:lnTo>
                    <a:pt x="1341830" y="1737713"/>
                  </a:lnTo>
                  <a:lnTo>
                    <a:pt x="1341825" y="1737726"/>
                  </a:lnTo>
                  <a:lnTo>
                    <a:pt x="1341820" y="1737745"/>
                  </a:lnTo>
                  <a:lnTo>
                    <a:pt x="1341821" y="1737767"/>
                  </a:lnTo>
                  <a:lnTo>
                    <a:pt x="1341830" y="1737797"/>
                  </a:lnTo>
                  <a:lnTo>
                    <a:pt x="1341839" y="1737853"/>
                  </a:lnTo>
                  <a:lnTo>
                    <a:pt x="1341840" y="1737883"/>
                  </a:lnTo>
                  <a:lnTo>
                    <a:pt x="1341839" y="1737905"/>
                  </a:lnTo>
                  <a:lnTo>
                    <a:pt x="1341839" y="1737918"/>
                  </a:lnTo>
                  <a:lnTo>
                    <a:pt x="1341831" y="1737925"/>
                  </a:lnTo>
                  <a:lnTo>
                    <a:pt x="1341816" y="1737939"/>
                  </a:lnTo>
                  <a:lnTo>
                    <a:pt x="1341804" y="1737954"/>
                  </a:lnTo>
                  <a:lnTo>
                    <a:pt x="1341799" y="1737983"/>
                  </a:lnTo>
                  <a:lnTo>
                    <a:pt x="1341792" y="1738009"/>
                  </a:lnTo>
                  <a:lnTo>
                    <a:pt x="1341784" y="1738024"/>
                  </a:lnTo>
                  <a:lnTo>
                    <a:pt x="1341767" y="1738038"/>
                  </a:lnTo>
                  <a:lnTo>
                    <a:pt x="1341753" y="1738050"/>
                  </a:lnTo>
                  <a:lnTo>
                    <a:pt x="1341735" y="1738059"/>
                  </a:lnTo>
                  <a:lnTo>
                    <a:pt x="1341728" y="1738070"/>
                  </a:lnTo>
                  <a:lnTo>
                    <a:pt x="1341725" y="1738076"/>
                  </a:lnTo>
                  <a:lnTo>
                    <a:pt x="1341724" y="1738088"/>
                  </a:lnTo>
                  <a:lnTo>
                    <a:pt x="1341723" y="1738124"/>
                  </a:lnTo>
                  <a:lnTo>
                    <a:pt x="1341724" y="1738143"/>
                  </a:lnTo>
                  <a:lnTo>
                    <a:pt x="1341723" y="1738180"/>
                  </a:lnTo>
                  <a:lnTo>
                    <a:pt x="1341724" y="1738198"/>
                  </a:lnTo>
                  <a:lnTo>
                    <a:pt x="1341726" y="1738217"/>
                  </a:lnTo>
                  <a:lnTo>
                    <a:pt x="1341732" y="1738236"/>
                  </a:lnTo>
                  <a:lnTo>
                    <a:pt x="1341735" y="1738241"/>
                  </a:lnTo>
                  <a:lnTo>
                    <a:pt x="1341739" y="1738254"/>
                  </a:lnTo>
                  <a:lnTo>
                    <a:pt x="1341743" y="1738273"/>
                  </a:lnTo>
                  <a:lnTo>
                    <a:pt x="1341741" y="1738280"/>
                  </a:lnTo>
                  <a:lnTo>
                    <a:pt x="1341745" y="1738347"/>
                  </a:lnTo>
                  <a:lnTo>
                    <a:pt x="1341748" y="1738365"/>
                  </a:lnTo>
                  <a:lnTo>
                    <a:pt x="1341749" y="1738383"/>
                  </a:lnTo>
                  <a:lnTo>
                    <a:pt x="1341751" y="1738402"/>
                  </a:lnTo>
                  <a:lnTo>
                    <a:pt x="1341753" y="1738421"/>
                  </a:lnTo>
                  <a:lnTo>
                    <a:pt x="1341758" y="1738439"/>
                  </a:lnTo>
                  <a:lnTo>
                    <a:pt x="1341762" y="1738458"/>
                  </a:lnTo>
                  <a:lnTo>
                    <a:pt x="1341764" y="1738476"/>
                  </a:lnTo>
                  <a:lnTo>
                    <a:pt x="1341762" y="1738495"/>
                  </a:lnTo>
                  <a:lnTo>
                    <a:pt x="1341759" y="1738504"/>
                  </a:lnTo>
                  <a:lnTo>
                    <a:pt x="1341753" y="1738515"/>
                  </a:lnTo>
                  <a:lnTo>
                    <a:pt x="1341746" y="1738527"/>
                  </a:lnTo>
                  <a:lnTo>
                    <a:pt x="1341764" y="1738534"/>
                  </a:lnTo>
                  <a:lnTo>
                    <a:pt x="1341768" y="1738537"/>
                  </a:lnTo>
                  <a:lnTo>
                    <a:pt x="1341777" y="1738541"/>
                  </a:lnTo>
                  <a:lnTo>
                    <a:pt x="1341786" y="1738548"/>
                  </a:lnTo>
                  <a:lnTo>
                    <a:pt x="1341797" y="1738561"/>
                  </a:lnTo>
                  <a:lnTo>
                    <a:pt x="1341800" y="1738567"/>
                  </a:lnTo>
                  <a:lnTo>
                    <a:pt x="1341805" y="1738572"/>
                  </a:lnTo>
                  <a:lnTo>
                    <a:pt x="1341811" y="1738586"/>
                  </a:lnTo>
                  <a:lnTo>
                    <a:pt x="1341823" y="1738605"/>
                  </a:lnTo>
                  <a:lnTo>
                    <a:pt x="1341830" y="1738614"/>
                  </a:lnTo>
                  <a:lnTo>
                    <a:pt x="1341838" y="1738619"/>
                  </a:lnTo>
                  <a:lnTo>
                    <a:pt x="1341843" y="1738622"/>
                  </a:lnTo>
                  <a:lnTo>
                    <a:pt x="1341859" y="1738622"/>
                  </a:lnTo>
                  <a:lnTo>
                    <a:pt x="1341872" y="1738627"/>
                  </a:lnTo>
                  <a:lnTo>
                    <a:pt x="1341889" y="1738636"/>
                  </a:lnTo>
                  <a:lnTo>
                    <a:pt x="1341906" y="1738647"/>
                  </a:lnTo>
                  <a:lnTo>
                    <a:pt x="1341924" y="1738657"/>
                  </a:lnTo>
                  <a:lnTo>
                    <a:pt x="1341941" y="1738669"/>
                  </a:lnTo>
                  <a:lnTo>
                    <a:pt x="1341958" y="1738682"/>
                  </a:lnTo>
                  <a:lnTo>
                    <a:pt x="1341966" y="1738688"/>
                  </a:lnTo>
                  <a:lnTo>
                    <a:pt x="1341972" y="1738697"/>
                  </a:lnTo>
                  <a:lnTo>
                    <a:pt x="1341971" y="1738716"/>
                  </a:lnTo>
                  <a:lnTo>
                    <a:pt x="1341972" y="1738734"/>
                  </a:lnTo>
                  <a:lnTo>
                    <a:pt x="1341973" y="1738753"/>
                  </a:lnTo>
                  <a:lnTo>
                    <a:pt x="1341975" y="1738771"/>
                  </a:lnTo>
                  <a:lnTo>
                    <a:pt x="1341975" y="1738790"/>
                  </a:lnTo>
                  <a:lnTo>
                    <a:pt x="1341977" y="1738808"/>
                  </a:lnTo>
                  <a:lnTo>
                    <a:pt x="1341978" y="1738827"/>
                  </a:lnTo>
                  <a:lnTo>
                    <a:pt x="1341978" y="1738845"/>
                  </a:lnTo>
                  <a:lnTo>
                    <a:pt x="1341978" y="1738864"/>
                  </a:lnTo>
                  <a:lnTo>
                    <a:pt x="1341977" y="1738882"/>
                  </a:lnTo>
                  <a:lnTo>
                    <a:pt x="1341973" y="1738901"/>
                  </a:lnTo>
                  <a:lnTo>
                    <a:pt x="1341967" y="1738919"/>
                  </a:lnTo>
                  <a:lnTo>
                    <a:pt x="1341954" y="1738937"/>
                  </a:lnTo>
                  <a:lnTo>
                    <a:pt x="1341937" y="1738955"/>
                  </a:lnTo>
                  <a:lnTo>
                    <a:pt x="1341928" y="1738968"/>
                  </a:lnTo>
                  <a:lnTo>
                    <a:pt x="1341925" y="1738976"/>
                  </a:lnTo>
                  <a:lnTo>
                    <a:pt x="1341915" y="1738992"/>
                  </a:lnTo>
                  <a:lnTo>
                    <a:pt x="1341903" y="1739015"/>
                  </a:lnTo>
                  <a:lnTo>
                    <a:pt x="1341900" y="1739029"/>
                  </a:lnTo>
                  <a:lnTo>
                    <a:pt x="1341901" y="1739047"/>
                  </a:lnTo>
                  <a:lnTo>
                    <a:pt x="1341905" y="1739066"/>
                  </a:lnTo>
                  <a:lnTo>
                    <a:pt x="1341916" y="1739084"/>
                  </a:lnTo>
                  <a:lnTo>
                    <a:pt x="1341931" y="1739103"/>
                  </a:lnTo>
                  <a:lnTo>
                    <a:pt x="1341936" y="1739108"/>
                  </a:lnTo>
                  <a:lnTo>
                    <a:pt x="1341943" y="1739122"/>
                  </a:lnTo>
                  <a:lnTo>
                    <a:pt x="1341949" y="1739140"/>
                  </a:lnTo>
                  <a:lnTo>
                    <a:pt x="1341953" y="1739159"/>
                  </a:lnTo>
                  <a:lnTo>
                    <a:pt x="1341957" y="1739178"/>
                  </a:lnTo>
                  <a:lnTo>
                    <a:pt x="1341959" y="1739196"/>
                  </a:lnTo>
                  <a:lnTo>
                    <a:pt x="1341963" y="1739221"/>
                  </a:lnTo>
                  <a:lnTo>
                    <a:pt x="1341963" y="1739236"/>
                  </a:lnTo>
                  <a:lnTo>
                    <a:pt x="1341959" y="1739242"/>
                  </a:lnTo>
                  <a:lnTo>
                    <a:pt x="1341952" y="1739245"/>
                  </a:lnTo>
                  <a:lnTo>
                    <a:pt x="1341915" y="1739252"/>
                  </a:lnTo>
                  <a:lnTo>
                    <a:pt x="1341894" y="1739252"/>
                  </a:lnTo>
                  <a:lnTo>
                    <a:pt x="1341887" y="1739253"/>
                  </a:lnTo>
                  <a:lnTo>
                    <a:pt x="1341881" y="1739256"/>
                  </a:lnTo>
                  <a:lnTo>
                    <a:pt x="1341864" y="1739267"/>
                  </a:lnTo>
                  <a:lnTo>
                    <a:pt x="1341855" y="1739273"/>
                  </a:lnTo>
                  <a:lnTo>
                    <a:pt x="1341846" y="1739276"/>
                  </a:lnTo>
                  <a:lnTo>
                    <a:pt x="1341829" y="1739283"/>
                  </a:lnTo>
                  <a:lnTo>
                    <a:pt x="1341811" y="1739288"/>
                  </a:lnTo>
                  <a:lnTo>
                    <a:pt x="1341794" y="1739288"/>
                  </a:lnTo>
                  <a:lnTo>
                    <a:pt x="1341776" y="1739284"/>
                  </a:lnTo>
                  <a:lnTo>
                    <a:pt x="1341759" y="1739277"/>
                  </a:lnTo>
                  <a:lnTo>
                    <a:pt x="1341742" y="1739272"/>
                  </a:lnTo>
                  <a:lnTo>
                    <a:pt x="1341725" y="1739272"/>
                  </a:lnTo>
                  <a:lnTo>
                    <a:pt x="1341707" y="1739274"/>
                  </a:lnTo>
                  <a:lnTo>
                    <a:pt x="1341690" y="1739278"/>
                  </a:lnTo>
                  <a:lnTo>
                    <a:pt x="1341672" y="1739285"/>
                  </a:lnTo>
                  <a:lnTo>
                    <a:pt x="1341655" y="1739294"/>
                  </a:lnTo>
                  <a:lnTo>
                    <a:pt x="1341647" y="1739298"/>
                  </a:lnTo>
                  <a:lnTo>
                    <a:pt x="1341638" y="1739301"/>
                  </a:lnTo>
                  <a:lnTo>
                    <a:pt x="1341630" y="1739302"/>
                  </a:lnTo>
                  <a:lnTo>
                    <a:pt x="1341620" y="1739308"/>
                  </a:lnTo>
                  <a:lnTo>
                    <a:pt x="1341604" y="1739318"/>
                  </a:lnTo>
                  <a:lnTo>
                    <a:pt x="1341586" y="1739329"/>
                  </a:lnTo>
                  <a:lnTo>
                    <a:pt x="1341569" y="1739342"/>
                  </a:lnTo>
                  <a:lnTo>
                    <a:pt x="1341560" y="1739346"/>
                  </a:lnTo>
                  <a:lnTo>
                    <a:pt x="1341551" y="1739348"/>
                  </a:lnTo>
                  <a:lnTo>
                    <a:pt x="1341534" y="1739354"/>
                  </a:lnTo>
                  <a:lnTo>
                    <a:pt x="1341514" y="1739364"/>
                  </a:lnTo>
                  <a:lnTo>
                    <a:pt x="1341506" y="1739371"/>
                  </a:lnTo>
                  <a:lnTo>
                    <a:pt x="1341498" y="1739373"/>
                  </a:lnTo>
                  <a:lnTo>
                    <a:pt x="1341489" y="1739373"/>
                  </a:lnTo>
                  <a:lnTo>
                    <a:pt x="1341481" y="1739370"/>
                  </a:lnTo>
                  <a:lnTo>
                    <a:pt x="1341464" y="1739364"/>
                  </a:lnTo>
                  <a:lnTo>
                    <a:pt x="1341445" y="1739352"/>
                  </a:lnTo>
                  <a:lnTo>
                    <a:pt x="1341423" y="1739345"/>
                  </a:lnTo>
                  <a:lnTo>
                    <a:pt x="1341412" y="1739344"/>
                  </a:lnTo>
                  <a:lnTo>
                    <a:pt x="1341395" y="1739345"/>
                  </a:lnTo>
                  <a:lnTo>
                    <a:pt x="1341377" y="1739346"/>
                  </a:lnTo>
                  <a:lnTo>
                    <a:pt x="1341360" y="1739340"/>
                  </a:lnTo>
                  <a:lnTo>
                    <a:pt x="1341343" y="1739331"/>
                  </a:lnTo>
                  <a:lnTo>
                    <a:pt x="1341326" y="1739318"/>
                  </a:lnTo>
                  <a:lnTo>
                    <a:pt x="1341318" y="1739310"/>
                  </a:lnTo>
                  <a:lnTo>
                    <a:pt x="1341313" y="1739296"/>
                  </a:lnTo>
                  <a:lnTo>
                    <a:pt x="1341312" y="1739282"/>
                  </a:lnTo>
                  <a:lnTo>
                    <a:pt x="1341311" y="1739264"/>
                  </a:lnTo>
                  <a:lnTo>
                    <a:pt x="1341311" y="1739245"/>
                  </a:lnTo>
                  <a:lnTo>
                    <a:pt x="1341311" y="1739227"/>
                  </a:lnTo>
                  <a:lnTo>
                    <a:pt x="1341310" y="1739209"/>
                  </a:lnTo>
                  <a:lnTo>
                    <a:pt x="1341311" y="1739134"/>
                  </a:lnTo>
                  <a:lnTo>
                    <a:pt x="1341314" y="1739116"/>
                  </a:lnTo>
                  <a:lnTo>
                    <a:pt x="1341316" y="1739098"/>
                  </a:lnTo>
                  <a:lnTo>
                    <a:pt x="1341315" y="1739079"/>
                  </a:lnTo>
                  <a:lnTo>
                    <a:pt x="1341314" y="1739061"/>
                  </a:lnTo>
                  <a:lnTo>
                    <a:pt x="1341317" y="1739042"/>
                  </a:lnTo>
                  <a:lnTo>
                    <a:pt x="1341317" y="1739032"/>
                  </a:lnTo>
                  <a:lnTo>
                    <a:pt x="1341315" y="1739024"/>
                  </a:lnTo>
                  <a:lnTo>
                    <a:pt x="1341313" y="1739005"/>
                  </a:lnTo>
                  <a:lnTo>
                    <a:pt x="1341311" y="1738995"/>
                  </a:lnTo>
                  <a:lnTo>
                    <a:pt x="1341311" y="1738986"/>
                  </a:lnTo>
                  <a:lnTo>
                    <a:pt x="1341286" y="1738969"/>
                  </a:lnTo>
                  <a:lnTo>
                    <a:pt x="1341271" y="1738964"/>
                  </a:lnTo>
                  <a:lnTo>
                    <a:pt x="1341254" y="1738961"/>
                  </a:lnTo>
                  <a:lnTo>
                    <a:pt x="1341237" y="1738961"/>
                  </a:lnTo>
                  <a:lnTo>
                    <a:pt x="1341219" y="1738961"/>
                  </a:lnTo>
                  <a:lnTo>
                    <a:pt x="1341202" y="1738962"/>
                  </a:lnTo>
                  <a:lnTo>
                    <a:pt x="1341185" y="1738963"/>
                  </a:lnTo>
                  <a:lnTo>
                    <a:pt x="1341167" y="1738964"/>
                  </a:lnTo>
                  <a:lnTo>
                    <a:pt x="1341150" y="1738964"/>
                  </a:lnTo>
                  <a:lnTo>
                    <a:pt x="1341133" y="1738966"/>
                  </a:lnTo>
                  <a:lnTo>
                    <a:pt x="1341115" y="1738967"/>
                  </a:lnTo>
                  <a:lnTo>
                    <a:pt x="1341098" y="1738968"/>
                  </a:lnTo>
                  <a:lnTo>
                    <a:pt x="1341080" y="1738970"/>
                  </a:lnTo>
                  <a:lnTo>
                    <a:pt x="1341063" y="1738973"/>
                  </a:lnTo>
                  <a:lnTo>
                    <a:pt x="1341028" y="1738978"/>
                  </a:lnTo>
                  <a:lnTo>
                    <a:pt x="1341011" y="1738981"/>
                  </a:lnTo>
                  <a:lnTo>
                    <a:pt x="1340994" y="1738983"/>
                  </a:lnTo>
                  <a:lnTo>
                    <a:pt x="1340959" y="1738982"/>
                  </a:lnTo>
                  <a:lnTo>
                    <a:pt x="1340941" y="1738981"/>
                  </a:lnTo>
                  <a:lnTo>
                    <a:pt x="1340924" y="1738980"/>
                  </a:lnTo>
                  <a:lnTo>
                    <a:pt x="1340889" y="1738975"/>
                  </a:lnTo>
                  <a:lnTo>
                    <a:pt x="1340871" y="1738971"/>
                  </a:lnTo>
                  <a:lnTo>
                    <a:pt x="1340855" y="1738972"/>
                  </a:lnTo>
                  <a:lnTo>
                    <a:pt x="1340837" y="1738972"/>
                  </a:lnTo>
                  <a:lnTo>
                    <a:pt x="1340820" y="1738975"/>
                  </a:lnTo>
                  <a:lnTo>
                    <a:pt x="1340803" y="1738978"/>
                  </a:lnTo>
                  <a:lnTo>
                    <a:pt x="1340780" y="1738984"/>
                  </a:lnTo>
                  <a:lnTo>
                    <a:pt x="1340767" y="1738985"/>
                  </a:lnTo>
                  <a:lnTo>
                    <a:pt x="1340750" y="1738982"/>
                  </a:lnTo>
                  <a:lnTo>
                    <a:pt x="1340733" y="1738973"/>
                  </a:lnTo>
                  <a:lnTo>
                    <a:pt x="1340726" y="1738968"/>
                  </a:lnTo>
                  <a:lnTo>
                    <a:pt x="1340720" y="1738964"/>
                  </a:lnTo>
                  <a:lnTo>
                    <a:pt x="1340710" y="1738961"/>
                  </a:lnTo>
                  <a:lnTo>
                    <a:pt x="1340699" y="1738961"/>
                  </a:lnTo>
                  <a:lnTo>
                    <a:pt x="1340681" y="1738962"/>
                  </a:lnTo>
                  <a:lnTo>
                    <a:pt x="1340664" y="1738967"/>
                  </a:lnTo>
                  <a:lnTo>
                    <a:pt x="1340658" y="1738971"/>
                  </a:lnTo>
                  <a:lnTo>
                    <a:pt x="1340652" y="1738976"/>
                  </a:lnTo>
                  <a:lnTo>
                    <a:pt x="1340645" y="1738989"/>
                  </a:lnTo>
                  <a:lnTo>
                    <a:pt x="1340633" y="1739000"/>
                  </a:lnTo>
                  <a:lnTo>
                    <a:pt x="1340611" y="1739011"/>
                  </a:lnTo>
                  <a:lnTo>
                    <a:pt x="1340598" y="1739020"/>
                  </a:lnTo>
                  <a:lnTo>
                    <a:pt x="1340589" y="1739026"/>
                  </a:lnTo>
                  <a:lnTo>
                    <a:pt x="1340582" y="1739033"/>
                  </a:lnTo>
                  <a:lnTo>
                    <a:pt x="1340565" y="1739047"/>
                  </a:lnTo>
                  <a:lnTo>
                    <a:pt x="1340545" y="1739062"/>
                  </a:lnTo>
                  <a:lnTo>
                    <a:pt x="1340530" y="1739067"/>
                  </a:lnTo>
                  <a:lnTo>
                    <a:pt x="1340513" y="1739071"/>
                  </a:lnTo>
                  <a:lnTo>
                    <a:pt x="1340495" y="1739077"/>
                  </a:lnTo>
                  <a:lnTo>
                    <a:pt x="1340478" y="1739084"/>
                  </a:lnTo>
                  <a:lnTo>
                    <a:pt x="1340460" y="1739093"/>
                  </a:lnTo>
                  <a:lnTo>
                    <a:pt x="1340443" y="1739102"/>
                  </a:lnTo>
                  <a:lnTo>
                    <a:pt x="1340425" y="1739113"/>
                  </a:lnTo>
                  <a:lnTo>
                    <a:pt x="1340417" y="1739119"/>
                  </a:lnTo>
                  <a:lnTo>
                    <a:pt x="1340408" y="1739122"/>
                  </a:lnTo>
                  <a:lnTo>
                    <a:pt x="1340390" y="1739128"/>
                  </a:lnTo>
                  <a:lnTo>
                    <a:pt x="1340373" y="1739133"/>
                  </a:lnTo>
                  <a:lnTo>
                    <a:pt x="1340355" y="1739139"/>
                  </a:lnTo>
                  <a:lnTo>
                    <a:pt x="1340338" y="1739142"/>
                  </a:lnTo>
                  <a:lnTo>
                    <a:pt x="1340320" y="1739147"/>
                  </a:lnTo>
                  <a:lnTo>
                    <a:pt x="1340303" y="1739150"/>
                  </a:lnTo>
                  <a:lnTo>
                    <a:pt x="1340286" y="1739153"/>
                  </a:lnTo>
                  <a:lnTo>
                    <a:pt x="1340268" y="1739155"/>
                  </a:lnTo>
                  <a:lnTo>
                    <a:pt x="1340251" y="1739160"/>
                  </a:lnTo>
                  <a:lnTo>
                    <a:pt x="1340234" y="1739167"/>
                  </a:lnTo>
                  <a:lnTo>
                    <a:pt x="1340216" y="1739173"/>
                  </a:lnTo>
                  <a:lnTo>
                    <a:pt x="1340198" y="1739177"/>
                  </a:lnTo>
                  <a:lnTo>
                    <a:pt x="1340181" y="1739181"/>
                  </a:lnTo>
                  <a:lnTo>
                    <a:pt x="1340169" y="1739183"/>
                  </a:lnTo>
                  <a:lnTo>
                    <a:pt x="1340159" y="1739187"/>
                  </a:lnTo>
                  <a:lnTo>
                    <a:pt x="1340146" y="1739195"/>
                  </a:lnTo>
                  <a:lnTo>
                    <a:pt x="1340128" y="1739207"/>
                  </a:lnTo>
                  <a:lnTo>
                    <a:pt x="1340111" y="1739221"/>
                  </a:lnTo>
                  <a:lnTo>
                    <a:pt x="1340094" y="1739236"/>
                  </a:lnTo>
                  <a:lnTo>
                    <a:pt x="1340081" y="1739248"/>
                  </a:lnTo>
                  <a:lnTo>
                    <a:pt x="1340057" y="1739267"/>
                  </a:lnTo>
                  <a:lnTo>
                    <a:pt x="1340043" y="1739274"/>
                  </a:lnTo>
                  <a:lnTo>
                    <a:pt x="1340025" y="1739275"/>
                  </a:lnTo>
                  <a:lnTo>
                    <a:pt x="1340008" y="1739275"/>
                  </a:lnTo>
                  <a:lnTo>
                    <a:pt x="1339991" y="1739273"/>
                  </a:lnTo>
                  <a:lnTo>
                    <a:pt x="1339970" y="1739269"/>
                  </a:lnTo>
                  <a:lnTo>
                    <a:pt x="1339939" y="1739256"/>
                  </a:lnTo>
                  <a:lnTo>
                    <a:pt x="1339933" y="1739251"/>
                  </a:lnTo>
                  <a:lnTo>
                    <a:pt x="1339925" y="1739246"/>
                  </a:lnTo>
                  <a:lnTo>
                    <a:pt x="1339918" y="1739244"/>
                  </a:lnTo>
                  <a:lnTo>
                    <a:pt x="1339905" y="1739246"/>
                  </a:lnTo>
                  <a:lnTo>
                    <a:pt x="1339887" y="1739251"/>
                  </a:lnTo>
                  <a:lnTo>
                    <a:pt x="1339870" y="1739260"/>
                  </a:lnTo>
                  <a:lnTo>
                    <a:pt x="1339853" y="1739273"/>
                  </a:lnTo>
                  <a:lnTo>
                    <a:pt x="1339846" y="1739279"/>
                  </a:lnTo>
                  <a:lnTo>
                    <a:pt x="1339839" y="1739290"/>
                  </a:lnTo>
                  <a:lnTo>
                    <a:pt x="1339827" y="1739307"/>
                  </a:lnTo>
                  <a:lnTo>
                    <a:pt x="1339813" y="1739324"/>
                  </a:lnTo>
                  <a:lnTo>
                    <a:pt x="1339800" y="1739343"/>
                  </a:lnTo>
                  <a:lnTo>
                    <a:pt x="1339792" y="1739363"/>
                  </a:lnTo>
                  <a:lnTo>
                    <a:pt x="1339798" y="1739379"/>
                  </a:lnTo>
                  <a:lnTo>
                    <a:pt x="1339802" y="1739384"/>
                  </a:lnTo>
                  <a:lnTo>
                    <a:pt x="1339808" y="1739393"/>
                  </a:lnTo>
                  <a:lnTo>
                    <a:pt x="1339809" y="1739403"/>
                  </a:lnTo>
                  <a:lnTo>
                    <a:pt x="1339814" y="1739416"/>
                  </a:lnTo>
                  <a:lnTo>
                    <a:pt x="1339816" y="1739427"/>
                  </a:lnTo>
                  <a:lnTo>
                    <a:pt x="1339821" y="1739440"/>
                  </a:lnTo>
                  <a:lnTo>
                    <a:pt x="1339831" y="1739454"/>
                  </a:lnTo>
                  <a:lnTo>
                    <a:pt x="1339837" y="1739460"/>
                  </a:lnTo>
                  <a:lnTo>
                    <a:pt x="1339844" y="1739472"/>
                  </a:lnTo>
                  <a:lnTo>
                    <a:pt x="1339845" y="1739481"/>
                  </a:lnTo>
                  <a:lnTo>
                    <a:pt x="1339840" y="1739490"/>
                  </a:lnTo>
                  <a:lnTo>
                    <a:pt x="1339824" y="1739503"/>
                  </a:lnTo>
                  <a:lnTo>
                    <a:pt x="1339808" y="1739520"/>
                  </a:lnTo>
                  <a:lnTo>
                    <a:pt x="1339794" y="1739535"/>
                  </a:lnTo>
                  <a:lnTo>
                    <a:pt x="1339779" y="1739553"/>
                  </a:lnTo>
                  <a:lnTo>
                    <a:pt x="1339774" y="1739557"/>
                  </a:lnTo>
                  <a:lnTo>
                    <a:pt x="1339761" y="1739565"/>
                  </a:lnTo>
                  <a:lnTo>
                    <a:pt x="1339739" y="1739572"/>
                  </a:lnTo>
                  <a:lnTo>
                    <a:pt x="1339726" y="1739573"/>
                  </a:lnTo>
                  <a:lnTo>
                    <a:pt x="1339709" y="1739571"/>
                  </a:lnTo>
                  <a:lnTo>
                    <a:pt x="1339677" y="1739575"/>
                  </a:lnTo>
                  <a:lnTo>
                    <a:pt x="1339664" y="1739582"/>
                  </a:lnTo>
                  <a:lnTo>
                    <a:pt x="1339659" y="1739587"/>
                  </a:lnTo>
                  <a:lnTo>
                    <a:pt x="1339646" y="1739595"/>
                  </a:lnTo>
                  <a:lnTo>
                    <a:pt x="1339629" y="1739598"/>
                  </a:lnTo>
                  <a:lnTo>
                    <a:pt x="1339612" y="1739601"/>
                  </a:lnTo>
                  <a:lnTo>
                    <a:pt x="1339594" y="1739602"/>
                  </a:lnTo>
                  <a:lnTo>
                    <a:pt x="1339584" y="1739599"/>
                  </a:lnTo>
                  <a:lnTo>
                    <a:pt x="1339579" y="1739599"/>
                  </a:lnTo>
                  <a:lnTo>
                    <a:pt x="1339564" y="1739598"/>
                  </a:lnTo>
                  <a:lnTo>
                    <a:pt x="1339559" y="1739599"/>
                  </a:lnTo>
                  <a:lnTo>
                    <a:pt x="1339552" y="1739604"/>
                  </a:lnTo>
                  <a:lnTo>
                    <a:pt x="1339546" y="1739617"/>
                  </a:lnTo>
                  <a:lnTo>
                    <a:pt x="1339540" y="1739638"/>
                  </a:lnTo>
                  <a:lnTo>
                    <a:pt x="1339533" y="1739660"/>
                  </a:lnTo>
                  <a:lnTo>
                    <a:pt x="1339526" y="1739687"/>
                  </a:lnTo>
                  <a:lnTo>
                    <a:pt x="1339515" y="1739713"/>
                  </a:lnTo>
                  <a:lnTo>
                    <a:pt x="1339497" y="1739755"/>
                  </a:lnTo>
                  <a:lnTo>
                    <a:pt x="1339487" y="1739783"/>
                  </a:lnTo>
                  <a:lnTo>
                    <a:pt x="1339480" y="1739811"/>
                  </a:lnTo>
                  <a:lnTo>
                    <a:pt x="1339479" y="1739855"/>
                  </a:lnTo>
                  <a:lnTo>
                    <a:pt x="1339472" y="1739899"/>
                  </a:lnTo>
                  <a:lnTo>
                    <a:pt x="1339460" y="1739929"/>
                  </a:lnTo>
                  <a:lnTo>
                    <a:pt x="1339453" y="1739960"/>
                  </a:lnTo>
                  <a:lnTo>
                    <a:pt x="1339452" y="1740015"/>
                  </a:lnTo>
                  <a:lnTo>
                    <a:pt x="1339449" y="1740036"/>
                  </a:lnTo>
                  <a:lnTo>
                    <a:pt x="1339440" y="1740065"/>
                  </a:lnTo>
                  <a:lnTo>
                    <a:pt x="1339423" y="1740082"/>
                  </a:lnTo>
                  <a:lnTo>
                    <a:pt x="1339405" y="1740093"/>
                  </a:lnTo>
                  <a:lnTo>
                    <a:pt x="1339389" y="1740106"/>
                  </a:lnTo>
                  <a:lnTo>
                    <a:pt x="1339362" y="1740138"/>
                  </a:lnTo>
                  <a:lnTo>
                    <a:pt x="1339358" y="1740156"/>
                  </a:lnTo>
                  <a:lnTo>
                    <a:pt x="1339348" y="1740188"/>
                  </a:lnTo>
                  <a:lnTo>
                    <a:pt x="1339344" y="1740226"/>
                  </a:lnTo>
                  <a:lnTo>
                    <a:pt x="1339340" y="1740259"/>
                  </a:lnTo>
                  <a:lnTo>
                    <a:pt x="1339341" y="1740283"/>
                  </a:lnTo>
                  <a:lnTo>
                    <a:pt x="1339348" y="1740312"/>
                  </a:lnTo>
                  <a:lnTo>
                    <a:pt x="1339356" y="1740328"/>
                  </a:lnTo>
                  <a:lnTo>
                    <a:pt x="1339364" y="1740339"/>
                  </a:lnTo>
                  <a:lnTo>
                    <a:pt x="1339380" y="1740355"/>
                  </a:lnTo>
                  <a:lnTo>
                    <a:pt x="1339395" y="1740374"/>
                  </a:lnTo>
                  <a:lnTo>
                    <a:pt x="1339420" y="1740420"/>
                  </a:lnTo>
                  <a:lnTo>
                    <a:pt x="1339429" y="1740440"/>
                  </a:lnTo>
                  <a:lnTo>
                    <a:pt x="1339437" y="1740456"/>
                  </a:lnTo>
                  <a:lnTo>
                    <a:pt x="1339441" y="1740464"/>
                  </a:lnTo>
                  <a:lnTo>
                    <a:pt x="1339447" y="1740483"/>
                  </a:lnTo>
                  <a:lnTo>
                    <a:pt x="1339449" y="1740495"/>
                  </a:lnTo>
                  <a:lnTo>
                    <a:pt x="1339453" y="1740514"/>
                  </a:lnTo>
                  <a:lnTo>
                    <a:pt x="1339454" y="1740532"/>
                  </a:lnTo>
                  <a:lnTo>
                    <a:pt x="1339455" y="1740551"/>
                  </a:lnTo>
                  <a:lnTo>
                    <a:pt x="1339454" y="1740577"/>
                  </a:lnTo>
                  <a:lnTo>
                    <a:pt x="1339458" y="1740588"/>
                  </a:lnTo>
                  <a:lnTo>
                    <a:pt x="1339460" y="1740594"/>
                  </a:lnTo>
                  <a:lnTo>
                    <a:pt x="1339483" y="1740626"/>
                  </a:lnTo>
                  <a:lnTo>
                    <a:pt x="1339490" y="1740634"/>
                  </a:lnTo>
                  <a:lnTo>
                    <a:pt x="1339484" y="1740645"/>
                  </a:lnTo>
                  <a:lnTo>
                    <a:pt x="1339477" y="1740663"/>
                  </a:lnTo>
                  <a:lnTo>
                    <a:pt x="1339466" y="1740681"/>
                  </a:lnTo>
                  <a:lnTo>
                    <a:pt x="1339463" y="1740687"/>
                  </a:lnTo>
                  <a:lnTo>
                    <a:pt x="1339459" y="1740692"/>
                  </a:lnTo>
                  <a:lnTo>
                    <a:pt x="1339454" y="1740711"/>
                  </a:lnTo>
                  <a:lnTo>
                    <a:pt x="1339454" y="1740719"/>
                  </a:lnTo>
                  <a:lnTo>
                    <a:pt x="1339452" y="1740737"/>
                  </a:lnTo>
                  <a:lnTo>
                    <a:pt x="1339447" y="1740755"/>
                  </a:lnTo>
                  <a:lnTo>
                    <a:pt x="1339434" y="1740792"/>
                  </a:lnTo>
                  <a:lnTo>
                    <a:pt x="1339428" y="1740810"/>
                  </a:lnTo>
                  <a:lnTo>
                    <a:pt x="1339421" y="1740829"/>
                  </a:lnTo>
                  <a:lnTo>
                    <a:pt x="1339415" y="1740847"/>
                  </a:lnTo>
                  <a:lnTo>
                    <a:pt x="1339411" y="1740865"/>
                  </a:lnTo>
                  <a:lnTo>
                    <a:pt x="1339407" y="1740884"/>
                  </a:lnTo>
                  <a:lnTo>
                    <a:pt x="1339406" y="1740903"/>
                  </a:lnTo>
                  <a:lnTo>
                    <a:pt x="1339406" y="1740921"/>
                  </a:lnTo>
                  <a:lnTo>
                    <a:pt x="1339404" y="1740939"/>
                  </a:lnTo>
                  <a:lnTo>
                    <a:pt x="1339402" y="1740952"/>
                  </a:lnTo>
                  <a:lnTo>
                    <a:pt x="1339398" y="1740976"/>
                  </a:lnTo>
                  <a:lnTo>
                    <a:pt x="1339393" y="1740994"/>
                  </a:lnTo>
                  <a:lnTo>
                    <a:pt x="1339387" y="1741013"/>
                  </a:lnTo>
                  <a:lnTo>
                    <a:pt x="1339378" y="1741036"/>
                  </a:lnTo>
                  <a:lnTo>
                    <a:pt x="1339370" y="1741049"/>
                  </a:lnTo>
                  <a:lnTo>
                    <a:pt x="1339357" y="1741068"/>
                  </a:lnTo>
                  <a:lnTo>
                    <a:pt x="1339344" y="1741086"/>
                  </a:lnTo>
                  <a:lnTo>
                    <a:pt x="1339340" y="1741091"/>
                  </a:lnTo>
                  <a:lnTo>
                    <a:pt x="1339337" y="1741109"/>
                  </a:lnTo>
                  <a:lnTo>
                    <a:pt x="1339327" y="1741123"/>
                  </a:lnTo>
                  <a:lnTo>
                    <a:pt x="1339320" y="1741141"/>
                  </a:lnTo>
                  <a:lnTo>
                    <a:pt x="1339314" y="1741153"/>
                  </a:lnTo>
                  <a:lnTo>
                    <a:pt x="1339290" y="1741186"/>
                  </a:lnTo>
                  <a:lnTo>
                    <a:pt x="1339259" y="1741224"/>
                  </a:lnTo>
                  <a:lnTo>
                    <a:pt x="1339246" y="1741251"/>
                  </a:lnTo>
                  <a:lnTo>
                    <a:pt x="1339239" y="1741284"/>
                  </a:lnTo>
                  <a:lnTo>
                    <a:pt x="1339233" y="1741299"/>
                  </a:lnTo>
                  <a:lnTo>
                    <a:pt x="1339208" y="1741315"/>
                  </a:lnTo>
                  <a:lnTo>
                    <a:pt x="1339206" y="1741329"/>
                  </a:lnTo>
                  <a:lnTo>
                    <a:pt x="1339206" y="1741344"/>
                  </a:lnTo>
                  <a:lnTo>
                    <a:pt x="1339206" y="1741356"/>
                  </a:lnTo>
                  <a:lnTo>
                    <a:pt x="1339187" y="1741402"/>
                  </a:lnTo>
                  <a:lnTo>
                    <a:pt x="1339175" y="1741426"/>
                  </a:lnTo>
                  <a:lnTo>
                    <a:pt x="1339166" y="1741440"/>
                  </a:lnTo>
                  <a:lnTo>
                    <a:pt x="1339158" y="1741452"/>
                  </a:lnTo>
                  <a:lnTo>
                    <a:pt x="1339147" y="1741467"/>
                  </a:lnTo>
                  <a:lnTo>
                    <a:pt x="1339143" y="1741478"/>
                  </a:lnTo>
                  <a:lnTo>
                    <a:pt x="1339140" y="1741491"/>
                  </a:lnTo>
                  <a:lnTo>
                    <a:pt x="1339139" y="1741535"/>
                  </a:lnTo>
                  <a:lnTo>
                    <a:pt x="1339136" y="1741554"/>
                  </a:lnTo>
                  <a:lnTo>
                    <a:pt x="1339131" y="1741572"/>
                  </a:lnTo>
                  <a:lnTo>
                    <a:pt x="1339129" y="1741580"/>
                  </a:lnTo>
                  <a:lnTo>
                    <a:pt x="1339125" y="1741587"/>
                  </a:lnTo>
                  <a:lnTo>
                    <a:pt x="1339112" y="1741600"/>
                  </a:lnTo>
                  <a:lnTo>
                    <a:pt x="1339103" y="1741605"/>
                  </a:lnTo>
                  <a:lnTo>
                    <a:pt x="1339086" y="1741612"/>
                  </a:lnTo>
                  <a:lnTo>
                    <a:pt x="1339069" y="1741617"/>
                  </a:lnTo>
                  <a:lnTo>
                    <a:pt x="1339059" y="1741618"/>
                  </a:lnTo>
                  <a:lnTo>
                    <a:pt x="1339051" y="1741622"/>
                  </a:lnTo>
                  <a:lnTo>
                    <a:pt x="1339034" y="1741625"/>
                  </a:lnTo>
                  <a:lnTo>
                    <a:pt x="1339016" y="1741632"/>
                  </a:lnTo>
                  <a:lnTo>
                    <a:pt x="1338999" y="1741642"/>
                  </a:lnTo>
                  <a:lnTo>
                    <a:pt x="1338975" y="1741656"/>
                  </a:lnTo>
                  <a:lnTo>
                    <a:pt x="1338963" y="1741666"/>
                  </a:lnTo>
                  <a:lnTo>
                    <a:pt x="1338947" y="1741682"/>
                  </a:lnTo>
                  <a:lnTo>
                    <a:pt x="1338933" y="1741699"/>
                  </a:lnTo>
                  <a:lnTo>
                    <a:pt x="1338902" y="1741736"/>
                  </a:lnTo>
                  <a:lnTo>
                    <a:pt x="1338886" y="1741751"/>
                  </a:lnTo>
                  <a:lnTo>
                    <a:pt x="1338868" y="1741762"/>
                  </a:lnTo>
                  <a:lnTo>
                    <a:pt x="1338851" y="1741769"/>
                  </a:lnTo>
                  <a:lnTo>
                    <a:pt x="1338834" y="1741773"/>
                  </a:lnTo>
                  <a:lnTo>
                    <a:pt x="1338816" y="1741773"/>
                  </a:lnTo>
                  <a:lnTo>
                    <a:pt x="1338806" y="1741771"/>
                  </a:lnTo>
                  <a:lnTo>
                    <a:pt x="1338793" y="1741773"/>
                  </a:lnTo>
                  <a:lnTo>
                    <a:pt x="1338769" y="1741780"/>
                  </a:lnTo>
                  <a:lnTo>
                    <a:pt x="1338754" y="1741792"/>
                  </a:lnTo>
                  <a:lnTo>
                    <a:pt x="1338735" y="1741814"/>
                  </a:lnTo>
                  <a:lnTo>
                    <a:pt x="1338728" y="1741842"/>
                  </a:lnTo>
                  <a:lnTo>
                    <a:pt x="1338725" y="1741863"/>
                  </a:lnTo>
                  <a:lnTo>
                    <a:pt x="1338722" y="1741880"/>
                  </a:lnTo>
                  <a:lnTo>
                    <a:pt x="1338709" y="1741900"/>
                  </a:lnTo>
                  <a:lnTo>
                    <a:pt x="1338695" y="1741914"/>
                  </a:lnTo>
                  <a:lnTo>
                    <a:pt x="1338677" y="1741924"/>
                  </a:lnTo>
                  <a:lnTo>
                    <a:pt x="1338661" y="1741931"/>
                  </a:lnTo>
                  <a:lnTo>
                    <a:pt x="1338650" y="1741951"/>
                  </a:lnTo>
                  <a:lnTo>
                    <a:pt x="1338642" y="1741976"/>
                  </a:lnTo>
                  <a:lnTo>
                    <a:pt x="1338639" y="1741999"/>
                  </a:lnTo>
                  <a:lnTo>
                    <a:pt x="1338640" y="1742018"/>
                  </a:lnTo>
                  <a:lnTo>
                    <a:pt x="1338642" y="1742028"/>
                  </a:lnTo>
                  <a:lnTo>
                    <a:pt x="1338650" y="1742057"/>
                  </a:lnTo>
                  <a:lnTo>
                    <a:pt x="1338652" y="1742094"/>
                  </a:lnTo>
                  <a:lnTo>
                    <a:pt x="1338642" y="1742119"/>
                  </a:lnTo>
                  <a:lnTo>
                    <a:pt x="1338616" y="1742138"/>
                  </a:lnTo>
                  <a:lnTo>
                    <a:pt x="1338571" y="1742155"/>
                  </a:lnTo>
                  <a:lnTo>
                    <a:pt x="1338531" y="1742159"/>
                  </a:lnTo>
                  <a:lnTo>
                    <a:pt x="1338455" y="1742149"/>
                  </a:lnTo>
                  <a:lnTo>
                    <a:pt x="1338414" y="1742146"/>
                  </a:lnTo>
                  <a:lnTo>
                    <a:pt x="1338402" y="1742148"/>
                  </a:lnTo>
                  <a:lnTo>
                    <a:pt x="1338391" y="1742159"/>
                  </a:lnTo>
                  <a:lnTo>
                    <a:pt x="1338384" y="1742163"/>
                  </a:lnTo>
                  <a:lnTo>
                    <a:pt x="1338380" y="1742166"/>
                  </a:lnTo>
                  <a:lnTo>
                    <a:pt x="1338379" y="1742176"/>
                  </a:lnTo>
                  <a:lnTo>
                    <a:pt x="1338374" y="1742194"/>
                  </a:lnTo>
                  <a:lnTo>
                    <a:pt x="1338373" y="1742212"/>
                  </a:lnTo>
                  <a:lnTo>
                    <a:pt x="1338369" y="1742231"/>
                  </a:lnTo>
                  <a:lnTo>
                    <a:pt x="1338366" y="1742241"/>
                  </a:lnTo>
                  <a:lnTo>
                    <a:pt x="1338362" y="1742249"/>
                  </a:lnTo>
                  <a:lnTo>
                    <a:pt x="1338349" y="1742267"/>
                  </a:lnTo>
                  <a:lnTo>
                    <a:pt x="1338339" y="1742277"/>
                  </a:lnTo>
                  <a:lnTo>
                    <a:pt x="1338335" y="1742286"/>
                  </a:lnTo>
                  <a:lnTo>
                    <a:pt x="1338327" y="1742304"/>
                  </a:lnTo>
                  <a:lnTo>
                    <a:pt x="1338322" y="1742323"/>
                  </a:lnTo>
                  <a:lnTo>
                    <a:pt x="1338319" y="1742341"/>
                  </a:lnTo>
                  <a:lnTo>
                    <a:pt x="1338316" y="1742359"/>
                  </a:lnTo>
                  <a:lnTo>
                    <a:pt x="1338312" y="1742378"/>
                  </a:lnTo>
                  <a:lnTo>
                    <a:pt x="1338310" y="1742386"/>
                  </a:lnTo>
                  <a:lnTo>
                    <a:pt x="1338310" y="1742396"/>
                  </a:lnTo>
                  <a:lnTo>
                    <a:pt x="1338307" y="1742414"/>
                  </a:lnTo>
                  <a:lnTo>
                    <a:pt x="1338299" y="1742451"/>
                  </a:lnTo>
                  <a:lnTo>
                    <a:pt x="1338298" y="1742461"/>
                  </a:lnTo>
                  <a:lnTo>
                    <a:pt x="1338294" y="1742470"/>
                  </a:lnTo>
                  <a:lnTo>
                    <a:pt x="1338292" y="1742478"/>
                  </a:lnTo>
                  <a:lnTo>
                    <a:pt x="1338291" y="1742498"/>
                  </a:lnTo>
                  <a:lnTo>
                    <a:pt x="1338294" y="1742507"/>
                  </a:lnTo>
                  <a:lnTo>
                    <a:pt x="1338297" y="1742525"/>
                  </a:lnTo>
                  <a:lnTo>
                    <a:pt x="1338301" y="1742544"/>
                  </a:lnTo>
                  <a:lnTo>
                    <a:pt x="1338302" y="1742562"/>
                  </a:lnTo>
                  <a:lnTo>
                    <a:pt x="1338301" y="1742577"/>
                  </a:lnTo>
                  <a:lnTo>
                    <a:pt x="1338297" y="1742587"/>
                  </a:lnTo>
                  <a:lnTo>
                    <a:pt x="1338299" y="1742605"/>
                  </a:lnTo>
                  <a:lnTo>
                    <a:pt x="1338304" y="1742617"/>
                  </a:lnTo>
                  <a:lnTo>
                    <a:pt x="1338306" y="1742626"/>
                  </a:lnTo>
                  <a:lnTo>
                    <a:pt x="1338305" y="1742636"/>
                  </a:lnTo>
                  <a:lnTo>
                    <a:pt x="1338291" y="1742644"/>
                  </a:lnTo>
                  <a:lnTo>
                    <a:pt x="1338280" y="1742651"/>
                  </a:lnTo>
                  <a:lnTo>
                    <a:pt x="1338268" y="1742660"/>
                  </a:lnTo>
                  <a:lnTo>
                    <a:pt x="1338258" y="1742669"/>
                  </a:lnTo>
                  <a:lnTo>
                    <a:pt x="1338234" y="1742668"/>
                  </a:lnTo>
                  <a:lnTo>
                    <a:pt x="1338217" y="1742667"/>
                  </a:lnTo>
                  <a:lnTo>
                    <a:pt x="1338200" y="1742667"/>
                  </a:lnTo>
                  <a:lnTo>
                    <a:pt x="1338183" y="1742667"/>
                  </a:lnTo>
                  <a:lnTo>
                    <a:pt x="1338165" y="1742672"/>
                  </a:lnTo>
                  <a:lnTo>
                    <a:pt x="1338147" y="1742680"/>
                  </a:lnTo>
                  <a:lnTo>
                    <a:pt x="1338130" y="1742690"/>
                  </a:lnTo>
                  <a:lnTo>
                    <a:pt x="1338114" y="1742703"/>
                  </a:lnTo>
                  <a:lnTo>
                    <a:pt x="1338096" y="1742719"/>
                  </a:lnTo>
                  <a:lnTo>
                    <a:pt x="1338078" y="1742732"/>
                  </a:lnTo>
                  <a:lnTo>
                    <a:pt x="1338062" y="1742746"/>
                  </a:lnTo>
                  <a:lnTo>
                    <a:pt x="1338043" y="1742756"/>
                  </a:lnTo>
                  <a:lnTo>
                    <a:pt x="1338026" y="1742762"/>
                  </a:lnTo>
                  <a:lnTo>
                    <a:pt x="1338015" y="1742765"/>
                  </a:lnTo>
                  <a:lnTo>
                    <a:pt x="1338008" y="1742765"/>
                  </a:lnTo>
                  <a:lnTo>
                    <a:pt x="1337991" y="1742766"/>
                  </a:lnTo>
                  <a:lnTo>
                    <a:pt x="1337974" y="1742764"/>
                  </a:lnTo>
                  <a:lnTo>
                    <a:pt x="1337957" y="1742756"/>
                  </a:lnTo>
                  <a:lnTo>
                    <a:pt x="1337950" y="1742750"/>
                  </a:lnTo>
                  <a:lnTo>
                    <a:pt x="1337939" y="1742747"/>
                  </a:lnTo>
                  <a:lnTo>
                    <a:pt x="1337930" y="1742743"/>
                  </a:lnTo>
                  <a:lnTo>
                    <a:pt x="1337922" y="1742736"/>
                  </a:lnTo>
                  <a:lnTo>
                    <a:pt x="1337906" y="1742718"/>
                  </a:lnTo>
                  <a:lnTo>
                    <a:pt x="1337893" y="1742700"/>
                  </a:lnTo>
                  <a:lnTo>
                    <a:pt x="1337880" y="1742682"/>
                  </a:lnTo>
                  <a:lnTo>
                    <a:pt x="1337868" y="1742663"/>
                  </a:lnTo>
                  <a:lnTo>
                    <a:pt x="1337861" y="1742653"/>
                  </a:lnTo>
                  <a:lnTo>
                    <a:pt x="1337854" y="1742647"/>
                  </a:lnTo>
                  <a:lnTo>
                    <a:pt x="1337846" y="1742644"/>
                  </a:lnTo>
                  <a:lnTo>
                    <a:pt x="1337837" y="1742644"/>
                  </a:lnTo>
                  <a:lnTo>
                    <a:pt x="1337820" y="1742645"/>
                  </a:lnTo>
                  <a:lnTo>
                    <a:pt x="1337803" y="1742649"/>
                  </a:lnTo>
                  <a:lnTo>
                    <a:pt x="1337785" y="1742653"/>
                  </a:lnTo>
                  <a:lnTo>
                    <a:pt x="1337753" y="1742655"/>
                  </a:lnTo>
                  <a:lnTo>
                    <a:pt x="1337745" y="1742653"/>
                  </a:lnTo>
                  <a:lnTo>
                    <a:pt x="1337737" y="1742649"/>
                  </a:lnTo>
                  <a:lnTo>
                    <a:pt x="1337721" y="1742640"/>
                  </a:lnTo>
                  <a:lnTo>
                    <a:pt x="1337704" y="1742625"/>
                  </a:lnTo>
                  <a:lnTo>
                    <a:pt x="1337687" y="1742608"/>
                  </a:lnTo>
                  <a:lnTo>
                    <a:pt x="1337669" y="1742600"/>
                  </a:lnTo>
                  <a:lnTo>
                    <a:pt x="1337652" y="1742600"/>
                  </a:lnTo>
                  <a:lnTo>
                    <a:pt x="1337635" y="1742604"/>
                  </a:lnTo>
                  <a:lnTo>
                    <a:pt x="1337617" y="1742607"/>
                  </a:lnTo>
                  <a:lnTo>
                    <a:pt x="1337611" y="1742608"/>
                  </a:lnTo>
                  <a:lnTo>
                    <a:pt x="1337600" y="1742607"/>
                  </a:lnTo>
                  <a:lnTo>
                    <a:pt x="1337582" y="1742604"/>
                  </a:lnTo>
                  <a:lnTo>
                    <a:pt x="1337565" y="1742598"/>
                  </a:lnTo>
                  <a:lnTo>
                    <a:pt x="1337556" y="1742597"/>
                  </a:lnTo>
                  <a:lnTo>
                    <a:pt x="1337548" y="1742593"/>
                  </a:lnTo>
                  <a:lnTo>
                    <a:pt x="1337531" y="1742590"/>
                  </a:lnTo>
                  <a:lnTo>
                    <a:pt x="1337496" y="1742590"/>
                  </a:lnTo>
                  <a:lnTo>
                    <a:pt x="1337479" y="1742589"/>
                  </a:lnTo>
                  <a:lnTo>
                    <a:pt x="1337461" y="1742587"/>
                  </a:lnTo>
                  <a:lnTo>
                    <a:pt x="1337444" y="1742583"/>
                  </a:lnTo>
                  <a:lnTo>
                    <a:pt x="1337426" y="1742581"/>
                  </a:lnTo>
                  <a:lnTo>
                    <a:pt x="1337409" y="1742583"/>
                  </a:lnTo>
                  <a:lnTo>
                    <a:pt x="1337392" y="1742589"/>
                  </a:lnTo>
                  <a:lnTo>
                    <a:pt x="1337374" y="1742595"/>
                  </a:lnTo>
                  <a:lnTo>
                    <a:pt x="1337357" y="1742601"/>
                  </a:lnTo>
                  <a:lnTo>
                    <a:pt x="1337350" y="1742607"/>
                  </a:lnTo>
                  <a:lnTo>
                    <a:pt x="1337336" y="1742614"/>
                  </a:lnTo>
                  <a:lnTo>
                    <a:pt x="1337322" y="1742615"/>
                  </a:lnTo>
                  <a:lnTo>
                    <a:pt x="1337305" y="1742613"/>
                  </a:lnTo>
                  <a:lnTo>
                    <a:pt x="1337287" y="1742609"/>
                  </a:lnTo>
                  <a:lnTo>
                    <a:pt x="1337270" y="1742608"/>
                  </a:lnTo>
                  <a:lnTo>
                    <a:pt x="1337262" y="1742609"/>
                  </a:lnTo>
                  <a:lnTo>
                    <a:pt x="1337249" y="1742615"/>
                  </a:lnTo>
                  <a:lnTo>
                    <a:pt x="1337237" y="1742630"/>
                  </a:lnTo>
                  <a:lnTo>
                    <a:pt x="1337228" y="1742648"/>
                  </a:lnTo>
                  <a:lnTo>
                    <a:pt x="1337220" y="1742670"/>
                  </a:lnTo>
                  <a:lnTo>
                    <a:pt x="1337214" y="1742681"/>
                  </a:lnTo>
                  <a:lnTo>
                    <a:pt x="1337206" y="1742687"/>
                  </a:lnTo>
                  <a:lnTo>
                    <a:pt x="1337193" y="1742691"/>
                  </a:lnTo>
                  <a:lnTo>
                    <a:pt x="1337176" y="1742698"/>
                  </a:lnTo>
                  <a:lnTo>
                    <a:pt x="1337158" y="1742709"/>
                  </a:lnTo>
                  <a:lnTo>
                    <a:pt x="1337139" y="1742714"/>
                  </a:lnTo>
                  <a:lnTo>
                    <a:pt x="1337119" y="1742712"/>
                  </a:lnTo>
                  <a:lnTo>
                    <a:pt x="1337112" y="1742707"/>
                  </a:lnTo>
                  <a:lnTo>
                    <a:pt x="1337107" y="1742701"/>
                  </a:lnTo>
                  <a:lnTo>
                    <a:pt x="1337094" y="1742685"/>
                  </a:lnTo>
                  <a:lnTo>
                    <a:pt x="1337090" y="1742680"/>
                  </a:lnTo>
                  <a:lnTo>
                    <a:pt x="1337078" y="1742676"/>
                  </a:lnTo>
                  <a:lnTo>
                    <a:pt x="1337060" y="1742679"/>
                  </a:lnTo>
                  <a:lnTo>
                    <a:pt x="1337048" y="1742684"/>
                  </a:lnTo>
                  <a:lnTo>
                    <a:pt x="1337039" y="1742685"/>
                  </a:lnTo>
                  <a:lnTo>
                    <a:pt x="1337021" y="1742683"/>
                  </a:lnTo>
                  <a:lnTo>
                    <a:pt x="1337008" y="1742678"/>
                  </a:lnTo>
                  <a:lnTo>
                    <a:pt x="1336991" y="1742670"/>
                  </a:lnTo>
                  <a:lnTo>
                    <a:pt x="1336974" y="1742669"/>
                  </a:lnTo>
                  <a:lnTo>
                    <a:pt x="1336939" y="1742668"/>
                  </a:lnTo>
                  <a:lnTo>
                    <a:pt x="1336922" y="1742666"/>
                  </a:lnTo>
                  <a:lnTo>
                    <a:pt x="1336913" y="1742665"/>
                  </a:lnTo>
                  <a:lnTo>
                    <a:pt x="1336904" y="1742663"/>
                  </a:lnTo>
                  <a:lnTo>
                    <a:pt x="1336887" y="1742655"/>
                  </a:lnTo>
                  <a:lnTo>
                    <a:pt x="1336870" y="1742646"/>
                  </a:lnTo>
                  <a:lnTo>
                    <a:pt x="1336853" y="1742638"/>
                  </a:lnTo>
                  <a:lnTo>
                    <a:pt x="1336836" y="1742630"/>
                  </a:lnTo>
                  <a:lnTo>
                    <a:pt x="1336818" y="1742628"/>
                  </a:lnTo>
                  <a:lnTo>
                    <a:pt x="1336801" y="1742632"/>
                  </a:lnTo>
                  <a:lnTo>
                    <a:pt x="1336784" y="1742634"/>
                  </a:lnTo>
                  <a:lnTo>
                    <a:pt x="1336766" y="1742631"/>
                  </a:lnTo>
                  <a:lnTo>
                    <a:pt x="1336749" y="1742623"/>
                  </a:lnTo>
                  <a:lnTo>
                    <a:pt x="1336741" y="1742618"/>
                  </a:lnTo>
                  <a:lnTo>
                    <a:pt x="1336732" y="1742615"/>
                  </a:lnTo>
                  <a:lnTo>
                    <a:pt x="1336714" y="1742611"/>
                  </a:lnTo>
                  <a:lnTo>
                    <a:pt x="1336697" y="1742609"/>
                  </a:lnTo>
                  <a:lnTo>
                    <a:pt x="1336680" y="1742607"/>
                  </a:lnTo>
                  <a:lnTo>
                    <a:pt x="1336674" y="1742605"/>
                  </a:lnTo>
                  <a:lnTo>
                    <a:pt x="1336663" y="1742607"/>
                  </a:lnTo>
                  <a:lnTo>
                    <a:pt x="1336656" y="1742608"/>
                  </a:lnTo>
                  <a:lnTo>
                    <a:pt x="1336645" y="1742614"/>
                  </a:lnTo>
                  <a:lnTo>
                    <a:pt x="1336628" y="1742622"/>
                  </a:lnTo>
                  <a:lnTo>
                    <a:pt x="1336610" y="1742631"/>
                  </a:lnTo>
                  <a:lnTo>
                    <a:pt x="1336593" y="1742641"/>
                  </a:lnTo>
                  <a:lnTo>
                    <a:pt x="1336585" y="1742646"/>
                  </a:lnTo>
                  <a:lnTo>
                    <a:pt x="1336575" y="1742649"/>
                  </a:lnTo>
                  <a:lnTo>
                    <a:pt x="1336557" y="1742655"/>
                  </a:lnTo>
                  <a:lnTo>
                    <a:pt x="1336540" y="1742654"/>
                  </a:lnTo>
                  <a:lnTo>
                    <a:pt x="1336523" y="1742652"/>
                  </a:lnTo>
                  <a:lnTo>
                    <a:pt x="1336471" y="1742644"/>
                  </a:lnTo>
                  <a:lnTo>
                    <a:pt x="1336454" y="1742643"/>
                  </a:lnTo>
                  <a:lnTo>
                    <a:pt x="1336436" y="1742655"/>
                  </a:lnTo>
                  <a:lnTo>
                    <a:pt x="1336420" y="1742673"/>
                  </a:lnTo>
                  <a:lnTo>
                    <a:pt x="1336414" y="1742681"/>
                  </a:lnTo>
                  <a:lnTo>
                    <a:pt x="1336409" y="1742692"/>
                  </a:lnTo>
                  <a:lnTo>
                    <a:pt x="1336393" y="1742710"/>
                  </a:lnTo>
                  <a:lnTo>
                    <a:pt x="1336387" y="1742714"/>
                  </a:lnTo>
                  <a:lnTo>
                    <a:pt x="1336376" y="1742715"/>
                  </a:lnTo>
                  <a:lnTo>
                    <a:pt x="1336359" y="1742716"/>
                  </a:lnTo>
                  <a:lnTo>
                    <a:pt x="1336351" y="1742718"/>
                  </a:lnTo>
                  <a:lnTo>
                    <a:pt x="1336341" y="1742718"/>
                  </a:lnTo>
                  <a:lnTo>
                    <a:pt x="1336324" y="1742721"/>
                  </a:lnTo>
                  <a:lnTo>
                    <a:pt x="1336317" y="1742722"/>
                  </a:lnTo>
                  <a:lnTo>
                    <a:pt x="1336307" y="1742728"/>
                  </a:lnTo>
                  <a:lnTo>
                    <a:pt x="1336294" y="1742734"/>
                  </a:lnTo>
                  <a:lnTo>
                    <a:pt x="1336268" y="1742746"/>
                  </a:lnTo>
                  <a:lnTo>
                    <a:pt x="1336251" y="1742752"/>
                  </a:lnTo>
                  <a:lnTo>
                    <a:pt x="1336233" y="1742755"/>
                  </a:lnTo>
                  <a:lnTo>
                    <a:pt x="1336225" y="1742758"/>
                  </a:lnTo>
                  <a:lnTo>
                    <a:pt x="1336216" y="1742763"/>
                  </a:lnTo>
                  <a:lnTo>
                    <a:pt x="1336198" y="1742773"/>
                  </a:lnTo>
                  <a:lnTo>
                    <a:pt x="1336189" y="1742776"/>
                  </a:lnTo>
                  <a:lnTo>
                    <a:pt x="1336181" y="1742776"/>
                  </a:lnTo>
                  <a:lnTo>
                    <a:pt x="1336163" y="1742777"/>
                  </a:lnTo>
                  <a:lnTo>
                    <a:pt x="1336146" y="1742775"/>
                  </a:lnTo>
                  <a:lnTo>
                    <a:pt x="1336129" y="1742770"/>
                  </a:lnTo>
                  <a:lnTo>
                    <a:pt x="1336122" y="1742766"/>
                  </a:lnTo>
                  <a:lnTo>
                    <a:pt x="1336113" y="1742749"/>
                  </a:lnTo>
                  <a:lnTo>
                    <a:pt x="1336111" y="1742736"/>
                  </a:lnTo>
                  <a:lnTo>
                    <a:pt x="1336108" y="1742717"/>
                  </a:lnTo>
                  <a:lnTo>
                    <a:pt x="1336104" y="1742680"/>
                  </a:lnTo>
                  <a:lnTo>
                    <a:pt x="1336103" y="1742662"/>
                  </a:lnTo>
                  <a:lnTo>
                    <a:pt x="1336102" y="1742643"/>
                  </a:lnTo>
                  <a:lnTo>
                    <a:pt x="1336100" y="1742624"/>
                  </a:lnTo>
                  <a:lnTo>
                    <a:pt x="1336095" y="1742606"/>
                  </a:lnTo>
                  <a:lnTo>
                    <a:pt x="1336089" y="1742583"/>
                  </a:lnTo>
                  <a:lnTo>
                    <a:pt x="1336085" y="1742569"/>
                  </a:lnTo>
                  <a:lnTo>
                    <a:pt x="1336081" y="1742562"/>
                  </a:lnTo>
                  <a:lnTo>
                    <a:pt x="1336071" y="1742562"/>
                  </a:lnTo>
                  <a:lnTo>
                    <a:pt x="1336053" y="1742563"/>
                  </a:lnTo>
                  <a:lnTo>
                    <a:pt x="1336036" y="1742564"/>
                  </a:lnTo>
                  <a:lnTo>
                    <a:pt x="1336019" y="1742569"/>
                  </a:lnTo>
                  <a:lnTo>
                    <a:pt x="1336001" y="1742572"/>
                  </a:lnTo>
                  <a:lnTo>
                    <a:pt x="1335984" y="1742571"/>
                  </a:lnTo>
                  <a:lnTo>
                    <a:pt x="1335963" y="1742564"/>
                  </a:lnTo>
                  <a:lnTo>
                    <a:pt x="1335939" y="1742543"/>
                  </a:lnTo>
                  <a:lnTo>
                    <a:pt x="1335927" y="1742524"/>
                  </a:lnTo>
                  <a:lnTo>
                    <a:pt x="1335913" y="1742505"/>
                  </a:lnTo>
                  <a:lnTo>
                    <a:pt x="1335892" y="1742506"/>
                  </a:lnTo>
                  <a:lnTo>
                    <a:pt x="1335880" y="1742503"/>
                  </a:lnTo>
                  <a:lnTo>
                    <a:pt x="1335873" y="1742503"/>
                  </a:lnTo>
                  <a:lnTo>
                    <a:pt x="1335863" y="1742499"/>
                  </a:lnTo>
                  <a:lnTo>
                    <a:pt x="1335845" y="1742492"/>
                  </a:lnTo>
                  <a:lnTo>
                    <a:pt x="1335828" y="1742482"/>
                  </a:lnTo>
                  <a:lnTo>
                    <a:pt x="1335811" y="1742468"/>
                  </a:lnTo>
                  <a:lnTo>
                    <a:pt x="1335794" y="1742452"/>
                  </a:lnTo>
                  <a:lnTo>
                    <a:pt x="1335782" y="1742443"/>
                  </a:lnTo>
                  <a:lnTo>
                    <a:pt x="1335773" y="1742438"/>
                  </a:lnTo>
                  <a:lnTo>
                    <a:pt x="1335759" y="1742438"/>
                  </a:lnTo>
                  <a:lnTo>
                    <a:pt x="1335742" y="1742442"/>
                  </a:lnTo>
                  <a:lnTo>
                    <a:pt x="1335724" y="1742446"/>
                  </a:lnTo>
                  <a:lnTo>
                    <a:pt x="1335707" y="1742448"/>
                  </a:lnTo>
                  <a:lnTo>
                    <a:pt x="1335686" y="1742450"/>
                  </a:lnTo>
                  <a:lnTo>
                    <a:pt x="1335672" y="1742452"/>
                  </a:lnTo>
                  <a:lnTo>
                    <a:pt x="1335649" y="1742456"/>
                  </a:lnTo>
                  <a:lnTo>
                    <a:pt x="1335637" y="1742456"/>
                  </a:lnTo>
                  <a:lnTo>
                    <a:pt x="1335630" y="1742455"/>
                  </a:lnTo>
                  <a:lnTo>
                    <a:pt x="1335620" y="1742446"/>
                  </a:lnTo>
                  <a:lnTo>
                    <a:pt x="1335603" y="1742432"/>
                  </a:lnTo>
                  <a:lnTo>
                    <a:pt x="1335586" y="1742423"/>
                  </a:lnTo>
                  <a:lnTo>
                    <a:pt x="1335569" y="1742418"/>
                  </a:lnTo>
                  <a:lnTo>
                    <a:pt x="1335560" y="1742418"/>
                  </a:lnTo>
                  <a:lnTo>
                    <a:pt x="1335551" y="1742420"/>
                  </a:lnTo>
                  <a:lnTo>
                    <a:pt x="1335517" y="1742424"/>
                  </a:lnTo>
                  <a:lnTo>
                    <a:pt x="1335482" y="1742425"/>
                  </a:lnTo>
                  <a:lnTo>
                    <a:pt x="1335464" y="1742426"/>
                  </a:lnTo>
                  <a:lnTo>
                    <a:pt x="1335447" y="1742429"/>
                  </a:lnTo>
                  <a:lnTo>
                    <a:pt x="1335429" y="1742431"/>
                  </a:lnTo>
                  <a:lnTo>
                    <a:pt x="1335412" y="1742435"/>
                  </a:lnTo>
                  <a:lnTo>
                    <a:pt x="1335395" y="1742436"/>
                  </a:lnTo>
                  <a:lnTo>
                    <a:pt x="1335386" y="1742437"/>
                  </a:lnTo>
                  <a:lnTo>
                    <a:pt x="1335360" y="1742442"/>
                  </a:lnTo>
                  <a:lnTo>
                    <a:pt x="1335343" y="1742448"/>
                  </a:lnTo>
                  <a:lnTo>
                    <a:pt x="1335325" y="1742457"/>
                  </a:lnTo>
                  <a:lnTo>
                    <a:pt x="1335308" y="1742464"/>
                  </a:lnTo>
                  <a:lnTo>
                    <a:pt x="1335290" y="1742472"/>
                  </a:lnTo>
                  <a:lnTo>
                    <a:pt x="1335272" y="1742480"/>
                  </a:lnTo>
                  <a:lnTo>
                    <a:pt x="1335255" y="1742487"/>
                  </a:lnTo>
                  <a:lnTo>
                    <a:pt x="1335238" y="1742496"/>
                  </a:lnTo>
                  <a:lnTo>
                    <a:pt x="1335231" y="1742496"/>
                  </a:lnTo>
                  <a:lnTo>
                    <a:pt x="1335224" y="1742485"/>
                  </a:lnTo>
                  <a:lnTo>
                    <a:pt x="1335219" y="1742467"/>
                  </a:lnTo>
                  <a:lnTo>
                    <a:pt x="1335216" y="1742448"/>
                  </a:lnTo>
                  <a:lnTo>
                    <a:pt x="1335211" y="1742430"/>
                  </a:lnTo>
                  <a:lnTo>
                    <a:pt x="1335207" y="1742411"/>
                  </a:lnTo>
                  <a:lnTo>
                    <a:pt x="1335203" y="1742393"/>
                  </a:lnTo>
                  <a:lnTo>
                    <a:pt x="1335200" y="1742374"/>
                  </a:lnTo>
                  <a:lnTo>
                    <a:pt x="1335199" y="1742362"/>
                  </a:lnTo>
                  <a:lnTo>
                    <a:pt x="1335196" y="1742352"/>
                  </a:lnTo>
                  <a:lnTo>
                    <a:pt x="1335188" y="1742337"/>
                  </a:lnTo>
                  <a:lnTo>
                    <a:pt x="1335179" y="1742318"/>
                  </a:lnTo>
                  <a:lnTo>
                    <a:pt x="1335168" y="1742299"/>
                  </a:lnTo>
                  <a:lnTo>
                    <a:pt x="1335159" y="1742281"/>
                  </a:lnTo>
                  <a:lnTo>
                    <a:pt x="1335155" y="1742272"/>
                  </a:lnTo>
                  <a:lnTo>
                    <a:pt x="1335152" y="1742262"/>
                  </a:lnTo>
                  <a:lnTo>
                    <a:pt x="1335148" y="1742244"/>
                  </a:lnTo>
                  <a:lnTo>
                    <a:pt x="1335147" y="1742225"/>
                  </a:lnTo>
                  <a:lnTo>
                    <a:pt x="1335143" y="1742204"/>
                  </a:lnTo>
                  <a:lnTo>
                    <a:pt x="1335135" y="1742188"/>
                  </a:lnTo>
                  <a:lnTo>
                    <a:pt x="1335129" y="1742183"/>
                  </a:lnTo>
                  <a:lnTo>
                    <a:pt x="1335119" y="1742178"/>
                  </a:lnTo>
                  <a:lnTo>
                    <a:pt x="1335110" y="1742174"/>
                  </a:lnTo>
                  <a:lnTo>
                    <a:pt x="1335101" y="1742174"/>
                  </a:lnTo>
                  <a:lnTo>
                    <a:pt x="1335084" y="1742170"/>
                  </a:lnTo>
                  <a:lnTo>
                    <a:pt x="1335065" y="1742165"/>
                  </a:lnTo>
                  <a:lnTo>
                    <a:pt x="1335060" y="1742157"/>
                  </a:lnTo>
                  <a:lnTo>
                    <a:pt x="1335058" y="1742149"/>
                  </a:lnTo>
                  <a:lnTo>
                    <a:pt x="1335052" y="1742140"/>
                  </a:lnTo>
                  <a:lnTo>
                    <a:pt x="1335048" y="1742128"/>
                  </a:lnTo>
                  <a:lnTo>
                    <a:pt x="1335053" y="1742112"/>
                  </a:lnTo>
                  <a:lnTo>
                    <a:pt x="1335059" y="1742091"/>
                  </a:lnTo>
                  <a:lnTo>
                    <a:pt x="1335064" y="1742074"/>
                  </a:lnTo>
                  <a:lnTo>
                    <a:pt x="1335070" y="1742066"/>
                  </a:lnTo>
                  <a:lnTo>
                    <a:pt x="1335078" y="1742060"/>
                  </a:lnTo>
                  <a:lnTo>
                    <a:pt x="1335095" y="1742051"/>
                  </a:lnTo>
                  <a:lnTo>
                    <a:pt x="1335113" y="1742042"/>
                  </a:lnTo>
                  <a:lnTo>
                    <a:pt x="1335133" y="1742031"/>
                  </a:lnTo>
                  <a:lnTo>
                    <a:pt x="1335144" y="1742024"/>
                  </a:lnTo>
                  <a:lnTo>
                    <a:pt x="1335164" y="1742007"/>
                  </a:lnTo>
                  <a:lnTo>
                    <a:pt x="1335182" y="1741991"/>
                  </a:lnTo>
                  <a:lnTo>
                    <a:pt x="1335196" y="1741972"/>
                  </a:lnTo>
                  <a:lnTo>
                    <a:pt x="1335209" y="1741954"/>
                  </a:lnTo>
                  <a:lnTo>
                    <a:pt x="1335225" y="1741932"/>
                  </a:lnTo>
                  <a:lnTo>
                    <a:pt x="1335236" y="1741917"/>
                  </a:lnTo>
                  <a:lnTo>
                    <a:pt x="1335242" y="1741909"/>
                  </a:lnTo>
                  <a:lnTo>
                    <a:pt x="1335252" y="1741901"/>
                  </a:lnTo>
                  <a:lnTo>
                    <a:pt x="1335269" y="1741888"/>
                  </a:lnTo>
                  <a:lnTo>
                    <a:pt x="1335286" y="1741879"/>
                  </a:lnTo>
                  <a:lnTo>
                    <a:pt x="1335295" y="1741877"/>
                  </a:lnTo>
                  <a:lnTo>
                    <a:pt x="1335303" y="1741872"/>
                  </a:lnTo>
                  <a:lnTo>
                    <a:pt x="1335310" y="1741862"/>
                  </a:lnTo>
                  <a:lnTo>
                    <a:pt x="1335322" y="1741836"/>
                  </a:lnTo>
                  <a:lnTo>
                    <a:pt x="1335333" y="1741817"/>
                  </a:lnTo>
                  <a:lnTo>
                    <a:pt x="1335346" y="1741799"/>
                  </a:lnTo>
                  <a:lnTo>
                    <a:pt x="1335357" y="1741780"/>
                  </a:lnTo>
                  <a:lnTo>
                    <a:pt x="1335363" y="1741772"/>
                  </a:lnTo>
                  <a:lnTo>
                    <a:pt x="1335372" y="1741765"/>
                  </a:lnTo>
                  <a:lnTo>
                    <a:pt x="1335390" y="1741750"/>
                  </a:lnTo>
                  <a:lnTo>
                    <a:pt x="1335407" y="1741741"/>
                  </a:lnTo>
                  <a:lnTo>
                    <a:pt x="1335425" y="1741737"/>
                  </a:lnTo>
                  <a:lnTo>
                    <a:pt x="1335430" y="1741738"/>
                  </a:lnTo>
                  <a:lnTo>
                    <a:pt x="1335435" y="1741735"/>
                  </a:lnTo>
                  <a:lnTo>
                    <a:pt x="1335441" y="1741728"/>
                  </a:lnTo>
                  <a:lnTo>
                    <a:pt x="1335440" y="1741709"/>
                  </a:lnTo>
                  <a:lnTo>
                    <a:pt x="1335437" y="1741691"/>
                  </a:lnTo>
                  <a:lnTo>
                    <a:pt x="1335428" y="1741661"/>
                  </a:lnTo>
                  <a:lnTo>
                    <a:pt x="1335428" y="1741654"/>
                  </a:lnTo>
                  <a:lnTo>
                    <a:pt x="1335431" y="1741647"/>
                  </a:lnTo>
                  <a:lnTo>
                    <a:pt x="1335436" y="1741623"/>
                  </a:lnTo>
                  <a:lnTo>
                    <a:pt x="1335434" y="1741617"/>
                  </a:lnTo>
                  <a:lnTo>
                    <a:pt x="1335434" y="1741598"/>
                  </a:lnTo>
                  <a:lnTo>
                    <a:pt x="1335433" y="1741580"/>
                  </a:lnTo>
                  <a:lnTo>
                    <a:pt x="1335434" y="1741570"/>
                  </a:lnTo>
                  <a:lnTo>
                    <a:pt x="1335433" y="1741561"/>
                  </a:lnTo>
                  <a:lnTo>
                    <a:pt x="1335429" y="1741542"/>
                  </a:lnTo>
                  <a:lnTo>
                    <a:pt x="1335416" y="1741524"/>
                  </a:lnTo>
                  <a:lnTo>
                    <a:pt x="1335401" y="1741507"/>
                  </a:lnTo>
                  <a:lnTo>
                    <a:pt x="1335392" y="1741498"/>
                  </a:lnTo>
                  <a:lnTo>
                    <a:pt x="1335388" y="1741490"/>
                  </a:lnTo>
                  <a:lnTo>
                    <a:pt x="1335384" y="1741484"/>
                  </a:lnTo>
                  <a:lnTo>
                    <a:pt x="1335382" y="1741477"/>
                  </a:lnTo>
                  <a:lnTo>
                    <a:pt x="1335381" y="1741467"/>
                  </a:lnTo>
                  <a:lnTo>
                    <a:pt x="1335380" y="1741461"/>
                  </a:lnTo>
                  <a:lnTo>
                    <a:pt x="1335376" y="1741447"/>
                  </a:lnTo>
                  <a:lnTo>
                    <a:pt x="1335374" y="1741434"/>
                  </a:lnTo>
                  <a:lnTo>
                    <a:pt x="1335372" y="1741416"/>
                  </a:lnTo>
                  <a:lnTo>
                    <a:pt x="1335368" y="1741385"/>
                  </a:lnTo>
                  <a:lnTo>
                    <a:pt x="1335364" y="1741369"/>
                  </a:lnTo>
                  <a:lnTo>
                    <a:pt x="1335360" y="1741354"/>
                  </a:lnTo>
                  <a:lnTo>
                    <a:pt x="1335355" y="1741335"/>
                  </a:lnTo>
                  <a:lnTo>
                    <a:pt x="1335348" y="1741317"/>
                  </a:lnTo>
                  <a:lnTo>
                    <a:pt x="1335341" y="1741302"/>
                  </a:lnTo>
                  <a:lnTo>
                    <a:pt x="1335337" y="1741293"/>
                  </a:lnTo>
                  <a:lnTo>
                    <a:pt x="1335331" y="1741286"/>
                  </a:lnTo>
                  <a:lnTo>
                    <a:pt x="1335325" y="1741280"/>
                  </a:lnTo>
                  <a:lnTo>
                    <a:pt x="1335312" y="1741258"/>
                  </a:lnTo>
                  <a:lnTo>
                    <a:pt x="1335297" y="1741240"/>
                  </a:lnTo>
                  <a:lnTo>
                    <a:pt x="1335291" y="1741231"/>
                  </a:lnTo>
                  <a:lnTo>
                    <a:pt x="1335288" y="1741221"/>
                  </a:lnTo>
                  <a:lnTo>
                    <a:pt x="1335279" y="1741202"/>
                  </a:lnTo>
                  <a:lnTo>
                    <a:pt x="1335274" y="1741184"/>
                  </a:lnTo>
                  <a:lnTo>
                    <a:pt x="1335269" y="1741165"/>
                  </a:lnTo>
                  <a:lnTo>
                    <a:pt x="1335266" y="1741147"/>
                  </a:lnTo>
                  <a:lnTo>
                    <a:pt x="1335263" y="1741128"/>
                  </a:lnTo>
                  <a:lnTo>
                    <a:pt x="1335257" y="1741109"/>
                  </a:lnTo>
                  <a:lnTo>
                    <a:pt x="1335248" y="1741093"/>
                  </a:lnTo>
                  <a:lnTo>
                    <a:pt x="1335229" y="1741083"/>
                  </a:lnTo>
                  <a:lnTo>
                    <a:pt x="1335219" y="1741079"/>
                  </a:lnTo>
                  <a:lnTo>
                    <a:pt x="1335210" y="1741078"/>
                  </a:lnTo>
                  <a:lnTo>
                    <a:pt x="1335191" y="1741077"/>
                  </a:lnTo>
                  <a:lnTo>
                    <a:pt x="1335180" y="1741078"/>
                  </a:lnTo>
                  <a:lnTo>
                    <a:pt x="1335167" y="1741083"/>
                  </a:lnTo>
                  <a:lnTo>
                    <a:pt x="1335150" y="1741089"/>
                  </a:lnTo>
                  <a:lnTo>
                    <a:pt x="1335140" y="1741093"/>
                  </a:lnTo>
                  <a:lnTo>
                    <a:pt x="1335129" y="1741093"/>
                  </a:lnTo>
                  <a:lnTo>
                    <a:pt x="1335114" y="1741089"/>
                  </a:lnTo>
                  <a:lnTo>
                    <a:pt x="1335091" y="1741086"/>
                  </a:lnTo>
                  <a:lnTo>
                    <a:pt x="1335049" y="1741080"/>
                  </a:lnTo>
                  <a:lnTo>
                    <a:pt x="1334986" y="1741070"/>
                  </a:lnTo>
                  <a:lnTo>
                    <a:pt x="1334949" y="1741061"/>
                  </a:lnTo>
                  <a:lnTo>
                    <a:pt x="1334930" y="1741060"/>
                  </a:lnTo>
                  <a:lnTo>
                    <a:pt x="1334916" y="1741063"/>
                  </a:lnTo>
                  <a:lnTo>
                    <a:pt x="1334903" y="1741064"/>
                  </a:lnTo>
                  <a:lnTo>
                    <a:pt x="1334897" y="1741061"/>
                  </a:lnTo>
                  <a:lnTo>
                    <a:pt x="1334893" y="1741053"/>
                  </a:lnTo>
                  <a:lnTo>
                    <a:pt x="1334886" y="1741043"/>
                  </a:lnTo>
                  <a:lnTo>
                    <a:pt x="1334875" y="1741023"/>
                  </a:lnTo>
                  <a:lnTo>
                    <a:pt x="1334869" y="1741011"/>
                  </a:lnTo>
                  <a:lnTo>
                    <a:pt x="1334870" y="1741005"/>
                  </a:lnTo>
                  <a:lnTo>
                    <a:pt x="1334874" y="1740987"/>
                  </a:lnTo>
                  <a:lnTo>
                    <a:pt x="1334877" y="1740968"/>
                  </a:lnTo>
                  <a:lnTo>
                    <a:pt x="1334872" y="1740956"/>
                  </a:lnTo>
                  <a:lnTo>
                    <a:pt x="1334868" y="1740950"/>
                  </a:lnTo>
                  <a:lnTo>
                    <a:pt x="1334851" y="1740935"/>
                  </a:lnTo>
                  <a:lnTo>
                    <a:pt x="1334834" y="1740919"/>
                  </a:lnTo>
                  <a:lnTo>
                    <a:pt x="1334817" y="1740906"/>
                  </a:lnTo>
                  <a:lnTo>
                    <a:pt x="1334805" y="1740889"/>
                  </a:lnTo>
                  <a:lnTo>
                    <a:pt x="1334800" y="1740877"/>
                  </a:lnTo>
                  <a:lnTo>
                    <a:pt x="1334797" y="1740868"/>
                  </a:lnTo>
                  <a:lnTo>
                    <a:pt x="1334792" y="1740850"/>
                  </a:lnTo>
                  <a:lnTo>
                    <a:pt x="1334785" y="1740831"/>
                  </a:lnTo>
                  <a:lnTo>
                    <a:pt x="1334775" y="1740813"/>
                  </a:lnTo>
                  <a:lnTo>
                    <a:pt x="1334763" y="1740794"/>
                  </a:lnTo>
                  <a:lnTo>
                    <a:pt x="1334752" y="1740775"/>
                  </a:lnTo>
                  <a:lnTo>
                    <a:pt x="1334742" y="1740756"/>
                  </a:lnTo>
                  <a:lnTo>
                    <a:pt x="1334728" y="1740740"/>
                  </a:lnTo>
                  <a:lnTo>
                    <a:pt x="1334712" y="1740738"/>
                  </a:lnTo>
                  <a:lnTo>
                    <a:pt x="1334693" y="1740743"/>
                  </a:lnTo>
                  <a:lnTo>
                    <a:pt x="1334675" y="1740747"/>
                  </a:lnTo>
                  <a:lnTo>
                    <a:pt x="1334658" y="1740746"/>
                  </a:lnTo>
                  <a:lnTo>
                    <a:pt x="1334641" y="1740745"/>
                  </a:lnTo>
                  <a:lnTo>
                    <a:pt x="1334627" y="1740742"/>
                  </a:lnTo>
                  <a:lnTo>
                    <a:pt x="1334615" y="1740739"/>
                  </a:lnTo>
                  <a:lnTo>
                    <a:pt x="1334606" y="1740735"/>
                  </a:lnTo>
                  <a:lnTo>
                    <a:pt x="1334589" y="1740729"/>
                  </a:lnTo>
                  <a:lnTo>
                    <a:pt x="1334575" y="1740721"/>
                  </a:lnTo>
                  <a:lnTo>
                    <a:pt x="1334554" y="1740702"/>
                  </a:lnTo>
                  <a:lnTo>
                    <a:pt x="1334537" y="1740688"/>
                  </a:lnTo>
                  <a:lnTo>
                    <a:pt x="1334520" y="1740674"/>
                  </a:lnTo>
                  <a:lnTo>
                    <a:pt x="1334504" y="1740660"/>
                  </a:lnTo>
                  <a:lnTo>
                    <a:pt x="1334487" y="1740644"/>
                  </a:lnTo>
                  <a:lnTo>
                    <a:pt x="1334471" y="1740631"/>
                  </a:lnTo>
                  <a:lnTo>
                    <a:pt x="1334464" y="1740624"/>
                  </a:lnTo>
                  <a:lnTo>
                    <a:pt x="1334466" y="1740614"/>
                  </a:lnTo>
                  <a:lnTo>
                    <a:pt x="1334470" y="1740596"/>
                  </a:lnTo>
                  <a:lnTo>
                    <a:pt x="1334472" y="1740578"/>
                  </a:lnTo>
                  <a:lnTo>
                    <a:pt x="1334472" y="1740559"/>
                  </a:lnTo>
                  <a:lnTo>
                    <a:pt x="1334470" y="1740541"/>
                  </a:lnTo>
                  <a:lnTo>
                    <a:pt x="1334463" y="1740522"/>
                  </a:lnTo>
                  <a:lnTo>
                    <a:pt x="1334458" y="1740504"/>
                  </a:lnTo>
                  <a:lnTo>
                    <a:pt x="1334450" y="1740485"/>
                  </a:lnTo>
                  <a:lnTo>
                    <a:pt x="1334442" y="1740466"/>
                  </a:lnTo>
                  <a:lnTo>
                    <a:pt x="1334432" y="1740453"/>
                  </a:lnTo>
                  <a:lnTo>
                    <a:pt x="1334428" y="1740449"/>
                  </a:lnTo>
                  <a:lnTo>
                    <a:pt x="1334412" y="1740432"/>
                  </a:lnTo>
                  <a:lnTo>
                    <a:pt x="1334409" y="1740426"/>
                  </a:lnTo>
                  <a:lnTo>
                    <a:pt x="1334410" y="1740415"/>
                  </a:lnTo>
                  <a:lnTo>
                    <a:pt x="1334417" y="1740408"/>
                  </a:lnTo>
                  <a:lnTo>
                    <a:pt x="1334432" y="1740405"/>
                  </a:lnTo>
                  <a:lnTo>
                    <a:pt x="1334443" y="1740405"/>
                  </a:lnTo>
                  <a:lnTo>
                    <a:pt x="1334452" y="1740403"/>
                  </a:lnTo>
                  <a:lnTo>
                    <a:pt x="1334459" y="1740396"/>
                  </a:lnTo>
                  <a:lnTo>
                    <a:pt x="1334466" y="1740386"/>
                  </a:lnTo>
                  <a:lnTo>
                    <a:pt x="1334479" y="1740367"/>
                  </a:lnTo>
                  <a:lnTo>
                    <a:pt x="1334492" y="1740349"/>
                  </a:lnTo>
                  <a:lnTo>
                    <a:pt x="1334494" y="1740342"/>
                  </a:lnTo>
                  <a:lnTo>
                    <a:pt x="1334493" y="1740334"/>
                  </a:lnTo>
                  <a:lnTo>
                    <a:pt x="1334483" y="1740319"/>
                  </a:lnTo>
                  <a:lnTo>
                    <a:pt x="1334479" y="1740308"/>
                  </a:lnTo>
                  <a:lnTo>
                    <a:pt x="1334472" y="1740290"/>
                  </a:lnTo>
                  <a:lnTo>
                    <a:pt x="1334465" y="1740277"/>
                  </a:lnTo>
                  <a:lnTo>
                    <a:pt x="1334458" y="1740272"/>
                  </a:lnTo>
                  <a:lnTo>
                    <a:pt x="1334450" y="1740272"/>
                  </a:lnTo>
                  <a:lnTo>
                    <a:pt x="1334439" y="1740273"/>
                  </a:lnTo>
                  <a:lnTo>
                    <a:pt x="1334424" y="1740276"/>
                  </a:lnTo>
                  <a:lnTo>
                    <a:pt x="1334415" y="1740279"/>
                  </a:lnTo>
                  <a:lnTo>
                    <a:pt x="1334398" y="1740282"/>
                  </a:lnTo>
                  <a:lnTo>
                    <a:pt x="1334389" y="1740282"/>
                  </a:lnTo>
                  <a:lnTo>
                    <a:pt x="1334385" y="1740273"/>
                  </a:lnTo>
                  <a:lnTo>
                    <a:pt x="1334382" y="1740259"/>
                  </a:lnTo>
                  <a:lnTo>
                    <a:pt x="1334379" y="1740254"/>
                  </a:lnTo>
                  <a:lnTo>
                    <a:pt x="1334373" y="1740247"/>
                  </a:lnTo>
                  <a:lnTo>
                    <a:pt x="1334369" y="1740244"/>
                  </a:lnTo>
                  <a:lnTo>
                    <a:pt x="1334363" y="1740242"/>
                  </a:lnTo>
                  <a:lnTo>
                    <a:pt x="1334337" y="1740233"/>
                  </a:lnTo>
                  <a:lnTo>
                    <a:pt x="1334328" y="1740228"/>
                  </a:lnTo>
                  <a:lnTo>
                    <a:pt x="1334294" y="1740195"/>
                  </a:lnTo>
                  <a:lnTo>
                    <a:pt x="1334263" y="1740161"/>
                  </a:lnTo>
                  <a:lnTo>
                    <a:pt x="1334246" y="1740145"/>
                  </a:lnTo>
                  <a:lnTo>
                    <a:pt x="1334230" y="1740128"/>
                  </a:lnTo>
                  <a:lnTo>
                    <a:pt x="1334231" y="1740121"/>
                  </a:lnTo>
                  <a:lnTo>
                    <a:pt x="1334234" y="1740112"/>
                  </a:lnTo>
                  <a:lnTo>
                    <a:pt x="1334251" y="1740075"/>
                  </a:lnTo>
                  <a:lnTo>
                    <a:pt x="1334256" y="1740056"/>
                  </a:lnTo>
                  <a:lnTo>
                    <a:pt x="1334260" y="1740038"/>
                  </a:lnTo>
                  <a:lnTo>
                    <a:pt x="1334260" y="1740019"/>
                  </a:lnTo>
                  <a:lnTo>
                    <a:pt x="1334259" y="1739998"/>
                  </a:lnTo>
                  <a:lnTo>
                    <a:pt x="1334264" y="1739983"/>
                  </a:lnTo>
                  <a:lnTo>
                    <a:pt x="1334272" y="1739964"/>
                  </a:lnTo>
                  <a:lnTo>
                    <a:pt x="1334274" y="1739955"/>
                  </a:lnTo>
                  <a:lnTo>
                    <a:pt x="1334269" y="1739946"/>
                  </a:lnTo>
                  <a:lnTo>
                    <a:pt x="1334262" y="1739931"/>
                  </a:lnTo>
                  <a:lnTo>
                    <a:pt x="1334255" y="1739909"/>
                  </a:lnTo>
                  <a:lnTo>
                    <a:pt x="1334248" y="1739896"/>
                  </a:lnTo>
                  <a:lnTo>
                    <a:pt x="1334242" y="1739891"/>
                  </a:lnTo>
                  <a:lnTo>
                    <a:pt x="1334232" y="1739883"/>
                  </a:lnTo>
                  <a:lnTo>
                    <a:pt x="1334225" y="1739881"/>
                  </a:lnTo>
                  <a:lnTo>
                    <a:pt x="1334214" y="1739868"/>
                  </a:lnTo>
                  <a:lnTo>
                    <a:pt x="1334205" y="1739857"/>
                  </a:lnTo>
                  <a:lnTo>
                    <a:pt x="1334198" y="1739846"/>
                  </a:lnTo>
                  <a:lnTo>
                    <a:pt x="1334185" y="1739827"/>
                  </a:lnTo>
                  <a:lnTo>
                    <a:pt x="1334172" y="1739808"/>
                  </a:lnTo>
                  <a:lnTo>
                    <a:pt x="1334155" y="1739789"/>
                  </a:lnTo>
                  <a:lnTo>
                    <a:pt x="1334140" y="1739775"/>
                  </a:lnTo>
                  <a:lnTo>
                    <a:pt x="1334136" y="1739770"/>
                  </a:lnTo>
                  <a:lnTo>
                    <a:pt x="1334130" y="1739756"/>
                  </a:lnTo>
                  <a:lnTo>
                    <a:pt x="1334126" y="1739737"/>
                  </a:lnTo>
                  <a:lnTo>
                    <a:pt x="1334122" y="1739700"/>
                  </a:lnTo>
                  <a:lnTo>
                    <a:pt x="1334119" y="1739692"/>
                  </a:lnTo>
                  <a:lnTo>
                    <a:pt x="1334120" y="1739682"/>
                  </a:lnTo>
                  <a:lnTo>
                    <a:pt x="1334119" y="1739663"/>
                  </a:lnTo>
                  <a:lnTo>
                    <a:pt x="1334120" y="1739645"/>
                  </a:lnTo>
                  <a:lnTo>
                    <a:pt x="1334119" y="1739626"/>
                  </a:lnTo>
                  <a:lnTo>
                    <a:pt x="1334113" y="1739608"/>
                  </a:lnTo>
                  <a:lnTo>
                    <a:pt x="1334107" y="1739589"/>
                  </a:lnTo>
                  <a:lnTo>
                    <a:pt x="1334100" y="1739575"/>
                  </a:lnTo>
                  <a:lnTo>
                    <a:pt x="1334096" y="1739568"/>
                  </a:lnTo>
                  <a:lnTo>
                    <a:pt x="1334088" y="1739558"/>
                  </a:lnTo>
                  <a:lnTo>
                    <a:pt x="1334082" y="1739554"/>
                  </a:lnTo>
                  <a:lnTo>
                    <a:pt x="1334065" y="1739544"/>
                  </a:lnTo>
                  <a:lnTo>
                    <a:pt x="1334030" y="1739529"/>
                  </a:lnTo>
                  <a:lnTo>
                    <a:pt x="1334013" y="1739520"/>
                  </a:lnTo>
                  <a:lnTo>
                    <a:pt x="1333996" y="1739508"/>
                  </a:lnTo>
                  <a:lnTo>
                    <a:pt x="1333982" y="1739505"/>
                  </a:lnTo>
                  <a:lnTo>
                    <a:pt x="1333967" y="1739505"/>
                  </a:lnTo>
                  <a:lnTo>
                    <a:pt x="1333956" y="1739506"/>
                  </a:lnTo>
                  <a:lnTo>
                    <a:pt x="1333941" y="1739510"/>
                  </a:lnTo>
                  <a:lnTo>
                    <a:pt x="1333925" y="1739512"/>
                  </a:lnTo>
                  <a:lnTo>
                    <a:pt x="1333907" y="1739515"/>
                  </a:lnTo>
                  <a:lnTo>
                    <a:pt x="1333889" y="1739521"/>
                  </a:lnTo>
                  <a:lnTo>
                    <a:pt x="1333865" y="1739534"/>
                  </a:lnTo>
                  <a:lnTo>
                    <a:pt x="1333842" y="1739546"/>
                  </a:lnTo>
                  <a:lnTo>
                    <a:pt x="1333829" y="1739556"/>
                  </a:lnTo>
                  <a:lnTo>
                    <a:pt x="1333820" y="1739558"/>
                  </a:lnTo>
                  <a:lnTo>
                    <a:pt x="1333771" y="1739557"/>
                  </a:lnTo>
                  <a:lnTo>
                    <a:pt x="1333746" y="1739559"/>
                  </a:lnTo>
                  <a:lnTo>
                    <a:pt x="1333731" y="1739559"/>
                  </a:lnTo>
                  <a:lnTo>
                    <a:pt x="1333717" y="1739554"/>
                  </a:lnTo>
                  <a:lnTo>
                    <a:pt x="1333707" y="1739552"/>
                  </a:lnTo>
                  <a:lnTo>
                    <a:pt x="1333696" y="1739555"/>
                  </a:lnTo>
                  <a:lnTo>
                    <a:pt x="1333686" y="1739558"/>
                  </a:lnTo>
                  <a:lnTo>
                    <a:pt x="1333665" y="1739561"/>
                  </a:lnTo>
                  <a:lnTo>
                    <a:pt x="1333653" y="1739561"/>
                  </a:lnTo>
                  <a:lnTo>
                    <a:pt x="1333632" y="1739562"/>
                  </a:lnTo>
                  <a:lnTo>
                    <a:pt x="1333617" y="1739562"/>
                  </a:lnTo>
                  <a:lnTo>
                    <a:pt x="1333571" y="1739571"/>
                  </a:lnTo>
                  <a:lnTo>
                    <a:pt x="1333518" y="1739586"/>
                  </a:lnTo>
                  <a:lnTo>
                    <a:pt x="1333481" y="1739595"/>
                  </a:lnTo>
                  <a:lnTo>
                    <a:pt x="1333445" y="1739604"/>
                  </a:lnTo>
                  <a:lnTo>
                    <a:pt x="1333431" y="1739610"/>
                  </a:lnTo>
                  <a:lnTo>
                    <a:pt x="1333425" y="1739616"/>
                  </a:lnTo>
                  <a:lnTo>
                    <a:pt x="1333422" y="1739622"/>
                  </a:lnTo>
                  <a:lnTo>
                    <a:pt x="1333418" y="1739636"/>
                  </a:lnTo>
                  <a:lnTo>
                    <a:pt x="1333409" y="1739658"/>
                  </a:lnTo>
                  <a:lnTo>
                    <a:pt x="1333405" y="1739665"/>
                  </a:lnTo>
                  <a:lnTo>
                    <a:pt x="1333393" y="1739677"/>
                  </a:lnTo>
                  <a:lnTo>
                    <a:pt x="1333372" y="1739694"/>
                  </a:lnTo>
                  <a:lnTo>
                    <a:pt x="1333354" y="1739706"/>
                  </a:lnTo>
                  <a:lnTo>
                    <a:pt x="1333328" y="1739718"/>
                  </a:lnTo>
                  <a:lnTo>
                    <a:pt x="1333303" y="1739728"/>
                  </a:lnTo>
                  <a:lnTo>
                    <a:pt x="1333273" y="1739734"/>
                  </a:lnTo>
                  <a:lnTo>
                    <a:pt x="1333242" y="1739738"/>
                  </a:lnTo>
                  <a:lnTo>
                    <a:pt x="1333223" y="1739735"/>
                  </a:lnTo>
                  <a:lnTo>
                    <a:pt x="1333210" y="1739731"/>
                  </a:lnTo>
                  <a:lnTo>
                    <a:pt x="1333191" y="1739721"/>
                  </a:lnTo>
                  <a:lnTo>
                    <a:pt x="1333173" y="1739710"/>
                  </a:lnTo>
                  <a:lnTo>
                    <a:pt x="1333157" y="1739703"/>
                  </a:lnTo>
                  <a:lnTo>
                    <a:pt x="1333145" y="1739702"/>
                  </a:lnTo>
                  <a:lnTo>
                    <a:pt x="1333140" y="1739704"/>
                  </a:lnTo>
                  <a:lnTo>
                    <a:pt x="1333136" y="1739709"/>
                  </a:lnTo>
                  <a:lnTo>
                    <a:pt x="1333127" y="1739724"/>
                  </a:lnTo>
                  <a:lnTo>
                    <a:pt x="1333115" y="1739743"/>
                  </a:lnTo>
                  <a:lnTo>
                    <a:pt x="1333101" y="1739763"/>
                  </a:lnTo>
                  <a:lnTo>
                    <a:pt x="1333088" y="1739779"/>
                  </a:lnTo>
                  <a:lnTo>
                    <a:pt x="1333075" y="1739794"/>
                  </a:lnTo>
                  <a:lnTo>
                    <a:pt x="1333062" y="1739808"/>
                  </a:lnTo>
                  <a:lnTo>
                    <a:pt x="1333056" y="1739818"/>
                  </a:lnTo>
                  <a:lnTo>
                    <a:pt x="1333039" y="1739852"/>
                  </a:lnTo>
                  <a:lnTo>
                    <a:pt x="1333032" y="1739871"/>
                  </a:lnTo>
                  <a:lnTo>
                    <a:pt x="1333019" y="1739913"/>
                  </a:lnTo>
                  <a:lnTo>
                    <a:pt x="1333008" y="1739934"/>
                  </a:lnTo>
                  <a:lnTo>
                    <a:pt x="1333005" y="1739939"/>
                  </a:lnTo>
                  <a:lnTo>
                    <a:pt x="1332999" y="1739941"/>
                  </a:lnTo>
                  <a:lnTo>
                    <a:pt x="1332990" y="1739941"/>
                  </a:lnTo>
                  <a:lnTo>
                    <a:pt x="1332976" y="1739932"/>
                  </a:lnTo>
                  <a:lnTo>
                    <a:pt x="1332960" y="1739927"/>
                  </a:lnTo>
                  <a:lnTo>
                    <a:pt x="1332951" y="1739925"/>
                  </a:lnTo>
                  <a:lnTo>
                    <a:pt x="1332928" y="1739922"/>
                  </a:lnTo>
                  <a:lnTo>
                    <a:pt x="1332906" y="1739913"/>
                  </a:lnTo>
                  <a:lnTo>
                    <a:pt x="1332892" y="1739906"/>
                  </a:lnTo>
                  <a:lnTo>
                    <a:pt x="1332881" y="1739903"/>
                  </a:lnTo>
                  <a:lnTo>
                    <a:pt x="1332874" y="1739903"/>
                  </a:lnTo>
                  <a:lnTo>
                    <a:pt x="1332859" y="1739908"/>
                  </a:lnTo>
                  <a:lnTo>
                    <a:pt x="1332837" y="1739919"/>
                  </a:lnTo>
                  <a:lnTo>
                    <a:pt x="1332802" y="1739940"/>
                  </a:lnTo>
                  <a:lnTo>
                    <a:pt x="1332774" y="1739960"/>
                  </a:lnTo>
                  <a:lnTo>
                    <a:pt x="1332766" y="1739961"/>
                  </a:lnTo>
                  <a:lnTo>
                    <a:pt x="1332759" y="1739954"/>
                  </a:lnTo>
                  <a:lnTo>
                    <a:pt x="1332752" y="1739942"/>
                  </a:lnTo>
                  <a:lnTo>
                    <a:pt x="1332745" y="1739923"/>
                  </a:lnTo>
                  <a:lnTo>
                    <a:pt x="1332738" y="1739903"/>
                  </a:lnTo>
                  <a:lnTo>
                    <a:pt x="1332731" y="1739889"/>
                  </a:lnTo>
                  <a:lnTo>
                    <a:pt x="1332724" y="1739884"/>
                  </a:lnTo>
                  <a:lnTo>
                    <a:pt x="1332716" y="1739880"/>
                  </a:lnTo>
                  <a:lnTo>
                    <a:pt x="1332703" y="1739878"/>
                  </a:lnTo>
                  <a:lnTo>
                    <a:pt x="1332692" y="1739874"/>
                  </a:lnTo>
                  <a:lnTo>
                    <a:pt x="1332683" y="1739867"/>
                  </a:lnTo>
                  <a:lnTo>
                    <a:pt x="1332675" y="1739858"/>
                  </a:lnTo>
                  <a:lnTo>
                    <a:pt x="1332665" y="1739838"/>
                  </a:lnTo>
                  <a:lnTo>
                    <a:pt x="1332650" y="1739821"/>
                  </a:lnTo>
                  <a:lnTo>
                    <a:pt x="1332635" y="1739810"/>
                  </a:lnTo>
                  <a:lnTo>
                    <a:pt x="1332627" y="1739808"/>
                  </a:lnTo>
                  <a:lnTo>
                    <a:pt x="1332601" y="1739807"/>
                  </a:lnTo>
                  <a:lnTo>
                    <a:pt x="1332594" y="1739809"/>
                  </a:lnTo>
                  <a:lnTo>
                    <a:pt x="1332584" y="1739815"/>
                  </a:lnTo>
                  <a:lnTo>
                    <a:pt x="1332572" y="1739824"/>
                  </a:lnTo>
                  <a:lnTo>
                    <a:pt x="1332559" y="1739835"/>
                  </a:lnTo>
                  <a:lnTo>
                    <a:pt x="1332552" y="1739836"/>
                  </a:lnTo>
                  <a:lnTo>
                    <a:pt x="1332547" y="1739835"/>
                  </a:lnTo>
                  <a:lnTo>
                    <a:pt x="1332536" y="1739826"/>
                  </a:lnTo>
                  <a:lnTo>
                    <a:pt x="1332528" y="1739824"/>
                  </a:lnTo>
                  <a:lnTo>
                    <a:pt x="1332515" y="1739832"/>
                  </a:lnTo>
                  <a:lnTo>
                    <a:pt x="1332509" y="1739834"/>
                  </a:lnTo>
                  <a:lnTo>
                    <a:pt x="1332502" y="1739833"/>
                  </a:lnTo>
                  <a:lnTo>
                    <a:pt x="1332491" y="1739829"/>
                  </a:lnTo>
                  <a:lnTo>
                    <a:pt x="1332474" y="1739819"/>
                  </a:lnTo>
                  <a:lnTo>
                    <a:pt x="1332463" y="1739814"/>
                  </a:lnTo>
                  <a:lnTo>
                    <a:pt x="1332432" y="1739813"/>
                  </a:lnTo>
                  <a:lnTo>
                    <a:pt x="1332424" y="1739810"/>
                  </a:lnTo>
                  <a:lnTo>
                    <a:pt x="1332409" y="1739801"/>
                  </a:lnTo>
                  <a:lnTo>
                    <a:pt x="1332400" y="1739799"/>
                  </a:lnTo>
                  <a:lnTo>
                    <a:pt x="1332378" y="1739798"/>
                  </a:lnTo>
                  <a:lnTo>
                    <a:pt x="1332370" y="1739797"/>
                  </a:lnTo>
                  <a:lnTo>
                    <a:pt x="1332358" y="1739792"/>
                  </a:lnTo>
                  <a:lnTo>
                    <a:pt x="1332348" y="1739786"/>
                  </a:lnTo>
                  <a:lnTo>
                    <a:pt x="1332344" y="1739778"/>
                  </a:lnTo>
                  <a:lnTo>
                    <a:pt x="1332337" y="1739763"/>
                  </a:lnTo>
                  <a:lnTo>
                    <a:pt x="1332332" y="1739753"/>
                  </a:lnTo>
                  <a:lnTo>
                    <a:pt x="1332323" y="1739743"/>
                  </a:lnTo>
                  <a:lnTo>
                    <a:pt x="1332312" y="1739736"/>
                  </a:lnTo>
                  <a:lnTo>
                    <a:pt x="1332300" y="1739728"/>
                  </a:lnTo>
                  <a:lnTo>
                    <a:pt x="1332284" y="1739719"/>
                  </a:lnTo>
                  <a:lnTo>
                    <a:pt x="1332276" y="1739714"/>
                  </a:lnTo>
                  <a:lnTo>
                    <a:pt x="1332262" y="1739707"/>
                  </a:lnTo>
                  <a:lnTo>
                    <a:pt x="1332242" y="1739705"/>
                  </a:lnTo>
                  <a:lnTo>
                    <a:pt x="1332215" y="1739708"/>
                  </a:lnTo>
                  <a:lnTo>
                    <a:pt x="1332207" y="1739711"/>
                  </a:lnTo>
                  <a:lnTo>
                    <a:pt x="1332189" y="1739716"/>
                  </a:lnTo>
                  <a:lnTo>
                    <a:pt x="1332172" y="1739723"/>
                  </a:lnTo>
                  <a:lnTo>
                    <a:pt x="1332154" y="1739732"/>
                  </a:lnTo>
                  <a:lnTo>
                    <a:pt x="1332137" y="1739742"/>
                  </a:lnTo>
                  <a:lnTo>
                    <a:pt x="1332119" y="1739755"/>
                  </a:lnTo>
                  <a:lnTo>
                    <a:pt x="1332103" y="1739769"/>
                  </a:lnTo>
                  <a:lnTo>
                    <a:pt x="1332089" y="1739787"/>
                  </a:lnTo>
                  <a:lnTo>
                    <a:pt x="1332078" y="1739803"/>
                  </a:lnTo>
                  <a:lnTo>
                    <a:pt x="1332067" y="1739824"/>
                  </a:lnTo>
                  <a:lnTo>
                    <a:pt x="1332061" y="1739842"/>
                  </a:lnTo>
                  <a:lnTo>
                    <a:pt x="1332060" y="1739851"/>
                  </a:lnTo>
                  <a:lnTo>
                    <a:pt x="1332055" y="1739861"/>
                  </a:lnTo>
                  <a:lnTo>
                    <a:pt x="1332038" y="1739874"/>
                  </a:lnTo>
                  <a:lnTo>
                    <a:pt x="1332020" y="1739878"/>
                  </a:lnTo>
                  <a:lnTo>
                    <a:pt x="1332003" y="1739881"/>
                  </a:lnTo>
                  <a:lnTo>
                    <a:pt x="1331995" y="1739883"/>
                  </a:lnTo>
                  <a:lnTo>
                    <a:pt x="1331955" y="1739894"/>
                  </a:lnTo>
                  <a:lnTo>
                    <a:pt x="1331937" y="1739898"/>
                  </a:lnTo>
                  <a:lnTo>
                    <a:pt x="1331919" y="1739910"/>
                  </a:lnTo>
                  <a:lnTo>
                    <a:pt x="1331901" y="1739927"/>
                  </a:lnTo>
                  <a:lnTo>
                    <a:pt x="1331887" y="1739950"/>
                  </a:lnTo>
                  <a:lnTo>
                    <a:pt x="1331880" y="1739990"/>
                  </a:lnTo>
                  <a:lnTo>
                    <a:pt x="1331873" y="1740040"/>
                  </a:lnTo>
                  <a:lnTo>
                    <a:pt x="1331861" y="1740078"/>
                  </a:lnTo>
                  <a:lnTo>
                    <a:pt x="1331842" y="1740121"/>
                  </a:lnTo>
                  <a:lnTo>
                    <a:pt x="1331800" y="1740172"/>
                  </a:lnTo>
                  <a:lnTo>
                    <a:pt x="1331773" y="1740210"/>
                  </a:lnTo>
                  <a:lnTo>
                    <a:pt x="1331746" y="1740239"/>
                  </a:lnTo>
                  <a:lnTo>
                    <a:pt x="1331722" y="1740263"/>
                  </a:lnTo>
                  <a:lnTo>
                    <a:pt x="1331683" y="1740289"/>
                  </a:lnTo>
                  <a:lnTo>
                    <a:pt x="1331643" y="1740306"/>
                  </a:lnTo>
                  <a:lnTo>
                    <a:pt x="1331625" y="1740321"/>
                  </a:lnTo>
                  <a:lnTo>
                    <a:pt x="1331620" y="1740332"/>
                  </a:lnTo>
                  <a:lnTo>
                    <a:pt x="1331610" y="1740350"/>
                  </a:lnTo>
                  <a:lnTo>
                    <a:pt x="1331604" y="1740360"/>
                  </a:lnTo>
                  <a:lnTo>
                    <a:pt x="1331597" y="1740371"/>
                  </a:lnTo>
                  <a:lnTo>
                    <a:pt x="1331589" y="1740380"/>
                  </a:lnTo>
                  <a:lnTo>
                    <a:pt x="1331576" y="1740388"/>
                  </a:lnTo>
                  <a:lnTo>
                    <a:pt x="1331542" y="1740425"/>
                  </a:lnTo>
                  <a:lnTo>
                    <a:pt x="1331520" y="1740444"/>
                  </a:lnTo>
                  <a:lnTo>
                    <a:pt x="1331504" y="1740463"/>
                  </a:lnTo>
                  <a:lnTo>
                    <a:pt x="1331491" y="1740488"/>
                  </a:lnTo>
                  <a:lnTo>
                    <a:pt x="1331482" y="1740515"/>
                  </a:lnTo>
                  <a:lnTo>
                    <a:pt x="1331487" y="1740593"/>
                  </a:lnTo>
                  <a:lnTo>
                    <a:pt x="1331492" y="1740611"/>
                  </a:lnTo>
                  <a:lnTo>
                    <a:pt x="1331492" y="1740622"/>
                  </a:lnTo>
                  <a:lnTo>
                    <a:pt x="1331481" y="1740636"/>
                  </a:lnTo>
                  <a:lnTo>
                    <a:pt x="1331466" y="1740648"/>
                  </a:lnTo>
                  <a:lnTo>
                    <a:pt x="1331447" y="1740660"/>
                  </a:lnTo>
                  <a:lnTo>
                    <a:pt x="1331413" y="1740687"/>
                  </a:lnTo>
                  <a:lnTo>
                    <a:pt x="1331386" y="1740695"/>
                  </a:lnTo>
                  <a:lnTo>
                    <a:pt x="1331359" y="1740702"/>
                  </a:lnTo>
                  <a:lnTo>
                    <a:pt x="1331333" y="1740713"/>
                  </a:lnTo>
                  <a:lnTo>
                    <a:pt x="1331313" y="1740726"/>
                  </a:lnTo>
                  <a:lnTo>
                    <a:pt x="1331281" y="1740759"/>
                  </a:lnTo>
                  <a:lnTo>
                    <a:pt x="1331227" y="1740815"/>
                  </a:lnTo>
                  <a:lnTo>
                    <a:pt x="1331202" y="1740850"/>
                  </a:lnTo>
                  <a:lnTo>
                    <a:pt x="1331186" y="1740877"/>
                  </a:lnTo>
                  <a:lnTo>
                    <a:pt x="1331177" y="1740900"/>
                  </a:lnTo>
                  <a:lnTo>
                    <a:pt x="1331160" y="1740935"/>
                  </a:lnTo>
                  <a:lnTo>
                    <a:pt x="1331136" y="1740953"/>
                  </a:lnTo>
                  <a:lnTo>
                    <a:pt x="1331111" y="1740973"/>
                  </a:lnTo>
                  <a:lnTo>
                    <a:pt x="1331092" y="1740989"/>
                  </a:lnTo>
                  <a:lnTo>
                    <a:pt x="1331072" y="1740998"/>
                  </a:lnTo>
                  <a:lnTo>
                    <a:pt x="1331043" y="1740997"/>
                  </a:lnTo>
                  <a:lnTo>
                    <a:pt x="1331031" y="1740988"/>
                  </a:lnTo>
                  <a:lnTo>
                    <a:pt x="1331025" y="1740983"/>
                  </a:lnTo>
                  <a:lnTo>
                    <a:pt x="1331017" y="1740974"/>
                  </a:lnTo>
                  <a:lnTo>
                    <a:pt x="1331000" y="1740956"/>
                  </a:lnTo>
                  <a:lnTo>
                    <a:pt x="1330983" y="1740937"/>
                  </a:lnTo>
                  <a:lnTo>
                    <a:pt x="1330965" y="1740923"/>
                  </a:lnTo>
                  <a:lnTo>
                    <a:pt x="1330950" y="1740911"/>
                  </a:lnTo>
                  <a:lnTo>
                    <a:pt x="1330933" y="1740897"/>
                  </a:lnTo>
                  <a:lnTo>
                    <a:pt x="1330919" y="1740887"/>
                  </a:lnTo>
                  <a:lnTo>
                    <a:pt x="1330899" y="1740869"/>
                  </a:lnTo>
                  <a:lnTo>
                    <a:pt x="1330882" y="1740856"/>
                  </a:lnTo>
                  <a:lnTo>
                    <a:pt x="1330866" y="1740843"/>
                  </a:lnTo>
                  <a:lnTo>
                    <a:pt x="1330849" y="1740828"/>
                  </a:lnTo>
                  <a:lnTo>
                    <a:pt x="1330832" y="1740819"/>
                  </a:lnTo>
                  <a:lnTo>
                    <a:pt x="1330817" y="1740807"/>
                  </a:lnTo>
                  <a:lnTo>
                    <a:pt x="1330804" y="1740788"/>
                  </a:lnTo>
                  <a:lnTo>
                    <a:pt x="1330799" y="1740781"/>
                  </a:lnTo>
                  <a:lnTo>
                    <a:pt x="1330787" y="1740780"/>
                  </a:lnTo>
                  <a:lnTo>
                    <a:pt x="1330770" y="1740783"/>
                  </a:lnTo>
                  <a:lnTo>
                    <a:pt x="1330752" y="1740789"/>
                  </a:lnTo>
                  <a:lnTo>
                    <a:pt x="1330718" y="1740803"/>
                  </a:lnTo>
                  <a:lnTo>
                    <a:pt x="1330701" y="1740813"/>
                  </a:lnTo>
                  <a:lnTo>
                    <a:pt x="1330685" y="1740830"/>
                  </a:lnTo>
                  <a:lnTo>
                    <a:pt x="1330673" y="1740848"/>
                  </a:lnTo>
                  <a:lnTo>
                    <a:pt x="1330664" y="1740866"/>
                  </a:lnTo>
                  <a:lnTo>
                    <a:pt x="1330653" y="1740884"/>
                  </a:lnTo>
                  <a:lnTo>
                    <a:pt x="1330642" y="1740894"/>
                  </a:lnTo>
                  <a:lnTo>
                    <a:pt x="1330635" y="1740898"/>
                  </a:lnTo>
                  <a:lnTo>
                    <a:pt x="1330618" y="1740901"/>
                  </a:lnTo>
                  <a:lnTo>
                    <a:pt x="1330605" y="1740899"/>
                  </a:lnTo>
                  <a:lnTo>
                    <a:pt x="1330583" y="1740896"/>
                  </a:lnTo>
                  <a:lnTo>
                    <a:pt x="1330565" y="1740895"/>
                  </a:lnTo>
                  <a:lnTo>
                    <a:pt x="1330546" y="1740895"/>
                  </a:lnTo>
                  <a:lnTo>
                    <a:pt x="1330525" y="1740895"/>
                  </a:lnTo>
                  <a:lnTo>
                    <a:pt x="1330492" y="1740898"/>
                  </a:lnTo>
                  <a:lnTo>
                    <a:pt x="1330472" y="1740898"/>
                  </a:lnTo>
                  <a:lnTo>
                    <a:pt x="1330461" y="1740902"/>
                  </a:lnTo>
                  <a:lnTo>
                    <a:pt x="1330447" y="1740905"/>
                  </a:lnTo>
                  <a:lnTo>
                    <a:pt x="1330435" y="1740901"/>
                  </a:lnTo>
                  <a:lnTo>
                    <a:pt x="1330429" y="1740893"/>
                  </a:lnTo>
                  <a:lnTo>
                    <a:pt x="1330418" y="1740875"/>
                  </a:lnTo>
                  <a:lnTo>
                    <a:pt x="1330413" y="1740856"/>
                  </a:lnTo>
                  <a:lnTo>
                    <a:pt x="1330410" y="1740837"/>
                  </a:lnTo>
                  <a:lnTo>
                    <a:pt x="1330406" y="1740819"/>
                  </a:lnTo>
                  <a:lnTo>
                    <a:pt x="1330403" y="1740800"/>
                  </a:lnTo>
                  <a:lnTo>
                    <a:pt x="1330399" y="1740782"/>
                  </a:lnTo>
                  <a:lnTo>
                    <a:pt x="1330388" y="1740763"/>
                  </a:lnTo>
                  <a:lnTo>
                    <a:pt x="1330382" y="1740753"/>
                  </a:lnTo>
                  <a:lnTo>
                    <a:pt x="1330374" y="1740746"/>
                  </a:lnTo>
                  <a:lnTo>
                    <a:pt x="1330357" y="1740730"/>
                  </a:lnTo>
                  <a:lnTo>
                    <a:pt x="1330340" y="1740718"/>
                  </a:lnTo>
                  <a:lnTo>
                    <a:pt x="1330323" y="1740706"/>
                  </a:lnTo>
                  <a:lnTo>
                    <a:pt x="1330310" y="1740698"/>
                  </a:lnTo>
                  <a:lnTo>
                    <a:pt x="1330291" y="1740679"/>
                  </a:lnTo>
                  <a:lnTo>
                    <a:pt x="1330278" y="1740658"/>
                  </a:lnTo>
                  <a:lnTo>
                    <a:pt x="1330241" y="1740613"/>
                  </a:lnTo>
                  <a:lnTo>
                    <a:pt x="1330218" y="1740583"/>
                  </a:lnTo>
                  <a:lnTo>
                    <a:pt x="1330190" y="1740557"/>
                  </a:lnTo>
                  <a:lnTo>
                    <a:pt x="1330172" y="1740546"/>
                  </a:lnTo>
                  <a:lnTo>
                    <a:pt x="1330153" y="1740532"/>
                  </a:lnTo>
                  <a:lnTo>
                    <a:pt x="1330145" y="1740521"/>
                  </a:lnTo>
                  <a:lnTo>
                    <a:pt x="1330141" y="1740504"/>
                  </a:lnTo>
                  <a:lnTo>
                    <a:pt x="1330124" y="1740470"/>
                  </a:lnTo>
                  <a:lnTo>
                    <a:pt x="1330098" y="1740437"/>
                  </a:lnTo>
                  <a:lnTo>
                    <a:pt x="1330062" y="1740402"/>
                  </a:lnTo>
                  <a:lnTo>
                    <a:pt x="1330018" y="1740362"/>
                  </a:lnTo>
                  <a:lnTo>
                    <a:pt x="1329991" y="1740297"/>
                  </a:lnTo>
                  <a:lnTo>
                    <a:pt x="1329967" y="1740250"/>
                  </a:lnTo>
                  <a:lnTo>
                    <a:pt x="1329951" y="1740213"/>
                  </a:lnTo>
                  <a:lnTo>
                    <a:pt x="1329952" y="1740192"/>
                  </a:lnTo>
                  <a:lnTo>
                    <a:pt x="1329956" y="1740174"/>
                  </a:lnTo>
                  <a:lnTo>
                    <a:pt x="1329964" y="1740159"/>
                  </a:lnTo>
                  <a:lnTo>
                    <a:pt x="1329985" y="1740123"/>
                  </a:lnTo>
                  <a:lnTo>
                    <a:pt x="1330000" y="1740100"/>
                  </a:lnTo>
                  <a:lnTo>
                    <a:pt x="1330014" y="1740084"/>
                  </a:lnTo>
                  <a:lnTo>
                    <a:pt x="1330024" y="1740080"/>
                  </a:lnTo>
                  <a:lnTo>
                    <a:pt x="1330035" y="1740077"/>
                  </a:lnTo>
                  <a:lnTo>
                    <a:pt x="1330053" y="1740074"/>
                  </a:lnTo>
                  <a:lnTo>
                    <a:pt x="1330065" y="1740071"/>
                  </a:lnTo>
                  <a:lnTo>
                    <a:pt x="1330074" y="1740067"/>
                  </a:lnTo>
                  <a:lnTo>
                    <a:pt x="1330087" y="1740058"/>
                  </a:lnTo>
                  <a:lnTo>
                    <a:pt x="1330097" y="1740052"/>
                  </a:lnTo>
                  <a:lnTo>
                    <a:pt x="1330104" y="1740048"/>
                  </a:lnTo>
                  <a:lnTo>
                    <a:pt x="1330115" y="1740047"/>
                  </a:lnTo>
                  <a:lnTo>
                    <a:pt x="1330136" y="1740047"/>
                  </a:lnTo>
                  <a:lnTo>
                    <a:pt x="1330149" y="1740049"/>
                  </a:lnTo>
                  <a:lnTo>
                    <a:pt x="1330162" y="1740052"/>
                  </a:lnTo>
                  <a:lnTo>
                    <a:pt x="1330173" y="1740057"/>
                  </a:lnTo>
                  <a:lnTo>
                    <a:pt x="1330182" y="1740054"/>
                  </a:lnTo>
                  <a:lnTo>
                    <a:pt x="1330179" y="1740045"/>
                  </a:lnTo>
                  <a:lnTo>
                    <a:pt x="1330179" y="1740032"/>
                  </a:lnTo>
                  <a:lnTo>
                    <a:pt x="1330183" y="1740014"/>
                  </a:lnTo>
                  <a:lnTo>
                    <a:pt x="1330191" y="1739995"/>
                  </a:lnTo>
                  <a:lnTo>
                    <a:pt x="1330194" y="1739977"/>
                  </a:lnTo>
                  <a:lnTo>
                    <a:pt x="1330200" y="1739959"/>
                  </a:lnTo>
                  <a:lnTo>
                    <a:pt x="1330211" y="1739942"/>
                  </a:lnTo>
                  <a:lnTo>
                    <a:pt x="1330209" y="1739924"/>
                  </a:lnTo>
                  <a:lnTo>
                    <a:pt x="1330199" y="1739903"/>
                  </a:lnTo>
                  <a:lnTo>
                    <a:pt x="1330188" y="1739885"/>
                  </a:lnTo>
                  <a:lnTo>
                    <a:pt x="1330180" y="1739866"/>
                  </a:lnTo>
                  <a:lnTo>
                    <a:pt x="1330174" y="1739845"/>
                  </a:lnTo>
                  <a:lnTo>
                    <a:pt x="1330178" y="1739841"/>
                  </a:lnTo>
                  <a:lnTo>
                    <a:pt x="1330188" y="1739841"/>
                  </a:lnTo>
                  <a:lnTo>
                    <a:pt x="1330206" y="1739843"/>
                  </a:lnTo>
                  <a:lnTo>
                    <a:pt x="1330223" y="1739844"/>
                  </a:lnTo>
                  <a:lnTo>
                    <a:pt x="1330238" y="1739845"/>
                  </a:lnTo>
                  <a:lnTo>
                    <a:pt x="1330254" y="1739844"/>
                  </a:lnTo>
                  <a:lnTo>
                    <a:pt x="1330268" y="1739840"/>
                  </a:lnTo>
                  <a:lnTo>
                    <a:pt x="1330275" y="1739837"/>
                  </a:lnTo>
                  <a:lnTo>
                    <a:pt x="1330293" y="1739825"/>
                  </a:lnTo>
                  <a:lnTo>
                    <a:pt x="1330311" y="1739810"/>
                  </a:lnTo>
                  <a:lnTo>
                    <a:pt x="1330326" y="1739794"/>
                  </a:lnTo>
                  <a:lnTo>
                    <a:pt x="1330333" y="1739785"/>
                  </a:lnTo>
                  <a:lnTo>
                    <a:pt x="1330334" y="1739776"/>
                  </a:lnTo>
                  <a:lnTo>
                    <a:pt x="1330333" y="1739767"/>
                  </a:lnTo>
                  <a:lnTo>
                    <a:pt x="1330329" y="1739758"/>
                  </a:lnTo>
                  <a:lnTo>
                    <a:pt x="1330319" y="1739739"/>
                  </a:lnTo>
                  <a:lnTo>
                    <a:pt x="1330316" y="1739733"/>
                  </a:lnTo>
                  <a:lnTo>
                    <a:pt x="1330305" y="1739720"/>
                  </a:lnTo>
                  <a:lnTo>
                    <a:pt x="1330298" y="1739710"/>
                  </a:lnTo>
                  <a:lnTo>
                    <a:pt x="1330294" y="1739702"/>
                  </a:lnTo>
                  <a:lnTo>
                    <a:pt x="1330296" y="1739693"/>
                  </a:lnTo>
                  <a:lnTo>
                    <a:pt x="1330301" y="1739683"/>
                  </a:lnTo>
                  <a:lnTo>
                    <a:pt x="1330314" y="1739665"/>
                  </a:lnTo>
                  <a:lnTo>
                    <a:pt x="1330328" y="1739648"/>
                  </a:lnTo>
                  <a:lnTo>
                    <a:pt x="1330340" y="1739630"/>
                  </a:lnTo>
                  <a:lnTo>
                    <a:pt x="1330344" y="1739611"/>
                  </a:lnTo>
                  <a:lnTo>
                    <a:pt x="1330344" y="1739595"/>
                  </a:lnTo>
                  <a:lnTo>
                    <a:pt x="1330339" y="1739574"/>
                  </a:lnTo>
                  <a:lnTo>
                    <a:pt x="1330338" y="1739563"/>
                  </a:lnTo>
                  <a:lnTo>
                    <a:pt x="1330341" y="1739555"/>
                  </a:lnTo>
                  <a:lnTo>
                    <a:pt x="1330346" y="1739545"/>
                  </a:lnTo>
                  <a:lnTo>
                    <a:pt x="1330352" y="1739537"/>
                  </a:lnTo>
                  <a:lnTo>
                    <a:pt x="1330369" y="1739524"/>
                  </a:lnTo>
                  <a:lnTo>
                    <a:pt x="1330387" y="1739516"/>
                  </a:lnTo>
                  <a:lnTo>
                    <a:pt x="1330404" y="1739508"/>
                  </a:lnTo>
                  <a:lnTo>
                    <a:pt x="1330421" y="1739498"/>
                  </a:lnTo>
                  <a:lnTo>
                    <a:pt x="1330439" y="1739487"/>
                  </a:lnTo>
                  <a:lnTo>
                    <a:pt x="1330449" y="1739482"/>
                  </a:lnTo>
                  <a:lnTo>
                    <a:pt x="1330456" y="1739475"/>
                  </a:lnTo>
                  <a:lnTo>
                    <a:pt x="1330465" y="1739466"/>
                  </a:lnTo>
                  <a:lnTo>
                    <a:pt x="1330467" y="1739458"/>
                  </a:lnTo>
                  <a:lnTo>
                    <a:pt x="1330472" y="1739440"/>
                  </a:lnTo>
                  <a:lnTo>
                    <a:pt x="1330476" y="1739421"/>
                  </a:lnTo>
                  <a:lnTo>
                    <a:pt x="1330482" y="1739403"/>
                  </a:lnTo>
                  <a:lnTo>
                    <a:pt x="1330491" y="1739384"/>
                  </a:lnTo>
                  <a:lnTo>
                    <a:pt x="1330502" y="1739368"/>
                  </a:lnTo>
                  <a:lnTo>
                    <a:pt x="1330516" y="1739360"/>
                  </a:lnTo>
                  <a:lnTo>
                    <a:pt x="1330537" y="1739357"/>
                  </a:lnTo>
                  <a:lnTo>
                    <a:pt x="1330554" y="1739355"/>
                  </a:lnTo>
                  <a:lnTo>
                    <a:pt x="1330572" y="1739349"/>
                  </a:lnTo>
                  <a:lnTo>
                    <a:pt x="1330589" y="1739342"/>
                  </a:lnTo>
                  <a:lnTo>
                    <a:pt x="1330604" y="1739335"/>
                  </a:lnTo>
                  <a:lnTo>
                    <a:pt x="1330625" y="1739325"/>
                  </a:lnTo>
                  <a:lnTo>
                    <a:pt x="1330645" y="1739311"/>
                  </a:lnTo>
                  <a:lnTo>
                    <a:pt x="1330651" y="1739305"/>
                  </a:lnTo>
                  <a:lnTo>
                    <a:pt x="1330657" y="1739298"/>
                  </a:lnTo>
                  <a:lnTo>
                    <a:pt x="1330669" y="1739279"/>
                  </a:lnTo>
                  <a:lnTo>
                    <a:pt x="1330680" y="1739261"/>
                  </a:lnTo>
                  <a:lnTo>
                    <a:pt x="1330692" y="1739243"/>
                  </a:lnTo>
                  <a:lnTo>
                    <a:pt x="1330699" y="1739224"/>
                  </a:lnTo>
                  <a:lnTo>
                    <a:pt x="1330699" y="1739206"/>
                  </a:lnTo>
                  <a:lnTo>
                    <a:pt x="1330701" y="1739187"/>
                  </a:lnTo>
                  <a:lnTo>
                    <a:pt x="1330702" y="1739178"/>
                  </a:lnTo>
                  <a:lnTo>
                    <a:pt x="1330707" y="1739160"/>
                  </a:lnTo>
                  <a:lnTo>
                    <a:pt x="1330712" y="1739151"/>
                  </a:lnTo>
                  <a:lnTo>
                    <a:pt x="1330722" y="1739132"/>
                  </a:lnTo>
                  <a:lnTo>
                    <a:pt x="1330736" y="1739114"/>
                  </a:lnTo>
                  <a:lnTo>
                    <a:pt x="1330746" y="1739101"/>
                  </a:lnTo>
                  <a:lnTo>
                    <a:pt x="1330752" y="1739082"/>
                  </a:lnTo>
                  <a:lnTo>
                    <a:pt x="1330756" y="1739054"/>
                  </a:lnTo>
                  <a:lnTo>
                    <a:pt x="1330754" y="1739040"/>
                  </a:lnTo>
                  <a:lnTo>
                    <a:pt x="1330750" y="1739022"/>
                  </a:lnTo>
                  <a:lnTo>
                    <a:pt x="1330743" y="1739003"/>
                  </a:lnTo>
                  <a:lnTo>
                    <a:pt x="1330735" y="1738985"/>
                  </a:lnTo>
                  <a:lnTo>
                    <a:pt x="1330726" y="1738966"/>
                  </a:lnTo>
                  <a:lnTo>
                    <a:pt x="1330711" y="1738948"/>
                  </a:lnTo>
                  <a:lnTo>
                    <a:pt x="1330706" y="1738942"/>
                  </a:lnTo>
                  <a:lnTo>
                    <a:pt x="1330701" y="1738930"/>
                  </a:lnTo>
                  <a:lnTo>
                    <a:pt x="1330698" y="1738919"/>
                  </a:lnTo>
                  <a:lnTo>
                    <a:pt x="1330694" y="1738911"/>
                  </a:lnTo>
                  <a:lnTo>
                    <a:pt x="1330683" y="1738895"/>
                  </a:lnTo>
                  <a:lnTo>
                    <a:pt x="1330679" y="1738886"/>
                  </a:lnTo>
                  <a:lnTo>
                    <a:pt x="1330673" y="1738878"/>
                  </a:lnTo>
                  <a:lnTo>
                    <a:pt x="1330665" y="1738862"/>
                  </a:lnTo>
                  <a:lnTo>
                    <a:pt x="1330656" y="1738838"/>
                  </a:lnTo>
                  <a:lnTo>
                    <a:pt x="1330648" y="1738813"/>
                  </a:lnTo>
                  <a:lnTo>
                    <a:pt x="1330642" y="1738800"/>
                  </a:lnTo>
                  <a:lnTo>
                    <a:pt x="1330633" y="1738788"/>
                  </a:lnTo>
                  <a:lnTo>
                    <a:pt x="1330617" y="1738768"/>
                  </a:lnTo>
                  <a:lnTo>
                    <a:pt x="1330608" y="1738754"/>
                  </a:lnTo>
                  <a:lnTo>
                    <a:pt x="1330606" y="1738745"/>
                  </a:lnTo>
                  <a:lnTo>
                    <a:pt x="1330606" y="1738737"/>
                  </a:lnTo>
                  <a:lnTo>
                    <a:pt x="1330608" y="1738725"/>
                  </a:lnTo>
                  <a:lnTo>
                    <a:pt x="1330611" y="1738717"/>
                  </a:lnTo>
                  <a:lnTo>
                    <a:pt x="1330614" y="1738713"/>
                  </a:lnTo>
                  <a:lnTo>
                    <a:pt x="1330634" y="1738695"/>
                  </a:lnTo>
                  <a:lnTo>
                    <a:pt x="1330654" y="1738677"/>
                  </a:lnTo>
                  <a:lnTo>
                    <a:pt x="1330670" y="1738663"/>
                  </a:lnTo>
                  <a:lnTo>
                    <a:pt x="1330689" y="1738650"/>
                  </a:lnTo>
                  <a:lnTo>
                    <a:pt x="1330700" y="1738639"/>
                  </a:lnTo>
                  <a:lnTo>
                    <a:pt x="1330706" y="1738625"/>
                  </a:lnTo>
                  <a:lnTo>
                    <a:pt x="1330707" y="1738614"/>
                  </a:lnTo>
                  <a:lnTo>
                    <a:pt x="1330707" y="1738605"/>
                  </a:lnTo>
                  <a:lnTo>
                    <a:pt x="1330705" y="1738592"/>
                  </a:lnTo>
                  <a:lnTo>
                    <a:pt x="1330703" y="1738581"/>
                  </a:lnTo>
                  <a:lnTo>
                    <a:pt x="1330703" y="1738570"/>
                  </a:lnTo>
                  <a:lnTo>
                    <a:pt x="1330708" y="1738559"/>
                  </a:lnTo>
                  <a:lnTo>
                    <a:pt x="1330715" y="1738549"/>
                  </a:lnTo>
                  <a:lnTo>
                    <a:pt x="1330726" y="1738541"/>
                  </a:lnTo>
                  <a:lnTo>
                    <a:pt x="1330743" y="1738528"/>
                  </a:lnTo>
                  <a:lnTo>
                    <a:pt x="1330748" y="1738520"/>
                  </a:lnTo>
                  <a:lnTo>
                    <a:pt x="1330752" y="1738509"/>
                  </a:lnTo>
                  <a:lnTo>
                    <a:pt x="1330754" y="1738491"/>
                  </a:lnTo>
                  <a:lnTo>
                    <a:pt x="1330756" y="1738473"/>
                  </a:lnTo>
                  <a:lnTo>
                    <a:pt x="1330755" y="1738454"/>
                  </a:lnTo>
                  <a:lnTo>
                    <a:pt x="1330756" y="1738444"/>
                  </a:lnTo>
                  <a:lnTo>
                    <a:pt x="1330763" y="1738440"/>
                  </a:lnTo>
                  <a:lnTo>
                    <a:pt x="1330782" y="1738440"/>
                  </a:lnTo>
                  <a:lnTo>
                    <a:pt x="1330799" y="1738440"/>
                  </a:lnTo>
                  <a:lnTo>
                    <a:pt x="1330817" y="1738439"/>
                  </a:lnTo>
                  <a:lnTo>
                    <a:pt x="1330826" y="1738432"/>
                  </a:lnTo>
                  <a:lnTo>
                    <a:pt x="1330833" y="1738423"/>
                  </a:lnTo>
                  <a:lnTo>
                    <a:pt x="1330846" y="1738407"/>
                  </a:lnTo>
                  <a:lnTo>
                    <a:pt x="1330861" y="1738388"/>
                  </a:lnTo>
                  <a:lnTo>
                    <a:pt x="1330872" y="1738384"/>
                  </a:lnTo>
                  <a:lnTo>
                    <a:pt x="1330879" y="1738384"/>
                  </a:lnTo>
                  <a:lnTo>
                    <a:pt x="1330896" y="1738382"/>
                  </a:lnTo>
                  <a:lnTo>
                    <a:pt x="1330914" y="1738376"/>
                  </a:lnTo>
                  <a:lnTo>
                    <a:pt x="1330927" y="1738372"/>
                  </a:lnTo>
                  <a:lnTo>
                    <a:pt x="1330931" y="1738368"/>
                  </a:lnTo>
                  <a:lnTo>
                    <a:pt x="1330946" y="1738353"/>
                  </a:lnTo>
                  <a:lnTo>
                    <a:pt x="1330964" y="1738338"/>
                  </a:lnTo>
                  <a:lnTo>
                    <a:pt x="1330981" y="1738332"/>
                  </a:lnTo>
                  <a:lnTo>
                    <a:pt x="1330999" y="1738329"/>
                  </a:lnTo>
                  <a:lnTo>
                    <a:pt x="1331016" y="1738325"/>
                  </a:lnTo>
                  <a:lnTo>
                    <a:pt x="1331033" y="1738325"/>
                  </a:lnTo>
                  <a:lnTo>
                    <a:pt x="1331051" y="1738326"/>
                  </a:lnTo>
                  <a:lnTo>
                    <a:pt x="1331068" y="1738330"/>
                  </a:lnTo>
                  <a:lnTo>
                    <a:pt x="1331086" y="1738336"/>
                  </a:lnTo>
                  <a:lnTo>
                    <a:pt x="1331103" y="1738343"/>
                  </a:lnTo>
                  <a:lnTo>
                    <a:pt x="1331120" y="1738345"/>
                  </a:lnTo>
                  <a:lnTo>
                    <a:pt x="1331138" y="1738343"/>
                  </a:lnTo>
                  <a:lnTo>
                    <a:pt x="1331155" y="1738343"/>
                  </a:lnTo>
                  <a:lnTo>
                    <a:pt x="1331172" y="1738344"/>
                  </a:lnTo>
                  <a:lnTo>
                    <a:pt x="1331189" y="1738347"/>
                  </a:lnTo>
                  <a:lnTo>
                    <a:pt x="1331219" y="1738350"/>
                  </a:lnTo>
                  <a:lnTo>
                    <a:pt x="1331224" y="1738349"/>
                  </a:lnTo>
                  <a:lnTo>
                    <a:pt x="1331232" y="1738347"/>
                  </a:lnTo>
                  <a:lnTo>
                    <a:pt x="1331237" y="1738343"/>
                  </a:lnTo>
                  <a:lnTo>
                    <a:pt x="1331239" y="1738338"/>
                  </a:lnTo>
                  <a:lnTo>
                    <a:pt x="1331246" y="1738320"/>
                  </a:lnTo>
                  <a:lnTo>
                    <a:pt x="1331249" y="1738301"/>
                  </a:lnTo>
                  <a:lnTo>
                    <a:pt x="1331254" y="1738283"/>
                  </a:lnTo>
                  <a:lnTo>
                    <a:pt x="1331259" y="1738264"/>
                  </a:lnTo>
                  <a:lnTo>
                    <a:pt x="1331264" y="1738246"/>
                  </a:lnTo>
                  <a:lnTo>
                    <a:pt x="1331266" y="1738232"/>
                  </a:lnTo>
                  <a:lnTo>
                    <a:pt x="1331267" y="1738220"/>
                  </a:lnTo>
                  <a:lnTo>
                    <a:pt x="1331265" y="1738211"/>
                  </a:lnTo>
                  <a:lnTo>
                    <a:pt x="1331258" y="1738201"/>
                  </a:lnTo>
                  <a:lnTo>
                    <a:pt x="1331248" y="1738190"/>
                  </a:lnTo>
                  <a:lnTo>
                    <a:pt x="1331236" y="1738180"/>
                  </a:lnTo>
                  <a:lnTo>
                    <a:pt x="1331224" y="1738166"/>
                  </a:lnTo>
                  <a:lnTo>
                    <a:pt x="1331219" y="1738155"/>
                  </a:lnTo>
                  <a:lnTo>
                    <a:pt x="1331214" y="1738134"/>
                  </a:lnTo>
                  <a:lnTo>
                    <a:pt x="1331212" y="1738117"/>
                  </a:lnTo>
                  <a:lnTo>
                    <a:pt x="1331217" y="1738099"/>
                  </a:lnTo>
                  <a:lnTo>
                    <a:pt x="1331203" y="1738094"/>
                  </a:lnTo>
                  <a:lnTo>
                    <a:pt x="1331198" y="1738091"/>
                  </a:lnTo>
                  <a:lnTo>
                    <a:pt x="1331182" y="1738075"/>
                  </a:lnTo>
                  <a:lnTo>
                    <a:pt x="1331168" y="1738058"/>
                  </a:lnTo>
                  <a:lnTo>
                    <a:pt x="1331157" y="1738040"/>
                  </a:lnTo>
                  <a:lnTo>
                    <a:pt x="1331152" y="1738021"/>
                  </a:lnTo>
                  <a:lnTo>
                    <a:pt x="1331142" y="1738002"/>
                  </a:lnTo>
                  <a:lnTo>
                    <a:pt x="1331129" y="1737985"/>
                  </a:lnTo>
                  <a:lnTo>
                    <a:pt x="1331116" y="1737966"/>
                  </a:lnTo>
                  <a:lnTo>
                    <a:pt x="1331108" y="1737952"/>
                  </a:lnTo>
                  <a:lnTo>
                    <a:pt x="1331102" y="1737937"/>
                  </a:lnTo>
                  <a:lnTo>
                    <a:pt x="1331101" y="1737929"/>
                  </a:lnTo>
                  <a:lnTo>
                    <a:pt x="1331098" y="1737910"/>
                  </a:lnTo>
                  <a:lnTo>
                    <a:pt x="1331097" y="1737891"/>
                  </a:lnTo>
                  <a:lnTo>
                    <a:pt x="1331092" y="1737873"/>
                  </a:lnTo>
                  <a:lnTo>
                    <a:pt x="1331084" y="1737854"/>
                  </a:lnTo>
                  <a:lnTo>
                    <a:pt x="1331076" y="1737843"/>
                  </a:lnTo>
                  <a:lnTo>
                    <a:pt x="1331069" y="1737838"/>
                  </a:lnTo>
                  <a:lnTo>
                    <a:pt x="1331052" y="1737831"/>
                  </a:lnTo>
                  <a:lnTo>
                    <a:pt x="1331039" y="1737821"/>
                  </a:lnTo>
                  <a:lnTo>
                    <a:pt x="1331037" y="1737816"/>
                  </a:lnTo>
                  <a:lnTo>
                    <a:pt x="1331026" y="1737797"/>
                  </a:lnTo>
                  <a:lnTo>
                    <a:pt x="1331016" y="1737778"/>
                  </a:lnTo>
                  <a:lnTo>
                    <a:pt x="1331003" y="1737759"/>
                  </a:lnTo>
                  <a:lnTo>
                    <a:pt x="1330987" y="1737743"/>
                  </a:lnTo>
                  <a:lnTo>
                    <a:pt x="1330979" y="1737736"/>
                  </a:lnTo>
                  <a:lnTo>
                    <a:pt x="1330953" y="1737722"/>
                  </a:lnTo>
                  <a:lnTo>
                    <a:pt x="1330918" y="1737714"/>
                  </a:lnTo>
                  <a:lnTo>
                    <a:pt x="1330893" y="1737706"/>
                  </a:lnTo>
                  <a:lnTo>
                    <a:pt x="1330884" y="1737704"/>
                  </a:lnTo>
                  <a:lnTo>
                    <a:pt x="1330873" y="1737699"/>
                  </a:lnTo>
                  <a:lnTo>
                    <a:pt x="1330866" y="1737693"/>
                  </a:lnTo>
                  <a:lnTo>
                    <a:pt x="1330852" y="1737677"/>
                  </a:lnTo>
                  <a:lnTo>
                    <a:pt x="1330834" y="1737667"/>
                  </a:lnTo>
                  <a:lnTo>
                    <a:pt x="1330817" y="1737656"/>
                  </a:lnTo>
                  <a:lnTo>
                    <a:pt x="1330807" y="1737653"/>
                  </a:lnTo>
                  <a:lnTo>
                    <a:pt x="1330800" y="1737651"/>
                  </a:lnTo>
                  <a:lnTo>
                    <a:pt x="1330765" y="1737647"/>
                  </a:lnTo>
                  <a:lnTo>
                    <a:pt x="1330748" y="1737647"/>
                  </a:lnTo>
                  <a:lnTo>
                    <a:pt x="1330730" y="1737645"/>
                  </a:lnTo>
                  <a:lnTo>
                    <a:pt x="1330721" y="1737637"/>
                  </a:lnTo>
                  <a:lnTo>
                    <a:pt x="1330714" y="1737629"/>
                  </a:lnTo>
                  <a:lnTo>
                    <a:pt x="1330703" y="1737610"/>
                  </a:lnTo>
                  <a:lnTo>
                    <a:pt x="1330700" y="1737591"/>
                  </a:lnTo>
                  <a:lnTo>
                    <a:pt x="1330696" y="1737573"/>
                  </a:lnTo>
                  <a:lnTo>
                    <a:pt x="1330694" y="1737554"/>
                  </a:lnTo>
                  <a:lnTo>
                    <a:pt x="1330689" y="1737543"/>
                  </a:lnTo>
                  <a:lnTo>
                    <a:pt x="1330683" y="1737536"/>
                  </a:lnTo>
                  <a:lnTo>
                    <a:pt x="1330666" y="1737523"/>
                  </a:lnTo>
                  <a:lnTo>
                    <a:pt x="1330659" y="1737518"/>
                  </a:lnTo>
                  <a:lnTo>
                    <a:pt x="1330649" y="1737515"/>
                  </a:lnTo>
                  <a:lnTo>
                    <a:pt x="1330632" y="1737515"/>
                  </a:lnTo>
                  <a:lnTo>
                    <a:pt x="1330614" y="1737517"/>
                  </a:lnTo>
                  <a:lnTo>
                    <a:pt x="1330597" y="1737517"/>
                  </a:lnTo>
                  <a:lnTo>
                    <a:pt x="1330580" y="1737518"/>
                  </a:lnTo>
                  <a:lnTo>
                    <a:pt x="1330571" y="1737518"/>
                  </a:lnTo>
                  <a:lnTo>
                    <a:pt x="1330554" y="1737522"/>
                  </a:lnTo>
                  <a:lnTo>
                    <a:pt x="1330544" y="1737527"/>
                  </a:lnTo>
                  <a:lnTo>
                    <a:pt x="1330528" y="1737539"/>
                  </a:lnTo>
                  <a:lnTo>
                    <a:pt x="1330519" y="1737547"/>
                  </a:lnTo>
                  <a:lnTo>
                    <a:pt x="1330512" y="1737555"/>
                  </a:lnTo>
                  <a:lnTo>
                    <a:pt x="1330500" y="1737571"/>
                  </a:lnTo>
                  <a:lnTo>
                    <a:pt x="1330492" y="1737585"/>
                  </a:lnTo>
                  <a:lnTo>
                    <a:pt x="1330476" y="1737607"/>
                  </a:lnTo>
                  <a:lnTo>
                    <a:pt x="1330465" y="1737626"/>
                  </a:lnTo>
                  <a:lnTo>
                    <a:pt x="1330454" y="1737644"/>
                  </a:lnTo>
                  <a:lnTo>
                    <a:pt x="1330442" y="1737662"/>
                  </a:lnTo>
                  <a:lnTo>
                    <a:pt x="1330435" y="1737676"/>
                  </a:lnTo>
                  <a:lnTo>
                    <a:pt x="1330422" y="1737690"/>
                  </a:lnTo>
                  <a:lnTo>
                    <a:pt x="1330415" y="1737693"/>
                  </a:lnTo>
                  <a:lnTo>
                    <a:pt x="1330396" y="1737698"/>
                  </a:lnTo>
                  <a:lnTo>
                    <a:pt x="1330379" y="1737700"/>
                  </a:lnTo>
                  <a:lnTo>
                    <a:pt x="1330368" y="1737700"/>
                  </a:lnTo>
                  <a:lnTo>
                    <a:pt x="1330361" y="1737702"/>
                  </a:lnTo>
                  <a:lnTo>
                    <a:pt x="1330348" y="1737707"/>
                  </a:lnTo>
                  <a:lnTo>
                    <a:pt x="1330344" y="1737711"/>
                  </a:lnTo>
                  <a:lnTo>
                    <a:pt x="1330326" y="1737728"/>
                  </a:lnTo>
                  <a:lnTo>
                    <a:pt x="1330314" y="1737746"/>
                  </a:lnTo>
                  <a:lnTo>
                    <a:pt x="1330305" y="1737763"/>
                  </a:lnTo>
                  <a:lnTo>
                    <a:pt x="1330294" y="1737773"/>
                  </a:lnTo>
                  <a:lnTo>
                    <a:pt x="1330287" y="1737776"/>
                  </a:lnTo>
                  <a:lnTo>
                    <a:pt x="1330270" y="1737786"/>
                  </a:lnTo>
                  <a:lnTo>
                    <a:pt x="1330252" y="1737796"/>
                  </a:lnTo>
                  <a:lnTo>
                    <a:pt x="1330235" y="1737807"/>
                  </a:lnTo>
                  <a:lnTo>
                    <a:pt x="1330217" y="1737820"/>
                  </a:lnTo>
                  <a:lnTo>
                    <a:pt x="1330209" y="1737824"/>
                  </a:lnTo>
                  <a:lnTo>
                    <a:pt x="1330200" y="1737827"/>
                  </a:lnTo>
                  <a:lnTo>
                    <a:pt x="1330182" y="1737830"/>
                  </a:lnTo>
                  <a:lnTo>
                    <a:pt x="1330165" y="1737831"/>
                  </a:lnTo>
                  <a:lnTo>
                    <a:pt x="1330147" y="1737833"/>
                  </a:lnTo>
                  <a:lnTo>
                    <a:pt x="1330130" y="1737839"/>
                  </a:lnTo>
                  <a:lnTo>
                    <a:pt x="1330112" y="1737848"/>
                  </a:lnTo>
                  <a:lnTo>
                    <a:pt x="1330097" y="1737858"/>
                  </a:lnTo>
                  <a:lnTo>
                    <a:pt x="1330082" y="1737863"/>
                  </a:lnTo>
                  <a:lnTo>
                    <a:pt x="1330074" y="1737865"/>
                  </a:lnTo>
                  <a:lnTo>
                    <a:pt x="1330060" y="1737865"/>
                  </a:lnTo>
                  <a:lnTo>
                    <a:pt x="1330043" y="1737862"/>
                  </a:lnTo>
                  <a:lnTo>
                    <a:pt x="1330023" y="1737861"/>
                  </a:lnTo>
                  <a:lnTo>
                    <a:pt x="1330016" y="1737856"/>
                  </a:lnTo>
                  <a:lnTo>
                    <a:pt x="1330008" y="1737847"/>
                  </a:lnTo>
                  <a:lnTo>
                    <a:pt x="1330000" y="1737831"/>
                  </a:lnTo>
                  <a:lnTo>
                    <a:pt x="1329996" y="1737817"/>
                  </a:lnTo>
                  <a:lnTo>
                    <a:pt x="1329996" y="1737810"/>
                  </a:lnTo>
                  <a:lnTo>
                    <a:pt x="1330004" y="1737754"/>
                  </a:lnTo>
                  <a:lnTo>
                    <a:pt x="1330001" y="1737736"/>
                  </a:lnTo>
                  <a:lnTo>
                    <a:pt x="1329995" y="1737717"/>
                  </a:lnTo>
                  <a:lnTo>
                    <a:pt x="1329984" y="1737680"/>
                  </a:lnTo>
                  <a:lnTo>
                    <a:pt x="1329971" y="1737643"/>
                  </a:lnTo>
                  <a:lnTo>
                    <a:pt x="1329963" y="1737624"/>
                  </a:lnTo>
                  <a:lnTo>
                    <a:pt x="1329914" y="1737542"/>
                  </a:lnTo>
                  <a:lnTo>
                    <a:pt x="1329898" y="1737529"/>
                  </a:lnTo>
                  <a:lnTo>
                    <a:pt x="1329879" y="1737535"/>
                  </a:lnTo>
                  <a:lnTo>
                    <a:pt x="1329861" y="1737540"/>
                  </a:lnTo>
                  <a:lnTo>
                    <a:pt x="1329844" y="1737542"/>
                  </a:lnTo>
                  <a:lnTo>
                    <a:pt x="1329827" y="1737543"/>
                  </a:lnTo>
                  <a:lnTo>
                    <a:pt x="1329792" y="1737537"/>
                  </a:lnTo>
                  <a:lnTo>
                    <a:pt x="1329774" y="1737534"/>
                  </a:lnTo>
                  <a:lnTo>
                    <a:pt x="1329757" y="1737527"/>
                  </a:lnTo>
                  <a:lnTo>
                    <a:pt x="1329740" y="1737522"/>
                  </a:lnTo>
                  <a:lnTo>
                    <a:pt x="1329723" y="1737519"/>
                  </a:lnTo>
                  <a:lnTo>
                    <a:pt x="1329714" y="1737519"/>
                  </a:lnTo>
                  <a:lnTo>
                    <a:pt x="1329705" y="1737522"/>
                  </a:lnTo>
                  <a:lnTo>
                    <a:pt x="1329688" y="1737528"/>
                  </a:lnTo>
                  <a:lnTo>
                    <a:pt x="1329671" y="1737529"/>
                  </a:lnTo>
                  <a:lnTo>
                    <a:pt x="1329653" y="1737523"/>
                  </a:lnTo>
                  <a:lnTo>
                    <a:pt x="1329636" y="1737511"/>
                  </a:lnTo>
                  <a:lnTo>
                    <a:pt x="1329628" y="1737506"/>
                  </a:lnTo>
                  <a:lnTo>
                    <a:pt x="1329618" y="1737504"/>
                  </a:lnTo>
                  <a:lnTo>
                    <a:pt x="1329609" y="1737502"/>
                  </a:lnTo>
                  <a:lnTo>
                    <a:pt x="1329596" y="1737502"/>
                  </a:lnTo>
                  <a:lnTo>
                    <a:pt x="1329581" y="1737503"/>
                  </a:lnTo>
                  <a:lnTo>
                    <a:pt x="1329566" y="1737508"/>
                  </a:lnTo>
                  <a:lnTo>
                    <a:pt x="1329545" y="1737518"/>
                  </a:lnTo>
                  <a:lnTo>
                    <a:pt x="1329513" y="1737537"/>
                  </a:lnTo>
                  <a:lnTo>
                    <a:pt x="1329494" y="1737547"/>
                  </a:lnTo>
                  <a:lnTo>
                    <a:pt x="1329486" y="1737548"/>
                  </a:lnTo>
                  <a:lnTo>
                    <a:pt x="1329479" y="1737547"/>
                  </a:lnTo>
                  <a:lnTo>
                    <a:pt x="1329472" y="1737537"/>
                  </a:lnTo>
                  <a:lnTo>
                    <a:pt x="1329465" y="1737513"/>
                  </a:lnTo>
                  <a:lnTo>
                    <a:pt x="1329455" y="1737491"/>
                  </a:lnTo>
                  <a:lnTo>
                    <a:pt x="1329441" y="1737466"/>
                  </a:lnTo>
                  <a:lnTo>
                    <a:pt x="1329434" y="1737452"/>
                  </a:lnTo>
                  <a:lnTo>
                    <a:pt x="1329420" y="1737418"/>
                  </a:lnTo>
                  <a:lnTo>
                    <a:pt x="1329409" y="1737403"/>
                  </a:lnTo>
                  <a:lnTo>
                    <a:pt x="1329400" y="1737395"/>
                  </a:lnTo>
                  <a:lnTo>
                    <a:pt x="1329388" y="1737388"/>
                  </a:lnTo>
                  <a:lnTo>
                    <a:pt x="1329369" y="1737381"/>
                  </a:lnTo>
                  <a:lnTo>
                    <a:pt x="1329350" y="1737376"/>
                  </a:lnTo>
                  <a:lnTo>
                    <a:pt x="1329315" y="1737365"/>
                  </a:lnTo>
                  <a:lnTo>
                    <a:pt x="1329300" y="1737360"/>
                  </a:lnTo>
                  <a:lnTo>
                    <a:pt x="1329274" y="1737346"/>
                  </a:lnTo>
                  <a:lnTo>
                    <a:pt x="1329258" y="1737338"/>
                  </a:lnTo>
                  <a:lnTo>
                    <a:pt x="1329245" y="1737336"/>
                  </a:lnTo>
                  <a:lnTo>
                    <a:pt x="1329206" y="1737335"/>
                  </a:lnTo>
                  <a:lnTo>
                    <a:pt x="1329192" y="1737331"/>
                  </a:lnTo>
                  <a:lnTo>
                    <a:pt x="1329178" y="1737331"/>
                  </a:lnTo>
                  <a:lnTo>
                    <a:pt x="1329163" y="1737333"/>
                  </a:lnTo>
                  <a:lnTo>
                    <a:pt x="1329148" y="1737336"/>
                  </a:lnTo>
                  <a:lnTo>
                    <a:pt x="1329133" y="1737326"/>
                  </a:lnTo>
                  <a:lnTo>
                    <a:pt x="1329128" y="1737322"/>
                  </a:lnTo>
                  <a:lnTo>
                    <a:pt x="1329117" y="1737316"/>
                  </a:lnTo>
                  <a:lnTo>
                    <a:pt x="1329110" y="1737313"/>
                  </a:lnTo>
                  <a:lnTo>
                    <a:pt x="1329098" y="1737316"/>
                  </a:lnTo>
                  <a:lnTo>
                    <a:pt x="1329083" y="1737313"/>
                  </a:lnTo>
                  <a:lnTo>
                    <a:pt x="1329064" y="1737310"/>
                  </a:lnTo>
                  <a:lnTo>
                    <a:pt x="1329054" y="1737305"/>
                  </a:lnTo>
                  <a:lnTo>
                    <a:pt x="1329050" y="1737299"/>
                  </a:lnTo>
                  <a:lnTo>
                    <a:pt x="1329043" y="1737280"/>
                  </a:lnTo>
                  <a:lnTo>
                    <a:pt x="1329027" y="1737264"/>
                  </a:lnTo>
                  <a:lnTo>
                    <a:pt x="1329010" y="1737258"/>
                  </a:lnTo>
                  <a:lnTo>
                    <a:pt x="1328993" y="1737254"/>
                  </a:lnTo>
                  <a:lnTo>
                    <a:pt x="1328976" y="1737247"/>
                  </a:lnTo>
                  <a:lnTo>
                    <a:pt x="1328958" y="1737243"/>
                  </a:lnTo>
                  <a:lnTo>
                    <a:pt x="1328923" y="1737235"/>
                  </a:lnTo>
                  <a:lnTo>
                    <a:pt x="1328906" y="1737232"/>
                  </a:lnTo>
                  <a:lnTo>
                    <a:pt x="1328854" y="1737231"/>
                  </a:lnTo>
                  <a:lnTo>
                    <a:pt x="1328837" y="1737234"/>
                  </a:lnTo>
                  <a:lnTo>
                    <a:pt x="1328819" y="1737233"/>
                  </a:lnTo>
                  <a:lnTo>
                    <a:pt x="1328802" y="1737232"/>
                  </a:lnTo>
                  <a:lnTo>
                    <a:pt x="1328784" y="1737228"/>
                  </a:lnTo>
                  <a:lnTo>
                    <a:pt x="1328767" y="1737222"/>
                  </a:lnTo>
                  <a:lnTo>
                    <a:pt x="1328750" y="1737215"/>
                  </a:lnTo>
                  <a:lnTo>
                    <a:pt x="1328743" y="1737213"/>
                  </a:lnTo>
                  <a:lnTo>
                    <a:pt x="1328733" y="1737215"/>
                  </a:lnTo>
                  <a:lnTo>
                    <a:pt x="1328726" y="1737219"/>
                  </a:lnTo>
                  <a:lnTo>
                    <a:pt x="1328716" y="1737223"/>
                  </a:lnTo>
                  <a:lnTo>
                    <a:pt x="1328710" y="1737222"/>
                  </a:lnTo>
                  <a:lnTo>
                    <a:pt x="1328706" y="1737214"/>
                  </a:lnTo>
                  <a:lnTo>
                    <a:pt x="1328704" y="1737202"/>
                  </a:lnTo>
                  <a:lnTo>
                    <a:pt x="1328696" y="1737171"/>
                  </a:lnTo>
                  <a:lnTo>
                    <a:pt x="1328693" y="1737162"/>
                  </a:lnTo>
                  <a:lnTo>
                    <a:pt x="1328686" y="1737163"/>
                  </a:lnTo>
                  <a:lnTo>
                    <a:pt x="1328667" y="1737175"/>
                  </a:lnTo>
                  <a:lnTo>
                    <a:pt x="1328658" y="1737178"/>
                  </a:lnTo>
                  <a:lnTo>
                    <a:pt x="1328641" y="1737181"/>
                  </a:lnTo>
                  <a:lnTo>
                    <a:pt x="1328623" y="1737182"/>
                  </a:lnTo>
                  <a:lnTo>
                    <a:pt x="1328606" y="1737181"/>
                  </a:lnTo>
                  <a:lnTo>
                    <a:pt x="1328589" y="1737176"/>
                  </a:lnTo>
                  <a:lnTo>
                    <a:pt x="1328571" y="1737178"/>
                  </a:lnTo>
                  <a:lnTo>
                    <a:pt x="1328554" y="1737178"/>
                  </a:lnTo>
                  <a:lnTo>
                    <a:pt x="1328548" y="1737178"/>
                  </a:lnTo>
                  <a:lnTo>
                    <a:pt x="1328544" y="1737173"/>
                  </a:lnTo>
                  <a:lnTo>
                    <a:pt x="1328541" y="1737166"/>
                  </a:lnTo>
                  <a:lnTo>
                    <a:pt x="1328537" y="1737147"/>
                  </a:lnTo>
                  <a:lnTo>
                    <a:pt x="1328535" y="1737129"/>
                  </a:lnTo>
                  <a:lnTo>
                    <a:pt x="1328536" y="1737110"/>
                  </a:lnTo>
                  <a:lnTo>
                    <a:pt x="1328537" y="1737092"/>
                  </a:lnTo>
                  <a:lnTo>
                    <a:pt x="1328540" y="1737073"/>
                  </a:lnTo>
                  <a:lnTo>
                    <a:pt x="1328542" y="1737055"/>
                  </a:lnTo>
                  <a:lnTo>
                    <a:pt x="1328541" y="1737036"/>
                  </a:lnTo>
                  <a:lnTo>
                    <a:pt x="1328540" y="1737018"/>
                  </a:lnTo>
                  <a:lnTo>
                    <a:pt x="1328537" y="1736999"/>
                  </a:lnTo>
                  <a:lnTo>
                    <a:pt x="1328534" y="1736990"/>
                  </a:lnTo>
                  <a:lnTo>
                    <a:pt x="1328530" y="1736981"/>
                  </a:lnTo>
                  <a:lnTo>
                    <a:pt x="1328527" y="1736971"/>
                  </a:lnTo>
                  <a:lnTo>
                    <a:pt x="1328517" y="1736952"/>
                  </a:lnTo>
                  <a:lnTo>
                    <a:pt x="1328507" y="1736943"/>
                  </a:lnTo>
                  <a:lnTo>
                    <a:pt x="1328492" y="1736937"/>
                  </a:lnTo>
                  <a:lnTo>
                    <a:pt x="1328474" y="1736934"/>
                  </a:lnTo>
                  <a:lnTo>
                    <a:pt x="1328462" y="1736932"/>
                  </a:lnTo>
                  <a:lnTo>
                    <a:pt x="1328457" y="1736934"/>
                  </a:lnTo>
                  <a:lnTo>
                    <a:pt x="1328440" y="1736952"/>
                  </a:lnTo>
                  <a:lnTo>
                    <a:pt x="1328424" y="1736966"/>
                  </a:lnTo>
                  <a:lnTo>
                    <a:pt x="1328406" y="1736981"/>
                  </a:lnTo>
                  <a:lnTo>
                    <a:pt x="1328384" y="1736990"/>
                  </a:lnTo>
                  <a:lnTo>
                    <a:pt x="1328371" y="1736992"/>
                  </a:lnTo>
                  <a:lnTo>
                    <a:pt x="1328354" y="1736989"/>
                  </a:lnTo>
                  <a:lnTo>
                    <a:pt x="1328337" y="1736981"/>
                  </a:lnTo>
                  <a:lnTo>
                    <a:pt x="1328320" y="1736970"/>
                  </a:lnTo>
                  <a:lnTo>
                    <a:pt x="1328285" y="1736947"/>
                  </a:lnTo>
                  <a:lnTo>
                    <a:pt x="1328268" y="1736936"/>
                  </a:lnTo>
                  <a:lnTo>
                    <a:pt x="1328259" y="1736931"/>
                  </a:lnTo>
                  <a:lnTo>
                    <a:pt x="1328250" y="1736929"/>
                  </a:lnTo>
                  <a:lnTo>
                    <a:pt x="1328233" y="1736925"/>
                  </a:lnTo>
                  <a:lnTo>
                    <a:pt x="1328216" y="1736925"/>
                  </a:lnTo>
                  <a:lnTo>
                    <a:pt x="1328199" y="1736927"/>
                  </a:lnTo>
                  <a:lnTo>
                    <a:pt x="1328181" y="1736932"/>
                  </a:lnTo>
                  <a:lnTo>
                    <a:pt x="1328164" y="1736938"/>
                  </a:lnTo>
                  <a:lnTo>
                    <a:pt x="1328146" y="1736943"/>
                  </a:lnTo>
                  <a:lnTo>
                    <a:pt x="1328129" y="1736947"/>
                  </a:lnTo>
                  <a:lnTo>
                    <a:pt x="1328112" y="1736949"/>
                  </a:lnTo>
                  <a:lnTo>
                    <a:pt x="1328094" y="1736950"/>
                  </a:lnTo>
                  <a:lnTo>
                    <a:pt x="1328076" y="1736948"/>
                  </a:lnTo>
                  <a:lnTo>
                    <a:pt x="1328059" y="1736947"/>
                  </a:lnTo>
                  <a:lnTo>
                    <a:pt x="1328042" y="1736947"/>
                  </a:lnTo>
                  <a:lnTo>
                    <a:pt x="1328025" y="1736943"/>
                  </a:lnTo>
                  <a:lnTo>
                    <a:pt x="1328016" y="1736938"/>
                  </a:lnTo>
                  <a:lnTo>
                    <a:pt x="1328007" y="1736931"/>
                  </a:lnTo>
                  <a:lnTo>
                    <a:pt x="1327991" y="1736919"/>
                  </a:lnTo>
                  <a:lnTo>
                    <a:pt x="1327982" y="1736911"/>
                  </a:lnTo>
                  <a:lnTo>
                    <a:pt x="1327974" y="1736910"/>
                  </a:lnTo>
                  <a:lnTo>
                    <a:pt x="1327894" y="1736916"/>
                  </a:lnTo>
                  <a:lnTo>
                    <a:pt x="1327877" y="1736917"/>
                  </a:lnTo>
                  <a:lnTo>
                    <a:pt x="1327842" y="1736921"/>
                  </a:lnTo>
                  <a:lnTo>
                    <a:pt x="1327825" y="1736928"/>
                  </a:lnTo>
                  <a:lnTo>
                    <a:pt x="1327807" y="1736936"/>
                  </a:lnTo>
                  <a:lnTo>
                    <a:pt x="1327795" y="1736936"/>
                  </a:lnTo>
                  <a:lnTo>
                    <a:pt x="1327790" y="1736930"/>
                  </a:lnTo>
                  <a:lnTo>
                    <a:pt x="1327780" y="1736911"/>
                  </a:lnTo>
                  <a:lnTo>
                    <a:pt x="1327764" y="1736893"/>
                  </a:lnTo>
                  <a:lnTo>
                    <a:pt x="1327747" y="1736877"/>
                  </a:lnTo>
                  <a:lnTo>
                    <a:pt x="1327741" y="1736870"/>
                  </a:lnTo>
                  <a:lnTo>
                    <a:pt x="1327735" y="1736858"/>
                  </a:lnTo>
                  <a:lnTo>
                    <a:pt x="1327726" y="1736847"/>
                  </a:lnTo>
                  <a:lnTo>
                    <a:pt x="1327721" y="1736844"/>
                  </a:lnTo>
                  <a:lnTo>
                    <a:pt x="1327703" y="1736839"/>
                  </a:lnTo>
                  <a:lnTo>
                    <a:pt x="1327686" y="1736833"/>
                  </a:lnTo>
                  <a:lnTo>
                    <a:pt x="1327668" y="1736827"/>
                  </a:lnTo>
                  <a:lnTo>
                    <a:pt x="1327651" y="1736822"/>
                  </a:lnTo>
                  <a:lnTo>
                    <a:pt x="1327634" y="1736817"/>
                  </a:lnTo>
                  <a:lnTo>
                    <a:pt x="1327617" y="1736815"/>
                  </a:lnTo>
                  <a:lnTo>
                    <a:pt x="1327608" y="1736813"/>
                  </a:lnTo>
                  <a:lnTo>
                    <a:pt x="1327599" y="1736810"/>
                  </a:lnTo>
                  <a:lnTo>
                    <a:pt x="1327585" y="1736802"/>
                  </a:lnTo>
                  <a:lnTo>
                    <a:pt x="1327578" y="1736796"/>
                  </a:lnTo>
                  <a:lnTo>
                    <a:pt x="1327567" y="1736784"/>
                  </a:lnTo>
                  <a:lnTo>
                    <a:pt x="1327560" y="1736763"/>
                  </a:lnTo>
                  <a:lnTo>
                    <a:pt x="1327556" y="1736745"/>
                  </a:lnTo>
                  <a:lnTo>
                    <a:pt x="1327554" y="1736736"/>
                  </a:lnTo>
                  <a:lnTo>
                    <a:pt x="1327549" y="1736726"/>
                  </a:lnTo>
                  <a:lnTo>
                    <a:pt x="1327544" y="1736720"/>
                  </a:lnTo>
                  <a:lnTo>
                    <a:pt x="1327539" y="1736717"/>
                  </a:lnTo>
                  <a:lnTo>
                    <a:pt x="1327532" y="1736713"/>
                  </a:lnTo>
                  <a:lnTo>
                    <a:pt x="1327515" y="1736710"/>
                  </a:lnTo>
                  <a:lnTo>
                    <a:pt x="1327498" y="1736708"/>
                  </a:lnTo>
                  <a:lnTo>
                    <a:pt x="1327481" y="1736704"/>
                  </a:lnTo>
                  <a:lnTo>
                    <a:pt x="1327463" y="1736700"/>
                  </a:lnTo>
                  <a:lnTo>
                    <a:pt x="1327456" y="1736697"/>
                  </a:lnTo>
                  <a:lnTo>
                    <a:pt x="1327441" y="1736690"/>
                  </a:lnTo>
                  <a:lnTo>
                    <a:pt x="1327428" y="1736684"/>
                  </a:lnTo>
                  <a:lnTo>
                    <a:pt x="1327417" y="1736682"/>
                  </a:lnTo>
                  <a:lnTo>
                    <a:pt x="1327409" y="1736686"/>
                  </a:lnTo>
                  <a:lnTo>
                    <a:pt x="1327391" y="1736696"/>
                  </a:lnTo>
                  <a:lnTo>
                    <a:pt x="1327382" y="1736700"/>
                  </a:lnTo>
                  <a:lnTo>
                    <a:pt x="1327365" y="1736706"/>
                  </a:lnTo>
                  <a:lnTo>
                    <a:pt x="1327347" y="1736714"/>
                  </a:lnTo>
                  <a:lnTo>
                    <a:pt x="1327329" y="1736722"/>
                  </a:lnTo>
                  <a:lnTo>
                    <a:pt x="1327312" y="1736738"/>
                  </a:lnTo>
                  <a:lnTo>
                    <a:pt x="1327303" y="1736756"/>
                  </a:lnTo>
                  <a:lnTo>
                    <a:pt x="1327298" y="1736775"/>
                  </a:lnTo>
                  <a:lnTo>
                    <a:pt x="1327291" y="1736793"/>
                  </a:lnTo>
                  <a:lnTo>
                    <a:pt x="1327284" y="1736811"/>
                  </a:lnTo>
                  <a:lnTo>
                    <a:pt x="1327280" y="1736830"/>
                  </a:lnTo>
                  <a:lnTo>
                    <a:pt x="1327273" y="1736848"/>
                  </a:lnTo>
                  <a:lnTo>
                    <a:pt x="1327254" y="1736885"/>
                  </a:lnTo>
                  <a:lnTo>
                    <a:pt x="1327247" y="1736895"/>
                  </a:lnTo>
                  <a:lnTo>
                    <a:pt x="1327239" y="1736902"/>
                  </a:lnTo>
                  <a:lnTo>
                    <a:pt x="1327221" y="1736914"/>
                  </a:lnTo>
                  <a:lnTo>
                    <a:pt x="1327204" y="1736925"/>
                  </a:lnTo>
                  <a:lnTo>
                    <a:pt x="1327186" y="1736935"/>
                  </a:lnTo>
                  <a:lnTo>
                    <a:pt x="1327169" y="1736940"/>
                  </a:lnTo>
                  <a:lnTo>
                    <a:pt x="1327162" y="1736942"/>
                  </a:lnTo>
                  <a:lnTo>
                    <a:pt x="1327154" y="1736950"/>
                  </a:lnTo>
                  <a:lnTo>
                    <a:pt x="1327137" y="1736969"/>
                  </a:lnTo>
                  <a:lnTo>
                    <a:pt x="1327121" y="1736985"/>
                  </a:lnTo>
                  <a:lnTo>
                    <a:pt x="1327103" y="1736995"/>
                  </a:lnTo>
                  <a:lnTo>
                    <a:pt x="1327086" y="1737005"/>
                  </a:lnTo>
                  <a:lnTo>
                    <a:pt x="1327077" y="1737015"/>
                  </a:lnTo>
                  <a:lnTo>
                    <a:pt x="1327071" y="1737020"/>
                  </a:lnTo>
                  <a:lnTo>
                    <a:pt x="1327053" y="1737034"/>
                  </a:lnTo>
                  <a:lnTo>
                    <a:pt x="1327045" y="1737039"/>
                  </a:lnTo>
                  <a:lnTo>
                    <a:pt x="1327035" y="1737042"/>
                  </a:lnTo>
                  <a:lnTo>
                    <a:pt x="1327018" y="1737044"/>
                  </a:lnTo>
                  <a:lnTo>
                    <a:pt x="1327008" y="1737042"/>
                  </a:lnTo>
                  <a:lnTo>
                    <a:pt x="1327000" y="1737043"/>
                  </a:lnTo>
                  <a:lnTo>
                    <a:pt x="1326988" y="1737046"/>
                  </a:lnTo>
                  <a:lnTo>
                    <a:pt x="1326978" y="1737050"/>
                  </a:lnTo>
                  <a:lnTo>
                    <a:pt x="1326969" y="1737056"/>
                  </a:lnTo>
                  <a:lnTo>
                    <a:pt x="1326956" y="1737066"/>
                  </a:lnTo>
                  <a:lnTo>
                    <a:pt x="1326948" y="1737069"/>
                  </a:lnTo>
                  <a:lnTo>
                    <a:pt x="1326944" y="1737062"/>
                  </a:lnTo>
                  <a:lnTo>
                    <a:pt x="1326933" y="1737045"/>
                  </a:lnTo>
                  <a:lnTo>
                    <a:pt x="1326924" y="1737038"/>
                  </a:lnTo>
                  <a:lnTo>
                    <a:pt x="1326910" y="1737028"/>
                  </a:lnTo>
                  <a:lnTo>
                    <a:pt x="1326902" y="1737024"/>
                  </a:lnTo>
                  <a:lnTo>
                    <a:pt x="1326885" y="1737021"/>
                  </a:lnTo>
                  <a:lnTo>
                    <a:pt x="1326868" y="1737017"/>
                  </a:lnTo>
                  <a:lnTo>
                    <a:pt x="1326850" y="1737016"/>
                  </a:lnTo>
                  <a:lnTo>
                    <a:pt x="1326833" y="1737014"/>
                  </a:lnTo>
                  <a:lnTo>
                    <a:pt x="1326816" y="1737008"/>
                  </a:lnTo>
                  <a:lnTo>
                    <a:pt x="1326803" y="1737003"/>
                  </a:lnTo>
                  <a:lnTo>
                    <a:pt x="1326782" y="1736990"/>
                  </a:lnTo>
                  <a:lnTo>
                    <a:pt x="1326774" y="1736985"/>
                  </a:lnTo>
                  <a:lnTo>
                    <a:pt x="1326764" y="1736981"/>
                  </a:lnTo>
                  <a:lnTo>
                    <a:pt x="1326747" y="1736971"/>
                  </a:lnTo>
                  <a:lnTo>
                    <a:pt x="1326729" y="1736965"/>
                  </a:lnTo>
                  <a:lnTo>
                    <a:pt x="1326722" y="1736962"/>
                  </a:lnTo>
                  <a:lnTo>
                    <a:pt x="1326712" y="1736956"/>
                  </a:lnTo>
                  <a:lnTo>
                    <a:pt x="1326695" y="1736942"/>
                  </a:lnTo>
                  <a:lnTo>
                    <a:pt x="1326678" y="1736929"/>
                  </a:lnTo>
                  <a:lnTo>
                    <a:pt x="1326665" y="1736920"/>
                  </a:lnTo>
                  <a:lnTo>
                    <a:pt x="1326646" y="1736913"/>
                  </a:lnTo>
                  <a:lnTo>
                    <a:pt x="1326626" y="1736911"/>
                  </a:lnTo>
                  <a:lnTo>
                    <a:pt x="1326612" y="1736896"/>
                  </a:lnTo>
                  <a:lnTo>
                    <a:pt x="1326598" y="1736879"/>
                  </a:lnTo>
                  <a:lnTo>
                    <a:pt x="1326582" y="1736861"/>
                  </a:lnTo>
                  <a:lnTo>
                    <a:pt x="1326566" y="1736846"/>
                  </a:lnTo>
                  <a:lnTo>
                    <a:pt x="1326551" y="1736835"/>
                  </a:lnTo>
                  <a:lnTo>
                    <a:pt x="1326544" y="1736831"/>
                  </a:lnTo>
                  <a:lnTo>
                    <a:pt x="1326534" y="1736828"/>
                  </a:lnTo>
                  <a:lnTo>
                    <a:pt x="1326522" y="1736830"/>
                  </a:lnTo>
                  <a:lnTo>
                    <a:pt x="1326514" y="1736833"/>
                  </a:lnTo>
                  <a:lnTo>
                    <a:pt x="1326497" y="1736839"/>
                  </a:lnTo>
                  <a:lnTo>
                    <a:pt x="1326479" y="1736847"/>
                  </a:lnTo>
                  <a:lnTo>
                    <a:pt x="1326469" y="1736853"/>
                  </a:lnTo>
                  <a:lnTo>
                    <a:pt x="1326463" y="1736861"/>
                  </a:lnTo>
                  <a:lnTo>
                    <a:pt x="1326449" y="1736877"/>
                  </a:lnTo>
                  <a:lnTo>
                    <a:pt x="1326434" y="1736896"/>
                  </a:lnTo>
                  <a:lnTo>
                    <a:pt x="1326423" y="1736908"/>
                  </a:lnTo>
                  <a:lnTo>
                    <a:pt x="1326419" y="1736914"/>
                  </a:lnTo>
                  <a:lnTo>
                    <a:pt x="1326405" y="1736932"/>
                  </a:lnTo>
                  <a:lnTo>
                    <a:pt x="1326390" y="1736951"/>
                  </a:lnTo>
                  <a:lnTo>
                    <a:pt x="1326375" y="1736967"/>
                  </a:lnTo>
                  <a:lnTo>
                    <a:pt x="1326359" y="1736981"/>
                  </a:lnTo>
                  <a:lnTo>
                    <a:pt x="1326341" y="1736990"/>
                  </a:lnTo>
                  <a:lnTo>
                    <a:pt x="1326324" y="1737000"/>
                  </a:lnTo>
                  <a:lnTo>
                    <a:pt x="1326306" y="1737007"/>
                  </a:lnTo>
                  <a:lnTo>
                    <a:pt x="1326289" y="1737011"/>
                  </a:lnTo>
                  <a:lnTo>
                    <a:pt x="1326271" y="1737014"/>
                  </a:lnTo>
                  <a:lnTo>
                    <a:pt x="1326254" y="1737017"/>
                  </a:lnTo>
                  <a:lnTo>
                    <a:pt x="1326246" y="1737020"/>
                  </a:lnTo>
                  <a:lnTo>
                    <a:pt x="1326240" y="1737027"/>
                  </a:lnTo>
                  <a:lnTo>
                    <a:pt x="1326226" y="1737047"/>
                  </a:lnTo>
                  <a:lnTo>
                    <a:pt x="1326219" y="1737058"/>
                  </a:lnTo>
                  <a:lnTo>
                    <a:pt x="1326216" y="1737066"/>
                  </a:lnTo>
                  <a:lnTo>
                    <a:pt x="1326204" y="1737084"/>
                  </a:lnTo>
                  <a:lnTo>
                    <a:pt x="1326196" y="1737091"/>
                  </a:lnTo>
                  <a:lnTo>
                    <a:pt x="1326187" y="1737094"/>
                  </a:lnTo>
                  <a:lnTo>
                    <a:pt x="1326172" y="1737094"/>
                  </a:lnTo>
                  <a:lnTo>
                    <a:pt x="1326152" y="1737092"/>
                  </a:lnTo>
                  <a:lnTo>
                    <a:pt x="1326135" y="1737090"/>
                  </a:lnTo>
                  <a:lnTo>
                    <a:pt x="1326118" y="1737086"/>
                  </a:lnTo>
                  <a:lnTo>
                    <a:pt x="1326100" y="1737086"/>
                  </a:lnTo>
                  <a:lnTo>
                    <a:pt x="1326076" y="1737087"/>
                  </a:lnTo>
                  <a:lnTo>
                    <a:pt x="1326060" y="1737089"/>
                  </a:lnTo>
                  <a:lnTo>
                    <a:pt x="1326030" y="1737093"/>
                  </a:lnTo>
                  <a:lnTo>
                    <a:pt x="1326003" y="1737099"/>
                  </a:lnTo>
                  <a:lnTo>
                    <a:pt x="1325972" y="1737107"/>
                  </a:lnTo>
                  <a:lnTo>
                    <a:pt x="1325945" y="1737124"/>
                  </a:lnTo>
                  <a:lnTo>
                    <a:pt x="1325926" y="1737141"/>
                  </a:lnTo>
                  <a:lnTo>
                    <a:pt x="1325911" y="1737157"/>
                  </a:lnTo>
                  <a:lnTo>
                    <a:pt x="1325904" y="1737157"/>
                  </a:lnTo>
                  <a:lnTo>
                    <a:pt x="1325898" y="1737149"/>
                  </a:lnTo>
                  <a:lnTo>
                    <a:pt x="1325892" y="1737141"/>
                  </a:lnTo>
                  <a:lnTo>
                    <a:pt x="1325874" y="1737112"/>
                  </a:lnTo>
                  <a:lnTo>
                    <a:pt x="1325857" y="1737078"/>
                  </a:lnTo>
                  <a:lnTo>
                    <a:pt x="1325848" y="1737070"/>
                  </a:lnTo>
                  <a:lnTo>
                    <a:pt x="1325823" y="1737072"/>
                  </a:lnTo>
                  <a:lnTo>
                    <a:pt x="1325774" y="1737072"/>
                  </a:lnTo>
                  <a:lnTo>
                    <a:pt x="1325765" y="1737072"/>
                  </a:lnTo>
                  <a:lnTo>
                    <a:pt x="1325757" y="1737062"/>
                  </a:lnTo>
                  <a:lnTo>
                    <a:pt x="1325730" y="1737028"/>
                  </a:lnTo>
                  <a:lnTo>
                    <a:pt x="1325705" y="1737014"/>
                  </a:lnTo>
                  <a:lnTo>
                    <a:pt x="1325670" y="1737011"/>
                  </a:lnTo>
                  <a:lnTo>
                    <a:pt x="1325635" y="1737011"/>
                  </a:lnTo>
                  <a:lnTo>
                    <a:pt x="1325609" y="1737012"/>
                  </a:lnTo>
                  <a:lnTo>
                    <a:pt x="1325563" y="1737026"/>
                  </a:lnTo>
                  <a:lnTo>
                    <a:pt x="1325528" y="1737026"/>
                  </a:lnTo>
                  <a:lnTo>
                    <a:pt x="1325508" y="1737023"/>
                  </a:lnTo>
                  <a:lnTo>
                    <a:pt x="1325482" y="1737024"/>
                  </a:lnTo>
                  <a:lnTo>
                    <a:pt x="1325454" y="1737033"/>
                  </a:lnTo>
                  <a:lnTo>
                    <a:pt x="1325433" y="1737048"/>
                  </a:lnTo>
                  <a:lnTo>
                    <a:pt x="1325409" y="1737072"/>
                  </a:lnTo>
                  <a:lnTo>
                    <a:pt x="1325385" y="1737098"/>
                  </a:lnTo>
                  <a:lnTo>
                    <a:pt x="1325360" y="1737109"/>
                  </a:lnTo>
                  <a:lnTo>
                    <a:pt x="1325314" y="1737108"/>
                  </a:lnTo>
                  <a:lnTo>
                    <a:pt x="1325285" y="1737107"/>
                  </a:lnTo>
                  <a:lnTo>
                    <a:pt x="1325267" y="1737117"/>
                  </a:lnTo>
                  <a:lnTo>
                    <a:pt x="1325247" y="1737130"/>
                  </a:lnTo>
                  <a:lnTo>
                    <a:pt x="1325228" y="1737126"/>
                  </a:lnTo>
                  <a:lnTo>
                    <a:pt x="1325203" y="1737111"/>
                  </a:lnTo>
                  <a:lnTo>
                    <a:pt x="1325179" y="1737102"/>
                  </a:lnTo>
                  <a:lnTo>
                    <a:pt x="1325157" y="1737097"/>
                  </a:lnTo>
                  <a:lnTo>
                    <a:pt x="1325137" y="1737099"/>
                  </a:lnTo>
                  <a:lnTo>
                    <a:pt x="1325102" y="1737119"/>
                  </a:lnTo>
                  <a:lnTo>
                    <a:pt x="1325084" y="1737130"/>
                  </a:lnTo>
                  <a:lnTo>
                    <a:pt x="1325069" y="1737128"/>
                  </a:lnTo>
                  <a:lnTo>
                    <a:pt x="1325041" y="1737124"/>
                  </a:lnTo>
                  <a:lnTo>
                    <a:pt x="1325017" y="1737116"/>
                  </a:lnTo>
                  <a:lnTo>
                    <a:pt x="1325000" y="1737112"/>
                  </a:lnTo>
                  <a:lnTo>
                    <a:pt x="1324990" y="1737116"/>
                  </a:lnTo>
                  <a:lnTo>
                    <a:pt x="1324983" y="1737126"/>
                  </a:lnTo>
                  <a:lnTo>
                    <a:pt x="1324973" y="1737139"/>
                  </a:lnTo>
                  <a:lnTo>
                    <a:pt x="1324960" y="1737166"/>
                  </a:lnTo>
                  <a:lnTo>
                    <a:pt x="1324950" y="1737187"/>
                  </a:lnTo>
                  <a:lnTo>
                    <a:pt x="1324940" y="1737207"/>
                  </a:lnTo>
                  <a:lnTo>
                    <a:pt x="1324939" y="1737218"/>
                  </a:lnTo>
                  <a:lnTo>
                    <a:pt x="1324949" y="1737227"/>
                  </a:lnTo>
                  <a:lnTo>
                    <a:pt x="1324974" y="1737236"/>
                  </a:lnTo>
                  <a:lnTo>
                    <a:pt x="1324983" y="1737240"/>
                  </a:lnTo>
                  <a:lnTo>
                    <a:pt x="1324984" y="1737258"/>
                  </a:lnTo>
                  <a:lnTo>
                    <a:pt x="1324981" y="1737279"/>
                  </a:lnTo>
                  <a:lnTo>
                    <a:pt x="1324955" y="1737311"/>
                  </a:lnTo>
                  <a:lnTo>
                    <a:pt x="1324933" y="1737329"/>
                  </a:lnTo>
                  <a:lnTo>
                    <a:pt x="1324901" y="1737346"/>
                  </a:lnTo>
                  <a:lnTo>
                    <a:pt x="1324858" y="1737382"/>
                  </a:lnTo>
                  <a:lnTo>
                    <a:pt x="1324838" y="1737399"/>
                  </a:lnTo>
                  <a:lnTo>
                    <a:pt x="1324823" y="1737409"/>
                  </a:lnTo>
                  <a:lnTo>
                    <a:pt x="1324794" y="1737413"/>
                  </a:lnTo>
                  <a:lnTo>
                    <a:pt x="1324779" y="1737417"/>
                  </a:lnTo>
                  <a:lnTo>
                    <a:pt x="1324754" y="1737426"/>
                  </a:lnTo>
                  <a:lnTo>
                    <a:pt x="1324723" y="1737428"/>
                  </a:lnTo>
                  <a:lnTo>
                    <a:pt x="1324690" y="1737421"/>
                  </a:lnTo>
                  <a:lnTo>
                    <a:pt x="1324669" y="1737420"/>
                  </a:lnTo>
                  <a:lnTo>
                    <a:pt x="1324655" y="1737421"/>
                  </a:lnTo>
                  <a:lnTo>
                    <a:pt x="1324605" y="1737463"/>
                  </a:lnTo>
                  <a:lnTo>
                    <a:pt x="1324585" y="1737476"/>
                  </a:lnTo>
                  <a:lnTo>
                    <a:pt x="1324567" y="1737495"/>
                  </a:lnTo>
                  <a:lnTo>
                    <a:pt x="1324557" y="1737510"/>
                  </a:lnTo>
                  <a:lnTo>
                    <a:pt x="1324548" y="1737525"/>
                  </a:lnTo>
                  <a:lnTo>
                    <a:pt x="1324539" y="1737547"/>
                  </a:lnTo>
                  <a:lnTo>
                    <a:pt x="1324535" y="1737564"/>
                  </a:lnTo>
                  <a:lnTo>
                    <a:pt x="1324530" y="1737598"/>
                  </a:lnTo>
                  <a:lnTo>
                    <a:pt x="1324530" y="1737612"/>
                  </a:lnTo>
                  <a:lnTo>
                    <a:pt x="1324521" y="1737623"/>
                  </a:lnTo>
                  <a:lnTo>
                    <a:pt x="1324517" y="1737625"/>
                  </a:lnTo>
                  <a:lnTo>
                    <a:pt x="1324500" y="1737615"/>
                  </a:lnTo>
                  <a:lnTo>
                    <a:pt x="1324482" y="1737594"/>
                  </a:lnTo>
                  <a:lnTo>
                    <a:pt x="1324464" y="1737578"/>
                  </a:lnTo>
                  <a:lnTo>
                    <a:pt x="1324440" y="1737578"/>
                  </a:lnTo>
                  <a:lnTo>
                    <a:pt x="1324383" y="1737576"/>
                  </a:lnTo>
                  <a:lnTo>
                    <a:pt x="1324353" y="1737582"/>
                  </a:lnTo>
                  <a:lnTo>
                    <a:pt x="1324326" y="1737584"/>
                  </a:lnTo>
                  <a:lnTo>
                    <a:pt x="1324305" y="1737589"/>
                  </a:lnTo>
                  <a:lnTo>
                    <a:pt x="1324273" y="1737603"/>
                  </a:lnTo>
                  <a:lnTo>
                    <a:pt x="1324246" y="1737610"/>
                  </a:lnTo>
                  <a:lnTo>
                    <a:pt x="1324219" y="1737612"/>
                  </a:lnTo>
                  <a:lnTo>
                    <a:pt x="1324211" y="1737616"/>
                  </a:lnTo>
                  <a:lnTo>
                    <a:pt x="1324199" y="1737626"/>
                  </a:lnTo>
                  <a:lnTo>
                    <a:pt x="1324186" y="1737641"/>
                  </a:lnTo>
                  <a:lnTo>
                    <a:pt x="1324169" y="1737654"/>
                  </a:lnTo>
                  <a:lnTo>
                    <a:pt x="1324155" y="1737662"/>
                  </a:lnTo>
                  <a:lnTo>
                    <a:pt x="1324136" y="1737667"/>
                  </a:lnTo>
                  <a:lnTo>
                    <a:pt x="1324128" y="1737680"/>
                  </a:lnTo>
                  <a:lnTo>
                    <a:pt x="1324125" y="1737704"/>
                  </a:lnTo>
                  <a:lnTo>
                    <a:pt x="1324127" y="1737734"/>
                  </a:lnTo>
                  <a:lnTo>
                    <a:pt x="1324125" y="1737766"/>
                  </a:lnTo>
                  <a:lnTo>
                    <a:pt x="1324119" y="1737795"/>
                  </a:lnTo>
                  <a:lnTo>
                    <a:pt x="1324113" y="1737809"/>
                  </a:lnTo>
                  <a:lnTo>
                    <a:pt x="1324102" y="1737825"/>
                  </a:lnTo>
                  <a:lnTo>
                    <a:pt x="1324089" y="1737837"/>
                  </a:lnTo>
                  <a:lnTo>
                    <a:pt x="1324071" y="1737850"/>
                  </a:lnTo>
                  <a:lnTo>
                    <a:pt x="1324042" y="1737858"/>
                  </a:lnTo>
                  <a:lnTo>
                    <a:pt x="1324008" y="1737857"/>
                  </a:lnTo>
                  <a:lnTo>
                    <a:pt x="1323973" y="1737865"/>
                  </a:lnTo>
                  <a:lnTo>
                    <a:pt x="1323945" y="1737875"/>
                  </a:lnTo>
                  <a:lnTo>
                    <a:pt x="1323934" y="1737887"/>
                  </a:lnTo>
                  <a:lnTo>
                    <a:pt x="1323912" y="1737925"/>
                  </a:lnTo>
                  <a:lnTo>
                    <a:pt x="1323901" y="1737949"/>
                  </a:lnTo>
                  <a:lnTo>
                    <a:pt x="1323891" y="1737976"/>
                  </a:lnTo>
                  <a:lnTo>
                    <a:pt x="1323879" y="1738019"/>
                  </a:lnTo>
                  <a:lnTo>
                    <a:pt x="1323871" y="1738048"/>
                  </a:lnTo>
                  <a:lnTo>
                    <a:pt x="1323865" y="1738074"/>
                  </a:lnTo>
                  <a:lnTo>
                    <a:pt x="1323857" y="1738095"/>
                  </a:lnTo>
                  <a:lnTo>
                    <a:pt x="1323848" y="1738118"/>
                  </a:lnTo>
                  <a:lnTo>
                    <a:pt x="1323842" y="1738134"/>
                  </a:lnTo>
                  <a:lnTo>
                    <a:pt x="1323835" y="1738156"/>
                  </a:lnTo>
                  <a:lnTo>
                    <a:pt x="1323831" y="1738179"/>
                  </a:lnTo>
                  <a:lnTo>
                    <a:pt x="1323835" y="1738195"/>
                  </a:lnTo>
                  <a:lnTo>
                    <a:pt x="1323834" y="1738202"/>
                  </a:lnTo>
                  <a:lnTo>
                    <a:pt x="1323817" y="1738208"/>
                  </a:lnTo>
                  <a:lnTo>
                    <a:pt x="1323797" y="1738215"/>
                  </a:lnTo>
                  <a:lnTo>
                    <a:pt x="1323768" y="1738235"/>
                  </a:lnTo>
                  <a:lnTo>
                    <a:pt x="1323743" y="1738261"/>
                  </a:lnTo>
                  <a:lnTo>
                    <a:pt x="1323720" y="1738269"/>
                  </a:lnTo>
                  <a:lnTo>
                    <a:pt x="1323685" y="1738265"/>
                  </a:lnTo>
                  <a:lnTo>
                    <a:pt x="1323661" y="1738265"/>
                  </a:lnTo>
                  <a:lnTo>
                    <a:pt x="1323640" y="1738270"/>
                  </a:lnTo>
                  <a:lnTo>
                    <a:pt x="1323624" y="1738276"/>
                  </a:lnTo>
                  <a:lnTo>
                    <a:pt x="1323612" y="1738269"/>
                  </a:lnTo>
                  <a:lnTo>
                    <a:pt x="1323601" y="1738253"/>
                  </a:lnTo>
                  <a:lnTo>
                    <a:pt x="1323575" y="1738210"/>
                  </a:lnTo>
                  <a:lnTo>
                    <a:pt x="1323557" y="1738182"/>
                  </a:lnTo>
                  <a:lnTo>
                    <a:pt x="1323527" y="1738160"/>
                  </a:lnTo>
                  <a:lnTo>
                    <a:pt x="1323510" y="1738139"/>
                  </a:lnTo>
                  <a:lnTo>
                    <a:pt x="1323489" y="1738100"/>
                  </a:lnTo>
                  <a:lnTo>
                    <a:pt x="1323470" y="1738078"/>
                  </a:lnTo>
                  <a:lnTo>
                    <a:pt x="1323448" y="1738075"/>
                  </a:lnTo>
                  <a:lnTo>
                    <a:pt x="1323428" y="1738074"/>
                  </a:lnTo>
                  <a:lnTo>
                    <a:pt x="1323412" y="1738060"/>
                  </a:lnTo>
                  <a:lnTo>
                    <a:pt x="1323394" y="1738054"/>
                  </a:lnTo>
                  <a:lnTo>
                    <a:pt x="1323374" y="1738046"/>
                  </a:lnTo>
                  <a:lnTo>
                    <a:pt x="1323355" y="1738034"/>
                  </a:lnTo>
                  <a:lnTo>
                    <a:pt x="1323332" y="1738034"/>
                  </a:lnTo>
                  <a:lnTo>
                    <a:pt x="1323321" y="1738036"/>
                  </a:lnTo>
                  <a:lnTo>
                    <a:pt x="1323289" y="1738035"/>
                  </a:lnTo>
                  <a:lnTo>
                    <a:pt x="1323259" y="1738030"/>
                  </a:lnTo>
                  <a:lnTo>
                    <a:pt x="1323244" y="1738034"/>
                  </a:lnTo>
                  <a:lnTo>
                    <a:pt x="1323201" y="1738055"/>
                  </a:lnTo>
                  <a:lnTo>
                    <a:pt x="1323170" y="1738065"/>
                  </a:lnTo>
                  <a:lnTo>
                    <a:pt x="1323129" y="1738062"/>
                  </a:lnTo>
                  <a:lnTo>
                    <a:pt x="1323077" y="1738067"/>
                  </a:lnTo>
                  <a:lnTo>
                    <a:pt x="1323009" y="1738062"/>
                  </a:lnTo>
                  <a:lnTo>
                    <a:pt x="1322985" y="1738058"/>
                  </a:lnTo>
                  <a:lnTo>
                    <a:pt x="1322946" y="1738064"/>
                  </a:lnTo>
                  <a:lnTo>
                    <a:pt x="1322905" y="1738070"/>
                  </a:lnTo>
                  <a:lnTo>
                    <a:pt x="1322849" y="1738067"/>
                  </a:lnTo>
                  <a:lnTo>
                    <a:pt x="1322817" y="1738060"/>
                  </a:lnTo>
                  <a:lnTo>
                    <a:pt x="1322785" y="1738048"/>
                  </a:lnTo>
                  <a:lnTo>
                    <a:pt x="1322768" y="1738020"/>
                  </a:lnTo>
                  <a:lnTo>
                    <a:pt x="1322750" y="1737989"/>
                  </a:lnTo>
                  <a:lnTo>
                    <a:pt x="1322731" y="1737964"/>
                  </a:lnTo>
                  <a:lnTo>
                    <a:pt x="1322712" y="1737958"/>
                  </a:lnTo>
                  <a:lnTo>
                    <a:pt x="1322675" y="1737957"/>
                  </a:lnTo>
                  <a:lnTo>
                    <a:pt x="1322643" y="1737959"/>
                  </a:lnTo>
                  <a:lnTo>
                    <a:pt x="1322602" y="1737972"/>
                  </a:lnTo>
                  <a:lnTo>
                    <a:pt x="1322565" y="1737987"/>
                  </a:lnTo>
                  <a:lnTo>
                    <a:pt x="1322530" y="1738007"/>
                  </a:lnTo>
                  <a:lnTo>
                    <a:pt x="1322517" y="1738016"/>
                  </a:lnTo>
                  <a:lnTo>
                    <a:pt x="1322507" y="1738014"/>
                  </a:lnTo>
                  <a:lnTo>
                    <a:pt x="1322478" y="1738000"/>
                  </a:lnTo>
                  <a:lnTo>
                    <a:pt x="1322456" y="1737988"/>
                  </a:lnTo>
                  <a:lnTo>
                    <a:pt x="1322434" y="1737984"/>
                  </a:lnTo>
                  <a:lnTo>
                    <a:pt x="1322390" y="1737976"/>
                  </a:lnTo>
                  <a:lnTo>
                    <a:pt x="1322359" y="1737979"/>
                  </a:lnTo>
                  <a:lnTo>
                    <a:pt x="1322319" y="1737993"/>
                  </a:lnTo>
                  <a:lnTo>
                    <a:pt x="1322286" y="1738001"/>
                  </a:lnTo>
                  <a:lnTo>
                    <a:pt x="1322260" y="1738009"/>
                  </a:lnTo>
                  <a:lnTo>
                    <a:pt x="1322237" y="1738005"/>
                  </a:lnTo>
                  <a:lnTo>
                    <a:pt x="1322215" y="1738006"/>
                  </a:lnTo>
                  <a:lnTo>
                    <a:pt x="1322173" y="1738024"/>
                  </a:lnTo>
                  <a:lnTo>
                    <a:pt x="1322145" y="1738031"/>
                  </a:lnTo>
                  <a:lnTo>
                    <a:pt x="1322089" y="1738040"/>
                  </a:lnTo>
                  <a:lnTo>
                    <a:pt x="1322021" y="1738059"/>
                  </a:lnTo>
                  <a:lnTo>
                    <a:pt x="1321996" y="1738067"/>
                  </a:lnTo>
                  <a:lnTo>
                    <a:pt x="1321966" y="1738075"/>
                  </a:lnTo>
                  <a:lnTo>
                    <a:pt x="1321949" y="1738084"/>
                  </a:lnTo>
                  <a:lnTo>
                    <a:pt x="1321931" y="1738087"/>
                  </a:lnTo>
                  <a:lnTo>
                    <a:pt x="1321905" y="1738091"/>
                  </a:lnTo>
                  <a:lnTo>
                    <a:pt x="1321851" y="1738110"/>
                  </a:lnTo>
                  <a:lnTo>
                    <a:pt x="1321829" y="1738122"/>
                  </a:lnTo>
                  <a:lnTo>
                    <a:pt x="1321803" y="1738137"/>
                  </a:lnTo>
                  <a:lnTo>
                    <a:pt x="1321788" y="1738151"/>
                  </a:lnTo>
                  <a:lnTo>
                    <a:pt x="1321775" y="1738168"/>
                  </a:lnTo>
                  <a:lnTo>
                    <a:pt x="1321768" y="1738183"/>
                  </a:lnTo>
                  <a:lnTo>
                    <a:pt x="1321760" y="1738195"/>
                  </a:lnTo>
                  <a:lnTo>
                    <a:pt x="1321754" y="1738213"/>
                  </a:lnTo>
                  <a:lnTo>
                    <a:pt x="1321744" y="1738225"/>
                  </a:lnTo>
                  <a:lnTo>
                    <a:pt x="1321721" y="1738226"/>
                  </a:lnTo>
                  <a:lnTo>
                    <a:pt x="1321685" y="1738216"/>
                  </a:lnTo>
                  <a:lnTo>
                    <a:pt x="1321661" y="1738193"/>
                  </a:lnTo>
                  <a:lnTo>
                    <a:pt x="1321644" y="1738182"/>
                  </a:lnTo>
                  <a:lnTo>
                    <a:pt x="1321634" y="1738175"/>
                  </a:lnTo>
                  <a:lnTo>
                    <a:pt x="1321628" y="1738172"/>
                  </a:lnTo>
                  <a:lnTo>
                    <a:pt x="1321622" y="1738173"/>
                  </a:lnTo>
                  <a:lnTo>
                    <a:pt x="1321617" y="1738175"/>
                  </a:lnTo>
                  <a:lnTo>
                    <a:pt x="1321599" y="1738196"/>
                  </a:lnTo>
                  <a:lnTo>
                    <a:pt x="1321581" y="1738220"/>
                  </a:lnTo>
                  <a:lnTo>
                    <a:pt x="1321553" y="1738246"/>
                  </a:lnTo>
                  <a:lnTo>
                    <a:pt x="1321526" y="1738263"/>
                  </a:lnTo>
                  <a:lnTo>
                    <a:pt x="1321495" y="1738277"/>
                  </a:lnTo>
                  <a:lnTo>
                    <a:pt x="1321473" y="1738289"/>
                  </a:lnTo>
                  <a:lnTo>
                    <a:pt x="1321462" y="1738285"/>
                  </a:lnTo>
                  <a:lnTo>
                    <a:pt x="1321445" y="1738261"/>
                  </a:lnTo>
                  <a:lnTo>
                    <a:pt x="1321430" y="1738225"/>
                  </a:lnTo>
                  <a:lnTo>
                    <a:pt x="1321403" y="1738205"/>
                  </a:lnTo>
                  <a:lnTo>
                    <a:pt x="1321375" y="1738182"/>
                  </a:lnTo>
                  <a:lnTo>
                    <a:pt x="1321352" y="1738162"/>
                  </a:lnTo>
                  <a:lnTo>
                    <a:pt x="1321326" y="1738154"/>
                  </a:lnTo>
                  <a:lnTo>
                    <a:pt x="1321297" y="1738142"/>
                  </a:lnTo>
                  <a:lnTo>
                    <a:pt x="1321275" y="1738134"/>
                  </a:lnTo>
                  <a:lnTo>
                    <a:pt x="1321248" y="1738118"/>
                  </a:lnTo>
                  <a:lnTo>
                    <a:pt x="1321222" y="1738099"/>
                  </a:lnTo>
                  <a:lnTo>
                    <a:pt x="1321203" y="1738072"/>
                  </a:lnTo>
                  <a:lnTo>
                    <a:pt x="1321186" y="1738055"/>
                  </a:lnTo>
                  <a:lnTo>
                    <a:pt x="1321171" y="1738047"/>
                  </a:lnTo>
                  <a:lnTo>
                    <a:pt x="1321158" y="1738047"/>
                  </a:lnTo>
                  <a:lnTo>
                    <a:pt x="1321128" y="1738048"/>
                  </a:lnTo>
                  <a:lnTo>
                    <a:pt x="1321097" y="1738036"/>
                  </a:lnTo>
                  <a:lnTo>
                    <a:pt x="1321081" y="1738029"/>
                  </a:lnTo>
                  <a:lnTo>
                    <a:pt x="1321069" y="1738027"/>
                  </a:lnTo>
                  <a:lnTo>
                    <a:pt x="1321054" y="1738029"/>
                  </a:lnTo>
                  <a:lnTo>
                    <a:pt x="1321026" y="1738047"/>
                  </a:lnTo>
                  <a:lnTo>
                    <a:pt x="1321003" y="1738047"/>
                  </a:lnTo>
                  <a:lnTo>
                    <a:pt x="1320980" y="1738048"/>
                  </a:lnTo>
                  <a:lnTo>
                    <a:pt x="1320959" y="1738053"/>
                  </a:lnTo>
                  <a:lnTo>
                    <a:pt x="1320938" y="1738067"/>
                  </a:lnTo>
                  <a:lnTo>
                    <a:pt x="1320916" y="1738074"/>
                  </a:lnTo>
                  <a:lnTo>
                    <a:pt x="1320887" y="1738077"/>
                  </a:lnTo>
                  <a:lnTo>
                    <a:pt x="1320866" y="1738076"/>
                  </a:lnTo>
                  <a:lnTo>
                    <a:pt x="1320848" y="1738080"/>
                  </a:lnTo>
                  <a:lnTo>
                    <a:pt x="1320833" y="1738090"/>
                  </a:lnTo>
                  <a:lnTo>
                    <a:pt x="1320819" y="1738101"/>
                  </a:lnTo>
                  <a:lnTo>
                    <a:pt x="1320802" y="1738114"/>
                  </a:lnTo>
                  <a:lnTo>
                    <a:pt x="1320791" y="1738129"/>
                  </a:lnTo>
                  <a:lnTo>
                    <a:pt x="1320781" y="1738143"/>
                  </a:lnTo>
                  <a:lnTo>
                    <a:pt x="1320776" y="1738157"/>
                  </a:lnTo>
                  <a:lnTo>
                    <a:pt x="1320761" y="1738169"/>
                  </a:lnTo>
                  <a:lnTo>
                    <a:pt x="1320743" y="1738177"/>
                  </a:lnTo>
                  <a:lnTo>
                    <a:pt x="1320731" y="1738178"/>
                  </a:lnTo>
                  <a:lnTo>
                    <a:pt x="1320719" y="1738173"/>
                  </a:lnTo>
                  <a:lnTo>
                    <a:pt x="1320703" y="1738160"/>
                  </a:lnTo>
                  <a:lnTo>
                    <a:pt x="1320691" y="1738155"/>
                  </a:lnTo>
                  <a:lnTo>
                    <a:pt x="1320683" y="1738154"/>
                  </a:lnTo>
                  <a:lnTo>
                    <a:pt x="1320663" y="1738162"/>
                  </a:lnTo>
                  <a:lnTo>
                    <a:pt x="1320645" y="1738162"/>
                  </a:lnTo>
                  <a:lnTo>
                    <a:pt x="1320633" y="1738152"/>
                  </a:lnTo>
                  <a:lnTo>
                    <a:pt x="1320615" y="1738133"/>
                  </a:lnTo>
                  <a:lnTo>
                    <a:pt x="1320600" y="1738127"/>
                  </a:lnTo>
                  <a:lnTo>
                    <a:pt x="1320573" y="1738131"/>
                  </a:lnTo>
                  <a:lnTo>
                    <a:pt x="1320543" y="1738133"/>
                  </a:lnTo>
                  <a:lnTo>
                    <a:pt x="1320523" y="1738128"/>
                  </a:lnTo>
                  <a:lnTo>
                    <a:pt x="1320509" y="1738120"/>
                  </a:lnTo>
                  <a:lnTo>
                    <a:pt x="1320498" y="1738114"/>
                  </a:lnTo>
                  <a:lnTo>
                    <a:pt x="1320493" y="1738114"/>
                  </a:lnTo>
                  <a:lnTo>
                    <a:pt x="1320472" y="1738121"/>
                  </a:lnTo>
                  <a:lnTo>
                    <a:pt x="1320419" y="1738160"/>
                  </a:lnTo>
                  <a:lnTo>
                    <a:pt x="1320391" y="1738178"/>
                  </a:lnTo>
                  <a:lnTo>
                    <a:pt x="1320372" y="1738198"/>
                  </a:lnTo>
                  <a:lnTo>
                    <a:pt x="1320355" y="1738213"/>
                  </a:lnTo>
                  <a:lnTo>
                    <a:pt x="1320343" y="1738228"/>
                  </a:lnTo>
                  <a:lnTo>
                    <a:pt x="1320338" y="1738239"/>
                  </a:lnTo>
                  <a:lnTo>
                    <a:pt x="1320329" y="1738257"/>
                  </a:lnTo>
                  <a:lnTo>
                    <a:pt x="1320324" y="1738274"/>
                  </a:lnTo>
                  <a:lnTo>
                    <a:pt x="1320323" y="1738304"/>
                  </a:lnTo>
                  <a:lnTo>
                    <a:pt x="1320326" y="1738328"/>
                  </a:lnTo>
                  <a:lnTo>
                    <a:pt x="1320325" y="1738342"/>
                  </a:lnTo>
                  <a:lnTo>
                    <a:pt x="1320317" y="1738353"/>
                  </a:lnTo>
                  <a:lnTo>
                    <a:pt x="1320303" y="1738369"/>
                  </a:lnTo>
                  <a:lnTo>
                    <a:pt x="1320290" y="1738386"/>
                  </a:lnTo>
                  <a:lnTo>
                    <a:pt x="1320282" y="1738405"/>
                  </a:lnTo>
                  <a:lnTo>
                    <a:pt x="1320282" y="1738424"/>
                  </a:lnTo>
                  <a:lnTo>
                    <a:pt x="1320276" y="1738443"/>
                  </a:lnTo>
                  <a:lnTo>
                    <a:pt x="1320272" y="1738454"/>
                  </a:lnTo>
                  <a:lnTo>
                    <a:pt x="1320259" y="1738464"/>
                  </a:lnTo>
                  <a:lnTo>
                    <a:pt x="1320233" y="1738471"/>
                  </a:lnTo>
                  <a:lnTo>
                    <a:pt x="1320204" y="1738474"/>
                  </a:lnTo>
                  <a:lnTo>
                    <a:pt x="1320189" y="1738479"/>
                  </a:lnTo>
                  <a:lnTo>
                    <a:pt x="1320175" y="1738495"/>
                  </a:lnTo>
                  <a:lnTo>
                    <a:pt x="1320165" y="1738507"/>
                  </a:lnTo>
                  <a:lnTo>
                    <a:pt x="1320154" y="1738514"/>
                  </a:lnTo>
                  <a:lnTo>
                    <a:pt x="1320127" y="1738518"/>
                  </a:lnTo>
                  <a:lnTo>
                    <a:pt x="1320100" y="1738522"/>
                  </a:lnTo>
                  <a:lnTo>
                    <a:pt x="1320086" y="1738528"/>
                  </a:lnTo>
                  <a:lnTo>
                    <a:pt x="1320071" y="1738546"/>
                  </a:lnTo>
                  <a:lnTo>
                    <a:pt x="1320059" y="1738563"/>
                  </a:lnTo>
                  <a:lnTo>
                    <a:pt x="1320050" y="1738578"/>
                  </a:lnTo>
                  <a:lnTo>
                    <a:pt x="1320038" y="1738592"/>
                  </a:lnTo>
                  <a:lnTo>
                    <a:pt x="1320027" y="1738597"/>
                  </a:lnTo>
                  <a:lnTo>
                    <a:pt x="1320014" y="1738601"/>
                  </a:lnTo>
                  <a:lnTo>
                    <a:pt x="1319988" y="1738609"/>
                  </a:lnTo>
                  <a:lnTo>
                    <a:pt x="1319965" y="1738623"/>
                  </a:lnTo>
                  <a:lnTo>
                    <a:pt x="1319942" y="1738639"/>
                  </a:lnTo>
                  <a:lnTo>
                    <a:pt x="1319920" y="1738647"/>
                  </a:lnTo>
                  <a:lnTo>
                    <a:pt x="1319891" y="1738648"/>
                  </a:lnTo>
                  <a:lnTo>
                    <a:pt x="1319860" y="1738645"/>
                  </a:lnTo>
                  <a:lnTo>
                    <a:pt x="1319832" y="1738640"/>
                  </a:lnTo>
                  <a:lnTo>
                    <a:pt x="1319796" y="1738639"/>
                  </a:lnTo>
                  <a:lnTo>
                    <a:pt x="1319780" y="1738643"/>
                  </a:lnTo>
                  <a:lnTo>
                    <a:pt x="1319761" y="1738649"/>
                  </a:lnTo>
                  <a:lnTo>
                    <a:pt x="1319744" y="1738662"/>
                  </a:lnTo>
                  <a:lnTo>
                    <a:pt x="1319725" y="1738678"/>
                  </a:lnTo>
                  <a:lnTo>
                    <a:pt x="1319697" y="1738671"/>
                  </a:lnTo>
                  <a:lnTo>
                    <a:pt x="1319658" y="1738654"/>
                  </a:lnTo>
                  <a:lnTo>
                    <a:pt x="1319634" y="1738634"/>
                  </a:lnTo>
                  <a:lnTo>
                    <a:pt x="1319614" y="1738625"/>
                  </a:lnTo>
                  <a:lnTo>
                    <a:pt x="1319595" y="1738622"/>
                  </a:lnTo>
                  <a:lnTo>
                    <a:pt x="1319584" y="1738624"/>
                  </a:lnTo>
                  <a:lnTo>
                    <a:pt x="1319567" y="1738628"/>
                  </a:lnTo>
                  <a:lnTo>
                    <a:pt x="1319550" y="1738634"/>
                  </a:lnTo>
                  <a:lnTo>
                    <a:pt x="1319532" y="1738646"/>
                  </a:lnTo>
                  <a:lnTo>
                    <a:pt x="1319526" y="1738637"/>
                  </a:lnTo>
                  <a:lnTo>
                    <a:pt x="1319524" y="1738620"/>
                  </a:lnTo>
                  <a:lnTo>
                    <a:pt x="1319525" y="1738603"/>
                  </a:lnTo>
                  <a:lnTo>
                    <a:pt x="1319519" y="1738597"/>
                  </a:lnTo>
                  <a:lnTo>
                    <a:pt x="1319499" y="1738602"/>
                  </a:lnTo>
                  <a:lnTo>
                    <a:pt x="1319461" y="1738615"/>
                  </a:lnTo>
                  <a:lnTo>
                    <a:pt x="1319429" y="1738624"/>
                  </a:lnTo>
                  <a:lnTo>
                    <a:pt x="1319399" y="1738637"/>
                  </a:lnTo>
                  <a:lnTo>
                    <a:pt x="1319386" y="1738648"/>
                  </a:lnTo>
                  <a:lnTo>
                    <a:pt x="1319375" y="1738659"/>
                  </a:lnTo>
                  <a:lnTo>
                    <a:pt x="1319372" y="1738683"/>
                  </a:lnTo>
                  <a:lnTo>
                    <a:pt x="1319375" y="1738703"/>
                  </a:lnTo>
                  <a:lnTo>
                    <a:pt x="1319376" y="1738719"/>
                  </a:lnTo>
                  <a:lnTo>
                    <a:pt x="1319374" y="1738747"/>
                  </a:lnTo>
                  <a:lnTo>
                    <a:pt x="1319376" y="1738776"/>
                  </a:lnTo>
                  <a:lnTo>
                    <a:pt x="1319384" y="1738812"/>
                  </a:lnTo>
                  <a:lnTo>
                    <a:pt x="1319396" y="1738840"/>
                  </a:lnTo>
                  <a:lnTo>
                    <a:pt x="1319402" y="1738852"/>
                  </a:lnTo>
                  <a:lnTo>
                    <a:pt x="1319397" y="1738866"/>
                  </a:lnTo>
                  <a:lnTo>
                    <a:pt x="1319369" y="1738896"/>
                  </a:lnTo>
                  <a:lnTo>
                    <a:pt x="1319345" y="1738923"/>
                  </a:lnTo>
                  <a:lnTo>
                    <a:pt x="1319327" y="1738941"/>
                  </a:lnTo>
                  <a:lnTo>
                    <a:pt x="1319313" y="1738959"/>
                  </a:lnTo>
                  <a:lnTo>
                    <a:pt x="1319309" y="1738983"/>
                  </a:lnTo>
                  <a:lnTo>
                    <a:pt x="1319308" y="1738994"/>
                  </a:lnTo>
                  <a:lnTo>
                    <a:pt x="1319312" y="1739019"/>
                  </a:lnTo>
                  <a:lnTo>
                    <a:pt x="1319315" y="1739039"/>
                  </a:lnTo>
                  <a:lnTo>
                    <a:pt x="1319316" y="1739058"/>
                  </a:lnTo>
                  <a:lnTo>
                    <a:pt x="1319316" y="1739071"/>
                  </a:lnTo>
                  <a:lnTo>
                    <a:pt x="1319313" y="1739087"/>
                  </a:lnTo>
                  <a:lnTo>
                    <a:pt x="1319302" y="1739097"/>
                  </a:lnTo>
                  <a:lnTo>
                    <a:pt x="1319279" y="1739124"/>
                  </a:lnTo>
                  <a:lnTo>
                    <a:pt x="1319262" y="1739141"/>
                  </a:lnTo>
                  <a:lnTo>
                    <a:pt x="1319244" y="1739162"/>
                  </a:lnTo>
                  <a:lnTo>
                    <a:pt x="1319220" y="1739179"/>
                  </a:lnTo>
                  <a:lnTo>
                    <a:pt x="1319196" y="1739204"/>
                  </a:lnTo>
                  <a:lnTo>
                    <a:pt x="1319165" y="1739219"/>
                  </a:lnTo>
                  <a:lnTo>
                    <a:pt x="1319129" y="1739226"/>
                  </a:lnTo>
                  <a:lnTo>
                    <a:pt x="1319096" y="1739218"/>
                  </a:lnTo>
                  <a:lnTo>
                    <a:pt x="1319076" y="1739208"/>
                  </a:lnTo>
                  <a:lnTo>
                    <a:pt x="1319049" y="1739185"/>
                  </a:lnTo>
                  <a:lnTo>
                    <a:pt x="1319011" y="1739164"/>
                  </a:lnTo>
                  <a:lnTo>
                    <a:pt x="1318981" y="1739155"/>
                  </a:lnTo>
                  <a:lnTo>
                    <a:pt x="1318960" y="1739150"/>
                  </a:lnTo>
                  <a:lnTo>
                    <a:pt x="1318932" y="1739153"/>
                  </a:lnTo>
                  <a:lnTo>
                    <a:pt x="1318893" y="1739163"/>
                  </a:lnTo>
                  <a:lnTo>
                    <a:pt x="1318866" y="1739173"/>
                  </a:lnTo>
                  <a:lnTo>
                    <a:pt x="1318844" y="1739195"/>
                  </a:lnTo>
                  <a:lnTo>
                    <a:pt x="1318821" y="1739224"/>
                  </a:lnTo>
                  <a:lnTo>
                    <a:pt x="1318799" y="1739269"/>
                  </a:lnTo>
                  <a:lnTo>
                    <a:pt x="1318770" y="1739318"/>
                  </a:lnTo>
                  <a:lnTo>
                    <a:pt x="1318765" y="1739329"/>
                  </a:lnTo>
                  <a:lnTo>
                    <a:pt x="1318746" y="1739351"/>
                  </a:lnTo>
                  <a:lnTo>
                    <a:pt x="1318733" y="1739369"/>
                  </a:lnTo>
                  <a:lnTo>
                    <a:pt x="1318724" y="1739391"/>
                  </a:lnTo>
                  <a:lnTo>
                    <a:pt x="1318716" y="1739411"/>
                  </a:lnTo>
                  <a:lnTo>
                    <a:pt x="1318706" y="1739423"/>
                  </a:lnTo>
                  <a:lnTo>
                    <a:pt x="1318684" y="1739430"/>
                  </a:lnTo>
                  <a:lnTo>
                    <a:pt x="1318653" y="1739433"/>
                  </a:lnTo>
                  <a:lnTo>
                    <a:pt x="1318617" y="1739451"/>
                  </a:lnTo>
                  <a:lnTo>
                    <a:pt x="1318599" y="1739464"/>
                  </a:lnTo>
                  <a:lnTo>
                    <a:pt x="1318577" y="1739484"/>
                  </a:lnTo>
                  <a:lnTo>
                    <a:pt x="1318560" y="1739506"/>
                  </a:lnTo>
                  <a:lnTo>
                    <a:pt x="1318538" y="1739534"/>
                  </a:lnTo>
                  <a:lnTo>
                    <a:pt x="1318524" y="1739552"/>
                  </a:lnTo>
                  <a:lnTo>
                    <a:pt x="1318516" y="1739567"/>
                  </a:lnTo>
                  <a:lnTo>
                    <a:pt x="1318507" y="1739576"/>
                  </a:lnTo>
                  <a:lnTo>
                    <a:pt x="1318489" y="1739582"/>
                  </a:lnTo>
                  <a:lnTo>
                    <a:pt x="1318483" y="1739587"/>
                  </a:lnTo>
                  <a:lnTo>
                    <a:pt x="1318477" y="1739599"/>
                  </a:lnTo>
                  <a:lnTo>
                    <a:pt x="1318472" y="1739621"/>
                  </a:lnTo>
                  <a:lnTo>
                    <a:pt x="1318473" y="1739647"/>
                  </a:lnTo>
                  <a:lnTo>
                    <a:pt x="1318473" y="1739662"/>
                  </a:lnTo>
                  <a:lnTo>
                    <a:pt x="1318457" y="1739680"/>
                  </a:lnTo>
                  <a:lnTo>
                    <a:pt x="1318442" y="1739701"/>
                  </a:lnTo>
                  <a:lnTo>
                    <a:pt x="1318430" y="1739717"/>
                  </a:lnTo>
                  <a:lnTo>
                    <a:pt x="1318418" y="1739730"/>
                  </a:lnTo>
                  <a:lnTo>
                    <a:pt x="1318414" y="1739733"/>
                  </a:lnTo>
                  <a:lnTo>
                    <a:pt x="1318407" y="1739733"/>
                  </a:lnTo>
                  <a:lnTo>
                    <a:pt x="1318398" y="1739723"/>
                  </a:lnTo>
                  <a:lnTo>
                    <a:pt x="1318383" y="1739701"/>
                  </a:lnTo>
                  <a:lnTo>
                    <a:pt x="1318362" y="1739675"/>
                  </a:lnTo>
                  <a:lnTo>
                    <a:pt x="1318346" y="1739663"/>
                  </a:lnTo>
                  <a:lnTo>
                    <a:pt x="1318335" y="1739652"/>
                  </a:lnTo>
                  <a:lnTo>
                    <a:pt x="1318328" y="1739649"/>
                  </a:lnTo>
                  <a:lnTo>
                    <a:pt x="1318317" y="1739650"/>
                  </a:lnTo>
                  <a:lnTo>
                    <a:pt x="1318305" y="1739661"/>
                  </a:lnTo>
                  <a:lnTo>
                    <a:pt x="1318286" y="1739674"/>
                  </a:lnTo>
                  <a:lnTo>
                    <a:pt x="1318271" y="1739673"/>
                  </a:lnTo>
                  <a:lnTo>
                    <a:pt x="1318242" y="1739677"/>
                  </a:lnTo>
                  <a:lnTo>
                    <a:pt x="1318205" y="1739686"/>
                  </a:lnTo>
                  <a:lnTo>
                    <a:pt x="1318193" y="1739691"/>
                  </a:lnTo>
                  <a:lnTo>
                    <a:pt x="1318171" y="1739710"/>
                  </a:lnTo>
                  <a:lnTo>
                    <a:pt x="1318153" y="1739731"/>
                  </a:lnTo>
                  <a:lnTo>
                    <a:pt x="1318136" y="1739744"/>
                  </a:lnTo>
                  <a:lnTo>
                    <a:pt x="1318109" y="1739765"/>
                  </a:lnTo>
                  <a:lnTo>
                    <a:pt x="1318088" y="1739773"/>
                  </a:lnTo>
                  <a:lnTo>
                    <a:pt x="1318054" y="1739781"/>
                  </a:lnTo>
                  <a:lnTo>
                    <a:pt x="1318034" y="1739783"/>
                  </a:lnTo>
                  <a:lnTo>
                    <a:pt x="1318017" y="1739781"/>
                  </a:lnTo>
                  <a:lnTo>
                    <a:pt x="1318000" y="1739777"/>
                  </a:lnTo>
                  <a:lnTo>
                    <a:pt x="1317994" y="1739784"/>
                  </a:lnTo>
                  <a:lnTo>
                    <a:pt x="1317987" y="1739790"/>
                  </a:lnTo>
                  <a:lnTo>
                    <a:pt x="1317980" y="1739808"/>
                  </a:lnTo>
                  <a:lnTo>
                    <a:pt x="1317972" y="1739840"/>
                  </a:lnTo>
                  <a:lnTo>
                    <a:pt x="1317982" y="1739875"/>
                  </a:lnTo>
                  <a:lnTo>
                    <a:pt x="1317989" y="1739896"/>
                  </a:lnTo>
                  <a:lnTo>
                    <a:pt x="1317988" y="1739907"/>
                  </a:lnTo>
                  <a:lnTo>
                    <a:pt x="1317984" y="1739915"/>
                  </a:lnTo>
                  <a:lnTo>
                    <a:pt x="1317963" y="1739920"/>
                  </a:lnTo>
                  <a:lnTo>
                    <a:pt x="1317942" y="1739919"/>
                  </a:lnTo>
                  <a:lnTo>
                    <a:pt x="1317923" y="1739910"/>
                  </a:lnTo>
                  <a:lnTo>
                    <a:pt x="1317909" y="1739901"/>
                  </a:lnTo>
                  <a:lnTo>
                    <a:pt x="1317901" y="1739901"/>
                  </a:lnTo>
                  <a:lnTo>
                    <a:pt x="1317894" y="1739904"/>
                  </a:lnTo>
                  <a:lnTo>
                    <a:pt x="1317891" y="1739911"/>
                  </a:lnTo>
                  <a:lnTo>
                    <a:pt x="1317883" y="1739948"/>
                  </a:lnTo>
                  <a:lnTo>
                    <a:pt x="1317878" y="1739983"/>
                  </a:lnTo>
                  <a:lnTo>
                    <a:pt x="1317866" y="1740017"/>
                  </a:lnTo>
                  <a:lnTo>
                    <a:pt x="1317855" y="1740036"/>
                  </a:lnTo>
                  <a:lnTo>
                    <a:pt x="1317826" y="1740050"/>
                  </a:lnTo>
                  <a:lnTo>
                    <a:pt x="1317800" y="1740063"/>
                  </a:lnTo>
                  <a:lnTo>
                    <a:pt x="1317775" y="1740072"/>
                  </a:lnTo>
                  <a:lnTo>
                    <a:pt x="1317754" y="1740091"/>
                  </a:lnTo>
                  <a:lnTo>
                    <a:pt x="1317743" y="1740108"/>
                  </a:lnTo>
                  <a:lnTo>
                    <a:pt x="1317733" y="1740126"/>
                  </a:lnTo>
                  <a:lnTo>
                    <a:pt x="1317727" y="1740142"/>
                  </a:lnTo>
                  <a:lnTo>
                    <a:pt x="1317715" y="1740175"/>
                  </a:lnTo>
                  <a:lnTo>
                    <a:pt x="1317711" y="1740196"/>
                  </a:lnTo>
                  <a:lnTo>
                    <a:pt x="1317698" y="1740183"/>
                  </a:lnTo>
                  <a:lnTo>
                    <a:pt x="1317661" y="1740146"/>
                  </a:lnTo>
                  <a:lnTo>
                    <a:pt x="1317635" y="1740132"/>
                  </a:lnTo>
                  <a:lnTo>
                    <a:pt x="1317598" y="1740122"/>
                  </a:lnTo>
                  <a:lnTo>
                    <a:pt x="1317562" y="1740103"/>
                  </a:lnTo>
                  <a:lnTo>
                    <a:pt x="1317521" y="1740077"/>
                  </a:lnTo>
                  <a:lnTo>
                    <a:pt x="1317490" y="1740068"/>
                  </a:lnTo>
                  <a:lnTo>
                    <a:pt x="1317439" y="1740054"/>
                  </a:lnTo>
                  <a:lnTo>
                    <a:pt x="1317406" y="1740040"/>
                  </a:lnTo>
                  <a:lnTo>
                    <a:pt x="1317320" y="1740009"/>
                  </a:lnTo>
                  <a:lnTo>
                    <a:pt x="1317292" y="1739997"/>
                  </a:lnTo>
                  <a:lnTo>
                    <a:pt x="1317269" y="1739992"/>
                  </a:lnTo>
                  <a:lnTo>
                    <a:pt x="1317251" y="1739981"/>
                  </a:lnTo>
                  <a:lnTo>
                    <a:pt x="1317237" y="1739959"/>
                  </a:lnTo>
                  <a:lnTo>
                    <a:pt x="1317223" y="1739935"/>
                  </a:lnTo>
                  <a:lnTo>
                    <a:pt x="1317209" y="1739926"/>
                  </a:lnTo>
                  <a:lnTo>
                    <a:pt x="1317192" y="1739924"/>
                  </a:lnTo>
                  <a:lnTo>
                    <a:pt x="1317164" y="1739924"/>
                  </a:lnTo>
                  <a:lnTo>
                    <a:pt x="1317147" y="1739922"/>
                  </a:lnTo>
                  <a:lnTo>
                    <a:pt x="1317131" y="1739913"/>
                  </a:lnTo>
                  <a:lnTo>
                    <a:pt x="1317111" y="1739909"/>
                  </a:lnTo>
                  <a:lnTo>
                    <a:pt x="1317104" y="1739909"/>
                  </a:lnTo>
                  <a:lnTo>
                    <a:pt x="1317094" y="1739923"/>
                  </a:lnTo>
                  <a:lnTo>
                    <a:pt x="1317084" y="1739946"/>
                  </a:lnTo>
                  <a:lnTo>
                    <a:pt x="1317077" y="1739956"/>
                  </a:lnTo>
                  <a:lnTo>
                    <a:pt x="1317046" y="1739970"/>
                  </a:lnTo>
                  <a:lnTo>
                    <a:pt x="1317009" y="1739987"/>
                  </a:lnTo>
                  <a:lnTo>
                    <a:pt x="1316975" y="1740012"/>
                  </a:lnTo>
                  <a:lnTo>
                    <a:pt x="1316940" y="1740042"/>
                  </a:lnTo>
                  <a:lnTo>
                    <a:pt x="1316914" y="1740054"/>
                  </a:lnTo>
                  <a:lnTo>
                    <a:pt x="1316879" y="1740058"/>
                  </a:lnTo>
                  <a:lnTo>
                    <a:pt x="1316859" y="1740055"/>
                  </a:lnTo>
                  <a:lnTo>
                    <a:pt x="1316844" y="1740055"/>
                  </a:lnTo>
                  <a:lnTo>
                    <a:pt x="1316836" y="1740055"/>
                  </a:lnTo>
                  <a:lnTo>
                    <a:pt x="1316825" y="1740065"/>
                  </a:lnTo>
                  <a:lnTo>
                    <a:pt x="1316816" y="1740076"/>
                  </a:lnTo>
                  <a:lnTo>
                    <a:pt x="1316808" y="1740087"/>
                  </a:lnTo>
                  <a:lnTo>
                    <a:pt x="1316796" y="1740103"/>
                  </a:lnTo>
                  <a:lnTo>
                    <a:pt x="1316786" y="1740116"/>
                  </a:lnTo>
                  <a:lnTo>
                    <a:pt x="1316768" y="1740125"/>
                  </a:lnTo>
                  <a:lnTo>
                    <a:pt x="1316750" y="1740142"/>
                  </a:lnTo>
                  <a:lnTo>
                    <a:pt x="1316737" y="1740163"/>
                  </a:lnTo>
                  <a:lnTo>
                    <a:pt x="1316721" y="1740214"/>
                  </a:lnTo>
                  <a:lnTo>
                    <a:pt x="1316706" y="1740252"/>
                  </a:lnTo>
                  <a:lnTo>
                    <a:pt x="1316700" y="1740264"/>
                  </a:lnTo>
                  <a:lnTo>
                    <a:pt x="1316690" y="1740288"/>
                  </a:lnTo>
                  <a:lnTo>
                    <a:pt x="1316679" y="1740317"/>
                  </a:lnTo>
                  <a:lnTo>
                    <a:pt x="1316669" y="1740333"/>
                  </a:lnTo>
                  <a:lnTo>
                    <a:pt x="1316655" y="1740344"/>
                  </a:lnTo>
                  <a:lnTo>
                    <a:pt x="1316635" y="1740342"/>
                  </a:lnTo>
                  <a:lnTo>
                    <a:pt x="1316605" y="1740353"/>
                  </a:lnTo>
                  <a:lnTo>
                    <a:pt x="1316594" y="1740361"/>
                  </a:lnTo>
                  <a:lnTo>
                    <a:pt x="1316589" y="1740391"/>
                  </a:lnTo>
                  <a:lnTo>
                    <a:pt x="1316583" y="1740408"/>
                  </a:lnTo>
                  <a:lnTo>
                    <a:pt x="1316580" y="1740415"/>
                  </a:lnTo>
                  <a:lnTo>
                    <a:pt x="1316575" y="1740428"/>
                  </a:lnTo>
                  <a:lnTo>
                    <a:pt x="1316570" y="1740439"/>
                  </a:lnTo>
                  <a:lnTo>
                    <a:pt x="1316565" y="1740443"/>
                  </a:lnTo>
                  <a:lnTo>
                    <a:pt x="1316559" y="1740453"/>
                  </a:lnTo>
                  <a:lnTo>
                    <a:pt x="1316554" y="1740458"/>
                  </a:lnTo>
                  <a:lnTo>
                    <a:pt x="1316550" y="1740463"/>
                  </a:lnTo>
                  <a:lnTo>
                    <a:pt x="1316545" y="1740481"/>
                  </a:lnTo>
                  <a:lnTo>
                    <a:pt x="1316542" y="1740491"/>
                  </a:lnTo>
                  <a:lnTo>
                    <a:pt x="1316535" y="1740507"/>
                  </a:lnTo>
                  <a:lnTo>
                    <a:pt x="1316518" y="1740513"/>
                  </a:lnTo>
                  <a:lnTo>
                    <a:pt x="1316504" y="1740514"/>
                  </a:lnTo>
                  <a:lnTo>
                    <a:pt x="1316485" y="1740527"/>
                  </a:lnTo>
                  <a:lnTo>
                    <a:pt x="1316465" y="1740545"/>
                  </a:lnTo>
                  <a:lnTo>
                    <a:pt x="1316448" y="1740566"/>
                  </a:lnTo>
                  <a:lnTo>
                    <a:pt x="1316439" y="1740584"/>
                  </a:lnTo>
                  <a:lnTo>
                    <a:pt x="1316428" y="1740609"/>
                  </a:lnTo>
                  <a:lnTo>
                    <a:pt x="1316421" y="1740624"/>
                  </a:lnTo>
                  <a:lnTo>
                    <a:pt x="1316407" y="1740638"/>
                  </a:lnTo>
                  <a:lnTo>
                    <a:pt x="1316384" y="1740648"/>
                  </a:lnTo>
                  <a:lnTo>
                    <a:pt x="1316362" y="1740662"/>
                  </a:lnTo>
                  <a:lnTo>
                    <a:pt x="1316352" y="1740677"/>
                  </a:lnTo>
                  <a:lnTo>
                    <a:pt x="1316329" y="1740706"/>
                  </a:lnTo>
                  <a:lnTo>
                    <a:pt x="1316319" y="1740720"/>
                  </a:lnTo>
                  <a:lnTo>
                    <a:pt x="1316304" y="1740732"/>
                  </a:lnTo>
                  <a:lnTo>
                    <a:pt x="1316264" y="1740743"/>
                  </a:lnTo>
                  <a:lnTo>
                    <a:pt x="1316242" y="1740743"/>
                  </a:lnTo>
                  <a:lnTo>
                    <a:pt x="1316213" y="1740734"/>
                  </a:lnTo>
                  <a:lnTo>
                    <a:pt x="1316189" y="1740730"/>
                  </a:lnTo>
                  <a:lnTo>
                    <a:pt x="1316176" y="1740736"/>
                  </a:lnTo>
                  <a:lnTo>
                    <a:pt x="1316158" y="1740751"/>
                  </a:lnTo>
                  <a:lnTo>
                    <a:pt x="1316145" y="1740771"/>
                  </a:lnTo>
                  <a:lnTo>
                    <a:pt x="1316135" y="1740777"/>
                  </a:lnTo>
                  <a:lnTo>
                    <a:pt x="1316119" y="1740781"/>
                  </a:lnTo>
                  <a:lnTo>
                    <a:pt x="1316099" y="1740791"/>
                  </a:lnTo>
                  <a:lnTo>
                    <a:pt x="1316087" y="1740801"/>
                  </a:lnTo>
                  <a:lnTo>
                    <a:pt x="1316076" y="1740809"/>
                  </a:lnTo>
                  <a:lnTo>
                    <a:pt x="1316066" y="1740825"/>
                  </a:lnTo>
                  <a:lnTo>
                    <a:pt x="1316056" y="1740846"/>
                  </a:lnTo>
                  <a:lnTo>
                    <a:pt x="1316044" y="1740853"/>
                  </a:lnTo>
                  <a:lnTo>
                    <a:pt x="1316023" y="1740857"/>
                  </a:lnTo>
                  <a:lnTo>
                    <a:pt x="1315972" y="1740869"/>
                  </a:lnTo>
                  <a:lnTo>
                    <a:pt x="1315937" y="1740877"/>
                  </a:lnTo>
                  <a:lnTo>
                    <a:pt x="1315906" y="1740883"/>
                  </a:lnTo>
                  <a:lnTo>
                    <a:pt x="1315881" y="1740889"/>
                  </a:lnTo>
                  <a:lnTo>
                    <a:pt x="1315867" y="1740894"/>
                  </a:lnTo>
                  <a:lnTo>
                    <a:pt x="1315848" y="1740900"/>
                  </a:lnTo>
                  <a:lnTo>
                    <a:pt x="1315834" y="1740918"/>
                  </a:lnTo>
                  <a:lnTo>
                    <a:pt x="1315819" y="1740947"/>
                  </a:lnTo>
                  <a:lnTo>
                    <a:pt x="1315808" y="1740964"/>
                  </a:lnTo>
                  <a:lnTo>
                    <a:pt x="1315798" y="1740974"/>
                  </a:lnTo>
                  <a:lnTo>
                    <a:pt x="1315787" y="1740984"/>
                  </a:lnTo>
                  <a:lnTo>
                    <a:pt x="1315779" y="1740981"/>
                  </a:lnTo>
                  <a:lnTo>
                    <a:pt x="1315762" y="1740965"/>
                  </a:lnTo>
                  <a:lnTo>
                    <a:pt x="1315736" y="1740937"/>
                  </a:lnTo>
                  <a:lnTo>
                    <a:pt x="1315718" y="1740916"/>
                  </a:lnTo>
                  <a:lnTo>
                    <a:pt x="1315698" y="1740902"/>
                  </a:lnTo>
                  <a:lnTo>
                    <a:pt x="1315666" y="1740888"/>
                  </a:lnTo>
                  <a:lnTo>
                    <a:pt x="1315650" y="1740875"/>
                  </a:lnTo>
                  <a:lnTo>
                    <a:pt x="1315640" y="1740865"/>
                  </a:lnTo>
                  <a:lnTo>
                    <a:pt x="1315624" y="1740821"/>
                  </a:lnTo>
                  <a:lnTo>
                    <a:pt x="1315599" y="1740780"/>
                  </a:lnTo>
                  <a:lnTo>
                    <a:pt x="1315561" y="1740743"/>
                  </a:lnTo>
                  <a:lnTo>
                    <a:pt x="1315544" y="1740724"/>
                  </a:lnTo>
                  <a:lnTo>
                    <a:pt x="1315528" y="1740699"/>
                  </a:lnTo>
                  <a:lnTo>
                    <a:pt x="1315516" y="1740685"/>
                  </a:lnTo>
                  <a:lnTo>
                    <a:pt x="1315487" y="1740662"/>
                  </a:lnTo>
                  <a:lnTo>
                    <a:pt x="1315473" y="1740648"/>
                  </a:lnTo>
                  <a:lnTo>
                    <a:pt x="1315453" y="1740623"/>
                  </a:lnTo>
                  <a:lnTo>
                    <a:pt x="1315433" y="1740612"/>
                  </a:lnTo>
                  <a:lnTo>
                    <a:pt x="1315414" y="1740604"/>
                  </a:lnTo>
                  <a:lnTo>
                    <a:pt x="1315386" y="1740593"/>
                  </a:lnTo>
                  <a:lnTo>
                    <a:pt x="1315367" y="1740592"/>
                  </a:lnTo>
                  <a:lnTo>
                    <a:pt x="1315364" y="1740584"/>
                  </a:lnTo>
                  <a:lnTo>
                    <a:pt x="1315374" y="1740560"/>
                  </a:lnTo>
                  <a:lnTo>
                    <a:pt x="1315380" y="1740524"/>
                  </a:lnTo>
                  <a:lnTo>
                    <a:pt x="1315381" y="1740469"/>
                  </a:lnTo>
                  <a:lnTo>
                    <a:pt x="1315384" y="1740431"/>
                  </a:lnTo>
                  <a:lnTo>
                    <a:pt x="1315382" y="1740397"/>
                  </a:lnTo>
                  <a:lnTo>
                    <a:pt x="1315374" y="1740377"/>
                  </a:lnTo>
                  <a:lnTo>
                    <a:pt x="1315371" y="1740362"/>
                  </a:lnTo>
                  <a:lnTo>
                    <a:pt x="1315362" y="1740336"/>
                  </a:lnTo>
                  <a:lnTo>
                    <a:pt x="1315356" y="1740321"/>
                  </a:lnTo>
                  <a:lnTo>
                    <a:pt x="1315346" y="1740296"/>
                  </a:lnTo>
                  <a:lnTo>
                    <a:pt x="1315341" y="1740281"/>
                  </a:lnTo>
                  <a:lnTo>
                    <a:pt x="1315334" y="1740267"/>
                  </a:lnTo>
                  <a:lnTo>
                    <a:pt x="1315331" y="1740258"/>
                  </a:lnTo>
                  <a:lnTo>
                    <a:pt x="1315326" y="1740244"/>
                  </a:lnTo>
                  <a:lnTo>
                    <a:pt x="1315321" y="1740234"/>
                  </a:lnTo>
                  <a:lnTo>
                    <a:pt x="1315318" y="1740223"/>
                  </a:lnTo>
                  <a:lnTo>
                    <a:pt x="1315314" y="1740213"/>
                  </a:lnTo>
                  <a:lnTo>
                    <a:pt x="1315305" y="1740189"/>
                  </a:lnTo>
                  <a:lnTo>
                    <a:pt x="1315297" y="1740170"/>
                  </a:lnTo>
                  <a:lnTo>
                    <a:pt x="1315270" y="1740127"/>
                  </a:lnTo>
                  <a:lnTo>
                    <a:pt x="1315247" y="1740096"/>
                  </a:lnTo>
                  <a:lnTo>
                    <a:pt x="1315225" y="1740079"/>
                  </a:lnTo>
                  <a:lnTo>
                    <a:pt x="1315205" y="1740059"/>
                  </a:lnTo>
                  <a:lnTo>
                    <a:pt x="1315182" y="1740032"/>
                  </a:lnTo>
                  <a:lnTo>
                    <a:pt x="1315149" y="1739997"/>
                  </a:lnTo>
                  <a:lnTo>
                    <a:pt x="1315114" y="1739972"/>
                  </a:lnTo>
                  <a:lnTo>
                    <a:pt x="1315082" y="1739939"/>
                  </a:lnTo>
                  <a:lnTo>
                    <a:pt x="1315059" y="1739925"/>
                  </a:lnTo>
                  <a:lnTo>
                    <a:pt x="1315027" y="1739912"/>
                  </a:lnTo>
                  <a:lnTo>
                    <a:pt x="1314986" y="1739892"/>
                  </a:lnTo>
                  <a:lnTo>
                    <a:pt x="1314956" y="1739875"/>
                  </a:lnTo>
                  <a:lnTo>
                    <a:pt x="1314923" y="1739859"/>
                  </a:lnTo>
                  <a:lnTo>
                    <a:pt x="1314894" y="1739840"/>
                  </a:lnTo>
                  <a:lnTo>
                    <a:pt x="1314874" y="1739823"/>
                  </a:lnTo>
                  <a:lnTo>
                    <a:pt x="1314859" y="1739807"/>
                  </a:lnTo>
                  <a:lnTo>
                    <a:pt x="1314839" y="1739802"/>
                  </a:lnTo>
                  <a:lnTo>
                    <a:pt x="1314804" y="1739800"/>
                  </a:lnTo>
                  <a:lnTo>
                    <a:pt x="1314769" y="1739796"/>
                  </a:lnTo>
                  <a:lnTo>
                    <a:pt x="1314742" y="1739794"/>
                  </a:lnTo>
                  <a:lnTo>
                    <a:pt x="1314726" y="1739784"/>
                  </a:lnTo>
                  <a:lnTo>
                    <a:pt x="1314702" y="1739753"/>
                  </a:lnTo>
                  <a:lnTo>
                    <a:pt x="1314674" y="1739739"/>
                  </a:lnTo>
                  <a:lnTo>
                    <a:pt x="1314635" y="1739726"/>
                  </a:lnTo>
                  <a:lnTo>
                    <a:pt x="1314586" y="1739712"/>
                  </a:lnTo>
                  <a:lnTo>
                    <a:pt x="1314571" y="1739712"/>
                  </a:lnTo>
                  <a:lnTo>
                    <a:pt x="1314562" y="1739716"/>
                  </a:lnTo>
                  <a:lnTo>
                    <a:pt x="1314546" y="1739728"/>
                  </a:lnTo>
                  <a:lnTo>
                    <a:pt x="1314531" y="1739757"/>
                  </a:lnTo>
                  <a:lnTo>
                    <a:pt x="1314508" y="1739779"/>
                  </a:lnTo>
                  <a:lnTo>
                    <a:pt x="1314485" y="1739780"/>
                  </a:lnTo>
                  <a:lnTo>
                    <a:pt x="1314470" y="1739772"/>
                  </a:lnTo>
                  <a:lnTo>
                    <a:pt x="1314454" y="1739765"/>
                  </a:lnTo>
                  <a:lnTo>
                    <a:pt x="1314429" y="1739751"/>
                  </a:lnTo>
                  <a:lnTo>
                    <a:pt x="1314405" y="1739742"/>
                  </a:lnTo>
                  <a:lnTo>
                    <a:pt x="1314380" y="1739739"/>
                  </a:lnTo>
                  <a:lnTo>
                    <a:pt x="1314350" y="1739735"/>
                  </a:lnTo>
                  <a:lnTo>
                    <a:pt x="1314318" y="1739729"/>
                  </a:lnTo>
                  <a:lnTo>
                    <a:pt x="1314289" y="1739722"/>
                  </a:lnTo>
                  <a:lnTo>
                    <a:pt x="1314258" y="1739723"/>
                  </a:lnTo>
                  <a:lnTo>
                    <a:pt x="1314231" y="1739718"/>
                  </a:lnTo>
                  <a:lnTo>
                    <a:pt x="1314210" y="1739712"/>
                  </a:lnTo>
                  <a:lnTo>
                    <a:pt x="1314181" y="1739683"/>
                  </a:lnTo>
                  <a:lnTo>
                    <a:pt x="1314167" y="1739666"/>
                  </a:lnTo>
                  <a:lnTo>
                    <a:pt x="1314154" y="1739653"/>
                  </a:lnTo>
                  <a:lnTo>
                    <a:pt x="1314132" y="1739633"/>
                  </a:lnTo>
                  <a:lnTo>
                    <a:pt x="1314102" y="1739628"/>
                  </a:lnTo>
                  <a:lnTo>
                    <a:pt x="1314067" y="1739633"/>
                  </a:lnTo>
                  <a:lnTo>
                    <a:pt x="1314059" y="1739634"/>
                  </a:lnTo>
                  <a:lnTo>
                    <a:pt x="1314033" y="1739634"/>
                  </a:lnTo>
                  <a:lnTo>
                    <a:pt x="1314016" y="1739633"/>
                  </a:lnTo>
                  <a:lnTo>
                    <a:pt x="1314004" y="1739630"/>
                  </a:lnTo>
                  <a:lnTo>
                    <a:pt x="1313999" y="1739627"/>
                  </a:lnTo>
                  <a:lnTo>
                    <a:pt x="1313994" y="1739620"/>
                  </a:lnTo>
                  <a:lnTo>
                    <a:pt x="1313985" y="1739594"/>
                  </a:lnTo>
                  <a:lnTo>
                    <a:pt x="1313980" y="1739582"/>
                  </a:lnTo>
                  <a:lnTo>
                    <a:pt x="1313967" y="1739545"/>
                  </a:lnTo>
                  <a:lnTo>
                    <a:pt x="1313953" y="1739526"/>
                  </a:lnTo>
                  <a:lnTo>
                    <a:pt x="1313939" y="1739514"/>
                  </a:lnTo>
                  <a:lnTo>
                    <a:pt x="1313930" y="1739506"/>
                  </a:lnTo>
                  <a:lnTo>
                    <a:pt x="1313923" y="1739497"/>
                  </a:lnTo>
                  <a:lnTo>
                    <a:pt x="1313918" y="1739490"/>
                  </a:lnTo>
                  <a:lnTo>
                    <a:pt x="1313912" y="1739485"/>
                  </a:lnTo>
                  <a:lnTo>
                    <a:pt x="1313908" y="1739482"/>
                  </a:lnTo>
                  <a:lnTo>
                    <a:pt x="1313891" y="1739476"/>
                  </a:lnTo>
                  <a:lnTo>
                    <a:pt x="1313873" y="1739474"/>
                  </a:lnTo>
                  <a:lnTo>
                    <a:pt x="1313856" y="1739473"/>
                  </a:lnTo>
                  <a:lnTo>
                    <a:pt x="1313838" y="1739470"/>
                  </a:lnTo>
                  <a:lnTo>
                    <a:pt x="1313828" y="1739467"/>
                  </a:lnTo>
                  <a:lnTo>
                    <a:pt x="1313821" y="1739462"/>
                  </a:lnTo>
                  <a:lnTo>
                    <a:pt x="1313815" y="1739456"/>
                  </a:lnTo>
                  <a:lnTo>
                    <a:pt x="1313810" y="1739439"/>
                  </a:lnTo>
                  <a:lnTo>
                    <a:pt x="1313809" y="1739425"/>
                  </a:lnTo>
                  <a:lnTo>
                    <a:pt x="1313806" y="1739407"/>
                  </a:lnTo>
                  <a:lnTo>
                    <a:pt x="1313805" y="1739388"/>
                  </a:lnTo>
                  <a:lnTo>
                    <a:pt x="1313797" y="1739345"/>
                  </a:lnTo>
                  <a:lnTo>
                    <a:pt x="1313797" y="1739327"/>
                  </a:lnTo>
                  <a:lnTo>
                    <a:pt x="1313798" y="1739320"/>
                  </a:lnTo>
                  <a:lnTo>
                    <a:pt x="1313802" y="1739314"/>
                  </a:lnTo>
                  <a:lnTo>
                    <a:pt x="1313808" y="1739311"/>
                  </a:lnTo>
                  <a:lnTo>
                    <a:pt x="1313826" y="1739301"/>
                  </a:lnTo>
                  <a:lnTo>
                    <a:pt x="1313838" y="1739296"/>
                  </a:lnTo>
                  <a:lnTo>
                    <a:pt x="1313843" y="1739291"/>
                  </a:lnTo>
                  <a:lnTo>
                    <a:pt x="1313851" y="1739273"/>
                  </a:lnTo>
                  <a:lnTo>
                    <a:pt x="1313862" y="1739260"/>
                  </a:lnTo>
                  <a:lnTo>
                    <a:pt x="1313883" y="1739249"/>
                  </a:lnTo>
                  <a:lnTo>
                    <a:pt x="1313893" y="1739238"/>
                  </a:lnTo>
                  <a:lnTo>
                    <a:pt x="1313897" y="1739231"/>
                  </a:lnTo>
                  <a:lnTo>
                    <a:pt x="1313909" y="1739212"/>
                  </a:lnTo>
                  <a:lnTo>
                    <a:pt x="1313920" y="1739194"/>
                  </a:lnTo>
                  <a:lnTo>
                    <a:pt x="1313929" y="1739176"/>
                  </a:lnTo>
                  <a:lnTo>
                    <a:pt x="1313940" y="1739160"/>
                  </a:lnTo>
                  <a:lnTo>
                    <a:pt x="1313950" y="1739139"/>
                  </a:lnTo>
                  <a:lnTo>
                    <a:pt x="1313972" y="1739099"/>
                  </a:lnTo>
                  <a:lnTo>
                    <a:pt x="1313979" y="1739084"/>
                  </a:lnTo>
                  <a:lnTo>
                    <a:pt x="1313986" y="1739069"/>
                  </a:lnTo>
                  <a:lnTo>
                    <a:pt x="1313990" y="1739054"/>
                  </a:lnTo>
                  <a:lnTo>
                    <a:pt x="1313991" y="1739043"/>
                  </a:lnTo>
                  <a:lnTo>
                    <a:pt x="1313989" y="1739034"/>
                  </a:lnTo>
                  <a:lnTo>
                    <a:pt x="1313984" y="1739026"/>
                  </a:lnTo>
                  <a:lnTo>
                    <a:pt x="1313972" y="1739008"/>
                  </a:lnTo>
                  <a:lnTo>
                    <a:pt x="1313958" y="1738979"/>
                  </a:lnTo>
                  <a:lnTo>
                    <a:pt x="1313954" y="1738971"/>
                  </a:lnTo>
                  <a:lnTo>
                    <a:pt x="1313950" y="1738960"/>
                  </a:lnTo>
                  <a:lnTo>
                    <a:pt x="1313951" y="1738942"/>
                  </a:lnTo>
                  <a:lnTo>
                    <a:pt x="1313955" y="1738923"/>
                  </a:lnTo>
                  <a:lnTo>
                    <a:pt x="1313959" y="1738905"/>
                  </a:lnTo>
                  <a:lnTo>
                    <a:pt x="1313960" y="1738895"/>
                  </a:lnTo>
                  <a:lnTo>
                    <a:pt x="1313964" y="1738881"/>
                  </a:lnTo>
                  <a:lnTo>
                    <a:pt x="1313966" y="1738868"/>
                  </a:lnTo>
                  <a:lnTo>
                    <a:pt x="1313967" y="1738849"/>
                  </a:lnTo>
                  <a:lnTo>
                    <a:pt x="1313966" y="1738831"/>
                  </a:lnTo>
                  <a:lnTo>
                    <a:pt x="1313958" y="1738812"/>
                  </a:lnTo>
                  <a:lnTo>
                    <a:pt x="1313960" y="1738803"/>
                  </a:lnTo>
                  <a:lnTo>
                    <a:pt x="1313963" y="1738794"/>
                  </a:lnTo>
                  <a:lnTo>
                    <a:pt x="1313968" y="1738779"/>
                  </a:lnTo>
                  <a:lnTo>
                    <a:pt x="1313974" y="1738764"/>
                  </a:lnTo>
                  <a:lnTo>
                    <a:pt x="1313976" y="1738757"/>
                  </a:lnTo>
                  <a:lnTo>
                    <a:pt x="1313984" y="1738739"/>
                  </a:lnTo>
                  <a:lnTo>
                    <a:pt x="1314003" y="1738700"/>
                  </a:lnTo>
                  <a:lnTo>
                    <a:pt x="1313997" y="1738671"/>
                  </a:lnTo>
                  <a:lnTo>
                    <a:pt x="1313988" y="1738650"/>
                  </a:lnTo>
                  <a:lnTo>
                    <a:pt x="1313984" y="1738644"/>
                  </a:lnTo>
                  <a:lnTo>
                    <a:pt x="1313978" y="1738633"/>
                  </a:lnTo>
                  <a:lnTo>
                    <a:pt x="1313970" y="1738607"/>
                  </a:lnTo>
                  <a:lnTo>
                    <a:pt x="1313965" y="1738588"/>
                  </a:lnTo>
                  <a:lnTo>
                    <a:pt x="1313959" y="1738570"/>
                  </a:lnTo>
                  <a:lnTo>
                    <a:pt x="1313954" y="1738558"/>
                  </a:lnTo>
                  <a:lnTo>
                    <a:pt x="1313948" y="1738541"/>
                  </a:lnTo>
                  <a:lnTo>
                    <a:pt x="1313943" y="1738533"/>
                  </a:lnTo>
                  <a:lnTo>
                    <a:pt x="1313930" y="1738514"/>
                  </a:lnTo>
                  <a:lnTo>
                    <a:pt x="1313915" y="1738496"/>
                  </a:lnTo>
                  <a:lnTo>
                    <a:pt x="1313909" y="1738489"/>
                  </a:lnTo>
                  <a:lnTo>
                    <a:pt x="1313899" y="1738481"/>
                  </a:lnTo>
                  <a:lnTo>
                    <a:pt x="1313882" y="1738468"/>
                  </a:lnTo>
                  <a:lnTo>
                    <a:pt x="1313871" y="1738461"/>
                  </a:lnTo>
                  <a:lnTo>
                    <a:pt x="1313865" y="1738462"/>
                  </a:lnTo>
                  <a:lnTo>
                    <a:pt x="1313847" y="1738466"/>
                  </a:lnTo>
                  <a:lnTo>
                    <a:pt x="1313830" y="1738470"/>
                  </a:lnTo>
                  <a:lnTo>
                    <a:pt x="1313817" y="1738471"/>
                  </a:lnTo>
                  <a:lnTo>
                    <a:pt x="1313808" y="1738470"/>
                  </a:lnTo>
                  <a:lnTo>
                    <a:pt x="1313778" y="1738460"/>
                  </a:lnTo>
                  <a:lnTo>
                    <a:pt x="1313760" y="1738455"/>
                  </a:lnTo>
                  <a:lnTo>
                    <a:pt x="1313743" y="1738448"/>
                  </a:lnTo>
                  <a:lnTo>
                    <a:pt x="1313709" y="1738425"/>
                  </a:lnTo>
                  <a:lnTo>
                    <a:pt x="1313693" y="1738410"/>
                  </a:lnTo>
                  <a:lnTo>
                    <a:pt x="1313678" y="1738393"/>
                  </a:lnTo>
                  <a:lnTo>
                    <a:pt x="1313663" y="1738374"/>
                  </a:lnTo>
                  <a:lnTo>
                    <a:pt x="1313652" y="1738362"/>
                  </a:lnTo>
                  <a:lnTo>
                    <a:pt x="1313647" y="1738359"/>
                  </a:lnTo>
                  <a:lnTo>
                    <a:pt x="1313639" y="1738357"/>
                  </a:lnTo>
                  <a:lnTo>
                    <a:pt x="1313613" y="1738353"/>
                  </a:lnTo>
                  <a:lnTo>
                    <a:pt x="1313595" y="1738352"/>
                  </a:lnTo>
                  <a:lnTo>
                    <a:pt x="1313578" y="1738349"/>
                  </a:lnTo>
                  <a:lnTo>
                    <a:pt x="1313561" y="1738348"/>
                  </a:lnTo>
                  <a:lnTo>
                    <a:pt x="1313543" y="1738347"/>
                  </a:lnTo>
                  <a:lnTo>
                    <a:pt x="1313506" y="1738351"/>
                  </a:lnTo>
                  <a:lnTo>
                    <a:pt x="1313495" y="1738357"/>
                  </a:lnTo>
                  <a:lnTo>
                    <a:pt x="1313478" y="1738366"/>
                  </a:lnTo>
                  <a:lnTo>
                    <a:pt x="1313461" y="1738371"/>
                  </a:lnTo>
                  <a:lnTo>
                    <a:pt x="1313443" y="1738373"/>
                  </a:lnTo>
                  <a:lnTo>
                    <a:pt x="1313426" y="1738372"/>
                  </a:lnTo>
                  <a:lnTo>
                    <a:pt x="1313409" y="1738370"/>
                  </a:lnTo>
                  <a:lnTo>
                    <a:pt x="1313391" y="1738376"/>
                  </a:lnTo>
                  <a:lnTo>
                    <a:pt x="1313376" y="1738388"/>
                  </a:lnTo>
                  <a:lnTo>
                    <a:pt x="1313371" y="1738394"/>
                  </a:lnTo>
                  <a:lnTo>
                    <a:pt x="1313366" y="1738408"/>
                  </a:lnTo>
                  <a:lnTo>
                    <a:pt x="1313364" y="1738417"/>
                  </a:lnTo>
                  <a:lnTo>
                    <a:pt x="1313359" y="1738426"/>
                  </a:lnTo>
                  <a:lnTo>
                    <a:pt x="1313354" y="1738431"/>
                  </a:lnTo>
                  <a:lnTo>
                    <a:pt x="1313343" y="1738436"/>
                  </a:lnTo>
                  <a:lnTo>
                    <a:pt x="1313326" y="1738439"/>
                  </a:lnTo>
                  <a:lnTo>
                    <a:pt x="1313308" y="1738441"/>
                  </a:lnTo>
                  <a:lnTo>
                    <a:pt x="1313290" y="1738446"/>
                  </a:lnTo>
                  <a:lnTo>
                    <a:pt x="1313281" y="1738445"/>
                  </a:lnTo>
                  <a:lnTo>
                    <a:pt x="1313268" y="1738440"/>
                  </a:lnTo>
                  <a:lnTo>
                    <a:pt x="1313259" y="1738437"/>
                  </a:lnTo>
                  <a:lnTo>
                    <a:pt x="1313251" y="1738432"/>
                  </a:lnTo>
                  <a:lnTo>
                    <a:pt x="1313228" y="1738406"/>
                  </a:lnTo>
                  <a:lnTo>
                    <a:pt x="1313214" y="1738388"/>
                  </a:lnTo>
                  <a:lnTo>
                    <a:pt x="1313202" y="1738370"/>
                  </a:lnTo>
                  <a:lnTo>
                    <a:pt x="1313196" y="1738356"/>
                  </a:lnTo>
                  <a:lnTo>
                    <a:pt x="1313186" y="1738345"/>
                  </a:lnTo>
                  <a:lnTo>
                    <a:pt x="1313181" y="1738341"/>
                  </a:lnTo>
                  <a:lnTo>
                    <a:pt x="1313175" y="1738339"/>
                  </a:lnTo>
                  <a:lnTo>
                    <a:pt x="1313158" y="1738336"/>
                  </a:lnTo>
                  <a:lnTo>
                    <a:pt x="1313140" y="1738334"/>
                  </a:lnTo>
                  <a:lnTo>
                    <a:pt x="1313123" y="1738334"/>
                  </a:lnTo>
                  <a:lnTo>
                    <a:pt x="1313108" y="1738330"/>
                  </a:lnTo>
                  <a:lnTo>
                    <a:pt x="1313103" y="1738326"/>
                  </a:lnTo>
                  <a:lnTo>
                    <a:pt x="1313097" y="1738313"/>
                  </a:lnTo>
                  <a:lnTo>
                    <a:pt x="1313086" y="1738292"/>
                  </a:lnTo>
                  <a:lnTo>
                    <a:pt x="1313075" y="1738273"/>
                  </a:lnTo>
                  <a:lnTo>
                    <a:pt x="1313059" y="1738259"/>
                  </a:lnTo>
                  <a:lnTo>
                    <a:pt x="1313042" y="1738253"/>
                  </a:lnTo>
                  <a:lnTo>
                    <a:pt x="1313025" y="1738244"/>
                  </a:lnTo>
                  <a:lnTo>
                    <a:pt x="1313018" y="1738239"/>
                  </a:lnTo>
                  <a:lnTo>
                    <a:pt x="1313007" y="1738235"/>
                  </a:lnTo>
                  <a:lnTo>
                    <a:pt x="1312990" y="1738229"/>
                  </a:lnTo>
                  <a:lnTo>
                    <a:pt x="1312977" y="1738226"/>
                  </a:lnTo>
                  <a:lnTo>
                    <a:pt x="1312973" y="1738222"/>
                  </a:lnTo>
                  <a:lnTo>
                    <a:pt x="1312968" y="1738213"/>
                  </a:lnTo>
                  <a:lnTo>
                    <a:pt x="1312967" y="1738203"/>
                  </a:lnTo>
                  <a:lnTo>
                    <a:pt x="1312967" y="1738197"/>
                  </a:lnTo>
                  <a:lnTo>
                    <a:pt x="1312961" y="1738176"/>
                  </a:lnTo>
                  <a:lnTo>
                    <a:pt x="1312956" y="1738161"/>
                  </a:lnTo>
                  <a:lnTo>
                    <a:pt x="1312952" y="1738148"/>
                  </a:lnTo>
                  <a:lnTo>
                    <a:pt x="1312953" y="1738129"/>
                  </a:lnTo>
                  <a:lnTo>
                    <a:pt x="1312951" y="1738110"/>
                  </a:lnTo>
                  <a:lnTo>
                    <a:pt x="1312948" y="1738099"/>
                  </a:lnTo>
                  <a:lnTo>
                    <a:pt x="1312948" y="1738092"/>
                  </a:lnTo>
                  <a:lnTo>
                    <a:pt x="1312951" y="1738078"/>
                  </a:lnTo>
                  <a:lnTo>
                    <a:pt x="1312960" y="1738063"/>
                  </a:lnTo>
                  <a:lnTo>
                    <a:pt x="1312965" y="1738055"/>
                  </a:lnTo>
                  <a:lnTo>
                    <a:pt x="1312972" y="1738047"/>
                  </a:lnTo>
                  <a:lnTo>
                    <a:pt x="1312972" y="1738039"/>
                  </a:lnTo>
                  <a:lnTo>
                    <a:pt x="1312959" y="1738018"/>
                  </a:lnTo>
                  <a:lnTo>
                    <a:pt x="1312954" y="1738007"/>
                  </a:lnTo>
                  <a:lnTo>
                    <a:pt x="1312953" y="1738000"/>
                  </a:lnTo>
                  <a:lnTo>
                    <a:pt x="1312953" y="1737981"/>
                  </a:lnTo>
                  <a:lnTo>
                    <a:pt x="1312955" y="1737971"/>
                  </a:lnTo>
                  <a:lnTo>
                    <a:pt x="1312960" y="1737963"/>
                  </a:lnTo>
                  <a:lnTo>
                    <a:pt x="1312965" y="1737953"/>
                  </a:lnTo>
                  <a:lnTo>
                    <a:pt x="1312972" y="1737944"/>
                  </a:lnTo>
                  <a:lnTo>
                    <a:pt x="1312985" y="1737930"/>
                  </a:lnTo>
                  <a:lnTo>
                    <a:pt x="1312986" y="1737920"/>
                  </a:lnTo>
                  <a:lnTo>
                    <a:pt x="1312985" y="1737914"/>
                  </a:lnTo>
                  <a:lnTo>
                    <a:pt x="1312982" y="1737909"/>
                  </a:lnTo>
                  <a:lnTo>
                    <a:pt x="1312964" y="1737895"/>
                  </a:lnTo>
                  <a:lnTo>
                    <a:pt x="1312947" y="1737888"/>
                  </a:lnTo>
                  <a:lnTo>
                    <a:pt x="1312935" y="1737880"/>
                  </a:lnTo>
                  <a:lnTo>
                    <a:pt x="1312930" y="1737874"/>
                  </a:lnTo>
                  <a:lnTo>
                    <a:pt x="1312920" y="1737861"/>
                  </a:lnTo>
                  <a:lnTo>
                    <a:pt x="1312914" y="1737858"/>
                  </a:lnTo>
                  <a:lnTo>
                    <a:pt x="1312897" y="1737850"/>
                  </a:lnTo>
                  <a:lnTo>
                    <a:pt x="1312879" y="1737851"/>
                  </a:lnTo>
                  <a:lnTo>
                    <a:pt x="1312862" y="1737851"/>
                  </a:lnTo>
                  <a:lnTo>
                    <a:pt x="1312845" y="1737857"/>
                  </a:lnTo>
                  <a:lnTo>
                    <a:pt x="1312833" y="1737859"/>
                  </a:lnTo>
                  <a:lnTo>
                    <a:pt x="1312819" y="1737866"/>
                  </a:lnTo>
                  <a:lnTo>
                    <a:pt x="1312810" y="1737873"/>
                  </a:lnTo>
                  <a:lnTo>
                    <a:pt x="1312800" y="1737882"/>
                  </a:lnTo>
                  <a:lnTo>
                    <a:pt x="1312793" y="1737885"/>
                  </a:lnTo>
                  <a:lnTo>
                    <a:pt x="1312776" y="1737895"/>
                  </a:lnTo>
                  <a:lnTo>
                    <a:pt x="1312758" y="1737902"/>
                  </a:lnTo>
                  <a:lnTo>
                    <a:pt x="1312741" y="1737911"/>
                  </a:lnTo>
                  <a:lnTo>
                    <a:pt x="1312726" y="1737916"/>
                  </a:lnTo>
                  <a:lnTo>
                    <a:pt x="1312698" y="1737911"/>
                  </a:lnTo>
                  <a:lnTo>
                    <a:pt x="1312687" y="1737911"/>
                  </a:lnTo>
                  <a:lnTo>
                    <a:pt x="1312684" y="1737917"/>
                  </a:lnTo>
                  <a:lnTo>
                    <a:pt x="1312685" y="1737926"/>
                  </a:lnTo>
                  <a:lnTo>
                    <a:pt x="1312687" y="1737945"/>
                  </a:lnTo>
                  <a:lnTo>
                    <a:pt x="1312688" y="1737964"/>
                  </a:lnTo>
                  <a:lnTo>
                    <a:pt x="1312685" y="1737982"/>
                  </a:lnTo>
                  <a:lnTo>
                    <a:pt x="1312682" y="1738001"/>
                  </a:lnTo>
                  <a:lnTo>
                    <a:pt x="1312676" y="1738019"/>
                  </a:lnTo>
                  <a:lnTo>
                    <a:pt x="1312663" y="1738032"/>
                  </a:lnTo>
                  <a:lnTo>
                    <a:pt x="1312651" y="1738036"/>
                  </a:lnTo>
                  <a:lnTo>
                    <a:pt x="1312642" y="1738036"/>
                  </a:lnTo>
                  <a:lnTo>
                    <a:pt x="1312620" y="1738033"/>
                  </a:lnTo>
                  <a:lnTo>
                    <a:pt x="1312607" y="1738032"/>
                  </a:lnTo>
                  <a:lnTo>
                    <a:pt x="1312590" y="1738034"/>
                  </a:lnTo>
                  <a:lnTo>
                    <a:pt x="1312572" y="1738037"/>
                  </a:lnTo>
                  <a:lnTo>
                    <a:pt x="1312555" y="1738042"/>
                  </a:lnTo>
                  <a:lnTo>
                    <a:pt x="1312537" y="1738056"/>
                  </a:lnTo>
                  <a:lnTo>
                    <a:pt x="1312523" y="1738070"/>
                  </a:lnTo>
                  <a:lnTo>
                    <a:pt x="1312504" y="1738055"/>
                  </a:lnTo>
                  <a:lnTo>
                    <a:pt x="1312488" y="1738036"/>
                  </a:lnTo>
                  <a:lnTo>
                    <a:pt x="1312473" y="1738020"/>
                  </a:lnTo>
                  <a:lnTo>
                    <a:pt x="1312461" y="1738001"/>
                  </a:lnTo>
                  <a:lnTo>
                    <a:pt x="1312449" y="1737982"/>
                  </a:lnTo>
                  <a:lnTo>
                    <a:pt x="1312446" y="1737971"/>
                  </a:lnTo>
                  <a:lnTo>
                    <a:pt x="1312451" y="1737964"/>
                  </a:lnTo>
                  <a:lnTo>
                    <a:pt x="1312466" y="1737949"/>
                  </a:lnTo>
                  <a:lnTo>
                    <a:pt x="1312477" y="1737931"/>
                  </a:lnTo>
                  <a:lnTo>
                    <a:pt x="1312486" y="1737913"/>
                  </a:lnTo>
                  <a:lnTo>
                    <a:pt x="1312493" y="1737894"/>
                  </a:lnTo>
                  <a:lnTo>
                    <a:pt x="1312498" y="1737878"/>
                  </a:lnTo>
                  <a:lnTo>
                    <a:pt x="1312493" y="1737855"/>
                  </a:lnTo>
                  <a:lnTo>
                    <a:pt x="1312487" y="1737846"/>
                  </a:lnTo>
                  <a:lnTo>
                    <a:pt x="1312476" y="1737830"/>
                  </a:lnTo>
                  <a:lnTo>
                    <a:pt x="1312466" y="1737811"/>
                  </a:lnTo>
                  <a:lnTo>
                    <a:pt x="1312458" y="1737793"/>
                  </a:lnTo>
                  <a:lnTo>
                    <a:pt x="1312445" y="1737755"/>
                  </a:lnTo>
                  <a:lnTo>
                    <a:pt x="1312437" y="1737737"/>
                  </a:lnTo>
                  <a:lnTo>
                    <a:pt x="1312421" y="1737718"/>
                  </a:lnTo>
                  <a:lnTo>
                    <a:pt x="1312403" y="1737704"/>
                  </a:lnTo>
                  <a:lnTo>
                    <a:pt x="1312389" y="1737695"/>
                  </a:lnTo>
                  <a:lnTo>
                    <a:pt x="1312371" y="1737688"/>
                  </a:lnTo>
                  <a:lnTo>
                    <a:pt x="1312371" y="1737681"/>
                  </a:lnTo>
                  <a:lnTo>
                    <a:pt x="1312374" y="1737673"/>
                  </a:lnTo>
                  <a:lnTo>
                    <a:pt x="1312391" y="1737670"/>
                  </a:lnTo>
                  <a:lnTo>
                    <a:pt x="1312406" y="1737662"/>
                  </a:lnTo>
                  <a:lnTo>
                    <a:pt x="1312414" y="1737657"/>
                  </a:lnTo>
                  <a:lnTo>
                    <a:pt x="1312419" y="1737648"/>
                  </a:lnTo>
                  <a:lnTo>
                    <a:pt x="1312432" y="1737630"/>
                  </a:lnTo>
                  <a:lnTo>
                    <a:pt x="1312449" y="1737623"/>
                  </a:lnTo>
                  <a:lnTo>
                    <a:pt x="1312467" y="1737617"/>
                  </a:lnTo>
                  <a:lnTo>
                    <a:pt x="1312484" y="1737613"/>
                  </a:lnTo>
                  <a:lnTo>
                    <a:pt x="1312501" y="1737610"/>
                  </a:lnTo>
                  <a:lnTo>
                    <a:pt x="1312511" y="1737607"/>
                  </a:lnTo>
                  <a:lnTo>
                    <a:pt x="1312519" y="1737602"/>
                  </a:lnTo>
                  <a:lnTo>
                    <a:pt x="1312529" y="1737594"/>
                  </a:lnTo>
                  <a:lnTo>
                    <a:pt x="1312534" y="1737586"/>
                  </a:lnTo>
                  <a:lnTo>
                    <a:pt x="1312545" y="1737575"/>
                  </a:lnTo>
                  <a:lnTo>
                    <a:pt x="1312549" y="1737572"/>
                  </a:lnTo>
                  <a:lnTo>
                    <a:pt x="1312567" y="1737571"/>
                  </a:lnTo>
                  <a:lnTo>
                    <a:pt x="1312579" y="1737573"/>
                  </a:lnTo>
                  <a:lnTo>
                    <a:pt x="1312584" y="1737575"/>
                  </a:lnTo>
                  <a:lnTo>
                    <a:pt x="1312600" y="1737576"/>
                  </a:lnTo>
                  <a:lnTo>
                    <a:pt x="1312619" y="1737569"/>
                  </a:lnTo>
                  <a:lnTo>
                    <a:pt x="1312636" y="1737566"/>
                  </a:lnTo>
                  <a:lnTo>
                    <a:pt x="1312645" y="1737562"/>
                  </a:lnTo>
                  <a:lnTo>
                    <a:pt x="1312652" y="1737555"/>
                  </a:lnTo>
                  <a:lnTo>
                    <a:pt x="1312670" y="1737547"/>
                  </a:lnTo>
                  <a:lnTo>
                    <a:pt x="1312688" y="1737542"/>
                  </a:lnTo>
                  <a:lnTo>
                    <a:pt x="1312705" y="1737536"/>
                  </a:lnTo>
                  <a:lnTo>
                    <a:pt x="1312719" y="1737531"/>
                  </a:lnTo>
                  <a:lnTo>
                    <a:pt x="1312755" y="1737507"/>
                  </a:lnTo>
                  <a:lnTo>
                    <a:pt x="1312762" y="1737502"/>
                  </a:lnTo>
                  <a:lnTo>
                    <a:pt x="1312780" y="1737486"/>
                  </a:lnTo>
                  <a:lnTo>
                    <a:pt x="1312794" y="1737469"/>
                  </a:lnTo>
                  <a:lnTo>
                    <a:pt x="1312801" y="1737450"/>
                  </a:lnTo>
                  <a:lnTo>
                    <a:pt x="1312810" y="1737432"/>
                  </a:lnTo>
                  <a:lnTo>
                    <a:pt x="1312814" y="1737418"/>
                  </a:lnTo>
                  <a:lnTo>
                    <a:pt x="1312818" y="1737411"/>
                  </a:lnTo>
                  <a:lnTo>
                    <a:pt x="1312828" y="1737395"/>
                  </a:lnTo>
                  <a:lnTo>
                    <a:pt x="1312841" y="1737377"/>
                  </a:lnTo>
                  <a:lnTo>
                    <a:pt x="1312856" y="1737361"/>
                  </a:lnTo>
                  <a:lnTo>
                    <a:pt x="1312872" y="1737343"/>
                  </a:lnTo>
                  <a:lnTo>
                    <a:pt x="1312881" y="1737327"/>
                  </a:lnTo>
                  <a:lnTo>
                    <a:pt x="1312889" y="1737306"/>
                  </a:lnTo>
                  <a:lnTo>
                    <a:pt x="1312894" y="1737288"/>
                  </a:lnTo>
                  <a:lnTo>
                    <a:pt x="1312896" y="1737269"/>
                  </a:lnTo>
                  <a:lnTo>
                    <a:pt x="1312898" y="1737251"/>
                  </a:lnTo>
                  <a:lnTo>
                    <a:pt x="1312894" y="1737232"/>
                  </a:lnTo>
                  <a:lnTo>
                    <a:pt x="1312894" y="1737211"/>
                  </a:lnTo>
                  <a:lnTo>
                    <a:pt x="1312897" y="1737201"/>
                  </a:lnTo>
                  <a:lnTo>
                    <a:pt x="1312908" y="1737189"/>
                  </a:lnTo>
                  <a:lnTo>
                    <a:pt x="1312918" y="1737182"/>
                  </a:lnTo>
                  <a:lnTo>
                    <a:pt x="1312926" y="1737176"/>
                  </a:lnTo>
                  <a:lnTo>
                    <a:pt x="1312961" y="1737158"/>
                  </a:lnTo>
                  <a:lnTo>
                    <a:pt x="1312977" y="1737153"/>
                  </a:lnTo>
                  <a:lnTo>
                    <a:pt x="1313000" y="1737152"/>
                  </a:lnTo>
                  <a:lnTo>
                    <a:pt x="1313017" y="1737152"/>
                  </a:lnTo>
                  <a:lnTo>
                    <a:pt x="1313036" y="1737149"/>
                  </a:lnTo>
                  <a:lnTo>
                    <a:pt x="1313040" y="1737143"/>
                  </a:lnTo>
                  <a:lnTo>
                    <a:pt x="1313039" y="1737133"/>
                  </a:lnTo>
                  <a:lnTo>
                    <a:pt x="1313039" y="1737115"/>
                  </a:lnTo>
                  <a:lnTo>
                    <a:pt x="1313038" y="1737096"/>
                  </a:lnTo>
                  <a:lnTo>
                    <a:pt x="1313039" y="1737078"/>
                  </a:lnTo>
                  <a:lnTo>
                    <a:pt x="1313042" y="1737059"/>
                  </a:lnTo>
                  <a:lnTo>
                    <a:pt x="1313038" y="1737038"/>
                  </a:lnTo>
                  <a:lnTo>
                    <a:pt x="1313029" y="1737022"/>
                  </a:lnTo>
                  <a:lnTo>
                    <a:pt x="1313018" y="1737004"/>
                  </a:lnTo>
                  <a:lnTo>
                    <a:pt x="1313009" y="1736985"/>
                  </a:lnTo>
                  <a:lnTo>
                    <a:pt x="1312996" y="1736961"/>
                  </a:lnTo>
                  <a:lnTo>
                    <a:pt x="1312987" y="1736947"/>
                  </a:lnTo>
                  <a:lnTo>
                    <a:pt x="1312973" y="1736929"/>
                  </a:lnTo>
                  <a:lnTo>
                    <a:pt x="1312956" y="1736914"/>
                  </a:lnTo>
                  <a:lnTo>
                    <a:pt x="1312939" y="1736905"/>
                  </a:lnTo>
                  <a:lnTo>
                    <a:pt x="1312927" y="1736900"/>
                  </a:lnTo>
                  <a:lnTo>
                    <a:pt x="1312920" y="1736895"/>
                  </a:lnTo>
                  <a:lnTo>
                    <a:pt x="1312914" y="1736884"/>
                  </a:lnTo>
                  <a:lnTo>
                    <a:pt x="1312905" y="1736866"/>
                  </a:lnTo>
                  <a:lnTo>
                    <a:pt x="1312901" y="1736863"/>
                  </a:lnTo>
                  <a:lnTo>
                    <a:pt x="1312883" y="1736851"/>
                  </a:lnTo>
                  <a:lnTo>
                    <a:pt x="1312866" y="1736838"/>
                  </a:lnTo>
                  <a:lnTo>
                    <a:pt x="1312850" y="1736824"/>
                  </a:lnTo>
                  <a:lnTo>
                    <a:pt x="1312835" y="1736802"/>
                  </a:lnTo>
                  <a:lnTo>
                    <a:pt x="1312826" y="1736795"/>
                  </a:lnTo>
                  <a:lnTo>
                    <a:pt x="1312809" y="1736784"/>
                  </a:lnTo>
                  <a:lnTo>
                    <a:pt x="1312802" y="1736777"/>
                  </a:lnTo>
                  <a:lnTo>
                    <a:pt x="1312797" y="1736768"/>
                  </a:lnTo>
                  <a:lnTo>
                    <a:pt x="1312787" y="1736747"/>
                  </a:lnTo>
                  <a:lnTo>
                    <a:pt x="1312781" y="1736729"/>
                  </a:lnTo>
                  <a:lnTo>
                    <a:pt x="1312777" y="1736710"/>
                  </a:lnTo>
                  <a:lnTo>
                    <a:pt x="1312779" y="1736702"/>
                  </a:lnTo>
                  <a:lnTo>
                    <a:pt x="1312776" y="1736692"/>
                  </a:lnTo>
                  <a:lnTo>
                    <a:pt x="1312769" y="1736673"/>
                  </a:lnTo>
                  <a:lnTo>
                    <a:pt x="1312769" y="1736667"/>
                  </a:lnTo>
                  <a:lnTo>
                    <a:pt x="1312772" y="1736660"/>
                  </a:lnTo>
                  <a:lnTo>
                    <a:pt x="1312777" y="1736656"/>
                  </a:lnTo>
                  <a:lnTo>
                    <a:pt x="1312788" y="1736647"/>
                  </a:lnTo>
                  <a:lnTo>
                    <a:pt x="1312793" y="1736645"/>
                  </a:lnTo>
                  <a:lnTo>
                    <a:pt x="1312809" y="1736636"/>
                  </a:lnTo>
                  <a:lnTo>
                    <a:pt x="1312826" y="1736623"/>
                  </a:lnTo>
                  <a:lnTo>
                    <a:pt x="1312836" y="1736620"/>
                  </a:lnTo>
                  <a:lnTo>
                    <a:pt x="1312846" y="1736620"/>
                  </a:lnTo>
                  <a:lnTo>
                    <a:pt x="1312863" y="1736616"/>
                  </a:lnTo>
                  <a:lnTo>
                    <a:pt x="1312881" y="1736608"/>
                  </a:lnTo>
                  <a:lnTo>
                    <a:pt x="1312916" y="1736589"/>
                  </a:lnTo>
                  <a:lnTo>
                    <a:pt x="1312932" y="1736574"/>
                  </a:lnTo>
                  <a:lnTo>
                    <a:pt x="1312945" y="1736556"/>
                  </a:lnTo>
                  <a:lnTo>
                    <a:pt x="1312953" y="1736549"/>
                  </a:lnTo>
                  <a:lnTo>
                    <a:pt x="1312963" y="1736544"/>
                  </a:lnTo>
                  <a:lnTo>
                    <a:pt x="1312970" y="1736542"/>
                  </a:lnTo>
                  <a:lnTo>
                    <a:pt x="1312980" y="1736542"/>
                  </a:lnTo>
                  <a:lnTo>
                    <a:pt x="1312996" y="1736543"/>
                  </a:lnTo>
                  <a:lnTo>
                    <a:pt x="1313015" y="1736540"/>
                  </a:lnTo>
                  <a:lnTo>
                    <a:pt x="1313032" y="1736537"/>
                  </a:lnTo>
                  <a:lnTo>
                    <a:pt x="1313049" y="1736538"/>
                  </a:lnTo>
                  <a:lnTo>
                    <a:pt x="1313067" y="1736543"/>
                  </a:lnTo>
                  <a:lnTo>
                    <a:pt x="1313084" y="1736546"/>
                  </a:lnTo>
                  <a:lnTo>
                    <a:pt x="1313101" y="1736550"/>
                  </a:lnTo>
                  <a:lnTo>
                    <a:pt x="1313119" y="1736551"/>
                  </a:lnTo>
                  <a:lnTo>
                    <a:pt x="1313129" y="1736553"/>
                  </a:lnTo>
                  <a:lnTo>
                    <a:pt x="1313136" y="1736552"/>
                  </a:lnTo>
                  <a:lnTo>
                    <a:pt x="1313152" y="1736549"/>
                  </a:lnTo>
                  <a:lnTo>
                    <a:pt x="1313171" y="1736534"/>
                  </a:lnTo>
                  <a:lnTo>
                    <a:pt x="1313186" y="1736517"/>
                  </a:lnTo>
                  <a:lnTo>
                    <a:pt x="1313192" y="1736507"/>
                  </a:lnTo>
                  <a:lnTo>
                    <a:pt x="1313192" y="1736498"/>
                  </a:lnTo>
                  <a:lnTo>
                    <a:pt x="1313194" y="1736480"/>
                  </a:lnTo>
                  <a:lnTo>
                    <a:pt x="1313191" y="1736463"/>
                  </a:lnTo>
                  <a:lnTo>
                    <a:pt x="1313182" y="1736443"/>
                  </a:lnTo>
                  <a:lnTo>
                    <a:pt x="1313180" y="1736424"/>
                  </a:lnTo>
                  <a:lnTo>
                    <a:pt x="1313184" y="1736406"/>
                  </a:lnTo>
                  <a:lnTo>
                    <a:pt x="1313180" y="1736382"/>
                  </a:lnTo>
                  <a:lnTo>
                    <a:pt x="1313174" y="1736369"/>
                  </a:lnTo>
                  <a:lnTo>
                    <a:pt x="1313169" y="1736350"/>
                  </a:lnTo>
                  <a:lnTo>
                    <a:pt x="1313164" y="1736338"/>
                  </a:lnTo>
                  <a:lnTo>
                    <a:pt x="1313160" y="1736331"/>
                  </a:lnTo>
                  <a:lnTo>
                    <a:pt x="1313149" y="1736313"/>
                  </a:lnTo>
                  <a:lnTo>
                    <a:pt x="1313138" y="1736294"/>
                  </a:lnTo>
                  <a:lnTo>
                    <a:pt x="1313135" y="1736276"/>
                  </a:lnTo>
                  <a:lnTo>
                    <a:pt x="1313135" y="1736257"/>
                  </a:lnTo>
                  <a:lnTo>
                    <a:pt x="1313141" y="1736239"/>
                  </a:lnTo>
                  <a:lnTo>
                    <a:pt x="1313146" y="1736202"/>
                  </a:lnTo>
                  <a:lnTo>
                    <a:pt x="1313150" y="1736185"/>
                  </a:lnTo>
                  <a:lnTo>
                    <a:pt x="1313157" y="1736179"/>
                  </a:lnTo>
                  <a:lnTo>
                    <a:pt x="1313169" y="1736179"/>
                  </a:lnTo>
                  <a:lnTo>
                    <a:pt x="1313184" y="1736180"/>
                  </a:lnTo>
                  <a:lnTo>
                    <a:pt x="1313204" y="1736177"/>
                  </a:lnTo>
                  <a:lnTo>
                    <a:pt x="1313221" y="1736171"/>
                  </a:lnTo>
                  <a:lnTo>
                    <a:pt x="1313229" y="1736168"/>
                  </a:lnTo>
                  <a:lnTo>
                    <a:pt x="1313239" y="1736168"/>
                  </a:lnTo>
                  <a:lnTo>
                    <a:pt x="1313256" y="1736170"/>
                  </a:lnTo>
                  <a:lnTo>
                    <a:pt x="1313263" y="1736172"/>
                  </a:lnTo>
                  <a:lnTo>
                    <a:pt x="1313271" y="1736169"/>
                  </a:lnTo>
                  <a:lnTo>
                    <a:pt x="1313291" y="1736156"/>
                  </a:lnTo>
                  <a:lnTo>
                    <a:pt x="1313306" y="1736144"/>
                  </a:lnTo>
                  <a:lnTo>
                    <a:pt x="1313312" y="1736140"/>
                  </a:lnTo>
                  <a:lnTo>
                    <a:pt x="1313326" y="1736133"/>
                  </a:lnTo>
                  <a:lnTo>
                    <a:pt x="1313341" y="1736128"/>
                  </a:lnTo>
                  <a:lnTo>
                    <a:pt x="1313360" y="1736130"/>
                  </a:lnTo>
                  <a:lnTo>
                    <a:pt x="1313378" y="1736134"/>
                  </a:lnTo>
                  <a:lnTo>
                    <a:pt x="1313395" y="1736139"/>
                  </a:lnTo>
                  <a:lnTo>
                    <a:pt x="1313404" y="1736138"/>
                  </a:lnTo>
                  <a:lnTo>
                    <a:pt x="1313413" y="1736134"/>
                  </a:lnTo>
                  <a:lnTo>
                    <a:pt x="1313430" y="1736127"/>
                  </a:lnTo>
                  <a:lnTo>
                    <a:pt x="1313443" y="1736123"/>
                  </a:lnTo>
                  <a:lnTo>
                    <a:pt x="1313451" y="1736118"/>
                  </a:lnTo>
                  <a:lnTo>
                    <a:pt x="1313454" y="1736105"/>
                  </a:lnTo>
                  <a:lnTo>
                    <a:pt x="1313449" y="1736092"/>
                  </a:lnTo>
                  <a:lnTo>
                    <a:pt x="1313444" y="1736073"/>
                  </a:lnTo>
                  <a:lnTo>
                    <a:pt x="1313438" y="1736054"/>
                  </a:lnTo>
                  <a:lnTo>
                    <a:pt x="1313438" y="1736041"/>
                  </a:lnTo>
                  <a:lnTo>
                    <a:pt x="1313445" y="1736029"/>
                  </a:lnTo>
                  <a:lnTo>
                    <a:pt x="1313451" y="1736023"/>
                  </a:lnTo>
                  <a:lnTo>
                    <a:pt x="1313456" y="1736019"/>
                  </a:lnTo>
                  <a:lnTo>
                    <a:pt x="1313491" y="1735998"/>
                  </a:lnTo>
                  <a:lnTo>
                    <a:pt x="1313508" y="1735989"/>
                  </a:lnTo>
                  <a:lnTo>
                    <a:pt x="1313526" y="1735978"/>
                  </a:lnTo>
                  <a:lnTo>
                    <a:pt x="1313534" y="1735971"/>
                  </a:lnTo>
                  <a:lnTo>
                    <a:pt x="1313561" y="1735958"/>
                  </a:lnTo>
                  <a:lnTo>
                    <a:pt x="1313578" y="1735952"/>
                  </a:lnTo>
                  <a:lnTo>
                    <a:pt x="1313596" y="1735947"/>
                  </a:lnTo>
                  <a:lnTo>
                    <a:pt x="1313606" y="1735943"/>
                  </a:lnTo>
                  <a:lnTo>
                    <a:pt x="1313613" y="1735940"/>
                  </a:lnTo>
                  <a:lnTo>
                    <a:pt x="1313626" y="1735932"/>
                  </a:lnTo>
                  <a:lnTo>
                    <a:pt x="1313630" y="1735927"/>
                  </a:lnTo>
                  <a:lnTo>
                    <a:pt x="1313632" y="1735922"/>
                  </a:lnTo>
                  <a:lnTo>
                    <a:pt x="1313633" y="1735908"/>
                  </a:lnTo>
                  <a:lnTo>
                    <a:pt x="1313633" y="1735861"/>
                  </a:lnTo>
                  <a:lnTo>
                    <a:pt x="1313626" y="1735811"/>
                  </a:lnTo>
                  <a:lnTo>
                    <a:pt x="1313627" y="1735800"/>
                  </a:lnTo>
                  <a:lnTo>
                    <a:pt x="1313626" y="1735788"/>
                  </a:lnTo>
                  <a:lnTo>
                    <a:pt x="1313627" y="1735749"/>
                  </a:lnTo>
                  <a:lnTo>
                    <a:pt x="1313627" y="1735731"/>
                  </a:lnTo>
                  <a:lnTo>
                    <a:pt x="1313630" y="1735712"/>
                  </a:lnTo>
                  <a:lnTo>
                    <a:pt x="1313633" y="1735694"/>
                  </a:lnTo>
                  <a:lnTo>
                    <a:pt x="1313637" y="1735644"/>
                  </a:lnTo>
                  <a:lnTo>
                    <a:pt x="1313637" y="1735625"/>
                  </a:lnTo>
                  <a:lnTo>
                    <a:pt x="1313639" y="1735606"/>
                  </a:lnTo>
                  <a:lnTo>
                    <a:pt x="1313643" y="1735588"/>
                  </a:lnTo>
                  <a:lnTo>
                    <a:pt x="1313652" y="1735540"/>
                  </a:lnTo>
                  <a:lnTo>
                    <a:pt x="1313657" y="1735526"/>
                  </a:lnTo>
                  <a:lnTo>
                    <a:pt x="1313660" y="1735522"/>
                  </a:lnTo>
                  <a:lnTo>
                    <a:pt x="1313668" y="1735514"/>
                  </a:lnTo>
                  <a:lnTo>
                    <a:pt x="1313677" y="1735508"/>
                  </a:lnTo>
                  <a:lnTo>
                    <a:pt x="1313694" y="1735499"/>
                  </a:lnTo>
                  <a:lnTo>
                    <a:pt x="1313729" y="1735477"/>
                  </a:lnTo>
                  <a:lnTo>
                    <a:pt x="1313740" y="1735474"/>
                  </a:lnTo>
                  <a:lnTo>
                    <a:pt x="1313764" y="1735473"/>
                  </a:lnTo>
                  <a:lnTo>
                    <a:pt x="1313774" y="1735473"/>
                  </a:lnTo>
                  <a:lnTo>
                    <a:pt x="1313793" y="1735467"/>
                  </a:lnTo>
                  <a:lnTo>
                    <a:pt x="1313827" y="1735448"/>
                  </a:lnTo>
                  <a:lnTo>
                    <a:pt x="1313845" y="1735436"/>
                  </a:lnTo>
                  <a:lnTo>
                    <a:pt x="1313878" y="1735417"/>
                  </a:lnTo>
                  <a:lnTo>
                    <a:pt x="1313890" y="1735409"/>
                  </a:lnTo>
                  <a:lnTo>
                    <a:pt x="1313896" y="1735403"/>
                  </a:lnTo>
                  <a:lnTo>
                    <a:pt x="1313906" y="1735385"/>
                  </a:lnTo>
                  <a:lnTo>
                    <a:pt x="1313919" y="1735368"/>
                  </a:lnTo>
                  <a:lnTo>
                    <a:pt x="1313926" y="1735357"/>
                  </a:lnTo>
                  <a:lnTo>
                    <a:pt x="1313940" y="1735331"/>
                  </a:lnTo>
                  <a:lnTo>
                    <a:pt x="1313953" y="1735313"/>
                  </a:lnTo>
                  <a:lnTo>
                    <a:pt x="1313958" y="1735295"/>
                  </a:lnTo>
                  <a:lnTo>
                    <a:pt x="1313957" y="1735276"/>
                  </a:lnTo>
                  <a:lnTo>
                    <a:pt x="1313951" y="1735263"/>
                  </a:lnTo>
                  <a:lnTo>
                    <a:pt x="1313945" y="1735239"/>
                  </a:lnTo>
                  <a:lnTo>
                    <a:pt x="1313940" y="1735220"/>
                  </a:lnTo>
                  <a:lnTo>
                    <a:pt x="1313937" y="1735182"/>
                  </a:lnTo>
                  <a:lnTo>
                    <a:pt x="1313942" y="1735174"/>
                  </a:lnTo>
                  <a:lnTo>
                    <a:pt x="1313950" y="1735164"/>
                  </a:lnTo>
                  <a:lnTo>
                    <a:pt x="1313954" y="1735156"/>
                  </a:lnTo>
                  <a:lnTo>
                    <a:pt x="1313960" y="1735138"/>
                  </a:lnTo>
                  <a:lnTo>
                    <a:pt x="1313963" y="1735120"/>
                  </a:lnTo>
                  <a:lnTo>
                    <a:pt x="1313965" y="1735101"/>
                  </a:lnTo>
                  <a:lnTo>
                    <a:pt x="1313966" y="1735083"/>
                  </a:lnTo>
                  <a:lnTo>
                    <a:pt x="1313967" y="1735064"/>
                  </a:lnTo>
                  <a:lnTo>
                    <a:pt x="1313966" y="1735046"/>
                  </a:lnTo>
                  <a:lnTo>
                    <a:pt x="1313966" y="1735008"/>
                  </a:lnTo>
                  <a:lnTo>
                    <a:pt x="1313972" y="1734990"/>
                  </a:lnTo>
                  <a:lnTo>
                    <a:pt x="1313980" y="1734953"/>
                  </a:lnTo>
                  <a:lnTo>
                    <a:pt x="1313983" y="1734935"/>
                  </a:lnTo>
                  <a:lnTo>
                    <a:pt x="1313986" y="1734917"/>
                  </a:lnTo>
                  <a:lnTo>
                    <a:pt x="1313991" y="1734898"/>
                  </a:lnTo>
                  <a:lnTo>
                    <a:pt x="1313993" y="1734890"/>
                  </a:lnTo>
                  <a:lnTo>
                    <a:pt x="1313996" y="1734861"/>
                  </a:lnTo>
                  <a:lnTo>
                    <a:pt x="1313993" y="1734848"/>
                  </a:lnTo>
                  <a:lnTo>
                    <a:pt x="1313988" y="1734840"/>
                  </a:lnTo>
                  <a:lnTo>
                    <a:pt x="1313982" y="1734825"/>
                  </a:lnTo>
                  <a:lnTo>
                    <a:pt x="1313979" y="1734812"/>
                  </a:lnTo>
                  <a:lnTo>
                    <a:pt x="1313983" y="1734797"/>
                  </a:lnTo>
                  <a:lnTo>
                    <a:pt x="1313989" y="1734788"/>
                  </a:lnTo>
                  <a:lnTo>
                    <a:pt x="1314003" y="1734770"/>
                  </a:lnTo>
                  <a:lnTo>
                    <a:pt x="1314007" y="1734766"/>
                  </a:lnTo>
                  <a:lnTo>
                    <a:pt x="1314059" y="1734737"/>
                  </a:lnTo>
                  <a:lnTo>
                    <a:pt x="1314067" y="1734733"/>
                  </a:lnTo>
                  <a:lnTo>
                    <a:pt x="1314079" y="1734712"/>
                  </a:lnTo>
                  <a:lnTo>
                    <a:pt x="1314081" y="1734679"/>
                  </a:lnTo>
                  <a:lnTo>
                    <a:pt x="1314076" y="1734639"/>
                  </a:lnTo>
                  <a:lnTo>
                    <a:pt x="1314075" y="1734605"/>
                  </a:lnTo>
                  <a:lnTo>
                    <a:pt x="1314072" y="1734557"/>
                  </a:lnTo>
                  <a:lnTo>
                    <a:pt x="1314069" y="1734534"/>
                  </a:lnTo>
                  <a:lnTo>
                    <a:pt x="1314066" y="1734528"/>
                  </a:lnTo>
                  <a:lnTo>
                    <a:pt x="1314059" y="1734520"/>
                  </a:lnTo>
                  <a:lnTo>
                    <a:pt x="1314051" y="1734509"/>
                  </a:lnTo>
                  <a:lnTo>
                    <a:pt x="1314033" y="1734496"/>
                  </a:lnTo>
                  <a:lnTo>
                    <a:pt x="1314024" y="1734489"/>
                  </a:lnTo>
                  <a:lnTo>
                    <a:pt x="1314016" y="1734481"/>
                  </a:lnTo>
                  <a:lnTo>
                    <a:pt x="1314002" y="1734463"/>
                  </a:lnTo>
                  <a:lnTo>
                    <a:pt x="1313992" y="1734453"/>
                  </a:lnTo>
                  <a:lnTo>
                    <a:pt x="1313986" y="1734451"/>
                  </a:lnTo>
                  <a:lnTo>
                    <a:pt x="1313978" y="1734448"/>
                  </a:lnTo>
                  <a:lnTo>
                    <a:pt x="1313969" y="1734448"/>
                  </a:lnTo>
                  <a:lnTo>
                    <a:pt x="1313952" y="1734449"/>
                  </a:lnTo>
                  <a:lnTo>
                    <a:pt x="1313936" y="1734441"/>
                  </a:lnTo>
                  <a:lnTo>
                    <a:pt x="1313928" y="1734432"/>
                  </a:lnTo>
                  <a:lnTo>
                    <a:pt x="1313924" y="1734426"/>
                  </a:lnTo>
                  <a:lnTo>
                    <a:pt x="1313924" y="1734403"/>
                  </a:lnTo>
                  <a:lnTo>
                    <a:pt x="1313926" y="1734384"/>
                  </a:lnTo>
                  <a:lnTo>
                    <a:pt x="1313926" y="1734366"/>
                  </a:lnTo>
                  <a:lnTo>
                    <a:pt x="1313922" y="1734352"/>
                  </a:lnTo>
                  <a:lnTo>
                    <a:pt x="1313918" y="1734347"/>
                  </a:lnTo>
                  <a:lnTo>
                    <a:pt x="1313909" y="1734322"/>
                  </a:lnTo>
                  <a:lnTo>
                    <a:pt x="1313898" y="1734312"/>
                  </a:lnTo>
                  <a:lnTo>
                    <a:pt x="1313883" y="1734309"/>
                  </a:lnTo>
                  <a:lnTo>
                    <a:pt x="1313875" y="1734308"/>
                  </a:lnTo>
                  <a:lnTo>
                    <a:pt x="1313857" y="1734297"/>
                  </a:lnTo>
                  <a:lnTo>
                    <a:pt x="1313852" y="1734282"/>
                  </a:lnTo>
                  <a:lnTo>
                    <a:pt x="1313851" y="1734262"/>
                  </a:lnTo>
                  <a:lnTo>
                    <a:pt x="1313850" y="1734243"/>
                  </a:lnTo>
                  <a:lnTo>
                    <a:pt x="1313850" y="1734225"/>
                  </a:lnTo>
                  <a:lnTo>
                    <a:pt x="1313848" y="1734207"/>
                  </a:lnTo>
                  <a:lnTo>
                    <a:pt x="1313848" y="1734198"/>
                  </a:lnTo>
                  <a:lnTo>
                    <a:pt x="1313842" y="1734161"/>
                  </a:lnTo>
                  <a:lnTo>
                    <a:pt x="1313838" y="1734143"/>
                  </a:lnTo>
                  <a:lnTo>
                    <a:pt x="1313838" y="1734135"/>
                  </a:lnTo>
                  <a:lnTo>
                    <a:pt x="1313831" y="1734119"/>
                  </a:lnTo>
                  <a:lnTo>
                    <a:pt x="1313824" y="1734111"/>
                  </a:lnTo>
                  <a:lnTo>
                    <a:pt x="1313819" y="1734109"/>
                  </a:lnTo>
                  <a:lnTo>
                    <a:pt x="1313807" y="1734103"/>
                  </a:lnTo>
                  <a:lnTo>
                    <a:pt x="1313802" y="1734100"/>
                  </a:lnTo>
                  <a:lnTo>
                    <a:pt x="1313789" y="1734092"/>
                  </a:lnTo>
                  <a:lnTo>
                    <a:pt x="1313770" y="1734071"/>
                  </a:lnTo>
                  <a:lnTo>
                    <a:pt x="1313758" y="1734055"/>
                  </a:lnTo>
                  <a:lnTo>
                    <a:pt x="1313753" y="1734034"/>
                  </a:lnTo>
                  <a:lnTo>
                    <a:pt x="1313748" y="1734015"/>
                  </a:lnTo>
                  <a:lnTo>
                    <a:pt x="1313744" y="1734002"/>
                  </a:lnTo>
                  <a:lnTo>
                    <a:pt x="1313741" y="1733997"/>
                  </a:lnTo>
                  <a:lnTo>
                    <a:pt x="1313726" y="1733981"/>
                  </a:lnTo>
                  <a:lnTo>
                    <a:pt x="1313711" y="1733963"/>
                  </a:lnTo>
                  <a:lnTo>
                    <a:pt x="1313701" y="1733954"/>
                  </a:lnTo>
                  <a:lnTo>
                    <a:pt x="1313695" y="1733951"/>
                  </a:lnTo>
                  <a:lnTo>
                    <a:pt x="1313678" y="1733946"/>
                  </a:lnTo>
                  <a:lnTo>
                    <a:pt x="1313660" y="1733939"/>
                  </a:lnTo>
                  <a:lnTo>
                    <a:pt x="1313651" y="1733933"/>
                  </a:lnTo>
                  <a:lnTo>
                    <a:pt x="1313643" y="1733925"/>
                  </a:lnTo>
                  <a:lnTo>
                    <a:pt x="1313633" y="1733915"/>
                  </a:lnTo>
                  <a:lnTo>
                    <a:pt x="1313626" y="1733912"/>
                  </a:lnTo>
                  <a:lnTo>
                    <a:pt x="1313609" y="1733906"/>
                  </a:lnTo>
                  <a:lnTo>
                    <a:pt x="1313604" y="1733903"/>
                  </a:lnTo>
                  <a:lnTo>
                    <a:pt x="1313576" y="1733878"/>
                  </a:lnTo>
                  <a:lnTo>
                    <a:pt x="1313562" y="1733851"/>
                  </a:lnTo>
                  <a:lnTo>
                    <a:pt x="1313556" y="1733840"/>
                  </a:lnTo>
                  <a:lnTo>
                    <a:pt x="1313539" y="1733825"/>
                  </a:lnTo>
                  <a:lnTo>
                    <a:pt x="1313522" y="1733817"/>
                  </a:lnTo>
                  <a:lnTo>
                    <a:pt x="1313504" y="1733816"/>
                  </a:lnTo>
                  <a:lnTo>
                    <a:pt x="1313487" y="1733811"/>
                  </a:lnTo>
                  <a:lnTo>
                    <a:pt x="1313471" y="1733800"/>
                  </a:lnTo>
                  <a:lnTo>
                    <a:pt x="1313461" y="1733790"/>
                  </a:lnTo>
                  <a:lnTo>
                    <a:pt x="1313450" y="1733781"/>
                  </a:lnTo>
                  <a:lnTo>
                    <a:pt x="1313444" y="1733780"/>
                  </a:lnTo>
                  <a:lnTo>
                    <a:pt x="1313426" y="1733776"/>
                  </a:lnTo>
                  <a:lnTo>
                    <a:pt x="1313409" y="1733775"/>
                  </a:lnTo>
                  <a:lnTo>
                    <a:pt x="1313391" y="1733775"/>
                  </a:lnTo>
                  <a:lnTo>
                    <a:pt x="1313384" y="1733778"/>
                  </a:lnTo>
                  <a:lnTo>
                    <a:pt x="1313379" y="1733789"/>
                  </a:lnTo>
                  <a:lnTo>
                    <a:pt x="1313376" y="1733804"/>
                  </a:lnTo>
                  <a:lnTo>
                    <a:pt x="1313368" y="1733817"/>
                  </a:lnTo>
                  <a:lnTo>
                    <a:pt x="1313360" y="1733821"/>
                  </a:lnTo>
                  <a:lnTo>
                    <a:pt x="1313354" y="1733821"/>
                  </a:lnTo>
                  <a:lnTo>
                    <a:pt x="1313345" y="1733817"/>
                  </a:lnTo>
                  <a:lnTo>
                    <a:pt x="1313325" y="1733808"/>
                  </a:lnTo>
                  <a:lnTo>
                    <a:pt x="1313317" y="1733804"/>
                  </a:lnTo>
                  <a:lnTo>
                    <a:pt x="1313308" y="1733803"/>
                  </a:lnTo>
                  <a:lnTo>
                    <a:pt x="1313290" y="1733804"/>
                  </a:lnTo>
                  <a:lnTo>
                    <a:pt x="1313273" y="1733811"/>
                  </a:lnTo>
                  <a:lnTo>
                    <a:pt x="1313255" y="1733821"/>
                  </a:lnTo>
                  <a:lnTo>
                    <a:pt x="1313240" y="1733826"/>
                  </a:lnTo>
                  <a:lnTo>
                    <a:pt x="1313220" y="1733823"/>
                  </a:lnTo>
                  <a:lnTo>
                    <a:pt x="1313203" y="1733820"/>
                  </a:lnTo>
                  <a:lnTo>
                    <a:pt x="1313186" y="1733819"/>
                  </a:lnTo>
                  <a:lnTo>
                    <a:pt x="1313169" y="1733820"/>
                  </a:lnTo>
                  <a:lnTo>
                    <a:pt x="1313159" y="1733820"/>
                  </a:lnTo>
                  <a:lnTo>
                    <a:pt x="1313151" y="1733822"/>
                  </a:lnTo>
                  <a:lnTo>
                    <a:pt x="1313138" y="1733822"/>
                  </a:lnTo>
                  <a:lnTo>
                    <a:pt x="1313134" y="1733820"/>
                  </a:lnTo>
                  <a:lnTo>
                    <a:pt x="1313125" y="1733801"/>
                  </a:lnTo>
                  <a:lnTo>
                    <a:pt x="1313114" y="1733782"/>
                  </a:lnTo>
                  <a:lnTo>
                    <a:pt x="1313102" y="1733764"/>
                  </a:lnTo>
                  <a:lnTo>
                    <a:pt x="1313088" y="1733749"/>
                  </a:lnTo>
                  <a:lnTo>
                    <a:pt x="1313069" y="1733740"/>
                  </a:lnTo>
                  <a:lnTo>
                    <a:pt x="1313062" y="1733738"/>
                  </a:lnTo>
                  <a:lnTo>
                    <a:pt x="1313053" y="1733744"/>
                  </a:lnTo>
                  <a:lnTo>
                    <a:pt x="1313044" y="1733757"/>
                  </a:lnTo>
                  <a:lnTo>
                    <a:pt x="1313036" y="1733761"/>
                  </a:lnTo>
                  <a:lnTo>
                    <a:pt x="1313019" y="1733761"/>
                  </a:lnTo>
                  <a:lnTo>
                    <a:pt x="1313001" y="1733758"/>
                  </a:lnTo>
                  <a:lnTo>
                    <a:pt x="1312984" y="1733760"/>
                  </a:lnTo>
                  <a:lnTo>
                    <a:pt x="1312966" y="1733758"/>
                  </a:lnTo>
                  <a:lnTo>
                    <a:pt x="1312949" y="1733757"/>
                  </a:lnTo>
                  <a:lnTo>
                    <a:pt x="1312914" y="1733756"/>
                  </a:lnTo>
                  <a:lnTo>
                    <a:pt x="1312897" y="1733757"/>
                  </a:lnTo>
                  <a:lnTo>
                    <a:pt x="1312880" y="1733760"/>
                  </a:lnTo>
                  <a:lnTo>
                    <a:pt x="1312869" y="1733764"/>
                  </a:lnTo>
                  <a:lnTo>
                    <a:pt x="1312854" y="1733764"/>
                  </a:lnTo>
                  <a:lnTo>
                    <a:pt x="1312845" y="1733760"/>
                  </a:lnTo>
                  <a:lnTo>
                    <a:pt x="1312827" y="1733744"/>
                  </a:lnTo>
                  <a:lnTo>
                    <a:pt x="1312810" y="1733725"/>
                  </a:lnTo>
                  <a:lnTo>
                    <a:pt x="1312801" y="1733716"/>
                  </a:lnTo>
                  <a:lnTo>
                    <a:pt x="1312793" y="1733714"/>
                  </a:lnTo>
                  <a:lnTo>
                    <a:pt x="1312776" y="1733720"/>
                  </a:lnTo>
                  <a:lnTo>
                    <a:pt x="1312745" y="1733725"/>
                  </a:lnTo>
                  <a:lnTo>
                    <a:pt x="1312710" y="1733723"/>
                  </a:lnTo>
                  <a:lnTo>
                    <a:pt x="1312691" y="1733717"/>
                  </a:lnTo>
                  <a:lnTo>
                    <a:pt x="1312674" y="1733718"/>
                  </a:lnTo>
                  <a:lnTo>
                    <a:pt x="1312639" y="1733722"/>
                  </a:lnTo>
                  <a:lnTo>
                    <a:pt x="1312623" y="1733721"/>
                  </a:lnTo>
                  <a:lnTo>
                    <a:pt x="1312610" y="1733721"/>
                  </a:lnTo>
                  <a:lnTo>
                    <a:pt x="1312601" y="1733723"/>
                  </a:lnTo>
                  <a:lnTo>
                    <a:pt x="1312595" y="1733727"/>
                  </a:lnTo>
                  <a:lnTo>
                    <a:pt x="1312587" y="1733733"/>
                  </a:lnTo>
                  <a:lnTo>
                    <a:pt x="1312571" y="1733747"/>
                  </a:lnTo>
                  <a:lnTo>
                    <a:pt x="1312553" y="1733762"/>
                  </a:lnTo>
                  <a:lnTo>
                    <a:pt x="1312535" y="1733778"/>
                  </a:lnTo>
                  <a:lnTo>
                    <a:pt x="1312524" y="1733781"/>
                  </a:lnTo>
                  <a:lnTo>
                    <a:pt x="1312518" y="1733781"/>
                  </a:lnTo>
                  <a:lnTo>
                    <a:pt x="1312506" y="1733772"/>
                  </a:lnTo>
                  <a:lnTo>
                    <a:pt x="1312502" y="1733766"/>
                  </a:lnTo>
                  <a:lnTo>
                    <a:pt x="1312488" y="1733747"/>
                  </a:lnTo>
                  <a:lnTo>
                    <a:pt x="1312473" y="1733734"/>
                  </a:lnTo>
                  <a:lnTo>
                    <a:pt x="1312456" y="1733722"/>
                  </a:lnTo>
                  <a:lnTo>
                    <a:pt x="1312439" y="1733708"/>
                  </a:lnTo>
                  <a:lnTo>
                    <a:pt x="1312423" y="1733692"/>
                  </a:lnTo>
                  <a:lnTo>
                    <a:pt x="1312414" y="1733683"/>
                  </a:lnTo>
                  <a:lnTo>
                    <a:pt x="1312411" y="1733676"/>
                  </a:lnTo>
                  <a:lnTo>
                    <a:pt x="1312408" y="1733667"/>
                  </a:lnTo>
                  <a:lnTo>
                    <a:pt x="1312407" y="1733657"/>
                  </a:lnTo>
                  <a:lnTo>
                    <a:pt x="1312398" y="1733639"/>
                  </a:lnTo>
                  <a:lnTo>
                    <a:pt x="1312395" y="1733632"/>
                  </a:lnTo>
                  <a:lnTo>
                    <a:pt x="1312384" y="1733623"/>
                  </a:lnTo>
                  <a:lnTo>
                    <a:pt x="1312378" y="1733616"/>
                  </a:lnTo>
                  <a:lnTo>
                    <a:pt x="1312377" y="1733607"/>
                  </a:lnTo>
                  <a:lnTo>
                    <a:pt x="1312380" y="1733598"/>
                  </a:lnTo>
                  <a:lnTo>
                    <a:pt x="1312387" y="1733587"/>
                  </a:lnTo>
                  <a:lnTo>
                    <a:pt x="1312398" y="1733568"/>
                  </a:lnTo>
                  <a:lnTo>
                    <a:pt x="1312400" y="1733560"/>
                  </a:lnTo>
                  <a:lnTo>
                    <a:pt x="1312400" y="1733550"/>
                  </a:lnTo>
                  <a:lnTo>
                    <a:pt x="1312402" y="1733537"/>
                  </a:lnTo>
                  <a:lnTo>
                    <a:pt x="1312401" y="1733513"/>
                  </a:lnTo>
                  <a:lnTo>
                    <a:pt x="1312397" y="1733495"/>
                  </a:lnTo>
                  <a:lnTo>
                    <a:pt x="1312398" y="1733476"/>
                  </a:lnTo>
                  <a:lnTo>
                    <a:pt x="1312397" y="1733457"/>
                  </a:lnTo>
                  <a:lnTo>
                    <a:pt x="1312397" y="1733439"/>
                  </a:lnTo>
                  <a:lnTo>
                    <a:pt x="1312396" y="1733418"/>
                  </a:lnTo>
                  <a:lnTo>
                    <a:pt x="1312392" y="1733414"/>
                  </a:lnTo>
                  <a:lnTo>
                    <a:pt x="1312381" y="1733414"/>
                  </a:lnTo>
                  <a:lnTo>
                    <a:pt x="1312364" y="1733413"/>
                  </a:lnTo>
                  <a:lnTo>
                    <a:pt x="1312346" y="1733411"/>
                  </a:lnTo>
                  <a:lnTo>
                    <a:pt x="1312329" y="1733407"/>
                  </a:lnTo>
                  <a:lnTo>
                    <a:pt x="1312312" y="1733403"/>
                  </a:lnTo>
                  <a:lnTo>
                    <a:pt x="1312303" y="1733398"/>
                  </a:lnTo>
                  <a:lnTo>
                    <a:pt x="1312303" y="1733389"/>
                  </a:lnTo>
                  <a:lnTo>
                    <a:pt x="1312306" y="1733371"/>
                  </a:lnTo>
                  <a:lnTo>
                    <a:pt x="1312310" y="1733353"/>
                  </a:lnTo>
                  <a:lnTo>
                    <a:pt x="1312308" y="1733345"/>
                  </a:lnTo>
                  <a:lnTo>
                    <a:pt x="1312298" y="1733340"/>
                  </a:lnTo>
                  <a:lnTo>
                    <a:pt x="1312280" y="1733334"/>
                  </a:lnTo>
                  <a:lnTo>
                    <a:pt x="1312263" y="1733322"/>
                  </a:lnTo>
                  <a:lnTo>
                    <a:pt x="1312247" y="1733305"/>
                  </a:lnTo>
                  <a:lnTo>
                    <a:pt x="1312242" y="1733288"/>
                  </a:lnTo>
                  <a:lnTo>
                    <a:pt x="1312237" y="1733269"/>
                  </a:lnTo>
                  <a:lnTo>
                    <a:pt x="1312232" y="1733250"/>
                  </a:lnTo>
                  <a:lnTo>
                    <a:pt x="1312226" y="1733232"/>
                  </a:lnTo>
                  <a:lnTo>
                    <a:pt x="1312223" y="1733213"/>
                  </a:lnTo>
                  <a:lnTo>
                    <a:pt x="1312220" y="1733202"/>
                  </a:lnTo>
                  <a:lnTo>
                    <a:pt x="1312214" y="1733198"/>
                  </a:lnTo>
                  <a:lnTo>
                    <a:pt x="1312202" y="1733202"/>
                  </a:lnTo>
                  <a:lnTo>
                    <a:pt x="1312186" y="1733203"/>
                  </a:lnTo>
                  <a:lnTo>
                    <a:pt x="1312178" y="1733202"/>
                  </a:lnTo>
                  <a:lnTo>
                    <a:pt x="1312167" y="1733198"/>
                  </a:lnTo>
                  <a:lnTo>
                    <a:pt x="1312160" y="1733193"/>
                  </a:lnTo>
                  <a:lnTo>
                    <a:pt x="1312145" y="1733176"/>
                  </a:lnTo>
                  <a:lnTo>
                    <a:pt x="1312131" y="1733165"/>
                  </a:lnTo>
                  <a:lnTo>
                    <a:pt x="1312111" y="1733156"/>
                  </a:lnTo>
                  <a:lnTo>
                    <a:pt x="1312101" y="1733152"/>
                  </a:lnTo>
                  <a:lnTo>
                    <a:pt x="1312094" y="1733152"/>
                  </a:lnTo>
                  <a:lnTo>
                    <a:pt x="1312077" y="1733155"/>
                  </a:lnTo>
                  <a:lnTo>
                    <a:pt x="1312042" y="1733160"/>
                  </a:lnTo>
                  <a:lnTo>
                    <a:pt x="1312024" y="1733159"/>
                  </a:lnTo>
                  <a:lnTo>
                    <a:pt x="1312007" y="1733156"/>
                  </a:lnTo>
                  <a:lnTo>
                    <a:pt x="1311989" y="1733156"/>
                  </a:lnTo>
                  <a:lnTo>
                    <a:pt x="1311978" y="1733158"/>
                  </a:lnTo>
                  <a:lnTo>
                    <a:pt x="1311961" y="1733165"/>
                  </a:lnTo>
                  <a:lnTo>
                    <a:pt x="1311955" y="1733167"/>
                  </a:lnTo>
                  <a:lnTo>
                    <a:pt x="1311935" y="1733177"/>
                  </a:lnTo>
                  <a:lnTo>
                    <a:pt x="1311923" y="1733184"/>
                  </a:lnTo>
                  <a:lnTo>
                    <a:pt x="1311905" y="1733195"/>
                  </a:lnTo>
                  <a:lnTo>
                    <a:pt x="1311888" y="1733209"/>
                  </a:lnTo>
                  <a:lnTo>
                    <a:pt x="1311854" y="1733235"/>
                  </a:lnTo>
                  <a:lnTo>
                    <a:pt x="1311837" y="1733248"/>
                  </a:lnTo>
                  <a:lnTo>
                    <a:pt x="1311819" y="1733264"/>
                  </a:lnTo>
                  <a:lnTo>
                    <a:pt x="1311803" y="1733279"/>
                  </a:lnTo>
                  <a:lnTo>
                    <a:pt x="1311787" y="1733290"/>
                  </a:lnTo>
                  <a:lnTo>
                    <a:pt x="1311770" y="1733301"/>
                  </a:lnTo>
                  <a:lnTo>
                    <a:pt x="1311750" y="1733306"/>
                  </a:lnTo>
                  <a:lnTo>
                    <a:pt x="1311732" y="1733308"/>
                  </a:lnTo>
                  <a:lnTo>
                    <a:pt x="1311715" y="1733316"/>
                  </a:lnTo>
                  <a:lnTo>
                    <a:pt x="1311697" y="1733326"/>
                  </a:lnTo>
                  <a:lnTo>
                    <a:pt x="1311689" y="1733332"/>
                  </a:lnTo>
                  <a:lnTo>
                    <a:pt x="1311680" y="1733334"/>
                  </a:lnTo>
                  <a:lnTo>
                    <a:pt x="1311663" y="1733332"/>
                  </a:lnTo>
                  <a:lnTo>
                    <a:pt x="1311645" y="1733325"/>
                  </a:lnTo>
                  <a:lnTo>
                    <a:pt x="1311628" y="1733319"/>
                  </a:lnTo>
                  <a:lnTo>
                    <a:pt x="1311611" y="1733310"/>
                  </a:lnTo>
                  <a:lnTo>
                    <a:pt x="1311594" y="1733299"/>
                  </a:lnTo>
                  <a:lnTo>
                    <a:pt x="1311584" y="1733289"/>
                  </a:lnTo>
                  <a:lnTo>
                    <a:pt x="1311577" y="1733284"/>
                  </a:lnTo>
                  <a:lnTo>
                    <a:pt x="1311559" y="1733276"/>
                  </a:lnTo>
                  <a:lnTo>
                    <a:pt x="1311542" y="1733275"/>
                  </a:lnTo>
                  <a:lnTo>
                    <a:pt x="1311524" y="1733275"/>
                  </a:lnTo>
                  <a:lnTo>
                    <a:pt x="1311519" y="1733271"/>
                  </a:lnTo>
                  <a:lnTo>
                    <a:pt x="1311514" y="1733259"/>
                  </a:lnTo>
                  <a:lnTo>
                    <a:pt x="1311510" y="1733241"/>
                  </a:lnTo>
                  <a:lnTo>
                    <a:pt x="1311503" y="1733222"/>
                  </a:lnTo>
                  <a:lnTo>
                    <a:pt x="1311495" y="1733204"/>
                  </a:lnTo>
                  <a:lnTo>
                    <a:pt x="1311482" y="1733167"/>
                  </a:lnTo>
                  <a:lnTo>
                    <a:pt x="1311472" y="1733148"/>
                  </a:lnTo>
                  <a:lnTo>
                    <a:pt x="1311457" y="1733129"/>
                  </a:lnTo>
                  <a:lnTo>
                    <a:pt x="1311440" y="1733113"/>
                  </a:lnTo>
                  <a:lnTo>
                    <a:pt x="1311432" y="1733100"/>
                  </a:lnTo>
                  <a:lnTo>
                    <a:pt x="1311424" y="1733075"/>
                  </a:lnTo>
                  <a:lnTo>
                    <a:pt x="1311419" y="1733063"/>
                  </a:lnTo>
                  <a:lnTo>
                    <a:pt x="1311416" y="1733057"/>
                  </a:lnTo>
                  <a:lnTo>
                    <a:pt x="1311411" y="1733047"/>
                  </a:lnTo>
                  <a:lnTo>
                    <a:pt x="1311402" y="1733038"/>
                  </a:lnTo>
                  <a:lnTo>
                    <a:pt x="1311386" y="1733023"/>
                  </a:lnTo>
                  <a:lnTo>
                    <a:pt x="1311373" y="1733005"/>
                  </a:lnTo>
                  <a:lnTo>
                    <a:pt x="1311358" y="1732990"/>
                  </a:lnTo>
                  <a:lnTo>
                    <a:pt x="1311349" y="1732985"/>
                  </a:lnTo>
                  <a:lnTo>
                    <a:pt x="1311339" y="1732982"/>
                  </a:lnTo>
                  <a:lnTo>
                    <a:pt x="1311322" y="1732977"/>
                  </a:lnTo>
                  <a:lnTo>
                    <a:pt x="1311305" y="1732974"/>
                  </a:lnTo>
                  <a:lnTo>
                    <a:pt x="1311290" y="1732970"/>
                  </a:lnTo>
                  <a:lnTo>
                    <a:pt x="1311276" y="1732966"/>
                  </a:lnTo>
                  <a:lnTo>
                    <a:pt x="1311267" y="1732959"/>
                  </a:lnTo>
                  <a:lnTo>
                    <a:pt x="1311244" y="1732919"/>
                  </a:lnTo>
                  <a:lnTo>
                    <a:pt x="1311235" y="1732901"/>
                  </a:lnTo>
                  <a:lnTo>
                    <a:pt x="1311229" y="1732893"/>
                  </a:lnTo>
                  <a:lnTo>
                    <a:pt x="1311213" y="1732884"/>
                  </a:lnTo>
                  <a:lnTo>
                    <a:pt x="1311196" y="1732876"/>
                  </a:lnTo>
                  <a:lnTo>
                    <a:pt x="1311179" y="1732868"/>
                  </a:lnTo>
                  <a:lnTo>
                    <a:pt x="1311162" y="1732863"/>
                  </a:lnTo>
                  <a:lnTo>
                    <a:pt x="1311127" y="1732851"/>
                  </a:lnTo>
                  <a:lnTo>
                    <a:pt x="1311109" y="1732843"/>
                  </a:lnTo>
                  <a:lnTo>
                    <a:pt x="1311092" y="1732833"/>
                  </a:lnTo>
                  <a:lnTo>
                    <a:pt x="1311075" y="1732820"/>
                  </a:lnTo>
                  <a:lnTo>
                    <a:pt x="1311062" y="1732811"/>
                  </a:lnTo>
                  <a:lnTo>
                    <a:pt x="1311009" y="1732786"/>
                  </a:lnTo>
                  <a:lnTo>
                    <a:pt x="1310984" y="1732765"/>
                  </a:lnTo>
                  <a:lnTo>
                    <a:pt x="1310962" y="1732735"/>
                  </a:lnTo>
                  <a:lnTo>
                    <a:pt x="1310942" y="1732699"/>
                  </a:lnTo>
                  <a:lnTo>
                    <a:pt x="1310932" y="1732680"/>
                  </a:lnTo>
                  <a:lnTo>
                    <a:pt x="1310917" y="1732663"/>
                  </a:lnTo>
                  <a:lnTo>
                    <a:pt x="1310900" y="1732647"/>
                  </a:lnTo>
                  <a:lnTo>
                    <a:pt x="1310883" y="1732638"/>
                  </a:lnTo>
                  <a:lnTo>
                    <a:pt x="1310875" y="1732635"/>
                  </a:lnTo>
                  <a:lnTo>
                    <a:pt x="1310872" y="1732629"/>
                  </a:lnTo>
                  <a:lnTo>
                    <a:pt x="1310880" y="1732625"/>
                  </a:lnTo>
                  <a:lnTo>
                    <a:pt x="1310898" y="1732622"/>
                  </a:lnTo>
                  <a:lnTo>
                    <a:pt x="1310911" y="1732617"/>
                  </a:lnTo>
                  <a:lnTo>
                    <a:pt x="1310915" y="1732613"/>
                  </a:lnTo>
                  <a:lnTo>
                    <a:pt x="1310933" y="1732602"/>
                  </a:lnTo>
                  <a:lnTo>
                    <a:pt x="1310940" y="1732593"/>
                  </a:lnTo>
                  <a:lnTo>
                    <a:pt x="1310943" y="1732584"/>
                  </a:lnTo>
                  <a:lnTo>
                    <a:pt x="1310951" y="1732566"/>
                  </a:lnTo>
                  <a:lnTo>
                    <a:pt x="1310959" y="1732534"/>
                  </a:lnTo>
                  <a:lnTo>
                    <a:pt x="1310965" y="1732506"/>
                  </a:lnTo>
                  <a:lnTo>
                    <a:pt x="1310967" y="1732492"/>
                  </a:lnTo>
                  <a:lnTo>
                    <a:pt x="1310964" y="1732485"/>
                  </a:lnTo>
                  <a:lnTo>
                    <a:pt x="1310953" y="1732484"/>
                  </a:lnTo>
                  <a:lnTo>
                    <a:pt x="1310940" y="1732476"/>
                  </a:lnTo>
                  <a:lnTo>
                    <a:pt x="1310919" y="1732461"/>
                  </a:lnTo>
                  <a:lnTo>
                    <a:pt x="1310902" y="1732449"/>
                  </a:lnTo>
                  <a:lnTo>
                    <a:pt x="1310890" y="1732441"/>
                  </a:lnTo>
                  <a:lnTo>
                    <a:pt x="1310884" y="1732435"/>
                  </a:lnTo>
                  <a:lnTo>
                    <a:pt x="1310878" y="1732426"/>
                  </a:lnTo>
                  <a:lnTo>
                    <a:pt x="1310873" y="1732416"/>
                  </a:lnTo>
                  <a:lnTo>
                    <a:pt x="1310859" y="1732401"/>
                  </a:lnTo>
                  <a:lnTo>
                    <a:pt x="1310842" y="1732390"/>
                  </a:lnTo>
                  <a:lnTo>
                    <a:pt x="1310832" y="1732380"/>
                  </a:lnTo>
                  <a:lnTo>
                    <a:pt x="1310827" y="1732372"/>
                  </a:lnTo>
                  <a:lnTo>
                    <a:pt x="1310817" y="1732354"/>
                  </a:lnTo>
                  <a:lnTo>
                    <a:pt x="1310819" y="1732335"/>
                  </a:lnTo>
                  <a:lnTo>
                    <a:pt x="1310821" y="1732327"/>
                  </a:lnTo>
                  <a:lnTo>
                    <a:pt x="1310821" y="1732317"/>
                  </a:lnTo>
                  <a:lnTo>
                    <a:pt x="1310821" y="1732306"/>
                  </a:lnTo>
                  <a:lnTo>
                    <a:pt x="1310816" y="1732298"/>
                  </a:lnTo>
                  <a:lnTo>
                    <a:pt x="1310804" y="1732280"/>
                  </a:lnTo>
                  <a:lnTo>
                    <a:pt x="1310787" y="1732266"/>
                  </a:lnTo>
                  <a:lnTo>
                    <a:pt x="1310778" y="1732259"/>
                  </a:lnTo>
                  <a:lnTo>
                    <a:pt x="1310770" y="1732251"/>
                  </a:lnTo>
                  <a:lnTo>
                    <a:pt x="1310764" y="1732241"/>
                  </a:lnTo>
                  <a:lnTo>
                    <a:pt x="1310764" y="1732232"/>
                  </a:lnTo>
                  <a:lnTo>
                    <a:pt x="1310765" y="1732222"/>
                  </a:lnTo>
                  <a:lnTo>
                    <a:pt x="1310769" y="1732214"/>
                  </a:lnTo>
                  <a:lnTo>
                    <a:pt x="1310776" y="1732195"/>
                  </a:lnTo>
                  <a:lnTo>
                    <a:pt x="1310782" y="1732184"/>
                  </a:lnTo>
                  <a:lnTo>
                    <a:pt x="1310783" y="1732177"/>
                  </a:lnTo>
                  <a:lnTo>
                    <a:pt x="1310787" y="1732159"/>
                  </a:lnTo>
                  <a:lnTo>
                    <a:pt x="1310786" y="1732140"/>
                  </a:lnTo>
                  <a:lnTo>
                    <a:pt x="1310784" y="1732122"/>
                  </a:lnTo>
                  <a:lnTo>
                    <a:pt x="1310782" y="1732106"/>
                  </a:lnTo>
                  <a:lnTo>
                    <a:pt x="1310777" y="1732090"/>
                  </a:lnTo>
                  <a:lnTo>
                    <a:pt x="1310772" y="1732082"/>
                  </a:lnTo>
                  <a:lnTo>
                    <a:pt x="1310766" y="1732071"/>
                  </a:lnTo>
                  <a:lnTo>
                    <a:pt x="1310762" y="1732055"/>
                  </a:lnTo>
                  <a:lnTo>
                    <a:pt x="1310767" y="1732041"/>
                  </a:lnTo>
                  <a:lnTo>
                    <a:pt x="1310772" y="1732034"/>
                  </a:lnTo>
                  <a:lnTo>
                    <a:pt x="1310783" y="1732015"/>
                  </a:lnTo>
                  <a:lnTo>
                    <a:pt x="1310781" y="1732006"/>
                  </a:lnTo>
                  <a:lnTo>
                    <a:pt x="1310774" y="1731998"/>
                  </a:lnTo>
                  <a:lnTo>
                    <a:pt x="1310758" y="1731983"/>
                  </a:lnTo>
                  <a:lnTo>
                    <a:pt x="1310741" y="1731972"/>
                  </a:lnTo>
                  <a:lnTo>
                    <a:pt x="1310725" y="1731953"/>
                  </a:lnTo>
                  <a:lnTo>
                    <a:pt x="1310722" y="1731942"/>
                  </a:lnTo>
                  <a:lnTo>
                    <a:pt x="1310722" y="1731935"/>
                  </a:lnTo>
                  <a:lnTo>
                    <a:pt x="1310723" y="1731921"/>
                  </a:lnTo>
                  <a:lnTo>
                    <a:pt x="1310726" y="1731916"/>
                  </a:lnTo>
                  <a:lnTo>
                    <a:pt x="1310728" y="1731911"/>
                  </a:lnTo>
                  <a:lnTo>
                    <a:pt x="1310735" y="1731909"/>
                  </a:lnTo>
                  <a:lnTo>
                    <a:pt x="1310741" y="1731909"/>
                  </a:lnTo>
                  <a:lnTo>
                    <a:pt x="1310758" y="1731903"/>
                  </a:lnTo>
                  <a:lnTo>
                    <a:pt x="1310767" y="1731896"/>
                  </a:lnTo>
                  <a:lnTo>
                    <a:pt x="1310773" y="1731887"/>
                  </a:lnTo>
                  <a:lnTo>
                    <a:pt x="1310784" y="1731869"/>
                  </a:lnTo>
                  <a:lnTo>
                    <a:pt x="1310794" y="1731851"/>
                  </a:lnTo>
                  <a:lnTo>
                    <a:pt x="1310802" y="1731832"/>
                  </a:lnTo>
                  <a:lnTo>
                    <a:pt x="1310807" y="1731814"/>
                  </a:lnTo>
                  <a:lnTo>
                    <a:pt x="1310815" y="1731795"/>
                  </a:lnTo>
                  <a:lnTo>
                    <a:pt x="1310828" y="1731777"/>
                  </a:lnTo>
                  <a:lnTo>
                    <a:pt x="1310838" y="1731765"/>
                  </a:lnTo>
                  <a:lnTo>
                    <a:pt x="1310849" y="1731740"/>
                  </a:lnTo>
                  <a:lnTo>
                    <a:pt x="1310849" y="1731722"/>
                  </a:lnTo>
                  <a:lnTo>
                    <a:pt x="1310849" y="1731710"/>
                  </a:lnTo>
                  <a:lnTo>
                    <a:pt x="1310850" y="1731703"/>
                  </a:lnTo>
                  <a:lnTo>
                    <a:pt x="1310857" y="1731696"/>
                  </a:lnTo>
                  <a:lnTo>
                    <a:pt x="1310866" y="1731692"/>
                  </a:lnTo>
                  <a:lnTo>
                    <a:pt x="1310884" y="1731678"/>
                  </a:lnTo>
                  <a:lnTo>
                    <a:pt x="1310897" y="1731663"/>
                  </a:lnTo>
                  <a:lnTo>
                    <a:pt x="1310914" y="1731641"/>
                  </a:lnTo>
                  <a:lnTo>
                    <a:pt x="1310931" y="1731627"/>
                  </a:lnTo>
                  <a:lnTo>
                    <a:pt x="1310939" y="1731619"/>
                  </a:lnTo>
                  <a:lnTo>
                    <a:pt x="1310937" y="1731614"/>
                  </a:lnTo>
                  <a:lnTo>
                    <a:pt x="1310925" y="1731613"/>
                  </a:lnTo>
                  <a:lnTo>
                    <a:pt x="1310908" y="1731612"/>
                  </a:lnTo>
                  <a:lnTo>
                    <a:pt x="1310898" y="1731608"/>
                  </a:lnTo>
                  <a:lnTo>
                    <a:pt x="1310891" y="1731603"/>
                  </a:lnTo>
                  <a:lnTo>
                    <a:pt x="1310877" y="1731587"/>
                  </a:lnTo>
                  <a:lnTo>
                    <a:pt x="1310860" y="1731569"/>
                  </a:lnTo>
                  <a:lnTo>
                    <a:pt x="1310843" y="1731553"/>
                  </a:lnTo>
                  <a:lnTo>
                    <a:pt x="1310831" y="1731542"/>
                  </a:lnTo>
                  <a:lnTo>
                    <a:pt x="1310825" y="1731539"/>
                  </a:lnTo>
                  <a:lnTo>
                    <a:pt x="1310816" y="1731534"/>
                  </a:lnTo>
                  <a:lnTo>
                    <a:pt x="1310792" y="1731514"/>
                  </a:lnTo>
                  <a:lnTo>
                    <a:pt x="1310779" y="1731492"/>
                  </a:lnTo>
                  <a:lnTo>
                    <a:pt x="1310772" y="1731477"/>
                  </a:lnTo>
                  <a:lnTo>
                    <a:pt x="1310770" y="1731464"/>
                  </a:lnTo>
                  <a:lnTo>
                    <a:pt x="1310768" y="1731446"/>
                  </a:lnTo>
                  <a:lnTo>
                    <a:pt x="1310767" y="1731437"/>
                  </a:lnTo>
                  <a:lnTo>
                    <a:pt x="1310761" y="1731428"/>
                  </a:lnTo>
                  <a:lnTo>
                    <a:pt x="1310745" y="1731412"/>
                  </a:lnTo>
                  <a:lnTo>
                    <a:pt x="1310732" y="1731402"/>
                  </a:lnTo>
                  <a:lnTo>
                    <a:pt x="1310729" y="1731397"/>
                  </a:lnTo>
                  <a:lnTo>
                    <a:pt x="1310718" y="1731382"/>
                  </a:lnTo>
                  <a:lnTo>
                    <a:pt x="1310712" y="1731368"/>
                  </a:lnTo>
                  <a:lnTo>
                    <a:pt x="1310706" y="1731359"/>
                  </a:lnTo>
                  <a:lnTo>
                    <a:pt x="1310701" y="1731352"/>
                  </a:lnTo>
                  <a:lnTo>
                    <a:pt x="1310691" y="1731345"/>
                  </a:lnTo>
                  <a:lnTo>
                    <a:pt x="1310674" y="1731337"/>
                  </a:lnTo>
                  <a:lnTo>
                    <a:pt x="1310657" y="1731329"/>
                  </a:lnTo>
                  <a:lnTo>
                    <a:pt x="1310639" y="1731318"/>
                  </a:lnTo>
                  <a:lnTo>
                    <a:pt x="1310624" y="1731305"/>
                  </a:lnTo>
                  <a:lnTo>
                    <a:pt x="1310621" y="1731298"/>
                  </a:lnTo>
                  <a:lnTo>
                    <a:pt x="1310614" y="1731283"/>
                  </a:lnTo>
                  <a:lnTo>
                    <a:pt x="1310608" y="1731267"/>
                  </a:lnTo>
                  <a:lnTo>
                    <a:pt x="1310602" y="1731262"/>
                  </a:lnTo>
                  <a:lnTo>
                    <a:pt x="1310576" y="1731250"/>
                  </a:lnTo>
                  <a:lnTo>
                    <a:pt x="1310571" y="1731245"/>
                  </a:lnTo>
                  <a:lnTo>
                    <a:pt x="1310557" y="1731228"/>
                  </a:lnTo>
                  <a:lnTo>
                    <a:pt x="1310546" y="1731212"/>
                  </a:lnTo>
                  <a:lnTo>
                    <a:pt x="1310532" y="1731191"/>
                  </a:lnTo>
                  <a:lnTo>
                    <a:pt x="1310516" y="1731174"/>
                  </a:lnTo>
                  <a:lnTo>
                    <a:pt x="1310499" y="1731158"/>
                  </a:lnTo>
                  <a:lnTo>
                    <a:pt x="1310485" y="1731140"/>
                  </a:lnTo>
                  <a:lnTo>
                    <a:pt x="1310476" y="1731121"/>
                  </a:lnTo>
                  <a:lnTo>
                    <a:pt x="1310475" y="1731103"/>
                  </a:lnTo>
                  <a:lnTo>
                    <a:pt x="1310474" y="1731082"/>
                  </a:lnTo>
                  <a:lnTo>
                    <a:pt x="1310469" y="1731074"/>
                  </a:lnTo>
                  <a:lnTo>
                    <a:pt x="1310461" y="1731070"/>
                  </a:lnTo>
                  <a:lnTo>
                    <a:pt x="1310443" y="1731063"/>
                  </a:lnTo>
                  <a:lnTo>
                    <a:pt x="1310426" y="1731058"/>
                  </a:lnTo>
                  <a:lnTo>
                    <a:pt x="1310413" y="1731052"/>
                  </a:lnTo>
                  <a:lnTo>
                    <a:pt x="1310409" y="1731049"/>
                  </a:lnTo>
                  <a:lnTo>
                    <a:pt x="1310381" y="1731021"/>
                  </a:lnTo>
                  <a:lnTo>
                    <a:pt x="1310371" y="1731014"/>
                  </a:lnTo>
                  <a:lnTo>
                    <a:pt x="1310364" y="1731011"/>
                  </a:lnTo>
                  <a:lnTo>
                    <a:pt x="1310347" y="1731002"/>
                  </a:lnTo>
                  <a:lnTo>
                    <a:pt x="1310330" y="1730998"/>
                  </a:lnTo>
                  <a:lnTo>
                    <a:pt x="1310312" y="1730994"/>
                  </a:lnTo>
                  <a:lnTo>
                    <a:pt x="1310295" y="1730992"/>
                  </a:lnTo>
                  <a:lnTo>
                    <a:pt x="1310278" y="1730988"/>
                  </a:lnTo>
                  <a:lnTo>
                    <a:pt x="1310260" y="1730988"/>
                  </a:lnTo>
                  <a:lnTo>
                    <a:pt x="1310243" y="1730987"/>
                  </a:lnTo>
                  <a:lnTo>
                    <a:pt x="1310225" y="1730988"/>
                  </a:lnTo>
                  <a:lnTo>
                    <a:pt x="1310215" y="1730987"/>
                  </a:lnTo>
                  <a:lnTo>
                    <a:pt x="1310210" y="1730982"/>
                  </a:lnTo>
                  <a:lnTo>
                    <a:pt x="1310204" y="1730964"/>
                  </a:lnTo>
                  <a:lnTo>
                    <a:pt x="1310191" y="1730950"/>
                  </a:lnTo>
                  <a:lnTo>
                    <a:pt x="1310184" y="1730947"/>
                  </a:lnTo>
                  <a:lnTo>
                    <a:pt x="1310167" y="1730938"/>
                  </a:lnTo>
                  <a:lnTo>
                    <a:pt x="1310150" y="1730931"/>
                  </a:lnTo>
                  <a:lnTo>
                    <a:pt x="1310138" y="1730926"/>
                  </a:lnTo>
                  <a:lnTo>
                    <a:pt x="1310133" y="1730921"/>
                  </a:lnTo>
                  <a:lnTo>
                    <a:pt x="1310124" y="1730912"/>
                  </a:lnTo>
                  <a:lnTo>
                    <a:pt x="1310117" y="1730894"/>
                  </a:lnTo>
                  <a:lnTo>
                    <a:pt x="1310117" y="1730885"/>
                  </a:lnTo>
                  <a:lnTo>
                    <a:pt x="1310113" y="1730867"/>
                  </a:lnTo>
                  <a:lnTo>
                    <a:pt x="1310109" y="1730848"/>
                  </a:lnTo>
                  <a:lnTo>
                    <a:pt x="1310103" y="1730830"/>
                  </a:lnTo>
                  <a:lnTo>
                    <a:pt x="1310098" y="1730811"/>
                  </a:lnTo>
                  <a:lnTo>
                    <a:pt x="1310094" y="1730802"/>
                  </a:lnTo>
                  <a:lnTo>
                    <a:pt x="1310086" y="1730794"/>
                  </a:lnTo>
                  <a:lnTo>
                    <a:pt x="1310077" y="1730787"/>
                  </a:lnTo>
                  <a:lnTo>
                    <a:pt x="1310064" y="1730781"/>
                  </a:lnTo>
                  <a:lnTo>
                    <a:pt x="1310052" y="1730778"/>
                  </a:lnTo>
                  <a:lnTo>
                    <a:pt x="1310035" y="1730772"/>
                  </a:lnTo>
                  <a:lnTo>
                    <a:pt x="1310017" y="1730767"/>
                  </a:lnTo>
                  <a:lnTo>
                    <a:pt x="1310000" y="1730762"/>
                  </a:lnTo>
                  <a:lnTo>
                    <a:pt x="1309992" y="1730759"/>
                  </a:lnTo>
                  <a:lnTo>
                    <a:pt x="1309989" y="1730754"/>
                  </a:lnTo>
                  <a:lnTo>
                    <a:pt x="1309991" y="1730749"/>
                  </a:lnTo>
                  <a:lnTo>
                    <a:pt x="1310003" y="1730733"/>
                  </a:lnTo>
                  <a:lnTo>
                    <a:pt x="1310007" y="1730723"/>
                  </a:lnTo>
                  <a:lnTo>
                    <a:pt x="1310009" y="1730715"/>
                  </a:lnTo>
                  <a:lnTo>
                    <a:pt x="1310009" y="1730703"/>
                  </a:lnTo>
                  <a:lnTo>
                    <a:pt x="1310003" y="1730694"/>
                  </a:lnTo>
                  <a:lnTo>
                    <a:pt x="1309983" y="1730659"/>
                  </a:lnTo>
                  <a:lnTo>
                    <a:pt x="1309978" y="1730645"/>
                  </a:lnTo>
                  <a:lnTo>
                    <a:pt x="1309975" y="1730622"/>
                  </a:lnTo>
                  <a:lnTo>
                    <a:pt x="1309976" y="1730604"/>
                  </a:lnTo>
                  <a:lnTo>
                    <a:pt x="1309985" y="1730585"/>
                  </a:lnTo>
                  <a:lnTo>
                    <a:pt x="1309992" y="1730566"/>
                  </a:lnTo>
                  <a:lnTo>
                    <a:pt x="1309995" y="1730548"/>
                  </a:lnTo>
                  <a:lnTo>
                    <a:pt x="1309992" y="1730530"/>
                  </a:lnTo>
                  <a:lnTo>
                    <a:pt x="1309990" y="1730511"/>
                  </a:lnTo>
                  <a:lnTo>
                    <a:pt x="1309989" y="1730493"/>
                  </a:lnTo>
                  <a:lnTo>
                    <a:pt x="1309990" y="1730474"/>
                  </a:lnTo>
                  <a:lnTo>
                    <a:pt x="1309993" y="1730456"/>
                  </a:lnTo>
                  <a:lnTo>
                    <a:pt x="1309997" y="1730437"/>
                  </a:lnTo>
                  <a:lnTo>
                    <a:pt x="1309998" y="1730419"/>
                  </a:lnTo>
                  <a:lnTo>
                    <a:pt x="1309994" y="1730413"/>
                  </a:lnTo>
                  <a:lnTo>
                    <a:pt x="1309984" y="1730411"/>
                  </a:lnTo>
                  <a:lnTo>
                    <a:pt x="1309966" y="1730408"/>
                  </a:lnTo>
                  <a:lnTo>
                    <a:pt x="1309949" y="1730406"/>
                  </a:lnTo>
                  <a:lnTo>
                    <a:pt x="1309932" y="1730405"/>
                  </a:lnTo>
                  <a:lnTo>
                    <a:pt x="1309907" y="1730407"/>
                  </a:lnTo>
                  <a:lnTo>
                    <a:pt x="1309901" y="1730401"/>
                  </a:lnTo>
                  <a:lnTo>
                    <a:pt x="1309909" y="1730362"/>
                  </a:lnTo>
                  <a:lnTo>
                    <a:pt x="1309915" y="1730344"/>
                  </a:lnTo>
                  <a:lnTo>
                    <a:pt x="1309919" y="1730332"/>
                  </a:lnTo>
                  <a:lnTo>
                    <a:pt x="1309923" y="1730325"/>
                  </a:lnTo>
                  <a:lnTo>
                    <a:pt x="1309930" y="1730316"/>
                  </a:lnTo>
                  <a:lnTo>
                    <a:pt x="1309934" y="1730307"/>
                  </a:lnTo>
                  <a:lnTo>
                    <a:pt x="1309942" y="1730289"/>
                  </a:lnTo>
                  <a:lnTo>
                    <a:pt x="1309945" y="1730270"/>
                  </a:lnTo>
                  <a:lnTo>
                    <a:pt x="1309946" y="1730252"/>
                  </a:lnTo>
                  <a:lnTo>
                    <a:pt x="1309947" y="1730233"/>
                  </a:lnTo>
                  <a:lnTo>
                    <a:pt x="1309945" y="1730214"/>
                  </a:lnTo>
                  <a:lnTo>
                    <a:pt x="1309946" y="1730196"/>
                  </a:lnTo>
                  <a:lnTo>
                    <a:pt x="1309945" y="1730178"/>
                  </a:lnTo>
                  <a:lnTo>
                    <a:pt x="1309946" y="1730159"/>
                  </a:lnTo>
                  <a:lnTo>
                    <a:pt x="1309941" y="1730141"/>
                  </a:lnTo>
                  <a:lnTo>
                    <a:pt x="1309940" y="1730129"/>
                  </a:lnTo>
                  <a:lnTo>
                    <a:pt x="1309942" y="1730122"/>
                  </a:lnTo>
                  <a:lnTo>
                    <a:pt x="1309946" y="1730104"/>
                  </a:lnTo>
                  <a:lnTo>
                    <a:pt x="1309948" y="1730085"/>
                  </a:lnTo>
                  <a:lnTo>
                    <a:pt x="1309950" y="1730064"/>
                  </a:lnTo>
                  <a:lnTo>
                    <a:pt x="1309956" y="1730048"/>
                  </a:lnTo>
                  <a:lnTo>
                    <a:pt x="1309957" y="1730038"/>
                  </a:lnTo>
                  <a:lnTo>
                    <a:pt x="1309956" y="1730030"/>
                  </a:lnTo>
                  <a:lnTo>
                    <a:pt x="1309951" y="1730011"/>
                  </a:lnTo>
                  <a:lnTo>
                    <a:pt x="1309945" y="1729998"/>
                  </a:lnTo>
                  <a:lnTo>
                    <a:pt x="1309944" y="1729977"/>
                  </a:lnTo>
                  <a:lnTo>
                    <a:pt x="1309945" y="1729970"/>
                  </a:lnTo>
                  <a:lnTo>
                    <a:pt x="1309949" y="1729963"/>
                  </a:lnTo>
                  <a:lnTo>
                    <a:pt x="1309952" y="1729956"/>
                  </a:lnTo>
                  <a:lnTo>
                    <a:pt x="1309963" y="1729938"/>
                  </a:lnTo>
                  <a:lnTo>
                    <a:pt x="1309968" y="1729933"/>
                  </a:lnTo>
                  <a:lnTo>
                    <a:pt x="1309975" y="1729919"/>
                  </a:lnTo>
                  <a:lnTo>
                    <a:pt x="1309982" y="1729908"/>
                  </a:lnTo>
                  <a:lnTo>
                    <a:pt x="1309988" y="1729897"/>
                  </a:lnTo>
                  <a:lnTo>
                    <a:pt x="1309986" y="1729892"/>
                  </a:lnTo>
                  <a:lnTo>
                    <a:pt x="1309980" y="1729896"/>
                  </a:lnTo>
                  <a:lnTo>
                    <a:pt x="1309973" y="1729901"/>
                  </a:lnTo>
                  <a:lnTo>
                    <a:pt x="1309955" y="1729915"/>
                  </a:lnTo>
                  <a:lnTo>
                    <a:pt x="1309938" y="1729924"/>
                  </a:lnTo>
                  <a:lnTo>
                    <a:pt x="1309920" y="1729932"/>
                  </a:lnTo>
                  <a:lnTo>
                    <a:pt x="1309903" y="1729940"/>
                  </a:lnTo>
                  <a:lnTo>
                    <a:pt x="1309885" y="1729946"/>
                  </a:lnTo>
                  <a:lnTo>
                    <a:pt x="1309868" y="1729955"/>
                  </a:lnTo>
                  <a:lnTo>
                    <a:pt x="1309851" y="1729962"/>
                  </a:lnTo>
                  <a:lnTo>
                    <a:pt x="1309833" y="1729969"/>
                  </a:lnTo>
                  <a:lnTo>
                    <a:pt x="1309815" y="1729980"/>
                  </a:lnTo>
                  <a:lnTo>
                    <a:pt x="1309798" y="1729990"/>
                  </a:lnTo>
                  <a:lnTo>
                    <a:pt x="1309780" y="1729990"/>
                  </a:lnTo>
                  <a:lnTo>
                    <a:pt x="1309763" y="1729987"/>
                  </a:lnTo>
                  <a:lnTo>
                    <a:pt x="1309746" y="1729982"/>
                  </a:lnTo>
                  <a:lnTo>
                    <a:pt x="1309728" y="1729981"/>
                  </a:lnTo>
                  <a:lnTo>
                    <a:pt x="1309723" y="1729978"/>
                  </a:lnTo>
                  <a:lnTo>
                    <a:pt x="1309723" y="1729949"/>
                  </a:lnTo>
                  <a:lnTo>
                    <a:pt x="1309725" y="1729930"/>
                  </a:lnTo>
                  <a:lnTo>
                    <a:pt x="1309723" y="1729912"/>
                  </a:lnTo>
                  <a:lnTo>
                    <a:pt x="1309723" y="1729893"/>
                  </a:lnTo>
                  <a:lnTo>
                    <a:pt x="1309719" y="1729875"/>
                  </a:lnTo>
                  <a:lnTo>
                    <a:pt x="1309714" y="1729856"/>
                  </a:lnTo>
                  <a:lnTo>
                    <a:pt x="1309706" y="1729838"/>
                  </a:lnTo>
                  <a:lnTo>
                    <a:pt x="1309689" y="1729822"/>
                  </a:lnTo>
                  <a:lnTo>
                    <a:pt x="1309680" y="1729816"/>
                  </a:lnTo>
                  <a:lnTo>
                    <a:pt x="1309671" y="1729808"/>
                  </a:lnTo>
                  <a:lnTo>
                    <a:pt x="1309658" y="1729789"/>
                  </a:lnTo>
                  <a:lnTo>
                    <a:pt x="1309647" y="1729770"/>
                  </a:lnTo>
                  <a:lnTo>
                    <a:pt x="1309639" y="1729757"/>
                  </a:lnTo>
                  <a:lnTo>
                    <a:pt x="1309633" y="1729746"/>
                  </a:lnTo>
                  <a:lnTo>
                    <a:pt x="1309626" y="1729733"/>
                  </a:lnTo>
                  <a:lnTo>
                    <a:pt x="1309612" y="1729714"/>
                  </a:lnTo>
                  <a:lnTo>
                    <a:pt x="1309605" y="1729696"/>
                  </a:lnTo>
                  <a:lnTo>
                    <a:pt x="1309599" y="1729677"/>
                  </a:lnTo>
                  <a:lnTo>
                    <a:pt x="1309593" y="1729659"/>
                  </a:lnTo>
                  <a:lnTo>
                    <a:pt x="1309590" y="1729640"/>
                  </a:lnTo>
                  <a:lnTo>
                    <a:pt x="1309585" y="1729622"/>
                  </a:lnTo>
                  <a:lnTo>
                    <a:pt x="1309581" y="1729603"/>
                  </a:lnTo>
                  <a:lnTo>
                    <a:pt x="1309576" y="1729585"/>
                  </a:lnTo>
                  <a:lnTo>
                    <a:pt x="1309569" y="1729578"/>
                  </a:lnTo>
                  <a:lnTo>
                    <a:pt x="1309562" y="1729574"/>
                  </a:lnTo>
                  <a:lnTo>
                    <a:pt x="1309543" y="1729567"/>
                  </a:lnTo>
                  <a:lnTo>
                    <a:pt x="1309525" y="1729564"/>
                  </a:lnTo>
                  <a:lnTo>
                    <a:pt x="1309508" y="1729560"/>
                  </a:lnTo>
                  <a:lnTo>
                    <a:pt x="1309491" y="1729553"/>
                  </a:lnTo>
                  <a:lnTo>
                    <a:pt x="1309478" y="1729543"/>
                  </a:lnTo>
                  <a:lnTo>
                    <a:pt x="1309476" y="1729538"/>
                  </a:lnTo>
                  <a:lnTo>
                    <a:pt x="1309472" y="1729530"/>
                  </a:lnTo>
                  <a:lnTo>
                    <a:pt x="1309466" y="1729501"/>
                  </a:lnTo>
                  <a:lnTo>
                    <a:pt x="1309465" y="1729483"/>
                  </a:lnTo>
                  <a:lnTo>
                    <a:pt x="1309464" y="1729464"/>
                  </a:lnTo>
                  <a:lnTo>
                    <a:pt x="1309465" y="1729446"/>
                  </a:lnTo>
                  <a:lnTo>
                    <a:pt x="1309462" y="1729427"/>
                  </a:lnTo>
                  <a:lnTo>
                    <a:pt x="1309460" y="1729409"/>
                  </a:lnTo>
                  <a:lnTo>
                    <a:pt x="1309455" y="1729390"/>
                  </a:lnTo>
                  <a:lnTo>
                    <a:pt x="1309452" y="1729372"/>
                  </a:lnTo>
                  <a:lnTo>
                    <a:pt x="1309450" y="1729363"/>
                  </a:lnTo>
                  <a:lnTo>
                    <a:pt x="1309446" y="1729335"/>
                  </a:lnTo>
                  <a:lnTo>
                    <a:pt x="1309441" y="1729316"/>
                  </a:lnTo>
                  <a:lnTo>
                    <a:pt x="1309434" y="1729298"/>
                  </a:lnTo>
                  <a:lnTo>
                    <a:pt x="1309420" y="1729260"/>
                  </a:lnTo>
                  <a:lnTo>
                    <a:pt x="1309410" y="1729240"/>
                  </a:lnTo>
                  <a:lnTo>
                    <a:pt x="1309399" y="1729223"/>
                  </a:lnTo>
                  <a:lnTo>
                    <a:pt x="1309390" y="1729211"/>
                  </a:lnTo>
                  <a:lnTo>
                    <a:pt x="1309384" y="1729207"/>
                  </a:lnTo>
                  <a:lnTo>
                    <a:pt x="1309367" y="1729194"/>
                  </a:lnTo>
                  <a:lnTo>
                    <a:pt x="1309349" y="1729183"/>
                  </a:lnTo>
                  <a:lnTo>
                    <a:pt x="1309340" y="1729176"/>
                  </a:lnTo>
                  <a:lnTo>
                    <a:pt x="1309332" y="1729168"/>
                  </a:lnTo>
                  <a:lnTo>
                    <a:pt x="1309317" y="1729150"/>
                  </a:lnTo>
                  <a:lnTo>
                    <a:pt x="1309305" y="1729134"/>
                  </a:lnTo>
                  <a:lnTo>
                    <a:pt x="1309292" y="1729116"/>
                  </a:lnTo>
                  <a:lnTo>
                    <a:pt x="1309278" y="1729098"/>
                  </a:lnTo>
                  <a:lnTo>
                    <a:pt x="1309269" y="1729088"/>
                  </a:lnTo>
                  <a:lnTo>
                    <a:pt x="1309261" y="1729082"/>
                  </a:lnTo>
                  <a:lnTo>
                    <a:pt x="1309244" y="1729068"/>
                  </a:lnTo>
                  <a:lnTo>
                    <a:pt x="1309227" y="1729058"/>
                  </a:lnTo>
                  <a:lnTo>
                    <a:pt x="1309210" y="1729050"/>
                  </a:lnTo>
                  <a:lnTo>
                    <a:pt x="1309192" y="1729044"/>
                  </a:lnTo>
                  <a:lnTo>
                    <a:pt x="1309175" y="1729036"/>
                  </a:lnTo>
                  <a:lnTo>
                    <a:pt x="1309163" y="1729025"/>
                  </a:lnTo>
                  <a:lnTo>
                    <a:pt x="1309160" y="1729020"/>
                  </a:lnTo>
                  <a:lnTo>
                    <a:pt x="1309157" y="1729011"/>
                  </a:lnTo>
                  <a:lnTo>
                    <a:pt x="1309152" y="1729001"/>
                  </a:lnTo>
                  <a:lnTo>
                    <a:pt x="1309148" y="1728989"/>
                  </a:lnTo>
                  <a:lnTo>
                    <a:pt x="1309143" y="1728983"/>
                  </a:lnTo>
                  <a:lnTo>
                    <a:pt x="1309128" y="1728969"/>
                  </a:lnTo>
                  <a:lnTo>
                    <a:pt x="1309113" y="1728955"/>
                  </a:lnTo>
                  <a:lnTo>
                    <a:pt x="1309109" y="1728951"/>
                  </a:lnTo>
                  <a:lnTo>
                    <a:pt x="1309095" y="1728941"/>
                  </a:lnTo>
                  <a:lnTo>
                    <a:pt x="1309078" y="1728926"/>
                  </a:lnTo>
                  <a:lnTo>
                    <a:pt x="1309064" y="1728911"/>
                  </a:lnTo>
                  <a:lnTo>
                    <a:pt x="1309055" y="1728903"/>
                  </a:lnTo>
                  <a:lnTo>
                    <a:pt x="1309049" y="1728896"/>
                  </a:lnTo>
                  <a:lnTo>
                    <a:pt x="1309046" y="1728887"/>
                  </a:lnTo>
                  <a:lnTo>
                    <a:pt x="1309045" y="1728878"/>
                  </a:lnTo>
                  <a:lnTo>
                    <a:pt x="1309044" y="1728859"/>
                  </a:lnTo>
                  <a:lnTo>
                    <a:pt x="1309042" y="1728841"/>
                  </a:lnTo>
                  <a:lnTo>
                    <a:pt x="1309040" y="1728822"/>
                  </a:lnTo>
                  <a:lnTo>
                    <a:pt x="1309035" y="1728804"/>
                  </a:lnTo>
                  <a:lnTo>
                    <a:pt x="1309030" y="1728785"/>
                  </a:lnTo>
                  <a:lnTo>
                    <a:pt x="1309025" y="1728767"/>
                  </a:lnTo>
                  <a:lnTo>
                    <a:pt x="1309019" y="1728739"/>
                  </a:lnTo>
                  <a:lnTo>
                    <a:pt x="1309013" y="1728721"/>
                  </a:lnTo>
                  <a:lnTo>
                    <a:pt x="1309009" y="1728711"/>
                  </a:lnTo>
                  <a:lnTo>
                    <a:pt x="1309001" y="1728692"/>
                  </a:lnTo>
                  <a:lnTo>
                    <a:pt x="1308983" y="1728678"/>
                  </a:lnTo>
                  <a:lnTo>
                    <a:pt x="1308966" y="1728667"/>
                  </a:lnTo>
                  <a:lnTo>
                    <a:pt x="1308956" y="1728661"/>
                  </a:lnTo>
                  <a:lnTo>
                    <a:pt x="1308951" y="1728653"/>
                  </a:lnTo>
                  <a:lnTo>
                    <a:pt x="1308945" y="1728634"/>
                  </a:lnTo>
                  <a:lnTo>
                    <a:pt x="1308938" y="1728622"/>
                  </a:lnTo>
                  <a:lnTo>
                    <a:pt x="1308932" y="1728616"/>
                  </a:lnTo>
                  <a:lnTo>
                    <a:pt x="1308917" y="1728597"/>
                  </a:lnTo>
                  <a:lnTo>
                    <a:pt x="1308905" y="1728578"/>
                  </a:lnTo>
                  <a:lnTo>
                    <a:pt x="1308898" y="1728560"/>
                  </a:lnTo>
                  <a:lnTo>
                    <a:pt x="1308893" y="1728541"/>
                  </a:lnTo>
                  <a:lnTo>
                    <a:pt x="1308890" y="1728523"/>
                  </a:lnTo>
                  <a:lnTo>
                    <a:pt x="1308888" y="1728504"/>
                  </a:lnTo>
                  <a:lnTo>
                    <a:pt x="1308886" y="1728486"/>
                  </a:lnTo>
                  <a:lnTo>
                    <a:pt x="1308884" y="1728467"/>
                  </a:lnTo>
                  <a:lnTo>
                    <a:pt x="1308881" y="1728449"/>
                  </a:lnTo>
                  <a:lnTo>
                    <a:pt x="1308880" y="1728430"/>
                  </a:lnTo>
                  <a:lnTo>
                    <a:pt x="1308879" y="1728412"/>
                  </a:lnTo>
                  <a:lnTo>
                    <a:pt x="1308883" y="1728393"/>
                  </a:lnTo>
                  <a:lnTo>
                    <a:pt x="1308890" y="1728375"/>
                  </a:lnTo>
                  <a:lnTo>
                    <a:pt x="1308894" y="1728368"/>
                  </a:lnTo>
                  <a:lnTo>
                    <a:pt x="1308900" y="1728361"/>
                  </a:lnTo>
                  <a:lnTo>
                    <a:pt x="1308905" y="1728358"/>
                  </a:lnTo>
                  <a:lnTo>
                    <a:pt x="1308922" y="1728342"/>
                  </a:lnTo>
                  <a:lnTo>
                    <a:pt x="1308940" y="1728328"/>
                  </a:lnTo>
                  <a:lnTo>
                    <a:pt x="1308950" y="1728315"/>
                  </a:lnTo>
                  <a:lnTo>
                    <a:pt x="1308962" y="1728302"/>
                  </a:lnTo>
                  <a:lnTo>
                    <a:pt x="1308970" y="1728290"/>
                  </a:lnTo>
                  <a:lnTo>
                    <a:pt x="1308983" y="1728281"/>
                  </a:lnTo>
                  <a:lnTo>
                    <a:pt x="1308997" y="1728279"/>
                  </a:lnTo>
                  <a:lnTo>
                    <a:pt x="1309017" y="1728277"/>
                  </a:lnTo>
                  <a:lnTo>
                    <a:pt x="1309034" y="1728271"/>
                  </a:lnTo>
                  <a:lnTo>
                    <a:pt x="1309052" y="1728265"/>
                  </a:lnTo>
                  <a:lnTo>
                    <a:pt x="1309069" y="1728259"/>
                  </a:lnTo>
                  <a:lnTo>
                    <a:pt x="1309087" y="1728251"/>
                  </a:lnTo>
                  <a:lnTo>
                    <a:pt x="1309104" y="1728239"/>
                  </a:lnTo>
                  <a:lnTo>
                    <a:pt x="1309122" y="1728223"/>
                  </a:lnTo>
                  <a:lnTo>
                    <a:pt x="1309138" y="1728206"/>
                  </a:lnTo>
                  <a:lnTo>
                    <a:pt x="1309171" y="1728172"/>
                  </a:lnTo>
                  <a:lnTo>
                    <a:pt x="1309185" y="1728154"/>
                  </a:lnTo>
                  <a:lnTo>
                    <a:pt x="1309198" y="1728140"/>
                  </a:lnTo>
                  <a:lnTo>
                    <a:pt x="1309211" y="1728134"/>
                  </a:lnTo>
                  <a:lnTo>
                    <a:pt x="1309219" y="1728133"/>
                  </a:lnTo>
                  <a:lnTo>
                    <a:pt x="1309237" y="1728130"/>
                  </a:lnTo>
                  <a:lnTo>
                    <a:pt x="1309254" y="1728126"/>
                  </a:lnTo>
                  <a:lnTo>
                    <a:pt x="1309271" y="1728119"/>
                  </a:lnTo>
                  <a:lnTo>
                    <a:pt x="1309289" y="1728117"/>
                  </a:lnTo>
                  <a:lnTo>
                    <a:pt x="1309306" y="1728114"/>
                  </a:lnTo>
                  <a:lnTo>
                    <a:pt x="1309324" y="1728109"/>
                  </a:lnTo>
                  <a:lnTo>
                    <a:pt x="1309341" y="1728104"/>
                  </a:lnTo>
                  <a:lnTo>
                    <a:pt x="1309352" y="1728099"/>
                  </a:lnTo>
                  <a:lnTo>
                    <a:pt x="1309359" y="1728096"/>
                  </a:lnTo>
                  <a:lnTo>
                    <a:pt x="1309374" y="1728091"/>
                  </a:lnTo>
                  <a:lnTo>
                    <a:pt x="1309394" y="1728090"/>
                  </a:lnTo>
                  <a:lnTo>
                    <a:pt x="1309411" y="1728089"/>
                  </a:lnTo>
                  <a:lnTo>
                    <a:pt x="1309428" y="1728084"/>
                  </a:lnTo>
                  <a:lnTo>
                    <a:pt x="1309446" y="1728077"/>
                  </a:lnTo>
                  <a:lnTo>
                    <a:pt x="1309463" y="1728071"/>
                  </a:lnTo>
                  <a:lnTo>
                    <a:pt x="1309481" y="1728064"/>
                  </a:lnTo>
                  <a:lnTo>
                    <a:pt x="1309499" y="1728055"/>
                  </a:lnTo>
                  <a:lnTo>
                    <a:pt x="1309516" y="1728042"/>
                  </a:lnTo>
                  <a:lnTo>
                    <a:pt x="1309532" y="1728031"/>
                  </a:lnTo>
                  <a:lnTo>
                    <a:pt x="1309550" y="1728018"/>
                  </a:lnTo>
                  <a:lnTo>
                    <a:pt x="1309567" y="1728006"/>
                  </a:lnTo>
                  <a:lnTo>
                    <a:pt x="1309585" y="1727991"/>
                  </a:lnTo>
                  <a:lnTo>
                    <a:pt x="1309601" y="1727973"/>
                  </a:lnTo>
                  <a:lnTo>
                    <a:pt x="1309616" y="1727957"/>
                  </a:lnTo>
                  <a:lnTo>
                    <a:pt x="1309624" y="1727950"/>
                  </a:lnTo>
                  <a:lnTo>
                    <a:pt x="1309633" y="1727946"/>
                  </a:lnTo>
                  <a:lnTo>
                    <a:pt x="1309651" y="1727940"/>
                  </a:lnTo>
                  <a:lnTo>
                    <a:pt x="1309668" y="1727939"/>
                  </a:lnTo>
                  <a:lnTo>
                    <a:pt x="1309686" y="1727939"/>
                  </a:lnTo>
                  <a:lnTo>
                    <a:pt x="1309703" y="1727943"/>
                  </a:lnTo>
                  <a:lnTo>
                    <a:pt x="1309720" y="1727952"/>
                  </a:lnTo>
                  <a:lnTo>
                    <a:pt x="1309728" y="1727958"/>
                  </a:lnTo>
                  <a:lnTo>
                    <a:pt x="1309741" y="1727961"/>
                  </a:lnTo>
                  <a:lnTo>
                    <a:pt x="1309755" y="1727959"/>
                  </a:lnTo>
                  <a:lnTo>
                    <a:pt x="1309772" y="1727952"/>
                  </a:lnTo>
                  <a:lnTo>
                    <a:pt x="1309790" y="1727945"/>
                  </a:lnTo>
                  <a:lnTo>
                    <a:pt x="1309800" y="1727938"/>
                  </a:lnTo>
                  <a:lnTo>
                    <a:pt x="1309823" y="1727923"/>
                  </a:lnTo>
                  <a:lnTo>
                    <a:pt x="1309840" y="1727914"/>
                  </a:lnTo>
                  <a:lnTo>
                    <a:pt x="1309858" y="1727910"/>
                  </a:lnTo>
                  <a:lnTo>
                    <a:pt x="1309864" y="1727908"/>
                  </a:lnTo>
                  <a:lnTo>
                    <a:pt x="1309870" y="1727905"/>
                  </a:lnTo>
                  <a:lnTo>
                    <a:pt x="1309875" y="1727901"/>
                  </a:lnTo>
                  <a:lnTo>
                    <a:pt x="1309890" y="1727891"/>
                  </a:lnTo>
                  <a:lnTo>
                    <a:pt x="1309910" y="1727893"/>
                  </a:lnTo>
                  <a:lnTo>
                    <a:pt x="1309927" y="1727896"/>
                  </a:lnTo>
                  <a:lnTo>
                    <a:pt x="1309944" y="1727905"/>
                  </a:lnTo>
                  <a:lnTo>
                    <a:pt x="1309959" y="1727921"/>
                  </a:lnTo>
                  <a:lnTo>
                    <a:pt x="1309971" y="1727930"/>
                  </a:lnTo>
                  <a:lnTo>
                    <a:pt x="1309976" y="1727930"/>
                  </a:lnTo>
                  <a:lnTo>
                    <a:pt x="1309994" y="1727926"/>
                  </a:lnTo>
                  <a:lnTo>
                    <a:pt x="1310012" y="1727922"/>
                  </a:lnTo>
                  <a:lnTo>
                    <a:pt x="1310029" y="1727913"/>
                  </a:lnTo>
                  <a:lnTo>
                    <a:pt x="1310046" y="1727915"/>
                  </a:lnTo>
                  <a:lnTo>
                    <a:pt x="1310064" y="1727917"/>
                  </a:lnTo>
                  <a:lnTo>
                    <a:pt x="1310081" y="1727916"/>
                  </a:lnTo>
                  <a:lnTo>
                    <a:pt x="1310099" y="1727914"/>
                  </a:lnTo>
                  <a:lnTo>
                    <a:pt x="1310113" y="1727907"/>
                  </a:lnTo>
                  <a:lnTo>
                    <a:pt x="1310116" y="1727896"/>
                  </a:lnTo>
                  <a:lnTo>
                    <a:pt x="1310116" y="1727886"/>
                  </a:lnTo>
                  <a:lnTo>
                    <a:pt x="1310116" y="1727868"/>
                  </a:lnTo>
                  <a:lnTo>
                    <a:pt x="1310117" y="1727847"/>
                  </a:lnTo>
                  <a:lnTo>
                    <a:pt x="1310121" y="1727839"/>
                  </a:lnTo>
                  <a:lnTo>
                    <a:pt x="1310129" y="1727832"/>
                  </a:lnTo>
                  <a:lnTo>
                    <a:pt x="1310142" y="1727827"/>
                  </a:lnTo>
                  <a:lnTo>
                    <a:pt x="1310164" y="1727821"/>
                  </a:lnTo>
                  <a:lnTo>
                    <a:pt x="1310181" y="1727822"/>
                  </a:lnTo>
                  <a:lnTo>
                    <a:pt x="1310198" y="1727819"/>
                  </a:lnTo>
                  <a:lnTo>
                    <a:pt x="1310216" y="1727812"/>
                  </a:lnTo>
                  <a:lnTo>
                    <a:pt x="1310233" y="1727805"/>
                  </a:lnTo>
                  <a:lnTo>
                    <a:pt x="1310247" y="1727806"/>
                  </a:lnTo>
                  <a:lnTo>
                    <a:pt x="1310254" y="1727808"/>
                  </a:lnTo>
                  <a:lnTo>
                    <a:pt x="1310260" y="1727812"/>
                  </a:lnTo>
                  <a:lnTo>
                    <a:pt x="1310267" y="1727820"/>
                  </a:lnTo>
                  <a:lnTo>
                    <a:pt x="1310274" y="1727832"/>
                  </a:lnTo>
                  <a:lnTo>
                    <a:pt x="1310277" y="1727839"/>
                  </a:lnTo>
                  <a:lnTo>
                    <a:pt x="1310288" y="1727858"/>
                  </a:lnTo>
                  <a:lnTo>
                    <a:pt x="1310297" y="1727877"/>
                  </a:lnTo>
                  <a:lnTo>
                    <a:pt x="1310303" y="1727895"/>
                  </a:lnTo>
                  <a:lnTo>
                    <a:pt x="1310308" y="1727907"/>
                  </a:lnTo>
                  <a:lnTo>
                    <a:pt x="1310312" y="1727914"/>
                  </a:lnTo>
                  <a:lnTo>
                    <a:pt x="1310320" y="1727924"/>
                  </a:lnTo>
                  <a:lnTo>
                    <a:pt x="1310327" y="1727926"/>
                  </a:lnTo>
                  <a:lnTo>
                    <a:pt x="1310344" y="1727925"/>
                  </a:lnTo>
                  <a:lnTo>
                    <a:pt x="1310362" y="1727926"/>
                  </a:lnTo>
                  <a:lnTo>
                    <a:pt x="1310375" y="1727931"/>
                  </a:lnTo>
                  <a:lnTo>
                    <a:pt x="1310379" y="1727934"/>
                  </a:lnTo>
                  <a:lnTo>
                    <a:pt x="1310394" y="1727952"/>
                  </a:lnTo>
                  <a:lnTo>
                    <a:pt x="1310406" y="1727970"/>
                  </a:lnTo>
                  <a:lnTo>
                    <a:pt x="1310421" y="1727987"/>
                  </a:lnTo>
                  <a:lnTo>
                    <a:pt x="1310437" y="1728002"/>
                  </a:lnTo>
                  <a:lnTo>
                    <a:pt x="1310447" y="1728009"/>
                  </a:lnTo>
                  <a:lnTo>
                    <a:pt x="1310454" y="1728016"/>
                  </a:lnTo>
                  <a:lnTo>
                    <a:pt x="1310459" y="1728022"/>
                  </a:lnTo>
                  <a:lnTo>
                    <a:pt x="1310464" y="1728034"/>
                  </a:lnTo>
                  <a:lnTo>
                    <a:pt x="1310466" y="1728053"/>
                  </a:lnTo>
                  <a:lnTo>
                    <a:pt x="1310466" y="1728063"/>
                  </a:lnTo>
                  <a:lnTo>
                    <a:pt x="1310470" y="1728075"/>
                  </a:lnTo>
                  <a:lnTo>
                    <a:pt x="1310473" y="1728080"/>
                  </a:lnTo>
                  <a:lnTo>
                    <a:pt x="1310479" y="1728088"/>
                  </a:lnTo>
                  <a:lnTo>
                    <a:pt x="1310491" y="1728097"/>
                  </a:lnTo>
                  <a:lnTo>
                    <a:pt x="1310498" y="1728100"/>
                  </a:lnTo>
                  <a:lnTo>
                    <a:pt x="1310516" y="1728108"/>
                  </a:lnTo>
                  <a:lnTo>
                    <a:pt x="1310533" y="1728111"/>
                  </a:lnTo>
                  <a:lnTo>
                    <a:pt x="1310551" y="1728113"/>
                  </a:lnTo>
                  <a:lnTo>
                    <a:pt x="1310568" y="1728119"/>
                  </a:lnTo>
                  <a:lnTo>
                    <a:pt x="1310585" y="1728125"/>
                  </a:lnTo>
                  <a:lnTo>
                    <a:pt x="1310602" y="1728130"/>
                  </a:lnTo>
                  <a:lnTo>
                    <a:pt x="1310618" y="1728131"/>
                  </a:lnTo>
                  <a:lnTo>
                    <a:pt x="1310624" y="1728129"/>
                  </a:lnTo>
                  <a:lnTo>
                    <a:pt x="1310633" y="1728123"/>
                  </a:lnTo>
                  <a:lnTo>
                    <a:pt x="1310637" y="1728118"/>
                  </a:lnTo>
                  <a:lnTo>
                    <a:pt x="1310648" y="1728100"/>
                  </a:lnTo>
                  <a:lnTo>
                    <a:pt x="1310661" y="1728082"/>
                  </a:lnTo>
                  <a:lnTo>
                    <a:pt x="1310673" y="1728066"/>
                  </a:lnTo>
                  <a:lnTo>
                    <a:pt x="1310679" y="1728054"/>
                  </a:lnTo>
                  <a:lnTo>
                    <a:pt x="1310683" y="1728045"/>
                  </a:lnTo>
                  <a:lnTo>
                    <a:pt x="1310687" y="1728027"/>
                  </a:lnTo>
                  <a:lnTo>
                    <a:pt x="1310691" y="1728018"/>
                  </a:lnTo>
                  <a:lnTo>
                    <a:pt x="1310692" y="1728008"/>
                  </a:lnTo>
                  <a:lnTo>
                    <a:pt x="1310697" y="1727995"/>
                  </a:lnTo>
                  <a:lnTo>
                    <a:pt x="1310707" y="1727972"/>
                  </a:lnTo>
                  <a:lnTo>
                    <a:pt x="1310719" y="1727953"/>
                  </a:lnTo>
                  <a:lnTo>
                    <a:pt x="1310735" y="1727937"/>
                  </a:lnTo>
                  <a:lnTo>
                    <a:pt x="1310743" y="1727930"/>
                  </a:lnTo>
                  <a:lnTo>
                    <a:pt x="1310749" y="1727921"/>
                  </a:lnTo>
                  <a:lnTo>
                    <a:pt x="1310762" y="1727903"/>
                  </a:lnTo>
                  <a:lnTo>
                    <a:pt x="1310776" y="1727885"/>
                  </a:lnTo>
                  <a:lnTo>
                    <a:pt x="1310787" y="1727866"/>
                  </a:lnTo>
                  <a:lnTo>
                    <a:pt x="1310791" y="1727860"/>
                  </a:lnTo>
                  <a:lnTo>
                    <a:pt x="1310796" y="1727858"/>
                  </a:lnTo>
                  <a:lnTo>
                    <a:pt x="1310803" y="1727857"/>
                  </a:lnTo>
                  <a:lnTo>
                    <a:pt x="1310812" y="1727857"/>
                  </a:lnTo>
                  <a:lnTo>
                    <a:pt x="1310821" y="1727860"/>
                  </a:lnTo>
                  <a:lnTo>
                    <a:pt x="1310838" y="1727864"/>
                  </a:lnTo>
                  <a:lnTo>
                    <a:pt x="1310855" y="1727869"/>
                  </a:lnTo>
                  <a:lnTo>
                    <a:pt x="1310874" y="1727874"/>
                  </a:lnTo>
                  <a:lnTo>
                    <a:pt x="1310881" y="1727868"/>
                  </a:lnTo>
                  <a:lnTo>
                    <a:pt x="1310889" y="1727847"/>
                  </a:lnTo>
                  <a:lnTo>
                    <a:pt x="1310895" y="1727838"/>
                  </a:lnTo>
                  <a:lnTo>
                    <a:pt x="1310903" y="1727829"/>
                  </a:lnTo>
                  <a:lnTo>
                    <a:pt x="1310918" y="1727813"/>
                  </a:lnTo>
                  <a:lnTo>
                    <a:pt x="1310936" y="1727800"/>
                  </a:lnTo>
                  <a:lnTo>
                    <a:pt x="1310946" y="1727794"/>
                  </a:lnTo>
                  <a:lnTo>
                    <a:pt x="1310953" y="1727791"/>
                  </a:lnTo>
                  <a:lnTo>
                    <a:pt x="1310966" y="1727787"/>
                  </a:lnTo>
                  <a:lnTo>
                    <a:pt x="1310989" y="1727782"/>
                  </a:lnTo>
                  <a:lnTo>
                    <a:pt x="1311006" y="1727780"/>
                  </a:lnTo>
                  <a:lnTo>
                    <a:pt x="1311023" y="1727775"/>
                  </a:lnTo>
                  <a:lnTo>
                    <a:pt x="1311041" y="1727770"/>
                  </a:lnTo>
                  <a:lnTo>
                    <a:pt x="1311058" y="1727762"/>
                  </a:lnTo>
                  <a:lnTo>
                    <a:pt x="1311076" y="1727750"/>
                  </a:lnTo>
                  <a:lnTo>
                    <a:pt x="1311093" y="1727737"/>
                  </a:lnTo>
                  <a:lnTo>
                    <a:pt x="1311110" y="1727721"/>
                  </a:lnTo>
                  <a:lnTo>
                    <a:pt x="1311125" y="1727705"/>
                  </a:lnTo>
                  <a:lnTo>
                    <a:pt x="1311141" y="1727687"/>
                  </a:lnTo>
                  <a:lnTo>
                    <a:pt x="1311153" y="1727676"/>
                  </a:lnTo>
                  <a:lnTo>
                    <a:pt x="1311159" y="1727674"/>
                  </a:lnTo>
                  <a:lnTo>
                    <a:pt x="1311177" y="1727667"/>
                  </a:lnTo>
                  <a:lnTo>
                    <a:pt x="1311194" y="1727663"/>
                  </a:lnTo>
                  <a:lnTo>
                    <a:pt x="1311203" y="1727658"/>
                  </a:lnTo>
                  <a:lnTo>
                    <a:pt x="1311210" y="1727650"/>
                  </a:lnTo>
                  <a:lnTo>
                    <a:pt x="1311216" y="1727639"/>
                  </a:lnTo>
                  <a:lnTo>
                    <a:pt x="1311219" y="1727631"/>
                  </a:lnTo>
                  <a:lnTo>
                    <a:pt x="1311230" y="1727613"/>
                  </a:lnTo>
                  <a:lnTo>
                    <a:pt x="1311236" y="1727602"/>
                  </a:lnTo>
                  <a:lnTo>
                    <a:pt x="1311240" y="1727595"/>
                  </a:lnTo>
                  <a:lnTo>
                    <a:pt x="1311253" y="1727584"/>
                  </a:lnTo>
                  <a:lnTo>
                    <a:pt x="1311275" y="1727573"/>
                  </a:lnTo>
                  <a:lnTo>
                    <a:pt x="1311293" y="1727570"/>
                  </a:lnTo>
                  <a:lnTo>
                    <a:pt x="1311316" y="1727564"/>
                  </a:lnTo>
                  <a:lnTo>
                    <a:pt x="1311326" y="1727557"/>
                  </a:lnTo>
                  <a:lnTo>
                    <a:pt x="1311338" y="1727537"/>
                  </a:lnTo>
                  <a:lnTo>
                    <a:pt x="1311343" y="1727527"/>
                  </a:lnTo>
                  <a:lnTo>
                    <a:pt x="1311345" y="1727519"/>
                  </a:lnTo>
                  <a:lnTo>
                    <a:pt x="1311345" y="1727500"/>
                  </a:lnTo>
                  <a:lnTo>
                    <a:pt x="1311340" y="1727482"/>
                  </a:lnTo>
                  <a:lnTo>
                    <a:pt x="1311335" y="1727463"/>
                  </a:lnTo>
                  <a:lnTo>
                    <a:pt x="1311329" y="1727445"/>
                  </a:lnTo>
                  <a:lnTo>
                    <a:pt x="1311324" y="1727426"/>
                  </a:lnTo>
                  <a:lnTo>
                    <a:pt x="1311318" y="1727408"/>
                  </a:lnTo>
                  <a:lnTo>
                    <a:pt x="1311316" y="1727399"/>
                  </a:lnTo>
                  <a:lnTo>
                    <a:pt x="1311316" y="1727389"/>
                  </a:lnTo>
                  <a:lnTo>
                    <a:pt x="1311319" y="1727383"/>
                  </a:lnTo>
                  <a:lnTo>
                    <a:pt x="1311324" y="1727379"/>
                  </a:lnTo>
                  <a:lnTo>
                    <a:pt x="1311330" y="1727374"/>
                  </a:lnTo>
                  <a:lnTo>
                    <a:pt x="1311341" y="1727362"/>
                  </a:lnTo>
                  <a:lnTo>
                    <a:pt x="1311348" y="1727339"/>
                  </a:lnTo>
                  <a:lnTo>
                    <a:pt x="1311352" y="1727327"/>
                  </a:lnTo>
                  <a:lnTo>
                    <a:pt x="1311356" y="1727320"/>
                  </a:lnTo>
                  <a:lnTo>
                    <a:pt x="1311368" y="1727302"/>
                  </a:lnTo>
                  <a:lnTo>
                    <a:pt x="1311375" y="1727288"/>
                  </a:lnTo>
                  <a:lnTo>
                    <a:pt x="1311385" y="1727265"/>
                  </a:lnTo>
                  <a:lnTo>
                    <a:pt x="1311398" y="1727247"/>
                  </a:lnTo>
                  <a:lnTo>
                    <a:pt x="1311405" y="1727235"/>
                  </a:lnTo>
                  <a:lnTo>
                    <a:pt x="1311416" y="1727211"/>
                  </a:lnTo>
                  <a:lnTo>
                    <a:pt x="1311423" y="1727193"/>
                  </a:lnTo>
                  <a:lnTo>
                    <a:pt x="1311447" y="1727153"/>
                  </a:lnTo>
                  <a:lnTo>
                    <a:pt x="1311459" y="1727134"/>
                  </a:lnTo>
                  <a:lnTo>
                    <a:pt x="1311467" y="1727123"/>
                  </a:lnTo>
                  <a:lnTo>
                    <a:pt x="1311469" y="1727116"/>
                  </a:lnTo>
                  <a:lnTo>
                    <a:pt x="1311475" y="1727098"/>
                  </a:lnTo>
                  <a:lnTo>
                    <a:pt x="1311481" y="1727080"/>
                  </a:lnTo>
                  <a:lnTo>
                    <a:pt x="1311488" y="1727061"/>
                  </a:lnTo>
                  <a:lnTo>
                    <a:pt x="1311495" y="1727050"/>
                  </a:lnTo>
                  <a:lnTo>
                    <a:pt x="1311503" y="1727045"/>
                  </a:lnTo>
                  <a:lnTo>
                    <a:pt x="1311520" y="1727037"/>
                  </a:lnTo>
                  <a:lnTo>
                    <a:pt x="1311538" y="1727028"/>
                  </a:lnTo>
                  <a:lnTo>
                    <a:pt x="1311546" y="1727024"/>
                  </a:lnTo>
                  <a:lnTo>
                    <a:pt x="1311554" y="1727017"/>
                  </a:lnTo>
                  <a:lnTo>
                    <a:pt x="1311571" y="1727003"/>
                  </a:lnTo>
                  <a:lnTo>
                    <a:pt x="1311589" y="1726990"/>
                  </a:lnTo>
                  <a:lnTo>
                    <a:pt x="1311599" y="1726983"/>
                  </a:lnTo>
                  <a:lnTo>
                    <a:pt x="1311605" y="1726974"/>
                  </a:lnTo>
                  <a:lnTo>
                    <a:pt x="1311606" y="1726957"/>
                  </a:lnTo>
                  <a:lnTo>
                    <a:pt x="1311590" y="1726939"/>
                  </a:lnTo>
                  <a:lnTo>
                    <a:pt x="1311576" y="1726924"/>
                  </a:lnTo>
                  <a:lnTo>
                    <a:pt x="1311564" y="1726907"/>
                  </a:lnTo>
                  <a:lnTo>
                    <a:pt x="1311564" y="1726896"/>
                  </a:lnTo>
                  <a:lnTo>
                    <a:pt x="1311566" y="1726886"/>
                  </a:lnTo>
                  <a:lnTo>
                    <a:pt x="1311579" y="1726876"/>
                  </a:lnTo>
                  <a:lnTo>
                    <a:pt x="1311599" y="1726863"/>
                  </a:lnTo>
                  <a:lnTo>
                    <a:pt x="1311614" y="1726857"/>
                  </a:lnTo>
                  <a:lnTo>
                    <a:pt x="1311625" y="1726851"/>
                  </a:lnTo>
                  <a:lnTo>
                    <a:pt x="1311631" y="1726850"/>
                  </a:lnTo>
                  <a:lnTo>
                    <a:pt x="1311649" y="1726849"/>
                  </a:lnTo>
                  <a:lnTo>
                    <a:pt x="1311667" y="1726849"/>
                  </a:lnTo>
                  <a:lnTo>
                    <a:pt x="1311678" y="1726847"/>
                  </a:lnTo>
                  <a:lnTo>
                    <a:pt x="1311679" y="1726838"/>
                  </a:lnTo>
                  <a:lnTo>
                    <a:pt x="1311675" y="1726829"/>
                  </a:lnTo>
                  <a:lnTo>
                    <a:pt x="1311672" y="1726818"/>
                  </a:lnTo>
                  <a:lnTo>
                    <a:pt x="1311667" y="1726805"/>
                  </a:lnTo>
                  <a:lnTo>
                    <a:pt x="1311666" y="1726786"/>
                  </a:lnTo>
                  <a:lnTo>
                    <a:pt x="1311674" y="1726768"/>
                  </a:lnTo>
                  <a:lnTo>
                    <a:pt x="1311682" y="1726753"/>
                  </a:lnTo>
                  <a:lnTo>
                    <a:pt x="1311692" y="1726731"/>
                  </a:lnTo>
                  <a:lnTo>
                    <a:pt x="1311694" y="1726720"/>
                  </a:lnTo>
                  <a:lnTo>
                    <a:pt x="1311687" y="1726715"/>
                  </a:lnTo>
                  <a:lnTo>
                    <a:pt x="1311669" y="1726706"/>
                  </a:lnTo>
                  <a:lnTo>
                    <a:pt x="1311652" y="1726699"/>
                  </a:lnTo>
                  <a:lnTo>
                    <a:pt x="1311618" y="1726688"/>
                  </a:lnTo>
                  <a:lnTo>
                    <a:pt x="1311600" y="1726683"/>
                  </a:lnTo>
                  <a:lnTo>
                    <a:pt x="1311583" y="1726675"/>
                  </a:lnTo>
                  <a:lnTo>
                    <a:pt x="1311571" y="1726669"/>
                  </a:lnTo>
                  <a:lnTo>
                    <a:pt x="1311568" y="1726663"/>
                  </a:lnTo>
                  <a:lnTo>
                    <a:pt x="1311566" y="1726658"/>
                  </a:lnTo>
                  <a:lnTo>
                    <a:pt x="1311566" y="1726650"/>
                  </a:lnTo>
                  <a:lnTo>
                    <a:pt x="1311569" y="1726645"/>
                  </a:lnTo>
                  <a:lnTo>
                    <a:pt x="1311572" y="1726636"/>
                  </a:lnTo>
                  <a:lnTo>
                    <a:pt x="1311574" y="1726617"/>
                  </a:lnTo>
                  <a:lnTo>
                    <a:pt x="1311574" y="1726607"/>
                  </a:lnTo>
                  <a:lnTo>
                    <a:pt x="1311574" y="1726556"/>
                  </a:lnTo>
                  <a:lnTo>
                    <a:pt x="1311574" y="1726537"/>
                  </a:lnTo>
                  <a:lnTo>
                    <a:pt x="1311573" y="1726519"/>
                  </a:lnTo>
                  <a:lnTo>
                    <a:pt x="1311573" y="1726500"/>
                  </a:lnTo>
                  <a:lnTo>
                    <a:pt x="1311568" y="1726482"/>
                  </a:lnTo>
                  <a:lnTo>
                    <a:pt x="1311558" y="1726463"/>
                  </a:lnTo>
                  <a:lnTo>
                    <a:pt x="1311541" y="1726444"/>
                  </a:lnTo>
                  <a:lnTo>
                    <a:pt x="1311534" y="1726435"/>
                  </a:lnTo>
                  <a:lnTo>
                    <a:pt x="1311532" y="1726426"/>
                  </a:lnTo>
                  <a:lnTo>
                    <a:pt x="1311539" y="1726407"/>
                  </a:lnTo>
                  <a:lnTo>
                    <a:pt x="1311548" y="1726389"/>
                  </a:lnTo>
                  <a:lnTo>
                    <a:pt x="1311557" y="1726371"/>
                  </a:lnTo>
                  <a:lnTo>
                    <a:pt x="1311563" y="1726352"/>
                  </a:lnTo>
                  <a:lnTo>
                    <a:pt x="1311569" y="1726339"/>
                  </a:lnTo>
                  <a:lnTo>
                    <a:pt x="1311577" y="1726315"/>
                  </a:lnTo>
                  <a:lnTo>
                    <a:pt x="1311581" y="1726307"/>
                  </a:lnTo>
                  <a:lnTo>
                    <a:pt x="1311583" y="1726292"/>
                  </a:lnTo>
                  <a:lnTo>
                    <a:pt x="1311580" y="1726285"/>
                  </a:lnTo>
                  <a:lnTo>
                    <a:pt x="1311574" y="1726278"/>
                  </a:lnTo>
                  <a:lnTo>
                    <a:pt x="1311558" y="1726263"/>
                  </a:lnTo>
                  <a:lnTo>
                    <a:pt x="1311541" y="1726250"/>
                  </a:lnTo>
                  <a:lnTo>
                    <a:pt x="1311534" y="1726241"/>
                  </a:lnTo>
                  <a:lnTo>
                    <a:pt x="1311530" y="1726231"/>
                  </a:lnTo>
                  <a:lnTo>
                    <a:pt x="1311524" y="1726213"/>
                  </a:lnTo>
                  <a:lnTo>
                    <a:pt x="1311522" y="1726194"/>
                  </a:lnTo>
                  <a:lnTo>
                    <a:pt x="1311522" y="1726175"/>
                  </a:lnTo>
                  <a:lnTo>
                    <a:pt x="1311521" y="1726157"/>
                  </a:lnTo>
                  <a:lnTo>
                    <a:pt x="1311515" y="1726145"/>
                  </a:lnTo>
                  <a:lnTo>
                    <a:pt x="1311509" y="1726143"/>
                  </a:lnTo>
                  <a:lnTo>
                    <a:pt x="1311498" y="1726139"/>
                  </a:lnTo>
                  <a:lnTo>
                    <a:pt x="1311474" y="1726134"/>
                  </a:lnTo>
                  <a:lnTo>
                    <a:pt x="1311457" y="1726130"/>
                  </a:lnTo>
                  <a:lnTo>
                    <a:pt x="1311440" y="1726125"/>
                  </a:lnTo>
                  <a:lnTo>
                    <a:pt x="1311422" y="1726113"/>
                  </a:lnTo>
                  <a:lnTo>
                    <a:pt x="1311405" y="1726098"/>
                  </a:lnTo>
                  <a:lnTo>
                    <a:pt x="1311389" y="1726083"/>
                  </a:lnTo>
                  <a:lnTo>
                    <a:pt x="1311373" y="1726065"/>
                  </a:lnTo>
                  <a:lnTo>
                    <a:pt x="1311356" y="1726046"/>
                  </a:lnTo>
                  <a:lnTo>
                    <a:pt x="1311345" y="1726030"/>
                  </a:lnTo>
                  <a:lnTo>
                    <a:pt x="1311333" y="1726008"/>
                  </a:lnTo>
                  <a:lnTo>
                    <a:pt x="1311322" y="1725990"/>
                  </a:lnTo>
                  <a:lnTo>
                    <a:pt x="1311315" y="1725975"/>
                  </a:lnTo>
                  <a:lnTo>
                    <a:pt x="1311309" y="1725953"/>
                  </a:lnTo>
                  <a:lnTo>
                    <a:pt x="1311304" y="1725939"/>
                  </a:lnTo>
                  <a:lnTo>
                    <a:pt x="1311299" y="1725918"/>
                  </a:lnTo>
                  <a:lnTo>
                    <a:pt x="1311300" y="1725911"/>
                  </a:lnTo>
                  <a:lnTo>
                    <a:pt x="1311306" y="1725897"/>
                  </a:lnTo>
                  <a:lnTo>
                    <a:pt x="1311315" y="1725879"/>
                  </a:lnTo>
                  <a:lnTo>
                    <a:pt x="1311321" y="1725861"/>
                  </a:lnTo>
                  <a:lnTo>
                    <a:pt x="1311326" y="1725842"/>
                  </a:lnTo>
                  <a:lnTo>
                    <a:pt x="1311330" y="1725823"/>
                  </a:lnTo>
                  <a:lnTo>
                    <a:pt x="1311331" y="1725805"/>
                  </a:lnTo>
                  <a:lnTo>
                    <a:pt x="1311328" y="1725786"/>
                  </a:lnTo>
                  <a:lnTo>
                    <a:pt x="1311322" y="1725768"/>
                  </a:lnTo>
                  <a:lnTo>
                    <a:pt x="1311317" y="1725749"/>
                  </a:lnTo>
                  <a:lnTo>
                    <a:pt x="1311311" y="1725736"/>
                  </a:lnTo>
                  <a:lnTo>
                    <a:pt x="1311310" y="1725726"/>
                  </a:lnTo>
                  <a:lnTo>
                    <a:pt x="1311313" y="1725719"/>
                  </a:lnTo>
                  <a:lnTo>
                    <a:pt x="1311325" y="1725698"/>
                  </a:lnTo>
                  <a:lnTo>
                    <a:pt x="1311329" y="1725689"/>
                  </a:lnTo>
                  <a:lnTo>
                    <a:pt x="1311338" y="1725676"/>
                  </a:lnTo>
                  <a:lnTo>
                    <a:pt x="1311347" y="1725658"/>
                  </a:lnTo>
                  <a:lnTo>
                    <a:pt x="1311354" y="1725639"/>
                  </a:lnTo>
                  <a:lnTo>
                    <a:pt x="1311363" y="1725621"/>
                  </a:lnTo>
                  <a:lnTo>
                    <a:pt x="1311370" y="1725602"/>
                  </a:lnTo>
                  <a:lnTo>
                    <a:pt x="1311376" y="1725584"/>
                  </a:lnTo>
                  <a:lnTo>
                    <a:pt x="1311377" y="1725565"/>
                  </a:lnTo>
                  <a:lnTo>
                    <a:pt x="1311377" y="1725547"/>
                  </a:lnTo>
                  <a:lnTo>
                    <a:pt x="1311377" y="1725529"/>
                  </a:lnTo>
                  <a:lnTo>
                    <a:pt x="1311378" y="1725510"/>
                  </a:lnTo>
                  <a:lnTo>
                    <a:pt x="1311378" y="1725492"/>
                  </a:lnTo>
                  <a:lnTo>
                    <a:pt x="1311375" y="1725473"/>
                  </a:lnTo>
                  <a:lnTo>
                    <a:pt x="1311363" y="1725456"/>
                  </a:lnTo>
                  <a:lnTo>
                    <a:pt x="1311345" y="1725440"/>
                  </a:lnTo>
                  <a:lnTo>
                    <a:pt x="1311338" y="1725432"/>
                  </a:lnTo>
                  <a:lnTo>
                    <a:pt x="1311334" y="1725422"/>
                  </a:lnTo>
                  <a:lnTo>
                    <a:pt x="1311324" y="1725403"/>
                  </a:lnTo>
                  <a:lnTo>
                    <a:pt x="1311314" y="1725387"/>
                  </a:lnTo>
                  <a:lnTo>
                    <a:pt x="1311290" y="1725348"/>
                  </a:lnTo>
                  <a:lnTo>
                    <a:pt x="1311277" y="1725329"/>
                  </a:lnTo>
                  <a:lnTo>
                    <a:pt x="1311273" y="1725313"/>
                  </a:lnTo>
                  <a:lnTo>
                    <a:pt x="1311275" y="1725308"/>
                  </a:lnTo>
                  <a:lnTo>
                    <a:pt x="1311283" y="1725293"/>
                  </a:lnTo>
                  <a:lnTo>
                    <a:pt x="1311288" y="1725273"/>
                  </a:lnTo>
                  <a:lnTo>
                    <a:pt x="1311288" y="1725263"/>
                  </a:lnTo>
                  <a:lnTo>
                    <a:pt x="1311279" y="1725230"/>
                  </a:lnTo>
                  <a:lnTo>
                    <a:pt x="1311279" y="1725224"/>
                  </a:lnTo>
                  <a:lnTo>
                    <a:pt x="1311283" y="1725205"/>
                  </a:lnTo>
                  <a:lnTo>
                    <a:pt x="1311284" y="1725187"/>
                  </a:lnTo>
                  <a:lnTo>
                    <a:pt x="1311287" y="1725178"/>
                  </a:lnTo>
                  <a:lnTo>
                    <a:pt x="1311287" y="1725169"/>
                  </a:lnTo>
                  <a:lnTo>
                    <a:pt x="1311287" y="1725158"/>
                  </a:lnTo>
                  <a:lnTo>
                    <a:pt x="1311285" y="1725150"/>
                  </a:lnTo>
                  <a:lnTo>
                    <a:pt x="1311283" y="1725131"/>
                  </a:lnTo>
                  <a:lnTo>
                    <a:pt x="1311282" y="1725113"/>
                  </a:lnTo>
                  <a:lnTo>
                    <a:pt x="1311283" y="1725094"/>
                  </a:lnTo>
                  <a:lnTo>
                    <a:pt x="1311282" y="1725076"/>
                  </a:lnTo>
                  <a:lnTo>
                    <a:pt x="1311280" y="1725057"/>
                  </a:lnTo>
                  <a:lnTo>
                    <a:pt x="1311276" y="1725046"/>
                  </a:lnTo>
                  <a:lnTo>
                    <a:pt x="1311270" y="1725039"/>
                  </a:lnTo>
                  <a:lnTo>
                    <a:pt x="1311259" y="1725020"/>
                  </a:lnTo>
                  <a:lnTo>
                    <a:pt x="1311245" y="1725001"/>
                  </a:lnTo>
                  <a:lnTo>
                    <a:pt x="1311229" y="1724985"/>
                  </a:lnTo>
                  <a:lnTo>
                    <a:pt x="1311211" y="1724971"/>
                  </a:lnTo>
                  <a:lnTo>
                    <a:pt x="1311200" y="1724963"/>
                  </a:lnTo>
                  <a:lnTo>
                    <a:pt x="1311192" y="1724956"/>
                  </a:lnTo>
                  <a:lnTo>
                    <a:pt x="1311190" y="1724950"/>
                  </a:lnTo>
                  <a:lnTo>
                    <a:pt x="1311196" y="1724944"/>
                  </a:lnTo>
                  <a:lnTo>
                    <a:pt x="1311216" y="1724933"/>
                  </a:lnTo>
                  <a:lnTo>
                    <a:pt x="1311233" y="1724924"/>
                  </a:lnTo>
                  <a:lnTo>
                    <a:pt x="1311244" y="1724920"/>
                  </a:lnTo>
                  <a:lnTo>
                    <a:pt x="1311251" y="1724915"/>
                  </a:lnTo>
                  <a:lnTo>
                    <a:pt x="1311268" y="1724900"/>
                  </a:lnTo>
                  <a:lnTo>
                    <a:pt x="1311279" y="1724885"/>
                  </a:lnTo>
                  <a:lnTo>
                    <a:pt x="1311285" y="1724864"/>
                  </a:lnTo>
                  <a:lnTo>
                    <a:pt x="1311289" y="1724845"/>
                  </a:lnTo>
                  <a:lnTo>
                    <a:pt x="1311291" y="1724827"/>
                  </a:lnTo>
                  <a:lnTo>
                    <a:pt x="1311294" y="1724809"/>
                  </a:lnTo>
                  <a:lnTo>
                    <a:pt x="1311300" y="1724790"/>
                  </a:lnTo>
                  <a:lnTo>
                    <a:pt x="1311314" y="1724772"/>
                  </a:lnTo>
                  <a:lnTo>
                    <a:pt x="1311320" y="1724768"/>
                  </a:lnTo>
                  <a:lnTo>
                    <a:pt x="1311332" y="1724756"/>
                  </a:lnTo>
                  <a:lnTo>
                    <a:pt x="1311343" y="1724738"/>
                  </a:lnTo>
                  <a:lnTo>
                    <a:pt x="1311348" y="1724728"/>
                  </a:lnTo>
                  <a:lnTo>
                    <a:pt x="1311356" y="1724722"/>
                  </a:lnTo>
                  <a:lnTo>
                    <a:pt x="1311367" y="1724716"/>
                  </a:lnTo>
                  <a:lnTo>
                    <a:pt x="1311374" y="1724715"/>
                  </a:lnTo>
                  <a:lnTo>
                    <a:pt x="1311391" y="1724712"/>
                  </a:lnTo>
                  <a:lnTo>
                    <a:pt x="1311409" y="1724708"/>
                  </a:lnTo>
                  <a:lnTo>
                    <a:pt x="1311426" y="1724706"/>
                  </a:lnTo>
                  <a:lnTo>
                    <a:pt x="1311444" y="1724702"/>
                  </a:lnTo>
                  <a:lnTo>
                    <a:pt x="1311461" y="1724700"/>
                  </a:lnTo>
                  <a:lnTo>
                    <a:pt x="1311479" y="1724695"/>
                  </a:lnTo>
                  <a:lnTo>
                    <a:pt x="1311485" y="1724687"/>
                  </a:lnTo>
                  <a:lnTo>
                    <a:pt x="1311488" y="1724677"/>
                  </a:lnTo>
                  <a:lnTo>
                    <a:pt x="1311496" y="1724659"/>
                  </a:lnTo>
                  <a:lnTo>
                    <a:pt x="1311507" y="1724640"/>
                  </a:lnTo>
                  <a:lnTo>
                    <a:pt x="1311514" y="1724622"/>
                  </a:lnTo>
                  <a:lnTo>
                    <a:pt x="1311521" y="1724604"/>
                  </a:lnTo>
                  <a:lnTo>
                    <a:pt x="1311527" y="1724596"/>
                  </a:lnTo>
                  <a:lnTo>
                    <a:pt x="1311534" y="1724587"/>
                  </a:lnTo>
                  <a:lnTo>
                    <a:pt x="1311550" y="1724568"/>
                  </a:lnTo>
                  <a:lnTo>
                    <a:pt x="1311562" y="1724550"/>
                  </a:lnTo>
                  <a:lnTo>
                    <a:pt x="1311571" y="1724537"/>
                  </a:lnTo>
                  <a:lnTo>
                    <a:pt x="1311576" y="1724533"/>
                  </a:lnTo>
                  <a:lnTo>
                    <a:pt x="1311591" y="1724527"/>
                  </a:lnTo>
                  <a:lnTo>
                    <a:pt x="1311611" y="1724525"/>
                  </a:lnTo>
                  <a:lnTo>
                    <a:pt x="1311628" y="1724518"/>
                  </a:lnTo>
                  <a:lnTo>
                    <a:pt x="1311646" y="1724508"/>
                  </a:lnTo>
                  <a:lnTo>
                    <a:pt x="1311663" y="1724491"/>
                  </a:lnTo>
                  <a:lnTo>
                    <a:pt x="1311668" y="1724486"/>
                  </a:lnTo>
                  <a:lnTo>
                    <a:pt x="1311681" y="1724479"/>
                  </a:lnTo>
                  <a:lnTo>
                    <a:pt x="1311690" y="1724474"/>
                  </a:lnTo>
                  <a:lnTo>
                    <a:pt x="1311697" y="1724471"/>
                  </a:lnTo>
                  <a:lnTo>
                    <a:pt x="1311715" y="1724466"/>
                  </a:lnTo>
                  <a:lnTo>
                    <a:pt x="1311732" y="1724461"/>
                  </a:lnTo>
                  <a:lnTo>
                    <a:pt x="1311750" y="1724458"/>
                  </a:lnTo>
                  <a:lnTo>
                    <a:pt x="1311767" y="1724459"/>
                  </a:lnTo>
                  <a:lnTo>
                    <a:pt x="1311784" y="1724460"/>
                  </a:lnTo>
                  <a:lnTo>
                    <a:pt x="1311793" y="1724460"/>
                  </a:lnTo>
                  <a:lnTo>
                    <a:pt x="1311802" y="1724456"/>
                  </a:lnTo>
                  <a:lnTo>
                    <a:pt x="1311813" y="1724450"/>
                  </a:lnTo>
                  <a:lnTo>
                    <a:pt x="1311818" y="1724445"/>
                  </a:lnTo>
                  <a:lnTo>
                    <a:pt x="1311824" y="1724437"/>
                  </a:lnTo>
                  <a:lnTo>
                    <a:pt x="1311828" y="1724427"/>
                  </a:lnTo>
                  <a:lnTo>
                    <a:pt x="1311830" y="1724409"/>
                  </a:lnTo>
                  <a:lnTo>
                    <a:pt x="1311833" y="1724400"/>
                  </a:lnTo>
                  <a:lnTo>
                    <a:pt x="1311833" y="1724390"/>
                  </a:lnTo>
                  <a:lnTo>
                    <a:pt x="1311833" y="1724372"/>
                  </a:lnTo>
                  <a:lnTo>
                    <a:pt x="1311833" y="1724353"/>
                  </a:lnTo>
                  <a:lnTo>
                    <a:pt x="1311834" y="1724339"/>
                  </a:lnTo>
                  <a:lnTo>
                    <a:pt x="1311837" y="1724329"/>
                  </a:lnTo>
                  <a:lnTo>
                    <a:pt x="1311848" y="1724320"/>
                  </a:lnTo>
                  <a:lnTo>
                    <a:pt x="1311864" y="1724303"/>
                  </a:lnTo>
                  <a:lnTo>
                    <a:pt x="1311879" y="1724292"/>
                  </a:lnTo>
                  <a:lnTo>
                    <a:pt x="1311897" y="1724288"/>
                  </a:lnTo>
                  <a:lnTo>
                    <a:pt x="1311916" y="1724288"/>
                  </a:lnTo>
                  <a:lnTo>
                    <a:pt x="1311934" y="1724286"/>
                  </a:lnTo>
                  <a:lnTo>
                    <a:pt x="1311952" y="1724282"/>
                  </a:lnTo>
                  <a:lnTo>
                    <a:pt x="1311969" y="1724280"/>
                  </a:lnTo>
                  <a:lnTo>
                    <a:pt x="1311986" y="1724280"/>
                  </a:lnTo>
                  <a:lnTo>
                    <a:pt x="1312004" y="1724277"/>
                  </a:lnTo>
                  <a:lnTo>
                    <a:pt x="1312021" y="1724267"/>
                  </a:lnTo>
                  <a:lnTo>
                    <a:pt x="1312039" y="1724252"/>
                  </a:lnTo>
                  <a:lnTo>
                    <a:pt x="1312055" y="1724240"/>
                  </a:lnTo>
                  <a:lnTo>
                    <a:pt x="1312073" y="1724232"/>
                  </a:lnTo>
                  <a:lnTo>
                    <a:pt x="1312090" y="1724220"/>
                  </a:lnTo>
                  <a:lnTo>
                    <a:pt x="1312108" y="1724204"/>
                  </a:lnTo>
                  <a:lnTo>
                    <a:pt x="1312117" y="1724196"/>
                  </a:lnTo>
                  <a:lnTo>
                    <a:pt x="1312126" y="1724193"/>
                  </a:lnTo>
                  <a:lnTo>
                    <a:pt x="1312143" y="1724187"/>
                  </a:lnTo>
                  <a:lnTo>
                    <a:pt x="1312160" y="1724181"/>
                  </a:lnTo>
                  <a:lnTo>
                    <a:pt x="1312178" y="1724176"/>
                  </a:lnTo>
                  <a:lnTo>
                    <a:pt x="1312184" y="1724174"/>
                  </a:lnTo>
                  <a:lnTo>
                    <a:pt x="1312195" y="1724164"/>
                  </a:lnTo>
                  <a:lnTo>
                    <a:pt x="1312212" y="1724148"/>
                  </a:lnTo>
                  <a:lnTo>
                    <a:pt x="1312228" y="1724131"/>
                  </a:lnTo>
                  <a:lnTo>
                    <a:pt x="1312239" y="1724122"/>
                  </a:lnTo>
                  <a:lnTo>
                    <a:pt x="1312243" y="1724115"/>
                  </a:lnTo>
                  <a:lnTo>
                    <a:pt x="1312254" y="1724097"/>
                  </a:lnTo>
                  <a:lnTo>
                    <a:pt x="1312267" y="1724079"/>
                  </a:lnTo>
                  <a:lnTo>
                    <a:pt x="1312280" y="1724063"/>
                  </a:lnTo>
                  <a:lnTo>
                    <a:pt x="1312295" y="1724042"/>
                  </a:lnTo>
                  <a:lnTo>
                    <a:pt x="1312309" y="1724024"/>
                  </a:lnTo>
                  <a:lnTo>
                    <a:pt x="1312317" y="1724014"/>
                  </a:lnTo>
                  <a:lnTo>
                    <a:pt x="1312324" y="1724009"/>
                  </a:lnTo>
                  <a:lnTo>
                    <a:pt x="1312334" y="1724003"/>
                  </a:lnTo>
                  <a:lnTo>
                    <a:pt x="1312344" y="1724000"/>
                  </a:lnTo>
                  <a:lnTo>
                    <a:pt x="1312359" y="1723995"/>
                  </a:lnTo>
                  <a:lnTo>
                    <a:pt x="1312367" y="1723993"/>
                  </a:lnTo>
                  <a:lnTo>
                    <a:pt x="1312377" y="1723987"/>
                  </a:lnTo>
                  <a:lnTo>
                    <a:pt x="1312394" y="1723973"/>
                  </a:lnTo>
                  <a:lnTo>
                    <a:pt x="1312410" y="1723960"/>
                  </a:lnTo>
                  <a:lnTo>
                    <a:pt x="1312428" y="1723947"/>
                  </a:lnTo>
                  <a:lnTo>
                    <a:pt x="1312446" y="1723931"/>
                  </a:lnTo>
                  <a:lnTo>
                    <a:pt x="1312449" y="1723924"/>
                  </a:lnTo>
                  <a:lnTo>
                    <a:pt x="1312459" y="1723913"/>
                  </a:lnTo>
                  <a:lnTo>
                    <a:pt x="1312475" y="1723896"/>
                  </a:lnTo>
                  <a:lnTo>
                    <a:pt x="1312491" y="1723881"/>
                  </a:lnTo>
                  <a:lnTo>
                    <a:pt x="1312503" y="1723869"/>
                  </a:lnTo>
                  <a:lnTo>
                    <a:pt x="1312502" y="1723850"/>
                  </a:lnTo>
                  <a:lnTo>
                    <a:pt x="1312499" y="1723832"/>
                  </a:lnTo>
                  <a:lnTo>
                    <a:pt x="1312506" y="1723822"/>
                  </a:lnTo>
                  <a:lnTo>
                    <a:pt x="1312513" y="1723816"/>
                  </a:lnTo>
                  <a:lnTo>
                    <a:pt x="1312520" y="1723808"/>
                  </a:lnTo>
                  <a:lnTo>
                    <a:pt x="1312523" y="1723798"/>
                  </a:lnTo>
                  <a:lnTo>
                    <a:pt x="1312522" y="1723779"/>
                  </a:lnTo>
                  <a:lnTo>
                    <a:pt x="1312522" y="1723771"/>
                  </a:lnTo>
                  <a:lnTo>
                    <a:pt x="1312526" y="1723761"/>
                  </a:lnTo>
                  <a:lnTo>
                    <a:pt x="1312557" y="1723726"/>
                  </a:lnTo>
                  <a:lnTo>
                    <a:pt x="1312575" y="1723688"/>
                  </a:lnTo>
                  <a:lnTo>
                    <a:pt x="1312580" y="1723678"/>
                  </a:lnTo>
                  <a:lnTo>
                    <a:pt x="1312586" y="1723670"/>
                  </a:lnTo>
                  <a:lnTo>
                    <a:pt x="1312598" y="1723651"/>
                  </a:lnTo>
                  <a:lnTo>
                    <a:pt x="1312608" y="1723633"/>
                  </a:lnTo>
                  <a:lnTo>
                    <a:pt x="1312618" y="1723614"/>
                  </a:lnTo>
                  <a:lnTo>
                    <a:pt x="1312629" y="1723596"/>
                  </a:lnTo>
                  <a:lnTo>
                    <a:pt x="1312640" y="1723576"/>
                  </a:lnTo>
                  <a:lnTo>
                    <a:pt x="1312644" y="1723565"/>
                  </a:lnTo>
                  <a:lnTo>
                    <a:pt x="1312648" y="1723555"/>
                  </a:lnTo>
                  <a:lnTo>
                    <a:pt x="1312651" y="1723548"/>
                  </a:lnTo>
                  <a:lnTo>
                    <a:pt x="1312653" y="1723541"/>
                  </a:lnTo>
                  <a:lnTo>
                    <a:pt x="1312661" y="1723515"/>
                  </a:lnTo>
                  <a:lnTo>
                    <a:pt x="1312661" y="1723507"/>
                  </a:lnTo>
                  <a:lnTo>
                    <a:pt x="1312653" y="1723498"/>
                  </a:lnTo>
                  <a:lnTo>
                    <a:pt x="1312642" y="1723493"/>
                  </a:lnTo>
                  <a:lnTo>
                    <a:pt x="1312625" y="1723482"/>
                  </a:lnTo>
                  <a:lnTo>
                    <a:pt x="1312608" y="1723468"/>
                  </a:lnTo>
                  <a:lnTo>
                    <a:pt x="1312596" y="1723452"/>
                  </a:lnTo>
                  <a:lnTo>
                    <a:pt x="1312588" y="1723413"/>
                  </a:lnTo>
                  <a:lnTo>
                    <a:pt x="1312588" y="1723406"/>
                  </a:lnTo>
                  <a:lnTo>
                    <a:pt x="1312579" y="1723403"/>
                  </a:lnTo>
                  <a:lnTo>
                    <a:pt x="1312564" y="1723421"/>
                  </a:lnTo>
                  <a:lnTo>
                    <a:pt x="1312548" y="1723436"/>
                  </a:lnTo>
                  <a:lnTo>
                    <a:pt x="1312530" y="1723448"/>
                  </a:lnTo>
                  <a:lnTo>
                    <a:pt x="1312520" y="1723454"/>
                  </a:lnTo>
                  <a:lnTo>
                    <a:pt x="1312512" y="1723455"/>
                  </a:lnTo>
                  <a:lnTo>
                    <a:pt x="1312484" y="1723457"/>
                  </a:lnTo>
                  <a:lnTo>
                    <a:pt x="1312467" y="1723454"/>
                  </a:lnTo>
                  <a:lnTo>
                    <a:pt x="1312460" y="1723450"/>
                  </a:lnTo>
                  <a:lnTo>
                    <a:pt x="1312443" y="1723437"/>
                  </a:lnTo>
                  <a:lnTo>
                    <a:pt x="1312431" y="1723418"/>
                  </a:lnTo>
                  <a:lnTo>
                    <a:pt x="1312422" y="1723411"/>
                  </a:lnTo>
                  <a:lnTo>
                    <a:pt x="1312413" y="1723412"/>
                  </a:lnTo>
                  <a:lnTo>
                    <a:pt x="1312396" y="1723424"/>
                  </a:lnTo>
                  <a:lnTo>
                    <a:pt x="1312378" y="1723436"/>
                  </a:lnTo>
                  <a:lnTo>
                    <a:pt x="1312362" y="1723448"/>
                  </a:lnTo>
                  <a:lnTo>
                    <a:pt x="1312347" y="1723460"/>
                  </a:lnTo>
                  <a:lnTo>
                    <a:pt x="1312335" y="1723466"/>
                  </a:lnTo>
                  <a:lnTo>
                    <a:pt x="1312327" y="1723468"/>
                  </a:lnTo>
                  <a:lnTo>
                    <a:pt x="1312314" y="1723470"/>
                  </a:lnTo>
                  <a:lnTo>
                    <a:pt x="1312309" y="1723474"/>
                  </a:lnTo>
                  <a:lnTo>
                    <a:pt x="1312292" y="1723486"/>
                  </a:lnTo>
                  <a:lnTo>
                    <a:pt x="1312277" y="1723495"/>
                  </a:lnTo>
                  <a:lnTo>
                    <a:pt x="1312257" y="1723498"/>
                  </a:lnTo>
                  <a:lnTo>
                    <a:pt x="1312239" y="1723501"/>
                  </a:lnTo>
                  <a:lnTo>
                    <a:pt x="1312222" y="1723506"/>
                  </a:lnTo>
                  <a:lnTo>
                    <a:pt x="1312204" y="1723507"/>
                  </a:lnTo>
                  <a:lnTo>
                    <a:pt x="1312199" y="1723508"/>
                  </a:lnTo>
                  <a:lnTo>
                    <a:pt x="1312187" y="1723505"/>
                  </a:lnTo>
                  <a:lnTo>
                    <a:pt x="1312180" y="1723500"/>
                  </a:lnTo>
                  <a:lnTo>
                    <a:pt x="1312176" y="1723489"/>
                  </a:lnTo>
                  <a:lnTo>
                    <a:pt x="1312172" y="1723471"/>
                  </a:lnTo>
                  <a:lnTo>
                    <a:pt x="1312167" y="1723452"/>
                  </a:lnTo>
                  <a:lnTo>
                    <a:pt x="1312168" y="1723429"/>
                  </a:lnTo>
                  <a:lnTo>
                    <a:pt x="1312175" y="1723415"/>
                  </a:lnTo>
                  <a:lnTo>
                    <a:pt x="1312184" y="1723397"/>
                  </a:lnTo>
                  <a:lnTo>
                    <a:pt x="1312186" y="1723391"/>
                  </a:lnTo>
                  <a:lnTo>
                    <a:pt x="1312186" y="1723384"/>
                  </a:lnTo>
                  <a:lnTo>
                    <a:pt x="1312182" y="1723380"/>
                  </a:lnTo>
                  <a:lnTo>
                    <a:pt x="1312165" y="1723372"/>
                  </a:lnTo>
                  <a:lnTo>
                    <a:pt x="1312147" y="1723363"/>
                  </a:lnTo>
                  <a:lnTo>
                    <a:pt x="1312130" y="1723347"/>
                  </a:lnTo>
                  <a:lnTo>
                    <a:pt x="1312113" y="1723334"/>
                  </a:lnTo>
                  <a:lnTo>
                    <a:pt x="1312095" y="1723321"/>
                  </a:lnTo>
                  <a:lnTo>
                    <a:pt x="1312078" y="1723303"/>
                  </a:lnTo>
                  <a:lnTo>
                    <a:pt x="1312053" y="1723290"/>
                  </a:lnTo>
                  <a:lnTo>
                    <a:pt x="1312044" y="1723283"/>
                  </a:lnTo>
                  <a:lnTo>
                    <a:pt x="1312029" y="1723264"/>
                  </a:lnTo>
                  <a:lnTo>
                    <a:pt x="1312020" y="1723245"/>
                  </a:lnTo>
                  <a:lnTo>
                    <a:pt x="1312019" y="1723237"/>
                  </a:lnTo>
                  <a:lnTo>
                    <a:pt x="1312014" y="1723224"/>
                  </a:lnTo>
                  <a:lnTo>
                    <a:pt x="1312008" y="1723215"/>
                  </a:lnTo>
                  <a:lnTo>
                    <a:pt x="1312002" y="1723208"/>
                  </a:lnTo>
                  <a:lnTo>
                    <a:pt x="1311985" y="1723191"/>
                  </a:lnTo>
                  <a:lnTo>
                    <a:pt x="1311979" y="1723182"/>
                  </a:lnTo>
                  <a:lnTo>
                    <a:pt x="1311978" y="1723172"/>
                  </a:lnTo>
                  <a:lnTo>
                    <a:pt x="1311977" y="1723153"/>
                  </a:lnTo>
                  <a:lnTo>
                    <a:pt x="1311979" y="1723135"/>
                  </a:lnTo>
                  <a:lnTo>
                    <a:pt x="1311979" y="1723121"/>
                  </a:lnTo>
                  <a:lnTo>
                    <a:pt x="1311977" y="1723117"/>
                  </a:lnTo>
                  <a:lnTo>
                    <a:pt x="1311967" y="1723103"/>
                  </a:lnTo>
                  <a:lnTo>
                    <a:pt x="1311963" y="1723099"/>
                  </a:lnTo>
                  <a:lnTo>
                    <a:pt x="1311950" y="1723087"/>
                  </a:lnTo>
                  <a:lnTo>
                    <a:pt x="1311945" y="1723075"/>
                  </a:lnTo>
                  <a:lnTo>
                    <a:pt x="1311941" y="1723065"/>
                  </a:lnTo>
                  <a:lnTo>
                    <a:pt x="1311936" y="1723046"/>
                  </a:lnTo>
                  <a:lnTo>
                    <a:pt x="1311928" y="1723027"/>
                  </a:lnTo>
                  <a:lnTo>
                    <a:pt x="1311922" y="1723013"/>
                  </a:lnTo>
                  <a:lnTo>
                    <a:pt x="1311921" y="1723001"/>
                  </a:lnTo>
                  <a:lnTo>
                    <a:pt x="1311923" y="1722990"/>
                  </a:lnTo>
                  <a:lnTo>
                    <a:pt x="1311930" y="1722976"/>
                  </a:lnTo>
                  <a:lnTo>
                    <a:pt x="1311952" y="1722933"/>
                  </a:lnTo>
                  <a:lnTo>
                    <a:pt x="1311961" y="1722918"/>
                  </a:lnTo>
                  <a:lnTo>
                    <a:pt x="1311967" y="1722894"/>
                  </a:lnTo>
                  <a:lnTo>
                    <a:pt x="1311960" y="1722883"/>
                  </a:lnTo>
                  <a:lnTo>
                    <a:pt x="1311950" y="1722865"/>
                  </a:lnTo>
                  <a:lnTo>
                    <a:pt x="1311946" y="1722856"/>
                  </a:lnTo>
                  <a:lnTo>
                    <a:pt x="1311947" y="1722846"/>
                  </a:lnTo>
                  <a:lnTo>
                    <a:pt x="1311960" y="1722810"/>
                  </a:lnTo>
                  <a:lnTo>
                    <a:pt x="1311970" y="1722792"/>
                  </a:lnTo>
                  <a:lnTo>
                    <a:pt x="1311980" y="1722785"/>
                  </a:lnTo>
                  <a:lnTo>
                    <a:pt x="1311988" y="1722781"/>
                  </a:lnTo>
                  <a:lnTo>
                    <a:pt x="1311994" y="1722780"/>
                  </a:lnTo>
                  <a:lnTo>
                    <a:pt x="1312002" y="1722776"/>
                  </a:lnTo>
                  <a:lnTo>
                    <a:pt x="1312014" y="1722763"/>
                  </a:lnTo>
                  <a:lnTo>
                    <a:pt x="1312023" y="1722758"/>
                  </a:lnTo>
                  <a:lnTo>
                    <a:pt x="1312032" y="1722754"/>
                  </a:lnTo>
                  <a:lnTo>
                    <a:pt x="1312044" y="1722747"/>
                  </a:lnTo>
                  <a:lnTo>
                    <a:pt x="1312045" y="1722738"/>
                  </a:lnTo>
                  <a:lnTo>
                    <a:pt x="1312040" y="1722732"/>
                  </a:lnTo>
                  <a:lnTo>
                    <a:pt x="1312026" y="1722715"/>
                  </a:lnTo>
                  <a:lnTo>
                    <a:pt x="1311995" y="1722682"/>
                  </a:lnTo>
                  <a:lnTo>
                    <a:pt x="1311988" y="1722671"/>
                  </a:lnTo>
                  <a:lnTo>
                    <a:pt x="1311988" y="1722663"/>
                  </a:lnTo>
                  <a:lnTo>
                    <a:pt x="1311987" y="1722652"/>
                  </a:lnTo>
                  <a:lnTo>
                    <a:pt x="1311988" y="1722645"/>
                  </a:lnTo>
                  <a:lnTo>
                    <a:pt x="1311993" y="1722626"/>
                  </a:lnTo>
                  <a:lnTo>
                    <a:pt x="1311992" y="1722610"/>
                  </a:lnTo>
                  <a:lnTo>
                    <a:pt x="1311974" y="1722595"/>
                  </a:lnTo>
                  <a:lnTo>
                    <a:pt x="1311964" y="1722588"/>
                  </a:lnTo>
                  <a:lnTo>
                    <a:pt x="1311943" y="1722576"/>
                  </a:lnTo>
                  <a:lnTo>
                    <a:pt x="1311931" y="1722567"/>
                  </a:lnTo>
                  <a:lnTo>
                    <a:pt x="1311925" y="1722560"/>
                  </a:lnTo>
                  <a:lnTo>
                    <a:pt x="1311923" y="1722554"/>
                  </a:lnTo>
                  <a:lnTo>
                    <a:pt x="1311925" y="1722547"/>
                  </a:lnTo>
                  <a:lnTo>
                    <a:pt x="1311929" y="1722539"/>
                  </a:lnTo>
                  <a:lnTo>
                    <a:pt x="1311931" y="1722518"/>
                  </a:lnTo>
                  <a:lnTo>
                    <a:pt x="1311928" y="1722511"/>
                  </a:lnTo>
                  <a:lnTo>
                    <a:pt x="1311919" y="1722503"/>
                  </a:lnTo>
                  <a:lnTo>
                    <a:pt x="1311905" y="1722487"/>
                  </a:lnTo>
                  <a:lnTo>
                    <a:pt x="1311889" y="1722473"/>
                  </a:lnTo>
                  <a:lnTo>
                    <a:pt x="1311872" y="1722461"/>
                  </a:lnTo>
                  <a:lnTo>
                    <a:pt x="1311863" y="1722457"/>
                  </a:lnTo>
                  <a:lnTo>
                    <a:pt x="1311854" y="1722449"/>
                  </a:lnTo>
                  <a:lnTo>
                    <a:pt x="1311837" y="1722434"/>
                  </a:lnTo>
                  <a:lnTo>
                    <a:pt x="1311824" y="1722415"/>
                  </a:lnTo>
                  <a:lnTo>
                    <a:pt x="1311821" y="1722407"/>
                  </a:lnTo>
                  <a:lnTo>
                    <a:pt x="1311821" y="1722401"/>
                  </a:lnTo>
                  <a:lnTo>
                    <a:pt x="1311835" y="1722377"/>
                  </a:lnTo>
                  <a:lnTo>
                    <a:pt x="1311851" y="1722361"/>
                  </a:lnTo>
                  <a:lnTo>
                    <a:pt x="1311864" y="1722342"/>
                  </a:lnTo>
                  <a:lnTo>
                    <a:pt x="1311880" y="1722327"/>
                  </a:lnTo>
                  <a:lnTo>
                    <a:pt x="1311898" y="1722316"/>
                  </a:lnTo>
                  <a:lnTo>
                    <a:pt x="1311909" y="1722306"/>
                  </a:lnTo>
                  <a:lnTo>
                    <a:pt x="1311912" y="1722301"/>
                  </a:lnTo>
                  <a:lnTo>
                    <a:pt x="1311914" y="1722282"/>
                  </a:lnTo>
                  <a:lnTo>
                    <a:pt x="1311917" y="1722270"/>
                  </a:lnTo>
                  <a:lnTo>
                    <a:pt x="1311920" y="1722264"/>
                  </a:lnTo>
                  <a:lnTo>
                    <a:pt x="1311933" y="1722246"/>
                  </a:lnTo>
                  <a:lnTo>
                    <a:pt x="1311943" y="1722237"/>
                  </a:lnTo>
                  <a:lnTo>
                    <a:pt x="1311948" y="1722230"/>
                  </a:lnTo>
                  <a:lnTo>
                    <a:pt x="1311951" y="1722224"/>
                  </a:lnTo>
                  <a:lnTo>
                    <a:pt x="1311951" y="1722212"/>
                  </a:lnTo>
                  <a:lnTo>
                    <a:pt x="1311950" y="1722203"/>
                  </a:lnTo>
                  <a:lnTo>
                    <a:pt x="1311946" y="1722193"/>
                  </a:lnTo>
                  <a:lnTo>
                    <a:pt x="1311938" y="1722175"/>
                  </a:lnTo>
                  <a:lnTo>
                    <a:pt x="1311933" y="1722167"/>
                  </a:lnTo>
                  <a:lnTo>
                    <a:pt x="1311930" y="1722156"/>
                  </a:lnTo>
                  <a:lnTo>
                    <a:pt x="1311924" y="1722137"/>
                  </a:lnTo>
                  <a:lnTo>
                    <a:pt x="1311920" y="1722118"/>
                  </a:lnTo>
                  <a:lnTo>
                    <a:pt x="1311918" y="1722110"/>
                  </a:lnTo>
                  <a:lnTo>
                    <a:pt x="1311918" y="1722090"/>
                  </a:lnTo>
                  <a:lnTo>
                    <a:pt x="1311920" y="1722082"/>
                  </a:lnTo>
                  <a:lnTo>
                    <a:pt x="1311928" y="1722063"/>
                  </a:lnTo>
                  <a:lnTo>
                    <a:pt x="1311935" y="1722049"/>
                  </a:lnTo>
                  <a:lnTo>
                    <a:pt x="1311941" y="1722027"/>
                  </a:lnTo>
                  <a:lnTo>
                    <a:pt x="1311941" y="1722008"/>
                  </a:lnTo>
                  <a:lnTo>
                    <a:pt x="1311940" y="1721987"/>
                  </a:lnTo>
                  <a:lnTo>
                    <a:pt x="1311930" y="1721972"/>
                  </a:lnTo>
                  <a:lnTo>
                    <a:pt x="1311918" y="1721953"/>
                  </a:lnTo>
                  <a:lnTo>
                    <a:pt x="1311912" y="1721937"/>
                  </a:lnTo>
                  <a:lnTo>
                    <a:pt x="1311914" y="1721923"/>
                  </a:lnTo>
                  <a:lnTo>
                    <a:pt x="1311920" y="1721917"/>
                  </a:lnTo>
                  <a:lnTo>
                    <a:pt x="1311938" y="1721907"/>
                  </a:lnTo>
                  <a:lnTo>
                    <a:pt x="1311952" y="1721900"/>
                  </a:lnTo>
                  <a:lnTo>
                    <a:pt x="1311973" y="1721884"/>
                  </a:lnTo>
                  <a:lnTo>
                    <a:pt x="1311990" y="1721872"/>
                  </a:lnTo>
                  <a:lnTo>
                    <a:pt x="1312005" y="1721855"/>
                  </a:lnTo>
                  <a:lnTo>
                    <a:pt x="1312014" y="1721839"/>
                  </a:lnTo>
                  <a:lnTo>
                    <a:pt x="1312020" y="1721836"/>
                  </a:lnTo>
                  <a:lnTo>
                    <a:pt x="1312064" y="1721836"/>
                  </a:lnTo>
                  <a:lnTo>
                    <a:pt x="1312069" y="1721834"/>
                  </a:lnTo>
                  <a:lnTo>
                    <a:pt x="1312087" y="1721824"/>
                  </a:lnTo>
                  <a:lnTo>
                    <a:pt x="1312104" y="1721816"/>
                  </a:lnTo>
                  <a:lnTo>
                    <a:pt x="1312156" y="1721798"/>
                  </a:lnTo>
                  <a:lnTo>
                    <a:pt x="1312176" y="1721793"/>
                  </a:lnTo>
                  <a:lnTo>
                    <a:pt x="1312184" y="1721788"/>
                  </a:lnTo>
                  <a:lnTo>
                    <a:pt x="1312190" y="1721781"/>
                  </a:lnTo>
                  <a:lnTo>
                    <a:pt x="1312203" y="1721763"/>
                  </a:lnTo>
                  <a:lnTo>
                    <a:pt x="1312208" y="1721759"/>
                  </a:lnTo>
                  <a:lnTo>
                    <a:pt x="1312220" y="1721751"/>
                  </a:lnTo>
                  <a:lnTo>
                    <a:pt x="1312237" y="1721743"/>
                  </a:lnTo>
                  <a:lnTo>
                    <a:pt x="1312254" y="1721738"/>
                  </a:lnTo>
                  <a:lnTo>
                    <a:pt x="1312272" y="1721735"/>
                  </a:lnTo>
                  <a:lnTo>
                    <a:pt x="1312290" y="1721730"/>
                  </a:lnTo>
                  <a:lnTo>
                    <a:pt x="1312307" y="1721724"/>
                  </a:lnTo>
                  <a:lnTo>
                    <a:pt x="1312325" y="1721720"/>
                  </a:lnTo>
                  <a:lnTo>
                    <a:pt x="1312337" y="1721720"/>
                  </a:lnTo>
                  <a:lnTo>
                    <a:pt x="1312347" y="1721717"/>
                  </a:lnTo>
                  <a:lnTo>
                    <a:pt x="1312353" y="1721713"/>
                  </a:lnTo>
                  <a:lnTo>
                    <a:pt x="1312358" y="1721707"/>
                  </a:lnTo>
                  <a:lnTo>
                    <a:pt x="1312369" y="1721686"/>
                  </a:lnTo>
                  <a:lnTo>
                    <a:pt x="1312377" y="1721668"/>
                  </a:lnTo>
                  <a:lnTo>
                    <a:pt x="1312382" y="1721650"/>
                  </a:lnTo>
                  <a:lnTo>
                    <a:pt x="1312381" y="1721635"/>
                  </a:lnTo>
                  <a:lnTo>
                    <a:pt x="1312376" y="1721613"/>
                  </a:lnTo>
                  <a:lnTo>
                    <a:pt x="1312370" y="1721594"/>
                  </a:lnTo>
                  <a:lnTo>
                    <a:pt x="1312365" y="1721576"/>
                  </a:lnTo>
                  <a:lnTo>
                    <a:pt x="1312363" y="1721570"/>
                  </a:lnTo>
                  <a:lnTo>
                    <a:pt x="1312361" y="1721557"/>
                  </a:lnTo>
                  <a:lnTo>
                    <a:pt x="1312364" y="1721538"/>
                  </a:lnTo>
                  <a:lnTo>
                    <a:pt x="1312368" y="1721520"/>
                  </a:lnTo>
                  <a:lnTo>
                    <a:pt x="1312368" y="1721514"/>
                  </a:lnTo>
                  <a:lnTo>
                    <a:pt x="1312362" y="1721508"/>
                  </a:lnTo>
                  <a:lnTo>
                    <a:pt x="1312356" y="1721505"/>
                  </a:lnTo>
                  <a:lnTo>
                    <a:pt x="1312339" y="1721496"/>
                  </a:lnTo>
                  <a:lnTo>
                    <a:pt x="1312330" y="1721492"/>
                  </a:lnTo>
                  <a:lnTo>
                    <a:pt x="1312322" y="1721486"/>
                  </a:lnTo>
                  <a:lnTo>
                    <a:pt x="1312313" y="1721480"/>
                  </a:lnTo>
                  <a:lnTo>
                    <a:pt x="1312306" y="1721473"/>
                  </a:lnTo>
                  <a:lnTo>
                    <a:pt x="1312293" y="1721454"/>
                  </a:lnTo>
                  <a:lnTo>
                    <a:pt x="1312285" y="1721435"/>
                  </a:lnTo>
                  <a:lnTo>
                    <a:pt x="1312274" y="1721416"/>
                  </a:lnTo>
                  <a:lnTo>
                    <a:pt x="1312267" y="1721406"/>
                  </a:lnTo>
                  <a:lnTo>
                    <a:pt x="1312259" y="1721399"/>
                  </a:lnTo>
                  <a:lnTo>
                    <a:pt x="1312242" y="1721387"/>
                  </a:lnTo>
                  <a:lnTo>
                    <a:pt x="1312225" y="1721374"/>
                  </a:lnTo>
                  <a:lnTo>
                    <a:pt x="1312209" y="1721360"/>
                  </a:lnTo>
                  <a:lnTo>
                    <a:pt x="1312198" y="1721350"/>
                  </a:lnTo>
                  <a:lnTo>
                    <a:pt x="1312191" y="1721346"/>
                  </a:lnTo>
                  <a:lnTo>
                    <a:pt x="1312174" y="1721331"/>
                  </a:lnTo>
                  <a:lnTo>
                    <a:pt x="1312160" y="1721316"/>
                  </a:lnTo>
                  <a:lnTo>
                    <a:pt x="1312146" y="1721297"/>
                  </a:lnTo>
                  <a:lnTo>
                    <a:pt x="1312132" y="1721280"/>
                  </a:lnTo>
                  <a:lnTo>
                    <a:pt x="1312124" y="1721270"/>
                  </a:lnTo>
                  <a:lnTo>
                    <a:pt x="1312116" y="1721264"/>
                  </a:lnTo>
                  <a:lnTo>
                    <a:pt x="1312099" y="1721251"/>
                  </a:lnTo>
                  <a:lnTo>
                    <a:pt x="1312082" y="1721236"/>
                  </a:lnTo>
                  <a:lnTo>
                    <a:pt x="1312069" y="1721222"/>
                  </a:lnTo>
                  <a:lnTo>
                    <a:pt x="1312067" y="1721218"/>
                  </a:lnTo>
                  <a:lnTo>
                    <a:pt x="1312063" y="1721209"/>
                  </a:lnTo>
                  <a:lnTo>
                    <a:pt x="1312062" y="1721199"/>
                  </a:lnTo>
                  <a:lnTo>
                    <a:pt x="1312064" y="1721184"/>
                  </a:lnTo>
                  <a:lnTo>
                    <a:pt x="1312068" y="1721173"/>
                  </a:lnTo>
                  <a:lnTo>
                    <a:pt x="1312075" y="1721162"/>
                  </a:lnTo>
                  <a:lnTo>
                    <a:pt x="1312091" y="1721144"/>
                  </a:lnTo>
                  <a:lnTo>
                    <a:pt x="1312107" y="1721129"/>
                  </a:lnTo>
                  <a:lnTo>
                    <a:pt x="1312123" y="1721112"/>
                  </a:lnTo>
                  <a:lnTo>
                    <a:pt x="1312134" y="1721094"/>
                  </a:lnTo>
                  <a:lnTo>
                    <a:pt x="1312149" y="1721077"/>
                  </a:lnTo>
                  <a:lnTo>
                    <a:pt x="1312179" y="1721058"/>
                  </a:lnTo>
                  <a:lnTo>
                    <a:pt x="1312193" y="1721051"/>
                  </a:lnTo>
                  <a:lnTo>
                    <a:pt x="1312218" y="1721042"/>
                  </a:lnTo>
                  <a:lnTo>
                    <a:pt x="1312236" y="1721040"/>
                  </a:lnTo>
                  <a:lnTo>
                    <a:pt x="1312253" y="1721036"/>
                  </a:lnTo>
                  <a:lnTo>
                    <a:pt x="1312278" y="1721032"/>
                  </a:lnTo>
                  <a:lnTo>
                    <a:pt x="1312283" y="1721030"/>
                  </a:lnTo>
                  <a:lnTo>
                    <a:pt x="1312291" y="1721012"/>
                  </a:lnTo>
                  <a:lnTo>
                    <a:pt x="1312297" y="1720989"/>
                  </a:lnTo>
                  <a:lnTo>
                    <a:pt x="1312296" y="1720968"/>
                  </a:lnTo>
                  <a:lnTo>
                    <a:pt x="1312291" y="1720950"/>
                  </a:lnTo>
                  <a:lnTo>
                    <a:pt x="1312282" y="1720931"/>
                  </a:lnTo>
                  <a:lnTo>
                    <a:pt x="1312271" y="1720913"/>
                  </a:lnTo>
                  <a:lnTo>
                    <a:pt x="1312263" y="1720894"/>
                  </a:lnTo>
                  <a:lnTo>
                    <a:pt x="1312253" y="1720875"/>
                  </a:lnTo>
                  <a:lnTo>
                    <a:pt x="1312247" y="1720856"/>
                  </a:lnTo>
                  <a:lnTo>
                    <a:pt x="1312241" y="1720838"/>
                  </a:lnTo>
                  <a:lnTo>
                    <a:pt x="1312238" y="1720819"/>
                  </a:lnTo>
                  <a:lnTo>
                    <a:pt x="1312235" y="1720801"/>
                  </a:lnTo>
                  <a:lnTo>
                    <a:pt x="1312230" y="1720764"/>
                  </a:lnTo>
                  <a:lnTo>
                    <a:pt x="1312229" y="1720745"/>
                  </a:lnTo>
                  <a:lnTo>
                    <a:pt x="1312226" y="1720727"/>
                  </a:lnTo>
                  <a:lnTo>
                    <a:pt x="1312223" y="1720708"/>
                  </a:lnTo>
                  <a:lnTo>
                    <a:pt x="1312219" y="1720690"/>
                  </a:lnTo>
                  <a:lnTo>
                    <a:pt x="1312217" y="1720671"/>
                  </a:lnTo>
                  <a:lnTo>
                    <a:pt x="1312212" y="1720645"/>
                  </a:lnTo>
                  <a:lnTo>
                    <a:pt x="1312209" y="1720634"/>
                  </a:lnTo>
                  <a:lnTo>
                    <a:pt x="1312201" y="1720615"/>
                  </a:lnTo>
                  <a:lnTo>
                    <a:pt x="1312194" y="1720603"/>
                  </a:lnTo>
                  <a:lnTo>
                    <a:pt x="1312188" y="1720597"/>
                  </a:lnTo>
                  <a:lnTo>
                    <a:pt x="1312171" y="1720584"/>
                  </a:lnTo>
                  <a:lnTo>
                    <a:pt x="1312161" y="1720576"/>
                  </a:lnTo>
                  <a:lnTo>
                    <a:pt x="1312156" y="1720568"/>
                  </a:lnTo>
                  <a:lnTo>
                    <a:pt x="1312158" y="1720555"/>
                  </a:lnTo>
                  <a:lnTo>
                    <a:pt x="1312160" y="1720545"/>
                  </a:lnTo>
                  <a:lnTo>
                    <a:pt x="1312166" y="1720531"/>
                  </a:lnTo>
                  <a:lnTo>
                    <a:pt x="1312176" y="1720513"/>
                  </a:lnTo>
                  <a:lnTo>
                    <a:pt x="1312190" y="1720494"/>
                  </a:lnTo>
                  <a:lnTo>
                    <a:pt x="1312196" y="1720486"/>
                  </a:lnTo>
                  <a:lnTo>
                    <a:pt x="1312197" y="1720476"/>
                  </a:lnTo>
                  <a:lnTo>
                    <a:pt x="1312196" y="1720458"/>
                  </a:lnTo>
                  <a:lnTo>
                    <a:pt x="1312192" y="1720439"/>
                  </a:lnTo>
                  <a:lnTo>
                    <a:pt x="1312190" y="1720427"/>
                  </a:lnTo>
                  <a:lnTo>
                    <a:pt x="1312185" y="1720414"/>
                  </a:lnTo>
                  <a:lnTo>
                    <a:pt x="1312178" y="1720402"/>
                  </a:lnTo>
                  <a:lnTo>
                    <a:pt x="1312171" y="1720383"/>
                  </a:lnTo>
                  <a:lnTo>
                    <a:pt x="1312163" y="1720365"/>
                  </a:lnTo>
                  <a:lnTo>
                    <a:pt x="1312150" y="1720327"/>
                  </a:lnTo>
                  <a:lnTo>
                    <a:pt x="1312148" y="1720318"/>
                  </a:lnTo>
                  <a:lnTo>
                    <a:pt x="1312144" y="1720309"/>
                  </a:lnTo>
                  <a:lnTo>
                    <a:pt x="1312137" y="1720294"/>
                  </a:lnTo>
                  <a:lnTo>
                    <a:pt x="1312126" y="1720279"/>
                  </a:lnTo>
                  <a:lnTo>
                    <a:pt x="1312100" y="1720264"/>
                  </a:lnTo>
                  <a:lnTo>
                    <a:pt x="1312069" y="1720266"/>
                  </a:lnTo>
                  <a:lnTo>
                    <a:pt x="1312030" y="1720278"/>
                  </a:lnTo>
                  <a:lnTo>
                    <a:pt x="1312013" y="1720281"/>
                  </a:lnTo>
                  <a:lnTo>
                    <a:pt x="1311995" y="1720292"/>
                  </a:lnTo>
                  <a:lnTo>
                    <a:pt x="1311980" y="1720309"/>
                  </a:lnTo>
                  <a:lnTo>
                    <a:pt x="1311967" y="1720326"/>
                  </a:lnTo>
                  <a:lnTo>
                    <a:pt x="1311957" y="1720334"/>
                  </a:lnTo>
                  <a:lnTo>
                    <a:pt x="1311951" y="1720338"/>
                  </a:lnTo>
                  <a:lnTo>
                    <a:pt x="1311933" y="1720344"/>
                  </a:lnTo>
                  <a:lnTo>
                    <a:pt x="1311916" y="1720346"/>
                  </a:lnTo>
                  <a:lnTo>
                    <a:pt x="1311898" y="1720350"/>
                  </a:lnTo>
                  <a:lnTo>
                    <a:pt x="1311881" y="1720353"/>
                  </a:lnTo>
                  <a:lnTo>
                    <a:pt x="1311863" y="1720360"/>
                  </a:lnTo>
                  <a:lnTo>
                    <a:pt x="1311846" y="1720362"/>
                  </a:lnTo>
                  <a:lnTo>
                    <a:pt x="1311828" y="1720363"/>
                  </a:lnTo>
                  <a:lnTo>
                    <a:pt x="1311813" y="1720360"/>
                  </a:lnTo>
                  <a:lnTo>
                    <a:pt x="1311776" y="1720339"/>
                  </a:lnTo>
                  <a:lnTo>
                    <a:pt x="1311759" y="1720329"/>
                  </a:lnTo>
                  <a:lnTo>
                    <a:pt x="1311742" y="1720321"/>
                  </a:lnTo>
                  <a:lnTo>
                    <a:pt x="1311725" y="1720315"/>
                  </a:lnTo>
                  <a:lnTo>
                    <a:pt x="1311716" y="1720312"/>
                  </a:lnTo>
                  <a:lnTo>
                    <a:pt x="1311707" y="1720312"/>
                  </a:lnTo>
                  <a:lnTo>
                    <a:pt x="1311689" y="1720313"/>
                  </a:lnTo>
                  <a:lnTo>
                    <a:pt x="1311672" y="1720313"/>
                  </a:lnTo>
                  <a:lnTo>
                    <a:pt x="1311655" y="1720315"/>
                  </a:lnTo>
                  <a:lnTo>
                    <a:pt x="1311637" y="1720320"/>
                  </a:lnTo>
                  <a:lnTo>
                    <a:pt x="1311602" y="1720332"/>
                  </a:lnTo>
                  <a:lnTo>
                    <a:pt x="1311592" y="1720337"/>
                  </a:lnTo>
                  <a:lnTo>
                    <a:pt x="1311511" y="1720355"/>
                  </a:lnTo>
                  <a:lnTo>
                    <a:pt x="1311494" y="1720361"/>
                  </a:lnTo>
                  <a:lnTo>
                    <a:pt x="1311486" y="1720366"/>
                  </a:lnTo>
                  <a:lnTo>
                    <a:pt x="1311477" y="1720365"/>
                  </a:lnTo>
                  <a:lnTo>
                    <a:pt x="1311459" y="1720363"/>
                  </a:lnTo>
                  <a:lnTo>
                    <a:pt x="1311447" y="1720358"/>
                  </a:lnTo>
                  <a:lnTo>
                    <a:pt x="1311442" y="1720354"/>
                  </a:lnTo>
                  <a:lnTo>
                    <a:pt x="1311424" y="1720346"/>
                  </a:lnTo>
                  <a:lnTo>
                    <a:pt x="1311407" y="1720343"/>
                  </a:lnTo>
                  <a:lnTo>
                    <a:pt x="1311390" y="1720343"/>
                  </a:lnTo>
                  <a:lnTo>
                    <a:pt x="1311372" y="1720347"/>
                  </a:lnTo>
                  <a:lnTo>
                    <a:pt x="1311355" y="1720355"/>
                  </a:lnTo>
                  <a:lnTo>
                    <a:pt x="1311342" y="1720363"/>
                  </a:lnTo>
                  <a:lnTo>
                    <a:pt x="1311338" y="1720368"/>
                  </a:lnTo>
                  <a:lnTo>
                    <a:pt x="1311329" y="1720378"/>
                  </a:lnTo>
                  <a:lnTo>
                    <a:pt x="1311322" y="1720382"/>
                  </a:lnTo>
                  <a:lnTo>
                    <a:pt x="1311314" y="1720385"/>
                  </a:lnTo>
                  <a:lnTo>
                    <a:pt x="1311305" y="1720394"/>
                  </a:lnTo>
                  <a:lnTo>
                    <a:pt x="1311296" y="1720412"/>
                  </a:lnTo>
                  <a:lnTo>
                    <a:pt x="1311291" y="1720423"/>
                  </a:lnTo>
                  <a:lnTo>
                    <a:pt x="1311283" y="1720427"/>
                  </a:lnTo>
                  <a:lnTo>
                    <a:pt x="1311248" y="1720434"/>
                  </a:lnTo>
                  <a:lnTo>
                    <a:pt x="1311231" y="1720436"/>
                  </a:lnTo>
                  <a:lnTo>
                    <a:pt x="1311213" y="1720441"/>
                  </a:lnTo>
                  <a:lnTo>
                    <a:pt x="1311196" y="1720448"/>
                  </a:lnTo>
                  <a:lnTo>
                    <a:pt x="1311170" y="1720459"/>
                  </a:lnTo>
                  <a:lnTo>
                    <a:pt x="1311161" y="1720463"/>
                  </a:lnTo>
                  <a:lnTo>
                    <a:pt x="1311143" y="1720472"/>
                  </a:lnTo>
                  <a:lnTo>
                    <a:pt x="1311126" y="1720482"/>
                  </a:lnTo>
                  <a:lnTo>
                    <a:pt x="1311108" y="1720488"/>
                  </a:lnTo>
                  <a:lnTo>
                    <a:pt x="1311091" y="1720498"/>
                  </a:lnTo>
                  <a:lnTo>
                    <a:pt x="1311080" y="1720504"/>
                  </a:lnTo>
                  <a:lnTo>
                    <a:pt x="1311073" y="1720505"/>
                  </a:lnTo>
                  <a:lnTo>
                    <a:pt x="1311056" y="1720503"/>
                  </a:lnTo>
                  <a:lnTo>
                    <a:pt x="1311039" y="1720502"/>
                  </a:lnTo>
                  <a:lnTo>
                    <a:pt x="1311021" y="1720502"/>
                  </a:lnTo>
                  <a:lnTo>
                    <a:pt x="1311003" y="1720504"/>
                  </a:lnTo>
                  <a:lnTo>
                    <a:pt x="1310987" y="1720505"/>
                  </a:lnTo>
                  <a:lnTo>
                    <a:pt x="1310977" y="1720503"/>
                  </a:lnTo>
                  <a:lnTo>
                    <a:pt x="1310969" y="1720501"/>
                  </a:lnTo>
                  <a:lnTo>
                    <a:pt x="1310951" y="1720497"/>
                  </a:lnTo>
                  <a:lnTo>
                    <a:pt x="1310934" y="1720493"/>
                  </a:lnTo>
                  <a:lnTo>
                    <a:pt x="1310917" y="1720484"/>
                  </a:lnTo>
                  <a:lnTo>
                    <a:pt x="1310910" y="1720480"/>
                  </a:lnTo>
                  <a:lnTo>
                    <a:pt x="1310905" y="1720480"/>
                  </a:lnTo>
                  <a:lnTo>
                    <a:pt x="1310899" y="1720484"/>
                  </a:lnTo>
                  <a:lnTo>
                    <a:pt x="1310882" y="1720497"/>
                  </a:lnTo>
                  <a:lnTo>
                    <a:pt x="1310864" y="1720509"/>
                  </a:lnTo>
                  <a:lnTo>
                    <a:pt x="1310859" y="1720511"/>
                  </a:lnTo>
                  <a:lnTo>
                    <a:pt x="1310854" y="1720511"/>
                  </a:lnTo>
                  <a:lnTo>
                    <a:pt x="1310847" y="1720505"/>
                  </a:lnTo>
                  <a:lnTo>
                    <a:pt x="1310841" y="1720495"/>
                  </a:lnTo>
                  <a:lnTo>
                    <a:pt x="1310833" y="1720486"/>
                  </a:lnTo>
                  <a:lnTo>
                    <a:pt x="1310816" y="1720473"/>
                  </a:lnTo>
                  <a:lnTo>
                    <a:pt x="1310799" y="1720460"/>
                  </a:lnTo>
                  <a:lnTo>
                    <a:pt x="1310782" y="1720451"/>
                  </a:lnTo>
                  <a:lnTo>
                    <a:pt x="1310764" y="1720444"/>
                  </a:lnTo>
                  <a:lnTo>
                    <a:pt x="1310746" y="1720439"/>
                  </a:lnTo>
                  <a:lnTo>
                    <a:pt x="1310729" y="1720437"/>
                  </a:lnTo>
                  <a:lnTo>
                    <a:pt x="1310712" y="1720433"/>
                  </a:lnTo>
                  <a:lnTo>
                    <a:pt x="1310695" y="1720429"/>
                  </a:lnTo>
                  <a:lnTo>
                    <a:pt x="1310677" y="1720425"/>
                  </a:lnTo>
                  <a:lnTo>
                    <a:pt x="1310660" y="1720417"/>
                  </a:lnTo>
                  <a:lnTo>
                    <a:pt x="1310643" y="1720405"/>
                  </a:lnTo>
                  <a:lnTo>
                    <a:pt x="1310628" y="1720389"/>
                  </a:lnTo>
                  <a:lnTo>
                    <a:pt x="1310621" y="1720379"/>
                  </a:lnTo>
                  <a:lnTo>
                    <a:pt x="1310618" y="1720370"/>
                  </a:lnTo>
                  <a:lnTo>
                    <a:pt x="1310610" y="1720351"/>
                  </a:lnTo>
                  <a:lnTo>
                    <a:pt x="1310603" y="1720333"/>
                  </a:lnTo>
                  <a:lnTo>
                    <a:pt x="1310597" y="1720314"/>
                  </a:lnTo>
                  <a:lnTo>
                    <a:pt x="1310592" y="1720301"/>
                  </a:lnTo>
                  <a:lnTo>
                    <a:pt x="1310585" y="1720277"/>
                  </a:lnTo>
                  <a:lnTo>
                    <a:pt x="1310577" y="1720258"/>
                  </a:lnTo>
                  <a:lnTo>
                    <a:pt x="1310568" y="1720240"/>
                  </a:lnTo>
                  <a:lnTo>
                    <a:pt x="1310564" y="1720230"/>
                  </a:lnTo>
                  <a:lnTo>
                    <a:pt x="1310557" y="1720221"/>
                  </a:lnTo>
                  <a:lnTo>
                    <a:pt x="1310547" y="1720214"/>
                  </a:lnTo>
                  <a:lnTo>
                    <a:pt x="1310540" y="1720211"/>
                  </a:lnTo>
                  <a:lnTo>
                    <a:pt x="1310522" y="1720207"/>
                  </a:lnTo>
                  <a:lnTo>
                    <a:pt x="1310505" y="1720202"/>
                  </a:lnTo>
                  <a:lnTo>
                    <a:pt x="1310487" y="1720194"/>
                  </a:lnTo>
                  <a:lnTo>
                    <a:pt x="1310421" y="1720167"/>
                  </a:lnTo>
                  <a:lnTo>
                    <a:pt x="1310401" y="1720157"/>
                  </a:lnTo>
                  <a:lnTo>
                    <a:pt x="1310384" y="1720151"/>
                  </a:lnTo>
                  <a:lnTo>
                    <a:pt x="1310367" y="1720147"/>
                  </a:lnTo>
                  <a:lnTo>
                    <a:pt x="1310360" y="1720147"/>
                  </a:lnTo>
                  <a:lnTo>
                    <a:pt x="1310356" y="1720152"/>
                  </a:lnTo>
                  <a:lnTo>
                    <a:pt x="1310345" y="1720167"/>
                  </a:lnTo>
                  <a:lnTo>
                    <a:pt x="1310332" y="1720188"/>
                  </a:lnTo>
                  <a:lnTo>
                    <a:pt x="1310322" y="1720202"/>
                  </a:lnTo>
                  <a:lnTo>
                    <a:pt x="1310295" y="1720213"/>
                  </a:lnTo>
                  <a:lnTo>
                    <a:pt x="1310272" y="1720214"/>
                  </a:lnTo>
                  <a:lnTo>
                    <a:pt x="1310243" y="1720212"/>
                  </a:lnTo>
                  <a:lnTo>
                    <a:pt x="1310210" y="1720210"/>
                  </a:lnTo>
                  <a:lnTo>
                    <a:pt x="1310174" y="1720207"/>
                  </a:lnTo>
                  <a:lnTo>
                    <a:pt x="1310143" y="1720203"/>
                  </a:lnTo>
                  <a:lnTo>
                    <a:pt x="1310110" y="1720192"/>
                  </a:lnTo>
                  <a:lnTo>
                    <a:pt x="1310098" y="1720190"/>
                  </a:lnTo>
                  <a:lnTo>
                    <a:pt x="1310080" y="1720188"/>
                  </a:lnTo>
                  <a:lnTo>
                    <a:pt x="1310063" y="1720189"/>
                  </a:lnTo>
                  <a:lnTo>
                    <a:pt x="1310040" y="1720196"/>
                  </a:lnTo>
                  <a:lnTo>
                    <a:pt x="1310028" y="1720197"/>
                  </a:lnTo>
                  <a:lnTo>
                    <a:pt x="1310010" y="1720197"/>
                  </a:lnTo>
                  <a:lnTo>
                    <a:pt x="1309993" y="1720198"/>
                  </a:lnTo>
                  <a:lnTo>
                    <a:pt x="1309976" y="1720200"/>
                  </a:lnTo>
                  <a:lnTo>
                    <a:pt x="1309958" y="1720205"/>
                  </a:lnTo>
                  <a:lnTo>
                    <a:pt x="1309941" y="1720211"/>
                  </a:lnTo>
                  <a:lnTo>
                    <a:pt x="1309923" y="1720217"/>
                  </a:lnTo>
                  <a:lnTo>
                    <a:pt x="1309915" y="1720219"/>
                  </a:lnTo>
                  <a:lnTo>
                    <a:pt x="1309906" y="1720219"/>
                  </a:lnTo>
                  <a:lnTo>
                    <a:pt x="1309896" y="1720215"/>
                  </a:lnTo>
                  <a:lnTo>
                    <a:pt x="1309890" y="1720206"/>
                  </a:lnTo>
                  <a:lnTo>
                    <a:pt x="1309876" y="1720188"/>
                  </a:lnTo>
                  <a:lnTo>
                    <a:pt x="1309849" y="1720160"/>
                  </a:lnTo>
                  <a:lnTo>
                    <a:pt x="1309845" y="1720154"/>
                  </a:lnTo>
                  <a:lnTo>
                    <a:pt x="1309837" y="1720138"/>
                  </a:lnTo>
                  <a:lnTo>
                    <a:pt x="1309829" y="1720117"/>
                  </a:lnTo>
                  <a:lnTo>
                    <a:pt x="1309826" y="1720107"/>
                  </a:lnTo>
                  <a:lnTo>
                    <a:pt x="1309821" y="1720101"/>
                  </a:lnTo>
                  <a:lnTo>
                    <a:pt x="1309810" y="1720101"/>
                  </a:lnTo>
                  <a:lnTo>
                    <a:pt x="1309784" y="1720114"/>
                  </a:lnTo>
                  <a:lnTo>
                    <a:pt x="1309766" y="1720120"/>
                  </a:lnTo>
                  <a:lnTo>
                    <a:pt x="1309731" y="1720134"/>
                  </a:lnTo>
                  <a:lnTo>
                    <a:pt x="1309714" y="1720140"/>
                  </a:lnTo>
                  <a:lnTo>
                    <a:pt x="1309697" y="1720145"/>
                  </a:lnTo>
                  <a:lnTo>
                    <a:pt x="1309688" y="1720148"/>
                  </a:lnTo>
                  <a:lnTo>
                    <a:pt x="1309662" y="1720149"/>
                  </a:lnTo>
                  <a:lnTo>
                    <a:pt x="1309644" y="1720148"/>
                  </a:lnTo>
                  <a:lnTo>
                    <a:pt x="1309627" y="1720144"/>
                  </a:lnTo>
                  <a:lnTo>
                    <a:pt x="1309609" y="1720141"/>
                  </a:lnTo>
                  <a:lnTo>
                    <a:pt x="1309592" y="1720134"/>
                  </a:lnTo>
                  <a:lnTo>
                    <a:pt x="1309575" y="1720124"/>
                  </a:lnTo>
                  <a:lnTo>
                    <a:pt x="1309558" y="1720119"/>
                  </a:lnTo>
                  <a:lnTo>
                    <a:pt x="1309540" y="1720112"/>
                  </a:lnTo>
                  <a:lnTo>
                    <a:pt x="1309523" y="1720103"/>
                  </a:lnTo>
                  <a:lnTo>
                    <a:pt x="1309506" y="1720100"/>
                  </a:lnTo>
                  <a:lnTo>
                    <a:pt x="1309488" y="1720101"/>
                  </a:lnTo>
                  <a:lnTo>
                    <a:pt x="1309471" y="1720100"/>
                  </a:lnTo>
                  <a:lnTo>
                    <a:pt x="1309453" y="1720097"/>
                  </a:lnTo>
                  <a:lnTo>
                    <a:pt x="1309436" y="1720089"/>
                  </a:lnTo>
                  <a:lnTo>
                    <a:pt x="1309419" y="1720083"/>
                  </a:lnTo>
                  <a:lnTo>
                    <a:pt x="1309401" y="1720077"/>
                  </a:lnTo>
                  <a:lnTo>
                    <a:pt x="1309384" y="1720072"/>
                  </a:lnTo>
                  <a:lnTo>
                    <a:pt x="1309367" y="1720068"/>
                  </a:lnTo>
                  <a:lnTo>
                    <a:pt x="1309355" y="1720069"/>
                  </a:lnTo>
                  <a:lnTo>
                    <a:pt x="1309343" y="1720079"/>
                  </a:lnTo>
                  <a:lnTo>
                    <a:pt x="1309336" y="1720091"/>
                  </a:lnTo>
                  <a:lnTo>
                    <a:pt x="1309326" y="1720103"/>
                  </a:lnTo>
                  <a:lnTo>
                    <a:pt x="1309320" y="1720104"/>
                  </a:lnTo>
                  <a:lnTo>
                    <a:pt x="1309302" y="1720104"/>
                  </a:lnTo>
                  <a:lnTo>
                    <a:pt x="1309285" y="1720102"/>
                  </a:lnTo>
                  <a:lnTo>
                    <a:pt x="1309268" y="1720100"/>
                  </a:lnTo>
                  <a:lnTo>
                    <a:pt x="1309250" y="1720099"/>
                  </a:lnTo>
                  <a:lnTo>
                    <a:pt x="1309233" y="1720093"/>
                  </a:lnTo>
                  <a:lnTo>
                    <a:pt x="1309216" y="1720092"/>
                  </a:lnTo>
                  <a:lnTo>
                    <a:pt x="1309198" y="1720091"/>
                  </a:lnTo>
                  <a:lnTo>
                    <a:pt x="1309181" y="1720090"/>
                  </a:lnTo>
                  <a:lnTo>
                    <a:pt x="1309163" y="1720086"/>
                  </a:lnTo>
                  <a:lnTo>
                    <a:pt x="1309129" y="1720073"/>
                  </a:lnTo>
                  <a:lnTo>
                    <a:pt x="1309120" y="1720070"/>
                  </a:lnTo>
                  <a:lnTo>
                    <a:pt x="1309111" y="1720070"/>
                  </a:lnTo>
                  <a:lnTo>
                    <a:pt x="1309094" y="1720071"/>
                  </a:lnTo>
                  <a:lnTo>
                    <a:pt x="1309076" y="1720095"/>
                  </a:lnTo>
                  <a:lnTo>
                    <a:pt x="1309055" y="1720131"/>
                  </a:lnTo>
                  <a:lnTo>
                    <a:pt x="1309039" y="1720123"/>
                  </a:lnTo>
                  <a:lnTo>
                    <a:pt x="1309028" y="1720118"/>
                  </a:lnTo>
                  <a:lnTo>
                    <a:pt x="1309018" y="1720114"/>
                  </a:lnTo>
                  <a:lnTo>
                    <a:pt x="1309001" y="1720107"/>
                  </a:lnTo>
                  <a:lnTo>
                    <a:pt x="1308989" y="1720100"/>
                  </a:lnTo>
                  <a:lnTo>
                    <a:pt x="1308971" y="1720070"/>
                  </a:lnTo>
                  <a:lnTo>
                    <a:pt x="1308942" y="1720025"/>
                  </a:lnTo>
                  <a:lnTo>
                    <a:pt x="1308916" y="1719995"/>
                  </a:lnTo>
                  <a:lnTo>
                    <a:pt x="1308902" y="1719954"/>
                  </a:lnTo>
                  <a:lnTo>
                    <a:pt x="1308891" y="1719911"/>
                  </a:lnTo>
                  <a:lnTo>
                    <a:pt x="1308879" y="1719869"/>
                  </a:lnTo>
                  <a:lnTo>
                    <a:pt x="1308868" y="1719850"/>
                  </a:lnTo>
                  <a:lnTo>
                    <a:pt x="1308851" y="1719820"/>
                  </a:lnTo>
                  <a:lnTo>
                    <a:pt x="1308813" y="1719764"/>
                  </a:lnTo>
                  <a:lnTo>
                    <a:pt x="1308780" y="1719705"/>
                  </a:lnTo>
                  <a:lnTo>
                    <a:pt x="1308766" y="1719681"/>
                  </a:lnTo>
                  <a:lnTo>
                    <a:pt x="1308757" y="1719659"/>
                  </a:lnTo>
                  <a:lnTo>
                    <a:pt x="1308761" y="1719618"/>
                  </a:lnTo>
                  <a:lnTo>
                    <a:pt x="1308777" y="1719572"/>
                  </a:lnTo>
                  <a:lnTo>
                    <a:pt x="1308810" y="1719516"/>
                  </a:lnTo>
                  <a:lnTo>
                    <a:pt x="1308827" y="1719490"/>
                  </a:lnTo>
                  <a:lnTo>
                    <a:pt x="1308843" y="1719462"/>
                  </a:lnTo>
                  <a:lnTo>
                    <a:pt x="1308853" y="1719433"/>
                  </a:lnTo>
                  <a:lnTo>
                    <a:pt x="1308860" y="1719381"/>
                  </a:lnTo>
                  <a:lnTo>
                    <a:pt x="1308860" y="1719327"/>
                  </a:lnTo>
                  <a:lnTo>
                    <a:pt x="1308869" y="1719287"/>
                  </a:lnTo>
                  <a:lnTo>
                    <a:pt x="1308880" y="1719252"/>
                  </a:lnTo>
                  <a:lnTo>
                    <a:pt x="1308896" y="1719210"/>
                  </a:lnTo>
                  <a:lnTo>
                    <a:pt x="1308917" y="1719178"/>
                  </a:lnTo>
                  <a:lnTo>
                    <a:pt x="1308947" y="1719151"/>
                  </a:lnTo>
                  <a:lnTo>
                    <a:pt x="1308979" y="1719118"/>
                  </a:lnTo>
                  <a:lnTo>
                    <a:pt x="1309001" y="1719098"/>
                  </a:lnTo>
                  <a:lnTo>
                    <a:pt x="1309024" y="1719072"/>
                  </a:lnTo>
                  <a:lnTo>
                    <a:pt x="1309029" y="1719063"/>
                  </a:lnTo>
                  <a:lnTo>
                    <a:pt x="1309042" y="1719043"/>
                  </a:lnTo>
                  <a:lnTo>
                    <a:pt x="1309063" y="1718998"/>
                  </a:lnTo>
                  <a:lnTo>
                    <a:pt x="1309068" y="1718978"/>
                  </a:lnTo>
                  <a:lnTo>
                    <a:pt x="1309088" y="1718935"/>
                  </a:lnTo>
                  <a:lnTo>
                    <a:pt x="1309117" y="1718883"/>
                  </a:lnTo>
                  <a:lnTo>
                    <a:pt x="1309147" y="1718833"/>
                  </a:lnTo>
                  <a:lnTo>
                    <a:pt x="1309174" y="1718800"/>
                  </a:lnTo>
                  <a:lnTo>
                    <a:pt x="1309200" y="1718758"/>
                  </a:lnTo>
                  <a:lnTo>
                    <a:pt x="1309206" y="1718753"/>
                  </a:lnTo>
                  <a:lnTo>
                    <a:pt x="1309241" y="1718726"/>
                  </a:lnTo>
                  <a:lnTo>
                    <a:pt x="1309300" y="1718694"/>
                  </a:lnTo>
                  <a:lnTo>
                    <a:pt x="1309349" y="1718670"/>
                  </a:lnTo>
                  <a:lnTo>
                    <a:pt x="1309388" y="1718649"/>
                  </a:lnTo>
                  <a:lnTo>
                    <a:pt x="1309423" y="1718642"/>
                  </a:lnTo>
                  <a:lnTo>
                    <a:pt x="1309450" y="1718644"/>
                  </a:lnTo>
                  <a:lnTo>
                    <a:pt x="1309489" y="1718646"/>
                  </a:lnTo>
                  <a:lnTo>
                    <a:pt x="1309516" y="1718639"/>
                  </a:lnTo>
                  <a:lnTo>
                    <a:pt x="1309559" y="1718625"/>
                  </a:lnTo>
                  <a:lnTo>
                    <a:pt x="1309587" y="1718616"/>
                  </a:lnTo>
                  <a:lnTo>
                    <a:pt x="1309622" y="1718617"/>
                  </a:lnTo>
                  <a:lnTo>
                    <a:pt x="1309660" y="1718620"/>
                  </a:lnTo>
                  <a:lnTo>
                    <a:pt x="1309690" y="1718614"/>
                  </a:lnTo>
                  <a:lnTo>
                    <a:pt x="1309717" y="1718602"/>
                  </a:lnTo>
                  <a:lnTo>
                    <a:pt x="1309743" y="1718590"/>
                  </a:lnTo>
                  <a:lnTo>
                    <a:pt x="1309776" y="1718585"/>
                  </a:lnTo>
                  <a:lnTo>
                    <a:pt x="1309823" y="1718586"/>
                  </a:lnTo>
                  <a:lnTo>
                    <a:pt x="1309862" y="1718595"/>
                  </a:lnTo>
                  <a:lnTo>
                    <a:pt x="1309900" y="1718605"/>
                  </a:lnTo>
                  <a:lnTo>
                    <a:pt x="1309957" y="1718614"/>
                  </a:lnTo>
                  <a:lnTo>
                    <a:pt x="1310002" y="1718618"/>
                  </a:lnTo>
                  <a:lnTo>
                    <a:pt x="1310040" y="1718624"/>
                  </a:lnTo>
                  <a:lnTo>
                    <a:pt x="1310063" y="1718620"/>
                  </a:lnTo>
                  <a:lnTo>
                    <a:pt x="1310103" y="1718596"/>
                  </a:lnTo>
                  <a:lnTo>
                    <a:pt x="1310145" y="1718561"/>
                  </a:lnTo>
                  <a:lnTo>
                    <a:pt x="1310195" y="1718493"/>
                  </a:lnTo>
                  <a:lnTo>
                    <a:pt x="1310219" y="1718454"/>
                  </a:lnTo>
                  <a:lnTo>
                    <a:pt x="1310226" y="1718442"/>
                  </a:lnTo>
                  <a:lnTo>
                    <a:pt x="1310234" y="1718427"/>
                  </a:lnTo>
                  <a:lnTo>
                    <a:pt x="1310240" y="1718409"/>
                  </a:lnTo>
                  <a:lnTo>
                    <a:pt x="1310247" y="1718386"/>
                  </a:lnTo>
                  <a:lnTo>
                    <a:pt x="1310248" y="1718373"/>
                  </a:lnTo>
                  <a:lnTo>
                    <a:pt x="1310244" y="1718341"/>
                  </a:lnTo>
                  <a:lnTo>
                    <a:pt x="1310242" y="1718312"/>
                  </a:lnTo>
                  <a:lnTo>
                    <a:pt x="1310241" y="1718289"/>
                  </a:lnTo>
                  <a:lnTo>
                    <a:pt x="1310246" y="1718250"/>
                  </a:lnTo>
                  <a:lnTo>
                    <a:pt x="1310249" y="1718233"/>
                  </a:lnTo>
                  <a:lnTo>
                    <a:pt x="1310256" y="1718181"/>
                  </a:lnTo>
                  <a:lnTo>
                    <a:pt x="1310272" y="1718074"/>
                  </a:lnTo>
                  <a:lnTo>
                    <a:pt x="1310275" y="1718042"/>
                  </a:lnTo>
                  <a:lnTo>
                    <a:pt x="1310271" y="1718021"/>
                  </a:lnTo>
                  <a:lnTo>
                    <a:pt x="1310266" y="1718002"/>
                  </a:lnTo>
                  <a:lnTo>
                    <a:pt x="1310261" y="1717968"/>
                  </a:lnTo>
                  <a:lnTo>
                    <a:pt x="1310259" y="1717925"/>
                  </a:lnTo>
                  <a:lnTo>
                    <a:pt x="1310254" y="1717883"/>
                  </a:lnTo>
                  <a:lnTo>
                    <a:pt x="1310245" y="1717858"/>
                  </a:lnTo>
                  <a:lnTo>
                    <a:pt x="1310227" y="1717836"/>
                  </a:lnTo>
                  <a:lnTo>
                    <a:pt x="1310204" y="1717810"/>
                  </a:lnTo>
                  <a:lnTo>
                    <a:pt x="1310184" y="1717783"/>
                  </a:lnTo>
                  <a:lnTo>
                    <a:pt x="1310177" y="1717759"/>
                  </a:lnTo>
                  <a:lnTo>
                    <a:pt x="1310167" y="1717728"/>
                  </a:lnTo>
                  <a:lnTo>
                    <a:pt x="1310163" y="1717722"/>
                  </a:lnTo>
                  <a:lnTo>
                    <a:pt x="1310150" y="1717702"/>
                  </a:lnTo>
                  <a:lnTo>
                    <a:pt x="1310129" y="1717683"/>
                  </a:lnTo>
                  <a:lnTo>
                    <a:pt x="1310110" y="1717656"/>
                  </a:lnTo>
                  <a:lnTo>
                    <a:pt x="1310093" y="1717621"/>
                  </a:lnTo>
                  <a:lnTo>
                    <a:pt x="1310087" y="1717608"/>
                  </a:lnTo>
                  <a:lnTo>
                    <a:pt x="1310082" y="1717598"/>
                  </a:lnTo>
                  <a:lnTo>
                    <a:pt x="1310075" y="1717582"/>
                  </a:lnTo>
                  <a:lnTo>
                    <a:pt x="1310052" y="1717544"/>
                  </a:lnTo>
                  <a:lnTo>
                    <a:pt x="1310030" y="1717510"/>
                  </a:lnTo>
                  <a:lnTo>
                    <a:pt x="1310009" y="1717465"/>
                  </a:lnTo>
                  <a:lnTo>
                    <a:pt x="1309989" y="1717417"/>
                  </a:lnTo>
                  <a:lnTo>
                    <a:pt x="1309974" y="1717389"/>
                  </a:lnTo>
                  <a:lnTo>
                    <a:pt x="1309951" y="1717359"/>
                  </a:lnTo>
                  <a:lnTo>
                    <a:pt x="1309933" y="1717336"/>
                  </a:lnTo>
                  <a:lnTo>
                    <a:pt x="1309918" y="1717309"/>
                  </a:lnTo>
                  <a:lnTo>
                    <a:pt x="1309905" y="1717271"/>
                  </a:lnTo>
                  <a:lnTo>
                    <a:pt x="1309888" y="1717232"/>
                  </a:lnTo>
                  <a:lnTo>
                    <a:pt x="1309873" y="1717204"/>
                  </a:lnTo>
                  <a:lnTo>
                    <a:pt x="1309859" y="1717172"/>
                  </a:lnTo>
                  <a:lnTo>
                    <a:pt x="1309851" y="1717134"/>
                  </a:lnTo>
                  <a:lnTo>
                    <a:pt x="1309843" y="1717088"/>
                  </a:lnTo>
                  <a:lnTo>
                    <a:pt x="1309847" y="1717046"/>
                  </a:lnTo>
                  <a:lnTo>
                    <a:pt x="1309855" y="1717018"/>
                  </a:lnTo>
                  <a:lnTo>
                    <a:pt x="1309857" y="1716993"/>
                  </a:lnTo>
                  <a:lnTo>
                    <a:pt x="1309852" y="1716964"/>
                  </a:lnTo>
                  <a:lnTo>
                    <a:pt x="1309847" y="1716926"/>
                  </a:lnTo>
                  <a:lnTo>
                    <a:pt x="1309828" y="1716882"/>
                  </a:lnTo>
                  <a:lnTo>
                    <a:pt x="1309824" y="1716875"/>
                  </a:lnTo>
                  <a:lnTo>
                    <a:pt x="1309801" y="1716832"/>
                  </a:lnTo>
                  <a:lnTo>
                    <a:pt x="1309797" y="1716818"/>
                  </a:lnTo>
                  <a:lnTo>
                    <a:pt x="1309791" y="1716797"/>
                  </a:lnTo>
                  <a:lnTo>
                    <a:pt x="1309781" y="1716745"/>
                  </a:lnTo>
                  <a:lnTo>
                    <a:pt x="1309774" y="1716681"/>
                  </a:lnTo>
                  <a:lnTo>
                    <a:pt x="1309762" y="1716623"/>
                  </a:lnTo>
                  <a:lnTo>
                    <a:pt x="1309760" y="1716581"/>
                  </a:lnTo>
                  <a:lnTo>
                    <a:pt x="1309764" y="1716514"/>
                  </a:lnTo>
                  <a:lnTo>
                    <a:pt x="1309770" y="1716451"/>
                  </a:lnTo>
                  <a:lnTo>
                    <a:pt x="1309780" y="1716395"/>
                  </a:lnTo>
                  <a:lnTo>
                    <a:pt x="1309795" y="1716345"/>
                  </a:lnTo>
                  <a:lnTo>
                    <a:pt x="1309828" y="1716283"/>
                  </a:lnTo>
                  <a:lnTo>
                    <a:pt x="1309847" y="1716249"/>
                  </a:lnTo>
                  <a:lnTo>
                    <a:pt x="1309866" y="1716225"/>
                  </a:lnTo>
                  <a:lnTo>
                    <a:pt x="1309875" y="1716212"/>
                  </a:lnTo>
                  <a:lnTo>
                    <a:pt x="1309886" y="1716196"/>
                  </a:lnTo>
                  <a:lnTo>
                    <a:pt x="1309903" y="1716168"/>
                  </a:lnTo>
                  <a:lnTo>
                    <a:pt x="1309908" y="1716151"/>
                  </a:lnTo>
                  <a:lnTo>
                    <a:pt x="1309909" y="1716127"/>
                  </a:lnTo>
                  <a:lnTo>
                    <a:pt x="1309903" y="1716100"/>
                  </a:lnTo>
                  <a:lnTo>
                    <a:pt x="1309896" y="1716086"/>
                  </a:lnTo>
                  <a:lnTo>
                    <a:pt x="1309886" y="1716064"/>
                  </a:lnTo>
                  <a:lnTo>
                    <a:pt x="1309878" y="1716035"/>
                  </a:lnTo>
                  <a:lnTo>
                    <a:pt x="1309879" y="1715996"/>
                  </a:lnTo>
                  <a:lnTo>
                    <a:pt x="1309871" y="1715957"/>
                  </a:lnTo>
                  <a:lnTo>
                    <a:pt x="1309853" y="1715924"/>
                  </a:lnTo>
                  <a:lnTo>
                    <a:pt x="1309828" y="1715883"/>
                  </a:lnTo>
                  <a:lnTo>
                    <a:pt x="1309818" y="1715852"/>
                  </a:lnTo>
                  <a:lnTo>
                    <a:pt x="1309814" y="1715752"/>
                  </a:lnTo>
                  <a:lnTo>
                    <a:pt x="1309805" y="1715714"/>
                  </a:lnTo>
                  <a:lnTo>
                    <a:pt x="1309801" y="1715703"/>
                  </a:lnTo>
                  <a:lnTo>
                    <a:pt x="1309788" y="1715671"/>
                  </a:lnTo>
                  <a:lnTo>
                    <a:pt x="1309765" y="1715642"/>
                  </a:lnTo>
                  <a:lnTo>
                    <a:pt x="1309738" y="1715622"/>
                  </a:lnTo>
                  <a:lnTo>
                    <a:pt x="1309732" y="1715618"/>
                  </a:lnTo>
                  <a:lnTo>
                    <a:pt x="1309703" y="1715597"/>
                  </a:lnTo>
                  <a:lnTo>
                    <a:pt x="1309689" y="1715584"/>
                  </a:lnTo>
                  <a:lnTo>
                    <a:pt x="1309674" y="1715561"/>
                  </a:lnTo>
                  <a:lnTo>
                    <a:pt x="1309656" y="1715531"/>
                  </a:lnTo>
                  <a:lnTo>
                    <a:pt x="1309641" y="1715511"/>
                  </a:lnTo>
                  <a:lnTo>
                    <a:pt x="1309611" y="1715496"/>
                  </a:lnTo>
                  <a:lnTo>
                    <a:pt x="1309582" y="1715485"/>
                  </a:lnTo>
                  <a:lnTo>
                    <a:pt x="1309546" y="1715482"/>
                  </a:lnTo>
                  <a:lnTo>
                    <a:pt x="1309501" y="1715487"/>
                  </a:lnTo>
                  <a:lnTo>
                    <a:pt x="1309468" y="1715486"/>
                  </a:lnTo>
                  <a:lnTo>
                    <a:pt x="1309443" y="1715475"/>
                  </a:lnTo>
                  <a:lnTo>
                    <a:pt x="1309415" y="1715454"/>
                  </a:lnTo>
                  <a:lnTo>
                    <a:pt x="1309390" y="1715424"/>
                  </a:lnTo>
                  <a:lnTo>
                    <a:pt x="1309375" y="1715393"/>
                  </a:lnTo>
                  <a:lnTo>
                    <a:pt x="1309365" y="1715350"/>
                  </a:lnTo>
                  <a:lnTo>
                    <a:pt x="1309363" y="1715294"/>
                  </a:lnTo>
                  <a:lnTo>
                    <a:pt x="1309362" y="1715215"/>
                  </a:lnTo>
                  <a:lnTo>
                    <a:pt x="1309361" y="1715182"/>
                  </a:lnTo>
                  <a:lnTo>
                    <a:pt x="1309359" y="1715147"/>
                  </a:lnTo>
                  <a:lnTo>
                    <a:pt x="1309352" y="1715051"/>
                  </a:lnTo>
                  <a:lnTo>
                    <a:pt x="1309347" y="1715010"/>
                  </a:lnTo>
                  <a:lnTo>
                    <a:pt x="1309346" y="1714996"/>
                  </a:lnTo>
                  <a:lnTo>
                    <a:pt x="1309344" y="1714978"/>
                  </a:lnTo>
                  <a:lnTo>
                    <a:pt x="1309338" y="1714947"/>
                  </a:lnTo>
                  <a:lnTo>
                    <a:pt x="1309338" y="1714933"/>
                  </a:lnTo>
                  <a:lnTo>
                    <a:pt x="1309340" y="1714911"/>
                  </a:lnTo>
                  <a:lnTo>
                    <a:pt x="1309349" y="1714877"/>
                  </a:lnTo>
                  <a:lnTo>
                    <a:pt x="1309361" y="1714839"/>
                  </a:lnTo>
                  <a:lnTo>
                    <a:pt x="1309364" y="1714780"/>
                  </a:lnTo>
                  <a:lnTo>
                    <a:pt x="1309376" y="1714708"/>
                  </a:lnTo>
                  <a:lnTo>
                    <a:pt x="1309395" y="1714643"/>
                  </a:lnTo>
                  <a:lnTo>
                    <a:pt x="1309412" y="1714602"/>
                  </a:lnTo>
                  <a:lnTo>
                    <a:pt x="1309421" y="1714586"/>
                  </a:lnTo>
                  <a:lnTo>
                    <a:pt x="1309426" y="1714575"/>
                  </a:lnTo>
                  <a:lnTo>
                    <a:pt x="1309427" y="1714570"/>
                  </a:lnTo>
                  <a:lnTo>
                    <a:pt x="1309433" y="1714553"/>
                  </a:lnTo>
                  <a:lnTo>
                    <a:pt x="1309436" y="1714527"/>
                  </a:lnTo>
                  <a:lnTo>
                    <a:pt x="1309450" y="1714481"/>
                  </a:lnTo>
                  <a:lnTo>
                    <a:pt x="1309460" y="1714448"/>
                  </a:lnTo>
                  <a:lnTo>
                    <a:pt x="1309467" y="1714414"/>
                  </a:lnTo>
                  <a:lnTo>
                    <a:pt x="1309464" y="1714398"/>
                  </a:lnTo>
                  <a:lnTo>
                    <a:pt x="1309456" y="1714380"/>
                  </a:lnTo>
                  <a:lnTo>
                    <a:pt x="1309433" y="1714351"/>
                  </a:lnTo>
                  <a:lnTo>
                    <a:pt x="1309415" y="1714336"/>
                  </a:lnTo>
                  <a:lnTo>
                    <a:pt x="1309386" y="1714326"/>
                  </a:lnTo>
                  <a:lnTo>
                    <a:pt x="1309354" y="1714311"/>
                  </a:lnTo>
                  <a:lnTo>
                    <a:pt x="1309331" y="1714295"/>
                  </a:lnTo>
                  <a:lnTo>
                    <a:pt x="1309287" y="1714279"/>
                  </a:lnTo>
                  <a:lnTo>
                    <a:pt x="1309245" y="1714275"/>
                  </a:lnTo>
                  <a:lnTo>
                    <a:pt x="1309205" y="1714279"/>
                  </a:lnTo>
                  <a:lnTo>
                    <a:pt x="1309148" y="1714294"/>
                  </a:lnTo>
                  <a:lnTo>
                    <a:pt x="1309093" y="1714314"/>
                  </a:lnTo>
                  <a:lnTo>
                    <a:pt x="1309066" y="1714323"/>
                  </a:lnTo>
                  <a:lnTo>
                    <a:pt x="1309018" y="1714329"/>
                  </a:lnTo>
                  <a:lnTo>
                    <a:pt x="1308982" y="1714327"/>
                  </a:lnTo>
                  <a:lnTo>
                    <a:pt x="1308952" y="1714318"/>
                  </a:lnTo>
                  <a:lnTo>
                    <a:pt x="1308910" y="1714283"/>
                  </a:lnTo>
                  <a:lnTo>
                    <a:pt x="1308861" y="1714248"/>
                  </a:lnTo>
                  <a:lnTo>
                    <a:pt x="1308823" y="1714227"/>
                  </a:lnTo>
                  <a:lnTo>
                    <a:pt x="1308793" y="1714218"/>
                  </a:lnTo>
                  <a:lnTo>
                    <a:pt x="1308759" y="1714220"/>
                  </a:lnTo>
                  <a:lnTo>
                    <a:pt x="1308734" y="1714220"/>
                  </a:lnTo>
                  <a:lnTo>
                    <a:pt x="1308700" y="1714214"/>
                  </a:lnTo>
                  <a:lnTo>
                    <a:pt x="1308676" y="1714207"/>
                  </a:lnTo>
                  <a:lnTo>
                    <a:pt x="1308650" y="1714207"/>
                  </a:lnTo>
                  <a:lnTo>
                    <a:pt x="1308629" y="1714204"/>
                  </a:lnTo>
                  <a:lnTo>
                    <a:pt x="1308622" y="1714202"/>
                  </a:lnTo>
                  <a:lnTo>
                    <a:pt x="1308614" y="1714194"/>
                  </a:lnTo>
                  <a:lnTo>
                    <a:pt x="1308593" y="1714173"/>
                  </a:lnTo>
                  <a:lnTo>
                    <a:pt x="1308574" y="1714152"/>
                  </a:lnTo>
                  <a:lnTo>
                    <a:pt x="1308563" y="1714127"/>
                  </a:lnTo>
                  <a:lnTo>
                    <a:pt x="1308555" y="1714101"/>
                  </a:lnTo>
                  <a:lnTo>
                    <a:pt x="1308538" y="1714074"/>
                  </a:lnTo>
                  <a:lnTo>
                    <a:pt x="1308510" y="1714041"/>
                  </a:lnTo>
                  <a:lnTo>
                    <a:pt x="1308477" y="1714016"/>
                  </a:lnTo>
                  <a:lnTo>
                    <a:pt x="1308453" y="1714003"/>
                  </a:lnTo>
                  <a:lnTo>
                    <a:pt x="1308432" y="1713987"/>
                  </a:lnTo>
                  <a:lnTo>
                    <a:pt x="1308413" y="1713965"/>
                  </a:lnTo>
                  <a:lnTo>
                    <a:pt x="1308398" y="1713938"/>
                  </a:lnTo>
                  <a:lnTo>
                    <a:pt x="1308372" y="1713907"/>
                  </a:lnTo>
                  <a:lnTo>
                    <a:pt x="1308350" y="1713889"/>
                  </a:lnTo>
                  <a:lnTo>
                    <a:pt x="1308323" y="1713864"/>
                  </a:lnTo>
                  <a:lnTo>
                    <a:pt x="1308306" y="1713842"/>
                  </a:lnTo>
                  <a:lnTo>
                    <a:pt x="1308291" y="1713811"/>
                  </a:lnTo>
                  <a:lnTo>
                    <a:pt x="1308262" y="1713751"/>
                  </a:lnTo>
                  <a:lnTo>
                    <a:pt x="1308233" y="1713699"/>
                  </a:lnTo>
                  <a:lnTo>
                    <a:pt x="1308206" y="1713662"/>
                  </a:lnTo>
                  <a:lnTo>
                    <a:pt x="1308186" y="1713629"/>
                  </a:lnTo>
                  <a:lnTo>
                    <a:pt x="1308177" y="1713605"/>
                  </a:lnTo>
                  <a:lnTo>
                    <a:pt x="1308169" y="1713582"/>
                  </a:lnTo>
                  <a:lnTo>
                    <a:pt x="1308166" y="1713567"/>
                  </a:lnTo>
                  <a:lnTo>
                    <a:pt x="1308170" y="1713539"/>
                  </a:lnTo>
                  <a:lnTo>
                    <a:pt x="1308191" y="1713503"/>
                  </a:lnTo>
                  <a:lnTo>
                    <a:pt x="1308208" y="1713482"/>
                  </a:lnTo>
                  <a:lnTo>
                    <a:pt x="1308212" y="1713472"/>
                  </a:lnTo>
                  <a:lnTo>
                    <a:pt x="1308212" y="1713456"/>
                  </a:lnTo>
                  <a:lnTo>
                    <a:pt x="1308204" y="1713422"/>
                  </a:lnTo>
                  <a:lnTo>
                    <a:pt x="1308194" y="1713383"/>
                  </a:lnTo>
                  <a:lnTo>
                    <a:pt x="1308176" y="1713348"/>
                  </a:lnTo>
                  <a:lnTo>
                    <a:pt x="1308156" y="1713321"/>
                  </a:lnTo>
                  <a:lnTo>
                    <a:pt x="1308142" y="1713307"/>
                  </a:lnTo>
                  <a:lnTo>
                    <a:pt x="1308118" y="1713300"/>
                  </a:lnTo>
                  <a:lnTo>
                    <a:pt x="1308071" y="1713307"/>
                  </a:lnTo>
                  <a:lnTo>
                    <a:pt x="1308027" y="1713321"/>
                  </a:lnTo>
                  <a:lnTo>
                    <a:pt x="1307988" y="1713340"/>
                  </a:lnTo>
                  <a:lnTo>
                    <a:pt x="1307944" y="1713357"/>
                  </a:lnTo>
                  <a:lnTo>
                    <a:pt x="1307904" y="1713372"/>
                  </a:lnTo>
                  <a:lnTo>
                    <a:pt x="1307874" y="1713378"/>
                  </a:lnTo>
                  <a:lnTo>
                    <a:pt x="1307845" y="1713376"/>
                  </a:lnTo>
                  <a:lnTo>
                    <a:pt x="1307804" y="1713363"/>
                  </a:lnTo>
                  <a:lnTo>
                    <a:pt x="1307777" y="1713347"/>
                  </a:lnTo>
                  <a:lnTo>
                    <a:pt x="1307757" y="1713325"/>
                  </a:lnTo>
                  <a:lnTo>
                    <a:pt x="1307710" y="1713254"/>
                  </a:lnTo>
                  <a:lnTo>
                    <a:pt x="1307692" y="1713218"/>
                  </a:lnTo>
                  <a:lnTo>
                    <a:pt x="1307674" y="1713181"/>
                  </a:lnTo>
                  <a:lnTo>
                    <a:pt x="1307669" y="1713154"/>
                  </a:lnTo>
                  <a:lnTo>
                    <a:pt x="1307671" y="1713132"/>
                  </a:lnTo>
                  <a:lnTo>
                    <a:pt x="1307679" y="1713114"/>
                  </a:lnTo>
                  <a:lnTo>
                    <a:pt x="1307696" y="1713081"/>
                  </a:lnTo>
                  <a:lnTo>
                    <a:pt x="1307729" y="1712955"/>
                  </a:lnTo>
                  <a:lnTo>
                    <a:pt x="1307754" y="1712855"/>
                  </a:lnTo>
                  <a:lnTo>
                    <a:pt x="1307775" y="1712755"/>
                  </a:lnTo>
                  <a:lnTo>
                    <a:pt x="1307790" y="1712653"/>
                  </a:lnTo>
                  <a:lnTo>
                    <a:pt x="1307804" y="1712599"/>
                  </a:lnTo>
                  <a:lnTo>
                    <a:pt x="1307829" y="1712474"/>
                  </a:lnTo>
                  <a:lnTo>
                    <a:pt x="1307848" y="1712399"/>
                  </a:lnTo>
                  <a:lnTo>
                    <a:pt x="1307854" y="1712374"/>
                  </a:lnTo>
                  <a:lnTo>
                    <a:pt x="1307848" y="1712285"/>
                  </a:lnTo>
                  <a:lnTo>
                    <a:pt x="1307839" y="1712187"/>
                  </a:lnTo>
                  <a:lnTo>
                    <a:pt x="1307843" y="1712138"/>
                  </a:lnTo>
                  <a:lnTo>
                    <a:pt x="1307843" y="1712061"/>
                  </a:lnTo>
                  <a:lnTo>
                    <a:pt x="1307840" y="1712008"/>
                  </a:lnTo>
                  <a:lnTo>
                    <a:pt x="1307838" y="1711927"/>
                  </a:lnTo>
                  <a:lnTo>
                    <a:pt x="1307834" y="1711876"/>
                  </a:lnTo>
                  <a:lnTo>
                    <a:pt x="1307825" y="1711795"/>
                  </a:lnTo>
                  <a:lnTo>
                    <a:pt x="1307822" y="1711757"/>
                  </a:lnTo>
                  <a:lnTo>
                    <a:pt x="1307808" y="1711724"/>
                  </a:lnTo>
                  <a:lnTo>
                    <a:pt x="1307796" y="1711697"/>
                  </a:lnTo>
                  <a:lnTo>
                    <a:pt x="1307790" y="1711669"/>
                  </a:lnTo>
                  <a:lnTo>
                    <a:pt x="1307781" y="1711610"/>
                  </a:lnTo>
                  <a:lnTo>
                    <a:pt x="1307766" y="1711565"/>
                  </a:lnTo>
                  <a:lnTo>
                    <a:pt x="1307750" y="1711519"/>
                  </a:lnTo>
                  <a:lnTo>
                    <a:pt x="1307741" y="1711478"/>
                  </a:lnTo>
                  <a:lnTo>
                    <a:pt x="1307759" y="1711390"/>
                  </a:lnTo>
                  <a:lnTo>
                    <a:pt x="1307759" y="1711364"/>
                  </a:lnTo>
                  <a:lnTo>
                    <a:pt x="1307752" y="1711334"/>
                  </a:lnTo>
                  <a:lnTo>
                    <a:pt x="1307728" y="1711266"/>
                  </a:lnTo>
                  <a:lnTo>
                    <a:pt x="1307698" y="1711156"/>
                  </a:lnTo>
                  <a:lnTo>
                    <a:pt x="1307682" y="1711120"/>
                  </a:lnTo>
                  <a:lnTo>
                    <a:pt x="1307622" y="1710974"/>
                  </a:lnTo>
                  <a:lnTo>
                    <a:pt x="1307606" y="1710907"/>
                  </a:lnTo>
                  <a:lnTo>
                    <a:pt x="1307579" y="1710824"/>
                  </a:lnTo>
                  <a:lnTo>
                    <a:pt x="1307560" y="1710782"/>
                  </a:lnTo>
                  <a:lnTo>
                    <a:pt x="1307556" y="1710746"/>
                  </a:lnTo>
                  <a:lnTo>
                    <a:pt x="1307565" y="1710689"/>
                  </a:lnTo>
                  <a:lnTo>
                    <a:pt x="1307570" y="1710651"/>
                  </a:lnTo>
                  <a:lnTo>
                    <a:pt x="1307573" y="1710603"/>
                  </a:lnTo>
                  <a:lnTo>
                    <a:pt x="1307568" y="1710567"/>
                  </a:lnTo>
                  <a:lnTo>
                    <a:pt x="1307561" y="1710518"/>
                  </a:lnTo>
                  <a:lnTo>
                    <a:pt x="1307556" y="1710465"/>
                  </a:lnTo>
                  <a:lnTo>
                    <a:pt x="1307548" y="1710428"/>
                  </a:lnTo>
                  <a:lnTo>
                    <a:pt x="1307527" y="1710370"/>
                  </a:lnTo>
                  <a:lnTo>
                    <a:pt x="1307510" y="1710311"/>
                  </a:lnTo>
                  <a:lnTo>
                    <a:pt x="1307495" y="1710271"/>
                  </a:lnTo>
                  <a:lnTo>
                    <a:pt x="1307472" y="1710223"/>
                  </a:lnTo>
                  <a:lnTo>
                    <a:pt x="1307456" y="1710182"/>
                  </a:lnTo>
                  <a:lnTo>
                    <a:pt x="1307453" y="1710153"/>
                  </a:lnTo>
                  <a:lnTo>
                    <a:pt x="1307451" y="1710131"/>
                  </a:lnTo>
                  <a:lnTo>
                    <a:pt x="1307431" y="1710083"/>
                  </a:lnTo>
                  <a:lnTo>
                    <a:pt x="1307422" y="1710038"/>
                  </a:lnTo>
                  <a:lnTo>
                    <a:pt x="1307423" y="1710016"/>
                  </a:lnTo>
                  <a:lnTo>
                    <a:pt x="1307436" y="1709980"/>
                  </a:lnTo>
                  <a:lnTo>
                    <a:pt x="1307446" y="1709943"/>
                  </a:lnTo>
                  <a:lnTo>
                    <a:pt x="1307456" y="1709908"/>
                  </a:lnTo>
                  <a:lnTo>
                    <a:pt x="1307458" y="1709879"/>
                  </a:lnTo>
                  <a:lnTo>
                    <a:pt x="1307455" y="1709837"/>
                  </a:lnTo>
                  <a:lnTo>
                    <a:pt x="1307458" y="1709783"/>
                  </a:lnTo>
                  <a:lnTo>
                    <a:pt x="1307456" y="1709743"/>
                  </a:lnTo>
                  <a:lnTo>
                    <a:pt x="1307456" y="1709701"/>
                  </a:lnTo>
                  <a:lnTo>
                    <a:pt x="1307463" y="1709671"/>
                  </a:lnTo>
                  <a:lnTo>
                    <a:pt x="1307475" y="1709619"/>
                  </a:lnTo>
                  <a:lnTo>
                    <a:pt x="1307485" y="1709548"/>
                  </a:lnTo>
                  <a:lnTo>
                    <a:pt x="1307496" y="1709521"/>
                  </a:lnTo>
                  <a:lnTo>
                    <a:pt x="1307518" y="1709494"/>
                  </a:lnTo>
                  <a:lnTo>
                    <a:pt x="1307545" y="1709455"/>
                  </a:lnTo>
                  <a:lnTo>
                    <a:pt x="1307558" y="1709426"/>
                  </a:lnTo>
                  <a:lnTo>
                    <a:pt x="1307581" y="1709362"/>
                  </a:lnTo>
                  <a:lnTo>
                    <a:pt x="1307595" y="1709324"/>
                  </a:lnTo>
                  <a:lnTo>
                    <a:pt x="1307609" y="1709278"/>
                  </a:lnTo>
                  <a:lnTo>
                    <a:pt x="1307613" y="1709230"/>
                  </a:lnTo>
                  <a:lnTo>
                    <a:pt x="1307622" y="1709201"/>
                  </a:lnTo>
                  <a:lnTo>
                    <a:pt x="1307635" y="1709177"/>
                  </a:lnTo>
                  <a:lnTo>
                    <a:pt x="1307654" y="1709155"/>
                  </a:lnTo>
                  <a:lnTo>
                    <a:pt x="1307679" y="1709133"/>
                  </a:lnTo>
                  <a:lnTo>
                    <a:pt x="1307706" y="1709112"/>
                  </a:lnTo>
                  <a:lnTo>
                    <a:pt x="1307751" y="1709050"/>
                  </a:lnTo>
                  <a:lnTo>
                    <a:pt x="1307780" y="1709015"/>
                  </a:lnTo>
                  <a:lnTo>
                    <a:pt x="1307843" y="1708960"/>
                  </a:lnTo>
                  <a:lnTo>
                    <a:pt x="1307894" y="1708911"/>
                  </a:lnTo>
                  <a:lnTo>
                    <a:pt x="1307963" y="1708835"/>
                  </a:lnTo>
                  <a:lnTo>
                    <a:pt x="1307982" y="1708816"/>
                  </a:lnTo>
                  <a:lnTo>
                    <a:pt x="1307994" y="1708798"/>
                  </a:lnTo>
                  <a:lnTo>
                    <a:pt x="1307994" y="1708789"/>
                  </a:lnTo>
                  <a:lnTo>
                    <a:pt x="1307976" y="1708758"/>
                  </a:lnTo>
                  <a:lnTo>
                    <a:pt x="1307966" y="1708738"/>
                  </a:lnTo>
                  <a:lnTo>
                    <a:pt x="1307952" y="1708715"/>
                  </a:lnTo>
                  <a:lnTo>
                    <a:pt x="1307938" y="1708703"/>
                  </a:lnTo>
                  <a:lnTo>
                    <a:pt x="1307921" y="1708697"/>
                  </a:lnTo>
                  <a:lnTo>
                    <a:pt x="1307897" y="1708692"/>
                  </a:lnTo>
                  <a:lnTo>
                    <a:pt x="1307885" y="1708689"/>
                  </a:lnTo>
                  <a:lnTo>
                    <a:pt x="1307871" y="1708676"/>
                  </a:lnTo>
                  <a:lnTo>
                    <a:pt x="1307856" y="1708663"/>
                  </a:lnTo>
                  <a:lnTo>
                    <a:pt x="1307844" y="1708653"/>
                  </a:lnTo>
                  <a:lnTo>
                    <a:pt x="1307830" y="1708649"/>
                  </a:lnTo>
                  <a:lnTo>
                    <a:pt x="1307817" y="1708650"/>
                  </a:lnTo>
                  <a:lnTo>
                    <a:pt x="1307805" y="1708662"/>
                  </a:lnTo>
                  <a:lnTo>
                    <a:pt x="1307789" y="1708686"/>
                  </a:lnTo>
                  <a:lnTo>
                    <a:pt x="1307756" y="1708711"/>
                  </a:lnTo>
                  <a:lnTo>
                    <a:pt x="1307712" y="1708737"/>
                  </a:lnTo>
                  <a:lnTo>
                    <a:pt x="1307678" y="1708758"/>
                  </a:lnTo>
                  <a:lnTo>
                    <a:pt x="1307650" y="1708777"/>
                  </a:lnTo>
                  <a:lnTo>
                    <a:pt x="1307628" y="1708785"/>
                  </a:lnTo>
                  <a:lnTo>
                    <a:pt x="1307617" y="1708786"/>
                  </a:lnTo>
                  <a:lnTo>
                    <a:pt x="1307592" y="1708789"/>
                  </a:lnTo>
                  <a:lnTo>
                    <a:pt x="1307573" y="1708788"/>
                  </a:lnTo>
                  <a:lnTo>
                    <a:pt x="1307546" y="1708780"/>
                  </a:lnTo>
                  <a:lnTo>
                    <a:pt x="1307527" y="1708769"/>
                  </a:lnTo>
                  <a:lnTo>
                    <a:pt x="1307515" y="1708754"/>
                  </a:lnTo>
                  <a:lnTo>
                    <a:pt x="1307502" y="1708740"/>
                  </a:lnTo>
                  <a:lnTo>
                    <a:pt x="1307484" y="1708732"/>
                  </a:lnTo>
                  <a:lnTo>
                    <a:pt x="1307467" y="1708733"/>
                  </a:lnTo>
                  <a:lnTo>
                    <a:pt x="1307452" y="1708740"/>
                  </a:lnTo>
                  <a:lnTo>
                    <a:pt x="1307433" y="1708759"/>
                  </a:lnTo>
                  <a:lnTo>
                    <a:pt x="1307405" y="1708784"/>
                  </a:lnTo>
                  <a:lnTo>
                    <a:pt x="1307379" y="1708801"/>
                  </a:lnTo>
                  <a:lnTo>
                    <a:pt x="1307348" y="1708812"/>
                  </a:lnTo>
                  <a:lnTo>
                    <a:pt x="1307325" y="1708815"/>
                  </a:lnTo>
                  <a:lnTo>
                    <a:pt x="1307300" y="1708813"/>
                  </a:lnTo>
                  <a:lnTo>
                    <a:pt x="1307278" y="1708806"/>
                  </a:lnTo>
                  <a:lnTo>
                    <a:pt x="1307264" y="1708796"/>
                  </a:lnTo>
                  <a:lnTo>
                    <a:pt x="1307253" y="1708778"/>
                  </a:lnTo>
                  <a:lnTo>
                    <a:pt x="1307238" y="1708765"/>
                  </a:lnTo>
                  <a:lnTo>
                    <a:pt x="1307220" y="1708751"/>
                  </a:lnTo>
                  <a:lnTo>
                    <a:pt x="1307194" y="1708737"/>
                  </a:lnTo>
                  <a:lnTo>
                    <a:pt x="1307171" y="1708727"/>
                  </a:lnTo>
                  <a:lnTo>
                    <a:pt x="1307146" y="1708717"/>
                  </a:lnTo>
                  <a:lnTo>
                    <a:pt x="1307128" y="1708712"/>
                  </a:lnTo>
                  <a:lnTo>
                    <a:pt x="1307101" y="1708696"/>
                  </a:lnTo>
                  <a:lnTo>
                    <a:pt x="1307078" y="1708684"/>
                  </a:lnTo>
                  <a:lnTo>
                    <a:pt x="1307057" y="1708668"/>
                  </a:lnTo>
                  <a:lnTo>
                    <a:pt x="1307039" y="1708652"/>
                  </a:lnTo>
                  <a:lnTo>
                    <a:pt x="1307026" y="1708640"/>
                  </a:lnTo>
                  <a:lnTo>
                    <a:pt x="1307007" y="1708629"/>
                  </a:lnTo>
                  <a:lnTo>
                    <a:pt x="1306994" y="1708621"/>
                  </a:lnTo>
                  <a:lnTo>
                    <a:pt x="1306983" y="1708620"/>
                  </a:lnTo>
                  <a:lnTo>
                    <a:pt x="1306974" y="1708625"/>
                  </a:lnTo>
                  <a:lnTo>
                    <a:pt x="1306962" y="1708634"/>
                  </a:lnTo>
                  <a:lnTo>
                    <a:pt x="1306948" y="1708652"/>
                  </a:lnTo>
                  <a:lnTo>
                    <a:pt x="1306927" y="1708685"/>
                  </a:lnTo>
                  <a:lnTo>
                    <a:pt x="1306901" y="1708722"/>
                  </a:lnTo>
                  <a:lnTo>
                    <a:pt x="1306889" y="1708741"/>
                  </a:lnTo>
                  <a:lnTo>
                    <a:pt x="1306883" y="1708751"/>
                  </a:lnTo>
                  <a:lnTo>
                    <a:pt x="1306876" y="1708756"/>
                  </a:lnTo>
                  <a:lnTo>
                    <a:pt x="1306860" y="1708757"/>
                  </a:lnTo>
                  <a:lnTo>
                    <a:pt x="1306838" y="1708755"/>
                  </a:lnTo>
                  <a:lnTo>
                    <a:pt x="1306783" y="1708757"/>
                  </a:lnTo>
                  <a:lnTo>
                    <a:pt x="1306764" y="1708760"/>
                  </a:lnTo>
                  <a:lnTo>
                    <a:pt x="1306738" y="1708761"/>
                  </a:lnTo>
                  <a:lnTo>
                    <a:pt x="1306711" y="1708755"/>
                  </a:lnTo>
                  <a:lnTo>
                    <a:pt x="1306681" y="1708748"/>
                  </a:lnTo>
                  <a:lnTo>
                    <a:pt x="1306659" y="1708736"/>
                  </a:lnTo>
                  <a:lnTo>
                    <a:pt x="1306641" y="1708723"/>
                  </a:lnTo>
                  <a:lnTo>
                    <a:pt x="1306622" y="1708717"/>
                  </a:lnTo>
                  <a:lnTo>
                    <a:pt x="1306610" y="1708717"/>
                  </a:lnTo>
                  <a:lnTo>
                    <a:pt x="1306590" y="1708720"/>
                  </a:lnTo>
                  <a:lnTo>
                    <a:pt x="1306568" y="1708719"/>
                  </a:lnTo>
                  <a:lnTo>
                    <a:pt x="1306540" y="1708712"/>
                  </a:lnTo>
                  <a:lnTo>
                    <a:pt x="1306518" y="1708706"/>
                  </a:lnTo>
                  <a:lnTo>
                    <a:pt x="1306499" y="1708704"/>
                  </a:lnTo>
                  <a:lnTo>
                    <a:pt x="1306487" y="1708706"/>
                  </a:lnTo>
                  <a:lnTo>
                    <a:pt x="1306471" y="1708708"/>
                  </a:lnTo>
                  <a:lnTo>
                    <a:pt x="1306450" y="1708709"/>
                  </a:lnTo>
                  <a:lnTo>
                    <a:pt x="1306432" y="1708705"/>
                  </a:lnTo>
                  <a:lnTo>
                    <a:pt x="1306415" y="1708697"/>
                  </a:lnTo>
                  <a:lnTo>
                    <a:pt x="1306398" y="1708691"/>
                  </a:lnTo>
                  <a:lnTo>
                    <a:pt x="1306391" y="1708692"/>
                  </a:lnTo>
                  <a:lnTo>
                    <a:pt x="1306381" y="1708697"/>
                  </a:lnTo>
                  <a:lnTo>
                    <a:pt x="1306372" y="1708706"/>
                  </a:lnTo>
                  <a:lnTo>
                    <a:pt x="1306361" y="1708725"/>
                  </a:lnTo>
                  <a:lnTo>
                    <a:pt x="1306350" y="1708750"/>
                  </a:lnTo>
                  <a:lnTo>
                    <a:pt x="1306348" y="1708762"/>
                  </a:lnTo>
                  <a:lnTo>
                    <a:pt x="1306352" y="1708782"/>
                  </a:lnTo>
                  <a:lnTo>
                    <a:pt x="1306355" y="1708798"/>
                  </a:lnTo>
                  <a:lnTo>
                    <a:pt x="1306353" y="1708809"/>
                  </a:lnTo>
                  <a:lnTo>
                    <a:pt x="1306347" y="1708814"/>
                  </a:lnTo>
                  <a:lnTo>
                    <a:pt x="1306331" y="1708817"/>
                  </a:lnTo>
                  <a:lnTo>
                    <a:pt x="1306312" y="1708818"/>
                  </a:lnTo>
                  <a:lnTo>
                    <a:pt x="1306287" y="1708814"/>
                  </a:lnTo>
                  <a:lnTo>
                    <a:pt x="1306268" y="1708816"/>
                  </a:lnTo>
                  <a:lnTo>
                    <a:pt x="1306258" y="1708822"/>
                  </a:lnTo>
                  <a:lnTo>
                    <a:pt x="1306241" y="1708833"/>
                  </a:lnTo>
                  <a:lnTo>
                    <a:pt x="1306225" y="1708853"/>
                  </a:lnTo>
                  <a:lnTo>
                    <a:pt x="1306214" y="1708872"/>
                  </a:lnTo>
                  <a:lnTo>
                    <a:pt x="1306186" y="1708910"/>
                  </a:lnTo>
                  <a:lnTo>
                    <a:pt x="1306173" y="1708928"/>
                  </a:lnTo>
                  <a:lnTo>
                    <a:pt x="1306166" y="1708945"/>
                  </a:lnTo>
                  <a:lnTo>
                    <a:pt x="1306158" y="1708965"/>
                  </a:lnTo>
                  <a:lnTo>
                    <a:pt x="1306146" y="1708980"/>
                  </a:lnTo>
                  <a:lnTo>
                    <a:pt x="1306126" y="1708995"/>
                  </a:lnTo>
                  <a:lnTo>
                    <a:pt x="1306109" y="1709012"/>
                  </a:lnTo>
                  <a:lnTo>
                    <a:pt x="1306100" y="1709030"/>
                  </a:lnTo>
                  <a:lnTo>
                    <a:pt x="1306086" y="1709078"/>
                  </a:lnTo>
                  <a:lnTo>
                    <a:pt x="1306083" y="1709098"/>
                  </a:lnTo>
                  <a:lnTo>
                    <a:pt x="1306084" y="1709113"/>
                  </a:lnTo>
                  <a:lnTo>
                    <a:pt x="1306090" y="1709126"/>
                  </a:lnTo>
                  <a:lnTo>
                    <a:pt x="1306100" y="1709142"/>
                  </a:lnTo>
                  <a:lnTo>
                    <a:pt x="1306107" y="1709161"/>
                  </a:lnTo>
                  <a:lnTo>
                    <a:pt x="1306108" y="1709179"/>
                  </a:lnTo>
                  <a:lnTo>
                    <a:pt x="1306104" y="1709200"/>
                  </a:lnTo>
                  <a:lnTo>
                    <a:pt x="1306094" y="1709208"/>
                  </a:lnTo>
                  <a:lnTo>
                    <a:pt x="1306075" y="1709213"/>
                  </a:lnTo>
                  <a:lnTo>
                    <a:pt x="1306048" y="1709209"/>
                  </a:lnTo>
                  <a:lnTo>
                    <a:pt x="1306019" y="1709210"/>
                  </a:lnTo>
                  <a:lnTo>
                    <a:pt x="1305992" y="1709213"/>
                  </a:lnTo>
                  <a:lnTo>
                    <a:pt x="1305962" y="1709226"/>
                  </a:lnTo>
                  <a:lnTo>
                    <a:pt x="1305951" y="1709238"/>
                  </a:lnTo>
                  <a:lnTo>
                    <a:pt x="1305946" y="1709252"/>
                  </a:lnTo>
                  <a:lnTo>
                    <a:pt x="1305943" y="1709267"/>
                  </a:lnTo>
                  <a:lnTo>
                    <a:pt x="1305944" y="1709289"/>
                  </a:lnTo>
                  <a:lnTo>
                    <a:pt x="1305942" y="1709310"/>
                  </a:lnTo>
                  <a:lnTo>
                    <a:pt x="1305938" y="1709321"/>
                  </a:lnTo>
                  <a:lnTo>
                    <a:pt x="1305928" y="1709328"/>
                  </a:lnTo>
                  <a:lnTo>
                    <a:pt x="1305914" y="1709332"/>
                  </a:lnTo>
                  <a:lnTo>
                    <a:pt x="1305885" y="1709328"/>
                  </a:lnTo>
                  <a:lnTo>
                    <a:pt x="1305846" y="1709327"/>
                  </a:lnTo>
                  <a:lnTo>
                    <a:pt x="1305811" y="1709330"/>
                  </a:lnTo>
                  <a:lnTo>
                    <a:pt x="1305781" y="1709338"/>
                  </a:lnTo>
                  <a:lnTo>
                    <a:pt x="1305758" y="1709350"/>
                  </a:lnTo>
                  <a:lnTo>
                    <a:pt x="1305741" y="1709363"/>
                  </a:lnTo>
                  <a:lnTo>
                    <a:pt x="1305736" y="1709370"/>
                  </a:lnTo>
                  <a:lnTo>
                    <a:pt x="1305736" y="1709377"/>
                  </a:lnTo>
                  <a:lnTo>
                    <a:pt x="1305736" y="1709390"/>
                  </a:lnTo>
                  <a:lnTo>
                    <a:pt x="1305733" y="1709401"/>
                  </a:lnTo>
                  <a:lnTo>
                    <a:pt x="1305722" y="1709413"/>
                  </a:lnTo>
                  <a:lnTo>
                    <a:pt x="1305694" y="1709428"/>
                  </a:lnTo>
                  <a:lnTo>
                    <a:pt x="1305660" y="1709442"/>
                  </a:lnTo>
                  <a:lnTo>
                    <a:pt x="1305633" y="1709451"/>
                  </a:lnTo>
                  <a:lnTo>
                    <a:pt x="1305610" y="1709457"/>
                  </a:lnTo>
                  <a:lnTo>
                    <a:pt x="1305602" y="1709460"/>
                  </a:lnTo>
                  <a:lnTo>
                    <a:pt x="1305598" y="1709469"/>
                  </a:lnTo>
                  <a:lnTo>
                    <a:pt x="1305596" y="1709481"/>
                  </a:lnTo>
                  <a:lnTo>
                    <a:pt x="1305592" y="1709492"/>
                  </a:lnTo>
                  <a:lnTo>
                    <a:pt x="1305587" y="1709498"/>
                  </a:lnTo>
                  <a:lnTo>
                    <a:pt x="1305572" y="1709505"/>
                  </a:lnTo>
                  <a:lnTo>
                    <a:pt x="1305551" y="1709503"/>
                  </a:lnTo>
                  <a:lnTo>
                    <a:pt x="1305528" y="1709494"/>
                  </a:lnTo>
                  <a:lnTo>
                    <a:pt x="1305502" y="1709484"/>
                  </a:lnTo>
                  <a:lnTo>
                    <a:pt x="1305481" y="1709486"/>
                  </a:lnTo>
                  <a:lnTo>
                    <a:pt x="1305470" y="1709493"/>
                  </a:lnTo>
                  <a:lnTo>
                    <a:pt x="1305457" y="1709499"/>
                  </a:lnTo>
                  <a:lnTo>
                    <a:pt x="1305446" y="1709511"/>
                  </a:lnTo>
                  <a:lnTo>
                    <a:pt x="1305442" y="1709519"/>
                  </a:lnTo>
                  <a:lnTo>
                    <a:pt x="1305436" y="1709539"/>
                  </a:lnTo>
                  <a:lnTo>
                    <a:pt x="1305429" y="1709566"/>
                  </a:lnTo>
                  <a:lnTo>
                    <a:pt x="1305421" y="1709598"/>
                  </a:lnTo>
                  <a:lnTo>
                    <a:pt x="1305412" y="1709617"/>
                  </a:lnTo>
                  <a:lnTo>
                    <a:pt x="1305399" y="1709633"/>
                  </a:lnTo>
                  <a:lnTo>
                    <a:pt x="1305364" y="1709666"/>
                  </a:lnTo>
                  <a:lnTo>
                    <a:pt x="1305335" y="1709696"/>
                  </a:lnTo>
                  <a:lnTo>
                    <a:pt x="1305298" y="1709737"/>
                  </a:lnTo>
                  <a:lnTo>
                    <a:pt x="1305275" y="1709760"/>
                  </a:lnTo>
                  <a:lnTo>
                    <a:pt x="1305250" y="1709781"/>
                  </a:lnTo>
                  <a:lnTo>
                    <a:pt x="1305224" y="1709795"/>
                  </a:lnTo>
                  <a:lnTo>
                    <a:pt x="1305204" y="1709810"/>
                  </a:lnTo>
                  <a:lnTo>
                    <a:pt x="1305164" y="1709825"/>
                  </a:lnTo>
                  <a:lnTo>
                    <a:pt x="1305108" y="1709854"/>
                  </a:lnTo>
                  <a:lnTo>
                    <a:pt x="1305073" y="1709875"/>
                  </a:lnTo>
                  <a:lnTo>
                    <a:pt x="1305051" y="1709882"/>
                  </a:lnTo>
                  <a:lnTo>
                    <a:pt x="1305022" y="1709884"/>
                  </a:lnTo>
                  <a:lnTo>
                    <a:pt x="1304974" y="1709899"/>
                  </a:lnTo>
                  <a:lnTo>
                    <a:pt x="1304939" y="1709918"/>
                  </a:lnTo>
                  <a:lnTo>
                    <a:pt x="1304913" y="1709935"/>
                  </a:lnTo>
                  <a:lnTo>
                    <a:pt x="1304895" y="1709951"/>
                  </a:lnTo>
                  <a:lnTo>
                    <a:pt x="1304881" y="1709970"/>
                  </a:lnTo>
                  <a:lnTo>
                    <a:pt x="1304878" y="1709992"/>
                  </a:lnTo>
                  <a:lnTo>
                    <a:pt x="1304882" y="1710009"/>
                  </a:lnTo>
                  <a:lnTo>
                    <a:pt x="1304887" y="1710025"/>
                  </a:lnTo>
                  <a:lnTo>
                    <a:pt x="1304888" y="1710041"/>
                  </a:lnTo>
                  <a:lnTo>
                    <a:pt x="1304881" y="1710058"/>
                  </a:lnTo>
                  <a:lnTo>
                    <a:pt x="1304863" y="1710075"/>
                  </a:lnTo>
                  <a:lnTo>
                    <a:pt x="1304852" y="1710087"/>
                  </a:lnTo>
                  <a:lnTo>
                    <a:pt x="1304843" y="1710102"/>
                  </a:lnTo>
                  <a:lnTo>
                    <a:pt x="1304828" y="1710120"/>
                  </a:lnTo>
                  <a:lnTo>
                    <a:pt x="1304813" y="1710136"/>
                  </a:lnTo>
                  <a:lnTo>
                    <a:pt x="1304787" y="1710152"/>
                  </a:lnTo>
                  <a:lnTo>
                    <a:pt x="1304765" y="1710169"/>
                  </a:lnTo>
                  <a:lnTo>
                    <a:pt x="1304750" y="1710184"/>
                  </a:lnTo>
                  <a:lnTo>
                    <a:pt x="1304740" y="1710203"/>
                  </a:lnTo>
                  <a:lnTo>
                    <a:pt x="1304731" y="1710224"/>
                  </a:lnTo>
                  <a:lnTo>
                    <a:pt x="1304719" y="1710241"/>
                  </a:lnTo>
                  <a:lnTo>
                    <a:pt x="1304704" y="1710257"/>
                  </a:lnTo>
                  <a:lnTo>
                    <a:pt x="1304698" y="1710271"/>
                  </a:lnTo>
                  <a:lnTo>
                    <a:pt x="1304697" y="1710281"/>
                  </a:lnTo>
                  <a:lnTo>
                    <a:pt x="1304698" y="1710295"/>
                  </a:lnTo>
                  <a:lnTo>
                    <a:pt x="1304699" y="1710311"/>
                  </a:lnTo>
                  <a:lnTo>
                    <a:pt x="1304695" y="1710331"/>
                  </a:lnTo>
                  <a:lnTo>
                    <a:pt x="1304684" y="1710341"/>
                  </a:lnTo>
                  <a:lnTo>
                    <a:pt x="1304670" y="1710345"/>
                  </a:lnTo>
                  <a:lnTo>
                    <a:pt x="1304657" y="1710345"/>
                  </a:lnTo>
                  <a:lnTo>
                    <a:pt x="1304643" y="1710345"/>
                  </a:lnTo>
                  <a:lnTo>
                    <a:pt x="1304629" y="1710342"/>
                  </a:lnTo>
                  <a:lnTo>
                    <a:pt x="1304625" y="1710337"/>
                  </a:lnTo>
                  <a:lnTo>
                    <a:pt x="1304621" y="1710330"/>
                  </a:lnTo>
                  <a:lnTo>
                    <a:pt x="1304618" y="1710319"/>
                  </a:lnTo>
                  <a:lnTo>
                    <a:pt x="1304615" y="1710301"/>
                  </a:lnTo>
                  <a:lnTo>
                    <a:pt x="1304614" y="1710273"/>
                  </a:lnTo>
                  <a:lnTo>
                    <a:pt x="1304606" y="1710261"/>
                  </a:lnTo>
                  <a:lnTo>
                    <a:pt x="1304598" y="1710256"/>
                  </a:lnTo>
                  <a:lnTo>
                    <a:pt x="1304585" y="1710256"/>
                  </a:lnTo>
                  <a:lnTo>
                    <a:pt x="1304572" y="1710263"/>
                  </a:lnTo>
                  <a:lnTo>
                    <a:pt x="1304553" y="1710276"/>
                  </a:lnTo>
                  <a:lnTo>
                    <a:pt x="1304531" y="1710285"/>
                  </a:lnTo>
                  <a:lnTo>
                    <a:pt x="1304507" y="1710298"/>
                  </a:lnTo>
                  <a:lnTo>
                    <a:pt x="1304491" y="1710315"/>
                  </a:lnTo>
                  <a:lnTo>
                    <a:pt x="1304475" y="1710338"/>
                  </a:lnTo>
                  <a:lnTo>
                    <a:pt x="1304454" y="1710370"/>
                  </a:lnTo>
                  <a:lnTo>
                    <a:pt x="1304431" y="1710417"/>
                  </a:lnTo>
                  <a:lnTo>
                    <a:pt x="1304417" y="1710442"/>
                  </a:lnTo>
                  <a:lnTo>
                    <a:pt x="1304399" y="1710462"/>
                  </a:lnTo>
                  <a:lnTo>
                    <a:pt x="1304385" y="1710473"/>
                  </a:lnTo>
                  <a:lnTo>
                    <a:pt x="1304377" y="1710475"/>
                  </a:lnTo>
                  <a:lnTo>
                    <a:pt x="1304368" y="1710475"/>
                  </a:lnTo>
                  <a:lnTo>
                    <a:pt x="1304358" y="1710468"/>
                  </a:lnTo>
                  <a:lnTo>
                    <a:pt x="1304343" y="1710457"/>
                  </a:lnTo>
                  <a:lnTo>
                    <a:pt x="1304334" y="1710455"/>
                  </a:lnTo>
                  <a:lnTo>
                    <a:pt x="1304319" y="1710456"/>
                  </a:lnTo>
                  <a:lnTo>
                    <a:pt x="1304306" y="1710468"/>
                  </a:lnTo>
                  <a:lnTo>
                    <a:pt x="1304299" y="1710481"/>
                  </a:lnTo>
                  <a:lnTo>
                    <a:pt x="1304297" y="1710498"/>
                  </a:lnTo>
                  <a:lnTo>
                    <a:pt x="1304299" y="1710522"/>
                  </a:lnTo>
                  <a:lnTo>
                    <a:pt x="1304296" y="1710540"/>
                  </a:lnTo>
                  <a:lnTo>
                    <a:pt x="1304291" y="1710551"/>
                  </a:lnTo>
                  <a:lnTo>
                    <a:pt x="1304277" y="1710559"/>
                  </a:lnTo>
                  <a:lnTo>
                    <a:pt x="1304263" y="1710560"/>
                  </a:lnTo>
                  <a:lnTo>
                    <a:pt x="1304237" y="1710552"/>
                  </a:lnTo>
                  <a:lnTo>
                    <a:pt x="1304222" y="1710547"/>
                  </a:lnTo>
                  <a:lnTo>
                    <a:pt x="1304209" y="1710552"/>
                  </a:lnTo>
                  <a:lnTo>
                    <a:pt x="1304195" y="1710563"/>
                  </a:lnTo>
                  <a:lnTo>
                    <a:pt x="1304177" y="1710591"/>
                  </a:lnTo>
                  <a:lnTo>
                    <a:pt x="1304163" y="1710620"/>
                  </a:lnTo>
                  <a:lnTo>
                    <a:pt x="1304156" y="1710644"/>
                  </a:lnTo>
                  <a:lnTo>
                    <a:pt x="1304156" y="1710667"/>
                  </a:lnTo>
                  <a:lnTo>
                    <a:pt x="1304163" y="1710724"/>
                  </a:lnTo>
                  <a:lnTo>
                    <a:pt x="1304162" y="1710743"/>
                  </a:lnTo>
                  <a:lnTo>
                    <a:pt x="1304159" y="1710776"/>
                  </a:lnTo>
                  <a:lnTo>
                    <a:pt x="1304146" y="1710848"/>
                  </a:lnTo>
                  <a:lnTo>
                    <a:pt x="1304143" y="1710866"/>
                  </a:lnTo>
                  <a:lnTo>
                    <a:pt x="1304142" y="1710875"/>
                  </a:lnTo>
                  <a:lnTo>
                    <a:pt x="1304143" y="1710897"/>
                  </a:lnTo>
                  <a:lnTo>
                    <a:pt x="1304139" y="1710930"/>
                  </a:lnTo>
                  <a:lnTo>
                    <a:pt x="1304131" y="1710947"/>
                  </a:lnTo>
                  <a:lnTo>
                    <a:pt x="1304120" y="1710966"/>
                  </a:lnTo>
                  <a:lnTo>
                    <a:pt x="1304099" y="1710985"/>
                  </a:lnTo>
                  <a:lnTo>
                    <a:pt x="1304073" y="1710998"/>
                  </a:lnTo>
                  <a:lnTo>
                    <a:pt x="1304043" y="1711003"/>
                  </a:lnTo>
                  <a:lnTo>
                    <a:pt x="1304012" y="1711005"/>
                  </a:lnTo>
                  <a:lnTo>
                    <a:pt x="1303984" y="1711008"/>
                  </a:lnTo>
                  <a:lnTo>
                    <a:pt x="1303961" y="1711009"/>
                  </a:lnTo>
                  <a:lnTo>
                    <a:pt x="1303944" y="1711015"/>
                  </a:lnTo>
                  <a:lnTo>
                    <a:pt x="1303927" y="1711027"/>
                  </a:lnTo>
                  <a:lnTo>
                    <a:pt x="1303916" y="1711035"/>
                  </a:lnTo>
                  <a:lnTo>
                    <a:pt x="1303910" y="1711044"/>
                  </a:lnTo>
                  <a:lnTo>
                    <a:pt x="1303901" y="1711050"/>
                  </a:lnTo>
                  <a:lnTo>
                    <a:pt x="1303891" y="1711050"/>
                  </a:lnTo>
                  <a:lnTo>
                    <a:pt x="1303880" y="1711045"/>
                  </a:lnTo>
                  <a:lnTo>
                    <a:pt x="1303866" y="1711037"/>
                  </a:lnTo>
                  <a:lnTo>
                    <a:pt x="1303854" y="1711036"/>
                  </a:lnTo>
                  <a:lnTo>
                    <a:pt x="1303840" y="1711042"/>
                  </a:lnTo>
                  <a:lnTo>
                    <a:pt x="1303826" y="1711053"/>
                  </a:lnTo>
                  <a:lnTo>
                    <a:pt x="1303816" y="1711070"/>
                  </a:lnTo>
                  <a:lnTo>
                    <a:pt x="1303807" y="1711096"/>
                  </a:lnTo>
                  <a:lnTo>
                    <a:pt x="1303803" y="1711118"/>
                  </a:lnTo>
                  <a:lnTo>
                    <a:pt x="1303799" y="1711140"/>
                  </a:lnTo>
                  <a:lnTo>
                    <a:pt x="1303794" y="1711159"/>
                  </a:lnTo>
                  <a:lnTo>
                    <a:pt x="1303788" y="1711175"/>
                  </a:lnTo>
                  <a:lnTo>
                    <a:pt x="1303775" y="1711189"/>
                  </a:lnTo>
                  <a:lnTo>
                    <a:pt x="1303745" y="1711220"/>
                  </a:lnTo>
                  <a:lnTo>
                    <a:pt x="1303722" y="1711246"/>
                  </a:lnTo>
                  <a:lnTo>
                    <a:pt x="1303703" y="1711265"/>
                  </a:lnTo>
                  <a:lnTo>
                    <a:pt x="1303685" y="1711294"/>
                  </a:lnTo>
                  <a:lnTo>
                    <a:pt x="1303667" y="1711313"/>
                  </a:lnTo>
                  <a:lnTo>
                    <a:pt x="1303648" y="1711325"/>
                  </a:lnTo>
                  <a:lnTo>
                    <a:pt x="1303628" y="1711337"/>
                  </a:lnTo>
                  <a:lnTo>
                    <a:pt x="1303616" y="1711348"/>
                  </a:lnTo>
                  <a:lnTo>
                    <a:pt x="1303608" y="1711361"/>
                  </a:lnTo>
                  <a:lnTo>
                    <a:pt x="1303600" y="1711366"/>
                  </a:lnTo>
                  <a:lnTo>
                    <a:pt x="1303591" y="1711363"/>
                  </a:lnTo>
                  <a:lnTo>
                    <a:pt x="1303573" y="1711354"/>
                  </a:lnTo>
                  <a:lnTo>
                    <a:pt x="1303552" y="1711340"/>
                  </a:lnTo>
                  <a:lnTo>
                    <a:pt x="1303537" y="1711335"/>
                  </a:lnTo>
                  <a:lnTo>
                    <a:pt x="1303523" y="1711334"/>
                  </a:lnTo>
                  <a:lnTo>
                    <a:pt x="1303514" y="1711335"/>
                  </a:lnTo>
                  <a:lnTo>
                    <a:pt x="1303501" y="1711338"/>
                  </a:lnTo>
                  <a:lnTo>
                    <a:pt x="1303489" y="1711350"/>
                  </a:lnTo>
                  <a:lnTo>
                    <a:pt x="1303479" y="1711364"/>
                  </a:lnTo>
                  <a:lnTo>
                    <a:pt x="1303468" y="1711375"/>
                  </a:lnTo>
                  <a:lnTo>
                    <a:pt x="1303461" y="1711390"/>
                  </a:lnTo>
                  <a:lnTo>
                    <a:pt x="1303459" y="1711405"/>
                  </a:lnTo>
                  <a:lnTo>
                    <a:pt x="1303459" y="1711421"/>
                  </a:lnTo>
                  <a:lnTo>
                    <a:pt x="1303455" y="1711431"/>
                  </a:lnTo>
                  <a:lnTo>
                    <a:pt x="1303444" y="1711444"/>
                  </a:lnTo>
                  <a:lnTo>
                    <a:pt x="1303429" y="1711459"/>
                  </a:lnTo>
                  <a:lnTo>
                    <a:pt x="1303401" y="1711475"/>
                  </a:lnTo>
                  <a:lnTo>
                    <a:pt x="1303369" y="1711485"/>
                  </a:lnTo>
                  <a:lnTo>
                    <a:pt x="1303340" y="1711491"/>
                  </a:lnTo>
                  <a:lnTo>
                    <a:pt x="1303312" y="1711496"/>
                  </a:lnTo>
                  <a:lnTo>
                    <a:pt x="1303287" y="1711496"/>
                  </a:lnTo>
                  <a:lnTo>
                    <a:pt x="1303271" y="1711494"/>
                  </a:lnTo>
                  <a:lnTo>
                    <a:pt x="1303261" y="1711489"/>
                  </a:lnTo>
                  <a:lnTo>
                    <a:pt x="1303254" y="1711482"/>
                  </a:lnTo>
                  <a:lnTo>
                    <a:pt x="1303247" y="1711475"/>
                  </a:lnTo>
                  <a:lnTo>
                    <a:pt x="1303239" y="1711472"/>
                  </a:lnTo>
                  <a:lnTo>
                    <a:pt x="1303229" y="1711472"/>
                  </a:lnTo>
                  <a:lnTo>
                    <a:pt x="1303215" y="1711477"/>
                  </a:lnTo>
                  <a:lnTo>
                    <a:pt x="1303184" y="1711492"/>
                  </a:lnTo>
                  <a:lnTo>
                    <a:pt x="1303161" y="1711512"/>
                  </a:lnTo>
                  <a:lnTo>
                    <a:pt x="1303139" y="1711525"/>
                  </a:lnTo>
                  <a:lnTo>
                    <a:pt x="1303112" y="1711542"/>
                  </a:lnTo>
                  <a:lnTo>
                    <a:pt x="1303092" y="1711559"/>
                  </a:lnTo>
                  <a:lnTo>
                    <a:pt x="1303075" y="1711582"/>
                  </a:lnTo>
                  <a:lnTo>
                    <a:pt x="1303066" y="1711597"/>
                  </a:lnTo>
                  <a:lnTo>
                    <a:pt x="1303064" y="1711613"/>
                  </a:lnTo>
                  <a:lnTo>
                    <a:pt x="1303073" y="1711630"/>
                  </a:lnTo>
                  <a:lnTo>
                    <a:pt x="1303089" y="1711650"/>
                  </a:lnTo>
                  <a:lnTo>
                    <a:pt x="1303098" y="1711665"/>
                  </a:lnTo>
                  <a:lnTo>
                    <a:pt x="1303098" y="1711678"/>
                  </a:lnTo>
                  <a:lnTo>
                    <a:pt x="1303097" y="1711694"/>
                  </a:lnTo>
                  <a:lnTo>
                    <a:pt x="1303088" y="1711702"/>
                  </a:lnTo>
                  <a:lnTo>
                    <a:pt x="1303070" y="1711710"/>
                  </a:lnTo>
                  <a:lnTo>
                    <a:pt x="1303043" y="1711718"/>
                  </a:lnTo>
                  <a:lnTo>
                    <a:pt x="1303015" y="1711728"/>
                  </a:lnTo>
                  <a:lnTo>
                    <a:pt x="1302987" y="1711746"/>
                  </a:lnTo>
                  <a:lnTo>
                    <a:pt x="1302955" y="1711783"/>
                  </a:lnTo>
                  <a:lnTo>
                    <a:pt x="1302932" y="1711828"/>
                  </a:lnTo>
                  <a:lnTo>
                    <a:pt x="1302917" y="1711861"/>
                  </a:lnTo>
                  <a:lnTo>
                    <a:pt x="1302899" y="1711891"/>
                  </a:lnTo>
                  <a:lnTo>
                    <a:pt x="1302890" y="1711921"/>
                  </a:lnTo>
                  <a:lnTo>
                    <a:pt x="1302880" y="1711944"/>
                  </a:lnTo>
                  <a:lnTo>
                    <a:pt x="1302866" y="1711964"/>
                  </a:lnTo>
                  <a:lnTo>
                    <a:pt x="1302856" y="1711976"/>
                  </a:lnTo>
                  <a:lnTo>
                    <a:pt x="1302846" y="1711983"/>
                  </a:lnTo>
                  <a:lnTo>
                    <a:pt x="1302844" y="1711992"/>
                  </a:lnTo>
                  <a:lnTo>
                    <a:pt x="1302851" y="1712014"/>
                  </a:lnTo>
                  <a:lnTo>
                    <a:pt x="1302869" y="1712056"/>
                  </a:lnTo>
                  <a:lnTo>
                    <a:pt x="1302881" y="1712090"/>
                  </a:lnTo>
                  <a:lnTo>
                    <a:pt x="1302888" y="1712134"/>
                  </a:lnTo>
                  <a:lnTo>
                    <a:pt x="1302893" y="1712179"/>
                  </a:lnTo>
                  <a:lnTo>
                    <a:pt x="1302894" y="1712198"/>
                  </a:lnTo>
                  <a:lnTo>
                    <a:pt x="1302892" y="1712223"/>
                  </a:lnTo>
                  <a:lnTo>
                    <a:pt x="1302893" y="1712245"/>
                  </a:lnTo>
                  <a:lnTo>
                    <a:pt x="1302885" y="1712265"/>
                  </a:lnTo>
                  <a:lnTo>
                    <a:pt x="1302874" y="1712274"/>
                  </a:lnTo>
                  <a:lnTo>
                    <a:pt x="1302869" y="1712276"/>
                  </a:lnTo>
                  <a:lnTo>
                    <a:pt x="1302851" y="1712283"/>
                  </a:lnTo>
                  <a:lnTo>
                    <a:pt x="1302846" y="1712285"/>
                  </a:lnTo>
                  <a:lnTo>
                    <a:pt x="1302819" y="1712298"/>
                  </a:lnTo>
                  <a:lnTo>
                    <a:pt x="1302794" y="1712311"/>
                  </a:lnTo>
                  <a:lnTo>
                    <a:pt x="1302770" y="1712326"/>
                  </a:lnTo>
                  <a:lnTo>
                    <a:pt x="1302759" y="1712338"/>
                  </a:lnTo>
                  <a:lnTo>
                    <a:pt x="1302744" y="1712356"/>
                  </a:lnTo>
                  <a:lnTo>
                    <a:pt x="1302730" y="1712371"/>
                  </a:lnTo>
                  <a:lnTo>
                    <a:pt x="1302711" y="1712379"/>
                  </a:lnTo>
                  <a:lnTo>
                    <a:pt x="1302694" y="1712382"/>
                  </a:lnTo>
                  <a:lnTo>
                    <a:pt x="1302683" y="1712381"/>
                  </a:lnTo>
                  <a:lnTo>
                    <a:pt x="1302664" y="1712375"/>
                  </a:lnTo>
                  <a:lnTo>
                    <a:pt x="1302648" y="1712369"/>
                  </a:lnTo>
                  <a:lnTo>
                    <a:pt x="1302635" y="1712367"/>
                  </a:lnTo>
                  <a:lnTo>
                    <a:pt x="1302630" y="1712362"/>
                  </a:lnTo>
                  <a:lnTo>
                    <a:pt x="1302627" y="1712356"/>
                  </a:lnTo>
                  <a:lnTo>
                    <a:pt x="1302627" y="1712344"/>
                  </a:lnTo>
                  <a:lnTo>
                    <a:pt x="1302626" y="1712318"/>
                  </a:lnTo>
                  <a:lnTo>
                    <a:pt x="1302626" y="1712306"/>
                  </a:lnTo>
                  <a:lnTo>
                    <a:pt x="1302619" y="1712302"/>
                  </a:lnTo>
                  <a:lnTo>
                    <a:pt x="1302604" y="1712298"/>
                  </a:lnTo>
                  <a:lnTo>
                    <a:pt x="1302584" y="1712298"/>
                  </a:lnTo>
                  <a:lnTo>
                    <a:pt x="1302561" y="1712300"/>
                  </a:lnTo>
                  <a:lnTo>
                    <a:pt x="1302541" y="1712298"/>
                  </a:lnTo>
                  <a:lnTo>
                    <a:pt x="1302521" y="1712294"/>
                  </a:lnTo>
                  <a:lnTo>
                    <a:pt x="1302504" y="1712293"/>
                  </a:lnTo>
                  <a:lnTo>
                    <a:pt x="1302488" y="1712293"/>
                  </a:lnTo>
                  <a:lnTo>
                    <a:pt x="1302476" y="1712295"/>
                  </a:lnTo>
                  <a:lnTo>
                    <a:pt x="1302459" y="1712304"/>
                  </a:lnTo>
                  <a:lnTo>
                    <a:pt x="1302435" y="1712323"/>
                  </a:lnTo>
                  <a:lnTo>
                    <a:pt x="1302426" y="1712332"/>
                  </a:lnTo>
                  <a:lnTo>
                    <a:pt x="1302415" y="1712335"/>
                  </a:lnTo>
                  <a:lnTo>
                    <a:pt x="1302394" y="1712334"/>
                  </a:lnTo>
                  <a:lnTo>
                    <a:pt x="1302369" y="1712329"/>
                  </a:lnTo>
                  <a:lnTo>
                    <a:pt x="1302355" y="1712323"/>
                  </a:lnTo>
                  <a:lnTo>
                    <a:pt x="1302342" y="1712318"/>
                  </a:lnTo>
                  <a:lnTo>
                    <a:pt x="1302334" y="1712318"/>
                  </a:lnTo>
                  <a:lnTo>
                    <a:pt x="1302325" y="1712323"/>
                  </a:lnTo>
                  <a:lnTo>
                    <a:pt x="1302310" y="1712336"/>
                  </a:lnTo>
                  <a:lnTo>
                    <a:pt x="1302287" y="1712355"/>
                  </a:lnTo>
                  <a:lnTo>
                    <a:pt x="1302265" y="1712376"/>
                  </a:lnTo>
                  <a:lnTo>
                    <a:pt x="1302248" y="1712391"/>
                  </a:lnTo>
                  <a:lnTo>
                    <a:pt x="1302236" y="1712400"/>
                  </a:lnTo>
                  <a:lnTo>
                    <a:pt x="1302227" y="1712404"/>
                  </a:lnTo>
                  <a:lnTo>
                    <a:pt x="1302220" y="1712405"/>
                  </a:lnTo>
                  <a:lnTo>
                    <a:pt x="1302211" y="1712405"/>
                  </a:lnTo>
                  <a:lnTo>
                    <a:pt x="1302198" y="1712405"/>
                  </a:lnTo>
                  <a:lnTo>
                    <a:pt x="1302169" y="1712403"/>
                  </a:lnTo>
                  <a:lnTo>
                    <a:pt x="1302142" y="1712403"/>
                  </a:lnTo>
                  <a:lnTo>
                    <a:pt x="1302123" y="1712406"/>
                  </a:lnTo>
                  <a:lnTo>
                    <a:pt x="1302103" y="1712413"/>
                  </a:lnTo>
                  <a:lnTo>
                    <a:pt x="1302083" y="1712433"/>
                  </a:lnTo>
                  <a:lnTo>
                    <a:pt x="1302066" y="1712455"/>
                  </a:lnTo>
                  <a:lnTo>
                    <a:pt x="1302053" y="1712468"/>
                  </a:lnTo>
                  <a:lnTo>
                    <a:pt x="1302040" y="1712481"/>
                  </a:lnTo>
                  <a:lnTo>
                    <a:pt x="1302033" y="1712496"/>
                  </a:lnTo>
                  <a:lnTo>
                    <a:pt x="1302021" y="1712518"/>
                  </a:lnTo>
                  <a:lnTo>
                    <a:pt x="1302007" y="1712532"/>
                  </a:lnTo>
                  <a:lnTo>
                    <a:pt x="1301987" y="1712543"/>
                  </a:lnTo>
                  <a:lnTo>
                    <a:pt x="1301956" y="1712547"/>
                  </a:lnTo>
                  <a:lnTo>
                    <a:pt x="1301921" y="1712550"/>
                  </a:lnTo>
                  <a:lnTo>
                    <a:pt x="1301886" y="1712548"/>
                  </a:lnTo>
                  <a:lnTo>
                    <a:pt x="1301851" y="1712535"/>
                  </a:lnTo>
                  <a:lnTo>
                    <a:pt x="1301821" y="1712522"/>
                  </a:lnTo>
                  <a:lnTo>
                    <a:pt x="1301800" y="1712517"/>
                  </a:lnTo>
                  <a:lnTo>
                    <a:pt x="1301772" y="1712518"/>
                  </a:lnTo>
                  <a:lnTo>
                    <a:pt x="1301752" y="1712519"/>
                  </a:lnTo>
                  <a:lnTo>
                    <a:pt x="1301724" y="1712526"/>
                  </a:lnTo>
                  <a:lnTo>
                    <a:pt x="1301702" y="1712541"/>
                  </a:lnTo>
                  <a:lnTo>
                    <a:pt x="1301685" y="1712552"/>
                  </a:lnTo>
                  <a:lnTo>
                    <a:pt x="1301672" y="1712554"/>
                  </a:lnTo>
                  <a:lnTo>
                    <a:pt x="1301659" y="1712555"/>
                  </a:lnTo>
                  <a:lnTo>
                    <a:pt x="1301639" y="1712562"/>
                  </a:lnTo>
                  <a:lnTo>
                    <a:pt x="1301609" y="1712574"/>
                  </a:lnTo>
                  <a:lnTo>
                    <a:pt x="1301570" y="1712588"/>
                  </a:lnTo>
                  <a:lnTo>
                    <a:pt x="1301530" y="1712593"/>
                  </a:lnTo>
                  <a:lnTo>
                    <a:pt x="1301510" y="1712591"/>
                  </a:lnTo>
                  <a:lnTo>
                    <a:pt x="1301482" y="1712584"/>
                  </a:lnTo>
                  <a:lnTo>
                    <a:pt x="1301447" y="1712581"/>
                  </a:lnTo>
                  <a:lnTo>
                    <a:pt x="1301419" y="1712574"/>
                  </a:lnTo>
                  <a:lnTo>
                    <a:pt x="1301393" y="1712564"/>
                  </a:lnTo>
                  <a:lnTo>
                    <a:pt x="1301367" y="1712551"/>
                  </a:lnTo>
                  <a:lnTo>
                    <a:pt x="1301348" y="1712546"/>
                  </a:lnTo>
                  <a:lnTo>
                    <a:pt x="1301331" y="1712549"/>
                  </a:lnTo>
                  <a:lnTo>
                    <a:pt x="1301309" y="1712557"/>
                  </a:lnTo>
                  <a:lnTo>
                    <a:pt x="1301294" y="1712564"/>
                  </a:lnTo>
                  <a:lnTo>
                    <a:pt x="1301282" y="1712576"/>
                  </a:lnTo>
                  <a:lnTo>
                    <a:pt x="1301243" y="1712615"/>
                  </a:lnTo>
                  <a:lnTo>
                    <a:pt x="1301229" y="1712631"/>
                  </a:lnTo>
                  <a:lnTo>
                    <a:pt x="1301213" y="1712647"/>
                  </a:lnTo>
                  <a:lnTo>
                    <a:pt x="1301199" y="1712667"/>
                  </a:lnTo>
                  <a:lnTo>
                    <a:pt x="1301186" y="1712688"/>
                  </a:lnTo>
                  <a:lnTo>
                    <a:pt x="1301148" y="1712744"/>
                  </a:lnTo>
                  <a:lnTo>
                    <a:pt x="1301132" y="1712766"/>
                  </a:lnTo>
                  <a:lnTo>
                    <a:pt x="1301114" y="1712785"/>
                  </a:lnTo>
                  <a:lnTo>
                    <a:pt x="1301098" y="1712799"/>
                  </a:lnTo>
                  <a:lnTo>
                    <a:pt x="1301079" y="1712810"/>
                  </a:lnTo>
                  <a:lnTo>
                    <a:pt x="1301055" y="1712817"/>
                  </a:lnTo>
                  <a:lnTo>
                    <a:pt x="1301028" y="1712820"/>
                  </a:lnTo>
                  <a:lnTo>
                    <a:pt x="1300989" y="1712823"/>
                  </a:lnTo>
                  <a:lnTo>
                    <a:pt x="1300937" y="1712820"/>
                  </a:lnTo>
                  <a:lnTo>
                    <a:pt x="1300916" y="1712813"/>
                  </a:lnTo>
                  <a:lnTo>
                    <a:pt x="1300894" y="1712791"/>
                  </a:lnTo>
                  <a:lnTo>
                    <a:pt x="1300872" y="1712777"/>
                  </a:lnTo>
                  <a:lnTo>
                    <a:pt x="1300852" y="1712778"/>
                  </a:lnTo>
                  <a:lnTo>
                    <a:pt x="1300826" y="1712790"/>
                  </a:lnTo>
                  <a:lnTo>
                    <a:pt x="1300789" y="1712814"/>
                  </a:lnTo>
                  <a:lnTo>
                    <a:pt x="1300740" y="1712851"/>
                  </a:lnTo>
                  <a:lnTo>
                    <a:pt x="1300713" y="1712872"/>
                  </a:lnTo>
                  <a:lnTo>
                    <a:pt x="1300690" y="1712880"/>
                  </a:lnTo>
                  <a:lnTo>
                    <a:pt x="1300670" y="1712885"/>
                  </a:lnTo>
                  <a:lnTo>
                    <a:pt x="1300640" y="1712887"/>
                  </a:lnTo>
                  <a:lnTo>
                    <a:pt x="1300619" y="1712882"/>
                  </a:lnTo>
                  <a:lnTo>
                    <a:pt x="1300606" y="1712877"/>
                  </a:lnTo>
                  <a:lnTo>
                    <a:pt x="1300595" y="1712865"/>
                  </a:lnTo>
                  <a:lnTo>
                    <a:pt x="1300587" y="1712852"/>
                  </a:lnTo>
                  <a:lnTo>
                    <a:pt x="1300570" y="1712804"/>
                  </a:lnTo>
                  <a:lnTo>
                    <a:pt x="1300554" y="1712781"/>
                  </a:lnTo>
                  <a:lnTo>
                    <a:pt x="1300536" y="1712767"/>
                  </a:lnTo>
                  <a:lnTo>
                    <a:pt x="1300516" y="1712759"/>
                  </a:lnTo>
                  <a:lnTo>
                    <a:pt x="1300490" y="1712753"/>
                  </a:lnTo>
                  <a:lnTo>
                    <a:pt x="1300465" y="1712755"/>
                  </a:lnTo>
                  <a:lnTo>
                    <a:pt x="1300441" y="1712763"/>
                  </a:lnTo>
                  <a:lnTo>
                    <a:pt x="1300418" y="1712781"/>
                  </a:lnTo>
                  <a:lnTo>
                    <a:pt x="1300382" y="1712812"/>
                  </a:lnTo>
                  <a:lnTo>
                    <a:pt x="1300364" y="1712825"/>
                  </a:lnTo>
                  <a:lnTo>
                    <a:pt x="1300347" y="1712833"/>
                  </a:lnTo>
                  <a:lnTo>
                    <a:pt x="1300327" y="1712827"/>
                  </a:lnTo>
                  <a:lnTo>
                    <a:pt x="1300296" y="1712813"/>
                  </a:lnTo>
                  <a:lnTo>
                    <a:pt x="1300260" y="1712800"/>
                  </a:lnTo>
                  <a:lnTo>
                    <a:pt x="1300229" y="1712790"/>
                  </a:lnTo>
                  <a:lnTo>
                    <a:pt x="1300208" y="1712777"/>
                  </a:lnTo>
                  <a:lnTo>
                    <a:pt x="1300192" y="1712764"/>
                  </a:lnTo>
                  <a:lnTo>
                    <a:pt x="1300184" y="1712748"/>
                  </a:lnTo>
                  <a:lnTo>
                    <a:pt x="1300175" y="1712733"/>
                  </a:lnTo>
                  <a:lnTo>
                    <a:pt x="1300165" y="1712722"/>
                  </a:lnTo>
                  <a:lnTo>
                    <a:pt x="1300148" y="1712716"/>
                  </a:lnTo>
                  <a:lnTo>
                    <a:pt x="1300131" y="1712719"/>
                  </a:lnTo>
                  <a:lnTo>
                    <a:pt x="1300119" y="1712728"/>
                  </a:lnTo>
                  <a:lnTo>
                    <a:pt x="1300110" y="1712744"/>
                  </a:lnTo>
                  <a:lnTo>
                    <a:pt x="1300099" y="1712778"/>
                  </a:lnTo>
                  <a:lnTo>
                    <a:pt x="1300094" y="1712808"/>
                  </a:lnTo>
                  <a:lnTo>
                    <a:pt x="1300090" y="1712825"/>
                  </a:lnTo>
                  <a:lnTo>
                    <a:pt x="1300083" y="1712840"/>
                  </a:lnTo>
                  <a:lnTo>
                    <a:pt x="1300066" y="1712856"/>
                  </a:lnTo>
                  <a:lnTo>
                    <a:pt x="1300045" y="1712872"/>
                  </a:lnTo>
                  <a:lnTo>
                    <a:pt x="1300029" y="1712879"/>
                  </a:lnTo>
                  <a:lnTo>
                    <a:pt x="1300006" y="1712879"/>
                  </a:lnTo>
                  <a:lnTo>
                    <a:pt x="1299988" y="1712874"/>
                  </a:lnTo>
                  <a:lnTo>
                    <a:pt x="1299962" y="1712861"/>
                  </a:lnTo>
                  <a:lnTo>
                    <a:pt x="1299936" y="1712849"/>
                  </a:lnTo>
                  <a:lnTo>
                    <a:pt x="1299867" y="1712824"/>
                  </a:lnTo>
                  <a:lnTo>
                    <a:pt x="1299839" y="1712814"/>
                  </a:lnTo>
                  <a:lnTo>
                    <a:pt x="1299813" y="1712799"/>
                  </a:lnTo>
                  <a:lnTo>
                    <a:pt x="1299794" y="1712789"/>
                  </a:lnTo>
                  <a:lnTo>
                    <a:pt x="1299765" y="1712781"/>
                  </a:lnTo>
                  <a:lnTo>
                    <a:pt x="1299726" y="1712776"/>
                  </a:lnTo>
                  <a:lnTo>
                    <a:pt x="1299696" y="1712775"/>
                  </a:lnTo>
                  <a:lnTo>
                    <a:pt x="1299671" y="1712778"/>
                  </a:lnTo>
                  <a:lnTo>
                    <a:pt x="1299640" y="1712785"/>
                  </a:lnTo>
                  <a:lnTo>
                    <a:pt x="1299616" y="1712788"/>
                  </a:lnTo>
                  <a:lnTo>
                    <a:pt x="1299585" y="1712787"/>
                  </a:lnTo>
                  <a:lnTo>
                    <a:pt x="1299551" y="1712788"/>
                  </a:lnTo>
                  <a:lnTo>
                    <a:pt x="1299504" y="1712795"/>
                  </a:lnTo>
                  <a:lnTo>
                    <a:pt x="1299445" y="1712808"/>
                  </a:lnTo>
                  <a:lnTo>
                    <a:pt x="1299410" y="1712811"/>
                  </a:lnTo>
                  <a:lnTo>
                    <a:pt x="1299386" y="1712815"/>
                  </a:lnTo>
                  <a:lnTo>
                    <a:pt x="1299361" y="1712822"/>
                  </a:lnTo>
                  <a:lnTo>
                    <a:pt x="1299342" y="1712838"/>
                  </a:lnTo>
                  <a:lnTo>
                    <a:pt x="1299323" y="1712862"/>
                  </a:lnTo>
                  <a:lnTo>
                    <a:pt x="1299303" y="1712896"/>
                  </a:lnTo>
                  <a:lnTo>
                    <a:pt x="1299292" y="1712928"/>
                  </a:lnTo>
                  <a:lnTo>
                    <a:pt x="1299283" y="1712958"/>
                  </a:lnTo>
                  <a:lnTo>
                    <a:pt x="1299273" y="1712976"/>
                  </a:lnTo>
                  <a:lnTo>
                    <a:pt x="1299262" y="1712985"/>
                  </a:lnTo>
                  <a:lnTo>
                    <a:pt x="1299250" y="1712990"/>
                  </a:lnTo>
                  <a:lnTo>
                    <a:pt x="1299235" y="1712987"/>
                  </a:lnTo>
                  <a:lnTo>
                    <a:pt x="1299218" y="1712980"/>
                  </a:lnTo>
                  <a:lnTo>
                    <a:pt x="1299194" y="1712969"/>
                  </a:lnTo>
                  <a:lnTo>
                    <a:pt x="1299176" y="1712967"/>
                  </a:lnTo>
                  <a:lnTo>
                    <a:pt x="1299165" y="1712971"/>
                  </a:lnTo>
                  <a:lnTo>
                    <a:pt x="1299155" y="1712982"/>
                  </a:lnTo>
                  <a:lnTo>
                    <a:pt x="1299141" y="1713004"/>
                  </a:lnTo>
                  <a:lnTo>
                    <a:pt x="1299140" y="1713026"/>
                  </a:lnTo>
                  <a:lnTo>
                    <a:pt x="1299141" y="1713048"/>
                  </a:lnTo>
                  <a:lnTo>
                    <a:pt x="1299142" y="1713063"/>
                  </a:lnTo>
                  <a:lnTo>
                    <a:pt x="1299137" y="1713084"/>
                  </a:lnTo>
                  <a:lnTo>
                    <a:pt x="1299126" y="1713114"/>
                  </a:lnTo>
                  <a:lnTo>
                    <a:pt x="1299113" y="1713145"/>
                  </a:lnTo>
                  <a:lnTo>
                    <a:pt x="1299098" y="1713163"/>
                  </a:lnTo>
                  <a:lnTo>
                    <a:pt x="1299085" y="1713169"/>
                  </a:lnTo>
                  <a:lnTo>
                    <a:pt x="1299065" y="1713172"/>
                  </a:lnTo>
                  <a:lnTo>
                    <a:pt x="1299049" y="1713170"/>
                  </a:lnTo>
                  <a:lnTo>
                    <a:pt x="1299032" y="1713159"/>
                  </a:lnTo>
                  <a:lnTo>
                    <a:pt x="1299016" y="1713138"/>
                  </a:lnTo>
                  <a:lnTo>
                    <a:pt x="1299007" y="1713128"/>
                  </a:lnTo>
                  <a:lnTo>
                    <a:pt x="1298991" y="1713121"/>
                  </a:lnTo>
                  <a:lnTo>
                    <a:pt x="1298979" y="1713122"/>
                  </a:lnTo>
                  <a:lnTo>
                    <a:pt x="1298963" y="1713128"/>
                  </a:lnTo>
                  <a:lnTo>
                    <a:pt x="1298944" y="1713143"/>
                  </a:lnTo>
                  <a:lnTo>
                    <a:pt x="1298922" y="1713177"/>
                  </a:lnTo>
                  <a:lnTo>
                    <a:pt x="1298906" y="1713203"/>
                  </a:lnTo>
                  <a:lnTo>
                    <a:pt x="1298892" y="1713235"/>
                  </a:lnTo>
                  <a:lnTo>
                    <a:pt x="1298878" y="1713261"/>
                  </a:lnTo>
                  <a:lnTo>
                    <a:pt x="1298864" y="1713274"/>
                  </a:lnTo>
                  <a:lnTo>
                    <a:pt x="1298848" y="1713283"/>
                  </a:lnTo>
                  <a:lnTo>
                    <a:pt x="1298830" y="1713285"/>
                  </a:lnTo>
                  <a:lnTo>
                    <a:pt x="1298775" y="1713281"/>
                  </a:lnTo>
                  <a:lnTo>
                    <a:pt x="1298759" y="1713282"/>
                  </a:lnTo>
                  <a:lnTo>
                    <a:pt x="1298745" y="1713289"/>
                  </a:lnTo>
                  <a:lnTo>
                    <a:pt x="1298722" y="1713306"/>
                  </a:lnTo>
                  <a:lnTo>
                    <a:pt x="1298702" y="1713334"/>
                  </a:lnTo>
                  <a:lnTo>
                    <a:pt x="1298685" y="1713361"/>
                  </a:lnTo>
                  <a:lnTo>
                    <a:pt x="1298668" y="1713377"/>
                  </a:lnTo>
                  <a:lnTo>
                    <a:pt x="1298654" y="1713389"/>
                  </a:lnTo>
                  <a:lnTo>
                    <a:pt x="1298638" y="1713393"/>
                  </a:lnTo>
                  <a:lnTo>
                    <a:pt x="1298621" y="1713397"/>
                  </a:lnTo>
                  <a:lnTo>
                    <a:pt x="1298600" y="1713403"/>
                  </a:lnTo>
                  <a:lnTo>
                    <a:pt x="1298583" y="1713409"/>
                  </a:lnTo>
                  <a:lnTo>
                    <a:pt x="1298530" y="1713407"/>
                  </a:lnTo>
                  <a:lnTo>
                    <a:pt x="1298499" y="1713403"/>
                  </a:lnTo>
                  <a:lnTo>
                    <a:pt x="1298472" y="1713393"/>
                  </a:lnTo>
                  <a:lnTo>
                    <a:pt x="1298454" y="1713384"/>
                  </a:lnTo>
                  <a:lnTo>
                    <a:pt x="1298444" y="1713371"/>
                  </a:lnTo>
                  <a:lnTo>
                    <a:pt x="1298436" y="1713360"/>
                  </a:lnTo>
                  <a:lnTo>
                    <a:pt x="1298426" y="1713350"/>
                  </a:lnTo>
                  <a:lnTo>
                    <a:pt x="1298419" y="1713347"/>
                  </a:lnTo>
                  <a:lnTo>
                    <a:pt x="1298406" y="1713348"/>
                  </a:lnTo>
                  <a:lnTo>
                    <a:pt x="1298383" y="1713360"/>
                  </a:lnTo>
                  <a:lnTo>
                    <a:pt x="1298357" y="1713380"/>
                  </a:lnTo>
                  <a:lnTo>
                    <a:pt x="1298335" y="1713409"/>
                  </a:lnTo>
                  <a:lnTo>
                    <a:pt x="1298321" y="1713416"/>
                  </a:lnTo>
                  <a:lnTo>
                    <a:pt x="1298310" y="1713418"/>
                  </a:lnTo>
                  <a:lnTo>
                    <a:pt x="1298301" y="1713412"/>
                  </a:lnTo>
                  <a:lnTo>
                    <a:pt x="1298296" y="1713400"/>
                  </a:lnTo>
                  <a:lnTo>
                    <a:pt x="1298297" y="1713385"/>
                  </a:lnTo>
                  <a:lnTo>
                    <a:pt x="1298312" y="1713354"/>
                  </a:lnTo>
                  <a:lnTo>
                    <a:pt x="1298325" y="1713322"/>
                  </a:lnTo>
                  <a:lnTo>
                    <a:pt x="1298334" y="1713291"/>
                  </a:lnTo>
                  <a:lnTo>
                    <a:pt x="1298334" y="1713276"/>
                  </a:lnTo>
                  <a:lnTo>
                    <a:pt x="1298331" y="1713268"/>
                  </a:lnTo>
                  <a:lnTo>
                    <a:pt x="1298324" y="1713264"/>
                  </a:lnTo>
                  <a:lnTo>
                    <a:pt x="1298313" y="1713259"/>
                  </a:lnTo>
                  <a:lnTo>
                    <a:pt x="1298279" y="1713264"/>
                  </a:lnTo>
                  <a:lnTo>
                    <a:pt x="1298250" y="1713275"/>
                  </a:lnTo>
                  <a:lnTo>
                    <a:pt x="1298217" y="1713281"/>
                  </a:lnTo>
                  <a:lnTo>
                    <a:pt x="1298192" y="1713280"/>
                  </a:lnTo>
                  <a:lnTo>
                    <a:pt x="1298168" y="1713276"/>
                  </a:lnTo>
                  <a:lnTo>
                    <a:pt x="1298141" y="1713274"/>
                  </a:lnTo>
                  <a:lnTo>
                    <a:pt x="1298122" y="1713279"/>
                  </a:lnTo>
                  <a:lnTo>
                    <a:pt x="1298096" y="1713286"/>
                  </a:lnTo>
                  <a:lnTo>
                    <a:pt x="1298076" y="1713289"/>
                  </a:lnTo>
                  <a:lnTo>
                    <a:pt x="1298041" y="1713295"/>
                  </a:lnTo>
                  <a:lnTo>
                    <a:pt x="1298019" y="1713302"/>
                  </a:lnTo>
                  <a:lnTo>
                    <a:pt x="1297991" y="1713316"/>
                  </a:lnTo>
                  <a:lnTo>
                    <a:pt x="1297980" y="1713326"/>
                  </a:lnTo>
                  <a:lnTo>
                    <a:pt x="1297974" y="1713337"/>
                  </a:lnTo>
                  <a:lnTo>
                    <a:pt x="1297974" y="1713358"/>
                  </a:lnTo>
                  <a:lnTo>
                    <a:pt x="1297982" y="1713394"/>
                  </a:lnTo>
                  <a:lnTo>
                    <a:pt x="1297988" y="1713422"/>
                  </a:lnTo>
                  <a:lnTo>
                    <a:pt x="1297999" y="1713455"/>
                  </a:lnTo>
                  <a:lnTo>
                    <a:pt x="1298007" y="1713480"/>
                  </a:lnTo>
                  <a:lnTo>
                    <a:pt x="1298016" y="1713497"/>
                  </a:lnTo>
                  <a:lnTo>
                    <a:pt x="1298029" y="1713512"/>
                  </a:lnTo>
                  <a:lnTo>
                    <a:pt x="1298049" y="1713530"/>
                  </a:lnTo>
                  <a:lnTo>
                    <a:pt x="1298077" y="1713554"/>
                  </a:lnTo>
                  <a:lnTo>
                    <a:pt x="1298098" y="1713582"/>
                  </a:lnTo>
                  <a:lnTo>
                    <a:pt x="1298110" y="1713602"/>
                  </a:lnTo>
                  <a:lnTo>
                    <a:pt x="1298116" y="1713625"/>
                  </a:lnTo>
                  <a:lnTo>
                    <a:pt x="1298117" y="1713649"/>
                  </a:lnTo>
                  <a:lnTo>
                    <a:pt x="1298117" y="1713666"/>
                  </a:lnTo>
                  <a:lnTo>
                    <a:pt x="1298107" y="1713679"/>
                  </a:lnTo>
                  <a:lnTo>
                    <a:pt x="1298092" y="1713692"/>
                  </a:lnTo>
                  <a:lnTo>
                    <a:pt x="1298063" y="1713704"/>
                  </a:lnTo>
                  <a:lnTo>
                    <a:pt x="1298035" y="1713709"/>
                  </a:lnTo>
                  <a:lnTo>
                    <a:pt x="1298011" y="1713704"/>
                  </a:lnTo>
                  <a:lnTo>
                    <a:pt x="1297995" y="1713701"/>
                  </a:lnTo>
                  <a:lnTo>
                    <a:pt x="1297974" y="1713705"/>
                  </a:lnTo>
                  <a:lnTo>
                    <a:pt x="1297952" y="1713702"/>
                  </a:lnTo>
                  <a:lnTo>
                    <a:pt x="1297934" y="1713698"/>
                  </a:lnTo>
                  <a:lnTo>
                    <a:pt x="1297919" y="1713689"/>
                  </a:lnTo>
                  <a:lnTo>
                    <a:pt x="1297902" y="1713672"/>
                  </a:lnTo>
                  <a:lnTo>
                    <a:pt x="1297879" y="1713645"/>
                  </a:lnTo>
                  <a:lnTo>
                    <a:pt x="1297860" y="1713622"/>
                  </a:lnTo>
                  <a:lnTo>
                    <a:pt x="1297846" y="1713601"/>
                  </a:lnTo>
                  <a:lnTo>
                    <a:pt x="1297834" y="1713578"/>
                  </a:lnTo>
                  <a:lnTo>
                    <a:pt x="1297822" y="1713539"/>
                  </a:lnTo>
                  <a:lnTo>
                    <a:pt x="1297811" y="1713514"/>
                  </a:lnTo>
                  <a:lnTo>
                    <a:pt x="1297802" y="1713502"/>
                  </a:lnTo>
                  <a:lnTo>
                    <a:pt x="1297778" y="1713486"/>
                  </a:lnTo>
                  <a:lnTo>
                    <a:pt x="1297744" y="1713471"/>
                  </a:lnTo>
                  <a:lnTo>
                    <a:pt x="1297718" y="1713464"/>
                  </a:lnTo>
                  <a:lnTo>
                    <a:pt x="1297688" y="1713454"/>
                  </a:lnTo>
                  <a:lnTo>
                    <a:pt x="1297656" y="1713453"/>
                  </a:lnTo>
                  <a:lnTo>
                    <a:pt x="1297636" y="1713457"/>
                  </a:lnTo>
                  <a:lnTo>
                    <a:pt x="1297613" y="1713465"/>
                  </a:lnTo>
                  <a:lnTo>
                    <a:pt x="1297581" y="1713475"/>
                  </a:lnTo>
                  <a:lnTo>
                    <a:pt x="1297548" y="1713480"/>
                  </a:lnTo>
                  <a:lnTo>
                    <a:pt x="1297509" y="1713479"/>
                  </a:lnTo>
                  <a:lnTo>
                    <a:pt x="1297471" y="1713476"/>
                  </a:lnTo>
                  <a:lnTo>
                    <a:pt x="1297431" y="1713467"/>
                  </a:lnTo>
                  <a:lnTo>
                    <a:pt x="1297410" y="1713469"/>
                  </a:lnTo>
                  <a:lnTo>
                    <a:pt x="1297391" y="1713478"/>
                  </a:lnTo>
                  <a:lnTo>
                    <a:pt x="1297383" y="1713490"/>
                  </a:lnTo>
                  <a:lnTo>
                    <a:pt x="1297372" y="1713503"/>
                  </a:lnTo>
                  <a:lnTo>
                    <a:pt x="1297358" y="1713526"/>
                  </a:lnTo>
                  <a:lnTo>
                    <a:pt x="1297350" y="1713538"/>
                  </a:lnTo>
                  <a:lnTo>
                    <a:pt x="1297327" y="1713558"/>
                  </a:lnTo>
                  <a:lnTo>
                    <a:pt x="1297307" y="1713572"/>
                  </a:lnTo>
                  <a:lnTo>
                    <a:pt x="1297289" y="1713582"/>
                  </a:lnTo>
                  <a:lnTo>
                    <a:pt x="1297268" y="1713587"/>
                  </a:lnTo>
                  <a:lnTo>
                    <a:pt x="1297243" y="1713589"/>
                  </a:lnTo>
                  <a:lnTo>
                    <a:pt x="1297215" y="1713591"/>
                  </a:lnTo>
                  <a:lnTo>
                    <a:pt x="1297187" y="1713593"/>
                  </a:lnTo>
                  <a:lnTo>
                    <a:pt x="1297160" y="1713601"/>
                  </a:lnTo>
                  <a:lnTo>
                    <a:pt x="1297132" y="1713609"/>
                  </a:lnTo>
                  <a:lnTo>
                    <a:pt x="1297106" y="1713617"/>
                  </a:lnTo>
                  <a:lnTo>
                    <a:pt x="1297064" y="1713640"/>
                  </a:lnTo>
                  <a:lnTo>
                    <a:pt x="1297038" y="1713654"/>
                  </a:lnTo>
                  <a:lnTo>
                    <a:pt x="1297025" y="1713657"/>
                  </a:lnTo>
                  <a:lnTo>
                    <a:pt x="1297010" y="1713656"/>
                  </a:lnTo>
                  <a:lnTo>
                    <a:pt x="1296992" y="1713649"/>
                  </a:lnTo>
                  <a:lnTo>
                    <a:pt x="1296973" y="1713631"/>
                  </a:lnTo>
                  <a:lnTo>
                    <a:pt x="1296943" y="1713600"/>
                  </a:lnTo>
                  <a:lnTo>
                    <a:pt x="1296907" y="1713555"/>
                  </a:lnTo>
                  <a:lnTo>
                    <a:pt x="1296894" y="1713538"/>
                  </a:lnTo>
                  <a:lnTo>
                    <a:pt x="1296889" y="1713525"/>
                  </a:lnTo>
                  <a:lnTo>
                    <a:pt x="1296888" y="1713515"/>
                  </a:lnTo>
                  <a:lnTo>
                    <a:pt x="1296888" y="1713492"/>
                  </a:lnTo>
                  <a:lnTo>
                    <a:pt x="1296888" y="1713475"/>
                  </a:lnTo>
                  <a:lnTo>
                    <a:pt x="1296884" y="1713464"/>
                  </a:lnTo>
                  <a:lnTo>
                    <a:pt x="1296870" y="1713452"/>
                  </a:lnTo>
                  <a:lnTo>
                    <a:pt x="1296856" y="1713446"/>
                  </a:lnTo>
                  <a:lnTo>
                    <a:pt x="1296837" y="1713449"/>
                  </a:lnTo>
                  <a:lnTo>
                    <a:pt x="1296816" y="1713458"/>
                  </a:lnTo>
                  <a:lnTo>
                    <a:pt x="1296797" y="1713468"/>
                  </a:lnTo>
                  <a:lnTo>
                    <a:pt x="1296769" y="1713479"/>
                  </a:lnTo>
                  <a:lnTo>
                    <a:pt x="1296750" y="1713483"/>
                  </a:lnTo>
                  <a:lnTo>
                    <a:pt x="1296738" y="1713492"/>
                  </a:lnTo>
                  <a:lnTo>
                    <a:pt x="1296724" y="1713507"/>
                  </a:lnTo>
                  <a:lnTo>
                    <a:pt x="1296716" y="1713522"/>
                  </a:lnTo>
                  <a:lnTo>
                    <a:pt x="1296709" y="1713531"/>
                  </a:lnTo>
                  <a:lnTo>
                    <a:pt x="1296699" y="1713536"/>
                  </a:lnTo>
                  <a:lnTo>
                    <a:pt x="1296691" y="1713540"/>
                  </a:lnTo>
                  <a:lnTo>
                    <a:pt x="1296690" y="1713554"/>
                  </a:lnTo>
                  <a:lnTo>
                    <a:pt x="1296688" y="1713569"/>
                  </a:lnTo>
                  <a:lnTo>
                    <a:pt x="1296688" y="1713584"/>
                  </a:lnTo>
                  <a:lnTo>
                    <a:pt x="1296690" y="1713595"/>
                  </a:lnTo>
                  <a:lnTo>
                    <a:pt x="1296692" y="1713601"/>
                  </a:lnTo>
                  <a:lnTo>
                    <a:pt x="1296698" y="1713604"/>
                  </a:lnTo>
                  <a:lnTo>
                    <a:pt x="1296710" y="1713609"/>
                  </a:lnTo>
                  <a:lnTo>
                    <a:pt x="1296714" y="1713616"/>
                  </a:lnTo>
                  <a:lnTo>
                    <a:pt x="1296717" y="1713625"/>
                  </a:lnTo>
                  <a:lnTo>
                    <a:pt x="1296721" y="1713639"/>
                  </a:lnTo>
                  <a:lnTo>
                    <a:pt x="1296710" y="1713644"/>
                  </a:lnTo>
                  <a:lnTo>
                    <a:pt x="1296695" y="1713652"/>
                  </a:lnTo>
                  <a:lnTo>
                    <a:pt x="1296681" y="1713662"/>
                  </a:lnTo>
                  <a:lnTo>
                    <a:pt x="1296668" y="1713682"/>
                  </a:lnTo>
                  <a:lnTo>
                    <a:pt x="1296646" y="1713705"/>
                  </a:lnTo>
                  <a:lnTo>
                    <a:pt x="1296630" y="1713733"/>
                  </a:lnTo>
                  <a:lnTo>
                    <a:pt x="1296622" y="1713755"/>
                  </a:lnTo>
                  <a:lnTo>
                    <a:pt x="1296621" y="1713767"/>
                  </a:lnTo>
                  <a:lnTo>
                    <a:pt x="1296623" y="1713780"/>
                  </a:lnTo>
                  <a:lnTo>
                    <a:pt x="1296628" y="1713792"/>
                  </a:lnTo>
                  <a:lnTo>
                    <a:pt x="1296631" y="1713798"/>
                  </a:lnTo>
                  <a:lnTo>
                    <a:pt x="1296631" y="1713805"/>
                  </a:lnTo>
                  <a:lnTo>
                    <a:pt x="1296625" y="1713814"/>
                  </a:lnTo>
                  <a:lnTo>
                    <a:pt x="1296612" y="1713817"/>
                  </a:lnTo>
                  <a:lnTo>
                    <a:pt x="1296587" y="1713817"/>
                  </a:lnTo>
                  <a:lnTo>
                    <a:pt x="1296564" y="1713816"/>
                  </a:lnTo>
                  <a:lnTo>
                    <a:pt x="1296550" y="1713816"/>
                  </a:lnTo>
                  <a:lnTo>
                    <a:pt x="1296527" y="1713818"/>
                  </a:lnTo>
                  <a:lnTo>
                    <a:pt x="1296512" y="1713824"/>
                  </a:lnTo>
                  <a:lnTo>
                    <a:pt x="1296493" y="1713835"/>
                  </a:lnTo>
                  <a:lnTo>
                    <a:pt x="1296483" y="1713848"/>
                  </a:lnTo>
                  <a:lnTo>
                    <a:pt x="1296480" y="1713854"/>
                  </a:lnTo>
                  <a:lnTo>
                    <a:pt x="1296476" y="1713866"/>
                  </a:lnTo>
                  <a:lnTo>
                    <a:pt x="1296461" y="1713882"/>
                  </a:lnTo>
                  <a:lnTo>
                    <a:pt x="1296441" y="1713894"/>
                  </a:lnTo>
                  <a:lnTo>
                    <a:pt x="1296421" y="1713907"/>
                  </a:lnTo>
                  <a:lnTo>
                    <a:pt x="1296398" y="1713920"/>
                  </a:lnTo>
                  <a:lnTo>
                    <a:pt x="1296386" y="1713931"/>
                  </a:lnTo>
                  <a:lnTo>
                    <a:pt x="1296374" y="1713944"/>
                  </a:lnTo>
                  <a:lnTo>
                    <a:pt x="1296370" y="1713957"/>
                  </a:lnTo>
                  <a:lnTo>
                    <a:pt x="1296365" y="1713974"/>
                  </a:lnTo>
                  <a:lnTo>
                    <a:pt x="1296365" y="1713996"/>
                  </a:lnTo>
                  <a:lnTo>
                    <a:pt x="1296364" y="1714010"/>
                  </a:lnTo>
                  <a:lnTo>
                    <a:pt x="1296358" y="1714016"/>
                  </a:lnTo>
                  <a:lnTo>
                    <a:pt x="1296342" y="1714017"/>
                  </a:lnTo>
                  <a:lnTo>
                    <a:pt x="1296330" y="1714017"/>
                  </a:lnTo>
                  <a:lnTo>
                    <a:pt x="1296324" y="1714014"/>
                  </a:lnTo>
                  <a:lnTo>
                    <a:pt x="1296316" y="1714013"/>
                  </a:lnTo>
                  <a:lnTo>
                    <a:pt x="1296306" y="1714016"/>
                  </a:lnTo>
                  <a:lnTo>
                    <a:pt x="1296292" y="1714022"/>
                  </a:lnTo>
                  <a:lnTo>
                    <a:pt x="1296285" y="1714024"/>
                  </a:lnTo>
                  <a:lnTo>
                    <a:pt x="1296274" y="1714032"/>
                  </a:lnTo>
                  <a:lnTo>
                    <a:pt x="1296265" y="1714041"/>
                  </a:lnTo>
                  <a:lnTo>
                    <a:pt x="1296261" y="1714047"/>
                  </a:lnTo>
                  <a:lnTo>
                    <a:pt x="1296260" y="1714056"/>
                  </a:lnTo>
                  <a:lnTo>
                    <a:pt x="1296261" y="1714065"/>
                  </a:lnTo>
                  <a:lnTo>
                    <a:pt x="1296267" y="1714070"/>
                  </a:lnTo>
                  <a:lnTo>
                    <a:pt x="1296286" y="1714083"/>
                  </a:lnTo>
                  <a:lnTo>
                    <a:pt x="1296292" y="1714087"/>
                  </a:lnTo>
                  <a:lnTo>
                    <a:pt x="1296301" y="1714102"/>
                  </a:lnTo>
                  <a:lnTo>
                    <a:pt x="1296302" y="1714110"/>
                  </a:lnTo>
                  <a:lnTo>
                    <a:pt x="1296302" y="1714116"/>
                  </a:lnTo>
                  <a:lnTo>
                    <a:pt x="1296298" y="1714124"/>
                  </a:lnTo>
                  <a:lnTo>
                    <a:pt x="1296292" y="1714133"/>
                  </a:lnTo>
                  <a:lnTo>
                    <a:pt x="1296284" y="1714140"/>
                  </a:lnTo>
                  <a:lnTo>
                    <a:pt x="1296277" y="1714146"/>
                  </a:lnTo>
                  <a:lnTo>
                    <a:pt x="1296271" y="1714150"/>
                  </a:lnTo>
                  <a:lnTo>
                    <a:pt x="1296263" y="1714149"/>
                  </a:lnTo>
                  <a:lnTo>
                    <a:pt x="1296251" y="1714152"/>
                  </a:lnTo>
                  <a:lnTo>
                    <a:pt x="1296237" y="1714151"/>
                  </a:lnTo>
                  <a:lnTo>
                    <a:pt x="1296221" y="1714151"/>
                  </a:lnTo>
                  <a:lnTo>
                    <a:pt x="1296206" y="1714143"/>
                  </a:lnTo>
                  <a:lnTo>
                    <a:pt x="1296194" y="1714130"/>
                  </a:lnTo>
                  <a:lnTo>
                    <a:pt x="1296187" y="1714123"/>
                  </a:lnTo>
                  <a:lnTo>
                    <a:pt x="1296182" y="1714122"/>
                  </a:lnTo>
                  <a:lnTo>
                    <a:pt x="1296172" y="1714127"/>
                  </a:lnTo>
                  <a:lnTo>
                    <a:pt x="1296168" y="1714131"/>
                  </a:lnTo>
                  <a:lnTo>
                    <a:pt x="1296165" y="1714138"/>
                  </a:lnTo>
                  <a:lnTo>
                    <a:pt x="1296162" y="1714150"/>
                  </a:lnTo>
                  <a:lnTo>
                    <a:pt x="1296162" y="1714160"/>
                  </a:lnTo>
                  <a:lnTo>
                    <a:pt x="1296156" y="1714174"/>
                  </a:lnTo>
                  <a:lnTo>
                    <a:pt x="1296142" y="1714175"/>
                  </a:lnTo>
                  <a:lnTo>
                    <a:pt x="1296130" y="1714169"/>
                  </a:lnTo>
                  <a:lnTo>
                    <a:pt x="1296103" y="1714144"/>
                  </a:lnTo>
                  <a:lnTo>
                    <a:pt x="1296090" y="1714131"/>
                  </a:lnTo>
                  <a:lnTo>
                    <a:pt x="1296083" y="1714126"/>
                  </a:lnTo>
                  <a:lnTo>
                    <a:pt x="1296072" y="1714122"/>
                  </a:lnTo>
                  <a:lnTo>
                    <a:pt x="1296065" y="1714123"/>
                  </a:lnTo>
                  <a:lnTo>
                    <a:pt x="1296058" y="1714127"/>
                  </a:lnTo>
                  <a:lnTo>
                    <a:pt x="1296052" y="1714133"/>
                  </a:lnTo>
                  <a:lnTo>
                    <a:pt x="1296045" y="1714151"/>
                  </a:lnTo>
                  <a:lnTo>
                    <a:pt x="1296043" y="1714180"/>
                  </a:lnTo>
                  <a:lnTo>
                    <a:pt x="1296043" y="1714196"/>
                  </a:lnTo>
                  <a:lnTo>
                    <a:pt x="1296046" y="1714204"/>
                  </a:lnTo>
                  <a:lnTo>
                    <a:pt x="1296050" y="1714210"/>
                  </a:lnTo>
                  <a:lnTo>
                    <a:pt x="1296055" y="1714226"/>
                  </a:lnTo>
                  <a:lnTo>
                    <a:pt x="1296060" y="1714254"/>
                  </a:lnTo>
                  <a:lnTo>
                    <a:pt x="1296056" y="1714270"/>
                  </a:lnTo>
                  <a:lnTo>
                    <a:pt x="1296051" y="1714275"/>
                  </a:lnTo>
                  <a:lnTo>
                    <a:pt x="1296043" y="1714276"/>
                  </a:lnTo>
                  <a:lnTo>
                    <a:pt x="1296038" y="1714272"/>
                  </a:lnTo>
                  <a:lnTo>
                    <a:pt x="1296031" y="1714265"/>
                  </a:lnTo>
                  <a:lnTo>
                    <a:pt x="1296026" y="1714255"/>
                  </a:lnTo>
                  <a:lnTo>
                    <a:pt x="1296023" y="1714242"/>
                  </a:lnTo>
                  <a:lnTo>
                    <a:pt x="1296019" y="1714228"/>
                  </a:lnTo>
                  <a:lnTo>
                    <a:pt x="1296013" y="1714219"/>
                  </a:lnTo>
                  <a:lnTo>
                    <a:pt x="1296006" y="1714212"/>
                  </a:lnTo>
                  <a:lnTo>
                    <a:pt x="1295996" y="1714208"/>
                  </a:lnTo>
                  <a:lnTo>
                    <a:pt x="1295986" y="1714208"/>
                  </a:lnTo>
                  <a:lnTo>
                    <a:pt x="1295955" y="1714225"/>
                  </a:lnTo>
                  <a:lnTo>
                    <a:pt x="1295943" y="1714228"/>
                  </a:lnTo>
                  <a:lnTo>
                    <a:pt x="1295934" y="1714233"/>
                  </a:lnTo>
                  <a:lnTo>
                    <a:pt x="1295935" y="1714243"/>
                  </a:lnTo>
                  <a:lnTo>
                    <a:pt x="1295939" y="1714256"/>
                  </a:lnTo>
                  <a:lnTo>
                    <a:pt x="1295946" y="1714267"/>
                  </a:lnTo>
                  <a:lnTo>
                    <a:pt x="1295969" y="1714295"/>
                  </a:lnTo>
                  <a:lnTo>
                    <a:pt x="1295979" y="1714320"/>
                  </a:lnTo>
                  <a:lnTo>
                    <a:pt x="1295984" y="1714326"/>
                  </a:lnTo>
                  <a:lnTo>
                    <a:pt x="1295991" y="1714331"/>
                  </a:lnTo>
                  <a:lnTo>
                    <a:pt x="1295995" y="1714335"/>
                  </a:lnTo>
                  <a:lnTo>
                    <a:pt x="1295995" y="1714344"/>
                  </a:lnTo>
                  <a:lnTo>
                    <a:pt x="1295985" y="1714348"/>
                  </a:lnTo>
                  <a:lnTo>
                    <a:pt x="1295974" y="1714348"/>
                  </a:lnTo>
                  <a:lnTo>
                    <a:pt x="1295961" y="1714342"/>
                  </a:lnTo>
                  <a:lnTo>
                    <a:pt x="1295950" y="1714321"/>
                  </a:lnTo>
                  <a:lnTo>
                    <a:pt x="1295943" y="1714313"/>
                  </a:lnTo>
                  <a:lnTo>
                    <a:pt x="1295939" y="1714307"/>
                  </a:lnTo>
                  <a:lnTo>
                    <a:pt x="1295930" y="1714306"/>
                  </a:lnTo>
                  <a:lnTo>
                    <a:pt x="1295923" y="1714307"/>
                  </a:lnTo>
                  <a:lnTo>
                    <a:pt x="1295921" y="1714312"/>
                  </a:lnTo>
                  <a:lnTo>
                    <a:pt x="1295918" y="1714321"/>
                  </a:lnTo>
                  <a:lnTo>
                    <a:pt x="1295915" y="1714346"/>
                  </a:lnTo>
                  <a:lnTo>
                    <a:pt x="1295922" y="1714369"/>
                  </a:lnTo>
                  <a:lnTo>
                    <a:pt x="1295932" y="1714384"/>
                  </a:lnTo>
                  <a:lnTo>
                    <a:pt x="1295944" y="1714404"/>
                  </a:lnTo>
                  <a:lnTo>
                    <a:pt x="1295946" y="1714414"/>
                  </a:lnTo>
                  <a:lnTo>
                    <a:pt x="1295942" y="1714419"/>
                  </a:lnTo>
                  <a:lnTo>
                    <a:pt x="1295914" y="1714424"/>
                  </a:lnTo>
                  <a:lnTo>
                    <a:pt x="1295904" y="1714421"/>
                  </a:lnTo>
                  <a:lnTo>
                    <a:pt x="1295895" y="1714424"/>
                  </a:lnTo>
                  <a:lnTo>
                    <a:pt x="1295886" y="1714433"/>
                  </a:lnTo>
                  <a:lnTo>
                    <a:pt x="1295882" y="1714444"/>
                  </a:lnTo>
                  <a:lnTo>
                    <a:pt x="1295882" y="1714462"/>
                  </a:lnTo>
                  <a:lnTo>
                    <a:pt x="1295882" y="1714471"/>
                  </a:lnTo>
                  <a:lnTo>
                    <a:pt x="1295884" y="1714487"/>
                  </a:lnTo>
                  <a:lnTo>
                    <a:pt x="1295890" y="1714504"/>
                  </a:lnTo>
                  <a:lnTo>
                    <a:pt x="1295895" y="1714511"/>
                  </a:lnTo>
                  <a:lnTo>
                    <a:pt x="1295897" y="1714521"/>
                  </a:lnTo>
                  <a:lnTo>
                    <a:pt x="1295896" y="1714529"/>
                  </a:lnTo>
                  <a:lnTo>
                    <a:pt x="1295888" y="1714534"/>
                  </a:lnTo>
                  <a:lnTo>
                    <a:pt x="1295865" y="1714536"/>
                  </a:lnTo>
                  <a:lnTo>
                    <a:pt x="1295857" y="1714533"/>
                  </a:lnTo>
                  <a:lnTo>
                    <a:pt x="1295851" y="1714533"/>
                  </a:lnTo>
                  <a:lnTo>
                    <a:pt x="1295846" y="1714535"/>
                  </a:lnTo>
                  <a:lnTo>
                    <a:pt x="1295844" y="1714539"/>
                  </a:lnTo>
                  <a:lnTo>
                    <a:pt x="1295841" y="1714553"/>
                  </a:lnTo>
                  <a:lnTo>
                    <a:pt x="1295839" y="1714565"/>
                  </a:lnTo>
                  <a:lnTo>
                    <a:pt x="1295833" y="1714571"/>
                  </a:lnTo>
                  <a:lnTo>
                    <a:pt x="1295826" y="1714569"/>
                  </a:lnTo>
                  <a:lnTo>
                    <a:pt x="1295820" y="1714563"/>
                  </a:lnTo>
                  <a:lnTo>
                    <a:pt x="1295815" y="1714560"/>
                  </a:lnTo>
                  <a:lnTo>
                    <a:pt x="1295806" y="1714560"/>
                  </a:lnTo>
                  <a:lnTo>
                    <a:pt x="1295795" y="1714565"/>
                  </a:lnTo>
                  <a:lnTo>
                    <a:pt x="1295779" y="1714570"/>
                  </a:lnTo>
                  <a:lnTo>
                    <a:pt x="1295770" y="1714569"/>
                  </a:lnTo>
                  <a:lnTo>
                    <a:pt x="1295759" y="1714567"/>
                  </a:lnTo>
                  <a:lnTo>
                    <a:pt x="1295745" y="1714564"/>
                  </a:lnTo>
                  <a:lnTo>
                    <a:pt x="1295736" y="1714568"/>
                  </a:lnTo>
                  <a:lnTo>
                    <a:pt x="1295731" y="1714573"/>
                  </a:lnTo>
                  <a:lnTo>
                    <a:pt x="1295729" y="1714579"/>
                  </a:lnTo>
                  <a:lnTo>
                    <a:pt x="1295729" y="1714586"/>
                  </a:lnTo>
                  <a:lnTo>
                    <a:pt x="1295735" y="1714615"/>
                  </a:lnTo>
                  <a:lnTo>
                    <a:pt x="1295741" y="1714626"/>
                  </a:lnTo>
                  <a:lnTo>
                    <a:pt x="1295748" y="1714646"/>
                  </a:lnTo>
                  <a:lnTo>
                    <a:pt x="1295758" y="1714655"/>
                  </a:lnTo>
                  <a:lnTo>
                    <a:pt x="1295761" y="1714671"/>
                  </a:lnTo>
                  <a:lnTo>
                    <a:pt x="1295762" y="1714685"/>
                  </a:lnTo>
                  <a:lnTo>
                    <a:pt x="1295761" y="1714710"/>
                  </a:lnTo>
                  <a:lnTo>
                    <a:pt x="1295755" y="1714722"/>
                  </a:lnTo>
                  <a:lnTo>
                    <a:pt x="1295748" y="1714729"/>
                  </a:lnTo>
                  <a:lnTo>
                    <a:pt x="1295733" y="1714739"/>
                  </a:lnTo>
                  <a:lnTo>
                    <a:pt x="1295718" y="1714745"/>
                  </a:lnTo>
                  <a:lnTo>
                    <a:pt x="1295702" y="1714753"/>
                  </a:lnTo>
                  <a:lnTo>
                    <a:pt x="1295685" y="1714767"/>
                  </a:lnTo>
                  <a:lnTo>
                    <a:pt x="1295678" y="1714782"/>
                  </a:lnTo>
                  <a:lnTo>
                    <a:pt x="1295678" y="1714792"/>
                  </a:lnTo>
                  <a:lnTo>
                    <a:pt x="1295679" y="1714802"/>
                  </a:lnTo>
                  <a:lnTo>
                    <a:pt x="1295688" y="1714815"/>
                  </a:lnTo>
                  <a:lnTo>
                    <a:pt x="1295699" y="1714831"/>
                  </a:lnTo>
                  <a:lnTo>
                    <a:pt x="1295693" y="1714835"/>
                  </a:lnTo>
                  <a:lnTo>
                    <a:pt x="1295688" y="1714844"/>
                  </a:lnTo>
                  <a:lnTo>
                    <a:pt x="1295683" y="1714847"/>
                  </a:lnTo>
                  <a:lnTo>
                    <a:pt x="1295678" y="1714849"/>
                  </a:lnTo>
                  <a:lnTo>
                    <a:pt x="1295671" y="1714846"/>
                  </a:lnTo>
                  <a:lnTo>
                    <a:pt x="1295655" y="1714838"/>
                  </a:lnTo>
                  <a:lnTo>
                    <a:pt x="1295641" y="1714837"/>
                  </a:lnTo>
                  <a:lnTo>
                    <a:pt x="1295637" y="1714844"/>
                  </a:lnTo>
                  <a:lnTo>
                    <a:pt x="1295629" y="1714855"/>
                  </a:lnTo>
                  <a:lnTo>
                    <a:pt x="1295622" y="1714877"/>
                  </a:lnTo>
                  <a:lnTo>
                    <a:pt x="1295618" y="1714886"/>
                  </a:lnTo>
                  <a:lnTo>
                    <a:pt x="1295616" y="1714893"/>
                  </a:lnTo>
                  <a:lnTo>
                    <a:pt x="1295618" y="1714902"/>
                  </a:lnTo>
                  <a:lnTo>
                    <a:pt x="1295619" y="1714913"/>
                  </a:lnTo>
                  <a:lnTo>
                    <a:pt x="1295623" y="1714919"/>
                  </a:lnTo>
                  <a:lnTo>
                    <a:pt x="1295640" y="1714925"/>
                  </a:lnTo>
                  <a:lnTo>
                    <a:pt x="1295645" y="1714932"/>
                  </a:lnTo>
                  <a:lnTo>
                    <a:pt x="1295642" y="1714942"/>
                  </a:lnTo>
                  <a:lnTo>
                    <a:pt x="1295634" y="1714943"/>
                  </a:lnTo>
                  <a:lnTo>
                    <a:pt x="1295623" y="1714942"/>
                  </a:lnTo>
                  <a:lnTo>
                    <a:pt x="1295616" y="1714941"/>
                  </a:lnTo>
                  <a:lnTo>
                    <a:pt x="1295605" y="1714939"/>
                  </a:lnTo>
                  <a:lnTo>
                    <a:pt x="1295598" y="1714936"/>
                  </a:lnTo>
                  <a:lnTo>
                    <a:pt x="1295594" y="1714915"/>
                  </a:lnTo>
                  <a:lnTo>
                    <a:pt x="1295587" y="1714910"/>
                  </a:lnTo>
                  <a:lnTo>
                    <a:pt x="1295578" y="1714909"/>
                  </a:lnTo>
                  <a:lnTo>
                    <a:pt x="1295570" y="1714913"/>
                  </a:lnTo>
                  <a:lnTo>
                    <a:pt x="1295559" y="1714920"/>
                  </a:lnTo>
                  <a:lnTo>
                    <a:pt x="1295546" y="1714932"/>
                  </a:lnTo>
                  <a:lnTo>
                    <a:pt x="1295545" y="1714949"/>
                  </a:lnTo>
                  <a:lnTo>
                    <a:pt x="1295542" y="1714964"/>
                  </a:lnTo>
                  <a:lnTo>
                    <a:pt x="1295541" y="1714983"/>
                  </a:lnTo>
                  <a:lnTo>
                    <a:pt x="1295538" y="1714994"/>
                  </a:lnTo>
                  <a:lnTo>
                    <a:pt x="1295529" y="1715004"/>
                  </a:lnTo>
                  <a:lnTo>
                    <a:pt x="1295503" y="1715008"/>
                  </a:lnTo>
                  <a:lnTo>
                    <a:pt x="1295494" y="1715022"/>
                  </a:lnTo>
                  <a:lnTo>
                    <a:pt x="1295488" y="1715036"/>
                  </a:lnTo>
                  <a:lnTo>
                    <a:pt x="1295484" y="1715042"/>
                  </a:lnTo>
                  <a:lnTo>
                    <a:pt x="1295479" y="1715073"/>
                  </a:lnTo>
                  <a:lnTo>
                    <a:pt x="1295480" y="1715092"/>
                  </a:lnTo>
                  <a:lnTo>
                    <a:pt x="1295485" y="1715125"/>
                  </a:lnTo>
                  <a:lnTo>
                    <a:pt x="1295485" y="1715135"/>
                  </a:lnTo>
                  <a:lnTo>
                    <a:pt x="1295487" y="1715147"/>
                  </a:lnTo>
                  <a:lnTo>
                    <a:pt x="1295484" y="1715157"/>
                  </a:lnTo>
                  <a:lnTo>
                    <a:pt x="1295480" y="1715161"/>
                  </a:lnTo>
                  <a:lnTo>
                    <a:pt x="1295470" y="1715162"/>
                  </a:lnTo>
                  <a:lnTo>
                    <a:pt x="1295465" y="1715162"/>
                  </a:lnTo>
                  <a:lnTo>
                    <a:pt x="1295458" y="1715158"/>
                  </a:lnTo>
                  <a:lnTo>
                    <a:pt x="1295444" y="1715142"/>
                  </a:lnTo>
                  <a:lnTo>
                    <a:pt x="1295437" y="1715142"/>
                  </a:lnTo>
                  <a:lnTo>
                    <a:pt x="1295430" y="1715151"/>
                  </a:lnTo>
                  <a:lnTo>
                    <a:pt x="1295428" y="1715169"/>
                  </a:lnTo>
                  <a:lnTo>
                    <a:pt x="1295438" y="1715189"/>
                  </a:lnTo>
                  <a:lnTo>
                    <a:pt x="1295441" y="1715200"/>
                  </a:lnTo>
                  <a:lnTo>
                    <a:pt x="1295437" y="1715212"/>
                  </a:lnTo>
                  <a:lnTo>
                    <a:pt x="1295428" y="1715212"/>
                  </a:lnTo>
                  <a:lnTo>
                    <a:pt x="1295419" y="1715198"/>
                  </a:lnTo>
                  <a:lnTo>
                    <a:pt x="1295413" y="1715192"/>
                  </a:lnTo>
                  <a:lnTo>
                    <a:pt x="1295405" y="1715182"/>
                  </a:lnTo>
                  <a:lnTo>
                    <a:pt x="1295396" y="1715179"/>
                  </a:lnTo>
                  <a:lnTo>
                    <a:pt x="1295388" y="1715191"/>
                  </a:lnTo>
                  <a:lnTo>
                    <a:pt x="1295369" y="1715199"/>
                  </a:lnTo>
                  <a:lnTo>
                    <a:pt x="1295356" y="1715205"/>
                  </a:lnTo>
                  <a:lnTo>
                    <a:pt x="1295349" y="1715213"/>
                  </a:lnTo>
                  <a:lnTo>
                    <a:pt x="1295341" y="1715238"/>
                  </a:lnTo>
                  <a:lnTo>
                    <a:pt x="1295336" y="1715265"/>
                  </a:lnTo>
                  <a:lnTo>
                    <a:pt x="1295330" y="1715276"/>
                  </a:lnTo>
                  <a:lnTo>
                    <a:pt x="1295321" y="1715283"/>
                  </a:lnTo>
                  <a:lnTo>
                    <a:pt x="1295315" y="1715288"/>
                  </a:lnTo>
                  <a:lnTo>
                    <a:pt x="1295315" y="1715294"/>
                  </a:lnTo>
                  <a:lnTo>
                    <a:pt x="1295319" y="1715307"/>
                  </a:lnTo>
                  <a:lnTo>
                    <a:pt x="1295320" y="1715315"/>
                  </a:lnTo>
                  <a:lnTo>
                    <a:pt x="1295323" y="1715323"/>
                  </a:lnTo>
                  <a:lnTo>
                    <a:pt x="1295322" y="1715333"/>
                  </a:lnTo>
                  <a:lnTo>
                    <a:pt x="1295319" y="1715338"/>
                  </a:lnTo>
                  <a:lnTo>
                    <a:pt x="1295311" y="1715346"/>
                  </a:lnTo>
                  <a:lnTo>
                    <a:pt x="1295308" y="1715355"/>
                  </a:lnTo>
                  <a:lnTo>
                    <a:pt x="1295304" y="1715377"/>
                  </a:lnTo>
                  <a:lnTo>
                    <a:pt x="1295293" y="1715400"/>
                  </a:lnTo>
                  <a:lnTo>
                    <a:pt x="1295283" y="1715426"/>
                  </a:lnTo>
                  <a:lnTo>
                    <a:pt x="1295269" y="1715460"/>
                  </a:lnTo>
                  <a:lnTo>
                    <a:pt x="1295258" y="1715486"/>
                  </a:lnTo>
                  <a:lnTo>
                    <a:pt x="1295239" y="1715520"/>
                  </a:lnTo>
                  <a:lnTo>
                    <a:pt x="1295229" y="1715549"/>
                  </a:lnTo>
                  <a:lnTo>
                    <a:pt x="1295217" y="1715586"/>
                  </a:lnTo>
                  <a:lnTo>
                    <a:pt x="1295209" y="1715603"/>
                  </a:lnTo>
                  <a:lnTo>
                    <a:pt x="1295199" y="1715613"/>
                  </a:lnTo>
                  <a:lnTo>
                    <a:pt x="1295188" y="1715615"/>
                  </a:lnTo>
                  <a:lnTo>
                    <a:pt x="1295175" y="1715614"/>
                  </a:lnTo>
                  <a:lnTo>
                    <a:pt x="1295152" y="1715623"/>
                  </a:lnTo>
                  <a:lnTo>
                    <a:pt x="1295148" y="1715629"/>
                  </a:lnTo>
                  <a:lnTo>
                    <a:pt x="1295140" y="1715636"/>
                  </a:lnTo>
                  <a:lnTo>
                    <a:pt x="1295123" y="1715650"/>
                  </a:lnTo>
                  <a:lnTo>
                    <a:pt x="1295113" y="1715669"/>
                  </a:lnTo>
                  <a:lnTo>
                    <a:pt x="1295107" y="1715680"/>
                  </a:lnTo>
                  <a:lnTo>
                    <a:pt x="1295103" y="1715703"/>
                  </a:lnTo>
                  <a:lnTo>
                    <a:pt x="1295104" y="1715715"/>
                  </a:lnTo>
                  <a:lnTo>
                    <a:pt x="1295097" y="1715722"/>
                  </a:lnTo>
                  <a:lnTo>
                    <a:pt x="1295072" y="1715719"/>
                  </a:lnTo>
                  <a:lnTo>
                    <a:pt x="1295055" y="1715726"/>
                  </a:lnTo>
                  <a:lnTo>
                    <a:pt x="1295048" y="1715743"/>
                  </a:lnTo>
                  <a:lnTo>
                    <a:pt x="1295050" y="1715776"/>
                  </a:lnTo>
                  <a:lnTo>
                    <a:pt x="1295044" y="1715781"/>
                  </a:lnTo>
                  <a:lnTo>
                    <a:pt x="1295034" y="1715783"/>
                  </a:lnTo>
                  <a:lnTo>
                    <a:pt x="1295032" y="1715791"/>
                  </a:lnTo>
                  <a:lnTo>
                    <a:pt x="1295034" y="1715801"/>
                  </a:lnTo>
                  <a:lnTo>
                    <a:pt x="1295041" y="1715811"/>
                  </a:lnTo>
                  <a:lnTo>
                    <a:pt x="1295055" y="1715819"/>
                  </a:lnTo>
                  <a:lnTo>
                    <a:pt x="1295058" y="1715834"/>
                  </a:lnTo>
                  <a:lnTo>
                    <a:pt x="1295057" y="1715848"/>
                  </a:lnTo>
                  <a:lnTo>
                    <a:pt x="1295043" y="1715861"/>
                  </a:lnTo>
                  <a:lnTo>
                    <a:pt x="1295032" y="1715872"/>
                  </a:lnTo>
                  <a:lnTo>
                    <a:pt x="1295019" y="1715886"/>
                  </a:lnTo>
                  <a:lnTo>
                    <a:pt x="1295010" y="1715901"/>
                  </a:lnTo>
                  <a:lnTo>
                    <a:pt x="1295001" y="1715921"/>
                  </a:lnTo>
                  <a:lnTo>
                    <a:pt x="1295001" y="1715939"/>
                  </a:lnTo>
                  <a:lnTo>
                    <a:pt x="1294999" y="1715952"/>
                  </a:lnTo>
                  <a:lnTo>
                    <a:pt x="1294987" y="1715976"/>
                  </a:lnTo>
                  <a:lnTo>
                    <a:pt x="1294982" y="1715985"/>
                  </a:lnTo>
                  <a:lnTo>
                    <a:pt x="1294978" y="1715995"/>
                  </a:lnTo>
                  <a:lnTo>
                    <a:pt x="1294961" y="1715998"/>
                  </a:lnTo>
                  <a:lnTo>
                    <a:pt x="1294953" y="1715995"/>
                  </a:lnTo>
                  <a:lnTo>
                    <a:pt x="1294948" y="1715987"/>
                  </a:lnTo>
                  <a:lnTo>
                    <a:pt x="1294947" y="1715978"/>
                  </a:lnTo>
                  <a:lnTo>
                    <a:pt x="1294935" y="1715955"/>
                  </a:lnTo>
                  <a:lnTo>
                    <a:pt x="1294928" y="1715959"/>
                  </a:lnTo>
                  <a:lnTo>
                    <a:pt x="1294918" y="1715980"/>
                  </a:lnTo>
                  <a:lnTo>
                    <a:pt x="1294907" y="1716001"/>
                  </a:lnTo>
                  <a:lnTo>
                    <a:pt x="1294901" y="1716013"/>
                  </a:lnTo>
                  <a:lnTo>
                    <a:pt x="1294900" y="1716024"/>
                  </a:lnTo>
                  <a:lnTo>
                    <a:pt x="1294905" y="1716038"/>
                  </a:lnTo>
                  <a:lnTo>
                    <a:pt x="1294941" y="1716072"/>
                  </a:lnTo>
                  <a:lnTo>
                    <a:pt x="1294954" y="1716083"/>
                  </a:lnTo>
                  <a:lnTo>
                    <a:pt x="1294961" y="1716091"/>
                  </a:lnTo>
                  <a:lnTo>
                    <a:pt x="1294961" y="1716103"/>
                  </a:lnTo>
                  <a:lnTo>
                    <a:pt x="1294957" y="1716126"/>
                  </a:lnTo>
                  <a:lnTo>
                    <a:pt x="1294956" y="1716136"/>
                  </a:lnTo>
                  <a:lnTo>
                    <a:pt x="1294951" y="1716140"/>
                  </a:lnTo>
                  <a:lnTo>
                    <a:pt x="1294944" y="1716146"/>
                  </a:lnTo>
                  <a:lnTo>
                    <a:pt x="1294935" y="1716151"/>
                  </a:lnTo>
                  <a:lnTo>
                    <a:pt x="1294927" y="1716154"/>
                  </a:lnTo>
                  <a:lnTo>
                    <a:pt x="1294914" y="1716155"/>
                  </a:lnTo>
                  <a:lnTo>
                    <a:pt x="1294902" y="1716155"/>
                  </a:lnTo>
                  <a:lnTo>
                    <a:pt x="1294881" y="1716156"/>
                  </a:lnTo>
                  <a:lnTo>
                    <a:pt x="1294847" y="1716155"/>
                  </a:lnTo>
                  <a:lnTo>
                    <a:pt x="1294840" y="1716160"/>
                  </a:lnTo>
                  <a:lnTo>
                    <a:pt x="1294837" y="1716168"/>
                  </a:lnTo>
                  <a:lnTo>
                    <a:pt x="1294829" y="1716175"/>
                  </a:lnTo>
                  <a:lnTo>
                    <a:pt x="1294818" y="1716177"/>
                  </a:lnTo>
                  <a:lnTo>
                    <a:pt x="1294809" y="1716173"/>
                  </a:lnTo>
                  <a:lnTo>
                    <a:pt x="1294800" y="1716165"/>
                  </a:lnTo>
                  <a:lnTo>
                    <a:pt x="1294791" y="1716157"/>
                  </a:lnTo>
                  <a:lnTo>
                    <a:pt x="1294781" y="1716152"/>
                  </a:lnTo>
                  <a:lnTo>
                    <a:pt x="1294773" y="1716156"/>
                  </a:lnTo>
                  <a:lnTo>
                    <a:pt x="1294764" y="1716163"/>
                  </a:lnTo>
                  <a:lnTo>
                    <a:pt x="1294754" y="1716158"/>
                  </a:lnTo>
                  <a:lnTo>
                    <a:pt x="1294744" y="1716153"/>
                  </a:lnTo>
                  <a:lnTo>
                    <a:pt x="1294729" y="1716142"/>
                  </a:lnTo>
                  <a:lnTo>
                    <a:pt x="1294706" y="1716138"/>
                  </a:lnTo>
                  <a:lnTo>
                    <a:pt x="1294693" y="1716135"/>
                  </a:lnTo>
                  <a:lnTo>
                    <a:pt x="1294677" y="1716130"/>
                  </a:lnTo>
                  <a:lnTo>
                    <a:pt x="1294656" y="1716122"/>
                  </a:lnTo>
                  <a:lnTo>
                    <a:pt x="1294641" y="1716119"/>
                  </a:lnTo>
                  <a:lnTo>
                    <a:pt x="1294621" y="1716128"/>
                  </a:lnTo>
                  <a:lnTo>
                    <a:pt x="1294605" y="1716128"/>
                  </a:lnTo>
                  <a:lnTo>
                    <a:pt x="1294585" y="1716135"/>
                  </a:lnTo>
                  <a:lnTo>
                    <a:pt x="1294570" y="1716142"/>
                  </a:lnTo>
                  <a:lnTo>
                    <a:pt x="1294555" y="1716153"/>
                  </a:lnTo>
                  <a:lnTo>
                    <a:pt x="1294542" y="1716158"/>
                  </a:lnTo>
                  <a:lnTo>
                    <a:pt x="1294525" y="1716166"/>
                  </a:lnTo>
                  <a:lnTo>
                    <a:pt x="1294513" y="1716167"/>
                  </a:lnTo>
                  <a:lnTo>
                    <a:pt x="1294493" y="1716165"/>
                  </a:lnTo>
                  <a:lnTo>
                    <a:pt x="1294473" y="1716164"/>
                  </a:lnTo>
                  <a:lnTo>
                    <a:pt x="1294460" y="1716170"/>
                  </a:lnTo>
                  <a:lnTo>
                    <a:pt x="1294445" y="1716178"/>
                  </a:lnTo>
                  <a:lnTo>
                    <a:pt x="1294431" y="1716186"/>
                  </a:lnTo>
                  <a:lnTo>
                    <a:pt x="1294421" y="1716189"/>
                  </a:lnTo>
                  <a:lnTo>
                    <a:pt x="1294398" y="1716188"/>
                  </a:lnTo>
                  <a:lnTo>
                    <a:pt x="1294383" y="1716194"/>
                  </a:lnTo>
                  <a:lnTo>
                    <a:pt x="1294367" y="1716203"/>
                  </a:lnTo>
                  <a:lnTo>
                    <a:pt x="1294360" y="1716208"/>
                  </a:lnTo>
                  <a:lnTo>
                    <a:pt x="1294355" y="1716217"/>
                  </a:lnTo>
                  <a:lnTo>
                    <a:pt x="1294348" y="1716216"/>
                  </a:lnTo>
                  <a:lnTo>
                    <a:pt x="1294345" y="1716212"/>
                  </a:lnTo>
                  <a:lnTo>
                    <a:pt x="1294338" y="1716209"/>
                  </a:lnTo>
                  <a:lnTo>
                    <a:pt x="1294330" y="1716208"/>
                  </a:lnTo>
                  <a:lnTo>
                    <a:pt x="1294323" y="1716209"/>
                  </a:lnTo>
                  <a:lnTo>
                    <a:pt x="1294312" y="1716214"/>
                  </a:lnTo>
                  <a:lnTo>
                    <a:pt x="1294302" y="1716221"/>
                  </a:lnTo>
                  <a:lnTo>
                    <a:pt x="1294295" y="1716233"/>
                  </a:lnTo>
                  <a:lnTo>
                    <a:pt x="1294291" y="1716248"/>
                  </a:lnTo>
                  <a:lnTo>
                    <a:pt x="1294288" y="1716266"/>
                  </a:lnTo>
                  <a:lnTo>
                    <a:pt x="1294285" y="1716277"/>
                  </a:lnTo>
                  <a:lnTo>
                    <a:pt x="1294275" y="1716286"/>
                  </a:lnTo>
                  <a:lnTo>
                    <a:pt x="1294261" y="1716295"/>
                  </a:lnTo>
                  <a:lnTo>
                    <a:pt x="1294250" y="1716305"/>
                  </a:lnTo>
                  <a:lnTo>
                    <a:pt x="1294234" y="1716324"/>
                  </a:lnTo>
                  <a:lnTo>
                    <a:pt x="1294211" y="1716349"/>
                  </a:lnTo>
                  <a:lnTo>
                    <a:pt x="1294195" y="1716368"/>
                  </a:lnTo>
                  <a:lnTo>
                    <a:pt x="1294188" y="1716380"/>
                  </a:lnTo>
                  <a:lnTo>
                    <a:pt x="1294180" y="1716394"/>
                  </a:lnTo>
                  <a:lnTo>
                    <a:pt x="1294171" y="1716415"/>
                  </a:lnTo>
                  <a:lnTo>
                    <a:pt x="1294164" y="1716428"/>
                  </a:lnTo>
                  <a:lnTo>
                    <a:pt x="1294158" y="1716437"/>
                  </a:lnTo>
                  <a:lnTo>
                    <a:pt x="1294153" y="1716443"/>
                  </a:lnTo>
                  <a:lnTo>
                    <a:pt x="1294146" y="1716447"/>
                  </a:lnTo>
                  <a:lnTo>
                    <a:pt x="1294138" y="1716448"/>
                  </a:lnTo>
                  <a:lnTo>
                    <a:pt x="1294127" y="1716449"/>
                  </a:lnTo>
                  <a:lnTo>
                    <a:pt x="1294090" y="1716449"/>
                  </a:lnTo>
                  <a:lnTo>
                    <a:pt x="1294077" y="1716448"/>
                  </a:lnTo>
                  <a:lnTo>
                    <a:pt x="1294058" y="1716447"/>
                  </a:lnTo>
                  <a:lnTo>
                    <a:pt x="1294033" y="1716451"/>
                  </a:lnTo>
                  <a:lnTo>
                    <a:pt x="1294017" y="1716479"/>
                  </a:lnTo>
                  <a:lnTo>
                    <a:pt x="1294005" y="1716514"/>
                  </a:lnTo>
                  <a:lnTo>
                    <a:pt x="1293998" y="1716535"/>
                  </a:lnTo>
                  <a:lnTo>
                    <a:pt x="1293988" y="1716556"/>
                  </a:lnTo>
                  <a:lnTo>
                    <a:pt x="1293975" y="1716575"/>
                  </a:lnTo>
                  <a:lnTo>
                    <a:pt x="1293957" y="1716598"/>
                  </a:lnTo>
                  <a:lnTo>
                    <a:pt x="1293938" y="1716612"/>
                  </a:lnTo>
                  <a:lnTo>
                    <a:pt x="1293916" y="1716625"/>
                  </a:lnTo>
                  <a:lnTo>
                    <a:pt x="1293889" y="1716642"/>
                  </a:lnTo>
                  <a:lnTo>
                    <a:pt x="1293872" y="1716656"/>
                  </a:lnTo>
                  <a:lnTo>
                    <a:pt x="1293863" y="1716667"/>
                  </a:lnTo>
                  <a:lnTo>
                    <a:pt x="1293857" y="1716685"/>
                  </a:lnTo>
                  <a:lnTo>
                    <a:pt x="1293848" y="1716696"/>
                  </a:lnTo>
                  <a:lnTo>
                    <a:pt x="1293831" y="1716706"/>
                  </a:lnTo>
                  <a:lnTo>
                    <a:pt x="1293813" y="1716711"/>
                  </a:lnTo>
                  <a:lnTo>
                    <a:pt x="1293787" y="1716717"/>
                  </a:lnTo>
                  <a:lnTo>
                    <a:pt x="1293767" y="1716720"/>
                  </a:lnTo>
                  <a:lnTo>
                    <a:pt x="1293749" y="1716724"/>
                  </a:lnTo>
                  <a:lnTo>
                    <a:pt x="1293736" y="1716733"/>
                  </a:lnTo>
                  <a:lnTo>
                    <a:pt x="1293710" y="1716758"/>
                  </a:lnTo>
                  <a:lnTo>
                    <a:pt x="1293699" y="1716778"/>
                  </a:lnTo>
                  <a:lnTo>
                    <a:pt x="1293680" y="1716816"/>
                  </a:lnTo>
                  <a:lnTo>
                    <a:pt x="1293672" y="1716836"/>
                  </a:lnTo>
                  <a:lnTo>
                    <a:pt x="1293670" y="1716847"/>
                  </a:lnTo>
                  <a:lnTo>
                    <a:pt x="1293672" y="1716869"/>
                  </a:lnTo>
                  <a:lnTo>
                    <a:pt x="1293672" y="1716884"/>
                  </a:lnTo>
                  <a:lnTo>
                    <a:pt x="1293668" y="1716892"/>
                  </a:lnTo>
                  <a:lnTo>
                    <a:pt x="1293657" y="1716901"/>
                  </a:lnTo>
                  <a:lnTo>
                    <a:pt x="1293642" y="1716909"/>
                  </a:lnTo>
                  <a:lnTo>
                    <a:pt x="1293626" y="1716918"/>
                  </a:lnTo>
                  <a:lnTo>
                    <a:pt x="1293615" y="1716930"/>
                  </a:lnTo>
                  <a:lnTo>
                    <a:pt x="1293602" y="1716949"/>
                  </a:lnTo>
                  <a:lnTo>
                    <a:pt x="1293598" y="1716971"/>
                  </a:lnTo>
                  <a:lnTo>
                    <a:pt x="1293594" y="1716982"/>
                  </a:lnTo>
                  <a:lnTo>
                    <a:pt x="1293581" y="1717005"/>
                  </a:lnTo>
                  <a:lnTo>
                    <a:pt x="1293556" y="1717036"/>
                  </a:lnTo>
                  <a:lnTo>
                    <a:pt x="1293545" y="1717049"/>
                  </a:lnTo>
                  <a:lnTo>
                    <a:pt x="1293527" y="1717067"/>
                  </a:lnTo>
                  <a:lnTo>
                    <a:pt x="1293506" y="1717084"/>
                  </a:lnTo>
                  <a:lnTo>
                    <a:pt x="1293490" y="1717092"/>
                  </a:lnTo>
                  <a:lnTo>
                    <a:pt x="1293485" y="1717098"/>
                  </a:lnTo>
                  <a:lnTo>
                    <a:pt x="1293462" y="1717128"/>
                  </a:lnTo>
                  <a:lnTo>
                    <a:pt x="1293446" y="1717146"/>
                  </a:lnTo>
                  <a:lnTo>
                    <a:pt x="1293429" y="1717170"/>
                  </a:lnTo>
                  <a:lnTo>
                    <a:pt x="1293413" y="1717182"/>
                  </a:lnTo>
                  <a:lnTo>
                    <a:pt x="1293387" y="1717192"/>
                  </a:lnTo>
                  <a:lnTo>
                    <a:pt x="1293354" y="1717188"/>
                  </a:lnTo>
                  <a:lnTo>
                    <a:pt x="1293323" y="1717174"/>
                  </a:lnTo>
                  <a:lnTo>
                    <a:pt x="1293271" y="1717153"/>
                  </a:lnTo>
                  <a:lnTo>
                    <a:pt x="1293238" y="1717137"/>
                  </a:lnTo>
                  <a:lnTo>
                    <a:pt x="1293222" y="1717130"/>
                  </a:lnTo>
                  <a:lnTo>
                    <a:pt x="1293209" y="1717135"/>
                  </a:lnTo>
                  <a:lnTo>
                    <a:pt x="1293209" y="1717142"/>
                  </a:lnTo>
                  <a:lnTo>
                    <a:pt x="1293215" y="1717156"/>
                  </a:lnTo>
                  <a:lnTo>
                    <a:pt x="1293248" y="1717194"/>
                  </a:lnTo>
                  <a:lnTo>
                    <a:pt x="1293251" y="1717211"/>
                  </a:lnTo>
                  <a:lnTo>
                    <a:pt x="1293249" y="1717225"/>
                  </a:lnTo>
                  <a:lnTo>
                    <a:pt x="1293242" y="1717250"/>
                  </a:lnTo>
                  <a:lnTo>
                    <a:pt x="1293224" y="1717284"/>
                  </a:lnTo>
                  <a:lnTo>
                    <a:pt x="1293211" y="1717306"/>
                  </a:lnTo>
                  <a:lnTo>
                    <a:pt x="1293209" y="1717326"/>
                  </a:lnTo>
                  <a:lnTo>
                    <a:pt x="1293210" y="1717361"/>
                  </a:lnTo>
                  <a:lnTo>
                    <a:pt x="1293207" y="1717378"/>
                  </a:lnTo>
                  <a:lnTo>
                    <a:pt x="1293194" y="1717405"/>
                  </a:lnTo>
                  <a:lnTo>
                    <a:pt x="1293174" y="1717444"/>
                  </a:lnTo>
                  <a:lnTo>
                    <a:pt x="1293160" y="1717476"/>
                  </a:lnTo>
                  <a:lnTo>
                    <a:pt x="1293146" y="1717502"/>
                  </a:lnTo>
                  <a:lnTo>
                    <a:pt x="1293135" y="1717545"/>
                  </a:lnTo>
                  <a:lnTo>
                    <a:pt x="1293131" y="1717584"/>
                  </a:lnTo>
                  <a:lnTo>
                    <a:pt x="1293118" y="1717605"/>
                  </a:lnTo>
                  <a:lnTo>
                    <a:pt x="1293102" y="1717618"/>
                  </a:lnTo>
                  <a:lnTo>
                    <a:pt x="1293075" y="1717636"/>
                  </a:lnTo>
                  <a:lnTo>
                    <a:pt x="1293054" y="1717668"/>
                  </a:lnTo>
                  <a:lnTo>
                    <a:pt x="1293012" y="1717703"/>
                  </a:lnTo>
                  <a:lnTo>
                    <a:pt x="1292989" y="1717725"/>
                  </a:lnTo>
                  <a:lnTo>
                    <a:pt x="1292968" y="1717754"/>
                  </a:lnTo>
                  <a:lnTo>
                    <a:pt x="1292954" y="1717786"/>
                  </a:lnTo>
                  <a:lnTo>
                    <a:pt x="1292947" y="1717816"/>
                  </a:lnTo>
                  <a:lnTo>
                    <a:pt x="1292936" y="1717837"/>
                  </a:lnTo>
                  <a:lnTo>
                    <a:pt x="1292922" y="1717864"/>
                  </a:lnTo>
                  <a:lnTo>
                    <a:pt x="1292906" y="1717885"/>
                  </a:lnTo>
                  <a:lnTo>
                    <a:pt x="1292886" y="1717915"/>
                  </a:lnTo>
                  <a:lnTo>
                    <a:pt x="1292867" y="1717937"/>
                  </a:lnTo>
                  <a:lnTo>
                    <a:pt x="1292839" y="1717959"/>
                  </a:lnTo>
                  <a:lnTo>
                    <a:pt x="1292814" y="1717980"/>
                  </a:lnTo>
                  <a:lnTo>
                    <a:pt x="1292805" y="1718002"/>
                  </a:lnTo>
                  <a:lnTo>
                    <a:pt x="1292802" y="1718033"/>
                  </a:lnTo>
                  <a:lnTo>
                    <a:pt x="1292801" y="1718057"/>
                  </a:lnTo>
                  <a:lnTo>
                    <a:pt x="1292797" y="1718080"/>
                  </a:lnTo>
                  <a:lnTo>
                    <a:pt x="1292787" y="1718105"/>
                  </a:lnTo>
                  <a:lnTo>
                    <a:pt x="1292766" y="1718157"/>
                  </a:lnTo>
                  <a:lnTo>
                    <a:pt x="1292756" y="1718229"/>
                  </a:lnTo>
                  <a:lnTo>
                    <a:pt x="1292750" y="1718283"/>
                  </a:lnTo>
                  <a:lnTo>
                    <a:pt x="1292737" y="1718320"/>
                  </a:lnTo>
                  <a:lnTo>
                    <a:pt x="1292734" y="1718352"/>
                  </a:lnTo>
                  <a:lnTo>
                    <a:pt x="1292738" y="1718374"/>
                  </a:lnTo>
                  <a:lnTo>
                    <a:pt x="1292750" y="1718409"/>
                  </a:lnTo>
                  <a:lnTo>
                    <a:pt x="1292761" y="1718448"/>
                  </a:lnTo>
                  <a:lnTo>
                    <a:pt x="1292764" y="1718473"/>
                  </a:lnTo>
                  <a:lnTo>
                    <a:pt x="1292764" y="1718496"/>
                  </a:lnTo>
                  <a:lnTo>
                    <a:pt x="1292762" y="1718512"/>
                  </a:lnTo>
                  <a:lnTo>
                    <a:pt x="1292753" y="1718528"/>
                  </a:lnTo>
                  <a:lnTo>
                    <a:pt x="1292749" y="1718551"/>
                  </a:lnTo>
                  <a:lnTo>
                    <a:pt x="1292749" y="1718571"/>
                  </a:lnTo>
                  <a:lnTo>
                    <a:pt x="1292742" y="1718586"/>
                  </a:lnTo>
                  <a:lnTo>
                    <a:pt x="1292729" y="1718602"/>
                  </a:lnTo>
                  <a:lnTo>
                    <a:pt x="1292709" y="1718629"/>
                  </a:lnTo>
                  <a:lnTo>
                    <a:pt x="1292682" y="1718664"/>
                  </a:lnTo>
                  <a:lnTo>
                    <a:pt x="1292658" y="1718706"/>
                  </a:lnTo>
                  <a:lnTo>
                    <a:pt x="1292619" y="1718776"/>
                  </a:lnTo>
                  <a:lnTo>
                    <a:pt x="1292611" y="1718807"/>
                  </a:lnTo>
                  <a:lnTo>
                    <a:pt x="1292597" y="1718822"/>
                  </a:lnTo>
                  <a:lnTo>
                    <a:pt x="1292572" y="1718855"/>
                  </a:lnTo>
                  <a:lnTo>
                    <a:pt x="1292536" y="1718886"/>
                  </a:lnTo>
                  <a:lnTo>
                    <a:pt x="1292513" y="1718913"/>
                  </a:lnTo>
                  <a:lnTo>
                    <a:pt x="1292492" y="1718957"/>
                  </a:lnTo>
                  <a:lnTo>
                    <a:pt x="1292483" y="1719003"/>
                  </a:lnTo>
                  <a:lnTo>
                    <a:pt x="1292480" y="1719040"/>
                  </a:lnTo>
                  <a:lnTo>
                    <a:pt x="1292486" y="1719100"/>
                  </a:lnTo>
                  <a:lnTo>
                    <a:pt x="1292497" y="1719146"/>
                  </a:lnTo>
                  <a:lnTo>
                    <a:pt x="1292500" y="1719166"/>
                  </a:lnTo>
                  <a:lnTo>
                    <a:pt x="1292497" y="1719177"/>
                  </a:lnTo>
                  <a:lnTo>
                    <a:pt x="1292483" y="1719190"/>
                  </a:lnTo>
                  <a:lnTo>
                    <a:pt x="1292452" y="1719208"/>
                  </a:lnTo>
                  <a:lnTo>
                    <a:pt x="1292439" y="1719235"/>
                  </a:lnTo>
                  <a:lnTo>
                    <a:pt x="1292439" y="1719254"/>
                  </a:lnTo>
                  <a:lnTo>
                    <a:pt x="1292443" y="1719273"/>
                  </a:lnTo>
                  <a:lnTo>
                    <a:pt x="1292454" y="1719284"/>
                  </a:lnTo>
                  <a:lnTo>
                    <a:pt x="1292467" y="1719291"/>
                  </a:lnTo>
                  <a:lnTo>
                    <a:pt x="1292477" y="1719295"/>
                  </a:lnTo>
                  <a:lnTo>
                    <a:pt x="1292480" y="1719300"/>
                  </a:lnTo>
                  <a:lnTo>
                    <a:pt x="1292485" y="1719305"/>
                  </a:lnTo>
                  <a:lnTo>
                    <a:pt x="1292488" y="1719312"/>
                  </a:lnTo>
                  <a:lnTo>
                    <a:pt x="1292483" y="1719322"/>
                  </a:lnTo>
                  <a:lnTo>
                    <a:pt x="1292467" y="1719335"/>
                  </a:lnTo>
                  <a:lnTo>
                    <a:pt x="1292450" y="1719360"/>
                  </a:lnTo>
                  <a:lnTo>
                    <a:pt x="1292444" y="1719387"/>
                  </a:lnTo>
                  <a:lnTo>
                    <a:pt x="1292445" y="1719404"/>
                  </a:lnTo>
                  <a:lnTo>
                    <a:pt x="1292451" y="1719420"/>
                  </a:lnTo>
                  <a:lnTo>
                    <a:pt x="1292462" y="1719437"/>
                  </a:lnTo>
                  <a:lnTo>
                    <a:pt x="1292462" y="1719448"/>
                  </a:lnTo>
                  <a:lnTo>
                    <a:pt x="1292457" y="1719473"/>
                  </a:lnTo>
                  <a:lnTo>
                    <a:pt x="1292448" y="1719496"/>
                  </a:lnTo>
                  <a:lnTo>
                    <a:pt x="1292441" y="1719516"/>
                  </a:lnTo>
                  <a:lnTo>
                    <a:pt x="1292441" y="1719547"/>
                  </a:lnTo>
                  <a:lnTo>
                    <a:pt x="1292453" y="1719616"/>
                  </a:lnTo>
                  <a:lnTo>
                    <a:pt x="1292461" y="1719661"/>
                  </a:lnTo>
                  <a:lnTo>
                    <a:pt x="1292451" y="1719692"/>
                  </a:lnTo>
                  <a:lnTo>
                    <a:pt x="1292444" y="1719701"/>
                  </a:lnTo>
                  <a:lnTo>
                    <a:pt x="1292433" y="1719714"/>
                  </a:lnTo>
                  <a:lnTo>
                    <a:pt x="1292416" y="1719717"/>
                  </a:lnTo>
                  <a:lnTo>
                    <a:pt x="1292346" y="1719726"/>
                  </a:lnTo>
                  <a:lnTo>
                    <a:pt x="1292294" y="1719736"/>
                  </a:lnTo>
                  <a:lnTo>
                    <a:pt x="1292253" y="1719747"/>
                  </a:lnTo>
                  <a:lnTo>
                    <a:pt x="1292209" y="1719774"/>
                  </a:lnTo>
                  <a:lnTo>
                    <a:pt x="1292183" y="1719780"/>
                  </a:lnTo>
                  <a:lnTo>
                    <a:pt x="1292165" y="1719784"/>
                  </a:lnTo>
                  <a:lnTo>
                    <a:pt x="1292138" y="1719784"/>
                  </a:lnTo>
                  <a:lnTo>
                    <a:pt x="1292110" y="1719785"/>
                  </a:lnTo>
                  <a:lnTo>
                    <a:pt x="1292075" y="1719787"/>
                  </a:lnTo>
                  <a:lnTo>
                    <a:pt x="1292035" y="1719794"/>
                  </a:lnTo>
                  <a:lnTo>
                    <a:pt x="1291987" y="1719805"/>
                  </a:lnTo>
                  <a:lnTo>
                    <a:pt x="1291965" y="1719807"/>
                  </a:lnTo>
                  <a:lnTo>
                    <a:pt x="1291944" y="1719813"/>
                  </a:lnTo>
                  <a:lnTo>
                    <a:pt x="1291929" y="1719814"/>
                  </a:lnTo>
                  <a:lnTo>
                    <a:pt x="1291907" y="1719804"/>
                  </a:lnTo>
                  <a:lnTo>
                    <a:pt x="1291886" y="1719790"/>
                  </a:lnTo>
                  <a:lnTo>
                    <a:pt x="1291865" y="1719772"/>
                  </a:lnTo>
                  <a:lnTo>
                    <a:pt x="1291845" y="1719770"/>
                  </a:lnTo>
                  <a:lnTo>
                    <a:pt x="1291833" y="1719772"/>
                  </a:lnTo>
                  <a:lnTo>
                    <a:pt x="1291817" y="1719787"/>
                  </a:lnTo>
                  <a:lnTo>
                    <a:pt x="1291798" y="1719793"/>
                  </a:lnTo>
                  <a:lnTo>
                    <a:pt x="1291784" y="1719798"/>
                  </a:lnTo>
                  <a:lnTo>
                    <a:pt x="1291767" y="1719801"/>
                  </a:lnTo>
                  <a:lnTo>
                    <a:pt x="1291744" y="1719806"/>
                  </a:lnTo>
                  <a:lnTo>
                    <a:pt x="1291716" y="1719807"/>
                  </a:lnTo>
                  <a:lnTo>
                    <a:pt x="1291694" y="1719804"/>
                  </a:lnTo>
                  <a:lnTo>
                    <a:pt x="1291672" y="1719797"/>
                  </a:lnTo>
                  <a:lnTo>
                    <a:pt x="1291617" y="1719765"/>
                  </a:lnTo>
                  <a:lnTo>
                    <a:pt x="1291593" y="1719754"/>
                  </a:lnTo>
                  <a:lnTo>
                    <a:pt x="1291576" y="1719753"/>
                  </a:lnTo>
                  <a:lnTo>
                    <a:pt x="1291524" y="1719752"/>
                  </a:lnTo>
                  <a:lnTo>
                    <a:pt x="1291500" y="1719740"/>
                  </a:lnTo>
                  <a:lnTo>
                    <a:pt x="1291476" y="1719737"/>
                  </a:lnTo>
                  <a:lnTo>
                    <a:pt x="1291451" y="1719726"/>
                  </a:lnTo>
                  <a:lnTo>
                    <a:pt x="1291424" y="1719710"/>
                  </a:lnTo>
                  <a:lnTo>
                    <a:pt x="1291414" y="1719702"/>
                  </a:lnTo>
                  <a:lnTo>
                    <a:pt x="1291407" y="1719697"/>
                  </a:lnTo>
                  <a:lnTo>
                    <a:pt x="1291396" y="1719686"/>
                  </a:lnTo>
                  <a:lnTo>
                    <a:pt x="1291384" y="1719683"/>
                  </a:lnTo>
                  <a:lnTo>
                    <a:pt x="1291380" y="1719689"/>
                  </a:lnTo>
                  <a:lnTo>
                    <a:pt x="1291381" y="1719697"/>
                  </a:lnTo>
                  <a:lnTo>
                    <a:pt x="1291396" y="1719714"/>
                  </a:lnTo>
                  <a:lnTo>
                    <a:pt x="1291407" y="1719735"/>
                  </a:lnTo>
                  <a:lnTo>
                    <a:pt x="1291412" y="1719753"/>
                  </a:lnTo>
                  <a:lnTo>
                    <a:pt x="1291412" y="1719772"/>
                  </a:lnTo>
                  <a:lnTo>
                    <a:pt x="1291403" y="1719785"/>
                  </a:lnTo>
                  <a:lnTo>
                    <a:pt x="1291395" y="1719804"/>
                  </a:lnTo>
                  <a:lnTo>
                    <a:pt x="1291394" y="1719820"/>
                  </a:lnTo>
                  <a:lnTo>
                    <a:pt x="1291394" y="1719834"/>
                  </a:lnTo>
                  <a:lnTo>
                    <a:pt x="1291400" y="1719852"/>
                  </a:lnTo>
                  <a:lnTo>
                    <a:pt x="1291401" y="1719872"/>
                  </a:lnTo>
                  <a:lnTo>
                    <a:pt x="1291401" y="1719888"/>
                  </a:lnTo>
                  <a:lnTo>
                    <a:pt x="1291395" y="1719895"/>
                  </a:lnTo>
                  <a:lnTo>
                    <a:pt x="1291384" y="1719911"/>
                  </a:lnTo>
                  <a:lnTo>
                    <a:pt x="1291370" y="1719919"/>
                  </a:lnTo>
                  <a:lnTo>
                    <a:pt x="1291343" y="1719929"/>
                  </a:lnTo>
                  <a:lnTo>
                    <a:pt x="1291333" y="1719937"/>
                  </a:lnTo>
                  <a:lnTo>
                    <a:pt x="1291323" y="1719947"/>
                  </a:lnTo>
                  <a:lnTo>
                    <a:pt x="1291316" y="1719964"/>
                  </a:lnTo>
                  <a:lnTo>
                    <a:pt x="1291302" y="1719988"/>
                  </a:lnTo>
                  <a:lnTo>
                    <a:pt x="1291299" y="1719999"/>
                  </a:lnTo>
                  <a:lnTo>
                    <a:pt x="1291304" y="1720032"/>
                  </a:lnTo>
                  <a:lnTo>
                    <a:pt x="1291305" y="1720051"/>
                  </a:lnTo>
                  <a:lnTo>
                    <a:pt x="1291305" y="1720063"/>
                  </a:lnTo>
                  <a:lnTo>
                    <a:pt x="1291296" y="1720078"/>
                  </a:lnTo>
                  <a:lnTo>
                    <a:pt x="1291283" y="1720101"/>
                  </a:lnTo>
                  <a:lnTo>
                    <a:pt x="1291275" y="1720124"/>
                  </a:lnTo>
                  <a:lnTo>
                    <a:pt x="1291275" y="1720145"/>
                  </a:lnTo>
                  <a:lnTo>
                    <a:pt x="1291273" y="1720158"/>
                  </a:lnTo>
                  <a:lnTo>
                    <a:pt x="1291268" y="1720174"/>
                  </a:lnTo>
                  <a:lnTo>
                    <a:pt x="1291269" y="1720189"/>
                  </a:lnTo>
                  <a:lnTo>
                    <a:pt x="1291275" y="1720207"/>
                  </a:lnTo>
                  <a:lnTo>
                    <a:pt x="1291275" y="1720233"/>
                  </a:lnTo>
                  <a:lnTo>
                    <a:pt x="1291268" y="1720254"/>
                  </a:lnTo>
                  <a:lnTo>
                    <a:pt x="1291268" y="1720279"/>
                  </a:lnTo>
                  <a:lnTo>
                    <a:pt x="1291277" y="1720317"/>
                  </a:lnTo>
                  <a:lnTo>
                    <a:pt x="1291287" y="1720345"/>
                  </a:lnTo>
                  <a:lnTo>
                    <a:pt x="1291293" y="1720379"/>
                  </a:lnTo>
                  <a:lnTo>
                    <a:pt x="1291287" y="1720416"/>
                  </a:lnTo>
                  <a:lnTo>
                    <a:pt x="1291271" y="1720445"/>
                  </a:lnTo>
                  <a:lnTo>
                    <a:pt x="1291251" y="1720463"/>
                  </a:lnTo>
                  <a:lnTo>
                    <a:pt x="1291233" y="1720473"/>
                  </a:lnTo>
                  <a:lnTo>
                    <a:pt x="1291213" y="1720478"/>
                  </a:lnTo>
                  <a:lnTo>
                    <a:pt x="1291202" y="1720477"/>
                  </a:lnTo>
                  <a:lnTo>
                    <a:pt x="1291189" y="1720464"/>
                  </a:lnTo>
                  <a:lnTo>
                    <a:pt x="1291166" y="1720442"/>
                  </a:lnTo>
                  <a:lnTo>
                    <a:pt x="1291142" y="1720433"/>
                  </a:lnTo>
                  <a:lnTo>
                    <a:pt x="1291114" y="1720418"/>
                  </a:lnTo>
                  <a:lnTo>
                    <a:pt x="1291108" y="1720415"/>
                  </a:lnTo>
                  <a:lnTo>
                    <a:pt x="1291097" y="1720408"/>
                  </a:lnTo>
                  <a:lnTo>
                    <a:pt x="1291085" y="1720399"/>
                  </a:lnTo>
                  <a:lnTo>
                    <a:pt x="1291067" y="1720391"/>
                  </a:lnTo>
                  <a:lnTo>
                    <a:pt x="1291050" y="1720381"/>
                  </a:lnTo>
                  <a:lnTo>
                    <a:pt x="1291033" y="1720370"/>
                  </a:lnTo>
                  <a:lnTo>
                    <a:pt x="1291016" y="1720359"/>
                  </a:lnTo>
                  <a:lnTo>
                    <a:pt x="1290998" y="1720348"/>
                  </a:lnTo>
                  <a:lnTo>
                    <a:pt x="1290989" y="1720345"/>
                  </a:lnTo>
                  <a:lnTo>
                    <a:pt x="1290964" y="1720343"/>
                  </a:lnTo>
                  <a:lnTo>
                    <a:pt x="1290929" y="1720345"/>
                  </a:lnTo>
                  <a:lnTo>
                    <a:pt x="1290919" y="1720346"/>
                  </a:lnTo>
                  <a:lnTo>
                    <a:pt x="1290881" y="1720357"/>
                  </a:lnTo>
                  <a:lnTo>
                    <a:pt x="1290823" y="1720386"/>
                  </a:lnTo>
                  <a:lnTo>
                    <a:pt x="1290795" y="1720398"/>
                  </a:lnTo>
                  <a:lnTo>
                    <a:pt x="1290781" y="1720407"/>
                  </a:lnTo>
                  <a:lnTo>
                    <a:pt x="1290765" y="1720428"/>
                  </a:lnTo>
                  <a:lnTo>
                    <a:pt x="1290736" y="1720467"/>
                  </a:lnTo>
                  <a:lnTo>
                    <a:pt x="1290703" y="1720493"/>
                  </a:lnTo>
                  <a:lnTo>
                    <a:pt x="1290683" y="1720509"/>
                  </a:lnTo>
                  <a:lnTo>
                    <a:pt x="1290658" y="1720543"/>
                  </a:lnTo>
                  <a:lnTo>
                    <a:pt x="1290632" y="1720576"/>
                  </a:lnTo>
                  <a:lnTo>
                    <a:pt x="1290606" y="1720598"/>
                  </a:lnTo>
                  <a:lnTo>
                    <a:pt x="1290582" y="1720616"/>
                  </a:lnTo>
                  <a:lnTo>
                    <a:pt x="1290553" y="1720632"/>
                  </a:lnTo>
                  <a:lnTo>
                    <a:pt x="1290523" y="1720645"/>
                  </a:lnTo>
                  <a:lnTo>
                    <a:pt x="1290521" y="1720650"/>
                  </a:lnTo>
                  <a:lnTo>
                    <a:pt x="1290514" y="1720688"/>
                  </a:lnTo>
                  <a:lnTo>
                    <a:pt x="1290511" y="1720716"/>
                  </a:lnTo>
                  <a:lnTo>
                    <a:pt x="1290507" y="1720742"/>
                  </a:lnTo>
                  <a:lnTo>
                    <a:pt x="1290486" y="1720775"/>
                  </a:lnTo>
                  <a:lnTo>
                    <a:pt x="1290464" y="1720794"/>
                  </a:lnTo>
                  <a:lnTo>
                    <a:pt x="1290443" y="1720816"/>
                  </a:lnTo>
                  <a:lnTo>
                    <a:pt x="1290426" y="1720847"/>
                  </a:lnTo>
                  <a:lnTo>
                    <a:pt x="1290409" y="1720878"/>
                  </a:lnTo>
                  <a:lnTo>
                    <a:pt x="1290399" y="1720895"/>
                  </a:lnTo>
                  <a:lnTo>
                    <a:pt x="1290381" y="1720912"/>
                  </a:lnTo>
                  <a:lnTo>
                    <a:pt x="1290373" y="1720919"/>
                  </a:lnTo>
                  <a:lnTo>
                    <a:pt x="1290361" y="1720927"/>
                  </a:lnTo>
                  <a:lnTo>
                    <a:pt x="1290343" y="1720936"/>
                  </a:lnTo>
                  <a:lnTo>
                    <a:pt x="1290298" y="1720958"/>
                  </a:lnTo>
                  <a:lnTo>
                    <a:pt x="1290269" y="1720980"/>
                  </a:lnTo>
                  <a:lnTo>
                    <a:pt x="1290248" y="1720999"/>
                  </a:lnTo>
                  <a:lnTo>
                    <a:pt x="1290225" y="1721024"/>
                  </a:lnTo>
                  <a:lnTo>
                    <a:pt x="1290202" y="1721040"/>
                  </a:lnTo>
                  <a:lnTo>
                    <a:pt x="1290183" y="1721058"/>
                  </a:lnTo>
                  <a:lnTo>
                    <a:pt x="1290178" y="1721071"/>
                  </a:lnTo>
                  <a:lnTo>
                    <a:pt x="1290178" y="1721091"/>
                  </a:lnTo>
                  <a:lnTo>
                    <a:pt x="1290177" y="1721118"/>
                  </a:lnTo>
                  <a:lnTo>
                    <a:pt x="1290169" y="1721163"/>
                  </a:lnTo>
                  <a:lnTo>
                    <a:pt x="1290162" y="1721219"/>
                  </a:lnTo>
                  <a:lnTo>
                    <a:pt x="1290161" y="1721251"/>
                  </a:lnTo>
                  <a:lnTo>
                    <a:pt x="1290156" y="1721279"/>
                  </a:lnTo>
                  <a:lnTo>
                    <a:pt x="1290142" y="1721328"/>
                  </a:lnTo>
                  <a:lnTo>
                    <a:pt x="1290140" y="1721347"/>
                  </a:lnTo>
                  <a:lnTo>
                    <a:pt x="1290125" y="1721377"/>
                  </a:lnTo>
                  <a:lnTo>
                    <a:pt x="1290109" y="1721416"/>
                  </a:lnTo>
                  <a:lnTo>
                    <a:pt x="1290096" y="1721461"/>
                  </a:lnTo>
                  <a:lnTo>
                    <a:pt x="1290076" y="1721508"/>
                  </a:lnTo>
                  <a:lnTo>
                    <a:pt x="1290057" y="1721564"/>
                  </a:lnTo>
                  <a:lnTo>
                    <a:pt x="1290043" y="1721589"/>
                  </a:lnTo>
                  <a:lnTo>
                    <a:pt x="1290023" y="1721637"/>
                  </a:lnTo>
                  <a:lnTo>
                    <a:pt x="1290008" y="1721679"/>
                  </a:lnTo>
                  <a:lnTo>
                    <a:pt x="1289993" y="1721717"/>
                  </a:lnTo>
                  <a:lnTo>
                    <a:pt x="1289965" y="1721752"/>
                  </a:lnTo>
                  <a:lnTo>
                    <a:pt x="1289932" y="1721795"/>
                  </a:lnTo>
                  <a:lnTo>
                    <a:pt x="1289908" y="1721819"/>
                  </a:lnTo>
                  <a:lnTo>
                    <a:pt x="1289878" y="1721843"/>
                  </a:lnTo>
                  <a:lnTo>
                    <a:pt x="1289845" y="1721862"/>
                  </a:lnTo>
                  <a:lnTo>
                    <a:pt x="1289799" y="1721887"/>
                  </a:lnTo>
                  <a:lnTo>
                    <a:pt x="1289774" y="1721900"/>
                  </a:lnTo>
                  <a:lnTo>
                    <a:pt x="1289760" y="1721904"/>
                  </a:lnTo>
                  <a:lnTo>
                    <a:pt x="1289756" y="1721912"/>
                  </a:lnTo>
                  <a:lnTo>
                    <a:pt x="1289746" y="1721964"/>
                  </a:lnTo>
                  <a:lnTo>
                    <a:pt x="1289743" y="1721995"/>
                  </a:lnTo>
                  <a:lnTo>
                    <a:pt x="1289740" y="1722010"/>
                  </a:lnTo>
                  <a:lnTo>
                    <a:pt x="1289730" y="1722027"/>
                  </a:lnTo>
                  <a:lnTo>
                    <a:pt x="1289717" y="1722046"/>
                  </a:lnTo>
                  <a:lnTo>
                    <a:pt x="1289697" y="1722066"/>
                  </a:lnTo>
                  <a:lnTo>
                    <a:pt x="1289671" y="1722096"/>
                  </a:lnTo>
                  <a:lnTo>
                    <a:pt x="1289653" y="1722118"/>
                  </a:lnTo>
                  <a:lnTo>
                    <a:pt x="1289634" y="1722170"/>
                  </a:lnTo>
                  <a:lnTo>
                    <a:pt x="1289632" y="1722219"/>
                  </a:lnTo>
                  <a:lnTo>
                    <a:pt x="1289622" y="1722258"/>
                  </a:lnTo>
                  <a:lnTo>
                    <a:pt x="1289610" y="1722294"/>
                  </a:lnTo>
                  <a:lnTo>
                    <a:pt x="1289601" y="1722307"/>
                  </a:lnTo>
                  <a:lnTo>
                    <a:pt x="1289588" y="1722312"/>
                  </a:lnTo>
                  <a:lnTo>
                    <a:pt x="1289572" y="1722316"/>
                  </a:lnTo>
                  <a:lnTo>
                    <a:pt x="1289553" y="1722327"/>
                  </a:lnTo>
                  <a:lnTo>
                    <a:pt x="1289536" y="1722340"/>
                  </a:lnTo>
                  <a:lnTo>
                    <a:pt x="1289509" y="1722366"/>
                  </a:lnTo>
                  <a:lnTo>
                    <a:pt x="1289489" y="1722381"/>
                  </a:lnTo>
                  <a:lnTo>
                    <a:pt x="1289474" y="1722426"/>
                  </a:lnTo>
                  <a:lnTo>
                    <a:pt x="1289473" y="1722435"/>
                  </a:lnTo>
                  <a:lnTo>
                    <a:pt x="1289473" y="1722451"/>
                  </a:lnTo>
                  <a:lnTo>
                    <a:pt x="1289467" y="1722472"/>
                  </a:lnTo>
                  <a:lnTo>
                    <a:pt x="1289454" y="1722487"/>
                  </a:lnTo>
                  <a:lnTo>
                    <a:pt x="1289436" y="1722500"/>
                  </a:lnTo>
                  <a:lnTo>
                    <a:pt x="1289419" y="1722512"/>
                  </a:lnTo>
                  <a:lnTo>
                    <a:pt x="1289401" y="1722527"/>
                  </a:lnTo>
                  <a:lnTo>
                    <a:pt x="1289392" y="1722537"/>
                  </a:lnTo>
                  <a:lnTo>
                    <a:pt x="1289382" y="1722563"/>
                  </a:lnTo>
                  <a:lnTo>
                    <a:pt x="1289360" y="1722594"/>
                  </a:lnTo>
                  <a:lnTo>
                    <a:pt x="1289325" y="1722633"/>
                  </a:lnTo>
                  <a:lnTo>
                    <a:pt x="1289282" y="1722677"/>
                  </a:lnTo>
                  <a:lnTo>
                    <a:pt x="1289243" y="1722721"/>
                  </a:lnTo>
                  <a:lnTo>
                    <a:pt x="1289214" y="1722743"/>
                  </a:lnTo>
                  <a:lnTo>
                    <a:pt x="1289184" y="1722771"/>
                  </a:lnTo>
                  <a:lnTo>
                    <a:pt x="1289141" y="1722813"/>
                  </a:lnTo>
                  <a:lnTo>
                    <a:pt x="1289100" y="1722854"/>
                  </a:lnTo>
                  <a:lnTo>
                    <a:pt x="1289069" y="1722892"/>
                  </a:lnTo>
                  <a:lnTo>
                    <a:pt x="1289055" y="1722903"/>
                  </a:lnTo>
                  <a:lnTo>
                    <a:pt x="1289035" y="1722903"/>
                  </a:lnTo>
                  <a:lnTo>
                    <a:pt x="1289016" y="1722894"/>
                  </a:lnTo>
                  <a:lnTo>
                    <a:pt x="1289004" y="1722892"/>
                  </a:lnTo>
                  <a:lnTo>
                    <a:pt x="1288982" y="1722898"/>
                  </a:lnTo>
                  <a:lnTo>
                    <a:pt x="1288947" y="1722915"/>
                  </a:lnTo>
                  <a:lnTo>
                    <a:pt x="1288929" y="1722923"/>
                  </a:lnTo>
                  <a:lnTo>
                    <a:pt x="1288912" y="1722929"/>
                  </a:lnTo>
                  <a:lnTo>
                    <a:pt x="1288894" y="1722936"/>
                  </a:lnTo>
                  <a:lnTo>
                    <a:pt x="1288877" y="1722941"/>
                  </a:lnTo>
                  <a:lnTo>
                    <a:pt x="1288860" y="1722940"/>
                  </a:lnTo>
                  <a:lnTo>
                    <a:pt x="1288842" y="1722936"/>
                  </a:lnTo>
                  <a:lnTo>
                    <a:pt x="1288825" y="1722934"/>
                  </a:lnTo>
                  <a:lnTo>
                    <a:pt x="1288807" y="1722932"/>
                  </a:lnTo>
                  <a:lnTo>
                    <a:pt x="1288790" y="1722933"/>
                  </a:lnTo>
                  <a:lnTo>
                    <a:pt x="1288772" y="1722937"/>
                  </a:lnTo>
                  <a:lnTo>
                    <a:pt x="1288755" y="1722942"/>
                  </a:lnTo>
                  <a:lnTo>
                    <a:pt x="1288738" y="1722947"/>
                  </a:lnTo>
                  <a:lnTo>
                    <a:pt x="1288718" y="1722958"/>
                  </a:lnTo>
                  <a:lnTo>
                    <a:pt x="1288703" y="1722963"/>
                  </a:lnTo>
                  <a:lnTo>
                    <a:pt x="1288685" y="1722966"/>
                  </a:lnTo>
                  <a:lnTo>
                    <a:pt x="1288668" y="1722967"/>
                  </a:lnTo>
                  <a:lnTo>
                    <a:pt x="1288651" y="1722965"/>
                  </a:lnTo>
                  <a:lnTo>
                    <a:pt x="1288633" y="1722963"/>
                  </a:lnTo>
                  <a:lnTo>
                    <a:pt x="1288616" y="1722964"/>
                  </a:lnTo>
                  <a:lnTo>
                    <a:pt x="1288610" y="1722963"/>
                  </a:lnTo>
                  <a:lnTo>
                    <a:pt x="1288598" y="1722955"/>
                  </a:lnTo>
                  <a:lnTo>
                    <a:pt x="1288564" y="1722931"/>
                  </a:lnTo>
                  <a:lnTo>
                    <a:pt x="1288547" y="1722919"/>
                  </a:lnTo>
                  <a:lnTo>
                    <a:pt x="1288530" y="1722902"/>
                  </a:lnTo>
                  <a:lnTo>
                    <a:pt x="1288520" y="1722893"/>
                  </a:lnTo>
                  <a:lnTo>
                    <a:pt x="1288491" y="1722874"/>
                  </a:lnTo>
                  <a:lnTo>
                    <a:pt x="1288482" y="1722866"/>
                  </a:lnTo>
                  <a:lnTo>
                    <a:pt x="1288465" y="1722854"/>
                  </a:lnTo>
                  <a:lnTo>
                    <a:pt x="1288448" y="1722840"/>
                  </a:lnTo>
                  <a:lnTo>
                    <a:pt x="1288430" y="1722826"/>
                  </a:lnTo>
                  <a:lnTo>
                    <a:pt x="1288396" y="1722801"/>
                  </a:lnTo>
                  <a:lnTo>
                    <a:pt x="1288380" y="1722785"/>
                  </a:lnTo>
                  <a:lnTo>
                    <a:pt x="1288359" y="1722765"/>
                  </a:lnTo>
                  <a:lnTo>
                    <a:pt x="1288336" y="1722749"/>
                  </a:lnTo>
                  <a:lnTo>
                    <a:pt x="1288294" y="1722732"/>
                  </a:lnTo>
                  <a:lnTo>
                    <a:pt x="1288265" y="1722722"/>
                  </a:lnTo>
                  <a:lnTo>
                    <a:pt x="1288214" y="1722711"/>
                  </a:lnTo>
                  <a:lnTo>
                    <a:pt x="1288187" y="1722704"/>
                  </a:lnTo>
                  <a:lnTo>
                    <a:pt x="1288169" y="1722699"/>
                  </a:lnTo>
                  <a:lnTo>
                    <a:pt x="1288157" y="1722702"/>
                  </a:lnTo>
                  <a:lnTo>
                    <a:pt x="1288150" y="1722715"/>
                  </a:lnTo>
                  <a:lnTo>
                    <a:pt x="1288143" y="1722731"/>
                  </a:lnTo>
                  <a:lnTo>
                    <a:pt x="1288133" y="1722747"/>
                  </a:lnTo>
                  <a:lnTo>
                    <a:pt x="1288113" y="1722758"/>
                  </a:lnTo>
                  <a:lnTo>
                    <a:pt x="1288076" y="1722765"/>
                  </a:lnTo>
                  <a:lnTo>
                    <a:pt x="1288056" y="1722770"/>
                  </a:lnTo>
                  <a:lnTo>
                    <a:pt x="1288038" y="1722780"/>
                  </a:lnTo>
                  <a:lnTo>
                    <a:pt x="1288022" y="1722794"/>
                  </a:lnTo>
                  <a:lnTo>
                    <a:pt x="1288011" y="1722804"/>
                  </a:lnTo>
                  <a:lnTo>
                    <a:pt x="1287992" y="1722808"/>
                  </a:lnTo>
                  <a:lnTo>
                    <a:pt x="1287968" y="1722810"/>
                  </a:lnTo>
                  <a:lnTo>
                    <a:pt x="1287952" y="1722819"/>
                  </a:lnTo>
                  <a:lnTo>
                    <a:pt x="1287937" y="1722840"/>
                  </a:lnTo>
                  <a:lnTo>
                    <a:pt x="1287920" y="1722858"/>
                  </a:lnTo>
                  <a:lnTo>
                    <a:pt x="1287896" y="1722870"/>
                  </a:lnTo>
                  <a:lnTo>
                    <a:pt x="1287833" y="1722896"/>
                  </a:lnTo>
                  <a:lnTo>
                    <a:pt x="1287776" y="1722918"/>
                  </a:lnTo>
                  <a:lnTo>
                    <a:pt x="1287743" y="1722945"/>
                  </a:lnTo>
                  <a:lnTo>
                    <a:pt x="1287707" y="1722963"/>
                  </a:lnTo>
                  <a:lnTo>
                    <a:pt x="1287676" y="1722973"/>
                  </a:lnTo>
                  <a:lnTo>
                    <a:pt x="1287653" y="1722979"/>
                  </a:lnTo>
                  <a:lnTo>
                    <a:pt x="1287634" y="1722990"/>
                  </a:lnTo>
                  <a:lnTo>
                    <a:pt x="1287633" y="1723001"/>
                  </a:lnTo>
                  <a:lnTo>
                    <a:pt x="1287636" y="1723018"/>
                  </a:lnTo>
                  <a:lnTo>
                    <a:pt x="1287639" y="1723045"/>
                  </a:lnTo>
                  <a:lnTo>
                    <a:pt x="1287634" y="1723080"/>
                  </a:lnTo>
                  <a:lnTo>
                    <a:pt x="1287630" y="1723105"/>
                  </a:lnTo>
                  <a:lnTo>
                    <a:pt x="1287621" y="1723130"/>
                  </a:lnTo>
                  <a:lnTo>
                    <a:pt x="1287604" y="1723150"/>
                  </a:lnTo>
                  <a:lnTo>
                    <a:pt x="1287571" y="1723172"/>
                  </a:lnTo>
                  <a:lnTo>
                    <a:pt x="1287550" y="1723194"/>
                  </a:lnTo>
                  <a:lnTo>
                    <a:pt x="1287535" y="1723220"/>
                  </a:lnTo>
                  <a:lnTo>
                    <a:pt x="1287513" y="1723245"/>
                  </a:lnTo>
                  <a:lnTo>
                    <a:pt x="1287495" y="1723263"/>
                  </a:lnTo>
                  <a:lnTo>
                    <a:pt x="1287468" y="1723277"/>
                  </a:lnTo>
                  <a:lnTo>
                    <a:pt x="1287411" y="1723295"/>
                  </a:lnTo>
                  <a:lnTo>
                    <a:pt x="1287359" y="1723307"/>
                  </a:lnTo>
                  <a:lnTo>
                    <a:pt x="1287318" y="1723322"/>
                  </a:lnTo>
                  <a:lnTo>
                    <a:pt x="1287298" y="1723334"/>
                  </a:lnTo>
                  <a:lnTo>
                    <a:pt x="1287289" y="1723358"/>
                  </a:lnTo>
                  <a:lnTo>
                    <a:pt x="1287288" y="1723377"/>
                  </a:lnTo>
                  <a:lnTo>
                    <a:pt x="1287285" y="1723409"/>
                  </a:lnTo>
                  <a:lnTo>
                    <a:pt x="1287275" y="1723434"/>
                  </a:lnTo>
                  <a:lnTo>
                    <a:pt x="1287270" y="1723444"/>
                  </a:lnTo>
                  <a:lnTo>
                    <a:pt x="1287255" y="1723454"/>
                  </a:lnTo>
                  <a:lnTo>
                    <a:pt x="1287239" y="1723463"/>
                  </a:lnTo>
                  <a:lnTo>
                    <a:pt x="1287225" y="1723470"/>
                  </a:lnTo>
                  <a:lnTo>
                    <a:pt x="1287216" y="1723481"/>
                  </a:lnTo>
                  <a:lnTo>
                    <a:pt x="1287216" y="1723499"/>
                  </a:lnTo>
                  <a:lnTo>
                    <a:pt x="1287221" y="1723513"/>
                  </a:lnTo>
                  <a:lnTo>
                    <a:pt x="1287232" y="1723526"/>
                  </a:lnTo>
                  <a:lnTo>
                    <a:pt x="1287240" y="1723533"/>
                  </a:lnTo>
                  <a:lnTo>
                    <a:pt x="1287245" y="1723541"/>
                  </a:lnTo>
                  <a:lnTo>
                    <a:pt x="1287246" y="1723547"/>
                  </a:lnTo>
                  <a:lnTo>
                    <a:pt x="1287247" y="1723560"/>
                  </a:lnTo>
                  <a:lnTo>
                    <a:pt x="1287241" y="1723576"/>
                  </a:lnTo>
                  <a:lnTo>
                    <a:pt x="1287220" y="1723597"/>
                  </a:lnTo>
                  <a:lnTo>
                    <a:pt x="1287207" y="1723611"/>
                  </a:lnTo>
                  <a:lnTo>
                    <a:pt x="1287180" y="1723648"/>
                  </a:lnTo>
                  <a:lnTo>
                    <a:pt x="1287173" y="1723665"/>
                  </a:lnTo>
                  <a:lnTo>
                    <a:pt x="1287168" y="1723676"/>
                  </a:lnTo>
                  <a:lnTo>
                    <a:pt x="1287173" y="1723687"/>
                  </a:lnTo>
                  <a:lnTo>
                    <a:pt x="1287187" y="1723708"/>
                  </a:lnTo>
                  <a:lnTo>
                    <a:pt x="1287203" y="1723741"/>
                  </a:lnTo>
                  <a:lnTo>
                    <a:pt x="1287210" y="1723767"/>
                  </a:lnTo>
                  <a:lnTo>
                    <a:pt x="1287210" y="1723782"/>
                  </a:lnTo>
                  <a:lnTo>
                    <a:pt x="1287204" y="1723830"/>
                  </a:lnTo>
                  <a:lnTo>
                    <a:pt x="1287193" y="1723868"/>
                  </a:lnTo>
                  <a:lnTo>
                    <a:pt x="1287182" y="1723900"/>
                  </a:lnTo>
                  <a:lnTo>
                    <a:pt x="1287163" y="1723939"/>
                  </a:lnTo>
                  <a:lnTo>
                    <a:pt x="1287147" y="1723977"/>
                  </a:lnTo>
                  <a:lnTo>
                    <a:pt x="1287145" y="1723986"/>
                  </a:lnTo>
                  <a:lnTo>
                    <a:pt x="1287140" y="1724000"/>
                  </a:lnTo>
                  <a:lnTo>
                    <a:pt x="1287134" y="1724009"/>
                  </a:lnTo>
                  <a:lnTo>
                    <a:pt x="1287123" y="1724010"/>
                  </a:lnTo>
                  <a:lnTo>
                    <a:pt x="1287109" y="1724003"/>
                  </a:lnTo>
                  <a:lnTo>
                    <a:pt x="1287092" y="1723993"/>
                  </a:lnTo>
                  <a:lnTo>
                    <a:pt x="1287085" y="1723990"/>
                  </a:lnTo>
                  <a:lnTo>
                    <a:pt x="1287074" y="1723990"/>
                  </a:lnTo>
                  <a:lnTo>
                    <a:pt x="1287065" y="1723995"/>
                  </a:lnTo>
                  <a:lnTo>
                    <a:pt x="1287056" y="1724008"/>
                  </a:lnTo>
                  <a:lnTo>
                    <a:pt x="1287051" y="1724031"/>
                  </a:lnTo>
                  <a:lnTo>
                    <a:pt x="1287051" y="1724048"/>
                  </a:lnTo>
                  <a:lnTo>
                    <a:pt x="1287056" y="1724066"/>
                  </a:lnTo>
                  <a:lnTo>
                    <a:pt x="1287063" y="1724084"/>
                  </a:lnTo>
                  <a:lnTo>
                    <a:pt x="1287067" y="1724104"/>
                  </a:lnTo>
                  <a:lnTo>
                    <a:pt x="1287068" y="1724115"/>
                  </a:lnTo>
                  <a:lnTo>
                    <a:pt x="1287068" y="1724121"/>
                  </a:lnTo>
                  <a:lnTo>
                    <a:pt x="1287064" y="1724150"/>
                  </a:lnTo>
                  <a:lnTo>
                    <a:pt x="1287061" y="1724170"/>
                  </a:lnTo>
                  <a:lnTo>
                    <a:pt x="1287060" y="1724185"/>
                  </a:lnTo>
                  <a:lnTo>
                    <a:pt x="1287060" y="1724223"/>
                  </a:lnTo>
                  <a:lnTo>
                    <a:pt x="1287054" y="1724233"/>
                  </a:lnTo>
                  <a:lnTo>
                    <a:pt x="1287051" y="1724240"/>
                  </a:lnTo>
                  <a:lnTo>
                    <a:pt x="1287037" y="1724259"/>
                  </a:lnTo>
                  <a:lnTo>
                    <a:pt x="1287020" y="1724276"/>
                  </a:lnTo>
                  <a:lnTo>
                    <a:pt x="1287003" y="1724289"/>
                  </a:lnTo>
                  <a:lnTo>
                    <a:pt x="1286994" y="1724295"/>
                  </a:lnTo>
                  <a:lnTo>
                    <a:pt x="1286971" y="1724316"/>
                  </a:lnTo>
                  <a:lnTo>
                    <a:pt x="1286948" y="1724344"/>
                  </a:lnTo>
                  <a:lnTo>
                    <a:pt x="1286927" y="1724365"/>
                  </a:lnTo>
                  <a:lnTo>
                    <a:pt x="1286906" y="1724375"/>
                  </a:lnTo>
                  <a:lnTo>
                    <a:pt x="1286880" y="1724387"/>
                  </a:lnTo>
                  <a:lnTo>
                    <a:pt x="1286848" y="1724404"/>
                  </a:lnTo>
                  <a:lnTo>
                    <a:pt x="1286804" y="1724453"/>
                  </a:lnTo>
                  <a:lnTo>
                    <a:pt x="1286782" y="1724473"/>
                  </a:lnTo>
                  <a:lnTo>
                    <a:pt x="1286763" y="1724500"/>
                  </a:lnTo>
                  <a:lnTo>
                    <a:pt x="1286740" y="1724522"/>
                  </a:lnTo>
                  <a:lnTo>
                    <a:pt x="1286729" y="1724530"/>
                  </a:lnTo>
                  <a:lnTo>
                    <a:pt x="1286723" y="1724534"/>
                  </a:lnTo>
                  <a:lnTo>
                    <a:pt x="1286716" y="1724538"/>
                  </a:lnTo>
                  <a:lnTo>
                    <a:pt x="1286706" y="1724542"/>
                  </a:lnTo>
                  <a:lnTo>
                    <a:pt x="1286688" y="1724547"/>
                  </a:lnTo>
                  <a:lnTo>
                    <a:pt x="1286669" y="1724544"/>
                  </a:lnTo>
                  <a:lnTo>
                    <a:pt x="1286653" y="1724546"/>
                  </a:lnTo>
                  <a:lnTo>
                    <a:pt x="1286634" y="1724555"/>
                  </a:lnTo>
                  <a:lnTo>
                    <a:pt x="1286619" y="1724568"/>
                  </a:lnTo>
                  <a:lnTo>
                    <a:pt x="1286590" y="1724596"/>
                  </a:lnTo>
                  <a:lnTo>
                    <a:pt x="1286552" y="1724621"/>
                  </a:lnTo>
                  <a:lnTo>
                    <a:pt x="1286535" y="1724636"/>
                  </a:lnTo>
                  <a:lnTo>
                    <a:pt x="1286512" y="1724650"/>
                  </a:lnTo>
                  <a:lnTo>
                    <a:pt x="1286493" y="1724654"/>
                  </a:lnTo>
                  <a:lnTo>
                    <a:pt x="1286466" y="1724654"/>
                  </a:lnTo>
                  <a:lnTo>
                    <a:pt x="1286448" y="1724650"/>
                  </a:lnTo>
                  <a:lnTo>
                    <a:pt x="1286431" y="1724644"/>
                  </a:lnTo>
                  <a:lnTo>
                    <a:pt x="1286396" y="1724628"/>
                  </a:lnTo>
                  <a:lnTo>
                    <a:pt x="1286379" y="1724621"/>
                  </a:lnTo>
                  <a:lnTo>
                    <a:pt x="1286365" y="1724614"/>
                  </a:lnTo>
                  <a:lnTo>
                    <a:pt x="1286344" y="1724598"/>
                  </a:lnTo>
                  <a:lnTo>
                    <a:pt x="1286328" y="1724580"/>
                  </a:lnTo>
                  <a:lnTo>
                    <a:pt x="1286317" y="1724561"/>
                  </a:lnTo>
                  <a:lnTo>
                    <a:pt x="1286306" y="1724542"/>
                  </a:lnTo>
                  <a:lnTo>
                    <a:pt x="1286294" y="1724524"/>
                  </a:lnTo>
                  <a:lnTo>
                    <a:pt x="1286287" y="1724515"/>
                  </a:lnTo>
                  <a:lnTo>
                    <a:pt x="1286278" y="1724508"/>
                  </a:lnTo>
                  <a:lnTo>
                    <a:pt x="1286261" y="1724498"/>
                  </a:lnTo>
                  <a:lnTo>
                    <a:pt x="1286253" y="1724498"/>
                  </a:lnTo>
                  <a:lnTo>
                    <a:pt x="1286243" y="1724501"/>
                  </a:lnTo>
                  <a:lnTo>
                    <a:pt x="1286236" y="1724503"/>
                  </a:lnTo>
                  <a:lnTo>
                    <a:pt x="1286208" y="1724503"/>
                  </a:lnTo>
                  <a:lnTo>
                    <a:pt x="1286191" y="1724504"/>
                  </a:lnTo>
                  <a:lnTo>
                    <a:pt x="1286173" y="1724506"/>
                  </a:lnTo>
                  <a:lnTo>
                    <a:pt x="1286156" y="1724505"/>
                  </a:lnTo>
                  <a:lnTo>
                    <a:pt x="1286139" y="1724501"/>
                  </a:lnTo>
                  <a:lnTo>
                    <a:pt x="1286121" y="1724497"/>
                  </a:lnTo>
                  <a:lnTo>
                    <a:pt x="1286104" y="1724494"/>
                  </a:lnTo>
                  <a:lnTo>
                    <a:pt x="1286087" y="1724490"/>
                  </a:lnTo>
                  <a:lnTo>
                    <a:pt x="1286069" y="1724489"/>
                  </a:lnTo>
                  <a:lnTo>
                    <a:pt x="1286052" y="1724489"/>
                  </a:lnTo>
                  <a:lnTo>
                    <a:pt x="1286034" y="1724490"/>
                  </a:lnTo>
                  <a:lnTo>
                    <a:pt x="1286016" y="1724493"/>
                  </a:lnTo>
                  <a:lnTo>
                    <a:pt x="1285983" y="1724508"/>
                  </a:lnTo>
                  <a:lnTo>
                    <a:pt x="1285966" y="1724520"/>
                  </a:lnTo>
                  <a:lnTo>
                    <a:pt x="1285945" y="1724534"/>
                  </a:lnTo>
                  <a:lnTo>
                    <a:pt x="1285930" y="1724542"/>
                  </a:lnTo>
                  <a:lnTo>
                    <a:pt x="1285911" y="1724549"/>
                  </a:lnTo>
                  <a:lnTo>
                    <a:pt x="1285896" y="1724551"/>
                  </a:lnTo>
                  <a:lnTo>
                    <a:pt x="1285881" y="1724549"/>
                  </a:lnTo>
                  <a:lnTo>
                    <a:pt x="1285869" y="1724548"/>
                  </a:lnTo>
                  <a:lnTo>
                    <a:pt x="1285851" y="1724540"/>
                  </a:lnTo>
                  <a:lnTo>
                    <a:pt x="1285839" y="1724530"/>
                  </a:lnTo>
                  <a:lnTo>
                    <a:pt x="1285835" y="1724519"/>
                  </a:lnTo>
                  <a:lnTo>
                    <a:pt x="1285830" y="1724496"/>
                  </a:lnTo>
                  <a:lnTo>
                    <a:pt x="1285819" y="1724479"/>
                  </a:lnTo>
                  <a:lnTo>
                    <a:pt x="1285804" y="1724468"/>
                  </a:lnTo>
                  <a:lnTo>
                    <a:pt x="1285784" y="1724462"/>
                  </a:lnTo>
                  <a:lnTo>
                    <a:pt x="1285754" y="1724465"/>
                  </a:lnTo>
                  <a:lnTo>
                    <a:pt x="1285724" y="1724473"/>
                  </a:lnTo>
                  <a:lnTo>
                    <a:pt x="1285694" y="1724471"/>
                  </a:lnTo>
                  <a:lnTo>
                    <a:pt x="1285654" y="1724463"/>
                  </a:lnTo>
                  <a:lnTo>
                    <a:pt x="1285648" y="1724461"/>
                  </a:lnTo>
                  <a:lnTo>
                    <a:pt x="1285637" y="1724457"/>
                  </a:lnTo>
                  <a:lnTo>
                    <a:pt x="1285618" y="1724447"/>
                  </a:lnTo>
                  <a:lnTo>
                    <a:pt x="1285612" y="1724442"/>
                  </a:lnTo>
                  <a:lnTo>
                    <a:pt x="1285596" y="1724425"/>
                  </a:lnTo>
                  <a:lnTo>
                    <a:pt x="1285579" y="1724409"/>
                  </a:lnTo>
                  <a:lnTo>
                    <a:pt x="1285562" y="1724401"/>
                  </a:lnTo>
                  <a:lnTo>
                    <a:pt x="1285544" y="1724395"/>
                  </a:lnTo>
                  <a:lnTo>
                    <a:pt x="1285492" y="1724387"/>
                  </a:lnTo>
                  <a:lnTo>
                    <a:pt x="1285475" y="1724386"/>
                  </a:lnTo>
                  <a:lnTo>
                    <a:pt x="1285463" y="1724387"/>
                  </a:lnTo>
                  <a:lnTo>
                    <a:pt x="1285454" y="1724391"/>
                  </a:lnTo>
                  <a:lnTo>
                    <a:pt x="1285440" y="1724398"/>
                  </a:lnTo>
                  <a:lnTo>
                    <a:pt x="1285428" y="1724408"/>
                  </a:lnTo>
                  <a:lnTo>
                    <a:pt x="1285414" y="1724414"/>
                  </a:lnTo>
                  <a:lnTo>
                    <a:pt x="1285405" y="1724415"/>
                  </a:lnTo>
                  <a:lnTo>
                    <a:pt x="1285388" y="1724416"/>
                  </a:lnTo>
                  <a:lnTo>
                    <a:pt x="1285378" y="1724417"/>
                  </a:lnTo>
                  <a:lnTo>
                    <a:pt x="1285370" y="1724421"/>
                  </a:lnTo>
                  <a:lnTo>
                    <a:pt x="1285353" y="1724433"/>
                  </a:lnTo>
                  <a:lnTo>
                    <a:pt x="1285335" y="1724444"/>
                  </a:lnTo>
                  <a:lnTo>
                    <a:pt x="1285318" y="1724449"/>
                  </a:lnTo>
                  <a:lnTo>
                    <a:pt x="1285300" y="1724452"/>
                  </a:lnTo>
                  <a:lnTo>
                    <a:pt x="1285283" y="1724453"/>
                  </a:lnTo>
                  <a:lnTo>
                    <a:pt x="1285265" y="1724455"/>
                  </a:lnTo>
                  <a:lnTo>
                    <a:pt x="1285248" y="1724459"/>
                  </a:lnTo>
                  <a:lnTo>
                    <a:pt x="1285230" y="1724462"/>
                  </a:lnTo>
                  <a:lnTo>
                    <a:pt x="1285196" y="1724469"/>
                  </a:lnTo>
                  <a:lnTo>
                    <a:pt x="1285115" y="1724486"/>
                  </a:lnTo>
                  <a:lnTo>
                    <a:pt x="1285090" y="1724498"/>
                  </a:lnTo>
                  <a:lnTo>
                    <a:pt x="1285065" y="1724512"/>
                  </a:lnTo>
                  <a:lnTo>
                    <a:pt x="1285055" y="1724522"/>
                  </a:lnTo>
                  <a:lnTo>
                    <a:pt x="1285038" y="1724537"/>
                  </a:lnTo>
                  <a:lnTo>
                    <a:pt x="1285024" y="1724554"/>
                  </a:lnTo>
                  <a:lnTo>
                    <a:pt x="1285008" y="1724570"/>
                  </a:lnTo>
                  <a:lnTo>
                    <a:pt x="1284990" y="1724578"/>
                  </a:lnTo>
                  <a:lnTo>
                    <a:pt x="1284973" y="1724589"/>
                  </a:lnTo>
                  <a:lnTo>
                    <a:pt x="1284955" y="1724599"/>
                  </a:lnTo>
                  <a:lnTo>
                    <a:pt x="1284938" y="1724612"/>
                  </a:lnTo>
                  <a:lnTo>
                    <a:pt x="1284928" y="1724619"/>
                  </a:lnTo>
                  <a:lnTo>
                    <a:pt x="1284921" y="1724628"/>
                  </a:lnTo>
                  <a:lnTo>
                    <a:pt x="1284910" y="1724645"/>
                  </a:lnTo>
                  <a:lnTo>
                    <a:pt x="1284907" y="1724651"/>
                  </a:lnTo>
                  <a:lnTo>
                    <a:pt x="1284905" y="1724664"/>
                  </a:lnTo>
                  <a:lnTo>
                    <a:pt x="1284899" y="1724686"/>
                  </a:lnTo>
                  <a:lnTo>
                    <a:pt x="1284892" y="1724700"/>
                  </a:lnTo>
                  <a:lnTo>
                    <a:pt x="1284886" y="1724711"/>
                  </a:lnTo>
                  <a:lnTo>
                    <a:pt x="1284869" y="1724729"/>
                  </a:lnTo>
                  <a:lnTo>
                    <a:pt x="1284843" y="1724738"/>
                  </a:lnTo>
                  <a:lnTo>
                    <a:pt x="1284826" y="1724739"/>
                  </a:lnTo>
                  <a:lnTo>
                    <a:pt x="1284817" y="1724739"/>
                  </a:lnTo>
                  <a:lnTo>
                    <a:pt x="1284809" y="1724741"/>
                  </a:lnTo>
                  <a:lnTo>
                    <a:pt x="1284791" y="1724745"/>
                  </a:lnTo>
                  <a:lnTo>
                    <a:pt x="1284774" y="1724751"/>
                  </a:lnTo>
                  <a:lnTo>
                    <a:pt x="1284756" y="1724760"/>
                  </a:lnTo>
                  <a:lnTo>
                    <a:pt x="1284739" y="1724768"/>
                  </a:lnTo>
                  <a:lnTo>
                    <a:pt x="1284722" y="1724774"/>
                  </a:lnTo>
                  <a:lnTo>
                    <a:pt x="1284704" y="1724777"/>
                  </a:lnTo>
                  <a:lnTo>
                    <a:pt x="1284669" y="1724782"/>
                  </a:lnTo>
                  <a:lnTo>
                    <a:pt x="1284634" y="1724781"/>
                  </a:lnTo>
                  <a:lnTo>
                    <a:pt x="1284617" y="1724785"/>
                  </a:lnTo>
                  <a:lnTo>
                    <a:pt x="1284600" y="1724788"/>
                  </a:lnTo>
                  <a:lnTo>
                    <a:pt x="1284593" y="1724792"/>
                  </a:lnTo>
                  <a:lnTo>
                    <a:pt x="1284583" y="1724803"/>
                  </a:lnTo>
                  <a:lnTo>
                    <a:pt x="1284580" y="1724808"/>
                  </a:lnTo>
                  <a:lnTo>
                    <a:pt x="1284575" y="1724822"/>
                  </a:lnTo>
                  <a:lnTo>
                    <a:pt x="1284573" y="1724831"/>
                  </a:lnTo>
                  <a:lnTo>
                    <a:pt x="1284567" y="1724846"/>
                  </a:lnTo>
                  <a:lnTo>
                    <a:pt x="1284560" y="1724858"/>
                  </a:lnTo>
                  <a:lnTo>
                    <a:pt x="1284555" y="1724868"/>
                  </a:lnTo>
                  <a:lnTo>
                    <a:pt x="1284547" y="1724877"/>
                  </a:lnTo>
                  <a:lnTo>
                    <a:pt x="1284531" y="1724892"/>
                  </a:lnTo>
                  <a:lnTo>
                    <a:pt x="1284514" y="1724903"/>
                  </a:lnTo>
                  <a:lnTo>
                    <a:pt x="1284496" y="1724906"/>
                  </a:lnTo>
                  <a:lnTo>
                    <a:pt x="1284479" y="1724906"/>
                  </a:lnTo>
                  <a:lnTo>
                    <a:pt x="1284461" y="1724906"/>
                  </a:lnTo>
                  <a:lnTo>
                    <a:pt x="1284444" y="1724909"/>
                  </a:lnTo>
                  <a:lnTo>
                    <a:pt x="1284427" y="1724910"/>
                  </a:lnTo>
                  <a:lnTo>
                    <a:pt x="1284409" y="1724911"/>
                  </a:lnTo>
                  <a:lnTo>
                    <a:pt x="1284392" y="1724912"/>
                  </a:lnTo>
                  <a:lnTo>
                    <a:pt x="1284374" y="1724914"/>
                  </a:lnTo>
                  <a:lnTo>
                    <a:pt x="1284353" y="1724919"/>
                  </a:lnTo>
                  <a:lnTo>
                    <a:pt x="1284347" y="1724921"/>
                  </a:lnTo>
                  <a:lnTo>
                    <a:pt x="1284340" y="1724927"/>
                  </a:lnTo>
                  <a:lnTo>
                    <a:pt x="1284334" y="1724936"/>
                  </a:lnTo>
                  <a:lnTo>
                    <a:pt x="1284332" y="1724946"/>
                  </a:lnTo>
                  <a:lnTo>
                    <a:pt x="1284327" y="1724964"/>
                  </a:lnTo>
                  <a:lnTo>
                    <a:pt x="1284324" y="1724982"/>
                  </a:lnTo>
                  <a:lnTo>
                    <a:pt x="1284315" y="1725024"/>
                  </a:lnTo>
                  <a:lnTo>
                    <a:pt x="1284309" y="1725040"/>
                  </a:lnTo>
                  <a:lnTo>
                    <a:pt x="1284303" y="1725049"/>
                  </a:lnTo>
                  <a:lnTo>
                    <a:pt x="1284296" y="1725055"/>
                  </a:lnTo>
                  <a:lnTo>
                    <a:pt x="1284290" y="1725059"/>
                  </a:lnTo>
                  <a:lnTo>
                    <a:pt x="1284240" y="1725078"/>
                  </a:lnTo>
                  <a:lnTo>
                    <a:pt x="1284225" y="1725081"/>
                  </a:lnTo>
                  <a:lnTo>
                    <a:pt x="1284209" y="1725080"/>
                  </a:lnTo>
                  <a:lnTo>
                    <a:pt x="1284192" y="1725078"/>
                  </a:lnTo>
                  <a:lnTo>
                    <a:pt x="1284174" y="1725078"/>
                  </a:lnTo>
                  <a:lnTo>
                    <a:pt x="1284157" y="1725083"/>
                  </a:lnTo>
                  <a:lnTo>
                    <a:pt x="1284148" y="1725088"/>
                  </a:lnTo>
                  <a:lnTo>
                    <a:pt x="1284141" y="1725096"/>
                  </a:lnTo>
                  <a:lnTo>
                    <a:pt x="1284108" y="1725145"/>
                  </a:lnTo>
                  <a:lnTo>
                    <a:pt x="1284093" y="1725157"/>
                  </a:lnTo>
                  <a:lnTo>
                    <a:pt x="1284078" y="1725171"/>
                  </a:lnTo>
                  <a:lnTo>
                    <a:pt x="1284061" y="1725182"/>
                  </a:lnTo>
                  <a:lnTo>
                    <a:pt x="1284043" y="1725191"/>
                  </a:lnTo>
                  <a:lnTo>
                    <a:pt x="1284026" y="1725202"/>
                  </a:lnTo>
                  <a:lnTo>
                    <a:pt x="1284008" y="1725215"/>
                  </a:lnTo>
                  <a:lnTo>
                    <a:pt x="1283992" y="1725225"/>
                  </a:lnTo>
                  <a:lnTo>
                    <a:pt x="1283974" y="1725236"/>
                  </a:lnTo>
                  <a:lnTo>
                    <a:pt x="1283957" y="1725249"/>
                  </a:lnTo>
                  <a:lnTo>
                    <a:pt x="1283939" y="1725261"/>
                  </a:lnTo>
                  <a:lnTo>
                    <a:pt x="1283922" y="1725272"/>
                  </a:lnTo>
                  <a:lnTo>
                    <a:pt x="1283904" y="1725285"/>
                  </a:lnTo>
                  <a:lnTo>
                    <a:pt x="1283898" y="1725290"/>
                  </a:lnTo>
                  <a:lnTo>
                    <a:pt x="1283888" y="1725301"/>
                  </a:lnTo>
                  <a:lnTo>
                    <a:pt x="1283876" y="1725319"/>
                  </a:lnTo>
                  <a:lnTo>
                    <a:pt x="1283866" y="1725337"/>
                  </a:lnTo>
                  <a:lnTo>
                    <a:pt x="1283855" y="1725358"/>
                  </a:lnTo>
                  <a:lnTo>
                    <a:pt x="1283844" y="1725374"/>
                  </a:lnTo>
                  <a:lnTo>
                    <a:pt x="1283831" y="1725401"/>
                  </a:lnTo>
                  <a:lnTo>
                    <a:pt x="1283826" y="1725411"/>
                  </a:lnTo>
                  <a:lnTo>
                    <a:pt x="1283819" y="1725437"/>
                  </a:lnTo>
                  <a:lnTo>
                    <a:pt x="1283813" y="1725448"/>
                  </a:lnTo>
                  <a:lnTo>
                    <a:pt x="1283802" y="1725466"/>
                  </a:lnTo>
                  <a:lnTo>
                    <a:pt x="1283787" y="1725483"/>
                  </a:lnTo>
                  <a:lnTo>
                    <a:pt x="1283769" y="1725498"/>
                  </a:lnTo>
                  <a:lnTo>
                    <a:pt x="1283761" y="1725504"/>
                  </a:lnTo>
                  <a:lnTo>
                    <a:pt x="1283752" y="1725508"/>
                  </a:lnTo>
                  <a:lnTo>
                    <a:pt x="1283744" y="1725509"/>
                  </a:lnTo>
                  <a:lnTo>
                    <a:pt x="1283734" y="1725506"/>
                  </a:lnTo>
                  <a:lnTo>
                    <a:pt x="1283714" y="1725499"/>
                  </a:lnTo>
                  <a:lnTo>
                    <a:pt x="1283699" y="1725490"/>
                  </a:lnTo>
                  <a:lnTo>
                    <a:pt x="1283682" y="1725477"/>
                  </a:lnTo>
                  <a:lnTo>
                    <a:pt x="1283665" y="1725465"/>
                  </a:lnTo>
                  <a:lnTo>
                    <a:pt x="1283658" y="1725461"/>
                  </a:lnTo>
                  <a:lnTo>
                    <a:pt x="1283647" y="1725460"/>
                  </a:lnTo>
                  <a:lnTo>
                    <a:pt x="1283639" y="1725461"/>
                  </a:lnTo>
                  <a:lnTo>
                    <a:pt x="1283630" y="1725468"/>
                  </a:lnTo>
                  <a:lnTo>
                    <a:pt x="1283610" y="1725485"/>
                  </a:lnTo>
                  <a:lnTo>
                    <a:pt x="1283600" y="1725490"/>
                  </a:lnTo>
                  <a:lnTo>
                    <a:pt x="1283594" y="1725491"/>
                  </a:lnTo>
                  <a:lnTo>
                    <a:pt x="1283588" y="1725491"/>
                  </a:lnTo>
                  <a:lnTo>
                    <a:pt x="1283578" y="1725487"/>
                  </a:lnTo>
                  <a:lnTo>
                    <a:pt x="1283560" y="1725482"/>
                  </a:lnTo>
                  <a:lnTo>
                    <a:pt x="1283543" y="1725478"/>
                  </a:lnTo>
                  <a:lnTo>
                    <a:pt x="1283525" y="1725475"/>
                  </a:lnTo>
                  <a:lnTo>
                    <a:pt x="1283471" y="1725447"/>
                  </a:lnTo>
                  <a:lnTo>
                    <a:pt x="1283452" y="1725448"/>
                  </a:lnTo>
                  <a:lnTo>
                    <a:pt x="1283439" y="1725454"/>
                  </a:lnTo>
                  <a:lnTo>
                    <a:pt x="1283421" y="1725465"/>
                  </a:lnTo>
                  <a:lnTo>
                    <a:pt x="1283404" y="1725474"/>
                  </a:lnTo>
                  <a:lnTo>
                    <a:pt x="1283386" y="1725484"/>
                  </a:lnTo>
                  <a:lnTo>
                    <a:pt x="1283351" y="1725498"/>
                  </a:lnTo>
                  <a:lnTo>
                    <a:pt x="1283342" y="1725502"/>
                  </a:lnTo>
                  <a:lnTo>
                    <a:pt x="1283334" y="1725502"/>
                  </a:lnTo>
                  <a:lnTo>
                    <a:pt x="1283316" y="1725504"/>
                  </a:lnTo>
                  <a:lnTo>
                    <a:pt x="1283299" y="1725500"/>
                  </a:lnTo>
                  <a:lnTo>
                    <a:pt x="1283282" y="1725494"/>
                  </a:lnTo>
                  <a:lnTo>
                    <a:pt x="1283264" y="1725491"/>
                  </a:lnTo>
                  <a:lnTo>
                    <a:pt x="1283247" y="1725491"/>
                  </a:lnTo>
                  <a:lnTo>
                    <a:pt x="1283230" y="1725498"/>
                  </a:lnTo>
                  <a:lnTo>
                    <a:pt x="1283194" y="1725520"/>
                  </a:lnTo>
                  <a:lnTo>
                    <a:pt x="1283177" y="1725522"/>
                  </a:lnTo>
                  <a:lnTo>
                    <a:pt x="1283125" y="1725522"/>
                  </a:lnTo>
                  <a:lnTo>
                    <a:pt x="1283107" y="1725520"/>
                  </a:lnTo>
                  <a:lnTo>
                    <a:pt x="1283090" y="1725520"/>
                  </a:lnTo>
                  <a:lnTo>
                    <a:pt x="1283073" y="1725521"/>
                  </a:lnTo>
                  <a:lnTo>
                    <a:pt x="1283059" y="1725523"/>
                  </a:lnTo>
                  <a:lnTo>
                    <a:pt x="1283037" y="1725529"/>
                  </a:lnTo>
                  <a:lnTo>
                    <a:pt x="1283020" y="1725536"/>
                  </a:lnTo>
                  <a:lnTo>
                    <a:pt x="1283013" y="1725539"/>
                  </a:lnTo>
                  <a:lnTo>
                    <a:pt x="1282999" y="1725554"/>
                  </a:lnTo>
                  <a:lnTo>
                    <a:pt x="1282992" y="1725567"/>
                  </a:lnTo>
                  <a:lnTo>
                    <a:pt x="1282986" y="1725586"/>
                  </a:lnTo>
                  <a:lnTo>
                    <a:pt x="1282981" y="1725604"/>
                  </a:lnTo>
                  <a:lnTo>
                    <a:pt x="1282976" y="1725622"/>
                  </a:lnTo>
                  <a:lnTo>
                    <a:pt x="1282975" y="1725641"/>
                  </a:lnTo>
                  <a:lnTo>
                    <a:pt x="1282979" y="1725678"/>
                  </a:lnTo>
                  <a:lnTo>
                    <a:pt x="1282979" y="1725687"/>
                  </a:lnTo>
                  <a:lnTo>
                    <a:pt x="1282975" y="1725697"/>
                  </a:lnTo>
                  <a:lnTo>
                    <a:pt x="1282963" y="1725715"/>
                  </a:lnTo>
                  <a:lnTo>
                    <a:pt x="1282946" y="1725731"/>
                  </a:lnTo>
                  <a:lnTo>
                    <a:pt x="1282929" y="1725742"/>
                  </a:lnTo>
                  <a:lnTo>
                    <a:pt x="1282912" y="1725747"/>
                  </a:lnTo>
                  <a:lnTo>
                    <a:pt x="1282895" y="1725761"/>
                  </a:lnTo>
                  <a:lnTo>
                    <a:pt x="1282882" y="1725777"/>
                  </a:lnTo>
                  <a:lnTo>
                    <a:pt x="1282867" y="1725794"/>
                  </a:lnTo>
                  <a:lnTo>
                    <a:pt x="1282849" y="1725810"/>
                  </a:lnTo>
                  <a:lnTo>
                    <a:pt x="1282832" y="1725821"/>
                  </a:lnTo>
                  <a:lnTo>
                    <a:pt x="1282814" y="1725830"/>
                  </a:lnTo>
                  <a:lnTo>
                    <a:pt x="1282797" y="1725837"/>
                  </a:lnTo>
                  <a:lnTo>
                    <a:pt x="1282757" y="1725847"/>
                  </a:lnTo>
                  <a:lnTo>
                    <a:pt x="1282739" y="1725860"/>
                  </a:lnTo>
                  <a:lnTo>
                    <a:pt x="1282729" y="1725874"/>
                  </a:lnTo>
                  <a:lnTo>
                    <a:pt x="1282721" y="1725892"/>
                  </a:lnTo>
                  <a:lnTo>
                    <a:pt x="1282719" y="1725911"/>
                  </a:lnTo>
                  <a:lnTo>
                    <a:pt x="1282711" y="1725948"/>
                  </a:lnTo>
                  <a:lnTo>
                    <a:pt x="1282700" y="1725966"/>
                  </a:lnTo>
                  <a:lnTo>
                    <a:pt x="1282670" y="1726003"/>
                  </a:lnTo>
                  <a:lnTo>
                    <a:pt x="1282654" y="1726018"/>
                  </a:lnTo>
                  <a:lnTo>
                    <a:pt x="1282639" y="1726036"/>
                  </a:lnTo>
                  <a:lnTo>
                    <a:pt x="1282626" y="1726054"/>
                  </a:lnTo>
                  <a:lnTo>
                    <a:pt x="1282618" y="1726070"/>
                  </a:lnTo>
                  <a:lnTo>
                    <a:pt x="1282612" y="1726082"/>
                  </a:lnTo>
                  <a:lnTo>
                    <a:pt x="1282603" y="1726092"/>
                  </a:lnTo>
                  <a:lnTo>
                    <a:pt x="1282588" y="1726091"/>
                  </a:lnTo>
                  <a:lnTo>
                    <a:pt x="1282571" y="1726088"/>
                  </a:lnTo>
                  <a:lnTo>
                    <a:pt x="1282553" y="1726083"/>
                  </a:lnTo>
                  <a:lnTo>
                    <a:pt x="1282536" y="1726078"/>
                  </a:lnTo>
                  <a:lnTo>
                    <a:pt x="1282518" y="1726071"/>
                  </a:lnTo>
                  <a:lnTo>
                    <a:pt x="1282499" y="1726066"/>
                  </a:lnTo>
                  <a:lnTo>
                    <a:pt x="1282484" y="1726067"/>
                  </a:lnTo>
                  <a:lnTo>
                    <a:pt x="1282475" y="1726076"/>
                  </a:lnTo>
                  <a:lnTo>
                    <a:pt x="1282470" y="1726085"/>
                  </a:lnTo>
                  <a:lnTo>
                    <a:pt x="1282456" y="1726104"/>
                  </a:lnTo>
                  <a:lnTo>
                    <a:pt x="1282449" y="1726109"/>
                  </a:lnTo>
                  <a:lnTo>
                    <a:pt x="1282438" y="1726111"/>
                  </a:lnTo>
                  <a:lnTo>
                    <a:pt x="1282421" y="1726112"/>
                  </a:lnTo>
                  <a:lnTo>
                    <a:pt x="1282403" y="1726111"/>
                  </a:lnTo>
                  <a:lnTo>
                    <a:pt x="1282386" y="1726109"/>
                  </a:lnTo>
                  <a:lnTo>
                    <a:pt x="1282367" y="1726108"/>
                  </a:lnTo>
                  <a:lnTo>
                    <a:pt x="1282351" y="1726109"/>
                  </a:lnTo>
                  <a:lnTo>
                    <a:pt x="1282343" y="1726110"/>
                  </a:lnTo>
                  <a:lnTo>
                    <a:pt x="1282333" y="1726117"/>
                  </a:lnTo>
                  <a:lnTo>
                    <a:pt x="1282317" y="1726136"/>
                  </a:lnTo>
                  <a:lnTo>
                    <a:pt x="1282295" y="1726156"/>
                  </a:lnTo>
                  <a:lnTo>
                    <a:pt x="1282283" y="1726163"/>
                  </a:lnTo>
                  <a:lnTo>
                    <a:pt x="1282266" y="1726173"/>
                  </a:lnTo>
                  <a:lnTo>
                    <a:pt x="1282248" y="1726180"/>
                  </a:lnTo>
                  <a:lnTo>
                    <a:pt x="1282231" y="1726180"/>
                  </a:lnTo>
                  <a:lnTo>
                    <a:pt x="1282214" y="1726168"/>
                  </a:lnTo>
                  <a:lnTo>
                    <a:pt x="1282197" y="1726157"/>
                  </a:lnTo>
                  <a:lnTo>
                    <a:pt x="1282180" y="1726148"/>
                  </a:lnTo>
                  <a:lnTo>
                    <a:pt x="1282163" y="1726140"/>
                  </a:lnTo>
                  <a:lnTo>
                    <a:pt x="1282146" y="1726138"/>
                  </a:lnTo>
                  <a:lnTo>
                    <a:pt x="1282128" y="1726136"/>
                  </a:lnTo>
                  <a:lnTo>
                    <a:pt x="1282111" y="1726137"/>
                  </a:lnTo>
                  <a:lnTo>
                    <a:pt x="1282093" y="1726141"/>
                  </a:lnTo>
                  <a:lnTo>
                    <a:pt x="1282076" y="1726148"/>
                  </a:lnTo>
                  <a:lnTo>
                    <a:pt x="1282058" y="1726158"/>
                  </a:lnTo>
                  <a:lnTo>
                    <a:pt x="1282041" y="1726166"/>
                  </a:lnTo>
                  <a:lnTo>
                    <a:pt x="1282023" y="1726177"/>
                  </a:lnTo>
                  <a:lnTo>
                    <a:pt x="1282006" y="1726187"/>
                  </a:lnTo>
                  <a:lnTo>
                    <a:pt x="1281988" y="1726198"/>
                  </a:lnTo>
                  <a:lnTo>
                    <a:pt x="1281971" y="1726203"/>
                  </a:lnTo>
                  <a:lnTo>
                    <a:pt x="1281954" y="1726207"/>
                  </a:lnTo>
                  <a:lnTo>
                    <a:pt x="1281936" y="1726203"/>
                  </a:lnTo>
                  <a:lnTo>
                    <a:pt x="1281923" y="1726198"/>
                  </a:lnTo>
                  <a:lnTo>
                    <a:pt x="1281908" y="1726189"/>
                  </a:lnTo>
                  <a:lnTo>
                    <a:pt x="1281884" y="1726173"/>
                  </a:lnTo>
                  <a:lnTo>
                    <a:pt x="1281867" y="1726158"/>
                  </a:lnTo>
                  <a:lnTo>
                    <a:pt x="1281851" y="1726143"/>
                  </a:lnTo>
                  <a:lnTo>
                    <a:pt x="1281834" y="1726128"/>
                  </a:lnTo>
                  <a:lnTo>
                    <a:pt x="1281816" y="1726117"/>
                  </a:lnTo>
                  <a:lnTo>
                    <a:pt x="1281781" y="1726096"/>
                  </a:lnTo>
                  <a:lnTo>
                    <a:pt x="1281764" y="1726091"/>
                  </a:lnTo>
                  <a:lnTo>
                    <a:pt x="1281747" y="1726082"/>
                  </a:lnTo>
                  <a:lnTo>
                    <a:pt x="1281731" y="1726064"/>
                  </a:lnTo>
                  <a:lnTo>
                    <a:pt x="1281715" y="1726045"/>
                  </a:lnTo>
                  <a:lnTo>
                    <a:pt x="1281698" y="1726031"/>
                  </a:lnTo>
                  <a:lnTo>
                    <a:pt x="1281678" y="1726021"/>
                  </a:lnTo>
                  <a:lnTo>
                    <a:pt x="1281663" y="1726009"/>
                  </a:lnTo>
                  <a:lnTo>
                    <a:pt x="1281646" y="1725996"/>
                  </a:lnTo>
                  <a:lnTo>
                    <a:pt x="1281629" y="1725980"/>
                  </a:lnTo>
                  <a:lnTo>
                    <a:pt x="1281625" y="1725975"/>
                  </a:lnTo>
                  <a:lnTo>
                    <a:pt x="1281621" y="1725962"/>
                  </a:lnTo>
                  <a:lnTo>
                    <a:pt x="1281630" y="1725925"/>
                  </a:lnTo>
                  <a:lnTo>
                    <a:pt x="1281632" y="1725907"/>
                  </a:lnTo>
                  <a:lnTo>
                    <a:pt x="1281630" y="1725888"/>
                  </a:lnTo>
                  <a:lnTo>
                    <a:pt x="1281626" y="1725870"/>
                  </a:lnTo>
                  <a:lnTo>
                    <a:pt x="1281619" y="1725851"/>
                  </a:lnTo>
                  <a:lnTo>
                    <a:pt x="1281610" y="1725832"/>
                  </a:lnTo>
                  <a:lnTo>
                    <a:pt x="1281599" y="1725813"/>
                  </a:lnTo>
                  <a:lnTo>
                    <a:pt x="1281592" y="1725809"/>
                  </a:lnTo>
                  <a:lnTo>
                    <a:pt x="1281581" y="1725805"/>
                  </a:lnTo>
                  <a:lnTo>
                    <a:pt x="1281564" y="1725801"/>
                  </a:lnTo>
                  <a:lnTo>
                    <a:pt x="1281547" y="1725799"/>
                  </a:lnTo>
                  <a:lnTo>
                    <a:pt x="1281529" y="1725799"/>
                  </a:lnTo>
                  <a:lnTo>
                    <a:pt x="1281512" y="1725800"/>
                  </a:lnTo>
                  <a:lnTo>
                    <a:pt x="1281494" y="1725804"/>
                  </a:lnTo>
                  <a:lnTo>
                    <a:pt x="1281477" y="1725806"/>
                  </a:lnTo>
                  <a:lnTo>
                    <a:pt x="1281459" y="1725807"/>
                  </a:lnTo>
                  <a:lnTo>
                    <a:pt x="1281442" y="1725805"/>
                  </a:lnTo>
                  <a:lnTo>
                    <a:pt x="1281434" y="1725802"/>
                  </a:lnTo>
                  <a:lnTo>
                    <a:pt x="1281425" y="1725802"/>
                  </a:lnTo>
                  <a:lnTo>
                    <a:pt x="1281419" y="1725805"/>
                  </a:lnTo>
                  <a:lnTo>
                    <a:pt x="1281404" y="1725817"/>
                  </a:lnTo>
                  <a:lnTo>
                    <a:pt x="1281390" y="1725824"/>
                  </a:lnTo>
                  <a:lnTo>
                    <a:pt x="1281320" y="1725835"/>
                  </a:lnTo>
                  <a:lnTo>
                    <a:pt x="1281303" y="1725834"/>
                  </a:lnTo>
                  <a:lnTo>
                    <a:pt x="1281285" y="1725831"/>
                  </a:lnTo>
                  <a:lnTo>
                    <a:pt x="1281268" y="1725828"/>
                  </a:lnTo>
                  <a:lnTo>
                    <a:pt x="1281251" y="1725828"/>
                  </a:lnTo>
                  <a:lnTo>
                    <a:pt x="1281233" y="1725831"/>
                  </a:lnTo>
                  <a:lnTo>
                    <a:pt x="1281216" y="1725836"/>
                  </a:lnTo>
                  <a:lnTo>
                    <a:pt x="1281178" y="1725851"/>
                  </a:lnTo>
                  <a:lnTo>
                    <a:pt x="1281157" y="1725856"/>
                  </a:lnTo>
                  <a:lnTo>
                    <a:pt x="1281128" y="1725854"/>
                  </a:lnTo>
                  <a:lnTo>
                    <a:pt x="1281111" y="1725855"/>
                  </a:lnTo>
                  <a:lnTo>
                    <a:pt x="1281094" y="1725864"/>
                  </a:lnTo>
                  <a:lnTo>
                    <a:pt x="1281088" y="1725870"/>
                  </a:lnTo>
                  <a:lnTo>
                    <a:pt x="1281081" y="1725882"/>
                  </a:lnTo>
                  <a:lnTo>
                    <a:pt x="1281077" y="1725893"/>
                  </a:lnTo>
                  <a:lnTo>
                    <a:pt x="1281071" y="1725902"/>
                  </a:lnTo>
                  <a:lnTo>
                    <a:pt x="1281063" y="1725905"/>
                  </a:lnTo>
                  <a:lnTo>
                    <a:pt x="1281056" y="1725903"/>
                  </a:lnTo>
                  <a:lnTo>
                    <a:pt x="1281052" y="1725898"/>
                  </a:lnTo>
                  <a:lnTo>
                    <a:pt x="1281044" y="1725884"/>
                  </a:lnTo>
                  <a:lnTo>
                    <a:pt x="1281035" y="1725866"/>
                  </a:lnTo>
                  <a:lnTo>
                    <a:pt x="1281025" y="1725847"/>
                  </a:lnTo>
                  <a:lnTo>
                    <a:pt x="1281019" y="1725841"/>
                  </a:lnTo>
                  <a:lnTo>
                    <a:pt x="1281013" y="1725829"/>
                  </a:lnTo>
                  <a:lnTo>
                    <a:pt x="1281007" y="1725820"/>
                  </a:lnTo>
                  <a:lnTo>
                    <a:pt x="1280999" y="1725813"/>
                  </a:lnTo>
                  <a:lnTo>
                    <a:pt x="1280993" y="1725809"/>
                  </a:lnTo>
                  <a:lnTo>
                    <a:pt x="1280982" y="1725804"/>
                  </a:lnTo>
                  <a:lnTo>
                    <a:pt x="1280964" y="1725799"/>
                  </a:lnTo>
                  <a:lnTo>
                    <a:pt x="1280947" y="1725794"/>
                  </a:lnTo>
                  <a:lnTo>
                    <a:pt x="1280929" y="1725793"/>
                  </a:lnTo>
                  <a:lnTo>
                    <a:pt x="1280914" y="1725789"/>
                  </a:lnTo>
                  <a:lnTo>
                    <a:pt x="1280895" y="1725779"/>
                  </a:lnTo>
                  <a:lnTo>
                    <a:pt x="1280890" y="1725775"/>
                  </a:lnTo>
                  <a:lnTo>
                    <a:pt x="1280881" y="1725762"/>
                  </a:lnTo>
                  <a:lnTo>
                    <a:pt x="1280871" y="1725743"/>
                  </a:lnTo>
                  <a:lnTo>
                    <a:pt x="1280866" y="1725737"/>
                  </a:lnTo>
                  <a:lnTo>
                    <a:pt x="1280861" y="1725725"/>
                  </a:lnTo>
                  <a:lnTo>
                    <a:pt x="1280850" y="1725706"/>
                  </a:lnTo>
                  <a:lnTo>
                    <a:pt x="1280819" y="1725670"/>
                  </a:lnTo>
                  <a:lnTo>
                    <a:pt x="1280805" y="1725651"/>
                  </a:lnTo>
                  <a:lnTo>
                    <a:pt x="1280792" y="1725634"/>
                  </a:lnTo>
                  <a:lnTo>
                    <a:pt x="1280777" y="1725615"/>
                  </a:lnTo>
                  <a:lnTo>
                    <a:pt x="1280765" y="1725596"/>
                  </a:lnTo>
                  <a:lnTo>
                    <a:pt x="1280753" y="1725578"/>
                  </a:lnTo>
                  <a:lnTo>
                    <a:pt x="1280738" y="1725560"/>
                  </a:lnTo>
                  <a:lnTo>
                    <a:pt x="1280721" y="1725544"/>
                  </a:lnTo>
                  <a:lnTo>
                    <a:pt x="1280703" y="1725532"/>
                  </a:lnTo>
                  <a:lnTo>
                    <a:pt x="1280692" y="1725524"/>
                  </a:lnTo>
                  <a:lnTo>
                    <a:pt x="1280686" y="1725518"/>
                  </a:lnTo>
                  <a:lnTo>
                    <a:pt x="1280669" y="1725501"/>
                  </a:lnTo>
                  <a:lnTo>
                    <a:pt x="1280654" y="1725483"/>
                  </a:lnTo>
                  <a:lnTo>
                    <a:pt x="1280638" y="1725460"/>
                  </a:lnTo>
                  <a:lnTo>
                    <a:pt x="1280631" y="1725446"/>
                  </a:lnTo>
                  <a:lnTo>
                    <a:pt x="1280624" y="1725427"/>
                  </a:lnTo>
                  <a:lnTo>
                    <a:pt x="1280616" y="1725409"/>
                  </a:lnTo>
                  <a:lnTo>
                    <a:pt x="1280606" y="1725390"/>
                  </a:lnTo>
                  <a:lnTo>
                    <a:pt x="1280576" y="1725342"/>
                  </a:lnTo>
                  <a:lnTo>
                    <a:pt x="1280563" y="1725323"/>
                  </a:lnTo>
                  <a:lnTo>
                    <a:pt x="1280550" y="1725306"/>
                  </a:lnTo>
                  <a:lnTo>
                    <a:pt x="1280537" y="1725291"/>
                  </a:lnTo>
                  <a:lnTo>
                    <a:pt x="1280505" y="1725256"/>
                  </a:lnTo>
                  <a:lnTo>
                    <a:pt x="1280490" y="1725244"/>
                  </a:lnTo>
                  <a:lnTo>
                    <a:pt x="1280474" y="1725228"/>
                  </a:lnTo>
                  <a:lnTo>
                    <a:pt x="1280457" y="1725218"/>
                  </a:lnTo>
                  <a:lnTo>
                    <a:pt x="1280436" y="1725209"/>
                  </a:lnTo>
                  <a:lnTo>
                    <a:pt x="1280422" y="1725200"/>
                  </a:lnTo>
                  <a:lnTo>
                    <a:pt x="1280405" y="1725190"/>
                  </a:lnTo>
                  <a:lnTo>
                    <a:pt x="1280387" y="1725179"/>
                  </a:lnTo>
                  <a:lnTo>
                    <a:pt x="1280370" y="1725173"/>
                  </a:lnTo>
                  <a:lnTo>
                    <a:pt x="1280353" y="1725167"/>
                  </a:lnTo>
                  <a:lnTo>
                    <a:pt x="1280344" y="1725163"/>
                  </a:lnTo>
                  <a:lnTo>
                    <a:pt x="1280332" y="1725156"/>
                  </a:lnTo>
                  <a:lnTo>
                    <a:pt x="1280326" y="1725151"/>
                  </a:lnTo>
                  <a:lnTo>
                    <a:pt x="1280321" y="1725142"/>
                  </a:lnTo>
                  <a:lnTo>
                    <a:pt x="1280314" y="1725132"/>
                  </a:lnTo>
                  <a:lnTo>
                    <a:pt x="1280303" y="1725105"/>
                  </a:lnTo>
                  <a:lnTo>
                    <a:pt x="1280295" y="1725086"/>
                  </a:lnTo>
                  <a:lnTo>
                    <a:pt x="1280282" y="1725049"/>
                  </a:lnTo>
                  <a:lnTo>
                    <a:pt x="1280278" y="1725038"/>
                  </a:lnTo>
                  <a:lnTo>
                    <a:pt x="1280270" y="1725032"/>
                  </a:lnTo>
                  <a:lnTo>
                    <a:pt x="1280253" y="1725031"/>
                  </a:lnTo>
                  <a:lnTo>
                    <a:pt x="1280232" y="1725030"/>
                  </a:lnTo>
                  <a:lnTo>
                    <a:pt x="1280216" y="1725022"/>
                  </a:lnTo>
                  <a:lnTo>
                    <a:pt x="1280207" y="1725021"/>
                  </a:lnTo>
                  <a:lnTo>
                    <a:pt x="1280199" y="1725024"/>
                  </a:lnTo>
                  <a:lnTo>
                    <a:pt x="1280184" y="1725037"/>
                  </a:lnTo>
                  <a:lnTo>
                    <a:pt x="1280167" y="1725054"/>
                  </a:lnTo>
                  <a:lnTo>
                    <a:pt x="1280163" y="1725060"/>
                  </a:lnTo>
                  <a:lnTo>
                    <a:pt x="1280164" y="1725072"/>
                  </a:lnTo>
                  <a:lnTo>
                    <a:pt x="1280162" y="1725091"/>
                  </a:lnTo>
                  <a:lnTo>
                    <a:pt x="1280157" y="1725110"/>
                  </a:lnTo>
                  <a:lnTo>
                    <a:pt x="1280154" y="1725114"/>
                  </a:lnTo>
                  <a:lnTo>
                    <a:pt x="1280149" y="1725117"/>
                  </a:lnTo>
                  <a:lnTo>
                    <a:pt x="1280091" y="1725133"/>
                  </a:lnTo>
                  <a:lnTo>
                    <a:pt x="1280039" y="1725125"/>
                  </a:lnTo>
                  <a:lnTo>
                    <a:pt x="1280021" y="1725124"/>
                  </a:lnTo>
                  <a:lnTo>
                    <a:pt x="1280004" y="1725121"/>
                  </a:lnTo>
                  <a:lnTo>
                    <a:pt x="1279934" y="1725111"/>
                  </a:lnTo>
                  <a:lnTo>
                    <a:pt x="1279917" y="1725109"/>
                  </a:lnTo>
                  <a:lnTo>
                    <a:pt x="1279900" y="1725109"/>
                  </a:lnTo>
                  <a:lnTo>
                    <a:pt x="1279879" y="1725107"/>
                  </a:lnTo>
                  <a:lnTo>
                    <a:pt x="1279865" y="1725105"/>
                  </a:lnTo>
                  <a:lnTo>
                    <a:pt x="1279848" y="1725103"/>
                  </a:lnTo>
                  <a:lnTo>
                    <a:pt x="1279830" y="1725106"/>
                  </a:lnTo>
                  <a:lnTo>
                    <a:pt x="1279813" y="1725106"/>
                  </a:lnTo>
                  <a:lnTo>
                    <a:pt x="1279796" y="1725104"/>
                  </a:lnTo>
                  <a:lnTo>
                    <a:pt x="1279763" y="1725097"/>
                  </a:lnTo>
                  <a:lnTo>
                    <a:pt x="1279751" y="1725092"/>
                  </a:lnTo>
                  <a:lnTo>
                    <a:pt x="1279734" y="1725081"/>
                  </a:lnTo>
                  <a:lnTo>
                    <a:pt x="1279721" y="1725074"/>
                  </a:lnTo>
                  <a:lnTo>
                    <a:pt x="1279717" y="1725069"/>
                  </a:lnTo>
                  <a:lnTo>
                    <a:pt x="1279702" y="1725051"/>
                  </a:lnTo>
                  <a:lnTo>
                    <a:pt x="1279687" y="1725033"/>
                  </a:lnTo>
                  <a:lnTo>
                    <a:pt x="1279679" y="1725025"/>
                  </a:lnTo>
                  <a:lnTo>
                    <a:pt x="1279672" y="1725023"/>
                  </a:lnTo>
                  <a:lnTo>
                    <a:pt x="1279652" y="1725026"/>
                  </a:lnTo>
                  <a:lnTo>
                    <a:pt x="1279635" y="1725029"/>
                  </a:lnTo>
                  <a:lnTo>
                    <a:pt x="1279612" y="1725027"/>
                  </a:lnTo>
                  <a:lnTo>
                    <a:pt x="1279600" y="1725029"/>
                  </a:lnTo>
                  <a:lnTo>
                    <a:pt x="1279582" y="1725036"/>
                  </a:lnTo>
                  <a:lnTo>
                    <a:pt x="1279566" y="1725052"/>
                  </a:lnTo>
                  <a:lnTo>
                    <a:pt x="1279549" y="1725068"/>
                  </a:lnTo>
                  <a:lnTo>
                    <a:pt x="1279531" y="1725077"/>
                  </a:lnTo>
                  <a:lnTo>
                    <a:pt x="1279513" y="1725085"/>
                  </a:lnTo>
                  <a:lnTo>
                    <a:pt x="1279496" y="1725092"/>
                  </a:lnTo>
                  <a:lnTo>
                    <a:pt x="1279479" y="1725090"/>
                  </a:lnTo>
                  <a:lnTo>
                    <a:pt x="1279472" y="1725086"/>
                  </a:lnTo>
                  <a:lnTo>
                    <a:pt x="1279463" y="1725076"/>
                  </a:lnTo>
                  <a:lnTo>
                    <a:pt x="1279448" y="1725059"/>
                  </a:lnTo>
                  <a:lnTo>
                    <a:pt x="1279444" y="1725055"/>
                  </a:lnTo>
                  <a:lnTo>
                    <a:pt x="1279430" y="1725049"/>
                  </a:lnTo>
                  <a:lnTo>
                    <a:pt x="1279413" y="1725044"/>
                  </a:lnTo>
                  <a:lnTo>
                    <a:pt x="1279396" y="1725036"/>
                  </a:lnTo>
                  <a:lnTo>
                    <a:pt x="1279378" y="1725034"/>
                  </a:lnTo>
                  <a:lnTo>
                    <a:pt x="1279361" y="1725037"/>
                  </a:lnTo>
                  <a:lnTo>
                    <a:pt x="1279343" y="1725040"/>
                  </a:lnTo>
                  <a:lnTo>
                    <a:pt x="1279309" y="1725045"/>
                  </a:lnTo>
                  <a:lnTo>
                    <a:pt x="1279291" y="1725046"/>
                  </a:lnTo>
                  <a:lnTo>
                    <a:pt x="1279274" y="1725045"/>
                  </a:lnTo>
                  <a:lnTo>
                    <a:pt x="1279256" y="1725043"/>
                  </a:lnTo>
                  <a:lnTo>
                    <a:pt x="1279239" y="1725044"/>
                  </a:lnTo>
                  <a:lnTo>
                    <a:pt x="1279221" y="1725048"/>
                  </a:lnTo>
                  <a:lnTo>
                    <a:pt x="1279204" y="1725056"/>
                  </a:lnTo>
                  <a:lnTo>
                    <a:pt x="1279198" y="1725062"/>
                  </a:lnTo>
                  <a:lnTo>
                    <a:pt x="1279191" y="1725076"/>
                  </a:lnTo>
                  <a:lnTo>
                    <a:pt x="1279192" y="1725094"/>
                  </a:lnTo>
                  <a:lnTo>
                    <a:pt x="1279199" y="1725110"/>
                  </a:lnTo>
                  <a:lnTo>
                    <a:pt x="1279204" y="1725122"/>
                  </a:lnTo>
                  <a:lnTo>
                    <a:pt x="1279206" y="1725131"/>
                  </a:lnTo>
                  <a:lnTo>
                    <a:pt x="1279206" y="1725139"/>
                  </a:lnTo>
                  <a:lnTo>
                    <a:pt x="1279200" y="1725144"/>
                  </a:lnTo>
                  <a:lnTo>
                    <a:pt x="1279177" y="1725145"/>
                  </a:lnTo>
                  <a:lnTo>
                    <a:pt x="1279153" y="1725141"/>
                  </a:lnTo>
                  <a:lnTo>
                    <a:pt x="1279098" y="1725093"/>
                  </a:lnTo>
                  <a:lnTo>
                    <a:pt x="1279085" y="1725086"/>
                  </a:lnTo>
                  <a:lnTo>
                    <a:pt x="1279072" y="1725086"/>
                  </a:lnTo>
                  <a:lnTo>
                    <a:pt x="1279059" y="1725088"/>
                  </a:lnTo>
                  <a:lnTo>
                    <a:pt x="1279044" y="1725095"/>
                  </a:lnTo>
                  <a:lnTo>
                    <a:pt x="1279036" y="1725104"/>
                  </a:lnTo>
                  <a:lnTo>
                    <a:pt x="1279034" y="1725111"/>
                  </a:lnTo>
                  <a:lnTo>
                    <a:pt x="1279025" y="1725132"/>
                  </a:lnTo>
                  <a:lnTo>
                    <a:pt x="1279013" y="1725148"/>
                  </a:lnTo>
                  <a:lnTo>
                    <a:pt x="1278999" y="1725166"/>
                  </a:lnTo>
                  <a:lnTo>
                    <a:pt x="1278994" y="1725176"/>
                  </a:lnTo>
                  <a:lnTo>
                    <a:pt x="1278990" y="1725185"/>
                  </a:lnTo>
                  <a:lnTo>
                    <a:pt x="1278983" y="1725203"/>
                  </a:lnTo>
                  <a:lnTo>
                    <a:pt x="1278979" y="1725222"/>
                  </a:lnTo>
                  <a:lnTo>
                    <a:pt x="1278977" y="1725229"/>
                  </a:lnTo>
                  <a:lnTo>
                    <a:pt x="1278979" y="1725240"/>
                  </a:lnTo>
                  <a:lnTo>
                    <a:pt x="1278982" y="1725249"/>
                  </a:lnTo>
                  <a:lnTo>
                    <a:pt x="1278987" y="1725259"/>
                  </a:lnTo>
                  <a:lnTo>
                    <a:pt x="1278991" y="1725263"/>
                  </a:lnTo>
                  <a:lnTo>
                    <a:pt x="1278995" y="1725277"/>
                  </a:lnTo>
                  <a:lnTo>
                    <a:pt x="1278997" y="1725296"/>
                  </a:lnTo>
                  <a:lnTo>
                    <a:pt x="1278993" y="1725303"/>
                  </a:lnTo>
                  <a:lnTo>
                    <a:pt x="1278984" y="1725314"/>
                  </a:lnTo>
                  <a:lnTo>
                    <a:pt x="1278969" y="1725331"/>
                  </a:lnTo>
                  <a:lnTo>
                    <a:pt x="1278938" y="1725367"/>
                  </a:lnTo>
                  <a:lnTo>
                    <a:pt x="1278916" y="1725376"/>
                  </a:lnTo>
                  <a:lnTo>
                    <a:pt x="1278910" y="1725376"/>
                  </a:lnTo>
                  <a:lnTo>
                    <a:pt x="1278902" y="1725375"/>
                  </a:lnTo>
                  <a:lnTo>
                    <a:pt x="1278892" y="1725367"/>
                  </a:lnTo>
                  <a:lnTo>
                    <a:pt x="1278876" y="1725350"/>
                  </a:lnTo>
                  <a:lnTo>
                    <a:pt x="1278870" y="1725349"/>
                  </a:lnTo>
                  <a:lnTo>
                    <a:pt x="1278859" y="1725353"/>
                  </a:lnTo>
                  <a:lnTo>
                    <a:pt x="1278842" y="1725366"/>
                  </a:lnTo>
                  <a:lnTo>
                    <a:pt x="1278807" y="1725385"/>
                  </a:lnTo>
                  <a:lnTo>
                    <a:pt x="1278789" y="1725397"/>
                  </a:lnTo>
                  <a:lnTo>
                    <a:pt x="1278771" y="1725412"/>
                  </a:lnTo>
                  <a:lnTo>
                    <a:pt x="1278755" y="1725427"/>
                  </a:lnTo>
                  <a:lnTo>
                    <a:pt x="1278736" y="1725442"/>
                  </a:lnTo>
                  <a:lnTo>
                    <a:pt x="1278718" y="1725451"/>
                  </a:lnTo>
                  <a:lnTo>
                    <a:pt x="1278703" y="1725443"/>
                  </a:lnTo>
                  <a:lnTo>
                    <a:pt x="1278698" y="1725440"/>
                  </a:lnTo>
                  <a:lnTo>
                    <a:pt x="1278685" y="1725435"/>
                  </a:lnTo>
                  <a:lnTo>
                    <a:pt x="1278668" y="1725435"/>
                  </a:lnTo>
                  <a:lnTo>
                    <a:pt x="1278651" y="1725438"/>
                  </a:lnTo>
                  <a:lnTo>
                    <a:pt x="1278641" y="1725442"/>
                  </a:lnTo>
                  <a:lnTo>
                    <a:pt x="1278634" y="1725451"/>
                  </a:lnTo>
                  <a:lnTo>
                    <a:pt x="1278628" y="1725461"/>
                  </a:lnTo>
                  <a:lnTo>
                    <a:pt x="1278626" y="1725469"/>
                  </a:lnTo>
                  <a:lnTo>
                    <a:pt x="1278619" y="1725490"/>
                  </a:lnTo>
                  <a:lnTo>
                    <a:pt x="1278614" y="1725499"/>
                  </a:lnTo>
                  <a:lnTo>
                    <a:pt x="1278607" y="1725505"/>
                  </a:lnTo>
                  <a:lnTo>
                    <a:pt x="1278600" y="1725505"/>
                  </a:lnTo>
                  <a:lnTo>
                    <a:pt x="1278590" y="1725501"/>
                  </a:lnTo>
                  <a:lnTo>
                    <a:pt x="1278584" y="1725499"/>
                  </a:lnTo>
                  <a:lnTo>
                    <a:pt x="1278573" y="1725499"/>
                  </a:lnTo>
                  <a:lnTo>
                    <a:pt x="1278553" y="1725501"/>
                  </a:lnTo>
                  <a:lnTo>
                    <a:pt x="1278541" y="1725504"/>
                  </a:lnTo>
                  <a:lnTo>
                    <a:pt x="1278533" y="1725507"/>
                  </a:lnTo>
                  <a:lnTo>
                    <a:pt x="1278516" y="1725515"/>
                  </a:lnTo>
                  <a:lnTo>
                    <a:pt x="1278504" y="1725522"/>
                  </a:lnTo>
                  <a:lnTo>
                    <a:pt x="1278499" y="1725529"/>
                  </a:lnTo>
                  <a:lnTo>
                    <a:pt x="1278489" y="1725536"/>
                  </a:lnTo>
                  <a:lnTo>
                    <a:pt x="1278483" y="1725543"/>
                  </a:lnTo>
                  <a:lnTo>
                    <a:pt x="1278470" y="1725555"/>
                  </a:lnTo>
                  <a:lnTo>
                    <a:pt x="1278458" y="1725564"/>
                  </a:lnTo>
                  <a:lnTo>
                    <a:pt x="1278449" y="1725567"/>
                  </a:lnTo>
                  <a:lnTo>
                    <a:pt x="1278432" y="1725569"/>
                  </a:lnTo>
                  <a:lnTo>
                    <a:pt x="1278421" y="1725565"/>
                  </a:lnTo>
                  <a:lnTo>
                    <a:pt x="1278397" y="1725560"/>
                  </a:lnTo>
                  <a:lnTo>
                    <a:pt x="1278380" y="1725558"/>
                  </a:lnTo>
                  <a:lnTo>
                    <a:pt x="1278362" y="1725568"/>
                  </a:lnTo>
                  <a:lnTo>
                    <a:pt x="1278345" y="1725581"/>
                  </a:lnTo>
                  <a:lnTo>
                    <a:pt x="1278338" y="1725587"/>
                  </a:lnTo>
                  <a:lnTo>
                    <a:pt x="1278331" y="1725590"/>
                  </a:lnTo>
                  <a:lnTo>
                    <a:pt x="1278319" y="1725591"/>
                  </a:lnTo>
                  <a:lnTo>
                    <a:pt x="1278310" y="1725588"/>
                  </a:lnTo>
                  <a:lnTo>
                    <a:pt x="1278292" y="1725581"/>
                  </a:lnTo>
                  <a:lnTo>
                    <a:pt x="1278275" y="1725573"/>
                  </a:lnTo>
                  <a:lnTo>
                    <a:pt x="1278241" y="1725558"/>
                  </a:lnTo>
                  <a:lnTo>
                    <a:pt x="1278232" y="1725553"/>
                  </a:lnTo>
                  <a:lnTo>
                    <a:pt x="1278223" y="1725551"/>
                  </a:lnTo>
                  <a:lnTo>
                    <a:pt x="1278206" y="1725543"/>
                  </a:lnTo>
                  <a:lnTo>
                    <a:pt x="1278171" y="1725533"/>
                  </a:lnTo>
                  <a:lnTo>
                    <a:pt x="1278154" y="1725531"/>
                  </a:lnTo>
                  <a:lnTo>
                    <a:pt x="1278144" y="1725532"/>
                  </a:lnTo>
                  <a:lnTo>
                    <a:pt x="1278136" y="1725536"/>
                  </a:lnTo>
                  <a:lnTo>
                    <a:pt x="1278120" y="1725553"/>
                  </a:lnTo>
                  <a:lnTo>
                    <a:pt x="1278114" y="1725571"/>
                  </a:lnTo>
                  <a:lnTo>
                    <a:pt x="1278111" y="1725580"/>
                  </a:lnTo>
                  <a:lnTo>
                    <a:pt x="1278109" y="1725590"/>
                  </a:lnTo>
                  <a:lnTo>
                    <a:pt x="1278108" y="1725608"/>
                  </a:lnTo>
                  <a:lnTo>
                    <a:pt x="1278108" y="1725619"/>
                  </a:lnTo>
                  <a:lnTo>
                    <a:pt x="1278105" y="1725627"/>
                  </a:lnTo>
                  <a:lnTo>
                    <a:pt x="1278102" y="1725635"/>
                  </a:lnTo>
                  <a:lnTo>
                    <a:pt x="1278095" y="1725645"/>
                  </a:lnTo>
                  <a:lnTo>
                    <a:pt x="1278083" y="1725664"/>
                  </a:lnTo>
                  <a:lnTo>
                    <a:pt x="1278072" y="1725682"/>
                  </a:lnTo>
                  <a:lnTo>
                    <a:pt x="1278064" y="1725700"/>
                  </a:lnTo>
                  <a:lnTo>
                    <a:pt x="1278055" y="1725725"/>
                  </a:lnTo>
                  <a:lnTo>
                    <a:pt x="1278050" y="1725737"/>
                  </a:lnTo>
                  <a:lnTo>
                    <a:pt x="1278044" y="1725756"/>
                  </a:lnTo>
                  <a:lnTo>
                    <a:pt x="1278044" y="1725785"/>
                  </a:lnTo>
                  <a:lnTo>
                    <a:pt x="1278041" y="1725792"/>
                  </a:lnTo>
                  <a:lnTo>
                    <a:pt x="1278024" y="1725818"/>
                  </a:lnTo>
                  <a:lnTo>
                    <a:pt x="1278001" y="1725840"/>
                  </a:lnTo>
                  <a:lnTo>
                    <a:pt x="1277990" y="1725848"/>
                  </a:lnTo>
                  <a:lnTo>
                    <a:pt x="1277984" y="1725849"/>
                  </a:lnTo>
                  <a:lnTo>
                    <a:pt x="1277967" y="1725846"/>
                  </a:lnTo>
                  <a:lnTo>
                    <a:pt x="1277949" y="1725842"/>
                  </a:lnTo>
                  <a:lnTo>
                    <a:pt x="1277932" y="1725838"/>
                  </a:lnTo>
                  <a:lnTo>
                    <a:pt x="1277919" y="1725837"/>
                  </a:lnTo>
                  <a:lnTo>
                    <a:pt x="1277914" y="1725839"/>
                  </a:lnTo>
                  <a:lnTo>
                    <a:pt x="1277897" y="1725853"/>
                  </a:lnTo>
                  <a:lnTo>
                    <a:pt x="1277886" y="1725863"/>
                  </a:lnTo>
                  <a:lnTo>
                    <a:pt x="1277879" y="1725866"/>
                  </a:lnTo>
                  <a:lnTo>
                    <a:pt x="1277875" y="1725870"/>
                  </a:lnTo>
                  <a:lnTo>
                    <a:pt x="1277866" y="1725872"/>
                  </a:lnTo>
                  <a:lnTo>
                    <a:pt x="1277845" y="1725872"/>
                  </a:lnTo>
                  <a:lnTo>
                    <a:pt x="1277827" y="1725870"/>
                  </a:lnTo>
                  <a:lnTo>
                    <a:pt x="1277810" y="1725867"/>
                  </a:lnTo>
                  <a:lnTo>
                    <a:pt x="1277793" y="1725859"/>
                  </a:lnTo>
                  <a:lnTo>
                    <a:pt x="1277775" y="1725851"/>
                  </a:lnTo>
                  <a:lnTo>
                    <a:pt x="1277767" y="1725849"/>
                  </a:lnTo>
                  <a:lnTo>
                    <a:pt x="1277752" y="1725849"/>
                  </a:lnTo>
                  <a:lnTo>
                    <a:pt x="1277740" y="1725840"/>
                  </a:lnTo>
                  <a:lnTo>
                    <a:pt x="1277730" y="1725821"/>
                  </a:lnTo>
                  <a:lnTo>
                    <a:pt x="1277719" y="1725804"/>
                  </a:lnTo>
                  <a:lnTo>
                    <a:pt x="1277707" y="1725797"/>
                  </a:lnTo>
                  <a:lnTo>
                    <a:pt x="1277701" y="1725795"/>
                  </a:lnTo>
                  <a:lnTo>
                    <a:pt x="1277684" y="1725793"/>
                  </a:lnTo>
                  <a:lnTo>
                    <a:pt x="1277673" y="1725786"/>
                  </a:lnTo>
                  <a:lnTo>
                    <a:pt x="1277668" y="1725780"/>
                  </a:lnTo>
                  <a:lnTo>
                    <a:pt x="1277659" y="1725762"/>
                  </a:lnTo>
                  <a:lnTo>
                    <a:pt x="1277647" y="1725743"/>
                  </a:lnTo>
                  <a:lnTo>
                    <a:pt x="1277636" y="1725731"/>
                  </a:lnTo>
                  <a:lnTo>
                    <a:pt x="1277631" y="1725728"/>
                  </a:lnTo>
                  <a:lnTo>
                    <a:pt x="1277623" y="1725724"/>
                  </a:lnTo>
                  <a:lnTo>
                    <a:pt x="1277597" y="1725717"/>
                  </a:lnTo>
                  <a:lnTo>
                    <a:pt x="1277579" y="1725710"/>
                  </a:lnTo>
                  <a:lnTo>
                    <a:pt x="1277562" y="1725700"/>
                  </a:lnTo>
                  <a:lnTo>
                    <a:pt x="1277552" y="1725696"/>
                  </a:lnTo>
                  <a:lnTo>
                    <a:pt x="1277545" y="1725690"/>
                  </a:lnTo>
                  <a:lnTo>
                    <a:pt x="1277527" y="1725678"/>
                  </a:lnTo>
                  <a:lnTo>
                    <a:pt x="1277510" y="1725665"/>
                  </a:lnTo>
                  <a:lnTo>
                    <a:pt x="1277493" y="1725650"/>
                  </a:lnTo>
                  <a:lnTo>
                    <a:pt x="1277477" y="1725635"/>
                  </a:lnTo>
                  <a:lnTo>
                    <a:pt x="1277442" y="1725608"/>
                  </a:lnTo>
                  <a:lnTo>
                    <a:pt x="1277427" y="1725590"/>
                  </a:lnTo>
                  <a:lnTo>
                    <a:pt x="1277421" y="1725579"/>
                  </a:lnTo>
                  <a:lnTo>
                    <a:pt x="1277420" y="1725573"/>
                  </a:lnTo>
                  <a:lnTo>
                    <a:pt x="1277419" y="1725555"/>
                  </a:lnTo>
                  <a:lnTo>
                    <a:pt x="1277418" y="1725534"/>
                  </a:lnTo>
                  <a:lnTo>
                    <a:pt x="1277414" y="1725518"/>
                  </a:lnTo>
                  <a:lnTo>
                    <a:pt x="1277410" y="1725501"/>
                  </a:lnTo>
                  <a:lnTo>
                    <a:pt x="1277404" y="1725481"/>
                  </a:lnTo>
                  <a:lnTo>
                    <a:pt x="1277404" y="1725468"/>
                  </a:lnTo>
                  <a:lnTo>
                    <a:pt x="1277406" y="1725462"/>
                  </a:lnTo>
                  <a:lnTo>
                    <a:pt x="1277416" y="1725445"/>
                  </a:lnTo>
                  <a:lnTo>
                    <a:pt x="1277429" y="1725427"/>
                  </a:lnTo>
                  <a:lnTo>
                    <a:pt x="1277433" y="1725415"/>
                  </a:lnTo>
                  <a:lnTo>
                    <a:pt x="1277432" y="1725408"/>
                  </a:lnTo>
                  <a:lnTo>
                    <a:pt x="1277425" y="1725381"/>
                  </a:lnTo>
                  <a:lnTo>
                    <a:pt x="1277422" y="1725371"/>
                  </a:lnTo>
                  <a:lnTo>
                    <a:pt x="1277417" y="1725352"/>
                  </a:lnTo>
                  <a:lnTo>
                    <a:pt x="1277411" y="1725334"/>
                  </a:lnTo>
                  <a:lnTo>
                    <a:pt x="1277406" y="1725325"/>
                  </a:lnTo>
                  <a:lnTo>
                    <a:pt x="1277404" y="1725315"/>
                  </a:lnTo>
                  <a:lnTo>
                    <a:pt x="1277397" y="1725297"/>
                  </a:lnTo>
                  <a:lnTo>
                    <a:pt x="1277381" y="1725260"/>
                  </a:lnTo>
                  <a:lnTo>
                    <a:pt x="1277371" y="1725241"/>
                  </a:lnTo>
                  <a:lnTo>
                    <a:pt x="1277356" y="1725222"/>
                  </a:lnTo>
                  <a:lnTo>
                    <a:pt x="1277331" y="1725185"/>
                  </a:lnTo>
                  <a:lnTo>
                    <a:pt x="1277318" y="1725169"/>
                  </a:lnTo>
                  <a:lnTo>
                    <a:pt x="1277299" y="1725164"/>
                  </a:lnTo>
                  <a:lnTo>
                    <a:pt x="1277281" y="1725162"/>
                  </a:lnTo>
                  <a:lnTo>
                    <a:pt x="1277264" y="1725161"/>
                  </a:lnTo>
                  <a:lnTo>
                    <a:pt x="1277247" y="1725157"/>
                  </a:lnTo>
                  <a:lnTo>
                    <a:pt x="1277229" y="1725149"/>
                  </a:lnTo>
                  <a:lnTo>
                    <a:pt x="1277212" y="1725141"/>
                  </a:lnTo>
                  <a:lnTo>
                    <a:pt x="1277195" y="1725133"/>
                  </a:lnTo>
                  <a:lnTo>
                    <a:pt x="1277177" y="1725128"/>
                  </a:lnTo>
                  <a:lnTo>
                    <a:pt x="1277158" y="1725120"/>
                  </a:lnTo>
                  <a:lnTo>
                    <a:pt x="1277151" y="1725113"/>
                  </a:lnTo>
                  <a:lnTo>
                    <a:pt x="1277144" y="1725104"/>
                  </a:lnTo>
                  <a:lnTo>
                    <a:pt x="1277132" y="1725087"/>
                  </a:lnTo>
                  <a:lnTo>
                    <a:pt x="1277116" y="1725070"/>
                  </a:lnTo>
                  <a:lnTo>
                    <a:pt x="1277099" y="1725054"/>
                  </a:lnTo>
                  <a:lnTo>
                    <a:pt x="1277084" y="1725038"/>
                  </a:lnTo>
                  <a:lnTo>
                    <a:pt x="1277070" y="1725020"/>
                  </a:lnTo>
                  <a:lnTo>
                    <a:pt x="1277068" y="1725015"/>
                  </a:lnTo>
                  <a:lnTo>
                    <a:pt x="1277057" y="1725004"/>
                  </a:lnTo>
                  <a:lnTo>
                    <a:pt x="1277038" y="1724997"/>
                  </a:lnTo>
                  <a:lnTo>
                    <a:pt x="1277031" y="1724989"/>
                  </a:lnTo>
                  <a:lnTo>
                    <a:pt x="1277035" y="1724983"/>
                  </a:lnTo>
                  <a:lnTo>
                    <a:pt x="1277055" y="1724970"/>
                  </a:lnTo>
                  <a:lnTo>
                    <a:pt x="1277072" y="1724957"/>
                  </a:lnTo>
                  <a:lnTo>
                    <a:pt x="1277087" y="1724939"/>
                  </a:lnTo>
                  <a:lnTo>
                    <a:pt x="1277090" y="1724933"/>
                  </a:lnTo>
                  <a:lnTo>
                    <a:pt x="1277096" y="1724920"/>
                  </a:lnTo>
                  <a:lnTo>
                    <a:pt x="1277099" y="1724901"/>
                  </a:lnTo>
                  <a:lnTo>
                    <a:pt x="1277101" y="1724883"/>
                  </a:lnTo>
                  <a:lnTo>
                    <a:pt x="1277101" y="1724865"/>
                  </a:lnTo>
                  <a:lnTo>
                    <a:pt x="1277096" y="1724846"/>
                  </a:lnTo>
                  <a:lnTo>
                    <a:pt x="1277095" y="1724837"/>
                  </a:lnTo>
                  <a:lnTo>
                    <a:pt x="1277090" y="1724828"/>
                  </a:lnTo>
                  <a:lnTo>
                    <a:pt x="1277084" y="1724815"/>
                  </a:lnTo>
                  <a:lnTo>
                    <a:pt x="1277071" y="1724802"/>
                  </a:lnTo>
                  <a:lnTo>
                    <a:pt x="1277062" y="1724795"/>
                  </a:lnTo>
                  <a:lnTo>
                    <a:pt x="1277052" y="1724789"/>
                  </a:lnTo>
                  <a:lnTo>
                    <a:pt x="1277044" y="1724786"/>
                  </a:lnTo>
                  <a:lnTo>
                    <a:pt x="1277027" y="1724783"/>
                  </a:lnTo>
                  <a:lnTo>
                    <a:pt x="1276995" y="1724767"/>
                  </a:lnTo>
                  <a:lnTo>
                    <a:pt x="1276986" y="1724761"/>
                  </a:lnTo>
                  <a:lnTo>
                    <a:pt x="1276980" y="1724752"/>
                  </a:lnTo>
                  <a:lnTo>
                    <a:pt x="1276975" y="1724737"/>
                  </a:lnTo>
                  <a:lnTo>
                    <a:pt x="1276966" y="1724713"/>
                  </a:lnTo>
                  <a:lnTo>
                    <a:pt x="1276963" y="1724702"/>
                  </a:lnTo>
                  <a:lnTo>
                    <a:pt x="1276967" y="1724676"/>
                  </a:lnTo>
                  <a:lnTo>
                    <a:pt x="1276974" y="1724657"/>
                  </a:lnTo>
                  <a:lnTo>
                    <a:pt x="1276980" y="1724639"/>
                  </a:lnTo>
                  <a:lnTo>
                    <a:pt x="1276983" y="1724628"/>
                  </a:lnTo>
                  <a:lnTo>
                    <a:pt x="1276983" y="1724621"/>
                  </a:lnTo>
                  <a:lnTo>
                    <a:pt x="1276980" y="1724604"/>
                  </a:lnTo>
                  <a:lnTo>
                    <a:pt x="1276971" y="1724584"/>
                  </a:lnTo>
                  <a:lnTo>
                    <a:pt x="1276971" y="1724565"/>
                  </a:lnTo>
                  <a:lnTo>
                    <a:pt x="1276978" y="1724547"/>
                  </a:lnTo>
                  <a:lnTo>
                    <a:pt x="1276979" y="1724534"/>
                  </a:lnTo>
                  <a:lnTo>
                    <a:pt x="1276975" y="1724528"/>
                  </a:lnTo>
                  <a:lnTo>
                    <a:pt x="1276959" y="1724508"/>
                  </a:lnTo>
                  <a:lnTo>
                    <a:pt x="1276953" y="1724493"/>
                  </a:lnTo>
                  <a:lnTo>
                    <a:pt x="1276950" y="1724472"/>
                  </a:lnTo>
                  <a:lnTo>
                    <a:pt x="1276939" y="1724462"/>
                  </a:lnTo>
                  <a:lnTo>
                    <a:pt x="1276933" y="1724460"/>
                  </a:lnTo>
                  <a:lnTo>
                    <a:pt x="1276916" y="1724450"/>
                  </a:lnTo>
                  <a:lnTo>
                    <a:pt x="1276899" y="1724442"/>
                  </a:lnTo>
                  <a:lnTo>
                    <a:pt x="1276882" y="1724433"/>
                  </a:lnTo>
                  <a:lnTo>
                    <a:pt x="1276864" y="1724423"/>
                  </a:lnTo>
                  <a:lnTo>
                    <a:pt x="1276847" y="1724414"/>
                  </a:lnTo>
                  <a:lnTo>
                    <a:pt x="1276830" y="1724406"/>
                  </a:lnTo>
                  <a:lnTo>
                    <a:pt x="1276812" y="1724397"/>
                  </a:lnTo>
                  <a:lnTo>
                    <a:pt x="1276778" y="1724378"/>
                  </a:lnTo>
                  <a:lnTo>
                    <a:pt x="1276758" y="1724362"/>
                  </a:lnTo>
                  <a:lnTo>
                    <a:pt x="1276747" y="1724344"/>
                  </a:lnTo>
                  <a:lnTo>
                    <a:pt x="1276735" y="1724331"/>
                  </a:lnTo>
                  <a:lnTo>
                    <a:pt x="1276730" y="1724328"/>
                  </a:lnTo>
                  <a:lnTo>
                    <a:pt x="1276713" y="1724322"/>
                  </a:lnTo>
                  <a:lnTo>
                    <a:pt x="1276696" y="1724313"/>
                  </a:lnTo>
                  <a:lnTo>
                    <a:pt x="1276681" y="1724308"/>
                  </a:lnTo>
                  <a:lnTo>
                    <a:pt x="1276675" y="1724305"/>
                  </a:lnTo>
                  <a:lnTo>
                    <a:pt x="1276661" y="1724298"/>
                  </a:lnTo>
                  <a:lnTo>
                    <a:pt x="1276644" y="1724288"/>
                  </a:lnTo>
                  <a:lnTo>
                    <a:pt x="1276627" y="1724277"/>
                  </a:lnTo>
                  <a:lnTo>
                    <a:pt x="1276609" y="1724267"/>
                  </a:lnTo>
                  <a:lnTo>
                    <a:pt x="1276592" y="1724257"/>
                  </a:lnTo>
                  <a:lnTo>
                    <a:pt x="1276575" y="1724247"/>
                  </a:lnTo>
                  <a:lnTo>
                    <a:pt x="1276563" y="1724239"/>
                  </a:lnTo>
                  <a:lnTo>
                    <a:pt x="1276558" y="1724233"/>
                  </a:lnTo>
                  <a:lnTo>
                    <a:pt x="1276549" y="1724221"/>
                  </a:lnTo>
                  <a:lnTo>
                    <a:pt x="1276550" y="1724214"/>
                  </a:lnTo>
                  <a:lnTo>
                    <a:pt x="1276548" y="1724206"/>
                  </a:lnTo>
                  <a:lnTo>
                    <a:pt x="1276550" y="1724196"/>
                  </a:lnTo>
                  <a:lnTo>
                    <a:pt x="1276554" y="1724178"/>
                  </a:lnTo>
                  <a:lnTo>
                    <a:pt x="1276560" y="1724159"/>
                  </a:lnTo>
                  <a:lnTo>
                    <a:pt x="1276568" y="1724141"/>
                  </a:lnTo>
                  <a:lnTo>
                    <a:pt x="1276575" y="1724122"/>
                  </a:lnTo>
                  <a:lnTo>
                    <a:pt x="1276581" y="1724104"/>
                  </a:lnTo>
                  <a:lnTo>
                    <a:pt x="1276585" y="1724085"/>
                  </a:lnTo>
                  <a:lnTo>
                    <a:pt x="1276586" y="1724067"/>
                  </a:lnTo>
                  <a:lnTo>
                    <a:pt x="1276586" y="1724048"/>
                  </a:lnTo>
                  <a:lnTo>
                    <a:pt x="1276584" y="1724031"/>
                  </a:lnTo>
                  <a:lnTo>
                    <a:pt x="1276586" y="1724016"/>
                  </a:lnTo>
                  <a:lnTo>
                    <a:pt x="1276588" y="1724011"/>
                  </a:lnTo>
                  <a:lnTo>
                    <a:pt x="1276594" y="1723993"/>
                  </a:lnTo>
                  <a:lnTo>
                    <a:pt x="1276600" y="1723975"/>
                  </a:lnTo>
                  <a:lnTo>
                    <a:pt x="1276606" y="1723956"/>
                  </a:lnTo>
                  <a:lnTo>
                    <a:pt x="1276615" y="1723937"/>
                  </a:lnTo>
                  <a:lnTo>
                    <a:pt x="1276624" y="1723919"/>
                  </a:lnTo>
                  <a:lnTo>
                    <a:pt x="1276634" y="1723901"/>
                  </a:lnTo>
                  <a:lnTo>
                    <a:pt x="1276644" y="1723882"/>
                  </a:lnTo>
                  <a:lnTo>
                    <a:pt x="1276665" y="1723846"/>
                  </a:lnTo>
                  <a:lnTo>
                    <a:pt x="1276704" y="1723798"/>
                  </a:lnTo>
                  <a:lnTo>
                    <a:pt x="1276738" y="1723744"/>
                  </a:lnTo>
                  <a:lnTo>
                    <a:pt x="1276746" y="1723726"/>
                  </a:lnTo>
                  <a:lnTo>
                    <a:pt x="1276752" y="1723707"/>
                  </a:lnTo>
                  <a:lnTo>
                    <a:pt x="1276756" y="1723689"/>
                  </a:lnTo>
                  <a:lnTo>
                    <a:pt x="1276757" y="1723670"/>
                  </a:lnTo>
                  <a:lnTo>
                    <a:pt x="1276757" y="1723652"/>
                  </a:lnTo>
                  <a:lnTo>
                    <a:pt x="1276757" y="1723634"/>
                  </a:lnTo>
                  <a:lnTo>
                    <a:pt x="1276755" y="1723615"/>
                  </a:lnTo>
                  <a:lnTo>
                    <a:pt x="1276755" y="1723596"/>
                  </a:lnTo>
                  <a:lnTo>
                    <a:pt x="1276753" y="1723578"/>
                  </a:lnTo>
                  <a:lnTo>
                    <a:pt x="1276751" y="1723559"/>
                  </a:lnTo>
                  <a:lnTo>
                    <a:pt x="1276749" y="1723547"/>
                  </a:lnTo>
                  <a:lnTo>
                    <a:pt x="1276748" y="1723541"/>
                  </a:lnTo>
                  <a:lnTo>
                    <a:pt x="1276742" y="1723522"/>
                  </a:lnTo>
                  <a:lnTo>
                    <a:pt x="1276735" y="1723504"/>
                  </a:lnTo>
                  <a:lnTo>
                    <a:pt x="1276717" y="1723467"/>
                  </a:lnTo>
                  <a:lnTo>
                    <a:pt x="1276709" y="1723448"/>
                  </a:lnTo>
                  <a:lnTo>
                    <a:pt x="1276703" y="1723430"/>
                  </a:lnTo>
                  <a:lnTo>
                    <a:pt x="1276698" y="1723411"/>
                  </a:lnTo>
                  <a:lnTo>
                    <a:pt x="1276693" y="1723392"/>
                  </a:lnTo>
                  <a:lnTo>
                    <a:pt x="1276693" y="1723379"/>
                  </a:lnTo>
                  <a:lnTo>
                    <a:pt x="1276686" y="1723352"/>
                  </a:lnTo>
                  <a:lnTo>
                    <a:pt x="1276682" y="1723333"/>
                  </a:lnTo>
                  <a:lnTo>
                    <a:pt x="1276677" y="1723314"/>
                  </a:lnTo>
                  <a:lnTo>
                    <a:pt x="1276670" y="1723286"/>
                  </a:lnTo>
                  <a:lnTo>
                    <a:pt x="1276667" y="1723277"/>
                  </a:lnTo>
                  <a:lnTo>
                    <a:pt x="1276659" y="1723259"/>
                  </a:lnTo>
                  <a:lnTo>
                    <a:pt x="1276645" y="1723240"/>
                  </a:lnTo>
                  <a:lnTo>
                    <a:pt x="1276630" y="1723223"/>
                  </a:lnTo>
                  <a:lnTo>
                    <a:pt x="1276620" y="1723212"/>
                  </a:lnTo>
                  <a:lnTo>
                    <a:pt x="1276616" y="1723204"/>
                  </a:lnTo>
                  <a:lnTo>
                    <a:pt x="1276613" y="1723186"/>
                  </a:lnTo>
                  <a:lnTo>
                    <a:pt x="1276611" y="1723167"/>
                  </a:lnTo>
                  <a:lnTo>
                    <a:pt x="1276611" y="1723149"/>
                  </a:lnTo>
                  <a:lnTo>
                    <a:pt x="1276616" y="1723135"/>
                  </a:lnTo>
                  <a:lnTo>
                    <a:pt x="1276622" y="1723112"/>
                  </a:lnTo>
                  <a:lnTo>
                    <a:pt x="1276622" y="1723087"/>
                  </a:lnTo>
                  <a:lnTo>
                    <a:pt x="1276618" y="1723075"/>
                  </a:lnTo>
                  <a:lnTo>
                    <a:pt x="1276612" y="1723056"/>
                  </a:lnTo>
                  <a:lnTo>
                    <a:pt x="1276610" y="1723046"/>
                  </a:lnTo>
                  <a:lnTo>
                    <a:pt x="1276605" y="1723038"/>
                  </a:lnTo>
                  <a:lnTo>
                    <a:pt x="1276592" y="1723019"/>
                  </a:lnTo>
                  <a:lnTo>
                    <a:pt x="1276581" y="1723007"/>
                  </a:lnTo>
                  <a:lnTo>
                    <a:pt x="1276576" y="1723004"/>
                  </a:lnTo>
                  <a:lnTo>
                    <a:pt x="1276559" y="1723000"/>
                  </a:lnTo>
                  <a:lnTo>
                    <a:pt x="1276541" y="1722999"/>
                  </a:lnTo>
                  <a:lnTo>
                    <a:pt x="1276524" y="1722996"/>
                  </a:lnTo>
                  <a:lnTo>
                    <a:pt x="1276509" y="1722991"/>
                  </a:lnTo>
                  <a:lnTo>
                    <a:pt x="1276502" y="1722983"/>
                  </a:lnTo>
                  <a:lnTo>
                    <a:pt x="1276499" y="1722970"/>
                  </a:lnTo>
                  <a:lnTo>
                    <a:pt x="1276497" y="1722951"/>
                  </a:lnTo>
                  <a:lnTo>
                    <a:pt x="1276497" y="1722935"/>
                  </a:lnTo>
                  <a:lnTo>
                    <a:pt x="1276495" y="1722926"/>
                  </a:lnTo>
                  <a:lnTo>
                    <a:pt x="1276477" y="1722908"/>
                  </a:lnTo>
                  <a:lnTo>
                    <a:pt x="1276446" y="1722877"/>
                  </a:lnTo>
                  <a:lnTo>
                    <a:pt x="1276433" y="1722857"/>
                  </a:lnTo>
                  <a:lnTo>
                    <a:pt x="1276427" y="1722848"/>
                  </a:lnTo>
                  <a:lnTo>
                    <a:pt x="1276419" y="1722841"/>
                  </a:lnTo>
                  <a:lnTo>
                    <a:pt x="1276401" y="1722829"/>
                  </a:lnTo>
                  <a:lnTo>
                    <a:pt x="1276384" y="1722824"/>
                  </a:lnTo>
                  <a:lnTo>
                    <a:pt x="1276367" y="1722821"/>
                  </a:lnTo>
                  <a:lnTo>
                    <a:pt x="1276349" y="1722818"/>
                  </a:lnTo>
                  <a:lnTo>
                    <a:pt x="1276332" y="1722815"/>
                  </a:lnTo>
                  <a:lnTo>
                    <a:pt x="1276324" y="1722812"/>
                  </a:lnTo>
                  <a:lnTo>
                    <a:pt x="1276315" y="1722810"/>
                  </a:lnTo>
                  <a:lnTo>
                    <a:pt x="1276280" y="1722805"/>
                  </a:lnTo>
                  <a:lnTo>
                    <a:pt x="1276263" y="1722801"/>
                  </a:lnTo>
                  <a:lnTo>
                    <a:pt x="1276253" y="1722801"/>
                  </a:lnTo>
                  <a:lnTo>
                    <a:pt x="1276245" y="1722798"/>
                  </a:lnTo>
                  <a:lnTo>
                    <a:pt x="1276227" y="1722797"/>
                  </a:lnTo>
                  <a:lnTo>
                    <a:pt x="1276210" y="1722797"/>
                  </a:lnTo>
                  <a:lnTo>
                    <a:pt x="1276193" y="1722803"/>
                  </a:lnTo>
                  <a:lnTo>
                    <a:pt x="1276175" y="1722809"/>
                  </a:lnTo>
                  <a:lnTo>
                    <a:pt x="1276158" y="1722813"/>
                  </a:lnTo>
                  <a:lnTo>
                    <a:pt x="1276140" y="1722813"/>
                  </a:lnTo>
                  <a:lnTo>
                    <a:pt x="1276123" y="1722812"/>
                  </a:lnTo>
                  <a:lnTo>
                    <a:pt x="1276106" y="1722805"/>
                  </a:lnTo>
                  <a:lnTo>
                    <a:pt x="1276096" y="1722798"/>
                  </a:lnTo>
                  <a:lnTo>
                    <a:pt x="1276089" y="1722796"/>
                  </a:lnTo>
                  <a:lnTo>
                    <a:pt x="1276071" y="1722789"/>
                  </a:lnTo>
                  <a:lnTo>
                    <a:pt x="1276053" y="1722784"/>
                  </a:lnTo>
                  <a:lnTo>
                    <a:pt x="1276036" y="1722783"/>
                  </a:lnTo>
                  <a:lnTo>
                    <a:pt x="1276019" y="1722784"/>
                  </a:lnTo>
                  <a:lnTo>
                    <a:pt x="1276006" y="1722789"/>
                  </a:lnTo>
                  <a:lnTo>
                    <a:pt x="1276001" y="1722793"/>
                  </a:lnTo>
                  <a:lnTo>
                    <a:pt x="1275993" y="1722798"/>
                  </a:lnTo>
                  <a:lnTo>
                    <a:pt x="1275988" y="1722796"/>
                  </a:lnTo>
                  <a:lnTo>
                    <a:pt x="1275992" y="1722774"/>
                  </a:lnTo>
                  <a:lnTo>
                    <a:pt x="1275996" y="1722756"/>
                  </a:lnTo>
                  <a:lnTo>
                    <a:pt x="1275998" y="1722747"/>
                  </a:lnTo>
                  <a:lnTo>
                    <a:pt x="1275998" y="1722737"/>
                  </a:lnTo>
                  <a:lnTo>
                    <a:pt x="1275995" y="1722716"/>
                  </a:lnTo>
                  <a:lnTo>
                    <a:pt x="1275991" y="1722700"/>
                  </a:lnTo>
                  <a:lnTo>
                    <a:pt x="1275981" y="1722681"/>
                  </a:lnTo>
                  <a:lnTo>
                    <a:pt x="1275969" y="1722663"/>
                  </a:lnTo>
                  <a:lnTo>
                    <a:pt x="1275955" y="1722644"/>
                  </a:lnTo>
                  <a:lnTo>
                    <a:pt x="1275940" y="1722628"/>
                  </a:lnTo>
                  <a:lnTo>
                    <a:pt x="1275924" y="1722612"/>
                  </a:lnTo>
                  <a:lnTo>
                    <a:pt x="1275907" y="1722599"/>
                  </a:lnTo>
                  <a:lnTo>
                    <a:pt x="1275889" y="1722586"/>
                  </a:lnTo>
                  <a:lnTo>
                    <a:pt x="1275868" y="1722566"/>
                  </a:lnTo>
                  <a:lnTo>
                    <a:pt x="1275860" y="1722556"/>
                  </a:lnTo>
                  <a:lnTo>
                    <a:pt x="1275853" y="1722540"/>
                  </a:lnTo>
                  <a:lnTo>
                    <a:pt x="1275848" y="1722526"/>
                  </a:lnTo>
                  <a:lnTo>
                    <a:pt x="1275848" y="1722513"/>
                  </a:lnTo>
                  <a:lnTo>
                    <a:pt x="1275845" y="1722502"/>
                  </a:lnTo>
                  <a:lnTo>
                    <a:pt x="1275840" y="1722484"/>
                  </a:lnTo>
                  <a:lnTo>
                    <a:pt x="1275837" y="1722473"/>
                  </a:lnTo>
                  <a:lnTo>
                    <a:pt x="1275837" y="1722465"/>
                  </a:lnTo>
                  <a:lnTo>
                    <a:pt x="1275835" y="1722457"/>
                  </a:lnTo>
                  <a:lnTo>
                    <a:pt x="1275835" y="1722447"/>
                  </a:lnTo>
                  <a:lnTo>
                    <a:pt x="1275836" y="1722428"/>
                  </a:lnTo>
                  <a:lnTo>
                    <a:pt x="1275839" y="1722410"/>
                  </a:lnTo>
                  <a:lnTo>
                    <a:pt x="1275843" y="1722392"/>
                  </a:lnTo>
                  <a:lnTo>
                    <a:pt x="1275846" y="1722373"/>
                  </a:lnTo>
                  <a:lnTo>
                    <a:pt x="1275851" y="1722355"/>
                  </a:lnTo>
                  <a:lnTo>
                    <a:pt x="1275857" y="1722336"/>
                  </a:lnTo>
                  <a:lnTo>
                    <a:pt x="1275861" y="1722318"/>
                  </a:lnTo>
                  <a:lnTo>
                    <a:pt x="1275863" y="1722299"/>
                  </a:lnTo>
                  <a:lnTo>
                    <a:pt x="1275862" y="1722287"/>
                  </a:lnTo>
                  <a:lnTo>
                    <a:pt x="1275857" y="1722281"/>
                  </a:lnTo>
                  <a:lnTo>
                    <a:pt x="1275851" y="1722275"/>
                  </a:lnTo>
                  <a:lnTo>
                    <a:pt x="1275840" y="1722267"/>
                  </a:lnTo>
                  <a:lnTo>
                    <a:pt x="1275832" y="1722263"/>
                  </a:lnTo>
                  <a:lnTo>
                    <a:pt x="1275823" y="1722256"/>
                  </a:lnTo>
                  <a:lnTo>
                    <a:pt x="1275805" y="1722241"/>
                  </a:lnTo>
                  <a:lnTo>
                    <a:pt x="1275791" y="1722222"/>
                  </a:lnTo>
                  <a:lnTo>
                    <a:pt x="1275780" y="1722204"/>
                  </a:lnTo>
                  <a:lnTo>
                    <a:pt x="1275771" y="1722190"/>
                  </a:lnTo>
                  <a:lnTo>
                    <a:pt x="1275766" y="1722186"/>
                  </a:lnTo>
                  <a:lnTo>
                    <a:pt x="1275751" y="1722179"/>
                  </a:lnTo>
                  <a:lnTo>
                    <a:pt x="1275740" y="1722169"/>
                  </a:lnTo>
                  <a:lnTo>
                    <a:pt x="1275732" y="1722160"/>
                  </a:lnTo>
                  <a:lnTo>
                    <a:pt x="1275726" y="1722150"/>
                  </a:lnTo>
                  <a:lnTo>
                    <a:pt x="1275718" y="1722132"/>
                  </a:lnTo>
                  <a:lnTo>
                    <a:pt x="1275714" y="1722113"/>
                  </a:lnTo>
                  <a:lnTo>
                    <a:pt x="1275710" y="1722094"/>
                  </a:lnTo>
                  <a:lnTo>
                    <a:pt x="1275706" y="1722076"/>
                  </a:lnTo>
                  <a:lnTo>
                    <a:pt x="1275702" y="1722057"/>
                  </a:lnTo>
                  <a:lnTo>
                    <a:pt x="1275697" y="1722039"/>
                  </a:lnTo>
                  <a:lnTo>
                    <a:pt x="1275692" y="1722029"/>
                  </a:lnTo>
                  <a:lnTo>
                    <a:pt x="1275685" y="1722020"/>
                  </a:lnTo>
                  <a:lnTo>
                    <a:pt x="1275673" y="1722015"/>
                  </a:lnTo>
                  <a:lnTo>
                    <a:pt x="1275648" y="1722015"/>
                  </a:lnTo>
                  <a:lnTo>
                    <a:pt x="1275631" y="1722011"/>
                  </a:lnTo>
                  <a:lnTo>
                    <a:pt x="1275621" y="1722006"/>
                  </a:lnTo>
                  <a:lnTo>
                    <a:pt x="1275614" y="1722000"/>
                  </a:lnTo>
                  <a:lnTo>
                    <a:pt x="1275598" y="1721985"/>
                  </a:lnTo>
                  <a:lnTo>
                    <a:pt x="1275584" y="1721967"/>
                  </a:lnTo>
                  <a:lnTo>
                    <a:pt x="1275571" y="1721949"/>
                  </a:lnTo>
                  <a:lnTo>
                    <a:pt x="1275562" y="1721930"/>
                  </a:lnTo>
                  <a:lnTo>
                    <a:pt x="1275560" y="1721918"/>
                  </a:lnTo>
                  <a:lnTo>
                    <a:pt x="1275554" y="1721914"/>
                  </a:lnTo>
                  <a:lnTo>
                    <a:pt x="1275546" y="1721910"/>
                  </a:lnTo>
                  <a:lnTo>
                    <a:pt x="1275539" y="1721904"/>
                  </a:lnTo>
                  <a:lnTo>
                    <a:pt x="1275533" y="1721896"/>
                  </a:lnTo>
                  <a:lnTo>
                    <a:pt x="1275529" y="1721887"/>
                  </a:lnTo>
                  <a:lnTo>
                    <a:pt x="1275524" y="1721866"/>
                  </a:lnTo>
                  <a:lnTo>
                    <a:pt x="1275522" y="1721847"/>
                  </a:lnTo>
                  <a:lnTo>
                    <a:pt x="1275514" y="1721829"/>
                  </a:lnTo>
                  <a:lnTo>
                    <a:pt x="1275504" y="1721815"/>
                  </a:lnTo>
                  <a:lnTo>
                    <a:pt x="1275499" y="1721813"/>
                  </a:lnTo>
                  <a:lnTo>
                    <a:pt x="1275490" y="1721804"/>
                  </a:lnTo>
                  <a:lnTo>
                    <a:pt x="1275484" y="1721795"/>
                  </a:lnTo>
                  <a:lnTo>
                    <a:pt x="1275477" y="1721776"/>
                  </a:lnTo>
                  <a:lnTo>
                    <a:pt x="1275471" y="1721721"/>
                  </a:lnTo>
                  <a:lnTo>
                    <a:pt x="1275467" y="1721695"/>
                  </a:lnTo>
                  <a:lnTo>
                    <a:pt x="1275464" y="1721685"/>
                  </a:lnTo>
                  <a:lnTo>
                    <a:pt x="1275459" y="1721667"/>
                  </a:lnTo>
                  <a:lnTo>
                    <a:pt x="1275454" y="1721648"/>
                  </a:lnTo>
                  <a:lnTo>
                    <a:pt x="1275451" y="1721630"/>
                  </a:lnTo>
                  <a:lnTo>
                    <a:pt x="1275444" y="1721611"/>
                  </a:lnTo>
                  <a:lnTo>
                    <a:pt x="1275434" y="1721592"/>
                  </a:lnTo>
                  <a:lnTo>
                    <a:pt x="1275422" y="1721574"/>
                  </a:lnTo>
                  <a:lnTo>
                    <a:pt x="1275408" y="1721555"/>
                  </a:lnTo>
                  <a:lnTo>
                    <a:pt x="1275393" y="1721536"/>
                  </a:lnTo>
                  <a:lnTo>
                    <a:pt x="1275384" y="1721518"/>
                  </a:lnTo>
                  <a:lnTo>
                    <a:pt x="1275378" y="1721508"/>
                  </a:lnTo>
                  <a:lnTo>
                    <a:pt x="1275375" y="1721499"/>
                  </a:lnTo>
                  <a:lnTo>
                    <a:pt x="1275370" y="1721481"/>
                  </a:lnTo>
                  <a:lnTo>
                    <a:pt x="1275366" y="1721469"/>
                  </a:lnTo>
                  <a:lnTo>
                    <a:pt x="1275366" y="1721462"/>
                  </a:lnTo>
                  <a:lnTo>
                    <a:pt x="1275362" y="1721425"/>
                  </a:lnTo>
                  <a:lnTo>
                    <a:pt x="1275357" y="1721407"/>
                  </a:lnTo>
                  <a:lnTo>
                    <a:pt x="1275351" y="1721388"/>
                  </a:lnTo>
                  <a:lnTo>
                    <a:pt x="1275349" y="1721380"/>
                  </a:lnTo>
                  <a:lnTo>
                    <a:pt x="1275344" y="1721371"/>
                  </a:lnTo>
                  <a:lnTo>
                    <a:pt x="1275332" y="1721352"/>
                  </a:lnTo>
                  <a:lnTo>
                    <a:pt x="1275321" y="1721334"/>
                  </a:lnTo>
                  <a:lnTo>
                    <a:pt x="1275312" y="1721324"/>
                  </a:lnTo>
                  <a:lnTo>
                    <a:pt x="1275305" y="1721320"/>
                  </a:lnTo>
                  <a:lnTo>
                    <a:pt x="1275289" y="1721311"/>
                  </a:lnTo>
                  <a:lnTo>
                    <a:pt x="1275268" y="1721319"/>
                  </a:lnTo>
                  <a:lnTo>
                    <a:pt x="1275260" y="1721322"/>
                  </a:lnTo>
                  <a:lnTo>
                    <a:pt x="1275235" y="1721333"/>
                  </a:lnTo>
                  <a:lnTo>
                    <a:pt x="1275204" y="1721342"/>
                  </a:lnTo>
                  <a:lnTo>
                    <a:pt x="1275178" y="1721347"/>
                  </a:lnTo>
                  <a:lnTo>
                    <a:pt x="1275152" y="1721347"/>
                  </a:lnTo>
                  <a:lnTo>
                    <a:pt x="1275112" y="1721349"/>
                  </a:lnTo>
                  <a:lnTo>
                    <a:pt x="1275091" y="1721354"/>
                  </a:lnTo>
                  <a:lnTo>
                    <a:pt x="1275081" y="1721367"/>
                  </a:lnTo>
                  <a:lnTo>
                    <a:pt x="1275063" y="1721384"/>
                  </a:lnTo>
                  <a:lnTo>
                    <a:pt x="1275047" y="1721406"/>
                  </a:lnTo>
                  <a:lnTo>
                    <a:pt x="1275036" y="1721424"/>
                  </a:lnTo>
                  <a:lnTo>
                    <a:pt x="1275027" y="1721431"/>
                  </a:lnTo>
                  <a:lnTo>
                    <a:pt x="1275008" y="1721445"/>
                  </a:lnTo>
                  <a:lnTo>
                    <a:pt x="1274989" y="1721456"/>
                  </a:lnTo>
                  <a:lnTo>
                    <a:pt x="1274958" y="1721476"/>
                  </a:lnTo>
                  <a:lnTo>
                    <a:pt x="1274936" y="1721487"/>
                  </a:lnTo>
                  <a:lnTo>
                    <a:pt x="1274915" y="1721494"/>
                  </a:lnTo>
                  <a:lnTo>
                    <a:pt x="1274887" y="1721500"/>
                  </a:lnTo>
                  <a:lnTo>
                    <a:pt x="1274850" y="1721507"/>
                  </a:lnTo>
                  <a:lnTo>
                    <a:pt x="1274823" y="1721511"/>
                  </a:lnTo>
                  <a:lnTo>
                    <a:pt x="1274792" y="1721524"/>
                  </a:lnTo>
                  <a:lnTo>
                    <a:pt x="1274782" y="1721528"/>
                  </a:lnTo>
                  <a:lnTo>
                    <a:pt x="1274768" y="1721530"/>
                  </a:lnTo>
                  <a:lnTo>
                    <a:pt x="1274733" y="1721542"/>
                  </a:lnTo>
                  <a:lnTo>
                    <a:pt x="1274713" y="1721551"/>
                  </a:lnTo>
                  <a:lnTo>
                    <a:pt x="1274696" y="1721558"/>
                  </a:lnTo>
                  <a:lnTo>
                    <a:pt x="1274685" y="1721562"/>
                  </a:lnTo>
                  <a:lnTo>
                    <a:pt x="1274678" y="1721567"/>
                  </a:lnTo>
                  <a:lnTo>
                    <a:pt x="1274672" y="1721569"/>
                  </a:lnTo>
                  <a:lnTo>
                    <a:pt x="1274661" y="1721576"/>
                  </a:lnTo>
                  <a:lnTo>
                    <a:pt x="1274632" y="1721593"/>
                  </a:lnTo>
                  <a:lnTo>
                    <a:pt x="1274614" y="1721602"/>
                  </a:lnTo>
                  <a:lnTo>
                    <a:pt x="1274599" y="1721606"/>
                  </a:lnTo>
                  <a:lnTo>
                    <a:pt x="1274586" y="1721608"/>
                  </a:lnTo>
                  <a:lnTo>
                    <a:pt x="1274579" y="1721605"/>
                  </a:lnTo>
                  <a:lnTo>
                    <a:pt x="1274562" y="1721603"/>
                  </a:lnTo>
                  <a:lnTo>
                    <a:pt x="1274545" y="1721603"/>
                  </a:lnTo>
                  <a:lnTo>
                    <a:pt x="1274527" y="1721605"/>
                  </a:lnTo>
                  <a:lnTo>
                    <a:pt x="1274510" y="1721604"/>
                  </a:lnTo>
                  <a:lnTo>
                    <a:pt x="1274493" y="1721608"/>
                  </a:lnTo>
                  <a:lnTo>
                    <a:pt x="1274485" y="1721608"/>
                  </a:lnTo>
                  <a:lnTo>
                    <a:pt x="1274475" y="1721611"/>
                  </a:lnTo>
                  <a:lnTo>
                    <a:pt x="1274463" y="1721614"/>
                  </a:lnTo>
                  <a:lnTo>
                    <a:pt x="1274457" y="1721617"/>
                  </a:lnTo>
                  <a:lnTo>
                    <a:pt x="1274440" y="1721627"/>
                  </a:lnTo>
                  <a:lnTo>
                    <a:pt x="1274422" y="1721636"/>
                  </a:lnTo>
                  <a:lnTo>
                    <a:pt x="1274412" y="1721639"/>
                  </a:lnTo>
                  <a:lnTo>
                    <a:pt x="1274405" y="1721639"/>
                  </a:lnTo>
                  <a:lnTo>
                    <a:pt x="1274388" y="1721640"/>
                  </a:lnTo>
                  <a:lnTo>
                    <a:pt x="1274370" y="1721642"/>
                  </a:lnTo>
                  <a:lnTo>
                    <a:pt x="1274353" y="1721646"/>
                  </a:lnTo>
                  <a:lnTo>
                    <a:pt x="1274335" y="1721649"/>
                  </a:lnTo>
                  <a:lnTo>
                    <a:pt x="1274318" y="1721655"/>
                  </a:lnTo>
                  <a:lnTo>
                    <a:pt x="1274300" y="1721663"/>
                  </a:lnTo>
                  <a:lnTo>
                    <a:pt x="1274283" y="1721673"/>
                  </a:lnTo>
                  <a:lnTo>
                    <a:pt x="1274265" y="1721685"/>
                  </a:lnTo>
                  <a:lnTo>
                    <a:pt x="1274248" y="1721692"/>
                  </a:lnTo>
                  <a:lnTo>
                    <a:pt x="1274233" y="1721696"/>
                  </a:lnTo>
                  <a:lnTo>
                    <a:pt x="1274228" y="1721699"/>
                  </a:lnTo>
                  <a:lnTo>
                    <a:pt x="1274213" y="1721711"/>
                  </a:lnTo>
                  <a:lnTo>
                    <a:pt x="1274196" y="1721725"/>
                  </a:lnTo>
                  <a:lnTo>
                    <a:pt x="1274159" y="1721756"/>
                  </a:lnTo>
                  <a:lnTo>
                    <a:pt x="1274143" y="1721772"/>
                  </a:lnTo>
                  <a:lnTo>
                    <a:pt x="1274126" y="1721789"/>
                  </a:lnTo>
                  <a:lnTo>
                    <a:pt x="1274111" y="1721805"/>
                  </a:lnTo>
                  <a:lnTo>
                    <a:pt x="1274094" y="1721816"/>
                  </a:lnTo>
                  <a:lnTo>
                    <a:pt x="1274076" y="1721822"/>
                  </a:lnTo>
                  <a:lnTo>
                    <a:pt x="1274059" y="1721824"/>
                  </a:lnTo>
                  <a:lnTo>
                    <a:pt x="1274041" y="1721826"/>
                  </a:lnTo>
                  <a:lnTo>
                    <a:pt x="1274024" y="1721828"/>
                  </a:lnTo>
                  <a:lnTo>
                    <a:pt x="1274006" y="1721829"/>
                  </a:lnTo>
                  <a:lnTo>
                    <a:pt x="1273989" y="1721831"/>
                  </a:lnTo>
                  <a:lnTo>
                    <a:pt x="1273954" y="1721838"/>
                  </a:lnTo>
                  <a:lnTo>
                    <a:pt x="1273937" y="1721842"/>
                  </a:lnTo>
                  <a:lnTo>
                    <a:pt x="1273919" y="1721844"/>
                  </a:lnTo>
                  <a:lnTo>
                    <a:pt x="1273902" y="1721848"/>
                  </a:lnTo>
                  <a:lnTo>
                    <a:pt x="1273889" y="1721848"/>
                  </a:lnTo>
                  <a:lnTo>
                    <a:pt x="1273884" y="1721851"/>
                  </a:lnTo>
                  <a:lnTo>
                    <a:pt x="1273867" y="1721859"/>
                  </a:lnTo>
                  <a:lnTo>
                    <a:pt x="1273850" y="1721869"/>
                  </a:lnTo>
                  <a:lnTo>
                    <a:pt x="1273832" y="1721877"/>
                  </a:lnTo>
                  <a:lnTo>
                    <a:pt x="1273814" y="1721888"/>
                  </a:lnTo>
                  <a:lnTo>
                    <a:pt x="1273797" y="1721896"/>
                  </a:lnTo>
                  <a:lnTo>
                    <a:pt x="1273779" y="1721902"/>
                  </a:lnTo>
                  <a:lnTo>
                    <a:pt x="1273762" y="1721906"/>
                  </a:lnTo>
                  <a:lnTo>
                    <a:pt x="1273745" y="1721913"/>
                  </a:lnTo>
                  <a:lnTo>
                    <a:pt x="1273727" y="1721920"/>
                  </a:lnTo>
                  <a:lnTo>
                    <a:pt x="1273710" y="1721927"/>
                  </a:lnTo>
                  <a:lnTo>
                    <a:pt x="1273692" y="1721937"/>
                  </a:lnTo>
                  <a:lnTo>
                    <a:pt x="1273683" y="1721940"/>
                  </a:lnTo>
                  <a:lnTo>
                    <a:pt x="1273675" y="1721946"/>
                  </a:lnTo>
                  <a:lnTo>
                    <a:pt x="1273663" y="1721962"/>
                  </a:lnTo>
                  <a:lnTo>
                    <a:pt x="1273656" y="1721980"/>
                  </a:lnTo>
                  <a:lnTo>
                    <a:pt x="1273651" y="1721988"/>
                  </a:lnTo>
                  <a:lnTo>
                    <a:pt x="1273644" y="1722004"/>
                  </a:lnTo>
                  <a:lnTo>
                    <a:pt x="1273639" y="1722014"/>
                  </a:lnTo>
                  <a:lnTo>
                    <a:pt x="1273638" y="1722023"/>
                  </a:lnTo>
                  <a:lnTo>
                    <a:pt x="1273633" y="1722041"/>
                  </a:lnTo>
                  <a:lnTo>
                    <a:pt x="1273627" y="1722060"/>
                  </a:lnTo>
                  <a:lnTo>
                    <a:pt x="1273620" y="1722078"/>
                  </a:lnTo>
                  <a:lnTo>
                    <a:pt x="1273611" y="1722098"/>
                  </a:lnTo>
                  <a:lnTo>
                    <a:pt x="1273603" y="1722115"/>
                  </a:lnTo>
                  <a:lnTo>
                    <a:pt x="1273591" y="1722128"/>
                  </a:lnTo>
                  <a:lnTo>
                    <a:pt x="1273586" y="1722130"/>
                  </a:lnTo>
                  <a:lnTo>
                    <a:pt x="1273573" y="1722139"/>
                  </a:lnTo>
                  <a:lnTo>
                    <a:pt x="1273567" y="1722141"/>
                  </a:lnTo>
                  <a:lnTo>
                    <a:pt x="1273551" y="1722145"/>
                  </a:lnTo>
                  <a:lnTo>
                    <a:pt x="1273534" y="1722150"/>
                  </a:lnTo>
                  <a:lnTo>
                    <a:pt x="1273516" y="1722158"/>
                  </a:lnTo>
                  <a:lnTo>
                    <a:pt x="1273499" y="1722168"/>
                  </a:lnTo>
                  <a:lnTo>
                    <a:pt x="1273481" y="1722179"/>
                  </a:lnTo>
                  <a:lnTo>
                    <a:pt x="1273475" y="1722181"/>
                  </a:lnTo>
                  <a:lnTo>
                    <a:pt x="1273463" y="1722191"/>
                  </a:lnTo>
                  <a:lnTo>
                    <a:pt x="1273448" y="1722208"/>
                  </a:lnTo>
                  <a:lnTo>
                    <a:pt x="1273432" y="1722224"/>
                  </a:lnTo>
                  <a:lnTo>
                    <a:pt x="1273415" y="1722240"/>
                  </a:lnTo>
                  <a:lnTo>
                    <a:pt x="1273400" y="1722257"/>
                  </a:lnTo>
                  <a:lnTo>
                    <a:pt x="1273386" y="1722270"/>
                  </a:lnTo>
                  <a:lnTo>
                    <a:pt x="1273369" y="1722276"/>
                  </a:lnTo>
                  <a:lnTo>
                    <a:pt x="1273349" y="1722274"/>
                  </a:lnTo>
                  <a:lnTo>
                    <a:pt x="1273332" y="1722270"/>
                  </a:lnTo>
                  <a:lnTo>
                    <a:pt x="1273314" y="1722266"/>
                  </a:lnTo>
                  <a:lnTo>
                    <a:pt x="1273307" y="1722262"/>
                  </a:lnTo>
                  <a:lnTo>
                    <a:pt x="1273297" y="1722261"/>
                  </a:lnTo>
                  <a:lnTo>
                    <a:pt x="1273280" y="1722255"/>
                  </a:lnTo>
                  <a:lnTo>
                    <a:pt x="1273262" y="1722246"/>
                  </a:lnTo>
                  <a:lnTo>
                    <a:pt x="1273245" y="1722238"/>
                  </a:lnTo>
                  <a:lnTo>
                    <a:pt x="1273228" y="1722234"/>
                  </a:lnTo>
                  <a:lnTo>
                    <a:pt x="1273218" y="1722230"/>
                  </a:lnTo>
                  <a:lnTo>
                    <a:pt x="1273210" y="1722224"/>
                  </a:lnTo>
                  <a:lnTo>
                    <a:pt x="1273205" y="1722218"/>
                  </a:lnTo>
                  <a:lnTo>
                    <a:pt x="1273194" y="1722213"/>
                  </a:lnTo>
                  <a:lnTo>
                    <a:pt x="1273177" y="1722212"/>
                  </a:lnTo>
                  <a:lnTo>
                    <a:pt x="1273159" y="1722213"/>
                  </a:lnTo>
                  <a:lnTo>
                    <a:pt x="1273151" y="1722215"/>
                  </a:lnTo>
                  <a:lnTo>
                    <a:pt x="1273142" y="1722215"/>
                  </a:lnTo>
                  <a:lnTo>
                    <a:pt x="1273125" y="1722213"/>
                  </a:lnTo>
                  <a:lnTo>
                    <a:pt x="1273105" y="1722210"/>
                  </a:lnTo>
                  <a:lnTo>
                    <a:pt x="1273087" y="1722205"/>
                  </a:lnTo>
                  <a:lnTo>
                    <a:pt x="1273078" y="1722203"/>
                  </a:lnTo>
                  <a:lnTo>
                    <a:pt x="1273070" y="1722206"/>
                  </a:lnTo>
                  <a:lnTo>
                    <a:pt x="1273060" y="1722205"/>
                  </a:lnTo>
                  <a:lnTo>
                    <a:pt x="1273054" y="1722201"/>
                  </a:lnTo>
                  <a:lnTo>
                    <a:pt x="1273047" y="1722194"/>
                  </a:lnTo>
                  <a:lnTo>
                    <a:pt x="1273042" y="1722185"/>
                  </a:lnTo>
                  <a:lnTo>
                    <a:pt x="1273028" y="1722166"/>
                  </a:lnTo>
                  <a:lnTo>
                    <a:pt x="1273030" y="1722135"/>
                  </a:lnTo>
                  <a:lnTo>
                    <a:pt x="1273028" y="1722114"/>
                  </a:lnTo>
                  <a:lnTo>
                    <a:pt x="1273025" y="1722105"/>
                  </a:lnTo>
                  <a:lnTo>
                    <a:pt x="1273010" y="1722093"/>
                  </a:lnTo>
                  <a:lnTo>
                    <a:pt x="1272990" y="1722089"/>
                  </a:lnTo>
                  <a:lnTo>
                    <a:pt x="1272973" y="1722078"/>
                  </a:lnTo>
                  <a:lnTo>
                    <a:pt x="1272964" y="1722076"/>
                  </a:lnTo>
                  <a:lnTo>
                    <a:pt x="1272956" y="1722067"/>
                  </a:lnTo>
                  <a:lnTo>
                    <a:pt x="1272944" y="1722048"/>
                  </a:lnTo>
                  <a:lnTo>
                    <a:pt x="1272940" y="1722043"/>
                  </a:lnTo>
                  <a:lnTo>
                    <a:pt x="1272888" y="1721997"/>
                  </a:lnTo>
                  <a:lnTo>
                    <a:pt x="1272878" y="1721993"/>
                  </a:lnTo>
                  <a:lnTo>
                    <a:pt x="1272872" y="1721989"/>
                  </a:lnTo>
                  <a:lnTo>
                    <a:pt x="1272863" y="1721988"/>
                  </a:lnTo>
                  <a:lnTo>
                    <a:pt x="1272843" y="1721982"/>
                  </a:lnTo>
                  <a:lnTo>
                    <a:pt x="1272834" y="1721975"/>
                  </a:lnTo>
                  <a:lnTo>
                    <a:pt x="1272826" y="1721967"/>
                  </a:lnTo>
                  <a:lnTo>
                    <a:pt x="1272825" y="1721948"/>
                  </a:lnTo>
                  <a:lnTo>
                    <a:pt x="1272819" y="1721933"/>
                  </a:lnTo>
                  <a:lnTo>
                    <a:pt x="1272816" y="1721930"/>
                  </a:lnTo>
                  <a:lnTo>
                    <a:pt x="1272803" y="1721911"/>
                  </a:lnTo>
                  <a:lnTo>
                    <a:pt x="1272786" y="1721896"/>
                  </a:lnTo>
                  <a:lnTo>
                    <a:pt x="1272777" y="1721889"/>
                  </a:lnTo>
                  <a:lnTo>
                    <a:pt x="1272769" y="1721887"/>
                  </a:lnTo>
                  <a:lnTo>
                    <a:pt x="1272760" y="1721886"/>
                  </a:lnTo>
                  <a:lnTo>
                    <a:pt x="1272751" y="1721889"/>
                  </a:lnTo>
                  <a:lnTo>
                    <a:pt x="1272734" y="1721905"/>
                  </a:lnTo>
                  <a:lnTo>
                    <a:pt x="1272723" y="1721912"/>
                  </a:lnTo>
                  <a:lnTo>
                    <a:pt x="1272717" y="1721915"/>
                  </a:lnTo>
                  <a:lnTo>
                    <a:pt x="1272709" y="1721923"/>
                  </a:lnTo>
                  <a:lnTo>
                    <a:pt x="1272700" y="1721927"/>
                  </a:lnTo>
                  <a:lnTo>
                    <a:pt x="1272685" y="1721934"/>
                  </a:lnTo>
                  <a:lnTo>
                    <a:pt x="1272669" y="1721932"/>
                  </a:lnTo>
                  <a:lnTo>
                    <a:pt x="1272665" y="1721930"/>
                  </a:lnTo>
                  <a:lnTo>
                    <a:pt x="1272661" y="1721926"/>
                  </a:lnTo>
                  <a:lnTo>
                    <a:pt x="1272654" y="1721922"/>
                  </a:lnTo>
                  <a:lnTo>
                    <a:pt x="1272649" y="1721921"/>
                  </a:lnTo>
                  <a:lnTo>
                    <a:pt x="1272631" y="1721920"/>
                  </a:lnTo>
                  <a:lnTo>
                    <a:pt x="1272614" y="1721917"/>
                  </a:lnTo>
                  <a:lnTo>
                    <a:pt x="1272609" y="1721916"/>
                  </a:lnTo>
                  <a:lnTo>
                    <a:pt x="1272582" y="1721912"/>
                  </a:lnTo>
                  <a:lnTo>
                    <a:pt x="1272565" y="1721915"/>
                  </a:lnTo>
                  <a:lnTo>
                    <a:pt x="1272541" y="1721926"/>
                  </a:lnTo>
                  <a:lnTo>
                    <a:pt x="1272507" y="1721944"/>
                  </a:lnTo>
                  <a:lnTo>
                    <a:pt x="1272469" y="1721957"/>
                  </a:lnTo>
                  <a:lnTo>
                    <a:pt x="1272427" y="1721962"/>
                  </a:lnTo>
                  <a:lnTo>
                    <a:pt x="1272403" y="1721965"/>
                  </a:lnTo>
                  <a:lnTo>
                    <a:pt x="1272378" y="1721959"/>
                  </a:lnTo>
                  <a:lnTo>
                    <a:pt x="1272347" y="1721950"/>
                  </a:lnTo>
                  <a:lnTo>
                    <a:pt x="1272309" y="1721937"/>
                  </a:lnTo>
                  <a:lnTo>
                    <a:pt x="1272279" y="1721928"/>
                  </a:lnTo>
                  <a:lnTo>
                    <a:pt x="1272248" y="1721921"/>
                  </a:lnTo>
                  <a:lnTo>
                    <a:pt x="1272221" y="1721918"/>
                  </a:lnTo>
                  <a:lnTo>
                    <a:pt x="1272213" y="1721918"/>
                  </a:lnTo>
                  <a:lnTo>
                    <a:pt x="1272207" y="1721918"/>
                  </a:lnTo>
                  <a:lnTo>
                    <a:pt x="1272186" y="1721919"/>
                  </a:lnTo>
                  <a:lnTo>
                    <a:pt x="1272177" y="1721920"/>
                  </a:lnTo>
                  <a:lnTo>
                    <a:pt x="1272168" y="1721921"/>
                  </a:lnTo>
                  <a:lnTo>
                    <a:pt x="1272143" y="1721930"/>
                  </a:lnTo>
                  <a:lnTo>
                    <a:pt x="1272125" y="1721939"/>
                  </a:lnTo>
                  <a:lnTo>
                    <a:pt x="1272109" y="1721941"/>
                  </a:lnTo>
                  <a:lnTo>
                    <a:pt x="1272091" y="1721940"/>
                  </a:lnTo>
                  <a:lnTo>
                    <a:pt x="1272074" y="1721935"/>
                  </a:lnTo>
                  <a:lnTo>
                    <a:pt x="1272057" y="1721926"/>
                  </a:lnTo>
                  <a:lnTo>
                    <a:pt x="1272039" y="1721916"/>
                  </a:lnTo>
                  <a:lnTo>
                    <a:pt x="1272033" y="1721913"/>
                  </a:lnTo>
                  <a:lnTo>
                    <a:pt x="1272022" y="1721911"/>
                  </a:lnTo>
                  <a:lnTo>
                    <a:pt x="1272005" y="1721907"/>
                  </a:lnTo>
                  <a:lnTo>
                    <a:pt x="1271970" y="1721907"/>
                  </a:lnTo>
                  <a:lnTo>
                    <a:pt x="1271936" y="1721916"/>
                  </a:lnTo>
                  <a:lnTo>
                    <a:pt x="1271925" y="1721914"/>
                  </a:lnTo>
                  <a:lnTo>
                    <a:pt x="1271908" y="1721910"/>
                  </a:lnTo>
                  <a:lnTo>
                    <a:pt x="1271899" y="1721908"/>
                  </a:lnTo>
                  <a:lnTo>
                    <a:pt x="1271886" y="1721906"/>
                  </a:lnTo>
                  <a:lnTo>
                    <a:pt x="1271872" y="1721900"/>
                  </a:lnTo>
                  <a:lnTo>
                    <a:pt x="1271846" y="1721899"/>
                  </a:lnTo>
                  <a:lnTo>
                    <a:pt x="1271824" y="1721896"/>
                  </a:lnTo>
                  <a:lnTo>
                    <a:pt x="1271811" y="1721891"/>
                  </a:lnTo>
                  <a:lnTo>
                    <a:pt x="1271794" y="1721886"/>
                  </a:lnTo>
                  <a:lnTo>
                    <a:pt x="1271776" y="1721881"/>
                  </a:lnTo>
                  <a:lnTo>
                    <a:pt x="1271767" y="1721878"/>
                  </a:lnTo>
                  <a:lnTo>
                    <a:pt x="1271759" y="1721879"/>
                  </a:lnTo>
                  <a:lnTo>
                    <a:pt x="1271741" y="1721879"/>
                  </a:lnTo>
                  <a:lnTo>
                    <a:pt x="1271724" y="1721880"/>
                  </a:lnTo>
                  <a:lnTo>
                    <a:pt x="1271707" y="1721879"/>
                  </a:lnTo>
                  <a:lnTo>
                    <a:pt x="1271689" y="1721876"/>
                  </a:lnTo>
                  <a:lnTo>
                    <a:pt x="1271672" y="1721872"/>
                  </a:lnTo>
                  <a:lnTo>
                    <a:pt x="1271655" y="1721871"/>
                  </a:lnTo>
                  <a:lnTo>
                    <a:pt x="1271620" y="1721870"/>
                  </a:lnTo>
                  <a:lnTo>
                    <a:pt x="1271602" y="1721872"/>
                  </a:lnTo>
                  <a:lnTo>
                    <a:pt x="1271578" y="1721876"/>
                  </a:lnTo>
                  <a:lnTo>
                    <a:pt x="1271570" y="1721881"/>
                  </a:lnTo>
                  <a:lnTo>
                    <a:pt x="1271556" y="1721888"/>
                  </a:lnTo>
                  <a:lnTo>
                    <a:pt x="1271547" y="1721893"/>
                  </a:lnTo>
                  <a:lnTo>
                    <a:pt x="1271539" y="1721893"/>
                  </a:lnTo>
                  <a:lnTo>
                    <a:pt x="1271530" y="1721890"/>
                  </a:lnTo>
                  <a:lnTo>
                    <a:pt x="1271515" y="1721878"/>
                  </a:lnTo>
                  <a:lnTo>
                    <a:pt x="1271499" y="1721862"/>
                  </a:lnTo>
                  <a:lnTo>
                    <a:pt x="1271466" y="1721844"/>
                  </a:lnTo>
                  <a:lnTo>
                    <a:pt x="1271442" y="1721833"/>
                  </a:lnTo>
                  <a:lnTo>
                    <a:pt x="1271434" y="1721833"/>
                  </a:lnTo>
                  <a:lnTo>
                    <a:pt x="1271423" y="1721844"/>
                  </a:lnTo>
                  <a:lnTo>
                    <a:pt x="1271403" y="1721865"/>
                  </a:lnTo>
                  <a:lnTo>
                    <a:pt x="1271390" y="1721868"/>
                  </a:lnTo>
                  <a:lnTo>
                    <a:pt x="1271355" y="1721873"/>
                  </a:lnTo>
                  <a:lnTo>
                    <a:pt x="1271347" y="1721880"/>
                  </a:lnTo>
                  <a:lnTo>
                    <a:pt x="1271339" y="1721890"/>
                  </a:lnTo>
                  <a:lnTo>
                    <a:pt x="1271335" y="1721894"/>
                  </a:lnTo>
                  <a:lnTo>
                    <a:pt x="1271326" y="1721907"/>
                  </a:lnTo>
                  <a:lnTo>
                    <a:pt x="1271322" y="1721921"/>
                  </a:lnTo>
                  <a:lnTo>
                    <a:pt x="1271321" y="1721936"/>
                  </a:lnTo>
                  <a:lnTo>
                    <a:pt x="1271319" y="1721943"/>
                  </a:lnTo>
                  <a:lnTo>
                    <a:pt x="1271312" y="1721953"/>
                  </a:lnTo>
                  <a:lnTo>
                    <a:pt x="1271306" y="1721958"/>
                  </a:lnTo>
                  <a:lnTo>
                    <a:pt x="1271292" y="1721966"/>
                  </a:lnTo>
                  <a:lnTo>
                    <a:pt x="1271276" y="1721970"/>
                  </a:lnTo>
                  <a:lnTo>
                    <a:pt x="1271259" y="1721973"/>
                  </a:lnTo>
                  <a:lnTo>
                    <a:pt x="1271242" y="1721978"/>
                  </a:lnTo>
                  <a:lnTo>
                    <a:pt x="1271230" y="1721988"/>
                  </a:lnTo>
                  <a:lnTo>
                    <a:pt x="1271220" y="1721996"/>
                  </a:lnTo>
                  <a:lnTo>
                    <a:pt x="1271212" y="1722005"/>
                  </a:lnTo>
                  <a:lnTo>
                    <a:pt x="1271205" y="1722015"/>
                  </a:lnTo>
                  <a:lnTo>
                    <a:pt x="1271187" y="1722043"/>
                  </a:lnTo>
                  <a:lnTo>
                    <a:pt x="1271175" y="1722055"/>
                  </a:lnTo>
                  <a:lnTo>
                    <a:pt x="1271167" y="1722061"/>
                  </a:lnTo>
                  <a:lnTo>
                    <a:pt x="1271157" y="1722073"/>
                  </a:lnTo>
                  <a:lnTo>
                    <a:pt x="1271148" y="1722087"/>
                  </a:lnTo>
                  <a:lnTo>
                    <a:pt x="1271135" y="1722109"/>
                  </a:lnTo>
                  <a:lnTo>
                    <a:pt x="1271126" y="1722125"/>
                  </a:lnTo>
                  <a:lnTo>
                    <a:pt x="1271124" y="1722143"/>
                  </a:lnTo>
                  <a:lnTo>
                    <a:pt x="1271118" y="1722162"/>
                  </a:lnTo>
                  <a:lnTo>
                    <a:pt x="1271115" y="1722169"/>
                  </a:lnTo>
                  <a:lnTo>
                    <a:pt x="1271106" y="1722179"/>
                  </a:lnTo>
                  <a:lnTo>
                    <a:pt x="1271089" y="1722190"/>
                  </a:lnTo>
                  <a:lnTo>
                    <a:pt x="1271082" y="1722195"/>
                  </a:lnTo>
                  <a:lnTo>
                    <a:pt x="1271080" y="1722206"/>
                  </a:lnTo>
                  <a:lnTo>
                    <a:pt x="1271083" y="1722224"/>
                  </a:lnTo>
                  <a:lnTo>
                    <a:pt x="1271087" y="1722238"/>
                  </a:lnTo>
                  <a:lnTo>
                    <a:pt x="1271089" y="1722247"/>
                  </a:lnTo>
                  <a:lnTo>
                    <a:pt x="1271092" y="1722256"/>
                  </a:lnTo>
                  <a:lnTo>
                    <a:pt x="1271091" y="1722264"/>
                  </a:lnTo>
                  <a:lnTo>
                    <a:pt x="1271080" y="1722270"/>
                  </a:lnTo>
                  <a:lnTo>
                    <a:pt x="1271065" y="1722274"/>
                  </a:lnTo>
                  <a:lnTo>
                    <a:pt x="1271046" y="1722278"/>
                  </a:lnTo>
                  <a:lnTo>
                    <a:pt x="1271039" y="1722281"/>
                  </a:lnTo>
                  <a:lnTo>
                    <a:pt x="1271031" y="1722290"/>
                  </a:lnTo>
                  <a:lnTo>
                    <a:pt x="1271029" y="1722296"/>
                  </a:lnTo>
                  <a:lnTo>
                    <a:pt x="1271024" y="1722299"/>
                  </a:lnTo>
                  <a:lnTo>
                    <a:pt x="1271016" y="1722301"/>
                  </a:lnTo>
                  <a:lnTo>
                    <a:pt x="1270998" y="1722300"/>
                  </a:lnTo>
                  <a:lnTo>
                    <a:pt x="1270981" y="1722301"/>
                  </a:lnTo>
                  <a:lnTo>
                    <a:pt x="1270964" y="1722302"/>
                  </a:lnTo>
                  <a:lnTo>
                    <a:pt x="1270946" y="1722307"/>
                  </a:lnTo>
                  <a:lnTo>
                    <a:pt x="1270935" y="1722313"/>
                  </a:lnTo>
                  <a:lnTo>
                    <a:pt x="1270931" y="1722319"/>
                  </a:lnTo>
                  <a:lnTo>
                    <a:pt x="1270927" y="1722325"/>
                  </a:lnTo>
                  <a:lnTo>
                    <a:pt x="1270925" y="1722337"/>
                  </a:lnTo>
                  <a:lnTo>
                    <a:pt x="1270922" y="1722356"/>
                  </a:lnTo>
                  <a:lnTo>
                    <a:pt x="1270916" y="1722368"/>
                  </a:lnTo>
                  <a:lnTo>
                    <a:pt x="1270898" y="1722410"/>
                  </a:lnTo>
                  <a:lnTo>
                    <a:pt x="1270896" y="1722420"/>
                  </a:lnTo>
                  <a:lnTo>
                    <a:pt x="1270891" y="1722428"/>
                  </a:lnTo>
                  <a:lnTo>
                    <a:pt x="1270889" y="1722435"/>
                  </a:lnTo>
                  <a:lnTo>
                    <a:pt x="1270877" y="1722443"/>
                  </a:lnTo>
                  <a:lnTo>
                    <a:pt x="1270859" y="1722449"/>
                  </a:lnTo>
                  <a:lnTo>
                    <a:pt x="1270824" y="1722454"/>
                  </a:lnTo>
                  <a:lnTo>
                    <a:pt x="1270808" y="1722461"/>
                  </a:lnTo>
                  <a:lnTo>
                    <a:pt x="1270800" y="1722466"/>
                  </a:lnTo>
                  <a:lnTo>
                    <a:pt x="1270792" y="1722484"/>
                  </a:lnTo>
                  <a:lnTo>
                    <a:pt x="1270786" y="1722488"/>
                  </a:lnTo>
                  <a:lnTo>
                    <a:pt x="1270779" y="1722498"/>
                  </a:lnTo>
                  <a:lnTo>
                    <a:pt x="1270779" y="1722534"/>
                  </a:lnTo>
                  <a:lnTo>
                    <a:pt x="1270775" y="1722553"/>
                  </a:lnTo>
                  <a:lnTo>
                    <a:pt x="1270772" y="1722561"/>
                  </a:lnTo>
                  <a:lnTo>
                    <a:pt x="1270762" y="1722572"/>
                  </a:lnTo>
                  <a:lnTo>
                    <a:pt x="1270744" y="1722584"/>
                  </a:lnTo>
                  <a:lnTo>
                    <a:pt x="1270728" y="1722597"/>
                  </a:lnTo>
                  <a:lnTo>
                    <a:pt x="1270724" y="1722600"/>
                  </a:lnTo>
                  <a:lnTo>
                    <a:pt x="1270714" y="1722614"/>
                  </a:lnTo>
                  <a:lnTo>
                    <a:pt x="1270708" y="1722623"/>
                  </a:lnTo>
                  <a:lnTo>
                    <a:pt x="1270702" y="1722633"/>
                  </a:lnTo>
                  <a:lnTo>
                    <a:pt x="1270686" y="1722649"/>
                  </a:lnTo>
                  <a:lnTo>
                    <a:pt x="1270681" y="1722652"/>
                  </a:lnTo>
                  <a:lnTo>
                    <a:pt x="1270672" y="1722666"/>
                  </a:lnTo>
                  <a:lnTo>
                    <a:pt x="1270651" y="1722690"/>
                  </a:lnTo>
                  <a:lnTo>
                    <a:pt x="1270640" y="1722702"/>
                  </a:lnTo>
                  <a:lnTo>
                    <a:pt x="1270633" y="1722711"/>
                  </a:lnTo>
                  <a:lnTo>
                    <a:pt x="1270619" y="1722719"/>
                  </a:lnTo>
                  <a:lnTo>
                    <a:pt x="1270601" y="1722733"/>
                  </a:lnTo>
                  <a:lnTo>
                    <a:pt x="1270597" y="1722736"/>
                  </a:lnTo>
                  <a:lnTo>
                    <a:pt x="1270582" y="1722757"/>
                  </a:lnTo>
                  <a:lnTo>
                    <a:pt x="1270578" y="1722776"/>
                  </a:lnTo>
                  <a:lnTo>
                    <a:pt x="1270573" y="1722794"/>
                  </a:lnTo>
                  <a:lnTo>
                    <a:pt x="1270573" y="1722804"/>
                  </a:lnTo>
                  <a:lnTo>
                    <a:pt x="1270571" y="1722813"/>
                  </a:lnTo>
                  <a:lnTo>
                    <a:pt x="1270568" y="1722825"/>
                  </a:lnTo>
                  <a:lnTo>
                    <a:pt x="1270564" y="1722833"/>
                  </a:lnTo>
                  <a:lnTo>
                    <a:pt x="1270552" y="1722849"/>
                  </a:lnTo>
                  <a:lnTo>
                    <a:pt x="1270544" y="1722868"/>
                  </a:lnTo>
                  <a:lnTo>
                    <a:pt x="1270540" y="1722886"/>
                  </a:lnTo>
                  <a:lnTo>
                    <a:pt x="1270534" y="1722905"/>
                  </a:lnTo>
                  <a:lnTo>
                    <a:pt x="1270529" y="1722912"/>
                  </a:lnTo>
                  <a:lnTo>
                    <a:pt x="1270519" y="1722920"/>
                  </a:lnTo>
                  <a:lnTo>
                    <a:pt x="1270505" y="1722924"/>
                  </a:lnTo>
                  <a:lnTo>
                    <a:pt x="1270492" y="1722925"/>
                  </a:lnTo>
                  <a:lnTo>
                    <a:pt x="1270484" y="1722926"/>
                  </a:lnTo>
                  <a:lnTo>
                    <a:pt x="1270472" y="1722934"/>
                  </a:lnTo>
                  <a:lnTo>
                    <a:pt x="1270469" y="1722942"/>
                  </a:lnTo>
                  <a:lnTo>
                    <a:pt x="1270466" y="1722950"/>
                  </a:lnTo>
                  <a:lnTo>
                    <a:pt x="1270466" y="1722961"/>
                  </a:lnTo>
                  <a:lnTo>
                    <a:pt x="1270463" y="1722979"/>
                  </a:lnTo>
                  <a:lnTo>
                    <a:pt x="1270460" y="1722998"/>
                  </a:lnTo>
                  <a:lnTo>
                    <a:pt x="1270457" y="1723025"/>
                  </a:lnTo>
                  <a:lnTo>
                    <a:pt x="1270458" y="1723040"/>
                  </a:lnTo>
                  <a:lnTo>
                    <a:pt x="1270451" y="1723058"/>
                  </a:lnTo>
                  <a:lnTo>
                    <a:pt x="1270438" y="1723087"/>
                  </a:lnTo>
                  <a:lnTo>
                    <a:pt x="1270416" y="1723127"/>
                  </a:lnTo>
                  <a:lnTo>
                    <a:pt x="1270407" y="1723145"/>
                  </a:lnTo>
                  <a:lnTo>
                    <a:pt x="1270396" y="1723159"/>
                  </a:lnTo>
                  <a:lnTo>
                    <a:pt x="1270376" y="1723170"/>
                  </a:lnTo>
                  <a:lnTo>
                    <a:pt x="1270361" y="1723173"/>
                  </a:lnTo>
                  <a:lnTo>
                    <a:pt x="1270344" y="1723181"/>
                  </a:lnTo>
                  <a:lnTo>
                    <a:pt x="1270326" y="1723189"/>
                  </a:lnTo>
                  <a:lnTo>
                    <a:pt x="1270309" y="1723200"/>
                  </a:lnTo>
                  <a:lnTo>
                    <a:pt x="1270292" y="1723206"/>
                  </a:lnTo>
                  <a:lnTo>
                    <a:pt x="1270275" y="1723221"/>
                  </a:lnTo>
                  <a:lnTo>
                    <a:pt x="1270259" y="1723239"/>
                  </a:lnTo>
                  <a:lnTo>
                    <a:pt x="1270249" y="1723257"/>
                  </a:lnTo>
                  <a:lnTo>
                    <a:pt x="1270241" y="1723271"/>
                  </a:lnTo>
                  <a:lnTo>
                    <a:pt x="1270218" y="1723288"/>
                  </a:lnTo>
                  <a:lnTo>
                    <a:pt x="1270207" y="1723305"/>
                  </a:lnTo>
                  <a:lnTo>
                    <a:pt x="1270201" y="1723325"/>
                  </a:lnTo>
                  <a:lnTo>
                    <a:pt x="1270194" y="1723342"/>
                  </a:lnTo>
                  <a:lnTo>
                    <a:pt x="1270178" y="1723354"/>
                  </a:lnTo>
                  <a:lnTo>
                    <a:pt x="1270173" y="1723358"/>
                  </a:lnTo>
                  <a:lnTo>
                    <a:pt x="1270160" y="1723362"/>
                  </a:lnTo>
                  <a:lnTo>
                    <a:pt x="1270143" y="1723369"/>
                  </a:lnTo>
                  <a:lnTo>
                    <a:pt x="1270125" y="1723373"/>
                  </a:lnTo>
                  <a:lnTo>
                    <a:pt x="1270108" y="1723385"/>
                  </a:lnTo>
                  <a:lnTo>
                    <a:pt x="1270102" y="1723391"/>
                  </a:lnTo>
                  <a:lnTo>
                    <a:pt x="1270095" y="1723404"/>
                  </a:lnTo>
                  <a:lnTo>
                    <a:pt x="1270091" y="1723423"/>
                  </a:lnTo>
                  <a:lnTo>
                    <a:pt x="1270086" y="1723441"/>
                  </a:lnTo>
                  <a:lnTo>
                    <a:pt x="1270079" y="1723446"/>
                  </a:lnTo>
                  <a:lnTo>
                    <a:pt x="1270072" y="1723447"/>
                  </a:lnTo>
                  <a:lnTo>
                    <a:pt x="1270062" y="1723449"/>
                  </a:lnTo>
                  <a:lnTo>
                    <a:pt x="1270054" y="1723451"/>
                  </a:lnTo>
                  <a:lnTo>
                    <a:pt x="1270036" y="1723456"/>
                  </a:lnTo>
                  <a:lnTo>
                    <a:pt x="1270006" y="1723482"/>
                  </a:lnTo>
                  <a:lnTo>
                    <a:pt x="1270003" y="1723487"/>
                  </a:lnTo>
                  <a:lnTo>
                    <a:pt x="1269994" y="1723499"/>
                  </a:lnTo>
                  <a:lnTo>
                    <a:pt x="1269984" y="1723518"/>
                  </a:lnTo>
                  <a:lnTo>
                    <a:pt x="1269979" y="1723530"/>
                  </a:lnTo>
                  <a:lnTo>
                    <a:pt x="1269973" y="1723537"/>
                  </a:lnTo>
                  <a:lnTo>
                    <a:pt x="1269966" y="1723543"/>
                  </a:lnTo>
                  <a:lnTo>
                    <a:pt x="1269957" y="1723547"/>
                  </a:lnTo>
                  <a:lnTo>
                    <a:pt x="1269945" y="1723574"/>
                  </a:lnTo>
                  <a:lnTo>
                    <a:pt x="1269941" y="1723585"/>
                  </a:lnTo>
                  <a:lnTo>
                    <a:pt x="1269939" y="1723589"/>
                  </a:lnTo>
                  <a:lnTo>
                    <a:pt x="1269926" y="1723602"/>
                  </a:lnTo>
                  <a:lnTo>
                    <a:pt x="1269919" y="1723609"/>
                  </a:lnTo>
                  <a:lnTo>
                    <a:pt x="1269914" y="1723619"/>
                  </a:lnTo>
                  <a:lnTo>
                    <a:pt x="1269912" y="1723624"/>
                  </a:lnTo>
                  <a:lnTo>
                    <a:pt x="1269900" y="1723638"/>
                  </a:lnTo>
                  <a:lnTo>
                    <a:pt x="1269884" y="1723647"/>
                  </a:lnTo>
                  <a:lnTo>
                    <a:pt x="1269867" y="1723650"/>
                  </a:lnTo>
                  <a:lnTo>
                    <a:pt x="1269860" y="1723649"/>
                  </a:lnTo>
                  <a:lnTo>
                    <a:pt x="1269851" y="1723655"/>
                  </a:lnTo>
                  <a:lnTo>
                    <a:pt x="1269852" y="1723662"/>
                  </a:lnTo>
                  <a:lnTo>
                    <a:pt x="1269864" y="1723670"/>
                  </a:lnTo>
                  <a:lnTo>
                    <a:pt x="1269872" y="1723675"/>
                  </a:lnTo>
                  <a:lnTo>
                    <a:pt x="1269882" y="1723686"/>
                  </a:lnTo>
                  <a:lnTo>
                    <a:pt x="1269886" y="1723696"/>
                  </a:lnTo>
                  <a:lnTo>
                    <a:pt x="1269885" y="1723704"/>
                  </a:lnTo>
                  <a:lnTo>
                    <a:pt x="1269882" y="1723709"/>
                  </a:lnTo>
                  <a:lnTo>
                    <a:pt x="1269870" y="1723718"/>
                  </a:lnTo>
                  <a:lnTo>
                    <a:pt x="1269862" y="1723725"/>
                  </a:lnTo>
                  <a:lnTo>
                    <a:pt x="1269852" y="1723728"/>
                  </a:lnTo>
                  <a:lnTo>
                    <a:pt x="1269835" y="1723737"/>
                  </a:lnTo>
                  <a:lnTo>
                    <a:pt x="1269827" y="1723744"/>
                  </a:lnTo>
                  <a:lnTo>
                    <a:pt x="1269819" y="1723754"/>
                  </a:lnTo>
                  <a:lnTo>
                    <a:pt x="1269814" y="1723772"/>
                  </a:lnTo>
                  <a:lnTo>
                    <a:pt x="1269811" y="1723777"/>
                  </a:lnTo>
                  <a:lnTo>
                    <a:pt x="1269810" y="1723791"/>
                  </a:lnTo>
                  <a:lnTo>
                    <a:pt x="1269811" y="1723809"/>
                  </a:lnTo>
                  <a:lnTo>
                    <a:pt x="1269810" y="1723828"/>
                  </a:lnTo>
                  <a:lnTo>
                    <a:pt x="1269810" y="1723834"/>
                  </a:lnTo>
                  <a:lnTo>
                    <a:pt x="1269807" y="1723839"/>
                  </a:lnTo>
                  <a:lnTo>
                    <a:pt x="1269800" y="1723845"/>
                  </a:lnTo>
                  <a:lnTo>
                    <a:pt x="1269784" y="1723852"/>
                  </a:lnTo>
                  <a:lnTo>
                    <a:pt x="1269774" y="1723861"/>
                  </a:lnTo>
                  <a:lnTo>
                    <a:pt x="1269772" y="1723869"/>
                  </a:lnTo>
                  <a:lnTo>
                    <a:pt x="1269770" y="1723877"/>
                  </a:lnTo>
                  <a:lnTo>
                    <a:pt x="1269770" y="1723888"/>
                  </a:lnTo>
                  <a:lnTo>
                    <a:pt x="1269771" y="1723906"/>
                  </a:lnTo>
                  <a:lnTo>
                    <a:pt x="1269773" y="1723925"/>
                  </a:lnTo>
                  <a:lnTo>
                    <a:pt x="1269775" y="1723944"/>
                  </a:lnTo>
                  <a:lnTo>
                    <a:pt x="1269770" y="1723962"/>
                  </a:lnTo>
                  <a:lnTo>
                    <a:pt x="1269768" y="1723969"/>
                  </a:lnTo>
                  <a:lnTo>
                    <a:pt x="1269756" y="1723976"/>
                  </a:lnTo>
                  <a:lnTo>
                    <a:pt x="1269731" y="1723973"/>
                  </a:lnTo>
                  <a:lnTo>
                    <a:pt x="1269713" y="1723971"/>
                  </a:lnTo>
                  <a:lnTo>
                    <a:pt x="1269696" y="1723973"/>
                  </a:lnTo>
                  <a:lnTo>
                    <a:pt x="1269679" y="1723975"/>
                  </a:lnTo>
                  <a:lnTo>
                    <a:pt x="1269661" y="1723981"/>
                  </a:lnTo>
                  <a:lnTo>
                    <a:pt x="1269641" y="1723989"/>
                  </a:lnTo>
                  <a:lnTo>
                    <a:pt x="1269617" y="1723995"/>
                  </a:lnTo>
                  <a:lnTo>
                    <a:pt x="1269599" y="1724002"/>
                  </a:lnTo>
                  <a:lnTo>
                    <a:pt x="1269565" y="1724007"/>
                  </a:lnTo>
                  <a:lnTo>
                    <a:pt x="1269547" y="1724009"/>
                  </a:lnTo>
                  <a:lnTo>
                    <a:pt x="1269529" y="1724014"/>
                  </a:lnTo>
                  <a:lnTo>
                    <a:pt x="1269513" y="1724017"/>
                  </a:lnTo>
                  <a:lnTo>
                    <a:pt x="1269494" y="1724015"/>
                  </a:lnTo>
                  <a:lnTo>
                    <a:pt x="1269481" y="1724012"/>
                  </a:lnTo>
                  <a:lnTo>
                    <a:pt x="1269466" y="1724007"/>
                  </a:lnTo>
                  <a:lnTo>
                    <a:pt x="1269458" y="1724006"/>
                  </a:lnTo>
                  <a:lnTo>
                    <a:pt x="1269446" y="1724007"/>
                  </a:lnTo>
                  <a:lnTo>
                    <a:pt x="1269441" y="1724007"/>
                  </a:lnTo>
                  <a:lnTo>
                    <a:pt x="1269411" y="1724016"/>
                  </a:lnTo>
                  <a:lnTo>
                    <a:pt x="1269394" y="1724022"/>
                  </a:lnTo>
                  <a:lnTo>
                    <a:pt x="1269376" y="1724025"/>
                  </a:lnTo>
                  <a:lnTo>
                    <a:pt x="1269363" y="1724022"/>
                  </a:lnTo>
                  <a:lnTo>
                    <a:pt x="1269336" y="1724022"/>
                  </a:lnTo>
                  <a:lnTo>
                    <a:pt x="1269323" y="1724026"/>
                  </a:lnTo>
                  <a:lnTo>
                    <a:pt x="1269318" y="1724029"/>
                  </a:lnTo>
                  <a:lnTo>
                    <a:pt x="1269315" y="1724039"/>
                  </a:lnTo>
                  <a:lnTo>
                    <a:pt x="1269315" y="1724049"/>
                  </a:lnTo>
                  <a:lnTo>
                    <a:pt x="1269317" y="1724059"/>
                  </a:lnTo>
                  <a:lnTo>
                    <a:pt x="1269325" y="1724077"/>
                  </a:lnTo>
                  <a:lnTo>
                    <a:pt x="1269327" y="1724093"/>
                  </a:lnTo>
                  <a:lnTo>
                    <a:pt x="1269328" y="1724106"/>
                  </a:lnTo>
                  <a:lnTo>
                    <a:pt x="1269328" y="1724114"/>
                  </a:lnTo>
                  <a:lnTo>
                    <a:pt x="1269324" y="1724119"/>
                  </a:lnTo>
                  <a:lnTo>
                    <a:pt x="1269317" y="1724123"/>
                  </a:lnTo>
                  <a:lnTo>
                    <a:pt x="1269312" y="1724123"/>
                  </a:lnTo>
                  <a:lnTo>
                    <a:pt x="1269296" y="1724123"/>
                  </a:lnTo>
                  <a:lnTo>
                    <a:pt x="1269277" y="1724121"/>
                  </a:lnTo>
                  <a:lnTo>
                    <a:pt x="1269259" y="1724120"/>
                  </a:lnTo>
                  <a:lnTo>
                    <a:pt x="1269242" y="1724119"/>
                  </a:lnTo>
                  <a:lnTo>
                    <a:pt x="1269225" y="1724119"/>
                  </a:lnTo>
                  <a:lnTo>
                    <a:pt x="1269214" y="1724131"/>
                  </a:lnTo>
                  <a:lnTo>
                    <a:pt x="1269218" y="1724148"/>
                  </a:lnTo>
                  <a:lnTo>
                    <a:pt x="1269224" y="1724159"/>
                  </a:lnTo>
                  <a:lnTo>
                    <a:pt x="1269227" y="1724167"/>
                  </a:lnTo>
                  <a:lnTo>
                    <a:pt x="1269230" y="1724175"/>
                  </a:lnTo>
                  <a:lnTo>
                    <a:pt x="1269231" y="1724185"/>
                  </a:lnTo>
                  <a:lnTo>
                    <a:pt x="1269225" y="1724204"/>
                  </a:lnTo>
                  <a:lnTo>
                    <a:pt x="1269218" y="1724222"/>
                  </a:lnTo>
                  <a:lnTo>
                    <a:pt x="1269213" y="1724239"/>
                  </a:lnTo>
                  <a:lnTo>
                    <a:pt x="1269211" y="1724259"/>
                  </a:lnTo>
                  <a:lnTo>
                    <a:pt x="1269210" y="1724277"/>
                  </a:lnTo>
                  <a:lnTo>
                    <a:pt x="1269210" y="1724296"/>
                  </a:lnTo>
                  <a:lnTo>
                    <a:pt x="1269215" y="1724329"/>
                  </a:lnTo>
                  <a:lnTo>
                    <a:pt x="1269214" y="1724339"/>
                  </a:lnTo>
                  <a:lnTo>
                    <a:pt x="1269212" y="1724346"/>
                  </a:lnTo>
                  <a:lnTo>
                    <a:pt x="1269208" y="1724351"/>
                  </a:lnTo>
                  <a:lnTo>
                    <a:pt x="1269196" y="1724354"/>
                  </a:lnTo>
                  <a:lnTo>
                    <a:pt x="1269191" y="1724354"/>
                  </a:lnTo>
                  <a:lnTo>
                    <a:pt x="1269179" y="1724349"/>
                  </a:lnTo>
                  <a:lnTo>
                    <a:pt x="1269172" y="1724344"/>
                  </a:lnTo>
                  <a:lnTo>
                    <a:pt x="1269161" y="1724338"/>
                  </a:lnTo>
                  <a:lnTo>
                    <a:pt x="1269149" y="1724330"/>
                  </a:lnTo>
                  <a:lnTo>
                    <a:pt x="1269144" y="1724329"/>
                  </a:lnTo>
                  <a:lnTo>
                    <a:pt x="1269127" y="1724326"/>
                  </a:lnTo>
                  <a:lnTo>
                    <a:pt x="1269119" y="1724326"/>
                  </a:lnTo>
                  <a:lnTo>
                    <a:pt x="1269109" y="1724331"/>
                  </a:lnTo>
                  <a:lnTo>
                    <a:pt x="1269098" y="1724343"/>
                  </a:lnTo>
                  <a:lnTo>
                    <a:pt x="1269092" y="1724351"/>
                  </a:lnTo>
                  <a:lnTo>
                    <a:pt x="1269081" y="1724372"/>
                  </a:lnTo>
                  <a:lnTo>
                    <a:pt x="1269074" y="1724383"/>
                  </a:lnTo>
                  <a:lnTo>
                    <a:pt x="1269063" y="1724401"/>
                  </a:lnTo>
                  <a:lnTo>
                    <a:pt x="1269045" y="1724417"/>
                  </a:lnTo>
                  <a:lnTo>
                    <a:pt x="1269029" y="1724436"/>
                  </a:lnTo>
                  <a:lnTo>
                    <a:pt x="1269017" y="1724447"/>
                  </a:lnTo>
                  <a:lnTo>
                    <a:pt x="1269006" y="1724468"/>
                  </a:lnTo>
                  <a:lnTo>
                    <a:pt x="1269003" y="1724485"/>
                  </a:lnTo>
                  <a:lnTo>
                    <a:pt x="1269000" y="1724491"/>
                  </a:lnTo>
                  <a:lnTo>
                    <a:pt x="1268989" y="1724502"/>
                  </a:lnTo>
                  <a:lnTo>
                    <a:pt x="1268980" y="1724512"/>
                  </a:lnTo>
                  <a:lnTo>
                    <a:pt x="1268978" y="1724518"/>
                  </a:lnTo>
                  <a:lnTo>
                    <a:pt x="1268976" y="1724531"/>
                  </a:lnTo>
                  <a:lnTo>
                    <a:pt x="1268974" y="1724543"/>
                  </a:lnTo>
                  <a:lnTo>
                    <a:pt x="1268971" y="1724556"/>
                  </a:lnTo>
                  <a:lnTo>
                    <a:pt x="1268957" y="1724570"/>
                  </a:lnTo>
                  <a:lnTo>
                    <a:pt x="1268939" y="1724583"/>
                  </a:lnTo>
                  <a:lnTo>
                    <a:pt x="1268924" y="1724584"/>
                  </a:lnTo>
                  <a:lnTo>
                    <a:pt x="1268905" y="1724582"/>
                  </a:lnTo>
                  <a:lnTo>
                    <a:pt x="1268885" y="1724584"/>
                  </a:lnTo>
                  <a:lnTo>
                    <a:pt x="1268870" y="1724581"/>
                  </a:lnTo>
                  <a:lnTo>
                    <a:pt x="1268858" y="1724578"/>
                  </a:lnTo>
                  <a:lnTo>
                    <a:pt x="1268851" y="1724577"/>
                  </a:lnTo>
                  <a:lnTo>
                    <a:pt x="1268835" y="1724578"/>
                  </a:lnTo>
                  <a:lnTo>
                    <a:pt x="1268823" y="1724580"/>
                  </a:lnTo>
                  <a:lnTo>
                    <a:pt x="1268815" y="1724582"/>
                  </a:lnTo>
                  <a:lnTo>
                    <a:pt x="1268800" y="1724594"/>
                  </a:lnTo>
                  <a:lnTo>
                    <a:pt x="1268782" y="1724609"/>
                  </a:lnTo>
                  <a:lnTo>
                    <a:pt x="1268769" y="1724616"/>
                  </a:lnTo>
                  <a:lnTo>
                    <a:pt x="1268761" y="1724612"/>
                  </a:lnTo>
                  <a:lnTo>
                    <a:pt x="1268748" y="1724589"/>
                  </a:lnTo>
                  <a:lnTo>
                    <a:pt x="1268735" y="1724570"/>
                  </a:lnTo>
                  <a:lnTo>
                    <a:pt x="1268719" y="1724558"/>
                  </a:lnTo>
                  <a:lnTo>
                    <a:pt x="1268713" y="1724556"/>
                  </a:lnTo>
                  <a:lnTo>
                    <a:pt x="1268701" y="1724560"/>
                  </a:lnTo>
                  <a:lnTo>
                    <a:pt x="1268693" y="1724570"/>
                  </a:lnTo>
                  <a:lnTo>
                    <a:pt x="1268674" y="1724613"/>
                  </a:lnTo>
                  <a:lnTo>
                    <a:pt x="1268672" y="1724618"/>
                  </a:lnTo>
                  <a:lnTo>
                    <a:pt x="1268666" y="1724627"/>
                  </a:lnTo>
                  <a:lnTo>
                    <a:pt x="1268653" y="1724632"/>
                  </a:lnTo>
                  <a:lnTo>
                    <a:pt x="1268643" y="1724631"/>
                  </a:lnTo>
                  <a:lnTo>
                    <a:pt x="1268625" y="1724625"/>
                  </a:lnTo>
                  <a:lnTo>
                    <a:pt x="1268615" y="1724619"/>
                  </a:lnTo>
                  <a:lnTo>
                    <a:pt x="1268608" y="1724617"/>
                  </a:lnTo>
                  <a:lnTo>
                    <a:pt x="1268589" y="1724605"/>
                  </a:lnTo>
                  <a:lnTo>
                    <a:pt x="1268575" y="1724590"/>
                  </a:lnTo>
                  <a:lnTo>
                    <a:pt x="1268567" y="1724581"/>
                  </a:lnTo>
                  <a:lnTo>
                    <a:pt x="1268560" y="1724575"/>
                  </a:lnTo>
                  <a:lnTo>
                    <a:pt x="1268554" y="1724571"/>
                  </a:lnTo>
                  <a:lnTo>
                    <a:pt x="1268550" y="1724568"/>
                  </a:lnTo>
                  <a:lnTo>
                    <a:pt x="1268540" y="1724567"/>
                  </a:lnTo>
                  <a:lnTo>
                    <a:pt x="1268523" y="1724563"/>
                  </a:lnTo>
                  <a:lnTo>
                    <a:pt x="1268496" y="1724553"/>
                  </a:lnTo>
                  <a:lnTo>
                    <a:pt x="1268486" y="1724547"/>
                  </a:lnTo>
                  <a:lnTo>
                    <a:pt x="1268477" y="1724541"/>
                  </a:lnTo>
                  <a:lnTo>
                    <a:pt x="1268469" y="1724532"/>
                  </a:lnTo>
                  <a:lnTo>
                    <a:pt x="1268465" y="1724527"/>
                  </a:lnTo>
                  <a:lnTo>
                    <a:pt x="1268461" y="1724514"/>
                  </a:lnTo>
                  <a:lnTo>
                    <a:pt x="1268458" y="1724505"/>
                  </a:lnTo>
                  <a:lnTo>
                    <a:pt x="1268451" y="1724481"/>
                  </a:lnTo>
                  <a:lnTo>
                    <a:pt x="1268449" y="1724471"/>
                  </a:lnTo>
                  <a:lnTo>
                    <a:pt x="1268448" y="1724465"/>
                  </a:lnTo>
                  <a:lnTo>
                    <a:pt x="1268444" y="1724454"/>
                  </a:lnTo>
                  <a:lnTo>
                    <a:pt x="1268435" y="1724446"/>
                  </a:lnTo>
                  <a:lnTo>
                    <a:pt x="1268424" y="1724444"/>
                  </a:lnTo>
                  <a:lnTo>
                    <a:pt x="1268419" y="1724446"/>
                  </a:lnTo>
                  <a:lnTo>
                    <a:pt x="1268411" y="1724457"/>
                  </a:lnTo>
                  <a:lnTo>
                    <a:pt x="1268396" y="1724470"/>
                  </a:lnTo>
                  <a:lnTo>
                    <a:pt x="1268388" y="1724473"/>
                  </a:lnTo>
                  <a:lnTo>
                    <a:pt x="1268376" y="1724472"/>
                  </a:lnTo>
                  <a:lnTo>
                    <a:pt x="1268362" y="1724460"/>
                  </a:lnTo>
                  <a:lnTo>
                    <a:pt x="1268350" y="1724442"/>
                  </a:lnTo>
                  <a:lnTo>
                    <a:pt x="1268341" y="1724424"/>
                  </a:lnTo>
                  <a:lnTo>
                    <a:pt x="1268337" y="1724416"/>
                  </a:lnTo>
                  <a:lnTo>
                    <a:pt x="1268332" y="1724405"/>
                  </a:lnTo>
                  <a:lnTo>
                    <a:pt x="1268330" y="1724400"/>
                  </a:lnTo>
                  <a:lnTo>
                    <a:pt x="1268322" y="1724386"/>
                  </a:lnTo>
                  <a:lnTo>
                    <a:pt x="1268309" y="1724368"/>
                  </a:lnTo>
                  <a:lnTo>
                    <a:pt x="1268292" y="1724354"/>
                  </a:lnTo>
                  <a:lnTo>
                    <a:pt x="1268277" y="1724337"/>
                  </a:lnTo>
                  <a:lnTo>
                    <a:pt x="1268261" y="1724322"/>
                  </a:lnTo>
                  <a:lnTo>
                    <a:pt x="1268244" y="1724309"/>
                  </a:lnTo>
                  <a:lnTo>
                    <a:pt x="1268226" y="1724302"/>
                  </a:lnTo>
                  <a:lnTo>
                    <a:pt x="1268209" y="1724296"/>
                  </a:lnTo>
                  <a:lnTo>
                    <a:pt x="1268192" y="1724297"/>
                  </a:lnTo>
                  <a:lnTo>
                    <a:pt x="1268174" y="1724299"/>
                  </a:lnTo>
                  <a:lnTo>
                    <a:pt x="1268165" y="1724303"/>
                  </a:lnTo>
                  <a:lnTo>
                    <a:pt x="1268156" y="1724307"/>
                  </a:lnTo>
                  <a:lnTo>
                    <a:pt x="1268144" y="1724322"/>
                  </a:lnTo>
                  <a:lnTo>
                    <a:pt x="1268136" y="1724339"/>
                  </a:lnTo>
                  <a:lnTo>
                    <a:pt x="1268129" y="1724355"/>
                  </a:lnTo>
                  <a:lnTo>
                    <a:pt x="1268128" y="1724377"/>
                  </a:lnTo>
                  <a:lnTo>
                    <a:pt x="1268127" y="1724396"/>
                  </a:lnTo>
                  <a:lnTo>
                    <a:pt x="1268127" y="1724406"/>
                  </a:lnTo>
                  <a:lnTo>
                    <a:pt x="1268126" y="1724417"/>
                  </a:lnTo>
                  <a:lnTo>
                    <a:pt x="1268119" y="1724433"/>
                  </a:lnTo>
                  <a:lnTo>
                    <a:pt x="1268114" y="1724441"/>
                  </a:lnTo>
                  <a:lnTo>
                    <a:pt x="1268111" y="1724452"/>
                  </a:lnTo>
                  <a:lnTo>
                    <a:pt x="1268100" y="1724470"/>
                  </a:lnTo>
                  <a:lnTo>
                    <a:pt x="1268095" y="1724478"/>
                  </a:lnTo>
                  <a:lnTo>
                    <a:pt x="1268089" y="1724489"/>
                  </a:lnTo>
                  <a:lnTo>
                    <a:pt x="1268083" y="1724506"/>
                  </a:lnTo>
                  <a:lnTo>
                    <a:pt x="1268071" y="1724525"/>
                  </a:lnTo>
                  <a:lnTo>
                    <a:pt x="1268054" y="1724542"/>
                  </a:lnTo>
                  <a:lnTo>
                    <a:pt x="1268040" y="1724559"/>
                  </a:lnTo>
                  <a:lnTo>
                    <a:pt x="1268026" y="1724577"/>
                  </a:lnTo>
                  <a:lnTo>
                    <a:pt x="1268011" y="1724593"/>
                  </a:lnTo>
                  <a:lnTo>
                    <a:pt x="1268003" y="1724600"/>
                  </a:lnTo>
                  <a:lnTo>
                    <a:pt x="1267993" y="1724603"/>
                  </a:lnTo>
                  <a:lnTo>
                    <a:pt x="1267966" y="1724598"/>
                  </a:lnTo>
                  <a:lnTo>
                    <a:pt x="1267959" y="1724595"/>
                  </a:lnTo>
                  <a:lnTo>
                    <a:pt x="1267948" y="1724592"/>
                  </a:lnTo>
                  <a:lnTo>
                    <a:pt x="1267931" y="1724586"/>
                  </a:lnTo>
                  <a:lnTo>
                    <a:pt x="1267914" y="1724580"/>
                  </a:lnTo>
                  <a:lnTo>
                    <a:pt x="1267905" y="1724577"/>
                  </a:lnTo>
                  <a:lnTo>
                    <a:pt x="1267895" y="1724575"/>
                  </a:lnTo>
                  <a:lnTo>
                    <a:pt x="1267879" y="1724574"/>
                  </a:lnTo>
                  <a:lnTo>
                    <a:pt x="1267861" y="1724577"/>
                  </a:lnTo>
                  <a:lnTo>
                    <a:pt x="1267855" y="1724586"/>
                  </a:lnTo>
                  <a:lnTo>
                    <a:pt x="1267850" y="1724601"/>
                  </a:lnTo>
                  <a:lnTo>
                    <a:pt x="1267848" y="1724615"/>
                  </a:lnTo>
                  <a:lnTo>
                    <a:pt x="1267848" y="1724625"/>
                  </a:lnTo>
                  <a:lnTo>
                    <a:pt x="1267855" y="1724662"/>
                  </a:lnTo>
                  <a:lnTo>
                    <a:pt x="1267853" y="1724681"/>
                  </a:lnTo>
                  <a:lnTo>
                    <a:pt x="1267850" y="1724686"/>
                  </a:lnTo>
                  <a:lnTo>
                    <a:pt x="1267843" y="1724689"/>
                  </a:lnTo>
                  <a:lnTo>
                    <a:pt x="1267835" y="1724690"/>
                  </a:lnTo>
                  <a:lnTo>
                    <a:pt x="1267821" y="1724693"/>
                  </a:lnTo>
                  <a:lnTo>
                    <a:pt x="1267809" y="1724695"/>
                  </a:lnTo>
                  <a:lnTo>
                    <a:pt x="1267800" y="1724698"/>
                  </a:lnTo>
                  <a:lnTo>
                    <a:pt x="1267788" y="1724706"/>
                  </a:lnTo>
                  <a:lnTo>
                    <a:pt x="1267779" y="1724715"/>
                  </a:lnTo>
                  <a:lnTo>
                    <a:pt x="1267778" y="1724724"/>
                  </a:lnTo>
                  <a:lnTo>
                    <a:pt x="1267784" y="1724736"/>
                  </a:lnTo>
                  <a:lnTo>
                    <a:pt x="1267789" y="1724740"/>
                  </a:lnTo>
                  <a:lnTo>
                    <a:pt x="1267802" y="1724748"/>
                  </a:lnTo>
                  <a:lnTo>
                    <a:pt x="1267819" y="1724757"/>
                  </a:lnTo>
                  <a:lnTo>
                    <a:pt x="1267824" y="1724760"/>
                  </a:lnTo>
                  <a:lnTo>
                    <a:pt x="1267835" y="1724772"/>
                  </a:lnTo>
                  <a:lnTo>
                    <a:pt x="1267839" y="1724779"/>
                  </a:lnTo>
                  <a:lnTo>
                    <a:pt x="1267839" y="1724792"/>
                  </a:lnTo>
                  <a:lnTo>
                    <a:pt x="1267835" y="1724800"/>
                  </a:lnTo>
                  <a:lnTo>
                    <a:pt x="1267827" y="1724810"/>
                  </a:lnTo>
                  <a:lnTo>
                    <a:pt x="1267809" y="1724824"/>
                  </a:lnTo>
                  <a:lnTo>
                    <a:pt x="1267805" y="1724828"/>
                  </a:lnTo>
                  <a:lnTo>
                    <a:pt x="1267793" y="1724834"/>
                  </a:lnTo>
                  <a:lnTo>
                    <a:pt x="1267789" y="1724837"/>
                  </a:lnTo>
                  <a:lnTo>
                    <a:pt x="1267776" y="1724838"/>
                  </a:lnTo>
                  <a:lnTo>
                    <a:pt x="1267758" y="1724840"/>
                  </a:lnTo>
                  <a:lnTo>
                    <a:pt x="1267741" y="1724839"/>
                  </a:lnTo>
                  <a:lnTo>
                    <a:pt x="1267727" y="1724839"/>
                  </a:lnTo>
                  <a:lnTo>
                    <a:pt x="1267706" y="1724833"/>
                  </a:lnTo>
                  <a:lnTo>
                    <a:pt x="1267695" y="1724832"/>
                  </a:lnTo>
                  <a:lnTo>
                    <a:pt x="1267689" y="1724833"/>
                  </a:lnTo>
                  <a:lnTo>
                    <a:pt x="1267682" y="1724837"/>
                  </a:lnTo>
                  <a:lnTo>
                    <a:pt x="1267678" y="1724848"/>
                  </a:lnTo>
                  <a:lnTo>
                    <a:pt x="1267679" y="1724857"/>
                  </a:lnTo>
                  <a:lnTo>
                    <a:pt x="1267685" y="1724865"/>
                  </a:lnTo>
                  <a:lnTo>
                    <a:pt x="1267703" y="1724904"/>
                  </a:lnTo>
                  <a:lnTo>
                    <a:pt x="1267705" y="1724914"/>
                  </a:lnTo>
                  <a:lnTo>
                    <a:pt x="1267700" y="1724919"/>
                  </a:lnTo>
                  <a:lnTo>
                    <a:pt x="1267681" y="1724921"/>
                  </a:lnTo>
                  <a:lnTo>
                    <a:pt x="1267664" y="1724922"/>
                  </a:lnTo>
                  <a:lnTo>
                    <a:pt x="1267646" y="1724926"/>
                  </a:lnTo>
                  <a:lnTo>
                    <a:pt x="1267632" y="1724929"/>
                  </a:lnTo>
                  <a:lnTo>
                    <a:pt x="1267618" y="1724938"/>
                  </a:lnTo>
                  <a:lnTo>
                    <a:pt x="1267612" y="1724945"/>
                  </a:lnTo>
                  <a:lnTo>
                    <a:pt x="1267612" y="1724961"/>
                  </a:lnTo>
                  <a:lnTo>
                    <a:pt x="1267616" y="1724972"/>
                  </a:lnTo>
                  <a:lnTo>
                    <a:pt x="1267616" y="1724990"/>
                  </a:lnTo>
                  <a:lnTo>
                    <a:pt x="1267613" y="1725002"/>
                  </a:lnTo>
                  <a:lnTo>
                    <a:pt x="1267609" y="1725007"/>
                  </a:lnTo>
                  <a:lnTo>
                    <a:pt x="1267597" y="1725006"/>
                  </a:lnTo>
                  <a:lnTo>
                    <a:pt x="1267565" y="1724985"/>
                  </a:lnTo>
                  <a:lnTo>
                    <a:pt x="1267553" y="1724983"/>
                  </a:lnTo>
                  <a:lnTo>
                    <a:pt x="1267543" y="1724984"/>
                  </a:lnTo>
                  <a:lnTo>
                    <a:pt x="1267532" y="1724986"/>
                  </a:lnTo>
                  <a:lnTo>
                    <a:pt x="1267522" y="1724990"/>
                  </a:lnTo>
                  <a:lnTo>
                    <a:pt x="1267515" y="1724998"/>
                  </a:lnTo>
                  <a:lnTo>
                    <a:pt x="1267509" y="1725008"/>
                  </a:lnTo>
                  <a:lnTo>
                    <a:pt x="1267506" y="1725017"/>
                  </a:lnTo>
                  <a:lnTo>
                    <a:pt x="1267501" y="1725033"/>
                  </a:lnTo>
                  <a:lnTo>
                    <a:pt x="1267492" y="1725037"/>
                  </a:lnTo>
                  <a:lnTo>
                    <a:pt x="1267482" y="1725034"/>
                  </a:lnTo>
                  <a:lnTo>
                    <a:pt x="1267475" y="1725029"/>
                  </a:lnTo>
                  <a:lnTo>
                    <a:pt x="1267466" y="1725018"/>
                  </a:lnTo>
                  <a:lnTo>
                    <a:pt x="1267458" y="1725009"/>
                  </a:lnTo>
                  <a:lnTo>
                    <a:pt x="1267448" y="1725005"/>
                  </a:lnTo>
                  <a:lnTo>
                    <a:pt x="1267440" y="1725008"/>
                  </a:lnTo>
                  <a:lnTo>
                    <a:pt x="1267433" y="1725016"/>
                  </a:lnTo>
                  <a:lnTo>
                    <a:pt x="1267431" y="1725025"/>
                  </a:lnTo>
                  <a:lnTo>
                    <a:pt x="1267433" y="1725036"/>
                  </a:lnTo>
                  <a:lnTo>
                    <a:pt x="1267434" y="1725043"/>
                  </a:lnTo>
                  <a:lnTo>
                    <a:pt x="1267437" y="1725057"/>
                  </a:lnTo>
                  <a:lnTo>
                    <a:pt x="1267432" y="1725072"/>
                  </a:lnTo>
                  <a:lnTo>
                    <a:pt x="1267424" y="1725077"/>
                  </a:lnTo>
                  <a:lnTo>
                    <a:pt x="1267397" y="1725076"/>
                  </a:lnTo>
                  <a:lnTo>
                    <a:pt x="1267379" y="1725075"/>
                  </a:lnTo>
                  <a:lnTo>
                    <a:pt x="1267370" y="1725072"/>
                  </a:lnTo>
                  <a:lnTo>
                    <a:pt x="1267362" y="1725067"/>
                  </a:lnTo>
                  <a:lnTo>
                    <a:pt x="1267347" y="1725055"/>
                  </a:lnTo>
                  <a:lnTo>
                    <a:pt x="1267340" y="1725051"/>
                  </a:lnTo>
                  <a:lnTo>
                    <a:pt x="1267331" y="1725051"/>
                  </a:lnTo>
                  <a:lnTo>
                    <a:pt x="1267325" y="1725057"/>
                  </a:lnTo>
                  <a:lnTo>
                    <a:pt x="1267321" y="1725073"/>
                  </a:lnTo>
                  <a:lnTo>
                    <a:pt x="1267320" y="1725079"/>
                  </a:lnTo>
                  <a:lnTo>
                    <a:pt x="1267319" y="1725084"/>
                  </a:lnTo>
                  <a:lnTo>
                    <a:pt x="1267312" y="1725095"/>
                  </a:lnTo>
                  <a:lnTo>
                    <a:pt x="1267307" y="1725099"/>
                  </a:lnTo>
                  <a:lnTo>
                    <a:pt x="1267298" y="1725101"/>
                  </a:lnTo>
                  <a:lnTo>
                    <a:pt x="1267280" y="1725105"/>
                  </a:lnTo>
                  <a:lnTo>
                    <a:pt x="1267275" y="1725104"/>
                  </a:lnTo>
                  <a:lnTo>
                    <a:pt x="1267266" y="1725099"/>
                  </a:lnTo>
                  <a:lnTo>
                    <a:pt x="1267257" y="1725087"/>
                  </a:lnTo>
                  <a:lnTo>
                    <a:pt x="1267256" y="1725079"/>
                  </a:lnTo>
                  <a:lnTo>
                    <a:pt x="1267258" y="1725060"/>
                  </a:lnTo>
                  <a:lnTo>
                    <a:pt x="1267249" y="1725040"/>
                  </a:lnTo>
                  <a:lnTo>
                    <a:pt x="1267240" y="1725037"/>
                  </a:lnTo>
                  <a:lnTo>
                    <a:pt x="1267215" y="1725034"/>
                  </a:lnTo>
                  <a:lnTo>
                    <a:pt x="1267206" y="1725034"/>
                  </a:lnTo>
                  <a:lnTo>
                    <a:pt x="1267199" y="1725036"/>
                  </a:lnTo>
                  <a:lnTo>
                    <a:pt x="1267190" y="1725039"/>
                  </a:lnTo>
                  <a:lnTo>
                    <a:pt x="1267181" y="1725043"/>
                  </a:lnTo>
                  <a:lnTo>
                    <a:pt x="1267166" y="1725054"/>
                  </a:lnTo>
                  <a:lnTo>
                    <a:pt x="1267167" y="1725074"/>
                  </a:lnTo>
                  <a:lnTo>
                    <a:pt x="1267171" y="1725083"/>
                  </a:lnTo>
                  <a:lnTo>
                    <a:pt x="1267173" y="1725093"/>
                  </a:lnTo>
                  <a:lnTo>
                    <a:pt x="1267169" y="1725099"/>
                  </a:lnTo>
                  <a:lnTo>
                    <a:pt x="1267158" y="1725105"/>
                  </a:lnTo>
                  <a:lnTo>
                    <a:pt x="1267139" y="1725109"/>
                  </a:lnTo>
                  <a:lnTo>
                    <a:pt x="1267119" y="1725111"/>
                  </a:lnTo>
                  <a:lnTo>
                    <a:pt x="1267108" y="1725109"/>
                  </a:lnTo>
                  <a:lnTo>
                    <a:pt x="1267100" y="1725101"/>
                  </a:lnTo>
                  <a:lnTo>
                    <a:pt x="1267097" y="1725095"/>
                  </a:lnTo>
                  <a:lnTo>
                    <a:pt x="1267091" y="1725074"/>
                  </a:lnTo>
                  <a:lnTo>
                    <a:pt x="1267083" y="1725058"/>
                  </a:lnTo>
                  <a:lnTo>
                    <a:pt x="1267070" y="1725039"/>
                  </a:lnTo>
                  <a:lnTo>
                    <a:pt x="1267059" y="1725028"/>
                  </a:lnTo>
                  <a:lnTo>
                    <a:pt x="1267050" y="1725023"/>
                  </a:lnTo>
                  <a:lnTo>
                    <a:pt x="1267024" y="1725014"/>
                  </a:lnTo>
                  <a:lnTo>
                    <a:pt x="1267006" y="1725010"/>
                  </a:lnTo>
                  <a:lnTo>
                    <a:pt x="1266989" y="1725009"/>
                  </a:lnTo>
                  <a:lnTo>
                    <a:pt x="1266980" y="1725010"/>
                  </a:lnTo>
                  <a:lnTo>
                    <a:pt x="1266971" y="1725016"/>
                  </a:lnTo>
                  <a:lnTo>
                    <a:pt x="1266955" y="1725033"/>
                  </a:lnTo>
                  <a:lnTo>
                    <a:pt x="1266952" y="1725041"/>
                  </a:lnTo>
                  <a:lnTo>
                    <a:pt x="1266946" y="1725052"/>
                  </a:lnTo>
                  <a:lnTo>
                    <a:pt x="1266939" y="1725070"/>
                  </a:lnTo>
                  <a:lnTo>
                    <a:pt x="1266935" y="1725076"/>
                  </a:lnTo>
                  <a:lnTo>
                    <a:pt x="1266924" y="1725088"/>
                  </a:lnTo>
                  <a:lnTo>
                    <a:pt x="1266920" y="1725094"/>
                  </a:lnTo>
                  <a:lnTo>
                    <a:pt x="1266893" y="1725116"/>
                  </a:lnTo>
                  <a:lnTo>
                    <a:pt x="1266873" y="1725112"/>
                  </a:lnTo>
                  <a:lnTo>
                    <a:pt x="1266865" y="1725109"/>
                  </a:lnTo>
                  <a:lnTo>
                    <a:pt x="1266861" y="1725104"/>
                  </a:lnTo>
                  <a:lnTo>
                    <a:pt x="1266846" y="1725086"/>
                  </a:lnTo>
                  <a:lnTo>
                    <a:pt x="1266834" y="1725079"/>
                  </a:lnTo>
                  <a:lnTo>
                    <a:pt x="1266828" y="1725080"/>
                  </a:lnTo>
                  <a:lnTo>
                    <a:pt x="1266821" y="1725085"/>
                  </a:lnTo>
                  <a:lnTo>
                    <a:pt x="1266813" y="1725096"/>
                  </a:lnTo>
                  <a:lnTo>
                    <a:pt x="1266803" y="1725116"/>
                  </a:lnTo>
                  <a:lnTo>
                    <a:pt x="1266791" y="1725131"/>
                  </a:lnTo>
                  <a:lnTo>
                    <a:pt x="1266784" y="1725139"/>
                  </a:lnTo>
                  <a:lnTo>
                    <a:pt x="1266771" y="1725154"/>
                  </a:lnTo>
                  <a:lnTo>
                    <a:pt x="1266756" y="1725166"/>
                  </a:lnTo>
                  <a:lnTo>
                    <a:pt x="1266739" y="1725181"/>
                  </a:lnTo>
                  <a:lnTo>
                    <a:pt x="1266729" y="1725193"/>
                  </a:lnTo>
                  <a:lnTo>
                    <a:pt x="1266727" y="1725197"/>
                  </a:lnTo>
                  <a:lnTo>
                    <a:pt x="1266722" y="1725216"/>
                  </a:lnTo>
                  <a:lnTo>
                    <a:pt x="1266719" y="1725234"/>
                  </a:lnTo>
                  <a:lnTo>
                    <a:pt x="1266721" y="1725253"/>
                  </a:lnTo>
                  <a:lnTo>
                    <a:pt x="1266719" y="1725265"/>
                  </a:lnTo>
                  <a:lnTo>
                    <a:pt x="1266718" y="1725272"/>
                  </a:lnTo>
                  <a:lnTo>
                    <a:pt x="1266711" y="1725290"/>
                  </a:lnTo>
                  <a:lnTo>
                    <a:pt x="1266704" y="1725296"/>
                  </a:lnTo>
                  <a:lnTo>
                    <a:pt x="1266692" y="1725306"/>
                  </a:lnTo>
                  <a:lnTo>
                    <a:pt x="1266679" y="1725310"/>
                  </a:lnTo>
                  <a:lnTo>
                    <a:pt x="1266673" y="1725310"/>
                  </a:lnTo>
                  <a:lnTo>
                    <a:pt x="1266668" y="1725306"/>
                  </a:lnTo>
                  <a:lnTo>
                    <a:pt x="1266659" y="1725299"/>
                  </a:lnTo>
                  <a:lnTo>
                    <a:pt x="1266651" y="1725278"/>
                  </a:lnTo>
                  <a:lnTo>
                    <a:pt x="1266634" y="1725264"/>
                  </a:lnTo>
                  <a:lnTo>
                    <a:pt x="1266621" y="1725267"/>
                  </a:lnTo>
                  <a:lnTo>
                    <a:pt x="1266612" y="1725271"/>
                  </a:lnTo>
                  <a:lnTo>
                    <a:pt x="1266598" y="1725277"/>
                  </a:lnTo>
                  <a:lnTo>
                    <a:pt x="1266588" y="1725291"/>
                  </a:lnTo>
                  <a:lnTo>
                    <a:pt x="1266583" y="1725300"/>
                  </a:lnTo>
                  <a:lnTo>
                    <a:pt x="1266580" y="1725309"/>
                  </a:lnTo>
                  <a:lnTo>
                    <a:pt x="1266573" y="1725325"/>
                  </a:lnTo>
                  <a:lnTo>
                    <a:pt x="1266570" y="1725330"/>
                  </a:lnTo>
                  <a:lnTo>
                    <a:pt x="1266556" y="1725340"/>
                  </a:lnTo>
                  <a:lnTo>
                    <a:pt x="1266547" y="1725341"/>
                  </a:lnTo>
                  <a:lnTo>
                    <a:pt x="1266529" y="1725342"/>
                  </a:lnTo>
                  <a:lnTo>
                    <a:pt x="1266512" y="1725341"/>
                  </a:lnTo>
                  <a:lnTo>
                    <a:pt x="1266494" y="1725340"/>
                  </a:lnTo>
                  <a:lnTo>
                    <a:pt x="1266477" y="1725332"/>
                  </a:lnTo>
                  <a:lnTo>
                    <a:pt x="1266468" y="1725326"/>
                  </a:lnTo>
                  <a:lnTo>
                    <a:pt x="1266466" y="1725317"/>
                  </a:lnTo>
                  <a:lnTo>
                    <a:pt x="1266470" y="1725296"/>
                  </a:lnTo>
                  <a:lnTo>
                    <a:pt x="1266479" y="1725281"/>
                  </a:lnTo>
                  <a:lnTo>
                    <a:pt x="1266480" y="1725269"/>
                  </a:lnTo>
                  <a:lnTo>
                    <a:pt x="1266477" y="1725263"/>
                  </a:lnTo>
                  <a:lnTo>
                    <a:pt x="1266472" y="1725259"/>
                  </a:lnTo>
                  <a:lnTo>
                    <a:pt x="1266459" y="1725254"/>
                  </a:lnTo>
                  <a:lnTo>
                    <a:pt x="1266452" y="1725251"/>
                  </a:lnTo>
                  <a:lnTo>
                    <a:pt x="1266441" y="1725249"/>
                  </a:lnTo>
                  <a:lnTo>
                    <a:pt x="1266436" y="1725250"/>
                  </a:lnTo>
                  <a:lnTo>
                    <a:pt x="1266428" y="1725254"/>
                  </a:lnTo>
                  <a:lnTo>
                    <a:pt x="1266424" y="1725258"/>
                  </a:lnTo>
                  <a:lnTo>
                    <a:pt x="1266416" y="1725264"/>
                  </a:lnTo>
                  <a:lnTo>
                    <a:pt x="1266410" y="1725267"/>
                  </a:lnTo>
                  <a:lnTo>
                    <a:pt x="1266399" y="1725267"/>
                  </a:lnTo>
                  <a:lnTo>
                    <a:pt x="1266392" y="1725258"/>
                  </a:lnTo>
                  <a:lnTo>
                    <a:pt x="1266384" y="1725242"/>
                  </a:lnTo>
                  <a:lnTo>
                    <a:pt x="1266379" y="1725239"/>
                  </a:lnTo>
                  <a:lnTo>
                    <a:pt x="1266372" y="1725235"/>
                  </a:lnTo>
                  <a:lnTo>
                    <a:pt x="1266350" y="1725226"/>
                  </a:lnTo>
                  <a:lnTo>
                    <a:pt x="1266340" y="1725226"/>
                  </a:lnTo>
                  <a:lnTo>
                    <a:pt x="1266326" y="1725232"/>
                  </a:lnTo>
                  <a:lnTo>
                    <a:pt x="1266312" y="1725234"/>
                  </a:lnTo>
                  <a:lnTo>
                    <a:pt x="1266304" y="1725234"/>
                  </a:lnTo>
                  <a:lnTo>
                    <a:pt x="1266295" y="1725229"/>
                  </a:lnTo>
                  <a:lnTo>
                    <a:pt x="1266288" y="1725211"/>
                  </a:lnTo>
                  <a:lnTo>
                    <a:pt x="1266283" y="1725192"/>
                  </a:lnTo>
                  <a:lnTo>
                    <a:pt x="1266281" y="1725186"/>
                  </a:lnTo>
                  <a:lnTo>
                    <a:pt x="1266275" y="1725180"/>
                  </a:lnTo>
                  <a:lnTo>
                    <a:pt x="1266269" y="1725177"/>
                  </a:lnTo>
                  <a:lnTo>
                    <a:pt x="1266261" y="1725174"/>
                  </a:lnTo>
                  <a:lnTo>
                    <a:pt x="1266252" y="1725172"/>
                  </a:lnTo>
                  <a:lnTo>
                    <a:pt x="1266243" y="1725171"/>
                  </a:lnTo>
                  <a:lnTo>
                    <a:pt x="1266235" y="1725167"/>
                  </a:lnTo>
                  <a:lnTo>
                    <a:pt x="1266230" y="1725163"/>
                  </a:lnTo>
                  <a:lnTo>
                    <a:pt x="1266217" y="1725157"/>
                  </a:lnTo>
                  <a:lnTo>
                    <a:pt x="1266205" y="1725153"/>
                  </a:lnTo>
                  <a:lnTo>
                    <a:pt x="1266187" y="1725149"/>
                  </a:lnTo>
                  <a:lnTo>
                    <a:pt x="1266166" y="1725146"/>
                  </a:lnTo>
                  <a:lnTo>
                    <a:pt x="1266144" y="1725147"/>
                  </a:lnTo>
                  <a:lnTo>
                    <a:pt x="1266126" y="1725160"/>
                  </a:lnTo>
                  <a:lnTo>
                    <a:pt x="1266119" y="1725161"/>
                  </a:lnTo>
                  <a:lnTo>
                    <a:pt x="1266101" y="1725159"/>
                  </a:lnTo>
                  <a:lnTo>
                    <a:pt x="1266084" y="1725161"/>
                  </a:lnTo>
                  <a:lnTo>
                    <a:pt x="1266072" y="1725166"/>
                  </a:lnTo>
                  <a:lnTo>
                    <a:pt x="1266057" y="1725174"/>
                  </a:lnTo>
                  <a:lnTo>
                    <a:pt x="1266049" y="1725181"/>
                  </a:lnTo>
                  <a:lnTo>
                    <a:pt x="1266037" y="1725186"/>
                  </a:lnTo>
                  <a:lnTo>
                    <a:pt x="1266031" y="1725190"/>
                  </a:lnTo>
                  <a:lnTo>
                    <a:pt x="1266014" y="1725196"/>
                  </a:lnTo>
                  <a:lnTo>
                    <a:pt x="1265999" y="1725201"/>
                  </a:lnTo>
                  <a:lnTo>
                    <a:pt x="1265988" y="1725202"/>
                  </a:lnTo>
                  <a:lnTo>
                    <a:pt x="1265979" y="1725201"/>
                  </a:lnTo>
                  <a:lnTo>
                    <a:pt x="1265959" y="1725196"/>
                  </a:lnTo>
                  <a:lnTo>
                    <a:pt x="1265925" y="1725173"/>
                  </a:lnTo>
                  <a:lnTo>
                    <a:pt x="1265915" y="1725160"/>
                  </a:lnTo>
                  <a:lnTo>
                    <a:pt x="1265901" y="1725144"/>
                  </a:lnTo>
                  <a:lnTo>
                    <a:pt x="1265882" y="1725137"/>
                  </a:lnTo>
                  <a:lnTo>
                    <a:pt x="1265875" y="1725135"/>
                  </a:lnTo>
                  <a:lnTo>
                    <a:pt x="1265852" y="1725111"/>
                  </a:lnTo>
                  <a:lnTo>
                    <a:pt x="1265851" y="1725104"/>
                  </a:lnTo>
                  <a:lnTo>
                    <a:pt x="1265851" y="1725093"/>
                  </a:lnTo>
                  <a:lnTo>
                    <a:pt x="1265854" y="1725066"/>
                  </a:lnTo>
                  <a:lnTo>
                    <a:pt x="1265854" y="1725048"/>
                  </a:lnTo>
                  <a:lnTo>
                    <a:pt x="1265854" y="1725029"/>
                  </a:lnTo>
                  <a:lnTo>
                    <a:pt x="1265853" y="1725011"/>
                  </a:lnTo>
                  <a:lnTo>
                    <a:pt x="1265854" y="1724993"/>
                  </a:lnTo>
                  <a:lnTo>
                    <a:pt x="1265854" y="1724983"/>
                  </a:lnTo>
                  <a:lnTo>
                    <a:pt x="1265852" y="1724974"/>
                  </a:lnTo>
                  <a:lnTo>
                    <a:pt x="1265850" y="1724961"/>
                  </a:lnTo>
                  <a:lnTo>
                    <a:pt x="1265846" y="1724956"/>
                  </a:lnTo>
                  <a:lnTo>
                    <a:pt x="1265815" y="1724924"/>
                  </a:lnTo>
                  <a:lnTo>
                    <a:pt x="1265808" y="1724919"/>
                  </a:lnTo>
                  <a:lnTo>
                    <a:pt x="1265798" y="1724915"/>
                  </a:lnTo>
                  <a:lnTo>
                    <a:pt x="1265781" y="1724915"/>
                  </a:lnTo>
                  <a:lnTo>
                    <a:pt x="1265763" y="1724918"/>
                  </a:lnTo>
                  <a:lnTo>
                    <a:pt x="1265728" y="1724923"/>
                  </a:lnTo>
                  <a:lnTo>
                    <a:pt x="1265711" y="1724923"/>
                  </a:lnTo>
                  <a:lnTo>
                    <a:pt x="1265689" y="1724917"/>
                  </a:lnTo>
                  <a:lnTo>
                    <a:pt x="1265683" y="1724900"/>
                  </a:lnTo>
                  <a:lnTo>
                    <a:pt x="1265687" y="1724881"/>
                  </a:lnTo>
                  <a:lnTo>
                    <a:pt x="1265695" y="1724863"/>
                  </a:lnTo>
                  <a:lnTo>
                    <a:pt x="1265701" y="1724852"/>
                  </a:lnTo>
                  <a:lnTo>
                    <a:pt x="1265704" y="1724846"/>
                  </a:lnTo>
                  <a:lnTo>
                    <a:pt x="1265716" y="1724829"/>
                  </a:lnTo>
                  <a:lnTo>
                    <a:pt x="1265730" y="1724811"/>
                  </a:lnTo>
                  <a:lnTo>
                    <a:pt x="1265745" y="1724795"/>
                  </a:lnTo>
                  <a:lnTo>
                    <a:pt x="1265763" y="1724776"/>
                  </a:lnTo>
                  <a:lnTo>
                    <a:pt x="1265777" y="1724759"/>
                  </a:lnTo>
                  <a:lnTo>
                    <a:pt x="1265799" y="1724737"/>
                  </a:lnTo>
                  <a:lnTo>
                    <a:pt x="1265815" y="1724726"/>
                  </a:lnTo>
                  <a:lnTo>
                    <a:pt x="1265832" y="1724711"/>
                  </a:lnTo>
                  <a:lnTo>
                    <a:pt x="1265839" y="1724703"/>
                  </a:lnTo>
                  <a:lnTo>
                    <a:pt x="1265841" y="1724693"/>
                  </a:lnTo>
                  <a:lnTo>
                    <a:pt x="1265842" y="1724664"/>
                  </a:lnTo>
                  <a:lnTo>
                    <a:pt x="1265835" y="1724635"/>
                  </a:lnTo>
                  <a:lnTo>
                    <a:pt x="1265829" y="1724616"/>
                  </a:lnTo>
                  <a:lnTo>
                    <a:pt x="1265824" y="1724598"/>
                  </a:lnTo>
                  <a:lnTo>
                    <a:pt x="1265816" y="1724579"/>
                  </a:lnTo>
                  <a:lnTo>
                    <a:pt x="1265807" y="1724561"/>
                  </a:lnTo>
                  <a:lnTo>
                    <a:pt x="1265796" y="1724542"/>
                  </a:lnTo>
                  <a:lnTo>
                    <a:pt x="1265781" y="1724525"/>
                  </a:lnTo>
                  <a:lnTo>
                    <a:pt x="1265766" y="1724513"/>
                  </a:lnTo>
                  <a:lnTo>
                    <a:pt x="1265756" y="1724510"/>
                  </a:lnTo>
                  <a:lnTo>
                    <a:pt x="1265712" y="1724500"/>
                  </a:lnTo>
                  <a:lnTo>
                    <a:pt x="1265694" y="1724494"/>
                  </a:lnTo>
                  <a:lnTo>
                    <a:pt x="1265677" y="1724484"/>
                  </a:lnTo>
                  <a:lnTo>
                    <a:pt x="1265660" y="1724472"/>
                  </a:lnTo>
                  <a:lnTo>
                    <a:pt x="1265651" y="1724467"/>
                  </a:lnTo>
                  <a:lnTo>
                    <a:pt x="1265642" y="1724459"/>
                  </a:lnTo>
                  <a:lnTo>
                    <a:pt x="1265625" y="1724445"/>
                  </a:lnTo>
                  <a:lnTo>
                    <a:pt x="1265608" y="1724431"/>
                  </a:lnTo>
                  <a:lnTo>
                    <a:pt x="1265590" y="1724416"/>
                  </a:lnTo>
                  <a:lnTo>
                    <a:pt x="1265573" y="1724397"/>
                  </a:lnTo>
                  <a:lnTo>
                    <a:pt x="1265562" y="1724379"/>
                  </a:lnTo>
                  <a:lnTo>
                    <a:pt x="1265557" y="1724360"/>
                  </a:lnTo>
                  <a:lnTo>
                    <a:pt x="1265556" y="1724349"/>
                  </a:lnTo>
                  <a:lnTo>
                    <a:pt x="1265557" y="1724323"/>
                  </a:lnTo>
                  <a:lnTo>
                    <a:pt x="1265560" y="1724305"/>
                  </a:lnTo>
                  <a:lnTo>
                    <a:pt x="1265563" y="1724286"/>
                  </a:lnTo>
                  <a:lnTo>
                    <a:pt x="1265565" y="1724268"/>
                  </a:lnTo>
                  <a:lnTo>
                    <a:pt x="1265561" y="1724257"/>
                  </a:lnTo>
                  <a:lnTo>
                    <a:pt x="1265554" y="1724249"/>
                  </a:lnTo>
                  <a:lnTo>
                    <a:pt x="1265535" y="1724234"/>
                  </a:lnTo>
                  <a:lnTo>
                    <a:pt x="1265518" y="1724225"/>
                  </a:lnTo>
                  <a:lnTo>
                    <a:pt x="1265502" y="1724218"/>
                  </a:lnTo>
                  <a:lnTo>
                    <a:pt x="1265483" y="1724214"/>
                  </a:lnTo>
                  <a:lnTo>
                    <a:pt x="1265466" y="1724208"/>
                  </a:lnTo>
                  <a:lnTo>
                    <a:pt x="1265438" y="1724199"/>
                  </a:lnTo>
                  <a:lnTo>
                    <a:pt x="1265423" y="1724194"/>
                  </a:lnTo>
                  <a:lnTo>
                    <a:pt x="1265413" y="1724189"/>
                  </a:lnTo>
                  <a:lnTo>
                    <a:pt x="1265406" y="1724185"/>
                  </a:lnTo>
                  <a:lnTo>
                    <a:pt x="1265397" y="1724178"/>
                  </a:lnTo>
                  <a:lnTo>
                    <a:pt x="1265391" y="1724174"/>
                  </a:lnTo>
                  <a:lnTo>
                    <a:pt x="1265380" y="1724161"/>
                  </a:lnTo>
                  <a:lnTo>
                    <a:pt x="1265364" y="1724146"/>
                  </a:lnTo>
                  <a:lnTo>
                    <a:pt x="1265346" y="1724134"/>
                  </a:lnTo>
                  <a:lnTo>
                    <a:pt x="1265329" y="1724121"/>
                  </a:lnTo>
                  <a:lnTo>
                    <a:pt x="1265295" y="1724106"/>
                  </a:lnTo>
                  <a:lnTo>
                    <a:pt x="1265277" y="1724097"/>
                  </a:lnTo>
                  <a:lnTo>
                    <a:pt x="1265260" y="1724088"/>
                  </a:lnTo>
                  <a:lnTo>
                    <a:pt x="1265242" y="1724079"/>
                  </a:lnTo>
                  <a:lnTo>
                    <a:pt x="1265225" y="1724071"/>
                  </a:lnTo>
                  <a:lnTo>
                    <a:pt x="1265208" y="1724059"/>
                  </a:lnTo>
                  <a:lnTo>
                    <a:pt x="1265190" y="1724048"/>
                  </a:lnTo>
                  <a:lnTo>
                    <a:pt x="1265173" y="1724037"/>
                  </a:lnTo>
                  <a:lnTo>
                    <a:pt x="1265156" y="1724031"/>
                  </a:lnTo>
                  <a:lnTo>
                    <a:pt x="1265138" y="1724025"/>
                  </a:lnTo>
                  <a:lnTo>
                    <a:pt x="1265121" y="1724020"/>
                  </a:lnTo>
                  <a:lnTo>
                    <a:pt x="1265105" y="1724010"/>
                  </a:lnTo>
                  <a:lnTo>
                    <a:pt x="1265087" y="1723993"/>
                  </a:lnTo>
                  <a:lnTo>
                    <a:pt x="1265075" y="1723977"/>
                  </a:lnTo>
                  <a:lnTo>
                    <a:pt x="1265069" y="1723959"/>
                  </a:lnTo>
                  <a:lnTo>
                    <a:pt x="1265059" y="1723940"/>
                  </a:lnTo>
                  <a:lnTo>
                    <a:pt x="1265045" y="1723926"/>
                  </a:lnTo>
                  <a:lnTo>
                    <a:pt x="1265032" y="1723904"/>
                  </a:lnTo>
                  <a:lnTo>
                    <a:pt x="1265021" y="1723886"/>
                  </a:lnTo>
                  <a:lnTo>
                    <a:pt x="1265015" y="1723876"/>
                  </a:lnTo>
                  <a:lnTo>
                    <a:pt x="1265009" y="1723843"/>
                  </a:lnTo>
                  <a:lnTo>
                    <a:pt x="1265006" y="1723828"/>
                  </a:lnTo>
                  <a:lnTo>
                    <a:pt x="1264999" y="1723798"/>
                  </a:lnTo>
                  <a:lnTo>
                    <a:pt x="1264993" y="1723777"/>
                  </a:lnTo>
                  <a:lnTo>
                    <a:pt x="1264991" y="1723759"/>
                  </a:lnTo>
                  <a:lnTo>
                    <a:pt x="1264991" y="1723738"/>
                  </a:lnTo>
                  <a:lnTo>
                    <a:pt x="1264990" y="1723721"/>
                  </a:lnTo>
                  <a:lnTo>
                    <a:pt x="1264991" y="1723702"/>
                  </a:lnTo>
                  <a:lnTo>
                    <a:pt x="1264991" y="1723684"/>
                  </a:lnTo>
                  <a:lnTo>
                    <a:pt x="1264995" y="1723665"/>
                  </a:lnTo>
                  <a:lnTo>
                    <a:pt x="1265001" y="1723652"/>
                  </a:lnTo>
                  <a:lnTo>
                    <a:pt x="1265001" y="1723629"/>
                  </a:lnTo>
                  <a:lnTo>
                    <a:pt x="1264999" y="1723617"/>
                  </a:lnTo>
                  <a:lnTo>
                    <a:pt x="1264995" y="1723605"/>
                  </a:lnTo>
                  <a:lnTo>
                    <a:pt x="1264989" y="1723595"/>
                  </a:lnTo>
                  <a:lnTo>
                    <a:pt x="1264974" y="1723578"/>
                  </a:lnTo>
                  <a:lnTo>
                    <a:pt x="1264957" y="1723563"/>
                  </a:lnTo>
                  <a:lnTo>
                    <a:pt x="1264938" y="1723547"/>
                  </a:lnTo>
                  <a:lnTo>
                    <a:pt x="1264923" y="1723535"/>
                  </a:lnTo>
                  <a:lnTo>
                    <a:pt x="1264906" y="1723519"/>
                  </a:lnTo>
                  <a:lnTo>
                    <a:pt x="1264892" y="1723500"/>
                  </a:lnTo>
                  <a:lnTo>
                    <a:pt x="1264876" y="1723482"/>
                  </a:lnTo>
                  <a:lnTo>
                    <a:pt x="1264858" y="1723466"/>
                  </a:lnTo>
                  <a:lnTo>
                    <a:pt x="1264843" y="1723452"/>
                  </a:lnTo>
                  <a:lnTo>
                    <a:pt x="1264832" y="1723441"/>
                  </a:lnTo>
                  <a:lnTo>
                    <a:pt x="1264819" y="1723427"/>
                  </a:lnTo>
                  <a:lnTo>
                    <a:pt x="1264814" y="1723419"/>
                  </a:lnTo>
                  <a:lnTo>
                    <a:pt x="1264804" y="1723401"/>
                  </a:lnTo>
                  <a:lnTo>
                    <a:pt x="1264796" y="1723387"/>
                  </a:lnTo>
                  <a:lnTo>
                    <a:pt x="1264786" y="1723363"/>
                  </a:lnTo>
                  <a:lnTo>
                    <a:pt x="1264777" y="1723340"/>
                  </a:lnTo>
                  <a:lnTo>
                    <a:pt x="1264772" y="1723324"/>
                  </a:lnTo>
                  <a:lnTo>
                    <a:pt x="1264767" y="1723289"/>
                  </a:lnTo>
                  <a:lnTo>
                    <a:pt x="1264764" y="1723282"/>
                  </a:lnTo>
                  <a:lnTo>
                    <a:pt x="1264758" y="1723271"/>
                  </a:lnTo>
                  <a:lnTo>
                    <a:pt x="1264755" y="1723260"/>
                  </a:lnTo>
                  <a:lnTo>
                    <a:pt x="1264751" y="1723252"/>
                  </a:lnTo>
                  <a:lnTo>
                    <a:pt x="1264739" y="1723230"/>
                  </a:lnTo>
                  <a:lnTo>
                    <a:pt x="1264730" y="1723218"/>
                  </a:lnTo>
                  <a:lnTo>
                    <a:pt x="1264681" y="1723179"/>
                  </a:lnTo>
                  <a:lnTo>
                    <a:pt x="1264655" y="1723156"/>
                  </a:lnTo>
                  <a:lnTo>
                    <a:pt x="1264636" y="1723132"/>
                  </a:lnTo>
                  <a:lnTo>
                    <a:pt x="1264628" y="1723111"/>
                  </a:lnTo>
                  <a:lnTo>
                    <a:pt x="1264614" y="1723078"/>
                  </a:lnTo>
                  <a:lnTo>
                    <a:pt x="1264601" y="1723054"/>
                  </a:lnTo>
                  <a:lnTo>
                    <a:pt x="1264587" y="1723028"/>
                  </a:lnTo>
                  <a:lnTo>
                    <a:pt x="1264570" y="1723005"/>
                  </a:lnTo>
                  <a:lnTo>
                    <a:pt x="1264562" y="1722993"/>
                  </a:lnTo>
                  <a:lnTo>
                    <a:pt x="1264558" y="1722977"/>
                  </a:lnTo>
                  <a:lnTo>
                    <a:pt x="1264564" y="1722956"/>
                  </a:lnTo>
                  <a:lnTo>
                    <a:pt x="1264579" y="1722936"/>
                  </a:lnTo>
                  <a:lnTo>
                    <a:pt x="1264582" y="1722923"/>
                  </a:lnTo>
                  <a:lnTo>
                    <a:pt x="1264582" y="1722911"/>
                  </a:lnTo>
                  <a:lnTo>
                    <a:pt x="1264576" y="1722897"/>
                  </a:lnTo>
                  <a:lnTo>
                    <a:pt x="1264561" y="1722882"/>
                  </a:lnTo>
                  <a:lnTo>
                    <a:pt x="1264542" y="1722868"/>
                  </a:lnTo>
                  <a:lnTo>
                    <a:pt x="1264525" y="1722854"/>
                  </a:lnTo>
                  <a:lnTo>
                    <a:pt x="1264507" y="1722846"/>
                  </a:lnTo>
                  <a:lnTo>
                    <a:pt x="1264474" y="1722828"/>
                  </a:lnTo>
                  <a:lnTo>
                    <a:pt x="1264449" y="1722815"/>
                  </a:lnTo>
                  <a:lnTo>
                    <a:pt x="1264423" y="1722809"/>
                  </a:lnTo>
                  <a:lnTo>
                    <a:pt x="1264395" y="1722805"/>
                  </a:lnTo>
                  <a:lnTo>
                    <a:pt x="1264365" y="1722795"/>
                  </a:lnTo>
                  <a:lnTo>
                    <a:pt x="1264338" y="1722785"/>
                  </a:lnTo>
                  <a:lnTo>
                    <a:pt x="1264327" y="1722779"/>
                  </a:lnTo>
                  <a:lnTo>
                    <a:pt x="1264308" y="1722760"/>
                  </a:lnTo>
                  <a:lnTo>
                    <a:pt x="1264280" y="1722735"/>
                  </a:lnTo>
                  <a:lnTo>
                    <a:pt x="1264266" y="1722729"/>
                  </a:lnTo>
                  <a:lnTo>
                    <a:pt x="1264248" y="1722726"/>
                  </a:lnTo>
                  <a:lnTo>
                    <a:pt x="1264231" y="1722726"/>
                  </a:lnTo>
                  <a:lnTo>
                    <a:pt x="1264214" y="1722728"/>
                  </a:lnTo>
                  <a:lnTo>
                    <a:pt x="1264196" y="1722728"/>
                  </a:lnTo>
                  <a:lnTo>
                    <a:pt x="1264179" y="1722728"/>
                  </a:lnTo>
                  <a:lnTo>
                    <a:pt x="1264161" y="1722725"/>
                  </a:lnTo>
                  <a:lnTo>
                    <a:pt x="1264144" y="1722715"/>
                  </a:lnTo>
                  <a:lnTo>
                    <a:pt x="1264139" y="1722712"/>
                  </a:lnTo>
                  <a:lnTo>
                    <a:pt x="1264127" y="1722705"/>
                  </a:lnTo>
                  <a:lnTo>
                    <a:pt x="1264112" y="1722702"/>
                  </a:lnTo>
                  <a:lnTo>
                    <a:pt x="1264102" y="1722703"/>
                  </a:lnTo>
                  <a:lnTo>
                    <a:pt x="1264093" y="1722707"/>
                  </a:lnTo>
                  <a:lnTo>
                    <a:pt x="1264074" y="1722717"/>
                  </a:lnTo>
                  <a:lnTo>
                    <a:pt x="1264064" y="1722724"/>
                  </a:lnTo>
                  <a:lnTo>
                    <a:pt x="1264052" y="1722733"/>
                  </a:lnTo>
                  <a:lnTo>
                    <a:pt x="1264041" y="1722740"/>
                  </a:lnTo>
                  <a:lnTo>
                    <a:pt x="1264020" y="1722751"/>
                  </a:lnTo>
                  <a:lnTo>
                    <a:pt x="1264005" y="1722758"/>
                  </a:lnTo>
                  <a:lnTo>
                    <a:pt x="1263987" y="1722767"/>
                  </a:lnTo>
                  <a:lnTo>
                    <a:pt x="1263981" y="1722767"/>
                  </a:lnTo>
                  <a:lnTo>
                    <a:pt x="1263968" y="1722760"/>
                  </a:lnTo>
                  <a:lnTo>
                    <a:pt x="1263956" y="1722745"/>
                  </a:lnTo>
                  <a:lnTo>
                    <a:pt x="1263948" y="1722730"/>
                  </a:lnTo>
                  <a:lnTo>
                    <a:pt x="1263940" y="1722722"/>
                  </a:lnTo>
                  <a:lnTo>
                    <a:pt x="1263936" y="1722717"/>
                  </a:lnTo>
                  <a:lnTo>
                    <a:pt x="1263924" y="1722707"/>
                  </a:lnTo>
                  <a:lnTo>
                    <a:pt x="1263906" y="1722694"/>
                  </a:lnTo>
                  <a:lnTo>
                    <a:pt x="1263902" y="1722692"/>
                  </a:lnTo>
                  <a:lnTo>
                    <a:pt x="1263889" y="1722683"/>
                  </a:lnTo>
                  <a:lnTo>
                    <a:pt x="1263870" y="1722671"/>
                  </a:lnTo>
                  <a:lnTo>
                    <a:pt x="1263838" y="1722657"/>
                  </a:lnTo>
                  <a:lnTo>
                    <a:pt x="1263821" y="1722651"/>
                  </a:lnTo>
                  <a:lnTo>
                    <a:pt x="1263803" y="1722643"/>
                  </a:lnTo>
                  <a:lnTo>
                    <a:pt x="1263786" y="1722635"/>
                  </a:lnTo>
                  <a:lnTo>
                    <a:pt x="1263769" y="1722626"/>
                  </a:lnTo>
                  <a:lnTo>
                    <a:pt x="1263727" y="1722604"/>
                  </a:lnTo>
                  <a:lnTo>
                    <a:pt x="1263716" y="1722599"/>
                  </a:lnTo>
                  <a:lnTo>
                    <a:pt x="1263699" y="1722590"/>
                  </a:lnTo>
                  <a:lnTo>
                    <a:pt x="1263682" y="1722582"/>
                  </a:lnTo>
                  <a:lnTo>
                    <a:pt x="1263667" y="1722573"/>
                  </a:lnTo>
                  <a:lnTo>
                    <a:pt x="1263625" y="1722556"/>
                  </a:lnTo>
                  <a:lnTo>
                    <a:pt x="1263608" y="1722549"/>
                  </a:lnTo>
                  <a:lnTo>
                    <a:pt x="1263586" y="1722545"/>
                  </a:lnTo>
                  <a:lnTo>
                    <a:pt x="1263573" y="1722546"/>
                  </a:lnTo>
                  <a:lnTo>
                    <a:pt x="1263555" y="1722550"/>
                  </a:lnTo>
                  <a:lnTo>
                    <a:pt x="1263538" y="1722556"/>
                  </a:lnTo>
                  <a:lnTo>
                    <a:pt x="1263503" y="1722565"/>
                  </a:lnTo>
                  <a:lnTo>
                    <a:pt x="1263486" y="1722571"/>
                  </a:lnTo>
                  <a:lnTo>
                    <a:pt x="1263453" y="1722586"/>
                  </a:lnTo>
                  <a:lnTo>
                    <a:pt x="1263440" y="1722594"/>
                  </a:lnTo>
                  <a:lnTo>
                    <a:pt x="1263426" y="1722605"/>
                  </a:lnTo>
                  <a:lnTo>
                    <a:pt x="1263408" y="1722617"/>
                  </a:lnTo>
                  <a:lnTo>
                    <a:pt x="1263391" y="1722630"/>
                  </a:lnTo>
                  <a:lnTo>
                    <a:pt x="1263369" y="1722646"/>
                  </a:lnTo>
                  <a:lnTo>
                    <a:pt x="1263350" y="1722647"/>
                  </a:lnTo>
                  <a:lnTo>
                    <a:pt x="1263338" y="1722646"/>
                  </a:lnTo>
                  <a:lnTo>
                    <a:pt x="1263326" y="1722638"/>
                  </a:lnTo>
                  <a:lnTo>
                    <a:pt x="1263316" y="1722625"/>
                  </a:lnTo>
                  <a:lnTo>
                    <a:pt x="1263310" y="1722622"/>
                  </a:lnTo>
                  <a:lnTo>
                    <a:pt x="1263304" y="1722621"/>
                  </a:lnTo>
                  <a:lnTo>
                    <a:pt x="1263299" y="1722627"/>
                  </a:lnTo>
                  <a:lnTo>
                    <a:pt x="1263294" y="1722641"/>
                  </a:lnTo>
                  <a:lnTo>
                    <a:pt x="1263292" y="1722652"/>
                  </a:lnTo>
                  <a:lnTo>
                    <a:pt x="1263290" y="1722664"/>
                  </a:lnTo>
                  <a:lnTo>
                    <a:pt x="1263284" y="1722681"/>
                  </a:lnTo>
                  <a:lnTo>
                    <a:pt x="1263283" y="1722691"/>
                  </a:lnTo>
                  <a:lnTo>
                    <a:pt x="1263284" y="1722700"/>
                  </a:lnTo>
                  <a:lnTo>
                    <a:pt x="1263287" y="1722708"/>
                  </a:lnTo>
                  <a:lnTo>
                    <a:pt x="1263301" y="1722739"/>
                  </a:lnTo>
                  <a:lnTo>
                    <a:pt x="1263304" y="1722752"/>
                  </a:lnTo>
                  <a:lnTo>
                    <a:pt x="1263300" y="1722775"/>
                  </a:lnTo>
                  <a:lnTo>
                    <a:pt x="1263297" y="1722794"/>
                  </a:lnTo>
                  <a:lnTo>
                    <a:pt x="1263295" y="1722802"/>
                  </a:lnTo>
                  <a:lnTo>
                    <a:pt x="1263289" y="1722814"/>
                  </a:lnTo>
                  <a:lnTo>
                    <a:pt x="1263286" y="1722823"/>
                  </a:lnTo>
                  <a:lnTo>
                    <a:pt x="1263284" y="1722832"/>
                  </a:lnTo>
                  <a:lnTo>
                    <a:pt x="1263283" y="1722851"/>
                  </a:lnTo>
                  <a:lnTo>
                    <a:pt x="1263283" y="1722888"/>
                  </a:lnTo>
                  <a:lnTo>
                    <a:pt x="1263277" y="1722911"/>
                  </a:lnTo>
                  <a:lnTo>
                    <a:pt x="1263265" y="1722925"/>
                  </a:lnTo>
                  <a:lnTo>
                    <a:pt x="1263249" y="1722942"/>
                  </a:lnTo>
                  <a:lnTo>
                    <a:pt x="1263234" y="1722960"/>
                  </a:lnTo>
                  <a:lnTo>
                    <a:pt x="1263222" y="1722978"/>
                  </a:lnTo>
                  <a:lnTo>
                    <a:pt x="1263215" y="1722997"/>
                  </a:lnTo>
                  <a:lnTo>
                    <a:pt x="1263211" y="1723016"/>
                  </a:lnTo>
                  <a:lnTo>
                    <a:pt x="1263212" y="1723034"/>
                  </a:lnTo>
                  <a:lnTo>
                    <a:pt x="1263213" y="1723053"/>
                  </a:lnTo>
                  <a:lnTo>
                    <a:pt x="1263215" y="1723090"/>
                  </a:lnTo>
                  <a:lnTo>
                    <a:pt x="1263221" y="1723118"/>
                  </a:lnTo>
                  <a:lnTo>
                    <a:pt x="1263226" y="1723139"/>
                  </a:lnTo>
                  <a:lnTo>
                    <a:pt x="1263234" y="1723163"/>
                  </a:lnTo>
                  <a:lnTo>
                    <a:pt x="1263238" y="1723188"/>
                  </a:lnTo>
                  <a:lnTo>
                    <a:pt x="1263232" y="1723208"/>
                  </a:lnTo>
                  <a:lnTo>
                    <a:pt x="1263221" y="1723223"/>
                  </a:lnTo>
                  <a:lnTo>
                    <a:pt x="1263192" y="1723258"/>
                  </a:lnTo>
                  <a:lnTo>
                    <a:pt x="1263165" y="1723293"/>
                  </a:lnTo>
                  <a:lnTo>
                    <a:pt x="1263160" y="1723296"/>
                  </a:lnTo>
                  <a:lnTo>
                    <a:pt x="1263154" y="1723302"/>
                  </a:lnTo>
                  <a:lnTo>
                    <a:pt x="1263152" y="1723308"/>
                  </a:lnTo>
                  <a:lnTo>
                    <a:pt x="1263152" y="1723334"/>
                  </a:lnTo>
                  <a:lnTo>
                    <a:pt x="1263158" y="1723373"/>
                  </a:lnTo>
                  <a:lnTo>
                    <a:pt x="1263163" y="1723386"/>
                  </a:lnTo>
                  <a:lnTo>
                    <a:pt x="1263164" y="1723405"/>
                  </a:lnTo>
                  <a:lnTo>
                    <a:pt x="1263159" y="1723423"/>
                  </a:lnTo>
                  <a:lnTo>
                    <a:pt x="1263156" y="1723441"/>
                  </a:lnTo>
                  <a:lnTo>
                    <a:pt x="1263152" y="1723460"/>
                  </a:lnTo>
                  <a:lnTo>
                    <a:pt x="1263151" y="1723479"/>
                  </a:lnTo>
                  <a:lnTo>
                    <a:pt x="1263157" y="1723502"/>
                  </a:lnTo>
                  <a:lnTo>
                    <a:pt x="1263159" y="1723525"/>
                  </a:lnTo>
                  <a:lnTo>
                    <a:pt x="1263156" y="1723545"/>
                  </a:lnTo>
                  <a:lnTo>
                    <a:pt x="1263152" y="1723562"/>
                  </a:lnTo>
                  <a:lnTo>
                    <a:pt x="1263147" y="1723581"/>
                  </a:lnTo>
                  <a:lnTo>
                    <a:pt x="1263140" y="1723596"/>
                  </a:lnTo>
                  <a:lnTo>
                    <a:pt x="1263133" y="1723607"/>
                  </a:lnTo>
                  <a:lnTo>
                    <a:pt x="1263124" y="1723616"/>
                  </a:lnTo>
                  <a:lnTo>
                    <a:pt x="1263110" y="1723634"/>
                  </a:lnTo>
                  <a:lnTo>
                    <a:pt x="1263100" y="1723646"/>
                  </a:lnTo>
                  <a:lnTo>
                    <a:pt x="1263093" y="1723660"/>
                  </a:lnTo>
                  <a:lnTo>
                    <a:pt x="1263090" y="1723675"/>
                  </a:lnTo>
                  <a:lnTo>
                    <a:pt x="1263093" y="1723691"/>
                  </a:lnTo>
                  <a:lnTo>
                    <a:pt x="1263097" y="1723710"/>
                  </a:lnTo>
                  <a:lnTo>
                    <a:pt x="1263099" y="1723720"/>
                  </a:lnTo>
                  <a:lnTo>
                    <a:pt x="1263098" y="1723730"/>
                  </a:lnTo>
                  <a:lnTo>
                    <a:pt x="1263094" y="1723740"/>
                  </a:lnTo>
                  <a:lnTo>
                    <a:pt x="1263083" y="1723747"/>
                  </a:lnTo>
                  <a:lnTo>
                    <a:pt x="1263071" y="1723750"/>
                  </a:lnTo>
                  <a:lnTo>
                    <a:pt x="1263056" y="1723758"/>
                  </a:lnTo>
                  <a:lnTo>
                    <a:pt x="1263048" y="1723764"/>
                  </a:lnTo>
                  <a:lnTo>
                    <a:pt x="1263044" y="1723770"/>
                  </a:lnTo>
                  <a:lnTo>
                    <a:pt x="1263042" y="1723782"/>
                  </a:lnTo>
                  <a:lnTo>
                    <a:pt x="1263041" y="1723801"/>
                  </a:lnTo>
                  <a:lnTo>
                    <a:pt x="1263046" y="1723819"/>
                  </a:lnTo>
                  <a:lnTo>
                    <a:pt x="1263050" y="1723827"/>
                  </a:lnTo>
                  <a:lnTo>
                    <a:pt x="1263058" y="1723837"/>
                  </a:lnTo>
                  <a:lnTo>
                    <a:pt x="1263063" y="1723844"/>
                  </a:lnTo>
                  <a:lnTo>
                    <a:pt x="1263065" y="1723856"/>
                  </a:lnTo>
                  <a:lnTo>
                    <a:pt x="1263066" y="1723868"/>
                  </a:lnTo>
                  <a:lnTo>
                    <a:pt x="1263063" y="1723882"/>
                  </a:lnTo>
                  <a:lnTo>
                    <a:pt x="1263055" y="1723894"/>
                  </a:lnTo>
                  <a:lnTo>
                    <a:pt x="1263040" y="1723901"/>
                  </a:lnTo>
                  <a:lnTo>
                    <a:pt x="1263024" y="1723918"/>
                  </a:lnTo>
                  <a:lnTo>
                    <a:pt x="1263016" y="1723940"/>
                  </a:lnTo>
                  <a:lnTo>
                    <a:pt x="1263015" y="1723958"/>
                  </a:lnTo>
                  <a:lnTo>
                    <a:pt x="1263011" y="1723985"/>
                  </a:lnTo>
                  <a:lnTo>
                    <a:pt x="1263010" y="1723995"/>
                  </a:lnTo>
                  <a:lnTo>
                    <a:pt x="1263009" y="1724014"/>
                  </a:lnTo>
                  <a:lnTo>
                    <a:pt x="1263009" y="1724032"/>
                  </a:lnTo>
                  <a:lnTo>
                    <a:pt x="1263009" y="1724051"/>
                  </a:lnTo>
                  <a:lnTo>
                    <a:pt x="1263008" y="1724069"/>
                  </a:lnTo>
                  <a:lnTo>
                    <a:pt x="1263005" y="1724088"/>
                  </a:lnTo>
                  <a:lnTo>
                    <a:pt x="1263000" y="1724106"/>
                  </a:lnTo>
                  <a:lnTo>
                    <a:pt x="1262992" y="1724127"/>
                  </a:lnTo>
                  <a:lnTo>
                    <a:pt x="1262988" y="1724137"/>
                  </a:lnTo>
                  <a:lnTo>
                    <a:pt x="1262980" y="1724147"/>
                  </a:lnTo>
                  <a:lnTo>
                    <a:pt x="1262972" y="1724154"/>
                  </a:lnTo>
                  <a:lnTo>
                    <a:pt x="1262966" y="1724156"/>
                  </a:lnTo>
                  <a:lnTo>
                    <a:pt x="1262948" y="1724164"/>
                  </a:lnTo>
                  <a:lnTo>
                    <a:pt x="1262931" y="1724171"/>
                  </a:lnTo>
                  <a:lnTo>
                    <a:pt x="1262914" y="1724181"/>
                  </a:lnTo>
                  <a:lnTo>
                    <a:pt x="1262896" y="1724194"/>
                  </a:lnTo>
                  <a:lnTo>
                    <a:pt x="1262887" y="1724199"/>
                  </a:lnTo>
                  <a:lnTo>
                    <a:pt x="1262879" y="1724205"/>
                  </a:lnTo>
                  <a:lnTo>
                    <a:pt x="1262863" y="1724217"/>
                  </a:lnTo>
                  <a:lnTo>
                    <a:pt x="1262853" y="1724233"/>
                  </a:lnTo>
                  <a:lnTo>
                    <a:pt x="1262842" y="1724251"/>
                  </a:lnTo>
                  <a:lnTo>
                    <a:pt x="1262832" y="1724270"/>
                  </a:lnTo>
                  <a:lnTo>
                    <a:pt x="1262825" y="1724283"/>
                  </a:lnTo>
                  <a:lnTo>
                    <a:pt x="1262812" y="1724296"/>
                  </a:lnTo>
                  <a:lnTo>
                    <a:pt x="1262802" y="1724300"/>
                  </a:lnTo>
                  <a:lnTo>
                    <a:pt x="1262798" y="1724292"/>
                  </a:lnTo>
                  <a:lnTo>
                    <a:pt x="1262785" y="1724275"/>
                  </a:lnTo>
                  <a:lnTo>
                    <a:pt x="1262763" y="1724249"/>
                  </a:lnTo>
                  <a:lnTo>
                    <a:pt x="1262737" y="1724224"/>
                  </a:lnTo>
                  <a:lnTo>
                    <a:pt x="1262695" y="1724181"/>
                  </a:lnTo>
                  <a:lnTo>
                    <a:pt x="1262661" y="1724154"/>
                  </a:lnTo>
                  <a:lnTo>
                    <a:pt x="1262637" y="1724130"/>
                  </a:lnTo>
                  <a:lnTo>
                    <a:pt x="1262620" y="1724110"/>
                  </a:lnTo>
                  <a:lnTo>
                    <a:pt x="1262599" y="1724091"/>
                  </a:lnTo>
                  <a:lnTo>
                    <a:pt x="1262566" y="1724075"/>
                  </a:lnTo>
                  <a:lnTo>
                    <a:pt x="1262538" y="1724067"/>
                  </a:lnTo>
                  <a:lnTo>
                    <a:pt x="1262516" y="1724058"/>
                  </a:lnTo>
                  <a:lnTo>
                    <a:pt x="1262493" y="1724052"/>
                  </a:lnTo>
                  <a:lnTo>
                    <a:pt x="1262477" y="1724041"/>
                  </a:lnTo>
                  <a:lnTo>
                    <a:pt x="1262455" y="1724014"/>
                  </a:lnTo>
                  <a:lnTo>
                    <a:pt x="1262432" y="1723986"/>
                  </a:lnTo>
                  <a:lnTo>
                    <a:pt x="1262415" y="1723972"/>
                  </a:lnTo>
                  <a:lnTo>
                    <a:pt x="1262390" y="1723960"/>
                  </a:lnTo>
                  <a:lnTo>
                    <a:pt x="1262372" y="1723950"/>
                  </a:lnTo>
                  <a:lnTo>
                    <a:pt x="1262351" y="1723937"/>
                  </a:lnTo>
                  <a:lnTo>
                    <a:pt x="1262332" y="1723922"/>
                  </a:lnTo>
                  <a:lnTo>
                    <a:pt x="1262312" y="1723908"/>
                  </a:lnTo>
                  <a:lnTo>
                    <a:pt x="1262291" y="1723894"/>
                  </a:lnTo>
                  <a:lnTo>
                    <a:pt x="1262272" y="1723878"/>
                  </a:lnTo>
                  <a:lnTo>
                    <a:pt x="1262260" y="1723862"/>
                  </a:lnTo>
                  <a:lnTo>
                    <a:pt x="1262247" y="1723842"/>
                  </a:lnTo>
                  <a:lnTo>
                    <a:pt x="1262235" y="1723825"/>
                  </a:lnTo>
                  <a:lnTo>
                    <a:pt x="1262215" y="1723802"/>
                  </a:lnTo>
                  <a:lnTo>
                    <a:pt x="1262196" y="1723783"/>
                  </a:lnTo>
                  <a:lnTo>
                    <a:pt x="1262173" y="1723762"/>
                  </a:lnTo>
                  <a:lnTo>
                    <a:pt x="1262143" y="1723739"/>
                  </a:lnTo>
                  <a:lnTo>
                    <a:pt x="1262129" y="1723731"/>
                  </a:lnTo>
                  <a:lnTo>
                    <a:pt x="1262113" y="1723725"/>
                  </a:lnTo>
                  <a:lnTo>
                    <a:pt x="1262094" y="1723715"/>
                  </a:lnTo>
                  <a:lnTo>
                    <a:pt x="1262077" y="1723701"/>
                  </a:lnTo>
                  <a:lnTo>
                    <a:pt x="1262039" y="1723664"/>
                  </a:lnTo>
                  <a:lnTo>
                    <a:pt x="1262019" y="1723647"/>
                  </a:lnTo>
                  <a:lnTo>
                    <a:pt x="1262001" y="1723636"/>
                  </a:lnTo>
                  <a:lnTo>
                    <a:pt x="1261977" y="1723614"/>
                  </a:lnTo>
                  <a:lnTo>
                    <a:pt x="1261955" y="1723591"/>
                  </a:lnTo>
                  <a:lnTo>
                    <a:pt x="1261933" y="1723567"/>
                  </a:lnTo>
                  <a:lnTo>
                    <a:pt x="1261906" y="1723546"/>
                  </a:lnTo>
                  <a:lnTo>
                    <a:pt x="1261890" y="1723533"/>
                  </a:lnTo>
                  <a:lnTo>
                    <a:pt x="1261867" y="1723509"/>
                  </a:lnTo>
                  <a:lnTo>
                    <a:pt x="1261861" y="1723504"/>
                  </a:lnTo>
                  <a:lnTo>
                    <a:pt x="1261846" y="1723494"/>
                  </a:lnTo>
                  <a:lnTo>
                    <a:pt x="1261829" y="1723492"/>
                  </a:lnTo>
                  <a:lnTo>
                    <a:pt x="1261806" y="1723492"/>
                  </a:lnTo>
                  <a:lnTo>
                    <a:pt x="1261789" y="1723488"/>
                  </a:lnTo>
                  <a:lnTo>
                    <a:pt x="1261762" y="1723478"/>
                  </a:lnTo>
                  <a:lnTo>
                    <a:pt x="1261682" y="1723438"/>
                  </a:lnTo>
                  <a:lnTo>
                    <a:pt x="1261634" y="1723410"/>
                  </a:lnTo>
                  <a:lnTo>
                    <a:pt x="1261591" y="1723394"/>
                  </a:lnTo>
                  <a:lnTo>
                    <a:pt x="1261570" y="1723385"/>
                  </a:lnTo>
                  <a:lnTo>
                    <a:pt x="1261528" y="1723366"/>
                  </a:lnTo>
                  <a:lnTo>
                    <a:pt x="1261504" y="1723349"/>
                  </a:lnTo>
                  <a:lnTo>
                    <a:pt x="1261465" y="1723326"/>
                  </a:lnTo>
                  <a:lnTo>
                    <a:pt x="1261427" y="1723307"/>
                  </a:lnTo>
                  <a:lnTo>
                    <a:pt x="1261388" y="1723286"/>
                  </a:lnTo>
                  <a:lnTo>
                    <a:pt x="1261347" y="1723264"/>
                  </a:lnTo>
                  <a:lnTo>
                    <a:pt x="1261323" y="1723256"/>
                  </a:lnTo>
                  <a:lnTo>
                    <a:pt x="1261298" y="1723252"/>
                  </a:lnTo>
                  <a:lnTo>
                    <a:pt x="1261260" y="1723249"/>
                  </a:lnTo>
                  <a:lnTo>
                    <a:pt x="1261232" y="1723249"/>
                  </a:lnTo>
                  <a:lnTo>
                    <a:pt x="1261201" y="1723246"/>
                  </a:lnTo>
                  <a:lnTo>
                    <a:pt x="1261173" y="1723240"/>
                  </a:lnTo>
                  <a:lnTo>
                    <a:pt x="1261149" y="1723231"/>
                  </a:lnTo>
                  <a:lnTo>
                    <a:pt x="1261098" y="1723208"/>
                  </a:lnTo>
                  <a:lnTo>
                    <a:pt x="1261048" y="1723181"/>
                  </a:lnTo>
                  <a:lnTo>
                    <a:pt x="1261013" y="1723161"/>
                  </a:lnTo>
                  <a:lnTo>
                    <a:pt x="1260990" y="1723143"/>
                  </a:lnTo>
                  <a:lnTo>
                    <a:pt x="1260960" y="1723113"/>
                  </a:lnTo>
                  <a:lnTo>
                    <a:pt x="1260929" y="1723072"/>
                  </a:lnTo>
                  <a:lnTo>
                    <a:pt x="1260907" y="1723041"/>
                  </a:lnTo>
                  <a:lnTo>
                    <a:pt x="1260893" y="1723025"/>
                  </a:lnTo>
                  <a:lnTo>
                    <a:pt x="1260876" y="1723012"/>
                  </a:lnTo>
                  <a:lnTo>
                    <a:pt x="1260857" y="1722998"/>
                  </a:lnTo>
                  <a:lnTo>
                    <a:pt x="1260832" y="1722971"/>
                  </a:lnTo>
                  <a:lnTo>
                    <a:pt x="1260817" y="1722954"/>
                  </a:lnTo>
                  <a:lnTo>
                    <a:pt x="1260805" y="1722934"/>
                  </a:lnTo>
                  <a:lnTo>
                    <a:pt x="1260797" y="1722917"/>
                  </a:lnTo>
                  <a:lnTo>
                    <a:pt x="1260790" y="1722898"/>
                  </a:lnTo>
                  <a:lnTo>
                    <a:pt x="1260779" y="1722862"/>
                  </a:lnTo>
                  <a:lnTo>
                    <a:pt x="1260767" y="1722819"/>
                  </a:lnTo>
                  <a:lnTo>
                    <a:pt x="1260763" y="1722806"/>
                  </a:lnTo>
                  <a:lnTo>
                    <a:pt x="1260754" y="1722772"/>
                  </a:lnTo>
                  <a:lnTo>
                    <a:pt x="1260744" y="1722742"/>
                  </a:lnTo>
                  <a:lnTo>
                    <a:pt x="1260740" y="1722724"/>
                  </a:lnTo>
                  <a:lnTo>
                    <a:pt x="1260734" y="1722697"/>
                  </a:lnTo>
                  <a:lnTo>
                    <a:pt x="1260716" y="1722640"/>
                  </a:lnTo>
                  <a:lnTo>
                    <a:pt x="1260710" y="1722623"/>
                  </a:lnTo>
                  <a:lnTo>
                    <a:pt x="1260700" y="1722600"/>
                  </a:lnTo>
                  <a:lnTo>
                    <a:pt x="1260682" y="1722570"/>
                  </a:lnTo>
                  <a:lnTo>
                    <a:pt x="1260670" y="1722538"/>
                  </a:lnTo>
                  <a:lnTo>
                    <a:pt x="1260653" y="1722492"/>
                  </a:lnTo>
                  <a:lnTo>
                    <a:pt x="1260646" y="1722468"/>
                  </a:lnTo>
                  <a:lnTo>
                    <a:pt x="1260642" y="1722452"/>
                  </a:lnTo>
                  <a:lnTo>
                    <a:pt x="1260626" y="1722401"/>
                  </a:lnTo>
                  <a:lnTo>
                    <a:pt x="1260614" y="1722353"/>
                  </a:lnTo>
                  <a:lnTo>
                    <a:pt x="1260608" y="1722315"/>
                  </a:lnTo>
                  <a:lnTo>
                    <a:pt x="1260610" y="1722271"/>
                  </a:lnTo>
                  <a:lnTo>
                    <a:pt x="1260610" y="1722241"/>
                  </a:lnTo>
                  <a:lnTo>
                    <a:pt x="1260610" y="1722226"/>
                  </a:lnTo>
                  <a:lnTo>
                    <a:pt x="1260609" y="1722208"/>
                  </a:lnTo>
                  <a:lnTo>
                    <a:pt x="1260602" y="1722186"/>
                  </a:lnTo>
                  <a:lnTo>
                    <a:pt x="1260597" y="1722164"/>
                  </a:lnTo>
                  <a:lnTo>
                    <a:pt x="1260600" y="1722125"/>
                  </a:lnTo>
                  <a:lnTo>
                    <a:pt x="1260608" y="1722094"/>
                  </a:lnTo>
                  <a:lnTo>
                    <a:pt x="1260611" y="1722084"/>
                  </a:lnTo>
                  <a:lnTo>
                    <a:pt x="1260623" y="1722049"/>
                  </a:lnTo>
                  <a:lnTo>
                    <a:pt x="1260644" y="1722014"/>
                  </a:lnTo>
                  <a:lnTo>
                    <a:pt x="1260659" y="1721992"/>
                  </a:lnTo>
                  <a:lnTo>
                    <a:pt x="1260670" y="1721972"/>
                  </a:lnTo>
                  <a:lnTo>
                    <a:pt x="1260677" y="1721946"/>
                  </a:lnTo>
                  <a:lnTo>
                    <a:pt x="1260683" y="1721915"/>
                  </a:lnTo>
                  <a:lnTo>
                    <a:pt x="1260691" y="1721883"/>
                  </a:lnTo>
                  <a:lnTo>
                    <a:pt x="1260698" y="1721855"/>
                  </a:lnTo>
                  <a:lnTo>
                    <a:pt x="1260700" y="1721827"/>
                  </a:lnTo>
                  <a:lnTo>
                    <a:pt x="1260699" y="1721797"/>
                  </a:lnTo>
                  <a:lnTo>
                    <a:pt x="1260693" y="1721762"/>
                  </a:lnTo>
                  <a:lnTo>
                    <a:pt x="1260686" y="1721735"/>
                  </a:lnTo>
                  <a:lnTo>
                    <a:pt x="1260686" y="1721711"/>
                  </a:lnTo>
                  <a:lnTo>
                    <a:pt x="1260696" y="1721685"/>
                  </a:lnTo>
                  <a:lnTo>
                    <a:pt x="1260702" y="1721672"/>
                  </a:lnTo>
                  <a:lnTo>
                    <a:pt x="1260706" y="1721664"/>
                  </a:lnTo>
                  <a:lnTo>
                    <a:pt x="1260710" y="1721639"/>
                  </a:lnTo>
                  <a:lnTo>
                    <a:pt x="1260709" y="1721605"/>
                  </a:lnTo>
                  <a:lnTo>
                    <a:pt x="1260703" y="1721563"/>
                  </a:lnTo>
                  <a:lnTo>
                    <a:pt x="1260694" y="1721525"/>
                  </a:lnTo>
                  <a:lnTo>
                    <a:pt x="1260679" y="1721493"/>
                  </a:lnTo>
                  <a:lnTo>
                    <a:pt x="1260664" y="1721463"/>
                  </a:lnTo>
                  <a:lnTo>
                    <a:pt x="1260656" y="1721441"/>
                  </a:lnTo>
                  <a:lnTo>
                    <a:pt x="1260655" y="1721421"/>
                  </a:lnTo>
                  <a:lnTo>
                    <a:pt x="1260653" y="1721394"/>
                  </a:lnTo>
                  <a:lnTo>
                    <a:pt x="1260647" y="1721374"/>
                  </a:lnTo>
                  <a:lnTo>
                    <a:pt x="1260633" y="1721341"/>
                  </a:lnTo>
                  <a:lnTo>
                    <a:pt x="1260622" y="1721308"/>
                  </a:lnTo>
                  <a:lnTo>
                    <a:pt x="1260614" y="1721283"/>
                  </a:lnTo>
                  <a:lnTo>
                    <a:pt x="1260606" y="1721265"/>
                  </a:lnTo>
                  <a:lnTo>
                    <a:pt x="1260589" y="1721246"/>
                  </a:lnTo>
                  <a:lnTo>
                    <a:pt x="1260570" y="1721225"/>
                  </a:lnTo>
                  <a:lnTo>
                    <a:pt x="1260559" y="1721209"/>
                  </a:lnTo>
                  <a:lnTo>
                    <a:pt x="1260550" y="1721182"/>
                  </a:lnTo>
                  <a:lnTo>
                    <a:pt x="1260542" y="1721153"/>
                  </a:lnTo>
                  <a:lnTo>
                    <a:pt x="1260531" y="1721130"/>
                  </a:lnTo>
                  <a:lnTo>
                    <a:pt x="1260526" y="1721121"/>
                  </a:lnTo>
                  <a:lnTo>
                    <a:pt x="1260515" y="1721109"/>
                  </a:lnTo>
                  <a:lnTo>
                    <a:pt x="1260505" y="1721086"/>
                  </a:lnTo>
                  <a:lnTo>
                    <a:pt x="1260496" y="1721053"/>
                  </a:lnTo>
                  <a:lnTo>
                    <a:pt x="1260493" y="1720993"/>
                  </a:lnTo>
                  <a:lnTo>
                    <a:pt x="1260491" y="1720964"/>
                  </a:lnTo>
                  <a:lnTo>
                    <a:pt x="1260488" y="1720924"/>
                  </a:lnTo>
                  <a:lnTo>
                    <a:pt x="1260491" y="1720894"/>
                  </a:lnTo>
                  <a:lnTo>
                    <a:pt x="1260509" y="1720820"/>
                  </a:lnTo>
                  <a:lnTo>
                    <a:pt x="1260523" y="1720769"/>
                  </a:lnTo>
                  <a:lnTo>
                    <a:pt x="1260544" y="1720728"/>
                  </a:lnTo>
                  <a:lnTo>
                    <a:pt x="1260564" y="1720702"/>
                  </a:lnTo>
                  <a:lnTo>
                    <a:pt x="1260582" y="1720669"/>
                  </a:lnTo>
                  <a:lnTo>
                    <a:pt x="1260596" y="1720636"/>
                  </a:lnTo>
                  <a:lnTo>
                    <a:pt x="1260610" y="1720591"/>
                  </a:lnTo>
                  <a:lnTo>
                    <a:pt x="1260620" y="1720568"/>
                  </a:lnTo>
                  <a:lnTo>
                    <a:pt x="1260629" y="1720548"/>
                  </a:lnTo>
                  <a:lnTo>
                    <a:pt x="1260636" y="1720526"/>
                  </a:lnTo>
                  <a:lnTo>
                    <a:pt x="1260638" y="1720512"/>
                  </a:lnTo>
                  <a:lnTo>
                    <a:pt x="1260634" y="1720492"/>
                  </a:lnTo>
                  <a:lnTo>
                    <a:pt x="1260626" y="1720446"/>
                  </a:lnTo>
                  <a:lnTo>
                    <a:pt x="1260620" y="1720391"/>
                  </a:lnTo>
                  <a:lnTo>
                    <a:pt x="1260615" y="1720344"/>
                  </a:lnTo>
                  <a:lnTo>
                    <a:pt x="1260618" y="1720294"/>
                  </a:lnTo>
                  <a:lnTo>
                    <a:pt x="1260618" y="1720282"/>
                  </a:lnTo>
                  <a:lnTo>
                    <a:pt x="1260627" y="1720238"/>
                  </a:lnTo>
                  <a:lnTo>
                    <a:pt x="1260636" y="1720198"/>
                  </a:lnTo>
                  <a:lnTo>
                    <a:pt x="1260649" y="1720155"/>
                  </a:lnTo>
                  <a:lnTo>
                    <a:pt x="1260652" y="1720114"/>
                  </a:lnTo>
                  <a:lnTo>
                    <a:pt x="1260653" y="1720056"/>
                  </a:lnTo>
                  <a:lnTo>
                    <a:pt x="1260650" y="1719994"/>
                  </a:lnTo>
                  <a:lnTo>
                    <a:pt x="1260647" y="1719945"/>
                  </a:lnTo>
                  <a:lnTo>
                    <a:pt x="1260630" y="1719841"/>
                  </a:lnTo>
                  <a:lnTo>
                    <a:pt x="1260618" y="1719779"/>
                  </a:lnTo>
                  <a:lnTo>
                    <a:pt x="1260602" y="1719723"/>
                  </a:lnTo>
                  <a:lnTo>
                    <a:pt x="1260578" y="1719673"/>
                  </a:lnTo>
                  <a:lnTo>
                    <a:pt x="1260554" y="1719619"/>
                  </a:lnTo>
                  <a:lnTo>
                    <a:pt x="1260529" y="1719564"/>
                  </a:lnTo>
                  <a:lnTo>
                    <a:pt x="1260500" y="1719498"/>
                  </a:lnTo>
                  <a:lnTo>
                    <a:pt x="1260477" y="1719453"/>
                  </a:lnTo>
                  <a:lnTo>
                    <a:pt x="1260451" y="1719408"/>
                  </a:lnTo>
                  <a:lnTo>
                    <a:pt x="1260421" y="1719362"/>
                  </a:lnTo>
                  <a:lnTo>
                    <a:pt x="1260364" y="1719285"/>
                  </a:lnTo>
                  <a:lnTo>
                    <a:pt x="1260335" y="1719252"/>
                  </a:lnTo>
                  <a:lnTo>
                    <a:pt x="1260304" y="1719226"/>
                  </a:lnTo>
                  <a:lnTo>
                    <a:pt x="1260262" y="1719192"/>
                  </a:lnTo>
                  <a:lnTo>
                    <a:pt x="1260250" y="1719177"/>
                  </a:lnTo>
                  <a:lnTo>
                    <a:pt x="1260228" y="1719156"/>
                  </a:lnTo>
                  <a:lnTo>
                    <a:pt x="1260197" y="1719134"/>
                  </a:lnTo>
                  <a:lnTo>
                    <a:pt x="1260157" y="1719111"/>
                  </a:lnTo>
                  <a:lnTo>
                    <a:pt x="1260135" y="1719094"/>
                  </a:lnTo>
                  <a:lnTo>
                    <a:pt x="1260106" y="1719074"/>
                  </a:lnTo>
                  <a:lnTo>
                    <a:pt x="1260073" y="1719052"/>
                  </a:lnTo>
                  <a:lnTo>
                    <a:pt x="1260047" y="1719032"/>
                  </a:lnTo>
                  <a:lnTo>
                    <a:pt x="1260033" y="1719019"/>
                  </a:lnTo>
                  <a:lnTo>
                    <a:pt x="1260015" y="1718995"/>
                  </a:lnTo>
                  <a:lnTo>
                    <a:pt x="1259992" y="1718968"/>
                  </a:lnTo>
                  <a:lnTo>
                    <a:pt x="1259971" y="1718940"/>
                  </a:lnTo>
                  <a:lnTo>
                    <a:pt x="1259958" y="1718909"/>
                  </a:lnTo>
                  <a:lnTo>
                    <a:pt x="1259945" y="1718874"/>
                  </a:lnTo>
                  <a:lnTo>
                    <a:pt x="1259938" y="1718851"/>
                  </a:lnTo>
                  <a:lnTo>
                    <a:pt x="1259935" y="1718840"/>
                  </a:lnTo>
                  <a:lnTo>
                    <a:pt x="1259927" y="1718767"/>
                  </a:lnTo>
                  <a:lnTo>
                    <a:pt x="1259925" y="1718707"/>
                  </a:lnTo>
                  <a:lnTo>
                    <a:pt x="1259924" y="1718662"/>
                  </a:lnTo>
                  <a:lnTo>
                    <a:pt x="1259920" y="1718624"/>
                  </a:lnTo>
                  <a:lnTo>
                    <a:pt x="1259918" y="1718577"/>
                  </a:lnTo>
                  <a:lnTo>
                    <a:pt x="1259923" y="1718522"/>
                  </a:lnTo>
                  <a:lnTo>
                    <a:pt x="1259926" y="1718483"/>
                  </a:lnTo>
                  <a:lnTo>
                    <a:pt x="1259939" y="1718433"/>
                  </a:lnTo>
                  <a:lnTo>
                    <a:pt x="1259955" y="1718382"/>
                  </a:lnTo>
                  <a:lnTo>
                    <a:pt x="1259970" y="1718344"/>
                  </a:lnTo>
                  <a:lnTo>
                    <a:pt x="1259991" y="1718302"/>
                  </a:lnTo>
                  <a:lnTo>
                    <a:pt x="1260020" y="1718249"/>
                  </a:lnTo>
                  <a:lnTo>
                    <a:pt x="1260034" y="1718218"/>
                  </a:lnTo>
                  <a:lnTo>
                    <a:pt x="1260047" y="1718177"/>
                  </a:lnTo>
                  <a:lnTo>
                    <a:pt x="1260067" y="1718124"/>
                  </a:lnTo>
                  <a:lnTo>
                    <a:pt x="1260085" y="1718084"/>
                  </a:lnTo>
                  <a:lnTo>
                    <a:pt x="1260107" y="1718053"/>
                  </a:lnTo>
                  <a:lnTo>
                    <a:pt x="1260126" y="1718028"/>
                  </a:lnTo>
                  <a:lnTo>
                    <a:pt x="1260144" y="1718009"/>
                  </a:lnTo>
                  <a:lnTo>
                    <a:pt x="1260163" y="1717996"/>
                  </a:lnTo>
                  <a:lnTo>
                    <a:pt x="1260186" y="1717983"/>
                  </a:lnTo>
                  <a:lnTo>
                    <a:pt x="1260229" y="1717967"/>
                  </a:lnTo>
                  <a:lnTo>
                    <a:pt x="1260261" y="1717954"/>
                  </a:lnTo>
                  <a:lnTo>
                    <a:pt x="1260288" y="1717937"/>
                  </a:lnTo>
                  <a:lnTo>
                    <a:pt x="1260341" y="1717903"/>
                  </a:lnTo>
                  <a:lnTo>
                    <a:pt x="1260373" y="1717887"/>
                  </a:lnTo>
                  <a:lnTo>
                    <a:pt x="1260402" y="1717872"/>
                  </a:lnTo>
                  <a:lnTo>
                    <a:pt x="1260431" y="1717855"/>
                  </a:lnTo>
                  <a:lnTo>
                    <a:pt x="1260455" y="1717831"/>
                  </a:lnTo>
                  <a:lnTo>
                    <a:pt x="1260490" y="1717792"/>
                  </a:lnTo>
                  <a:lnTo>
                    <a:pt x="1260532" y="1717746"/>
                  </a:lnTo>
                  <a:lnTo>
                    <a:pt x="1260550" y="1717719"/>
                  </a:lnTo>
                  <a:lnTo>
                    <a:pt x="1260563" y="1717693"/>
                  </a:lnTo>
                  <a:lnTo>
                    <a:pt x="1260575" y="1717669"/>
                  </a:lnTo>
                  <a:lnTo>
                    <a:pt x="1260596" y="1717639"/>
                  </a:lnTo>
                  <a:lnTo>
                    <a:pt x="1260619" y="1717618"/>
                  </a:lnTo>
                  <a:lnTo>
                    <a:pt x="1260651" y="1717600"/>
                  </a:lnTo>
                  <a:lnTo>
                    <a:pt x="1260680" y="1717588"/>
                  </a:lnTo>
                  <a:lnTo>
                    <a:pt x="1260739" y="1717573"/>
                  </a:lnTo>
                  <a:lnTo>
                    <a:pt x="1260772" y="1717561"/>
                  </a:lnTo>
                  <a:lnTo>
                    <a:pt x="1260813" y="1717551"/>
                  </a:lnTo>
                  <a:lnTo>
                    <a:pt x="1260853" y="1717541"/>
                  </a:lnTo>
                  <a:lnTo>
                    <a:pt x="1260886" y="1717528"/>
                  </a:lnTo>
                  <a:lnTo>
                    <a:pt x="1260929" y="1717508"/>
                  </a:lnTo>
                  <a:lnTo>
                    <a:pt x="1260968" y="1717489"/>
                  </a:lnTo>
                  <a:lnTo>
                    <a:pt x="1261003" y="1717467"/>
                  </a:lnTo>
                  <a:lnTo>
                    <a:pt x="1261024" y="1717449"/>
                  </a:lnTo>
                  <a:lnTo>
                    <a:pt x="1261050" y="1717424"/>
                  </a:lnTo>
                  <a:lnTo>
                    <a:pt x="1261073" y="1717394"/>
                  </a:lnTo>
                  <a:lnTo>
                    <a:pt x="1261089" y="1717371"/>
                  </a:lnTo>
                  <a:lnTo>
                    <a:pt x="1261098" y="1717347"/>
                  </a:lnTo>
                  <a:lnTo>
                    <a:pt x="1261103" y="1717320"/>
                  </a:lnTo>
                  <a:lnTo>
                    <a:pt x="1261109" y="1717285"/>
                  </a:lnTo>
                  <a:lnTo>
                    <a:pt x="1261117" y="1717257"/>
                  </a:lnTo>
                  <a:lnTo>
                    <a:pt x="1261131" y="1717232"/>
                  </a:lnTo>
                  <a:lnTo>
                    <a:pt x="1261149" y="1717212"/>
                  </a:lnTo>
                  <a:lnTo>
                    <a:pt x="1261173" y="1717198"/>
                  </a:lnTo>
                  <a:lnTo>
                    <a:pt x="1261193" y="1717190"/>
                  </a:lnTo>
                  <a:lnTo>
                    <a:pt x="1261207" y="1717174"/>
                  </a:lnTo>
                  <a:lnTo>
                    <a:pt x="1261212" y="1717151"/>
                  </a:lnTo>
                  <a:lnTo>
                    <a:pt x="1261216" y="1717087"/>
                  </a:lnTo>
                  <a:lnTo>
                    <a:pt x="1261211" y="1717020"/>
                  </a:lnTo>
                  <a:lnTo>
                    <a:pt x="1261209" y="1716948"/>
                  </a:lnTo>
                  <a:lnTo>
                    <a:pt x="1261214" y="1716855"/>
                  </a:lnTo>
                  <a:lnTo>
                    <a:pt x="1261219" y="1716801"/>
                  </a:lnTo>
                  <a:lnTo>
                    <a:pt x="1261232" y="1716710"/>
                  </a:lnTo>
                  <a:lnTo>
                    <a:pt x="1261245" y="1716664"/>
                  </a:lnTo>
                  <a:lnTo>
                    <a:pt x="1261260" y="1716628"/>
                  </a:lnTo>
                  <a:lnTo>
                    <a:pt x="1261285" y="1716577"/>
                  </a:lnTo>
                  <a:lnTo>
                    <a:pt x="1261301" y="1716540"/>
                  </a:lnTo>
                  <a:lnTo>
                    <a:pt x="1261316" y="1716503"/>
                  </a:lnTo>
                  <a:lnTo>
                    <a:pt x="1261332" y="1716453"/>
                  </a:lnTo>
                  <a:lnTo>
                    <a:pt x="1261352" y="1716406"/>
                  </a:lnTo>
                  <a:lnTo>
                    <a:pt x="1261367" y="1716372"/>
                  </a:lnTo>
                  <a:lnTo>
                    <a:pt x="1261380" y="1716338"/>
                  </a:lnTo>
                  <a:lnTo>
                    <a:pt x="1261395" y="1716311"/>
                  </a:lnTo>
                  <a:lnTo>
                    <a:pt x="1261415" y="1716277"/>
                  </a:lnTo>
                  <a:lnTo>
                    <a:pt x="1261437" y="1716247"/>
                  </a:lnTo>
                  <a:lnTo>
                    <a:pt x="1261460" y="1716214"/>
                  </a:lnTo>
                  <a:lnTo>
                    <a:pt x="1261483" y="1716184"/>
                  </a:lnTo>
                  <a:lnTo>
                    <a:pt x="1261519" y="1716160"/>
                  </a:lnTo>
                  <a:lnTo>
                    <a:pt x="1261548" y="1716146"/>
                  </a:lnTo>
                  <a:lnTo>
                    <a:pt x="1261573" y="1716137"/>
                  </a:lnTo>
                  <a:lnTo>
                    <a:pt x="1261599" y="1716130"/>
                  </a:lnTo>
                  <a:lnTo>
                    <a:pt x="1261629" y="1716115"/>
                  </a:lnTo>
                  <a:lnTo>
                    <a:pt x="1261660" y="1716097"/>
                  </a:lnTo>
                  <a:lnTo>
                    <a:pt x="1261679" y="1716083"/>
                  </a:lnTo>
                  <a:lnTo>
                    <a:pt x="1261700" y="1716075"/>
                  </a:lnTo>
                  <a:lnTo>
                    <a:pt x="1261723" y="1716066"/>
                  </a:lnTo>
                  <a:lnTo>
                    <a:pt x="1261741" y="1716054"/>
                  </a:lnTo>
                  <a:lnTo>
                    <a:pt x="1261758" y="1716037"/>
                  </a:lnTo>
                  <a:lnTo>
                    <a:pt x="1261771" y="1716015"/>
                  </a:lnTo>
                  <a:lnTo>
                    <a:pt x="1261785" y="1715981"/>
                  </a:lnTo>
                  <a:lnTo>
                    <a:pt x="1261824" y="1715883"/>
                  </a:lnTo>
                  <a:lnTo>
                    <a:pt x="1261849" y="1715838"/>
                  </a:lnTo>
                  <a:lnTo>
                    <a:pt x="1261877" y="1715798"/>
                  </a:lnTo>
                  <a:lnTo>
                    <a:pt x="1261898" y="1715768"/>
                  </a:lnTo>
                  <a:lnTo>
                    <a:pt x="1261921" y="1715733"/>
                  </a:lnTo>
                  <a:lnTo>
                    <a:pt x="1261944" y="1715698"/>
                  </a:lnTo>
                  <a:lnTo>
                    <a:pt x="1261959" y="1715668"/>
                  </a:lnTo>
                  <a:lnTo>
                    <a:pt x="1261970" y="1715645"/>
                  </a:lnTo>
                  <a:lnTo>
                    <a:pt x="1261990" y="1715614"/>
                  </a:lnTo>
                  <a:lnTo>
                    <a:pt x="1262006" y="1715591"/>
                  </a:lnTo>
                  <a:lnTo>
                    <a:pt x="1262028" y="1715567"/>
                  </a:lnTo>
                  <a:lnTo>
                    <a:pt x="1262050" y="1715539"/>
                  </a:lnTo>
                  <a:lnTo>
                    <a:pt x="1262073" y="1715509"/>
                  </a:lnTo>
                  <a:lnTo>
                    <a:pt x="1262089" y="1715488"/>
                  </a:lnTo>
                  <a:lnTo>
                    <a:pt x="1262105" y="1715475"/>
                  </a:lnTo>
                  <a:lnTo>
                    <a:pt x="1262129" y="1715463"/>
                  </a:lnTo>
                  <a:lnTo>
                    <a:pt x="1262156" y="1715456"/>
                  </a:lnTo>
                  <a:lnTo>
                    <a:pt x="1262195" y="1715461"/>
                  </a:lnTo>
                  <a:lnTo>
                    <a:pt x="1262231" y="1715466"/>
                  </a:lnTo>
                  <a:lnTo>
                    <a:pt x="1262273" y="1715469"/>
                  </a:lnTo>
                  <a:lnTo>
                    <a:pt x="1262346" y="1715458"/>
                  </a:lnTo>
                  <a:lnTo>
                    <a:pt x="1262415" y="1715451"/>
                  </a:lnTo>
                  <a:lnTo>
                    <a:pt x="1262461" y="1715451"/>
                  </a:lnTo>
                  <a:lnTo>
                    <a:pt x="1262484" y="1715453"/>
                  </a:lnTo>
                  <a:lnTo>
                    <a:pt x="1262527" y="1715468"/>
                  </a:lnTo>
                  <a:lnTo>
                    <a:pt x="1262565" y="1715475"/>
                  </a:lnTo>
                  <a:lnTo>
                    <a:pt x="1262610" y="1715485"/>
                  </a:lnTo>
                  <a:lnTo>
                    <a:pt x="1262667" y="1715502"/>
                  </a:lnTo>
                  <a:lnTo>
                    <a:pt x="1262710" y="1715519"/>
                  </a:lnTo>
                  <a:lnTo>
                    <a:pt x="1262749" y="1715532"/>
                  </a:lnTo>
                  <a:lnTo>
                    <a:pt x="1262795" y="1715548"/>
                  </a:lnTo>
                  <a:lnTo>
                    <a:pt x="1262828" y="1715556"/>
                  </a:lnTo>
                  <a:lnTo>
                    <a:pt x="1262855" y="1715558"/>
                  </a:lnTo>
                  <a:lnTo>
                    <a:pt x="1262886" y="1715555"/>
                  </a:lnTo>
                  <a:lnTo>
                    <a:pt x="1262924" y="1715548"/>
                  </a:lnTo>
                  <a:lnTo>
                    <a:pt x="1262956" y="1715534"/>
                  </a:lnTo>
                  <a:lnTo>
                    <a:pt x="1262983" y="1715517"/>
                  </a:lnTo>
                  <a:lnTo>
                    <a:pt x="1263011" y="1715496"/>
                  </a:lnTo>
                  <a:lnTo>
                    <a:pt x="1263034" y="1715468"/>
                  </a:lnTo>
                  <a:lnTo>
                    <a:pt x="1263049" y="1715439"/>
                  </a:lnTo>
                  <a:lnTo>
                    <a:pt x="1263062" y="1715407"/>
                  </a:lnTo>
                  <a:lnTo>
                    <a:pt x="1263075" y="1715374"/>
                  </a:lnTo>
                  <a:lnTo>
                    <a:pt x="1263083" y="1715354"/>
                  </a:lnTo>
                  <a:lnTo>
                    <a:pt x="1263089" y="1715334"/>
                  </a:lnTo>
                  <a:lnTo>
                    <a:pt x="1263091" y="1715314"/>
                  </a:lnTo>
                  <a:lnTo>
                    <a:pt x="1263088" y="1715283"/>
                  </a:lnTo>
                  <a:lnTo>
                    <a:pt x="1263088" y="1715254"/>
                  </a:lnTo>
                  <a:lnTo>
                    <a:pt x="1263087" y="1715208"/>
                  </a:lnTo>
                  <a:lnTo>
                    <a:pt x="1263083" y="1715181"/>
                  </a:lnTo>
                  <a:lnTo>
                    <a:pt x="1263077" y="1715161"/>
                  </a:lnTo>
                  <a:lnTo>
                    <a:pt x="1263072" y="1715124"/>
                  </a:lnTo>
                  <a:lnTo>
                    <a:pt x="1263061" y="1715094"/>
                  </a:lnTo>
                  <a:lnTo>
                    <a:pt x="1263036" y="1715049"/>
                  </a:lnTo>
                  <a:lnTo>
                    <a:pt x="1263017" y="1715022"/>
                  </a:lnTo>
                  <a:lnTo>
                    <a:pt x="1262998" y="1714997"/>
                  </a:lnTo>
                  <a:lnTo>
                    <a:pt x="1262985" y="1714971"/>
                  </a:lnTo>
                  <a:lnTo>
                    <a:pt x="1262974" y="1714946"/>
                  </a:lnTo>
                  <a:lnTo>
                    <a:pt x="1262958" y="1714924"/>
                  </a:lnTo>
                  <a:lnTo>
                    <a:pt x="1262938" y="1714893"/>
                  </a:lnTo>
                  <a:lnTo>
                    <a:pt x="1262921" y="1714856"/>
                  </a:lnTo>
                  <a:lnTo>
                    <a:pt x="1262907" y="1714813"/>
                  </a:lnTo>
                  <a:lnTo>
                    <a:pt x="1262900" y="1714786"/>
                  </a:lnTo>
                  <a:lnTo>
                    <a:pt x="1262892" y="1714753"/>
                  </a:lnTo>
                  <a:lnTo>
                    <a:pt x="1262879" y="1714714"/>
                  </a:lnTo>
                  <a:lnTo>
                    <a:pt x="1262863" y="1714677"/>
                  </a:lnTo>
                  <a:lnTo>
                    <a:pt x="1262845" y="1714647"/>
                  </a:lnTo>
                  <a:lnTo>
                    <a:pt x="1262839" y="1714630"/>
                  </a:lnTo>
                  <a:lnTo>
                    <a:pt x="1262823" y="1714604"/>
                  </a:lnTo>
                  <a:lnTo>
                    <a:pt x="1262806" y="1714587"/>
                  </a:lnTo>
                  <a:lnTo>
                    <a:pt x="1262781" y="1714573"/>
                  </a:lnTo>
                  <a:lnTo>
                    <a:pt x="1262751" y="1714554"/>
                  </a:lnTo>
                  <a:lnTo>
                    <a:pt x="1262739" y="1714539"/>
                  </a:lnTo>
                  <a:lnTo>
                    <a:pt x="1262717" y="1714503"/>
                  </a:lnTo>
                  <a:lnTo>
                    <a:pt x="1262701" y="1714474"/>
                  </a:lnTo>
                  <a:lnTo>
                    <a:pt x="1262631" y="1714396"/>
                  </a:lnTo>
                  <a:lnTo>
                    <a:pt x="1262601" y="1714369"/>
                  </a:lnTo>
                  <a:lnTo>
                    <a:pt x="1262571" y="1714340"/>
                  </a:lnTo>
                  <a:lnTo>
                    <a:pt x="1262548" y="1714312"/>
                  </a:lnTo>
                  <a:lnTo>
                    <a:pt x="1262526" y="1714267"/>
                  </a:lnTo>
                  <a:lnTo>
                    <a:pt x="1262498" y="1714219"/>
                  </a:lnTo>
                  <a:lnTo>
                    <a:pt x="1262492" y="1714196"/>
                  </a:lnTo>
                  <a:lnTo>
                    <a:pt x="1262495" y="1714163"/>
                  </a:lnTo>
                  <a:lnTo>
                    <a:pt x="1262506" y="1714156"/>
                  </a:lnTo>
                  <a:lnTo>
                    <a:pt x="1262514" y="1714147"/>
                  </a:lnTo>
                  <a:lnTo>
                    <a:pt x="1262537" y="1714114"/>
                  </a:lnTo>
                  <a:lnTo>
                    <a:pt x="1262543" y="1714092"/>
                  </a:lnTo>
                  <a:lnTo>
                    <a:pt x="1262542" y="1714079"/>
                  </a:lnTo>
                  <a:lnTo>
                    <a:pt x="1262514" y="1714057"/>
                  </a:lnTo>
                  <a:lnTo>
                    <a:pt x="1262489" y="1714041"/>
                  </a:lnTo>
                  <a:lnTo>
                    <a:pt x="1262461" y="1714041"/>
                  </a:lnTo>
                  <a:lnTo>
                    <a:pt x="1262426" y="1714047"/>
                  </a:lnTo>
                  <a:lnTo>
                    <a:pt x="1262381" y="1714049"/>
                  </a:lnTo>
                  <a:lnTo>
                    <a:pt x="1262346" y="1714047"/>
                  </a:lnTo>
                  <a:lnTo>
                    <a:pt x="1262312" y="1714045"/>
                  </a:lnTo>
                  <a:lnTo>
                    <a:pt x="1262284" y="1714037"/>
                  </a:lnTo>
                  <a:lnTo>
                    <a:pt x="1262247" y="1714006"/>
                  </a:lnTo>
                  <a:lnTo>
                    <a:pt x="1262225" y="1713973"/>
                  </a:lnTo>
                  <a:lnTo>
                    <a:pt x="1262210" y="1713938"/>
                  </a:lnTo>
                  <a:lnTo>
                    <a:pt x="1262207" y="1713895"/>
                  </a:lnTo>
                  <a:lnTo>
                    <a:pt x="1262205" y="1713848"/>
                  </a:lnTo>
                  <a:lnTo>
                    <a:pt x="1262201" y="1713813"/>
                  </a:lnTo>
                  <a:lnTo>
                    <a:pt x="1262194" y="1713795"/>
                  </a:lnTo>
                  <a:lnTo>
                    <a:pt x="1262186" y="1713770"/>
                  </a:lnTo>
                  <a:lnTo>
                    <a:pt x="1262162" y="1713739"/>
                  </a:lnTo>
                  <a:lnTo>
                    <a:pt x="1262134" y="1713720"/>
                  </a:lnTo>
                  <a:lnTo>
                    <a:pt x="1262106" y="1713696"/>
                  </a:lnTo>
                  <a:lnTo>
                    <a:pt x="1262085" y="1713672"/>
                  </a:lnTo>
                  <a:lnTo>
                    <a:pt x="1262080" y="1713646"/>
                  </a:lnTo>
                  <a:lnTo>
                    <a:pt x="1262062" y="1713629"/>
                  </a:lnTo>
                  <a:lnTo>
                    <a:pt x="1262038" y="1713610"/>
                  </a:lnTo>
                  <a:lnTo>
                    <a:pt x="1262027" y="1713606"/>
                  </a:lnTo>
                  <a:lnTo>
                    <a:pt x="1262008" y="1713612"/>
                  </a:lnTo>
                  <a:lnTo>
                    <a:pt x="1261985" y="1713628"/>
                  </a:lnTo>
                  <a:lnTo>
                    <a:pt x="1261957" y="1713636"/>
                  </a:lnTo>
                  <a:lnTo>
                    <a:pt x="1261918" y="1713643"/>
                  </a:lnTo>
                  <a:lnTo>
                    <a:pt x="1261878" y="1713648"/>
                  </a:lnTo>
                  <a:lnTo>
                    <a:pt x="1261845" y="1713647"/>
                  </a:lnTo>
                  <a:lnTo>
                    <a:pt x="1261805" y="1713641"/>
                  </a:lnTo>
                  <a:lnTo>
                    <a:pt x="1261754" y="1713636"/>
                  </a:lnTo>
                  <a:lnTo>
                    <a:pt x="1261733" y="1713625"/>
                  </a:lnTo>
                  <a:lnTo>
                    <a:pt x="1261729" y="1713603"/>
                  </a:lnTo>
                  <a:lnTo>
                    <a:pt x="1261732" y="1713555"/>
                  </a:lnTo>
                  <a:lnTo>
                    <a:pt x="1261750" y="1713528"/>
                  </a:lnTo>
                  <a:lnTo>
                    <a:pt x="1261791" y="1713459"/>
                  </a:lnTo>
                  <a:lnTo>
                    <a:pt x="1261803" y="1713413"/>
                  </a:lnTo>
                  <a:lnTo>
                    <a:pt x="1261800" y="1713367"/>
                  </a:lnTo>
                  <a:lnTo>
                    <a:pt x="1261793" y="1713336"/>
                  </a:lnTo>
                  <a:lnTo>
                    <a:pt x="1261772" y="1713320"/>
                  </a:lnTo>
                  <a:lnTo>
                    <a:pt x="1261738" y="1713314"/>
                  </a:lnTo>
                  <a:lnTo>
                    <a:pt x="1261699" y="1713317"/>
                  </a:lnTo>
                  <a:lnTo>
                    <a:pt x="1261655" y="1713326"/>
                  </a:lnTo>
                  <a:lnTo>
                    <a:pt x="1261625" y="1713324"/>
                  </a:lnTo>
                  <a:lnTo>
                    <a:pt x="1261599" y="1713298"/>
                  </a:lnTo>
                  <a:lnTo>
                    <a:pt x="1261581" y="1713268"/>
                  </a:lnTo>
                  <a:lnTo>
                    <a:pt x="1261552" y="1713265"/>
                  </a:lnTo>
                  <a:lnTo>
                    <a:pt x="1261479" y="1713253"/>
                  </a:lnTo>
                  <a:lnTo>
                    <a:pt x="1261417" y="1713247"/>
                  </a:lnTo>
                  <a:lnTo>
                    <a:pt x="1261398" y="1713235"/>
                  </a:lnTo>
                  <a:lnTo>
                    <a:pt x="1261375" y="1713215"/>
                  </a:lnTo>
                  <a:lnTo>
                    <a:pt x="1261348" y="1713183"/>
                  </a:lnTo>
                  <a:lnTo>
                    <a:pt x="1261332" y="1713164"/>
                  </a:lnTo>
                  <a:lnTo>
                    <a:pt x="1261295" y="1713131"/>
                  </a:lnTo>
                  <a:lnTo>
                    <a:pt x="1261278" y="1713099"/>
                  </a:lnTo>
                  <a:lnTo>
                    <a:pt x="1261294" y="1713045"/>
                  </a:lnTo>
                  <a:lnTo>
                    <a:pt x="1261312" y="1713020"/>
                  </a:lnTo>
                  <a:lnTo>
                    <a:pt x="1261361" y="1712969"/>
                  </a:lnTo>
                  <a:lnTo>
                    <a:pt x="1261393" y="1712945"/>
                  </a:lnTo>
                  <a:lnTo>
                    <a:pt x="1261418" y="1712910"/>
                  </a:lnTo>
                  <a:lnTo>
                    <a:pt x="1261426" y="1712884"/>
                  </a:lnTo>
                  <a:lnTo>
                    <a:pt x="1261418" y="1712875"/>
                  </a:lnTo>
                  <a:lnTo>
                    <a:pt x="1261335" y="1712843"/>
                  </a:lnTo>
                  <a:lnTo>
                    <a:pt x="1261283" y="1712836"/>
                  </a:lnTo>
                  <a:lnTo>
                    <a:pt x="1261254" y="1712842"/>
                  </a:lnTo>
                  <a:lnTo>
                    <a:pt x="1261217" y="1712878"/>
                  </a:lnTo>
                  <a:lnTo>
                    <a:pt x="1261194" y="1712903"/>
                  </a:lnTo>
                  <a:lnTo>
                    <a:pt x="1261161" y="1712906"/>
                  </a:lnTo>
                  <a:lnTo>
                    <a:pt x="1261114" y="1712905"/>
                  </a:lnTo>
                  <a:lnTo>
                    <a:pt x="1261070" y="1712890"/>
                  </a:lnTo>
                  <a:lnTo>
                    <a:pt x="1261048" y="1712856"/>
                  </a:lnTo>
                  <a:lnTo>
                    <a:pt x="1261043" y="1712807"/>
                  </a:lnTo>
                  <a:lnTo>
                    <a:pt x="1261051" y="1712788"/>
                  </a:lnTo>
                  <a:lnTo>
                    <a:pt x="1261075" y="1712755"/>
                  </a:lnTo>
                  <a:lnTo>
                    <a:pt x="1261096" y="1712727"/>
                  </a:lnTo>
                  <a:lnTo>
                    <a:pt x="1261089" y="1712717"/>
                  </a:lnTo>
                  <a:lnTo>
                    <a:pt x="1261066" y="1712690"/>
                  </a:lnTo>
                  <a:lnTo>
                    <a:pt x="1261058" y="1712691"/>
                  </a:lnTo>
                  <a:lnTo>
                    <a:pt x="1261041" y="1712693"/>
                  </a:lnTo>
                  <a:lnTo>
                    <a:pt x="1261007" y="1712698"/>
                  </a:lnTo>
                  <a:lnTo>
                    <a:pt x="1260948" y="1712733"/>
                  </a:lnTo>
                  <a:lnTo>
                    <a:pt x="1260888" y="1712762"/>
                  </a:lnTo>
                  <a:lnTo>
                    <a:pt x="1260844" y="1712776"/>
                  </a:lnTo>
                  <a:lnTo>
                    <a:pt x="1260775" y="1712785"/>
                  </a:lnTo>
                  <a:lnTo>
                    <a:pt x="1260729" y="1712782"/>
                  </a:lnTo>
                  <a:lnTo>
                    <a:pt x="1260665" y="1712747"/>
                  </a:lnTo>
                  <a:lnTo>
                    <a:pt x="1260637" y="1712704"/>
                  </a:lnTo>
                  <a:lnTo>
                    <a:pt x="1260610" y="1712665"/>
                  </a:lnTo>
                  <a:lnTo>
                    <a:pt x="1260580" y="1712603"/>
                  </a:lnTo>
                  <a:lnTo>
                    <a:pt x="1260555" y="1712544"/>
                  </a:lnTo>
                  <a:lnTo>
                    <a:pt x="1260550" y="1712513"/>
                  </a:lnTo>
                  <a:lnTo>
                    <a:pt x="1260520" y="1712494"/>
                  </a:lnTo>
                  <a:lnTo>
                    <a:pt x="1260475" y="1712491"/>
                  </a:lnTo>
                  <a:lnTo>
                    <a:pt x="1260419" y="1712509"/>
                  </a:lnTo>
                  <a:lnTo>
                    <a:pt x="1260378" y="1712532"/>
                  </a:lnTo>
                  <a:lnTo>
                    <a:pt x="1260354" y="1712544"/>
                  </a:lnTo>
                  <a:lnTo>
                    <a:pt x="1260285" y="1712551"/>
                  </a:lnTo>
                  <a:lnTo>
                    <a:pt x="1260235" y="1712550"/>
                  </a:lnTo>
                  <a:lnTo>
                    <a:pt x="1260191" y="1712565"/>
                  </a:lnTo>
                  <a:lnTo>
                    <a:pt x="1260154" y="1712565"/>
                  </a:lnTo>
                  <a:lnTo>
                    <a:pt x="1260095" y="1712564"/>
                  </a:lnTo>
                  <a:lnTo>
                    <a:pt x="1260062" y="1712578"/>
                  </a:lnTo>
                  <a:lnTo>
                    <a:pt x="1260057" y="1712605"/>
                  </a:lnTo>
                  <a:lnTo>
                    <a:pt x="1260062" y="1712656"/>
                  </a:lnTo>
                  <a:lnTo>
                    <a:pt x="1260071" y="1712727"/>
                  </a:lnTo>
                  <a:lnTo>
                    <a:pt x="1260074" y="1712789"/>
                  </a:lnTo>
                  <a:lnTo>
                    <a:pt x="1260066" y="1712843"/>
                  </a:lnTo>
                  <a:lnTo>
                    <a:pt x="1260055" y="1712873"/>
                  </a:lnTo>
                  <a:lnTo>
                    <a:pt x="1260043" y="1712882"/>
                  </a:lnTo>
                  <a:lnTo>
                    <a:pt x="1260018" y="1712878"/>
                  </a:lnTo>
                  <a:lnTo>
                    <a:pt x="1259983" y="1712856"/>
                  </a:lnTo>
                  <a:lnTo>
                    <a:pt x="1259916" y="1712829"/>
                  </a:lnTo>
                  <a:lnTo>
                    <a:pt x="1259842" y="1712790"/>
                  </a:lnTo>
                  <a:lnTo>
                    <a:pt x="1259772" y="1712760"/>
                  </a:lnTo>
                  <a:lnTo>
                    <a:pt x="1259731" y="1712745"/>
                  </a:lnTo>
                  <a:lnTo>
                    <a:pt x="1259708" y="1712728"/>
                  </a:lnTo>
                  <a:lnTo>
                    <a:pt x="1259688" y="1712674"/>
                  </a:lnTo>
                  <a:lnTo>
                    <a:pt x="1259678" y="1712621"/>
                  </a:lnTo>
                  <a:lnTo>
                    <a:pt x="1259655" y="1712578"/>
                  </a:lnTo>
                  <a:lnTo>
                    <a:pt x="1259631" y="1712522"/>
                  </a:lnTo>
                  <a:lnTo>
                    <a:pt x="1259592" y="1712488"/>
                  </a:lnTo>
                  <a:lnTo>
                    <a:pt x="1259517" y="1712472"/>
                  </a:lnTo>
                  <a:lnTo>
                    <a:pt x="1259442" y="1712450"/>
                  </a:lnTo>
                  <a:lnTo>
                    <a:pt x="1259340" y="1712460"/>
                  </a:lnTo>
                  <a:lnTo>
                    <a:pt x="1259298" y="1712496"/>
                  </a:lnTo>
                  <a:lnTo>
                    <a:pt x="1259298" y="1712517"/>
                  </a:lnTo>
                  <a:lnTo>
                    <a:pt x="1259300" y="1712553"/>
                  </a:lnTo>
                  <a:lnTo>
                    <a:pt x="1259299" y="1712594"/>
                  </a:lnTo>
                  <a:lnTo>
                    <a:pt x="1259296" y="1712611"/>
                  </a:lnTo>
                  <a:lnTo>
                    <a:pt x="1259288" y="1712633"/>
                  </a:lnTo>
                  <a:lnTo>
                    <a:pt x="1259263" y="1712674"/>
                  </a:lnTo>
                  <a:lnTo>
                    <a:pt x="1259242" y="1712701"/>
                  </a:lnTo>
                  <a:lnTo>
                    <a:pt x="1259224" y="1712727"/>
                  </a:lnTo>
                  <a:lnTo>
                    <a:pt x="1259208" y="1712751"/>
                  </a:lnTo>
                  <a:lnTo>
                    <a:pt x="1259196" y="1712768"/>
                  </a:lnTo>
                  <a:lnTo>
                    <a:pt x="1259179" y="1712805"/>
                  </a:lnTo>
                  <a:lnTo>
                    <a:pt x="1259162" y="1712824"/>
                  </a:lnTo>
                  <a:lnTo>
                    <a:pt x="1259136" y="1712849"/>
                  </a:lnTo>
                  <a:lnTo>
                    <a:pt x="1259111" y="1712862"/>
                  </a:lnTo>
                  <a:lnTo>
                    <a:pt x="1259060" y="1712870"/>
                  </a:lnTo>
                  <a:lnTo>
                    <a:pt x="1259052" y="1712863"/>
                  </a:lnTo>
                  <a:lnTo>
                    <a:pt x="1259029" y="1712890"/>
                  </a:lnTo>
                  <a:lnTo>
                    <a:pt x="1258997" y="1712927"/>
                  </a:lnTo>
                  <a:lnTo>
                    <a:pt x="1258958" y="1712958"/>
                  </a:lnTo>
                  <a:lnTo>
                    <a:pt x="1258923" y="1712965"/>
                  </a:lnTo>
                  <a:lnTo>
                    <a:pt x="1258926" y="1712988"/>
                  </a:lnTo>
                  <a:lnTo>
                    <a:pt x="1258924" y="1712999"/>
                  </a:lnTo>
                  <a:lnTo>
                    <a:pt x="1258920" y="1713010"/>
                  </a:lnTo>
                  <a:lnTo>
                    <a:pt x="1258915" y="1713034"/>
                  </a:lnTo>
                  <a:lnTo>
                    <a:pt x="1258905" y="1713090"/>
                  </a:lnTo>
                  <a:lnTo>
                    <a:pt x="1258894" y="1713125"/>
                  </a:lnTo>
                  <a:lnTo>
                    <a:pt x="1258885" y="1713152"/>
                  </a:lnTo>
                  <a:lnTo>
                    <a:pt x="1258879" y="1713156"/>
                  </a:lnTo>
                  <a:lnTo>
                    <a:pt x="1258872" y="1713156"/>
                  </a:lnTo>
                  <a:lnTo>
                    <a:pt x="1258857" y="1713148"/>
                  </a:lnTo>
                  <a:lnTo>
                    <a:pt x="1258850" y="1713146"/>
                  </a:lnTo>
                  <a:lnTo>
                    <a:pt x="1258777" y="1713145"/>
                  </a:lnTo>
                  <a:lnTo>
                    <a:pt x="1258746" y="1713147"/>
                  </a:lnTo>
                  <a:lnTo>
                    <a:pt x="1258722" y="1713155"/>
                  </a:lnTo>
                  <a:lnTo>
                    <a:pt x="1258692" y="1713164"/>
                  </a:lnTo>
                  <a:lnTo>
                    <a:pt x="1258652" y="1713179"/>
                  </a:lnTo>
                  <a:lnTo>
                    <a:pt x="1258630" y="1713185"/>
                  </a:lnTo>
                  <a:lnTo>
                    <a:pt x="1258622" y="1713205"/>
                  </a:lnTo>
                  <a:lnTo>
                    <a:pt x="1258614" y="1713194"/>
                  </a:lnTo>
                  <a:lnTo>
                    <a:pt x="1258607" y="1713188"/>
                  </a:lnTo>
                  <a:lnTo>
                    <a:pt x="1258592" y="1713187"/>
                  </a:lnTo>
                  <a:lnTo>
                    <a:pt x="1258579" y="1713190"/>
                  </a:lnTo>
                  <a:lnTo>
                    <a:pt x="1258571" y="1713190"/>
                  </a:lnTo>
                  <a:lnTo>
                    <a:pt x="1258560" y="1713189"/>
                  </a:lnTo>
                  <a:lnTo>
                    <a:pt x="1258539" y="1713180"/>
                  </a:lnTo>
                  <a:lnTo>
                    <a:pt x="1258511" y="1713174"/>
                  </a:lnTo>
                  <a:lnTo>
                    <a:pt x="1258475" y="1713159"/>
                  </a:lnTo>
                  <a:lnTo>
                    <a:pt x="1258440" y="1713143"/>
                  </a:lnTo>
                  <a:lnTo>
                    <a:pt x="1258405" y="1713143"/>
                  </a:lnTo>
                  <a:lnTo>
                    <a:pt x="1258394" y="1713139"/>
                  </a:lnTo>
                  <a:lnTo>
                    <a:pt x="1258368" y="1713138"/>
                  </a:lnTo>
                  <a:lnTo>
                    <a:pt x="1258345" y="1713141"/>
                  </a:lnTo>
                  <a:lnTo>
                    <a:pt x="1258297" y="1713136"/>
                  </a:lnTo>
                  <a:lnTo>
                    <a:pt x="1258288" y="1713134"/>
                  </a:lnTo>
                  <a:lnTo>
                    <a:pt x="1258283" y="1713130"/>
                  </a:lnTo>
                  <a:lnTo>
                    <a:pt x="1258220" y="1713191"/>
                  </a:lnTo>
                  <a:lnTo>
                    <a:pt x="1258190" y="1713220"/>
                  </a:lnTo>
                  <a:lnTo>
                    <a:pt x="1258165" y="1713245"/>
                  </a:lnTo>
                  <a:lnTo>
                    <a:pt x="1258134" y="1713284"/>
                  </a:lnTo>
                  <a:lnTo>
                    <a:pt x="1258117" y="1713306"/>
                  </a:lnTo>
                  <a:lnTo>
                    <a:pt x="1258099" y="1713323"/>
                  </a:lnTo>
                  <a:lnTo>
                    <a:pt x="1258073" y="1713337"/>
                  </a:lnTo>
                  <a:lnTo>
                    <a:pt x="1258063" y="1713340"/>
                  </a:lnTo>
                  <a:lnTo>
                    <a:pt x="1258037" y="1713364"/>
                  </a:lnTo>
                  <a:lnTo>
                    <a:pt x="1258003" y="1713397"/>
                  </a:lnTo>
                  <a:lnTo>
                    <a:pt x="1257966" y="1713428"/>
                  </a:lnTo>
                  <a:lnTo>
                    <a:pt x="1257933" y="1713456"/>
                  </a:lnTo>
                  <a:lnTo>
                    <a:pt x="1257909" y="1713497"/>
                  </a:lnTo>
                  <a:lnTo>
                    <a:pt x="1257898" y="1713517"/>
                  </a:lnTo>
                  <a:lnTo>
                    <a:pt x="1257898" y="1713525"/>
                  </a:lnTo>
                  <a:lnTo>
                    <a:pt x="1257894" y="1713531"/>
                  </a:lnTo>
                  <a:lnTo>
                    <a:pt x="1257875" y="1713543"/>
                  </a:lnTo>
                  <a:lnTo>
                    <a:pt x="1257859" y="1713552"/>
                  </a:lnTo>
                  <a:lnTo>
                    <a:pt x="1257848" y="1713562"/>
                  </a:lnTo>
                  <a:lnTo>
                    <a:pt x="1257834" y="1713569"/>
                  </a:lnTo>
                  <a:lnTo>
                    <a:pt x="1257824" y="1713575"/>
                  </a:lnTo>
                  <a:lnTo>
                    <a:pt x="1257797" y="1713591"/>
                  </a:lnTo>
                  <a:lnTo>
                    <a:pt x="1257768" y="1713608"/>
                  </a:lnTo>
                  <a:lnTo>
                    <a:pt x="1257749" y="1713619"/>
                  </a:lnTo>
                  <a:lnTo>
                    <a:pt x="1257734" y="1713630"/>
                  </a:lnTo>
                  <a:lnTo>
                    <a:pt x="1257722" y="1713635"/>
                  </a:lnTo>
                  <a:lnTo>
                    <a:pt x="1257711" y="1713637"/>
                  </a:lnTo>
                  <a:lnTo>
                    <a:pt x="1257687" y="1713636"/>
                  </a:lnTo>
                  <a:lnTo>
                    <a:pt x="1257652" y="1713632"/>
                  </a:lnTo>
                  <a:lnTo>
                    <a:pt x="1257619" y="1713630"/>
                  </a:lnTo>
                  <a:lnTo>
                    <a:pt x="1257597" y="1713626"/>
                  </a:lnTo>
                  <a:lnTo>
                    <a:pt x="1257590" y="1713626"/>
                  </a:lnTo>
                  <a:lnTo>
                    <a:pt x="1257584" y="1713628"/>
                  </a:lnTo>
                  <a:lnTo>
                    <a:pt x="1257564" y="1713653"/>
                  </a:lnTo>
                  <a:lnTo>
                    <a:pt x="1257547" y="1713674"/>
                  </a:lnTo>
                  <a:lnTo>
                    <a:pt x="1257516" y="1713711"/>
                  </a:lnTo>
                  <a:lnTo>
                    <a:pt x="1257485" y="1713746"/>
                  </a:lnTo>
                  <a:lnTo>
                    <a:pt x="1257453" y="1713782"/>
                  </a:lnTo>
                  <a:lnTo>
                    <a:pt x="1257424" y="1713815"/>
                  </a:lnTo>
                  <a:lnTo>
                    <a:pt x="1257400" y="1713844"/>
                  </a:lnTo>
                  <a:lnTo>
                    <a:pt x="1257378" y="1713873"/>
                  </a:lnTo>
                  <a:lnTo>
                    <a:pt x="1257359" y="1713886"/>
                  </a:lnTo>
                  <a:lnTo>
                    <a:pt x="1257356" y="1713890"/>
                  </a:lnTo>
                  <a:lnTo>
                    <a:pt x="1257348" y="1713902"/>
                  </a:lnTo>
                  <a:lnTo>
                    <a:pt x="1257330" y="1713927"/>
                  </a:lnTo>
                  <a:lnTo>
                    <a:pt x="1257306" y="1713954"/>
                  </a:lnTo>
                  <a:lnTo>
                    <a:pt x="1257295" y="1713969"/>
                  </a:lnTo>
                  <a:lnTo>
                    <a:pt x="1257289" y="1713975"/>
                  </a:lnTo>
                  <a:lnTo>
                    <a:pt x="1257278" y="1713991"/>
                  </a:lnTo>
                  <a:lnTo>
                    <a:pt x="1257256" y="1714014"/>
                  </a:lnTo>
                  <a:lnTo>
                    <a:pt x="1257238" y="1714037"/>
                  </a:lnTo>
                  <a:lnTo>
                    <a:pt x="1257232" y="1714045"/>
                  </a:lnTo>
                  <a:lnTo>
                    <a:pt x="1257225" y="1714056"/>
                  </a:lnTo>
                  <a:lnTo>
                    <a:pt x="1257216" y="1714074"/>
                  </a:lnTo>
                  <a:lnTo>
                    <a:pt x="1257210" y="1714091"/>
                  </a:lnTo>
                  <a:lnTo>
                    <a:pt x="1257203" y="1714097"/>
                  </a:lnTo>
                  <a:lnTo>
                    <a:pt x="1257190" y="1714122"/>
                  </a:lnTo>
                  <a:lnTo>
                    <a:pt x="1257169" y="1714161"/>
                  </a:lnTo>
                  <a:lnTo>
                    <a:pt x="1257145" y="1714203"/>
                  </a:lnTo>
                  <a:lnTo>
                    <a:pt x="1257141" y="1714228"/>
                  </a:lnTo>
                  <a:lnTo>
                    <a:pt x="1257143" y="1714254"/>
                  </a:lnTo>
                  <a:lnTo>
                    <a:pt x="1257156" y="1714299"/>
                  </a:lnTo>
                  <a:lnTo>
                    <a:pt x="1257164" y="1714332"/>
                  </a:lnTo>
                  <a:lnTo>
                    <a:pt x="1257172" y="1714353"/>
                  </a:lnTo>
                  <a:lnTo>
                    <a:pt x="1257177" y="1714365"/>
                  </a:lnTo>
                  <a:lnTo>
                    <a:pt x="1257182" y="1714375"/>
                  </a:lnTo>
                  <a:lnTo>
                    <a:pt x="1257192" y="1714386"/>
                  </a:lnTo>
                  <a:lnTo>
                    <a:pt x="1257210" y="1714406"/>
                  </a:lnTo>
                  <a:lnTo>
                    <a:pt x="1257222" y="1714431"/>
                  </a:lnTo>
                  <a:lnTo>
                    <a:pt x="1257230" y="1714447"/>
                  </a:lnTo>
                  <a:lnTo>
                    <a:pt x="1257233" y="1714474"/>
                  </a:lnTo>
                  <a:lnTo>
                    <a:pt x="1257231" y="1714493"/>
                  </a:lnTo>
                  <a:lnTo>
                    <a:pt x="1257227" y="1714526"/>
                  </a:lnTo>
                  <a:lnTo>
                    <a:pt x="1257229" y="1714555"/>
                  </a:lnTo>
                  <a:lnTo>
                    <a:pt x="1257215" y="1714570"/>
                  </a:lnTo>
                  <a:lnTo>
                    <a:pt x="1257186" y="1714570"/>
                  </a:lnTo>
                  <a:lnTo>
                    <a:pt x="1257175" y="1714568"/>
                  </a:lnTo>
                  <a:lnTo>
                    <a:pt x="1257161" y="1714559"/>
                  </a:lnTo>
                  <a:lnTo>
                    <a:pt x="1257141" y="1714557"/>
                  </a:lnTo>
                  <a:lnTo>
                    <a:pt x="1257150" y="1714534"/>
                  </a:lnTo>
                  <a:lnTo>
                    <a:pt x="1257161" y="1714510"/>
                  </a:lnTo>
                  <a:lnTo>
                    <a:pt x="1257163" y="1714499"/>
                  </a:lnTo>
                  <a:lnTo>
                    <a:pt x="1257163" y="1714489"/>
                  </a:lnTo>
                  <a:lnTo>
                    <a:pt x="1257158" y="1714471"/>
                  </a:lnTo>
                  <a:lnTo>
                    <a:pt x="1257142" y="1714450"/>
                  </a:lnTo>
                  <a:lnTo>
                    <a:pt x="1257121" y="1714459"/>
                  </a:lnTo>
                  <a:lnTo>
                    <a:pt x="1257104" y="1714466"/>
                  </a:lnTo>
                  <a:lnTo>
                    <a:pt x="1257082" y="1714474"/>
                  </a:lnTo>
                  <a:lnTo>
                    <a:pt x="1257067" y="1714471"/>
                  </a:lnTo>
                  <a:lnTo>
                    <a:pt x="1257054" y="1714447"/>
                  </a:lnTo>
                  <a:lnTo>
                    <a:pt x="1257048" y="1714443"/>
                  </a:lnTo>
                  <a:lnTo>
                    <a:pt x="1257041" y="1714434"/>
                  </a:lnTo>
                  <a:lnTo>
                    <a:pt x="1257036" y="1714418"/>
                  </a:lnTo>
                  <a:lnTo>
                    <a:pt x="1257025" y="1714379"/>
                  </a:lnTo>
                  <a:lnTo>
                    <a:pt x="1257009" y="1714338"/>
                  </a:lnTo>
                  <a:lnTo>
                    <a:pt x="1256993" y="1714307"/>
                  </a:lnTo>
                  <a:lnTo>
                    <a:pt x="1256984" y="1714297"/>
                  </a:lnTo>
                  <a:lnTo>
                    <a:pt x="1256969" y="1714286"/>
                  </a:lnTo>
                  <a:lnTo>
                    <a:pt x="1256960" y="1714274"/>
                  </a:lnTo>
                  <a:lnTo>
                    <a:pt x="1256953" y="1714260"/>
                  </a:lnTo>
                  <a:lnTo>
                    <a:pt x="1256937" y="1714245"/>
                  </a:lnTo>
                  <a:lnTo>
                    <a:pt x="1256925" y="1714244"/>
                  </a:lnTo>
                  <a:lnTo>
                    <a:pt x="1256918" y="1714237"/>
                  </a:lnTo>
                  <a:lnTo>
                    <a:pt x="1256907" y="1714223"/>
                  </a:lnTo>
                  <a:lnTo>
                    <a:pt x="1256894" y="1714209"/>
                  </a:lnTo>
                  <a:lnTo>
                    <a:pt x="1256891" y="1714200"/>
                  </a:lnTo>
                  <a:lnTo>
                    <a:pt x="1256889" y="1714178"/>
                  </a:lnTo>
                  <a:lnTo>
                    <a:pt x="1256887" y="1714169"/>
                  </a:lnTo>
                  <a:lnTo>
                    <a:pt x="1256884" y="1714155"/>
                  </a:lnTo>
                  <a:lnTo>
                    <a:pt x="1256875" y="1714143"/>
                  </a:lnTo>
                  <a:lnTo>
                    <a:pt x="1256871" y="1714135"/>
                  </a:lnTo>
                  <a:lnTo>
                    <a:pt x="1256868" y="1714120"/>
                  </a:lnTo>
                  <a:lnTo>
                    <a:pt x="1256868" y="1714064"/>
                  </a:lnTo>
                  <a:lnTo>
                    <a:pt x="1256861" y="1714046"/>
                  </a:lnTo>
                  <a:lnTo>
                    <a:pt x="1256852" y="1714021"/>
                  </a:lnTo>
                  <a:lnTo>
                    <a:pt x="1256844" y="1714009"/>
                  </a:lnTo>
                  <a:lnTo>
                    <a:pt x="1256837" y="1714004"/>
                  </a:lnTo>
                  <a:lnTo>
                    <a:pt x="1256796" y="1714022"/>
                  </a:lnTo>
                  <a:lnTo>
                    <a:pt x="1256791" y="1714025"/>
                  </a:lnTo>
                  <a:lnTo>
                    <a:pt x="1256792" y="1714038"/>
                  </a:lnTo>
                  <a:lnTo>
                    <a:pt x="1256782" y="1714047"/>
                  </a:lnTo>
                  <a:lnTo>
                    <a:pt x="1256772" y="1714055"/>
                  </a:lnTo>
                  <a:lnTo>
                    <a:pt x="1256725" y="1714066"/>
                  </a:lnTo>
                  <a:lnTo>
                    <a:pt x="1256706" y="1714059"/>
                  </a:lnTo>
                  <a:lnTo>
                    <a:pt x="1256686" y="1714046"/>
                  </a:lnTo>
                  <a:lnTo>
                    <a:pt x="1256665" y="1714038"/>
                  </a:lnTo>
                  <a:lnTo>
                    <a:pt x="1256642" y="1714034"/>
                  </a:lnTo>
                  <a:lnTo>
                    <a:pt x="1256620" y="1714029"/>
                  </a:lnTo>
                  <a:lnTo>
                    <a:pt x="1256600" y="1714033"/>
                  </a:lnTo>
                  <a:lnTo>
                    <a:pt x="1256583" y="1714037"/>
                  </a:lnTo>
                  <a:lnTo>
                    <a:pt x="1256560" y="1714038"/>
                  </a:lnTo>
                  <a:lnTo>
                    <a:pt x="1256546" y="1714047"/>
                  </a:lnTo>
                  <a:lnTo>
                    <a:pt x="1256530" y="1714060"/>
                  </a:lnTo>
                  <a:lnTo>
                    <a:pt x="1256514" y="1714077"/>
                  </a:lnTo>
                  <a:lnTo>
                    <a:pt x="1256501" y="1714089"/>
                  </a:lnTo>
                  <a:lnTo>
                    <a:pt x="1256486" y="1714101"/>
                  </a:lnTo>
                  <a:lnTo>
                    <a:pt x="1256469" y="1714111"/>
                  </a:lnTo>
                  <a:lnTo>
                    <a:pt x="1256448" y="1714113"/>
                  </a:lnTo>
                  <a:lnTo>
                    <a:pt x="1256441" y="1714112"/>
                  </a:lnTo>
                  <a:lnTo>
                    <a:pt x="1256436" y="1714103"/>
                  </a:lnTo>
                  <a:lnTo>
                    <a:pt x="1256419" y="1714078"/>
                  </a:lnTo>
                  <a:lnTo>
                    <a:pt x="1256405" y="1714054"/>
                  </a:lnTo>
                  <a:lnTo>
                    <a:pt x="1256392" y="1714037"/>
                  </a:lnTo>
                  <a:lnTo>
                    <a:pt x="1256358" y="1713998"/>
                  </a:lnTo>
                  <a:lnTo>
                    <a:pt x="1256340" y="1713972"/>
                  </a:lnTo>
                  <a:lnTo>
                    <a:pt x="1256335" y="1713965"/>
                  </a:lnTo>
                  <a:lnTo>
                    <a:pt x="1256327" y="1713935"/>
                  </a:lnTo>
                  <a:lnTo>
                    <a:pt x="1256323" y="1713914"/>
                  </a:lnTo>
                  <a:lnTo>
                    <a:pt x="1256324" y="1713904"/>
                  </a:lnTo>
                  <a:lnTo>
                    <a:pt x="1256320" y="1713867"/>
                  </a:lnTo>
                  <a:lnTo>
                    <a:pt x="1256315" y="1713838"/>
                  </a:lnTo>
                  <a:lnTo>
                    <a:pt x="1256313" y="1713827"/>
                  </a:lnTo>
                  <a:lnTo>
                    <a:pt x="1256317" y="1713819"/>
                  </a:lnTo>
                  <a:lnTo>
                    <a:pt x="1256330" y="1713766"/>
                  </a:lnTo>
                  <a:lnTo>
                    <a:pt x="1256341" y="1713720"/>
                  </a:lnTo>
                  <a:lnTo>
                    <a:pt x="1256351" y="1713687"/>
                  </a:lnTo>
                  <a:lnTo>
                    <a:pt x="1256394" y="1713538"/>
                  </a:lnTo>
                  <a:lnTo>
                    <a:pt x="1256405" y="1713439"/>
                  </a:lnTo>
                  <a:lnTo>
                    <a:pt x="1256413" y="1713392"/>
                  </a:lnTo>
                  <a:lnTo>
                    <a:pt x="1256546" y="1713393"/>
                  </a:lnTo>
                  <a:lnTo>
                    <a:pt x="1256552" y="1713391"/>
                  </a:lnTo>
                  <a:lnTo>
                    <a:pt x="1256550" y="1713386"/>
                  </a:lnTo>
                  <a:lnTo>
                    <a:pt x="1256439" y="1713266"/>
                  </a:lnTo>
                  <a:lnTo>
                    <a:pt x="1256444" y="1713111"/>
                  </a:lnTo>
                  <a:lnTo>
                    <a:pt x="1256443" y="1713088"/>
                  </a:lnTo>
                  <a:lnTo>
                    <a:pt x="1256430" y="1713091"/>
                  </a:lnTo>
                  <a:lnTo>
                    <a:pt x="1256370" y="1713090"/>
                  </a:lnTo>
                  <a:lnTo>
                    <a:pt x="1256301" y="1713076"/>
                  </a:lnTo>
                  <a:lnTo>
                    <a:pt x="1256233" y="1713043"/>
                  </a:lnTo>
                  <a:lnTo>
                    <a:pt x="1256170" y="1713004"/>
                  </a:lnTo>
                  <a:lnTo>
                    <a:pt x="1256129" y="1712971"/>
                  </a:lnTo>
                  <a:lnTo>
                    <a:pt x="1256104" y="1712949"/>
                  </a:lnTo>
                  <a:lnTo>
                    <a:pt x="1256074" y="1712951"/>
                  </a:lnTo>
                  <a:lnTo>
                    <a:pt x="1256019" y="1712991"/>
                  </a:lnTo>
                  <a:lnTo>
                    <a:pt x="1255964" y="1713017"/>
                  </a:lnTo>
                  <a:lnTo>
                    <a:pt x="1255897" y="1713033"/>
                  </a:lnTo>
                  <a:lnTo>
                    <a:pt x="1255827" y="1713064"/>
                  </a:lnTo>
                  <a:lnTo>
                    <a:pt x="1255803" y="1713096"/>
                  </a:lnTo>
                  <a:lnTo>
                    <a:pt x="1255782" y="1713115"/>
                  </a:lnTo>
                  <a:lnTo>
                    <a:pt x="1255746" y="1713124"/>
                  </a:lnTo>
                  <a:lnTo>
                    <a:pt x="1255674" y="1713127"/>
                  </a:lnTo>
                  <a:lnTo>
                    <a:pt x="1255604" y="1713105"/>
                  </a:lnTo>
                  <a:lnTo>
                    <a:pt x="1255554" y="1713075"/>
                  </a:lnTo>
                  <a:lnTo>
                    <a:pt x="1255519" y="1713042"/>
                  </a:lnTo>
                  <a:lnTo>
                    <a:pt x="1255463" y="1712997"/>
                  </a:lnTo>
                  <a:lnTo>
                    <a:pt x="1255419" y="1712963"/>
                  </a:lnTo>
                  <a:lnTo>
                    <a:pt x="1255387" y="1712928"/>
                  </a:lnTo>
                  <a:lnTo>
                    <a:pt x="1255338" y="1712912"/>
                  </a:lnTo>
                  <a:lnTo>
                    <a:pt x="1255297" y="1712910"/>
                  </a:lnTo>
                  <a:lnTo>
                    <a:pt x="1255233" y="1712887"/>
                  </a:lnTo>
                  <a:lnTo>
                    <a:pt x="1255174" y="1712867"/>
                  </a:lnTo>
                  <a:lnTo>
                    <a:pt x="1255122" y="1712836"/>
                  </a:lnTo>
                  <a:lnTo>
                    <a:pt x="1255091" y="1712807"/>
                  </a:lnTo>
                  <a:lnTo>
                    <a:pt x="1255065" y="1712792"/>
                  </a:lnTo>
                  <a:lnTo>
                    <a:pt x="1255038" y="1712795"/>
                  </a:lnTo>
                  <a:lnTo>
                    <a:pt x="1255018" y="1712800"/>
                  </a:lnTo>
                  <a:lnTo>
                    <a:pt x="1254995" y="1712805"/>
                  </a:lnTo>
                  <a:lnTo>
                    <a:pt x="1254952" y="1712802"/>
                  </a:lnTo>
                  <a:lnTo>
                    <a:pt x="1254892" y="1712777"/>
                  </a:lnTo>
                  <a:lnTo>
                    <a:pt x="1254880" y="1712768"/>
                  </a:lnTo>
                  <a:lnTo>
                    <a:pt x="1254865" y="1712760"/>
                  </a:lnTo>
                  <a:lnTo>
                    <a:pt x="1254853" y="1712754"/>
                  </a:lnTo>
                  <a:lnTo>
                    <a:pt x="1254844" y="1712747"/>
                  </a:lnTo>
                  <a:lnTo>
                    <a:pt x="1254836" y="1712743"/>
                  </a:lnTo>
                  <a:lnTo>
                    <a:pt x="1254816" y="1712732"/>
                  </a:lnTo>
                  <a:lnTo>
                    <a:pt x="1254790" y="1712717"/>
                  </a:lnTo>
                  <a:lnTo>
                    <a:pt x="1254773" y="1712701"/>
                  </a:lnTo>
                  <a:lnTo>
                    <a:pt x="1254754" y="1712691"/>
                  </a:lnTo>
                  <a:lnTo>
                    <a:pt x="1254731" y="1712682"/>
                  </a:lnTo>
                  <a:lnTo>
                    <a:pt x="1254704" y="1712673"/>
                  </a:lnTo>
                  <a:lnTo>
                    <a:pt x="1254682" y="1712661"/>
                  </a:lnTo>
                  <a:lnTo>
                    <a:pt x="1254665" y="1712647"/>
                  </a:lnTo>
                  <a:lnTo>
                    <a:pt x="1254645" y="1712631"/>
                  </a:lnTo>
                  <a:lnTo>
                    <a:pt x="1254623" y="1712615"/>
                  </a:lnTo>
                  <a:lnTo>
                    <a:pt x="1254596" y="1712598"/>
                  </a:lnTo>
                  <a:lnTo>
                    <a:pt x="1254573" y="1712584"/>
                  </a:lnTo>
                  <a:lnTo>
                    <a:pt x="1254561" y="1712575"/>
                  </a:lnTo>
                  <a:lnTo>
                    <a:pt x="1254555" y="1712571"/>
                  </a:lnTo>
                  <a:lnTo>
                    <a:pt x="1254537" y="1712555"/>
                  </a:lnTo>
                  <a:lnTo>
                    <a:pt x="1254503" y="1712515"/>
                  </a:lnTo>
                  <a:lnTo>
                    <a:pt x="1254482" y="1712496"/>
                  </a:lnTo>
                  <a:lnTo>
                    <a:pt x="1254463" y="1712484"/>
                  </a:lnTo>
                  <a:lnTo>
                    <a:pt x="1254446" y="1712472"/>
                  </a:lnTo>
                  <a:lnTo>
                    <a:pt x="1254431" y="1712464"/>
                  </a:lnTo>
                  <a:lnTo>
                    <a:pt x="1254420" y="1712455"/>
                  </a:lnTo>
                  <a:lnTo>
                    <a:pt x="1254414" y="1712444"/>
                  </a:lnTo>
                  <a:lnTo>
                    <a:pt x="1254412" y="1712433"/>
                  </a:lnTo>
                  <a:lnTo>
                    <a:pt x="1254416" y="1712413"/>
                  </a:lnTo>
                  <a:lnTo>
                    <a:pt x="1254416" y="1712394"/>
                  </a:lnTo>
                  <a:lnTo>
                    <a:pt x="1254413" y="1712368"/>
                  </a:lnTo>
                  <a:lnTo>
                    <a:pt x="1254409" y="1712351"/>
                  </a:lnTo>
                  <a:lnTo>
                    <a:pt x="1254400" y="1712335"/>
                  </a:lnTo>
                  <a:lnTo>
                    <a:pt x="1254389" y="1712319"/>
                  </a:lnTo>
                  <a:lnTo>
                    <a:pt x="1254377" y="1712302"/>
                  </a:lnTo>
                  <a:lnTo>
                    <a:pt x="1254368" y="1712281"/>
                  </a:lnTo>
                  <a:lnTo>
                    <a:pt x="1254358" y="1712253"/>
                  </a:lnTo>
                  <a:lnTo>
                    <a:pt x="1254349" y="1712228"/>
                  </a:lnTo>
                  <a:lnTo>
                    <a:pt x="1254342" y="1712207"/>
                  </a:lnTo>
                  <a:lnTo>
                    <a:pt x="1254334" y="1712185"/>
                  </a:lnTo>
                  <a:lnTo>
                    <a:pt x="1254321" y="1712164"/>
                  </a:lnTo>
                  <a:lnTo>
                    <a:pt x="1254301" y="1712140"/>
                  </a:lnTo>
                  <a:lnTo>
                    <a:pt x="1254281" y="1712121"/>
                  </a:lnTo>
                  <a:lnTo>
                    <a:pt x="1254267" y="1712109"/>
                  </a:lnTo>
                  <a:lnTo>
                    <a:pt x="1254254" y="1712098"/>
                  </a:lnTo>
                  <a:lnTo>
                    <a:pt x="1254228" y="1712073"/>
                  </a:lnTo>
                  <a:lnTo>
                    <a:pt x="1254208" y="1712052"/>
                  </a:lnTo>
                  <a:lnTo>
                    <a:pt x="1254178" y="1712028"/>
                  </a:lnTo>
                  <a:lnTo>
                    <a:pt x="1254149" y="1712002"/>
                  </a:lnTo>
                  <a:lnTo>
                    <a:pt x="1254128" y="1711982"/>
                  </a:lnTo>
                  <a:lnTo>
                    <a:pt x="1254124" y="1711978"/>
                  </a:lnTo>
                  <a:lnTo>
                    <a:pt x="1254114" y="1711966"/>
                  </a:lnTo>
                  <a:lnTo>
                    <a:pt x="1254107" y="1711948"/>
                  </a:lnTo>
                  <a:lnTo>
                    <a:pt x="1254105" y="1711925"/>
                  </a:lnTo>
                  <a:lnTo>
                    <a:pt x="1254106" y="1711890"/>
                  </a:lnTo>
                  <a:lnTo>
                    <a:pt x="1254106" y="1711872"/>
                  </a:lnTo>
                  <a:lnTo>
                    <a:pt x="1254102" y="1711852"/>
                  </a:lnTo>
                  <a:lnTo>
                    <a:pt x="1254095" y="1711839"/>
                  </a:lnTo>
                  <a:lnTo>
                    <a:pt x="1254091" y="1711831"/>
                  </a:lnTo>
                  <a:lnTo>
                    <a:pt x="1254078" y="1711811"/>
                  </a:lnTo>
                  <a:lnTo>
                    <a:pt x="1254068" y="1711796"/>
                  </a:lnTo>
                  <a:lnTo>
                    <a:pt x="1254061" y="1711777"/>
                  </a:lnTo>
                  <a:lnTo>
                    <a:pt x="1254059" y="1711759"/>
                  </a:lnTo>
                  <a:lnTo>
                    <a:pt x="1254058" y="1711752"/>
                  </a:lnTo>
                  <a:lnTo>
                    <a:pt x="1254061" y="1711721"/>
                  </a:lnTo>
                  <a:lnTo>
                    <a:pt x="1254064" y="1711697"/>
                  </a:lnTo>
                  <a:lnTo>
                    <a:pt x="1254064" y="1711674"/>
                  </a:lnTo>
                  <a:lnTo>
                    <a:pt x="1254062" y="1711647"/>
                  </a:lnTo>
                  <a:lnTo>
                    <a:pt x="1254059" y="1711606"/>
                  </a:lnTo>
                  <a:lnTo>
                    <a:pt x="1254058" y="1711564"/>
                  </a:lnTo>
                  <a:lnTo>
                    <a:pt x="1254056" y="1711530"/>
                  </a:lnTo>
                  <a:lnTo>
                    <a:pt x="1254055" y="1711523"/>
                  </a:lnTo>
                  <a:lnTo>
                    <a:pt x="1254052" y="1711490"/>
                  </a:lnTo>
                  <a:lnTo>
                    <a:pt x="1254052" y="1711467"/>
                  </a:lnTo>
                  <a:lnTo>
                    <a:pt x="1254052" y="1711446"/>
                  </a:lnTo>
                  <a:lnTo>
                    <a:pt x="1254046" y="1711419"/>
                  </a:lnTo>
                  <a:lnTo>
                    <a:pt x="1254047" y="1711394"/>
                  </a:lnTo>
                  <a:lnTo>
                    <a:pt x="1254050" y="1711369"/>
                  </a:lnTo>
                  <a:lnTo>
                    <a:pt x="1254049" y="1711351"/>
                  </a:lnTo>
                  <a:lnTo>
                    <a:pt x="1254042" y="1711333"/>
                  </a:lnTo>
                  <a:lnTo>
                    <a:pt x="1254032" y="1711307"/>
                  </a:lnTo>
                  <a:lnTo>
                    <a:pt x="1254026" y="1711289"/>
                  </a:lnTo>
                  <a:lnTo>
                    <a:pt x="1254024" y="1711270"/>
                  </a:lnTo>
                  <a:lnTo>
                    <a:pt x="1254023" y="1711253"/>
                  </a:lnTo>
                  <a:lnTo>
                    <a:pt x="1254014" y="1711235"/>
                  </a:lnTo>
                  <a:lnTo>
                    <a:pt x="1254001" y="1711204"/>
                  </a:lnTo>
                  <a:lnTo>
                    <a:pt x="1253993" y="1711178"/>
                  </a:lnTo>
                  <a:lnTo>
                    <a:pt x="1253991" y="1711171"/>
                  </a:lnTo>
                  <a:lnTo>
                    <a:pt x="1253975" y="1711137"/>
                  </a:lnTo>
                  <a:lnTo>
                    <a:pt x="1253950" y="1711096"/>
                  </a:lnTo>
                  <a:lnTo>
                    <a:pt x="1253932" y="1711068"/>
                  </a:lnTo>
                  <a:lnTo>
                    <a:pt x="1253910" y="1711033"/>
                  </a:lnTo>
                  <a:lnTo>
                    <a:pt x="1253903" y="1711022"/>
                  </a:lnTo>
                  <a:lnTo>
                    <a:pt x="1253878" y="1710983"/>
                  </a:lnTo>
                  <a:lnTo>
                    <a:pt x="1253858" y="1710949"/>
                  </a:lnTo>
                  <a:lnTo>
                    <a:pt x="1253829" y="1710907"/>
                  </a:lnTo>
                  <a:lnTo>
                    <a:pt x="1253808" y="1710875"/>
                  </a:lnTo>
                  <a:lnTo>
                    <a:pt x="1253794" y="1710850"/>
                  </a:lnTo>
                  <a:lnTo>
                    <a:pt x="1253789" y="1710839"/>
                  </a:lnTo>
                  <a:lnTo>
                    <a:pt x="1253779" y="1710821"/>
                  </a:lnTo>
                  <a:lnTo>
                    <a:pt x="1253769" y="1710794"/>
                  </a:lnTo>
                  <a:lnTo>
                    <a:pt x="1253764" y="1710769"/>
                  </a:lnTo>
                  <a:lnTo>
                    <a:pt x="1253753" y="1710744"/>
                  </a:lnTo>
                  <a:lnTo>
                    <a:pt x="1253739" y="1710712"/>
                  </a:lnTo>
                  <a:lnTo>
                    <a:pt x="1253729" y="1710691"/>
                  </a:lnTo>
                  <a:lnTo>
                    <a:pt x="1253717" y="1710670"/>
                  </a:lnTo>
                  <a:lnTo>
                    <a:pt x="1253711" y="1710657"/>
                  </a:lnTo>
                  <a:lnTo>
                    <a:pt x="1253711" y="1710635"/>
                  </a:lnTo>
                  <a:lnTo>
                    <a:pt x="1253706" y="1710610"/>
                  </a:lnTo>
                  <a:lnTo>
                    <a:pt x="1253701" y="1710602"/>
                  </a:lnTo>
                  <a:lnTo>
                    <a:pt x="1253696" y="1710594"/>
                  </a:lnTo>
                  <a:lnTo>
                    <a:pt x="1253676" y="1710565"/>
                  </a:lnTo>
                  <a:lnTo>
                    <a:pt x="1253655" y="1710540"/>
                  </a:lnTo>
                  <a:lnTo>
                    <a:pt x="1253638" y="1710515"/>
                  </a:lnTo>
                  <a:lnTo>
                    <a:pt x="1253634" y="1710502"/>
                  </a:lnTo>
                  <a:lnTo>
                    <a:pt x="1253635" y="1710481"/>
                  </a:lnTo>
                  <a:lnTo>
                    <a:pt x="1253642" y="1710463"/>
                  </a:lnTo>
                  <a:lnTo>
                    <a:pt x="1253655" y="1710441"/>
                  </a:lnTo>
                  <a:lnTo>
                    <a:pt x="1253662" y="1710431"/>
                  </a:lnTo>
                  <a:lnTo>
                    <a:pt x="1253702" y="1710377"/>
                  </a:lnTo>
                  <a:lnTo>
                    <a:pt x="1253718" y="1710351"/>
                  </a:lnTo>
                  <a:lnTo>
                    <a:pt x="1253736" y="1710319"/>
                  </a:lnTo>
                  <a:lnTo>
                    <a:pt x="1253746" y="1710294"/>
                  </a:lnTo>
                  <a:lnTo>
                    <a:pt x="1253747" y="1710277"/>
                  </a:lnTo>
                  <a:lnTo>
                    <a:pt x="1253746" y="1710256"/>
                  </a:lnTo>
                  <a:lnTo>
                    <a:pt x="1253740" y="1710236"/>
                  </a:lnTo>
                  <a:lnTo>
                    <a:pt x="1253726" y="1710209"/>
                  </a:lnTo>
                  <a:lnTo>
                    <a:pt x="1253710" y="1710183"/>
                  </a:lnTo>
                  <a:lnTo>
                    <a:pt x="1253691" y="1710158"/>
                  </a:lnTo>
                  <a:lnTo>
                    <a:pt x="1253671" y="1710136"/>
                  </a:lnTo>
                  <a:lnTo>
                    <a:pt x="1253650" y="1710112"/>
                  </a:lnTo>
                  <a:lnTo>
                    <a:pt x="1253641" y="1710097"/>
                  </a:lnTo>
                  <a:lnTo>
                    <a:pt x="1253630" y="1710075"/>
                  </a:lnTo>
                  <a:lnTo>
                    <a:pt x="1253623" y="1710046"/>
                  </a:lnTo>
                  <a:lnTo>
                    <a:pt x="1253619" y="1710027"/>
                  </a:lnTo>
                  <a:lnTo>
                    <a:pt x="1253615" y="1710015"/>
                  </a:lnTo>
                  <a:lnTo>
                    <a:pt x="1253609" y="1710007"/>
                  </a:lnTo>
                  <a:lnTo>
                    <a:pt x="1253596" y="1709999"/>
                  </a:lnTo>
                  <a:lnTo>
                    <a:pt x="1253583" y="1709989"/>
                  </a:lnTo>
                  <a:lnTo>
                    <a:pt x="1253572" y="1709971"/>
                  </a:lnTo>
                  <a:lnTo>
                    <a:pt x="1253559" y="1709946"/>
                  </a:lnTo>
                  <a:lnTo>
                    <a:pt x="1253550" y="1709926"/>
                  </a:lnTo>
                  <a:lnTo>
                    <a:pt x="1253545" y="1709915"/>
                  </a:lnTo>
                  <a:lnTo>
                    <a:pt x="1253533" y="1709879"/>
                  </a:lnTo>
                  <a:lnTo>
                    <a:pt x="1253517" y="1709831"/>
                  </a:lnTo>
                  <a:lnTo>
                    <a:pt x="1253509" y="1709805"/>
                  </a:lnTo>
                  <a:lnTo>
                    <a:pt x="1253506" y="1709795"/>
                  </a:lnTo>
                  <a:lnTo>
                    <a:pt x="1253496" y="1709768"/>
                  </a:lnTo>
                  <a:lnTo>
                    <a:pt x="1253494" y="1709756"/>
                  </a:lnTo>
                  <a:lnTo>
                    <a:pt x="1253495" y="1709739"/>
                  </a:lnTo>
                  <a:lnTo>
                    <a:pt x="1253500" y="1709721"/>
                  </a:lnTo>
                  <a:lnTo>
                    <a:pt x="1253502" y="1709695"/>
                  </a:lnTo>
                  <a:lnTo>
                    <a:pt x="1253501" y="1709673"/>
                  </a:lnTo>
                  <a:lnTo>
                    <a:pt x="1253496" y="1709647"/>
                  </a:lnTo>
                  <a:lnTo>
                    <a:pt x="1253491" y="1709633"/>
                  </a:lnTo>
                  <a:lnTo>
                    <a:pt x="1253481" y="1709597"/>
                  </a:lnTo>
                  <a:lnTo>
                    <a:pt x="1253474" y="1709565"/>
                  </a:lnTo>
                  <a:lnTo>
                    <a:pt x="1253461" y="1709531"/>
                  </a:lnTo>
                  <a:lnTo>
                    <a:pt x="1253455" y="1709507"/>
                  </a:lnTo>
                  <a:lnTo>
                    <a:pt x="1253447" y="1709474"/>
                  </a:lnTo>
                  <a:lnTo>
                    <a:pt x="1253441" y="1709441"/>
                  </a:lnTo>
                  <a:lnTo>
                    <a:pt x="1253441" y="1709419"/>
                  </a:lnTo>
                  <a:lnTo>
                    <a:pt x="1253447" y="1709404"/>
                  </a:lnTo>
                  <a:lnTo>
                    <a:pt x="1253460" y="1709389"/>
                  </a:lnTo>
                  <a:lnTo>
                    <a:pt x="1253468" y="1709374"/>
                  </a:lnTo>
                  <a:lnTo>
                    <a:pt x="1253472" y="1709360"/>
                  </a:lnTo>
                  <a:lnTo>
                    <a:pt x="1253472" y="1709342"/>
                  </a:lnTo>
                  <a:lnTo>
                    <a:pt x="1253464" y="1709316"/>
                  </a:lnTo>
                  <a:lnTo>
                    <a:pt x="1253462" y="1709308"/>
                  </a:lnTo>
                  <a:lnTo>
                    <a:pt x="1253453" y="1709270"/>
                  </a:lnTo>
                  <a:lnTo>
                    <a:pt x="1253439" y="1709231"/>
                  </a:lnTo>
                  <a:lnTo>
                    <a:pt x="1253425" y="1709204"/>
                  </a:lnTo>
                  <a:lnTo>
                    <a:pt x="1253413" y="1709182"/>
                  </a:lnTo>
                  <a:lnTo>
                    <a:pt x="1253396" y="1709156"/>
                  </a:lnTo>
                  <a:lnTo>
                    <a:pt x="1253381" y="1709141"/>
                  </a:lnTo>
                  <a:lnTo>
                    <a:pt x="1253365" y="1709128"/>
                  </a:lnTo>
                  <a:lnTo>
                    <a:pt x="1253352" y="1709118"/>
                  </a:lnTo>
                  <a:lnTo>
                    <a:pt x="1253337" y="1709102"/>
                  </a:lnTo>
                  <a:lnTo>
                    <a:pt x="1253321" y="1709079"/>
                  </a:lnTo>
                  <a:lnTo>
                    <a:pt x="1253304" y="1709051"/>
                  </a:lnTo>
                  <a:lnTo>
                    <a:pt x="1253283" y="1709020"/>
                  </a:lnTo>
                  <a:lnTo>
                    <a:pt x="1253264" y="1708993"/>
                  </a:lnTo>
                  <a:lnTo>
                    <a:pt x="1253245" y="1708963"/>
                  </a:lnTo>
                  <a:lnTo>
                    <a:pt x="1253228" y="1708932"/>
                  </a:lnTo>
                  <a:lnTo>
                    <a:pt x="1253213" y="1708906"/>
                  </a:lnTo>
                  <a:lnTo>
                    <a:pt x="1253203" y="1708892"/>
                  </a:lnTo>
                  <a:lnTo>
                    <a:pt x="1253184" y="1708875"/>
                  </a:lnTo>
                  <a:lnTo>
                    <a:pt x="1253160" y="1708852"/>
                  </a:lnTo>
                  <a:lnTo>
                    <a:pt x="1253132" y="1708828"/>
                  </a:lnTo>
                  <a:lnTo>
                    <a:pt x="1253096" y="1708794"/>
                  </a:lnTo>
                  <a:lnTo>
                    <a:pt x="1253073" y="1708765"/>
                  </a:lnTo>
                  <a:lnTo>
                    <a:pt x="1253060" y="1708743"/>
                  </a:lnTo>
                  <a:lnTo>
                    <a:pt x="1253054" y="1708729"/>
                  </a:lnTo>
                  <a:lnTo>
                    <a:pt x="1253047" y="1708707"/>
                  </a:lnTo>
                  <a:lnTo>
                    <a:pt x="1253039" y="1708679"/>
                  </a:lnTo>
                  <a:lnTo>
                    <a:pt x="1253029" y="1708653"/>
                  </a:lnTo>
                  <a:lnTo>
                    <a:pt x="1253025" y="1708619"/>
                  </a:lnTo>
                  <a:lnTo>
                    <a:pt x="1253021" y="1708594"/>
                  </a:lnTo>
                  <a:lnTo>
                    <a:pt x="1253017" y="1708563"/>
                  </a:lnTo>
                  <a:lnTo>
                    <a:pt x="1253019" y="1708540"/>
                  </a:lnTo>
                  <a:lnTo>
                    <a:pt x="1253022" y="1708514"/>
                  </a:lnTo>
                  <a:lnTo>
                    <a:pt x="1253021" y="1708485"/>
                  </a:lnTo>
                  <a:lnTo>
                    <a:pt x="1253018" y="1708466"/>
                  </a:lnTo>
                  <a:lnTo>
                    <a:pt x="1253014" y="1708457"/>
                  </a:lnTo>
                  <a:lnTo>
                    <a:pt x="1253008" y="1708446"/>
                  </a:lnTo>
                  <a:lnTo>
                    <a:pt x="1252993" y="1708423"/>
                  </a:lnTo>
                  <a:lnTo>
                    <a:pt x="1252985" y="1708404"/>
                  </a:lnTo>
                  <a:lnTo>
                    <a:pt x="1252982" y="1708391"/>
                  </a:lnTo>
                  <a:lnTo>
                    <a:pt x="1252982" y="1708348"/>
                  </a:lnTo>
                  <a:lnTo>
                    <a:pt x="1252985" y="1708302"/>
                  </a:lnTo>
                  <a:lnTo>
                    <a:pt x="1252986" y="1708252"/>
                  </a:lnTo>
                  <a:lnTo>
                    <a:pt x="1252983" y="1708217"/>
                  </a:lnTo>
                  <a:lnTo>
                    <a:pt x="1252981" y="1708188"/>
                  </a:lnTo>
                  <a:lnTo>
                    <a:pt x="1252973" y="1708156"/>
                  </a:lnTo>
                  <a:lnTo>
                    <a:pt x="1252974" y="1708099"/>
                  </a:lnTo>
                  <a:lnTo>
                    <a:pt x="1252976" y="1708053"/>
                  </a:lnTo>
                  <a:lnTo>
                    <a:pt x="1252977" y="1708045"/>
                  </a:lnTo>
                  <a:lnTo>
                    <a:pt x="1252984" y="1708005"/>
                  </a:lnTo>
                  <a:lnTo>
                    <a:pt x="1252985" y="1707995"/>
                  </a:lnTo>
                  <a:lnTo>
                    <a:pt x="1252991" y="1707958"/>
                  </a:lnTo>
                  <a:lnTo>
                    <a:pt x="1252992" y="1707931"/>
                  </a:lnTo>
                  <a:lnTo>
                    <a:pt x="1252993" y="1707910"/>
                  </a:lnTo>
                  <a:lnTo>
                    <a:pt x="1252985" y="1707885"/>
                  </a:lnTo>
                  <a:lnTo>
                    <a:pt x="1252964" y="1707846"/>
                  </a:lnTo>
                  <a:lnTo>
                    <a:pt x="1252946" y="1707802"/>
                  </a:lnTo>
                  <a:lnTo>
                    <a:pt x="1252933" y="1707762"/>
                  </a:lnTo>
                  <a:lnTo>
                    <a:pt x="1252920" y="1707723"/>
                  </a:lnTo>
                  <a:lnTo>
                    <a:pt x="1252909" y="1707678"/>
                  </a:lnTo>
                  <a:lnTo>
                    <a:pt x="1252907" y="1707669"/>
                  </a:lnTo>
                  <a:lnTo>
                    <a:pt x="1252900" y="1707620"/>
                  </a:lnTo>
                  <a:lnTo>
                    <a:pt x="1252896" y="1707576"/>
                  </a:lnTo>
                  <a:lnTo>
                    <a:pt x="1252893" y="1707537"/>
                  </a:lnTo>
                  <a:lnTo>
                    <a:pt x="1252888" y="1707514"/>
                  </a:lnTo>
                  <a:lnTo>
                    <a:pt x="1252882" y="1707493"/>
                  </a:lnTo>
                  <a:lnTo>
                    <a:pt x="1252878" y="1707480"/>
                  </a:lnTo>
                  <a:lnTo>
                    <a:pt x="1252863" y="1707465"/>
                  </a:lnTo>
                  <a:lnTo>
                    <a:pt x="1252838" y="1707453"/>
                  </a:lnTo>
                  <a:lnTo>
                    <a:pt x="1252816" y="1707442"/>
                  </a:lnTo>
                  <a:lnTo>
                    <a:pt x="1252793" y="1707429"/>
                  </a:lnTo>
                  <a:lnTo>
                    <a:pt x="1252784" y="1707422"/>
                  </a:lnTo>
                  <a:lnTo>
                    <a:pt x="1252772" y="1707403"/>
                  </a:lnTo>
                  <a:lnTo>
                    <a:pt x="1252763" y="1707381"/>
                  </a:lnTo>
                  <a:lnTo>
                    <a:pt x="1252756" y="1707352"/>
                  </a:lnTo>
                  <a:lnTo>
                    <a:pt x="1252749" y="1707313"/>
                  </a:lnTo>
                  <a:lnTo>
                    <a:pt x="1252743" y="1707298"/>
                  </a:lnTo>
                  <a:lnTo>
                    <a:pt x="1252733" y="1707280"/>
                  </a:lnTo>
                  <a:lnTo>
                    <a:pt x="1252711" y="1707250"/>
                  </a:lnTo>
                  <a:lnTo>
                    <a:pt x="1252676" y="1707212"/>
                  </a:lnTo>
                  <a:lnTo>
                    <a:pt x="1252635" y="1707166"/>
                  </a:lnTo>
                  <a:lnTo>
                    <a:pt x="1252620" y="1707145"/>
                  </a:lnTo>
                  <a:lnTo>
                    <a:pt x="1252607" y="1707127"/>
                  </a:lnTo>
                  <a:lnTo>
                    <a:pt x="1252591" y="1707105"/>
                  </a:lnTo>
                  <a:lnTo>
                    <a:pt x="1252581" y="1707086"/>
                  </a:lnTo>
                  <a:lnTo>
                    <a:pt x="1252570" y="1707075"/>
                  </a:lnTo>
                  <a:lnTo>
                    <a:pt x="1252558" y="1707064"/>
                  </a:lnTo>
                  <a:lnTo>
                    <a:pt x="1252541" y="1707052"/>
                  </a:lnTo>
                  <a:lnTo>
                    <a:pt x="1252524" y="1707041"/>
                  </a:lnTo>
                  <a:lnTo>
                    <a:pt x="1252516" y="1707036"/>
                  </a:lnTo>
                  <a:lnTo>
                    <a:pt x="1252491" y="1707017"/>
                  </a:lnTo>
                  <a:lnTo>
                    <a:pt x="1252475" y="1706998"/>
                  </a:lnTo>
                  <a:lnTo>
                    <a:pt x="1252460" y="1706975"/>
                  </a:lnTo>
                  <a:lnTo>
                    <a:pt x="1252449" y="1706953"/>
                  </a:lnTo>
                  <a:lnTo>
                    <a:pt x="1252440" y="1706919"/>
                  </a:lnTo>
                  <a:lnTo>
                    <a:pt x="1252431" y="1706888"/>
                  </a:lnTo>
                  <a:lnTo>
                    <a:pt x="1252413" y="1706850"/>
                  </a:lnTo>
                  <a:lnTo>
                    <a:pt x="1252379" y="1706793"/>
                  </a:lnTo>
                  <a:lnTo>
                    <a:pt x="1252375" y="1706784"/>
                  </a:lnTo>
                  <a:lnTo>
                    <a:pt x="1252363" y="1706754"/>
                  </a:lnTo>
                  <a:lnTo>
                    <a:pt x="1252358" y="1706728"/>
                  </a:lnTo>
                  <a:lnTo>
                    <a:pt x="1252351" y="1706705"/>
                  </a:lnTo>
                  <a:lnTo>
                    <a:pt x="1252336" y="1706683"/>
                  </a:lnTo>
                  <a:lnTo>
                    <a:pt x="1252323" y="1706653"/>
                  </a:lnTo>
                  <a:lnTo>
                    <a:pt x="1252317" y="1706622"/>
                  </a:lnTo>
                  <a:lnTo>
                    <a:pt x="1252311" y="1706552"/>
                  </a:lnTo>
                  <a:lnTo>
                    <a:pt x="1252308" y="1706497"/>
                  </a:lnTo>
                  <a:lnTo>
                    <a:pt x="1252309" y="1706482"/>
                  </a:lnTo>
                  <a:lnTo>
                    <a:pt x="1252311" y="1706452"/>
                  </a:lnTo>
                  <a:lnTo>
                    <a:pt x="1252311" y="1706424"/>
                  </a:lnTo>
                  <a:lnTo>
                    <a:pt x="1252306" y="1706403"/>
                  </a:lnTo>
                  <a:lnTo>
                    <a:pt x="1252286" y="1706357"/>
                  </a:lnTo>
                  <a:lnTo>
                    <a:pt x="1252270" y="1706325"/>
                  </a:lnTo>
                  <a:lnTo>
                    <a:pt x="1252237" y="1706255"/>
                  </a:lnTo>
                  <a:lnTo>
                    <a:pt x="1252215" y="1706207"/>
                  </a:lnTo>
                  <a:lnTo>
                    <a:pt x="1252192" y="1706147"/>
                  </a:lnTo>
                  <a:lnTo>
                    <a:pt x="1252182" y="1706104"/>
                  </a:lnTo>
                  <a:lnTo>
                    <a:pt x="1252179" y="1706089"/>
                  </a:lnTo>
                  <a:lnTo>
                    <a:pt x="1252176" y="1706072"/>
                  </a:lnTo>
                  <a:lnTo>
                    <a:pt x="1252180" y="1706031"/>
                  </a:lnTo>
                  <a:lnTo>
                    <a:pt x="1252192" y="1705984"/>
                  </a:lnTo>
                  <a:lnTo>
                    <a:pt x="1252199" y="1705963"/>
                  </a:lnTo>
                  <a:lnTo>
                    <a:pt x="1252212" y="1705935"/>
                  </a:lnTo>
                  <a:lnTo>
                    <a:pt x="1252238" y="1705895"/>
                  </a:lnTo>
                  <a:lnTo>
                    <a:pt x="1252260" y="1705860"/>
                  </a:lnTo>
                  <a:lnTo>
                    <a:pt x="1252275" y="1705827"/>
                  </a:lnTo>
                  <a:lnTo>
                    <a:pt x="1252294" y="1705766"/>
                  </a:lnTo>
                  <a:lnTo>
                    <a:pt x="1252301" y="1705716"/>
                  </a:lnTo>
                  <a:lnTo>
                    <a:pt x="1252305" y="1705682"/>
                  </a:lnTo>
                  <a:lnTo>
                    <a:pt x="1252305" y="1705659"/>
                  </a:lnTo>
                  <a:lnTo>
                    <a:pt x="1252305" y="1705648"/>
                  </a:lnTo>
                  <a:lnTo>
                    <a:pt x="1252302" y="1705627"/>
                  </a:lnTo>
                  <a:lnTo>
                    <a:pt x="1252301" y="1705610"/>
                  </a:lnTo>
                  <a:lnTo>
                    <a:pt x="1252299" y="1705592"/>
                  </a:lnTo>
                  <a:lnTo>
                    <a:pt x="1252293" y="1705571"/>
                  </a:lnTo>
                  <a:lnTo>
                    <a:pt x="1252280" y="1705546"/>
                  </a:lnTo>
                  <a:lnTo>
                    <a:pt x="1252269" y="1705520"/>
                  </a:lnTo>
                  <a:lnTo>
                    <a:pt x="1252264" y="1705507"/>
                  </a:lnTo>
                  <a:lnTo>
                    <a:pt x="1252251" y="1705480"/>
                  </a:lnTo>
                  <a:lnTo>
                    <a:pt x="1252248" y="1705460"/>
                  </a:lnTo>
                  <a:lnTo>
                    <a:pt x="1252250" y="1705442"/>
                  </a:lnTo>
                  <a:lnTo>
                    <a:pt x="1252253" y="1705423"/>
                  </a:lnTo>
                  <a:lnTo>
                    <a:pt x="1252264" y="1705395"/>
                  </a:lnTo>
                  <a:lnTo>
                    <a:pt x="1252281" y="1705363"/>
                  </a:lnTo>
                  <a:lnTo>
                    <a:pt x="1252301" y="1705321"/>
                  </a:lnTo>
                  <a:lnTo>
                    <a:pt x="1252313" y="1705290"/>
                  </a:lnTo>
                  <a:lnTo>
                    <a:pt x="1252325" y="1705256"/>
                  </a:lnTo>
                  <a:lnTo>
                    <a:pt x="1252329" y="1705233"/>
                  </a:lnTo>
                  <a:lnTo>
                    <a:pt x="1252334" y="1705203"/>
                  </a:lnTo>
                  <a:lnTo>
                    <a:pt x="1252338" y="1705172"/>
                  </a:lnTo>
                  <a:lnTo>
                    <a:pt x="1252346" y="1705119"/>
                  </a:lnTo>
                  <a:lnTo>
                    <a:pt x="1252350" y="1705095"/>
                  </a:lnTo>
                  <a:lnTo>
                    <a:pt x="1252354" y="1705080"/>
                  </a:lnTo>
                  <a:lnTo>
                    <a:pt x="1252356" y="1705066"/>
                  </a:lnTo>
                  <a:lnTo>
                    <a:pt x="1252358" y="1705056"/>
                  </a:lnTo>
                  <a:lnTo>
                    <a:pt x="1252362" y="1705038"/>
                  </a:lnTo>
                  <a:lnTo>
                    <a:pt x="1252361" y="1705010"/>
                  </a:lnTo>
                  <a:lnTo>
                    <a:pt x="1252359" y="1704997"/>
                  </a:lnTo>
                  <a:lnTo>
                    <a:pt x="1252350" y="1704981"/>
                  </a:lnTo>
                  <a:lnTo>
                    <a:pt x="1252342" y="1704968"/>
                  </a:lnTo>
                  <a:lnTo>
                    <a:pt x="1252323" y="1704950"/>
                  </a:lnTo>
                  <a:lnTo>
                    <a:pt x="1252301" y="1704933"/>
                  </a:lnTo>
                  <a:lnTo>
                    <a:pt x="1252285" y="1704915"/>
                  </a:lnTo>
                  <a:lnTo>
                    <a:pt x="1252272" y="1704892"/>
                  </a:lnTo>
                  <a:lnTo>
                    <a:pt x="1252265" y="1704877"/>
                  </a:lnTo>
                  <a:lnTo>
                    <a:pt x="1252262" y="1704867"/>
                  </a:lnTo>
                  <a:lnTo>
                    <a:pt x="1252256" y="1704834"/>
                  </a:lnTo>
                  <a:lnTo>
                    <a:pt x="1252255" y="1704778"/>
                  </a:lnTo>
                  <a:lnTo>
                    <a:pt x="1252258" y="1704724"/>
                  </a:lnTo>
                  <a:lnTo>
                    <a:pt x="1252264" y="1704698"/>
                  </a:lnTo>
                  <a:lnTo>
                    <a:pt x="1252270" y="1704668"/>
                  </a:lnTo>
                  <a:lnTo>
                    <a:pt x="1252273" y="1704653"/>
                  </a:lnTo>
                  <a:lnTo>
                    <a:pt x="1252275" y="1704639"/>
                  </a:lnTo>
                  <a:lnTo>
                    <a:pt x="1252280" y="1704624"/>
                  </a:lnTo>
                  <a:lnTo>
                    <a:pt x="1252287" y="1704606"/>
                  </a:lnTo>
                  <a:lnTo>
                    <a:pt x="1252293" y="1704589"/>
                  </a:lnTo>
                  <a:lnTo>
                    <a:pt x="1252293" y="1704571"/>
                  </a:lnTo>
                  <a:lnTo>
                    <a:pt x="1252290" y="1704551"/>
                  </a:lnTo>
                  <a:lnTo>
                    <a:pt x="1252284" y="1704531"/>
                  </a:lnTo>
                  <a:lnTo>
                    <a:pt x="1252273" y="1704493"/>
                  </a:lnTo>
                  <a:lnTo>
                    <a:pt x="1252270" y="1704475"/>
                  </a:lnTo>
                  <a:lnTo>
                    <a:pt x="1252268" y="1704444"/>
                  </a:lnTo>
                  <a:lnTo>
                    <a:pt x="1252268" y="1704411"/>
                  </a:lnTo>
                  <a:lnTo>
                    <a:pt x="1252271" y="1704387"/>
                  </a:lnTo>
                  <a:lnTo>
                    <a:pt x="1252272" y="1704365"/>
                  </a:lnTo>
                  <a:lnTo>
                    <a:pt x="1252269" y="1704348"/>
                  </a:lnTo>
                  <a:lnTo>
                    <a:pt x="1252264" y="1704328"/>
                  </a:lnTo>
                  <a:lnTo>
                    <a:pt x="1252251" y="1704289"/>
                  </a:lnTo>
                  <a:lnTo>
                    <a:pt x="1252243" y="1704258"/>
                  </a:lnTo>
                  <a:lnTo>
                    <a:pt x="1252244" y="1704240"/>
                  </a:lnTo>
                  <a:lnTo>
                    <a:pt x="1252248" y="1704217"/>
                  </a:lnTo>
                  <a:lnTo>
                    <a:pt x="1252264" y="1704165"/>
                  </a:lnTo>
                  <a:lnTo>
                    <a:pt x="1252269" y="1704143"/>
                  </a:lnTo>
                  <a:lnTo>
                    <a:pt x="1252272" y="1704120"/>
                  </a:lnTo>
                  <a:lnTo>
                    <a:pt x="1252271" y="1704089"/>
                  </a:lnTo>
                  <a:lnTo>
                    <a:pt x="1252276" y="1704049"/>
                  </a:lnTo>
                  <a:lnTo>
                    <a:pt x="1252278" y="1704037"/>
                  </a:lnTo>
                  <a:lnTo>
                    <a:pt x="1252279" y="1704025"/>
                  </a:lnTo>
                  <a:lnTo>
                    <a:pt x="1252278" y="1704009"/>
                  </a:lnTo>
                  <a:lnTo>
                    <a:pt x="1252278" y="1703958"/>
                  </a:lnTo>
                  <a:lnTo>
                    <a:pt x="1252280" y="1703908"/>
                  </a:lnTo>
                  <a:lnTo>
                    <a:pt x="1252284" y="1703899"/>
                  </a:lnTo>
                  <a:lnTo>
                    <a:pt x="1252288" y="1703892"/>
                  </a:lnTo>
                  <a:lnTo>
                    <a:pt x="1252298" y="1703879"/>
                  </a:lnTo>
                  <a:lnTo>
                    <a:pt x="1252311" y="1703868"/>
                  </a:lnTo>
                  <a:lnTo>
                    <a:pt x="1252327" y="1703854"/>
                  </a:lnTo>
                  <a:lnTo>
                    <a:pt x="1252344" y="1703836"/>
                  </a:lnTo>
                  <a:lnTo>
                    <a:pt x="1252356" y="1703817"/>
                  </a:lnTo>
                  <a:lnTo>
                    <a:pt x="1252369" y="1703799"/>
                  </a:lnTo>
                  <a:lnTo>
                    <a:pt x="1252385" y="1703781"/>
                  </a:lnTo>
                  <a:lnTo>
                    <a:pt x="1252407" y="1703761"/>
                  </a:lnTo>
                  <a:lnTo>
                    <a:pt x="1252429" y="1703741"/>
                  </a:lnTo>
                  <a:lnTo>
                    <a:pt x="1252448" y="1703724"/>
                  </a:lnTo>
                  <a:lnTo>
                    <a:pt x="1252468" y="1703702"/>
                  </a:lnTo>
                  <a:lnTo>
                    <a:pt x="1252481" y="1703694"/>
                  </a:lnTo>
                  <a:lnTo>
                    <a:pt x="1252504" y="1703677"/>
                  </a:lnTo>
                  <a:lnTo>
                    <a:pt x="1252516" y="1703664"/>
                  </a:lnTo>
                  <a:lnTo>
                    <a:pt x="1252523" y="1703651"/>
                  </a:lnTo>
                  <a:lnTo>
                    <a:pt x="1252537" y="1703628"/>
                  </a:lnTo>
                  <a:lnTo>
                    <a:pt x="1252551" y="1703610"/>
                  </a:lnTo>
                  <a:lnTo>
                    <a:pt x="1252561" y="1703603"/>
                  </a:lnTo>
                  <a:lnTo>
                    <a:pt x="1252567" y="1703598"/>
                  </a:lnTo>
                  <a:lnTo>
                    <a:pt x="1252580" y="1703592"/>
                  </a:lnTo>
                  <a:lnTo>
                    <a:pt x="1252595" y="1703592"/>
                  </a:lnTo>
                  <a:lnTo>
                    <a:pt x="1252613" y="1703593"/>
                  </a:lnTo>
                  <a:lnTo>
                    <a:pt x="1252622" y="1703591"/>
                  </a:lnTo>
                  <a:lnTo>
                    <a:pt x="1252643" y="1703583"/>
                  </a:lnTo>
                  <a:lnTo>
                    <a:pt x="1252662" y="1703570"/>
                  </a:lnTo>
                  <a:lnTo>
                    <a:pt x="1252685" y="1703556"/>
                  </a:lnTo>
                  <a:lnTo>
                    <a:pt x="1252707" y="1703541"/>
                  </a:lnTo>
                  <a:lnTo>
                    <a:pt x="1252721" y="1703524"/>
                  </a:lnTo>
                  <a:lnTo>
                    <a:pt x="1252733" y="1703505"/>
                  </a:lnTo>
                  <a:lnTo>
                    <a:pt x="1252744" y="1703493"/>
                  </a:lnTo>
                  <a:lnTo>
                    <a:pt x="1252757" y="1703484"/>
                  </a:lnTo>
                  <a:lnTo>
                    <a:pt x="1252773" y="1703476"/>
                  </a:lnTo>
                  <a:lnTo>
                    <a:pt x="1252793" y="1703466"/>
                  </a:lnTo>
                  <a:lnTo>
                    <a:pt x="1252810" y="1703458"/>
                  </a:lnTo>
                  <a:lnTo>
                    <a:pt x="1252838" y="1703438"/>
                  </a:lnTo>
                  <a:lnTo>
                    <a:pt x="1252862" y="1703413"/>
                  </a:lnTo>
                  <a:lnTo>
                    <a:pt x="1252889" y="1703385"/>
                  </a:lnTo>
                  <a:lnTo>
                    <a:pt x="1252912" y="1703359"/>
                  </a:lnTo>
                  <a:lnTo>
                    <a:pt x="1252926" y="1703334"/>
                  </a:lnTo>
                  <a:lnTo>
                    <a:pt x="1252935" y="1703309"/>
                  </a:lnTo>
                  <a:lnTo>
                    <a:pt x="1252944" y="1703279"/>
                  </a:lnTo>
                  <a:lnTo>
                    <a:pt x="1252954" y="1703256"/>
                  </a:lnTo>
                  <a:lnTo>
                    <a:pt x="1252964" y="1703236"/>
                  </a:lnTo>
                  <a:lnTo>
                    <a:pt x="1252995" y="1703183"/>
                  </a:lnTo>
                  <a:lnTo>
                    <a:pt x="1253008" y="1703159"/>
                  </a:lnTo>
                  <a:lnTo>
                    <a:pt x="1253023" y="1703121"/>
                  </a:lnTo>
                  <a:lnTo>
                    <a:pt x="1253029" y="1703101"/>
                  </a:lnTo>
                  <a:lnTo>
                    <a:pt x="1253040" y="1703075"/>
                  </a:lnTo>
                  <a:lnTo>
                    <a:pt x="1253050" y="1703047"/>
                  </a:lnTo>
                  <a:lnTo>
                    <a:pt x="1253061" y="1703022"/>
                  </a:lnTo>
                  <a:lnTo>
                    <a:pt x="1253070" y="1703003"/>
                  </a:lnTo>
                  <a:lnTo>
                    <a:pt x="1253079" y="1702973"/>
                  </a:lnTo>
                  <a:lnTo>
                    <a:pt x="1253092" y="1702934"/>
                  </a:lnTo>
                  <a:lnTo>
                    <a:pt x="1253099" y="1702913"/>
                  </a:lnTo>
                  <a:lnTo>
                    <a:pt x="1253108" y="1702890"/>
                  </a:lnTo>
                  <a:lnTo>
                    <a:pt x="1253112" y="1702871"/>
                  </a:lnTo>
                  <a:lnTo>
                    <a:pt x="1253115" y="1702855"/>
                  </a:lnTo>
                  <a:lnTo>
                    <a:pt x="1253113" y="1702837"/>
                  </a:lnTo>
                  <a:lnTo>
                    <a:pt x="1253111" y="1702813"/>
                  </a:lnTo>
                  <a:lnTo>
                    <a:pt x="1253111" y="1702799"/>
                  </a:lnTo>
                  <a:lnTo>
                    <a:pt x="1253116" y="1702776"/>
                  </a:lnTo>
                  <a:lnTo>
                    <a:pt x="1253124" y="1702746"/>
                  </a:lnTo>
                  <a:lnTo>
                    <a:pt x="1253126" y="1702705"/>
                  </a:lnTo>
                  <a:lnTo>
                    <a:pt x="1253123" y="1702671"/>
                  </a:lnTo>
                  <a:lnTo>
                    <a:pt x="1253118" y="1702633"/>
                  </a:lnTo>
                  <a:lnTo>
                    <a:pt x="1253111" y="1702609"/>
                  </a:lnTo>
                  <a:lnTo>
                    <a:pt x="1253097" y="1702573"/>
                  </a:lnTo>
                  <a:lnTo>
                    <a:pt x="1253091" y="1702551"/>
                  </a:lnTo>
                  <a:lnTo>
                    <a:pt x="1253088" y="1702532"/>
                  </a:lnTo>
                  <a:lnTo>
                    <a:pt x="1253079" y="1702507"/>
                  </a:lnTo>
                  <a:lnTo>
                    <a:pt x="1253066" y="1702482"/>
                  </a:lnTo>
                  <a:lnTo>
                    <a:pt x="1253045" y="1702452"/>
                  </a:lnTo>
                  <a:lnTo>
                    <a:pt x="1253027" y="1702425"/>
                  </a:lnTo>
                  <a:lnTo>
                    <a:pt x="1253016" y="1702396"/>
                  </a:lnTo>
                  <a:lnTo>
                    <a:pt x="1253014" y="1702373"/>
                  </a:lnTo>
                  <a:lnTo>
                    <a:pt x="1253014" y="1702359"/>
                  </a:lnTo>
                  <a:lnTo>
                    <a:pt x="1253010" y="1702330"/>
                  </a:lnTo>
                  <a:lnTo>
                    <a:pt x="1253008" y="1702305"/>
                  </a:lnTo>
                  <a:lnTo>
                    <a:pt x="1253010" y="1702265"/>
                  </a:lnTo>
                  <a:lnTo>
                    <a:pt x="1253012" y="1702224"/>
                  </a:lnTo>
                  <a:lnTo>
                    <a:pt x="1253014" y="1702191"/>
                  </a:lnTo>
                  <a:lnTo>
                    <a:pt x="1253013" y="1702157"/>
                  </a:lnTo>
                  <a:lnTo>
                    <a:pt x="1253008" y="1702118"/>
                  </a:lnTo>
                  <a:lnTo>
                    <a:pt x="1253007" y="1702111"/>
                  </a:lnTo>
                  <a:lnTo>
                    <a:pt x="1253004" y="1702096"/>
                  </a:lnTo>
                  <a:lnTo>
                    <a:pt x="1252998" y="1702065"/>
                  </a:lnTo>
                  <a:lnTo>
                    <a:pt x="1252996" y="1702035"/>
                  </a:lnTo>
                  <a:lnTo>
                    <a:pt x="1252999" y="1702021"/>
                  </a:lnTo>
                  <a:lnTo>
                    <a:pt x="1253007" y="1701987"/>
                  </a:lnTo>
                  <a:lnTo>
                    <a:pt x="1253010" y="1701976"/>
                  </a:lnTo>
                  <a:lnTo>
                    <a:pt x="1253010" y="1701955"/>
                  </a:lnTo>
                  <a:lnTo>
                    <a:pt x="1253008" y="1701919"/>
                  </a:lnTo>
                  <a:lnTo>
                    <a:pt x="1253008" y="1701902"/>
                  </a:lnTo>
                  <a:lnTo>
                    <a:pt x="1253000" y="1701860"/>
                  </a:lnTo>
                  <a:lnTo>
                    <a:pt x="1252998" y="1701847"/>
                  </a:lnTo>
                  <a:lnTo>
                    <a:pt x="1252999" y="1701832"/>
                  </a:lnTo>
                  <a:lnTo>
                    <a:pt x="1253002" y="1701805"/>
                  </a:lnTo>
                  <a:lnTo>
                    <a:pt x="1253001" y="1701784"/>
                  </a:lnTo>
                  <a:lnTo>
                    <a:pt x="1253000" y="1701764"/>
                  </a:lnTo>
                  <a:lnTo>
                    <a:pt x="1252995" y="1701738"/>
                  </a:lnTo>
                  <a:lnTo>
                    <a:pt x="1252989" y="1701725"/>
                  </a:lnTo>
                  <a:lnTo>
                    <a:pt x="1252981" y="1701706"/>
                  </a:lnTo>
                  <a:lnTo>
                    <a:pt x="1252954" y="1701663"/>
                  </a:lnTo>
                  <a:lnTo>
                    <a:pt x="1252944" y="1701640"/>
                  </a:lnTo>
                  <a:lnTo>
                    <a:pt x="1252939" y="1701613"/>
                  </a:lnTo>
                  <a:lnTo>
                    <a:pt x="1252935" y="1701596"/>
                  </a:lnTo>
                  <a:lnTo>
                    <a:pt x="1252929" y="1701556"/>
                  </a:lnTo>
                  <a:lnTo>
                    <a:pt x="1252926" y="1701536"/>
                  </a:lnTo>
                  <a:lnTo>
                    <a:pt x="1252926" y="1701522"/>
                  </a:lnTo>
                  <a:lnTo>
                    <a:pt x="1252929" y="1701505"/>
                  </a:lnTo>
                  <a:lnTo>
                    <a:pt x="1252937" y="1701493"/>
                  </a:lnTo>
                  <a:lnTo>
                    <a:pt x="1252945" y="1701487"/>
                  </a:lnTo>
                  <a:lnTo>
                    <a:pt x="1252960" y="1701480"/>
                  </a:lnTo>
                  <a:lnTo>
                    <a:pt x="1252981" y="1701477"/>
                  </a:lnTo>
                  <a:lnTo>
                    <a:pt x="1253000" y="1701478"/>
                  </a:lnTo>
                  <a:lnTo>
                    <a:pt x="1253024" y="1701482"/>
                  </a:lnTo>
                  <a:lnTo>
                    <a:pt x="1253054" y="1701487"/>
                  </a:lnTo>
                  <a:lnTo>
                    <a:pt x="1253080" y="1701489"/>
                  </a:lnTo>
                  <a:lnTo>
                    <a:pt x="1253133" y="1701489"/>
                  </a:lnTo>
                  <a:lnTo>
                    <a:pt x="1253171" y="1701486"/>
                  </a:lnTo>
                  <a:lnTo>
                    <a:pt x="1253214" y="1701477"/>
                  </a:lnTo>
                  <a:lnTo>
                    <a:pt x="1253240" y="1701467"/>
                  </a:lnTo>
                  <a:lnTo>
                    <a:pt x="1253316" y="1701436"/>
                  </a:lnTo>
                  <a:lnTo>
                    <a:pt x="1253345" y="1701426"/>
                  </a:lnTo>
                  <a:lnTo>
                    <a:pt x="1253370" y="1701413"/>
                  </a:lnTo>
                  <a:lnTo>
                    <a:pt x="1253439" y="1701383"/>
                  </a:lnTo>
                  <a:lnTo>
                    <a:pt x="1253476" y="1701368"/>
                  </a:lnTo>
                  <a:lnTo>
                    <a:pt x="1253503" y="1701350"/>
                  </a:lnTo>
                  <a:lnTo>
                    <a:pt x="1253576" y="1701310"/>
                  </a:lnTo>
                  <a:lnTo>
                    <a:pt x="1253610" y="1701291"/>
                  </a:lnTo>
                  <a:lnTo>
                    <a:pt x="1253638" y="1701278"/>
                  </a:lnTo>
                  <a:lnTo>
                    <a:pt x="1253668" y="1701265"/>
                  </a:lnTo>
                  <a:lnTo>
                    <a:pt x="1253700" y="1701248"/>
                  </a:lnTo>
                  <a:lnTo>
                    <a:pt x="1253723" y="1701226"/>
                  </a:lnTo>
                  <a:lnTo>
                    <a:pt x="1253735" y="1701209"/>
                  </a:lnTo>
                  <a:lnTo>
                    <a:pt x="1253747" y="1701186"/>
                  </a:lnTo>
                  <a:lnTo>
                    <a:pt x="1253755" y="1701164"/>
                  </a:lnTo>
                  <a:lnTo>
                    <a:pt x="1253763" y="1701152"/>
                  </a:lnTo>
                  <a:lnTo>
                    <a:pt x="1253792" y="1701116"/>
                  </a:lnTo>
                  <a:lnTo>
                    <a:pt x="1253813" y="1701089"/>
                  </a:lnTo>
                  <a:lnTo>
                    <a:pt x="1253819" y="1701079"/>
                  </a:lnTo>
                  <a:lnTo>
                    <a:pt x="1253828" y="1701056"/>
                  </a:lnTo>
                  <a:lnTo>
                    <a:pt x="1253837" y="1701041"/>
                  </a:lnTo>
                  <a:lnTo>
                    <a:pt x="1253848" y="1701025"/>
                  </a:lnTo>
                  <a:lnTo>
                    <a:pt x="1253866" y="1701009"/>
                  </a:lnTo>
                  <a:lnTo>
                    <a:pt x="1253878" y="1701000"/>
                  </a:lnTo>
                  <a:lnTo>
                    <a:pt x="1253891" y="1700988"/>
                  </a:lnTo>
                  <a:lnTo>
                    <a:pt x="1253921" y="1700947"/>
                  </a:lnTo>
                  <a:lnTo>
                    <a:pt x="1253941" y="1700927"/>
                  </a:lnTo>
                  <a:lnTo>
                    <a:pt x="1253952" y="1700912"/>
                  </a:lnTo>
                  <a:lnTo>
                    <a:pt x="1253957" y="1700898"/>
                  </a:lnTo>
                  <a:lnTo>
                    <a:pt x="1253963" y="1700883"/>
                  </a:lnTo>
                  <a:lnTo>
                    <a:pt x="1253969" y="1700867"/>
                  </a:lnTo>
                  <a:lnTo>
                    <a:pt x="1253978" y="1700848"/>
                  </a:lnTo>
                  <a:lnTo>
                    <a:pt x="1253986" y="1700833"/>
                  </a:lnTo>
                  <a:lnTo>
                    <a:pt x="1253993" y="1700815"/>
                  </a:lnTo>
                  <a:lnTo>
                    <a:pt x="1254002" y="1700780"/>
                  </a:lnTo>
                  <a:lnTo>
                    <a:pt x="1254009" y="1700759"/>
                  </a:lnTo>
                  <a:lnTo>
                    <a:pt x="1254016" y="1700738"/>
                  </a:lnTo>
                  <a:lnTo>
                    <a:pt x="1254020" y="1700697"/>
                  </a:lnTo>
                  <a:lnTo>
                    <a:pt x="1254027" y="1700651"/>
                  </a:lnTo>
                  <a:lnTo>
                    <a:pt x="1254030" y="1700624"/>
                  </a:lnTo>
                  <a:lnTo>
                    <a:pt x="1254030" y="1700603"/>
                  </a:lnTo>
                  <a:lnTo>
                    <a:pt x="1254026" y="1700567"/>
                  </a:lnTo>
                  <a:lnTo>
                    <a:pt x="1254019" y="1700532"/>
                  </a:lnTo>
                  <a:lnTo>
                    <a:pt x="1254010" y="1700506"/>
                  </a:lnTo>
                  <a:lnTo>
                    <a:pt x="1253989" y="1700443"/>
                  </a:lnTo>
                  <a:lnTo>
                    <a:pt x="1253974" y="1700389"/>
                  </a:lnTo>
                  <a:lnTo>
                    <a:pt x="1253964" y="1700356"/>
                  </a:lnTo>
                  <a:lnTo>
                    <a:pt x="1253947" y="1700276"/>
                  </a:lnTo>
                  <a:lnTo>
                    <a:pt x="1253940" y="1700248"/>
                  </a:lnTo>
                  <a:lnTo>
                    <a:pt x="1253927" y="1700188"/>
                  </a:lnTo>
                  <a:lnTo>
                    <a:pt x="1253927" y="1700165"/>
                  </a:lnTo>
                  <a:lnTo>
                    <a:pt x="1253926" y="1700149"/>
                  </a:lnTo>
                  <a:lnTo>
                    <a:pt x="1253929" y="1700137"/>
                  </a:lnTo>
                  <a:lnTo>
                    <a:pt x="1253932" y="1700121"/>
                  </a:lnTo>
                  <a:lnTo>
                    <a:pt x="1253938" y="1700103"/>
                  </a:lnTo>
                  <a:lnTo>
                    <a:pt x="1253943" y="1700080"/>
                  </a:lnTo>
                  <a:lnTo>
                    <a:pt x="1253946" y="1700055"/>
                  </a:lnTo>
                  <a:lnTo>
                    <a:pt x="1253944" y="1700018"/>
                  </a:lnTo>
                  <a:lnTo>
                    <a:pt x="1253943" y="1699995"/>
                  </a:lnTo>
                  <a:lnTo>
                    <a:pt x="1253946" y="1699984"/>
                  </a:lnTo>
                  <a:lnTo>
                    <a:pt x="1253956" y="1699970"/>
                  </a:lnTo>
                  <a:lnTo>
                    <a:pt x="1253976" y="1699952"/>
                  </a:lnTo>
                  <a:lnTo>
                    <a:pt x="1254011" y="1699927"/>
                  </a:lnTo>
                  <a:lnTo>
                    <a:pt x="1254042" y="1699895"/>
                  </a:lnTo>
                  <a:lnTo>
                    <a:pt x="1254070" y="1699857"/>
                  </a:lnTo>
                  <a:lnTo>
                    <a:pt x="1254083" y="1699835"/>
                  </a:lnTo>
                  <a:lnTo>
                    <a:pt x="1254090" y="1699810"/>
                  </a:lnTo>
                  <a:lnTo>
                    <a:pt x="1254095" y="1699787"/>
                  </a:lnTo>
                  <a:lnTo>
                    <a:pt x="1254098" y="1699777"/>
                  </a:lnTo>
                  <a:lnTo>
                    <a:pt x="1254108" y="1699740"/>
                  </a:lnTo>
                  <a:lnTo>
                    <a:pt x="1254120" y="1699702"/>
                  </a:lnTo>
                  <a:lnTo>
                    <a:pt x="1254143" y="1699642"/>
                  </a:lnTo>
                  <a:lnTo>
                    <a:pt x="1254151" y="1699614"/>
                  </a:lnTo>
                  <a:lnTo>
                    <a:pt x="1254157" y="1699580"/>
                  </a:lnTo>
                  <a:lnTo>
                    <a:pt x="1254163" y="1699552"/>
                  </a:lnTo>
                  <a:lnTo>
                    <a:pt x="1254169" y="1699514"/>
                  </a:lnTo>
                  <a:lnTo>
                    <a:pt x="1254174" y="1699499"/>
                  </a:lnTo>
                  <a:lnTo>
                    <a:pt x="1254191" y="1699458"/>
                  </a:lnTo>
                  <a:lnTo>
                    <a:pt x="1254201" y="1699436"/>
                  </a:lnTo>
                  <a:lnTo>
                    <a:pt x="1254213" y="1699409"/>
                  </a:lnTo>
                  <a:lnTo>
                    <a:pt x="1254220" y="1699391"/>
                  </a:lnTo>
                  <a:lnTo>
                    <a:pt x="1254228" y="1699368"/>
                  </a:lnTo>
                  <a:lnTo>
                    <a:pt x="1254246" y="1699323"/>
                  </a:lnTo>
                  <a:lnTo>
                    <a:pt x="1254260" y="1699284"/>
                  </a:lnTo>
                  <a:lnTo>
                    <a:pt x="1254268" y="1699255"/>
                  </a:lnTo>
                  <a:lnTo>
                    <a:pt x="1254270" y="1699247"/>
                  </a:lnTo>
                  <a:lnTo>
                    <a:pt x="1254277" y="1699215"/>
                  </a:lnTo>
                  <a:lnTo>
                    <a:pt x="1254284" y="1699195"/>
                  </a:lnTo>
                  <a:lnTo>
                    <a:pt x="1254289" y="1699186"/>
                  </a:lnTo>
                  <a:lnTo>
                    <a:pt x="1254302" y="1699174"/>
                  </a:lnTo>
                  <a:lnTo>
                    <a:pt x="1254320" y="1699162"/>
                  </a:lnTo>
                  <a:lnTo>
                    <a:pt x="1254340" y="1699152"/>
                  </a:lnTo>
                  <a:lnTo>
                    <a:pt x="1254353" y="1699145"/>
                  </a:lnTo>
                  <a:lnTo>
                    <a:pt x="1254360" y="1699138"/>
                  </a:lnTo>
                  <a:lnTo>
                    <a:pt x="1254365" y="1699123"/>
                  </a:lnTo>
                  <a:lnTo>
                    <a:pt x="1254368" y="1699093"/>
                  </a:lnTo>
                  <a:lnTo>
                    <a:pt x="1254369" y="1699071"/>
                  </a:lnTo>
                  <a:lnTo>
                    <a:pt x="1254368" y="1699039"/>
                  </a:lnTo>
                  <a:lnTo>
                    <a:pt x="1254366" y="1699022"/>
                  </a:lnTo>
                  <a:lnTo>
                    <a:pt x="1254361" y="1698995"/>
                  </a:lnTo>
                  <a:lnTo>
                    <a:pt x="1254351" y="1698976"/>
                  </a:lnTo>
                  <a:lnTo>
                    <a:pt x="1254335" y="1698951"/>
                  </a:lnTo>
                  <a:lnTo>
                    <a:pt x="1254324" y="1698930"/>
                  </a:lnTo>
                  <a:lnTo>
                    <a:pt x="1254321" y="1698908"/>
                  </a:lnTo>
                  <a:lnTo>
                    <a:pt x="1254325" y="1698875"/>
                  </a:lnTo>
                  <a:lnTo>
                    <a:pt x="1254330" y="1698860"/>
                  </a:lnTo>
                  <a:lnTo>
                    <a:pt x="1254340" y="1698840"/>
                  </a:lnTo>
                  <a:lnTo>
                    <a:pt x="1254358" y="1698808"/>
                  </a:lnTo>
                  <a:lnTo>
                    <a:pt x="1254374" y="1698782"/>
                  </a:lnTo>
                  <a:lnTo>
                    <a:pt x="1254385" y="1698762"/>
                  </a:lnTo>
                  <a:lnTo>
                    <a:pt x="1254396" y="1698717"/>
                  </a:lnTo>
                  <a:lnTo>
                    <a:pt x="1254403" y="1698687"/>
                  </a:lnTo>
                  <a:lnTo>
                    <a:pt x="1254411" y="1698672"/>
                  </a:lnTo>
                  <a:lnTo>
                    <a:pt x="1254420" y="1698658"/>
                  </a:lnTo>
                  <a:lnTo>
                    <a:pt x="1254432" y="1698646"/>
                  </a:lnTo>
                  <a:lnTo>
                    <a:pt x="1254443" y="1698640"/>
                  </a:lnTo>
                  <a:lnTo>
                    <a:pt x="1254457" y="1698638"/>
                  </a:lnTo>
                  <a:lnTo>
                    <a:pt x="1254474" y="1698634"/>
                  </a:lnTo>
                  <a:lnTo>
                    <a:pt x="1254480" y="1698628"/>
                  </a:lnTo>
                  <a:lnTo>
                    <a:pt x="1254487" y="1698618"/>
                  </a:lnTo>
                  <a:lnTo>
                    <a:pt x="1254496" y="1698600"/>
                  </a:lnTo>
                  <a:lnTo>
                    <a:pt x="1254507" y="1698574"/>
                  </a:lnTo>
                  <a:lnTo>
                    <a:pt x="1254514" y="1698558"/>
                  </a:lnTo>
                  <a:lnTo>
                    <a:pt x="1254526" y="1698521"/>
                  </a:lnTo>
                  <a:lnTo>
                    <a:pt x="1254537" y="1698496"/>
                  </a:lnTo>
                  <a:lnTo>
                    <a:pt x="1254555" y="1698456"/>
                  </a:lnTo>
                  <a:lnTo>
                    <a:pt x="1254566" y="1698436"/>
                  </a:lnTo>
                  <a:lnTo>
                    <a:pt x="1254584" y="1698407"/>
                  </a:lnTo>
                  <a:lnTo>
                    <a:pt x="1254617" y="1698357"/>
                  </a:lnTo>
                  <a:lnTo>
                    <a:pt x="1254643" y="1698321"/>
                  </a:lnTo>
                  <a:lnTo>
                    <a:pt x="1254671" y="1698291"/>
                  </a:lnTo>
                  <a:lnTo>
                    <a:pt x="1254716" y="1698236"/>
                  </a:lnTo>
                  <a:lnTo>
                    <a:pt x="1254733" y="1698206"/>
                  </a:lnTo>
                  <a:lnTo>
                    <a:pt x="1254753" y="1698167"/>
                  </a:lnTo>
                  <a:lnTo>
                    <a:pt x="1254766" y="1698133"/>
                  </a:lnTo>
                  <a:lnTo>
                    <a:pt x="1254781" y="1698094"/>
                  </a:lnTo>
                  <a:lnTo>
                    <a:pt x="1254783" y="1698089"/>
                  </a:lnTo>
                  <a:lnTo>
                    <a:pt x="1254799" y="1698035"/>
                  </a:lnTo>
                  <a:lnTo>
                    <a:pt x="1254806" y="1698008"/>
                  </a:lnTo>
                  <a:lnTo>
                    <a:pt x="1254810" y="1697987"/>
                  </a:lnTo>
                  <a:lnTo>
                    <a:pt x="1254810" y="1697968"/>
                  </a:lnTo>
                  <a:lnTo>
                    <a:pt x="1254807" y="1697956"/>
                  </a:lnTo>
                  <a:lnTo>
                    <a:pt x="1254798" y="1697944"/>
                  </a:lnTo>
                  <a:lnTo>
                    <a:pt x="1254785" y="1697931"/>
                  </a:lnTo>
                  <a:lnTo>
                    <a:pt x="1254770" y="1697915"/>
                  </a:lnTo>
                  <a:lnTo>
                    <a:pt x="1254756" y="1697909"/>
                  </a:lnTo>
                  <a:lnTo>
                    <a:pt x="1254743" y="1697908"/>
                  </a:lnTo>
                  <a:lnTo>
                    <a:pt x="1254728" y="1697910"/>
                  </a:lnTo>
                  <a:lnTo>
                    <a:pt x="1254714" y="1697905"/>
                  </a:lnTo>
                  <a:lnTo>
                    <a:pt x="1254704" y="1697894"/>
                  </a:lnTo>
                  <a:lnTo>
                    <a:pt x="1254697" y="1697882"/>
                  </a:lnTo>
                  <a:lnTo>
                    <a:pt x="1254688" y="1697855"/>
                  </a:lnTo>
                  <a:lnTo>
                    <a:pt x="1254680" y="1697831"/>
                  </a:lnTo>
                  <a:lnTo>
                    <a:pt x="1254662" y="1697794"/>
                  </a:lnTo>
                  <a:lnTo>
                    <a:pt x="1254649" y="1697764"/>
                  </a:lnTo>
                  <a:lnTo>
                    <a:pt x="1254624" y="1697715"/>
                  </a:lnTo>
                  <a:lnTo>
                    <a:pt x="1254586" y="1697637"/>
                  </a:lnTo>
                  <a:lnTo>
                    <a:pt x="1254564" y="1697590"/>
                  </a:lnTo>
                  <a:lnTo>
                    <a:pt x="1254554" y="1697566"/>
                  </a:lnTo>
                  <a:lnTo>
                    <a:pt x="1254549" y="1697554"/>
                  </a:lnTo>
                  <a:lnTo>
                    <a:pt x="1254526" y="1697496"/>
                  </a:lnTo>
                  <a:lnTo>
                    <a:pt x="1254508" y="1697441"/>
                  </a:lnTo>
                  <a:lnTo>
                    <a:pt x="1254496" y="1697388"/>
                  </a:lnTo>
                  <a:lnTo>
                    <a:pt x="1254491" y="1697367"/>
                  </a:lnTo>
                  <a:lnTo>
                    <a:pt x="1254491" y="1697345"/>
                  </a:lnTo>
                  <a:lnTo>
                    <a:pt x="1254491" y="1697324"/>
                  </a:lnTo>
                  <a:lnTo>
                    <a:pt x="1254490" y="1697299"/>
                  </a:lnTo>
                  <a:lnTo>
                    <a:pt x="1254486" y="1697281"/>
                  </a:lnTo>
                  <a:lnTo>
                    <a:pt x="1254478" y="1697258"/>
                  </a:lnTo>
                  <a:lnTo>
                    <a:pt x="1254470" y="1697240"/>
                  </a:lnTo>
                  <a:lnTo>
                    <a:pt x="1254460" y="1697225"/>
                  </a:lnTo>
                  <a:lnTo>
                    <a:pt x="1254443" y="1697210"/>
                  </a:lnTo>
                  <a:lnTo>
                    <a:pt x="1254423" y="1697196"/>
                  </a:lnTo>
                  <a:lnTo>
                    <a:pt x="1254407" y="1697182"/>
                  </a:lnTo>
                  <a:lnTo>
                    <a:pt x="1254399" y="1697171"/>
                  </a:lnTo>
                  <a:lnTo>
                    <a:pt x="1254390" y="1697158"/>
                  </a:lnTo>
                  <a:lnTo>
                    <a:pt x="1254380" y="1697137"/>
                  </a:lnTo>
                  <a:lnTo>
                    <a:pt x="1254374" y="1697121"/>
                  </a:lnTo>
                  <a:lnTo>
                    <a:pt x="1254369" y="1697104"/>
                  </a:lnTo>
                  <a:lnTo>
                    <a:pt x="1254362" y="1697077"/>
                  </a:lnTo>
                  <a:lnTo>
                    <a:pt x="1254357" y="1697061"/>
                  </a:lnTo>
                  <a:lnTo>
                    <a:pt x="1254347" y="1697048"/>
                  </a:lnTo>
                  <a:lnTo>
                    <a:pt x="1254335" y="1697037"/>
                  </a:lnTo>
                  <a:lnTo>
                    <a:pt x="1254321" y="1697024"/>
                  </a:lnTo>
                  <a:lnTo>
                    <a:pt x="1254302" y="1697000"/>
                  </a:lnTo>
                  <a:lnTo>
                    <a:pt x="1254284" y="1696967"/>
                  </a:lnTo>
                  <a:lnTo>
                    <a:pt x="1254262" y="1696932"/>
                  </a:lnTo>
                  <a:lnTo>
                    <a:pt x="1254245" y="1696903"/>
                  </a:lnTo>
                  <a:lnTo>
                    <a:pt x="1254233" y="1696875"/>
                  </a:lnTo>
                  <a:lnTo>
                    <a:pt x="1254226" y="1696862"/>
                  </a:lnTo>
                  <a:lnTo>
                    <a:pt x="1254213" y="1696838"/>
                  </a:lnTo>
                  <a:lnTo>
                    <a:pt x="1254198" y="1696816"/>
                  </a:lnTo>
                  <a:lnTo>
                    <a:pt x="1254179" y="1696792"/>
                  </a:lnTo>
                  <a:lnTo>
                    <a:pt x="1254153" y="1696766"/>
                  </a:lnTo>
                  <a:lnTo>
                    <a:pt x="1254130" y="1696754"/>
                  </a:lnTo>
                  <a:lnTo>
                    <a:pt x="1254104" y="1696744"/>
                  </a:lnTo>
                  <a:lnTo>
                    <a:pt x="1254087" y="1696744"/>
                  </a:lnTo>
                  <a:lnTo>
                    <a:pt x="1254079" y="1696748"/>
                  </a:lnTo>
                  <a:lnTo>
                    <a:pt x="1254070" y="1696755"/>
                  </a:lnTo>
                  <a:lnTo>
                    <a:pt x="1254055" y="1696757"/>
                  </a:lnTo>
                  <a:lnTo>
                    <a:pt x="1254042" y="1696754"/>
                  </a:lnTo>
                  <a:lnTo>
                    <a:pt x="1254032" y="1696748"/>
                  </a:lnTo>
                  <a:lnTo>
                    <a:pt x="1254021" y="1696735"/>
                  </a:lnTo>
                  <a:lnTo>
                    <a:pt x="1254006" y="1696710"/>
                  </a:lnTo>
                  <a:lnTo>
                    <a:pt x="1253993" y="1696695"/>
                  </a:lnTo>
                  <a:lnTo>
                    <a:pt x="1253982" y="1696686"/>
                  </a:lnTo>
                  <a:lnTo>
                    <a:pt x="1253971" y="1696680"/>
                  </a:lnTo>
                  <a:lnTo>
                    <a:pt x="1253961" y="1696676"/>
                  </a:lnTo>
                  <a:lnTo>
                    <a:pt x="1253946" y="1696667"/>
                  </a:lnTo>
                  <a:lnTo>
                    <a:pt x="1253927" y="1696657"/>
                  </a:lnTo>
                  <a:lnTo>
                    <a:pt x="1253910" y="1696651"/>
                  </a:lnTo>
                  <a:lnTo>
                    <a:pt x="1253892" y="1696643"/>
                  </a:lnTo>
                  <a:lnTo>
                    <a:pt x="1253875" y="1696633"/>
                  </a:lnTo>
                  <a:lnTo>
                    <a:pt x="1253862" y="1696628"/>
                  </a:lnTo>
                  <a:lnTo>
                    <a:pt x="1253854" y="1696624"/>
                  </a:lnTo>
                  <a:lnTo>
                    <a:pt x="1253849" y="1696620"/>
                  </a:lnTo>
                  <a:lnTo>
                    <a:pt x="1253841" y="1696613"/>
                  </a:lnTo>
                  <a:lnTo>
                    <a:pt x="1253824" y="1696597"/>
                  </a:lnTo>
                  <a:lnTo>
                    <a:pt x="1253806" y="1696583"/>
                  </a:lnTo>
                  <a:lnTo>
                    <a:pt x="1253789" y="1696567"/>
                  </a:lnTo>
                  <a:lnTo>
                    <a:pt x="1253772" y="1696552"/>
                  </a:lnTo>
                  <a:lnTo>
                    <a:pt x="1253755" y="1696538"/>
                  </a:lnTo>
                  <a:lnTo>
                    <a:pt x="1253742" y="1696525"/>
                  </a:lnTo>
                  <a:lnTo>
                    <a:pt x="1253724" y="1696508"/>
                  </a:lnTo>
                  <a:lnTo>
                    <a:pt x="1253710" y="1696490"/>
                  </a:lnTo>
                  <a:lnTo>
                    <a:pt x="1253699" y="1696471"/>
                  </a:lnTo>
                  <a:lnTo>
                    <a:pt x="1253691" y="1696452"/>
                  </a:lnTo>
                  <a:lnTo>
                    <a:pt x="1253684" y="1696434"/>
                  </a:lnTo>
                  <a:lnTo>
                    <a:pt x="1253679" y="1696415"/>
                  </a:lnTo>
                  <a:lnTo>
                    <a:pt x="1253676" y="1696397"/>
                  </a:lnTo>
                  <a:lnTo>
                    <a:pt x="1253671" y="1696378"/>
                  </a:lnTo>
                  <a:lnTo>
                    <a:pt x="1253671" y="1696372"/>
                  </a:lnTo>
                  <a:lnTo>
                    <a:pt x="1253667" y="1696360"/>
                  </a:lnTo>
                  <a:lnTo>
                    <a:pt x="1253663" y="1696349"/>
                  </a:lnTo>
                  <a:lnTo>
                    <a:pt x="1253663" y="1696342"/>
                  </a:lnTo>
                  <a:lnTo>
                    <a:pt x="1253655" y="1696323"/>
                  </a:lnTo>
                  <a:lnTo>
                    <a:pt x="1253651" y="1696313"/>
                  </a:lnTo>
                  <a:lnTo>
                    <a:pt x="1253644" y="1696305"/>
                  </a:lnTo>
                  <a:lnTo>
                    <a:pt x="1253629" y="1696293"/>
                  </a:lnTo>
                  <a:lnTo>
                    <a:pt x="1253623" y="1696285"/>
                  </a:lnTo>
                  <a:lnTo>
                    <a:pt x="1253616" y="1696273"/>
                  </a:lnTo>
                  <a:lnTo>
                    <a:pt x="1253612" y="1696267"/>
                  </a:lnTo>
                  <a:lnTo>
                    <a:pt x="1253606" y="1696253"/>
                  </a:lnTo>
                  <a:lnTo>
                    <a:pt x="1253592" y="1696235"/>
                  </a:lnTo>
                  <a:lnTo>
                    <a:pt x="1253580" y="1696216"/>
                  </a:lnTo>
                  <a:lnTo>
                    <a:pt x="1253576" y="1696210"/>
                  </a:lnTo>
                  <a:lnTo>
                    <a:pt x="1253574" y="1696205"/>
                  </a:lnTo>
                  <a:lnTo>
                    <a:pt x="1253571" y="1696198"/>
                  </a:lnTo>
                  <a:lnTo>
                    <a:pt x="1253564" y="1696179"/>
                  </a:lnTo>
                  <a:lnTo>
                    <a:pt x="1253558" y="1696161"/>
                  </a:lnTo>
                  <a:lnTo>
                    <a:pt x="1253549" y="1696142"/>
                  </a:lnTo>
                  <a:lnTo>
                    <a:pt x="1253539" y="1696132"/>
                  </a:lnTo>
                  <a:lnTo>
                    <a:pt x="1253532" y="1696129"/>
                  </a:lnTo>
                  <a:lnTo>
                    <a:pt x="1253514" y="1696121"/>
                  </a:lnTo>
                  <a:lnTo>
                    <a:pt x="1253497" y="1696119"/>
                  </a:lnTo>
                  <a:lnTo>
                    <a:pt x="1253479" y="1696112"/>
                  </a:lnTo>
                  <a:lnTo>
                    <a:pt x="1253464" y="1696103"/>
                  </a:lnTo>
                  <a:lnTo>
                    <a:pt x="1253456" y="1696097"/>
                  </a:lnTo>
                  <a:lnTo>
                    <a:pt x="1253447" y="1696083"/>
                  </a:lnTo>
                  <a:lnTo>
                    <a:pt x="1253443" y="1696077"/>
                  </a:lnTo>
                  <a:lnTo>
                    <a:pt x="1253434" y="1696066"/>
                  </a:lnTo>
                  <a:lnTo>
                    <a:pt x="1253425" y="1696048"/>
                  </a:lnTo>
                  <a:lnTo>
                    <a:pt x="1253421" y="1696029"/>
                  </a:lnTo>
                  <a:lnTo>
                    <a:pt x="1253417" y="1696011"/>
                  </a:lnTo>
                  <a:lnTo>
                    <a:pt x="1253416" y="1695992"/>
                  </a:lnTo>
                  <a:lnTo>
                    <a:pt x="1253414" y="1695984"/>
                  </a:lnTo>
                  <a:lnTo>
                    <a:pt x="1253414" y="1695973"/>
                  </a:lnTo>
                  <a:lnTo>
                    <a:pt x="1253414" y="1695963"/>
                  </a:lnTo>
                  <a:lnTo>
                    <a:pt x="1253416" y="1695955"/>
                  </a:lnTo>
                  <a:lnTo>
                    <a:pt x="1253422" y="1695937"/>
                  </a:lnTo>
                  <a:lnTo>
                    <a:pt x="1253429" y="1695918"/>
                  </a:lnTo>
                  <a:lnTo>
                    <a:pt x="1253434" y="1695909"/>
                  </a:lnTo>
                  <a:lnTo>
                    <a:pt x="1253437" y="1695900"/>
                  </a:lnTo>
                  <a:lnTo>
                    <a:pt x="1253439" y="1695891"/>
                  </a:lnTo>
                  <a:lnTo>
                    <a:pt x="1253439" y="1695881"/>
                  </a:lnTo>
                  <a:lnTo>
                    <a:pt x="1253433" y="1695869"/>
                  </a:lnTo>
                  <a:lnTo>
                    <a:pt x="1253427" y="1695863"/>
                  </a:lnTo>
                  <a:lnTo>
                    <a:pt x="1253412" y="1695849"/>
                  </a:lnTo>
                  <a:lnTo>
                    <a:pt x="1253401" y="1695842"/>
                  </a:lnTo>
                  <a:lnTo>
                    <a:pt x="1253394" y="1695839"/>
                  </a:lnTo>
                  <a:lnTo>
                    <a:pt x="1253388" y="1695835"/>
                  </a:lnTo>
                  <a:lnTo>
                    <a:pt x="1253377" y="1695833"/>
                  </a:lnTo>
                  <a:lnTo>
                    <a:pt x="1253360" y="1695832"/>
                  </a:lnTo>
                  <a:lnTo>
                    <a:pt x="1253341" y="1695834"/>
                  </a:lnTo>
                  <a:lnTo>
                    <a:pt x="1253334" y="1695834"/>
                  </a:lnTo>
                  <a:lnTo>
                    <a:pt x="1253324" y="1695830"/>
                  </a:lnTo>
                  <a:lnTo>
                    <a:pt x="1253306" y="1695823"/>
                  </a:lnTo>
                  <a:lnTo>
                    <a:pt x="1253289" y="1695814"/>
                  </a:lnTo>
                  <a:lnTo>
                    <a:pt x="1253272" y="1695805"/>
                  </a:lnTo>
                  <a:lnTo>
                    <a:pt x="1253254" y="1695799"/>
                  </a:lnTo>
                  <a:lnTo>
                    <a:pt x="1253237" y="1695794"/>
                  </a:lnTo>
                  <a:lnTo>
                    <a:pt x="1253220" y="1695786"/>
                  </a:lnTo>
                  <a:lnTo>
                    <a:pt x="1253212" y="1695784"/>
                  </a:lnTo>
                  <a:lnTo>
                    <a:pt x="1253202" y="1695776"/>
                  </a:lnTo>
                  <a:lnTo>
                    <a:pt x="1253184" y="1695763"/>
                  </a:lnTo>
                  <a:lnTo>
                    <a:pt x="1253172" y="1695745"/>
                  </a:lnTo>
                  <a:lnTo>
                    <a:pt x="1253164" y="1695727"/>
                  </a:lnTo>
                  <a:lnTo>
                    <a:pt x="1253156" y="1695708"/>
                  </a:lnTo>
                  <a:lnTo>
                    <a:pt x="1253151" y="1695695"/>
                  </a:lnTo>
                  <a:lnTo>
                    <a:pt x="1253147" y="1695690"/>
                  </a:lnTo>
                  <a:lnTo>
                    <a:pt x="1253139" y="1695671"/>
                  </a:lnTo>
                  <a:lnTo>
                    <a:pt x="1253128" y="1695653"/>
                  </a:lnTo>
                  <a:lnTo>
                    <a:pt x="1253117" y="1695634"/>
                  </a:lnTo>
                  <a:lnTo>
                    <a:pt x="1253113" y="1695625"/>
                  </a:lnTo>
                  <a:lnTo>
                    <a:pt x="1253112" y="1695615"/>
                  </a:lnTo>
                  <a:lnTo>
                    <a:pt x="1253112" y="1695603"/>
                  </a:lnTo>
                  <a:lnTo>
                    <a:pt x="1253114" y="1695597"/>
                  </a:lnTo>
                  <a:lnTo>
                    <a:pt x="1253116" y="1695578"/>
                  </a:lnTo>
                  <a:lnTo>
                    <a:pt x="1253118" y="1695566"/>
                  </a:lnTo>
                  <a:lnTo>
                    <a:pt x="1253117" y="1695560"/>
                  </a:lnTo>
                  <a:lnTo>
                    <a:pt x="1253118" y="1695553"/>
                  </a:lnTo>
                  <a:lnTo>
                    <a:pt x="1253116" y="1695541"/>
                  </a:lnTo>
                  <a:lnTo>
                    <a:pt x="1253115" y="1695532"/>
                  </a:lnTo>
                  <a:lnTo>
                    <a:pt x="1253112" y="1695523"/>
                  </a:lnTo>
                  <a:lnTo>
                    <a:pt x="1253102" y="1695505"/>
                  </a:lnTo>
                  <a:lnTo>
                    <a:pt x="1253092" y="1695487"/>
                  </a:lnTo>
                  <a:lnTo>
                    <a:pt x="1253082" y="1695468"/>
                  </a:lnTo>
                  <a:lnTo>
                    <a:pt x="1253077" y="1695458"/>
                  </a:lnTo>
                  <a:lnTo>
                    <a:pt x="1253073" y="1695450"/>
                  </a:lnTo>
                  <a:lnTo>
                    <a:pt x="1253067" y="1695440"/>
                  </a:lnTo>
                  <a:lnTo>
                    <a:pt x="1253058" y="1695431"/>
                  </a:lnTo>
                  <a:lnTo>
                    <a:pt x="1253045" y="1695415"/>
                  </a:lnTo>
                  <a:lnTo>
                    <a:pt x="1253039" y="1695401"/>
                  </a:lnTo>
                  <a:lnTo>
                    <a:pt x="1253035" y="1695390"/>
                  </a:lnTo>
                  <a:lnTo>
                    <a:pt x="1253033" y="1695378"/>
                  </a:lnTo>
                  <a:lnTo>
                    <a:pt x="1253029" y="1695360"/>
                  </a:lnTo>
                  <a:lnTo>
                    <a:pt x="1253026" y="1695341"/>
                  </a:lnTo>
                  <a:lnTo>
                    <a:pt x="1253022" y="1695322"/>
                  </a:lnTo>
                  <a:lnTo>
                    <a:pt x="1253018" y="1695304"/>
                  </a:lnTo>
                  <a:lnTo>
                    <a:pt x="1253014" y="1695285"/>
                  </a:lnTo>
                  <a:lnTo>
                    <a:pt x="1253010" y="1695267"/>
                  </a:lnTo>
                  <a:lnTo>
                    <a:pt x="1253008" y="1695248"/>
                  </a:lnTo>
                  <a:lnTo>
                    <a:pt x="1253005" y="1695230"/>
                  </a:lnTo>
                  <a:lnTo>
                    <a:pt x="1252999" y="1695211"/>
                  </a:lnTo>
                  <a:lnTo>
                    <a:pt x="1252993" y="1695193"/>
                  </a:lnTo>
                  <a:lnTo>
                    <a:pt x="1252990" y="1695174"/>
                  </a:lnTo>
                  <a:lnTo>
                    <a:pt x="1252989" y="1695155"/>
                  </a:lnTo>
                  <a:lnTo>
                    <a:pt x="1252989" y="1695137"/>
                  </a:lnTo>
                  <a:lnTo>
                    <a:pt x="1252988" y="1695119"/>
                  </a:lnTo>
                  <a:lnTo>
                    <a:pt x="1252988" y="1695100"/>
                  </a:lnTo>
                  <a:lnTo>
                    <a:pt x="1252987" y="1695082"/>
                  </a:lnTo>
                  <a:lnTo>
                    <a:pt x="1252984" y="1695063"/>
                  </a:lnTo>
                  <a:lnTo>
                    <a:pt x="1252979" y="1695053"/>
                  </a:lnTo>
                  <a:lnTo>
                    <a:pt x="1252976" y="1695045"/>
                  </a:lnTo>
                  <a:lnTo>
                    <a:pt x="1252965" y="1695027"/>
                  </a:lnTo>
                  <a:lnTo>
                    <a:pt x="1252954" y="1695008"/>
                  </a:lnTo>
                  <a:lnTo>
                    <a:pt x="1252942" y="1694990"/>
                  </a:lnTo>
                  <a:lnTo>
                    <a:pt x="1252929" y="1694972"/>
                  </a:lnTo>
                  <a:lnTo>
                    <a:pt x="1252918" y="1694954"/>
                  </a:lnTo>
                  <a:lnTo>
                    <a:pt x="1252912" y="1694944"/>
                  </a:lnTo>
                  <a:lnTo>
                    <a:pt x="1252908" y="1694933"/>
                  </a:lnTo>
                  <a:lnTo>
                    <a:pt x="1252902" y="1694915"/>
                  </a:lnTo>
                  <a:lnTo>
                    <a:pt x="1252900" y="1694896"/>
                  </a:lnTo>
                  <a:lnTo>
                    <a:pt x="1252898" y="1694878"/>
                  </a:lnTo>
                  <a:lnTo>
                    <a:pt x="1252900" y="1694859"/>
                  </a:lnTo>
                  <a:lnTo>
                    <a:pt x="1252906" y="1694841"/>
                  </a:lnTo>
                  <a:lnTo>
                    <a:pt x="1252913" y="1694822"/>
                  </a:lnTo>
                  <a:lnTo>
                    <a:pt x="1252918" y="1694804"/>
                  </a:lnTo>
                  <a:lnTo>
                    <a:pt x="1252919" y="1694785"/>
                  </a:lnTo>
                  <a:lnTo>
                    <a:pt x="1252917" y="1694775"/>
                  </a:lnTo>
                  <a:lnTo>
                    <a:pt x="1252912" y="1694767"/>
                  </a:lnTo>
                  <a:lnTo>
                    <a:pt x="1252905" y="1694754"/>
                  </a:lnTo>
                  <a:lnTo>
                    <a:pt x="1252904" y="1694748"/>
                  </a:lnTo>
                  <a:lnTo>
                    <a:pt x="1252895" y="1694730"/>
                  </a:lnTo>
                  <a:lnTo>
                    <a:pt x="1252892" y="1694711"/>
                  </a:lnTo>
                  <a:lnTo>
                    <a:pt x="1252890" y="1694693"/>
                  </a:lnTo>
                  <a:lnTo>
                    <a:pt x="1252890" y="1694674"/>
                  </a:lnTo>
                  <a:lnTo>
                    <a:pt x="1252886" y="1694656"/>
                  </a:lnTo>
                  <a:lnTo>
                    <a:pt x="1252882" y="1694651"/>
                  </a:lnTo>
                  <a:lnTo>
                    <a:pt x="1252880" y="1694640"/>
                  </a:lnTo>
                  <a:lnTo>
                    <a:pt x="1252876" y="1694619"/>
                  </a:lnTo>
                  <a:lnTo>
                    <a:pt x="1252870" y="1694600"/>
                  </a:lnTo>
                  <a:lnTo>
                    <a:pt x="1252864" y="1694581"/>
                  </a:lnTo>
                  <a:lnTo>
                    <a:pt x="1252859" y="1694563"/>
                  </a:lnTo>
                  <a:lnTo>
                    <a:pt x="1252857" y="1694552"/>
                  </a:lnTo>
                  <a:lnTo>
                    <a:pt x="1252859" y="1694544"/>
                  </a:lnTo>
                  <a:lnTo>
                    <a:pt x="1252865" y="1694526"/>
                  </a:lnTo>
                  <a:lnTo>
                    <a:pt x="1252876" y="1694508"/>
                  </a:lnTo>
                  <a:lnTo>
                    <a:pt x="1252889" y="1694489"/>
                  </a:lnTo>
                  <a:lnTo>
                    <a:pt x="1252902" y="1694473"/>
                  </a:lnTo>
                  <a:lnTo>
                    <a:pt x="1252917" y="1694456"/>
                  </a:lnTo>
                  <a:lnTo>
                    <a:pt x="1252931" y="1694441"/>
                  </a:lnTo>
                  <a:lnTo>
                    <a:pt x="1252949" y="1694423"/>
                  </a:lnTo>
                  <a:lnTo>
                    <a:pt x="1252965" y="1694405"/>
                  </a:lnTo>
                  <a:lnTo>
                    <a:pt x="1252981" y="1694387"/>
                  </a:lnTo>
                  <a:lnTo>
                    <a:pt x="1252984" y="1694381"/>
                  </a:lnTo>
                  <a:lnTo>
                    <a:pt x="1252995" y="1694372"/>
                  </a:lnTo>
                  <a:lnTo>
                    <a:pt x="1253007" y="1694353"/>
                  </a:lnTo>
                  <a:lnTo>
                    <a:pt x="1253018" y="1694335"/>
                  </a:lnTo>
                  <a:lnTo>
                    <a:pt x="1253035" y="1694317"/>
                  </a:lnTo>
                  <a:lnTo>
                    <a:pt x="1253051" y="1694306"/>
                  </a:lnTo>
                  <a:lnTo>
                    <a:pt x="1253067" y="1694296"/>
                  </a:lnTo>
                  <a:lnTo>
                    <a:pt x="1253087" y="1694286"/>
                  </a:lnTo>
                  <a:lnTo>
                    <a:pt x="1253105" y="1694279"/>
                  </a:lnTo>
                  <a:lnTo>
                    <a:pt x="1253115" y="1694275"/>
                  </a:lnTo>
                  <a:lnTo>
                    <a:pt x="1253121" y="1694272"/>
                  </a:lnTo>
                  <a:lnTo>
                    <a:pt x="1253128" y="1694268"/>
                  </a:lnTo>
                  <a:lnTo>
                    <a:pt x="1253140" y="1694263"/>
                  </a:lnTo>
                  <a:lnTo>
                    <a:pt x="1253158" y="1694254"/>
                  </a:lnTo>
                  <a:lnTo>
                    <a:pt x="1253175" y="1694243"/>
                  </a:lnTo>
                  <a:lnTo>
                    <a:pt x="1253184" y="1694236"/>
                  </a:lnTo>
                  <a:lnTo>
                    <a:pt x="1253191" y="1694227"/>
                  </a:lnTo>
                  <a:lnTo>
                    <a:pt x="1253206" y="1694209"/>
                  </a:lnTo>
                  <a:lnTo>
                    <a:pt x="1253223" y="1694195"/>
                  </a:lnTo>
                  <a:lnTo>
                    <a:pt x="1253241" y="1694183"/>
                  </a:lnTo>
                  <a:lnTo>
                    <a:pt x="1253258" y="1694172"/>
                  </a:lnTo>
                  <a:lnTo>
                    <a:pt x="1253275" y="1694163"/>
                  </a:lnTo>
                  <a:lnTo>
                    <a:pt x="1253292" y="1694154"/>
                  </a:lnTo>
                  <a:lnTo>
                    <a:pt x="1253301" y="1694149"/>
                  </a:lnTo>
                  <a:lnTo>
                    <a:pt x="1253310" y="1694142"/>
                  </a:lnTo>
                  <a:lnTo>
                    <a:pt x="1253326" y="1694127"/>
                  </a:lnTo>
                  <a:lnTo>
                    <a:pt x="1253349" y="1694089"/>
                  </a:lnTo>
                  <a:lnTo>
                    <a:pt x="1253352" y="1694082"/>
                  </a:lnTo>
                  <a:lnTo>
                    <a:pt x="1253356" y="1694063"/>
                  </a:lnTo>
                  <a:lnTo>
                    <a:pt x="1253363" y="1694045"/>
                  </a:lnTo>
                  <a:lnTo>
                    <a:pt x="1253370" y="1694026"/>
                  </a:lnTo>
                  <a:lnTo>
                    <a:pt x="1253378" y="1694008"/>
                  </a:lnTo>
                  <a:lnTo>
                    <a:pt x="1253379" y="1694002"/>
                  </a:lnTo>
                  <a:lnTo>
                    <a:pt x="1253384" y="1693991"/>
                  </a:lnTo>
                  <a:lnTo>
                    <a:pt x="1253392" y="1693971"/>
                  </a:lnTo>
                  <a:lnTo>
                    <a:pt x="1253400" y="1693952"/>
                  </a:lnTo>
                  <a:lnTo>
                    <a:pt x="1253408" y="1693934"/>
                  </a:lnTo>
                  <a:lnTo>
                    <a:pt x="1253413" y="1693916"/>
                  </a:lnTo>
                  <a:lnTo>
                    <a:pt x="1253418" y="1693902"/>
                  </a:lnTo>
                  <a:lnTo>
                    <a:pt x="1253421" y="1693892"/>
                  </a:lnTo>
                  <a:lnTo>
                    <a:pt x="1253424" y="1693879"/>
                  </a:lnTo>
                  <a:lnTo>
                    <a:pt x="1253426" y="1693867"/>
                  </a:lnTo>
                  <a:lnTo>
                    <a:pt x="1253429" y="1693860"/>
                  </a:lnTo>
                  <a:lnTo>
                    <a:pt x="1253434" y="1693842"/>
                  </a:lnTo>
                  <a:lnTo>
                    <a:pt x="1253437" y="1693829"/>
                  </a:lnTo>
                  <a:lnTo>
                    <a:pt x="1253439" y="1693824"/>
                  </a:lnTo>
                  <a:lnTo>
                    <a:pt x="1253442" y="1693805"/>
                  </a:lnTo>
                  <a:lnTo>
                    <a:pt x="1253443" y="1693795"/>
                  </a:lnTo>
                  <a:lnTo>
                    <a:pt x="1253447" y="1693786"/>
                  </a:lnTo>
                  <a:lnTo>
                    <a:pt x="1253452" y="1693778"/>
                  </a:lnTo>
                  <a:lnTo>
                    <a:pt x="1253454" y="1693768"/>
                  </a:lnTo>
                  <a:lnTo>
                    <a:pt x="1253457" y="1693760"/>
                  </a:lnTo>
                  <a:lnTo>
                    <a:pt x="1253459" y="1693749"/>
                  </a:lnTo>
                  <a:lnTo>
                    <a:pt x="1253461" y="1693741"/>
                  </a:lnTo>
                  <a:lnTo>
                    <a:pt x="1253463" y="1693736"/>
                  </a:lnTo>
                  <a:lnTo>
                    <a:pt x="1253467" y="1693731"/>
                  </a:lnTo>
                  <a:lnTo>
                    <a:pt x="1253476" y="1693713"/>
                  </a:lnTo>
                  <a:lnTo>
                    <a:pt x="1253486" y="1693701"/>
                  </a:lnTo>
                  <a:lnTo>
                    <a:pt x="1253488" y="1693694"/>
                  </a:lnTo>
                  <a:lnTo>
                    <a:pt x="1253498" y="1693676"/>
                  </a:lnTo>
                  <a:lnTo>
                    <a:pt x="1253502" y="1693662"/>
                  </a:lnTo>
                  <a:lnTo>
                    <a:pt x="1253508" y="1693644"/>
                  </a:lnTo>
                  <a:lnTo>
                    <a:pt x="1253513" y="1693619"/>
                  </a:lnTo>
                  <a:lnTo>
                    <a:pt x="1253511" y="1693598"/>
                  </a:lnTo>
                  <a:lnTo>
                    <a:pt x="1253509" y="1693580"/>
                  </a:lnTo>
                  <a:lnTo>
                    <a:pt x="1253504" y="1693559"/>
                  </a:lnTo>
                  <a:lnTo>
                    <a:pt x="1253501" y="1693543"/>
                  </a:lnTo>
                  <a:lnTo>
                    <a:pt x="1253496" y="1693524"/>
                  </a:lnTo>
                  <a:lnTo>
                    <a:pt x="1253493" y="1693505"/>
                  </a:lnTo>
                  <a:lnTo>
                    <a:pt x="1253489" y="1693487"/>
                  </a:lnTo>
                  <a:lnTo>
                    <a:pt x="1253482" y="1693468"/>
                  </a:lnTo>
                  <a:lnTo>
                    <a:pt x="1253476" y="1693462"/>
                  </a:lnTo>
                  <a:lnTo>
                    <a:pt x="1253466" y="1693460"/>
                  </a:lnTo>
                  <a:lnTo>
                    <a:pt x="1253455" y="1693461"/>
                  </a:lnTo>
                  <a:lnTo>
                    <a:pt x="1253449" y="1693461"/>
                  </a:lnTo>
                  <a:lnTo>
                    <a:pt x="1253431" y="1693463"/>
                  </a:lnTo>
                  <a:lnTo>
                    <a:pt x="1253414" y="1693463"/>
                  </a:lnTo>
                  <a:lnTo>
                    <a:pt x="1253396" y="1693465"/>
                  </a:lnTo>
                  <a:lnTo>
                    <a:pt x="1253379" y="1693467"/>
                  </a:lnTo>
                  <a:lnTo>
                    <a:pt x="1253361" y="1693472"/>
                  </a:lnTo>
                  <a:lnTo>
                    <a:pt x="1253348" y="1693479"/>
                  </a:lnTo>
                  <a:lnTo>
                    <a:pt x="1253344" y="1693483"/>
                  </a:lnTo>
                  <a:lnTo>
                    <a:pt x="1253329" y="1693499"/>
                  </a:lnTo>
                  <a:lnTo>
                    <a:pt x="1253317" y="1693517"/>
                  </a:lnTo>
                  <a:lnTo>
                    <a:pt x="1253304" y="1693535"/>
                  </a:lnTo>
                  <a:lnTo>
                    <a:pt x="1253298" y="1693544"/>
                  </a:lnTo>
                  <a:lnTo>
                    <a:pt x="1253294" y="1693554"/>
                  </a:lnTo>
                  <a:lnTo>
                    <a:pt x="1253286" y="1693570"/>
                  </a:lnTo>
                  <a:lnTo>
                    <a:pt x="1253276" y="1693590"/>
                  </a:lnTo>
                  <a:lnTo>
                    <a:pt x="1253270" y="1693602"/>
                  </a:lnTo>
                  <a:lnTo>
                    <a:pt x="1253264" y="1693608"/>
                  </a:lnTo>
                  <a:lnTo>
                    <a:pt x="1253255" y="1693617"/>
                  </a:lnTo>
                  <a:lnTo>
                    <a:pt x="1253249" y="1693622"/>
                  </a:lnTo>
                  <a:lnTo>
                    <a:pt x="1253232" y="1693640"/>
                  </a:lnTo>
                  <a:lnTo>
                    <a:pt x="1253223" y="1693658"/>
                  </a:lnTo>
                  <a:lnTo>
                    <a:pt x="1253210" y="1693676"/>
                  </a:lnTo>
                  <a:lnTo>
                    <a:pt x="1253200" y="1693690"/>
                  </a:lnTo>
                  <a:lnTo>
                    <a:pt x="1253197" y="1693693"/>
                  </a:lnTo>
                  <a:lnTo>
                    <a:pt x="1253193" y="1693700"/>
                  </a:lnTo>
                  <a:lnTo>
                    <a:pt x="1253189" y="1693703"/>
                  </a:lnTo>
                  <a:lnTo>
                    <a:pt x="1253159" y="1693740"/>
                  </a:lnTo>
                  <a:lnTo>
                    <a:pt x="1253143" y="1693755"/>
                  </a:lnTo>
                  <a:lnTo>
                    <a:pt x="1253127" y="1693769"/>
                  </a:lnTo>
                  <a:lnTo>
                    <a:pt x="1253110" y="1693787"/>
                  </a:lnTo>
                  <a:lnTo>
                    <a:pt x="1253095" y="1693804"/>
                  </a:lnTo>
                  <a:lnTo>
                    <a:pt x="1253088" y="1693820"/>
                  </a:lnTo>
                  <a:lnTo>
                    <a:pt x="1253079" y="1693831"/>
                  </a:lnTo>
                  <a:lnTo>
                    <a:pt x="1253070" y="1693833"/>
                  </a:lnTo>
                  <a:lnTo>
                    <a:pt x="1253063" y="1693835"/>
                  </a:lnTo>
                  <a:lnTo>
                    <a:pt x="1253051" y="1693833"/>
                  </a:lnTo>
                  <a:lnTo>
                    <a:pt x="1253040" y="1693828"/>
                  </a:lnTo>
                  <a:lnTo>
                    <a:pt x="1253031" y="1693823"/>
                  </a:lnTo>
                  <a:lnTo>
                    <a:pt x="1253023" y="1693821"/>
                  </a:lnTo>
                  <a:lnTo>
                    <a:pt x="1253011" y="1693819"/>
                  </a:lnTo>
                  <a:lnTo>
                    <a:pt x="1252993" y="1693817"/>
                  </a:lnTo>
                  <a:lnTo>
                    <a:pt x="1252976" y="1693815"/>
                  </a:lnTo>
                  <a:lnTo>
                    <a:pt x="1252913" y="1693814"/>
                  </a:lnTo>
                  <a:lnTo>
                    <a:pt x="1252896" y="1693812"/>
                  </a:lnTo>
                  <a:lnTo>
                    <a:pt x="1252878" y="1693811"/>
                  </a:lnTo>
                  <a:lnTo>
                    <a:pt x="1252861" y="1693808"/>
                  </a:lnTo>
                  <a:lnTo>
                    <a:pt x="1252850" y="1693809"/>
                  </a:lnTo>
                  <a:lnTo>
                    <a:pt x="1252843" y="1693808"/>
                  </a:lnTo>
                  <a:lnTo>
                    <a:pt x="1252826" y="1693807"/>
                  </a:lnTo>
                  <a:lnTo>
                    <a:pt x="1252808" y="1693806"/>
                  </a:lnTo>
                  <a:lnTo>
                    <a:pt x="1252791" y="1693801"/>
                  </a:lnTo>
                  <a:lnTo>
                    <a:pt x="1252773" y="1693798"/>
                  </a:lnTo>
                  <a:lnTo>
                    <a:pt x="1252756" y="1693794"/>
                  </a:lnTo>
                  <a:lnTo>
                    <a:pt x="1252738" y="1693794"/>
                  </a:lnTo>
                  <a:lnTo>
                    <a:pt x="1252721" y="1693794"/>
                  </a:lnTo>
                  <a:lnTo>
                    <a:pt x="1252703" y="1693794"/>
                  </a:lnTo>
                  <a:lnTo>
                    <a:pt x="1252686" y="1693792"/>
                  </a:lnTo>
                  <a:lnTo>
                    <a:pt x="1252669" y="1693791"/>
                  </a:lnTo>
                  <a:lnTo>
                    <a:pt x="1252651" y="1693786"/>
                  </a:lnTo>
                  <a:lnTo>
                    <a:pt x="1252634" y="1693778"/>
                  </a:lnTo>
                  <a:lnTo>
                    <a:pt x="1252616" y="1693769"/>
                  </a:lnTo>
                  <a:lnTo>
                    <a:pt x="1252599" y="1693757"/>
                  </a:lnTo>
                  <a:lnTo>
                    <a:pt x="1252581" y="1693750"/>
                  </a:lnTo>
                  <a:lnTo>
                    <a:pt x="1252563" y="1693743"/>
                  </a:lnTo>
                  <a:lnTo>
                    <a:pt x="1252546" y="1693735"/>
                  </a:lnTo>
                  <a:lnTo>
                    <a:pt x="1252529" y="1693725"/>
                  </a:lnTo>
                  <a:lnTo>
                    <a:pt x="1252515" y="1693713"/>
                  </a:lnTo>
                  <a:lnTo>
                    <a:pt x="1252495" y="1693695"/>
                  </a:lnTo>
                  <a:lnTo>
                    <a:pt x="1252479" y="1693679"/>
                  </a:lnTo>
                  <a:lnTo>
                    <a:pt x="1252463" y="1693665"/>
                  </a:lnTo>
                  <a:lnTo>
                    <a:pt x="1252457" y="1693659"/>
                  </a:lnTo>
                  <a:lnTo>
                    <a:pt x="1252446" y="1693651"/>
                  </a:lnTo>
                  <a:lnTo>
                    <a:pt x="1252434" y="1693644"/>
                  </a:lnTo>
                  <a:lnTo>
                    <a:pt x="1252428" y="1693643"/>
                  </a:lnTo>
                  <a:lnTo>
                    <a:pt x="1252411" y="1693635"/>
                  </a:lnTo>
                  <a:lnTo>
                    <a:pt x="1252393" y="1693632"/>
                  </a:lnTo>
                  <a:lnTo>
                    <a:pt x="1252376" y="1693629"/>
                  </a:lnTo>
                  <a:lnTo>
                    <a:pt x="1252359" y="1693630"/>
                  </a:lnTo>
                  <a:lnTo>
                    <a:pt x="1252341" y="1693630"/>
                  </a:lnTo>
                  <a:lnTo>
                    <a:pt x="1252323" y="1693629"/>
                  </a:lnTo>
                  <a:lnTo>
                    <a:pt x="1252306" y="1693629"/>
                  </a:lnTo>
                  <a:lnTo>
                    <a:pt x="1252288" y="1693627"/>
                  </a:lnTo>
                  <a:lnTo>
                    <a:pt x="1252270" y="1693625"/>
                  </a:lnTo>
                  <a:lnTo>
                    <a:pt x="1252254" y="1693623"/>
                  </a:lnTo>
                  <a:lnTo>
                    <a:pt x="1252236" y="1693619"/>
                  </a:lnTo>
                  <a:lnTo>
                    <a:pt x="1252219" y="1693614"/>
                  </a:lnTo>
                  <a:lnTo>
                    <a:pt x="1252204" y="1693609"/>
                  </a:lnTo>
                  <a:lnTo>
                    <a:pt x="1252191" y="1693606"/>
                  </a:lnTo>
                  <a:lnTo>
                    <a:pt x="1252184" y="1693605"/>
                  </a:lnTo>
                  <a:lnTo>
                    <a:pt x="1252166" y="1693603"/>
                  </a:lnTo>
                  <a:lnTo>
                    <a:pt x="1252149" y="1693604"/>
                  </a:lnTo>
                  <a:lnTo>
                    <a:pt x="1252131" y="1693605"/>
                  </a:lnTo>
                  <a:lnTo>
                    <a:pt x="1252114" y="1693608"/>
                  </a:lnTo>
                  <a:lnTo>
                    <a:pt x="1252096" y="1693616"/>
                  </a:lnTo>
                  <a:lnTo>
                    <a:pt x="1252088" y="1693616"/>
                  </a:lnTo>
                  <a:lnTo>
                    <a:pt x="1252079" y="1693610"/>
                  </a:lnTo>
                  <a:lnTo>
                    <a:pt x="1252077" y="1693593"/>
                  </a:lnTo>
                  <a:lnTo>
                    <a:pt x="1252077" y="1693573"/>
                  </a:lnTo>
                  <a:lnTo>
                    <a:pt x="1252081" y="1693554"/>
                  </a:lnTo>
                  <a:lnTo>
                    <a:pt x="1252088" y="1693536"/>
                  </a:lnTo>
                  <a:lnTo>
                    <a:pt x="1252096" y="1693517"/>
                  </a:lnTo>
                  <a:lnTo>
                    <a:pt x="1252104" y="1693499"/>
                  </a:lnTo>
                  <a:lnTo>
                    <a:pt x="1252108" y="1693475"/>
                  </a:lnTo>
                  <a:lnTo>
                    <a:pt x="1252105" y="1693465"/>
                  </a:lnTo>
                  <a:lnTo>
                    <a:pt x="1252090" y="1693454"/>
                  </a:lnTo>
                  <a:lnTo>
                    <a:pt x="1252080" y="1693450"/>
                  </a:lnTo>
                  <a:lnTo>
                    <a:pt x="1252062" y="1693448"/>
                  </a:lnTo>
                  <a:lnTo>
                    <a:pt x="1252045" y="1693444"/>
                  </a:lnTo>
                  <a:lnTo>
                    <a:pt x="1252040" y="1693442"/>
                  </a:lnTo>
                  <a:lnTo>
                    <a:pt x="1252029" y="1693429"/>
                  </a:lnTo>
                  <a:lnTo>
                    <a:pt x="1252015" y="1693411"/>
                  </a:lnTo>
                  <a:lnTo>
                    <a:pt x="1252001" y="1693392"/>
                  </a:lnTo>
                  <a:lnTo>
                    <a:pt x="1251995" y="1693386"/>
                  </a:lnTo>
                  <a:lnTo>
                    <a:pt x="1251990" y="1693381"/>
                  </a:lnTo>
                  <a:lnTo>
                    <a:pt x="1251986" y="1693376"/>
                  </a:lnTo>
                  <a:lnTo>
                    <a:pt x="1251968" y="1693364"/>
                  </a:lnTo>
                  <a:lnTo>
                    <a:pt x="1251951" y="1693356"/>
                  </a:lnTo>
                  <a:lnTo>
                    <a:pt x="1251934" y="1693350"/>
                  </a:lnTo>
                  <a:lnTo>
                    <a:pt x="1251916" y="1693342"/>
                  </a:lnTo>
                  <a:lnTo>
                    <a:pt x="1251899" y="1693336"/>
                  </a:lnTo>
                  <a:lnTo>
                    <a:pt x="1251881" y="1693337"/>
                  </a:lnTo>
                  <a:lnTo>
                    <a:pt x="1251874" y="1693340"/>
                  </a:lnTo>
                  <a:lnTo>
                    <a:pt x="1251864" y="1693347"/>
                  </a:lnTo>
                  <a:lnTo>
                    <a:pt x="1251851" y="1693355"/>
                  </a:lnTo>
                  <a:lnTo>
                    <a:pt x="1251846" y="1693357"/>
                  </a:lnTo>
                  <a:lnTo>
                    <a:pt x="1251828" y="1693357"/>
                  </a:lnTo>
                  <a:lnTo>
                    <a:pt x="1251815" y="1693356"/>
                  </a:lnTo>
                  <a:lnTo>
                    <a:pt x="1251802" y="1693355"/>
                  </a:lnTo>
                  <a:lnTo>
                    <a:pt x="1251794" y="1693354"/>
                  </a:lnTo>
                  <a:lnTo>
                    <a:pt x="1251776" y="1693352"/>
                  </a:lnTo>
                  <a:lnTo>
                    <a:pt x="1251759" y="1693351"/>
                  </a:lnTo>
                  <a:lnTo>
                    <a:pt x="1251741" y="1693349"/>
                  </a:lnTo>
                  <a:lnTo>
                    <a:pt x="1251724" y="1693346"/>
                  </a:lnTo>
                  <a:lnTo>
                    <a:pt x="1251706" y="1693348"/>
                  </a:lnTo>
                  <a:lnTo>
                    <a:pt x="1251689" y="1693354"/>
                  </a:lnTo>
                  <a:lnTo>
                    <a:pt x="1251671" y="1693362"/>
                  </a:lnTo>
                  <a:lnTo>
                    <a:pt x="1251654" y="1693369"/>
                  </a:lnTo>
                  <a:lnTo>
                    <a:pt x="1251636" y="1693379"/>
                  </a:lnTo>
                  <a:lnTo>
                    <a:pt x="1251623" y="1693388"/>
                  </a:lnTo>
                  <a:lnTo>
                    <a:pt x="1251620" y="1693394"/>
                  </a:lnTo>
                  <a:lnTo>
                    <a:pt x="1251603" y="1693407"/>
                  </a:lnTo>
                  <a:lnTo>
                    <a:pt x="1251595" y="1693412"/>
                  </a:lnTo>
                  <a:lnTo>
                    <a:pt x="1251586" y="1693414"/>
                  </a:lnTo>
                  <a:lnTo>
                    <a:pt x="1251568" y="1693418"/>
                  </a:lnTo>
                  <a:lnTo>
                    <a:pt x="1251550" y="1693415"/>
                  </a:lnTo>
                  <a:lnTo>
                    <a:pt x="1251537" y="1693409"/>
                  </a:lnTo>
                  <a:lnTo>
                    <a:pt x="1251519" y="1693400"/>
                  </a:lnTo>
                  <a:lnTo>
                    <a:pt x="1251502" y="1693390"/>
                  </a:lnTo>
                  <a:lnTo>
                    <a:pt x="1251485" y="1693384"/>
                  </a:lnTo>
                  <a:lnTo>
                    <a:pt x="1251476" y="1693381"/>
                  </a:lnTo>
                  <a:lnTo>
                    <a:pt x="1251467" y="1693381"/>
                  </a:lnTo>
                  <a:lnTo>
                    <a:pt x="1251451" y="1693376"/>
                  </a:lnTo>
                  <a:lnTo>
                    <a:pt x="1251433" y="1693363"/>
                  </a:lnTo>
                  <a:lnTo>
                    <a:pt x="1251426" y="1693359"/>
                  </a:lnTo>
                  <a:lnTo>
                    <a:pt x="1251421" y="1693359"/>
                  </a:lnTo>
                  <a:lnTo>
                    <a:pt x="1251415" y="1693361"/>
                  </a:lnTo>
                  <a:lnTo>
                    <a:pt x="1251405" y="1693367"/>
                  </a:lnTo>
                  <a:lnTo>
                    <a:pt x="1251399" y="1693373"/>
                  </a:lnTo>
                  <a:lnTo>
                    <a:pt x="1251383" y="1693389"/>
                  </a:lnTo>
                  <a:lnTo>
                    <a:pt x="1251366" y="1693404"/>
                  </a:lnTo>
                  <a:lnTo>
                    <a:pt x="1251348" y="1693418"/>
                  </a:lnTo>
                  <a:lnTo>
                    <a:pt x="1251331" y="1693432"/>
                  </a:lnTo>
                  <a:lnTo>
                    <a:pt x="1251313" y="1693445"/>
                  </a:lnTo>
                  <a:lnTo>
                    <a:pt x="1251296" y="1693457"/>
                  </a:lnTo>
                  <a:lnTo>
                    <a:pt x="1251279" y="1693471"/>
                  </a:lnTo>
                  <a:lnTo>
                    <a:pt x="1251264" y="1693487"/>
                  </a:lnTo>
                  <a:lnTo>
                    <a:pt x="1251257" y="1693495"/>
                  </a:lnTo>
                  <a:lnTo>
                    <a:pt x="1251252" y="1693503"/>
                  </a:lnTo>
                  <a:lnTo>
                    <a:pt x="1251235" y="1693508"/>
                  </a:lnTo>
                  <a:lnTo>
                    <a:pt x="1251228" y="1693510"/>
                  </a:lnTo>
                  <a:lnTo>
                    <a:pt x="1251214" y="1693514"/>
                  </a:lnTo>
                  <a:lnTo>
                    <a:pt x="1251196" y="1693518"/>
                  </a:lnTo>
                  <a:lnTo>
                    <a:pt x="1251179" y="1693519"/>
                  </a:lnTo>
                  <a:lnTo>
                    <a:pt x="1251161" y="1693521"/>
                  </a:lnTo>
                  <a:lnTo>
                    <a:pt x="1251144" y="1693524"/>
                  </a:lnTo>
                  <a:lnTo>
                    <a:pt x="1251126" y="1693524"/>
                  </a:lnTo>
                  <a:lnTo>
                    <a:pt x="1251109" y="1693523"/>
                  </a:lnTo>
                  <a:lnTo>
                    <a:pt x="1251091" y="1693523"/>
                  </a:lnTo>
                  <a:lnTo>
                    <a:pt x="1251082" y="1693524"/>
                  </a:lnTo>
                  <a:lnTo>
                    <a:pt x="1251054" y="1693523"/>
                  </a:lnTo>
                  <a:lnTo>
                    <a:pt x="1251032" y="1693525"/>
                  </a:lnTo>
                  <a:lnTo>
                    <a:pt x="1251007" y="1693532"/>
                  </a:lnTo>
                  <a:lnTo>
                    <a:pt x="1250996" y="1693536"/>
                  </a:lnTo>
                  <a:lnTo>
                    <a:pt x="1250987" y="1693539"/>
                  </a:lnTo>
                  <a:lnTo>
                    <a:pt x="1250969" y="1693545"/>
                  </a:lnTo>
                  <a:lnTo>
                    <a:pt x="1250951" y="1693553"/>
                  </a:lnTo>
                  <a:lnTo>
                    <a:pt x="1250934" y="1693561"/>
                  </a:lnTo>
                  <a:lnTo>
                    <a:pt x="1250928" y="1693565"/>
                  </a:lnTo>
                  <a:lnTo>
                    <a:pt x="1250916" y="1693569"/>
                  </a:lnTo>
                  <a:lnTo>
                    <a:pt x="1250900" y="1693572"/>
                  </a:lnTo>
                  <a:lnTo>
                    <a:pt x="1250894" y="1693570"/>
                  </a:lnTo>
                  <a:lnTo>
                    <a:pt x="1250887" y="1693556"/>
                  </a:lnTo>
                  <a:lnTo>
                    <a:pt x="1250882" y="1693538"/>
                  </a:lnTo>
                  <a:lnTo>
                    <a:pt x="1250878" y="1693519"/>
                  </a:lnTo>
                  <a:lnTo>
                    <a:pt x="1250871" y="1693501"/>
                  </a:lnTo>
                  <a:lnTo>
                    <a:pt x="1250868" y="1693492"/>
                  </a:lnTo>
                  <a:lnTo>
                    <a:pt x="1250861" y="1693482"/>
                  </a:lnTo>
                  <a:lnTo>
                    <a:pt x="1250845" y="1693466"/>
                  </a:lnTo>
                  <a:lnTo>
                    <a:pt x="1250837" y="1693461"/>
                  </a:lnTo>
                  <a:lnTo>
                    <a:pt x="1250827" y="1693457"/>
                  </a:lnTo>
                  <a:lnTo>
                    <a:pt x="1250810" y="1693450"/>
                  </a:lnTo>
                  <a:lnTo>
                    <a:pt x="1250792" y="1693445"/>
                  </a:lnTo>
                  <a:lnTo>
                    <a:pt x="1250775" y="1693440"/>
                  </a:lnTo>
                  <a:lnTo>
                    <a:pt x="1250757" y="1693435"/>
                  </a:lnTo>
                  <a:lnTo>
                    <a:pt x="1250740" y="1693432"/>
                  </a:lnTo>
                  <a:lnTo>
                    <a:pt x="1250722" y="1693433"/>
                  </a:lnTo>
                  <a:lnTo>
                    <a:pt x="1250698" y="1693433"/>
                  </a:lnTo>
                  <a:lnTo>
                    <a:pt x="1250688" y="1693429"/>
                  </a:lnTo>
                  <a:lnTo>
                    <a:pt x="1250670" y="1693427"/>
                  </a:lnTo>
                  <a:lnTo>
                    <a:pt x="1250653" y="1693424"/>
                  </a:lnTo>
                  <a:lnTo>
                    <a:pt x="1250635" y="1693420"/>
                  </a:lnTo>
                  <a:lnTo>
                    <a:pt x="1250617" y="1693415"/>
                  </a:lnTo>
                  <a:lnTo>
                    <a:pt x="1250600" y="1693410"/>
                  </a:lnTo>
                  <a:lnTo>
                    <a:pt x="1250583" y="1693406"/>
                  </a:lnTo>
                  <a:lnTo>
                    <a:pt x="1250574" y="1693399"/>
                  </a:lnTo>
                  <a:lnTo>
                    <a:pt x="1250565" y="1693392"/>
                  </a:lnTo>
                  <a:lnTo>
                    <a:pt x="1250558" y="1693385"/>
                  </a:lnTo>
                  <a:lnTo>
                    <a:pt x="1250552" y="1693377"/>
                  </a:lnTo>
                  <a:lnTo>
                    <a:pt x="1250537" y="1693362"/>
                  </a:lnTo>
                  <a:lnTo>
                    <a:pt x="1250520" y="1693346"/>
                  </a:lnTo>
                  <a:lnTo>
                    <a:pt x="1250503" y="1693331"/>
                  </a:lnTo>
                  <a:lnTo>
                    <a:pt x="1250494" y="1693322"/>
                  </a:lnTo>
                  <a:lnTo>
                    <a:pt x="1250488" y="1693314"/>
                  </a:lnTo>
                  <a:lnTo>
                    <a:pt x="1250477" y="1693298"/>
                  </a:lnTo>
                  <a:lnTo>
                    <a:pt x="1250469" y="1693277"/>
                  </a:lnTo>
                  <a:lnTo>
                    <a:pt x="1250465" y="1693269"/>
                  </a:lnTo>
                  <a:lnTo>
                    <a:pt x="1250462" y="1693259"/>
                  </a:lnTo>
                  <a:lnTo>
                    <a:pt x="1250456" y="1693241"/>
                  </a:lnTo>
                  <a:lnTo>
                    <a:pt x="1250448" y="1693222"/>
                  </a:lnTo>
                  <a:lnTo>
                    <a:pt x="1250442" y="1693204"/>
                  </a:lnTo>
                  <a:lnTo>
                    <a:pt x="1250433" y="1693185"/>
                  </a:lnTo>
                  <a:lnTo>
                    <a:pt x="1250430" y="1693166"/>
                  </a:lnTo>
                  <a:lnTo>
                    <a:pt x="1250430" y="1693149"/>
                  </a:lnTo>
                  <a:lnTo>
                    <a:pt x="1250430" y="1693132"/>
                  </a:lnTo>
                  <a:lnTo>
                    <a:pt x="1250428" y="1693111"/>
                  </a:lnTo>
                  <a:lnTo>
                    <a:pt x="1250425" y="1693092"/>
                  </a:lnTo>
                  <a:lnTo>
                    <a:pt x="1250420" y="1693074"/>
                  </a:lnTo>
                  <a:lnTo>
                    <a:pt x="1250412" y="1693055"/>
                  </a:lnTo>
                  <a:lnTo>
                    <a:pt x="1250407" y="1693037"/>
                  </a:lnTo>
                  <a:lnTo>
                    <a:pt x="1250400" y="1693018"/>
                  </a:lnTo>
                  <a:lnTo>
                    <a:pt x="1250396" y="1693011"/>
                  </a:lnTo>
                  <a:lnTo>
                    <a:pt x="1250390" y="1693005"/>
                  </a:lnTo>
                  <a:lnTo>
                    <a:pt x="1250386" y="1693001"/>
                  </a:lnTo>
                  <a:lnTo>
                    <a:pt x="1250368" y="1692989"/>
                  </a:lnTo>
                  <a:lnTo>
                    <a:pt x="1250351" y="1692976"/>
                  </a:lnTo>
                  <a:lnTo>
                    <a:pt x="1250321" y="1692959"/>
                  </a:lnTo>
                  <a:lnTo>
                    <a:pt x="1250286" y="1692940"/>
                  </a:lnTo>
                  <a:lnTo>
                    <a:pt x="1250268" y="1692930"/>
                  </a:lnTo>
                  <a:lnTo>
                    <a:pt x="1250250" y="1692922"/>
                  </a:lnTo>
                  <a:lnTo>
                    <a:pt x="1250234" y="1692921"/>
                  </a:lnTo>
                  <a:lnTo>
                    <a:pt x="1250227" y="1692921"/>
                  </a:lnTo>
                  <a:lnTo>
                    <a:pt x="1250209" y="1692923"/>
                  </a:lnTo>
                  <a:lnTo>
                    <a:pt x="1250192" y="1692926"/>
                  </a:lnTo>
                  <a:lnTo>
                    <a:pt x="1250174" y="1692926"/>
                  </a:lnTo>
                  <a:lnTo>
                    <a:pt x="1250161" y="1692924"/>
                  </a:lnTo>
                  <a:lnTo>
                    <a:pt x="1250156" y="1692922"/>
                  </a:lnTo>
                  <a:lnTo>
                    <a:pt x="1250139" y="1692915"/>
                  </a:lnTo>
                  <a:lnTo>
                    <a:pt x="1250122" y="1692908"/>
                  </a:lnTo>
                  <a:lnTo>
                    <a:pt x="1250104" y="1692901"/>
                  </a:lnTo>
                  <a:lnTo>
                    <a:pt x="1250098" y="1692900"/>
                  </a:lnTo>
                  <a:lnTo>
                    <a:pt x="1250093" y="1692900"/>
                  </a:lnTo>
                  <a:lnTo>
                    <a:pt x="1250085" y="1692901"/>
                  </a:lnTo>
                  <a:lnTo>
                    <a:pt x="1250076" y="1692903"/>
                  </a:lnTo>
                  <a:lnTo>
                    <a:pt x="1250069" y="1692903"/>
                  </a:lnTo>
                  <a:lnTo>
                    <a:pt x="1250052" y="1692905"/>
                  </a:lnTo>
                  <a:lnTo>
                    <a:pt x="1250035" y="1692905"/>
                  </a:lnTo>
                  <a:lnTo>
                    <a:pt x="1250017" y="1692906"/>
                  </a:lnTo>
                  <a:lnTo>
                    <a:pt x="1249998" y="1692913"/>
                  </a:lnTo>
                  <a:lnTo>
                    <a:pt x="1249982" y="1692927"/>
                  </a:lnTo>
                  <a:lnTo>
                    <a:pt x="1249965" y="1692943"/>
                  </a:lnTo>
                  <a:lnTo>
                    <a:pt x="1249961" y="1692948"/>
                  </a:lnTo>
                  <a:lnTo>
                    <a:pt x="1249955" y="1692951"/>
                  </a:lnTo>
                  <a:lnTo>
                    <a:pt x="1249949" y="1692954"/>
                  </a:lnTo>
                  <a:lnTo>
                    <a:pt x="1249931" y="1692957"/>
                  </a:lnTo>
                  <a:lnTo>
                    <a:pt x="1249914" y="1692958"/>
                  </a:lnTo>
                  <a:lnTo>
                    <a:pt x="1249897" y="1692958"/>
                  </a:lnTo>
                  <a:lnTo>
                    <a:pt x="1249879" y="1692957"/>
                  </a:lnTo>
                  <a:lnTo>
                    <a:pt x="1249862" y="1692953"/>
                  </a:lnTo>
                  <a:lnTo>
                    <a:pt x="1249844" y="1692949"/>
                  </a:lnTo>
                  <a:lnTo>
                    <a:pt x="1249837" y="1692944"/>
                  </a:lnTo>
                  <a:lnTo>
                    <a:pt x="1249827" y="1692940"/>
                  </a:lnTo>
                  <a:lnTo>
                    <a:pt x="1249809" y="1692928"/>
                  </a:lnTo>
                  <a:lnTo>
                    <a:pt x="1249794" y="1692921"/>
                  </a:lnTo>
                  <a:lnTo>
                    <a:pt x="1249774" y="1692914"/>
                  </a:lnTo>
                  <a:lnTo>
                    <a:pt x="1249767" y="1692912"/>
                  </a:lnTo>
                  <a:lnTo>
                    <a:pt x="1249757" y="1692912"/>
                  </a:lnTo>
                  <a:lnTo>
                    <a:pt x="1249739" y="1692909"/>
                  </a:lnTo>
                  <a:lnTo>
                    <a:pt x="1249722" y="1692907"/>
                  </a:lnTo>
                  <a:lnTo>
                    <a:pt x="1249705" y="1692902"/>
                  </a:lnTo>
                  <a:lnTo>
                    <a:pt x="1249687" y="1692895"/>
                  </a:lnTo>
                  <a:lnTo>
                    <a:pt x="1249670" y="1692893"/>
                  </a:lnTo>
                  <a:lnTo>
                    <a:pt x="1249652" y="1692889"/>
                  </a:lnTo>
                  <a:lnTo>
                    <a:pt x="1249635" y="1692885"/>
                  </a:lnTo>
                  <a:lnTo>
                    <a:pt x="1249617" y="1692881"/>
                  </a:lnTo>
                  <a:lnTo>
                    <a:pt x="1249600" y="1692879"/>
                  </a:lnTo>
                  <a:lnTo>
                    <a:pt x="1249582" y="1692877"/>
                  </a:lnTo>
                  <a:lnTo>
                    <a:pt x="1249565" y="1692874"/>
                  </a:lnTo>
                  <a:lnTo>
                    <a:pt x="1249547" y="1692871"/>
                  </a:lnTo>
                  <a:lnTo>
                    <a:pt x="1249530" y="1692867"/>
                  </a:lnTo>
                  <a:lnTo>
                    <a:pt x="1249522" y="1692865"/>
                  </a:lnTo>
                  <a:lnTo>
                    <a:pt x="1249513" y="1692865"/>
                  </a:lnTo>
                  <a:lnTo>
                    <a:pt x="1249495" y="1692862"/>
                  </a:lnTo>
                  <a:lnTo>
                    <a:pt x="1249478" y="1692860"/>
                  </a:lnTo>
                  <a:lnTo>
                    <a:pt x="1249460" y="1692858"/>
                  </a:lnTo>
                  <a:lnTo>
                    <a:pt x="1249444" y="1692863"/>
                  </a:lnTo>
                  <a:lnTo>
                    <a:pt x="1249425" y="1692875"/>
                  </a:lnTo>
                  <a:lnTo>
                    <a:pt x="1249407" y="1692889"/>
                  </a:lnTo>
                  <a:lnTo>
                    <a:pt x="1249401" y="1692895"/>
                  </a:lnTo>
                  <a:lnTo>
                    <a:pt x="1249390" y="1692900"/>
                  </a:lnTo>
                  <a:lnTo>
                    <a:pt x="1249372" y="1692906"/>
                  </a:lnTo>
                  <a:lnTo>
                    <a:pt x="1249355" y="1692912"/>
                  </a:lnTo>
                  <a:lnTo>
                    <a:pt x="1249338" y="1692919"/>
                  </a:lnTo>
                  <a:lnTo>
                    <a:pt x="1249320" y="1692929"/>
                  </a:lnTo>
                  <a:lnTo>
                    <a:pt x="1249313" y="1692931"/>
                  </a:lnTo>
                  <a:lnTo>
                    <a:pt x="1249304" y="1692931"/>
                  </a:lnTo>
                  <a:lnTo>
                    <a:pt x="1249285" y="1692923"/>
                  </a:lnTo>
                  <a:lnTo>
                    <a:pt x="1249267" y="1692916"/>
                  </a:lnTo>
                  <a:lnTo>
                    <a:pt x="1249250" y="1692907"/>
                  </a:lnTo>
                  <a:lnTo>
                    <a:pt x="1249233" y="1692897"/>
                  </a:lnTo>
                  <a:lnTo>
                    <a:pt x="1249214" y="1692886"/>
                  </a:lnTo>
                  <a:lnTo>
                    <a:pt x="1249198" y="1692875"/>
                  </a:lnTo>
                  <a:lnTo>
                    <a:pt x="1249189" y="1692869"/>
                  </a:lnTo>
                  <a:lnTo>
                    <a:pt x="1249180" y="1692860"/>
                  </a:lnTo>
                  <a:lnTo>
                    <a:pt x="1249174" y="1692853"/>
                  </a:lnTo>
                  <a:lnTo>
                    <a:pt x="1249166" y="1692851"/>
                  </a:lnTo>
                  <a:lnTo>
                    <a:pt x="1249158" y="1692861"/>
                  </a:lnTo>
                  <a:lnTo>
                    <a:pt x="1249143" y="1692877"/>
                  </a:lnTo>
                  <a:lnTo>
                    <a:pt x="1249128" y="1692888"/>
                  </a:lnTo>
                  <a:lnTo>
                    <a:pt x="1249108" y="1692897"/>
                  </a:lnTo>
                  <a:lnTo>
                    <a:pt x="1249090" y="1692904"/>
                  </a:lnTo>
                  <a:lnTo>
                    <a:pt x="1249073" y="1692911"/>
                  </a:lnTo>
                  <a:lnTo>
                    <a:pt x="1249055" y="1692917"/>
                  </a:lnTo>
                  <a:lnTo>
                    <a:pt x="1249048" y="1692934"/>
                  </a:lnTo>
                  <a:lnTo>
                    <a:pt x="1249048" y="1692954"/>
                  </a:lnTo>
                  <a:lnTo>
                    <a:pt x="1249048" y="1692962"/>
                  </a:lnTo>
                  <a:lnTo>
                    <a:pt x="1249041" y="1692973"/>
                  </a:lnTo>
                  <a:lnTo>
                    <a:pt x="1249034" y="1692980"/>
                  </a:lnTo>
                  <a:lnTo>
                    <a:pt x="1249024" y="1692987"/>
                  </a:lnTo>
                  <a:lnTo>
                    <a:pt x="1249014" y="1692990"/>
                  </a:lnTo>
                  <a:lnTo>
                    <a:pt x="1249007" y="1692990"/>
                  </a:lnTo>
                  <a:lnTo>
                    <a:pt x="1248990" y="1692987"/>
                  </a:lnTo>
                  <a:lnTo>
                    <a:pt x="1248972" y="1692986"/>
                  </a:lnTo>
                  <a:lnTo>
                    <a:pt x="1248955" y="1692988"/>
                  </a:lnTo>
                  <a:lnTo>
                    <a:pt x="1248938" y="1692989"/>
                  </a:lnTo>
                  <a:lnTo>
                    <a:pt x="1248920" y="1692988"/>
                  </a:lnTo>
                  <a:lnTo>
                    <a:pt x="1248900" y="1692989"/>
                  </a:lnTo>
                  <a:lnTo>
                    <a:pt x="1248892" y="1692993"/>
                  </a:lnTo>
                  <a:lnTo>
                    <a:pt x="1248885" y="1692998"/>
                  </a:lnTo>
                  <a:lnTo>
                    <a:pt x="1248867" y="1693012"/>
                  </a:lnTo>
                  <a:lnTo>
                    <a:pt x="1248850" y="1693027"/>
                  </a:lnTo>
                  <a:lnTo>
                    <a:pt x="1248832" y="1693042"/>
                  </a:lnTo>
                  <a:lnTo>
                    <a:pt x="1248815" y="1693055"/>
                  </a:lnTo>
                  <a:lnTo>
                    <a:pt x="1248797" y="1693069"/>
                  </a:lnTo>
                  <a:lnTo>
                    <a:pt x="1248789" y="1693072"/>
                  </a:lnTo>
                  <a:lnTo>
                    <a:pt x="1248780" y="1693080"/>
                  </a:lnTo>
                  <a:lnTo>
                    <a:pt x="1248770" y="1693086"/>
                  </a:lnTo>
                  <a:lnTo>
                    <a:pt x="1248763" y="1693093"/>
                  </a:lnTo>
                  <a:lnTo>
                    <a:pt x="1248752" y="1693112"/>
                  </a:lnTo>
                  <a:lnTo>
                    <a:pt x="1248740" y="1693130"/>
                  </a:lnTo>
                  <a:lnTo>
                    <a:pt x="1248732" y="1693143"/>
                  </a:lnTo>
                  <a:lnTo>
                    <a:pt x="1248719" y="1693167"/>
                  </a:lnTo>
                  <a:lnTo>
                    <a:pt x="1248709" y="1693185"/>
                  </a:lnTo>
                  <a:lnTo>
                    <a:pt x="1248698" y="1693204"/>
                  </a:lnTo>
                  <a:lnTo>
                    <a:pt x="1248683" y="1693222"/>
                  </a:lnTo>
                  <a:lnTo>
                    <a:pt x="1248667" y="1693238"/>
                  </a:lnTo>
                  <a:lnTo>
                    <a:pt x="1248655" y="1693248"/>
                  </a:lnTo>
                  <a:lnTo>
                    <a:pt x="1248649" y="1693250"/>
                  </a:lnTo>
                  <a:lnTo>
                    <a:pt x="1248640" y="1693255"/>
                  </a:lnTo>
                  <a:lnTo>
                    <a:pt x="1248632" y="1693257"/>
                  </a:lnTo>
                  <a:lnTo>
                    <a:pt x="1248614" y="1693262"/>
                  </a:lnTo>
                  <a:lnTo>
                    <a:pt x="1248597" y="1693268"/>
                  </a:lnTo>
                  <a:lnTo>
                    <a:pt x="1248590" y="1693271"/>
                  </a:lnTo>
                  <a:lnTo>
                    <a:pt x="1248579" y="1693275"/>
                  </a:lnTo>
                  <a:lnTo>
                    <a:pt x="1248562" y="1693279"/>
                  </a:lnTo>
                  <a:lnTo>
                    <a:pt x="1248544" y="1693282"/>
                  </a:lnTo>
                  <a:lnTo>
                    <a:pt x="1248527" y="1693285"/>
                  </a:lnTo>
                  <a:lnTo>
                    <a:pt x="1248516" y="1693286"/>
                  </a:lnTo>
                  <a:lnTo>
                    <a:pt x="1248503" y="1693291"/>
                  </a:lnTo>
                  <a:lnTo>
                    <a:pt x="1248492" y="1693299"/>
                  </a:lnTo>
                  <a:lnTo>
                    <a:pt x="1248485" y="1693304"/>
                  </a:lnTo>
                  <a:lnTo>
                    <a:pt x="1248477" y="1693312"/>
                  </a:lnTo>
                  <a:lnTo>
                    <a:pt x="1248461" y="1693329"/>
                  </a:lnTo>
                  <a:lnTo>
                    <a:pt x="1248446" y="1693345"/>
                  </a:lnTo>
                  <a:lnTo>
                    <a:pt x="1248432" y="1693361"/>
                  </a:lnTo>
                  <a:lnTo>
                    <a:pt x="1248417" y="1693378"/>
                  </a:lnTo>
                  <a:lnTo>
                    <a:pt x="1248401" y="1693395"/>
                  </a:lnTo>
                  <a:lnTo>
                    <a:pt x="1248386" y="1693410"/>
                  </a:lnTo>
                  <a:lnTo>
                    <a:pt x="1248371" y="1693425"/>
                  </a:lnTo>
                  <a:lnTo>
                    <a:pt x="1248353" y="1693445"/>
                  </a:lnTo>
                  <a:lnTo>
                    <a:pt x="1248342" y="1693457"/>
                  </a:lnTo>
                  <a:lnTo>
                    <a:pt x="1248328" y="1693469"/>
                  </a:lnTo>
                  <a:lnTo>
                    <a:pt x="1248314" y="1693477"/>
                  </a:lnTo>
                  <a:lnTo>
                    <a:pt x="1248308" y="1693483"/>
                  </a:lnTo>
                  <a:lnTo>
                    <a:pt x="1248304" y="1693488"/>
                  </a:lnTo>
                  <a:lnTo>
                    <a:pt x="1248305" y="1693499"/>
                  </a:lnTo>
                  <a:lnTo>
                    <a:pt x="1248322" y="1693539"/>
                  </a:lnTo>
                  <a:lnTo>
                    <a:pt x="1248333" y="1693558"/>
                  </a:lnTo>
                  <a:lnTo>
                    <a:pt x="1248340" y="1693568"/>
                  </a:lnTo>
                  <a:lnTo>
                    <a:pt x="1248344" y="1693577"/>
                  </a:lnTo>
                  <a:lnTo>
                    <a:pt x="1248353" y="1693595"/>
                  </a:lnTo>
                  <a:lnTo>
                    <a:pt x="1248362" y="1693614"/>
                  </a:lnTo>
                  <a:lnTo>
                    <a:pt x="1248370" y="1693630"/>
                  </a:lnTo>
                  <a:lnTo>
                    <a:pt x="1248379" y="1693651"/>
                  </a:lnTo>
                  <a:lnTo>
                    <a:pt x="1248385" y="1693669"/>
                  </a:lnTo>
                  <a:lnTo>
                    <a:pt x="1248391" y="1693688"/>
                  </a:lnTo>
                  <a:lnTo>
                    <a:pt x="1248397" y="1693706"/>
                  </a:lnTo>
                  <a:lnTo>
                    <a:pt x="1248401" y="1693725"/>
                  </a:lnTo>
                  <a:lnTo>
                    <a:pt x="1248402" y="1693743"/>
                  </a:lnTo>
                  <a:lnTo>
                    <a:pt x="1248403" y="1693762"/>
                  </a:lnTo>
                  <a:lnTo>
                    <a:pt x="1248404" y="1693775"/>
                  </a:lnTo>
                  <a:lnTo>
                    <a:pt x="1248406" y="1693780"/>
                  </a:lnTo>
                  <a:lnTo>
                    <a:pt x="1248413" y="1693789"/>
                  </a:lnTo>
                  <a:lnTo>
                    <a:pt x="1248420" y="1693799"/>
                  </a:lnTo>
                  <a:lnTo>
                    <a:pt x="1248427" y="1693810"/>
                  </a:lnTo>
                  <a:lnTo>
                    <a:pt x="1248432" y="1693824"/>
                  </a:lnTo>
                  <a:lnTo>
                    <a:pt x="1248444" y="1693861"/>
                  </a:lnTo>
                  <a:lnTo>
                    <a:pt x="1248455" y="1693884"/>
                  </a:lnTo>
                  <a:lnTo>
                    <a:pt x="1248470" y="1693902"/>
                  </a:lnTo>
                  <a:lnTo>
                    <a:pt x="1248489" y="1693920"/>
                  </a:lnTo>
                  <a:lnTo>
                    <a:pt x="1248498" y="1693926"/>
                  </a:lnTo>
                  <a:lnTo>
                    <a:pt x="1248515" y="1693940"/>
                  </a:lnTo>
                  <a:lnTo>
                    <a:pt x="1248525" y="1693945"/>
                  </a:lnTo>
                  <a:lnTo>
                    <a:pt x="1248532" y="1693952"/>
                  </a:lnTo>
                  <a:lnTo>
                    <a:pt x="1248550" y="1693964"/>
                  </a:lnTo>
                  <a:lnTo>
                    <a:pt x="1248564" y="1693971"/>
                  </a:lnTo>
                  <a:lnTo>
                    <a:pt x="1248568" y="1693975"/>
                  </a:lnTo>
                  <a:lnTo>
                    <a:pt x="1248575" y="1693978"/>
                  </a:lnTo>
                  <a:lnTo>
                    <a:pt x="1248585" y="1693986"/>
                  </a:lnTo>
                  <a:lnTo>
                    <a:pt x="1248590" y="1693990"/>
                  </a:lnTo>
                  <a:lnTo>
                    <a:pt x="1248602" y="1694002"/>
                  </a:lnTo>
                  <a:lnTo>
                    <a:pt x="1248607" y="1694007"/>
                  </a:lnTo>
                  <a:lnTo>
                    <a:pt x="1248609" y="1694013"/>
                  </a:lnTo>
                  <a:lnTo>
                    <a:pt x="1248609" y="1694021"/>
                  </a:lnTo>
                  <a:lnTo>
                    <a:pt x="1248608" y="1694039"/>
                  </a:lnTo>
                  <a:lnTo>
                    <a:pt x="1248607" y="1694058"/>
                  </a:lnTo>
                  <a:lnTo>
                    <a:pt x="1248606" y="1694076"/>
                  </a:lnTo>
                  <a:lnTo>
                    <a:pt x="1248605" y="1694095"/>
                  </a:lnTo>
                  <a:lnTo>
                    <a:pt x="1248609" y="1694113"/>
                  </a:lnTo>
                  <a:lnTo>
                    <a:pt x="1248610" y="1694120"/>
                  </a:lnTo>
                  <a:lnTo>
                    <a:pt x="1248618" y="1694129"/>
                  </a:lnTo>
                  <a:lnTo>
                    <a:pt x="1248632" y="1694137"/>
                  </a:lnTo>
                  <a:lnTo>
                    <a:pt x="1248637" y="1694138"/>
                  </a:lnTo>
                  <a:lnTo>
                    <a:pt x="1248655" y="1694145"/>
                  </a:lnTo>
                  <a:lnTo>
                    <a:pt x="1248673" y="1694158"/>
                  </a:lnTo>
                  <a:lnTo>
                    <a:pt x="1248685" y="1694171"/>
                  </a:lnTo>
                  <a:lnTo>
                    <a:pt x="1248686" y="1694185"/>
                  </a:lnTo>
                  <a:lnTo>
                    <a:pt x="1248695" y="1694194"/>
                  </a:lnTo>
                  <a:lnTo>
                    <a:pt x="1248699" y="1694200"/>
                  </a:lnTo>
                  <a:lnTo>
                    <a:pt x="1248713" y="1694215"/>
                  </a:lnTo>
                  <a:lnTo>
                    <a:pt x="1248730" y="1694230"/>
                  </a:lnTo>
                  <a:lnTo>
                    <a:pt x="1248745" y="1694245"/>
                  </a:lnTo>
                  <a:lnTo>
                    <a:pt x="1248761" y="1694260"/>
                  </a:lnTo>
                  <a:lnTo>
                    <a:pt x="1248776" y="1694277"/>
                  </a:lnTo>
                  <a:lnTo>
                    <a:pt x="1248792" y="1694292"/>
                  </a:lnTo>
                  <a:lnTo>
                    <a:pt x="1248809" y="1694301"/>
                  </a:lnTo>
                  <a:lnTo>
                    <a:pt x="1248827" y="1694307"/>
                  </a:lnTo>
                  <a:lnTo>
                    <a:pt x="1248844" y="1694315"/>
                  </a:lnTo>
                  <a:lnTo>
                    <a:pt x="1248862" y="1694322"/>
                  </a:lnTo>
                  <a:lnTo>
                    <a:pt x="1248881" y="1694328"/>
                  </a:lnTo>
                  <a:lnTo>
                    <a:pt x="1248896" y="1694333"/>
                  </a:lnTo>
                  <a:lnTo>
                    <a:pt x="1248913" y="1694339"/>
                  </a:lnTo>
                  <a:lnTo>
                    <a:pt x="1248930" y="1694346"/>
                  </a:lnTo>
                  <a:lnTo>
                    <a:pt x="1248936" y="1694347"/>
                  </a:lnTo>
                  <a:lnTo>
                    <a:pt x="1248949" y="1694353"/>
                  </a:lnTo>
                  <a:lnTo>
                    <a:pt x="1248966" y="1694357"/>
                  </a:lnTo>
                  <a:lnTo>
                    <a:pt x="1248983" y="1694362"/>
                  </a:lnTo>
                  <a:lnTo>
                    <a:pt x="1249001" y="1694365"/>
                  </a:lnTo>
                  <a:lnTo>
                    <a:pt x="1249019" y="1694367"/>
                  </a:lnTo>
                  <a:lnTo>
                    <a:pt x="1249036" y="1694369"/>
                  </a:lnTo>
                  <a:lnTo>
                    <a:pt x="1249052" y="1694367"/>
                  </a:lnTo>
                  <a:lnTo>
                    <a:pt x="1249071" y="1694371"/>
                  </a:lnTo>
                  <a:lnTo>
                    <a:pt x="1249080" y="1694376"/>
                  </a:lnTo>
                  <a:lnTo>
                    <a:pt x="1249088" y="1694384"/>
                  </a:lnTo>
                  <a:lnTo>
                    <a:pt x="1249097" y="1694395"/>
                  </a:lnTo>
                  <a:lnTo>
                    <a:pt x="1249101" y="1694402"/>
                  </a:lnTo>
                  <a:lnTo>
                    <a:pt x="1249101" y="1694420"/>
                  </a:lnTo>
                  <a:lnTo>
                    <a:pt x="1249096" y="1694439"/>
                  </a:lnTo>
                  <a:lnTo>
                    <a:pt x="1249090" y="1694460"/>
                  </a:lnTo>
                  <a:lnTo>
                    <a:pt x="1249090" y="1694468"/>
                  </a:lnTo>
                  <a:lnTo>
                    <a:pt x="1249086" y="1694479"/>
                  </a:lnTo>
                  <a:lnTo>
                    <a:pt x="1249083" y="1694497"/>
                  </a:lnTo>
                  <a:lnTo>
                    <a:pt x="1249084" y="1694516"/>
                  </a:lnTo>
                  <a:lnTo>
                    <a:pt x="1249083" y="1694534"/>
                  </a:lnTo>
                  <a:lnTo>
                    <a:pt x="1249079" y="1694550"/>
                  </a:lnTo>
                  <a:lnTo>
                    <a:pt x="1249078" y="1694567"/>
                  </a:lnTo>
                  <a:lnTo>
                    <a:pt x="1249072" y="1694582"/>
                  </a:lnTo>
                  <a:lnTo>
                    <a:pt x="1249055" y="1694588"/>
                  </a:lnTo>
                  <a:lnTo>
                    <a:pt x="1249015" y="1694606"/>
                  </a:lnTo>
                  <a:lnTo>
                    <a:pt x="1249007" y="1694609"/>
                  </a:lnTo>
                  <a:lnTo>
                    <a:pt x="1248997" y="1694609"/>
                  </a:lnTo>
                  <a:lnTo>
                    <a:pt x="1248980" y="1694605"/>
                  </a:lnTo>
                  <a:lnTo>
                    <a:pt x="1248971" y="1694602"/>
                  </a:lnTo>
                  <a:lnTo>
                    <a:pt x="1248962" y="1694597"/>
                  </a:lnTo>
                  <a:lnTo>
                    <a:pt x="1248945" y="1694584"/>
                  </a:lnTo>
                  <a:lnTo>
                    <a:pt x="1248928" y="1694571"/>
                  </a:lnTo>
                  <a:lnTo>
                    <a:pt x="1248916" y="1694563"/>
                  </a:lnTo>
                  <a:lnTo>
                    <a:pt x="1248907" y="1694563"/>
                  </a:lnTo>
                  <a:lnTo>
                    <a:pt x="1248897" y="1694565"/>
                  </a:lnTo>
                  <a:lnTo>
                    <a:pt x="1248890" y="1694570"/>
                  </a:lnTo>
                  <a:lnTo>
                    <a:pt x="1248873" y="1694580"/>
                  </a:lnTo>
                  <a:lnTo>
                    <a:pt x="1248862" y="1694587"/>
                  </a:lnTo>
                  <a:lnTo>
                    <a:pt x="1248856" y="1694589"/>
                  </a:lnTo>
                  <a:lnTo>
                    <a:pt x="1248838" y="1694599"/>
                  </a:lnTo>
                  <a:lnTo>
                    <a:pt x="1248820" y="1694610"/>
                  </a:lnTo>
                  <a:lnTo>
                    <a:pt x="1248803" y="1694617"/>
                  </a:lnTo>
                  <a:lnTo>
                    <a:pt x="1248785" y="1694622"/>
                  </a:lnTo>
                  <a:lnTo>
                    <a:pt x="1248768" y="1694625"/>
                  </a:lnTo>
                  <a:lnTo>
                    <a:pt x="1248750" y="1694621"/>
                  </a:lnTo>
                  <a:lnTo>
                    <a:pt x="1248734" y="1694617"/>
                  </a:lnTo>
                  <a:lnTo>
                    <a:pt x="1248715" y="1694614"/>
                  </a:lnTo>
                  <a:lnTo>
                    <a:pt x="1248698" y="1694613"/>
                  </a:lnTo>
                  <a:lnTo>
                    <a:pt x="1248681" y="1694611"/>
                  </a:lnTo>
                  <a:lnTo>
                    <a:pt x="1248663" y="1694607"/>
                  </a:lnTo>
                  <a:lnTo>
                    <a:pt x="1248654" y="1694605"/>
                  </a:lnTo>
                  <a:lnTo>
                    <a:pt x="1248645" y="1694602"/>
                  </a:lnTo>
                  <a:lnTo>
                    <a:pt x="1248634" y="1694600"/>
                  </a:lnTo>
                  <a:lnTo>
                    <a:pt x="1248629" y="1694602"/>
                  </a:lnTo>
                  <a:lnTo>
                    <a:pt x="1248615" y="1694608"/>
                  </a:lnTo>
                  <a:lnTo>
                    <a:pt x="1248610" y="1694611"/>
                  </a:lnTo>
                  <a:lnTo>
                    <a:pt x="1248599" y="1694620"/>
                  </a:lnTo>
                  <a:lnTo>
                    <a:pt x="1248589" y="1694637"/>
                  </a:lnTo>
                  <a:lnTo>
                    <a:pt x="1248585" y="1694648"/>
                  </a:lnTo>
                  <a:lnTo>
                    <a:pt x="1248580" y="1694666"/>
                  </a:lnTo>
                  <a:lnTo>
                    <a:pt x="1248578" y="1694672"/>
                  </a:lnTo>
                  <a:lnTo>
                    <a:pt x="1248578" y="1694683"/>
                  </a:lnTo>
                  <a:lnTo>
                    <a:pt x="1248575" y="1694704"/>
                  </a:lnTo>
                  <a:lnTo>
                    <a:pt x="1248573" y="1694717"/>
                  </a:lnTo>
                  <a:lnTo>
                    <a:pt x="1248569" y="1694722"/>
                  </a:lnTo>
                  <a:lnTo>
                    <a:pt x="1248560" y="1694730"/>
                  </a:lnTo>
                  <a:lnTo>
                    <a:pt x="1248553" y="1694733"/>
                  </a:lnTo>
                  <a:lnTo>
                    <a:pt x="1248535" y="1694736"/>
                  </a:lnTo>
                  <a:lnTo>
                    <a:pt x="1248520" y="1694745"/>
                  </a:lnTo>
                  <a:lnTo>
                    <a:pt x="1248514" y="1694751"/>
                  </a:lnTo>
                  <a:lnTo>
                    <a:pt x="1248508" y="1694765"/>
                  </a:lnTo>
                  <a:lnTo>
                    <a:pt x="1248508" y="1694783"/>
                  </a:lnTo>
                  <a:lnTo>
                    <a:pt x="1248509" y="1694792"/>
                  </a:lnTo>
                  <a:lnTo>
                    <a:pt x="1248514" y="1694802"/>
                  </a:lnTo>
                  <a:lnTo>
                    <a:pt x="1248520" y="1694820"/>
                  </a:lnTo>
                  <a:lnTo>
                    <a:pt x="1248522" y="1694839"/>
                  </a:lnTo>
                  <a:lnTo>
                    <a:pt x="1248524" y="1694857"/>
                  </a:lnTo>
                  <a:lnTo>
                    <a:pt x="1248522" y="1694876"/>
                  </a:lnTo>
                  <a:lnTo>
                    <a:pt x="1248522" y="1694894"/>
                  </a:lnTo>
                  <a:lnTo>
                    <a:pt x="1248522" y="1694913"/>
                  </a:lnTo>
                  <a:lnTo>
                    <a:pt x="1248522" y="1694934"/>
                  </a:lnTo>
                  <a:lnTo>
                    <a:pt x="1248520" y="1694952"/>
                  </a:lnTo>
                  <a:lnTo>
                    <a:pt x="1248514" y="1695000"/>
                  </a:lnTo>
                  <a:lnTo>
                    <a:pt x="1248511" y="1695015"/>
                  </a:lnTo>
                  <a:lnTo>
                    <a:pt x="1248504" y="1695039"/>
                  </a:lnTo>
                  <a:lnTo>
                    <a:pt x="1248481" y="1695092"/>
                  </a:lnTo>
                  <a:lnTo>
                    <a:pt x="1248475" y="1695101"/>
                  </a:lnTo>
                  <a:lnTo>
                    <a:pt x="1248467" y="1695111"/>
                  </a:lnTo>
                  <a:lnTo>
                    <a:pt x="1248444" y="1695129"/>
                  </a:lnTo>
                  <a:lnTo>
                    <a:pt x="1248437" y="1695133"/>
                  </a:lnTo>
                  <a:lnTo>
                    <a:pt x="1248425" y="1695134"/>
                  </a:lnTo>
                  <a:lnTo>
                    <a:pt x="1248407" y="1695137"/>
                  </a:lnTo>
                  <a:lnTo>
                    <a:pt x="1248390" y="1695139"/>
                  </a:lnTo>
                  <a:lnTo>
                    <a:pt x="1248372" y="1695145"/>
                  </a:lnTo>
                  <a:lnTo>
                    <a:pt x="1248355" y="1695149"/>
                  </a:lnTo>
                  <a:lnTo>
                    <a:pt x="1248337" y="1695156"/>
                  </a:lnTo>
                  <a:lnTo>
                    <a:pt x="1248320" y="1695163"/>
                  </a:lnTo>
                  <a:lnTo>
                    <a:pt x="1248302" y="1695174"/>
                  </a:lnTo>
                  <a:lnTo>
                    <a:pt x="1248285" y="1695186"/>
                  </a:lnTo>
                  <a:lnTo>
                    <a:pt x="1248267" y="1695196"/>
                  </a:lnTo>
                  <a:lnTo>
                    <a:pt x="1248258" y="1695203"/>
                  </a:lnTo>
                  <a:lnTo>
                    <a:pt x="1248250" y="1695207"/>
                  </a:lnTo>
                  <a:lnTo>
                    <a:pt x="1248243" y="1695210"/>
                  </a:lnTo>
                  <a:lnTo>
                    <a:pt x="1248233" y="1695209"/>
                  </a:lnTo>
                  <a:lnTo>
                    <a:pt x="1248215" y="1695201"/>
                  </a:lnTo>
                  <a:lnTo>
                    <a:pt x="1248197" y="1695190"/>
                  </a:lnTo>
                  <a:lnTo>
                    <a:pt x="1248182" y="1695186"/>
                  </a:lnTo>
                  <a:lnTo>
                    <a:pt x="1248171" y="1695183"/>
                  </a:lnTo>
                  <a:lnTo>
                    <a:pt x="1248162" y="1695184"/>
                  </a:lnTo>
                  <a:lnTo>
                    <a:pt x="1248156" y="1695183"/>
                  </a:lnTo>
                  <a:lnTo>
                    <a:pt x="1248145" y="1695186"/>
                  </a:lnTo>
                  <a:lnTo>
                    <a:pt x="1248128" y="1695193"/>
                  </a:lnTo>
                  <a:lnTo>
                    <a:pt x="1248110" y="1695202"/>
                  </a:lnTo>
                  <a:lnTo>
                    <a:pt x="1248092" y="1695213"/>
                  </a:lnTo>
                  <a:lnTo>
                    <a:pt x="1248075" y="1695225"/>
                  </a:lnTo>
                  <a:lnTo>
                    <a:pt x="1248068" y="1695228"/>
                  </a:lnTo>
                  <a:lnTo>
                    <a:pt x="1248057" y="1695238"/>
                  </a:lnTo>
                  <a:lnTo>
                    <a:pt x="1248044" y="1695249"/>
                  </a:lnTo>
                  <a:lnTo>
                    <a:pt x="1248007" y="1695272"/>
                  </a:lnTo>
                  <a:lnTo>
                    <a:pt x="1247991" y="1695278"/>
                  </a:lnTo>
                  <a:lnTo>
                    <a:pt x="1247972" y="1695282"/>
                  </a:lnTo>
                  <a:lnTo>
                    <a:pt x="1247955" y="1695283"/>
                  </a:lnTo>
                  <a:lnTo>
                    <a:pt x="1247939" y="1695281"/>
                  </a:lnTo>
                  <a:lnTo>
                    <a:pt x="1247920" y="1695269"/>
                  </a:lnTo>
                  <a:lnTo>
                    <a:pt x="1247902" y="1695260"/>
                  </a:lnTo>
                  <a:lnTo>
                    <a:pt x="1247882" y="1695248"/>
                  </a:lnTo>
                  <a:lnTo>
                    <a:pt x="1247867" y="1695238"/>
                  </a:lnTo>
                  <a:lnTo>
                    <a:pt x="1247850" y="1695227"/>
                  </a:lnTo>
                  <a:lnTo>
                    <a:pt x="1247833" y="1695214"/>
                  </a:lnTo>
                  <a:lnTo>
                    <a:pt x="1247826" y="1695212"/>
                  </a:lnTo>
                  <a:lnTo>
                    <a:pt x="1247815" y="1695205"/>
                  </a:lnTo>
                  <a:lnTo>
                    <a:pt x="1247798" y="1695195"/>
                  </a:lnTo>
                  <a:lnTo>
                    <a:pt x="1247780" y="1695182"/>
                  </a:lnTo>
                  <a:lnTo>
                    <a:pt x="1247763" y="1695172"/>
                  </a:lnTo>
                  <a:lnTo>
                    <a:pt x="1247746" y="1695166"/>
                  </a:lnTo>
                  <a:lnTo>
                    <a:pt x="1247728" y="1695168"/>
                  </a:lnTo>
                  <a:lnTo>
                    <a:pt x="1247710" y="1695172"/>
                  </a:lnTo>
                  <a:lnTo>
                    <a:pt x="1247693" y="1695173"/>
                  </a:lnTo>
                  <a:lnTo>
                    <a:pt x="1247675" y="1695171"/>
                  </a:lnTo>
                  <a:lnTo>
                    <a:pt x="1247667" y="1695168"/>
                  </a:lnTo>
                  <a:lnTo>
                    <a:pt x="1247658" y="1695168"/>
                  </a:lnTo>
                  <a:lnTo>
                    <a:pt x="1247641" y="1695162"/>
                  </a:lnTo>
                  <a:lnTo>
                    <a:pt x="1247623" y="1695153"/>
                  </a:lnTo>
                  <a:lnTo>
                    <a:pt x="1247606" y="1695146"/>
                  </a:lnTo>
                  <a:lnTo>
                    <a:pt x="1247588" y="1695142"/>
                  </a:lnTo>
                  <a:lnTo>
                    <a:pt x="1247571" y="1695141"/>
                  </a:lnTo>
                  <a:lnTo>
                    <a:pt x="1247553" y="1695140"/>
                  </a:lnTo>
                  <a:lnTo>
                    <a:pt x="1247536" y="1695141"/>
                  </a:lnTo>
                  <a:lnTo>
                    <a:pt x="1247518" y="1695143"/>
                  </a:lnTo>
                  <a:lnTo>
                    <a:pt x="1247501" y="1695145"/>
                  </a:lnTo>
                  <a:lnTo>
                    <a:pt x="1247492" y="1695145"/>
                  </a:lnTo>
                  <a:lnTo>
                    <a:pt x="1247483" y="1695142"/>
                  </a:lnTo>
                  <a:lnTo>
                    <a:pt x="1247467" y="1695135"/>
                  </a:lnTo>
                  <a:lnTo>
                    <a:pt x="1247451" y="1695126"/>
                  </a:lnTo>
                  <a:lnTo>
                    <a:pt x="1247432" y="1695120"/>
                  </a:lnTo>
                  <a:lnTo>
                    <a:pt x="1247419" y="1695121"/>
                  </a:lnTo>
                  <a:lnTo>
                    <a:pt x="1247415" y="1695124"/>
                  </a:lnTo>
                  <a:lnTo>
                    <a:pt x="1247406" y="1695126"/>
                  </a:lnTo>
                  <a:lnTo>
                    <a:pt x="1247394" y="1695129"/>
                  </a:lnTo>
                  <a:lnTo>
                    <a:pt x="1247380" y="1695143"/>
                  </a:lnTo>
                  <a:lnTo>
                    <a:pt x="1247372" y="1695150"/>
                  </a:lnTo>
                  <a:lnTo>
                    <a:pt x="1247362" y="1695155"/>
                  </a:lnTo>
                  <a:lnTo>
                    <a:pt x="1247345" y="1695158"/>
                  </a:lnTo>
                  <a:lnTo>
                    <a:pt x="1247327" y="1695158"/>
                  </a:lnTo>
                  <a:lnTo>
                    <a:pt x="1247317" y="1695154"/>
                  </a:lnTo>
                  <a:lnTo>
                    <a:pt x="1247310" y="1695154"/>
                  </a:lnTo>
                  <a:lnTo>
                    <a:pt x="1247292" y="1695147"/>
                  </a:lnTo>
                  <a:lnTo>
                    <a:pt x="1247275" y="1695141"/>
                  </a:lnTo>
                  <a:lnTo>
                    <a:pt x="1247260" y="1695135"/>
                  </a:lnTo>
                  <a:lnTo>
                    <a:pt x="1247242" y="1695127"/>
                  </a:lnTo>
                  <a:lnTo>
                    <a:pt x="1247223" y="1695117"/>
                  </a:lnTo>
                  <a:lnTo>
                    <a:pt x="1247205" y="1695109"/>
                  </a:lnTo>
                  <a:lnTo>
                    <a:pt x="1247195" y="1695101"/>
                  </a:lnTo>
                  <a:lnTo>
                    <a:pt x="1247188" y="1695098"/>
                  </a:lnTo>
                  <a:lnTo>
                    <a:pt x="1247177" y="1695095"/>
                  </a:lnTo>
                  <a:lnTo>
                    <a:pt x="1247170" y="1695095"/>
                  </a:lnTo>
                  <a:lnTo>
                    <a:pt x="1247153" y="1695093"/>
                  </a:lnTo>
                  <a:lnTo>
                    <a:pt x="1247136" y="1695095"/>
                  </a:lnTo>
                  <a:lnTo>
                    <a:pt x="1247118" y="1695095"/>
                  </a:lnTo>
                  <a:lnTo>
                    <a:pt x="1247100" y="1695097"/>
                  </a:lnTo>
                  <a:lnTo>
                    <a:pt x="1247083" y="1695099"/>
                  </a:lnTo>
                  <a:lnTo>
                    <a:pt x="1247063" y="1695099"/>
                  </a:lnTo>
                  <a:lnTo>
                    <a:pt x="1247048" y="1695093"/>
                  </a:lnTo>
                  <a:lnTo>
                    <a:pt x="1247031" y="1695083"/>
                  </a:lnTo>
                  <a:lnTo>
                    <a:pt x="1247016" y="1695078"/>
                  </a:lnTo>
                  <a:lnTo>
                    <a:pt x="1247005" y="1695074"/>
                  </a:lnTo>
                  <a:lnTo>
                    <a:pt x="1246996" y="1695073"/>
                  </a:lnTo>
                  <a:lnTo>
                    <a:pt x="1246978" y="1695070"/>
                  </a:lnTo>
                  <a:lnTo>
                    <a:pt x="1246961" y="1695069"/>
                  </a:lnTo>
                  <a:lnTo>
                    <a:pt x="1246943" y="1695067"/>
                  </a:lnTo>
                  <a:lnTo>
                    <a:pt x="1246932" y="1695067"/>
                  </a:lnTo>
                  <a:lnTo>
                    <a:pt x="1246926" y="1695065"/>
                  </a:lnTo>
                  <a:lnTo>
                    <a:pt x="1246909" y="1695059"/>
                  </a:lnTo>
                  <a:lnTo>
                    <a:pt x="1246897" y="1695048"/>
                  </a:lnTo>
                  <a:lnTo>
                    <a:pt x="1246895" y="1695041"/>
                  </a:lnTo>
                  <a:lnTo>
                    <a:pt x="1246901" y="1695033"/>
                  </a:lnTo>
                  <a:lnTo>
                    <a:pt x="1246916" y="1695010"/>
                  </a:lnTo>
                  <a:lnTo>
                    <a:pt x="1246928" y="1694997"/>
                  </a:lnTo>
                  <a:lnTo>
                    <a:pt x="1246931" y="1694976"/>
                  </a:lnTo>
                  <a:lnTo>
                    <a:pt x="1246931" y="1694959"/>
                  </a:lnTo>
                  <a:lnTo>
                    <a:pt x="1246932" y="1694941"/>
                  </a:lnTo>
                  <a:lnTo>
                    <a:pt x="1246935" y="1694923"/>
                  </a:lnTo>
                  <a:lnTo>
                    <a:pt x="1246942" y="1694905"/>
                  </a:lnTo>
                  <a:lnTo>
                    <a:pt x="1246951" y="1694885"/>
                  </a:lnTo>
                  <a:lnTo>
                    <a:pt x="1246954" y="1694878"/>
                  </a:lnTo>
                  <a:lnTo>
                    <a:pt x="1246961" y="1694867"/>
                  </a:lnTo>
                  <a:lnTo>
                    <a:pt x="1246970" y="1694848"/>
                  </a:lnTo>
                  <a:lnTo>
                    <a:pt x="1246974" y="1694841"/>
                  </a:lnTo>
                  <a:lnTo>
                    <a:pt x="1246983" y="1694830"/>
                  </a:lnTo>
                  <a:lnTo>
                    <a:pt x="1246997" y="1694813"/>
                  </a:lnTo>
                  <a:lnTo>
                    <a:pt x="1247015" y="1694797"/>
                  </a:lnTo>
                  <a:lnTo>
                    <a:pt x="1247031" y="1694783"/>
                  </a:lnTo>
                  <a:lnTo>
                    <a:pt x="1247045" y="1694765"/>
                  </a:lnTo>
                  <a:lnTo>
                    <a:pt x="1247054" y="1694750"/>
                  </a:lnTo>
                  <a:lnTo>
                    <a:pt x="1247059" y="1694737"/>
                  </a:lnTo>
                  <a:lnTo>
                    <a:pt x="1247066" y="1694722"/>
                  </a:lnTo>
                  <a:lnTo>
                    <a:pt x="1247071" y="1694701"/>
                  </a:lnTo>
                  <a:lnTo>
                    <a:pt x="1247073" y="1694691"/>
                  </a:lnTo>
                  <a:lnTo>
                    <a:pt x="1247077" y="1694679"/>
                  </a:lnTo>
                  <a:lnTo>
                    <a:pt x="1247076" y="1694660"/>
                  </a:lnTo>
                  <a:lnTo>
                    <a:pt x="1247071" y="1694653"/>
                  </a:lnTo>
                  <a:lnTo>
                    <a:pt x="1247068" y="1694648"/>
                  </a:lnTo>
                  <a:lnTo>
                    <a:pt x="1247060" y="1694629"/>
                  </a:lnTo>
                  <a:lnTo>
                    <a:pt x="1247050" y="1694612"/>
                  </a:lnTo>
                  <a:lnTo>
                    <a:pt x="1247040" y="1694593"/>
                  </a:lnTo>
                  <a:lnTo>
                    <a:pt x="1247027" y="1694576"/>
                  </a:lnTo>
                  <a:lnTo>
                    <a:pt x="1247014" y="1694558"/>
                  </a:lnTo>
                  <a:lnTo>
                    <a:pt x="1246997" y="1694539"/>
                  </a:lnTo>
                  <a:lnTo>
                    <a:pt x="1246982" y="1694523"/>
                  </a:lnTo>
                  <a:lnTo>
                    <a:pt x="1246966" y="1694509"/>
                  </a:lnTo>
                  <a:lnTo>
                    <a:pt x="1246958" y="1694501"/>
                  </a:lnTo>
                  <a:lnTo>
                    <a:pt x="1246951" y="1694497"/>
                  </a:lnTo>
                  <a:lnTo>
                    <a:pt x="1246941" y="1694489"/>
                  </a:lnTo>
                  <a:lnTo>
                    <a:pt x="1246934" y="1694487"/>
                  </a:lnTo>
                  <a:lnTo>
                    <a:pt x="1246916" y="1694476"/>
                  </a:lnTo>
                  <a:lnTo>
                    <a:pt x="1246898" y="1694467"/>
                  </a:lnTo>
                  <a:lnTo>
                    <a:pt x="1246882" y="1694461"/>
                  </a:lnTo>
                  <a:lnTo>
                    <a:pt x="1246864" y="1694450"/>
                  </a:lnTo>
                  <a:lnTo>
                    <a:pt x="1246846" y="1694442"/>
                  </a:lnTo>
                  <a:lnTo>
                    <a:pt x="1246829" y="1694429"/>
                  </a:lnTo>
                  <a:lnTo>
                    <a:pt x="1246812" y="1694416"/>
                  </a:lnTo>
                  <a:lnTo>
                    <a:pt x="1246794" y="1694401"/>
                  </a:lnTo>
                  <a:lnTo>
                    <a:pt x="1246777" y="1694385"/>
                  </a:lnTo>
                  <a:lnTo>
                    <a:pt x="1246760" y="1694371"/>
                  </a:lnTo>
                  <a:lnTo>
                    <a:pt x="1246744" y="1694355"/>
                  </a:lnTo>
                  <a:lnTo>
                    <a:pt x="1246730" y="1694335"/>
                  </a:lnTo>
                  <a:lnTo>
                    <a:pt x="1246722" y="1694323"/>
                  </a:lnTo>
                  <a:lnTo>
                    <a:pt x="1246712" y="1694320"/>
                  </a:lnTo>
                  <a:lnTo>
                    <a:pt x="1246700" y="1694309"/>
                  </a:lnTo>
                  <a:lnTo>
                    <a:pt x="1246683" y="1694302"/>
                  </a:lnTo>
                  <a:lnTo>
                    <a:pt x="1246677" y="1694297"/>
                  </a:lnTo>
                  <a:lnTo>
                    <a:pt x="1246671" y="1694294"/>
                  </a:lnTo>
                  <a:lnTo>
                    <a:pt x="1246626" y="1694267"/>
                  </a:lnTo>
                  <a:lnTo>
                    <a:pt x="1246608" y="1694254"/>
                  </a:lnTo>
                  <a:lnTo>
                    <a:pt x="1246599" y="1694247"/>
                  </a:lnTo>
                  <a:lnTo>
                    <a:pt x="1246591" y="1694241"/>
                  </a:lnTo>
                  <a:lnTo>
                    <a:pt x="1246574" y="1694231"/>
                  </a:lnTo>
                  <a:lnTo>
                    <a:pt x="1246556" y="1694222"/>
                  </a:lnTo>
                  <a:lnTo>
                    <a:pt x="1246546" y="1694216"/>
                  </a:lnTo>
                  <a:lnTo>
                    <a:pt x="1246539" y="1694215"/>
                  </a:lnTo>
                  <a:lnTo>
                    <a:pt x="1246528" y="1694211"/>
                  </a:lnTo>
                  <a:lnTo>
                    <a:pt x="1246521" y="1694211"/>
                  </a:lnTo>
                  <a:lnTo>
                    <a:pt x="1246504" y="1694208"/>
                  </a:lnTo>
                  <a:lnTo>
                    <a:pt x="1246497" y="1694208"/>
                  </a:lnTo>
                  <a:lnTo>
                    <a:pt x="1246487" y="1694204"/>
                  </a:lnTo>
                  <a:lnTo>
                    <a:pt x="1246469" y="1694188"/>
                  </a:lnTo>
                  <a:lnTo>
                    <a:pt x="1246457" y="1694169"/>
                  </a:lnTo>
                  <a:lnTo>
                    <a:pt x="1246446" y="1694151"/>
                  </a:lnTo>
                  <a:lnTo>
                    <a:pt x="1246432" y="1694132"/>
                  </a:lnTo>
                  <a:lnTo>
                    <a:pt x="1246424" y="1694123"/>
                  </a:lnTo>
                  <a:lnTo>
                    <a:pt x="1246417" y="1694118"/>
                  </a:lnTo>
                  <a:lnTo>
                    <a:pt x="1246399" y="1694107"/>
                  </a:lnTo>
                  <a:lnTo>
                    <a:pt x="1246382" y="1694098"/>
                  </a:lnTo>
                  <a:lnTo>
                    <a:pt x="1246365" y="1694090"/>
                  </a:lnTo>
                  <a:lnTo>
                    <a:pt x="1246347" y="1694084"/>
                  </a:lnTo>
                  <a:lnTo>
                    <a:pt x="1246330" y="1694081"/>
                  </a:lnTo>
                  <a:lnTo>
                    <a:pt x="1246312" y="1694082"/>
                  </a:lnTo>
                  <a:lnTo>
                    <a:pt x="1246295" y="1694082"/>
                  </a:lnTo>
                  <a:lnTo>
                    <a:pt x="1246277" y="1694082"/>
                  </a:lnTo>
                  <a:lnTo>
                    <a:pt x="1246260" y="1694081"/>
                  </a:lnTo>
                  <a:lnTo>
                    <a:pt x="1246242" y="1694079"/>
                  </a:lnTo>
                  <a:lnTo>
                    <a:pt x="1246225" y="1694078"/>
                  </a:lnTo>
                  <a:lnTo>
                    <a:pt x="1246207" y="1694073"/>
                  </a:lnTo>
                  <a:lnTo>
                    <a:pt x="1246190" y="1694068"/>
                  </a:lnTo>
                  <a:lnTo>
                    <a:pt x="1246174" y="1694062"/>
                  </a:lnTo>
                  <a:lnTo>
                    <a:pt x="1246157" y="1694053"/>
                  </a:lnTo>
                  <a:lnTo>
                    <a:pt x="1246138" y="1694047"/>
                  </a:lnTo>
                  <a:lnTo>
                    <a:pt x="1246115" y="1694047"/>
                  </a:lnTo>
                  <a:lnTo>
                    <a:pt x="1246105" y="1694050"/>
                  </a:lnTo>
                  <a:lnTo>
                    <a:pt x="1246085" y="1694068"/>
                  </a:lnTo>
                  <a:lnTo>
                    <a:pt x="1246070" y="1694074"/>
                  </a:lnTo>
                  <a:lnTo>
                    <a:pt x="1246057" y="1694070"/>
                  </a:lnTo>
                  <a:lnTo>
                    <a:pt x="1246051" y="1694062"/>
                  </a:lnTo>
                  <a:lnTo>
                    <a:pt x="1246044" y="1694049"/>
                  </a:lnTo>
                  <a:lnTo>
                    <a:pt x="1246040" y="1694044"/>
                  </a:lnTo>
                  <a:lnTo>
                    <a:pt x="1246033" y="1694029"/>
                  </a:lnTo>
                  <a:lnTo>
                    <a:pt x="1246029" y="1694025"/>
                  </a:lnTo>
                  <a:lnTo>
                    <a:pt x="1246025" y="1694016"/>
                  </a:lnTo>
                  <a:lnTo>
                    <a:pt x="1246020" y="1694009"/>
                  </a:lnTo>
                  <a:lnTo>
                    <a:pt x="1246006" y="1693988"/>
                  </a:lnTo>
                  <a:lnTo>
                    <a:pt x="1245991" y="1693978"/>
                  </a:lnTo>
                  <a:lnTo>
                    <a:pt x="1245971" y="1693978"/>
                  </a:lnTo>
                  <a:lnTo>
                    <a:pt x="1245954" y="1693981"/>
                  </a:lnTo>
                  <a:lnTo>
                    <a:pt x="1245935" y="1693983"/>
                  </a:lnTo>
                  <a:lnTo>
                    <a:pt x="1245917" y="1693981"/>
                  </a:lnTo>
                  <a:lnTo>
                    <a:pt x="1245911" y="1693978"/>
                  </a:lnTo>
                  <a:lnTo>
                    <a:pt x="1245903" y="1693970"/>
                  </a:lnTo>
                  <a:lnTo>
                    <a:pt x="1245897" y="1693951"/>
                  </a:lnTo>
                  <a:lnTo>
                    <a:pt x="1245892" y="1693932"/>
                  </a:lnTo>
                  <a:lnTo>
                    <a:pt x="1245890" y="1693914"/>
                  </a:lnTo>
                  <a:lnTo>
                    <a:pt x="1245885" y="1693895"/>
                  </a:lnTo>
                  <a:lnTo>
                    <a:pt x="1245883" y="1693883"/>
                  </a:lnTo>
                  <a:lnTo>
                    <a:pt x="1245880" y="1693876"/>
                  </a:lnTo>
                  <a:lnTo>
                    <a:pt x="1245872" y="1693858"/>
                  </a:lnTo>
                  <a:lnTo>
                    <a:pt x="1245861" y="1693839"/>
                  </a:lnTo>
                  <a:lnTo>
                    <a:pt x="1245857" y="1693828"/>
                  </a:lnTo>
                  <a:lnTo>
                    <a:pt x="1245851" y="1693821"/>
                  </a:lnTo>
                  <a:lnTo>
                    <a:pt x="1245844" y="1693802"/>
                  </a:lnTo>
                  <a:lnTo>
                    <a:pt x="1245835" y="1693786"/>
                  </a:lnTo>
                  <a:lnTo>
                    <a:pt x="1245819" y="1693766"/>
                  </a:lnTo>
                  <a:lnTo>
                    <a:pt x="1245801" y="1693760"/>
                  </a:lnTo>
                  <a:lnTo>
                    <a:pt x="1245784" y="1693755"/>
                  </a:lnTo>
                  <a:lnTo>
                    <a:pt x="1245766" y="1693750"/>
                  </a:lnTo>
                  <a:lnTo>
                    <a:pt x="1245749" y="1693745"/>
                  </a:lnTo>
                  <a:lnTo>
                    <a:pt x="1245732" y="1693743"/>
                  </a:lnTo>
                  <a:lnTo>
                    <a:pt x="1245714" y="1693742"/>
                  </a:lnTo>
                  <a:lnTo>
                    <a:pt x="1245701" y="1693742"/>
                  </a:lnTo>
                  <a:lnTo>
                    <a:pt x="1245696" y="1693745"/>
                  </a:lnTo>
                  <a:lnTo>
                    <a:pt x="1245679" y="1693749"/>
                  </a:lnTo>
                  <a:lnTo>
                    <a:pt x="1245661" y="1693756"/>
                  </a:lnTo>
                  <a:lnTo>
                    <a:pt x="1245646" y="1693761"/>
                  </a:lnTo>
                  <a:lnTo>
                    <a:pt x="1245628" y="1693762"/>
                  </a:lnTo>
                  <a:lnTo>
                    <a:pt x="1245609" y="1693758"/>
                  </a:lnTo>
                  <a:lnTo>
                    <a:pt x="1245592" y="1693751"/>
                  </a:lnTo>
                  <a:lnTo>
                    <a:pt x="1245540" y="1693735"/>
                  </a:lnTo>
                  <a:lnTo>
                    <a:pt x="1245523" y="1693729"/>
                  </a:lnTo>
                  <a:lnTo>
                    <a:pt x="1245505" y="1693725"/>
                  </a:lnTo>
                  <a:lnTo>
                    <a:pt x="1245483" y="1693725"/>
                  </a:lnTo>
                  <a:lnTo>
                    <a:pt x="1245471" y="1693727"/>
                  </a:lnTo>
                  <a:lnTo>
                    <a:pt x="1245453" y="1693732"/>
                  </a:lnTo>
                  <a:lnTo>
                    <a:pt x="1245445" y="1693736"/>
                  </a:lnTo>
                  <a:lnTo>
                    <a:pt x="1245435" y="1693737"/>
                  </a:lnTo>
                  <a:lnTo>
                    <a:pt x="1245425" y="1693741"/>
                  </a:lnTo>
                  <a:lnTo>
                    <a:pt x="1245418" y="1693741"/>
                  </a:lnTo>
                  <a:lnTo>
                    <a:pt x="1245400" y="1693745"/>
                  </a:lnTo>
                  <a:lnTo>
                    <a:pt x="1245383" y="1693744"/>
                  </a:lnTo>
                  <a:lnTo>
                    <a:pt x="1245365" y="1693744"/>
                  </a:lnTo>
                  <a:lnTo>
                    <a:pt x="1245348" y="1693743"/>
                  </a:lnTo>
                  <a:lnTo>
                    <a:pt x="1245331" y="1693742"/>
                  </a:lnTo>
                  <a:lnTo>
                    <a:pt x="1245316" y="1693742"/>
                  </a:lnTo>
                  <a:lnTo>
                    <a:pt x="1245273" y="1693735"/>
                  </a:lnTo>
                  <a:lnTo>
                    <a:pt x="1245256" y="1693734"/>
                  </a:lnTo>
                  <a:lnTo>
                    <a:pt x="1245238" y="1693733"/>
                  </a:lnTo>
                  <a:lnTo>
                    <a:pt x="1245221" y="1693730"/>
                  </a:lnTo>
                  <a:lnTo>
                    <a:pt x="1245212" y="1693730"/>
                  </a:lnTo>
                  <a:lnTo>
                    <a:pt x="1245204" y="1693727"/>
                  </a:lnTo>
                  <a:lnTo>
                    <a:pt x="1245186" y="1693726"/>
                  </a:lnTo>
                  <a:lnTo>
                    <a:pt x="1245169" y="1693723"/>
                  </a:lnTo>
                  <a:lnTo>
                    <a:pt x="1245151" y="1693723"/>
                  </a:lnTo>
                  <a:lnTo>
                    <a:pt x="1245134" y="1693722"/>
                  </a:lnTo>
                  <a:lnTo>
                    <a:pt x="1245116" y="1693719"/>
                  </a:lnTo>
                  <a:lnTo>
                    <a:pt x="1245099" y="1693717"/>
                  </a:lnTo>
                  <a:lnTo>
                    <a:pt x="1245081" y="1693716"/>
                  </a:lnTo>
                  <a:lnTo>
                    <a:pt x="1245064" y="1693714"/>
                  </a:lnTo>
                  <a:lnTo>
                    <a:pt x="1245046" y="1693714"/>
                  </a:lnTo>
                  <a:lnTo>
                    <a:pt x="1245029" y="1693718"/>
                  </a:lnTo>
                  <a:lnTo>
                    <a:pt x="1245011" y="1693720"/>
                  </a:lnTo>
                  <a:lnTo>
                    <a:pt x="1244981" y="1693718"/>
                  </a:lnTo>
                  <a:lnTo>
                    <a:pt x="1244960" y="1693701"/>
                  </a:lnTo>
                  <a:lnTo>
                    <a:pt x="1244944" y="1693686"/>
                  </a:lnTo>
                  <a:lnTo>
                    <a:pt x="1244934" y="1693682"/>
                  </a:lnTo>
                  <a:lnTo>
                    <a:pt x="1244927" y="1693677"/>
                  </a:lnTo>
                  <a:lnTo>
                    <a:pt x="1244910" y="1693674"/>
                  </a:lnTo>
                  <a:lnTo>
                    <a:pt x="1244893" y="1693676"/>
                  </a:lnTo>
                  <a:lnTo>
                    <a:pt x="1244875" y="1693680"/>
                  </a:lnTo>
                  <a:lnTo>
                    <a:pt x="1244858" y="1693683"/>
                  </a:lnTo>
                  <a:lnTo>
                    <a:pt x="1244840" y="1693686"/>
                  </a:lnTo>
                  <a:lnTo>
                    <a:pt x="1244823" y="1693685"/>
                  </a:lnTo>
                  <a:lnTo>
                    <a:pt x="1244810" y="1693683"/>
                  </a:lnTo>
                  <a:lnTo>
                    <a:pt x="1244805" y="1693681"/>
                  </a:lnTo>
                  <a:lnTo>
                    <a:pt x="1244788" y="1693677"/>
                  </a:lnTo>
                  <a:lnTo>
                    <a:pt x="1244768" y="1693671"/>
                  </a:lnTo>
                  <a:lnTo>
                    <a:pt x="1244751" y="1693672"/>
                  </a:lnTo>
                  <a:lnTo>
                    <a:pt x="1244735" y="1693677"/>
                  </a:lnTo>
                  <a:lnTo>
                    <a:pt x="1244718" y="1693682"/>
                  </a:lnTo>
                  <a:lnTo>
                    <a:pt x="1244701" y="1693685"/>
                  </a:lnTo>
                  <a:lnTo>
                    <a:pt x="1244683" y="1693686"/>
                  </a:lnTo>
                  <a:lnTo>
                    <a:pt x="1244670" y="1693686"/>
                  </a:lnTo>
                  <a:lnTo>
                    <a:pt x="1244662" y="1693680"/>
                  </a:lnTo>
                  <a:lnTo>
                    <a:pt x="1244648" y="1693671"/>
                  </a:lnTo>
                  <a:lnTo>
                    <a:pt x="1244632" y="1693664"/>
                  </a:lnTo>
                  <a:lnTo>
                    <a:pt x="1244620" y="1693660"/>
                  </a:lnTo>
                  <a:lnTo>
                    <a:pt x="1244613" y="1693660"/>
                  </a:lnTo>
                  <a:lnTo>
                    <a:pt x="1244605" y="1693659"/>
                  </a:lnTo>
                  <a:lnTo>
                    <a:pt x="1244596" y="1693660"/>
                  </a:lnTo>
                  <a:lnTo>
                    <a:pt x="1244578" y="1693661"/>
                  </a:lnTo>
                  <a:lnTo>
                    <a:pt x="1244567" y="1693662"/>
                  </a:lnTo>
                  <a:lnTo>
                    <a:pt x="1244548" y="1693660"/>
                  </a:lnTo>
                  <a:lnTo>
                    <a:pt x="1244531" y="1693651"/>
                  </a:lnTo>
                  <a:lnTo>
                    <a:pt x="1244513" y="1693642"/>
                  </a:lnTo>
                  <a:lnTo>
                    <a:pt x="1244496" y="1693631"/>
                  </a:lnTo>
                  <a:lnTo>
                    <a:pt x="1244452" y="1693602"/>
                  </a:lnTo>
                  <a:lnTo>
                    <a:pt x="1244435" y="1693598"/>
                  </a:lnTo>
                  <a:lnTo>
                    <a:pt x="1244418" y="1693596"/>
                  </a:lnTo>
                  <a:lnTo>
                    <a:pt x="1244400" y="1693597"/>
                  </a:lnTo>
                  <a:lnTo>
                    <a:pt x="1244383" y="1693597"/>
                  </a:lnTo>
                  <a:lnTo>
                    <a:pt x="1244365" y="1693594"/>
                  </a:lnTo>
                  <a:lnTo>
                    <a:pt x="1244349" y="1693590"/>
                  </a:lnTo>
                  <a:lnTo>
                    <a:pt x="1244339" y="1693583"/>
                  </a:lnTo>
                  <a:lnTo>
                    <a:pt x="1244330" y="1693576"/>
                  </a:lnTo>
                  <a:lnTo>
                    <a:pt x="1244317" y="1693560"/>
                  </a:lnTo>
                  <a:lnTo>
                    <a:pt x="1244302" y="1693541"/>
                  </a:lnTo>
                  <a:lnTo>
                    <a:pt x="1244298" y="1693534"/>
                  </a:lnTo>
                  <a:lnTo>
                    <a:pt x="1244289" y="1693522"/>
                  </a:lnTo>
                  <a:lnTo>
                    <a:pt x="1244285" y="1693516"/>
                  </a:lnTo>
                  <a:lnTo>
                    <a:pt x="1244274" y="1693504"/>
                  </a:lnTo>
                  <a:lnTo>
                    <a:pt x="1244256" y="1693493"/>
                  </a:lnTo>
                  <a:lnTo>
                    <a:pt x="1244239" y="1693485"/>
                  </a:lnTo>
                  <a:lnTo>
                    <a:pt x="1244221" y="1693481"/>
                  </a:lnTo>
                  <a:lnTo>
                    <a:pt x="1244204" y="1693475"/>
                  </a:lnTo>
                  <a:lnTo>
                    <a:pt x="1244186" y="1693465"/>
                  </a:lnTo>
                  <a:lnTo>
                    <a:pt x="1244169" y="1693449"/>
                  </a:lnTo>
                  <a:lnTo>
                    <a:pt x="1244153" y="1693432"/>
                  </a:lnTo>
                  <a:lnTo>
                    <a:pt x="1244139" y="1693417"/>
                  </a:lnTo>
                  <a:lnTo>
                    <a:pt x="1244124" y="1693400"/>
                  </a:lnTo>
                  <a:lnTo>
                    <a:pt x="1244107" y="1693382"/>
                  </a:lnTo>
                  <a:lnTo>
                    <a:pt x="1244090" y="1693366"/>
                  </a:lnTo>
                  <a:lnTo>
                    <a:pt x="1244087" y="1693360"/>
                  </a:lnTo>
                  <a:lnTo>
                    <a:pt x="1244075" y="1693348"/>
                  </a:lnTo>
                  <a:lnTo>
                    <a:pt x="1244060" y="1693329"/>
                  </a:lnTo>
                  <a:lnTo>
                    <a:pt x="1244045" y="1693310"/>
                  </a:lnTo>
                  <a:lnTo>
                    <a:pt x="1244029" y="1693290"/>
                  </a:lnTo>
                  <a:lnTo>
                    <a:pt x="1243984" y="1693251"/>
                  </a:lnTo>
                  <a:lnTo>
                    <a:pt x="1243966" y="1693235"/>
                  </a:lnTo>
                  <a:lnTo>
                    <a:pt x="1243949" y="1693221"/>
                  </a:lnTo>
                  <a:lnTo>
                    <a:pt x="1243936" y="1693215"/>
                  </a:lnTo>
                  <a:lnTo>
                    <a:pt x="1243914" y="1693199"/>
                  </a:lnTo>
                  <a:lnTo>
                    <a:pt x="1243896" y="1693187"/>
                  </a:lnTo>
                  <a:lnTo>
                    <a:pt x="1243879" y="1693177"/>
                  </a:lnTo>
                  <a:lnTo>
                    <a:pt x="1243862" y="1693168"/>
                  </a:lnTo>
                  <a:lnTo>
                    <a:pt x="1243844" y="1693160"/>
                  </a:lnTo>
                  <a:lnTo>
                    <a:pt x="1243827" y="1693155"/>
                  </a:lnTo>
                  <a:lnTo>
                    <a:pt x="1243809" y="1693152"/>
                  </a:lnTo>
                  <a:lnTo>
                    <a:pt x="1243799" y="1693152"/>
                  </a:lnTo>
                  <a:lnTo>
                    <a:pt x="1243792" y="1693150"/>
                  </a:lnTo>
                  <a:lnTo>
                    <a:pt x="1243784" y="1693149"/>
                  </a:lnTo>
                  <a:lnTo>
                    <a:pt x="1243774" y="1693143"/>
                  </a:lnTo>
                  <a:lnTo>
                    <a:pt x="1243757" y="1693138"/>
                  </a:lnTo>
                  <a:lnTo>
                    <a:pt x="1243751" y="1693134"/>
                  </a:lnTo>
                  <a:lnTo>
                    <a:pt x="1243741" y="1693121"/>
                  </a:lnTo>
                  <a:lnTo>
                    <a:pt x="1243731" y="1693103"/>
                  </a:lnTo>
                  <a:lnTo>
                    <a:pt x="1243722" y="1693084"/>
                  </a:lnTo>
                  <a:lnTo>
                    <a:pt x="1243708" y="1693067"/>
                  </a:lnTo>
                  <a:lnTo>
                    <a:pt x="1243693" y="1693051"/>
                  </a:lnTo>
                  <a:lnTo>
                    <a:pt x="1243677" y="1693032"/>
                  </a:lnTo>
                  <a:lnTo>
                    <a:pt x="1243664" y="1693016"/>
                  </a:lnTo>
                  <a:lnTo>
                    <a:pt x="1243651" y="1692999"/>
                  </a:lnTo>
                  <a:lnTo>
                    <a:pt x="1243636" y="1692979"/>
                  </a:lnTo>
                  <a:lnTo>
                    <a:pt x="1243625" y="1692961"/>
                  </a:lnTo>
                  <a:lnTo>
                    <a:pt x="1243617" y="1692947"/>
                  </a:lnTo>
                  <a:lnTo>
                    <a:pt x="1243615" y="1692942"/>
                  </a:lnTo>
                  <a:lnTo>
                    <a:pt x="1243610" y="1692933"/>
                  </a:lnTo>
                  <a:lnTo>
                    <a:pt x="1243606" y="1692923"/>
                  </a:lnTo>
                  <a:lnTo>
                    <a:pt x="1243600" y="1692905"/>
                  </a:lnTo>
                  <a:lnTo>
                    <a:pt x="1243595" y="1692895"/>
                  </a:lnTo>
                  <a:lnTo>
                    <a:pt x="1243589" y="1692889"/>
                  </a:lnTo>
                  <a:lnTo>
                    <a:pt x="1243579" y="1692881"/>
                  </a:lnTo>
                  <a:lnTo>
                    <a:pt x="1243569" y="1692880"/>
                  </a:lnTo>
                  <a:lnTo>
                    <a:pt x="1243552" y="1692881"/>
                  </a:lnTo>
                  <a:lnTo>
                    <a:pt x="1243525" y="1692886"/>
                  </a:lnTo>
                  <a:lnTo>
                    <a:pt x="1243513" y="1692882"/>
                  </a:lnTo>
                  <a:lnTo>
                    <a:pt x="1243503" y="1692874"/>
                  </a:lnTo>
                  <a:lnTo>
                    <a:pt x="1243499" y="1692870"/>
                  </a:lnTo>
                  <a:lnTo>
                    <a:pt x="1243490" y="1692860"/>
                  </a:lnTo>
                  <a:lnTo>
                    <a:pt x="1243476" y="1692842"/>
                  </a:lnTo>
                  <a:lnTo>
                    <a:pt x="1243462" y="1692824"/>
                  </a:lnTo>
                  <a:lnTo>
                    <a:pt x="1243446" y="1692809"/>
                  </a:lnTo>
                  <a:lnTo>
                    <a:pt x="1243428" y="1692798"/>
                  </a:lnTo>
                  <a:lnTo>
                    <a:pt x="1243411" y="1692791"/>
                  </a:lnTo>
                  <a:lnTo>
                    <a:pt x="1243394" y="1692785"/>
                  </a:lnTo>
                  <a:lnTo>
                    <a:pt x="1243376" y="1692777"/>
                  </a:lnTo>
                  <a:lnTo>
                    <a:pt x="1243359" y="1692769"/>
                  </a:lnTo>
                  <a:lnTo>
                    <a:pt x="1243342" y="1692761"/>
                  </a:lnTo>
                  <a:lnTo>
                    <a:pt x="1243324" y="1692752"/>
                  </a:lnTo>
                  <a:lnTo>
                    <a:pt x="1243307" y="1692744"/>
                  </a:lnTo>
                  <a:lnTo>
                    <a:pt x="1243289" y="1692736"/>
                  </a:lnTo>
                  <a:lnTo>
                    <a:pt x="1243272" y="1692732"/>
                  </a:lnTo>
                  <a:lnTo>
                    <a:pt x="1243254" y="1692731"/>
                  </a:lnTo>
                  <a:lnTo>
                    <a:pt x="1243237" y="1692731"/>
                  </a:lnTo>
                  <a:lnTo>
                    <a:pt x="1243219" y="1692729"/>
                  </a:lnTo>
                  <a:lnTo>
                    <a:pt x="1243202" y="1692722"/>
                  </a:lnTo>
                  <a:lnTo>
                    <a:pt x="1243184" y="1692717"/>
                  </a:lnTo>
                  <a:lnTo>
                    <a:pt x="1243167" y="1692708"/>
                  </a:lnTo>
                  <a:lnTo>
                    <a:pt x="1243150" y="1692704"/>
                  </a:lnTo>
                  <a:lnTo>
                    <a:pt x="1243132" y="1692708"/>
                  </a:lnTo>
                  <a:lnTo>
                    <a:pt x="1243115" y="1692715"/>
                  </a:lnTo>
                  <a:lnTo>
                    <a:pt x="1243097" y="1692726"/>
                  </a:lnTo>
                  <a:lnTo>
                    <a:pt x="1243079" y="1692738"/>
                  </a:lnTo>
                  <a:lnTo>
                    <a:pt x="1243051" y="1692748"/>
                  </a:lnTo>
                  <a:lnTo>
                    <a:pt x="1243026" y="1692740"/>
                  </a:lnTo>
                  <a:lnTo>
                    <a:pt x="1243008" y="1692730"/>
                  </a:lnTo>
                  <a:lnTo>
                    <a:pt x="1242991" y="1692715"/>
                  </a:lnTo>
                  <a:lnTo>
                    <a:pt x="1242984" y="1692713"/>
                  </a:lnTo>
                  <a:lnTo>
                    <a:pt x="1242974" y="1692713"/>
                  </a:lnTo>
                  <a:lnTo>
                    <a:pt x="1242969" y="1692710"/>
                  </a:lnTo>
                  <a:lnTo>
                    <a:pt x="1242957" y="1692709"/>
                  </a:lnTo>
                  <a:lnTo>
                    <a:pt x="1242939" y="1692706"/>
                  </a:lnTo>
                  <a:lnTo>
                    <a:pt x="1242922" y="1692705"/>
                  </a:lnTo>
                  <a:lnTo>
                    <a:pt x="1242904" y="1692703"/>
                  </a:lnTo>
                  <a:lnTo>
                    <a:pt x="1242887" y="1692701"/>
                  </a:lnTo>
                  <a:lnTo>
                    <a:pt x="1242870" y="1692700"/>
                  </a:lnTo>
                  <a:lnTo>
                    <a:pt x="1242852" y="1692699"/>
                  </a:lnTo>
                  <a:lnTo>
                    <a:pt x="1242834" y="1692699"/>
                  </a:lnTo>
                  <a:lnTo>
                    <a:pt x="1242817" y="1692697"/>
                  </a:lnTo>
                  <a:lnTo>
                    <a:pt x="1242799" y="1692698"/>
                  </a:lnTo>
                  <a:lnTo>
                    <a:pt x="1242782" y="1692698"/>
                  </a:lnTo>
                  <a:lnTo>
                    <a:pt x="1242764" y="1692701"/>
                  </a:lnTo>
                  <a:lnTo>
                    <a:pt x="1242747" y="1692702"/>
                  </a:lnTo>
                  <a:lnTo>
                    <a:pt x="1242730" y="1692703"/>
                  </a:lnTo>
                  <a:lnTo>
                    <a:pt x="1242712" y="1692703"/>
                  </a:lnTo>
                  <a:lnTo>
                    <a:pt x="1242695" y="1692700"/>
                  </a:lnTo>
                  <a:lnTo>
                    <a:pt x="1242677" y="1692698"/>
                  </a:lnTo>
                  <a:lnTo>
                    <a:pt x="1242659" y="1692695"/>
                  </a:lnTo>
                  <a:lnTo>
                    <a:pt x="1242642" y="1692695"/>
                  </a:lnTo>
                  <a:lnTo>
                    <a:pt x="1242625" y="1692696"/>
                  </a:lnTo>
                  <a:lnTo>
                    <a:pt x="1242607" y="1692697"/>
                  </a:lnTo>
                  <a:lnTo>
                    <a:pt x="1242590" y="1692702"/>
                  </a:lnTo>
                  <a:lnTo>
                    <a:pt x="1242572" y="1692707"/>
                  </a:lnTo>
                  <a:lnTo>
                    <a:pt x="1242562" y="1692711"/>
                  </a:lnTo>
                  <a:lnTo>
                    <a:pt x="1242555" y="1692716"/>
                  </a:lnTo>
                  <a:lnTo>
                    <a:pt x="1242537" y="1692724"/>
                  </a:lnTo>
                  <a:lnTo>
                    <a:pt x="1242528" y="1692729"/>
                  </a:lnTo>
                  <a:lnTo>
                    <a:pt x="1242520" y="1692736"/>
                  </a:lnTo>
                  <a:lnTo>
                    <a:pt x="1242510" y="1692742"/>
                  </a:lnTo>
                  <a:lnTo>
                    <a:pt x="1242503" y="1692750"/>
                  </a:lnTo>
                  <a:lnTo>
                    <a:pt x="1242487" y="1692766"/>
                  </a:lnTo>
                  <a:lnTo>
                    <a:pt x="1242473" y="1692783"/>
                  </a:lnTo>
                  <a:lnTo>
                    <a:pt x="1242460" y="1692803"/>
                  </a:lnTo>
                  <a:lnTo>
                    <a:pt x="1242446" y="1692821"/>
                  </a:lnTo>
                  <a:lnTo>
                    <a:pt x="1242407" y="1692863"/>
                  </a:lnTo>
                  <a:lnTo>
                    <a:pt x="1242405" y="1692868"/>
                  </a:lnTo>
                  <a:lnTo>
                    <a:pt x="1242389" y="1692886"/>
                  </a:lnTo>
                  <a:lnTo>
                    <a:pt x="1242382" y="1692894"/>
                  </a:lnTo>
                  <a:lnTo>
                    <a:pt x="1242375" y="1692900"/>
                  </a:lnTo>
                  <a:lnTo>
                    <a:pt x="1242360" y="1692915"/>
                  </a:lnTo>
                  <a:lnTo>
                    <a:pt x="1242344" y="1692927"/>
                  </a:lnTo>
                  <a:lnTo>
                    <a:pt x="1242332" y="1692934"/>
                  </a:lnTo>
                  <a:lnTo>
                    <a:pt x="1242273" y="1692957"/>
                  </a:lnTo>
                  <a:lnTo>
                    <a:pt x="1242255" y="1692963"/>
                  </a:lnTo>
                  <a:lnTo>
                    <a:pt x="1242237" y="1692968"/>
                  </a:lnTo>
                  <a:lnTo>
                    <a:pt x="1242220" y="1692976"/>
                  </a:lnTo>
                  <a:lnTo>
                    <a:pt x="1242193" y="1692995"/>
                  </a:lnTo>
                  <a:lnTo>
                    <a:pt x="1242184" y="1693003"/>
                  </a:lnTo>
                  <a:lnTo>
                    <a:pt x="1242178" y="1693006"/>
                  </a:lnTo>
                  <a:lnTo>
                    <a:pt x="1242161" y="1693008"/>
                  </a:lnTo>
                  <a:lnTo>
                    <a:pt x="1242154" y="1693007"/>
                  </a:lnTo>
                  <a:lnTo>
                    <a:pt x="1242149" y="1693003"/>
                  </a:lnTo>
                  <a:lnTo>
                    <a:pt x="1242143" y="1692998"/>
                  </a:lnTo>
                  <a:lnTo>
                    <a:pt x="1242135" y="1692989"/>
                  </a:lnTo>
                  <a:lnTo>
                    <a:pt x="1242129" y="1692985"/>
                  </a:lnTo>
                  <a:lnTo>
                    <a:pt x="1242109" y="1692987"/>
                  </a:lnTo>
                  <a:lnTo>
                    <a:pt x="1242092" y="1692992"/>
                  </a:lnTo>
                  <a:lnTo>
                    <a:pt x="1242074" y="1692996"/>
                  </a:lnTo>
                  <a:lnTo>
                    <a:pt x="1242057" y="1692998"/>
                  </a:lnTo>
                  <a:lnTo>
                    <a:pt x="1242040" y="1692998"/>
                  </a:lnTo>
                  <a:lnTo>
                    <a:pt x="1242022" y="1692991"/>
                  </a:lnTo>
                  <a:lnTo>
                    <a:pt x="1242004" y="1692982"/>
                  </a:lnTo>
                  <a:lnTo>
                    <a:pt x="1241987" y="1692970"/>
                  </a:lnTo>
                  <a:lnTo>
                    <a:pt x="1241972" y="1692956"/>
                  </a:lnTo>
                  <a:lnTo>
                    <a:pt x="1241958" y="1692944"/>
                  </a:lnTo>
                  <a:lnTo>
                    <a:pt x="1241950" y="1692942"/>
                  </a:lnTo>
                  <a:lnTo>
                    <a:pt x="1241943" y="1692943"/>
                  </a:lnTo>
                  <a:lnTo>
                    <a:pt x="1241938" y="1692947"/>
                  </a:lnTo>
                  <a:lnTo>
                    <a:pt x="1241929" y="1692958"/>
                  </a:lnTo>
                  <a:lnTo>
                    <a:pt x="1241925" y="1692965"/>
                  </a:lnTo>
                  <a:lnTo>
                    <a:pt x="1241920" y="1692972"/>
                  </a:lnTo>
                  <a:lnTo>
                    <a:pt x="1241913" y="1692984"/>
                  </a:lnTo>
                  <a:lnTo>
                    <a:pt x="1241898" y="1693001"/>
                  </a:lnTo>
                  <a:lnTo>
                    <a:pt x="1241882" y="1693016"/>
                  </a:lnTo>
                  <a:lnTo>
                    <a:pt x="1241872" y="1693023"/>
                  </a:lnTo>
                  <a:lnTo>
                    <a:pt x="1241865" y="1693027"/>
                  </a:lnTo>
                  <a:lnTo>
                    <a:pt x="1241847" y="1693030"/>
                  </a:lnTo>
                  <a:lnTo>
                    <a:pt x="1241834" y="1693031"/>
                  </a:lnTo>
                  <a:lnTo>
                    <a:pt x="1241829" y="1693030"/>
                  </a:lnTo>
                  <a:lnTo>
                    <a:pt x="1241812" y="1693025"/>
                  </a:lnTo>
                  <a:lnTo>
                    <a:pt x="1241794" y="1693020"/>
                  </a:lnTo>
                  <a:lnTo>
                    <a:pt x="1241777" y="1693017"/>
                  </a:lnTo>
                  <a:lnTo>
                    <a:pt x="1241760" y="1693017"/>
                  </a:lnTo>
                  <a:lnTo>
                    <a:pt x="1241745" y="1693026"/>
                  </a:lnTo>
                  <a:lnTo>
                    <a:pt x="1241738" y="1693037"/>
                  </a:lnTo>
                  <a:lnTo>
                    <a:pt x="1241738" y="1693046"/>
                  </a:lnTo>
                  <a:lnTo>
                    <a:pt x="1241736" y="1693054"/>
                  </a:lnTo>
                  <a:lnTo>
                    <a:pt x="1241736" y="1693064"/>
                  </a:lnTo>
                  <a:lnTo>
                    <a:pt x="1241734" y="1693083"/>
                  </a:lnTo>
                  <a:lnTo>
                    <a:pt x="1241731" y="1693095"/>
                  </a:lnTo>
                  <a:lnTo>
                    <a:pt x="1241727" y="1693104"/>
                  </a:lnTo>
                  <a:lnTo>
                    <a:pt x="1241718" y="1693120"/>
                  </a:lnTo>
                  <a:lnTo>
                    <a:pt x="1241710" y="1693132"/>
                  </a:lnTo>
                  <a:lnTo>
                    <a:pt x="1241704" y="1693135"/>
                  </a:lnTo>
                  <a:lnTo>
                    <a:pt x="1241687" y="1693139"/>
                  </a:lnTo>
                  <a:lnTo>
                    <a:pt x="1241669" y="1693140"/>
                  </a:lnTo>
                  <a:lnTo>
                    <a:pt x="1241652" y="1693142"/>
                  </a:lnTo>
                  <a:lnTo>
                    <a:pt x="1241634" y="1693144"/>
                  </a:lnTo>
                  <a:lnTo>
                    <a:pt x="1241616" y="1693149"/>
                  </a:lnTo>
                  <a:lnTo>
                    <a:pt x="1241610" y="1693150"/>
                  </a:lnTo>
                  <a:lnTo>
                    <a:pt x="1241599" y="1693155"/>
                  </a:lnTo>
                  <a:lnTo>
                    <a:pt x="1241592" y="1693163"/>
                  </a:lnTo>
                  <a:lnTo>
                    <a:pt x="1241590" y="1693173"/>
                  </a:lnTo>
                  <a:lnTo>
                    <a:pt x="1241589" y="1693192"/>
                  </a:lnTo>
                  <a:lnTo>
                    <a:pt x="1241588" y="1693210"/>
                  </a:lnTo>
                  <a:lnTo>
                    <a:pt x="1241584" y="1693231"/>
                  </a:lnTo>
                  <a:lnTo>
                    <a:pt x="1241579" y="1693247"/>
                  </a:lnTo>
                  <a:lnTo>
                    <a:pt x="1241572" y="1693264"/>
                  </a:lnTo>
                  <a:lnTo>
                    <a:pt x="1241560" y="1693284"/>
                  </a:lnTo>
                  <a:lnTo>
                    <a:pt x="1241545" y="1693300"/>
                  </a:lnTo>
                  <a:lnTo>
                    <a:pt x="1241531" y="1693319"/>
                  </a:lnTo>
                  <a:lnTo>
                    <a:pt x="1241516" y="1693336"/>
                  </a:lnTo>
                  <a:lnTo>
                    <a:pt x="1241501" y="1693354"/>
                  </a:lnTo>
                  <a:lnTo>
                    <a:pt x="1241489" y="1693372"/>
                  </a:lnTo>
                  <a:lnTo>
                    <a:pt x="1241484" y="1693385"/>
                  </a:lnTo>
                  <a:lnTo>
                    <a:pt x="1241486" y="1693393"/>
                  </a:lnTo>
                  <a:lnTo>
                    <a:pt x="1241492" y="1693403"/>
                  </a:lnTo>
                  <a:lnTo>
                    <a:pt x="1241498" y="1693409"/>
                  </a:lnTo>
                  <a:lnTo>
                    <a:pt x="1241510" y="1693427"/>
                  </a:lnTo>
                  <a:lnTo>
                    <a:pt x="1241516" y="1693445"/>
                  </a:lnTo>
                  <a:lnTo>
                    <a:pt x="1241522" y="1693464"/>
                  </a:lnTo>
                  <a:lnTo>
                    <a:pt x="1241526" y="1693480"/>
                  </a:lnTo>
                  <a:lnTo>
                    <a:pt x="1241535" y="1693501"/>
                  </a:lnTo>
                  <a:lnTo>
                    <a:pt x="1241544" y="1693517"/>
                  </a:lnTo>
                  <a:lnTo>
                    <a:pt x="1241556" y="1693538"/>
                  </a:lnTo>
                  <a:lnTo>
                    <a:pt x="1241567" y="1693557"/>
                  </a:lnTo>
                  <a:lnTo>
                    <a:pt x="1241575" y="1693563"/>
                  </a:lnTo>
                  <a:lnTo>
                    <a:pt x="1241585" y="1693566"/>
                  </a:lnTo>
                  <a:lnTo>
                    <a:pt x="1241602" y="1693569"/>
                  </a:lnTo>
                  <a:lnTo>
                    <a:pt x="1241618" y="1693573"/>
                  </a:lnTo>
                  <a:lnTo>
                    <a:pt x="1241625" y="1693576"/>
                  </a:lnTo>
                  <a:lnTo>
                    <a:pt x="1241628" y="1693582"/>
                  </a:lnTo>
                  <a:lnTo>
                    <a:pt x="1241628" y="1693590"/>
                  </a:lnTo>
                  <a:lnTo>
                    <a:pt x="1241629" y="1693608"/>
                  </a:lnTo>
                  <a:lnTo>
                    <a:pt x="1241625" y="1693627"/>
                  </a:lnTo>
                  <a:lnTo>
                    <a:pt x="1241618" y="1693644"/>
                  </a:lnTo>
                  <a:lnTo>
                    <a:pt x="1241614" y="1693662"/>
                  </a:lnTo>
                  <a:lnTo>
                    <a:pt x="1241613" y="1693681"/>
                  </a:lnTo>
                  <a:lnTo>
                    <a:pt x="1241619" y="1693701"/>
                  </a:lnTo>
                  <a:lnTo>
                    <a:pt x="1241629" y="1693720"/>
                  </a:lnTo>
                  <a:lnTo>
                    <a:pt x="1241646" y="1693738"/>
                  </a:lnTo>
                  <a:lnTo>
                    <a:pt x="1241659" y="1693757"/>
                  </a:lnTo>
                  <a:lnTo>
                    <a:pt x="1241666" y="1693775"/>
                  </a:lnTo>
                  <a:lnTo>
                    <a:pt x="1241669" y="1693784"/>
                  </a:lnTo>
                  <a:lnTo>
                    <a:pt x="1241669" y="1693794"/>
                  </a:lnTo>
                  <a:lnTo>
                    <a:pt x="1241668" y="1693813"/>
                  </a:lnTo>
                  <a:lnTo>
                    <a:pt x="1241667" y="1693820"/>
                  </a:lnTo>
                  <a:lnTo>
                    <a:pt x="1241664" y="1693831"/>
                  </a:lnTo>
                  <a:lnTo>
                    <a:pt x="1241658" y="1693849"/>
                  </a:lnTo>
                  <a:lnTo>
                    <a:pt x="1241654" y="1693864"/>
                  </a:lnTo>
                  <a:lnTo>
                    <a:pt x="1241650" y="1693868"/>
                  </a:lnTo>
                  <a:lnTo>
                    <a:pt x="1241643" y="1693886"/>
                  </a:lnTo>
                  <a:lnTo>
                    <a:pt x="1241639" y="1693897"/>
                  </a:lnTo>
                  <a:lnTo>
                    <a:pt x="1241639" y="1693905"/>
                  </a:lnTo>
                  <a:lnTo>
                    <a:pt x="1241643" y="1693923"/>
                  </a:lnTo>
                  <a:lnTo>
                    <a:pt x="1241644" y="1693930"/>
                  </a:lnTo>
                  <a:lnTo>
                    <a:pt x="1241649" y="1693942"/>
                  </a:lnTo>
                  <a:lnTo>
                    <a:pt x="1241658" y="1693958"/>
                  </a:lnTo>
                  <a:lnTo>
                    <a:pt x="1241668" y="1693979"/>
                  </a:lnTo>
                  <a:lnTo>
                    <a:pt x="1241673" y="1693998"/>
                  </a:lnTo>
                  <a:lnTo>
                    <a:pt x="1241674" y="1694014"/>
                  </a:lnTo>
                  <a:lnTo>
                    <a:pt x="1241673" y="1694027"/>
                  </a:lnTo>
                  <a:lnTo>
                    <a:pt x="1241669" y="1694034"/>
                  </a:lnTo>
                  <a:lnTo>
                    <a:pt x="1241654" y="1694051"/>
                  </a:lnTo>
                  <a:lnTo>
                    <a:pt x="1241637" y="1694066"/>
                  </a:lnTo>
                  <a:lnTo>
                    <a:pt x="1241626" y="1694075"/>
                  </a:lnTo>
                  <a:lnTo>
                    <a:pt x="1241621" y="1694078"/>
                  </a:lnTo>
                  <a:lnTo>
                    <a:pt x="1241569" y="1694121"/>
                  </a:lnTo>
                  <a:lnTo>
                    <a:pt x="1241560" y="1694132"/>
                  </a:lnTo>
                  <a:lnTo>
                    <a:pt x="1241556" y="1694140"/>
                  </a:lnTo>
                  <a:lnTo>
                    <a:pt x="1241553" y="1694151"/>
                  </a:lnTo>
                  <a:lnTo>
                    <a:pt x="1241553" y="1694158"/>
                  </a:lnTo>
                  <a:lnTo>
                    <a:pt x="1241548" y="1694177"/>
                  </a:lnTo>
                  <a:lnTo>
                    <a:pt x="1241547" y="1694220"/>
                  </a:lnTo>
                  <a:lnTo>
                    <a:pt x="1241541" y="1694243"/>
                  </a:lnTo>
                  <a:lnTo>
                    <a:pt x="1241538" y="1694254"/>
                  </a:lnTo>
                  <a:lnTo>
                    <a:pt x="1241534" y="1694262"/>
                  </a:lnTo>
                  <a:lnTo>
                    <a:pt x="1241521" y="1694280"/>
                  </a:lnTo>
                  <a:lnTo>
                    <a:pt x="1241509" y="1694301"/>
                  </a:lnTo>
                  <a:lnTo>
                    <a:pt x="1241497" y="1694317"/>
                  </a:lnTo>
                  <a:lnTo>
                    <a:pt x="1241489" y="1694327"/>
                  </a:lnTo>
                  <a:lnTo>
                    <a:pt x="1241482" y="1694332"/>
                  </a:lnTo>
                  <a:lnTo>
                    <a:pt x="1241467" y="1694337"/>
                  </a:lnTo>
                  <a:lnTo>
                    <a:pt x="1241456" y="1694339"/>
                  </a:lnTo>
                  <a:lnTo>
                    <a:pt x="1241447" y="1694339"/>
                  </a:lnTo>
                  <a:lnTo>
                    <a:pt x="1241430" y="1694340"/>
                  </a:lnTo>
                  <a:lnTo>
                    <a:pt x="1241412" y="1694342"/>
                  </a:lnTo>
                  <a:lnTo>
                    <a:pt x="1241395" y="1694345"/>
                  </a:lnTo>
                  <a:lnTo>
                    <a:pt x="1241378" y="1694349"/>
                  </a:lnTo>
                  <a:lnTo>
                    <a:pt x="1241360" y="1694356"/>
                  </a:lnTo>
                  <a:lnTo>
                    <a:pt x="1241353" y="1694358"/>
                  </a:lnTo>
                  <a:lnTo>
                    <a:pt x="1241342" y="1694366"/>
                  </a:lnTo>
                  <a:lnTo>
                    <a:pt x="1241325" y="1694380"/>
                  </a:lnTo>
                  <a:lnTo>
                    <a:pt x="1241311" y="1694398"/>
                  </a:lnTo>
                  <a:lnTo>
                    <a:pt x="1241299" y="1694416"/>
                  </a:lnTo>
                  <a:lnTo>
                    <a:pt x="1241292" y="1694428"/>
                  </a:lnTo>
                  <a:lnTo>
                    <a:pt x="1241286" y="1694434"/>
                  </a:lnTo>
                  <a:lnTo>
                    <a:pt x="1241279" y="1694444"/>
                  </a:lnTo>
                  <a:lnTo>
                    <a:pt x="1241271" y="1694451"/>
                  </a:lnTo>
                  <a:lnTo>
                    <a:pt x="1241266" y="1694456"/>
                  </a:lnTo>
                  <a:lnTo>
                    <a:pt x="1241258" y="1694460"/>
                  </a:lnTo>
                  <a:lnTo>
                    <a:pt x="1241253" y="1694461"/>
                  </a:lnTo>
                  <a:lnTo>
                    <a:pt x="1241243" y="1694465"/>
                  </a:lnTo>
                  <a:lnTo>
                    <a:pt x="1241236" y="1694465"/>
                  </a:lnTo>
                  <a:lnTo>
                    <a:pt x="1241225" y="1694466"/>
                  </a:lnTo>
                  <a:lnTo>
                    <a:pt x="1241218" y="1694465"/>
                  </a:lnTo>
                  <a:lnTo>
                    <a:pt x="1241201" y="1694465"/>
                  </a:lnTo>
                  <a:lnTo>
                    <a:pt x="1241177" y="1694472"/>
                  </a:lnTo>
                  <a:lnTo>
                    <a:pt x="1241168" y="1694477"/>
                  </a:lnTo>
                  <a:lnTo>
                    <a:pt x="1241153" y="1694483"/>
                  </a:lnTo>
                  <a:lnTo>
                    <a:pt x="1241142" y="1694483"/>
                  </a:lnTo>
                  <a:lnTo>
                    <a:pt x="1241133" y="1694477"/>
                  </a:lnTo>
                  <a:lnTo>
                    <a:pt x="1241117" y="1694459"/>
                  </a:lnTo>
                  <a:lnTo>
                    <a:pt x="1241104" y="1694441"/>
                  </a:lnTo>
                  <a:lnTo>
                    <a:pt x="1241089" y="1694422"/>
                  </a:lnTo>
                  <a:lnTo>
                    <a:pt x="1241073" y="1694409"/>
                  </a:lnTo>
                  <a:lnTo>
                    <a:pt x="1241056" y="1694401"/>
                  </a:lnTo>
                  <a:lnTo>
                    <a:pt x="1241038" y="1694396"/>
                  </a:lnTo>
                  <a:lnTo>
                    <a:pt x="1241030" y="1694393"/>
                  </a:lnTo>
                  <a:lnTo>
                    <a:pt x="1241020" y="1694393"/>
                  </a:lnTo>
                  <a:lnTo>
                    <a:pt x="1241003" y="1694392"/>
                  </a:lnTo>
                  <a:lnTo>
                    <a:pt x="1240986" y="1694393"/>
                  </a:lnTo>
                  <a:lnTo>
                    <a:pt x="1240968" y="1694396"/>
                  </a:lnTo>
                  <a:lnTo>
                    <a:pt x="1240951" y="1694396"/>
                  </a:lnTo>
                  <a:lnTo>
                    <a:pt x="1240940" y="1694397"/>
                  </a:lnTo>
                  <a:lnTo>
                    <a:pt x="1240933" y="1694396"/>
                  </a:lnTo>
                  <a:lnTo>
                    <a:pt x="1240916" y="1694392"/>
                  </a:lnTo>
                  <a:lnTo>
                    <a:pt x="1240906" y="1694391"/>
                  </a:lnTo>
                  <a:lnTo>
                    <a:pt x="1240898" y="1694388"/>
                  </a:lnTo>
                  <a:lnTo>
                    <a:pt x="1240881" y="1694385"/>
                  </a:lnTo>
                  <a:lnTo>
                    <a:pt x="1240864" y="1694382"/>
                  </a:lnTo>
                  <a:lnTo>
                    <a:pt x="1240848" y="1694384"/>
                  </a:lnTo>
                  <a:lnTo>
                    <a:pt x="1240838" y="1694389"/>
                  </a:lnTo>
                  <a:lnTo>
                    <a:pt x="1240832" y="1694396"/>
                  </a:lnTo>
                  <a:lnTo>
                    <a:pt x="1240825" y="1694404"/>
                  </a:lnTo>
                  <a:lnTo>
                    <a:pt x="1240818" y="1694416"/>
                  </a:lnTo>
                  <a:lnTo>
                    <a:pt x="1240810" y="1694426"/>
                  </a:lnTo>
                  <a:lnTo>
                    <a:pt x="1240802" y="1694431"/>
                  </a:lnTo>
                  <a:lnTo>
                    <a:pt x="1240792" y="1694431"/>
                  </a:lnTo>
                  <a:lnTo>
                    <a:pt x="1240785" y="1694428"/>
                  </a:lnTo>
                  <a:lnTo>
                    <a:pt x="1240768" y="1694414"/>
                  </a:lnTo>
                  <a:lnTo>
                    <a:pt x="1240750" y="1694401"/>
                  </a:lnTo>
                  <a:lnTo>
                    <a:pt x="1240733" y="1694393"/>
                  </a:lnTo>
                  <a:lnTo>
                    <a:pt x="1240724" y="1694391"/>
                  </a:lnTo>
                  <a:lnTo>
                    <a:pt x="1240715" y="1694396"/>
                  </a:lnTo>
                  <a:lnTo>
                    <a:pt x="1240708" y="1694405"/>
                  </a:lnTo>
                  <a:lnTo>
                    <a:pt x="1240705" y="1694414"/>
                  </a:lnTo>
                  <a:lnTo>
                    <a:pt x="1240697" y="1694422"/>
                  </a:lnTo>
                  <a:lnTo>
                    <a:pt x="1240689" y="1694421"/>
                  </a:lnTo>
                  <a:lnTo>
                    <a:pt x="1240671" y="1694415"/>
                  </a:lnTo>
                  <a:lnTo>
                    <a:pt x="1240640" y="1694395"/>
                  </a:lnTo>
                  <a:lnTo>
                    <a:pt x="1240623" y="1694382"/>
                  </a:lnTo>
                  <a:lnTo>
                    <a:pt x="1240606" y="1694367"/>
                  </a:lnTo>
                  <a:lnTo>
                    <a:pt x="1240590" y="1694352"/>
                  </a:lnTo>
                  <a:lnTo>
                    <a:pt x="1240575" y="1694336"/>
                  </a:lnTo>
                  <a:lnTo>
                    <a:pt x="1240562" y="1694319"/>
                  </a:lnTo>
                  <a:lnTo>
                    <a:pt x="1240547" y="1694300"/>
                  </a:lnTo>
                  <a:lnTo>
                    <a:pt x="1240531" y="1694284"/>
                  </a:lnTo>
                  <a:lnTo>
                    <a:pt x="1240513" y="1694269"/>
                  </a:lnTo>
                  <a:lnTo>
                    <a:pt x="1240496" y="1694258"/>
                  </a:lnTo>
                  <a:lnTo>
                    <a:pt x="1240478" y="1694248"/>
                  </a:lnTo>
                  <a:lnTo>
                    <a:pt x="1240470" y="1694244"/>
                  </a:lnTo>
                  <a:lnTo>
                    <a:pt x="1240461" y="1694243"/>
                  </a:lnTo>
                  <a:lnTo>
                    <a:pt x="1240444" y="1694241"/>
                  </a:lnTo>
                  <a:lnTo>
                    <a:pt x="1240426" y="1694239"/>
                  </a:lnTo>
                  <a:lnTo>
                    <a:pt x="1240408" y="1694236"/>
                  </a:lnTo>
                  <a:lnTo>
                    <a:pt x="1240391" y="1694235"/>
                  </a:lnTo>
                  <a:lnTo>
                    <a:pt x="1240373" y="1694232"/>
                  </a:lnTo>
                  <a:lnTo>
                    <a:pt x="1240356" y="1694232"/>
                  </a:lnTo>
                  <a:lnTo>
                    <a:pt x="1240339" y="1694232"/>
                  </a:lnTo>
                  <a:lnTo>
                    <a:pt x="1240321" y="1694234"/>
                  </a:lnTo>
                  <a:lnTo>
                    <a:pt x="1240306" y="1694234"/>
                  </a:lnTo>
                  <a:lnTo>
                    <a:pt x="1240286" y="1694230"/>
                  </a:lnTo>
                  <a:lnTo>
                    <a:pt x="1240274" y="1694225"/>
                  </a:lnTo>
                  <a:lnTo>
                    <a:pt x="1240269" y="1694220"/>
                  </a:lnTo>
                  <a:lnTo>
                    <a:pt x="1240251" y="1694205"/>
                  </a:lnTo>
                  <a:lnTo>
                    <a:pt x="1240234" y="1694195"/>
                  </a:lnTo>
                  <a:lnTo>
                    <a:pt x="1240216" y="1694187"/>
                  </a:lnTo>
                  <a:lnTo>
                    <a:pt x="1240199" y="1694181"/>
                  </a:lnTo>
                  <a:lnTo>
                    <a:pt x="1240181" y="1694176"/>
                  </a:lnTo>
                  <a:lnTo>
                    <a:pt x="1240164" y="1694170"/>
                  </a:lnTo>
                  <a:lnTo>
                    <a:pt x="1240147" y="1694166"/>
                  </a:lnTo>
                  <a:lnTo>
                    <a:pt x="1240129" y="1694165"/>
                  </a:lnTo>
                  <a:lnTo>
                    <a:pt x="1240112" y="1694169"/>
                  </a:lnTo>
                  <a:lnTo>
                    <a:pt x="1240079" y="1694164"/>
                  </a:lnTo>
                  <a:lnTo>
                    <a:pt x="1240087" y="1694125"/>
                  </a:lnTo>
                  <a:lnTo>
                    <a:pt x="1240092" y="1694119"/>
                  </a:lnTo>
                  <a:lnTo>
                    <a:pt x="1240099" y="1694102"/>
                  </a:lnTo>
                  <a:lnTo>
                    <a:pt x="1240102" y="1694056"/>
                  </a:lnTo>
                  <a:lnTo>
                    <a:pt x="1240106" y="1694048"/>
                  </a:lnTo>
                  <a:lnTo>
                    <a:pt x="1240112" y="1694038"/>
                  </a:lnTo>
                  <a:lnTo>
                    <a:pt x="1240118" y="1694032"/>
                  </a:lnTo>
                  <a:lnTo>
                    <a:pt x="1240135" y="1694019"/>
                  </a:lnTo>
                  <a:lnTo>
                    <a:pt x="1240153" y="1694006"/>
                  </a:lnTo>
                  <a:lnTo>
                    <a:pt x="1240165" y="1693996"/>
                  </a:lnTo>
                  <a:lnTo>
                    <a:pt x="1240169" y="1693990"/>
                  </a:lnTo>
                  <a:lnTo>
                    <a:pt x="1240181" y="1693971"/>
                  </a:lnTo>
                  <a:lnTo>
                    <a:pt x="1240191" y="1693962"/>
                  </a:lnTo>
                  <a:lnTo>
                    <a:pt x="1240198" y="1693958"/>
                  </a:lnTo>
                  <a:lnTo>
                    <a:pt x="1240215" y="1693946"/>
                  </a:lnTo>
                  <a:lnTo>
                    <a:pt x="1240225" y="1693937"/>
                  </a:lnTo>
                  <a:lnTo>
                    <a:pt x="1240229" y="1693930"/>
                  </a:lnTo>
                  <a:lnTo>
                    <a:pt x="1240232" y="1693911"/>
                  </a:lnTo>
                  <a:lnTo>
                    <a:pt x="1240230" y="1693893"/>
                  </a:lnTo>
                  <a:lnTo>
                    <a:pt x="1240230" y="1693874"/>
                  </a:lnTo>
                  <a:lnTo>
                    <a:pt x="1240234" y="1693856"/>
                  </a:lnTo>
                  <a:lnTo>
                    <a:pt x="1240239" y="1693838"/>
                  </a:lnTo>
                  <a:lnTo>
                    <a:pt x="1240244" y="1693826"/>
                  </a:lnTo>
                  <a:lnTo>
                    <a:pt x="1240244" y="1693819"/>
                  </a:lnTo>
                  <a:lnTo>
                    <a:pt x="1240245" y="1693800"/>
                  </a:lnTo>
                  <a:lnTo>
                    <a:pt x="1240245" y="1693782"/>
                  </a:lnTo>
                  <a:lnTo>
                    <a:pt x="1240244" y="1693763"/>
                  </a:lnTo>
                  <a:lnTo>
                    <a:pt x="1240241" y="1693745"/>
                  </a:lnTo>
                  <a:lnTo>
                    <a:pt x="1240238" y="1693726"/>
                  </a:lnTo>
                  <a:lnTo>
                    <a:pt x="1240236" y="1693706"/>
                  </a:lnTo>
                  <a:lnTo>
                    <a:pt x="1240238" y="1693697"/>
                  </a:lnTo>
                  <a:lnTo>
                    <a:pt x="1240240" y="1693690"/>
                  </a:lnTo>
                  <a:lnTo>
                    <a:pt x="1240249" y="1693676"/>
                  </a:lnTo>
                  <a:lnTo>
                    <a:pt x="1240253" y="1693672"/>
                  </a:lnTo>
                  <a:lnTo>
                    <a:pt x="1240271" y="1693660"/>
                  </a:lnTo>
                  <a:lnTo>
                    <a:pt x="1240282" y="1693653"/>
                  </a:lnTo>
                  <a:lnTo>
                    <a:pt x="1240287" y="1693649"/>
                  </a:lnTo>
                  <a:lnTo>
                    <a:pt x="1240305" y="1693643"/>
                  </a:lnTo>
                  <a:lnTo>
                    <a:pt x="1240322" y="1693640"/>
                  </a:lnTo>
                  <a:lnTo>
                    <a:pt x="1240340" y="1693637"/>
                  </a:lnTo>
                  <a:lnTo>
                    <a:pt x="1240346" y="1693628"/>
                  </a:lnTo>
                  <a:lnTo>
                    <a:pt x="1240345" y="1693618"/>
                  </a:lnTo>
                  <a:lnTo>
                    <a:pt x="1240340" y="1693600"/>
                  </a:lnTo>
                  <a:lnTo>
                    <a:pt x="1240340" y="1693581"/>
                  </a:lnTo>
                  <a:lnTo>
                    <a:pt x="1240340" y="1693573"/>
                  </a:lnTo>
                  <a:lnTo>
                    <a:pt x="1240344" y="1693563"/>
                  </a:lnTo>
                  <a:lnTo>
                    <a:pt x="1240351" y="1693544"/>
                  </a:lnTo>
                  <a:lnTo>
                    <a:pt x="1240359" y="1693528"/>
                  </a:lnTo>
                  <a:lnTo>
                    <a:pt x="1240367" y="1693508"/>
                  </a:lnTo>
                  <a:lnTo>
                    <a:pt x="1240374" y="1693496"/>
                  </a:lnTo>
                  <a:lnTo>
                    <a:pt x="1240374" y="1693489"/>
                  </a:lnTo>
                  <a:lnTo>
                    <a:pt x="1240372" y="1693471"/>
                  </a:lnTo>
                  <a:lnTo>
                    <a:pt x="1240368" y="1693452"/>
                  </a:lnTo>
                  <a:lnTo>
                    <a:pt x="1240362" y="1693433"/>
                  </a:lnTo>
                  <a:lnTo>
                    <a:pt x="1240356" y="1693415"/>
                  </a:lnTo>
                  <a:lnTo>
                    <a:pt x="1240348" y="1693396"/>
                  </a:lnTo>
                  <a:lnTo>
                    <a:pt x="1240344" y="1693390"/>
                  </a:lnTo>
                  <a:lnTo>
                    <a:pt x="1240333" y="1693343"/>
                  </a:lnTo>
                  <a:lnTo>
                    <a:pt x="1240332" y="1693334"/>
                  </a:lnTo>
                  <a:lnTo>
                    <a:pt x="1240328" y="1693325"/>
                  </a:lnTo>
                  <a:lnTo>
                    <a:pt x="1240321" y="1693306"/>
                  </a:lnTo>
                  <a:lnTo>
                    <a:pt x="1240321" y="1693296"/>
                  </a:lnTo>
                  <a:lnTo>
                    <a:pt x="1240317" y="1693288"/>
                  </a:lnTo>
                  <a:lnTo>
                    <a:pt x="1240312" y="1693269"/>
                  </a:lnTo>
                  <a:lnTo>
                    <a:pt x="1240308" y="1693251"/>
                  </a:lnTo>
                  <a:lnTo>
                    <a:pt x="1240304" y="1693240"/>
                  </a:lnTo>
                  <a:lnTo>
                    <a:pt x="1240304" y="1693232"/>
                  </a:lnTo>
                  <a:lnTo>
                    <a:pt x="1240301" y="1693222"/>
                  </a:lnTo>
                  <a:lnTo>
                    <a:pt x="1240302" y="1693215"/>
                  </a:lnTo>
                  <a:lnTo>
                    <a:pt x="1240304" y="1693201"/>
                  </a:lnTo>
                  <a:lnTo>
                    <a:pt x="1240308" y="1693195"/>
                  </a:lnTo>
                  <a:lnTo>
                    <a:pt x="1240315" y="1693185"/>
                  </a:lnTo>
                  <a:lnTo>
                    <a:pt x="1240320" y="1693178"/>
                  </a:lnTo>
                  <a:lnTo>
                    <a:pt x="1240332" y="1693166"/>
                  </a:lnTo>
                  <a:lnTo>
                    <a:pt x="1240336" y="1693163"/>
                  </a:lnTo>
                  <a:lnTo>
                    <a:pt x="1240341" y="1693161"/>
                  </a:lnTo>
                  <a:lnTo>
                    <a:pt x="1240354" y="1693160"/>
                  </a:lnTo>
                  <a:lnTo>
                    <a:pt x="1240371" y="1693157"/>
                  </a:lnTo>
                  <a:lnTo>
                    <a:pt x="1240380" y="1693150"/>
                  </a:lnTo>
                  <a:lnTo>
                    <a:pt x="1240387" y="1693141"/>
                  </a:lnTo>
                  <a:lnTo>
                    <a:pt x="1240389" y="1693123"/>
                  </a:lnTo>
                  <a:lnTo>
                    <a:pt x="1240390" y="1693104"/>
                  </a:lnTo>
                  <a:lnTo>
                    <a:pt x="1240391" y="1693086"/>
                  </a:lnTo>
                  <a:lnTo>
                    <a:pt x="1240391" y="1693072"/>
                  </a:lnTo>
                  <a:lnTo>
                    <a:pt x="1240394" y="1693067"/>
                  </a:lnTo>
                  <a:lnTo>
                    <a:pt x="1240401" y="1693049"/>
                  </a:lnTo>
                  <a:lnTo>
                    <a:pt x="1240413" y="1693031"/>
                  </a:lnTo>
                  <a:lnTo>
                    <a:pt x="1240419" y="1693015"/>
                  </a:lnTo>
                  <a:lnTo>
                    <a:pt x="1240423" y="1692994"/>
                  </a:lnTo>
                  <a:lnTo>
                    <a:pt x="1240422" y="1692975"/>
                  </a:lnTo>
                  <a:lnTo>
                    <a:pt x="1240423" y="1692965"/>
                  </a:lnTo>
                  <a:lnTo>
                    <a:pt x="1240427" y="1692956"/>
                  </a:lnTo>
                  <a:lnTo>
                    <a:pt x="1240443" y="1692939"/>
                  </a:lnTo>
                  <a:lnTo>
                    <a:pt x="1240458" y="1692922"/>
                  </a:lnTo>
                  <a:lnTo>
                    <a:pt x="1240468" y="1692904"/>
                  </a:lnTo>
                  <a:lnTo>
                    <a:pt x="1240474" y="1692893"/>
                  </a:lnTo>
                  <a:lnTo>
                    <a:pt x="1240477" y="1692885"/>
                  </a:lnTo>
                  <a:lnTo>
                    <a:pt x="1240480" y="1692877"/>
                  </a:lnTo>
                  <a:lnTo>
                    <a:pt x="1240480" y="1692867"/>
                  </a:lnTo>
                  <a:lnTo>
                    <a:pt x="1240469" y="1692841"/>
                  </a:lnTo>
                  <a:lnTo>
                    <a:pt x="1240463" y="1692801"/>
                  </a:lnTo>
                  <a:lnTo>
                    <a:pt x="1240458" y="1692796"/>
                  </a:lnTo>
                  <a:lnTo>
                    <a:pt x="1240445" y="1692779"/>
                  </a:lnTo>
                  <a:lnTo>
                    <a:pt x="1240436" y="1692769"/>
                  </a:lnTo>
                  <a:lnTo>
                    <a:pt x="1240429" y="1692766"/>
                  </a:lnTo>
                  <a:lnTo>
                    <a:pt x="1240411" y="1692754"/>
                  </a:lnTo>
                  <a:lnTo>
                    <a:pt x="1240394" y="1692734"/>
                  </a:lnTo>
                  <a:lnTo>
                    <a:pt x="1240382" y="1692718"/>
                  </a:lnTo>
                  <a:lnTo>
                    <a:pt x="1240366" y="1692700"/>
                  </a:lnTo>
                  <a:lnTo>
                    <a:pt x="1240356" y="1692691"/>
                  </a:lnTo>
                  <a:lnTo>
                    <a:pt x="1240349" y="1692689"/>
                  </a:lnTo>
                  <a:lnTo>
                    <a:pt x="1240331" y="1692679"/>
                  </a:lnTo>
                  <a:lnTo>
                    <a:pt x="1240314" y="1692667"/>
                  </a:lnTo>
                  <a:lnTo>
                    <a:pt x="1240307" y="1692664"/>
                  </a:lnTo>
                  <a:lnTo>
                    <a:pt x="1240296" y="1692654"/>
                  </a:lnTo>
                  <a:lnTo>
                    <a:pt x="1240280" y="1692640"/>
                  </a:lnTo>
                  <a:lnTo>
                    <a:pt x="1240263" y="1692624"/>
                  </a:lnTo>
                  <a:lnTo>
                    <a:pt x="1240253" y="1692617"/>
                  </a:lnTo>
                  <a:lnTo>
                    <a:pt x="1240227" y="1692582"/>
                  </a:lnTo>
                  <a:lnTo>
                    <a:pt x="1240208" y="1692561"/>
                  </a:lnTo>
                  <a:lnTo>
                    <a:pt x="1240192" y="1692545"/>
                  </a:lnTo>
                  <a:lnTo>
                    <a:pt x="1240139" y="1692502"/>
                  </a:lnTo>
                  <a:lnTo>
                    <a:pt x="1240121" y="1692485"/>
                  </a:lnTo>
                  <a:lnTo>
                    <a:pt x="1240104" y="1692472"/>
                  </a:lnTo>
                  <a:lnTo>
                    <a:pt x="1240086" y="1692462"/>
                  </a:lnTo>
                  <a:lnTo>
                    <a:pt x="1240069" y="1692454"/>
                  </a:lnTo>
                  <a:lnTo>
                    <a:pt x="1240053" y="1692454"/>
                  </a:lnTo>
                  <a:lnTo>
                    <a:pt x="1240034" y="1692455"/>
                  </a:lnTo>
                  <a:lnTo>
                    <a:pt x="1240016" y="1692455"/>
                  </a:lnTo>
                  <a:lnTo>
                    <a:pt x="1239999" y="1692456"/>
                  </a:lnTo>
                  <a:lnTo>
                    <a:pt x="1239981" y="1692459"/>
                  </a:lnTo>
                  <a:lnTo>
                    <a:pt x="1239966" y="1692462"/>
                  </a:lnTo>
                  <a:lnTo>
                    <a:pt x="1239953" y="1692474"/>
                  </a:lnTo>
                  <a:lnTo>
                    <a:pt x="1239951" y="1692481"/>
                  </a:lnTo>
                  <a:lnTo>
                    <a:pt x="1239951" y="1692499"/>
                  </a:lnTo>
                  <a:lnTo>
                    <a:pt x="1239947" y="1692518"/>
                  </a:lnTo>
                  <a:lnTo>
                    <a:pt x="1239944" y="1692529"/>
                  </a:lnTo>
                  <a:lnTo>
                    <a:pt x="1239939" y="1692536"/>
                  </a:lnTo>
                  <a:lnTo>
                    <a:pt x="1239929" y="1692554"/>
                  </a:lnTo>
                  <a:lnTo>
                    <a:pt x="1239913" y="1692572"/>
                  </a:lnTo>
                  <a:lnTo>
                    <a:pt x="1239896" y="1692587"/>
                  </a:lnTo>
                  <a:lnTo>
                    <a:pt x="1239882" y="1692597"/>
                  </a:lnTo>
                  <a:lnTo>
                    <a:pt x="1239847" y="1692613"/>
                  </a:lnTo>
                  <a:lnTo>
                    <a:pt x="1239829" y="1692617"/>
                  </a:lnTo>
                  <a:lnTo>
                    <a:pt x="1239812" y="1692622"/>
                  </a:lnTo>
                  <a:lnTo>
                    <a:pt x="1239794" y="1692621"/>
                  </a:lnTo>
                  <a:lnTo>
                    <a:pt x="1239777" y="1692622"/>
                  </a:lnTo>
                  <a:lnTo>
                    <a:pt x="1239759" y="1692621"/>
                  </a:lnTo>
                  <a:lnTo>
                    <a:pt x="1239751" y="1692617"/>
                  </a:lnTo>
                  <a:lnTo>
                    <a:pt x="1239742" y="1692615"/>
                  </a:lnTo>
                  <a:lnTo>
                    <a:pt x="1239724" y="1692612"/>
                  </a:lnTo>
                  <a:lnTo>
                    <a:pt x="1239707" y="1692609"/>
                  </a:lnTo>
                  <a:lnTo>
                    <a:pt x="1239689" y="1692605"/>
                  </a:lnTo>
                  <a:lnTo>
                    <a:pt x="1239672" y="1692604"/>
                  </a:lnTo>
                  <a:lnTo>
                    <a:pt x="1239655" y="1692604"/>
                  </a:lnTo>
                  <a:lnTo>
                    <a:pt x="1239637" y="1692606"/>
                  </a:lnTo>
                  <a:lnTo>
                    <a:pt x="1239620" y="1692612"/>
                  </a:lnTo>
                  <a:lnTo>
                    <a:pt x="1239607" y="1692618"/>
                  </a:lnTo>
                  <a:lnTo>
                    <a:pt x="1239602" y="1692618"/>
                  </a:lnTo>
                  <a:lnTo>
                    <a:pt x="1239584" y="1692620"/>
                  </a:lnTo>
                  <a:lnTo>
                    <a:pt x="1239567" y="1692620"/>
                  </a:lnTo>
                  <a:lnTo>
                    <a:pt x="1239558" y="1692620"/>
                  </a:lnTo>
                  <a:lnTo>
                    <a:pt x="1239549" y="1692617"/>
                  </a:lnTo>
                  <a:lnTo>
                    <a:pt x="1239532" y="1692611"/>
                  </a:lnTo>
                  <a:lnTo>
                    <a:pt x="1239515" y="1692604"/>
                  </a:lnTo>
                  <a:lnTo>
                    <a:pt x="1239505" y="1692603"/>
                  </a:lnTo>
                  <a:lnTo>
                    <a:pt x="1239497" y="1692606"/>
                  </a:lnTo>
                  <a:lnTo>
                    <a:pt x="1239487" y="1692609"/>
                  </a:lnTo>
                  <a:lnTo>
                    <a:pt x="1239480" y="1692609"/>
                  </a:lnTo>
                  <a:lnTo>
                    <a:pt x="1239462" y="1692615"/>
                  </a:lnTo>
                  <a:lnTo>
                    <a:pt x="1239445" y="1692615"/>
                  </a:lnTo>
                  <a:lnTo>
                    <a:pt x="1239427" y="1692613"/>
                  </a:lnTo>
                  <a:lnTo>
                    <a:pt x="1239410" y="1692601"/>
                  </a:lnTo>
                  <a:lnTo>
                    <a:pt x="1239399" y="1692593"/>
                  </a:lnTo>
                  <a:lnTo>
                    <a:pt x="1239392" y="1692590"/>
                  </a:lnTo>
                  <a:lnTo>
                    <a:pt x="1239382" y="1692587"/>
                  </a:lnTo>
                  <a:lnTo>
                    <a:pt x="1239375" y="1692581"/>
                  </a:lnTo>
                  <a:lnTo>
                    <a:pt x="1239357" y="1692571"/>
                  </a:lnTo>
                  <a:lnTo>
                    <a:pt x="1239340" y="1692558"/>
                  </a:lnTo>
                  <a:lnTo>
                    <a:pt x="1239323" y="1692548"/>
                  </a:lnTo>
                  <a:lnTo>
                    <a:pt x="1239313" y="1692542"/>
                  </a:lnTo>
                  <a:lnTo>
                    <a:pt x="1239305" y="1692539"/>
                  </a:lnTo>
                  <a:lnTo>
                    <a:pt x="1239288" y="1692534"/>
                  </a:lnTo>
                  <a:lnTo>
                    <a:pt x="1239270" y="1692531"/>
                  </a:lnTo>
                  <a:lnTo>
                    <a:pt x="1239253" y="1692527"/>
                  </a:lnTo>
                  <a:lnTo>
                    <a:pt x="1239235" y="1692525"/>
                  </a:lnTo>
                  <a:lnTo>
                    <a:pt x="1239218" y="1692523"/>
                  </a:lnTo>
                  <a:lnTo>
                    <a:pt x="1239200" y="1692520"/>
                  </a:lnTo>
                  <a:lnTo>
                    <a:pt x="1239183" y="1692516"/>
                  </a:lnTo>
                  <a:lnTo>
                    <a:pt x="1239171" y="1692511"/>
                  </a:lnTo>
                  <a:lnTo>
                    <a:pt x="1239166" y="1692504"/>
                  </a:lnTo>
                  <a:lnTo>
                    <a:pt x="1239159" y="1692486"/>
                  </a:lnTo>
                  <a:lnTo>
                    <a:pt x="1239156" y="1692467"/>
                  </a:lnTo>
                  <a:lnTo>
                    <a:pt x="1239153" y="1692449"/>
                  </a:lnTo>
                  <a:lnTo>
                    <a:pt x="1239150" y="1692432"/>
                  </a:lnTo>
                  <a:lnTo>
                    <a:pt x="1239145" y="1692413"/>
                  </a:lnTo>
                  <a:lnTo>
                    <a:pt x="1239140" y="1692401"/>
                  </a:lnTo>
                  <a:lnTo>
                    <a:pt x="1239136" y="1692393"/>
                  </a:lnTo>
                  <a:lnTo>
                    <a:pt x="1239121" y="1692377"/>
                  </a:lnTo>
                  <a:lnTo>
                    <a:pt x="1239116" y="1692370"/>
                  </a:lnTo>
                  <a:lnTo>
                    <a:pt x="1239108" y="1692344"/>
                  </a:lnTo>
                  <a:lnTo>
                    <a:pt x="1239102" y="1692324"/>
                  </a:lnTo>
                  <a:lnTo>
                    <a:pt x="1239100" y="1692315"/>
                  </a:lnTo>
                  <a:lnTo>
                    <a:pt x="1239097" y="1692308"/>
                  </a:lnTo>
                  <a:lnTo>
                    <a:pt x="1239089" y="1692287"/>
                  </a:lnTo>
                  <a:lnTo>
                    <a:pt x="1239084" y="1692268"/>
                  </a:lnTo>
                  <a:lnTo>
                    <a:pt x="1239077" y="1692250"/>
                  </a:lnTo>
                  <a:lnTo>
                    <a:pt x="1239069" y="1692230"/>
                  </a:lnTo>
                  <a:lnTo>
                    <a:pt x="1239062" y="1692213"/>
                  </a:lnTo>
                  <a:lnTo>
                    <a:pt x="1239054" y="1692194"/>
                  </a:lnTo>
                  <a:lnTo>
                    <a:pt x="1239048" y="1692176"/>
                  </a:lnTo>
                  <a:lnTo>
                    <a:pt x="1239041" y="1692157"/>
                  </a:lnTo>
                  <a:lnTo>
                    <a:pt x="1239036" y="1692148"/>
                  </a:lnTo>
                  <a:lnTo>
                    <a:pt x="1239034" y="1692139"/>
                  </a:lnTo>
                  <a:lnTo>
                    <a:pt x="1239026" y="1692120"/>
                  </a:lnTo>
                  <a:lnTo>
                    <a:pt x="1239024" y="1692113"/>
                  </a:lnTo>
                  <a:lnTo>
                    <a:pt x="1239017" y="1692102"/>
                  </a:lnTo>
                  <a:lnTo>
                    <a:pt x="1239004" y="1692083"/>
                  </a:lnTo>
                  <a:lnTo>
                    <a:pt x="1238989" y="1692067"/>
                  </a:lnTo>
                  <a:lnTo>
                    <a:pt x="1238974" y="1692053"/>
                  </a:lnTo>
                  <a:lnTo>
                    <a:pt x="1238956" y="1692040"/>
                  </a:lnTo>
                  <a:lnTo>
                    <a:pt x="1238947" y="1692031"/>
                  </a:lnTo>
                  <a:lnTo>
                    <a:pt x="1238940" y="1692027"/>
                  </a:lnTo>
                  <a:lnTo>
                    <a:pt x="1238923" y="1692016"/>
                  </a:lnTo>
                  <a:lnTo>
                    <a:pt x="1238905" y="1692006"/>
                  </a:lnTo>
                  <a:lnTo>
                    <a:pt x="1238888" y="1691992"/>
                  </a:lnTo>
                  <a:lnTo>
                    <a:pt x="1238881" y="1691985"/>
                  </a:lnTo>
                  <a:lnTo>
                    <a:pt x="1238877" y="1691974"/>
                  </a:lnTo>
                  <a:lnTo>
                    <a:pt x="1238874" y="1691963"/>
                  </a:lnTo>
                  <a:lnTo>
                    <a:pt x="1238874" y="1691955"/>
                  </a:lnTo>
                  <a:lnTo>
                    <a:pt x="1238870" y="1691937"/>
                  </a:lnTo>
                  <a:lnTo>
                    <a:pt x="1238868" y="1691918"/>
                  </a:lnTo>
                  <a:lnTo>
                    <a:pt x="1238868" y="1691900"/>
                  </a:lnTo>
                  <a:lnTo>
                    <a:pt x="1238866" y="1691890"/>
                  </a:lnTo>
                  <a:lnTo>
                    <a:pt x="1238861" y="1691884"/>
                  </a:lnTo>
                  <a:lnTo>
                    <a:pt x="1238842" y="1691871"/>
                  </a:lnTo>
                  <a:lnTo>
                    <a:pt x="1238824" y="1691859"/>
                  </a:lnTo>
                  <a:lnTo>
                    <a:pt x="1238807" y="1691844"/>
                  </a:lnTo>
                  <a:lnTo>
                    <a:pt x="1238792" y="1691828"/>
                  </a:lnTo>
                  <a:lnTo>
                    <a:pt x="1238785" y="1691818"/>
                  </a:lnTo>
                  <a:lnTo>
                    <a:pt x="1238782" y="1691809"/>
                  </a:lnTo>
                  <a:lnTo>
                    <a:pt x="1238771" y="1691791"/>
                  </a:lnTo>
                  <a:lnTo>
                    <a:pt x="1238767" y="1691781"/>
                  </a:lnTo>
                  <a:lnTo>
                    <a:pt x="1238760" y="1691771"/>
                  </a:lnTo>
                  <a:lnTo>
                    <a:pt x="1238755" y="1691770"/>
                  </a:lnTo>
                  <a:lnTo>
                    <a:pt x="1238744" y="1691775"/>
                  </a:lnTo>
                  <a:lnTo>
                    <a:pt x="1238729" y="1691780"/>
                  </a:lnTo>
                  <a:lnTo>
                    <a:pt x="1238709" y="1691783"/>
                  </a:lnTo>
                  <a:lnTo>
                    <a:pt x="1238692" y="1691783"/>
                  </a:lnTo>
                  <a:lnTo>
                    <a:pt x="1238674" y="1691782"/>
                  </a:lnTo>
                  <a:lnTo>
                    <a:pt x="1238657" y="1691778"/>
                  </a:lnTo>
                  <a:lnTo>
                    <a:pt x="1238623" y="1691768"/>
                  </a:lnTo>
                  <a:lnTo>
                    <a:pt x="1238616" y="1691764"/>
                  </a:lnTo>
                  <a:lnTo>
                    <a:pt x="1238599" y="1691756"/>
                  </a:lnTo>
                  <a:lnTo>
                    <a:pt x="1238581" y="1691743"/>
                  </a:lnTo>
                  <a:lnTo>
                    <a:pt x="1238564" y="1691734"/>
                  </a:lnTo>
                  <a:lnTo>
                    <a:pt x="1238554" y="1691727"/>
                  </a:lnTo>
                  <a:lnTo>
                    <a:pt x="1238546" y="1691725"/>
                  </a:lnTo>
                  <a:lnTo>
                    <a:pt x="1238529" y="1691718"/>
                  </a:lnTo>
                  <a:lnTo>
                    <a:pt x="1238511" y="1691714"/>
                  </a:lnTo>
                  <a:lnTo>
                    <a:pt x="1238494" y="1691714"/>
                  </a:lnTo>
                  <a:lnTo>
                    <a:pt x="1238476" y="1691716"/>
                  </a:lnTo>
                  <a:lnTo>
                    <a:pt x="1238459" y="1691719"/>
                  </a:lnTo>
                  <a:lnTo>
                    <a:pt x="1238452" y="1691719"/>
                  </a:lnTo>
                  <a:lnTo>
                    <a:pt x="1238441" y="1691723"/>
                  </a:lnTo>
                  <a:lnTo>
                    <a:pt x="1238424" y="1691725"/>
                  </a:lnTo>
                  <a:lnTo>
                    <a:pt x="1238406" y="1691726"/>
                  </a:lnTo>
                  <a:lnTo>
                    <a:pt x="1238389" y="1691729"/>
                  </a:lnTo>
                  <a:lnTo>
                    <a:pt x="1238372" y="1691727"/>
                  </a:lnTo>
                  <a:lnTo>
                    <a:pt x="1238362" y="1691722"/>
                  </a:lnTo>
                  <a:lnTo>
                    <a:pt x="1238357" y="1691714"/>
                  </a:lnTo>
                  <a:lnTo>
                    <a:pt x="1238355" y="1691694"/>
                  </a:lnTo>
                  <a:lnTo>
                    <a:pt x="1238358" y="1691677"/>
                  </a:lnTo>
                  <a:lnTo>
                    <a:pt x="1238361" y="1691658"/>
                  </a:lnTo>
                  <a:lnTo>
                    <a:pt x="1238362" y="1691641"/>
                  </a:lnTo>
                  <a:lnTo>
                    <a:pt x="1238358" y="1691621"/>
                  </a:lnTo>
                  <a:lnTo>
                    <a:pt x="1238352" y="1691603"/>
                  </a:lnTo>
                  <a:lnTo>
                    <a:pt x="1238346" y="1691584"/>
                  </a:lnTo>
                  <a:lnTo>
                    <a:pt x="1238339" y="1691566"/>
                  </a:lnTo>
                  <a:lnTo>
                    <a:pt x="1238330" y="1691547"/>
                  </a:lnTo>
                  <a:lnTo>
                    <a:pt x="1238316" y="1691533"/>
                  </a:lnTo>
                  <a:lnTo>
                    <a:pt x="1238306" y="1691530"/>
                  </a:lnTo>
                  <a:lnTo>
                    <a:pt x="1238296" y="1691530"/>
                  </a:lnTo>
                  <a:lnTo>
                    <a:pt x="1238285" y="1691526"/>
                  </a:lnTo>
                  <a:lnTo>
                    <a:pt x="1238279" y="1691520"/>
                  </a:lnTo>
                  <a:lnTo>
                    <a:pt x="1238278" y="1691502"/>
                  </a:lnTo>
                  <a:lnTo>
                    <a:pt x="1238278" y="1691483"/>
                  </a:lnTo>
                  <a:lnTo>
                    <a:pt x="1238278" y="1691464"/>
                  </a:lnTo>
                  <a:lnTo>
                    <a:pt x="1238277" y="1691446"/>
                  </a:lnTo>
                  <a:lnTo>
                    <a:pt x="1238275" y="1691427"/>
                  </a:lnTo>
                  <a:lnTo>
                    <a:pt x="1238272" y="1691409"/>
                  </a:lnTo>
                  <a:lnTo>
                    <a:pt x="1238272" y="1691390"/>
                  </a:lnTo>
                  <a:lnTo>
                    <a:pt x="1238269" y="1691375"/>
                  </a:lnTo>
                  <a:lnTo>
                    <a:pt x="1238258" y="1691336"/>
                  </a:lnTo>
                  <a:lnTo>
                    <a:pt x="1238251" y="1691319"/>
                  </a:lnTo>
                  <a:lnTo>
                    <a:pt x="1238246" y="1691310"/>
                  </a:lnTo>
                  <a:lnTo>
                    <a:pt x="1238244" y="1691300"/>
                  </a:lnTo>
                  <a:lnTo>
                    <a:pt x="1238240" y="1691292"/>
                  </a:lnTo>
                  <a:lnTo>
                    <a:pt x="1238240" y="1691282"/>
                  </a:lnTo>
                  <a:lnTo>
                    <a:pt x="1238246" y="1691263"/>
                  </a:lnTo>
                  <a:lnTo>
                    <a:pt x="1238255" y="1691245"/>
                  </a:lnTo>
                  <a:lnTo>
                    <a:pt x="1238264" y="1691226"/>
                  </a:lnTo>
                  <a:lnTo>
                    <a:pt x="1238273" y="1691208"/>
                  </a:lnTo>
                  <a:lnTo>
                    <a:pt x="1238284" y="1691189"/>
                  </a:lnTo>
                  <a:lnTo>
                    <a:pt x="1238295" y="1691171"/>
                  </a:lnTo>
                  <a:lnTo>
                    <a:pt x="1238307" y="1691153"/>
                  </a:lnTo>
                  <a:lnTo>
                    <a:pt x="1238321" y="1691133"/>
                  </a:lnTo>
                  <a:lnTo>
                    <a:pt x="1238331" y="1691117"/>
                  </a:lnTo>
                  <a:lnTo>
                    <a:pt x="1238336" y="1691107"/>
                  </a:lnTo>
                  <a:lnTo>
                    <a:pt x="1238337" y="1691096"/>
                  </a:lnTo>
                  <a:lnTo>
                    <a:pt x="1238336" y="1691080"/>
                  </a:lnTo>
                  <a:lnTo>
                    <a:pt x="1238332" y="1691062"/>
                  </a:lnTo>
                  <a:lnTo>
                    <a:pt x="1238331" y="1691053"/>
                  </a:lnTo>
                  <a:lnTo>
                    <a:pt x="1238332" y="1691043"/>
                  </a:lnTo>
                  <a:lnTo>
                    <a:pt x="1238344" y="1690998"/>
                  </a:lnTo>
                  <a:lnTo>
                    <a:pt x="1238332" y="1690989"/>
                  </a:lnTo>
                  <a:lnTo>
                    <a:pt x="1238311" y="1690989"/>
                  </a:lnTo>
                  <a:lnTo>
                    <a:pt x="1238283" y="1691002"/>
                  </a:lnTo>
                  <a:lnTo>
                    <a:pt x="1238266" y="1691008"/>
                  </a:lnTo>
                  <a:lnTo>
                    <a:pt x="1238248" y="1691014"/>
                  </a:lnTo>
                  <a:lnTo>
                    <a:pt x="1238237" y="1691016"/>
                  </a:lnTo>
                  <a:lnTo>
                    <a:pt x="1238213" y="1691028"/>
                  </a:lnTo>
                  <a:lnTo>
                    <a:pt x="1238196" y="1691038"/>
                  </a:lnTo>
                  <a:lnTo>
                    <a:pt x="1238178" y="1691043"/>
                  </a:lnTo>
                  <a:lnTo>
                    <a:pt x="1238168" y="1691045"/>
                  </a:lnTo>
                  <a:lnTo>
                    <a:pt x="1238161" y="1691043"/>
                  </a:lnTo>
                  <a:lnTo>
                    <a:pt x="1238144" y="1691040"/>
                  </a:lnTo>
                  <a:lnTo>
                    <a:pt x="1238126" y="1691036"/>
                  </a:lnTo>
                  <a:lnTo>
                    <a:pt x="1238114" y="1691033"/>
                  </a:lnTo>
                  <a:lnTo>
                    <a:pt x="1238107" y="1691029"/>
                  </a:lnTo>
                  <a:lnTo>
                    <a:pt x="1238091" y="1691022"/>
                  </a:lnTo>
                  <a:lnTo>
                    <a:pt x="1238073" y="1691013"/>
                  </a:lnTo>
                  <a:lnTo>
                    <a:pt x="1238055" y="1691002"/>
                  </a:lnTo>
                  <a:lnTo>
                    <a:pt x="1238049" y="1691001"/>
                  </a:lnTo>
                  <a:lnTo>
                    <a:pt x="1238039" y="1690996"/>
                  </a:lnTo>
                  <a:lnTo>
                    <a:pt x="1238021" y="1690991"/>
                  </a:lnTo>
                  <a:lnTo>
                    <a:pt x="1238004" y="1690987"/>
                  </a:lnTo>
                  <a:lnTo>
                    <a:pt x="1237985" y="1690985"/>
                  </a:lnTo>
                  <a:lnTo>
                    <a:pt x="1237969" y="1690982"/>
                  </a:lnTo>
                  <a:lnTo>
                    <a:pt x="1237952" y="1690981"/>
                  </a:lnTo>
                  <a:lnTo>
                    <a:pt x="1237909" y="1690980"/>
                  </a:lnTo>
                  <a:lnTo>
                    <a:pt x="1237892" y="1690979"/>
                  </a:lnTo>
                  <a:lnTo>
                    <a:pt x="1237874" y="1690979"/>
                  </a:lnTo>
                  <a:lnTo>
                    <a:pt x="1237857" y="1690982"/>
                  </a:lnTo>
                  <a:lnTo>
                    <a:pt x="1237841" y="1690984"/>
                  </a:lnTo>
                  <a:lnTo>
                    <a:pt x="1237822" y="1690991"/>
                  </a:lnTo>
                  <a:lnTo>
                    <a:pt x="1237805" y="1691001"/>
                  </a:lnTo>
                  <a:lnTo>
                    <a:pt x="1237787" y="1691011"/>
                  </a:lnTo>
                  <a:lnTo>
                    <a:pt x="1237779" y="1691014"/>
                  </a:lnTo>
                  <a:lnTo>
                    <a:pt x="1237769" y="1691022"/>
                  </a:lnTo>
                  <a:lnTo>
                    <a:pt x="1237752" y="1691034"/>
                  </a:lnTo>
                  <a:lnTo>
                    <a:pt x="1237734" y="1691046"/>
                  </a:lnTo>
                  <a:lnTo>
                    <a:pt x="1237717" y="1691064"/>
                  </a:lnTo>
                  <a:lnTo>
                    <a:pt x="1237707" y="1691070"/>
                  </a:lnTo>
                  <a:lnTo>
                    <a:pt x="1237699" y="1691070"/>
                  </a:lnTo>
                  <a:lnTo>
                    <a:pt x="1237686" y="1691068"/>
                  </a:lnTo>
                  <a:lnTo>
                    <a:pt x="1237682" y="1691066"/>
                  </a:lnTo>
                  <a:lnTo>
                    <a:pt x="1237664" y="1691062"/>
                  </a:lnTo>
                  <a:lnTo>
                    <a:pt x="1237647" y="1691064"/>
                  </a:lnTo>
                  <a:lnTo>
                    <a:pt x="1237631" y="1691065"/>
                  </a:lnTo>
                  <a:lnTo>
                    <a:pt x="1237612" y="1691062"/>
                  </a:lnTo>
                  <a:lnTo>
                    <a:pt x="1237594" y="1691061"/>
                  </a:lnTo>
                  <a:lnTo>
                    <a:pt x="1237577" y="1691061"/>
                  </a:lnTo>
                  <a:lnTo>
                    <a:pt x="1237560" y="1691067"/>
                  </a:lnTo>
                  <a:lnTo>
                    <a:pt x="1237542" y="1691079"/>
                  </a:lnTo>
                  <a:lnTo>
                    <a:pt x="1237524" y="1691086"/>
                  </a:lnTo>
                  <a:lnTo>
                    <a:pt x="1237513" y="1691093"/>
                  </a:lnTo>
                  <a:lnTo>
                    <a:pt x="1237508" y="1691100"/>
                  </a:lnTo>
                  <a:lnTo>
                    <a:pt x="1237496" y="1691108"/>
                  </a:lnTo>
                  <a:lnTo>
                    <a:pt x="1237490" y="1691108"/>
                  </a:lnTo>
                  <a:lnTo>
                    <a:pt x="1237473" y="1691112"/>
                  </a:lnTo>
                  <a:lnTo>
                    <a:pt x="1237461" y="1691114"/>
                  </a:lnTo>
                  <a:lnTo>
                    <a:pt x="1237439" y="1691124"/>
                  </a:lnTo>
                  <a:lnTo>
                    <a:pt x="1237433" y="1691128"/>
                  </a:lnTo>
                  <a:lnTo>
                    <a:pt x="1237421" y="1691130"/>
                  </a:lnTo>
                  <a:lnTo>
                    <a:pt x="1237410" y="1691131"/>
                  </a:lnTo>
                  <a:lnTo>
                    <a:pt x="1237404" y="1691130"/>
                  </a:lnTo>
                  <a:lnTo>
                    <a:pt x="1237386" y="1691131"/>
                  </a:lnTo>
                  <a:lnTo>
                    <a:pt x="1237369" y="1691133"/>
                  </a:lnTo>
                  <a:lnTo>
                    <a:pt x="1237352" y="1691133"/>
                  </a:lnTo>
                  <a:lnTo>
                    <a:pt x="1237310" y="1691140"/>
                  </a:lnTo>
                  <a:lnTo>
                    <a:pt x="1237292" y="1691144"/>
                  </a:lnTo>
                  <a:lnTo>
                    <a:pt x="1237279" y="1691149"/>
                  </a:lnTo>
                  <a:lnTo>
                    <a:pt x="1237274" y="1691153"/>
                  </a:lnTo>
                  <a:lnTo>
                    <a:pt x="1237263" y="1691158"/>
                  </a:lnTo>
                  <a:lnTo>
                    <a:pt x="1237257" y="1691163"/>
                  </a:lnTo>
                  <a:lnTo>
                    <a:pt x="1237239" y="1691176"/>
                  </a:lnTo>
                  <a:lnTo>
                    <a:pt x="1237231" y="1691182"/>
                  </a:lnTo>
                  <a:lnTo>
                    <a:pt x="1237224" y="1691191"/>
                  </a:lnTo>
                  <a:lnTo>
                    <a:pt x="1237218" y="1691198"/>
                  </a:lnTo>
                  <a:lnTo>
                    <a:pt x="1237210" y="1691204"/>
                  </a:lnTo>
                  <a:lnTo>
                    <a:pt x="1237203" y="1691207"/>
                  </a:lnTo>
                  <a:lnTo>
                    <a:pt x="1237190" y="1691208"/>
                  </a:lnTo>
                  <a:lnTo>
                    <a:pt x="1237173" y="1691214"/>
                  </a:lnTo>
                  <a:lnTo>
                    <a:pt x="1237155" y="1691223"/>
                  </a:lnTo>
                  <a:lnTo>
                    <a:pt x="1237138" y="1691235"/>
                  </a:lnTo>
                  <a:lnTo>
                    <a:pt x="1237133" y="1691245"/>
                  </a:lnTo>
                  <a:lnTo>
                    <a:pt x="1237133" y="1691253"/>
                  </a:lnTo>
                  <a:lnTo>
                    <a:pt x="1237134" y="1691267"/>
                  </a:lnTo>
                  <a:lnTo>
                    <a:pt x="1237137" y="1691272"/>
                  </a:lnTo>
                  <a:lnTo>
                    <a:pt x="1237142" y="1691290"/>
                  </a:lnTo>
                  <a:lnTo>
                    <a:pt x="1237144" y="1691309"/>
                  </a:lnTo>
                  <a:lnTo>
                    <a:pt x="1237144" y="1691315"/>
                  </a:lnTo>
                  <a:lnTo>
                    <a:pt x="1237141" y="1691321"/>
                  </a:lnTo>
                  <a:lnTo>
                    <a:pt x="1237135" y="1691326"/>
                  </a:lnTo>
                  <a:lnTo>
                    <a:pt x="1237122" y="1691336"/>
                  </a:lnTo>
                  <a:lnTo>
                    <a:pt x="1237119" y="1691341"/>
                  </a:lnTo>
                  <a:lnTo>
                    <a:pt x="1237112" y="1691352"/>
                  </a:lnTo>
                  <a:lnTo>
                    <a:pt x="1237109" y="1691360"/>
                  </a:lnTo>
                  <a:lnTo>
                    <a:pt x="1237098" y="1691378"/>
                  </a:lnTo>
                  <a:lnTo>
                    <a:pt x="1237087" y="1691389"/>
                  </a:lnTo>
                  <a:lnTo>
                    <a:pt x="1237080" y="1691392"/>
                  </a:lnTo>
                  <a:lnTo>
                    <a:pt x="1237063" y="1691400"/>
                  </a:lnTo>
                  <a:lnTo>
                    <a:pt x="1237053" y="1691405"/>
                  </a:lnTo>
                  <a:lnTo>
                    <a:pt x="1237047" y="1691411"/>
                  </a:lnTo>
                  <a:lnTo>
                    <a:pt x="1237039" y="1691432"/>
                  </a:lnTo>
                  <a:lnTo>
                    <a:pt x="1237029" y="1691446"/>
                  </a:lnTo>
                  <a:lnTo>
                    <a:pt x="1237011" y="1691447"/>
                  </a:lnTo>
                  <a:lnTo>
                    <a:pt x="1236992" y="1691443"/>
                  </a:lnTo>
                  <a:lnTo>
                    <a:pt x="1236974" y="1691444"/>
                  </a:lnTo>
                  <a:lnTo>
                    <a:pt x="1236958" y="1691444"/>
                  </a:lnTo>
                  <a:lnTo>
                    <a:pt x="1236944" y="1691439"/>
                  </a:lnTo>
                  <a:lnTo>
                    <a:pt x="1236936" y="1691439"/>
                  </a:lnTo>
                  <a:lnTo>
                    <a:pt x="1236926" y="1691442"/>
                  </a:lnTo>
                  <a:lnTo>
                    <a:pt x="1236921" y="1691446"/>
                  </a:lnTo>
                  <a:lnTo>
                    <a:pt x="1236906" y="1691451"/>
                  </a:lnTo>
                  <a:lnTo>
                    <a:pt x="1236894" y="1691449"/>
                  </a:lnTo>
                  <a:lnTo>
                    <a:pt x="1236888" y="1691441"/>
                  </a:lnTo>
                  <a:lnTo>
                    <a:pt x="1236875" y="1691423"/>
                  </a:lnTo>
                  <a:lnTo>
                    <a:pt x="1236865" y="1691415"/>
                  </a:lnTo>
                  <a:lnTo>
                    <a:pt x="1236858" y="1691414"/>
                  </a:lnTo>
                  <a:lnTo>
                    <a:pt x="1236840" y="1691418"/>
                  </a:lnTo>
                  <a:lnTo>
                    <a:pt x="1236822" y="1691421"/>
                  </a:lnTo>
                  <a:lnTo>
                    <a:pt x="1236816" y="1691422"/>
                  </a:lnTo>
                  <a:lnTo>
                    <a:pt x="1236805" y="1691423"/>
                  </a:lnTo>
                  <a:lnTo>
                    <a:pt x="1236799" y="1691426"/>
                  </a:lnTo>
                  <a:lnTo>
                    <a:pt x="1236790" y="1691425"/>
                  </a:lnTo>
                  <a:lnTo>
                    <a:pt x="1236770" y="1691420"/>
                  </a:lnTo>
                  <a:lnTo>
                    <a:pt x="1236762" y="1691416"/>
                  </a:lnTo>
                  <a:lnTo>
                    <a:pt x="1236753" y="1691414"/>
                  </a:lnTo>
                  <a:lnTo>
                    <a:pt x="1236740" y="1691414"/>
                  </a:lnTo>
                  <a:lnTo>
                    <a:pt x="1236735" y="1691417"/>
                  </a:lnTo>
                  <a:lnTo>
                    <a:pt x="1236725" y="1691421"/>
                  </a:lnTo>
                  <a:lnTo>
                    <a:pt x="1236718" y="1691420"/>
                  </a:lnTo>
                  <a:lnTo>
                    <a:pt x="1236700" y="1691419"/>
                  </a:lnTo>
                  <a:lnTo>
                    <a:pt x="1236685" y="1691419"/>
                  </a:lnTo>
                  <a:lnTo>
                    <a:pt x="1236665" y="1691423"/>
                  </a:lnTo>
                  <a:lnTo>
                    <a:pt x="1236657" y="1691425"/>
                  </a:lnTo>
                  <a:lnTo>
                    <a:pt x="1236647" y="1691425"/>
                  </a:lnTo>
                  <a:lnTo>
                    <a:pt x="1236630" y="1691429"/>
                  </a:lnTo>
                  <a:lnTo>
                    <a:pt x="1236613" y="1691434"/>
                  </a:lnTo>
                  <a:lnTo>
                    <a:pt x="1236595" y="1691442"/>
                  </a:lnTo>
                  <a:lnTo>
                    <a:pt x="1236578" y="1691453"/>
                  </a:lnTo>
                  <a:lnTo>
                    <a:pt x="1236560" y="1691457"/>
                  </a:lnTo>
                  <a:lnTo>
                    <a:pt x="1236548" y="1691458"/>
                  </a:lnTo>
                  <a:lnTo>
                    <a:pt x="1236543" y="1691457"/>
                  </a:lnTo>
                  <a:lnTo>
                    <a:pt x="1236525" y="1691457"/>
                  </a:lnTo>
                  <a:lnTo>
                    <a:pt x="1236508" y="1691456"/>
                  </a:lnTo>
                  <a:lnTo>
                    <a:pt x="1236500" y="1691456"/>
                  </a:lnTo>
                  <a:lnTo>
                    <a:pt x="1236486" y="1691439"/>
                  </a:lnTo>
                  <a:lnTo>
                    <a:pt x="1236474" y="1691423"/>
                  </a:lnTo>
                  <a:lnTo>
                    <a:pt x="1236474" y="1691413"/>
                  </a:lnTo>
                  <a:lnTo>
                    <a:pt x="1236474" y="1691402"/>
                  </a:lnTo>
                  <a:lnTo>
                    <a:pt x="1236472" y="1691395"/>
                  </a:lnTo>
                  <a:lnTo>
                    <a:pt x="1236458" y="1691379"/>
                  </a:lnTo>
                  <a:lnTo>
                    <a:pt x="1236439" y="1691364"/>
                  </a:lnTo>
                  <a:lnTo>
                    <a:pt x="1236423" y="1691346"/>
                  </a:lnTo>
                  <a:lnTo>
                    <a:pt x="1236416" y="1691337"/>
                  </a:lnTo>
                  <a:lnTo>
                    <a:pt x="1236417" y="1691328"/>
                  </a:lnTo>
                  <a:lnTo>
                    <a:pt x="1236423" y="1691310"/>
                  </a:lnTo>
                  <a:lnTo>
                    <a:pt x="1236429" y="1691291"/>
                  </a:lnTo>
                  <a:lnTo>
                    <a:pt x="1236427" y="1691284"/>
                  </a:lnTo>
                  <a:lnTo>
                    <a:pt x="1236416" y="1691279"/>
                  </a:lnTo>
                  <a:lnTo>
                    <a:pt x="1236399" y="1691275"/>
                  </a:lnTo>
                  <a:lnTo>
                    <a:pt x="1236383" y="1691267"/>
                  </a:lnTo>
                  <a:lnTo>
                    <a:pt x="1236367" y="1691248"/>
                  </a:lnTo>
                  <a:lnTo>
                    <a:pt x="1236359" y="1691240"/>
                  </a:lnTo>
                  <a:lnTo>
                    <a:pt x="1236352" y="1691231"/>
                  </a:lnTo>
                  <a:lnTo>
                    <a:pt x="1236345" y="1691219"/>
                  </a:lnTo>
                  <a:lnTo>
                    <a:pt x="1236343" y="1691212"/>
                  </a:lnTo>
                  <a:lnTo>
                    <a:pt x="1236337" y="1691193"/>
                  </a:lnTo>
                  <a:lnTo>
                    <a:pt x="1236333" y="1691183"/>
                  </a:lnTo>
                  <a:lnTo>
                    <a:pt x="1236324" y="1691177"/>
                  </a:lnTo>
                  <a:lnTo>
                    <a:pt x="1236315" y="1691176"/>
                  </a:lnTo>
                  <a:lnTo>
                    <a:pt x="1236309" y="1691169"/>
                  </a:lnTo>
                  <a:lnTo>
                    <a:pt x="1236309" y="1691162"/>
                  </a:lnTo>
                  <a:lnTo>
                    <a:pt x="1236318" y="1691150"/>
                  </a:lnTo>
                  <a:lnTo>
                    <a:pt x="1236326" y="1691133"/>
                  </a:lnTo>
                  <a:lnTo>
                    <a:pt x="1236324" y="1691119"/>
                  </a:lnTo>
                  <a:lnTo>
                    <a:pt x="1236320" y="1691113"/>
                  </a:lnTo>
                  <a:lnTo>
                    <a:pt x="1236315" y="1691103"/>
                  </a:lnTo>
                  <a:lnTo>
                    <a:pt x="1236314" y="1691094"/>
                  </a:lnTo>
                  <a:lnTo>
                    <a:pt x="1236313" y="1691076"/>
                  </a:lnTo>
                  <a:lnTo>
                    <a:pt x="1236307" y="1691067"/>
                  </a:lnTo>
                  <a:lnTo>
                    <a:pt x="1236300" y="1691062"/>
                  </a:lnTo>
                  <a:lnTo>
                    <a:pt x="1236281" y="1691054"/>
                  </a:lnTo>
                  <a:lnTo>
                    <a:pt x="1236268" y="1691044"/>
                  </a:lnTo>
                  <a:lnTo>
                    <a:pt x="1236264" y="1691039"/>
                  </a:lnTo>
                  <a:lnTo>
                    <a:pt x="1236257" y="1691022"/>
                  </a:lnTo>
                  <a:lnTo>
                    <a:pt x="1236254" y="1691002"/>
                  </a:lnTo>
                  <a:lnTo>
                    <a:pt x="1236251" y="1690989"/>
                  </a:lnTo>
                  <a:lnTo>
                    <a:pt x="1236245" y="1690984"/>
                  </a:lnTo>
                  <a:lnTo>
                    <a:pt x="1236229" y="1690981"/>
                  </a:lnTo>
                  <a:lnTo>
                    <a:pt x="1236210" y="1690988"/>
                  </a:lnTo>
                  <a:lnTo>
                    <a:pt x="1236190" y="1690998"/>
                  </a:lnTo>
                  <a:lnTo>
                    <a:pt x="1236175" y="1691009"/>
                  </a:lnTo>
                  <a:lnTo>
                    <a:pt x="1236158" y="1691010"/>
                  </a:lnTo>
                  <a:lnTo>
                    <a:pt x="1236147" y="1691010"/>
                  </a:lnTo>
                  <a:lnTo>
                    <a:pt x="1236140" y="1691007"/>
                  </a:lnTo>
                  <a:lnTo>
                    <a:pt x="1236128" y="1691002"/>
                  </a:lnTo>
                  <a:lnTo>
                    <a:pt x="1236122" y="1690998"/>
                  </a:lnTo>
                  <a:lnTo>
                    <a:pt x="1236118" y="1690990"/>
                  </a:lnTo>
                  <a:lnTo>
                    <a:pt x="1236114" y="1690979"/>
                  </a:lnTo>
                  <a:lnTo>
                    <a:pt x="1236112" y="1690969"/>
                  </a:lnTo>
                  <a:lnTo>
                    <a:pt x="1236115" y="1690961"/>
                  </a:lnTo>
                  <a:lnTo>
                    <a:pt x="1236118" y="1690942"/>
                  </a:lnTo>
                  <a:lnTo>
                    <a:pt x="1236122" y="1690924"/>
                  </a:lnTo>
                  <a:lnTo>
                    <a:pt x="1236126" y="1690905"/>
                  </a:lnTo>
                  <a:lnTo>
                    <a:pt x="1236123" y="1690897"/>
                  </a:lnTo>
                  <a:lnTo>
                    <a:pt x="1236113" y="1690893"/>
                  </a:lnTo>
                  <a:lnTo>
                    <a:pt x="1236106" y="1690894"/>
                  </a:lnTo>
                  <a:lnTo>
                    <a:pt x="1236096" y="1690897"/>
                  </a:lnTo>
                  <a:lnTo>
                    <a:pt x="1236079" y="1690902"/>
                  </a:lnTo>
                  <a:lnTo>
                    <a:pt x="1236066" y="1690901"/>
                  </a:lnTo>
                  <a:lnTo>
                    <a:pt x="1236061" y="1690899"/>
                  </a:lnTo>
                  <a:lnTo>
                    <a:pt x="1236054" y="1690894"/>
                  </a:lnTo>
                  <a:lnTo>
                    <a:pt x="1236038" y="1690887"/>
                  </a:lnTo>
                  <a:lnTo>
                    <a:pt x="1236029" y="1690887"/>
                  </a:lnTo>
                  <a:lnTo>
                    <a:pt x="1236013" y="1690885"/>
                  </a:lnTo>
                  <a:lnTo>
                    <a:pt x="1236008" y="1690875"/>
                  </a:lnTo>
                  <a:lnTo>
                    <a:pt x="1236008" y="1690865"/>
                  </a:lnTo>
                  <a:lnTo>
                    <a:pt x="1236019" y="1690847"/>
                  </a:lnTo>
                  <a:lnTo>
                    <a:pt x="1236020" y="1690837"/>
                  </a:lnTo>
                  <a:lnTo>
                    <a:pt x="1236015" y="1690828"/>
                  </a:lnTo>
                  <a:lnTo>
                    <a:pt x="1236002" y="1690810"/>
                  </a:lnTo>
                  <a:lnTo>
                    <a:pt x="1235991" y="1690791"/>
                  </a:lnTo>
                  <a:lnTo>
                    <a:pt x="1235984" y="1690773"/>
                  </a:lnTo>
                  <a:lnTo>
                    <a:pt x="1235978" y="1690762"/>
                  </a:lnTo>
                  <a:lnTo>
                    <a:pt x="1235971" y="1690757"/>
                  </a:lnTo>
                  <a:lnTo>
                    <a:pt x="1235958" y="1690738"/>
                  </a:lnTo>
                  <a:lnTo>
                    <a:pt x="1235957" y="1690733"/>
                  </a:lnTo>
                  <a:lnTo>
                    <a:pt x="1235952" y="1690728"/>
                  </a:lnTo>
                  <a:lnTo>
                    <a:pt x="1235950" y="1690720"/>
                  </a:lnTo>
                  <a:lnTo>
                    <a:pt x="1235946" y="1690711"/>
                  </a:lnTo>
                  <a:lnTo>
                    <a:pt x="1235943" y="1690701"/>
                  </a:lnTo>
                  <a:lnTo>
                    <a:pt x="1235938" y="1690682"/>
                  </a:lnTo>
                  <a:lnTo>
                    <a:pt x="1235935" y="1690664"/>
                  </a:lnTo>
                  <a:lnTo>
                    <a:pt x="1235928" y="1690645"/>
                  </a:lnTo>
                  <a:lnTo>
                    <a:pt x="1235919" y="1690626"/>
                  </a:lnTo>
                  <a:lnTo>
                    <a:pt x="1235916" y="1690618"/>
                  </a:lnTo>
                  <a:lnTo>
                    <a:pt x="1235907" y="1690612"/>
                  </a:lnTo>
                  <a:lnTo>
                    <a:pt x="1235892" y="1690603"/>
                  </a:lnTo>
                  <a:lnTo>
                    <a:pt x="1235872" y="1690596"/>
                  </a:lnTo>
                  <a:lnTo>
                    <a:pt x="1235847" y="1690591"/>
                  </a:lnTo>
                  <a:lnTo>
                    <a:pt x="1235836" y="1690574"/>
                  </a:lnTo>
                  <a:lnTo>
                    <a:pt x="1235832" y="1690568"/>
                  </a:lnTo>
                  <a:lnTo>
                    <a:pt x="1235821" y="1690558"/>
                  </a:lnTo>
                  <a:lnTo>
                    <a:pt x="1235816" y="1690555"/>
                  </a:lnTo>
                  <a:lnTo>
                    <a:pt x="1235804" y="1690550"/>
                  </a:lnTo>
                  <a:lnTo>
                    <a:pt x="1235786" y="1690544"/>
                  </a:lnTo>
                  <a:lnTo>
                    <a:pt x="1235769" y="1690537"/>
                  </a:lnTo>
                  <a:lnTo>
                    <a:pt x="1235751" y="1690526"/>
                  </a:lnTo>
                  <a:lnTo>
                    <a:pt x="1235744" y="1690516"/>
                  </a:lnTo>
                  <a:lnTo>
                    <a:pt x="1235741" y="1690508"/>
                  </a:lnTo>
                  <a:lnTo>
                    <a:pt x="1235735" y="1690489"/>
                  </a:lnTo>
                  <a:lnTo>
                    <a:pt x="1235727" y="1690483"/>
                  </a:lnTo>
                  <a:lnTo>
                    <a:pt x="1235716" y="1690487"/>
                  </a:lnTo>
                  <a:lnTo>
                    <a:pt x="1235709" y="1690487"/>
                  </a:lnTo>
                  <a:lnTo>
                    <a:pt x="1235699" y="1690488"/>
                  </a:lnTo>
                  <a:lnTo>
                    <a:pt x="1235692" y="1690486"/>
                  </a:lnTo>
                  <a:lnTo>
                    <a:pt x="1235679" y="1690483"/>
                  </a:lnTo>
                  <a:lnTo>
                    <a:pt x="1235674" y="1690479"/>
                  </a:lnTo>
                  <a:lnTo>
                    <a:pt x="1235659" y="1690470"/>
                  </a:lnTo>
                  <a:lnTo>
                    <a:pt x="1235645" y="1690468"/>
                  </a:lnTo>
                  <a:lnTo>
                    <a:pt x="1235640" y="1690470"/>
                  </a:lnTo>
                  <a:lnTo>
                    <a:pt x="1235622" y="1690474"/>
                  </a:lnTo>
                  <a:lnTo>
                    <a:pt x="1235604" y="1690475"/>
                  </a:lnTo>
                  <a:lnTo>
                    <a:pt x="1235587" y="1690474"/>
                  </a:lnTo>
                  <a:lnTo>
                    <a:pt x="1235569" y="1690475"/>
                  </a:lnTo>
                  <a:lnTo>
                    <a:pt x="1235552" y="1690477"/>
                  </a:lnTo>
                  <a:lnTo>
                    <a:pt x="1235514" y="1690487"/>
                  </a:lnTo>
                  <a:lnTo>
                    <a:pt x="1235505" y="1690500"/>
                  </a:lnTo>
                  <a:lnTo>
                    <a:pt x="1235497" y="1690519"/>
                  </a:lnTo>
                  <a:lnTo>
                    <a:pt x="1235479" y="1690558"/>
                  </a:lnTo>
                  <a:lnTo>
                    <a:pt x="1235474" y="1690579"/>
                  </a:lnTo>
                  <a:lnTo>
                    <a:pt x="1235474" y="1690600"/>
                  </a:lnTo>
                  <a:lnTo>
                    <a:pt x="1235477" y="1690618"/>
                  </a:lnTo>
                  <a:lnTo>
                    <a:pt x="1235488" y="1690652"/>
                  </a:lnTo>
                  <a:lnTo>
                    <a:pt x="1235491" y="1690663"/>
                  </a:lnTo>
                  <a:lnTo>
                    <a:pt x="1235496" y="1690682"/>
                  </a:lnTo>
                  <a:lnTo>
                    <a:pt x="1235497" y="1690700"/>
                  </a:lnTo>
                  <a:lnTo>
                    <a:pt x="1235494" y="1690717"/>
                  </a:lnTo>
                  <a:lnTo>
                    <a:pt x="1235488" y="1690728"/>
                  </a:lnTo>
                  <a:lnTo>
                    <a:pt x="1235473" y="1690738"/>
                  </a:lnTo>
                  <a:lnTo>
                    <a:pt x="1235446" y="1690748"/>
                  </a:lnTo>
                  <a:lnTo>
                    <a:pt x="1235406" y="1690756"/>
                  </a:lnTo>
                  <a:lnTo>
                    <a:pt x="1235385" y="1690761"/>
                  </a:lnTo>
                  <a:lnTo>
                    <a:pt x="1235368" y="1690768"/>
                  </a:lnTo>
                  <a:lnTo>
                    <a:pt x="1235350" y="1690776"/>
                  </a:lnTo>
                  <a:lnTo>
                    <a:pt x="1235334" y="1690792"/>
                  </a:lnTo>
                  <a:lnTo>
                    <a:pt x="1235324" y="1690803"/>
                  </a:lnTo>
                  <a:lnTo>
                    <a:pt x="1235321" y="1690811"/>
                  </a:lnTo>
                  <a:lnTo>
                    <a:pt x="1235311" y="1690829"/>
                  </a:lnTo>
                  <a:lnTo>
                    <a:pt x="1235301" y="1690848"/>
                  </a:lnTo>
                  <a:lnTo>
                    <a:pt x="1235295" y="1690859"/>
                  </a:lnTo>
                  <a:lnTo>
                    <a:pt x="1235289" y="1690864"/>
                  </a:lnTo>
                  <a:lnTo>
                    <a:pt x="1235272" y="1690876"/>
                  </a:lnTo>
                  <a:lnTo>
                    <a:pt x="1235264" y="1690879"/>
                  </a:lnTo>
                  <a:lnTo>
                    <a:pt x="1235254" y="1690880"/>
                  </a:lnTo>
                  <a:lnTo>
                    <a:pt x="1235237" y="1690880"/>
                  </a:lnTo>
                  <a:lnTo>
                    <a:pt x="1235219" y="1690882"/>
                  </a:lnTo>
                  <a:lnTo>
                    <a:pt x="1235202" y="1690882"/>
                  </a:lnTo>
                  <a:lnTo>
                    <a:pt x="1235185" y="1690879"/>
                  </a:lnTo>
                  <a:lnTo>
                    <a:pt x="1235175" y="1690878"/>
                  </a:lnTo>
                  <a:lnTo>
                    <a:pt x="1235167" y="1690879"/>
                  </a:lnTo>
                  <a:lnTo>
                    <a:pt x="1235149" y="1690880"/>
                  </a:lnTo>
                  <a:lnTo>
                    <a:pt x="1235139" y="1690881"/>
                  </a:lnTo>
                  <a:lnTo>
                    <a:pt x="1235114" y="1690891"/>
                  </a:lnTo>
                  <a:lnTo>
                    <a:pt x="1235109" y="1690896"/>
                  </a:lnTo>
                  <a:lnTo>
                    <a:pt x="1235095" y="1690912"/>
                  </a:lnTo>
                  <a:lnTo>
                    <a:pt x="1235078" y="1690928"/>
                  </a:lnTo>
                  <a:lnTo>
                    <a:pt x="1235060" y="1690940"/>
                  </a:lnTo>
                  <a:lnTo>
                    <a:pt x="1235050" y="1690947"/>
                  </a:lnTo>
                  <a:lnTo>
                    <a:pt x="1235044" y="1690952"/>
                  </a:lnTo>
                  <a:lnTo>
                    <a:pt x="1235036" y="1690960"/>
                  </a:lnTo>
                  <a:lnTo>
                    <a:pt x="1235030" y="1690971"/>
                  </a:lnTo>
                  <a:lnTo>
                    <a:pt x="1235025" y="1690976"/>
                  </a:lnTo>
                  <a:lnTo>
                    <a:pt x="1235019" y="1690987"/>
                  </a:lnTo>
                  <a:lnTo>
                    <a:pt x="1235012" y="1691005"/>
                  </a:lnTo>
                  <a:lnTo>
                    <a:pt x="1235003" y="1691024"/>
                  </a:lnTo>
                  <a:lnTo>
                    <a:pt x="1234999" y="1691036"/>
                  </a:lnTo>
                  <a:lnTo>
                    <a:pt x="1234994" y="1691042"/>
                  </a:lnTo>
                  <a:lnTo>
                    <a:pt x="1234982" y="1691061"/>
                  </a:lnTo>
                  <a:lnTo>
                    <a:pt x="1234975" y="1691070"/>
                  </a:lnTo>
                  <a:lnTo>
                    <a:pt x="1234969" y="1691079"/>
                  </a:lnTo>
                  <a:lnTo>
                    <a:pt x="1234953" y="1691096"/>
                  </a:lnTo>
                  <a:lnTo>
                    <a:pt x="1234939" y="1691114"/>
                  </a:lnTo>
                  <a:lnTo>
                    <a:pt x="1234923" y="1691130"/>
                  </a:lnTo>
                  <a:lnTo>
                    <a:pt x="1234905" y="1691143"/>
                  </a:lnTo>
                  <a:lnTo>
                    <a:pt x="1234887" y="1691154"/>
                  </a:lnTo>
                  <a:lnTo>
                    <a:pt x="1234870" y="1691166"/>
                  </a:lnTo>
                  <a:lnTo>
                    <a:pt x="1234864" y="1691169"/>
                  </a:lnTo>
                  <a:lnTo>
                    <a:pt x="1234856" y="1691169"/>
                  </a:lnTo>
                  <a:lnTo>
                    <a:pt x="1234830" y="1691149"/>
                  </a:lnTo>
                  <a:lnTo>
                    <a:pt x="1234811" y="1691139"/>
                  </a:lnTo>
                  <a:lnTo>
                    <a:pt x="1234794" y="1691129"/>
                  </a:lnTo>
                  <a:lnTo>
                    <a:pt x="1234777" y="1691118"/>
                  </a:lnTo>
                  <a:lnTo>
                    <a:pt x="1234762" y="1691108"/>
                  </a:lnTo>
                  <a:lnTo>
                    <a:pt x="1234742" y="1691095"/>
                  </a:lnTo>
                  <a:lnTo>
                    <a:pt x="1234724" y="1691088"/>
                  </a:lnTo>
                  <a:lnTo>
                    <a:pt x="1234707" y="1691083"/>
                  </a:lnTo>
                  <a:lnTo>
                    <a:pt x="1234692" y="1691078"/>
                  </a:lnTo>
                  <a:lnTo>
                    <a:pt x="1234672" y="1691073"/>
                  </a:lnTo>
                  <a:lnTo>
                    <a:pt x="1234654" y="1691068"/>
                  </a:lnTo>
                  <a:lnTo>
                    <a:pt x="1234637" y="1691064"/>
                  </a:lnTo>
                  <a:lnTo>
                    <a:pt x="1234619" y="1691063"/>
                  </a:lnTo>
                  <a:lnTo>
                    <a:pt x="1234602" y="1691064"/>
                  </a:lnTo>
                  <a:lnTo>
                    <a:pt x="1234585" y="1691063"/>
                  </a:lnTo>
                  <a:lnTo>
                    <a:pt x="1234567" y="1691062"/>
                  </a:lnTo>
                  <a:lnTo>
                    <a:pt x="1234550" y="1691055"/>
                  </a:lnTo>
                  <a:lnTo>
                    <a:pt x="1234538" y="1691049"/>
                  </a:lnTo>
                  <a:lnTo>
                    <a:pt x="1234533" y="1691044"/>
                  </a:lnTo>
                  <a:lnTo>
                    <a:pt x="1234516" y="1691033"/>
                  </a:lnTo>
                  <a:lnTo>
                    <a:pt x="1234498" y="1691021"/>
                  </a:lnTo>
                  <a:lnTo>
                    <a:pt x="1234491" y="1691014"/>
                  </a:lnTo>
                  <a:lnTo>
                    <a:pt x="1234483" y="1691008"/>
                  </a:lnTo>
                  <a:lnTo>
                    <a:pt x="1234473" y="1691002"/>
                  </a:lnTo>
                  <a:lnTo>
                    <a:pt x="1234449" y="1690996"/>
                  </a:lnTo>
                  <a:lnTo>
                    <a:pt x="1234431" y="1690995"/>
                  </a:lnTo>
                  <a:lnTo>
                    <a:pt x="1234414" y="1690989"/>
                  </a:lnTo>
                  <a:lnTo>
                    <a:pt x="1234405" y="1690987"/>
                  </a:lnTo>
                  <a:lnTo>
                    <a:pt x="1234398" y="1690981"/>
                  </a:lnTo>
                  <a:lnTo>
                    <a:pt x="1234383" y="1690962"/>
                  </a:lnTo>
                  <a:lnTo>
                    <a:pt x="1234376" y="1690944"/>
                  </a:lnTo>
                  <a:lnTo>
                    <a:pt x="1234374" y="1690931"/>
                  </a:lnTo>
                  <a:lnTo>
                    <a:pt x="1234371" y="1690925"/>
                  </a:lnTo>
                  <a:lnTo>
                    <a:pt x="1234369" y="1690919"/>
                  </a:lnTo>
                  <a:lnTo>
                    <a:pt x="1234362" y="1690908"/>
                  </a:lnTo>
                  <a:lnTo>
                    <a:pt x="1234352" y="1690898"/>
                  </a:lnTo>
                  <a:lnTo>
                    <a:pt x="1234345" y="1690894"/>
                  </a:lnTo>
                  <a:lnTo>
                    <a:pt x="1234336" y="1690889"/>
                  </a:lnTo>
                  <a:lnTo>
                    <a:pt x="1234328" y="1690882"/>
                  </a:lnTo>
                  <a:lnTo>
                    <a:pt x="1234310" y="1690864"/>
                  </a:lnTo>
                  <a:lnTo>
                    <a:pt x="1234295" y="1690848"/>
                  </a:lnTo>
                  <a:lnTo>
                    <a:pt x="1234285" y="1690827"/>
                  </a:lnTo>
                  <a:lnTo>
                    <a:pt x="1234280" y="1690813"/>
                  </a:lnTo>
                  <a:lnTo>
                    <a:pt x="1234278" y="1690793"/>
                  </a:lnTo>
                  <a:lnTo>
                    <a:pt x="1234277" y="1690775"/>
                  </a:lnTo>
                  <a:lnTo>
                    <a:pt x="1234275" y="1690756"/>
                  </a:lnTo>
                  <a:lnTo>
                    <a:pt x="1234271" y="1690738"/>
                  </a:lnTo>
                  <a:lnTo>
                    <a:pt x="1234266" y="1690726"/>
                  </a:lnTo>
                  <a:lnTo>
                    <a:pt x="1234262" y="1690719"/>
                  </a:lnTo>
                  <a:lnTo>
                    <a:pt x="1234256" y="1690707"/>
                  </a:lnTo>
                  <a:lnTo>
                    <a:pt x="1234255" y="1690700"/>
                  </a:lnTo>
                  <a:lnTo>
                    <a:pt x="1234251" y="1690693"/>
                  </a:lnTo>
                  <a:lnTo>
                    <a:pt x="1234247" y="1690682"/>
                  </a:lnTo>
                  <a:lnTo>
                    <a:pt x="1234241" y="1690663"/>
                  </a:lnTo>
                  <a:lnTo>
                    <a:pt x="1234238" y="1690645"/>
                  </a:lnTo>
                  <a:lnTo>
                    <a:pt x="1234234" y="1690626"/>
                  </a:lnTo>
                  <a:lnTo>
                    <a:pt x="1234231" y="1690608"/>
                  </a:lnTo>
                  <a:lnTo>
                    <a:pt x="1234226" y="1690587"/>
                  </a:lnTo>
                  <a:lnTo>
                    <a:pt x="1234221" y="1690576"/>
                  </a:lnTo>
                  <a:lnTo>
                    <a:pt x="1234218" y="1690570"/>
                  </a:lnTo>
                  <a:lnTo>
                    <a:pt x="1234205" y="1690552"/>
                  </a:lnTo>
                  <a:lnTo>
                    <a:pt x="1234190" y="1690535"/>
                  </a:lnTo>
                  <a:lnTo>
                    <a:pt x="1234174" y="1690516"/>
                  </a:lnTo>
                  <a:lnTo>
                    <a:pt x="1234161" y="1690498"/>
                  </a:lnTo>
                  <a:lnTo>
                    <a:pt x="1234151" y="1690479"/>
                  </a:lnTo>
                  <a:lnTo>
                    <a:pt x="1234142" y="1690460"/>
                  </a:lnTo>
                  <a:lnTo>
                    <a:pt x="1234137" y="1690444"/>
                  </a:lnTo>
                  <a:lnTo>
                    <a:pt x="1234132" y="1690430"/>
                  </a:lnTo>
                  <a:lnTo>
                    <a:pt x="1234129" y="1690423"/>
                  </a:lnTo>
                  <a:lnTo>
                    <a:pt x="1234124" y="1690410"/>
                  </a:lnTo>
                  <a:lnTo>
                    <a:pt x="1234121" y="1690403"/>
                  </a:lnTo>
                  <a:lnTo>
                    <a:pt x="1234114" y="1690386"/>
                  </a:lnTo>
                  <a:lnTo>
                    <a:pt x="1234109" y="1690378"/>
                  </a:lnTo>
                  <a:lnTo>
                    <a:pt x="1234103" y="1690368"/>
                  </a:lnTo>
                  <a:lnTo>
                    <a:pt x="1234092" y="1690349"/>
                  </a:lnTo>
                  <a:lnTo>
                    <a:pt x="1234076" y="1690320"/>
                  </a:lnTo>
                  <a:lnTo>
                    <a:pt x="1234056" y="1690355"/>
                  </a:lnTo>
                  <a:lnTo>
                    <a:pt x="1234051" y="1690360"/>
                  </a:lnTo>
                  <a:lnTo>
                    <a:pt x="1234038" y="1690379"/>
                  </a:lnTo>
                  <a:lnTo>
                    <a:pt x="1234011" y="1690404"/>
                  </a:lnTo>
                  <a:lnTo>
                    <a:pt x="1233999" y="1690409"/>
                  </a:lnTo>
                  <a:lnTo>
                    <a:pt x="1233984" y="1690417"/>
                  </a:lnTo>
                  <a:lnTo>
                    <a:pt x="1233965" y="1690425"/>
                  </a:lnTo>
                  <a:lnTo>
                    <a:pt x="1233956" y="1690431"/>
                  </a:lnTo>
                  <a:lnTo>
                    <a:pt x="1233949" y="1690441"/>
                  </a:lnTo>
                  <a:lnTo>
                    <a:pt x="1233936" y="1690460"/>
                  </a:lnTo>
                  <a:lnTo>
                    <a:pt x="1233924" y="1690477"/>
                  </a:lnTo>
                  <a:lnTo>
                    <a:pt x="1233906" y="1690491"/>
                  </a:lnTo>
                  <a:lnTo>
                    <a:pt x="1233892" y="1690500"/>
                  </a:lnTo>
                  <a:lnTo>
                    <a:pt x="1233887" y="1690504"/>
                  </a:lnTo>
                  <a:lnTo>
                    <a:pt x="1233880" y="1690510"/>
                  </a:lnTo>
                  <a:lnTo>
                    <a:pt x="1233873" y="1690518"/>
                  </a:lnTo>
                  <a:lnTo>
                    <a:pt x="1233867" y="1690525"/>
                  </a:lnTo>
                  <a:lnTo>
                    <a:pt x="1233861" y="1690534"/>
                  </a:lnTo>
                  <a:lnTo>
                    <a:pt x="1233855" y="1690545"/>
                  </a:lnTo>
                  <a:lnTo>
                    <a:pt x="1233854" y="1690552"/>
                  </a:lnTo>
                  <a:lnTo>
                    <a:pt x="1233850" y="1690570"/>
                  </a:lnTo>
                  <a:lnTo>
                    <a:pt x="1233848" y="1690589"/>
                  </a:lnTo>
                  <a:lnTo>
                    <a:pt x="1233846" y="1690607"/>
                  </a:lnTo>
                  <a:lnTo>
                    <a:pt x="1233843" y="1690626"/>
                  </a:lnTo>
                  <a:lnTo>
                    <a:pt x="1233843" y="1690633"/>
                  </a:lnTo>
                  <a:lnTo>
                    <a:pt x="1233839" y="1690644"/>
                  </a:lnTo>
                  <a:lnTo>
                    <a:pt x="1233833" y="1690663"/>
                  </a:lnTo>
                  <a:lnTo>
                    <a:pt x="1233824" y="1690679"/>
                  </a:lnTo>
                  <a:lnTo>
                    <a:pt x="1233814" y="1690700"/>
                  </a:lnTo>
                  <a:lnTo>
                    <a:pt x="1233812" y="1690710"/>
                  </a:lnTo>
                  <a:lnTo>
                    <a:pt x="1233808" y="1690716"/>
                  </a:lnTo>
                  <a:lnTo>
                    <a:pt x="1233789" y="1690757"/>
                  </a:lnTo>
                  <a:lnTo>
                    <a:pt x="1233779" y="1690770"/>
                  </a:lnTo>
                  <a:lnTo>
                    <a:pt x="1233774" y="1690774"/>
                  </a:lnTo>
                  <a:lnTo>
                    <a:pt x="1233764" y="1690783"/>
                  </a:lnTo>
                  <a:lnTo>
                    <a:pt x="1233757" y="1690787"/>
                  </a:lnTo>
                  <a:lnTo>
                    <a:pt x="1233739" y="1690797"/>
                  </a:lnTo>
                  <a:lnTo>
                    <a:pt x="1233722" y="1690808"/>
                  </a:lnTo>
                  <a:lnTo>
                    <a:pt x="1233704" y="1690818"/>
                  </a:lnTo>
                  <a:lnTo>
                    <a:pt x="1233695" y="1690823"/>
                  </a:lnTo>
                  <a:lnTo>
                    <a:pt x="1233687" y="1690824"/>
                  </a:lnTo>
                  <a:lnTo>
                    <a:pt x="1233669" y="1690823"/>
                  </a:lnTo>
                  <a:lnTo>
                    <a:pt x="1233659" y="1690812"/>
                  </a:lnTo>
                  <a:lnTo>
                    <a:pt x="1233654" y="1690805"/>
                  </a:lnTo>
                  <a:lnTo>
                    <a:pt x="1233647" y="1690798"/>
                  </a:lnTo>
                  <a:lnTo>
                    <a:pt x="1233636" y="1690794"/>
                  </a:lnTo>
                  <a:lnTo>
                    <a:pt x="1233619" y="1690789"/>
                  </a:lnTo>
                  <a:lnTo>
                    <a:pt x="1233602" y="1690784"/>
                  </a:lnTo>
                  <a:lnTo>
                    <a:pt x="1233590" y="1690782"/>
                  </a:lnTo>
                  <a:lnTo>
                    <a:pt x="1233584" y="1690778"/>
                  </a:lnTo>
                  <a:lnTo>
                    <a:pt x="1233567" y="1690774"/>
                  </a:lnTo>
                  <a:lnTo>
                    <a:pt x="1233549" y="1690769"/>
                  </a:lnTo>
                  <a:lnTo>
                    <a:pt x="1233532" y="1690764"/>
                  </a:lnTo>
                  <a:lnTo>
                    <a:pt x="1233515" y="1690759"/>
                  </a:lnTo>
                  <a:lnTo>
                    <a:pt x="1233505" y="1690754"/>
                  </a:lnTo>
                  <a:lnTo>
                    <a:pt x="1233497" y="1690753"/>
                  </a:lnTo>
                  <a:lnTo>
                    <a:pt x="1233481" y="1690745"/>
                  </a:lnTo>
                  <a:lnTo>
                    <a:pt x="1233462" y="1690739"/>
                  </a:lnTo>
                  <a:lnTo>
                    <a:pt x="1233444" y="1690733"/>
                  </a:lnTo>
                  <a:lnTo>
                    <a:pt x="1233427" y="1690726"/>
                  </a:lnTo>
                  <a:lnTo>
                    <a:pt x="1233410" y="1690719"/>
                  </a:lnTo>
                  <a:lnTo>
                    <a:pt x="1233392" y="1690712"/>
                  </a:lnTo>
                  <a:lnTo>
                    <a:pt x="1233375" y="1690704"/>
                  </a:lnTo>
                  <a:lnTo>
                    <a:pt x="1233358" y="1690698"/>
                  </a:lnTo>
                  <a:lnTo>
                    <a:pt x="1233340" y="1690698"/>
                  </a:lnTo>
                  <a:lnTo>
                    <a:pt x="1233323" y="1690706"/>
                  </a:lnTo>
                  <a:lnTo>
                    <a:pt x="1233300" y="1690736"/>
                  </a:lnTo>
                  <a:lnTo>
                    <a:pt x="1233295" y="1690744"/>
                  </a:lnTo>
                  <a:lnTo>
                    <a:pt x="1233285" y="1690744"/>
                  </a:lnTo>
                  <a:lnTo>
                    <a:pt x="1233279" y="1690743"/>
                  </a:lnTo>
                  <a:lnTo>
                    <a:pt x="1233269" y="1690736"/>
                  </a:lnTo>
                  <a:lnTo>
                    <a:pt x="1233249" y="1690722"/>
                  </a:lnTo>
                  <a:lnTo>
                    <a:pt x="1233232" y="1690715"/>
                  </a:lnTo>
                  <a:lnTo>
                    <a:pt x="1233215" y="1690709"/>
                  </a:lnTo>
                  <a:lnTo>
                    <a:pt x="1233207" y="1690706"/>
                  </a:lnTo>
                  <a:lnTo>
                    <a:pt x="1233198" y="1690706"/>
                  </a:lnTo>
                  <a:lnTo>
                    <a:pt x="1233186" y="1690706"/>
                  </a:lnTo>
                  <a:lnTo>
                    <a:pt x="1233180" y="1690709"/>
                  </a:lnTo>
                  <a:lnTo>
                    <a:pt x="1233164" y="1690716"/>
                  </a:lnTo>
                  <a:lnTo>
                    <a:pt x="1233145" y="1690729"/>
                  </a:lnTo>
                  <a:lnTo>
                    <a:pt x="1233128" y="1690732"/>
                  </a:lnTo>
                  <a:lnTo>
                    <a:pt x="1233118" y="1690732"/>
                  </a:lnTo>
                  <a:lnTo>
                    <a:pt x="1233110" y="1690734"/>
                  </a:lnTo>
                  <a:lnTo>
                    <a:pt x="1233092" y="1690737"/>
                  </a:lnTo>
                  <a:lnTo>
                    <a:pt x="1233075" y="1690743"/>
                  </a:lnTo>
                  <a:lnTo>
                    <a:pt x="1233057" y="1690747"/>
                  </a:lnTo>
                  <a:lnTo>
                    <a:pt x="1233040" y="1690751"/>
                  </a:lnTo>
                  <a:lnTo>
                    <a:pt x="1233023" y="1690754"/>
                  </a:lnTo>
                  <a:lnTo>
                    <a:pt x="1233005" y="1690755"/>
                  </a:lnTo>
                  <a:lnTo>
                    <a:pt x="1232988" y="1690755"/>
                  </a:lnTo>
                  <a:lnTo>
                    <a:pt x="1232970" y="1690754"/>
                  </a:lnTo>
                  <a:lnTo>
                    <a:pt x="1232958" y="1690753"/>
                  </a:lnTo>
                  <a:lnTo>
                    <a:pt x="1232941" y="1690757"/>
                  </a:lnTo>
                  <a:lnTo>
                    <a:pt x="1232935" y="1690761"/>
                  </a:lnTo>
                  <a:lnTo>
                    <a:pt x="1232917" y="1690768"/>
                  </a:lnTo>
                  <a:lnTo>
                    <a:pt x="1232900" y="1690775"/>
                  </a:lnTo>
                  <a:lnTo>
                    <a:pt x="1232883" y="1690782"/>
                  </a:lnTo>
                  <a:lnTo>
                    <a:pt x="1232874" y="1690785"/>
                  </a:lnTo>
                  <a:lnTo>
                    <a:pt x="1232867" y="1690789"/>
                  </a:lnTo>
                  <a:lnTo>
                    <a:pt x="1232848" y="1690797"/>
                  </a:lnTo>
                  <a:lnTo>
                    <a:pt x="1232832" y="1690804"/>
                  </a:lnTo>
                  <a:lnTo>
                    <a:pt x="1232814" y="1690812"/>
                  </a:lnTo>
                  <a:lnTo>
                    <a:pt x="1232795" y="1690820"/>
                  </a:lnTo>
                  <a:lnTo>
                    <a:pt x="1232778" y="1690830"/>
                  </a:lnTo>
                  <a:lnTo>
                    <a:pt x="1232761" y="1690843"/>
                  </a:lnTo>
                  <a:lnTo>
                    <a:pt x="1232746" y="1690855"/>
                  </a:lnTo>
                  <a:lnTo>
                    <a:pt x="1232728" y="1690874"/>
                  </a:lnTo>
                  <a:lnTo>
                    <a:pt x="1232722" y="1690883"/>
                  </a:lnTo>
                  <a:lnTo>
                    <a:pt x="1232718" y="1690889"/>
                  </a:lnTo>
                  <a:lnTo>
                    <a:pt x="1232706" y="1690916"/>
                  </a:lnTo>
                  <a:lnTo>
                    <a:pt x="1232699" y="1690936"/>
                  </a:lnTo>
                  <a:lnTo>
                    <a:pt x="1232691" y="1690953"/>
                  </a:lnTo>
                  <a:lnTo>
                    <a:pt x="1232683" y="1690972"/>
                  </a:lnTo>
                  <a:lnTo>
                    <a:pt x="1232676" y="1690990"/>
                  </a:lnTo>
                  <a:lnTo>
                    <a:pt x="1232668" y="1691009"/>
                  </a:lnTo>
                  <a:lnTo>
                    <a:pt x="1232663" y="1691027"/>
                  </a:lnTo>
                  <a:lnTo>
                    <a:pt x="1232655" y="1691039"/>
                  </a:lnTo>
                  <a:lnTo>
                    <a:pt x="1232650" y="1691046"/>
                  </a:lnTo>
                  <a:lnTo>
                    <a:pt x="1232642" y="1691053"/>
                  </a:lnTo>
                  <a:lnTo>
                    <a:pt x="1232633" y="1691060"/>
                  </a:lnTo>
                  <a:lnTo>
                    <a:pt x="1232617" y="1691075"/>
                  </a:lnTo>
                  <a:lnTo>
                    <a:pt x="1232603" y="1691093"/>
                  </a:lnTo>
                  <a:lnTo>
                    <a:pt x="1232597" y="1691102"/>
                  </a:lnTo>
                  <a:lnTo>
                    <a:pt x="1232594" y="1691112"/>
                  </a:lnTo>
                  <a:lnTo>
                    <a:pt x="1232585" y="1691130"/>
                  </a:lnTo>
                  <a:lnTo>
                    <a:pt x="1232577" y="1691147"/>
                  </a:lnTo>
                  <a:lnTo>
                    <a:pt x="1232546" y="1691177"/>
                  </a:lnTo>
                  <a:lnTo>
                    <a:pt x="1232540" y="1691181"/>
                  </a:lnTo>
                  <a:lnTo>
                    <a:pt x="1232522" y="1691193"/>
                  </a:lnTo>
                  <a:lnTo>
                    <a:pt x="1232505" y="1691207"/>
                  </a:lnTo>
                  <a:lnTo>
                    <a:pt x="1232489" y="1691217"/>
                  </a:lnTo>
                  <a:lnTo>
                    <a:pt x="1232471" y="1691234"/>
                  </a:lnTo>
                  <a:lnTo>
                    <a:pt x="1232453" y="1691248"/>
                  </a:lnTo>
                  <a:lnTo>
                    <a:pt x="1232436" y="1691264"/>
                  </a:lnTo>
                  <a:lnTo>
                    <a:pt x="1232391" y="1691297"/>
                  </a:lnTo>
                  <a:lnTo>
                    <a:pt x="1232423" y="1691330"/>
                  </a:lnTo>
                  <a:lnTo>
                    <a:pt x="1232440" y="1691343"/>
                  </a:lnTo>
                  <a:lnTo>
                    <a:pt x="1232449" y="1691355"/>
                  </a:lnTo>
                  <a:lnTo>
                    <a:pt x="1232453" y="1691362"/>
                  </a:lnTo>
                  <a:lnTo>
                    <a:pt x="1232453" y="1691368"/>
                  </a:lnTo>
                  <a:lnTo>
                    <a:pt x="1232444" y="1691380"/>
                  </a:lnTo>
                  <a:lnTo>
                    <a:pt x="1232428" y="1691399"/>
                  </a:lnTo>
                  <a:lnTo>
                    <a:pt x="1232423" y="1691406"/>
                  </a:lnTo>
                  <a:lnTo>
                    <a:pt x="1232416" y="1691416"/>
                  </a:lnTo>
                  <a:lnTo>
                    <a:pt x="1232405" y="1691430"/>
                  </a:lnTo>
                  <a:lnTo>
                    <a:pt x="1232400" y="1691432"/>
                  </a:lnTo>
                  <a:lnTo>
                    <a:pt x="1232392" y="1691434"/>
                  </a:lnTo>
                  <a:lnTo>
                    <a:pt x="1232383" y="1691434"/>
                  </a:lnTo>
                  <a:lnTo>
                    <a:pt x="1232365" y="1691428"/>
                  </a:lnTo>
                  <a:lnTo>
                    <a:pt x="1232346" y="1691416"/>
                  </a:lnTo>
                  <a:lnTo>
                    <a:pt x="1232330" y="1691407"/>
                  </a:lnTo>
                  <a:lnTo>
                    <a:pt x="1232313" y="1691397"/>
                  </a:lnTo>
                  <a:lnTo>
                    <a:pt x="1232295" y="1691385"/>
                  </a:lnTo>
                  <a:lnTo>
                    <a:pt x="1232278" y="1691373"/>
                  </a:lnTo>
                  <a:lnTo>
                    <a:pt x="1232261" y="1691359"/>
                  </a:lnTo>
                  <a:lnTo>
                    <a:pt x="1232243" y="1691343"/>
                  </a:lnTo>
                  <a:lnTo>
                    <a:pt x="1232227" y="1691327"/>
                  </a:lnTo>
                  <a:lnTo>
                    <a:pt x="1232213" y="1691309"/>
                  </a:lnTo>
                  <a:lnTo>
                    <a:pt x="1232176" y="1691262"/>
                  </a:lnTo>
                  <a:lnTo>
                    <a:pt x="1232160" y="1691246"/>
                  </a:lnTo>
                  <a:lnTo>
                    <a:pt x="1232142" y="1691230"/>
                  </a:lnTo>
                  <a:lnTo>
                    <a:pt x="1232125" y="1691216"/>
                  </a:lnTo>
                  <a:lnTo>
                    <a:pt x="1232107" y="1691209"/>
                  </a:lnTo>
                  <a:lnTo>
                    <a:pt x="1232102" y="1691209"/>
                  </a:lnTo>
                  <a:lnTo>
                    <a:pt x="1232089" y="1691203"/>
                  </a:lnTo>
                  <a:lnTo>
                    <a:pt x="1232072" y="1691192"/>
                  </a:lnTo>
                  <a:lnTo>
                    <a:pt x="1232055" y="1691183"/>
                  </a:lnTo>
                  <a:lnTo>
                    <a:pt x="1232048" y="1691179"/>
                  </a:lnTo>
                  <a:lnTo>
                    <a:pt x="1232037" y="1691169"/>
                  </a:lnTo>
                  <a:lnTo>
                    <a:pt x="1232023" y="1691156"/>
                  </a:lnTo>
                  <a:lnTo>
                    <a:pt x="1232003" y="1691149"/>
                  </a:lnTo>
                  <a:lnTo>
                    <a:pt x="1231986" y="1691146"/>
                  </a:lnTo>
                  <a:lnTo>
                    <a:pt x="1231970" y="1691142"/>
                  </a:lnTo>
                  <a:lnTo>
                    <a:pt x="1231951" y="1691137"/>
                  </a:lnTo>
                  <a:lnTo>
                    <a:pt x="1231934" y="1691130"/>
                  </a:lnTo>
                  <a:lnTo>
                    <a:pt x="1231916" y="1691124"/>
                  </a:lnTo>
                  <a:lnTo>
                    <a:pt x="1231899" y="1691118"/>
                  </a:lnTo>
                  <a:lnTo>
                    <a:pt x="1231881" y="1691111"/>
                  </a:lnTo>
                  <a:lnTo>
                    <a:pt x="1231864" y="1691100"/>
                  </a:lnTo>
                  <a:lnTo>
                    <a:pt x="1231847" y="1691088"/>
                  </a:lnTo>
                  <a:lnTo>
                    <a:pt x="1231830" y="1691071"/>
                  </a:lnTo>
                  <a:lnTo>
                    <a:pt x="1231826" y="1691062"/>
                  </a:lnTo>
                  <a:lnTo>
                    <a:pt x="1231823" y="1691052"/>
                  </a:lnTo>
                  <a:lnTo>
                    <a:pt x="1231817" y="1691034"/>
                  </a:lnTo>
                  <a:lnTo>
                    <a:pt x="1231812" y="1691015"/>
                  </a:lnTo>
                  <a:lnTo>
                    <a:pt x="1231807" y="1691007"/>
                  </a:lnTo>
                  <a:lnTo>
                    <a:pt x="1231798" y="1691001"/>
                  </a:lnTo>
                  <a:lnTo>
                    <a:pt x="1231780" y="1690993"/>
                  </a:lnTo>
                  <a:lnTo>
                    <a:pt x="1231774" y="1690989"/>
                  </a:lnTo>
                  <a:lnTo>
                    <a:pt x="1231763" y="1690977"/>
                  </a:lnTo>
                  <a:lnTo>
                    <a:pt x="1231756" y="1690958"/>
                  </a:lnTo>
                  <a:lnTo>
                    <a:pt x="1231746" y="1690940"/>
                  </a:lnTo>
                  <a:lnTo>
                    <a:pt x="1231738" y="1690930"/>
                  </a:lnTo>
                  <a:lnTo>
                    <a:pt x="1231731" y="1690923"/>
                  </a:lnTo>
                  <a:lnTo>
                    <a:pt x="1231714" y="1690907"/>
                  </a:lnTo>
                  <a:lnTo>
                    <a:pt x="1231700" y="1690889"/>
                  </a:lnTo>
                  <a:lnTo>
                    <a:pt x="1231683" y="1690873"/>
                  </a:lnTo>
                  <a:lnTo>
                    <a:pt x="1231667" y="1690857"/>
                  </a:lnTo>
                  <a:lnTo>
                    <a:pt x="1231655" y="1690838"/>
                  </a:lnTo>
                  <a:lnTo>
                    <a:pt x="1231641" y="1690820"/>
                  </a:lnTo>
                  <a:lnTo>
                    <a:pt x="1231634" y="1690811"/>
                  </a:lnTo>
                  <a:lnTo>
                    <a:pt x="1231626" y="1690805"/>
                  </a:lnTo>
                  <a:lnTo>
                    <a:pt x="1231608" y="1690791"/>
                  </a:lnTo>
                  <a:lnTo>
                    <a:pt x="1231591" y="1690781"/>
                  </a:lnTo>
                  <a:lnTo>
                    <a:pt x="1231575" y="1690774"/>
                  </a:lnTo>
                  <a:lnTo>
                    <a:pt x="1231556" y="1690765"/>
                  </a:lnTo>
                  <a:lnTo>
                    <a:pt x="1231538" y="1690758"/>
                  </a:lnTo>
                  <a:lnTo>
                    <a:pt x="1231526" y="1690754"/>
                  </a:lnTo>
                  <a:lnTo>
                    <a:pt x="1231521" y="1690751"/>
                  </a:lnTo>
                  <a:lnTo>
                    <a:pt x="1231504" y="1690742"/>
                  </a:lnTo>
                  <a:lnTo>
                    <a:pt x="1231486" y="1690732"/>
                  </a:lnTo>
                  <a:lnTo>
                    <a:pt x="1231469" y="1690721"/>
                  </a:lnTo>
                  <a:lnTo>
                    <a:pt x="1231451" y="1690710"/>
                  </a:lnTo>
                  <a:lnTo>
                    <a:pt x="1231434" y="1690702"/>
                  </a:lnTo>
                  <a:lnTo>
                    <a:pt x="1231418" y="1690694"/>
                  </a:lnTo>
                  <a:lnTo>
                    <a:pt x="1231405" y="1690687"/>
                  </a:lnTo>
                  <a:lnTo>
                    <a:pt x="1231401" y="1690681"/>
                  </a:lnTo>
                  <a:lnTo>
                    <a:pt x="1231392" y="1690665"/>
                  </a:lnTo>
                  <a:lnTo>
                    <a:pt x="1231383" y="1690644"/>
                  </a:lnTo>
                  <a:lnTo>
                    <a:pt x="1231370" y="1690625"/>
                  </a:lnTo>
                  <a:lnTo>
                    <a:pt x="1231357" y="1690607"/>
                  </a:lnTo>
                  <a:lnTo>
                    <a:pt x="1231348" y="1690598"/>
                  </a:lnTo>
                  <a:lnTo>
                    <a:pt x="1231341" y="1690595"/>
                  </a:lnTo>
                  <a:lnTo>
                    <a:pt x="1231329" y="1690584"/>
                  </a:lnTo>
                  <a:lnTo>
                    <a:pt x="1231327" y="1690580"/>
                  </a:lnTo>
                  <a:lnTo>
                    <a:pt x="1231314" y="1690561"/>
                  </a:lnTo>
                  <a:lnTo>
                    <a:pt x="1231303" y="1690543"/>
                  </a:lnTo>
                  <a:lnTo>
                    <a:pt x="1231292" y="1690524"/>
                  </a:lnTo>
                  <a:lnTo>
                    <a:pt x="1231277" y="1690506"/>
                  </a:lnTo>
                  <a:lnTo>
                    <a:pt x="1231260" y="1690490"/>
                  </a:lnTo>
                  <a:lnTo>
                    <a:pt x="1231245" y="1690478"/>
                  </a:lnTo>
                  <a:lnTo>
                    <a:pt x="1231225" y="1690472"/>
                  </a:lnTo>
                  <a:lnTo>
                    <a:pt x="1231186" y="1690483"/>
                  </a:lnTo>
                  <a:lnTo>
                    <a:pt x="1231172" y="1690473"/>
                  </a:lnTo>
                  <a:lnTo>
                    <a:pt x="1231157" y="1690446"/>
                  </a:lnTo>
                  <a:lnTo>
                    <a:pt x="1231150" y="1690429"/>
                  </a:lnTo>
                  <a:lnTo>
                    <a:pt x="1231151" y="1690410"/>
                  </a:lnTo>
                  <a:lnTo>
                    <a:pt x="1231154" y="1690385"/>
                  </a:lnTo>
                  <a:lnTo>
                    <a:pt x="1231161" y="1690371"/>
                  </a:lnTo>
                  <a:lnTo>
                    <a:pt x="1231169" y="1690351"/>
                  </a:lnTo>
                  <a:lnTo>
                    <a:pt x="1231169" y="1690344"/>
                  </a:lnTo>
                  <a:lnTo>
                    <a:pt x="1231165" y="1690337"/>
                  </a:lnTo>
                  <a:lnTo>
                    <a:pt x="1231150" y="1690326"/>
                  </a:lnTo>
                  <a:lnTo>
                    <a:pt x="1231125" y="1690302"/>
                  </a:lnTo>
                  <a:lnTo>
                    <a:pt x="1231098" y="1690277"/>
                  </a:lnTo>
                  <a:lnTo>
                    <a:pt x="1231058" y="1690247"/>
                  </a:lnTo>
                  <a:lnTo>
                    <a:pt x="1231036" y="1690221"/>
                  </a:lnTo>
                  <a:lnTo>
                    <a:pt x="1230983" y="1690165"/>
                  </a:lnTo>
                  <a:lnTo>
                    <a:pt x="1230968" y="1690144"/>
                  </a:lnTo>
                  <a:lnTo>
                    <a:pt x="1230961" y="1690126"/>
                  </a:lnTo>
                  <a:lnTo>
                    <a:pt x="1230962" y="1690114"/>
                  </a:lnTo>
                  <a:lnTo>
                    <a:pt x="1230972" y="1690074"/>
                  </a:lnTo>
                  <a:lnTo>
                    <a:pt x="1230987" y="1690024"/>
                  </a:lnTo>
                  <a:lnTo>
                    <a:pt x="1231003" y="1689969"/>
                  </a:lnTo>
                  <a:lnTo>
                    <a:pt x="1231008" y="1689946"/>
                  </a:lnTo>
                  <a:lnTo>
                    <a:pt x="1231001" y="1689911"/>
                  </a:lnTo>
                  <a:lnTo>
                    <a:pt x="1230996" y="1689889"/>
                  </a:lnTo>
                  <a:lnTo>
                    <a:pt x="1230980" y="1689854"/>
                  </a:lnTo>
                  <a:lnTo>
                    <a:pt x="1230962" y="1689840"/>
                  </a:lnTo>
                  <a:lnTo>
                    <a:pt x="1230936" y="1689834"/>
                  </a:lnTo>
                  <a:lnTo>
                    <a:pt x="1230920" y="1689834"/>
                  </a:lnTo>
                  <a:lnTo>
                    <a:pt x="1230900" y="1689829"/>
                  </a:lnTo>
                  <a:lnTo>
                    <a:pt x="1230875" y="1689826"/>
                  </a:lnTo>
                  <a:lnTo>
                    <a:pt x="1230853" y="1689833"/>
                  </a:lnTo>
                  <a:lnTo>
                    <a:pt x="1230808" y="1689863"/>
                  </a:lnTo>
                  <a:lnTo>
                    <a:pt x="1230776" y="1689875"/>
                  </a:lnTo>
                  <a:lnTo>
                    <a:pt x="1230748" y="1689875"/>
                  </a:lnTo>
                  <a:lnTo>
                    <a:pt x="1230728" y="1689870"/>
                  </a:lnTo>
                  <a:lnTo>
                    <a:pt x="1230695" y="1689850"/>
                  </a:lnTo>
                  <a:lnTo>
                    <a:pt x="1230666" y="1689834"/>
                  </a:lnTo>
                  <a:lnTo>
                    <a:pt x="1230649" y="1689834"/>
                  </a:lnTo>
                  <a:lnTo>
                    <a:pt x="1230623" y="1689837"/>
                  </a:lnTo>
                  <a:lnTo>
                    <a:pt x="1230588" y="1689852"/>
                  </a:lnTo>
                  <a:lnTo>
                    <a:pt x="1230560" y="1689862"/>
                  </a:lnTo>
                  <a:lnTo>
                    <a:pt x="1230532" y="1689866"/>
                  </a:lnTo>
                  <a:lnTo>
                    <a:pt x="1230513" y="1689866"/>
                  </a:lnTo>
                  <a:lnTo>
                    <a:pt x="1230493" y="1689855"/>
                  </a:lnTo>
                  <a:lnTo>
                    <a:pt x="1230472" y="1689838"/>
                  </a:lnTo>
                  <a:lnTo>
                    <a:pt x="1230454" y="1689807"/>
                  </a:lnTo>
                  <a:lnTo>
                    <a:pt x="1230442" y="1689763"/>
                  </a:lnTo>
                  <a:lnTo>
                    <a:pt x="1230436" y="1689731"/>
                  </a:lnTo>
                  <a:lnTo>
                    <a:pt x="1230435" y="1689716"/>
                  </a:lnTo>
                  <a:lnTo>
                    <a:pt x="1230421" y="1689700"/>
                  </a:lnTo>
                  <a:lnTo>
                    <a:pt x="1230407" y="1689686"/>
                  </a:lnTo>
                  <a:lnTo>
                    <a:pt x="1230403" y="1689672"/>
                  </a:lnTo>
                  <a:lnTo>
                    <a:pt x="1230403" y="1689664"/>
                  </a:lnTo>
                  <a:lnTo>
                    <a:pt x="1230418" y="1689647"/>
                  </a:lnTo>
                  <a:lnTo>
                    <a:pt x="1230433" y="1689615"/>
                  </a:lnTo>
                  <a:lnTo>
                    <a:pt x="1230445" y="1689576"/>
                  </a:lnTo>
                  <a:lnTo>
                    <a:pt x="1230446" y="1689563"/>
                  </a:lnTo>
                  <a:lnTo>
                    <a:pt x="1230436" y="1689547"/>
                  </a:lnTo>
                  <a:lnTo>
                    <a:pt x="1230422" y="1689539"/>
                  </a:lnTo>
                  <a:lnTo>
                    <a:pt x="1230421" y="1689528"/>
                  </a:lnTo>
                  <a:lnTo>
                    <a:pt x="1230427" y="1689500"/>
                  </a:lnTo>
                  <a:lnTo>
                    <a:pt x="1230431" y="1689480"/>
                  </a:lnTo>
                  <a:lnTo>
                    <a:pt x="1230429" y="1689469"/>
                  </a:lnTo>
                  <a:lnTo>
                    <a:pt x="1230414" y="1689464"/>
                  </a:lnTo>
                  <a:lnTo>
                    <a:pt x="1230396" y="1689456"/>
                  </a:lnTo>
                  <a:lnTo>
                    <a:pt x="1230386" y="1689439"/>
                  </a:lnTo>
                  <a:lnTo>
                    <a:pt x="1230369" y="1689418"/>
                  </a:lnTo>
                  <a:lnTo>
                    <a:pt x="1230349" y="1689409"/>
                  </a:lnTo>
                  <a:lnTo>
                    <a:pt x="1230317" y="1689395"/>
                  </a:lnTo>
                  <a:lnTo>
                    <a:pt x="1230298" y="1689373"/>
                  </a:lnTo>
                  <a:lnTo>
                    <a:pt x="1230291" y="1689363"/>
                  </a:lnTo>
                  <a:lnTo>
                    <a:pt x="1230279" y="1689363"/>
                  </a:lnTo>
                  <a:lnTo>
                    <a:pt x="1230264" y="1689358"/>
                  </a:lnTo>
                  <a:lnTo>
                    <a:pt x="1230249" y="1689349"/>
                  </a:lnTo>
                  <a:lnTo>
                    <a:pt x="1230224" y="1689339"/>
                  </a:lnTo>
                  <a:lnTo>
                    <a:pt x="1230208" y="1689338"/>
                  </a:lnTo>
                  <a:lnTo>
                    <a:pt x="1230190" y="1689343"/>
                  </a:lnTo>
                  <a:lnTo>
                    <a:pt x="1230167" y="1689350"/>
                  </a:lnTo>
                  <a:lnTo>
                    <a:pt x="1230151" y="1689360"/>
                  </a:lnTo>
                  <a:lnTo>
                    <a:pt x="1230127" y="1689385"/>
                  </a:lnTo>
                  <a:lnTo>
                    <a:pt x="1230110" y="1689392"/>
                  </a:lnTo>
                  <a:lnTo>
                    <a:pt x="1230102" y="1689390"/>
                  </a:lnTo>
                  <a:lnTo>
                    <a:pt x="1230089" y="1689378"/>
                  </a:lnTo>
                  <a:lnTo>
                    <a:pt x="1230065" y="1689358"/>
                  </a:lnTo>
                  <a:lnTo>
                    <a:pt x="1230050" y="1689355"/>
                  </a:lnTo>
                  <a:lnTo>
                    <a:pt x="1230022" y="1689351"/>
                  </a:lnTo>
                  <a:lnTo>
                    <a:pt x="1229987" y="1689348"/>
                  </a:lnTo>
                  <a:lnTo>
                    <a:pt x="1229966" y="1689358"/>
                  </a:lnTo>
                  <a:lnTo>
                    <a:pt x="1229950" y="1689360"/>
                  </a:lnTo>
                  <a:lnTo>
                    <a:pt x="1229905" y="1689364"/>
                  </a:lnTo>
                  <a:lnTo>
                    <a:pt x="1229890" y="1689373"/>
                  </a:lnTo>
                  <a:lnTo>
                    <a:pt x="1229866" y="1689395"/>
                  </a:lnTo>
                  <a:lnTo>
                    <a:pt x="1229849" y="1689417"/>
                  </a:lnTo>
                  <a:lnTo>
                    <a:pt x="1229836" y="1689450"/>
                  </a:lnTo>
                  <a:lnTo>
                    <a:pt x="1229819" y="1689469"/>
                  </a:lnTo>
                  <a:lnTo>
                    <a:pt x="1229792" y="1689496"/>
                  </a:lnTo>
                  <a:lnTo>
                    <a:pt x="1229756" y="1689525"/>
                  </a:lnTo>
                  <a:lnTo>
                    <a:pt x="1229710" y="1689560"/>
                  </a:lnTo>
                  <a:lnTo>
                    <a:pt x="1229687" y="1689572"/>
                  </a:lnTo>
                  <a:lnTo>
                    <a:pt x="1229636" y="1689599"/>
                  </a:lnTo>
                  <a:lnTo>
                    <a:pt x="1229615" y="1689608"/>
                  </a:lnTo>
                  <a:lnTo>
                    <a:pt x="1229593" y="1689619"/>
                  </a:lnTo>
                  <a:lnTo>
                    <a:pt x="1229569" y="1689635"/>
                  </a:lnTo>
                  <a:lnTo>
                    <a:pt x="1229546" y="1689660"/>
                  </a:lnTo>
                  <a:lnTo>
                    <a:pt x="1229530" y="1689694"/>
                  </a:lnTo>
                  <a:lnTo>
                    <a:pt x="1229481" y="1689760"/>
                  </a:lnTo>
                  <a:lnTo>
                    <a:pt x="1229463" y="1689793"/>
                  </a:lnTo>
                  <a:lnTo>
                    <a:pt x="1229453" y="1689815"/>
                  </a:lnTo>
                  <a:lnTo>
                    <a:pt x="1229423" y="1689847"/>
                  </a:lnTo>
                  <a:lnTo>
                    <a:pt x="1229404" y="1689865"/>
                  </a:lnTo>
                  <a:lnTo>
                    <a:pt x="1229375" y="1689891"/>
                  </a:lnTo>
                  <a:lnTo>
                    <a:pt x="1229342" y="1689912"/>
                  </a:lnTo>
                  <a:lnTo>
                    <a:pt x="1229300" y="1689932"/>
                  </a:lnTo>
                  <a:lnTo>
                    <a:pt x="1229249" y="1689967"/>
                  </a:lnTo>
                  <a:lnTo>
                    <a:pt x="1229213" y="1689983"/>
                  </a:lnTo>
                  <a:lnTo>
                    <a:pt x="1229160" y="1690003"/>
                  </a:lnTo>
                  <a:lnTo>
                    <a:pt x="1229150" y="1690020"/>
                  </a:lnTo>
                  <a:lnTo>
                    <a:pt x="1229145" y="1690040"/>
                  </a:lnTo>
                  <a:lnTo>
                    <a:pt x="1229145" y="1690070"/>
                  </a:lnTo>
                  <a:lnTo>
                    <a:pt x="1229140" y="1690095"/>
                  </a:lnTo>
                  <a:lnTo>
                    <a:pt x="1229130" y="1690121"/>
                  </a:lnTo>
                  <a:lnTo>
                    <a:pt x="1229120" y="1690186"/>
                  </a:lnTo>
                  <a:lnTo>
                    <a:pt x="1229120" y="1690239"/>
                  </a:lnTo>
                  <a:lnTo>
                    <a:pt x="1229110" y="1690270"/>
                  </a:lnTo>
                  <a:lnTo>
                    <a:pt x="1229096" y="1690289"/>
                  </a:lnTo>
                  <a:lnTo>
                    <a:pt x="1229080" y="1690297"/>
                  </a:lnTo>
                  <a:lnTo>
                    <a:pt x="1229060" y="1690301"/>
                  </a:lnTo>
                  <a:lnTo>
                    <a:pt x="1229026" y="1690309"/>
                  </a:lnTo>
                  <a:lnTo>
                    <a:pt x="1228976" y="1690323"/>
                  </a:lnTo>
                  <a:lnTo>
                    <a:pt x="1228949" y="1690333"/>
                  </a:lnTo>
                  <a:lnTo>
                    <a:pt x="1228935" y="1690346"/>
                  </a:lnTo>
                  <a:lnTo>
                    <a:pt x="1228912" y="1690358"/>
                  </a:lnTo>
                  <a:lnTo>
                    <a:pt x="1228869" y="1690371"/>
                  </a:lnTo>
                  <a:lnTo>
                    <a:pt x="1228847" y="1690388"/>
                  </a:lnTo>
                  <a:lnTo>
                    <a:pt x="1228835" y="1690410"/>
                  </a:lnTo>
                  <a:lnTo>
                    <a:pt x="1228828" y="1690431"/>
                  </a:lnTo>
                  <a:lnTo>
                    <a:pt x="1228830" y="1690440"/>
                  </a:lnTo>
                  <a:lnTo>
                    <a:pt x="1228843" y="1690460"/>
                  </a:lnTo>
                  <a:lnTo>
                    <a:pt x="1228848" y="1690480"/>
                  </a:lnTo>
                  <a:lnTo>
                    <a:pt x="1228846" y="1690496"/>
                  </a:lnTo>
                  <a:lnTo>
                    <a:pt x="1228835" y="1690500"/>
                  </a:lnTo>
                  <a:lnTo>
                    <a:pt x="1228807" y="1690497"/>
                  </a:lnTo>
                  <a:lnTo>
                    <a:pt x="1228757" y="1690519"/>
                  </a:lnTo>
                  <a:lnTo>
                    <a:pt x="1228722" y="1690542"/>
                  </a:lnTo>
                  <a:lnTo>
                    <a:pt x="1228684" y="1690551"/>
                  </a:lnTo>
                  <a:lnTo>
                    <a:pt x="1228635" y="1690565"/>
                  </a:lnTo>
                  <a:lnTo>
                    <a:pt x="1228601" y="1690569"/>
                  </a:lnTo>
                  <a:lnTo>
                    <a:pt x="1228569" y="1690574"/>
                  </a:lnTo>
                  <a:lnTo>
                    <a:pt x="1228545" y="1690584"/>
                  </a:lnTo>
                  <a:lnTo>
                    <a:pt x="1228522" y="1690589"/>
                  </a:lnTo>
                  <a:lnTo>
                    <a:pt x="1228504" y="1690589"/>
                  </a:lnTo>
                  <a:lnTo>
                    <a:pt x="1228482" y="1690580"/>
                  </a:lnTo>
                  <a:lnTo>
                    <a:pt x="1228453" y="1690563"/>
                  </a:lnTo>
                  <a:lnTo>
                    <a:pt x="1228421" y="1690539"/>
                  </a:lnTo>
                  <a:lnTo>
                    <a:pt x="1228401" y="1690535"/>
                  </a:lnTo>
                  <a:lnTo>
                    <a:pt x="1228387" y="1690535"/>
                  </a:lnTo>
                  <a:lnTo>
                    <a:pt x="1228372" y="1690548"/>
                  </a:lnTo>
                  <a:lnTo>
                    <a:pt x="1228338" y="1690582"/>
                  </a:lnTo>
                  <a:lnTo>
                    <a:pt x="1228297" y="1690621"/>
                  </a:lnTo>
                  <a:lnTo>
                    <a:pt x="1228256" y="1690660"/>
                  </a:lnTo>
                  <a:lnTo>
                    <a:pt x="1228245" y="1690666"/>
                  </a:lnTo>
                  <a:lnTo>
                    <a:pt x="1228228" y="1690669"/>
                  </a:lnTo>
                  <a:lnTo>
                    <a:pt x="1228187" y="1690675"/>
                  </a:lnTo>
                  <a:lnTo>
                    <a:pt x="1228145" y="1690691"/>
                  </a:lnTo>
                  <a:lnTo>
                    <a:pt x="1228128" y="1690726"/>
                  </a:lnTo>
                  <a:lnTo>
                    <a:pt x="1228116" y="1690756"/>
                  </a:lnTo>
                  <a:lnTo>
                    <a:pt x="1228116" y="1690776"/>
                  </a:lnTo>
                  <a:lnTo>
                    <a:pt x="1228117" y="1690806"/>
                  </a:lnTo>
                  <a:lnTo>
                    <a:pt x="1228113" y="1690838"/>
                  </a:lnTo>
                  <a:lnTo>
                    <a:pt x="1228109" y="1690853"/>
                  </a:lnTo>
                  <a:lnTo>
                    <a:pt x="1228108" y="1690881"/>
                  </a:lnTo>
                  <a:lnTo>
                    <a:pt x="1228102" y="1690923"/>
                  </a:lnTo>
                  <a:lnTo>
                    <a:pt x="1228106" y="1690939"/>
                  </a:lnTo>
                  <a:lnTo>
                    <a:pt x="1228107" y="1690957"/>
                  </a:lnTo>
                  <a:lnTo>
                    <a:pt x="1228088" y="1691005"/>
                  </a:lnTo>
                  <a:lnTo>
                    <a:pt x="1228082" y="1691026"/>
                  </a:lnTo>
                  <a:lnTo>
                    <a:pt x="1228081" y="1691047"/>
                  </a:lnTo>
                  <a:lnTo>
                    <a:pt x="1228075" y="1691067"/>
                  </a:lnTo>
                  <a:lnTo>
                    <a:pt x="1228069" y="1691072"/>
                  </a:lnTo>
                  <a:lnTo>
                    <a:pt x="1228069" y="1691064"/>
                  </a:lnTo>
                  <a:lnTo>
                    <a:pt x="1228052" y="1691051"/>
                  </a:lnTo>
                  <a:lnTo>
                    <a:pt x="1228024" y="1691032"/>
                  </a:lnTo>
                  <a:lnTo>
                    <a:pt x="1227995" y="1691015"/>
                  </a:lnTo>
                  <a:lnTo>
                    <a:pt x="1227957" y="1691007"/>
                  </a:lnTo>
                  <a:lnTo>
                    <a:pt x="1227910" y="1690996"/>
                  </a:lnTo>
                  <a:lnTo>
                    <a:pt x="1227887" y="1690983"/>
                  </a:lnTo>
                  <a:lnTo>
                    <a:pt x="1227861" y="1690964"/>
                  </a:lnTo>
                  <a:lnTo>
                    <a:pt x="1227818" y="1690926"/>
                  </a:lnTo>
                  <a:lnTo>
                    <a:pt x="1227778" y="1690887"/>
                  </a:lnTo>
                  <a:lnTo>
                    <a:pt x="1227751" y="1690869"/>
                  </a:lnTo>
                  <a:lnTo>
                    <a:pt x="1227729" y="1690856"/>
                  </a:lnTo>
                  <a:lnTo>
                    <a:pt x="1227711" y="1690843"/>
                  </a:lnTo>
                  <a:lnTo>
                    <a:pt x="1227692" y="1690818"/>
                  </a:lnTo>
                  <a:lnTo>
                    <a:pt x="1227660" y="1690784"/>
                  </a:lnTo>
                  <a:lnTo>
                    <a:pt x="1227622" y="1690750"/>
                  </a:lnTo>
                  <a:lnTo>
                    <a:pt x="1227597" y="1690742"/>
                  </a:lnTo>
                  <a:lnTo>
                    <a:pt x="1227573" y="1690750"/>
                  </a:lnTo>
                  <a:lnTo>
                    <a:pt x="1227536" y="1690768"/>
                  </a:lnTo>
                  <a:lnTo>
                    <a:pt x="1227505" y="1690781"/>
                  </a:lnTo>
                  <a:lnTo>
                    <a:pt x="1227461" y="1690793"/>
                  </a:lnTo>
                  <a:lnTo>
                    <a:pt x="1227436" y="1690802"/>
                  </a:lnTo>
                  <a:lnTo>
                    <a:pt x="1227421" y="1690812"/>
                  </a:lnTo>
                  <a:lnTo>
                    <a:pt x="1227400" y="1690828"/>
                  </a:lnTo>
                  <a:lnTo>
                    <a:pt x="1227385" y="1690833"/>
                  </a:lnTo>
                  <a:lnTo>
                    <a:pt x="1227351" y="1690837"/>
                  </a:lnTo>
                  <a:lnTo>
                    <a:pt x="1227299" y="1690837"/>
                  </a:lnTo>
                  <a:lnTo>
                    <a:pt x="1227261" y="1690838"/>
                  </a:lnTo>
                  <a:lnTo>
                    <a:pt x="1227238" y="1690841"/>
                  </a:lnTo>
                  <a:lnTo>
                    <a:pt x="1227204" y="1690845"/>
                  </a:lnTo>
                  <a:lnTo>
                    <a:pt x="1227184" y="1690845"/>
                  </a:lnTo>
                  <a:lnTo>
                    <a:pt x="1227167" y="1690836"/>
                  </a:lnTo>
                  <a:lnTo>
                    <a:pt x="1227148" y="1690837"/>
                  </a:lnTo>
                  <a:lnTo>
                    <a:pt x="1227131" y="1690845"/>
                  </a:lnTo>
                  <a:lnTo>
                    <a:pt x="1227115" y="1690857"/>
                  </a:lnTo>
                  <a:lnTo>
                    <a:pt x="1227105" y="1690876"/>
                  </a:lnTo>
                  <a:lnTo>
                    <a:pt x="1227098" y="1690903"/>
                  </a:lnTo>
                  <a:lnTo>
                    <a:pt x="1227098" y="1690912"/>
                  </a:lnTo>
                  <a:lnTo>
                    <a:pt x="1227104" y="1690947"/>
                  </a:lnTo>
                  <a:lnTo>
                    <a:pt x="1227107" y="1690974"/>
                  </a:lnTo>
                  <a:lnTo>
                    <a:pt x="1227105" y="1690986"/>
                  </a:lnTo>
                  <a:lnTo>
                    <a:pt x="1227087" y="1691010"/>
                  </a:lnTo>
                  <a:lnTo>
                    <a:pt x="1227067" y="1691031"/>
                  </a:lnTo>
                  <a:lnTo>
                    <a:pt x="1227063" y="1691048"/>
                  </a:lnTo>
                  <a:lnTo>
                    <a:pt x="1227065" y="1691072"/>
                  </a:lnTo>
                  <a:lnTo>
                    <a:pt x="1227072" y="1691116"/>
                  </a:lnTo>
                  <a:lnTo>
                    <a:pt x="1227066" y="1691144"/>
                  </a:lnTo>
                  <a:lnTo>
                    <a:pt x="1227053" y="1691186"/>
                  </a:lnTo>
                  <a:lnTo>
                    <a:pt x="1227033" y="1691213"/>
                  </a:lnTo>
                  <a:lnTo>
                    <a:pt x="1227015" y="1691229"/>
                  </a:lnTo>
                  <a:lnTo>
                    <a:pt x="1226984" y="1691244"/>
                  </a:lnTo>
                  <a:lnTo>
                    <a:pt x="1226948" y="1691253"/>
                  </a:lnTo>
                  <a:lnTo>
                    <a:pt x="1226919" y="1691268"/>
                  </a:lnTo>
                  <a:lnTo>
                    <a:pt x="1226883" y="1691285"/>
                  </a:lnTo>
                  <a:lnTo>
                    <a:pt x="1226864" y="1691287"/>
                  </a:lnTo>
                  <a:lnTo>
                    <a:pt x="1226850" y="1691285"/>
                  </a:lnTo>
                  <a:lnTo>
                    <a:pt x="1226831" y="1691275"/>
                  </a:lnTo>
                  <a:lnTo>
                    <a:pt x="1226800" y="1691253"/>
                  </a:lnTo>
                  <a:lnTo>
                    <a:pt x="1226766" y="1691223"/>
                  </a:lnTo>
                  <a:lnTo>
                    <a:pt x="1226750" y="1691205"/>
                  </a:lnTo>
                  <a:lnTo>
                    <a:pt x="1226744" y="1691204"/>
                  </a:lnTo>
                  <a:lnTo>
                    <a:pt x="1226730" y="1691211"/>
                  </a:lnTo>
                  <a:lnTo>
                    <a:pt x="1226712" y="1691220"/>
                  </a:lnTo>
                  <a:lnTo>
                    <a:pt x="1226693" y="1691222"/>
                  </a:lnTo>
                  <a:lnTo>
                    <a:pt x="1226659" y="1691222"/>
                  </a:lnTo>
                  <a:lnTo>
                    <a:pt x="1226631" y="1691231"/>
                  </a:lnTo>
                  <a:lnTo>
                    <a:pt x="1226572" y="1691275"/>
                  </a:lnTo>
                  <a:lnTo>
                    <a:pt x="1226542" y="1691289"/>
                  </a:lnTo>
                  <a:lnTo>
                    <a:pt x="1226513" y="1691302"/>
                  </a:lnTo>
                  <a:lnTo>
                    <a:pt x="1226485" y="1691304"/>
                  </a:lnTo>
                  <a:lnTo>
                    <a:pt x="1226450" y="1691302"/>
                  </a:lnTo>
                  <a:lnTo>
                    <a:pt x="1226428" y="1691308"/>
                  </a:lnTo>
                  <a:lnTo>
                    <a:pt x="1226400" y="1691312"/>
                  </a:lnTo>
                  <a:lnTo>
                    <a:pt x="1226382" y="1691310"/>
                  </a:lnTo>
                  <a:lnTo>
                    <a:pt x="1226363" y="1691307"/>
                  </a:lnTo>
                  <a:lnTo>
                    <a:pt x="1226326" y="1691310"/>
                  </a:lnTo>
                  <a:lnTo>
                    <a:pt x="1226276" y="1691310"/>
                  </a:lnTo>
                  <a:lnTo>
                    <a:pt x="1226263" y="1691303"/>
                  </a:lnTo>
                  <a:lnTo>
                    <a:pt x="1226232" y="1691292"/>
                  </a:lnTo>
                  <a:lnTo>
                    <a:pt x="1226217" y="1691288"/>
                  </a:lnTo>
                  <a:lnTo>
                    <a:pt x="1226202" y="1691288"/>
                  </a:lnTo>
                  <a:lnTo>
                    <a:pt x="1226174" y="1691293"/>
                  </a:lnTo>
                  <a:lnTo>
                    <a:pt x="1226138" y="1691298"/>
                  </a:lnTo>
                  <a:lnTo>
                    <a:pt x="1226112" y="1691304"/>
                  </a:lnTo>
                  <a:lnTo>
                    <a:pt x="1226077" y="1691312"/>
                  </a:lnTo>
                  <a:lnTo>
                    <a:pt x="1226054" y="1691312"/>
                  </a:lnTo>
                  <a:lnTo>
                    <a:pt x="1226019" y="1691278"/>
                  </a:lnTo>
                  <a:lnTo>
                    <a:pt x="1225998" y="1691266"/>
                  </a:lnTo>
                  <a:lnTo>
                    <a:pt x="1225959" y="1691263"/>
                  </a:lnTo>
                  <a:lnTo>
                    <a:pt x="1225928" y="1691257"/>
                  </a:lnTo>
                  <a:lnTo>
                    <a:pt x="1225915" y="1691253"/>
                  </a:lnTo>
                  <a:lnTo>
                    <a:pt x="1225899" y="1691239"/>
                  </a:lnTo>
                  <a:lnTo>
                    <a:pt x="1225881" y="1691215"/>
                  </a:lnTo>
                  <a:lnTo>
                    <a:pt x="1225868" y="1691197"/>
                  </a:lnTo>
                  <a:lnTo>
                    <a:pt x="1225856" y="1691191"/>
                  </a:lnTo>
                  <a:lnTo>
                    <a:pt x="1225828" y="1691191"/>
                  </a:lnTo>
                  <a:lnTo>
                    <a:pt x="1225795" y="1691185"/>
                  </a:lnTo>
                  <a:lnTo>
                    <a:pt x="1225745" y="1691171"/>
                  </a:lnTo>
                  <a:lnTo>
                    <a:pt x="1225702" y="1691151"/>
                  </a:lnTo>
                  <a:lnTo>
                    <a:pt x="1225688" y="1691147"/>
                  </a:lnTo>
                  <a:lnTo>
                    <a:pt x="1225665" y="1691144"/>
                  </a:lnTo>
                  <a:lnTo>
                    <a:pt x="1225624" y="1691133"/>
                  </a:lnTo>
                  <a:lnTo>
                    <a:pt x="1225575" y="1691104"/>
                  </a:lnTo>
                  <a:lnTo>
                    <a:pt x="1225545" y="1691082"/>
                  </a:lnTo>
                  <a:lnTo>
                    <a:pt x="1225534" y="1691080"/>
                  </a:lnTo>
                  <a:lnTo>
                    <a:pt x="1225501" y="1691080"/>
                  </a:lnTo>
                  <a:lnTo>
                    <a:pt x="1225465" y="1691083"/>
                  </a:lnTo>
                  <a:lnTo>
                    <a:pt x="1225450" y="1691080"/>
                  </a:lnTo>
                  <a:lnTo>
                    <a:pt x="1225427" y="1691063"/>
                  </a:lnTo>
                  <a:lnTo>
                    <a:pt x="1225400" y="1691055"/>
                  </a:lnTo>
                  <a:lnTo>
                    <a:pt x="1225372" y="1691050"/>
                  </a:lnTo>
                  <a:lnTo>
                    <a:pt x="1225332" y="1691031"/>
                  </a:lnTo>
                  <a:lnTo>
                    <a:pt x="1225306" y="1691024"/>
                  </a:lnTo>
                  <a:lnTo>
                    <a:pt x="1225295" y="1691008"/>
                  </a:lnTo>
                  <a:lnTo>
                    <a:pt x="1225289" y="1690984"/>
                  </a:lnTo>
                  <a:lnTo>
                    <a:pt x="1225283" y="1690959"/>
                  </a:lnTo>
                  <a:lnTo>
                    <a:pt x="1225277" y="1690956"/>
                  </a:lnTo>
                  <a:lnTo>
                    <a:pt x="1225271" y="1690958"/>
                  </a:lnTo>
                  <a:lnTo>
                    <a:pt x="1225257" y="1690967"/>
                  </a:lnTo>
                  <a:lnTo>
                    <a:pt x="1225230" y="1690980"/>
                  </a:lnTo>
                  <a:lnTo>
                    <a:pt x="1225206" y="1690985"/>
                  </a:lnTo>
                  <a:lnTo>
                    <a:pt x="1225170" y="1690976"/>
                  </a:lnTo>
                  <a:lnTo>
                    <a:pt x="1225104" y="1690946"/>
                  </a:lnTo>
                  <a:lnTo>
                    <a:pt x="1225037" y="1690924"/>
                  </a:lnTo>
                  <a:lnTo>
                    <a:pt x="1224996" y="1690919"/>
                  </a:lnTo>
                  <a:lnTo>
                    <a:pt x="1224966" y="1690923"/>
                  </a:lnTo>
                  <a:lnTo>
                    <a:pt x="1224934" y="1690934"/>
                  </a:lnTo>
                  <a:lnTo>
                    <a:pt x="1224904" y="1690947"/>
                  </a:lnTo>
                  <a:lnTo>
                    <a:pt x="1224883" y="1690952"/>
                  </a:lnTo>
                  <a:lnTo>
                    <a:pt x="1224848" y="1690952"/>
                  </a:lnTo>
                  <a:lnTo>
                    <a:pt x="1224794" y="1690945"/>
                  </a:lnTo>
                  <a:lnTo>
                    <a:pt x="1224755" y="1690937"/>
                  </a:lnTo>
                  <a:lnTo>
                    <a:pt x="1224726" y="1690929"/>
                  </a:lnTo>
                  <a:lnTo>
                    <a:pt x="1224724" y="1690936"/>
                  </a:lnTo>
                  <a:lnTo>
                    <a:pt x="1224721" y="1690945"/>
                  </a:lnTo>
                  <a:lnTo>
                    <a:pt x="1224721" y="1690970"/>
                  </a:lnTo>
                  <a:lnTo>
                    <a:pt x="1224727" y="1691025"/>
                  </a:lnTo>
                  <a:lnTo>
                    <a:pt x="1224728" y="1691071"/>
                  </a:lnTo>
                  <a:lnTo>
                    <a:pt x="1224721" y="1691124"/>
                  </a:lnTo>
                  <a:lnTo>
                    <a:pt x="1224707" y="1691161"/>
                  </a:lnTo>
                  <a:lnTo>
                    <a:pt x="1224687" y="1691182"/>
                  </a:lnTo>
                  <a:lnTo>
                    <a:pt x="1224681" y="1691194"/>
                  </a:lnTo>
                  <a:lnTo>
                    <a:pt x="1224638" y="1691323"/>
                  </a:lnTo>
                  <a:lnTo>
                    <a:pt x="1224614" y="1691388"/>
                  </a:lnTo>
                  <a:lnTo>
                    <a:pt x="1224611" y="1691410"/>
                  </a:lnTo>
                  <a:lnTo>
                    <a:pt x="1224605" y="1691448"/>
                  </a:lnTo>
                  <a:lnTo>
                    <a:pt x="1224591" y="1691505"/>
                  </a:lnTo>
                  <a:lnTo>
                    <a:pt x="1224577" y="1691530"/>
                  </a:lnTo>
                  <a:lnTo>
                    <a:pt x="1224554" y="1691569"/>
                  </a:lnTo>
                  <a:lnTo>
                    <a:pt x="1224538" y="1691590"/>
                  </a:lnTo>
                  <a:lnTo>
                    <a:pt x="1224517" y="1691604"/>
                  </a:lnTo>
                  <a:lnTo>
                    <a:pt x="1224487" y="1691617"/>
                  </a:lnTo>
                  <a:lnTo>
                    <a:pt x="1224472" y="1691620"/>
                  </a:lnTo>
                  <a:lnTo>
                    <a:pt x="1224454" y="1691620"/>
                  </a:lnTo>
                  <a:lnTo>
                    <a:pt x="1224414" y="1691608"/>
                  </a:lnTo>
                  <a:lnTo>
                    <a:pt x="1224360" y="1691585"/>
                  </a:lnTo>
                  <a:lnTo>
                    <a:pt x="1224302" y="1691557"/>
                  </a:lnTo>
                  <a:lnTo>
                    <a:pt x="1224247" y="1691534"/>
                  </a:lnTo>
                  <a:lnTo>
                    <a:pt x="1224178" y="1691504"/>
                  </a:lnTo>
                  <a:lnTo>
                    <a:pt x="1224143" y="1691481"/>
                  </a:lnTo>
                  <a:lnTo>
                    <a:pt x="1224077" y="1691438"/>
                  </a:lnTo>
                  <a:lnTo>
                    <a:pt x="1224026" y="1691410"/>
                  </a:lnTo>
                  <a:lnTo>
                    <a:pt x="1223998" y="1691403"/>
                  </a:lnTo>
                  <a:lnTo>
                    <a:pt x="1223974" y="1691403"/>
                  </a:lnTo>
                  <a:lnTo>
                    <a:pt x="1223940" y="1691402"/>
                  </a:lnTo>
                  <a:lnTo>
                    <a:pt x="1223913" y="1691399"/>
                  </a:lnTo>
                  <a:lnTo>
                    <a:pt x="1223880" y="1691393"/>
                  </a:lnTo>
                  <a:lnTo>
                    <a:pt x="1223857" y="1691384"/>
                  </a:lnTo>
                  <a:lnTo>
                    <a:pt x="1223831" y="1691384"/>
                  </a:lnTo>
                  <a:lnTo>
                    <a:pt x="1223803" y="1691385"/>
                  </a:lnTo>
                  <a:lnTo>
                    <a:pt x="1223786" y="1691377"/>
                  </a:lnTo>
                  <a:lnTo>
                    <a:pt x="1223768" y="1691367"/>
                  </a:lnTo>
                  <a:lnTo>
                    <a:pt x="1223747" y="1691357"/>
                  </a:lnTo>
                  <a:lnTo>
                    <a:pt x="1223713" y="1691334"/>
                  </a:lnTo>
                  <a:lnTo>
                    <a:pt x="1223692" y="1691319"/>
                  </a:lnTo>
                  <a:lnTo>
                    <a:pt x="1223672" y="1691314"/>
                  </a:lnTo>
                  <a:lnTo>
                    <a:pt x="1223647" y="1691291"/>
                  </a:lnTo>
                  <a:lnTo>
                    <a:pt x="1223632" y="1691282"/>
                  </a:lnTo>
                  <a:lnTo>
                    <a:pt x="1223611" y="1691280"/>
                  </a:lnTo>
                  <a:lnTo>
                    <a:pt x="1223601" y="1691283"/>
                  </a:lnTo>
                  <a:lnTo>
                    <a:pt x="1223591" y="1691311"/>
                  </a:lnTo>
                  <a:lnTo>
                    <a:pt x="1223557" y="1691375"/>
                  </a:lnTo>
                  <a:lnTo>
                    <a:pt x="1223533" y="1691416"/>
                  </a:lnTo>
                  <a:lnTo>
                    <a:pt x="1223513" y="1691445"/>
                  </a:lnTo>
                  <a:lnTo>
                    <a:pt x="1223497" y="1691456"/>
                  </a:lnTo>
                  <a:lnTo>
                    <a:pt x="1223482" y="1691465"/>
                  </a:lnTo>
                  <a:lnTo>
                    <a:pt x="1223472" y="1691465"/>
                  </a:lnTo>
                  <a:lnTo>
                    <a:pt x="1223447" y="1691449"/>
                  </a:lnTo>
                  <a:lnTo>
                    <a:pt x="1223411" y="1691423"/>
                  </a:lnTo>
                  <a:lnTo>
                    <a:pt x="1223376" y="1691403"/>
                  </a:lnTo>
                  <a:lnTo>
                    <a:pt x="1223335" y="1691381"/>
                  </a:lnTo>
                  <a:lnTo>
                    <a:pt x="1223298" y="1691356"/>
                  </a:lnTo>
                  <a:lnTo>
                    <a:pt x="1223248" y="1691337"/>
                  </a:lnTo>
                  <a:lnTo>
                    <a:pt x="1223214" y="1691331"/>
                  </a:lnTo>
                  <a:lnTo>
                    <a:pt x="1223183" y="1691333"/>
                  </a:lnTo>
                  <a:lnTo>
                    <a:pt x="1223158" y="1691344"/>
                  </a:lnTo>
                  <a:lnTo>
                    <a:pt x="1223140" y="1691360"/>
                  </a:lnTo>
                  <a:lnTo>
                    <a:pt x="1223112" y="1691375"/>
                  </a:lnTo>
                  <a:lnTo>
                    <a:pt x="1223087" y="1691383"/>
                  </a:lnTo>
                  <a:lnTo>
                    <a:pt x="1223063" y="1691397"/>
                  </a:lnTo>
                  <a:lnTo>
                    <a:pt x="1223045" y="1691418"/>
                  </a:lnTo>
                  <a:lnTo>
                    <a:pt x="1223029" y="1691449"/>
                  </a:lnTo>
                  <a:lnTo>
                    <a:pt x="1223019" y="1691467"/>
                  </a:lnTo>
                  <a:lnTo>
                    <a:pt x="1222995" y="1691485"/>
                  </a:lnTo>
                  <a:lnTo>
                    <a:pt x="1222967" y="1691514"/>
                  </a:lnTo>
                  <a:lnTo>
                    <a:pt x="1222938" y="1691528"/>
                  </a:lnTo>
                  <a:lnTo>
                    <a:pt x="1222913" y="1691539"/>
                  </a:lnTo>
                  <a:lnTo>
                    <a:pt x="1222895" y="1691539"/>
                  </a:lnTo>
                  <a:lnTo>
                    <a:pt x="1222877" y="1691526"/>
                  </a:lnTo>
                  <a:lnTo>
                    <a:pt x="1222847" y="1691499"/>
                  </a:lnTo>
                  <a:lnTo>
                    <a:pt x="1222821" y="1691466"/>
                  </a:lnTo>
                  <a:lnTo>
                    <a:pt x="1222803" y="1691424"/>
                  </a:lnTo>
                  <a:lnTo>
                    <a:pt x="1222790" y="1691399"/>
                  </a:lnTo>
                  <a:lnTo>
                    <a:pt x="1222778" y="1691384"/>
                  </a:lnTo>
                  <a:lnTo>
                    <a:pt x="1222762" y="1691380"/>
                  </a:lnTo>
                  <a:lnTo>
                    <a:pt x="1222744" y="1691379"/>
                  </a:lnTo>
                  <a:lnTo>
                    <a:pt x="1222731" y="1691378"/>
                  </a:lnTo>
                  <a:lnTo>
                    <a:pt x="1222722" y="1691371"/>
                  </a:lnTo>
                  <a:lnTo>
                    <a:pt x="1222716" y="1691356"/>
                  </a:lnTo>
                  <a:lnTo>
                    <a:pt x="1222704" y="1691324"/>
                  </a:lnTo>
                  <a:lnTo>
                    <a:pt x="1222685" y="1691288"/>
                  </a:lnTo>
                  <a:lnTo>
                    <a:pt x="1222666" y="1691255"/>
                  </a:lnTo>
                  <a:lnTo>
                    <a:pt x="1222652" y="1691236"/>
                  </a:lnTo>
                  <a:lnTo>
                    <a:pt x="1222631" y="1691222"/>
                  </a:lnTo>
                  <a:lnTo>
                    <a:pt x="1222614" y="1691205"/>
                  </a:lnTo>
                  <a:lnTo>
                    <a:pt x="1222593" y="1691194"/>
                  </a:lnTo>
                  <a:lnTo>
                    <a:pt x="1222565" y="1691178"/>
                  </a:lnTo>
                  <a:lnTo>
                    <a:pt x="1222550" y="1691158"/>
                  </a:lnTo>
                  <a:lnTo>
                    <a:pt x="1222540" y="1691128"/>
                  </a:lnTo>
                  <a:lnTo>
                    <a:pt x="1222526" y="1691111"/>
                  </a:lnTo>
                  <a:lnTo>
                    <a:pt x="1222512" y="1691106"/>
                  </a:lnTo>
                  <a:lnTo>
                    <a:pt x="1222478" y="1691100"/>
                  </a:lnTo>
                  <a:lnTo>
                    <a:pt x="1222442" y="1691099"/>
                  </a:lnTo>
                  <a:lnTo>
                    <a:pt x="1222413" y="1691112"/>
                  </a:lnTo>
                  <a:lnTo>
                    <a:pt x="1222377" y="1691133"/>
                  </a:lnTo>
                  <a:lnTo>
                    <a:pt x="1222357" y="1691139"/>
                  </a:lnTo>
                  <a:lnTo>
                    <a:pt x="1222330" y="1691143"/>
                  </a:lnTo>
                  <a:lnTo>
                    <a:pt x="1222292" y="1691141"/>
                  </a:lnTo>
                  <a:lnTo>
                    <a:pt x="1222265" y="1691145"/>
                  </a:lnTo>
                  <a:lnTo>
                    <a:pt x="1222241" y="1691154"/>
                  </a:lnTo>
                  <a:lnTo>
                    <a:pt x="1222228" y="1691173"/>
                  </a:lnTo>
                  <a:lnTo>
                    <a:pt x="1222213" y="1691183"/>
                  </a:lnTo>
                  <a:lnTo>
                    <a:pt x="1222200" y="1691186"/>
                  </a:lnTo>
                  <a:lnTo>
                    <a:pt x="1222194" y="1691189"/>
                  </a:lnTo>
                  <a:lnTo>
                    <a:pt x="1222176" y="1691188"/>
                  </a:lnTo>
                  <a:lnTo>
                    <a:pt x="1222159" y="1691192"/>
                  </a:lnTo>
                  <a:lnTo>
                    <a:pt x="1222105" y="1691210"/>
                  </a:lnTo>
                  <a:lnTo>
                    <a:pt x="1222088" y="1691216"/>
                  </a:lnTo>
                  <a:lnTo>
                    <a:pt x="1222070" y="1691217"/>
                  </a:lnTo>
                  <a:lnTo>
                    <a:pt x="1222053" y="1691217"/>
                  </a:lnTo>
                  <a:lnTo>
                    <a:pt x="1222035" y="1691215"/>
                  </a:lnTo>
                  <a:lnTo>
                    <a:pt x="1222026" y="1691219"/>
                  </a:lnTo>
                  <a:lnTo>
                    <a:pt x="1221999" y="1691223"/>
                  </a:lnTo>
                  <a:lnTo>
                    <a:pt x="1221975" y="1691223"/>
                  </a:lnTo>
                  <a:lnTo>
                    <a:pt x="1221954" y="1691223"/>
                  </a:lnTo>
                  <a:lnTo>
                    <a:pt x="1221944" y="1691216"/>
                  </a:lnTo>
                  <a:lnTo>
                    <a:pt x="1221923" y="1691198"/>
                  </a:lnTo>
                  <a:lnTo>
                    <a:pt x="1221906" y="1691179"/>
                  </a:lnTo>
                  <a:lnTo>
                    <a:pt x="1221887" y="1691171"/>
                  </a:lnTo>
                  <a:lnTo>
                    <a:pt x="1221861" y="1691149"/>
                  </a:lnTo>
                  <a:lnTo>
                    <a:pt x="1221843" y="1691127"/>
                  </a:lnTo>
                  <a:lnTo>
                    <a:pt x="1221833" y="1691101"/>
                  </a:lnTo>
                  <a:lnTo>
                    <a:pt x="1221820" y="1691069"/>
                  </a:lnTo>
                  <a:lnTo>
                    <a:pt x="1221814" y="1691061"/>
                  </a:lnTo>
                  <a:lnTo>
                    <a:pt x="1221796" y="1691060"/>
                  </a:lnTo>
                  <a:lnTo>
                    <a:pt x="1221776" y="1691072"/>
                  </a:lnTo>
                  <a:lnTo>
                    <a:pt x="1221764" y="1691083"/>
                  </a:lnTo>
                  <a:lnTo>
                    <a:pt x="1221746" y="1691100"/>
                  </a:lnTo>
                  <a:lnTo>
                    <a:pt x="1221735" y="1691104"/>
                  </a:lnTo>
                  <a:lnTo>
                    <a:pt x="1221729" y="1691104"/>
                  </a:lnTo>
                  <a:lnTo>
                    <a:pt x="1221722" y="1691107"/>
                  </a:lnTo>
                  <a:lnTo>
                    <a:pt x="1221711" y="1691106"/>
                  </a:lnTo>
                  <a:lnTo>
                    <a:pt x="1221701" y="1691103"/>
                  </a:lnTo>
                  <a:lnTo>
                    <a:pt x="1221693" y="1691059"/>
                  </a:lnTo>
                  <a:lnTo>
                    <a:pt x="1221687" y="1691044"/>
                  </a:lnTo>
                  <a:lnTo>
                    <a:pt x="1221681" y="1691026"/>
                  </a:lnTo>
                  <a:lnTo>
                    <a:pt x="1221672" y="1691007"/>
                  </a:lnTo>
                  <a:lnTo>
                    <a:pt x="1221669" y="1691002"/>
                  </a:lnTo>
                  <a:lnTo>
                    <a:pt x="1221663" y="1690996"/>
                  </a:lnTo>
                  <a:lnTo>
                    <a:pt x="1221657" y="1690994"/>
                  </a:lnTo>
                  <a:lnTo>
                    <a:pt x="1221638" y="1690986"/>
                  </a:lnTo>
                  <a:lnTo>
                    <a:pt x="1221630" y="1690980"/>
                  </a:lnTo>
                  <a:lnTo>
                    <a:pt x="1221622" y="1690971"/>
                  </a:lnTo>
                  <a:lnTo>
                    <a:pt x="1221625" y="1690954"/>
                  </a:lnTo>
                  <a:lnTo>
                    <a:pt x="1221633" y="1690935"/>
                  </a:lnTo>
                  <a:lnTo>
                    <a:pt x="1221635" y="1690929"/>
                  </a:lnTo>
                  <a:lnTo>
                    <a:pt x="1221633" y="1690916"/>
                  </a:lnTo>
                  <a:lnTo>
                    <a:pt x="1221630" y="1690909"/>
                  </a:lnTo>
                  <a:lnTo>
                    <a:pt x="1221622" y="1690901"/>
                  </a:lnTo>
                  <a:lnTo>
                    <a:pt x="1221607" y="1690892"/>
                  </a:lnTo>
                  <a:lnTo>
                    <a:pt x="1221587" y="1690885"/>
                  </a:lnTo>
                  <a:lnTo>
                    <a:pt x="1221570" y="1690877"/>
                  </a:lnTo>
                  <a:lnTo>
                    <a:pt x="1221552" y="1690870"/>
                  </a:lnTo>
                  <a:lnTo>
                    <a:pt x="1221535" y="1690864"/>
                  </a:lnTo>
                  <a:lnTo>
                    <a:pt x="1221527" y="1690856"/>
                  </a:lnTo>
                  <a:lnTo>
                    <a:pt x="1221523" y="1690848"/>
                  </a:lnTo>
                  <a:lnTo>
                    <a:pt x="1221524" y="1690835"/>
                  </a:lnTo>
                  <a:lnTo>
                    <a:pt x="1221531" y="1690814"/>
                  </a:lnTo>
                  <a:lnTo>
                    <a:pt x="1221534" y="1690797"/>
                  </a:lnTo>
                  <a:lnTo>
                    <a:pt x="1221527" y="1690771"/>
                  </a:lnTo>
                  <a:lnTo>
                    <a:pt x="1221525" y="1690764"/>
                  </a:lnTo>
                  <a:lnTo>
                    <a:pt x="1221519" y="1690755"/>
                  </a:lnTo>
                  <a:lnTo>
                    <a:pt x="1221507" y="1690717"/>
                  </a:lnTo>
                  <a:lnTo>
                    <a:pt x="1221499" y="1690704"/>
                  </a:lnTo>
                  <a:lnTo>
                    <a:pt x="1221484" y="1690686"/>
                  </a:lnTo>
                  <a:lnTo>
                    <a:pt x="1221469" y="1690669"/>
                  </a:lnTo>
                  <a:lnTo>
                    <a:pt x="1221460" y="1690649"/>
                  </a:lnTo>
                  <a:lnTo>
                    <a:pt x="1221454" y="1690638"/>
                  </a:lnTo>
                  <a:lnTo>
                    <a:pt x="1221448" y="1690633"/>
                  </a:lnTo>
                  <a:lnTo>
                    <a:pt x="1221438" y="1690633"/>
                  </a:lnTo>
                  <a:lnTo>
                    <a:pt x="1221432" y="1690636"/>
                  </a:lnTo>
                  <a:lnTo>
                    <a:pt x="1221426" y="1690642"/>
                  </a:lnTo>
                  <a:lnTo>
                    <a:pt x="1221420" y="1690656"/>
                  </a:lnTo>
                  <a:lnTo>
                    <a:pt x="1221418" y="1690664"/>
                  </a:lnTo>
                  <a:lnTo>
                    <a:pt x="1221413" y="1690675"/>
                  </a:lnTo>
                  <a:lnTo>
                    <a:pt x="1221408" y="1690679"/>
                  </a:lnTo>
                  <a:lnTo>
                    <a:pt x="1221402" y="1690682"/>
                  </a:lnTo>
                  <a:lnTo>
                    <a:pt x="1221395" y="1690683"/>
                  </a:lnTo>
                  <a:lnTo>
                    <a:pt x="1221378" y="1690682"/>
                  </a:lnTo>
                  <a:lnTo>
                    <a:pt x="1221360" y="1690680"/>
                  </a:lnTo>
                  <a:lnTo>
                    <a:pt x="1221352" y="1690676"/>
                  </a:lnTo>
                  <a:lnTo>
                    <a:pt x="1221347" y="1690669"/>
                  </a:lnTo>
                  <a:lnTo>
                    <a:pt x="1221348" y="1690658"/>
                  </a:lnTo>
                  <a:lnTo>
                    <a:pt x="1221354" y="1690648"/>
                  </a:lnTo>
                  <a:lnTo>
                    <a:pt x="1221354" y="1690629"/>
                  </a:lnTo>
                  <a:lnTo>
                    <a:pt x="1221353" y="1690586"/>
                  </a:lnTo>
                  <a:lnTo>
                    <a:pt x="1221351" y="1690578"/>
                  </a:lnTo>
                  <a:lnTo>
                    <a:pt x="1221345" y="1690560"/>
                  </a:lnTo>
                  <a:lnTo>
                    <a:pt x="1221341" y="1690552"/>
                  </a:lnTo>
                  <a:lnTo>
                    <a:pt x="1221329" y="1690547"/>
                  </a:lnTo>
                  <a:lnTo>
                    <a:pt x="1221323" y="1690550"/>
                  </a:lnTo>
                  <a:lnTo>
                    <a:pt x="1221315" y="1690560"/>
                  </a:lnTo>
                  <a:lnTo>
                    <a:pt x="1221308" y="1690570"/>
                  </a:lnTo>
                  <a:lnTo>
                    <a:pt x="1221299" y="1690577"/>
                  </a:lnTo>
                  <a:lnTo>
                    <a:pt x="1221280" y="1690587"/>
                  </a:lnTo>
                  <a:lnTo>
                    <a:pt x="1221265" y="1690591"/>
                  </a:lnTo>
                  <a:lnTo>
                    <a:pt x="1221247" y="1690592"/>
                  </a:lnTo>
                  <a:lnTo>
                    <a:pt x="1221238" y="1690594"/>
                  </a:lnTo>
                  <a:lnTo>
                    <a:pt x="1221230" y="1690599"/>
                  </a:lnTo>
                  <a:lnTo>
                    <a:pt x="1221212" y="1690612"/>
                  </a:lnTo>
                  <a:lnTo>
                    <a:pt x="1221196" y="1690626"/>
                  </a:lnTo>
                  <a:lnTo>
                    <a:pt x="1221178" y="1690635"/>
                  </a:lnTo>
                  <a:lnTo>
                    <a:pt x="1221161" y="1690639"/>
                  </a:lnTo>
                  <a:lnTo>
                    <a:pt x="1221143" y="1690639"/>
                  </a:lnTo>
                  <a:lnTo>
                    <a:pt x="1221126" y="1690640"/>
                  </a:lnTo>
                  <a:lnTo>
                    <a:pt x="1221117" y="1690641"/>
                  </a:lnTo>
                  <a:lnTo>
                    <a:pt x="1221108" y="1690645"/>
                  </a:lnTo>
                  <a:lnTo>
                    <a:pt x="1221091" y="1690655"/>
                  </a:lnTo>
                  <a:lnTo>
                    <a:pt x="1221074" y="1690669"/>
                  </a:lnTo>
                  <a:lnTo>
                    <a:pt x="1221057" y="1690685"/>
                  </a:lnTo>
                  <a:lnTo>
                    <a:pt x="1221039" y="1690700"/>
                  </a:lnTo>
                  <a:lnTo>
                    <a:pt x="1221031" y="1690707"/>
                  </a:lnTo>
                  <a:lnTo>
                    <a:pt x="1221022" y="1690712"/>
                  </a:lnTo>
                  <a:lnTo>
                    <a:pt x="1221003" y="1690719"/>
                  </a:lnTo>
                  <a:lnTo>
                    <a:pt x="1220987" y="1690727"/>
                  </a:lnTo>
                  <a:lnTo>
                    <a:pt x="1220981" y="1690732"/>
                  </a:lnTo>
                  <a:lnTo>
                    <a:pt x="1220970" y="1690737"/>
                  </a:lnTo>
                  <a:lnTo>
                    <a:pt x="1220938" y="1690748"/>
                  </a:lnTo>
                  <a:lnTo>
                    <a:pt x="1220927" y="1690748"/>
                  </a:lnTo>
                  <a:lnTo>
                    <a:pt x="1220910" y="1690746"/>
                  </a:lnTo>
                  <a:lnTo>
                    <a:pt x="1220892" y="1690746"/>
                  </a:lnTo>
                  <a:lnTo>
                    <a:pt x="1220884" y="1690744"/>
                  </a:lnTo>
                  <a:lnTo>
                    <a:pt x="1220875" y="1690745"/>
                  </a:lnTo>
                  <a:lnTo>
                    <a:pt x="1220858" y="1690753"/>
                  </a:lnTo>
                  <a:lnTo>
                    <a:pt x="1220853" y="1690755"/>
                  </a:lnTo>
                  <a:lnTo>
                    <a:pt x="1220842" y="1690766"/>
                  </a:lnTo>
                  <a:lnTo>
                    <a:pt x="1220832" y="1690785"/>
                  </a:lnTo>
                  <a:lnTo>
                    <a:pt x="1220826" y="1690796"/>
                  </a:lnTo>
                  <a:lnTo>
                    <a:pt x="1220825" y="1690803"/>
                  </a:lnTo>
                  <a:lnTo>
                    <a:pt x="1220826" y="1690809"/>
                  </a:lnTo>
                  <a:lnTo>
                    <a:pt x="1220775" y="1690819"/>
                  </a:lnTo>
                  <a:lnTo>
                    <a:pt x="1220757" y="1690820"/>
                  </a:lnTo>
                  <a:lnTo>
                    <a:pt x="1220740" y="1690820"/>
                  </a:lnTo>
                  <a:lnTo>
                    <a:pt x="1220722" y="1690823"/>
                  </a:lnTo>
                  <a:lnTo>
                    <a:pt x="1220705" y="1690828"/>
                  </a:lnTo>
                  <a:lnTo>
                    <a:pt x="1220687" y="1690831"/>
                  </a:lnTo>
                  <a:lnTo>
                    <a:pt x="1220670" y="1690831"/>
                  </a:lnTo>
                  <a:lnTo>
                    <a:pt x="1220650" y="1690833"/>
                  </a:lnTo>
                  <a:lnTo>
                    <a:pt x="1220635" y="1690842"/>
                  </a:lnTo>
                  <a:lnTo>
                    <a:pt x="1220625" y="1690855"/>
                  </a:lnTo>
                  <a:lnTo>
                    <a:pt x="1220614" y="1690873"/>
                  </a:lnTo>
                  <a:lnTo>
                    <a:pt x="1220609" y="1690880"/>
                  </a:lnTo>
                  <a:lnTo>
                    <a:pt x="1220599" y="1690890"/>
                  </a:lnTo>
                  <a:lnTo>
                    <a:pt x="1220596" y="1690896"/>
                  </a:lnTo>
                  <a:lnTo>
                    <a:pt x="1220593" y="1690901"/>
                  </a:lnTo>
                  <a:lnTo>
                    <a:pt x="1220588" y="1690905"/>
                  </a:lnTo>
                  <a:lnTo>
                    <a:pt x="1220577" y="1690920"/>
                  </a:lnTo>
                  <a:lnTo>
                    <a:pt x="1220570" y="1690935"/>
                  </a:lnTo>
                  <a:lnTo>
                    <a:pt x="1220563" y="1690980"/>
                  </a:lnTo>
                  <a:lnTo>
                    <a:pt x="1220548" y="1691039"/>
                  </a:lnTo>
                  <a:lnTo>
                    <a:pt x="1220540" y="1691084"/>
                  </a:lnTo>
                  <a:lnTo>
                    <a:pt x="1220537" y="1691118"/>
                  </a:lnTo>
                  <a:lnTo>
                    <a:pt x="1220525" y="1691157"/>
                  </a:lnTo>
                  <a:lnTo>
                    <a:pt x="1220511" y="1691181"/>
                  </a:lnTo>
                  <a:lnTo>
                    <a:pt x="1220504" y="1691203"/>
                  </a:lnTo>
                  <a:lnTo>
                    <a:pt x="1220490" y="1691219"/>
                  </a:lnTo>
                  <a:lnTo>
                    <a:pt x="1220468" y="1691228"/>
                  </a:lnTo>
                  <a:lnTo>
                    <a:pt x="1220446" y="1691227"/>
                  </a:lnTo>
                  <a:lnTo>
                    <a:pt x="1220419" y="1691216"/>
                  </a:lnTo>
                  <a:lnTo>
                    <a:pt x="1220397" y="1691207"/>
                  </a:lnTo>
                  <a:lnTo>
                    <a:pt x="1220369" y="1691200"/>
                  </a:lnTo>
                  <a:lnTo>
                    <a:pt x="1220322" y="1691186"/>
                  </a:lnTo>
                  <a:lnTo>
                    <a:pt x="1220269" y="1691159"/>
                  </a:lnTo>
                  <a:lnTo>
                    <a:pt x="1220238" y="1691140"/>
                  </a:lnTo>
                  <a:lnTo>
                    <a:pt x="1220218" y="1691121"/>
                  </a:lnTo>
                  <a:lnTo>
                    <a:pt x="1220187" y="1691093"/>
                  </a:lnTo>
                  <a:lnTo>
                    <a:pt x="1220140" y="1691058"/>
                  </a:lnTo>
                  <a:lnTo>
                    <a:pt x="1220093" y="1691026"/>
                  </a:lnTo>
                  <a:lnTo>
                    <a:pt x="1220073" y="1691007"/>
                  </a:lnTo>
                  <a:lnTo>
                    <a:pt x="1220056" y="1690983"/>
                  </a:lnTo>
                  <a:lnTo>
                    <a:pt x="1220020" y="1690951"/>
                  </a:lnTo>
                  <a:lnTo>
                    <a:pt x="1219970" y="1690909"/>
                  </a:lnTo>
                  <a:lnTo>
                    <a:pt x="1219945" y="1690884"/>
                  </a:lnTo>
                  <a:lnTo>
                    <a:pt x="1219919" y="1690838"/>
                  </a:lnTo>
                  <a:lnTo>
                    <a:pt x="1219896" y="1690792"/>
                  </a:lnTo>
                  <a:lnTo>
                    <a:pt x="1219881" y="1690761"/>
                  </a:lnTo>
                  <a:lnTo>
                    <a:pt x="1219876" y="1690753"/>
                  </a:lnTo>
                  <a:lnTo>
                    <a:pt x="1219855" y="1690751"/>
                  </a:lnTo>
                  <a:lnTo>
                    <a:pt x="1219821" y="1690753"/>
                  </a:lnTo>
                  <a:lnTo>
                    <a:pt x="1219770" y="1690755"/>
                  </a:lnTo>
                  <a:lnTo>
                    <a:pt x="1219741" y="1690755"/>
                  </a:lnTo>
                  <a:lnTo>
                    <a:pt x="1219724" y="1690737"/>
                  </a:lnTo>
                  <a:lnTo>
                    <a:pt x="1219684" y="1690696"/>
                  </a:lnTo>
                  <a:lnTo>
                    <a:pt x="1219660" y="1690669"/>
                  </a:lnTo>
                  <a:lnTo>
                    <a:pt x="1219641" y="1690627"/>
                  </a:lnTo>
                  <a:lnTo>
                    <a:pt x="1219620" y="1690594"/>
                  </a:lnTo>
                  <a:lnTo>
                    <a:pt x="1219610" y="1690577"/>
                  </a:lnTo>
                  <a:lnTo>
                    <a:pt x="1219595" y="1690575"/>
                  </a:lnTo>
                  <a:lnTo>
                    <a:pt x="1219559" y="1690575"/>
                  </a:lnTo>
                  <a:lnTo>
                    <a:pt x="1219524" y="1690570"/>
                  </a:lnTo>
                  <a:lnTo>
                    <a:pt x="1219489" y="1690569"/>
                  </a:lnTo>
                  <a:lnTo>
                    <a:pt x="1219476" y="1690566"/>
                  </a:lnTo>
                  <a:lnTo>
                    <a:pt x="1219465" y="1690576"/>
                  </a:lnTo>
                  <a:lnTo>
                    <a:pt x="1219448" y="1690590"/>
                  </a:lnTo>
                  <a:lnTo>
                    <a:pt x="1219433" y="1690595"/>
                  </a:lnTo>
                  <a:lnTo>
                    <a:pt x="1219414" y="1690599"/>
                  </a:lnTo>
                  <a:lnTo>
                    <a:pt x="1219348" y="1690591"/>
                  </a:lnTo>
                  <a:lnTo>
                    <a:pt x="1219323" y="1690582"/>
                  </a:lnTo>
                  <a:lnTo>
                    <a:pt x="1219278" y="1690564"/>
                  </a:lnTo>
                  <a:lnTo>
                    <a:pt x="1219218" y="1690538"/>
                  </a:lnTo>
                  <a:lnTo>
                    <a:pt x="1219194" y="1690529"/>
                  </a:lnTo>
                  <a:lnTo>
                    <a:pt x="1219174" y="1690516"/>
                  </a:lnTo>
                  <a:lnTo>
                    <a:pt x="1219150" y="1690495"/>
                  </a:lnTo>
                  <a:lnTo>
                    <a:pt x="1219134" y="1690491"/>
                  </a:lnTo>
                  <a:lnTo>
                    <a:pt x="1219101" y="1690492"/>
                  </a:lnTo>
                  <a:lnTo>
                    <a:pt x="1219044" y="1690501"/>
                  </a:lnTo>
                  <a:lnTo>
                    <a:pt x="1219010" y="1690501"/>
                  </a:lnTo>
                  <a:lnTo>
                    <a:pt x="1218985" y="1690497"/>
                  </a:lnTo>
                  <a:lnTo>
                    <a:pt x="1218969" y="1690491"/>
                  </a:lnTo>
                  <a:lnTo>
                    <a:pt x="1218957" y="1690476"/>
                  </a:lnTo>
                  <a:lnTo>
                    <a:pt x="1218934" y="1690454"/>
                  </a:lnTo>
                  <a:lnTo>
                    <a:pt x="1218908" y="1690444"/>
                  </a:lnTo>
                  <a:lnTo>
                    <a:pt x="1218871" y="1690437"/>
                  </a:lnTo>
                  <a:lnTo>
                    <a:pt x="1218839" y="1690439"/>
                  </a:lnTo>
                  <a:lnTo>
                    <a:pt x="1218828" y="1690441"/>
                  </a:lnTo>
                  <a:lnTo>
                    <a:pt x="1218821" y="1690445"/>
                  </a:lnTo>
                  <a:lnTo>
                    <a:pt x="1218794" y="1690468"/>
                  </a:lnTo>
                  <a:lnTo>
                    <a:pt x="1218778" y="1690476"/>
                  </a:lnTo>
                  <a:lnTo>
                    <a:pt x="1218770" y="1690478"/>
                  </a:lnTo>
                  <a:lnTo>
                    <a:pt x="1218757" y="1690478"/>
                  </a:lnTo>
                  <a:lnTo>
                    <a:pt x="1218750" y="1690478"/>
                  </a:lnTo>
                  <a:lnTo>
                    <a:pt x="1218745" y="1690474"/>
                  </a:lnTo>
                  <a:lnTo>
                    <a:pt x="1218741" y="1690462"/>
                  </a:lnTo>
                  <a:lnTo>
                    <a:pt x="1218735" y="1690437"/>
                  </a:lnTo>
                  <a:lnTo>
                    <a:pt x="1218723" y="1690403"/>
                  </a:lnTo>
                  <a:lnTo>
                    <a:pt x="1218720" y="1690370"/>
                  </a:lnTo>
                  <a:lnTo>
                    <a:pt x="1218714" y="1690350"/>
                  </a:lnTo>
                  <a:lnTo>
                    <a:pt x="1218705" y="1690335"/>
                  </a:lnTo>
                  <a:lnTo>
                    <a:pt x="1218690" y="1690324"/>
                  </a:lnTo>
                  <a:lnTo>
                    <a:pt x="1218675" y="1690319"/>
                  </a:lnTo>
                  <a:lnTo>
                    <a:pt x="1218657" y="1690320"/>
                  </a:lnTo>
                  <a:lnTo>
                    <a:pt x="1218632" y="1690330"/>
                  </a:lnTo>
                  <a:lnTo>
                    <a:pt x="1218602" y="1690343"/>
                  </a:lnTo>
                  <a:lnTo>
                    <a:pt x="1218578" y="1690353"/>
                  </a:lnTo>
                  <a:lnTo>
                    <a:pt x="1218565" y="1690353"/>
                  </a:lnTo>
                  <a:lnTo>
                    <a:pt x="1218548" y="1690344"/>
                  </a:lnTo>
                  <a:lnTo>
                    <a:pt x="1218541" y="1690337"/>
                  </a:lnTo>
                  <a:lnTo>
                    <a:pt x="1218491" y="1690316"/>
                  </a:lnTo>
                  <a:lnTo>
                    <a:pt x="1218474" y="1690313"/>
                  </a:lnTo>
                  <a:lnTo>
                    <a:pt x="1218455" y="1690309"/>
                  </a:lnTo>
                  <a:lnTo>
                    <a:pt x="1218439" y="1690305"/>
                  </a:lnTo>
                  <a:lnTo>
                    <a:pt x="1218422" y="1690300"/>
                  </a:lnTo>
                  <a:lnTo>
                    <a:pt x="1218404" y="1690296"/>
                  </a:lnTo>
                  <a:lnTo>
                    <a:pt x="1218386" y="1690297"/>
                  </a:lnTo>
                  <a:lnTo>
                    <a:pt x="1218369" y="1690300"/>
                  </a:lnTo>
                  <a:lnTo>
                    <a:pt x="1218351" y="1690300"/>
                  </a:lnTo>
                  <a:lnTo>
                    <a:pt x="1218334" y="1690299"/>
                  </a:lnTo>
                  <a:lnTo>
                    <a:pt x="1218316" y="1690291"/>
                  </a:lnTo>
                  <a:lnTo>
                    <a:pt x="1218299" y="1690281"/>
                  </a:lnTo>
                  <a:lnTo>
                    <a:pt x="1218279" y="1690271"/>
                  </a:lnTo>
                  <a:lnTo>
                    <a:pt x="1218262" y="1690263"/>
                  </a:lnTo>
                  <a:lnTo>
                    <a:pt x="1218255" y="1690262"/>
                  </a:lnTo>
                  <a:lnTo>
                    <a:pt x="1218244" y="1690264"/>
                  </a:lnTo>
                  <a:lnTo>
                    <a:pt x="1218235" y="1690267"/>
                  </a:lnTo>
                  <a:lnTo>
                    <a:pt x="1218227" y="1690271"/>
                  </a:lnTo>
                  <a:lnTo>
                    <a:pt x="1218209" y="1690282"/>
                  </a:lnTo>
                  <a:lnTo>
                    <a:pt x="1218192" y="1690294"/>
                  </a:lnTo>
                  <a:lnTo>
                    <a:pt x="1218176" y="1690303"/>
                  </a:lnTo>
                  <a:lnTo>
                    <a:pt x="1218168" y="1690302"/>
                  </a:lnTo>
                  <a:lnTo>
                    <a:pt x="1218165" y="1690297"/>
                  </a:lnTo>
                  <a:lnTo>
                    <a:pt x="1218155" y="1690281"/>
                  </a:lnTo>
                  <a:lnTo>
                    <a:pt x="1218150" y="1690271"/>
                  </a:lnTo>
                  <a:lnTo>
                    <a:pt x="1218139" y="1690260"/>
                  </a:lnTo>
                  <a:lnTo>
                    <a:pt x="1218132" y="1690250"/>
                  </a:lnTo>
                  <a:lnTo>
                    <a:pt x="1218129" y="1690238"/>
                  </a:lnTo>
                  <a:lnTo>
                    <a:pt x="1218125" y="1690229"/>
                  </a:lnTo>
                  <a:lnTo>
                    <a:pt x="1218124" y="1690223"/>
                  </a:lnTo>
                  <a:lnTo>
                    <a:pt x="1218114" y="1690198"/>
                  </a:lnTo>
                  <a:lnTo>
                    <a:pt x="1218107" y="1690187"/>
                  </a:lnTo>
                  <a:lnTo>
                    <a:pt x="1218100" y="1690181"/>
                  </a:lnTo>
                  <a:lnTo>
                    <a:pt x="1218087" y="1690162"/>
                  </a:lnTo>
                  <a:lnTo>
                    <a:pt x="1218074" y="1690144"/>
                  </a:lnTo>
                  <a:lnTo>
                    <a:pt x="1218062" y="1690125"/>
                  </a:lnTo>
                  <a:lnTo>
                    <a:pt x="1218046" y="1690111"/>
                  </a:lnTo>
                  <a:lnTo>
                    <a:pt x="1218029" y="1690095"/>
                  </a:lnTo>
                  <a:lnTo>
                    <a:pt x="1218012" y="1690079"/>
                  </a:lnTo>
                  <a:lnTo>
                    <a:pt x="1218009" y="1690075"/>
                  </a:lnTo>
                  <a:lnTo>
                    <a:pt x="1217993" y="1690067"/>
                  </a:lnTo>
                  <a:lnTo>
                    <a:pt x="1217978" y="1690057"/>
                  </a:lnTo>
                  <a:lnTo>
                    <a:pt x="1217969" y="1690049"/>
                  </a:lnTo>
                  <a:lnTo>
                    <a:pt x="1217963" y="1690039"/>
                  </a:lnTo>
                  <a:lnTo>
                    <a:pt x="1217950" y="1690020"/>
                  </a:lnTo>
                  <a:lnTo>
                    <a:pt x="1217947" y="1690016"/>
                  </a:lnTo>
                  <a:lnTo>
                    <a:pt x="1217941" y="1690008"/>
                  </a:lnTo>
                  <a:lnTo>
                    <a:pt x="1217937" y="1690006"/>
                  </a:lnTo>
                  <a:lnTo>
                    <a:pt x="1217897" y="1689982"/>
                  </a:lnTo>
                  <a:lnTo>
                    <a:pt x="1217879" y="1689975"/>
                  </a:lnTo>
                  <a:lnTo>
                    <a:pt x="1217872" y="1689971"/>
                  </a:lnTo>
                  <a:lnTo>
                    <a:pt x="1217860" y="1689969"/>
                  </a:lnTo>
                  <a:lnTo>
                    <a:pt x="1217842" y="1689970"/>
                  </a:lnTo>
                  <a:lnTo>
                    <a:pt x="1217827" y="1689979"/>
                  </a:lnTo>
                  <a:lnTo>
                    <a:pt x="1217810" y="1689994"/>
                  </a:lnTo>
                  <a:lnTo>
                    <a:pt x="1217792" y="1690004"/>
                  </a:lnTo>
                  <a:lnTo>
                    <a:pt x="1217775" y="1690010"/>
                  </a:lnTo>
                  <a:lnTo>
                    <a:pt x="1217769" y="1690013"/>
                  </a:lnTo>
                  <a:lnTo>
                    <a:pt x="1217757" y="1690013"/>
                  </a:lnTo>
                  <a:lnTo>
                    <a:pt x="1217738" y="1690016"/>
                  </a:lnTo>
                  <a:lnTo>
                    <a:pt x="1217725" y="1690018"/>
                  </a:lnTo>
                  <a:lnTo>
                    <a:pt x="1217689" y="1689995"/>
                  </a:lnTo>
                  <a:lnTo>
                    <a:pt x="1217677" y="1689987"/>
                  </a:lnTo>
                  <a:lnTo>
                    <a:pt x="1217672" y="1689986"/>
                  </a:lnTo>
                  <a:lnTo>
                    <a:pt x="1217655" y="1689973"/>
                  </a:lnTo>
                  <a:lnTo>
                    <a:pt x="1217639" y="1689961"/>
                  </a:lnTo>
                  <a:lnTo>
                    <a:pt x="1217626" y="1689942"/>
                  </a:lnTo>
                  <a:lnTo>
                    <a:pt x="1217622" y="1689924"/>
                  </a:lnTo>
                  <a:lnTo>
                    <a:pt x="1217622" y="1689905"/>
                  </a:lnTo>
                  <a:lnTo>
                    <a:pt x="1217623" y="1689887"/>
                  </a:lnTo>
                  <a:lnTo>
                    <a:pt x="1217624" y="1689868"/>
                  </a:lnTo>
                  <a:lnTo>
                    <a:pt x="1217624" y="1689850"/>
                  </a:lnTo>
                  <a:lnTo>
                    <a:pt x="1217622" y="1689832"/>
                  </a:lnTo>
                  <a:lnTo>
                    <a:pt x="1217620" y="1689813"/>
                  </a:lnTo>
                  <a:lnTo>
                    <a:pt x="1217619" y="1689794"/>
                  </a:lnTo>
                  <a:lnTo>
                    <a:pt x="1217616" y="1689774"/>
                  </a:lnTo>
                  <a:lnTo>
                    <a:pt x="1217599" y="1689729"/>
                  </a:lnTo>
                  <a:lnTo>
                    <a:pt x="1217594" y="1689716"/>
                  </a:lnTo>
                  <a:lnTo>
                    <a:pt x="1217594" y="1689711"/>
                  </a:lnTo>
                  <a:lnTo>
                    <a:pt x="1217591" y="1689692"/>
                  </a:lnTo>
                  <a:lnTo>
                    <a:pt x="1217591" y="1689684"/>
                  </a:lnTo>
                  <a:lnTo>
                    <a:pt x="1217588" y="1689679"/>
                  </a:lnTo>
                  <a:lnTo>
                    <a:pt x="1217584" y="1689675"/>
                  </a:lnTo>
                  <a:lnTo>
                    <a:pt x="1217566" y="1689666"/>
                  </a:lnTo>
                  <a:lnTo>
                    <a:pt x="1217549" y="1689666"/>
                  </a:lnTo>
                  <a:lnTo>
                    <a:pt x="1217532" y="1689663"/>
                  </a:lnTo>
                  <a:lnTo>
                    <a:pt x="1217514" y="1689660"/>
                  </a:lnTo>
                  <a:lnTo>
                    <a:pt x="1217497" y="1689655"/>
                  </a:lnTo>
                  <a:lnTo>
                    <a:pt x="1217491" y="1689654"/>
                  </a:lnTo>
                  <a:lnTo>
                    <a:pt x="1217486" y="1689651"/>
                  </a:lnTo>
                  <a:lnTo>
                    <a:pt x="1217478" y="1689652"/>
                  </a:lnTo>
                  <a:lnTo>
                    <a:pt x="1217435" y="1689644"/>
                  </a:lnTo>
                  <a:lnTo>
                    <a:pt x="1217422" y="1689645"/>
                  </a:lnTo>
                  <a:lnTo>
                    <a:pt x="1217404" y="1689646"/>
                  </a:lnTo>
                  <a:lnTo>
                    <a:pt x="1217387" y="1689654"/>
                  </a:lnTo>
                  <a:lnTo>
                    <a:pt x="1217369" y="1689665"/>
                  </a:lnTo>
                  <a:lnTo>
                    <a:pt x="1217354" y="1689674"/>
                  </a:lnTo>
                  <a:lnTo>
                    <a:pt x="1217335" y="1689685"/>
                  </a:lnTo>
                  <a:lnTo>
                    <a:pt x="1217328" y="1689690"/>
                  </a:lnTo>
                  <a:lnTo>
                    <a:pt x="1217317" y="1689694"/>
                  </a:lnTo>
                  <a:lnTo>
                    <a:pt x="1217300" y="1689701"/>
                  </a:lnTo>
                  <a:lnTo>
                    <a:pt x="1217282" y="1689708"/>
                  </a:lnTo>
                  <a:lnTo>
                    <a:pt x="1217264" y="1689713"/>
                  </a:lnTo>
                  <a:lnTo>
                    <a:pt x="1217247" y="1689715"/>
                  </a:lnTo>
                  <a:lnTo>
                    <a:pt x="1217229" y="1689719"/>
                  </a:lnTo>
                  <a:lnTo>
                    <a:pt x="1217212" y="1689726"/>
                  </a:lnTo>
                  <a:lnTo>
                    <a:pt x="1217195" y="1689735"/>
                  </a:lnTo>
                  <a:lnTo>
                    <a:pt x="1217177" y="1689738"/>
                  </a:lnTo>
                  <a:lnTo>
                    <a:pt x="1217160" y="1689741"/>
                  </a:lnTo>
                  <a:lnTo>
                    <a:pt x="1217140" y="1689746"/>
                  </a:lnTo>
                  <a:lnTo>
                    <a:pt x="1217125" y="1689749"/>
                  </a:lnTo>
                  <a:lnTo>
                    <a:pt x="1217107" y="1689753"/>
                  </a:lnTo>
                  <a:lnTo>
                    <a:pt x="1217095" y="1689754"/>
                  </a:lnTo>
                  <a:lnTo>
                    <a:pt x="1217089" y="1689753"/>
                  </a:lnTo>
                  <a:lnTo>
                    <a:pt x="1217084" y="1689748"/>
                  </a:lnTo>
                  <a:lnTo>
                    <a:pt x="1217073" y="1689736"/>
                  </a:lnTo>
                  <a:lnTo>
                    <a:pt x="1217056" y="1689727"/>
                  </a:lnTo>
                  <a:lnTo>
                    <a:pt x="1217038" y="1689720"/>
                  </a:lnTo>
                  <a:lnTo>
                    <a:pt x="1217021" y="1689708"/>
                  </a:lnTo>
                  <a:lnTo>
                    <a:pt x="1217016" y="1689706"/>
                  </a:lnTo>
                  <a:lnTo>
                    <a:pt x="1217005" y="1689692"/>
                  </a:lnTo>
                  <a:lnTo>
                    <a:pt x="1216994" y="1689674"/>
                  </a:lnTo>
                  <a:lnTo>
                    <a:pt x="1216990" y="1689655"/>
                  </a:lnTo>
                  <a:lnTo>
                    <a:pt x="1216989" y="1689644"/>
                  </a:lnTo>
                  <a:lnTo>
                    <a:pt x="1216990" y="1689637"/>
                  </a:lnTo>
                  <a:lnTo>
                    <a:pt x="1216986" y="1689618"/>
                  </a:lnTo>
                  <a:lnTo>
                    <a:pt x="1216984" y="1689614"/>
                  </a:lnTo>
                  <a:lnTo>
                    <a:pt x="1216972" y="1689601"/>
                  </a:lnTo>
                  <a:lnTo>
                    <a:pt x="1216955" y="1689590"/>
                  </a:lnTo>
                  <a:lnTo>
                    <a:pt x="1216947" y="1689585"/>
                  </a:lnTo>
                  <a:lnTo>
                    <a:pt x="1216938" y="1689574"/>
                  </a:lnTo>
                  <a:lnTo>
                    <a:pt x="1216934" y="1689565"/>
                  </a:lnTo>
                  <a:lnTo>
                    <a:pt x="1216932" y="1689555"/>
                  </a:lnTo>
                  <a:lnTo>
                    <a:pt x="1216931" y="1689537"/>
                  </a:lnTo>
                  <a:lnTo>
                    <a:pt x="1216931" y="1689527"/>
                  </a:lnTo>
                  <a:lnTo>
                    <a:pt x="1216929" y="1689518"/>
                  </a:lnTo>
                  <a:lnTo>
                    <a:pt x="1216927" y="1689509"/>
                  </a:lnTo>
                  <a:lnTo>
                    <a:pt x="1216922" y="1689500"/>
                  </a:lnTo>
                  <a:lnTo>
                    <a:pt x="1216917" y="1689480"/>
                  </a:lnTo>
                  <a:lnTo>
                    <a:pt x="1216910" y="1689463"/>
                  </a:lnTo>
                  <a:lnTo>
                    <a:pt x="1216901" y="1689458"/>
                  </a:lnTo>
                  <a:lnTo>
                    <a:pt x="1216893" y="1689457"/>
                  </a:lnTo>
                  <a:lnTo>
                    <a:pt x="1216875" y="1689458"/>
                  </a:lnTo>
                  <a:lnTo>
                    <a:pt x="1216858" y="1689461"/>
                  </a:lnTo>
                  <a:lnTo>
                    <a:pt x="1216851" y="1689461"/>
                  </a:lnTo>
                  <a:lnTo>
                    <a:pt x="1216840" y="1689458"/>
                  </a:lnTo>
                  <a:lnTo>
                    <a:pt x="1216823" y="1689452"/>
                  </a:lnTo>
                  <a:lnTo>
                    <a:pt x="1216806" y="1689448"/>
                  </a:lnTo>
                  <a:lnTo>
                    <a:pt x="1216788" y="1689441"/>
                  </a:lnTo>
                  <a:lnTo>
                    <a:pt x="1216770" y="1689437"/>
                  </a:lnTo>
                  <a:lnTo>
                    <a:pt x="1216762" y="1689433"/>
                  </a:lnTo>
                  <a:lnTo>
                    <a:pt x="1216753" y="1689426"/>
                  </a:lnTo>
                  <a:lnTo>
                    <a:pt x="1216746" y="1689421"/>
                  </a:lnTo>
                  <a:lnTo>
                    <a:pt x="1216735" y="1689417"/>
                  </a:lnTo>
                  <a:lnTo>
                    <a:pt x="1216718" y="1689413"/>
                  </a:lnTo>
                  <a:lnTo>
                    <a:pt x="1216707" y="1689408"/>
                  </a:lnTo>
                  <a:lnTo>
                    <a:pt x="1216701" y="1689404"/>
                  </a:lnTo>
                  <a:lnTo>
                    <a:pt x="1216695" y="1689402"/>
                  </a:lnTo>
                  <a:lnTo>
                    <a:pt x="1216683" y="1689392"/>
                  </a:lnTo>
                  <a:lnTo>
                    <a:pt x="1216666" y="1689376"/>
                  </a:lnTo>
                  <a:lnTo>
                    <a:pt x="1216648" y="1689360"/>
                  </a:lnTo>
                  <a:lnTo>
                    <a:pt x="1216645" y="1689356"/>
                  </a:lnTo>
                  <a:lnTo>
                    <a:pt x="1216630" y="1689349"/>
                  </a:lnTo>
                  <a:lnTo>
                    <a:pt x="1216623" y="1689345"/>
                  </a:lnTo>
                  <a:lnTo>
                    <a:pt x="1216614" y="1689335"/>
                  </a:lnTo>
                  <a:lnTo>
                    <a:pt x="1216603" y="1689317"/>
                  </a:lnTo>
                  <a:lnTo>
                    <a:pt x="1216596" y="1689298"/>
                  </a:lnTo>
                  <a:lnTo>
                    <a:pt x="1216590" y="1689280"/>
                  </a:lnTo>
                  <a:lnTo>
                    <a:pt x="1216581" y="1689264"/>
                  </a:lnTo>
                  <a:lnTo>
                    <a:pt x="1216578" y="1689251"/>
                  </a:lnTo>
                  <a:lnTo>
                    <a:pt x="1216574" y="1689243"/>
                  </a:lnTo>
                  <a:lnTo>
                    <a:pt x="1216561" y="1689225"/>
                  </a:lnTo>
                  <a:lnTo>
                    <a:pt x="1216543" y="1689211"/>
                  </a:lnTo>
                  <a:lnTo>
                    <a:pt x="1216528" y="1689192"/>
                  </a:lnTo>
                  <a:lnTo>
                    <a:pt x="1216513" y="1689180"/>
                  </a:lnTo>
                  <a:lnTo>
                    <a:pt x="1216496" y="1689173"/>
                  </a:lnTo>
                  <a:lnTo>
                    <a:pt x="1216478" y="1689168"/>
                  </a:lnTo>
                  <a:lnTo>
                    <a:pt x="1216461" y="1689155"/>
                  </a:lnTo>
                  <a:lnTo>
                    <a:pt x="1216444" y="1689141"/>
                  </a:lnTo>
                  <a:lnTo>
                    <a:pt x="1216429" y="1689125"/>
                  </a:lnTo>
                  <a:lnTo>
                    <a:pt x="1216425" y="1689120"/>
                  </a:lnTo>
                  <a:lnTo>
                    <a:pt x="1216421" y="1689114"/>
                  </a:lnTo>
                  <a:lnTo>
                    <a:pt x="1216420" y="1689107"/>
                  </a:lnTo>
                  <a:lnTo>
                    <a:pt x="1216415" y="1689089"/>
                  </a:lnTo>
                  <a:lnTo>
                    <a:pt x="1216415" y="1689070"/>
                  </a:lnTo>
                  <a:lnTo>
                    <a:pt x="1216411" y="1689052"/>
                  </a:lnTo>
                  <a:lnTo>
                    <a:pt x="1216409" y="1689045"/>
                  </a:lnTo>
                  <a:lnTo>
                    <a:pt x="1216403" y="1689033"/>
                  </a:lnTo>
                  <a:lnTo>
                    <a:pt x="1216398" y="1689027"/>
                  </a:lnTo>
                  <a:lnTo>
                    <a:pt x="1216386" y="1689018"/>
                  </a:lnTo>
                  <a:lnTo>
                    <a:pt x="1216382" y="1689015"/>
                  </a:lnTo>
                  <a:lnTo>
                    <a:pt x="1216369" y="1689010"/>
                  </a:lnTo>
                  <a:lnTo>
                    <a:pt x="1216351" y="1689006"/>
                  </a:lnTo>
                  <a:lnTo>
                    <a:pt x="1216334" y="1688996"/>
                  </a:lnTo>
                  <a:lnTo>
                    <a:pt x="1216329" y="1688992"/>
                  </a:lnTo>
                  <a:lnTo>
                    <a:pt x="1216314" y="1688987"/>
                  </a:lnTo>
                  <a:lnTo>
                    <a:pt x="1216299" y="1688983"/>
                  </a:lnTo>
                  <a:lnTo>
                    <a:pt x="1216282" y="1688975"/>
                  </a:lnTo>
                  <a:lnTo>
                    <a:pt x="1216264" y="1688964"/>
                  </a:lnTo>
                  <a:lnTo>
                    <a:pt x="1216246" y="1688958"/>
                  </a:lnTo>
                  <a:lnTo>
                    <a:pt x="1216237" y="1688956"/>
                  </a:lnTo>
                  <a:lnTo>
                    <a:pt x="1216229" y="1688953"/>
                  </a:lnTo>
                  <a:lnTo>
                    <a:pt x="1216211" y="1688944"/>
                  </a:lnTo>
                  <a:lnTo>
                    <a:pt x="1216196" y="1688935"/>
                  </a:lnTo>
                  <a:lnTo>
                    <a:pt x="1216188" y="1688932"/>
                  </a:lnTo>
                  <a:lnTo>
                    <a:pt x="1216176" y="1688929"/>
                  </a:lnTo>
                  <a:lnTo>
                    <a:pt x="1216168" y="1688926"/>
                  </a:lnTo>
                  <a:lnTo>
                    <a:pt x="1216159" y="1688926"/>
                  </a:lnTo>
                  <a:lnTo>
                    <a:pt x="1216142" y="1688923"/>
                  </a:lnTo>
                  <a:lnTo>
                    <a:pt x="1216124" y="1688916"/>
                  </a:lnTo>
                  <a:lnTo>
                    <a:pt x="1216107" y="1688909"/>
                  </a:lnTo>
                  <a:lnTo>
                    <a:pt x="1216098" y="1688907"/>
                  </a:lnTo>
                  <a:lnTo>
                    <a:pt x="1216088" y="1688906"/>
                  </a:lnTo>
                  <a:lnTo>
                    <a:pt x="1216071" y="1688908"/>
                  </a:lnTo>
                  <a:lnTo>
                    <a:pt x="1216054" y="1688906"/>
                  </a:lnTo>
                  <a:lnTo>
                    <a:pt x="1216036" y="1688899"/>
                  </a:lnTo>
                  <a:lnTo>
                    <a:pt x="1216019" y="1688892"/>
                  </a:lnTo>
                  <a:lnTo>
                    <a:pt x="1216002" y="1688886"/>
                  </a:lnTo>
                  <a:lnTo>
                    <a:pt x="1215984" y="1688883"/>
                  </a:lnTo>
                  <a:lnTo>
                    <a:pt x="1215967" y="1688881"/>
                  </a:lnTo>
                  <a:lnTo>
                    <a:pt x="1215958" y="1688878"/>
                  </a:lnTo>
                  <a:lnTo>
                    <a:pt x="1215949" y="1688872"/>
                  </a:lnTo>
                  <a:lnTo>
                    <a:pt x="1215943" y="1688866"/>
                  </a:lnTo>
                  <a:lnTo>
                    <a:pt x="1215941" y="1688860"/>
                  </a:lnTo>
                  <a:lnTo>
                    <a:pt x="1215943" y="1688854"/>
                  </a:lnTo>
                  <a:lnTo>
                    <a:pt x="1215948" y="1688841"/>
                  </a:lnTo>
                  <a:lnTo>
                    <a:pt x="1215954" y="1688836"/>
                  </a:lnTo>
                  <a:lnTo>
                    <a:pt x="1215970" y="1688821"/>
                  </a:lnTo>
                  <a:lnTo>
                    <a:pt x="1215984" y="1688804"/>
                  </a:lnTo>
                  <a:lnTo>
                    <a:pt x="1215990" y="1688795"/>
                  </a:lnTo>
                  <a:lnTo>
                    <a:pt x="1215993" y="1688786"/>
                  </a:lnTo>
                  <a:lnTo>
                    <a:pt x="1215995" y="1688768"/>
                  </a:lnTo>
                  <a:lnTo>
                    <a:pt x="1215993" y="1688749"/>
                  </a:lnTo>
                  <a:lnTo>
                    <a:pt x="1215991" y="1688744"/>
                  </a:lnTo>
                  <a:lnTo>
                    <a:pt x="1215988" y="1688738"/>
                  </a:lnTo>
                  <a:lnTo>
                    <a:pt x="1215981" y="1688732"/>
                  </a:lnTo>
                  <a:lnTo>
                    <a:pt x="1215976" y="1688728"/>
                  </a:lnTo>
                  <a:lnTo>
                    <a:pt x="1215963" y="1688723"/>
                  </a:lnTo>
                  <a:lnTo>
                    <a:pt x="1215954" y="1688723"/>
                  </a:lnTo>
                  <a:lnTo>
                    <a:pt x="1215946" y="1688725"/>
                  </a:lnTo>
                  <a:lnTo>
                    <a:pt x="1215928" y="1688733"/>
                  </a:lnTo>
                  <a:lnTo>
                    <a:pt x="1215920" y="1688735"/>
                  </a:lnTo>
                  <a:lnTo>
                    <a:pt x="1215911" y="1688741"/>
                  </a:lnTo>
                  <a:lnTo>
                    <a:pt x="1215893" y="1688751"/>
                  </a:lnTo>
                  <a:lnTo>
                    <a:pt x="1215884" y="1688756"/>
                  </a:lnTo>
                  <a:lnTo>
                    <a:pt x="1215878" y="1688755"/>
                  </a:lnTo>
                  <a:lnTo>
                    <a:pt x="1215864" y="1688745"/>
                  </a:lnTo>
                  <a:lnTo>
                    <a:pt x="1215859" y="1688735"/>
                  </a:lnTo>
                  <a:lnTo>
                    <a:pt x="1215861" y="1688729"/>
                  </a:lnTo>
                  <a:lnTo>
                    <a:pt x="1215863" y="1688724"/>
                  </a:lnTo>
                  <a:lnTo>
                    <a:pt x="1215862" y="1688711"/>
                  </a:lnTo>
                  <a:lnTo>
                    <a:pt x="1215858" y="1688705"/>
                  </a:lnTo>
                  <a:lnTo>
                    <a:pt x="1215844" y="1688696"/>
                  </a:lnTo>
                  <a:lnTo>
                    <a:pt x="1215829" y="1688687"/>
                  </a:lnTo>
                  <a:lnTo>
                    <a:pt x="1215822" y="1688679"/>
                  </a:lnTo>
                  <a:lnTo>
                    <a:pt x="1215813" y="1688675"/>
                  </a:lnTo>
                  <a:lnTo>
                    <a:pt x="1215795" y="1688670"/>
                  </a:lnTo>
                  <a:lnTo>
                    <a:pt x="1215790" y="1688667"/>
                  </a:lnTo>
                  <a:lnTo>
                    <a:pt x="1215778" y="1688656"/>
                  </a:lnTo>
                  <a:lnTo>
                    <a:pt x="1215767" y="1688638"/>
                  </a:lnTo>
                  <a:lnTo>
                    <a:pt x="1215764" y="1688629"/>
                  </a:lnTo>
                  <a:lnTo>
                    <a:pt x="1215756" y="1688618"/>
                  </a:lnTo>
                  <a:lnTo>
                    <a:pt x="1215751" y="1688612"/>
                  </a:lnTo>
                  <a:lnTo>
                    <a:pt x="1215744" y="1688607"/>
                  </a:lnTo>
                  <a:lnTo>
                    <a:pt x="1215739" y="1688606"/>
                  </a:lnTo>
                  <a:lnTo>
                    <a:pt x="1215720" y="1688610"/>
                  </a:lnTo>
                  <a:lnTo>
                    <a:pt x="1215704" y="1688618"/>
                  </a:lnTo>
                  <a:lnTo>
                    <a:pt x="1215687" y="1688622"/>
                  </a:lnTo>
                  <a:lnTo>
                    <a:pt x="1215669" y="1688624"/>
                  </a:lnTo>
                  <a:lnTo>
                    <a:pt x="1215652" y="1688626"/>
                  </a:lnTo>
                  <a:lnTo>
                    <a:pt x="1215644" y="1688629"/>
                  </a:lnTo>
                  <a:lnTo>
                    <a:pt x="1215635" y="1688629"/>
                  </a:lnTo>
                  <a:lnTo>
                    <a:pt x="1215615" y="1688633"/>
                  </a:lnTo>
                  <a:lnTo>
                    <a:pt x="1215600" y="1688633"/>
                  </a:lnTo>
                  <a:lnTo>
                    <a:pt x="1215588" y="1688633"/>
                  </a:lnTo>
                  <a:lnTo>
                    <a:pt x="1215579" y="1688629"/>
                  </a:lnTo>
                  <a:lnTo>
                    <a:pt x="1215534" y="1688621"/>
                  </a:lnTo>
                  <a:lnTo>
                    <a:pt x="1215525" y="1688621"/>
                  </a:lnTo>
                  <a:lnTo>
                    <a:pt x="1215517" y="1688624"/>
                  </a:lnTo>
                  <a:lnTo>
                    <a:pt x="1215499" y="1688625"/>
                  </a:lnTo>
                  <a:lnTo>
                    <a:pt x="1215490" y="1688624"/>
                  </a:lnTo>
                  <a:lnTo>
                    <a:pt x="1215480" y="1688617"/>
                  </a:lnTo>
                  <a:lnTo>
                    <a:pt x="1215466" y="1688603"/>
                  </a:lnTo>
                  <a:lnTo>
                    <a:pt x="1215449" y="1688584"/>
                  </a:lnTo>
                  <a:lnTo>
                    <a:pt x="1215429" y="1688567"/>
                  </a:lnTo>
                  <a:lnTo>
                    <a:pt x="1215412" y="1688561"/>
                  </a:lnTo>
                  <a:lnTo>
                    <a:pt x="1215404" y="1688558"/>
                  </a:lnTo>
                  <a:lnTo>
                    <a:pt x="1215395" y="1688552"/>
                  </a:lnTo>
                  <a:lnTo>
                    <a:pt x="1215385" y="1688546"/>
                  </a:lnTo>
                  <a:lnTo>
                    <a:pt x="1215377" y="1688537"/>
                  </a:lnTo>
                  <a:lnTo>
                    <a:pt x="1215360" y="1688517"/>
                  </a:lnTo>
                  <a:lnTo>
                    <a:pt x="1215348" y="1688500"/>
                  </a:lnTo>
                  <a:lnTo>
                    <a:pt x="1215336" y="1688483"/>
                  </a:lnTo>
                  <a:lnTo>
                    <a:pt x="1215324" y="1688464"/>
                  </a:lnTo>
                  <a:lnTo>
                    <a:pt x="1215314" y="1688457"/>
                  </a:lnTo>
                  <a:lnTo>
                    <a:pt x="1215307" y="1688448"/>
                  </a:lnTo>
                  <a:lnTo>
                    <a:pt x="1215285" y="1688431"/>
                  </a:lnTo>
                  <a:lnTo>
                    <a:pt x="1215279" y="1688425"/>
                  </a:lnTo>
                  <a:lnTo>
                    <a:pt x="1215277" y="1688419"/>
                  </a:lnTo>
                  <a:lnTo>
                    <a:pt x="1215271" y="1688394"/>
                  </a:lnTo>
                  <a:lnTo>
                    <a:pt x="1215269" y="1688382"/>
                  </a:lnTo>
                  <a:lnTo>
                    <a:pt x="1215271" y="1688373"/>
                  </a:lnTo>
                  <a:lnTo>
                    <a:pt x="1215271" y="1688366"/>
                  </a:lnTo>
                  <a:lnTo>
                    <a:pt x="1215275" y="1688355"/>
                  </a:lnTo>
                  <a:lnTo>
                    <a:pt x="1215276" y="1688333"/>
                  </a:lnTo>
                  <a:lnTo>
                    <a:pt x="1215271" y="1688320"/>
                  </a:lnTo>
                  <a:lnTo>
                    <a:pt x="1215271" y="1688314"/>
                  </a:lnTo>
                  <a:lnTo>
                    <a:pt x="1215265" y="1688305"/>
                  </a:lnTo>
                  <a:lnTo>
                    <a:pt x="1215256" y="1688297"/>
                  </a:lnTo>
                  <a:lnTo>
                    <a:pt x="1215248" y="1688292"/>
                  </a:lnTo>
                  <a:lnTo>
                    <a:pt x="1215236" y="1688281"/>
                  </a:lnTo>
                  <a:lnTo>
                    <a:pt x="1215231" y="1688273"/>
                  </a:lnTo>
                  <a:lnTo>
                    <a:pt x="1215223" y="1688261"/>
                  </a:lnTo>
                  <a:lnTo>
                    <a:pt x="1215219" y="1688253"/>
                  </a:lnTo>
                  <a:lnTo>
                    <a:pt x="1215218" y="1688244"/>
                  </a:lnTo>
                  <a:lnTo>
                    <a:pt x="1215214" y="1688235"/>
                  </a:lnTo>
                  <a:lnTo>
                    <a:pt x="1215180" y="1688194"/>
                  </a:lnTo>
                  <a:lnTo>
                    <a:pt x="1215167" y="1688176"/>
                  </a:lnTo>
                  <a:lnTo>
                    <a:pt x="1215152" y="1688160"/>
                  </a:lnTo>
                  <a:lnTo>
                    <a:pt x="1215135" y="1688146"/>
                  </a:lnTo>
                  <a:lnTo>
                    <a:pt x="1215117" y="1688135"/>
                  </a:lnTo>
                  <a:lnTo>
                    <a:pt x="1215100" y="1688125"/>
                  </a:lnTo>
                  <a:lnTo>
                    <a:pt x="1215082" y="1688109"/>
                  </a:lnTo>
                  <a:lnTo>
                    <a:pt x="1215065" y="1688097"/>
                  </a:lnTo>
                  <a:lnTo>
                    <a:pt x="1215048" y="1688082"/>
                  </a:lnTo>
                  <a:lnTo>
                    <a:pt x="1215035" y="1688066"/>
                  </a:lnTo>
                  <a:lnTo>
                    <a:pt x="1215018" y="1688048"/>
                  </a:lnTo>
                  <a:lnTo>
                    <a:pt x="1215001" y="1688035"/>
                  </a:lnTo>
                  <a:lnTo>
                    <a:pt x="1214983" y="1688023"/>
                  </a:lnTo>
                  <a:lnTo>
                    <a:pt x="1214967" y="1688008"/>
                  </a:lnTo>
                  <a:lnTo>
                    <a:pt x="1214951" y="1687990"/>
                  </a:lnTo>
                  <a:lnTo>
                    <a:pt x="1214936" y="1687971"/>
                  </a:lnTo>
                  <a:lnTo>
                    <a:pt x="1214924" y="1687952"/>
                  </a:lnTo>
                  <a:lnTo>
                    <a:pt x="1214919" y="1687945"/>
                  </a:lnTo>
                  <a:lnTo>
                    <a:pt x="1214895" y="1687919"/>
                  </a:lnTo>
                  <a:lnTo>
                    <a:pt x="1214878" y="1687904"/>
                  </a:lnTo>
                  <a:lnTo>
                    <a:pt x="1214862" y="1687886"/>
                  </a:lnTo>
                  <a:lnTo>
                    <a:pt x="1214847" y="1687867"/>
                  </a:lnTo>
                  <a:lnTo>
                    <a:pt x="1214843" y="1687863"/>
                  </a:lnTo>
                  <a:lnTo>
                    <a:pt x="1214840" y="1687854"/>
                  </a:lnTo>
                  <a:lnTo>
                    <a:pt x="1214841" y="1687846"/>
                  </a:lnTo>
                  <a:lnTo>
                    <a:pt x="1214847" y="1687841"/>
                  </a:lnTo>
                  <a:lnTo>
                    <a:pt x="1214861" y="1687839"/>
                  </a:lnTo>
                  <a:lnTo>
                    <a:pt x="1214893" y="1687831"/>
                  </a:lnTo>
                  <a:lnTo>
                    <a:pt x="1214911" y="1687823"/>
                  </a:lnTo>
                  <a:lnTo>
                    <a:pt x="1214923" y="1687815"/>
                  </a:lnTo>
                  <a:lnTo>
                    <a:pt x="1214933" y="1687803"/>
                  </a:lnTo>
                  <a:lnTo>
                    <a:pt x="1214940" y="1687786"/>
                  </a:lnTo>
                  <a:lnTo>
                    <a:pt x="1214947" y="1687749"/>
                  </a:lnTo>
                  <a:lnTo>
                    <a:pt x="1214944" y="1687717"/>
                  </a:lnTo>
                  <a:lnTo>
                    <a:pt x="1214942" y="1687707"/>
                  </a:lnTo>
                  <a:lnTo>
                    <a:pt x="1214939" y="1687683"/>
                  </a:lnTo>
                  <a:lnTo>
                    <a:pt x="1214939" y="1687660"/>
                  </a:lnTo>
                  <a:lnTo>
                    <a:pt x="1214948" y="1687642"/>
                  </a:lnTo>
                  <a:lnTo>
                    <a:pt x="1214965" y="1687616"/>
                  </a:lnTo>
                  <a:lnTo>
                    <a:pt x="1214973" y="1687606"/>
                  </a:lnTo>
                  <a:lnTo>
                    <a:pt x="1214988" y="1687588"/>
                  </a:lnTo>
                  <a:lnTo>
                    <a:pt x="1215026" y="1687553"/>
                  </a:lnTo>
                  <a:lnTo>
                    <a:pt x="1215055" y="1687544"/>
                  </a:lnTo>
                  <a:lnTo>
                    <a:pt x="1215091" y="1687546"/>
                  </a:lnTo>
                  <a:lnTo>
                    <a:pt x="1215116" y="1687547"/>
                  </a:lnTo>
                  <a:lnTo>
                    <a:pt x="1215147" y="1687560"/>
                  </a:lnTo>
                  <a:lnTo>
                    <a:pt x="1215179" y="1687581"/>
                  </a:lnTo>
                  <a:lnTo>
                    <a:pt x="1215218" y="1687619"/>
                  </a:lnTo>
                  <a:lnTo>
                    <a:pt x="1215253" y="1687651"/>
                  </a:lnTo>
                  <a:lnTo>
                    <a:pt x="1215276" y="1687661"/>
                  </a:lnTo>
                  <a:lnTo>
                    <a:pt x="1215296" y="1687658"/>
                  </a:lnTo>
                  <a:lnTo>
                    <a:pt x="1215328" y="1687650"/>
                  </a:lnTo>
                  <a:lnTo>
                    <a:pt x="1215394" y="1687620"/>
                  </a:lnTo>
                  <a:lnTo>
                    <a:pt x="1215435" y="1687608"/>
                  </a:lnTo>
                  <a:lnTo>
                    <a:pt x="1215522" y="1687592"/>
                  </a:lnTo>
                  <a:lnTo>
                    <a:pt x="1215597" y="1687576"/>
                  </a:lnTo>
                  <a:lnTo>
                    <a:pt x="1215644" y="1687575"/>
                  </a:lnTo>
                  <a:lnTo>
                    <a:pt x="1215710" y="1687585"/>
                  </a:lnTo>
                  <a:lnTo>
                    <a:pt x="1215766" y="1687601"/>
                  </a:lnTo>
                  <a:lnTo>
                    <a:pt x="1215822" y="1687625"/>
                  </a:lnTo>
                  <a:lnTo>
                    <a:pt x="1215876" y="1687669"/>
                  </a:lnTo>
                  <a:lnTo>
                    <a:pt x="1215889" y="1687690"/>
                  </a:lnTo>
                  <a:lnTo>
                    <a:pt x="1215894" y="1687707"/>
                  </a:lnTo>
                  <a:lnTo>
                    <a:pt x="1215896" y="1687717"/>
                  </a:lnTo>
                  <a:lnTo>
                    <a:pt x="1215908" y="1687745"/>
                  </a:lnTo>
                  <a:lnTo>
                    <a:pt x="1215922" y="1687752"/>
                  </a:lnTo>
                  <a:lnTo>
                    <a:pt x="1215984" y="1687760"/>
                  </a:lnTo>
                  <a:lnTo>
                    <a:pt x="1216080" y="1687759"/>
                  </a:lnTo>
                  <a:lnTo>
                    <a:pt x="1216184" y="1687750"/>
                  </a:lnTo>
                  <a:lnTo>
                    <a:pt x="1216198" y="1687749"/>
                  </a:lnTo>
                  <a:lnTo>
                    <a:pt x="1216375" y="1687725"/>
                  </a:lnTo>
                  <a:lnTo>
                    <a:pt x="1216426" y="1687717"/>
                  </a:lnTo>
                  <a:lnTo>
                    <a:pt x="1216457" y="1687708"/>
                  </a:lnTo>
                  <a:lnTo>
                    <a:pt x="1216516" y="1687683"/>
                  </a:lnTo>
                  <a:lnTo>
                    <a:pt x="1216587" y="1687651"/>
                  </a:lnTo>
                  <a:lnTo>
                    <a:pt x="1216654" y="1687640"/>
                  </a:lnTo>
                  <a:lnTo>
                    <a:pt x="1216726" y="1687607"/>
                  </a:lnTo>
                  <a:lnTo>
                    <a:pt x="1216753" y="1687587"/>
                  </a:lnTo>
                  <a:lnTo>
                    <a:pt x="1216769" y="1687570"/>
                  </a:lnTo>
                  <a:lnTo>
                    <a:pt x="1216799" y="1687534"/>
                  </a:lnTo>
                  <a:lnTo>
                    <a:pt x="1216838" y="1687496"/>
                  </a:lnTo>
                  <a:lnTo>
                    <a:pt x="1216853" y="1687490"/>
                  </a:lnTo>
                  <a:lnTo>
                    <a:pt x="1216874" y="1687483"/>
                  </a:lnTo>
                  <a:lnTo>
                    <a:pt x="1216892" y="1687479"/>
                  </a:lnTo>
                  <a:lnTo>
                    <a:pt x="1216907" y="1687485"/>
                  </a:lnTo>
                  <a:lnTo>
                    <a:pt x="1216929" y="1687480"/>
                  </a:lnTo>
                  <a:lnTo>
                    <a:pt x="1216941" y="1687467"/>
                  </a:lnTo>
                  <a:lnTo>
                    <a:pt x="1216945" y="1687453"/>
                  </a:lnTo>
                  <a:lnTo>
                    <a:pt x="1216950" y="1687432"/>
                  </a:lnTo>
                  <a:lnTo>
                    <a:pt x="1216974" y="1687387"/>
                  </a:lnTo>
                  <a:lnTo>
                    <a:pt x="1216987" y="1687348"/>
                  </a:lnTo>
                  <a:lnTo>
                    <a:pt x="1216987" y="1687320"/>
                  </a:lnTo>
                  <a:lnTo>
                    <a:pt x="1216984" y="1687293"/>
                  </a:lnTo>
                  <a:lnTo>
                    <a:pt x="1216949" y="1687272"/>
                  </a:lnTo>
                  <a:lnTo>
                    <a:pt x="1216906" y="1687261"/>
                  </a:lnTo>
                  <a:lnTo>
                    <a:pt x="1216883" y="1687259"/>
                  </a:lnTo>
                  <a:lnTo>
                    <a:pt x="1216871" y="1687258"/>
                  </a:lnTo>
                  <a:lnTo>
                    <a:pt x="1216830" y="1687262"/>
                  </a:lnTo>
                  <a:lnTo>
                    <a:pt x="1216767" y="1687281"/>
                  </a:lnTo>
                  <a:lnTo>
                    <a:pt x="1216731" y="1687295"/>
                  </a:lnTo>
                  <a:lnTo>
                    <a:pt x="1216701" y="1687318"/>
                  </a:lnTo>
                  <a:lnTo>
                    <a:pt x="1216684" y="1687356"/>
                  </a:lnTo>
                  <a:lnTo>
                    <a:pt x="1216656" y="1687396"/>
                  </a:lnTo>
                  <a:lnTo>
                    <a:pt x="1216621" y="1687432"/>
                  </a:lnTo>
                  <a:lnTo>
                    <a:pt x="1216530" y="1687469"/>
                  </a:lnTo>
                  <a:lnTo>
                    <a:pt x="1216503" y="1687475"/>
                  </a:lnTo>
                  <a:lnTo>
                    <a:pt x="1216477" y="1687463"/>
                  </a:lnTo>
                  <a:lnTo>
                    <a:pt x="1216457" y="1687451"/>
                  </a:lnTo>
                  <a:lnTo>
                    <a:pt x="1216449" y="1687423"/>
                  </a:lnTo>
                  <a:lnTo>
                    <a:pt x="1216445" y="1687394"/>
                  </a:lnTo>
                  <a:lnTo>
                    <a:pt x="1216442" y="1687365"/>
                  </a:lnTo>
                  <a:lnTo>
                    <a:pt x="1216440" y="1687329"/>
                  </a:lnTo>
                  <a:lnTo>
                    <a:pt x="1216430" y="1687304"/>
                  </a:lnTo>
                  <a:lnTo>
                    <a:pt x="1216406" y="1687254"/>
                  </a:lnTo>
                  <a:lnTo>
                    <a:pt x="1216361" y="1687197"/>
                  </a:lnTo>
                  <a:lnTo>
                    <a:pt x="1216336" y="1687180"/>
                  </a:lnTo>
                  <a:lnTo>
                    <a:pt x="1216311" y="1687174"/>
                  </a:lnTo>
                  <a:lnTo>
                    <a:pt x="1216257" y="1687200"/>
                  </a:lnTo>
                  <a:lnTo>
                    <a:pt x="1216204" y="1687221"/>
                  </a:lnTo>
                  <a:lnTo>
                    <a:pt x="1216157" y="1687224"/>
                  </a:lnTo>
                  <a:lnTo>
                    <a:pt x="1216098" y="1687209"/>
                  </a:lnTo>
                  <a:lnTo>
                    <a:pt x="1215978" y="1687159"/>
                  </a:lnTo>
                  <a:lnTo>
                    <a:pt x="1215879" y="1687110"/>
                  </a:lnTo>
                  <a:lnTo>
                    <a:pt x="1215773" y="1687050"/>
                  </a:lnTo>
                  <a:lnTo>
                    <a:pt x="1215738" y="1687017"/>
                  </a:lnTo>
                  <a:lnTo>
                    <a:pt x="1215724" y="1686987"/>
                  </a:lnTo>
                  <a:lnTo>
                    <a:pt x="1215719" y="1686952"/>
                  </a:lnTo>
                  <a:lnTo>
                    <a:pt x="1215732" y="1686921"/>
                  </a:lnTo>
                  <a:lnTo>
                    <a:pt x="1215753" y="1686897"/>
                  </a:lnTo>
                  <a:lnTo>
                    <a:pt x="1215781" y="1686883"/>
                  </a:lnTo>
                  <a:lnTo>
                    <a:pt x="1215828" y="1686888"/>
                  </a:lnTo>
                  <a:lnTo>
                    <a:pt x="1215872" y="1686907"/>
                  </a:lnTo>
                  <a:lnTo>
                    <a:pt x="1215915" y="1686923"/>
                  </a:lnTo>
                  <a:lnTo>
                    <a:pt x="1215931" y="1686923"/>
                  </a:lnTo>
                  <a:lnTo>
                    <a:pt x="1215942" y="1686910"/>
                  </a:lnTo>
                  <a:lnTo>
                    <a:pt x="1215953" y="1686891"/>
                  </a:lnTo>
                  <a:lnTo>
                    <a:pt x="1215955" y="1686856"/>
                  </a:lnTo>
                  <a:lnTo>
                    <a:pt x="1215951" y="1686807"/>
                  </a:lnTo>
                  <a:lnTo>
                    <a:pt x="1215944" y="1686775"/>
                  </a:lnTo>
                  <a:lnTo>
                    <a:pt x="1215932" y="1686741"/>
                  </a:lnTo>
                  <a:lnTo>
                    <a:pt x="1215905" y="1686676"/>
                  </a:lnTo>
                  <a:lnTo>
                    <a:pt x="1215827" y="1686584"/>
                  </a:lnTo>
                  <a:lnTo>
                    <a:pt x="1215815" y="1686571"/>
                  </a:lnTo>
                  <a:lnTo>
                    <a:pt x="1215805" y="1686561"/>
                  </a:lnTo>
                  <a:lnTo>
                    <a:pt x="1215785" y="1686547"/>
                  </a:lnTo>
                  <a:lnTo>
                    <a:pt x="1215776" y="1686540"/>
                  </a:lnTo>
                  <a:lnTo>
                    <a:pt x="1215744" y="1686508"/>
                  </a:lnTo>
                  <a:lnTo>
                    <a:pt x="1215726" y="1686475"/>
                  </a:lnTo>
                  <a:lnTo>
                    <a:pt x="1215726" y="1686461"/>
                  </a:lnTo>
                  <a:lnTo>
                    <a:pt x="1215728" y="1686446"/>
                  </a:lnTo>
                  <a:lnTo>
                    <a:pt x="1215751" y="1686427"/>
                  </a:lnTo>
                  <a:lnTo>
                    <a:pt x="1215787" y="1686414"/>
                  </a:lnTo>
                  <a:lnTo>
                    <a:pt x="1215824" y="1686411"/>
                  </a:lnTo>
                  <a:lnTo>
                    <a:pt x="1215877" y="1686392"/>
                  </a:lnTo>
                  <a:lnTo>
                    <a:pt x="1215906" y="1686385"/>
                  </a:lnTo>
                  <a:lnTo>
                    <a:pt x="1215924" y="1686374"/>
                  </a:lnTo>
                  <a:lnTo>
                    <a:pt x="1215939" y="1686355"/>
                  </a:lnTo>
                  <a:lnTo>
                    <a:pt x="1215966" y="1686315"/>
                  </a:lnTo>
                  <a:lnTo>
                    <a:pt x="1215986" y="1686278"/>
                  </a:lnTo>
                  <a:lnTo>
                    <a:pt x="1215995" y="1686262"/>
                  </a:lnTo>
                  <a:lnTo>
                    <a:pt x="1216002" y="1686250"/>
                  </a:lnTo>
                  <a:lnTo>
                    <a:pt x="1216034" y="1686207"/>
                  </a:lnTo>
                  <a:lnTo>
                    <a:pt x="1216083" y="1686127"/>
                  </a:lnTo>
                  <a:lnTo>
                    <a:pt x="1216170" y="1685988"/>
                  </a:lnTo>
                  <a:lnTo>
                    <a:pt x="1216194" y="1685959"/>
                  </a:lnTo>
                  <a:lnTo>
                    <a:pt x="1216231" y="1685936"/>
                  </a:lnTo>
                  <a:lnTo>
                    <a:pt x="1216257" y="1685929"/>
                  </a:lnTo>
                  <a:lnTo>
                    <a:pt x="1216285" y="1685910"/>
                  </a:lnTo>
                  <a:lnTo>
                    <a:pt x="1216338" y="1685854"/>
                  </a:lnTo>
                  <a:lnTo>
                    <a:pt x="1216370" y="1685828"/>
                  </a:lnTo>
                  <a:lnTo>
                    <a:pt x="1216389" y="1685819"/>
                  </a:lnTo>
                  <a:lnTo>
                    <a:pt x="1216421" y="1685806"/>
                  </a:lnTo>
                  <a:lnTo>
                    <a:pt x="1216447" y="1685795"/>
                  </a:lnTo>
                  <a:lnTo>
                    <a:pt x="1216459" y="1685782"/>
                  </a:lnTo>
                  <a:lnTo>
                    <a:pt x="1216470" y="1685752"/>
                  </a:lnTo>
                  <a:lnTo>
                    <a:pt x="1216482" y="1685705"/>
                  </a:lnTo>
                  <a:lnTo>
                    <a:pt x="1216480" y="1685657"/>
                  </a:lnTo>
                  <a:lnTo>
                    <a:pt x="1216470" y="1685582"/>
                  </a:lnTo>
                  <a:lnTo>
                    <a:pt x="1216471" y="1685554"/>
                  </a:lnTo>
                  <a:lnTo>
                    <a:pt x="1216466" y="1685484"/>
                  </a:lnTo>
                  <a:lnTo>
                    <a:pt x="1216473" y="1685425"/>
                  </a:lnTo>
                  <a:lnTo>
                    <a:pt x="1216488" y="1685376"/>
                  </a:lnTo>
                  <a:lnTo>
                    <a:pt x="1216505" y="1685335"/>
                  </a:lnTo>
                  <a:lnTo>
                    <a:pt x="1216516" y="1685312"/>
                  </a:lnTo>
                  <a:lnTo>
                    <a:pt x="1216534" y="1685295"/>
                  </a:lnTo>
                  <a:lnTo>
                    <a:pt x="1216546" y="1685286"/>
                  </a:lnTo>
                  <a:lnTo>
                    <a:pt x="1216557" y="1685286"/>
                  </a:lnTo>
                  <a:lnTo>
                    <a:pt x="1216575" y="1685301"/>
                  </a:lnTo>
                  <a:lnTo>
                    <a:pt x="1216606" y="1685333"/>
                  </a:lnTo>
                  <a:lnTo>
                    <a:pt x="1216622" y="1685359"/>
                  </a:lnTo>
                  <a:lnTo>
                    <a:pt x="1216641" y="1685412"/>
                  </a:lnTo>
                  <a:lnTo>
                    <a:pt x="1216652" y="1685437"/>
                  </a:lnTo>
                  <a:lnTo>
                    <a:pt x="1216657" y="1685448"/>
                  </a:lnTo>
                  <a:lnTo>
                    <a:pt x="1216668" y="1685471"/>
                  </a:lnTo>
                  <a:lnTo>
                    <a:pt x="1216684" y="1685486"/>
                  </a:lnTo>
                  <a:lnTo>
                    <a:pt x="1216690" y="1685490"/>
                  </a:lnTo>
                  <a:lnTo>
                    <a:pt x="1216718" y="1685497"/>
                  </a:lnTo>
                  <a:lnTo>
                    <a:pt x="1216745" y="1685490"/>
                  </a:lnTo>
                  <a:lnTo>
                    <a:pt x="1216756" y="1685473"/>
                  </a:lnTo>
                  <a:lnTo>
                    <a:pt x="1216760" y="1685453"/>
                  </a:lnTo>
                  <a:lnTo>
                    <a:pt x="1216754" y="1685416"/>
                  </a:lnTo>
                  <a:lnTo>
                    <a:pt x="1216744" y="1685356"/>
                  </a:lnTo>
                  <a:lnTo>
                    <a:pt x="1216734" y="1685275"/>
                  </a:lnTo>
                  <a:lnTo>
                    <a:pt x="1216731" y="1685222"/>
                  </a:lnTo>
                  <a:lnTo>
                    <a:pt x="1216734" y="1685192"/>
                  </a:lnTo>
                  <a:lnTo>
                    <a:pt x="1216737" y="1685157"/>
                  </a:lnTo>
                  <a:lnTo>
                    <a:pt x="1216734" y="1685135"/>
                  </a:lnTo>
                  <a:lnTo>
                    <a:pt x="1216722" y="1685119"/>
                  </a:lnTo>
                  <a:lnTo>
                    <a:pt x="1216708" y="1685096"/>
                  </a:lnTo>
                  <a:lnTo>
                    <a:pt x="1216696" y="1685075"/>
                  </a:lnTo>
                  <a:lnTo>
                    <a:pt x="1216696" y="1685052"/>
                  </a:lnTo>
                  <a:lnTo>
                    <a:pt x="1216705" y="1685030"/>
                  </a:lnTo>
                  <a:lnTo>
                    <a:pt x="1216724" y="1685011"/>
                  </a:lnTo>
                  <a:lnTo>
                    <a:pt x="1216754" y="1684991"/>
                  </a:lnTo>
                  <a:lnTo>
                    <a:pt x="1216802" y="1684947"/>
                  </a:lnTo>
                  <a:lnTo>
                    <a:pt x="1216827" y="1684922"/>
                  </a:lnTo>
                  <a:lnTo>
                    <a:pt x="1216864" y="1684879"/>
                  </a:lnTo>
                  <a:lnTo>
                    <a:pt x="1216906" y="1684814"/>
                  </a:lnTo>
                  <a:lnTo>
                    <a:pt x="1216919" y="1684799"/>
                  </a:lnTo>
                  <a:lnTo>
                    <a:pt x="1216930" y="1684769"/>
                  </a:lnTo>
                  <a:lnTo>
                    <a:pt x="1216951" y="1684731"/>
                  </a:lnTo>
                  <a:lnTo>
                    <a:pt x="1216971" y="1684711"/>
                  </a:lnTo>
                  <a:lnTo>
                    <a:pt x="1216991" y="1684697"/>
                  </a:lnTo>
                  <a:lnTo>
                    <a:pt x="1217011" y="1684697"/>
                  </a:lnTo>
                  <a:lnTo>
                    <a:pt x="1217026" y="1684705"/>
                  </a:lnTo>
                  <a:lnTo>
                    <a:pt x="1217050" y="1684735"/>
                  </a:lnTo>
                  <a:lnTo>
                    <a:pt x="1217071" y="1684754"/>
                  </a:lnTo>
                  <a:lnTo>
                    <a:pt x="1217094" y="1684756"/>
                  </a:lnTo>
                  <a:lnTo>
                    <a:pt x="1217118" y="1684753"/>
                  </a:lnTo>
                  <a:lnTo>
                    <a:pt x="1217152" y="1684740"/>
                  </a:lnTo>
                  <a:lnTo>
                    <a:pt x="1217171" y="1684728"/>
                  </a:lnTo>
                  <a:lnTo>
                    <a:pt x="1217181" y="1684706"/>
                  </a:lnTo>
                  <a:lnTo>
                    <a:pt x="1217191" y="1684674"/>
                  </a:lnTo>
                  <a:lnTo>
                    <a:pt x="1217185" y="1684604"/>
                  </a:lnTo>
                  <a:lnTo>
                    <a:pt x="1217179" y="1684575"/>
                  </a:lnTo>
                  <a:lnTo>
                    <a:pt x="1217178" y="1684569"/>
                  </a:lnTo>
                  <a:lnTo>
                    <a:pt x="1217175" y="1684562"/>
                  </a:lnTo>
                  <a:lnTo>
                    <a:pt x="1217160" y="1684526"/>
                  </a:lnTo>
                  <a:lnTo>
                    <a:pt x="1217156" y="1684516"/>
                  </a:lnTo>
                  <a:lnTo>
                    <a:pt x="1217142" y="1684483"/>
                  </a:lnTo>
                  <a:lnTo>
                    <a:pt x="1217137" y="1684458"/>
                  </a:lnTo>
                  <a:lnTo>
                    <a:pt x="1217137" y="1684430"/>
                  </a:lnTo>
                  <a:lnTo>
                    <a:pt x="1217150" y="1684391"/>
                  </a:lnTo>
                  <a:lnTo>
                    <a:pt x="1217194" y="1684284"/>
                  </a:lnTo>
                  <a:lnTo>
                    <a:pt x="1217230" y="1684201"/>
                  </a:lnTo>
                  <a:lnTo>
                    <a:pt x="1217262" y="1684133"/>
                  </a:lnTo>
                  <a:lnTo>
                    <a:pt x="1217296" y="1684070"/>
                  </a:lnTo>
                  <a:lnTo>
                    <a:pt x="1217331" y="1684023"/>
                  </a:lnTo>
                  <a:lnTo>
                    <a:pt x="1217360" y="1684002"/>
                  </a:lnTo>
                  <a:lnTo>
                    <a:pt x="1217401" y="1683987"/>
                  </a:lnTo>
                  <a:lnTo>
                    <a:pt x="1217448" y="1683982"/>
                  </a:lnTo>
                  <a:lnTo>
                    <a:pt x="1217490" y="1683982"/>
                  </a:lnTo>
                  <a:lnTo>
                    <a:pt x="1217533" y="1683987"/>
                  </a:lnTo>
                  <a:lnTo>
                    <a:pt x="1217560" y="1683989"/>
                  </a:lnTo>
                  <a:lnTo>
                    <a:pt x="1217594" y="1683984"/>
                  </a:lnTo>
                  <a:lnTo>
                    <a:pt x="1217623" y="1683977"/>
                  </a:lnTo>
                  <a:lnTo>
                    <a:pt x="1217665" y="1683981"/>
                  </a:lnTo>
                  <a:lnTo>
                    <a:pt x="1217700" y="1683981"/>
                  </a:lnTo>
                  <a:lnTo>
                    <a:pt x="1217755" y="1683990"/>
                  </a:lnTo>
                  <a:lnTo>
                    <a:pt x="1217800" y="1683999"/>
                  </a:lnTo>
                  <a:lnTo>
                    <a:pt x="1217846" y="1683994"/>
                  </a:lnTo>
                  <a:lnTo>
                    <a:pt x="1217900" y="1683978"/>
                  </a:lnTo>
                  <a:lnTo>
                    <a:pt x="1217954" y="1683947"/>
                  </a:lnTo>
                  <a:lnTo>
                    <a:pt x="1218007" y="1683918"/>
                  </a:lnTo>
                  <a:lnTo>
                    <a:pt x="1218037" y="1683895"/>
                  </a:lnTo>
                  <a:lnTo>
                    <a:pt x="1218076" y="1683864"/>
                  </a:lnTo>
                  <a:lnTo>
                    <a:pt x="1218105" y="1683833"/>
                  </a:lnTo>
                  <a:lnTo>
                    <a:pt x="1218138" y="1683789"/>
                  </a:lnTo>
                  <a:lnTo>
                    <a:pt x="1218166" y="1683750"/>
                  </a:lnTo>
                  <a:lnTo>
                    <a:pt x="1218188" y="1683701"/>
                  </a:lnTo>
                  <a:lnTo>
                    <a:pt x="1218200" y="1683668"/>
                  </a:lnTo>
                  <a:lnTo>
                    <a:pt x="1218215" y="1683632"/>
                  </a:lnTo>
                  <a:lnTo>
                    <a:pt x="1218237" y="1683598"/>
                  </a:lnTo>
                  <a:lnTo>
                    <a:pt x="1218258" y="1683576"/>
                  </a:lnTo>
                  <a:lnTo>
                    <a:pt x="1218278" y="1683564"/>
                  </a:lnTo>
                  <a:lnTo>
                    <a:pt x="1218304" y="1683562"/>
                  </a:lnTo>
                  <a:lnTo>
                    <a:pt x="1218327" y="1683556"/>
                  </a:lnTo>
                  <a:lnTo>
                    <a:pt x="1218347" y="1683544"/>
                  </a:lnTo>
                  <a:lnTo>
                    <a:pt x="1218370" y="1683508"/>
                  </a:lnTo>
                  <a:lnTo>
                    <a:pt x="1218395" y="1683464"/>
                  </a:lnTo>
                  <a:lnTo>
                    <a:pt x="1218415" y="1683429"/>
                  </a:lnTo>
                  <a:lnTo>
                    <a:pt x="1218453" y="1683374"/>
                  </a:lnTo>
                  <a:lnTo>
                    <a:pt x="1218500" y="1683313"/>
                  </a:lnTo>
                  <a:lnTo>
                    <a:pt x="1218550" y="1683237"/>
                  </a:lnTo>
                  <a:lnTo>
                    <a:pt x="1218607" y="1683137"/>
                  </a:lnTo>
                  <a:lnTo>
                    <a:pt x="1218624" y="1683083"/>
                  </a:lnTo>
                  <a:lnTo>
                    <a:pt x="1218635" y="1683049"/>
                  </a:lnTo>
                  <a:lnTo>
                    <a:pt x="1218636" y="1683032"/>
                  </a:lnTo>
                  <a:lnTo>
                    <a:pt x="1218630" y="1683002"/>
                  </a:lnTo>
                  <a:lnTo>
                    <a:pt x="1218609" y="1682931"/>
                  </a:lnTo>
                  <a:lnTo>
                    <a:pt x="1218606" y="1682921"/>
                  </a:lnTo>
                  <a:lnTo>
                    <a:pt x="1218587" y="1682856"/>
                  </a:lnTo>
                  <a:lnTo>
                    <a:pt x="1218578" y="1682799"/>
                  </a:lnTo>
                  <a:lnTo>
                    <a:pt x="1218559" y="1682701"/>
                  </a:lnTo>
                  <a:lnTo>
                    <a:pt x="1218550" y="1682655"/>
                  </a:lnTo>
                  <a:lnTo>
                    <a:pt x="1218528" y="1682605"/>
                  </a:lnTo>
                  <a:lnTo>
                    <a:pt x="1218503" y="1682562"/>
                  </a:lnTo>
                  <a:lnTo>
                    <a:pt x="1218491" y="1682537"/>
                  </a:lnTo>
                  <a:lnTo>
                    <a:pt x="1218460" y="1682479"/>
                  </a:lnTo>
                  <a:lnTo>
                    <a:pt x="1218443" y="1682427"/>
                  </a:lnTo>
                  <a:lnTo>
                    <a:pt x="1218430" y="1682385"/>
                  </a:lnTo>
                  <a:lnTo>
                    <a:pt x="1218417" y="1682321"/>
                  </a:lnTo>
                  <a:lnTo>
                    <a:pt x="1218414" y="1682268"/>
                  </a:lnTo>
                  <a:lnTo>
                    <a:pt x="1218418" y="1682178"/>
                  </a:lnTo>
                  <a:lnTo>
                    <a:pt x="1218425" y="1682146"/>
                  </a:lnTo>
                  <a:lnTo>
                    <a:pt x="1218430" y="1682115"/>
                  </a:lnTo>
                  <a:lnTo>
                    <a:pt x="1218434" y="1682070"/>
                  </a:lnTo>
                  <a:lnTo>
                    <a:pt x="1218444" y="1682002"/>
                  </a:lnTo>
                  <a:lnTo>
                    <a:pt x="1218454" y="1681962"/>
                  </a:lnTo>
                  <a:lnTo>
                    <a:pt x="1218457" y="1681914"/>
                  </a:lnTo>
                  <a:lnTo>
                    <a:pt x="1218466" y="1681846"/>
                  </a:lnTo>
                  <a:lnTo>
                    <a:pt x="1218471" y="1681819"/>
                  </a:lnTo>
                  <a:lnTo>
                    <a:pt x="1218483" y="1681770"/>
                  </a:lnTo>
                  <a:lnTo>
                    <a:pt x="1218504" y="1681721"/>
                  </a:lnTo>
                  <a:lnTo>
                    <a:pt x="1218522" y="1681671"/>
                  </a:lnTo>
                  <a:lnTo>
                    <a:pt x="1218540" y="1681609"/>
                  </a:lnTo>
                  <a:lnTo>
                    <a:pt x="1218548" y="1681584"/>
                  </a:lnTo>
                  <a:lnTo>
                    <a:pt x="1218557" y="1681565"/>
                  </a:lnTo>
                  <a:lnTo>
                    <a:pt x="1218581" y="1681531"/>
                  </a:lnTo>
                  <a:lnTo>
                    <a:pt x="1218601" y="1681504"/>
                  </a:lnTo>
                  <a:lnTo>
                    <a:pt x="1218615" y="1681474"/>
                  </a:lnTo>
                  <a:lnTo>
                    <a:pt x="1218623" y="1681437"/>
                  </a:lnTo>
                  <a:lnTo>
                    <a:pt x="1218626" y="1681399"/>
                  </a:lnTo>
                  <a:lnTo>
                    <a:pt x="1218629" y="1681342"/>
                  </a:lnTo>
                  <a:lnTo>
                    <a:pt x="1218626" y="1681258"/>
                  </a:lnTo>
                  <a:lnTo>
                    <a:pt x="1218626" y="1681182"/>
                  </a:lnTo>
                  <a:lnTo>
                    <a:pt x="1218624" y="1681143"/>
                  </a:lnTo>
                  <a:lnTo>
                    <a:pt x="1218624" y="1681087"/>
                  </a:lnTo>
                  <a:lnTo>
                    <a:pt x="1218620" y="1681048"/>
                  </a:lnTo>
                  <a:lnTo>
                    <a:pt x="1218611" y="1681019"/>
                  </a:lnTo>
                  <a:lnTo>
                    <a:pt x="1218601" y="1680982"/>
                  </a:lnTo>
                  <a:lnTo>
                    <a:pt x="1218575" y="1680918"/>
                  </a:lnTo>
                  <a:lnTo>
                    <a:pt x="1218536" y="1680835"/>
                  </a:lnTo>
                  <a:lnTo>
                    <a:pt x="1218520" y="1680789"/>
                  </a:lnTo>
                  <a:lnTo>
                    <a:pt x="1218512" y="1680750"/>
                  </a:lnTo>
                  <a:lnTo>
                    <a:pt x="1218504" y="1680708"/>
                  </a:lnTo>
                  <a:lnTo>
                    <a:pt x="1218509" y="1680671"/>
                  </a:lnTo>
                  <a:lnTo>
                    <a:pt x="1218516" y="1680622"/>
                  </a:lnTo>
                  <a:lnTo>
                    <a:pt x="1218522" y="1680601"/>
                  </a:lnTo>
                  <a:lnTo>
                    <a:pt x="1218540" y="1680580"/>
                  </a:lnTo>
                  <a:lnTo>
                    <a:pt x="1218560" y="1680561"/>
                  </a:lnTo>
                  <a:lnTo>
                    <a:pt x="1218606" y="1680543"/>
                  </a:lnTo>
                  <a:lnTo>
                    <a:pt x="1218640" y="1680531"/>
                  </a:lnTo>
                  <a:lnTo>
                    <a:pt x="1218660" y="1680518"/>
                  </a:lnTo>
                  <a:lnTo>
                    <a:pt x="1218678" y="1680496"/>
                  </a:lnTo>
                  <a:lnTo>
                    <a:pt x="1218695" y="1680478"/>
                  </a:lnTo>
                  <a:lnTo>
                    <a:pt x="1218701" y="1680458"/>
                  </a:lnTo>
                  <a:lnTo>
                    <a:pt x="1218701" y="1680443"/>
                  </a:lnTo>
                  <a:lnTo>
                    <a:pt x="1218695" y="1680417"/>
                  </a:lnTo>
                  <a:lnTo>
                    <a:pt x="1218686" y="1680376"/>
                  </a:lnTo>
                  <a:lnTo>
                    <a:pt x="1218682" y="1680346"/>
                  </a:lnTo>
                  <a:lnTo>
                    <a:pt x="1218689" y="1680312"/>
                  </a:lnTo>
                  <a:lnTo>
                    <a:pt x="1218715" y="1680256"/>
                  </a:lnTo>
                  <a:lnTo>
                    <a:pt x="1218749" y="1680205"/>
                  </a:lnTo>
                  <a:lnTo>
                    <a:pt x="1218786" y="1680152"/>
                  </a:lnTo>
                  <a:lnTo>
                    <a:pt x="1218821" y="1680100"/>
                  </a:lnTo>
                  <a:lnTo>
                    <a:pt x="1218895" y="1679981"/>
                  </a:lnTo>
                  <a:lnTo>
                    <a:pt x="1218923" y="1679954"/>
                  </a:lnTo>
                  <a:lnTo>
                    <a:pt x="1218963" y="1679918"/>
                  </a:lnTo>
                  <a:lnTo>
                    <a:pt x="1219032" y="1679870"/>
                  </a:lnTo>
                  <a:lnTo>
                    <a:pt x="1219065" y="1679847"/>
                  </a:lnTo>
                  <a:lnTo>
                    <a:pt x="1219091" y="1679832"/>
                  </a:lnTo>
                  <a:lnTo>
                    <a:pt x="1219118" y="1679814"/>
                  </a:lnTo>
                  <a:lnTo>
                    <a:pt x="1219171" y="1679768"/>
                  </a:lnTo>
                  <a:lnTo>
                    <a:pt x="1219192" y="1679741"/>
                  </a:lnTo>
                  <a:lnTo>
                    <a:pt x="1219199" y="1679727"/>
                  </a:lnTo>
                  <a:lnTo>
                    <a:pt x="1219205" y="1679706"/>
                  </a:lnTo>
                  <a:lnTo>
                    <a:pt x="1219215" y="1679672"/>
                  </a:lnTo>
                  <a:lnTo>
                    <a:pt x="1219229" y="1679628"/>
                  </a:lnTo>
                  <a:lnTo>
                    <a:pt x="1219253" y="1679574"/>
                  </a:lnTo>
                  <a:lnTo>
                    <a:pt x="1219270" y="1679532"/>
                  </a:lnTo>
                  <a:lnTo>
                    <a:pt x="1219288" y="1679505"/>
                  </a:lnTo>
                  <a:lnTo>
                    <a:pt x="1219311" y="1679480"/>
                  </a:lnTo>
                  <a:lnTo>
                    <a:pt x="1219340" y="1679462"/>
                  </a:lnTo>
                  <a:lnTo>
                    <a:pt x="1219348" y="1679455"/>
                  </a:lnTo>
                  <a:lnTo>
                    <a:pt x="1219370" y="1679437"/>
                  </a:lnTo>
                  <a:lnTo>
                    <a:pt x="1219397" y="1679402"/>
                  </a:lnTo>
                  <a:lnTo>
                    <a:pt x="1219419" y="1679364"/>
                  </a:lnTo>
                  <a:lnTo>
                    <a:pt x="1219429" y="1679345"/>
                  </a:lnTo>
                  <a:lnTo>
                    <a:pt x="1219434" y="1679325"/>
                  </a:lnTo>
                  <a:lnTo>
                    <a:pt x="1219441" y="1679295"/>
                  </a:lnTo>
                  <a:lnTo>
                    <a:pt x="1219445" y="1679264"/>
                  </a:lnTo>
                  <a:lnTo>
                    <a:pt x="1219447" y="1679231"/>
                  </a:lnTo>
                  <a:lnTo>
                    <a:pt x="1219447" y="1679188"/>
                  </a:lnTo>
                  <a:lnTo>
                    <a:pt x="1219449" y="1679154"/>
                  </a:lnTo>
                  <a:lnTo>
                    <a:pt x="1219457" y="1679129"/>
                  </a:lnTo>
                  <a:lnTo>
                    <a:pt x="1219461" y="1679101"/>
                  </a:lnTo>
                  <a:lnTo>
                    <a:pt x="1219464" y="1679078"/>
                  </a:lnTo>
                  <a:lnTo>
                    <a:pt x="1219483" y="1679034"/>
                  </a:lnTo>
                  <a:lnTo>
                    <a:pt x="1219486" y="1679017"/>
                  </a:lnTo>
                  <a:lnTo>
                    <a:pt x="1219488" y="1678986"/>
                  </a:lnTo>
                  <a:lnTo>
                    <a:pt x="1219497" y="1678940"/>
                  </a:lnTo>
                  <a:lnTo>
                    <a:pt x="1219503" y="1678887"/>
                  </a:lnTo>
                  <a:lnTo>
                    <a:pt x="1219518" y="1678814"/>
                  </a:lnTo>
                  <a:lnTo>
                    <a:pt x="1219525" y="1678785"/>
                  </a:lnTo>
                  <a:lnTo>
                    <a:pt x="1219542" y="1678750"/>
                  </a:lnTo>
                  <a:lnTo>
                    <a:pt x="1219547" y="1678738"/>
                  </a:lnTo>
                  <a:lnTo>
                    <a:pt x="1219558" y="1678720"/>
                  </a:lnTo>
                  <a:lnTo>
                    <a:pt x="1219571" y="1678701"/>
                  </a:lnTo>
                  <a:lnTo>
                    <a:pt x="1219586" y="1678683"/>
                  </a:lnTo>
                  <a:lnTo>
                    <a:pt x="1219614" y="1678648"/>
                  </a:lnTo>
                  <a:lnTo>
                    <a:pt x="1219629" y="1678634"/>
                  </a:lnTo>
                  <a:lnTo>
                    <a:pt x="1219642" y="1678620"/>
                  </a:lnTo>
                  <a:lnTo>
                    <a:pt x="1219662" y="1678600"/>
                  </a:lnTo>
                  <a:lnTo>
                    <a:pt x="1219681" y="1678583"/>
                  </a:lnTo>
                  <a:lnTo>
                    <a:pt x="1219703" y="1678568"/>
                  </a:lnTo>
                  <a:lnTo>
                    <a:pt x="1219709" y="1678562"/>
                  </a:lnTo>
                  <a:lnTo>
                    <a:pt x="1219726" y="1678548"/>
                  </a:lnTo>
                  <a:lnTo>
                    <a:pt x="1219743" y="1678537"/>
                  </a:lnTo>
                  <a:lnTo>
                    <a:pt x="1219779" y="1678513"/>
                  </a:lnTo>
                  <a:lnTo>
                    <a:pt x="1219796" y="1678501"/>
                  </a:lnTo>
                  <a:lnTo>
                    <a:pt x="1219804" y="1678494"/>
                  </a:lnTo>
                  <a:lnTo>
                    <a:pt x="1219811" y="1678486"/>
                  </a:lnTo>
                  <a:lnTo>
                    <a:pt x="1219827" y="1678469"/>
                  </a:lnTo>
                  <a:lnTo>
                    <a:pt x="1219839" y="1678450"/>
                  </a:lnTo>
                  <a:lnTo>
                    <a:pt x="1219851" y="1678432"/>
                  </a:lnTo>
                  <a:lnTo>
                    <a:pt x="1219863" y="1678413"/>
                  </a:lnTo>
                  <a:lnTo>
                    <a:pt x="1219869" y="1678406"/>
                  </a:lnTo>
                  <a:lnTo>
                    <a:pt x="1219874" y="1678395"/>
                  </a:lnTo>
                  <a:lnTo>
                    <a:pt x="1219881" y="1678376"/>
                  </a:lnTo>
                  <a:lnTo>
                    <a:pt x="1219886" y="1678363"/>
                  </a:lnTo>
                  <a:lnTo>
                    <a:pt x="1219890" y="1678358"/>
                  </a:lnTo>
                  <a:lnTo>
                    <a:pt x="1219892" y="1678350"/>
                  </a:lnTo>
                  <a:lnTo>
                    <a:pt x="1219899" y="1678339"/>
                  </a:lnTo>
                  <a:lnTo>
                    <a:pt x="1219912" y="1678321"/>
                  </a:lnTo>
                  <a:lnTo>
                    <a:pt x="1219930" y="1678306"/>
                  </a:lnTo>
                  <a:lnTo>
                    <a:pt x="1219939" y="1678297"/>
                  </a:lnTo>
                  <a:lnTo>
                    <a:pt x="1219945" y="1678295"/>
                  </a:lnTo>
                  <a:lnTo>
                    <a:pt x="1219965" y="1678281"/>
                  </a:lnTo>
                  <a:lnTo>
                    <a:pt x="1219982" y="1678273"/>
                  </a:lnTo>
                  <a:lnTo>
                    <a:pt x="1220000" y="1678263"/>
                  </a:lnTo>
                  <a:lnTo>
                    <a:pt x="1220009" y="1678258"/>
                  </a:lnTo>
                  <a:lnTo>
                    <a:pt x="1220017" y="1678251"/>
                  </a:lnTo>
                  <a:lnTo>
                    <a:pt x="1220035" y="1678237"/>
                  </a:lnTo>
                  <a:lnTo>
                    <a:pt x="1220039" y="1678234"/>
                  </a:lnTo>
                  <a:lnTo>
                    <a:pt x="1220052" y="1678222"/>
                  </a:lnTo>
                  <a:lnTo>
                    <a:pt x="1220069" y="1678209"/>
                  </a:lnTo>
                  <a:lnTo>
                    <a:pt x="1220086" y="1678197"/>
                  </a:lnTo>
                  <a:lnTo>
                    <a:pt x="1220104" y="1678183"/>
                  </a:lnTo>
                  <a:lnTo>
                    <a:pt x="1220138" y="1678152"/>
                  </a:lnTo>
                  <a:lnTo>
                    <a:pt x="1220154" y="1678136"/>
                  </a:lnTo>
                  <a:lnTo>
                    <a:pt x="1220169" y="1678123"/>
                  </a:lnTo>
                  <a:lnTo>
                    <a:pt x="1220186" y="1678109"/>
                  </a:lnTo>
                  <a:lnTo>
                    <a:pt x="1220203" y="1678097"/>
                  </a:lnTo>
                  <a:lnTo>
                    <a:pt x="1220207" y="1678093"/>
                  </a:lnTo>
                  <a:lnTo>
                    <a:pt x="1220221" y="1678086"/>
                  </a:lnTo>
                  <a:lnTo>
                    <a:pt x="1220238" y="1678077"/>
                  </a:lnTo>
                  <a:lnTo>
                    <a:pt x="1220256" y="1678072"/>
                  </a:lnTo>
                  <a:lnTo>
                    <a:pt x="1220273" y="1678069"/>
                  </a:lnTo>
                  <a:lnTo>
                    <a:pt x="1220291" y="1678066"/>
                  </a:lnTo>
                  <a:lnTo>
                    <a:pt x="1220309" y="1678063"/>
                  </a:lnTo>
                  <a:lnTo>
                    <a:pt x="1220326" y="1678060"/>
                  </a:lnTo>
                  <a:lnTo>
                    <a:pt x="1220343" y="1678059"/>
                  </a:lnTo>
                  <a:lnTo>
                    <a:pt x="1220361" y="1678060"/>
                  </a:lnTo>
                  <a:lnTo>
                    <a:pt x="1220378" y="1678056"/>
                  </a:lnTo>
                  <a:lnTo>
                    <a:pt x="1220396" y="1678049"/>
                  </a:lnTo>
                  <a:lnTo>
                    <a:pt x="1220413" y="1678041"/>
                  </a:lnTo>
                  <a:lnTo>
                    <a:pt x="1220466" y="1678019"/>
                  </a:lnTo>
                  <a:lnTo>
                    <a:pt x="1220484" y="1678013"/>
                  </a:lnTo>
                  <a:lnTo>
                    <a:pt x="1220501" y="1678009"/>
                  </a:lnTo>
                  <a:lnTo>
                    <a:pt x="1220519" y="1678002"/>
                  </a:lnTo>
                  <a:lnTo>
                    <a:pt x="1220554" y="1677993"/>
                  </a:lnTo>
                  <a:lnTo>
                    <a:pt x="1220561" y="1677988"/>
                  </a:lnTo>
                  <a:lnTo>
                    <a:pt x="1220571" y="1677984"/>
                  </a:lnTo>
                  <a:lnTo>
                    <a:pt x="1220602" y="1677967"/>
                  </a:lnTo>
                  <a:lnTo>
                    <a:pt x="1220612" y="1677960"/>
                  </a:lnTo>
                  <a:lnTo>
                    <a:pt x="1220617" y="1677954"/>
                  </a:lnTo>
                  <a:lnTo>
                    <a:pt x="1220627" y="1677936"/>
                  </a:lnTo>
                  <a:lnTo>
                    <a:pt x="1220633" y="1677919"/>
                  </a:lnTo>
                  <a:lnTo>
                    <a:pt x="1220638" y="1677898"/>
                  </a:lnTo>
                  <a:lnTo>
                    <a:pt x="1220639" y="1677879"/>
                  </a:lnTo>
                  <a:lnTo>
                    <a:pt x="1220641" y="1677861"/>
                  </a:lnTo>
                  <a:lnTo>
                    <a:pt x="1220641" y="1677844"/>
                  </a:lnTo>
                  <a:lnTo>
                    <a:pt x="1220640" y="1677824"/>
                  </a:lnTo>
                  <a:lnTo>
                    <a:pt x="1220639" y="1677803"/>
                  </a:lnTo>
                  <a:lnTo>
                    <a:pt x="1220637" y="1677787"/>
                  </a:lnTo>
                  <a:lnTo>
                    <a:pt x="1220632" y="1677769"/>
                  </a:lnTo>
                  <a:lnTo>
                    <a:pt x="1220632" y="1677732"/>
                  </a:lnTo>
                  <a:lnTo>
                    <a:pt x="1220631" y="1677713"/>
                  </a:lnTo>
                  <a:lnTo>
                    <a:pt x="1220632" y="1677694"/>
                  </a:lnTo>
                  <a:lnTo>
                    <a:pt x="1220635" y="1677676"/>
                  </a:lnTo>
                  <a:lnTo>
                    <a:pt x="1220636" y="1677657"/>
                  </a:lnTo>
                  <a:lnTo>
                    <a:pt x="1220635" y="1677639"/>
                  </a:lnTo>
                  <a:lnTo>
                    <a:pt x="1220636" y="1677621"/>
                  </a:lnTo>
                  <a:lnTo>
                    <a:pt x="1220636" y="1677584"/>
                  </a:lnTo>
                  <a:lnTo>
                    <a:pt x="1220637" y="1677565"/>
                  </a:lnTo>
                  <a:lnTo>
                    <a:pt x="1220639" y="1677547"/>
                  </a:lnTo>
                  <a:lnTo>
                    <a:pt x="1220640" y="1677528"/>
                  </a:lnTo>
                  <a:lnTo>
                    <a:pt x="1220639" y="1677509"/>
                  </a:lnTo>
                  <a:lnTo>
                    <a:pt x="1220639" y="1677502"/>
                  </a:lnTo>
                  <a:lnTo>
                    <a:pt x="1220640" y="1677491"/>
                  </a:lnTo>
                  <a:lnTo>
                    <a:pt x="1220641" y="1677472"/>
                  </a:lnTo>
                  <a:lnTo>
                    <a:pt x="1220642" y="1677454"/>
                  </a:lnTo>
                  <a:lnTo>
                    <a:pt x="1220645" y="1677417"/>
                  </a:lnTo>
                  <a:lnTo>
                    <a:pt x="1220646" y="1677399"/>
                  </a:lnTo>
                  <a:lnTo>
                    <a:pt x="1220648" y="1677380"/>
                  </a:lnTo>
                  <a:lnTo>
                    <a:pt x="1220648" y="1677343"/>
                  </a:lnTo>
                  <a:lnTo>
                    <a:pt x="1220650" y="1677324"/>
                  </a:lnTo>
                  <a:lnTo>
                    <a:pt x="1220652" y="1677306"/>
                  </a:lnTo>
                  <a:lnTo>
                    <a:pt x="1220653" y="1677288"/>
                  </a:lnTo>
                  <a:lnTo>
                    <a:pt x="1220655" y="1677269"/>
                  </a:lnTo>
                  <a:lnTo>
                    <a:pt x="1220657" y="1677251"/>
                  </a:lnTo>
                  <a:lnTo>
                    <a:pt x="1220654" y="1677232"/>
                  </a:lnTo>
                  <a:lnTo>
                    <a:pt x="1220653" y="1677219"/>
                  </a:lnTo>
                  <a:lnTo>
                    <a:pt x="1220651" y="1677214"/>
                  </a:lnTo>
                  <a:lnTo>
                    <a:pt x="1220639" y="1677195"/>
                  </a:lnTo>
                  <a:lnTo>
                    <a:pt x="1220624" y="1677177"/>
                  </a:lnTo>
                  <a:lnTo>
                    <a:pt x="1220608" y="1677159"/>
                  </a:lnTo>
                  <a:lnTo>
                    <a:pt x="1220594" y="1677141"/>
                  </a:lnTo>
                  <a:lnTo>
                    <a:pt x="1220580" y="1677122"/>
                  </a:lnTo>
                  <a:lnTo>
                    <a:pt x="1220571" y="1677106"/>
                  </a:lnTo>
                  <a:lnTo>
                    <a:pt x="1220563" y="1677087"/>
                  </a:lnTo>
                  <a:lnTo>
                    <a:pt x="1220555" y="1677069"/>
                  </a:lnTo>
                  <a:lnTo>
                    <a:pt x="1220546" y="1677053"/>
                  </a:lnTo>
                  <a:lnTo>
                    <a:pt x="1220541" y="1677048"/>
                  </a:lnTo>
                  <a:lnTo>
                    <a:pt x="1220531" y="1677030"/>
                  </a:lnTo>
                  <a:lnTo>
                    <a:pt x="1220517" y="1677013"/>
                  </a:lnTo>
                  <a:lnTo>
                    <a:pt x="1220501" y="1676997"/>
                  </a:lnTo>
                  <a:lnTo>
                    <a:pt x="1220487" y="1676981"/>
                  </a:lnTo>
                  <a:lnTo>
                    <a:pt x="1220482" y="1676976"/>
                  </a:lnTo>
                  <a:lnTo>
                    <a:pt x="1220474" y="1676962"/>
                  </a:lnTo>
                  <a:lnTo>
                    <a:pt x="1220460" y="1676943"/>
                  </a:lnTo>
                  <a:lnTo>
                    <a:pt x="1220443" y="1676925"/>
                  </a:lnTo>
                  <a:lnTo>
                    <a:pt x="1220428" y="1676907"/>
                  </a:lnTo>
                  <a:lnTo>
                    <a:pt x="1220411" y="1676892"/>
                  </a:lnTo>
                  <a:lnTo>
                    <a:pt x="1220393" y="1676878"/>
                  </a:lnTo>
                  <a:lnTo>
                    <a:pt x="1220387" y="1676871"/>
                  </a:lnTo>
                  <a:lnTo>
                    <a:pt x="1220341" y="1676842"/>
                  </a:lnTo>
                  <a:lnTo>
                    <a:pt x="1220323" y="1676832"/>
                  </a:lnTo>
                  <a:lnTo>
                    <a:pt x="1220306" y="1676821"/>
                  </a:lnTo>
                  <a:lnTo>
                    <a:pt x="1220288" y="1676807"/>
                  </a:lnTo>
                  <a:lnTo>
                    <a:pt x="1220258" y="1676775"/>
                  </a:lnTo>
                  <a:lnTo>
                    <a:pt x="1220244" y="1676759"/>
                  </a:lnTo>
                  <a:lnTo>
                    <a:pt x="1220229" y="1676741"/>
                  </a:lnTo>
                  <a:lnTo>
                    <a:pt x="1220215" y="1676722"/>
                  </a:lnTo>
                  <a:lnTo>
                    <a:pt x="1220202" y="1676704"/>
                  </a:lnTo>
                  <a:lnTo>
                    <a:pt x="1220188" y="1676685"/>
                  </a:lnTo>
                  <a:lnTo>
                    <a:pt x="1220176" y="1676667"/>
                  </a:lnTo>
                  <a:lnTo>
                    <a:pt x="1220166" y="1676648"/>
                  </a:lnTo>
                  <a:lnTo>
                    <a:pt x="1220152" y="1676629"/>
                  </a:lnTo>
                  <a:lnTo>
                    <a:pt x="1220136" y="1676611"/>
                  </a:lnTo>
                  <a:lnTo>
                    <a:pt x="1220123" y="1676597"/>
                  </a:lnTo>
                  <a:lnTo>
                    <a:pt x="1220121" y="1676592"/>
                  </a:lnTo>
                  <a:lnTo>
                    <a:pt x="1220106" y="1676574"/>
                  </a:lnTo>
                  <a:lnTo>
                    <a:pt x="1220094" y="1676555"/>
                  </a:lnTo>
                  <a:lnTo>
                    <a:pt x="1220084" y="1676537"/>
                  </a:lnTo>
                  <a:lnTo>
                    <a:pt x="1220075" y="1676518"/>
                  </a:lnTo>
                  <a:lnTo>
                    <a:pt x="1220060" y="1676500"/>
                  </a:lnTo>
                  <a:lnTo>
                    <a:pt x="1220042" y="1676484"/>
                  </a:lnTo>
                  <a:lnTo>
                    <a:pt x="1220026" y="1676469"/>
                  </a:lnTo>
                  <a:lnTo>
                    <a:pt x="1220009" y="1676454"/>
                  </a:lnTo>
                  <a:lnTo>
                    <a:pt x="1219992" y="1676436"/>
                  </a:lnTo>
                  <a:lnTo>
                    <a:pt x="1219978" y="1676417"/>
                  </a:lnTo>
                  <a:lnTo>
                    <a:pt x="1219962" y="1676404"/>
                  </a:lnTo>
                  <a:lnTo>
                    <a:pt x="1219950" y="1676391"/>
                  </a:lnTo>
                  <a:lnTo>
                    <a:pt x="1219946" y="1676389"/>
                  </a:lnTo>
                  <a:lnTo>
                    <a:pt x="1219928" y="1676379"/>
                  </a:lnTo>
                  <a:lnTo>
                    <a:pt x="1219910" y="1676370"/>
                  </a:lnTo>
                  <a:lnTo>
                    <a:pt x="1219893" y="1676363"/>
                  </a:lnTo>
                  <a:lnTo>
                    <a:pt x="1219858" y="1676345"/>
                  </a:lnTo>
                  <a:lnTo>
                    <a:pt x="1219841" y="1676338"/>
                  </a:lnTo>
                  <a:lnTo>
                    <a:pt x="1219834" y="1676333"/>
                  </a:lnTo>
                  <a:lnTo>
                    <a:pt x="1219814" y="1676326"/>
                  </a:lnTo>
                  <a:lnTo>
                    <a:pt x="1219806" y="1676319"/>
                  </a:lnTo>
                  <a:lnTo>
                    <a:pt x="1219788" y="1676306"/>
                  </a:lnTo>
                  <a:lnTo>
                    <a:pt x="1219771" y="1676288"/>
                  </a:lnTo>
                  <a:lnTo>
                    <a:pt x="1219753" y="1676271"/>
                  </a:lnTo>
                  <a:lnTo>
                    <a:pt x="1219745" y="1676261"/>
                  </a:lnTo>
                  <a:lnTo>
                    <a:pt x="1219737" y="1676255"/>
                  </a:lnTo>
                  <a:lnTo>
                    <a:pt x="1219719" y="1676238"/>
                  </a:lnTo>
                  <a:lnTo>
                    <a:pt x="1219703" y="1676224"/>
                  </a:lnTo>
                  <a:lnTo>
                    <a:pt x="1219685" y="1676210"/>
                  </a:lnTo>
                  <a:lnTo>
                    <a:pt x="1219668" y="1676200"/>
                  </a:lnTo>
                  <a:lnTo>
                    <a:pt x="1219650" y="1676191"/>
                  </a:lnTo>
                  <a:lnTo>
                    <a:pt x="1219633" y="1676184"/>
                  </a:lnTo>
                  <a:lnTo>
                    <a:pt x="1219616" y="1676173"/>
                  </a:lnTo>
                  <a:lnTo>
                    <a:pt x="1219598" y="1676164"/>
                  </a:lnTo>
                  <a:lnTo>
                    <a:pt x="1219582" y="1676156"/>
                  </a:lnTo>
                  <a:lnTo>
                    <a:pt x="1219565" y="1676144"/>
                  </a:lnTo>
                  <a:lnTo>
                    <a:pt x="1219545" y="1676130"/>
                  </a:lnTo>
                  <a:lnTo>
                    <a:pt x="1219532" y="1676123"/>
                  </a:lnTo>
                  <a:lnTo>
                    <a:pt x="1219528" y="1676118"/>
                  </a:lnTo>
                  <a:lnTo>
                    <a:pt x="1219510" y="1676107"/>
                  </a:lnTo>
                  <a:lnTo>
                    <a:pt x="1219493" y="1676091"/>
                  </a:lnTo>
                  <a:lnTo>
                    <a:pt x="1219476" y="1676073"/>
                  </a:lnTo>
                  <a:lnTo>
                    <a:pt x="1219463" y="1676056"/>
                  </a:lnTo>
                  <a:lnTo>
                    <a:pt x="1219451" y="1676039"/>
                  </a:lnTo>
                  <a:lnTo>
                    <a:pt x="1219441" y="1676023"/>
                  </a:lnTo>
                  <a:lnTo>
                    <a:pt x="1219434" y="1676012"/>
                  </a:lnTo>
                  <a:lnTo>
                    <a:pt x="1219429" y="1676004"/>
                  </a:lnTo>
                  <a:lnTo>
                    <a:pt x="1219424" y="1675998"/>
                  </a:lnTo>
                  <a:lnTo>
                    <a:pt x="1219417" y="1675985"/>
                  </a:lnTo>
                  <a:lnTo>
                    <a:pt x="1219407" y="1675966"/>
                  </a:lnTo>
                  <a:lnTo>
                    <a:pt x="1219398" y="1675947"/>
                  </a:lnTo>
                  <a:lnTo>
                    <a:pt x="1219389" y="1675929"/>
                  </a:lnTo>
                  <a:lnTo>
                    <a:pt x="1219379" y="1675910"/>
                  </a:lnTo>
                  <a:lnTo>
                    <a:pt x="1219370" y="1675899"/>
                  </a:lnTo>
                  <a:lnTo>
                    <a:pt x="1219368" y="1675892"/>
                  </a:lnTo>
                  <a:lnTo>
                    <a:pt x="1219361" y="1675877"/>
                  </a:lnTo>
                  <a:lnTo>
                    <a:pt x="1219358" y="1675873"/>
                  </a:lnTo>
                  <a:lnTo>
                    <a:pt x="1219348" y="1675855"/>
                  </a:lnTo>
                  <a:lnTo>
                    <a:pt x="1219345" y="1675848"/>
                  </a:lnTo>
                  <a:lnTo>
                    <a:pt x="1219336" y="1675836"/>
                  </a:lnTo>
                  <a:lnTo>
                    <a:pt x="1219326" y="1675824"/>
                  </a:lnTo>
                  <a:lnTo>
                    <a:pt x="1219318" y="1675803"/>
                  </a:lnTo>
                  <a:lnTo>
                    <a:pt x="1219312" y="1675784"/>
                  </a:lnTo>
                  <a:lnTo>
                    <a:pt x="1219309" y="1675766"/>
                  </a:lnTo>
                  <a:lnTo>
                    <a:pt x="1219304" y="1675748"/>
                  </a:lnTo>
                  <a:lnTo>
                    <a:pt x="1219301" y="1675729"/>
                  </a:lnTo>
                  <a:lnTo>
                    <a:pt x="1219299" y="1675711"/>
                  </a:lnTo>
                  <a:lnTo>
                    <a:pt x="1219297" y="1675692"/>
                  </a:lnTo>
                  <a:lnTo>
                    <a:pt x="1219293" y="1675655"/>
                  </a:lnTo>
                  <a:lnTo>
                    <a:pt x="1219293" y="1675636"/>
                  </a:lnTo>
                  <a:lnTo>
                    <a:pt x="1219289" y="1675618"/>
                  </a:lnTo>
                  <a:lnTo>
                    <a:pt x="1219286" y="1675602"/>
                  </a:lnTo>
                  <a:lnTo>
                    <a:pt x="1219286" y="1675544"/>
                  </a:lnTo>
                  <a:lnTo>
                    <a:pt x="1219288" y="1675526"/>
                  </a:lnTo>
                  <a:lnTo>
                    <a:pt x="1219294" y="1675507"/>
                  </a:lnTo>
                  <a:lnTo>
                    <a:pt x="1219297" y="1675500"/>
                  </a:lnTo>
                  <a:lnTo>
                    <a:pt x="1219302" y="1675489"/>
                  </a:lnTo>
                  <a:lnTo>
                    <a:pt x="1219307" y="1675479"/>
                  </a:lnTo>
                  <a:lnTo>
                    <a:pt x="1219312" y="1675471"/>
                  </a:lnTo>
                  <a:lnTo>
                    <a:pt x="1219323" y="1675453"/>
                  </a:lnTo>
                  <a:lnTo>
                    <a:pt x="1219335" y="1675434"/>
                  </a:lnTo>
                  <a:lnTo>
                    <a:pt x="1219348" y="1675413"/>
                  </a:lnTo>
                  <a:lnTo>
                    <a:pt x="1219357" y="1675398"/>
                  </a:lnTo>
                  <a:lnTo>
                    <a:pt x="1219370" y="1675379"/>
                  </a:lnTo>
                  <a:lnTo>
                    <a:pt x="1219377" y="1675364"/>
                  </a:lnTo>
                  <a:lnTo>
                    <a:pt x="1219381" y="1675360"/>
                  </a:lnTo>
                  <a:lnTo>
                    <a:pt x="1219404" y="1675341"/>
                  </a:lnTo>
                  <a:lnTo>
                    <a:pt x="1219422" y="1675327"/>
                  </a:lnTo>
                  <a:lnTo>
                    <a:pt x="1219427" y="1675323"/>
                  </a:lnTo>
                  <a:lnTo>
                    <a:pt x="1219439" y="1675319"/>
                  </a:lnTo>
                  <a:lnTo>
                    <a:pt x="1219457" y="1675310"/>
                  </a:lnTo>
                  <a:lnTo>
                    <a:pt x="1219474" y="1675303"/>
                  </a:lnTo>
                  <a:lnTo>
                    <a:pt x="1219490" y="1675295"/>
                  </a:lnTo>
                  <a:lnTo>
                    <a:pt x="1219509" y="1675288"/>
                  </a:lnTo>
                  <a:lnTo>
                    <a:pt x="1219527" y="1675280"/>
                  </a:lnTo>
                  <a:lnTo>
                    <a:pt x="1219544" y="1675277"/>
                  </a:lnTo>
                  <a:lnTo>
                    <a:pt x="1219562" y="1675272"/>
                  </a:lnTo>
                  <a:lnTo>
                    <a:pt x="1219579" y="1675269"/>
                  </a:lnTo>
                  <a:lnTo>
                    <a:pt x="1219588" y="1675267"/>
                  </a:lnTo>
                  <a:lnTo>
                    <a:pt x="1219597" y="1675267"/>
                  </a:lnTo>
                  <a:lnTo>
                    <a:pt x="1219615" y="1675264"/>
                  </a:lnTo>
                  <a:lnTo>
                    <a:pt x="1219632" y="1675261"/>
                  </a:lnTo>
                  <a:lnTo>
                    <a:pt x="1219650" y="1675256"/>
                  </a:lnTo>
                  <a:lnTo>
                    <a:pt x="1219667" y="1675250"/>
                  </a:lnTo>
                  <a:lnTo>
                    <a:pt x="1219676" y="1675248"/>
                  </a:lnTo>
                  <a:lnTo>
                    <a:pt x="1219685" y="1675243"/>
                  </a:lnTo>
                  <a:lnTo>
                    <a:pt x="1219702" y="1675235"/>
                  </a:lnTo>
                  <a:lnTo>
                    <a:pt x="1219720" y="1675229"/>
                  </a:lnTo>
                  <a:lnTo>
                    <a:pt x="1219737" y="1675222"/>
                  </a:lnTo>
                  <a:lnTo>
                    <a:pt x="1219755" y="1675212"/>
                  </a:lnTo>
                  <a:lnTo>
                    <a:pt x="1219773" y="1675203"/>
                  </a:lnTo>
                  <a:lnTo>
                    <a:pt x="1219790" y="1675194"/>
                  </a:lnTo>
                  <a:lnTo>
                    <a:pt x="1219808" y="1675186"/>
                  </a:lnTo>
                  <a:lnTo>
                    <a:pt x="1219825" y="1675178"/>
                  </a:lnTo>
                  <a:lnTo>
                    <a:pt x="1219842" y="1675173"/>
                  </a:lnTo>
                  <a:lnTo>
                    <a:pt x="1219853" y="1675169"/>
                  </a:lnTo>
                  <a:lnTo>
                    <a:pt x="1219860" y="1675169"/>
                  </a:lnTo>
                  <a:lnTo>
                    <a:pt x="1219877" y="1675164"/>
                  </a:lnTo>
                  <a:lnTo>
                    <a:pt x="1219883" y="1675160"/>
                  </a:lnTo>
                  <a:lnTo>
                    <a:pt x="1219893" y="1675159"/>
                  </a:lnTo>
                  <a:lnTo>
                    <a:pt x="1219912" y="1675158"/>
                  </a:lnTo>
                  <a:lnTo>
                    <a:pt x="1219948" y="1675163"/>
                  </a:lnTo>
                  <a:lnTo>
                    <a:pt x="1219965" y="1675160"/>
                  </a:lnTo>
                  <a:lnTo>
                    <a:pt x="1219983" y="1675159"/>
                  </a:lnTo>
                  <a:lnTo>
                    <a:pt x="1219998" y="1675156"/>
                  </a:lnTo>
                  <a:lnTo>
                    <a:pt x="1220018" y="1675151"/>
                  </a:lnTo>
                  <a:lnTo>
                    <a:pt x="1220035" y="1675144"/>
                  </a:lnTo>
                  <a:lnTo>
                    <a:pt x="1220053" y="1675132"/>
                  </a:lnTo>
                  <a:lnTo>
                    <a:pt x="1220070" y="1675129"/>
                  </a:lnTo>
                  <a:lnTo>
                    <a:pt x="1220088" y="1675128"/>
                  </a:lnTo>
                  <a:lnTo>
                    <a:pt x="1220123" y="1675123"/>
                  </a:lnTo>
                  <a:lnTo>
                    <a:pt x="1220141" y="1675117"/>
                  </a:lnTo>
                  <a:lnTo>
                    <a:pt x="1220158" y="1675109"/>
                  </a:lnTo>
                  <a:lnTo>
                    <a:pt x="1220174" y="1675102"/>
                  </a:lnTo>
                  <a:lnTo>
                    <a:pt x="1220193" y="1675101"/>
                  </a:lnTo>
                  <a:lnTo>
                    <a:pt x="1220201" y="1675099"/>
                  </a:lnTo>
                  <a:lnTo>
                    <a:pt x="1220211" y="1675102"/>
                  </a:lnTo>
                  <a:lnTo>
                    <a:pt x="1220228" y="1675105"/>
                  </a:lnTo>
                  <a:lnTo>
                    <a:pt x="1220245" y="1675110"/>
                  </a:lnTo>
                  <a:lnTo>
                    <a:pt x="1220263" y="1675114"/>
                  </a:lnTo>
                  <a:lnTo>
                    <a:pt x="1220280" y="1675118"/>
                  </a:lnTo>
                  <a:lnTo>
                    <a:pt x="1220289" y="1675118"/>
                  </a:lnTo>
                  <a:lnTo>
                    <a:pt x="1220298" y="1675122"/>
                  </a:lnTo>
                  <a:lnTo>
                    <a:pt x="1220308" y="1675122"/>
                  </a:lnTo>
                  <a:lnTo>
                    <a:pt x="1220316" y="1675124"/>
                  </a:lnTo>
                  <a:lnTo>
                    <a:pt x="1220333" y="1675127"/>
                  </a:lnTo>
                  <a:lnTo>
                    <a:pt x="1220345" y="1675127"/>
                  </a:lnTo>
                  <a:lnTo>
                    <a:pt x="1220351" y="1675124"/>
                  </a:lnTo>
                  <a:lnTo>
                    <a:pt x="1220368" y="1675121"/>
                  </a:lnTo>
                  <a:lnTo>
                    <a:pt x="1220386" y="1675113"/>
                  </a:lnTo>
                  <a:lnTo>
                    <a:pt x="1220403" y="1675102"/>
                  </a:lnTo>
                  <a:lnTo>
                    <a:pt x="1220418" y="1675091"/>
                  </a:lnTo>
                  <a:lnTo>
                    <a:pt x="1220436" y="1675080"/>
                  </a:lnTo>
                  <a:lnTo>
                    <a:pt x="1220451" y="1675071"/>
                  </a:lnTo>
                  <a:lnTo>
                    <a:pt x="1220471" y="1675062"/>
                  </a:lnTo>
                  <a:lnTo>
                    <a:pt x="1220489" y="1675054"/>
                  </a:lnTo>
                  <a:lnTo>
                    <a:pt x="1220506" y="1675048"/>
                  </a:lnTo>
                  <a:lnTo>
                    <a:pt x="1220524" y="1675041"/>
                  </a:lnTo>
                  <a:lnTo>
                    <a:pt x="1220541" y="1675032"/>
                  </a:lnTo>
                  <a:lnTo>
                    <a:pt x="1220559" y="1675025"/>
                  </a:lnTo>
                  <a:lnTo>
                    <a:pt x="1220568" y="1675020"/>
                  </a:lnTo>
                  <a:lnTo>
                    <a:pt x="1220576" y="1675019"/>
                  </a:lnTo>
                  <a:lnTo>
                    <a:pt x="1220585" y="1675017"/>
                  </a:lnTo>
                  <a:lnTo>
                    <a:pt x="1220594" y="1675011"/>
                  </a:lnTo>
                  <a:lnTo>
                    <a:pt x="1220611" y="1675005"/>
                  </a:lnTo>
                  <a:lnTo>
                    <a:pt x="1220629" y="1674999"/>
                  </a:lnTo>
                  <a:lnTo>
                    <a:pt x="1220646" y="1674994"/>
                  </a:lnTo>
                  <a:lnTo>
                    <a:pt x="1220676" y="1674988"/>
                  </a:lnTo>
                  <a:lnTo>
                    <a:pt x="1220682" y="1674985"/>
                  </a:lnTo>
                  <a:lnTo>
                    <a:pt x="1220734" y="1674966"/>
                  </a:lnTo>
                  <a:lnTo>
                    <a:pt x="1220745" y="1674961"/>
                  </a:lnTo>
                  <a:lnTo>
                    <a:pt x="1220750" y="1674957"/>
                  </a:lnTo>
                  <a:lnTo>
                    <a:pt x="1220767" y="1674950"/>
                  </a:lnTo>
                  <a:lnTo>
                    <a:pt x="1220787" y="1674942"/>
                  </a:lnTo>
                  <a:lnTo>
                    <a:pt x="1220804" y="1674933"/>
                  </a:lnTo>
                  <a:lnTo>
                    <a:pt x="1220822" y="1674922"/>
                  </a:lnTo>
                  <a:lnTo>
                    <a:pt x="1220837" y="1674914"/>
                  </a:lnTo>
                  <a:lnTo>
                    <a:pt x="1220864" y="1674892"/>
                  </a:lnTo>
                  <a:lnTo>
                    <a:pt x="1220870" y="1674886"/>
                  </a:lnTo>
                  <a:lnTo>
                    <a:pt x="1220897" y="1674863"/>
                  </a:lnTo>
                  <a:lnTo>
                    <a:pt x="1220899" y="1674858"/>
                  </a:lnTo>
                  <a:lnTo>
                    <a:pt x="1220925" y="1674821"/>
                  </a:lnTo>
                  <a:lnTo>
                    <a:pt x="1220936" y="1674803"/>
                  </a:lnTo>
                  <a:lnTo>
                    <a:pt x="1220939" y="1674796"/>
                  </a:lnTo>
                  <a:lnTo>
                    <a:pt x="1220960" y="1674767"/>
                  </a:lnTo>
                  <a:lnTo>
                    <a:pt x="1220973" y="1674748"/>
                  </a:lnTo>
                  <a:lnTo>
                    <a:pt x="1220990" y="1674731"/>
                  </a:lnTo>
                  <a:lnTo>
                    <a:pt x="1221008" y="1674721"/>
                  </a:lnTo>
                  <a:lnTo>
                    <a:pt x="1221025" y="1674715"/>
                  </a:lnTo>
                  <a:lnTo>
                    <a:pt x="1221043" y="1674709"/>
                  </a:lnTo>
                  <a:lnTo>
                    <a:pt x="1221061" y="1674704"/>
                  </a:lnTo>
                  <a:lnTo>
                    <a:pt x="1221078" y="1674699"/>
                  </a:lnTo>
                  <a:lnTo>
                    <a:pt x="1221096" y="1674687"/>
                  </a:lnTo>
                  <a:lnTo>
                    <a:pt x="1221109" y="1674669"/>
                  </a:lnTo>
                  <a:lnTo>
                    <a:pt x="1221125" y="1674652"/>
                  </a:lnTo>
                  <a:lnTo>
                    <a:pt x="1221142" y="1674635"/>
                  </a:lnTo>
                  <a:lnTo>
                    <a:pt x="1221160" y="1674621"/>
                  </a:lnTo>
                  <a:lnTo>
                    <a:pt x="1221178" y="1674608"/>
                  </a:lnTo>
                  <a:lnTo>
                    <a:pt x="1221192" y="1674594"/>
                  </a:lnTo>
                  <a:lnTo>
                    <a:pt x="1221229" y="1674571"/>
                  </a:lnTo>
                  <a:lnTo>
                    <a:pt x="1221246" y="1674559"/>
                  </a:lnTo>
                  <a:lnTo>
                    <a:pt x="1221264" y="1674544"/>
                  </a:lnTo>
                  <a:lnTo>
                    <a:pt x="1221282" y="1674530"/>
                  </a:lnTo>
                  <a:lnTo>
                    <a:pt x="1221290" y="1674522"/>
                  </a:lnTo>
                  <a:lnTo>
                    <a:pt x="1221298" y="1674517"/>
                  </a:lnTo>
                  <a:lnTo>
                    <a:pt x="1221315" y="1674500"/>
                  </a:lnTo>
                  <a:lnTo>
                    <a:pt x="1221333" y="1674482"/>
                  </a:lnTo>
                  <a:lnTo>
                    <a:pt x="1221349" y="1674466"/>
                  </a:lnTo>
                  <a:lnTo>
                    <a:pt x="1221366" y="1674448"/>
                  </a:lnTo>
                  <a:lnTo>
                    <a:pt x="1221382" y="1674437"/>
                  </a:lnTo>
                  <a:lnTo>
                    <a:pt x="1221400" y="1674427"/>
                  </a:lnTo>
                  <a:lnTo>
                    <a:pt x="1221417" y="1674421"/>
                  </a:lnTo>
                  <a:lnTo>
                    <a:pt x="1221449" y="1674407"/>
                  </a:lnTo>
                  <a:lnTo>
                    <a:pt x="1221460" y="1674403"/>
                  </a:lnTo>
                  <a:lnTo>
                    <a:pt x="1221466" y="1674399"/>
                  </a:lnTo>
                  <a:lnTo>
                    <a:pt x="1221484" y="1674389"/>
                  </a:lnTo>
                  <a:lnTo>
                    <a:pt x="1221501" y="1674378"/>
                  </a:lnTo>
                  <a:lnTo>
                    <a:pt x="1221513" y="1674373"/>
                  </a:lnTo>
                  <a:lnTo>
                    <a:pt x="1221519" y="1674368"/>
                  </a:lnTo>
                  <a:lnTo>
                    <a:pt x="1221536" y="1674357"/>
                  </a:lnTo>
                  <a:lnTo>
                    <a:pt x="1221554" y="1674345"/>
                  </a:lnTo>
                  <a:lnTo>
                    <a:pt x="1221570" y="1674335"/>
                  </a:lnTo>
                  <a:lnTo>
                    <a:pt x="1221583" y="1674322"/>
                  </a:lnTo>
                  <a:lnTo>
                    <a:pt x="1221586" y="1674316"/>
                  </a:lnTo>
                  <a:lnTo>
                    <a:pt x="1221597" y="1674298"/>
                  </a:lnTo>
                  <a:lnTo>
                    <a:pt x="1221612" y="1674281"/>
                  </a:lnTo>
                  <a:lnTo>
                    <a:pt x="1221625" y="1674263"/>
                  </a:lnTo>
                  <a:lnTo>
                    <a:pt x="1221628" y="1674256"/>
                  </a:lnTo>
                  <a:lnTo>
                    <a:pt x="1221637" y="1674244"/>
                  </a:lnTo>
                  <a:lnTo>
                    <a:pt x="1221651" y="1674225"/>
                  </a:lnTo>
                  <a:lnTo>
                    <a:pt x="1221666" y="1674207"/>
                  </a:lnTo>
                  <a:lnTo>
                    <a:pt x="1221676" y="1674197"/>
                  </a:lnTo>
                  <a:lnTo>
                    <a:pt x="1221683" y="1674193"/>
                  </a:lnTo>
                  <a:lnTo>
                    <a:pt x="1221700" y="1674179"/>
                  </a:lnTo>
                  <a:lnTo>
                    <a:pt x="1221717" y="1674163"/>
                  </a:lnTo>
                  <a:lnTo>
                    <a:pt x="1221731" y="1674145"/>
                  </a:lnTo>
                  <a:lnTo>
                    <a:pt x="1221740" y="1674133"/>
                  </a:lnTo>
                  <a:lnTo>
                    <a:pt x="1221742" y="1674127"/>
                  </a:lnTo>
                  <a:lnTo>
                    <a:pt x="1221755" y="1674109"/>
                  </a:lnTo>
                  <a:lnTo>
                    <a:pt x="1221766" y="1674091"/>
                  </a:lnTo>
                  <a:lnTo>
                    <a:pt x="1221787" y="1674053"/>
                  </a:lnTo>
                  <a:lnTo>
                    <a:pt x="1221800" y="1674035"/>
                  </a:lnTo>
                  <a:lnTo>
                    <a:pt x="1221811" y="1674016"/>
                  </a:lnTo>
                  <a:lnTo>
                    <a:pt x="1221818" y="1674005"/>
                  </a:lnTo>
                  <a:lnTo>
                    <a:pt x="1221822" y="1673996"/>
                  </a:lnTo>
                  <a:lnTo>
                    <a:pt x="1221831" y="1673979"/>
                  </a:lnTo>
                  <a:lnTo>
                    <a:pt x="1221846" y="1673960"/>
                  </a:lnTo>
                  <a:lnTo>
                    <a:pt x="1221859" y="1673945"/>
                  </a:lnTo>
                  <a:lnTo>
                    <a:pt x="1221875" y="1673928"/>
                  </a:lnTo>
                  <a:lnTo>
                    <a:pt x="1221890" y="1673909"/>
                  </a:lnTo>
                  <a:lnTo>
                    <a:pt x="1221901" y="1673891"/>
                  </a:lnTo>
                  <a:lnTo>
                    <a:pt x="1221906" y="1673883"/>
                  </a:lnTo>
                  <a:lnTo>
                    <a:pt x="1221909" y="1673872"/>
                  </a:lnTo>
                  <a:lnTo>
                    <a:pt x="1221918" y="1673854"/>
                  </a:lnTo>
                  <a:lnTo>
                    <a:pt x="1221923" y="1673842"/>
                  </a:lnTo>
                  <a:lnTo>
                    <a:pt x="1221927" y="1673835"/>
                  </a:lnTo>
                  <a:lnTo>
                    <a:pt x="1221933" y="1673817"/>
                  </a:lnTo>
                  <a:lnTo>
                    <a:pt x="1221941" y="1673798"/>
                  </a:lnTo>
                  <a:lnTo>
                    <a:pt x="1221945" y="1673780"/>
                  </a:lnTo>
                  <a:lnTo>
                    <a:pt x="1221958" y="1673761"/>
                  </a:lnTo>
                  <a:lnTo>
                    <a:pt x="1221985" y="1673725"/>
                  </a:lnTo>
                  <a:lnTo>
                    <a:pt x="1222002" y="1673709"/>
                  </a:lnTo>
                  <a:lnTo>
                    <a:pt x="1222019" y="1673690"/>
                  </a:lnTo>
                  <a:lnTo>
                    <a:pt x="1222033" y="1673674"/>
                  </a:lnTo>
                  <a:lnTo>
                    <a:pt x="1222041" y="1673665"/>
                  </a:lnTo>
                  <a:lnTo>
                    <a:pt x="1222047" y="1673655"/>
                  </a:lnTo>
                  <a:lnTo>
                    <a:pt x="1222060" y="1673637"/>
                  </a:lnTo>
                  <a:lnTo>
                    <a:pt x="1222074" y="1673617"/>
                  </a:lnTo>
                  <a:lnTo>
                    <a:pt x="1222080" y="1673610"/>
                  </a:lnTo>
                  <a:lnTo>
                    <a:pt x="1222085" y="1673601"/>
                  </a:lnTo>
                  <a:lnTo>
                    <a:pt x="1222095" y="1673583"/>
                  </a:lnTo>
                  <a:lnTo>
                    <a:pt x="1222102" y="1673569"/>
                  </a:lnTo>
                  <a:lnTo>
                    <a:pt x="1222107" y="1673564"/>
                  </a:lnTo>
                  <a:lnTo>
                    <a:pt x="1222118" y="1673546"/>
                  </a:lnTo>
                  <a:lnTo>
                    <a:pt x="1222133" y="1673527"/>
                  </a:lnTo>
                  <a:lnTo>
                    <a:pt x="1222137" y="1673519"/>
                  </a:lnTo>
                  <a:lnTo>
                    <a:pt x="1222140" y="1673509"/>
                  </a:lnTo>
                  <a:lnTo>
                    <a:pt x="1222142" y="1673490"/>
                  </a:lnTo>
                  <a:lnTo>
                    <a:pt x="1222142" y="1673477"/>
                  </a:lnTo>
                  <a:lnTo>
                    <a:pt x="1222140" y="1673472"/>
                  </a:lnTo>
                  <a:lnTo>
                    <a:pt x="1222135" y="1673453"/>
                  </a:lnTo>
                  <a:lnTo>
                    <a:pt x="1222132" y="1673435"/>
                  </a:lnTo>
                  <a:lnTo>
                    <a:pt x="1222126" y="1673419"/>
                  </a:lnTo>
                  <a:lnTo>
                    <a:pt x="1222121" y="1673408"/>
                  </a:lnTo>
                  <a:lnTo>
                    <a:pt x="1222119" y="1673398"/>
                  </a:lnTo>
                  <a:lnTo>
                    <a:pt x="1222118" y="1673379"/>
                  </a:lnTo>
                  <a:lnTo>
                    <a:pt x="1222119" y="1673361"/>
                  </a:lnTo>
                  <a:lnTo>
                    <a:pt x="1222116" y="1673342"/>
                  </a:lnTo>
                  <a:lnTo>
                    <a:pt x="1222112" y="1673323"/>
                  </a:lnTo>
                  <a:lnTo>
                    <a:pt x="1222110" y="1673305"/>
                  </a:lnTo>
                  <a:lnTo>
                    <a:pt x="1222112" y="1673287"/>
                  </a:lnTo>
                  <a:lnTo>
                    <a:pt x="1222113" y="1673273"/>
                  </a:lnTo>
                  <a:lnTo>
                    <a:pt x="1222116" y="1673268"/>
                  </a:lnTo>
                  <a:lnTo>
                    <a:pt x="1222126" y="1673237"/>
                  </a:lnTo>
                  <a:lnTo>
                    <a:pt x="1222130" y="1673232"/>
                  </a:lnTo>
                  <a:lnTo>
                    <a:pt x="1222138" y="1673212"/>
                  </a:lnTo>
                  <a:lnTo>
                    <a:pt x="1222144" y="1673194"/>
                  </a:lnTo>
                  <a:lnTo>
                    <a:pt x="1222171" y="1673139"/>
                  </a:lnTo>
                  <a:lnTo>
                    <a:pt x="1222192" y="1673084"/>
                  </a:lnTo>
                  <a:lnTo>
                    <a:pt x="1222199" y="1673065"/>
                  </a:lnTo>
                  <a:lnTo>
                    <a:pt x="1222209" y="1673047"/>
                  </a:lnTo>
                  <a:lnTo>
                    <a:pt x="1222213" y="1673033"/>
                  </a:lnTo>
                  <a:lnTo>
                    <a:pt x="1222217" y="1673028"/>
                  </a:lnTo>
                  <a:lnTo>
                    <a:pt x="1222225" y="1673020"/>
                  </a:lnTo>
                  <a:lnTo>
                    <a:pt x="1222234" y="1673013"/>
                  </a:lnTo>
                  <a:lnTo>
                    <a:pt x="1222252" y="1673001"/>
                  </a:lnTo>
                  <a:lnTo>
                    <a:pt x="1222269" y="1672986"/>
                  </a:lnTo>
                  <a:lnTo>
                    <a:pt x="1222285" y="1672974"/>
                  </a:lnTo>
                  <a:lnTo>
                    <a:pt x="1222301" y="1672959"/>
                  </a:lnTo>
                  <a:lnTo>
                    <a:pt x="1222319" y="1672947"/>
                  </a:lnTo>
                  <a:lnTo>
                    <a:pt x="1222336" y="1672938"/>
                  </a:lnTo>
                  <a:lnTo>
                    <a:pt x="1222354" y="1672931"/>
                  </a:lnTo>
                  <a:lnTo>
                    <a:pt x="1222371" y="1672925"/>
                  </a:lnTo>
                  <a:lnTo>
                    <a:pt x="1222424" y="1672910"/>
                  </a:lnTo>
                  <a:lnTo>
                    <a:pt x="1222433" y="1672908"/>
                  </a:lnTo>
                  <a:lnTo>
                    <a:pt x="1222441" y="1672903"/>
                  </a:lnTo>
                  <a:lnTo>
                    <a:pt x="1222461" y="1672894"/>
                  </a:lnTo>
                  <a:lnTo>
                    <a:pt x="1222476" y="1672887"/>
                  </a:lnTo>
                  <a:lnTo>
                    <a:pt x="1222487" y="1672883"/>
                  </a:lnTo>
                  <a:lnTo>
                    <a:pt x="1222494" y="1672883"/>
                  </a:lnTo>
                  <a:lnTo>
                    <a:pt x="1222512" y="1672879"/>
                  </a:lnTo>
                  <a:lnTo>
                    <a:pt x="1222529" y="1672875"/>
                  </a:lnTo>
                  <a:lnTo>
                    <a:pt x="1222547" y="1672870"/>
                  </a:lnTo>
                  <a:lnTo>
                    <a:pt x="1222564" y="1672863"/>
                  </a:lnTo>
                  <a:lnTo>
                    <a:pt x="1222593" y="1672844"/>
                  </a:lnTo>
                  <a:lnTo>
                    <a:pt x="1222599" y="1672838"/>
                  </a:lnTo>
                  <a:lnTo>
                    <a:pt x="1222617" y="1672824"/>
                  </a:lnTo>
                  <a:lnTo>
                    <a:pt x="1222634" y="1672813"/>
                  </a:lnTo>
                  <a:lnTo>
                    <a:pt x="1222652" y="1672807"/>
                  </a:lnTo>
                  <a:lnTo>
                    <a:pt x="1222670" y="1672804"/>
                  </a:lnTo>
                  <a:lnTo>
                    <a:pt x="1222687" y="1672801"/>
                  </a:lnTo>
                  <a:lnTo>
                    <a:pt x="1222705" y="1672801"/>
                  </a:lnTo>
                  <a:lnTo>
                    <a:pt x="1222716" y="1672800"/>
                  </a:lnTo>
                  <a:lnTo>
                    <a:pt x="1222722" y="1672801"/>
                  </a:lnTo>
                  <a:lnTo>
                    <a:pt x="1222740" y="1672804"/>
                  </a:lnTo>
                  <a:lnTo>
                    <a:pt x="1222757" y="1672804"/>
                  </a:lnTo>
                  <a:lnTo>
                    <a:pt x="1222766" y="1672805"/>
                  </a:lnTo>
                  <a:lnTo>
                    <a:pt x="1222775" y="1672802"/>
                  </a:lnTo>
                  <a:lnTo>
                    <a:pt x="1222785" y="1672802"/>
                  </a:lnTo>
                  <a:lnTo>
                    <a:pt x="1222792" y="1672800"/>
                  </a:lnTo>
                  <a:lnTo>
                    <a:pt x="1222809" y="1672795"/>
                  </a:lnTo>
                  <a:lnTo>
                    <a:pt x="1222827" y="1672787"/>
                  </a:lnTo>
                  <a:lnTo>
                    <a:pt x="1222834" y="1672787"/>
                  </a:lnTo>
                  <a:lnTo>
                    <a:pt x="1222845" y="1672783"/>
                  </a:lnTo>
                  <a:lnTo>
                    <a:pt x="1222859" y="1672777"/>
                  </a:lnTo>
                  <a:lnTo>
                    <a:pt x="1222862" y="1672773"/>
                  </a:lnTo>
                  <a:lnTo>
                    <a:pt x="1222882" y="1672763"/>
                  </a:lnTo>
                  <a:lnTo>
                    <a:pt x="1222897" y="1672759"/>
                  </a:lnTo>
                  <a:lnTo>
                    <a:pt x="1222915" y="1672748"/>
                  </a:lnTo>
                  <a:lnTo>
                    <a:pt x="1222932" y="1672738"/>
                  </a:lnTo>
                  <a:lnTo>
                    <a:pt x="1222950" y="1672725"/>
                  </a:lnTo>
                  <a:lnTo>
                    <a:pt x="1222967" y="1672712"/>
                  </a:lnTo>
                  <a:lnTo>
                    <a:pt x="1222985" y="1672700"/>
                  </a:lnTo>
                  <a:lnTo>
                    <a:pt x="1222996" y="1672691"/>
                  </a:lnTo>
                  <a:lnTo>
                    <a:pt x="1223002" y="1672687"/>
                  </a:lnTo>
                  <a:lnTo>
                    <a:pt x="1223020" y="1672677"/>
                  </a:lnTo>
                  <a:lnTo>
                    <a:pt x="1223030" y="1672673"/>
                  </a:lnTo>
                  <a:lnTo>
                    <a:pt x="1223038" y="1672668"/>
                  </a:lnTo>
                  <a:lnTo>
                    <a:pt x="1223055" y="1672653"/>
                  </a:lnTo>
                  <a:lnTo>
                    <a:pt x="1223073" y="1672640"/>
                  </a:lnTo>
                  <a:lnTo>
                    <a:pt x="1223088" y="1672625"/>
                  </a:lnTo>
                  <a:lnTo>
                    <a:pt x="1223104" y="1672611"/>
                  </a:lnTo>
                  <a:lnTo>
                    <a:pt x="1223122" y="1672599"/>
                  </a:lnTo>
                  <a:lnTo>
                    <a:pt x="1223140" y="1672588"/>
                  </a:lnTo>
                  <a:lnTo>
                    <a:pt x="1223151" y="1672581"/>
                  </a:lnTo>
                  <a:lnTo>
                    <a:pt x="1223157" y="1672578"/>
                  </a:lnTo>
                  <a:lnTo>
                    <a:pt x="1223175" y="1672573"/>
                  </a:lnTo>
                  <a:lnTo>
                    <a:pt x="1223192" y="1672566"/>
                  </a:lnTo>
                  <a:lnTo>
                    <a:pt x="1223203" y="1672562"/>
                  </a:lnTo>
                  <a:lnTo>
                    <a:pt x="1223210" y="1672557"/>
                  </a:lnTo>
                  <a:lnTo>
                    <a:pt x="1223236" y="1672546"/>
                  </a:lnTo>
                  <a:lnTo>
                    <a:pt x="1223245" y="1672540"/>
                  </a:lnTo>
                  <a:lnTo>
                    <a:pt x="1223274" y="1672521"/>
                  </a:lnTo>
                  <a:lnTo>
                    <a:pt x="1223296" y="1672498"/>
                  </a:lnTo>
                  <a:lnTo>
                    <a:pt x="1223311" y="1672481"/>
                  </a:lnTo>
                  <a:lnTo>
                    <a:pt x="1223321" y="1672462"/>
                  </a:lnTo>
                  <a:lnTo>
                    <a:pt x="1223338" y="1672420"/>
                  </a:lnTo>
                  <a:lnTo>
                    <a:pt x="1223347" y="1672399"/>
                  </a:lnTo>
                  <a:lnTo>
                    <a:pt x="1223354" y="1672381"/>
                  </a:lnTo>
                  <a:lnTo>
                    <a:pt x="1223359" y="1672362"/>
                  </a:lnTo>
                  <a:lnTo>
                    <a:pt x="1223362" y="1672344"/>
                  </a:lnTo>
                  <a:lnTo>
                    <a:pt x="1223364" y="1672326"/>
                  </a:lnTo>
                  <a:lnTo>
                    <a:pt x="1223368" y="1672309"/>
                  </a:lnTo>
                  <a:lnTo>
                    <a:pt x="1223376" y="1672288"/>
                  </a:lnTo>
                  <a:lnTo>
                    <a:pt x="1223385" y="1672270"/>
                  </a:lnTo>
                  <a:lnTo>
                    <a:pt x="1223390" y="1672255"/>
                  </a:lnTo>
                  <a:lnTo>
                    <a:pt x="1223394" y="1672251"/>
                  </a:lnTo>
                  <a:lnTo>
                    <a:pt x="1223405" y="1672233"/>
                  </a:lnTo>
                  <a:lnTo>
                    <a:pt x="1223416" y="1672215"/>
                  </a:lnTo>
                  <a:lnTo>
                    <a:pt x="1223428" y="1672196"/>
                  </a:lnTo>
                  <a:lnTo>
                    <a:pt x="1223442" y="1672178"/>
                  </a:lnTo>
                  <a:lnTo>
                    <a:pt x="1223457" y="1672159"/>
                  </a:lnTo>
                  <a:lnTo>
                    <a:pt x="1223483" y="1672131"/>
                  </a:lnTo>
                  <a:lnTo>
                    <a:pt x="1223488" y="1672125"/>
                  </a:lnTo>
                  <a:lnTo>
                    <a:pt x="1223490" y="1672120"/>
                  </a:lnTo>
                  <a:lnTo>
                    <a:pt x="1223501" y="1672109"/>
                  </a:lnTo>
                  <a:lnTo>
                    <a:pt x="1223517" y="1672090"/>
                  </a:lnTo>
                  <a:lnTo>
                    <a:pt x="1223526" y="1672081"/>
                  </a:lnTo>
                  <a:lnTo>
                    <a:pt x="1223543" y="1672064"/>
                  </a:lnTo>
                  <a:lnTo>
                    <a:pt x="1223560" y="1672048"/>
                  </a:lnTo>
                  <a:lnTo>
                    <a:pt x="1223578" y="1672032"/>
                  </a:lnTo>
                  <a:lnTo>
                    <a:pt x="1223596" y="1672019"/>
                  </a:lnTo>
                  <a:lnTo>
                    <a:pt x="1223613" y="1672009"/>
                  </a:lnTo>
                  <a:lnTo>
                    <a:pt x="1223631" y="1672001"/>
                  </a:lnTo>
                  <a:lnTo>
                    <a:pt x="1223648" y="1671993"/>
                  </a:lnTo>
                  <a:lnTo>
                    <a:pt x="1223666" y="1671981"/>
                  </a:lnTo>
                  <a:lnTo>
                    <a:pt x="1223675" y="1671978"/>
                  </a:lnTo>
                  <a:lnTo>
                    <a:pt x="1223683" y="1671973"/>
                  </a:lnTo>
                  <a:lnTo>
                    <a:pt x="1223701" y="1671962"/>
                  </a:lnTo>
                  <a:lnTo>
                    <a:pt x="1223718" y="1671950"/>
                  </a:lnTo>
                  <a:lnTo>
                    <a:pt x="1223733" y="1671934"/>
                  </a:lnTo>
                  <a:lnTo>
                    <a:pt x="1223741" y="1671927"/>
                  </a:lnTo>
                  <a:lnTo>
                    <a:pt x="1223750" y="1671921"/>
                  </a:lnTo>
                  <a:lnTo>
                    <a:pt x="1223767" y="1671907"/>
                  </a:lnTo>
                  <a:lnTo>
                    <a:pt x="1223784" y="1671891"/>
                  </a:lnTo>
                  <a:lnTo>
                    <a:pt x="1223791" y="1671881"/>
                  </a:lnTo>
                  <a:lnTo>
                    <a:pt x="1223799" y="1671874"/>
                  </a:lnTo>
                  <a:lnTo>
                    <a:pt x="1223815" y="1671857"/>
                  </a:lnTo>
                  <a:lnTo>
                    <a:pt x="1223830" y="1671838"/>
                  </a:lnTo>
                  <a:lnTo>
                    <a:pt x="1223845" y="1671820"/>
                  </a:lnTo>
                  <a:lnTo>
                    <a:pt x="1223856" y="1671802"/>
                  </a:lnTo>
                  <a:lnTo>
                    <a:pt x="1223867" y="1671783"/>
                  </a:lnTo>
                  <a:lnTo>
                    <a:pt x="1223878" y="1671764"/>
                  </a:lnTo>
                  <a:lnTo>
                    <a:pt x="1223886" y="1671746"/>
                  </a:lnTo>
                  <a:lnTo>
                    <a:pt x="1223891" y="1671741"/>
                  </a:lnTo>
                  <a:lnTo>
                    <a:pt x="1223898" y="1671727"/>
                  </a:lnTo>
                  <a:lnTo>
                    <a:pt x="1223907" y="1671711"/>
                  </a:lnTo>
                  <a:lnTo>
                    <a:pt x="1223920" y="1671691"/>
                  </a:lnTo>
                  <a:lnTo>
                    <a:pt x="1223932" y="1671672"/>
                  </a:lnTo>
                  <a:lnTo>
                    <a:pt x="1223940" y="1671654"/>
                  </a:lnTo>
                  <a:lnTo>
                    <a:pt x="1223949" y="1671634"/>
                  </a:lnTo>
                  <a:lnTo>
                    <a:pt x="1223960" y="1671617"/>
                  </a:lnTo>
                  <a:lnTo>
                    <a:pt x="1223965" y="1671608"/>
                  </a:lnTo>
                  <a:lnTo>
                    <a:pt x="1223969" y="1671598"/>
                  </a:lnTo>
                  <a:lnTo>
                    <a:pt x="1223973" y="1671593"/>
                  </a:lnTo>
                  <a:lnTo>
                    <a:pt x="1223974" y="1671586"/>
                  </a:lnTo>
                  <a:lnTo>
                    <a:pt x="1223977" y="1671579"/>
                  </a:lnTo>
                  <a:lnTo>
                    <a:pt x="1223984" y="1671561"/>
                  </a:lnTo>
                  <a:lnTo>
                    <a:pt x="1223993" y="1671543"/>
                  </a:lnTo>
                  <a:lnTo>
                    <a:pt x="1224011" y="1671506"/>
                  </a:lnTo>
                  <a:lnTo>
                    <a:pt x="1224013" y="1671499"/>
                  </a:lnTo>
                  <a:lnTo>
                    <a:pt x="1224020" y="1671487"/>
                  </a:lnTo>
                  <a:lnTo>
                    <a:pt x="1224029" y="1671469"/>
                  </a:lnTo>
                  <a:lnTo>
                    <a:pt x="1224037" y="1671450"/>
                  </a:lnTo>
                  <a:lnTo>
                    <a:pt x="1224044" y="1671432"/>
                  </a:lnTo>
                  <a:lnTo>
                    <a:pt x="1224054" y="1671413"/>
                  </a:lnTo>
                  <a:lnTo>
                    <a:pt x="1224059" y="1671406"/>
                  </a:lnTo>
                  <a:lnTo>
                    <a:pt x="1224065" y="1671395"/>
                  </a:lnTo>
                  <a:lnTo>
                    <a:pt x="1224080" y="1671376"/>
                  </a:lnTo>
                  <a:lnTo>
                    <a:pt x="1224111" y="1671349"/>
                  </a:lnTo>
                  <a:lnTo>
                    <a:pt x="1224128" y="1671337"/>
                  </a:lnTo>
                  <a:lnTo>
                    <a:pt x="1224146" y="1671326"/>
                  </a:lnTo>
                  <a:lnTo>
                    <a:pt x="1224164" y="1671314"/>
                  </a:lnTo>
                  <a:lnTo>
                    <a:pt x="1224181" y="1671298"/>
                  </a:lnTo>
                  <a:lnTo>
                    <a:pt x="1224199" y="1671285"/>
                  </a:lnTo>
                  <a:lnTo>
                    <a:pt x="1224215" y="1671269"/>
                  </a:lnTo>
                  <a:lnTo>
                    <a:pt x="1224251" y="1671240"/>
                  </a:lnTo>
                  <a:lnTo>
                    <a:pt x="1224267" y="1671228"/>
                  </a:lnTo>
                  <a:lnTo>
                    <a:pt x="1224286" y="1671218"/>
                  </a:lnTo>
                  <a:lnTo>
                    <a:pt x="1224303" y="1671208"/>
                  </a:lnTo>
                  <a:lnTo>
                    <a:pt x="1224321" y="1671197"/>
                  </a:lnTo>
                  <a:lnTo>
                    <a:pt x="1224338" y="1671187"/>
                  </a:lnTo>
                  <a:lnTo>
                    <a:pt x="1224356" y="1671174"/>
                  </a:lnTo>
                  <a:lnTo>
                    <a:pt x="1224373" y="1671162"/>
                  </a:lnTo>
                  <a:lnTo>
                    <a:pt x="1224384" y="1671154"/>
                  </a:lnTo>
                  <a:lnTo>
                    <a:pt x="1224391" y="1671150"/>
                  </a:lnTo>
                  <a:lnTo>
                    <a:pt x="1224407" y="1671143"/>
                  </a:lnTo>
                  <a:lnTo>
                    <a:pt x="1224426" y="1671132"/>
                  </a:lnTo>
                  <a:lnTo>
                    <a:pt x="1224444" y="1671123"/>
                  </a:lnTo>
                  <a:lnTo>
                    <a:pt x="1224461" y="1671117"/>
                  </a:lnTo>
                  <a:lnTo>
                    <a:pt x="1224476" y="1671108"/>
                  </a:lnTo>
                  <a:lnTo>
                    <a:pt x="1224487" y="1671101"/>
                  </a:lnTo>
                  <a:lnTo>
                    <a:pt x="1224496" y="1671098"/>
                  </a:lnTo>
                  <a:lnTo>
                    <a:pt x="1224514" y="1671088"/>
                  </a:lnTo>
                  <a:lnTo>
                    <a:pt x="1224531" y="1671077"/>
                  </a:lnTo>
                  <a:lnTo>
                    <a:pt x="1224549" y="1671068"/>
                  </a:lnTo>
                  <a:lnTo>
                    <a:pt x="1224566" y="1671058"/>
                  </a:lnTo>
                  <a:lnTo>
                    <a:pt x="1224584" y="1671046"/>
                  </a:lnTo>
                  <a:lnTo>
                    <a:pt x="1224594" y="1671037"/>
                  </a:lnTo>
                  <a:lnTo>
                    <a:pt x="1224607" y="1671016"/>
                  </a:lnTo>
                  <a:lnTo>
                    <a:pt x="1224609" y="1671010"/>
                  </a:lnTo>
                  <a:lnTo>
                    <a:pt x="1224615" y="1671000"/>
                  </a:lnTo>
                  <a:lnTo>
                    <a:pt x="1224619" y="1670994"/>
                  </a:lnTo>
                  <a:lnTo>
                    <a:pt x="1224625" y="1670975"/>
                  </a:lnTo>
                  <a:lnTo>
                    <a:pt x="1224641" y="1670938"/>
                  </a:lnTo>
                  <a:lnTo>
                    <a:pt x="1224650" y="1670919"/>
                  </a:lnTo>
                  <a:lnTo>
                    <a:pt x="1224655" y="1670901"/>
                  </a:lnTo>
                  <a:lnTo>
                    <a:pt x="1224660" y="1670882"/>
                  </a:lnTo>
                  <a:lnTo>
                    <a:pt x="1224660" y="1670875"/>
                  </a:lnTo>
                  <a:lnTo>
                    <a:pt x="1224664" y="1670864"/>
                  </a:lnTo>
                  <a:lnTo>
                    <a:pt x="1224665" y="1670845"/>
                  </a:lnTo>
                  <a:lnTo>
                    <a:pt x="1224672" y="1670827"/>
                  </a:lnTo>
                  <a:lnTo>
                    <a:pt x="1224677" y="1670815"/>
                  </a:lnTo>
                  <a:lnTo>
                    <a:pt x="1224680" y="1670808"/>
                  </a:lnTo>
                  <a:lnTo>
                    <a:pt x="1224689" y="1670790"/>
                  </a:lnTo>
                  <a:lnTo>
                    <a:pt x="1224698" y="1670772"/>
                  </a:lnTo>
                  <a:lnTo>
                    <a:pt x="1224706" y="1670750"/>
                  </a:lnTo>
                  <a:lnTo>
                    <a:pt x="1224719" y="1670716"/>
                  </a:lnTo>
                  <a:lnTo>
                    <a:pt x="1224727" y="1670697"/>
                  </a:lnTo>
                  <a:lnTo>
                    <a:pt x="1224735" y="1670679"/>
                  </a:lnTo>
                  <a:lnTo>
                    <a:pt x="1224741" y="1670659"/>
                  </a:lnTo>
                  <a:lnTo>
                    <a:pt x="1224748" y="1670642"/>
                  </a:lnTo>
                  <a:lnTo>
                    <a:pt x="1224753" y="1670628"/>
                  </a:lnTo>
                  <a:lnTo>
                    <a:pt x="1224757" y="1670624"/>
                  </a:lnTo>
                  <a:lnTo>
                    <a:pt x="1224764" y="1670605"/>
                  </a:lnTo>
                  <a:lnTo>
                    <a:pt x="1224768" y="1670596"/>
                  </a:lnTo>
                  <a:lnTo>
                    <a:pt x="1224771" y="1670587"/>
                  </a:lnTo>
                  <a:lnTo>
                    <a:pt x="1224776" y="1670574"/>
                  </a:lnTo>
                  <a:lnTo>
                    <a:pt x="1224780" y="1670568"/>
                  </a:lnTo>
                  <a:lnTo>
                    <a:pt x="1224805" y="1670531"/>
                  </a:lnTo>
                  <a:lnTo>
                    <a:pt x="1224811" y="1670525"/>
                  </a:lnTo>
                  <a:lnTo>
                    <a:pt x="1224839" y="1670488"/>
                  </a:lnTo>
                  <a:lnTo>
                    <a:pt x="1224846" y="1670478"/>
                  </a:lnTo>
                  <a:lnTo>
                    <a:pt x="1224854" y="1670469"/>
                  </a:lnTo>
                  <a:lnTo>
                    <a:pt x="1224869" y="1670456"/>
                  </a:lnTo>
                  <a:lnTo>
                    <a:pt x="1224904" y="1670432"/>
                  </a:lnTo>
                  <a:lnTo>
                    <a:pt x="1224922" y="1670422"/>
                  </a:lnTo>
                  <a:lnTo>
                    <a:pt x="1224939" y="1670410"/>
                  </a:lnTo>
                  <a:lnTo>
                    <a:pt x="1224957" y="1670397"/>
                  </a:lnTo>
                  <a:lnTo>
                    <a:pt x="1224969" y="1670387"/>
                  </a:lnTo>
                  <a:lnTo>
                    <a:pt x="1224975" y="1670385"/>
                  </a:lnTo>
                  <a:lnTo>
                    <a:pt x="1224992" y="1670376"/>
                  </a:lnTo>
                  <a:lnTo>
                    <a:pt x="1225010" y="1670369"/>
                  </a:lnTo>
                  <a:lnTo>
                    <a:pt x="1225027" y="1670360"/>
                  </a:lnTo>
                  <a:lnTo>
                    <a:pt x="1225045" y="1670353"/>
                  </a:lnTo>
                  <a:lnTo>
                    <a:pt x="1225063" y="1670343"/>
                  </a:lnTo>
                  <a:lnTo>
                    <a:pt x="1225080" y="1670332"/>
                  </a:lnTo>
                  <a:lnTo>
                    <a:pt x="1225098" y="1670320"/>
                  </a:lnTo>
                  <a:lnTo>
                    <a:pt x="1225115" y="1670308"/>
                  </a:lnTo>
                  <a:lnTo>
                    <a:pt x="1225180" y="1670267"/>
                  </a:lnTo>
                  <a:lnTo>
                    <a:pt x="1225215" y="1670248"/>
                  </a:lnTo>
                  <a:lnTo>
                    <a:pt x="1225267" y="1670214"/>
                  </a:lnTo>
                  <a:lnTo>
                    <a:pt x="1225285" y="1670206"/>
                  </a:lnTo>
                  <a:lnTo>
                    <a:pt x="1225303" y="1670196"/>
                  </a:lnTo>
                  <a:lnTo>
                    <a:pt x="1225315" y="1670191"/>
                  </a:lnTo>
                  <a:lnTo>
                    <a:pt x="1225320" y="1670187"/>
                  </a:lnTo>
                  <a:lnTo>
                    <a:pt x="1225338" y="1670182"/>
                  </a:lnTo>
                  <a:lnTo>
                    <a:pt x="1225348" y="1670182"/>
                  </a:lnTo>
                  <a:lnTo>
                    <a:pt x="1225355" y="1670180"/>
                  </a:lnTo>
                  <a:lnTo>
                    <a:pt x="1225373" y="1670175"/>
                  </a:lnTo>
                  <a:lnTo>
                    <a:pt x="1225386" y="1670170"/>
                  </a:lnTo>
                  <a:lnTo>
                    <a:pt x="1225390" y="1670167"/>
                  </a:lnTo>
                  <a:lnTo>
                    <a:pt x="1225408" y="1670159"/>
                  </a:lnTo>
                  <a:lnTo>
                    <a:pt x="1225424" y="1670144"/>
                  </a:lnTo>
                  <a:lnTo>
                    <a:pt x="1225439" y="1670128"/>
                  </a:lnTo>
                  <a:lnTo>
                    <a:pt x="1225446" y="1670120"/>
                  </a:lnTo>
                  <a:lnTo>
                    <a:pt x="1225451" y="1670110"/>
                  </a:lnTo>
                  <a:lnTo>
                    <a:pt x="1225464" y="1670091"/>
                  </a:lnTo>
                  <a:lnTo>
                    <a:pt x="1225470" y="1670083"/>
                  </a:lnTo>
                  <a:lnTo>
                    <a:pt x="1225475" y="1670077"/>
                  </a:lnTo>
                  <a:lnTo>
                    <a:pt x="1225492" y="1670060"/>
                  </a:lnTo>
                  <a:lnTo>
                    <a:pt x="1225505" y="1670041"/>
                  </a:lnTo>
                  <a:lnTo>
                    <a:pt x="1225517" y="1670024"/>
                  </a:lnTo>
                  <a:lnTo>
                    <a:pt x="1225529" y="1670007"/>
                  </a:lnTo>
                  <a:lnTo>
                    <a:pt x="1225539" y="1669988"/>
                  </a:lnTo>
                  <a:lnTo>
                    <a:pt x="1225546" y="1669972"/>
                  </a:lnTo>
                  <a:lnTo>
                    <a:pt x="1225549" y="1669959"/>
                  </a:lnTo>
                  <a:lnTo>
                    <a:pt x="1225549" y="1669951"/>
                  </a:lnTo>
                  <a:lnTo>
                    <a:pt x="1225551" y="1669932"/>
                  </a:lnTo>
                  <a:lnTo>
                    <a:pt x="1225551" y="1669912"/>
                  </a:lnTo>
                  <a:lnTo>
                    <a:pt x="1225550" y="1669865"/>
                  </a:lnTo>
                  <a:lnTo>
                    <a:pt x="1225545" y="1669799"/>
                  </a:lnTo>
                  <a:lnTo>
                    <a:pt x="1225541" y="1669787"/>
                  </a:lnTo>
                  <a:lnTo>
                    <a:pt x="1225533" y="1669762"/>
                  </a:lnTo>
                  <a:lnTo>
                    <a:pt x="1225534" y="1669741"/>
                  </a:lnTo>
                  <a:lnTo>
                    <a:pt x="1225535" y="1669675"/>
                  </a:lnTo>
                  <a:lnTo>
                    <a:pt x="1225538" y="1669649"/>
                  </a:lnTo>
                  <a:lnTo>
                    <a:pt x="1225540" y="1669630"/>
                  </a:lnTo>
                  <a:lnTo>
                    <a:pt x="1225537" y="1669612"/>
                  </a:lnTo>
                  <a:lnTo>
                    <a:pt x="1225535" y="1669593"/>
                  </a:lnTo>
                  <a:lnTo>
                    <a:pt x="1225528" y="1669575"/>
                  </a:lnTo>
                  <a:lnTo>
                    <a:pt x="1225523" y="1669566"/>
                  </a:lnTo>
                  <a:lnTo>
                    <a:pt x="1225521" y="1669556"/>
                  </a:lnTo>
                  <a:lnTo>
                    <a:pt x="1225517" y="1669548"/>
                  </a:lnTo>
                  <a:lnTo>
                    <a:pt x="1225513" y="1669536"/>
                  </a:lnTo>
                  <a:lnTo>
                    <a:pt x="1225510" y="1669519"/>
                  </a:lnTo>
                  <a:lnTo>
                    <a:pt x="1225502" y="1669483"/>
                  </a:lnTo>
                  <a:lnTo>
                    <a:pt x="1225497" y="1669464"/>
                  </a:lnTo>
                  <a:lnTo>
                    <a:pt x="1225489" y="1669445"/>
                  </a:lnTo>
                  <a:lnTo>
                    <a:pt x="1225487" y="1669439"/>
                  </a:lnTo>
                  <a:lnTo>
                    <a:pt x="1225465" y="1669395"/>
                  </a:lnTo>
                  <a:lnTo>
                    <a:pt x="1225462" y="1669388"/>
                  </a:lnTo>
                  <a:lnTo>
                    <a:pt x="1225455" y="1669376"/>
                  </a:lnTo>
                  <a:lnTo>
                    <a:pt x="1225446" y="1669358"/>
                  </a:lnTo>
                  <a:lnTo>
                    <a:pt x="1225431" y="1669339"/>
                  </a:lnTo>
                  <a:lnTo>
                    <a:pt x="1225418" y="1669322"/>
                  </a:lnTo>
                  <a:lnTo>
                    <a:pt x="1225400" y="1669309"/>
                  </a:lnTo>
                  <a:lnTo>
                    <a:pt x="1225393" y="1669302"/>
                  </a:lnTo>
                  <a:lnTo>
                    <a:pt x="1225383" y="1669297"/>
                  </a:lnTo>
                  <a:lnTo>
                    <a:pt x="1225375" y="1669293"/>
                  </a:lnTo>
                  <a:lnTo>
                    <a:pt x="1225366" y="1669291"/>
                  </a:lnTo>
                  <a:lnTo>
                    <a:pt x="1225356" y="1669287"/>
                  </a:lnTo>
                  <a:lnTo>
                    <a:pt x="1225347" y="1669282"/>
                  </a:lnTo>
                  <a:lnTo>
                    <a:pt x="1225330" y="1669271"/>
                  </a:lnTo>
                  <a:lnTo>
                    <a:pt x="1225315" y="1669262"/>
                  </a:lnTo>
                  <a:lnTo>
                    <a:pt x="1225295" y="1669250"/>
                  </a:lnTo>
                  <a:lnTo>
                    <a:pt x="1225277" y="1669240"/>
                  </a:lnTo>
                  <a:lnTo>
                    <a:pt x="1225267" y="1669233"/>
                  </a:lnTo>
                  <a:lnTo>
                    <a:pt x="1225260" y="1669230"/>
                  </a:lnTo>
                  <a:lnTo>
                    <a:pt x="1225243" y="1669220"/>
                  </a:lnTo>
                  <a:lnTo>
                    <a:pt x="1225225" y="1669211"/>
                  </a:lnTo>
                  <a:lnTo>
                    <a:pt x="1225208" y="1669204"/>
                  </a:lnTo>
                  <a:lnTo>
                    <a:pt x="1225190" y="1669198"/>
                  </a:lnTo>
                  <a:lnTo>
                    <a:pt x="1225172" y="1669192"/>
                  </a:lnTo>
                  <a:lnTo>
                    <a:pt x="1225162" y="1669189"/>
                  </a:lnTo>
                  <a:lnTo>
                    <a:pt x="1225155" y="1669187"/>
                  </a:lnTo>
                  <a:lnTo>
                    <a:pt x="1225145" y="1669183"/>
                  </a:lnTo>
                  <a:lnTo>
                    <a:pt x="1225137" y="1669178"/>
                  </a:lnTo>
                  <a:lnTo>
                    <a:pt x="1225120" y="1669168"/>
                  </a:lnTo>
                  <a:lnTo>
                    <a:pt x="1225102" y="1669158"/>
                  </a:lnTo>
                  <a:lnTo>
                    <a:pt x="1225085" y="1669151"/>
                  </a:lnTo>
                  <a:lnTo>
                    <a:pt x="1225067" y="1669141"/>
                  </a:lnTo>
                  <a:lnTo>
                    <a:pt x="1225050" y="1669132"/>
                  </a:lnTo>
                  <a:lnTo>
                    <a:pt x="1225032" y="1669127"/>
                  </a:lnTo>
                  <a:lnTo>
                    <a:pt x="1225016" y="1669121"/>
                  </a:lnTo>
                  <a:lnTo>
                    <a:pt x="1224999" y="1669112"/>
                  </a:lnTo>
                  <a:lnTo>
                    <a:pt x="1224980" y="1669103"/>
                  </a:lnTo>
                  <a:lnTo>
                    <a:pt x="1224962" y="1669094"/>
                  </a:lnTo>
                  <a:lnTo>
                    <a:pt x="1224947" y="1669084"/>
                  </a:lnTo>
                  <a:lnTo>
                    <a:pt x="1224910" y="1669062"/>
                  </a:lnTo>
                  <a:lnTo>
                    <a:pt x="1224904" y="1669057"/>
                  </a:lnTo>
                  <a:lnTo>
                    <a:pt x="1224892" y="1669052"/>
                  </a:lnTo>
                  <a:lnTo>
                    <a:pt x="1224875" y="1669042"/>
                  </a:lnTo>
                  <a:lnTo>
                    <a:pt x="1224860" y="1669025"/>
                  </a:lnTo>
                  <a:lnTo>
                    <a:pt x="1224851" y="1669016"/>
                  </a:lnTo>
                  <a:lnTo>
                    <a:pt x="1224847" y="1669006"/>
                  </a:lnTo>
                  <a:lnTo>
                    <a:pt x="1224837" y="1668988"/>
                  </a:lnTo>
                  <a:lnTo>
                    <a:pt x="1224828" y="1668969"/>
                  </a:lnTo>
                  <a:lnTo>
                    <a:pt x="1224822" y="1668956"/>
                  </a:lnTo>
                  <a:lnTo>
                    <a:pt x="1224819" y="1668950"/>
                  </a:lnTo>
                  <a:lnTo>
                    <a:pt x="1224814" y="1668939"/>
                  </a:lnTo>
                  <a:lnTo>
                    <a:pt x="1224811" y="1668934"/>
                  </a:lnTo>
                  <a:lnTo>
                    <a:pt x="1224807" y="1668928"/>
                  </a:lnTo>
                  <a:lnTo>
                    <a:pt x="1224800" y="1668913"/>
                  </a:lnTo>
                  <a:lnTo>
                    <a:pt x="1224789" y="1668895"/>
                  </a:lnTo>
                  <a:lnTo>
                    <a:pt x="1224780" y="1668876"/>
                  </a:lnTo>
                  <a:lnTo>
                    <a:pt x="1224770" y="1668858"/>
                  </a:lnTo>
                  <a:lnTo>
                    <a:pt x="1224756" y="1668839"/>
                  </a:lnTo>
                  <a:lnTo>
                    <a:pt x="1224739" y="1668821"/>
                  </a:lnTo>
                  <a:lnTo>
                    <a:pt x="1224724" y="1668805"/>
                  </a:lnTo>
                  <a:lnTo>
                    <a:pt x="1224708" y="1668789"/>
                  </a:lnTo>
                  <a:lnTo>
                    <a:pt x="1224690" y="1668776"/>
                  </a:lnTo>
                  <a:lnTo>
                    <a:pt x="1224673" y="1668761"/>
                  </a:lnTo>
                  <a:lnTo>
                    <a:pt x="1224631" y="1668713"/>
                  </a:lnTo>
                  <a:lnTo>
                    <a:pt x="1224614" y="1668697"/>
                  </a:lnTo>
                  <a:lnTo>
                    <a:pt x="1224607" y="1668688"/>
                  </a:lnTo>
                  <a:lnTo>
                    <a:pt x="1224602" y="1668679"/>
                  </a:lnTo>
                  <a:lnTo>
                    <a:pt x="1224594" y="1668660"/>
                  </a:lnTo>
                  <a:lnTo>
                    <a:pt x="1224583" y="1668643"/>
                  </a:lnTo>
                  <a:lnTo>
                    <a:pt x="1224574" y="1668631"/>
                  </a:lnTo>
                  <a:lnTo>
                    <a:pt x="1224571" y="1668623"/>
                  </a:lnTo>
                  <a:lnTo>
                    <a:pt x="1224561" y="1668604"/>
                  </a:lnTo>
                  <a:lnTo>
                    <a:pt x="1224553" y="1668586"/>
                  </a:lnTo>
                  <a:lnTo>
                    <a:pt x="1224539" y="1668569"/>
                  </a:lnTo>
                  <a:lnTo>
                    <a:pt x="1224524" y="1668550"/>
                  </a:lnTo>
                  <a:lnTo>
                    <a:pt x="1224512" y="1668536"/>
                  </a:lnTo>
                  <a:lnTo>
                    <a:pt x="1224496" y="1668517"/>
                  </a:lnTo>
                  <a:lnTo>
                    <a:pt x="1224489" y="1668496"/>
                  </a:lnTo>
                  <a:lnTo>
                    <a:pt x="1224482" y="1668477"/>
                  </a:lnTo>
                  <a:lnTo>
                    <a:pt x="1224478" y="1668471"/>
                  </a:lnTo>
                  <a:lnTo>
                    <a:pt x="1224472" y="1668459"/>
                  </a:lnTo>
                  <a:lnTo>
                    <a:pt x="1224467" y="1668440"/>
                  </a:lnTo>
                  <a:lnTo>
                    <a:pt x="1224462" y="1668422"/>
                  </a:lnTo>
                  <a:lnTo>
                    <a:pt x="1224461" y="1668403"/>
                  </a:lnTo>
                  <a:lnTo>
                    <a:pt x="1224459" y="1668385"/>
                  </a:lnTo>
                  <a:lnTo>
                    <a:pt x="1224457" y="1668366"/>
                  </a:lnTo>
                  <a:lnTo>
                    <a:pt x="1224457" y="1668348"/>
                  </a:lnTo>
                  <a:lnTo>
                    <a:pt x="1224455" y="1668329"/>
                  </a:lnTo>
                  <a:lnTo>
                    <a:pt x="1224455" y="1668311"/>
                  </a:lnTo>
                  <a:lnTo>
                    <a:pt x="1224457" y="1668292"/>
                  </a:lnTo>
                  <a:lnTo>
                    <a:pt x="1224459" y="1668274"/>
                  </a:lnTo>
                  <a:lnTo>
                    <a:pt x="1224468" y="1668237"/>
                  </a:lnTo>
                  <a:lnTo>
                    <a:pt x="1224476" y="1668218"/>
                  </a:lnTo>
                  <a:lnTo>
                    <a:pt x="1224485" y="1668200"/>
                  </a:lnTo>
                  <a:lnTo>
                    <a:pt x="1224491" y="1668184"/>
                  </a:lnTo>
                  <a:lnTo>
                    <a:pt x="1224494" y="1668168"/>
                  </a:lnTo>
                  <a:lnTo>
                    <a:pt x="1224498" y="1668163"/>
                  </a:lnTo>
                  <a:lnTo>
                    <a:pt x="1224499" y="1668144"/>
                  </a:lnTo>
                  <a:lnTo>
                    <a:pt x="1224501" y="1668126"/>
                  </a:lnTo>
                  <a:lnTo>
                    <a:pt x="1224501" y="1668108"/>
                  </a:lnTo>
                  <a:lnTo>
                    <a:pt x="1224503" y="1668089"/>
                  </a:lnTo>
                  <a:lnTo>
                    <a:pt x="1224501" y="1668070"/>
                  </a:lnTo>
                  <a:lnTo>
                    <a:pt x="1224501" y="1668052"/>
                  </a:lnTo>
                  <a:lnTo>
                    <a:pt x="1224496" y="1668014"/>
                  </a:lnTo>
                  <a:lnTo>
                    <a:pt x="1224492" y="1668000"/>
                  </a:lnTo>
                  <a:lnTo>
                    <a:pt x="1224492" y="1667989"/>
                  </a:lnTo>
                  <a:lnTo>
                    <a:pt x="1224490" y="1667982"/>
                  </a:lnTo>
                  <a:lnTo>
                    <a:pt x="1224488" y="1667963"/>
                  </a:lnTo>
                  <a:lnTo>
                    <a:pt x="1224486" y="1667944"/>
                  </a:lnTo>
                  <a:lnTo>
                    <a:pt x="1224482" y="1667926"/>
                  </a:lnTo>
                  <a:lnTo>
                    <a:pt x="1224479" y="1667908"/>
                  </a:lnTo>
                  <a:lnTo>
                    <a:pt x="1224475" y="1667889"/>
                  </a:lnTo>
                  <a:lnTo>
                    <a:pt x="1224474" y="1667873"/>
                  </a:lnTo>
                  <a:lnTo>
                    <a:pt x="1224474" y="1667850"/>
                  </a:lnTo>
                  <a:lnTo>
                    <a:pt x="1224475" y="1667834"/>
                  </a:lnTo>
                  <a:lnTo>
                    <a:pt x="1224473" y="1667799"/>
                  </a:lnTo>
                  <a:lnTo>
                    <a:pt x="1224475" y="1667778"/>
                  </a:lnTo>
                  <a:lnTo>
                    <a:pt x="1224479" y="1667759"/>
                  </a:lnTo>
                  <a:lnTo>
                    <a:pt x="1224482" y="1667741"/>
                  </a:lnTo>
                  <a:lnTo>
                    <a:pt x="1224494" y="1667704"/>
                  </a:lnTo>
                  <a:lnTo>
                    <a:pt x="1224501" y="1667686"/>
                  </a:lnTo>
                  <a:lnTo>
                    <a:pt x="1224511" y="1667667"/>
                  </a:lnTo>
                  <a:lnTo>
                    <a:pt x="1224523" y="1667650"/>
                  </a:lnTo>
                  <a:lnTo>
                    <a:pt x="1224546" y="1667613"/>
                  </a:lnTo>
                  <a:lnTo>
                    <a:pt x="1224556" y="1667595"/>
                  </a:lnTo>
                  <a:lnTo>
                    <a:pt x="1224565" y="1667576"/>
                  </a:lnTo>
                  <a:lnTo>
                    <a:pt x="1224575" y="1667556"/>
                  </a:lnTo>
                  <a:lnTo>
                    <a:pt x="1224604" y="1667503"/>
                  </a:lnTo>
                  <a:lnTo>
                    <a:pt x="1224612" y="1667494"/>
                  </a:lnTo>
                  <a:lnTo>
                    <a:pt x="1224617" y="1667485"/>
                  </a:lnTo>
                  <a:lnTo>
                    <a:pt x="1224635" y="1667470"/>
                  </a:lnTo>
                  <a:lnTo>
                    <a:pt x="1224653" y="1667458"/>
                  </a:lnTo>
                  <a:lnTo>
                    <a:pt x="1224668" y="1667447"/>
                  </a:lnTo>
                  <a:lnTo>
                    <a:pt x="1224688" y="1667433"/>
                  </a:lnTo>
                  <a:lnTo>
                    <a:pt x="1224705" y="1667419"/>
                  </a:lnTo>
                  <a:lnTo>
                    <a:pt x="1224717" y="1667403"/>
                  </a:lnTo>
                  <a:lnTo>
                    <a:pt x="1224729" y="1667384"/>
                  </a:lnTo>
                  <a:lnTo>
                    <a:pt x="1224782" y="1667301"/>
                  </a:lnTo>
                  <a:lnTo>
                    <a:pt x="1224784" y="1667294"/>
                  </a:lnTo>
                  <a:lnTo>
                    <a:pt x="1224793" y="1667276"/>
                  </a:lnTo>
                  <a:lnTo>
                    <a:pt x="1224801" y="1667257"/>
                  </a:lnTo>
                  <a:lnTo>
                    <a:pt x="1224821" y="1667219"/>
                  </a:lnTo>
                  <a:lnTo>
                    <a:pt x="1224834" y="1667196"/>
                  </a:lnTo>
                  <a:lnTo>
                    <a:pt x="1224848" y="1667175"/>
                  </a:lnTo>
                  <a:lnTo>
                    <a:pt x="1224872" y="1667123"/>
                  </a:lnTo>
                  <a:lnTo>
                    <a:pt x="1224882" y="1667097"/>
                  </a:lnTo>
                  <a:lnTo>
                    <a:pt x="1224903" y="1667011"/>
                  </a:lnTo>
                  <a:lnTo>
                    <a:pt x="1224906" y="1666993"/>
                  </a:lnTo>
                  <a:lnTo>
                    <a:pt x="1224909" y="1666974"/>
                  </a:lnTo>
                  <a:lnTo>
                    <a:pt x="1224915" y="1666953"/>
                  </a:lnTo>
                  <a:lnTo>
                    <a:pt x="1224920" y="1666937"/>
                  </a:lnTo>
                  <a:lnTo>
                    <a:pt x="1224924" y="1666926"/>
                  </a:lnTo>
                  <a:lnTo>
                    <a:pt x="1224938" y="1666899"/>
                  </a:lnTo>
                  <a:lnTo>
                    <a:pt x="1224949" y="1666881"/>
                  </a:lnTo>
                  <a:lnTo>
                    <a:pt x="1224954" y="1666869"/>
                  </a:lnTo>
                  <a:lnTo>
                    <a:pt x="1224959" y="1666865"/>
                  </a:lnTo>
                  <a:lnTo>
                    <a:pt x="1224972" y="1666844"/>
                  </a:lnTo>
                  <a:lnTo>
                    <a:pt x="1224985" y="1666825"/>
                  </a:lnTo>
                  <a:lnTo>
                    <a:pt x="1224999" y="1666806"/>
                  </a:lnTo>
                  <a:lnTo>
                    <a:pt x="1225012" y="1666788"/>
                  </a:lnTo>
                  <a:lnTo>
                    <a:pt x="1225027" y="1666770"/>
                  </a:lnTo>
                  <a:lnTo>
                    <a:pt x="1225041" y="1666751"/>
                  </a:lnTo>
                  <a:lnTo>
                    <a:pt x="1225056" y="1666733"/>
                  </a:lnTo>
                  <a:lnTo>
                    <a:pt x="1225072" y="1666715"/>
                  </a:lnTo>
                  <a:lnTo>
                    <a:pt x="1225089" y="1666699"/>
                  </a:lnTo>
                  <a:lnTo>
                    <a:pt x="1225106" y="1666685"/>
                  </a:lnTo>
                  <a:lnTo>
                    <a:pt x="1225177" y="1666600"/>
                  </a:lnTo>
                  <a:lnTo>
                    <a:pt x="1225181" y="1666592"/>
                  </a:lnTo>
                  <a:lnTo>
                    <a:pt x="1225190" y="1666574"/>
                  </a:lnTo>
                  <a:lnTo>
                    <a:pt x="1225203" y="1666555"/>
                  </a:lnTo>
                  <a:lnTo>
                    <a:pt x="1225215" y="1666539"/>
                  </a:lnTo>
                  <a:lnTo>
                    <a:pt x="1225225" y="1666527"/>
                  </a:lnTo>
                  <a:lnTo>
                    <a:pt x="1225229" y="1666521"/>
                  </a:lnTo>
                  <a:lnTo>
                    <a:pt x="1225243" y="1666503"/>
                  </a:lnTo>
                  <a:lnTo>
                    <a:pt x="1225255" y="1666484"/>
                  </a:lnTo>
                  <a:lnTo>
                    <a:pt x="1225278" y="1666447"/>
                  </a:lnTo>
                  <a:lnTo>
                    <a:pt x="1225291" y="1666429"/>
                  </a:lnTo>
                  <a:lnTo>
                    <a:pt x="1225306" y="1666412"/>
                  </a:lnTo>
                  <a:lnTo>
                    <a:pt x="1225324" y="1666397"/>
                  </a:lnTo>
                  <a:lnTo>
                    <a:pt x="1225344" y="1666388"/>
                  </a:lnTo>
                  <a:lnTo>
                    <a:pt x="1225364" y="1666375"/>
                  </a:lnTo>
                  <a:lnTo>
                    <a:pt x="1225377" y="1666368"/>
                  </a:lnTo>
                  <a:lnTo>
                    <a:pt x="1225392" y="1666350"/>
                  </a:lnTo>
                  <a:lnTo>
                    <a:pt x="1225399" y="1666332"/>
                  </a:lnTo>
                  <a:lnTo>
                    <a:pt x="1225420" y="1666243"/>
                  </a:lnTo>
                  <a:lnTo>
                    <a:pt x="1225425" y="1666224"/>
                  </a:lnTo>
                  <a:lnTo>
                    <a:pt x="1225431" y="1666208"/>
                  </a:lnTo>
                  <a:lnTo>
                    <a:pt x="1225438" y="1666190"/>
                  </a:lnTo>
                  <a:lnTo>
                    <a:pt x="1225443" y="1666179"/>
                  </a:lnTo>
                  <a:lnTo>
                    <a:pt x="1225447" y="1666172"/>
                  </a:lnTo>
                  <a:lnTo>
                    <a:pt x="1225450" y="1666164"/>
                  </a:lnTo>
                  <a:lnTo>
                    <a:pt x="1225457" y="1666153"/>
                  </a:lnTo>
                  <a:lnTo>
                    <a:pt x="1225467" y="1666135"/>
                  </a:lnTo>
                  <a:lnTo>
                    <a:pt x="1225478" y="1666117"/>
                  </a:lnTo>
                  <a:lnTo>
                    <a:pt x="1225490" y="1666095"/>
                  </a:lnTo>
                  <a:lnTo>
                    <a:pt x="1225499" y="1666079"/>
                  </a:lnTo>
                  <a:lnTo>
                    <a:pt x="1225510" y="1666061"/>
                  </a:lnTo>
                  <a:lnTo>
                    <a:pt x="1225520" y="1666045"/>
                  </a:lnTo>
                  <a:lnTo>
                    <a:pt x="1225534" y="1666024"/>
                  </a:lnTo>
                  <a:lnTo>
                    <a:pt x="1225540" y="1666015"/>
                  </a:lnTo>
                  <a:lnTo>
                    <a:pt x="1225549" y="1666008"/>
                  </a:lnTo>
                  <a:lnTo>
                    <a:pt x="1225565" y="1665993"/>
                  </a:lnTo>
                  <a:lnTo>
                    <a:pt x="1225580" y="1665976"/>
                  </a:lnTo>
                  <a:lnTo>
                    <a:pt x="1225595" y="1665960"/>
                  </a:lnTo>
                  <a:lnTo>
                    <a:pt x="1225613" y="1665945"/>
                  </a:lnTo>
                  <a:lnTo>
                    <a:pt x="1225630" y="1665931"/>
                  </a:lnTo>
                  <a:lnTo>
                    <a:pt x="1225645" y="1665921"/>
                  </a:lnTo>
                  <a:lnTo>
                    <a:pt x="1225666" y="1665908"/>
                  </a:lnTo>
                  <a:lnTo>
                    <a:pt x="1225681" y="1665892"/>
                  </a:lnTo>
                  <a:lnTo>
                    <a:pt x="1225694" y="1665874"/>
                  </a:lnTo>
                  <a:lnTo>
                    <a:pt x="1225701" y="1665855"/>
                  </a:lnTo>
                  <a:lnTo>
                    <a:pt x="1225708" y="1665839"/>
                  </a:lnTo>
                  <a:lnTo>
                    <a:pt x="1225714" y="1665821"/>
                  </a:lnTo>
                  <a:lnTo>
                    <a:pt x="1225719" y="1665800"/>
                  </a:lnTo>
                  <a:lnTo>
                    <a:pt x="1225724" y="1665787"/>
                  </a:lnTo>
                  <a:lnTo>
                    <a:pt x="1225729" y="1665763"/>
                  </a:lnTo>
                  <a:lnTo>
                    <a:pt x="1225732" y="1665744"/>
                  </a:lnTo>
                  <a:lnTo>
                    <a:pt x="1225732" y="1665726"/>
                  </a:lnTo>
                  <a:lnTo>
                    <a:pt x="1225733" y="1665689"/>
                  </a:lnTo>
                  <a:lnTo>
                    <a:pt x="1225732" y="1665670"/>
                  </a:lnTo>
                  <a:lnTo>
                    <a:pt x="1225727" y="1665652"/>
                  </a:lnTo>
                  <a:lnTo>
                    <a:pt x="1225722" y="1665634"/>
                  </a:lnTo>
                  <a:lnTo>
                    <a:pt x="1225720" y="1665625"/>
                  </a:lnTo>
                  <a:lnTo>
                    <a:pt x="1225720" y="1665615"/>
                  </a:lnTo>
                  <a:lnTo>
                    <a:pt x="1225714" y="1665597"/>
                  </a:lnTo>
                  <a:lnTo>
                    <a:pt x="1225711" y="1665578"/>
                  </a:lnTo>
                  <a:lnTo>
                    <a:pt x="1225709" y="1665559"/>
                  </a:lnTo>
                  <a:lnTo>
                    <a:pt x="1225707" y="1665540"/>
                  </a:lnTo>
                  <a:lnTo>
                    <a:pt x="1225704" y="1665522"/>
                  </a:lnTo>
                  <a:lnTo>
                    <a:pt x="1225702" y="1665504"/>
                  </a:lnTo>
                  <a:lnTo>
                    <a:pt x="1225697" y="1665488"/>
                  </a:lnTo>
                  <a:lnTo>
                    <a:pt x="1225690" y="1665467"/>
                  </a:lnTo>
                  <a:lnTo>
                    <a:pt x="1225678" y="1665448"/>
                  </a:lnTo>
                  <a:lnTo>
                    <a:pt x="1225674" y="1665444"/>
                  </a:lnTo>
                  <a:lnTo>
                    <a:pt x="1225668" y="1665432"/>
                  </a:lnTo>
                  <a:lnTo>
                    <a:pt x="1225663" y="1665425"/>
                  </a:lnTo>
                  <a:lnTo>
                    <a:pt x="1225661" y="1665419"/>
                  </a:lnTo>
                  <a:lnTo>
                    <a:pt x="1225658" y="1665413"/>
                  </a:lnTo>
                  <a:lnTo>
                    <a:pt x="1225650" y="1665393"/>
                  </a:lnTo>
                  <a:lnTo>
                    <a:pt x="1225644" y="1665382"/>
                  </a:lnTo>
                  <a:lnTo>
                    <a:pt x="1225644" y="1665374"/>
                  </a:lnTo>
                  <a:lnTo>
                    <a:pt x="1225639" y="1665364"/>
                  </a:lnTo>
                  <a:lnTo>
                    <a:pt x="1225638" y="1665356"/>
                  </a:lnTo>
                  <a:lnTo>
                    <a:pt x="1225633" y="1665340"/>
                  </a:lnTo>
                  <a:lnTo>
                    <a:pt x="1225627" y="1665316"/>
                  </a:lnTo>
                  <a:lnTo>
                    <a:pt x="1225623" y="1665300"/>
                  </a:lnTo>
                  <a:lnTo>
                    <a:pt x="1225620" y="1665282"/>
                  </a:lnTo>
                  <a:lnTo>
                    <a:pt x="1225617" y="1665263"/>
                  </a:lnTo>
                  <a:lnTo>
                    <a:pt x="1225616" y="1665245"/>
                  </a:lnTo>
                  <a:lnTo>
                    <a:pt x="1225616" y="1665239"/>
                  </a:lnTo>
                  <a:lnTo>
                    <a:pt x="1225620" y="1665226"/>
                  </a:lnTo>
                  <a:lnTo>
                    <a:pt x="1225627" y="1665208"/>
                  </a:lnTo>
                  <a:lnTo>
                    <a:pt x="1225630" y="1665199"/>
                  </a:lnTo>
                  <a:lnTo>
                    <a:pt x="1225636" y="1665189"/>
                  </a:lnTo>
                  <a:lnTo>
                    <a:pt x="1225643" y="1665174"/>
                  </a:lnTo>
                  <a:lnTo>
                    <a:pt x="1225657" y="1665135"/>
                  </a:lnTo>
                  <a:lnTo>
                    <a:pt x="1225660" y="1665117"/>
                  </a:lnTo>
                  <a:lnTo>
                    <a:pt x="1225662" y="1665112"/>
                  </a:lnTo>
                  <a:lnTo>
                    <a:pt x="1225661" y="1665102"/>
                  </a:lnTo>
                  <a:lnTo>
                    <a:pt x="1225657" y="1665079"/>
                  </a:lnTo>
                  <a:lnTo>
                    <a:pt x="1225655" y="1665061"/>
                  </a:lnTo>
                  <a:lnTo>
                    <a:pt x="1225650" y="1665043"/>
                  </a:lnTo>
                  <a:lnTo>
                    <a:pt x="1225645" y="1665031"/>
                  </a:lnTo>
                  <a:lnTo>
                    <a:pt x="1225642" y="1665024"/>
                  </a:lnTo>
                  <a:lnTo>
                    <a:pt x="1225632" y="1665006"/>
                  </a:lnTo>
                  <a:lnTo>
                    <a:pt x="1225620" y="1664987"/>
                  </a:lnTo>
                  <a:lnTo>
                    <a:pt x="1225609" y="1664971"/>
                  </a:lnTo>
                  <a:lnTo>
                    <a:pt x="1225593" y="1664951"/>
                  </a:lnTo>
                  <a:lnTo>
                    <a:pt x="1225579" y="1664934"/>
                  </a:lnTo>
                  <a:lnTo>
                    <a:pt x="1225566" y="1664917"/>
                  </a:lnTo>
                  <a:lnTo>
                    <a:pt x="1225551" y="1664898"/>
                  </a:lnTo>
                  <a:lnTo>
                    <a:pt x="1225535" y="1664881"/>
                  </a:lnTo>
                  <a:lnTo>
                    <a:pt x="1225522" y="1664862"/>
                  </a:lnTo>
                  <a:lnTo>
                    <a:pt x="1225500" y="1664837"/>
                  </a:lnTo>
                  <a:lnTo>
                    <a:pt x="1225494" y="1664828"/>
                  </a:lnTo>
                  <a:lnTo>
                    <a:pt x="1225479" y="1664809"/>
                  </a:lnTo>
                  <a:lnTo>
                    <a:pt x="1225456" y="1664777"/>
                  </a:lnTo>
                  <a:lnTo>
                    <a:pt x="1225452" y="1664772"/>
                  </a:lnTo>
                  <a:lnTo>
                    <a:pt x="1225436" y="1664754"/>
                  </a:lnTo>
                  <a:lnTo>
                    <a:pt x="1225419" y="1664736"/>
                  </a:lnTo>
                  <a:lnTo>
                    <a:pt x="1225404" y="1664719"/>
                  </a:lnTo>
                  <a:lnTo>
                    <a:pt x="1225396" y="1664709"/>
                  </a:lnTo>
                  <a:lnTo>
                    <a:pt x="1225388" y="1664703"/>
                  </a:lnTo>
                  <a:lnTo>
                    <a:pt x="1225360" y="1664668"/>
                  </a:lnTo>
                  <a:lnTo>
                    <a:pt x="1225348" y="1664649"/>
                  </a:lnTo>
                  <a:lnTo>
                    <a:pt x="1225336" y="1664630"/>
                  </a:lnTo>
                  <a:lnTo>
                    <a:pt x="1225325" y="1664613"/>
                  </a:lnTo>
                  <a:lnTo>
                    <a:pt x="1225286" y="1664557"/>
                  </a:lnTo>
                  <a:lnTo>
                    <a:pt x="1225271" y="1664539"/>
                  </a:lnTo>
                  <a:lnTo>
                    <a:pt x="1225262" y="1664526"/>
                  </a:lnTo>
                  <a:lnTo>
                    <a:pt x="1225260" y="1664520"/>
                  </a:lnTo>
                  <a:lnTo>
                    <a:pt x="1225243" y="1664474"/>
                  </a:lnTo>
                  <a:lnTo>
                    <a:pt x="1225242" y="1664467"/>
                  </a:lnTo>
                  <a:lnTo>
                    <a:pt x="1225236" y="1664448"/>
                  </a:lnTo>
                  <a:lnTo>
                    <a:pt x="1225230" y="1664430"/>
                  </a:lnTo>
                  <a:lnTo>
                    <a:pt x="1225226" y="1664418"/>
                  </a:lnTo>
                  <a:lnTo>
                    <a:pt x="1225222" y="1664411"/>
                  </a:lnTo>
                  <a:lnTo>
                    <a:pt x="1225219" y="1664402"/>
                  </a:lnTo>
                  <a:lnTo>
                    <a:pt x="1225213" y="1664393"/>
                  </a:lnTo>
                  <a:lnTo>
                    <a:pt x="1225202" y="1664374"/>
                  </a:lnTo>
                  <a:lnTo>
                    <a:pt x="1225185" y="1664358"/>
                  </a:lnTo>
                  <a:lnTo>
                    <a:pt x="1225180" y="1664352"/>
                  </a:lnTo>
                  <a:lnTo>
                    <a:pt x="1225170" y="1664345"/>
                  </a:lnTo>
                  <a:lnTo>
                    <a:pt x="1225155" y="1664327"/>
                  </a:lnTo>
                  <a:lnTo>
                    <a:pt x="1225139" y="1664303"/>
                  </a:lnTo>
                  <a:lnTo>
                    <a:pt x="1225133" y="1664290"/>
                  </a:lnTo>
                  <a:lnTo>
                    <a:pt x="1225123" y="1664272"/>
                  </a:lnTo>
                  <a:lnTo>
                    <a:pt x="1225113" y="1664253"/>
                  </a:lnTo>
                  <a:lnTo>
                    <a:pt x="1225096" y="1664235"/>
                  </a:lnTo>
                  <a:lnTo>
                    <a:pt x="1225080" y="1664221"/>
                  </a:lnTo>
                  <a:lnTo>
                    <a:pt x="1225045" y="1664189"/>
                  </a:lnTo>
                  <a:lnTo>
                    <a:pt x="1225032" y="1664170"/>
                  </a:lnTo>
                  <a:lnTo>
                    <a:pt x="1225023" y="1664158"/>
                  </a:lnTo>
                  <a:lnTo>
                    <a:pt x="1225021" y="1664152"/>
                  </a:lnTo>
                  <a:lnTo>
                    <a:pt x="1225016" y="1664145"/>
                  </a:lnTo>
                  <a:lnTo>
                    <a:pt x="1225012" y="1664134"/>
                  </a:lnTo>
                  <a:lnTo>
                    <a:pt x="1225009" y="1664109"/>
                  </a:lnTo>
                  <a:lnTo>
                    <a:pt x="1225010" y="1664096"/>
                  </a:lnTo>
                  <a:lnTo>
                    <a:pt x="1225014" y="1664078"/>
                  </a:lnTo>
                  <a:lnTo>
                    <a:pt x="1225017" y="1664059"/>
                  </a:lnTo>
                  <a:lnTo>
                    <a:pt x="1225021" y="1664041"/>
                  </a:lnTo>
                  <a:lnTo>
                    <a:pt x="1225029" y="1664022"/>
                  </a:lnTo>
                  <a:lnTo>
                    <a:pt x="1225058" y="1663987"/>
                  </a:lnTo>
                  <a:lnTo>
                    <a:pt x="1225075" y="1663968"/>
                  </a:lnTo>
                  <a:lnTo>
                    <a:pt x="1225108" y="1663934"/>
                  </a:lnTo>
                  <a:lnTo>
                    <a:pt x="1225123" y="1663915"/>
                  </a:lnTo>
                  <a:lnTo>
                    <a:pt x="1225134" y="1663897"/>
                  </a:lnTo>
                  <a:lnTo>
                    <a:pt x="1225143" y="1663879"/>
                  </a:lnTo>
                  <a:lnTo>
                    <a:pt x="1225151" y="1663860"/>
                  </a:lnTo>
                  <a:lnTo>
                    <a:pt x="1225156" y="1663842"/>
                  </a:lnTo>
                  <a:lnTo>
                    <a:pt x="1225157" y="1663835"/>
                  </a:lnTo>
                  <a:lnTo>
                    <a:pt x="1225158" y="1663823"/>
                  </a:lnTo>
                  <a:lnTo>
                    <a:pt x="1225161" y="1663805"/>
                  </a:lnTo>
                  <a:lnTo>
                    <a:pt x="1225160" y="1663792"/>
                  </a:lnTo>
                  <a:lnTo>
                    <a:pt x="1225154" y="1663769"/>
                  </a:lnTo>
                  <a:lnTo>
                    <a:pt x="1225151" y="1663764"/>
                  </a:lnTo>
                  <a:lnTo>
                    <a:pt x="1225141" y="1663743"/>
                  </a:lnTo>
                  <a:lnTo>
                    <a:pt x="1225133" y="1663727"/>
                  </a:lnTo>
                  <a:lnTo>
                    <a:pt x="1225122" y="1663708"/>
                  </a:lnTo>
                  <a:lnTo>
                    <a:pt x="1225108" y="1663690"/>
                  </a:lnTo>
                  <a:lnTo>
                    <a:pt x="1225092" y="1663671"/>
                  </a:lnTo>
                  <a:lnTo>
                    <a:pt x="1225078" y="1663653"/>
                  </a:lnTo>
                  <a:lnTo>
                    <a:pt x="1225068" y="1663643"/>
                  </a:lnTo>
                  <a:lnTo>
                    <a:pt x="1225064" y="1663640"/>
                  </a:lnTo>
                  <a:lnTo>
                    <a:pt x="1225044" y="1663633"/>
                  </a:lnTo>
                  <a:lnTo>
                    <a:pt x="1225026" y="1663627"/>
                  </a:lnTo>
                  <a:lnTo>
                    <a:pt x="1225020" y="1663622"/>
                  </a:lnTo>
                  <a:lnTo>
                    <a:pt x="1225009" y="1663619"/>
                  </a:lnTo>
                  <a:lnTo>
                    <a:pt x="1224991" y="1663614"/>
                  </a:lnTo>
                  <a:lnTo>
                    <a:pt x="1224974" y="1663612"/>
                  </a:lnTo>
                  <a:lnTo>
                    <a:pt x="1224957" y="1663606"/>
                  </a:lnTo>
                  <a:lnTo>
                    <a:pt x="1224939" y="1663600"/>
                  </a:lnTo>
                  <a:lnTo>
                    <a:pt x="1224921" y="1663593"/>
                  </a:lnTo>
                  <a:lnTo>
                    <a:pt x="1224913" y="1663584"/>
                  </a:lnTo>
                  <a:lnTo>
                    <a:pt x="1224911" y="1663576"/>
                  </a:lnTo>
                  <a:lnTo>
                    <a:pt x="1224907" y="1663567"/>
                  </a:lnTo>
                  <a:lnTo>
                    <a:pt x="1224906" y="1663558"/>
                  </a:lnTo>
                  <a:lnTo>
                    <a:pt x="1224905" y="1663539"/>
                  </a:lnTo>
                  <a:lnTo>
                    <a:pt x="1224906" y="1663520"/>
                  </a:lnTo>
                  <a:lnTo>
                    <a:pt x="1224906" y="1663502"/>
                  </a:lnTo>
                  <a:lnTo>
                    <a:pt x="1224907" y="1663484"/>
                  </a:lnTo>
                  <a:lnTo>
                    <a:pt x="1224906" y="1663465"/>
                  </a:lnTo>
                  <a:lnTo>
                    <a:pt x="1224904" y="1663446"/>
                  </a:lnTo>
                  <a:lnTo>
                    <a:pt x="1224903" y="1663428"/>
                  </a:lnTo>
                  <a:lnTo>
                    <a:pt x="1224906" y="1663409"/>
                  </a:lnTo>
                  <a:lnTo>
                    <a:pt x="1224909" y="1663391"/>
                  </a:lnTo>
                  <a:lnTo>
                    <a:pt x="1224914" y="1663373"/>
                  </a:lnTo>
                  <a:lnTo>
                    <a:pt x="1224915" y="1663354"/>
                  </a:lnTo>
                  <a:lnTo>
                    <a:pt x="1224914" y="1663335"/>
                  </a:lnTo>
                  <a:lnTo>
                    <a:pt x="1224912" y="1663317"/>
                  </a:lnTo>
                  <a:lnTo>
                    <a:pt x="1224906" y="1663298"/>
                  </a:lnTo>
                  <a:lnTo>
                    <a:pt x="1224902" y="1663289"/>
                  </a:lnTo>
                  <a:lnTo>
                    <a:pt x="1224896" y="1663280"/>
                  </a:lnTo>
                  <a:lnTo>
                    <a:pt x="1224885" y="1663261"/>
                  </a:lnTo>
                  <a:lnTo>
                    <a:pt x="1224868" y="1663246"/>
                  </a:lnTo>
                  <a:lnTo>
                    <a:pt x="1224861" y="1663239"/>
                  </a:lnTo>
                  <a:lnTo>
                    <a:pt x="1224856" y="1663229"/>
                  </a:lnTo>
                  <a:lnTo>
                    <a:pt x="1224850" y="1663220"/>
                  </a:lnTo>
                  <a:lnTo>
                    <a:pt x="1224846" y="1663211"/>
                  </a:lnTo>
                  <a:lnTo>
                    <a:pt x="1224837" y="1663192"/>
                  </a:lnTo>
                  <a:lnTo>
                    <a:pt x="1224832" y="1663180"/>
                  </a:lnTo>
                  <a:lnTo>
                    <a:pt x="1224829" y="1663174"/>
                  </a:lnTo>
                  <a:lnTo>
                    <a:pt x="1224819" y="1663147"/>
                  </a:lnTo>
                  <a:lnTo>
                    <a:pt x="1224816" y="1663136"/>
                  </a:lnTo>
                  <a:lnTo>
                    <a:pt x="1224811" y="1663118"/>
                  </a:lnTo>
                  <a:lnTo>
                    <a:pt x="1224810" y="1663100"/>
                  </a:lnTo>
                  <a:lnTo>
                    <a:pt x="1224810" y="1663044"/>
                  </a:lnTo>
                  <a:lnTo>
                    <a:pt x="1224809" y="1663026"/>
                  </a:lnTo>
                  <a:lnTo>
                    <a:pt x="1224810" y="1663010"/>
                  </a:lnTo>
                  <a:lnTo>
                    <a:pt x="1224807" y="1662989"/>
                  </a:lnTo>
                  <a:lnTo>
                    <a:pt x="1224802" y="1662970"/>
                  </a:lnTo>
                  <a:lnTo>
                    <a:pt x="1224799" y="1662962"/>
                  </a:lnTo>
                  <a:lnTo>
                    <a:pt x="1224798" y="1662951"/>
                  </a:lnTo>
                  <a:lnTo>
                    <a:pt x="1224801" y="1662933"/>
                  </a:lnTo>
                  <a:lnTo>
                    <a:pt x="1224803" y="1662915"/>
                  </a:lnTo>
                  <a:lnTo>
                    <a:pt x="1224803" y="1662905"/>
                  </a:lnTo>
                  <a:lnTo>
                    <a:pt x="1224806" y="1662896"/>
                  </a:lnTo>
                  <a:lnTo>
                    <a:pt x="1224809" y="1662878"/>
                  </a:lnTo>
                  <a:lnTo>
                    <a:pt x="1224811" y="1662859"/>
                  </a:lnTo>
                  <a:lnTo>
                    <a:pt x="1224814" y="1662841"/>
                  </a:lnTo>
                  <a:lnTo>
                    <a:pt x="1224817" y="1662824"/>
                  </a:lnTo>
                  <a:lnTo>
                    <a:pt x="1224821" y="1662804"/>
                  </a:lnTo>
                  <a:lnTo>
                    <a:pt x="1224823" y="1662785"/>
                  </a:lnTo>
                  <a:lnTo>
                    <a:pt x="1224827" y="1662748"/>
                  </a:lnTo>
                  <a:lnTo>
                    <a:pt x="1224827" y="1662738"/>
                  </a:lnTo>
                  <a:lnTo>
                    <a:pt x="1224822" y="1662728"/>
                  </a:lnTo>
                  <a:lnTo>
                    <a:pt x="1224812" y="1662722"/>
                  </a:lnTo>
                  <a:lnTo>
                    <a:pt x="1224806" y="1662721"/>
                  </a:lnTo>
                  <a:lnTo>
                    <a:pt x="1224798" y="1662720"/>
                  </a:lnTo>
                  <a:lnTo>
                    <a:pt x="1224789" y="1662723"/>
                  </a:lnTo>
                  <a:lnTo>
                    <a:pt x="1224771" y="1662727"/>
                  </a:lnTo>
                  <a:lnTo>
                    <a:pt x="1224754" y="1662729"/>
                  </a:lnTo>
                  <a:lnTo>
                    <a:pt x="1224738" y="1662728"/>
                  </a:lnTo>
                  <a:lnTo>
                    <a:pt x="1224730" y="1662722"/>
                  </a:lnTo>
                  <a:lnTo>
                    <a:pt x="1224719" y="1662701"/>
                  </a:lnTo>
                  <a:lnTo>
                    <a:pt x="1224716" y="1662695"/>
                  </a:lnTo>
                  <a:lnTo>
                    <a:pt x="1224713" y="1662676"/>
                  </a:lnTo>
                  <a:lnTo>
                    <a:pt x="1224711" y="1662659"/>
                  </a:lnTo>
                  <a:lnTo>
                    <a:pt x="1224710" y="1662640"/>
                  </a:lnTo>
                  <a:lnTo>
                    <a:pt x="1224711" y="1662621"/>
                  </a:lnTo>
                  <a:lnTo>
                    <a:pt x="1224710" y="1662610"/>
                  </a:lnTo>
                  <a:lnTo>
                    <a:pt x="1224706" y="1662603"/>
                  </a:lnTo>
                  <a:lnTo>
                    <a:pt x="1224699" y="1662584"/>
                  </a:lnTo>
                  <a:lnTo>
                    <a:pt x="1224695" y="1662576"/>
                  </a:lnTo>
                  <a:lnTo>
                    <a:pt x="1224691" y="1662565"/>
                  </a:lnTo>
                  <a:lnTo>
                    <a:pt x="1224687" y="1662547"/>
                  </a:lnTo>
                  <a:lnTo>
                    <a:pt x="1224686" y="1662528"/>
                  </a:lnTo>
                  <a:lnTo>
                    <a:pt x="1224689" y="1662510"/>
                  </a:lnTo>
                  <a:lnTo>
                    <a:pt x="1224690" y="1662491"/>
                  </a:lnTo>
                  <a:lnTo>
                    <a:pt x="1224691" y="1662473"/>
                  </a:lnTo>
                  <a:lnTo>
                    <a:pt x="1224688" y="1662456"/>
                  </a:lnTo>
                  <a:lnTo>
                    <a:pt x="1224680" y="1662436"/>
                  </a:lnTo>
                  <a:lnTo>
                    <a:pt x="1224674" y="1662418"/>
                  </a:lnTo>
                  <a:lnTo>
                    <a:pt x="1224670" y="1662399"/>
                  </a:lnTo>
                  <a:lnTo>
                    <a:pt x="1224667" y="1662380"/>
                  </a:lnTo>
                  <a:lnTo>
                    <a:pt x="1224666" y="1662362"/>
                  </a:lnTo>
                  <a:lnTo>
                    <a:pt x="1224667" y="1662348"/>
                  </a:lnTo>
                  <a:lnTo>
                    <a:pt x="1224669" y="1662343"/>
                  </a:lnTo>
                  <a:lnTo>
                    <a:pt x="1224674" y="1662325"/>
                  </a:lnTo>
                  <a:lnTo>
                    <a:pt x="1224679" y="1662310"/>
                  </a:lnTo>
                  <a:lnTo>
                    <a:pt x="1224682" y="1662298"/>
                  </a:lnTo>
                  <a:lnTo>
                    <a:pt x="1224682" y="1662288"/>
                  </a:lnTo>
                  <a:lnTo>
                    <a:pt x="1224675" y="1662270"/>
                  </a:lnTo>
                  <a:lnTo>
                    <a:pt x="1224669" y="1662259"/>
                  </a:lnTo>
                  <a:lnTo>
                    <a:pt x="1224662" y="1662252"/>
                  </a:lnTo>
                  <a:lnTo>
                    <a:pt x="1224654" y="1662241"/>
                  </a:lnTo>
                  <a:lnTo>
                    <a:pt x="1224652" y="1662234"/>
                  </a:lnTo>
                  <a:lnTo>
                    <a:pt x="1224648" y="1662222"/>
                  </a:lnTo>
                  <a:lnTo>
                    <a:pt x="1224648" y="1662215"/>
                  </a:lnTo>
                  <a:lnTo>
                    <a:pt x="1224647" y="1662197"/>
                  </a:lnTo>
                  <a:lnTo>
                    <a:pt x="1224647" y="1662178"/>
                  </a:lnTo>
                  <a:lnTo>
                    <a:pt x="1224650" y="1662168"/>
                  </a:lnTo>
                  <a:lnTo>
                    <a:pt x="1224654" y="1662158"/>
                  </a:lnTo>
                  <a:lnTo>
                    <a:pt x="1224663" y="1662137"/>
                  </a:lnTo>
                  <a:lnTo>
                    <a:pt x="1224667" y="1662122"/>
                  </a:lnTo>
                  <a:lnTo>
                    <a:pt x="1224672" y="1662107"/>
                  </a:lnTo>
                  <a:lnTo>
                    <a:pt x="1224675" y="1662096"/>
                  </a:lnTo>
                  <a:lnTo>
                    <a:pt x="1224677" y="1662086"/>
                  </a:lnTo>
                  <a:lnTo>
                    <a:pt x="1224675" y="1662067"/>
                  </a:lnTo>
                  <a:lnTo>
                    <a:pt x="1224671" y="1662030"/>
                  </a:lnTo>
                  <a:lnTo>
                    <a:pt x="1224659" y="1661991"/>
                  </a:lnTo>
                  <a:lnTo>
                    <a:pt x="1224656" y="1661985"/>
                  </a:lnTo>
                  <a:lnTo>
                    <a:pt x="1224653" y="1661977"/>
                  </a:lnTo>
                  <a:lnTo>
                    <a:pt x="1224647" y="1661971"/>
                  </a:lnTo>
                  <a:lnTo>
                    <a:pt x="1224642" y="1661967"/>
                  </a:lnTo>
                  <a:lnTo>
                    <a:pt x="1224625" y="1661956"/>
                  </a:lnTo>
                  <a:lnTo>
                    <a:pt x="1224607" y="1661945"/>
                  </a:lnTo>
                  <a:lnTo>
                    <a:pt x="1224591" y="1661929"/>
                  </a:lnTo>
                  <a:lnTo>
                    <a:pt x="1224586" y="1661921"/>
                  </a:lnTo>
                  <a:lnTo>
                    <a:pt x="1224580" y="1661911"/>
                  </a:lnTo>
                  <a:lnTo>
                    <a:pt x="1224571" y="1661892"/>
                  </a:lnTo>
                  <a:lnTo>
                    <a:pt x="1224563" y="1661873"/>
                  </a:lnTo>
                  <a:lnTo>
                    <a:pt x="1224556" y="1661855"/>
                  </a:lnTo>
                  <a:lnTo>
                    <a:pt x="1224550" y="1661839"/>
                  </a:lnTo>
                  <a:lnTo>
                    <a:pt x="1224545" y="1661818"/>
                  </a:lnTo>
                  <a:lnTo>
                    <a:pt x="1224545" y="1661799"/>
                  </a:lnTo>
                  <a:lnTo>
                    <a:pt x="1224552" y="1661781"/>
                  </a:lnTo>
                  <a:lnTo>
                    <a:pt x="1224573" y="1661755"/>
                  </a:lnTo>
                  <a:lnTo>
                    <a:pt x="1224576" y="1661749"/>
                  </a:lnTo>
                  <a:lnTo>
                    <a:pt x="1224577" y="1661726"/>
                  </a:lnTo>
                  <a:lnTo>
                    <a:pt x="1224571" y="1661707"/>
                  </a:lnTo>
                  <a:lnTo>
                    <a:pt x="1224563" y="1661688"/>
                  </a:lnTo>
                  <a:lnTo>
                    <a:pt x="1224550" y="1661670"/>
                  </a:lnTo>
                  <a:lnTo>
                    <a:pt x="1224528" y="1661634"/>
                  </a:lnTo>
                  <a:lnTo>
                    <a:pt x="1224525" y="1661626"/>
                  </a:lnTo>
                  <a:lnTo>
                    <a:pt x="1224520" y="1661616"/>
                  </a:lnTo>
                  <a:lnTo>
                    <a:pt x="1224515" y="1661607"/>
                  </a:lnTo>
                  <a:lnTo>
                    <a:pt x="1224513" y="1661597"/>
                  </a:lnTo>
                  <a:lnTo>
                    <a:pt x="1224509" y="1661589"/>
                  </a:lnTo>
                  <a:lnTo>
                    <a:pt x="1224508" y="1661578"/>
                  </a:lnTo>
                  <a:lnTo>
                    <a:pt x="1224503" y="1661560"/>
                  </a:lnTo>
                  <a:lnTo>
                    <a:pt x="1224502" y="1661535"/>
                  </a:lnTo>
                  <a:lnTo>
                    <a:pt x="1224500" y="1661523"/>
                  </a:lnTo>
                  <a:lnTo>
                    <a:pt x="1224500" y="1661505"/>
                  </a:lnTo>
                  <a:lnTo>
                    <a:pt x="1224499" y="1661486"/>
                  </a:lnTo>
                  <a:lnTo>
                    <a:pt x="1224496" y="1661468"/>
                  </a:lnTo>
                  <a:lnTo>
                    <a:pt x="1224487" y="1661446"/>
                  </a:lnTo>
                  <a:lnTo>
                    <a:pt x="1224482" y="1661431"/>
                  </a:lnTo>
                  <a:lnTo>
                    <a:pt x="1224476" y="1661412"/>
                  </a:lnTo>
                  <a:lnTo>
                    <a:pt x="1224470" y="1661402"/>
                  </a:lnTo>
                  <a:lnTo>
                    <a:pt x="1224468" y="1661393"/>
                  </a:lnTo>
                  <a:lnTo>
                    <a:pt x="1224464" y="1661385"/>
                  </a:lnTo>
                  <a:lnTo>
                    <a:pt x="1224463" y="1661375"/>
                  </a:lnTo>
                  <a:lnTo>
                    <a:pt x="1224460" y="1661356"/>
                  </a:lnTo>
                  <a:lnTo>
                    <a:pt x="1224458" y="1661345"/>
                  </a:lnTo>
                  <a:lnTo>
                    <a:pt x="1224455" y="1661338"/>
                  </a:lnTo>
                  <a:lnTo>
                    <a:pt x="1224451" y="1661319"/>
                  </a:lnTo>
                  <a:lnTo>
                    <a:pt x="1224451" y="1661301"/>
                  </a:lnTo>
                  <a:lnTo>
                    <a:pt x="1224453" y="1661283"/>
                  </a:lnTo>
                  <a:lnTo>
                    <a:pt x="1224453" y="1661274"/>
                  </a:lnTo>
                  <a:lnTo>
                    <a:pt x="1224456" y="1661264"/>
                  </a:lnTo>
                  <a:lnTo>
                    <a:pt x="1224467" y="1661248"/>
                  </a:lnTo>
                  <a:lnTo>
                    <a:pt x="1224487" y="1661237"/>
                  </a:lnTo>
                  <a:lnTo>
                    <a:pt x="1224504" y="1661230"/>
                  </a:lnTo>
                  <a:lnTo>
                    <a:pt x="1224522" y="1661223"/>
                  </a:lnTo>
                  <a:lnTo>
                    <a:pt x="1224535" y="1661214"/>
                  </a:lnTo>
                  <a:lnTo>
                    <a:pt x="1224538" y="1661208"/>
                  </a:lnTo>
                  <a:lnTo>
                    <a:pt x="1224541" y="1661200"/>
                  </a:lnTo>
                  <a:lnTo>
                    <a:pt x="1224541" y="1661190"/>
                  </a:lnTo>
                  <a:lnTo>
                    <a:pt x="1224535" y="1661172"/>
                  </a:lnTo>
                  <a:lnTo>
                    <a:pt x="1224529" y="1661163"/>
                  </a:lnTo>
                  <a:lnTo>
                    <a:pt x="1224523" y="1661156"/>
                  </a:lnTo>
                  <a:lnTo>
                    <a:pt x="1224511" y="1661139"/>
                  </a:lnTo>
                  <a:lnTo>
                    <a:pt x="1224511" y="1661121"/>
                  </a:lnTo>
                  <a:lnTo>
                    <a:pt x="1224513" y="1661110"/>
                  </a:lnTo>
                  <a:lnTo>
                    <a:pt x="1224517" y="1661100"/>
                  </a:lnTo>
                  <a:lnTo>
                    <a:pt x="1224523" y="1661084"/>
                  </a:lnTo>
                  <a:lnTo>
                    <a:pt x="1224535" y="1661047"/>
                  </a:lnTo>
                  <a:lnTo>
                    <a:pt x="1224541" y="1661026"/>
                  </a:lnTo>
                  <a:lnTo>
                    <a:pt x="1224545" y="1661005"/>
                  </a:lnTo>
                  <a:lnTo>
                    <a:pt x="1224546" y="1660989"/>
                  </a:lnTo>
                  <a:lnTo>
                    <a:pt x="1224546" y="1660971"/>
                  </a:lnTo>
                  <a:lnTo>
                    <a:pt x="1224542" y="1660955"/>
                  </a:lnTo>
                  <a:lnTo>
                    <a:pt x="1224534" y="1660938"/>
                  </a:lnTo>
                  <a:lnTo>
                    <a:pt x="1224531" y="1660934"/>
                  </a:lnTo>
                  <a:lnTo>
                    <a:pt x="1224517" y="1660915"/>
                  </a:lnTo>
                  <a:lnTo>
                    <a:pt x="1224448" y="1660845"/>
                  </a:lnTo>
                  <a:lnTo>
                    <a:pt x="1224433" y="1660828"/>
                  </a:lnTo>
                  <a:lnTo>
                    <a:pt x="1224414" y="1660808"/>
                  </a:lnTo>
                  <a:lnTo>
                    <a:pt x="1224396" y="1660799"/>
                  </a:lnTo>
                  <a:lnTo>
                    <a:pt x="1224378" y="1660789"/>
                  </a:lnTo>
                  <a:lnTo>
                    <a:pt x="1224361" y="1660779"/>
                  </a:lnTo>
                  <a:lnTo>
                    <a:pt x="1224345" y="1660768"/>
                  </a:lnTo>
                  <a:lnTo>
                    <a:pt x="1224335" y="1660759"/>
                  </a:lnTo>
                  <a:lnTo>
                    <a:pt x="1224328" y="1660751"/>
                  </a:lnTo>
                  <a:lnTo>
                    <a:pt x="1224321" y="1660740"/>
                  </a:lnTo>
                  <a:lnTo>
                    <a:pt x="1224319" y="1660732"/>
                  </a:lnTo>
                  <a:lnTo>
                    <a:pt x="1224317" y="1660724"/>
                  </a:lnTo>
                  <a:lnTo>
                    <a:pt x="1224318" y="1660714"/>
                  </a:lnTo>
                  <a:lnTo>
                    <a:pt x="1224320" y="1660695"/>
                  </a:lnTo>
                  <a:lnTo>
                    <a:pt x="1224323" y="1660687"/>
                  </a:lnTo>
                  <a:lnTo>
                    <a:pt x="1224323" y="1660675"/>
                  </a:lnTo>
                  <a:lnTo>
                    <a:pt x="1224323" y="1660666"/>
                  </a:lnTo>
                  <a:lnTo>
                    <a:pt x="1224318" y="1660658"/>
                  </a:lnTo>
                  <a:lnTo>
                    <a:pt x="1224315" y="1660652"/>
                  </a:lnTo>
                  <a:lnTo>
                    <a:pt x="1224309" y="1660647"/>
                  </a:lnTo>
                  <a:lnTo>
                    <a:pt x="1224303" y="1660643"/>
                  </a:lnTo>
                  <a:lnTo>
                    <a:pt x="1224285" y="1660637"/>
                  </a:lnTo>
                  <a:lnTo>
                    <a:pt x="1224272" y="1660637"/>
                  </a:lnTo>
                  <a:lnTo>
                    <a:pt x="1224268" y="1660640"/>
                  </a:lnTo>
                  <a:lnTo>
                    <a:pt x="1224250" y="1660643"/>
                  </a:lnTo>
                  <a:lnTo>
                    <a:pt x="1224231" y="1660647"/>
                  </a:lnTo>
                  <a:lnTo>
                    <a:pt x="1224224" y="1660648"/>
                  </a:lnTo>
                  <a:lnTo>
                    <a:pt x="1224215" y="1660648"/>
                  </a:lnTo>
                  <a:lnTo>
                    <a:pt x="1224198" y="1660649"/>
                  </a:lnTo>
                  <a:lnTo>
                    <a:pt x="1224180" y="1660648"/>
                  </a:lnTo>
                  <a:lnTo>
                    <a:pt x="1224163" y="1660654"/>
                  </a:lnTo>
                  <a:lnTo>
                    <a:pt x="1224145" y="1660654"/>
                  </a:lnTo>
                  <a:lnTo>
                    <a:pt x="1224140" y="1660652"/>
                  </a:lnTo>
                  <a:lnTo>
                    <a:pt x="1224132" y="1660640"/>
                  </a:lnTo>
                  <a:lnTo>
                    <a:pt x="1224127" y="1660622"/>
                  </a:lnTo>
                  <a:lnTo>
                    <a:pt x="1224117" y="1660579"/>
                  </a:lnTo>
                  <a:lnTo>
                    <a:pt x="1224114" y="1660567"/>
                  </a:lnTo>
                  <a:lnTo>
                    <a:pt x="1224112" y="1660548"/>
                  </a:lnTo>
                  <a:lnTo>
                    <a:pt x="1224107" y="1660530"/>
                  </a:lnTo>
                  <a:lnTo>
                    <a:pt x="1224106" y="1660521"/>
                  </a:lnTo>
                  <a:lnTo>
                    <a:pt x="1224102" y="1660511"/>
                  </a:lnTo>
                  <a:lnTo>
                    <a:pt x="1224101" y="1660501"/>
                  </a:lnTo>
                  <a:lnTo>
                    <a:pt x="1224103" y="1660493"/>
                  </a:lnTo>
                  <a:lnTo>
                    <a:pt x="1224110" y="1660474"/>
                  </a:lnTo>
                  <a:lnTo>
                    <a:pt x="1224116" y="1660455"/>
                  </a:lnTo>
                  <a:lnTo>
                    <a:pt x="1224117" y="1660437"/>
                  </a:lnTo>
                  <a:lnTo>
                    <a:pt x="1224115" y="1660425"/>
                  </a:lnTo>
                  <a:lnTo>
                    <a:pt x="1224110" y="1660420"/>
                  </a:lnTo>
                  <a:lnTo>
                    <a:pt x="1224103" y="1660416"/>
                  </a:lnTo>
                  <a:lnTo>
                    <a:pt x="1224091" y="1660418"/>
                  </a:lnTo>
                  <a:lnTo>
                    <a:pt x="1224083" y="1660422"/>
                  </a:lnTo>
                  <a:lnTo>
                    <a:pt x="1224075" y="1660427"/>
                  </a:lnTo>
                  <a:lnTo>
                    <a:pt x="1224058" y="1660442"/>
                  </a:lnTo>
                  <a:lnTo>
                    <a:pt x="1224054" y="1660448"/>
                  </a:lnTo>
                  <a:lnTo>
                    <a:pt x="1224048" y="1660452"/>
                  </a:lnTo>
                  <a:lnTo>
                    <a:pt x="1224042" y="1660454"/>
                  </a:lnTo>
                  <a:lnTo>
                    <a:pt x="1224026" y="1660462"/>
                  </a:lnTo>
                  <a:lnTo>
                    <a:pt x="1224012" y="1660462"/>
                  </a:lnTo>
                  <a:lnTo>
                    <a:pt x="1224007" y="1660459"/>
                  </a:lnTo>
                  <a:lnTo>
                    <a:pt x="1223990" y="1660452"/>
                  </a:lnTo>
                  <a:lnTo>
                    <a:pt x="1223972" y="1660438"/>
                  </a:lnTo>
                  <a:lnTo>
                    <a:pt x="1223963" y="1660429"/>
                  </a:lnTo>
                  <a:lnTo>
                    <a:pt x="1223958" y="1660421"/>
                  </a:lnTo>
                  <a:lnTo>
                    <a:pt x="1223950" y="1660402"/>
                  </a:lnTo>
                  <a:lnTo>
                    <a:pt x="1223950" y="1660384"/>
                  </a:lnTo>
                  <a:lnTo>
                    <a:pt x="1223956" y="1660365"/>
                  </a:lnTo>
                  <a:lnTo>
                    <a:pt x="1223965" y="1660348"/>
                  </a:lnTo>
                  <a:lnTo>
                    <a:pt x="1223977" y="1660331"/>
                  </a:lnTo>
                  <a:lnTo>
                    <a:pt x="1223983" y="1660324"/>
                  </a:lnTo>
                  <a:lnTo>
                    <a:pt x="1223991" y="1660313"/>
                  </a:lnTo>
                  <a:lnTo>
                    <a:pt x="1224005" y="1660295"/>
                  </a:lnTo>
                  <a:lnTo>
                    <a:pt x="1224009" y="1660277"/>
                  </a:lnTo>
                  <a:lnTo>
                    <a:pt x="1224010" y="1660258"/>
                  </a:lnTo>
                  <a:lnTo>
                    <a:pt x="1224010" y="1660240"/>
                  </a:lnTo>
                  <a:lnTo>
                    <a:pt x="1224009" y="1660221"/>
                  </a:lnTo>
                  <a:lnTo>
                    <a:pt x="1224006" y="1660203"/>
                  </a:lnTo>
                  <a:lnTo>
                    <a:pt x="1224001" y="1660184"/>
                  </a:lnTo>
                  <a:lnTo>
                    <a:pt x="1223994" y="1660165"/>
                  </a:lnTo>
                  <a:lnTo>
                    <a:pt x="1223988" y="1660147"/>
                  </a:lnTo>
                  <a:lnTo>
                    <a:pt x="1223982" y="1660128"/>
                  </a:lnTo>
                  <a:lnTo>
                    <a:pt x="1223976" y="1660110"/>
                  </a:lnTo>
                  <a:lnTo>
                    <a:pt x="1223969" y="1660091"/>
                  </a:lnTo>
                  <a:lnTo>
                    <a:pt x="1223963" y="1660078"/>
                  </a:lnTo>
                  <a:lnTo>
                    <a:pt x="1223957" y="1660073"/>
                  </a:lnTo>
                  <a:lnTo>
                    <a:pt x="1223951" y="1660061"/>
                  </a:lnTo>
                  <a:lnTo>
                    <a:pt x="1223938" y="1660037"/>
                  </a:lnTo>
                  <a:lnTo>
                    <a:pt x="1223932" y="1660026"/>
                  </a:lnTo>
                  <a:lnTo>
                    <a:pt x="1223931" y="1660019"/>
                  </a:lnTo>
                  <a:lnTo>
                    <a:pt x="1223922" y="1660000"/>
                  </a:lnTo>
                  <a:lnTo>
                    <a:pt x="1223909" y="1659982"/>
                  </a:lnTo>
                  <a:lnTo>
                    <a:pt x="1223901" y="1659972"/>
                  </a:lnTo>
                  <a:lnTo>
                    <a:pt x="1223897" y="1659964"/>
                  </a:lnTo>
                  <a:lnTo>
                    <a:pt x="1223890" y="1659946"/>
                  </a:lnTo>
                  <a:lnTo>
                    <a:pt x="1223888" y="1659937"/>
                  </a:lnTo>
                  <a:lnTo>
                    <a:pt x="1223888" y="1659927"/>
                  </a:lnTo>
                  <a:lnTo>
                    <a:pt x="1223885" y="1659909"/>
                  </a:lnTo>
                  <a:lnTo>
                    <a:pt x="1223886" y="1659890"/>
                  </a:lnTo>
                  <a:lnTo>
                    <a:pt x="1223886" y="1659872"/>
                  </a:lnTo>
                  <a:lnTo>
                    <a:pt x="1223886" y="1659853"/>
                  </a:lnTo>
                  <a:lnTo>
                    <a:pt x="1223884" y="1659835"/>
                  </a:lnTo>
                  <a:lnTo>
                    <a:pt x="1223884" y="1659817"/>
                  </a:lnTo>
                  <a:lnTo>
                    <a:pt x="1223879" y="1659798"/>
                  </a:lnTo>
                  <a:lnTo>
                    <a:pt x="1223874" y="1659779"/>
                  </a:lnTo>
                  <a:lnTo>
                    <a:pt x="1223871" y="1659761"/>
                  </a:lnTo>
                  <a:lnTo>
                    <a:pt x="1223871" y="1659742"/>
                  </a:lnTo>
                  <a:lnTo>
                    <a:pt x="1223871" y="1659731"/>
                  </a:lnTo>
                  <a:lnTo>
                    <a:pt x="1223873" y="1659724"/>
                  </a:lnTo>
                  <a:lnTo>
                    <a:pt x="1223879" y="1659705"/>
                  </a:lnTo>
                  <a:lnTo>
                    <a:pt x="1223886" y="1659682"/>
                  </a:lnTo>
                  <a:lnTo>
                    <a:pt x="1223888" y="1659665"/>
                  </a:lnTo>
                  <a:lnTo>
                    <a:pt x="1223884" y="1659648"/>
                  </a:lnTo>
                  <a:lnTo>
                    <a:pt x="1223880" y="1659640"/>
                  </a:lnTo>
                  <a:lnTo>
                    <a:pt x="1223878" y="1659621"/>
                  </a:lnTo>
                  <a:lnTo>
                    <a:pt x="1223870" y="1659603"/>
                  </a:lnTo>
                  <a:lnTo>
                    <a:pt x="1223860" y="1659584"/>
                  </a:lnTo>
                  <a:lnTo>
                    <a:pt x="1223858" y="1659577"/>
                  </a:lnTo>
                  <a:lnTo>
                    <a:pt x="1223851" y="1659566"/>
                  </a:lnTo>
                  <a:lnTo>
                    <a:pt x="1223841" y="1659547"/>
                  </a:lnTo>
                  <a:lnTo>
                    <a:pt x="1223830" y="1659529"/>
                  </a:lnTo>
                  <a:lnTo>
                    <a:pt x="1223821" y="1659511"/>
                  </a:lnTo>
                  <a:lnTo>
                    <a:pt x="1223816" y="1659502"/>
                  </a:lnTo>
                  <a:lnTo>
                    <a:pt x="1223814" y="1659492"/>
                  </a:lnTo>
                  <a:lnTo>
                    <a:pt x="1223810" y="1659474"/>
                  </a:lnTo>
                  <a:lnTo>
                    <a:pt x="1223807" y="1659452"/>
                  </a:lnTo>
                  <a:lnTo>
                    <a:pt x="1223802" y="1659436"/>
                  </a:lnTo>
                  <a:lnTo>
                    <a:pt x="1223798" y="1659418"/>
                  </a:lnTo>
                  <a:lnTo>
                    <a:pt x="1223791" y="1659399"/>
                  </a:lnTo>
                  <a:lnTo>
                    <a:pt x="1223785" y="1659381"/>
                  </a:lnTo>
                  <a:lnTo>
                    <a:pt x="1223776" y="1659362"/>
                  </a:lnTo>
                  <a:lnTo>
                    <a:pt x="1223770" y="1659344"/>
                  </a:lnTo>
                  <a:lnTo>
                    <a:pt x="1223763" y="1659333"/>
                  </a:lnTo>
                  <a:lnTo>
                    <a:pt x="1223761" y="1659325"/>
                  </a:lnTo>
                  <a:lnTo>
                    <a:pt x="1223751" y="1659307"/>
                  </a:lnTo>
                  <a:lnTo>
                    <a:pt x="1223744" y="1659297"/>
                  </a:lnTo>
                  <a:lnTo>
                    <a:pt x="1223741" y="1659288"/>
                  </a:lnTo>
                  <a:lnTo>
                    <a:pt x="1223738" y="1659283"/>
                  </a:lnTo>
                  <a:lnTo>
                    <a:pt x="1223737" y="1659270"/>
                  </a:lnTo>
                  <a:lnTo>
                    <a:pt x="1223741" y="1659251"/>
                  </a:lnTo>
                  <a:lnTo>
                    <a:pt x="1223742" y="1659233"/>
                  </a:lnTo>
                  <a:lnTo>
                    <a:pt x="1223746" y="1659214"/>
                  </a:lnTo>
                  <a:lnTo>
                    <a:pt x="1223746" y="1659205"/>
                  </a:lnTo>
                  <a:lnTo>
                    <a:pt x="1223744" y="1659196"/>
                  </a:lnTo>
                  <a:lnTo>
                    <a:pt x="1223742" y="1659187"/>
                  </a:lnTo>
                  <a:lnTo>
                    <a:pt x="1223742" y="1659177"/>
                  </a:lnTo>
                  <a:lnTo>
                    <a:pt x="1223740" y="1659159"/>
                  </a:lnTo>
                  <a:lnTo>
                    <a:pt x="1223740" y="1659150"/>
                  </a:lnTo>
                  <a:lnTo>
                    <a:pt x="1223736" y="1659142"/>
                  </a:lnTo>
                  <a:lnTo>
                    <a:pt x="1223731" y="1659132"/>
                  </a:lnTo>
                  <a:lnTo>
                    <a:pt x="1223723" y="1659123"/>
                  </a:lnTo>
                  <a:lnTo>
                    <a:pt x="1223714" y="1659109"/>
                  </a:lnTo>
                  <a:lnTo>
                    <a:pt x="1223709" y="1659106"/>
                  </a:lnTo>
                  <a:lnTo>
                    <a:pt x="1223697" y="1659085"/>
                  </a:lnTo>
                  <a:lnTo>
                    <a:pt x="1223693" y="1659077"/>
                  </a:lnTo>
                  <a:lnTo>
                    <a:pt x="1223683" y="1659063"/>
                  </a:lnTo>
                  <a:lnTo>
                    <a:pt x="1223677" y="1659059"/>
                  </a:lnTo>
                  <a:lnTo>
                    <a:pt x="1223672" y="1659056"/>
                  </a:lnTo>
                  <a:lnTo>
                    <a:pt x="1223655" y="1659051"/>
                  </a:lnTo>
                  <a:lnTo>
                    <a:pt x="1223637" y="1659046"/>
                  </a:lnTo>
                  <a:lnTo>
                    <a:pt x="1223619" y="1659039"/>
                  </a:lnTo>
                  <a:lnTo>
                    <a:pt x="1223615" y="1659037"/>
                  </a:lnTo>
                  <a:lnTo>
                    <a:pt x="1223604" y="1659027"/>
                  </a:lnTo>
                  <a:lnTo>
                    <a:pt x="1223599" y="1659014"/>
                  </a:lnTo>
                  <a:lnTo>
                    <a:pt x="1223599" y="1659007"/>
                  </a:lnTo>
                  <a:lnTo>
                    <a:pt x="1223604" y="1658988"/>
                  </a:lnTo>
                  <a:lnTo>
                    <a:pt x="1223606" y="1658975"/>
                  </a:lnTo>
                  <a:lnTo>
                    <a:pt x="1223611" y="1658967"/>
                  </a:lnTo>
                  <a:lnTo>
                    <a:pt x="1223619" y="1658951"/>
                  </a:lnTo>
                  <a:lnTo>
                    <a:pt x="1223627" y="1658933"/>
                  </a:lnTo>
                  <a:lnTo>
                    <a:pt x="1223630" y="1658914"/>
                  </a:lnTo>
                  <a:lnTo>
                    <a:pt x="1223628" y="1658896"/>
                  </a:lnTo>
                  <a:lnTo>
                    <a:pt x="1223626" y="1658878"/>
                  </a:lnTo>
                  <a:lnTo>
                    <a:pt x="1223620" y="1658867"/>
                  </a:lnTo>
                  <a:lnTo>
                    <a:pt x="1223617" y="1658859"/>
                  </a:lnTo>
                  <a:lnTo>
                    <a:pt x="1223613" y="1658845"/>
                  </a:lnTo>
                  <a:lnTo>
                    <a:pt x="1223609" y="1658841"/>
                  </a:lnTo>
                  <a:lnTo>
                    <a:pt x="1223600" y="1658822"/>
                  </a:lnTo>
                  <a:lnTo>
                    <a:pt x="1223597" y="1658803"/>
                  </a:lnTo>
                  <a:lnTo>
                    <a:pt x="1223594" y="1658798"/>
                  </a:lnTo>
                  <a:lnTo>
                    <a:pt x="1223593" y="1658785"/>
                  </a:lnTo>
                  <a:lnTo>
                    <a:pt x="1223592" y="1658775"/>
                  </a:lnTo>
                  <a:lnTo>
                    <a:pt x="1223588" y="1658766"/>
                  </a:lnTo>
                  <a:lnTo>
                    <a:pt x="1223582" y="1658748"/>
                  </a:lnTo>
                  <a:lnTo>
                    <a:pt x="1223576" y="1658729"/>
                  </a:lnTo>
                  <a:lnTo>
                    <a:pt x="1223572" y="1658711"/>
                  </a:lnTo>
                  <a:lnTo>
                    <a:pt x="1223572" y="1658692"/>
                  </a:lnTo>
                  <a:lnTo>
                    <a:pt x="1223572" y="1658674"/>
                  </a:lnTo>
                  <a:lnTo>
                    <a:pt x="1223567" y="1658584"/>
                  </a:lnTo>
                  <a:lnTo>
                    <a:pt x="1223567" y="1658565"/>
                  </a:lnTo>
                  <a:lnTo>
                    <a:pt x="1223567" y="1658556"/>
                  </a:lnTo>
                  <a:lnTo>
                    <a:pt x="1223564" y="1658547"/>
                  </a:lnTo>
                  <a:lnTo>
                    <a:pt x="1223549" y="1658483"/>
                  </a:lnTo>
                  <a:lnTo>
                    <a:pt x="1223547" y="1658464"/>
                  </a:lnTo>
                  <a:lnTo>
                    <a:pt x="1223541" y="1658446"/>
                  </a:lnTo>
                  <a:lnTo>
                    <a:pt x="1223538" y="1658435"/>
                  </a:lnTo>
                  <a:lnTo>
                    <a:pt x="1223534" y="1658427"/>
                  </a:lnTo>
                  <a:lnTo>
                    <a:pt x="1223522" y="1658409"/>
                  </a:lnTo>
                  <a:lnTo>
                    <a:pt x="1223517" y="1658401"/>
                  </a:lnTo>
                  <a:lnTo>
                    <a:pt x="1223509" y="1658390"/>
                  </a:lnTo>
                  <a:lnTo>
                    <a:pt x="1223494" y="1658371"/>
                  </a:lnTo>
                  <a:lnTo>
                    <a:pt x="1223477" y="1658354"/>
                  </a:lnTo>
                  <a:lnTo>
                    <a:pt x="1223458" y="1658339"/>
                  </a:lnTo>
                  <a:lnTo>
                    <a:pt x="1223443" y="1658328"/>
                  </a:lnTo>
                  <a:lnTo>
                    <a:pt x="1223423" y="1658313"/>
                  </a:lnTo>
                  <a:lnTo>
                    <a:pt x="1223408" y="1658304"/>
                  </a:lnTo>
                  <a:lnTo>
                    <a:pt x="1223390" y="1658293"/>
                  </a:lnTo>
                  <a:lnTo>
                    <a:pt x="1223380" y="1658288"/>
                  </a:lnTo>
                  <a:lnTo>
                    <a:pt x="1223373" y="1658284"/>
                  </a:lnTo>
                  <a:lnTo>
                    <a:pt x="1223360" y="1658274"/>
                  </a:lnTo>
                  <a:lnTo>
                    <a:pt x="1223356" y="1658269"/>
                  </a:lnTo>
                  <a:lnTo>
                    <a:pt x="1223347" y="1658259"/>
                  </a:lnTo>
                  <a:lnTo>
                    <a:pt x="1223341" y="1658253"/>
                  </a:lnTo>
                  <a:lnTo>
                    <a:pt x="1223328" y="1658237"/>
                  </a:lnTo>
                  <a:lnTo>
                    <a:pt x="1223320" y="1658229"/>
                  </a:lnTo>
                  <a:lnTo>
                    <a:pt x="1223311" y="1658227"/>
                  </a:lnTo>
                  <a:lnTo>
                    <a:pt x="1223293" y="1658220"/>
                  </a:lnTo>
                  <a:lnTo>
                    <a:pt x="1223276" y="1658219"/>
                  </a:lnTo>
                  <a:lnTo>
                    <a:pt x="1223258" y="1658215"/>
                  </a:lnTo>
                  <a:lnTo>
                    <a:pt x="1223245" y="1658211"/>
                  </a:lnTo>
                  <a:lnTo>
                    <a:pt x="1223241" y="1658207"/>
                  </a:lnTo>
                  <a:lnTo>
                    <a:pt x="1223232" y="1658202"/>
                  </a:lnTo>
                  <a:lnTo>
                    <a:pt x="1223223" y="1658199"/>
                  </a:lnTo>
                  <a:lnTo>
                    <a:pt x="1223206" y="1658201"/>
                  </a:lnTo>
                  <a:lnTo>
                    <a:pt x="1223188" y="1658198"/>
                  </a:lnTo>
                  <a:lnTo>
                    <a:pt x="1223170" y="1658197"/>
                  </a:lnTo>
                  <a:lnTo>
                    <a:pt x="1223153" y="1658193"/>
                  </a:lnTo>
                  <a:lnTo>
                    <a:pt x="1223135" y="1658190"/>
                  </a:lnTo>
                  <a:lnTo>
                    <a:pt x="1223118" y="1658183"/>
                  </a:lnTo>
                  <a:lnTo>
                    <a:pt x="1223105" y="1658178"/>
                  </a:lnTo>
                  <a:lnTo>
                    <a:pt x="1223100" y="1658174"/>
                  </a:lnTo>
                  <a:lnTo>
                    <a:pt x="1223085" y="1658163"/>
                  </a:lnTo>
                  <a:lnTo>
                    <a:pt x="1223079" y="1658155"/>
                  </a:lnTo>
                  <a:lnTo>
                    <a:pt x="1223076" y="1658144"/>
                  </a:lnTo>
                  <a:lnTo>
                    <a:pt x="1223070" y="1658125"/>
                  </a:lnTo>
                  <a:lnTo>
                    <a:pt x="1223064" y="1658107"/>
                  </a:lnTo>
                  <a:lnTo>
                    <a:pt x="1223059" y="1658095"/>
                  </a:lnTo>
                  <a:lnTo>
                    <a:pt x="1223059" y="1658088"/>
                  </a:lnTo>
                  <a:lnTo>
                    <a:pt x="1223052" y="1658070"/>
                  </a:lnTo>
                  <a:lnTo>
                    <a:pt x="1223048" y="1658051"/>
                  </a:lnTo>
                  <a:lnTo>
                    <a:pt x="1223047" y="1658043"/>
                  </a:lnTo>
                  <a:lnTo>
                    <a:pt x="1223042" y="1658034"/>
                  </a:lnTo>
                  <a:lnTo>
                    <a:pt x="1223038" y="1658023"/>
                  </a:lnTo>
                  <a:lnTo>
                    <a:pt x="1223034" y="1658014"/>
                  </a:lnTo>
                  <a:lnTo>
                    <a:pt x="1223019" y="1657999"/>
                  </a:lnTo>
                  <a:lnTo>
                    <a:pt x="1223007" y="1657988"/>
                  </a:lnTo>
                  <a:lnTo>
                    <a:pt x="1223001" y="1657986"/>
                  </a:lnTo>
                  <a:lnTo>
                    <a:pt x="1222984" y="1657976"/>
                  </a:lnTo>
                  <a:lnTo>
                    <a:pt x="1222966" y="1657962"/>
                  </a:lnTo>
                  <a:lnTo>
                    <a:pt x="1222961" y="1657957"/>
                  </a:lnTo>
                  <a:lnTo>
                    <a:pt x="1222955" y="1657945"/>
                  </a:lnTo>
                  <a:lnTo>
                    <a:pt x="1222952" y="1657935"/>
                  </a:lnTo>
                  <a:lnTo>
                    <a:pt x="1222947" y="1657897"/>
                  </a:lnTo>
                  <a:lnTo>
                    <a:pt x="1222945" y="1657890"/>
                  </a:lnTo>
                  <a:lnTo>
                    <a:pt x="1222940" y="1657871"/>
                  </a:lnTo>
                  <a:lnTo>
                    <a:pt x="1222930" y="1657853"/>
                  </a:lnTo>
                  <a:lnTo>
                    <a:pt x="1222917" y="1657834"/>
                  </a:lnTo>
                  <a:lnTo>
                    <a:pt x="1222909" y="1657815"/>
                  </a:lnTo>
                  <a:lnTo>
                    <a:pt x="1222899" y="1657797"/>
                  </a:lnTo>
                  <a:lnTo>
                    <a:pt x="1222893" y="1657778"/>
                  </a:lnTo>
                  <a:lnTo>
                    <a:pt x="1222890" y="1657769"/>
                  </a:lnTo>
                  <a:lnTo>
                    <a:pt x="1222890" y="1657760"/>
                  </a:lnTo>
                  <a:lnTo>
                    <a:pt x="1222891" y="1657741"/>
                  </a:lnTo>
                  <a:lnTo>
                    <a:pt x="1222890" y="1657734"/>
                  </a:lnTo>
                  <a:lnTo>
                    <a:pt x="1222893" y="1657704"/>
                  </a:lnTo>
                  <a:lnTo>
                    <a:pt x="1222894" y="1657686"/>
                  </a:lnTo>
                  <a:lnTo>
                    <a:pt x="1222893" y="1657668"/>
                  </a:lnTo>
                  <a:lnTo>
                    <a:pt x="1222894" y="1657649"/>
                  </a:lnTo>
                  <a:lnTo>
                    <a:pt x="1222890" y="1657632"/>
                  </a:lnTo>
                  <a:lnTo>
                    <a:pt x="1222886" y="1657624"/>
                  </a:lnTo>
                  <a:lnTo>
                    <a:pt x="1222874" y="1657612"/>
                  </a:lnTo>
                  <a:lnTo>
                    <a:pt x="1222857" y="1657600"/>
                  </a:lnTo>
                  <a:lnTo>
                    <a:pt x="1222839" y="1657591"/>
                  </a:lnTo>
                  <a:lnTo>
                    <a:pt x="1222822" y="1657583"/>
                  </a:lnTo>
                  <a:lnTo>
                    <a:pt x="1222804" y="1657578"/>
                  </a:lnTo>
                  <a:lnTo>
                    <a:pt x="1222787" y="1657572"/>
                  </a:lnTo>
                  <a:lnTo>
                    <a:pt x="1222769" y="1657566"/>
                  </a:lnTo>
                  <a:lnTo>
                    <a:pt x="1222750" y="1657558"/>
                  </a:lnTo>
                  <a:lnTo>
                    <a:pt x="1222733" y="1657547"/>
                  </a:lnTo>
                  <a:lnTo>
                    <a:pt x="1222724" y="1657540"/>
                  </a:lnTo>
                  <a:lnTo>
                    <a:pt x="1222718" y="1657533"/>
                  </a:lnTo>
                  <a:lnTo>
                    <a:pt x="1222701" y="1657514"/>
                  </a:lnTo>
                  <a:lnTo>
                    <a:pt x="1222686" y="1657498"/>
                  </a:lnTo>
                  <a:lnTo>
                    <a:pt x="1222671" y="1657489"/>
                  </a:lnTo>
                  <a:lnTo>
                    <a:pt x="1222661" y="1657483"/>
                  </a:lnTo>
                  <a:lnTo>
                    <a:pt x="1222651" y="1657478"/>
                  </a:lnTo>
                  <a:lnTo>
                    <a:pt x="1222640" y="1657472"/>
                  </a:lnTo>
                  <a:lnTo>
                    <a:pt x="1222635" y="1657462"/>
                  </a:lnTo>
                  <a:lnTo>
                    <a:pt x="1222623" y="1657446"/>
                  </a:lnTo>
                  <a:lnTo>
                    <a:pt x="1222620" y="1657437"/>
                  </a:lnTo>
                  <a:lnTo>
                    <a:pt x="1222616" y="1657425"/>
                  </a:lnTo>
                  <a:lnTo>
                    <a:pt x="1222611" y="1657420"/>
                  </a:lnTo>
                  <a:lnTo>
                    <a:pt x="1222605" y="1657409"/>
                  </a:lnTo>
                  <a:lnTo>
                    <a:pt x="1222598" y="1657399"/>
                  </a:lnTo>
                  <a:lnTo>
                    <a:pt x="1222590" y="1657392"/>
                  </a:lnTo>
                  <a:lnTo>
                    <a:pt x="1222573" y="1657383"/>
                  </a:lnTo>
                  <a:lnTo>
                    <a:pt x="1222555" y="1657371"/>
                  </a:lnTo>
                  <a:lnTo>
                    <a:pt x="1222539" y="1657358"/>
                  </a:lnTo>
                  <a:lnTo>
                    <a:pt x="1222531" y="1657348"/>
                  </a:lnTo>
                  <a:lnTo>
                    <a:pt x="1222527" y="1657341"/>
                  </a:lnTo>
                  <a:lnTo>
                    <a:pt x="1222519" y="1657323"/>
                  </a:lnTo>
                  <a:lnTo>
                    <a:pt x="1222514" y="1657304"/>
                  </a:lnTo>
                  <a:lnTo>
                    <a:pt x="1222511" y="1657293"/>
                  </a:lnTo>
                  <a:lnTo>
                    <a:pt x="1222506" y="1657286"/>
                  </a:lnTo>
                  <a:lnTo>
                    <a:pt x="1222495" y="1657267"/>
                  </a:lnTo>
                  <a:lnTo>
                    <a:pt x="1222492" y="1657261"/>
                  </a:lnTo>
                  <a:lnTo>
                    <a:pt x="1222477" y="1657224"/>
                  </a:lnTo>
                  <a:lnTo>
                    <a:pt x="1222473" y="1657195"/>
                  </a:lnTo>
                  <a:lnTo>
                    <a:pt x="1222470" y="1657184"/>
                  </a:lnTo>
                  <a:lnTo>
                    <a:pt x="1222469" y="1657173"/>
                  </a:lnTo>
                  <a:lnTo>
                    <a:pt x="1222466" y="1657155"/>
                  </a:lnTo>
                  <a:lnTo>
                    <a:pt x="1222464" y="1657137"/>
                  </a:lnTo>
                  <a:lnTo>
                    <a:pt x="1222462" y="1657119"/>
                  </a:lnTo>
                  <a:lnTo>
                    <a:pt x="1222460" y="1657101"/>
                  </a:lnTo>
                  <a:lnTo>
                    <a:pt x="1222456" y="1657082"/>
                  </a:lnTo>
                  <a:lnTo>
                    <a:pt x="1222452" y="1657063"/>
                  </a:lnTo>
                  <a:lnTo>
                    <a:pt x="1222429" y="1657018"/>
                  </a:lnTo>
                  <a:lnTo>
                    <a:pt x="1222426" y="1657008"/>
                  </a:lnTo>
                  <a:lnTo>
                    <a:pt x="1222424" y="1656996"/>
                  </a:lnTo>
                  <a:lnTo>
                    <a:pt x="1222420" y="1656989"/>
                  </a:lnTo>
                  <a:lnTo>
                    <a:pt x="1222419" y="1656981"/>
                  </a:lnTo>
                  <a:lnTo>
                    <a:pt x="1222414" y="1656971"/>
                  </a:lnTo>
                  <a:lnTo>
                    <a:pt x="1222402" y="1656952"/>
                  </a:lnTo>
                  <a:lnTo>
                    <a:pt x="1222394" y="1656945"/>
                  </a:lnTo>
                  <a:lnTo>
                    <a:pt x="1222383" y="1656920"/>
                  </a:lnTo>
                  <a:lnTo>
                    <a:pt x="1222385" y="1656913"/>
                  </a:lnTo>
                  <a:lnTo>
                    <a:pt x="1222391" y="1656909"/>
                  </a:lnTo>
                  <a:lnTo>
                    <a:pt x="1222403" y="1656899"/>
                  </a:lnTo>
                  <a:lnTo>
                    <a:pt x="1222420" y="1656887"/>
                  </a:lnTo>
                  <a:lnTo>
                    <a:pt x="1222438" y="1656880"/>
                  </a:lnTo>
                  <a:lnTo>
                    <a:pt x="1222455" y="1656877"/>
                  </a:lnTo>
                  <a:lnTo>
                    <a:pt x="1222489" y="1656862"/>
                  </a:lnTo>
                  <a:lnTo>
                    <a:pt x="1222500" y="1656855"/>
                  </a:lnTo>
                  <a:lnTo>
                    <a:pt x="1222505" y="1656850"/>
                  </a:lnTo>
                  <a:lnTo>
                    <a:pt x="1222522" y="1656838"/>
                  </a:lnTo>
                  <a:lnTo>
                    <a:pt x="1222540" y="1656832"/>
                  </a:lnTo>
                  <a:lnTo>
                    <a:pt x="1222557" y="1656834"/>
                  </a:lnTo>
                  <a:lnTo>
                    <a:pt x="1222575" y="1656839"/>
                  </a:lnTo>
                  <a:lnTo>
                    <a:pt x="1222585" y="1656843"/>
                  </a:lnTo>
                  <a:lnTo>
                    <a:pt x="1222593" y="1656843"/>
                  </a:lnTo>
                  <a:lnTo>
                    <a:pt x="1222610" y="1656846"/>
                  </a:lnTo>
                  <a:lnTo>
                    <a:pt x="1222628" y="1656844"/>
                  </a:lnTo>
                  <a:lnTo>
                    <a:pt x="1222645" y="1656842"/>
                  </a:lnTo>
                  <a:lnTo>
                    <a:pt x="1222663" y="1656841"/>
                  </a:lnTo>
                  <a:lnTo>
                    <a:pt x="1222680" y="1656836"/>
                  </a:lnTo>
                  <a:lnTo>
                    <a:pt x="1222693" y="1656831"/>
                  </a:lnTo>
                  <a:lnTo>
                    <a:pt x="1222698" y="1656827"/>
                  </a:lnTo>
                  <a:lnTo>
                    <a:pt x="1222711" y="1656814"/>
                  </a:lnTo>
                  <a:lnTo>
                    <a:pt x="1222713" y="1656794"/>
                  </a:lnTo>
                  <a:lnTo>
                    <a:pt x="1222713" y="1656787"/>
                  </a:lnTo>
                  <a:lnTo>
                    <a:pt x="1222718" y="1656775"/>
                  </a:lnTo>
                  <a:lnTo>
                    <a:pt x="1222727" y="1656762"/>
                  </a:lnTo>
                  <a:lnTo>
                    <a:pt x="1222732" y="1656758"/>
                  </a:lnTo>
                  <a:lnTo>
                    <a:pt x="1222748" y="1656747"/>
                  </a:lnTo>
                  <a:lnTo>
                    <a:pt x="1222757" y="1656743"/>
                  </a:lnTo>
                  <a:lnTo>
                    <a:pt x="1222763" y="1656735"/>
                  </a:lnTo>
                  <a:lnTo>
                    <a:pt x="1222773" y="1656716"/>
                  </a:lnTo>
                  <a:lnTo>
                    <a:pt x="1222775" y="1656710"/>
                  </a:lnTo>
                  <a:lnTo>
                    <a:pt x="1222780" y="1656704"/>
                  </a:lnTo>
                  <a:lnTo>
                    <a:pt x="1222785" y="1656700"/>
                  </a:lnTo>
                  <a:lnTo>
                    <a:pt x="1222789" y="1656697"/>
                  </a:lnTo>
                  <a:lnTo>
                    <a:pt x="1222802" y="1656692"/>
                  </a:lnTo>
                  <a:lnTo>
                    <a:pt x="1222813" y="1656687"/>
                  </a:lnTo>
                  <a:lnTo>
                    <a:pt x="1222820" y="1656681"/>
                  </a:lnTo>
                  <a:lnTo>
                    <a:pt x="1222827" y="1656672"/>
                  </a:lnTo>
                  <a:lnTo>
                    <a:pt x="1222832" y="1656662"/>
                  </a:lnTo>
                  <a:lnTo>
                    <a:pt x="1222837" y="1656648"/>
                  </a:lnTo>
                  <a:lnTo>
                    <a:pt x="1222859" y="1656630"/>
                  </a:lnTo>
                  <a:lnTo>
                    <a:pt x="1222859" y="1656612"/>
                  </a:lnTo>
                  <a:lnTo>
                    <a:pt x="1222856" y="1656606"/>
                  </a:lnTo>
                  <a:lnTo>
                    <a:pt x="1222822" y="1656470"/>
                  </a:lnTo>
                  <a:lnTo>
                    <a:pt x="1222823" y="1656459"/>
                  </a:lnTo>
                  <a:lnTo>
                    <a:pt x="1222825" y="1656453"/>
                  </a:lnTo>
                  <a:lnTo>
                    <a:pt x="1222835" y="1656440"/>
                  </a:lnTo>
                  <a:lnTo>
                    <a:pt x="1222850" y="1656424"/>
                  </a:lnTo>
                  <a:lnTo>
                    <a:pt x="1222856" y="1656413"/>
                  </a:lnTo>
                  <a:lnTo>
                    <a:pt x="1222857" y="1656380"/>
                  </a:lnTo>
                  <a:lnTo>
                    <a:pt x="1222852" y="1656362"/>
                  </a:lnTo>
                  <a:lnTo>
                    <a:pt x="1222845" y="1656343"/>
                  </a:lnTo>
                  <a:lnTo>
                    <a:pt x="1222834" y="1656327"/>
                  </a:lnTo>
                  <a:lnTo>
                    <a:pt x="1222826" y="1656317"/>
                  </a:lnTo>
                  <a:lnTo>
                    <a:pt x="1222822" y="1656308"/>
                  </a:lnTo>
                  <a:lnTo>
                    <a:pt x="1222842" y="1656279"/>
                  </a:lnTo>
                  <a:lnTo>
                    <a:pt x="1222856" y="1656271"/>
                  </a:lnTo>
                  <a:lnTo>
                    <a:pt x="1222864" y="1656269"/>
                  </a:lnTo>
                  <a:lnTo>
                    <a:pt x="1222874" y="1656269"/>
                  </a:lnTo>
                  <a:lnTo>
                    <a:pt x="1222884" y="1656269"/>
                  </a:lnTo>
                  <a:lnTo>
                    <a:pt x="1222893" y="1656266"/>
                  </a:lnTo>
                  <a:lnTo>
                    <a:pt x="1222900" y="1656259"/>
                  </a:lnTo>
                  <a:lnTo>
                    <a:pt x="1222903" y="1656252"/>
                  </a:lnTo>
                  <a:lnTo>
                    <a:pt x="1222905" y="1656233"/>
                  </a:lnTo>
                  <a:lnTo>
                    <a:pt x="1222905" y="1656215"/>
                  </a:lnTo>
                  <a:lnTo>
                    <a:pt x="1222907" y="1656196"/>
                  </a:lnTo>
                  <a:lnTo>
                    <a:pt x="1222914" y="1656178"/>
                  </a:lnTo>
                  <a:lnTo>
                    <a:pt x="1222920" y="1656159"/>
                  </a:lnTo>
                  <a:lnTo>
                    <a:pt x="1222923" y="1656154"/>
                  </a:lnTo>
                  <a:lnTo>
                    <a:pt x="1222924" y="1656142"/>
                  </a:lnTo>
                  <a:lnTo>
                    <a:pt x="1222920" y="1656105"/>
                  </a:lnTo>
                  <a:lnTo>
                    <a:pt x="1222925" y="1656104"/>
                  </a:lnTo>
                  <a:lnTo>
                    <a:pt x="1222941" y="1656105"/>
                  </a:lnTo>
                  <a:lnTo>
                    <a:pt x="1222961" y="1656109"/>
                  </a:lnTo>
                  <a:lnTo>
                    <a:pt x="1222978" y="1656110"/>
                  </a:lnTo>
                  <a:lnTo>
                    <a:pt x="1222990" y="1656110"/>
                  </a:lnTo>
                  <a:lnTo>
                    <a:pt x="1222996" y="1656113"/>
                  </a:lnTo>
                  <a:lnTo>
                    <a:pt x="1223013" y="1656121"/>
                  </a:lnTo>
                  <a:lnTo>
                    <a:pt x="1223017" y="1656125"/>
                  </a:lnTo>
                  <a:lnTo>
                    <a:pt x="1223025" y="1656128"/>
                  </a:lnTo>
                  <a:lnTo>
                    <a:pt x="1223029" y="1656131"/>
                  </a:lnTo>
                  <a:lnTo>
                    <a:pt x="1223047" y="1656141"/>
                  </a:lnTo>
                  <a:lnTo>
                    <a:pt x="1223065" y="1656148"/>
                  </a:lnTo>
                  <a:lnTo>
                    <a:pt x="1223107" y="1656153"/>
                  </a:lnTo>
                  <a:lnTo>
                    <a:pt x="1223144" y="1656177"/>
                  </a:lnTo>
                  <a:lnTo>
                    <a:pt x="1223158" y="1656189"/>
                  </a:lnTo>
                  <a:lnTo>
                    <a:pt x="1223191" y="1656197"/>
                  </a:lnTo>
                  <a:lnTo>
                    <a:pt x="1223224" y="1656187"/>
                  </a:lnTo>
                  <a:lnTo>
                    <a:pt x="1223234" y="1656174"/>
                  </a:lnTo>
                  <a:lnTo>
                    <a:pt x="1223233" y="1656145"/>
                  </a:lnTo>
                  <a:lnTo>
                    <a:pt x="1223240" y="1656125"/>
                  </a:lnTo>
                  <a:lnTo>
                    <a:pt x="1223250" y="1656112"/>
                  </a:lnTo>
                  <a:lnTo>
                    <a:pt x="1223266" y="1656110"/>
                  </a:lnTo>
                  <a:lnTo>
                    <a:pt x="1223277" y="1656114"/>
                  </a:lnTo>
                  <a:lnTo>
                    <a:pt x="1223284" y="1656118"/>
                  </a:lnTo>
                  <a:lnTo>
                    <a:pt x="1223300" y="1656127"/>
                  </a:lnTo>
                  <a:lnTo>
                    <a:pt x="1223312" y="1656130"/>
                  </a:lnTo>
                  <a:lnTo>
                    <a:pt x="1223321" y="1656127"/>
                  </a:lnTo>
                  <a:lnTo>
                    <a:pt x="1223327" y="1656121"/>
                  </a:lnTo>
                  <a:lnTo>
                    <a:pt x="1223332" y="1656113"/>
                  </a:lnTo>
                  <a:lnTo>
                    <a:pt x="1223339" y="1656103"/>
                  </a:lnTo>
                  <a:lnTo>
                    <a:pt x="1223348" y="1656096"/>
                  </a:lnTo>
                  <a:lnTo>
                    <a:pt x="1223352" y="1656092"/>
                  </a:lnTo>
                  <a:lnTo>
                    <a:pt x="1223378" y="1656088"/>
                  </a:lnTo>
                  <a:lnTo>
                    <a:pt x="1223401" y="1656076"/>
                  </a:lnTo>
                  <a:lnTo>
                    <a:pt x="1223407" y="1656068"/>
                  </a:lnTo>
                  <a:lnTo>
                    <a:pt x="1223426" y="1656032"/>
                  </a:lnTo>
                  <a:lnTo>
                    <a:pt x="1223429" y="1656028"/>
                  </a:lnTo>
                  <a:lnTo>
                    <a:pt x="1223436" y="1656026"/>
                  </a:lnTo>
                  <a:lnTo>
                    <a:pt x="1223456" y="1656026"/>
                  </a:lnTo>
                  <a:lnTo>
                    <a:pt x="1223465" y="1656031"/>
                  </a:lnTo>
                  <a:lnTo>
                    <a:pt x="1223471" y="1656038"/>
                  </a:lnTo>
                  <a:lnTo>
                    <a:pt x="1223493" y="1656068"/>
                  </a:lnTo>
                  <a:lnTo>
                    <a:pt x="1223504" y="1656079"/>
                  </a:lnTo>
                  <a:lnTo>
                    <a:pt x="1223521" y="1656087"/>
                  </a:lnTo>
                  <a:lnTo>
                    <a:pt x="1223549" y="1656082"/>
                  </a:lnTo>
                  <a:lnTo>
                    <a:pt x="1223567" y="1656072"/>
                  </a:lnTo>
                  <a:lnTo>
                    <a:pt x="1223586" y="1656074"/>
                  </a:lnTo>
                  <a:lnTo>
                    <a:pt x="1223603" y="1656081"/>
                  </a:lnTo>
                  <a:lnTo>
                    <a:pt x="1223621" y="1656090"/>
                  </a:lnTo>
                  <a:lnTo>
                    <a:pt x="1223631" y="1656091"/>
                  </a:lnTo>
                  <a:lnTo>
                    <a:pt x="1223639" y="1656086"/>
                  </a:lnTo>
                  <a:lnTo>
                    <a:pt x="1223645" y="1656067"/>
                  </a:lnTo>
                  <a:lnTo>
                    <a:pt x="1223649" y="1656049"/>
                  </a:lnTo>
                  <a:lnTo>
                    <a:pt x="1223656" y="1656030"/>
                  </a:lnTo>
                  <a:lnTo>
                    <a:pt x="1223664" y="1656019"/>
                  </a:lnTo>
                  <a:lnTo>
                    <a:pt x="1223670" y="1656015"/>
                  </a:lnTo>
                  <a:lnTo>
                    <a:pt x="1223682" y="1656010"/>
                  </a:lnTo>
                  <a:lnTo>
                    <a:pt x="1223690" y="1656005"/>
                  </a:lnTo>
                  <a:lnTo>
                    <a:pt x="1223694" y="1655999"/>
                  </a:lnTo>
                  <a:lnTo>
                    <a:pt x="1223693" y="1655990"/>
                  </a:lnTo>
                  <a:lnTo>
                    <a:pt x="1223684" y="1655971"/>
                  </a:lnTo>
                  <a:lnTo>
                    <a:pt x="1223675" y="1655953"/>
                  </a:lnTo>
                  <a:lnTo>
                    <a:pt x="1223664" y="1655942"/>
                  </a:lnTo>
                  <a:lnTo>
                    <a:pt x="1223658" y="1655939"/>
                  </a:lnTo>
                  <a:lnTo>
                    <a:pt x="1223652" y="1655935"/>
                  </a:lnTo>
                  <a:lnTo>
                    <a:pt x="1223640" y="1655933"/>
                  </a:lnTo>
                  <a:lnTo>
                    <a:pt x="1223623" y="1655930"/>
                  </a:lnTo>
                  <a:lnTo>
                    <a:pt x="1223610" y="1655926"/>
                  </a:lnTo>
                  <a:lnTo>
                    <a:pt x="1223605" y="1655922"/>
                  </a:lnTo>
                  <a:lnTo>
                    <a:pt x="1223599" y="1655916"/>
                  </a:lnTo>
                  <a:lnTo>
                    <a:pt x="1223597" y="1655903"/>
                  </a:lnTo>
                  <a:lnTo>
                    <a:pt x="1223597" y="1655897"/>
                  </a:lnTo>
                  <a:lnTo>
                    <a:pt x="1223600" y="1655892"/>
                  </a:lnTo>
                  <a:lnTo>
                    <a:pt x="1223608" y="1655890"/>
                  </a:lnTo>
                  <a:lnTo>
                    <a:pt x="1223625" y="1655887"/>
                  </a:lnTo>
                  <a:lnTo>
                    <a:pt x="1223643" y="1655886"/>
                  </a:lnTo>
                  <a:lnTo>
                    <a:pt x="1223660" y="1655885"/>
                  </a:lnTo>
                  <a:lnTo>
                    <a:pt x="1223677" y="1655879"/>
                  </a:lnTo>
                  <a:lnTo>
                    <a:pt x="1223693" y="1655862"/>
                  </a:lnTo>
                  <a:lnTo>
                    <a:pt x="1223699" y="1655854"/>
                  </a:lnTo>
                  <a:lnTo>
                    <a:pt x="1223708" y="1655849"/>
                  </a:lnTo>
                  <a:lnTo>
                    <a:pt x="1223727" y="1655843"/>
                  </a:lnTo>
                  <a:lnTo>
                    <a:pt x="1223745" y="1655841"/>
                  </a:lnTo>
                  <a:lnTo>
                    <a:pt x="1223763" y="1655838"/>
                  </a:lnTo>
                  <a:lnTo>
                    <a:pt x="1223766" y="1655831"/>
                  </a:lnTo>
                  <a:lnTo>
                    <a:pt x="1223761" y="1655821"/>
                  </a:lnTo>
                  <a:lnTo>
                    <a:pt x="1223748" y="1655803"/>
                  </a:lnTo>
                  <a:lnTo>
                    <a:pt x="1223747" y="1655789"/>
                  </a:lnTo>
                  <a:lnTo>
                    <a:pt x="1223749" y="1655784"/>
                  </a:lnTo>
                  <a:lnTo>
                    <a:pt x="1223752" y="1655777"/>
                  </a:lnTo>
                  <a:lnTo>
                    <a:pt x="1223759" y="1655766"/>
                  </a:lnTo>
                  <a:lnTo>
                    <a:pt x="1223772" y="1655753"/>
                  </a:lnTo>
                  <a:lnTo>
                    <a:pt x="1223790" y="1655755"/>
                  </a:lnTo>
                  <a:lnTo>
                    <a:pt x="1223808" y="1655764"/>
                  </a:lnTo>
                  <a:lnTo>
                    <a:pt x="1223816" y="1655769"/>
                  </a:lnTo>
                  <a:lnTo>
                    <a:pt x="1223825" y="1655772"/>
                  </a:lnTo>
                  <a:lnTo>
                    <a:pt x="1223843" y="1655776"/>
                  </a:lnTo>
                  <a:lnTo>
                    <a:pt x="1223859" y="1655782"/>
                  </a:lnTo>
                  <a:lnTo>
                    <a:pt x="1223874" y="1655800"/>
                  </a:lnTo>
                  <a:lnTo>
                    <a:pt x="1223891" y="1655817"/>
                  </a:lnTo>
                  <a:lnTo>
                    <a:pt x="1223898" y="1655820"/>
                  </a:lnTo>
                  <a:lnTo>
                    <a:pt x="1223907" y="1655820"/>
                  </a:lnTo>
                  <a:lnTo>
                    <a:pt x="1223925" y="1655815"/>
                  </a:lnTo>
                  <a:lnTo>
                    <a:pt x="1223966" y="1655793"/>
                  </a:lnTo>
                  <a:lnTo>
                    <a:pt x="1223983" y="1655783"/>
                  </a:lnTo>
                  <a:lnTo>
                    <a:pt x="1224000" y="1655775"/>
                  </a:lnTo>
                  <a:lnTo>
                    <a:pt x="1224018" y="1655769"/>
                  </a:lnTo>
                  <a:lnTo>
                    <a:pt x="1224035" y="1655770"/>
                  </a:lnTo>
                  <a:lnTo>
                    <a:pt x="1224053" y="1655767"/>
                  </a:lnTo>
                  <a:lnTo>
                    <a:pt x="1224070" y="1655763"/>
                  </a:lnTo>
                  <a:lnTo>
                    <a:pt x="1224088" y="1655758"/>
                  </a:lnTo>
                  <a:lnTo>
                    <a:pt x="1224105" y="1655751"/>
                  </a:lnTo>
                  <a:lnTo>
                    <a:pt x="1224123" y="1655744"/>
                  </a:lnTo>
                  <a:lnTo>
                    <a:pt x="1224133" y="1655744"/>
                  </a:lnTo>
                  <a:lnTo>
                    <a:pt x="1224142" y="1655750"/>
                  </a:lnTo>
                  <a:lnTo>
                    <a:pt x="1224148" y="1655761"/>
                  </a:lnTo>
                  <a:lnTo>
                    <a:pt x="1224144" y="1655802"/>
                  </a:lnTo>
                  <a:lnTo>
                    <a:pt x="1224148" y="1655818"/>
                  </a:lnTo>
                  <a:lnTo>
                    <a:pt x="1224154" y="1655826"/>
                  </a:lnTo>
                  <a:lnTo>
                    <a:pt x="1224161" y="1655828"/>
                  </a:lnTo>
                  <a:lnTo>
                    <a:pt x="1224170" y="1655829"/>
                  </a:lnTo>
                  <a:lnTo>
                    <a:pt x="1224179" y="1655828"/>
                  </a:lnTo>
                  <a:lnTo>
                    <a:pt x="1224191" y="1655827"/>
                  </a:lnTo>
                  <a:lnTo>
                    <a:pt x="1224197" y="1655828"/>
                  </a:lnTo>
                  <a:lnTo>
                    <a:pt x="1224205" y="1655831"/>
                  </a:lnTo>
                  <a:lnTo>
                    <a:pt x="1224214" y="1655831"/>
                  </a:lnTo>
                  <a:lnTo>
                    <a:pt x="1224232" y="1655831"/>
                  </a:lnTo>
                  <a:lnTo>
                    <a:pt x="1224250" y="1655830"/>
                  </a:lnTo>
                  <a:lnTo>
                    <a:pt x="1224267" y="1655830"/>
                  </a:lnTo>
                  <a:lnTo>
                    <a:pt x="1224285" y="1655826"/>
                  </a:lnTo>
                  <a:lnTo>
                    <a:pt x="1224302" y="1655816"/>
                  </a:lnTo>
                  <a:lnTo>
                    <a:pt x="1224320" y="1655811"/>
                  </a:lnTo>
                  <a:lnTo>
                    <a:pt x="1224337" y="1655811"/>
                  </a:lnTo>
                  <a:lnTo>
                    <a:pt x="1224349" y="1655813"/>
                  </a:lnTo>
                  <a:lnTo>
                    <a:pt x="1224355" y="1655810"/>
                  </a:lnTo>
                  <a:lnTo>
                    <a:pt x="1224372" y="1655805"/>
                  </a:lnTo>
                  <a:lnTo>
                    <a:pt x="1224418" y="1655782"/>
                  </a:lnTo>
                  <a:lnTo>
                    <a:pt x="1224429" y="1655782"/>
                  </a:lnTo>
                  <a:lnTo>
                    <a:pt x="1224441" y="1655783"/>
                  </a:lnTo>
                  <a:lnTo>
                    <a:pt x="1224446" y="1655781"/>
                  </a:lnTo>
                  <a:lnTo>
                    <a:pt x="1224464" y="1655780"/>
                  </a:lnTo>
                  <a:lnTo>
                    <a:pt x="1224470" y="1655780"/>
                  </a:lnTo>
                  <a:lnTo>
                    <a:pt x="1224478" y="1655785"/>
                  </a:lnTo>
                  <a:lnTo>
                    <a:pt x="1224495" y="1655791"/>
                  </a:lnTo>
                  <a:lnTo>
                    <a:pt x="1224507" y="1655774"/>
                  </a:lnTo>
                  <a:lnTo>
                    <a:pt x="1224525" y="1655757"/>
                  </a:lnTo>
                  <a:lnTo>
                    <a:pt x="1224537" y="1655748"/>
                  </a:lnTo>
                  <a:lnTo>
                    <a:pt x="1224541" y="1655743"/>
                  </a:lnTo>
                  <a:lnTo>
                    <a:pt x="1224556" y="1655725"/>
                  </a:lnTo>
                  <a:lnTo>
                    <a:pt x="1224567" y="1655707"/>
                  </a:lnTo>
                  <a:lnTo>
                    <a:pt x="1224581" y="1655670"/>
                  </a:lnTo>
                  <a:lnTo>
                    <a:pt x="1224589" y="1655658"/>
                  </a:lnTo>
                  <a:lnTo>
                    <a:pt x="1224595" y="1655653"/>
                  </a:lnTo>
                  <a:lnTo>
                    <a:pt x="1224602" y="1655649"/>
                  </a:lnTo>
                  <a:lnTo>
                    <a:pt x="1224608" y="1655643"/>
                  </a:lnTo>
                  <a:lnTo>
                    <a:pt x="1224611" y="1655638"/>
                  </a:lnTo>
                  <a:lnTo>
                    <a:pt x="1224624" y="1655620"/>
                  </a:lnTo>
                  <a:lnTo>
                    <a:pt x="1224634" y="1655601"/>
                  </a:lnTo>
                  <a:lnTo>
                    <a:pt x="1224648" y="1655583"/>
                  </a:lnTo>
                  <a:lnTo>
                    <a:pt x="1224691" y="1655530"/>
                  </a:lnTo>
                  <a:lnTo>
                    <a:pt x="1224696" y="1655527"/>
                  </a:lnTo>
                  <a:lnTo>
                    <a:pt x="1224701" y="1655522"/>
                  </a:lnTo>
                  <a:lnTo>
                    <a:pt x="1224717" y="1655509"/>
                  </a:lnTo>
                  <a:lnTo>
                    <a:pt x="1224736" y="1655498"/>
                  </a:lnTo>
                  <a:lnTo>
                    <a:pt x="1224773" y="1655482"/>
                  </a:lnTo>
                  <a:lnTo>
                    <a:pt x="1224787" y="1655471"/>
                  </a:lnTo>
                  <a:lnTo>
                    <a:pt x="1224790" y="1655466"/>
                  </a:lnTo>
                  <a:lnTo>
                    <a:pt x="1224801" y="1655449"/>
                  </a:lnTo>
                  <a:lnTo>
                    <a:pt x="1224807" y="1655430"/>
                  </a:lnTo>
                  <a:lnTo>
                    <a:pt x="1224811" y="1655417"/>
                  </a:lnTo>
                  <a:lnTo>
                    <a:pt x="1224815" y="1655412"/>
                  </a:lnTo>
                  <a:lnTo>
                    <a:pt x="1224830" y="1655398"/>
                  </a:lnTo>
                  <a:lnTo>
                    <a:pt x="1224838" y="1655396"/>
                  </a:lnTo>
                  <a:lnTo>
                    <a:pt x="1224848" y="1655396"/>
                  </a:lnTo>
                  <a:lnTo>
                    <a:pt x="1224867" y="1655401"/>
                  </a:lnTo>
                  <a:lnTo>
                    <a:pt x="1224896" y="1655413"/>
                  </a:lnTo>
                  <a:lnTo>
                    <a:pt x="1224908" y="1655421"/>
                  </a:lnTo>
                  <a:lnTo>
                    <a:pt x="1224926" y="1655428"/>
                  </a:lnTo>
                  <a:lnTo>
                    <a:pt x="1224934" y="1655431"/>
                  </a:lnTo>
                  <a:lnTo>
                    <a:pt x="1224945" y="1655432"/>
                  </a:lnTo>
                  <a:lnTo>
                    <a:pt x="1224952" y="1655429"/>
                  </a:lnTo>
                  <a:lnTo>
                    <a:pt x="1224961" y="1655429"/>
                  </a:lnTo>
                  <a:lnTo>
                    <a:pt x="1224974" y="1655431"/>
                  </a:lnTo>
                  <a:lnTo>
                    <a:pt x="1224979" y="1655433"/>
                  </a:lnTo>
                  <a:lnTo>
                    <a:pt x="1224997" y="1655443"/>
                  </a:lnTo>
                  <a:lnTo>
                    <a:pt x="1225009" y="1655448"/>
                  </a:lnTo>
                  <a:lnTo>
                    <a:pt x="1225038" y="1655447"/>
                  </a:lnTo>
                  <a:lnTo>
                    <a:pt x="1225055" y="1655438"/>
                  </a:lnTo>
                  <a:lnTo>
                    <a:pt x="1225064" y="1655432"/>
                  </a:lnTo>
                  <a:lnTo>
                    <a:pt x="1225094" y="1655432"/>
                  </a:lnTo>
                  <a:lnTo>
                    <a:pt x="1225106" y="1655442"/>
                  </a:lnTo>
                  <a:lnTo>
                    <a:pt x="1225118" y="1655456"/>
                  </a:lnTo>
                  <a:lnTo>
                    <a:pt x="1225129" y="1655462"/>
                  </a:lnTo>
                  <a:lnTo>
                    <a:pt x="1225136" y="1655463"/>
                  </a:lnTo>
                  <a:lnTo>
                    <a:pt x="1225201" y="1655480"/>
                  </a:lnTo>
                  <a:lnTo>
                    <a:pt x="1225228" y="1655477"/>
                  </a:lnTo>
                  <a:lnTo>
                    <a:pt x="1225244" y="1655470"/>
                  </a:lnTo>
                  <a:lnTo>
                    <a:pt x="1225261" y="1655466"/>
                  </a:lnTo>
                  <a:lnTo>
                    <a:pt x="1225281" y="1655466"/>
                  </a:lnTo>
                  <a:lnTo>
                    <a:pt x="1225296" y="1655466"/>
                  </a:lnTo>
                  <a:lnTo>
                    <a:pt x="1225314" y="1655467"/>
                  </a:lnTo>
                  <a:lnTo>
                    <a:pt x="1225329" y="1655471"/>
                  </a:lnTo>
                  <a:lnTo>
                    <a:pt x="1225349" y="1655480"/>
                  </a:lnTo>
                  <a:lnTo>
                    <a:pt x="1225377" y="1655489"/>
                  </a:lnTo>
                  <a:lnTo>
                    <a:pt x="1225395" y="1655491"/>
                  </a:lnTo>
                  <a:lnTo>
                    <a:pt x="1225414" y="1655494"/>
                  </a:lnTo>
                  <a:lnTo>
                    <a:pt x="1225432" y="1655492"/>
                  </a:lnTo>
                  <a:lnTo>
                    <a:pt x="1225450" y="1655494"/>
                  </a:lnTo>
                  <a:lnTo>
                    <a:pt x="1225467" y="1655494"/>
                  </a:lnTo>
                  <a:lnTo>
                    <a:pt x="1225475" y="1655494"/>
                  </a:lnTo>
                  <a:lnTo>
                    <a:pt x="1225485" y="1655497"/>
                  </a:lnTo>
                  <a:lnTo>
                    <a:pt x="1225500" y="1655509"/>
                  </a:lnTo>
                  <a:lnTo>
                    <a:pt x="1225504" y="1655512"/>
                  </a:lnTo>
                  <a:lnTo>
                    <a:pt x="1225517" y="1655525"/>
                  </a:lnTo>
                  <a:lnTo>
                    <a:pt x="1225535" y="1655538"/>
                  </a:lnTo>
                  <a:lnTo>
                    <a:pt x="1225544" y="1655546"/>
                  </a:lnTo>
                  <a:lnTo>
                    <a:pt x="1225552" y="1655549"/>
                  </a:lnTo>
                  <a:lnTo>
                    <a:pt x="1225570" y="1655558"/>
                  </a:lnTo>
                  <a:lnTo>
                    <a:pt x="1225582" y="1655561"/>
                  </a:lnTo>
                  <a:lnTo>
                    <a:pt x="1225587" y="1655565"/>
                  </a:lnTo>
                  <a:lnTo>
                    <a:pt x="1225605" y="1655570"/>
                  </a:lnTo>
                  <a:lnTo>
                    <a:pt x="1225623" y="1655573"/>
                  </a:lnTo>
                  <a:lnTo>
                    <a:pt x="1225635" y="1655572"/>
                  </a:lnTo>
                  <a:lnTo>
                    <a:pt x="1225640" y="1655570"/>
                  </a:lnTo>
                  <a:lnTo>
                    <a:pt x="1225658" y="1655563"/>
                  </a:lnTo>
                  <a:lnTo>
                    <a:pt x="1225675" y="1655556"/>
                  </a:lnTo>
                  <a:lnTo>
                    <a:pt x="1225693" y="1655546"/>
                  </a:lnTo>
                  <a:lnTo>
                    <a:pt x="1225730" y="1655535"/>
                  </a:lnTo>
                  <a:lnTo>
                    <a:pt x="1225724" y="1655522"/>
                  </a:lnTo>
                  <a:lnTo>
                    <a:pt x="1225735" y="1655498"/>
                  </a:lnTo>
                  <a:lnTo>
                    <a:pt x="1225740" y="1655487"/>
                  </a:lnTo>
                  <a:lnTo>
                    <a:pt x="1225740" y="1655477"/>
                  </a:lnTo>
                  <a:lnTo>
                    <a:pt x="1225741" y="1655467"/>
                  </a:lnTo>
                  <a:lnTo>
                    <a:pt x="1225745" y="1655459"/>
                  </a:lnTo>
                  <a:lnTo>
                    <a:pt x="1225750" y="1655440"/>
                  </a:lnTo>
                  <a:lnTo>
                    <a:pt x="1225750" y="1655434"/>
                  </a:lnTo>
                  <a:lnTo>
                    <a:pt x="1225756" y="1655420"/>
                  </a:lnTo>
                  <a:lnTo>
                    <a:pt x="1225774" y="1655365"/>
                  </a:lnTo>
                  <a:lnTo>
                    <a:pt x="1225776" y="1655355"/>
                  </a:lnTo>
                  <a:lnTo>
                    <a:pt x="1225779" y="1655347"/>
                  </a:lnTo>
                  <a:lnTo>
                    <a:pt x="1225783" y="1655328"/>
                  </a:lnTo>
                  <a:lnTo>
                    <a:pt x="1225783" y="1655310"/>
                  </a:lnTo>
                  <a:lnTo>
                    <a:pt x="1225785" y="1655298"/>
                  </a:lnTo>
                  <a:lnTo>
                    <a:pt x="1225787" y="1655289"/>
                  </a:lnTo>
                  <a:lnTo>
                    <a:pt x="1225791" y="1655273"/>
                  </a:lnTo>
                  <a:lnTo>
                    <a:pt x="1225794" y="1655262"/>
                  </a:lnTo>
                  <a:lnTo>
                    <a:pt x="1225794" y="1655254"/>
                  </a:lnTo>
                  <a:lnTo>
                    <a:pt x="1225798" y="1655236"/>
                  </a:lnTo>
                  <a:lnTo>
                    <a:pt x="1225800" y="1655217"/>
                  </a:lnTo>
                  <a:lnTo>
                    <a:pt x="1225805" y="1655199"/>
                  </a:lnTo>
                  <a:lnTo>
                    <a:pt x="1225806" y="1655180"/>
                  </a:lnTo>
                  <a:lnTo>
                    <a:pt x="1225811" y="1655162"/>
                  </a:lnTo>
                  <a:lnTo>
                    <a:pt x="1225811" y="1655155"/>
                  </a:lnTo>
                  <a:lnTo>
                    <a:pt x="1225815" y="1655143"/>
                  </a:lnTo>
                  <a:lnTo>
                    <a:pt x="1225817" y="1655125"/>
                  </a:lnTo>
                  <a:lnTo>
                    <a:pt x="1225820" y="1655106"/>
                  </a:lnTo>
                  <a:lnTo>
                    <a:pt x="1225822" y="1655088"/>
                  </a:lnTo>
                  <a:lnTo>
                    <a:pt x="1225828" y="1655040"/>
                  </a:lnTo>
                  <a:lnTo>
                    <a:pt x="1225831" y="1655021"/>
                  </a:lnTo>
                  <a:lnTo>
                    <a:pt x="1225830" y="1655003"/>
                  </a:lnTo>
                  <a:lnTo>
                    <a:pt x="1225833" y="1654984"/>
                  </a:lnTo>
                  <a:lnTo>
                    <a:pt x="1225833" y="1654966"/>
                  </a:lnTo>
                  <a:lnTo>
                    <a:pt x="1225831" y="1654947"/>
                  </a:lnTo>
                  <a:lnTo>
                    <a:pt x="1225831" y="1654929"/>
                  </a:lnTo>
                  <a:lnTo>
                    <a:pt x="1225829" y="1654910"/>
                  </a:lnTo>
                  <a:lnTo>
                    <a:pt x="1225829" y="1654894"/>
                  </a:lnTo>
                  <a:lnTo>
                    <a:pt x="1225831" y="1654873"/>
                  </a:lnTo>
                  <a:lnTo>
                    <a:pt x="1225834" y="1654865"/>
                  </a:lnTo>
                  <a:lnTo>
                    <a:pt x="1225835" y="1654855"/>
                  </a:lnTo>
                  <a:lnTo>
                    <a:pt x="1225839" y="1654844"/>
                  </a:lnTo>
                  <a:lnTo>
                    <a:pt x="1225843" y="1654836"/>
                  </a:lnTo>
                  <a:lnTo>
                    <a:pt x="1225856" y="1654818"/>
                  </a:lnTo>
                  <a:lnTo>
                    <a:pt x="1225862" y="1654810"/>
                  </a:lnTo>
                  <a:lnTo>
                    <a:pt x="1225865" y="1654803"/>
                  </a:lnTo>
                  <a:lnTo>
                    <a:pt x="1225868" y="1654798"/>
                  </a:lnTo>
                  <a:lnTo>
                    <a:pt x="1225884" y="1654756"/>
                  </a:lnTo>
                  <a:lnTo>
                    <a:pt x="1225891" y="1654735"/>
                  </a:lnTo>
                  <a:lnTo>
                    <a:pt x="1225901" y="1654687"/>
                  </a:lnTo>
                  <a:lnTo>
                    <a:pt x="1225901" y="1654681"/>
                  </a:lnTo>
                  <a:lnTo>
                    <a:pt x="1225902" y="1654665"/>
                  </a:lnTo>
                  <a:lnTo>
                    <a:pt x="1225900" y="1654646"/>
                  </a:lnTo>
                  <a:lnTo>
                    <a:pt x="1225898" y="1654627"/>
                  </a:lnTo>
                  <a:lnTo>
                    <a:pt x="1225893" y="1654607"/>
                  </a:lnTo>
                  <a:lnTo>
                    <a:pt x="1225882" y="1654572"/>
                  </a:lnTo>
                  <a:lnTo>
                    <a:pt x="1225878" y="1654564"/>
                  </a:lnTo>
                  <a:lnTo>
                    <a:pt x="1225875" y="1654554"/>
                  </a:lnTo>
                  <a:lnTo>
                    <a:pt x="1225869" y="1654543"/>
                  </a:lnTo>
                  <a:lnTo>
                    <a:pt x="1225862" y="1654527"/>
                  </a:lnTo>
                  <a:lnTo>
                    <a:pt x="1225855" y="1654509"/>
                  </a:lnTo>
                  <a:lnTo>
                    <a:pt x="1225851" y="1654498"/>
                  </a:lnTo>
                  <a:lnTo>
                    <a:pt x="1225845" y="1654490"/>
                  </a:lnTo>
                  <a:lnTo>
                    <a:pt x="1225836" y="1654472"/>
                  </a:lnTo>
                  <a:lnTo>
                    <a:pt x="1225827" y="1654450"/>
                  </a:lnTo>
                  <a:lnTo>
                    <a:pt x="1225822" y="1654445"/>
                  </a:lnTo>
                  <a:lnTo>
                    <a:pt x="1225817" y="1654434"/>
                  </a:lnTo>
                  <a:lnTo>
                    <a:pt x="1225808" y="1654416"/>
                  </a:lnTo>
                  <a:lnTo>
                    <a:pt x="1225798" y="1654397"/>
                  </a:lnTo>
                  <a:lnTo>
                    <a:pt x="1225785" y="1654380"/>
                  </a:lnTo>
                  <a:lnTo>
                    <a:pt x="1225780" y="1654371"/>
                  </a:lnTo>
                  <a:lnTo>
                    <a:pt x="1225778" y="1654362"/>
                  </a:lnTo>
                  <a:lnTo>
                    <a:pt x="1225776" y="1654343"/>
                  </a:lnTo>
                  <a:lnTo>
                    <a:pt x="1225772" y="1654333"/>
                  </a:lnTo>
                  <a:lnTo>
                    <a:pt x="1225772" y="1654324"/>
                  </a:lnTo>
                  <a:lnTo>
                    <a:pt x="1225771" y="1654317"/>
                  </a:lnTo>
                  <a:lnTo>
                    <a:pt x="1225772" y="1654306"/>
                  </a:lnTo>
                  <a:lnTo>
                    <a:pt x="1225771" y="1654287"/>
                  </a:lnTo>
                  <a:lnTo>
                    <a:pt x="1225770" y="1654279"/>
                  </a:lnTo>
                  <a:lnTo>
                    <a:pt x="1225771" y="1654269"/>
                  </a:lnTo>
                  <a:lnTo>
                    <a:pt x="1225774" y="1654251"/>
                  </a:lnTo>
                  <a:lnTo>
                    <a:pt x="1225772" y="1654232"/>
                  </a:lnTo>
                  <a:lnTo>
                    <a:pt x="1225769" y="1654214"/>
                  </a:lnTo>
                  <a:lnTo>
                    <a:pt x="1225763" y="1654195"/>
                  </a:lnTo>
                  <a:lnTo>
                    <a:pt x="1225760" y="1654184"/>
                  </a:lnTo>
                  <a:lnTo>
                    <a:pt x="1225760" y="1654177"/>
                  </a:lnTo>
                  <a:lnTo>
                    <a:pt x="1225759" y="1654160"/>
                  </a:lnTo>
                  <a:lnTo>
                    <a:pt x="1225762" y="1654139"/>
                  </a:lnTo>
                  <a:lnTo>
                    <a:pt x="1225767" y="1654122"/>
                  </a:lnTo>
                  <a:lnTo>
                    <a:pt x="1225771" y="1654104"/>
                  </a:lnTo>
                  <a:lnTo>
                    <a:pt x="1225781" y="1654084"/>
                  </a:lnTo>
                  <a:lnTo>
                    <a:pt x="1225786" y="1654070"/>
                  </a:lnTo>
                  <a:lnTo>
                    <a:pt x="1225789" y="1654066"/>
                  </a:lnTo>
                  <a:lnTo>
                    <a:pt x="1225792" y="1654059"/>
                  </a:lnTo>
                  <a:lnTo>
                    <a:pt x="1225796" y="1654054"/>
                  </a:lnTo>
                  <a:lnTo>
                    <a:pt x="1225799" y="1654047"/>
                  </a:lnTo>
                  <a:lnTo>
                    <a:pt x="1225810" y="1654029"/>
                  </a:lnTo>
                  <a:lnTo>
                    <a:pt x="1225820" y="1654010"/>
                  </a:lnTo>
                  <a:lnTo>
                    <a:pt x="1225831" y="1653993"/>
                  </a:lnTo>
                  <a:lnTo>
                    <a:pt x="1225841" y="1653977"/>
                  </a:lnTo>
                  <a:lnTo>
                    <a:pt x="1225847" y="1653965"/>
                  </a:lnTo>
                  <a:lnTo>
                    <a:pt x="1225854" y="1653946"/>
                  </a:lnTo>
                  <a:lnTo>
                    <a:pt x="1225856" y="1653929"/>
                  </a:lnTo>
                  <a:lnTo>
                    <a:pt x="1225856" y="1653909"/>
                  </a:lnTo>
                  <a:lnTo>
                    <a:pt x="1225860" y="1653891"/>
                  </a:lnTo>
                  <a:lnTo>
                    <a:pt x="1225864" y="1653872"/>
                  </a:lnTo>
                  <a:lnTo>
                    <a:pt x="1225867" y="1653856"/>
                  </a:lnTo>
                  <a:lnTo>
                    <a:pt x="1225873" y="1653843"/>
                  </a:lnTo>
                  <a:lnTo>
                    <a:pt x="1225879" y="1653835"/>
                  </a:lnTo>
                  <a:lnTo>
                    <a:pt x="1225896" y="1653816"/>
                  </a:lnTo>
                  <a:lnTo>
                    <a:pt x="1225899" y="1653808"/>
                  </a:lnTo>
                  <a:lnTo>
                    <a:pt x="1225906" y="1653799"/>
                  </a:lnTo>
                  <a:lnTo>
                    <a:pt x="1225913" y="1653790"/>
                  </a:lnTo>
                  <a:lnTo>
                    <a:pt x="1225916" y="1653781"/>
                  </a:lnTo>
                  <a:lnTo>
                    <a:pt x="1225925" y="1653763"/>
                  </a:lnTo>
                  <a:lnTo>
                    <a:pt x="1225932" y="1653746"/>
                  </a:lnTo>
                  <a:lnTo>
                    <a:pt x="1225936" y="1653737"/>
                  </a:lnTo>
                  <a:lnTo>
                    <a:pt x="1225940" y="1653726"/>
                  </a:lnTo>
                  <a:lnTo>
                    <a:pt x="1225946" y="1653709"/>
                  </a:lnTo>
                  <a:lnTo>
                    <a:pt x="1225954" y="1653694"/>
                  </a:lnTo>
                  <a:lnTo>
                    <a:pt x="1225955" y="1653687"/>
                  </a:lnTo>
                  <a:lnTo>
                    <a:pt x="1225956" y="1653680"/>
                  </a:lnTo>
                  <a:lnTo>
                    <a:pt x="1225956" y="1653668"/>
                  </a:lnTo>
                  <a:lnTo>
                    <a:pt x="1225956" y="1653655"/>
                  </a:lnTo>
                  <a:lnTo>
                    <a:pt x="1225964" y="1653626"/>
                  </a:lnTo>
                  <a:lnTo>
                    <a:pt x="1225974" y="1653610"/>
                  </a:lnTo>
                  <a:lnTo>
                    <a:pt x="1225982" y="1653591"/>
                  </a:lnTo>
                  <a:lnTo>
                    <a:pt x="1225982" y="1653582"/>
                  </a:lnTo>
                  <a:lnTo>
                    <a:pt x="1225985" y="1653573"/>
                  </a:lnTo>
                  <a:lnTo>
                    <a:pt x="1225984" y="1653563"/>
                  </a:lnTo>
                  <a:lnTo>
                    <a:pt x="1225986" y="1653541"/>
                  </a:lnTo>
                  <a:lnTo>
                    <a:pt x="1225989" y="1653536"/>
                  </a:lnTo>
                  <a:lnTo>
                    <a:pt x="1225991" y="1653518"/>
                  </a:lnTo>
                  <a:lnTo>
                    <a:pt x="1225990" y="1653499"/>
                  </a:lnTo>
                  <a:lnTo>
                    <a:pt x="1225991" y="1653480"/>
                  </a:lnTo>
                  <a:lnTo>
                    <a:pt x="1225992" y="1653462"/>
                  </a:lnTo>
                  <a:lnTo>
                    <a:pt x="1225992" y="1653443"/>
                  </a:lnTo>
                  <a:lnTo>
                    <a:pt x="1225995" y="1653425"/>
                  </a:lnTo>
                  <a:lnTo>
                    <a:pt x="1225998" y="1653406"/>
                  </a:lnTo>
                  <a:lnTo>
                    <a:pt x="1226000" y="1653388"/>
                  </a:lnTo>
                  <a:lnTo>
                    <a:pt x="1226002" y="1653370"/>
                  </a:lnTo>
                  <a:lnTo>
                    <a:pt x="1226007" y="1653351"/>
                  </a:lnTo>
                  <a:lnTo>
                    <a:pt x="1226009" y="1653333"/>
                  </a:lnTo>
                  <a:lnTo>
                    <a:pt x="1226015" y="1653314"/>
                  </a:lnTo>
                  <a:lnTo>
                    <a:pt x="1226020" y="1653295"/>
                  </a:lnTo>
                  <a:lnTo>
                    <a:pt x="1226023" y="1653287"/>
                  </a:lnTo>
                  <a:lnTo>
                    <a:pt x="1226023" y="1653277"/>
                  </a:lnTo>
                  <a:lnTo>
                    <a:pt x="1226030" y="1653267"/>
                  </a:lnTo>
                  <a:lnTo>
                    <a:pt x="1226030" y="1653260"/>
                  </a:lnTo>
                  <a:lnTo>
                    <a:pt x="1226036" y="1653242"/>
                  </a:lnTo>
                  <a:lnTo>
                    <a:pt x="1226041" y="1653220"/>
                  </a:lnTo>
                  <a:lnTo>
                    <a:pt x="1226043" y="1653204"/>
                  </a:lnTo>
                  <a:lnTo>
                    <a:pt x="1226044" y="1653188"/>
                  </a:lnTo>
                  <a:lnTo>
                    <a:pt x="1226043" y="1653176"/>
                  </a:lnTo>
                  <a:lnTo>
                    <a:pt x="1226041" y="1653167"/>
                  </a:lnTo>
                  <a:lnTo>
                    <a:pt x="1226034" y="1653149"/>
                  </a:lnTo>
                  <a:lnTo>
                    <a:pt x="1226027" y="1653137"/>
                  </a:lnTo>
                  <a:lnTo>
                    <a:pt x="1226021" y="1653130"/>
                  </a:lnTo>
                  <a:lnTo>
                    <a:pt x="1226007" y="1653112"/>
                  </a:lnTo>
                  <a:lnTo>
                    <a:pt x="1226000" y="1653096"/>
                  </a:lnTo>
                  <a:lnTo>
                    <a:pt x="1226001" y="1653082"/>
                  </a:lnTo>
                  <a:lnTo>
                    <a:pt x="1225998" y="1653048"/>
                  </a:lnTo>
                  <a:lnTo>
                    <a:pt x="1225993" y="1653028"/>
                  </a:lnTo>
                  <a:lnTo>
                    <a:pt x="1225972" y="1652956"/>
                  </a:lnTo>
                  <a:lnTo>
                    <a:pt x="1225945" y="1652884"/>
                  </a:lnTo>
                  <a:lnTo>
                    <a:pt x="1225927" y="1652842"/>
                  </a:lnTo>
                  <a:lnTo>
                    <a:pt x="1225929" y="1652829"/>
                  </a:lnTo>
                  <a:lnTo>
                    <a:pt x="1225936" y="1652822"/>
                  </a:lnTo>
                  <a:lnTo>
                    <a:pt x="1225959" y="1652813"/>
                  </a:lnTo>
                  <a:lnTo>
                    <a:pt x="1225977" y="1652807"/>
                  </a:lnTo>
                  <a:lnTo>
                    <a:pt x="1225987" y="1652802"/>
                  </a:lnTo>
                  <a:lnTo>
                    <a:pt x="1225993" y="1652801"/>
                  </a:lnTo>
                  <a:lnTo>
                    <a:pt x="1226011" y="1652795"/>
                  </a:lnTo>
                  <a:lnTo>
                    <a:pt x="1226030" y="1652789"/>
                  </a:lnTo>
                  <a:lnTo>
                    <a:pt x="1226048" y="1652783"/>
                  </a:lnTo>
                  <a:lnTo>
                    <a:pt x="1226065" y="1652778"/>
                  </a:lnTo>
                  <a:lnTo>
                    <a:pt x="1226083" y="1652770"/>
                  </a:lnTo>
                  <a:lnTo>
                    <a:pt x="1226101" y="1652765"/>
                  </a:lnTo>
                  <a:lnTo>
                    <a:pt x="1226106" y="1652763"/>
                  </a:lnTo>
                  <a:lnTo>
                    <a:pt x="1226116" y="1652758"/>
                  </a:lnTo>
                  <a:lnTo>
                    <a:pt x="1226136" y="1652752"/>
                  </a:lnTo>
                  <a:lnTo>
                    <a:pt x="1226141" y="1652751"/>
                  </a:lnTo>
                  <a:lnTo>
                    <a:pt x="1226145" y="1652747"/>
                  </a:lnTo>
                  <a:lnTo>
                    <a:pt x="1226152" y="1652745"/>
                  </a:lnTo>
                  <a:lnTo>
                    <a:pt x="1226195" y="1652730"/>
                  </a:lnTo>
                  <a:lnTo>
                    <a:pt x="1226207" y="1652725"/>
                  </a:lnTo>
                  <a:lnTo>
                    <a:pt x="1226226" y="1652719"/>
                  </a:lnTo>
                  <a:lnTo>
                    <a:pt x="1226236" y="1652701"/>
                  </a:lnTo>
                  <a:lnTo>
                    <a:pt x="1226238" y="1652665"/>
                  </a:lnTo>
                  <a:lnTo>
                    <a:pt x="1226237" y="1652644"/>
                  </a:lnTo>
                  <a:lnTo>
                    <a:pt x="1226237" y="1652637"/>
                  </a:lnTo>
                  <a:lnTo>
                    <a:pt x="1226230" y="1652613"/>
                  </a:lnTo>
                  <a:lnTo>
                    <a:pt x="1226223" y="1652561"/>
                  </a:lnTo>
                  <a:lnTo>
                    <a:pt x="1226222" y="1652550"/>
                  </a:lnTo>
                  <a:lnTo>
                    <a:pt x="1226223" y="1652537"/>
                  </a:lnTo>
                  <a:lnTo>
                    <a:pt x="1226221" y="1652512"/>
                  </a:lnTo>
                  <a:lnTo>
                    <a:pt x="1226222" y="1652502"/>
                  </a:lnTo>
                  <a:lnTo>
                    <a:pt x="1226225" y="1652494"/>
                  </a:lnTo>
                  <a:lnTo>
                    <a:pt x="1226228" y="1652487"/>
                  </a:lnTo>
                  <a:lnTo>
                    <a:pt x="1226234" y="1652481"/>
                  </a:lnTo>
                  <a:lnTo>
                    <a:pt x="1226239" y="1652479"/>
                  </a:lnTo>
                  <a:lnTo>
                    <a:pt x="1226247" y="1652475"/>
                  </a:lnTo>
                  <a:lnTo>
                    <a:pt x="1226249" y="1652452"/>
                  </a:lnTo>
                  <a:lnTo>
                    <a:pt x="1226252" y="1652438"/>
                  </a:lnTo>
                  <a:lnTo>
                    <a:pt x="1226258" y="1652419"/>
                  </a:lnTo>
                  <a:lnTo>
                    <a:pt x="1226259" y="1652412"/>
                  </a:lnTo>
                  <a:lnTo>
                    <a:pt x="1226266" y="1652398"/>
                  </a:lnTo>
                  <a:lnTo>
                    <a:pt x="1226275" y="1652383"/>
                  </a:lnTo>
                  <a:lnTo>
                    <a:pt x="1226282" y="1652364"/>
                  </a:lnTo>
                  <a:lnTo>
                    <a:pt x="1226284" y="1652346"/>
                  </a:lnTo>
                  <a:lnTo>
                    <a:pt x="1226285" y="1652327"/>
                  </a:lnTo>
                  <a:lnTo>
                    <a:pt x="1226287" y="1652311"/>
                  </a:lnTo>
                  <a:lnTo>
                    <a:pt x="1226315" y="1652296"/>
                  </a:lnTo>
                  <a:lnTo>
                    <a:pt x="1226321" y="1652291"/>
                  </a:lnTo>
                  <a:lnTo>
                    <a:pt x="1226327" y="1652283"/>
                  </a:lnTo>
                  <a:lnTo>
                    <a:pt x="1226333" y="1652273"/>
                  </a:lnTo>
                  <a:lnTo>
                    <a:pt x="1226335" y="1652264"/>
                  </a:lnTo>
                  <a:lnTo>
                    <a:pt x="1226344" y="1652246"/>
                  </a:lnTo>
                  <a:lnTo>
                    <a:pt x="1226347" y="1652239"/>
                  </a:lnTo>
                  <a:lnTo>
                    <a:pt x="1226354" y="1652227"/>
                  </a:lnTo>
                  <a:lnTo>
                    <a:pt x="1226383" y="1652192"/>
                  </a:lnTo>
                  <a:lnTo>
                    <a:pt x="1226390" y="1652183"/>
                  </a:lnTo>
                  <a:lnTo>
                    <a:pt x="1226395" y="1652173"/>
                  </a:lnTo>
                  <a:lnTo>
                    <a:pt x="1226403" y="1652155"/>
                  </a:lnTo>
                  <a:lnTo>
                    <a:pt x="1226414" y="1652127"/>
                  </a:lnTo>
                  <a:lnTo>
                    <a:pt x="1226415" y="1652115"/>
                  </a:lnTo>
                  <a:lnTo>
                    <a:pt x="1226427" y="1652101"/>
                  </a:lnTo>
                  <a:lnTo>
                    <a:pt x="1226434" y="1652095"/>
                  </a:lnTo>
                  <a:lnTo>
                    <a:pt x="1226442" y="1652092"/>
                  </a:lnTo>
                  <a:lnTo>
                    <a:pt x="1226459" y="1652081"/>
                  </a:lnTo>
                  <a:lnTo>
                    <a:pt x="1226470" y="1652076"/>
                  </a:lnTo>
                  <a:lnTo>
                    <a:pt x="1226475" y="1652070"/>
                  </a:lnTo>
                  <a:lnTo>
                    <a:pt x="1226487" y="1652064"/>
                  </a:lnTo>
                  <a:lnTo>
                    <a:pt x="1226504" y="1652063"/>
                  </a:lnTo>
                  <a:lnTo>
                    <a:pt x="1226522" y="1652067"/>
                  </a:lnTo>
                  <a:lnTo>
                    <a:pt x="1226533" y="1652068"/>
                  </a:lnTo>
                  <a:lnTo>
                    <a:pt x="1226539" y="1652064"/>
                  </a:lnTo>
                  <a:lnTo>
                    <a:pt x="1226546" y="1652057"/>
                  </a:lnTo>
                  <a:lnTo>
                    <a:pt x="1226557" y="1652052"/>
                  </a:lnTo>
                  <a:lnTo>
                    <a:pt x="1226566" y="1652052"/>
                  </a:lnTo>
                  <a:lnTo>
                    <a:pt x="1226574" y="1652054"/>
                  </a:lnTo>
                  <a:lnTo>
                    <a:pt x="1226580" y="1652056"/>
                  </a:lnTo>
                  <a:lnTo>
                    <a:pt x="1226586" y="1652054"/>
                  </a:lnTo>
                  <a:lnTo>
                    <a:pt x="1226590" y="1652048"/>
                  </a:lnTo>
                  <a:lnTo>
                    <a:pt x="1226589" y="1652030"/>
                  </a:lnTo>
                  <a:lnTo>
                    <a:pt x="1226593" y="1652020"/>
                  </a:lnTo>
                  <a:lnTo>
                    <a:pt x="1226602" y="1652014"/>
                  </a:lnTo>
                  <a:lnTo>
                    <a:pt x="1226609" y="1652011"/>
                  </a:lnTo>
                  <a:lnTo>
                    <a:pt x="1226619" y="1652011"/>
                  </a:lnTo>
                  <a:lnTo>
                    <a:pt x="1226626" y="1652010"/>
                  </a:lnTo>
                  <a:lnTo>
                    <a:pt x="1226632" y="1652011"/>
                  </a:lnTo>
                  <a:lnTo>
                    <a:pt x="1226637" y="1652015"/>
                  </a:lnTo>
                  <a:lnTo>
                    <a:pt x="1226643" y="1652020"/>
                  </a:lnTo>
                  <a:lnTo>
                    <a:pt x="1226650" y="1652029"/>
                  </a:lnTo>
                  <a:lnTo>
                    <a:pt x="1226670" y="1652034"/>
                  </a:lnTo>
                  <a:lnTo>
                    <a:pt x="1226687" y="1652039"/>
                  </a:lnTo>
                  <a:lnTo>
                    <a:pt x="1226705" y="1652047"/>
                  </a:lnTo>
                  <a:lnTo>
                    <a:pt x="1226722" y="1652061"/>
                  </a:lnTo>
                  <a:lnTo>
                    <a:pt x="1226740" y="1652072"/>
                  </a:lnTo>
                  <a:lnTo>
                    <a:pt x="1226754" y="1652087"/>
                  </a:lnTo>
                  <a:lnTo>
                    <a:pt x="1226770" y="1652086"/>
                  </a:lnTo>
                  <a:lnTo>
                    <a:pt x="1226784" y="1652089"/>
                  </a:lnTo>
                  <a:lnTo>
                    <a:pt x="1226793" y="1652092"/>
                  </a:lnTo>
                  <a:lnTo>
                    <a:pt x="1226804" y="1652086"/>
                  </a:lnTo>
                  <a:lnTo>
                    <a:pt x="1226819" y="1652087"/>
                  </a:lnTo>
                  <a:lnTo>
                    <a:pt x="1226837" y="1652091"/>
                  </a:lnTo>
                  <a:lnTo>
                    <a:pt x="1226854" y="1652094"/>
                  </a:lnTo>
                  <a:lnTo>
                    <a:pt x="1226878" y="1652093"/>
                  </a:lnTo>
                  <a:lnTo>
                    <a:pt x="1226886" y="1652091"/>
                  </a:lnTo>
                  <a:lnTo>
                    <a:pt x="1226895" y="1652092"/>
                  </a:lnTo>
                  <a:lnTo>
                    <a:pt x="1226905" y="1652094"/>
                  </a:lnTo>
                  <a:lnTo>
                    <a:pt x="1226913" y="1652097"/>
                  </a:lnTo>
                  <a:lnTo>
                    <a:pt x="1226919" y="1652100"/>
                  </a:lnTo>
                  <a:lnTo>
                    <a:pt x="1226932" y="1652112"/>
                  </a:lnTo>
                  <a:lnTo>
                    <a:pt x="1226948" y="1652112"/>
                  </a:lnTo>
                  <a:lnTo>
                    <a:pt x="1226956" y="1652105"/>
                  </a:lnTo>
                  <a:lnTo>
                    <a:pt x="1226966" y="1652100"/>
                  </a:lnTo>
                  <a:lnTo>
                    <a:pt x="1226984" y="1652095"/>
                  </a:lnTo>
                  <a:lnTo>
                    <a:pt x="1227001" y="1652091"/>
                  </a:lnTo>
                  <a:lnTo>
                    <a:pt x="1227019" y="1652091"/>
                  </a:lnTo>
                  <a:lnTo>
                    <a:pt x="1227036" y="1652092"/>
                  </a:lnTo>
                  <a:lnTo>
                    <a:pt x="1227054" y="1652093"/>
                  </a:lnTo>
                  <a:lnTo>
                    <a:pt x="1227071" y="1652096"/>
                  </a:lnTo>
                  <a:lnTo>
                    <a:pt x="1227093" y="1652081"/>
                  </a:lnTo>
                  <a:lnTo>
                    <a:pt x="1227110" y="1652068"/>
                  </a:lnTo>
                  <a:lnTo>
                    <a:pt x="1227128" y="1652062"/>
                  </a:lnTo>
                  <a:lnTo>
                    <a:pt x="1227145" y="1652058"/>
                  </a:lnTo>
                  <a:lnTo>
                    <a:pt x="1227155" y="1652058"/>
                  </a:lnTo>
                  <a:lnTo>
                    <a:pt x="1227164" y="1652055"/>
                  </a:lnTo>
                  <a:lnTo>
                    <a:pt x="1227173" y="1652055"/>
                  </a:lnTo>
                  <a:lnTo>
                    <a:pt x="1227182" y="1652057"/>
                  </a:lnTo>
                  <a:lnTo>
                    <a:pt x="1227205" y="1652063"/>
                  </a:lnTo>
                  <a:lnTo>
                    <a:pt x="1227223" y="1652087"/>
                  </a:lnTo>
                  <a:lnTo>
                    <a:pt x="1227230" y="1652097"/>
                  </a:lnTo>
                  <a:lnTo>
                    <a:pt x="1227244" y="1652114"/>
                  </a:lnTo>
                  <a:lnTo>
                    <a:pt x="1227247" y="1652119"/>
                  </a:lnTo>
                  <a:lnTo>
                    <a:pt x="1227260" y="1652127"/>
                  </a:lnTo>
                  <a:lnTo>
                    <a:pt x="1227266" y="1652127"/>
                  </a:lnTo>
                  <a:lnTo>
                    <a:pt x="1227270" y="1652120"/>
                  </a:lnTo>
                  <a:lnTo>
                    <a:pt x="1227272" y="1652114"/>
                  </a:lnTo>
                  <a:lnTo>
                    <a:pt x="1227276" y="1652103"/>
                  </a:lnTo>
                  <a:lnTo>
                    <a:pt x="1227282" y="1652097"/>
                  </a:lnTo>
                  <a:lnTo>
                    <a:pt x="1227292" y="1652096"/>
                  </a:lnTo>
                  <a:lnTo>
                    <a:pt x="1227299" y="1652100"/>
                  </a:lnTo>
                  <a:lnTo>
                    <a:pt x="1227302" y="1652104"/>
                  </a:lnTo>
                  <a:lnTo>
                    <a:pt x="1227301" y="1652118"/>
                  </a:lnTo>
                  <a:lnTo>
                    <a:pt x="1227301" y="1652127"/>
                  </a:lnTo>
                  <a:lnTo>
                    <a:pt x="1227307" y="1652136"/>
                  </a:lnTo>
                  <a:lnTo>
                    <a:pt x="1227311" y="1652143"/>
                  </a:lnTo>
                  <a:lnTo>
                    <a:pt x="1227316" y="1652147"/>
                  </a:lnTo>
                  <a:lnTo>
                    <a:pt x="1227323" y="1652148"/>
                  </a:lnTo>
                  <a:lnTo>
                    <a:pt x="1227333" y="1652155"/>
                  </a:lnTo>
                  <a:lnTo>
                    <a:pt x="1227333" y="1652164"/>
                  </a:lnTo>
                  <a:lnTo>
                    <a:pt x="1227333" y="1652173"/>
                  </a:lnTo>
                  <a:lnTo>
                    <a:pt x="1227337" y="1652180"/>
                  </a:lnTo>
                  <a:lnTo>
                    <a:pt x="1227344" y="1652185"/>
                  </a:lnTo>
                  <a:lnTo>
                    <a:pt x="1227357" y="1652157"/>
                  </a:lnTo>
                  <a:lnTo>
                    <a:pt x="1227357" y="1652149"/>
                  </a:lnTo>
                  <a:lnTo>
                    <a:pt x="1227355" y="1652143"/>
                  </a:lnTo>
                  <a:lnTo>
                    <a:pt x="1227350" y="1652138"/>
                  </a:lnTo>
                  <a:lnTo>
                    <a:pt x="1227340" y="1652132"/>
                  </a:lnTo>
                  <a:lnTo>
                    <a:pt x="1227334" y="1652124"/>
                  </a:lnTo>
                  <a:lnTo>
                    <a:pt x="1227327" y="1652114"/>
                  </a:lnTo>
                  <a:lnTo>
                    <a:pt x="1227325" y="1652106"/>
                  </a:lnTo>
                  <a:lnTo>
                    <a:pt x="1227325" y="1652097"/>
                  </a:lnTo>
                  <a:lnTo>
                    <a:pt x="1227331" y="1652088"/>
                  </a:lnTo>
                  <a:lnTo>
                    <a:pt x="1227336" y="1652080"/>
                  </a:lnTo>
                  <a:lnTo>
                    <a:pt x="1227335" y="1652069"/>
                  </a:lnTo>
                  <a:lnTo>
                    <a:pt x="1227331" y="1652059"/>
                  </a:lnTo>
                  <a:lnTo>
                    <a:pt x="1227331" y="1652050"/>
                  </a:lnTo>
                  <a:lnTo>
                    <a:pt x="1227342" y="1652031"/>
                  </a:lnTo>
                  <a:lnTo>
                    <a:pt x="1227347" y="1652022"/>
                  </a:lnTo>
                  <a:lnTo>
                    <a:pt x="1227348" y="1652013"/>
                  </a:lnTo>
                  <a:lnTo>
                    <a:pt x="1227353" y="1651995"/>
                  </a:lnTo>
                  <a:lnTo>
                    <a:pt x="1227357" y="1651986"/>
                  </a:lnTo>
                  <a:lnTo>
                    <a:pt x="1227360" y="1651976"/>
                  </a:lnTo>
                  <a:lnTo>
                    <a:pt x="1227368" y="1651958"/>
                  </a:lnTo>
                  <a:lnTo>
                    <a:pt x="1227374" y="1651946"/>
                  </a:lnTo>
                  <a:lnTo>
                    <a:pt x="1227379" y="1651939"/>
                  </a:lnTo>
                  <a:lnTo>
                    <a:pt x="1227388" y="1651922"/>
                  </a:lnTo>
                  <a:lnTo>
                    <a:pt x="1227396" y="1651911"/>
                  </a:lnTo>
                  <a:lnTo>
                    <a:pt x="1227402" y="1651904"/>
                  </a:lnTo>
                  <a:lnTo>
                    <a:pt x="1227417" y="1651885"/>
                  </a:lnTo>
                  <a:lnTo>
                    <a:pt x="1227427" y="1651868"/>
                  </a:lnTo>
                  <a:lnTo>
                    <a:pt x="1227436" y="1651851"/>
                  </a:lnTo>
                  <a:lnTo>
                    <a:pt x="1227441" y="1651842"/>
                  </a:lnTo>
                  <a:lnTo>
                    <a:pt x="1227448" y="1651821"/>
                  </a:lnTo>
                  <a:lnTo>
                    <a:pt x="1227458" y="1651806"/>
                  </a:lnTo>
                  <a:lnTo>
                    <a:pt x="1227486" y="1651768"/>
                  </a:lnTo>
                  <a:lnTo>
                    <a:pt x="1227500" y="1651749"/>
                  </a:lnTo>
                  <a:lnTo>
                    <a:pt x="1227512" y="1651731"/>
                  </a:lnTo>
                  <a:lnTo>
                    <a:pt x="1227524" y="1651713"/>
                  </a:lnTo>
                  <a:lnTo>
                    <a:pt x="1227528" y="1651706"/>
                  </a:lnTo>
                  <a:lnTo>
                    <a:pt x="1227535" y="1651693"/>
                  </a:lnTo>
                  <a:lnTo>
                    <a:pt x="1227546" y="1651677"/>
                  </a:lnTo>
                  <a:lnTo>
                    <a:pt x="1227559" y="1651660"/>
                  </a:lnTo>
                  <a:lnTo>
                    <a:pt x="1227567" y="1651651"/>
                  </a:lnTo>
                  <a:lnTo>
                    <a:pt x="1227577" y="1651646"/>
                  </a:lnTo>
                  <a:lnTo>
                    <a:pt x="1227585" y="1651641"/>
                  </a:lnTo>
                  <a:lnTo>
                    <a:pt x="1227594" y="1651639"/>
                  </a:lnTo>
                  <a:lnTo>
                    <a:pt x="1227612" y="1651635"/>
                  </a:lnTo>
                  <a:lnTo>
                    <a:pt x="1227622" y="1651631"/>
                  </a:lnTo>
                  <a:lnTo>
                    <a:pt x="1227629" y="1651631"/>
                  </a:lnTo>
                  <a:lnTo>
                    <a:pt x="1227647" y="1651633"/>
                  </a:lnTo>
                  <a:lnTo>
                    <a:pt x="1227682" y="1651638"/>
                  </a:lnTo>
                  <a:lnTo>
                    <a:pt x="1227694" y="1651638"/>
                  </a:lnTo>
                  <a:lnTo>
                    <a:pt x="1227700" y="1651640"/>
                  </a:lnTo>
                  <a:lnTo>
                    <a:pt x="1227735" y="1651645"/>
                  </a:lnTo>
                  <a:lnTo>
                    <a:pt x="1227752" y="1651649"/>
                  </a:lnTo>
                  <a:lnTo>
                    <a:pt x="1227770" y="1651652"/>
                  </a:lnTo>
                  <a:lnTo>
                    <a:pt x="1227783" y="1651652"/>
                  </a:lnTo>
                  <a:lnTo>
                    <a:pt x="1227791" y="1651645"/>
                  </a:lnTo>
                  <a:lnTo>
                    <a:pt x="1227805" y="1651633"/>
                  </a:lnTo>
                  <a:lnTo>
                    <a:pt x="1227822" y="1651618"/>
                  </a:lnTo>
                  <a:lnTo>
                    <a:pt x="1227841" y="1651604"/>
                  </a:lnTo>
                  <a:lnTo>
                    <a:pt x="1227856" y="1651590"/>
                  </a:lnTo>
                  <a:lnTo>
                    <a:pt x="1227874" y="1651572"/>
                  </a:lnTo>
                  <a:lnTo>
                    <a:pt x="1227889" y="1651556"/>
                  </a:lnTo>
                  <a:lnTo>
                    <a:pt x="1227905" y="1651541"/>
                  </a:lnTo>
                  <a:lnTo>
                    <a:pt x="1227922" y="1651523"/>
                  </a:lnTo>
                  <a:lnTo>
                    <a:pt x="1227937" y="1651507"/>
                  </a:lnTo>
                  <a:lnTo>
                    <a:pt x="1227952" y="1651492"/>
                  </a:lnTo>
                  <a:lnTo>
                    <a:pt x="1227967" y="1651476"/>
                  </a:lnTo>
                  <a:lnTo>
                    <a:pt x="1227986" y="1651461"/>
                  </a:lnTo>
                  <a:lnTo>
                    <a:pt x="1228004" y="1651444"/>
                  </a:lnTo>
                  <a:lnTo>
                    <a:pt x="1228015" y="1651433"/>
                  </a:lnTo>
                  <a:lnTo>
                    <a:pt x="1228019" y="1651427"/>
                  </a:lnTo>
                  <a:lnTo>
                    <a:pt x="1228032" y="1651408"/>
                  </a:lnTo>
                  <a:lnTo>
                    <a:pt x="1228059" y="1651373"/>
                  </a:lnTo>
                  <a:lnTo>
                    <a:pt x="1228071" y="1651352"/>
                  </a:lnTo>
                  <a:lnTo>
                    <a:pt x="1228076" y="1651336"/>
                  </a:lnTo>
                  <a:lnTo>
                    <a:pt x="1228081" y="1651317"/>
                  </a:lnTo>
                  <a:lnTo>
                    <a:pt x="1228087" y="1651299"/>
                  </a:lnTo>
                  <a:lnTo>
                    <a:pt x="1228094" y="1651280"/>
                  </a:lnTo>
                  <a:lnTo>
                    <a:pt x="1228101" y="1651266"/>
                  </a:lnTo>
                  <a:lnTo>
                    <a:pt x="1228105" y="1651262"/>
                  </a:lnTo>
                  <a:lnTo>
                    <a:pt x="1228107" y="1651257"/>
                  </a:lnTo>
                  <a:lnTo>
                    <a:pt x="1228119" y="1651245"/>
                  </a:lnTo>
                  <a:lnTo>
                    <a:pt x="1228137" y="1651231"/>
                  </a:lnTo>
                  <a:lnTo>
                    <a:pt x="1228154" y="1651219"/>
                  </a:lnTo>
                  <a:lnTo>
                    <a:pt x="1228172" y="1651208"/>
                  </a:lnTo>
                  <a:lnTo>
                    <a:pt x="1228187" y="1651199"/>
                  </a:lnTo>
                  <a:lnTo>
                    <a:pt x="1228199" y="1651192"/>
                  </a:lnTo>
                  <a:lnTo>
                    <a:pt x="1228207" y="1651190"/>
                  </a:lnTo>
                  <a:lnTo>
                    <a:pt x="1228228" y="1651182"/>
                  </a:lnTo>
                  <a:lnTo>
                    <a:pt x="1228246" y="1651175"/>
                  </a:lnTo>
                  <a:lnTo>
                    <a:pt x="1228263" y="1651164"/>
                  </a:lnTo>
                  <a:lnTo>
                    <a:pt x="1228277" y="1651153"/>
                  </a:lnTo>
                  <a:lnTo>
                    <a:pt x="1228281" y="1651148"/>
                  </a:lnTo>
                  <a:lnTo>
                    <a:pt x="1228296" y="1651133"/>
                  </a:lnTo>
                  <a:lnTo>
                    <a:pt x="1228314" y="1651123"/>
                  </a:lnTo>
                  <a:lnTo>
                    <a:pt x="1228334" y="1651114"/>
                  </a:lnTo>
                  <a:lnTo>
                    <a:pt x="1228351" y="1651106"/>
                  </a:lnTo>
                  <a:lnTo>
                    <a:pt x="1228364" y="1651105"/>
                  </a:lnTo>
                  <a:lnTo>
                    <a:pt x="1228369" y="1651106"/>
                  </a:lnTo>
                  <a:lnTo>
                    <a:pt x="1228381" y="1651108"/>
                  </a:lnTo>
                  <a:lnTo>
                    <a:pt x="1228387" y="1651111"/>
                  </a:lnTo>
                  <a:lnTo>
                    <a:pt x="1228404" y="1651120"/>
                  </a:lnTo>
                  <a:lnTo>
                    <a:pt x="1228413" y="1651124"/>
                  </a:lnTo>
                  <a:lnTo>
                    <a:pt x="1228422" y="1651121"/>
                  </a:lnTo>
                  <a:lnTo>
                    <a:pt x="1228428" y="1651120"/>
                  </a:lnTo>
                  <a:lnTo>
                    <a:pt x="1228438" y="1651109"/>
                  </a:lnTo>
                  <a:lnTo>
                    <a:pt x="1228443" y="1651101"/>
                  </a:lnTo>
                  <a:lnTo>
                    <a:pt x="1228450" y="1651097"/>
                  </a:lnTo>
                  <a:lnTo>
                    <a:pt x="1228456" y="1651094"/>
                  </a:lnTo>
                  <a:lnTo>
                    <a:pt x="1228469" y="1651099"/>
                  </a:lnTo>
                  <a:lnTo>
                    <a:pt x="1228489" y="1651110"/>
                  </a:lnTo>
                  <a:lnTo>
                    <a:pt x="1228524" y="1651133"/>
                  </a:lnTo>
                  <a:lnTo>
                    <a:pt x="1228532" y="1651135"/>
                  </a:lnTo>
                  <a:lnTo>
                    <a:pt x="1228541" y="1651135"/>
                  </a:lnTo>
                  <a:lnTo>
                    <a:pt x="1228559" y="1651134"/>
                  </a:lnTo>
                  <a:lnTo>
                    <a:pt x="1228572" y="1651128"/>
                  </a:lnTo>
                  <a:lnTo>
                    <a:pt x="1228594" y="1651119"/>
                  </a:lnTo>
                  <a:lnTo>
                    <a:pt x="1228611" y="1651112"/>
                  </a:lnTo>
                  <a:lnTo>
                    <a:pt x="1228629" y="1651107"/>
                  </a:lnTo>
                  <a:lnTo>
                    <a:pt x="1228647" y="1651101"/>
                  </a:lnTo>
                  <a:lnTo>
                    <a:pt x="1228654" y="1651096"/>
                  </a:lnTo>
                  <a:lnTo>
                    <a:pt x="1228665" y="1651092"/>
                  </a:lnTo>
                  <a:lnTo>
                    <a:pt x="1228682" y="1651085"/>
                  </a:lnTo>
                  <a:lnTo>
                    <a:pt x="1228715" y="1651072"/>
                  </a:lnTo>
                  <a:lnTo>
                    <a:pt x="1228735" y="1651070"/>
                  </a:lnTo>
                  <a:lnTo>
                    <a:pt x="1228751" y="1651073"/>
                  </a:lnTo>
                  <a:lnTo>
                    <a:pt x="1228762" y="1651075"/>
                  </a:lnTo>
                  <a:lnTo>
                    <a:pt x="1228770" y="1651079"/>
                  </a:lnTo>
                  <a:lnTo>
                    <a:pt x="1228779" y="1651083"/>
                  </a:lnTo>
                  <a:lnTo>
                    <a:pt x="1228793" y="1651082"/>
                  </a:lnTo>
                  <a:lnTo>
                    <a:pt x="1228834" y="1651066"/>
                  </a:lnTo>
                  <a:lnTo>
                    <a:pt x="1228850" y="1651064"/>
                  </a:lnTo>
                  <a:lnTo>
                    <a:pt x="1228860" y="1651066"/>
                  </a:lnTo>
                  <a:lnTo>
                    <a:pt x="1228869" y="1651073"/>
                  </a:lnTo>
                  <a:lnTo>
                    <a:pt x="1228882" y="1651082"/>
                  </a:lnTo>
                  <a:lnTo>
                    <a:pt x="1228898" y="1651081"/>
                  </a:lnTo>
                  <a:lnTo>
                    <a:pt x="1228906" y="1651073"/>
                  </a:lnTo>
                  <a:lnTo>
                    <a:pt x="1228921" y="1651056"/>
                  </a:lnTo>
                  <a:lnTo>
                    <a:pt x="1228933" y="1651044"/>
                  </a:lnTo>
                  <a:lnTo>
                    <a:pt x="1228938" y="1651041"/>
                  </a:lnTo>
                  <a:lnTo>
                    <a:pt x="1228952" y="1651033"/>
                  </a:lnTo>
                  <a:lnTo>
                    <a:pt x="1228963" y="1651029"/>
                  </a:lnTo>
                  <a:lnTo>
                    <a:pt x="1228973" y="1651027"/>
                  </a:lnTo>
                  <a:lnTo>
                    <a:pt x="1228990" y="1651025"/>
                  </a:lnTo>
                  <a:lnTo>
                    <a:pt x="1229008" y="1651023"/>
                  </a:lnTo>
                  <a:lnTo>
                    <a:pt x="1229026" y="1651022"/>
                  </a:lnTo>
                  <a:lnTo>
                    <a:pt x="1229061" y="1651022"/>
                  </a:lnTo>
                  <a:lnTo>
                    <a:pt x="1229078" y="1651023"/>
                  </a:lnTo>
                  <a:lnTo>
                    <a:pt x="1229096" y="1651027"/>
                  </a:lnTo>
                  <a:lnTo>
                    <a:pt x="1229114" y="1651031"/>
                  </a:lnTo>
                  <a:lnTo>
                    <a:pt x="1229127" y="1651036"/>
                  </a:lnTo>
                  <a:lnTo>
                    <a:pt x="1229140" y="1651036"/>
                  </a:lnTo>
                  <a:lnTo>
                    <a:pt x="1229149" y="1651034"/>
                  </a:lnTo>
                  <a:lnTo>
                    <a:pt x="1229161" y="1651033"/>
                  </a:lnTo>
                  <a:lnTo>
                    <a:pt x="1229165" y="1651037"/>
                  </a:lnTo>
                  <a:lnTo>
                    <a:pt x="1229169" y="1651041"/>
                  </a:lnTo>
                  <a:lnTo>
                    <a:pt x="1229172" y="1651050"/>
                  </a:lnTo>
                  <a:lnTo>
                    <a:pt x="1229173" y="1651056"/>
                  </a:lnTo>
                  <a:lnTo>
                    <a:pt x="1229177" y="1651066"/>
                  </a:lnTo>
                  <a:lnTo>
                    <a:pt x="1229185" y="1651072"/>
                  </a:lnTo>
                  <a:lnTo>
                    <a:pt x="1229193" y="1651077"/>
                  </a:lnTo>
                  <a:lnTo>
                    <a:pt x="1229203" y="1651079"/>
                  </a:lnTo>
                  <a:lnTo>
                    <a:pt x="1229220" y="1651083"/>
                  </a:lnTo>
                  <a:lnTo>
                    <a:pt x="1229238" y="1651086"/>
                  </a:lnTo>
                  <a:lnTo>
                    <a:pt x="1229255" y="1651087"/>
                  </a:lnTo>
                  <a:lnTo>
                    <a:pt x="1229273" y="1651090"/>
                  </a:lnTo>
                  <a:lnTo>
                    <a:pt x="1229290" y="1651094"/>
                  </a:lnTo>
                  <a:lnTo>
                    <a:pt x="1229308" y="1651101"/>
                  </a:lnTo>
                  <a:lnTo>
                    <a:pt x="1229329" y="1651106"/>
                  </a:lnTo>
                  <a:lnTo>
                    <a:pt x="1229356" y="1651113"/>
                  </a:lnTo>
                  <a:lnTo>
                    <a:pt x="1229363" y="1651107"/>
                  </a:lnTo>
                  <a:lnTo>
                    <a:pt x="1229359" y="1651085"/>
                  </a:lnTo>
                  <a:lnTo>
                    <a:pt x="1229356" y="1651064"/>
                  </a:lnTo>
                  <a:lnTo>
                    <a:pt x="1229353" y="1651046"/>
                  </a:lnTo>
                  <a:lnTo>
                    <a:pt x="1229351" y="1651027"/>
                  </a:lnTo>
                  <a:lnTo>
                    <a:pt x="1229348" y="1651008"/>
                  </a:lnTo>
                  <a:lnTo>
                    <a:pt x="1229341" y="1650971"/>
                  </a:lnTo>
                  <a:lnTo>
                    <a:pt x="1229335" y="1650953"/>
                  </a:lnTo>
                  <a:lnTo>
                    <a:pt x="1229334" y="1650934"/>
                  </a:lnTo>
                  <a:lnTo>
                    <a:pt x="1229332" y="1650916"/>
                  </a:lnTo>
                  <a:lnTo>
                    <a:pt x="1229326" y="1650897"/>
                  </a:lnTo>
                  <a:lnTo>
                    <a:pt x="1229324" y="1650892"/>
                  </a:lnTo>
                  <a:lnTo>
                    <a:pt x="1229323" y="1650879"/>
                  </a:lnTo>
                  <a:lnTo>
                    <a:pt x="1229318" y="1650858"/>
                  </a:lnTo>
                  <a:lnTo>
                    <a:pt x="1229311" y="1650844"/>
                  </a:lnTo>
                  <a:lnTo>
                    <a:pt x="1229298" y="1650830"/>
                  </a:lnTo>
                  <a:lnTo>
                    <a:pt x="1229290" y="1650826"/>
                  </a:lnTo>
                  <a:lnTo>
                    <a:pt x="1229283" y="1650821"/>
                  </a:lnTo>
                  <a:lnTo>
                    <a:pt x="1229273" y="1650817"/>
                  </a:lnTo>
                  <a:lnTo>
                    <a:pt x="1229264" y="1650813"/>
                  </a:lnTo>
                  <a:lnTo>
                    <a:pt x="1229255" y="1650806"/>
                  </a:lnTo>
                  <a:lnTo>
                    <a:pt x="1229238" y="1650790"/>
                  </a:lnTo>
                  <a:lnTo>
                    <a:pt x="1229211" y="1650747"/>
                  </a:lnTo>
                  <a:lnTo>
                    <a:pt x="1229201" y="1650728"/>
                  </a:lnTo>
                  <a:lnTo>
                    <a:pt x="1229194" y="1650715"/>
                  </a:lnTo>
                  <a:lnTo>
                    <a:pt x="1229193" y="1650710"/>
                  </a:lnTo>
                  <a:lnTo>
                    <a:pt x="1229191" y="1650701"/>
                  </a:lnTo>
                  <a:lnTo>
                    <a:pt x="1229191" y="1650691"/>
                  </a:lnTo>
                  <a:lnTo>
                    <a:pt x="1229189" y="1650672"/>
                  </a:lnTo>
                  <a:lnTo>
                    <a:pt x="1229180" y="1650635"/>
                  </a:lnTo>
                  <a:lnTo>
                    <a:pt x="1229171" y="1650617"/>
                  </a:lnTo>
                  <a:lnTo>
                    <a:pt x="1229159" y="1650598"/>
                  </a:lnTo>
                  <a:lnTo>
                    <a:pt x="1229146" y="1650580"/>
                  </a:lnTo>
                  <a:lnTo>
                    <a:pt x="1229129" y="1650565"/>
                  </a:lnTo>
                  <a:lnTo>
                    <a:pt x="1229113" y="1650554"/>
                  </a:lnTo>
                  <a:lnTo>
                    <a:pt x="1229095" y="1650540"/>
                  </a:lnTo>
                  <a:lnTo>
                    <a:pt x="1229086" y="1650533"/>
                  </a:lnTo>
                  <a:lnTo>
                    <a:pt x="1229077" y="1650529"/>
                  </a:lnTo>
                  <a:lnTo>
                    <a:pt x="1229069" y="1650524"/>
                  </a:lnTo>
                  <a:lnTo>
                    <a:pt x="1229060" y="1650521"/>
                  </a:lnTo>
                  <a:lnTo>
                    <a:pt x="1229040" y="1650507"/>
                  </a:lnTo>
                  <a:lnTo>
                    <a:pt x="1229023" y="1650492"/>
                  </a:lnTo>
                  <a:lnTo>
                    <a:pt x="1229006" y="1650477"/>
                  </a:lnTo>
                  <a:lnTo>
                    <a:pt x="1228988" y="1650461"/>
                  </a:lnTo>
                  <a:lnTo>
                    <a:pt x="1228971" y="1650455"/>
                  </a:lnTo>
                  <a:lnTo>
                    <a:pt x="1228951" y="1650450"/>
                  </a:lnTo>
                  <a:lnTo>
                    <a:pt x="1228944" y="1650444"/>
                  </a:lnTo>
                  <a:lnTo>
                    <a:pt x="1228943" y="1650436"/>
                  </a:lnTo>
                  <a:lnTo>
                    <a:pt x="1228937" y="1650399"/>
                  </a:lnTo>
                  <a:lnTo>
                    <a:pt x="1228930" y="1650389"/>
                  </a:lnTo>
                  <a:lnTo>
                    <a:pt x="1228922" y="1650382"/>
                  </a:lnTo>
                  <a:lnTo>
                    <a:pt x="1228904" y="1650376"/>
                  </a:lnTo>
                  <a:lnTo>
                    <a:pt x="1228887" y="1650371"/>
                  </a:lnTo>
                  <a:lnTo>
                    <a:pt x="1228879" y="1650363"/>
                  </a:lnTo>
                  <a:lnTo>
                    <a:pt x="1228879" y="1650355"/>
                  </a:lnTo>
                  <a:lnTo>
                    <a:pt x="1228878" y="1650336"/>
                  </a:lnTo>
                  <a:lnTo>
                    <a:pt x="1228879" y="1650317"/>
                  </a:lnTo>
                  <a:lnTo>
                    <a:pt x="1228880" y="1650299"/>
                  </a:lnTo>
                  <a:lnTo>
                    <a:pt x="1228884" y="1650289"/>
                  </a:lnTo>
                  <a:lnTo>
                    <a:pt x="1228882" y="1650280"/>
                  </a:lnTo>
                  <a:lnTo>
                    <a:pt x="1228881" y="1650274"/>
                  </a:lnTo>
                  <a:lnTo>
                    <a:pt x="1228878" y="1650269"/>
                  </a:lnTo>
                  <a:lnTo>
                    <a:pt x="1228872" y="1650262"/>
                  </a:lnTo>
                  <a:lnTo>
                    <a:pt x="1228862" y="1650249"/>
                  </a:lnTo>
                  <a:lnTo>
                    <a:pt x="1228857" y="1650241"/>
                  </a:lnTo>
                  <a:lnTo>
                    <a:pt x="1228850" y="1650228"/>
                  </a:lnTo>
                  <a:lnTo>
                    <a:pt x="1228844" y="1650202"/>
                  </a:lnTo>
                  <a:lnTo>
                    <a:pt x="1228844" y="1650150"/>
                  </a:lnTo>
                  <a:lnTo>
                    <a:pt x="1228845" y="1650136"/>
                  </a:lnTo>
                  <a:lnTo>
                    <a:pt x="1228848" y="1650131"/>
                  </a:lnTo>
                  <a:lnTo>
                    <a:pt x="1228853" y="1650112"/>
                  </a:lnTo>
                  <a:lnTo>
                    <a:pt x="1228857" y="1650102"/>
                  </a:lnTo>
                  <a:lnTo>
                    <a:pt x="1228862" y="1650088"/>
                  </a:lnTo>
                  <a:lnTo>
                    <a:pt x="1228868" y="1650076"/>
                  </a:lnTo>
                  <a:lnTo>
                    <a:pt x="1228877" y="1650055"/>
                  </a:lnTo>
                  <a:lnTo>
                    <a:pt x="1228882" y="1650040"/>
                  </a:lnTo>
                  <a:lnTo>
                    <a:pt x="1228883" y="1650033"/>
                  </a:lnTo>
                  <a:lnTo>
                    <a:pt x="1228883" y="1650021"/>
                  </a:lnTo>
                  <a:lnTo>
                    <a:pt x="1228880" y="1650006"/>
                  </a:lnTo>
                  <a:lnTo>
                    <a:pt x="1228876" y="1649995"/>
                  </a:lnTo>
                  <a:lnTo>
                    <a:pt x="1228872" y="1649986"/>
                  </a:lnTo>
                  <a:lnTo>
                    <a:pt x="1228866" y="1649970"/>
                  </a:lnTo>
                  <a:lnTo>
                    <a:pt x="1228859" y="1649940"/>
                  </a:lnTo>
                  <a:lnTo>
                    <a:pt x="1228853" y="1649913"/>
                  </a:lnTo>
                  <a:lnTo>
                    <a:pt x="1228851" y="1649894"/>
                  </a:lnTo>
                  <a:lnTo>
                    <a:pt x="1228849" y="1649876"/>
                  </a:lnTo>
                  <a:lnTo>
                    <a:pt x="1228849" y="1649858"/>
                  </a:lnTo>
                  <a:lnTo>
                    <a:pt x="1228844" y="1649846"/>
                  </a:lnTo>
                  <a:lnTo>
                    <a:pt x="1228834" y="1649831"/>
                  </a:lnTo>
                  <a:lnTo>
                    <a:pt x="1228824" y="1649814"/>
                  </a:lnTo>
                  <a:lnTo>
                    <a:pt x="1228811" y="1649795"/>
                  </a:lnTo>
                  <a:lnTo>
                    <a:pt x="1228805" y="1649777"/>
                  </a:lnTo>
                  <a:lnTo>
                    <a:pt x="1228803" y="1649765"/>
                  </a:lnTo>
                  <a:lnTo>
                    <a:pt x="1228804" y="1649755"/>
                  </a:lnTo>
                  <a:lnTo>
                    <a:pt x="1228804" y="1649742"/>
                  </a:lnTo>
                  <a:lnTo>
                    <a:pt x="1228806" y="1649718"/>
                  </a:lnTo>
                  <a:lnTo>
                    <a:pt x="1228806" y="1649707"/>
                  </a:lnTo>
                  <a:lnTo>
                    <a:pt x="1228807" y="1649689"/>
                  </a:lnTo>
                  <a:lnTo>
                    <a:pt x="1228806" y="1649670"/>
                  </a:lnTo>
                  <a:lnTo>
                    <a:pt x="1228805" y="1649656"/>
                  </a:lnTo>
                  <a:lnTo>
                    <a:pt x="1228804" y="1649633"/>
                  </a:lnTo>
                  <a:lnTo>
                    <a:pt x="1228805" y="1649596"/>
                  </a:lnTo>
                  <a:lnTo>
                    <a:pt x="1228804" y="1649575"/>
                  </a:lnTo>
                  <a:lnTo>
                    <a:pt x="1228801" y="1649556"/>
                  </a:lnTo>
                  <a:lnTo>
                    <a:pt x="1228805" y="1649538"/>
                  </a:lnTo>
                  <a:lnTo>
                    <a:pt x="1228805" y="1649528"/>
                  </a:lnTo>
                  <a:lnTo>
                    <a:pt x="1228808" y="1649515"/>
                  </a:lnTo>
                  <a:lnTo>
                    <a:pt x="1228813" y="1649486"/>
                  </a:lnTo>
                  <a:lnTo>
                    <a:pt x="1228813" y="1649475"/>
                  </a:lnTo>
                  <a:lnTo>
                    <a:pt x="1228809" y="1649456"/>
                  </a:lnTo>
                  <a:lnTo>
                    <a:pt x="1228798" y="1649437"/>
                  </a:lnTo>
                  <a:lnTo>
                    <a:pt x="1228781" y="1649419"/>
                  </a:lnTo>
                  <a:lnTo>
                    <a:pt x="1228768" y="1649400"/>
                  </a:lnTo>
                  <a:lnTo>
                    <a:pt x="1228756" y="1649382"/>
                  </a:lnTo>
                  <a:lnTo>
                    <a:pt x="1228740" y="1649359"/>
                  </a:lnTo>
                  <a:lnTo>
                    <a:pt x="1228737" y="1649338"/>
                  </a:lnTo>
                  <a:lnTo>
                    <a:pt x="1228736" y="1649331"/>
                  </a:lnTo>
                  <a:lnTo>
                    <a:pt x="1228735" y="1649320"/>
                  </a:lnTo>
                  <a:lnTo>
                    <a:pt x="1228734" y="1649309"/>
                  </a:lnTo>
                  <a:lnTo>
                    <a:pt x="1228731" y="1649301"/>
                  </a:lnTo>
                  <a:lnTo>
                    <a:pt x="1228727" y="1649291"/>
                  </a:lnTo>
                  <a:lnTo>
                    <a:pt x="1228721" y="1649282"/>
                  </a:lnTo>
                  <a:lnTo>
                    <a:pt x="1228711" y="1649264"/>
                  </a:lnTo>
                  <a:lnTo>
                    <a:pt x="1228699" y="1649245"/>
                  </a:lnTo>
                  <a:lnTo>
                    <a:pt x="1228687" y="1649227"/>
                  </a:lnTo>
                  <a:lnTo>
                    <a:pt x="1228681" y="1649212"/>
                  </a:lnTo>
                  <a:lnTo>
                    <a:pt x="1228677" y="1649208"/>
                  </a:lnTo>
                  <a:lnTo>
                    <a:pt x="1228666" y="1649190"/>
                  </a:lnTo>
                  <a:lnTo>
                    <a:pt x="1228658" y="1649172"/>
                  </a:lnTo>
                  <a:lnTo>
                    <a:pt x="1228643" y="1649149"/>
                  </a:lnTo>
                  <a:lnTo>
                    <a:pt x="1228635" y="1649131"/>
                  </a:lnTo>
                  <a:lnTo>
                    <a:pt x="1228632" y="1649125"/>
                  </a:lnTo>
                  <a:lnTo>
                    <a:pt x="1228627" y="1649116"/>
                  </a:lnTo>
                  <a:lnTo>
                    <a:pt x="1228623" y="1649108"/>
                  </a:lnTo>
                  <a:lnTo>
                    <a:pt x="1228616" y="1649094"/>
                  </a:lnTo>
                  <a:lnTo>
                    <a:pt x="1228605" y="1649076"/>
                  </a:lnTo>
                  <a:lnTo>
                    <a:pt x="1228576" y="1649018"/>
                  </a:lnTo>
                  <a:lnTo>
                    <a:pt x="1228568" y="1649004"/>
                  </a:lnTo>
                  <a:lnTo>
                    <a:pt x="1228556" y="1648989"/>
                  </a:lnTo>
                  <a:lnTo>
                    <a:pt x="1228546" y="1648978"/>
                  </a:lnTo>
                  <a:lnTo>
                    <a:pt x="1228541" y="1648970"/>
                  </a:lnTo>
                  <a:lnTo>
                    <a:pt x="1228533" y="1648963"/>
                  </a:lnTo>
                  <a:lnTo>
                    <a:pt x="1228528" y="1648954"/>
                  </a:lnTo>
                  <a:lnTo>
                    <a:pt x="1228525" y="1648935"/>
                  </a:lnTo>
                  <a:lnTo>
                    <a:pt x="1228526" y="1648913"/>
                  </a:lnTo>
                  <a:lnTo>
                    <a:pt x="1228527" y="1648894"/>
                  </a:lnTo>
                  <a:lnTo>
                    <a:pt x="1228529" y="1648874"/>
                  </a:lnTo>
                  <a:lnTo>
                    <a:pt x="1228527" y="1648856"/>
                  </a:lnTo>
                  <a:lnTo>
                    <a:pt x="1228526" y="1648837"/>
                  </a:lnTo>
                  <a:lnTo>
                    <a:pt x="1228524" y="1648827"/>
                  </a:lnTo>
                  <a:lnTo>
                    <a:pt x="1228526" y="1648818"/>
                  </a:lnTo>
                  <a:lnTo>
                    <a:pt x="1228527" y="1648796"/>
                  </a:lnTo>
                  <a:lnTo>
                    <a:pt x="1228529" y="1648778"/>
                  </a:lnTo>
                  <a:lnTo>
                    <a:pt x="1228531" y="1648759"/>
                  </a:lnTo>
                  <a:lnTo>
                    <a:pt x="1228530" y="1648754"/>
                  </a:lnTo>
                  <a:lnTo>
                    <a:pt x="1228526" y="1648749"/>
                  </a:lnTo>
                  <a:lnTo>
                    <a:pt x="1228521" y="1648745"/>
                  </a:lnTo>
                  <a:lnTo>
                    <a:pt x="1228513" y="1648740"/>
                  </a:lnTo>
                  <a:lnTo>
                    <a:pt x="1228504" y="1648734"/>
                  </a:lnTo>
                  <a:lnTo>
                    <a:pt x="1228494" y="1648725"/>
                  </a:lnTo>
                  <a:lnTo>
                    <a:pt x="1228487" y="1648718"/>
                  </a:lnTo>
                  <a:lnTo>
                    <a:pt x="1228477" y="1648710"/>
                  </a:lnTo>
                  <a:lnTo>
                    <a:pt x="1228472" y="1648703"/>
                  </a:lnTo>
                  <a:lnTo>
                    <a:pt x="1228465" y="1648695"/>
                  </a:lnTo>
                  <a:lnTo>
                    <a:pt x="1228464" y="1648686"/>
                  </a:lnTo>
                  <a:lnTo>
                    <a:pt x="1228464" y="1648668"/>
                  </a:lnTo>
                  <a:lnTo>
                    <a:pt x="1228453" y="1648639"/>
                  </a:lnTo>
                  <a:lnTo>
                    <a:pt x="1228453" y="1648633"/>
                  </a:lnTo>
                  <a:lnTo>
                    <a:pt x="1228448" y="1648621"/>
                  </a:lnTo>
                  <a:lnTo>
                    <a:pt x="1228447" y="1648602"/>
                  </a:lnTo>
                  <a:lnTo>
                    <a:pt x="1228444" y="1648584"/>
                  </a:lnTo>
                  <a:lnTo>
                    <a:pt x="1228443" y="1648566"/>
                  </a:lnTo>
                  <a:lnTo>
                    <a:pt x="1228442" y="1648547"/>
                  </a:lnTo>
                  <a:lnTo>
                    <a:pt x="1228443" y="1648529"/>
                  </a:lnTo>
                  <a:lnTo>
                    <a:pt x="1228448" y="1648518"/>
                  </a:lnTo>
                  <a:lnTo>
                    <a:pt x="1228448" y="1648510"/>
                  </a:lnTo>
                  <a:lnTo>
                    <a:pt x="1228447" y="1648496"/>
                  </a:lnTo>
                  <a:lnTo>
                    <a:pt x="1228445" y="1648491"/>
                  </a:lnTo>
                  <a:lnTo>
                    <a:pt x="1228441" y="1648473"/>
                  </a:lnTo>
                  <a:lnTo>
                    <a:pt x="1228438" y="1648454"/>
                  </a:lnTo>
                  <a:lnTo>
                    <a:pt x="1228439" y="1648432"/>
                  </a:lnTo>
                  <a:lnTo>
                    <a:pt x="1228446" y="1648395"/>
                  </a:lnTo>
                  <a:lnTo>
                    <a:pt x="1228449" y="1648377"/>
                  </a:lnTo>
                  <a:lnTo>
                    <a:pt x="1228451" y="1648369"/>
                  </a:lnTo>
                  <a:lnTo>
                    <a:pt x="1228451" y="1648361"/>
                  </a:lnTo>
                  <a:lnTo>
                    <a:pt x="1228449" y="1648353"/>
                  </a:lnTo>
                  <a:lnTo>
                    <a:pt x="1228447" y="1648345"/>
                  </a:lnTo>
                  <a:lnTo>
                    <a:pt x="1228428" y="1648301"/>
                  </a:lnTo>
                  <a:lnTo>
                    <a:pt x="1228421" y="1648281"/>
                  </a:lnTo>
                  <a:lnTo>
                    <a:pt x="1228417" y="1648268"/>
                  </a:lnTo>
                  <a:lnTo>
                    <a:pt x="1228416" y="1648262"/>
                  </a:lnTo>
                  <a:lnTo>
                    <a:pt x="1228409" y="1648244"/>
                  </a:lnTo>
                  <a:lnTo>
                    <a:pt x="1228406" y="1648233"/>
                  </a:lnTo>
                  <a:lnTo>
                    <a:pt x="1228402" y="1648221"/>
                  </a:lnTo>
                  <a:lnTo>
                    <a:pt x="1228395" y="1648207"/>
                  </a:lnTo>
                  <a:lnTo>
                    <a:pt x="1228388" y="1648192"/>
                  </a:lnTo>
                  <a:lnTo>
                    <a:pt x="1228383" y="1648182"/>
                  </a:lnTo>
                  <a:lnTo>
                    <a:pt x="1228376" y="1648169"/>
                  </a:lnTo>
                  <a:lnTo>
                    <a:pt x="1228367" y="1648151"/>
                  </a:lnTo>
                  <a:lnTo>
                    <a:pt x="1228353" y="1648132"/>
                  </a:lnTo>
                  <a:lnTo>
                    <a:pt x="1228338" y="1648115"/>
                  </a:lnTo>
                  <a:lnTo>
                    <a:pt x="1228318" y="1648095"/>
                  </a:lnTo>
                  <a:lnTo>
                    <a:pt x="1228303" y="1648077"/>
                  </a:lnTo>
                  <a:lnTo>
                    <a:pt x="1228297" y="1648067"/>
                  </a:lnTo>
                  <a:lnTo>
                    <a:pt x="1228294" y="1648058"/>
                  </a:lnTo>
                  <a:lnTo>
                    <a:pt x="1228291" y="1648050"/>
                  </a:lnTo>
                  <a:lnTo>
                    <a:pt x="1228285" y="1648024"/>
                  </a:lnTo>
                  <a:lnTo>
                    <a:pt x="1228288" y="1648005"/>
                  </a:lnTo>
                  <a:lnTo>
                    <a:pt x="1228291" y="1647998"/>
                  </a:lnTo>
                  <a:lnTo>
                    <a:pt x="1228307" y="1647981"/>
                  </a:lnTo>
                  <a:lnTo>
                    <a:pt x="1228314" y="1647972"/>
                  </a:lnTo>
                  <a:lnTo>
                    <a:pt x="1228317" y="1647960"/>
                  </a:lnTo>
                  <a:lnTo>
                    <a:pt x="1228316" y="1647942"/>
                  </a:lnTo>
                  <a:lnTo>
                    <a:pt x="1228309" y="1647924"/>
                  </a:lnTo>
                  <a:lnTo>
                    <a:pt x="1228302" y="1647913"/>
                  </a:lnTo>
                  <a:lnTo>
                    <a:pt x="1228300" y="1647905"/>
                  </a:lnTo>
                  <a:lnTo>
                    <a:pt x="1228303" y="1647889"/>
                  </a:lnTo>
                  <a:lnTo>
                    <a:pt x="1228316" y="1647869"/>
                  </a:lnTo>
                  <a:lnTo>
                    <a:pt x="1228321" y="1647860"/>
                  </a:lnTo>
                  <a:lnTo>
                    <a:pt x="1228323" y="1647850"/>
                  </a:lnTo>
                  <a:lnTo>
                    <a:pt x="1228323" y="1647831"/>
                  </a:lnTo>
                  <a:lnTo>
                    <a:pt x="1228318" y="1647813"/>
                  </a:lnTo>
                  <a:lnTo>
                    <a:pt x="1228306" y="1647794"/>
                  </a:lnTo>
                  <a:lnTo>
                    <a:pt x="1228292" y="1647776"/>
                  </a:lnTo>
                  <a:lnTo>
                    <a:pt x="1228277" y="1647759"/>
                  </a:lnTo>
                  <a:lnTo>
                    <a:pt x="1228257" y="1647739"/>
                  </a:lnTo>
                  <a:lnTo>
                    <a:pt x="1228240" y="1647723"/>
                  </a:lnTo>
                  <a:lnTo>
                    <a:pt x="1228225" y="1647704"/>
                  </a:lnTo>
                  <a:lnTo>
                    <a:pt x="1228216" y="1647688"/>
                  </a:lnTo>
                  <a:lnTo>
                    <a:pt x="1228212" y="1647675"/>
                  </a:lnTo>
                  <a:lnTo>
                    <a:pt x="1228212" y="1647667"/>
                  </a:lnTo>
                  <a:lnTo>
                    <a:pt x="1228214" y="1647649"/>
                  </a:lnTo>
                  <a:lnTo>
                    <a:pt x="1228216" y="1647640"/>
                  </a:lnTo>
                  <a:lnTo>
                    <a:pt x="1228216" y="1647630"/>
                  </a:lnTo>
                  <a:lnTo>
                    <a:pt x="1228213" y="1647608"/>
                  </a:lnTo>
                  <a:lnTo>
                    <a:pt x="1228204" y="1647594"/>
                  </a:lnTo>
                  <a:lnTo>
                    <a:pt x="1228194" y="1647581"/>
                  </a:lnTo>
                  <a:lnTo>
                    <a:pt x="1228180" y="1647573"/>
                  </a:lnTo>
                  <a:lnTo>
                    <a:pt x="1228145" y="1647546"/>
                  </a:lnTo>
                  <a:lnTo>
                    <a:pt x="1228131" y="1647529"/>
                  </a:lnTo>
                  <a:lnTo>
                    <a:pt x="1228122" y="1647510"/>
                  </a:lnTo>
                  <a:lnTo>
                    <a:pt x="1228118" y="1647501"/>
                  </a:lnTo>
                  <a:lnTo>
                    <a:pt x="1228115" y="1647492"/>
                  </a:lnTo>
                  <a:lnTo>
                    <a:pt x="1228111" y="1647473"/>
                  </a:lnTo>
                  <a:lnTo>
                    <a:pt x="1228105" y="1647455"/>
                  </a:lnTo>
                  <a:lnTo>
                    <a:pt x="1228102" y="1647436"/>
                  </a:lnTo>
                  <a:lnTo>
                    <a:pt x="1228098" y="1647425"/>
                  </a:lnTo>
                  <a:lnTo>
                    <a:pt x="1228098" y="1647418"/>
                  </a:lnTo>
                  <a:lnTo>
                    <a:pt x="1228104" y="1647399"/>
                  </a:lnTo>
                  <a:lnTo>
                    <a:pt x="1228111" y="1647384"/>
                  </a:lnTo>
                  <a:lnTo>
                    <a:pt x="1228117" y="1647377"/>
                  </a:lnTo>
                  <a:lnTo>
                    <a:pt x="1228124" y="1647364"/>
                  </a:lnTo>
                  <a:lnTo>
                    <a:pt x="1228131" y="1647354"/>
                  </a:lnTo>
                  <a:lnTo>
                    <a:pt x="1228137" y="1647349"/>
                  </a:lnTo>
                  <a:lnTo>
                    <a:pt x="1228144" y="1647344"/>
                  </a:lnTo>
                  <a:lnTo>
                    <a:pt x="1228162" y="1647329"/>
                  </a:lnTo>
                  <a:lnTo>
                    <a:pt x="1228179" y="1647316"/>
                  </a:lnTo>
                  <a:lnTo>
                    <a:pt x="1228187" y="1647312"/>
                  </a:lnTo>
                  <a:lnTo>
                    <a:pt x="1228196" y="1647303"/>
                  </a:lnTo>
                  <a:lnTo>
                    <a:pt x="1228217" y="1647285"/>
                  </a:lnTo>
                  <a:lnTo>
                    <a:pt x="1228233" y="1647257"/>
                  </a:lnTo>
                  <a:lnTo>
                    <a:pt x="1228238" y="1647242"/>
                  </a:lnTo>
                  <a:lnTo>
                    <a:pt x="1228242" y="1647223"/>
                  </a:lnTo>
                  <a:lnTo>
                    <a:pt x="1228246" y="1647205"/>
                  </a:lnTo>
                  <a:lnTo>
                    <a:pt x="1228248" y="1647194"/>
                  </a:lnTo>
                  <a:lnTo>
                    <a:pt x="1228259" y="1647168"/>
                  </a:lnTo>
                  <a:lnTo>
                    <a:pt x="1228275" y="1647149"/>
                  </a:lnTo>
                  <a:lnTo>
                    <a:pt x="1228282" y="1647136"/>
                  </a:lnTo>
                  <a:lnTo>
                    <a:pt x="1228283" y="1647113"/>
                  </a:lnTo>
                  <a:lnTo>
                    <a:pt x="1228282" y="1647097"/>
                  </a:lnTo>
                  <a:lnTo>
                    <a:pt x="1228275" y="1647076"/>
                  </a:lnTo>
                  <a:lnTo>
                    <a:pt x="1228270" y="1647068"/>
                  </a:lnTo>
                  <a:lnTo>
                    <a:pt x="1228267" y="1647057"/>
                  </a:lnTo>
                  <a:lnTo>
                    <a:pt x="1228261" y="1647035"/>
                  </a:lnTo>
                  <a:lnTo>
                    <a:pt x="1228259" y="1647030"/>
                  </a:lnTo>
                  <a:lnTo>
                    <a:pt x="1228258" y="1647016"/>
                  </a:lnTo>
                  <a:lnTo>
                    <a:pt x="1228255" y="1646998"/>
                  </a:lnTo>
                  <a:lnTo>
                    <a:pt x="1228255" y="1646985"/>
                  </a:lnTo>
                  <a:lnTo>
                    <a:pt x="1228257" y="1646973"/>
                  </a:lnTo>
                  <a:lnTo>
                    <a:pt x="1228253" y="1646963"/>
                  </a:lnTo>
                  <a:lnTo>
                    <a:pt x="1228251" y="1646956"/>
                  </a:lnTo>
                  <a:lnTo>
                    <a:pt x="1228240" y="1646909"/>
                  </a:lnTo>
                  <a:lnTo>
                    <a:pt x="1228237" y="1646900"/>
                  </a:lnTo>
                  <a:lnTo>
                    <a:pt x="1228236" y="1646889"/>
                  </a:lnTo>
                  <a:lnTo>
                    <a:pt x="1228229" y="1646871"/>
                  </a:lnTo>
                  <a:lnTo>
                    <a:pt x="1228217" y="1646852"/>
                  </a:lnTo>
                  <a:lnTo>
                    <a:pt x="1228212" y="1646843"/>
                  </a:lnTo>
                  <a:lnTo>
                    <a:pt x="1228202" y="1646834"/>
                  </a:lnTo>
                  <a:lnTo>
                    <a:pt x="1228199" y="1646815"/>
                  </a:lnTo>
                  <a:lnTo>
                    <a:pt x="1228203" y="1646792"/>
                  </a:lnTo>
                  <a:lnTo>
                    <a:pt x="1228204" y="1646759"/>
                  </a:lnTo>
                  <a:lnTo>
                    <a:pt x="1228201" y="1646741"/>
                  </a:lnTo>
                  <a:lnTo>
                    <a:pt x="1228201" y="1646734"/>
                  </a:lnTo>
                  <a:lnTo>
                    <a:pt x="1228198" y="1646723"/>
                  </a:lnTo>
                  <a:lnTo>
                    <a:pt x="1228195" y="1646691"/>
                  </a:lnTo>
                  <a:lnTo>
                    <a:pt x="1228196" y="1646682"/>
                  </a:lnTo>
                  <a:lnTo>
                    <a:pt x="1228199" y="1646663"/>
                  </a:lnTo>
                  <a:lnTo>
                    <a:pt x="1228198" y="1646647"/>
                  </a:lnTo>
                  <a:lnTo>
                    <a:pt x="1228201" y="1646633"/>
                  </a:lnTo>
                  <a:lnTo>
                    <a:pt x="1228205" y="1646626"/>
                  </a:lnTo>
                  <a:lnTo>
                    <a:pt x="1228212" y="1646612"/>
                  </a:lnTo>
                  <a:lnTo>
                    <a:pt x="1228260" y="1646551"/>
                  </a:lnTo>
                  <a:lnTo>
                    <a:pt x="1228268" y="1646538"/>
                  </a:lnTo>
                  <a:lnTo>
                    <a:pt x="1228271" y="1646531"/>
                  </a:lnTo>
                  <a:lnTo>
                    <a:pt x="1228272" y="1646512"/>
                  </a:lnTo>
                  <a:lnTo>
                    <a:pt x="1228273" y="1646499"/>
                  </a:lnTo>
                  <a:lnTo>
                    <a:pt x="1228276" y="1646494"/>
                  </a:lnTo>
                  <a:lnTo>
                    <a:pt x="1228280" y="1646481"/>
                  </a:lnTo>
                  <a:lnTo>
                    <a:pt x="1228299" y="1646458"/>
                  </a:lnTo>
                  <a:lnTo>
                    <a:pt x="1228312" y="1646442"/>
                  </a:lnTo>
                  <a:lnTo>
                    <a:pt x="1228323" y="1646426"/>
                  </a:lnTo>
                  <a:lnTo>
                    <a:pt x="1228331" y="1646422"/>
                  </a:lnTo>
                  <a:lnTo>
                    <a:pt x="1228340" y="1646421"/>
                  </a:lnTo>
                  <a:lnTo>
                    <a:pt x="1228351" y="1646419"/>
                  </a:lnTo>
                  <a:lnTo>
                    <a:pt x="1228360" y="1646419"/>
                  </a:lnTo>
                  <a:lnTo>
                    <a:pt x="1228371" y="1646417"/>
                  </a:lnTo>
                  <a:lnTo>
                    <a:pt x="1228378" y="1646414"/>
                  </a:lnTo>
                  <a:lnTo>
                    <a:pt x="1228393" y="1646398"/>
                  </a:lnTo>
                  <a:lnTo>
                    <a:pt x="1228401" y="1646380"/>
                  </a:lnTo>
                  <a:lnTo>
                    <a:pt x="1228401" y="1646361"/>
                  </a:lnTo>
                  <a:lnTo>
                    <a:pt x="1228400" y="1646350"/>
                  </a:lnTo>
                  <a:lnTo>
                    <a:pt x="1228401" y="1646339"/>
                  </a:lnTo>
                  <a:lnTo>
                    <a:pt x="1228401" y="1646320"/>
                  </a:lnTo>
                  <a:lnTo>
                    <a:pt x="1228402" y="1646304"/>
                  </a:lnTo>
                  <a:lnTo>
                    <a:pt x="1228400" y="1646288"/>
                  </a:lnTo>
                  <a:lnTo>
                    <a:pt x="1228398" y="1646283"/>
                  </a:lnTo>
                  <a:lnTo>
                    <a:pt x="1228396" y="1646278"/>
                  </a:lnTo>
                  <a:lnTo>
                    <a:pt x="1228395" y="1646264"/>
                  </a:lnTo>
                  <a:lnTo>
                    <a:pt x="1228392" y="1646246"/>
                  </a:lnTo>
                  <a:lnTo>
                    <a:pt x="1228391" y="1646228"/>
                  </a:lnTo>
                  <a:lnTo>
                    <a:pt x="1228389" y="1646204"/>
                  </a:lnTo>
                  <a:lnTo>
                    <a:pt x="1228384" y="1646191"/>
                  </a:lnTo>
                  <a:lnTo>
                    <a:pt x="1228384" y="1646154"/>
                  </a:lnTo>
                  <a:lnTo>
                    <a:pt x="1228387" y="1646135"/>
                  </a:lnTo>
                  <a:lnTo>
                    <a:pt x="1228389" y="1646117"/>
                  </a:lnTo>
                  <a:lnTo>
                    <a:pt x="1228390" y="1646098"/>
                  </a:lnTo>
                  <a:lnTo>
                    <a:pt x="1228392" y="1646080"/>
                  </a:lnTo>
                  <a:lnTo>
                    <a:pt x="1228393" y="1646061"/>
                  </a:lnTo>
                  <a:lnTo>
                    <a:pt x="1228393" y="1646029"/>
                  </a:lnTo>
                  <a:lnTo>
                    <a:pt x="1228402" y="1646015"/>
                  </a:lnTo>
                  <a:lnTo>
                    <a:pt x="1228412" y="1646004"/>
                  </a:lnTo>
                  <a:lnTo>
                    <a:pt x="1228417" y="1645999"/>
                  </a:lnTo>
                  <a:lnTo>
                    <a:pt x="1228426" y="1645995"/>
                  </a:lnTo>
                  <a:lnTo>
                    <a:pt x="1228436" y="1645997"/>
                  </a:lnTo>
                  <a:lnTo>
                    <a:pt x="1228454" y="1646003"/>
                  </a:lnTo>
                  <a:lnTo>
                    <a:pt x="1228471" y="1646011"/>
                  </a:lnTo>
                  <a:lnTo>
                    <a:pt x="1228484" y="1646021"/>
                  </a:lnTo>
                  <a:lnTo>
                    <a:pt x="1228488" y="1646026"/>
                  </a:lnTo>
                  <a:lnTo>
                    <a:pt x="1228504" y="1646042"/>
                  </a:lnTo>
                  <a:lnTo>
                    <a:pt x="1228522" y="1646060"/>
                  </a:lnTo>
                  <a:lnTo>
                    <a:pt x="1228537" y="1646078"/>
                  </a:lnTo>
                  <a:lnTo>
                    <a:pt x="1228552" y="1646095"/>
                  </a:lnTo>
                  <a:lnTo>
                    <a:pt x="1228557" y="1646101"/>
                  </a:lnTo>
                  <a:lnTo>
                    <a:pt x="1228569" y="1646110"/>
                  </a:lnTo>
                  <a:lnTo>
                    <a:pt x="1228586" y="1646122"/>
                  </a:lnTo>
                  <a:lnTo>
                    <a:pt x="1228604" y="1646131"/>
                  </a:lnTo>
                  <a:lnTo>
                    <a:pt x="1228614" y="1646138"/>
                  </a:lnTo>
                  <a:lnTo>
                    <a:pt x="1228621" y="1646141"/>
                  </a:lnTo>
                  <a:lnTo>
                    <a:pt x="1228639" y="1646152"/>
                  </a:lnTo>
                  <a:lnTo>
                    <a:pt x="1228674" y="1646172"/>
                  </a:lnTo>
                  <a:lnTo>
                    <a:pt x="1228692" y="1646180"/>
                  </a:lnTo>
                  <a:lnTo>
                    <a:pt x="1228711" y="1646189"/>
                  </a:lnTo>
                  <a:lnTo>
                    <a:pt x="1228724" y="1646194"/>
                  </a:lnTo>
                  <a:lnTo>
                    <a:pt x="1228729" y="1646198"/>
                  </a:lnTo>
                  <a:lnTo>
                    <a:pt x="1228747" y="1646205"/>
                  </a:lnTo>
                  <a:lnTo>
                    <a:pt x="1228764" y="1646209"/>
                  </a:lnTo>
                  <a:lnTo>
                    <a:pt x="1228785" y="1646213"/>
                  </a:lnTo>
                  <a:lnTo>
                    <a:pt x="1228801" y="1646216"/>
                  </a:lnTo>
                  <a:lnTo>
                    <a:pt x="1228820" y="1646226"/>
                  </a:lnTo>
                  <a:lnTo>
                    <a:pt x="1228830" y="1646229"/>
                  </a:lnTo>
                  <a:lnTo>
                    <a:pt x="1228838" y="1646234"/>
                  </a:lnTo>
                  <a:lnTo>
                    <a:pt x="1228856" y="1646241"/>
                  </a:lnTo>
                  <a:lnTo>
                    <a:pt x="1228873" y="1646248"/>
                  </a:lnTo>
                  <a:lnTo>
                    <a:pt x="1228889" y="1646251"/>
                  </a:lnTo>
                  <a:lnTo>
                    <a:pt x="1228926" y="1646260"/>
                  </a:lnTo>
                  <a:lnTo>
                    <a:pt x="1228947" y="1646264"/>
                  </a:lnTo>
                  <a:lnTo>
                    <a:pt x="1228965" y="1646266"/>
                  </a:lnTo>
                  <a:lnTo>
                    <a:pt x="1228982" y="1646270"/>
                  </a:lnTo>
                  <a:lnTo>
                    <a:pt x="1229000" y="1646273"/>
                  </a:lnTo>
                  <a:lnTo>
                    <a:pt x="1229017" y="1646274"/>
                  </a:lnTo>
                  <a:lnTo>
                    <a:pt x="1229035" y="1646274"/>
                  </a:lnTo>
                  <a:lnTo>
                    <a:pt x="1229052" y="1646269"/>
                  </a:lnTo>
                  <a:lnTo>
                    <a:pt x="1229062" y="1646271"/>
                  </a:lnTo>
                  <a:lnTo>
                    <a:pt x="1229070" y="1646277"/>
                  </a:lnTo>
                  <a:lnTo>
                    <a:pt x="1229105" y="1646299"/>
                  </a:lnTo>
                  <a:lnTo>
                    <a:pt x="1229123" y="1646310"/>
                  </a:lnTo>
                  <a:lnTo>
                    <a:pt x="1229140" y="1646317"/>
                  </a:lnTo>
                  <a:lnTo>
                    <a:pt x="1229158" y="1646328"/>
                  </a:lnTo>
                  <a:lnTo>
                    <a:pt x="1229173" y="1646337"/>
                  </a:lnTo>
                  <a:lnTo>
                    <a:pt x="1229193" y="1646350"/>
                  </a:lnTo>
                  <a:lnTo>
                    <a:pt x="1229211" y="1646369"/>
                  </a:lnTo>
                  <a:lnTo>
                    <a:pt x="1229225" y="1646388"/>
                  </a:lnTo>
                  <a:lnTo>
                    <a:pt x="1229239" y="1646404"/>
                  </a:lnTo>
                  <a:lnTo>
                    <a:pt x="1229253" y="1646423"/>
                  </a:lnTo>
                  <a:lnTo>
                    <a:pt x="1229273" y="1646436"/>
                  </a:lnTo>
                  <a:lnTo>
                    <a:pt x="1229290" y="1646447"/>
                  </a:lnTo>
                  <a:lnTo>
                    <a:pt x="1229308" y="1646464"/>
                  </a:lnTo>
                  <a:lnTo>
                    <a:pt x="1229323" y="1646484"/>
                  </a:lnTo>
                  <a:lnTo>
                    <a:pt x="1229337" y="1646503"/>
                  </a:lnTo>
                  <a:lnTo>
                    <a:pt x="1229353" y="1646520"/>
                  </a:lnTo>
                  <a:lnTo>
                    <a:pt x="1229366" y="1646530"/>
                  </a:lnTo>
                  <a:lnTo>
                    <a:pt x="1229381" y="1646535"/>
                  </a:lnTo>
                  <a:lnTo>
                    <a:pt x="1229397" y="1646535"/>
                  </a:lnTo>
                  <a:lnTo>
                    <a:pt x="1229406" y="1646532"/>
                  </a:lnTo>
                  <a:lnTo>
                    <a:pt x="1229414" y="1646529"/>
                  </a:lnTo>
                  <a:lnTo>
                    <a:pt x="1229424" y="1646529"/>
                  </a:lnTo>
                  <a:lnTo>
                    <a:pt x="1229445" y="1646534"/>
                  </a:lnTo>
                  <a:lnTo>
                    <a:pt x="1229462" y="1646542"/>
                  </a:lnTo>
                  <a:lnTo>
                    <a:pt x="1229480" y="1646553"/>
                  </a:lnTo>
                  <a:lnTo>
                    <a:pt x="1229498" y="1646562"/>
                  </a:lnTo>
                  <a:lnTo>
                    <a:pt x="1229515" y="1646570"/>
                  </a:lnTo>
                  <a:lnTo>
                    <a:pt x="1229533" y="1646579"/>
                  </a:lnTo>
                  <a:lnTo>
                    <a:pt x="1229540" y="1646580"/>
                  </a:lnTo>
                  <a:lnTo>
                    <a:pt x="1229550" y="1646587"/>
                  </a:lnTo>
                  <a:lnTo>
                    <a:pt x="1229568" y="1646593"/>
                  </a:lnTo>
                  <a:lnTo>
                    <a:pt x="1229603" y="1646593"/>
                  </a:lnTo>
                  <a:lnTo>
                    <a:pt x="1229620" y="1646589"/>
                  </a:lnTo>
                  <a:lnTo>
                    <a:pt x="1229638" y="1646587"/>
                  </a:lnTo>
                  <a:lnTo>
                    <a:pt x="1229655" y="1646589"/>
                  </a:lnTo>
                  <a:lnTo>
                    <a:pt x="1229673" y="1646589"/>
                  </a:lnTo>
                  <a:lnTo>
                    <a:pt x="1229691" y="1646592"/>
                  </a:lnTo>
                  <a:lnTo>
                    <a:pt x="1229708" y="1646599"/>
                  </a:lnTo>
                  <a:lnTo>
                    <a:pt x="1229717" y="1646603"/>
                  </a:lnTo>
                  <a:lnTo>
                    <a:pt x="1229726" y="1646608"/>
                  </a:lnTo>
                  <a:lnTo>
                    <a:pt x="1229743" y="1646616"/>
                  </a:lnTo>
                  <a:lnTo>
                    <a:pt x="1229761" y="1646628"/>
                  </a:lnTo>
                  <a:lnTo>
                    <a:pt x="1229809" y="1646670"/>
                  </a:lnTo>
                  <a:lnTo>
                    <a:pt x="1229818" y="1646681"/>
                  </a:lnTo>
                  <a:lnTo>
                    <a:pt x="1229825" y="1646694"/>
                  </a:lnTo>
                  <a:lnTo>
                    <a:pt x="1229832" y="1646705"/>
                  </a:lnTo>
                  <a:lnTo>
                    <a:pt x="1229857" y="1646742"/>
                  </a:lnTo>
                  <a:lnTo>
                    <a:pt x="1229864" y="1646744"/>
                  </a:lnTo>
                  <a:lnTo>
                    <a:pt x="1229911" y="1646759"/>
                  </a:lnTo>
                  <a:lnTo>
                    <a:pt x="1229932" y="1646769"/>
                  </a:lnTo>
                  <a:lnTo>
                    <a:pt x="1229958" y="1646785"/>
                  </a:lnTo>
                  <a:lnTo>
                    <a:pt x="1229975" y="1646799"/>
                  </a:lnTo>
                  <a:lnTo>
                    <a:pt x="1229991" y="1646816"/>
                  </a:lnTo>
                  <a:lnTo>
                    <a:pt x="1230007" y="1646833"/>
                  </a:lnTo>
                  <a:lnTo>
                    <a:pt x="1230024" y="1646854"/>
                  </a:lnTo>
                  <a:lnTo>
                    <a:pt x="1230042" y="1646869"/>
                  </a:lnTo>
                  <a:lnTo>
                    <a:pt x="1230057" y="1646885"/>
                  </a:lnTo>
                  <a:lnTo>
                    <a:pt x="1230072" y="1646904"/>
                  </a:lnTo>
                  <a:lnTo>
                    <a:pt x="1230084" y="1646922"/>
                  </a:lnTo>
                  <a:lnTo>
                    <a:pt x="1230093" y="1646941"/>
                  </a:lnTo>
                  <a:lnTo>
                    <a:pt x="1230099" y="1646952"/>
                  </a:lnTo>
                  <a:lnTo>
                    <a:pt x="1230103" y="1646959"/>
                  </a:lnTo>
                  <a:lnTo>
                    <a:pt x="1230114" y="1646978"/>
                  </a:lnTo>
                  <a:lnTo>
                    <a:pt x="1230125" y="1646993"/>
                  </a:lnTo>
                  <a:lnTo>
                    <a:pt x="1230169" y="1647036"/>
                  </a:lnTo>
                  <a:lnTo>
                    <a:pt x="1230187" y="1647052"/>
                  </a:lnTo>
                  <a:lnTo>
                    <a:pt x="1230204" y="1647066"/>
                  </a:lnTo>
                  <a:lnTo>
                    <a:pt x="1230222" y="1647082"/>
                  </a:lnTo>
                  <a:lnTo>
                    <a:pt x="1230239" y="1647095"/>
                  </a:lnTo>
                  <a:lnTo>
                    <a:pt x="1230257" y="1647103"/>
                  </a:lnTo>
                  <a:lnTo>
                    <a:pt x="1230274" y="1647110"/>
                  </a:lnTo>
                  <a:lnTo>
                    <a:pt x="1230284" y="1647113"/>
                  </a:lnTo>
                  <a:lnTo>
                    <a:pt x="1230292" y="1647118"/>
                  </a:lnTo>
                  <a:lnTo>
                    <a:pt x="1230301" y="1647124"/>
                  </a:lnTo>
                  <a:lnTo>
                    <a:pt x="1230309" y="1647133"/>
                  </a:lnTo>
                  <a:lnTo>
                    <a:pt x="1230327" y="1647151"/>
                  </a:lnTo>
                  <a:lnTo>
                    <a:pt x="1230345" y="1647168"/>
                  </a:lnTo>
                  <a:lnTo>
                    <a:pt x="1230362" y="1647185"/>
                  </a:lnTo>
                  <a:lnTo>
                    <a:pt x="1230382" y="1647204"/>
                  </a:lnTo>
                  <a:lnTo>
                    <a:pt x="1230397" y="1647221"/>
                  </a:lnTo>
                  <a:lnTo>
                    <a:pt x="1230412" y="1647238"/>
                  </a:lnTo>
                  <a:lnTo>
                    <a:pt x="1230425" y="1647257"/>
                  </a:lnTo>
                  <a:lnTo>
                    <a:pt x="1230437" y="1647275"/>
                  </a:lnTo>
                  <a:lnTo>
                    <a:pt x="1230468" y="1647331"/>
                  </a:lnTo>
                  <a:lnTo>
                    <a:pt x="1230484" y="1647347"/>
                  </a:lnTo>
                  <a:lnTo>
                    <a:pt x="1230553" y="1647395"/>
                  </a:lnTo>
                  <a:lnTo>
                    <a:pt x="1230562" y="1647402"/>
                  </a:lnTo>
                  <a:lnTo>
                    <a:pt x="1230568" y="1647409"/>
                  </a:lnTo>
                  <a:lnTo>
                    <a:pt x="1230603" y="1647441"/>
                  </a:lnTo>
                  <a:lnTo>
                    <a:pt x="1230620" y="1647455"/>
                  </a:lnTo>
                  <a:lnTo>
                    <a:pt x="1230638" y="1647464"/>
                  </a:lnTo>
                  <a:lnTo>
                    <a:pt x="1230655" y="1647474"/>
                  </a:lnTo>
                  <a:lnTo>
                    <a:pt x="1230673" y="1647483"/>
                  </a:lnTo>
                  <a:lnTo>
                    <a:pt x="1230678" y="1647484"/>
                  </a:lnTo>
                  <a:lnTo>
                    <a:pt x="1230690" y="1647493"/>
                  </a:lnTo>
                  <a:lnTo>
                    <a:pt x="1230708" y="1647507"/>
                  </a:lnTo>
                  <a:lnTo>
                    <a:pt x="1230727" y="1647523"/>
                  </a:lnTo>
                  <a:lnTo>
                    <a:pt x="1230742" y="1647532"/>
                  </a:lnTo>
                  <a:lnTo>
                    <a:pt x="1230757" y="1647544"/>
                  </a:lnTo>
                  <a:lnTo>
                    <a:pt x="1230775" y="1647553"/>
                  </a:lnTo>
                  <a:lnTo>
                    <a:pt x="1230795" y="1647560"/>
                  </a:lnTo>
                  <a:lnTo>
                    <a:pt x="1230812" y="1647567"/>
                  </a:lnTo>
                  <a:lnTo>
                    <a:pt x="1230830" y="1647570"/>
                  </a:lnTo>
                  <a:lnTo>
                    <a:pt x="1230838" y="1647572"/>
                  </a:lnTo>
                  <a:lnTo>
                    <a:pt x="1230847" y="1647572"/>
                  </a:lnTo>
                  <a:lnTo>
                    <a:pt x="1230865" y="1647574"/>
                  </a:lnTo>
                  <a:lnTo>
                    <a:pt x="1230883" y="1647579"/>
                  </a:lnTo>
                  <a:lnTo>
                    <a:pt x="1230892" y="1647585"/>
                  </a:lnTo>
                  <a:lnTo>
                    <a:pt x="1230900" y="1647593"/>
                  </a:lnTo>
                  <a:lnTo>
                    <a:pt x="1230914" y="1647611"/>
                  </a:lnTo>
                  <a:lnTo>
                    <a:pt x="1230930" y="1647629"/>
                  </a:lnTo>
                  <a:lnTo>
                    <a:pt x="1230948" y="1647644"/>
                  </a:lnTo>
                  <a:lnTo>
                    <a:pt x="1230964" y="1647654"/>
                  </a:lnTo>
                  <a:lnTo>
                    <a:pt x="1230971" y="1647657"/>
                  </a:lnTo>
                  <a:lnTo>
                    <a:pt x="1230980" y="1647657"/>
                  </a:lnTo>
                  <a:lnTo>
                    <a:pt x="1230986" y="1647655"/>
                  </a:lnTo>
                  <a:lnTo>
                    <a:pt x="1230993" y="1647650"/>
                  </a:lnTo>
                  <a:lnTo>
                    <a:pt x="1231000" y="1647645"/>
                  </a:lnTo>
                  <a:lnTo>
                    <a:pt x="1231011" y="1647641"/>
                  </a:lnTo>
                  <a:lnTo>
                    <a:pt x="1231017" y="1647642"/>
                  </a:lnTo>
                  <a:lnTo>
                    <a:pt x="1231030" y="1647646"/>
                  </a:lnTo>
                  <a:lnTo>
                    <a:pt x="1231051" y="1647666"/>
                  </a:lnTo>
                  <a:lnTo>
                    <a:pt x="1231069" y="1647678"/>
                  </a:lnTo>
                  <a:lnTo>
                    <a:pt x="1231140" y="1647704"/>
                  </a:lnTo>
                  <a:lnTo>
                    <a:pt x="1231187" y="1647715"/>
                  </a:lnTo>
                  <a:lnTo>
                    <a:pt x="1231195" y="1647717"/>
                  </a:lnTo>
                  <a:lnTo>
                    <a:pt x="1231213" y="1647721"/>
                  </a:lnTo>
                  <a:lnTo>
                    <a:pt x="1231255" y="1647733"/>
                  </a:lnTo>
                  <a:lnTo>
                    <a:pt x="1231285" y="1647745"/>
                  </a:lnTo>
                  <a:lnTo>
                    <a:pt x="1231296" y="1647751"/>
                  </a:lnTo>
                  <a:lnTo>
                    <a:pt x="1231314" y="1647764"/>
                  </a:lnTo>
                  <a:lnTo>
                    <a:pt x="1231340" y="1647784"/>
                  </a:lnTo>
                  <a:lnTo>
                    <a:pt x="1231359" y="1647792"/>
                  </a:lnTo>
                  <a:lnTo>
                    <a:pt x="1231372" y="1647797"/>
                  </a:lnTo>
                  <a:lnTo>
                    <a:pt x="1231383" y="1647799"/>
                  </a:lnTo>
                  <a:lnTo>
                    <a:pt x="1231407" y="1647801"/>
                  </a:lnTo>
                  <a:lnTo>
                    <a:pt x="1231418" y="1647807"/>
                  </a:lnTo>
                  <a:lnTo>
                    <a:pt x="1231434" y="1647825"/>
                  </a:lnTo>
                  <a:lnTo>
                    <a:pt x="1231449" y="1647837"/>
                  </a:lnTo>
                  <a:lnTo>
                    <a:pt x="1231467" y="1647844"/>
                  </a:lnTo>
                  <a:lnTo>
                    <a:pt x="1231495" y="1647852"/>
                  </a:lnTo>
                  <a:lnTo>
                    <a:pt x="1231528" y="1647870"/>
                  </a:lnTo>
                  <a:lnTo>
                    <a:pt x="1231541" y="1647878"/>
                  </a:lnTo>
                  <a:lnTo>
                    <a:pt x="1231560" y="1647887"/>
                  </a:lnTo>
                  <a:lnTo>
                    <a:pt x="1231595" y="1647888"/>
                  </a:lnTo>
                  <a:lnTo>
                    <a:pt x="1231641" y="1647880"/>
                  </a:lnTo>
                  <a:lnTo>
                    <a:pt x="1231667" y="1647878"/>
                  </a:lnTo>
                  <a:lnTo>
                    <a:pt x="1231680" y="1647876"/>
                  </a:lnTo>
                  <a:lnTo>
                    <a:pt x="1231704" y="1647863"/>
                  </a:lnTo>
                  <a:lnTo>
                    <a:pt x="1231728" y="1647847"/>
                  </a:lnTo>
                  <a:lnTo>
                    <a:pt x="1231748" y="1647832"/>
                  </a:lnTo>
                  <a:lnTo>
                    <a:pt x="1231765" y="1647826"/>
                  </a:lnTo>
                  <a:lnTo>
                    <a:pt x="1231776" y="1647826"/>
                  </a:lnTo>
                  <a:lnTo>
                    <a:pt x="1231792" y="1647830"/>
                  </a:lnTo>
                  <a:lnTo>
                    <a:pt x="1231815" y="1647838"/>
                  </a:lnTo>
                  <a:lnTo>
                    <a:pt x="1231831" y="1647842"/>
                  </a:lnTo>
                  <a:lnTo>
                    <a:pt x="1231846" y="1647844"/>
                  </a:lnTo>
                  <a:lnTo>
                    <a:pt x="1231857" y="1647844"/>
                  </a:lnTo>
                  <a:lnTo>
                    <a:pt x="1231870" y="1647848"/>
                  </a:lnTo>
                  <a:lnTo>
                    <a:pt x="1231879" y="1647854"/>
                  </a:lnTo>
                  <a:lnTo>
                    <a:pt x="1231888" y="1647863"/>
                  </a:lnTo>
                  <a:lnTo>
                    <a:pt x="1231905" y="1647887"/>
                  </a:lnTo>
                  <a:lnTo>
                    <a:pt x="1231912" y="1647895"/>
                  </a:lnTo>
                  <a:lnTo>
                    <a:pt x="1231921" y="1647902"/>
                  </a:lnTo>
                  <a:lnTo>
                    <a:pt x="1231940" y="1647910"/>
                  </a:lnTo>
                  <a:lnTo>
                    <a:pt x="1231956" y="1647914"/>
                  </a:lnTo>
                  <a:lnTo>
                    <a:pt x="1231973" y="1647916"/>
                  </a:lnTo>
                  <a:lnTo>
                    <a:pt x="1231986" y="1647918"/>
                  </a:lnTo>
                  <a:lnTo>
                    <a:pt x="1231997" y="1647924"/>
                  </a:lnTo>
                  <a:lnTo>
                    <a:pt x="1232017" y="1647936"/>
                  </a:lnTo>
                  <a:lnTo>
                    <a:pt x="1232032" y="1647949"/>
                  </a:lnTo>
                  <a:lnTo>
                    <a:pt x="1232050" y="1647961"/>
                  </a:lnTo>
                  <a:lnTo>
                    <a:pt x="1232065" y="1647971"/>
                  </a:lnTo>
                  <a:lnTo>
                    <a:pt x="1232080" y="1647988"/>
                  </a:lnTo>
                  <a:lnTo>
                    <a:pt x="1232104" y="1648014"/>
                  </a:lnTo>
                  <a:lnTo>
                    <a:pt x="1232157" y="1648074"/>
                  </a:lnTo>
                  <a:lnTo>
                    <a:pt x="1232177" y="1648090"/>
                  </a:lnTo>
                  <a:lnTo>
                    <a:pt x="1232205" y="1648105"/>
                  </a:lnTo>
                  <a:lnTo>
                    <a:pt x="1232225" y="1648115"/>
                  </a:lnTo>
                  <a:lnTo>
                    <a:pt x="1232257" y="1648125"/>
                  </a:lnTo>
                  <a:lnTo>
                    <a:pt x="1232288" y="1648133"/>
                  </a:lnTo>
                  <a:lnTo>
                    <a:pt x="1232330" y="1648145"/>
                  </a:lnTo>
                  <a:lnTo>
                    <a:pt x="1232377" y="1648155"/>
                  </a:lnTo>
                  <a:lnTo>
                    <a:pt x="1232450" y="1648163"/>
                  </a:lnTo>
                  <a:lnTo>
                    <a:pt x="1232497" y="1648169"/>
                  </a:lnTo>
                  <a:lnTo>
                    <a:pt x="1232552" y="1648175"/>
                  </a:lnTo>
                  <a:lnTo>
                    <a:pt x="1232578" y="1648181"/>
                  </a:lnTo>
                  <a:lnTo>
                    <a:pt x="1232600" y="1648190"/>
                  </a:lnTo>
                  <a:lnTo>
                    <a:pt x="1232635" y="1648212"/>
                  </a:lnTo>
                  <a:lnTo>
                    <a:pt x="1232657" y="1648224"/>
                  </a:lnTo>
                  <a:lnTo>
                    <a:pt x="1232683" y="1648233"/>
                  </a:lnTo>
                  <a:lnTo>
                    <a:pt x="1232725" y="1648247"/>
                  </a:lnTo>
                  <a:lnTo>
                    <a:pt x="1232757" y="1648253"/>
                  </a:lnTo>
                  <a:lnTo>
                    <a:pt x="1232786" y="1648261"/>
                  </a:lnTo>
                  <a:lnTo>
                    <a:pt x="1232816" y="1648271"/>
                  </a:lnTo>
                  <a:lnTo>
                    <a:pt x="1232841" y="1648279"/>
                  </a:lnTo>
                  <a:lnTo>
                    <a:pt x="1232853" y="1648279"/>
                  </a:lnTo>
                  <a:lnTo>
                    <a:pt x="1232860" y="1648273"/>
                  </a:lnTo>
                  <a:lnTo>
                    <a:pt x="1232867" y="1648265"/>
                  </a:lnTo>
                  <a:lnTo>
                    <a:pt x="1232916" y="1648205"/>
                  </a:lnTo>
                  <a:lnTo>
                    <a:pt x="1232943" y="1648174"/>
                  </a:lnTo>
                  <a:lnTo>
                    <a:pt x="1232980" y="1648137"/>
                  </a:lnTo>
                  <a:lnTo>
                    <a:pt x="1233012" y="1648103"/>
                  </a:lnTo>
                  <a:lnTo>
                    <a:pt x="1233054" y="1648060"/>
                  </a:lnTo>
                  <a:lnTo>
                    <a:pt x="1233088" y="1648024"/>
                  </a:lnTo>
                  <a:lnTo>
                    <a:pt x="1233099" y="1648010"/>
                  </a:lnTo>
                  <a:lnTo>
                    <a:pt x="1233106" y="1647997"/>
                  </a:lnTo>
                  <a:lnTo>
                    <a:pt x="1233114" y="1647985"/>
                  </a:lnTo>
                  <a:lnTo>
                    <a:pt x="1233132" y="1647966"/>
                  </a:lnTo>
                  <a:lnTo>
                    <a:pt x="1233175" y="1647933"/>
                  </a:lnTo>
                  <a:lnTo>
                    <a:pt x="1233203" y="1647910"/>
                  </a:lnTo>
                  <a:lnTo>
                    <a:pt x="1233236" y="1647885"/>
                  </a:lnTo>
                  <a:lnTo>
                    <a:pt x="1233247" y="1647875"/>
                  </a:lnTo>
                  <a:lnTo>
                    <a:pt x="1233255" y="1647867"/>
                  </a:lnTo>
                  <a:lnTo>
                    <a:pt x="1233264" y="1647865"/>
                  </a:lnTo>
                  <a:lnTo>
                    <a:pt x="1233271" y="1647865"/>
                  </a:lnTo>
                  <a:lnTo>
                    <a:pt x="1233279" y="1647867"/>
                  </a:lnTo>
                  <a:lnTo>
                    <a:pt x="1233295" y="1647875"/>
                  </a:lnTo>
                  <a:lnTo>
                    <a:pt x="1233334" y="1647895"/>
                  </a:lnTo>
                  <a:lnTo>
                    <a:pt x="1233350" y="1647901"/>
                  </a:lnTo>
                  <a:lnTo>
                    <a:pt x="1233380" y="1647908"/>
                  </a:lnTo>
                  <a:lnTo>
                    <a:pt x="1233404" y="1647916"/>
                  </a:lnTo>
                  <a:lnTo>
                    <a:pt x="1233443" y="1647930"/>
                  </a:lnTo>
                  <a:lnTo>
                    <a:pt x="1233498" y="1647955"/>
                  </a:lnTo>
                  <a:lnTo>
                    <a:pt x="1233515" y="1647967"/>
                  </a:lnTo>
                  <a:lnTo>
                    <a:pt x="1233535" y="1647983"/>
                  </a:lnTo>
                  <a:lnTo>
                    <a:pt x="1233561" y="1647998"/>
                  </a:lnTo>
                  <a:lnTo>
                    <a:pt x="1233575" y="1648006"/>
                  </a:lnTo>
                  <a:lnTo>
                    <a:pt x="1233590" y="1648010"/>
                  </a:lnTo>
                  <a:lnTo>
                    <a:pt x="1233609" y="1648012"/>
                  </a:lnTo>
                  <a:lnTo>
                    <a:pt x="1233625" y="1648012"/>
                  </a:lnTo>
                  <a:lnTo>
                    <a:pt x="1233640" y="1648010"/>
                  </a:lnTo>
                  <a:lnTo>
                    <a:pt x="1233657" y="1648007"/>
                  </a:lnTo>
                  <a:lnTo>
                    <a:pt x="1233679" y="1647997"/>
                  </a:lnTo>
                  <a:lnTo>
                    <a:pt x="1233705" y="1647983"/>
                  </a:lnTo>
                  <a:lnTo>
                    <a:pt x="1233740" y="1647968"/>
                  </a:lnTo>
                  <a:lnTo>
                    <a:pt x="1233777" y="1647949"/>
                  </a:lnTo>
                  <a:lnTo>
                    <a:pt x="1233799" y="1647933"/>
                  </a:lnTo>
                  <a:lnTo>
                    <a:pt x="1233825" y="1647910"/>
                  </a:lnTo>
                  <a:lnTo>
                    <a:pt x="1233845" y="1647889"/>
                  </a:lnTo>
                  <a:lnTo>
                    <a:pt x="1233864" y="1647877"/>
                  </a:lnTo>
                  <a:lnTo>
                    <a:pt x="1233901" y="1647860"/>
                  </a:lnTo>
                  <a:lnTo>
                    <a:pt x="1233919" y="1647850"/>
                  </a:lnTo>
                  <a:lnTo>
                    <a:pt x="1233932" y="1647843"/>
                  </a:lnTo>
                  <a:lnTo>
                    <a:pt x="1233969" y="1647825"/>
                  </a:lnTo>
                  <a:lnTo>
                    <a:pt x="1233982" y="1647814"/>
                  </a:lnTo>
                  <a:lnTo>
                    <a:pt x="1233988" y="1647804"/>
                  </a:lnTo>
                  <a:lnTo>
                    <a:pt x="1233992" y="1647787"/>
                  </a:lnTo>
                  <a:lnTo>
                    <a:pt x="1233992" y="1647763"/>
                  </a:lnTo>
                  <a:lnTo>
                    <a:pt x="1233986" y="1647740"/>
                  </a:lnTo>
                  <a:lnTo>
                    <a:pt x="1233983" y="1647719"/>
                  </a:lnTo>
                  <a:lnTo>
                    <a:pt x="1233983" y="1647680"/>
                  </a:lnTo>
                  <a:lnTo>
                    <a:pt x="1233992" y="1647635"/>
                  </a:lnTo>
                  <a:lnTo>
                    <a:pt x="1233994" y="1647589"/>
                  </a:lnTo>
                  <a:lnTo>
                    <a:pt x="1233998" y="1647573"/>
                  </a:lnTo>
                  <a:lnTo>
                    <a:pt x="1234007" y="1647540"/>
                  </a:lnTo>
                  <a:lnTo>
                    <a:pt x="1234028" y="1647470"/>
                  </a:lnTo>
                  <a:lnTo>
                    <a:pt x="1234041" y="1647429"/>
                  </a:lnTo>
                  <a:lnTo>
                    <a:pt x="1234054" y="1647400"/>
                  </a:lnTo>
                  <a:lnTo>
                    <a:pt x="1234065" y="1647371"/>
                  </a:lnTo>
                  <a:lnTo>
                    <a:pt x="1234078" y="1647344"/>
                  </a:lnTo>
                  <a:lnTo>
                    <a:pt x="1234082" y="1647335"/>
                  </a:lnTo>
                  <a:lnTo>
                    <a:pt x="1234080" y="1647321"/>
                  </a:lnTo>
                  <a:lnTo>
                    <a:pt x="1234080" y="1647315"/>
                  </a:lnTo>
                  <a:lnTo>
                    <a:pt x="1234075" y="1647296"/>
                  </a:lnTo>
                  <a:lnTo>
                    <a:pt x="1234065" y="1647265"/>
                  </a:lnTo>
                  <a:lnTo>
                    <a:pt x="1234062" y="1647247"/>
                  </a:lnTo>
                  <a:lnTo>
                    <a:pt x="1234062" y="1647230"/>
                  </a:lnTo>
                  <a:lnTo>
                    <a:pt x="1234064" y="1647162"/>
                  </a:lnTo>
                  <a:lnTo>
                    <a:pt x="1234059" y="1647111"/>
                  </a:lnTo>
                  <a:lnTo>
                    <a:pt x="1234057" y="1647068"/>
                  </a:lnTo>
                  <a:lnTo>
                    <a:pt x="1234059" y="1647012"/>
                  </a:lnTo>
                  <a:lnTo>
                    <a:pt x="1234063" y="1646979"/>
                  </a:lnTo>
                  <a:lnTo>
                    <a:pt x="1234068" y="1646966"/>
                  </a:lnTo>
                  <a:lnTo>
                    <a:pt x="1234085" y="1646936"/>
                  </a:lnTo>
                  <a:lnTo>
                    <a:pt x="1234105" y="1646915"/>
                  </a:lnTo>
                  <a:lnTo>
                    <a:pt x="1234126" y="1646906"/>
                  </a:lnTo>
                  <a:lnTo>
                    <a:pt x="1234148" y="1646898"/>
                  </a:lnTo>
                  <a:lnTo>
                    <a:pt x="1234157" y="1646896"/>
                  </a:lnTo>
                  <a:lnTo>
                    <a:pt x="1234162" y="1646888"/>
                  </a:lnTo>
                  <a:lnTo>
                    <a:pt x="1234157" y="1646867"/>
                  </a:lnTo>
                  <a:lnTo>
                    <a:pt x="1234156" y="1646847"/>
                  </a:lnTo>
                  <a:lnTo>
                    <a:pt x="1234156" y="1646820"/>
                  </a:lnTo>
                  <a:lnTo>
                    <a:pt x="1234165" y="1646797"/>
                  </a:lnTo>
                  <a:lnTo>
                    <a:pt x="1234176" y="1646758"/>
                  </a:lnTo>
                  <a:lnTo>
                    <a:pt x="1234184" y="1646727"/>
                  </a:lnTo>
                  <a:lnTo>
                    <a:pt x="1234191" y="1646710"/>
                  </a:lnTo>
                  <a:lnTo>
                    <a:pt x="1234212" y="1646653"/>
                  </a:lnTo>
                  <a:lnTo>
                    <a:pt x="1234227" y="1646624"/>
                  </a:lnTo>
                  <a:lnTo>
                    <a:pt x="1234245" y="1646597"/>
                  </a:lnTo>
                  <a:lnTo>
                    <a:pt x="1234269" y="1646566"/>
                  </a:lnTo>
                  <a:lnTo>
                    <a:pt x="1234282" y="1646545"/>
                  </a:lnTo>
                  <a:lnTo>
                    <a:pt x="1234282" y="1646537"/>
                  </a:lnTo>
                  <a:lnTo>
                    <a:pt x="1234280" y="1646530"/>
                  </a:lnTo>
                  <a:lnTo>
                    <a:pt x="1234275" y="1646522"/>
                  </a:lnTo>
                  <a:lnTo>
                    <a:pt x="1234264" y="1646498"/>
                  </a:lnTo>
                  <a:lnTo>
                    <a:pt x="1234249" y="1646470"/>
                  </a:lnTo>
                  <a:lnTo>
                    <a:pt x="1234242" y="1646454"/>
                  </a:lnTo>
                  <a:lnTo>
                    <a:pt x="1234229" y="1646436"/>
                  </a:lnTo>
                  <a:lnTo>
                    <a:pt x="1234222" y="1646424"/>
                  </a:lnTo>
                  <a:lnTo>
                    <a:pt x="1234213" y="1646415"/>
                  </a:lnTo>
                  <a:lnTo>
                    <a:pt x="1234202" y="1646397"/>
                  </a:lnTo>
                  <a:lnTo>
                    <a:pt x="1234189" y="1646368"/>
                  </a:lnTo>
                  <a:lnTo>
                    <a:pt x="1234180" y="1646347"/>
                  </a:lnTo>
                  <a:lnTo>
                    <a:pt x="1234172" y="1646319"/>
                  </a:lnTo>
                  <a:lnTo>
                    <a:pt x="1234167" y="1646298"/>
                  </a:lnTo>
                  <a:lnTo>
                    <a:pt x="1234167" y="1646224"/>
                  </a:lnTo>
                  <a:lnTo>
                    <a:pt x="1234165" y="1646211"/>
                  </a:lnTo>
                  <a:lnTo>
                    <a:pt x="1234160" y="1646197"/>
                  </a:lnTo>
                  <a:lnTo>
                    <a:pt x="1234147" y="1646164"/>
                  </a:lnTo>
                  <a:lnTo>
                    <a:pt x="1234134" y="1646135"/>
                  </a:lnTo>
                  <a:lnTo>
                    <a:pt x="1234123" y="1646106"/>
                  </a:lnTo>
                  <a:lnTo>
                    <a:pt x="1234114" y="1646071"/>
                  </a:lnTo>
                  <a:lnTo>
                    <a:pt x="1234107" y="1646045"/>
                  </a:lnTo>
                  <a:lnTo>
                    <a:pt x="1234098" y="1646008"/>
                  </a:lnTo>
                  <a:lnTo>
                    <a:pt x="1234090" y="1645987"/>
                  </a:lnTo>
                  <a:lnTo>
                    <a:pt x="1234087" y="1645964"/>
                  </a:lnTo>
                  <a:lnTo>
                    <a:pt x="1234087" y="1645923"/>
                  </a:lnTo>
                  <a:lnTo>
                    <a:pt x="1234093" y="1645888"/>
                  </a:lnTo>
                  <a:lnTo>
                    <a:pt x="1234102" y="1645845"/>
                  </a:lnTo>
                  <a:lnTo>
                    <a:pt x="1234109" y="1645820"/>
                  </a:lnTo>
                  <a:lnTo>
                    <a:pt x="1234113" y="1645801"/>
                  </a:lnTo>
                  <a:lnTo>
                    <a:pt x="1234115" y="1645779"/>
                  </a:lnTo>
                  <a:lnTo>
                    <a:pt x="1234111" y="1645768"/>
                  </a:lnTo>
                  <a:lnTo>
                    <a:pt x="1234075" y="1645729"/>
                  </a:lnTo>
                  <a:lnTo>
                    <a:pt x="1234060" y="1645709"/>
                  </a:lnTo>
                  <a:lnTo>
                    <a:pt x="1234051" y="1645696"/>
                  </a:lnTo>
                  <a:lnTo>
                    <a:pt x="1234043" y="1645684"/>
                  </a:lnTo>
                  <a:lnTo>
                    <a:pt x="1234036" y="1645655"/>
                  </a:lnTo>
                  <a:lnTo>
                    <a:pt x="1234031" y="1645630"/>
                  </a:lnTo>
                  <a:lnTo>
                    <a:pt x="1234025" y="1645608"/>
                  </a:lnTo>
                  <a:lnTo>
                    <a:pt x="1234022" y="1645581"/>
                  </a:lnTo>
                  <a:lnTo>
                    <a:pt x="1234018" y="1645561"/>
                  </a:lnTo>
                  <a:lnTo>
                    <a:pt x="1234014" y="1645554"/>
                  </a:lnTo>
                  <a:lnTo>
                    <a:pt x="1234009" y="1645544"/>
                  </a:lnTo>
                  <a:lnTo>
                    <a:pt x="1233990" y="1645528"/>
                  </a:lnTo>
                  <a:lnTo>
                    <a:pt x="1233972" y="1645511"/>
                  </a:lnTo>
                  <a:lnTo>
                    <a:pt x="1233944" y="1645489"/>
                  </a:lnTo>
                  <a:lnTo>
                    <a:pt x="1233930" y="1645476"/>
                  </a:lnTo>
                  <a:lnTo>
                    <a:pt x="1233911" y="1645454"/>
                  </a:lnTo>
                  <a:lnTo>
                    <a:pt x="1233886" y="1645437"/>
                  </a:lnTo>
                  <a:lnTo>
                    <a:pt x="1233858" y="1645417"/>
                  </a:lnTo>
                  <a:lnTo>
                    <a:pt x="1233841" y="1645407"/>
                  </a:lnTo>
                  <a:lnTo>
                    <a:pt x="1233832" y="1645402"/>
                  </a:lnTo>
                  <a:lnTo>
                    <a:pt x="1233825" y="1645396"/>
                  </a:lnTo>
                  <a:lnTo>
                    <a:pt x="1233821" y="1645390"/>
                  </a:lnTo>
                  <a:lnTo>
                    <a:pt x="1233814" y="1645382"/>
                  </a:lnTo>
                  <a:lnTo>
                    <a:pt x="1233805" y="1645365"/>
                  </a:lnTo>
                  <a:lnTo>
                    <a:pt x="1233795" y="1645337"/>
                  </a:lnTo>
                  <a:lnTo>
                    <a:pt x="1233781" y="1645304"/>
                  </a:lnTo>
                  <a:lnTo>
                    <a:pt x="1233770" y="1645275"/>
                  </a:lnTo>
                  <a:lnTo>
                    <a:pt x="1233761" y="1645238"/>
                  </a:lnTo>
                  <a:lnTo>
                    <a:pt x="1233746" y="1645203"/>
                  </a:lnTo>
                  <a:lnTo>
                    <a:pt x="1233739" y="1645180"/>
                  </a:lnTo>
                  <a:lnTo>
                    <a:pt x="1233737" y="1645172"/>
                  </a:lnTo>
                  <a:lnTo>
                    <a:pt x="1233737" y="1645147"/>
                  </a:lnTo>
                  <a:lnTo>
                    <a:pt x="1233733" y="1645129"/>
                  </a:lnTo>
                  <a:lnTo>
                    <a:pt x="1233732" y="1645122"/>
                  </a:lnTo>
                  <a:lnTo>
                    <a:pt x="1233726" y="1645110"/>
                  </a:lnTo>
                  <a:lnTo>
                    <a:pt x="1233708" y="1645090"/>
                  </a:lnTo>
                  <a:lnTo>
                    <a:pt x="1233698" y="1645085"/>
                  </a:lnTo>
                  <a:lnTo>
                    <a:pt x="1233691" y="1645083"/>
                  </a:lnTo>
                  <a:lnTo>
                    <a:pt x="1233676" y="1645082"/>
                  </a:lnTo>
                  <a:lnTo>
                    <a:pt x="1233661" y="1645084"/>
                  </a:lnTo>
                  <a:lnTo>
                    <a:pt x="1233649" y="1645082"/>
                  </a:lnTo>
                  <a:lnTo>
                    <a:pt x="1233639" y="1645077"/>
                  </a:lnTo>
                  <a:lnTo>
                    <a:pt x="1233623" y="1645067"/>
                  </a:lnTo>
                  <a:lnTo>
                    <a:pt x="1233612" y="1645057"/>
                  </a:lnTo>
                  <a:lnTo>
                    <a:pt x="1233601" y="1645038"/>
                  </a:lnTo>
                  <a:lnTo>
                    <a:pt x="1233586" y="1645018"/>
                  </a:lnTo>
                  <a:lnTo>
                    <a:pt x="1233575" y="1645010"/>
                  </a:lnTo>
                  <a:lnTo>
                    <a:pt x="1233562" y="1645004"/>
                  </a:lnTo>
                  <a:lnTo>
                    <a:pt x="1233509" y="1644987"/>
                  </a:lnTo>
                  <a:lnTo>
                    <a:pt x="1233483" y="1644977"/>
                  </a:lnTo>
                  <a:lnTo>
                    <a:pt x="1233448" y="1644963"/>
                  </a:lnTo>
                  <a:lnTo>
                    <a:pt x="1233396" y="1644934"/>
                  </a:lnTo>
                  <a:lnTo>
                    <a:pt x="1233326" y="1644899"/>
                  </a:lnTo>
                  <a:lnTo>
                    <a:pt x="1233308" y="1644885"/>
                  </a:lnTo>
                  <a:lnTo>
                    <a:pt x="1233275" y="1644860"/>
                  </a:lnTo>
                  <a:lnTo>
                    <a:pt x="1233244" y="1644834"/>
                  </a:lnTo>
                  <a:lnTo>
                    <a:pt x="1233236" y="1644828"/>
                  </a:lnTo>
                  <a:lnTo>
                    <a:pt x="1233227" y="1644824"/>
                  </a:lnTo>
                  <a:lnTo>
                    <a:pt x="1233212" y="1644822"/>
                  </a:lnTo>
                  <a:lnTo>
                    <a:pt x="1233188" y="1644822"/>
                  </a:lnTo>
                  <a:lnTo>
                    <a:pt x="1233179" y="1644824"/>
                  </a:lnTo>
                  <a:lnTo>
                    <a:pt x="1233138" y="1644857"/>
                  </a:lnTo>
                  <a:lnTo>
                    <a:pt x="1233112" y="1644876"/>
                  </a:lnTo>
                  <a:lnTo>
                    <a:pt x="1233090" y="1644896"/>
                  </a:lnTo>
                  <a:lnTo>
                    <a:pt x="1233077" y="1644907"/>
                  </a:lnTo>
                  <a:lnTo>
                    <a:pt x="1233065" y="1644911"/>
                  </a:lnTo>
                  <a:lnTo>
                    <a:pt x="1233049" y="1644915"/>
                  </a:lnTo>
                  <a:lnTo>
                    <a:pt x="1233025" y="1644919"/>
                  </a:lnTo>
                  <a:lnTo>
                    <a:pt x="1232990" y="1644923"/>
                  </a:lnTo>
                  <a:lnTo>
                    <a:pt x="1232971" y="1644922"/>
                  </a:lnTo>
                  <a:lnTo>
                    <a:pt x="1232958" y="1644920"/>
                  </a:lnTo>
                  <a:lnTo>
                    <a:pt x="1232940" y="1644918"/>
                  </a:lnTo>
                  <a:lnTo>
                    <a:pt x="1232925" y="1644916"/>
                  </a:lnTo>
                  <a:lnTo>
                    <a:pt x="1232905" y="1644914"/>
                  </a:lnTo>
                  <a:lnTo>
                    <a:pt x="1232842" y="1644920"/>
                  </a:lnTo>
                  <a:lnTo>
                    <a:pt x="1232829" y="1644920"/>
                  </a:lnTo>
                  <a:lnTo>
                    <a:pt x="1232814" y="1644916"/>
                  </a:lnTo>
                  <a:lnTo>
                    <a:pt x="1232803" y="1644908"/>
                  </a:lnTo>
                  <a:lnTo>
                    <a:pt x="1232792" y="1644897"/>
                  </a:lnTo>
                  <a:lnTo>
                    <a:pt x="1232787" y="1644889"/>
                  </a:lnTo>
                  <a:lnTo>
                    <a:pt x="1232783" y="1644883"/>
                  </a:lnTo>
                  <a:lnTo>
                    <a:pt x="1232779" y="1644873"/>
                  </a:lnTo>
                  <a:lnTo>
                    <a:pt x="1232776" y="1644862"/>
                  </a:lnTo>
                  <a:lnTo>
                    <a:pt x="1232771" y="1644840"/>
                  </a:lnTo>
                  <a:lnTo>
                    <a:pt x="1232769" y="1644821"/>
                  </a:lnTo>
                  <a:lnTo>
                    <a:pt x="1232773" y="1644803"/>
                  </a:lnTo>
                  <a:lnTo>
                    <a:pt x="1232784" y="1644766"/>
                  </a:lnTo>
                  <a:lnTo>
                    <a:pt x="1232797" y="1644735"/>
                  </a:lnTo>
                  <a:lnTo>
                    <a:pt x="1232801" y="1644720"/>
                  </a:lnTo>
                  <a:lnTo>
                    <a:pt x="1232801" y="1644714"/>
                  </a:lnTo>
                  <a:lnTo>
                    <a:pt x="1232795" y="1644683"/>
                  </a:lnTo>
                  <a:lnTo>
                    <a:pt x="1232790" y="1644654"/>
                  </a:lnTo>
                  <a:lnTo>
                    <a:pt x="1232786" y="1644636"/>
                  </a:lnTo>
                  <a:lnTo>
                    <a:pt x="1232786" y="1644615"/>
                  </a:lnTo>
                  <a:lnTo>
                    <a:pt x="1232788" y="1644597"/>
                  </a:lnTo>
                  <a:lnTo>
                    <a:pt x="1232788" y="1644584"/>
                  </a:lnTo>
                  <a:lnTo>
                    <a:pt x="1232785" y="1644508"/>
                  </a:lnTo>
                  <a:lnTo>
                    <a:pt x="1232788" y="1644493"/>
                  </a:lnTo>
                  <a:lnTo>
                    <a:pt x="1232796" y="1644458"/>
                  </a:lnTo>
                  <a:lnTo>
                    <a:pt x="1232805" y="1644429"/>
                  </a:lnTo>
                  <a:lnTo>
                    <a:pt x="1232815" y="1644407"/>
                  </a:lnTo>
                  <a:lnTo>
                    <a:pt x="1232824" y="1644392"/>
                  </a:lnTo>
                  <a:lnTo>
                    <a:pt x="1232846" y="1644369"/>
                  </a:lnTo>
                  <a:lnTo>
                    <a:pt x="1232867" y="1644346"/>
                  </a:lnTo>
                  <a:lnTo>
                    <a:pt x="1232902" y="1644309"/>
                  </a:lnTo>
                  <a:lnTo>
                    <a:pt x="1232904" y="1644303"/>
                  </a:lnTo>
                  <a:lnTo>
                    <a:pt x="1232904" y="1644297"/>
                  </a:lnTo>
                  <a:lnTo>
                    <a:pt x="1232902" y="1644290"/>
                  </a:lnTo>
                  <a:lnTo>
                    <a:pt x="1232896" y="1644282"/>
                  </a:lnTo>
                  <a:lnTo>
                    <a:pt x="1232872" y="1644257"/>
                  </a:lnTo>
                  <a:lnTo>
                    <a:pt x="1232863" y="1644245"/>
                  </a:lnTo>
                  <a:lnTo>
                    <a:pt x="1232852" y="1644227"/>
                  </a:lnTo>
                  <a:lnTo>
                    <a:pt x="1232834" y="1644214"/>
                  </a:lnTo>
                  <a:lnTo>
                    <a:pt x="1232817" y="1644204"/>
                  </a:lnTo>
                  <a:lnTo>
                    <a:pt x="1232790" y="1644192"/>
                  </a:lnTo>
                  <a:lnTo>
                    <a:pt x="1232775" y="1644182"/>
                  </a:lnTo>
                  <a:lnTo>
                    <a:pt x="1232767" y="1644171"/>
                  </a:lnTo>
                  <a:lnTo>
                    <a:pt x="1232751" y="1644140"/>
                  </a:lnTo>
                  <a:lnTo>
                    <a:pt x="1232736" y="1644108"/>
                  </a:lnTo>
                  <a:lnTo>
                    <a:pt x="1232729" y="1644091"/>
                  </a:lnTo>
                  <a:lnTo>
                    <a:pt x="1232714" y="1644072"/>
                  </a:lnTo>
                  <a:lnTo>
                    <a:pt x="1232696" y="1644048"/>
                  </a:lnTo>
                  <a:lnTo>
                    <a:pt x="1232674" y="1644021"/>
                  </a:lnTo>
                  <a:lnTo>
                    <a:pt x="1232663" y="1644005"/>
                  </a:lnTo>
                  <a:lnTo>
                    <a:pt x="1232650" y="1643982"/>
                  </a:lnTo>
                  <a:lnTo>
                    <a:pt x="1232639" y="1643966"/>
                  </a:lnTo>
                  <a:lnTo>
                    <a:pt x="1232628" y="1643953"/>
                  </a:lnTo>
                  <a:lnTo>
                    <a:pt x="1232611" y="1643933"/>
                  </a:lnTo>
                  <a:lnTo>
                    <a:pt x="1232600" y="1643924"/>
                  </a:lnTo>
                  <a:lnTo>
                    <a:pt x="1232595" y="1643914"/>
                  </a:lnTo>
                  <a:lnTo>
                    <a:pt x="1232556" y="1643855"/>
                  </a:lnTo>
                  <a:lnTo>
                    <a:pt x="1232534" y="1643826"/>
                  </a:lnTo>
                  <a:lnTo>
                    <a:pt x="1232517" y="1643807"/>
                  </a:lnTo>
                  <a:lnTo>
                    <a:pt x="1232510" y="1643791"/>
                  </a:lnTo>
                  <a:lnTo>
                    <a:pt x="1232505" y="1643781"/>
                  </a:lnTo>
                  <a:lnTo>
                    <a:pt x="1232499" y="1643754"/>
                  </a:lnTo>
                  <a:lnTo>
                    <a:pt x="1232494" y="1643739"/>
                  </a:lnTo>
                  <a:lnTo>
                    <a:pt x="1232485" y="1643721"/>
                  </a:lnTo>
                  <a:lnTo>
                    <a:pt x="1232472" y="1643702"/>
                  </a:lnTo>
                  <a:lnTo>
                    <a:pt x="1232461" y="1643692"/>
                  </a:lnTo>
                  <a:lnTo>
                    <a:pt x="1232444" y="1643674"/>
                  </a:lnTo>
                  <a:lnTo>
                    <a:pt x="1232431" y="1643651"/>
                  </a:lnTo>
                  <a:lnTo>
                    <a:pt x="1232413" y="1643626"/>
                  </a:lnTo>
                  <a:lnTo>
                    <a:pt x="1232394" y="1643602"/>
                  </a:lnTo>
                  <a:lnTo>
                    <a:pt x="1232380" y="1643586"/>
                  </a:lnTo>
                  <a:lnTo>
                    <a:pt x="1232363" y="1643567"/>
                  </a:lnTo>
                  <a:lnTo>
                    <a:pt x="1232343" y="1643540"/>
                  </a:lnTo>
                  <a:lnTo>
                    <a:pt x="1232315" y="1643493"/>
                  </a:lnTo>
                  <a:lnTo>
                    <a:pt x="1232299" y="1643464"/>
                  </a:lnTo>
                  <a:lnTo>
                    <a:pt x="1232290" y="1643451"/>
                  </a:lnTo>
                  <a:lnTo>
                    <a:pt x="1232279" y="1643412"/>
                  </a:lnTo>
                  <a:lnTo>
                    <a:pt x="1232268" y="1643386"/>
                  </a:lnTo>
                  <a:lnTo>
                    <a:pt x="1232253" y="1643367"/>
                  </a:lnTo>
                  <a:lnTo>
                    <a:pt x="1232242" y="1643347"/>
                  </a:lnTo>
                  <a:lnTo>
                    <a:pt x="1232224" y="1643279"/>
                  </a:lnTo>
                  <a:lnTo>
                    <a:pt x="1232220" y="1643264"/>
                  </a:lnTo>
                  <a:lnTo>
                    <a:pt x="1232204" y="1643227"/>
                  </a:lnTo>
                  <a:lnTo>
                    <a:pt x="1232187" y="1643194"/>
                  </a:lnTo>
                  <a:lnTo>
                    <a:pt x="1232180" y="1643176"/>
                  </a:lnTo>
                  <a:lnTo>
                    <a:pt x="1232172" y="1643155"/>
                  </a:lnTo>
                  <a:lnTo>
                    <a:pt x="1232167" y="1643124"/>
                  </a:lnTo>
                  <a:lnTo>
                    <a:pt x="1232143" y="1643048"/>
                  </a:lnTo>
                  <a:lnTo>
                    <a:pt x="1232140" y="1643021"/>
                  </a:lnTo>
                  <a:lnTo>
                    <a:pt x="1232140" y="1643015"/>
                  </a:lnTo>
                  <a:lnTo>
                    <a:pt x="1232141" y="1642999"/>
                  </a:lnTo>
                  <a:lnTo>
                    <a:pt x="1232149" y="1642967"/>
                  </a:lnTo>
                  <a:lnTo>
                    <a:pt x="1232160" y="1642910"/>
                  </a:lnTo>
                  <a:lnTo>
                    <a:pt x="1232168" y="1642881"/>
                  </a:lnTo>
                  <a:lnTo>
                    <a:pt x="1232173" y="1642862"/>
                  </a:lnTo>
                  <a:lnTo>
                    <a:pt x="1232181" y="1642841"/>
                  </a:lnTo>
                  <a:lnTo>
                    <a:pt x="1232191" y="1642823"/>
                  </a:lnTo>
                  <a:lnTo>
                    <a:pt x="1232208" y="1642811"/>
                  </a:lnTo>
                  <a:lnTo>
                    <a:pt x="1232217" y="1642807"/>
                  </a:lnTo>
                  <a:lnTo>
                    <a:pt x="1232226" y="1642799"/>
                  </a:lnTo>
                  <a:lnTo>
                    <a:pt x="1232231" y="1642792"/>
                  </a:lnTo>
                  <a:lnTo>
                    <a:pt x="1232232" y="1642783"/>
                  </a:lnTo>
                  <a:lnTo>
                    <a:pt x="1232233" y="1642763"/>
                  </a:lnTo>
                  <a:lnTo>
                    <a:pt x="1232232" y="1642744"/>
                  </a:lnTo>
                  <a:lnTo>
                    <a:pt x="1232230" y="1642726"/>
                  </a:lnTo>
                  <a:lnTo>
                    <a:pt x="1232225" y="1642707"/>
                  </a:lnTo>
                  <a:lnTo>
                    <a:pt x="1232219" y="1642688"/>
                  </a:lnTo>
                  <a:lnTo>
                    <a:pt x="1232216" y="1642679"/>
                  </a:lnTo>
                  <a:lnTo>
                    <a:pt x="1232207" y="1642651"/>
                  </a:lnTo>
                  <a:lnTo>
                    <a:pt x="1232201" y="1642621"/>
                  </a:lnTo>
                  <a:lnTo>
                    <a:pt x="1232200" y="1642602"/>
                  </a:lnTo>
                  <a:lnTo>
                    <a:pt x="1232199" y="1642583"/>
                  </a:lnTo>
                  <a:lnTo>
                    <a:pt x="1232199" y="1642546"/>
                  </a:lnTo>
                  <a:lnTo>
                    <a:pt x="1232198" y="1642529"/>
                  </a:lnTo>
                  <a:lnTo>
                    <a:pt x="1232199" y="1642510"/>
                  </a:lnTo>
                  <a:lnTo>
                    <a:pt x="1232200" y="1642491"/>
                  </a:lnTo>
                  <a:lnTo>
                    <a:pt x="1232205" y="1642454"/>
                  </a:lnTo>
                  <a:lnTo>
                    <a:pt x="1232206" y="1642437"/>
                  </a:lnTo>
                  <a:lnTo>
                    <a:pt x="1232206" y="1642407"/>
                  </a:lnTo>
                  <a:lnTo>
                    <a:pt x="1232209" y="1642398"/>
                  </a:lnTo>
                  <a:lnTo>
                    <a:pt x="1232215" y="1642381"/>
                  </a:lnTo>
                  <a:lnTo>
                    <a:pt x="1232217" y="1642361"/>
                  </a:lnTo>
                  <a:lnTo>
                    <a:pt x="1232207" y="1642348"/>
                  </a:lnTo>
                  <a:lnTo>
                    <a:pt x="1232202" y="1642345"/>
                  </a:lnTo>
                  <a:lnTo>
                    <a:pt x="1232188" y="1642327"/>
                  </a:lnTo>
                  <a:lnTo>
                    <a:pt x="1232177" y="1642308"/>
                  </a:lnTo>
                  <a:lnTo>
                    <a:pt x="1232172" y="1642290"/>
                  </a:lnTo>
                  <a:lnTo>
                    <a:pt x="1232168" y="1642272"/>
                  </a:lnTo>
                  <a:lnTo>
                    <a:pt x="1232164" y="1642253"/>
                  </a:lnTo>
                  <a:lnTo>
                    <a:pt x="1232162" y="1642235"/>
                  </a:lnTo>
                  <a:lnTo>
                    <a:pt x="1232159" y="1642216"/>
                  </a:lnTo>
                  <a:lnTo>
                    <a:pt x="1232159" y="1642210"/>
                  </a:lnTo>
                  <a:lnTo>
                    <a:pt x="1232163" y="1642197"/>
                  </a:lnTo>
                  <a:lnTo>
                    <a:pt x="1232166" y="1642184"/>
                  </a:lnTo>
                  <a:lnTo>
                    <a:pt x="1232175" y="1642175"/>
                  </a:lnTo>
                  <a:lnTo>
                    <a:pt x="1232180" y="1642155"/>
                  </a:lnTo>
                  <a:lnTo>
                    <a:pt x="1232175" y="1642141"/>
                  </a:lnTo>
                  <a:lnTo>
                    <a:pt x="1232172" y="1642136"/>
                  </a:lnTo>
                  <a:lnTo>
                    <a:pt x="1232159" y="1642119"/>
                  </a:lnTo>
                  <a:lnTo>
                    <a:pt x="1232150" y="1642103"/>
                  </a:lnTo>
                  <a:lnTo>
                    <a:pt x="1232143" y="1642082"/>
                  </a:lnTo>
                  <a:lnTo>
                    <a:pt x="1232140" y="1642070"/>
                  </a:lnTo>
                  <a:lnTo>
                    <a:pt x="1232140" y="1642063"/>
                  </a:lnTo>
                  <a:lnTo>
                    <a:pt x="1232137" y="1642044"/>
                  </a:lnTo>
                  <a:lnTo>
                    <a:pt x="1232134" y="1642026"/>
                  </a:lnTo>
                  <a:lnTo>
                    <a:pt x="1232129" y="1642007"/>
                  </a:lnTo>
                  <a:lnTo>
                    <a:pt x="1232121" y="1641987"/>
                  </a:lnTo>
                  <a:lnTo>
                    <a:pt x="1232119" y="1641979"/>
                  </a:lnTo>
                  <a:lnTo>
                    <a:pt x="1232105" y="1641952"/>
                  </a:lnTo>
                  <a:lnTo>
                    <a:pt x="1232089" y="1641921"/>
                  </a:lnTo>
                  <a:lnTo>
                    <a:pt x="1232086" y="1641916"/>
                  </a:lnTo>
                  <a:lnTo>
                    <a:pt x="1232073" y="1641899"/>
                  </a:lnTo>
                  <a:lnTo>
                    <a:pt x="1232056" y="1641884"/>
                  </a:lnTo>
                  <a:lnTo>
                    <a:pt x="1232038" y="1641872"/>
                  </a:lnTo>
                  <a:lnTo>
                    <a:pt x="1232021" y="1641856"/>
                  </a:lnTo>
                  <a:lnTo>
                    <a:pt x="1232003" y="1641842"/>
                  </a:lnTo>
                  <a:lnTo>
                    <a:pt x="1231987" y="1641827"/>
                  </a:lnTo>
                  <a:lnTo>
                    <a:pt x="1231970" y="1641811"/>
                  </a:lnTo>
                  <a:lnTo>
                    <a:pt x="1231956" y="1641792"/>
                  </a:lnTo>
                  <a:lnTo>
                    <a:pt x="1231950" y="1641776"/>
                  </a:lnTo>
                  <a:lnTo>
                    <a:pt x="1231950" y="1641755"/>
                  </a:lnTo>
                  <a:lnTo>
                    <a:pt x="1231950" y="1641737"/>
                  </a:lnTo>
                  <a:lnTo>
                    <a:pt x="1231952" y="1641727"/>
                  </a:lnTo>
                  <a:lnTo>
                    <a:pt x="1231950" y="1641718"/>
                  </a:lnTo>
                  <a:lnTo>
                    <a:pt x="1231948" y="1641709"/>
                  </a:lnTo>
                  <a:lnTo>
                    <a:pt x="1231944" y="1641700"/>
                  </a:lnTo>
                  <a:lnTo>
                    <a:pt x="1231937" y="1641681"/>
                  </a:lnTo>
                  <a:lnTo>
                    <a:pt x="1231933" y="1641663"/>
                  </a:lnTo>
                  <a:lnTo>
                    <a:pt x="1231931" y="1641653"/>
                  </a:lnTo>
                  <a:lnTo>
                    <a:pt x="1231924" y="1641644"/>
                  </a:lnTo>
                  <a:lnTo>
                    <a:pt x="1231914" y="1641627"/>
                  </a:lnTo>
                  <a:lnTo>
                    <a:pt x="1231916" y="1641620"/>
                  </a:lnTo>
                  <a:lnTo>
                    <a:pt x="1231920" y="1641611"/>
                  </a:lnTo>
                  <a:lnTo>
                    <a:pt x="1231924" y="1641607"/>
                  </a:lnTo>
                  <a:lnTo>
                    <a:pt x="1231937" y="1641590"/>
                  </a:lnTo>
                  <a:lnTo>
                    <a:pt x="1231952" y="1641572"/>
                  </a:lnTo>
                  <a:lnTo>
                    <a:pt x="1231965" y="1641553"/>
                  </a:lnTo>
                  <a:lnTo>
                    <a:pt x="1231981" y="1641534"/>
                  </a:lnTo>
                  <a:lnTo>
                    <a:pt x="1231997" y="1641519"/>
                  </a:lnTo>
                  <a:lnTo>
                    <a:pt x="1232015" y="1641506"/>
                  </a:lnTo>
                  <a:lnTo>
                    <a:pt x="1232032" y="1641497"/>
                  </a:lnTo>
                  <a:lnTo>
                    <a:pt x="1232042" y="1641492"/>
                  </a:lnTo>
                  <a:lnTo>
                    <a:pt x="1232050" y="1641491"/>
                  </a:lnTo>
                  <a:lnTo>
                    <a:pt x="1232068" y="1641491"/>
                  </a:lnTo>
                  <a:lnTo>
                    <a:pt x="1232085" y="1641492"/>
                  </a:lnTo>
                  <a:lnTo>
                    <a:pt x="1232103" y="1641496"/>
                  </a:lnTo>
                  <a:lnTo>
                    <a:pt x="1232120" y="1641501"/>
                  </a:lnTo>
                  <a:lnTo>
                    <a:pt x="1232138" y="1641504"/>
                  </a:lnTo>
                  <a:lnTo>
                    <a:pt x="1232143" y="1641507"/>
                  </a:lnTo>
                  <a:lnTo>
                    <a:pt x="1232155" y="1641508"/>
                  </a:lnTo>
                  <a:lnTo>
                    <a:pt x="1232175" y="1641512"/>
                  </a:lnTo>
                  <a:lnTo>
                    <a:pt x="1232186" y="1641517"/>
                  </a:lnTo>
                  <a:lnTo>
                    <a:pt x="1232192" y="1641521"/>
                  </a:lnTo>
                  <a:lnTo>
                    <a:pt x="1232206" y="1641530"/>
                  </a:lnTo>
                  <a:lnTo>
                    <a:pt x="1232226" y="1641535"/>
                  </a:lnTo>
                  <a:lnTo>
                    <a:pt x="1232235" y="1641533"/>
                  </a:lnTo>
                  <a:lnTo>
                    <a:pt x="1232234" y="1641525"/>
                  </a:lnTo>
                  <a:lnTo>
                    <a:pt x="1232221" y="1641506"/>
                  </a:lnTo>
                  <a:lnTo>
                    <a:pt x="1232214" y="1641487"/>
                  </a:lnTo>
                  <a:lnTo>
                    <a:pt x="1232210" y="1641469"/>
                  </a:lnTo>
                  <a:lnTo>
                    <a:pt x="1232211" y="1641450"/>
                  </a:lnTo>
                  <a:lnTo>
                    <a:pt x="1232213" y="1641438"/>
                  </a:lnTo>
                  <a:lnTo>
                    <a:pt x="1232217" y="1641432"/>
                  </a:lnTo>
                  <a:lnTo>
                    <a:pt x="1232219" y="1641425"/>
                  </a:lnTo>
                  <a:lnTo>
                    <a:pt x="1232219" y="1641415"/>
                  </a:lnTo>
                  <a:lnTo>
                    <a:pt x="1232214" y="1641395"/>
                  </a:lnTo>
                  <a:lnTo>
                    <a:pt x="1232210" y="1641386"/>
                  </a:lnTo>
                  <a:lnTo>
                    <a:pt x="1232206" y="1641382"/>
                  </a:lnTo>
                  <a:lnTo>
                    <a:pt x="1232204" y="1641377"/>
                  </a:lnTo>
                  <a:lnTo>
                    <a:pt x="1232192" y="1641358"/>
                  </a:lnTo>
                  <a:lnTo>
                    <a:pt x="1232183" y="1641340"/>
                  </a:lnTo>
                  <a:lnTo>
                    <a:pt x="1232173" y="1641321"/>
                  </a:lnTo>
                  <a:lnTo>
                    <a:pt x="1232152" y="1641284"/>
                  </a:lnTo>
                  <a:lnTo>
                    <a:pt x="1232143" y="1641265"/>
                  </a:lnTo>
                  <a:lnTo>
                    <a:pt x="1232136" y="1641255"/>
                  </a:lnTo>
                  <a:lnTo>
                    <a:pt x="1232133" y="1641247"/>
                  </a:lnTo>
                  <a:lnTo>
                    <a:pt x="1232122" y="1641228"/>
                  </a:lnTo>
                  <a:lnTo>
                    <a:pt x="1232112" y="1641206"/>
                  </a:lnTo>
                  <a:lnTo>
                    <a:pt x="1232102" y="1641187"/>
                  </a:lnTo>
                  <a:lnTo>
                    <a:pt x="1232090" y="1641169"/>
                  </a:lnTo>
                  <a:lnTo>
                    <a:pt x="1232076" y="1641150"/>
                  </a:lnTo>
                  <a:lnTo>
                    <a:pt x="1232061" y="1641132"/>
                  </a:lnTo>
                  <a:lnTo>
                    <a:pt x="1232050" y="1641113"/>
                  </a:lnTo>
                  <a:lnTo>
                    <a:pt x="1232041" y="1641095"/>
                  </a:lnTo>
                  <a:lnTo>
                    <a:pt x="1232035" y="1641076"/>
                  </a:lnTo>
                  <a:lnTo>
                    <a:pt x="1232034" y="1641058"/>
                  </a:lnTo>
                  <a:lnTo>
                    <a:pt x="1232035" y="1641039"/>
                  </a:lnTo>
                  <a:lnTo>
                    <a:pt x="1232035" y="1641028"/>
                  </a:lnTo>
                  <a:lnTo>
                    <a:pt x="1232037" y="1641021"/>
                  </a:lnTo>
                  <a:lnTo>
                    <a:pt x="1232041" y="1641012"/>
                  </a:lnTo>
                  <a:lnTo>
                    <a:pt x="1232042" y="1641002"/>
                  </a:lnTo>
                  <a:lnTo>
                    <a:pt x="1232047" y="1640989"/>
                  </a:lnTo>
                  <a:lnTo>
                    <a:pt x="1232050" y="1640984"/>
                  </a:lnTo>
                  <a:lnTo>
                    <a:pt x="1232054" y="1640976"/>
                  </a:lnTo>
                  <a:lnTo>
                    <a:pt x="1232059" y="1640965"/>
                  </a:lnTo>
                  <a:lnTo>
                    <a:pt x="1232070" y="1640947"/>
                  </a:lnTo>
                  <a:lnTo>
                    <a:pt x="1232081" y="1640929"/>
                  </a:lnTo>
                  <a:lnTo>
                    <a:pt x="1232096" y="1640917"/>
                  </a:lnTo>
                  <a:lnTo>
                    <a:pt x="1232116" y="1640913"/>
                  </a:lnTo>
                  <a:lnTo>
                    <a:pt x="1232126" y="1640909"/>
                  </a:lnTo>
                  <a:lnTo>
                    <a:pt x="1232134" y="1640903"/>
                  </a:lnTo>
                  <a:lnTo>
                    <a:pt x="1232151" y="1640890"/>
                  </a:lnTo>
                  <a:lnTo>
                    <a:pt x="1232168" y="1640876"/>
                  </a:lnTo>
                  <a:lnTo>
                    <a:pt x="1232177" y="1640873"/>
                  </a:lnTo>
                  <a:lnTo>
                    <a:pt x="1232186" y="1640873"/>
                  </a:lnTo>
                  <a:lnTo>
                    <a:pt x="1232203" y="1640877"/>
                  </a:lnTo>
                  <a:lnTo>
                    <a:pt x="1232221" y="1640877"/>
                  </a:lnTo>
                  <a:lnTo>
                    <a:pt x="1232238" y="1640876"/>
                  </a:lnTo>
                  <a:lnTo>
                    <a:pt x="1232256" y="1640871"/>
                  </a:lnTo>
                  <a:lnTo>
                    <a:pt x="1232265" y="1640869"/>
                  </a:lnTo>
                  <a:lnTo>
                    <a:pt x="1232274" y="1640866"/>
                  </a:lnTo>
                  <a:lnTo>
                    <a:pt x="1232292" y="1640864"/>
                  </a:lnTo>
                  <a:lnTo>
                    <a:pt x="1232309" y="1640864"/>
                  </a:lnTo>
                  <a:lnTo>
                    <a:pt x="1232327" y="1640868"/>
                  </a:lnTo>
                  <a:lnTo>
                    <a:pt x="1232340" y="1640874"/>
                  </a:lnTo>
                  <a:lnTo>
                    <a:pt x="1232346" y="1640873"/>
                  </a:lnTo>
                  <a:lnTo>
                    <a:pt x="1232357" y="1640863"/>
                  </a:lnTo>
                  <a:lnTo>
                    <a:pt x="1232360" y="1640858"/>
                  </a:lnTo>
                  <a:lnTo>
                    <a:pt x="1232369" y="1640821"/>
                  </a:lnTo>
                  <a:lnTo>
                    <a:pt x="1232371" y="1640811"/>
                  </a:lnTo>
                  <a:lnTo>
                    <a:pt x="1232376" y="1640803"/>
                  </a:lnTo>
                  <a:lnTo>
                    <a:pt x="1232383" y="1640784"/>
                  </a:lnTo>
                  <a:lnTo>
                    <a:pt x="1232389" y="1640766"/>
                  </a:lnTo>
                  <a:lnTo>
                    <a:pt x="1232393" y="1640748"/>
                  </a:lnTo>
                  <a:lnTo>
                    <a:pt x="1232397" y="1640710"/>
                  </a:lnTo>
                  <a:lnTo>
                    <a:pt x="1232394" y="1640692"/>
                  </a:lnTo>
                  <a:lnTo>
                    <a:pt x="1232388" y="1640673"/>
                  </a:lnTo>
                  <a:lnTo>
                    <a:pt x="1232384" y="1640653"/>
                  </a:lnTo>
                  <a:lnTo>
                    <a:pt x="1232386" y="1640636"/>
                  </a:lnTo>
                  <a:lnTo>
                    <a:pt x="1232393" y="1640626"/>
                  </a:lnTo>
                  <a:lnTo>
                    <a:pt x="1232401" y="1640619"/>
                  </a:lnTo>
                  <a:lnTo>
                    <a:pt x="1232417" y="1640607"/>
                  </a:lnTo>
                  <a:lnTo>
                    <a:pt x="1232419" y="1640598"/>
                  </a:lnTo>
                  <a:lnTo>
                    <a:pt x="1232413" y="1640587"/>
                  </a:lnTo>
                  <a:lnTo>
                    <a:pt x="1232409" y="1640576"/>
                  </a:lnTo>
                  <a:lnTo>
                    <a:pt x="1232403" y="1640568"/>
                  </a:lnTo>
                  <a:lnTo>
                    <a:pt x="1232390" y="1640550"/>
                  </a:lnTo>
                  <a:lnTo>
                    <a:pt x="1232378" y="1640535"/>
                  </a:lnTo>
                  <a:lnTo>
                    <a:pt x="1232355" y="1640517"/>
                  </a:lnTo>
                  <a:lnTo>
                    <a:pt x="1232341" y="1640509"/>
                  </a:lnTo>
                  <a:lnTo>
                    <a:pt x="1232333" y="1640500"/>
                  </a:lnTo>
                  <a:lnTo>
                    <a:pt x="1232328" y="1640489"/>
                  </a:lnTo>
                  <a:lnTo>
                    <a:pt x="1232324" y="1640476"/>
                  </a:lnTo>
                  <a:lnTo>
                    <a:pt x="1232319" y="1640466"/>
                  </a:lnTo>
                  <a:lnTo>
                    <a:pt x="1232309" y="1640450"/>
                  </a:lnTo>
                  <a:lnTo>
                    <a:pt x="1232298" y="1640431"/>
                  </a:lnTo>
                  <a:lnTo>
                    <a:pt x="1232285" y="1640412"/>
                  </a:lnTo>
                  <a:lnTo>
                    <a:pt x="1232277" y="1640394"/>
                  </a:lnTo>
                  <a:lnTo>
                    <a:pt x="1232274" y="1640388"/>
                  </a:lnTo>
                  <a:lnTo>
                    <a:pt x="1232275" y="1640377"/>
                  </a:lnTo>
                  <a:lnTo>
                    <a:pt x="1232278" y="1640364"/>
                  </a:lnTo>
                  <a:lnTo>
                    <a:pt x="1232281" y="1640357"/>
                  </a:lnTo>
                  <a:lnTo>
                    <a:pt x="1232284" y="1640343"/>
                  </a:lnTo>
                  <a:lnTo>
                    <a:pt x="1232287" y="1640339"/>
                  </a:lnTo>
                  <a:lnTo>
                    <a:pt x="1232290" y="1640334"/>
                  </a:lnTo>
                  <a:lnTo>
                    <a:pt x="1232290" y="1640327"/>
                  </a:lnTo>
                  <a:lnTo>
                    <a:pt x="1232299" y="1640310"/>
                  </a:lnTo>
                  <a:lnTo>
                    <a:pt x="1232309" y="1640293"/>
                  </a:lnTo>
                  <a:lnTo>
                    <a:pt x="1232313" y="1640289"/>
                  </a:lnTo>
                  <a:lnTo>
                    <a:pt x="1232330" y="1640275"/>
                  </a:lnTo>
                  <a:lnTo>
                    <a:pt x="1232345" y="1640259"/>
                  </a:lnTo>
                  <a:lnTo>
                    <a:pt x="1232355" y="1640252"/>
                  </a:lnTo>
                  <a:lnTo>
                    <a:pt x="1232363" y="1640250"/>
                  </a:lnTo>
                  <a:lnTo>
                    <a:pt x="1232370" y="1640250"/>
                  </a:lnTo>
                  <a:lnTo>
                    <a:pt x="1232381" y="1640247"/>
                  </a:lnTo>
                  <a:lnTo>
                    <a:pt x="1232398" y="1640244"/>
                  </a:lnTo>
                  <a:lnTo>
                    <a:pt x="1232416" y="1640242"/>
                  </a:lnTo>
                  <a:lnTo>
                    <a:pt x="1232433" y="1640241"/>
                  </a:lnTo>
                  <a:lnTo>
                    <a:pt x="1232451" y="1640238"/>
                  </a:lnTo>
                  <a:lnTo>
                    <a:pt x="1232468" y="1640237"/>
                  </a:lnTo>
                  <a:lnTo>
                    <a:pt x="1232486" y="1640236"/>
                  </a:lnTo>
                  <a:lnTo>
                    <a:pt x="1232504" y="1640235"/>
                  </a:lnTo>
                  <a:lnTo>
                    <a:pt x="1232521" y="1640234"/>
                  </a:lnTo>
                  <a:lnTo>
                    <a:pt x="1232539" y="1640232"/>
                  </a:lnTo>
                  <a:lnTo>
                    <a:pt x="1232557" y="1640228"/>
                  </a:lnTo>
                  <a:lnTo>
                    <a:pt x="1232574" y="1640219"/>
                  </a:lnTo>
                  <a:lnTo>
                    <a:pt x="1232583" y="1640214"/>
                  </a:lnTo>
                  <a:lnTo>
                    <a:pt x="1232588" y="1640204"/>
                  </a:lnTo>
                  <a:lnTo>
                    <a:pt x="1232595" y="1640186"/>
                  </a:lnTo>
                  <a:lnTo>
                    <a:pt x="1232601" y="1640167"/>
                  </a:lnTo>
                  <a:lnTo>
                    <a:pt x="1232608" y="1640149"/>
                  </a:lnTo>
                  <a:lnTo>
                    <a:pt x="1232617" y="1640132"/>
                  </a:lnTo>
                  <a:lnTo>
                    <a:pt x="1232627" y="1640120"/>
                  </a:lnTo>
                  <a:lnTo>
                    <a:pt x="1232634" y="1640116"/>
                  </a:lnTo>
                  <a:lnTo>
                    <a:pt x="1232650" y="1640097"/>
                  </a:lnTo>
                  <a:lnTo>
                    <a:pt x="1232660" y="1640080"/>
                  </a:lnTo>
                  <a:lnTo>
                    <a:pt x="1232671" y="1640060"/>
                  </a:lnTo>
                  <a:lnTo>
                    <a:pt x="1232680" y="1640042"/>
                  </a:lnTo>
                  <a:lnTo>
                    <a:pt x="1232690" y="1640023"/>
                  </a:lnTo>
                  <a:lnTo>
                    <a:pt x="1232709" y="1639986"/>
                  </a:lnTo>
                  <a:lnTo>
                    <a:pt x="1232716" y="1639968"/>
                  </a:lnTo>
                  <a:lnTo>
                    <a:pt x="1232722" y="1639949"/>
                  </a:lnTo>
                  <a:lnTo>
                    <a:pt x="1232723" y="1639937"/>
                  </a:lnTo>
                  <a:lnTo>
                    <a:pt x="1232721" y="1639931"/>
                  </a:lnTo>
                  <a:lnTo>
                    <a:pt x="1232715" y="1639921"/>
                  </a:lnTo>
                  <a:lnTo>
                    <a:pt x="1232708" y="1639914"/>
                  </a:lnTo>
                  <a:lnTo>
                    <a:pt x="1232690" y="1639901"/>
                  </a:lnTo>
                  <a:lnTo>
                    <a:pt x="1232675" y="1639892"/>
                  </a:lnTo>
                  <a:lnTo>
                    <a:pt x="1232655" y="1639883"/>
                  </a:lnTo>
                  <a:lnTo>
                    <a:pt x="1232637" y="1639876"/>
                  </a:lnTo>
                  <a:lnTo>
                    <a:pt x="1232620" y="1639868"/>
                  </a:lnTo>
                  <a:lnTo>
                    <a:pt x="1232602" y="1639860"/>
                  </a:lnTo>
                  <a:lnTo>
                    <a:pt x="1232594" y="1639858"/>
                  </a:lnTo>
                  <a:lnTo>
                    <a:pt x="1232585" y="1639851"/>
                  </a:lnTo>
                  <a:lnTo>
                    <a:pt x="1232570" y="1639840"/>
                  </a:lnTo>
                  <a:lnTo>
                    <a:pt x="1232565" y="1639833"/>
                  </a:lnTo>
                  <a:lnTo>
                    <a:pt x="1232560" y="1639819"/>
                  </a:lnTo>
                  <a:lnTo>
                    <a:pt x="1232561" y="1639801"/>
                  </a:lnTo>
                  <a:lnTo>
                    <a:pt x="1232565" y="1639784"/>
                  </a:lnTo>
                  <a:lnTo>
                    <a:pt x="1232571" y="1639764"/>
                  </a:lnTo>
                  <a:lnTo>
                    <a:pt x="1232575" y="1639746"/>
                  </a:lnTo>
                  <a:lnTo>
                    <a:pt x="1232576" y="1639727"/>
                  </a:lnTo>
                  <a:lnTo>
                    <a:pt x="1232576" y="1639698"/>
                  </a:lnTo>
                  <a:lnTo>
                    <a:pt x="1232574" y="1639690"/>
                  </a:lnTo>
                  <a:lnTo>
                    <a:pt x="1232568" y="1639671"/>
                  </a:lnTo>
                  <a:lnTo>
                    <a:pt x="1232555" y="1639653"/>
                  </a:lnTo>
                  <a:lnTo>
                    <a:pt x="1232538" y="1639636"/>
                  </a:lnTo>
                  <a:lnTo>
                    <a:pt x="1232521" y="1639617"/>
                  </a:lnTo>
                  <a:lnTo>
                    <a:pt x="1232503" y="1639600"/>
                  </a:lnTo>
                  <a:lnTo>
                    <a:pt x="1232487" y="1639582"/>
                  </a:lnTo>
                  <a:lnTo>
                    <a:pt x="1232480" y="1639572"/>
                  </a:lnTo>
                  <a:lnTo>
                    <a:pt x="1232472" y="1639565"/>
                  </a:lnTo>
                  <a:lnTo>
                    <a:pt x="1232458" y="1639547"/>
                  </a:lnTo>
                  <a:lnTo>
                    <a:pt x="1232451" y="1639536"/>
                  </a:lnTo>
                  <a:lnTo>
                    <a:pt x="1232446" y="1639527"/>
                  </a:lnTo>
                  <a:lnTo>
                    <a:pt x="1232440" y="1639510"/>
                  </a:lnTo>
                  <a:lnTo>
                    <a:pt x="1232440" y="1639491"/>
                  </a:lnTo>
                  <a:lnTo>
                    <a:pt x="1232438" y="1639472"/>
                  </a:lnTo>
                  <a:lnTo>
                    <a:pt x="1232440" y="1639454"/>
                  </a:lnTo>
                  <a:lnTo>
                    <a:pt x="1232441" y="1639435"/>
                  </a:lnTo>
                  <a:lnTo>
                    <a:pt x="1232443" y="1639417"/>
                  </a:lnTo>
                  <a:lnTo>
                    <a:pt x="1232442" y="1639398"/>
                  </a:lnTo>
                  <a:lnTo>
                    <a:pt x="1232439" y="1639380"/>
                  </a:lnTo>
                  <a:lnTo>
                    <a:pt x="1232432" y="1639363"/>
                  </a:lnTo>
                  <a:lnTo>
                    <a:pt x="1232428" y="1639351"/>
                  </a:lnTo>
                  <a:lnTo>
                    <a:pt x="1232429" y="1639344"/>
                  </a:lnTo>
                  <a:lnTo>
                    <a:pt x="1232429" y="1639335"/>
                  </a:lnTo>
                  <a:lnTo>
                    <a:pt x="1232433" y="1639325"/>
                  </a:lnTo>
                  <a:lnTo>
                    <a:pt x="1232435" y="1639316"/>
                  </a:lnTo>
                  <a:lnTo>
                    <a:pt x="1232433" y="1639290"/>
                  </a:lnTo>
                  <a:lnTo>
                    <a:pt x="1232428" y="1639269"/>
                  </a:lnTo>
                  <a:lnTo>
                    <a:pt x="1232427" y="1639250"/>
                  </a:lnTo>
                  <a:lnTo>
                    <a:pt x="1232432" y="1639232"/>
                  </a:lnTo>
                  <a:lnTo>
                    <a:pt x="1232438" y="1639214"/>
                  </a:lnTo>
                  <a:lnTo>
                    <a:pt x="1232441" y="1639195"/>
                  </a:lnTo>
                  <a:lnTo>
                    <a:pt x="1232437" y="1639177"/>
                  </a:lnTo>
                  <a:lnTo>
                    <a:pt x="1232426" y="1639158"/>
                  </a:lnTo>
                  <a:lnTo>
                    <a:pt x="1232411" y="1639140"/>
                  </a:lnTo>
                  <a:lnTo>
                    <a:pt x="1232396" y="1639111"/>
                  </a:lnTo>
                  <a:lnTo>
                    <a:pt x="1232390" y="1639092"/>
                  </a:lnTo>
                  <a:lnTo>
                    <a:pt x="1232387" y="1639080"/>
                  </a:lnTo>
                  <a:lnTo>
                    <a:pt x="1232381" y="1639072"/>
                  </a:lnTo>
                  <a:lnTo>
                    <a:pt x="1232365" y="1639053"/>
                  </a:lnTo>
                  <a:lnTo>
                    <a:pt x="1232353" y="1639044"/>
                  </a:lnTo>
                  <a:lnTo>
                    <a:pt x="1232347" y="1639043"/>
                  </a:lnTo>
                  <a:lnTo>
                    <a:pt x="1232329" y="1639037"/>
                  </a:lnTo>
                  <a:lnTo>
                    <a:pt x="1232324" y="1639035"/>
                  </a:lnTo>
                  <a:lnTo>
                    <a:pt x="1232315" y="1639031"/>
                  </a:lnTo>
                  <a:lnTo>
                    <a:pt x="1232312" y="1639027"/>
                  </a:lnTo>
                  <a:lnTo>
                    <a:pt x="1232307" y="1639023"/>
                  </a:lnTo>
                  <a:lnTo>
                    <a:pt x="1232300" y="1639011"/>
                  </a:lnTo>
                  <a:lnTo>
                    <a:pt x="1232296" y="1638994"/>
                  </a:lnTo>
                  <a:lnTo>
                    <a:pt x="1232293" y="1638979"/>
                  </a:lnTo>
                  <a:lnTo>
                    <a:pt x="1232289" y="1638970"/>
                  </a:lnTo>
                  <a:lnTo>
                    <a:pt x="1232281" y="1638954"/>
                  </a:lnTo>
                  <a:lnTo>
                    <a:pt x="1232272" y="1638943"/>
                  </a:lnTo>
                  <a:lnTo>
                    <a:pt x="1232258" y="1638920"/>
                  </a:lnTo>
                  <a:lnTo>
                    <a:pt x="1232283" y="1638911"/>
                  </a:lnTo>
                  <a:lnTo>
                    <a:pt x="1232303" y="1638907"/>
                  </a:lnTo>
                  <a:lnTo>
                    <a:pt x="1232323" y="1638902"/>
                  </a:lnTo>
                  <a:lnTo>
                    <a:pt x="1232338" y="1638898"/>
                  </a:lnTo>
                  <a:lnTo>
                    <a:pt x="1232346" y="1638894"/>
                  </a:lnTo>
                  <a:lnTo>
                    <a:pt x="1232356" y="1638887"/>
                  </a:lnTo>
                  <a:lnTo>
                    <a:pt x="1232365" y="1638871"/>
                  </a:lnTo>
                  <a:lnTo>
                    <a:pt x="1232372" y="1638850"/>
                  </a:lnTo>
                  <a:lnTo>
                    <a:pt x="1232377" y="1638841"/>
                  </a:lnTo>
                  <a:lnTo>
                    <a:pt x="1232376" y="1638833"/>
                  </a:lnTo>
                  <a:lnTo>
                    <a:pt x="1232360" y="1638832"/>
                  </a:lnTo>
                  <a:lnTo>
                    <a:pt x="1232347" y="1638831"/>
                  </a:lnTo>
                  <a:lnTo>
                    <a:pt x="1232340" y="1638827"/>
                  </a:lnTo>
                  <a:lnTo>
                    <a:pt x="1232329" y="1638816"/>
                  </a:lnTo>
                  <a:lnTo>
                    <a:pt x="1232327" y="1638811"/>
                  </a:lnTo>
                  <a:lnTo>
                    <a:pt x="1232321" y="1638793"/>
                  </a:lnTo>
                  <a:lnTo>
                    <a:pt x="1232316" y="1638779"/>
                  </a:lnTo>
                  <a:lnTo>
                    <a:pt x="1232313" y="1638774"/>
                  </a:lnTo>
                  <a:lnTo>
                    <a:pt x="1232304" y="1638763"/>
                  </a:lnTo>
                  <a:lnTo>
                    <a:pt x="1232297" y="1638761"/>
                  </a:lnTo>
                  <a:lnTo>
                    <a:pt x="1232260" y="1638763"/>
                  </a:lnTo>
                  <a:lnTo>
                    <a:pt x="1232242" y="1638772"/>
                  </a:lnTo>
                  <a:lnTo>
                    <a:pt x="1232225" y="1638779"/>
                  </a:lnTo>
                  <a:lnTo>
                    <a:pt x="1232216" y="1638784"/>
                  </a:lnTo>
                  <a:lnTo>
                    <a:pt x="1232207" y="1638786"/>
                  </a:lnTo>
                  <a:lnTo>
                    <a:pt x="1232190" y="1638791"/>
                  </a:lnTo>
                  <a:lnTo>
                    <a:pt x="1232172" y="1638785"/>
                  </a:lnTo>
                  <a:lnTo>
                    <a:pt x="1232159" y="1638775"/>
                  </a:lnTo>
                  <a:lnTo>
                    <a:pt x="1232155" y="1638770"/>
                  </a:lnTo>
                  <a:lnTo>
                    <a:pt x="1232143" y="1638751"/>
                  </a:lnTo>
                  <a:lnTo>
                    <a:pt x="1232125" y="1638739"/>
                  </a:lnTo>
                  <a:lnTo>
                    <a:pt x="1232117" y="1638735"/>
                  </a:lnTo>
                  <a:lnTo>
                    <a:pt x="1232108" y="1638737"/>
                  </a:lnTo>
                  <a:lnTo>
                    <a:pt x="1232090" y="1638737"/>
                  </a:lnTo>
                  <a:lnTo>
                    <a:pt x="1232082" y="1638740"/>
                  </a:lnTo>
                  <a:lnTo>
                    <a:pt x="1232072" y="1638737"/>
                  </a:lnTo>
                  <a:lnTo>
                    <a:pt x="1232063" y="1638733"/>
                  </a:lnTo>
                  <a:lnTo>
                    <a:pt x="1232054" y="1638728"/>
                  </a:lnTo>
                  <a:lnTo>
                    <a:pt x="1232045" y="1638720"/>
                  </a:lnTo>
                  <a:lnTo>
                    <a:pt x="1232038" y="1638712"/>
                  </a:lnTo>
                  <a:lnTo>
                    <a:pt x="1232023" y="1638695"/>
                  </a:lnTo>
                  <a:lnTo>
                    <a:pt x="1232016" y="1638684"/>
                  </a:lnTo>
                  <a:lnTo>
                    <a:pt x="1232013" y="1638676"/>
                  </a:lnTo>
                  <a:lnTo>
                    <a:pt x="1232007" y="1638659"/>
                  </a:lnTo>
                  <a:lnTo>
                    <a:pt x="1232000" y="1638640"/>
                  </a:lnTo>
                  <a:lnTo>
                    <a:pt x="1231995" y="1638631"/>
                  </a:lnTo>
                  <a:lnTo>
                    <a:pt x="1231993" y="1638621"/>
                  </a:lnTo>
                  <a:lnTo>
                    <a:pt x="1231989" y="1638603"/>
                  </a:lnTo>
                  <a:lnTo>
                    <a:pt x="1231987" y="1638584"/>
                  </a:lnTo>
                  <a:lnTo>
                    <a:pt x="1231984" y="1638566"/>
                  </a:lnTo>
                  <a:lnTo>
                    <a:pt x="1231981" y="1638547"/>
                  </a:lnTo>
                  <a:lnTo>
                    <a:pt x="1231980" y="1638540"/>
                  </a:lnTo>
                  <a:lnTo>
                    <a:pt x="1231976" y="1638536"/>
                  </a:lnTo>
                  <a:lnTo>
                    <a:pt x="1231970" y="1638536"/>
                  </a:lnTo>
                  <a:lnTo>
                    <a:pt x="1231952" y="1638545"/>
                  </a:lnTo>
                  <a:lnTo>
                    <a:pt x="1231934" y="1638550"/>
                  </a:lnTo>
                  <a:lnTo>
                    <a:pt x="1231917" y="1638553"/>
                  </a:lnTo>
                  <a:lnTo>
                    <a:pt x="1231899" y="1638556"/>
                  </a:lnTo>
                  <a:lnTo>
                    <a:pt x="1231882" y="1638554"/>
                  </a:lnTo>
                  <a:lnTo>
                    <a:pt x="1231864" y="1638548"/>
                  </a:lnTo>
                  <a:lnTo>
                    <a:pt x="1231848" y="1638539"/>
                  </a:lnTo>
                  <a:lnTo>
                    <a:pt x="1231829" y="1638520"/>
                  </a:lnTo>
                  <a:lnTo>
                    <a:pt x="1231817" y="1638501"/>
                  </a:lnTo>
                  <a:lnTo>
                    <a:pt x="1231809" y="1638483"/>
                  </a:lnTo>
                  <a:lnTo>
                    <a:pt x="1231804" y="1638464"/>
                  </a:lnTo>
                  <a:lnTo>
                    <a:pt x="1231802" y="1638432"/>
                  </a:lnTo>
                  <a:lnTo>
                    <a:pt x="1231800" y="1638427"/>
                  </a:lnTo>
                  <a:lnTo>
                    <a:pt x="1231792" y="1638408"/>
                  </a:lnTo>
                  <a:lnTo>
                    <a:pt x="1231787" y="1638390"/>
                  </a:lnTo>
                  <a:lnTo>
                    <a:pt x="1231785" y="1638379"/>
                  </a:lnTo>
                  <a:lnTo>
                    <a:pt x="1231778" y="1638375"/>
                  </a:lnTo>
                  <a:lnTo>
                    <a:pt x="1231760" y="1638371"/>
                  </a:lnTo>
                  <a:lnTo>
                    <a:pt x="1231742" y="1638370"/>
                  </a:lnTo>
                  <a:lnTo>
                    <a:pt x="1231725" y="1638366"/>
                  </a:lnTo>
                  <a:lnTo>
                    <a:pt x="1231698" y="1638355"/>
                  </a:lnTo>
                  <a:lnTo>
                    <a:pt x="1231690" y="1638349"/>
                  </a:lnTo>
                  <a:lnTo>
                    <a:pt x="1231673" y="1638334"/>
                  </a:lnTo>
                  <a:lnTo>
                    <a:pt x="1231656" y="1638323"/>
                  </a:lnTo>
                  <a:lnTo>
                    <a:pt x="1231638" y="1638317"/>
                  </a:lnTo>
                  <a:lnTo>
                    <a:pt x="1231620" y="1638313"/>
                  </a:lnTo>
                  <a:lnTo>
                    <a:pt x="1231611" y="1638314"/>
                  </a:lnTo>
                  <a:lnTo>
                    <a:pt x="1231603" y="1638318"/>
                  </a:lnTo>
                  <a:lnTo>
                    <a:pt x="1231591" y="1638325"/>
                  </a:lnTo>
                  <a:lnTo>
                    <a:pt x="1231583" y="1638332"/>
                  </a:lnTo>
                  <a:lnTo>
                    <a:pt x="1231577" y="1638342"/>
                  </a:lnTo>
                  <a:lnTo>
                    <a:pt x="1231575" y="1638349"/>
                  </a:lnTo>
                  <a:lnTo>
                    <a:pt x="1231572" y="1638356"/>
                  </a:lnTo>
                  <a:lnTo>
                    <a:pt x="1231565" y="1638367"/>
                  </a:lnTo>
                  <a:lnTo>
                    <a:pt x="1231551" y="1638385"/>
                  </a:lnTo>
                  <a:lnTo>
                    <a:pt x="1231542" y="1638395"/>
                  </a:lnTo>
                  <a:lnTo>
                    <a:pt x="1231535" y="1638399"/>
                  </a:lnTo>
                  <a:lnTo>
                    <a:pt x="1231517" y="1638406"/>
                  </a:lnTo>
                  <a:lnTo>
                    <a:pt x="1231509" y="1638409"/>
                  </a:lnTo>
                  <a:lnTo>
                    <a:pt x="1231499" y="1638409"/>
                  </a:lnTo>
                  <a:lnTo>
                    <a:pt x="1231481" y="1638410"/>
                  </a:lnTo>
                  <a:lnTo>
                    <a:pt x="1231464" y="1638415"/>
                  </a:lnTo>
                  <a:lnTo>
                    <a:pt x="1231446" y="1638422"/>
                  </a:lnTo>
                  <a:lnTo>
                    <a:pt x="1231431" y="1638431"/>
                  </a:lnTo>
                  <a:lnTo>
                    <a:pt x="1231411" y="1638442"/>
                  </a:lnTo>
                  <a:lnTo>
                    <a:pt x="1231394" y="1638444"/>
                  </a:lnTo>
                  <a:lnTo>
                    <a:pt x="1231376" y="1638450"/>
                  </a:lnTo>
                  <a:lnTo>
                    <a:pt x="1231358" y="1638458"/>
                  </a:lnTo>
                  <a:lnTo>
                    <a:pt x="1231342" y="1638465"/>
                  </a:lnTo>
                  <a:lnTo>
                    <a:pt x="1231326" y="1638470"/>
                  </a:lnTo>
                  <a:lnTo>
                    <a:pt x="1231315" y="1638472"/>
                  </a:lnTo>
                  <a:lnTo>
                    <a:pt x="1231305" y="1638472"/>
                  </a:lnTo>
                  <a:lnTo>
                    <a:pt x="1231288" y="1638473"/>
                  </a:lnTo>
                  <a:lnTo>
                    <a:pt x="1231270" y="1638478"/>
                  </a:lnTo>
                  <a:lnTo>
                    <a:pt x="1231252" y="1638484"/>
                  </a:lnTo>
                  <a:lnTo>
                    <a:pt x="1231235" y="1638487"/>
                  </a:lnTo>
                  <a:lnTo>
                    <a:pt x="1231187" y="1638483"/>
                  </a:lnTo>
                  <a:lnTo>
                    <a:pt x="1231174" y="1638494"/>
                  </a:lnTo>
                  <a:lnTo>
                    <a:pt x="1231167" y="1638502"/>
                  </a:lnTo>
                  <a:lnTo>
                    <a:pt x="1231153" y="1638506"/>
                  </a:lnTo>
                  <a:lnTo>
                    <a:pt x="1231142" y="1638506"/>
                  </a:lnTo>
                  <a:lnTo>
                    <a:pt x="1231136" y="1638501"/>
                  </a:lnTo>
                  <a:lnTo>
                    <a:pt x="1231119" y="1638485"/>
                  </a:lnTo>
                  <a:lnTo>
                    <a:pt x="1231110" y="1638479"/>
                  </a:lnTo>
                  <a:lnTo>
                    <a:pt x="1231101" y="1638476"/>
                  </a:lnTo>
                  <a:lnTo>
                    <a:pt x="1231084" y="1638475"/>
                  </a:lnTo>
                  <a:lnTo>
                    <a:pt x="1231073" y="1638475"/>
                  </a:lnTo>
                  <a:lnTo>
                    <a:pt x="1231066" y="1638472"/>
                  </a:lnTo>
                  <a:lnTo>
                    <a:pt x="1231049" y="1638469"/>
                  </a:lnTo>
                  <a:lnTo>
                    <a:pt x="1231031" y="1638462"/>
                  </a:lnTo>
                  <a:lnTo>
                    <a:pt x="1231014" y="1638454"/>
                  </a:lnTo>
                  <a:lnTo>
                    <a:pt x="1230996" y="1638448"/>
                  </a:lnTo>
                  <a:lnTo>
                    <a:pt x="1230979" y="1638439"/>
                  </a:lnTo>
                  <a:lnTo>
                    <a:pt x="1230961" y="1638438"/>
                  </a:lnTo>
                  <a:lnTo>
                    <a:pt x="1230943" y="1638441"/>
                  </a:lnTo>
                  <a:lnTo>
                    <a:pt x="1230925" y="1638445"/>
                  </a:lnTo>
                  <a:lnTo>
                    <a:pt x="1230908" y="1638449"/>
                  </a:lnTo>
                  <a:lnTo>
                    <a:pt x="1230890" y="1638455"/>
                  </a:lnTo>
                  <a:lnTo>
                    <a:pt x="1230873" y="1638460"/>
                  </a:lnTo>
                  <a:lnTo>
                    <a:pt x="1230868" y="1638462"/>
                  </a:lnTo>
                  <a:lnTo>
                    <a:pt x="1230855" y="1638463"/>
                  </a:lnTo>
                  <a:lnTo>
                    <a:pt x="1230838" y="1638467"/>
                  </a:lnTo>
                  <a:lnTo>
                    <a:pt x="1230820" y="1638469"/>
                  </a:lnTo>
                  <a:lnTo>
                    <a:pt x="1230802" y="1638469"/>
                  </a:lnTo>
                  <a:lnTo>
                    <a:pt x="1230785" y="1638469"/>
                  </a:lnTo>
                  <a:lnTo>
                    <a:pt x="1230767" y="1638468"/>
                  </a:lnTo>
                  <a:lnTo>
                    <a:pt x="1230749" y="1638465"/>
                  </a:lnTo>
                  <a:lnTo>
                    <a:pt x="1230732" y="1638464"/>
                  </a:lnTo>
                  <a:lnTo>
                    <a:pt x="1230714" y="1638463"/>
                  </a:lnTo>
                  <a:lnTo>
                    <a:pt x="1230697" y="1638461"/>
                  </a:lnTo>
                  <a:lnTo>
                    <a:pt x="1230679" y="1638461"/>
                  </a:lnTo>
                  <a:lnTo>
                    <a:pt x="1230662" y="1638461"/>
                  </a:lnTo>
                  <a:lnTo>
                    <a:pt x="1230644" y="1638461"/>
                  </a:lnTo>
                  <a:lnTo>
                    <a:pt x="1230626" y="1638459"/>
                  </a:lnTo>
                  <a:lnTo>
                    <a:pt x="1230609" y="1638455"/>
                  </a:lnTo>
                  <a:lnTo>
                    <a:pt x="1230591" y="1638451"/>
                  </a:lnTo>
                  <a:lnTo>
                    <a:pt x="1230573" y="1638446"/>
                  </a:lnTo>
                  <a:lnTo>
                    <a:pt x="1230569" y="1638444"/>
                  </a:lnTo>
                  <a:lnTo>
                    <a:pt x="1230562" y="1638444"/>
                  </a:lnTo>
                  <a:lnTo>
                    <a:pt x="1230556" y="1638440"/>
                  </a:lnTo>
                  <a:lnTo>
                    <a:pt x="1230538" y="1638434"/>
                  </a:lnTo>
                  <a:lnTo>
                    <a:pt x="1230524" y="1638426"/>
                  </a:lnTo>
                  <a:lnTo>
                    <a:pt x="1230521" y="1638422"/>
                  </a:lnTo>
                  <a:lnTo>
                    <a:pt x="1230503" y="1638411"/>
                  </a:lnTo>
                  <a:lnTo>
                    <a:pt x="1230486" y="1638395"/>
                  </a:lnTo>
                  <a:lnTo>
                    <a:pt x="1230470" y="1638378"/>
                  </a:lnTo>
                  <a:lnTo>
                    <a:pt x="1230455" y="1638363"/>
                  </a:lnTo>
                  <a:lnTo>
                    <a:pt x="1230441" y="1638344"/>
                  </a:lnTo>
                  <a:lnTo>
                    <a:pt x="1230427" y="1638326"/>
                  </a:lnTo>
                  <a:lnTo>
                    <a:pt x="1230418" y="1638310"/>
                  </a:lnTo>
                  <a:lnTo>
                    <a:pt x="1230407" y="1638287"/>
                  </a:lnTo>
                  <a:lnTo>
                    <a:pt x="1230401" y="1638277"/>
                  </a:lnTo>
                  <a:lnTo>
                    <a:pt x="1230400" y="1638271"/>
                  </a:lnTo>
                  <a:lnTo>
                    <a:pt x="1230390" y="1638250"/>
                  </a:lnTo>
                  <a:lnTo>
                    <a:pt x="1230381" y="1638235"/>
                  </a:lnTo>
                  <a:lnTo>
                    <a:pt x="1230363" y="1638229"/>
                  </a:lnTo>
                  <a:lnTo>
                    <a:pt x="1230345" y="1638227"/>
                  </a:lnTo>
                  <a:lnTo>
                    <a:pt x="1230328" y="1638221"/>
                  </a:lnTo>
                  <a:lnTo>
                    <a:pt x="1230310" y="1638216"/>
                  </a:lnTo>
                  <a:lnTo>
                    <a:pt x="1230293" y="1638212"/>
                  </a:lnTo>
                  <a:lnTo>
                    <a:pt x="1230275" y="1638207"/>
                  </a:lnTo>
                  <a:lnTo>
                    <a:pt x="1230257" y="1638204"/>
                  </a:lnTo>
                  <a:lnTo>
                    <a:pt x="1230239" y="1638206"/>
                  </a:lnTo>
                  <a:lnTo>
                    <a:pt x="1230222" y="1638211"/>
                  </a:lnTo>
                  <a:lnTo>
                    <a:pt x="1230206" y="1638218"/>
                  </a:lnTo>
                  <a:lnTo>
                    <a:pt x="1230177" y="1638231"/>
                  </a:lnTo>
                  <a:lnTo>
                    <a:pt x="1230165" y="1638240"/>
                  </a:lnTo>
                  <a:lnTo>
                    <a:pt x="1230148" y="1638252"/>
                  </a:lnTo>
                  <a:lnTo>
                    <a:pt x="1230141" y="1638257"/>
                  </a:lnTo>
                  <a:lnTo>
                    <a:pt x="1230130" y="1638261"/>
                  </a:lnTo>
                  <a:lnTo>
                    <a:pt x="1230113" y="1638267"/>
                  </a:lnTo>
                  <a:lnTo>
                    <a:pt x="1230103" y="1638268"/>
                  </a:lnTo>
                  <a:lnTo>
                    <a:pt x="1230098" y="1638274"/>
                  </a:lnTo>
                  <a:lnTo>
                    <a:pt x="1230081" y="1638292"/>
                  </a:lnTo>
                  <a:lnTo>
                    <a:pt x="1230067" y="1638312"/>
                  </a:lnTo>
                  <a:lnTo>
                    <a:pt x="1230066" y="1638320"/>
                  </a:lnTo>
                  <a:lnTo>
                    <a:pt x="1230058" y="1638329"/>
                  </a:lnTo>
                  <a:lnTo>
                    <a:pt x="1230041" y="1638340"/>
                  </a:lnTo>
                  <a:lnTo>
                    <a:pt x="1230023" y="1638348"/>
                  </a:lnTo>
                  <a:lnTo>
                    <a:pt x="1230006" y="1638358"/>
                  </a:lnTo>
                  <a:lnTo>
                    <a:pt x="1229990" y="1638365"/>
                  </a:lnTo>
                  <a:lnTo>
                    <a:pt x="1229970" y="1638372"/>
                  </a:lnTo>
                  <a:lnTo>
                    <a:pt x="1229953" y="1638379"/>
                  </a:lnTo>
                  <a:lnTo>
                    <a:pt x="1229935" y="1638385"/>
                  </a:lnTo>
                  <a:lnTo>
                    <a:pt x="1229917" y="1638390"/>
                  </a:lnTo>
                  <a:lnTo>
                    <a:pt x="1229900" y="1638396"/>
                  </a:lnTo>
                  <a:lnTo>
                    <a:pt x="1229882" y="1638403"/>
                  </a:lnTo>
                  <a:lnTo>
                    <a:pt x="1229864" y="1638412"/>
                  </a:lnTo>
                  <a:lnTo>
                    <a:pt x="1229847" y="1638415"/>
                  </a:lnTo>
                  <a:lnTo>
                    <a:pt x="1229834" y="1638417"/>
                  </a:lnTo>
                  <a:lnTo>
                    <a:pt x="1229812" y="1638415"/>
                  </a:lnTo>
                  <a:lnTo>
                    <a:pt x="1229794" y="1638410"/>
                  </a:lnTo>
                  <a:lnTo>
                    <a:pt x="1229777" y="1638406"/>
                  </a:lnTo>
                  <a:lnTo>
                    <a:pt x="1229692" y="1638378"/>
                  </a:lnTo>
                  <a:lnTo>
                    <a:pt x="1229682" y="1638375"/>
                  </a:lnTo>
                  <a:lnTo>
                    <a:pt x="1229675" y="1638370"/>
                  </a:lnTo>
                  <a:lnTo>
                    <a:pt x="1229657" y="1638364"/>
                  </a:lnTo>
                  <a:lnTo>
                    <a:pt x="1229639" y="1638358"/>
                  </a:lnTo>
                  <a:lnTo>
                    <a:pt x="1229621" y="1638353"/>
                  </a:lnTo>
                  <a:lnTo>
                    <a:pt x="1229604" y="1638346"/>
                  </a:lnTo>
                  <a:lnTo>
                    <a:pt x="1229586" y="1638343"/>
                  </a:lnTo>
                  <a:lnTo>
                    <a:pt x="1229569" y="1638338"/>
                  </a:lnTo>
                  <a:lnTo>
                    <a:pt x="1229551" y="1638333"/>
                  </a:lnTo>
                  <a:lnTo>
                    <a:pt x="1229532" y="1638327"/>
                  </a:lnTo>
                  <a:lnTo>
                    <a:pt x="1229516" y="1638319"/>
                  </a:lnTo>
                  <a:lnTo>
                    <a:pt x="1229503" y="1638312"/>
                  </a:lnTo>
                  <a:lnTo>
                    <a:pt x="1229499" y="1638307"/>
                  </a:lnTo>
                  <a:lnTo>
                    <a:pt x="1229481" y="1638295"/>
                  </a:lnTo>
                  <a:lnTo>
                    <a:pt x="1229469" y="1638287"/>
                  </a:lnTo>
                  <a:lnTo>
                    <a:pt x="1229463" y="1638281"/>
                  </a:lnTo>
                  <a:lnTo>
                    <a:pt x="1229447" y="1638266"/>
                  </a:lnTo>
                  <a:lnTo>
                    <a:pt x="1229430" y="1638254"/>
                  </a:lnTo>
                  <a:lnTo>
                    <a:pt x="1229423" y="1638249"/>
                  </a:lnTo>
                  <a:lnTo>
                    <a:pt x="1229412" y="1638245"/>
                  </a:lnTo>
                  <a:lnTo>
                    <a:pt x="1229394" y="1638238"/>
                  </a:lnTo>
                  <a:lnTo>
                    <a:pt x="1229377" y="1638237"/>
                  </a:lnTo>
                  <a:lnTo>
                    <a:pt x="1229359" y="1638245"/>
                  </a:lnTo>
                  <a:lnTo>
                    <a:pt x="1229351" y="1638249"/>
                  </a:lnTo>
                  <a:lnTo>
                    <a:pt x="1229341" y="1638255"/>
                  </a:lnTo>
                  <a:lnTo>
                    <a:pt x="1229325" y="1638269"/>
                  </a:lnTo>
                  <a:lnTo>
                    <a:pt x="1229314" y="1638288"/>
                  </a:lnTo>
                  <a:lnTo>
                    <a:pt x="1229308" y="1638306"/>
                  </a:lnTo>
                  <a:lnTo>
                    <a:pt x="1229305" y="1638323"/>
                  </a:lnTo>
                  <a:lnTo>
                    <a:pt x="1229300" y="1638329"/>
                  </a:lnTo>
                  <a:lnTo>
                    <a:pt x="1229294" y="1638333"/>
                  </a:lnTo>
                  <a:lnTo>
                    <a:pt x="1229287" y="1638335"/>
                  </a:lnTo>
                  <a:lnTo>
                    <a:pt x="1229267" y="1638333"/>
                  </a:lnTo>
                  <a:lnTo>
                    <a:pt x="1229260" y="1638329"/>
                  </a:lnTo>
                  <a:lnTo>
                    <a:pt x="1229252" y="1638327"/>
                  </a:lnTo>
                  <a:lnTo>
                    <a:pt x="1229234" y="1638321"/>
                  </a:lnTo>
                  <a:lnTo>
                    <a:pt x="1229217" y="1638317"/>
                  </a:lnTo>
                  <a:lnTo>
                    <a:pt x="1229199" y="1638315"/>
                  </a:lnTo>
                  <a:lnTo>
                    <a:pt x="1229182" y="1638311"/>
                  </a:lnTo>
                  <a:lnTo>
                    <a:pt x="1229164" y="1638310"/>
                  </a:lnTo>
                  <a:lnTo>
                    <a:pt x="1229147" y="1638307"/>
                  </a:lnTo>
                  <a:lnTo>
                    <a:pt x="1229129" y="1638305"/>
                  </a:lnTo>
                  <a:lnTo>
                    <a:pt x="1229111" y="1638302"/>
                  </a:lnTo>
                  <a:lnTo>
                    <a:pt x="1229093" y="1638301"/>
                  </a:lnTo>
                  <a:lnTo>
                    <a:pt x="1229076" y="1638299"/>
                  </a:lnTo>
                  <a:lnTo>
                    <a:pt x="1229058" y="1638297"/>
                  </a:lnTo>
                  <a:lnTo>
                    <a:pt x="1229041" y="1638296"/>
                  </a:lnTo>
                  <a:lnTo>
                    <a:pt x="1229022" y="1638295"/>
                  </a:lnTo>
                  <a:lnTo>
                    <a:pt x="1228982" y="1638292"/>
                  </a:lnTo>
                  <a:lnTo>
                    <a:pt x="1228973" y="1638288"/>
                  </a:lnTo>
                  <a:lnTo>
                    <a:pt x="1228955" y="1638279"/>
                  </a:lnTo>
                  <a:lnTo>
                    <a:pt x="1228938" y="1638273"/>
                  </a:lnTo>
                  <a:lnTo>
                    <a:pt x="1228920" y="1638270"/>
                  </a:lnTo>
                  <a:lnTo>
                    <a:pt x="1228902" y="1638274"/>
                  </a:lnTo>
                  <a:lnTo>
                    <a:pt x="1228891" y="1638279"/>
                  </a:lnTo>
                  <a:lnTo>
                    <a:pt x="1228886" y="1638285"/>
                  </a:lnTo>
                  <a:lnTo>
                    <a:pt x="1228882" y="1638293"/>
                  </a:lnTo>
                  <a:lnTo>
                    <a:pt x="1228873" y="1638304"/>
                  </a:lnTo>
                  <a:lnTo>
                    <a:pt x="1228868" y="1638310"/>
                  </a:lnTo>
                  <a:lnTo>
                    <a:pt x="1228862" y="1638313"/>
                  </a:lnTo>
                  <a:lnTo>
                    <a:pt x="1228856" y="1638313"/>
                  </a:lnTo>
                  <a:lnTo>
                    <a:pt x="1228843" y="1638313"/>
                  </a:lnTo>
                  <a:lnTo>
                    <a:pt x="1228839" y="1638311"/>
                  </a:lnTo>
                  <a:lnTo>
                    <a:pt x="1228821" y="1638305"/>
                  </a:lnTo>
                  <a:lnTo>
                    <a:pt x="1228804" y="1638301"/>
                  </a:lnTo>
                  <a:lnTo>
                    <a:pt x="1228786" y="1638298"/>
                  </a:lnTo>
                  <a:lnTo>
                    <a:pt x="1228769" y="1638298"/>
                  </a:lnTo>
                  <a:lnTo>
                    <a:pt x="1228751" y="1638297"/>
                  </a:lnTo>
                  <a:lnTo>
                    <a:pt x="1228733" y="1638295"/>
                  </a:lnTo>
                  <a:lnTo>
                    <a:pt x="1228716" y="1638291"/>
                  </a:lnTo>
                  <a:lnTo>
                    <a:pt x="1228698" y="1638288"/>
                  </a:lnTo>
                  <a:lnTo>
                    <a:pt x="1228680" y="1638290"/>
                  </a:lnTo>
                  <a:lnTo>
                    <a:pt x="1228663" y="1638289"/>
                  </a:lnTo>
                  <a:lnTo>
                    <a:pt x="1228645" y="1638282"/>
                  </a:lnTo>
                  <a:lnTo>
                    <a:pt x="1228629" y="1638267"/>
                  </a:lnTo>
                  <a:lnTo>
                    <a:pt x="1228611" y="1638250"/>
                  </a:lnTo>
                  <a:lnTo>
                    <a:pt x="1228605" y="1638244"/>
                  </a:lnTo>
                  <a:lnTo>
                    <a:pt x="1228593" y="1638236"/>
                  </a:lnTo>
                  <a:lnTo>
                    <a:pt x="1228582" y="1638235"/>
                  </a:lnTo>
                  <a:lnTo>
                    <a:pt x="1228576" y="1638236"/>
                  </a:lnTo>
                  <a:lnTo>
                    <a:pt x="1228558" y="1638240"/>
                  </a:lnTo>
                  <a:lnTo>
                    <a:pt x="1228541" y="1638243"/>
                  </a:lnTo>
                  <a:lnTo>
                    <a:pt x="1228531" y="1638244"/>
                  </a:lnTo>
                  <a:lnTo>
                    <a:pt x="1228523" y="1638241"/>
                  </a:lnTo>
                  <a:lnTo>
                    <a:pt x="1228513" y="1638236"/>
                  </a:lnTo>
                  <a:lnTo>
                    <a:pt x="1228506" y="1638230"/>
                  </a:lnTo>
                  <a:lnTo>
                    <a:pt x="1228497" y="1638223"/>
                  </a:lnTo>
                  <a:lnTo>
                    <a:pt x="1228491" y="1638221"/>
                  </a:lnTo>
                  <a:lnTo>
                    <a:pt x="1228484" y="1638221"/>
                  </a:lnTo>
                  <a:lnTo>
                    <a:pt x="1228478" y="1638222"/>
                  </a:lnTo>
                  <a:lnTo>
                    <a:pt x="1228465" y="1638225"/>
                  </a:lnTo>
                  <a:lnTo>
                    <a:pt x="1228459" y="1638226"/>
                  </a:lnTo>
                  <a:lnTo>
                    <a:pt x="1228441" y="1638230"/>
                  </a:lnTo>
                  <a:lnTo>
                    <a:pt x="1228423" y="1638230"/>
                  </a:lnTo>
                  <a:lnTo>
                    <a:pt x="1228414" y="1638232"/>
                  </a:lnTo>
                  <a:lnTo>
                    <a:pt x="1228406" y="1638235"/>
                  </a:lnTo>
                  <a:lnTo>
                    <a:pt x="1228388" y="1638243"/>
                  </a:lnTo>
                  <a:lnTo>
                    <a:pt x="1228380" y="1638245"/>
                  </a:lnTo>
                  <a:lnTo>
                    <a:pt x="1228371" y="1638245"/>
                  </a:lnTo>
                  <a:lnTo>
                    <a:pt x="1228353" y="1638246"/>
                  </a:lnTo>
                  <a:lnTo>
                    <a:pt x="1228337" y="1638250"/>
                  </a:lnTo>
                  <a:lnTo>
                    <a:pt x="1228325" y="1638267"/>
                  </a:lnTo>
                  <a:lnTo>
                    <a:pt x="1228319" y="1638287"/>
                  </a:lnTo>
                  <a:lnTo>
                    <a:pt x="1228310" y="1638305"/>
                  </a:lnTo>
                  <a:lnTo>
                    <a:pt x="1228303" y="1638324"/>
                  </a:lnTo>
                  <a:lnTo>
                    <a:pt x="1228294" y="1638342"/>
                  </a:lnTo>
                  <a:lnTo>
                    <a:pt x="1228283" y="1638361"/>
                  </a:lnTo>
                  <a:lnTo>
                    <a:pt x="1228269" y="1638379"/>
                  </a:lnTo>
                  <a:lnTo>
                    <a:pt x="1228254" y="1638395"/>
                  </a:lnTo>
                  <a:lnTo>
                    <a:pt x="1228236" y="1638409"/>
                  </a:lnTo>
                  <a:lnTo>
                    <a:pt x="1228219" y="1638417"/>
                  </a:lnTo>
                  <a:lnTo>
                    <a:pt x="1228201" y="1638431"/>
                  </a:lnTo>
                  <a:lnTo>
                    <a:pt x="1228186" y="1638442"/>
                  </a:lnTo>
                  <a:lnTo>
                    <a:pt x="1228170" y="1638432"/>
                  </a:lnTo>
                  <a:lnTo>
                    <a:pt x="1228167" y="1638427"/>
                  </a:lnTo>
                  <a:lnTo>
                    <a:pt x="1228153" y="1638410"/>
                  </a:lnTo>
                  <a:lnTo>
                    <a:pt x="1228141" y="1638391"/>
                  </a:lnTo>
                  <a:lnTo>
                    <a:pt x="1228134" y="1638373"/>
                  </a:lnTo>
                  <a:lnTo>
                    <a:pt x="1228129" y="1638354"/>
                  </a:lnTo>
                  <a:lnTo>
                    <a:pt x="1228123" y="1638336"/>
                  </a:lnTo>
                  <a:lnTo>
                    <a:pt x="1228116" y="1638317"/>
                  </a:lnTo>
                  <a:lnTo>
                    <a:pt x="1228111" y="1638304"/>
                  </a:lnTo>
                  <a:lnTo>
                    <a:pt x="1228108" y="1638299"/>
                  </a:lnTo>
                  <a:lnTo>
                    <a:pt x="1228099" y="1638280"/>
                  </a:lnTo>
                  <a:lnTo>
                    <a:pt x="1228089" y="1638261"/>
                  </a:lnTo>
                  <a:lnTo>
                    <a:pt x="1228078" y="1638243"/>
                  </a:lnTo>
                  <a:lnTo>
                    <a:pt x="1228068" y="1638224"/>
                  </a:lnTo>
                  <a:lnTo>
                    <a:pt x="1228057" y="1638206"/>
                  </a:lnTo>
                  <a:lnTo>
                    <a:pt x="1228043" y="1638188"/>
                  </a:lnTo>
                  <a:lnTo>
                    <a:pt x="1228032" y="1638178"/>
                  </a:lnTo>
                  <a:lnTo>
                    <a:pt x="1228026" y="1638175"/>
                  </a:lnTo>
                  <a:lnTo>
                    <a:pt x="1228008" y="1638170"/>
                  </a:lnTo>
                  <a:lnTo>
                    <a:pt x="1227991" y="1638169"/>
                  </a:lnTo>
                  <a:lnTo>
                    <a:pt x="1227973" y="1638171"/>
                  </a:lnTo>
                  <a:lnTo>
                    <a:pt x="1227955" y="1638171"/>
                  </a:lnTo>
                  <a:lnTo>
                    <a:pt x="1227937" y="1638171"/>
                  </a:lnTo>
                  <a:lnTo>
                    <a:pt x="1227920" y="1638170"/>
                  </a:lnTo>
                  <a:lnTo>
                    <a:pt x="1227902" y="1638166"/>
                  </a:lnTo>
                  <a:lnTo>
                    <a:pt x="1227885" y="1638159"/>
                  </a:lnTo>
                  <a:lnTo>
                    <a:pt x="1227867" y="1638153"/>
                  </a:lnTo>
                  <a:lnTo>
                    <a:pt x="1227850" y="1638150"/>
                  </a:lnTo>
                  <a:lnTo>
                    <a:pt x="1227832" y="1638146"/>
                  </a:lnTo>
                  <a:lnTo>
                    <a:pt x="1227814" y="1638139"/>
                  </a:lnTo>
                  <a:lnTo>
                    <a:pt x="1227802" y="1638136"/>
                  </a:lnTo>
                  <a:lnTo>
                    <a:pt x="1227797" y="1638132"/>
                  </a:lnTo>
                  <a:lnTo>
                    <a:pt x="1227788" y="1638127"/>
                  </a:lnTo>
                  <a:lnTo>
                    <a:pt x="1227782" y="1638118"/>
                  </a:lnTo>
                  <a:lnTo>
                    <a:pt x="1227767" y="1638100"/>
                  </a:lnTo>
                  <a:lnTo>
                    <a:pt x="1227758" y="1638091"/>
                  </a:lnTo>
                  <a:lnTo>
                    <a:pt x="1227751" y="1638086"/>
                  </a:lnTo>
                  <a:lnTo>
                    <a:pt x="1227734" y="1638073"/>
                  </a:lnTo>
                  <a:lnTo>
                    <a:pt x="1227724" y="1638066"/>
                  </a:lnTo>
                  <a:lnTo>
                    <a:pt x="1227719" y="1638057"/>
                  </a:lnTo>
                  <a:lnTo>
                    <a:pt x="1227707" y="1638038"/>
                  </a:lnTo>
                  <a:lnTo>
                    <a:pt x="1227701" y="1638032"/>
                  </a:lnTo>
                  <a:lnTo>
                    <a:pt x="1227695" y="1638021"/>
                  </a:lnTo>
                  <a:lnTo>
                    <a:pt x="1227680" y="1638004"/>
                  </a:lnTo>
                  <a:lnTo>
                    <a:pt x="1227663" y="1637988"/>
                  </a:lnTo>
                  <a:lnTo>
                    <a:pt x="1227645" y="1637972"/>
                  </a:lnTo>
                  <a:lnTo>
                    <a:pt x="1227628" y="1637960"/>
                  </a:lnTo>
                  <a:lnTo>
                    <a:pt x="1227611" y="1637949"/>
                  </a:lnTo>
                  <a:lnTo>
                    <a:pt x="1227593" y="1637946"/>
                  </a:lnTo>
                  <a:lnTo>
                    <a:pt x="1227576" y="1637939"/>
                  </a:lnTo>
                  <a:lnTo>
                    <a:pt x="1227559" y="1637933"/>
                  </a:lnTo>
                  <a:lnTo>
                    <a:pt x="1227547" y="1637927"/>
                  </a:lnTo>
                  <a:lnTo>
                    <a:pt x="1227541" y="1637926"/>
                  </a:lnTo>
                  <a:lnTo>
                    <a:pt x="1227523" y="1637917"/>
                  </a:lnTo>
                  <a:lnTo>
                    <a:pt x="1227505" y="1637911"/>
                  </a:lnTo>
                  <a:lnTo>
                    <a:pt x="1227487" y="1637905"/>
                  </a:lnTo>
                  <a:lnTo>
                    <a:pt x="1227470" y="1637901"/>
                  </a:lnTo>
                  <a:lnTo>
                    <a:pt x="1227452" y="1637896"/>
                  </a:lnTo>
                  <a:lnTo>
                    <a:pt x="1227435" y="1637891"/>
                  </a:lnTo>
                  <a:lnTo>
                    <a:pt x="1227417" y="1637887"/>
                  </a:lnTo>
                  <a:lnTo>
                    <a:pt x="1227400" y="1637884"/>
                  </a:lnTo>
                  <a:lnTo>
                    <a:pt x="1227385" y="1637881"/>
                  </a:lnTo>
                  <a:lnTo>
                    <a:pt x="1227374" y="1637879"/>
                  </a:lnTo>
                  <a:lnTo>
                    <a:pt x="1227364" y="1637875"/>
                  </a:lnTo>
                  <a:lnTo>
                    <a:pt x="1227347" y="1637870"/>
                  </a:lnTo>
                  <a:lnTo>
                    <a:pt x="1227333" y="1637860"/>
                  </a:lnTo>
                  <a:lnTo>
                    <a:pt x="1227313" y="1637840"/>
                  </a:lnTo>
                  <a:lnTo>
                    <a:pt x="1227295" y="1637822"/>
                  </a:lnTo>
                  <a:lnTo>
                    <a:pt x="1227277" y="1637807"/>
                  </a:lnTo>
                  <a:lnTo>
                    <a:pt x="1227260" y="1637794"/>
                  </a:lnTo>
                  <a:lnTo>
                    <a:pt x="1227242" y="1637787"/>
                  </a:lnTo>
                  <a:lnTo>
                    <a:pt x="1227225" y="1637783"/>
                  </a:lnTo>
                  <a:lnTo>
                    <a:pt x="1227207" y="1637769"/>
                  </a:lnTo>
                  <a:lnTo>
                    <a:pt x="1227190" y="1637761"/>
                  </a:lnTo>
                  <a:lnTo>
                    <a:pt x="1227172" y="1637756"/>
                  </a:lnTo>
                  <a:lnTo>
                    <a:pt x="1227155" y="1637749"/>
                  </a:lnTo>
                  <a:lnTo>
                    <a:pt x="1227137" y="1637740"/>
                  </a:lnTo>
                  <a:lnTo>
                    <a:pt x="1227120" y="1637728"/>
                  </a:lnTo>
                  <a:lnTo>
                    <a:pt x="1227102" y="1637719"/>
                  </a:lnTo>
                  <a:lnTo>
                    <a:pt x="1227084" y="1637710"/>
                  </a:lnTo>
                  <a:lnTo>
                    <a:pt x="1227066" y="1637700"/>
                  </a:lnTo>
                  <a:lnTo>
                    <a:pt x="1227049" y="1637694"/>
                  </a:lnTo>
                  <a:lnTo>
                    <a:pt x="1227031" y="1637687"/>
                  </a:lnTo>
                  <a:lnTo>
                    <a:pt x="1227014" y="1637682"/>
                  </a:lnTo>
                  <a:lnTo>
                    <a:pt x="1226996" y="1637679"/>
                  </a:lnTo>
                  <a:lnTo>
                    <a:pt x="1226979" y="1637676"/>
                  </a:lnTo>
                  <a:lnTo>
                    <a:pt x="1226961" y="1637673"/>
                  </a:lnTo>
                  <a:lnTo>
                    <a:pt x="1226944" y="1637669"/>
                  </a:lnTo>
                  <a:lnTo>
                    <a:pt x="1226926" y="1637664"/>
                  </a:lnTo>
                  <a:lnTo>
                    <a:pt x="1226908" y="1637657"/>
                  </a:lnTo>
                  <a:lnTo>
                    <a:pt x="1226890" y="1637652"/>
                  </a:lnTo>
                  <a:lnTo>
                    <a:pt x="1226873" y="1637645"/>
                  </a:lnTo>
                  <a:lnTo>
                    <a:pt x="1226865" y="1637643"/>
                  </a:lnTo>
                  <a:lnTo>
                    <a:pt x="1226853" y="1637643"/>
                  </a:lnTo>
                  <a:lnTo>
                    <a:pt x="1226839" y="1637649"/>
                  </a:lnTo>
                  <a:lnTo>
                    <a:pt x="1226811" y="1637668"/>
                  </a:lnTo>
                  <a:lnTo>
                    <a:pt x="1226794" y="1637679"/>
                  </a:lnTo>
                  <a:lnTo>
                    <a:pt x="1226777" y="1637687"/>
                  </a:lnTo>
                  <a:lnTo>
                    <a:pt x="1226759" y="1637694"/>
                  </a:lnTo>
                  <a:lnTo>
                    <a:pt x="1226751" y="1637697"/>
                  </a:lnTo>
                  <a:lnTo>
                    <a:pt x="1226742" y="1637697"/>
                  </a:lnTo>
                  <a:lnTo>
                    <a:pt x="1226724" y="1637699"/>
                  </a:lnTo>
                  <a:lnTo>
                    <a:pt x="1226706" y="1637702"/>
                  </a:lnTo>
                  <a:lnTo>
                    <a:pt x="1226688" y="1637708"/>
                  </a:lnTo>
                  <a:lnTo>
                    <a:pt x="1226671" y="1637711"/>
                  </a:lnTo>
                  <a:lnTo>
                    <a:pt x="1226653" y="1637712"/>
                  </a:lnTo>
                  <a:lnTo>
                    <a:pt x="1226636" y="1637711"/>
                  </a:lnTo>
                  <a:lnTo>
                    <a:pt x="1226618" y="1637704"/>
                  </a:lnTo>
                  <a:lnTo>
                    <a:pt x="1226601" y="1637695"/>
                  </a:lnTo>
                  <a:lnTo>
                    <a:pt x="1226583" y="1637690"/>
                  </a:lnTo>
                  <a:lnTo>
                    <a:pt x="1226565" y="1637685"/>
                  </a:lnTo>
                  <a:lnTo>
                    <a:pt x="1226548" y="1637680"/>
                  </a:lnTo>
                  <a:lnTo>
                    <a:pt x="1226530" y="1637676"/>
                  </a:lnTo>
                  <a:lnTo>
                    <a:pt x="1226512" y="1637672"/>
                  </a:lnTo>
                  <a:lnTo>
                    <a:pt x="1226496" y="1637668"/>
                  </a:lnTo>
                  <a:lnTo>
                    <a:pt x="1226477" y="1637649"/>
                  </a:lnTo>
                  <a:lnTo>
                    <a:pt x="1226464" y="1637630"/>
                  </a:lnTo>
                  <a:lnTo>
                    <a:pt x="1226457" y="1637623"/>
                  </a:lnTo>
                  <a:lnTo>
                    <a:pt x="1226447" y="1637617"/>
                  </a:lnTo>
                  <a:lnTo>
                    <a:pt x="1226432" y="1637612"/>
                  </a:lnTo>
                  <a:lnTo>
                    <a:pt x="1226412" y="1637613"/>
                  </a:lnTo>
                  <a:lnTo>
                    <a:pt x="1226394" y="1637614"/>
                  </a:lnTo>
                  <a:lnTo>
                    <a:pt x="1226377" y="1637613"/>
                  </a:lnTo>
                  <a:lnTo>
                    <a:pt x="1226359" y="1637604"/>
                  </a:lnTo>
                  <a:lnTo>
                    <a:pt x="1226342" y="1637591"/>
                  </a:lnTo>
                  <a:lnTo>
                    <a:pt x="1226324" y="1637576"/>
                  </a:lnTo>
                  <a:lnTo>
                    <a:pt x="1226306" y="1637561"/>
                  </a:lnTo>
                  <a:lnTo>
                    <a:pt x="1226288" y="1637547"/>
                  </a:lnTo>
                  <a:lnTo>
                    <a:pt x="1226262" y="1637527"/>
                  </a:lnTo>
                  <a:lnTo>
                    <a:pt x="1226253" y="1637524"/>
                  </a:lnTo>
                  <a:lnTo>
                    <a:pt x="1226236" y="1637520"/>
                  </a:lnTo>
                  <a:lnTo>
                    <a:pt x="1226218" y="1637518"/>
                  </a:lnTo>
                  <a:lnTo>
                    <a:pt x="1226201" y="1637513"/>
                  </a:lnTo>
                  <a:lnTo>
                    <a:pt x="1226183" y="1637505"/>
                  </a:lnTo>
                  <a:lnTo>
                    <a:pt x="1226166" y="1637497"/>
                  </a:lnTo>
                  <a:lnTo>
                    <a:pt x="1226148" y="1637486"/>
                  </a:lnTo>
                  <a:lnTo>
                    <a:pt x="1226130" y="1637476"/>
                  </a:lnTo>
                  <a:lnTo>
                    <a:pt x="1226113" y="1637465"/>
                  </a:lnTo>
                  <a:lnTo>
                    <a:pt x="1226102" y="1637462"/>
                  </a:lnTo>
                  <a:lnTo>
                    <a:pt x="1226095" y="1637457"/>
                  </a:lnTo>
                  <a:lnTo>
                    <a:pt x="1226077" y="1637452"/>
                  </a:lnTo>
                  <a:lnTo>
                    <a:pt x="1226060" y="1637446"/>
                  </a:lnTo>
                  <a:lnTo>
                    <a:pt x="1226042" y="1637444"/>
                  </a:lnTo>
                  <a:lnTo>
                    <a:pt x="1226025" y="1637447"/>
                  </a:lnTo>
                  <a:lnTo>
                    <a:pt x="1226007" y="1637451"/>
                  </a:lnTo>
                  <a:lnTo>
                    <a:pt x="1225990" y="1637458"/>
                  </a:lnTo>
                  <a:lnTo>
                    <a:pt x="1225972" y="1637467"/>
                  </a:lnTo>
                  <a:lnTo>
                    <a:pt x="1225954" y="1637478"/>
                  </a:lnTo>
                  <a:lnTo>
                    <a:pt x="1225936" y="1637494"/>
                  </a:lnTo>
                  <a:lnTo>
                    <a:pt x="1225919" y="1637512"/>
                  </a:lnTo>
                  <a:lnTo>
                    <a:pt x="1225901" y="1637530"/>
                  </a:lnTo>
                  <a:lnTo>
                    <a:pt x="1225886" y="1637539"/>
                  </a:lnTo>
                  <a:lnTo>
                    <a:pt x="1225866" y="1637542"/>
                  </a:lnTo>
                  <a:lnTo>
                    <a:pt x="1225848" y="1637537"/>
                  </a:lnTo>
                  <a:lnTo>
                    <a:pt x="1225831" y="1637530"/>
                  </a:lnTo>
                  <a:lnTo>
                    <a:pt x="1225813" y="1637519"/>
                  </a:lnTo>
                  <a:lnTo>
                    <a:pt x="1225795" y="1637505"/>
                  </a:lnTo>
                  <a:lnTo>
                    <a:pt x="1225778" y="1637493"/>
                  </a:lnTo>
                  <a:lnTo>
                    <a:pt x="1225760" y="1637480"/>
                  </a:lnTo>
                  <a:lnTo>
                    <a:pt x="1225751" y="1637475"/>
                  </a:lnTo>
                  <a:lnTo>
                    <a:pt x="1225743" y="1637468"/>
                  </a:lnTo>
                  <a:lnTo>
                    <a:pt x="1225729" y="1637450"/>
                  </a:lnTo>
                  <a:lnTo>
                    <a:pt x="1225716" y="1637431"/>
                  </a:lnTo>
                  <a:lnTo>
                    <a:pt x="1225706" y="1637413"/>
                  </a:lnTo>
                  <a:lnTo>
                    <a:pt x="1225702" y="1637404"/>
                  </a:lnTo>
                  <a:lnTo>
                    <a:pt x="1225699" y="1637394"/>
                  </a:lnTo>
                  <a:lnTo>
                    <a:pt x="1225691" y="1637375"/>
                  </a:lnTo>
                  <a:lnTo>
                    <a:pt x="1225686" y="1637357"/>
                  </a:lnTo>
                  <a:lnTo>
                    <a:pt x="1225684" y="1637348"/>
                  </a:lnTo>
                  <a:lnTo>
                    <a:pt x="1225680" y="1637338"/>
                  </a:lnTo>
                  <a:lnTo>
                    <a:pt x="1225678" y="1637329"/>
                  </a:lnTo>
                  <a:lnTo>
                    <a:pt x="1225675" y="1637320"/>
                  </a:lnTo>
                  <a:lnTo>
                    <a:pt x="1225669" y="1637301"/>
                  </a:lnTo>
                  <a:lnTo>
                    <a:pt x="1225665" y="1637288"/>
                  </a:lnTo>
                  <a:lnTo>
                    <a:pt x="1225661" y="1637283"/>
                  </a:lnTo>
                  <a:lnTo>
                    <a:pt x="1225659" y="1637276"/>
                  </a:lnTo>
                  <a:lnTo>
                    <a:pt x="1225652" y="1637265"/>
                  </a:lnTo>
                  <a:lnTo>
                    <a:pt x="1225643" y="1637248"/>
                  </a:lnTo>
                  <a:lnTo>
                    <a:pt x="1225638" y="1637230"/>
                  </a:lnTo>
                  <a:lnTo>
                    <a:pt x="1225637" y="1637209"/>
                  </a:lnTo>
                  <a:lnTo>
                    <a:pt x="1225635" y="1637190"/>
                  </a:lnTo>
                  <a:lnTo>
                    <a:pt x="1225634" y="1637172"/>
                  </a:lnTo>
                  <a:lnTo>
                    <a:pt x="1225633" y="1637153"/>
                  </a:lnTo>
                  <a:lnTo>
                    <a:pt x="1225631" y="1637135"/>
                  </a:lnTo>
                  <a:lnTo>
                    <a:pt x="1225625" y="1637116"/>
                  </a:lnTo>
                  <a:lnTo>
                    <a:pt x="1225611" y="1637099"/>
                  </a:lnTo>
                  <a:lnTo>
                    <a:pt x="1225593" y="1637085"/>
                  </a:lnTo>
                  <a:lnTo>
                    <a:pt x="1225576" y="1637075"/>
                  </a:lnTo>
                  <a:lnTo>
                    <a:pt x="1225542" y="1637064"/>
                  </a:lnTo>
                  <a:lnTo>
                    <a:pt x="1225531" y="1637062"/>
                  </a:lnTo>
                  <a:lnTo>
                    <a:pt x="1225522" y="1637062"/>
                  </a:lnTo>
                  <a:lnTo>
                    <a:pt x="1225517" y="1637059"/>
                  </a:lnTo>
                  <a:lnTo>
                    <a:pt x="1225504" y="1637058"/>
                  </a:lnTo>
                  <a:lnTo>
                    <a:pt x="1225487" y="1637055"/>
                  </a:lnTo>
                  <a:lnTo>
                    <a:pt x="1225469" y="1637053"/>
                  </a:lnTo>
                  <a:lnTo>
                    <a:pt x="1225452" y="1637052"/>
                  </a:lnTo>
                  <a:lnTo>
                    <a:pt x="1225434" y="1637048"/>
                  </a:lnTo>
                  <a:lnTo>
                    <a:pt x="1225424" y="1637045"/>
                  </a:lnTo>
                  <a:lnTo>
                    <a:pt x="1225416" y="1637041"/>
                  </a:lnTo>
                  <a:lnTo>
                    <a:pt x="1225399" y="1637031"/>
                  </a:lnTo>
                  <a:lnTo>
                    <a:pt x="1225381" y="1637022"/>
                  </a:lnTo>
                  <a:lnTo>
                    <a:pt x="1225363" y="1637013"/>
                  </a:lnTo>
                  <a:lnTo>
                    <a:pt x="1225346" y="1637007"/>
                  </a:lnTo>
                  <a:lnTo>
                    <a:pt x="1225338" y="1637004"/>
                  </a:lnTo>
                  <a:lnTo>
                    <a:pt x="1225328" y="1637004"/>
                  </a:lnTo>
                  <a:lnTo>
                    <a:pt x="1225311" y="1637006"/>
                  </a:lnTo>
                  <a:lnTo>
                    <a:pt x="1225293" y="1637007"/>
                  </a:lnTo>
                  <a:lnTo>
                    <a:pt x="1225276" y="1637008"/>
                  </a:lnTo>
                  <a:lnTo>
                    <a:pt x="1225258" y="1637011"/>
                  </a:lnTo>
                  <a:lnTo>
                    <a:pt x="1225240" y="1637010"/>
                  </a:lnTo>
                  <a:lnTo>
                    <a:pt x="1225222" y="1637009"/>
                  </a:lnTo>
                  <a:lnTo>
                    <a:pt x="1225210" y="1637006"/>
                  </a:lnTo>
                  <a:lnTo>
                    <a:pt x="1225205" y="1637002"/>
                  </a:lnTo>
                  <a:lnTo>
                    <a:pt x="1225192" y="1636990"/>
                  </a:lnTo>
                  <a:lnTo>
                    <a:pt x="1225190" y="1636986"/>
                  </a:lnTo>
                  <a:lnTo>
                    <a:pt x="1225177" y="1636967"/>
                  </a:lnTo>
                  <a:lnTo>
                    <a:pt x="1225162" y="1636949"/>
                  </a:lnTo>
                  <a:lnTo>
                    <a:pt x="1225144" y="1636935"/>
                  </a:lnTo>
                  <a:lnTo>
                    <a:pt x="1225129" y="1636926"/>
                  </a:lnTo>
                  <a:lnTo>
                    <a:pt x="1225109" y="1636916"/>
                  </a:lnTo>
                  <a:lnTo>
                    <a:pt x="1225101" y="1636910"/>
                  </a:lnTo>
                  <a:lnTo>
                    <a:pt x="1225096" y="1636902"/>
                  </a:lnTo>
                  <a:lnTo>
                    <a:pt x="1225088" y="1636887"/>
                  </a:lnTo>
                  <a:lnTo>
                    <a:pt x="1225083" y="1636882"/>
                  </a:lnTo>
                  <a:lnTo>
                    <a:pt x="1225066" y="1636867"/>
                  </a:lnTo>
                  <a:lnTo>
                    <a:pt x="1225053" y="1636860"/>
                  </a:lnTo>
                  <a:lnTo>
                    <a:pt x="1225046" y="1636854"/>
                  </a:lnTo>
                  <a:lnTo>
                    <a:pt x="1225039" y="1636847"/>
                  </a:lnTo>
                  <a:lnTo>
                    <a:pt x="1225032" y="1636839"/>
                  </a:lnTo>
                  <a:lnTo>
                    <a:pt x="1225019" y="1636820"/>
                  </a:lnTo>
                  <a:lnTo>
                    <a:pt x="1225015" y="1636814"/>
                  </a:lnTo>
                  <a:lnTo>
                    <a:pt x="1225005" y="1636779"/>
                  </a:lnTo>
                  <a:lnTo>
                    <a:pt x="1225003" y="1636770"/>
                  </a:lnTo>
                  <a:lnTo>
                    <a:pt x="1224998" y="1636761"/>
                  </a:lnTo>
                  <a:lnTo>
                    <a:pt x="1224992" y="1636742"/>
                  </a:lnTo>
                  <a:lnTo>
                    <a:pt x="1224983" y="1636724"/>
                  </a:lnTo>
                  <a:lnTo>
                    <a:pt x="1224971" y="1636705"/>
                  </a:lnTo>
                  <a:lnTo>
                    <a:pt x="1224959" y="1636687"/>
                  </a:lnTo>
                  <a:lnTo>
                    <a:pt x="1224951" y="1636676"/>
                  </a:lnTo>
                  <a:lnTo>
                    <a:pt x="1224949" y="1636668"/>
                  </a:lnTo>
                  <a:lnTo>
                    <a:pt x="1224945" y="1636650"/>
                  </a:lnTo>
                  <a:lnTo>
                    <a:pt x="1224938" y="1636631"/>
                  </a:lnTo>
                  <a:lnTo>
                    <a:pt x="1224927" y="1636613"/>
                  </a:lnTo>
                  <a:lnTo>
                    <a:pt x="1224912" y="1636594"/>
                  </a:lnTo>
                  <a:lnTo>
                    <a:pt x="1224902" y="1636576"/>
                  </a:lnTo>
                  <a:lnTo>
                    <a:pt x="1224893" y="1636557"/>
                  </a:lnTo>
                  <a:lnTo>
                    <a:pt x="1224880" y="1636539"/>
                  </a:lnTo>
                  <a:lnTo>
                    <a:pt x="1224864" y="1636529"/>
                  </a:lnTo>
                  <a:lnTo>
                    <a:pt x="1224854" y="1636526"/>
                  </a:lnTo>
                  <a:lnTo>
                    <a:pt x="1224845" y="1636526"/>
                  </a:lnTo>
                  <a:lnTo>
                    <a:pt x="1224827" y="1636527"/>
                  </a:lnTo>
                  <a:lnTo>
                    <a:pt x="1224809" y="1636526"/>
                  </a:lnTo>
                  <a:lnTo>
                    <a:pt x="1224796" y="1636519"/>
                  </a:lnTo>
                  <a:lnTo>
                    <a:pt x="1224792" y="1636514"/>
                  </a:lnTo>
                  <a:lnTo>
                    <a:pt x="1224778" y="1636495"/>
                  </a:lnTo>
                  <a:lnTo>
                    <a:pt x="1224769" y="1636477"/>
                  </a:lnTo>
                  <a:lnTo>
                    <a:pt x="1224762" y="1636458"/>
                  </a:lnTo>
                  <a:lnTo>
                    <a:pt x="1224754" y="1636440"/>
                  </a:lnTo>
                  <a:lnTo>
                    <a:pt x="1224749" y="1636426"/>
                  </a:lnTo>
                  <a:lnTo>
                    <a:pt x="1224749" y="1636418"/>
                  </a:lnTo>
                  <a:lnTo>
                    <a:pt x="1224753" y="1636409"/>
                  </a:lnTo>
                  <a:lnTo>
                    <a:pt x="1224758" y="1636402"/>
                  </a:lnTo>
                  <a:lnTo>
                    <a:pt x="1224771" y="1636384"/>
                  </a:lnTo>
                  <a:lnTo>
                    <a:pt x="1224782" y="1636366"/>
                  </a:lnTo>
                  <a:lnTo>
                    <a:pt x="1224784" y="1636347"/>
                  </a:lnTo>
                  <a:lnTo>
                    <a:pt x="1224781" y="1636331"/>
                  </a:lnTo>
                  <a:lnTo>
                    <a:pt x="1224773" y="1636320"/>
                  </a:lnTo>
                  <a:lnTo>
                    <a:pt x="1224764" y="1636313"/>
                  </a:lnTo>
                  <a:lnTo>
                    <a:pt x="1224747" y="1636299"/>
                  </a:lnTo>
                  <a:lnTo>
                    <a:pt x="1224736" y="1636288"/>
                  </a:lnTo>
                  <a:lnTo>
                    <a:pt x="1224730" y="1636281"/>
                  </a:lnTo>
                  <a:lnTo>
                    <a:pt x="1224719" y="1636267"/>
                  </a:lnTo>
                  <a:lnTo>
                    <a:pt x="1224716" y="1636249"/>
                  </a:lnTo>
                  <a:lnTo>
                    <a:pt x="1224719" y="1636241"/>
                  </a:lnTo>
                  <a:lnTo>
                    <a:pt x="1224723" y="1636228"/>
                  </a:lnTo>
                  <a:lnTo>
                    <a:pt x="1224726" y="1636223"/>
                  </a:lnTo>
                  <a:lnTo>
                    <a:pt x="1224735" y="1636204"/>
                  </a:lnTo>
                  <a:lnTo>
                    <a:pt x="1224741" y="1636193"/>
                  </a:lnTo>
                  <a:lnTo>
                    <a:pt x="1224742" y="1636185"/>
                  </a:lnTo>
                  <a:lnTo>
                    <a:pt x="1224743" y="1636176"/>
                  </a:lnTo>
                  <a:lnTo>
                    <a:pt x="1224741" y="1636167"/>
                  </a:lnTo>
                  <a:lnTo>
                    <a:pt x="1224739" y="1636149"/>
                  </a:lnTo>
                  <a:lnTo>
                    <a:pt x="1224740" y="1636130"/>
                  </a:lnTo>
                  <a:lnTo>
                    <a:pt x="1224740" y="1636112"/>
                  </a:lnTo>
                  <a:lnTo>
                    <a:pt x="1224740" y="1636104"/>
                  </a:lnTo>
                  <a:lnTo>
                    <a:pt x="1224737" y="1636099"/>
                  </a:lnTo>
                  <a:lnTo>
                    <a:pt x="1224734" y="1636093"/>
                  </a:lnTo>
                  <a:lnTo>
                    <a:pt x="1224724" y="1636084"/>
                  </a:lnTo>
                  <a:lnTo>
                    <a:pt x="1224717" y="1636082"/>
                  </a:lnTo>
                  <a:lnTo>
                    <a:pt x="1224699" y="1636077"/>
                  </a:lnTo>
                  <a:lnTo>
                    <a:pt x="1224681" y="1636071"/>
                  </a:lnTo>
                  <a:lnTo>
                    <a:pt x="1224664" y="1636062"/>
                  </a:lnTo>
                  <a:lnTo>
                    <a:pt x="1224646" y="1636051"/>
                  </a:lnTo>
                  <a:lnTo>
                    <a:pt x="1224631" y="1636042"/>
                  </a:lnTo>
                  <a:lnTo>
                    <a:pt x="1224611" y="1636035"/>
                  </a:lnTo>
                  <a:lnTo>
                    <a:pt x="1224593" y="1636030"/>
                  </a:lnTo>
                  <a:lnTo>
                    <a:pt x="1224580" y="1636025"/>
                  </a:lnTo>
                  <a:lnTo>
                    <a:pt x="1224576" y="1636021"/>
                  </a:lnTo>
                  <a:lnTo>
                    <a:pt x="1224570" y="1636016"/>
                  </a:lnTo>
                  <a:lnTo>
                    <a:pt x="1224564" y="1636005"/>
                  </a:lnTo>
                  <a:lnTo>
                    <a:pt x="1224558" y="1635985"/>
                  </a:lnTo>
                  <a:lnTo>
                    <a:pt x="1224556" y="1635967"/>
                  </a:lnTo>
                  <a:lnTo>
                    <a:pt x="1224552" y="1635956"/>
                  </a:lnTo>
                  <a:lnTo>
                    <a:pt x="1224552" y="1635949"/>
                  </a:lnTo>
                  <a:lnTo>
                    <a:pt x="1224548" y="1635930"/>
                  </a:lnTo>
                  <a:lnTo>
                    <a:pt x="1224539" y="1635920"/>
                  </a:lnTo>
                  <a:lnTo>
                    <a:pt x="1224531" y="1635917"/>
                  </a:lnTo>
                  <a:lnTo>
                    <a:pt x="1224514" y="1635917"/>
                  </a:lnTo>
                  <a:lnTo>
                    <a:pt x="1224496" y="1635921"/>
                  </a:lnTo>
                  <a:lnTo>
                    <a:pt x="1224478" y="1635925"/>
                  </a:lnTo>
                  <a:lnTo>
                    <a:pt x="1224461" y="1635933"/>
                  </a:lnTo>
                  <a:lnTo>
                    <a:pt x="1224443" y="1635946"/>
                  </a:lnTo>
                  <a:lnTo>
                    <a:pt x="1224426" y="1635959"/>
                  </a:lnTo>
                  <a:lnTo>
                    <a:pt x="1224408" y="1635968"/>
                  </a:lnTo>
                  <a:lnTo>
                    <a:pt x="1224390" y="1635969"/>
                  </a:lnTo>
                  <a:lnTo>
                    <a:pt x="1224372" y="1635969"/>
                  </a:lnTo>
                  <a:lnTo>
                    <a:pt x="1224355" y="1635967"/>
                  </a:lnTo>
                  <a:lnTo>
                    <a:pt x="1224337" y="1635970"/>
                  </a:lnTo>
                  <a:lnTo>
                    <a:pt x="1224320" y="1635971"/>
                  </a:lnTo>
                  <a:lnTo>
                    <a:pt x="1224306" y="1635972"/>
                  </a:lnTo>
                  <a:lnTo>
                    <a:pt x="1224298" y="1635971"/>
                  </a:lnTo>
                  <a:lnTo>
                    <a:pt x="1224285" y="1635969"/>
                  </a:lnTo>
                  <a:lnTo>
                    <a:pt x="1224272" y="1635970"/>
                  </a:lnTo>
                  <a:lnTo>
                    <a:pt x="1224254" y="1635973"/>
                  </a:lnTo>
                  <a:lnTo>
                    <a:pt x="1224241" y="1635976"/>
                  </a:lnTo>
                  <a:lnTo>
                    <a:pt x="1224239" y="1635971"/>
                  </a:lnTo>
                  <a:lnTo>
                    <a:pt x="1224242" y="1635960"/>
                  </a:lnTo>
                  <a:lnTo>
                    <a:pt x="1224246" y="1635954"/>
                  </a:lnTo>
                  <a:lnTo>
                    <a:pt x="1224256" y="1635936"/>
                  </a:lnTo>
                  <a:lnTo>
                    <a:pt x="1224265" y="1635919"/>
                  </a:lnTo>
                  <a:lnTo>
                    <a:pt x="1224265" y="1635908"/>
                  </a:lnTo>
                  <a:lnTo>
                    <a:pt x="1224261" y="1635900"/>
                  </a:lnTo>
                  <a:lnTo>
                    <a:pt x="1224246" y="1635880"/>
                  </a:lnTo>
                  <a:lnTo>
                    <a:pt x="1224238" y="1635871"/>
                  </a:lnTo>
                  <a:lnTo>
                    <a:pt x="1224232" y="1635861"/>
                  </a:lnTo>
                  <a:lnTo>
                    <a:pt x="1224227" y="1635852"/>
                  </a:lnTo>
                  <a:lnTo>
                    <a:pt x="1224220" y="1635843"/>
                  </a:lnTo>
                  <a:lnTo>
                    <a:pt x="1224211" y="1635834"/>
                  </a:lnTo>
                  <a:lnTo>
                    <a:pt x="1224204" y="1635830"/>
                  </a:lnTo>
                  <a:lnTo>
                    <a:pt x="1224186" y="1635824"/>
                  </a:lnTo>
                  <a:lnTo>
                    <a:pt x="1224159" y="1635811"/>
                  </a:lnTo>
                  <a:lnTo>
                    <a:pt x="1224140" y="1635797"/>
                  </a:lnTo>
                  <a:lnTo>
                    <a:pt x="1224132" y="1635792"/>
                  </a:lnTo>
                  <a:lnTo>
                    <a:pt x="1224120" y="1635787"/>
                  </a:lnTo>
                  <a:lnTo>
                    <a:pt x="1224089" y="1635777"/>
                  </a:lnTo>
                  <a:lnTo>
                    <a:pt x="1224071" y="1635772"/>
                  </a:lnTo>
                  <a:lnTo>
                    <a:pt x="1224053" y="1635766"/>
                  </a:lnTo>
                  <a:lnTo>
                    <a:pt x="1224047" y="1635765"/>
                  </a:lnTo>
                  <a:lnTo>
                    <a:pt x="1224041" y="1635761"/>
                  </a:lnTo>
                  <a:lnTo>
                    <a:pt x="1224036" y="1635757"/>
                  </a:lnTo>
                  <a:lnTo>
                    <a:pt x="1224029" y="1635747"/>
                  </a:lnTo>
                  <a:lnTo>
                    <a:pt x="1224026" y="1635738"/>
                  </a:lnTo>
                  <a:lnTo>
                    <a:pt x="1224022" y="1635720"/>
                  </a:lnTo>
                  <a:lnTo>
                    <a:pt x="1224018" y="1635704"/>
                  </a:lnTo>
                  <a:lnTo>
                    <a:pt x="1224016" y="1635683"/>
                  </a:lnTo>
                  <a:lnTo>
                    <a:pt x="1224016" y="1635665"/>
                  </a:lnTo>
                  <a:lnTo>
                    <a:pt x="1224016" y="1635646"/>
                  </a:lnTo>
                  <a:lnTo>
                    <a:pt x="1224012" y="1635628"/>
                  </a:lnTo>
                  <a:lnTo>
                    <a:pt x="1224007" y="1635609"/>
                  </a:lnTo>
                  <a:lnTo>
                    <a:pt x="1224000" y="1635591"/>
                  </a:lnTo>
                  <a:lnTo>
                    <a:pt x="1223992" y="1635572"/>
                  </a:lnTo>
                  <a:lnTo>
                    <a:pt x="1223980" y="1635553"/>
                  </a:lnTo>
                  <a:lnTo>
                    <a:pt x="1223966" y="1635536"/>
                  </a:lnTo>
                  <a:lnTo>
                    <a:pt x="1223950" y="1635521"/>
                  </a:lnTo>
                  <a:lnTo>
                    <a:pt x="1223940" y="1635516"/>
                  </a:lnTo>
                  <a:lnTo>
                    <a:pt x="1223932" y="1635515"/>
                  </a:lnTo>
                  <a:lnTo>
                    <a:pt x="1223914" y="1635513"/>
                  </a:lnTo>
                  <a:lnTo>
                    <a:pt x="1223897" y="1635511"/>
                  </a:lnTo>
                  <a:lnTo>
                    <a:pt x="1223879" y="1635510"/>
                  </a:lnTo>
                  <a:lnTo>
                    <a:pt x="1223862" y="1635511"/>
                  </a:lnTo>
                  <a:lnTo>
                    <a:pt x="1223844" y="1635511"/>
                  </a:lnTo>
                  <a:lnTo>
                    <a:pt x="1223827" y="1635513"/>
                  </a:lnTo>
                  <a:lnTo>
                    <a:pt x="1223809" y="1635514"/>
                  </a:lnTo>
                  <a:lnTo>
                    <a:pt x="1223791" y="1635517"/>
                  </a:lnTo>
                  <a:lnTo>
                    <a:pt x="1223778" y="1635522"/>
                  </a:lnTo>
                  <a:lnTo>
                    <a:pt x="1223773" y="1635526"/>
                  </a:lnTo>
                  <a:lnTo>
                    <a:pt x="1223758" y="1635545"/>
                  </a:lnTo>
                  <a:lnTo>
                    <a:pt x="1223749" y="1635563"/>
                  </a:lnTo>
                  <a:lnTo>
                    <a:pt x="1223742" y="1635583"/>
                  </a:lnTo>
                  <a:lnTo>
                    <a:pt x="1223733" y="1635600"/>
                  </a:lnTo>
                  <a:lnTo>
                    <a:pt x="1223720" y="1635615"/>
                  </a:lnTo>
                  <a:lnTo>
                    <a:pt x="1223701" y="1635621"/>
                  </a:lnTo>
                  <a:lnTo>
                    <a:pt x="1223683" y="1635625"/>
                  </a:lnTo>
                  <a:lnTo>
                    <a:pt x="1223665" y="1635630"/>
                  </a:lnTo>
                  <a:lnTo>
                    <a:pt x="1223648" y="1635638"/>
                  </a:lnTo>
                  <a:lnTo>
                    <a:pt x="1223630" y="1635644"/>
                  </a:lnTo>
                  <a:lnTo>
                    <a:pt x="1223612" y="1635655"/>
                  </a:lnTo>
                  <a:lnTo>
                    <a:pt x="1223595" y="1635672"/>
                  </a:lnTo>
                  <a:lnTo>
                    <a:pt x="1223582" y="1635691"/>
                  </a:lnTo>
                  <a:lnTo>
                    <a:pt x="1223572" y="1635704"/>
                  </a:lnTo>
                  <a:lnTo>
                    <a:pt x="1223568" y="1635708"/>
                  </a:lnTo>
                  <a:lnTo>
                    <a:pt x="1223562" y="1635713"/>
                  </a:lnTo>
                  <a:lnTo>
                    <a:pt x="1223538" y="1635720"/>
                  </a:lnTo>
                  <a:lnTo>
                    <a:pt x="1223529" y="1635720"/>
                  </a:lnTo>
                  <a:lnTo>
                    <a:pt x="1223518" y="1635716"/>
                  </a:lnTo>
                  <a:lnTo>
                    <a:pt x="1223501" y="1635711"/>
                  </a:lnTo>
                  <a:lnTo>
                    <a:pt x="1223492" y="1635708"/>
                  </a:lnTo>
                  <a:lnTo>
                    <a:pt x="1223483" y="1635707"/>
                  </a:lnTo>
                  <a:lnTo>
                    <a:pt x="1223465" y="1635702"/>
                  </a:lnTo>
                  <a:lnTo>
                    <a:pt x="1223448" y="1635699"/>
                  </a:lnTo>
                  <a:lnTo>
                    <a:pt x="1223439" y="1635699"/>
                  </a:lnTo>
                  <a:lnTo>
                    <a:pt x="1223430" y="1635697"/>
                  </a:lnTo>
                  <a:lnTo>
                    <a:pt x="1223421" y="1635697"/>
                  </a:lnTo>
                  <a:lnTo>
                    <a:pt x="1223413" y="1635694"/>
                  </a:lnTo>
                  <a:lnTo>
                    <a:pt x="1223395" y="1635686"/>
                  </a:lnTo>
                  <a:lnTo>
                    <a:pt x="1223377" y="1635678"/>
                  </a:lnTo>
                  <a:lnTo>
                    <a:pt x="1223360" y="1635669"/>
                  </a:lnTo>
                  <a:lnTo>
                    <a:pt x="1223342" y="1635661"/>
                  </a:lnTo>
                  <a:lnTo>
                    <a:pt x="1223325" y="1635649"/>
                  </a:lnTo>
                  <a:lnTo>
                    <a:pt x="1223308" y="1635638"/>
                  </a:lnTo>
                  <a:lnTo>
                    <a:pt x="1223290" y="1635626"/>
                  </a:lnTo>
                  <a:lnTo>
                    <a:pt x="1223273" y="1635615"/>
                  </a:lnTo>
                  <a:lnTo>
                    <a:pt x="1223254" y="1635602"/>
                  </a:lnTo>
                  <a:lnTo>
                    <a:pt x="1223238" y="1635592"/>
                  </a:lnTo>
                  <a:lnTo>
                    <a:pt x="1223220" y="1635583"/>
                  </a:lnTo>
                  <a:lnTo>
                    <a:pt x="1223203" y="1635575"/>
                  </a:lnTo>
                  <a:lnTo>
                    <a:pt x="1223185" y="1635567"/>
                  </a:lnTo>
                  <a:lnTo>
                    <a:pt x="1223168" y="1635563"/>
                  </a:lnTo>
                  <a:lnTo>
                    <a:pt x="1223150" y="1635558"/>
                  </a:lnTo>
                  <a:lnTo>
                    <a:pt x="1223132" y="1635557"/>
                  </a:lnTo>
                  <a:lnTo>
                    <a:pt x="1223114" y="1635555"/>
                  </a:lnTo>
                  <a:lnTo>
                    <a:pt x="1223097" y="1635558"/>
                  </a:lnTo>
                  <a:lnTo>
                    <a:pt x="1223079" y="1635558"/>
                  </a:lnTo>
                  <a:lnTo>
                    <a:pt x="1223062" y="1635557"/>
                  </a:lnTo>
                  <a:lnTo>
                    <a:pt x="1223052" y="1635557"/>
                  </a:lnTo>
                  <a:lnTo>
                    <a:pt x="1223035" y="1635561"/>
                  </a:lnTo>
                  <a:lnTo>
                    <a:pt x="1223016" y="1635561"/>
                  </a:lnTo>
                  <a:lnTo>
                    <a:pt x="1223009" y="1635565"/>
                  </a:lnTo>
                  <a:lnTo>
                    <a:pt x="1223004" y="1635577"/>
                  </a:lnTo>
                  <a:lnTo>
                    <a:pt x="1223004" y="1635589"/>
                  </a:lnTo>
                  <a:lnTo>
                    <a:pt x="1223002" y="1635608"/>
                  </a:lnTo>
                  <a:lnTo>
                    <a:pt x="1223002" y="1635620"/>
                  </a:lnTo>
                  <a:lnTo>
                    <a:pt x="1223004" y="1635626"/>
                  </a:lnTo>
                  <a:lnTo>
                    <a:pt x="1223005" y="1635636"/>
                  </a:lnTo>
                  <a:lnTo>
                    <a:pt x="1223009" y="1635645"/>
                  </a:lnTo>
                  <a:lnTo>
                    <a:pt x="1223013" y="1635664"/>
                  </a:lnTo>
                  <a:lnTo>
                    <a:pt x="1223017" y="1635672"/>
                  </a:lnTo>
                  <a:lnTo>
                    <a:pt x="1223018" y="1635682"/>
                  </a:lnTo>
                  <a:lnTo>
                    <a:pt x="1223020" y="1635701"/>
                  </a:lnTo>
                  <a:lnTo>
                    <a:pt x="1223022" y="1635719"/>
                  </a:lnTo>
                  <a:lnTo>
                    <a:pt x="1223022" y="1635737"/>
                  </a:lnTo>
                  <a:lnTo>
                    <a:pt x="1223022" y="1635749"/>
                  </a:lnTo>
                  <a:lnTo>
                    <a:pt x="1223019" y="1635756"/>
                  </a:lnTo>
                  <a:lnTo>
                    <a:pt x="1223017" y="1635774"/>
                  </a:lnTo>
                  <a:lnTo>
                    <a:pt x="1223013" y="1635793"/>
                  </a:lnTo>
                  <a:lnTo>
                    <a:pt x="1223009" y="1635811"/>
                  </a:lnTo>
                  <a:lnTo>
                    <a:pt x="1223006" y="1635830"/>
                  </a:lnTo>
                  <a:lnTo>
                    <a:pt x="1223001" y="1635849"/>
                  </a:lnTo>
                  <a:lnTo>
                    <a:pt x="1222995" y="1635867"/>
                  </a:lnTo>
                  <a:lnTo>
                    <a:pt x="1222989" y="1635885"/>
                  </a:lnTo>
                  <a:lnTo>
                    <a:pt x="1222984" y="1635904"/>
                  </a:lnTo>
                  <a:lnTo>
                    <a:pt x="1222978" y="1635922"/>
                  </a:lnTo>
                  <a:lnTo>
                    <a:pt x="1222972" y="1635941"/>
                  </a:lnTo>
                  <a:lnTo>
                    <a:pt x="1222966" y="1635961"/>
                  </a:lnTo>
                  <a:lnTo>
                    <a:pt x="1222954" y="1636000"/>
                  </a:lnTo>
                  <a:lnTo>
                    <a:pt x="1222950" y="1636011"/>
                  </a:lnTo>
                  <a:lnTo>
                    <a:pt x="1222946" y="1636018"/>
                  </a:lnTo>
                  <a:lnTo>
                    <a:pt x="1222943" y="1636026"/>
                  </a:lnTo>
                  <a:lnTo>
                    <a:pt x="1222937" y="1636037"/>
                  </a:lnTo>
                  <a:lnTo>
                    <a:pt x="1222927" y="1636055"/>
                  </a:lnTo>
                  <a:lnTo>
                    <a:pt x="1222922" y="1636069"/>
                  </a:lnTo>
                  <a:lnTo>
                    <a:pt x="1222919" y="1636074"/>
                  </a:lnTo>
                  <a:lnTo>
                    <a:pt x="1222914" y="1636087"/>
                  </a:lnTo>
                  <a:lnTo>
                    <a:pt x="1222910" y="1636092"/>
                  </a:lnTo>
                  <a:lnTo>
                    <a:pt x="1222909" y="1636098"/>
                  </a:lnTo>
                  <a:lnTo>
                    <a:pt x="1222902" y="1636111"/>
                  </a:lnTo>
                  <a:lnTo>
                    <a:pt x="1222893" y="1636129"/>
                  </a:lnTo>
                  <a:lnTo>
                    <a:pt x="1222881" y="1636148"/>
                  </a:lnTo>
                  <a:lnTo>
                    <a:pt x="1222870" y="1636166"/>
                  </a:lnTo>
                  <a:lnTo>
                    <a:pt x="1222860" y="1636185"/>
                  </a:lnTo>
                  <a:lnTo>
                    <a:pt x="1222848" y="1636203"/>
                  </a:lnTo>
                  <a:lnTo>
                    <a:pt x="1222834" y="1636221"/>
                  </a:lnTo>
                  <a:lnTo>
                    <a:pt x="1222827" y="1636234"/>
                  </a:lnTo>
                  <a:lnTo>
                    <a:pt x="1222821" y="1636240"/>
                  </a:lnTo>
                  <a:lnTo>
                    <a:pt x="1222808" y="1636258"/>
                  </a:lnTo>
                  <a:lnTo>
                    <a:pt x="1222795" y="1636277"/>
                  </a:lnTo>
                  <a:lnTo>
                    <a:pt x="1222786" y="1636287"/>
                  </a:lnTo>
                  <a:lnTo>
                    <a:pt x="1222783" y="1636294"/>
                  </a:lnTo>
                  <a:lnTo>
                    <a:pt x="1222775" y="1636311"/>
                  </a:lnTo>
                  <a:lnTo>
                    <a:pt x="1222769" y="1636329"/>
                  </a:lnTo>
                  <a:lnTo>
                    <a:pt x="1222763" y="1636347"/>
                  </a:lnTo>
                  <a:lnTo>
                    <a:pt x="1222755" y="1636367"/>
                  </a:lnTo>
                  <a:lnTo>
                    <a:pt x="1222742" y="1636385"/>
                  </a:lnTo>
                  <a:lnTo>
                    <a:pt x="1222735" y="1636395"/>
                  </a:lnTo>
                  <a:lnTo>
                    <a:pt x="1222731" y="1636403"/>
                  </a:lnTo>
                  <a:lnTo>
                    <a:pt x="1222727" y="1636412"/>
                  </a:lnTo>
                  <a:lnTo>
                    <a:pt x="1222725" y="1636421"/>
                  </a:lnTo>
                  <a:lnTo>
                    <a:pt x="1222724" y="1636429"/>
                  </a:lnTo>
                  <a:lnTo>
                    <a:pt x="1222726" y="1636440"/>
                  </a:lnTo>
                  <a:lnTo>
                    <a:pt x="1222739" y="1636458"/>
                  </a:lnTo>
                  <a:lnTo>
                    <a:pt x="1222756" y="1636477"/>
                  </a:lnTo>
                  <a:lnTo>
                    <a:pt x="1222768" y="1636489"/>
                  </a:lnTo>
                  <a:lnTo>
                    <a:pt x="1222771" y="1636495"/>
                  </a:lnTo>
                  <a:lnTo>
                    <a:pt x="1222780" y="1636514"/>
                  </a:lnTo>
                  <a:lnTo>
                    <a:pt x="1222787" y="1636532"/>
                  </a:lnTo>
                  <a:lnTo>
                    <a:pt x="1222794" y="1636550"/>
                  </a:lnTo>
                  <a:lnTo>
                    <a:pt x="1222798" y="1636561"/>
                  </a:lnTo>
                  <a:lnTo>
                    <a:pt x="1222803" y="1636569"/>
                  </a:lnTo>
                  <a:lnTo>
                    <a:pt x="1222816" y="1636588"/>
                  </a:lnTo>
                  <a:lnTo>
                    <a:pt x="1222832" y="1636606"/>
                  </a:lnTo>
                  <a:lnTo>
                    <a:pt x="1222846" y="1636625"/>
                  </a:lnTo>
                  <a:lnTo>
                    <a:pt x="1222861" y="1636643"/>
                  </a:lnTo>
                  <a:lnTo>
                    <a:pt x="1222877" y="1636662"/>
                  </a:lnTo>
                  <a:lnTo>
                    <a:pt x="1222887" y="1636671"/>
                  </a:lnTo>
                  <a:lnTo>
                    <a:pt x="1222894" y="1636674"/>
                  </a:lnTo>
                  <a:lnTo>
                    <a:pt x="1222901" y="1636678"/>
                  </a:lnTo>
                  <a:lnTo>
                    <a:pt x="1222907" y="1636684"/>
                  </a:lnTo>
                  <a:lnTo>
                    <a:pt x="1222910" y="1636689"/>
                  </a:lnTo>
                  <a:lnTo>
                    <a:pt x="1222910" y="1636698"/>
                  </a:lnTo>
                  <a:lnTo>
                    <a:pt x="1222902" y="1636706"/>
                  </a:lnTo>
                  <a:lnTo>
                    <a:pt x="1222892" y="1636714"/>
                  </a:lnTo>
                  <a:lnTo>
                    <a:pt x="1222885" y="1636722"/>
                  </a:lnTo>
                  <a:lnTo>
                    <a:pt x="1222874" y="1636740"/>
                  </a:lnTo>
                  <a:lnTo>
                    <a:pt x="1222870" y="1636759"/>
                  </a:lnTo>
                  <a:lnTo>
                    <a:pt x="1222868" y="1636778"/>
                  </a:lnTo>
                  <a:lnTo>
                    <a:pt x="1222863" y="1636796"/>
                  </a:lnTo>
                  <a:lnTo>
                    <a:pt x="1222862" y="1636806"/>
                  </a:lnTo>
                  <a:lnTo>
                    <a:pt x="1222857" y="1636817"/>
                  </a:lnTo>
                  <a:lnTo>
                    <a:pt x="1222848" y="1636833"/>
                  </a:lnTo>
                  <a:lnTo>
                    <a:pt x="1222835" y="1636852"/>
                  </a:lnTo>
                  <a:lnTo>
                    <a:pt x="1222818" y="1636870"/>
                  </a:lnTo>
                  <a:lnTo>
                    <a:pt x="1222802" y="1636886"/>
                  </a:lnTo>
                  <a:lnTo>
                    <a:pt x="1222787" y="1636901"/>
                  </a:lnTo>
                  <a:lnTo>
                    <a:pt x="1222770" y="1636915"/>
                  </a:lnTo>
                  <a:lnTo>
                    <a:pt x="1222753" y="1636928"/>
                  </a:lnTo>
                  <a:lnTo>
                    <a:pt x="1222748" y="1636931"/>
                  </a:lnTo>
                  <a:lnTo>
                    <a:pt x="1222735" y="1636936"/>
                  </a:lnTo>
                  <a:lnTo>
                    <a:pt x="1222717" y="1636944"/>
                  </a:lnTo>
                  <a:lnTo>
                    <a:pt x="1222700" y="1636952"/>
                  </a:lnTo>
                  <a:lnTo>
                    <a:pt x="1222682" y="1636961"/>
                  </a:lnTo>
                  <a:lnTo>
                    <a:pt x="1222664" y="1636967"/>
                  </a:lnTo>
                  <a:lnTo>
                    <a:pt x="1222647" y="1636974"/>
                  </a:lnTo>
                  <a:lnTo>
                    <a:pt x="1222629" y="1636982"/>
                  </a:lnTo>
                  <a:lnTo>
                    <a:pt x="1222611" y="1636988"/>
                  </a:lnTo>
                  <a:lnTo>
                    <a:pt x="1222594" y="1636994"/>
                  </a:lnTo>
                  <a:lnTo>
                    <a:pt x="1222586" y="1636997"/>
                  </a:lnTo>
                  <a:lnTo>
                    <a:pt x="1222576" y="1636997"/>
                  </a:lnTo>
                  <a:lnTo>
                    <a:pt x="1222549" y="1637006"/>
                  </a:lnTo>
                  <a:lnTo>
                    <a:pt x="1222539" y="1637018"/>
                  </a:lnTo>
                  <a:lnTo>
                    <a:pt x="1222527" y="1637041"/>
                  </a:lnTo>
                  <a:lnTo>
                    <a:pt x="1222514" y="1637061"/>
                  </a:lnTo>
                  <a:lnTo>
                    <a:pt x="1222498" y="1637076"/>
                  </a:lnTo>
                  <a:lnTo>
                    <a:pt x="1222481" y="1637085"/>
                  </a:lnTo>
                  <a:lnTo>
                    <a:pt x="1222466" y="1637092"/>
                  </a:lnTo>
                  <a:lnTo>
                    <a:pt x="1222447" y="1637094"/>
                  </a:lnTo>
                  <a:lnTo>
                    <a:pt x="1222430" y="1637098"/>
                  </a:lnTo>
                  <a:lnTo>
                    <a:pt x="1222416" y="1637099"/>
                  </a:lnTo>
                  <a:lnTo>
                    <a:pt x="1222397" y="1637100"/>
                  </a:lnTo>
                  <a:lnTo>
                    <a:pt x="1222381" y="1637100"/>
                  </a:lnTo>
                  <a:lnTo>
                    <a:pt x="1222363" y="1637099"/>
                  </a:lnTo>
                  <a:lnTo>
                    <a:pt x="1222346" y="1637099"/>
                  </a:lnTo>
                  <a:lnTo>
                    <a:pt x="1222328" y="1637101"/>
                  </a:lnTo>
                  <a:lnTo>
                    <a:pt x="1222310" y="1637101"/>
                  </a:lnTo>
                  <a:lnTo>
                    <a:pt x="1222293" y="1637102"/>
                  </a:lnTo>
                  <a:lnTo>
                    <a:pt x="1222275" y="1637102"/>
                  </a:lnTo>
                  <a:lnTo>
                    <a:pt x="1222265" y="1637103"/>
                  </a:lnTo>
                  <a:lnTo>
                    <a:pt x="1222256" y="1637106"/>
                  </a:lnTo>
                  <a:lnTo>
                    <a:pt x="1222241" y="1637112"/>
                  </a:lnTo>
                  <a:lnTo>
                    <a:pt x="1222227" y="1637122"/>
                  </a:lnTo>
                  <a:lnTo>
                    <a:pt x="1222217" y="1637131"/>
                  </a:lnTo>
                  <a:lnTo>
                    <a:pt x="1222210" y="1637137"/>
                  </a:lnTo>
                  <a:lnTo>
                    <a:pt x="1222192" y="1637152"/>
                  </a:lnTo>
                  <a:lnTo>
                    <a:pt x="1222175" y="1637170"/>
                  </a:lnTo>
                  <a:lnTo>
                    <a:pt x="1222166" y="1637182"/>
                  </a:lnTo>
                  <a:lnTo>
                    <a:pt x="1222162" y="1637189"/>
                  </a:lnTo>
                  <a:lnTo>
                    <a:pt x="1222149" y="1637208"/>
                  </a:lnTo>
                  <a:lnTo>
                    <a:pt x="1222136" y="1637226"/>
                  </a:lnTo>
                  <a:lnTo>
                    <a:pt x="1222122" y="1637245"/>
                  </a:lnTo>
                  <a:lnTo>
                    <a:pt x="1222105" y="1637261"/>
                  </a:lnTo>
                  <a:lnTo>
                    <a:pt x="1222087" y="1637270"/>
                  </a:lnTo>
                  <a:lnTo>
                    <a:pt x="1222069" y="1637277"/>
                  </a:lnTo>
                  <a:lnTo>
                    <a:pt x="1222052" y="1637284"/>
                  </a:lnTo>
                  <a:lnTo>
                    <a:pt x="1222034" y="1637290"/>
                  </a:lnTo>
                  <a:lnTo>
                    <a:pt x="1222019" y="1637299"/>
                  </a:lnTo>
                  <a:lnTo>
                    <a:pt x="1222005" y="1637305"/>
                  </a:lnTo>
                  <a:lnTo>
                    <a:pt x="1221999" y="1637310"/>
                  </a:lnTo>
                  <a:lnTo>
                    <a:pt x="1221981" y="1637327"/>
                  </a:lnTo>
                  <a:lnTo>
                    <a:pt x="1221978" y="1637333"/>
                  </a:lnTo>
                  <a:lnTo>
                    <a:pt x="1221975" y="1637345"/>
                  </a:lnTo>
                  <a:lnTo>
                    <a:pt x="1221977" y="1637364"/>
                  </a:lnTo>
                  <a:lnTo>
                    <a:pt x="1221978" y="1637382"/>
                  </a:lnTo>
                  <a:lnTo>
                    <a:pt x="1221974" y="1637401"/>
                  </a:lnTo>
                  <a:lnTo>
                    <a:pt x="1221970" y="1637416"/>
                  </a:lnTo>
                  <a:lnTo>
                    <a:pt x="1221966" y="1637419"/>
                  </a:lnTo>
                  <a:lnTo>
                    <a:pt x="1221957" y="1637417"/>
                  </a:lnTo>
                  <a:lnTo>
                    <a:pt x="1221948" y="1637409"/>
                  </a:lnTo>
                  <a:lnTo>
                    <a:pt x="1221931" y="1637392"/>
                  </a:lnTo>
                  <a:lnTo>
                    <a:pt x="1221924" y="1637384"/>
                  </a:lnTo>
                  <a:lnTo>
                    <a:pt x="1221913" y="1637379"/>
                  </a:lnTo>
                  <a:lnTo>
                    <a:pt x="1221905" y="1637375"/>
                  </a:lnTo>
                  <a:lnTo>
                    <a:pt x="1221896" y="1637374"/>
                  </a:lnTo>
                  <a:lnTo>
                    <a:pt x="1221878" y="1637377"/>
                  </a:lnTo>
                  <a:lnTo>
                    <a:pt x="1221860" y="1637379"/>
                  </a:lnTo>
                  <a:lnTo>
                    <a:pt x="1221843" y="1637382"/>
                  </a:lnTo>
                  <a:lnTo>
                    <a:pt x="1221825" y="1637381"/>
                  </a:lnTo>
                  <a:lnTo>
                    <a:pt x="1221818" y="1637381"/>
                  </a:lnTo>
                  <a:lnTo>
                    <a:pt x="1221807" y="1637377"/>
                  </a:lnTo>
                  <a:lnTo>
                    <a:pt x="1221798" y="1637371"/>
                  </a:lnTo>
                  <a:lnTo>
                    <a:pt x="1221790" y="1637362"/>
                  </a:lnTo>
                  <a:lnTo>
                    <a:pt x="1221784" y="1637351"/>
                  </a:lnTo>
                  <a:lnTo>
                    <a:pt x="1221783" y="1637344"/>
                  </a:lnTo>
                  <a:lnTo>
                    <a:pt x="1221782" y="1637325"/>
                  </a:lnTo>
                  <a:lnTo>
                    <a:pt x="1221782" y="1637306"/>
                  </a:lnTo>
                  <a:lnTo>
                    <a:pt x="1221781" y="1637288"/>
                  </a:lnTo>
                  <a:lnTo>
                    <a:pt x="1221779" y="1637270"/>
                  </a:lnTo>
                  <a:lnTo>
                    <a:pt x="1221779" y="1637251"/>
                  </a:lnTo>
                  <a:lnTo>
                    <a:pt x="1221779" y="1637244"/>
                  </a:lnTo>
                  <a:lnTo>
                    <a:pt x="1221776" y="1637238"/>
                  </a:lnTo>
                  <a:lnTo>
                    <a:pt x="1221771" y="1637236"/>
                  </a:lnTo>
                  <a:lnTo>
                    <a:pt x="1221761" y="1637236"/>
                  </a:lnTo>
                  <a:lnTo>
                    <a:pt x="1221754" y="1637239"/>
                  </a:lnTo>
                  <a:lnTo>
                    <a:pt x="1221736" y="1637245"/>
                  </a:lnTo>
                  <a:lnTo>
                    <a:pt x="1221724" y="1637246"/>
                  </a:lnTo>
                  <a:lnTo>
                    <a:pt x="1221718" y="1637245"/>
                  </a:lnTo>
                  <a:lnTo>
                    <a:pt x="1221708" y="1637241"/>
                  </a:lnTo>
                  <a:lnTo>
                    <a:pt x="1221701" y="1637236"/>
                  </a:lnTo>
                  <a:lnTo>
                    <a:pt x="1221684" y="1637221"/>
                  </a:lnTo>
                  <a:lnTo>
                    <a:pt x="1221670" y="1637204"/>
                  </a:lnTo>
                  <a:lnTo>
                    <a:pt x="1221658" y="1637186"/>
                  </a:lnTo>
                  <a:lnTo>
                    <a:pt x="1221643" y="1637167"/>
                  </a:lnTo>
                  <a:lnTo>
                    <a:pt x="1221641" y="1637162"/>
                  </a:lnTo>
                  <a:lnTo>
                    <a:pt x="1221629" y="1637150"/>
                  </a:lnTo>
                  <a:lnTo>
                    <a:pt x="1221612" y="1637134"/>
                  </a:lnTo>
                  <a:lnTo>
                    <a:pt x="1221594" y="1637120"/>
                  </a:lnTo>
                  <a:lnTo>
                    <a:pt x="1221585" y="1637114"/>
                  </a:lnTo>
                  <a:lnTo>
                    <a:pt x="1221577" y="1637105"/>
                  </a:lnTo>
                  <a:lnTo>
                    <a:pt x="1221571" y="1637099"/>
                  </a:lnTo>
                  <a:lnTo>
                    <a:pt x="1221561" y="1637095"/>
                  </a:lnTo>
                  <a:lnTo>
                    <a:pt x="1221554" y="1637095"/>
                  </a:lnTo>
                  <a:lnTo>
                    <a:pt x="1221537" y="1637105"/>
                  </a:lnTo>
                  <a:lnTo>
                    <a:pt x="1221531" y="1637111"/>
                  </a:lnTo>
                  <a:lnTo>
                    <a:pt x="1221513" y="1637118"/>
                  </a:lnTo>
                  <a:lnTo>
                    <a:pt x="1221495" y="1637121"/>
                  </a:lnTo>
                  <a:lnTo>
                    <a:pt x="1221478" y="1637122"/>
                  </a:lnTo>
                  <a:lnTo>
                    <a:pt x="1221460" y="1637121"/>
                  </a:lnTo>
                  <a:lnTo>
                    <a:pt x="1221445" y="1637117"/>
                  </a:lnTo>
                  <a:lnTo>
                    <a:pt x="1221433" y="1637111"/>
                  </a:lnTo>
                  <a:lnTo>
                    <a:pt x="1221425" y="1637104"/>
                  </a:lnTo>
                  <a:lnTo>
                    <a:pt x="1221408" y="1637088"/>
                  </a:lnTo>
                  <a:lnTo>
                    <a:pt x="1221392" y="1637073"/>
                  </a:lnTo>
                  <a:lnTo>
                    <a:pt x="1221373" y="1637064"/>
                  </a:lnTo>
                  <a:lnTo>
                    <a:pt x="1221355" y="1637054"/>
                  </a:lnTo>
                  <a:lnTo>
                    <a:pt x="1221295" y="1637028"/>
                  </a:lnTo>
                  <a:lnTo>
                    <a:pt x="1221276" y="1637018"/>
                  </a:lnTo>
                  <a:lnTo>
                    <a:pt x="1221258" y="1637015"/>
                  </a:lnTo>
                  <a:lnTo>
                    <a:pt x="1221241" y="1637015"/>
                  </a:lnTo>
                  <a:lnTo>
                    <a:pt x="1221233" y="1637017"/>
                  </a:lnTo>
                  <a:lnTo>
                    <a:pt x="1221228" y="1637021"/>
                  </a:lnTo>
                  <a:lnTo>
                    <a:pt x="1221226" y="1637026"/>
                  </a:lnTo>
                  <a:lnTo>
                    <a:pt x="1221217" y="1637044"/>
                  </a:lnTo>
                  <a:lnTo>
                    <a:pt x="1221208" y="1637063"/>
                  </a:lnTo>
                  <a:lnTo>
                    <a:pt x="1221201" y="1637081"/>
                  </a:lnTo>
                  <a:lnTo>
                    <a:pt x="1221193" y="1637099"/>
                  </a:lnTo>
                  <a:lnTo>
                    <a:pt x="1221183" y="1637118"/>
                  </a:lnTo>
                  <a:lnTo>
                    <a:pt x="1221174" y="1637136"/>
                  </a:lnTo>
                  <a:lnTo>
                    <a:pt x="1221162" y="1637155"/>
                  </a:lnTo>
                  <a:lnTo>
                    <a:pt x="1221149" y="1637174"/>
                  </a:lnTo>
                  <a:lnTo>
                    <a:pt x="1221133" y="1637181"/>
                  </a:lnTo>
                  <a:lnTo>
                    <a:pt x="1221114" y="1637181"/>
                  </a:lnTo>
                  <a:lnTo>
                    <a:pt x="1221096" y="1637177"/>
                  </a:lnTo>
                  <a:lnTo>
                    <a:pt x="1221079" y="1637174"/>
                  </a:lnTo>
                  <a:lnTo>
                    <a:pt x="1221061" y="1637171"/>
                  </a:lnTo>
                  <a:lnTo>
                    <a:pt x="1221044" y="1637169"/>
                  </a:lnTo>
                  <a:lnTo>
                    <a:pt x="1221026" y="1637167"/>
                  </a:lnTo>
                  <a:lnTo>
                    <a:pt x="1221008" y="1637168"/>
                  </a:lnTo>
                  <a:lnTo>
                    <a:pt x="1220991" y="1637168"/>
                  </a:lnTo>
                  <a:lnTo>
                    <a:pt x="1220973" y="1637165"/>
                  </a:lnTo>
                  <a:lnTo>
                    <a:pt x="1220961" y="1637163"/>
                  </a:lnTo>
                  <a:lnTo>
                    <a:pt x="1220955" y="1637160"/>
                  </a:lnTo>
                  <a:lnTo>
                    <a:pt x="1220893" y="1637132"/>
                  </a:lnTo>
                  <a:lnTo>
                    <a:pt x="1220885" y="1637133"/>
                  </a:lnTo>
                  <a:lnTo>
                    <a:pt x="1220868" y="1637137"/>
                  </a:lnTo>
                  <a:lnTo>
                    <a:pt x="1220850" y="1637138"/>
                  </a:lnTo>
                  <a:lnTo>
                    <a:pt x="1220832" y="1637136"/>
                  </a:lnTo>
                  <a:lnTo>
                    <a:pt x="1220814" y="1637130"/>
                  </a:lnTo>
                  <a:lnTo>
                    <a:pt x="1220805" y="1637127"/>
                  </a:lnTo>
                  <a:lnTo>
                    <a:pt x="1220797" y="1637122"/>
                  </a:lnTo>
                  <a:lnTo>
                    <a:pt x="1220779" y="1637115"/>
                  </a:lnTo>
                  <a:lnTo>
                    <a:pt x="1220773" y="1637115"/>
                  </a:lnTo>
                  <a:lnTo>
                    <a:pt x="1220761" y="1637120"/>
                  </a:lnTo>
                  <a:lnTo>
                    <a:pt x="1220753" y="1637128"/>
                  </a:lnTo>
                  <a:lnTo>
                    <a:pt x="1220747" y="1637138"/>
                  </a:lnTo>
                  <a:lnTo>
                    <a:pt x="1220745" y="1637147"/>
                  </a:lnTo>
                  <a:lnTo>
                    <a:pt x="1220743" y="1637165"/>
                  </a:lnTo>
                  <a:lnTo>
                    <a:pt x="1220742" y="1637184"/>
                  </a:lnTo>
                  <a:lnTo>
                    <a:pt x="1220738" y="1637238"/>
                  </a:lnTo>
                  <a:lnTo>
                    <a:pt x="1220737" y="1637256"/>
                  </a:lnTo>
                  <a:lnTo>
                    <a:pt x="1220737" y="1637275"/>
                  </a:lnTo>
                  <a:lnTo>
                    <a:pt x="1220736" y="1637294"/>
                  </a:lnTo>
                  <a:lnTo>
                    <a:pt x="1220730" y="1637312"/>
                  </a:lnTo>
                  <a:lnTo>
                    <a:pt x="1220723" y="1637326"/>
                  </a:lnTo>
                  <a:lnTo>
                    <a:pt x="1220718" y="1637332"/>
                  </a:lnTo>
                  <a:lnTo>
                    <a:pt x="1220712" y="1637340"/>
                  </a:lnTo>
                  <a:lnTo>
                    <a:pt x="1220705" y="1637347"/>
                  </a:lnTo>
                  <a:lnTo>
                    <a:pt x="1220690" y="1637362"/>
                  </a:lnTo>
                  <a:lnTo>
                    <a:pt x="1220672" y="1637377"/>
                  </a:lnTo>
                  <a:lnTo>
                    <a:pt x="1220663" y="1637391"/>
                  </a:lnTo>
                  <a:lnTo>
                    <a:pt x="1220659" y="1637394"/>
                  </a:lnTo>
                  <a:lnTo>
                    <a:pt x="1220648" y="1637413"/>
                  </a:lnTo>
                  <a:lnTo>
                    <a:pt x="1220642" y="1637431"/>
                  </a:lnTo>
                  <a:lnTo>
                    <a:pt x="1220635" y="1637450"/>
                  </a:lnTo>
                  <a:lnTo>
                    <a:pt x="1220635" y="1637468"/>
                  </a:lnTo>
                  <a:lnTo>
                    <a:pt x="1220634" y="1637487"/>
                  </a:lnTo>
                  <a:lnTo>
                    <a:pt x="1220629" y="1637503"/>
                  </a:lnTo>
                  <a:lnTo>
                    <a:pt x="1220625" y="1637511"/>
                  </a:lnTo>
                  <a:lnTo>
                    <a:pt x="1220620" y="1637524"/>
                  </a:lnTo>
                  <a:lnTo>
                    <a:pt x="1220611" y="1637537"/>
                  </a:lnTo>
                  <a:lnTo>
                    <a:pt x="1220606" y="1637541"/>
                  </a:lnTo>
                  <a:lnTo>
                    <a:pt x="1220592" y="1637556"/>
                  </a:lnTo>
                  <a:lnTo>
                    <a:pt x="1220573" y="1637569"/>
                  </a:lnTo>
                  <a:lnTo>
                    <a:pt x="1220555" y="1637578"/>
                  </a:lnTo>
                  <a:lnTo>
                    <a:pt x="1220548" y="1637577"/>
                  </a:lnTo>
                  <a:lnTo>
                    <a:pt x="1220538" y="1637566"/>
                  </a:lnTo>
                  <a:lnTo>
                    <a:pt x="1220524" y="1637549"/>
                  </a:lnTo>
                  <a:lnTo>
                    <a:pt x="1220509" y="1637532"/>
                  </a:lnTo>
                  <a:lnTo>
                    <a:pt x="1220491" y="1637516"/>
                  </a:lnTo>
                  <a:lnTo>
                    <a:pt x="1220468" y="1637500"/>
                  </a:lnTo>
                  <a:lnTo>
                    <a:pt x="1220462" y="1637496"/>
                  </a:lnTo>
                  <a:lnTo>
                    <a:pt x="1220456" y="1637493"/>
                  </a:lnTo>
                  <a:lnTo>
                    <a:pt x="1220446" y="1637490"/>
                  </a:lnTo>
                  <a:lnTo>
                    <a:pt x="1220437" y="1637490"/>
                  </a:lnTo>
                  <a:lnTo>
                    <a:pt x="1220417" y="1637496"/>
                  </a:lnTo>
                  <a:lnTo>
                    <a:pt x="1220402" y="1637499"/>
                  </a:lnTo>
                  <a:lnTo>
                    <a:pt x="1220384" y="1637500"/>
                  </a:lnTo>
                  <a:lnTo>
                    <a:pt x="1220366" y="1637499"/>
                  </a:lnTo>
                  <a:lnTo>
                    <a:pt x="1220349" y="1637495"/>
                  </a:lnTo>
                  <a:lnTo>
                    <a:pt x="1220331" y="1637490"/>
                  </a:lnTo>
                  <a:lnTo>
                    <a:pt x="1220314" y="1637486"/>
                  </a:lnTo>
                  <a:lnTo>
                    <a:pt x="1220307" y="1637484"/>
                  </a:lnTo>
                  <a:lnTo>
                    <a:pt x="1220294" y="1637480"/>
                  </a:lnTo>
                  <a:lnTo>
                    <a:pt x="1220279" y="1637476"/>
                  </a:lnTo>
                  <a:lnTo>
                    <a:pt x="1220261" y="1637472"/>
                  </a:lnTo>
                  <a:lnTo>
                    <a:pt x="1220243" y="1637471"/>
                  </a:lnTo>
                  <a:lnTo>
                    <a:pt x="1220226" y="1637470"/>
                  </a:lnTo>
                  <a:lnTo>
                    <a:pt x="1220208" y="1637475"/>
                  </a:lnTo>
                  <a:lnTo>
                    <a:pt x="1220190" y="1637480"/>
                  </a:lnTo>
                  <a:lnTo>
                    <a:pt x="1220173" y="1637478"/>
                  </a:lnTo>
                  <a:lnTo>
                    <a:pt x="1220154" y="1637468"/>
                  </a:lnTo>
                  <a:lnTo>
                    <a:pt x="1220147" y="1637464"/>
                  </a:lnTo>
                  <a:lnTo>
                    <a:pt x="1220139" y="1637458"/>
                  </a:lnTo>
                  <a:lnTo>
                    <a:pt x="1220121" y="1637449"/>
                  </a:lnTo>
                  <a:lnTo>
                    <a:pt x="1220104" y="1637441"/>
                  </a:lnTo>
                  <a:lnTo>
                    <a:pt x="1220084" y="1637433"/>
                  </a:lnTo>
                  <a:lnTo>
                    <a:pt x="1220067" y="1637425"/>
                  </a:lnTo>
                  <a:lnTo>
                    <a:pt x="1220057" y="1637423"/>
                  </a:lnTo>
                  <a:lnTo>
                    <a:pt x="1220050" y="1637423"/>
                  </a:lnTo>
                  <a:lnTo>
                    <a:pt x="1220042" y="1637424"/>
                  </a:lnTo>
                  <a:lnTo>
                    <a:pt x="1220037" y="1637428"/>
                  </a:lnTo>
                  <a:lnTo>
                    <a:pt x="1220033" y="1637432"/>
                  </a:lnTo>
                  <a:lnTo>
                    <a:pt x="1220030" y="1637441"/>
                  </a:lnTo>
                  <a:lnTo>
                    <a:pt x="1220025" y="1637448"/>
                  </a:lnTo>
                  <a:lnTo>
                    <a:pt x="1220018" y="1637463"/>
                  </a:lnTo>
                  <a:lnTo>
                    <a:pt x="1220012" y="1637473"/>
                  </a:lnTo>
                  <a:lnTo>
                    <a:pt x="1220011" y="1637480"/>
                  </a:lnTo>
                  <a:lnTo>
                    <a:pt x="1220006" y="1637498"/>
                  </a:lnTo>
                  <a:lnTo>
                    <a:pt x="1219999" y="1637516"/>
                  </a:lnTo>
                  <a:lnTo>
                    <a:pt x="1219991" y="1637535"/>
                  </a:lnTo>
                  <a:lnTo>
                    <a:pt x="1219985" y="1637545"/>
                  </a:lnTo>
                  <a:lnTo>
                    <a:pt x="1219983" y="1637553"/>
                  </a:lnTo>
                  <a:lnTo>
                    <a:pt x="1219972" y="1637572"/>
                  </a:lnTo>
                  <a:lnTo>
                    <a:pt x="1219964" y="1637590"/>
                  </a:lnTo>
                  <a:lnTo>
                    <a:pt x="1219958" y="1637598"/>
                  </a:lnTo>
                  <a:lnTo>
                    <a:pt x="1219952" y="1637609"/>
                  </a:lnTo>
                  <a:lnTo>
                    <a:pt x="1219940" y="1637626"/>
                  </a:lnTo>
                  <a:lnTo>
                    <a:pt x="1219926" y="1637644"/>
                  </a:lnTo>
                  <a:lnTo>
                    <a:pt x="1219912" y="1637662"/>
                  </a:lnTo>
                  <a:lnTo>
                    <a:pt x="1219900" y="1637680"/>
                  </a:lnTo>
                  <a:lnTo>
                    <a:pt x="1219894" y="1637691"/>
                  </a:lnTo>
                  <a:lnTo>
                    <a:pt x="1219892" y="1637700"/>
                  </a:lnTo>
                  <a:lnTo>
                    <a:pt x="1219887" y="1637718"/>
                  </a:lnTo>
                  <a:lnTo>
                    <a:pt x="1219879" y="1637737"/>
                  </a:lnTo>
                  <a:lnTo>
                    <a:pt x="1219873" y="1637755"/>
                  </a:lnTo>
                  <a:lnTo>
                    <a:pt x="1219871" y="1637760"/>
                  </a:lnTo>
                  <a:lnTo>
                    <a:pt x="1219869" y="1637774"/>
                  </a:lnTo>
                  <a:lnTo>
                    <a:pt x="1219869" y="1637791"/>
                  </a:lnTo>
                  <a:lnTo>
                    <a:pt x="1219869" y="1637811"/>
                  </a:lnTo>
                  <a:lnTo>
                    <a:pt x="1219868" y="1637829"/>
                  </a:lnTo>
                  <a:lnTo>
                    <a:pt x="1219866" y="1637848"/>
                  </a:lnTo>
                  <a:lnTo>
                    <a:pt x="1219862" y="1637866"/>
                  </a:lnTo>
                  <a:lnTo>
                    <a:pt x="1219856" y="1637885"/>
                  </a:lnTo>
                  <a:lnTo>
                    <a:pt x="1219853" y="1637896"/>
                  </a:lnTo>
                  <a:lnTo>
                    <a:pt x="1219853" y="1637903"/>
                  </a:lnTo>
                  <a:lnTo>
                    <a:pt x="1219846" y="1637922"/>
                  </a:lnTo>
                  <a:lnTo>
                    <a:pt x="1219840" y="1637940"/>
                  </a:lnTo>
                  <a:lnTo>
                    <a:pt x="1219837" y="1637949"/>
                  </a:lnTo>
                  <a:lnTo>
                    <a:pt x="1219837" y="1637959"/>
                  </a:lnTo>
                  <a:lnTo>
                    <a:pt x="1219836" y="1637977"/>
                  </a:lnTo>
                  <a:lnTo>
                    <a:pt x="1219835" y="1637996"/>
                  </a:lnTo>
                  <a:lnTo>
                    <a:pt x="1219833" y="1638008"/>
                  </a:lnTo>
                  <a:lnTo>
                    <a:pt x="1219829" y="1638014"/>
                  </a:lnTo>
                  <a:lnTo>
                    <a:pt x="1219828" y="1638021"/>
                  </a:lnTo>
                  <a:lnTo>
                    <a:pt x="1219821" y="1638033"/>
                  </a:lnTo>
                  <a:lnTo>
                    <a:pt x="1219817" y="1638037"/>
                  </a:lnTo>
                  <a:lnTo>
                    <a:pt x="1219812" y="1638053"/>
                  </a:lnTo>
                  <a:lnTo>
                    <a:pt x="1219814" y="1638064"/>
                  </a:lnTo>
                  <a:lnTo>
                    <a:pt x="1219817" y="1638069"/>
                  </a:lnTo>
                  <a:lnTo>
                    <a:pt x="1219835" y="1638085"/>
                  </a:lnTo>
                  <a:lnTo>
                    <a:pt x="1219851" y="1638102"/>
                  </a:lnTo>
                  <a:lnTo>
                    <a:pt x="1219867" y="1638120"/>
                  </a:lnTo>
                  <a:lnTo>
                    <a:pt x="1219875" y="1638130"/>
                  </a:lnTo>
                  <a:lnTo>
                    <a:pt x="1219882" y="1638138"/>
                  </a:lnTo>
                  <a:lnTo>
                    <a:pt x="1219896" y="1638156"/>
                  </a:lnTo>
                  <a:lnTo>
                    <a:pt x="1219908" y="1638174"/>
                  </a:lnTo>
                  <a:lnTo>
                    <a:pt x="1219919" y="1638192"/>
                  </a:lnTo>
                  <a:lnTo>
                    <a:pt x="1219924" y="1638202"/>
                  </a:lnTo>
                  <a:lnTo>
                    <a:pt x="1219929" y="1638208"/>
                  </a:lnTo>
                  <a:lnTo>
                    <a:pt x="1219939" y="1638229"/>
                  </a:lnTo>
                  <a:lnTo>
                    <a:pt x="1219951" y="1638247"/>
                  </a:lnTo>
                  <a:lnTo>
                    <a:pt x="1219958" y="1638266"/>
                  </a:lnTo>
                  <a:lnTo>
                    <a:pt x="1219961" y="1638283"/>
                  </a:lnTo>
                  <a:lnTo>
                    <a:pt x="1219972" y="1638315"/>
                  </a:lnTo>
                  <a:lnTo>
                    <a:pt x="1219974" y="1638330"/>
                  </a:lnTo>
                  <a:lnTo>
                    <a:pt x="1219968" y="1638339"/>
                  </a:lnTo>
                  <a:lnTo>
                    <a:pt x="1219962" y="1638345"/>
                  </a:lnTo>
                  <a:lnTo>
                    <a:pt x="1219935" y="1638366"/>
                  </a:lnTo>
                  <a:lnTo>
                    <a:pt x="1219918" y="1638375"/>
                  </a:lnTo>
                  <a:lnTo>
                    <a:pt x="1219900" y="1638384"/>
                  </a:lnTo>
                  <a:lnTo>
                    <a:pt x="1219883" y="1638391"/>
                  </a:lnTo>
                  <a:lnTo>
                    <a:pt x="1219865" y="1638398"/>
                  </a:lnTo>
                  <a:lnTo>
                    <a:pt x="1219847" y="1638405"/>
                  </a:lnTo>
                  <a:lnTo>
                    <a:pt x="1219838" y="1638412"/>
                  </a:lnTo>
                  <a:lnTo>
                    <a:pt x="1219831" y="1638421"/>
                  </a:lnTo>
                  <a:lnTo>
                    <a:pt x="1219825" y="1638426"/>
                  </a:lnTo>
                  <a:lnTo>
                    <a:pt x="1219794" y="1638453"/>
                  </a:lnTo>
                  <a:lnTo>
                    <a:pt x="1219775" y="1638469"/>
                  </a:lnTo>
                  <a:lnTo>
                    <a:pt x="1219738" y="1638490"/>
                  </a:lnTo>
                  <a:lnTo>
                    <a:pt x="1219694" y="1638509"/>
                  </a:lnTo>
                  <a:lnTo>
                    <a:pt x="1219673" y="1638515"/>
                  </a:lnTo>
                  <a:lnTo>
                    <a:pt x="1219658" y="1638519"/>
                  </a:lnTo>
                  <a:lnTo>
                    <a:pt x="1219618" y="1638518"/>
                  </a:lnTo>
                  <a:lnTo>
                    <a:pt x="1219548" y="1638512"/>
                  </a:lnTo>
                  <a:lnTo>
                    <a:pt x="1219518" y="1638509"/>
                  </a:lnTo>
                  <a:lnTo>
                    <a:pt x="1219501" y="1638507"/>
                  </a:lnTo>
                  <a:lnTo>
                    <a:pt x="1219470" y="1638503"/>
                  </a:lnTo>
                  <a:lnTo>
                    <a:pt x="1219448" y="1638503"/>
                  </a:lnTo>
                  <a:lnTo>
                    <a:pt x="1219424" y="1638504"/>
                  </a:lnTo>
                  <a:lnTo>
                    <a:pt x="1219403" y="1638514"/>
                  </a:lnTo>
                  <a:lnTo>
                    <a:pt x="1219385" y="1638524"/>
                  </a:lnTo>
                  <a:lnTo>
                    <a:pt x="1219370" y="1638538"/>
                  </a:lnTo>
                  <a:lnTo>
                    <a:pt x="1219348" y="1638546"/>
                  </a:lnTo>
                  <a:lnTo>
                    <a:pt x="1219323" y="1638555"/>
                  </a:lnTo>
                  <a:lnTo>
                    <a:pt x="1219316" y="1638555"/>
                  </a:lnTo>
                  <a:lnTo>
                    <a:pt x="1219300" y="1638552"/>
                  </a:lnTo>
                  <a:lnTo>
                    <a:pt x="1219290" y="1638547"/>
                  </a:lnTo>
                  <a:lnTo>
                    <a:pt x="1219281" y="1638539"/>
                  </a:lnTo>
                  <a:lnTo>
                    <a:pt x="1219265" y="1638522"/>
                  </a:lnTo>
                  <a:lnTo>
                    <a:pt x="1219256" y="1638514"/>
                  </a:lnTo>
                  <a:lnTo>
                    <a:pt x="1219248" y="1638508"/>
                  </a:lnTo>
                  <a:lnTo>
                    <a:pt x="1219242" y="1638505"/>
                  </a:lnTo>
                  <a:lnTo>
                    <a:pt x="1219233" y="1638503"/>
                  </a:lnTo>
                  <a:lnTo>
                    <a:pt x="1219221" y="1638502"/>
                  </a:lnTo>
                  <a:lnTo>
                    <a:pt x="1219213" y="1638505"/>
                  </a:lnTo>
                  <a:lnTo>
                    <a:pt x="1219203" y="1638505"/>
                  </a:lnTo>
                  <a:lnTo>
                    <a:pt x="1219195" y="1638507"/>
                  </a:lnTo>
                  <a:lnTo>
                    <a:pt x="1219184" y="1638510"/>
                  </a:lnTo>
                  <a:lnTo>
                    <a:pt x="1219178" y="1638510"/>
                  </a:lnTo>
                  <a:lnTo>
                    <a:pt x="1219166" y="1638512"/>
                  </a:lnTo>
                  <a:lnTo>
                    <a:pt x="1219160" y="1638510"/>
                  </a:lnTo>
                  <a:lnTo>
                    <a:pt x="1219151" y="1638510"/>
                  </a:lnTo>
                  <a:lnTo>
                    <a:pt x="1219142" y="1638508"/>
                  </a:lnTo>
                  <a:lnTo>
                    <a:pt x="1219132" y="1638507"/>
                  </a:lnTo>
                  <a:lnTo>
                    <a:pt x="1219125" y="1638503"/>
                  </a:lnTo>
                  <a:lnTo>
                    <a:pt x="1219107" y="1638497"/>
                  </a:lnTo>
                  <a:lnTo>
                    <a:pt x="1219101" y="1638493"/>
                  </a:lnTo>
                  <a:lnTo>
                    <a:pt x="1219094" y="1638492"/>
                  </a:lnTo>
                  <a:lnTo>
                    <a:pt x="1219089" y="1638492"/>
                  </a:lnTo>
                  <a:lnTo>
                    <a:pt x="1219082" y="1638488"/>
                  </a:lnTo>
                  <a:lnTo>
                    <a:pt x="1219074" y="1638487"/>
                  </a:lnTo>
                  <a:lnTo>
                    <a:pt x="1219047" y="1638473"/>
                  </a:lnTo>
                  <a:lnTo>
                    <a:pt x="1219040" y="1638471"/>
                  </a:lnTo>
                  <a:lnTo>
                    <a:pt x="1219032" y="1638465"/>
                  </a:lnTo>
                  <a:lnTo>
                    <a:pt x="1219023" y="1638461"/>
                  </a:lnTo>
                  <a:lnTo>
                    <a:pt x="1219005" y="1638453"/>
                  </a:lnTo>
                  <a:lnTo>
                    <a:pt x="1218988" y="1638443"/>
                  </a:lnTo>
                  <a:lnTo>
                    <a:pt x="1218971" y="1638431"/>
                  </a:lnTo>
                  <a:lnTo>
                    <a:pt x="1218968" y="1638428"/>
                  </a:lnTo>
                  <a:lnTo>
                    <a:pt x="1218954" y="1638418"/>
                  </a:lnTo>
                  <a:lnTo>
                    <a:pt x="1218939" y="1638402"/>
                  </a:lnTo>
                  <a:lnTo>
                    <a:pt x="1218922" y="1638386"/>
                  </a:lnTo>
                  <a:lnTo>
                    <a:pt x="1218905" y="1638372"/>
                  </a:lnTo>
                  <a:lnTo>
                    <a:pt x="1218888" y="1638356"/>
                  </a:lnTo>
                  <a:lnTo>
                    <a:pt x="1218881" y="1638351"/>
                  </a:lnTo>
                  <a:lnTo>
                    <a:pt x="1218876" y="1638345"/>
                  </a:lnTo>
                  <a:lnTo>
                    <a:pt x="1218874" y="1638340"/>
                  </a:lnTo>
                  <a:lnTo>
                    <a:pt x="1218861" y="1638322"/>
                  </a:lnTo>
                  <a:lnTo>
                    <a:pt x="1218856" y="1638308"/>
                  </a:lnTo>
                  <a:lnTo>
                    <a:pt x="1218852" y="1638303"/>
                  </a:lnTo>
                  <a:lnTo>
                    <a:pt x="1218845" y="1638292"/>
                  </a:lnTo>
                  <a:lnTo>
                    <a:pt x="1218837" y="1638287"/>
                  </a:lnTo>
                  <a:lnTo>
                    <a:pt x="1218802" y="1638270"/>
                  </a:lnTo>
                  <a:lnTo>
                    <a:pt x="1218794" y="1638263"/>
                  </a:lnTo>
                  <a:lnTo>
                    <a:pt x="1218789" y="1638255"/>
                  </a:lnTo>
                  <a:lnTo>
                    <a:pt x="1218785" y="1638242"/>
                  </a:lnTo>
                  <a:lnTo>
                    <a:pt x="1218785" y="1638235"/>
                  </a:lnTo>
                  <a:lnTo>
                    <a:pt x="1218787" y="1638209"/>
                  </a:lnTo>
                  <a:lnTo>
                    <a:pt x="1218784" y="1638192"/>
                  </a:lnTo>
                  <a:lnTo>
                    <a:pt x="1218776" y="1638173"/>
                  </a:lnTo>
                  <a:lnTo>
                    <a:pt x="1218769" y="1638157"/>
                  </a:lnTo>
                  <a:lnTo>
                    <a:pt x="1218766" y="1638146"/>
                  </a:lnTo>
                  <a:lnTo>
                    <a:pt x="1218766" y="1638136"/>
                  </a:lnTo>
                  <a:lnTo>
                    <a:pt x="1218767" y="1638118"/>
                  </a:lnTo>
                  <a:lnTo>
                    <a:pt x="1218766" y="1638099"/>
                  </a:lnTo>
                  <a:lnTo>
                    <a:pt x="1218766" y="1638081"/>
                  </a:lnTo>
                  <a:lnTo>
                    <a:pt x="1218764" y="1638062"/>
                  </a:lnTo>
                  <a:lnTo>
                    <a:pt x="1218761" y="1638044"/>
                  </a:lnTo>
                  <a:lnTo>
                    <a:pt x="1218757" y="1638025"/>
                  </a:lnTo>
                  <a:lnTo>
                    <a:pt x="1218754" y="1638009"/>
                  </a:lnTo>
                  <a:lnTo>
                    <a:pt x="1218746" y="1637977"/>
                  </a:lnTo>
                  <a:lnTo>
                    <a:pt x="1218729" y="1637964"/>
                  </a:lnTo>
                  <a:lnTo>
                    <a:pt x="1218722" y="1637961"/>
                  </a:lnTo>
                  <a:lnTo>
                    <a:pt x="1218711" y="1637957"/>
                  </a:lnTo>
                  <a:lnTo>
                    <a:pt x="1218704" y="1637952"/>
                  </a:lnTo>
                  <a:lnTo>
                    <a:pt x="1218687" y="1637946"/>
                  </a:lnTo>
                  <a:lnTo>
                    <a:pt x="1218671" y="1637937"/>
                  </a:lnTo>
                  <a:lnTo>
                    <a:pt x="1218656" y="1637925"/>
                  </a:lnTo>
                  <a:lnTo>
                    <a:pt x="1218652" y="1637920"/>
                  </a:lnTo>
                  <a:lnTo>
                    <a:pt x="1218635" y="1637904"/>
                  </a:lnTo>
                  <a:lnTo>
                    <a:pt x="1218619" y="1637888"/>
                  </a:lnTo>
                  <a:lnTo>
                    <a:pt x="1218604" y="1637872"/>
                  </a:lnTo>
                  <a:lnTo>
                    <a:pt x="1218587" y="1637856"/>
                  </a:lnTo>
                  <a:lnTo>
                    <a:pt x="1218582" y="1637851"/>
                  </a:lnTo>
                  <a:lnTo>
                    <a:pt x="1218575" y="1637847"/>
                  </a:lnTo>
                  <a:lnTo>
                    <a:pt x="1218565" y="1637849"/>
                  </a:lnTo>
                  <a:lnTo>
                    <a:pt x="1218512" y="1637851"/>
                  </a:lnTo>
                  <a:lnTo>
                    <a:pt x="1218494" y="1637853"/>
                  </a:lnTo>
                  <a:lnTo>
                    <a:pt x="1218476" y="1637855"/>
                  </a:lnTo>
                  <a:lnTo>
                    <a:pt x="1218467" y="1637855"/>
                  </a:lnTo>
                  <a:lnTo>
                    <a:pt x="1218459" y="1637852"/>
                  </a:lnTo>
                  <a:lnTo>
                    <a:pt x="1218441" y="1637853"/>
                  </a:lnTo>
                  <a:lnTo>
                    <a:pt x="1218426" y="1637855"/>
                  </a:lnTo>
                  <a:lnTo>
                    <a:pt x="1218411" y="1637861"/>
                  </a:lnTo>
                  <a:lnTo>
                    <a:pt x="1218406" y="1637864"/>
                  </a:lnTo>
                  <a:lnTo>
                    <a:pt x="1218389" y="1637873"/>
                  </a:lnTo>
                  <a:lnTo>
                    <a:pt x="1218372" y="1637885"/>
                  </a:lnTo>
                  <a:lnTo>
                    <a:pt x="1218334" y="1637910"/>
                  </a:lnTo>
                  <a:lnTo>
                    <a:pt x="1218317" y="1637921"/>
                  </a:lnTo>
                  <a:lnTo>
                    <a:pt x="1218312" y="1637925"/>
                  </a:lnTo>
                  <a:lnTo>
                    <a:pt x="1218299" y="1637929"/>
                  </a:lnTo>
                  <a:lnTo>
                    <a:pt x="1218280" y="1637936"/>
                  </a:lnTo>
                  <a:lnTo>
                    <a:pt x="1218264" y="1637938"/>
                  </a:lnTo>
                  <a:lnTo>
                    <a:pt x="1218229" y="1637946"/>
                  </a:lnTo>
                  <a:lnTo>
                    <a:pt x="1218211" y="1637948"/>
                  </a:lnTo>
                  <a:lnTo>
                    <a:pt x="1218193" y="1637954"/>
                  </a:lnTo>
                  <a:lnTo>
                    <a:pt x="1218175" y="1637960"/>
                  </a:lnTo>
                  <a:lnTo>
                    <a:pt x="1218158" y="1637960"/>
                  </a:lnTo>
                  <a:lnTo>
                    <a:pt x="1218141" y="1637959"/>
                  </a:lnTo>
                  <a:lnTo>
                    <a:pt x="1218130" y="1637955"/>
                  </a:lnTo>
                  <a:lnTo>
                    <a:pt x="1218078" y="1637956"/>
                  </a:lnTo>
                  <a:lnTo>
                    <a:pt x="1218061" y="1637962"/>
                  </a:lnTo>
                  <a:lnTo>
                    <a:pt x="1218048" y="1637966"/>
                  </a:lnTo>
                  <a:lnTo>
                    <a:pt x="1218043" y="1637970"/>
                  </a:lnTo>
                  <a:lnTo>
                    <a:pt x="1218034" y="1637981"/>
                  </a:lnTo>
                  <a:lnTo>
                    <a:pt x="1217997" y="1637966"/>
                  </a:lnTo>
                  <a:lnTo>
                    <a:pt x="1217983" y="1637962"/>
                  </a:lnTo>
                  <a:lnTo>
                    <a:pt x="1217966" y="1637956"/>
                  </a:lnTo>
                  <a:lnTo>
                    <a:pt x="1217948" y="1637955"/>
                  </a:lnTo>
                  <a:lnTo>
                    <a:pt x="1217935" y="1637956"/>
                  </a:lnTo>
                  <a:lnTo>
                    <a:pt x="1217930" y="1637958"/>
                  </a:lnTo>
                  <a:lnTo>
                    <a:pt x="1217913" y="1637962"/>
                  </a:lnTo>
                  <a:lnTo>
                    <a:pt x="1217907" y="1637965"/>
                  </a:lnTo>
                  <a:lnTo>
                    <a:pt x="1217895" y="1637965"/>
                  </a:lnTo>
                  <a:lnTo>
                    <a:pt x="1217878" y="1637962"/>
                  </a:lnTo>
                  <a:lnTo>
                    <a:pt x="1217860" y="1637953"/>
                  </a:lnTo>
                  <a:lnTo>
                    <a:pt x="1217825" y="1637939"/>
                  </a:lnTo>
                  <a:lnTo>
                    <a:pt x="1217789" y="1637926"/>
                  </a:lnTo>
                  <a:lnTo>
                    <a:pt x="1217770" y="1637921"/>
                  </a:lnTo>
                  <a:lnTo>
                    <a:pt x="1217754" y="1637918"/>
                  </a:lnTo>
                  <a:lnTo>
                    <a:pt x="1217737" y="1637913"/>
                  </a:lnTo>
                  <a:lnTo>
                    <a:pt x="1217719" y="1637908"/>
                  </a:lnTo>
                  <a:lnTo>
                    <a:pt x="1217702" y="1637898"/>
                  </a:lnTo>
                  <a:lnTo>
                    <a:pt x="1217684" y="1637884"/>
                  </a:lnTo>
                  <a:lnTo>
                    <a:pt x="1217678" y="1637878"/>
                  </a:lnTo>
                  <a:lnTo>
                    <a:pt x="1217671" y="1637866"/>
                  </a:lnTo>
                  <a:lnTo>
                    <a:pt x="1217663" y="1637847"/>
                  </a:lnTo>
                  <a:lnTo>
                    <a:pt x="1217656" y="1637829"/>
                  </a:lnTo>
                  <a:lnTo>
                    <a:pt x="1217648" y="1637810"/>
                  </a:lnTo>
                  <a:lnTo>
                    <a:pt x="1217639" y="1637792"/>
                  </a:lnTo>
                  <a:lnTo>
                    <a:pt x="1217630" y="1637773"/>
                  </a:lnTo>
                  <a:lnTo>
                    <a:pt x="1217621" y="1637755"/>
                  </a:lnTo>
                  <a:lnTo>
                    <a:pt x="1217611" y="1637736"/>
                  </a:lnTo>
                  <a:lnTo>
                    <a:pt x="1217594" y="1637705"/>
                  </a:lnTo>
                  <a:lnTo>
                    <a:pt x="1217556" y="1637682"/>
                  </a:lnTo>
                  <a:lnTo>
                    <a:pt x="1217521" y="1637669"/>
                  </a:lnTo>
                  <a:lnTo>
                    <a:pt x="1217504" y="1637662"/>
                  </a:lnTo>
                  <a:lnTo>
                    <a:pt x="1217486" y="1637651"/>
                  </a:lnTo>
                  <a:lnTo>
                    <a:pt x="1217471" y="1637636"/>
                  </a:lnTo>
                  <a:lnTo>
                    <a:pt x="1217457" y="1637619"/>
                  </a:lnTo>
                  <a:lnTo>
                    <a:pt x="1217439" y="1637601"/>
                  </a:lnTo>
                  <a:lnTo>
                    <a:pt x="1217430" y="1637595"/>
                  </a:lnTo>
                  <a:lnTo>
                    <a:pt x="1217422" y="1637593"/>
                  </a:lnTo>
                  <a:lnTo>
                    <a:pt x="1217402" y="1637585"/>
                  </a:lnTo>
                  <a:lnTo>
                    <a:pt x="1217393" y="1637579"/>
                  </a:lnTo>
                  <a:lnTo>
                    <a:pt x="1217387" y="1637572"/>
                  </a:lnTo>
                  <a:lnTo>
                    <a:pt x="1217374" y="1637555"/>
                  </a:lnTo>
                  <a:lnTo>
                    <a:pt x="1217357" y="1637537"/>
                  </a:lnTo>
                  <a:lnTo>
                    <a:pt x="1217328" y="1637513"/>
                  </a:lnTo>
                  <a:lnTo>
                    <a:pt x="1217330" y="1637463"/>
                  </a:lnTo>
                  <a:lnTo>
                    <a:pt x="1217329" y="1637445"/>
                  </a:lnTo>
                  <a:lnTo>
                    <a:pt x="1217329" y="1637426"/>
                  </a:lnTo>
                  <a:lnTo>
                    <a:pt x="1217334" y="1637390"/>
                  </a:lnTo>
                  <a:lnTo>
                    <a:pt x="1217334" y="1637371"/>
                  </a:lnTo>
                  <a:lnTo>
                    <a:pt x="1217335" y="1637352"/>
                  </a:lnTo>
                  <a:lnTo>
                    <a:pt x="1217336" y="1637334"/>
                  </a:lnTo>
                  <a:lnTo>
                    <a:pt x="1217336" y="1637315"/>
                  </a:lnTo>
                  <a:lnTo>
                    <a:pt x="1217335" y="1637297"/>
                  </a:lnTo>
                  <a:lnTo>
                    <a:pt x="1217334" y="1637278"/>
                  </a:lnTo>
                  <a:lnTo>
                    <a:pt x="1217333" y="1637260"/>
                  </a:lnTo>
                  <a:lnTo>
                    <a:pt x="1217331" y="1637241"/>
                  </a:lnTo>
                  <a:lnTo>
                    <a:pt x="1217328" y="1637235"/>
                  </a:lnTo>
                  <a:lnTo>
                    <a:pt x="1217328" y="1637223"/>
                  </a:lnTo>
                  <a:lnTo>
                    <a:pt x="1217322" y="1637203"/>
                  </a:lnTo>
                  <a:lnTo>
                    <a:pt x="1217319" y="1637194"/>
                  </a:lnTo>
                  <a:lnTo>
                    <a:pt x="1217311" y="1637186"/>
                  </a:lnTo>
                  <a:lnTo>
                    <a:pt x="1217293" y="1637170"/>
                  </a:lnTo>
                  <a:lnTo>
                    <a:pt x="1217277" y="1637155"/>
                  </a:lnTo>
                  <a:lnTo>
                    <a:pt x="1217258" y="1637137"/>
                  </a:lnTo>
                  <a:lnTo>
                    <a:pt x="1217250" y="1637120"/>
                  </a:lnTo>
                  <a:lnTo>
                    <a:pt x="1217242" y="1637102"/>
                  </a:lnTo>
                  <a:lnTo>
                    <a:pt x="1217231" y="1637084"/>
                  </a:lnTo>
                  <a:lnTo>
                    <a:pt x="1217225" y="1637075"/>
                  </a:lnTo>
                  <a:lnTo>
                    <a:pt x="1217224" y="1637065"/>
                  </a:lnTo>
                  <a:lnTo>
                    <a:pt x="1217222" y="1637046"/>
                  </a:lnTo>
                  <a:lnTo>
                    <a:pt x="1217222" y="1637039"/>
                  </a:lnTo>
                  <a:lnTo>
                    <a:pt x="1217218" y="1637028"/>
                  </a:lnTo>
                  <a:lnTo>
                    <a:pt x="1217210" y="1637009"/>
                  </a:lnTo>
                  <a:lnTo>
                    <a:pt x="1217202" y="1636998"/>
                  </a:lnTo>
                  <a:lnTo>
                    <a:pt x="1217193" y="1636982"/>
                  </a:lnTo>
                  <a:lnTo>
                    <a:pt x="1217179" y="1636979"/>
                  </a:lnTo>
                  <a:lnTo>
                    <a:pt x="1217163" y="1636975"/>
                  </a:lnTo>
                  <a:lnTo>
                    <a:pt x="1217155" y="1636970"/>
                  </a:lnTo>
                  <a:lnTo>
                    <a:pt x="1217152" y="1636964"/>
                  </a:lnTo>
                  <a:lnTo>
                    <a:pt x="1217151" y="1636949"/>
                  </a:lnTo>
                  <a:lnTo>
                    <a:pt x="1217151" y="1636932"/>
                  </a:lnTo>
                  <a:lnTo>
                    <a:pt x="1217122" y="1636919"/>
                  </a:lnTo>
                  <a:lnTo>
                    <a:pt x="1217108" y="1636916"/>
                  </a:lnTo>
                  <a:lnTo>
                    <a:pt x="1217081" y="1636918"/>
                  </a:lnTo>
                  <a:lnTo>
                    <a:pt x="1217053" y="1636906"/>
                  </a:lnTo>
                  <a:lnTo>
                    <a:pt x="1217024" y="1636904"/>
                  </a:lnTo>
                  <a:lnTo>
                    <a:pt x="1217001" y="1636902"/>
                  </a:lnTo>
                  <a:lnTo>
                    <a:pt x="1216978" y="1636902"/>
                  </a:lnTo>
                  <a:lnTo>
                    <a:pt x="1216965" y="1636904"/>
                  </a:lnTo>
                  <a:lnTo>
                    <a:pt x="1216953" y="1636903"/>
                  </a:lnTo>
                  <a:lnTo>
                    <a:pt x="1216948" y="1636896"/>
                  </a:lnTo>
                  <a:lnTo>
                    <a:pt x="1216940" y="1636881"/>
                  </a:lnTo>
                  <a:lnTo>
                    <a:pt x="1216934" y="1636879"/>
                  </a:lnTo>
                  <a:lnTo>
                    <a:pt x="1216920" y="1636879"/>
                  </a:lnTo>
                  <a:lnTo>
                    <a:pt x="1216912" y="1636880"/>
                  </a:lnTo>
                  <a:lnTo>
                    <a:pt x="1216908" y="1636884"/>
                  </a:lnTo>
                  <a:lnTo>
                    <a:pt x="1216905" y="1636899"/>
                  </a:lnTo>
                  <a:lnTo>
                    <a:pt x="1216902" y="1636907"/>
                  </a:lnTo>
                  <a:lnTo>
                    <a:pt x="1216894" y="1636912"/>
                  </a:lnTo>
                  <a:lnTo>
                    <a:pt x="1216880" y="1636914"/>
                  </a:lnTo>
                  <a:lnTo>
                    <a:pt x="1216864" y="1636918"/>
                  </a:lnTo>
                  <a:lnTo>
                    <a:pt x="1216859" y="1636922"/>
                  </a:lnTo>
                  <a:lnTo>
                    <a:pt x="1216856" y="1636929"/>
                  </a:lnTo>
                  <a:lnTo>
                    <a:pt x="1216855" y="1636936"/>
                  </a:lnTo>
                  <a:lnTo>
                    <a:pt x="1216849" y="1636942"/>
                  </a:lnTo>
                  <a:lnTo>
                    <a:pt x="1216848" y="1636952"/>
                  </a:lnTo>
                  <a:lnTo>
                    <a:pt x="1216848" y="1636958"/>
                  </a:lnTo>
                  <a:lnTo>
                    <a:pt x="1216850" y="1636969"/>
                  </a:lnTo>
                  <a:lnTo>
                    <a:pt x="1216846" y="1636982"/>
                  </a:lnTo>
                  <a:lnTo>
                    <a:pt x="1216844" y="1636996"/>
                  </a:lnTo>
                  <a:lnTo>
                    <a:pt x="1216837" y="1636999"/>
                  </a:lnTo>
                  <a:lnTo>
                    <a:pt x="1216819" y="1636990"/>
                  </a:lnTo>
                  <a:lnTo>
                    <a:pt x="1216809" y="1636993"/>
                  </a:lnTo>
                  <a:lnTo>
                    <a:pt x="1216790" y="1636997"/>
                  </a:lnTo>
                  <a:lnTo>
                    <a:pt x="1216755" y="1637003"/>
                  </a:lnTo>
                  <a:lnTo>
                    <a:pt x="1216745" y="1637019"/>
                  </a:lnTo>
                  <a:lnTo>
                    <a:pt x="1216732" y="1637032"/>
                  </a:lnTo>
                  <a:lnTo>
                    <a:pt x="1216724" y="1637040"/>
                  </a:lnTo>
                  <a:lnTo>
                    <a:pt x="1216716" y="1637042"/>
                  </a:lnTo>
                  <a:lnTo>
                    <a:pt x="1216696" y="1637036"/>
                  </a:lnTo>
                  <a:lnTo>
                    <a:pt x="1216682" y="1637036"/>
                  </a:lnTo>
                  <a:lnTo>
                    <a:pt x="1216676" y="1637039"/>
                  </a:lnTo>
                  <a:lnTo>
                    <a:pt x="1216663" y="1637048"/>
                  </a:lnTo>
                  <a:lnTo>
                    <a:pt x="1216654" y="1637060"/>
                  </a:lnTo>
                  <a:lnTo>
                    <a:pt x="1216648" y="1637063"/>
                  </a:lnTo>
                  <a:lnTo>
                    <a:pt x="1216638" y="1637068"/>
                  </a:lnTo>
                  <a:lnTo>
                    <a:pt x="1216630" y="1637080"/>
                  </a:lnTo>
                  <a:lnTo>
                    <a:pt x="1216620" y="1637097"/>
                  </a:lnTo>
                  <a:lnTo>
                    <a:pt x="1216610" y="1637108"/>
                  </a:lnTo>
                  <a:lnTo>
                    <a:pt x="1216603" y="1637112"/>
                  </a:lnTo>
                  <a:lnTo>
                    <a:pt x="1216587" y="1637116"/>
                  </a:lnTo>
                  <a:lnTo>
                    <a:pt x="1216570" y="1637122"/>
                  </a:lnTo>
                  <a:lnTo>
                    <a:pt x="1216561" y="1637126"/>
                  </a:lnTo>
                  <a:lnTo>
                    <a:pt x="1216552" y="1637133"/>
                  </a:lnTo>
                  <a:lnTo>
                    <a:pt x="1216539" y="1637151"/>
                  </a:lnTo>
                  <a:lnTo>
                    <a:pt x="1216529" y="1637168"/>
                  </a:lnTo>
                  <a:lnTo>
                    <a:pt x="1216523" y="1637188"/>
                  </a:lnTo>
                  <a:lnTo>
                    <a:pt x="1216514" y="1637205"/>
                  </a:lnTo>
                  <a:lnTo>
                    <a:pt x="1216498" y="1637221"/>
                  </a:lnTo>
                  <a:lnTo>
                    <a:pt x="1216487" y="1637241"/>
                  </a:lnTo>
                  <a:lnTo>
                    <a:pt x="1216480" y="1637260"/>
                  </a:lnTo>
                  <a:lnTo>
                    <a:pt x="1216469" y="1637280"/>
                  </a:lnTo>
                  <a:lnTo>
                    <a:pt x="1216461" y="1637289"/>
                  </a:lnTo>
                  <a:lnTo>
                    <a:pt x="1216454" y="1637292"/>
                  </a:lnTo>
                  <a:lnTo>
                    <a:pt x="1216440" y="1637298"/>
                  </a:lnTo>
                  <a:lnTo>
                    <a:pt x="1216433" y="1637293"/>
                  </a:lnTo>
                  <a:lnTo>
                    <a:pt x="1216423" y="1637289"/>
                  </a:lnTo>
                  <a:lnTo>
                    <a:pt x="1216405" y="1637279"/>
                  </a:lnTo>
                  <a:lnTo>
                    <a:pt x="1216387" y="1637268"/>
                  </a:lnTo>
                  <a:lnTo>
                    <a:pt x="1216370" y="1637254"/>
                  </a:lnTo>
                  <a:lnTo>
                    <a:pt x="1216352" y="1637240"/>
                  </a:lnTo>
                  <a:lnTo>
                    <a:pt x="1216335" y="1637229"/>
                  </a:lnTo>
                  <a:lnTo>
                    <a:pt x="1216317" y="1637217"/>
                  </a:lnTo>
                  <a:lnTo>
                    <a:pt x="1216300" y="1637207"/>
                  </a:lnTo>
                  <a:lnTo>
                    <a:pt x="1216264" y="1637177"/>
                  </a:lnTo>
                  <a:lnTo>
                    <a:pt x="1216247" y="1637161"/>
                  </a:lnTo>
                  <a:lnTo>
                    <a:pt x="1216235" y="1637155"/>
                  </a:lnTo>
                  <a:lnTo>
                    <a:pt x="1216230" y="1637150"/>
                  </a:lnTo>
                  <a:lnTo>
                    <a:pt x="1216221" y="1637144"/>
                  </a:lnTo>
                  <a:lnTo>
                    <a:pt x="1216213" y="1637141"/>
                  </a:lnTo>
                  <a:lnTo>
                    <a:pt x="1216195" y="1637139"/>
                  </a:lnTo>
                  <a:lnTo>
                    <a:pt x="1216178" y="1637139"/>
                  </a:lnTo>
                  <a:lnTo>
                    <a:pt x="1216132" y="1637142"/>
                  </a:lnTo>
                  <a:lnTo>
                    <a:pt x="1216114" y="1637147"/>
                  </a:lnTo>
                  <a:lnTo>
                    <a:pt x="1216096" y="1637152"/>
                  </a:lnTo>
                  <a:lnTo>
                    <a:pt x="1216079" y="1637157"/>
                  </a:lnTo>
                  <a:lnTo>
                    <a:pt x="1216061" y="1637161"/>
                  </a:lnTo>
                  <a:lnTo>
                    <a:pt x="1216044" y="1637161"/>
                  </a:lnTo>
                  <a:lnTo>
                    <a:pt x="1216026" y="1637158"/>
                  </a:lnTo>
                  <a:lnTo>
                    <a:pt x="1216018" y="1637156"/>
                  </a:lnTo>
                  <a:lnTo>
                    <a:pt x="1216009" y="1637156"/>
                  </a:lnTo>
                  <a:lnTo>
                    <a:pt x="1216000" y="1637152"/>
                  </a:lnTo>
                  <a:lnTo>
                    <a:pt x="1215991" y="1637151"/>
                  </a:lnTo>
                  <a:lnTo>
                    <a:pt x="1215973" y="1637149"/>
                  </a:lnTo>
                  <a:lnTo>
                    <a:pt x="1215955" y="1637147"/>
                  </a:lnTo>
                  <a:lnTo>
                    <a:pt x="1215938" y="1637147"/>
                  </a:lnTo>
                  <a:lnTo>
                    <a:pt x="1215920" y="1637146"/>
                  </a:lnTo>
                  <a:lnTo>
                    <a:pt x="1215903" y="1637149"/>
                  </a:lnTo>
                  <a:lnTo>
                    <a:pt x="1215885" y="1637155"/>
                  </a:lnTo>
                  <a:lnTo>
                    <a:pt x="1215868" y="1637157"/>
                  </a:lnTo>
                  <a:lnTo>
                    <a:pt x="1215850" y="1637158"/>
                  </a:lnTo>
                  <a:lnTo>
                    <a:pt x="1215807" y="1637166"/>
                  </a:lnTo>
                  <a:lnTo>
                    <a:pt x="1215789" y="1637171"/>
                  </a:lnTo>
                  <a:lnTo>
                    <a:pt x="1215778" y="1637175"/>
                  </a:lnTo>
                  <a:lnTo>
                    <a:pt x="1215771" y="1637175"/>
                  </a:lnTo>
                  <a:lnTo>
                    <a:pt x="1215754" y="1637176"/>
                  </a:lnTo>
                  <a:lnTo>
                    <a:pt x="1215749" y="1637174"/>
                  </a:lnTo>
                  <a:lnTo>
                    <a:pt x="1215736" y="1637173"/>
                  </a:lnTo>
                  <a:lnTo>
                    <a:pt x="1215718" y="1637166"/>
                  </a:lnTo>
                  <a:lnTo>
                    <a:pt x="1215707" y="1637159"/>
                  </a:lnTo>
                  <a:lnTo>
                    <a:pt x="1215701" y="1637153"/>
                  </a:lnTo>
                  <a:lnTo>
                    <a:pt x="1215683" y="1637137"/>
                  </a:lnTo>
                  <a:lnTo>
                    <a:pt x="1215677" y="1637130"/>
                  </a:lnTo>
                  <a:lnTo>
                    <a:pt x="1215669" y="1637128"/>
                  </a:lnTo>
                  <a:lnTo>
                    <a:pt x="1215656" y="1637123"/>
                  </a:lnTo>
                  <a:lnTo>
                    <a:pt x="1215649" y="1637123"/>
                  </a:lnTo>
                  <a:lnTo>
                    <a:pt x="1215631" y="1637122"/>
                  </a:lnTo>
                  <a:lnTo>
                    <a:pt x="1215614" y="1637126"/>
                  </a:lnTo>
                  <a:lnTo>
                    <a:pt x="1215596" y="1637128"/>
                  </a:lnTo>
                  <a:lnTo>
                    <a:pt x="1215579" y="1637128"/>
                  </a:lnTo>
                  <a:lnTo>
                    <a:pt x="1215561" y="1637132"/>
                  </a:lnTo>
                  <a:lnTo>
                    <a:pt x="1215544" y="1637133"/>
                  </a:lnTo>
                  <a:lnTo>
                    <a:pt x="1215526" y="1637133"/>
                  </a:lnTo>
                  <a:lnTo>
                    <a:pt x="1215508" y="1637130"/>
                  </a:lnTo>
                  <a:lnTo>
                    <a:pt x="1215491" y="1637124"/>
                  </a:lnTo>
                  <a:lnTo>
                    <a:pt x="1215473" y="1637117"/>
                  </a:lnTo>
                  <a:lnTo>
                    <a:pt x="1215455" y="1637111"/>
                  </a:lnTo>
                  <a:lnTo>
                    <a:pt x="1215438" y="1637107"/>
                  </a:lnTo>
                  <a:lnTo>
                    <a:pt x="1215420" y="1637103"/>
                  </a:lnTo>
                  <a:lnTo>
                    <a:pt x="1215413" y="1637098"/>
                  </a:lnTo>
                  <a:lnTo>
                    <a:pt x="1215403" y="1637095"/>
                  </a:lnTo>
                  <a:lnTo>
                    <a:pt x="1215390" y="1637090"/>
                  </a:lnTo>
                  <a:lnTo>
                    <a:pt x="1215385" y="1637086"/>
                  </a:lnTo>
                  <a:lnTo>
                    <a:pt x="1215378" y="1637084"/>
                  </a:lnTo>
                  <a:lnTo>
                    <a:pt x="1215367" y="1637076"/>
                  </a:lnTo>
                  <a:lnTo>
                    <a:pt x="1215358" y="1637071"/>
                  </a:lnTo>
                  <a:lnTo>
                    <a:pt x="1215350" y="1637070"/>
                  </a:lnTo>
                  <a:lnTo>
                    <a:pt x="1215339" y="1637072"/>
                  </a:lnTo>
                  <a:lnTo>
                    <a:pt x="1215332" y="1637077"/>
                  </a:lnTo>
                  <a:lnTo>
                    <a:pt x="1215315" y="1637088"/>
                  </a:lnTo>
                  <a:lnTo>
                    <a:pt x="1215299" y="1637097"/>
                  </a:lnTo>
                  <a:lnTo>
                    <a:pt x="1215279" y="1637111"/>
                  </a:lnTo>
                  <a:lnTo>
                    <a:pt x="1215272" y="1637114"/>
                  </a:lnTo>
                  <a:lnTo>
                    <a:pt x="1215262" y="1637124"/>
                  </a:lnTo>
                  <a:lnTo>
                    <a:pt x="1215206" y="1637165"/>
                  </a:lnTo>
                  <a:lnTo>
                    <a:pt x="1215200" y="1637175"/>
                  </a:lnTo>
                  <a:lnTo>
                    <a:pt x="1215191" y="1637182"/>
                  </a:lnTo>
                  <a:lnTo>
                    <a:pt x="1215177" y="1637177"/>
                  </a:lnTo>
                  <a:lnTo>
                    <a:pt x="1215162" y="1637161"/>
                  </a:lnTo>
                  <a:lnTo>
                    <a:pt x="1215150" y="1637161"/>
                  </a:lnTo>
                  <a:lnTo>
                    <a:pt x="1215133" y="1637167"/>
                  </a:lnTo>
                  <a:lnTo>
                    <a:pt x="1215116" y="1637181"/>
                  </a:lnTo>
                  <a:lnTo>
                    <a:pt x="1215101" y="1637198"/>
                  </a:lnTo>
                  <a:lnTo>
                    <a:pt x="1215085" y="1637214"/>
                  </a:lnTo>
                  <a:lnTo>
                    <a:pt x="1215069" y="1637227"/>
                  </a:lnTo>
                  <a:lnTo>
                    <a:pt x="1215055" y="1637229"/>
                  </a:lnTo>
                  <a:lnTo>
                    <a:pt x="1215050" y="1637226"/>
                  </a:lnTo>
                  <a:lnTo>
                    <a:pt x="1215033" y="1637219"/>
                  </a:lnTo>
                  <a:lnTo>
                    <a:pt x="1215024" y="1637214"/>
                  </a:lnTo>
                  <a:lnTo>
                    <a:pt x="1215015" y="1637211"/>
                  </a:lnTo>
                  <a:lnTo>
                    <a:pt x="1215008" y="1637208"/>
                  </a:lnTo>
                  <a:lnTo>
                    <a:pt x="1214999" y="1637205"/>
                  </a:lnTo>
                  <a:lnTo>
                    <a:pt x="1214980" y="1637200"/>
                  </a:lnTo>
                  <a:lnTo>
                    <a:pt x="1214962" y="1637200"/>
                  </a:lnTo>
                  <a:lnTo>
                    <a:pt x="1214945" y="1637201"/>
                  </a:lnTo>
                  <a:lnTo>
                    <a:pt x="1214935" y="1637201"/>
                  </a:lnTo>
                  <a:lnTo>
                    <a:pt x="1214927" y="1637204"/>
                  </a:lnTo>
                  <a:lnTo>
                    <a:pt x="1214909" y="1637204"/>
                  </a:lnTo>
                  <a:lnTo>
                    <a:pt x="1214892" y="1637201"/>
                  </a:lnTo>
                  <a:lnTo>
                    <a:pt x="1214880" y="1637197"/>
                  </a:lnTo>
                  <a:lnTo>
                    <a:pt x="1214874" y="1637192"/>
                  </a:lnTo>
                  <a:lnTo>
                    <a:pt x="1214857" y="1637180"/>
                  </a:lnTo>
                  <a:lnTo>
                    <a:pt x="1214841" y="1637173"/>
                  </a:lnTo>
                  <a:lnTo>
                    <a:pt x="1214823" y="1637165"/>
                  </a:lnTo>
                  <a:lnTo>
                    <a:pt x="1214804" y="1637159"/>
                  </a:lnTo>
                  <a:lnTo>
                    <a:pt x="1214795" y="1637155"/>
                  </a:lnTo>
                  <a:lnTo>
                    <a:pt x="1214786" y="1637151"/>
                  </a:lnTo>
                  <a:lnTo>
                    <a:pt x="1214774" y="1637144"/>
                  </a:lnTo>
                  <a:lnTo>
                    <a:pt x="1214770" y="1637140"/>
                  </a:lnTo>
                  <a:lnTo>
                    <a:pt x="1214750" y="1637124"/>
                  </a:lnTo>
                  <a:lnTo>
                    <a:pt x="1214744" y="1637117"/>
                  </a:lnTo>
                  <a:lnTo>
                    <a:pt x="1214737" y="1637114"/>
                  </a:lnTo>
                  <a:lnTo>
                    <a:pt x="1214723" y="1637117"/>
                  </a:lnTo>
                  <a:lnTo>
                    <a:pt x="1214705" y="1637124"/>
                  </a:lnTo>
                  <a:lnTo>
                    <a:pt x="1214699" y="1637128"/>
                  </a:lnTo>
                  <a:lnTo>
                    <a:pt x="1214682" y="1637130"/>
                  </a:lnTo>
                  <a:lnTo>
                    <a:pt x="1214666" y="1637126"/>
                  </a:lnTo>
                  <a:lnTo>
                    <a:pt x="1214657" y="1637116"/>
                  </a:lnTo>
                  <a:lnTo>
                    <a:pt x="1214626" y="1637080"/>
                  </a:lnTo>
                  <a:lnTo>
                    <a:pt x="1214611" y="1637070"/>
                  </a:lnTo>
                  <a:lnTo>
                    <a:pt x="1214591" y="1637071"/>
                  </a:lnTo>
                  <a:lnTo>
                    <a:pt x="1214574" y="1637073"/>
                  </a:lnTo>
                  <a:lnTo>
                    <a:pt x="1214556" y="1637070"/>
                  </a:lnTo>
                  <a:lnTo>
                    <a:pt x="1214530" y="1637060"/>
                  </a:lnTo>
                  <a:lnTo>
                    <a:pt x="1214521" y="1637058"/>
                  </a:lnTo>
                  <a:lnTo>
                    <a:pt x="1214513" y="1637053"/>
                  </a:lnTo>
                  <a:lnTo>
                    <a:pt x="1214506" y="1637048"/>
                  </a:lnTo>
                  <a:lnTo>
                    <a:pt x="1214495" y="1637044"/>
                  </a:lnTo>
                  <a:lnTo>
                    <a:pt x="1214485" y="1637044"/>
                  </a:lnTo>
                  <a:lnTo>
                    <a:pt x="1214478" y="1637047"/>
                  </a:lnTo>
                  <a:lnTo>
                    <a:pt x="1214460" y="1637049"/>
                  </a:lnTo>
                  <a:lnTo>
                    <a:pt x="1214440" y="1637048"/>
                  </a:lnTo>
                  <a:lnTo>
                    <a:pt x="1214435" y="1637049"/>
                  </a:lnTo>
                  <a:lnTo>
                    <a:pt x="1214423" y="1637055"/>
                  </a:lnTo>
                  <a:lnTo>
                    <a:pt x="1214407" y="1637064"/>
                  </a:lnTo>
                  <a:lnTo>
                    <a:pt x="1214389" y="1637068"/>
                  </a:lnTo>
                  <a:lnTo>
                    <a:pt x="1214372" y="1637069"/>
                  </a:lnTo>
                  <a:lnTo>
                    <a:pt x="1214361" y="1637074"/>
                  </a:lnTo>
                  <a:lnTo>
                    <a:pt x="1214354" y="1637080"/>
                  </a:lnTo>
                  <a:lnTo>
                    <a:pt x="1214339" y="1637098"/>
                  </a:lnTo>
                  <a:lnTo>
                    <a:pt x="1214324" y="1637116"/>
                  </a:lnTo>
                  <a:lnTo>
                    <a:pt x="1214308" y="1637129"/>
                  </a:lnTo>
                  <a:lnTo>
                    <a:pt x="1214299" y="1637134"/>
                  </a:lnTo>
                  <a:lnTo>
                    <a:pt x="1214291" y="1637135"/>
                  </a:lnTo>
                  <a:lnTo>
                    <a:pt x="1214273" y="1637135"/>
                  </a:lnTo>
                  <a:lnTo>
                    <a:pt x="1214256" y="1637139"/>
                  </a:lnTo>
                  <a:lnTo>
                    <a:pt x="1214246" y="1637141"/>
                  </a:lnTo>
                  <a:lnTo>
                    <a:pt x="1214238" y="1637146"/>
                  </a:lnTo>
                  <a:lnTo>
                    <a:pt x="1214220" y="1637159"/>
                  </a:lnTo>
                  <a:lnTo>
                    <a:pt x="1214205" y="1637176"/>
                  </a:lnTo>
                  <a:lnTo>
                    <a:pt x="1214190" y="1637190"/>
                  </a:lnTo>
                  <a:lnTo>
                    <a:pt x="1214173" y="1637198"/>
                  </a:lnTo>
                  <a:lnTo>
                    <a:pt x="1214160" y="1637199"/>
                  </a:lnTo>
                  <a:lnTo>
                    <a:pt x="1214153" y="1637197"/>
                  </a:lnTo>
                  <a:lnTo>
                    <a:pt x="1214135" y="1637189"/>
                  </a:lnTo>
                  <a:lnTo>
                    <a:pt x="1214126" y="1637187"/>
                  </a:lnTo>
                  <a:lnTo>
                    <a:pt x="1214118" y="1637189"/>
                  </a:lnTo>
                  <a:lnTo>
                    <a:pt x="1214100" y="1637196"/>
                  </a:lnTo>
                  <a:lnTo>
                    <a:pt x="1214092" y="1637196"/>
                  </a:lnTo>
                  <a:lnTo>
                    <a:pt x="1214085" y="1637192"/>
                  </a:lnTo>
                  <a:lnTo>
                    <a:pt x="1214065" y="1637178"/>
                  </a:lnTo>
                  <a:lnTo>
                    <a:pt x="1214046" y="1637169"/>
                  </a:lnTo>
                  <a:lnTo>
                    <a:pt x="1214038" y="1637171"/>
                  </a:lnTo>
                  <a:lnTo>
                    <a:pt x="1214030" y="1637175"/>
                  </a:lnTo>
                  <a:lnTo>
                    <a:pt x="1214012" y="1637185"/>
                  </a:lnTo>
                  <a:lnTo>
                    <a:pt x="1213995" y="1637197"/>
                  </a:lnTo>
                  <a:lnTo>
                    <a:pt x="1213978" y="1637209"/>
                  </a:lnTo>
                  <a:lnTo>
                    <a:pt x="1213971" y="1637214"/>
                  </a:lnTo>
                  <a:lnTo>
                    <a:pt x="1213959" y="1637219"/>
                  </a:lnTo>
                  <a:lnTo>
                    <a:pt x="1213942" y="1637223"/>
                  </a:lnTo>
                  <a:lnTo>
                    <a:pt x="1213924" y="1637230"/>
                  </a:lnTo>
                  <a:lnTo>
                    <a:pt x="1213919" y="1637232"/>
                  </a:lnTo>
                  <a:lnTo>
                    <a:pt x="1213907" y="1637242"/>
                  </a:lnTo>
                  <a:lnTo>
                    <a:pt x="1213889" y="1637256"/>
                  </a:lnTo>
                  <a:lnTo>
                    <a:pt x="1213872" y="1637272"/>
                  </a:lnTo>
                  <a:lnTo>
                    <a:pt x="1213863" y="1637279"/>
                  </a:lnTo>
                  <a:lnTo>
                    <a:pt x="1213855" y="1637283"/>
                  </a:lnTo>
                  <a:lnTo>
                    <a:pt x="1213847" y="1637287"/>
                  </a:lnTo>
                  <a:lnTo>
                    <a:pt x="1213837" y="1637288"/>
                  </a:lnTo>
                  <a:lnTo>
                    <a:pt x="1213820" y="1637290"/>
                  </a:lnTo>
                  <a:lnTo>
                    <a:pt x="1213802" y="1637292"/>
                  </a:lnTo>
                  <a:lnTo>
                    <a:pt x="1213786" y="1637297"/>
                  </a:lnTo>
                  <a:lnTo>
                    <a:pt x="1213778" y="1637305"/>
                  </a:lnTo>
                  <a:lnTo>
                    <a:pt x="1213777" y="1637315"/>
                  </a:lnTo>
                  <a:lnTo>
                    <a:pt x="1213784" y="1637333"/>
                  </a:lnTo>
                  <a:lnTo>
                    <a:pt x="1213788" y="1637346"/>
                  </a:lnTo>
                  <a:lnTo>
                    <a:pt x="1213783" y="1637352"/>
                  </a:lnTo>
                  <a:lnTo>
                    <a:pt x="1213771" y="1637357"/>
                  </a:lnTo>
                  <a:lnTo>
                    <a:pt x="1213765" y="1637357"/>
                  </a:lnTo>
                  <a:lnTo>
                    <a:pt x="1213748" y="1637359"/>
                  </a:lnTo>
                  <a:lnTo>
                    <a:pt x="1213742" y="1637363"/>
                  </a:lnTo>
                  <a:lnTo>
                    <a:pt x="1213733" y="1637364"/>
                  </a:lnTo>
                  <a:lnTo>
                    <a:pt x="1213715" y="1637373"/>
                  </a:lnTo>
                  <a:lnTo>
                    <a:pt x="1213696" y="1637390"/>
                  </a:lnTo>
                  <a:lnTo>
                    <a:pt x="1213681" y="1637408"/>
                  </a:lnTo>
                  <a:lnTo>
                    <a:pt x="1213667" y="1637427"/>
                  </a:lnTo>
                  <a:lnTo>
                    <a:pt x="1213650" y="1637445"/>
                  </a:lnTo>
                  <a:lnTo>
                    <a:pt x="1213636" y="1637460"/>
                  </a:lnTo>
                  <a:lnTo>
                    <a:pt x="1213619" y="1637472"/>
                  </a:lnTo>
                  <a:lnTo>
                    <a:pt x="1213610" y="1637479"/>
                  </a:lnTo>
                  <a:lnTo>
                    <a:pt x="1213601" y="1637479"/>
                  </a:lnTo>
                  <a:lnTo>
                    <a:pt x="1213586" y="1637461"/>
                  </a:lnTo>
                  <a:lnTo>
                    <a:pt x="1213572" y="1637444"/>
                  </a:lnTo>
                  <a:lnTo>
                    <a:pt x="1213562" y="1637434"/>
                  </a:lnTo>
                  <a:lnTo>
                    <a:pt x="1213554" y="1637432"/>
                  </a:lnTo>
                  <a:lnTo>
                    <a:pt x="1213544" y="1637428"/>
                  </a:lnTo>
                  <a:lnTo>
                    <a:pt x="1213537" y="1637428"/>
                  </a:lnTo>
                  <a:lnTo>
                    <a:pt x="1213519" y="1637422"/>
                  </a:lnTo>
                  <a:lnTo>
                    <a:pt x="1213501" y="1637418"/>
                  </a:lnTo>
                  <a:lnTo>
                    <a:pt x="1213484" y="1637417"/>
                  </a:lnTo>
                  <a:lnTo>
                    <a:pt x="1213466" y="1637421"/>
                  </a:lnTo>
                  <a:lnTo>
                    <a:pt x="1213449" y="1637428"/>
                  </a:lnTo>
                  <a:lnTo>
                    <a:pt x="1213431" y="1637434"/>
                  </a:lnTo>
                  <a:lnTo>
                    <a:pt x="1213413" y="1637440"/>
                  </a:lnTo>
                  <a:lnTo>
                    <a:pt x="1213396" y="1637446"/>
                  </a:lnTo>
                  <a:lnTo>
                    <a:pt x="1213378" y="1637454"/>
                  </a:lnTo>
                  <a:lnTo>
                    <a:pt x="1213360" y="1637460"/>
                  </a:lnTo>
                  <a:lnTo>
                    <a:pt x="1213349" y="1637462"/>
                  </a:lnTo>
                  <a:lnTo>
                    <a:pt x="1213343" y="1637461"/>
                  </a:lnTo>
                  <a:lnTo>
                    <a:pt x="1213325" y="1637460"/>
                  </a:lnTo>
                  <a:lnTo>
                    <a:pt x="1213318" y="1637460"/>
                  </a:lnTo>
                  <a:lnTo>
                    <a:pt x="1213308" y="1637456"/>
                  </a:lnTo>
                  <a:lnTo>
                    <a:pt x="1213301" y="1637454"/>
                  </a:lnTo>
                  <a:lnTo>
                    <a:pt x="1213290" y="1637446"/>
                  </a:lnTo>
                  <a:lnTo>
                    <a:pt x="1213280" y="1637434"/>
                  </a:lnTo>
                  <a:lnTo>
                    <a:pt x="1213277" y="1637428"/>
                  </a:lnTo>
                  <a:lnTo>
                    <a:pt x="1213267" y="1637409"/>
                  </a:lnTo>
                  <a:lnTo>
                    <a:pt x="1213254" y="1637391"/>
                  </a:lnTo>
                  <a:lnTo>
                    <a:pt x="1213239" y="1637374"/>
                  </a:lnTo>
                  <a:lnTo>
                    <a:pt x="1213232" y="1637365"/>
                  </a:lnTo>
                  <a:lnTo>
                    <a:pt x="1213223" y="1637357"/>
                  </a:lnTo>
                  <a:lnTo>
                    <a:pt x="1213214" y="1637350"/>
                  </a:lnTo>
                  <a:lnTo>
                    <a:pt x="1213206" y="1637346"/>
                  </a:lnTo>
                  <a:lnTo>
                    <a:pt x="1213196" y="1637345"/>
                  </a:lnTo>
                  <a:lnTo>
                    <a:pt x="1213188" y="1637341"/>
                  </a:lnTo>
                  <a:lnTo>
                    <a:pt x="1213171" y="1637334"/>
                  </a:lnTo>
                  <a:lnTo>
                    <a:pt x="1213151" y="1637327"/>
                  </a:lnTo>
                  <a:lnTo>
                    <a:pt x="1213135" y="1637319"/>
                  </a:lnTo>
                  <a:lnTo>
                    <a:pt x="1213117" y="1637314"/>
                  </a:lnTo>
                  <a:lnTo>
                    <a:pt x="1213100" y="1637312"/>
                  </a:lnTo>
                  <a:lnTo>
                    <a:pt x="1213084" y="1637308"/>
                  </a:lnTo>
                  <a:lnTo>
                    <a:pt x="1213065" y="1637300"/>
                  </a:lnTo>
                  <a:lnTo>
                    <a:pt x="1213047" y="1637289"/>
                  </a:lnTo>
                  <a:lnTo>
                    <a:pt x="1213035" y="1637279"/>
                  </a:lnTo>
                  <a:lnTo>
                    <a:pt x="1213032" y="1637272"/>
                  </a:lnTo>
                  <a:lnTo>
                    <a:pt x="1213026" y="1637254"/>
                  </a:lnTo>
                  <a:lnTo>
                    <a:pt x="1213023" y="1637235"/>
                  </a:lnTo>
                  <a:lnTo>
                    <a:pt x="1213019" y="1637217"/>
                  </a:lnTo>
                  <a:lnTo>
                    <a:pt x="1213014" y="1637203"/>
                  </a:lnTo>
                  <a:lnTo>
                    <a:pt x="1213011" y="1637198"/>
                  </a:lnTo>
                  <a:lnTo>
                    <a:pt x="1213006" y="1637193"/>
                  </a:lnTo>
                  <a:lnTo>
                    <a:pt x="1212997" y="1637195"/>
                  </a:lnTo>
                  <a:lnTo>
                    <a:pt x="1212991" y="1637207"/>
                  </a:lnTo>
                  <a:lnTo>
                    <a:pt x="1212989" y="1637216"/>
                  </a:lnTo>
                  <a:lnTo>
                    <a:pt x="1212988" y="1637234"/>
                  </a:lnTo>
                  <a:lnTo>
                    <a:pt x="1212982" y="1637252"/>
                  </a:lnTo>
                  <a:lnTo>
                    <a:pt x="1212978" y="1637271"/>
                  </a:lnTo>
                  <a:lnTo>
                    <a:pt x="1212974" y="1637282"/>
                  </a:lnTo>
                  <a:lnTo>
                    <a:pt x="1212974" y="1637289"/>
                  </a:lnTo>
                  <a:lnTo>
                    <a:pt x="1212969" y="1637308"/>
                  </a:lnTo>
                  <a:lnTo>
                    <a:pt x="1212964" y="1637324"/>
                  </a:lnTo>
                  <a:lnTo>
                    <a:pt x="1212958" y="1637345"/>
                  </a:lnTo>
                  <a:lnTo>
                    <a:pt x="1212954" y="1637355"/>
                  </a:lnTo>
                  <a:lnTo>
                    <a:pt x="1212949" y="1637364"/>
                  </a:lnTo>
                  <a:lnTo>
                    <a:pt x="1212937" y="1637382"/>
                  </a:lnTo>
                  <a:lnTo>
                    <a:pt x="1212928" y="1637394"/>
                  </a:lnTo>
                  <a:lnTo>
                    <a:pt x="1212923" y="1637399"/>
                  </a:lnTo>
                  <a:lnTo>
                    <a:pt x="1212907" y="1637413"/>
                  </a:lnTo>
                  <a:lnTo>
                    <a:pt x="1212887" y="1637428"/>
                  </a:lnTo>
                  <a:lnTo>
                    <a:pt x="1212872" y="1637444"/>
                  </a:lnTo>
                  <a:lnTo>
                    <a:pt x="1212866" y="1637452"/>
                  </a:lnTo>
                  <a:lnTo>
                    <a:pt x="1212865" y="1637462"/>
                  </a:lnTo>
                  <a:lnTo>
                    <a:pt x="1212872" y="1637477"/>
                  </a:lnTo>
                  <a:lnTo>
                    <a:pt x="1212876" y="1637480"/>
                  </a:lnTo>
                  <a:lnTo>
                    <a:pt x="1212886" y="1637499"/>
                  </a:lnTo>
                  <a:lnTo>
                    <a:pt x="1212898" y="1637517"/>
                  </a:lnTo>
                  <a:lnTo>
                    <a:pt x="1212906" y="1637536"/>
                  </a:lnTo>
                  <a:lnTo>
                    <a:pt x="1212911" y="1637554"/>
                  </a:lnTo>
                  <a:lnTo>
                    <a:pt x="1212918" y="1637573"/>
                  </a:lnTo>
                  <a:lnTo>
                    <a:pt x="1212926" y="1637592"/>
                  </a:lnTo>
                  <a:lnTo>
                    <a:pt x="1212936" y="1637610"/>
                  </a:lnTo>
                  <a:lnTo>
                    <a:pt x="1212946" y="1637629"/>
                  </a:lnTo>
                  <a:lnTo>
                    <a:pt x="1212948" y="1637637"/>
                  </a:lnTo>
                  <a:lnTo>
                    <a:pt x="1212948" y="1637649"/>
                  </a:lnTo>
                  <a:lnTo>
                    <a:pt x="1212945" y="1637661"/>
                  </a:lnTo>
                  <a:lnTo>
                    <a:pt x="1212941" y="1637665"/>
                  </a:lnTo>
                  <a:lnTo>
                    <a:pt x="1212934" y="1637673"/>
                  </a:lnTo>
                  <a:lnTo>
                    <a:pt x="1212926" y="1637681"/>
                  </a:lnTo>
                  <a:lnTo>
                    <a:pt x="1212908" y="1637694"/>
                  </a:lnTo>
                  <a:lnTo>
                    <a:pt x="1212893" y="1637710"/>
                  </a:lnTo>
                  <a:lnTo>
                    <a:pt x="1212881" y="1637729"/>
                  </a:lnTo>
                  <a:lnTo>
                    <a:pt x="1212880" y="1637747"/>
                  </a:lnTo>
                  <a:lnTo>
                    <a:pt x="1212886" y="1637765"/>
                  </a:lnTo>
                  <a:lnTo>
                    <a:pt x="1212899" y="1637784"/>
                  </a:lnTo>
                  <a:lnTo>
                    <a:pt x="1212915" y="1637800"/>
                  </a:lnTo>
                  <a:lnTo>
                    <a:pt x="1212930" y="1637809"/>
                  </a:lnTo>
                  <a:lnTo>
                    <a:pt x="1212951" y="1637816"/>
                  </a:lnTo>
                  <a:lnTo>
                    <a:pt x="1212961" y="1637823"/>
                  </a:lnTo>
                  <a:lnTo>
                    <a:pt x="1212964" y="1637829"/>
                  </a:lnTo>
                  <a:lnTo>
                    <a:pt x="1212961" y="1637838"/>
                  </a:lnTo>
                  <a:lnTo>
                    <a:pt x="1212956" y="1637844"/>
                  </a:lnTo>
                  <a:lnTo>
                    <a:pt x="1212952" y="1637849"/>
                  </a:lnTo>
                  <a:lnTo>
                    <a:pt x="1212934" y="1637864"/>
                  </a:lnTo>
                  <a:lnTo>
                    <a:pt x="1212916" y="1637880"/>
                  </a:lnTo>
                  <a:lnTo>
                    <a:pt x="1212900" y="1637897"/>
                  </a:lnTo>
                  <a:lnTo>
                    <a:pt x="1212888" y="1637907"/>
                  </a:lnTo>
                  <a:lnTo>
                    <a:pt x="1212882" y="1637910"/>
                  </a:lnTo>
                  <a:lnTo>
                    <a:pt x="1212865" y="1637919"/>
                  </a:lnTo>
                  <a:lnTo>
                    <a:pt x="1212854" y="1637923"/>
                  </a:lnTo>
                  <a:lnTo>
                    <a:pt x="1212847" y="1637923"/>
                  </a:lnTo>
                  <a:lnTo>
                    <a:pt x="1212829" y="1637921"/>
                  </a:lnTo>
                  <a:lnTo>
                    <a:pt x="1212812" y="1637916"/>
                  </a:lnTo>
                  <a:lnTo>
                    <a:pt x="1212792" y="1637912"/>
                  </a:lnTo>
                  <a:lnTo>
                    <a:pt x="1212777" y="1637907"/>
                  </a:lnTo>
                  <a:lnTo>
                    <a:pt x="1212759" y="1637901"/>
                  </a:lnTo>
                  <a:lnTo>
                    <a:pt x="1212751" y="1637898"/>
                  </a:lnTo>
                  <a:lnTo>
                    <a:pt x="1212740" y="1637898"/>
                  </a:lnTo>
                  <a:lnTo>
                    <a:pt x="1212724" y="1637898"/>
                  </a:lnTo>
                  <a:lnTo>
                    <a:pt x="1212713" y="1637900"/>
                  </a:lnTo>
                  <a:lnTo>
                    <a:pt x="1212706" y="1637898"/>
                  </a:lnTo>
                  <a:lnTo>
                    <a:pt x="1212688" y="1637897"/>
                  </a:lnTo>
                  <a:lnTo>
                    <a:pt x="1212682" y="1637897"/>
                  </a:lnTo>
                  <a:lnTo>
                    <a:pt x="1212671" y="1637893"/>
                  </a:lnTo>
                  <a:lnTo>
                    <a:pt x="1212653" y="1637890"/>
                  </a:lnTo>
                  <a:lnTo>
                    <a:pt x="1212636" y="1637887"/>
                  </a:lnTo>
                  <a:lnTo>
                    <a:pt x="1212618" y="1637889"/>
                  </a:lnTo>
                  <a:lnTo>
                    <a:pt x="1212602" y="1637893"/>
                  </a:lnTo>
                  <a:lnTo>
                    <a:pt x="1212591" y="1637897"/>
                  </a:lnTo>
                  <a:lnTo>
                    <a:pt x="1212581" y="1637904"/>
                  </a:lnTo>
                  <a:lnTo>
                    <a:pt x="1212565" y="1637913"/>
                  </a:lnTo>
                  <a:lnTo>
                    <a:pt x="1212547" y="1637917"/>
                  </a:lnTo>
                  <a:lnTo>
                    <a:pt x="1212536" y="1637915"/>
                  </a:lnTo>
                  <a:lnTo>
                    <a:pt x="1212530" y="1637914"/>
                  </a:lnTo>
                  <a:lnTo>
                    <a:pt x="1212512" y="1637914"/>
                  </a:lnTo>
                  <a:lnTo>
                    <a:pt x="1212495" y="1637914"/>
                  </a:lnTo>
                  <a:lnTo>
                    <a:pt x="1212478" y="1637915"/>
                  </a:lnTo>
                  <a:lnTo>
                    <a:pt x="1212460" y="1637918"/>
                  </a:lnTo>
                  <a:lnTo>
                    <a:pt x="1212449" y="1637923"/>
                  </a:lnTo>
                  <a:lnTo>
                    <a:pt x="1212442" y="1637929"/>
                  </a:lnTo>
                  <a:lnTo>
                    <a:pt x="1212425" y="1637941"/>
                  </a:lnTo>
                  <a:lnTo>
                    <a:pt x="1212416" y="1637944"/>
                  </a:lnTo>
                  <a:lnTo>
                    <a:pt x="1212407" y="1637944"/>
                  </a:lnTo>
                  <a:lnTo>
                    <a:pt x="1212396" y="1637942"/>
                  </a:lnTo>
                  <a:lnTo>
                    <a:pt x="1212390" y="1637939"/>
                  </a:lnTo>
                  <a:lnTo>
                    <a:pt x="1212371" y="1637924"/>
                  </a:lnTo>
                  <a:lnTo>
                    <a:pt x="1212358" y="1637905"/>
                  </a:lnTo>
                  <a:lnTo>
                    <a:pt x="1212352" y="1637887"/>
                  </a:lnTo>
                  <a:lnTo>
                    <a:pt x="1212347" y="1637870"/>
                  </a:lnTo>
                  <a:lnTo>
                    <a:pt x="1212340" y="1637850"/>
                  </a:lnTo>
                  <a:lnTo>
                    <a:pt x="1212333" y="1637832"/>
                  </a:lnTo>
                  <a:lnTo>
                    <a:pt x="1212326" y="1637813"/>
                  </a:lnTo>
                  <a:lnTo>
                    <a:pt x="1212313" y="1637795"/>
                  </a:lnTo>
                  <a:lnTo>
                    <a:pt x="1212298" y="1637777"/>
                  </a:lnTo>
                  <a:lnTo>
                    <a:pt x="1212282" y="1637759"/>
                  </a:lnTo>
                  <a:lnTo>
                    <a:pt x="1212269" y="1637744"/>
                  </a:lnTo>
                  <a:lnTo>
                    <a:pt x="1212261" y="1637726"/>
                  </a:lnTo>
                  <a:lnTo>
                    <a:pt x="1212256" y="1637704"/>
                  </a:lnTo>
                  <a:lnTo>
                    <a:pt x="1212258" y="1637696"/>
                  </a:lnTo>
                  <a:lnTo>
                    <a:pt x="1212256" y="1637686"/>
                  </a:lnTo>
                  <a:lnTo>
                    <a:pt x="1212252" y="1637667"/>
                  </a:lnTo>
                  <a:lnTo>
                    <a:pt x="1212249" y="1637656"/>
                  </a:lnTo>
                  <a:lnTo>
                    <a:pt x="1212244" y="1637649"/>
                  </a:lnTo>
                  <a:lnTo>
                    <a:pt x="1212230" y="1637634"/>
                  </a:lnTo>
                  <a:lnTo>
                    <a:pt x="1212223" y="1637627"/>
                  </a:lnTo>
                  <a:lnTo>
                    <a:pt x="1212213" y="1637621"/>
                  </a:lnTo>
                  <a:lnTo>
                    <a:pt x="1212203" y="1637611"/>
                  </a:lnTo>
                  <a:lnTo>
                    <a:pt x="1212198" y="1637603"/>
                  </a:lnTo>
                  <a:lnTo>
                    <a:pt x="1212191" y="1637586"/>
                  </a:lnTo>
                  <a:lnTo>
                    <a:pt x="1212189" y="1637568"/>
                  </a:lnTo>
                  <a:lnTo>
                    <a:pt x="1212183" y="1637549"/>
                  </a:lnTo>
                  <a:lnTo>
                    <a:pt x="1212178" y="1637542"/>
                  </a:lnTo>
                  <a:lnTo>
                    <a:pt x="1212172" y="1637537"/>
                  </a:lnTo>
                  <a:lnTo>
                    <a:pt x="1212167" y="1637534"/>
                  </a:lnTo>
                  <a:lnTo>
                    <a:pt x="1212150" y="1637529"/>
                  </a:lnTo>
                  <a:lnTo>
                    <a:pt x="1212132" y="1637526"/>
                  </a:lnTo>
                  <a:lnTo>
                    <a:pt x="1212115" y="1637519"/>
                  </a:lnTo>
                  <a:lnTo>
                    <a:pt x="1212104" y="1637510"/>
                  </a:lnTo>
                  <a:lnTo>
                    <a:pt x="1212101" y="1637503"/>
                  </a:lnTo>
                  <a:lnTo>
                    <a:pt x="1212090" y="1637485"/>
                  </a:lnTo>
                  <a:lnTo>
                    <a:pt x="1212080" y="1637466"/>
                  </a:lnTo>
                  <a:lnTo>
                    <a:pt x="1212074" y="1637448"/>
                  </a:lnTo>
                  <a:lnTo>
                    <a:pt x="1212064" y="1637429"/>
                  </a:lnTo>
                  <a:lnTo>
                    <a:pt x="1212053" y="1637411"/>
                  </a:lnTo>
                  <a:lnTo>
                    <a:pt x="1212043" y="1637397"/>
                  </a:lnTo>
                  <a:lnTo>
                    <a:pt x="1212038" y="1637393"/>
                  </a:lnTo>
                  <a:lnTo>
                    <a:pt x="1212025" y="1637375"/>
                  </a:lnTo>
                  <a:lnTo>
                    <a:pt x="1212020" y="1637368"/>
                  </a:lnTo>
                  <a:lnTo>
                    <a:pt x="1212010" y="1637359"/>
                  </a:lnTo>
                  <a:lnTo>
                    <a:pt x="1211994" y="1637343"/>
                  </a:lnTo>
                  <a:lnTo>
                    <a:pt x="1211977" y="1637327"/>
                  </a:lnTo>
                  <a:lnTo>
                    <a:pt x="1211960" y="1637310"/>
                  </a:lnTo>
                  <a:lnTo>
                    <a:pt x="1211948" y="1637291"/>
                  </a:lnTo>
                  <a:lnTo>
                    <a:pt x="1211936" y="1637273"/>
                  </a:lnTo>
                  <a:lnTo>
                    <a:pt x="1211930" y="1637263"/>
                  </a:lnTo>
                  <a:lnTo>
                    <a:pt x="1211923" y="1637256"/>
                  </a:lnTo>
                  <a:lnTo>
                    <a:pt x="1211908" y="1637251"/>
                  </a:lnTo>
                  <a:lnTo>
                    <a:pt x="1211888" y="1637255"/>
                  </a:lnTo>
                  <a:lnTo>
                    <a:pt x="1211871" y="1637262"/>
                  </a:lnTo>
                  <a:lnTo>
                    <a:pt x="1211853" y="1637267"/>
                  </a:lnTo>
                  <a:lnTo>
                    <a:pt x="1211836" y="1637268"/>
                  </a:lnTo>
                  <a:lnTo>
                    <a:pt x="1211818" y="1637267"/>
                  </a:lnTo>
                  <a:lnTo>
                    <a:pt x="1211800" y="1637260"/>
                  </a:lnTo>
                  <a:lnTo>
                    <a:pt x="1211781" y="1637254"/>
                  </a:lnTo>
                  <a:lnTo>
                    <a:pt x="1211765" y="1637251"/>
                  </a:lnTo>
                  <a:lnTo>
                    <a:pt x="1211747" y="1637247"/>
                  </a:lnTo>
                  <a:lnTo>
                    <a:pt x="1211730" y="1637246"/>
                  </a:lnTo>
                  <a:lnTo>
                    <a:pt x="1211712" y="1637247"/>
                  </a:lnTo>
                  <a:lnTo>
                    <a:pt x="1211695" y="1637246"/>
                  </a:lnTo>
                  <a:lnTo>
                    <a:pt x="1211677" y="1637246"/>
                  </a:lnTo>
                  <a:lnTo>
                    <a:pt x="1211659" y="1637244"/>
                  </a:lnTo>
                  <a:lnTo>
                    <a:pt x="1211642" y="1637243"/>
                  </a:lnTo>
                  <a:lnTo>
                    <a:pt x="1211624" y="1637241"/>
                  </a:lnTo>
                  <a:lnTo>
                    <a:pt x="1211606" y="1637241"/>
                  </a:lnTo>
                  <a:lnTo>
                    <a:pt x="1211589" y="1637238"/>
                  </a:lnTo>
                  <a:lnTo>
                    <a:pt x="1211571" y="1637234"/>
                  </a:lnTo>
                  <a:lnTo>
                    <a:pt x="1211554" y="1637227"/>
                  </a:lnTo>
                  <a:lnTo>
                    <a:pt x="1211540" y="1637214"/>
                  </a:lnTo>
                  <a:lnTo>
                    <a:pt x="1211535" y="1637203"/>
                  </a:lnTo>
                  <a:lnTo>
                    <a:pt x="1211532" y="1637194"/>
                  </a:lnTo>
                  <a:lnTo>
                    <a:pt x="1211521" y="1637178"/>
                  </a:lnTo>
                  <a:lnTo>
                    <a:pt x="1211507" y="1637171"/>
                  </a:lnTo>
                  <a:lnTo>
                    <a:pt x="1211502" y="1637168"/>
                  </a:lnTo>
                  <a:lnTo>
                    <a:pt x="1211484" y="1637160"/>
                  </a:lnTo>
                  <a:lnTo>
                    <a:pt x="1211467" y="1637152"/>
                  </a:lnTo>
                  <a:lnTo>
                    <a:pt x="1211449" y="1637144"/>
                  </a:lnTo>
                  <a:lnTo>
                    <a:pt x="1211432" y="1637138"/>
                  </a:lnTo>
                  <a:lnTo>
                    <a:pt x="1211427" y="1637134"/>
                  </a:lnTo>
                  <a:lnTo>
                    <a:pt x="1211414" y="1637129"/>
                  </a:lnTo>
                  <a:lnTo>
                    <a:pt x="1211397" y="1637125"/>
                  </a:lnTo>
                  <a:lnTo>
                    <a:pt x="1211379" y="1637118"/>
                  </a:lnTo>
                  <a:lnTo>
                    <a:pt x="1211361" y="1637112"/>
                  </a:lnTo>
                  <a:lnTo>
                    <a:pt x="1211343" y="1637109"/>
                  </a:lnTo>
                  <a:lnTo>
                    <a:pt x="1211326" y="1637107"/>
                  </a:lnTo>
                  <a:lnTo>
                    <a:pt x="1211308" y="1637101"/>
                  </a:lnTo>
                  <a:lnTo>
                    <a:pt x="1211297" y="1637098"/>
                  </a:lnTo>
                  <a:lnTo>
                    <a:pt x="1211291" y="1637095"/>
                  </a:lnTo>
                  <a:lnTo>
                    <a:pt x="1211282" y="1637093"/>
                  </a:lnTo>
                  <a:lnTo>
                    <a:pt x="1211273" y="1637086"/>
                  </a:lnTo>
                  <a:lnTo>
                    <a:pt x="1211256" y="1637074"/>
                  </a:lnTo>
                  <a:lnTo>
                    <a:pt x="1211238" y="1637061"/>
                  </a:lnTo>
                  <a:lnTo>
                    <a:pt x="1211220" y="1637049"/>
                  </a:lnTo>
                  <a:lnTo>
                    <a:pt x="1211203" y="1637038"/>
                  </a:lnTo>
                  <a:lnTo>
                    <a:pt x="1211185" y="1637031"/>
                  </a:lnTo>
                  <a:lnTo>
                    <a:pt x="1211167" y="1637024"/>
                  </a:lnTo>
                  <a:lnTo>
                    <a:pt x="1211154" y="1637020"/>
                  </a:lnTo>
                  <a:lnTo>
                    <a:pt x="1211150" y="1637016"/>
                  </a:lnTo>
                  <a:lnTo>
                    <a:pt x="1211132" y="1637006"/>
                  </a:lnTo>
                  <a:lnTo>
                    <a:pt x="1211115" y="1636991"/>
                  </a:lnTo>
                  <a:lnTo>
                    <a:pt x="1211098" y="1636976"/>
                  </a:lnTo>
                  <a:lnTo>
                    <a:pt x="1211080" y="1636962"/>
                  </a:lnTo>
                  <a:lnTo>
                    <a:pt x="1211065" y="1636953"/>
                  </a:lnTo>
                  <a:lnTo>
                    <a:pt x="1211045" y="1636946"/>
                  </a:lnTo>
                  <a:lnTo>
                    <a:pt x="1211037" y="1636940"/>
                  </a:lnTo>
                  <a:lnTo>
                    <a:pt x="1211028" y="1636938"/>
                  </a:lnTo>
                  <a:lnTo>
                    <a:pt x="1211010" y="1636931"/>
                  </a:lnTo>
                  <a:lnTo>
                    <a:pt x="1210993" y="1636923"/>
                  </a:lnTo>
                  <a:lnTo>
                    <a:pt x="1210987" y="1636920"/>
                  </a:lnTo>
                  <a:lnTo>
                    <a:pt x="1210975" y="1636917"/>
                  </a:lnTo>
                  <a:lnTo>
                    <a:pt x="1210957" y="1636911"/>
                  </a:lnTo>
                  <a:lnTo>
                    <a:pt x="1210940" y="1636903"/>
                  </a:lnTo>
                  <a:lnTo>
                    <a:pt x="1210932" y="1636900"/>
                  </a:lnTo>
                  <a:lnTo>
                    <a:pt x="1210922" y="1636899"/>
                  </a:lnTo>
                  <a:lnTo>
                    <a:pt x="1210909" y="1636894"/>
                  </a:lnTo>
                  <a:lnTo>
                    <a:pt x="1210904" y="1636894"/>
                  </a:lnTo>
                  <a:lnTo>
                    <a:pt x="1210887" y="1636887"/>
                  </a:lnTo>
                  <a:lnTo>
                    <a:pt x="1210869" y="1636882"/>
                  </a:lnTo>
                  <a:lnTo>
                    <a:pt x="1210852" y="1636879"/>
                  </a:lnTo>
                  <a:lnTo>
                    <a:pt x="1210834" y="1636874"/>
                  </a:lnTo>
                  <a:lnTo>
                    <a:pt x="1210826" y="1636871"/>
                  </a:lnTo>
                  <a:lnTo>
                    <a:pt x="1210816" y="1636866"/>
                  </a:lnTo>
                  <a:lnTo>
                    <a:pt x="1210799" y="1636853"/>
                  </a:lnTo>
                  <a:lnTo>
                    <a:pt x="1210749" y="1636825"/>
                  </a:lnTo>
                  <a:lnTo>
                    <a:pt x="1210731" y="1636818"/>
                  </a:lnTo>
                  <a:lnTo>
                    <a:pt x="1210714" y="1636813"/>
                  </a:lnTo>
                  <a:lnTo>
                    <a:pt x="1210705" y="1636810"/>
                  </a:lnTo>
                  <a:lnTo>
                    <a:pt x="1210695" y="1636810"/>
                  </a:lnTo>
                  <a:lnTo>
                    <a:pt x="1210678" y="1636809"/>
                  </a:lnTo>
                  <a:lnTo>
                    <a:pt x="1210652" y="1636806"/>
                  </a:lnTo>
                  <a:lnTo>
                    <a:pt x="1210645" y="1636804"/>
                  </a:lnTo>
                  <a:lnTo>
                    <a:pt x="1210627" y="1636798"/>
                  </a:lnTo>
                  <a:lnTo>
                    <a:pt x="1210610" y="1636790"/>
                  </a:lnTo>
                  <a:lnTo>
                    <a:pt x="1210599" y="1636781"/>
                  </a:lnTo>
                  <a:lnTo>
                    <a:pt x="1210590" y="1636773"/>
                  </a:lnTo>
                  <a:lnTo>
                    <a:pt x="1210585" y="1636765"/>
                  </a:lnTo>
                  <a:lnTo>
                    <a:pt x="1210573" y="1636747"/>
                  </a:lnTo>
                  <a:lnTo>
                    <a:pt x="1210564" y="1636729"/>
                  </a:lnTo>
                  <a:lnTo>
                    <a:pt x="1210550" y="1636711"/>
                  </a:lnTo>
                  <a:lnTo>
                    <a:pt x="1210532" y="1636695"/>
                  </a:lnTo>
                  <a:lnTo>
                    <a:pt x="1210515" y="1636680"/>
                  </a:lnTo>
                  <a:lnTo>
                    <a:pt x="1210497" y="1636667"/>
                  </a:lnTo>
                  <a:lnTo>
                    <a:pt x="1210480" y="1636654"/>
                  </a:lnTo>
                  <a:lnTo>
                    <a:pt x="1210461" y="1636638"/>
                  </a:lnTo>
                  <a:lnTo>
                    <a:pt x="1210454" y="1636634"/>
                  </a:lnTo>
                  <a:lnTo>
                    <a:pt x="1210445" y="1636629"/>
                  </a:lnTo>
                  <a:lnTo>
                    <a:pt x="1210428" y="1636627"/>
                  </a:lnTo>
                  <a:lnTo>
                    <a:pt x="1210410" y="1636624"/>
                  </a:lnTo>
                  <a:lnTo>
                    <a:pt x="1210401" y="1636622"/>
                  </a:lnTo>
                  <a:lnTo>
                    <a:pt x="1210393" y="1636619"/>
                  </a:lnTo>
                  <a:lnTo>
                    <a:pt x="1210375" y="1636612"/>
                  </a:lnTo>
                  <a:lnTo>
                    <a:pt x="1210358" y="1636606"/>
                  </a:lnTo>
                  <a:lnTo>
                    <a:pt x="1210348" y="1636604"/>
                  </a:lnTo>
                  <a:lnTo>
                    <a:pt x="1210340" y="1636599"/>
                  </a:lnTo>
                  <a:lnTo>
                    <a:pt x="1210322" y="1636592"/>
                  </a:lnTo>
                  <a:lnTo>
                    <a:pt x="1210304" y="1636583"/>
                  </a:lnTo>
                  <a:lnTo>
                    <a:pt x="1210295" y="1636578"/>
                  </a:lnTo>
                  <a:lnTo>
                    <a:pt x="1210285" y="1636576"/>
                  </a:lnTo>
                  <a:lnTo>
                    <a:pt x="1210269" y="1636576"/>
                  </a:lnTo>
                  <a:lnTo>
                    <a:pt x="1210252" y="1636576"/>
                  </a:lnTo>
                  <a:lnTo>
                    <a:pt x="1210234" y="1636575"/>
                  </a:lnTo>
                  <a:lnTo>
                    <a:pt x="1210215" y="1636568"/>
                  </a:lnTo>
                  <a:lnTo>
                    <a:pt x="1210199" y="1636557"/>
                  </a:lnTo>
                  <a:lnTo>
                    <a:pt x="1210185" y="1636539"/>
                  </a:lnTo>
                  <a:lnTo>
                    <a:pt x="1210177" y="1636526"/>
                  </a:lnTo>
                  <a:lnTo>
                    <a:pt x="1210172" y="1636521"/>
                  </a:lnTo>
                  <a:lnTo>
                    <a:pt x="1210156" y="1636504"/>
                  </a:lnTo>
                  <a:lnTo>
                    <a:pt x="1210139" y="1636488"/>
                  </a:lnTo>
                  <a:lnTo>
                    <a:pt x="1210124" y="1636469"/>
                  </a:lnTo>
                  <a:lnTo>
                    <a:pt x="1210115" y="1636462"/>
                  </a:lnTo>
                  <a:lnTo>
                    <a:pt x="1210106" y="1636459"/>
                  </a:lnTo>
                  <a:lnTo>
                    <a:pt x="1210090" y="1636463"/>
                  </a:lnTo>
                  <a:lnTo>
                    <a:pt x="1210077" y="1636474"/>
                  </a:lnTo>
                  <a:lnTo>
                    <a:pt x="1210071" y="1636477"/>
                  </a:lnTo>
                  <a:lnTo>
                    <a:pt x="1210050" y="1636471"/>
                  </a:lnTo>
                  <a:lnTo>
                    <a:pt x="1210045" y="1636467"/>
                  </a:lnTo>
                  <a:lnTo>
                    <a:pt x="1210037" y="1636459"/>
                  </a:lnTo>
                  <a:lnTo>
                    <a:pt x="1210030" y="1636450"/>
                  </a:lnTo>
                  <a:lnTo>
                    <a:pt x="1210013" y="1636432"/>
                  </a:lnTo>
                  <a:lnTo>
                    <a:pt x="1210001" y="1636415"/>
                  </a:lnTo>
                  <a:lnTo>
                    <a:pt x="1209988" y="1636397"/>
                  </a:lnTo>
                  <a:lnTo>
                    <a:pt x="1209976" y="1636378"/>
                  </a:lnTo>
                  <a:lnTo>
                    <a:pt x="1209965" y="1636361"/>
                  </a:lnTo>
                  <a:lnTo>
                    <a:pt x="1209952" y="1636343"/>
                  </a:lnTo>
                  <a:lnTo>
                    <a:pt x="1209945" y="1636334"/>
                  </a:lnTo>
                  <a:lnTo>
                    <a:pt x="1209937" y="1636327"/>
                  </a:lnTo>
                  <a:lnTo>
                    <a:pt x="1209931" y="1636322"/>
                  </a:lnTo>
                  <a:lnTo>
                    <a:pt x="1209919" y="1636318"/>
                  </a:lnTo>
                  <a:lnTo>
                    <a:pt x="1209908" y="1636316"/>
                  </a:lnTo>
                  <a:lnTo>
                    <a:pt x="1209902" y="1636320"/>
                  </a:lnTo>
                  <a:lnTo>
                    <a:pt x="1209887" y="1636329"/>
                  </a:lnTo>
                  <a:lnTo>
                    <a:pt x="1209876" y="1636332"/>
                  </a:lnTo>
                  <a:lnTo>
                    <a:pt x="1209867" y="1636332"/>
                  </a:lnTo>
                  <a:lnTo>
                    <a:pt x="1209849" y="1636327"/>
                  </a:lnTo>
                  <a:lnTo>
                    <a:pt x="1209840" y="1636326"/>
                  </a:lnTo>
                  <a:lnTo>
                    <a:pt x="1209832" y="1636322"/>
                  </a:lnTo>
                  <a:lnTo>
                    <a:pt x="1209819" y="1636318"/>
                  </a:lnTo>
                  <a:lnTo>
                    <a:pt x="1209814" y="1636314"/>
                  </a:lnTo>
                  <a:lnTo>
                    <a:pt x="1209798" y="1636305"/>
                  </a:lnTo>
                  <a:lnTo>
                    <a:pt x="1209787" y="1636295"/>
                  </a:lnTo>
                  <a:lnTo>
                    <a:pt x="1209778" y="1636292"/>
                  </a:lnTo>
                  <a:lnTo>
                    <a:pt x="1209761" y="1636277"/>
                  </a:lnTo>
                  <a:lnTo>
                    <a:pt x="1209747" y="1636261"/>
                  </a:lnTo>
                  <a:lnTo>
                    <a:pt x="1209730" y="1636250"/>
                  </a:lnTo>
                  <a:lnTo>
                    <a:pt x="1209719" y="1636244"/>
                  </a:lnTo>
                  <a:lnTo>
                    <a:pt x="1209709" y="1636236"/>
                  </a:lnTo>
                  <a:lnTo>
                    <a:pt x="1209709" y="1636229"/>
                  </a:lnTo>
                  <a:lnTo>
                    <a:pt x="1209710" y="1636219"/>
                  </a:lnTo>
                  <a:lnTo>
                    <a:pt x="1209714" y="1636210"/>
                  </a:lnTo>
                  <a:lnTo>
                    <a:pt x="1209713" y="1636201"/>
                  </a:lnTo>
                  <a:lnTo>
                    <a:pt x="1209714" y="1636182"/>
                  </a:lnTo>
                  <a:lnTo>
                    <a:pt x="1209718" y="1636165"/>
                  </a:lnTo>
                  <a:lnTo>
                    <a:pt x="1209725" y="1636157"/>
                  </a:lnTo>
                  <a:lnTo>
                    <a:pt x="1209735" y="1636155"/>
                  </a:lnTo>
                  <a:lnTo>
                    <a:pt x="1209745" y="1636153"/>
                  </a:lnTo>
                  <a:lnTo>
                    <a:pt x="1209752" y="1636145"/>
                  </a:lnTo>
                  <a:lnTo>
                    <a:pt x="1209765" y="1636128"/>
                  </a:lnTo>
                  <a:lnTo>
                    <a:pt x="1209782" y="1636110"/>
                  </a:lnTo>
                  <a:lnTo>
                    <a:pt x="1209787" y="1636103"/>
                  </a:lnTo>
                  <a:lnTo>
                    <a:pt x="1209788" y="1636094"/>
                  </a:lnTo>
                  <a:lnTo>
                    <a:pt x="1209786" y="1636080"/>
                  </a:lnTo>
                  <a:lnTo>
                    <a:pt x="1209782" y="1636073"/>
                  </a:lnTo>
                  <a:lnTo>
                    <a:pt x="1209771" y="1636055"/>
                  </a:lnTo>
                  <a:lnTo>
                    <a:pt x="1209760" y="1636036"/>
                  </a:lnTo>
                  <a:lnTo>
                    <a:pt x="1209754" y="1636018"/>
                  </a:lnTo>
                  <a:lnTo>
                    <a:pt x="1209755" y="1636000"/>
                  </a:lnTo>
                  <a:lnTo>
                    <a:pt x="1209759" y="1635983"/>
                  </a:lnTo>
                  <a:lnTo>
                    <a:pt x="1209771" y="1635963"/>
                  </a:lnTo>
                  <a:lnTo>
                    <a:pt x="1209781" y="1635944"/>
                  </a:lnTo>
                  <a:lnTo>
                    <a:pt x="1209787" y="1635925"/>
                  </a:lnTo>
                  <a:lnTo>
                    <a:pt x="1209794" y="1635907"/>
                  </a:lnTo>
                  <a:lnTo>
                    <a:pt x="1209803" y="1635888"/>
                  </a:lnTo>
                  <a:lnTo>
                    <a:pt x="1209810" y="1635876"/>
                  </a:lnTo>
                  <a:lnTo>
                    <a:pt x="1209816" y="1635870"/>
                  </a:lnTo>
                  <a:lnTo>
                    <a:pt x="1209828" y="1635852"/>
                  </a:lnTo>
                  <a:lnTo>
                    <a:pt x="1209836" y="1635833"/>
                  </a:lnTo>
                  <a:lnTo>
                    <a:pt x="1209845" y="1635815"/>
                  </a:lnTo>
                  <a:lnTo>
                    <a:pt x="1209850" y="1635796"/>
                  </a:lnTo>
                  <a:lnTo>
                    <a:pt x="1209858" y="1635778"/>
                  </a:lnTo>
                  <a:lnTo>
                    <a:pt x="1209858" y="1635759"/>
                  </a:lnTo>
                  <a:lnTo>
                    <a:pt x="1209852" y="1635740"/>
                  </a:lnTo>
                  <a:lnTo>
                    <a:pt x="1209842" y="1635722"/>
                  </a:lnTo>
                  <a:lnTo>
                    <a:pt x="1209832" y="1635704"/>
                  </a:lnTo>
                  <a:lnTo>
                    <a:pt x="1209823" y="1635685"/>
                  </a:lnTo>
                  <a:lnTo>
                    <a:pt x="1209815" y="1635667"/>
                  </a:lnTo>
                  <a:lnTo>
                    <a:pt x="1209807" y="1635648"/>
                  </a:lnTo>
                  <a:lnTo>
                    <a:pt x="1209802" y="1635632"/>
                  </a:lnTo>
                  <a:lnTo>
                    <a:pt x="1209801" y="1635621"/>
                  </a:lnTo>
                  <a:lnTo>
                    <a:pt x="1209804" y="1635609"/>
                  </a:lnTo>
                  <a:lnTo>
                    <a:pt x="1209810" y="1635593"/>
                  </a:lnTo>
                  <a:lnTo>
                    <a:pt x="1209815" y="1635584"/>
                  </a:lnTo>
                  <a:lnTo>
                    <a:pt x="1209823" y="1635575"/>
                  </a:lnTo>
                  <a:lnTo>
                    <a:pt x="1209839" y="1635558"/>
                  </a:lnTo>
                  <a:lnTo>
                    <a:pt x="1209855" y="1635541"/>
                  </a:lnTo>
                  <a:lnTo>
                    <a:pt x="1209869" y="1635522"/>
                  </a:lnTo>
                  <a:lnTo>
                    <a:pt x="1209883" y="1635504"/>
                  </a:lnTo>
                  <a:lnTo>
                    <a:pt x="1209895" y="1635486"/>
                  </a:lnTo>
                  <a:lnTo>
                    <a:pt x="1209898" y="1635481"/>
                  </a:lnTo>
                  <a:lnTo>
                    <a:pt x="1209902" y="1635467"/>
                  </a:lnTo>
                  <a:lnTo>
                    <a:pt x="1209902" y="1635448"/>
                  </a:lnTo>
                  <a:lnTo>
                    <a:pt x="1209897" y="1635430"/>
                  </a:lnTo>
                  <a:lnTo>
                    <a:pt x="1209894" y="1635420"/>
                  </a:lnTo>
                  <a:lnTo>
                    <a:pt x="1209888" y="1635411"/>
                  </a:lnTo>
                  <a:lnTo>
                    <a:pt x="1209874" y="1635393"/>
                  </a:lnTo>
                  <a:lnTo>
                    <a:pt x="1209863" y="1635374"/>
                  </a:lnTo>
                  <a:lnTo>
                    <a:pt x="1209859" y="1635356"/>
                  </a:lnTo>
                  <a:lnTo>
                    <a:pt x="1209853" y="1635338"/>
                  </a:lnTo>
                  <a:lnTo>
                    <a:pt x="1209849" y="1635319"/>
                  </a:lnTo>
                  <a:lnTo>
                    <a:pt x="1209846" y="1635310"/>
                  </a:lnTo>
                  <a:lnTo>
                    <a:pt x="1209845" y="1635301"/>
                  </a:lnTo>
                  <a:lnTo>
                    <a:pt x="1209840" y="1635282"/>
                  </a:lnTo>
                  <a:lnTo>
                    <a:pt x="1209835" y="1635264"/>
                  </a:lnTo>
                  <a:lnTo>
                    <a:pt x="1209832" y="1635245"/>
                  </a:lnTo>
                  <a:lnTo>
                    <a:pt x="1209834" y="1635226"/>
                  </a:lnTo>
                  <a:lnTo>
                    <a:pt x="1209842" y="1635208"/>
                  </a:lnTo>
                  <a:lnTo>
                    <a:pt x="1209846" y="1635189"/>
                  </a:lnTo>
                  <a:lnTo>
                    <a:pt x="1209846" y="1635178"/>
                  </a:lnTo>
                  <a:lnTo>
                    <a:pt x="1209843" y="1635171"/>
                  </a:lnTo>
                  <a:lnTo>
                    <a:pt x="1209837" y="1635153"/>
                  </a:lnTo>
                  <a:lnTo>
                    <a:pt x="1209830" y="1635139"/>
                  </a:lnTo>
                  <a:lnTo>
                    <a:pt x="1209825" y="1635134"/>
                  </a:lnTo>
                  <a:lnTo>
                    <a:pt x="1209811" y="1635116"/>
                  </a:lnTo>
                  <a:lnTo>
                    <a:pt x="1209801" y="1635097"/>
                  </a:lnTo>
                  <a:lnTo>
                    <a:pt x="1209798" y="1635079"/>
                  </a:lnTo>
                  <a:lnTo>
                    <a:pt x="1209797" y="1635056"/>
                  </a:lnTo>
                  <a:lnTo>
                    <a:pt x="1209799" y="1635048"/>
                  </a:lnTo>
                  <a:lnTo>
                    <a:pt x="1209803" y="1635031"/>
                  </a:lnTo>
                  <a:lnTo>
                    <a:pt x="1209808" y="1635022"/>
                  </a:lnTo>
                  <a:lnTo>
                    <a:pt x="1209817" y="1635018"/>
                  </a:lnTo>
                  <a:lnTo>
                    <a:pt x="1209837" y="1635017"/>
                  </a:lnTo>
                  <a:lnTo>
                    <a:pt x="1209856" y="1635016"/>
                  </a:lnTo>
                  <a:lnTo>
                    <a:pt x="1209863" y="1635015"/>
                  </a:lnTo>
                  <a:lnTo>
                    <a:pt x="1209872" y="1635011"/>
                  </a:lnTo>
                  <a:lnTo>
                    <a:pt x="1209889" y="1635004"/>
                  </a:lnTo>
                  <a:lnTo>
                    <a:pt x="1209907" y="1634996"/>
                  </a:lnTo>
                  <a:lnTo>
                    <a:pt x="1209924" y="1634989"/>
                  </a:lnTo>
                  <a:lnTo>
                    <a:pt x="1209944" y="1634981"/>
                  </a:lnTo>
                  <a:lnTo>
                    <a:pt x="1209960" y="1634974"/>
                  </a:lnTo>
                  <a:lnTo>
                    <a:pt x="1209978" y="1634966"/>
                  </a:lnTo>
                  <a:lnTo>
                    <a:pt x="1209991" y="1634961"/>
                  </a:lnTo>
                  <a:lnTo>
                    <a:pt x="1209995" y="1634958"/>
                  </a:lnTo>
                  <a:lnTo>
                    <a:pt x="1210008" y="1634944"/>
                  </a:lnTo>
                  <a:lnTo>
                    <a:pt x="1210011" y="1634924"/>
                  </a:lnTo>
                  <a:lnTo>
                    <a:pt x="1210013" y="1634905"/>
                  </a:lnTo>
                  <a:lnTo>
                    <a:pt x="1210014" y="1634894"/>
                  </a:lnTo>
                  <a:lnTo>
                    <a:pt x="1210013" y="1634886"/>
                  </a:lnTo>
                  <a:lnTo>
                    <a:pt x="1210015" y="1634868"/>
                  </a:lnTo>
                  <a:lnTo>
                    <a:pt x="1210022" y="1634860"/>
                  </a:lnTo>
                  <a:lnTo>
                    <a:pt x="1210031" y="1634854"/>
                  </a:lnTo>
                  <a:lnTo>
                    <a:pt x="1210049" y="1634852"/>
                  </a:lnTo>
                  <a:lnTo>
                    <a:pt x="1210062" y="1634851"/>
                  </a:lnTo>
                  <a:lnTo>
                    <a:pt x="1210067" y="1634848"/>
                  </a:lnTo>
                  <a:lnTo>
                    <a:pt x="1210075" y="1634847"/>
                  </a:lnTo>
                  <a:lnTo>
                    <a:pt x="1210084" y="1634842"/>
                  </a:lnTo>
                  <a:lnTo>
                    <a:pt x="1210102" y="1634832"/>
                  </a:lnTo>
                  <a:lnTo>
                    <a:pt x="1210120" y="1634816"/>
                  </a:lnTo>
                  <a:lnTo>
                    <a:pt x="1210127" y="1634797"/>
                  </a:lnTo>
                  <a:lnTo>
                    <a:pt x="1210135" y="1634782"/>
                  </a:lnTo>
                  <a:lnTo>
                    <a:pt x="1210141" y="1634769"/>
                  </a:lnTo>
                  <a:lnTo>
                    <a:pt x="1210148" y="1634760"/>
                  </a:lnTo>
                  <a:lnTo>
                    <a:pt x="1210161" y="1634742"/>
                  </a:lnTo>
                  <a:lnTo>
                    <a:pt x="1210170" y="1634730"/>
                  </a:lnTo>
                  <a:lnTo>
                    <a:pt x="1210172" y="1634724"/>
                  </a:lnTo>
                  <a:lnTo>
                    <a:pt x="1210179" y="1634704"/>
                  </a:lnTo>
                  <a:lnTo>
                    <a:pt x="1210183" y="1634693"/>
                  </a:lnTo>
                  <a:lnTo>
                    <a:pt x="1210184" y="1634685"/>
                  </a:lnTo>
                  <a:lnTo>
                    <a:pt x="1210187" y="1634676"/>
                  </a:lnTo>
                  <a:lnTo>
                    <a:pt x="1210187" y="1634668"/>
                  </a:lnTo>
                  <a:lnTo>
                    <a:pt x="1210188" y="1634650"/>
                  </a:lnTo>
                  <a:lnTo>
                    <a:pt x="1210185" y="1634631"/>
                  </a:lnTo>
                  <a:lnTo>
                    <a:pt x="1210179" y="1634612"/>
                  </a:lnTo>
                  <a:lnTo>
                    <a:pt x="1210172" y="1634594"/>
                  </a:lnTo>
                  <a:lnTo>
                    <a:pt x="1210165" y="1634576"/>
                  </a:lnTo>
                  <a:lnTo>
                    <a:pt x="1210159" y="1634557"/>
                  </a:lnTo>
                  <a:lnTo>
                    <a:pt x="1210154" y="1634539"/>
                  </a:lnTo>
                  <a:lnTo>
                    <a:pt x="1210151" y="1634520"/>
                  </a:lnTo>
                  <a:lnTo>
                    <a:pt x="1210148" y="1634502"/>
                  </a:lnTo>
                  <a:lnTo>
                    <a:pt x="1210144" y="1634483"/>
                  </a:lnTo>
                  <a:lnTo>
                    <a:pt x="1210143" y="1634465"/>
                  </a:lnTo>
                  <a:lnTo>
                    <a:pt x="1210144" y="1634446"/>
                  </a:lnTo>
                  <a:lnTo>
                    <a:pt x="1210144" y="1634428"/>
                  </a:lnTo>
                  <a:lnTo>
                    <a:pt x="1210148" y="1634409"/>
                  </a:lnTo>
                  <a:lnTo>
                    <a:pt x="1210155" y="1634394"/>
                  </a:lnTo>
                  <a:lnTo>
                    <a:pt x="1210159" y="1634391"/>
                  </a:lnTo>
                  <a:lnTo>
                    <a:pt x="1210174" y="1634375"/>
                  </a:lnTo>
                  <a:lnTo>
                    <a:pt x="1210190" y="1634360"/>
                  </a:lnTo>
                  <a:lnTo>
                    <a:pt x="1210208" y="1634343"/>
                  </a:lnTo>
                  <a:lnTo>
                    <a:pt x="1210221" y="1634324"/>
                  </a:lnTo>
                  <a:lnTo>
                    <a:pt x="1210225" y="1634317"/>
                  </a:lnTo>
                  <a:lnTo>
                    <a:pt x="1210229" y="1634306"/>
                  </a:lnTo>
                  <a:lnTo>
                    <a:pt x="1210234" y="1634287"/>
                  </a:lnTo>
                  <a:lnTo>
                    <a:pt x="1210242" y="1634269"/>
                  </a:lnTo>
                  <a:lnTo>
                    <a:pt x="1210250" y="1634250"/>
                  </a:lnTo>
                  <a:lnTo>
                    <a:pt x="1210259" y="1634229"/>
                  </a:lnTo>
                  <a:lnTo>
                    <a:pt x="1210263" y="1634223"/>
                  </a:lnTo>
                  <a:lnTo>
                    <a:pt x="1210266" y="1634213"/>
                  </a:lnTo>
                  <a:lnTo>
                    <a:pt x="1210269" y="1634195"/>
                  </a:lnTo>
                  <a:lnTo>
                    <a:pt x="1210266" y="1634182"/>
                  </a:lnTo>
                  <a:lnTo>
                    <a:pt x="1210260" y="1634176"/>
                  </a:lnTo>
                  <a:lnTo>
                    <a:pt x="1210243" y="1634159"/>
                  </a:lnTo>
                  <a:lnTo>
                    <a:pt x="1210225" y="1634144"/>
                  </a:lnTo>
                  <a:lnTo>
                    <a:pt x="1210218" y="1634138"/>
                  </a:lnTo>
                  <a:lnTo>
                    <a:pt x="1210217" y="1634127"/>
                  </a:lnTo>
                  <a:lnTo>
                    <a:pt x="1210221" y="1634121"/>
                  </a:lnTo>
                  <a:lnTo>
                    <a:pt x="1210233" y="1634111"/>
                  </a:lnTo>
                  <a:lnTo>
                    <a:pt x="1210250" y="1634097"/>
                  </a:lnTo>
                  <a:lnTo>
                    <a:pt x="1210266" y="1634079"/>
                  </a:lnTo>
                  <a:lnTo>
                    <a:pt x="1210279" y="1634061"/>
                  </a:lnTo>
                  <a:lnTo>
                    <a:pt x="1210296" y="1634043"/>
                  </a:lnTo>
                  <a:lnTo>
                    <a:pt x="1210309" y="1634025"/>
                  </a:lnTo>
                  <a:lnTo>
                    <a:pt x="1210321" y="1633996"/>
                  </a:lnTo>
                  <a:lnTo>
                    <a:pt x="1210328" y="1633979"/>
                  </a:lnTo>
                  <a:lnTo>
                    <a:pt x="1210337" y="1633958"/>
                  </a:lnTo>
                  <a:lnTo>
                    <a:pt x="1210343" y="1633949"/>
                  </a:lnTo>
                  <a:lnTo>
                    <a:pt x="1210346" y="1633942"/>
                  </a:lnTo>
                  <a:lnTo>
                    <a:pt x="1210357" y="1633924"/>
                  </a:lnTo>
                  <a:lnTo>
                    <a:pt x="1210370" y="1633905"/>
                  </a:lnTo>
                  <a:lnTo>
                    <a:pt x="1210383" y="1633887"/>
                  </a:lnTo>
                  <a:lnTo>
                    <a:pt x="1210398" y="1633868"/>
                  </a:lnTo>
                  <a:lnTo>
                    <a:pt x="1210415" y="1633851"/>
                  </a:lnTo>
                  <a:lnTo>
                    <a:pt x="1210422" y="1633846"/>
                  </a:lnTo>
                  <a:lnTo>
                    <a:pt x="1210432" y="1633842"/>
                  </a:lnTo>
                  <a:lnTo>
                    <a:pt x="1210443" y="1633832"/>
                  </a:lnTo>
                  <a:lnTo>
                    <a:pt x="1210448" y="1633825"/>
                  </a:lnTo>
                  <a:lnTo>
                    <a:pt x="1210450" y="1633811"/>
                  </a:lnTo>
                  <a:lnTo>
                    <a:pt x="1210449" y="1633801"/>
                  </a:lnTo>
                  <a:lnTo>
                    <a:pt x="1210449" y="1633790"/>
                  </a:lnTo>
                  <a:lnTo>
                    <a:pt x="1210449" y="1633783"/>
                  </a:lnTo>
                  <a:lnTo>
                    <a:pt x="1210449" y="1633774"/>
                  </a:lnTo>
                  <a:lnTo>
                    <a:pt x="1210440" y="1633758"/>
                  </a:lnTo>
                  <a:lnTo>
                    <a:pt x="1210429" y="1633752"/>
                  </a:lnTo>
                  <a:lnTo>
                    <a:pt x="1210422" y="1633732"/>
                  </a:lnTo>
                  <a:lnTo>
                    <a:pt x="1210418" y="1633714"/>
                  </a:lnTo>
                  <a:lnTo>
                    <a:pt x="1210416" y="1633696"/>
                  </a:lnTo>
                  <a:lnTo>
                    <a:pt x="1210416" y="1633677"/>
                  </a:lnTo>
                  <a:lnTo>
                    <a:pt x="1210414" y="1633659"/>
                  </a:lnTo>
                  <a:lnTo>
                    <a:pt x="1210408" y="1633639"/>
                  </a:lnTo>
                  <a:lnTo>
                    <a:pt x="1210396" y="1633622"/>
                  </a:lnTo>
                  <a:lnTo>
                    <a:pt x="1210383" y="1633609"/>
                  </a:lnTo>
                  <a:lnTo>
                    <a:pt x="1210366" y="1633604"/>
                  </a:lnTo>
                  <a:lnTo>
                    <a:pt x="1210358" y="1633603"/>
                  </a:lnTo>
                  <a:lnTo>
                    <a:pt x="1210353" y="1633607"/>
                  </a:lnTo>
                  <a:lnTo>
                    <a:pt x="1210353" y="1633614"/>
                  </a:lnTo>
                  <a:lnTo>
                    <a:pt x="1210351" y="1633629"/>
                  </a:lnTo>
                  <a:lnTo>
                    <a:pt x="1210350" y="1633639"/>
                  </a:lnTo>
                  <a:lnTo>
                    <a:pt x="1210348" y="1633657"/>
                  </a:lnTo>
                  <a:lnTo>
                    <a:pt x="1210342" y="1633676"/>
                  </a:lnTo>
                  <a:lnTo>
                    <a:pt x="1210333" y="1633694"/>
                  </a:lnTo>
                  <a:lnTo>
                    <a:pt x="1210315" y="1633710"/>
                  </a:lnTo>
                  <a:lnTo>
                    <a:pt x="1210305" y="1633716"/>
                  </a:lnTo>
                  <a:lnTo>
                    <a:pt x="1210299" y="1633724"/>
                  </a:lnTo>
                  <a:lnTo>
                    <a:pt x="1210284" y="1633742"/>
                  </a:lnTo>
                  <a:lnTo>
                    <a:pt x="1210275" y="1633761"/>
                  </a:lnTo>
                  <a:lnTo>
                    <a:pt x="1210266" y="1633779"/>
                  </a:lnTo>
                  <a:lnTo>
                    <a:pt x="1210253" y="1633798"/>
                  </a:lnTo>
                  <a:lnTo>
                    <a:pt x="1210238" y="1633815"/>
                  </a:lnTo>
                  <a:lnTo>
                    <a:pt x="1210225" y="1633831"/>
                  </a:lnTo>
                  <a:lnTo>
                    <a:pt x="1210212" y="1633849"/>
                  </a:lnTo>
                  <a:lnTo>
                    <a:pt x="1210202" y="1633865"/>
                  </a:lnTo>
                  <a:lnTo>
                    <a:pt x="1210194" y="1633887"/>
                  </a:lnTo>
                  <a:lnTo>
                    <a:pt x="1210190" y="1633895"/>
                  </a:lnTo>
                  <a:lnTo>
                    <a:pt x="1210183" y="1633903"/>
                  </a:lnTo>
                  <a:lnTo>
                    <a:pt x="1210177" y="1633910"/>
                  </a:lnTo>
                  <a:lnTo>
                    <a:pt x="1210166" y="1633919"/>
                  </a:lnTo>
                  <a:lnTo>
                    <a:pt x="1210155" y="1633933"/>
                  </a:lnTo>
                  <a:lnTo>
                    <a:pt x="1210135" y="1633949"/>
                  </a:lnTo>
                  <a:lnTo>
                    <a:pt x="1210115" y="1633964"/>
                  </a:lnTo>
                  <a:lnTo>
                    <a:pt x="1210110" y="1633967"/>
                  </a:lnTo>
                  <a:lnTo>
                    <a:pt x="1210091" y="1633985"/>
                  </a:lnTo>
                  <a:lnTo>
                    <a:pt x="1210074" y="1633991"/>
                  </a:lnTo>
                  <a:lnTo>
                    <a:pt x="1210057" y="1633992"/>
                  </a:lnTo>
                  <a:lnTo>
                    <a:pt x="1210047" y="1633986"/>
                  </a:lnTo>
                  <a:lnTo>
                    <a:pt x="1210039" y="1633985"/>
                  </a:lnTo>
                  <a:lnTo>
                    <a:pt x="1210034" y="1633983"/>
                  </a:lnTo>
                  <a:lnTo>
                    <a:pt x="1210021" y="1633981"/>
                  </a:lnTo>
                  <a:lnTo>
                    <a:pt x="1210011" y="1633978"/>
                  </a:lnTo>
                  <a:lnTo>
                    <a:pt x="1209996" y="1633978"/>
                  </a:lnTo>
                  <a:lnTo>
                    <a:pt x="1209986" y="1633981"/>
                  </a:lnTo>
                  <a:lnTo>
                    <a:pt x="1209977" y="1633983"/>
                  </a:lnTo>
                  <a:lnTo>
                    <a:pt x="1209966" y="1633988"/>
                  </a:lnTo>
                  <a:lnTo>
                    <a:pt x="1209951" y="1633997"/>
                  </a:lnTo>
                  <a:lnTo>
                    <a:pt x="1209937" y="1634016"/>
                  </a:lnTo>
                  <a:lnTo>
                    <a:pt x="1209922" y="1634034"/>
                  </a:lnTo>
                  <a:lnTo>
                    <a:pt x="1209890" y="1634069"/>
                  </a:lnTo>
                  <a:lnTo>
                    <a:pt x="1209874" y="1634084"/>
                  </a:lnTo>
                  <a:lnTo>
                    <a:pt x="1209858" y="1634093"/>
                  </a:lnTo>
                  <a:lnTo>
                    <a:pt x="1209853" y="1634096"/>
                  </a:lnTo>
                  <a:lnTo>
                    <a:pt x="1209847" y="1634097"/>
                  </a:lnTo>
                  <a:lnTo>
                    <a:pt x="1209838" y="1634096"/>
                  </a:lnTo>
                  <a:lnTo>
                    <a:pt x="1209823" y="1634086"/>
                  </a:lnTo>
                  <a:lnTo>
                    <a:pt x="1209805" y="1634072"/>
                  </a:lnTo>
                  <a:lnTo>
                    <a:pt x="1209770" y="1634050"/>
                  </a:lnTo>
                  <a:lnTo>
                    <a:pt x="1209765" y="1634047"/>
                  </a:lnTo>
                  <a:lnTo>
                    <a:pt x="1209754" y="1634042"/>
                  </a:lnTo>
                  <a:lnTo>
                    <a:pt x="1209739" y="1634037"/>
                  </a:lnTo>
                  <a:lnTo>
                    <a:pt x="1209735" y="1634033"/>
                  </a:lnTo>
                  <a:lnTo>
                    <a:pt x="1209716" y="1634028"/>
                  </a:lnTo>
                  <a:lnTo>
                    <a:pt x="1209699" y="1634029"/>
                  </a:lnTo>
                  <a:lnTo>
                    <a:pt x="1209683" y="1634045"/>
                  </a:lnTo>
                  <a:lnTo>
                    <a:pt x="1209677" y="1634049"/>
                  </a:lnTo>
                  <a:lnTo>
                    <a:pt x="1209665" y="1634052"/>
                  </a:lnTo>
                  <a:lnTo>
                    <a:pt x="1209648" y="1634040"/>
                  </a:lnTo>
                  <a:lnTo>
                    <a:pt x="1209633" y="1634022"/>
                  </a:lnTo>
                  <a:lnTo>
                    <a:pt x="1209622" y="1634004"/>
                  </a:lnTo>
                  <a:lnTo>
                    <a:pt x="1209620" y="1633997"/>
                  </a:lnTo>
                  <a:lnTo>
                    <a:pt x="1209608" y="1633984"/>
                  </a:lnTo>
                  <a:lnTo>
                    <a:pt x="1209592" y="1633975"/>
                  </a:lnTo>
                  <a:lnTo>
                    <a:pt x="1209575" y="1633975"/>
                  </a:lnTo>
                  <a:lnTo>
                    <a:pt x="1209565" y="1633975"/>
                  </a:lnTo>
                  <a:lnTo>
                    <a:pt x="1209557" y="1633978"/>
                  </a:lnTo>
                  <a:lnTo>
                    <a:pt x="1209540" y="1633986"/>
                  </a:lnTo>
                  <a:lnTo>
                    <a:pt x="1209522" y="1633999"/>
                  </a:lnTo>
                  <a:lnTo>
                    <a:pt x="1209504" y="1634012"/>
                  </a:lnTo>
                  <a:lnTo>
                    <a:pt x="1209496" y="1634017"/>
                  </a:lnTo>
                  <a:lnTo>
                    <a:pt x="1209462" y="1634031"/>
                  </a:lnTo>
                  <a:lnTo>
                    <a:pt x="1209443" y="1634040"/>
                  </a:lnTo>
                  <a:lnTo>
                    <a:pt x="1209424" y="1634049"/>
                  </a:lnTo>
                  <a:lnTo>
                    <a:pt x="1209408" y="1634053"/>
                  </a:lnTo>
                  <a:lnTo>
                    <a:pt x="1209403" y="1634055"/>
                  </a:lnTo>
                  <a:lnTo>
                    <a:pt x="1209390" y="1634056"/>
                  </a:lnTo>
                  <a:lnTo>
                    <a:pt x="1209373" y="1634065"/>
                  </a:lnTo>
                  <a:lnTo>
                    <a:pt x="1209337" y="1634097"/>
                  </a:lnTo>
                  <a:lnTo>
                    <a:pt x="1209320" y="1634111"/>
                  </a:lnTo>
                  <a:lnTo>
                    <a:pt x="1209303" y="1634124"/>
                  </a:lnTo>
                  <a:lnTo>
                    <a:pt x="1209298" y="1634131"/>
                  </a:lnTo>
                  <a:lnTo>
                    <a:pt x="1209286" y="1634138"/>
                  </a:lnTo>
                  <a:lnTo>
                    <a:pt x="1209278" y="1634144"/>
                  </a:lnTo>
                  <a:lnTo>
                    <a:pt x="1209268" y="1634148"/>
                  </a:lnTo>
                  <a:lnTo>
                    <a:pt x="1209250" y="1634158"/>
                  </a:lnTo>
                  <a:lnTo>
                    <a:pt x="1209215" y="1634177"/>
                  </a:lnTo>
                  <a:lnTo>
                    <a:pt x="1209207" y="1634180"/>
                  </a:lnTo>
                  <a:lnTo>
                    <a:pt x="1209198" y="1634186"/>
                  </a:lnTo>
                  <a:lnTo>
                    <a:pt x="1209193" y="1634192"/>
                  </a:lnTo>
                  <a:lnTo>
                    <a:pt x="1209188" y="1634196"/>
                  </a:lnTo>
                  <a:lnTo>
                    <a:pt x="1209181" y="1634197"/>
                  </a:lnTo>
                  <a:lnTo>
                    <a:pt x="1209163" y="1634206"/>
                  </a:lnTo>
                  <a:lnTo>
                    <a:pt x="1209146" y="1634212"/>
                  </a:lnTo>
                  <a:lnTo>
                    <a:pt x="1209128" y="1634216"/>
                  </a:lnTo>
                  <a:lnTo>
                    <a:pt x="1209111" y="1634222"/>
                  </a:lnTo>
                  <a:lnTo>
                    <a:pt x="1209093" y="1634224"/>
                  </a:lnTo>
                  <a:lnTo>
                    <a:pt x="1209080" y="1634229"/>
                  </a:lnTo>
                  <a:lnTo>
                    <a:pt x="1209063" y="1634219"/>
                  </a:lnTo>
                  <a:lnTo>
                    <a:pt x="1209046" y="1634203"/>
                  </a:lnTo>
                  <a:lnTo>
                    <a:pt x="1209037" y="1634192"/>
                  </a:lnTo>
                  <a:lnTo>
                    <a:pt x="1209033" y="1634183"/>
                  </a:lnTo>
                  <a:lnTo>
                    <a:pt x="1209016" y="1634176"/>
                  </a:lnTo>
                  <a:lnTo>
                    <a:pt x="1208998" y="1634172"/>
                  </a:lnTo>
                  <a:lnTo>
                    <a:pt x="1208980" y="1634171"/>
                  </a:lnTo>
                  <a:lnTo>
                    <a:pt x="1208963" y="1634172"/>
                  </a:lnTo>
                  <a:lnTo>
                    <a:pt x="1208945" y="1634171"/>
                  </a:lnTo>
                  <a:lnTo>
                    <a:pt x="1208939" y="1634170"/>
                  </a:lnTo>
                  <a:lnTo>
                    <a:pt x="1208936" y="1634166"/>
                  </a:lnTo>
                  <a:lnTo>
                    <a:pt x="1208928" y="1634163"/>
                  </a:lnTo>
                  <a:lnTo>
                    <a:pt x="1208903" y="1634142"/>
                  </a:lnTo>
                  <a:lnTo>
                    <a:pt x="1208894" y="1634136"/>
                  </a:lnTo>
                  <a:lnTo>
                    <a:pt x="1208877" y="1634123"/>
                  </a:lnTo>
                  <a:lnTo>
                    <a:pt x="1208859" y="1634112"/>
                  </a:lnTo>
                  <a:lnTo>
                    <a:pt x="1208855" y="1634110"/>
                  </a:lnTo>
                  <a:lnTo>
                    <a:pt x="1208842" y="1634108"/>
                  </a:lnTo>
                  <a:lnTo>
                    <a:pt x="1208824" y="1634107"/>
                  </a:lnTo>
                  <a:lnTo>
                    <a:pt x="1208806" y="1634106"/>
                  </a:lnTo>
                  <a:lnTo>
                    <a:pt x="1208789" y="1634104"/>
                  </a:lnTo>
                  <a:lnTo>
                    <a:pt x="1208771" y="1634103"/>
                  </a:lnTo>
                  <a:lnTo>
                    <a:pt x="1208754" y="1634102"/>
                  </a:lnTo>
                  <a:lnTo>
                    <a:pt x="1208743" y="1634098"/>
                  </a:lnTo>
                  <a:lnTo>
                    <a:pt x="1208736" y="1634098"/>
                  </a:lnTo>
                  <a:lnTo>
                    <a:pt x="1208718" y="1634096"/>
                  </a:lnTo>
                  <a:lnTo>
                    <a:pt x="1208699" y="1634091"/>
                  </a:lnTo>
                  <a:lnTo>
                    <a:pt x="1208683" y="1634087"/>
                  </a:lnTo>
                  <a:lnTo>
                    <a:pt x="1208665" y="1634086"/>
                  </a:lnTo>
                  <a:lnTo>
                    <a:pt x="1208648" y="1634088"/>
                  </a:lnTo>
                  <a:lnTo>
                    <a:pt x="1208628" y="1634090"/>
                  </a:lnTo>
                  <a:lnTo>
                    <a:pt x="1208613" y="1634090"/>
                  </a:lnTo>
                  <a:lnTo>
                    <a:pt x="1208595" y="1634083"/>
                  </a:lnTo>
                  <a:lnTo>
                    <a:pt x="1208587" y="1634080"/>
                  </a:lnTo>
                  <a:lnTo>
                    <a:pt x="1208578" y="1634078"/>
                  </a:lnTo>
                  <a:lnTo>
                    <a:pt x="1208560" y="1634083"/>
                  </a:lnTo>
                  <a:lnTo>
                    <a:pt x="1208542" y="1634085"/>
                  </a:lnTo>
                  <a:lnTo>
                    <a:pt x="1208524" y="1634088"/>
                  </a:lnTo>
                  <a:lnTo>
                    <a:pt x="1208498" y="1634088"/>
                  </a:lnTo>
                  <a:lnTo>
                    <a:pt x="1208487" y="1634086"/>
                  </a:lnTo>
                  <a:lnTo>
                    <a:pt x="1208470" y="1634081"/>
                  </a:lnTo>
                  <a:lnTo>
                    <a:pt x="1208454" y="1634072"/>
                  </a:lnTo>
                  <a:lnTo>
                    <a:pt x="1208449" y="1634069"/>
                  </a:lnTo>
                  <a:lnTo>
                    <a:pt x="1208439" y="1634064"/>
                  </a:lnTo>
                  <a:lnTo>
                    <a:pt x="1208430" y="1634060"/>
                  </a:lnTo>
                  <a:lnTo>
                    <a:pt x="1208419" y="1634059"/>
                  </a:lnTo>
                  <a:lnTo>
                    <a:pt x="1208367" y="1634066"/>
                  </a:lnTo>
                  <a:lnTo>
                    <a:pt x="1208351" y="1634066"/>
                  </a:lnTo>
                  <a:lnTo>
                    <a:pt x="1208333" y="1634067"/>
                  </a:lnTo>
                  <a:lnTo>
                    <a:pt x="1208315" y="1634066"/>
                  </a:lnTo>
                  <a:lnTo>
                    <a:pt x="1208265" y="1634037"/>
                  </a:lnTo>
                  <a:lnTo>
                    <a:pt x="1208247" y="1634029"/>
                  </a:lnTo>
                  <a:lnTo>
                    <a:pt x="1208238" y="1634029"/>
                  </a:lnTo>
                  <a:lnTo>
                    <a:pt x="1208230" y="1634032"/>
                  </a:lnTo>
                  <a:lnTo>
                    <a:pt x="1208212" y="1634038"/>
                  </a:lnTo>
                  <a:lnTo>
                    <a:pt x="1208195" y="1634045"/>
                  </a:lnTo>
                  <a:lnTo>
                    <a:pt x="1208177" y="1634051"/>
                  </a:lnTo>
                  <a:lnTo>
                    <a:pt x="1208159" y="1634053"/>
                  </a:lnTo>
                  <a:lnTo>
                    <a:pt x="1208141" y="1634049"/>
                  </a:lnTo>
                  <a:lnTo>
                    <a:pt x="1208124" y="1634046"/>
                  </a:lnTo>
                  <a:lnTo>
                    <a:pt x="1208106" y="1634050"/>
                  </a:lnTo>
                  <a:lnTo>
                    <a:pt x="1208089" y="1634066"/>
                  </a:lnTo>
                  <a:lnTo>
                    <a:pt x="1208083" y="1634071"/>
                  </a:lnTo>
                  <a:lnTo>
                    <a:pt x="1208069" y="1634077"/>
                  </a:lnTo>
                  <a:lnTo>
                    <a:pt x="1208054" y="1634081"/>
                  </a:lnTo>
                  <a:lnTo>
                    <a:pt x="1208036" y="1634080"/>
                  </a:lnTo>
                  <a:lnTo>
                    <a:pt x="1208018" y="1634075"/>
                  </a:lnTo>
                  <a:lnTo>
                    <a:pt x="1208000" y="1634067"/>
                  </a:lnTo>
                  <a:lnTo>
                    <a:pt x="1207983" y="1634060"/>
                  </a:lnTo>
                  <a:lnTo>
                    <a:pt x="1207965" y="1634059"/>
                  </a:lnTo>
                  <a:lnTo>
                    <a:pt x="1207930" y="1634064"/>
                  </a:lnTo>
                  <a:lnTo>
                    <a:pt x="1207913" y="1634071"/>
                  </a:lnTo>
                  <a:lnTo>
                    <a:pt x="1207895" y="1634081"/>
                  </a:lnTo>
                  <a:lnTo>
                    <a:pt x="1207877" y="1634091"/>
                  </a:lnTo>
                  <a:lnTo>
                    <a:pt x="1207860" y="1634101"/>
                  </a:lnTo>
                  <a:lnTo>
                    <a:pt x="1207815" y="1634128"/>
                  </a:lnTo>
                  <a:lnTo>
                    <a:pt x="1207797" y="1634135"/>
                  </a:lnTo>
                  <a:lnTo>
                    <a:pt x="1207788" y="1634142"/>
                  </a:lnTo>
                  <a:lnTo>
                    <a:pt x="1207780" y="1634144"/>
                  </a:lnTo>
                  <a:lnTo>
                    <a:pt x="1207762" y="1634149"/>
                  </a:lnTo>
                  <a:lnTo>
                    <a:pt x="1207745" y="1634150"/>
                  </a:lnTo>
                  <a:lnTo>
                    <a:pt x="1207727" y="1634150"/>
                  </a:lnTo>
                  <a:lnTo>
                    <a:pt x="1207710" y="1634142"/>
                  </a:lnTo>
                  <a:lnTo>
                    <a:pt x="1207691" y="1634142"/>
                  </a:lnTo>
                  <a:lnTo>
                    <a:pt x="1207656" y="1634137"/>
                  </a:lnTo>
                  <a:lnTo>
                    <a:pt x="1207647" y="1634137"/>
                  </a:lnTo>
                  <a:lnTo>
                    <a:pt x="1207639" y="1634134"/>
                  </a:lnTo>
                  <a:lnTo>
                    <a:pt x="1207620" y="1634130"/>
                  </a:lnTo>
                  <a:lnTo>
                    <a:pt x="1207604" y="1634132"/>
                  </a:lnTo>
                  <a:lnTo>
                    <a:pt x="1207584" y="1634127"/>
                  </a:lnTo>
                  <a:lnTo>
                    <a:pt x="1207568" y="1634118"/>
                  </a:lnTo>
                  <a:lnTo>
                    <a:pt x="1207552" y="1634102"/>
                  </a:lnTo>
                  <a:lnTo>
                    <a:pt x="1207545" y="1634098"/>
                  </a:lnTo>
                  <a:lnTo>
                    <a:pt x="1207536" y="1634090"/>
                  </a:lnTo>
                  <a:lnTo>
                    <a:pt x="1207509" y="1634072"/>
                  </a:lnTo>
                  <a:lnTo>
                    <a:pt x="1207500" y="1634067"/>
                  </a:lnTo>
                  <a:lnTo>
                    <a:pt x="1207483" y="1634061"/>
                  </a:lnTo>
                  <a:lnTo>
                    <a:pt x="1207465" y="1634057"/>
                  </a:lnTo>
                  <a:lnTo>
                    <a:pt x="1207447" y="1634055"/>
                  </a:lnTo>
                  <a:lnTo>
                    <a:pt x="1207429" y="1634048"/>
                  </a:lnTo>
                  <a:lnTo>
                    <a:pt x="1207412" y="1634039"/>
                  </a:lnTo>
                  <a:lnTo>
                    <a:pt x="1207394" y="1634028"/>
                  </a:lnTo>
                  <a:lnTo>
                    <a:pt x="1207377" y="1634020"/>
                  </a:lnTo>
                  <a:lnTo>
                    <a:pt x="1207359" y="1634012"/>
                  </a:lnTo>
                  <a:lnTo>
                    <a:pt x="1207352" y="1634009"/>
                  </a:lnTo>
                  <a:lnTo>
                    <a:pt x="1207342" y="1633999"/>
                  </a:lnTo>
                  <a:lnTo>
                    <a:pt x="1207327" y="1633980"/>
                  </a:lnTo>
                  <a:lnTo>
                    <a:pt x="1207318" y="1633962"/>
                  </a:lnTo>
                  <a:lnTo>
                    <a:pt x="1207307" y="1633951"/>
                  </a:lnTo>
                  <a:lnTo>
                    <a:pt x="1207302" y="1633946"/>
                  </a:lnTo>
                  <a:lnTo>
                    <a:pt x="1207296" y="1633941"/>
                  </a:lnTo>
                  <a:lnTo>
                    <a:pt x="1207286" y="1633941"/>
                  </a:lnTo>
                  <a:lnTo>
                    <a:pt x="1207268" y="1633942"/>
                  </a:lnTo>
                  <a:lnTo>
                    <a:pt x="1207251" y="1633945"/>
                  </a:lnTo>
                  <a:lnTo>
                    <a:pt x="1207233" y="1633944"/>
                  </a:lnTo>
                  <a:lnTo>
                    <a:pt x="1207216" y="1633940"/>
                  </a:lnTo>
                  <a:lnTo>
                    <a:pt x="1207198" y="1633934"/>
                  </a:lnTo>
                  <a:lnTo>
                    <a:pt x="1207183" y="1633928"/>
                  </a:lnTo>
                  <a:lnTo>
                    <a:pt x="1207163" y="1633923"/>
                  </a:lnTo>
                  <a:lnTo>
                    <a:pt x="1207145" y="1633918"/>
                  </a:lnTo>
                  <a:lnTo>
                    <a:pt x="1207128" y="1633914"/>
                  </a:lnTo>
                  <a:lnTo>
                    <a:pt x="1207110" y="1633909"/>
                  </a:lnTo>
                  <a:lnTo>
                    <a:pt x="1207090" y="1633903"/>
                  </a:lnTo>
                  <a:lnTo>
                    <a:pt x="1207075" y="1633896"/>
                  </a:lnTo>
                  <a:lnTo>
                    <a:pt x="1207057" y="1633887"/>
                  </a:lnTo>
                  <a:lnTo>
                    <a:pt x="1207051" y="1633883"/>
                  </a:lnTo>
                  <a:lnTo>
                    <a:pt x="1207040" y="1633880"/>
                  </a:lnTo>
                  <a:lnTo>
                    <a:pt x="1207022" y="1633879"/>
                  </a:lnTo>
                  <a:lnTo>
                    <a:pt x="1207004" y="1633883"/>
                  </a:lnTo>
                  <a:lnTo>
                    <a:pt x="1206987" y="1633884"/>
                  </a:lnTo>
                  <a:lnTo>
                    <a:pt x="1206969" y="1633889"/>
                  </a:lnTo>
                  <a:lnTo>
                    <a:pt x="1206952" y="1633891"/>
                  </a:lnTo>
                  <a:lnTo>
                    <a:pt x="1206934" y="1633888"/>
                  </a:lnTo>
                  <a:lnTo>
                    <a:pt x="1206928" y="1633887"/>
                  </a:lnTo>
                  <a:lnTo>
                    <a:pt x="1206916" y="1633879"/>
                  </a:lnTo>
                  <a:lnTo>
                    <a:pt x="1206899" y="1633872"/>
                  </a:lnTo>
                  <a:lnTo>
                    <a:pt x="1206881" y="1633871"/>
                  </a:lnTo>
                  <a:lnTo>
                    <a:pt x="1206863" y="1633871"/>
                  </a:lnTo>
                  <a:lnTo>
                    <a:pt x="1206843" y="1633872"/>
                  </a:lnTo>
                  <a:lnTo>
                    <a:pt x="1206826" y="1633877"/>
                  </a:lnTo>
                  <a:lnTo>
                    <a:pt x="1206811" y="1633884"/>
                  </a:lnTo>
                  <a:lnTo>
                    <a:pt x="1206793" y="1633884"/>
                  </a:lnTo>
                  <a:lnTo>
                    <a:pt x="1206775" y="1633882"/>
                  </a:lnTo>
                  <a:lnTo>
                    <a:pt x="1206759" y="1633876"/>
                  </a:lnTo>
                  <a:lnTo>
                    <a:pt x="1206754" y="1633872"/>
                  </a:lnTo>
                  <a:lnTo>
                    <a:pt x="1206750" y="1633867"/>
                  </a:lnTo>
                  <a:lnTo>
                    <a:pt x="1206745" y="1633857"/>
                  </a:lnTo>
                  <a:lnTo>
                    <a:pt x="1206738" y="1633839"/>
                  </a:lnTo>
                  <a:lnTo>
                    <a:pt x="1206733" y="1633831"/>
                  </a:lnTo>
                  <a:lnTo>
                    <a:pt x="1206722" y="1633821"/>
                  </a:lnTo>
                  <a:lnTo>
                    <a:pt x="1206705" y="1633816"/>
                  </a:lnTo>
                  <a:lnTo>
                    <a:pt x="1206698" y="1633814"/>
                  </a:lnTo>
                  <a:lnTo>
                    <a:pt x="1206693" y="1633811"/>
                  </a:lnTo>
                  <a:lnTo>
                    <a:pt x="1206689" y="1633804"/>
                  </a:lnTo>
                  <a:lnTo>
                    <a:pt x="1206686" y="1633795"/>
                  </a:lnTo>
                  <a:lnTo>
                    <a:pt x="1206686" y="1633786"/>
                  </a:lnTo>
                  <a:lnTo>
                    <a:pt x="1206683" y="1633767"/>
                  </a:lnTo>
                  <a:lnTo>
                    <a:pt x="1206683" y="1633757"/>
                  </a:lnTo>
                  <a:lnTo>
                    <a:pt x="1206681" y="1633749"/>
                  </a:lnTo>
                  <a:lnTo>
                    <a:pt x="1206677" y="1633744"/>
                  </a:lnTo>
                  <a:lnTo>
                    <a:pt x="1206664" y="1633741"/>
                  </a:lnTo>
                  <a:lnTo>
                    <a:pt x="1206654" y="1633741"/>
                  </a:lnTo>
                  <a:lnTo>
                    <a:pt x="1206628" y="1633747"/>
                  </a:lnTo>
                  <a:lnTo>
                    <a:pt x="1206621" y="1633747"/>
                  </a:lnTo>
                  <a:lnTo>
                    <a:pt x="1206609" y="1633742"/>
                  </a:lnTo>
                  <a:lnTo>
                    <a:pt x="1206603" y="1633739"/>
                  </a:lnTo>
                  <a:lnTo>
                    <a:pt x="1206594" y="1633727"/>
                  </a:lnTo>
                  <a:lnTo>
                    <a:pt x="1206580" y="1633712"/>
                  </a:lnTo>
                  <a:lnTo>
                    <a:pt x="1206574" y="1633711"/>
                  </a:lnTo>
                  <a:lnTo>
                    <a:pt x="1206561" y="1633712"/>
                  </a:lnTo>
                  <a:lnTo>
                    <a:pt x="1206551" y="1633713"/>
                  </a:lnTo>
                  <a:lnTo>
                    <a:pt x="1206543" y="1633711"/>
                  </a:lnTo>
                  <a:lnTo>
                    <a:pt x="1206528" y="1633704"/>
                  </a:lnTo>
                  <a:lnTo>
                    <a:pt x="1206510" y="1633695"/>
                  </a:lnTo>
                  <a:lnTo>
                    <a:pt x="1206492" y="1633685"/>
                  </a:lnTo>
                  <a:lnTo>
                    <a:pt x="1206474" y="1633675"/>
                  </a:lnTo>
                  <a:lnTo>
                    <a:pt x="1206461" y="1633670"/>
                  </a:lnTo>
                  <a:lnTo>
                    <a:pt x="1206457" y="1633666"/>
                  </a:lnTo>
                  <a:lnTo>
                    <a:pt x="1206439" y="1633658"/>
                  </a:lnTo>
                  <a:lnTo>
                    <a:pt x="1206422" y="1633649"/>
                  </a:lnTo>
                  <a:lnTo>
                    <a:pt x="1206387" y="1633648"/>
                  </a:lnTo>
                  <a:lnTo>
                    <a:pt x="1206380" y="1633648"/>
                  </a:lnTo>
                  <a:lnTo>
                    <a:pt x="1206369" y="1633651"/>
                  </a:lnTo>
                  <a:lnTo>
                    <a:pt x="1206351" y="1633669"/>
                  </a:lnTo>
                  <a:lnTo>
                    <a:pt x="1206337" y="1633686"/>
                  </a:lnTo>
                  <a:lnTo>
                    <a:pt x="1206319" y="1633699"/>
                  </a:lnTo>
                  <a:lnTo>
                    <a:pt x="1206302" y="1633709"/>
                  </a:lnTo>
                  <a:lnTo>
                    <a:pt x="1206284" y="1633713"/>
                  </a:lnTo>
                  <a:lnTo>
                    <a:pt x="1206267" y="1633712"/>
                  </a:lnTo>
                  <a:lnTo>
                    <a:pt x="1206249" y="1633709"/>
                  </a:lnTo>
                  <a:lnTo>
                    <a:pt x="1206243" y="1633704"/>
                  </a:lnTo>
                  <a:lnTo>
                    <a:pt x="1206232" y="1633699"/>
                  </a:lnTo>
                  <a:lnTo>
                    <a:pt x="1206214" y="1633693"/>
                  </a:lnTo>
                  <a:lnTo>
                    <a:pt x="1206196" y="1633693"/>
                  </a:lnTo>
                  <a:lnTo>
                    <a:pt x="1206178" y="1633695"/>
                  </a:lnTo>
                  <a:lnTo>
                    <a:pt x="1206161" y="1633697"/>
                  </a:lnTo>
                  <a:lnTo>
                    <a:pt x="1206143" y="1633698"/>
                  </a:lnTo>
                  <a:lnTo>
                    <a:pt x="1206126" y="1633700"/>
                  </a:lnTo>
                  <a:lnTo>
                    <a:pt x="1206109" y="1633698"/>
                  </a:lnTo>
                  <a:lnTo>
                    <a:pt x="1206103" y="1633697"/>
                  </a:lnTo>
                  <a:lnTo>
                    <a:pt x="1206091" y="1633696"/>
                  </a:lnTo>
                  <a:lnTo>
                    <a:pt x="1206073" y="1633697"/>
                  </a:lnTo>
                  <a:lnTo>
                    <a:pt x="1206055" y="1633697"/>
                  </a:lnTo>
                  <a:lnTo>
                    <a:pt x="1206037" y="1633697"/>
                  </a:lnTo>
                  <a:lnTo>
                    <a:pt x="1206020" y="1633701"/>
                  </a:lnTo>
                  <a:lnTo>
                    <a:pt x="1206002" y="1633708"/>
                  </a:lnTo>
                  <a:lnTo>
                    <a:pt x="1205985" y="1633717"/>
                  </a:lnTo>
                  <a:lnTo>
                    <a:pt x="1205967" y="1633729"/>
                  </a:lnTo>
                  <a:lnTo>
                    <a:pt x="1205949" y="1633733"/>
                  </a:lnTo>
                  <a:lnTo>
                    <a:pt x="1205930" y="1633738"/>
                  </a:lnTo>
                  <a:lnTo>
                    <a:pt x="1205914" y="1633748"/>
                  </a:lnTo>
                  <a:lnTo>
                    <a:pt x="1205899" y="1633766"/>
                  </a:lnTo>
                  <a:lnTo>
                    <a:pt x="1205894" y="1633777"/>
                  </a:lnTo>
                  <a:lnTo>
                    <a:pt x="1205857" y="1633789"/>
                  </a:lnTo>
                  <a:lnTo>
                    <a:pt x="1205851" y="1633795"/>
                  </a:lnTo>
                  <a:lnTo>
                    <a:pt x="1205839" y="1633800"/>
                  </a:lnTo>
                  <a:lnTo>
                    <a:pt x="1205828" y="1633801"/>
                  </a:lnTo>
                  <a:lnTo>
                    <a:pt x="1205820" y="1633796"/>
                  </a:lnTo>
                  <a:lnTo>
                    <a:pt x="1205814" y="1633779"/>
                  </a:lnTo>
                  <a:lnTo>
                    <a:pt x="1205801" y="1633760"/>
                  </a:lnTo>
                  <a:lnTo>
                    <a:pt x="1205784" y="1633743"/>
                  </a:lnTo>
                  <a:lnTo>
                    <a:pt x="1205782" y="1633736"/>
                  </a:lnTo>
                  <a:lnTo>
                    <a:pt x="1205783" y="1633727"/>
                  </a:lnTo>
                  <a:lnTo>
                    <a:pt x="1205786" y="1633708"/>
                  </a:lnTo>
                  <a:lnTo>
                    <a:pt x="1205789" y="1633690"/>
                  </a:lnTo>
                  <a:lnTo>
                    <a:pt x="1205787" y="1633682"/>
                  </a:lnTo>
                  <a:lnTo>
                    <a:pt x="1205785" y="1633675"/>
                  </a:lnTo>
                  <a:lnTo>
                    <a:pt x="1205780" y="1633670"/>
                  </a:lnTo>
                  <a:lnTo>
                    <a:pt x="1205763" y="1633656"/>
                  </a:lnTo>
                  <a:lnTo>
                    <a:pt x="1205747" y="1633647"/>
                  </a:lnTo>
                  <a:lnTo>
                    <a:pt x="1205744" y="1633643"/>
                  </a:lnTo>
                  <a:lnTo>
                    <a:pt x="1205730" y="1633636"/>
                  </a:lnTo>
                  <a:lnTo>
                    <a:pt x="1205721" y="1633629"/>
                  </a:lnTo>
                  <a:lnTo>
                    <a:pt x="1205712" y="1633627"/>
                  </a:lnTo>
                  <a:lnTo>
                    <a:pt x="1205706" y="1633623"/>
                  </a:lnTo>
                  <a:lnTo>
                    <a:pt x="1205695" y="1633618"/>
                  </a:lnTo>
                  <a:lnTo>
                    <a:pt x="1205675" y="1633611"/>
                  </a:lnTo>
                  <a:lnTo>
                    <a:pt x="1205659" y="1633606"/>
                  </a:lnTo>
                  <a:lnTo>
                    <a:pt x="1205641" y="1633604"/>
                  </a:lnTo>
                  <a:lnTo>
                    <a:pt x="1205624" y="1633600"/>
                  </a:lnTo>
                  <a:lnTo>
                    <a:pt x="1205615" y="1633599"/>
                  </a:lnTo>
                  <a:lnTo>
                    <a:pt x="1205606" y="1633595"/>
                  </a:lnTo>
                  <a:lnTo>
                    <a:pt x="1205589" y="1633588"/>
                  </a:lnTo>
                  <a:lnTo>
                    <a:pt x="1205571" y="1633580"/>
                  </a:lnTo>
                  <a:lnTo>
                    <a:pt x="1205534" y="1633568"/>
                  </a:lnTo>
                  <a:lnTo>
                    <a:pt x="1205527" y="1633566"/>
                  </a:lnTo>
                  <a:lnTo>
                    <a:pt x="1205515" y="1633562"/>
                  </a:lnTo>
                  <a:lnTo>
                    <a:pt x="1205508" y="1633556"/>
                  </a:lnTo>
                  <a:lnTo>
                    <a:pt x="1205490" y="1633548"/>
                  </a:lnTo>
                  <a:lnTo>
                    <a:pt x="1205486" y="1633544"/>
                  </a:lnTo>
                  <a:lnTo>
                    <a:pt x="1205473" y="1633537"/>
                  </a:lnTo>
                  <a:lnTo>
                    <a:pt x="1205457" y="1633528"/>
                  </a:lnTo>
                  <a:lnTo>
                    <a:pt x="1205437" y="1633517"/>
                  </a:lnTo>
                  <a:lnTo>
                    <a:pt x="1205421" y="1633506"/>
                  </a:lnTo>
                  <a:lnTo>
                    <a:pt x="1205402" y="1633492"/>
                  </a:lnTo>
                  <a:lnTo>
                    <a:pt x="1205374" y="1633473"/>
                  </a:lnTo>
                  <a:lnTo>
                    <a:pt x="1205370" y="1633469"/>
                  </a:lnTo>
                  <a:lnTo>
                    <a:pt x="1205351" y="1633452"/>
                  </a:lnTo>
                  <a:lnTo>
                    <a:pt x="1205347" y="1633449"/>
                  </a:lnTo>
                  <a:lnTo>
                    <a:pt x="1205335" y="1633437"/>
                  </a:lnTo>
                  <a:lnTo>
                    <a:pt x="1205317" y="1633421"/>
                  </a:lnTo>
                  <a:lnTo>
                    <a:pt x="1205300" y="1633407"/>
                  </a:lnTo>
                  <a:lnTo>
                    <a:pt x="1205283" y="1633390"/>
                  </a:lnTo>
                  <a:lnTo>
                    <a:pt x="1205270" y="1633373"/>
                  </a:lnTo>
                  <a:lnTo>
                    <a:pt x="1205261" y="1633355"/>
                  </a:lnTo>
                  <a:lnTo>
                    <a:pt x="1205254" y="1633336"/>
                  </a:lnTo>
                  <a:lnTo>
                    <a:pt x="1205248" y="1633318"/>
                  </a:lnTo>
                  <a:lnTo>
                    <a:pt x="1205241" y="1633299"/>
                  </a:lnTo>
                  <a:lnTo>
                    <a:pt x="1205233" y="1633280"/>
                  </a:lnTo>
                  <a:lnTo>
                    <a:pt x="1205223" y="1633268"/>
                  </a:lnTo>
                  <a:lnTo>
                    <a:pt x="1205221" y="1633262"/>
                  </a:lnTo>
                  <a:lnTo>
                    <a:pt x="1205212" y="1633243"/>
                  </a:lnTo>
                  <a:lnTo>
                    <a:pt x="1205208" y="1633230"/>
                  </a:lnTo>
                  <a:lnTo>
                    <a:pt x="1205205" y="1633225"/>
                  </a:lnTo>
                  <a:lnTo>
                    <a:pt x="1205202" y="1633220"/>
                  </a:lnTo>
                  <a:lnTo>
                    <a:pt x="1205192" y="1633205"/>
                  </a:lnTo>
                  <a:lnTo>
                    <a:pt x="1205173" y="1633198"/>
                  </a:lnTo>
                  <a:lnTo>
                    <a:pt x="1205155" y="1633192"/>
                  </a:lnTo>
                  <a:lnTo>
                    <a:pt x="1205138" y="1633189"/>
                  </a:lnTo>
                  <a:lnTo>
                    <a:pt x="1205120" y="1633188"/>
                  </a:lnTo>
                  <a:lnTo>
                    <a:pt x="1205102" y="1633188"/>
                  </a:lnTo>
                  <a:lnTo>
                    <a:pt x="1205085" y="1633187"/>
                  </a:lnTo>
                  <a:lnTo>
                    <a:pt x="1205075" y="1633187"/>
                  </a:lnTo>
                  <a:lnTo>
                    <a:pt x="1205067" y="1633184"/>
                  </a:lnTo>
                  <a:lnTo>
                    <a:pt x="1205049" y="1633182"/>
                  </a:lnTo>
                  <a:lnTo>
                    <a:pt x="1205029" y="1633177"/>
                  </a:lnTo>
                  <a:lnTo>
                    <a:pt x="1205014" y="1633172"/>
                  </a:lnTo>
                  <a:lnTo>
                    <a:pt x="1205006" y="1633171"/>
                  </a:lnTo>
                  <a:lnTo>
                    <a:pt x="1204997" y="1633166"/>
                  </a:lnTo>
                  <a:lnTo>
                    <a:pt x="1204961" y="1633151"/>
                  </a:lnTo>
                  <a:lnTo>
                    <a:pt x="1204953" y="1633146"/>
                  </a:lnTo>
                  <a:lnTo>
                    <a:pt x="1204944" y="1633144"/>
                  </a:lnTo>
                  <a:lnTo>
                    <a:pt x="1204926" y="1633140"/>
                  </a:lnTo>
                  <a:lnTo>
                    <a:pt x="1204909" y="1633139"/>
                  </a:lnTo>
                  <a:lnTo>
                    <a:pt x="1204891" y="1633141"/>
                  </a:lnTo>
                  <a:lnTo>
                    <a:pt x="1204873" y="1633147"/>
                  </a:lnTo>
                  <a:lnTo>
                    <a:pt x="1204866" y="1633149"/>
                  </a:lnTo>
                  <a:lnTo>
                    <a:pt x="1204833" y="1633150"/>
                  </a:lnTo>
                  <a:lnTo>
                    <a:pt x="1204816" y="1633148"/>
                  </a:lnTo>
                  <a:lnTo>
                    <a:pt x="1204781" y="1633138"/>
                  </a:lnTo>
                  <a:lnTo>
                    <a:pt x="1204763" y="1633129"/>
                  </a:lnTo>
                  <a:lnTo>
                    <a:pt x="1204745" y="1633123"/>
                  </a:lnTo>
                  <a:lnTo>
                    <a:pt x="1204701" y="1633122"/>
                  </a:lnTo>
                  <a:lnTo>
                    <a:pt x="1204677" y="1633122"/>
                  </a:lnTo>
                  <a:lnTo>
                    <a:pt x="1204671" y="1633122"/>
                  </a:lnTo>
                  <a:lnTo>
                    <a:pt x="1204657" y="1633115"/>
                  </a:lnTo>
                  <a:lnTo>
                    <a:pt x="1204652" y="1633109"/>
                  </a:lnTo>
                  <a:lnTo>
                    <a:pt x="1204640" y="1633093"/>
                  </a:lnTo>
                  <a:lnTo>
                    <a:pt x="1204633" y="1633075"/>
                  </a:lnTo>
                  <a:lnTo>
                    <a:pt x="1204622" y="1633056"/>
                  </a:lnTo>
                  <a:lnTo>
                    <a:pt x="1204605" y="1633037"/>
                  </a:lnTo>
                  <a:lnTo>
                    <a:pt x="1204590" y="1633028"/>
                  </a:lnTo>
                  <a:lnTo>
                    <a:pt x="1204581" y="1633024"/>
                  </a:lnTo>
                  <a:lnTo>
                    <a:pt x="1204572" y="1633024"/>
                  </a:lnTo>
                  <a:lnTo>
                    <a:pt x="1204555" y="1633028"/>
                  </a:lnTo>
                  <a:lnTo>
                    <a:pt x="1204544" y="1633034"/>
                  </a:lnTo>
                  <a:lnTo>
                    <a:pt x="1204538" y="1633040"/>
                  </a:lnTo>
                  <a:lnTo>
                    <a:pt x="1204524" y="1633059"/>
                  </a:lnTo>
                  <a:lnTo>
                    <a:pt x="1204511" y="1633077"/>
                  </a:lnTo>
                  <a:lnTo>
                    <a:pt x="1204495" y="1633091"/>
                  </a:lnTo>
                  <a:lnTo>
                    <a:pt x="1204487" y="1633096"/>
                  </a:lnTo>
                  <a:lnTo>
                    <a:pt x="1204477" y="1633099"/>
                  </a:lnTo>
                  <a:lnTo>
                    <a:pt x="1204466" y="1633102"/>
                  </a:lnTo>
                  <a:lnTo>
                    <a:pt x="1204460" y="1633102"/>
                  </a:lnTo>
                  <a:lnTo>
                    <a:pt x="1204442" y="1633104"/>
                  </a:lnTo>
                  <a:lnTo>
                    <a:pt x="1204424" y="1633104"/>
                  </a:lnTo>
                  <a:lnTo>
                    <a:pt x="1204407" y="1633104"/>
                  </a:lnTo>
                  <a:lnTo>
                    <a:pt x="1204391" y="1633102"/>
                  </a:lnTo>
                  <a:lnTo>
                    <a:pt x="1204372" y="1633101"/>
                  </a:lnTo>
                  <a:lnTo>
                    <a:pt x="1204354" y="1633102"/>
                  </a:lnTo>
                  <a:lnTo>
                    <a:pt x="1204333" y="1633106"/>
                  </a:lnTo>
                  <a:lnTo>
                    <a:pt x="1204318" y="1633111"/>
                  </a:lnTo>
                  <a:lnTo>
                    <a:pt x="1204283" y="1633116"/>
                  </a:lnTo>
                  <a:lnTo>
                    <a:pt x="1204266" y="1633117"/>
                  </a:lnTo>
                  <a:lnTo>
                    <a:pt x="1204248" y="1633115"/>
                  </a:lnTo>
                  <a:lnTo>
                    <a:pt x="1204240" y="1633112"/>
                  </a:lnTo>
                  <a:lnTo>
                    <a:pt x="1204229" y="1633105"/>
                  </a:lnTo>
                  <a:lnTo>
                    <a:pt x="1204221" y="1633101"/>
                  </a:lnTo>
                  <a:lnTo>
                    <a:pt x="1204214" y="1633092"/>
                  </a:lnTo>
                  <a:lnTo>
                    <a:pt x="1204205" y="1633074"/>
                  </a:lnTo>
                  <a:lnTo>
                    <a:pt x="1204199" y="1633056"/>
                  </a:lnTo>
                  <a:lnTo>
                    <a:pt x="1204178" y="1633010"/>
                  </a:lnTo>
                  <a:lnTo>
                    <a:pt x="1204173" y="1632992"/>
                  </a:lnTo>
                  <a:lnTo>
                    <a:pt x="1204167" y="1632973"/>
                  </a:lnTo>
                  <a:lnTo>
                    <a:pt x="1204160" y="1632954"/>
                  </a:lnTo>
                  <a:lnTo>
                    <a:pt x="1204152" y="1632936"/>
                  </a:lnTo>
                  <a:lnTo>
                    <a:pt x="1204145" y="1632917"/>
                  </a:lnTo>
                  <a:lnTo>
                    <a:pt x="1204134" y="1632899"/>
                  </a:lnTo>
                  <a:lnTo>
                    <a:pt x="1204132" y="1632894"/>
                  </a:lnTo>
                  <a:lnTo>
                    <a:pt x="1204120" y="1632881"/>
                  </a:lnTo>
                  <a:lnTo>
                    <a:pt x="1204117" y="1632876"/>
                  </a:lnTo>
                  <a:lnTo>
                    <a:pt x="1204081" y="1632846"/>
                  </a:lnTo>
                  <a:lnTo>
                    <a:pt x="1204063" y="1632836"/>
                  </a:lnTo>
                  <a:lnTo>
                    <a:pt x="1204059" y="1632832"/>
                  </a:lnTo>
                  <a:lnTo>
                    <a:pt x="1204046" y="1632827"/>
                  </a:lnTo>
                  <a:lnTo>
                    <a:pt x="1204021" y="1632819"/>
                  </a:lnTo>
                  <a:lnTo>
                    <a:pt x="1204011" y="1632819"/>
                  </a:lnTo>
                  <a:lnTo>
                    <a:pt x="1203993" y="1632815"/>
                  </a:lnTo>
                  <a:lnTo>
                    <a:pt x="1203976" y="1632812"/>
                  </a:lnTo>
                  <a:lnTo>
                    <a:pt x="1203958" y="1632812"/>
                  </a:lnTo>
                  <a:lnTo>
                    <a:pt x="1203921" y="1632803"/>
                  </a:lnTo>
                  <a:lnTo>
                    <a:pt x="1203904" y="1632798"/>
                  </a:lnTo>
                  <a:lnTo>
                    <a:pt x="1203887" y="1632792"/>
                  </a:lnTo>
                  <a:lnTo>
                    <a:pt x="1203878" y="1632787"/>
                  </a:lnTo>
                  <a:lnTo>
                    <a:pt x="1203870" y="1632785"/>
                  </a:lnTo>
                  <a:lnTo>
                    <a:pt x="1203852" y="1632778"/>
                  </a:lnTo>
                  <a:lnTo>
                    <a:pt x="1203843" y="1632774"/>
                  </a:lnTo>
                  <a:lnTo>
                    <a:pt x="1203834" y="1632773"/>
                  </a:lnTo>
                  <a:lnTo>
                    <a:pt x="1203817" y="1632769"/>
                  </a:lnTo>
                  <a:lnTo>
                    <a:pt x="1203799" y="1632773"/>
                  </a:lnTo>
                  <a:lnTo>
                    <a:pt x="1203792" y="1632773"/>
                  </a:lnTo>
                  <a:lnTo>
                    <a:pt x="1203782" y="1632777"/>
                  </a:lnTo>
                  <a:lnTo>
                    <a:pt x="1203764" y="1632782"/>
                  </a:lnTo>
                  <a:lnTo>
                    <a:pt x="1203746" y="1632789"/>
                  </a:lnTo>
                  <a:lnTo>
                    <a:pt x="1203738" y="1632793"/>
                  </a:lnTo>
                  <a:lnTo>
                    <a:pt x="1203729" y="1632800"/>
                  </a:lnTo>
                  <a:lnTo>
                    <a:pt x="1203709" y="1632815"/>
                  </a:lnTo>
                  <a:lnTo>
                    <a:pt x="1203693" y="1632826"/>
                  </a:lnTo>
                  <a:lnTo>
                    <a:pt x="1203678" y="1632834"/>
                  </a:lnTo>
                  <a:lnTo>
                    <a:pt x="1203658" y="1632839"/>
                  </a:lnTo>
                  <a:lnTo>
                    <a:pt x="1203641" y="1632839"/>
                  </a:lnTo>
                  <a:lnTo>
                    <a:pt x="1203623" y="1632837"/>
                  </a:lnTo>
                  <a:lnTo>
                    <a:pt x="1203613" y="1632837"/>
                  </a:lnTo>
                  <a:lnTo>
                    <a:pt x="1203606" y="1632835"/>
                  </a:lnTo>
                  <a:lnTo>
                    <a:pt x="1203597" y="1632834"/>
                  </a:lnTo>
                  <a:lnTo>
                    <a:pt x="1203588" y="1632829"/>
                  </a:lnTo>
                  <a:lnTo>
                    <a:pt x="1203581" y="1632826"/>
                  </a:lnTo>
                  <a:lnTo>
                    <a:pt x="1203571" y="1632826"/>
                  </a:lnTo>
                  <a:lnTo>
                    <a:pt x="1203552" y="1632826"/>
                  </a:lnTo>
                  <a:lnTo>
                    <a:pt x="1203535" y="1632826"/>
                  </a:lnTo>
                  <a:lnTo>
                    <a:pt x="1203517" y="1632833"/>
                  </a:lnTo>
                  <a:lnTo>
                    <a:pt x="1203500" y="1632841"/>
                  </a:lnTo>
                  <a:lnTo>
                    <a:pt x="1203475" y="1632855"/>
                  </a:lnTo>
                  <a:lnTo>
                    <a:pt x="1203465" y="1632856"/>
                  </a:lnTo>
                  <a:lnTo>
                    <a:pt x="1203447" y="1632854"/>
                  </a:lnTo>
                  <a:lnTo>
                    <a:pt x="1203429" y="1632847"/>
                  </a:lnTo>
                  <a:lnTo>
                    <a:pt x="1203412" y="1632836"/>
                  </a:lnTo>
                  <a:lnTo>
                    <a:pt x="1203394" y="1632825"/>
                  </a:lnTo>
                  <a:lnTo>
                    <a:pt x="1203374" y="1632813"/>
                  </a:lnTo>
                  <a:lnTo>
                    <a:pt x="1203369" y="1632808"/>
                  </a:lnTo>
                  <a:lnTo>
                    <a:pt x="1203360" y="1632801"/>
                  </a:lnTo>
                  <a:lnTo>
                    <a:pt x="1203342" y="1632788"/>
                  </a:lnTo>
                  <a:lnTo>
                    <a:pt x="1203336" y="1632786"/>
                  </a:lnTo>
                  <a:lnTo>
                    <a:pt x="1203325" y="1632776"/>
                  </a:lnTo>
                  <a:lnTo>
                    <a:pt x="1203307" y="1632764"/>
                  </a:lnTo>
                  <a:lnTo>
                    <a:pt x="1203289" y="1632751"/>
                  </a:lnTo>
                  <a:lnTo>
                    <a:pt x="1203272" y="1632739"/>
                  </a:lnTo>
                  <a:lnTo>
                    <a:pt x="1203264" y="1632735"/>
                  </a:lnTo>
                  <a:lnTo>
                    <a:pt x="1203257" y="1632735"/>
                  </a:lnTo>
                  <a:lnTo>
                    <a:pt x="1203252" y="1632735"/>
                  </a:lnTo>
                  <a:lnTo>
                    <a:pt x="1203243" y="1632742"/>
                  </a:lnTo>
                  <a:lnTo>
                    <a:pt x="1203239" y="1632749"/>
                  </a:lnTo>
                  <a:lnTo>
                    <a:pt x="1203228" y="1632767"/>
                  </a:lnTo>
                  <a:lnTo>
                    <a:pt x="1203221" y="1632786"/>
                  </a:lnTo>
                  <a:lnTo>
                    <a:pt x="1203211" y="1632804"/>
                  </a:lnTo>
                  <a:lnTo>
                    <a:pt x="1203205" y="1632811"/>
                  </a:lnTo>
                  <a:lnTo>
                    <a:pt x="1203201" y="1632814"/>
                  </a:lnTo>
                  <a:lnTo>
                    <a:pt x="1203193" y="1632818"/>
                  </a:lnTo>
                  <a:lnTo>
                    <a:pt x="1203188" y="1632820"/>
                  </a:lnTo>
                  <a:lnTo>
                    <a:pt x="1203182" y="1632822"/>
                  </a:lnTo>
                  <a:lnTo>
                    <a:pt x="1203175" y="1632820"/>
                  </a:lnTo>
                  <a:lnTo>
                    <a:pt x="1203158" y="1632813"/>
                  </a:lnTo>
                  <a:lnTo>
                    <a:pt x="1203138" y="1632804"/>
                  </a:lnTo>
                  <a:lnTo>
                    <a:pt x="1203123" y="1632794"/>
                  </a:lnTo>
                  <a:lnTo>
                    <a:pt x="1203111" y="1632786"/>
                  </a:lnTo>
                  <a:lnTo>
                    <a:pt x="1203105" y="1632785"/>
                  </a:lnTo>
                  <a:lnTo>
                    <a:pt x="1203098" y="1632783"/>
                  </a:lnTo>
                  <a:lnTo>
                    <a:pt x="1203092" y="1632785"/>
                  </a:lnTo>
                  <a:lnTo>
                    <a:pt x="1203087" y="1632788"/>
                  </a:lnTo>
                  <a:lnTo>
                    <a:pt x="1203080" y="1632798"/>
                  </a:lnTo>
                  <a:lnTo>
                    <a:pt x="1203079" y="1632807"/>
                  </a:lnTo>
                  <a:lnTo>
                    <a:pt x="1203077" y="1632815"/>
                  </a:lnTo>
                  <a:lnTo>
                    <a:pt x="1203077" y="1632826"/>
                  </a:lnTo>
                  <a:lnTo>
                    <a:pt x="1203072" y="1632846"/>
                  </a:lnTo>
                  <a:lnTo>
                    <a:pt x="1203067" y="1632864"/>
                  </a:lnTo>
                  <a:lnTo>
                    <a:pt x="1203066" y="1632871"/>
                  </a:lnTo>
                  <a:lnTo>
                    <a:pt x="1203062" y="1632881"/>
                  </a:lnTo>
                  <a:lnTo>
                    <a:pt x="1203056" y="1632888"/>
                  </a:lnTo>
                  <a:lnTo>
                    <a:pt x="1203047" y="1632895"/>
                  </a:lnTo>
                  <a:lnTo>
                    <a:pt x="1203030" y="1632908"/>
                  </a:lnTo>
                  <a:lnTo>
                    <a:pt x="1203025" y="1632913"/>
                  </a:lnTo>
                  <a:lnTo>
                    <a:pt x="1203012" y="1632920"/>
                  </a:lnTo>
                  <a:lnTo>
                    <a:pt x="1202996" y="1632933"/>
                  </a:lnTo>
                  <a:lnTo>
                    <a:pt x="1202986" y="1632939"/>
                  </a:lnTo>
                  <a:lnTo>
                    <a:pt x="1202978" y="1632949"/>
                  </a:lnTo>
                  <a:lnTo>
                    <a:pt x="1202972" y="1632957"/>
                  </a:lnTo>
                  <a:lnTo>
                    <a:pt x="1202965" y="1632967"/>
                  </a:lnTo>
                  <a:lnTo>
                    <a:pt x="1202957" y="1632986"/>
                  </a:lnTo>
                  <a:lnTo>
                    <a:pt x="1202951" y="1633004"/>
                  </a:lnTo>
                  <a:lnTo>
                    <a:pt x="1202949" y="1633013"/>
                  </a:lnTo>
                  <a:lnTo>
                    <a:pt x="1202948" y="1633021"/>
                  </a:lnTo>
                  <a:lnTo>
                    <a:pt x="1202948" y="1633041"/>
                  </a:lnTo>
                  <a:lnTo>
                    <a:pt x="1202949" y="1633060"/>
                  </a:lnTo>
                  <a:lnTo>
                    <a:pt x="1202949" y="1633078"/>
                  </a:lnTo>
                  <a:lnTo>
                    <a:pt x="1202950" y="1633097"/>
                  </a:lnTo>
                  <a:lnTo>
                    <a:pt x="1202951" y="1633114"/>
                  </a:lnTo>
                  <a:lnTo>
                    <a:pt x="1202950" y="1633134"/>
                  </a:lnTo>
                  <a:lnTo>
                    <a:pt x="1202951" y="1633152"/>
                  </a:lnTo>
                  <a:lnTo>
                    <a:pt x="1202951" y="1633171"/>
                  </a:lnTo>
                  <a:lnTo>
                    <a:pt x="1202951" y="1633189"/>
                  </a:lnTo>
                  <a:lnTo>
                    <a:pt x="1202945" y="1633208"/>
                  </a:lnTo>
                  <a:lnTo>
                    <a:pt x="1202943" y="1633213"/>
                  </a:lnTo>
                  <a:lnTo>
                    <a:pt x="1202930" y="1633227"/>
                  </a:lnTo>
                  <a:lnTo>
                    <a:pt x="1202922" y="1633234"/>
                  </a:lnTo>
                  <a:lnTo>
                    <a:pt x="1202915" y="1633236"/>
                  </a:lnTo>
                  <a:lnTo>
                    <a:pt x="1202903" y="1633237"/>
                  </a:lnTo>
                  <a:lnTo>
                    <a:pt x="1202896" y="1633235"/>
                  </a:lnTo>
                  <a:lnTo>
                    <a:pt x="1202880" y="1633221"/>
                  </a:lnTo>
                  <a:lnTo>
                    <a:pt x="1202871" y="1633214"/>
                  </a:lnTo>
                  <a:lnTo>
                    <a:pt x="1202864" y="1633204"/>
                  </a:lnTo>
                  <a:lnTo>
                    <a:pt x="1202858" y="1633194"/>
                  </a:lnTo>
                  <a:lnTo>
                    <a:pt x="1202850" y="1633186"/>
                  </a:lnTo>
                  <a:lnTo>
                    <a:pt x="1202832" y="1633172"/>
                  </a:lnTo>
                  <a:lnTo>
                    <a:pt x="1202827" y="1633166"/>
                  </a:lnTo>
                  <a:lnTo>
                    <a:pt x="1202815" y="1633158"/>
                  </a:lnTo>
                  <a:lnTo>
                    <a:pt x="1202807" y="1633153"/>
                  </a:lnTo>
                  <a:lnTo>
                    <a:pt x="1202797" y="1633151"/>
                  </a:lnTo>
                  <a:lnTo>
                    <a:pt x="1202789" y="1633148"/>
                  </a:lnTo>
                  <a:lnTo>
                    <a:pt x="1202743" y="1633153"/>
                  </a:lnTo>
                  <a:lnTo>
                    <a:pt x="1202726" y="1633157"/>
                  </a:lnTo>
                  <a:lnTo>
                    <a:pt x="1202708" y="1633158"/>
                  </a:lnTo>
                  <a:lnTo>
                    <a:pt x="1202690" y="1633158"/>
                  </a:lnTo>
                  <a:lnTo>
                    <a:pt x="1202671" y="1633159"/>
                  </a:lnTo>
                  <a:lnTo>
                    <a:pt x="1202655" y="1633161"/>
                  </a:lnTo>
                  <a:lnTo>
                    <a:pt x="1202638" y="1633165"/>
                  </a:lnTo>
                  <a:lnTo>
                    <a:pt x="1202626" y="1633170"/>
                  </a:lnTo>
                  <a:lnTo>
                    <a:pt x="1202620" y="1633170"/>
                  </a:lnTo>
                  <a:lnTo>
                    <a:pt x="1202610" y="1633175"/>
                  </a:lnTo>
                  <a:lnTo>
                    <a:pt x="1202602" y="1633176"/>
                  </a:lnTo>
                  <a:lnTo>
                    <a:pt x="1202585" y="1633180"/>
                  </a:lnTo>
                  <a:lnTo>
                    <a:pt x="1202567" y="1633181"/>
                  </a:lnTo>
                  <a:lnTo>
                    <a:pt x="1202549" y="1633178"/>
                  </a:lnTo>
                  <a:lnTo>
                    <a:pt x="1202541" y="1633175"/>
                  </a:lnTo>
                  <a:lnTo>
                    <a:pt x="1202532" y="1633174"/>
                  </a:lnTo>
                  <a:lnTo>
                    <a:pt x="1202525" y="1633172"/>
                  </a:lnTo>
                  <a:lnTo>
                    <a:pt x="1202514" y="1633171"/>
                  </a:lnTo>
                  <a:lnTo>
                    <a:pt x="1202497" y="1633170"/>
                  </a:lnTo>
                  <a:lnTo>
                    <a:pt x="1202478" y="1633167"/>
                  </a:lnTo>
                  <a:lnTo>
                    <a:pt x="1202461" y="1633169"/>
                  </a:lnTo>
                  <a:lnTo>
                    <a:pt x="1202444" y="1633174"/>
                  </a:lnTo>
                  <a:lnTo>
                    <a:pt x="1202436" y="1633175"/>
                  </a:lnTo>
                  <a:lnTo>
                    <a:pt x="1202427" y="1633183"/>
                  </a:lnTo>
                  <a:lnTo>
                    <a:pt x="1202419" y="1633191"/>
                  </a:lnTo>
                  <a:lnTo>
                    <a:pt x="1202412" y="1633201"/>
                  </a:lnTo>
                  <a:lnTo>
                    <a:pt x="1202394" y="1633229"/>
                  </a:lnTo>
                  <a:lnTo>
                    <a:pt x="1202385" y="1633240"/>
                  </a:lnTo>
                  <a:lnTo>
                    <a:pt x="1202370" y="1633251"/>
                  </a:lnTo>
                  <a:lnTo>
                    <a:pt x="1202363" y="1633254"/>
                  </a:lnTo>
                  <a:lnTo>
                    <a:pt x="1202352" y="1633254"/>
                  </a:lnTo>
                  <a:lnTo>
                    <a:pt x="1202343" y="1633254"/>
                  </a:lnTo>
                  <a:lnTo>
                    <a:pt x="1202334" y="1633251"/>
                  </a:lnTo>
                  <a:lnTo>
                    <a:pt x="1202325" y="1633248"/>
                  </a:lnTo>
                  <a:lnTo>
                    <a:pt x="1202316" y="1633239"/>
                  </a:lnTo>
                  <a:lnTo>
                    <a:pt x="1202301" y="1633206"/>
                  </a:lnTo>
                  <a:lnTo>
                    <a:pt x="1202293" y="1633194"/>
                  </a:lnTo>
                  <a:lnTo>
                    <a:pt x="1202290" y="1633187"/>
                  </a:lnTo>
                  <a:lnTo>
                    <a:pt x="1202278" y="1633175"/>
                  </a:lnTo>
                  <a:lnTo>
                    <a:pt x="1202262" y="1633158"/>
                  </a:lnTo>
                  <a:lnTo>
                    <a:pt x="1202244" y="1633142"/>
                  </a:lnTo>
                  <a:lnTo>
                    <a:pt x="1202240" y="1633138"/>
                  </a:lnTo>
                  <a:lnTo>
                    <a:pt x="1202226" y="1633133"/>
                  </a:lnTo>
                  <a:lnTo>
                    <a:pt x="1202209" y="1633131"/>
                  </a:lnTo>
                  <a:lnTo>
                    <a:pt x="1202191" y="1633129"/>
                  </a:lnTo>
                  <a:lnTo>
                    <a:pt x="1202173" y="1633131"/>
                  </a:lnTo>
                  <a:lnTo>
                    <a:pt x="1202156" y="1633131"/>
                  </a:lnTo>
                  <a:lnTo>
                    <a:pt x="1202138" y="1633128"/>
                  </a:lnTo>
                  <a:lnTo>
                    <a:pt x="1202121" y="1633128"/>
                  </a:lnTo>
                  <a:lnTo>
                    <a:pt x="1202114" y="1633128"/>
                  </a:lnTo>
                  <a:lnTo>
                    <a:pt x="1202103" y="1633124"/>
                  </a:lnTo>
                  <a:lnTo>
                    <a:pt x="1202098" y="1633122"/>
                  </a:lnTo>
                  <a:lnTo>
                    <a:pt x="1202070" y="1633092"/>
                  </a:lnTo>
                  <a:lnTo>
                    <a:pt x="1202063" y="1633083"/>
                  </a:lnTo>
                  <a:lnTo>
                    <a:pt x="1202058" y="1633072"/>
                  </a:lnTo>
                  <a:lnTo>
                    <a:pt x="1202055" y="1633056"/>
                  </a:lnTo>
                  <a:lnTo>
                    <a:pt x="1202050" y="1633043"/>
                  </a:lnTo>
                  <a:lnTo>
                    <a:pt x="1202040" y="1633009"/>
                  </a:lnTo>
                  <a:lnTo>
                    <a:pt x="1202037" y="1632995"/>
                  </a:lnTo>
                  <a:lnTo>
                    <a:pt x="1202033" y="1632977"/>
                  </a:lnTo>
                  <a:lnTo>
                    <a:pt x="1202030" y="1632958"/>
                  </a:lnTo>
                  <a:lnTo>
                    <a:pt x="1202027" y="1632946"/>
                  </a:lnTo>
                  <a:lnTo>
                    <a:pt x="1202029" y="1632940"/>
                  </a:lnTo>
                  <a:lnTo>
                    <a:pt x="1202029" y="1632933"/>
                  </a:lnTo>
                  <a:lnTo>
                    <a:pt x="1202033" y="1632921"/>
                  </a:lnTo>
                  <a:lnTo>
                    <a:pt x="1202045" y="1632903"/>
                  </a:lnTo>
                  <a:lnTo>
                    <a:pt x="1202057" y="1632882"/>
                  </a:lnTo>
                  <a:lnTo>
                    <a:pt x="1202072" y="1632864"/>
                  </a:lnTo>
                  <a:lnTo>
                    <a:pt x="1202078" y="1632854"/>
                  </a:lnTo>
                  <a:lnTo>
                    <a:pt x="1202090" y="1632824"/>
                  </a:lnTo>
                  <a:lnTo>
                    <a:pt x="1202090" y="1632814"/>
                  </a:lnTo>
                  <a:lnTo>
                    <a:pt x="1202086" y="1632803"/>
                  </a:lnTo>
                  <a:lnTo>
                    <a:pt x="1202075" y="1632790"/>
                  </a:lnTo>
                  <a:lnTo>
                    <a:pt x="1202070" y="1632788"/>
                  </a:lnTo>
                  <a:lnTo>
                    <a:pt x="1202052" y="1632779"/>
                  </a:lnTo>
                  <a:lnTo>
                    <a:pt x="1202036" y="1632765"/>
                  </a:lnTo>
                  <a:lnTo>
                    <a:pt x="1202031" y="1632758"/>
                  </a:lnTo>
                  <a:lnTo>
                    <a:pt x="1202029" y="1632748"/>
                  </a:lnTo>
                  <a:lnTo>
                    <a:pt x="1202029" y="1632742"/>
                  </a:lnTo>
                  <a:lnTo>
                    <a:pt x="1202033" y="1632733"/>
                  </a:lnTo>
                  <a:lnTo>
                    <a:pt x="1202037" y="1632727"/>
                  </a:lnTo>
                  <a:lnTo>
                    <a:pt x="1202051" y="1632710"/>
                  </a:lnTo>
                  <a:lnTo>
                    <a:pt x="1202061" y="1632694"/>
                  </a:lnTo>
                  <a:lnTo>
                    <a:pt x="1202061" y="1632681"/>
                  </a:lnTo>
                  <a:lnTo>
                    <a:pt x="1202058" y="1632674"/>
                  </a:lnTo>
                  <a:lnTo>
                    <a:pt x="1202048" y="1632655"/>
                  </a:lnTo>
                  <a:lnTo>
                    <a:pt x="1202039" y="1632636"/>
                  </a:lnTo>
                  <a:lnTo>
                    <a:pt x="1202035" y="1632618"/>
                  </a:lnTo>
                  <a:lnTo>
                    <a:pt x="1202035" y="1632599"/>
                  </a:lnTo>
                  <a:lnTo>
                    <a:pt x="1202037" y="1632590"/>
                  </a:lnTo>
                  <a:lnTo>
                    <a:pt x="1202044" y="1632581"/>
                  </a:lnTo>
                  <a:lnTo>
                    <a:pt x="1202048" y="1632574"/>
                  </a:lnTo>
                  <a:lnTo>
                    <a:pt x="1202059" y="1632569"/>
                  </a:lnTo>
                  <a:lnTo>
                    <a:pt x="1202077" y="1632566"/>
                  </a:lnTo>
                  <a:lnTo>
                    <a:pt x="1202086" y="1632565"/>
                  </a:lnTo>
                  <a:lnTo>
                    <a:pt x="1202094" y="1632560"/>
                  </a:lnTo>
                  <a:lnTo>
                    <a:pt x="1202101" y="1632551"/>
                  </a:lnTo>
                  <a:lnTo>
                    <a:pt x="1202101" y="1632541"/>
                  </a:lnTo>
                  <a:lnTo>
                    <a:pt x="1202099" y="1632534"/>
                  </a:lnTo>
                  <a:lnTo>
                    <a:pt x="1202089" y="1632524"/>
                  </a:lnTo>
                  <a:lnTo>
                    <a:pt x="1202074" y="1632519"/>
                  </a:lnTo>
                  <a:lnTo>
                    <a:pt x="1202052" y="1632512"/>
                  </a:lnTo>
                  <a:lnTo>
                    <a:pt x="1202045" y="1632502"/>
                  </a:lnTo>
                  <a:lnTo>
                    <a:pt x="1202041" y="1632493"/>
                  </a:lnTo>
                  <a:lnTo>
                    <a:pt x="1202039" y="1632487"/>
                  </a:lnTo>
                  <a:lnTo>
                    <a:pt x="1202039" y="1632480"/>
                  </a:lnTo>
                  <a:lnTo>
                    <a:pt x="1202041" y="1632475"/>
                  </a:lnTo>
                  <a:lnTo>
                    <a:pt x="1202050" y="1632466"/>
                  </a:lnTo>
                  <a:lnTo>
                    <a:pt x="1202058" y="1632461"/>
                  </a:lnTo>
                  <a:lnTo>
                    <a:pt x="1202076" y="1632451"/>
                  </a:lnTo>
                  <a:lnTo>
                    <a:pt x="1202106" y="1632441"/>
                  </a:lnTo>
                  <a:lnTo>
                    <a:pt x="1202113" y="1632438"/>
                  </a:lnTo>
                  <a:lnTo>
                    <a:pt x="1202119" y="1632437"/>
                  </a:lnTo>
                  <a:lnTo>
                    <a:pt x="1202124" y="1632433"/>
                  </a:lnTo>
                  <a:lnTo>
                    <a:pt x="1202154" y="1632421"/>
                  </a:lnTo>
                  <a:lnTo>
                    <a:pt x="1202181" y="1632418"/>
                  </a:lnTo>
                  <a:lnTo>
                    <a:pt x="1202194" y="1632414"/>
                  </a:lnTo>
                  <a:lnTo>
                    <a:pt x="1202207" y="1632413"/>
                  </a:lnTo>
                  <a:lnTo>
                    <a:pt x="1202212" y="1632411"/>
                  </a:lnTo>
                  <a:lnTo>
                    <a:pt x="1202221" y="1632407"/>
                  </a:lnTo>
                  <a:lnTo>
                    <a:pt x="1202234" y="1632397"/>
                  </a:lnTo>
                  <a:lnTo>
                    <a:pt x="1202244" y="1632386"/>
                  </a:lnTo>
                  <a:lnTo>
                    <a:pt x="1202257" y="1632368"/>
                  </a:lnTo>
                  <a:lnTo>
                    <a:pt x="1202274" y="1632350"/>
                  </a:lnTo>
                  <a:lnTo>
                    <a:pt x="1202290" y="1632334"/>
                  </a:lnTo>
                  <a:lnTo>
                    <a:pt x="1202295" y="1632325"/>
                  </a:lnTo>
                  <a:lnTo>
                    <a:pt x="1202295" y="1632316"/>
                  </a:lnTo>
                  <a:lnTo>
                    <a:pt x="1202296" y="1632297"/>
                  </a:lnTo>
                  <a:lnTo>
                    <a:pt x="1202298" y="1632285"/>
                  </a:lnTo>
                  <a:lnTo>
                    <a:pt x="1202302" y="1632279"/>
                  </a:lnTo>
                  <a:lnTo>
                    <a:pt x="1202317" y="1632258"/>
                  </a:lnTo>
                  <a:lnTo>
                    <a:pt x="1202333" y="1632239"/>
                  </a:lnTo>
                  <a:lnTo>
                    <a:pt x="1202340" y="1632227"/>
                  </a:lnTo>
                  <a:lnTo>
                    <a:pt x="1202341" y="1632220"/>
                  </a:lnTo>
                  <a:lnTo>
                    <a:pt x="1202343" y="1632216"/>
                  </a:lnTo>
                  <a:lnTo>
                    <a:pt x="1202344" y="1632202"/>
                  </a:lnTo>
                  <a:lnTo>
                    <a:pt x="1202344" y="1632183"/>
                  </a:lnTo>
                  <a:lnTo>
                    <a:pt x="1202343" y="1632165"/>
                  </a:lnTo>
                  <a:lnTo>
                    <a:pt x="1202340" y="1632147"/>
                  </a:lnTo>
                  <a:lnTo>
                    <a:pt x="1202335" y="1632128"/>
                  </a:lnTo>
                  <a:lnTo>
                    <a:pt x="1202336" y="1632110"/>
                  </a:lnTo>
                  <a:lnTo>
                    <a:pt x="1202336" y="1632102"/>
                  </a:lnTo>
                  <a:lnTo>
                    <a:pt x="1202340" y="1632091"/>
                  </a:lnTo>
                  <a:lnTo>
                    <a:pt x="1202350" y="1632073"/>
                  </a:lnTo>
                  <a:lnTo>
                    <a:pt x="1202357" y="1632063"/>
                  </a:lnTo>
                  <a:lnTo>
                    <a:pt x="1202365" y="1632055"/>
                  </a:lnTo>
                  <a:lnTo>
                    <a:pt x="1202383" y="1632038"/>
                  </a:lnTo>
                  <a:lnTo>
                    <a:pt x="1202401" y="1632025"/>
                  </a:lnTo>
                  <a:lnTo>
                    <a:pt x="1202416" y="1632009"/>
                  </a:lnTo>
                  <a:lnTo>
                    <a:pt x="1202423" y="1631998"/>
                  </a:lnTo>
                  <a:lnTo>
                    <a:pt x="1202426" y="1631990"/>
                  </a:lnTo>
                  <a:lnTo>
                    <a:pt x="1202432" y="1631981"/>
                  </a:lnTo>
                  <a:lnTo>
                    <a:pt x="1202436" y="1631971"/>
                  </a:lnTo>
                  <a:lnTo>
                    <a:pt x="1202440" y="1631954"/>
                  </a:lnTo>
                  <a:lnTo>
                    <a:pt x="1202446" y="1631945"/>
                  </a:lnTo>
                  <a:lnTo>
                    <a:pt x="1202455" y="1631937"/>
                  </a:lnTo>
                  <a:lnTo>
                    <a:pt x="1202502" y="1631890"/>
                  </a:lnTo>
                  <a:lnTo>
                    <a:pt x="1202516" y="1631875"/>
                  </a:lnTo>
                  <a:lnTo>
                    <a:pt x="1202527" y="1631857"/>
                  </a:lnTo>
                  <a:lnTo>
                    <a:pt x="1202533" y="1631838"/>
                  </a:lnTo>
                  <a:lnTo>
                    <a:pt x="1202533" y="1631820"/>
                  </a:lnTo>
                  <a:lnTo>
                    <a:pt x="1202533" y="1631801"/>
                  </a:lnTo>
                  <a:lnTo>
                    <a:pt x="1202533" y="1631783"/>
                  </a:lnTo>
                  <a:lnTo>
                    <a:pt x="1202533" y="1631764"/>
                  </a:lnTo>
                  <a:lnTo>
                    <a:pt x="1202532" y="1631746"/>
                  </a:lnTo>
                  <a:lnTo>
                    <a:pt x="1202530" y="1631727"/>
                  </a:lnTo>
                  <a:lnTo>
                    <a:pt x="1202524" y="1631709"/>
                  </a:lnTo>
                  <a:lnTo>
                    <a:pt x="1202517" y="1631694"/>
                  </a:lnTo>
                  <a:lnTo>
                    <a:pt x="1202513" y="1631690"/>
                  </a:lnTo>
                  <a:lnTo>
                    <a:pt x="1202500" y="1631672"/>
                  </a:lnTo>
                  <a:lnTo>
                    <a:pt x="1202484" y="1631657"/>
                  </a:lnTo>
                  <a:lnTo>
                    <a:pt x="1202466" y="1631644"/>
                  </a:lnTo>
                  <a:lnTo>
                    <a:pt x="1202431" y="1631621"/>
                  </a:lnTo>
                  <a:lnTo>
                    <a:pt x="1202413" y="1631612"/>
                  </a:lnTo>
                  <a:lnTo>
                    <a:pt x="1202397" y="1631608"/>
                  </a:lnTo>
                  <a:lnTo>
                    <a:pt x="1202360" y="1631604"/>
                  </a:lnTo>
                  <a:lnTo>
                    <a:pt x="1202343" y="1631604"/>
                  </a:lnTo>
                  <a:lnTo>
                    <a:pt x="1202325" y="1631603"/>
                  </a:lnTo>
                  <a:lnTo>
                    <a:pt x="1202315" y="1631597"/>
                  </a:lnTo>
                  <a:lnTo>
                    <a:pt x="1202309" y="1631591"/>
                  </a:lnTo>
                  <a:lnTo>
                    <a:pt x="1202299" y="1631582"/>
                  </a:lnTo>
                  <a:lnTo>
                    <a:pt x="1202295" y="1631575"/>
                  </a:lnTo>
                  <a:lnTo>
                    <a:pt x="1202287" y="1631566"/>
                  </a:lnTo>
                  <a:lnTo>
                    <a:pt x="1202283" y="1631556"/>
                  </a:lnTo>
                  <a:lnTo>
                    <a:pt x="1202278" y="1631548"/>
                  </a:lnTo>
                  <a:lnTo>
                    <a:pt x="1202276" y="1631537"/>
                  </a:lnTo>
                  <a:lnTo>
                    <a:pt x="1202271" y="1631519"/>
                  </a:lnTo>
                  <a:lnTo>
                    <a:pt x="1202270" y="1631501"/>
                  </a:lnTo>
                  <a:lnTo>
                    <a:pt x="1202269" y="1631482"/>
                  </a:lnTo>
                  <a:lnTo>
                    <a:pt x="1202269" y="1631464"/>
                  </a:lnTo>
                  <a:lnTo>
                    <a:pt x="1202270" y="1631445"/>
                  </a:lnTo>
                  <a:lnTo>
                    <a:pt x="1202271" y="1631427"/>
                  </a:lnTo>
                  <a:lnTo>
                    <a:pt x="1202272" y="1631408"/>
                  </a:lnTo>
                  <a:lnTo>
                    <a:pt x="1202273" y="1631390"/>
                  </a:lnTo>
                  <a:lnTo>
                    <a:pt x="1202276" y="1631371"/>
                  </a:lnTo>
                  <a:lnTo>
                    <a:pt x="1202276" y="1631353"/>
                  </a:lnTo>
                  <a:lnTo>
                    <a:pt x="1202280" y="1631318"/>
                  </a:lnTo>
                  <a:lnTo>
                    <a:pt x="1202295" y="1631319"/>
                  </a:lnTo>
                  <a:lnTo>
                    <a:pt x="1202312" y="1631328"/>
                  </a:lnTo>
                  <a:lnTo>
                    <a:pt x="1202321" y="1631333"/>
                  </a:lnTo>
                  <a:lnTo>
                    <a:pt x="1202330" y="1631334"/>
                  </a:lnTo>
                  <a:lnTo>
                    <a:pt x="1202341" y="1631333"/>
                  </a:lnTo>
                  <a:lnTo>
                    <a:pt x="1202349" y="1631327"/>
                  </a:lnTo>
                  <a:lnTo>
                    <a:pt x="1202365" y="1631313"/>
                  </a:lnTo>
                  <a:lnTo>
                    <a:pt x="1202394" y="1631283"/>
                  </a:lnTo>
                  <a:lnTo>
                    <a:pt x="1202408" y="1631285"/>
                  </a:lnTo>
                  <a:lnTo>
                    <a:pt x="1202426" y="1631290"/>
                  </a:lnTo>
                  <a:lnTo>
                    <a:pt x="1202433" y="1631295"/>
                  </a:lnTo>
                  <a:lnTo>
                    <a:pt x="1202444" y="1631298"/>
                  </a:lnTo>
                  <a:lnTo>
                    <a:pt x="1202479" y="1631313"/>
                  </a:lnTo>
                  <a:lnTo>
                    <a:pt x="1202496" y="1631317"/>
                  </a:lnTo>
                  <a:lnTo>
                    <a:pt x="1202506" y="1631313"/>
                  </a:lnTo>
                  <a:lnTo>
                    <a:pt x="1202513" y="1631304"/>
                  </a:lnTo>
                  <a:lnTo>
                    <a:pt x="1202520" y="1631286"/>
                  </a:lnTo>
                  <a:lnTo>
                    <a:pt x="1202524" y="1631267"/>
                  </a:lnTo>
                  <a:lnTo>
                    <a:pt x="1202530" y="1631249"/>
                  </a:lnTo>
                  <a:lnTo>
                    <a:pt x="1202537" y="1631237"/>
                  </a:lnTo>
                  <a:lnTo>
                    <a:pt x="1202543" y="1631230"/>
                  </a:lnTo>
                  <a:lnTo>
                    <a:pt x="1202554" y="1631226"/>
                  </a:lnTo>
                  <a:lnTo>
                    <a:pt x="1202561" y="1631226"/>
                  </a:lnTo>
                  <a:lnTo>
                    <a:pt x="1202574" y="1631224"/>
                  </a:lnTo>
                  <a:lnTo>
                    <a:pt x="1202579" y="1631222"/>
                  </a:lnTo>
                  <a:lnTo>
                    <a:pt x="1202585" y="1631215"/>
                  </a:lnTo>
                  <a:lnTo>
                    <a:pt x="1202591" y="1631207"/>
                  </a:lnTo>
                  <a:lnTo>
                    <a:pt x="1202600" y="1631194"/>
                  </a:lnTo>
                  <a:lnTo>
                    <a:pt x="1202607" y="1631191"/>
                  </a:lnTo>
                  <a:lnTo>
                    <a:pt x="1202611" y="1631189"/>
                  </a:lnTo>
                  <a:lnTo>
                    <a:pt x="1202624" y="1631187"/>
                  </a:lnTo>
                  <a:lnTo>
                    <a:pt x="1202642" y="1631185"/>
                  </a:lnTo>
                  <a:lnTo>
                    <a:pt x="1202649" y="1631183"/>
                  </a:lnTo>
                  <a:lnTo>
                    <a:pt x="1202655" y="1631180"/>
                  </a:lnTo>
                  <a:lnTo>
                    <a:pt x="1202659" y="1631176"/>
                  </a:lnTo>
                  <a:lnTo>
                    <a:pt x="1202673" y="1631151"/>
                  </a:lnTo>
                  <a:lnTo>
                    <a:pt x="1202683" y="1631130"/>
                  </a:lnTo>
                  <a:lnTo>
                    <a:pt x="1202709" y="1631093"/>
                  </a:lnTo>
                  <a:lnTo>
                    <a:pt x="1202720" y="1631077"/>
                  </a:lnTo>
                  <a:lnTo>
                    <a:pt x="1202739" y="1631066"/>
                  </a:lnTo>
                  <a:lnTo>
                    <a:pt x="1202751" y="1631064"/>
                  </a:lnTo>
                  <a:lnTo>
                    <a:pt x="1202759" y="1631060"/>
                  </a:lnTo>
                  <a:lnTo>
                    <a:pt x="1202775" y="1631053"/>
                  </a:lnTo>
                  <a:lnTo>
                    <a:pt x="1202793" y="1631041"/>
                  </a:lnTo>
                  <a:lnTo>
                    <a:pt x="1202810" y="1631030"/>
                  </a:lnTo>
                  <a:lnTo>
                    <a:pt x="1202820" y="1631023"/>
                  </a:lnTo>
                  <a:lnTo>
                    <a:pt x="1202830" y="1631020"/>
                  </a:lnTo>
                  <a:lnTo>
                    <a:pt x="1202836" y="1631016"/>
                  </a:lnTo>
                  <a:lnTo>
                    <a:pt x="1202838" y="1631006"/>
                  </a:lnTo>
                  <a:lnTo>
                    <a:pt x="1202843" y="1630992"/>
                  </a:lnTo>
                  <a:lnTo>
                    <a:pt x="1202846" y="1630987"/>
                  </a:lnTo>
                  <a:lnTo>
                    <a:pt x="1202852" y="1630979"/>
                  </a:lnTo>
                  <a:lnTo>
                    <a:pt x="1202860" y="1630973"/>
                  </a:lnTo>
                  <a:lnTo>
                    <a:pt x="1202870" y="1630968"/>
                  </a:lnTo>
                  <a:lnTo>
                    <a:pt x="1202879" y="1630965"/>
                  </a:lnTo>
                  <a:lnTo>
                    <a:pt x="1202897" y="1630961"/>
                  </a:lnTo>
                  <a:lnTo>
                    <a:pt x="1202909" y="1630956"/>
                  </a:lnTo>
                  <a:lnTo>
                    <a:pt x="1202915" y="1630952"/>
                  </a:lnTo>
                  <a:lnTo>
                    <a:pt x="1202925" y="1630939"/>
                  </a:lnTo>
                  <a:lnTo>
                    <a:pt x="1202928" y="1630933"/>
                  </a:lnTo>
                  <a:lnTo>
                    <a:pt x="1202936" y="1630915"/>
                  </a:lnTo>
                  <a:lnTo>
                    <a:pt x="1202939" y="1630896"/>
                  </a:lnTo>
                  <a:lnTo>
                    <a:pt x="1202945" y="1630877"/>
                  </a:lnTo>
                  <a:lnTo>
                    <a:pt x="1202956" y="1630861"/>
                  </a:lnTo>
                  <a:lnTo>
                    <a:pt x="1202976" y="1630844"/>
                  </a:lnTo>
                  <a:lnTo>
                    <a:pt x="1203000" y="1630831"/>
                  </a:lnTo>
                  <a:lnTo>
                    <a:pt x="1203007" y="1630822"/>
                  </a:lnTo>
                  <a:lnTo>
                    <a:pt x="1203009" y="1630791"/>
                  </a:lnTo>
                  <a:lnTo>
                    <a:pt x="1203013" y="1630783"/>
                  </a:lnTo>
                  <a:lnTo>
                    <a:pt x="1203017" y="1630779"/>
                  </a:lnTo>
                  <a:lnTo>
                    <a:pt x="1203022" y="1630776"/>
                  </a:lnTo>
                  <a:lnTo>
                    <a:pt x="1203031" y="1630775"/>
                  </a:lnTo>
                  <a:lnTo>
                    <a:pt x="1203038" y="1630771"/>
                  </a:lnTo>
                  <a:lnTo>
                    <a:pt x="1203048" y="1630764"/>
                  </a:lnTo>
                  <a:lnTo>
                    <a:pt x="1203054" y="1630755"/>
                  </a:lnTo>
                  <a:lnTo>
                    <a:pt x="1203055" y="1630747"/>
                  </a:lnTo>
                  <a:lnTo>
                    <a:pt x="1203054" y="1630735"/>
                  </a:lnTo>
                  <a:lnTo>
                    <a:pt x="1203054" y="1630728"/>
                  </a:lnTo>
                  <a:lnTo>
                    <a:pt x="1203051" y="1630717"/>
                  </a:lnTo>
                  <a:lnTo>
                    <a:pt x="1203048" y="1630699"/>
                  </a:lnTo>
                  <a:lnTo>
                    <a:pt x="1203046" y="1630691"/>
                  </a:lnTo>
                  <a:lnTo>
                    <a:pt x="1203046" y="1630682"/>
                  </a:lnTo>
                  <a:lnTo>
                    <a:pt x="1203048" y="1630673"/>
                  </a:lnTo>
                  <a:lnTo>
                    <a:pt x="1203054" y="1630662"/>
                  </a:lnTo>
                  <a:lnTo>
                    <a:pt x="1203064" y="1630648"/>
                  </a:lnTo>
                  <a:lnTo>
                    <a:pt x="1203068" y="1630644"/>
                  </a:lnTo>
                  <a:lnTo>
                    <a:pt x="1203081" y="1630626"/>
                  </a:lnTo>
                  <a:lnTo>
                    <a:pt x="1203087" y="1630610"/>
                  </a:lnTo>
                  <a:lnTo>
                    <a:pt x="1203089" y="1630591"/>
                  </a:lnTo>
                  <a:lnTo>
                    <a:pt x="1203088" y="1630564"/>
                  </a:lnTo>
                  <a:lnTo>
                    <a:pt x="1203105" y="1630541"/>
                  </a:lnTo>
                  <a:lnTo>
                    <a:pt x="1203121" y="1630523"/>
                  </a:lnTo>
                  <a:lnTo>
                    <a:pt x="1203139" y="1630506"/>
                  </a:lnTo>
                  <a:lnTo>
                    <a:pt x="1203148" y="1630497"/>
                  </a:lnTo>
                  <a:lnTo>
                    <a:pt x="1203152" y="1630489"/>
                  </a:lnTo>
                  <a:lnTo>
                    <a:pt x="1203157" y="1630470"/>
                  </a:lnTo>
                  <a:lnTo>
                    <a:pt x="1203161" y="1630452"/>
                  </a:lnTo>
                  <a:lnTo>
                    <a:pt x="1203166" y="1630433"/>
                  </a:lnTo>
                  <a:lnTo>
                    <a:pt x="1203173" y="1630424"/>
                  </a:lnTo>
                  <a:lnTo>
                    <a:pt x="1203181" y="1630417"/>
                  </a:lnTo>
                  <a:lnTo>
                    <a:pt x="1203197" y="1630408"/>
                  </a:lnTo>
                  <a:lnTo>
                    <a:pt x="1203211" y="1630399"/>
                  </a:lnTo>
                  <a:lnTo>
                    <a:pt x="1203216" y="1630394"/>
                  </a:lnTo>
                  <a:lnTo>
                    <a:pt x="1203226" y="1630383"/>
                  </a:lnTo>
                  <a:lnTo>
                    <a:pt x="1203229" y="1630376"/>
                  </a:lnTo>
                  <a:lnTo>
                    <a:pt x="1203234" y="1630364"/>
                  </a:lnTo>
                  <a:lnTo>
                    <a:pt x="1203240" y="1630357"/>
                  </a:lnTo>
                  <a:lnTo>
                    <a:pt x="1203257" y="1630341"/>
                  </a:lnTo>
                  <a:lnTo>
                    <a:pt x="1203261" y="1630333"/>
                  </a:lnTo>
                  <a:lnTo>
                    <a:pt x="1203270" y="1630322"/>
                  </a:lnTo>
                  <a:lnTo>
                    <a:pt x="1203272" y="1630313"/>
                  </a:lnTo>
                  <a:lnTo>
                    <a:pt x="1203270" y="1630304"/>
                  </a:lnTo>
                  <a:lnTo>
                    <a:pt x="1203269" y="1630296"/>
                  </a:lnTo>
                  <a:lnTo>
                    <a:pt x="1203265" y="1630289"/>
                  </a:lnTo>
                  <a:lnTo>
                    <a:pt x="1203261" y="1630285"/>
                  </a:lnTo>
                  <a:lnTo>
                    <a:pt x="1203255" y="1630274"/>
                  </a:lnTo>
                  <a:lnTo>
                    <a:pt x="1203254" y="1630267"/>
                  </a:lnTo>
                  <a:lnTo>
                    <a:pt x="1203254" y="1630248"/>
                  </a:lnTo>
                  <a:lnTo>
                    <a:pt x="1203255" y="1630235"/>
                  </a:lnTo>
                  <a:lnTo>
                    <a:pt x="1203257" y="1630230"/>
                  </a:lnTo>
                  <a:lnTo>
                    <a:pt x="1203263" y="1630212"/>
                  </a:lnTo>
                  <a:lnTo>
                    <a:pt x="1203268" y="1630198"/>
                  </a:lnTo>
                  <a:lnTo>
                    <a:pt x="1203271" y="1630193"/>
                  </a:lnTo>
                  <a:lnTo>
                    <a:pt x="1203278" y="1630175"/>
                  </a:lnTo>
                  <a:lnTo>
                    <a:pt x="1203300" y="1630135"/>
                  </a:lnTo>
                  <a:lnTo>
                    <a:pt x="1203302" y="1630105"/>
                  </a:lnTo>
                  <a:lnTo>
                    <a:pt x="1203298" y="1630093"/>
                  </a:lnTo>
                  <a:lnTo>
                    <a:pt x="1203290" y="1630081"/>
                  </a:lnTo>
                  <a:lnTo>
                    <a:pt x="1203288" y="1630073"/>
                  </a:lnTo>
                  <a:lnTo>
                    <a:pt x="1203280" y="1630055"/>
                  </a:lnTo>
                  <a:lnTo>
                    <a:pt x="1203272" y="1630043"/>
                  </a:lnTo>
                  <a:lnTo>
                    <a:pt x="1203267" y="1630038"/>
                  </a:lnTo>
                  <a:lnTo>
                    <a:pt x="1203258" y="1630034"/>
                  </a:lnTo>
                  <a:lnTo>
                    <a:pt x="1203249" y="1630033"/>
                  </a:lnTo>
                  <a:lnTo>
                    <a:pt x="1203233" y="1630030"/>
                  </a:lnTo>
                  <a:lnTo>
                    <a:pt x="1203224" y="1630023"/>
                  </a:lnTo>
                  <a:lnTo>
                    <a:pt x="1203223" y="1630013"/>
                  </a:lnTo>
                  <a:lnTo>
                    <a:pt x="1203223" y="1629995"/>
                  </a:lnTo>
                  <a:lnTo>
                    <a:pt x="1203223" y="1629976"/>
                  </a:lnTo>
                  <a:lnTo>
                    <a:pt x="1203224" y="1629959"/>
                  </a:lnTo>
                  <a:lnTo>
                    <a:pt x="1203221" y="1629939"/>
                  </a:lnTo>
                  <a:lnTo>
                    <a:pt x="1203219" y="1629922"/>
                  </a:lnTo>
                  <a:lnTo>
                    <a:pt x="1203223" y="1629913"/>
                  </a:lnTo>
                  <a:lnTo>
                    <a:pt x="1203232" y="1629902"/>
                  </a:lnTo>
                  <a:lnTo>
                    <a:pt x="1203241" y="1629891"/>
                  </a:lnTo>
                  <a:lnTo>
                    <a:pt x="1203243" y="1629883"/>
                  </a:lnTo>
                  <a:lnTo>
                    <a:pt x="1203251" y="1629865"/>
                  </a:lnTo>
                  <a:lnTo>
                    <a:pt x="1203261" y="1629847"/>
                  </a:lnTo>
                  <a:lnTo>
                    <a:pt x="1203264" y="1629828"/>
                  </a:lnTo>
                  <a:lnTo>
                    <a:pt x="1203269" y="1629810"/>
                  </a:lnTo>
                  <a:lnTo>
                    <a:pt x="1203271" y="1629791"/>
                  </a:lnTo>
                  <a:lnTo>
                    <a:pt x="1203271" y="1629773"/>
                  </a:lnTo>
                  <a:lnTo>
                    <a:pt x="1203270" y="1629754"/>
                  </a:lnTo>
                  <a:lnTo>
                    <a:pt x="1203271" y="1629742"/>
                  </a:lnTo>
                  <a:lnTo>
                    <a:pt x="1203278" y="1629730"/>
                  </a:lnTo>
                  <a:lnTo>
                    <a:pt x="1203280" y="1629697"/>
                  </a:lnTo>
                  <a:lnTo>
                    <a:pt x="1203278" y="1629689"/>
                  </a:lnTo>
                  <a:lnTo>
                    <a:pt x="1203269" y="1629652"/>
                  </a:lnTo>
                  <a:lnTo>
                    <a:pt x="1203257" y="1629614"/>
                  </a:lnTo>
                  <a:lnTo>
                    <a:pt x="1203252" y="1629596"/>
                  </a:lnTo>
                  <a:lnTo>
                    <a:pt x="1203249" y="1629578"/>
                  </a:lnTo>
                  <a:lnTo>
                    <a:pt x="1203247" y="1629568"/>
                  </a:lnTo>
                  <a:lnTo>
                    <a:pt x="1203250" y="1629559"/>
                  </a:lnTo>
                  <a:lnTo>
                    <a:pt x="1203251" y="1629541"/>
                  </a:lnTo>
                  <a:lnTo>
                    <a:pt x="1203251" y="1629522"/>
                  </a:lnTo>
                  <a:lnTo>
                    <a:pt x="1203251" y="1629504"/>
                  </a:lnTo>
                  <a:lnTo>
                    <a:pt x="1203252" y="1629485"/>
                  </a:lnTo>
                  <a:lnTo>
                    <a:pt x="1203251" y="1629467"/>
                  </a:lnTo>
                  <a:lnTo>
                    <a:pt x="1203251" y="1629448"/>
                  </a:lnTo>
                  <a:lnTo>
                    <a:pt x="1203250" y="1629430"/>
                  </a:lnTo>
                  <a:lnTo>
                    <a:pt x="1203250" y="1629411"/>
                  </a:lnTo>
                  <a:lnTo>
                    <a:pt x="1203251" y="1629393"/>
                  </a:lnTo>
                  <a:lnTo>
                    <a:pt x="1203253" y="1629374"/>
                  </a:lnTo>
                  <a:lnTo>
                    <a:pt x="1203260" y="1629356"/>
                  </a:lnTo>
                  <a:lnTo>
                    <a:pt x="1203276" y="1629342"/>
                  </a:lnTo>
                  <a:lnTo>
                    <a:pt x="1203295" y="1629332"/>
                  </a:lnTo>
                  <a:lnTo>
                    <a:pt x="1203311" y="1629329"/>
                  </a:lnTo>
                  <a:lnTo>
                    <a:pt x="1203318" y="1629328"/>
                  </a:lnTo>
                  <a:lnTo>
                    <a:pt x="1203325" y="1629322"/>
                  </a:lnTo>
                  <a:lnTo>
                    <a:pt x="1203332" y="1629315"/>
                  </a:lnTo>
                  <a:lnTo>
                    <a:pt x="1203334" y="1629308"/>
                  </a:lnTo>
                  <a:lnTo>
                    <a:pt x="1203346" y="1629287"/>
                  </a:lnTo>
                  <a:lnTo>
                    <a:pt x="1203348" y="1629278"/>
                  </a:lnTo>
                  <a:lnTo>
                    <a:pt x="1203348" y="1629268"/>
                  </a:lnTo>
                  <a:lnTo>
                    <a:pt x="1203345" y="1629250"/>
                  </a:lnTo>
                  <a:lnTo>
                    <a:pt x="1203348" y="1629231"/>
                  </a:lnTo>
                  <a:lnTo>
                    <a:pt x="1203354" y="1629213"/>
                  </a:lnTo>
                  <a:lnTo>
                    <a:pt x="1203362" y="1629194"/>
                  </a:lnTo>
                  <a:lnTo>
                    <a:pt x="1203373" y="1629178"/>
                  </a:lnTo>
                  <a:lnTo>
                    <a:pt x="1203379" y="1629168"/>
                  </a:lnTo>
                  <a:lnTo>
                    <a:pt x="1203385" y="1629163"/>
                  </a:lnTo>
                  <a:lnTo>
                    <a:pt x="1203402" y="1629152"/>
                  </a:lnTo>
                  <a:lnTo>
                    <a:pt x="1203420" y="1629143"/>
                  </a:lnTo>
                  <a:lnTo>
                    <a:pt x="1203438" y="1629131"/>
                  </a:lnTo>
                  <a:lnTo>
                    <a:pt x="1203454" y="1629114"/>
                  </a:lnTo>
                  <a:lnTo>
                    <a:pt x="1203463" y="1629095"/>
                  </a:lnTo>
                  <a:lnTo>
                    <a:pt x="1203479" y="1629077"/>
                  </a:lnTo>
                  <a:lnTo>
                    <a:pt x="1203494" y="1629060"/>
                  </a:lnTo>
                  <a:lnTo>
                    <a:pt x="1203507" y="1629051"/>
                  </a:lnTo>
                  <a:lnTo>
                    <a:pt x="1203512" y="1629050"/>
                  </a:lnTo>
                  <a:lnTo>
                    <a:pt x="1203529" y="1629043"/>
                  </a:lnTo>
                  <a:lnTo>
                    <a:pt x="1203535" y="1629043"/>
                  </a:lnTo>
                  <a:lnTo>
                    <a:pt x="1203543" y="1629038"/>
                  </a:lnTo>
                  <a:lnTo>
                    <a:pt x="1203547" y="1629034"/>
                  </a:lnTo>
                  <a:lnTo>
                    <a:pt x="1203556" y="1629020"/>
                  </a:lnTo>
                  <a:lnTo>
                    <a:pt x="1203561" y="1629018"/>
                  </a:lnTo>
                  <a:lnTo>
                    <a:pt x="1203567" y="1629014"/>
                  </a:lnTo>
                  <a:lnTo>
                    <a:pt x="1203595" y="1629009"/>
                  </a:lnTo>
                  <a:lnTo>
                    <a:pt x="1203600" y="1629003"/>
                  </a:lnTo>
                  <a:lnTo>
                    <a:pt x="1203616" y="1628988"/>
                  </a:lnTo>
                  <a:lnTo>
                    <a:pt x="1203623" y="1628974"/>
                  </a:lnTo>
                  <a:lnTo>
                    <a:pt x="1203629" y="1628970"/>
                  </a:lnTo>
                  <a:lnTo>
                    <a:pt x="1203637" y="1628967"/>
                  </a:lnTo>
                  <a:lnTo>
                    <a:pt x="1203645" y="1628969"/>
                  </a:lnTo>
                  <a:lnTo>
                    <a:pt x="1203662" y="1628962"/>
                  </a:lnTo>
                  <a:lnTo>
                    <a:pt x="1203669" y="1628958"/>
                  </a:lnTo>
                  <a:lnTo>
                    <a:pt x="1203680" y="1628949"/>
                  </a:lnTo>
                  <a:lnTo>
                    <a:pt x="1203696" y="1628933"/>
                  </a:lnTo>
                  <a:lnTo>
                    <a:pt x="1203711" y="1628915"/>
                  </a:lnTo>
                  <a:lnTo>
                    <a:pt x="1203727" y="1628899"/>
                  </a:lnTo>
                  <a:lnTo>
                    <a:pt x="1203740" y="1628889"/>
                  </a:lnTo>
                  <a:lnTo>
                    <a:pt x="1203758" y="1628876"/>
                  </a:lnTo>
                  <a:lnTo>
                    <a:pt x="1203776" y="1628860"/>
                  </a:lnTo>
                  <a:lnTo>
                    <a:pt x="1203785" y="1628844"/>
                  </a:lnTo>
                  <a:lnTo>
                    <a:pt x="1203790" y="1628825"/>
                  </a:lnTo>
                  <a:lnTo>
                    <a:pt x="1203793" y="1628807"/>
                  </a:lnTo>
                  <a:lnTo>
                    <a:pt x="1203803" y="1628798"/>
                  </a:lnTo>
                  <a:lnTo>
                    <a:pt x="1203809" y="1628796"/>
                  </a:lnTo>
                  <a:lnTo>
                    <a:pt x="1203825" y="1628788"/>
                  </a:lnTo>
                  <a:lnTo>
                    <a:pt x="1203833" y="1628775"/>
                  </a:lnTo>
                  <a:lnTo>
                    <a:pt x="1203833" y="1628767"/>
                  </a:lnTo>
                  <a:lnTo>
                    <a:pt x="1203833" y="1628749"/>
                  </a:lnTo>
                  <a:lnTo>
                    <a:pt x="1203835" y="1628730"/>
                  </a:lnTo>
                  <a:lnTo>
                    <a:pt x="1203837" y="1628712"/>
                  </a:lnTo>
                  <a:lnTo>
                    <a:pt x="1203844" y="1628693"/>
                  </a:lnTo>
                  <a:lnTo>
                    <a:pt x="1203850" y="1628681"/>
                  </a:lnTo>
                  <a:lnTo>
                    <a:pt x="1203864" y="1628670"/>
                  </a:lnTo>
                  <a:lnTo>
                    <a:pt x="1203892" y="1628652"/>
                  </a:lnTo>
                  <a:lnTo>
                    <a:pt x="1203910" y="1628640"/>
                  </a:lnTo>
                  <a:lnTo>
                    <a:pt x="1203923" y="1628634"/>
                  </a:lnTo>
                  <a:lnTo>
                    <a:pt x="1203929" y="1628634"/>
                  </a:lnTo>
                  <a:lnTo>
                    <a:pt x="1203945" y="1628634"/>
                  </a:lnTo>
                  <a:lnTo>
                    <a:pt x="1203963" y="1628633"/>
                  </a:lnTo>
                  <a:lnTo>
                    <a:pt x="1203978" y="1628631"/>
                  </a:lnTo>
                  <a:lnTo>
                    <a:pt x="1204006" y="1628613"/>
                  </a:lnTo>
                  <a:lnTo>
                    <a:pt x="1204010" y="1628608"/>
                  </a:lnTo>
                  <a:lnTo>
                    <a:pt x="1204023" y="1628591"/>
                  </a:lnTo>
                  <a:lnTo>
                    <a:pt x="1204035" y="1628572"/>
                  </a:lnTo>
                  <a:lnTo>
                    <a:pt x="1204046" y="1628554"/>
                  </a:lnTo>
                  <a:lnTo>
                    <a:pt x="1204051" y="1628544"/>
                  </a:lnTo>
                  <a:lnTo>
                    <a:pt x="1204058" y="1628538"/>
                  </a:lnTo>
                  <a:lnTo>
                    <a:pt x="1204073" y="1628523"/>
                  </a:lnTo>
                  <a:lnTo>
                    <a:pt x="1204094" y="1628511"/>
                  </a:lnTo>
                  <a:lnTo>
                    <a:pt x="1204105" y="1628506"/>
                  </a:lnTo>
                  <a:lnTo>
                    <a:pt x="1204110" y="1628501"/>
                  </a:lnTo>
                  <a:lnTo>
                    <a:pt x="1204124" y="1628480"/>
                  </a:lnTo>
                  <a:lnTo>
                    <a:pt x="1204137" y="1628464"/>
                  </a:lnTo>
                  <a:lnTo>
                    <a:pt x="1204152" y="1628448"/>
                  </a:lnTo>
                  <a:lnTo>
                    <a:pt x="1204178" y="1628419"/>
                  </a:lnTo>
                  <a:lnTo>
                    <a:pt x="1204189" y="1628401"/>
                  </a:lnTo>
                  <a:lnTo>
                    <a:pt x="1204194" y="1628382"/>
                  </a:lnTo>
                  <a:lnTo>
                    <a:pt x="1204192" y="1628364"/>
                  </a:lnTo>
                  <a:lnTo>
                    <a:pt x="1204192" y="1628348"/>
                  </a:lnTo>
                  <a:lnTo>
                    <a:pt x="1204180" y="1628312"/>
                  </a:lnTo>
                  <a:lnTo>
                    <a:pt x="1204177" y="1628294"/>
                  </a:lnTo>
                  <a:lnTo>
                    <a:pt x="1204173" y="1628287"/>
                  </a:lnTo>
                  <a:lnTo>
                    <a:pt x="1204170" y="1628269"/>
                  </a:lnTo>
                  <a:lnTo>
                    <a:pt x="1204164" y="1628250"/>
                  </a:lnTo>
                  <a:lnTo>
                    <a:pt x="1204160" y="1628239"/>
                  </a:lnTo>
                  <a:lnTo>
                    <a:pt x="1204160" y="1628232"/>
                  </a:lnTo>
                  <a:lnTo>
                    <a:pt x="1204163" y="1628214"/>
                  </a:lnTo>
                  <a:lnTo>
                    <a:pt x="1204164" y="1628201"/>
                  </a:lnTo>
                  <a:lnTo>
                    <a:pt x="1204161" y="1628180"/>
                  </a:lnTo>
                  <a:lnTo>
                    <a:pt x="1204158" y="1628162"/>
                  </a:lnTo>
                  <a:lnTo>
                    <a:pt x="1204153" y="1628143"/>
                  </a:lnTo>
                  <a:lnTo>
                    <a:pt x="1204148" y="1628125"/>
                  </a:lnTo>
                  <a:lnTo>
                    <a:pt x="1204127" y="1628069"/>
                  </a:lnTo>
                  <a:lnTo>
                    <a:pt x="1204120" y="1628051"/>
                  </a:lnTo>
                  <a:lnTo>
                    <a:pt x="1204114" y="1628033"/>
                  </a:lnTo>
                  <a:lnTo>
                    <a:pt x="1204111" y="1628022"/>
                  </a:lnTo>
                  <a:lnTo>
                    <a:pt x="1204105" y="1628014"/>
                  </a:lnTo>
                  <a:lnTo>
                    <a:pt x="1204088" y="1627995"/>
                  </a:lnTo>
                  <a:lnTo>
                    <a:pt x="1204074" y="1627981"/>
                  </a:lnTo>
                  <a:lnTo>
                    <a:pt x="1204063" y="1627968"/>
                  </a:lnTo>
                  <a:lnTo>
                    <a:pt x="1204060" y="1627963"/>
                  </a:lnTo>
                  <a:lnTo>
                    <a:pt x="1204052" y="1627945"/>
                  </a:lnTo>
                  <a:lnTo>
                    <a:pt x="1204045" y="1627935"/>
                  </a:lnTo>
                  <a:lnTo>
                    <a:pt x="1204041" y="1627926"/>
                  </a:lnTo>
                  <a:lnTo>
                    <a:pt x="1204032" y="1627908"/>
                  </a:lnTo>
                  <a:lnTo>
                    <a:pt x="1204004" y="1627859"/>
                  </a:lnTo>
                  <a:lnTo>
                    <a:pt x="1203993" y="1627830"/>
                  </a:lnTo>
                  <a:lnTo>
                    <a:pt x="1203989" y="1627745"/>
                  </a:lnTo>
                  <a:lnTo>
                    <a:pt x="1203988" y="1627733"/>
                  </a:lnTo>
                  <a:lnTo>
                    <a:pt x="1203988" y="1627692"/>
                  </a:lnTo>
                  <a:lnTo>
                    <a:pt x="1203988" y="1627680"/>
                  </a:lnTo>
                  <a:lnTo>
                    <a:pt x="1203986" y="1627674"/>
                  </a:lnTo>
                  <a:lnTo>
                    <a:pt x="1203978" y="1627648"/>
                  </a:lnTo>
                  <a:lnTo>
                    <a:pt x="1203971" y="1627636"/>
                  </a:lnTo>
                  <a:lnTo>
                    <a:pt x="1203956" y="1627618"/>
                  </a:lnTo>
                  <a:lnTo>
                    <a:pt x="1203953" y="1627611"/>
                  </a:lnTo>
                  <a:lnTo>
                    <a:pt x="1203945" y="1627601"/>
                  </a:lnTo>
                  <a:lnTo>
                    <a:pt x="1203934" y="1627583"/>
                  </a:lnTo>
                  <a:lnTo>
                    <a:pt x="1203930" y="1627564"/>
                  </a:lnTo>
                  <a:lnTo>
                    <a:pt x="1203933" y="1627545"/>
                  </a:lnTo>
                  <a:lnTo>
                    <a:pt x="1203935" y="1627529"/>
                  </a:lnTo>
                  <a:lnTo>
                    <a:pt x="1203938" y="1627508"/>
                  </a:lnTo>
                  <a:lnTo>
                    <a:pt x="1203938" y="1627490"/>
                  </a:lnTo>
                  <a:lnTo>
                    <a:pt x="1203938" y="1627471"/>
                  </a:lnTo>
                  <a:lnTo>
                    <a:pt x="1203940" y="1627453"/>
                  </a:lnTo>
                  <a:lnTo>
                    <a:pt x="1203943" y="1627435"/>
                  </a:lnTo>
                  <a:lnTo>
                    <a:pt x="1203947" y="1627416"/>
                  </a:lnTo>
                  <a:lnTo>
                    <a:pt x="1203950" y="1627398"/>
                  </a:lnTo>
                  <a:lnTo>
                    <a:pt x="1203949" y="1627379"/>
                  </a:lnTo>
                  <a:lnTo>
                    <a:pt x="1203947" y="1627360"/>
                  </a:lnTo>
                  <a:lnTo>
                    <a:pt x="1203940" y="1627342"/>
                  </a:lnTo>
                  <a:lnTo>
                    <a:pt x="1203934" y="1627323"/>
                  </a:lnTo>
                  <a:lnTo>
                    <a:pt x="1203917" y="1627287"/>
                  </a:lnTo>
                  <a:lnTo>
                    <a:pt x="1203910" y="1627268"/>
                  </a:lnTo>
                  <a:lnTo>
                    <a:pt x="1203904" y="1627253"/>
                  </a:lnTo>
                  <a:lnTo>
                    <a:pt x="1203901" y="1627232"/>
                  </a:lnTo>
                  <a:lnTo>
                    <a:pt x="1203900" y="1627222"/>
                  </a:lnTo>
                  <a:lnTo>
                    <a:pt x="1203896" y="1627214"/>
                  </a:lnTo>
                  <a:lnTo>
                    <a:pt x="1203888" y="1627195"/>
                  </a:lnTo>
                  <a:lnTo>
                    <a:pt x="1203884" y="1627190"/>
                  </a:lnTo>
                  <a:lnTo>
                    <a:pt x="1203880" y="1627177"/>
                  </a:lnTo>
                  <a:lnTo>
                    <a:pt x="1203871" y="1627158"/>
                  </a:lnTo>
                  <a:lnTo>
                    <a:pt x="1203862" y="1627145"/>
                  </a:lnTo>
                  <a:lnTo>
                    <a:pt x="1203858" y="1627141"/>
                  </a:lnTo>
                  <a:lnTo>
                    <a:pt x="1203840" y="1627130"/>
                  </a:lnTo>
                  <a:lnTo>
                    <a:pt x="1203843" y="1627122"/>
                  </a:lnTo>
                  <a:lnTo>
                    <a:pt x="1203855" y="1627103"/>
                  </a:lnTo>
                  <a:lnTo>
                    <a:pt x="1203866" y="1627084"/>
                  </a:lnTo>
                  <a:lnTo>
                    <a:pt x="1203876" y="1627066"/>
                  </a:lnTo>
                  <a:lnTo>
                    <a:pt x="1203881" y="1627058"/>
                  </a:lnTo>
                  <a:lnTo>
                    <a:pt x="1203884" y="1627047"/>
                  </a:lnTo>
                  <a:lnTo>
                    <a:pt x="1203888" y="1627038"/>
                  </a:lnTo>
                  <a:lnTo>
                    <a:pt x="1203894" y="1627027"/>
                  </a:lnTo>
                  <a:lnTo>
                    <a:pt x="1203903" y="1627010"/>
                  </a:lnTo>
                  <a:lnTo>
                    <a:pt x="1203916" y="1626992"/>
                  </a:lnTo>
                  <a:lnTo>
                    <a:pt x="1203919" y="1626987"/>
                  </a:lnTo>
                  <a:lnTo>
                    <a:pt x="1203932" y="1626973"/>
                  </a:lnTo>
                  <a:lnTo>
                    <a:pt x="1203949" y="1626958"/>
                  </a:lnTo>
                  <a:lnTo>
                    <a:pt x="1203956" y="1626955"/>
                  </a:lnTo>
                  <a:lnTo>
                    <a:pt x="1203966" y="1626949"/>
                  </a:lnTo>
                  <a:lnTo>
                    <a:pt x="1203977" y="1626946"/>
                  </a:lnTo>
                  <a:lnTo>
                    <a:pt x="1203988" y="1626950"/>
                  </a:lnTo>
                  <a:lnTo>
                    <a:pt x="1203995" y="1626954"/>
                  </a:lnTo>
                  <a:lnTo>
                    <a:pt x="1204003" y="1626967"/>
                  </a:lnTo>
                  <a:lnTo>
                    <a:pt x="1204013" y="1626978"/>
                  </a:lnTo>
                  <a:lnTo>
                    <a:pt x="1204028" y="1626994"/>
                  </a:lnTo>
                  <a:lnTo>
                    <a:pt x="1204045" y="1627009"/>
                  </a:lnTo>
                  <a:lnTo>
                    <a:pt x="1204062" y="1627024"/>
                  </a:lnTo>
                  <a:lnTo>
                    <a:pt x="1204080" y="1627031"/>
                  </a:lnTo>
                  <a:lnTo>
                    <a:pt x="1204097" y="1627040"/>
                  </a:lnTo>
                  <a:lnTo>
                    <a:pt x="1204115" y="1627050"/>
                  </a:lnTo>
                  <a:lnTo>
                    <a:pt x="1204132" y="1627062"/>
                  </a:lnTo>
                  <a:lnTo>
                    <a:pt x="1204150" y="1627073"/>
                  </a:lnTo>
                  <a:lnTo>
                    <a:pt x="1204168" y="1627090"/>
                  </a:lnTo>
                  <a:lnTo>
                    <a:pt x="1204183" y="1627108"/>
                  </a:lnTo>
                  <a:lnTo>
                    <a:pt x="1204203" y="1627119"/>
                  </a:lnTo>
                  <a:lnTo>
                    <a:pt x="1204219" y="1627120"/>
                  </a:lnTo>
                  <a:lnTo>
                    <a:pt x="1204236" y="1627120"/>
                  </a:lnTo>
                  <a:lnTo>
                    <a:pt x="1204254" y="1627119"/>
                  </a:lnTo>
                  <a:lnTo>
                    <a:pt x="1204271" y="1627120"/>
                  </a:lnTo>
                  <a:lnTo>
                    <a:pt x="1204289" y="1627121"/>
                  </a:lnTo>
                  <a:lnTo>
                    <a:pt x="1204307" y="1627122"/>
                  </a:lnTo>
                  <a:lnTo>
                    <a:pt x="1204324" y="1627124"/>
                  </a:lnTo>
                  <a:lnTo>
                    <a:pt x="1204336" y="1627120"/>
                  </a:lnTo>
                  <a:lnTo>
                    <a:pt x="1204352" y="1627121"/>
                  </a:lnTo>
                  <a:lnTo>
                    <a:pt x="1204370" y="1627120"/>
                  </a:lnTo>
                  <a:lnTo>
                    <a:pt x="1204425" y="1627103"/>
                  </a:lnTo>
                  <a:lnTo>
                    <a:pt x="1204441" y="1627094"/>
                  </a:lnTo>
                  <a:lnTo>
                    <a:pt x="1204451" y="1627086"/>
                  </a:lnTo>
                  <a:lnTo>
                    <a:pt x="1204458" y="1627084"/>
                  </a:lnTo>
                  <a:lnTo>
                    <a:pt x="1204476" y="1627073"/>
                  </a:lnTo>
                  <a:lnTo>
                    <a:pt x="1204484" y="1627067"/>
                  </a:lnTo>
                  <a:lnTo>
                    <a:pt x="1204486" y="1627057"/>
                  </a:lnTo>
                  <a:lnTo>
                    <a:pt x="1204490" y="1627051"/>
                  </a:lnTo>
                  <a:lnTo>
                    <a:pt x="1204487" y="1627032"/>
                  </a:lnTo>
                  <a:lnTo>
                    <a:pt x="1204475" y="1626995"/>
                  </a:lnTo>
                  <a:lnTo>
                    <a:pt x="1204468" y="1626977"/>
                  </a:lnTo>
                  <a:lnTo>
                    <a:pt x="1204459" y="1626958"/>
                  </a:lnTo>
                  <a:lnTo>
                    <a:pt x="1204449" y="1626931"/>
                  </a:lnTo>
                  <a:lnTo>
                    <a:pt x="1204449" y="1626919"/>
                  </a:lnTo>
                  <a:lnTo>
                    <a:pt x="1204448" y="1626900"/>
                  </a:lnTo>
                  <a:lnTo>
                    <a:pt x="1204445" y="1626896"/>
                  </a:lnTo>
                  <a:lnTo>
                    <a:pt x="1204445" y="1626882"/>
                  </a:lnTo>
                  <a:lnTo>
                    <a:pt x="1204445" y="1626872"/>
                  </a:lnTo>
                  <a:lnTo>
                    <a:pt x="1204448" y="1626863"/>
                  </a:lnTo>
                  <a:lnTo>
                    <a:pt x="1204458" y="1626845"/>
                  </a:lnTo>
                  <a:lnTo>
                    <a:pt x="1204468" y="1626827"/>
                  </a:lnTo>
                  <a:lnTo>
                    <a:pt x="1204470" y="1626808"/>
                  </a:lnTo>
                  <a:lnTo>
                    <a:pt x="1204472" y="1626789"/>
                  </a:lnTo>
                  <a:lnTo>
                    <a:pt x="1204476" y="1626771"/>
                  </a:lnTo>
                  <a:lnTo>
                    <a:pt x="1204482" y="1626754"/>
                  </a:lnTo>
                  <a:lnTo>
                    <a:pt x="1204498" y="1626711"/>
                  </a:lnTo>
                  <a:lnTo>
                    <a:pt x="1204503" y="1626702"/>
                  </a:lnTo>
                  <a:lnTo>
                    <a:pt x="1204504" y="1626692"/>
                  </a:lnTo>
                  <a:lnTo>
                    <a:pt x="1204505" y="1626679"/>
                  </a:lnTo>
                  <a:lnTo>
                    <a:pt x="1204509" y="1626666"/>
                  </a:lnTo>
                  <a:lnTo>
                    <a:pt x="1204510" y="1626655"/>
                  </a:lnTo>
                  <a:lnTo>
                    <a:pt x="1204506" y="1626642"/>
                  </a:lnTo>
                  <a:lnTo>
                    <a:pt x="1204500" y="1626623"/>
                  </a:lnTo>
                  <a:lnTo>
                    <a:pt x="1204497" y="1626618"/>
                  </a:lnTo>
                  <a:lnTo>
                    <a:pt x="1204485" y="1626598"/>
                  </a:lnTo>
                  <a:lnTo>
                    <a:pt x="1204477" y="1626581"/>
                  </a:lnTo>
                  <a:lnTo>
                    <a:pt x="1204473" y="1626563"/>
                  </a:lnTo>
                  <a:lnTo>
                    <a:pt x="1204473" y="1626553"/>
                  </a:lnTo>
                  <a:lnTo>
                    <a:pt x="1204476" y="1626542"/>
                  </a:lnTo>
                  <a:lnTo>
                    <a:pt x="1204499" y="1626495"/>
                  </a:lnTo>
                  <a:lnTo>
                    <a:pt x="1204503" y="1626490"/>
                  </a:lnTo>
                  <a:lnTo>
                    <a:pt x="1204507" y="1626476"/>
                  </a:lnTo>
                  <a:lnTo>
                    <a:pt x="1204513" y="1626458"/>
                  </a:lnTo>
                  <a:lnTo>
                    <a:pt x="1204518" y="1626439"/>
                  </a:lnTo>
                  <a:lnTo>
                    <a:pt x="1204522" y="1626421"/>
                  </a:lnTo>
                  <a:lnTo>
                    <a:pt x="1204522" y="1626402"/>
                  </a:lnTo>
                  <a:lnTo>
                    <a:pt x="1204524" y="1626392"/>
                  </a:lnTo>
                  <a:lnTo>
                    <a:pt x="1204532" y="1626381"/>
                  </a:lnTo>
                  <a:lnTo>
                    <a:pt x="1204543" y="1626371"/>
                  </a:lnTo>
                  <a:lnTo>
                    <a:pt x="1204560" y="1626365"/>
                  </a:lnTo>
                  <a:lnTo>
                    <a:pt x="1204596" y="1626353"/>
                  </a:lnTo>
                  <a:lnTo>
                    <a:pt x="1204613" y="1626342"/>
                  </a:lnTo>
                  <a:lnTo>
                    <a:pt x="1204621" y="1626338"/>
                  </a:lnTo>
                  <a:lnTo>
                    <a:pt x="1204631" y="1626337"/>
                  </a:lnTo>
                  <a:lnTo>
                    <a:pt x="1204648" y="1626339"/>
                  </a:lnTo>
                  <a:lnTo>
                    <a:pt x="1204656" y="1626342"/>
                  </a:lnTo>
                  <a:lnTo>
                    <a:pt x="1204666" y="1626342"/>
                  </a:lnTo>
                  <a:lnTo>
                    <a:pt x="1204684" y="1626341"/>
                  </a:lnTo>
                  <a:lnTo>
                    <a:pt x="1204702" y="1626337"/>
                  </a:lnTo>
                  <a:lnTo>
                    <a:pt x="1204719" y="1626334"/>
                  </a:lnTo>
                  <a:lnTo>
                    <a:pt x="1204726" y="1626332"/>
                  </a:lnTo>
                  <a:lnTo>
                    <a:pt x="1204737" y="1626332"/>
                  </a:lnTo>
                  <a:lnTo>
                    <a:pt x="1204754" y="1626332"/>
                  </a:lnTo>
                  <a:lnTo>
                    <a:pt x="1204772" y="1626328"/>
                  </a:lnTo>
                  <a:lnTo>
                    <a:pt x="1204784" y="1626325"/>
                  </a:lnTo>
                  <a:lnTo>
                    <a:pt x="1204790" y="1626322"/>
                  </a:lnTo>
                  <a:lnTo>
                    <a:pt x="1204807" y="1626314"/>
                  </a:lnTo>
                  <a:lnTo>
                    <a:pt x="1204825" y="1626306"/>
                  </a:lnTo>
                  <a:lnTo>
                    <a:pt x="1204842" y="1626295"/>
                  </a:lnTo>
                  <a:lnTo>
                    <a:pt x="1204847" y="1626290"/>
                  </a:lnTo>
                  <a:lnTo>
                    <a:pt x="1204850" y="1626274"/>
                  </a:lnTo>
                  <a:lnTo>
                    <a:pt x="1204855" y="1626258"/>
                  </a:lnTo>
                  <a:lnTo>
                    <a:pt x="1204859" y="1626247"/>
                  </a:lnTo>
                  <a:lnTo>
                    <a:pt x="1204864" y="1626239"/>
                  </a:lnTo>
                  <a:lnTo>
                    <a:pt x="1204867" y="1626221"/>
                  </a:lnTo>
                  <a:lnTo>
                    <a:pt x="1204850" y="1626215"/>
                  </a:lnTo>
                  <a:lnTo>
                    <a:pt x="1204832" y="1626202"/>
                  </a:lnTo>
                  <a:lnTo>
                    <a:pt x="1204821" y="1626188"/>
                  </a:lnTo>
                  <a:lnTo>
                    <a:pt x="1204812" y="1626156"/>
                  </a:lnTo>
                  <a:lnTo>
                    <a:pt x="1204800" y="1626148"/>
                  </a:lnTo>
                  <a:lnTo>
                    <a:pt x="1204767" y="1626129"/>
                  </a:lnTo>
                  <a:lnTo>
                    <a:pt x="1204750" y="1626124"/>
                  </a:lnTo>
                  <a:lnTo>
                    <a:pt x="1204735" y="1626116"/>
                  </a:lnTo>
                  <a:lnTo>
                    <a:pt x="1204718" y="1626097"/>
                  </a:lnTo>
                  <a:lnTo>
                    <a:pt x="1204713" y="1626089"/>
                  </a:lnTo>
                  <a:lnTo>
                    <a:pt x="1204708" y="1626077"/>
                  </a:lnTo>
                  <a:lnTo>
                    <a:pt x="1204701" y="1626058"/>
                  </a:lnTo>
                  <a:lnTo>
                    <a:pt x="1204698" y="1626040"/>
                  </a:lnTo>
                  <a:lnTo>
                    <a:pt x="1204696" y="1626021"/>
                  </a:lnTo>
                  <a:lnTo>
                    <a:pt x="1204694" y="1626003"/>
                  </a:lnTo>
                  <a:lnTo>
                    <a:pt x="1204687" y="1625984"/>
                  </a:lnTo>
                  <a:lnTo>
                    <a:pt x="1204679" y="1625974"/>
                  </a:lnTo>
                  <a:lnTo>
                    <a:pt x="1204671" y="1625972"/>
                  </a:lnTo>
                  <a:lnTo>
                    <a:pt x="1204666" y="1625968"/>
                  </a:lnTo>
                  <a:lnTo>
                    <a:pt x="1204653" y="1625968"/>
                  </a:lnTo>
                  <a:lnTo>
                    <a:pt x="1204635" y="1625969"/>
                  </a:lnTo>
                  <a:lnTo>
                    <a:pt x="1204615" y="1625973"/>
                  </a:lnTo>
                  <a:lnTo>
                    <a:pt x="1204600" y="1625984"/>
                  </a:lnTo>
                  <a:lnTo>
                    <a:pt x="1204585" y="1626003"/>
                  </a:lnTo>
                  <a:lnTo>
                    <a:pt x="1204576" y="1626008"/>
                  </a:lnTo>
                  <a:lnTo>
                    <a:pt x="1204567" y="1626010"/>
                  </a:lnTo>
                  <a:lnTo>
                    <a:pt x="1204550" y="1626012"/>
                  </a:lnTo>
                  <a:lnTo>
                    <a:pt x="1204540" y="1626010"/>
                  </a:lnTo>
                  <a:lnTo>
                    <a:pt x="1204532" y="1626005"/>
                  </a:lnTo>
                  <a:lnTo>
                    <a:pt x="1204516" y="1625994"/>
                  </a:lnTo>
                  <a:lnTo>
                    <a:pt x="1204511" y="1625989"/>
                  </a:lnTo>
                  <a:lnTo>
                    <a:pt x="1204504" y="1625976"/>
                  </a:lnTo>
                  <a:lnTo>
                    <a:pt x="1204499" y="1625967"/>
                  </a:lnTo>
                  <a:lnTo>
                    <a:pt x="1204497" y="1625957"/>
                  </a:lnTo>
                  <a:lnTo>
                    <a:pt x="1204489" y="1625939"/>
                  </a:lnTo>
                  <a:lnTo>
                    <a:pt x="1204484" y="1625932"/>
                  </a:lnTo>
                  <a:lnTo>
                    <a:pt x="1204472" y="1625925"/>
                  </a:lnTo>
                  <a:lnTo>
                    <a:pt x="1204454" y="1625915"/>
                  </a:lnTo>
                  <a:lnTo>
                    <a:pt x="1204437" y="1625908"/>
                  </a:lnTo>
                  <a:lnTo>
                    <a:pt x="1204419" y="1625902"/>
                  </a:lnTo>
                  <a:lnTo>
                    <a:pt x="1204401" y="1625898"/>
                  </a:lnTo>
                  <a:lnTo>
                    <a:pt x="1204391" y="1625897"/>
                  </a:lnTo>
                  <a:lnTo>
                    <a:pt x="1204384" y="1625899"/>
                  </a:lnTo>
                  <a:lnTo>
                    <a:pt x="1204366" y="1625904"/>
                  </a:lnTo>
                  <a:lnTo>
                    <a:pt x="1204358" y="1625907"/>
                  </a:lnTo>
                  <a:lnTo>
                    <a:pt x="1204349" y="1625907"/>
                  </a:lnTo>
                  <a:lnTo>
                    <a:pt x="1204332" y="1625904"/>
                  </a:lnTo>
                  <a:lnTo>
                    <a:pt x="1204313" y="1625896"/>
                  </a:lnTo>
                  <a:lnTo>
                    <a:pt x="1204295" y="1625886"/>
                  </a:lnTo>
                  <a:lnTo>
                    <a:pt x="1204279" y="1625871"/>
                  </a:lnTo>
                  <a:lnTo>
                    <a:pt x="1204275" y="1625867"/>
                  </a:lnTo>
                  <a:lnTo>
                    <a:pt x="1204271" y="1625861"/>
                  </a:lnTo>
                  <a:lnTo>
                    <a:pt x="1204269" y="1625853"/>
                  </a:lnTo>
                  <a:lnTo>
                    <a:pt x="1204268" y="1625835"/>
                  </a:lnTo>
                  <a:lnTo>
                    <a:pt x="1204264" y="1625823"/>
                  </a:lnTo>
                  <a:lnTo>
                    <a:pt x="1204258" y="1625818"/>
                  </a:lnTo>
                  <a:lnTo>
                    <a:pt x="1204240" y="1625808"/>
                  </a:lnTo>
                  <a:lnTo>
                    <a:pt x="1204223" y="1625807"/>
                  </a:lnTo>
                  <a:lnTo>
                    <a:pt x="1204217" y="1625804"/>
                  </a:lnTo>
                  <a:lnTo>
                    <a:pt x="1204211" y="1625798"/>
                  </a:lnTo>
                  <a:lnTo>
                    <a:pt x="1204211" y="1625792"/>
                  </a:lnTo>
                  <a:lnTo>
                    <a:pt x="1204213" y="1625773"/>
                  </a:lnTo>
                  <a:lnTo>
                    <a:pt x="1204212" y="1625765"/>
                  </a:lnTo>
                  <a:lnTo>
                    <a:pt x="1204207" y="1625756"/>
                  </a:lnTo>
                  <a:lnTo>
                    <a:pt x="1204199" y="1625745"/>
                  </a:lnTo>
                  <a:lnTo>
                    <a:pt x="1204192" y="1625739"/>
                  </a:lnTo>
                  <a:lnTo>
                    <a:pt x="1204188" y="1625734"/>
                  </a:lnTo>
                  <a:lnTo>
                    <a:pt x="1204175" y="1625724"/>
                  </a:lnTo>
                  <a:lnTo>
                    <a:pt x="1204158" y="1625712"/>
                  </a:lnTo>
                  <a:lnTo>
                    <a:pt x="1204144" y="1625695"/>
                  </a:lnTo>
                  <a:lnTo>
                    <a:pt x="1204105" y="1625670"/>
                  </a:lnTo>
                  <a:lnTo>
                    <a:pt x="1204087" y="1625660"/>
                  </a:lnTo>
                  <a:lnTo>
                    <a:pt x="1204071" y="1625655"/>
                  </a:lnTo>
                  <a:lnTo>
                    <a:pt x="1204061" y="1625649"/>
                  </a:lnTo>
                  <a:lnTo>
                    <a:pt x="1204054" y="1625643"/>
                  </a:lnTo>
                  <a:lnTo>
                    <a:pt x="1204049" y="1625634"/>
                  </a:lnTo>
                  <a:lnTo>
                    <a:pt x="1204040" y="1625613"/>
                  </a:lnTo>
                  <a:lnTo>
                    <a:pt x="1204029" y="1625595"/>
                  </a:lnTo>
                  <a:lnTo>
                    <a:pt x="1204020" y="1625576"/>
                  </a:lnTo>
                  <a:lnTo>
                    <a:pt x="1204016" y="1625558"/>
                  </a:lnTo>
                  <a:lnTo>
                    <a:pt x="1204016" y="1625548"/>
                  </a:lnTo>
                  <a:lnTo>
                    <a:pt x="1204016" y="1625539"/>
                  </a:lnTo>
                  <a:lnTo>
                    <a:pt x="1204024" y="1625521"/>
                  </a:lnTo>
                  <a:lnTo>
                    <a:pt x="1204040" y="1625503"/>
                  </a:lnTo>
                  <a:lnTo>
                    <a:pt x="1204041" y="1625492"/>
                  </a:lnTo>
                  <a:lnTo>
                    <a:pt x="1204029" y="1625480"/>
                  </a:lnTo>
                  <a:lnTo>
                    <a:pt x="1204009" y="1625471"/>
                  </a:lnTo>
                  <a:lnTo>
                    <a:pt x="1203992" y="1625459"/>
                  </a:lnTo>
                  <a:lnTo>
                    <a:pt x="1203975" y="1625444"/>
                  </a:lnTo>
                  <a:lnTo>
                    <a:pt x="1203957" y="1625427"/>
                  </a:lnTo>
                  <a:lnTo>
                    <a:pt x="1203947" y="1625421"/>
                  </a:lnTo>
                  <a:lnTo>
                    <a:pt x="1203941" y="1625420"/>
                  </a:lnTo>
                  <a:lnTo>
                    <a:pt x="1203924" y="1625416"/>
                  </a:lnTo>
                  <a:lnTo>
                    <a:pt x="1203906" y="1625411"/>
                  </a:lnTo>
                  <a:lnTo>
                    <a:pt x="1203888" y="1625405"/>
                  </a:lnTo>
                  <a:lnTo>
                    <a:pt x="1203875" y="1625398"/>
                  </a:lnTo>
                  <a:lnTo>
                    <a:pt x="1203871" y="1625393"/>
                  </a:lnTo>
                  <a:lnTo>
                    <a:pt x="1203864" y="1625385"/>
                  </a:lnTo>
                  <a:lnTo>
                    <a:pt x="1203860" y="1625374"/>
                  </a:lnTo>
                  <a:lnTo>
                    <a:pt x="1203855" y="1625356"/>
                  </a:lnTo>
                  <a:lnTo>
                    <a:pt x="1203852" y="1625337"/>
                  </a:lnTo>
                  <a:lnTo>
                    <a:pt x="1203850" y="1625319"/>
                  </a:lnTo>
                  <a:lnTo>
                    <a:pt x="1203848" y="1625300"/>
                  </a:lnTo>
                  <a:lnTo>
                    <a:pt x="1203841" y="1625284"/>
                  </a:lnTo>
                  <a:lnTo>
                    <a:pt x="1203835" y="1625276"/>
                  </a:lnTo>
                  <a:lnTo>
                    <a:pt x="1203824" y="1625263"/>
                  </a:lnTo>
                  <a:lnTo>
                    <a:pt x="1203806" y="1625248"/>
                  </a:lnTo>
                  <a:lnTo>
                    <a:pt x="1203791" y="1625234"/>
                  </a:lnTo>
                  <a:lnTo>
                    <a:pt x="1203776" y="1625213"/>
                  </a:lnTo>
                  <a:lnTo>
                    <a:pt x="1203768" y="1625207"/>
                  </a:lnTo>
                  <a:lnTo>
                    <a:pt x="1203760" y="1625202"/>
                  </a:lnTo>
                  <a:lnTo>
                    <a:pt x="1203751" y="1625199"/>
                  </a:lnTo>
                  <a:lnTo>
                    <a:pt x="1203733" y="1625198"/>
                  </a:lnTo>
                  <a:lnTo>
                    <a:pt x="1203715" y="1625199"/>
                  </a:lnTo>
                  <a:lnTo>
                    <a:pt x="1203698" y="1625202"/>
                  </a:lnTo>
                  <a:lnTo>
                    <a:pt x="1203680" y="1625203"/>
                  </a:lnTo>
                  <a:lnTo>
                    <a:pt x="1203663" y="1625204"/>
                  </a:lnTo>
                  <a:lnTo>
                    <a:pt x="1203645" y="1625205"/>
                  </a:lnTo>
                  <a:lnTo>
                    <a:pt x="1203627" y="1625205"/>
                  </a:lnTo>
                  <a:lnTo>
                    <a:pt x="1203594" y="1625204"/>
                  </a:lnTo>
                  <a:lnTo>
                    <a:pt x="1203589" y="1625202"/>
                  </a:lnTo>
                  <a:lnTo>
                    <a:pt x="1203574" y="1625197"/>
                  </a:lnTo>
                  <a:lnTo>
                    <a:pt x="1203563" y="1625197"/>
                  </a:lnTo>
                  <a:lnTo>
                    <a:pt x="1203554" y="1625199"/>
                  </a:lnTo>
                  <a:lnTo>
                    <a:pt x="1203537" y="1625204"/>
                  </a:lnTo>
                  <a:lnTo>
                    <a:pt x="1203519" y="1625208"/>
                  </a:lnTo>
                  <a:lnTo>
                    <a:pt x="1203508" y="1625209"/>
                  </a:lnTo>
                  <a:lnTo>
                    <a:pt x="1203501" y="1625208"/>
                  </a:lnTo>
                  <a:lnTo>
                    <a:pt x="1203495" y="1625208"/>
                  </a:lnTo>
                  <a:lnTo>
                    <a:pt x="1203491" y="1625205"/>
                  </a:lnTo>
                  <a:lnTo>
                    <a:pt x="1203484" y="1625200"/>
                  </a:lnTo>
                  <a:lnTo>
                    <a:pt x="1203466" y="1625184"/>
                  </a:lnTo>
                  <a:lnTo>
                    <a:pt x="1203443" y="1625155"/>
                  </a:lnTo>
                  <a:lnTo>
                    <a:pt x="1203441" y="1625148"/>
                  </a:lnTo>
                  <a:lnTo>
                    <a:pt x="1203438" y="1625143"/>
                  </a:lnTo>
                  <a:lnTo>
                    <a:pt x="1203424" y="1625124"/>
                  </a:lnTo>
                  <a:lnTo>
                    <a:pt x="1203404" y="1625110"/>
                  </a:lnTo>
                  <a:lnTo>
                    <a:pt x="1203393" y="1625103"/>
                  </a:lnTo>
                  <a:lnTo>
                    <a:pt x="1203379" y="1625087"/>
                  </a:lnTo>
                  <a:lnTo>
                    <a:pt x="1203377" y="1625081"/>
                  </a:lnTo>
                  <a:lnTo>
                    <a:pt x="1203371" y="1625072"/>
                  </a:lnTo>
                  <a:lnTo>
                    <a:pt x="1203367" y="1625063"/>
                  </a:lnTo>
                  <a:lnTo>
                    <a:pt x="1203364" y="1625058"/>
                  </a:lnTo>
                  <a:lnTo>
                    <a:pt x="1203358" y="1625044"/>
                  </a:lnTo>
                  <a:lnTo>
                    <a:pt x="1203345" y="1625016"/>
                  </a:lnTo>
                  <a:lnTo>
                    <a:pt x="1203339" y="1625009"/>
                  </a:lnTo>
                  <a:lnTo>
                    <a:pt x="1203296" y="1624989"/>
                  </a:lnTo>
                  <a:lnTo>
                    <a:pt x="1203270" y="1624974"/>
                  </a:lnTo>
                  <a:lnTo>
                    <a:pt x="1203263" y="1624961"/>
                  </a:lnTo>
                  <a:lnTo>
                    <a:pt x="1203258" y="1624951"/>
                  </a:lnTo>
                  <a:lnTo>
                    <a:pt x="1203245" y="1624939"/>
                  </a:lnTo>
                  <a:lnTo>
                    <a:pt x="1203236" y="1624933"/>
                  </a:lnTo>
                  <a:lnTo>
                    <a:pt x="1203222" y="1624926"/>
                  </a:lnTo>
                  <a:lnTo>
                    <a:pt x="1203209" y="1624918"/>
                  </a:lnTo>
                  <a:lnTo>
                    <a:pt x="1203191" y="1624911"/>
                  </a:lnTo>
                  <a:lnTo>
                    <a:pt x="1203174" y="1624903"/>
                  </a:lnTo>
                  <a:lnTo>
                    <a:pt x="1203163" y="1624899"/>
                  </a:lnTo>
                  <a:lnTo>
                    <a:pt x="1203149" y="1624896"/>
                  </a:lnTo>
                  <a:lnTo>
                    <a:pt x="1203134" y="1624892"/>
                  </a:lnTo>
                  <a:lnTo>
                    <a:pt x="1203128" y="1624892"/>
                  </a:lnTo>
                  <a:lnTo>
                    <a:pt x="1203121" y="1624895"/>
                  </a:lnTo>
                  <a:lnTo>
                    <a:pt x="1203103" y="1624905"/>
                  </a:lnTo>
                  <a:lnTo>
                    <a:pt x="1203086" y="1624914"/>
                  </a:lnTo>
                  <a:lnTo>
                    <a:pt x="1203069" y="1624919"/>
                  </a:lnTo>
                  <a:lnTo>
                    <a:pt x="1203051" y="1624923"/>
                  </a:lnTo>
                  <a:lnTo>
                    <a:pt x="1203036" y="1624924"/>
                  </a:lnTo>
                  <a:lnTo>
                    <a:pt x="1203015" y="1624917"/>
                  </a:lnTo>
                  <a:lnTo>
                    <a:pt x="1203002" y="1624907"/>
                  </a:lnTo>
                  <a:lnTo>
                    <a:pt x="1202992" y="1624901"/>
                  </a:lnTo>
                  <a:lnTo>
                    <a:pt x="1202980" y="1624897"/>
                  </a:lnTo>
                  <a:lnTo>
                    <a:pt x="1202962" y="1624890"/>
                  </a:lnTo>
                  <a:lnTo>
                    <a:pt x="1202944" y="1624886"/>
                  </a:lnTo>
                  <a:lnTo>
                    <a:pt x="1202931" y="1624885"/>
                  </a:lnTo>
                  <a:lnTo>
                    <a:pt x="1202909" y="1624887"/>
                  </a:lnTo>
                  <a:lnTo>
                    <a:pt x="1202892" y="1624891"/>
                  </a:lnTo>
                  <a:lnTo>
                    <a:pt x="1202874" y="1624896"/>
                  </a:lnTo>
                  <a:lnTo>
                    <a:pt x="1202866" y="1624899"/>
                  </a:lnTo>
                  <a:lnTo>
                    <a:pt x="1202855" y="1624900"/>
                  </a:lnTo>
                  <a:lnTo>
                    <a:pt x="1202844" y="1624899"/>
                  </a:lnTo>
                  <a:lnTo>
                    <a:pt x="1202828" y="1624891"/>
                  </a:lnTo>
                  <a:lnTo>
                    <a:pt x="1202812" y="1624883"/>
                  </a:lnTo>
                  <a:lnTo>
                    <a:pt x="1202803" y="1624879"/>
                  </a:lnTo>
                  <a:lnTo>
                    <a:pt x="1202786" y="1624870"/>
                  </a:lnTo>
                  <a:lnTo>
                    <a:pt x="1202768" y="1624863"/>
                  </a:lnTo>
                  <a:lnTo>
                    <a:pt x="1202750" y="1624859"/>
                  </a:lnTo>
                  <a:lnTo>
                    <a:pt x="1202744" y="1624858"/>
                  </a:lnTo>
                  <a:lnTo>
                    <a:pt x="1202739" y="1624860"/>
                  </a:lnTo>
                  <a:lnTo>
                    <a:pt x="1202736" y="1624865"/>
                  </a:lnTo>
                  <a:lnTo>
                    <a:pt x="1202735" y="1624878"/>
                  </a:lnTo>
                  <a:lnTo>
                    <a:pt x="1202737" y="1624888"/>
                  </a:lnTo>
                  <a:lnTo>
                    <a:pt x="1202733" y="1624904"/>
                  </a:lnTo>
                  <a:lnTo>
                    <a:pt x="1202729" y="1624908"/>
                  </a:lnTo>
                  <a:lnTo>
                    <a:pt x="1202724" y="1624912"/>
                  </a:lnTo>
                  <a:lnTo>
                    <a:pt x="1202714" y="1624912"/>
                  </a:lnTo>
                  <a:lnTo>
                    <a:pt x="1202699" y="1624907"/>
                  </a:lnTo>
                  <a:lnTo>
                    <a:pt x="1202681" y="1624902"/>
                  </a:lnTo>
                  <a:lnTo>
                    <a:pt x="1202663" y="1624900"/>
                  </a:lnTo>
                  <a:lnTo>
                    <a:pt x="1202655" y="1624899"/>
                  </a:lnTo>
                  <a:lnTo>
                    <a:pt x="1202646" y="1624900"/>
                  </a:lnTo>
                  <a:lnTo>
                    <a:pt x="1202630" y="1624904"/>
                  </a:lnTo>
                  <a:lnTo>
                    <a:pt x="1202611" y="1624916"/>
                  </a:lnTo>
                  <a:lnTo>
                    <a:pt x="1202594" y="1624931"/>
                  </a:lnTo>
                  <a:lnTo>
                    <a:pt x="1202586" y="1624941"/>
                  </a:lnTo>
                  <a:lnTo>
                    <a:pt x="1202578" y="1624947"/>
                  </a:lnTo>
                  <a:lnTo>
                    <a:pt x="1202560" y="1624964"/>
                  </a:lnTo>
                  <a:lnTo>
                    <a:pt x="1202547" y="1624970"/>
                  </a:lnTo>
                  <a:lnTo>
                    <a:pt x="1202505" y="1624982"/>
                  </a:lnTo>
                  <a:lnTo>
                    <a:pt x="1202469" y="1624985"/>
                  </a:lnTo>
                  <a:lnTo>
                    <a:pt x="1202421" y="1624983"/>
                  </a:lnTo>
                  <a:lnTo>
                    <a:pt x="1202391" y="1624977"/>
                  </a:lnTo>
                  <a:lnTo>
                    <a:pt x="1202383" y="1624974"/>
                  </a:lnTo>
                  <a:lnTo>
                    <a:pt x="1202366" y="1624966"/>
                  </a:lnTo>
                  <a:lnTo>
                    <a:pt x="1202349" y="1624953"/>
                  </a:lnTo>
                  <a:lnTo>
                    <a:pt x="1202339" y="1624950"/>
                  </a:lnTo>
                  <a:lnTo>
                    <a:pt x="1202324" y="1624950"/>
                  </a:lnTo>
                  <a:lnTo>
                    <a:pt x="1202311" y="1624954"/>
                  </a:lnTo>
                  <a:lnTo>
                    <a:pt x="1202300" y="1624962"/>
                  </a:lnTo>
                  <a:lnTo>
                    <a:pt x="1202292" y="1624968"/>
                  </a:lnTo>
                  <a:lnTo>
                    <a:pt x="1202285" y="1624977"/>
                  </a:lnTo>
                  <a:lnTo>
                    <a:pt x="1202274" y="1624989"/>
                  </a:lnTo>
                  <a:lnTo>
                    <a:pt x="1202255" y="1625010"/>
                  </a:lnTo>
                  <a:lnTo>
                    <a:pt x="1202239" y="1625029"/>
                  </a:lnTo>
                  <a:lnTo>
                    <a:pt x="1202232" y="1625040"/>
                  </a:lnTo>
                  <a:lnTo>
                    <a:pt x="1202224" y="1625048"/>
                  </a:lnTo>
                  <a:lnTo>
                    <a:pt x="1202206" y="1625060"/>
                  </a:lnTo>
                  <a:lnTo>
                    <a:pt x="1202201" y="1625065"/>
                  </a:lnTo>
                  <a:lnTo>
                    <a:pt x="1202189" y="1625069"/>
                  </a:lnTo>
                  <a:lnTo>
                    <a:pt x="1202171" y="1625077"/>
                  </a:lnTo>
                  <a:lnTo>
                    <a:pt x="1202153" y="1625084"/>
                  </a:lnTo>
                  <a:lnTo>
                    <a:pt x="1202136" y="1625093"/>
                  </a:lnTo>
                  <a:lnTo>
                    <a:pt x="1202104" y="1625108"/>
                  </a:lnTo>
                  <a:lnTo>
                    <a:pt x="1202088" y="1625105"/>
                  </a:lnTo>
                  <a:lnTo>
                    <a:pt x="1202070" y="1625105"/>
                  </a:lnTo>
                  <a:lnTo>
                    <a:pt x="1202037" y="1625103"/>
                  </a:lnTo>
                  <a:lnTo>
                    <a:pt x="1202032" y="1625099"/>
                  </a:lnTo>
                  <a:lnTo>
                    <a:pt x="1202027" y="1625099"/>
                  </a:lnTo>
                  <a:lnTo>
                    <a:pt x="1202009" y="1625098"/>
                  </a:lnTo>
                  <a:lnTo>
                    <a:pt x="1201991" y="1625096"/>
                  </a:lnTo>
                  <a:lnTo>
                    <a:pt x="1201979" y="1625096"/>
                  </a:lnTo>
                  <a:lnTo>
                    <a:pt x="1201973" y="1625093"/>
                  </a:lnTo>
                  <a:lnTo>
                    <a:pt x="1201956" y="1625092"/>
                  </a:lnTo>
                  <a:lnTo>
                    <a:pt x="1201940" y="1625095"/>
                  </a:lnTo>
                  <a:lnTo>
                    <a:pt x="1201930" y="1625107"/>
                  </a:lnTo>
                  <a:lnTo>
                    <a:pt x="1201925" y="1625109"/>
                  </a:lnTo>
                  <a:lnTo>
                    <a:pt x="1201911" y="1625119"/>
                  </a:lnTo>
                  <a:lnTo>
                    <a:pt x="1201895" y="1625125"/>
                  </a:lnTo>
                  <a:lnTo>
                    <a:pt x="1201855" y="1625134"/>
                  </a:lnTo>
                  <a:lnTo>
                    <a:pt x="1201837" y="1625138"/>
                  </a:lnTo>
                  <a:lnTo>
                    <a:pt x="1201822" y="1625139"/>
                  </a:lnTo>
                  <a:lnTo>
                    <a:pt x="1201804" y="1625144"/>
                  </a:lnTo>
                  <a:lnTo>
                    <a:pt x="1201782" y="1625143"/>
                  </a:lnTo>
                  <a:lnTo>
                    <a:pt x="1201755" y="1625144"/>
                  </a:lnTo>
                  <a:lnTo>
                    <a:pt x="1201744" y="1625148"/>
                  </a:lnTo>
                  <a:lnTo>
                    <a:pt x="1201735" y="1625153"/>
                  </a:lnTo>
                  <a:lnTo>
                    <a:pt x="1201722" y="1625166"/>
                  </a:lnTo>
                  <a:lnTo>
                    <a:pt x="1201714" y="1625176"/>
                  </a:lnTo>
                  <a:lnTo>
                    <a:pt x="1201705" y="1625185"/>
                  </a:lnTo>
                  <a:lnTo>
                    <a:pt x="1201701" y="1625188"/>
                  </a:lnTo>
                  <a:lnTo>
                    <a:pt x="1201682" y="1625191"/>
                  </a:lnTo>
                  <a:lnTo>
                    <a:pt x="1201669" y="1625193"/>
                  </a:lnTo>
                  <a:lnTo>
                    <a:pt x="1201657" y="1625190"/>
                  </a:lnTo>
                  <a:lnTo>
                    <a:pt x="1201657" y="1625181"/>
                  </a:lnTo>
                  <a:lnTo>
                    <a:pt x="1201662" y="1625175"/>
                  </a:lnTo>
                  <a:lnTo>
                    <a:pt x="1201677" y="1625164"/>
                  </a:lnTo>
                  <a:lnTo>
                    <a:pt x="1201687" y="1625155"/>
                  </a:lnTo>
                  <a:lnTo>
                    <a:pt x="1201691" y="1625148"/>
                  </a:lnTo>
                  <a:lnTo>
                    <a:pt x="1201705" y="1625132"/>
                  </a:lnTo>
                  <a:lnTo>
                    <a:pt x="1201710" y="1625128"/>
                  </a:lnTo>
                  <a:lnTo>
                    <a:pt x="1201724" y="1625121"/>
                  </a:lnTo>
                  <a:lnTo>
                    <a:pt x="1201733" y="1625112"/>
                  </a:lnTo>
                  <a:lnTo>
                    <a:pt x="1201739" y="1625103"/>
                  </a:lnTo>
                  <a:lnTo>
                    <a:pt x="1201752" y="1625087"/>
                  </a:lnTo>
                  <a:lnTo>
                    <a:pt x="1201757" y="1625082"/>
                  </a:lnTo>
                  <a:lnTo>
                    <a:pt x="1201764" y="1625069"/>
                  </a:lnTo>
                  <a:lnTo>
                    <a:pt x="1201775" y="1625050"/>
                  </a:lnTo>
                  <a:lnTo>
                    <a:pt x="1201785" y="1625032"/>
                  </a:lnTo>
                  <a:lnTo>
                    <a:pt x="1201789" y="1625028"/>
                  </a:lnTo>
                  <a:lnTo>
                    <a:pt x="1201795" y="1625013"/>
                  </a:lnTo>
                  <a:lnTo>
                    <a:pt x="1201827" y="1624989"/>
                  </a:lnTo>
                  <a:lnTo>
                    <a:pt x="1201848" y="1624972"/>
                  </a:lnTo>
                  <a:lnTo>
                    <a:pt x="1201866" y="1624963"/>
                  </a:lnTo>
                  <a:lnTo>
                    <a:pt x="1201884" y="1624955"/>
                  </a:lnTo>
                  <a:lnTo>
                    <a:pt x="1201901" y="1624948"/>
                  </a:lnTo>
                  <a:lnTo>
                    <a:pt x="1201919" y="1624944"/>
                  </a:lnTo>
                  <a:lnTo>
                    <a:pt x="1201927" y="1624938"/>
                  </a:lnTo>
                  <a:lnTo>
                    <a:pt x="1201931" y="1624934"/>
                  </a:lnTo>
                  <a:lnTo>
                    <a:pt x="1201932" y="1624928"/>
                  </a:lnTo>
                  <a:lnTo>
                    <a:pt x="1201934" y="1624922"/>
                  </a:lnTo>
                  <a:lnTo>
                    <a:pt x="1201934" y="1624909"/>
                  </a:lnTo>
                  <a:lnTo>
                    <a:pt x="1201933" y="1624891"/>
                  </a:lnTo>
                  <a:lnTo>
                    <a:pt x="1201933" y="1624881"/>
                  </a:lnTo>
                  <a:lnTo>
                    <a:pt x="1201935" y="1624872"/>
                  </a:lnTo>
                  <a:lnTo>
                    <a:pt x="1201936" y="1624865"/>
                  </a:lnTo>
                  <a:lnTo>
                    <a:pt x="1201942" y="1624851"/>
                  </a:lnTo>
                  <a:lnTo>
                    <a:pt x="1201947" y="1624846"/>
                  </a:lnTo>
                  <a:lnTo>
                    <a:pt x="1201948" y="1624841"/>
                  </a:lnTo>
                  <a:lnTo>
                    <a:pt x="1201955" y="1624833"/>
                  </a:lnTo>
                  <a:lnTo>
                    <a:pt x="1201964" y="1624817"/>
                  </a:lnTo>
                  <a:lnTo>
                    <a:pt x="1201966" y="1624807"/>
                  </a:lnTo>
                  <a:lnTo>
                    <a:pt x="1201971" y="1624796"/>
                  </a:lnTo>
                  <a:lnTo>
                    <a:pt x="1201975" y="1624786"/>
                  </a:lnTo>
                  <a:lnTo>
                    <a:pt x="1201983" y="1624779"/>
                  </a:lnTo>
                  <a:lnTo>
                    <a:pt x="1201999" y="1624770"/>
                  </a:lnTo>
                  <a:lnTo>
                    <a:pt x="1202007" y="1624766"/>
                  </a:lnTo>
                  <a:lnTo>
                    <a:pt x="1202016" y="1624765"/>
                  </a:lnTo>
                  <a:lnTo>
                    <a:pt x="1202034" y="1624765"/>
                  </a:lnTo>
                  <a:lnTo>
                    <a:pt x="1202052" y="1624763"/>
                  </a:lnTo>
                  <a:lnTo>
                    <a:pt x="1202061" y="1624762"/>
                  </a:lnTo>
                  <a:lnTo>
                    <a:pt x="1202071" y="1624758"/>
                  </a:lnTo>
                  <a:lnTo>
                    <a:pt x="1202087" y="1624753"/>
                  </a:lnTo>
                  <a:lnTo>
                    <a:pt x="1202105" y="1624742"/>
                  </a:lnTo>
                  <a:lnTo>
                    <a:pt x="1202122" y="1624733"/>
                  </a:lnTo>
                  <a:lnTo>
                    <a:pt x="1202140" y="1624724"/>
                  </a:lnTo>
                  <a:lnTo>
                    <a:pt x="1202158" y="1624713"/>
                  </a:lnTo>
                  <a:lnTo>
                    <a:pt x="1202175" y="1624701"/>
                  </a:lnTo>
                  <a:lnTo>
                    <a:pt x="1202193" y="1624691"/>
                  </a:lnTo>
                  <a:lnTo>
                    <a:pt x="1202210" y="1624676"/>
                  </a:lnTo>
                  <a:lnTo>
                    <a:pt x="1202226" y="1624657"/>
                  </a:lnTo>
                  <a:lnTo>
                    <a:pt x="1202241" y="1624639"/>
                  </a:lnTo>
                  <a:lnTo>
                    <a:pt x="1202254" y="1624620"/>
                  </a:lnTo>
                  <a:lnTo>
                    <a:pt x="1202267" y="1624601"/>
                  </a:lnTo>
                  <a:lnTo>
                    <a:pt x="1202277" y="1624585"/>
                  </a:lnTo>
                  <a:lnTo>
                    <a:pt x="1202287" y="1624572"/>
                  </a:lnTo>
                  <a:lnTo>
                    <a:pt x="1202289" y="1624566"/>
                  </a:lnTo>
                  <a:lnTo>
                    <a:pt x="1202293" y="1624562"/>
                  </a:lnTo>
                  <a:lnTo>
                    <a:pt x="1202300" y="1624548"/>
                  </a:lnTo>
                  <a:lnTo>
                    <a:pt x="1202307" y="1624529"/>
                  </a:lnTo>
                  <a:lnTo>
                    <a:pt x="1202312" y="1624517"/>
                  </a:lnTo>
                  <a:lnTo>
                    <a:pt x="1202315" y="1624511"/>
                  </a:lnTo>
                  <a:lnTo>
                    <a:pt x="1202329" y="1624492"/>
                  </a:lnTo>
                  <a:lnTo>
                    <a:pt x="1202347" y="1624476"/>
                  </a:lnTo>
                  <a:lnTo>
                    <a:pt x="1202364" y="1624461"/>
                  </a:lnTo>
                  <a:lnTo>
                    <a:pt x="1202373" y="1624452"/>
                  </a:lnTo>
                  <a:lnTo>
                    <a:pt x="1202378" y="1624443"/>
                  </a:lnTo>
                  <a:lnTo>
                    <a:pt x="1202381" y="1624434"/>
                  </a:lnTo>
                  <a:lnTo>
                    <a:pt x="1202387" y="1624422"/>
                  </a:lnTo>
                  <a:lnTo>
                    <a:pt x="1202390" y="1624415"/>
                  </a:lnTo>
                  <a:lnTo>
                    <a:pt x="1202393" y="1624406"/>
                  </a:lnTo>
                  <a:lnTo>
                    <a:pt x="1202402" y="1624387"/>
                  </a:lnTo>
                  <a:lnTo>
                    <a:pt x="1202409" y="1624376"/>
                  </a:lnTo>
                  <a:lnTo>
                    <a:pt x="1202413" y="1624368"/>
                  </a:lnTo>
                  <a:lnTo>
                    <a:pt x="1202428" y="1624351"/>
                  </a:lnTo>
                  <a:lnTo>
                    <a:pt x="1202434" y="1624345"/>
                  </a:lnTo>
                  <a:lnTo>
                    <a:pt x="1202441" y="1624333"/>
                  </a:lnTo>
                  <a:lnTo>
                    <a:pt x="1202445" y="1624321"/>
                  </a:lnTo>
                  <a:lnTo>
                    <a:pt x="1202449" y="1624315"/>
                  </a:lnTo>
                  <a:lnTo>
                    <a:pt x="1202452" y="1624307"/>
                  </a:lnTo>
                  <a:lnTo>
                    <a:pt x="1202463" y="1624296"/>
                  </a:lnTo>
                  <a:lnTo>
                    <a:pt x="1202480" y="1624281"/>
                  </a:lnTo>
                  <a:lnTo>
                    <a:pt x="1202496" y="1624264"/>
                  </a:lnTo>
                  <a:lnTo>
                    <a:pt x="1202497" y="1624258"/>
                  </a:lnTo>
                  <a:lnTo>
                    <a:pt x="1202504" y="1624246"/>
                  </a:lnTo>
                  <a:lnTo>
                    <a:pt x="1202508" y="1624242"/>
                  </a:lnTo>
                  <a:lnTo>
                    <a:pt x="1202515" y="1624227"/>
                  </a:lnTo>
                  <a:lnTo>
                    <a:pt x="1202525" y="1624208"/>
                  </a:lnTo>
                  <a:lnTo>
                    <a:pt x="1202531" y="1624200"/>
                  </a:lnTo>
                  <a:lnTo>
                    <a:pt x="1202541" y="1624191"/>
                  </a:lnTo>
                  <a:lnTo>
                    <a:pt x="1202557" y="1624179"/>
                  </a:lnTo>
                  <a:lnTo>
                    <a:pt x="1202567" y="1624174"/>
                  </a:lnTo>
                  <a:lnTo>
                    <a:pt x="1202577" y="1624166"/>
                  </a:lnTo>
                  <a:lnTo>
                    <a:pt x="1202594" y="1624150"/>
                  </a:lnTo>
                  <a:lnTo>
                    <a:pt x="1202603" y="1624133"/>
                  </a:lnTo>
                  <a:lnTo>
                    <a:pt x="1202606" y="1624128"/>
                  </a:lnTo>
                  <a:lnTo>
                    <a:pt x="1202611" y="1624114"/>
                  </a:lnTo>
                  <a:lnTo>
                    <a:pt x="1202621" y="1624096"/>
                  </a:lnTo>
                  <a:lnTo>
                    <a:pt x="1202632" y="1624077"/>
                  </a:lnTo>
                  <a:lnTo>
                    <a:pt x="1202641" y="1624059"/>
                  </a:lnTo>
                  <a:lnTo>
                    <a:pt x="1202646" y="1624041"/>
                  </a:lnTo>
                  <a:lnTo>
                    <a:pt x="1202650" y="1624022"/>
                  </a:lnTo>
                  <a:lnTo>
                    <a:pt x="1202654" y="1624004"/>
                  </a:lnTo>
                  <a:lnTo>
                    <a:pt x="1202654" y="1623996"/>
                  </a:lnTo>
                  <a:lnTo>
                    <a:pt x="1202660" y="1623985"/>
                  </a:lnTo>
                  <a:lnTo>
                    <a:pt x="1202672" y="1623967"/>
                  </a:lnTo>
                  <a:lnTo>
                    <a:pt x="1202677" y="1623961"/>
                  </a:lnTo>
                  <a:lnTo>
                    <a:pt x="1202684" y="1623948"/>
                  </a:lnTo>
                  <a:lnTo>
                    <a:pt x="1202691" y="1623929"/>
                  </a:lnTo>
                  <a:lnTo>
                    <a:pt x="1202697" y="1623911"/>
                  </a:lnTo>
                  <a:lnTo>
                    <a:pt x="1202700" y="1623892"/>
                  </a:lnTo>
                  <a:lnTo>
                    <a:pt x="1202705" y="1623874"/>
                  </a:lnTo>
                  <a:lnTo>
                    <a:pt x="1202712" y="1623853"/>
                  </a:lnTo>
                  <a:lnTo>
                    <a:pt x="1202717" y="1623837"/>
                  </a:lnTo>
                  <a:lnTo>
                    <a:pt x="1202721" y="1623826"/>
                  </a:lnTo>
                  <a:lnTo>
                    <a:pt x="1202737" y="1623800"/>
                  </a:lnTo>
                  <a:lnTo>
                    <a:pt x="1202750" y="1623782"/>
                  </a:lnTo>
                  <a:lnTo>
                    <a:pt x="1202763" y="1623764"/>
                  </a:lnTo>
                  <a:lnTo>
                    <a:pt x="1202780" y="1623750"/>
                  </a:lnTo>
                  <a:lnTo>
                    <a:pt x="1202798" y="1623737"/>
                  </a:lnTo>
                  <a:lnTo>
                    <a:pt x="1202815" y="1623723"/>
                  </a:lnTo>
                  <a:lnTo>
                    <a:pt x="1202830" y="1623705"/>
                  </a:lnTo>
                  <a:lnTo>
                    <a:pt x="1202834" y="1623696"/>
                  </a:lnTo>
                  <a:lnTo>
                    <a:pt x="1202837" y="1623687"/>
                  </a:lnTo>
                  <a:lnTo>
                    <a:pt x="1202843" y="1623679"/>
                  </a:lnTo>
                  <a:lnTo>
                    <a:pt x="1202854" y="1623680"/>
                  </a:lnTo>
                  <a:lnTo>
                    <a:pt x="1202870" y="1623695"/>
                  </a:lnTo>
                  <a:lnTo>
                    <a:pt x="1202885" y="1623711"/>
                  </a:lnTo>
                  <a:lnTo>
                    <a:pt x="1202891" y="1623716"/>
                  </a:lnTo>
                  <a:lnTo>
                    <a:pt x="1202902" y="1623721"/>
                  </a:lnTo>
                  <a:lnTo>
                    <a:pt x="1202911" y="1623723"/>
                  </a:lnTo>
                  <a:lnTo>
                    <a:pt x="1202920" y="1623723"/>
                  </a:lnTo>
                  <a:lnTo>
                    <a:pt x="1202938" y="1623725"/>
                  </a:lnTo>
                  <a:lnTo>
                    <a:pt x="1202955" y="1623728"/>
                  </a:lnTo>
                  <a:lnTo>
                    <a:pt x="1202973" y="1623734"/>
                  </a:lnTo>
                  <a:lnTo>
                    <a:pt x="1202991" y="1623743"/>
                  </a:lnTo>
                  <a:lnTo>
                    <a:pt x="1203007" y="1623757"/>
                  </a:lnTo>
                  <a:lnTo>
                    <a:pt x="1203022" y="1623771"/>
                  </a:lnTo>
                  <a:lnTo>
                    <a:pt x="1203040" y="1623787"/>
                  </a:lnTo>
                  <a:lnTo>
                    <a:pt x="1203058" y="1623803"/>
                  </a:lnTo>
                  <a:lnTo>
                    <a:pt x="1203076" y="1623816"/>
                  </a:lnTo>
                  <a:lnTo>
                    <a:pt x="1203092" y="1623831"/>
                  </a:lnTo>
                  <a:lnTo>
                    <a:pt x="1203107" y="1623849"/>
                  </a:lnTo>
                  <a:lnTo>
                    <a:pt x="1203119" y="1623867"/>
                  </a:lnTo>
                  <a:lnTo>
                    <a:pt x="1203136" y="1623894"/>
                  </a:lnTo>
                  <a:lnTo>
                    <a:pt x="1203146" y="1623902"/>
                  </a:lnTo>
                  <a:lnTo>
                    <a:pt x="1203153" y="1623906"/>
                  </a:lnTo>
                  <a:lnTo>
                    <a:pt x="1203165" y="1623907"/>
                  </a:lnTo>
                  <a:lnTo>
                    <a:pt x="1203183" y="1623906"/>
                  </a:lnTo>
                  <a:lnTo>
                    <a:pt x="1203200" y="1623905"/>
                  </a:lnTo>
                  <a:lnTo>
                    <a:pt x="1203218" y="1623912"/>
                  </a:lnTo>
                  <a:lnTo>
                    <a:pt x="1203236" y="1623919"/>
                  </a:lnTo>
                  <a:lnTo>
                    <a:pt x="1203253" y="1623922"/>
                  </a:lnTo>
                  <a:lnTo>
                    <a:pt x="1203271" y="1623923"/>
                  </a:lnTo>
                  <a:lnTo>
                    <a:pt x="1203281" y="1623922"/>
                  </a:lnTo>
                  <a:lnTo>
                    <a:pt x="1203288" y="1623923"/>
                  </a:lnTo>
                  <a:lnTo>
                    <a:pt x="1203308" y="1623927"/>
                  </a:lnTo>
                  <a:lnTo>
                    <a:pt x="1203324" y="1623930"/>
                  </a:lnTo>
                  <a:lnTo>
                    <a:pt x="1203342" y="1623934"/>
                  </a:lnTo>
                  <a:lnTo>
                    <a:pt x="1203359" y="1623938"/>
                  </a:lnTo>
                  <a:lnTo>
                    <a:pt x="1203377" y="1623939"/>
                  </a:lnTo>
                  <a:lnTo>
                    <a:pt x="1203394" y="1623940"/>
                  </a:lnTo>
                  <a:lnTo>
                    <a:pt x="1203412" y="1623942"/>
                  </a:lnTo>
                  <a:lnTo>
                    <a:pt x="1203425" y="1623947"/>
                  </a:lnTo>
                  <a:lnTo>
                    <a:pt x="1203433" y="1623950"/>
                  </a:lnTo>
                  <a:lnTo>
                    <a:pt x="1203447" y="1623958"/>
                  </a:lnTo>
                  <a:lnTo>
                    <a:pt x="1203465" y="1623965"/>
                  </a:lnTo>
                  <a:lnTo>
                    <a:pt x="1203475" y="1623965"/>
                  </a:lnTo>
                  <a:lnTo>
                    <a:pt x="1203482" y="1623960"/>
                  </a:lnTo>
                  <a:lnTo>
                    <a:pt x="1203488" y="1623954"/>
                  </a:lnTo>
                  <a:lnTo>
                    <a:pt x="1203495" y="1623941"/>
                  </a:lnTo>
                  <a:lnTo>
                    <a:pt x="1203505" y="1623923"/>
                  </a:lnTo>
                  <a:lnTo>
                    <a:pt x="1203516" y="1623906"/>
                  </a:lnTo>
                  <a:lnTo>
                    <a:pt x="1203526" y="1623896"/>
                  </a:lnTo>
                  <a:lnTo>
                    <a:pt x="1203533" y="1623894"/>
                  </a:lnTo>
                  <a:lnTo>
                    <a:pt x="1203540" y="1623894"/>
                  </a:lnTo>
                  <a:lnTo>
                    <a:pt x="1203551" y="1623898"/>
                  </a:lnTo>
                  <a:lnTo>
                    <a:pt x="1203569" y="1623905"/>
                  </a:lnTo>
                  <a:lnTo>
                    <a:pt x="1203588" y="1623913"/>
                  </a:lnTo>
                  <a:lnTo>
                    <a:pt x="1203604" y="1623907"/>
                  </a:lnTo>
                  <a:lnTo>
                    <a:pt x="1203621" y="1623898"/>
                  </a:lnTo>
                  <a:lnTo>
                    <a:pt x="1203639" y="1623892"/>
                  </a:lnTo>
                  <a:lnTo>
                    <a:pt x="1203664" y="1623886"/>
                  </a:lnTo>
                  <a:lnTo>
                    <a:pt x="1203669" y="1623882"/>
                  </a:lnTo>
                  <a:lnTo>
                    <a:pt x="1203676" y="1623860"/>
                  </a:lnTo>
                  <a:lnTo>
                    <a:pt x="1203678" y="1623843"/>
                  </a:lnTo>
                  <a:lnTo>
                    <a:pt x="1203682" y="1623824"/>
                  </a:lnTo>
                  <a:lnTo>
                    <a:pt x="1203684" y="1623805"/>
                  </a:lnTo>
                  <a:lnTo>
                    <a:pt x="1203687" y="1623787"/>
                  </a:lnTo>
                  <a:lnTo>
                    <a:pt x="1203697" y="1623769"/>
                  </a:lnTo>
                  <a:lnTo>
                    <a:pt x="1203706" y="1623750"/>
                  </a:lnTo>
                  <a:lnTo>
                    <a:pt x="1203714" y="1623730"/>
                  </a:lnTo>
                  <a:lnTo>
                    <a:pt x="1203714" y="1623720"/>
                  </a:lnTo>
                  <a:lnTo>
                    <a:pt x="1203712" y="1623713"/>
                  </a:lnTo>
                  <a:lnTo>
                    <a:pt x="1203700" y="1623695"/>
                  </a:lnTo>
                  <a:lnTo>
                    <a:pt x="1203685" y="1623677"/>
                  </a:lnTo>
                  <a:lnTo>
                    <a:pt x="1203671" y="1623663"/>
                  </a:lnTo>
                  <a:lnTo>
                    <a:pt x="1203654" y="1623644"/>
                  </a:lnTo>
                  <a:lnTo>
                    <a:pt x="1203649" y="1623637"/>
                  </a:lnTo>
                  <a:lnTo>
                    <a:pt x="1203647" y="1623626"/>
                  </a:lnTo>
                  <a:lnTo>
                    <a:pt x="1203649" y="1623617"/>
                  </a:lnTo>
                  <a:lnTo>
                    <a:pt x="1203655" y="1623607"/>
                  </a:lnTo>
                  <a:lnTo>
                    <a:pt x="1203669" y="1623591"/>
                  </a:lnTo>
                  <a:lnTo>
                    <a:pt x="1203685" y="1623574"/>
                  </a:lnTo>
                  <a:lnTo>
                    <a:pt x="1203700" y="1623558"/>
                  </a:lnTo>
                  <a:lnTo>
                    <a:pt x="1203707" y="1623552"/>
                  </a:lnTo>
                  <a:lnTo>
                    <a:pt x="1203717" y="1623547"/>
                  </a:lnTo>
                  <a:lnTo>
                    <a:pt x="1203735" y="1623538"/>
                  </a:lnTo>
                  <a:lnTo>
                    <a:pt x="1203753" y="1623527"/>
                  </a:lnTo>
                  <a:lnTo>
                    <a:pt x="1203769" y="1623512"/>
                  </a:lnTo>
                  <a:lnTo>
                    <a:pt x="1203784" y="1623494"/>
                  </a:lnTo>
                  <a:lnTo>
                    <a:pt x="1203795" y="1623478"/>
                  </a:lnTo>
                  <a:lnTo>
                    <a:pt x="1203800" y="1623470"/>
                  </a:lnTo>
                  <a:lnTo>
                    <a:pt x="1203811" y="1623452"/>
                  </a:lnTo>
                  <a:lnTo>
                    <a:pt x="1203815" y="1623438"/>
                  </a:lnTo>
                  <a:lnTo>
                    <a:pt x="1203823" y="1623419"/>
                  </a:lnTo>
                  <a:lnTo>
                    <a:pt x="1203830" y="1623401"/>
                  </a:lnTo>
                  <a:lnTo>
                    <a:pt x="1203835" y="1623385"/>
                  </a:lnTo>
                  <a:lnTo>
                    <a:pt x="1203839" y="1623373"/>
                  </a:lnTo>
                  <a:lnTo>
                    <a:pt x="1203833" y="1623364"/>
                  </a:lnTo>
                  <a:lnTo>
                    <a:pt x="1203812" y="1623355"/>
                  </a:lnTo>
                  <a:lnTo>
                    <a:pt x="1203798" y="1623348"/>
                  </a:lnTo>
                  <a:lnTo>
                    <a:pt x="1203780" y="1623338"/>
                  </a:lnTo>
                  <a:lnTo>
                    <a:pt x="1203762" y="1623326"/>
                  </a:lnTo>
                  <a:lnTo>
                    <a:pt x="1203745" y="1623314"/>
                  </a:lnTo>
                  <a:lnTo>
                    <a:pt x="1203739" y="1623304"/>
                  </a:lnTo>
                  <a:lnTo>
                    <a:pt x="1203740" y="1623293"/>
                  </a:lnTo>
                  <a:lnTo>
                    <a:pt x="1203751" y="1623277"/>
                  </a:lnTo>
                  <a:lnTo>
                    <a:pt x="1203760" y="1623268"/>
                  </a:lnTo>
                  <a:lnTo>
                    <a:pt x="1203766" y="1623258"/>
                  </a:lnTo>
                  <a:lnTo>
                    <a:pt x="1203766" y="1623250"/>
                  </a:lnTo>
                  <a:lnTo>
                    <a:pt x="1203763" y="1623242"/>
                  </a:lnTo>
                  <a:lnTo>
                    <a:pt x="1203758" y="1623223"/>
                  </a:lnTo>
                  <a:lnTo>
                    <a:pt x="1203752" y="1623205"/>
                  </a:lnTo>
                  <a:lnTo>
                    <a:pt x="1203753" y="1623184"/>
                  </a:lnTo>
                  <a:lnTo>
                    <a:pt x="1203758" y="1623168"/>
                  </a:lnTo>
                  <a:lnTo>
                    <a:pt x="1203768" y="1623151"/>
                  </a:lnTo>
                  <a:lnTo>
                    <a:pt x="1203780" y="1623133"/>
                  </a:lnTo>
                  <a:lnTo>
                    <a:pt x="1203784" y="1623122"/>
                  </a:lnTo>
                  <a:lnTo>
                    <a:pt x="1203784" y="1623114"/>
                  </a:lnTo>
                  <a:lnTo>
                    <a:pt x="1203778" y="1623102"/>
                  </a:lnTo>
                  <a:lnTo>
                    <a:pt x="1203773" y="1623097"/>
                  </a:lnTo>
                  <a:lnTo>
                    <a:pt x="1203755" y="1623087"/>
                  </a:lnTo>
                  <a:lnTo>
                    <a:pt x="1203747" y="1623083"/>
                  </a:lnTo>
                  <a:lnTo>
                    <a:pt x="1203738" y="1623076"/>
                  </a:lnTo>
                  <a:lnTo>
                    <a:pt x="1203720" y="1623062"/>
                  </a:lnTo>
                  <a:lnTo>
                    <a:pt x="1203710" y="1623055"/>
                  </a:lnTo>
                  <a:lnTo>
                    <a:pt x="1203703" y="1623046"/>
                  </a:lnTo>
                  <a:lnTo>
                    <a:pt x="1203687" y="1623028"/>
                  </a:lnTo>
                  <a:lnTo>
                    <a:pt x="1203675" y="1623009"/>
                  </a:lnTo>
                  <a:lnTo>
                    <a:pt x="1203666" y="1622990"/>
                  </a:lnTo>
                  <a:lnTo>
                    <a:pt x="1203655" y="1622972"/>
                  </a:lnTo>
                  <a:lnTo>
                    <a:pt x="1203648" y="1622954"/>
                  </a:lnTo>
                  <a:lnTo>
                    <a:pt x="1203645" y="1622945"/>
                  </a:lnTo>
                  <a:lnTo>
                    <a:pt x="1203643" y="1622935"/>
                  </a:lnTo>
                  <a:lnTo>
                    <a:pt x="1203636" y="1622917"/>
                  </a:lnTo>
                  <a:lnTo>
                    <a:pt x="1203630" y="1622898"/>
                  </a:lnTo>
                  <a:lnTo>
                    <a:pt x="1203625" y="1622880"/>
                  </a:lnTo>
                  <a:lnTo>
                    <a:pt x="1203621" y="1622859"/>
                  </a:lnTo>
                  <a:lnTo>
                    <a:pt x="1203622" y="1622843"/>
                  </a:lnTo>
                  <a:lnTo>
                    <a:pt x="1203625" y="1622832"/>
                  </a:lnTo>
                  <a:lnTo>
                    <a:pt x="1203625" y="1622824"/>
                  </a:lnTo>
                  <a:lnTo>
                    <a:pt x="1203625" y="1622817"/>
                  </a:lnTo>
                  <a:lnTo>
                    <a:pt x="1203629" y="1622806"/>
                  </a:lnTo>
                  <a:lnTo>
                    <a:pt x="1203633" y="1622787"/>
                  </a:lnTo>
                  <a:lnTo>
                    <a:pt x="1203638" y="1622769"/>
                  </a:lnTo>
                  <a:lnTo>
                    <a:pt x="1203645" y="1622750"/>
                  </a:lnTo>
                  <a:lnTo>
                    <a:pt x="1203649" y="1622743"/>
                  </a:lnTo>
                  <a:lnTo>
                    <a:pt x="1203653" y="1622732"/>
                  </a:lnTo>
                  <a:lnTo>
                    <a:pt x="1203660" y="1622721"/>
                  </a:lnTo>
                  <a:lnTo>
                    <a:pt x="1203670" y="1622704"/>
                  </a:lnTo>
                  <a:lnTo>
                    <a:pt x="1203676" y="1622695"/>
                  </a:lnTo>
                  <a:lnTo>
                    <a:pt x="1203692" y="1622676"/>
                  </a:lnTo>
                  <a:lnTo>
                    <a:pt x="1203708" y="1622660"/>
                  </a:lnTo>
                  <a:lnTo>
                    <a:pt x="1203724" y="1622642"/>
                  </a:lnTo>
                  <a:lnTo>
                    <a:pt x="1203731" y="1622628"/>
                  </a:lnTo>
                  <a:lnTo>
                    <a:pt x="1203736" y="1622623"/>
                  </a:lnTo>
                  <a:lnTo>
                    <a:pt x="1203753" y="1622608"/>
                  </a:lnTo>
                  <a:lnTo>
                    <a:pt x="1203757" y="1622604"/>
                  </a:lnTo>
                  <a:lnTo>
                    <a:pt x="1203764" y="1622590"/>
                  </a:lnTo>
                  <a:lnTo>
                    <a:pt x="1203770" y="1622578"/>
                  </a:lnTo>
                  <a:lnTo>
                    <a:pt x="1203770" y="1622571"/>
                  </a:lnTo>
                  <a:lnTo>
                    <a:pt x="1203771" y="1622553"/>
                  </a:lnTo>
                  <a:lnTo>
                    <a:pt x="1203770" y="1622544"/>
                  </a:lnTo>
                  <a:lnTo>
                    <a:pt x="1203766" y="1622535"/>
                  </a:lnTo>
                  <a:lnTo>
                    <a:pt x="1203763" y="1622528"/>
                  </a:lnTo>
                  <a:lnTo>
                    <a:pt x="1203754" y="1622516"/>
                  </a:lnTo>
                  <a:lnTo>
                    <a:pt x="1203738" y="1622499"/>
                  </a:lnTo>
                  <a:lnTo>
                    <a:pt x="1203735" y="1622494"/>
                  </a:lnTo>
                  <a:lnTo>
                    <a:pt x="1203730" y="1622482"/>
                  </a:lnTo>
                  <a:lnTo>
                    <a:pt x="1203729" y="1622476"/>
                  </a:lnTo>
                  <a:lnTo>
                    <a:pt x="1203730" y="1622462"/>
                  </a:lnTo>
                  <a:lnTo>
                    <a:pt x="1203731" y="1622443"/>
                  </a:lnTo>
                  <a:lnTo>
                    <a:pt x="1203725" y="1622425"/>
                  </a:lnTo>
                  <a:lnTo>
                    <a:pt x="1203722" y="1622416"/>
                  </a:lnTo>
                  <a:lnTo>
                    <a:pt x="1203715" y="1622406"/>
                  </a:lnTo>
                  <a:lnTo>
                    <a:pt x="1203702" y="1622388"/>
                  </a:lnTo>
                  <a:lnTo>
                    <a:pt x="1203688" y="1622369"/>
                  </a:lnTo>
                  <a:lnTo>
                    <a:pt x="1203676" y="1622351"/>
                  </a:lnTo>
                  <a:lnTo>
                    <a:pt x="1203665" y="1622332"/>
                  </a:lnTo>
                  <a:lnTo>
                    <a:pt x="1203662" y="1622324"/>
                  </a:lnTo>
                  <a:lnTo>
                    <a:pt x="1203655" y="1622314"/>
                  </a:lnTo>
                  <a:lnTo>
                    <a:pt x="1203639" y="1622296"/>
                  </a:lnTo>
                  <a:lnTo>
                    <a:pt x="1203624" y="1622280"/>
                  </a:lnTo>
                  <a:lnTo>
                    <a:pt x="1203607" y="1622263"/>
                  </a:lnTo>
                  <a:lnTo>
                    <a:pt x="1203591" y="1622245"/>
                  </a:lnTo>
                  <a:lnTo>
                    <a:pt x="1203577" y="1622226"/>
                  </a:lnTo>
                  <a:lnTo>
                    <a:pt x="1203563" y="1622209"/>
                  </a:lnTo>
                  <a:lnTo>
                    <a:pt x="1203550" y="1622191"/>
                  </a:lnTo>
                  <a:lnTo>
                    <a:pt x="1203540" y="1622172"/>
                  </a:lnTo>
                  <a:lnTo>
                    <a:pt x="1203535" y="1622154"/>
                  </a:lnTo>
                  <a:lnTo>
                    <a:pt x="1203531" y="1622135"/>
                  </a:lnTo>
                  <a:lnTo>
                    <a:pt x="1203530" y="1622117"/>
                  </a:lnTo>
                  <a:lnTo>
                    <a:pt x="1203523" y="1622098"/>
                  </a:lnTo>
                  <a:lnTo>
                    <a:pt x="1203518" y="1622091"/>
                  </a:lnTo>
                  <a:lnTo>
                    <a:pt x="1203507" y="1622081"/>
                  </a:lnTo>
                  <a:lnTo>
                    <a:pt x="1203490" y="1622065"/>
                  </a:lnTo>
                  <a:lnTo>
                    <a:pt x="1203484" y="1622056"/>
                  </a:lnTo>
                  <a:lnTo>
                    <a:pt x="1203480" y="1622046"/>
                  </a:lnTo>
                  <a:lnTo>
                    <a:pt x="1203477" y="1622028"/>
                  </a:lnTo>
                  <a:lnTo>
                    <a:pt x="1203471" y="1622010"/>
                  </a:lnTo>
                  <a:lnTo>
                    <a:pt x="1203467" y="1622004"/>
                  </a:lnTo>
                  <a:lnTo>
                    <a:pt x="1203463" y="1621991"/>
                  </a:lnTo>
                  <a:lnTo>
                    <a:pt x="1203453" y="1621967"/>
                  </a:lnTo>
                  <a:lnTo>
                    <a:pt x="1203448" y="1621954"/>
                  </a:lnTo>
                  <a:lnTo>
                    <a:pt x="1203440" y="1621935"/>
                  </a:lnTo>
                  <a:lnTo>
                    <a:pt x="1203431" y="1621917"/>
                  </a:lnTo>
                  <a:lnTo>
                    <a:pt x="1203425" y="1621898"/>
                  </a:lnTo>
                  <a:lnTo>
                    <a:pt x="1203422" y="1621880"/>
                  </a:lnTo>
                  <a:lnTo>
                    <a:pt x="1203420" y="1621863"/>
                  </a:lnTo>
                  <a:lnTo>
                    <a:pt x="1203418" y="1621854"/>
                  </a:lnTo>
                  <a:lnTo>
                    <a:pt x="1203412" y="1621849"/>
                  </a:lnTo>
                  <a:lnTo>
                    <a:pt x="1203409" y="1621843"/>
                  </a:lnTo>
                  <a:lnTo>
                    <a:pt x="1203398" y="1621825"/>
                  </a:lnTo>
                  <a:lnTo>
                    <a:pt x="1203385" y="1621806"/>
                  </a:lnTo>
                  <a:lnTo>
                    <a:pt x="1203374" y="1621796"/>
                  </a:lnTo>
                  <a:lnTo>
                    <a:pt x="1203358" y="1621786"/>
                  </a:lnTo>
                  <a:lnTo>
                    <a:pt x="1203340" y="1621779"/>
                  </a:lnTo>
                  <a:lnTo>
                    <a:pt x="1203327" y="1621774"/>
                  </a:lnTo>
                  <a:lnTo>
                    <a:pt x="1203317" y="1621768"/>
                  </a:lnTo>
                  <a:lnTo>
                    <a:pt x="1203305" y="1621757"/>
                  </a:lnTo>
                  <a:lnTo>
                    <a:pt x="1203291" y="1621738"/>
                  </a:lnTo>
                  <a:lnTo>
                    <a:pt x="1203279" y="1621720"/>
                  </a:lnTo>
                  <a:lnTo>
                    <a:pt x="1203266" y="1621701"/>
                  </a:lnTo>
                  <a:lnTo>
                    <a:pt x="1203248" y="1621673"/>
                  </a:lnTo>
                  <a:lnTo>
                    <a:pt x="1203237" y="1621656"/>
                  </a:lnTo>
                  <a:lnTo>
                    <a:pt x="1203234" y="1621646"/>
                  </a:lnTo>
                  <a:lnTo>
                    <a:pt x="1203243" y="1621608"/>
                  </a:lnTo>
                  <a:lnTo>
                    <a:pt x="1203247" y="1621592"/>
                  </a:lnTo>
                  <a:lnTo>
                    <a:pt x="1203251" y="1621567"/>
                  </a:lnTo>
                  <a:lnTo>
                    <a:pt x="1203252" y="1621552"/>
                  </a:lnTo>
                  <a:lnTo>
                    <a:pt x="1203258" y="1621522"/>
                  </a:lnTo>
                  <a:lnTo>
                    <a:pt x="1203261" y="1621504"/>
                  </a:lnTo>
                  <a:lnTo>
                    <a:pt x="1203263" y="1621485"/>
                  </a:lnTo>
                  <a:lnTo>
                    <a:pt x="1203267" y="1621467"/>
                  </a:lnTo>
                  <a:lnTo>
                    <a:pt x="1203271" y="1621449"/>
                  </a:lnTo>
                  <a:lnTo>
                    <a:pt x="1203279" y="1621400"/>
                  </a:lnTo>
                  <a:lnTo>
                    <a:pt x="1203287" y="1621349"/>
                  </a:lnTo>
                  <a:lnTo>
                    <a:pt x="1203289" y="1621330"/>
                  </a:lnTo>
                  <a:lnTo>
                    <a:pt x="1203293" y="1621312"/>
                  </a:lnTo>
                  <a:lnTo>
                    <a:pt x="1203300" y="1621268"/>
                  </a:lnTo>
                  <a:lnTo>
                    <a:pt x="1203302" y="1621244"/>
                  </a:lnTo>
                  <a:lnTo>
                    <a:pt x="1203306" y="1621233"/>
                  </a:lnTo>
                  <a:lnTo>
                    <a:pt x="1203314" y="1621219"/>
                  </a:lnTo>
                  <a:lnTo>
                    <a:pt x="1203327" y="1621198"/>
                  </a:lnTo>
                  <a:lnTo>
                    <a:pt x="1203336" y="1621183"/>
                  </a:lnTo>
                  <a:lnTo>
                    <a:pt x="1203343" y="1621168"/>
                  </a:lnTo>
                  <a:lnTo>
                    <a:pt x="1203353" y="1621150"/>
                  </a:lnTo>
                  <a:lnTo>
                    <a:pt x="1203361" y="1621132"/>
                  </a:lnTo>
                  <a:lnTo>
                    <a:pt x="1203371" y="1621113"/>
                  </a:lnTo>
                  <a:lnTo>
                    <a:pt x="1203378" y="1621095"/>
                  </a:lnTo>
                  <a:lnTo>
                    <a:pt x="1203386" y="1621081"/>
                  </a:lnTo>
                  <a:lnTo>
                    <a:pt x="1203397" y="1621058"/>
                  </a:lnTo>
                  <a:lnTo>
                    <a:pt x="1203406" y="1621039"/>
                  </a:lnTo>
                  <a:lnTo>
                    <a:pt x="1203415" y="1621021"/>
                  </a:lnTo>
                  <a:lnTo>
                    <a:pt x="1203423" y="1621002"/>
                  </a:lnTo>
                  <a:lnTo>
                    <a:pt x="1203437" y="1620976"/>
                  </a:lnTo>
                  <a:lnTo>
                    <a:pt x="1203452" y="1620947"/>
                  </a:lnTo>
                  <a:lnTo>
                    <a:pt x="1203460" y="1620928"/>
                  </a:lnTo>
                  <a:lnTo>
                    <a:pt x="1203469" y="1620910"/>
                  </a:lnTo>
                  <a:lnTo>
                    <a:pt x="1203478" y="1620891"/>
                  </a:lnTo>
                  <a:lnTo>
                    <a:pt x="1203487" y="1620873"/>
                  </a:lnTo>
                  <a:lnTo>
                    <a:pt x="1203496" y="1620854"/>
                  </a:lnTo>
                  <a:lnTo>
                    <a:pt x="1203504" y="1620836"/>
                  </a:lnTo>
                  <a:lnTo>
                    <a:pt x="1203514" y="1620817"/>
                  </a:lnTo>
                  <a:lnTo>
                    <a:pt x="1203523" y="1620798"/>
                  </a:lnTo>
                  <a:lnTo>
                    <a:pt x="1203532" y="1620780"/>
                  </a:lnTo>
                  <a:lnTo>
                    <a:pt x="1203541" y="1620762"/>
                  </a:lnTo>
                  <a:lnTo>
                    <a:pt x="1203549" y="1620743"/>
                  </a:lnTo>
                  <a:lnTo>
                    <a:pt x="1203567" y="1620706"/>
                  </a:lnTo>
                  <a:lnTo>
                    <a:pt x="1203576" y="1620688"/>
                  </a:lnTo>
                  <a:lnTo>
                    <a:pt x="1203601" y="1620634"/>
                  </a:lnTo>
                  <a:lnTo>
                    <a:pt x="1203614" y="1620606"/>
                  </a:lnTo>
                  <a:lnTo>
                    <a:pt x="1203621" y="1620590"/>
                  </a:lnTo>
                  <a:lnTo>
                    <a:pt x="1203629" y="1620573"/>
                  </a:lnTo>
                  <a:lnTo>
                    <a:pt x="1203636" y="1620557"/>
                  </a:lnTo>
                  <a:lnTo>
                    <a:pt x="1203643" y="1620542"/>
                  </a:lnTo>
                  <a:lnTo>
                    <a:pt x="1203652" y="1620520"/>
                  </a:lnTo>
                  <a:lnTo>
                    <a:pt x="1203661" y="1620501"/>
                  </a:lnTo>
                  <a:lnTo>
                    <a:pt x="1203670" y="1620483"/>
                  </a:lnTo>
                  <a:lnTo>
                    <a:pt x="1203678" y="1620464"/>
                  </a:lnTo>
                  <a:lnTo>
                    <a:pt x="1203688" y="1620446"/>
                  </a:lnTo>
                  <a:lnTo>
                    <a:pt x="1203696" y="1620427"/>
                  </a:lnTo>
                  <a:lnTo>
                    <a:pt x="1203701" y="1620420"/>
                  </a:lnTo>
                  <a:lnTo>
                    <a:pt x="1203735" y="1620339"/>
                  </a:lnTo>
                  <a:lnTo>
                    <a:pt x="1203736" y="1620324"/>
                  </a:lnTo>
                  <a:lnTo>
                    <a:pt x="1203735" y="1620315"/>
                  </a:lnTo>
                  <a:lnTo>
                    <a:pt x="1203729" y="1620305"/>
                  </a:lnTo>
                  <a:lnTo>
                    <a:pt x="1203723" y="1620299"/>
                  </a:lnTo>
                  <a:lnTo>
                    <a:pt x="1203709" y="1620291"/>
                  </a:lnTo>
                  <a:lnTo>
                    <a:pt x="1203700" y="1620283"/>
                  </a:lnTo>
                  <a:lnTo>
                    <a:pt x="1203691" y="1620277"/>
                  </a:lnTo>
                  <a:lnTo>
                    <a:pt x="1203683" y="1620273"/>
                  </a:lnTo>
                  <a:lnTo>
                    <a:pt x="1203674" y="1620270"/>
                  </a:lnTo>
                  <a:lnTo>
                    <a:pt x="1203656" y="1620262"/>
                  </a:lnTo>
                  <a:lnTo>
                    <a:pt x="1203638" y="1620252"/>
                  </a:lnTo>
                  <a:lnTo>
                    <a:pt x="1203621" y="1620238"/>
                  </a:lnTo>
                  <a:lnTo>
                    <a:pt x="1203615" y="1620231"/>
                  </a:lnTo>
                  <a:lnTo>
                    <a:pt x="1203609" y="1620220"/>
                  </a:lnTo>
                  <a:lnTo>
                    <a:pt x="1203597" y="1620202"/>
                  </a:lnTo>
                  <a:lnTo>
                    <a:pt x="1203588" y="1620183"/>
                  </a:lnTo>
                  <a:lnTo>
                    <a:pt x="1203579" y="1620165"/>
                  </a:lnTo>
                  <a:lnTo>
                    <a:pt x="1203576" y="1620154"/>
                  </a:lnTo>
                  <a:lnTo>
                    <a:pt x="1203570" y="1620140"/>
                  </a:lnTo>
                  <a:lnTo>
                    <a:pt x="1203563" y="1620128"/>
                  </a:lnTo>
                  <a:lnTo>
                    <a:pt x="1203552" y="1620107"/>
                  </a:lnTo>
                  <a:lnTo>
                    <a:pt x="1203541" y="1620091"/>
                  </a:lnTo>
                  <a:lnTo>
                    <a:pt x="1203529" y="1620072"/>
                  </a:lnTo>
                  <a:lnTo>
                    <a:pt x="1203524" y="1620065"/>
                  </a:lnTo>
                  <a:lnTo>
                    <a:pt x="1203516" y="1620051"/>
                  </a:lnTo>
                  <a:lnTo>
                    <a:pt x="1203506" y="1620038"/>
                  </a:lnTo>
                  <a:lnTo>
                    <a:pt x="1203497" y="1620019"/>
                  </a:lnTo>
                  <a:lnTo>
                    <a:pt x="1203486" y="1620001"/>
                  </a:lnTo>
                  <a:lnTo>
                    <a:pt x="1203475" y="1619983"/>
                  </a:lnTo>
                  <a:lnTo>
                    <a:pt x="1203459" y="1619964"/>
                  </a:lnTo>
                  <a:lnTo>
                    <a:pt x="1203445" y="1619948"/>
                  </a:lnTo>
                  <a:lnTo>
                    <a:pt x="1203430" y="1619930"/>
                  </a:lnTo>
                  <a:lnTo>
                    <a:pt x="1203421" y="1619922"/>
                  </a:lnTo>
                  <a:lnTo>
                    <a:pt x="1203414" y="1619912"/>
                  </a:lnTo>
                  <a:lnTo>
                    <a:pt x="1203407" y="1619895"/>
                  </a:lnTo>
                  <a:lnTo>
                    <a:pt x="1203404" y="1619884"/>
                  </a:lnTo>
                  <a:lnTo>
                    <a:pt x="1203398" y="1619875"/>
                  </a:lnTo>
                  <a:lnTo>
                    <a:pt x="1203393" y="1619858"/>
                  </a:lnTo>
                  <a:lnTo>
                    <a:pt x="1203390" y="1619841"/>
                  </a:lnTo>
                  <a:lnTo>
                    <a:pt x="1203378" y="1619820"/>
                  </a:lnTo>
                  <a:lnTo>
                    <a:pt x="1203360" y="1619783"/>
                  </a:lnTo>
                  <a:lnTo>
                    <a:pt x="1203344" y="1619762"/>
                  </a:lnTo>
                  <a:lnTo>
                    <a:pt x="1203331" y="1619735"/>
                  </a:lnTo>
                  <a:lnTo>
                    <a:pt x="1203316" y="1619714"/>
                  </a:lnTo>
                  <a:lnTo>
                    <a:pt x="1203252" y="1619625"/>
                  </a:lnTo>
                  <a:lnTo>
                    <a:pt x="1203240" y="1619606"/>
                  </a:lnTo>
                  <a:lnTo>
                    <a:pt x="1203235" y="1619603"/>
                  </a:lnTo>
                  <a:lnTo>
                    <a:pt x="1203228" y="1619589"/>
                  </a:lnTo>
                  <a:lnTo>
                    <a:pt x="1203216" y="1619571"/>
                  </a:lnTo>
                  <a:lnTo>
                    <a:pt x="1203211" y="1619565"/>
                  </a:lnTo>
                  <a:lnTo>
                    <a:pt x="1203203" y="1619552"/>
                  </a:lnTo>
                  <a:lnTo>
                    <a:pt x="1203194" y="1619534"/>
                  </a:lnTo>
                  <a:lnTo>
                    <a:pt x="1203182" y="1619515"/>
                  </a:lnTo>
                  <a:lnTo>
                    <a:pt x="1203179" y="1619510"/>
                  </a:lnTo>
                  <a:lnTo>
                    <a:pt x="1203166" y="1619501"/>
                  </a:lnTo>
                  <a:lnTo>
                    <a:pt x="1203148" y="1619492"/>
                  </a:lnTo>
                  <a:lnTo>
                    <a:pt x="1203131" y="1619482"/>
                  </a:lnTo>
                  <a:lnTo>
                    <a:pt x="1203124" y="1619475"/>
                  </a:lnTo>
                  <a:lnTo>
                    <a:pt x="1203119" y="1619462"/>
                  </a:lnTo>
                  <a:lnTo>
                    <a:pt x="1203118" y="1619453"/>
                  </a:lnTo>
                  <a:lnTo>
                    <a:pt x="1203087" y="1619398"/>
                  </a:lnTo>
                  <a:lnTo>
                    <a:pt x="1203072" y="1619380"/>
                  </a:lnTo>
                  <a:lnTo>
                    <a:pt x="1203054" y="1619364"/>
                  </a:lnTo>
                  <a:lnTo>
                    <a:pt x="1203036" y="1619350"/>
                  </a:lnTo>
                  <a:lnTo>
                    <a:pt x="1203019" y="1619339"/>
                  </a:lnTo>
                  <a:lnTo>
                    <a:pt x="1203001" y="1619332"/>
                  </a:lnTo>
                  <a:lnTo>
                    <a:pt x="1202984" y="1619326"/>
                  </a:lnTo>
                  <a:lnTo>
                    <a:pt x="1202974" y="1619323"/>
                  </a:lnTo>
                  <a:lnTo>
                    <a:pt x="1202963" y="1619318"/>
                  </a:lnTo>
                  <a:lnTo>
                    <a:pt x="1202948" y="1619308"/>
                  </a:lnTo>
                  <a:lnTo>
                    <a:pt x="1202930" y="1619294"/>
                  </a:lnTo>
                  <a:lnTo>
                    <a:pt x="1202913" y="1619280"/>
                  </a:lnTo>
                  <a:lnTo>
                    <a:pt x="1202895" y="1619270"/>
                  </a:lnTo>
                  <a:lnTo>
                    <a:pt x="1202877" y="1619260"/>
                  </a:lnTo>
                  <a:lnTo>
                    <a:pt x="1202870" y="1619258"/>
                  </a:lnTo>
                  <a:lnTo>
                    <a:pt x="1202860" y="1619249"/>
                  </a:lnTo>
                  <a:lnTo>
                    <a:pt x="1202844" y="1619232"/>
                  </a:lnTo>
                  <a:lnTo>
                    <a:pt x="1202831" y="1619215"/>
                  </a:lnTo>
                  <a:lnTo>
                    <a:pt x="1202815" y="1619194"/>
                  </a:lnTo>
                  <a:lnTo>
                    <a:pt x="1202810" y="1619184"/>
                  </a:lnTo>
                  <a:lnTo>
                    <a:pt x="1202804" y="1619178"/>
                  </a:lnTo>
                  <a:lnTo>
                    <a:pt x="1202794" y="1619159"/>
                  </a:lnTo>
                  <a:lnTo>
                    <a:pt x="1202781" y="1619141"/>
                  </a:lnTo>
                  <a:lnTo>
                    <a:pt x="1202775" y="1619131"/>
                  </a:lnTo>
                  <a:lnTo>
                    <a:pt x="1202773" y="1619122"/>
                  </a:lnTo>
                  <a:lnTo>
                    <a:pt x="1202766" y="1619104"/>
                  </a:lnTo>
                  <a:lnTo>
                    <a:pt x="1202763" y="1619099"/>
                  </a:lnTo>
                  <a:lnTo>
                    <a:pt x="1202762" y="1619083"/>
                  </a:lnTo>
                  <a:lnTo>
                    <a:pt x="1202768" y="1619067"/>
                  </a:lnTo>
                  <a:lnTo>
                    <a:pt x="1202771" y="1619062"/>
                  </a:lnTo>
                  <a:lnTo>
                    <a:pt x="1202776" y="1619049"/>
                  </a:lnTo>
                  <a:lnTo>
                    <a:pt x="1202779" y="1619042"/>
                  </a:lnTo>
                  <a:lnTo>
                    <a:pt x="1202776" y="1619030"/>
                  </a:lnTo>
                  <a:lnTo>
                    <a:pt x="1202770" y="1619011"/>
                  </a:lnTo>
                  <a:lnTo>
                    <a:pt x="1202753" y="1618974"/>
                  </a:lnTo>
                  <a:lnTo>
                    <a:pt x="1202755" y="1618961"/>
                  </a:lnTo>
                  <a:lnTo>
                    <a:pt x="1202752" y="1618950"/>
                  </a:lnTo>
                  <a:lnTo>
                    <a:pt x="1202747" y="1618933"/>
                  </a:lnTo>
                  <a:lnTo>
                    <a:pt x="1202718" y="1618916"/>
                  </a:lnTo>
                  <a:lnTo>
                    <a:pt x="1202710" y="1618892"/>
                  </a:lnTo>
                  <a:lnTo>
                    <a:pt x="1202703" y="1618882"/>
                  </a:lnTo>
                  <a:lnTo>
                    <a:pt x="1202693" y="1618873"/>
                  </a:lnTo>
                  <a:lnTo>
                    <a:pt x="1202670" y="1618864"/>
                  </a:lnTo>
                  <a:lnTo>
                    <a:pt x="1202624" y="1618862"/>
                  </a:lnTo>
                  <a:lnTo>
                    <a:pt x="1202612" y="1618859"/>
                  </a:lnTo>
                  <a:lnTo>
                    <a:pt x="1202606" y="1618860"/>
                  </a:lnTo>
                  <a:lnTo>
                    <a:pt x="1202597" y="1618858"/>
                  </a:lnTo>
                  <a:lnTo>
                    <a:pt x="1202603" y="1618837"/>
                  </a:lnTo>
                  <a:lnTo>
                    <a:pt x="1202607" y="1618819"/>
                  </a:lnTo>
                  <a:lnTo>
                    <a:pt x="1202611" y="1618810"/>
                  </a:lnTo>
                  <a:lnTo>
                    <a:pt x="1202612" y="1618801"/>
                  </a:lnTo>
                  <a:lnTo>
                    <a:pt x="1202614" y="1618785"/>
                  </a:lnTo>
                  <a:lnTo>
                    <a:pt x="1202611" y="1618764"/>
                  </a:lnTo>
                  <a:lnTo>
                    <a:pt x="1202602" y="1618727"/>
                  </a:lnTo>
                  <a:lnTo>
                    <a:pt x="1202597" y="1618709"/>
                  </a:lnTo>
                  <a:lnTo>
                    <a:pt x="1202591" y="1618690"/>
                  </a:lnTo>
                  <a:lnTo>
                    <a:pt x="1202587" y="1618671"/>
                  </a:lnTo>
                  <a:lnTo>
                    <a:pt x="1202586" y="1618653"/>
                  </a:lnTo>
                  <a:lnTo>
                    <a:pt x="1202587" y="1618634"/>
                  </a:lnTo>
                  <a:lnTo>
                    <a:pt x="1202590" y="1618616"/>
                  </a:lnTo>
                  <a:lnTo>
                    <a:pt x="1202590" y="1618604"/>
                  </a:lnTo>
                  <a:lnTo>
                    <a:pt x="1202592" y="1618597"/>
                  </a:lnTo>
                  <a:lnTo>
                    <a:pt x="1202592" y="1618582"/>
                  </a:lnTo>
                  <a:lnTo>
                    <a:pt x="1202599" y="1618528"/>
                  </a:lnTo>
                  <a:lnTo>
                    <a:pt x="1202592" y="1618505"/>
                  </a:lnTo>
                  <a:lnTo>
                    <a:pt x="1202589" y="1618486"/>
                  </a:lnTo>
                  <a:lnTo>
                    <a:pt x="1202583" y="1618468"/>
                  </a:lnTo>
                  <a:lnTo>
                    <a:pt x="1202578" y="1618449"/>
                  </a:lnTo>
                  <a:lnTo>
                    <a:pt x="1202578" y="1618442"/>
                  </a:lnTo>
                  <a:lnTo>
                    <a:pt x="1202574" y="1618431"/>
                  </a:lnTo>
                  <a:lnTo>
                    <a:pt x="1202572" y="1618412"/>
                  </a:lnTo>
                  <a:lnTo>
                    <a:pt x="1202568" y="1618394"/>
                  </a:lnTo>
                  <a:lnTo>
                    <a:pt x="1202566" y="1618375"/>
                  </a:lnTo>
                  <a:lnTo>
                    <a:pt x="1202565" y="1618357"/>
                  </a:lnTo>
                  <a:lnTo>
                    <a:pt x="1202563" y="1618338"/>
                  </a:lnTo>
                  <a:lnTo>
                    <a:pt x="1202560" y="1618320"/>
                  </a:lnTo>
                  <a:lnTo>
                    <a:pt x="1202560" y="1618314"/>
                  </a:lnTo>
                  <a:lnTo>
                    <a:pt x="1202555" y="1618299"/>
                  </a:lnTo>
                  <a:lnTo>
                    <a:pt x="1202552" y="1618280"/>
                  </a:lnTo>
                  <a:lnTo>
                    <a:pt x="1202550" y="1618262"/>
                  </a:lnTo>
                  <a:lnTo>
                    <a:pt x="1202548" y="1618243"/>
                  </a:lnTo>
                  <a:lnTo>
                    <a:pt x="1202545" y="1618225"/>
                  </a:lnTo>
                  <a:lnTo>
                    <a:pt x="1202541" y="1618207"/>
                  </a:lnTo>
                  <a:lnTo>
                    <a:pt x="1202535" y="1618184"/>
                  </a:lnTo>
                  <a:lnTo>
                    <a:pt x="1202528" y="1618169"/>
                  </a:lnTo>
                  <a:lnTo>
                    <a:pt x="1202506" y="1618127"/>
                  </a:lnTo>
                  <a:lnTo>
                    <a:pt x="1202497" y="1618109"/>
                  </a:lnTo>
                  <a:lnTo>
                    <a:pt x="1202486" y="1618091"/>
                  </a:lnTo>
                  <a:lnTo>
                    <a:pt x="1202474" y="1618070"/>
                  </a:lnTo>
                  <a:lnTo>
                    <a:pt x="1202462" y="1618055"/>
                  </a:lnTo>
                  <a:lnTo>
                    <a:pt x="1202452" y="1618036"/>
                  </a:lnTo>
                  <a:lnTo>
                    <a:pt x="1202439" y="1618018"/>
                  </a:lnTo>
                  <a:lnTo>
                    <a:pt x="1202432" y="1618003"/>
                  </a:lnTo>
                  <a:lnTo>
                    <a:pt x="1202427" y="1617992"/>
                  </a:lnTo>
                  <a:lnTo>
                    <a:pt x="1202421" y="1617975"/>
                  </a:lnTo>
                  <a:lnTo>
                    <a:pt x="1202416" y="1617963"/>
                  </a:lnTo>
                  <a:lnTo>
                    <a:pt x="1202412" y="1617944"/>
                  </a:lnTo>
                  <a:lnTo>
                    <a:pt x="1202406" y="1617926"/>
                  </a:lnTo>
                  <a:lnTo>
                    <a:pt x="1202401" y="1617912"/>
                  </a:lnTo>
                  <a:lnTo>
                    <a:pt x="1202397" y="1617892"/>
                  </a:lnTo>
                  <a:lnTo>
                    <a:pt x="1202391" y="1617881"/>
                  </a:lnTo>
                  <a:lnTo>
                    <a:pt x="1202383" y="1617878"/>
                  </a:lnTo>
                  <a:lnTo>
                    <a:pt x="1202370" y="1617876"/>
                  </a:lnTo>
                  <a:lnTo>
                    <a:pt x="1202343" y="1617880"/>
                  </a:lnTo>
                  <a:lnTo>
                    <a:pt x="1202325" y="1617883"/>
                  </a:lnTo>
                  <a:lnTo>
                    <a:pt x="1202308" y="1617887"/>
                  </a:lnTo>
                  <a:lnTo>
                    <a:pt x="1202288" y="1617887"/>
                  </a:lnTo>
                  <a:lnTo>
                    <a:pt x="1202279" y="1617872"/>
                  </a:lnTo>
                  <a:lnTo>
                    <a:pt x="1202277" y="1617854"/>
                  </a:lnTo>
                  <a:lnTo>
                    <a:pt x="1202276" y="1617835"/>
                  </a:lnTo>
                  <a:lnTo>
                    <a:pt x="1202277" y="1617817"/>
                  </a:lnTo>
                  <a:lnTo>
                    <a:pt x="1202278" y="1617799"/>
                  </a:lnTo>
                  <a:lnTo>
                    <a:pt x="1202281" y="1617780"/>
                  </a:lnTo>
                  <a:lnTo>
                    <a:pt x="1202284" y="1617762"/>
                  </a:lnTo>
                  <a:lnTo>
                    <a:pt x="1202289" y="1617743"/>
                  </a:lnTo>
                  <a:lnTo>
                    <a:pt x="1202290" y="1617738"/>
                  </a:lnTo>
                  <a:lnTo>
                    <a:pt x="1202289" y="1617725"/>
                  </a:lnTo>
                  <a:lnTo>
                    <a:pt x="1202281" y="1617706"/>
                  </a:lnTo>
                  <a:lnTo>
                    <a:pt x="1202271" y="1617694"/>
                  </a:lnTo>
                  <a:lnTo>
                    <a:pt x="1202269" y="1617687"/>
                  </a:lnTo>
                  <a:lnTo>
                    <a:pt x="1202256" y="1617669"/>
                  </a:lnTo>
                  <a:lnTo>
                    <a:pt x="1202246" y="1617655"/>
                  </a:lnTo>
                  <a:lnTo>
                    <a:pt x="1202242" y="1617652"/>
                  </a:lnTo>
                  <a:lnTo>
                    <a:pt x="1202224" y="1617639"/>
                  </a:lnTo>
                  <a:lnTo>
                    <a:pt x="1202212" y="1617632"/>
                  </a:lnTo>
                  <a:lnTo>
                    <a:pt x="1202207" y="1617631"/>
                  </a:lnTo>
                  <a:lnTo>
                    <a:pt x="1202189" y="1617623"/>
                  </a:lnTo>
                  <a:lnTo>
                    <a:pt x="1202171" y="1617615"/>
                  </a:lnTo>
                  <a:lnTo>
                    <a:pt x="1202153" y="1617606"/>
                  </a:lnTo>
                  <a:lnTo>
                    <a:pt x="1202133" y="1617595"/>
                  </a:lnTo>
                  <a:lnTo>
                    <a:pt x="1202125" y="1617591"/>
                  </a:lnTo>
                  <a:lnTo>
                    <a:pt x="1202116" y="1617584"/>
                  </a:lnTo>
                  <a:lnTo>
                    <a:pt x="1202098" y="1617572"/>
                  </a:lnTo>
                  <a:lnTo>
                    <a:pt x="1202080" y="1617556"/>
                  </a:lnTo>
                  <a:lnTo>
                    <a:pt x="1202064" y="1617540"/>
                  </a:lnTo>
                  <a:lnTo>
                    <a:pt x="1202051" y="1617523"/>
                  </a:lnTo>
                  <a:lnTo>
                    <a:pt x="1202038" y="1617504"/>
                  </a:lnTo>
                  <a:lnTo>
                    <a:pt x="1202027" y="1617486"/>
                  </a:lnTo>
                  <a:lnTo>
                    <a:pt x="1202014" y="1617467"/>
                  </a:lnTo>
                  <a:lnTo>
                    <a:pt x="1202001" y="1617450"/>
                  </a:lnTo>
                  <a:lnTo>
                    <a:pt x="1201985" y="1617430"/>
                  </a:lnTo>
                  <a:lnTo>
                    <a:pt x="1201972" y="1617411"/>
                  </a:lnTo>
                  <a:lnTo>
                    <a:pt x="1201961" y="1617393"/>
                  </a:lnTo>
                  <a:lnTo>
                    <a:pt x="1201952" y="1617375"/>
                  </a:lnTo>
                  <a:lnTo>
                    <a:pt x="1201943" y="1617356"/>
                  </a:lnTo>
                  <a:lnTo>
                    <a:pt x="1201935" y="1617338"/>
                  </a:lnTo>
                  <a:lnTo>
                    <a:pt x="1201927" y="1617317"/>
                  </a:lnTo>
                  <a:lnTo>
                    <a:pt x="1201920" y="1617298"/>
                  </a:lnTo>
                  <a:lnTo>
                    <a:pt x="1201913" y="1617280"/>
                  </a:lnTo>
                  <a:lnTo>
                    <a:pt x="1201904" y="1617262"/>
                  </a:lnTo>
                  <a:lnTo>
                    <a:pt x="1201897" y="1617243"/>
                  </a:lnTo>
                  <a:lnTo>
                    <a:pt x="1201891" y="1617224"/>
                  </a:lnTo>
                  <a:lnTo>
                    <a:pt x="1201884" y="1617206"/>
                  </a:lnTo>
                  <a:lnTo>
                    <a:pt x="1201874" y="1617187"/>
                  </a:lnTo>
                  <a:lnTo>
                    <a:pt x="1201864" y="1617169"/>
                  </a:lnTo>
                  <a:lnTo>
                    <a:pt x="1201849" y="1617150"/>
                  </a:lnTo>
                  <a:lnTo>
                    <a:pt x="1201843" y="1617144"/>
                  </a:lnTo>
                  <a:lnTo>
                    <a:pt x="1201836" y="1617132"/>
                  </a:lnTo>
                  <a:lnTo>
                    <a:pt x="1201826" y="1617114"/>
                  </a:lnTo>
                  <a:lnTo>
                    <a:pt x="1201816" y="1617096"/>
                  </a:lnTo>
                  <a:lnTo>
                    <a:pt x="1201809" y="1617084"/>
                  </a:lnTo>
                  <a:lnTo>
                    <a:pt x="1201800" y="1617075"/>
                  </a:lnTo>
                  <a:lnTo>
                    <a:pt x="1201786" y="1617066"/>
                  </a:lnTo>
                  <a:lnTo>
                    <a:pt x="1201768" y="1617053"/>
                  </a:lnTo>
                  <a:lnTo>
                    <a:pt x="1201753" y="1617043"/>
                  </a:lnTo>
                  <a:lnTo>
                    <a:pt x="1201746" y="1617037"/>
                  </a:lnTo>
                  <a:lnTo>
                    <a:pt x="1201735" y="1617023"/>
                  </a:lnTo>
                  <a:lnTo>
                    <a:pt x="1201730" y="1617011"/>
                  </a:lnTo>
                  <a:lnTo>
                    <a:pt x="1201729" y="1617000"/>
                  </a:lnTo>
                  <a:lnTo>
                    <a:pt x="1201725" y="1616986"/>
                  </a:lnTo>
                  <a:lnTo>
                    <a:pt x="1201720" y="1616968"/>
                  </a:lnTo>
                  <a:lnTo>
                    <a:pt x="1201711" y="1616950"/>
                  </a:lnTo>
                  <a:lnTo>
                    <a:pt x="1201707" y="1616937"/>
                  </a:lnTo>
                  <a:lnTo>
                    <a:pt x="1201705" y="1616931"/>
                  </a:lnTo>
                  <a:lnTo>
                    <a:pt x="1201702" y="1616910"/>
                  </a:lnTo>
                  <a:lnTo>
                    <a:pt x="1201701" y="1616903"/>
                  </a:lnTo>
                  <a:lnTo>
                    <a:pt x="1201697" y="1616892"/>
                  </a:lnTo>
                  <a:lnTo>
                    <a:pt x="1201688" y="1616873"/>
                  </a:lnTo>
                  <a:lnTo>
                    <a:pt x="1201676" y="1616854"/>
                  </a:lnTo>
                  <a:lnTo>
                    <a:pt x="1201671" y="1616841"/>
                  </a:lnTo>
                  <a:lnTo>
                    <a:pt x="1201670" y="1616833"/>
                  </a:lnTo>
                  <a:lnTo>
                    <a:pt x="1201661" y="1616820"/>
                  </a:lnTo>
                  <a:lnTo>
                    <a:pt x="1201648" y="1616802"/>
                  </a:lnTo>
                  <a:lnTo>
                    <a:pt x="1201639" y="1616793"/>
                  </a:lnTo>
                  <a:lnTo>
                    <a:pt x="1201625" y="1616774"/>
                  </a:lnTo>
                  <a:lnTo>
                    <a:pt x="1201616" y="1616761"/>
                  </a:lnTo>
                  <a:lnTo>
                    <a:pt x="1201611" y="1616757"/>
                  </a:lnTo>
                  <a:lnTo>
                    <a:pt x="1201605" y="1616753"/>
                  </a:lnTo>
                  <a:lnTo>
                    <a:pt x="1201591" y="1616754"/>
                  </a:lnTo>
                  <a:lnTo>
                    <a:pt x="1201575" y="1616765"/>
                  </a:lnTo>
                  <a:lnTo>
                    <a:pt x="1201558" y="1616770"/>
                  </a:lnTo>
                  <a:lnTo>
                    <a:pt x="1201553" y="1616770"/>
                  </a:lnTo>
                  <a:lnTo>
                    <a:pt x="1201545" y="1616767"/>
                  </a:lnTo>
                  <a:lnTo>
                    <a:pt x="1201541" y="1616763"/>
                  </a:lnTo>
                  <a:lnTo>
                    <a:pt x="1201523" y="1616751"/>
                  </a:lnTo>
                  <a:lnTo>
                    <a:pt x="1201518" y="1616749"/>
                  </a:lnTo>
                  <a:lnTo>
                    <a:pt x="1201506" y="1616739"/>
                  </a:lnTo>
                  <a:lnTo>
                    <a:pt x="1201491" y="1616722"/>
                  </a:lnTo>
                  <a:lnTo>
                    <a:pt x="1201478" y="1616701"/>
                  </a:lnTo>
                  <a:lnTo>
                    <a:pt x="1201471" y="1616688"/>
                  </a:lnTo>
                  <a:lnTo>
                    <a:pt x="1201463" y="1616671"/>
                  </a:lnTo>
                  <a:lnTo>
                    <a:pt x="1201459" y="1616666"/>
                  </a:lnTo>
                  <a:lnTo>
                    <a:pt x="1201445" y="1616675"/>
                  </a:lnTo>
                  <a:lnTo>
                    <a:pt x="1201440" y="1616678"/>
                  </a:lnTo>
                  <a:lnTo>
                    <a:pt x="1201426" y="1616685"/>
                  </a:lnTo>
                  <a:lnTo>
                    <a:pt x="1201410" y="1616688"/>
                  </a:lnTo>
                  <a:lnTo>
                    <a:pt x="1201392" y="1616692"/>
                  </a:lnTo>
                  <a:lnTo>
                    <a:pt x="1201374" y="1616696"/>
                  </a:lnTo>
                  <a:lnTo>
                    <a:pt x="1201357" y="1616697"/>
                  </a:lnTo>
                  <a:lnTo>
                    <a:pt x="1201339" y="1616698"/>
                  </a:lnTo>
                  <a:lnTo>
                    <a:pt x="1201321" y="1616699"/>
                  </a:lnTo>
                  <a:lnTo>
                    <a:pt x="1201304" y="1616703"/>
                  </a:lnTo>
                  <a:lnTo>
                    <a:pt x="1201286" y="1616703"/>
                  </a:lnTo>
                  <a:lnTo>
                    <a:pt x="1201268" y="1616703"/>
                  </a:lnTo>
                  <a:lnTo>
                    <a:pt x="1201251" y="1616704"/>
                  </a:lnTo>
                  <a:lnTo>
                    <a:pt x="1201233" y="1616706"/>
                  </a:lnTo>
                  <a:lnTo>
                    <a:pt x="1201216" y="1616707"/>
                  </a:lnTo>
                  <a:lnTo>
                    <a:pt x="1201198" y="1616708"/>
                  </a:lnTo>
                  <a:lnTo>
                    <a:pt x="1201187" y="1616710"/>
                  </a:lnTo>
                  <a:lnTo>
                    <a:pt x="1201178" y="1616713"/>
                  </a:lnTo>
                  <a:lnTo>
                    <a:pt x="1201160" y="1616716"/>
                  </a:lnTo>
                  <a:lnTo>
                    <a:pt x="1201142" y="1616718"/>
                  </a:lnTo>
                  <a:lnTo>
                    <a:pt x="1201125" y="1616722"/>
                  </a:lnTo>
                  <a:lnTo>
                    <a:pt x="1201107" y="1616726"/>
                  </a:lnTo>
                  <a:lnTo>
                    <a:pt x="1201090" y="1616727"/>
                  </a:lnTo>
                  <a:lnTo>
                    <a:pt x="1201072" y="1616729"/>
                  </a:lnTo>
                  <a:lnTo>
                    <a:pt x="1201054" y="1616729"/>
                  </a:lnTo>
                  <a:lnTo>
                    <a:pt x="1201036" y="1616733"/>
                  </a:lnTo>
                  <a:lnTo>
                    <a:pt x="1201025" y="1616736"/>
                  </a:lnTo>
                  <a:lnTo>
                    <a:pt x="1201018" y="1616740"/>
                  </a:lnTo>
                  <a:lnTo>
                    <a:pt x="1201001" y="1616740"/>
                  </a:lnTo>
                  <a:lnTo>
                    <a:pt x="1200983" y="1616741"/>
                  </a:lnTo>
                  <a:lnTo>
                    <a:pt x="1200966" y="1616743"/>
                  </a:lnTo>
                  <a:lnTo>
                    <a:pt x="1200931" y="1616754"/>
                  </a:lnTo>
                  <a:lnTo>
                    <a:pt x="1200926" y="1616758"/>
                  </a:lnTo>
                  <a:lnTo>
                    <a:pt x="1200914" y="1616772"/>
                  </a:lnTo>
                  <a:lnTo>
                    <a:pt x="1200908" y="1616788"/>
                  </a:lnTo>
                  <a:lnTo>
                    <a:pt x="1200903" y="1616796"/>
                  </a:lnTo>
                  <a:lnTo>
                    <a:pt x="1200901" y="1616806"/>
                  </a:lnTo>
                  <a:lnTo>
                    <a:pt x="1200899" y="1616825"/>
                  </a:lnTo>
                  <a:lnTo>
                    <a:pt x="1200896" y="1616843"/>
                  </a:lnTo>
                  <a:lnTo>
                    <a:pt x="1200889" y="1616862"/>
                  </a:lnTo>
                  <a:lnTo>
                    <a:pt x="1200887" y="1616866"/>
                  </a:lnTo>
                  <a:lnTo>
                    <a:pt x="1200882" y="1616873"/>
                  </a:lnTo>
                  <a:lnTo>
                    <a:pt x="1200878" y="1616878"/>
                  </a:lnTo>
                  <a:lnTo>
                    <a:pt x="1200867" y="1616881"/>
                  </a:lnTo>
                  <a:lnTo>
                    <a:pt x="1200857" y="1616881"/>
                  </a:lnTo>
                  <a:lnTo>
                    <a:pt x="1200840" y="1616875"/>
                  </a:lnTo>
                  <a:lnTo>
                    <a:pt x="1200822" y="1616869"/>
                  </a:lnTo>
                  <a:lnTo>
                    <a:pt x="1200808" y="1616866"/>
                  </a:lnTo>
                  <a:lnTo>
                    <a:pt x="1200800" y="1616863"/>
                  </a:lnTo>
                  <a:lnTo>
                    <a:pt x="1200787" y="1616857"/>
                  </a:lnTo>
                  <a:lnTo>
                    <a:pt x="1200769" y="1616850"/>
                  </a:lnTo>
                  <a:lnTo>
                    <a:pt x="1200762" y="1616846"/>
                  </a:lnTo>
                  <a:lnTo>
                    <a:pt x="1200752" y="1616842"/>
                  </a:lnTo>
                  <a:lnTo>
                    <a:pt x="1200734" y="1616835"/>
                  </a:lnTo>
                  <a:lnTo>
                    <a:pt x="1200726" y="1616831"/>
                  </a:lnTo>
                  <a:lnTo>
                    <a:pt x="1200716" y="1616823"/>
                  </a:lnTo>
                  <a:lnTo>
                    <a:pt x="1200698" y="1616814"/>
                  </a:lnTo>
                  <a:lnTo>
                    <a:pt x="1200681" y="1616806"/>
                  </a:lnTo>
                  <a:lnTo>
                    <a:pt x="1200663" y="1616800"/>
                  </a:lnTo>
                  <a:lnTo>
                    <a:pt x="1200649" y="1616798"/>
                  </a:lnTo>
                  <a:lnTo>
                    <a:pt x="1200626" y="1616796"/>
                  </a:lnTo>
                  <a:lnTo>
                    <a:pt x="1200611" y="1616798"/>
                  </a:lnTo>
                  <a:lnTo>
                    <a:pt x="1200600" y="1616800"/>
                  </a:lnTo>
                  <a:lnTo>
                    <a:pt x="1200590" y="1616800"/>
                  </a:lnTo>
                  <a:lnTo>
                    <a:pt x="1200581" y="1616799"/>
                  </a:lnTo>
                  <a:lnTo>
                    <a:pt x="1200573" y="1616800"/>
                  </a:lnTo>
                  <a:lnTo>
                    <a:pt x="1200555" y="1616803"/>
                  </a:lnTo>
                  <a:lnTo>
                    <a:pt x="1200537" y="1616804"/>
                  </a:lnTo>
                  <a:lnTo>
                    <a:pt x="1200519" y="1616808"/>
                  </a:lnTo>
                  <a:lnTo>
                    <a:pt x="1200493" y="1616811"/>
                  </a:lnTo>
                  <a:lnTo>
                    <a:pt x="1200468" y="1616815"/>
                  </a:lnTo>
                  <a:lnTo>
                    <a:pt x="1200457" y="1616819"/>
                  </a:lnTo>
                  <a:lnTo>
                    <a:pt x="1200440" y="1616825"/>
                  </a:lnTo>
                  <a:lnTo>
                    <a:pt x="1200422" y="1616834"/>
                  </a:lnTo>
                  <a:lnTo>
                    <a:pt x="1200351" y="1616869"/>
                  </a:lnTo>
                  <a:lnTo>
                    <a:pt x="1200334" y="1616881"/>
                  </a:lnTo>
                  <a:lnTo>
                    <a:pt x="1200316" y="1616893"/>
                  </a:lnTo>
                  <a:lnTo>
                    <a:pt x="1200298" y="1616908"/>
                  </a:lnTo>
                  <a:lnTo>
                    <a:pt x="1200284" y="1616925"/>
                  </a:lnTo>
                  <a:lnTo>
                    <a:pt x="1200279" y="1616935"/>
                  </a:lnTo>
                  <a:lnTo>
                    <a:pt x="1200278" y="1616944"/>
                  </a:lnTo>
                  <a:lnTo>
                    <a:pt x="1200279" y="1616953"/>
                  </a:lnTo>
                  <a:lnTo>
                    <a:pt x="1200281" y="1616962"/>
                  </a:lnTo>
                  <a:lnTo>
                    <a:pt x="1200288" y="1616981"/>
                  </a:lnTo>
                  <a:lnTo>
                    <a:pt x="1200292" y="1616989"/>
                  </a:lnTo>
                  <a:lnTo>
                    <a:pt x="1200297" y="1616998"/>
                  </a:lnTo>
                  <a:lnTo>
                    <a:pt x="1200303" y="1617006"/>
                  </a:lnTo>
                  <a:lnTo>
                    <a:pt x="1200314" y="1617020"/>
                  </a:lnTo>
                  <a:lnTo>
                    <a:pt x="1200324" y="1617033"/>
                  </a:lnTo>
                  <a:lnTo>
                    <a:pt x="1200334" y="1617051"/>
                  </a:lnTo>
                  <a:lnTo>
                    <a:pt x="1200343" y="1617069"/>
                  </a:lnTo>
                  <a:lnTo>
                    <a:pt x="1200345" y="1617088"/>
                  </a:lnTo>
                  <a:lnTo>
                    <a:pt x="1200343" y="1617106"/>
                  </a:lnTo>
                  <a:lnTo>
                    <a:pt x="1200338" y="1617121"/>
                  </a:lnTo>
                  <a:lnTo>
                    <a:pt x="1200332" y="1617128"/>
                  </a:lnTo>
                  <a:lnTo>
                    <a:pt x="1200315" y="1617142"/>
                  </a:lnTo>
                  <a:lnTo>
                    <a:pt x="1200297" y="1617151"/>
                  </a:lnTo>
                  <a:lnTo>
                    <a:pt x="1200280" y="1617157"/>
                  </a:lnTo>
                  <a:lnTo>
                    <a:pt x="1200262" y="1617163"/>
                  </a:lnTo>
                  <a:lnTo>
                    <a:pt x="1200244" y="1617169"/>
                  </a:lnTo>
                  <a:lnTo>
                    <a:pt x="1200229" y="1617172"/>
                  </a:lnTo>
                  <a:lnTo>
                    <a:pt x="1200218" y="1617175"/>
                  </a:lnTo>
                  <a:lnTo>
                    <a:pt x="1200203" y="1617178"/>
                  </a:lnTo>
                  <a:lnTo>
                    <a:pt x="1200192" y="1617180"/>
                  </a:lnTo>
                  <a:lnTo>
                    <a:pt x="1200174" y="1617184"/>
                  </a:lnTo>
                  <a:lnTo>
                    <a:pt x="1200138" y="1617190"/>
                  </a:lnTo>
                  <a:lnTo>
                    <a:pt x="1200059" y="1617193"/>
                  </a:lnTo>
                  <a:lnTo>
                    <a:pt x="1200042" y="1617192"/>
                  </a:lnTo>
                  <a:lnTo>
                    <a:pt x="1200024" y="1617189"/>
                  </a:lnTo>
                  <a:lnTo>
                    <a:pt x="1200007" y="1617184"/>
                  </a:lnTo>
                  <a:lnTo>
                    <a:pt x="1199988" y="1617178"/>
                  </a:lnTo>
                  <a:lnTo>
                    <a:pt x="1199971" y="1617173"/>
                  </a:lnTo>
                  <a:lnTo>
                    <a:pt x="1199954" y="1617168"/>
                  </a:lnTo>
                  <a:lnTo>
                    <a:pt x="1199936" y="1617165"/>
                  </a:lnTo>
                  <a:lnTo>
                    <a:pt x="1199918" y="1617161"/>
                  </a:lnTo>
                  <a:lnTo>
                    <a:pt x="1199900" y="1617156"/>
                  </a:lnTo>
                  <a:lnTo>
                    <a:pt x="1199883" y="1617152"/>
                  </a:lnTo>
                  <a:lnTo>
                    <a:pt x="1199865" y="1617148"/>
                  </a:lnTo>
                  <a:lnTo>
                    <a:pt x="1199848" y="1617144"/>
                  </a:lnTo>
                  <a:lnTo>
                    <a:pt x="1199830" y="1617143"/>
                  </a:lnTo>
                  <a:lnTo>
                    <a:pt x="1199812" y="1617141"/>
                  </a:lnTo>
                  <a:lnTo>
                    <a:pt x="1199789" y="1617143"/>
                  </a:lnTo>
                  <a:lnTo>
                    <a:pt x="1199785" y="1617122"/>
                  </a:lnTo>
                  <a:lnTo>
                    <a:pt x="1199768" y="1617071"/>
                  </a:lnTo>
                  <a:lnTo>
                    <a:pt x="1199761" y="1617061"/>
                  </a:lnTo>
                  <a:lnTo>
                    <a:pt x="1199751" y="1617055"/>
                  </a:lnTo>
                  <a:lnTo>
                    <a:pt x="1199740" y="1617045"/>
                  </a:lnTo>
                  <a:lnTo>
                    <a:pt x="1199716" y="1617044"/>
                  </a:lnTo>
                  <a:lnTo>
                    <a:pt x="1199698" y="1617045"/>
                  </a:lnTo>
                  <a:lnTo>
                    <a:pt x="1199680" y="1617049"/>
                  </a:lnTo>
                  <a:lnTo>
                    <a:pt x="1199645" y="1617054"/>
                  </a:lnTo>
                  <a:lnTo>
                    <a:pt x="1199627" y="1617058"/>
                  </a:lnTo>
                  <a:lnTo>
                    <a:pt x="1199610" y="1617065"/>
                  </a:lnTo>
                  <a:lnTo>
                    <a:pt x="1199603" y="1617068"/>
                  </a:lnTo>
                  <a:lnTo>
                    <a:pt x="1199592" y="1617075"/>
                  </a:lnTo>
                  <a:lnTo>
                    <a:pt x="1199574" y="1617082"/>
                  </a:lnTo>
                  <a:lnTo>
                    <a:pt x="1199557" y="1617091"/>
                  </a:lnTo>
                  <a:lnTo>
                    <a:pt x="1199549" y="1617096"/>
                  </a:lnTo>
                  <a:lnTo>
                    <a:pt x="1199539" y="1617100"/>
                  </a:lnTo>
                  <a:lnTo>
                    <a:pt x="1199529" y="1617105"/>
                  </a:lnTo>
                  <a:lnTo>
                    <a:pt x="1199521" y="1617111"/>
                  </a:lnTo>
                  <a:lnTo>
                    <a:pt x="1199504" y="1617119"/>
                  </a:lnTo>
                  <a:lnTo>
                    <a:pt x="1199486" y="1617128"/>
                  </a:lnTo>
                  <a:lnTo>
                    <a:pt x="1199468" y="1617138"/>
                  </a:lnTo>
                  <a:lnTo>
                    <a:pt x="1199434" y="1617162"/>
                  </a:lnTo>
                  <a:lnTo>
                    <a:pt x="1199417" y="1617176"/>
                  </a:lnTo>
                  <a:lnTo>
                    <a:pt x="1199401" y="1617187"/>
                  </a:lnTo>
                  <a:lnTo>
                    <a:pt x="1199381" y="1617190"/>
                  </a:lnTo>
                  <a:lnTo>
                    <a:pt x="1199364" y="1617189"/>
                  </a:lnTo>
                  <a:lnTo>
                    <a:pt x="1199346" y="1617185"/>
                  </a:lnTo>
                  <a:lnTo>
                    <a:pt x="1199329" y="1617176"/>
                  </a:lnTo>
                  <a:lnTo>
                    <a:pt x="1199313" y="1617182"/>
                  </a:lnTo>
                  <a:lnTo>
                    <a:pt x="1199305" y="1617185"/>
                  </a:lnTo>
                  <a:lnTo>
                    <a:pt x="1199299" y="1617185"/>
                  </a:lnTo>
                  <a:lnTo>
                    <a:pt x="1199296" y="1617176"/>
                  </a:lnTo>
                  <a:lnTo>
                    <a:pt x="1199293" y="1617165"/>
                  </a:lnTo>
                  <a:lnTo>
                    <a:pt x="1199289" y="1617149"/>
                  </a:lnTo>
                  <a:lnTo>
                    <a:pt x="1199281" y="1617131"/>
                  </a:lnTo>
                  <a:lnTo>
                    <a:pt x="1199276" y="1617112"/>
                  </a:lnTo>
                  <a:lnTo>
                    <a:pt x="1199269" y="1617094"/>
                  </a:lnTo>
                  <a:lnTo>
                    <a:pt x="1199257" y="1617073"/>
                  </a:lnTo>
                  <a:lnTo>
                    <a:pt x="1199253" y="1617055"/>
                  </a:lnTo>
                  <a:lnTo>
                    <a:pt x="1199250" y="1617036"/>
                  </a:lnTo>
                  <a:lnTo>
                    <a:pt x="1199249" y="1617018"/>
                  </a:lnTo>
                  <a:lnTo>
                    <a:pt x="1199247" y="1616999"/>
                  </a:lnTo>
                  <a:lnTo>
                    <a:pt x="1199246" y="1616993"/>
                  </a:lnTo>
                  <a:lnTo>
                    <a:pt x="1199247" y="1616980"/>
                  </a:lnTo>
                  <a:lnTo>
                    <a:pt x="1199250" y="1616960"/>
                  </a:lnTo>
                  <a:lnTo>
                    <a:pt x="1199255" y="1616944"/>
                  </a:lnTo>
                  <a:lnTo>
                    <a:pt x="1199254" y="1616925"/>
                  </a:lnTo>
                  <a:lnTo>
                    <a:pt x="1199250" y="1616907"/>
                  </a:lnTo>
                  <a:lnTo>
                    <a:pt x="1199241" y="1616888"/>
                  </a:lnTo>
                  <a:lnTo>
                    <a:pt x="1199234" y="1616883"/>
                  </a:lnTo>
                  <a:lnTo>
                    <a:pt x="1199224" y="1616886"/>
                  </a:lnTo>
                  <a:lnTo>
                    <a:pt x="1199207" y="1616897"/>
                  </a:lnTo>
                  <a:lnTo>
                    <a:pt x="1199195" y="1616905"/>
                  </a:lnTo>
                  <a:lnTo>
                    <a:pt x="1199184" y="1616911"/>
                  </a:lnTo>
                  <a:lnTo>
                    <a:pt x="1199169" y="1616916"/>
                  </a:lnTo>
                  <a:lnTo>
                    <a:pt x="1199149" y="1616919"/>
                  </a:lnTo>
                  <a:lnTo>
                    <a:pt x="1199132" y="1616920"/>
                  </a:lnTo>
                  <a:lnTo>
                    <a:pt x="1199114" y="1616921"/>
                  </a:lnTo>
                  <a:lnTo>
                    <a:pt x="1199096" y="1616919"/>
                  </a:lnTo>
                  <a:lnTo>
                    <a:pt x="1199078" y="1616916"/>
                  </a:lnTo>
                  <a:lnTo>
                    <a:pt x="1199062" y="1616907"/>
                  </a:lnTo>
                  <a:lnTo>
                    <a:pt x="1199044" y="1616896"/>
                  </a:lnTo>
                  <a:lnTo>
                    <a:pt x="1199028" y="1616880"/>
                  </a:lnTo>
                  <a:lnTo>
                    <a:pt x="1199012" y="1616862"/>
                  </a:lnTo>
                  <a:lnTo>
                    <a:pt x="1198999" y="1616844"/>
                  </a:lnTo>
                  <a:lnTo>
                    <a:pt x="1198983" y="1616823"/>
                  </a:lnTo>
                  <a:lnTo>
                    <a:pt x="1198968" y="1616813"/>
                  </a:lnTo>
                  <a:lnTo>
                    <a:pt x="1198950" y="1616801"/>
                  </a:lnTo>
                  <a:lnTo>
                    <a:pt x="1198936" y="1616782"/>
                  </a:lnTo>
                  <a:lnTo>
                    <a:pt x="1198927" y="1616764"/>
                  </a:lnTo>
                  <a:lnTo>
                    <a:pt x="1198924" y="1616758"/>
                  </a:lnTo>
                  <a:lnTo>
                    <a:pt x="1198916" y="1616747"/>
                  </a:lnTo>
                  <a:lnTo>
                    <a:pt x="1198912" y="1616743"/>
                  </a:lnTo>
                  <a:lnTo>
                    <a:pt x="1198904" y="1616739"/>
                  </a:lnTo>
                  <a:lnTo>
                    <a:pt x="1198898" y="1616733"/>
                  </a:lnTo>
                  <a:lnTo>
                    <a:pt x="1198900" y="1616716"/>
                  </a:lnTo>
                  <a:lnTo>
                    <a:pt x="1198901" y="1616704"/>
                  </a:lnTo>
                  <a:lnTo>
                    <a:pt x="1198894" y="1616695"/>
                  </a:lnTo>
                  <a:lnTo>
                    <a:pt x="1198876" y="1616686"/>
                  </a:lnTo>
                  <a:lnTo>
                    <a:pt x="1198873" y="1616669"/>
                  </a:lnTo>
                  <a:lnTo>
                    <a:pt x="1198876" y="1616659"/>
                  </a:lnTo>
                  <a:lnTo>
                    <a:pt x="1198876" y="1616651"/>
                  </a:lnTo>
                  <a:lnTo>
                    <a:pt x="1198872" y="1616647"/>
                  </a:lnTo>
                  <a:lnTo>
                    <a:pt x="1198855" y="1616646"/>
                  </a:lnTo>
                  <a:lnTo>
                    <a:pt x="1198840" y="1616635"/>
                  </a:lnTo>
                  <a:lnTo>
                    <a:pt x="1198829" y="1616625"/>
                  </a:lnTo>
                  <a:lnTo>
                    <a:pt x="1198822" y="1616622"/>
                  </a:lnTo>
                  <a:lnTo>
                    <a:pt x="1198816" y="1616621"/>
                  </a:lnTo>
                  <a:lnTo>
                    <a:pt x="1198798" y="1616619"/>
                  </a:lnTo>
                  <a:lnTo>
                    <a:pt x="1198796" y="1616613"/>
                  </a:lnTo>
                  <a:lnTo>
                    <a:pt x="1198802" y="1616604"/>
                  </a:lnTo>
                  <a:lnTo>
                    <a:pt x="1198805" y="1616598"/>
                  </a:lnTo>
                  <a:lnTo>
                    <a:pt x="1198820" y="1616581"/>
                  </a:lnTo>
                  <a:lnTo>
                    <a:pt x="1198828" y="1616573"/>
                  </a:lnTo>
                  <a:lnTo>
                    <a:pt x="1198838" y="1616568"/>
                  </a:lnTo>
                  <a:lnTo>
                    <a:pt x="1198855" y="1616556"/>
                  </a:lnTo>
                  <a:lnTo>
                    <a:pt x="1198873" y="1616542"/>
                  </a:lnTo>
                  <a:lnTo>
                    <a:pt x="1198891" y="1616530"/>
                  </a:lnTo>
                  <a:lnTo>
                    <a:pt x="1198909" y="1616515"/>
                  </a:lnTo>
                  <a:lnTo>
                    <a:pt x="1198925" y="1616499"/>
                  </a:lnTo>
                  <a:lnTo>
                    <a:pt x="1198940" y="1616480"/>
                  </a:lnTo>
                  <a:lnTo>
                    <a:pt x="1198945" y="1616473"/>
                  </a:lnTo>
                  <a:lnTo>
                    <a:pt x="1198946" y="1616460"/>
                  </a:lnTo>
                  <a:lnTo>
                    <a:pt x="1198948" y="1616443"/>
                  </a:lnTo>
                  <a:lnTo>
                    <a:pt x="1198948" y="1616430"/>
                  </a:lnTo>
                  <a:lnTo>
                    <a:pt x="1198928" y="1616369"/>
                  </a:lnTo>
                  <a:lnTo>
                    <a:pt x="1198893" y="1616273"/>
                  </a:lnTo>
                  <a:lnTo>
                    <a:pt x="1198874" y="1616218"/>
                  </a:lnTo>
                  <a:lnTo>
                    <a:pt x="1198855" y="1616183"/>
                  </a:lnTo>
                  <a:lnTo>
                    <a:pt x="1198849" y="1616166"/>
                  </a:lnTo>
                  <a:lnTo>
                    <a:pt x="1198844" y="1616120"/>
                  </a:lnTo>
                  <a:lnTo>
                    <a:pt x="1198843" y="1616069"/>
                  </a:lnTo>
                  <a:lnTo>
                    <a:pt x="1198838" y="1616029"/>
                  </a:lnTo>
                  <a:lnTo>
                    <a:pt x="1198823" y="1615916"/>
                  </a:lnTo>
                  <a:lnTo>
                    <a:pt x="1198807" y="1615821"/>
                  </a:lnTo>
                  <a:lnTo>
                    <a:pt x="1198805" y="1615807"/>
                  </a:lnTo>
                  <a:lnTo>
                    <a:pt x="1198802" y="1615791"/>
                  </a:lnTo>
                  <a:lnTo>
                    <a:pt x="1198800" y="1615774"/>
                  </a:lnTo>
                  <a:lnTo>
                    <a:pt x="1198788" y="1615742"/>
                  </a:lnTo>
                  <a:lnTo>
                    <a:pt x="1198723" y="1615619"/>
                  </a:lnTo>
                  <a:lnTo>
                    <a:pt x="1198662" y="1615507"/>
                  </a:lnTo>
                  <a:lnTo>
                    <a:pt x="1198646" y="1615482"/>
                  </a:lnTo>
                  <a:lnTo>
                    <a:pt x="1198641" y="1615472"/>
                  </a:lnTo>
                  <a:lnTo>
                    <a:pt x="1198638" y="1615462"/>
                  </a:lnTo>
                  <a:lnTo>
                    <a:pt x="1198628" y="1615431"/>
                  </a:lnTo>
                  <a:lnTo>
                    <a:pt x="1198600" y="1615356"/>
                  </a:lnTo>
                  <a:lnTo>
                    <a:pt x="1198569" y="1615280"/>
                  </a:lnTo>
                  <a:lnTo>
                    <a:pt x="1198554" y="1615236"/>
                  </a:lnTo>
                  <a:lnTo>
                    <a:pt x="1198523" y="1615153"/>
                  </a:lnTo>
                  <a:lnTo>
                    <a:pt x="1198503" y="1615102"/>
                  </a:lnTo>
                  <a:lnTo>
                    <a:pt x="1198490" y="1615080"/>
                  </a:lnTo>
                  <a:lnTo>
                    <a:pt x="1198483" y="1615070"/>
                  </a:lnTo>
                  <a:lnTo>
                    <a:pt x="1198457" y="1615053"/>
                  </a:lnTo>
                  <a:lnTo>
                    <a:pt x="1198409" y="1615021"/>
                  </a:lnTo>
                  <a:lnTo>
                    <a:pt x="1198357" y="1614982"/>
                  </a:lnTo>
                  <a:lnTo>
                    <a:pt x="1198343" y="1614974"/>
                  </a:lnTo>
                  <a:lnTo>
                    <a:pt x="1198317" y="1614958"/>
                  </a:lnTo>
                  <a:lnTo>
                    <a:pt x="1198313" y="1614950"/>
                  </a:lnTo>
                  <a:lnTo>
                    <a:pt x="1198313" y="1614937"/>
                  </a:lnTo>
                  <a:lnTo>
                    <a:pt x="1198322" y="1614915"/>
                  </a:lnTo>
                  <a:lnTo>
                    <a:pt x="1198326" y="1614904"/>
                  </a:lnTo>
                  <a:lnTo>
                    <a:pt x="1198329" y="1614888"/>
                  </a:lnTo>
                  <a:lnTo>
                    <a:pt x="1198337" y="1614868"/>
                  </a:lnTo>
                  <a:lnTo>
                    <a:pt x="1198354" y="1614840"/>
                  </a:lnTo>
                  <a:lnTo>
                    <a:pt x="1198364" y="1614825"/>
                  </a:lnTo>
                  <a:lnTo>
                    <a:pt x="1198378" y="1614795"/>
                  </a:lnTo>
                  <a:lnTo>
                    <a:pt x="1198391" y="1614768"/>
                  </a:lnTo>
                  <a:lnTo>
                    <a:pt x="1198396" y="1614750"/>
                  </a:lnTo>
                  <a:lnTo>
                    <a:pt x="1198397" y="1614738"/>
                  </a:lnTo>
                  <a:lnTo>
                    <a:pt x="1198401" y="1614724"/>
                  </a:lnTo>
                  <a:lnTo>
                    <a:pt x="1198403" y="1614709"/>
                  </a:lnTo>
                  <a:lnTo>
                    <a:pt x="1198413" y="1614683"/>
                  </a:lnTo>
                  <a:lnTo>
                    <a:pt x="1198416" y="1614667"/>
                  </a:lnTo>
                  <a:lnTo>
                    <a:pt x="1198418" y="1614638"/>
                  </a:lnTo>
                  <a:lnTo>
                    <a:pt x="1198419" y="1614625"/>
                  </a:lnTo>
                  <a:lnTo>
                    <a:pt x="1198415" y="1614610"/>
                  </a:lnTo>
                  <a:lnTo>
                    <a:pt x="1198409" y="1614592"/>
                  </a:lnTo>
                  <a:lnTo>
                    <a:pt x="1198403" y="1614573"/>
                  </a:lnTo>
                  <a:lnTo>
                    <a:pt x="1198402" y="1614564"/>
                  </a:lnTo>
                  <a:lnTo>
                    <a:pt x="1198390" y="1614554"/>
                  </a:lnTo>
                  <a:lnTo>
                    <a:pt x="1198387" y="1614547"/>
                  </a:lnTo>
                  <a:lnTo>
                    <a:pt x="1198387" y="1614511"/>
                  </a:lnTo>
                  <a:lnTo>
                    <a:pt x="1198385" y="1614461"/>
                  </a:lnTo>
                  <a:lnTo>
                    <a:pt x="1198378" y="1614443"/>
                  </a:lnTo>
                  <a:lnTo>
                    <a:pt x="1198367" y="1614425"/>
                  </a:lnTo>
                  <a:lnTo>
                    <a:pt x="1198354" y="1614410"/>
                  </a:lnTo>
                  <a:lnTo>
                    <a:pt x="1198336" y="1614398"/>
                  </a:lnTo>
                  <a:lnTo>
                    <a:pt x="1198319" y="1614386"/>
                  </a:lnTo>
                  <a:lnTo>
                    <a:pt x="1198307" y="1614369"/>
                  </a:lnTo>
                  <a:lnTo>
                    <a:pt x="1198291" y="1614343"/>
                  </a:lnTo>
                  <a:lnTo>
                    <a:pt x="1198273" y="1614321"/>
                  </a:lnTo>
                  <a:lnTo>
                    <a:pt x="1198265" y="1614307"/>
                  </a:lnTo>
                  <a:lnTo>
                    <a:pt x="1198258" y="1614287"/>
                  </a:lnTo>
                  <a:lnTo>
                    <a:pt x="1198244" y="1614253"/>
                  </a:lnTo>
                  <a:lnTo>
                    <a:pt x="1198227" y="1614225"/>
                  </a:lnTo>
                  <a:lnTo>
                    <a:pt x="1198213" y="1614205"/>
                  </a:lnTo>
                  <a:lnTo>
                    <a:pt x="1198200" y="1614189"/>
                  </a:lnTo>
                  <a:lnTo>
                    <a:pt x="1198190" y="1614175"/>
                  </a:lnTo>
                  <a:lnTo>
                    <a:pt x="1198181" y="1614161"/>
                  </a:lnTo>
                  <a:lnTo>
                    <a:pt x="1198176" y="1614138"/>
                  </a:lnTo>
                  <a:lnTo>
                    <a:pt x="1198169" y="1614119"/>
                  </a:lnTo>
                  <a:lnTo>
                    <a:pt x="1198165" y="1614106"/>
                  </a:lnTo>
                  <a:lnTo>
                    <a:pt x="1198150" y="1614092"/>
                  </a:lnTo>
                  <a:lnTo>
                    <a:pt x="1198137" y="1614082"/>
                  </a:lnTo>
                  <a:lnTo>
                    <a:pt x="1198122" y="1614062"/>
                  </a:lnTo>
                  <a:lnTo>
                    <a:pt x="1198109" y="1614040"/>
                  </a:lnTo>
                  <a:lnTo>
                    <a:pt x="1198100" y="1614018"/>
                  </a:lnTo>
                  <a:lnTo>
                    <a:pt x="1198093" y="1613987"/>
                  </a:lnTo>
                  <a:lnTo>
                    <a:pt x="1198090" y="1613960"/>
                  </a:lnTo>
                  <a:lnTo>
                    <a:pt x="1198090" y="1613938"/>
                  </a:lnTo>
                  <a:lnTo>
                    <a:pt x="1198095" y="1613912"/>
                  </a:lnTo>
                  <a:lnTo>
                    <a:pt x="1198099" y="1613892"/>
                  </a:lnTo>
                  <a:lnTo>
                    <a:pt x="1198110" y="1613870"/>
                  </a:lnTo>
                  <a:lnTo>
                    <a:pt x="1198125" y="1613845"/>
                  </a:lnTo>
                  <a:lnTo>
                    <a:pt x="1198134" y="1613839"/>
                  </a:lnTo>
                  <a:lnTo>
                    <a:pt x="1198147" y="1613838"/>
                  </a:lnTo>
                  <a:lnTo>
                    <a:pt x="1198160" y="1613839"/>
                  </a:lnTo>
                  <a:lnTo>
                    <a:pt x="1198178" y="1613841"/>
                  </a:lnTo>
                  <a:lnTo>
                    <a:pt x="1198193" y="1613837"/>
                  </a:lnTo>
                  <a:lnTo>
                    <a:pt x="1198204" y="1613830"/>
                  </a:lnTo>
                  <a:lnTo>
                    <a:pt x="1198213" y="1613819"/>
                  </a:lnTo>
                  <a:lnTo>
                    <a:pt x="1198228" y="1613802"/>
                  </a:lnTo>
                  <a:lnTo>
                    <a:pt x="1198236" y="1613794"/>
                  </a:lnTo>
                  <a:lnTo>
                    <a:pt x="1198245" y="1613787"/>
                  </a:lnTo>
                  <a:lnTo>
                    <a:pt x="1198251" y="1613783"/>
                  </a:lnTo>
                  <a:lnTo>
                    <a:pt x="1198275" y="1613776"/>
                  </a:lnTo>
                  <a:lnTo>
                    <a:pt x="1198297" y="1613767"/>
                  </a:lnTo>
                  <a:lnTo>
                    <a:pt x="1198307" y="1613762"/>
                  </a:lnTo>
                  <a:lnTo>
                    <a:pt x="1198316" y="1613756"/>
                  </a:lnTo>
                  <a:lnTo>
                    <a:pt x="1198323" y="1613747"/>
                  </a:lnTo>
                  <a:lnTo>
                    <a:pt x="1198337" y="1613727"/>
                  </a:lnTo>
                  <a:lnTo>
                    <a:pt x="1198348" y="1613718"/>
                  </a:lnTo>
                  <a:lnTo>
                    <a:pt x="1198357" y="1613713"/>
                  </a:lnTo>
                  <a:lnTo>
                    <a:pt x="1198380" y="1613707"/>
                  </a:lnTo>
                  <a:lnTo>
                    <a:pt x="1198394" y="1613700"/>
                  </a:lnTo>
                  <a:lnTo>
                    <a:pt x="1198407" y="1613689"/>
                  </a:lnTo>
                  <a:lnTo>
                    <a:pt x="1198418" y="1613676"/>
                  </a:lnTo>
                  <a:lnTo>
                    <a:pt x="1198430" y="1613666"/>
                  </a:lnTo>
                  <a:lnTo>
                    <a:pt x="1198452" y="1613649"/>
                  </a:lnTo>
                  <a:lnTo>
                    <a:pt x="1198479" y="1613634"/>
                  </a:lnTo>
                  <a:lnTo>
                    <a:pt x="1198488" y="1613627"/>
                  </a:lnTo>
                  <a:lnTo>
                    <a:pt x="1198492" y="1613618"/>
                  </a:lnTo>
                  <a:lnTo>
                    <a:pt x="1198498" y="1613582"/>
                  </a:lnTo>
                  <a:lnTo>
                    <a:pt x="1198500" y="1613553"/>
                  </a:lnTo>
                  <a:lnTo>
                    <a:pt x="1198492" y="1613528"/>
                  </a:lnTo>
                  <a:lnTo>
                    <a:pt x="1198492" y="1613509"/>
                  </a:lnTo>
                  <a:lnTo>
                    <a:pt x="1198494" y="1613501"/>
                  </a:lnTo>
                  <a:lnTo>
                    <a:pt x="1198500" y="1613493"/>
                  </a:lnTo>
                  <a:lnTo>
                    <a:pt x="1198513" y="1613480"/>
                  </a:lnTo>
                  <a:lnTo>
                    <a:pt x="1198518" y="1613466"/>
                  </a:lnTo>
                  <a:lnTo>
                    <a:pt x="1198519" y="1613451"/>
                  </a:lnTo>
                  <a:lnTo>
                    <a:pt x="1198506" y="1613426"/>
                  </a:lnTo>
                  <a:lnTo>
                    <a:pt x="1198504" y="1613418"/>
                  </a:lnTo>
                  <a:lnTo>
                    <a:pt x="1198506" y="1613412"/>
                  </a:lnTo>
                  <a:lnTo>
                    <a:pt x="1198518" y="1613397"/>
                  </a:lnTo>
                  <a:lnTo>
                    <a:pt x="1198532" y="1613388"/>
                  </a:lnTo>
                  <a:lnTo>
                    <a:pt x="1198558" y="1613373"/>
                  </a:lnTo>
                  <a:lnTo>
                    <a:pt x="1198582" y="1613355"/>
                  </a:lnTo>
                  <a:lnTo>
                    <a:pt x="1198597" y="1613335"/>
                  </a:lnTo>
                  <a:lnTo>
                    <a:pt x="1198606" y="1613318"/>
                  </a:lnTo>
                  <a:lnTo>
                    <a:pt x="1198616" y="1613295"/>
                  </a:lnTo>
                  <a:lnTo>
                    <a:pt x="1198625" y="1613277"/>
                  </a:lnTo>
                  <a:lnTo>
                    <a:pt x="1198646" y="1613248"/>
                  </a:lnTo>
                  <a:lnTo>
                    <a:pt x="1198664" y="1613225"/>
                  </a:lnTo>
                  <a:lnTo>
                    <a:pt x="1198681" y="1613215"/>
                  </a:lnTo>
                  <a:lnTo>
                    <a:pt x="1198697" y="1613207"/>
                  </a:lnTo>
                  <a:lnTo>
                    <a:pt x="1198720" y="1613195"/>
                  </a:lnTo>
                  <a:lnTo>
                    <a:pt x="1198739" y="1613182"/>
                  </a:lnTo>
                  <a:lnTo>
                    <a:pt x="1198751" y="1613171"/>
                  </a:lnTo>
                  <a:lnTo>
                    <a:pt x="1198763" y="1613151"/>
                  </a:lnTo>
                  <a:lnTo>
                    <a:pt x="1198775" y="1613122"/>
                  </a:lnTo>
                  <a:lnTo>
                    <a:pt x="1198779" y="1613104"/>
                  </a:lnTo>
                  <a:lnTo>
                    <a:pt x="1198787" y="1613078"/>
                  </a:lnTo>
                  <a:lnTo>
                    <a:pt x="1198789" y="1613060"/>
                  </a:lnTo>
                  <a:lnTo>
                    <a:pt x="1198790" y="1613028"/>
                  </a:lnTo>
                  <a:lnTo>
                    <a:pt x="1198792" y="1613009"/>
                  </a:lnTo>
                  <a:lnTo>
                    <a:pt x="1198802" y="1613000"/>
                  </a:lnTo>
                  <a:lnTo>
                    <a:pt x="1198810" y="1612998"/>
                  </a:lnTo>
                  <a:lnTo>
                    <a:pt x="1198831" y="1613000"/>
                  </a:lnTo>
                  <a:lnTo>
                    <a:pt x="1198840" y="1612997"/>
                  </a:lnTo>
                  <a:lnTo>
                    <a:pt x="1198937" y="1612960"/>
                  </a:lnTo>
                  <a:lnTo>
                    <a:pt x="1198992" y="1612938"/>
                  </a:lnTo>
                  <a:lnTo>
                    <a:pt x="1199045" y="1612916"/>
                  </a:lnTo>
                  <a:lnTo>
                    <a:pt x="1199093" y="1612902"/>
                  </a:lnTo>
                  <a:lnTo>
                    <a:pt x="1199116" y="1612893"/>
                  </a:lnTo>
                  <a:lnTo>
                    <a:pt x="1199138" y="1612883"/>
                  </a:lnTo>
                  <a:lnTo>
                    <a:pt x="1199206" y="1612859"/>
                  </a:lnTo>
                  <a:lnTo>
                    <a:pt x="1199304" y="1612819"/>
                  </a:lnTo>
                  <a:lnTo>
                    <a:pt x="1199329" y="1612706"/>
                  </a:lnTo>
                  <a:lnTo>
                    <a:pt x="1199404" y="1612681"/>
                  </a:lnTo>
                  <a:lnTo>
                    <a:pt x="1199411" y="1612676"/>
                  </a:lnTo>
                  <a:lnTo>
                    <a:pt x="1199455" y="1612660"/>
                  </a:lnTo>
                  <a:lnTo>
                    <a:pt x="1199515" y="1612640"/>
                  </a:lnTo>
                  <a:lnTo>
                    <a:pt x="1199574" y="1612616"/>
                  </a:lnTo>
                  <a:lnTo>
                    <a:pt x="1199615" y="1612604"/>
                  </a:lnTo>
                  <a:lnTo>
                    <a:pt x="1199647" y="1612589"/>
                  </a:lnTo>
                  <a:lnTo>
                    <a:pt x="1199674" y="1612577"/>
                  </a:lnTo>
                  <a:lnTo>
                    <a:pt x="1199675" y="1612559"/>
                  </a:lnTo>
                  <a:lnTo>
                    <a:pt x="1199665" y="1612502"/>
                  </a:lnTo>
                  <a:lnTo>
                    <a:pt x="1199657" y="1612466"/>
                  </a:lnTo>
                  <a:lnTo>
                    <a:pt x="1199659" y="1612451"/>
                  </a:lnTo>
                  <a:lnTo>
                    <a:pt x="1199660" y="1612442"/>
                  </a:lnTo>
                  <a:lnTo>
                    <a:pt x="1199663" y="1612433"/>
                  </a:lnTo>
                  <a:lnTo>
                    <a:pt x="1199675" y="1612418"/>
                  </a:lnTo>
                  <a:lnTo>
                    <a:pt x="1199696" y="1612390"/>
                  </a:lnTo>
                  <a:lnTo>
                    <a:pt x="1199719" y="1612361"/>
                  </a:lnTo>
                  <a:lnTo>
                    <a:pt x="1199734" y="1612339"/>
                  </a:lnTo>
                  <a:lnTo>
                    <a:pt x="1199748" y="1612309"/>
                  </a:lnTo>
                  <a:lnTo>
                    <a:pt x="1199759" y="1612280"/>
                  </a:lnTo>
                  <a:lnTo>
                    <a:pt x="1199769" y="1612261"/>
                  </a:lnTo>
                  <a:lnTo>
                    <a:pt x="1199781" y="1612246"/>
                  </a:lnTo>
                  <a:lnTo>
                    <a:pt x="1199787" y="1612236"/>
                  </a:lnTo>
                  <a:lnTo>
                    <a:pt x="1199793" y="1612215"/>
                  </a:lnTo>
                  <a:lnTo>
                    <a:pt x="1199793" y="1612202"/>
                  </a:lnTo>
                  <a:lnTo>
                    <a:pt x="1199790" y="1612152"/>
                  </a:lnTo>
                  <a:lnTo>
                    <a:pt x="1199793" y="1612102"/>
                  </a:lnTo>
                  <a:lnTo>
                    <a:pt x="1199801" y="1612073"/>
                  </a:lnTo>
                  <a:lnTo>
                    <a:pt x="1199817" y="1612043"/>
                  </a:lnTo>
                  <a:lnTo>
                    <a:pt x="1199834" y="1612018"/>
                  </a:lnTo>
                  <a:lnTo>
                    <a:pt x="1199847" y="1612008"/>
                  </a:lnTo>
                  <a:lnTo>
                    <a:pt x="1199856" y="1612004"/>
                  </a:lnTo>
                  <a:lnTo>
                    <a:pt x="1199876" y="1611995"/>
                  </a:lnTo>
                  <a:lnTo>
                    <a:pt x="1199896" y="1611987"/>
                  </a:lnTo>
                  <a:lnTo>
                    <a:pt x="1199914" y="1611974"/>
                  </a:lnTo>
                  <a:lnTo>
                    <a:pt x="1199927" y="1611959"/>
                  </a:lnTo>
                  <a:lnTo>
                    <a:pt x="1199940" y="1611942"/>
                  </a:lnTo>
                  <a:lnTo>
                    <a:pt x="1199947" y="1611929"/>
                  </a:lnTo>
                  <a:lnTo>
                    <a:pt x="1199950" y="1611915"/>
                  </a:lnTo>
                  <a:lnTo>
                    <a:pt x="1199956" y="1611883"/>
                  </a:lnTo>
                  <a:lnTo>
                    <a:pt x="1199964" y="1611842"/>
                  </a:lnTo>
                  <a:lnTo>
                    <a:pt x="1199972" y="1611814"/>
                  </a:lnTo>
                  <a:lnTo>
                    <a:pt x="1199985" y="1611796"/>
                  </a:lnTo>
                  <a:lnTo>
                    <a:pt x="1200006" y="1611778"/>
                  </a:lnTo>
                  <a:lnTo>
                    <a:pt x="1200032" y="1611766"/>
                  </a:lnTo>
                  <a:lnTo>
                    <a:pt x="1200064" y="1611755"/>
                  </a:lnTo>
                  <a:lnTo>
                    <a:pt x="1200113" y="1611746"/>
                  </a:lnTo>
                  <a:lnTo>
                    <a:pt x="1200153" y="1611739"/>
                  </a:lnTo>
                  <a:lnTo>
                    <a:pt x="1200174" y="1611738"/>
                  </a:lnTo>
                  <a:lnTo>
                    <a:pt x="1200188" y="1611740"/>
                  </a:lnTo>
                  <a:lnTo>
                    <a:pt x="1200204" y="1611740"/>
                  </a:lnTo>
                  <a:lnTo>
                    <a:pt x="1200213" y="1611737"/>
                  </a:lnTo>
                  <a:lnTo>
                    <a:pt x="1200219" y="1611736"/>
                  </a:lnTo>
                  <a:lnTo>
                    <a:pt x="1200234" y="1611740"/>
                  </a:lnTo>
                  <a:lnTo>
                    <a:pt x="1200254" y="1611740"/>
                  </a:lnTo>
                  <a:lnTo>
                    <a:pt x="1200277" y="1611746"/>
                  </a:lnTo>
                  <a:lnTo>
                    <a:pt x="1200308" y="1611755"/>
                  </a:lnTo>
                  <a:lnTo>
                    <a:pt x="1200336" y="1611757"/>
                  </a:lnTo>
                  <a:lnTo>
                    <a:pt x="1200360" y="1611757"/>
                  </a:lnTo>
                  <a:lnTo>
                    <a:pt x="1200392" y="1611753"/>
                  </a:lnTo>
                  <a:lnTo>
                    <a:pt x="1200416" y="1611755"/>
                  </a:lnTo>
                  <a:lnTo>
                    <a:pt x="1200446" y="1611759"/>
                  </a:lnTo>
                  <a:lnTo>
                    <a:pt x="1200457" y="1611761"/>
                  </a:lnTo>
                  <a:lnTo>
                    <a:pt x="1200482" y="1611772"/>
                  </a:lnTo>
                  <a:lnTo>
                    <a:pt x="1200520" y="1611785"/>
                  </a:lnTo>
                  <a:lnTo>
                    <a:pt x="1200559" y="1611793"/>
                  </a:lnTo>
                  <a:lnTo>
                    <a:pt x="1200616" y="1611806"/>
                  </a:lnTo>
                  <a:lnTo>
                    <a:pt x="1200644" y="1611811"/>
                  </a:lnTo>
                  <a:lnTo>
                    <a:pt x="1200655" y="1611811"/>
                  </a:lnTo>
                  <a:lnTo>
                    <a:pt x="1200670" y="1611800"/>
                  </a:lnTo>
                  <a:lnTo>
                    <a:pt x="1200681" y="1611789"/>
                  </a:lnTo>
                  <a:lnTo>
                    <a:pt x="1200683" y="1611783"/>
                  </a:lnTo>
                  <a:lnTo>
                    <a:pt x="1200696" y="1611762"/>
                  </a:lnTo>
                  <a:lnTo>
                    <a:pt x="1200725" y="1611732"/>
                  </a:lnTo>
                  <a:lnTo>
                    <a:pt x="1200748" y="1611716"/>
                  </a:lnTo>
                  <a:lnTo>
                    <a:pt x="1200757" y="1611711"/>
                  </a:lnTo>
                  <a:lnTo>
                    <a:pt x="1200767" y="1611711"/>
                  </a:lnTo>
                  <a:lnTo>
                    <a:pt x="1200776" y="1611714"/>
                  </a:lnTo>
                  <a:lnTo>
                    <a:pt x="1200786" y="1611721"/>
                  </a:lnTo>
                  <a:lnTo>
                    <a:pt x="1200802" y="1611731"/>
                  </a:lnTo>
                  <a:lnTo>
                    <a:pt x="1200815" y="1611736"/>
                  </a:lnTo>
                  <a:lnTo>
                    <a:pt x="1200832" y="1611739"/>
                  </a:lnTo>
                  <a:lnTo>
                    <a:pt x="1200845" y="1611739"/>
                  </a:lnTo>
                  <a:lnTo>
                    <a:pt x="1200866" y="1611737"/>
                  </a:lnTo>
                  <a:lnTo>
                    <a:pt x="1200888" y="1611732"/>
                  </a:lnTo>
                  <a:lnTo>
                    <a:pt x="1200902" y="1611723"/>
                  </a:lnTo>
                  <a:lnTo>
                    <a:pt x="1200913" y="1611709"/>
                  </a:lnTo>
                  <a:lnTo>
                    <a:pt x="1200921" y="1611693"/>
                  </a:lnTo>
                  <a:lnTo>
                    <a:pt x="1200930" y="1611675"/>
                  </a:lnTo>
                  <a:lnTo>
                    <a:pt x="1200933" y="1611653"/>
                  </a:lnTo>
                  <a:lnTo>
                    <a:pt x="1200936" y="1611627"/>
                  </a:lnTo>
                  <a:lnTo>
                    <a:pt x="1200939" y="1611595"/>
                  </a:lnTo>
                  <a:lnTo>
                    <a:pt x="1200945" y="1611580"/>
                  </a:lnTo>
                  <a:lnTo>
                    <a:pt x="1200952" y="1611565"/>
                  </a:lnTo>
                  <a:lnTo>
                    <a:pt x="1200971" y="1611535"/>
                  </a:lnTo>
                  <a:lnTo>
                    <a:pt x="1200985" y="1611516"/>
                  </a:lnTo>
                  <a:lnTo>
                    <a:pt x="1200993" y="1611501"/>
                  </a:lnTo>
                  <a:lnTo>
                    <a:pt x="1201011" y="1611464"/>
                  </a:lnTo>
                  <a:lnTo>
                    <a:pt x="1201022" y="1611426"/>
                  </a:lnTo>
                  <a:lnTo>
                    <a:pt x="1201036" y="1611393"/>
                  </a:lnTo>
                  <a:lnTo>
                    <a:pt x="1201045" y="1611378"/>
                  </a:lnTo>
                  <a:lnTo>
                    <a:pt x="1201054" y="1611368"/>
                  </a:lnTo>
                  <a:lnTo>
                    <a:pt x="1201065" y="1611359"/>
                  </a:lnTo>
                  <a:lnTo>
                    <a:pt x="1201086" y="1611348"/>
                  </a:lnTo>
                  <a:lnTo>
                    <a:pt x="1201102" y="1611337"/>
                  </a:lnTo>
                  <a:lnTo>
                    <a:pt x="1201114" y="1611329"/>
                  </a:lnTo>
                  <a:lnTo>
                    <a:pt x="1201143" y="1611302"/>
                  </a:lnTo>
                  <a:lnTo>
                    <a:pt x="1201163" y="1611287"/>
                  </a:lnTo>
                  <a:lnTo>
                    <a:pt x="1201186" y="1611275"/>
                  </a:lnTo>
                  <a:lnTo>
                    <a:pt x="1201199" y="1611270"/>
                  </a:lnTo>
                  <a:lnTo>
                    <a:pt x="1201222" y="1611266"/>
                  </a:lnTo>
                  <a:lnTo>
                    <a:pt x="1201254" y="1611254"/>
                  </a:lnTo>
                  <a:lnTo>
                    <a:pt x="1201270" y="1611247"/>
                  </a:lnTo>
                  <a:lnTo>
                    <a:pt x="1201283" y="1611241"/>
                  </a:lnTo>
                  <a:lnTo>
                    <a:pt x="1201294" y="1611238"/>
                  </a:lnTo>
                  <a:lnTo>
                    <a:pt x="1201306" y="1611245"/>
                  </a:lnTo>
                  <a:lnTo>
                    <a:pt x="1201319" y="1611256"/>
                  </a:lnTo>
                  <a:lnTo>
                    <a:pt x="1201336" y="1611269"/>
                  </a:lnTo>
                  <a:lnTo>
                    <a:pt x="1201351" y="1611278"/>
                  </a:lnTo>
                  <a:lnTo>
                    <a:pt x="1201379" y="1611283"/>
                  </a:lnTo>
                  <a:lnTo>
                    <a:pt x="1201406" y="1611285"/>
                  </a:lnTo>
                  <a:lnTo>
                    <a:pt x="1201443" y="1611285"/>
                  </a:lnTo>
                  <a:lnTo>
                    <a:pt x="1201477" y="1611277"/>
                  </a:lnTo>
                  <a:lnTo>
                    <a:pt x="1201502" y="1611267"/>
                  </a:lnTo>
                  <a:lnTo>
                    <a:pt x="1201531" y="1611249"/>
                  </a:lnTo>
                  <a:lnTo>
                    <a:pt x="1201552" y="1611235"/>
                  </a:lnTo>
                  <a:lnTo>
                    <a:pt x="1201573" y="1611217"/>
                  </a:lnTo>
                  <a:lnTo>
                    <a:pt x="1201588" y="1611201"/>
                  </a:lnTo>
                  <a:lnTo>
                    <a:pt x="1201599" y="1611189"/>
                  </a:lnTo>
                  <a:lnTo>
                    <a:pt x="1201614" y="1611179"/>
                  </a:lnTo>
                  <a:lnTo>
                    <a:pt x="1201629" y="1611172"/>
                  </a:lnTo>
                  <a:lnTo>
                    <a:pt x="1201647" y="1611164"/>
                  </a:lnTo>
                  <a:lnTo>
                    <a:pt x="1201658" y="1611162"/>
                  </a:lnTo>
                  <a:lnTo>
                    <a:pt x="1201673" y="1611162"/>
                  </a:lnTo>
                  <a:lnTo>
                    <a:pt x="1201697" y="1611164"/>
                  </a:lnTo>
                  <a:lnTo>
                    <a:pt x="1201703" y="1611162"/>
                  </a:lnTo>
                  <a:lnTo>
                    <a:pt x="1201706" y="1611154"/>
                  </a:lnTo>
                  <a:lnTo>
                    <a:pt x="1201713" y="1611132"/>
                  </a:lnTo>
                  <a:lnTo>
                    <a:pt x="1201717" y="1611105"/>
                  </a:lnTo>
                  <a:lnTo>
                    <a:pt x="1201722" y="1611099"/>
                  </a:lnTo>
                  <a:lnTo>
                    <a:pt x="1201728" y="1611096"/>
                  </a:lnTo>
                  <a:lnTo>
                    <a:pt x="1201735" y="1611096"/>
                  </a:lnTo>
                  <a:lnTo>
                    <a:pt x="1201749" y="1611098"/>
                  </a:lnTo>
                  <a:lnTo>
                    <a:pt x="1201765" y="1611102"/>
                  </a:lnTo>
                  <a:lnTo>
                    <a:pt x="1201785" y="1611107"/>
                  </a:lnTo>
                  <a:lnTo>
                    <a:pt x="1201793" y="1611107"/>
                  </a:lnTo>
                  <a:lnTo>
                    <a:pt x="1201802" y="1611101"/>
                  </a:lnTo>
                  <a:lnTo>
                    <a:pt x="1201821" y="1611083"/>
                  </a:lnTo>
                  <a:lnTo>
                    <a:pt x="1201896" y="1610996"/>
                  </a:lnTo>
                  <a:lnTo>
                    <a:pt x="1201947" y="1610931"/>
                  </a:lnTo>
                  <a:lnTo>
                    <a:pt x="1201975" y="1610887"/>
                  </a:lnTo>
                  <a:lnTo>
                    <a:pt x="1201998" y="1610856"/>
                  </a:lnTo>
                  <a:lnTo>
                    <a:pt x="1202003" y="1610845"/>
                  </a:lnTo>
                  <a:lnTo>
                    <a:pt x="1202006" y="1610836"/>
                  </a:lnTo>
                  <a:lnTo>
                    <a:pt x="1202007" y="1610825"/>
                  </a:lnTo>
                  <a:lnTo>
                    <a:pt x="1202009" y="1610817"/>
                  </a:lnTo>
                  <a:lnTo>
                    <a:pt x="1202012" y="1610794"/>
                  </a:lnTo>
                  <a:lnTo>
                    <a:pt x="1202014" y="1610783"/>
                  </a:lnTo>
                  <a:lnTo>
                    <a:pt x="1202019" y="1610768"/>
                  </a:lnTo>
                  <a:lnTo>
                    <a:pt x="1202040" y="1610724"/>
                  </a:lnTo>
                  <a:lnTo>
                    <a:pt x="1202067" y="1610669"/>
                  </a:lnTo>
                  <a:lnTo>
                    <a:pt x="1202073" y="1610655"/>
                  </a:lnTo>
                  <a:lnTo>
                    <a:pt x="1202079" y="1610647"/>
                  </a:lnTo>
                  <a:lnTo>
                    <a:pt x="1202094" y="1610639"/>
                  </a:lnTo>
                  <a:lnTo>
                    <a:pt x="1202107" y="1610626"/>
                  </a:lnTo>
                  <a:lnTo>
                    <a:pt x="1202125" y="1610605"/>
                  </a:lnTo>
                  <a:lnTo>
                    <a:pt x="1202139" y="1610588"/>
                  </a:lnTo>
                  <a:lnTo>
                    <a:pt x="1202154" y="1610573"/>
                  </a:lnTo>
                  <a:lnTo>
                    <a:pt x="1202174" y="1610555"/>
                  </a:lnTo>
                  <a:lnTo>
                    <a:pt x="1202199" y="1610535"/>
                  </a:lnTo>
                  <a:lnTo>
                    <a:pt x="1202210" y="1610523"/>
                  </a:lnTo>
                  <a:lnTo>
                    <a:pt x="1202223" y="1610502"/>
                  </a:lnTo>
                  <a:lnTo>
                    <a:pt x="1202241" y="1610478"/>
                  </a:lnTo>
                  <a:lnTo>
                    <a:pt x="1202261" y="1610461"/>
                  </a:lnTo>
                  <a:lnTo>
                    <a:pt x="1202293" y="1610434"/>
                  </a:lnTo>
                  <a:lnTo>
                    <a:pt x="1202297" y="1610424"/>
                  </a:lnTo>
                  <a:lnTo>
                    <a:pt x="1202304" y="1610404"/>
                  </a:lnTo>
                  <a:lnTo>
                    <a:pt x="1202300" y="1610386"/>
                  </a:lnTo>
                  <a:lnTo>
                    <a:pt x="1202299" y="1610373"/>
                  </a:lnTo>
                  <a:lnTo>
                    <a:pt x="1202300" y="1610358"/>
                  </a:lnTo>
                  <a:lnTo>
                    <a:pt x="1202301" y="1610345"/>
                  </a:lnTo>
                  <a:lnTo>
                    <a:pt x="1202307" y="1610328"/>
                  </a:lnTo>
                  <a:lnTo>
                    <a:pt x="1202312" y="1610310"/>
                  </a:lnTo>
                  <a:lnTo>
                    <a:pt x="1202312" y="1610297"/>
                  </a:lnTo>
                  <a:lnTo>
                    <a:pt x="1202313" y="1610285"/>
                  </a:lnTo>
                  <a:lnTo>
                    <a:pt x="1202318" y="1610270"/>
                  </a:lnTo>
                  <a:lnTo>
                    <a:pt x="1202323" y="1610245"/>
                  </a:lnTo>
                  <a:lnTo>
                    <a:pt x="1202325" y="1610218"/>
                  </a:lnTo>
                  <a:lnTo>
                    <a:pt x="1202323" y="1610196"/>
                  </a:lnTo>
                  <a:lnTo>
                    <a:pt x="1202318" y="1610172"/>
                  </a:lnTo>
                  <a:lnTo>
                    <a:pt x="1202316" y="1610164"/>
                  </a:lnTo>
                  <a:lnTo>
                    <a:pt x="1202320" y="1610149"/>
                  </a:lnTo>
                  <a:lnTo>
                    <a:pt x="1202341" y="1610112"/>
                  </a:lnTo>
                  <a:lnTo>
                    <a:pt x="1202349" y="1610086"/>
                  </a:lnTo>
                  <a:lnTo>
                    <a:pt x="1202352" y="1610064"/>
                  </a:lnTo>
                  <a:lnTo>
                    <a:pt x="1202353" y="1610028"/>
                  </a:lnTo>
                  <a:lnTo>
                    <a:pt x="1202352" y="1610009"/>
                  </a:lnTo>
                  <a:lnTo>
                    <a:pt x="1202347" y="1609979"/>
                  </a:lnTo>
                  <a:lnTo>
                    <a:pt x="1202342" y="1609944"/>
                  </a:lnTo>
                  <a:lnTo>
                    <a:pt x="1202341" y="1609927"/>
                  </a:lnTo>
                  <a:lnTo>
                    <a:pt x="1202347" y="1609902"/>
                  </a:lnTo>
                  <a:lnTo>
                    <a:pt x="1202353" y="1609886"/>
                  </a:lnTo>
                  <a:lnTo>
                    <a:pt x="1202353" y="1609853"/>
                  </a:lnTo>
                  <a:lnTo>
                    <a:pt x="1202351" y="1609829"/>
                  </a:lnTo>
                  <a:lnTo>
                    <a:pt x="1202347" y="1609812"/>
                  </a:lnTo>
                  <a:lnTo>
                    <a:pt x="1202346" y="1609791"/>
                  </a:lnTo>
                  <a:lnTo>
                    <a:pt x="1202344" y="1609760"/>
                  </a:lnTo>
                  <a:lnTo>
                    <a:pt x="1202329" y="1609730"/>
                  </a:lnTo>
                  <a:lnTo>
                    <a:pt x="1202307" y="1609701"/>
                  </a:lnTo>
                  <a:lnTo>
                    <a:pt x="1202272" y="1609673"/>
                  </a:lnTo>
                  <a:lnTo>
                    <a:pt x="1202246" y="1609655"/>
                  </a:lnTo>
                  <a:lnTo>
                    <a:pt x="1202227" y="1609641"/>
                  </a:lnTo>
                  <a:lnTo>
                    <a:pt x="1202213" y="1609632"/>
                  </a:lnTo>
                  <a:lnTo>
                    <a:pt x="1202191" y="1609627"/>
                  </a:lnTo>
                  <a:lnTo>
                    <a:pt x="1202171" y="1609620"/>
                  </a:lnTo>
                  <a:lnTo>
                    <a:pt x="1202157" y="1609612"/>
                  </a:lnTo>
                  <a:lnTo>
                    <a:pt x="1202139" y="1609598"/>
                  </a:lnTo>
                  <a:lnTo>
                    <a:pt x="1202130" y="1609592"/>
                  </a:lnTo>
                  <a:lnTo>
                    <a:pt x="1202119" y="1609587"/>
                  </a:lnTo>
                  <a:lnTo>
                    <a:pt x="1202102" y="1609579"/>
                  </a:lnTo>
                  <a:lnTo>
                    <a:pt x="1202087" y="1609568"/>
                  </a:lnTo>
                  <a:lnTo>
                    <a:pt x="1202060" y="1609547"/>
                  </a:lnTo>
                  <a:lnTo>
                    <a:pt x="1202032" y="1609525"/>
                  </a:lnTo>
                  <a:lnTo>
                    <a:pt x="1202010" y="1609507"/>
                  </a:lnTo>
                  <a:lnTo>
                    <a:pt x="1201991" y="1609497"/>
                  </a:lnTo>
                  <a:lnTo>
                    <a:pt x="1201974" y="1609493"/>
                  </a:lnTo>
                  <a:lnTo>
                    <a:pt x="1201952" y="1609488"/>
                  </a:lnTo>
                  <a:lnTo>
                    <a:pt x="1201925" y="1609473"/>
                  </a:lnTo>
                  <a:lnTo>
                    <a:pt x="1201901" y="1609457"/>
                  </a:lnTo>
                  <a:lnTo>
                    <a:pt x="1201876" y="1609438"/>
                  </a:lnTo>
                  <a:lnTo>
                    <a:pt x="1201840" y="1609412"/>
                  </a:lnTo>
                  <a:lnTo>
                    <a:pt x="1201788" y="1609376"/>
                  </a:lnTo>
                  <a:lnTo>
                    <a:pt x="1201755" y="1609357"/>
                  </a:lnTo>
                  <a:lnTo>
                    <a:pt x="1201717" y="1609341"/>
                  </a:lnTo>
                  <a:lnTo>
                    <a:pt x="1201670" y="1609331"/>
                  </a:lnTo>
                  <a:lnTo>
                    <a:pt x="1201608" y="1609316"/>
                  </a:lnTo>
                  <a:lnTo>
                    <a:pt x="1201531" y="1609297"/>
                  </a:lnTo>
                  <a:lnTo>
                    <a:pt x="1201506" y="1609291"/>
                  </a:lnTo>
                  <a:lnTo>
                    <a:pt x="1201483" y="1609283"/>
                  </a:lnTo>
                  <a:lnTo>
                    <a:pt x="1201459" y="1609274"/>
                  </a:lnTo>
                  <a:lnTo>
                    <a:pt x="1201433" y="1609256"/>
                  </a:lnTo>
                  <a:lnTo>
                    <a:pt x="1201406" y="1609238"/>
                  </a:lnTo>
                  <a:lnTo>
                    <a:pt x="1201370" y="1609219"/>
                  </a:lnTo>
                  <a:lnTo>
                    <a:pt x="1201331" y="1609203"/>
                  </a:lnTo>
                  <a:lnTo>
                    <a:pt x="1201288" y="1609193"/>
                  </a:lnTo>
                  <a:lnTo>
                    <a:pt x="1201233" y="1609187"/>
                  </a:lnTo>
                  <a:lnTo>
                    <a:pt x="1201138" y="1609188"/>
                  </a:lnTo>
                  <a:lnTo>
                    <a:pt x="1201106" y="1609188"/>
                  </a:lnTo>
                  <a:lnTo>
                    <a:pt x="1201084" y="1609184"/>
                  </a:lnTo>
                  <a:lnTo>
                    <a:pt x="1201069" y="1609181"/>
                  </a:lnTo>
                  <a:lnTo>
                    <a:pt x="1201062" y="1609175"/>
                  </a:lnTo>
                  <a:lnTo>
                    <a:pt x="1201058" y="1609166"/>
                  </a:lnTo>
                  <a:lnTo>
                    <a:pt x="1201050" y="1609152"/>
                  </a:lnTo>
                  <a:lnTo>
                    <a:pt x="1201037" y="1609129"/>
                  </a:lnTo>
                  <a:lnTo>
                    <a:pt x="1201013" y="1609104"/>
                  </a:lnTo>
                  <a:lnTo>
                    <a:pt x="1200985" y="1609075"/>
                  </a:lnTo>
                  <a:lnTo>
                    <a:pt x="1200961" y="1609056"/>
                  </a:lnTo>
                  <a:lnTo>
                    <a:pt x="1200940" y="1609045"/>
                  </a:lnTo>
                  <a:lnTo>
                    <a:pt x="1200919" y="1609034"/>
                  </a:lnTo>
                  <a:lnTo>
                    <a:pt x="1200911" y="1609028"/>
                  </a:lnTo>
                  <a:lnTo>
                    <a:pt x="1200899" y="1609017"/>
                  </a:lnTo>
                  <a:lnTo>
                    <a:pt x="1200885" y="1609008"/>
                  </a:lnTo>
                  <a:lnTo>
                    <a:pt x="1200872" y="1609004"/>
                  </a:lnTo>
                  <a:lnTo>
                    <a:pt x="1200863" y="1608997"/>
                  </a:lnTo>
                  <a:lnTo>
                    <a:pt x="1200857" y="1608991"/>
                  </a:lnTo>
                  <a:lnTo>
                    <a:pt x="1200846" y="1608972"/>
                  </a:lnTo>
                  <a:lnTo>
                    <a:pt x="1200830" y="1608953"/>
                  </a:lnTo>
                  <a:lnTo>
                    <a:pt x="1200809" y="1608932"/>
                  </a:lnTo>
                  <a:lnTo>
                    <a:pt x="1200780" y="1608916"/>
                  </a:lnTo>
                  <a:lnTo>
                    <a:pt x="1200746" y="1608906"/>
                  </a:lnTo>
                  <a:lnTo>
                    <a:pt x="1200701" y="1608904"/>
                  </a:lnTo>
                  <a:lnTo>
                    <a:pt x="1200679" y="1608903"/>
                  </a:lnTo>
                  <a:lnTo>
                    <a:pt x="1200663" y="1608901"/>
                  </a:lnTo>
                  <a:lnTo>
                    <a:pt x="1200625" y="1608883"/>
                  </a:lnTo>
                  <a:lnTo>
                    <a:pt x="1200590" y="1608869"/>
                  </a:lnTo>
                  <a:lnTo>
                    <a:pt x="1200575" y="1608860"/>
                  </a:lnTo>
                  <a:lnTo>
                    <a:pt x="1200568" y="1608851"/>
                  </a:lnTo>
                  <a:lnTo>
                    <a:pt x="1200555" y="1608837"/>
                  </a:lnTo>
                  <a:lnTo>
                    <a:pt x="1200537" y="1608826"/>
                  </a:lnTo>
                  <a:lnTo>
                    <a:pt x="1200518" y="1608817"/>
                  </a:lnTo>
                  <a:lnTo>
                    <a:pt x="1200497" y="1608808"/>
                  </a:lnTo>
                  <a:lnTo>
                    <a:pt x="1200474" y="1608803"/>
                  </a:lnTo>
                  <a:lnTo>
                    <a:pt x="1200452" y="1608796"/>
                  </a:lnTo>
                  <a:lnTo>
                    <a:pt x="1200445" y="1608789"/>
                  </a:lnTo>
                  <a:lnTo>
                    <a:pt x="1200437" y="1608780"/>
                  </a:lnTo>
                  <a:lnTo>
                    <a:pt x="1200434" y="1608772"/>
                  </a:lnTo>
                  <a:lnTo>
                    <a:pt x="1200427" y="1608749"/>
                  </a:lnTo>
                  <a:lnTo>
                    <a:pt x="1200424" y="1608724"/>
                  </a:lnTo>
                  <a:lnTo>
                    <a:pt x="1200411" y="1608691"/>
                  </a:lnTo>
                  <a:lnTo>
                    <a:pt x="1200397" y="1608660"/>
                  </a:lnTo>
                  <a:lnTo>
                    <a:pt x="1200385" y="1608641"/>
                  </a:lnTo>
                  <a:lnTo>
                    <a:pt x="1200365" y="1608589"/>
                  </a:lnTo>
                  <a:lnTo>
                    <a:pt x="1200353" y="1608552"/>
                  </a:lnTo>
                  <a:lnTo>
                    <a:pt x="1200332" y="1608518"/>
                  </a:lnTo>
                  <a:lnTo>
                    <a:pt x="1200312" y="1608488"/>
                  </a:lnTo>
                  <a:lnTo>
                    <a:pt x="1200295" y="1608463"/>
                  </a:lnTo>
                  <a:lnTo>
                    <a:pt x="1200269" y="1608434"/>
                  </a:lnTo>
                  <a:lnTo>
                    <a:pt x="1200250" y="1608420"/>
                  </a:lnTo>
                  <a:lnTo>
                    <a:pt x="1200233" y="1608410"/>
                  </a:lnTo>
                  <a:lnTo>
                    <a:pt x="1200224" y="1608401"/>
                  </a:lnTo>
                  <a:lnTo>
                    <a:pt x="1200221" y="1608393"/>
                  </a:lnTo>
                  <a:lnTo>
                    <a:pt x="1200220" y="1608383"/>
                  </a:lnTo>
                  <a:lnTo>
                    <a:pt x="1200222" y="1608370"/>
                  </a:lnTo>
                  <a:lnTo>
                    <a:pt x="1200231" y="1608352"/>
                  </a:lnTo>
                  <a:lnTo>
                    <a:pt x="1200238" y="1608337"/>
                  </a:lnTo>
                  <a:lnTo>
                    <a:pt x="1200244" y="1608316"/>
                  </a:lnTo>
                  <a:lnTo>
                    <a:pt x="1200250" y="1608295"/>
                  </a:lnTo>
                  <a:lnTo>
                    <a:pt x="1200255" y="1608279"/>
                  </a:lnTo>
                  <a:lnTo>
                    <a:pt x="1200257" y="1608265"/>
                  </a:lnTo>
                  <a:lnTo>
                    <a:pt x="1200265" y="1608240"/>
                  </a:lnTo>
                  <a:lnTo>
                    <a:pt x="1200268" y="1608224"/>
                  </a:lnTo>
                  <a:lnTo>
                    <a:pt x="1200268" y="1608209"/>
                  </a:lnTo>
                  <a:lnTo>
                    <a:pt x="1200265" y="1608192"/>
                  </a:lnTo>
                  <a:lnTo>
                    <a:pt x="1200264" y="1608172"/>
                  </a:lnTo>
                  <a:lnTo>
                    <a:pt x="1200264" y="1608155"/>
                  </a:lnTo>
                  <a:lnTo>
                    <a:pt x="1200265" y="1608142"/>
                  </a:lnTo>
                  <a:lnTo>
                    <a:pt x="1200272" y="1608125"/>
                  </a:lnTo>
                  <a:lnTo>
                    <a:pt x="1200278" y="1608109"/>
                  </a:lnTo>
                  <a:lnTo>
                    <a:pt x="1200284" y="1608089"/>
                  </a:lnTo>
                  <a:lnTo>
                    <a:pt x="1200287" y="1608077"/>
                  </a:lnTo>
                  <a:lnTo>
                    <a:pt x="1200288" y="1608061"/>
                  </a:lnTo>
                  <a:lnTo>
                    <a:pt x="1200283" y="1608040"/>
                  </a:lnTo>
                  <a:lnTo>
                    <a:pt x="1200278" y="1607993"/>
                  </a:lnTo>
                  <a:lnTo>
                    <a:pt x="1200274" y="1607966"/>
                  </a:lnTo>
                  <a:lnTo>
                    <a:pt x="1200266" y="1607943"/>
                  </a:lnTo>
                  <a:lnTo>
                    <a:pt x="1200258" y="1607928"/>
                  </a:lnTo>
                  <a:lnTo>
                    <a:pt x="1200257" y="1607908"/>
                  </a:lnTo>
                  <a:lnTo>
                    <a:pt x="1200257" y="1607899"/>
                  </a:lnTo>
                  <a:lnTo>
                    <a:pt x="1200259" y="1607890"/>
                  </a:lnTo>
                  <a:lnTo>
                    <a:pt x="1200260" y="1607872"/>
                  </a:lnTo>
                  <a:lnTo>
                    <a:pt x="1200260" y="1607847"/>
                  </a:lnTo>
                  <a:lnTo>
                    <a:pt x="1200254" y="1607822"/>
                  </a:lnTo>
                  <a:lnTo>
                    <a:pt x="1200248" y="1607801"/>
                  </a:lnTo>
                  <a:lnTo>
                    <a:pt x="1200232" y="1607772"/>
                  </a:lnTo>
                  <a:lnTo>
                    <a:pt x="1200215" y="1607744"/>
                  </a:lnTo>
                  <a:lnTo>
                    <a:pt x="1200195" y="1607707"/>
                  </a:lnTo>
                  <a:lnTo>
                    <a:pt x="1200187" y="1607683"/>
                  </a:lnTo>
                  <a:lnTo>
                    <a:pt x="1200180" y="1607651"/>
                  </a:lnTo>
                  <a:lnTo>
                    <a:pt x="1200173" y="1607619"/>
                  </a:lnTo>
                  <a:lnTo>
                    <a:pt x="1200169" y="1607595"/>
                  </a:lnTo>
                  <a:lnTo>
                    <a:pt x="1200164" y="1607559"/>
                  </a:lnTo>
                  <a:lnTo>
                    <a:pt x="1200157" y="1607521"/>
                  </a:lnTo>
                  <a:lnTo>
                    <a:pt x="1200144" y="1607480"/>
                  </a:lnTo>
                  <a:lnTo>
                    <a:pt x="1200140" y="1607464"/>
                  </a:lnTo>
                  <a:lnTo>
                    <a:pt x="1200130" y="1607441"/>
                  </a:lnTo>
                  <a:lnTo>
                    <a:pt x="1200134" y="1607416"/>
                  </a:lnTo>
                  <a:lnTo>
                    <a:pt x="1200109" y="1607354"/>
                  </a:lnTo>
                  <a:lnTo>
                    <a:pt x="1200081" y="1607271"/>
                  </a:lnTo>
                  <a:lnTo>
                    <a:pt x="1200064" y="1607230"/>
                  </a:lnTo>
                  <a:lnTo>
                    <a:pt x="1200059" y="1607222"/>
                  </a:lnTo>
                  <a:lnTo>
                    <a:pt x="1200061" y="1607214"/>
                  </a:lnTo>
                  <a:lnTo>
                    <a:pt x="1200061" y="1607203"/>
                  </a:lnTo>
                  <a:lnTo>
                    <a:pt x="1200062" y="1607192"/>
                  </a:lnTo>
                  <a:lnTo>
                    <a:pt x="1200065" y="1607182"/>
                  </a:lnTo>
                  <a:lnTo>
                    <a:pt x="1200072" y="1607170"/>
                  </a:lnTo>
                  <a:lnTo>
                    <a:pt x="1200084" y="1607156"/>
                  </a:lnTo>
                  <a:lnTo>
                    <a:pt x="1200097" y="1607138"/>
                  </a:lnTo>
                  <a:lnTo>
                    <a:pt x="1200105" y="1607116"/>
                  </a:lnTo>
                  <a:lnTo>
                    <a:pt x="1200106" y="1607097"/>
                  </a:lnTo>
                  <a:lnTo>
                    <a:pt x="1200102" y="1607091"/>
                  </a:lnTo>
                  <a:lnTo>
                    <a:pt x="1200094" y="1607086"/>
                  </a:lnTo>
                  <a:lnTo>
                    <a:pt x="1200079" y="1607068"/>
                  </a:lnTo>
                  <a:lnTo>
                    <a:pt x="1200086" y="1607058"/>
                  </a:lnTo>
                  <a:lnTo>
                    <a:pt x="1200085" y="1607047"/>
                  </a:lnTo>
                  <a:lnTo>
                    <a:pt x="1200084" y="1607039"/>
                  </a:lnTo>
                  <a:lnTo>
                    <a:pt x="1200080" y="1607032"/>
                  </a:lnTo>
                  <a:lnTo>
                    <a:pt x="1200070" y="1607018"/>
                  </a:lnTo>
                  <a:lnTo>
                    <a:pt x="1200055" y="1607004"/>
                  </a:lnTo>
                  <a:lnTo>
                    <a:pt x="1200043" y="1606990"/>
                  </a:lnTo>
                  <a:lnTo>
                    <a:pt x="1200030" y="1606978"/>
                  </a:lnTo>
                  <a:lnTo>
                    <a:pt x="1200009" y="1606963"/>
                  </a:lnTo>
                  <a:lnTo>
                    <a:pt x="1199989" y="1606954"/>
                  </a:lnTo>
                  <a:lnTo>
                    <a:pt x="1199962" y="1606946"/>
                  </a:lnTo>
                  <a:lnTo>
                    <a:pt x="1199946" y="1606939"/>
                  </a:lnTo>
                  <a:lnTo>
                    <a:pt x="1199933" y="1606927"/>
                  </a:lnTo>
                  <a:lnTo>
                    <a:pt x="1199925" y="1606914"/>
                  </a:lnTo>
                  <a:lnTo>
                    <a:pt x="1199914" y="1606895"/>
                  </a:lnTo>
                  <a:lnTo>
                    <a:pt x="1199906" y="1606869"/>
                  </a:lnTo>
                  <a:lnTo>
                    <a:pt x="1199899" y="1606853"/>
                  </a:lnTo>
                  <a:lnTo>
                    <a:pt x="1199894" y="1606823"/>
                  </a:lnTo>
                  <a:lnTo>
                    <a:pt x="1199892" y="1606775"/>
                  </a:lnTo>
                  <a:lnTo>
                    <a:pt x="1199889" y="1606762"/>
                  </a:lnTo>
                  <a:lnTo>
                    <a:pt x="1199882" y="1606745"/>
                  </a:lnTo>
                  <a:lnTo>
                    <a:pt x="1199880" y="1606737"/>
                  </a:lnTo>
                  <a:lnTo>
                    <a:pt x="1199884" y="1606685"/>
                  </a:lnTo>
                  <a:lnTo>
                    <a:pt x="1199887" y="1606645"/>
                  </a:lnTo>
                  <a:lnTo>
                    <a:pt x="1199901" y="1606514"/>
                  </a:lnTo>
                  <a:lnTo>
                    <a:pt x="1199904" y="1606467"/>
                  </a:lnTo>
                  <a:lnTo>
                    <a:pt x="1199912" y="1606385"/>
                  </a:lnTo>
                  <a:lnTo>
                    <a:pt x="1199914" y="1606353"/>
                  </a:lnTo>
                  <a:lnTo>
                    <a:pt x="1199920" y="1606308"/>
                  </a:lnTo>
                  <a:lnTo>
                    <a:pt x="1199924" y="1606274"/>
                  </a:lnTo>
                  <a:lnTo>
                    <a:pt x="1199922" y="1606269"/>
                  </a:lnTo>
                  <a:lnTo>
                    <a:pt x="1199892" y="1606264"/>
                  </a:lnTo>
                  <a:lnTo>
                    <a:pt x="1199873" y="1606259"/>
                  </a:lnTo>
                  <a:lnTo>
                    <a:pt x="1199873" y="1606242"/>
                  </a:lnTo>
                  <a:lnTo>
                    <a:pt x="1199878" y="1606226"/>
                  </a:lnTo>
                  <a:lnTo>
                    <a:pt x="1199880" y="1606215"/>
                  </a:lnTo>
                  <a:lnTo>
                    <a:pt x="1199879" y="1606203"/>
                  </a:lnTo>
                  <a:lnTo>
                    <a:pt x="1199881" y="1606195"/>
                  </a:lnTo>
                  <a:lnTo>
                    <a:pt x="1199895" y="1606153"/>
                  </a:lnTo>
                  <a:lnTo>
                    <a:pt x="1199894" y="1606135"/>
                  </a:lnTo>
                  <a:lnTo>
                    <a:pt x="1199886" y="1606051"/>
                  </a:lnTo>
                  <a:lnTo>
                    <a:pt x="1199882" y="1606028"/>
                  </a:lnTo>
                  <a:lnTo>
                    <a:pt x="1199879" y="1606017"/>
                  </a:lnTo>
                  <a:lnTo>
                    <a:pt x="1199871" y="1606010"/>
                  </a:lnTo>
                  <a:lnTo>
                    <a:pt x="1199834" y="1605990"/>
                  </a:lnTo>
                  <a:lnTo>
                    <a:pt x="1199804" y="1605975"/>
                  </a:lnTo>
                  <a:lnTo>
                    <a:pt x="1199798" y="1605970"/>
                  </a:lnTo>
                  <a:lnTo>
                    <a:pt x="1199794" y="1605967"/>
                  </a:lnTo>
                  <a:lnTo>
                    <a:pt x="1199791" y="1605960"/>
                  </a:lnTo>
                  <a:lnTo>
                    <a:pt x="1199798" y="1605910"/>
                  </a:lnTo>
                  <a:lnTo>
                    <a:pt x="1199800" y="1605897"/>
                  </a:lnTo>
                  <a:lnTo>
                    <a:pt x="1199801" y="1605845"/>
                  </a:lnTo>
                  <a:lnTo>
                    <a:pt x="1199801" y="1605838"/>
                  </a:lnTo>
                  <a:lnTo>
                    <a:pt x="1199798" y="1605831"/>
                  </a:lnTo>
                  <a:lnTo>
                    <a:pt x="1199786" y="1605819"/>
                  </a:lnTo>
                  <a:lnTo>
                    <a:pt x="1199768" y="1605809"/>
                  </a:lnTo>
                  <a:lnTo>
                    <a:pt x="1199744" y="1605799"/>
                  </a:lnTo>
                  <a:lnTo>
                    <a:pt x="1199718" y="1605793"/>
                  </a:lnTo>
                  <a:lnTo>
                    <a:pt x="1199688" y="1605792"/>
                  </a:lnTo>
                  <a:lnTo>
                    <a:pt x="1199664" y="1605791"/>
                  </a:lnTo>
                  <a:lnTo>
                    <a:pt x="1199641" y="1605787"/>
                  </a:lnTo>
                  <a:lnTo>
                    <a:pt x="1199629" y="1605781"/>
                  </a:lnTo>
                  <a:lnTo>
                    <a:pt x="1199577" y="1605743"/>
                  </a:lnTo>
                  <a:lnTo>
                    <a:pt x="1199562" y="1605733"/>
                  </a:lnTo>
                  <a:lnTo>
                    <a:pt x="1199528" y="1605717"/>
                  </a:lnTo>
                  <a:lnTo>
                    <a:pt x="1199498" y="1605708"/>
                  </a:lnTo>
                  <a:lnTo>
                    <a:pt x="1199475" y="1605702"/>
                  </a:lnTo>
                  <a:lnTo>
                    <a:pt x="1199465" y="1605701"/>
                  </a:lnTo>
                  <a:lnTo>
                    <a:pt x="1199449" y="1605707"/>
                  </a:lnTo>
                  <a:lnTo>
                    <a:pt x="1199432" y="1605711"/>
                  </a:lnTo>
                  <a:lnTo>
                    <a:pt x="1199423" y="1605712"/>
                  </a:lnTo>
                  <a:lnTo>
                    <a:pt x="1199412" y="1605710"/>
                  </a:lnTo>
                  <a:lnTo>
                    <a:pt x="1199404" y="1605706"/>
                  </a:lnTo>
                  <a:lnTo>
                    <a:pt x="1199399" y="1605702"/>
                  </a:lnTo>
                  <a:lnTo>
                    <a:pt x="1199392" y="1605685"/>
                  </a:lnTo>
                  <a:lnTo>
                    <a:pt x="1199389" y="1605659"/>
                  </a:lnTo>
                  <a:lnTo>
                    <a:pt x="1199382" y="1605622"/>
                  </a:lnTo>
                  <a:lnTo>
                    <a:pt x="1199363" y="1605584"/>
                  </a:lnTo>
                  <a:lnTo>
                    <a:pt x="1199350" y="1605601"/>
                  </a:lnTo>
                  <a:lnTo>
                    <a:pt x="1199316" y="1605656"/>
                  </a:lnTo>
                  <a:lnTo>
                    <a:pt x="1199294" y="1605694"/>
                  </a:lnTo>
                  <a:lnTo>
                    <a:pt x="1199288" y="1605703"/>
                  </a:lnTo>
                  <a:lnTo>
                    <a:pt x="1199283" y="1605702"/>
                  </a:lnTo>
                  <a:lnTo>
                    <a:pt x="1199272" y="1605695"/>
                  </a:lnTo>
                  <a:lnTo>
                    <a:pt x="1199183" y="1605629"/>
                  </a:lnTo>
                  <a:lnTo>
                    <a:pt x="1199063" y="1605542"/>
                  </a:lnTo>
                  <a:lnTo>
                    <a:pt x="1198975" y="1605479"/>
                  </a:lnTo>
                  <a:lnTo>
                    <a:pt x="1198945" y="1605459"/>
                  </a:lnTo>
                  <a:lnTo>
                    <a:pt x="1198939" y="1605452"/>
                  </a:lnTo>
                  <a:lnTo>
                    <a:pt x="1198935" y="1605418"/>
                  </a:lnTo>
                  <a:lnTo>
                    <a:pt x="1198930" y="1605381"/>
                  </a:lnTo>
                  <a:lnTo>
                    <a:pt x="1198924" y="1605346"/>
                  </a:lnTo>
                  <a:lnTo>
                    <a:pt x="1198916" y="1605293"/>
                  </a:lnTo>
                  <a:lnTo>
                    <a:pt x="1198911" y="1605230"/>
                  </a:lnTo>
                  <a:lnTo>
                    <a:pt x="1198904" y="1605164"/>
                  </a:lnTo>
                  <a:lnTo>
                    <a:pt x="1198885" y="1604949"/>
                  </a:lnTo>
                  <a:lnTo>
                    <a:pt x="1198878" y="1604889"/>
                  </a:lnTo>
                  <a:lnTo>
                    <a:pt x="1198873" y="1604859"/>
                  </a:lnTo>
                  <a:lnTo>
                    <a:pt x="1198867" y="1604807"/>
                  </a:lnTo>
                  <a:lnTo>
                    <a:pt x="1198863" y="1604761"/>
                  </a:lnTo>
                  <a:lnTo>
                    <a:pt x="1198859" y="1604746"/>
                  </a:lnTo>
                  <a:lnTo>
                    <a:pt x="1198857" y="1604737"/>
                  </a:lnTo>
                  <a:lnTo>
                    <a:pt x="1198861" y="1604692"/>
                  </a:lnTo>
                  <a:lnTo>
                    <a:pt x="1198862" y="1604662"/>
                  </a:lnTo>
                  <a:lnTo>
                    <a:pt x="1198874" y="1604633"/>
                  </a:lnTo>
                  <a:lnTo>
                    <a:pt x="1198939" y="1604474"/>
                  </a:lnTo>
                  <a:lnTo>
                    <a:pt x="1198953" y="1604445"/>
                  </a:lnTo>
                  <a:lnTo>
                    <a:pt x="1198957" y="1604432"/>
                  </a:lnTo>
                  <a:lnTo>
                    <a:pt x="1198957" y="1604416"/>
                  </a:lnTo>
                  <a:lnTo>
                    <a:pt x="1198964" y="1604404"/>
                  </a:lnTo>
                  <a:lnTo>
                    <a:pt x="1198998" y="1604330"/>
                  </a:lnTo>
                  <a:lnTo>
                    <a:pt x="1199022" y="1604279"/>
                  </a:lnTo>
                  <a:lnTo>
                    <a:pt x="1199047" y="1604225"/>
                  </a:lnTo>
                  <a:lnTo>
                    <a:pt x="1199067" y="1604183"/>
                  </a:lnTo>
                  <a:lnTo>
                    <a:pt x="1199077" y="1604159"/>
                  </a:lnTo>
                  <a:lnTo>
                    <a:pt x="1199084" y="1604150"/>
                  </a:lnTo>
                  <a:lnTo>
                    <a:pt x="1199095" y="1604140"/>
                  </a:lnTo>
                  <a:lnTo>
                    <a:pt x="1199148" y="1604084"/>
                  </a:lnTo>
                  <a:lnTo>
                    <a:pt x="1199173" y="1604058"/>
                  </a:lnTo>
                  <a:lnTo>
                    <a:pt x="1199201" y="1604030"/>
                  </a:lnTo>
                  <a:lnTo>
                    <a:pt x="1199224" y="1604006"/>
                  </a:lnTo>
                  <a:lnTo>
                    <a:pt x="1199255" y="1603977"/>
                  </a:lnTo>
                  <a:lnTo>
                    <a:pt x="1199280" y="1603951"/>
                  </a:lnTo>
                  <a:lnTo>
                    <a:pt x="1199330" y="1603898"/>
                  </a:lnTo>
                  <a:lnTo>
                    <a:pt x="1199342" y="1603886"/>
                  </a:lnTo>
                  <a:lnTo>
                    <a:pt x="1199350" y="1603878"/>
                  </a:lnTo>
                  <a:lnTo>
                    <a:pt x="1199379" y="1603848"/>
                  </a:lnTo>
                  <a:lnTo>
                    <a:pt x="1199395" y="1603830"/>
                  </a:lnTo>
                  <a:lnTo>
                    <a:pt x="1199414" y="1603813"/>
                  </a:lnTo>
                  <a:lnTo>
                    <a:pt x="1199438" y="1603786"/>
                  </a:lnTo>
                  <a:lnTo>
                    <a:pt x="1199449" y="1603773"/>
                  </a:lnTo>
                  <a:lnTo>
                    <a:pt x="1199457" y="1603761"/>
                  </a:lnTo>
                  <a:lnTo>
                    <a:pt x="1199462" y="1603754"/>
                  </a:lnTo>
                  <a:lnTo>
                    <a:pt x="1199452" y="1603731"/>
                  </a:lnTo>
                  <a:lnTo>
                    <a:pt x="1199446" y="1603722"/>
                  </a:lnTo>
                  <a:lnTo>
                    <a:pt x="1199403" y="1603693"/>
                  </a:lnTo>
                  <a:lnTo>
                    <a:pt x="1199363" y="1603656"/>
                  </a:lnTo>
                  <a:lnTo>
                    <a:pt x="1199322" y="1603615"/>
                  </a:lnTo>
                  <a:lnTo>
                    <a:pt x="1199281" y="1603579"/>
                  </a:lnTo>
                  <a:lnTo>
                    <a:pt x="1199244" y="1603542"/>
                  </a:lnTo>
                  <a:lnTo>
                    <a:pt x="1199147" y="1603448"/>
                  </a:lnTo>
                  <a:lnTo>
                    <a:pt x="1199123" y="1603427"/>
                  </a:lnTo>
                  <a:lnTo>
                    <a:pt x="1199094" y="1603405"/>
                  </a:lnTo>
                  <a:lnTo>
                    <a:pt x="1199090" y="1603398"/>
                  </a:lnTo>
                  <a:lnTo>
                    <a:pt x="1199084" y="1603351"/>
                  </a:lnTo>
                  <a:lnTo>
                    <a:pt x="1199076" y="1603262"/>
                  </a:lnTo>
                  <a:lnTo>
                    <a:pt x="1199062" y="1603154"/>
                  </a:lnTo>
                  <a:lnTo>
                    <a:pt x="1199052" y="1603063"/>
                  </a:lnTo>
                  <a:lnTo>
                    <a:pt x="1199047" y="1603025"/>
                  </a:lnTo>
                  <a:lnTo>
                    <a:pt x="1199045" y="1603007"/>
                  </a:lnTo>
                  <a:lnTo>
                    <a:pt x="1199045" y="1603001"/>
                  </a:lnTo>
                  <a:lnTo>
                    <a:pt x="1199043" y="1602987"/>
                  </a:lnTo>
                  <a:lnTo>
                    <a:pt x="1199040" y="1602978"/>
                  </a:lnTo>
                  <a:lnTo>
                    <a:pt x="1199033" y="1602978"/>
                  </a:lnTo>
                  <a:lnTo>
                    <a:pt x="1199019" y="1602980"/>
                  </a:lnTo>
                  <a:lnTo>
                    <a:pt x="1199009" y="1602979"/>
                  </a:lnTo>
                  <a:lnTo>
                    <a:pt x="1198997" y="1602972"/>
                  </a:lnTo>
                  <a:lnTo>
                    <a:pt x="1198990" y="1602969"/>
                  </a:lnTo>
                  <a:lnTo>
                    <a:pt x="1198979" y="1602968"/>
                  </a:lnTo>
                  <a:lnTo>
                    <a:pt x="1198969" y="1602967"/>
                  </a:lnTo>
                  <a:lnTo>
                    <a:pt x="1198962" y="1602965"/>
                  </a:lnTo>
                  <a:lnTo>
                    <a:pt x="1198958" y="1602962"/>
                  </a:lnTo>
                  <a:lnTo>
                    <a:pt x="1198950" y="1602954"/>
                  </a:lnTo>
                  <a:lnTo>
                    <a:pt x="1198945" y="1602946"/>
                  </a:lnTo>
                  <a:lnTo>
                    <a:pt x="1198936" y="1602932"/>
                  </a:lnTo>
                  <a:lnTo>
                    <a:pt x="1198930" y="1602919"/>
                  </a:lnTo>
                  <a:lnTo>
                    <a:pt x="1198925" y="1602912"/>
                  </a:lnTo>
                  <a:lnTo>
                    <a:pt x="1198913" y="1602895"/>
                  </a:lnTo>
                  <a:lnTo>
                    <a:pt x="1198904" y="1602880"/>
                  </a:lnTo>
                  <a:lnTo>
                    <a:pt x="1198897" y="1602869"/>
                  </a:lnTo>
                  <a:lnTo>
                    <a:pt x="1198894" y="1602860"/>
                  </a:lnTo>
                  <a:lnTo>
                    <a:pt x="1198889" y="1602843"/>
                  </a:lnTo>
                  <a:lnTo>
                    <a:pt x="1198887" y="1602831"/>
                  </a:lnTo>
                  <a:lnTo>
                    <a:pt x="1198884" y="1602819"/>
                  </a:lnTo>
                  <a:lnTo>
                    <a:pt x="1198882" y="1602810"/>
                  </a:lnTo>
                  <a:lnTo>
                    <a:pt x="1198877" y="1602801"/>
                  </a:lnTo>
                  <a:lnTo>
                    <a:pt x="1198856" y="1602767"/>
                  </a:lnTo>
                  <a:lnTo>
                    <a:pt x="1198845" y="1602749"/>
                  </a:lnTo>
                  <a:lnTo>
                    <a:pt x="1198840" y="1602742"/>
                  </a:lnTo>
                  <a:lnTo>
                    <a:pt x="1198826" y="1602714"/>
                  </a:lnTo>
                  <a:lnTo>
                    <a:pt x="1198818" y="1602696"/>
                  </a:lnTo>
                  <a:lnTo>
                    <a:pt x="1198814" y="1602681"/>
                  </a:lnTo>
                  <a:lnTo>
                    <a:pt x="1198809" y="1602656"/>
                  </a:lnTo>
                  <a:lnTo>
                    <a:pt x="1198803" y="1602607"/>
                  </a:lnTo>
                  <a:lnTo>
                    <a:pt x="1198796" y="1602585"/>
                  </a:lnTo>
                  <a:lnTo>
                    <a:pt x="1198790" y="1602566"/>
                  </a:lnTo>
                  <a:lnTo>
                    <a:pt x="1198768" y="1602525"/>
                  </a:lnTo>
                  <a:lnTo>
                    <a:pt x="1198763" y="1602508"/>
                  </a:lnTo>
                  <a:lnTo>
                    <a:pt x="1198761" y="1602496"/>
                  </a:lnTo>
                  <a:lnTo>
                    <a:pt x="1198758" y="1602478"/>
                  </a:lnTo>
                  <a:lnTo>
                    <a:pt x="1198749" y="1602453"/>
                  </a:lnTo>
                  <a:lnTo>
                    <a:pt x="1198742" y="1602435"/>
                  </a:lnTo>
                  <a:lnTo>
                    <a:pt x="1198737" y="1602428"/>
                  </a:lnTo>
                  <a:lnTo>
                    <a:pt x="1198724" y="1602420"/>
                  </a:lnTo>
                  <a:lnTo>
                    <a:pt x="1198711" y="1602408"/>
                  </a:lnTo>
                  <a:lnTo>
                    <a:pt x="1198700" y="1602395"/>
                  </a:lnTo>
                  <a:lnTo>
                    <a:pt x="1198681" y="1602364"/>
                  </a:lnTo>
                  <a:lnTo>
                    <a:pt x="1198665" y="1602337"/>
                  </a:lnTo>
                  <a:lnTo>
                    <a:pt x="1198655" y="1602326"/>
                  </a:lnTo>
                  <a:lnTo>
                    <a:pt x="1198646" y="1602319"/>
                  </a:lnTo>
                  <a:lnTo>
                    <a:pt x="1198635" y="1602313"/>
                  </a:lnTo>
                  <a:lnTo>
                    <a:pt x="1198625" y="1602311"/>
                  </a:lnTo>
                  <a:lnTo>
                    <a:pt x="1198616" y="1602310"/>
                  </a:lnTo>
                  <a:lnTo>
                    <a:pt x="1198605" y="1602310"/>
                  </a:lnTo>
                  <a:lnTo>
                    <a:pt x="1198557" y="1602306"/>
                  </a:lnTo>
                  <a:lnTo>
                    <a:pt x="1198530" y="1602304"/>
                  </a:lnTo>
                  <a:lnTo>
                    <a:pt x="1198522" y="1602297"/>
                  </a:lnTo>
                  <a:lnTo>
                    <a:pt x="1198496" y="1602262"/>
                  </a:lnTo>
                  <a:lnTo>
                    <a:pt x="1198466" y="1602224"/>
                  </a:lnTo>
                  <a:lnTo>
                    <a:pt x="1198446" y="1602196"/>
                  </a:lnTo>
                  <a:lnTo>
                    <a:pt x="1198433" y="1602180"/>
                  </a:lnTo>
                  <a:lnTo>
                    <a:pt x="1198424" y="1602174"/>
                  </a:lnTo>
                  <a:lnTo>
                    <a:pt x="1198410" y="1602165"/>
                  </a:lnTo>
                  <a:lnTo>
                    <a:pt x="1198396" y="1602155"/>
                  </a:lnTo>
                  <a:lnTo>
                    <a:pt x="1198366" y="1602120"/>
                  </a:lnTo>
                  <a:lnTo>
                    <a:pt x="1198343" y="1602090"/>
                  </a:lnTo>
                  <a:lnTo>
                    <a:pt x="1198327" y="1602067"/>
                  </a:lnTo>
                  <a:lnTo>
                    <a:pt x="1198319" y="1602053"/>
                  </a:lnTo>
                  <a:lnTo>
                    <a:pt x="1198314" y="1602042"/>
                  </a:lnTo>
                  <a:lnTo>
                    <a:pt x="1198309" y="1602026"/>
                  </a:lnTo>
                  <a:lnTo>
                    <a:pt x="1198305" y="1602011"/>
                  </a:lnTo>
                  <a:lnTo>
                    <a:pt x="1198302" y="1602002"/>
                  </a:lnTo>
                  <a:lnTo>
                    <a:pt x="1198297" y="1601991"/>
                  </a:lnTo>
                  <a:lnTo>
                    <a:pt x="1198295" y="1601976"/>
                  </a:lnTo>
                  <a:lnTo>
                    <a:pt x="1198293" y="1601970"/>
                  </a:lnTo>
                  <a:lnTo>
                    <a:pt x="1198289" y="1601966"/>
                  </a:lnTo>
                  <a:lnTo>
                    <a:pt x="1198284" y="1601959"/>
                  </a:lnTo>
                  <a:lnTo>
                    <a:pt x="1198281" y="1601951"/>
                  </a:lnTo>
                  <a:lnTo>
                    <a:pt x="1198279" y="1601927"/>
                  </a:lnTo>
                  <a:lnTo>
                    <a:pt x="1198281" y="1601914"/>
                  </a:lnTo>
                  <a:lnTo>
                    <a:pt x="1198283" y="1601905"/>
                  </a:lnTo>
                  <a:lnTo>
                    <a:pt x="1198284" y="1601899"/>
                  </a:lnTo>
                  <a:lnTo>
                    <a:pt x="1198283" y="1601860"/>
                  </a:lnTo>
                  <a:lnTo>
                    <a:pt x="1198281" y="1601825"/>
                  </a:lnTo>
                  <a:lnTo>
                    <a:pt x="1198280" y="1601819"/>
                  </a:lnTo>
                  <a:lnTo>
                    <a:pt x="1198277" y="1601785"/>
                  </a:lnTo>
                  <a:lnTo>
                    <a:pt x="1198285" y="1601769"/>
                  </a:lnTo>
                  <a:lnTo>
                    <a:pt x="1198293" y="1601757"/>
                  </a:lnTo>
                  <a:lnTo>
                    <a:pt x="1198301" y="1601752"/>
                  </a:lnTo>
                  <a:lnTo>
                    <a:pt x="1198327" y="1601732"/>
                  </a:lnTo>
                  <a:lnTo>
                    <a:pt x="1198332" y="1601723"/>
                  </a:lnTo>
                  <a:lnTo>
                    <a:pt x="1198332" y="1601692"/>
                  </a:lnTo>
                  <a:lnTo>
                    <a:pt x="1198327" y="1601687"/>
                  </a:lnTo>
                  <a:lnTo>
                    <a:pt x="1198320" y="1601704"/>
                  </a:lnTo>
                  <a:lnTo>
                    <a:pt x="1198313" y="1601710"/>
                  </a:lnTo>
                  <a:lnTo>
                    <a:pt x="1198306" y="1601713"/>
                  </a:lnTo>
                  <a:lnTo>
                    <a:pt x="1198298" y="1601713"/>
                  </a:lnTo>
                  <a:lnTo>
                    <a:pt x="1198292" y="1601710"/>
                  </a:lnTo>
                  <a:lnTo>
                    <a:pt x="1198287" y="1601697"/>
                  </a:lnTo>
                  <a:lnTo>
                    <a:pt x="1198286" y="1601682"/>
                  </a:lnTo>
                  <a:lnTo>
                    <a:pt x="1198286" y="1601672"/>
                  </a:lnTo>
                  <a:lnTo>
                    <a:pt x="1198294" y="1601632"/>
                  </a:lnTo>
                  <a:lnTo>
                    <a:pt x="1198299" y="1601612"/>
                  </a:lnTo>
                  <a:lnTo>
                    <a:pt x="1198309" y="1601598"/>
                  </a:lnTo>
                  <a:lnTo>
                    <a:pt x="1198312" y="1601594"/>
                  </a:lnTo>
                  <a:lnTo>
                    <a:pt x="1198329" y="1601577"/>
                  </a:lnTo>
                  <a:lnTo>
                    <a:pt x="1198349" y="1601552"/>
                  </a:lnTo>
                  <a:lnTo>
                    <a:pt x="1198359" y="1601543"/>
                  </a:lnTo>
                  <a:lnTo>
                    <a:pt x="1198365" y="1601541"/>
                  </a:lnTo>
                  <a:lnTo>
                    <a:pt x="1198374" y="1601539"/>
                  </a:lnTo>
                  <a:lnTo>
                    <a:pt x="1198377" y="1601533"/>
                  </a:lnTo>
                  <a:lnTo>
                    <a:pt x="1198375" y="1601527"/>
                  </a:lnTo>
                  <a:lnTo>
                    <a:pt x="1198370" y="1601518"/>
                  </a:lnTo>
                  <a:lnTo>
                    <a:pt x="1198365" y="1601511"/>
                  </a:lnTo>
                  <a:lnTo>
                    <a:pt x="1198350" y="1601495"/>
                  </a:lnTo>
                  <a:lnTo>
                    <a:pt x="1198336" y="1601484"/>
                  </a:lnTo>
                  <a:lnTo>
                    <a:pt x="1198330" y="1601475"/>
                  </a:lnTo>
                  <a:lnTo>
                    <a:pt x="1198322" y="1601456"/>
                  </a:lnTo>
                  <a:lnTo>
                    <a:pt x="1198309" y="1601430"/>
                  </a:lnTo>
                  <a:lnTo>
                    <a:pt x="1198297" y="1601416"/>
                  </a:lnTo>
                  <a:lnTo>
                    <a:pt x="1198287" y="1601408"/>
                  </a:lnTo>
                  <a:lnTo>
                    <a:pt x="1198280" y="1601406"/>
                  </a:lnTo>
                  <a:lnTo>
                    <a:pt x="1198274" y="1601406"/>
                  </a:lnTo>
                  <a:lnTo>
                    <a:pt x="1198267" y="1601409"/>
                  </a:lnTo>
                  <a:lnTo>
                    <a:pt x="1198254" y="1601412"/>
                  </a:lnTo>
                  <a:lnTo>
                    <a:pt x="1198240" y="1601414"/>
                  </a:lnTo>
                  <a:lnTo>
                    <a:pt x="1198224" y="1601414"/>
                  </a:lnTo>
                  <a:lnTo>
                    <a:pt x="1198217" y="1601413"/>
                  </a:lnTo>
                  <a:lnTo>
                    <a:pt x="1198206" y="1601411"/>
                  </a:lnTo>
                  <a:lnTo>
                    <a:pt x="1198194" y="1601405"/>
                  </a:lnTo>
                  <a:lnTo>
                    <a:pt x="1198178" y="1601394"/>
                  </a:lnTo>
                  <a:lnTo>
                    <a:pt x="1198152" y="1601377"/>
                  </a:lnTo>
                  <a:lnTo>
                    <a:pt x="1198143" y="1601373"/>
                  </a:lnTo>
                  <a:lnTo>
                    <a:pt x="1198136" y="1601373"/>
                  </a:lnTo>
                  <a:lnTo>
                    <a:pt x="1198126" y="1601378"/>
                  </a:lnTo>
                  <a:lnTo>
                    <a:pt x="1198121" y="1601380"/>
                  </a:lnTo>
                  <a:lnTo>
                    <a:pt x="1198112" y="1601381"/>
                  </a:lnTo>
                  <a:lnTo>
                    <a:pt x="1198104" y="1601380"/>
                  </a:lnTo>
                  <a:lnTo>
                    <a:pt x="1198095" y="1601375"/>
                  </a:lnTo>
                  <a:lnTo>
                    <a:pt x="1198074" y="1601357"/>
                  </a:lnTo>
                  <a:lnTo>
                    <a:pt x="1198054" y="1601340"/>
                  </a:lnTo>
                  <a:lnTo>
                    <a:pt x="1198027" y="1601315"/>
                  </a:lnTo>
                  <a:lnTo>
                    <a:pt x="1197994" y="1601293"/>
                  </a:lnTo>
                  <a:lnTo>
                    <a:pt x="1197954" y="1601263"/>
                  </a:lnTo>
                  <a:lnTo>
                    <a:pt x="1197925" y="1601239"/>
                  </a:lnTo>
                  <a:lnTo>
                    <a:pt x="1197906" y="1601225"/>
                  </a:lnTo>
                  <a:lnTo>
                    <a:pt x="1197874" y="1601200"/>
                  </a:lnTo>
                  <a:lnTo>
                    <a:pt x="1197850" y="1601179"/>
                  </a:lnTo>
                  <a:lnTo>
                    <a:pt x="1197834" y="1601171"/>
                  </a:lnTo>
                  <a:lnTo>
                    <a:pt x="1197825" y="1601164"/>
                  </a:lnTo>
                  <a:lnTo>
                    <a:pt x="1197822" y="1601157"/>
                  </a:lnTo>
                  <a:lnTo>
                    <a:pt x="1197821" y="1601147"/>
                  </a:lnTo>
                  <a:lnTo>
                    <a:pt x="1197820" y="1601127"/>
                  </a:lnTo>
                  <a:lnTo>
                    <a:pt x="1197820" y="1601100"/>
                  </a:lnTo>
                  <a:lnTo>
                    <a:pt x="1197818" y="1601059"/>
                  </a:lnTo>
                  <a:lnTo>
                    <a:pt x="1197813" y="1601039"/>
                  </a:lnTo>
                  <a:lnTo>
                    <a:pt x="1197809" y="1601015"/>
                  </a:lnTo>
                  <a:lnTo>
                    <a:pt x="1197802" y="1600996"/>
                  </a:lnTo>
                  <a:lnTo>
                    <a:pt x="1197795" y="1600981"/>
                  </a:lnTo>
                  <a:lnTo>
                    <a:pt x="1197788" y="1600969"/>
                  </a:lnTo>
                  <a:lnTo>
                    <a:pt x="1197783" y="1600966"/>
                  </a:lnTo>
                  <a:lnTo>
                    <a:pt x="1197766" y="1600960"/>
                  </a:lnTo>
                  <a:lnTo>
                    <a:pt x="1197757" y="1600957"/>
                  </a:lnTo>
                  <a:lnTo>
                    <a:pt x="1197745" y="1600951"/>
                  </a:lnTo>
                  <a:lnTo>
                    <a:pt x="1197731" y="1600944"/>
                  </a:lnTo>
                  <a:lnTo>
                    <a:pt x="1197716" y="1600934"/>
                  </a:lnTo>
                  <a:lnTo>
                    <a:pt x="1197693" y="1600918"/>
                  </a:lnTo>
                  <a:lnTo>
                    <a:pt x="1197681" y="1600911"/>
                  </a:lnTo>
                  <a:lnTo>
                    <a:pt x="1197671" y="1600907"/>
                  </a:lnTo>
                  <a:lnTo>
                    <a:pt x="1197629" y="1600894"/>
                  </a:lnTo>
                  <a:lnTo>
                    <a:pt x="1197610" y="1600887"/>
                  </a:lnTo>
                  <a:lnTo>
                    <a:pt x="1197591" y="1600882"/>
                  </a:lnTo>
                  <a:lnTo>
                    <a:pt x="1197571" y="1600874"/>
                  </a:lnTo>
                  <a:lnTo>
                    <a:pt x="1197555" y="1600868"/>
                  </a:lnTo>
                  <a:lnTo>
                    <a:pt x="1197545" y="1600861"/>
                  </a:lnTo>
                  <a:lnTo>
                    <a:pt x="1197541" y="1600855"/>
                  </a:lnTo>
                  <a:lnTo>
                    <a:pt x="1197536" y="1600845"/>
                  </a:lnTo>
                  <a:lnTo>
                    <a:pt x="1197533" y="1600834"/>
                  </a:lnTo>
                  <a:lnTo>
                    <a:pt x="1197526" y="1600826"/>
                  </a:lnTo>
                  <a:lnTo>
                    <a:pt x="1197512" y="1600810"/>
                  </a:lnTo>
                  <a:lnTo>
                    <a:pt x="1197492" y="1600797"/>
                  </a:lnTo>
                  <a:lnTo>
                    <a:pt x="1197471" y="1600786"/>
                  </a:lnTo>
                  <a:lnTo>
                    <a:pt x="1197455" y="1600777"/>
                  </a:lnTo>
                  <a:lnTo>
                    <a:pt x="1197440" y="1600766"/>
                  </a:lnTo>
                  <a:lnTo>
                    <a:pt x="1197419" y="1600751"/>
                  </a:lnTo>
                  <a:lnTo>
                    <a:pt x="1197408" y="1600747"/>
                  </a:lnTo>
                  <a:lnTo>
                    <a:pt x="1197397" y="1600747"/>
                  </a:lnTo>
                  <a:lnTo>
                    <a:pt x="1197383" y="1600749"/>
                  </a:lnTo>
                  <a:lnTo>
                    <a:pt x="1197366" y="1600754"/>
                  </a:lnTo>
                  <a:lnTo>
                    <a:pt x="1197353" y="1600761"/>
                  </a:lnTo>
                  <a:lnTo>
                    <a:pt x="1197340" y="1600772"/>
                  </a:lnTo>
                  <a:lnTo>
                    <a:pt x="1197327" y="1600787"/>
                  </a:lnTo>
                  <a:lnTo>
                    <a:pt x="1197315" y="1600795"/>
                  </a:lnTo>
                  <a:lnTo>
                    <a:pt x="1197307" y="1600798"/>
                  </a:lnTo>
                  <a:lnTo>
                    <a:pt x="1197296" y="1600800"/>
                  </a:lnTo>
                  <a:lnTo>
                    <a:pt x="1197275" y="1600801"/>
                  </a:lnTo>
                  <a:lnTo>
                    <a:pt x="1197254" y="1600802"/>
                  </a:lnTo>
                  <a:lnTo>
                    <a:pt x="1197234" y="1600806"/>
                  </a:lnTo>
                  <a:lnTo>
                    <a:pt x="1197217" y="1600813"/>
                  </a:lnTo>
                  <a:lnTo>
                    <a:pt x="1197199" y="1600822"/>
                  </a:lnTo>
                  <a:lnTo>
                    <a:pt x="1197191" y="1600828"/>
                  </a:lnTo>
                  <a:lnTo>
                    <a:pt x="1197187" y="1600833"/>
                  </a:lnTo>
                  <a:lnTo>
                    <a:pt x="1197182" y="1600843"/>
                  </a:lnTo>
                  <a:lnTo>
                    <a:pt x="1197184" y="1600857"/>
                  </a:lnTo>
                  <a:lnTo>
                    <a:pt x="1197186" y="1600872"/>
                  </a:lnTo>
                  <a:lnTo>
                    <a:pt x="1197183" y="1600879"/>
                  </a:lnTo>
                  <a:lnTo>
                    <a:pt x="1197178" y="1600883"/>
                  </a:lnTo>
                  <a:lnTo>
                    <a:pt x="1197171" y="1600884"/>
                  </a:lnTo>
                  <a:lnTo>
                    <a:pt x="1197165" y="1600880"/>
                  </a:lnTo>
                  <a:lnTo>
                    <a:pt x="1197147" y="1600868"/>
                  </a:lnTo>
                  <a:lnTo>
                    <a:pt x="1197126" y="1600860"/>
                  </a:lnTo>
                  <a:lnTo>
                    <a:pt x="1197083" y="1600851"/>
                  </a:lnTo>
                  <a:lnTo>
                    <a:pt x="1197060" y="1600847"/>
                  </a:lnTo>
                  <a:lnTo>
                    <a:pt x="1197043" y="1600846"/>
                  </a:lnTo>
                  <a:lnTo>
                    <a:pt x="1197022" y="1600850"/>
                  </a:lnTo>
                  <a:lnTo>
                    <a:pt x="1196992" y="1600858"/>
                  </a:lnTo>
                  <a:lnTo>
                    <a:pt x="1196971" y="1600864"/>
                  </a:lnTo>
                  <a:lnTo>
                    <a:pt x="1196946" y="1600878"/>
                  </a:lnTo>
                  <a:lnTo>
                    <a:pt x="1196939" y="1600883"/>
                  </a:lnTo>
                  <a:lnTo>
                    <a:pt x="1196919" y="1600888"/>
                  </a:lnTo>
                  <a:lnTo>
                    <a:pt x="1196912" y="1600895"/>
                  </a:lnTo>
                  <a:lnTo>
                    <a:pt x="1196911" y="1600916"/>
                  </a:lnTo>
                  <a:lnTo>
                    <a:pt x="1196911" y="1600929"/>
                  </a:lnTo>
                  <a:lnTo>
                    <a:pt x="1196910" y="1600948"/>
                  </a:lnTo>
                  <a:lnTo>
                    <a:pt x="1196909" y="1600957"/>
                  </a:lnTo>
                  <a:lnTo>
                    <a:pt x="1196906" y="1600962"/>
                  </a:lnTo>
                  <a:lnTo>
                    <a:pt x="1196899" y="1600967"/>
                  </a:lnTo>
                  <a:lnTo>
                    <a:pt x="1196885" y="1600976"/>
                  </a:lnTo>
                  <a:lnTo>
                    <a:pt x="1196874" y="1600980"/>
                  </a:lnTo>
                  <a:lnTo>
                    <a:pt x="1196862" y="1600983"/>
                  </a:lnTo>
                  <a:lnTo>
                    <a:pt x="1196848" y="1600986"/>
                  </a:lnTo>
                  <a:lnTo>
                    <a:pt x="1196837" y="1600987"/>
                  </a:lnTo>
                  <a:lnTo>
                    <a:pt x="1196827" y="1600988"/>
                  </a:lnTo>
                  <a:lnTo>
                    <a:pt x="1196817" y="1600989"/>
                  </a:lnTo>
                  <a:lnTo>
                    <a:pt x="1196803" y="1600995"/>
                  </a:lnTo>
                  <a:lnTo>
                    <a:pt x="1196785" y="1601004"/>
                  </a:lnTo>
                  <a:lnTo>
                    <a:pt x="1196770" y="1601011"/>
                  </a:lnTo>
                  <a:lnTo>
                    <a:pt x="1196765" y="1601012"/>
                  </a:lnTo>
                  <a:lnTo>
                    <a:pt x="1196749" y="1601014"/>
                  </a:lnTo>
                  <a:lnTo>
                    <a:pt x="1196726" y="1601022"/>
                  </a:lnTo>
                  <a:lnTo>
                    <a:pt x="1196704" y="1601031"/>
                  </a:lnTo>
                  <a:lnTo>
                    <a:pt x="1196644" y="1601046"/>
                  </a:lnTo>
                  <a:lnTo>
                    <a:pt x="1196637" y="1601046"/>
                  </a:lnTo>
                  <a:lnTo>
                    <a:pt x="1196621" y="1601043"/>
                  </a:lnTo>
                  <a:lnTo>
                    <a:pt x="1196607" y="1601042"/>
                  </a:lnTo>
                  <a:lnTo>
                    <a:pt x="1196600" y="1601041"/>
                  </a:lnTo>
                  <a:lnTo>
                    <a:pt x="1196594" y="1601042"/>
                  </a:lnTo>
                  <a:lnTo>
                    <a:pt x="1196587" y="1601046"/>
                  </a:lnTo>
                  <a:lnTo>
                    <a:pt x="1196577" y="1601053"/>
                  </a:lnTo>
                  <a:lnTo>
                    <a:pt x="1196571" y="1601055"/>
                  </a:lnTo>
                  <a:lnTo>
                    <a:pt x="1196563" y="1601055"/>
                  </a:lnTo>
                  <a:lnTo>
                    <a:pt x="1196528" y="1601040"/>
                  </a:lnTo>
                  <a:lnTo>
                    <a:pt x="1196506" y="1601033"/>
                  </a:lnTo>
                  <a:lnTo>
                    <a:pt x="1196492" y="1601027"/>
                  </a:lnTo>
                  <a:lnTo>
                    <a:pt x="1196481" y="1601024"/>
                  </a:lnTo>
                  <a:lnTo>
                    <a:pt x="1196466" y="1601023"/>
                  </a:lnTo>
                  <a:lnTo>
                    <a:pt x="1196450" y="1601022"/>
                  </a:lnTo>
                  <a:lnTo>
                    <a:pt x="1196433" y="1601024"/>
                  </a:lnTo>
                  <a:lnTo>
                    <a:pt x="1196421" y="1601027"/>
                  </a:lnTo>
                  <a:lnTo>
                    <a:pt x="1196396" y="1601037"/>
                  </a:lnTo>
                  <a:lnTo>
                    <a:pt x="1196387" y="1601040"/>
                  </a:lnTo>
                  <a:lnTo>
                    <a:pt x="1196379" y="1601040"/>
                  </a:lnTo>
                  <a:lnTo>
                    <a:pt x="1196369" y="1601039"/>
                  </a:lnTo>
                  <a:lnTo>
                    <a:pt x="1196354" y="1601035"/>
                  </a:lnTo>
                  <a:lnTo>
                    <a:pt x="1196343" y="1601031"/>
                  </a:lnTo>
                  <a:lnTo>
                    <a:pt x="1196334" y="1601028"/>
                  </a:lnTo>
                  <a:lnTo>
                    <a:pt x="1196326" y="1601026"/>
                  </a:lnTo>
                  <a:lnTo>
                    <a:pt x="1196316" y="1601026"/>
                  </a:lnTo>
                  <a:lnTo>
                    <a:pt x="1196307" y="1601025"/>
                  </a:lnTo>
                  <a:lnTo>
                    <a:pt x="1196297" y="1601020"/>
                  </a:lnTo>
                  <a:lnTo>
                    <a:pt x="1196288" y="1601018"/>
                  </a:lnTo>
                  <a:lnTo>
                    <a:pt x="1196275" y="1601017"/>
                  </a:lnTo>
                  <a:lnTo>
                    <a:pt x="1196221" y="1601019"/>
                  </a:lnTo>
                  <a:lnTo>
                    <a:pt x="1196208" y="1601019"/>
                  </a:lnTo>
                  <a:lnTo>
                    <a:pt x="1196201" y="1601021"/>
                  </a:lnTo>
                  <a:lnTo>
                    <a:pt x="1196186" y="1601025"/>
                  </a:lnTo>
                  <a:lnTo>
                    <a:pt x="1196161" y="1601032"/>
                  </a:lnTo>
                  <a:lnTo>
                    <a:pt x="1196149" y="1601033"/>
                  </a:lnTo>
                  <a:lnTo>
                    <a:pt x="1196137" y="1601033"/>
                  </a:lnTo>
                  <a:lnTo>
                    <a:pt x="1196129" y="1601033"/>
                  </a:lnTo>
                  <a:lnTo>
                    <a:pt x="1196122" y="1601031"/>
                  </a:lnTo>
                  <a:lnTo>
                    <a:pt x="1196115" y="1601028"/>
                  </a:lnTo>
                  <a:lnTo>
                    <a:pt x="1196108" y="1601028"/>
                  </a:lnTo>
                  <a:lnTo>
                    <a:pt x="1196102" y="1601030"/>
                  </a:lnTo>
                  <a:lnTo>
                    <a:pt x="1196092" y="1601034"/>
                  </a:lnTo>
                  <a:lnTo>
                    <a:pt x="1196083" y="1601044"/>
                  </a:lnTo>
                  <a:lnTo>
                    <a:pt x="1196070" y="1601056"/>
                  </a:lnTo>
                  <a:lnTo>
                    <a:pt x="1196057" y="1601067"/>
                  </a:lnTo>
                  <a:lnTo>
                    <a:pt x="1196041" y="1601076"/>
                  </a:lnTo>
                  <a:lnTo>
                    <a:pt x="1196014" y="1601088"/>
                  </a:lnTo>
                  <a:lnTo>
                    <a:pt x="1196005" y="1601092"/>
                  </a:lnTo>
                  <a:lnTo>
                    <a:pt x="1196001" y="1601093"/>
                  </a:lnTo>
                  <a:lnTo>
                    <a:pt x="1195967" y="1601094"/>
                  </a:lnTo>
                  <a:lnTo>
                    <a:pt x="1195954" y="1601093"/>
                  </a:lnTo>
                  <a:lnTo>
                    <a:pt x="1195936" y="1601091"/>
                  </a:lnTo>
                  <a:lnTo>
                    <a:pt x="1195923" y="1601089"/>
                  </a:lnTo>
                  <a:lnTo>
                    <a:pt x="1195900" y="1601087"/>
                  </a:lnTo>
                  <a:lnTo>
                    <a:pt x="1195892" y="1601088"/>
                  </a:lnTo>
                  <a:lnTo>
                    <a:pt x="1195875" y="1601092"/>
                  </a:lnTo>
                  <a:lnTo>
                    <a:pt x="1195845" y="1601101"/>
                  </a:lnTo>
                  <a:lnTo>
                    <a:pt x="1195839" y="1601103"/>
                  </a:lnTo>
                  <a:lnTo>
                    <a:pt x="1195821" y="1601108"/>
                  </a:lnTo>
                  <a:lnTo>
                    <a:pt x="1195791" y="1601117"/>
                  </a:lnTo>
                  <a:lnTo>
                    <a:pt x="1195785" y="1601120"/>
                  </a:lnTo>
                  <a:lnTo>
                    <a:pt x="1195763" y="1601129"/>
                  </a:lnTo>
                  <a:lnTo>
                    <a:pt x="1195733" y="1601137"/>
                  </a:lnTo>
                  <a:lnTo>
                    <a:pt x="1195719" y="1601140"/>
                  </a:lnTo>
                  <a:lnTo>
                    <a:pt x="1195703" y="1601140"/>
                  </a:lnTo>
                  <a:lnTo>
                    <a:pt x="1195690" y="1601134"/>
                  </a:lnTo>
                  <a:lnTo>
                    <a:pt x="1195675" y="1601119"/>
                  </a:lnTo>
                  <a:lnTo>
                    <a:pt x="1195671" y="1601113"/>
                  </a:lnTo>
                  <a:lnTo>
                    <a:pt x="1195636" y="1601061"/>
                  </a:lnTo>
                  <a:lnTo>
                    <a:pt x="1195634" y="1601053"/>
                  </a:lnTo>
                  <a:lnTo>
                    <a:pt x="1195624" y="1601035"/>
                  </a:lnTo>
                  <a:lnTo>
                    <a:pt x="1195622" y="1601026"/>
                  </a:lnTo>
                  <a:lnTo>
                    <a:pt x="1195616" y="1601017"/>
                  </a:lnTo>
                  <a:lnTo>
                    <a:pt x="1195605" y="1600998"/>
                  </a:lnTo>
                  <a:lnTo>
                    <a:pt x="1195591" y="1600978"/>
                  </a:lnTo>
                  <a:lnTo>
                    <a:pt x="1195583" y="1600963"/>
                  </a:lnTo>
                  <a:lnTo>
                    <a:pt x="1195568" y="1600942"/>
                  </a:lnTo>
                  <a:lnTo>
                    <a:pt x="1195562" y="1600935"/>
                  </a:lnTo>
                  <a:lnTo>
                    <a:pt x="1195557" y="1600924"/>
                  </a:lnTo>
                  <a:lnTo>
                    <a:pt x="1195554" y="1600919"/>
                  </a:lnTo>
                  <a:lnTo>
                    <a:pt x="1195550" y="1600906"/>
                  </a:lnTo>
                  <a:lnTo>
                    <a:pt x="1195545" y="1600887"/>
                  </a:lnTo>
                  <a:lnTo>
                    <a:pt x="1195538" y="1600869"/>
                  </a:lnTo>
                  <a:lnTo>
                    <a:pt x="1195536" y="1600864"/>
                  </a:lnTo>
                  <a:lnTo>
                    <a:pt x="1195530" y="1600861"/>
                  </a:lnTo>
                  <a:lnTo>
                    <a:pt x="1195525" y="1600843"/>
                  </a:lnTo>
                  <a:lnTo>
                    <a:pt x="1195518" y="1600825"/>
                  </a:lnTo>
                  <a:lnTo>
                    <a:pt x="1195512" y="1600806"/>
                  </a:lnTo>
                  <a:lnTo>
                    <a:pt x="1195502" y="1600787"/>
                  </a:lnTo>
                  <a:lnTo>
                    <a:pt x="1195495" y="1600769"/>
                  </a:lnTo>
                  <a:lnTo>
                    <a:pt x="1195493" y="1600762"/>
                  </a:lnTo>
                  <a:lnTo>
                    <a:pt x="1195493" y="1600750"/>
                  </a:lnTo>
                  <a:lnTo>
                    <a:pt x="1195492" y="1600729"/>
                  </a:lnTo>
                  <a:lnTo>
                    <a:pt x="1195490" y="1600718"/>
                  </a:lnTo>
                  <a:lnTo>
                    <a:pt x="1195486" y="1600713"/>
                  </a:lnTo>
                  <a:lnTo>
                    <a:pt x="1195498" y="1600680"/>
                  </a:lnTo>
                  <a:lnTo>
                    <a:pt x="1195499" y="1600674"/>
                  </a:lnTo>
                  <a:lnTo>
                    <a:pt x="1195497" y="1600666"/>
                  </a:lnTo>
                  <a:lnTo>
                    <a:pt x="1195481" y="1600663"/>
                  </a:lnTo>
                  <a:lnTo>
                    <a:pt x="1195464" y="1600665"/>
                  </a:lnTo>
                  <a:lnTo>
                    <a:pt x="1195446" y="1600664"/>
                  </a:lnTo>
                  <a:lnTo>
                    <a:pt x="1195438" y="1600662"/>
                  </a:lnTo>
                  <a:lnTo>
                    <a:pt x="1195428" y="1600662"/>
                  </a:lnTo>
                  <a:lnTo>
                    <a:pt x="1195420" y="1600666"/>
                  </a:lnTo>
                  <a:lnTo>
                    <a:pt x="1195410" y="1600673"/>
                  </a:lnTo>
                  <a:lnTo>
                    <a:pt x="1195402" y="1600680"/>
                  </a:lnTo>
                  <a:lnTo>
                    <a:pt x="1195393" y="1600686"/>
                  </a:lnTo>
                  <a:lnTo>
                    <a:pt x="1195382" y="1600689"/>
                  </a:lnTo>
                  <a:lnTo>
                    <a:pt x="1195375" y="1600689"/>
                  </a:lnTo>
                  <a:lnTo>
                    <a:pt x="1195357" y="1600694"/>
                  </a:lnTo>
                  <a:lnTo>
                    <a:pt x="1195348" y="1600699"/>
                  </a:lnTo>
                  <a:lnTo>
                    <a:pt x="1195340" y="1600700"/>
                  </a:lnTo>
                  <a:lnTo>
                    <a:pt x="1195322" y="1600702"/>
                  </a:lnTo>
                  <a:lnTo>
                    <a:pt x="1195304" y="1600698"/>
                  </a:lnTo>
                  <a:lnTo>
                    <a:pt x="1195287" y="1600687"/>
                  </a:lnTo>
                  <a:lnTo>
                    <a:pt x="1195270" y="1600671"/>
                  </a:lnTo>
                  <a:lnTo>
                    <a:pt x="1195265" y="1600667"/>
                  </a:lnTo>
                  <a:lnTo>
                    <a:pt x="1195238" y="1600656"/>
                  </a:lnTo>
                  <a:lnTo>
                    <a:pt x="1195234" y="1600652"/>
                  </a:lnTo>
                  <a:lnTo>
                    <a:pt x="1195216" y="1600639"/>
                  </a:lnTo>
                  <a:lnTo>
                    <a:pt x="1195208" y="1600644"/>
                  </a:lnTo>
                  <a:lnTo>
                    <a:pt x="1195200" y="1600652"/>
                  </a:lnTo>
                  <a:lnTo>
                    <a:pt x="1195189" y="1600657"/>
                  </a:lnTo>
                  <a:lnTo>
                    <a:pt x="1195181" y="1600655"/>
                  </a:lnTo>
                  <a:lnTo>
                    <a:pt x="1195177" y="1600651"/>
                  </a:lnTo>
                  <a:lnTo>
                    <a:pt x="1195173" y="1600644"/>
                  </a:lnTo>
                  <a:lnTo>
                    <a:pt x="1195168" y="1600639"/>
                  </a:lnTo>
                  <a:lnTo>
                    <a:pt x="1195156" y="1600627"/>
                  </a:lnTo>
                  <a:lnTo>
                    <a:pt x="1195154" y="1600620"/>
                  </a:lnTo>
                  <a:lnTo>
                    <a:pt x="1195155" y="1600613"/>
                  </a:lnTo>
                  <a:lnTo>
                    <a:pt x="1195155" y="1600606"/>
                  </a:lnTo>
                  <a:lnTo>
                    <a:pt x="1195147" y="1600586"/>
                  </a:lnTo>
                  <a:lnTo>
                    <a:pt x="1195152" y="1600548"/>
                  </a:lnTo>
                  <a:lnTo>
                    <a:pt x="1195152" y="1600534"/>
                  </a:lnTo>
                  <a:lnTo>
                    <a:pt x="1195149" y="1600529"/>
                  </a:lnTo>
                  <a:lnTo>
                    <a:pt x="1195142" y="1600517"/>
                  </a:lnTo>
                  <a:lnTo>
                    <a:pt x="1195119" y="1600492"/>
                  </a:lnTo>
                  <a:lnTo>
                    <a:pt x="1195103" y="1600475"/>
                  </a:lnTo>
                  <a:lnTo>
                    <a:pt x="1195089" y="1600458"/>
                  </a:lnTo>
                  <a:lnTo>
                    <a:pt x="1195079" y="1600444"/>
                  </a:lnTo>
                  <a:lnTo>
                    <a:pt x="1195057" y="1600426"/>
                  </a:lnTo>
                  <a:lnTo>
                    <a:pt x="1195039" y="1600416"/>
                  </a:lnTo>
                  <a:lnTo>
                    <a:pt x="1195022" y="1600409"/>
                  </a:lnTo>
                  <a:lnTo>
                    <a:pt x="1195004" y="1600405"/>
                  </a:lnTo>
                  <a:lnTo>
                    <a:pt x="1194986" y="1600402"/>
                  </a:lnTo>
                  <a:lnTo>
                    <a:pt x="1194969" y="1600404"/>
                  </a:lnTo>
                  <a:lnTo>
                    <a:pt x="1194933" y="1600409"/>
                  </a:lnTo>
                  <a:lnTo>
                    <a:pt x="1194915" y="1600414"/>
                  </a:lnTo>
                  <a:lnTo>
                    <a:pt x="1194880" y="1600421"/>
                  </a:lnTo>
                  <a:lnTo>
                    <a:pt x="1194862" y="1600429"/>
                  </a:lnTo>
                  <a:lnTo>
                    <a:pt x="1194847" y="1600436"/>
                  </a:lnTo>
                  <a:lnTo>
                    <a:pt x="1194827" y="1600439"/>
                  </a:lnTo>
                  <a:lnTo>
                    <a:pt x="1194811" y="1600439"/>
                  </a:lnTo>
                  <a:lnTo>
                    <a:pt x="1194792" y="1600441"/>
                  </a:lnTo>
                  <a:lnTo>
                    <a:pt x="1194774" y="1600443"/>
                  </a:lnTo>
                  <a:lnTo>
                    <a:pt x="1194756" y="1600443"/>
                  </a:lnTo>
                  <a:lnTo>
                    <a:pt x="1194738" y="1600444"/>
                  </a:lnTo>
                  <a:lnTo>
                    <a:pt x="1194721" y="1600444"/>
                  </a:lnTo>
                  <a:lnTo>
                    <a:pt x="1194703" y="1600449"/>
                  </a:lnTo>
                  <a:lnTo>
                    <a:pt x="1194684" y="1600464"/>
                  </a:lnTo>
                  <a:lnTo>
                    <a:pt x="1194670" y="1600460"/>
                  </a:lnTo>
                  <a:lnTo>
                    <a:pt x="1194652" y="1600454"/>
                  </a:lnTo>
                  <a:lnTo>
                    <a:pt x="1194635" y="1600450"/>
                  </a:lnTo>
                  <a:lnTo>
                    <a:pt x="1194617" y="1600444"/>
                  </a:lnTo>
                  <a:lnTo>
                    <a:pt x="1194599" y="1600440"/>
                  </a:lnTo>
                  <a:lnTo>
                    <a:pt x="1194564" y="1600428"/>
                  </a:lnTo>
                  <a:lnTo>
                    <a:pt x="1194546" y="1600421"/>
                  </a:lnTo>
                  <a:lnTo>
                    <a:pt x="1194528" y="1600412"/>
                  </a:lnTo>
                  <a:lnTo>
                    <a:pt x="1194511" y="1600401"/>
                  </a:lnTo>
                  <a:lnTo>
                    <a:pt x="1194493" y="1600390"/>
                  </a:lnTo>
                  <a:lnTo>
                    <a:pt x="1194475" y="1600379"/>
                  </a:lnTo>
                  <a:lnTo>
                    <a:pt x="1194458" y="1600370"/>
                  </a:lnTo>
                  <a:lnTo>
                    <a:pt x="1194447" y="1600363"/>
                  </a:lnTo>
                  <a:lnTo>
                    <a:pt x="1194440" y="1600361"/>
                  </a:lnTo>
                  <a:lnTo>
                    <a:pt x="1194422" y="1600353"/>
                  </a:lnTo>
                  <a:lnTo>
                    <a:pt x="1194405" y="1600345"/>
                  </a:lnTo>
                  <a:lnTo>
                    <a:pt x="1194387" y="1600336"/>
                  </a:lnTo>
                  <a:lnTo>
                    <a:pt x="1194369" y="1600327"/>
                  </a:lnTo>
                  <a:lnTo>
                    <a:pt x="1194351" y="1600321"/>
                  </a:lnTo>
                  <a:lnTo>
                    <a:pt x="1194333" y="1600315"/>
                  </a:lnTo>
                  <a:lnTo>
                    <a:pt x="1194307" y="1600302"/>
                  </a:lnTo>
                  <a:lnTo>
                    <a:pt x="1194297" y="1600303"/>
                  </a:lnTo>
                  <a:lnTo>
                    <a:pt x="1194279" y="1600304"/>
                  </a:lnTo>
                  <a:lnTo>
                    <a:pt x="1194261" y="1600308"/>
                  </a:lnTo>
                  <a:lnTo>
                    <a:pt x="1194252" y="1600311"/>
                  </a:lnTo>
                  <a:lnTo>
                    <a:pt x="1194246" y="1600314"/>
                  </a:lnTo>
                  <a:lnTo>
                    <a:pt x="1194224" y="1600320"/>
                  </a:lnTo>
                  <a:lnTo>
                    <a:pt x="1194208" y="1600329"/>
                  </a:lnTo>
                  <a:lnTo>
                    <a:pt x="1194192" y="1600336"/>
                  </a:lnTo>
                  <a:lnTo>
                    <a:pt x="1194172" y="1600345"/>
                  </a:lnTo>
                  <a:lnTo>
                    <a:pt x="1194140" y="1600345"/>
                  </a:lnTo>
                  <a:lnTo>
                    <a:pt x="1194106" y="1600346"/>
                  </a:lnTo>
                  <a:lnTo>
                    <a:pt x="1194080" y="1600350"/>
                  </a:lnTo>
                  <a:lnTo>
                    <a:pt x="1194054" y="1600365"/>
                  </a:lnTo>
                  <a:lnTo>
                    <a:pt x="1194023" y="1600379"/>
                  </a:lnTo>
                  <a:lnTo>
                    <a:pt x="1193999" y="1600385"/>
                  </a:lnTo>
                  <a:lnTo>
                    <a:pt x="1193968" y="1600387"/>
                  </a:lnTo>
                  <a:lnTo>
                    <a:pt x="1193940" y="1600397"/>
                  </a:lnTo>
                  <a:lnTo>
                    <a:pt x="1193923" y="1600401"/>
                  </a:lnTo>
                  <a:lnTo>
                    <a:pt x="1193907" y="1600413"/>
                  </a:lnTo>
                  <a:lnTo>
                    <a:pt x="1193894" y="1600427"/>
                  </a:lnTo>
                  <a:lnTo>
                    <a:pt x="1193882" y="1600440"/>
                  </a:lnTo>
                  <a:lnTo>
                    <a:pt x="1193865" y="1600456"/>
                  </a:lnTo>
                  <a:lnTo>
                    <a:pt x="1193783" y="1600506"/>
                  </a:lnTo>
                  <a:lnTo>
                    <a:pt x="1193747" y="1600524"/>
                  </a:lnTo>
                  <a:lnTo>
                    <a:pt x="1193710" y="1600543"/>
                  </a:lnTo>
                  <a:lnTo>
                    <a:pt x="1193674" y="1600550"/>
                  </a:lnTo>
                  <a:lnTo>
                    <a:pt x="1193639" y="1600558"/>
                  </a:lnTo>
                  <a:lnTo>
                    <a:pt x="1193588" y="1600564"/>
                  </a:lnTo>
                  <a:lnTo>
                    <a:pt x="1193531" y="1600568"/>
                  </a:lnTo>
                  <a:lnTo>
                    <a:pt x="1193485" y="1600570"/>
                  </a:lnTo>
                  <a:lnTo>
                    <a:pt x="1193442" y="1600571"/>
                  </a:lnTo>
                  <a:lnTo>
                    <a:pt x="1193406" y="1600576"/>
                  </a:lnTo>
                  <a:lnTo>
                    <a:pt x="1193380" y="1600575"/>
                  </a:lnTo>
                  <a:lnTo>
                    <a:pt x="1193360" y="1600585"/>
                  </a:lnTo>
                  <a:lnTo>
                    <a:pt x="1193350" y="1600592"/>
                  </a:lnTo>
                  <a:lnTo>
                    <a:pt x="1193332" y="1600600"/>
                  </a:lnTo>
                  <a:lnTo>
                    <a:pt x="1193315" y="1600602"/>
                  </a:lnTo>
                  <a:lnTo>
                    <a:pt x="1193300" y="1600603"/>
                  </a:lnTo>
                  <a:lnTo>
                    <a:pt x="1193279" y="1600602"/>
                  </a:lnTo>
                  <a:lnTo>
                    <a:pt x="1193252" y="1600603"/>
                  </a:lnTo>
                  <a:lnTo>
                    <a:pt x="1193243" y="1600605"/>
                  </a:lnTo>
                  <a:lnTo>
                    <a:pt x="1193226" y="1600612"/>
                  </a:lnTo>
                  <a:lnTo>
                    <a:pt x="1193214" y="1600614"/>
                  </a:lnTo>
                  <a:lnTo>
                    <a:pt x="1193207" y="1600610"/>
                  </a:lnTo>
                  <a:lnTo>
                    <a:pt x="1193189" y="1600606"/>
                  </a:lnTo>
                  <a:lnTo>
                    <a:pt x="1193171" y="1600603"/>
                  </a:lnTo>
                  <a:lnTo>
                    <a:pt x="1193156" y="1600599"/>
                  </a:lnTo>
                  <a:lnTo>
                    <a:pt x="1193136" y="1600593"/>
                  </a:lnTo>
                  <a:lnTo>
                    <a:pt x="1193118" y="1600588"/>
                  </a:lnTo>
                  <a:lnTo>
                    <a:pt x="1193104" y="1600583"/>
                  </a:lnTo>
                  <a:lnTo>
                    <a:pt x="1193073" y="1600563"/>
                  </a:lnTo>
                  <a:lnTo>
                    <a:pt x="1193069" y="1600558"/>
                  </a:lnTo>
                  <a:lnTo>
                    <a:pt x="1193051" y="1600542"/>
                  </a:lnTo>
                  <a:lnTo>
                    <a:pt x="1193018" y="1600501"/>
                  </a:lnTo>
                  <a:lnTo>
                    <a:pt x="1193011" y="1600489"/>
                  </a:lnTo>
                  <a:lnTo>
                    <a:pt x="1193010" y="1600476"/>
                  </a:lnTo>
                  <a:lnTo>
                    <a:pt x="1193006" y="1600462"/>
                  </a:lnTo>
                  <a:lnTo>
                    <a:pt x="1192998" y="1600443"/>
                  </a:lnTo>
                  <a:lnTo>
                    <a:pt x="1192989" y="1600413"/>
                  </a:lnTo>
                  <a:lnTo>
                    <a:pt x="1192986" y="1600394"/>
                  </a:lnTo>
                  <a:lnTo>
                    <a:pt x="1192980" y="1600380"/>
                  </a:lnTo>
                  <a:lnTo>
                    <a:pt x="1192969" y="1600365"/>
                  </a:lnTo>
                  <a:lnTo>
                    <a:pt x="1192959" y="1600348"/>
                  </a:lnTo>
                  <a:lnTo>
                    <a:pt x="1192945" y="1600321"/>
                  </a:lnTo>
                  <a:lnTo>
                    <a:pt x="1192925" y="1600291"/>
                  </a:lnTo>
                  <a:lnTo>
                    <a:pt x="1192911" y="1600262"/>
                  </a:lnTo>
                  <a:lnTo>
                    <a:pt x="1192895" y="1600233"/>
                  </a:lnTo>
                  <a:lnTo>
                    <a:pt x="1192884" y="1600207"/>
                  </a:lnTo>
                  <a:lnTo>
                    <a:pt x="1192882" y="1600199"/>
                  </a:lnTo>
                  <a:lnTo>
                    <a:pt x="1192876" y="1600183"/>
                  </a:lnTo>
                  <a:lnTo>
                    <a:pt x="1192835" y="1600140"/>
                  </a:lnTo>
                  <a:lnTo>
                    <a:pt x="1192826" y="1600122"/>
                  </a:lnTo>
                  <a:lnTo>
                    <a:pt x="1192825" y="1600100"/>
                  </a:lnTo>
                  <a:lnTo>
                    <a:pt x="1192830" y="1600082"/>
                  </a:lnTo>
                  <a:lnTo>
                    <a:pt x="1192832" y="1600060"/>
                  </a:lnTo>
                  <a:lnTo>
                    <a:pt x="1192828" y="1600045"/>
                  </a:lnTo>
                  <a:lnTo>
                    <a:pt x="1192824" y="1600031"/>
                  </a:lnTo>
                  <a:lnTo>
                    <a:pt x="1192819" y="1600020"/>
                  </a:lnTo>
                  <a:lnTo>
                    <a:pt x="1192818" y="1600009"/>
                  </a:lnTo>
                  <a:lnTo>
                    <a:pt x="1192813" y="1599998"/>
                  </a:lnTo>
                  <a:lnTo>
                    <a:pt x="1192804" y="1599980"/>
                  </a:lnTo>
                  <a:lnTo>
                    <a:pt x="1192797" y="1599960"/>
                  </a:lnTo>
                  <a:lnTo>
                    <a:pt x="1192789" y="1599940"/>
                  </a:lnTo>
                  <a:lnTo>
                    <a:pt x="1192788" y="1599922"/>
                  </a:lnTo>
                  <a:lnTo>
                    <a:pt x="1192783" y="1599905"/>
                  </a:lnTo>
                  <a:lnTo>
                    <a:pt x="1192771" y="1599883"/>
                  </a:lnTo>
                  <a:lnTo>
                    <a:pt x="1192758" y="1599864"/>
                  </a:lnTo>
                  <a:lnTo>
                    <a:pt x="1192748" y="1599844"/>
                  </a:lnTo>
                  <a:lnTo>
                    <a:pt x="1192735" y="1599821"/>
                  </a:lnTo>
                  <a:lnTo>
                    <a:pt x="1192726" y="1599805"/>
                  </a:lnTo>
                  <a:lnTo>
                    <a:pt x="1192723" y="1599792"/>
                  </a:lnTo>
                  <a:lnTo>
                    <a:pt x="1192720" y="1599780"/>
                  </a:lnTo>
                  <a:lnTo>
                    <a:pt x="1192710" y="1599759"/>
                  </a:lnTo>
                  <a:lnTo>
                    <a:pt x="1192702" y="1599744"/>
                  </a:lnTo>
                  <a:lnTo>
                    <a:pt x="1192693" y="1599734"/>
                  </a:lnTo>
                  <a:lnTo>
                    <a:pt x="1192679" y="1599728"/>
                  </a:lnTo>
                  <a:lnTo>
                    <a:pt x="1192667" y="1599727"/>
                  </a:lnTo>
                  <a:lnTo>
                    <a:pt x="1192645" y="1599725"/>
                  </a:lnTo>
                  <a:lnTo>
                    <a:pt x="1192622" y="1599718"/>
                  </a:lnTo>
                  <a:lnTo>
                    <a:pt x="1192601" y="1599705"/>
                  </a:lnTo>
                  <a:lnTo>
                    <a:pt x="1192580" y="1599686"/>
                  </a:lnTo>
                  <a:lnTo>
                    <a:pt x="1192562" y="1599667"/>
                  </a:lnTo>
                  <a:lnTo>
                    <a:pt x="1192548" y="1599647"/>
                  </a:lnTo>
                  <a:lnTo>
                    <a:pt x="1192538" y="1599645"/>
                  </a:lnTo>
                  <a:lnTo>
                    <a:pt x="1192523" y="1599643"/>
                  </a:lnTo>
                  <a:lnTo>
                    <a:pt x="1192511" y="1599646"/>
                  </a:lnTo>
                  <a:lnTo>
                    <a:pt x="1192498" y="1599655"/>
                  </a:lnTo>
                  <a:lnTo>
                    <a:pt x="1192462" y="1599685"/>
                  </a:lnTo>
                  <a:lnTo>
                    <a:pt x="1192448" y="1599694"/>
                  </a:lnTo>
                  <a:lnTo>
                    <a:pt x="1192440" y="1599691"/>
                  </a:lnTo>
                  <a:lnTo>
                    <a:pt x="1192429" y="1599681"/>
                  </a:lnTo>
                  <a:lnTo>
                    <a:pt x="1192414" y="1599670"/>
                  </a:lnTo>
                  <a:lnTo>
                    <a:pt x="1192394" y="1599662"/>
                  </a:lnTo>
                  <a:lnTo>
                    <a:pt x="1192368" y="1599658"/>
                  </a:lnTo>
                  <a:lnTo>
                    <a:pt x="1192340" y="1599654"/>
                  </a:lnTo>
                  <a:lnTo>
                    <a:pt x="1192324" y="1599653"/>
                  </a:lnTo>
                  <a:lnTo>
                    <a:pt x="1192314" y="1599634"/>
                  </a:lnTo>
                  <a:lnTo>
                    <a:pt x="1192301" y="1599628"/>
                  </a:lnTo>
                  <a:lnTo>
                    <a:pt x="1192279" y="1599615"/>
                  </a:lnTo>
                  <a:lnTo>
                    <a:pt x="1192248" y="1599603"/>
                  </a:lnTo>
                  <a:lnTo>
                    <a:pt x="1192222" y="1599598"/>
                  </a:lnTo>
                  <a:lnTo>
                    <a:pt x="1192207" y="1599607"/>
                  </a:lnTo>
                  <a:lnTo>
                    <a:pt x="1192181" y="1599624"/>
                  </a:lnTo>
                  <a:lnTo>
                    <a:pt x="1192157" y="1599627"/>
                  </a:lnTo>
                  <a:lnTo>
                    <a:pt x="1192134" y="1599626"/>
                  </a:lnTo>
                  <a:lnTo>
                    <a:pt x="1192116" y="1599630"/>
                  </a:lnTo>
                  <a:lnTo>
                    <a:pt x="1192095" y="1599641"/>
                  </a:lnTo>
                  <a:lnTo>
                    <a:pt x="1192062" y="1599652"/>
                  </a:lnTo>
                  <a:lnTo>
                    <a:pt x="1192052" y="1599650"/>
                  </a:lnTo>
                  <a:lnTo>
                    <a:pt x="1192043" y="1599645"/>
                  </a:lnTo>
                  <a:lnTo>
                    <a:pt x="1192038" y="1599637"/>
                  </a:lnTo>
                  <a:lnTo>
                    <a:pt x="1192027" y="1599607"/>
                  </a:lnTo>
                  <a:lnTo>
                    <a:pt x="1192013" y="1599572"/>
                  </a:lnTo>
                  <a:lnTo>
                    <a:pt x="1191998" y="1599526"/>
                  </a:lnTo>
                  <a:lnTo>
                    <a:pt x="1191985" y="1599492"/>
                  </a:lnTo>
                  <a:lnTo>
                    <a:pt x="1191982" y="1599469"/>
                  </a:lnTo>
                  <a:lnTo>
                    <a:pt x="1191985" y="1599445"/>
                  </a:lnTo>
                  <a:lnTo>
                    <a:pt x="1191989" y="1599423"/>
                  </a:lnTo>
                  <a:lnTo>
                    <a:pt x="1191999" y="1599407"/>
                  </a:lnTo>
                  <a:lnTo>
                    <a:pt x="1192014" y="1599391"/>
                  </a:lnTo>
                  <a:lnTo>
                    <a:pt x="1192043" y="1599370"/>
                  </a:lnTo>
                  <a:lnTo>
                    <a:pt x="1192061" y="1599353"/>
                  </a:lnTo>
                  <a:lnTo>
                    <a:pt x="1192073" y="1599334"/>
                  </a:lnTo>
                  <a:lnTo>
                    <a:pt x="1192083" y="1599315"/>
                  </a:lnTo>
                  <a:lnTo>
                    <a:pt x="1192114" y="1599274"/>
                  </a:lnTo>
                  <a:lnTo>
                    <a:pt x="1192130" y="1599250"/>
                  </a:lnTo>
                  <a:lnTo>
                    <a:pt x="1192140" y="1599233"/>
                  </a:lnTo>
                  <a:lnTo>
                    <a:pt x="1192155" y="1599208"/>
                  </a:lnTo>
                  <a:lnTo>
                    <a:pt x="1192171" y="1599180"/>
                  </a:lnTo>
                  <a:lnTo>
                    <a:pt x="1192189" y="1599153"/>
                  </a:lnTo>
                  <a:lnTo>
                    <a:pt x="1192211" y="1599134"/>
                  </a:lnTo>
                  <a:lnTo>
                    <a:pt x="1192225" y="1599123"/>
                  </a:lnTo>
                  <a:lnTo>
                    <a:pt x="1192246" y="1599107"/>
                  </a:lnTo>
                  <a:lnTo>
                    <a:pt x="1192267" y="1599094"/>
                  </a:lnTo>
                  <a:lnTo>
                    <a:pt x="1192312" y="1599076"/>
                  </a:lnTo>
                  <a:lnTo>
                    <a:pt x="1192335" y="1599070"/>
                  </a:lnTo>
                  <a:lnTo>
                    <a:pt x="1192344" y="1599071"/>
                  </a:lnTo>
                  <a:lnTo>
                    <a:pt x="1192368" y="1599079"/>
                  </a:lnTo>
                  <a:lnTo>
                    <a:pt x="1192401" y="1599095"/>
                  </a:lnTo>
                  <a:lnTo>
                    <a:pt x="1192423" y="1599103"/>
                  </a:lnTo>
                  <a:lnTo>
                    <a:pt x="1192462" y="1599107"/>
                  </a:lnTo>
                  <a:lnTo>
                    <a:pt x="1192480" y="1599111"/>
                  </a:lnTo>
                  <a:lnTo>
                    <a:pt x="1192513" y="1599125"/>
                  </a:lnTo>
                  <a:lnTo>
                    <a:pt x="1192540" y="1599139"/>
                  </a:lnTo>
                  <a:lnTo>
                    <a:pt x="1192565" y="1599147"/>
                  </a:lnTo>
                  <a:lnTo>
                    <a:pt x="1192592" y="1599157"/>
                  </a:lnTo>
                  <a:lnTo>
                    <a:pt x="1192615" y="1599176"/>
                  </a:lnTo>
                  <a:lnTo>
                    <a:pt x="1192652" y="1599205"/>
                  </a:lnTo>
                  <a:lnTo>
                    <a:pt x="1192685" y="1599228"/>
                  </a:lnTo>
                  <a:lnTo>
                    <a:pt x="1192719" y="1599245"/>
                  </a:lnTo>
                  <a:lnTo>
                    <a:pt x="1192743" y="1599248"/>
                  </a:lnTo>
                  <a:lnTo>
                    <a:pt x="1192757" y="1599243"/>
                  </a:lnTo>
                  <a:lnTo>
                    <a:pt x="1192776" y="1599231"/>
                  </a:lnTo>
                  <a:lnTo>
                    <a:pt x="1192790" y="1599220"/>
                  </a:lnTo>
                  <a:lnTo>
                    <a:pt x="1192804" y="1599197"/>
                  </a:lnTo>
                  <a:lnTo>
                    <a:pt x="1192819" y="1599173"/>
                  </a:lnTo>
                  <a:lnTo>
                    <a:pt x="1192835" y="1599156"/>
                  </a:lnTo>
                  <a:lnTo>
                    <a:pt x="1192858" y="1599139"/>
                  </a:lnTo>
                  <a:lnTo>
                    <a:pt x="1192873" y="1599122"/>
                  </a:lnTo>
                  <a:lnTo>
                    <a:pt x="1192886" y="1599104"/>
                  </a:lnTo>
                  <a:lnTo>
                    <a:pt x="1192904" y="1599078"/>
                  </a:lnTo>
                  <a:lnTo>
                    <a:pt x="1192926" y="1599062"/>
                  </a:lnTo>
                  <a:lnTo>
                    <a:pt x="1192948" y="1599045"/>
                  </a:lnTo>
                  <a:lnTo>
                    <a:pt x="1192962" y="1599025"/>
                  </a:lnTo>
                  <a:lnTo>
                    <a:pt x="1192971" y="1599001"/>
                  </a:lnTo>
                  <a:lnTo>
                    <a:pt x="1192984" y="1598983"/>
                  </a:lnTo>
                  <a:lnTo>
                    <a:pt x="1193001" y="1598964"/>
                  </a:lnTo>
                  <a:lnTo>
                    <a:pt x="1193010" y="1598946"/>
                  </a:lnTo>
                  <a:lnTo>
                    <a:pt x="1193027" y="1598924"/>
                  </a:lnTo>
                  <a:lnTo>
                    <a:pt x="1193060" y="1598894"/>
                  </a:lnTo>
                  <a:lnTo>
                    <a:pt x="1193071" y="1598882"/>
                  </a:lnTo>
                  <a:lnTo>
                    <a:pt x="1193073" y="1598862"/>
                  </a:lnTo>
                  <a:lnTo>
                    <a:pt x="1193072" y="1598825"/>
                  </a:lnTo>
                  <a:lnTo>
                    <a:pt x="1193075" y="1598800"/>
                  </a:lnTo>
                  <a:lnTo>
                    <a:pt x="1193081" y="1598787"/>
                  </a:lnTo>
                  <a:lnTo>
                    <a:pt x="1193084" y="1598773"/>
                  </a:lnTo>
                  <a:lnTo>
                    <a:pt x="1193087" y="1598756"/>
                  </a:lnTo>
                  <a:lnTo>
                    <a:pt x="1193094" y="1598747"/>
                  </a:lnTo>
                  <a:lnTo>
                    <a:pt x="1193115" y="1598738"/>
                  </a:lnTo>
                  <a:lnTo>
                    <a:pt x="1193130" y="1598722"/>
                  </a:lnTo>
                  <a:lnTo>
                    <a:pt x="1193142" y="1598700"/>
                  </a:lnTo>
                  <a:lnTo>
                    <a:pt x="1193150" y="1598677"/>
                  </a:lnTo>
                  <a:lnTo>
                    <a:pt x="1193153" y="1598644"/>
                  </a:lnTo>
                  <a:lnTo>
                    <a:pt x="1193149" y="1598614"/>
                  </a:lnTo>
                  <a:lnTo>
                    <a:pt x="1193148" y="1598587"/>
                  </a:lnTo>
                  <a:lnTo>
                    <a:pt x="1193148" y="1598563"/>
                  </a:lnTo>
                  <a:lnTo>
                    <a:pt x="1193151" y="1598544"/>
                  </a:lnTo>
                  <a:lnTo>
                    <a:pt x="1193165" y="1598514"/>
                  </a:lnTo>
                  <a:lnTo>
                    <a:pt x="1193187" y="1598475"/>
                  </a:lnTo>
                  <a:lnTo>
                    <a:pt x="1193201" y="1598445"/>
                  </a:lnTo>
                  <a:lnTo>
                    <a:pt x="1193208" y="1598414"/>
                  </a:lnTo>
                  <a:lnTo>
                    <a:pt x="1193216" y="1598386"/>
                  </a:lnTo>
                  <a:lnTo>
                    <a:pt x="1193227" y="1598367"/>
                  </a:lnTo>
                  <a:lnTo>
                    <a:pt x="1193243" y="1598352"/>
                  </a:lnTo>
                  <a:lnTo>
                    <a:pt x="1193260" y="1598338"/>
                  </a:lnTo>
                  <a:lnTo>
                    <a:pt x="1193276" y="1598311"/>
                  </a:lnTo>
                  <a:lnTo>
                    <a:pt x="1193275" y="1598295"/>
                  </a:lnTo>
                  <a:lnTo>
                    <a:pt x="1193263" y="1598274"/>
                  </a:lnTo>
                  <a:lnTo>
                    <a:pt x="1193242" y="1598251"/>
                  </a:lnTo>
                  <a:lnTo>
                    <a:pt x="1193234" y="1598229"/>
                  </a:lnTo>
                  <a:lnTo>
                    <a:pt x="1193238" y="1598217"/>
                  </a:lnTo>
                  <a:lnTo>
                    <a:pt x="1193247" y="1598213"/>
                  </a:lnTo>
                  <a:lnTo>
                    <a:pt x="1193266" y="1598213"/>
                  </a:lnTo>
                  <a:lnTo>
                    <a:pt x="1193281" y="1598207"/>
                  </a:lnTo>
                  <a:lnTo>
                    <a:pt x="1193292" y="1598195"/>
                  </a:lnTo>
                  <a:lnTo>
                    <a:pt x="1193305" y="1598178"/>
                  </a:lnTo>
                  <a:lnTo>
                    <a:pt x="1193315" y="1598153"/>
                  </a:lnTo>
                  <a:lnTo>
                    <a:pt x="1193322" y="1598137"/>
                  </a:lnTo>
                  <a:lnTo>
                    <a:pt x="1193350" y="1598110"/>
                  </a:lnTo>
                  <a:lnTo>
                    <a:pt x="1193369" y="1598092"/>
                  </a:lnTo>
                  <a:lnTo>
                    <a:pt x="1193389" y="1598077"/>
                  </a:lnTo>
                  <a:lnTo>
                    <a:pt x="1193400" y="1598059"/>
                  </a:lnTo>
                  <a:lnTo>
                    <a:pt x="1193400" y="1598050"/>
                  </a:lnTo>
                  <a:lnTo>
                    <a:pt x="1193394" y="1598025"/>
                  </a:lnTo>
                  <a:lnTo>
                    <a:pt x="1193389" y="1598013"/>
                  </a:lnTo>
                  <a:lnTo>
                    <a:pt x="1193388" y="1598005"/>
                  </a:lnTo>
                  <a:lnTo>
                    <a:pt x="1193389" y="1597986"/>
                  </a:lnTo>
                  <a:lnTo>
                    <a:pt x="1193394" y="1597973"/>
                  </a:lnTo>
                  <a:lnTo>
                    <a:pt x="1193398" y="1597968"/>
                  </a:lnTo>
                  <a:lnTo>
                    <a:pt x="1193419" y="1597931"/>
                  </a:lnTo>
                  <a:lnTo>
                    <a:pt x="1193424" y="1597922"/>
                  </a:lnTo>
                  <a:lnTo>
                    <a:pt x="1193426" y="1597912"/>
                  </a:lnTo>
                  <a:lnTo>
                    <a:pt x="1193429" y="1597901"/>
                  </a:lnTo>
                  <a:lnTo>
                    <a:pt x="1193429" y="1597893"/>
                  </a:lnTo>
                  <a:lnTo>
                    <a:pt x="1193431" y="1597875"/>
                  </a:lnTo>
                  <a:lnTo>
                    <a:pt x="1193431" y="1597857"/>
                  </a:lnTo>
                  <a:lnTo>
                    <a:pt x="1193426" y="1597843"/>
                  </a:lnTo>
                  <a:lnTo>
                    <a:pt x="1193422" y="1597838"/>
                  </a:lnTo>
                  <a:lnTo>
                    <a:pt x="1193421" y="1597832"/>
                  </a:lnTo>
                  <a:lnTo>
                    <a:pt x="1193407" y="1597804"/>
                  </a:lnTo>
                  <a:lnTo>
                    <a:pt x="1193404" y="1597799"/>
                  </a:lnTo>
                  <a:lnTo>
                    <a:pt x="1193404" y="1597780"/>
                  </a:lnTo>
                  <a:lnTo>
                    <a:pt x="1193406" y="1597772"/>
                  </a:lnTo>
                  <a:lnTo>
                    <a:pt x="1193411" y="1597758"/>
                  </a:lnTo>
                  <a:lnTo>
                    <a:pt x="1193426" y="1597741"/>
                  </a:lnTo>
                  <a:lnTo>
                    <a:pt x="1193442" y="1597719"/>
                  </a:lnTo>
                  <a:lnTo>
                    <a:pt x="1193449" y="1597708"/>
                  </a:lnTo>
                  <a:lnTo>
                    <a:pt x="1193463" y="1597679"/>
                  </a:lnTo>
                  <a:lnTo>
                    <a:pt x="1193465" y="1597673"/>
                  </a:lnTo>
                  <a:lnTo>
                    <a:pt x="1193467" y="1597655"/>
                  </a:lnTo>
                  <a:lnTo>
                    <a:pt x="1193468" y="1597636"/>
                  </a:lnTo>
                  <a:lnTo>
                    <a:pt x="1193470" y="1597617"/>
                  </a:lnTo>
                  <a:lnTo>
                    <a:pt x="1193475" y="1597599"/>
                  </a:lnTo>
                  <a:lnTo>
                    <a:pt x="1193480" y="1597580"/>
                  </a:lnTo>
                  <a:lnTo>
                    <a:pt x="1193478" y="1597562"/>
                  </a:lnTo>
                  <a:lnTo>
                    <a:pt x="1193474" y="1597543"/>
                  </a:lnTo>
                  <a:lnTo>
                    <a:pt x="1193474" y="1597534"/>
                  </a:lnTo>
                  <a:lnTo>
                    <a:pt x="1193462" y="1597506"/>
                  </a:lnTo>
                  <a:lnTo>
                    <a:pt x="1193457" y="1597498"/>
                  </a:lnTo>
                  <a:lnTo>
                    <a:pt x="1193457" y="1597488"/>
                  </a:lnTo>
                  <a:lnTo>
                    <a:pt x="1193456" y="1597475"/>
                  </a:lnTo>
                  <a:lnTo>
                    <a:pt x="1193448" y="1597471"/>
                  </a:lnTo>
                  <a:lnTo>
                    <a:pt x="1193440" y="1597473"/>
                  </a:lnTo>
                  <a:lnTo>
                    <a:pt x="1193432" y="1597473"/>
                  </a:lnTo>
                  <a:lnTo>
                    <a:pt x="1193418" y="1597468"/>
                  </a:lnTo>
                  <a:lnTo>
                    <a:pt x="1193414" y="1597464"/>
                  </a:lnTo>
                  <a:lnTo>
                    <a:pt x="1193397" y="1597451"/>
                  </a:lnTo>
                  <a:lnTo>
                    <a:pt x="1193361" y="1597427"/>
                  </a:lnTo>
                  <a:lnTo>
                    <a:pt x="1193352" y="1597419"/>
                  </a:lnTo>
                  <a:lnTo>
                    <a:pt x="1193344" y="1597415"/>
                  </a:lnTo>
                  <a:lnTo>
                    <a:pt x="1193325" y="1597414"/>
                  </a:lnTo>
                  <a:lnTo>
                    <a:pt x="1193292" y="1597413"/>
                  </a:lnTo>
                  <a:lnTo>
                    <a:pt x="1193281" y="1597411"/>
                  </a:lnTo>
                  <a:lnTo>
                    <a:pt x="1193272" y="1597407"/>
                  </a:lnTo>
                  <a:lnTo>
                    <a:pt x="1193259" y="1597402"/>
                  </a:lnTo>
                  <a:lnTo>
                    <a:pt x="1193255" y="1597398"/>
                  </a:lnTo>
                  <a:lnTo>
                    <a:pt x="1193237" y="1597386"/>
                  </a:lnTo>
                  <a:lnTo>
                    <a:pt x="1193219" y="1597380"/>
                  </a:lnTo>
                  <a:lnTo>
                    <a:pt x="1193202" y="1597375"/>
                  </a:lnTo>
                  <a:lnTo>
                    <a:pt x="1193184" y="1597371"/>
                  </a:lnTo>
                  <a:lnTo>
                    <a:pt x="1193166" y="1597368"/>
                  </a:lnTo>
                  <a:lnTo>
                    <a:pt x="1193158" y="1597365"/>
                  </a:lnTo>
                  <a:lnTo>
                    <a:pt x="1193148" y="1597365"/>
                  </a:lnTo>
                  <a:lnTo>
                    <a:pt x="1193131" y="1597362"/>
                  </a:lnTo>
                  <a:lnTo>
                    <a:pt x="1193113" y="1597359"/>
                  </a:lnTo>
                  <a:lnTo>
                    <a:pt x="1193095" y="1597355"/>
                  </a:lnTo>
                  <a:lnTo>
                    <a:pt x="1193078" y="1597350"/>
                  </a:lnTo>
                  <a:lnTo>
                    <a:pt x="1193060" y="1597346"/>
                  </a:lnTo>
                  <a:lnTo>
                    <a:pt x="1193052" y="1597343"/>
                  </a:lnTo>
                  <a:lnTo>
                    <a:pt x="1193042" y="1597343"/>
                  </a:lnTo>
                  <a:lnTo>
                    <a:pt x="1193032" y="1597342"/>
                  </a:lnTo>
                  <a:lnTo>
                    <a:pt x="1193025" y="1597343"/>
                  </a:lnTo>
                  <a:lnTo>
                    <a:pt x="1193016" y="1597346"/>
                  </a:lnTo>
                  <a:lnTo>
                    <a:pt x="1193001" y="1597346"/>
                  </a:lnTo>
                  <a:lnTo>
                    <a:pt x="1192990" y="1597341"/>
                  </a:lnTo>
                  <a:lnTo>
                    <a:pt x="1192977" y="1597324"/>
                  </a:lnTo>
                  <a:lnTo>
                    <a:pt x="1192972" y="1597303"/>
                  </a:lnTo>
                  <a:lnTo>
                    <a:pt x="1192970" y="1597284"/>
                  </a:lnTo>
                  <a:lnTo>
                    <a:pt x="1192965" y="1597266"/>
                  </a:lnTo>
                  <a:lnTo>
                    <a:pt x="1192958" y="1597247"/>
                  </a:lnTo>
                  <a:lnTo>
                    <a:pt x="1192956" y="1597241"/>
                  </a:lnTo>
                  <a:lnTo>
                    <a:pt x="1192956" y="1597234"/>
                  </a:lnTo>
                  <a:lnTo>
                    <a:pt x="1192958" y="1597229"/>
                  </a:lnTo>
                  <a:lnTo>
                    <a:pt x="1192959" y="1597224"/>
                  </a:lnTo>
                  <a:lnTo>
                    <a:pt x="1192968" y="1597210"/>
                  </a:lnTo>
                  <a:lnTo>
                    <a:pt x="1192976" y="1597194"/>
                  </a:lnTo>
                  <a:lnTo>
                    <a:pt x="1192981" y="1597173"/>
                  </a:lnTo>
                  <a:lnTo>
                    <a:pt x="1192980" y="1597155"/>
                  </a:lnTo>
                  <a:lnTo>
                    <a:pt x="1192983" y="1597136"/>
                  </a:lnTo>
                  <a:lnTo>
                    <a:pt x="1192984" y="1597127"/>
                  </a:lnTo>
                  <a:lnTo>
                    <a:pt x="1192994" y="1597094"/>
                  </a:lnTo>
                  <a:lnTo>
                    <a:pt x="1192998" y="1597076"/>
                  </a:lnTo>
                  <a:lnTo>
                    <a:pt x="1192999" y="1597065"/>
                  </a:lnTo>
                  <a:lnTo>
                    <a:pt x="1192992" y="1597059"/>
                  </a:lnTo>
                  <a:lnTo>
                    <a:pt x="1192981" y="1597055"/>
                  </a:lnTo>
                  <a:lnTo>
                    <a:pt x="1192964" y="1597046"/>
                  </a:lnTo>
                  <a:lnTo>
                    <a:pt x="1192953" y="1597038"/>
                  </a:lnTo>
                  <a:lnTo>
                    <a:pt x="1192950" y="1597031"/>
                  </a:lnTo>
                  <a:lnTo>
                    <a:pt x="1192948" y="1597025"/>
                  </a:lnTo>
                  <a:lnTo>
                    <a:pt x="1192947" y="1597012"/>
                  </a:lnTo>
                  <a:lnTo>
                    <a:pt x="1192947" y="1596993"/>
                  </a:lnTo>
                  <a:lnTo>
                    <a:pt x="1192943" y="1596974"/>
                  </a:lnTo>
                  <a:lnTo>
                    <a:pt x="1192943" y="1596956"/>
                  </a:lnTo>
                  <a:lnTo>
                    <a:pt x="1192942" y="1596938"/>
                  </a:lnTo>
                  <a:lnTo>
                    <a:pt x="1192940" y="1596919"/>
                  </a:lnTo>
                  <a:lnTo>
                    <a:pt x="1192943" y="1596903"/>
                  </a:lnTo>
                  <a:lnTo>
                    <a:pt x="1192948" y="1596896"/>
                  </a:lnTo>
                  <a:lnTo>
                    <a:pt x="1192961" y="1596892"/>
                  </a:lnTo>
                  <a:lnTo>
                    <a:pt x="1192979" y="1596890"/>
                  </a:lnTo>
                  <a:lnTo>
                    <a:pt x="1192988" y="1596890"/>
                  </a:lnTo>
                  <a:lnTo>
                    <a:pt x="1192996" y="1596883"/>
                  </a:lnTo>
                  <a:lnTo>
                    <a:pt x="1193007" y="1596874"/>
                  </a:lnTo>
                  <a:lnTo>
                    <a:pt x="1193014" y="1596872"/>
                  </a:lnTo>
                  <a:lnTo>
                    <a:pt x="1193021" y="1596870"/>
                  </a:lnTo>
                  <a:lnTo>
                    <a:pt x="1193032" y="1596871"/>
                  </a:lnTo>
                  <a:lnTo>
                    <a:pt x="1193050" y="1596870"/>
                  </a:lnTo>
                  <a:lnTo>
                    <a:pt x="1193065" y="1596866"/>
                  </a:lnTo>
                  <a:lnTo>
                    <a:pt x="1193085" y="1596856"/>
                  </a:lnTo>
                  <a:lnTo>
                    <a:pt x="1193103" y="1596853"/>
                  </a:lnTo>
                  <a:lnTo>
                    <a:pt x="1193120" y="1596848"/>
                  </a:lnTo>
                  <a:lnTo>
                    <a:pt x="1193158" y="1596834"/>
                  </a:lnTo>
                  <a:lnTo>
                    <a:pt x="1193159" y="1596819"/>
                  </a:lnTo>
                  <a:lnTo>
                    <a:pt x="1193153" y="1596803"/>
                  </a:lnTo>
                  <a:lnTo>
                    <a:pt x="1193148" y="1596782"/>
                  </a:lnTo>
                  <a:lnTo>
                    <a:pt x="1193147" y="1596764"/>
                  </a:lnTo>
                  <a:lnTo>
                    <a:pt x="1193150" y="1596727"/>
                  </a:lnTo>
                  <a:lnTo>
                    <a:pt x="1193152" y="1596708"/>
                  </a:lnTo>
                  <a:lnTo>
                    <a:pt x="1193155" y="1596690"/>
                  </a:lnTo>
                  <a:lnTo>
                    <a:pt x="1193159" y="1596679"/>
                  </a:lnTo>
                  <a:lnTo>
                    <a:pt x="1193159" y="1596671"/>
                  </a:lnTo>
                  <a:lnTo>
                    <a:pt x="1193165" y="1596652"/>
                  </a:lnTo>
                  <a:lnTo>
                    <a:pt x="1193167" y="1596643"/>
                  </a:lnTo>
                  <a:lnTo>
                    <a:pt x="1193165" y="1596612"/>
                  </a:lnTo>
                  <a:lnTo>
                    <a:pt x="1193166" y="1596602"/>
                  </a:lnTo>
                  <a:lnTo>
                    <a:pt x="1193172" y="1596593"/>
                  </a:lnTo>
                  <a:lnTo>
                    <a:pt x="1193180" y="1596581"/>
                  </a:lnTo>
                  <a:lnTo>
                    <a:pt x="1193181" y="1596575"/>
                  </a:lnTo>
                  <a:lnTo>
                    <a:pt x="1193186" y="1596538"/>
                  </a:lnTo>
                  <a:lnTo>
                    <a:pt x="1193187" y="1596519"/>
                  </a:lnTo>
                  <a:lnTo>
                    <a:pt x="1193188" y="1596501"/>
                  </a:lnTo>
                  <a:lnTo>
                    <a:pt x="1193192" y="1596482"/>
                  </a:lnTo>
                  <a:lnTo>
                    <a:pt x="1193192" y="1596471"/>
                  </a:lnTo>
                  <a:lnTo>
                    <a:pt x="1193196" y="1596464"/>
                  </a:lnTo>
                  <a:lnTo>
                    <a:pt x="1193201" y="1596451"/>
                  </a:lnTo>
                  <a:lnTo>
                    <a:pt x="1193207" y="1596447"/>
                  </a:lnTo>
                  <a:lnTo>
                    <a:pt x="1193235" y="1596417"/>
                  </a:lnTo>
                  <a:lnTo>
                    <a:pt x="1193240" y="1596414"/>
                  </a:lnTo>
                  <a:lnTo>
                    <a:pt x="1193257" y="1596398"/>
                  </a:lnTo>
                  <a:lnTo>
                    <a:pt x="1193263" y="1596386"/>
                  </a:lnTo>
                  <a:lnTo>
                    <a:pt x="1193262" y="1596380"/>
                  </a:lnTo>
                  <a:lnTo>
                    <a:pt x="1193256" y="1596371"/>
                  </a:lnTo>
                  <a:lnTo>
                    <a:pt x="1193234" y="1596346"/>
                  </a:lnTo>
                  <a:lnTo>
                    <a:pt x="1193222" y="1596329"/>
                  </a:lnTo>
                  <a:lnTo>
                    <a:pt x="1193216" y="1596310"/>
                  </a:lnTo>
                  <a:lnTo>
                    <a:pt x="1193213" y="1596291"/>
                  </a:lnTo>
                  <a:lnTo>
                    <a:pt x="1193213" y="1596280"/>
                  </a:lnTo>
                  <a:lnTo>
                    <a:pt x="1193215" y="1596273"/>
                  </a:lnTo>
                  <a:lnTo>
                    <a:pt x="1193219" y="1596254"/>
                  </a:lnTo>
                  <a:lnTo>
                    <a:pt x="1193222" y="1596236"/>
                  </a:lnTo>
                  <a:lnTo>
                    <a:pt x="1193220" y="1596217"/>
                  </a:lnTo>
                  <a:lnTo>
                    <a:pt x="1193216" y="1596198"/>
                  </a:lnTo>
                  <a:lnTo>
                    <a:pt x="1193217" y="1596186"/>
                  </a:lnTo>
                  <a:lnTo>
                    <a:pt x="1193222" y="1596180"/>
                  </a:lnTo>
                  <a:lnTo>
                    <a:pt x="1193239" y="1596168"/>
                  </a:lnTo>
                  <a:lnTo>
                    <a:pt x="1193256" y="1596150"/>
                  </a:lnTo>
                  <a:lnTo>
                    <a:pt x="1193268" y="1596132"/>
                  </a:lnTo>
                  <a:lnTo>
                    <a:pt x="1193276" y="1596113"/>
                  </a:lnTo>
                  <a:lnTo>
                    <a:pt x="1193278" y="1596105"/>
                  </a:lnTo>
                  <a:lnTo>
                    <a:pt x="1193278" y="1596095"/>
                  </a:lnTo>
                  <a:lnTo>
                    <a:pt x="1193277" y="1596076"/>
                  </a:lnTo>
                  <a:lnTo>
                    <a:pt x="1193273" y="1596059"/>
                  </a:lnTo>
                  <a:lnTo>
                    <a:pt x="1193261" y="1596040"/>
                  </a:lnTo>
                  <a:lnTo>
                    <a:pt x="1193244" y="1596026"/>
                  </a:lnTo>
                  <a:lnTo>
                    <a:pt x="1193226" y="1596014"/>
                  </a:lnTo>
                  <a:lnTo>
                    <a:pt x="1193191" y="1595989"/>
                  </a:lnTo>
                  <a:lnTo>
                    <a:pt x="1193174" y="1595973"/>
                  </a:lnTo>
                  <a:lnTo>
                    <a:pt x="1193157" y="1595958"/>
                  </a:lnTo>
                  <a:lnTo>
                    <a:pt x="1193147" y="1595952"/>
                  </a:lnTo>
                  <a:lnTo>
                    <a:pt x="1193140" y="1595949"/>
                  </a:lnTo>
                  <a:lnTo>
                    <a:pt x="1193115" y="1595938"/>
                  </a:lnTo>
                  <a:lnTo>
                    <a:pt x="1193107" y="1595931"/>
                  </a:lnTo>
                  <a:lnTo>
                    <a:pt x="1193089" y="1595919"/>
                  </a:lnTo>
                  <a:lnTo>
                    <a:pt x="1193075" y="1595917"/>
                  </a:lnTo>
                  <a:lnTo>
                    <a:pt x="1193069" y="1595914"/>
                  </a:lnTo>
                  <a:lnTo>
                    <a:pt x="1193053" y="1595907"/>
                  </a:lnTo>
                  <a:lnTo>
                    <a:pt x="1193036" y="1595903"/>
                  </a:lnTo>
                  <a:lnTo>
                    <a:pt x="1193029" y="1595902"/>
                  </a:lnTo>
                  <a:lnTo>
                    <a:pt x="1193018" y="1595903"/>
                  </a:lnTo>
                  <a:lnTo>
                    <a:pt x="1193007" y="1595902"/>
                  </a:lnTo>
                  <a:lnTo>
                    <a:pt x="1193009" y="1595895"/>
                  </a:lnTo>
                  <a:lnTo>
                    <a:pt x="1193013" y="1595882"/>
                  </a:lnTo>
                  <a:lnTo>
                    <a:pt x="1193018" y="1595876"/>
                  </a:lnTo>
                  <a:lnTo>
                    <a:pt x="1193025" y="1595864"/>
                  </a:lnTo>
                  <a:lnTo>
                    <a:pt x="1193026" y="1595858"/>
                  </a:lnTo>
                  <a:lnTo>
                    <a:pt x="1193028" y="1595853"/>
                  </a:lnTo>
                  <a:lnTo>
                    <a:pt x="1193030" y="1595839"/>
                  </a:lnTo>
                  <a:lnTo>
                    <a:pt x="1193028" y="1595821"/>
                  </a:lnTo>
                  <a:lnTo>
                    <a:pt x="1193026" y="1595802"/>
                  </a:lnTo>
                  <a:lnTo>
                    <a:pt x="1193022" y="1595783"/>
                  </a:lnTo>
                  <a:lnTo>
                    <a:pt x="1193019" y="1595765"/>
                  </a:lnTo>
                  <a:lnTo>
                    <a:pt x="1193017" y="1595747"/>
                  </a:lnTo>
                  <a:lnTo>
                    <a:pt x="1193013" y="1595728"/>
                  </a:lnTo>
                  <a:lnTo>
                    <a:pt x="1193013" y="1595691"/>
                  </a:lnTo>
                  <a:lnTo>
                    <a:pt x="1193014" y="1595684"/>
                  </a:lnTo>
                  <a:lnTo>
                    <a:pt x="1193011" y="1595654"/>
                  </a:lnTo>
                  <a:lnTo>
                    <a:pt x="1193007" y="1595617"/>
                  </a:lnTo>
                  <a:lnTo>
                    <a:pt x="1193007" y="1595599"/>
                  </a:lnTo>
                  <a:lnTo>
                    <a:pt x="1193006" y="1595580"/>
                  </a:lnTo>
                  <a:lnTo>
                    <a:pt x="1193006" y="1595562"/>
                  </a:lnTo>
                  <a:lnTo>
                    <a:pt x="1193006" y="1595543"/>
                  </a:lnTo>
                  <a:lnTo>
                    <a:pt x="1193006" y="1595469"/>
                  </a:lnTo>
                  <a:lnTo>
                    <a:pt x="1193011" y="1595432"/>
                  </a:lnTo>
                  <a:lnTo>
                    <a:pt x="1193009" y="1595414"/>
                  </a:lnTo>
                  <a:lnTo>
                    <a:pt x="1193008" y="1595395"/>
                  </a:lnTo>
                  <a:lnTo>
                    <a:pt x="1193011" y="1595383"/>
                  </a:lnTo>
                  <a:lnTo>
                    <a:pt x="1193012" y="1595377"/>
                  </a:lnTo>
                  <a:lnTo>
                    <a:pt x="1193024" y="1595358"/>
                  </a:lnTo>
                  <a:lnTo>
                    <a:pt x="1193038" y="1595341"/>
                  </a:lnTo>
                  <a:lnTo>
                    <a:pt x="1193051" y="1595322"/>
                  </a:lnTo>
                  <a:lnTo>
                    <a:pt x="1193065" y="1595306"/>
                  </a:lnTo>
                  <a:lnTo>
                    <a:pt x="1193071" y="1595300"/>
                  </a:lnTo>
                  <a:lnTo>
                    <a:pt x="1193071" y="1595288"/>
                  </a:lnTo>
                  <a:lnTo>
                    <a:pt x="1193070" y="1595269"/>
                  </a:lnTo>
                  <a:lnTo>
                    <a:pt x="1193071" y="1595255"/>
                  </a:lnTo>
                  <a:lnTo>
                    <a:pt x="1193078" y="1595230"/>
                  </a:lnTo>
                  <a:lnTo>
                    <a:pt x="1193082" y="1595212"/>
                  </a:lnTo>
                  <a:lnTo>
                    <a:pt x="1193084" y="1595193"/>
                  </a:lnTo>
                  <a:lnTo>
                    <a:pt x="1193080" y="1595182"/>
                  </a:lnTo>
                  <a:lnTo>
                    <a:pt x="1193073" y="1595178"/>
                  </a:lnTo>
                  <a:lnTo>
                    <a:pt x="1193038" y="1595168"/>
                  </a:lnTo>
                  <a:lnTo>
                    <a:pt x="1193020" y="1595161"/>
                  </a:lnTo>
                  <a:lnTo>
                    <a:pt x="1193002" y="1595151"/>
                  </a:lnTo>
                  <a:lnTo>
                    <a:pt x="1192989" y="1595141"/>
                  </a:lnTo>
                  <a:lnTo>
                    <a:pt x="1192986" y="1595136"/>
                  </a:lnTo>
                  <a:lnTo>
                    <a:pt x="1192979" y="1595128"/>
                  </a:lnTo>
                  <a:lnTo>
                    <a:pt x="1192976" y="1595118"/>
                  </a:lnTo>
                  <a:lnTo>
                    <a:pt x="1192972" y="1595100"/>
                  </a:lnTo>
                  <a:lnTo>
                    <a:pt x="1192964" y="1595062"/>
                  </a:lnTo>
                  <a:lnTo>
                    <a:pt x="1192961" y="1595044"/>
                  </a:lnTo>
                  <a:lnTo>
                    <a:pt x="1192956" y="1595025"/>
                  </a:lnTo>
                  <a:lnTo>
                    <a:pt x="1192946" y="1595007"/>
                  </a:lnTo>
                  <a:lnTo>
                    <a:pt x="1192944" y="1595000"/>
                  </a:lnTo>
                  <a:lnTo>
                    <a:pt x="1192937" y="1594989"/>
                  </a:lnTo>
                  <a:lnTo>
                    <a:pt x="1192924" y="1594970"/>
                  </a:lnTo>
                  <a:lnTo>
                    <a:pt x="1192910" y="1594952"/>
                  </a:lnTo>
                  <a:lnTo>
                    <a:pt x="1192894" y="1594937"/>
                  </a:lnTo>
                  <a:lnTo>
                    <a:pt x="1192888" y="1594934"/>
                  </a:lnTo>
                  <a:lnTo>
                    <a:pt x="1192881" y="1594934"/>
                  </a:lnTo>
                  <a:lnTo>
                    <a:pt x="1192875" y="1594937"/>
                  </a:lnTo>
                  <a:lnTo>
                    <a:pt x="1192858" y="1594945"/>
                  </a:lnTo>
                  <a:lnTo>
                    <a:pt x="1192842" y="1594952"/>
                  </a:lnTo>
                  <a:lnTo>
                    <a:pt x="1192822" y="1594953"/>
                  </a:lnTo>
                  <a:lnTo>
                    <a:pt x="1192804" y="1594955"/>
                  </a:lnTo>
                  <a:lnTo>
                    <a:pt x="1192787" y="1594957"/>
                  </a:lnTo>
                  <a:lnTo>
                    <a:pt x="1192769" y="1594957"/>
                  </a:lnTo>
                  <a:lnTo>
                    <a:pt x="1192751" y="1594955"/>
                  </a:lnTo>
                  <a:lnTo>
                    <a:pt x="1192734" y="1594947"/>
                  </a:lnTo>
                  <a:lnTo>
                    <a:pt x="1192716" y="1594940"/>
                  </a:lnTo>
                  <a:lnTo>
                    <a:pt x="1192698" y="1594931"/>
                  </a:lnTo>
                  <a:lnTo>
                    <a:pt x="1192683" y="1594919"/>
                  </a:lnTo>
                  <a:lnTo>
                    <a:pt x="1192668" y="1594912"/>
                  </a:lnTo>
                  <a:lnTo>
                    <a:pt x="1192663" y="1594910"/>
                  </a:lnTo>
                  <a:lnTo>
                    <a:pt x="1192645" y="1594903"/>
                  </a:lnTo>
                  <a:lnTo>
                    <a:pt x="1192639" y="1594900"/>
                  </a:lnTo>
                  <a:lnTo>
                    <a:pt x="1192631" y="1594893"/>
                  </a:lnTo>
                  <a:lnTo>
                    <a:pt x="1192630" y="1594877"/>
                  </a:lnTo>
                  <a:lnTo>
                    <a:pt x="1192633" y="1594859"/>
                  </a:lnTo>
                  <a:lnTo>
                    <a:pt x="1192637" y="1594848"/>
                  </a:lnTo>
                  <a:lnTo>
                    <a:pt x="1192637" y="1594822"/>
                  </a:lnTo>
                  <a:lnTo>
                    <a:pt x="1192638" y="1594803"/>
                  </a:lnTo>
                  <a:lnTo>
                    <a:pt x="1192644" y="1594786"/>
                  </a:lnTo>
                  <a:lnTo>
                    <a:pt x="1192659" y="1594767"/>
                  </a:lnTo>
                  <a:lnTo>
                    <a:pt x="1192676" y="1594749"/>
                  </a:lnTo>
                  <a:lnTo>
                    <a:pt x="1192692" y="1594733"/>
                  </a:lnTo>
                  <a:lnTo>
                    <a:pt x="1192706" y="1594714"/>
                  </a:lnTo>
                  <a:lnTo>
                    <a:pt x="1192718" y="1594695"/>
                  </a:lnTo>
                  <a:lnTo>
                    <a:pt x="1192725" y="1594677"/>
                  </a:lnTo>
                  <a:lnTo>
                    <a:pt x="1192728" y="1594659"/>
                  </a:lnTo>
                  <a:lnTo>
                    <a:pt x="1192729" y="1594640"/>
                  </a:lnTo>
                  <a:lnTo>
                    <a:pt x="1192729" y="1594612"/>
                  </a:lnTo>
                  <a:lnTo>
                    <a:pt x="1192727" y="1594603"/>
                  </a:lnTo>
                  <a:lnTo>
                    <a:pt x="1192724" y="1594585"/>
                  </a:lnTo>
                  <a:lnTo>
                    <a:pt x="1192719" y="1594566"/>
                  </a:lnTo>
                  <a:lnTo>
                    <a:pt x="1192720" y="1594555"/>
                  </a:lnTo>
                  <a:lnTo>
                    <a:pt x="1192736" y="1594519"/>
                  </a:lnTo>
                  <a:lnTo>
                    <a:pt x="1192742" y="1594509"/>
                  </a:lnTo>
                  <a:lnTo>
                    <a:pt x="1192750" y="1594501"/>
                  </a:lnTo>
                  <a:lnTo>
                    <a:pt x="1192766" y="1594493"/>
                  </a:lnTo>
                  <a:lnTo>
                    <a:pt x="1192786" y="1594496"/>
                  </a:lnTo>
                  <a:lnTo>
                    <a:pt x="1192799" y="1594494"/>
                  </a:lnTo>
                  <a:lnTo>
                    <a:pt x="1192803" y="1594492"/>
                  </a:lnTo>
                  <a:lnTo>
                    <a:pt x="1192807" y="1594487"/>
                  </a:lnTo>
                  <a:lnTo>
                    <a:pt x="1192807" y="1594473"/>
                  </a:lnTo>
                  <a:lnTo>
                    <a:pt x="1192793" y="1594456"/>
                  </a:lnTo>
                  <a:lnTo>
                    <a:pt x="1192783" y="1594450"/>
                  </a:lnTo>
                  <a:lnTo>
                    <a:pt x="1192776" y="1594443"/>
                  </a:lnTo>
                  <a:lnTo>
                    <a:pt x="1192759" y="1594429"/>
                  </a:lnTo>
                  <a:lnTo>
                    <a:pt x="1192743" y="1594414"/>
                  </a:lnTo>
                  <a:lnTo>
                    <a:pt x="1192728" y="1594396"/>
                  </a:lnTo>
                  <a:lnTo>
                    <a:pt x="1192710" y="1594380"/>
                  </a:lnTo>
                  <a:lnTo>
                    <a:pt x="1192692" y="1594366"/>
                  </a:lnTo>
                  <a:lnTo>
                    <a:pt x="1192675" y="1594358"/>
                  </a:lnTo>
                  <a:lnTo>
                    <a:pt x="1192657" y="1594346"/>
                  </a:lnTo>
                  <a:lnTo>
                    <a:pt x="1192647" y="1594329"/>
                  </a:lnTo>
                  <a:lnTo>
                    <a:pt x="1192646" y="1594309"/>
                  </a:lnTo>
                  <a:lnTo>
                    <a:pt x="1192647" y="1594290"/>
                  </a:lnTo>
                  <a:lnTo>
                    <a:pt x="1192649" y="1594272"/>
                  </a:lnTo>
                  <a:lnTo>
                    <a:pt x="1192651" y="1594253"/>
                  </a:lnTo>
                  <a:lnTo>
                    <a:pt x="1192649" y="1594238"/>
                  </a:lnTo>
                  <a:lnTo>
                    <a:pt x="1192647" y="1594233"/>
                  </a:lnTo>
                  <a:lnTo>
                    <a:pt x="1192632" y="1594224"/>
                  </a:lnTo>
                  <a:lnTo>
                    <a:pt x="1192613" y="1594213"/>
                  </a:lnTo>
                  <a:lnTo>
                    <a:pt x="1192596" y="1594198"/>
                  </a:lnTo>
                  <a:lnTo>
                    <a:pt x="1192583" y="1594179"/>
                  </a:lnTo>
                  <a:lnTo>
                    <a:pt x="1192576" y="1594162"/>
                  </a:lnTo>
                  <a:lnTo>
                    <a:pt x="1192564" y="1594125"/>
                  </a:lnTo>
                  <a:lnTo>
                    <a:pt x="1192562" y="1594115"/>
                  </a:lnTo>
                  <a:lnTo>
                    <a:pt x="1192557" y="1594107"/>
                  </a:lnTo>
                  <a:lnTo>
                    <a:pt x="1192546" y="1594091"/>
                  </a:lnTo>
                  <a:lnTo>
                    <a:pt x="1192532" y="1594082"/>
                  </a:lnTo>
                  <a:lnTo>
                    <a:pt x="1192526" y="1594081"/>
                  </a:lnTo>
                  <a:lnTo>
                    <a:pt x="1192509" y="1594079"/>
                  </a:lnTo>
                  <a:lnTo>
                    <a:pt x="1192491" y="1594081"/>
                  </a:lnTo>
                  <a:lnTo>
                    <a:pt x="1192475" y="1594083"/>
                  </a:lnTo>
                  <a:lnTo>
                    <a:pt x="1192456" y="1594087"/>
                  </a:lnTo>
                  <a:lnTo>
                    <a:pt x="1192438" y="1594092"/>
                  </a:lnTo>
                  <a:lnTo>
                    <a:pt x="1192420" y="1594096"/>
                  </a:lnTo>
                  <a:lnTo>
                    <a:pt x="1192413" y="1594096"/>
                  </a:lnTo>
                  <a:lnTo>
                    <a:pt x="1192408" y="1594093"/>
                  </a:lnTo>
                  <a:lnTo>
                    <a:pt x="1192407" y="1594087"/>
                  </a:lnTo>
                  <a:lnTo>
                    <a:pt x="1192408" y="1594069"/>
                  </a:lnTo>
                  <a:lnTo>
                    <a:pt x="1192409" y="1594050"/>
                  </a:lnTo>
                  <a:lnTo>
                    <a:pt x="1192407" y="1594032"/>
                  </a:lnTo>
                  <a:lnTo>
                    <a:pt x="1192403" y="1594013"/>
                  </a:lnTo>
                  <a:lnTo>
                    <a:pt x="1192403" y="1594004"/>
                  </a:lnTo>
                  <a:lnTo>
                    <a:pt x="1192401" y="1593995"/>
                  </a:lnTo>
                  <a:lnTo>
                    <a:pt x="1192397" y="1593976"/>
                  </a:lnTo>
                  <a:lnTo>
                    <a:pt x="1192394" y="1593958"/>
                  </a:lnTo>
                  <a:lnTo>
                    <a:pt x="1192392" y="1593939"/>
                  </a:lnTo>
                  <a:lnTo>
                    <a:pt x="1192391" y="1593923"/>
                  </a:lnTo>
                  <a:lnTo>
                    <a:pt x="1192392" y="1593903"/>
                  </a:lnTo>
                  <a:lnTo>
                    <a:pt x="1192397" y="1593884"/>
                  </a:lnTo>
                  <a:lnTo>
                    <a:pt x="1192403" y="1593865"/>
                  </a:lnTo>
                  <a:lnTo>
                    <a:pt x="1192423" y="1593807"/>
                  </a:lnTo>
                  <a:lnTo>
                    <a:pt x="1192427" y="1593796"/>
                  </a:lnTo>
                  <a:lnTo>
                    <a:pt x="1192443" y="1593770"/>
                  </a:lnTo>
                  <a:lnTo>
                    <a:pt x="1192450" y="1593758"/>
                  </a:lnTo>
                  <a:lnTo>
                    <a:pt x="1192451" y="1593752"/>
                  </a:lnTo>
                  <a:lnTo>
                    <a:pt x="1192456" y="1593742"/>
                  </a:lnTo>
                  <a:lnTo>
                    <a:pt x="1192456" y="1593734"/>
                  </a:lnTo>
                  <a:lnTo>
                    <a:pt x="1192458" y="1593715"/>
                  </a:lnTo>
                  <a:lnTo>
                    <a:pt x="1192456" y="1593696"/>
                  </a:lnTo>
                  <a:lnTo>
                    <a:pt x="1192451" y="1593678"/>
                  </a:lnTo>
                  <a:lnTo>
                    <a:pt x="1192448" y="1593659"/>
                  </a:lnTo>
                  <a:lnTo>
                    <a:pt x="1192446" y="1593641"/>
                  </a:lnTo>
                  <a:lnTo>
                    <a:pt x="1192446" y="1593622"/>
                  </a:lnTo>
                  <a:lnTo>
                    <a:pt x="1192451" y="1593604"/>
                  </a:lnTo>
                  <a:lnTo>
                    <a:pt x="1192459" y="1593585"/>
                  </a:lnTo>
                  <a:lnTo>
                    <a:pt x="1192461" y="1593577"/>
                  </a:lnTo>
                  <a:lnTo>
                    <a:pt x="1192467" y="1593567"/>
                  </a:lnTo>
                  <a:lnTo>
                    <a:pt x="1192479" y="1593547"/>
                  </a:lnTo>
                  <a:lnTo>
                    <a:pt x="1192492" y="1593530"/>
                  </a:lnTo>
                  <a:lnTo>
                    <a:pt x="1192500" y="1593521"/>
                  </a:lnTo>
                  <a:lnTo>
                    <a:pt x="1192510" y="1593515"/>
                  </a:lnTo>
                  <a:lnTo>
                    <a:pt x="1192527" y="1593501"/>
                  </a:lnTo>
                  <a:lnTo>
                    <a:pt x="1192543" y="1593485"/>
                  </a:lnTo>
                  <a:lnTo>
                    <a:pt x="1192553" y="1593467"/>
                  </a:lnTo>
                  <a:lnTo>
                    <a:pt x="1192558" y="1593453"/>
                  </a:lnTo>
                  <a:lnTo>
                    <a:pt x="1192562" y="1593448"/>
                  </a:lnTo>
                  <a:lnTo>
                    <a:pt x="1192563" y="1593442"/>
                  </a:lnTo>
                  <a:lnTo>
                    <a:pt x="1192568" y="1593436"/>
                  </a:lnTo>
                  <a:lnTo>
                    <a:pt x="1192573" y="1593432"/>
                  </a:lnTo>
                  <a:lnTo>
                    <a:pt x="1192591" y="1593430"/>
                  </a:lnTo>
                  <a:lnTo>
                    <a:pt x="1192609" y="1593424"/>
                  </a:lnTo>
                  <a:lnTo>
                    <a:pt x="1192627" y="1593415"/>
                  </a:lnTo>
                  <a:lnTo>
                    <a:pt x="1192643" y="1593398"/>
                  </a:lnTo>
                  <a:lnTo>
                    <a:pt x="1192652" y="1593389"/>
                  </a:lnTo>
                  <a:lnTo>
                    <a:pt x="1192686" y="1593376"/>
                  </a:lnTo>
                  <a:lnTo>
                    <a:pt x="1192696" y="1593369"/>
                  </a:lnTo>
                  <a:lnTo>
                    <a:pt x="1192714" y="1593354"/>
                  </a:lnTo>
                  <a:lnTo>
                    <a:pt x="1192729" y="1593338"/>
                  </a:lnTo>
                  <a:lnTo>
                    <a:pt x="1192741" y="1593320"/>
                  </a:lnTo>
                  <a:lnTo>
                    <a:pt x="1192759" y="1593302"/>
                  </a:lnTo>
                  <a:lnTo>
                    <a:pt x="1192768" y="1593295"/>
                  </a:lnTo>
                  <a:lnTo>
                    <a:pt x="1192774" y="1593286"/>
                  </a:lnTo>
                  <a:lnTo>
                    <a:pt x="1192785" y="1593265"/>
                  </a:lnTo>
                  <a:lnTo>
                    <a:pt x="1192793" y="1593249"/>
                  </a:lnTo>
                  <a:lnTo>
                    <a:pt x="1192801" y="1593231"/>
                  </a:lnTo>
                  <a:lnTo>
                    <a:pt x="1192808" y="1593222"/>
                  </a:lnTo>
                  <a:lnTo>
                    <a:pt x="1192816" y="1593218"/>
                  </a:lnTo>
                  <a:lnTo>
                    <a:pt x="1192835" y="1593215"/>
                  </a:lnTo>
                  <a:lnTo>
                    <a:pt x="1192855" y="1593213"/>
                  </a:lnTo>
                  <a:lnTo>
                    <a:pt x="1192863" y="1593206"/>
                  </a:lnTo>
                  <a:lnTo>
                    <a:pt x="1192866" y="1593200"/>
                  </a:lnTo>
                  <a:lnTo>
                    <a:pt x="1192868" y="1593191"/>
                  </a:lnTo>
                  <a:lnTo>
                    <a:pt x="1192868" y="1593181"/>
                  </a:lnTo>
                  <a:lnTo>
                    <a:pt x="1192870" y="1593172"/>
                  </a:lnTo>
                  <a:lnTo>
                    <a:pt x="1192870" y="1593163"/>
                  </a:lnTo>
                  <a:lnTo>
                    <a:pt x="1192872" y="1593144"/>
                  </a:lnTo>
                  <a:lnTo>
                    <a:pt x="1192870" y="1593126"/>
                  </a:lnTo>
                  <a:lnTo>
                    <a:pt x="1192866" y="1593089"/>
                  </a:lnTo>
                  <a:lnTo>
                    <a:pt x="1192862" y="1593070"/>
                  </a:lnTo>
                  <a:lnTo>
                    <a:pt x="1192857" y="1593052"/>
                  </a:lnTo>
                  <a:lnTo>
                    <a:pt x="1192854" y="1593033"/>
                  </a:lnTo>
                  <a:lnTo>
                    <a:pt x="1192850" y="1593022"/>
                  </a:lnTo>
                  <a:lnTo>
                    <a:pt x="1192850" y="1593015"/>
                  </a:lnTo>
                  <a:lnTo>
                    <a:pt x="1192848" y="1593005"/>
                  </a:lnTo>
                  <a:lnTo>
                    <a:pt x="1192850" y="1592994"/>
                  </a:lnTo>
                  <a:lnTo>
                    <a:pt x="1192856" y="1592978"/>
                  </a:lnTo>
                  <a:lnTo>
                    <a:pt x="1192868" y="1592959"/>
                  </a:lnTo>
                  <a:lnTo>
                    <a:pt x="1192883" y="1592942"/>
                  </a:lnTo>
                  <a:lnTo>
                    <a:pt x="1192894" y="1592932"/>
                  </a:lnTo>
                  <a:lnTo>
                    <a:pt x="1192901" y="1592928"/>
                  </a:lnTo>
                  <a:lnTo>
                    <a:pt x="1192919" y="1592916"/>
                  </a:lnTo>
                  <a:lnTo>
                    <a:pt x="1192936" y="1592900"/>
                  </a:lnTo>
                  <a:lnTo>
                    <a:pt x="1192943" y="1592890"/>
                  </a:lnTo>
                  <a:lnTo>
                    <a:pt x="1192946" y="1592882"/>
                  </a:lnTo>
                  <a:lnTo>
                    <a:pt x="1192956" y="1592863"/>
                  </a:lnTo>
                  <a:lnTo>
                    <a:pt x="1192959" y="1592852"/>
                  </a:lnTo>
                  <a:lnTo>
                    <a:pt x="1192959" y="1592839"/>
                  </a:lnTo>
                  <a:lnTo>
                    <a:pt x="1192956" y="1592831"/>
                  </a:lnTo>
                  <a:lnTo>
                    <a:pt x="1192952" y="1592826"/>
                  </a:lnTo>
                  <a:lnTo>
                    <a:pt x="1192944" y="1592807"/>
                  </a:lnTo>
                  <a:lnTo>
                    <a:pt x="1192942" y="1592801"/>
                  </a:lnTo>
                  <a:lnTo>
                    <a:pt x="1192944" y="1592795"/>
                  </a:lnTo>
                  <a:lnTo>
                    <a:pt x="1192950" y="1592789"/>
                  </a:lnTo>
                  <a:lnTo>
                    <a:pt x="1192954" y="1592784"/>
                  </a:lnTo>
                  <a:lnTo>
                    <a:pt x="1192989" y="1592753"/>
                  </a:lnTo>
                  <a:lnTo>
                    <a:pt x="1193001" y="1592734"/>
                  </a:lnTo>
                  <a:lnTo>
                    <a:pt x="1193017" y="1592716"/>
                  </a:lnTo>
                  <a:lnTo>
                    <a:pt x="1193044" y="1592688"/>
                  </a:lnTo>
                  <a:lnTo>
                    <a:pt x="1193048" y="1592680"/>
                  </a:lnTo>
                  <a:lnTo>
                    <a:pt x="1193060" y="1592662"/>
                  </a:lnTo>
                  <a:lnTo>
                    <a:pt x="1193062" y="1592654"/>
                  </a:lnTo>
                  <a:lnTo>
                    <a:pt x="1193069" y="1592643"/>
                  </a:lnTo>
                  <a:lnTo>
                    <a:pt x="1193079" y="1592624"/>
                  </a:lnTo>
                  <a:lnTo>
                    <a:pt x="1193088" y="1592606"/>
                  </a:lnTo>
                  <a:lnTo>
                    <a:pt x="1193092" y="1592592"/>
                  </a:lnTo>
                  <a:lnTo>
                    <a:pt x="1193096" y="1592588"/>
                  </a:lnTo>
                  <a:lnTo>
                    <a:pt x="1193104" y="1592569"/>
                  </a:lnTo>
                  <a:lnTo>
                    <a:pt x="1193110" y="1592558"/>
                  </a:lnTo>
                  <a:lnTo>
                    <a:pt x="1193116" y="1592552"/>
                  </a:lnTo>
                  <a:lnTo>
                    <a:pt x="1193134" y="1592539"/>
                  </a:lnTo>
                  <a:lnTo>
                    <a:pt x="1193151" y="1592531"/>
                  </a:lnTo>
                  <a:lnTo>
                    <a:pt x="1193168" y="1592516"/>
                  </a:lnTo>
                  <a:lnTo>
                    <a:pt x="1193172" y="1592511"/>
                  </a:lnTo>
                  <a:lnTo>
                    <a:pt x="1193185" y="1592501"/>
                  </a:lnTo>
                  <a:lnTo>
                    <a:pt x="1193199" y="1592493"/>
                  </a:lnTo>
                  <a:lnTo>
                    <a:pt x="1193204" y="1592491"/>
                  </a:lnTo>
                  <a:lnTo>
                    <a:pt x="1193210" y="1592489"/>
                  </a:lnTo>
                  <a:lnTo>
                    <a:pt x="1193220" y="1592487"/>
                  </a:lnTo>
                  <a:lnTo>
                    <a:pt x="1193238" y="1592486"/>
                  </a:lnTo>
                  <a:lnTo>
                    <a:pt x="1193255" y="1592487"/>
                  </a:lnTo>
                  <a:lnTo>
                    <a:pt x="1193273" y="1592487"/>
                  </a:lnTo>
                  <a:lnTo>
                    <a:pt x="1193291" y="1592490"/>
                  </a:lnTo>
                  <a:lnTo>
                    <a:pt x="1193306" y="1592495"/>
                  </a:lnTo>
                  <a:lnTo>
                    <a:pt x="1193326" y="1592500"/>
                  </a:lnTo>
                  <a:lnTo>
                    <a:pt x="1193344" y="1592498"/>
                  </a:lnTo>
                  <a:lnTo>
                    <a:pt x="1193362" y="1592502"/>
                  </a:lnTo>
                  <a:lnTo>
                    <a:pt x="1193375" y="1592507"/>
                  </a:lnTo>
                  <a:lnTo>
                    <a:pt x="1193380" y="1592507"/>
                  </a:lnTo>
                  <a:lnTo>
                    <a:pt x="1193396" y="1592508"/>
                  </a:lnTo>
                  <a:lnTo>
                    <a:pt x="1193407" y="1592507"/>
                  </a:lnTo>
                  <a:lnTo>
                    <a:pt x="1193415" y="1592504"/>
                  </a:lnTo>
                  <a:lnTo>
                    <a:pt x="1193433" y="1592499"/>
                  </a:lnTo>
                  <a:lnTo>
                    <a:pt x="1193443" y="1592497"/>
                  </a:lnTo>
                  <a:lnTo>
                    <a:pt x="1193450" y="1592498"/>
                  </a:lnTo>
                  <a:lnTo>
                    <a:pt x="1193468" y="1592504"/>
                  </a:lnTo>
                  <a:lnTo>
                    <a:pt x="1193486" y="1592508"/>
                  </a:lnTo>
                  <a:lnTo>
                    <a:pt x="1193503" y="1592510"/>
                  </a:lnTo>
                  <a:lnTo>
                    <a:pt x="1193522" y="1592506"/>
                  </a:lnTo>
                  <a:lnTo>
                    <a:pt x="1193538" y="1592471"/>
                  </a:lnTo>
                  <a:lnTo>
                    <a:pt x="1193533" y="1592426"/>
                  </a:lnTo>
                  <a:lnTo>
                    <a:pt x="1193529" y="1592415"/>
                  </a:lnTo>
                  <a:lnTo>
                    <a:pt x="1193529" y="1592408"/>
                  </a:lnTo>
                  <a:lnTo>
                    <a:pt x="1193525" y="1592397"/>
                  </a:lnTo>
                  <a:lnTo>
                    <a:pt x="1193519" y="1592391"/>
                  </a:lnTo>
                  <a:lnTo>
                    <a:pt x="1193502" y="1592383"/>
                  </a:lnTo>
                  <a:lnTo>
                    <a:pt x="1193482" y="1592375"/>
                  </a:lnTo>
                  <a:lnTo>
                    <a:pt x="1193469" y="1592359"/>
                  </a:lnTo>
                  <a:lnTo>
                    <a:pt x="1193458" y="1592344"/>
                  </a:lnTo>
                  <a:lnTo>
                    <a:pt x="1193454" y="1592340"/>
                  </a:lnTo>
                  <a:lnTo>
                    <a:pt x="1193439" y="1592323"/>
                  </a:lnTo>
                  <a:lnTo>
                    <a:pt x="1193425" y="1592304"/>
                  </a:lnTo>
                  <a:lnTo>
                    <a:pt x="1193416" y="1592292"/>
                  </a:lnTo>
                  <a:lnTo>
                    <a:pt x="1193413" y="1592286"/>
                  </a:lnTo>
                  <a:lnTo>
                    <a:pt x="1193410" y="1592280"/>
                  </a:lnTo>
                  <a:lnTo>
                    <a:pt x="1193408" y="1592268"/>
                  </a:lnTo>
                  <a:lnTo>
                    <a:pt x="1193404" y="1592249"/>
                  </a:lnTo>
                  <a:lnTo>
                    <a:pt x="1193402" y="1592243"/>
                  </a:lnTo>
                  <a:lnTo>
                    <a:pt x="1193396" y="1592233"/>
                  </a:lnTo>
                  <a:lnTo>
                    <a:pt x="1193385" y="1592220"/>
                  </a:lnTo>
                  <a:lnTo>
                    <a:pt x="1193378" y="1592215"/>
                  </a:lnTo>
                  <a:lnTo>
                    <a:pt x="1193361" y="1592200"/>
                  </a:lnTo>
                  <a:lnTo>
                    <a:pt x="1193345" y="1592187"/>
                  </a:lnTo>
                  <a:lnTo>
                    <a:pt x="1193328" y="1592174"/>
                  </a:lnTo>
                  <a:lnTo>
                    <a:pt x="1193312" y="1592160"/>
                  </a:lnTo>
                  <a:lnTo>
                    <a:pt x="1193295" y="1592144"/>
                  </a:lnTo>
                  <a:lnTo>
                    <a:pt x="1193285" y="1592128"/>
                  </a:lnTo>
                  <a:lnTo>
                    <a:pt x="1193282" y="1592117"/>
                  </a:lnTo>
                  <a:lnTo>
                    <a:pt x="1193281" y="1592108"/>
                  </a:lnTo>
                  <a:lnTo>
                    <a:pt x="1193275" y="1592089"/>
                  </a:lnTo>
                  <a:lnTo>
                    <a:pt x="1193269" y="1592079"/>
                  </a:lnTo>
                  <a:lnTo>
                    <a:pt x="1193265" y="1592071"/>
                  </a:lnTo>
                  <a:lnTo>
                    <a:pt x="1193256" y="1592052"/>
                  </a:lnTo>
                  <a:lnTo>
                    <a:pt x="1193246" y="1592034"/>
                  </a:lnTo>
                  <a:lnTo>
                    <a:pt x="1193241" y="1592015"/>
                  </a:lnTo>
                  <a:lnTo>
                    <a:pt x="1193239" y="1591989"/>
                  </a:lnTo>
                  <a:lnTo>
                    <a:pt x="1193241" y="1591962"/>
                  </a:lnTo>
                  <a:lnTo>
                    <a:pt x="1193240" y="1591923"/>
                  </a:lnTo>
                  <a:lnTo>
                    <a:pt x="1193235" y="1591916"/>
                  </a:lnTo>
                  <a:lnTo>
                    <a:pt x="1193227" y="1591897"/>
                  </a:lnTo>
                  <a:lnTo>
                    <a:pt x="1193226" y="1591888"/>
                  </a:lnTo>
                  <a:lnTo>
                    <a:pt x="1193228" y="1591879"/>
                  </a:lnTo>
                  <a:lnTo>
                    <a:pt x="1193232" y="1591867"/>
                  </a:lnTo>
                  <a:lnTo>
                    <a:pt x="1193237" y="1591860"/>
                  </a:lnTo>
                  <a:lnTo>
                    <a:pt x="1193247" y="1591841"/>
                  </a:lnTo>
                  <a:lnTo>
                    <a:pt x="1193254" y="1591828"/>
                  </a:lnTo>
                  <a:lnTo>
                    <a:pt x="1193259" y="1591823"/>
                  </a:lnTo>
                  <a:lnTo>
                    <a:pt x="1193274" y="1591810"/>
                  </a:lnTo>
                  <a:lnTo>
                    <a:pt x="1193292" y="1591793"/>
                  </a:lnTo>
                  <a:lnTo>
                    <a:pt x="1193301" y="1591777"/>
                  </a:lnTo>
                  <a:lnTo>
                    <a:pt x="1193305" y="1591763"/>
                  </a:lnTo>
                  <a:lnTo>
                    <a:pt x="1193305" y="1591738"/>
                  </a:lnTo>
                  <a:lnTo>
                    <a:pt x="1193304" y="1591719"/>
                  </a:lnTo>
                  <a:lnTo>
                    <a:pt x="1193305" y="1591701"/>
                  </a:lnTo>
                  <a:lnTo>
                    <a:pt x="1193306" y="1591682"/>
                  </a:lnTo>
                  <a:lnTo>
                    <a:pt x="1193298" y="1591670"/>
                  </a:lnTo>
                  <a:lnTo>
                    <a:pt x="1193293" y="1591664"/>
                  </a:lnTo>
                  <a:lnTo>
                    <a:pt x="1193277" y="1591655"/>
                  </a:lnTo>
                  <a:lnTo>
                    <a:pt x="1193265" y="1591647"/>
                  </a:lnTo>
                  <a:lnTo>
                    <a:pt x="1193258" y="1591639"/>
                  </a:lnTo>
                  <a:lnTo>
                    <a:pt x="1193245" y="1591631"/>
                  </a:lnTo>
                  <a:lnTo>
                    <a:pt x="1193241" y="1591629"/>
                  </a:lnTo>
                  <a:lnTo>
                    <a:pt x="1193224" y="1591629"/>
                  </a:lnTo>
                  <a:lnTo>
                    <a:pt x="1193205" y="1591631"/>
                  </a:lnTo>
                  <a:lnTo>
                    <a:pt x="1193193" y="1591629"/>
                  </a:lnTo>
                  <a:lnTo>
                    <a:pt x="1193188" y="1591626"/>
                  </a:lnTo>
                  <a:lnTo>
                    <a:pt x="1193182" y="1591621"/>
                  </a:lnTo>
                  <a:lnTo>
                    <a:pt x="1193173" y="1591608"/>
                  </a:lnTo>
                  <a:lnTo>
                    <a:pt x="1193159" y="1591590"/>
                  </a:lnTo>
                  <a:lnTo>
                    <a:pt x="1193142" y="1591574"/>
                  </a:lnTo>
                  <a:lnTo>
                    <a:pt x="1193128" y="1591556"/>
                  </a:lnTo>
                  <a:lnTo>
                    <a:pt x="1193113" y="1591540"/>
                  </a:lnTo>
                  <a:lnTo>
                    <a:pt x="1193097" y="1591526"/>
                  </a:lnTo>
                  <a:lnTo>
                    <a:pt x="1193093" y="1591522"/>
                  </a:lnTo>
                  <a:lnTo>
                    <a:pt x="1193077" y="1591517"/>
                  </a:lnTo>
                  <a:lnTo>
                    <a:pt x="1193068" y="1591519"/>
                  </a:lnTo>
                  <a:lnTo>
                    <a:pt x="1193060" y="1591522"/>
                  </a:lnTo>
                  <a:lnTo>
                    <a:pt x="1193042" y="1591536"/>
                  </a:lnTo>
                  <a:lnTo>
                    <a:pt x="1193029" y="1591542"/>
                  </a:lnTo>
                  <a:lnTo>
                    <a:pt x="1193007" y="1591542"/>
                  </a:lnTo>
                  <a:lnTo>
                    <a:pt x="1192989" y="1591544"/>
                  </a:lnTo>
                  <a:lnTo>
                    <a:pt x="1192975" y="1591551"/>
                  </a:lnTo>
                  <a:lnTo>
                    <a:pt x="1192971" y="1591555"/>
                  </a:lnTo>
                  <a:lnTo>
                    <a:pt x="1192964" y="1591562"/>
                  </a:lnTo>
                  <a:lnTo>
                    <a:pt x="1192941" y="1591586"/>
                  </a:lnTo>
                  <a:lnTo>
                    <a:pt x="1192924" y="1591598"/>
                  </a:lnTo>
                  <a:lnTo>
                    <a:pt x="1192915" y="1591603"/>
                  </a:lnTo>
                  <a:lnTo>
                    <a:pt x="1192906" y="1591603"/>
                  </a:lnTo>
                  <a:lnTo>
                    <a:pt x="1192890" y="1591599"/>
                  </a:lnTo>
                  <a:lnTo>
                    <a:pt x="1192881" y="1591595"/>
                  </a:lnTo>
                  <a:lnTo>
                    <a:pt x="1192871" y="1591588"/>
                  </a:lnTo>
                  <a:lnTo>
                    <a:pt x="1192853" y="1591582"/>
                  </a:lnTo>
                  <a:lnTo>
                    <a:pt x="1192835" y="1591579"/>
                  </a:lnTo>
                  <a:lnTo>
                    <a:pt x="1192818" y="1591581"/>
                  </a:lnTo>
                  <a:lnTo>
                    <a:pt x="1192800" y="1591588"/>
                  </a:lnTo>
                  <a:lnTo>
                    <a:pt x="1192782" y="1591597"/>
                  </a:lnTo>
                  <a:lnTo>
                    <a:pt x="1192764" y="1591604"/>
                  </a:lnTo>
                  <a:lnTo>
                    <a:pt x="1192756" y="1591607"/>
                  </a:lnTo>
                  <a:lnTo>
                    <a:pt x="1192747" y="1591607"/>
                  </a:lnTo>
                  <a:lnTo>
                    <a:pt x="1192729" y="1591606"/>
                  </a:lnTo>
                  <a:lnTo>
                    <a:pt x="1192711" y="1591602"/>
                  </a:lnTo>
                  <a:lnTo>
                    <a:pt x="1192703" y="1591598"/>
                  </a:lnTo>
                  <a:lnTo>
                    <a:pt x="1192694" y="1591591"/>
                  </a:lnTo>
                  <a:lnTo>
                    <a:pt x="1192677" y="1591575"/>
                  </a:lnTo>
                  <a:lnTo>
                    <a:pt x="1192659" y="1591561"/>
                  </a:lnTo>
                  <a:lnTo>
                    <a:pt x="1192641" y="1591548"/>
                  </a:lnTo>
                  <a:lnTo>
                    <a:pt x="1192624" y="1591541"/>
                  </a:lnTo>
                  <a:lnTo>
                    <a:pt x="1192606" y="1591530"/>
                  </a:lnTo>
                  <a:lnTo>
                    <a:pt x="1192593" y="1591520"/>
                  </a:lnTo>
                  <a:lnTo>
                    <a:pt x="1192588" y="1591518"/>
                  </a:lnTo>
                  <a:lnTo>
                    <a:pt x="1192571" y="1591514"/>
                  </a:lnTo>
                  <a:lnTo>
                    <a:pt x="1192553" y="1591511"/>
                  </a:lnTo>
                  <a:lnTo>
                    <a:pt x="1192535" y="1591510"/>
                  </a:lnTo>
                  <a:lnTo>
                    <a:pt x="1192517" y="1591510"/>
                  </a:lnTo>
                  <a:lnTo>
                    <a:pt x="1192499" y="1591508"/>
                  </a:lnTo>
                  <a:lnTo>
                    <a:pt x="1192482" y="1591503"/>
                  </a:lnTo>
                  <a:lnTo>
                    <a:pt x="1192446" y="1591493"/>
                  </a:lnTo>
                  <a:lnTo>
                    <a:pt x="1192436" y="1591491"/>
                  </a:lnTo>
                  <a:lnTo>
                    <a:pt x="1192429" y="1591493"/>
                  </a:lnTo>
                  <a:lnTo>
                    <a:pt x="1192418" y="1591503"/>
                  </a:lnTo>
                  <a:lnTo>
                    <a:pt x="1192413" y="1591511"/>
                  </a:lnTo>
                  <a:lnTo>
                    <a:pt x="1192406" y="1591527"/>
                  </a:lnTo>
                  <a:lnTo>
                    <a:pt x="1192400" y="1591548"/>
                  </a:lnTo>
                  <a:lnTo>
                    <a:pt x="1192400" y="1591566"/>
                  </a:lnTo>
                  <a:lnTo>
                    <a:pt x="1192396" y="1591576"/>
                  </a:lnTo>
                  <a:lnTo>
                    <a:pt x="1192387" y="1591582"/>
                  </a:lnTo>
                  <a:lnTo>
                    <a:pt x="1192374" y="1591583"/>
                  </a:lnTo>
                  <a:lnTo>
                    <a:pt x="1192370" y="1591581"/>
                  </a:lnTo>
                  <a:lnTo>
                    <a:pt x="1192359" y="1591577"/>
                  </a:lnTo>
                  <a:lnTo>
                    <a:pt x="1192352" y="1591572"/>
                  </a:lnTo>
                  <a:lnTo>
                    <a:pt x="1192334" y="1591564"/>
                  </a:lnTo>
                  <a:lnTo>
                    <a:pt x="1192321" y="1591564"/>
                  </a:lnTo>
                  <a:lnTo>
                    <a:pt x="1192317" y="1591567"/>
                  </a:lnTo>
                  <a:lnTo>
                    <a:pt x="1192299" y="1591585"/>
                  </a:lnTo>
                  <a:lnTo>
                    <a:pt x="1192282" y="1591601"/>
                  </a:lnTo>
                  <a:lnTo>
                    <a:pt x="1192266" y="1591616"/>
                  </a:lnTo>
                  <a:lnTo>
                    <a:pt x="1192253" y="1591624"/>
                  </a:lnTo>
                  <a:lnTo>
                    <a:pt x="1192248" y="1591626"/>
                  </a:lnTo>
                  <a:lnTo>
                    <a:pt x="1192230" y="1591633"/>
                  </a:lnTo>
                  <a:lnTo>
                    <a:pt x="1192213" y="1591632"/>
                  </a:lnTo>
                  <a:lnTo>
                    <a:pt x="1192205" y="1591627"/>
                  </a:lnTo>
                  <a:lnTo>
                    <a:pt x="1192198" y="1591619"/>
                  </a:lnTo>
                  <a:lnTo>
                    <a:pt x="1192176" y="1591575"/>
                  </a:lnTo>
                  <a:lnTo>
                    <a:pt x="1192161" y="1591570"/>
                  </a:lnTo>
                  <a:lnTo>
                    <a:pt x="1192132" y="1591555"/>
                  </a:lnTo>
                  <a:lnTo>
                    <a:pt x="1192137" y="1591523"/>
                  </a:lnTo>
                  <a:lnTo>
                    <a:pt x="1192162" y="1591503"/>
                  </a:lnTo>
                  <a:lnTo>
                    <a:pt x="1192176" y="1591489"/>
                  </a:lnTo>
                  <a:lnTo>
                    <a:pt x="1192176" y="1591469"/>
                  </a:lnTo>
                  <a:lnTo>
                    <a:pt x="1192177" y="1591461"/>
                  </a:lnTo>
                  <a:lnTo>
                    <a:pt x="1192180" y="1591456"/>
                  </a:lnTo>
                  <a:lnTo>
                    <a:pt x="1192185" y="1591453"/>
                  </a:lnTo>
                  <a:lnTo>
                    <a:pt x="1192198" y="1591447"/>
                  </a:lnTo>
                  <a:lnTo>
                    <a:pt x="1192200" y="1591442"/>
                  </a:lnTo>
                  <a:lnTo>
                    <a:pt x="1192197" y="1591434"/>
                  </a:lnTo>
                  <a:lnTo>
                    <a:pt x="1192190" y="1591423"/>
                  </a:lnTo>
                  <a:lnTo>
                    <a:pt x="1192184" y="1591407"/>
                  </a:lnTo>
                  <a:lnTo>
                    <a:pt x="1192183" y="1591399"/>
                  </a:lnTo>
                  <a:lnTo>
                    <a:pt x="1192184" y="1591386"/>
                  </a:lnTo>
                  <a:lnTo>
                    <a:pt x="1192184" y="1591350"/>
                  </a:lnTo>
                  <a:lnTo>
                    <a:pt x="1192183" y="1591331"/>
                  </a:lnTo>
                  <a:lnTo>
                    <a:pt x="1192180" y="1591313"/>
                  </a:lnTo>
                  <a:lnTo>
                    <a:pt x="1192180" y="1591302"/>
                  </a:lnTo>
                  <a:lnTo>
                    <a:pt x="1192175" y="1591281"/>
                  </a:lnTo>
                  <a:lnTo>
                    <a:pt x="1192172" y="1591275"/>
                  </a:lnTo>
                  <a:lnTo>
                    <a:pt x="1192166" y="1591271"/>
                  </a:lnTo>
                  <a:lnTo>
                    <a:pt x="1192154" y="1591266"/>
                  </a:lnTo>
                  <a:lnTo>
                    <a:pt x="1192148" y="1591262"/>
                  </a:lnTo>
                  <a:lnTo>
                    <a:pt x="1192145" y="1591257"/>
                  </a:lnTo>
                  <a:lnTo>
                    <a:pt x="1192145" y="1591250"/>
                  </a:lnTo>
                  <a:lnTo>
                    <a:pt x="1192146" y="1591241"/>
                  </a:lnTo>
                  <a:lnTo>
                    <a:pt x="1192150" y="1591229"/>
                  </a:lnTo>
                  <a:lnTo>
                    <a:pt x="1192155" y="1591219"/>
                  </a:lnTo>
                  <a:lnTo>
                    <a:pt x="1192156" y="1591213"/>
                  </a:lnTo>
                  <a:lnTo>
                    <a:pt x="1192156" y="1591194"/>
                  </a:lnTo>
                  <a:lnTo>
                    <a:pt x="1192162" y="1591176"/>
                  </a:lnTo>
                  <a:lnTo>
                    <a:pt x="1192177" y="1591160"/>
                  </a:lnTo>
                  <a:lnTo>
                    <a:pt x="1192196" y="1591147"/>
                  </a:lnTo>
                  <a:lnTo>
                    <a:pt x="1192206" y="1591140"/>
                  </a:lnTo>
                  <a:lnTo>
                    <a:pt x="1192214" y="1591130"/>
                  </a:lnTo>
                  <a:lnTo>
                    <a:pt x="1192219" y="1591113"/>
                  </a:lnTo>
                  <a:lnTo>
                    <a:pt x="1192223" y="1591099"/>
                  </a:lnTo>
                  <a:lnTo>
                    <a:pt x="1192228" y="1591092"/>
                  </a:lnTo>
                  <a:lnTo>
                    <a:pt x="1192235" y="1591088"/>
                  </a:lnTo>
                  <a:lnTo>
                    <a:pt x="1192243" y="1591085"/>
                  </a:lnTo>
                  <a:lnTo>
                    <a:pt x="1192261" y="1591085"/>
                  </a:lnTo>
                  <a:lnTo>
                    <a:pt x="1192279" y="1591087"/>
                  </a:lnTo>
                  <a:lnTo>
                    <a:pt x="1192296" y="1591087"/>
                  </a:lnTo>
                  <a:lnTo>
                    <a:pt x="1192306" y="1591085"/>
                  </a:lnTo>
                  <a:lnTo>
                    <a:pt x="1192314" y="1591082"/>
                  </a:lnTo>
                  <a:lnTo>
                    <a:pt x="1192322" y="1591079"/>
                  </a:lnTo>
                  <a:lnTo>
                    <a:pt x="1192331" y="1591079"/>
                  </a:lnTo>
                  <a:lnTo>
                    <a:pt x="1192348" y="1591081"/>
                  </a:lnTo>
                  <a:lnTo>
                    <a:pt x="1192359" y="1591078"/>
                  </a:lnTo>
                  <a:lnTo>
                    <a:pt x="1192368" y="1591071"/>
                  </a:lnTo>
                  <a:lnTo>
                    <a:pt x="1192382" y="1591053"/>
                  </a:lnTo>
                  <a:lnTo>
                    <a:pt x="1192386" y="1591039"/>
                  </a:lnTo>
                  <a:lnTo>
                    <a:pt x="1192386" y="1591022"/>
                  </a:lnTo>
                  <a:lnTo>
                    <a:pt x="1192384" y="1591016"/>
                  </a:lnTo>
                  <a:lnTo>
                    <a:pt x="1192374" y="1590998"/>
                  </a:lnTo>
                  <a:lnTo>
                    <a:pt x="1192368" y="1590982"/>
                  </a:lnTo>
                  <a:lnTo>
                    <a:pt x="1192366" y="1590961"/>
                  </a:lnTo>
                  <a:lnTo>
                    <a:pt x="1192366" y="1590944"/>
                  </a:lnTo>
                  <a:lnTo>
                    <a:pt x="1192367" y="1590923"/>
                  </a:lnTo>
                  <a:lnTo>
                    <a:pt x="1192367" y="1590914"/>
                  </a:lnTo>
                  <a:lnTo>
                    <a:pt x="1192365" y="1590905"/>
                  </a:lnTo>
                  <a:lnTo>
                    <a:pt x="1192359" y="1590887"/>
                  </a:lnTo>
                  <a:lnTo>
                    <a:pt x="1192350" y="1590870"/>
                  </a:lnTo>
                  <a:lnTo>
                    <a:pt x="1192344" y="1590850"/>
                  </a:lnTo>
                  <a:lnTo>
                    <a:pt x="1192343" y="1590831"/>
                  </a:lnTo>
                  <a:lnTo>
                    <a:pt x="1192342" y="1590813"/>
                  </a:lnTo>
                  <a:lnTo>
                    <a:pt x="1192347" y="1590794"/>
                  </a:lnTo>
                  <a:lnTo>
                    <a:pt x="1192351" y="1590786"/>
                  </a:lnTo>
                  <a:lnTo>
                    <a:pt x="1192361" y="1590784"/>
                  </a:lnTo>
                  <a:lnTo>
                    <a:pt x="1192379" y="1590786"/>
                  </a:lnTo>
                  <a:lnTo>
                    <a:pt x="1192396" y="1590786"/>
                  </a:lnTo>
                  <a:lnTo>
                    <a:pt x="1192409" y="1590779"/>
                  </a:lnTo>
                  <a:lnTo>
                    <a:pt x="1192412" y="1590774"/>
                  </a:lnTo>
                  <a:lnTo>
                    <a:pt x="1192415" y="1590766"/>
                  </a:lnTo>
                  <a:lnTo>
                    <a:pt x="1192416" y="1590756"/>
                  </a:lnTo>
                  <a:lnTo>
                    <a:pt x="1192421" y="1590744"/>
                  </a:lnTo>
                  <a:lnTo>
                    <a:pt x="1192425" y="1590737"/>
                  </a:lnTo>
                  <a:lnTo>
                    <a:pt x="1192431" y="1590729"/>
                  </a:lnTo>
                  <a:lnTo>
                    <a:pt x="1192440" y="1590724"/>
                  </a:lnTo>
                  <a:lnTo>
                    <a:pt x="1192458" y="1590725"/>
                  </a:lnTo>
                  <a:lnTo>
                    <a:pt x="1192493" y="1590730"/>
                  </a:lnTo>
                  <a:lnTo>
                    <a:pt x="1192511" y="1590731"/>
                  </a:lnTo>
                  <a:lnTo>
                    <a:pt x="1192529" y="1590730"/>
                  </a:lnTo>
                  <a:lnTo>
                    <a:pt x="1192541" y="1590725"/>
                  </a:lnTo>
                  <a:lnTo>
                    <a:pt x="1192546" y="1590721"/>
                  </a:lnTo>
                  <a:lnTo>
                    <a:pt x="1192564" y="1590714"/>
                  </a:lnTo>
                  <a:lnTo>
                    <a:pt x="1192582" y="1590707"/>
                  </a:lnTo>
                  <a:lnTo>
                    <a:pt x="1192599" y="1590694"/>
                  </a:lnTo>
                  <a:lnTo>
                    <a:pt x="1192606" y="1590684"/>
                  </a:lnTo>
                  <a:lnTo>
                    <a:pt x="1192615" y="1590676"/>
                  </a:lnTo>
                  <a:lnTo>
                    <a:pt x="1192629" y="1590658"/>
                  </a:lnTo>
                  <a:lnTo>
                    <a:pt x="1192643" y="1590646"/>
                  </a:lnTo>
                  <a:lnTo>
                    <a:pt x="1192654" y="1590641"/>
                  </a:lnTo>
                  <a:lnTo>
                    <a:pt x="1192663" y="1590638"/>
                  </a:lnTo>
                  <a:lnTo>
                    <a:pt x="1192681" y="1590634"/>
                  </a:lnTo>
                  <a:lnTo>
                    <a:pt x="1192693" y="1590627"/>
                  </a:lnTo>
                  <a:lnTo>
                    <a:pt x="1192698" y="1590621"/>
                  </a:lnTo>
                  <a:lnTo>
                    <a:pt x="1192713" y="1590602"/>
                  </a:lnTo>
                  <a:lnTo>
                    <a:pt x="1192724" y="1590584"/>
                  </a:lnTo>
                  <a:lnTo>
                    <a:pt x="1192735" y="1590565"/>
                  </a:lnTo>
                  <a:lnTo>
                    <a:pt x="1192743" y="1590547"/>
                  </a:lnTo>
                  <a:lnTo>
                    <a:pt x="1192748" y="1590538"/>
                  </a:lnTo>
                  <a:lnTo>
                    <a:pt x="1192757" y="1590532"/>
                  </a:lnTo>
                  <a:lnTo>
                    <a:pt x="1192775" y="1590517"/>
                  </a:lnTo>
                  <a:lnTo>
                    <a:pt x="1192793" y="1590501"/>
                  </a:lnTo>
                  <a:lnTo>
                    <a:pt x="1192800" y="1590492"/>
                  </a:lnTo>
                  <a:lnTo>
                    <a:pt x="1192805" y="1590483"/>
                  </a:lnTo>
                  <a:lnTo>
                    <a:pt x="1192812" y="1590466"/>
                  </a:lnTo>
                  <a:lnTo>
                    <a:pt x="1192824" y="1590427"/>
                  </a:lnTo>
                  <a:lnTo>
                    <a:pt x="1192829" y="1590408"/>
                  </a:lnTo>
                  <a:lnTo>
                    <a:pt x="1192841" y="1590371"/>
                  </a:lnTo>
                  <a:lnTo>
                    <a:pt x="1192844" y="1590359"/>
                  </a:lnTo>
                  <a:lnTo>
                    <a:pt x="1192847" y="1590351"/>
                  </a:lnTo>
                  <a:lnTo>
                    <a:pt x="1192854" y="1590335"/>
                  </a:lnTo>
                  <a:lnTo>
                    <a:pt x="1192862" y="1590316"/>
                  </a:lnTo>
                  <a:lnTo>
                    <a:pt x="1192869" y="1590306"/>
                  </a:lnTo>
                  <a:lnTo>
                    <a:pt x="1192877" y="1590302"/>
                  </a:lnTo>
                  <a:lnTo>
                    <a:pt x="1192895" y="1590299"/>
                  </a:lnTo>
                  <a:lnTo>
                    <a:pt x="1192913" y="1590298"/>
                  </a:lnTo>
                  <a:lnTo>
                    <a:pt x="1192931" y="1590295"/>
                  </a:lnTo>
                  <a:lnTo>
                    <a:pt x="1192949" y="1590294"/>
                  </a:lnTo>
                  <a:lnTo>
                    <a:pt x="1192969" y="1590289"/>
                  </a:lnTo>
                  <a:lnTo>
                    <a:pt x="1192984" y="1590284"/>
                  </a:lnTo>
                  <a:lnTo>
                    <a:pt x="1193000" y="1590277"/>
                  </a:lnTo>
                  <a:lnTo>
                    <a:pt x="1193013" y="1590271"/>
                  </a:lnTo>
                  <a:lnTo>
                    <a:pt x="1193019" y="1590266"/>
                  </a:lnTo>
                  <a:lnTo>
                    <a:pt x="1193030" y="1590257"/>
                  </a:lnTo>
                  <a:lnTo>
                    <a:pt x="1193034" y="1590250"/>
                  </a:lnTo>
                  <a:lnTo>
                    <a:pt x="1193045" y="1590237"/>
                  </a:lnTo>
                  <a:lnTo>
                    <a:pt x="1193055" y="1590232"/>
                  </a:lnTo>
                  <a:lnTo>
                    <a:pt x="1193068" y="1590230"/>
                  </a:lnTo>
                  <a:lnTo>
                    <a:pt x="1193085" y="1590229"/>
                  </a:lnTo>
                  <a:lnTo>
                    <a:pt x="1193103" y="1590227"/>
                  </a:lnTo>
                  <a:lnTo>
                    <a:pt x="1193111" y="1590223"/>
                  </a:lnTo>
                  <a:lnTo>
                    <a:pt x="1193120" y="1590216"/>
                  </a:lnTo>
                  <a:lnTo>
                    <a:pt x="1193147" y="1590180"/>
                  </a:lnTo>
                  <a:lnTo>
                    <a:pt x="1193150" y="1590173"/>
                  </a:lnTo>
                  <a:lnTo>
                    <a:pt x="1193160" y="1590167"/>
                  </a:lnTo>
                  <a:lnTo>
                    <a:pt x="1193180" y="1590165"/>
                  </a:lnTo>
                  <a:lnTo>
                    <a:pt x="1193198" y="1590170"/>
                  </a:lnTo>
                  <a:lnTo>
                    <a:pt x="1193215" y="1590176"/>
                  </a:lnTo>
                  <a:lnTo>
                    <a:pt x="1193225" y="1590175"/>
                  </a:lnTo>
                  <a:lnTo>
                    <a:pt x="1193231" y="1590171"/>
                  </a:lnTo>
                  <a:lnTo>
                    <a:pt x="1193238" y="1590151"/>
                  </a:lnTo>
                  <a:lnTo>
                    <a:pt x="1193242" y="1590141"/>
                  </a:lnTo>
                  <a:lnTo>
                    <a:pt x="1193244" y="1590133"/>
                  </a:lnTo>
                  <a:lnTo>
                    <a:pt x="1193249" y="1590114"/>
                  </a:lnTo>
                  <a:lnTo>
                    <a:pt x="1193261" y="1590077"/>
                  </a:lnTo>
                  <a:lnTo>
                    <a:pt x="1193266" y="1590070"/>
                  </a:lnTo>
                  <a:lnTo>
                    <a:pt x="1193270" y="1590058"/>
                  </a:lnTo>
                  <a:lnTo>
                    <a:pt x="1193273" y="1590040"/>
                  </a:lnTo>
                  <a:lnTo>
                    <a:pt x="1193277" y="1590022"/>
                  </a:lnTo>
                  <a:lnTo>
                    <a:pt x="1193279" y="1590003"/>
                  </a:lnTo>
                  <a:lnTo>
                    <a:pt x="1193280" y="1589993"/>
                  </a:lnTo>
                  <a:lnTo>
                    <a:pt x="1193279" y="1589985"/>
                  </a:lnTo>
                  <a:lnTo>
                    <a:pt x="1193279" y="1589966"/>
                  </a:lnTo>
                  <a:lnTo>
                    <a:pt x="1193276" y="1589948"/>
                  </a:lnTo>
                  <a:lnTo>
                    <a:pt x="1193269" y="1589929"/>
                  </a:lnTo>
                  <a:lnTo>
                    <a:pt x="1193266" y="1589918"/>
                  </a:lnTo>
                  <a:lnTo>
                    <a:pt x="1193266" y="1589910"/>
                  </a:lnTo>
                  <a:lnTo>
                    <a:pt x="1193266" y="1589901"/>
                  </a:lnTo>
                  <a:lnTo>
                    <a:pt x="1193273" y="1589892"/>
                  </a:lnTo>
                  <a:lnTo>
                    <a:pt x="1193285" y="1589880"/>
                  </a:lnTo>
                  <a:lnTo>
                    <a:pt x="1193290" y="1589876"/>
                  </a:lnTo>
                  <a:lnTo>
                    <a:pt x="1193308" y="1589869"/>
                  </a:lnTo>
                  <a:lnTo>
                    <a:pt x="1193314" y="1589866"/>
                  </a:lnTo>
                  <a:lnTo>
                    <a:pt x="1193327" y="1589869"/>
                  </a:lnTo>
                  <a:lnTo>
                    <a:pt x="1193342" y="1589876"/>
                  </a:lnTo>
                  <a:lnTo>
                    <a:pt x="1193361" y="1589893"/>
                  </a:lnTo>
                  <a:lnTo>
                    <a:pt x="1193379" y="1589907"/>
                  </a:lnTo>
                  <a:lnTo>
                    <a:pt x="1193397" y="1589919"/>
                  </a:lnTo>
                  <a:lnTo>
                    <a:pt x="1193415" y="1589929"/>
                  </a:lnTo>
                  <a:lnTo>
                    <a:pt x="1193432" y="1589936"/>
                  </a:lnTo>
                  <a:lnTo>
                    <a:pt x="1193450" y="1589944"/>
                  </a:lnTo>
                  <a:lnTo>
                    <a:pt x="1193461" y="1589948"/>
                  </a:lnTo>
                  <a:lnTo>
                    <a:pt x="1193468" y="1589953"/>
                  </a:lnTo>
                  <a:lnTo>
                    <a:pt x="1193503" y="1589971"/>
                  </a:lnTo>
                  <a:lnTo>
                    <a:pt x="1193521" y="1589975"/>
                  </a:lnTo>
                  <a:lnTo>
                    <a:pt x="1193539" y="1589982"/>
                  </a:lnTo>
                  <a:lnTo>
                    <a:pt x="1193544" y="1589985"/>
                  </a:lnTo>
                  <a:lnTo>
                    <a:pt x="1193557" y="1589987"/>
                  </a:lnTo>
                  <a:lnTo>
                    <a:pt x="1193567" y="1589994"/>
                  </a:lnTo>
                  <a:lnTo>
                    <a:pt x="1193571" y="1590001"/>
                  </a:lnTo>
                  <a:lnTo>
                    <a:pt x="1193577" y="1590019"/>
                  </a:lnTo>
                  <a:lnTo>
                    <a:pt x="1193581" y="1590031"/>
                  </a:lnTo>
                  <a:lnTo>
                    <a:pt x="1193587" y="1590038"/>
                  </a:lnTo>
                  <a:lnTo>
                    <a:pt x="1193599" y="1590050"/>
                  </a:lnTo>
                  <a:lnTo>
                    <a:pt x="1193605" y="1590054"/>
                  </a:lnTo>
                  <a:lnTo>
                    <a:pt x="1193618" y="1590062"/>
                  </a:lnTo>
                  <a:lnTo>
                    <a:pt x="1193623" y="1590066"/>
                  </a:lnTo>
                  <a:lnTo>
                    <a:pt x="1193641" y="1590083"/>
                  </a:lnTo>
                  <a:lnTo>
                    <a:pt x="1193656" y="1590102"/>
                  </a:lnTo>
                  <a:lnTo>
                    <a:pt x="1193671" y="1590118"/>
                  </a:lnTo>
                  <a:lnTo>
                    <a:pt x="1193681" y="1590125"/>
                  </a:lnTo>
                  <a:lnTo>
                    <a:pt x="1193689" y="1590129"/>
                  </a:lnTo>
                  <a:lnTo>
                    <a:pt x="1193697" y="1590134"/>
                  </a:lnTo>
                  <a:lnTo>
                    <a:pt x="1193707" y="1590137"/>
                  </a:lnTo>
                  <a:lnTo>
                    <a:pt x="1193722" y="1590141"/>
                  </a:lnTo>
                  <a:lnTo>
                    <a:pt x="1193743" y="1590145"/>
                  </a:lnTo>
                  <a:lnTo>
                    <a:pt x="1193758" y="1590152"/>
                  </a:lnTo>
                  <a:lnTo>
                    <a:pt x="1193765" y="1590164"/>
                  </a:lnTo>
                  <a:lnTo>
                    <a:pt x="1193767" y="1590174"/>
                  </a:lnTo>
                  <a:lnTo>
                    <a:pt x="1193771" y="1590190"/>
                  </a:lnTo>
                  <a:lnTo>
                    <a:pt x="1193772" y="1590201"/>
                  </a:lnTo>
                  <a:lnTo>
                    <a:pt x="1193776" y="1590209"/>
                  </a:lnTo>
                  <a:lnTo>
                    <a:pt x="1193783" y="1590228"/>
                  </a:lnTo>
                  <a:lnTo>
                    <a:pt x="1193792" y="1590246"/>
                  </a:lnTo>
                  <a:lnTo>
                    <a:pt x="1193800" y="1590265"/>
                  </a:lnTo>
                  <a:lnTo>
                    <a:pt x="1193810" y="1590283"/>
                  </a:lnTo>
                  <a:lnTo>
                    <a:pt x="1193814" y="1590293"/>
                  </a:lnTo>
                  <a:lnTo>
                    <a:pt x="1193820" y="1590301"/>
                  </a:lnTo>
                  <a:lnTo>
                    <a:pt x="1193825" y="1590311"/>
                  </a:lnTo>
                  <a:lnTo>
                    <a:pt x="1193834" y="1590320"/>
                  </a:lnTo>
                  <a:lnTo>
                    <a:pt x="1193841" y="1590329"/>
                  </a:lnTo>
                  <a:lnTo>
                    <a:pt x="1193849" y="1590337"/>
                  </a:lnTo>
                  <a:lnTo>
                    <a:pt x="1193867" y="1590345"/>
                  </a:lnTo>
                  <a:lnTo>
                    <a:pt x="1193873" y="1590349"/>
                  </a:lnTo>
                  <a:lnTo>
                    <a:pt x="1193884" y="1590352"/>
                  </a:lnTo>
                  <a:lnTo>
                    <a:pt x="1193902" y="1590354"/>
                  </a:lnTo>
                  <a:lnTo>
                    <a:pt x="1193938" y="1590349"/>
                  </a:lnTo>
                  <a:lnTo>
                    <a:pt x="1194009" y="1590349"/>
                  </a:lnTo>
                  <a:lnTo>
                    <a:pt x="1194026" y="1590348"/>
                  </a:lnTo>
                  <a:lnTo>
                    <a:pt x="1194035" y="1590347"/>
                  </a:lnTo>
                  <a:lnTo>
                    <a:pt x="1194044" y="1590349"/>
                  </a:lnTo>
                  <a:lnTo>
                    <a:pt x="1194055" y="1590349"/>
                  </a:lnTo>
                  <a:lnTo>
                    <a:pt x="1194064" y="1590351"/>
                  </a:lnTo>
                  <a:lnTo>
                    <a:pt x="1194079" y="1590358"/>
                  </a:lnTo>
                  <a:lnTo>
                    <a:pt x="1194085" y="1590364"/>
                  </a:lnTo>
                  <a:lnTo>
                    <a:pt x="1194089" y="1590371"/>
                  </a:lnTo>
                  <a:lnTo>
                    <a:pt x="1194089" y="1590386"/>
                  </a:lnTo>
                  <a:lnTo>
                    <a:pt x="1194081" y="1590412"/>
                  </a:lnTo>
                  <a:lnTo>
                    <a:pt x="1194082" y="1590422"/>
                  </a:lnTo>
                  <a:lnTo>
                    <a:pt x="1194086" y="1590430"/>
                  </a:lnTo>
                  <a:lnTo>
                    <a:pt x="1194103" y="1590445"/>
                  </a:lnTo>
                  <a:lnTo>
                    <a:pt x="1194115" y="1590452"/>
                  </a:lnTo>
                  <a:lnTo>
                    <a:pt x="1194121" y="1590454"/>
                  </a:lnTo>
                  <a:lnTo>
                    <a:pt x="1194139" y="1590460"/>
                  </a:lnTo>
                  <a:lnTo>
                    <a:pt x="1194156" y="1590463"/>
                  </a:lnTo>
                  <a:lnTo>
                    <a:pt x="1194187" y="1590466"/>
                  </a:lnTo>
                  <a:lnTo>
                    <a:pt x="1194192" y="1590468"/>
                  </a:lnTo>
                  <a:lnTo>
                    <a:pt x="1194204" y="1590474"/>
                  </a:lnTo>
                  <a:lnTo>
                    <a:pt x="1194208" y="1590481"/>
                  </a:lnTo>
                  <a:lnTo>
                    <a:pt x="1194210" y="1590489"/>
                  </a:lnTo>
                  <a:lnTo>
                    <a:pt x="1194210" y="1590499"/>
                  </a:lnTo>
                  <a:lnTo>
                    <a:pt x="1194212" y="1590515"/>
                  </a:lnTo>
                  <a:lnTo>
                    <a:pt x="1194210" y="1590546"/>
                  </a:lnTo>
                  <a:lnTo>
                    <a:pt x="1194205" y="1590562"/>
                  </a:lnTo>
                  <a:lnTo>
                    <a:pt x="1194202" y="1590581"/>
                  </a:lnTo>
                  <a:lnTo>
                    <a:pt x="1194202" y="1590589"/>
                  </a:lnTo>
                  <a:lnTo>
                    <a:pt x="1194205" y="1590598"/>
                  </a:lnTo>
                  <a:lnTo>
                    <a:pt x="1194212" y="1590609"/>
                  </a:lnTo>
                  <a:lnTo>
                    <a:pt x="1194221" y="1590614"/>
                  </a:lnTo>
                  <a:lnTo>
                    <a:pt x="1194237" y="1590615"/>
                  </a:lnTo>
                  <a:lnTo>
                    <a:pt x="1194246" y="1590615"/>
                  </a:lnTo>
                  <a:lnTo>
                    <a:pt x="1194256" y="1590611"/>
                  </a:lnTo>
                  <a:lnTo>
                    <a:pt x="1194274" y="1590606"/>
                  </a:lnTo>
                  <a:lnTo>
                    <a:pt x="1194292" y="1590602"/>
                  </a:lnTo>
                  <a:lnTo>
                    <a:pt x="1194309" y="1590602"/>
                  </a:lnTo>
                  <a:lnTo>
                    <a:pt x="1194327" y="1590605"/>
                  </a:lnTo>
                  <a:lnTo>
                    <a:pt x="1194345" y="1590608"/>
                  </a:lnTo>
                  <a:lnTo>
                    <a:pt x="1194364" y="1590617"/>
                  </a:lnTo>
                  <a:lnTo>
                    <a:pt x="1194364" y="1590636"/>
                  </a:lnTo>
                  <a:lnTo>
                    <a:pt x="1194359" y="1590646"/>
                  </a:lnTo>
                  <a:lnTo>
                    <a:pt x="1194360" y="1590653"/>
                  </a:lnTo>
                  <a:lnTo>
                    <a:pt x="1194369" y="1590664"/>
                  </a:lnTo>
                  <a:lnTo>
                    <a:pt x="1194389" y="1590680"/>
                  </a:lnTo>
                  <a:lnTo>
                    <a:pt x="1194393" y="1590685"/>
                  </a:lnTo>
                  <a:lnTo>
                    <a:pt x="1194399" y="1590697"/>
                  </a:lnTo>
                  <a:lnTo>
                    <a:pt x="1194400" y="1590715"/>
                  </a:lnTo>
                  <a:lnTo>
                    <a:pt x="1194397" y="1590736"/>
                  </a:lnTo>
                  <a:lnTo>
                    <a:pt x="1194398" y="1590745"/>
                  </a:lnTo>
                  <a:lnTo>
                    <a:pt x="1194405" y="1590754"/>
                  </a:lnTo>
                  <a:lnTo>
                    <a:pt x="1194421" y="1590766"/>
                  </a:lnTo>
                  <a:lnTo>
                    <a:pt x="1194432" y="1590772"/>
                  </a:lnTo>
                  <a:lnTo>
                    <a:pt x="1194441" y="1590775"/>
                  </a:lnTo>
                  <a:lnTo>
                    <a:pt x="1194449" y="1590778"/>
                  </a:lnTo>
                  <a:lnTo>
                    <a:pt x="1194458" y="1590780"/>
                  </a:lnTo>
                  <a:lnTo>
                    <a:pt x="1194476" y="1590780"/>
                  </a:lnTo>
                  <a:lnTo>
                    <a:pt x="1194494" y="1590777"/>
                  </a:lnTo>
                  <a:lnTo>
                    <a:pt x="1194512" y="1590772"/>
                  </a:lnTo>
                  <a:lnTo>
                    <a:pt x="1194529" y="1590768"/>
                  </a:lnTo>
                  <a:lnTo>
                    <a:pt x="1194547" y="1590762"/>
                  </a:lnTo>
                  <a:lnTo>
                    <a:pt x="1194565" y="1590757"/>
                  </a:lnTo>
                  <a:lnTo>
                    <a:pt x="1194583" y="1590751"/>
                  </a:lnTo>
                  <a:lnTo>
                    <a:pt x="1194600" y="1590746"/>
                  </a:lnTo>
                  <a:lnTo>
                    <a:pt x="1194618" y="1590741"/>
                  </a:lnTo>
                  <a:lnTo>
                    <a:pt x="1194636" y="1590737"/>
                  </a:lnTo>
                  <a:lnTo>
                    <a:pt x="1194653" y="1590735"/>
                  </a:lnTo>
                  <a:lnTo>
                    <a:pt x="1194689" y="1590732"/>
                  </a:lnTo>
                  <a:lnTo>
                    <a:pt x="1194706" y="1590731"/>
                  </a:lnTo>
                  <a:lnTo>
                    <a:pt x="1194725" y="1590730"/>
                  </a:lnTo>
                  <a:lnTo>
                    <a:pt x="1194742" y="1590727"/>
                  </a:lnTo>
                  <a:lnTo>
                    <a:pt x="1194760" y="1590721"/>
                  </a:lnTo>
                  <a:lnTo>
                    <a:pt x="1194776" y="1590712"/>
                  </a:lnTo>
                  <a:lnTo>
                    <a:pt x="1194782" y="1590709"/>
                  </a:lnTo>
                  <a:lnTo>
                    <a:pt x="1194795" y="1590704"/>
                  </a:lnTo>
                  <a:lnTo>
                    <a:pt x="1194813" y="1590700"/>
                  </a:lnTo>
                  <a:lnTo>
                    <a:pt x="1194831" y="1590696"/>
                  </a:lnTo>
                  <a:lnTo>
                    <a:pt x="1194848" y="1590695"/>
                  </a:lnTo>
                  <a:lnTo>
                    <a:pt x="1194866" y="1590692"/>
                  </a:lnTo>
                  <a:lnTo>
                    <a:pt x="1194884" y="1590691"/>
                  </a:lnTo>
                  <a:lnTo>
                    <a:pt x="1194902" y="1590686"/>
                  </a:lnTo>
                  <a:lnTo>
                    <a:pt x="1194919" y="1590679"/>
                  </a:lnTo>
                  <a:lnTo>
                    <a:pt x="1194937" y="1590672"/>
                  </a:lnTo>
                  <a:lnTo>
                    <a:pt x="1194955" y="1590664"/>
                  </a:lnTo>
                  <a:lnTo>
                    <a:pt x="1194972" y="1590655"/>
                  </a:lnTo>
                  <a:lnTo>
                    <a:pt x="1194990" y="1590648"/>
                  </a:lnTo>
                  <a:lnTo>
                    <a:pt x="1195008" y="1590640"/>
                  </a:lnTo>
                  <a:lnTo>
                    <a:pt x="1195025" y="1590635"/>
                  </a:lnTo>
                  <a:lnTo>
                    <a:pt x="1195043" y="1590629"/>
                  </a:lnTo>
                  <a:lnTo>
                    <a:pt x="1195061" y="1590622"/>
                  </a:lnTo>
                  <a:lnTo>
                    <a:pt x="1195073" y="1590613"/>
                  </a:lnTo>
                  <a:lnTo>
                    <a:pt x="1195076" y="1590608"/>
                  </a:lnTo>
                  <a:lnTo>
                    <a:pt x="1195081" y="1590603"/>
                  </a:lnTo>
                  <a:lnTo>
                    <a:pt x="1195087" y="1590591"/>
                  </a:lnTo>
                  <a:lnTo>
                    <a:pt x="1195097" y="1590569"/>
                  </a:lnTo>
                  <a:lnTo>
                    <a:pt x="1195114" y="1590532"/>
                  </a:lnTo>
                  <a:lnTo>
                    <a:pt x="1195135" y="1590487"/>
                  </a:lnTo>
                  <a:lnTo>
                    <a:pt x="1195140" y="1590482"/>
                  </a:lnTo>
                  <a:lnTo>
                    <a:pt x="1195146" y="1590475"/>
                  </a:lnTo>
                  <a:lnTo>
                    <a:pt x="1195155" y="1590457"/>
                  </a:lnTo>
                  <a:lnTo>
                    <a:pt x="1195160" y="1590439"/>
                  </a:lnTo>
                  <a:lnTo>
                    <a:pt x="1195166" y="1590418"/>
                  </a:lnTo>
                  <a:lnTo>
                    <a:pt x="1195176" y="1590400"/>
                  </a:lnTo>
                  <a:lnTo>
                    <a:pt x="1195192" y="1590382"/>
                  </a:lnTo>
                  <a:lnTo>
                    <a:pt x="1195207" y="1590363"/>
                  </a:lnTo>
                  <a:lnTo>
                    <a:pt x="1195211" y="1590356"/>
                  </a:lnTo>
                  <a:lnTo>
                    <a:pt x="1195213" y="1590344"/>
                  </a:lnTo>
                  <a:lnTo>
                    <a:pt x="1195222" y="1590299"/>
                  </a:lnTo>
                  <a:lnTo>
                    <a:pt x="1195221" y="1590280"/>
                  </a:lnTo>
                  <a:lnTo>
                    <a:pt x="1195209" y="1590260"/>
                  </a:lnTo>
                  <a:lnTo>
                    <a:pt x="1195204" y="1590253"/>
                  </a:lnTo>
                  <a:lnTo>
                    <a:pt x="1195201" y="1590242"/>
                  </a:lnTo>
                  <a:lnTo>
                    <a:pt x="1195195" y="1590223"/>
                  </a:lnTo>
                  <a:lnTo>
                    <a:pt x="1195190" y="1590205"/>
                  </a:lnTo>
                  <a:lnTo>
                    <a:pt x="1195178" y="1590168"/>
                  </a:lnTo>
                  <a:lnTo>
                    <a:pt x="1195175" y="1590157"/>
                  </a:lnTo>
                  <a:lnTo>
                    <a:pt x="1195175" y="1590149"/>
                  </a:lnTo>
                  <a:lnTo>
                    <a:pt x="1195173" y="1590142"/>
                  </a:lnTo>
                  <a:lnTo>
                    <a:pt x="1195176" y="1590134"/>
                  </a:lnTo>
                  <a:lnTo>
                    <a:pt x="1195186" y="1590125"/>
                  </a:lnTo>
                  <a:lnTo>
                    <a:pt x="1195196" y="1590118"/>
                  </a:lnTo>
                  <a:lnTo>
                    <a:pt x="1195214" y="1590108"/>
                  </a:lnTo>
                  <a:lnTo>
                    <a:pt x="1195232" y="1590101"/>
                  </a:lnTo>
                  <a:lnTo>
                    <a:pt x="1195249" y="1590096"/>
                  </a:lnTo>
                  <a:lnTo>
                    <a:pt x="1195267" y="1590092"/>
                  </a:lnTo>
                  <a:lnTo>
                    <a:pt x="1195285" y="1590090"/>
                  </a:lnTo>
                  <a:lnTo>
                    <a:pt x="1195302" y="1590090"/>
                  </a:lnTo>
                  <a:lnTo>
                    <a:pt x="1195320" y="1590091"/>
                  </a:lnTo>
                  <a:lnTo>
                    <a:pt x="1195338" y="1590093"/>
                  </a:lnTo>
                  <a:lnTo>
                    <a:pt x="1195355" y="1590097"/>
                  </a:lnTo>
                  <a:lnTo>
                    <a:pt x="1195373" y="1590103"/>
                  </a:lnTo>
                  <a:lnTo>
                    <a:pt x="1195391" y="1590112"/>
                  </a:lnTo>
                  <a:lnTo>
                    <a:pt x="1195409" y="1590121"/>
                  </a:lnTo>
                  <a:lnTo>
                    <a:pt x="1195417" y="1590127"/>
                  </a:lnTo>
                  <a:lnTo>
                    <a:pt x="1195462" y="1590143"/>
                  </a:lnTo>
                  <a:lnTo>
                    <a:pt x="1195480" y="1590146"/>
                  </a:lnTo>
                  <a:lnTo>
                    <a:pt x="1195515" y="1590151"/>
                  </a:lnTo>
                  <a:lnTo>
                    <a:pt x="1195533" y="1590155"/>
                  </a:lnTo>
                  <a:lnTo>
                    <a:pt x="1195550" y="1590160"/>
                  </a:lnTo>
                  <a:lnTo>
                    <a:pt x="1195559" y="1590162"/>
                  </a:lnTo>
                  <a:lnTo>
                    <a:pt x="1195569" y="1590162"/>
                  </a:lnTo>
                  <a:lnTo>
                    <a:pt x="1195578" y="1590163"/>
                  </a:lnTo>
                  <a:lnTo>
                    <a:pt x="1195586" y="1590159"/>
                  </a:lnTo>
                  <a:lnTo>
                    <a:pt x="1195604" y="1590147"/>
                  </a:lnTo>
                  <a:lnTo>
                    <a:pt x="1195622" y="1590135"/>
                  </a:lnTo>
                  <a:lnTo>
                    <a:pt x="1195639" y="1590125"/>
                  </a:lnTo>
                  <a:lnTo>
                    <a:pt x="1195657" y="1590116"/>
                  </a:lnTo>
                  <a:lnTo>
                    <a:pt x="1195671" y="1590111"/>
                  </a:lnTo>
                  <a:lnTo>
                    <a:pt x="1195692" y="1590103"/>
                  </a:lnTo>
                  <a:lnTo>
                    <a:pt x="1195702" y="1590100"/>
                  </a:lnTo>
                  <a:lnTo>
                    <a:pt x="1195710" y="1590102"/>
                  </a:lnTo>
                  <a:lnTo>
                    <a:pt x="1195718" y="1590110"/>
                  </a:lnTo>
                  <a:lnTo>
                    <a:pt x="1195725" y="1590120"/>
                  </a:lnTo>
                  <a:lnTo>
                    <a:pt x="1195743" y="1590136"/>
                  </a:lnTo>
                  <a:lnTo>
                    <a:pt x="1195751" y="1590141"/>
                  </a:lnTo>
                  <a:lnTo>
                    <a:pt x="1195761" y="1590143"/>
                  </a:lnTo>
                  <a:lnTo>
                    <a:pt x="1195779" y="1590149"/>
                  </a:lnTo>
                  <a:lnTo>
                    <a:pt x="1195790" y="1590152"/>
                  </a:lnTo>
                  <a:lnTo>
                    <a:pt x="1195797" y="1590148"/>
                  </a:lnTo>
                  <a:lnTo>
                    <a:pt x="1195802" y="1590138"/>
                  </a:lnTo>
                  <a:lnTo>
                    <a:pt x="1195804" y="1590129"/>
                  </a:lnTo>
                  <a:lnTo>
                    <a:pt x="1195813" y="1590111"/>
                  </a:lnTo>
                  <a:lnTo>
                    <a:pt x="1195822" y="1590093"/>
                  </a:lnTo>
                  <a:lnTo>
                    <a:pt x="1195830" y="1590074"/>
                  </a:lnTo>
                  <a:lnTo>
                    <a:pt x="1195832" y="1590056"/>
                  </a:lnTo>
                  <a:lnTo>
                    <a:pt x="1195830" y="1590037"/>
                  </a:lnTo>
                  <a:lnTo>
                    <a:pt x="1195822" y="1590018"/>
                  </a:lnTo>
                  <a:lnTo>
                    <a:pt x="1195810" y="1590000"/>
                  </a:lnTo>
                  <a:lnTo>
                    <a:pt x="1195799" y="1589981"/>
                  </a:lnTo>
                  <a:lnTo>
                    <a:pt x="1195790" y="1589965"/>
                  </a:lnTo>
                  <a:lnTo>
                    <a:pt x="1195785" y="1589947"/>
                  </a:lnTo>
                  <a:lnTo>
                    <a:pt x="1195790" y="1589929"/>
                  </a:lnTo>
                  <a:lnTo>
                    <a:pt x="1195801" y="1589908"/>
                  </a:lnTo>
                  <a:lnTo>
                    <a:pt x="1195805" y="1589892"/>
                  </a:lnTo>
                  <a:lnTo>
                    <a:pt x="1195804" y="1589876"/>
                  </a:lnTo>
                  <a:lnTo>
                    <a:pt x="1195802" y="1589871"/>
                  </a:lnTo>
                  <a:lnTo>
                    <a:pt x="1195790" y="1589852"/>
                  </a:lnTo>
                  <a:lnTo>
                    <a:pt x="1195786" y="1589846"/>
                  </a:lnTo>
                  <a:lnTo>
                    <a:pt x="1195786" y="1589835"/>
                  </a:lnTo>
                  <a:lnTo>
                    <a:pt x="1195797" y="1589820"/>
                  </a:lnTo>
                  <a:lnTo>
                    <a:pt x="1195802" y="1589816"/>
                  </a:lnTo>
                  <a:lnTo>
                    <a:pt x="1195817" y="1589800"/>
                  </a:lnTo>
                  <a:lnTo>
                    <a:pt x="1195835" y="1589787"/>
                  </a:lnTo>
                  <a:lnTo>
                    <a:pt x="1195850" y="1589775"/>
                  </a:lnTo>
                  <a:lnTo>
                    <a:pt x="1195869" y="1589760"/>
                  </a:lnTo>
                  <a:lnTo>
                    <a:pt x="1195884" y="1589744"/>
                  </a:lnTo>
                  <a:lnTo>
                    <a:pt x="1195890" y="1589739"/>
                  </a:lnTo>
                  <a:lnTo>
                    <a:pt x="1195896" y="1589727"/>
                  </a:lnTo>
                  <a:lnTo>
                    <a:pt x="1195908" y="1589709"/>
                  </a:lnTo>
                  <a:lnTo>
                    <a:pt x="1195914" y="1589700"/>
                  </a:lnTo>
                  <a:lnTo>
                    <a:pt x="1195923" y="1589672"/>
                  </a:lnTo>
                  <a:lnTo>
                    <a:pt x="1195928" y="1589653"/>
                  </a:lnTo>
                  <a:lnTo>
                    <a:pt x="1195932" y="1589635"/>
                  </a:lnTo>
                  <a:lnTo>
                    <a:pt x="1195937" y="1589616"/>
                  </a:lnTo>
                  <a:lnTo>
                    <a:pt x="1195943" y="1589600"/>
                  </a:lnTo>
                  <a:lnTo>
                    <a:pt x="1195949" y="1589585"/>
                  </a:lnTo>
                  <a:lnTo>
                    <a:pt x="1195951" y="1589579"/>
                  </a:lnTo>
                  <a:lnTo>
                    <a:pt x="1195958" y="1589561"/>
                  </a:lnTo>
                  <a:lnTo>
                    <a:pt x="1195969" y="1589544"/>
                  </a:lnTo>
                  <a:lnTo>
                    <a:pt x="1195988" y="1589527"/>
                  </a:lnTo>
                  <a:lnTo>
                    <a:pt x="1195996" y="1589516"/>
                  </a:lnTo>
                  <a:lnTo>
                    <a:pt x="1195999" y="1589509"/>
                  </a:lnTo>
                  <a:lnTo>
                    <a:pt x="1196002" y="1589490"/>
                  </a:lnTo>
                  <a:lnTo>
                    <a:pt x="1196002" y="1589472"/>
                  </a:lnTo>
                  <a:lnTo>
                    <a:pt x="1196003" y="1589453"/>
                  </a:lnTo>
                  <a:lnTo>
                    <a:pt x="1196010" y="1589435"/>
                  </a:lnTo>
                  <a:lnTo>
                    <a:pt x="1196014" y="1589425"/>
                  </a:lnTo>
                  <a:lnTo>
                    <a:pt x="1196020" y="1589417"/>
                  </a:lnTo>
                  <a:lnTo>
                    <a:pt x="1196033" y="1589398"/>
                  </a:lnTo>
                  <a:lnTo>
                    <a:pt x="1196043" y="1589385"/>
                  </a:lnTo>
                  <a:lnTo>
                    <a:pt x="1196045" y="1589379"/>
                  </a:lnTo>
                  <a:lnTo>
                    <a:pt x="1196049" y="1589371"/>
                  </a:lnTo>
                  <a:lnTo>
                    <a:pt x="1196052" y="1589361"/>
                  </a:lnTo>
                  <a:lnTo>
                    <a:pt x="1196055" y="1589350"/>
                  </a:lnTo>
                  <a:lnTo>
                    <a:pt x="1196055" y="1589342"/>
                  </a:lnTo>
                  <a:lnTo>
                    <a:pt x="1196059" y="1589325"/>
                  </a:lnTo>
                  <a:lnTo>
                    <a:pt x="1196063" y="1589317"/>
                  </a:lnTo>
                  <a:lnTo>
                    <a:pt x="1196070" y="1589313"/>
                  </a:lnTo>
                  <a:lnTo>
                    <a:pt x="1196075" y="1589310"/>
                  </a:lnTo>
                  <a:lnTo>
                    <a:pt x="1196086" y="1589307"/>
                  </a:lnTo>
                  <a:lnTo>
                    <a:pt x="1196093" y="1589307"/>
                  </a:lnTo>
                  <a:lnTo>
                    <a:pt x="1196112" y="1589315"/>
                  </a:lnTo>
                  <a:lnTo>
                    <a:pt x="1196128" y="1589316"/>
                  </a:lnTo>
                  <a:lnTo>
                    <a:pt x="1196146" y="1589312"/>
                  </a:lnTo>
                  <a:lnTo>
                    <a:pt x="1196164" y="1589308"/>
                  </a:lnTo>
                  <a:lnTo>
                    <a:pt x="1196181" y="1589301"/>
                  </a:lnTo>
                  <a:lnTo>
                    <a:pt x="1196207" y="1589291"/>
                  </a:lnTo>
                  <a:lnTo>
                    <a:pt x="1196217" y="1589289"/>
                  </a:lnTo>
                  <a:lnTo>
                    <a:pt x="1196234" y="1589287"/>
                  </a:lnTo>
                  <a:lnTo>
                    <a:pt x="1196253" y="1589287"/>
                  </a:lnTo>
                  <a:lnTo>
                    <a:pt x="1196270" y="1589291"/>
                  </a:lnTo>
                  <a:lnTo>
                    <a:pt x="1196288" y="1589294"/>
                  </a:lnTo>
                  <a:lnTo>
                    <a:pt x="1196306" y="1589293"/>
                  </a:lnTo>
                  <a:lnTo>
                    <a:pt x="1196314" y="1589291"/>
                  </a:lnTo>
                  <a:lnTo>
                    <a:pt x="1196323" y="1589282"/>
                  </a:lnTo>
                  <a:lnTo>
                    <a:pt x="1196334" y="1589274"/>
                  </a:lnTo>
                  <a:lnTo>
                    <a:pt x="1196341" y="1589271"/>
                  </a:lnTo>
                  <a:lnTo>
                    <a:pt x="1196352" y="1589269"/>
                  </a:lnTo>
                  <a:lnTo>
                    <a:pt x="1196359" y="1589270"/>
                  </a:lnTo>
                  <a:lnTo>
                    <a:pt x="1196376" y="1589277"/>
                  </a:lnTo>
                  <a:lnTo>
                    <a:pt x="1196394" y="1589286"/>
                  </a:lnTo>
                  <a:lnTo>
                    <a:pt x="1196412" y="1589293"/>
                  </a:lnTo>
                  <a:lnTo>
                    <a:pt x="1196430" y="1589296"/>
                  </a:lnTo>
                  <a:lnTo>
                    <a:pt x="1196448" y="1589296"/>
                  </a:lnTo>
                  <a:lnTo>
                    <a:pt x="1196465" y="1589293"/>
                  </a:lnTo>
                  <a:lnTo>
                    <a:pt x="1196475" y="1589292"/>
                  </a:lnTo>
                  <a:lnTo>
                    <a:pt x="1196483" y="1589289"/>
                  </a:lnTo>
                  <a:lnTo>
                    <a:pt x="1196501" y="1589285"/>
                  </a:lnTo>
                  <a:lnTo>
                    <a:pt x="1196518" y="1589286"/>
                  </a:lnTo>
                  <a:lnTo>
                    <a:pt x="1196536" y="1589289"/>
                  </a:lnTo>
                  <a:lnTo>
                    <a:pt x="1196554" y="1589289"/>
                  </a:lnTo>
                  <a:lnTo>
                    <a:pt x="1196571" y="1589288"/>
                  </a:lnTo>
                  <a:lnTo>
                    <a:pt x="1196579" y="1589284"/>
                  </a:lnTo>
                  <a:lnTo>
                    <a:pt x="1196581" y="1589279"/>
                  </a:lnTo>
                  <a:lnTo>
                    <a:pt x="1196582" y="1589272"/>
                  </a:lnTo>
                  <a:lnTo>
                    <a:pt x="1196581" y="1589254"/>
                  </a:lnTo>
                  <a:lnTo>
                    <a:pt x="1196576" y="1589236"/>
                  </a:lnTo>
                  <a:lnTo>
                    <a:pt x="1196574" y="1589220"/>
                  </a:lnTo>
                  <a:lnTo>
                    <a:pt x="1196566" y="1589195"/>
                  </a:lnTo>
                  <a:lnTo>
                    <a:pt x="1196562" y="1589176"/>
                  </a:lnTo>
                  <a:lnTo>
                    <a:pt x="1196562" y="1589160"/>
                  </a:lnTo>
                  <a:lnTo>
                    <a:pt x="1196562" y="1589151"/>
                  </a:lnTo>
                  <a:lnTo>
                    <a:pt x="1196563" y="1589126"/>
                  </a:lnTo>
                  <a:lnTo>
                    <a:pt x="1196561" y="1589108"/>
                  </a:lnTo>
                  <a:lnTo>
                    <a:pt x="1196553" y="1589081"/>
                  </a:lnTo>
                  <a:lnTo>
                    <a:pt x="1196549" y="1589076"/>
                  </a:lnTo>
                  <a:lnTo>
                    <a:pt x="1196542" y="1589070"/>
                  </a:lnTo>
                  <a:lnTo>
                    <a:pt x="1196525" y="1589059"/>
                  </a:lnTo>
                  <a:lnTo>
                    <a:pt x="1196508" y="1589048"/>
                  </a:lnTo>
                  <a:lnTo>
                    <a:pt x="1196489" y="1589039"/>
                  </a:lnTo>
                  <a:lnTo>
                    <a:pt x="1196471" y="1589028"/>
                  </a:lnTo>
                  <a:lnTo>
                    <a:pt x="1196454" y="1589013"/>
                  </a:lnTo>
                  <a:lnTo>
                    <a:pt x="1196437" y="1588998"/>
                  </a:lnTo>
                  <a:lnTo>
                    <a:pt x="1196419" y="1588986"/>
                  </a:lnTo>
                  <a:lnTo>
                    <a:pt x="1196401" y="1588973"/>
                  </a:lnTo>
                  <a:lnTo>
                    <a:pt x="1196385" y="1588965"/>
                  </a:lnTo>
                  <a:lnTo>
                    <a:pt x="1196379" y="1588962"/>
                  </a:lnTo>
                  <a:lnTo>
                    <a:pt x="1196364" y="1588950"/>
                  </a:lnTo>
                  <a:lnTo>
                    <a:pt x="1196349" y="1588936"/>
                  </a:lnTo>
                  <a:lnTo>
                    <a:pt x="1196340" y="1588917"/>
                  </a:lnTo>
                  <a:lnTo>
                    <a:pt x="1196331" y="1588899"/>
                  </a:lnTo>
                  <a:lnTo>
                    <a:pt x="1196324" y="1588880"/>
                  </a:lnTo>
                  <a:lnTo>
                    <a:pt x="1196317" y="1588862"/>
                  </a:lnTo>
                  <a:lnTo>
                    <a:pt x="1196311" y="1588843"/>
                  </a:lnTo>
                  <a:lnTo>
                    <a:pt x="1196307" y="1588825"/>
                  </a:lnTo>
                  <a:lnTo>
                    <a:pt x="1196304" y="1588820"/>
                  </a:lnTo>
                  <a:lnTo>
                    <a:pt x="1196304" y="1588808"/>
                  </a:lnTo>
                  <a:lnTo>
                    <a:pt x="1196304" y="1588799"/>
                  </a:lnTo>
                  <a:lnTo>
                    <a:pt x="1196307" y="1588788"/>
                  </a:lnTo>
                  <a:lnTo>
                    <a:pt x="1196310" y="1588778"/>
                  </a:lnTo>
                  <a:lnTo>
                    <a:pt x="1196315" y="1588769"/>
                  </a:lnTo>
                  <a:lnTo>
                    <a:pt x="1196326" y="1588751"/>
                  </a:lnTo>
                  <a:lnTo>
                    <a:pt x="1196337" y="1588732"/>
                  </a:lnTo>
                  <a:lnTo>
                    <a:pt x="1196349" y="1588714"/>
                  </a:lnTo>
                  <a:lnTo>
                    <a:pt x="1196357" y="1588695"/>
                  </a:lnTo>
                  <a:lnTo>
                    <a:pt x="1196364" y="1588677"/>
                  </a:lnTo>
                  <a:lnTo>
                    <a:pt x="1196365" y="1588658"/>
                  </a:lnTo>
                  <a:lnTo>
                    <a:pt x="1196365" y="1588652"/>
                  </a:lnTo>
                  <a:lnTo>
                    <a:pt x="1196361" y="1588640"/>
                  </a:lnTo>
                  <a:lnTo>
                    <a:pt x="1196349" y="1588624"/>
                  </a:lnTo>
                  <a:lnTo>
                    <a:pt x="1196331" y="1588608"/>
                  </a:lnTo>
                  <a:lnTo>
                    <a:pt x="1196318" y="1588589"/>
                  </a:lnTo>
                  <a:lnTo>
                    <a:pt x="1196313" y="1588582"/>
                  </a:lnTo>
                  <a:lnTo>
                    <a:pt x="1196309" y="1588571"/>
                  </a:lnTo>
                  <a:lnTo>
                    <a:pt x="1196307" y="1588561"/>
                  </a:lnTo>
                  <a:lnTo>
                    <a:pt x="1196302" y="1588552"/>
                  </a:lnTo>
                  <a:lnTo>
                    <a:pt x="1196297" y="1588534"/>
                  </a:lnTo>
                  <a:lnTo>
                    <a:pt x="1196295" y="1588523"/>
                  </a:lnTo>
                  <a:lnTo>
                    <a:pt x="1196297" y="1588516"/>
                  </a:lnTo>
                  <a:lnTo>
                    <a:pt x="1196300" y="1588497"/>
                  </a:lnTo>
                  <a:lnTo>
                    <a:pt x="1196301" y="1588478"/>
                  </a:lnTo>
                  <a:lnTo>
                    <a:pt x="1196297" y="1588460"/>
                  </a:lnTo>
                  <a:lnTo>
                    <a:pt x="1196293" y="1588441"/>
                  </a:lnTo>
                  <a:lnTo>
                    <a:pt x="1196291" y="1588423"/>
                  </a:lnTo>
                  <a:lnTo>
                    <a:pt x="1196289" y="1588404"/>
                  </a:lnTo>
                  <a:lnTo>
                    <a:pt x="1196289" y="1588395"/>
                  </a:lnTo>
                  <a:lnTo>
                    <a:pt x="1196283" y="1588372"/>
                  </a:lnTo>
                  <a:lnTo>
                    <a:pt x="1196281" y="1588368"/>
                  </a:lnTo>
                  <a:lnTo>
                    <a:pt x="1196276" y="1588359"/>
                  </a:lnTo>
                  <a:lnTo>
                    <a:pt x="1196274" y="1588349"/>
                  </a:lnTo>
                  <a:lnTo>
                    <a:pt x="1196275" y="1588336"/>
                  </a:lnTo>
                  <a:lnTo>
                    <a:pt x="1196277" y="1588328"/>
                  </a:lnTo>
                  <a:lnTo>
                    <a:pt x="1196283" y="1588312"/>
                  </a:lnTo>
                  <a:lnTo>
                    <a:pt x="1196284" y="1588304"/>
                  </a:lnTo>
                  <a:lnTo>
                    <a:pt x="1196289" y="1588296"/>
                  </a:lnTo>
                  <a:lnTo>
                    <a:pt x="1196297" y="1588291"/>
                  </a:lnTo>
                  <a:lnTo>
                    <a:pt x="1196308" y="1588281"/>
                  </a:lnTo>
                  <a:lnTo>
                    <a:pt x="1196323" y="1588261"/>
                  </a:lnTo>
                  <a:lnTo>
                    <a:pt x="1196329" y="1588260"/>
                  </a:lnTo>
                  <a:lnTo>
                    <a:pt x="1196339" y="1588260"/>
                  </a:lnTo>
                  <a:lnTo>
                    <a:pt x="1196349" y="1588264"/>
                  </a:lnTo>
                  <a:lnTo>
                    <a:pt x="1196356" y="1588264"/>
                  </a:lnTo>
                  <a:lnTo>
                    <a:pt x="1196366" y="1588261"/>
                  </a:lnTo>
                  <a:lnTo>
                    <a:pt x="1196374" y="1588254"/>
                  </a:lnTo>
                  <a:lnTo>
                    <a:pt x="1196389" y="1588238"/>
                  </a:lnTo>
                  <a:lnTo>
                    <a:pt x="1196395" y="1588231"/>
                  </a:lnTo>
                  <a:lnTo>
                    <a:pt x="1196406" y="1588223"/>
                  </a:lnTo>
                  <a:lnTo>
                    <a:pt x="1196418" y="1588213"/>
                  </a:lnTo>
                  <a:lnTo>
                    <a:pt x="1196425" y="1588209"/>
                  </a:lnTo>
                  <a:lnTo>
                    <a:pt x="1196441" y="1588199"/>
                  </a:lnTo>
                  <a:lnTo>
                    <a:pt x="1196459" y="1588187"/>
                  </a:lnTo>
                  <a:lnTo>
                    <a:pt x="1196474" y="1588169"/>
                  </a:lnTo>
                  <a:lnTo>
                    <a:pt x="1196490" y="1588150"/>
                  </a:lnTo>
                  <a:lnTo>
                    <a:pt x="1196507" y="1588137"/>
                  </a:lnTo>
                  <a:lnTo>
                    <a:pt x="1196516" y="1588134"/>
                  </a:lnTo>
                  <a:lnTo>
                    <a:pt x="1196525" y="1588134"/>
                  </a:lnTo>
                  <a:lnTo>
                    <a:pt x="1196536" y="1588134"/>
                  </a:lnTo>
                  <a:lnTo>
                    <a:pt x="1196543" y="1588137"/>
                  </a:lnTo>
                  <a:lnTo>
                    <a:pt x="1196553" y="1588143"/>
                  </a:lnTo>
                  <a:lnTo>
                    <a:pt x="1196561" y="1588145"/>
                  </a:lnTo>
                  <a:lnTo>
                    <a:pt x="1196579" y="1588154"/>
                  </a:lnTo>
                  <a:lnTo>
                    <a:pt x="1196596" y="1588159"/>
                  </a:lnTo>
                  <a:lnTo>
                    <a:pt x="1196603" y="1588158"/>
                  </a:lnTo>
                  <a:lnTo>
                    <a:pt x="1196609" y="1588144"/>
                  </a:lnTo>
                  <a:lnTo>
                    <a:pt x="1196615" y="1588133"/>
                  </a:lnTo>
                  <a:lnTo>
                    <a:pt x="1196620" y="1588128"/>
                  </a:lnTo>
                  <a:lnTo>
                    <a:pt x="1196626" y="1588123"/>
                  </a:lnTo>
                  <a:lnTo>
                    <a:pt x="1196628" y="1588118"/>
                  </a:lnTo>
                  <a:lnTo>
                    <a:pt x="1196632" y="1588111"/>
                  </a:lnTo>
                  <a:lnTo>
                    <a:pt x="1196632" y="1588092"/>
                  </a:lnTo>
                  <a:lnTo>
                    <a:pt x="1196630" y="1588073"/>
                  </a:lnTo>
                  <a:lnTo>
                    <a:pt x="1196630" y="1588054"/>
                  </a:lnTo>
                  <a:lnTo>
                    <a:pt x="1196632" y="1588036"/>
                  </a:lnTo>
                  <a:lnTo>
                    <a:pt x="1196633" y="1588025"/>
                  </a:lnTo>
                  <a:lnTo>
                    <a:pt x="1196636" y="1588018"/>
                  </a:lnTo>
                  <a:lnTo>
                    <a:pt x="1196643" y="1588006"/>
                  </a:lnTo>
                  <a:lnTo>
                    <a:pt x="1196649" y="1588000"/>
                  </a:lnTo>
                  <a:lnTo>
                    <a:pt x="1196662" y="1587983"/>
                  </a:lnTo>
                  <a:lnTo>
                    <a:pt x="1196680" y="1587966"/>
                  </a:lnTo>
                  <a:lnTo>
                    <a:pt x="1196697" y="1587951"/>
                  </a:lnTo>
                  <a:lnTo>
                    <a:pt x="1196707" y="1587933"/>
                  </a:lnTo>
                  <a:lnTo>
                    <a:pt x="1196710" y="1587926"/>
                  </a:lnTo>
                  <a:lnTo>
                    <a:pt x="1196717" y="1587914"/>
                  </a:lnTo>
                  <a:lnTo>
                    <a:pt x="1196721" y="1587907"/>
                  </a:lnTo>
                  <a:lnTo>
                    <a:pt x="1196732" y="1587897"/>
                  </a:lnTo>
                  <a:lnTo>
                    <a:pt x="1196743" y="1587890"/>
                  </a:lnTo>
                  <a:lnTo>
                    <a:pt x="1196750" y="1587881"/>
                  </a:lnTo>
                  <a:lnTo>
                    <a:pt x="1196751" y="1587874"/>
                  </a:lnTo>
                  <a:lnTo>
                    <a:pt x="1196749" y="1587868"/>
                  </a:lnTo>
                  <a:lnTo>
                    <a:pt x="1196746" y="1587862"/>
                  </a:lnTo>
                  <a:lnTo>
                    <a:pt x="1196740" y="1587855"/>
                  </a:lnTo>
                  <a:lnTo>
                    <a:pt x="1196730" y="1587845"/>
                  </a:lnTo>
                  <a:lnTo>
                    <a:pt x="1196720" y="1587833"/>
                  </a:lnTo>
                  <a:lnTo>
                    <a:pt x="1196717" y="1587827"/>
                  </a:lnTo>
                  <a:lnTo>
                    <a:pt x="1196714" y="1587817"/>
                  </a:lnTo>
                  <a:lnTo>
                    <a:pt x="1196715" y="1587808"/>
                  </a:lnTo>
                  <a:lnTo>
                    <a:pt x="1196719" y="1587790"/>
                  </a:lnTo>
                  <a:lnTo>
                    <a:pt x="1196725" y="1587776"/>
                  </a:lnTo>
                  <a:lnTo>
                    <a:pt x="1196732" y="1587753"/>
                  </a:lnTo>
                  <a:lnTo>
                    <a:pt x="1196733" y="1587742"/>
                  </a:lnTo>
                  <a:lnTo>
                    <a:pt x="1196736" y="1587734"/>
                  </a:lnTo>
                  <a:lnTo>
                    <a:pt x="1196739" y="1587718"/>
                  </a:lnTo>
                  <a:lnTo>
                    <a:pt x="1196743" y="1587708"/>
                  </a:lnTo>
                  <a:lnTo>
                    <a:pt x="1196753" y="1587697"/>
                  </a:lnTo>
                  <a:lnTo>
                    <a:pt x="1196760" y="1587690"/>
                  </a:lnTo>
                  <a:lnTo>
                    <a:pt x="1196771" y="1587681"/>
                  </a:lnTo>
                  <a:lnTo>
                    <a:pt x="1196779" y="1587676"/>
                  </a:lnTo>
                  <a:lnTo>
                    <a:pt x="1196788" y="1587674"/>
                  </a:lnTo>
                  <a:lnTo>
                    <a:pt x="1196806" y="1587671"/>
                  </a:lnTo>
                  <a:lnTo>
                    <a:pt x="1196824" y="1587674"/>
                  </a:lnTo>
                  <a:lnTo>
                    <a:pt x="1196841" y="1587677"/>
                  </a:lnTo>
                  <a:lnTo>
                    <a:pt x="1196859" y="1587682"/>
                  </a:lnTo>
                  <a:lnTo>
                    <a:pt x="1196877" y="1587689"/>
                  </a:lnTo>
                  <a:lnTo>
                    <a:pt x="1196895" y="1587695"/>
                  </a:lnTo>
                  <a:lnTo>
                    <a:pt x="1196912" y="1587702"/>
                  </a:lnTo>
                  <a:lnTo>
                    <a:pt x="1196930" y="1587709"/>
                  </a:lnTo>
                  <a:lnTo>
                    <a:pt x="1196948" y="1587713"/>
                  </a:lnTo>
                  <a:lnTo>
                    <a:pt x="1196956" y="1587716"/>
                  </a:lnTo>
                  <a:lnTo>
                    <a:pt x="1196966" y="1587716"/>
                  </a:lnTo>
                  <a:lnTo>
                    <a:pt x="1196983" y="1587716"/>
                  </a:lnTo>
                  <a:lnTo>
                    <a:pt x="1197001" y="1587713"/>
                  </a:lnTo>
                  <a:lnTo>
                    <a:pt x="1197019" y="1587709"/>
                  </a:lnTo>
                  <a:lnTo>
                    <a:pt x="1197037" y="1587708"/>
                  </a:lnTo>
                  <a:lnTo>
                    <a:pt x="1197054" y="1587705"/>
                  </a:lnTo>
                  <a:lnTo>
                    <a:pt x="1197065" y="1587703"/>
                  </a:lnTo>
                  <a:lnTo>
                    <a:pt x="1197072" y="1587705"/>
                  </a:lnTo>
                  <a:lnTo>
                    <a:pt x="1197090" y="1587709"/>
                  </a:lnTo>
                  <a:lnTo>
                    <a:pt x="1197098" y="1587711"/>
                  </a:lnTo>
                  <a:lnTo>
                    <a:pt x="1197108" y="1587711"/>
                  </a:lnTo>
                  <a:lnTo>
                    <a:pt x="1197125" y="1587710"/>
                  </a:lnTo>
                  <a:lnTo>
                    <a:pt x="1197143" y="1587707"/>
                  </a:lnTo>
                  <a:lnTo>
                    <a:pt x="1197161" y="1587707"/>
                  </a:lnTo>
                  <a:lnTo>
                    <a:pt x="1197167" y="1587706"/>
                  </a:lnTo>
                  <a:lnTo>
                    <a:pt x="1197179" y="1587707"/>
                  </a:lnTo>
                  <a:lnTo>
                    <a:pt x="1197196" y="1587707"/>
                  </a:lnTo>
                  <a:lnTo>
                    <a:pt x="1197214" y="1587709"/>
                  </a:lnTo>
                  <a:lnTo>
                    <a:pt x="1197227" y="1587711"/>
                  </a:lnTo>
                  <a:lnTo>
                    <a:pt x="1197232" y="1587715"/>
                  </a:lnTo>
                  <a:lnTo>
                    <a:pt x="1197249" y="1587724"/>
                  </a:lnTo>
                  <a:lnTo>
                    <a:pt x="1197267" y="1587732"/>
                  </a:lnTo>
                  <a:lnTo>
                    <a:pt x="1197285" y="1587742"/>
                  </a:lnTo>
                  <a:lnTo>
                    <a:pt x="1197303" y="1587749"/>
                  </a:lnTo>
                  <a:lnTo>
                    <a:pt x="1197321" y="1587757"/>
                  </a:lnTo>
                  <a:lnTo>
                    <a:pt x="1197338" y="1587762"/>
                  </a:lnTo>
                  <a:lnTo>
                    <a:pt x="1197354" y="1587762"/>
                  </a:lnTo>
                  <a:lnTo>
                    <a:pt x="1197374" y="1587750"/>
                  </a:lnTo>
                  <a:lnTo>
                    <a:pt x="1197384" y="1587747"/>
                  </a:lnTo>
                  <a:lnTo>
                    <a:pt x="1197391" y="1587747"/>
                  </a:lnTo>
                  <a:lnTo>
                    <a:pt x="1197409" y="1587748"/>
                  </a:lnTo>
                  <a:lnTo>
                    <a:pt x="1197427" y="1587744"/>
                  </a:lnTo>
                  <a:lnTo>
                    <a:pt x="1197444" y="1587738"/>
                  </a:lnTo>
                  <a:lnTo>
                    <a:pt x="1197462" y="1587731"/>
                  </a:lnTo>
                  <a:lnTo>
                    <a:pt x="1197480" y="1587722"/>
                  </a:lnTo>
                  <a:lnTo>
                    <a:pt x="1197498" y="1587715"/>
                  </a:lnTo>
                  <a:lnTo>
                    <a:pt x="1197516" y="1587707"/>
                  </a:lnTo>
                  <a:lnTo>
                    <a:pt x="1197533" y="1587700"/>
                  </a:lnTo>
                  <a:lnTo>
                    <a:pt x="1197551" y="1587688"/>
                  </a:lnTo>
                  <a:lnTo>
                    <a:pt x="1197569" y="1587679"/>
                  </a:lnTo>
                  <a:lnTo>
                    <a:pt x="1197579" y="1587675"/>
                  </a:lnTo>
                  <a:lnTo>
                    <a:pt x="1197586" y="1587675"/>
                  </a:lnTo>
                  <a:lnTo>
                    <a:pt x="1197602" y="1587674"/>
                  </a:lnTo>
                  <a:lnTo>
                    <a:pt x="1197622" y="1587680"/>
                  </a:lnTo>
                  <a:lnTo>
                    <a:pt x="1197640" y="1587683"/>
                  </a:lnTo>
                  <a:lnTo>
                    <a:pt x="1197657" y="1587688"/>
                  </a:lnTo>
                  <a:lnTo>
                    <a:pt x="1197675" y="1587691"/>
                  </a:lnTo>
                  <a:lnTo>
                    <a:pt x="1197693" y="1587691"/>
                  </a:lnTo>
                  <a:lnTo>
                    <a:pt x="1197711" y="1587692"/>
                  </a:lnTo>
                  <a:lnTo>
                    <a:pt x="1197724" y="1587693"/>
                  </a:lnTo>
                  <a:lnTo>
                    <a:pt x="1197730" y="1587696"/>
                  </a:lnTo>
                  <a:lnTo>
                    <a:pt x="1197746" y="1587704"/>
                  </a:lnTo>
                  <a:lnTo>
                    <a:pt x="1197764" y="1587722"/>
                  </a:lnTo>
                  <a:lnTo>
                    <a:pt x="1197781" y="1587734"/>
                  </a:lnTo>
                  <a:lnTo>
                    <a:pt x="1197799" y="1587745"/>
                  </a:lnTo>
                  <a:lnTo>
                    <a:pt x="1197811" y="1587752"/>
                  </a:lnTo>
                  <a:lnTo>
                    <a:pt x="1197817" y="1587754"/>
                  </a:lnTo>
                  <a:lnTo>
                    <a:pt x="1197827" y="1587755"/>
                  </a:lnTo>
                  <a:lnTo>
                    <a:pt x="1197835" y="1587752"/>
                  </a:lnTo>
                  <a:lnTo>
                    <a:pt x="1197853" y="1587744"/>
                  </a:lnTo>
                  <a:lnTo>
                    <a:pt x="1197870" y="1587734"/>
                  </a:lnTo>
                  <a:lnTo>
                    <a:pt x="1197888" y="1587730"/>
                  </a:lnTo>
                  <a:lnTo>
                    <a:pt x="1197906" y="1587733"/>
                  </a:lnTo>
                  <a:lnTo>
                    <a:pt x="1197923" y="1587737"/>
                  </a:lnTo>
                  <a:lnTo>
                    <a:pt x="1197941" y="1587746"/>
                  </a:lnTo>
                  <a:lnTo>
                    <a:pt x="1197959" y="1587757"/>
                  </a:lnTo>
                  <a:lnTo>
                    <a:pt x="1197976" y="1587767"/>
                  </a:lnTo>
                  <a:lnTo>
                    <a:pt x="1197995" y="1587771"/>
                  </a:lnTo>
                  <a:lnTo>
                    <a:pt x="1198012" y="1587772"/>
                  </a:lnTo>
                  <a:lnTo>
                    <a:pt x="1198030" y="1587771"/>
                  </a:lnTo>
                  <a:lnTo>
                    <a:pt x="1198048" y="1587769"/>
                  </a:lnTo>
                  <a:lnTo>
                    <a:pt x="1198056" y="1587767"/>
                  </a:lnTo>
                  <a:lnTo>
                    <a:pt x="1198065" y="1587767"/>
                  </a:lnTo>
                  <a:lnTo>
                    <a:pt x="1198075" y="1587769"/>
                  </a:lnTo>
                  <a:lnTo>
                    <a:pt x="1198082" y="1587776"/>
                  </a:lnTo>
                  <a:lnTo>
                    <a:pt x="1198088" y="1587787"/>
                  </a:lnTo>
                  <a:lnTo>
                    <a:pt x="1198096" y="1587795"/>
                  </a:lnTo>
                  <a:lnTo>
                    <a:pt x="1198114" y="1587803"/>
                  </a:lnTo>
                  <a:lnTo>
                    <a:pt x="1198132" y="1587805"/>
                  </a:lnTo>
                  <a:lnTo>
                    <a:pt x="1198149" y="1587810"/>
                  </a:lnTo>
                  <a:lnTo>
                    <a:pt x="1198167" y="1587819"/>
                  </a:lnTo>
                  <a:lnTo>
                    <a:pt x="1198180" y="1587823"/>
                  </a:lnTo>
                  <a:lnTo>
                    <a:pt x="1198185" y="1587823"/>
                  </a:lnTo>
                  <a:lnTo>
                    <a:pt x="1198195" y="1587824"/>
                  </a:lnTo>
                  <a:lnTo>
                    <a:pt x="1198205" y="1587825"/>
                  </a:lnTo>
                  <a:lnTo>
                    <a:pt x="1198214" y="1587821"/>
                  </a:lnTo>
                  <a:lnTo>
                    <a:pt x="1198224" y="1587822"/>
                  </a:lnTo>
                  <a:lnTo>
                    <a:pt x="1198238" y="1587817"/>
                  </a:lnTo>
                  <a:lnTo>
                    <a:pt x="1198256" y="1587805"/>
                  </a:lnTo>
                  <a:lnTo>
                    <a:pt x="1198273" y="1587791"/>
                  </a:lnTo>
                  <a:lnTo>
                    <a:pt x="1198291" y="1587776"/>
                  </a:lnTo>
                  <a:lnTo>
                    <a:pt x="1198306" y="1587759"/>
                  </a:lnTo>
                  <a:lnTo>
                    <a:pt x="1198315" y="1587741"/>
                  </a:lnTo>
                  <a:lnTo>
                    <a:pt x="1198319" y="1587732"/>
                  </a:lnTo>
                  <a:lnTo>
                    <a:pt x="1198321" y="1587720"/>
                  </a:lnTo>
                  <a:lnTo>
                    <a:pt x="1198321" y="1587712"/>
                  </a:lnTo>
                  <a:lnTo>
                    <a:pt x="1198321" y="1587703"/>
                  </a:lnTo>
                  <a:lnTo>
                    <a:pt x="1198319" y="1587685"/>
                  </a:lnTo>
                  <a:lnTo>
                    <a:pt x="1198316" y="1587666"/>
                  </a:lnTo>
                  <a:lnTo>
                    <a:pt x="1198312" y="1587648"/>
                  </a:lnTo>
                  <a:lnTo>
                    <a:pt x="1198308" y="1587634"/>
                  </a:lnTo>
                  <a:lnTo>
                    <a:pt x="1198305" y="1587629"/>
                  </a:lnTo>
                  <a:lnTo>
                    <a:pt x="1198302" y="1587624"/>
                  </a:lnTo>
                  <a:lnTo>
                    <a:pt x="1198295" y="1587620"/>
                  </a:lnTo>
                  <a:lnTo>
                    <a:pt x="1198281" y="1587618"/>
                  </a:lnTo>
                  <a:lnTo>
                    <a:pt x="1198274" y="1587616"/>
                  </a:lnTo>
                  <a:lnTo>
                    <a:pt x="1198271" y="1587611"/>
                  </a:lnTo>
                  <a:lnTo>
                    <a:pt x="1198273" y="1587606"/>
                  </a:lnTo>
                  <a:lnTo>
                    <a:pt x="1198287" y="1587604"/>
                  </a:lnTo>
                  <a:lnTo>
                    <a:pt x="1198305" y="1587602"/>
                  </a:lnTo>
                  <a:lnTo>
                    <a:pt x="1198323" y="1587590"/>
                  </a:lnTo>
                  <a:lnTo>
                    <a:pt x="1198336" y="1587572"/>
                  </a:lnTo>
                  <a:lnTo>
                    <a:pt x="1198345" y="1587553"/>
                  </a:lnTo>
                  <a:lnTo>
                    <a:pt x="1198354" y="1587534"/>
                  </a:lnTo>
                  <a:lnTo>
                    <a:pt x="1198362" y="1587527"/>
                  </a:lnTo>
                  <a:lnTo>
                    <a:pt x="1198371" y="1587522"/>
                  </a:lnTo>
                  <a:lnTo>
                    <a:pt x="1198382" y="1587506"/>
                  </a:lnTo>
                  <a:lnTo>
                    <a:pt x="1198380" y="1587494"/>
                  </a:lnTo>
                  <a:lnTo>
                    <a:pt x="1198375" y="1587485"/>
                  </a:lnTo>
                  <a:lnTo>
                    <a:pt x="1198367" y="1587467"/>
                  </a:lnTo>
                  <a:lnTo>
                    <a:pt x="1198359" y="1587446"/>
                  </a:lnTo>
                  <a:lnTo>
                    <a:pt x="1198354" y="1587430"/>
                  </a:lnTo>
                  <a:lnTo>
                    <a:pt x="1198347" y="1587411"/>
                  </a:lnTo>
                  <a:lnTo>
                    <a:pt x="1198343" y="1587393"/>
                  </a:lnTo>
                  <a:lnTo>
                    <a:pt x="1198341" y="1587374"/>
                  </a:lnTo>
                  <a:lnTo>
                    <a:pt x="1198340" y="1587356"/>
                  </a:lnTo>
                  <a:lnTo>
                    <a:pt x="1198338" y="1587337"/>
                  </a:lnTo>
                  <a:lnTo>
                    <a:pt x="1198334" y="1587319"/>
                  </a:lnTo>
                  <a:lnTo>
                    <a:pt x="1198328" y="1587300"/>
                  </a:lnTo>
                  <a:lnTo>
                    <a:pt x="1198319" y="1587287"/>
                  </a:lnTo>
                  <a:lnTo>
                    <a:pt x="1198310" y="1587268"/>
                  </a:lnTo>
                  <a:lnTo>
                    <a:pt x="1198313" y="1587262"/>
                  </a:lnTo>
                  <a:lnTo>
                    <a:pt x="1198323" y="1587261"/>
                  </a:lnTo>
                  <a:lnTo>
                    <a:pt x="1198341" y="1587264"/>
                  </a:lnTo>
                  <a:lnTo>
                    <a:pt x="1198359" y="1587267"/>
                  </a:lnTo>
                  <a:lnTo>
                    <a:pt x="1198377" y="1587268"/>
                  </a:lnTo>
                  <a:lnTo>
                    <a:pt x="1198395" y="1587260"/>
                  </a:lnTo>
                  <a:lnTo>
                    <a:pt x="1198412" y="1587245"/>
                  </a:lnTo>
                  <a:lnTo>
                    <a:pt x="1198429" y="1587232"/>
                  </a:lnTo>
                  <a:lnTo>
                    <a:pt x="1198446" y="1587224"/>
                  </a:lnTo>
                  <a:lnTo>
                    <a:pt x="1198464" y="1587215"/>
                  </a:lnTo>
                  <a:lnTo>
                    <a:pt x="1198482" y="1587202"/>
                  </a:lnTo>
                  <a:lnTo>
                    <a:pt x="1198491" y="1587194"/>
                  </a:lnTo>
                  <a:lnTo>
                    <a:pt x="1198498" y="1587186"/>
                  </a:lnTo>
                  <a:lnTo>
                    <a:pt x="1198509" y="1587167"/>
                  </a:lnTo>
                  <a:lnTo>
                    <a:pt x="1198518" y="1587148"/>
                  </a:lnTo>
                  <a:lnTo>
                    <a:pt x="1198526" y="1587136"/>
                  </a:lnTo>
                  <a:lnTo>
                    <a:pt x="1198531" y="1587130"/>
                  </a:lnTo>
                  <a:lnTo>
                    <a:pt x="1198548" y="1587113"/>
                  </a:lnTo>
                  <a:lnTo>
                    <a:pt x="1198566" y="1587100"/>
                  </a:lnTo>
                  <a:lnTo>
                    <a:pt x="1198575" y="1587095"/>
                  </a:lnTo>
                  <a:lnTo>
                    <a:pt x="1198580" y="1587088"/>
                  </a:lnTo>
                  <a:lnTo>
                    <a:pt x="1198574" y="1587068"/>
                  </a:lnTo>
                  <a:lnTo>
                    <a:pt x="1198572" y="1587060"/>
                  </a:lnTo>
                  <a:lnTo>
                    <a:pt x="1198572" y="1587050"/>
                  </a:lnTo>
                  <a:lnTo>
                    <a:pt x="1198574" y="1587031"/>
                  </a:lnTo>
                  <a:lnTo>
                    <a:pt x="1198577" y="1587015"/>
                  </a:lnTo>
                  <a:lnTo>
                    <a:pt x="1198585" y="1586999"/>
                  </a:lnTo>
                  <a:lnTo>
                    <a:pt x="1198588" y="1586994"/>
                  </a:lnTo>
                  <a:lnTo>
                    <a:pt x="1198595" y="1586979"/>
                  </a:lnTo>
                  <a:lnTo>
                    <a:pt x="1198601" y="1586969"/>
                  </a:lnTo>
                  <a:lnTo>
                    <a:pt x="1198610" y="1586957"/>
                  </a:lnTo>
                  <a:lnTo>
                    <a:pt x="1198614" y="1586951"/>
                  </a:lnTo>
                  <a:lnTo>
                    <a:pt x="1198626" y="1586939"/>
                  </a:lnTo>
                  <a:lnTo>
                    <a:pt x="1198640" y="1586929"/>
                  </a:lnTo>
                  <a:lnTo>
                    <a:pt x="1198649" y="1586921"/>
                  </a:lnTo>
                  <a:lnTo>
                    <a:pt x="1198665" y="1586915"/>
                  </a:lnTo>
                  <a:lnTo>
                    <a:pt x="1198682" y="1586910"/>
                  </a:lnTo>
                  <a:lnTo>
                    <a:pt x="1198698" y="1586907"/>
                  </a:lnTo>
                  <a:lnTo>
                    <a:pt x="1198708" y="1586902"/>
                  </a:lnTo>
                  <a:lnTo>
                    <a:pt x="1198720" y="1586891"/>
                  </a:lnTo>
                  <a:lnTo>
                    <a:pt x="1198734" y="1586880"/>
                  </a:lnTo>
                  <a:lnTo>
                    <a:pt x="1198751" y="1586866"/>
                  </a:lnTo>
                  <a:lnTo>
                    <a:pt x="1198767" y="1586854"/>
                  </a:lnTo>
                  <a:lnTo>
                    <a:pt x="1198785" y="1586837"/>
                  </a:lnTo>
                  <a:lnTo>
                    <a:pt x="1198803" y="1586824"/>
                  </a:lnTo>
                  <a:lnTo>
                    <a:pt x="1198821" y="1586815"/>
                  </a:lnTo>
                  <a:lnTo>
                    <a:pt x="1198839" y="1586807"/>
                  </a:lnTo>
                  <a:lnTo>
                    <a:pt x="1198856" y="1586802"/>
                  </a:lnTo>
                  <a:lnTo>
                    <a:pt x="1198874" y="1586798"/>
                  </a:lnTo>
                  <a:lnTo>
                    <a:pt x="1198883" y="1586794"/>
                  </a:lnTo>
                  <a:lnTo>
                    <a:pt x="1198894" y="1586787"/>
                  </a:lnTo>
                  <a:lnTo>
                    <a:pt x="1198901" y="1586780"/>
                  </a:lnTo>
                  <a:lnTo>
                    <a:pt x="1198907" y="1586773"/>
                  </a:lnTo>
                  <a:lnTo>
                    <a:pt x="1198916" y="1586759"/>
                  </a:lnTo>
                  <a:lnTo>
                    <a:pt x="1198921" y="1586756"/>
                  </a:lnTo>
                  <a:lnTo>
                    <a:pt x="1198942" y="1586746"/>
                  </a:lnTo>
                  <a:lnTo>
                    <a:pt x="1198956" y="1586740"/>
                  </a:lnTo>
                  <a:lnTo>
                    <a:pt x="1198975" y="1586724"/>
                  </a:lnTo>
                  <a:lnTo>
                    <a:pt x="1198980" y="1586714"/>
                  </a:lnTo>
                  <a:lnTo>
                    <a:pt x="1198983" y="1586707"/>
                  </a:lnTo>
                  <a:lnTo>
                    <a:pt x="1198988" y="1586697"/>
                  </a:lnTo>
                  <a:lnTo>
                    <a:pt x="1198995" y="1586686"/>
                  </a:lnTo>
                  <a:lnTo>
                    <a:pt x="1199009" y="1586673"/>
                  </a:lnTo>
                  <a:lnTo>
                    <a:pt x="1199026" y="1586660"/>
                  </a:lnTo>
                  <a:lnTo>
                    <a:pt x="1199044" y="1586642"/>
                  </a:lnTo>
                  <a:lnTo>
                    <a:pt x="1199062" y="1586626"/>
                  </a:lnTo>
                  <a:lnTo>
                    <a:pt x="1199080" y="1586622"/>
                  </a:lnTo>
                  <a:lnTo>
                    <a:pt x="1199097" y="1586622"/>
                  </a:lnTo>
                  <a:lnTo>
                    <a:pt x="1199115" y="1586622"/>
                  </a:lnTo>
                  <a:lnTo>
                    <a:pt x="1199133" y="1586620"/>
                  </a:lnTo>
                  <a:lnTo>
                    <a:pt x="1199150" y="1586617"/>
                  </a:lnTo>
                  <a:lnTo>
                    <a:pt x="1199168" y="1586615"/>
                  </a:lnTo>
                  <a:lnTo>
                    <a:pt x="1199214" y="1586610"/>
                  </a:lnTo>
                  <a:lnTo>
                    <a:pt x="1199232" y="1586610"/>
                  </a:lnTo>
                  <a:lnTo>
                    <a:pt x="1199250" y="1586611"/>
                  </a:lnTo>
                  <a:lnTo>
                    <a:pt x="1199268" y="1586614"/>
                  </a:lnTo>
                  <a:lnTo>
                    <a:pt x="1199285" y="1586617"/>
                  </a:lnTo>
                  <a:lnTo>
                    <a:pt x="1199303" y="1586622"/>
                  </a:lnTo>
                  <a:lnTo>
                    <a:pt x="1199321" y="1586626"/>
                  </a:lnTo>
                  <a:lnTo>
                    <a:pt x="1199339" y="1586626"/>
                  </a:lnTo>
                  <a:lnTo>
                    <a:pt x="1199356" y="1586626"/>
                  </a:lnTo>
                  <a:lnTo>
                    <a:pt x="1199374" y="1586628"/>
                  </a:lnTo>
                  <a:lnTo>
                    <a:pt x="1199392" y="1586623"/>
                  </a:lnTo>
                  <a:lnTo>
                    <a:pt x="1199410" y="1586617"/>
                  </a:lnTo>
                  <a:lnTo>
                    <a:pt x="1199425" y="1586607"/>
                  </a:lnTo>
                  <a:lnTo>
                    <a:pt x="1199440" y="1586586"/>
                  </a:lnTo>
                  <a:lnTo>
                    <a:pt x="1199446" y="1586580"/>
                  </a:lnTo>
                  <a:lnTo>
                    <a:pt x="1199453" y="1586568"/>
                  </a:lnTo>
                  <a:lnTo>
                    <a:pt x="1199460" y="1586554"/>
                  </a:lnTo>
                  <a:lnTo>
                    <a:pt x="1199467" y="1586545"/>
                  </a:lnTo>
                  <a:lnTo>
                    <a:pt x="1199474" y="1586538"/>
                  </a:lnTo>
                  <a:lnTo>
                    <a:pt x="1199480" y="1586537"/>
                  </a:lnTo>
                  <a:lnTo>
                    <a:pt x="1199498" y="1586533"/>
                  </a:lnTo>
                  <a:lnTo>
                    <a:pt x="1199512" y="1586527"/>
                  </a:lnTo>
                  <a:lnTo>
                    <a:pt x="1199524" y="1586520"/>
                  </a:lnTo>
                  <a:lnTo>
                    <a:pt x="1199533" y="1586512"/>
                  </a:lnTo>
                  <a:lnTo>
                    <a:pt x="1199540" y="1586506"/>
                  </a:lnTo>
                  <a:lnTo>
                    <a:pt x="1199547" y="1586494"/>
                  </a:lnTo>
                  <a:lnTo>
                    <a:pt x="1199550" y="1586486"/>
                  </a:lnTo>
                  <a:lnTo>
                    <a:pt x="1199553" y="1586477"/>
                  </a:lnTo>
                  <a:lnTo>
                    <a:pt x="1199557" y="1586458"/>
                  </a:lnTo>
                  <a:lnTo>
                    <a:pt x="1199562" y="1586445"/>
                  </a:lnTo>
                  <a:lnTo>
                    <a:pt x="1199566" y="1586439"/>
                  </a:lnTo>
                  <a:lnTo>
                    <a:pt x="1199580" y="1586424"/>
                  </a:lnTo>
                  <a:lnTo>
                    <a:pt x="1199588" y="1586421"/>
                  </a:lnTo>
                  <a:lnTo>
                    <a:pt x="1199599" y="1586421"/>
                  </a:lnTo>
                  <a:lnTo>
                    <a:pt x="1199618" y="1586422"/>
                  </a:lnTo>
                  <a:lnTo>
                    <a:pt x="1199635" y="1586423"/>
                  </a:lnTo>
                  <a:lnTo>
                    <a:pt x="1199648" y="1586422"/>
                  </a:lnTo>
                  <a:lnTo>
                    <a:pt x="1199653" y="1586420"/>
                  </a:lnTo>
                  <a:lnTo>
                    <a:pt x="1199660" y="1586405"/>
                  </a:lnTo>
                  <a:lnTo>
                    <a:pt x="1199661" y="1586383"/>
                  </a:lnTo>
                  <a:lnTo>
                    <a:pt x="1199665" y="1586364"/>
                  </a:lnTo>
                  <a:lnTo>
                    <a:pt x="1199675" y="1586340"/>
                  </a:lnTo>
                  <a:lnTo>
                    <a:pt x="1199685" y="1586331"/>
                  </a:lnTo>
                  <a:lnTo>
                    <a:pt x="1199689" y="1586329"/>
                  </a:lnTo>
                  <a:lnTo>
                    <a:pt x="1199699" y="1586327"/>
                  </a:lnTo>
                  <a:lnTo>
                    <a:pt x="1199707" y="1586328"/>
                  </a:lnTo>
                  <a:lnTo>
                    <a:pt x="1199725" y="1586328"/>
                  </a:lnTo>
                  <a:lnTo>
                    <a:pt x="1199743" y="1586323"/>
                  </a:lnTo>
                  <a:lnTo>
                    <a:pt x="1199760" y="1586317"/>
                  </a:lnTo>
                  <a:lnTo>
                    <a:pt x="1199778" y="1586308"/>
                  </a:lnTo>
                  <a:lnTo>
                    <a:pt x="1199785" y="1586303"/>
                  </a:lnTo>
                  <a:lnTo>
                    <a:pt x="1199796" y="1586300"/>
                  </a:lnTo>
                  <a:lnTo>
                    <a:pt x="1199807" y="1586296"/>
                  </a:lnTo>
                  <a:lnTo>
                    <a:pt x="1199814" y="1586296"/>
                  </a:lnTo>
                  <a:lnTo>
                    <a:pt x="1199831" y="1586299"/>
                  </a:lnTo>
                  <a:lnTo>
                    <a:pt x="1199849" y="1586312"/>
                  </a:lnTo>
                  <a:lnTo>
                    <a:pt x="1199865" y="1586321"/>
                  </a:lnTo>
                  <a:lnTo>
                    <a:pt x="1199883" y="1586321"/>
                  </a:lnTo>
                  <a:lnTo>
                    <a:pt x="1199898" y="1586305"/>
                  </a:lnTo>
                  <a:lnTo>
                    <a:pt x="1199910" y="1586285"/>
                  </a:lnTo>
                  <a:lnTo>
                    <a:pt x="1199920" y="1586279"/>
                  </a:lnTo>
                  <a:lnTo>
                    <a:pt x="1199928" y="1586276"/>
                  </a:lnTo>
                  <a:lnTo>
                    <a:pt x="1199946" y="1586279"/>
                  </a:lnTo>
                  <a:lnTo>
                    <a:pt x="1199964" y="1586285"/>
                  </a:lnTo>
                  <a:lnTo>
                    <a:pt x="1199979" y="1586290"/>
                  </a:lnTo>
                  <a:lnTo>
                    <a:pt x="1199999" y="1586294"/>
                  </a:lnTo>
                  <a:lnTo>
                    <a:pt x="1200017" y="1586293"/>
                  </a:lnTo>
                  <a:lnTo>
                    <a:pt x="1200035" y="1586292"/>
                  </a:lnTo>
                  <a:lnTo>
                    <a:pt x="1200063" y="1586282"/>
                  </a:lnTo>
                  <a:lnTo>
                    <a:pt x="1200083" y="1586273"/>
                  </a:lnTo>
                  <a:lnTo>
                    <a:pt x="1200095" y="1586264"/>
                  </a:lnTo>
                  <a:lnTo>
                    <a:pt x="1200111" y="1586249"/>
                  </a:lnTo>
                  <a:lnTo>
                    <a:pt x="1200121" y="1586241"/>
                  </a:lnTo>
                  <a:lnTo>
                    <a:pt x="1200129" y="1586238"/>
                  </a:lnTo>
                  <a:lnTo>
                    <a:pt x="1200147" y="1586232"/>
                  </a:lnTo>
                  <a:lnTo>
                    <a:pt x="1200165" y="1586229"/>
                  </a:lnTo>
                  <a:lnTo>
                    <a:pt x="1200183" y="1586225"/>
                  </a:lnTo>
                  <a:lnTo>
                    <a:pt x="1200200" y="1586218"/>
                  </a:lnTo>
                  <a:lnTo>
                    <a:pt x="1200214" y="1586206"/>
                  </a:lnTo>
                  <a:lnTo>
                    <a:pt x="1200223" y="1586196"/>
                  </a:lnTo>
                  <a:lnTo>
                    <a:pt x="1200230" y="1586187"/>
                  </a:lnTo>
                  <a:lnTo>
                    <a:pt x="1200246" y="1586168"/>
                  </a:lnTo>
                  <a:lnTo>
                    <a:pt x="1200248" y="1586163"/>
                  </a:lnTo>
                  <a:lnTo>
                    <a:pt x="1200256" y="1586150"/>
                  </a:lnTo>
                  <a:lnTo>
                    <a:pt x="1200268" y="1586132"/>
                  </a:lnTo>
                  <a:lnTo>
                    <a:pt x="1200284" y="1586114"/>
                  </a:lnTo>
                  <a:lnTo>
                    <a:pt x="1200302" y="1586100"/>
                  </a:lnTo>
                  <a:lnTo>
                    <a:pt x="1200318" y="1586087"/>
                  </a:lnTo>
                  <a:lnTo>
                    <a:pt x="1200336" y="1586075"/>
                  </a:lnTo>
                  <a:lnTo>
                    <a:pt x="1200354" y="1586066"/>
                  </a:lnTo>
                  <a:lnTo>
                    <a:pt x="1200363" y="1586060"/>
                  </a:lnTo>
                  <a:lnTo>
                    <a:pt x="1200371" y="1586052"/>
                  </a:lnTo>
                  <a:lnTo>
                    <a:pt x="1200385" y="1586034"/>
                  </a:lnTo>
                  <a:lnTo>
                    <a:pt x="1200395" y="1586024"/>
                  </a:lnTo>
                  <a:lnTo>
                    <a:pt x="1200402" y="1586020"/>
                  </a:lnTo>
                  <a:lnTo>
                    <a:pt x="1200419" y="1586014"/>
                  </a:lnTo>
                  <a:lnTo>
                    <a:pt x="1200424" y="1586012"/>
                  </a:lnTo>
                  <a:lnTo>
                    <a:pt x="1200430" y="1586006"/>
                  </a:lnTo>
                  <a:lnTo>
                    <a:pt x="1200436" y="1585995"/>
                  </a:lnTo>
                  <a:lnTo>
                    <a:pt x="1200445" y="1585985"/>
                  </a:lnTo>
                  <a:lnTo>
                    <a:pt x="1200451" y="1585981"/>
                  </a:lnTo>
                  <a:lnTo>
                    <a:pt x="1200472" y="1585967"/>
                  </a:lnTo>
                  <a:lnTo>
                    <a:pt x="1200478" y="1585961"/>
                  </a:lnTo>
                  <a:lnTo>
                    <a:pt x="1200483" y="1585954"/>
                  </a:lnTo>
                  <a:lnTo>
                    <a:pt x="1200492" y="1585940"/>
                  </a:lnTo>
                  <a:lnTo>
                    <a:pt x="1200497" y="1585937"/>
                  </a:lnTo>
                  <a:lnTo>
                    <a:pt x="1200514" y="1585924"/>
                  </a:lnTo>
                  <a:lnTo>
                    <a:pt x="1200522" y="1585921"/>
                  </a:lnTo>
                  <a:lnTo>
                    <a:pt x="1200532" y="1585917"/>
                  </a:lnTo>
                  <a:lnTo>
                    <a:pt x="1200549" y="1585916"/>
                  </a:lnTo>
                  <a:lnTo>
                    <a:pt x="1200563" y="1585918"/>
                  </a:lnTo>
                  <a:lnTo>
                    <a:pt x="1200568" y="1585921"/>
                  </a:lnTo>
                  <a:lnTo>
                    <a:pt x="1200586" y="1585923"/>
                  </a:lnTo>
                  <a:lnTo>
                    <a:pt x="1200603" y="1585923"/>
                  </a:lnTo>
                  <a:lnTo>
                    <a:pt x="1200619" y="1585919"/>
                  </a:lnTo>
                  <a:lnTo>
                    <a:pt x="1200629" y="1585910"/>
                  </a:lnTo>
                  <a:lnTo>
                    <a:pt x="1200633" y="1585902"/>
                  </a:lnTo>
                  <a:lnTo>
                    <a:pt x="1200641" y="1585882"/>
                  </a:lnTo>
                  <a:lnTo>
                    <a:pt x="1200643" y="1585875"/>
                  </a:lnTo>
                  <a:lnTo>
                    <a:pt x="1200651" y="1585864"/>
                  </a:lnTo>
                  <a:lnTo>
                    <a:pt x="1200666" y="1585848"/>
                  </a:lnTo>
                  <a:lnTo>
                    <a:pt x="1200684" y="1585840"/>
                  </a:lnTo>
                  <a:lnTo>
                    <a:pt x="1200700" y="1585831"/>
                  </a:lnTo>
                  <a:lnTo>
                    <a:pt x="1200707" y="1585818"/>
                  </a:lnTo>
                  <a:lnTo>
                    <a:pt x="1200708" y="1585811"/>
                  </a:lnTo>
                  <a:lnTo>
                    <a:pt x="1200713" y="1585792"/>
                  </a:lnTo>
                  <a:lnTo>
                    <a:pt x="1200720" y="1585779"/>
                  </a:lnTo>
                  <a:lnTo>
                    <a:pt x="1200725" y="1585773"/>
                  </a:lnTo>
                  <a:lnTo>
                    <a:pt x="1200735" y="1585761"/>
                  </a:lnTo>
                  <a:lnTo>
                    <a:pt x="1200741" y="1585757"/>
                  </a:lnTo>
                  <a:lnTo>
                    <a:pt x="1200759" y="1585747"/>
                  </a:lnTo>
                  <a:lnTo>
                    <a:pt x="1200770" y="1585743"/>
                  </a:lnTo>
                  <a:lnTo>
                    <a:pt x="1200777" y="1585743"/>
                  </a:lnTo>
                  <a:lnTo>
                    <a:pt x="1200794" y="1585748"/>
                  </a:lnTo>
                  <a:lnTo>
                    <a:pt x="1200801" y="1585748"/>
                  </a:lnTo>
                  <a:lnTo>
                    <a:pt x="1200813" y="1585750"/>
                  </a:lnTo>
                  <a:lnTo>
                    <a:pt x="1200820" y="1585750"/>
                  </a:lnTo>
                  <a:lnTo>
                    <a:pt x="1200824" y="1585748"/>
                  </a:lnTo>
                  <a:lnTo>
                    <a:pt x="1200830" y="1585741"/>
                  </a:lnTo>
                  <a:lnTo>
                    <a:pt x="1200838" y="1585732"/>
                  </a:lnTo>
                  <a:lnTo>
                    <a:pt x="1200842" y="1585723"/>
                  </a:lnTo>
                  <a:lnTo>
                    <a:pt x="1200853" y="1585704"/>
                  </a:lnTo>
                  <a:lnTo>
                    <a:pt x="1200862" y="1585686"/>
                  </a:lnTo>
                  <a:lnTo>
                    <a:pt x="1200868" y="1585667"/>
                  </a:lnTo>
                  <a:lnTo>
                    <a:pt x="1200871" y="1585658"/>
                  </a:lnTo>
                  <a:lnTo>
                    <a:pt x="1200874" y="1585649"/>
                  </a:lnTo>
                  <a:lnTo>
                    <a:pt x="1200880" y="1585631"/>
                  </a:lnTo>
                  <a:lnTo>
                    <a:pt x="1200887" y="1585614"/>
                  </a:lnTo>
                  <a:lnTo>
                    <a:pt x="1200894" y="1585606"/>
                  </a:lnTo>
                  <a:lnTo>
                    <a:pt x="1200901" y="1585601"/>
                  </a:lnTo>
                  <a:lnTo>
                    <a:pt x="1200923" y="1585591"/>
                  </a:lnTo>
                  <a:lnTo>
                    <a:pt x="1200941" y="1585583"/>
                  </a:lnTo>
                  <a:lnTo>
                    <a:pt x="1200959" y="1585575"/>
                  </a:lnTo>
                  <a:lnTo>
                    <a:pt x="1200994" y="1585556"/>
                  </a:lnTo>
                  <a:lnTo>
                    <a:pt x="1201012" y="1585546"/>
                  </a:lnTo>
                  <a:lnTo>
                    <a:pt x="1201048" y="1585528"/>
                  </a:lnTo>
                  <a:lnTo>
                    <a:pt x="1201065" y="1585518"/>
                  </a:lnTo>
                  <a:lnTo>
                    <a:pt x="1201083" y="1585508"/>
                  </a:lnTo>
                  <a:lnTo>
                    <a:pt x="1201101" y="1585498"/>
                  </a:lnTo>
                  <a:lnTo>
                    <a:pt x="1201136" y="1585477"/>
                  </a:lnTo>
                  <a:lnTo>
                    <a:pt x="1201150" y="1585470"/>
                  </a:lnTo>
                  <a:lnTo>
                    <a:pt x="1201157" y="1585464"/>
                  </a:lnTo>
                  <a:lnTo>
                    <a:pt x="1201163" y="1585454"/>
                  </a:lnTo>
                  <a:lnTo>
                    <a:pt x="1201166" y="1585449"/>
                  </a:lnTo>
                  <a:lnTo>
                    <a:pt x="1201169" y="1585430"/>
                  </a:lnTo>
                  <a:lnTo>
                    <a:pt x="1201170" y="1585412"/>
                  </a:lnTo>
                  <a:lnTo>
                    <a:pt x="1201169" y="1585393"/>
                  </a:lnTo>
                  <a:lnTo>
                    <a:pt x="1201168" y="1585375"/>
                  </a:lnTo>
                  <a:lnTo>
                    <a:pt x="1201167" y="1585356"/>
                  </a:lnTo>
                  <a:lnTo>
                    <a:pt x="1201169" y="1585336"/>
                  </a:lnTo>
                  <a:lnTo>
                    <a:pt x="1201174" y="1585320"/>
                  </a:lnTo>
                  <a:lnTo>
                    <a:pt x="1201180" y="1585301"/>
                  </a:lnTo>
                  <a:lnTo>
                    <a:pt x="1201187" y="1585280"/>
                  </a:lnTo>
                  <a:lnTo>
                    <a:pt x="1201194" y="1585264"/>
                  </a:lnTo>
                  <a:lnTo>
                    <a:pt x="1201203" y="1585245"/>
                  </a:lnTo>
                  <a:lnTo>
                    <a:pt x="1201216" y="1585229"/>
                  </a:lnTo>
                  <a:lnTo>
                    <a:pt x="1201233" y="1585217"/>
                  </a:lnTo>
                  <a:lnTo>
                    <a:pt x="1201251" y="1585203"/>
                  </a:lnTo>
                  <a:lnTo>
                    <a:pt x="1201268" y="1585191"/>
                  </a:lnTo>
                  <a:lnTo>
                    <a:pt x="1201286" y="1585180"/>
                  </a:lnTo>
                  <a:lnTo>
                    <a:pt x="1201304" y="1585169"/>
                  </a:lnTo>
                  <a:lnTo>
                    <a:pt x="1201321" y="1585156"/>
                  </a:lnTo>
                  <a:lnTo>
                    <a:pt x="1201338" y="1585142"/>
                  </a:lnTo>
                  <a:lnTo>
                    <a:pt x="1201355" y="1585124"/>
                  </a:lnTo>
                  <a:lnTo>
                    <a:pt x="1201359" y="1585116"/>
                  </a:lnTo>
                  <a:lnTo>
                    <a:pt x="1201362" y="1585106"/>
                  </a:lnTo>
                  <a:lnTo>
                    <a:pt x="1201362" y="1585087"/>
                  </a:lnTo>
                  <a:lnTo>
                    <a:pt x="1201361" y="1585069"/>
                  </a:lnTo>
                  <a:lnTo>
                    <a:pt x="1201357" y="1585051"/>
                  </a:lnTo>
                  <a:lnTo>
                    <a:pt x="1201354" y="1585032"/>
                  </a:lnTo>
                  <a:lnTo>
                    <a:pt x="1201358" y="1585014"/>
                  </a:lnTo>
                  <a:lnTo>
                    <a:pt x="1201363" y="1585003"/>
                  </a:lnTo>
                  <a:lnTo>
                    <a:pt x="1201364" y="1584995"/>
                  </a:lnTo>
                  <a:lnTo>
                    <a:pt x="1201365" y="1584988"/>
                  </a:lnTo>
                  <a:lnTo>
                    <a:pt x="1201363" y="1584982"/>
                  </a:lnTo>
                  <a:lnTo>
                    <a:pt x="1201360" y="1584977"/>
                  </a:lnTo>
                  <a:lnTo>
                    <a:pt x="1201355" y="1584966"/>
                  </a:lnTo>
                  <a:lnTo>
                    <a:pt x="1201347" y="1584958"/>
                  </a:lnTo>
                  <a:lnTo>
                    <a:pt x="1201330" y="1584943"/>
                  </a:lnTo>
                  <a:lnTo>
                    <a:pt x="1201312" y="1584931"/>
                  </a:lnTo>
                  <a:lnTo>
                    <a:pt x="1201294" y="1584918"/>
                  </a:lnTo>
                  <a:lnTo>
                    <a:pt x="1201277" y="1584909"/>
                  </a:lnTo>
                  <a:lnTo>
                    <a:pt x="1201273" y="1584905"/>
                  </a:lnTo>
                  <a:lnTo>
                    <a:pt x="1201259" y="1584898"/>
                  </a:lnTo>
                  <a:lnTo>
                    <a:pt x="1201233" y="1584876"/>
                  </a:lnTo>
                  <a:lnTo>
                    <a:pt x="1201229" y="1584873"/>
                  </a:lnTo>
                  <a:lnTo>
                    <a:pt x="1201219" y="1584858"/>
                  </a:lnTo>
                  <a:lnTo>
                    <a:pt x="1201215" y="1584846"/>
                  </a:lnTo>
                  <a:lnTo>
                    <a:pt x="1201217" y="1584831"/>
                  </a:lnTo>
                  <a:lnTo>
                    <a:pt x="1201218" y="1584819"/>
                  </a:lnTo>
                  <a:lnTo>
                    <a:pt x="1201218" y="1584794"/>
                  </a:lnTo>
                  <a:lnTo>
                    <a:pt x="1201213" y="1584776"/>
                  </a:lnTo>
                  <a:lnTo>
                    <a:pt x="1201209" y="1584768"/>
                  </a:lnTo>
                  <a:lnTo>
                    <a:pt x="1201203" y="1584757"/>
                  </a:lnTo>
                  <a:lnTo>
                    <a:pt x="1201196" y="1584739"/>
                  </a:lnTo>
                  <a:lnTo>
                    <a:pt x="1201191" y="1584720"/>
                  </a:lnTo>
                  <a:lnTo>
                    <a:pt x="1201191" y="1584702"/>
                  </a:lnTo>
                  <a:lnTo>
                    <a:pt x="1201191" y="1584683"/>
                  </a:lnTo>
                  <a:lnTo>
                    <a:pt x="1201193" y="1584665"/>
                  </a:lnTo>
                  <a:lnTo>
                    <a:pt x="1201197" y="1584646"/>
                  </a:lnTo>
                  <a:lnTo>
                    <a:pt x="1201204" y="1584628"/>
                  </a:lnTo>
                  <a:lnTo>
                    <a:pt x="1201216" y="1584609"/>
                  </a:lnTo>
                  <a:lnTo>
                    <a:pt x="1201231" y="1584591"/>
                  </a:lnTo>
                  <a:lnTo>
                    <a:pt x="1201246" y="1584576"/>
                  </a:lnTo>
                  <a:lnTo>
                    <a:pt x="1201255" y="1584567"/>
                  </a:lnTo>
                  <a:lnTo>
                    <a:pt x="1201261" y="1584559"/>
                  </a:lnTo>
                  <a:lnTo>
                    <a:pt x="1201269" y="1584544"/>
                  </a:lnTo>
                  <a:lnTo>
                    <a:pt x="1201279" y="1584516"/>
                  </a:lnTo>
                  <a:lnTo>
                    <a:pt x="1201285" y="1584500"/>
                  </a:lnTo>
                  <a:lnTo>
                    <a:pt x="1201290" y="1584481"/>
                  </a:lnTo>
                  <a:lnTo>
                    <a:pt x="1201297" y="1584462"/>
                  </a:lnTo>
                  <a:lnTo>
                    <a:pt x="1201309" y="1584444"/>
                  </a:lnTo>
                  <a:lnTo>
                    <a:pt x="1201323" y="1584425"/>
                  </a:lnTo>
                  <a:lnTo>
                    <a:pt x="1201338" y="1584407"/>
                  </a:lnTo>
                  <a:lnTo>
                    <a:pt x="1201347" y="1584397"/>
                  </a:lnTo>
                  <a:lnTo>
                    <a:pt x="1201358" y="1584389"/>
                  </a:lnTo>
                  <a:lnTo>
                    <a:pt x="1201372" y="1584383"/>
                  </a:lnTo>
                  <a:lnTo>
                    <a:pt x="1201390" y="1584377"/>
                  </a:lnTo>
                  <a:lnTo>
                    <a:pt x="1201400" y="1584370"/>
                  </a:lnTo>
                  <a:lnTo>
                    <a:pt x="1201407" y="1584368"/>
                  </a:lnTo>
                  <a:lnTo>
                    <a:pt x="1201425" y="1584363"/>
                  </a:lnTo>
                  <a:lnTo>
                    <a:pt x="1201443" y="1584364"/>
                  </a:lnTo>
                  <a:lnTo>
                    <a:pt x="1201460" y="1584365"/>
                  </a:lnTo>
                  <a:lnTo>
                    <a:pt x="1201479" y="1584366"/>
                  </a:lnTo>
                  <a:lnTo>
                    <a:pt x="1201496" y="1584364"/>
                  </a:lnTo>
                  <a:lnTo>
                    <a:pt x="1201514" y="1584359"/>
                  </a:lnTo>
                  <a:lnTo>
                    <a:pt x="1201531" y="1584345"/>
                  </a:lnTo>
                  <a:lnTo>
                    <a:pt x="1201541" y="1584340"/>
                  </a:lnTo>
                  <a:lnTo>
                    <a:pt x="1201563" y="1584329"/>
                  </a:lnTo>
                  <a:lnTo>
                    <a:pt x="1201574" y="1584325"/>
                  </a:lnTo>
                  <a:lnTo>
                    <a:pt x="1201583" y="1584321"/>
                  </a:lnTo>
                  <a:lnTo>
                    <a:pt x="1201590" y="1584318"/>
                  </a:lnTo>
                  <a:lnTo>
                    <a:pt x="1201599" y="1584314"/>
                  </a:lnTo>
                  <a:lnTo>
                    <a:pt x="1201607" y="1584309"/>
                  </a:lnTo>
                  <a:lnTo>
                    <a:pt x="1201615" y="1584307"/>
                  </a:lnTo>
                  <a:lnTo>
                    <a:pt x="1201630" y="1584308"/>
                  </a:lnTo>
                  <a:lnTo>
                    <a:pt x="1201643" y="1584308"/>
                  </a:lnTo>
                  <a:lnTo>
                    <a:pt x="1201660" y="1584309"/>
                  </a:lnTo>
                  <a:lnTo>
                    <a:pt x="1201678" y="1584306"/>
                  </a:lnTo>
                  <a:lnTo>
                    <a:pt x="1201696" y="1584298"/>
                  </a:lnTo>
                  <a:lnTo>
                    <a:pt x="1201714" y="1584288"/>
                  </a:lnTo>
                  <a:lnTo>
                    <a:pt x="1201731" y="1584277"/>
                  </a:lnTo>
                  <a:lnTo>
                    <a:pt x="1201749" y="1584266"/>
                  </a:lnTo>
                  <a:lnTo>
                    <a:pt x="1201767" y="1584254"/>
                  </a:lnTo>
                  <a:lnTo>
                    <a:pt x="1201785" y="1584244"/>
                  </a:lnTo>
                  <a:lnTo>
                    <a:pt x="1201802" y="1584237"/>
                  </a:lnTo>
                  <a:lnTo>
                    <a:pt x="1201820" y="1584234"/>
                  </a:lnTo>
                  <a:lnTo>
                    <a:pt x="1201838" y="1584235"/>
                  </a:lnTo>
                  <a:lnTo>
                    <a:pt x="1201852" y="1584235"/>
                  </a:lnTo>
                  <a:lnTo>
                    <a:pt x="1201866" y="1584231"/>
                  </a:lnTo>
                  <a:lnTo>
                    <a:pt x="1201873" y="1584229"/>
                  </a:lnTo>
                  <a:lnTo>
                    <a:pt x="1201886" y="1584220"/>
                  </a:lnTo>
                  <a:lnTo>
                    <a:pt x="1201891" y="1584217"/>
                  </a:lnTo>
                  <a:lnTo>
                    <a:pt x="1201899" y="1584210"/>
                  </a:lnTo>
                  <a:lnTo>
                    <a:pt x="1201909" y="1584203"/>
                  </a:lnTo>
                  <a:lnTo>
                    <a:pt x="1201916" y="1584200"/>
                  </a:lnTo>
                  <a:lnTo>
                    <a:pt x="1201925" y="1584198"/>
                  </a:lnTo>
                  <a:lnTo>
                    <a:pt x="1201939" y="1584201"/>
                  </a:lnTo>
                  <a:lnTo>
                    <a:pt x="1201953" y="1584201"/>
                  </a:lnTo>
                  <a:lnTo>
                    <a:pt x="1201962" y="1584198"/>
                  </a:lnTo>
                  <a:lnTo>
                    <a:pt x="1201980" y="1584188"/>
                  </a:lnTo>
                  <a:lnTo>
                    <a:pt x="1201997" y="1584177"/>
                  </a:lnTo>
                  <a:lnTo>
                    <a:pt x="1202014" y="1584162"/>
                  </a:lnTo>
                  <a:lnTo>
                    <a:pt x="1202030" y="1584146"/>
                  </a:lnTo>
                  <a:lnTo>
                    <a:pt x="1202042" y="1584133"/>
                  </a:lnTo>
                  <a:lnTo>
                    <a:pt x="1202048" y="1584123"/>
                  </a:lnTo>
                  <a:lnTo>
                    <a:pt x="1202056" y="1584108"/>
                  </a:lnTo>
                  <a:lnTo>
                    <a:pt x="1202059" y="1584096"/>
                  </a:lnTo>
                  <a:lnTo>
                    <a:pt x="1202057" y="1584081"/>
                  </a:lnTo>
                  <a:lnTo>
                    <a:pt x="1202050" y="1584060"/>
                  </a:lnTo>
                  <a:lnTo>
                    <a:pt x="1202044" y="1584049"/>
                  </a:lnTo>
                  <a:lnTo>
                    <a:pt x="1202042" y="1584039"/>
                  </a:lnTo>
                  <a:lnTo>
                    <a:pt x="1202040" y="1584032"/>
                  </a:lnTo>
                  <a:lnTo>
                    <a:pt x="1202043" y="1584025"/>
                  </a:lnTo>
                  <a:lnTo>
                    <a:pt x="1202048" y="1584020"/>
                  </a:lnTo>
                  <a:lnTo>
                    <a:pt x="1202067" y="1584003"/>
                  </a:lnTo>
                  <a:lnTo>
                    <a:pt x="1202085" y="1583991"/>
                  </a:lnTo>
                  <a:lnTo>
                    <a:pt x="1202094" y="1583984"/>
                  </a:lnTo>
                  <a:lnTo>
                    <a:pt x="1202102" y="1583976"/>
                  </a:lnTo>
                  <a:lnTo>
                    <a:pt x="1202112" y="1583968"/>
                  </a:lnTo>
                  <a:lnTo>
                    <a:pt x="1202119" y="1583960"/>
                  </a:lnTo>
                  <a:lnTo>
                    <a:pt x="1202132" y="1583942"/>
                  </a:lnTo>
                  <a:lnTo>
                    <a:pt x="1202144" y="1583923"/>
                  </a:lnTo>
                  <a:lnTo>
                    <a:pt x="1202151" y="1583912"/>
                  </a:lnTo>
                  <a:lnTo>
                    <a:pt x="1202158" y="1583907"/>
                  </a:lnTo>
                  <a:lnTo>
                    <a:pt x="1202170" y="1583906"/>
                  </a:lnTo>
                  <a:lnTo>
                    <a:pt x="1202176" y="1583908"/>
                  </a:lnTo>
                  <a:lnTo>
                    <a:pt x="1202191" y="1583913"/>
                  </a:lnTo>
                  <a:lnTo>
                    <a:pt x="1202209" y="1583911"/>
                  </a:lnTo>
                  <a:lnTo>
                    <a:pt x="1202224" y="1583902"/>
                  </a:lnTo>
                  <a:lnTo>
                    <a:pt x="1202229" y="1583897"/>
                  </a:lnTo>
                  <a:lnTo>
                    <a:pt x="1202246" y="1583880"/>
                  </a:lnTo>
                  <a:lnTo>
                    <a:pt x="1202261" y="1583861"/>
                  </a:lnTo>
                  <a:lnTo>
                    <a:pt x="1202273" y="1583849"/>
                  </a:lnTo>
                  <a:lnTo>
                    <a:pt x="1202275" y="1583844"/>
                  </a:lnTo>
                  <a:lnTo>
                    <a:pt x="1202290" y="1583827"/>
                  </a:lnTo>
                  <a:lnTo>
                    <a:pt x="1202306" y="1583810"/>
                  </a:lnTo>
                  <a:lnTo>
                    <a:pt x="1202324" y="1583794"/>
                  </a:lnTo>
                  <a:lnTo>
                    <a:pt x="1202341" y="1583782"/>
                  </a:lnTo>
                  <a:lnTo>
                    <a:pt x="1202358" y="1583770"/>
                  </a:lnTo>
                  <a:lnTo>
                    <a:pt x="1202366" y="1583764"/>
                  </a:lnTo>
                  <a:lnTo>
                    <a:pt x="1202374" y="1583754"/>
                  </a:lnTo>
                  <a:lnTo>
                    <a:pt x="1202384" y="1583748"/>
                  </a:lnTo>
                  <a:lnTo>
                    <a:pt x="1202392" y="1583739"/>
                  </a:lnTo>
                  <a:lnTo>
                    <a:pt x="1202409" y="1583723"/>
                  </a:lnTo>
                  <a:lnTo>
                    <a:pt x="1202424" y="1583706"/>
                  </a:lnTo>
                  <a:lnTo>
                    <a:pt x="1202439" y="1583691"/>
                  </a:lnTo>
                  <a:lnTo>
                    <a:pt x="1202450" y="1583679"/>
                  </a:lnTo>
                  <a:lnTo>
                    <a:pt x="1202490" y="1583613"/>
                  </a:lnTo>
                  <a:lnTo>
                    <a:pt x="1202500" y="1583598"/>
                  </a:lnTo>
                  <a:lnTo>
                    <a:pt x="1202503" y="1583594"/>
                  </a:lnTo>
                  <a:lnTo>
                    <a:pt x="1202512" y="1583579"/>
                  </a:lnTo>
                  <a:lnTo>
                    <a:pt x="1202526" y="1583559"/>
                  </a:lnTo>
                  <a:lnTo>
                    <a:pt x="1202536" y="1583540"/>
                  </a:lnTo>
                  <a:lnTo>
                    <a:pt x="1202547" y="1583522"/>
                  </a:lnTo>
                  <a:lnTo>
                    <a:pt x="1202560" y="1583504"/>
                  </a:lnTo>
                  <a:lnTo>
                    <a:pt x="1202572" y="1583485"/>
                  </a:lnTo>
                  <a:lnTo>
                    <a:pt x="1202584" y="1583467"/>
                  </a:lnTo>
                  <a:lnTo>
                    <a:pt x="1202601" y="1583428"/>
                  </a:lnTo>
                  <a:lnTo>
                    <a:pt x="1202617" y="1583410"/>
                  </a:lnTo>
                  <a:lnTo>
                    <a:pt x="1202633" y="1583391"/>
                  </a:lnTo>
                  <a:lnTo>
                    <a:pt x="1202649" y="1583373"/>
                  </a:lnTo>
                  <a:lnTo>
                    <a:pt x="1202656" y="1583363"/>
                  </a:lnTo>
                  <a:lnTo>
                    <a:pt x="1202659" y="1583354"/>
                  </a:lnTo>
                  <a:lnTo>
                    <a:pt x="1202666" y="1583336"/>
                  </a:lnTo>
                  <a:lnTo>
                    <a:pt x="1202670" y="1583317"/>
                  </a:lnTo>
                  <a:lnTo>
                    <a:pt x="1202670" y="1583309"/>
                  </a:lnTo>
                  <a:lnTo>
                    <a:pt x="1202673" y="1583299"/>
                  </a:lnTo>
                  <a:lnTo>
                    <a:pt x="1202676" y="1583280"/>
                  </a:lnTo>
                  <a:lnTo>
                    <a:pt x="1202678" y="1583262"/>
                  </a:lnTo>
                  <a:lnTo>
                    <a:pt x="1202678" y="1583251"/>
                  </a:lnTo>
                  <a:lnTo>
                    <a:pt x="1202677" y="1583239"/>
                  </a:lnTo>
                  <a:lnTo>
                    <a:pt x="1202677" y="1583223"/>
                  </a:lnTo>
                  <a:lnTo>
                    <a:pt x="1202678" y="1583206"/>
                  </a:lnTo>
                  <a:lnTo>
                    <a:pt x="1202679" y="1583188"/>
                  </a:lnTo>
                  <a:lnTo>
                    <a:pt x="1202680" y="1583177"/>
                  </a:lnTo>
                  <a:lnTo>
                    <a:pt x="1202679" y="1583170"/>
                  </a:lnTo>
                  <a:lnTo>
                    <a:pt x="1202678" y="1583151"/>
                  </a:lnTo>
                  <a:lnTo>
                    <a:pt x="1202677" y="1583132"/>
                  </a:lnTo>
                  <a:lnTo>
                    <a:pt x="1202675" y="1583114"/>
                  </a:lnTo>
                  <a:lnTo>
                    <a:pt x="1202667" y="1583095"/>
                  </a:lnTo>
                  <a:lnTo>
                    <a:pt x="1202660" y="1583081"/>
                  </a:lnTo>
                  <a:lnTo>
                    <a:pt x="1202657" y="1583074"/>
                  </a:lnTo>
                  <a:lnTo>
                    <a:pt x="1202638" y="1583046"/>
                  </a:lnTo>
                  <a:lnTo>
                    <a:pt x="1202632" y="1583039"/>
                  </a:lnTo>
                  <a:lnTo>
                    <a:pt x="1202619" y="1583020"/>
                  </a:lnTo>
                  <a:lnTo>
                    <a:pt x="1202603" y="1583004"/>
                  </a:lnTo>
                  <a:lnTo>
                    <a:pt x="1202588" y="1582990"/>
                  </a:lnTo>
                  <a:lnTo>
                    <a:pt x="1202580" y="1582982"/>
                  </a:lnTo>
                  <a:lnTo>
                    <a:pt x="1202574" y="1582974"/>
                  </a:lnTo>
                  <a:lnTo>
                    <a:pt x="1202572" y="1582965"/>
                  </a:lnTo>
                  <a:lnTo>
                    <a:pt x="1202572" y="1582955"/>
                  </a:lnTo>
                  <a:lnTo>
                    <a:pt x="1202574" y="1582945"/>
                  </a:lnTo>
                  <a:lnTo>
                    <a:pt x="1202579" y="1582936"/>
                  </a:lnTo>
                  <a:lnTo>
                    <a:pt x="1202581" y="1582926"/>
                  </a:lnTo>
                  <a:lnTo>
                    <a:pt x="1202585" y="1582918"/>
                  </a:lnTo>
                  <a:lnTo>
                    <a:pt x="1202593" y="1582899"/>
                  </a:lnTo>
                  <a:lnTo>
                    <a:pt x="1202596" y="1582891"/>
                  </a:lnTo>
                  <a:lnTo>
                    <a:pt x="1202601" y="1582872"/>
                  </a:lnTo>
                  <a:lnTo>
                    <a:pt x="1202605" y="1582851"/>
                  </a:lnTo>
                  <a:lnTo>
                    <a:pt x="1202602" y="1582833"/>
                  </a:lnTo>
                  <a:lnTo>
                    <a:pt x="1202592" y="1582814"/>
                  </a:lnTo>
                  <a:lnTo>
                    <a:pt x="1202583" y="1582802"/>
                  </a:lnTo>
                  <a:lnTo>
                    <a:pt x="1202577" y="1582798"/>
                  </a:lnTo>
                  <a:lnTo>
                    <a:pt x="1202559" y="1582787"/>
                  </a:lnTo>
                  <a:lnTo>
                    <a:pt x="1202542" y="1582784"/>
                  </a:lnTo>
                  <a:lnTo>
                    <a:pt x="1202524" y="1582782"/>
                  </a:lnTo>
                  <a:lnTo>
                    <a:pt x="1202506" y="1582782"/>
                  </a:lnTo>
                  <a:lnTo>
                    <a:pt x="1202489" y="1582785"/>
                  </a:lnTo>
                  <a:lnTo>
                    <a:pt x="1202471" y="1582790"/>
                  </a:lnTo>
                  <a:lnTo>
                    <a:pt x="1202453" y="1582794"/>
                  </a:lnTo>
                  <a:lnTo>
                    <a:pt x="1202435" y="1582795"/>
                  </a:lnTo>
                  <a:lnTo>
                    <a:pt x="1202417" y="1582795"/>
                  </a:lnTo>
                  <a:lnTo>
                    <a:pt x="1202400" y="1582795"/>
                  </a:lnTo>
                  <a:lnTo>
                    <a:pt x="1202382" y="1582794"/>
                  </a:lnTo>
                  <a:lnTo>
                    <a:pt x="1202370" y="1582794"/>
                  </a:lnTo>
                  <a:lnTo>
                    <a:pt x="1202364" y="1582791"/>
                  </a:lnTo>
                  <a:lnTo>
                    <a:pt x="1202347" y="1582789"/>
                  </a:lnTo>
                  <a:lnTo>
                    <a:pt x="1202329" y="1582785"/>
                  </a:lnTo>
                  <a:lnTo>
                    <a:pt x="1202319" y="1582783"/>
                  </a:lnTo>
                  <a:lnTo>
                    <a:pt x="1202311" y="1582778"/>
                  </a:lnTo>
                  <a:lnTo>
                    <a:pt x="1202279" y="1582758"/>
                  </a:lnTo>
                  <a:lnTo>
                    <a:pt x="1202268" y="1582748"/>
                  </a:lnTo>
                  <a:lnTo>
                    <a:pt x="1202271" y="1582737"/>
                  </a:lnTo>
                  <a:lnTo>
                    <a:pt x="1202281" y="1582726"/>
                  </a:lnTo>
                  <a:lnTo>
                    <a:pt x="1202294" y="1582712"/>
                  </a:lnTo>
                  <a:lnTo>
                    <a:pt x="1202306" y="1582694"/>
                  </a:lnTo>
                  <a:lnTo>
                    <a:pt x="1202316" y="1582682"/>
                  </a:lnTo>
                  <a:lnTo>
                    <a:pt x="1202318" y="1582675"/>
                  </a:lnTo>
                  <a:lnTo>
                    <a:pt x="1202332" y="1582657"/>
                  </a:lnTo>
                  <a:lnTo>
                    <a:pt x="1202345" y="1582638"/>
                  </a:lnTo>
                  <a:lnTo>
                    <a:pt x="1202358" y="1582620"/>
                  </a:lnTo>
                  <a:lnTo>
                    <a:pt x="1202370" y="1582603"/>
                  </a:lnTo>
                  <a:lnTo>
                    <a:pt x="1202375" y="1582596"/>
                  </a:lnTo>
                  <a:lnTo>
                    <a:pt x="1202382" y="1582583"/>
                  </a:lnTo>
                  <a:lnTo>
                    <a:pt x="1202394" y="1582566"/>
                  </a:lnTo>
                  <a:lnTo>
                    <a:pt x="1202403" y="1582548"/>
                  </a:lnTo>
                  <a:lnTo>
                    <a:pt x="1202412" y="1582528"/>
                  </a:lnTo>
                  <a:lnTo>
                    <a:pt x="1202419" y="1582511"/>
                  </a:lnTo>
                  <a:lnTo>
                    <a:pt x="1202425" y="1582493"/>
                  </a:lnTo>
                  <a:lnTo>
                    <a:pt x="1202429" y="1582482"/>
                  </a:lnTo>
                  <a:lnTo>
                    <a:pt x="1202434" y="1582466"/>
                  </a:lnTo>
                  <a:lnTo>
                    <a:pt x="1202439" y="1582456"/>
                  </a:lnTo>
                  <a:lnTo>
                    <a:pt x="1202443" y="1582442"/>
                  </a:lnTo>
                  <a:lnTo>
                    <a:pt x="1202447" y="1582437"/>
                  </a:lnTo>
                  <a:lnTo>
                    <a:pt x="1202453" y="1582421"/>
                  </a:lnTo>
                  <a:lnTo>
                    <a:pt x="1202462" y="1582378"/>
                  </a:lnTo>
                  <a:lnTo>
                    <a:pt x="1202461" y="1582360"/>
                  </a:lnTo>
                  <a:lnTo>
                    <a:pt x="1202457" y="1582343"/>
                  </a:lnTo>
                  <a:lnTo>
                    <a:pt x="1202445" y="1582323"/>
                  </a:lnTo>
                  <a:lnTo>
                    <a:pt x="1202436" y="1582309"/>
                  </a:lnTo>
                  <a:lnTo>
                    <a:pt x="1202408" y="1582282"/>
                  </a:lnTo>
                  <a:lnTo>
                    <a:pt x="1202403" y="1582280"/>
                  </a:lnTo>
                  <a:lnTo>
                    <a:pt x="1202386" y="1582265"/>
                  </a:lnTo>
                  <a:lnTo>
                    <a:pt x="1202368" y="1582255"/>
                  </a:lnTo>
                  <a:lnTo>
                    <a:pt x="1202364" y="1582250"/>
                  </a:lnTo>
                  <a:lnTo>
                    <a:pt x="1202351" y="1582243"/>
                  </a:lnTo>
                  <a:lnTo>
                    <a:pt x="1202344" y="1582239"/>
                  </a:lnTo>
                  <a:lnTo>
                    <a:pt x="1202338" y="1582239"/>
                  </a:lnTo>
                  <a:lnTo>
                    <a:pt x="1202327" y="1582210"/>
                  </a:lnTo>
                  <a:lnTo>
                    <a:pt x="1202325" y="1582205"/>
                  </a:lnTo>
                  <a:lnTo>
                    <a:pt x="1202317" y="1582187"/>
                  </a:lnTo>
                  <a:lnTo>
                    <a:pt x="1202314" y="1582169"/>
                  </a:lnTo>
                  <a:lnTo>
                    <a:pt x="1202299" y="1582147"/>
                  </a:lnTo>
                  <a:lnTo>
                    <a:pt x="1202289" y="1582128"/>
                  </a:lnTo>
                  <a:lnTo>
                    <a:pt x="1202283" y="1582111"/>
                  </a:lnTo>
                  <a:lnTo>
                    <a:pt x="1202277" y="1582092"/>
                  </a:lnTo>
                  <a:lnTo>
                    <a:pt x="1202271" y="1582073"/>
                  </a:lnTo>
                  <a:lnTo>
                    <a:pt x="1202264" y="1582051"/>
                  </a:lnTo>
                  <a:lnTo>
                    <a:pt x="1202261" y="1582034"/>
                  </a:lnTo>
                  <a:lnTo>
                    <a:pt x="1202260" y="1582024"/>
                  </a:lnTo>
                  <a:lnTo>
                    <a:pt x="1202258" y="1582008"/>
                  </a:lnTo>
                  <a:lnTo>
                    <a:pt x="1202257" y="1581990"/>
                  </a:lnTo>
                  <a:lnTo>
                    <a:pt x="1202256" y="1581972"/>
                  </a:lnTo>
                  <a:lnTo>
                    <a:pt x="1202258" y="1581953"/>
                  </a:lnTo>
                  <a:lnTo>
                    <a:pt x="1202261" y="1581944"/>
                  </a:lnTo>
                  <a:lnTo>
                    <a:pt x="1202263" y="1581924"/>
                  </a:lnTo>
                  <a:lnTo>
                    <a:pt x="1202262" y="1581919"/>
                  </a:lnTo>
                  <a:lnTo>
                    <a:pt x="1202261" y="1581897"/>
                  </a:lnTo>
                  <a:lnTo>
                    <a:pt x="1202257" y="1581859"/>
                  </a:lnTo>
                  <a:lnTo>
                    <a:pt x="1202257" y="1581849"/>
                  </a:lnTo>
                  <a:lnTo>
                    <a:pt x="1202254" y="1581840"/>
                  </a:lnTo>
                  <a:lnTo>
                    <a:pt x="1202254" y="1581831"/>
                  </a:lnTo>
                  <a:lnTo>
                    <a:pt x="1202252" y="1581822"/>
                  </a:lnTo>
                  <a:lnTo>
                    <a:pt x="1202249" y="1581812"/>
                  </a:lnTo>
                  <a:lnTo>
                    <a:pt x="1202231" y="1581767"/>
                  </a:lnTo>
                  <a:lnTo>
                    <a:pt x="1202223" y="1581748"/>
                  </a:lnTo>
                  <a:lnTo>
                    <a:pt x="1202224" y="1581730"/>
                  </a:lnTo>
                  <a:lnTo>
                    <a:pt x="1202221" y="1581711"/>
                  </a:lnTo>
                  <a:lnTo>
                    <a:pt x="1202217" y="1581693"/>
                  </a:lnTo>
                  <a:lnTo>
                    <a:pt x="1202213" y="1581675"/>
                  </a:lnTo>
                  <a:lnTo>
                    <a:pt x="1202210" y="1581668"/>
                  </a:lnTo>
                  <a:lnTo>
                    <a:pt x="1202207" y="1581655"/>
                  </a:lnTo>
                  <a:lnTo>
                    <a:pt x="1202203" y="1581639"/>
                  </a:lnTo>
                  <a:lnTo>
                    <a:pt x="1202197" y="1581620"/>
                  </a:lnTo>
                  <a:lnTo>
                    <a:pt x="1202190" y="1581602"/>
                  </a:lnTo>
                  <a:lnTo>
                    <a:pt x="1202187" y="1581591"/>
                  </a:lnTo>
                  <a:lnTo>
                    <a:pt x="1202187" y="1581583"/>
                  </a:lnTo>
                  <a:lnTo>
                    <a:pt x="1202180" y="1581565"/>
                  </a:lnTo>
                  <a:lnTo>
                    <a:pt x="1202176" y="1581556"/>
                  </a:lnTo>
                  <a:lnTo>
                    <a:pt x="1202175" y="1581546"/>
                  </a:lnTo>
                  <a:lnTo>
                    <a:pt x="1202175" y="1581539"/>
                  </a:lnTo>
                  <a:lnTo>
                    <a:pt x="1202172" y="1581527"/>
                  </a:lnTo>
                  <a:lnTo>
                    <a:pt x="1202169" y="1581509"/>
                  </a:lnTo>
                  <a:lnTo>
                    <a:pt x="1202164" y="1581495"/>
                  </a:lnTo>
                  <a:lnTo>
                    <a:pt x="1202143" y="1581449"/>
                  </a:lnTo>
                  <a:lnTo>
                    <a:pt x="1202129" y="1581430"/>
                  </a:lnTo>
                  <a:lnTo>
                    <a:pt x="1202113" y="1581412"/>
                  </a:lnTo>
                  <a:lnTo>
                    <a:pt x="1202099" y="1581396"/>
                  </a:lnTo>
                  <a:lnTo>
                    <a:pt x="1202086" y="1581377"/>
                  </a:lnTo>
                  <a:lnTo>
                    <a:pt x="1202072" y="1581359"/>
                  </a:lnTo>
                  <a:lnTo>
                    <a:pt x="1202066" y="1581353"/>
                  </a:lnTo>
                  <a:lnTo>
                    <a:pt x="1202060" y="1581340"/>
                  </a:lnTo>
                  <a:lnTo>
                    <a:pt x="1202052" y="1581331"/>
                  </a:lnTo>
                  <a:lnTo>
                    <a:pt x="1202048" y="1581323"/>
                  </a:lnTo>
                  <a:lnTo>
                    <a:pt x="1202034" y="1581306"/>
                  </a:lnTo>
                  <a:lnTo>
                    <a:pt x="1202020" y="1581287"/>
                  </a:lnTo>
                  <a:lnTo>
                    <a:pt x="1202004" y="1581270"/>
                  </a:lnTo>
                  <a:lnTo>
                    <a:pt x="1201994" y="1581251"/>
                  </a:lnTo>
                  <a:lnTo>
                    <a:pt x="1201988" y="1581241"/>
                  </a:lnTo>
                  <a:lnTo>
                    <a:pt x="1201987" y="1581233"/>
                  </a:lnTo>
                  <a:lnTo>
                    <a:pt x="1201977" y="1581215"/>
                  </a:lnTo>
                  <a:lnTo>
                    <a:pt x="1201968" y="1581196"/>
                  </a:lnTo>
                  <a:lnTo>
                    <a:pt x="1201964" y="1581191"/>
                  </a:lnTo>
                  <a:lnTo>
                    <a:pt x="1201960" y="1581178"/>
                  </a:lnTo>
                  <a:lnTo>
                    <a:pt x="1201949" y="1581159"/>
                  </a:lnTo>
                  <a:lnTo>
                    <a:pt x="1201943" y="1581150"/>
                  </a:lnTo>
                  <a:lnTo>
                    <a:pt x="1201940" y="1581141"/>
                  </a:lnTo>
                  <a:lnTo>
                    <a:pt x="1201935" y="1581122"/>
                  </a:lnTo>
                  <a:lnTo>
                    <a:pt x="1201925" y="1581101"/>
                  </a:lnTo>
                  <a:lnTo>
                    <a:pt x="1201922" y="1581094"/>
                  </a:lnTo>
                  <a:lnTo>
                    <a:pt x="1201919" y="1581086"/>
                  </a:lnTo>
                  <a:lnTo>
                    <a:pt x="1201912" y="1581067"/>
                  </a:lnTo>
                  <a:lnTo>
                    <a:pt x="1201909" y="1581061"/>
                  </a:lnTo>
                  <a:lnTo>
                    <a:pt x="1201901" y="1581048"/>
                  </a:lnTo>
                  <a:lnTo>
                    <a:pt x="1201893" y="1581030"/>
                  </a:lnTo>
                  <a:lnTo>
                    <a:pt x="1201891" y="1581024"/>
                  </a:lnTo>
                  <a:lnTo>
                    <a:pt x="1201881" y="1581011"/>
                  </a:lnTo>
                  <a:lnTo>
                    <a:pt x="1201865" y="1580994"/>
                  </a:lnTo>
                  <a:lnTo>
                    <a:pt x="1201860" y="1580986"/>
                  </a:lnTo>
                  <a:lnTo>
                    <a:pt x="1201832" y="1580954"/>
                  </a:lnTo>
                  <a:lnTo>
                    <a:pt x="1201814" y="1580936"/>
                  </a:lnTo>
                  <a:lnTo>
                    <a:pt x="1201796" y="1580922"/>
                  </a:lnTo>
                  <a:lnTo>
                    <a:pt x="1201770" y="1580909"/>
                  </a:lnTo>
                  <a:lnTo>
                    <a:pt x="1201762" y="1580894"/>
                  </a:lnTo>
                  <a:lnTo>
                    <a:pt x="1201756" y="1580885"/>
                  </a:lnTo>
                  <a:lnTo>
                    <a:pt x="1201750" y="1580871"/>
                  </a:lnTo>
                  <a:lnTo>
                    <a:pt x="1201738" y="1580852"/>
                  </a:lnTo>
                  <a:lnTo>
                    <a:pt x="1201734" y="1580845"/>
                  </a:lnTo>
                  <a:lnTo>
                    <a:pt x="1201725" y="1580834"/>
                  </a:lnTo>
                  <a:lnTo>
                    <a:pt x="1201718" y="1580824"/>
                  </a:lnTo>
                  <a:lnTo>
                    <a:pt x="1201709" y="1580817"/>
                  </a:lnTo>
                  <a:lnTo>
                    <a:pt x="1201698" y="1580810"/>
                  </a:lnTo>
                  <a:lnTo>
                    <a:pt x="1201688" y="1580804"/>
                  </a:lnTo>
                  <a:lnTo>
                    <a:pt x="1201676" y="1580797"/>
                  </a:lnTo>
                  <a:lnTo>
                    <a:pt x="1201670" y="1580796"/>
                  </a:lnTo>
                  <a:lnTo>
                    <a:pt x="1201664" y="1580811"/>
                  </a:lnTo>
                  <a:lnTo>
                    <a:pt x="1201654" y="1580834"/>
                  </a:lnTo>
                  <a:lnTo>
                    <a:pt x="1201650" y="1580842"/>
                  </a:lnTo>
                  <a:lnTo>
                    <a:pt x="1201642" y="1580859"/>
                  </a:lnTo>
                  <a:lnTo>
                    <a:pt x="1201635" y="1580874"/>
                  </a:lnTo>
                  <a:lnTo>
                    <a:pt x="1201624" y="1580887"/>
                  </a:lnTo>
                  <a:lnTo>
                    <a:pt x="1201612" y="1580909"/>
                  </a:lnTo>
                  <a:lnTo>
                    <a:pt x="1201602" y="1580922"/>
                  </a:lnTo>
                  <a:lnTo>
                    <a:pt x="1201594" y="1580935"/>
                  </a:lnTo>
                  <a:lnTo>
                    <a:pt x="1201584" y="1580949"/>
                  </a:lnTo>
                  <a:lnTo>
                    <a:pt x="1201572" y="1580963"/>
                  </a:lnTo>
                  <a:lnTo>
                    <a:pt x="1201559" y="1580981"/>
                  </a:lnTo>
                  <a:lnTo>
                    <a:pt x="1201555" y="1580985"/>
                  </a:lnTo>
                  <a:lnTo>
                    <a:pt x="1201539" y="1581000"/>
                  </a:lnTo>
                  <a:lnTo>
                    <a:pt x="1201521" y="1581017"/>
                  </a:lnTo>
                  <a:lnTo>
                    <a:pt x="1201502" y="1581028"/>
                  </a:lnTo>
                  <a:lnTo>
                    <a:pt x="1201489" y="1581040"/>
                  </a:lnTo>
                  <a:lnTo>
                    <a:pt x="1201473" y="1581054"/>
                  </a:lnTo>
                  <a:lnTo>
                    <a:pt x="1201461" y="1581066"/>
                  </a:lnTo>
                  <a:lnTo>
                    <a:pt x="1201450" y="1581077"/>
                  </a:lnTo>
                  <a:lnTo>
                    <a:pt x="1201432" y="1581095"/>
                  </a:lnTo>
                  <a:lnTo>
                    <a:pt x="1201417" y="1581111"/>
                  </a:lnTo>
                  <a:lnTo>
                    <a:pt x="1201407" y="1581126"/>
                  </a:lnTo>
                  <a:lnTo>
                    <a:pt x="1201399" y="1581136"/>
                  </a:lnTo>
                  <a:lnTo>
                    <a:pt x="1201387" y="1581152"/>
                  </a:lnTo>
                  <a:lnTo>
                    <a:pt x="1201374" y="1581169"/>
                  </a:lnTo>
                  <a:lnTo>
                    <a:pt x="1201362" y="1581187"/>
                  </a:lnTo>
                  <a:lnTo>
                    <a:pt x="1201358" y="1581192"/>
                  </a:lnTo>
                  <a:lnTo>
                    <a:pt x="1201349" y="1581202"/>
                  </a:lnTo>
                  <a:lnTo>
                    <a:pt x="1201342" y="1581210"/>
                  </a:lnTo>
                  <a:lnTo>
                    <a:pt x="1201328" y="1581231"/>
                  </a:lnTo>
                  <a:lnTo>
                    <a:pt x="1201311" y="1581250"/>
                  </a:lnTo>
                  <a:lnTo>
                    <a:pt x="1201295" y="1581267"/>
                  </a:lnTo>
                  <a:lnTo>
                    <a:pt x="1201280" y="1581289"/>
                  </a:lnTo>
                  <a:lnTo>
                    <a:pt x="1201263" y="1581306"/>
                  </a:lnTo>
                  <a:lnTo>
                    <a:pt x="1201245" y="1581324"/>
                  </a:lnTo>
                  <a:lnTo>
                    <a:pt x="1201233" y="1581339"/>
                  </a:lnTo>
                  <a:lnTo>
                    <a:pt x="1201215" y="1581358"/>
                  </a:lnTo>
                  <a:lnTo>
                    <a:pt x="1201194" y="1581380"/>
                  </a:lnTo>
                  <a:lnTo>
                    <a:pt x="1201160" y="1581413"/>
                  </a:lnTo>
                  <a:lnTo>
                    <a:pt x="1201137" y="1581432"/>
                  </a:lnTo>
                  <a:lnTo>
                    <a:pt x="1201122" y="1581451"/>
                  </a:lnTo>
                  <a:lnTo>
                    <a:pt x="1201117" y="1581457"/>
                  </a:lnTo>
                  <a:lnTo>
                    <a:pt x="1201108" y="1581467"/>
                  </a:lnTo>
                  <a:lnTo>
                    <a:pt x="1201095" y="1581487"/>
                  </a:lnTo>
                  <a:lnTo>
                    <a:pt x="1201079" y="1581508"/>
                  </a:lnTo>
                  <a:lnTo>
                    <a:pt x="1201058" y="1581528"/>
                  </a:lnTo>
                  <a:lnTo>
                    <a:pt x="1201034" y="1581554"/>
                  </a:lnTo>
                  <a:lnTo>
                    <a:pt x="1201015" y="1581577"/>
                  </a:lnTo>
                  <a:lnTo>
                    <a:pt x="1201002" y="1581599"/>
                  </a:lnTo>
                  <a:lnTo>
                    <a:pt x="1200985" y="1581622"/>
                  </a:lnTo>
                  <a:lnTo>
                    <a:pt x="1200978" y="1581638"/>
                  </a:lnTo>
                  <a:lnTo>
                    <a:pt x="1200958" y="1581666"/>
                  </a:lnTo>
                  <a:lnTo>
                    <a:pt x="1200938" y="1581693"/>
                  </a:lnTo>
                  <a:lnTo>
                    <a:pt x="1200927" y="1581710"/>
                  </a:lnTo>
                  <a:lnTo>
                    <a:pt x="1200912" y="1581729"/>
                  </a:lnTo>
                  <a:lnTo>
                    <a:pt x="1200901" y="1581748"/>
                  </a:lnTo>
                  <a:lnTo>
                    <a:pt x="1200887" y="1581765"/>
                  </a:lnTo>
                  <a:lnTo>
                    <a:pt x="1200871" y="1581781"/>
                  </a:lnTo>
                  <a:lnTo>
                    <a:pt x="1200854" y="1581793"/>
                  </a:lnTo>
                  <a:lnTo>
                    <a:pt x="1200839" y="1581804"/>
                  </a:lnTo>
                  <a:lnTo>
                    <a:pt x="1200834" y="1581807"/>
                  </a:lnTo>
                  <a:lnTo>
                    <a:pt x="1200785" y="1581844"/>
                  </a:lnTo>
                  <a:lnTo>
                    <a:pt x="1200755" y="1581864"/>
                  </a:lnTo>
                  <a:lnTo>
                    <a:pt x="1200742" y="1581875"/>
                  </a:lnTo>
                  <a:lnTo>
                    <a:pt x="1200723" y="1581891"/>
                  </a:lnTo>
                  <a:lnTo>
                    <a:pt x="1200701" y="1581910"/>
                  </a:lnTo>
                  <a:lnTo>
                    <a:pt x="1200682" y="1581927"/>
                  </a:lnTo>
                  <a:lnTo>
                    <a:pt x="1200655" y="1581948"/>
                  </a:lnTo>
                  <a:lnTo>
                    <a:pt x="1200639" y="1581960"/>
                  </a:lnTo>
                  <a:lnTo>
                    <a:pt x="1200627" y="1581969"/>
                  </a:lnTo>
                  <a:lnTo>
                    <a:pt x="1200598" y="1581991"/>
                  </a:lnTo>
                  <a:lnTo>
                    <a:pt x="1200578" y="1582001"/>
                  </a:lnTo>
                  <a:lnTo>
                    <a:pt x="1200553" y="1582011"/>
                  </a:lnTo>
                  <a:lnTo>
                    <a:pt x="1200528" y="1582016"/>
                  </a:lnTo>
                  <a:lnTo>
                    <a:pt x="1200496" y="1582026"/>
                  </a:lnTo>
                  <a:lnTo>
                    <a:pt x="1200477" y="1582030"/>
                  </a:lnTo>
                  <a:lnTo>
                    <a:pt x="1200447" y="1582047"/>
                  </a:lnTo>
                  <a:lnTo>
                    <a:pt x="1200398" y="1582072"/>
                  </a:lnTo>
                  <a:lnTo>
                    <a:pt x="1200366" y="1582086"/>
                  </a:lnTo>
                  <a:lnTo>
                    <a:pt x="1200347" y="1582097"/>
                  </a:lnTo>
                  <a:lnTo>
                    <a:pt x="1200318" y="1582104"/>
                  </a:lnTo>
                  <a:lnTo>
                    <a:pt x="1200288" y="1582108"/>
                  </a:lnTo>
                  <a:lnTo>
                    <a:pt x="1200266" y="1582112"/>
                  </a:lnTo>
                  <a:lnTo>
                    <a:pt x="1200238" y="1582117"/>
                  </a:lnTo>
                  <a:lnTo>
                    <a:pt x="1200207" y="1582120"/>
                  </a:lnTo>
                  <a:lnTo>
                    <a:pt x="1200182" y="1582123"/>
                  </a:lnTo>
                  <a:lnTo>
                    <a:pt x="1200157" y="1582128"/>
                  </a:lnTo>
                  <a:lnTo>
                    <a:pt x="1200132" y="1582136"/>
                  </a:lnTo>
                  <a:lnTo>
                    <a:pt x="1200125" y="1582138"/>
                  </a:lnTo>
                  <a:lnTo>
                    <a:pt x="1200098" y="1582147"/>
                  </a:lnTo>
                  <a:lnTo>
                    <a:pt x="1200063" y="1582156"/>
                  </a:lnTo>
                  <a:lnTo>
                    <a:pt x="1200040" y="1582162"/>
                  </a:lnTo>
                  <a:lnTo>
                    <a:pt x="1200014" y="1582168"/>
                  </a:lnTo>
                  <a:lnTo>
                    <a:pt x="1199984" y="1582176"/>
                  </a:lnTo>
                  <a:lnTo>
                    <a:pt x="1199951" y="1582180"/>
                  </a:lnTo>
                  <a:lnTo>
                    <a:pt x="1199918" y="1582180"/>
                  </a:lnTo>
                  <a:lnTo>
                    <a:pt x="1199877" y="1582178"/>
                  </a:lnTo>
                  <a:lnTo>
                    <a:pt x="1199848" y="1582176"/>
                  </a:lnTo>
                  <a:lnTo>
                    <a:pt x="1199809" y="1582171"/>
                  </a:lnTo>
                  <a:lnTo>
                    <a:pt x="1199764" y="1582164"/>
                  </a:lnTo>
                  <a:lnTo>
                    <a:pt x="1199737" y="1582159"/>
                  </a:lnTo>
                  <a:lnTo>
                    <a:pt x="1199717" y="1582157"/>
                  </a:lnTo>
                  <a:lnTo>
                    <a:pt x="1199692" y="1582150"/>
                  </a:lnTo>
                  <a:lnTo>
                    <a:pt x="1199661" y="1582135"/>
                  </a:lnTo>
                  <a:lnTo>
                    <a:pt x="1199626" y="1582117"/>
                  </a:lnTo>
                  <a:lnTo>
                    <a:pt x="1199609" y="1582102"/>
                  </a:lnTo>
                  <a:lnTo>
                    <a:pt x="1199603" y="1582100"/>
                  </a:lnTo>
                  <a:lnTo>
                    <a:pt x="1199580" y="1582089"/>
                  </a:lnTo>
                  <a:lnTo>
                    <a:pt x="1199562" y="1582076"/>
                  </a:lnTo>
                  <a:lnTo>
                    <a:pt x="1199544" y="1582064"/>
                  </a:lnTo>
                  <a:lnTo>
                    <a:pt x="1199525" y="1582057"/>
                  </a:lnTo>
                  <a:lnTo>
                    <a:pt x="1199497" y="1582048"/>
                  </a:lnTo>
                  <a:lnTo>
                    <a:pt x="1199467" y="1582041"/>
                  </a:lnTo>
                  <a:lnTo>
                    <a:pt x="1199435" y="1582033"/>
                  </a:lnTo>
                  <a:lnTo>
                    <a:pt x="1199409" y="1582024"/>
                  </a:lnTo>
                  <a:lnTo>
                    <a:pt x="1199393" y="1582019"/>
                  </a:lnTo>
                  <a:lnTo>
                    <a:pt x="1199360" y="1582003"/>
                  </a:lnTo>
                  <a:lnTo>
                    <a:pt x="1199343" y="1581993"/>
                  </a:lnTo>
                  <a:lnTo>
                    <a:pt x="1199317" y="1581984"/>
                  </a:lnTo>
                  <a:lnTo>
                    <a:pt x="1199299" y="1581981"/>
                  </a:lnTo>
                  <a:lnTo>
                    <a:pt x="1199272" y="1581973"/>
                  </a:lnTo>
                  <a:lnTo>
                    <a:pt x="1199252" y="1581966"/>
                  </a:lnTo>
                  <a:lnTo>
                    <a:pt x="1199228" y="1581955"/>
                  </a:lnTo>
                  <a:lnTo>
                    <a:pt x="1199206" y="1581944"/>
                  </a:lnTo>
                  <a:lnTo>
                    <a:pt x="1199197" y="1581940"/>
                  </a:lnTo>
                  <a:lnTo>
                    <a:pt x="1199179" y="1581930"/>
                  </a:lnTo>
                  <a:lnTo>
                    <a:pt x="1199156" y="1581920"/>
                  </a:lnTo>
                  <a:lnTo>
                    <a:pt x="1199136" y="1581907"/>
                  </a:lnTo>
                  <a:lnTo>
                    <a:pt x="1199116" y="1581898"/>
                  </a:lnTo>
                  <a:lnTo>
                    <a:pt x="1199101" y="1581892"/>
                  </a:lnTo>
                  <a:lnTo>
                    <a:pt x="1199087" y="1581887"/>
                  </a:lnTo>
                  <a:lnTo>
                    <a:pt x="1199079" y="1581884"/>
                  </a:lnTo>
                  <a:lnTo>
                    <a:pt x="1199054" y="1581875"/>
                  </a:lnTo>
                  <a:lnTo>
                    <a:pt x="1199030" y="1581864"/>
                  </a:lnTo>
                  <a:lnTo>
                    <a:pt x="1199012" y="1581858"/>
                  </a:lnTo>
                  <a:lnTo>
                    <a:pt x="1199000" y="1581855"/>
                  </a:lnTo>
                  <a:lnTo>
                    <a:pt x="1198995" y="1581852"/>
                  </a:lnTo>
                  <a:lnTo>
                    <a:pt x="1198977" y="1581845"/>
                  </a:lnTo>
                  <a:lnTo>
                    <a:pt x="1198959" y="1581839"/>
                  </a:lnTo>
                  <a:lnTo>
                    <a:pt x="1198952" y="1581837"/>
                  </a:lnTo>
                  <a:lnTo>
                    <a:pt x="1198941" y="1581830"/>
                  </a:lnTo>
                  <a:lnTo>
                    <a:pt x="1198923" y="1581818"/>
                  </a:lnTo>
                  <a:lnTo>
                    <a:pt x="1198914" y="1581816"/>
                  </a:lnTo>
                  <a:lnTo>
                    <a:pt x="1198904" y="1581814"/>
                  </a:lnTo>
                  <a:lnTo>
                    <a:pt x="1198885" y="1581814"/>
                  </a:lnTo>
                  <a:lnTo>
                    <a:pt x="1198858" y="1581818"/>
                  </a:lnTo>
                  <a:lnTo>
                    <a:pt x="1198836" y="1581820"/>
                  </a:lnTo>
                  <a:lnTo>
                    <a:pt x="1198797" y="1581828"/>
                  </a:lnTo>
                  <a:lnTo>
                    <a:pt x="1198760" y="1581835"/>
                  </a:lnTo>
                  <a:lnTo>
                    <a:pt x="1198732" y="1581838"/>
                  </a:lnTo>
                  <a:lnTo>
                    <a:pt x="1198700" y="1581844"/>
                  </a:lnTo>
                  <a:lnTo>
                    <a:pt x="1198653" y="1581854"/>
                  </a:lnTo>
                  <a:lnTo>
                    <a:pt x="1198606" y="1581863"/>
                  </a:lnTo>
                  <a:lnTo>
                    <a:pt x="1198563" y="1581869"/>
                  </a:lnTo>
                  <a:lnTo>
                    <a:pt x="1198530" y="1581875"/>
                  </a:lnTo>
                  <a:lnTo>
                    <a:pt x="1198494" y="1581877"/>
                  </a:lnTo>
                  <a:lnTo>
                    <a:pt x="1198482" y="1581880"/>
                  </a:lnTo>
                  <a:lnTo>
                    <a:pt x="1198460" y="1581884"/>
                  </a:lnTo>
                  <a:lnTo>
                    <a:pt x="1198440" y="1581888"/>
                  </a:lnTo>
                  <a:lnTo>
                    <a:pt x="1198427" y="1581891"/>
                  </a:lnTo>
                  <a:lnTo>
                    <a:pt x="1198382" y="1581899"/>
                  </a:lnTo>
                  <a:lnTo>
                    <a:pt x="1198345" y="1581909"/>
                  </a:lnTo>
                  <a:lnTo>
                    <a:pt x="1198309" y="1581920"/>
                  </a:lnTo>
                  <a:lnTo>
                    <a:pt x="1198281" y="1581924"/>
                  </a:lnTo>
                  <a:lnTo>
                    <a:pt x="1198255" y="1581931"/>
                  </a:lnTo>
                  <a:lnTo>
                    <a:pt x="1198228" y="1581934"/>
                  </a:lnTo>
                  <a:lnTo>
                    <a:pt x="1198189" y="1581933"/>
                  </a:lnTo>
                  <a:lnTo>
                    <a:pt x="1198157" y="1581934"/>
                  </a:lnTo>
                  <a:lnTo>
                    <a:pt x="1198128" y="1581934"/>
                  </a:lnTo>
                  <a:lnTo>
                    <a:pt x="1198098" y="1581932"/>
                  </a:lnTo>
                  <a:lnTo>
                    <a:pt x="1198074" y="1581931"/>
                  </a:lnTo>
                  <a:lnTo>
                    <a:pt x="1198052" y="1581931"/>
                  </a:lnTo>
                  <a:lnTo>
                    <a:pt x="1198022" y="1581932"/>
                  </a:lnTo>
                  <a:lnTo>
                    <a:pt x="1197987" y="1581932"/>
                  </a:lnTo>
                  <a:lnTo>
                    <a:pt x="1197956" y="1581935"/>
                  </a:lnTo>
                  <a:lnTo>
                    <a:pt x="1197933" y="1581937"/>
                  </a:lnTo>
                  <a:lnTo>
                    <a:pt x="1197908" y="1581937"/>
                  </a:lnTo>
                  <a:lnTo>
                    <a:pt x="1197871" y="1581939"/>
                  </a:lnTo>
                  <a:lnTo>
                    <a:pt x="1197843" y="1581941"/>
                  </a:lnTo>
                  <a:lnTo>
                    <a:pt x="1197817" y="1581943"/>
                  </a:lnTo>
                  <a:lnTo>
                    <a:pt x="1197792" y="1581947"/>
                  </a:lnTo>
                  <a:lnTo>
                    <a:pt x="1197771" y="1581953"/>
                  </a:lnTo>
                  <a:lnTo>
                    <a:pt x="1197747" y="1581958"/>
                  </a:lnTo>
                  <a:lnTo>
                    <a:pt x="1197722" y="1581967"/>
                  </a:lnTo>
                  <a:lnTo>
                    <a:pt x="1197694" y="1581973"/>
                  </a:lnTo>
                  <a:lnTo>
                    <a:pt x="1197662" y="1581982"/>
                  </a:lnTo>
                  <a:lnTo>
                    <a:pt x="1197636" y="1581987"/>
                  </a:lnTo>
                  <a:lnTo>
                    <a:pt x="1197610" y="1581992"/>
                  </a:lnTo>
                  <a:lnTo>
                    <a:pt x="1197571" y="1582000"/>
                  </a:lnTo>
                  <a:lnTo>
                    <a:pt x="1197562" y="1581998"/>
                  </a:lnTo>
                  <a:lnTo>
                    <a:pt x="1197545" y="1581997"/>
                  </a:lnTo>
                  <a:lnTo>
                    <a:pt x="1197522" y="1581994"/>
                  </a:lnTo>
                  <a:lnTo>
                    <a:pt x="1197508" y="1581993"/>
                  </a:lnTo>
                  <a:lnTo>
                    <a:pt x="1197487" y="1581992"/>
                  </a:lnTo>
                  <a:lnTo>
                    <a:pt x="1197424" y="1581992"/>
                  </a:lnTo>
                  <a:lnTo>
                    <a:pt x="1197403" y="1581992"/>
                  </a:lnTo>
                  <a:lnTo>
                    <a:pt x="1197380" y="1581996"/>
                  </a:lnTo>
                  <a:lnTo>
                    <a:pt x="1197361" y="1581995"/>
                  </a:lnTo>
                  <a:lnTo>
                    <a:pt x="1197345" y="1581991"/>
                  </a:lnTo>
                  <a:lnTo>
                    <a:pt x="1197328" y="1581989"/>
                  </a:lnTo>
                  <a:lnTo>
                    <a:pt x="1197312" y="1581985"/>
                  </a:lnTo>
                  <a:lnTo>
                    <a:pt x="1197301" y="1581984"/>
                  </a:lnTo>
                  <a:lnTo>
                    <a:pt x="1197289" y="1581982"/>
                  </a:lnTo>
                  <a:lnTo>
                    <a:pt x="1197271" y="1581985"/>
                  </a:lnTo>
                  <a:lnTo>
                    <a:pt x="1197240" y="1581987"/>
                  </a:lnTo>
                  <a:lnTo>
                    <a:pt x="1197222" y="1581989"/>
                  </a:lnTo>
                  <a:lnTo>
                    <a:pt x="1197196" y="1581993"/>
                  </a:lnTo>
                  <a:lnTo>
                    <a:pt x="1197173" y="1581998"/>
                  </a:lnTo>
                  <a:lnTo>
                    <a:pt x="1197150" y="1582001"/>
                  </a:lnTo>
                  <a:lnTo>
                    <a:pt x="1197124" y="1582002"/>
                  </a:lnTo>
                  <a:lnTo>
                    <a:pt x="1197096" y="1582003"/>
                  </a:lnTo>
                  <a:lnTo>
                    <a:pt x="1197066" y="1582002"/>
                  </a:lnTo>
                  <a:lnTo>
                    <a:pt x="1197037" y="1582004"/>
                  </a:lnTo>
                  <a:lnTo>
                    <a:pt x="1197014" y="1582007"/>
                  </a:lnTo>
                  <a:lnTo>
                    <a:pt x="1196992" y="1582009"/>
                  </a:lnTo>
                  <a:lnTo>
                    <a:pt x="1196961" y="1582011"/>
                  </a:lnTo>
                  <a:lnTo>
                    <a:pt x="1196935" y="1582015"/>
                  </a:lnTo>
                  <a:lnTo>
                    <a:pt x="1196908" y="1582018"/>
                  </a:lnTo>
                  <a:lnTo>
                    <a:pt x="1196879" y="1582021"/>
                  </a:lnTo>
                  <a:lnTo>
                    <a:pt x="1196859" y="1582022"/>
                  </a:lnTo>
                  <a:lnTo>
                    <a:pt x="1196842" y="1582024"/>
                  </a:lnTo>
                  <a:lnTo>
                    <a:pt x="1196826" y="1582027"/>
                  </a:lnTo>
                  <a:lnTo>
                    <a:pt x="1196802" y="1582031"/>
                  </a:lnTo>
                  <a:lnTo>
                    <a:pt x="1196772" y="1582037"/>
                  </a:lnTo>
                  <a:lnTo>
                    <a:pt x="1196748" y="1582043"/>
                  </a:lnTo>
                  <a:lnTo>
                    <a:pt x="1196721" y="1582049"/>
                  </a:lnTo>
                  <a:lnTo>
                    <a:pt x="1196707" y="1582052"/>
                  </a:lnTo>
                  <a:lnTo>
                    <a:pt x="1196698" y="1582054"/>
                  </a:lnTo>
                  <a:lnTo>
                    <a:pt x="1196687" y="1582056"/>
                  </a:lnTo>
                  <a:lnTo>
                    <a:pt x="1196663" y="1582063"/>
                  </a:lnTo>
                  <a:lnTo>
                    <a:pt x="1196638" y="1582074"/>
                  </a:lnTo>
                  <a:lnTo>
                    <a:pt x="1196621" y="1582082"/>
                  </a:lnTo>
                  <a:lnTo>
                    <a:pt x="1196593" y="1582095"/>
                  </a:lnTo>
                  <a:lnTo>
                    <a:pt x="1196571" y="1582110"/>
                  </a:lnTo>
                  <a:lnTo>
                    <a:pt x="1196550" y="1582123"/>
                  </a:lnTo>
                  <a:lnTo>
                    <a:pt x="1196522" y="1582135"/>
                  </a:lnTo>
                  <a:lnTo>
                    <a:pt x="1196507" y="1582141"/>
                  </a:lnTo>
                  <a:lnTo>
                    <a:pt x="1196489" y="1582155"/>
                  </a:lnTo>
                  <a:lnTo>
                    <a:pt x="1196476" y="1582165"/>
                  </a:lnTo>
                  <a:lnTo>
                    <a:pt x="1196456" y="1582179"/>
                  </a:lnTo>
                  <a:lnTo>
                    <a:pt x="1196449" y="1582187"/>
                  </a:lnTo>
                  <a:lnTo>
                    <a:pt x="1196436" y="1582195"/>
                  </a:lnTo>
                  <a:lnTo>
                    <a:pt x="1196424" y="1582206"/>
                  </a:lnTo>
                  <a:lnTo>
                    <a:pt x="1196400" y="1582216"/>
                  </a:lnTo>
                  <a:lnTo>
                    <a:pt x="1196376" y="1582228"/>
                  </a:lnTo>
                  <a:lnTo>
                    <a:pt x="1196359" y="1582234"/>
                  </a:lnTo>
                  <a:lnTo>
                    <a:pt x="1196338" y="1582238"/>
                  </a:lnTo>
                  <a:lnTo>
                    <a:pt x="1196322" y="1582241"/>
                  </a:lnTo>
                  <a:lnTo>
                    <a:pt x="1196305" y="1582246"/>
                  </a:lnTo>
                  <a:lnTo>
                    <a:pt x="1196284" y="1582251"/>
                  </a:lnTo>
                  <a:lnTo>
                    <a:pt x="1196266" y="1582255"/>
                  </a:lnTo>
                  <a:lnTo>
                    <a:pt x="1196246" y="1582260"/>
                  </a:lnTo>
                  <a:lnTo>
                    <a:pt x="1196215" y="1582267"/>
                  </a:lnTo>
                  <a:lnTo>
                    <a:pt x="1196195" y="1582271"/>
                  </a:lnTo>
                  <a:lnTo>
                    <a:pt x="1196173" y="1582275"/>
                  </a:lnTo>
                  <a:lnTo>
                    <a:pt x="1196149" y="1582276"/>
                  </a:lnTo>
                  <a:lnTo>
                    <a:pt x="1196132" y="1582275"/>
                  </a:lnTo>
                  <a:lnTo>
                    <a:pt x="1196117" y="1582280"/>
                  </a:lnTo>
                  <a:lnTo>
                    <a:pt x="1196105" y="1582285"/>
                  </a:lnTo>
                  <a:lnTo>
                    <a:pt x="1196086" y="1582290"/>
                  </a:lnTo>
                  <a:lnTo>
                    <a:pt x="1196063" y="1582299"/>
                  </a:lnTo>
                  <a:lnTo>
                    <a:pt x="1196041" y="1582306"/>
                  </a:lnTo>
                  <a:lnTo>
                    <a:pt x="1196006" y="1582309"/>
                  </a:lnTo>
                  <a:lnTo>
                    <a:pt x="1195981" y="1582309"/>
                  </a:lnTo>
                  <a:lnTo>
                    <a:pt x="1195945" y="1582306"/>
                  </a:lnTo>
                  <a:lnTo>
                    <a:pt x="1195928" y="1582304"/>
                  </a:lnTo>
                  <a:lnTo>
                    <a:pt x="1195907" y="1582303"/>
                  </a:lnTo>
                  <a:lnTo>
                    <a:pt x="1195887" y="1582301"/>
                  </a:lnTo>
                  <a:lnTo>
                    <a:pt x="1195862" y="1582298"/>
                  </a:lnTo>
                  <a:lnTo>
                    <a:pt x="1195833" y="1582291"/>
                  </a:lnTo>
                  <a:lnTo>
                    <a:pt x="1195800" y="1582286"/>
                  </a:lnTo>
                  <a:lnTo>
                    <a:pt x="1195774" y="1582280"/>
                  </a:lnTo>
                  <a:lnTo>
                    <a:pt x="1195750" y="1582274"/>
                  </a:lnTo>
                  <a:lnTo>
                    <a:pt x="1195724" y="1582263"/>
                  </a:lnTo>
                  <a:lnTo>
                    <a:pt x="1195703" y="1582254"/>
                  </a:lnTo>
                  <a:lnTo>
                    <a:pt x="1195689" y="1582251"/>
                  </a:lnTo>
                  <a:lnTo>
                    <a:pt x="1195669" y="1582241"/>
                  </a:lnTo>
                  <a:lnTo>
                    <a:pt x="1195651" y="1582235"/>
                  </a:lnTo>
                  <a:lnTo>
                    <a:pt x="1195633" y="1582228"/>
                  </a:lnTo>
                  <a:lnTo>
                    <a:pt x="1195627" y="1582227"/>
                  </a:lnTo>
                  <a:lnTo>
                    <a:pt x="1195616" y="1582220"/>
                  </a:lnTo>
                  <a:lnTo>
                    <a:pt x="1195598" y="1582212"/>
                  </a:lnTo>
                  <a:lnTo>
                    <a:pt x="1195581" y="1582204"/>
                  </a:lnTo>
                  <a:lnTo>
                    <a:pt x="1195563" y="1582196"/>
                  </a:lnTo>
                  <a:lnTo>
                    <a:pt x="1195545" y="1582190"/>
                  </a:lnTo>
                  <a:lnTo>
                    <a:pt x="1195527" y="1582183"/>
                  </a:lnTo>
                  <a:lnTo>
                    <a:pt x="1195509" y="1582175"/>
                  </a:lnTo>
                  <a:lnTo>
                    <a:pt x="1195492" y="1582169"/>
                  </a:lnTo>
                  <a:lnTo>
                    <a:pt x="1195474" y="1582164"/>
                  </a:lnTo>
                  <a:lnTo>
                    <a:pt x="1195456" y="1582161"/>
                  </a:lnTo>
                  <a:lnTo>
                    <a:pt x="1195439" y="1582156"/>
                  </a:lnTo>
                  <a:lnTo>
                    <a:pt x="1195421" y="1582153"/>
                  </a:lnTo>
                  <a:lnTo>
                    <a:pt x="1195403" y="1582149"/>
                  </a:lnTo>
                  <a:lnTo>
                    <a:pt x="1195383" y="1582145"/>
                  </a:lnTo>
                  <a:lnTo>
                    <a:pt x="1195368" y="1582140"/>
                  </a:lnTo>
                  <a:lnTo>
                    <a:pt x="1195350" y="1582136"/>
                  </a:lnTo>
                  <a:lnTo>
                    <a:pt x="1195332" y="1582135"/>
                  </a:lnTo>
                  <a:lnTo>
                    <a:pt x="1195314" y="1582137"/>
                  </a:lnTo>
                  <a:lnTo>
                    <a:pt x="1195298" y="1582141"/>
                  </a:lnTo>
                  <a:lnTo>
                    <a:pt x="1195279" y="1582150"/>
                  </a:lnTo>
                  <a:lnTo>
                    <a:pt x="1195261" y="1582158"/>
                  </a:lnTo>
                  <a:lnTo>
                    <a:pt x="1195209" y="1582201"/>
                  </a:lnTo>
                  <a:lnTo>
                    <a:pt x="1195153" y="1582226"/>
                  </a:lnTo>
                  <a:lnTo>
                    <a:pt x="1195067" y="1582254"/>
                  </a:lnTo>
                  <a:lnTo>
                    <a:pt x="1195015" y="1582258"/>
                  </a:lnTo>
                  <a:lnTo>
                    <a:pt x="1194995" y="1582258"/>
                  </a:lnTo>
                  <a:lnTo>
                    <a:pt x="1194977" y="1582261"/>
                  </a:lnTo>
                  <a:lnTo>
                    <a:pt x="1194959" y="1582265"/>
                  </a:lnTo>
                  <a:lnTo>
                    <a:pt x="1194942" y="1582270"/>
                  </a:lnTo>
                  <a:lnTo>
                    <a:pt x="1194924" y="1582271"/>
                  </a:lnTo>
                  <a:lnTo>
                    <a:pt x="1194906" y="1582271"/>
                  </a:lnTo>
                  <a:lnTo>
                    <a:pt x="1194889" y="1582270"/>
                  </a:lnTo>
                  <a:lnTo>
                    <a:pt x="1194880" y="1582267"/>
                  </a:lnTo>
                  <a:lnTo>
                    <a:pt x="1194871" y="1582267"/>
                  </a:lnTo>
                  <a:lnTo>
                    <a:pt x="1194853" y="1582264"/>
                  </a:lnTo>
                  <a:lnTo>
                    <a:pt x="1194834" y="1582260"/>
                  </a:lnTo>
                  <a:lnTo>
                    <a:pt x="1194817" y="1582256"/>
                  </a:lnTo>
                  <a:lnTo>
                    <a:pt x="1194800" y="1582254"/>
                  </a:lnTo>
                  <a:lnTo>
                    <a:pt x="1194782" y="1582252"/>
                  </a:lnTo>
                  <a:lnTo>
                    <a:pt x="1194764" y="1582251"/>
                  </a:lnTo>
                  <a:lnTo>
                    <a:pt x="1194746" y="1582249"/>
                  </a:lnTo>
                  <a:lnTo>
                    <a:pt x="1194729" y="1582248"/>
                  </a:lnTo>
                  <a:lnTo>
                    <a:pt x="1194722" y="1582247"/>
                  </a:lnTo>
                  <a:lnTo>
                    <a:pt x="1194710" y="1582243"/>
                  </a:lnTo>
                  <a:lnTo>
                    <a:pt x="1194667" y="1582231"/>
                  </a:lnTo>
                  <a:lnTo>
                    <a:pt x="1194650" y="1582226"/>
                  </a:lnTo>
                  <a:lnTo>
                    <a:pt x="1194632" y="1582222"/>
                  </a:lnTo>
                  <a:lnTo>
                    <a:pt x="1194614" y="1582217"/>
                  </a:lnTo>
                  <a:lnTo>
                    <a:pt x="1194596" y="1582211"/>
                  </a:lnTo>
                  <a:lnTo>
                    <a:pt x="1194578" y="1582205"/>
                  </a:lnTo>
                  <a:lnTo>
                    <a:pt x="1194565" y="1582200"/>
                  </a:lnTo>
                  <a:lnTo>
                    <a:pt x="1194561" y="1582197"/>
                  </a:lnTo>
                  <a:lnTo>
                    <a:pt x="1194543" y="1582190"/>
                  </a:lnTo>
                  <a:lnTo>
                    <a:pt x="1194525" y="1582184"/>
                  </a:lnTo>
                  <a:lnTo>
                    <a:pt x="1194507" y="1582176"/>
                  </a:lnTo>
                  <a:lnTo>
                    <a:pt x="1194490" y="1582165"/>
                  </a:lnTo>
                  <a:lnTo>
                    <a:pt x="1194441" y="1582144"/>
                  </a:lnTo>
                  <a:lnTo>
                    <a:pt x="1194431" y="1582140"/>
                  </a:lnTo>
                  <a:lnTo>
                    <a:pt x="1194393" y="1582136"/>
                  </a:lnTo>
                  <a:lnTo>
                    <a:pt x="1194375" y="1582132"/>
                  </a:lnTo>
                  <a:lnTo>
                    <a:pt x="1194357" y="1582128"/>
                  </a:lnTo>
                  <a:lnTo>
                    <a:pt x="1194339" y="1582125"/>
                  </a:lnTo>
                  <a:lnTo>
                    <a:pt x="1194321" y="1582125"/>
                  </a:lnTo>
                  <a:lnTo>
                    <a:pt x="1194304" y="1582127"/>
                  </a:lnTo>
                  <a:lnTo>
                    <a:pt x="1194286" y="1582131"/>
                  </a:lnTo>
                  <a:lnTo>
                    <a:pt x="1194268" y="1582133"/>
                  </a:lnTo>
                  <a:lnTo>
                    <a:pt x="1194251" y="1582138"/>
                  </a:lnTo>
                  <a:lnTo>
                    <a:pt x="1194233" y="1582145"/>
                  </a:lnTo>
                  <a:lnTo>
                    <a:pt x="1194215" y="1582149"/>
                  </a:lnTo>
                  <a:lnTo>
                    <a:pt x="1194197" y="1582153"/>
                  </a:lnTo>
                  <a:lnTo>
                    <a:pt x="1194179" y="1582154"/>
                  </a:lnTo>
                  <a:lnTo>
                    <a:pt x="1194162" y="1582152"/>
                  </a:lnTo>
                  <a:lnTo>
                    <a:pt x="1194157" y="1582150"/>
                  </a:lnTo>
                  <a:lnTo>
                    <a:pt x="1194144" y="1582148"/>
                  </a:lnTo>
                  <a:lnTo>
                    <a:pt x="1194126" y="1582146"/>
                  </a:lnTo>
                  <a:lnTo>
                    <a:pt x="1194109" y="1582146"/>
                  </a:lnTo>
                  <a:lnTo>
                    <a:pt x="1194100" y="1582148"/>
                  </a:lnTo>
                  <a:lnTo>
                    <a:pt x="1194047" y="1582157"/>
                  </a:lnTo>
                  <a:lnTo>
                    <a:pt x="1193981" y="1582179"/>
                  </a:lnTo>
                  <a:lnTo>
                    <a:pt x="1193922" y="1582211"/>
                  </a:lnTo>
                  <a:lnTo>
                    <a:pt x="1193882" y="1582244"/>
                  </a:lnTo>
                  <a:lnTo>
                    <a:pt x="1193859" y="1582264"/>
                  </a:lnTo>
                  <a:lnTo>
                    <a:pt x="1193850" y="1582272"/>
                  </a:lnTo>
                  <a:lnTo>
                    <a:pt x="1193840" y="1582278"/>
                  </a:lnTo>
                  <a:lnTo>
                    <a:pt x="1193832" y="1582287"/>
                  </a:lnTo>
                  <a:lnTo>
                    <a:pt x="1193814" y="1582306"/>
                  </a:lnTo>
                  <a:lnTo>
                    <a:pt x="1193796" y="1582324"/>
                  </a:lnTo>
                  <a:lnTo>
                    <a:pt x="1193785" y="1582336"/>
                  </a:lnTo>
                  <a:lnTo>
                    <a:pt x="1193780" y="1582342"/>
                  </a:lnTo>
                  <a:lnTo>
                    <a:pt x="1193769" y="1582359"/>
                  </a:lnTo>
                  <a:lnTo>
                    <a:pt x="1193759" y="1582377"/>
                  </a:lnTo>
                  <a:lnTo>
                    <a:pt x="1193754" y="1582384"/>
                  </a:lnTo>
                  <a:lnTo>
                    <a:pt x="1193750" y="1582395"/>
                  </a:lnTo>
                  <a:lnTo>
                    <a:pt x="1193743" y="1582414"/>
                  </a:lnTo>
                  <a:lnTo>
                    <a:pt x="1193736" y="1582432"/>
                  </a:lnTo>
                  <a:lnTo>
                    <a:pt x="1193736" y="1582439"/>
                  </a:lnTo>
                  <a:lnTo>
                    <a:pt x="1193734" y="1582446"/>
                  </a:lnTo>
                  <a:lnTo>
                    <a:pt x="1193732" y="1582451"/>
                  </a:lnTo>
                  <a:lnTo>
                    <a:pt x="1193730" y="1582458"/>
                  </a:lnTo>
                  <a:lnTo>
                    <a:pt x="1193728" y="1582469"/>
                  </a:lnTo>
                  <a:lnTo>
                    <a:pt x="1193721" y="1582488"/>
                  </a:lnTo>
                  <a:lnTo>
                    <a:pt x="1193715" y="1582507"/>
                  </a:lnTo>
                  <a:lnTo>
                    <a:pt x="1193706" y="1582525"/>
                  </a:lnTo>
                  <a:lnTo>
                    <a:pt x="1193696" y="1582544"/>
                  </a:lnTo>
                  <a:lnTo>
                    <a:pt x="1193691" y="1582555"/>
                  </a:lnTo>
                  <a:lnTo>
                    <a:pt x="1193668" y="1582592"/>
                  </a:lnTo>
                  <a:lnTo>
                    <a:pt x="1193636" y="1582636"/>
                  </a:lnTo>
                  <a:lnTo>
                    <a:pt x="1193607" y="1582689"/>
                  </a:lnTo>
                  <a:lnTo>
                    <a:pt x="1193583" y="1582750"/>
                  </a:lnTo>
                  <a:lnTo>
                    <a:pt x="1193577" y="1582759"/>
                  </a:lnTo>
                  <a:lnTo>
                    <a:pt x="1193568" y="1582778"/>
                  </a:lnTo>
                  <a:lnTo>
                    <a:pt x="1193559" y="1582795"/>
                  </a:lnTo>
                  <a:lnTo>
                    <a:pt x="1193527" y="1582858"/>
                  </a:lnTo>
                  <a:lnTo>
                    <a:pt x="1193464" y="1582969"/>
                  </a:lnTo>
                  <a:lnTo>
                    <a:pt x="1193396" y="1583067"/>
                  </a:lnTo>
                  <a:lnTo>
                    <a:pt x="1193349" y="1583129"/>
                  </a:lnTo>
                  <a:lnTo>
                    <a:pt x="1193319" y="1583171"/>
                  </a:lnTo>
                  <a:lnTo>
                    <a:pt x="1193266" y="1583224"/>
                  </a:lnTo>
                  <a:lnTo>
                    <a:pt x="1193196" y="1583276"/>
                  </a:lnTo>
                  <a:lnTo>
                    <a:pt x="1193146" y="1583328"/>
                  </a:lnTo>
                  <a:lnTo>
                    <a:pt x="1193095" y="1583371"/>
                  </a:lnTo>
                  <a:lnTo>
                    <a:pt x="1193050" y="1583387"/>
                  </a:lnTo>
                  <a:lnTo>
                    <a:pt x="1193009" y="1583391"/>
                  </a:lnTo>
                  <a:lnTo>
                    <a:pt x="1192996" y="1583389"/>
                  </a:lnTo>
                  <a:lnTo>
                    <a:pt x="1192930" y="1583384"/>
                  </a:lnTo>
                  <a:lnTo>
                    <a:pt x="1192912" y="1583386"/>
                  </a:lnTo>
                  <a:lnTo>
                    <a:pt x="1192876" y="1583396"/>
                  </a:lnTo>
                  <a:lnTo>
                    <a:pt x="1192817" y="1583429"/>
                  </a:lnTo>
                  <a:lnTo>
                    <a:pt x="1192748" y="1583476"/>
                  </a:lnTo>
                  <a:lnTo>
                    <a:pt x="1192678" y="1583510"/>
                  </a:lnTo>
                  <a:lnTo>
                    <a:pt x="1192638" y="1583516"/>
                  </a:lnTo>
                  <a:lnTo>
                    <a:pt x="1192589" y="1583520"/>
                  </a:lnTo>
                  <a:lnTo>
                    <a:pt x="1192546" y="1583545"/>
                  </a:lnTo>
                  <a:lnTo>
                    <a:pt x="1192496" y="1583586"/>
                  </a:lnTo>
                  <a:lnTo>
                    <a:pt x="1192436" y="1583618"/>
                  </a:lnTo>
                  <a:lnTo>
                    <a:pt x="1192394" y="1583631"/>
                  </a:lnTo>
                  <a:lnTo>
                    <a:pt x="1192375" y="1583637"/>
                  </a:lnTo>
                  <a:lnTo>
                    <a:pt x="1192336" y="1583662"/>
                  </a:lnTo>
                  <a:lnTo>
                    <a:pt x="1192302" y="1583670"/>
                  </a:lnTo>
                  <a:lnTo>
                    <a:pt x="1192254" y="1583662"/>
                  </a:lnTo>
                  <a:lnTo>
                    <a:pt x="1192184" y="1583635"/>
                  </a:lnTo>
                  <a:lnTo>
                    <a:pt x="1192158" y="1583624"/>
                  </a:lnTo>
                  <a:lnTo>
                    <a:pt x="1192131" y="1583612"/>
                  </a:lnTo>
                  <a:lnTo>
                    <a:pt x="1192076" y="1583583"/>
                  </a:lnTo>
                  <a:lnTo>
                    <a:pt x="1191985" y="1583572"/>
                  </a:lnTo>
                  <a:lnTo>
                    <a:pt x="1191875" y="1583559"/>
                  </a:lnTo>
                  <a:lnTo>
                    <a:pt x="1191798" y="1583540"/>
                  </a:lnTo>
                  <a:lnTo>
                    <a:pt x="1191752" y="1583524"/>
                  </a:lnTo>
                  <a:lnTo>
                    <a:pt x="1191686" y="1583500"/>
                  </a:lnTo>
                  <a:lnTo>
                    <a:pt x="1191588" y="1583448"/>
                  </a:lnTo>
                  <a:lnTo>
                    <a:pt x="1191487" y="1583390"/>
                  </a:lnTo>
                  <a:lnTo>
                    <a:pt x="1191419" y="1583352"/>
                  </a:lnTo>
                  <a:lnTo>
                    <a:pt x="1191408" y="1583346"/>
                  </a:lnTo>
                  <a:lnTo>
                    <a:pt x="1191350" y="1583334"/>
                  </a:lnTo>
                  <a:lnTo>
                    <a:pt x="1191334" y="1583331"/>
                  </a:lnTo>
                  <a:lnTo>
                    <a:pt x="1191254" y="1583319"/>
                  </a:lnTo>
                  <a:lnTo>
                    <a:pt x="1191177" y="1583315"/>
                  </a:lnTo>
                  <a:lnTo>
                    <a:pt x="1191117" y="1583303"/>
                  </a:lnTo>
                  <a:lnTo>
                    <a:pt x="1191065" y="1583290"/>
                  </a:lnTo>
                  <a:lnTo>
                    <a:pt x="1191039" y="1583282"/>
                  </a:lnTo>
                  <a:lnTo>
                    <a:pt x="1191025" y="1583278"/>
                  </a:lnTo>
                  <a:lnTo>
                    <a:pt x="1190983" y="1583275"/>
                  </a:lnTo>
                  <a:lnTo>
                    <a:pt x="1190970" y="1583276"/>
                  </a:lnTo>
                  <a:lnTo>
                    <a:pt x="1190930" y="1583280"/>
                  </a:lnTo>
                  <a:lnTo>
                    <a:pt x="1190863" y="1583292"/>
                  </a:lnTo>
                  <a:lnTo>
                    <a:pt x="1190808" y="1583309"/>
                  </a:lnTo>
                  <a:lnTo>
                    <a:pt x="1190777" y="1583317"/>
                  </a:lnTo>
                  <a:lnTo>
                    <a:pt x="1190760" y="1583321"/>
                  </a:lnTo>
                  <a:lnTo>
                    <a:pt x="1190702" y="1583344"/>
                  </a:lnTo>
                  <a:lnTo>
                    <a:pt x="1190636" y="1583365"/>
                  </a:lnTo>
                  <a:lnTo>
                    <a:pt x="1190573" y="1583399"/>
                  </a:lnTo>
                  <a:lnTo>
                    <a:pt x="1190532" y="1583426"/>
                  </a:lnTo>
                  <a:lnTo>
                    <a:pt x="1190517" y="1583439"/>
                  </a:lnTo>
                  <a:lnTo>
                    <a:pt x="1190499" y="1583448"/>
                  </a:lnTo>
                  <a:lnTo>
                    <a:pt x="1190488" y="1583453"/>
                  </a:lnTo>
                  <a:lnTo>
                    <a:pt x="1190404" y="1583500"/>
                  </a:lnTo>
                  <a:lnTo>
                    <a:pt x="1190352" y="1583531"/>
                  </a:lnTo>
                  <a:lnTo>
                    <a:pt x="1190318" y="1583554"/>
                  </a:lnTo>
                  <a:lnTo>
                    <a:pt x="1190286" y="1583561"/>
                  </a:lnTo>
                  <a:lnTo>
                    <a:pt x="1190249" y="1583564"/>
                  </a:lnTo>
                  <a:lnTo>
                    <a:pt x="1190240" y="1583565"/>
                  </a:lnTo>
                  <a:lnTo>
                    <a:pt x="1190197" y="1583593"/>
                  </a:lnTo>
                  <a:lnTo>
                    <a:pt x="1190160" y="1583632"/>
                  </a:lnTo>
                  <a:lnTo>
                    <a:pt x="1190116" y="1583668"/>
                  </a:lnTo>
                  <a:lnTo>
                    <a:pt x="1190082" y="1583694"/>
                  </a:lnTo>
                  <a:lnTo>
                    <a:pt x="1190070" y="1583699"/>
                  </a:lnTo>
                  <a:lnTo>
                    <a:pt x="1190048" y="1583715"/>
                  </a:lnTo>
                  <a:lnTo>
                    <a:pt x="1190016" y="1583742"/>
                  </a:lnTo>
                  <a:lnTo>
                    <a:pt x="1189989" y="1583776"/>
                  </a:lnTo>
                  <a:lnTo>
                    <a:pt x="1189944" y="1583809"/>
                  </a:lnTo>
                  <a:lnTo>
                    <a:pt x="1189892" y="1583830"/>
                  </a:lnTo>
                  <a:lnTo>
                    <a:pt x="1189858" y="1583847"/>
                  </a:lnTo>
                  <a:lnTo>
                    <a:pt x="1189815" y="1583872"/>
                  </a:lnTo>
                  <a:lnTo>
                    <a:pt x="1189784" y="1583911"/>
                  </a:lnTo>
                  <a:lnTo>
                    <a:pt x="1189765" y="1583933"/>
                  </a:lnTo>
                  <a:lnTo>
                    <a:pt x="1189739" y="1583963"/>
                  </a:lnTo>
                  <a:lnTo>
                    <a:pt x="1189687" y="1584024"/>
                  </a:lnTo>
                  <a:lnTo>
                    <a:pt x="1189615" y="1584093"/>
                  </a:lnTo>
                  <a:lnTo>
                    <a:pt x="1189576" y="1584120"/>
                  </a:lnTo>
                  <a:lnTo>
                    <a:pt x="1189538" y="1584149"/>
                  </a:lnTo>
                  <a:lnTo>
                    <a:pt x="1189492" y="1584191"/>
                  </a:lnTo>
                  <a:lnTo>
                    <a:pt x="1189397" y="1584255"/>
                  </a:lnTo>
                  <a:lnTo>
                    <a:pt x="1189333" y="1584286"/>
                  </a:lnTo>
                  <a:lnTo>
                    <a:pt x="1189322" y="1584293"/>
                  </a:lnTo>
                  <a:lnTo>
                    <a:pt x="1189268" y="1584330"/>
                  </a:lnTo>
                  <a:lnTo>
                    <a:pt x="1189184" y="1584372"/>
                  </a:lnTo>
                  <a:lnTo>
                    <a:pt x="1189094" y="1584408"/>
                  </a:lnTo>
                  <a:lnTo>
                    <a:pt x="1189020" y="1584440"/>
                  </a:lnTo>
                  <a:lnTo>
                    <a:pt x="1188971" y="1584460"/>
                  </a:lnTo>
                  <a:lnTo>
                    <a:pt x="1188886" y="1584479"/>
                  </a:lnTo>
                  <a:lnTo>
                    <a:pt x="1188833" y="1584489"/>
                  </a:lnTo>
                  <a:lnTo>
                    <a:pt x="1188801" y="1584502"/>
                  </a:lnTo>
                  <a:lnTo>
                    <a:pt x="1188789" y="1584506"/>
                  </a:lnTo>
                  <a:lnTo>
                    <a:pt x="1188745" y="1584505"/>
                  </a:lnTo>
                  <a:lnTo>
                    <a:pt x="1188698" y="1584503"/>
                  </a:lnTo>
                  <a:lnTo>
                    <a:pt x="1188630" y="1584511"/>
                  </a:lnTo>
                  <a:lnTo>
                    <a:pt x="1188596" y="1584509"/>
                  </a:lnTo>
                  <a:lnTo>
                    <a:pt x="1188573" y="1584515"/>
                  </a:lnTo>
                  <a:lnTo>
                    <a:pt x="1188543" y="1584527"/>
                  </a:lnTo>
                  <a:lnTo>
                    <a:pt x="1188511" y="1584542"/>
                  </a:lnTo>
                  <a:lnTo>
                    <a:pt x="1188477" y="1584551"/>
                  </a:lnTo>
                  <a:lnTo>
                    <a:pt x="1188457" y="1584556"/>
                  </a:lnTo>
                  <a:lnTo>
                    <a:pt x="1188440" y="1584569"/>
                  </a:lnTo>
                  <a:lnTo>
                    <a:pt x="1188416" y="1584592"/>
                  </a:lnTo>
                  <a:lnTo>
                    <a:pt x="1188339" y="1584632"/>
                  </a:lnTo>
                  <a:lnTo>
                    <a:pt x="1188252" y="1584681"/>
                  </a:lnTo>
                  <a:lnTo>
                    <a:pt x="1188229" y="1584692"/>
                  </a:lnTo>
                  <a:lnTo>
                    <a:pt x="1188222" y="1584698"/>
                  </a:lnTo>
                  <a:lnTo>
                    <a:pt x="1188217" y="1584687"/>
                  </a:lnTo>
                  <a:lnTo>
                    <a:pt x="1188213" y="1584682"/>
                  </a:lnTo>
                  <a:lnTo>
                    <a:pt x="1188209" y="1584676"/>
                  </a:lnTo>
                  <a:lnTo>
                    <a:pt x="1188207" y="1584668"/>
                  </a:lnTo>
                  <a:lnTo>
                    <a:pt x="1188201" y="1584649"/>
                  </a:lnTo>
                  <a:lnTo>
                    <a:pt x="1188195" y="1584641"/>
                  </a:lnTo>
                  <a:lnTo>
                    <a:pt x="1188188" y="1584622"/>
                  </a:lnTo>
                  <a:lnTo>
                    <a:pt x="1188186" y="1584612"/>
                  </a:lnTo>
                  <a:lnTo>
                    <a:pt x="1188187" y="1584604"/>
                  </a:lnTo>
                  <a:lnTo>
                    <a:pt x="1188191" y="1584592"/>
                  </a:lnTo>
                  <a:lnTo>
                    <a:pt x="1188195" y="1584585"/>
                  </a:lnTo>
                  <a:lnTo>
                    <a:pt x="1188203" y="1584567"/>
                  </a:lnTo>
                  <a:lnTo>
                    <a:pt x="1188209" y="1584548"/>
                  </a:lnTo>
                  <a:lnTo>
                    <a:pt x="1188213" y="1584530"/>
                  </a:lnTo>
                  <a:lnTo>
                    <a:pt x="1188213" y="1584518"/>
                  </a:lnTo>
                  <a:lnTo>
                    <a:pt x="1188216" y="1584499"/>
                  </a:lnTo>
                  <a:lnTo>
                    <a:pt x="1188219" y="1584480"/>
                  </a:lnTo>
                  <a:lnTo>
                    <a:pt x="1188222" y="1584462"/>
                  </a:lnTo>
                  <a:lnTo>
                    <a:pt x="1188223" y="1584445"/>
                  </a:lnTo>
                  <a:lnTo>
                    <a:pt x="1188224" y="1584426"/>
                  </a:lnTo>
                  <a:lnTo>
                    <a:pt x="1188224" y="1584408"/>
                  </a:lnTo>
                  <a:lnTo>
                    <a:pt x="1188221" y="1584400"/>
                  </a:lnTo>
                  <a:lnTo>
                    <a:pt x="1188219" y="1584392"/>
                  </a:lnTo>
                  <a:lnTo>
                    <a:pt x="1188216" y="1584373"/>
                  </a:lnTo>
                  <a:lnTo>
                    <a:pt x="1188207" y="1584355"/>
                  </a:lnTo>
                  <a:lnTo>
                    <a:pt x="1188191" y="1584339"/>
                  </a:lnTo>
                  <a:lnTo>
                    <a:pt x="1188173" y="1584329"/>
                  </a:lnTo>
                  <a:lnTo>
                    <a:pt x="1188155" y="1584319"/>
                  </a:lnTo>
                  <a:lnTo>
                    <a:pt x="1188147" y="1584309"/>
                  </a:lnTo>
                  <a:lnTo>
                    <a:pt x="1188144" y="1584302"/>
                  </a:lnTo>
                  <a:lnTo>
                    <a:pt x="1188143" y="1584285"/>
                  </a:lnTo>
                  <a:lnTo>
                    <a:pt x="1188146" y="1584269"/>
                  </a:lnTo>
                  <a:lnTo>
                    <a:pt x="1188147" y="1584251"/>
                  </a:lnTo>
                  <a:lnTo>
                    <a:pt x="1188146" y="1584239"/>
                  </a:lnTo>
                  <a:lnTo>
                    <a:pt x="1188147" y="1584224"/>
                  </a:lnTo>
                  <a:lnTo>
                    <a:pt x="1188144" y="1584217"/>
                  </a:lnTo>
                  <a:lnTo>
                    <a:pt x="1188142" y="1584206"/>
                  </a:lnTo>
                  <a:lnTo>
                    <a:pt x="1188139" y="1584187"/>
                  </a:lnTo>
                  <a:lnTo>
                    <a:pt x="1188134" y="1584176"/>
                  </a:lnTo>
                  <a:lnTo>
                    <a:pt x="1188125" y="1584166"/>
                  </a:lnTo>
                  <a:lnTo>
                    <a:pt x="1188111" y="1584146"/>
                  </a:lnTo>
                  <a:lnTo>
                    <a:pt x="1188104" y="1584127"/>
                  </a:lnTo>
                  <a:lnTo>
                    <a:pt x="1188099" y="1584108"/>
                  </a:lnTo>
                  <a:lnTo>
                    <a:pt x="1188097" y="1584094"/>
                  </a:lnTo>
                  <a:lnTo>
                    <a:pt x="1188093" y="1584076"/>
                  </a:lnTo>
                  <a:lnTo>
                    <a:pt x="1188088" y="1584063"/>
                  </a:lnTo>
                  <a:lnTo>
                    <a:pt x="1188084" y="1584057"/>
                  </a:lnTo>
                  <a:lnTo>
                    <a:pt x="1188079" y="1584051"/>
                  </a:lnTo>
                  <a:lnTo>
                    <a:pt x="1188061" y="1584041"/>
                  </a:lnTo>
                  <a:lnTo>
                    <a:pt x="1188044" y="1584036"/>
                  </a:lnTo>
                  <a:lnTo>
                    <a:pt x="1188031" y="1584036"/>
                  </a:lnTo>
                  <a:lnTo>
                    <a:pt x="1188025" y="1584039"/>
                  </a:lnTo>
                  <a:lnTo>
                    <a:pt x="1188008" y="1584045"/>
                  </a:lnTo>
                  <a:lnTo>
                    <a:pt x="1188003" y="1584047"/>
                  </a:lnTo>
                  <a:lnTo>
                    <a:pt x="1187991" y="1584048"/>
                  </a:lnTo>
                  <a:lnTo>
                    <a:pt x="1187979" y="1584040"/>
                  </a:lnTo>
                  <a:lnTo>
                    <a:pt x="1187975" y="1584035"/>
                  </a:lnTo>
                  <a:lnTo>
                    <a:pt x="1187969" y="1584023"/>
                  </a:lnTo>
                  <a:lnTo>
                    <a:pt x="1187963" y="1584003"/>
                  </a:lnTo>
                  <a:lnTo>
                    <a:pt x="1187961" y="1583991"/>
                  </a:lnTo>
                  <a:lnTo>
                    <a:pt x="1187957" y="1583985"/>
                  </a:lnTo>
                  <a:lnTo>
                    <a:pt x="1187950" y="1583972"/>
                  </a:lnTo>
                  <a:lnTo>
                    <a:pt x="1187930" y="1583956"/>
                  </a:lnTo>
                  <a:lnTo>
                    <a:pt x="1187912" y="1583949"/>
                  </a:lnTo>
                  <a:lnTo>
                    <a:pt x="1187899" y="1583948"/>
                  </a:lnTo>
                  <a:lnTo>
                    <a:pt x="1187894" y="1583946"/>
                  </a:lnTo>
                  <a:lnTo>
                    <a:pt x="1187876" y="1583944"/>
                  </a:lnTo>
                  <a:lnTo>
                    <a:pt x="1187866" y="1583943"/>
                  </a:lnTo>
                  <a:lnTo>
                    <a:pt x="1187848" y="1583942"/>
                  </a:lnTo>
                  <a:lnTo>
                    <a:pt x="1187830" y="1583942"/>
                  </a:lnTo>
                  <a:lnTo>
                    <a:pt x="1187812" y="1583943"/>
                  </a:lnTo>
                  <a:lnTo>
                    <a:pt x="1187795" y="1583946"/>
                  </a:lnTo>
                  <a:lnTo>
                    <a:pt x="1187777" y="1583947"/>
                  </a:lnTo>
                  <a:lnTo>
                    <a:pt x="1187759" y="1583942"/>
                  </a:lnTo>
                  <a:lnTo>
                    <a:pt x="1187742" y="1583936"/>
                  </a:lnTo>
                  <a:lnTo>
                    <a:pt x="1187724" y="1583930"/>
                  </a:lnTo>
                  <a:lnTo>
                    <a:pt x="1187706" y="1583922"/>
                  </a:lnTo>
                  <a:lnTo>
                    <a:pt x="1187688" y="1583914"/>
                  </a:lnTo>
                  <a:lnTo>
                    <a:pt x="1187670" y="1583906"/>
                  </a:lnTo>
                  <a:lnTo>
                    <a:pt x="1187650" y="1583897"/>
                  </a:lnTo>
                  <a:lnTo>
                    <a:pt x="1187635" y="1583888"/>
                  </a:lnTo>
                  <a:lnTo>
                    <a:pt x="1187624" y="1583883"/>
                  </a:lnTo>
                  <a:lnTo>
                    <a:pt x="1187617" y="1583877"/>
                  </a:lnTo>
                  <a:lnTo>
                    <a:pt x="1187599" y="1583868"/>
                  </a:lnTo>
                  <a:lnTo>
                    <a:pt x="1187582" y="1583863"/>
                  </a:lnTo>
                  <a:lnTo>
                    <a:pt x="1187564" y="1583855"/>
                  </a:lnTo>
                  <a:lnTo>
                    <a:pt x="1187546" y="1583850"/>
                  </a:lnTo>
                  <a:lnTo>
                    <a:pt x="1187528" y="1583847"/>
                  </a:lnTo>
                  <a:lnTo>
                    <a:pt x="1187511" y="1583843"/>
                  </a:lnTo>
                  <a:lnTo>
                    <a:pt x="1187493" y="1583840"/>
                  </a:lnTo>
                  <a:lnTo>
                    <a:pt x="1187475" y="1583833"/>
                  </a:lnTo>
                  <a:lnTo>
                    <a:pt x="1187462" y="1583824"/>
                  </a:lnTo>
                  <a:lnTo>
                    <a:pt x="1187458" y="1583818"/>
                  </a:lnTo>
                  <a:lnTo>
                    <a:pt x="1187452" y="1583813"/>
                  </a:lnTo>
                  <a:lnTo>
                    <a:pt x="1187444" y="1583801"/>
                  </a:lnTo>
                  <a:lnTo>
                    <a:pt x="1187428" y="1583784"/>
                  </a:lnTo>
                  <a:lnTo>
                    <a:pt x="1187410" y="1583772"/>
                  </a:lnTo>
                  <a:lnTo>
                    <a:pt x="1187392" y="1583766"/>
                  </a:lnTo>
                  <a:lnTo>
                    <a:pt x="1187374" y="1583759"/>
                  </a:lnTo>
                  <a:lnTo>
                    <a:pt x="1187356" y="1583754"/>
                  </a:lnTo>
                  <a:lnTo>
                    <a:pt x="1187352" y="1583752"/>
                  </a:lnTo>
                  <a:lnTo>
                    <a:pt x="1187343" y="1583745"/>
                  </a:lnTo>
                  <a:lnTo>
                    <a:pt x="1187340" y="1583740"/>
                  </a:lnTo>
                  <a:lnTo>
                    <a:pt x="1187336" y="1583731"/>
                  </a:lnTo>
                  <a:lnTo>
                    <a:pt x="1187331" y="1583724"/>
                  </a:lnTo>
                  <a:lnTo>
                    <a:pt x="1187319" y="1583702"/>
                  </a:lnTo>
                  <a:lnTo>
                    <a:pt x="1187305" y="1583701"/>
                  </a:lnTo>
                  <a:lnTo>
                    <a:pt x="1187288" y="1583701"/>
                  </a:lnTo>
                  <a:lnTo>
                    <a:pt x="1187270" y="1583699"/>
                  </a:lnTo>
                  <a:lnTo>
                    <a:pt x="1187252" y="1583697"/>
                  </a:lnTo>
                  <a:lnTo>
                    <a:pt x="1187235" y="1583695"/>
                  </a:lnTo>
                  <a:lnTo>
                    <a:pt x="1187217" y="1583690"/>
                  </a:lnTo>
                  <a:lnTo>
                    <a:pt x="1187201" y="1583681"/>
                  </a:lnTo>
                  <a:lnTo>
                    <a:pt x="1187184" y="1583669"/>
                  </a:lnTo>
                  <a:lnTo>
                    <a:pt x="1187165" y="1583653"/>
                  </a:lnTo>
                  <a:lnTo>
                    <a:pt x="1187153" y="1583633"/>
                  </a:lnTo>
                  <a:lnTo>
                    <a:pt x="1187145" y="1583628"/>
                  </a:lnTo>
                  <a:lnTo>
                    <a:pt x="1187137" y="1583622"/>
                  </a:lnTo>
                  <a:lnTo>
                    <a:pt x="1187132" y="1583613"/>
                  </a:lnTo>
                  <a:lnTo>
                    <a:pt x="1187130" y="1583606"/>
                  </a:lnTo>
                  <a:lnTo>
                    <a:pt x="1187132" y="1583594"/>
                  </a:lnTo>
                  <a:lnTo>
                    <a:pt x="1187140" y="1583581"/>
                  </a:lnTo>
                  <a:lnTo>
                    <a:pt x="1187141" y="1583575"/>
                  </a:lnTo>
                  <a:lnTo>
                    <a:pt x="1187144" y="1583569"/>
                  </a:lnTo>
                  <a:lnTo>
                    <a:pt x="1187142" y="1583555"/>
                  </a:lnTo>
                  <a:lnTo>
                    <a:pt x="1187127" y="1583543"/>
                  </a:lnTo>
                  <a:lnTo>
                    <a:pt x="1187110" y="1583542"/>
                  </a:lnTo>
                  <a:lnTo>
                    <a:pt x="1187092" y="1583540"/>
                  </a:lnTo>
                  <a:lnTo>
                    <a:pt x="1187075" y="1583536"/>
                  </a:lnTo>
                  <a:lnTo>
                    <a:pt x="1187070" y="1583511"/>
                  </a:lnTo>
                  <a:lnTo>
                    <a:pt x="1187067" y="1583504"/>
                  </a:lnTo>
                  <a:lnTo>
                    <a:pt x="1187063" y="1583486"/>
                  </a:lnTo>
                  <a:lnTo>
                    <a:pt x="1187063" y="1583478"/>
                  </a:lnTo>
                  <a:lnTo>
                    <a:pt x="1187060" y="1583467"/>
                  </a:lnTo>
                  <a:lnTo>
                    <a:pt x="1187054" y="1583449"/>
                  </a:lnTo>
                  <a:lnTo>
                    <a:pt x="1187050" y="1583439"/>
                  </a:lnTo>
                  <a:lnTo>
                    <a:pt x="1187044" y="1583430"/>
                  </a:lnTo>
                  <a:lnTo>
                    <a:pt x="1187028" y="1583413"/>
                  </a:lnTo>
                  <a:lnTo>
                    <a:pt x="1187019" y="1583410"/>
                  </a:lnTo>
                  <a:lnTo>
                    <a:pt x="1187010" y="1583408"/>
                  </a:lnTo>
                  <a:lnTo>
                    <a:pt x="1187002" y="1583410"/>
                  </a:lnTo>
                  <a:lnTo>
                    <a:pt x="1186994" y="1583414"/>
                  </a:lnTo>
                  <a:lnTo>
                    <a:pt x="1186986" y="1583420"/>
                  </a:lnTo>
                  <a:lnTo>
                    <a:pt x="1186979" y="1583430"/>
                  </a:lnTo>
                  <a:lnTo>
                    <a:pt x="1186975" y="1583434"/>
                  </a:lnTo>
                  <a:lnTo>
                    <a:pt x="1186960" y="1583442"/>
                  </a:lnTo>
                  <a:lnTo>
                    <a:pt x="1186945" y="1583449"/>
                  </a:lnTo>
                  <a:lnTo>
                    <a:pt x="1186934" y="1583452"/>
                  </a:lnTo>
                  <a:lnTo>
                    <a:pt x="1186925" y="1583452"/>
                  </a:lnTo>
                  <a:lnTo>
                    <a:pt x="1186907" y="1583448"/>
                  </a:lnTo>
                  <a:lnTo>
                    <a:pt x="1186891" y="1583437"/>
                  </a:lnTo>
                  <a:lnTo>
                    <a:pt x="1186883" y="1583429"/>
                  </a:lnTo>
                  <a:lnTo>
                    <a:pt x="1186876" y="1583418"/>
                  </a:lnTo>
                  <a:lnTo>
                    <a:pt x="1186864" y="1583400"/>
                  </a:lnTo>
                  <a:lnTo>
                    <a:pt x="1186849" y="1583383"/>
                  </a:lnTo>
                  <a:lnTo>
                    <a:pt x="1186831" y="1583369"/>
                  </a:lnTo>
                  <a:lnTo>
                    <a:pt x="1186813" y="1583361"/>
                  </a:lnTo>
                  <a:lnTo>
                    <a:pt x="1186796" y="1583354"/>
                  </a:lnTo>
                  <a:lnTo>
                    <a:pt x="1186778" y="1583349"/>
                  </a:lnTo>
                  <a:lnTo>
                    <a:pt x="1186759" y="1583341"/>
                  </a:lnTo>
                  <a:lnTo>
                    <a:pt x="1186743" y="1583335"/>
                  </a:lnTo>
                  <a:lnTo>
                    <a:pt x="1186725" y="1583329"/>
                  </a:lnTo>
                  <a:lnTo>
                    <a:pt x="1186707" y="1583324"/>
                  </a:lnTo>
                  <a:lnTo>
                    <a:pt x="1186693" y="1583323"/>
                  </a:lnTo>
                  <a:lnTo>
                    <a:pt x="1186688" y="1583320"/>
                  </a:lnTo>
                  <a:lnTo>
                    <a:pt x="1186676" y="1583316"/>
                  </a:lnTo>
                  <a:lnTo>
                    <a:pt x="1186658" y="1583304"/>
                  </a:lnTo>
                  <a:lnTo>
                    <a:pt x="1186642" y="1583287"/>
                  </a:lnTo>
                  <a:lnTo>
                    <a:pt x="1186629" y="1583269"/>
                  </a:lnTo>
                  <a:lnTo>
                    <a:pt x="1186614" y="1583252"/>
                  </a:lnTo>
                  <a:lnTo>
                    <a:pt x="1186596" y="1583237"/>
                  </a:lnTo>
                  <a:lnTo>
                    <a:pt x="1186579" y="1583231"/>
                  </a:lnTo>
                  <a:lnTo>
                    <a:pt x="1186570" y="1583228"/>
                  </a:lnTo>
                  <a:lnTo>
                    <a:pt x="1186560" y="1583226"/>
                  </a:lnTo>
                  <a:lnTo>
                    <a:pt x="1186544" y="1583226"/>
                  </a:lnTo>
                  <a:lnTo>
                    <a:pt x="1186529" y="1583228"/>
                  </a:lnTo>
                  <a:lnTo>
                    <a:pt x="1186516" y="1583236"/>
                  </a:lnTo>
                  <a:lnTo>
                    <a:pt x="1186500" y="1583237"/>
                  </a:lnTo>
                  <a:lnTo>
                    <a:pt x="1186489" y="1583234"/>
                  </a:lnTo>
                  <a:lnTo>
                    <a:pt x="1186471" y="1583221"/>
                  </a:lnTo>
                  <a:lnTo>
                    <a:pt x="1186453" y="1583208"/>
                  </a:lnTo>
                  <a:lnTo>
                    <a:pt x="1186436" y="1583192"/>
                  </a:lnTo>
                  <a:lnTo>
                    <a:pt x="1186420" y="1583175"/>
                  </a:lnTo>
                  <a:lnTo>
                    <a:pt x="1186414" y="1583168"/>
                  </a:lnTo>
                  <a:lnTo>
                    <a:pt x="1186401" y="1583150"/>
                  </a:lnTo>
                  <a:lnTo>
                    <a:pt x="1186388" y="1583132"/>
                  </a:lnTo>
                  <a:lnTo>
                    <a:pt x="1186374" y="1583113"/>
                  </a:lnTo>
                  <a:lnTo>
                    <a:pt x="1186357" y="1583096"/>
                  </a:lnTo>
                  <a:lnTo>
                    <a:pt x="1186349" y="1583086"/>
                  </a:lnTo>
                  <a:lnTo>
                    <a:pt x="1186348" y="1583077"/>
                  </a:lnTo>
                  <a:lnTo>
                    <a:pt x="1186345" y="1583069"/>
                  </a:lnTo>
                  <a:lnTo>
                    <a:pt x="1186345" y="1583059"/>
                  </a:lnTo>
                  <a:lnTo>
                    <a:pt x="1186344" y="1583053"/>
                  </a:lnTo>
                  <a:lnTo>
                    <a:pt x="1186345" y="1583040"/>
                  </a:lnTo>
                  <a:lnTo>
                    <a:pt x="1186346" y="1583022"/>
                  </a:lnTo>
                  <a:lnTo>
                    <a:pt x="1186347" y="1583004"/>
                  </a:lnTo>
                  <a:lnTo>
                    <a:pt x="1186345" y="1582985"/>
                  </a:lnTo>
                  <a:lnTo>
                    <a:pt x="1186345" y="1582967"/>
                  </a:lnTo>
                  <a:lnTo>
                    <a:pt x="1186347" y="1582948"/>
                  </a:lnTo>
                  <a:lnTo>
                    <a:pt x="1186346" y="1582929"/>
                  </a:lnTo>
                  <a:lnTo>
                    <a:pt x="1186343" y="1582911"/>
                  </a:lnTo>
                  <a:lnTo>
                    <a:pt x="1186340" y="1582903"/>
                  </a:lnTo>
                  <a:lnTo>
                    <a:pt x="1186336" y="1582895"/>
                  </a:lnTo>
                  <a:lnTo>
                    <a:pt x="1186333" y="1582889"/>
                  </a:lnTo>
                  <a:lnTo>
                    <a:pt x="1186326" y="1582874"/>
                  </a:lnTo>
                  <a:lnTo>
                    <a:pt x="1186316" y="1582856"/>
                  </a:lnTo>
                  <a:lnTo>
                    <a:pt x="1186306" y="1582837"/>
                  </a:lnTo>
                  <a:lnTo>
                    <a:pt x="1186295" y="1582819"/>
                  </a:lnTo>
                  <a:lnTo>
                    <a:pt x="1186285" y="1582800"/>
                  </a:lnTo>
                  <a:lnTo>
                    <a:pt x="1186276" y="1582782"/>
                  </a:lnTo>
                  <a:lnTo>
                    <a:pt x="1186270" y="1582763"/>
                  </a:lnTo>
                  <a:lnTo>
                    <a:pt x="1186264" y="1582745"/>
                  </a:lnTo>
                  <a:lnTo>
                    <a:pt x="1186254" y="1582726"/>
                  </a:lnTo>
                  <a:lnTo>
                    <a:pt x="1186245" y="1582708"/>
                  </a:lnTo>
                  <a:lnTo>
                    <a:pt x="1186234" y="1582689"/>
                  </a:lnTo>
                  <a:lnTo>
                    <a:pt x="1186224" y="1582671"/>
                  </a:lnTo>
                  <a:lnTo>
                    <a:pt x="1186217" y="1582653"/>
                  </a:lnTo>
                  <a:lnTo>
                    <a:pt x="1186215" y="1582634"/>
                  </a:lnTo>
                  <a:lnTo>
                    <a:pt x="1186216" y="1582616"/>
                  </a:lnTo>
                  <a:lnTo>
                    <a:pt x="1186215" y="1582597"/>
                  </a:lnTo>
                  <a:lnTo>
                    <a:pt x="1186215" y="1582578"/>
                  </a:lnTo>
                  <a:lnTo>
                    <a:pt x="1186212" y="1582560"/>
                  </a:lnTo>
                  <a:lnTo>
                    <a:pt x="1186211" y="1582541"/>
                  </a:lnTo>
                  <a:lnTo>
                    <a:pt x="1186210" y="1582523"/>
                  </a:lnTo>
                  <a:lnTo>
                    <a:pt x="1186211" y="1582505"/>
                  </a:lnTo>
                  <a:lnTo>
                    <a:pt x="1186212" y="1582486"/>
                  </a:lnTo>
                  <a:lnTo>
                    <a:pt x="1186213" y="1582468"/>
                  </a:lnTo>
                  <a:lnTo>
                    <a:pt x="1186214" y="1582449"/>
                  </a:lnTo>
                  <a:lnTo>
                    <a:pt x="1186216" y="1582431"/>
                  </a:lnTo>
                  <a:lnTo>
                    <a:pt x="1186218" y="1582412"/>
                  </a:lnTo>
                  <a:lnTo>
                    <a:pt x="1186219" y="1582394"/>
                  </a:lnTo>
                  <a:lnTo>
                    <a:pt x="1186220" y="1582375"/>
                  </a:lnTo>
                  <a:lnTo>
                    <a:pt x="1186221" y="1582356"/>
                  </a:lnTo>
                  <a:lnTo>
                    <a:pt x="1186221" y="1582338"/>
                  </a:lnTo>
                  <a:lnTo>
                    <a:pt x="1186222" y="1582328"/>
                  </a:lnTo>
                  <a:lnTo>
                    <a:pt x="1186220" y="1582320"/>
                  </a:lnTo>
                  <a:lnTo>
                    <a:pt x="1186223" y="1582300"/>
                  </a:lnTo>
                  <a:lnTo>
                    <a:pt x="1186222" y="1582291"/>
                  </a:lnTo>
                  <a:lnTo>
                    <a:pt x="1186218" y="1582273"/>
                  </a:lnTo>
                  <a:lnTo>
                    <a:pt x="1186212" y="1582263"/>
                  </a:lnTo>
                  <a:lnTo>
                    <a:pt x="1186211" y="1582254"/>
                  </a:lnTo>
                  <a:lnTo>
                    <a:pt x="1186202" y="1582236"/>
                  </a:lnTo>
                  <a:lnTo>
                    <a:pt x="1186187" y="1582219"/>
                  </a:lnTo>
                  <a:lnTo>
                    <a:pt x="1186182" y="1582216"/>
                  </a:lnTo>
                  <a:lnTo>
                    <a:pt x="1186174" y="1582216"/>
                  </a:lnTo>
                  <a:lnTo>
                    <a:pt x="1186156" y="1582216"/>
                  </a:lnTo>
                  <a:lnTo>
                    <a:pt x="1186138" y="1582212"/>
                  </a:lnTo>
                  <a:lnTo>
                    <a:pt x="1186131" y="1582208"/>
                  </a:lnTo>
                  <a:lnTo>
                    <a:pt x="1186121" y="1582198"/>
                  </a:lnTo>
                  <a:lnTo>
                    <a:pt x="1186106" y="1582179"/>
                  </a:lnTo>
                  <a:lnTo>
                    <a:pt x="1186101" y="1582172"/>
                  </a:lnTo>
                  <a:lnTo>
                    <a:pt x="1186097" y="1582162"/>
                  </a:lnTo>
                  <a:lnTo>
                    <a:pt x="1186091" y="1582154"/>
                  </a:lnTo>
                  <a:lnTo>
                    <a:pt x="1186081" y="1582146"/>
                  </a:lnTo>
                  <a:lnTo>
                    <a:pt x="1186073" y="1582142"/>
                  </a:lnTo>
                  <a:lnTo>
                    <a:pt x="1186063" y="1582142"/>
                  </a:lnTo>
                  <a:lnTo>
                    <a:pt x="1186045" y="1582138"/>
                  </a:lnTo>
                  <a:lnTo>
                    <a:pt x="1186036" y="1582135"/>
                  </a:lnTo>
                  <a:lnTo>
                    <a:pt x="1186028" y="1582130"/>
                  </a:lnTo>
                  <a:lnTo>
                    <a:pt x="1186010" y="1582117"/>
                  </a:lnTo>
                  <a:lnTo>
                    <a:pt x="1185992" y="1582108"/>
                  </a:lnTo>
                  <a:lnTo>
                    <a:pt x="1185974" y="1582103"/>
                  </a:lnTo>
                  <a:lnTo>
                    <a:pt x="1185967" y="1582103"/>
                  </a:lnTo>
                  <a:lnTo>
                    <a:pt x="1185962" y="1582103"/>
                  </a:lnTo>
                  <a:lnTo>
                    <a:pt x="1185957" y="1582106"/>
                  </a:lnTo>
                  <a:lnTo>
                    <a:pt x="1185939" y="1582112"/>
                  </a:lnTo>
                  <a:lnTo>
                    <a:pt x="1185921" y="1582116"/>
                  </a:lnTo>
                  <a:lnTo>
                    <a:pt x="1185914" y="1582116"/>
                  </a:lnTo>
                  <a:lnTo>
                    <a:pt x="1185903" y="1582112"/>
                  </a:lnTo>
                  <a:lnTo>
                    <a:pt x="1185885" y="1582101"/>
                  </a:lnTo>
                  <a:lnTo>
                    <a:pt x="1185880" y="1582098"/>
                  </a:lnTo>
                  <a:lnTo>
                    <a:pt x="1185868" y="1582095"/>
                  </a:lnTo>
                  <a:lnTo>
                    <a:pt x="1185850" y="1582098"/>
                  </a:lnTo>
                  <a:lnTo>
                    <a:pt x="1185832" y="1582104"/>
                  </a:lnTo>
                  <a:lnTo>
                    <a:pt x="1185815" y="1582119"/>
                  </a:lnTo>
                  <a:lnTo>
                    <a:pt x="1185797" y="1582132"/>
                  </a:lnTo>
                  <a:lnTo>
                    <a:pt x="1185779" y="1582145"/>
                  </a:lnTo>
                  <a:lnTo>
                    <a:pt x="1185762" y="1582159"/>
                  </a:lnTo>
                  <a:lnTo>
                    <a:pt x="1185744" y="1582171"/>
                  </a:lnTo>
                  <a:lnTo>
                    <a:pt x="1185731" y="1582180"/>
                  </a:lnTo>
                  <a:lnTo>
                    <a:pt x="1185726" y="1582181"/>
                  </a:lnTo>
                  <a:lnTo>
                    <a:pt x="1185717" y="1582181"/>
                  </a:lnTo>
                  <a:lnTo>
                    <a:pt x="1185708" y="1582178"/>
                  </a:lnTo>
                  <a:lnTo>
                    <a:pt x="1185696" y="1582175"/>
                  </a:lnTo>
                  <a:lnTo>
                    <a:pt x="1185690" y="1582169"/>
                  </a:lnTo>
                  <a:lnTo>
                    <a:pt x="1185673" y="1582152"/>
                  </a:lnTo>
                  <a:lnTo>
                    <a:pt x="1185666" y="1582146"/>
                  </a:lnTo>
                  <a:lnTo>
                    <a:pt x="1185655" y="1582143"/>
                  </a:lnTo>
                  <a:lnTo>
                    <a:pt x="1185647" y="1582141"/>
                  </a:lnTo>
                  <a:lnTo>
                    <a:pt x="1185639" y="1582142"/>
                  </a:lnTo>
                  <a:lnTo>
                    <a:pt x="1185633" y="1582144"/>
                  </a:lnTo>
                  <a:lnTo>
                    <a:pt x="1185620" y="1582154"/>
                  </a:lnTo>
                  <a:lnTo>
                    <a:pt x="1185605" y="1582173"/>
                  </a:lnTo>
                  <a:lnTo>
                    <a:pt x="1185594" y="1582191"/>
                  </a:lnTo>
                  <a:lnTo>
                    <a:pt x="1185578" y="1582207"/>
                  </a:lnTo>
                  <a:lnTo>
                    <a:pt x="1185561" y="1582217"/>
                  </a:lnTo>
                  <a:lnTo>
                    <a:pt x="1185551" y="1582222"/>
                  </a:lnTo>
                  <a:lnTo>
                    <a:pt x="1185543" y="1582223"/>
                  </a:lnTo>
                  <a:lnTo>
                    <a:pt x="1185505" y="1582227"/>
                  </a:lnTo>
                  <a:lnTo>
                    <a:pt x="1185495" y="1582226"/>
                  </a:lnTo>
                  <a:lnTo>
                    <a:pt x="1185478" y="1582224"/>
                  </a:lnTo>
                  <a:lnTo>
                    <a:pt x="1185460" y="1582220"/>
                  </a:lnTo>
                  <a:lnTo>
                    <a:pt x="1185442" y="1582216"/>
                  </a:lnTo>
                  <a:lnTo>
                    <a:pt x="1185409" y="1582210"/>
                  </a:lnTo>
                  <a:lnTo>
                    <a:pt x="1185402" y="1582208"/>
                  </a:lnTo>
                  <a:lnTo>
                    <a:pt x="1185397" y="1582205"/>
                  </a:lnTo>
                  <a:lnTo>
                    <a:pt x="1185390" y="1582205"/>
                  </a:lnTo>
                  <a:lnTo>
                    <a:pt x="1185383" y="1582202"/>
                  </a:lnTo>
                  <a:lnTo>
                    <a:pt x="1185364" y="1582204"/>
                  </a:lnTo>
                  <a:lnTo>
                    <a:pt x="1185346" y="1582209"/>
                  </a:lnTo>
                  <a:lnTo>
                    <a:pt x="1185329" y="1582214"/>
                  </a:lnTo>
                  <a:lnTo>
                    <a:pt x="1185311" y="1582219"/>
                  </a:lnTo>
                  <a:lnTo>
                    <a:pt x="1185293" y="1582223"/>
                  </a:lnTo>
                  <a:lnTo>
                    <a:pt x="1185275" y="1582225"/>
                  </a:lnTo>
                  <a:lnTo>
                    <a:pt x="1185258" y="1582229"/>
                  </a:lnTo>
                  <a:lnTo>
                    <a:pt x="1185248" y="1582232"/>
                  </a:lnTo>
                  <a:lnTo>
                    <a:pt x="1185240" y="1582237"/>
                  </a:lnTo>
                  <a:lnTo>
                    <a:pt x="1185233" y="1582237"/>
                  </a:lnTo>
                  <a:lnTo>
                    <a:pt x="1185222" y="1582241"/>
                  </a:lnTo>
                  <a:lnTo>
                    <a:pt x="1185194" y="1582250"/>
                  </a:lnTo>
                  <a:lnTo>
                    <a:pt x="1185161" y="1582259"/>
                  </a:lnTo>
                  <a:lnTo>
                    <a:pt x="1185143" y="1582263"/>
                  </a:lnTo>
                  <a:lnTo>
                    <a:pt x="1185125" y="1582266"/>
                  </a:lnTo>
                  <a:lnTo>
                    <a:pt x="1185107" y="1582271"/>
                  </a:lnTo>
                  <a:lnTo>
                    <a:pt x="1185090" y="1582274"/>
                  </a:lnTo>
                  <a:lnTo>
                    <a:pt x="1185072" y="1582276"/>
                  </a:lnTo>
                  <a:lnTo>
                    <a:pt x="1185064" y="1582276"/>
                  </a:lnTo>
                  <a:lnTo>
                    <a:pt x="1185053" y="1582278"/>
                  </a:lnTo>
                  <a:lnTo>
                    <a:pt x="1185037" y="1582287"/>
                  </a:lnTo>
                  <a:lnTo>
                    <a:pt x="1185020" y="1582295"/>
                  </a:lnTo>
                  <a:lnTo>
                    <a:pt x="1185011" y="1582298"/>
                  </a:lnTo>
                  <a:lnTo>
                    <a:pt x="1184993" y="1582305"/>
                  </a:lnTo>
                  <a:lnTo>
                    <a:pt x="1184975" y="1582313"/>
                  </a:lnTo>
                  <a:lnTo>
                    <a:pt x="1184962" y="1582318"/>
                  </a:lnTo>
                  <a:lnTo>
                    <a:pt x="1184957" y="1582318"/>
                  </a:lnTo>
                  <a:lnTo>
                    <a:pt x="1184939" y="1582323"/>
                  </a:lnTo>
                  <a:lnTo>
                    <a:pt x="1184922" y="1582329"/>
                  </a:lnTo>
                  <a:lnTo>
                    <a:pt x="1184904" y="1582330"/>
                  </a:lnTo>
                  <a:lnTo>
                    <a:pt x="1184896" y="1582331"/>
                  </a:lnTo>
                  <a:lnTo>
                    <a:pt x="1184878" y="1582331"/>
                  </a:lnTo>
                  <a:lnTo>
                    <a:pt x="1184860" y="1582329"/>
                  </a:lnTo>
                  <a:lnTo>
                    <a:pt x="1184843" y="1582328"/>
                  </a:lnTo>
                  <a:lnTo>
                    <a:pt x="1184825" y="1582328"/>
                  </a:lnTo>
                  <a:lnTo>
                    <a:pt x="1184807" y="1582328"/>
                  </a:lnTo>
                  <a:lnTo>
                    <a:pt x="1184789" y="1582329"/>
                  </a:lnTo>
                  <a:lnTo>
                    <a:pt x="1184771" y="1582332"/>
                  </a:lnTo>
                  <a:lnTo>
                    <a:pt x="1184760" y="1582331"/>
                  </a:lnTo>
                  <a:lnTo>
                    <a:pt x="1184742" y="1582329"/>
                  </a:lnTo>
                  <a:lnTo>
                    <a:pt x="1184724" y="1582325"/>
                  </a:lnTo>
                  <a:lnTo>
                    <a:pt x="1184707" y="1582322"/>
                  </a:lnTo>
                  <a:lnTo>
                    <a:pt x="1184700" y="1582322"/>
                  </a:lnTo>
                  <a:lnTo>
                    <a:pt x="1184690" y="1582325"/>
                  </a:lnTo>
                  <a:lnTo>
                    <a:pt x="1184671" y="1582332"/>
                  </a:lnTo>
                  <a:lnTo>
                    <a:pt x="1184653" y="1582336"/>
                  </a:lnTo>
                  <a:lnTo>
                    <a:pt x="1184637" y="1582339"/>
                  </a:lnTo>
                  <a:lnTo>
                    <a:pt x="1184630" y="1582339"/>
                  </a:lnTo>
                  <a:lnTo>
                    <a:pt x="1184621" y="1582341"/>
                  </a:lnTo>
                  <a:lnTo>
                    <a:pt x="1184612" y="1582341"/>
                  </a:lnTo>
                  <a:lnTo>
                    <a:pt x="1184600" y="1582341"/>
                  </a:lnTo>
                  <a:lnTo>
                    <a:pt x="1184592" y="1582339"/>
                  </a:lnTo>
                  <a:lnTo>
                    <a:pt x="1184580" y="1582336"/>
                  </a:lnTo>
                  <a:lnTo>
                    <a:pt x="1184571" y="1582329"/>
                  </a:lnTo>
                  <a:lnTo>
                    <a:pt x="1184561" y="1582310"/>
                  </a:lnTo>
                  <a:lnTo>
                    <a:pt x="1184550" y="1582300"/>
                  </a:lnTo>
                  <a:lnTo>
                    <a:pt x="1184546" y="1582297"/>
                  </a:lnTo>
                  <a:lnTo>
                    <a:pt x="1184529" y="1582300"/>
                  </a:lnTo>
                  <a:lnTo>
                    <a:pt x="1184517" y="1582308"/>
                  </a:lnTo>
                  <a:lnTo>
                    <a:pt x="1184510" y="1582311"/>
                  </a:lnTo>
                  <a:lnTo>
                    <a:pt x="1184490" y="1582314"/>
                  </a:lnTo>
                  <a:lnTo>
                    <a:pt x="1184470" y="1582315"/>
                  </a:lnTo>
                  <a:lnTo>
                    <a:pt x="1184452" y="1582315"/>
                  </a:lnTo>
                  <a:lnTo>
                    <a:pt x="1184439" y="1582312"/>
                  </a:lnTo>
                  <a:lnTo>
                    <a:pt x="1184422" y="1582296"/>
                  </a:lnTo>
                  <a:lnTo>
                    <a:pt x="1184413" y="1582291"/>
                  </a:lnTo>
                  <a:lnTo>
                    <a:pt x="1184405" y="1582290"/>
                  </a:lnTo>
                  <a:lnTo>
                    <a:pt x="1184394" y="1582289"/>
                  </a:lnTo>
                  <a:lnTo>
                    <a:pt x="1184378" y="1582296"/>
                  </a:lnTo>
                  <a:lnTo>
                    <a:pt x="1184375" y="1582304"/>
                  </a:lnTo>
                  <a:lnTo>
                    <a:pt x="1184358" y="1582309"/>
                  </a:lnTo>
                  <a:lnTo>
                    <a:pt x="1184340" y="1582313"/>
                  </a:lnTo>
                  <a:lnTo>
                    <a:pt x="1184322" y="1582314"/>
                  </a:lnTo>
                  <a:lnTo>
                    <a:pt x="1184304" y="1582315"/>
                  </a:lnTo>
                  <a:lnTo>
                    <a:pt x="1184282" y="1582315"/>
                  </a:lnTo>
                  <a:lnTo>
                    <a:pt x="1184270" y="1582318"/>
                  </a:lnTo>
                  <a:lnTo>
                    <a:pt x="1184252" y="1582319"/>
                  </a:lnTo>
                  <a:lnTo>
                    <a:pt x="1184235" y="1582318"/>
                  </a:lnTo>
                  <a:lnTo>
                    <a:pt x="1184216" y="1582319"/>
                  </a:lnTo>
                  <a:lnTo>
                    <a:pt x="1184207" y="1582319"/>
                  </a:lnTo>
                  <a:lnTo>
                    <a:pt x="1184199" y="1582317"/>
                  </a:lnTo>
                  <a:lnTo>
                    <a:pt x="1184193" y="1582318"/>
                  </a:lnTo>
                  <a:lnTo>
                    <a:pt x="1184186" y="1582324"/>
                  </a:lnTo>
                  <a:lnTo>
                    <a:pt x="1184180" y="1582332"/>
                  </a:lnTo>
                  <a:lnTo>
                    <a:pt x="1184176" y="1582336"/>
                  </a:lnTo>
                  <a:lnTo>
                    <a:pt x="1184168" y="1582344"/>
                  </a:lnTo>
                  <a:lnTo>
                    <a:pt x="1184159" y="1582347"/>
                  </a:lnTo>
                  <a:lnTo>
                    <a:pt x="1184147" y="1582347"/>
                  </a:lnTo>
                  <a:lnTo>
                    <a:pt x="1184141" y="1582344"/>
                  </a:lnTo>
                  <a:lnTo>
                    <a:pt x="1184129" y="1582339"/>
                  </a:lnTo>
                  <a:lnTo>
                    <a:pt x="1184123" y="1582334"/>
                  </a:lnTo>
                  <a:lnTo>
                    <a:pt x="1184108" y="1582317"/>
                  </a:lnTo>
                  <a:lnTo>
                    <a:pt x="1184093" y="1582312"/>
                  </a:lnTo>
                  <a:lnTo>
                    <a:pt x="1184072" y="1582309"/>
                  </a:lnTo>
                  <a:lnTo>
                    <a:pt x="1184063" y="1582307"/>
                  </a:lnTo>
                  <a:lnTo>
                    <a:pt x="1184054" y="1582304"/>
                  </a:lnTo>
                  <a:lnTo>
                    <a:pt x="1184037" y="1582298"/>
                  </a:lnTo>
                  <a:lnTo>
                    <a:pt x="1184026" y="1582294"/>
                  </a:lnTo>
                  <a:lnTo>
                    <a:pt x="1184019" y="1582294"/>
                  </a:lnTo>
                  <a:lnTo>
                    <a:pt x="1184001" y="1582296"/>
                  </a:lnTo>
                  <a:lnTo>
                    <a:pt x="1183983" y="1582302"/>
                  </a:lnTo>
                  <a:lnTo>
                    <a:pt x="1183966" y="1582308"/>
                  </a:lnTo>
                  <a:lnTo>
                    <a:pt x="1183948" y="1582313"/>
                  </a:lnTo>
                  <a:lnTo>
                    <a:pt x="1183938" y="1582318"/>
                  </a:lnTo>
                  <a:lnTo>
                    <a:pt x="1183936" y="1582337"/>
                  </a:lnTo>
                  <a:lnTo>
                    <a:pt x="1183935" y="1582347"/>
                  </a:lnTo>
                  <a:lnTo>
                    <a:pt x="1183936" y="1582356"/>
                  </a:lnTo>
                  <a:lnTo>
                    <a:pt x="1183935" y="1582374"/>
                  </a:lnTo>
                  <a:lnTo>
                    <a:pt x="1183931" y="1582393"/>
                  </a:lnTo>
                  <a:lnTo>
                    <a:pt x="1183919" y="1582411"/>
                  </a:lnTo>
                  <a:lnTo>
                    <a:pt x="1183911" y="1582419"/>
                  </a:lnTo>
                  <a:lnTo>
                    <a:pt x="1183903" y="1582421"/>
                  </a:lnTo>
                  <a:lnTo>
                    <a:pt x="1183884" y="1582428"/>
                  </a:lnTo>
                  <a:lnTo>
                    <a:pt x="1183877" y="1582430"/>
                  </a:lnTo>
                  <a:lnTo>
                    <a:pt x="1183868" y="1582434"/>
                  </a:lnTo>
                  <a:lnTo>
                    <a:pt x="1183857" y="1582436"/>
                  </a:lnTo>
                  <a:lnTo>
                    <a:pt x="1183832" y="1582429"/>
                  </a:lnTo>
                  <a:lnTo>
                    <a:pt x="1183821" y="1582424"/>
                  </a:lnTo>
                  <a:lnTo>
                    <a:pt x="1183804" y="1582427"/>
                  </a:lnTo>
                  <a:lnTo>
                    <a:pt x="1183767" y="1582428"/>
                  </a:lnTo>
                  <a:lnTo>
                    <a:pt x="1183762" y="1582434"/>
                  </a:lnTo>
                  <a:lnTo>
                    <a:pt x="1183744" y="1582442"/>
                  </a:lnTo>
                  <a:lnTo>
                    <a:pt x="1183725" y="1582443"/>
                  </a:lnTo>
                  <a:lnTo>
                    <a:pt x="1183707" y="1582442"/>
                  </a:lnTo>
                  <a:lnTo>
                    <a:pt x="1183689" y="1582441"/>
                  </a:lnTo>
                  <a:lnTo>
                    <a:pt x="1183671" y="1582436"/>
                  </a:lnTo>
                  <a:lnTo>
                    <a:pt x="1183654" y="1582427"/>
                  </a:lnTo>
                  <a:lnTo>
                    <a:pt x="1183636" y="1582415"/>
                  </a:lnTo>
                  <a:lnTo>
                    <a:pt x="1183622" y="1582398"/>
                  </a:lnTo>
                  <a:lnTo>
                    <a:pt x="1183611" y="1582378"/>
                  </a:lnTo>
                  <a:lnTo>
                    <a:pt x="1183599" y="1582360"/>
                  </a:lnTo>
                  <a:lnTo>
                    <a:pt x="1183584" y="1582341"/>
                  </a:lnTo>
                  <a:lnTo>
                    <a:pt x="1183572" y="1582334"/>
                  </a:lnTo>
                  <a:lnTo>
                    <a:pt x="1183566" y="1582333"/>
                  </a:lnTo>
                  <a:lnTo>
                    <a:pt x="1183548" y="1582329"/>
                  </a:lnTo>
                  <a:lnTo>
                    <a:pt x="1183533" y="1582323"/>
                  </a:lnTo>
                  <a:lnTo>
                    <a:pt x="1183524" y="1582314"/>
                  </a:lnTo>
                  <a:lnTo>
                    <a:pt x="1183507" y="1582300"/>
                  </a:lnTo>
                  <a:lnTo>
                    <a:pt x="1183490" y="1582291"/>
                  </a:lnTo>
                  <a:lnTo>
                    <a:pt x="1183471" y="1582287"/>
                  </a:lnTo>
                  <a:lnTo>
                    <a:pt x="1183452" y="1582291"/>
                  </a:lnTo>
                  <a:lnTo>
                    <a:pt x="1183436" y="1582299"/>
                  </a:lnTo>
                  <a:lnTo>
                    <a:pt x="1183427" y="1582303"/>
                  </a:lnTo>
                  <a:lnTo>
                    <a:pt x="1183419" y="1582312"/>
                  </a:lnTo>
                  <a:lnTo>
                    <a:pt x="1183400" y="1582332"/>
                  </a:lnTo>
                  <a:lnTo>
                    <a:pt x="1183386" y="1582349"/>
                  </a:lnTo>
                  <a:lnTo>
                    <a:pt x="1183349" y="1582386"/>
                  </a:lnTo>
                  <a:lnTo>
                    <a:pt x="1183332" y="1582401"/>
                  </a:lnTo>
                  <a:lnTo>
                    <a:pt x="1183314" y="1582410"/>
                  </a:lnTo>
                  <a:lnTo>
                    <a:pt x="1183296" y="1582417"/>
                  </a:lnTo>
                  <a:lnTo>
                    <a:pt x="1183290" y="1582425"/>
                  </a:lnTo>
                  <a:lnTo>
                    <a:pt x="1183290" y="1582435"/>
                  </a:lnTo>
                  <a:lnTo>
                    <a:pt x="1183290" y="1582453"/>
                  </a:lnTo>
                  <a:lnTo>
                    <a:pt x="1183288" y="1582467"/>
                  </a:lnTo>
                  <a:lnTo>
                    <a:pt x="1183286" y="1582472"/>
                  </a:lnTo>
                  <a:lnTo>
                    <a:pt x="1183269" y="1582488"/>
                  </a:lnTo>
                  <a:lnTo>
                    <a:pt x="1183252" y="1582495"/>
                  </a:lnTo>
                  <a:lnTo>
                    <a:pt x="1183234" y="1582502"/>
                  </a:lnTo>
                  <a:lnTo>
                    <a:pt x="1183216" y="1582507"/>
                  </a:lnTo>
                  <a:lnTo>
                    <a:pt x="1183198" y="1582511"/>
                  </a:lnTo>
                  <a:lnTo>
                    <a:pt x="1183181" y="1582514"/>
                  </a:lnTo>
                  <a:lnTo>
                    <a:pt x="1183163" y="1582518"/>
                  </a:lnTo>
                  <a:lnTo>
                    <a:pt x="1183145" y="1582522"/>
                  </a:lnTo>
                  <a:lnTo>
                    <a:pt x="1183128" y="1582522"/>
                  </a:lnTo>
                  <a:lnTo>
                    <a:pt x="1183110" y="1582520"/>
                  </a:lnTo>
                  <a:lnTo>
                    <a:pt x="1183092" y="1582517"/>
                  </a:lnTo>
                  <a:lnTo>
                    <a:pt x="1183074" y="1582514"/>
                  </a:lnTo>
                  <a:lnTo>
                    <a:pt x="1183056" y="1582512"/>
                  </a:lnTo>
                  <a:lnTo>
                    <a:pt x="1183039" y="1582511"/>
                  </a:lnTo>
                  <a:lnTo>
                    <a:pt x="1183000" y="1582503"/>
                  </a:lnTo>
                  <a:lnTo>
                    <a:pt x="1182994" y="1582503"/>
                  </a:lnTo>
                  <a:lnTo>
                    <a:pt x="1182976" y="1582496"/>
                  </a:lnTo>
                  <a:lnTo>
                    <a:pt x="1182963" y="1582492"/>
                  </a:lnTo>
                  <a:lnTo>
                    <a:pt x="1182958" y="1582488"/>
                  </a:lnTo>
                  <a:lnTo>
                    <a:pt x="1182945" y="1582469"/>
                  </a:lnTo>
                  <a:lnTo>
                    <a:pt x="1182935" y="1582436"/>
                  </a:lnTo>
                  <a:lnTo>
                    <a:pt x="1182933" y="1582430"/>
                  </a:lnTo>
                  <a:lnTo>
                    <a:pt x="1182922" y="1582419"/>
                  </a:lnTo>
                  <a:lnTo>
                    <a:pt x="1182917" y="1582414"/>
                  </a:lnTo>
                  <a:lnTo>
                    <a:pt x="1182900" y="1582408"/>
                  </a:lnTo>
                  <a:lnTo>
                    <a:pt x="1182891" y="1582407"/>
                  </a:lnTo>
                  <a:lnTo>
                    <a:pt x="1182882" y="1582407"/>
                  </a:lnTo>
                  <a:lnTo>
                    <a:pt x="1182873" y="1582411"/>
                  </a:lnTo>
                  <a:lnTo>
                    <a:pt x="1182855" y="1582414"/>
                  </a:lnTo>
                  <a:lnTo>
                    <a:pt x="1182838" y="1582417"/>
                  </a:lnTo>
                  <a:lnTo>
                    <a:pt x="1182819" y="1582419"/>
                  </a:lnTo>
                  <a:lnTo>
                    <a:pt x="1182807" y="1582418"/>
                  </a:lnTo>
                  <a:lnTo>
                    <a:pt x="1182779" y="1582411"/>
                  </a:lnTo>
                  <a:lnTo>
                    <a:pt x="1182771" y="1582406"/>
                  </a:lnTo>
                  <a:lnTo>
                    <a:pt x="1182759" y="1582394"/>
                  </a:lnTo>
                  <a:lnTo>
                    <a:pt x="1182744" y="1582378"/>
                  </a:lnTo>
                  <a:lnTo>
                    <a:pt x="1182726" y="1582372"/>
                  </a:lnTo>
                  <a:lnTo>
                    <a:pt x="1182708" y="1582363"/>
                  </a:lnTo>
                  <a:lnTo>
                    <a:pt x="1182691" y="1582358"/>
                  </a:lnTo>
                  <a:lnTo>
                    <a:pt x="1182673" y="1582360"/>
                  </a:lnTo>
                  <a:lnTo>
                    <a:pt x="1182655" y="1582362"/>
                  </a:lnTo>
                  <a:lnTo>
                    <a:pt x="1182637" y="1582367"/>
                  </a:lnTo>
                  <a:lnTo>
                    <a:pt x="1182625" y="1582370"/>
                  </a:lnTo>
                  <a:lnTo>
                    <a:pt x="1182619" y="1582369"/>
                  </a:lnTo>
                  <a:lnTo>
                    <a:pt x="1182605" y="1582362"/>
                  </a:lnTo>
                  <a:lnTo>
                    <a:pt x="1182602" y="1582359"/>
                  </a:lnTo>
                  <a:lnTo>
                    <a:pt x="1182584" y="1582345"/>
                  </a:lnTo>
                  <a:lnTo>
                    <a:pt x="1182564" y="1582335"/>
                  </a:lnTo>
                  <a:lnTo>
                    <a:pt x="1182548" y="1582329"/>
                  </a:lnTo>
                  <a:lnTo>
                    <a:pt x="1182531" y="1582323"/>
                  </a:lnTo>
                  <a:lnTo>
                    <a:pt x="1182525" y="1582320"/>
                  </a:lnTo>
                  <a:lnTo>
                    <a:pt x="1182513" y="1582317"/>
                  </a:lnTo>
                  <a:lnTo>
                    <a:pt x="1182495" y="1582316"/>
                  </a:lnTo>
                  <a:lnTo>
                    <a:pt x="1182478" y="1582319"/>
                  </a:lnTo>
                  <a:lnTo>
                    <a:pt x="1182459" y="1582325"/>
                  </a:lnTo>
                  <a:lnTo>
                    <a:pt x="1182449" y="1582331"/>
                  </a:lnTo>
                  <a:lnTo>
                    <a:pt x="1182427" y="1582338"/>
                  </a:lnTo>
                  <a:lnTo>
                    <a:pt x="1182408" y="1582342"/>
                  </a:lnTo>
                  <a:lnTo>
                    <a:pt x="1182390" y="1582343"/>
                  </a:lnTo>
                  <a:lnTo>
                    <a:pt x="1182372" y="1582343"/>
                  </a:lnTo>
                  <a:lnTo>
                    <a:pt x="1182354" y="1582340"/>
                  </a:lnTo>
                  <a:lnTo>
                    <a:pt x="1182341" y="1582335"/>
                  </a:lnTo>
                  <a:lnTo>
                    <a:pt x="1182336" y="1582331"/>
                  </a:lnTo>
                  <a:lnTo>
                    <a:pt x="1182331" y="1582320"/>
                  </a:lnTo>
                  <a:lnTo>
                    <a:pt x="1182323" y="1582302"/>
                  </a:lnTo>
                  <a:lnTo>
                    <a:pt x="1182310" y="1582298"/>
                  </a:lnTo>
                  <a:lnTo>
                    <a:pt x="1182306" y="1582296"/>
                  </a:lnTo>
                  <a:lnTo>
                    <a:pt x="1182290" y="1582291"/>
                  </a:lnTo>
                  <a:lnTo>
                    <a:pt x="1182270" y="1582290"/>
                  </a:lnTo>
                  <a:lnTo>
                    <a:pt x="1182261" y="1582290"/>
                  </a:lnTo>
                  <a:lnTo>
                    <a:pt x="1182252" y="1582292"/>
                  </a:lnTo>
                  <a:lnTo>
                    <a:pt x="1182235" y="1582296"/>
                  </a:lnTo>
                  <a:lnTo>
                    <a:pt x="1182217" y="1582301"/>
                  </a:lnTo>
                  <a:lnTo>
                    <a:pt x="1182199" y="1582305"/>
                  </a:lnTo>
                  <a:lnTo>
                    <a:pt x="1182182" y="1582304"/>
                  </a:lnTo>
                  <a:lnTo>
                    <a:pt x="1182176" y="1582302"/>
                  </a:lnTo>
                  <a:lnTo>
                    <a:pt x="1182170" y="1582298"/>
                  </a:lnTo>
                  <a:lnTo>
                    <a:pt x="1182166" y="1582291"/>
                  </a:lnTo>
                  <a:lnTo>
                    <a:pt x="1182156" y="1582273"/>
                  </a:lnTo>
                  <a:lnTo>
                    <a:pt x="1182139" y="1582258"/>
                  </a:lnTo>
                  <a:lnTo>
                    <a:pt x="1182130" y="1582255"/>
                  </a:lnTo>
                  <a:lnTo>
                    <a:pt x="1182121" y="1582256"/>
                  </a:lnTo>
                  <a:lnTo>
                    <a:pt x="1182111" y="1582258"/>
                  </a:lnTo>
                  <a:lnTo>
                    <a:pt x="1182103" y="1582260"/>
                  </a:lnTo>
                  <a:lnTo>
                    <a:pt x="1182086" y="1582264"/>
                  </a:lnTo>
                  <a:lnTo>
                    <a:pt x="1182064" y="1582264"/>
                  </a:lnTo>
                  <a:lnTo>
                    <a:pt x="1182050" y="1582264"/>
                  </a:lnTo>
                  <a:lnTo>
                    <a:pt x="1182032" y="1582257"/>
                  </a:lnTo>
                  <a:lnTo>
                    <a:pt x="1182015" y="1582254"/>
                  </a:lnTo>
                  <a:lnTo>
                    <a:pt x="1181997" y="1582253"/>
                  </a:lnTo>
                  <a:lnTo>
                    <a:pt x="1181979" y="1582254"/>
                  </a:lnTo>
                  <a:lnTo>
                    <a:pt x="1181961" y="1582260"/>
                  </a:lnTo>
                  <a:lnTo>
                    <a:pt x="1181944" y="1582269"/>
                  </a:lnTo>
                  <a:lnTo>
                    <a:pt x="1181934" y="1582275"/>
                  </a:lnTo>
                  <a:lnTo>
                    <a:pt x="1181927" y="1582284"/>
                  </a:lnTo>
                  <a:lnTo>
                    <a:pt x="1181912" y="1582303"/>
                  </a:lnTo>
                  <a:lnTo>
                    <a:pt x="1181898" y="1582321"/>
                  </a:lnTo>
                  <a:lnTo>
                    <a:pt x="1181886" y="1582331"/>
                  </a:lnTo>
                  <a:lnTo>
                    <a:pt x="1181881" y="1582332"/>
                  </a:lnTo>
                  <a:lnTo>
                    <a:pt x="1181871" y="1582336"/>
                  </a:lnTo>
                  <a:lnTo>
                    <a:pt x="1181863" y="1582336"/>
                  </a:lnTo>
                  <a:lnTo>
                    <a:pt x="1181846" y="1582337"/>
                  </a:lnTo>
                  <a:lnTo>
                    <a:pt x="1181828" y="1582335"/>
                  </a:lnTo>
                  <a:lnTo>
                    <a:pt x="1181810" y="1582334"/>
                  </a:lnTo>
                  <a:lnTo>
                    <a:pt x="1181792" y="1582333"/>
                  </a:lnTo>
                  <a:lnTo>
                    <a:pt x="1181775" y="1582331"/>
                  </a:lnTo>
                  <a:lnTo>
                    <a:pt x="1181719" y="1582331"/>
                  </a:lnTo>
                  <a:lnTo>
                    <a:pt x="1181707" y="1582329"/>
                  </a:lnTo>
                  <a:lnTo>
                    <a:pt x="1181694" y="1582329"/>
                  </a:lnTo>
                  <a:lnTo>
                    <a:pt x="1181678" y="1582331"/>
                  </a:lnTo>
                  <a:lnTo>
                    <a:pt x="1181665" y="1582334"/>
                  </a:lnTo>
                  <a:lnTo>
                    <a:pt x="1181654" y="1582334"/>
                  </a:lnTo>
                  <a:lnTo>
                    <a:pt x="1181636" y="1582332"/>
                  </a:lnTo>
                  <a:lnTo>
                    <a:pt x="1181619" y="1582333"/>
                  </a:lnTo>
                  <a:lnTo>
                    <a:pt x="1181601" y="1582336"/>
                  </a:lnTo>
                  <a:lnTo>
                    <a:pt x="1181583" y="1582343"/>
                  </a:lnTo>
                  <a:lnTo>
                    <a:pt x="1181565" y="1582346"/>
                  </a:lnTo>
                  <a:lnTo>
                    <a:pt x="1181556" y="1582348"/>
                  </a:lnTo>
                  <a:lnTo>
                    <a:pt x="1181547" y="1582347"/>
                  </a:lnTo>
                  <a:lnTo>
                    <a:pt x="1181530" y="1582348"/>
                  </a:lnTo>
                  <a:lnTo>
                    <a:pt x="1181512" y="1582353"/>
                  </a:lnTo>
                  <a:lnTo>
                    <a:pt x="1181494" y="1582359"/>
                  </a:lnTo>
                  <a:lnTo>
                    <a:pt x="1181479" y="1582359"/>
                  </a:lnTo>
                  <a:lnTo>
                    <a:pt x="1181459" y="1582353"/>
                  </a:lnTo>
                  <a:lnTo>
                    <a:pt x="1181441" y="1582348"/>
                  </a:lnTo>
                  <a:lnTo>
                    <a:pt x="1181423" y="1582345"/>
                  </a:lnTo>
                  <a:lnTo>
                    <a:pt x="1181406" y="1582346"/>
                  </a:lnTo>
                  <a:lnTo>
                    <a:pt x="1181388" y="1582350"/>
                  </a:lnTo>
                  <a:lnTo>
                    <a:pt x="1181377" y="1582351"/>
                  </a:lnTo>
                  <a:lnTo>
                    <a:pt x="1181370" y="1582355"/>
                  </a:lnTo>
                  <a:lnTo>
                    <a:pt x="1181358" y="1582363"/>
                  </a:lnTo>
                  <a:lnTo>
                    <a:pt x="1181352" y="1582364"/>
                  </a:lnTo>
                  <a:lnTo>
                    <a:pt x="1181335" y="1582373"/>
                  </a:lnTo>
                  <a:lnTo>
                    <a:pt x="1181330" y="1582375"/>
                  </a:lnTo>
                  <a:lnTo>
                    <a:pt x="1181317" y="1582376"/>
                  </a:lnTo>
                  <a:lnTo>
                    <a:pt x="1181299" y="1582379"/>
                  </a:lnTo>
                  <a:lnTo>
                    <a:pt x="1181282" y="1582379"/>
                  </a:lnTo>
                  <a:lnTo>
                    <a:pt x="1181264" y="1582383"/>
                  </a:lnTo>
                  <a:lnTo>
                    <a:pt x="1181252" y="1582385"/>
                  </a:lnTo>
                  <a:lnTo>
                    <a:pt x="1181246" y="1582389"/>
                  </a:lnTo>
                  <a:lnTo>
                    <a:pt x="1181228" y="1582394"/>
                  </a:lnTo>
                  <a:lnTo>
                    <a:pt x="1181211" y="1582395"/>
                  </a:lnTo>
                  <a:lnTo>
                    <a:pt x="1181193" y="1582394"/>
                  </a:lnTo>
                  <a:lnTo>
                    <a:pt x="1181187" y="1582394"/>
                  </a:lnTo>
                  <a:lnTo>
                    <a:pt x="1181175" y="1582388"/>
                  </a:lnTo>
                  <a:lnTo>
                    <a:pt x="1181166" y="1582386"/>
                  </a:lnTo>
                  <a:lnTo>
                    <a:pt x="1181157" y="1582381"/>
                  </a:lnTo>
                  <a:lnTo>
                    <a:pt x="1181139" y="1582382"/>
                  </a:lnTo>
                  <a:lnTo>
                    <a:pt x="1181130" y="1582392"/>
                  </a:lnTo>
                  <a:lnTo>
                    <a:pt x="1181126" y="1582399"/>
                  </a:lnTo>
                  <a:lnTo>
                    <a:pt x="1181124" y="1582406"/>
                  </a:lnTo>
                  <a:lnTo>
                    <a:pt x="1181120" y="1582411"/>
                  </a:lnTo>
                  <a:lnTo>
                    <a:pt x="1181113" y="1582413"/>
                  </a:lnTo>
                  <a:lnTo>
                    <a:pt x="1181095" y="1582417"/>
                  </a:lnTo>
                  <a:lnTo>
                    <a:pt x="1181077" y="1582416"/>
                  </a:lnTo>
                  <a:lnTo>
                    <a:pt x="1181064" y="1582414"/>
                  </a:lnTo>
                  <a:lnTo>
                    <a:pt x="1181059" y="1582412"/>
                  </a:lnTo>
                  <a:lnTo>
                    <a:pt x="1181041" y="1582409"/>
                  </a:lnTo>
                  <a:lnTo>
                    <a:pt x="1181024" y="1582404"/>
                  </a:lnTo>
                  <a:lnTo>
                    <a:pt x="1181006" y="1582398"/>
                  </a:lnTo>
                  <a:lnTo>
                    <a:pt x="1180988" y="1582394"/>
                  </a:lnTo>
                  <a:lnTo>
                    <a:pt x="1180968" y="1582395"/>
                  </a:lnTo>
                  <a:lnTo>
                    <a:pt x="1180957" y="1582399"/>
                  </a:lnTo>
                  <a:lnTo>
                    <a:pt x="1180953" y="1582403"/>
                  </a:lnTo>
                  <a:lnTo>
                    <a:pt x="1180935" y="1582411"/>
                  </a:lnTo>
                  <a:lnTo>
                    <a:pt x="1180917" y="1582420"/>
                  </a:lnTo>
                  <a:lnTo>
                    <a:pt x="1180900" y="1582429"/>
                  </a:lnTo>
                  <a:lnTo>
                    <a:pt x="1180882" y="1582435"/>
                  </a:lnTo>
                  <a:lnTo>
                    <a:pt x="1180864" y="1582436"/>
                  </a:lnTo>
                  <a:lnTo>
                    <a:pt x="1180846" y="1582435"/>
                  </a:lnTo>
                  <a:lnTo>
                    <a:pt x="1180828" y="1582435"/>
                  </a:lnTo>
                  <a:lnTo>
                    <a:pt x="1180811" y="1582438"/>
                  </a:lnTo>
                  <a:lnTo>
                    <a:pt x="1180793" y="1582444"/>
                  </a:lnTo>
                  <a:lnTo>
                    <a:pt x="1180775" y="1582450"/>
                  </a:lnTo>
                  <a:lnTo>
                    <a:pt x="1180766" y="1582453"/>
                  </a:lnTo>
                  <a:lnTo>
                    <a:pt x="1180758" y="1582458"/>
                  </a:lnTo>
                  <a:lnTo>
                    <a:pt x="1180740" y="1582469"/>
                  </a:lnTo>
                  <a:lnTo>
                    <a:pt x="1180722" y="1582479"/>
                  </a:lnTo>
                  <a:lnTo>
                    <a:pt x="1180705" y="1582491"/>
                  </a:lnTo>
                  <a:lnTo>
                    <a:pt x="1180700" y="1582495"/>
                  </a:lnTo>
                  <a:lnTo>
                    <a:pt x="1180687" y="1582495"/>
                  </a:lnTo>
                  <a:lnTo>
                    <a:pt x="1180676" y="1582496"/>
                  </a:lnTo>
                  <a:lnTo>
                    <a:pt x="1180670" y="1582501"/>
                  </a:lnTo>
                  <a:lnTo>
                    <a:pt x="1180655" y="1582511"/>
                  </a:lnTo>
                  <a:lnTo>
                    <a:pt x="1180635" y="1582504"/>
                  </a:lnTo>
                  <a:lnTo>
                    <a:pt x="1180617" y="1582498"/>
                  </a:lnTo>
                  <a:lnTo>
                    <a:pt x="1180600" y="1582494"/>
                  </a:lnTo>
                  <a:lnTo>
                    <a:pt x="1180589" y="1582490"/>
                  </a:lnTo>
                  <a:lnTo>
                    <a:pt x="1180582" y="1582491"/>
                  </a:lnTo>
                  <a:lnTo>
                    <a:pt x="1180570" y="1582489"/>
                  </a:lnTo>
                  <a:lnTo>
                    <a:pt x="1180564" y="1582491"/>
                  </a:lnTo>
                  <a:lnTo>
                    <a:pt x="1180546" y="1582492"/>
                  </a:lnTo>
                  <a:lnTo>
                    <a:pt x="1180528" y="1582493"/>
                  </a:lnTo>
                  <a:lnTo>
                    <a:pt x="1180511" y="1582496"/>
                  </a:lnTo>
                  <a:lnTo>
                    <a:pt x="1180493" y="1582500"/>
                  </a:lnTo>
                  <a:lnTo>
                    <a:pt x="1180475" y="1582503"/>
                  </a:lnTo>
                  <a:lnTo>
                    <a:pt x="1180457" y="1582509"/>
                  </a:lnTo>
                  <a:lnTo>
                    <a:pt x="1180440" y="1582513"/>
                  </a:lnTo>
                  <a:lnTo>
                    <a:pt x="1180422" y="1582519"/>
                  </a:lnTo>
                  <a:lnTo>
                    <a:pt x="1180404" y="1582522"/>
                  </a:lnTo>
                  <a:lnTo>
                    <a:pt x="1180389" y="1582523"/>
                  </a:lnTo>
                  <a:lnTo>
                    <a:pt x="1180369" y="1582520"/>
                  </a:lnTo>
                  <a:lnTo>
                    <a:pt x="1180351" y="1582514"/>
                  </a:lnTo>
                  <a:lnTo>
                    <a:pt x="1180333" y="1582509"/>
                  </a:lnTo>
                  <a:lnTo>
                    <a:pt x="1180315" y="1582510"/>
                  </a:lnTo>
                  <a:lnTo>
                    <a:pt x="1180298" y="1582519"/>
                  </a:lnTo>
                  <a:lnTo>
                    <a:pt x="1180280" y="1582526"/>
                  </a:lnTo>
                  <a:lnTo>
                    <a:pt x="1180262" y="1582535"/>
                  </a:lnTo>
                  <a:lnTo>
                    <a:pt x="1180245" y="1582541"/>
                  </a:lnTo>
                  <a:lnTo>
                    <a:pt x="1180227" y="1582545"/>
                  </a:lnTo>
                  <a:lnTo>
                    <a:pt x="1180209" y="1582549"/>
                  </a:lnTo>
                  <a:lnTo>
                    <a:pt x="1180192" y="1582550"/>
                  </a:lnTo>
                  <a:lnTo>
                    <a:pt x="1180173" y="1582551"/>
                  </a:lnTo>
                  <a:lnTo>
                    <a:pt x="1180156" y="1582552"/>
                  </a:lnTo>
                  <a:lnTo>
                    <a:pt x="1180138" y="1582553"/>
                  </a:lnTo>
                  <a:lnTo>
                    <a:pt x="1180120" y="1582553"/>
                  </a:lnTo>
                  <a:lnTo>
                    <a:pt x="1180103" y="1582553"/>
                  </a:lnTo>
                  <a:lnTo>
                    <a:pt x="1180085" y="1582554"/>
                  </a:lnTo>
                  <a:lnTo>
                    <a:pt x="1180058" y="1582557"/>
                  </a:lnTo>
                  <a:lnTo>
                    <a:pt x="1180052" y="1582559"/>
                  </a:lnTo>
                  <a:lnTo>
                    <a:pt x="1180034" y="1582563"/>
                  </a:lnTo>
                  <a:lnTo>
                    <a:pt x="1180017" y="1582568"/>
                  </a:lnTo>
                  <a:lnTo>
                    <a:pt x="1179999" y="1582572"/>
                  </a:lnTo>
                  <a:lnTo>
                    <a:pt x="1179981" y="1582577"/>
                  </a:lnTo>
                  <a:lnTo>
                    <a:pt x="1179963" y="1582580"/>
                  </a:lnTo>
                  <a:lnTo>
                    <a:pt x="1179945" y="1582581"/>
                  </a:lnTo>
                  <a:lnTo>
                    <a:pt x="1179928" y="1582584"/>
                  </a:lnTo>
                  <a:lnTo>
                    <a:pt x="1179910" y="1582586"/>
                  </a:lnTo>
                  <a:lnTo>
                    <a:pt x="1179892" y="1582589"/>
                  </a:lnTo>
                  <a:lnTo>
                    <a:pt x="1179878" y="1582607"/>
                  </a:lnTo>
                  <a:lnTo>
                    <a:pt x="1179870" y="1582613"/>
                  </a:lnTo>
                  <a:lnTo>
                    <a:pt x="1179859" y="1582623"/>
                  </a:lnTo>
                  <a:lnTo>
                    <a:pt x="1179853" y="1582626"/>
                  </a:lnTo>
                  <a:lnTo>
                    <a:pt x="1179834" y="1582633"/>
                  </a:lnTo>
                  <a:lnTo>
                    <a:pt x="1179818" y="1582639"/>
                  </a:lnTo>
                  <a:lnTo>
                    <a:pt x="1179800" y="1582644"/>
                  </a:lnTo>
                  <a:lnTo>
                    <a:pt x="1179783" y="1582647"/>
                  </a:lnTo>
                  <a:lnTo>
                    <a:pt x="1179765" y="1582651"/>
                  </a:lnTo>
                  <a:lnTo>
                    <a:pt x="1179747" y="1582653"/>
                  </a:lnTo>
                  <a:lnTo>
                    <a:pt x="1179730" y="1582654"/>
                  </a:lnTo>
                  <a:lnTo>
                    <a:pt x="1179711" y="1582650"/>
                  </a:lnTo>
                  <a:lnTo>
                    <a:pt x="1179695" y="1582646"/>
                  </a:lnTo>
                  <a:lnTo>
                    <a:pt x="1179676" y="1582642"/>
                  </a:lnTo>
                  <a:lnTo>
                    <a:pt x="1179658" y="1582640"/>
                  </a:lnTo>
                  <a:lnTo>
                    <a:pt x="1179640" y="1582642"/>
                  </a:lnTo>
                  <a:lnTo>
                    <a:pt x="1179623" y="1582642"/>
                  </a:lnTo>
                  <a:lnTo>
                    <a:pt x="1179605" y="1582640"/>
                  </a:lnTo>
                  <a:lnTo>
                    <a:pt x="1179597" y="1582636"/>
                  </a:lnTo>
                  <a:lnTo>
                    <a:pt x="1179587" y="1582633"/>
                  </a:lnTo>
                  <a:lnTo>
                    <a:pt x="1179570" y="1582629"/>
                  </a:lnTo>
                  <a:lnTo>
                    <a:pt x="1179552" y="1582628"/>
                  </a:lnTo>
                  <a:lnTo>
                    <a:pt x="1179534" y="1582629"/>
                  </a:lnTo>
                  <a:lnTo>
                    <a:pt x="1179516" y="1582631"/>
                  </a:lnTo>
                  <a:lnTo>
                    <a:pt x="1179498" y="1582632"/>
                  </a:lnTo>
                  <a:lnTo>
                    <a:pt x="1179481" y="1582632"/>
                  </a:lnTo>
                  <a:lnTo>
                    <a:pt x="1179463" y="1582632"/>
                  </a:lnTo>
                  <a:lnTo>
                    <a:pt x="1179445" y="1582636"/>
                  </a:lnTo>
                  <a:lnTo>
                    <a:pt x="1179428" y="1582640"/>
                  </a:lnTo>
                  <a:lnTo>
                    <a:pt x="1179410" y="1582641"/>
                  </a:lnTo>
                  <a:lnTo>
                    <a:pt x="1179392" y="1582648"/>
                  </a:lnTo>
                  <a:lnTo>
                    <a:pt x="1179375" y="1582659"/>
                  </a:lnTo>
                  <a:lnTo>
                    <a:pt x="1179357" y="1582672"/>
                  </a:lnTo>
                  <a:lnTo>
                    <a:pt x="1179349" y="1582680"/>
                  </a:lnTo>
                  <a:lnTo>
                    <a:pt x="1179339" y="1582685"/>
                  </a:lnTo>
                  <a:lnTo>
                    <a:pt x="1179321" y="1582694"/>
                  </a:lnTo>
                  <a:lnTo>
                    <a:pt x="1179311" y="1582697"/>
                  </a:lnTo>
                  <a:lnTo>
                    <a:pt x="1179303" y="1582697"/>
                  </a:lnTo>
                  <a:lnTo>
                    <a:pt x="1179286" y="1582701"/>
                  </a:lnTo>
                  <a:lnTo>
                    <a:pt x="1179268" y="1582703"/>
                  </a:lnTo>
                  <a:lnTo>
                    <a:pt x="1179250" y="1582705"/>
                  </a:lnTo>
                  <a:lnTo>
                    <a:pt x="1179233" y="1582704"/>
                  </a:lnTo>
                  <a:lnTo>
                    <a:pt x="1179220" y="1582700"/>
                  </a:lnTo>
                  <a:lnTo>
                    <a:pt x="1179209" y="1582704"/>
                  </a:lnTo>
                  <a:lnTo>
                    <a:pt x="1179201" y="1582709"/>
                  </a:lnTo>
                  <a:lnTo>
                    <a:pt x="1179183" y="1582716"/>
                  </a:lnTo>
                  <a:lnTo>
                    <a:pt x="1179165" y="1582722"/>
                  </a:lnTo>
                  <a:lnTo>
                    <a:pt x="1179148" y="1582725"/>
                  </a:lnTo>
                  <a:lnTo>
                    <a:pt x="1179139" y="1582729"/>
                  </a:lnTo>
                  <a:lnTo>
                    <a:pt x="1179130" y="1582730"/>
                  </a:lnTo>
                  <a:lnTo>
                    <a:pt x="1179113" y="1582731"/>
                  </a:lnTo>
                  <a:lnTo>
                    <a:pt x="1179094" y="1582728"/>
                  </a:lnTo>
                  <a:lnTo>
                    <a:pt x="1179077" y="1582727"/>
                  </a:lnTo>
                  <a:lnTo>
                    <a:pt x="1179059" y="1582727"/>
                  </a:lnTo>
                  <a:lnTo>
                    <a:pt x="1179041" y="1582727"/>
                  </a:lnTo>
                  <a:lnTo>
                    <a:pt x="1179023" y="1582728"/>
                  </a:lnTo>
                  <a:lnTo>
                    <a:pt x="1179005" y="1582729"/>
                  </a:lnTo>
                  <a:lnTo>
                    <a:pt x="1178988" y="1582733"/>
                  </a:lnTo>
                  <a:lnTo>
                    <a:pt x="1178970" y="1582738"/>
                  </a:lnTo>
                  <a:lnTo>
                    <a:pt x="1178952" y="1582743"/>
                  </a:lnTo>
                  <a:lnTo>
                    <a:pt x="1178935" y="1582750"/>
                  </a:lnTo>
                  <a:lnTo>
                    <a:pt x="1178917" y="1582756"/>
                  </a:lnTo>
                  <a:lnTo>
                    <a:pt x="1178899" y="1582762"/>
                  </a:lnTo>
                  <a:lnTo>
                    <a:pt x="1178882" y="1582771"/>
                  </a:lnTo>
                  <a:lnTo>
                    <a:pt x="1178864" y="1582778"/>
                  </a:lnTo>
                  <a:lnTo>
                    <a:pt x="1178846" y="1582784"/>
                  </a:lnTo>
                  <a:lnTo>
                    <a:pt x="1178828" y="1582791"/>
                  </a:lnTo>
                  <a:lnTo>
                    <a:pt x="1178811" y="1582796"/>
                  </a:lnTo>
                  <a:lnTo>
                    <a:pt x="1178793" y="1582802"/>
                  </a:lnTo>
                  <a:lnTo>
                    <a:pt x="1178775" y="1582808"/>
                  </a:lnTo>
                  <a:lnTo>
                    <a:pt x="1178758" y="1582813"/>
                  </a:lnTo>
                  <a:lnTo>
                    <a:pt x="1178740" y="1582816"/>
                  </a:lnTo>
                  <a:lnTo>
                    <a:pt x="1178722" y="1582818"/>
                  </a:lnTo>
                  <a:lnTo>
                    <a:pt x="1178704" y="1582817"/>
                  </a:lnTo>
                  <a:lnTo>
                    <a:pt x="1178694" y="1582816"/>
                  </a:lnTo>
                  <a:lnTo>
                    <a:pt x="1178684" y="1582809"/>
                  </a:lnTo>
                  <a:lnTo>
                    <a:pt x="1178672" y="1582863"/>
                  </a:lnTo>
                  <a:lnTo>
                    <a:pt x="1178664" y="1582880"/>
                  </a:lnTo>
                  <a:lnTo>
                    <a:pt x="1178658" y="1582894"/>
                  </a:lnTo>
                  <a:lnTo>
                    <a:pt x="1178651" y="1582899"/>
                  </a:lnTo>
                  <a:lnTo>
                    <a:pt x="1178622" y="1582898"/>
                  </a:lnTo>
                  <a:lnTo>
                    <a:pt x="1178604" y="1582896"/>
                  </a:lnTo>
                  <a:lnTo>
                    <a:pt x="1178586" y="1582894"/>
                  </a:lnTo>
                  <a:lnTo>
                    <a:pt x="1178569" y="1582893"/>
                  </a:lnTo>
                  <a:lnTo>
                    <a:pt x="1178564" y="1582892"/>
                  </a:lnTo>
                  <a:lnTo>
                    <a:pt x="1178551" y="1582893"/>
                  </a:lnTo>
                  <a:lnTo>
                    <a:pt x="1178533" y="1582896"/>
                  </a:lnTo>
                  <a:lnTo>
                    <a:pt x="1178515" y="1582897"/>
                  </a:lnTo>
                  <a:lnTo>
                    <a:pt x="1178498" y="1582900"/>
                  </a:lnTo>
                  <a:lnTo>
                    <a:pt x="1178480" y="1582901"/>
                  </a:lnTo>
                  <a:lnTo>
                    <a:pt x="1178462" y="1582902"/>
                  </a:lnTo>
                  <a:lnTo>
                    <a:pt x="1178444" y="1582903"/>
                  </a:lnTo>
                  <a:lnTo>
                    <a:pt x="1178424" y="1582903"/>
                  </a:lnTo>
                  <a:lnTo>
                    <a:pt x="1178409" y="1582903"/>
                  </a:lnTo>
                  <a:lnTo>
                    <a:pt x="1178391" y="1582903"/>
                  </a:lnTo>
                  <a:lnTo>
                    <a:pt x="1178374" y="1582900"/>
                  </a:lnTo>
                  <a:lnTo>
                    <a:pt x="1178356" y="1582899"/>
                  </a:lnTo>
                  <a:lnTo>
                    <a:pt x="1178338" y="1582899"/>
                  </a:lnTo>
                  <a:lnTo>
                    <a:pt x="1178320" y="1582898"/>
                  </a:lnTo>
                  <a:lnTo>
                    <a:pt x="1178302" y="1582899"/>
                  </a:lnTo>
                  <a:lnTo>
                    <a:pt x="1178285" y="1582901"/>
                  </a:lnTo>
                  <a:lnTo>
                    <a:pt x="1178267" y="1582902"/>
                  </a:lnTo>
                  <a:lnTo>
                    <a:pt x="1178249" y="1582906"/>
                  </a:lnTo>
                  <a:lnTo>
                    <a:pt x="1178232" y="1582907"/>
                  </a:lnTo>
                  <a:lnTo>
                    <a:pt x="1178214" y="1582908"/>
                  </a:lnTo>
                  <a:lnTo>
                    <a:pt x="1178196" y="1582909"/>
                  </a:lnTo>
                  <a:lnTo>
                    <a:pt x="1178178" y="1582912"/>
                  </a:lnTo>
                  <a:lnTo>
                    <a:pt x="1178161" y="1582915"/>
                  </a:lnTo>
                  <a:lnTo>
                    <a:pt x="1178143" y="1582917"/>
                  </a:lnTo>
                  <a:lnTo>
                    <a:pt x="1178125" y="1582920"/>
                  </a:lnTo>
                  <a:lnTo>
                    <a:pt x="1178107" y="1582922"/>
                  </a:lnTo>
                  <a:lnTo>
                    <a:pt x="1178090" y="1582923"/>
                  </a:lnTo>
                  <a:lnTo>
                    <a:pt x="1178072" y="1582925"/>
                  </a:lnTo>
                  <a:lnTo>
                    <a:pt x="1178054" y="1582925"/>
                  </a:lnTo>
                  <a:lnTo>
                    <a:pt x="1178036" y="1582926"/>
                  </a:lnTo>
                  <a:lnTo>
                    <a:pt x="1178019" y="1582927"/>
                  </a:lnTo>
                  <a:lnTo>
                    <a:pt x="1178001" y="1582928"/>
                  </a:lnTo>
                  <a:lnTo>
                    <a:pt x="1177983" y="1582929"/>
                  </a:lnTo>
                  <a:lnTo>
                    <a:pt x="1177966" y="1582928"/>
                  </a:lnTo>
                  <a:lnTo>
                    <a:pt x="1177948" y="1582930"/>
                  </a:lnTo>
                  <a:lnTo>
                    <a:pt x="1177930" y="1582932"/>
                  </a:lnTo>
                  <a:lnTo>
                    <a:pt x="1177912" y="1582934"/>
                  </a:lnTo>
                  <a:lnTo>
                    <a:pt x="1177894" y="1582937"/>
                  </a:lnTo>
                  <a:lnTo>
                    <a:pt x="1177855" y="1582939"/>
                  </a:lnTo>
                  <a:lnTo>
                    <a:pt x="1177838" y="1582936"/>
                  </a:lnTo>
                  <a:lnTo>
                    <a:pt x="1177820" y="1582935"/>
                  </a:lnTo>
                  <a:lnTo>
                    <a:pt x="1177802" y="1582936"/>
                  </a:lnTo>
                  <a:lnTo>
                    <a:pt x="1177785" y="1582942"/>
                  </a:lnTo>
                  <a:lnTo>
                    <a:pt x="1177766" y="1582948"/>
                  </a:lnTo>
                  <a:lnTo>
                    <a:pt x="1177749" y="1582955"/>
                  </a:lnTo>
                  <a:lnTo>
                    <a:pt x="1177732" y="1582965"/>
                  </a:lnTo>
                  <a:lnTo>
                    <a:pt x="1177727" y="1582968"/>
                  </a:lnTo>
                  <a:lnTo>
                    <a:pt x="1177714" y="1582974"/>
                  </a:lnTo>
                  <a:lnTo>
                    <a:pt x="1177696" y="1582979"/>
                  </a:lnTo>
                  <a:lnTo>
                    <a:pt x="1177679" y="1582984"/>
                  </a:lnTo>
                  <a:lnTo>
                    <a:pt x="1177660" y="1582988"/>
                  </a:lnTo>
                  <a:lnTo>
                    <a:pt x="1177642" y="1582989"/>
                  </a:lnTo>
                  <a:lnTo>
                    <a:pt x="1177625" y="1582991"/>
                  </a:lnTo>
                  <a:lnTo>
                    <a:pt x="1177607" y="1582991"/>
                  </a:lnTo>
                  <a:lnTo>
                    <a:pt x="1177576" y="1582991"/>
                  </a:lnTo>
                  <a:lnTo>
                    <a:pt x="1177556" y="1582995"/>
                  </a:lnTo>
                  <a:lnTo>
                    <a:pt x="1177540" y="1582999"/>
                  </a:lnTo>
                  <a:lnTo>
                    <a:pt x="1177522" y="1583007"/>
                  </a:lnTo>
                  <a:lnTo>
                    <a:pt x="1177504" y="1583016"/>
                  </a:lnTo>
                  <a:lnTo>
                    <a:pt x="1177487" y="1583025"/>
                  </a:lnTo>
                  <a:lnTo>
                    <a:pt x="1177469" y="1583032"/>
                  </a:lnTo>
                  <a:lnTo>
                    <a:pt x="1177451" y="1583039"/>
                  </a:lnTo>
                  <a:lnTo>
                    <a:pt x="1177417" y="1583049"/>
                  </a:lnTo>
                  <a:lnTo>
                    <a:pt x="1177410" y="1583053"/>
                  </a:lnTo>
                  <a:lnTo>
                    <a:pt x="1177393" y="1583067"/>
                  </a:lnTo>
                  <a:lnTo>
                    <a:pt x="1177382" y="1583086"/>
                  </a:lnTo>
                  <a:lnTo>
                    <a:pt x="1177370" y="1583104"/>
                  </a:lnTo>
                  <a:lnTo>
                    <a:pt x="1177368" y="1583112"/>
                  </a:lnTo>
                  <a:lnTo>
                    <a:pt x="1177361" y="1583123"/>
                  </a:lnTo>
                  <a:lnTo>
                    <a:pt x="1177354" y="1583132"/>
                  </a:lnTo>
                  <a:lnTo>
                    <a:pt x="1177346" y="1583135"/>
                  </a:lnTo>
                  <a:lnTo>
                    <a:pt x="1177340" y="1583138"/>
                  </a:lnTo>
                  <a:lnTo>
                    <a:pt x="1177325" y="1583141"/>
                  </a:lnTo>
                  <a:lnTo>
                    <a:pt x="1177315" y="1583143"/>
                  </a:lnTo>
                  <a:lnTo>
                    <a:pt x="1177284" y="1583169"/>
                  </a:lnTo>
                  <a:lnTo>
                    <a:pt x="1177266" y="1583182"/>
                  </a:lnTo>
                  <a:lnTo>
                    <a:pt x="1177249" y="1583191"/>
                  </a:lnTo>
                  <a:lnTo>
                    <a:pt x="1177236" y="1583195"/>
                  </a:lnTo>
                  <a:lnTo>
                    <a:pt x="1177237" y="1583212"/>
                  </a:lnTo>
                  <a:lnTo>
                    <a:pt x="1177234" y="1583228"/>
                  </a:lnTo>
                  <a:lnTo>
                    <a:pt x="1177235" y="1583245"/>
                  </a:lnTo>
                  <a:lnTo>
                    <a:pt x="1177247" y="1583269"/>
                  </a:lnTo>
                  <a:lnTo>
                    <a:pt x="1177249" y="1583282"/>
                  </a:lnTo>
                  <a:lnTo>
                    <a:pt x="1177248" y="1583290"/>
                  </a:lnTo>
                  <a:lnTo>
                    <a:pt x="1177242" y="1583299"/>
                  </a:lnTo>
                  <a:lnTo>
                    <a:pt x="1177242" y="1583309"/>
                  </a:lnTo>
                  <a:lnTo>
                    <a:pt x="1177244" y="1583316"/>
                  </a:lnTo>
                  <a:lnTo>
                    <a:pt x="1177247" y="1583322"/>
                  </a:lnTo>
                  <a:lnTo>
                    <a:pt x="1177247" y="1583337"/>
                  </a:lnTo>
                  <a:lnTo>
                    <a:pt x="1177241" y="1583353"/>
                  </a:lnTo>
                  <a:lnTo>
                    <a:pt x="1177236" y="1583363"/>
                  </a:lnTo>
                  <a:lnTo>
                    <a:pt x="1177235" y="1583371"/>
                  </a:lnTo>
                  <a:lnTo>
                    <a:pt x="1177238" y="1583381"/>
                  </a:lnTo>
                  <a:lnTo>
                    <a:pt x="1177245" y="1583395"/>
                  </a:lnTo>
                  <a:lnTo>
                    <a:pt x="1177243" y="1583408"/>
                  </a:lnTo>
                  <a:lnTo>
                    <a:pt x="1177238" y="1583416"/>
                  </a:lnTo>
                  <a:lnTo>
                    <a:pt x="1177227" y="1583421"/>
                  </a:lnTo>
                  <a:lnTo>
                    <a:pt x="1177211" y="1583433"/>
                  </a:lnTo>
                  <a:lnTo>
                    <a:pt x="1177207" y="1583439"/>
                  </a:lnTo>
                  <a:lnTo>
                    <a:pt x="1177211" y="1583462"/>
                  </a:lnTo>
                  <a:lnTo>
                    <a:pt x="1177213" y="1583470"/>
                  </a:lnTo>
                  <a:lnTo>
                    <a:pt x="1177211" y="1583488"/>
                  </a:lnTo>
                  <a:lnTo>
                    <a:pt x="1177206" y="1583507"/>
                  </a:lnTo>
                  <a:lnTo>
                    <a:pt x="1177202" y="1583526"/>
                  </a:lnTo>
                  <a:lnTo>
                    <a:pt x="1177197" y="1583544"/>
                  </a:lnTo>
                  <a:lnTo>
                    <a:pt x="1177196" y="1583563"/>
                  </a:lnTo>
                  <a:lnTo>
                    <a:pt x="1177201" y="1583581"/>
                  </a:lnTo>
                  <a:lnTo>
                    <a:pt x="1177208" y="1583600"/>
                  </a:lnTo>
                  <a:lnTo>
                    <a:pt x="1177217" y="1583618"/>
                  </a:lnTo>
                  <a:lnTo>
                    <a:pt x="1177220" y="1583624"/>
                  </a:lnTo>
                  <a:lnTo>
                    <a:pt x="1177220" y="1583633"/>
                  </a:lnTo>
                  <a:lnTo>
                    <a:pt x="1177210" y="1583643"/>
                  </a:lnTo>
                  <a:lnTo>
                    <a:pt x="1177198" y="1583648"/>
                  </a:lnTo>
                  <a:lnTo>
                    <a:pt x="1177181" y="1583652"/>
                  </a:lnTo>
                  <a:lnTo>
                    <a:pt x="1177168" y="1583661"/>
                  </a:lnTo>
                  <a:lnTo>
                    <a:pt x="1177165" y="1583669"/>
                  </a:lnTo>
                  <a:lnTo>
                    <a:pt x="1177167" y="1583684"/>
                  </a:lnTo>
                  <a:lnTo>
                    <a:pt x="1177166" y="1583702"/>
                  </a:lnTo>
                  <a:lnTo>
                    <a:pt x="1177167" y="1583721"/>
                  </a:lnTo>
                  <a:lnTo>
                    <a:pt x="1177167" y="1583739"/>
                  </a:lnTo>
                  <a:lnTo>
                    <a:pt x="1177165" y="1583758"/>
                  </a:lnTo>
                  <a:lnTo>
                    <a:pt x="1177161" y="1583786"/>
                  </a:lnTo>
                  <a:lnTo>
                    <a:pt x="1177158" y="1583800"/>
                  </a:lnTo>
                  <a:lnTo>
                    <a:pt x="1177150" y="1583803"/>
                  </a:lnTo>
                  <a:lnTo>
                    <a:pt x="1177141" y="1583803"/>
                  </a:lnTo>
                  <a:lnTo>
                    <a:pt x="1177126" y="1583805"/>
                  </a:lnTo>
                  <a:lnTo>
                    <a:pt x="1177106" y="1583803"/>
                  </a:lnTo>
                  <a:lnTo>
                    <a:pt x="1177088" y="1583808"/>
                  </a:lnTo>
                  <a:lnTo>
                    <a:pt x="1177070" y="1583814"/>
                  </a:lnTo>
                  <a:lnTo>
                    <a:pt x="1177059" y="1583816"/>
                  </a:lnTo>
                  <a:lnTo>
                    <a:pt x="1177045" y="1583817"/>
                  </a:lnTo>
                  <a:lnTo>
                    <a:pt x="1177033" y="1583814"/>
                  </a:lnTo>
                  <a:lnTo>
                    <a:pt x="1177024" y="1583809"/>
                  </a:lnTo>
                  <a:lnTo>
                    <a:pt x="1177018" y="1583800"/>
                  </a:lnTo>
                  <a:lnTo>
                    <a:pt x="1177018" y="1583791"/>
                  </a:lnTo>
                  <a:lnTo>
                    <a:pt x="1177025" y="1583776"/>
                  </a:lnTo>
                  <a:lnTo>
                    <a:pt x="1177036" y="1583759"/>
                  </a:lnTo>
                  <a:lnTo>
                    <a:pt x="1177047" y="1583744"/>
                  </a:lnTo>
                  <a:lnTo>
                    <a:pt x="1177045" y="1583735"/>
                  </a:lnTo>
                  <a:lnTo>
                    <a:pt x="1177036" y="1583728"/>
                  </a:lnTo>
                  <a:lnTo>
                    <a:pt x="1177018" y="1583718"/>
                  </a:lnTo>
                  <a:lnTo>
                    <a:pt x="1177000" y="1583713"/>
                  </a:lnTo>
                  <a:lnTo>
                    <a:pt x="1176973" y="1583704"/>
                  </a:lnTo>
                  <a:lnTo>
                    <a:pt x="1176958" y="1583699"/>
                  </a:lnTo>
                  <a:lnTo>
                    <a:pt x="1176947" y="1583696"/>
                  </a:lnTo>
                  <a:lnTo>
                    <a:pt x="1176929" y="1583690"/>
                  </a:lnTo>
                  <a:lnTo>
                    <a:pt x="1176911" y="1583694"/>
                  </a:lnTo>
                  <a:lnTo>
                    <a:pt x="1176898" y="1583697"/>
                  </a:lnTo>
                  <a:lnTo>
                    <a:pt x="1176876" y="1583712"/>
                  </a:lnTo>
                  <a:lnTo>
                    <a:pt x="1176858" y="1583716"/>
                  </a:lnTo>
                  <a:lnTo>
                    <a:pt x="1176850" y="1583713"/>
                  </a:lnTo>
                  <a:lnTo>
                    <a:pt x="1176842" y="1583706"/>
                  </a:lnTo>
                  <a:lnTo>
                    <a:pt x="1176836" y="1583697"/>
                  </a:lnTo>
                  <a:lnTo>
                    <a:pt x="1176836" y="1583688"/>
                  </a:lnTo>
                  <a:lnTo>
                    <a:pt x="1176837" y="1583669"/>
                  </a:lnTo>
                  <a:lnTo>
                    <a:pt x="1176846" y="1583651"/>
                  </a:lnTo>
                  <a:lnTo>
                    <a:pt x="1176853" y="1583636"/>
                  </a:lnTo>
                  <a:lnTo>
                    <a:pt x="1176870" y="1583614"/>
                  </a:lnTo>
                  <a:lnTo>
                    <a:pt x="1176885" y="1583595"/>
                  </a:lnTo>
                  <a:lnTo>
                    <a:pt x="1176895" y="1583576"/>
                  </a:lnTo>
                  <a:lnTo>
                    <a:pt x="1176908" y="1583549"/>
                  </a:lnTo>
                  <a:lnTo>
                    <a:pt x="1176910" y="1583539"/>
                  </a:lnTo>
                  <a:lnTo>
                    <a:pt x="1176910" y="1583521"/>
                  </a:lnTo>
                  <a:lnTo>
                    <a:pt x="1176902" y="1583500"/>
                  </a:lnTo>
                  <a:lnTo>
                    <a:pt x="1176888" y="1583487"/>
                  </a:lnTo>
                  <a:lnTo>
                    <a:pt x="1176873" y="1583482"/>
                  </a:lnTo>
                  <a:lnTo>
                    <a:pt x="1176850" y="1583478"/>
                  </a:lnTo>
                  <a:lnTo>
                    <a:pt x="1176832" y="1583473"/>
                  </a:lnTo>
                  <a:lnTo>
                    <a:pt x="1176815" y="1583472"/>
                  </a:lnTo>
                  <a:lnTo>
                    <a:pt x="1176797" y="1583472"/>
                  </a:lnTo>
                  <a:lnTo>
                    <a:pt x="1176778" y="1583472"/>
                  </a:lnTo>
                  <a:lnTo>
                    <a:pt x="1176761" y="1583476"/>
                  </a:lnTo>
                  <a:lnTo>
                    <a:pt x="1176744" y="1583482"/>
                  </a:lnTo>
                  <a:lnTo>
                    <a:pt x="1176736" y="1583489"/>
                  </a:lnTo>
                  <a:lnTo>
                    <a:pt x="1176731" y="1583496"/>
                  </a:lnTo>
                  <a:lnTo>
                    <a:pt x="1176715" y="1583513"/>
                  </a:lnTo>
                  <a:lnTo>
                    <a:pt x="1176704" y="1583532"/>
                  </a:lnTo>
                  <a:lnTo>
                    <a:pt x="1176688" y="1583549"/>
                  </a:lnTo>
                  <a:lnTo>
                    <a:pt x="1176672" y="1583560"/>
                  </a:lnTo>
                  <a:lnTo>
                    <a:pt x="1176652" y="1583573"/>
                  </a:lnTo>
                  <a:lnTo>
                    <a:pt x="1176636" y="1583583"/>
                  </a:lnTo>
                  <a:lnTo>
                    <a:pt x="1176620" y="1583595"/>
                  </a:lnTo>
                  <a:lnTo>
                    <a:pt x="1176609" y="1583603"/>
                  </a:lnTo>
                  <a:lnTo>
                    <a:pt x="1176601" y="1583606"/>
                  </a:lnTo>
                  <a:lnTo>
                    <a:pt x="1176583" y="1583618"/>
                  </a:lnTo>
                  <a:lnTo>
                    <a:pt x="1176566" y="1583629"/>
                  </a:lnTo>
                  <a:lnTo>
                    <a:pt x="1176548" y="1583644"/>
                  </a:lnTo>
                  <a:lnTo>
                    <a:pt x="1176531" y="1583659"/>
                  </a:lnTo>
                  <a:lnTo>
                    <a:pt x="1176513" y="1583667"/>
                  </a:lnTo>
                  <a:lnTo>
                    <a:pt x="1176495" y="1583677"/>
                  </a:lnTo>
                  <a:lnTo>
                    <a:pt x="1176486" y="1583683"/>
                  </a:lnTo>
                  <a:lnTo>
                    <a:pt x="1176477" y="1583692"/>
                  </a:lnTo>
                  <a:lnTo>
                    <a:pt x="1176461" y="1583708"/>
                  </a:lnTo>
                  <a:lnTo>
                    <a:pt x="1176445" y="1583715"/>
                  </a:lnTo>
                  <a:lnTo>
                    <a:pt x="1176431" y="1583719"/>
                  </a:lnTo>
                  <a:lnTo>
                    <a:pt x="1176417" y="1583719"/>
                  </a:lnTo>
                  <a:lnTo>
                    <a:pt x="1176406" y="1583713"/>
                  </a:lnTo>
                  <a:lnTo>
                    <a:pt x="1176400" y="1583713"/>
                  </a:lnTo>
                  <a:lnTo>
                    <a:pt x="1176380" y="1583697"/>
                  </a:lnTo>
                  <a:lnTo>
                    <a:pt x="1176363" y="1583686"/>
                  </a:lnTo>
                  <a:lnTo>
                    <a:pt x="1176347" y="1583683"/>
                  </a:lnTo>
                  <a:lnTo>
                    <a:pt x="1176327" y="1583682"/>
                  </a:lnTo>
                  <a:lnTo>
                    <a:pt x="1176309" y="1583683"/>
                  </a:lnTo>
                  <a:lnTo>
                    <a:pt x="1176288" y="1583690"/>
                  </a:lnTo>
                  <a:lnTo>
                    <a:pt x="1176281" y="1583683"/>
                  </a:lnTo>
                  <a:lnTo>
                    <a:pt x="1176263" y="1583670"/>
                  </a:lnTo>
                  <a:lnTo>
                    <a:pt x="1176253" y="1583662"/>
                  </a:lnTo>
                  <a:lnTo>
                    <a:pt x="1176246" y="1583660"/>
                  </a:lnTo>
                  <a:lnTo>
                    <a:pt x="1176228" y="1583658"/>
                  </a:lnTo>
                  <a:lnTo>
                    <a:pt x="1176210" y="1583659"/>
                  </a:lnTo>
                  <a:lnTo>
                    <a:pt x="1176192" y="1583660"/>
                  </a:lnTo>
                  <a:lnTo>
                    <a:pt x="1176174" y="1583657"/>
                  </a:lnTo>
                  <a:lnTo>
                    <a:pt x="1176157" y="1583650"/>
                  </a:lnTo>
                  <a:lnTo>
                    <a:pt x="1176130" y="1583648"/>
                  </a:lnTo>
                  <a:lnTo>
                    <a:pt x="1176110" y="1583648"/>
                  </a:lnTo>
                  <a:lnTo>
                    <a:pt x="1176093" y="1583647"/>
                  </a:lnTo>
                  <a:lnTo>
                    <a:pt x="1176075" y="1583647"/>
                  </a:lnTo>
                  <a:lnTo>
                    <a:pt x="1176057" y="1583646"/>
                  </a:lnTo>
                  <a:lnTo>
                    <a:pt x="1176040" y="1583643"/>
                  </a:lnTo>
                  <a:lnTo>
                    <a:pt x="1176022" y="1583639"/>
                  </a:lnTo>
                  <a:lnTo>
                    <a:pt x="1176004" y="1583633"/>
                  </a:lnTo>
                  <a:lnTo>
                    <a:pt x="1175988" y="1583622"/>
                  </a:lnTo>
                  <a:lnTo>
                    <a:pt x="1175979" y="1583611"/>
                  </a:lnTo>
                  <a:lnTo>
                    <a:pt x="1175977" y="1583603"/>
                  </a:lnTo>
                  <a:lnTo>
                    <a:pt x="1175967" y="1583584"/>
                  </a:lnTo>
                  <a:lnTo>
                    <a:pt x="1175963" y="1583574"/>
                  </a:lnTo>
                  <a:lnTo>
                    <a:pt x="1175958" y="1583565"/>
                  </a:lnTo>
                  <a:lnTo>
                    <a:pt x="1175954" y="1583558"/>
                  </a:lnTo>
                  <a:lnTo>
                    <a:pt x="1175948" y="1583552"/>
                  </a:lnTo>
                  <a:lnTo>
                    <a:pt x="1175943" y="1583548"/>
                  </a:lnTo>
                  <a:lnTo>
                    <a:pt x="1175932" y="1583541"/>
                  </a:lnTo>
                  <a:lnTo>
                    <a:pt x="1175925" y="1583539"/>
                  </a:lnTo>
                  <a:lnTo>
                    <a:pt x="1175915" y="1583538"/>
                  </a:lnTo>
                  <a:lnTo>
                    <a:pt x="1175908" y="1583539"/>
                  </a:lnTo>
                  <a:lnTo>
                    <a:pt x="1175890" y="1583547"/>
                  </a:lnTo>
                  <a:lnTo>
                    <a:pt x="1175878" y="1583550"/>
                  </a:lnTo>
                  <a:lnTo>
                    <a:pt x="1175872" y="1583553"/>
                  </a:lnTo>
                  <a:lnTo>
                    <a:pt x="1175855" y="1583561"/>
                  </a:lnTo>
                  <a:lnTo>
                    <a:pt x="1175837" y="1583571"/>
                  </a:lnTo>
                  <a:lnTo>
                    <a:pt x="1175830" y="1583573"/>
                  </a:lnTo>
                  <a:lnTo>
                    <a:pt x="1175819" y="1583581"/>
                  </a:lnTo>
                  <a:lnTo>
                    <a:pt x="1175809" y="1583585"/>
                  </a:lnTo>
                  <a:lnTo>
                    <a:pt x="1175801" y="1583585"/>
                  </a:lnTo>
                  <a:lnTo>
                    <a:pt x="1175796" y="1583581"/>
                  </a:lnTo>
                  <a:lnTo>
                    <a:pt x="1175779" y="1583569"/>
                  </a:lnTo>
                  <a:lnTo>
                    <a:pt x="1175761" y="1583555"/>
                  </a:lnTo>
                  <a:lnTo>
                    <a:pt x="1175743" y="1583542"/>
                  </a:lnTo>
                  <a:lnTo>
                    <a:pt x="1175726" y="1583526"/>
                  </a:lnTo>
                  <a:lnTo>
                    <a:pt x="1175709" y="1583518"/>
                  </a:lnTo>
                  <a:lnTo>
                    <a:pt x="1175695" y="1583516"/>
                  </a:lnTo>
                  <a:lnTo>
                    <a:pt x="1175678" y="1583512"/>
                  </a:lnTo>
                  <a:lnTo>
                    <a:pt x="1175661" y="1583515"/>
                  </a:lnTo>
                  <a:lnTo>
                    <a:pt x="1175642" y="1583517"/>
                  </a:lnTo>
                  <a:lnTo>
                    <a:pt x="1175625" y="1583517"/>
                  </a:lnTo>
                  <a:lnTo>
                    <a:pt x="1175607" y="1583515"/>
                  </a:lnTo>
                  <a:lnTo>
                    <a:pt x="1175574" y="1583520"/>
                  </a:lnTo>
                  <a:lnTo>
                    <a:pt x="1175557" y="1583523"/>
                  </a:lnTo>
                  <a:lnTo>
                    <a:pt x="1175539" y="1583527"/>
                  </a:lnTo>
                  <a:lnTo>
                    <a:pt x="1175521" y="1583528"/>
                  </a:lnTo>
                  <a:lnTo>
                    <a:pt x="1175503" y="1583529"/>
                  </a:lnTo>
                  <a:lnTo>
                    <a:pt x="1175488" y="1583534"/>
                  </a:lnTo>
                  <a:lnTo>
                    <a:pt x="1175469" y="1583540"/>
                  </a:lnTo>
                  <a:lnTo>
                    <a:pt x="1175450" y="1583546"/>
                  </a:lnTo>
                  <a:lnTo>
                    <a:pt x="1175432" y="1583551"/>
                  </a:lnTo>
                  <a:lnTo>
                    <a:pt x="1175415" y="1583546"/>
                  </a:lnTo>
                  <a:lnTo>
                    <a:pt x="1175397" y="1583539"/>
                  </a:lnTo>
                  <a:lnTo>
                    <a:pt x="1175379" y="1583532"/>
                  </a:lnTo>
                  <a:lnTo>
                    <a:pt x="1175361" y="1583529"/>
                  </a:lnTo>
                  <a:lnTo>
                    <a:pt x="1175343" y="1583535"/>
                  </a:lnTo>
                  <a:lnTo>
                    <a:pt x="1175326" y="1583541"/>
                  </a:lnTo>
                  <a:lnTo>
                    <a:pt x="1175308" y="1583549"/>
                  </a:lnTo>
                  <a:lnTo>
                    <a:pt x="1175290" y="1583558"/>
                  </a:lnTo>
                  <a:lnTo>
                    <a:pt x="1175281" y="1583565"/>
                  </a:lnTo>
                  <a:lnTo>
                    <a:pt x="1175273" y="1583569"/>
                  </a:lnTo>
                  <a:lnTo>
                    <a:pt x="1175255" y="1583575"/>
                  </a:lnTo>
                  <a:lnTo>
                    <a:pt x="1175247" y="1583578"/>
                  </a:lnTo>
                  <a:lnTo>
                    <a:pt x="1175237" y="1583578"/>
                  </a:lnTo>
                  <a:lnTo>
                    <a:pt x="1175224" y="1583578"/>
                  </a:lnTo>
                  <a:lnTo>
                    <a:pt x="1175220" y="1583575"/>
                  </a:lnTo>
                  <a:lnTo>
                    <a:pt x="1175202" y="1583572"/>
                  </a:lnTo>
                  <a:lnTo>
                    <a:pt x="1175184" y="1583565"/>
                  </a:lnTo>
                  <a:lnTo>
                    <a:pt x="1175166" y="1583561"/>
                  </a:lnTo>
                  <a:lnTo>
                    <a:pt x="1175148" y="1583553"/>
                  </a:lnTo>
                  <a:lnTo>
                    <a:pt x="1175130" y="1583545"/>
                  </a:lnTo>
                  <a:lnTo>
                    <a:pt x="1175123" y="1583542"/>
                  </a:lnTo>
                  <a:lnTo>
                    <a:pt x="1175113" y="1583536"/>
                  </a:lnTo>
                  <a:lnTo>
                    <a:pt x="1175099" y="1583529"/>
                  </a:lnTo>
                  <a:lnTo>
                    <a:pt x="1175095" y="1583525"/>
                  </a:lnTo>
                  <a:lnTo>
                    <a:pt x="1175077" y="1583517"/>
                  </a:lnTo>
                  <a:lnTo>
                    <a:pt x="1175059" y="1583508"/>
                  </a:lnTo>
                  <a:lnTo>
                    <a:pt x="1175027" y="1583496"/>
                  </a:lnTo>
                  <a:lnTo>
                    <a:pt x="1175010" y="1583494"/>
                  </a:lnTo>
                  <a:lnTo>
                    <a:pt x="1174992" y="1583491"/>
                  </a:lnTo>
                  <a:lnTo>
                    <a:pt x="1174974" y="1583493"/>
                  </a:lnTo>
                  <a:lnTo>
                    <a:pt x="1174957" y="1583498"/>
                  </a:lnTo>
                  <a:lnTo>
                    <a:pt x="1174939" y="1583504"/>
                  </a:lnTo>
                  <a:lnTo>
                    <a:pt x="1174934" y="1583507"/>
                  </a:lnTo>
                  <a:lnTo>
                    <a:pt x="1174906" y="1583520"/>
                  </a:lnTo>
                  <a:lnTo>
                    <a:pt x="1174893" y="1583525"/>
                  </a:lnTo>
                  <a:lnTo>
                    <a:pt x="1174888" y="1583523"/>
                  </a:lnTo>
                  <a:lnTo>
                    <a:pt x="1174878" y="1583518"/>
                  </a:lnTo>
                  <a:lnTo>
                    <a:pt x="1174870" y="1583510"/>
                  </a:lnTo>
                  <a:lnTo>
                    <a:pt x="1174853" y="1583497"/>
                  </a:lnTo>
                  <a:lnTo>
                    <a:pt x="1174840" y="1583489"/>
                  </a:lnTo>
                  <a:lnTo>
                    <a:pt x="1174834" y="1583487"/>
                  </a:lnTo>
                  <a:lnTo>
                    <a:pt x="1174817" y="1583484"/>
                  </a:lnTo>
                  <a:lnTo>
                    <a:pt x="1174799" y="1583485"/>
                  </a:lnTo>
                  <a:lnTo>
                    <a:pt x="1174781" y="1583489"/>
                  </a:lnTo>
                  <a:lnTo>
                    <a:pt x="1174768" y="1583494"/>
                  </a:lnTo>
                  <a:lnTo>
                    <a:pt x="1174764" y="1583498"/>
                  </a:lnTo>
                  <a:lnTo>
                    <a:pt x="1174754" y="1583505"/>
                  </a:lnTo>
                  <a:lnTo>
                    <a:pt x="1174748" y="1583512"/>
                  </a:lnTo>
                  <a:lnTo>
                    <a:pt x="1174742" y="1583520"/>
                  </a:lnTo>
                  <a:lnTo>
                    <a:pt x="1174738" y="1583531"/>
                  </a:lnTo>
                  <a:lnTo>
                    <a:pt x="1174732" y="1583549"/>
                  </a:lnTo>
                  <a:lnTo>
                    <a:pt x="1174729" y="1583568"/>
                  </a:lnTo>
                  <a:lnTo>
                    <a:pt x="1174727" y="1583576"/>
                  </a:lnTo>
                  <a:lnTo>
                    <a:pt x="1174724" y="1583580"/>
                  </a:lnTo>
                  <a:lnTo>
                    <a:pt x="1174718" y="1583581"/>
                  </a:lnTo>
                  <a:lnTo>
                    <a:pt x="1174700" y="1583581"/>
                  </a:lnTo>
                  <a:lnTo>
                    <a:pt x="1174692" y="1583578"/>
                  </a:lnTo>
                  <a:lnTo>
                    <a:pt x="1174683" y="1583578"/>
                  </a:lnTo>
                  <a:lnTo>
                    <a:pt x="1174676" y="1583578"/>
                  </a:lnTo>
                  <a:lnTo>
                    <a:pt x="1174670" y="1583581"/>
                  </a:lnTo>
                  <a:lnTo>
                    <a:pt x="1174661" y="1583594"/>
                  </a:lnTo>
                  <a:lnTo>
                    <a:pt x="1174654" y="1583610"/>
                  </a:lnTo>
                  <a:lnTo>
                    <a:pt x="1174644" y="1583630"/>
                  </a:lnTo>
                  <a:lnTo>
                    <a:pt x="1174635" y="1583639"/>
                  </a:lnTo>
                  <a:lnTo>
                    <a:pt x="1174628" y="1583640"/>
                  </a:lnTo>
                  <a:lnTo>
                    <a:pt x="1174612" y="1583641"/>
                  </a:lnTo>
                  <a:lnTo>
                    <a:pt x="1174593" y="1583634"/>
                  </a:lnTo>
                  <a:lnTo>
                    <a:pt x="1174575" y="1583629"/>
                  </a:lnTo>
                  <a:lnTo>
                    <a:pt x="1174564" y="1583624"/>
                  </a:lnTo>
                  <a:lnTo>
                    <a:pt x="1174557" y="1583624"/>
                  </a:lnTo>
                  <a:lnTo>
                    <a:pt x="1174549" y="1583625"/>
                  </a:lnTo>
                  <a:lnTo>
                    <a:pt x="1174540" y="1583630"/>
                  </a:lnTo>
                  <a:lnTo>
                    <a:pt x="1174528" y="1583636"/>
                  </a:lnTo>
                  <a:lnTo>
                    <a:pt x="1174522" y="1583636"/>
                  </a:lnTo>
                  <a:lnTo>
                    <a:pt x="1174504" y="1583637"/>
                  </a:lnTo>
                  <a:lnTo>
                    <a:pt x="1174496" y="1583638"/>
                  </a:lnTo>
                  <a:lnTo>
                    <a:pt x="1174486" y="1583643"/>
                  </a:lnTo>
                  <a:lnTo>
                    <a:pt x="1174469" y="1583653"/>
                  </a:lnTo>
                  <a:lnTo>
                    <a:pt x="1174453" y="1583658"/>
                  </a:lnTo>
                  <a:lnTo>
                    <a:pt x="1174433" y="1583662"/>
                  </a:lnTo>
                  <a:lnTo>
                    <a:pt x="1174416" y="1583663"/>
                  </a:lnTo>
                  <a:lnTo>
                    <a:pt x="1174398" y="1583664"/>
                  </a:lnTo>
                  <a:lnTo>
                    <a:pt x="1174380" y="1583658"/>
                  </a:lnTo>
                  <a:lnTo>
                    <a:pt x="1174362" y="1583654"/>
                  </a:lnTo>
                  <a:lnTo>
                    <a:pt x="1174345" y="1583647"/>
                  </a:lnTo>
                  <a:lnTo>
                    <a:pt x="1174327" y="1583640"/>
                  </a:lnTo>
                  <a:lnTo>
                    <a:pt x="1174309" y="1583634"/>
                  </a:lnTo>
                  <a:lnTo>
                    <a:pt x="1174291" y="1583633"/>
                  </a:lnTo>
                  <a:lnTo>
                    <a:pt x="1174273" y="1583637"/>
                  </a:lnTo>
                  <a:lnTo>
                    <a:pt x="1174256" y="1583643"/>
                  </a:lnTo>
                  <a:lnTo>
                    <a:pt x="1174247" y="1583647"/>
                  </a:lnTo>
                  <a:lnTo>
                    <a:pt x="1174238" y="1583654"/>
                  </a:lnTo>
                  <a:lnTo>
                    <a:pt x="1174221" y="1583669"/>
                  </a:lnTo>
                  <a:lnTo>
                    <a:pt x="1174203" y="1583681"/>
                  </a:lnTo>
                  <a:lnTo>
                    <a:pt x="1174185" y="1583686"/>
                  </a:lnTo>
                  <a:lnTo>
                    <a:pt x="1174168" y="1583688"/>
                  </a:lnTo>
                  <a:lnTo>
                    <a:pt x="1174158" y="1583688"/>
                  </a:lnTo>
                  <a:lnTo>
                    <a:pt x="1174150" y="1583686"/>
                  </a:lnTo>
                  <a:lnTo>
                    <a:pt x="1174132" y="1583681"/>
                  </a:lnTo>
                  <a:lnTo>
                    <a:pt x="1174115" y="1583676"/>
                  </a:lnTo>
                  <a:lnTo>
                    <a:pt x="1174096" y="1583669"/>
                  </a:lnTo>
                  <a:lnTo>
                    <a:pt x="1174087" y="1583665"/>
                  </a:lnTo>
                  <a:lnTo>
                    <a:pt x="1174078" y="1583659"/>
                  </a:lnTo>
                  <a:lnTo>
                    <a:pt x="1174061" y="1583649"/>
                  </a:lnTo>
                  <a:lnTo>
                    <a:pt x="1174043" y="1583643"/>
                  </a:lnTo>
                  <a:lnTo>
                    <a:pt x="1174025" y="1583637"/>
                  </a:lnTo>
                  <a:lnTo>
                    <a:pt x="1174007" y="1583632"/>
                  </a:lnTo>
                  <a:lnTo>
                    <a:pt x="1173990" y="1583626"/>
                  </a:lnTo>
                  <a:lnTo>
                    <a:pt x="1173972" y="1583619"/>
                  </a:lnTo>
                  <a:lnTo>
                    <a:pt x="1173954" y="1583614"/>
                  </a:lnTo>
                  <a:lnTo>
                    <a:pt x="1173943" y="1583609"/>
                  </a:lnTo>
                  <a:lnTo>
                    <a:pt x="1173936" y="1583609"/>
                  </a:lnTo>
                  <a:lnTo>
                    <a:pt x="1173919" y="1583609"/>
                  </a:lnTo>
                  <a:lnTo>
                    <a:pt x="1173901" y="1583609"/>
                  </a:lnTo>
                  <a:lnTo>
                    <a:pt x="1173883" y="1583608"/>
                  </a:lnTo>
                  <a:lnTo>
                    <a:pt x="1173865" y="1583598"/>
                  </a:lnTo>
                  <a:lnTo>
                    <a:pt x="1173855" y="1583592"/>
                  </a:lnTo>
                  <a:lnTo>
                    <a:pt x="1173849" y="1583586"/>
                  </a:lnTo>
                  <a:lnTo>
                    <a:pt x="1173841" y="1583578"/>
                  </a:lnTo>
                  <a:lnTo>
                    <a:pt x="1173838" y="1583569"/>
                  </a:lnTo>
                  <a:lnTo>
                    <a:pt x="1173834" y="1583558"/>
                  </a:lnTo>
                  <a:lnTo>
                    <a:pt x="1173830" y="1583551"/>
                  </a:lnTo>
                  <a:lnTo>
                    <a:pt x="1173827" y="1583532"/>
                  </a:lnTo>
                  <a:lnTo>
                    <a:pt x="1173825" y="1583514"/>
                  </a:lnTo>
                  <a:lnTo>
                    <a:pt x="1173813" y="1583494"/>
                  </a:lnTo>
                  <a:lnTo>
                    <a:pt x="1173810" y="1583485"/>
                  </a:lnTo>
                  <a:lnTo>
                    <a:pt x="1173795" y="1583468"/>
                  </a:lnTo>
                  <a:lnTo>
                    <a:pt x="1173779" y="1583451"/>
                  </a:lnTo>
                  <a:lnTo>
                    <a:pt x="1173762" y="1583434"/>
                  </a:lnTo>
                  <a:lnTo>
                    <a:pt x="1173744" y="1583424"/>
                  </a:lnTo>
                  <a:lnTo>
                    <a:pt x="1173719" y="1583403"/>
                  </a:lnTo>
                  <a:lnTo>
                    <a:pt x="1173713" y="1583393"/>
                  </a:lnTo>
                  <a:lnTo>
                    <a:pt x="1173706" y="1583387"/>
                  </a:lnTo>
                  <a:lnTo>
                    <a:pt x="1173699" y="1583381"/>
                  </a:lnTo>
                  <a:lnTo>
                    <a:pt x="1173688" y="1583374"/>
                  </a:lnTo>
                  <a:lnTo>
                    <a:pt x="1173678" y="1583366"/>
                  </a:lnTo>
                  <a:lnTo>
                    <a:pt x="1173670" y="1583363"/>
                  </a:lnTo>
                  <a:lnTo>
                    <a:pt x="1173664" y="1583362"/>
                  </a:lnTo>
                  <a:lnTo>
                    <a:pt x="1173661" y="1583358"/>
                  </a:lnTo>
                  <a:lnTo>
                    <a:pt x="1173652" y="1583354"/>
                  </a:lnTo>
                  <a:lnTo>
                    <a:pt x="1173634" y="1583349"/>
                  </a:lnTo>
                  <a:lnTo>
                    <a:pt x="1173617" y="1583344"/>
                  </a:lnTo>
                  <a:lnTo>
                    <a:pt x="1173605" y="1583340"/>
                  </a:lnTo>
                  <a:lnTo>
                    <a:pt x="1173599" y="1583335"/>
                  </a:lnTo>
                  <a:lnTo>
                    <a:pt x="1173581" y="1583320"/>
                  </a:lnTo>
                  <a:lnTo>
                    <a:pt x="1173563" y="1583304"/>
                  </a:lnTo>
                  <a:lnTo>
                    <a:pt x="1173546" y="1583290"/>
                  </a:lnTo>
                  <a:lnTo>
                    <a:pt x="1173528" y="1583282"/>
                  </a:lnTo>
                  <a:lnTo>
                    <a:pt x="1173510" y="1583279"/>
                  </a:lnTo>
                  <a:lnTo>
                    <a:pt x="1173492" y="1583274"/>
                  </a:lnTo>
                  <a:lnTo>
                    <a:pt x="1173474" y="1583269"/>
                  </a:lnTo>
                  <a:lnTo>
                    <a:pt x="1173457" y="1583267"/>
                  </a:lnTo>
                  <a:lnTo>
                    <a:pt x="1173448" y="1583266"/>
                  </a:lnTo>
                  <a:lnTo>
                    <a:pt x="1173439" y="1583263"/>
                  </a:lnTo>
                  <a:lnTo>
                    <a:pt x="1173421" y="1583261"/>
                  </a:lnTo>
                  <a:lnTo>
                    <a:pt x="1173403" y="1583259"/>
                  </a:lnTo>
                  <a:lnTo>
                    <a:pt x="1173386" y="1583260"/>
                  </a:lnTo>
                  <a:lnTo>
                    <a:pt x="1173373" y="1583258"/>
                  </a:lnTo>
                  <a:lnTo>
                    <a:pt x="1173368" y="1583256"/>
                  </a:lnTo>
                  <a:lnTo>
                    <a:pt x="1173351" y="1583250"/>
                  </a:lnTo>
                  <a:lnTo>
                    <a:pt x="1173333" y="1583239"/>
                  </a:lnTo>
                  <a:lnTo>
                    <a:pt x="1173322" y="1583228"/>
                  </a:lnTo>
                  <a:lnTo>
                    <a:pt x="1173317" y="1583225"/>
                  </a:lnTo>
                  <a:lnTo>
                    <a:pt x="1173299" y="1583216"/>
                  </a:lnTo>
                  <a:lnTo>
                    <a:pt x="1173282" y="1583207"/>
                  </a:lnTo>
                  <a:lnTo>
                    <a:pt x="1173263" y="1583201"/>
                  </a:lnTo>
                  <a:lnTo>
                    <a:pt x="1173246" y="1583191"/>
                  </a:lnTo>
                  <a:lnTo>
                    <a:pt x="1173235" y="1583188"/>
                  </a:lnTo>
                  <a:lnTo>
                    <a:pt x="1173228" y="1583188"/>
                  </a:lnTo>
                  <a:lnTo>
                    <a:pt x="1173212" y="1583187"/>
                  </a:lnTo>
                  <a:lnTo>
                    <a:pt x="1173196" y="1583195"/>
                  </a:lnTo>
                  <a:lnTo>
                    <a:pt x="1173193" y="1583199"/>
                  </a:lnTo>
                  <a:lnTo>
                    <a:pt x="1173175" y="1583211"/>
                  </a:lnTo>
                  <a:lnTo>
                    <a:pt x="1173159" y="1583219"/>
                  </a:lnTo>
                  <a:lnTo>
                    <a:pt x="1173140" y="1583221"/>
                  </a:lnTo>
                  <a:lnTo>
                    <a:pt x="1173122" y="1583220"/>
                  </a:lnTo>
                  <a:lnTo>
                    <a:pt x="1173104" y="1583219"/>
                  </a:lnTo>
                  <a:lnTo>
                    <a:pt x="1173093" y="1583214"/>
                  </a:lnTo>
                  <a:lnTo>
                    <a:pt x="1173086" y="1583208"/>
                  </a:lnTo>
                  <a:lnTo>
                    <a:pt x="1173060" y="1583175"/>
                  </a:lnTo>
                  <a:lnTo>
                    <a:pt x="1173046" y="1583170"/>
                  </a:lnTo>
                  <a:lnTo>
                    <a:pt x="1173026" y="1583170"/>
                  </a:lnTo>
                  <a:lnTo>
                    <a:pt x="1173008" y="1583171"/>
                  </a:lnTo>
                  <a:lnTo>
                    <a:pt x="1172990" y="1583171"/>
                  </a:lnTo>
                  <a:lnTo>
                    <a:pt x="1172973" y="1583169"/>
                  </a:lnTo>
                  <a:lnTo>
                    <a:pt x="1172967" y="1583171"/>
                  </a:lnTo>
                  <a:lnTo>
                    <a:pt x="1172955" y="1583169"/>
                  </a:lnTo>
                  <a:lnTo>
                    <a:pt x="1172937" y="1583174"/>
                  </a:lnTo>
                  <a:lnTo>
                    <a:pt x="1172919" y="1583181"/>
                  </a:lnTo>
                  <a:lnTo>
                    <a:pt x="1172901" y="1583187"/>
                  </a:lnTo>
                  <a:lnTo>
                    <a:pt x="1172884" y="1583192"/>
                  </a:lnTo>
                  <a:lnTo>
                    <a:pt x="1172866" y="1583197"/>
                  </a:lnTo>
                  <a:lnTo>
                    <a:pt x="1172850" y="1583200"/>
                  </a:lnTo>
                  <a:lnTo>
                    <a:pt x="1172831" y="1583197"/>
                  </a:lnTo>
                  <a:lnTo>
                    <a:pt x="1172820" y="1583193"/>
                  </a:lnTo>
                  <a:lnTo>
                    <a:pt x="1172813" y="1583193"/>
                  </a:lnTo>
                  <a:lnTo>
                    <a:pt x="1172795" y="1583197"/>
                  </a:lnTo>
                  <a:lnTo>
                    <a:pt x="1172778" y="1583199"/>
                  </a:lnTo>
                  <a:lnTo>
                    <a:pt x="1172760" y="1583200"/>
                  </a:lnTo>
                  <a:lnTo>
                    <a:pt x="1172742" y="1583203"/>
                  </a:lnTo>
                  <a:lnTo>
                    <a:pt x="1172730" y="1583204"/>
                  </a:lnTo>
                  <a:lnTo>
                    <a:pt x="1172724" y="1583203"/>
                  </a:lnTo>
                  <a:lnTo>
                    <a:pt x="1172706" y="1583204"/>
                  </a:lnTo>
                  <a:lnTo>
                    <a:pt x="1172689" y="1583205"/>
                  </a:lnTo>
                  <a:lnTo>
                    <a:pt x="1172677" y="1583204"/>
                  </a:lnTo>
                  <a:lnTo>
                    <a:pt x="1172673" y="1583201"/>
                  </a:lnTo>
                  <a:lnTo>
                    <a:pt x="1172663" y="1583197"/>
                  </a:lnTo>
                  <a:lnTo>
                    <a:pt x="1172656" y="1583194"/>
                  </a:lnTo>
                  <a:lnTo>
                    <a:pt x="1172645" y="1583190"/>
                  </a:lnTo>
                  <a:lnTo>
                    <a:pt x="1172627" y="1583191"/>
                  </a:lnTo>
                  <a:lnTo>
                    <a:pt x="1172609" y="1583192"/>
                  </a:lnTo>
                  <a:lnTo>
                    <a:pt x="1172592" y="1583192"/>
                  </a:lnTo>
                  <a:lnTo>
                    <a:pt x="1172574" y="1583191"/>
                  </a:lnTo>
                  <a:lnTo>
                    <a:pt x="1172556" y="1583190"/>
                  </a:lnTo>
                  <a:lnTo>
                    <a:pt x="1172544" y="1583188"/>
                  </a:lnTo>
                  <a:lnTo>
                    <a:pt x="1172539" y="1583184"/>
                  </a:lnTo>
                  <a:lnTo>
                    <a:pt x="1172528" y="1583180"/>
                  </a:lnTo>
                  <a:lnTo>
                    <a:pt x="1172521" y="1583176"/>
                  </a:lnTo>
                  <a:lnTo>
                    <a:pt x="1172503" y="1583168"/>
                  </a:lnTo>
                  <a:lnTo>
                    <a:pt x="1172485" y="1583165"/>
                  </a:lnTo>
                  <a:lnTo>
                    <a:pt x="1172476" y="1583162"/>
                  </a:lnTo>
                  <a:lnTo>
                    <a:pt x="1172467" y="1583167"/>
                  </a:lnTo>
                  <a:lnTo>
                    <a:pt x="1172448" y="1583181"/>
                  </a:lnTo>
                  <a:lnTo>
                    <a:pt x="1172430" y="1583185"/>
                  </a:lnTo>
                  <a:lnTo>
                    <a:pt x="1172414" y="1583184"/>
                  </a:lnTo>
                  <a:lnTo>
                    <a:pt x="1172406" y="1583183"/>
                  </a:lnTo>
                  <a:lnTo>
                    <a:pt x="1172396" y="1583177"/>
                  </a:lnTo>
                  <a:lnTo>
                    <a:pt x="1172389" y="1583175"/>
                  </a:lnTo>
                  <a:lnTo>
                    <a:pt x="1172379" y="1583168"/>
                  </a:lnTo>
                  <a:lnTo>
                    <a:pt x="1172361" y="1583158"/>
                  </a:lnTo>
                  <a:lnTo>
                    <a:pt x="1172343" y="1583145"/>
                  </a:lnTo>
                  <a:lnTo>
                    <a:pt x="1172335" y="1583137"/>
                  </a:lnTo>
                  <a:lnTo>
                    <a:pt x="1172325" y="1583135"/>
                  </a:lnTo>
                  <a:lnTo>
                    <a:pt x="1172308" y="1583134"/>
                  </a:lnTo>
                  <a:lnTo>
                    <a:pt x="1172288" y="1583142"/>
                  </a:lnTo>
                  <a:lnTo>
                    <a:pt x="1172281" y="1583140"/>
                  </a:lnTo>
                  <a:lnTo>
                    <a:pt x="1172272" y="1583136"/>
                  </a:lnTo>
                  <a:lnTo>
                    <a:pt x="1172254" y="1583133"/>
                  </a:lnTo>
                  <a:lnTo>
                    <a:pt x="1172236" y="1583129"/>
                  </a:lnTo>
                  <a:lnTo>
                    <a:pt x="1172201" y="1583129"/>
                  </a:lnTo>
                  <a:lnTo>
                    <a:pt x="1172183" y="1583132"/>
                  </a:lnTo>
                  <a:lnTo>
                    <a:pt x="1172160" y="1583139"/>
                  </a:lnTo>
                  <a:lnTo>
                    <a:pt x="1172150" y="1583147"/>
                  </a:lnTo>
                  <a:lnTo>
                    <a:pt x="1172140" y="1583152"/>
                  </a:lnTo>
                  <a:lnTo>
                    <a:pt x="1172133" y="1583158"/>
                  </a:lnTo>
                  <a:lnTo>
                    <a:pt x="1172115" y="1583171"/>
                  </a:lnTo>
                  <a:lnTo>
                    <a:pt x="1172097" y="1583180"/>
                  </a:lnTo>
                  <a:lnTo>
                    <a:pt x="1172079" y="1583188"/>
                  </a:lnTo>
                  <a:lnTo>
                    <a:pt x="1172070" y="1583193"/>
                  </a:lnTo>
                  <a:lnTo>
                    <a:pt x="1172062" y="1583194"/>
                  </a:lnTo>
                  <a:lnTo>
                    <a:pt x="1172046" y="1583199"/>
                  </a:lnTo>
                  <a:lnTo>
                    <a:pt x="1172030" y="1583202"/>
                  </a:lnTo>
                  <a:lnTo>
                    <a:pt x="1171993" y="1583196"/>
                  </a:lnTo>
                  <a:lnTo>
                    <a:pt x="1171971" y="1583197"/>
                  </a:lnTo>
                  <a:lnTo>
                    <a:pt x="1171954" y="1583203"/>
                  </a:lnTo>
                  <a:lnTo>
                    <a:pt x="1171936" y="1583212"/>
                  </a:lnTo>
                  <a:lnTo>
                    <a:pt x="1171918" y="1583221"/>
                  </a:lnTo>
                  <a:lnTo>
                    <a:pt x="1171913" y="1583223"/>
                  </a:lnTo>
                  <a:lnTo>
                    <a:pt x="1171900" y="1583222"/>
                  </a:lnTo>
                  <a:lnTo>
                    <a:pt x="1171883" y="1583220"/>
                  </a:lnTo>
                  <a:lnTo>
                    <a:pt x="1171865" y="1583219"/>
                  </a:lnTo>
                  <a:lnTo>
                    <a:pt x="1171847" y="1583216"/>
                  </a:lnTo>
                  <a:lnTo>
                    <a:pt x="1171830" y="1583213"/>
                  </a:lnTo>
                  <a:lnTo>
                    <a:pt x="1171815" y="1583206"/>
                  </a:lnTo>
                  <a:lnTo>
                    <a:pt x="1171806" y="1583199"/>
                  </a:lnTo>
                  <a:lnTo>
                    <a:pt x="1171801" y="1583193"/>
                  </a:lnTo>
                  <a:lnTo>
                    <a:pt x="1171795" y="1583189"/>
                  </a:lnTo>
                  <a:lnTo>
                    <a:pt x="1171786" y="1583187"/>
                  </a:lnTo>
                  <a:lnTo>
                    <a:pt x="1171777" y="1583182"/>
                  </a:lnTo>
                  <a:lnTo>
                    <a:pt x="1171765" y="1583172"/>
                  </a:lnTo>
                  <a:lnTo>
                    <a:pt x="1171762" y="1583166"/>
                  </a:lnTo>
                  <a:lnTo>
                    <a:pt x="1171750" y="1583147"/>
                  </a:lnTo>
                  <a:lnTo>
                    <a:pt x="1171748" y="1583142"/>
                  </a:lnTo>
                  <a:lnTo>
                    <a:pt x="1171743" y="1583136"/>
                  </a:lnTo>
                  <a:lnTo>
                    <a:pt x="1171735" y="1583133"/>
                  </a:lnTo>
                  <a:lnTo>
                    <a:pt x="1171718" y="1583128"/>
                  </a:lnTo>
                  <a:lnTo>
                    <a:pt x="1171700" y="1583122"/>
                  </a:lnTo>
                  <a:lnTo>
                    <a:pt x="1171693" y="1583122"/>
                  </a:lnTo>
                  <a:lnTo>
                    <a:pt x="1171682" y="1583118"/>
                  </a:lnTo>
                  <a:lnTo>
                    <a:pt x="1171665" y="1583117"/>
                  </a:lnTo>
                  <a:lnTo>
                    <a:pt x="1171647" y="1583116"/>
                  </a:lnTo>
                  <a:lnTo>
                    <a:pt x="1171629" y="1583116"/>
                  </a:lnTo>
                  <a:lnTo>
                    <a:pt x="1171611" y="1583113"/>
                  </a:lnTo>
                  <a:lnTo>
                    <a:pt x="1171606" y="1583109"/>
                  </a:lnTo>
                  <a:lnTo>
                    <a:pt x="1171593" y="1583104"/>
                  </a:lnTo>
                  <a:lnTo>
                    <a:pt x="1171584" y="1583098"/>
                  </a:lnTo>
                  <a:lnTo>
                    <a:pt x="1171577" y="1583091"/>
                  </a:lnTo>
                  <a:lnTo>
                    <a:pt x="1171570" y="1583083"/>
                  </a:lnTo>
                  <a:lnTo>
                    <a:pt x="1171560" y="1583077"/>
                  </a:lnTo>
                  <a:lnTo>
                    <a:pt x="1171537" y="1583065"/>
                  </a:lnTo>
                  <a:lnTo>
                    <a:pt x="1171525" y="1583062"/>
                  </a:lnTo>
                  <a:lnTo>
                    <a:pt x="1171507" y="1583060"/>
                  </a:lnTo>
                  <a:lnTo>
                    <a:pt x="1171489" y="1583059"/>
                  </a:lnTo>
                  <a:lnTo>
                    <a:pt x="1171478" y="1583059"/>
                  </a:lnTo>
                  <a:lnTo>
                    <a:pt x="1171454" y="1583055"/>
                  </a:lnTo>
                  <a:lnTo>
                    <a:pt x="1171436" y="1583051"/>
                  </a:lnTo>
                  <a:lnTo>
                    <a:pt x="1171418" y="1583044"/>
                  </a:lnTo>
                  <a:lnTo>
                    <a:pt x="1171400" y="1583032"/>
                  </a:lnTo>
                  <a:lnTo>
                    <a:pt x="1171388" y="1583025"/>
                  </a:lnTo>
                  <a:lnTo>
                    <a:pt x="1171361" y="1583028"/>
                  </a:lnTo>
                  <a:lnTo>
                    <a:pt x="1171353" y="1583028"/>
                  </a:lnTo>
                  <a:lnTo>
                    <a:pt x="1171348" y="1583025"/>
                  </a:lnTo>
                  <a:lnTo>
                    <a:pt x="1171342" y="1583022"/>
                  </a:lnTo>
                  <a:lnTo>
                    <a:pt x="1171333" y="1583015"/>
                  </a:lnTo>
                  <a:lnTo>
                    <a:pt x="1171325" y="1583015"/>
                  </a:lnTo>
                  <a:lnTo>
                    <a:pt x="1171318" y="1583017"/>
                  </a:lnTo>
                  <a:lnTo>
                    <a:pt x="1171313" y="1583021"/>
                  </a:lnTo>
                  <a:lnTo>
                    <a:pt x="1171307" y="1583026"/>
                  </a:lnTo>
                  <a:lnTo>
                    <a:pt x="1171290" y="1583026"/>
                  </a:lnTo>
                  <a:lnTo>
                    <a:pt x="1171271" y="1583019"/>
                  </a:lnTo>
                  <a:lnTo>
                    <a:pt x="1171254" y="1583016"/>
                  </a:lnTo>
                  <a:lnTo>
                    <a:pt x="1171236" y="1583017"/>
                  </a:lnTo>
                  <a:lnTo>
                    <a:pt x="1171203" y="1583035"/>
                  </a:lnTo>
                  <a:lnTo>
                    <a:pt x="1171195" y="1583040"/>
                  </a:lnTo>
                  <a:lnTo>
                    <a:pt x="1171185" y="1583042"/>
                  </a:lnTo>
                  <a:lnTo>
                    <a:pt x="1171167" y="1583043"/>
                  </a:lnTo>
                  <a:lnTo>
                    <a:pt x="1171151" y="1583045"/>
                  </a:lnTo>
                  <a:lnTo>
                    <a:pt x="1171132" y="1583043"/>
                  </a:lnTo>
                  <a:lnTo>
                    <a:pt x="1171114" y="1583040"/>
                  </a:lnTo>
                  <a:lnTo>
                    <a:pt x="1171096" y="1583036"/>
                  </a:lnTo>
                  <a:lnTo>
                    <a:pt x="1171087" y="1583032"/>
                  </a:lnTo>
                  <a:lnTo>
                    <a:pt x="1171079" y="1583026"/>
                  </a:lnTo>
                  <a:lnTo>
                    <a:pt x="1171060" y="1583017"/>
                  </a:lnTo>
                  <a:lnTo>
                    <a:pt x="1171043" y="1583007"/>
                  </a:lnTo>
                  <a:lnTo>
                    <a:pt x="1171035" y="1582998"/>
                  </a:lnTo>
                  <a:lnTo>
                    <a:pt x="1171028" y="1582983"/>
                  </a:lnTo>
                  <a:lnTo>
                    <a:pt x="1171025" y="1582977"/>
                  </a:lnTo>
                  <a:lnTo>
                    <a:pt x="1171021" y="1582971"/>
                  </a:lnTo>
                  <a:lnTo>
                    <a:pt x="1171014" y="1582963"/>
                  </a:lnTo>
                  <a:lnTo>
                    <a:pt x="1171007" y="1582958"/>
                  </a:lnTo>
                  <a:lnTo>
                    <a:pt x="1170989" y="1582950"/>
                  </a:lnTo>
                  <a:lnTo>
                    <a:pt x="1170972" y="1582946"/>
                  </a:lnTo>
                  <a:lnTo>
                    <a:pt x="1170950" y="1582950"/>
                  </a:lnTo>
                  <a:lnTo>
                    <a:pt x="1170945" y="1582950"/>
                  </a:lnTo>
                  <a:lnTo>
                    <a:pt x="1170936" y="1582948"/>
                  </a:lnTo>
                  <a:lnTo>
                    <a:pt x="1170920" y="1582938"/>
                  </a:lnTo>
                  <a:lnTo>
                    <a:pt x="1170908" y="1582918"/>
                  </a:lnTo>
                  <a:lnTo>
                    <a:pt x="1170899" y="1582912"/>
                  </a:lnTo>
                  <a:lnTo>
                    <a:pt x="1170890" y="1582911"/>
                  </a:lnTo>
                  <a:lnTo>
                    <a:pt x="1170879" y="1582914"/>
                  </a:lnTo>
                  <a:lnTo>
                    <a:pt x="1170873" y="1582919"/>
                  </a:lnTo>
                  <a:lnTo>
                    <a:pt x="1170865" y="1582926"/>
                  </a:lnTo>
                  <a:lnTo>
                    <a:pt x="1170855" y="1582924"/>
                  </a:lnTo>
                  <a:lnTo>
                    <a:pt x="1170842" y="1582909"/>
                  </a:lnTo>
                  <a:lnTo>
                    <a:pt x="1170833" y="1582889"/>
                  </a:lnTo>
                  <a:lnTo>
                    <a:pt x="1170821" y="1582869"/>
                  </a:lnTo>
                  <a:lnTo>
                    <a:pt x="1170807" y="1582862"/>
                  </a:lnTo>
                  <a:lnTo>
                    <a:pt x="1170801" y="1582861"/>
                  </a:lnTo>
                  <a:lnTo>
                    <a:pt x="1170784" y="1582864"/>
                  </a:lnTo>
                  <a:lnTo>
                    <a:pt x="1170774" y="1582856"/>
                  </a:lnTo>
                  <a:lnTo>
                    <a:pt x="1170771" y="1582849"/>
                  </a:lnTo>
                  <a:lnTo>
                    <a:pt x="1170772" y="1582839"/>
                  </a:lnTo>
                  <a:lnTo>
                    <a:pt x="1170769" y="1582831"/>
                  </a:lnTo>
                  <a:lnTo>
                    <a:pt x="1170761" y="1582826"/>
                  </a:lnTo>
                  <a:lnTo>
                    <a:pt x="1170751" y="1582830"/>
                  </a:lnTo>
                  <a:lnTo>
                    <a:pt x="1170744" y="1582839"/>
                  </a:lnTo>
                  <a:lnTo>
                    <a:pt x="1170741" y="1582847"/>
                  </a:lnTo>
                  <a:lnTo>
                    <a:pt x="1170737" y="1582855"/>
                  </a:lnTo>
                  <a:lnTo>
                    <a:pt x="1170726" y="1582863"/>
                  </a:lnTo>
                  <a:lnTo>
                    <a:pt x="1170708" y="1582864"/>
                  </a:lnTo>
                  <a:lnTo>
                    <a:pt x="1170688" y="1582864"/>
                  </a:lnTo>
                  <a:lnTo>
                    <a:pt x="1170673" y="1582869"/>
                  </a:lnTo>
                  <a:lnTo>
                    <a:pt x="1170664" y="1582874"/>
                  </a:lnTo>
                  <a:lnTo>
                    <a:pt x="1170658" y="1582883"/>
                  </a:lnTo>
                  <a:lnTo>
                    <a:pt x="1170654" y="1582889"/>
                  </a:lnTo>
                  <a:lnTo>
                    <a:pt x="1170642" y="1582886"/>
                  </a:lnTo>
                  <a:lnTo>
                    <a:pt x="1170636" y="1582882"/>
                  </a:lnTo>
                  <a:lnTo>
                    <a:pt x="1170630" y="1582879"/>
                  </a:lnTo>
                  <a:lnTo>
                    <a:pt x="1170625" y="1582881"/>
                  </a:lnTo>
                  <a:lnTo>
                    <a:pt x="1170616" y="1582884"/>
                  </a:lnTo>
                  <a:lnTo>
                    <a:pt x="1170609" y="1582895"/>
                  </a:lnTo>
                  <a:lnTo>
                    <a:pt x="1170607" y="1582911"/>
                  </a:lnTo>
                  <a:lnTo>
                    <a:pt x="1170603" y="1582915"/>
                  </a:lnTo>
                  <a:lnTo>
                    <a:pt x="1170597" y="1582920"/>
                  </a:lnTo>
                  <a:lnTo>
                    <a:pt x="1170589" y="1582923"/>
                  </a:lnTo>
                  <a:lnTo>
                    <a:pt x="1170569" y="1582925"/>
                  </a:lnTo>
                  <a:lnTo>
                    <a:pt x="1170560" y="1582924"/>
                  </a:lnTo>
                  <a:lnTo>
                    <a:pt x="1170554" y="1582920"/>
                  </a:lnTo>
                  <a:lnTo>
                    <a:pt x="1170544" y="1582915"/>
                  </a:lnTo>
                  <a:lnTo>
                    <a:pt x="1170536" y="1582912"/>
                  </a:lnTo>
                  <a:lnTo>
                    <a:pt x="1170527" y="1582909"/>
                  </a:lnTo>
                  <a:lnTo>
                    <a:pt x="1170517" y="1582911"/>
                  </a:lnTo>
                  <a:lnTo>
                    <a:pt x="1170499" y="1582919"/>
                  </a:lnTo>
                  <a:lnTo>
                    <a:pt x="1170491" y="1582923"/>
                  </a:lnTo>
                  <a:lnTo>
                    <a:pt x="1170483" y="1582923"/>
                  </a:lnTo>
                  <a:lnTo>
                    <a:pt x="1170472" y="1582924"/>
                  </a:lnTo>
                  <a:lnTo>
                    <a:pt x="1170460" y="1582923"/>
                  </a:lnTo>
                  <a:lnTo>
                    <a:pt x="1170443" y="1582922"/>
                  </a:lnTo>
                  <a:lnTo>
                    <a:pt x="1170438" y="1582924"/>
                  </a:lnTo>
                  <a:lnTo>
                    <a:pt x="1170434" y="1582931"/>
                  </a:lnTo>
                  <a:lnTo>
                    <a:pt x="1170431" y="1582938"/>
                  </a:lnTo>
                  <a:lnTo>
                    <a:pt x="1170426" y="1582942"/>
                  </a:lnTo>
                  <a:lnTo>
                    <a:pt x="1170420" y="1582943"/>
                  </a:lnTo>
                  <a:lnTo>
                    <a:pt x="1170413" y="1582942"/>
                  </a:lnTo>
                  <a:lnTo>
                    <a:pt x="1170405" y="1582942"/>
                  </a:lnTo>
                  <a:lnTo>
                    <a:pt x="1170397" y="1582936"/>
                  </a:lnTo>
                  <a:lnTo>
                    <a:pt x="1170378" y="1582924"/>
                  </a:lnTo>
                  <a:lnTo>
                    <a:pt x="1170371" y="1582921"/>
                  </a:lnTo>
                  <a:lnTo>
                    <a:pt x="1170359" y="1582924"/>
                  </a:lnTo>
                  <a:lnTo>
                    <a:pt x="1170353" y="1582934"/>
                  </a:lnTo>
                  <a:lnTo>
                    <a:pt x="1170351" y="1582944"/>
                  </a:lnTo>
                  <a:lnTo>
                    <a:pt x="1170346" y="1582952"/>
                  </a:lnTo>
                  <a:lnTo>
                    <a:pt x="1170341" y="1582971"/>
                  </a:lnTo>
                  <a:lnTo>
                    <a:pt x="1170340" y="1582978"/>
                  </a:lnTo>
                  <a:lnTo>
                    <a:pt x="1170343" y="1582990"/>
                  </a:lnTo>
                  <a:lnTo>
                    <a:pt x="1170343" y="1582997"/>
                  </a:lnTo>
                  <a:lnTo>
                    <a:pt x="1170338" y="1583002"/>
                  </a:lnTo>
                  <a:lnTo>
                    <a:pt x="1170333" y="1583003"/>
                  </a:lnTo>
                  <a:lnTo>
                    <a:pt x="1170324" y="1583011"/>
                  </a:lnTo>
                  <a:lnTo>
                    <a:pt x="1170319" y="1583020"/>
                  </a:lnTo>
                  <a:lnTo>
                    <a:pt x="1170315" y="1583029"/>
                  </a:lnTo>
                  <a:lnTo>
                    <a:pt x="1170314" y="1583039"/>
                  </a:lnTo>
                  <a:lnTo>
                    <a:pt x="1170308" y="1583045"/>
                  </a:lnTo>
                  <a:lnTo>
                    <a:pt x="1170297" y="1583049"/>
                  </a:lnTo>
                  <a:lnTo>
                    <a:pt x="1170274" y="1583068"/>
                  </a:lnTo>
                  <a:lnTo>
                    <a:pt x="1170268" y="1583073"/>
                  </a:lnTo>
                  <a:lnTo>
                    <a:pt x="1170261" y="1583085"/>
                  </a:lnTo>
                  <a:lnTo>
                    <a:pt x="1170255" y="1583101"/>
                  </a:lnTo>
                  <a:lnTo>
                    <a:pt x="1170241" y="1583116"/>
                  </a:lnTo>
                  <a:lnTo>
                    <a:pt x="1170225" y="1583133"/>
                  </a:lnTo>
                  <a:lnTo>
                    <a:pt x="1170219" y="1583140"/>
                  </a:lnTo>
                  <a:lnTo>
                    <a:pt x="1170209" y="1583148"/>
                  </a:lnTo>
                  <a:lnTo>
                    <a:pt x="1170200" y="1583151"/>
                  </a:lnTo>
                  <a:lnTo>
                    <a:pt x="1170191" y="1583151"/>
                  </a:lnTo>
                  <a:lnTo>
                    <a:pt x="1170173" y="1583154"/>
                  </a:lnTo>
                  <a:lnTo>
                    <a:pt x="1170154" y="1583146"/>
                  </a:lnTo>
                  <a:lnTo>
                    <a:pt x="1170148" y="1583142"/>
                  </a:lnTo>
                  <a:lnTo>
                    <a:pt x="1170131" y="1583138"/>
                  </a:lnTo>
                  <a:lnTo>
                    <a:pt x="1170120" y="1583142"/>
                  </a:lnTo>
                  <a:lnTo>
                    <a:pt x="1170104" y="1583149"/>
                  </a:lnTo>
                  <a:lnTo>
                    <a:pt x="1170084" y="1583152"/>
                  </a:lnTo>
                  <a:lnTo>
                    <a:pt x="1170066" y="1583155"/>
                  </a:lnTo>
                  <a:lnTo>
                    <a:pt x="1170051" y="1583157"/>
                  </a:lnTo>
                  <a:lnTo>
                    <a:pt x="1170040" y="1583159"/>
                  </a:lnTo>
                  <a:lnTo>
                    <a:pt x="1170028" y="1583175"/>
                  </a:lnTo>
                  <a:lnTo>
                    <a:pt x="1170011" y="1583189"/>
                  </a:lnTo>
                  <a:lnTo>
                    <a:pt x="1169996" y="1583206"/>
                  </a:lnTo>
                  <a:lnTo>
                    <a:pt x="1169978" y="1583219"/>
                  </a:lnTo>
                  <a:lnTo>
                    <a:pt x="1169967" y="1583227"/>
                  </a:lnTo>
                  <a:lnTo>
                    <a:pt x="1169960" y="1583230"/>
                  </a:lnTo>
                  <a:lnTo>
                    <a:pt x="1169943" y="1583238"/>
                  </a:lnTo>
                  <a:lnTo>
                    <a:pt x="1169925" y="1583251"/>
                  </a:lnTo>
                  <a:lnTo>
                    <a:pt x="1169913" y="1583264"/>
                  </a:lnTo>
                  <a:lnTo>
                    <a:pt x="1169900" y="1583280"/>
                  </a:lnTo>
                  <a:lnTo>
                    <a:pt x="1169897" y="1583287"/>
                  </a:lnTo>
                  <a:lnTo>
                    <a:pt x="1169885" y="1583305"/>
                  </a:lnTo>
                  <a:lnTo>
                    <a:pt x="1169873" y="1583324"/>
                  </a:lnTo>
                  <a:lnTo>
                    <a:pt x="1169864" y="1583342"/>
                  </a:lnTo>
                  <a:lnTo>
                    <a:pt x="1169855" y="1583361"/>
                  </a:lnTo>
                  <a:lnTo>
                    <a:pt x="1169851" y="1583370"/>
                  </a:lnTo>
                  <a:lnTo>
                    <a:pt x="1169852" y="1583389"/>
                  </a:lnTo>
                  <a:lnTo>
                    <a:pt x="1169848" y="1583405"/>
                  </a:lnTo>
                  <a:lnTo>
                    <a:pt x="1169842" y="1583424"/>
                  </a:lnTo>
                  <a:lnTo>
                    <a:pt x="1169837" y="1583442"/>
                  </a:lnTo>
                  <a:lnTo>
                    <a:pt x="1169834" y="1583461"/>
                  </a:lnTo>
                  <a:lnTo>
                    <a:pt x="1169829" y="1583479"/>
                  </a:lnTo>
                  <a:lnTo>
                    <a:pt x="1169825" y="1583499"/>
                  </a:lnTo>
                  <a:lnTo>
                    <a:pt x="1169818" y="1583525"/>
                  </a:lnTo>
                  <a:lnTo>
                    <a:pt x="1169804" y="1583552"/>
                  </a:lnTo>
                  <a:lnTo>
                    <a:pt x="1169794" y="1583561"/>
                  </a:lnTo>
                  <a:lnTo>
                    <a:pt x="1169789" y="1583562"/>
                  </a:lnTo>
                  <a:lnTo>
                    <a:pt x="1169779" y="1583569"/>
                  </a:lnTo>
                  <a:lnTo>
                    <a:pt x="1169767" y="1583577"/>
                  </a:lnTo>
                  <a:lnTo>
                    <a:pt x="1169752" y="1583582"/>
                  </a:lnTo>
                  <a:lnTo>
                    <a:pt x="1169734" y="1583587"/>
                  </a:lnTo>
                  <a:lnTo>
                    <a:pt x="1169716" y="1583592"/>
                  </a:lnTo>
                  <a:lnTo>
                    <a:pt x="1169698" y="1583597"/>
                  </a:lnTo>
                  <a:lnTo>
                    <a:pt x="1169681" y="1583603"/>
                  </a:lnTo>
                  <a:lnTo>
                    <a:pt x="1169663" y="1583609"/>
                  </a:lnTo>
                  <a:lnTo>
                    <a:pt x="1169645" y="1583615"/>
                  </a:lnTo>
                  <a:lnTo>
                    <a:pt x="1169628" y="1583618"/>
                  </a:lnTo>
                  <a:lnTo>
                    <a:pt x="1169619" y="1583622"/>
                  </a:lnTo>
                  <a:lnTo>
                    <a:pt x="1169602" y="1583626"/>
                  </a:lnTo>
                  <a:lnTo>
                    <a:pt x="1169584" y="1583630"/>
                  </a:lnTo>
                  <a:lnTo>
                    <a:pt x="1169566" y="1583634"/>
                  </a:lnTo>
                  <a:lnTo>
                    <a:pt x="1169549" y="1583639"/>
                  </a:lnTo>
                  <a:lnTo>
                    <a:pt x="1169531" y="1583643"/>
                  </a:lnTo>
                  <a:lnTo>
                    <a:pt x="1169513" y="1583648"/>
                  </a:lnTo>
                  <a:lnTo>
                    <a:pt x="1169496" y="1583653"/>
                  </a:lnTo>
                  <a:lnTo>
                    <a:pt x="1169477" y="1583658"/>
                  </a:lnTo>
                  <a:lnTo>
                    <a:pt x="1169460" y="1583665"/>
                  </a:lnTo>
                  <a:lnTo>
                    <a:pt x="1169453" y="1583666"/>
                  </a:lnTo>
                  <a:lnTo>
                    <a:pt x="1169442" y="1583665"/>
                  </a:lnTo>
                  <a:lnTo>
                    <a:pt x="1169424" y="1583664"/>
                  </a:lnTo>
                  <a:lnTo>
                    <a:pt x="1169416" y="1583662"/>
                  </a:lnTo>
                  <a:lnTo>
                    <a:pt x="1169407" y="1583662"/>
                  </a:lnTo>
                  <a:lnTo>
                    <a:pt x="1169389" y="1583660"/>
                  </a:lnTo>
                  <a:lnTo>
                    <a:pt x="1169371" y="1583661"/>
                  </a:lnTo>
                  <a:lnTo>
                    <a:pt x="1169366" y="1583661"/>
                  </a:lnTo>
                  <a:lnTo>
                    <a:pt x="1169361" y="1583661"/>
                  </a:lnTo>
                  <a:lnTo>
                    <a:pt x="1169343" y="1583658"/>
                  </a:lnTo>
                  <a:lnTo>
                    <a:pt x="1169338" y="1583656"/>
                  </a:lnTo>
                  <a:lnTo>
                    <a:pt x="1169325" y="1583655"/>
                  </a:lnTo>
                  <a:lnTo>
                    <a:pt x="1169307" y="1583655"/>
                  </a:lnTo>
                  <a:lnTo>
                    <a:pt x="1169290" y="1583654"/>
                  </a:lnTo>
                  <a:lnTo>
                    <a:pt x="1169272" y="1583652"/>
                  </a:lnTo>
                  <a:lnTo>
                    <a:pt x="1169254" y="1583649"/>
                  </a:lnTo>
                  <a:lnTo>
                    <a:pt x="1169236" y="1583648"/>
                  </a:lnTo>
                  <a:lnTo>
                    <a:pt x="1169218" y="1583645"/>
                  </a:lnTo>
                  <a:lnTo>
                    <a:pt x="1169201" y="1583642"/>
                  </a:lnTo>
                  <a:lnTo>
                    <a:pt x="1169183" y="1583641"/>
                  </a:lnTo>
                  <a:lnTo>
                    <a:pt x="1169165" y="1583637"/>
                  </a:lnTo>
                  <a:lnTo>
                    <a:pt x="1169148" y="1583635"/>
                  </a:lnTo>
                  <a:lnTo>
                    <a:pt x="1169130" y="1583632"/>
                  </a:lnTo>
                  <a:lnTo>
                    <a:pt x="1169112" y="1583625"/>
                  </a:lnTo>
                  <a:lnTo>
                    <a:pt x="1169094" y="1583618"/>
                  </a:lnTo>
                  <a:lnTo>
                    <a:pt x="1169076" y="1583610"/>
                  </a:lnTo>
                  <a:lnTo>
                    <a:pt x="1169058" y="1583602"/>
                  </a:lnTo>
                  <a:lnTo>
                    <a:pt x="1169041" y="1583596"/>
                  </a:lnTo>
                  <a:lnTo>
                    <a:pt x="1169023" y="1583590"/>
                  </a:lnTo>
                  <a:lnTo>
                    <a:pt x="1169005" y="1583584"/>
                  </a:lnTo>
                  <a:lnTo>
                    <a:pt x="1168988" y="1583578"/>
                  </a:lnTo>
                  <a:lnTo>
                    <a:pt x="1168970" y="1583573"/>
                  </a:lnTo>
                  <a:lnTo>
                    <a:pt x="1168952" y="1583569"/>
                  </a:lnTo>
                  <a:lnTo>
                    <a:pt x="1168934" y="1583566"/>
                  </a:lnTo>
                  <a:lnTo>
                    <a:pt x="1168916" y="1583565"/>
                  </a:lnTo>
                  <a:lnTo>
                    <a:pt x="1168899" y="1583566"/>
                  </a:lnTo>
                  <a:lnTo>
                    <a:pt x="1168881" y="1583570"/>
                  </a:lnTo>
                  <a:lnTo>
                    <a:pt x="1168863" y="1583572"/>
                  </a:lnTo>
                  <a:lnTo>
                    <a:pt x="1168845" y="1583574"/>
                  </a:lnTo>
                  <a:lnTo>
                    <a:pt x="1168828" y="1583574"/>
                  </a:lnTo>
                  <a:lnTo>
                    <a:pt x="1168819" y="1583575"/>
                  </a:lnTo>
                  <a:lnTo>
                    <a:pt x="1168792" y="1583572"/>
                  </a:lnTo>
                  <a:lnTo>
                    <a:pt x="1168775" y="1583572"/>
                  </a:lnTo>
                  <a:lnTo>
                    <a:pt x="1168757" y="1583572"/>
                  </a:lnTo>
                  <a:lnTo>
                    <a:pt x="1168739" y="1583571"/>
                  </a:lnTo>
                  <a:lnTo>
                    <a:pt x="1168729" y="1583571"/>
                  </a:lnTo>
                  <a:lnTo>
                    <a:pt x="1168712" y="1583568"/>
                  </a:lnTo>
                  <a:lnTo>
                    <a:pt x="1168703" y="1583564"/>
                  </a:lnTo>
                  <a:lnTo>
                    <a:pt x="1168686" y="1583558"/>
                  </a:lnTo>
                  <a:lnTo>
                    <a:pt x="1168668" y="1583552"/>
                  </a:lnTo>
                  <a:lnTo>
                    <a:pt x="1168650" y="1583549"/>
                  </a:lnTo>
                  <a:lnTo>
                    <a:pt x="1168632" y="1583549"/>
                  </a:lnTo>
                  <a:lnTo>
                    <a:pt x="1168615" y="1583551"/>
                  </a:lnTo>
                  <a:lnTo>
                    <a:pt x="1168605" y="1583551"/>
                  </a:lnTo>
                  <a:lnTo>
                    <a:pt x="1168597" y="1583548"/>
                  </a:lnTo>
                  <a:lnTo>
                    <a:pt x="1168579" y="1583544"/>
                  </a:lnTo>
                  <a:lnTo>
                    <a:pt x="1168559" y="1583540"/>
                  </a:lnTo>
                  <a:lnTo>
                    <a:pt x="1168546" y="1583538"/>
                  </a:lnTo>
                  <a:lnTo>
                    <a:pt x="1168528" y="1583533"/>
                  </a:lnTo>
                  <a:lnTo>
                    <a:pt x="1168523" y="1583530"/>
                  </a:lnTo>
                  <a:lnTo>
                    <a:pt x="1168510" y="1583529"/>
                  </a:lnTo>
                  <a:lnTo>
                    <a:pt x="1168493" y="1583524"/>
                  </a:lnTo>
                  <a:lnTo>
                    <a:pt x="1168475" y="1583518"/>
                  </a:lnTo>
                  <a:lnTo>
                    <a:pt x="1168457" y="1583512"/>
                  </a:lnTo>
                  <a:lnTo>
                    <a:pt x="1168451" y="1583508"/>
                  </a:lnTo>
                  <a:lnTo>
                    <a:pt x="1168441" y="1583506"/>
                  </a:lnTo>
                  <a:lnTo>
                    <a:pt x="1168432" y="1583499"/>
                  </a:lnTo>
                  <a:lnTo>
                    <a:pt x="1168423" y="1583495"/>
                  </a:lnTo>
                  <a:lnTo>
                    <a:pt x="1168405" y="1583497"/>
                  </a:lnTo>
                  <a:lnTo>
                    <a:pt x="1168387" y="1583500"/>
                  </a:lnTo>
                  <a:lnTo>
                    <a:pt x="1168370" y="1583497"/>
                  </a:lnTo>
                  <a:lnTo>
                    <a:pt x="1168352" y="1583492"/>
                  </a:lnTo>
                  <a:lnTo>
                    <a:pt x="1168334" y="1583490"/>
                  </a:lnTo>
                  <a:lnTo>
                    <a:pt x="1168316" y="1583492"/>
                  </a:lnTo>
                  <a:lnTo>
                    <a:pt x="1168299" y="1583495"/>
                  </a:lnTo>
                  <a:lnTo>
                    <a:pt x="1168281" y="1583496"/>
                  </a:lnTo>
                  <a:lnTo>
                    <a:pt x="1168267" y="1583497"/>
                  </a:lnTo>
                  <a:lnTo>
                    <a:pt x="1168251" y="1583496"/>
                  </a:lnTo>
                  <a:lnTo>
                    <a:pt x="1168245" y="1583494"/>
                  </a:lnTo>
                  <a:lnTo>
                    <a:pt x="1168227" y="1583488"/>
                  </a:lnTo>
                  <a:lnTo>
                    <a:pt x="1168210" y="1583477"/>
                  </a:lnTo>
                  <a:lnTo>
                    <a:pt x="1168200" y="1583471"/>
                  </a:lnTo>
                  <a:lnTo>
                    <a:pt x="1168196" y="1583469"/>
                  </a:lnTo>
                  <a:lnTo>
                    <a:pt x="1168177" y="1583464"/>
                  </a:lnTo>
                  <a:lnTo>
                    <a:pt x="1168160" y="1583457"/>
                  </a:lnTo>
                  <a:lnTo>
                    <a:pt x="1168142" y="1583453"/>
                  </a:lnTo>
                  <a:lnTo>
                    <a:pt x="1168124" y="1583449"/>
                  </a:lnTo>
                  <a:lnTo>
                    <a:pt x="1168108" y="1583447"/>
                  </a:lnTo>
                  <a:lnTo>
                    <a:pt x="1168095" y="1583440"/>
                  </a:lnTo>
                  <a:lnTo>
                    <a:pt x="1168089" y="1583435"/>
                  </a:lnTo>
                  <a:lnTo>
                    <a:pt x="1168080" y="1583428"/>
                  </a:lnTo>
                  <a:lnTo>
                    <a:pt x="1168070" y="1583426"/>
                  </a:lnTo>
                  <a:lnTo>
                    <a:pt x="1168067" y="1583432"/>
                  </a:lnTo>
                  <a:lnTo>
                    <a:pt x="1168066" y="1583453"/>
                  </a:lnTo>
                  <a:lnTo>
                    <a:pt x="1168068" y="1583469"/>
                  </a:lnTo>
                  <a:lnTo>
                    <a:pt x="1168074" y="1583488"/>
                  </a:lnTo>
                  <a:lnTo>
                    <a:pt x="1168078" y="1583506"/>
                  </a:lnTo>
                  <a:lnTo>
                    <a:pt x="1168083" y="1583524"/>
                  </a:lnTo>
                  <a:lnTo>
                    <a:pt x="1168085" y="1583538"/>
                  </a:lnTo>
                  <a:lnTo>
                    <a:pt x="1168087" y="1583543"/>
                  </a:lnTo>
                  <a:lnTo>
                    <a:pt x="1168093" y="1583561"/>
                  </a:lnTo>
                  <a:lnTo>
                    <a:pt x="1168096" y="1583571"/>
                  </a:lnTo>
                  <a:lnTo>
                    <a:pt x="1168100" y="1583580"/>
                  </a:lnTo>
                  <a:lnTo>
                    <a:pt x="1168113" y="1583598"/>
                  </a:lnTo>
                  <a:lnTo>
                    <a:pt x="1168131" y="1583613"/>
                  </a:lnTo>
                  <a:lnTo>
                    <a:pt x="1168145" y="1583620"/>
                  </a:lnTo>
                  <a:lnTo>
                    <a:pt x="1168149" y="1583624"/>
                  </a:lnTo>
                  <a:lnTo>
                    <a:pt x="1168167" y="1583631"/>
                  </a:lnTo>
                  <a:lnTo>
                    <a:pt x="1168184" y="1583637"/>
                  </a:lnTo>
                  <a:lnTo>
                    <a:pt x="1168202" y="1583644"/>
                  </a:lnTo>
                  <a:lnTo>
                    <a:pt x="1168220" y="1583652"/>
                  </a:lnTo>
                  <a:lnTo>
                    <a:pt x="1168238" y="1583662"/>
                  </a:lnTo>
                  <a:lnTo>
                    <a:pt x="1168244" y="1583662"/>
                  </a:lnTo>
                  <a:lnTo>
                    <a:pt x="1168254" y="1583667"/>
                  </a:lnTo>
                  <a:lnTo>
                    <a:pt x="1168259" y="1583675"/>
                  </a:lnTo>
                  <a:lnTo>
                    <a:pt x="1168261" y="1583683"/>
                  </a:lnTo>
                  <a:lnTo>
                    <a:pt x="1168262" y="1583690"/>
                  </a:lnTo>
                  <a:lnTo>
                    <a:pt x="1168264" y="1583708"/>
                  </a:lnTo>
                  <a:lnTo>
                    <a:pt x="1168248" y="1583731"/>
                  </a:lnTo>
                  <a:lnTo>
                    <a:pt x="1168242" y="1583734"/>
                  </a:lnTo>
                  <a:lnTo>
                    <a:pt x="1168231" y="1583743"/>
                  </a:lnTo>
                  <a:lnTo>
                    <a:pt x="1168220" y="1583743"/>
                  </a:lnTo>
                  <a:lnTo>
                    <a:pt x="1168204" y="1583742"/>
                  </a:lnTo>
                  <a:lnTo>
                    <a:pt x="1168186" y="1583740"/>
                  </a:lnTo>
                  <a:lnTo>
                    <a:pt x="1168182" y="1583737"/>
                  </a:lnTo>
                  <a:lnTo>
                    <a:pt x="1168169" y="1583736"/>
                  </a:lnTo>
                  <a:lnTo>
                    <a:pt x="1168151" y="1583734"/>
                  </a:lnTo>
                  <a:lnTo>
                    <a:pt x="1168133" y="1583732"/>
                  </a:lnTo>
                  <a:lnTo>
                    <a:pt x="1168115" y="1583731"/>
                  </a:lnTo>
                  <a:lnTo>
                    <a:pt x="1168090" y="1583732"/>
                  </a:lnTo>
                  <a:lnTo>
                    <a:pt x="1168077" y="1583729"/>
                  </a:lnTo>
                  <a:lnTo>
                    <a:pt x="1168060" y="1583729"/>
                  </a:lnTo>
                  <a:lnTo>
                    <a:pt x="1168035" y="1583730"/>
                  </a:lnTo>
                  <a:lnTo>
                    <a:pt x="1168029" y="1583730"/>
                  </a:lnTo>
                  <a:lnTo>
                    <a:pt x="1168016" y="1583732"/>
                  </a:lnTo>
                  <a:lnTo>
                    <a:pt x="1167998" y="1583732"/>
                  </a:lnTo>
                  <a:lnTo>
                    <a:pt x="1167981" y="1583730"/>
                  </a:lnTo>
                  <a:lnTo>
                    <a:pt x="1167963" y="1583726"/>
                  </a:lnTo>
                  <a:lnTo>
                    <a:pt x="1167945" y="1583725"/>
                  </a:lnTo>
                  <a:lnTo>
                    <a:pt x="1167927" y="1583723"/>
                  </a:lnTo>
                  <a:lnTo>
                    <a:pt x="1167920" y="1583719"/>
                  </a:lnTo>
                  <a:lnTo>
                    <a:pt x="1167909" y="1583718"/>
                  </a:lnTo>
                  <a:lnTo>
                    <a:pt x="1167899" y="1583717"/>
                  </a:lnTo>
                  <a:lnTo>
                    <a:pt x="1167892" y="1583718"/>
                  </a:lnTo>
                  <a:lnTo>
                    <a:pt x="1167874" y="1583717"/>
                  </a:lnTo>
                  <a:lnTo>
                    <a:pt x="1167856" y="1583718"/>
                  </a:lnTo>
                  <a:lnTo>
                    <a:pt x="1167838" y="1583719"/>
                  </a:lnTo>
                  <a:lnTo>
                    <a:pt x="1167821" y="1583722"/>
                  </a:lnTo>
                  <a:lnTo>
                    <a:pt x="1167803" y="1583725"/>
                  </a:lnTo>
                  <a:lnTo>
                    <a:pt x="1167785" y="1583727"/>
                  </a:lnTo>
                  <a:lnTo>
                    <a:pt x="1167768" y="1583729"/>
                  </a:lnTo>
                  <a:lnTo>
                    <a:pt x="1167750" y="1583730"/>
                  </a:lnTo>
                  <a:lnTo>
                    <a:pt x="1167732" y="1583732"/>
                  </a:lnTo>
                  <a:lnTo>
                    <a:pt x="1167714" y="1583734"/>
                  </a:lnTo>
                  <a:lnTo>
                    <a:pt x="1167696" y="1583734"/>
                  </a:lnTo>
                  <a:lnTo>
                    <a:pt x="1167679" y="1583735"/>
                  </a:lnTo>
                  <a:lnTo>
                    <a:pt x="1167661" y="1583737"/>
                  </a:lnTo>
                  <a:lnTo>
                    <a:pt x="1167643" y="1583743"/>
                  </a:lnTo>
                  <a:lnTo>
                    <a:pt x="1167626" y="1583748"/>
                  </a:lnTo>
                  <a:lnTo>
                    <a:pt x="1167608" y="1583752"/>
                  </a:lnTo>
                  <a:lnTo>
                    <a:pt x="1167590" y="1583756"/>
                  </a:lnTo>
                  <a:lnTo>
                    <a:pt x="1167573" y="1583762"/>
                  </a:lnTo>
                  <a:lnTo>
                    <a:pt x="1167555" y="1583768"/>
                  </a:lnTo>
                  <a:lnTo>
                    <a:pt x="1167544" y="1583772"/>
                  </a:lnTo>
                  <a:lnTo>
                    <a:pt x="1167537" y="1583777"/>
                  </a:lnTo>
                  <a:lnTo>
                    <a:pt x="1167519" y="1583783"/>
                  </a:lnTo>
                  <a:lnTo>
                    <a:pt x="1167502" y="1583791"/>
                  </a:lnTo>
                  <a:lnTo>
                    <a:pt x="1167484" y="1583798"/>
                  </a:lnTo>
                  <a:lnTo>
                    <a:pt x="1167478" y="1583800"/>
                  </a:lnTo>
                  <a:lnTo>
                    <a:pt x="1167472" y="1583802"/>
                  </a:lnTo>
                  <a:lnTo>
                    <a:pt x="1167455" y="1583809"/>
                  </a:lnTo>
                  <a:lnTo>
                    <a:pt x="1167437" y="1583818"/>
                  </a:lnTo>
                  <a:lnTo>
                    <a:pt x="1167419" y="1583827"/>
                  </a:lnTo>
                  <a:lnTo>
                    <a:pt x="1167401" y="1583833"/>
                  </a:lnTo>
                  <a:lnTo>
                    <a:pt x="1167384" y="1583839"/>
                  </a:lnTo>
                  <a:lnTo>
                    <a:pt x="1167364" y="1583846"/>
                  </a:lnTo>
                  <a:lnTo>
                    <a:pt x="1167348" y="1583851"/>
                  </a:lnTo>
                  <a:lnTo>
                    <a:pt x="1167331" y="1583857"/>
                  </a:lnTo>
                  <a:lnTo>
                    <a:pt x="1167313" y="1583865"/>
                  </a:lnTo>
                  <a:lnTo>
                    <a:pt x="1167295" y="1583872"/>
                  </a:lnTo>
                  <a:lnTo>
                    <a:pt x="1167278" y="1583880"/>
                  </a:lnTo>
                  <a:lnTo>
                    <a:pt x="1167260" y="1583888"/>
                  </a:lnTo>
                  <a:lnTo>
                    <a:pt x="1167242" y="1583897"/>
                  </a:lnTo>
                  <a:lnTo>
                    <a:pt x="1167224" y="1583907"/>
                  </a:lnTo>
                  <a:lnTo>
                    <a:pt x="1167207" y="1583920"/>
                  </a:lnTo>
                  <a:lnTo>
                    <a:pt x="1167189" y="1583925"/>
                  </a:lnTo>
                  <a:lnTo>
                    <a:pt x="1167170" y="1583937"/>
                  </a:lnTo>
                  <a:lnTo>
                    <a:pt x="1167144" y="1583946"/>
                  </a:lnTo>
                  <a:lnTo>
                    <a:pt x="1167126" y="1583947"/>
                  </a:lnTo>
                  <a:lnTo>
                    <a:pt x="1167109" y="1583947"/>
                  </a:lnTo>
                  <a:lnTo>
                    <a:pt x="1167091" y="1583948"/>
                  </a:lnTo>
                  <a:lnTo>
                    <a:pt x="1167073" y="1583949"/>
                  </a:lnTo>
                  <a:lnTo>
                    <a:pt x="1167055" y="1583950"/>
                  </a:lnTo>
                  <a:lnTo>
                    <a:pt x="1167038" y="1583951"/>
                  </a:lnTo>
                  <a:lnTo>
                    <a:pt x="1167020" y="1583951"/>
                  </a:lnTo>
                  <a:lnTo>
                    <a:pt x="1167002" y="1583954"/>
                  </a:lnTo>
                  <a:lnTo>
                    <a:pt x="1166985" y="1583956"/>
                  </a:lnTo>
                  <a:lnTo>
                    <a:pt x="1166967" y="1583958"/>
                  </a:lnTo>
                  <a:lnTo>
                    <a:pt x="1166949" y="1583960"/>
                  </a:lnTo>
                  <a:lnTo>
                    <a:pt x="1166931" y="1583961"/>
                  </a:lnTo>
                  <a:lnTo>
                    <a:pt x="1166914" y="1583961"/>
                  </a:lnTo>
                  <a:lnTo>
                    <a:pt x="1166896" y="1583963"/>
                  </a:lnTo>
                  <a:lnTo>
                    <a:pt x="1166878" y="1583963"/>
                  </a:lnTo>
                  <a:lnTo>
                    <a:pt x="1166860" y="1583965"/>
                  </a:lnTo>
                  <a:lnTo>
                    <a:pt x="1166843" y="1583966"/>
                  </a:lnTo>
                  <a:lnTo>
                    <a:pt x="1166825" y="1583968"/>
                  </a:lnTo>
                  <a:lnTo>
                    <a:pt x="1166807" y="1583968"/>
                  </a:lnTo>
                  <a:lnTo>
                    <a:pt x="1166790" y="1583968"/>
                  </a:lnTo>
                  <a:lnTo>
                    <a:pt x="1166772" y="1583968"/>
                  </a:lnTo>
                  <a:lnTo>
                    <a:pt x="1166754" y="1583968"/>
                  </a:lnTo>
                  <a:lnTo>
                    <a:pt x="1166736" y="1583967"/>
                  </a:lnTo>
                  <a:lnTo>
                    <a:pt x="1166718" y="1583967"/>
                  </a:lnTo>
                  <a:lnTo>
                    <a:pt x="1166695" y="1583967"/>
                  </a:lnTo>
                  <a:lnTo>
                    <a:pt x="1166683" y="1583969"/>
                  </a:lnTo>
                  <a:lnTo>
                    <a:pt x="1166662" y="1583975"/>
                  </a:lnTo>
                  <a:lnTo>
                    <a:pt x="1166648" y="1583977"/>
                  </a:lnTo>
                  <a:lnTo>
                    <a:pt x="1166630" y="1583982"/>
                  </a:lnTo>
                  <a:lnTo>
                    <a:pt x="1166615" y="1583987"/>
                  </a:lnTo>
                  <a:lnTo>
                    <a:pt x="1166594" y="1583990"/>
                  </a:lnTo>
                  <a:lnTo>
                    <a:pt x="1166576" y="1583988"/>
                  </a:lnTo>
                  <a:lnTo>
                    <a:pt x="1166561" y="1583986"/>
                  </a:lnTo>
                  <a:lnTo>
                    <a:pt x="1166541" y="1583989"/>
                  </a:lnTo>
                  <a:lnTo>
                    <a:pt x="1166523" y="1583994"/>
                  </a:lnTo>
                  <a:lnTo>
                    <a:pt x="1166506" y="1584002"/>
                  </a:lnTo>
                  <a:lnTo>
                    <a:pt x="1166490" y="1584010"/>
                  </a:lnTo>
                  <a:lnTo>
                    <a:pt x="1166470" y="1584012"/>
                  </a:lnTo>
                  <a:lnTo>
                    <a:pt x="1166453" y="1584011"/>
                  </a:lnTo>
                  <a:lnTo>
                    <a:pt x="1166441" y="1584011"/>
                  </a:lnTo>
                  <a:lnTo>
                    <a:pt x="1166425" y="1584008"/>
                  </a:lnTo>
                  <a:lnTo>
                    <a:pt x="1166417" y="1584006"/>
                  </a:lnTo>
                  <a:lnTo>
                    <a:pt x="1166399" y="1584005"/>
                  </a:lnTo>
                  <a:lnTo>
                    <a:pt x="1166381" y="1584002"/>
                  </a:lnTo>
                  <a:lnTo>
                    <a:pt x="1166364" y="1584004"/>
                  </a:lnTo>
                  <a:lnTo>
                    <a:pt x="1166344" y="1584009"/>
                  </a:lnTo>
                  <a:lnTo>
                    <a:pt x="1166329" y="1584012"/>
                  </a:lnTo>
                  <a:lnTo>
                    <a:pt x="1166322" y="1584012"/>
                  </a:lnTo>
                  <a:lnTo>
                    <a:pt x="1166312" y="1584008"/>
                  </a:lnTo>
                  <a:lnTo>
                    <a:pt x="1166294" y="1584009"/>
                  </a:lnTo>
                  <a:lnTo>
                    <a:pt x="1166276" y="1584013"/>
                  </a:lnTo>
                  <a:lnTo>
                    <a:pt x="1166267" y="1584019"/>
                  </a:lnTo>
                  <a:lnTo>
                    <a:pt x="1166260" y="1584026"/>
                  </a:lnTo>
                  <a:lnTo>
                    <a:pt x="1166242" y="1584026"/>
                  </a:lnTo>
                  <a:lnTo>
                    <a:pt x="1166224" y="1584026"/>
                  </a:lnTo>
                  <a:lnTo>
                    <a:pt x="1166206" y="1584026"/>
                  </a:lnTo>
                  <a:lnTo>
                    <a:pt x="1166189" y="1584026"/>
                  </a:lnTo>
                  <a:lnTo>
                    <a:pt x="1166171" y="1584025"/>
                  </a:lnTo>
                  <a:lnTo>
                    <a:pt x="1166152" y="1584024"/>
                  </a:lnTo>
                  <a:lnTo>
                    <a:pt x="1166147" y="1584022"/>
                  </a:lnTo>
                  <a:lnTo>
                    <a:pt x="1166133" y="1584012"/>
                  </a:lnTo>
                  <a:lnTo>
                    <a:pt x="1166116" y="1584007"/>
                  </a:lnTo>
                  <a:lnTo>
                    <a:pt x="1166111" y="1584005"/>
                  </a:lnTo>
                  <a:lnTo>
                    <a:pt x="1166101" y="1584007"/>
                  </a:lnTo>
                  <a:lnTo>
                    <a:pt x="1166094" y="1584011"/>
                  </a:lnTo>
                  <a:lnTo>
                    <a:pt x="1166075" y="1584021"/>
                  </a:lnTo>
                  <a:lnTo>
                    <a:pt x="1166059" y="1584034"/>
                  </a:lnTo>
                  <a:lnTo>
                    <a:pt x="1166039" y="1584044"/>
                  </a:lnTo>
                  <a:lnTo>
                    <a:pt x="1166024" y="1584057"/>
                  </a:lnTo>
                  <a:lnTo>
                    <a:pt x="1166006" y="1584064"/>
                  </a:lnTo>
                  <a:lnTo>
                    <a:pt x="1165988" y="1584069"/>
                  </a:lnTo>
                  <a:lnTo>
                    <a:pt x="1165970" y="1584074"/>
                  </a:lnTo>
                  <a:lnTo>
                    <a:pt x="1165954" y="1584073"/>
                  </a:lnTo>
                  <a:lnTo>
                    <a:pt x="1165947" y="1584073"/>
                  </a:lnTo>
                  <a:lnTo>
                    <a:pt x="1165936" y="1584069"/>
                  </a:lnTo>
                  <a:lnTo>
                    <a:pt x="1165918" y="1584063"/>
                  </a:lnTo>
                  <a:lnTo>
                    <a:pt x="1165908" y="1584062"/>
                  </a:lnTo>
                  <a:lnTo>
                    <a:pt x="1165890" y="1584061"/>
                  </a:lnTo>
                  <a:lnTo>
                    <a:pt x="1165883" y="1584060"/>
                  </a:lnTo>
                  <a:lnTo>
                    <a:pt x="1165872" y="1584061"/>
                  </a:lnTo>
                  <a:lnTo>
                    <a:pt x="1165864" y="1584063"/>
                  </a:lnTo>
                  <a:lnTo>
                    <a:pt x="1165854" y="1584068"/>
                  </a:lnTo>
                  <a:lnTo>
                    <a:pt x="1165837" y="1584081"/>
                  </a:lnTo>
                  <a:lnTo>
                    <a:pt x="1165819" y="1584089"/>
                  </a:lnTo>
                  <a:lnTo>
                    <a:pt x="1165806" y="1584094"/>
                  </a:lnTo>
                  <a:lnTo>
                    <a:pt x="1165797" y="1584096"/>
                  </a:lnTo>
                  <a:lnTo>
                    <a:pt x="1165791" y="1584094"/>
                  </a:lnTo>
                  <a:lnTo>
                    <a:pt x="1165777" y="1584091"/>
                  </a:lnTo>
                  <a:lnTo>
                    <a:pt x="1165768" y="1584089"/>
                  </a:lnTo>
                  <a:lnTo>
                    <a:pt x="1165759" y="1584083"/>
                  </a:lnTo>
                  <a:lnTo>
                    <a:pt x="1165737" y="1584068"/>
                  </a:lnTo>
                  <a:lnTo>
                    <a:pt x="1165723" y="1584061"/>
                  </a:lnTo>
                  <a:lnTo>
                    <a:pt x="1165715" y="1584056"/>
                  </a:lnTo>
                  <a:lnTo>
                    <a:pt x="1165705" y="1584054"/>
                  </a:lnTo>
                  <a:lnTo>
                    <a:pt x="1165687" y="1584048"/>
                  </a:lnTo>
                  <a:lnTo>
                    <a:pt x="1165678" y="1584046"/>
                  </a:lnTo>
                  <a:lnTo>
                    <a:pt x="1165670" y="1584043"/>
                  </a:lnTo>
                  <a:lnTo>
                    <a:pt x="1165652" y="1584037"/>
                  </a:lnTo>
                  <a:lnTo>
                    <a:pt x="1165634" y="1584033"/>
                  </a:lnTo>
                  <a:lnTo>
                    <a:pt x="1165616" y="1584031"/>
                  </a:lnTo>
                  <a:lnTo>
                    <a:pt x="1165597" y="1584025"/>
                  </a:lnTo>
                  <a:lnTo>
                    <a:pt x="1165592" y="1584019"/>
                  </a:lnTo>
                  <a:lnTo>
                    <a:pt x="1165551" y="1584016"/>
                  </a:lnTo>
                  <a:lnTo>
                    <a:pt x="1165512" y="1584011"/>
                  </a:lnTo>
                  <a:lnTo>
                    <a:pt x="1165446" y="1584012"/>
                  </a:lnTo>
                  <a:lnTo>
                    <a:pt x="1165432" y="1584012"/>
                  </a:lnTo>
                  <a:lnTo>
                    <a:pt x="1165414" y="1584013"/>
                  </a:lnTo>
                  <a:lnTo>
                    <a:pt x="1165329" y="1584019"/>
                  </a:lnTo>
                  <a:lnTo>
                    <a:pt x="1165309" y="1584025"/>
                  </a:lnTo>
                  <a:lnTo>
                    <a:pt x="1165296" y="1584030"/>
                  </a:lnTo>
                  <a:lnTo>
                    <a:pt x="1165286" y="1584042"/>
                  </a:lnTo>
                  <a:lnTo>
                    <a:pt x="1165277" y="1584051"/>
                  </a:lnTo>
                  <a:lnTo>
                    <a:pt x="1165275" y="1584058"/>
                  </a:lnTo>
                  <a:lnTo>
                    <a:pt x="1165265" y="1584080"/>
                  </a:lnTo>
                  <a:lnTo>
                    <a:pt x="1165258" y="1584095"/>
                  </a:lnTo>
                  <a:lnTo>
                    <a:pt x="1165248" y="1584113"/>
                  </a:lnTo>
                  <a:lnTo>
                    <a:pt x="1165238" y="1584132"/>
                  </a:lnTo>
                  <a:lnTo>
                    <a:pt x="1165236" y="1584137"/>
                  </a:lnTo>
                  <a:lnTo>
                    <a:pt x="1165226" y="1584148"/>
                  </a:lnTo>
                  <a:lnTo>
                    <a:pt x="1165219" y="1584152"/>
                  </a:lnTo>
                  <a:lnTo>
                    <a:pt x="1165208" y="1584153"/>
                  </a:lnTo>
                  <a:lnTo>
                    <a:pt x="1165190" y="1584152"/>
                  </a:lnTo>
                  <a:lnTo>
                    <a:pt x="1165172" y="1584150"/>
                  </a:lnTo>
                  <a:lnTo>
                    <a:pt x="1165155" y="1584149"/>
                  </a:lnTo>
                  <a:lnTo>
                    <a:pt x="1165137" y="1584146"/>
                  </a:lnTo>
                  <a:lnTo>
                    <a:pt x="1165119" y="1584150"/>
                  </a:lnTo>
                  <a:lnTo>
                    <a:pt x="1165101" y="1584157"/>
                  </a:lnTo>
                  <a:lnTo>
                    <a:pt x="1165084" y="1584168"/>
                  </a:lnTo>
                  <a:lnTo>
                    <a:pt x="1165067" y="1584179"/>
                  </a:lnTo>
                  <a:lnTo>
                    <a:pt x="1165050" y="1584195"/>
                  </a:lnTo>
                  <a:lnTo>
                    <a:pt x="1165033" y="1584210"/>
                  </a:lnTo>
                  <a:lnTo>
                    <a:pt x="1165029" y="1584214"/>
                  </a:lnTo>
                  <a:lnTo>
                    <a:pt x="1165022" y="1584219"/>
                  </a:lnTo>
                  <a:lnTo>
                    <a:pt x="1165015" y="1584220"/>
                  </a:lnTo>
                  <a:lnTo>
                    <a:pt x="1164998" y="1584224"/>
                  </a:lnTo>
                  <a:lnTo>
                    <a:pt x="1164980" y="1584228"/>
                  </a:lnTo>
                  <a:lnTo>
                    <a:pt x="1164962" y="1584230"/>
                  </a:lnTo>
                  <a:lnTo>
                    <a:pt x="1164945" y="1584231"/>
                  </a:lnTo>
                  <a:lnTo>
                    <a:pt x="1164927" y="1584234"/>
                  </a:lnTo>
                  <a:lnTo>
                    <a:pt x="1164909" y="1584241"/>
                  </a:lnTo>
                  <a:lnTo>
                    <a:pt x="1164902" y="1584244"/>
                  </a:lnTo>
                  <a:lnTo>
                    <a:pt x="1164897" y="1584248"/>
                  </a:lnTo>
                  <a:lnTo>
                    <a:pt x="1164893" y="1584251"/>
                  </a:lnTo>
                  <a:lnTo>
                    <a:pt x="1164884" y="1584258"/>
                  </a:lnTo>
                  <a:lnTo>
                    <a:pt x="1164880" y="1584268"/>
                  </a:lnTo>
                  <a:lnTo>
                    <a:pt x="1164876" y="1584277"/>
                  </a:lnTo>
                  <a:lnTo>
                    <a:pt x="1164876" y="1584286"/>
                  </a:lnTo>
                  <a:lnTo>
                    <a:pt x="1164871" y="1584307"/>
                  </a:lnTo>
                  <a:lnTo>
                    <a:pt x="1164861" y="1584325"/>
                  </a:lnTo>
                  <a:lnTo>
                    <a:pt x="1164846" y="1584337"/>
                  </a:lnTo>
                  <a:lnTo>
                    <a:pt x="1164841" y="1584339"/>
                  </a:lnTo>
                  <a:lnTo>
                    <a:pt x="1164828" y="1584339"/>
                  </a:lnTo>
                  <a:lnTo>
                    <a:pt x="1164819" y="1584339"/>
                  </a:lnTo>
                  <a:lnTo>
                    <a:pt x="1164810" y="1584337"/>
                  </a:lnTo>
                  <a:lnTo>
                    <a:pt x="1164791" y="1584335"/>
                  </a:lnTo>
                  <a:lnTo>
                    <a:pt x="1164775" y="1584342"/>
                  </a:lnTo>
                  <a:lnTo>
                    <a:pt x="1164771" y="1584347"/>
                  </a:lnTo>
                  <a:lnTo>
                    <a:pt x="1164767" y="1584361"/>
                  </a:lnTo>
                  <a:lnTo>
                    <a:pt x="1164764" y="1584369"/>
                  </a:lnTo>
                  <a:lnTo>
                    <a:pt x="1164756" y="1584378"/>
                  </a:lnTo>
                  <a:lnTo>
                    <a:pt x="1164748" y="1584378"/>
                  </a:lnTo>
                  <a:lnTo>
                    <a:pt x="1164738" y="1584372"/>
                  </a:lnTo>
                  <a:lnTo>
                    <a:pt x="1164721" y="1584362"/>
                  </a:lnTo>
                  <a:lnTo>
                    <a:pt x="1164703" y="1584353"/>
                  </a:lnTo>
                  <a:lnTo>
                    <a:pt x="1164694" y="1584350"/>
                  </a:lnTo>
                  <a:lnTo>
                    <a:pt x="1164685" y="1584351"/>
                  </a:lnTo>
                  <a:lnTo>
                    <a:pt x="1164668" y="1584358"/>
                  </a:lnTo>
                  <a:lnTo>
                    <a:pt x="1164642" y="1584370"/>
                  </a:lnTo>
                  <a:lnTo>
                    <a:pt x="1164635" y="1584374"/>
                  </a:lnTo>
                  <a:lnTo>
                    <a:pt x="1164628" y="1584374"/>
                  </a:lnTo>
                  <a:lnTo>
                    <a:pt x="1164617" y="1584372"/>
                  </a:lnTo>
                  <a:lnTo>
                    <a:pt x="1164611" y="1584368"/>
                  </a:lnTo>
                  <a:lnTo>
                    <a:pt x="1164593" y="1584358"/>
                  </a:lnTo>
                  <a:lnTo>
                    <a:pt x="1164575" y="1584357"/>
                  </a:lnTo>
                  <a:lnTo>
                    <a:pt x="1164565" y="1584359"/>
                  </a:lnTo>
                  <a:lnTo>
                    <a:pt x="1164551" y="1584366"/>
                  </a:lnTo>
                  <a:lnTo>
                    <a:pt x="1164545" y="1584367"/>
                  </a:lnTo>
                  <a:lnTo>
                    <a:pt x="1164535" y="1584367"/>
                  </a:lnTo>
                  <a:lnTo>
                    <a:pt x="1164517" y="1584368"/>
                  </a:lnTo>
                  <a:lnTo>
                    <a:pt x="1164499" y="1584369"/>
                  </a:lnTo>
                  <a:lnTo>
                    <a:pt x="1164482" y="1584378"/>
                  </a:lnTo>
                  <a:lnTo>
                    <a:pt x="1164478" y="1584382"/>
                  </a:lnTo>
                  <a:lnTo>
                    <a:pt x="1164466" y="1584387"/>
                  </a:lnTo>
                  <a:lnTo>
                    <a:pt x="1164456" y="1584385"/>
                  </a:lnTo>
                  <a:lnTo>
                    <a:pt x="1164447" y="1584375"/>
                  </a:lnTo>
                  <a:lnTo>
                    <a:pt x="1164443" y="1584369"/>
                  </a:lnTo>
                  <a:lnTo>
                    <a:pt x="1164438" y="1584367"/>
                  </a:lnTo>
                  <a:lnTo>
                    <a:pt x="1164431" y="1584365"/>
                  </a:lnTo>
                  <a:lnTo>
                    <a:pt x="1164424" y="1584367"/>
                  </a:lnTo>
                  <a:lnTo>
                    <a:pt x="1164417" y="1584372"/>
                  </a:lnTo>
                  <a:lnTo>
                    <a:pt x="1164401" y="1584390"/>
                  </a:lnTo>
                  <a:lnTo>
                    <a:pt x="1164392" y="1584397"/>
                  </a:lnTo>
                  <a:lnTo>
                    <a:pt x="1164384" y="1584397"/>
                  </a:lnTo>
                  <a:lnTo>
                    <a:pt x="1164374" y="1584395"/>
                  </a:lnTo>
                  <a:lnTo>
                    <a:pt x="1164366" y="1584392"/>
                  </a:lnTo>
                  <a:lnTo>
                    <a:pt x="1164358" y="1584390"/>
                  </a:lnTo>
                  <a:lnTo>
                    <a:pt x="1164348" y="1584391"/>
                  </a:lnTo>
                  <a:lnTo>
                    <a:pt x="1164331" y="1584397"/>
                  </a:lnTo>
                  <a:lnTo>
                    <a:pt x="1164326" y="1584401"/>
                  </a:lnTo>
                  <a:lnTo>
                    <a:pt x="1164320" y="1584407"/>
                  </a:lnTo>
                  <a:lnTo>
                    <a:pt x="1164316" y="1584415"/>
                  </a:lnTo>
                  <a:lnTo>
                    <a:pt x="1164314" y="1584420"/>
                  </a:lnTo>
                  <a:lnTo>
                    <a:pt x="1164313" y="1584427"/>
                  </a:lnTo>
                  <a:lnTo>
                    <a:pt x="1164314" y="1584433"/>
                  </a:lnTo>
                  <a:lnTo>
                    <a:pt x="1164316" y="1584451"/>
                  </a:lnTo>
                  <a:lnTo>
                    <a:pt x="1164320" y="1584461"/>
                  </a:lnTo>
                  <a:lnTo>
                    <a:pt x="1164327" y="1584477"/>
                  </a:lnTo>
                  <a:lnTo>
                    <a:pt x="1164334" y="1584488"/>
                  </a:lnTo>
                  <a:lnTo>
                    <a:pt x="1164335" y="1584494"/>
                  </a:lnTo>
                  <a:lnTo>
                    <a:pt x="1164328" y="1584516"/>
                  </a:lnTo>
                  <a:lnTo>
                    <a:pt x="1164324" y="1584532"/>
                  </a:lnTo>
                  <a:lnTo>
                    <a:pt x="1164327" y="1584551"/>
                  </a:lnTo>
                  <a:lnTo>
                    <a:pt x="1164330" y="1584570"/>
                  </a:lnTo>
                  <a:lnTo>
                    <a:pt x="1164332" y="1584588"/>
                  </a:lnTo>
                  <a:lnTo>
                    <a:pt x="1164335" y="1584607"/>
                  </a:lnTo>
                  <a:lnTo>
                    <a:pt x="1164337" y="1584625"/>
                  </a:lnTo>
                  <a:lnTo>
                    <a:pt x="1164339" y="1584635"/>
                  </a:lnTo>
                  <a:lnTo>
                    <a:pt x="1164337" y="1584643"/>
                  </a:lnTo>
                  <a:lnTo>
                    <a:pt x="1164331" y="1584651"/>
                  </a:lnTo>
                  <a:lnTo>
                    <a:pt x="1164323" y="1584652"/>
                  </a:lnTo>
                  <a:lnTo>
                    <a:pt x="1164307" y="1584657"/>
                  </a:lnTo>
                  <a:lnTo>
                    <a:pt x="1164304" y="1584662"/>
                  </a:lnTo>
                  <a:lnTo>
                    <a:pt x="1164304" y="1584668"/>
                  </a:lnTo>
                  <a:lnTo>
                    <a:pt x="1164308" y="1584677"/>
                  </a:lnTo>
                  <a:lnTo>
                    <a:pt x="1164311" y="1584687"/>
                  </a:lnTo>
                  <a:lnTo>
                    <a:pt x="1164311" y="1584696"/>
                  </a:lnTo>
                  <a:lnTo>
                    <a:pt x="1164311" y="1584704"/>
                  </a:lnTo>
                  <a:lnTo>
                    <a:pt x="1164303" y="1584716"/>
                  </a:lnTo>
                  <a:lnTo>
                    <a:pt x="1164297" y="1584733"/>
                  </a:lnTo>
                  <a:lnTo>
                    <a:pt x="1164295" y="1584738"/>
                  </a:lnTo>
                  <a:lnTo>
                    <a:pt x="1164295" y="1584753"/>
                  </a:lnTo>
                  <a:lnTo>
                    <a:pt x="1164290" y="1584770"/>
                  </a:lnTo>
                  <a:lnTo>
                    <a:pt x="1164284" y="1584775"/>
                  </a:lnTo>
                  <a:lnTo>
                    <a:pt x="1164273" y="1584774"/>
                  </a:lnTo>
                  <a:lnTo>
                    <a:pt x="1164256" y="1584762"/>
                  </a:lnTo>
                  <a:lnTo>
                    <a:pt x="1164245" y="1584751"/>
                  </a:lnTo>
                  <a:lnTo>
                    <a:pt x="1164238" y="1584749"/>
                  </a:lnTo>
                  <a:lnTo>
                    <a:pt x="1164221" y="1584750"/>
                  </a:lnTo>
                  <a:lnTo>
                    <a:pt x="1164212" y="1584750"/>
                  </a:lnTo>
                  <a:lnTo>
                    <a:pt x="1164204" y="1584748"/>
                  </a:lnTo>
                  <a:lnTo>
                    <a:pt x="1164198" y="1584747"/>
                  </a:lnTo>
                  <a:lnTo>
                    <a:pt x="1164186" y="1584740"/>
                  </a:lnTo>
                  <a:lnTo>
                    <a:pt x="1164177" y="1584734"/>
                  </a:lnTo>
                  <a:lnTo>
                    <a:pt x="1164168" y="1584727"/>
                  </a:lnTo>
                  <a:lnTo>
                    <a:pt x="1164161" y="1584717"/>
                  </a:lnTo>
                  <a:lnTo>
                    <a:pt x="1164155" y="1584710"/>
                  </a:lnTo>
                  <a:lnTo>
                    <a:pt x="1164141" y="1584691"/>
                  </a:lnTo>
                  <a:lnTo>
                    <a:pt x="1164137" y="1584687"/>
                  </a:lnTo>
                  <a:lnTo>
                    <a:pt x="1164122" y="1584676"/>
                  </a:lnTo>
                  <a:lnTo>
                    <a:pt x="1164106" y="1584673"/>
                  </a:lnTo>
                  <a:lnTo>
                    <a:pt x="1164100" y="1584675"/>
                  </a:lnTo>
                  <a:lnTo>
                    <a:pt x="1164094" y="1584684"/>
                  </a:lnTo>
                  <a:lnTo>
                    <a:pt x="1164085" y="1584704"/>
                  </a:lnTo>
                  <a:lnTo>
                    <a:pt x="1164078" y="1584711"/>
                  </a:lnTo>
                  <a:lnTo>
                    <a:pt x="1164063" y="1584719"/>
                  </a:lnTo>
                  <a:lnTo>
                    <a:pt x="1164048" y="1584723"/>
                  </a:lnTo>
                  <a:lnTo>
                    <a:pt x="1164040" y="1584725"/>
                  </a:lnTo>
                  <a:lnTo>
                    <a:pt x="1164030" y="1584722"/>
                  </a:lnTo>
                  <a:lnTo>
                    <a:pt x="1164012" y="1584719"/>
                  </a:lnTo>
                  <a:lnTo>
                    <a:pt x="1163994" y="1584721"/>
                  </a:lnTo>
                  <a:lnTo>
                    <a:pt x="1163976" y="1584727"/>
                  </a:lnTo>
                  <a:lnTo>
                    <a:pt x="1163960" y="1584742"/>
                  </a:lnTo>
                  <a:lnTo>
                    <a:pt x="1163957" y="1584746"/>
                  </a:lnTo>
                  <a:lnTo>
                    <a:pt x="1163948" y="1584758"/>
                  </a:lnTo>
                  <a:lnTo>
                    <a:pt x="1163933" y="1584776"/>
                  </a:lnTo>
                  <a:lnTo>
                    <a:pt x="1163915" y="1584787"/>
                  </a:lnTo>
                  <a:lnTo>
                    <a:pt x="1163898" y="1584803"/>
                  </a:lnTo>
                  <a:lnTo>
                    <a:pt x="1163893" y="1584811"/>
                  </a:lnTo>
                  <a:lnTo>
                    <a:pt x="1163879" y="1584819"/>
                  </a:lnTo>
                  <a:lnTo>
                    <a:pt x="1163869" y="1584833"/>
                  </a:lnTo>
                  <a:lnTo>
                    <a:pt x="1163853" y="1584840"/>
                  </a:lnTo>
                  <a:lnTo>
                    <a:pt x="1163836" y="1584843"/>
                  </a:lnTo>
                  <a:lnTo>
                    <a:pt x="1163827" y="1584844"/>
                  </a:lnTo>
                  <a:lnTo>
                    <a:pt x="1163813" y="1584850"/>
                  </a:lnTo>
                  <a:lnTo>
                    <a:pt x="1163800" y="1584860"/>
                  </a:lnTo>
                  <a:lnTo>
                    <a:pt x="1163792" y="1584866"/>
                  </a:lnTo>
                  <a:lnTo>
                    <a:pt x="1163782" y="1584875"/>
                  </a:lnTo>
                  <a:lnTo>
                    <a:pt x="1163773" y="1584888"/>
                  </a:lnTo>
                  <a:lnTo>
                    <a:pt x="1163760" y="1584899"/>
                  </a:lnTo>
                  <a:lnTo>
                    <a:pt x="1163743" y="1584916"/>
                  </a:lnTo>
                  <a:lnTo>
                    <a:pt x="1163726" y="1584930"/>
                  </a:lnTo>
                  <a:lnTo>
                    <a:pt x="1163719" y="1584935"/>
                  </a:lnTo>
                  <a:lnTo>
                    <a:pt x="1163708" y="1584938"/>
                  </a:lnTo>
                  <a:lnTo>
                    <a:pt x="1163701" y="1584942"/>
                  </a:lnTo>
                  <a:lnTo>
                    <a:pt x="1163690" y="1584942"/>
                  </a:lnTo>
                  <a:lnTo>
                    <a:pt x="1163679" y="1584946"/>
                  </a:lnTo>
                  <a:lnTo>
                    <a:pt x="1163660" y="1584947"/>
                  </a:lnTo>
                  <a:lnTo>
                    <a:pt x="1163650" y="1584947"/>
                  </a:lnTo>
                  <a:lnTo>
                    <a:pt x="1163635" y="1584944"/>
                  </a:lnTo>
                  <a:lnTo>
                    <a:pt x="1163621" y="1584939"/>
                  </a:lnTo>
                  <a:lnTo>
                    <a:pt x="1163612" y="1584932"/>
                  </a:lnTo>
                  <a:lnTo>
                    <a:pt x="1163609" y="1584922"/>
                  </a:lnTo>
                  <a:lnTo>
                    <a:pt x="1163608" y="1584912"/>
                  </a:lnTo>
                  <a:lnTo>
                    <a:pt x="1163611" y="1584904"/>
                  </a:lnTo>
                  <a:lnTo>
                    <a:pt x="1163619" y="1584891"/>
                  </a:lnTo>
                  <a:lnTo>
                    <a:pt x="1163625" y="1584886"/>
                  </a:lnTo>
                  <a:lnTo>
                    <a:pt x="1163630" y="1584881"/>
                  </a:lnTo>
                  <a:lnTo>
                    <a:pt x="1163631" y="1584872"/>
                  </a:lnTo>
                  <a:lnTo>
                    <a:pt x="1163627" y="1584867"/>
                  </a:lnTo>
                  <a:lnTo>
                    <a:pt x="1163618" y="1584863"/>
                  </a:lnTo>
                  <a:lnTo>
                    <a:pt x="1163612" y="1584861"/>
                  </a:lnTo>
                  <a:lnTo>
                    <a:pt x="1163596" y="1584858"/>
                  </a:lnTo>
                  <a:lnTo>
                    <a:pt x="1163589" y="1584857"/>
                  </a:lnTo>
                  <a:lnTo>
                    <a:pt x="1163572" y="1584856"/>
                  </a:lnTo>
                  <a:lnTo>
                    <a:pt x="1163563" y="1584855"/>
                  </a:lnTo>
                  <a:lnTo>
                    <a:pt x="1163554" y="1584850"/>
                  </a:lnTo>
                  <a:lnTo>
                    <a:pt x="1163549" y="1584848"/>
                  </a:lnTo>
                  <a:lnTo>
                    <a:pt x="1163536" y="1584840"/>
                  </a:lnTo>
                  <a:lnTo>
                    <a:pt x="1163529" y="1584835"/>
                  </a:lnTo>
                  <a:lnTo>
                    <a:pt x="1163519" y="1584824"/>
                  </a:lnTo>
                  <a:lnTo>
                    <a:pt x="1163514" y="1584808"/>
                  </a:lnTo>
                  <a:lnTo>
                    <a:pt x="1163512" y="1584787"/>
                  </a:lnTo>
                  <a:lnTo>
                    <a:pt x="1163505" y="1584769"/>
                  </a:lnTo>
                  <a:lnTo>
                    <a:pt x="1163504" y="1584763"/>
                  </a:lnTo>
                  <a:lnTo>
                    <a:pt x="1163496" y="1584750"/>
                  </a:lnTo>
                  <a:lnTo>
                    <a:pt x="1163486" y="1584737"/>
                  </a:lnTo>
                  <a:lnTo>
                    <a:pt x="1163479" y="1584738"/>
                  </a:lnTo>
                  <a:lnTo>
                    <a:pt x="1163467" y="1584749"/>
                  </a:lnTo>
                  <a:lnTo>
                    <a:pt x="1163459" y="1584754"/>
                  </a:lnTo>
                  <a:lnTo>
                    <a:pt x="1163440" y="1584749"/>
                  </a:lnTo>
                  <a:lnTo>
                    <a:pt x="1163424" y="1584742"/>
                  </a:lnTo>
                  <a:lnTo>
                    <a:pt x="1163418" y="1584743"/>
                  </a:lnTo>
                  <a:lnTo>
                    <a:pt x="1163414" y="1584747"/>
                  </a:lnTo>
                  <a:lnTo>
                    <a:pt x="1163410" y="1584753"/>
                  </a:lnTo>
                  <a:lnTo>
                    <a:pt x="1163401" y="1584772"/>
                  </a:lnTo>
                  <a:lnTo>
                    <a:pt x="1163391" y="1584791"/>
                  </a:lnTo>
                  <a:lnTo>
                    <a:pt x="1163381" y="1584798"/>
                  </a:lnTo>
                  <a:lnTo>
                    <a:pt x="1163374" y="1584801"/>
                  </a:lnTo>
                  <a:lnTo>
                    <a:pt x="1163356" y="1584806"/>
                  </a:lnTo>
                  <a:lnTo>
                    <a:pt x="1163339" y="1584813"/>
                  </a:lnTo>
                  <a:lnTo>
                    <a:pt x="1163329" y="1584818"/>
                  </a:lnTo>
                  <a:lnTo>
                    <a:pt x="1163321" y="1584826"/>
                  </a:lnTo>
                  <a:lnTo>
                    <a:pt x="1163306" y="1584842"/>
                  </a:lnTo>
                  <a:lnTo>
                    <a:pt x="1163290" y="1584858"/>
                  </a:lnTo>
                  <a:lnTo>
                    <a:pt x="1163275" y="1584876"/>
                  </a:lnTo>
                  <a:lnTo>
                    <a:pt x="1163257" y="1584893"/>
                  </a:lnTo>
                  <a:lnTo>
                    <a:pt x="1163240" y="1584907"/>
                  </a:lnTo>
                  <a:lnTo>
                    <a:pt x="1163222" y="1584920"/>
                  </a:lnTo>
                  <a:lnTo>
                    <a:pt x="1163210" y="1584931"/>
                  </a:lnTo>
                  <a:lnTo>
                    <a:pt x="1163204" y="1584930"/>
                  </a:lnTo>
                  <a:lnTo>
                    <a:pt x="1163201" y="1584917"/>
                  </a:lnTo>
                  <a:lnTo>
                    <a:pt x="1163198" y="1584905"/>
                  </a:lnTo>
                  <a:lnTo>
                    <a:pt x="1163193" y="1584895"/>
                  </a:lnTo>
                  <a:lnTo>
                    <a:pt x="1163185" y="1584893"/>
                  </a:lnTo>
                  <a:lnTo>
                    <a:pt x="1163180" y="1584892"/>
                  </a:lnTo>
                  <a:lnTo>
                    <a:pt x="1163167" y="1584894"/>
                  </a:lnTo>
                  <a:lnTo>
                    <a:pt x="1163157" y="1584902"/>
                  </a:lnTo>
                  <a:lnTo>
                    <a:pt x="1163150" y="1584904"/>
                  </a:lnTo>
                  <a:lnTo>
                    <a:pt x="1163132" y="1584912"/>
                  </a:lnTo>
                  <a:lnTo>
                    <a:pt x="1163114" y="1584914"/>
                  </a:lnTo>
                  <a:lnTo>
                    <a:pt x="1163097" y="1584918"/>
                  </a:lnTo>
                  <a:lnTo>
                    <a:pt x="1163079" y="1584920"/>
                  </a:lnTo>
                  <a:lnTo>
                    <a:pt x="1163061" y="1584920"/>
                  </a:lnTo>
                  <a:lnTo>
                    <a:pt x="1163043" y="1584910"/>
                  </a:lnTo>
                  <a:lnTo>
                    <a:pt x="1163033" y="1584906"/>
                  </a:lnTo>
                  <a:lnTo>
                    <a:pt x="1163024" y="1584901"/>
                  </a:lnTo>
                  <a:lnTo>
                    <a:pt x="1163016" y="1584901"/>
                  </a:lnTo>
                  <a:lnTo>
                    <a:pt x="1162997" y="1584901"/>
                  </a:lnTo>
                  <a:lnTo>
                    <a:pt x="1162991" y="1584904"/>
                  </a:lnTo>
                  <a:lnTo>
                    <a:pt x="1162986" y="1584911"/>
                  </a:lnTo>
                  <a:lnTo>
                    <a:pt x="1162980" y="1584928"/>
                  </a:lnTo>
                  <a:lnTo>
                    <a:pt x="1162978" y="1584935"/>
                  </a:lnTo>
                  <a:lnTo>
                    <a:pt x="1162972" y="1584946"/>
                  </a:lnTo>
                  <a:lnTo>
                    <a:pt x="1162966" y="1584955"/>
                  </a:lnTo>
                  <a:lnTo>
                    <a:pt x="1162959" y="1584960"/>
                  </a:lnTo>
                  <a:lnTo>
                    <a:pt x="1162954" y="1584963"/>
                  </a:lnTo>
                  <a:lnTo>
                    <a:pt x="1162941" y="1584959"/>
                  </a:lnTo>
                  <a:lnTo>
                    <a:pt x="1162932" y="1584950"/>
                  </a:lnTo>
                  <a:lnTo>
                    <a:pt x="1162921" y="1584944"/>
                  </a:lnTo>
                  <a:lnTo>
                    <a:pt x="1162904" y="1584951"/>
                  </a:lnTo>
                  <a:lnTo>
                    <a:pt x="1162894" y="1584955"/>
                  </a:lnTo>
                  <a:lnTo>
                    <a:pt x="1162885" y="1584954"/>
                  </a:lnTo>
                  <a:lnTo>
                    <a:pt x="1162870" y="1584943"/>
                  </a:lnTo>
                  <a:lnTo>
                    <a:pt x="1162860" y="1584925"/>
                  </a:lnTo>
                  <a:lnTo>
                    <a:pt x="1162855" y="1584915"/>
                  </a:lnTo>
                  <a:lnTo>
                    <a:pt x="1162849" y="1584902"/>
                  </a:lnTo>
                  <a:lnTo>
                    <a:pt x="1162841" y="1584894"/>
                  </a:lnTo>
                  <a:lnTo>
                    <a:pt x="1162825" y="1584889"/>
                  </a:lnTo>
                  <a:lnTo>
                    <a:pt x="1162809" y="1584896"/>
                  </a:lnTo>
                  <a:lnTo>
                    <a:pt x="1162790" y="1584906"/>
                  </a:lnTo>
                  <a:lnTo>
                    <a:pt x="1162779" y="1584917"/>
                  </a:lnTo>
                  <a:lnTo>
                    <a:pt x="1162772" y="1584926"/>
                  </a:lnTo>
                  <a:lnTo>
                    <a:pt x="1162769" y="1584932"/>
                  </a:lnTo>
                  <a:lnTo>
                    <a:pt x="1162764" y="1584939"/>
                  </a:lnTo>
                  <a:lnTo>
                    <a:pt x="1162764" y="1584950"/>
                  </a:lnTo>
                  <a:lnTo>
                    <a:pt x="1162768" y="1584969"/>
                  </a:lnTo>
                  <a:lnTo>
                    <a:pt x="1162771" y="1584987"/>
                  </a:lnTo>
                  <a:lnTo>
                    <a:pt x="1162768" y="1585006"/>
                  </a:lnTo>
                  <a:lnTo>
                    <a:pt x="1162765" y="1585017"/>
                  </a:lnTo>
                  <a:lnTo>
                    <a:pt x="1162760" y="1585024"/>
                  </a:lnTo>
                  <a:lnTo>
                    <a:pt x="1162758" y="1585030"/>
                  </a:lnTo>
                  <a:lnTo>
                    <a:pt x="1162749" y="1585043"/>
                  </a:lnTo>
                  <a:lnTo>
                    <a:pt x="1162732" y="1585060"/>
                  </a:lnTo>
                  <a:lnTo>
                    <a:pt x="1162716" y="1585076"/>
                  </a:lnTo>
                  <a:lnTo>
                    <a:pt x="1162701" y="1585090"/>
                  </a:lnTo>
                  <a:lnTo>
                    <a:pt x="1162688" y="1585109"/>
                  </a:lnTo>
                  <a:lnTo>
                    <a:pt x="1162680" y="1585118"/>
                  </a:lnTo>
                  <a:lnTo>
                    <a:pt x="1162677" y="1585127"/>
                  </a:lnTo>
                  <a:lnTo>
                    <a:pt x="1162670" y="1585146"/>
                  </a:lnTo>
                  <a:lnTo>
                    <a:pt x="1162667" y="1585152"/>
                  </a:lnTo>
                  <a:lnTo>
                    <a:pt x="1162658" y="1585164"/>
                  </a:lnTo>
                  <a:lnTo>
                    <a:pt x="1162654" y="1585168"/>
                  </a:lnTo>
                  <a:lnTo>
                    <a:pt x="1162641" y="1585173"/>
                  </a:lnTo>
                  <a:lnTo>
                    <a:pt x="1162623" y="1585177"/>
                  </a:lnTo>
                  <a:lnTo>
                    <a:pt x="1162605" y="1585185"/>
                  </a:lnTo>
                  <a:lnTo>
                    <a:pt x="1162602" y="1585189"/>
                  </a:lnTo>
                  <a:lnTo>
                    <a:pt x="1162588" y="1585194"/>
                  </a:lnTo>
                  <a:lnTo>
                    <a:pt x="1162570" y="1585198"/>
                  </a:lnTo>
                  <a:lnTo>
                    <a:pt x="1162562" y="1585197"/>
                  </a:lnTo>
                  <a:lnTo>
                    <a:pt x="1162552" y="1585191"/>
                  </a:lnTo>
                  <a:lnTo>
                    <a:pt x="1162546" y="1585188"/>
                  </a:lnTo>
                  <a:lnTo>
                    <a:pt x="1162534" y="1585179"/>
                  </a:lnTo>
                  <a:lnTo>
                    <a:pt x="1162516" y="1585167"/>
                  </a:lnTo>
                  <a:lnTo>
                    <a:pt x="1162498" y="1585153"/>
                  </a:lnTo>
                  <a:lnTo>
                    <a:pt x="1162481" y="1585138"/>
                  </a:lnTo>
                  <a:lnTo>
                    <a:pt x="1162463" y="1585121"/>
                  </a:lnTo>
                  <a:lnTo>
                    <a:pt x="1162447" y="1585103"/>
                  </a:lnTo>
                  <a:lnTo>
                    <a:pt x="1162434" y="1585084"/>
                  </a:lnTo>
                  <a:lnTo>
                    <a:pt x="1162423" y="1585066"/>
                  </a:lnTo>
                  <a:lnTo>
                    <a:pt x="1162407" y="1585049"/>
                  </a:lnTo>
                  <a:lnTo>
                    <a:pt x="1162402" y="1585043"/>
                  </a:lnTo>
                  <a:lnTo>
                    <a:pt x="1162390" y="1585043"/>
                  </a:lnTo>
                  <a:lnTo>
                    <a:pt x="1162381" y="1585042"/>
                  </a:lnTo>
                  <a:lnTo>
                    <a:pt x="1162369" y="1585049"/>
                  </a:lnTo>
                  <a:lnTo>
                    <a:pt x="1162357" y="1585064"/>
                  </a:lnTo>
                  <a:lnTo>
                    <a:pt x="1162353" y="1585068"/>
                  </a:lnTo>
                  <a:lnTo>
                    <a:pt x="1162349" y="1585074"/>
                  </a:lnTo>
                  <a:lnTo>
                    <a:pt x="1162347" y="1585082"/>
                  </a:lnTo>
                  <a:lnTo>
                    <a:pt x="1162343" y="1585094"/>
                  </a:lnTo>
                  <a:lnTo>
                    <a:pt x="1162343" y="1585101"/>
                  </a:lnTo>
                  <a:lnTo>
                    <a:pt x="1162338" y="1585116"/>
                  </a:lnTo>
                  <a:lnTo>
                    <a:pt x="1162331" y="1585126"/>
                  </a:lnTo>
                  <a:lnTo>
                    <a:pt x="1162319" y="1585135"/>
                  </a:lnTo>
                  <a:lnTo>
                    <a:pt x="1162301" y="1585142"/>
                  </a:lnTo>
                  <a:lnTo>
                    <a:pt x="1162289" y="1585155"/>
                  </a:lnTo>
                  <a:lnTo>
                    <a:pt x="1162286" y="1585160"/>
                  </a:lnTo>
                  <a:lnTo>
                    <a:pt x="1162282" y="1585166"/>
                  </a:lnTo>
                  <a:lnTo>
                    <a:pt x="1162276" y="1585172"/>
                  </a:lnTo>
                  <a:lnTo>
                    <a:pt x="1162269" y="1585176"/>
                  </a:lnTo>
                  <a:lnTo>
                    <a:pt x="1162251" y="1585182"/>
                  </a:lnTo>
                  <a:lnTo>
                    <a:pt x="1162234" y="1585185"/>
                  </a:lnTo>
                  <a:lnTo>
                    <a:pt x="1162216" y="1585185"/>
                  </a:lnTo>
                  <a:lnTo>
                    <a:pt x="1162198" y="1585185"/>
                  </a:lnTo>
                  <a:lnTo>
                    <a:pt x="1162181" y="1585184"/>
                  </a:lnTo>
                  <a:lnTo>
                    <a:pt x="1162163" y="1585183"/>
                  </a:lnTo>
                  <a:lnTo>
                    <a:pt x="1162145" y="1585181"/>
                  </a:lnTo>
                  <a:lnTo>
                    <a:pt x="1162127" y="1585181"/>
                  </a:lnTo>
                  <a:lnTo>
                    <a:pt x="1162110" y="1585179"/>
                  </a:lnTo>
                  <a:lnTo>
                    <a:pt x="1162092" y="1585178"/>
                  </a:lnTo>
                  <a:lnTo>
                    <a:pt x="1162084" y="1585177"/>
                  </a:lnTo>
                  <a:lnTo>
                    <a:pt x="1162066" y="1585176"/>
                  </a:lnTo>
                  <a:lnTo>
                    <a:pt x="1162048" y="1585172"/>
                  </a:lnTo>
                  <a:lnTo>
                    <a:pt x="1162041" y="1585172"/>
                  </a:lnTo>
                  <a:lnTo>
                    <a:pt x="1162030" y="1585176"/>
                  </a:lnTo>
                  <a:lnTo>
                    <a:pt x="1162025" y="1585177"/>
                  </a:lnTo>
                  <a:lnTo>
                    <a:pt x="1162013" y="1585186"/>
                  </a:lnTo>
                  <a:lnTo>
                    <a:pt x="1161995" y="1585200"/>
                  </a:lnTo>
                  <a:lnTo>
                    <a:pt x="1161987" y="1585207"/>
                  </a:lnTo>
                  <a:lnTo>
                    <a:pt x="1161981" y="1585209"/>
                  </a:lnTo>
                  <a:lnTo>
                    <a:pt x="1161963" y="1585228"/>
                  </a:lnTo>
                  <a:lnTo>
                    <a:pt x="1161956" y="1585237"/>
                  </a:lnTo>
                  <a:lnTo>
                    <a:pt x="1161947" y="1585244"/>
                  </a:lnTo>
                  <a:lnTo>
                    <a:pt x="1161929" y="1585251"/>
                  </a:lnTo>
                  <a:lnTo>
                    <a:pt x="1161924" y="1585253"/>
                  </a:lnTo>
                  <a:lnTo>
                    <a:pt x="1161911" y="1585254"/>
                  </a:lnTo>
                  <a:lnTo>
                    <a:pt x="1161900" y="1585259"/>
                  </a:lnTo>
                  <a:lnTo>
                    <a:pt x="1161895" y="1585260"/>
                  </a:lnTo>
                  <a:lnTo>
                    <a:pt x="1161882" y="1585265"/>
                  </a:lnTo>
                  <a:lnTo>
                    <a:pt x="1161864" y="1585274"/>
                  </a:lnTo>
                  <a:lnTo>
                    <a:pt x="1161846" y="1585286"/>
                  </a:lnTo>
                  <a:lnTo>
                    <a:pt x="1161833" y="1585302"/>
                  </a:lnTo>
                  <a:lnTo>
                    <a:pt x="1161827" y="1585321"/>
                  </a:lnTo>
                  <a:lnTo>
                    <a:pt x="1161816" y="1585339"/>
                  </a:lnTo>
                  <a:lnTo>
                    <a:pt x="1161802" y="1585358"/>
                  </a:lnTo>
                  <a:lnTo>
                    <a:pt x="1161788" y="1585374"/>
                  </a:lnTo>
                  <a:lnTo>
                    <a:pt x="1161783" y="1585379"/>
                  </a:lnTo>
                  <a:lnTo>
                    <a:pt x="1161770" y="1585387"/>
                  </a:lnTo>
                  <a:lnTo>
                    <a:pt x="1161760" y="1585387"/>
                  </a:lnTo>
                  <a:lnTo>
                    <a:pt x="1161753" y="1585385"/>
                  </a:lnTo>
                  <a:lnTo>
                    <a:pt x="1161735" y="1585379"/>
                  </a:lnTo>
                  <a:lnTo>
                    <a:pt x="1161726" y="1585377"/>
                  </a:lnTo>
                  <a:lnTo>
                    <a:pt x="1161717" y="1585381"/>
                  </a:lnTo>
                  <a:lnTo>
                    <a:pt x="1161713" y="1585384"/>
                  </a:lnTo>
                  <a:lnTo>
                    <a:pt x="1161708" y="1585393"/>
                  </a:lnTo>
                  <a:lnTo>
                    <a:pt x="1161707" y="1585399"/>
                  </a:lnTo>
                  <a:lnTo>
                    <a:pt x="1161699" y="1585416"/>
                  </a:lnTo>
                  <a:lnTo>
                    <a:pt x="1161695" y="1585422"/>
                  </a:lnTo>
                  <a:lnTo>
                    <a:pt x="1161683" y="1585435"/>
                  </a:lnTo>
                  <a:lnTo>
                    <a:pt x="1161665" y="1585447"/>
                  </a:lnTo>
                  <a:lnTo>
                    <a:pt x="1161648" y="1585456"/>
                  </a:lnTo>
                  <a:lnTo>
                    <a:pt x="1161630" y="1585460"/>
                  </a:lnTo>
                  <a:lnTo>
                    <a:pt x="1161612" y="1585461"/>
                  </a:lnTo>
                  <a:lnTo>
                    <a:pt x="1161599" y="1585463"/>
                  </a:lnTo>
                  <a:lnTo>
                    <a:pt x="1161592" y="1585466"/>
                  </a:lnTo>
                  <a:lnTo>
                    <a:pt x="1161577" y="1585475"/>
                  </a:lnTo>
                  <a:lnTo>
                    <a:pt x="1161573" y="1585479"/>
                  </a:lnTo>
                  <a:lnTo>
                    <a:pt x="1161569" y="1585494"/>
                  </a:lnTo>
                  <a:lnTo>
                    <a:pt x="1161564" y="1585512"/>
                  </a:lnTo>
                  <a:lnTo>
                    <a:pt x="1161557" y="1585531"/>
                  </a:lnTo>
                  <a:lnTo>
                    <a:pt x="1161552" y="1585538"/>
                  </a:lnTo>
                  <a:lnTo>
                    <a:pt x="1161542" y="1585546"/>
                  </a:lnTo>
                  <a:lnTo>
                    <a:pt x="1161524" y="1585557"/>
                  </a:lnTo>
                  <a:lnTo>
                    <a:pt x="1161517" y="1585563"/>
                  </a:lnTo>
                  <a:lnTo>
                    <a:pt x="1161510" y="1585573"/>
                  </a:lnTo>
                  <a:lnTo>
                    <a:pt x="1161504" y="1585583"/>
                  </a:lnTo>
                  <a:lnTo>
                    <a:pt x="1161496" y="1585592"/>
                  </a:lnTo>
                  <a:lnTo>
                    <a:pt x="1161480" y="1585595"/>
                  </a:lnTo>
                  <a:lnTo>
                    <a:pt x="1161473" y="1585599"/>
                  </a:lnTo>
                  <a:lnTo>
                    <a:pt x="1161467" y="1585603"/>
                  </a:lnTo>
                  <a:lnTo>
                    <a:pt x="1161463" y="1585608"/>
                  </a:lnTo>
                  <a:lnTo>
                    <a:pt x="1161456" y="1585614"/>
                  </a:lnTo>
                  <a:lnTo>
                    <a:pt x="1161445" y="1585619"/>
                  </a:lnTo>
                  <a:lnTo>
                    <a:pt x="1161428" y="1585627"/>
                  </a:lnTo>
                  <a:lnTo>
                    <a:pt x="1161410" y="1585632"/>
                  </a:lnTo>
                  <a:lnTo>
                    <a:pt x="1161393" y="1585643"/>
                  </a:lnTo>
                  <a:lnTo>
                    <a:pt x="1161375" y="1585654"/>
                  </a:lnTo>
                  <a:lnTo>
                    <a:pt x="1161357" y="1585666"/>
                  </a:lnTo>
                  <a:lnTo>
                    <a:pt x="1161340" y="1585677"/>
                  </a:lnTo>
                  <a:lnTo>
                    <a:pt x="1161322" y="1585685"/>
                  </a:lnTo>
                  <a:lnTo>
                    <a:pt x="1161304" y="1585698"/>
                  </a:lnTo>
                  <a:lnTo>
                    <a:pt x="1161286" y="1585713"/>
                  </a:lnTo>
                  <a:lnTo>
                    <a:pt x="1161281" y="1585718"/>
                  </a:lnTo>
                  <a:lnTo>
                    <a:pt x="1161269" y="1585723"/>
                  </a:lnTo>
                  <a:lnTo>
                    <a:pt x="1161264" y="1585726"/>
                  </a:lnTo>
                  <a:lnTo>
                    <a:pt x="1161251" y="1585731"/>
                  </a:lnTo>
                  <a:lnTo>
                    <a:pt x="1161234" y="1585747"/>
                  </a:lnTo>
                  <a:lnTo>
                    <a:pt x="1161218" y="1585764"/>
                  </a:lnTo>
                  <a:lnTo>
                    <a:pt x="1161212" y="1585771"/>
                  </a:lnTo>
                  <a:lnTo>
                    <a:pt x="1161208" y="1585782"/>
                  </a:lnTo>
                  <a:lnTo>
                    <a:pt x="1161203" y="1585788"/>
                  </a:lnTo>
                  <a:lnTo>
                    <a:pt x="1161199" y="1585801"/>
                  </a:lnTo>
                  <a:lnTo>
                    <a:pt x="1161193" y="1585820"/>
                  </a:lnTo>
                  <a:lnTo>
                    <a:pt x="1161190" y="1585828"/>
                  </a:lnTo>
                  <a:lnTo>
                    <a:pt x="1161184" y="1585839"/>
                  </a:lnTo>
                  <a:lnTo>
                    <a:pt x="1161174" y="1585857"/>
                  </a:lnTo>
                  <a:lnTo>
                    <a:pt x="1161160" y="1585875"/>
                  </a:lnTo>
                  <a:lnTo>
                    <a:pt x="1161147" y="1585894"/>
                  </a:lnTo>
                  <a:lnTo>
                    <a:pt x="1161142" y="1585900"/>
                  </a:lnTo>
                  <a:lnTo>
                    <a:pt x="1161123" y="1585919"/>
                  </a:lnTo>
                  <a:lnTo>
                    <a:pt x="1161113" y="1585926"/>
                  </a:lnTo>
                  <a:lnTo>
                    <a:pt x="1161097" y="1585941"/>
                  </a:lnTo>
                  <a:lnTo>
                    <a:pt x="1161080" y="1585958"/>
                  </a:lnTo>
                  <a:lnTo>
                    <a:pt x="1161065" y="1585973"/>
                  </a:lnTo>
                  <a:lnTo>
                    <a:pt x="1161059" y="1585978"/>
                  </a:lnTo>
                  <a:lnTo>
                    <a:pt x="1161047" y="1585983"/>
                  </a:lnTo>
                  <a:lnTo>
                    <a:pt x="1161029" y="1585991"/>
                  </a:lnTo>
                  <a:lnTo>
                    <a:pt x="1161012" y="1585996"/>
                  </a:lnTo>
                  <a:lnTo>
                    <a:pt x="1160994" y="1586002"/>
                  </a:lnTo>
                  <a:lnTo>
                    <a:pt x="1160986" y="1586008"/>
                  </a:lnTo>
                  <a:lnTo>
                    <a:pt x="1160977" y="1586018"/>
                  </a:lnTo>
                  <a:lnTo>
                    <a:pt x="1160973" y="1586023"/>
                  </a:lnTo>
                  <a:lnTo>
                    <a:pt x="1160969" y="1586027"/>
                  </a:lnTo>
                  <a:lnTo>
                    <a:pt x="1160960" y="1586030"/>
                  </a:lnTo>
                  <a:lnTo>
                    <a:pt x="1160951" y="1586034"/>
                  </a:lnTo>
                  <a:lnTo>
                    <a:pt x="1160942" y="1586043"/>
                  </a:lnTo>
                  <a:lnTo>
                    <a:pt x="1160938" y="1586046"/>
                  </a:lnTo>
                  <a:lnTo>
                    <a:pt x="1160926" y="1586058"/>
                  </a:lnTo>
                  <a:lnTo>
                    <a:pt x="1160919" y="1586066"/>
                  </a:lnTo>
                  <a:lnTo>
                    <a:pt x="1160909" y="1586072"/>
                  </a:lnTo>
                  <a:lnTo>
                    <a:pt x="1160892" y="1586079"/>
                  </a:lnTo>
                  <a:lnTo>
                    <a:pt x="1160883" y="1586082"/>
                  </a:lnTo>
                  <a:lnTo>
                    <a:pt x="1160874" y="1586082"/>
                  </a:lnTo>
                  <a:lnTo>
                    <a:pt x="1160867" y="1586081"/>
                  </a:lnTo>
                  <a:lnTo>
                    <a:pt x="1160856" y="1586074"/>
                  </a:lnTo>
                  <a:lnTo>
                    <a:pt x="1160839" y="1586062"/>
                  </a:lnTo>
                  <a:lnTo>
                    <a:pt x="1160826" y="1586053"/>
                  </a:lnTo>
                  <a:lnTo>
                    <a:pt x="1160820" y="1586050"/>
                  </a:lnTo>
                  <a:lnTo>
                    <a:pt x="1160811" y="1586048"/>
                  </a:lnTo>
                  <a:lnTo>
                    <a:pt x="1160803" y="1586049"/>
                  </a:lnTo>
                  <a:lnTo>
                    <a:pt x="1160785" y="1586053"/>
                  </a:lnTo>
                  <a:lnTo>
                    <a:pt x="1160767" y="1586062"/>
                  </a:lnTo>
                  <a:lnTo>
                    <a:pt x="1160757" y="1586069"/>
                  </a:lnTo>
                  <a:lnTo>
                    <a:pt x="1160753" y="1586077"/>
                  </a:lnTo>
                  <a:lnTo>
                    <a:pt x="1160748" y="1586095"/>
                  </a:lnTo>
                  <a:lnTo>
                    <a:pt x="1160746" y="1586103"/>
                  </a:lnTo>
                  <a:lnTo>
                    <a:pt x="1160742" y="1586113"/>
                  </a:lnTo>
                  <a:lnTo>
                    <a:pt x="1160730" y="1586132"/>
                  </a:lnTo>
                  <a:lnTo>
                    <a:pt x="1160726" y="1586136"/>
                  </a:lnTo>
                  <a:lnTo>
                    <a:pt x="1160723" y="1586145"/>
                  </a:lnTo>
                  <a:lnTo>
                    <a:pt x="1160721" y="1586153"/>
                  </a:lnTo>
                  <a:lnTo>
                    <a:pt x="1160722" y="1586168"/>
                  </a:lnTo>
                  <a:lnTo>
                    <a:pt x="1160715" y="1586179"/>
                  </a:lnTo>
                  <a:lnTo>
                    <a:pt x="1160698" y="1586197"/>
                  </a:lnTo>
                  <a:lnTo>
                    <a:pt x="1160688" y="1586198"/>
                  </a:lnTo>
                  <a:lnTo>
                    <a:pt x="1160672" y="1586193"/>
                  </a:lnTo>
                  <a:lnTo>
                    <a:pt x="1160668" y="1586191"/>
                  </a:lnTo>
                  <a:lnTo>
                    <a:pt x="1160661" y="1586189"/>
                  </a:lnTo>
                  <a:lnTo>
                    <a:pt x="1160655" y="1586191"/>
                  </a:lnTo>
                  <a:lnTo>
                    <a:pt x="1160637" y="1586193"/>
                  </a:lnTo>
                  <a:lnTo>
                    <a:pt x="1160619" y="1586196"/>
                  </a:lnTo>
                  <a:lnTo>
                    <a:pt x="1160607" y="1586197"/>
                  </a:lnTo>
                  <a:lnTo>
                    <a:pt x="1160595" y="1586195"/>
                  </a:lnTo>
                  <a:lnTo>
                    <a:pt x="1160586" y="1586208"/>
                  </a:lnTo>
                  <a:lnTo>
                    <a:pt x="1160585" y="1586220"/>
                  </a:lnTo>
                  <a:lnTo>
                    <a:pt x="1160584" y="1586238"/>
                  </a:lnTo>
                  <a:lnTo>
                    <a:pt x="1160582" y="1586247"/>
                  </a:lnTo>
                  <a:lnTo>
                    <a:pt x="1160582" y="1586257"/>
                  </a:lnTo>
                  <a:lnTo>
                    <a:pt x="1160578" y="1586265"/>
                  </a:lnTo>
                  <a:lnTo>
                    <a:pt x="1160571" y="1586275"/>
                  </a:lnTo>
                  <a:lnTo>
                    <a:pt x="1160565" y="1586279"/>
                  </a:lnTo>
                  <a:lnTo>
                    <a:pt x="1160558" y="1586280"/>
                  </a:lnTo>
                  <a:lnTo>
                    <a:pt x="1160549" y="1586277"/>
                  </a:lnTo>
                  <a:lnTo>
                    <a:pt x="1160536" y="1586268"/>
                  </a:lnTo>
                  <a:lnTo>
                    <a:pt x="1160519" y="1586264"/>
                  </a:lnTo>
                  <a:lnTo>
                    <a:pt x="1160501" y="1586259"/>
                  </a:lnTo>
                  <a:lnTo>
                    <a:pt x="1160493" y="1586257"/>
                  </a:lnTo>
                  <a:lnTo>
                    <a:pt x="1160478" y="1586262"/>
                  </a:lnTo>
                  <a:lnTo>
                    <a:pt x="1160460" y="1586273"/>
                  </a:lnTo>
                  <a:lnTo>
                    <a:pt x="1160455" y="1586277"/>
                  </a:lnTo>
                  <a:lnTo>
                    <a:pt x="1160447" y="1586290"/>
                  </a:lnTo>
                  <a:lnTo>
                    <a:pt x="1160438" y="1586308"/>
                  </a:lnTo>
                  <a:lnTo>
                    <a:pt x="1160434" y="1586312"/>
                  </a:lnTo>
                  <a:lnTo>
                    <a:pt x="1160433" y="1586330"/>
                  </a:lnTo>
                  <a:lnTo>
                    <a:pt x="1160434" y="1586349"/>
                  </a:lnTo>
                  <a:lnTo>
                    <a:pt x="1160435" y="1586367"/>
                  </a:lnTo>
                  <a:lnTo>
                    <a:pt x="1160432" y="1586388"/>
                  </a:lnTo>
                  <a:lnTo>
                    <a:pt x="1160424" y="1586404"/>
                  </a:lnTo>
                  <a:lnTo>
                    <a:pt x="1160416" y="1586413"/>
                  </a:lnTo>
                  <a:lnTo>
                    <a:pt x="1160409" y="1586417"/>
                  </a:lnTo>
                  <a:lnTo>
                    <a:pt x="1160403" y="1586420"/>
                  </a:lnTo>
                  <a:lnTo>
                    <a:pt x="1160391" y="1586423"/>
                  </a:lnTo>
                  <a:lnTo>
                    <a:pt x="1160374" y="1586426"/>
                  </a:lnTo>
                  <a:lnTo>
                    <a:pt x="1160356" y="1586432"/>
                  </a:lnTo>
                  <a:lnTo>
                    <a:pt x="1160344" y="1586446"/>
                  </a:lnTo>
                  <a:lnTo>
                    <a:pt x="1160323" y="1586457"/>
                  </a:lnTo>
                  <a:lnTo>
                    <a:pt x="1160312" y="1586461"/>
                  </a:lnTo>
                  <a:lnTo>
                    <a:pt x="1160308" y="1586456"/>
                  </a:lnTo>
                  <a:lnTo>
                    <a:pt x="1160314" y="1586430"/>
                  </a:lnTo>
                  <a:lnTo>
                    <a:pt x="1160314" y="1586424"/>
                  </a:lnTo>
                  <a:lnTo>
                    <a:pt x="1160318" y="1586420"/>
                  </a:lnTo>
                  <a:lnTo>
                    <a:pt x="1160326" y="1586410"/>
                  </a:lnTo>
                  <a:lnTo>
                    <a:pt x="1160326" y="1586401"/>
                  </a:lnTo>
                  <a:lnTo>
                    <a:pt x="1160324" y="1586393"/>
                  </a:lnTo>
                  <a:lnTo>
                    <a:pt x="1160315" y="1586393"/>
                  </a:lnTo>
                  <a:lnTo>
                    <a:pt x="1160307" y="1586400"/>
                  </a:lnTo>
                  <a:lnTo>
                    <a:pt x="1160290" y="1586414"/>
                  </a:lnTo>
                  <a:lnTo>
                    <a:pt x="1160274" y="1586425"/>
                  </a:lnTo>
                  <a:lnTo>
                    <a:pt x="1160275" y="1586445"/>
                  </a:lnTo>
                  <a:lnTo>
                    <a:pt x="1160273" y="1586457"/>
                  </a:lnTo>
                  <a:lnTo>
                    <a:pt x="1160268" y="1586464"/>
                  </a:lnTo>
                  <a:lnTo>
                    <a:pt x="1160258" y="1586467"/>
                  </a:lnTo>
                  <a:lnTo>
                    <a:pt x="1160250" y="1586462"/>
                  </a:lnTo>
                  <a:lnTo>
                    <a:pt x="1160242" y="1586454"/>
                  </a:lnTo>
                  <a:lnTo>
                    <a:pt x="1160240" y="1586444"/>
                  </a:lnTo>
                  <a:lnTo>
                    <a:pt x="1160236" y="1586439"/>
                  </a:lnTo>
                  <a:lnTo>
                    <a:pt x="1160225" y="1586435"/>
                  </a:lnTo>
                  <a:lnTo>
                    <a:pt x="1160207" y="1586437"/>
                  </a:lnTo>
                  <a:lnTo>
                    <a:pt x="1160200" y="1586441"/>
                  </a:lnTo>
                  <a:lnTo>
                    <a:pt x="1160198" y="1586452"/>
                  </a:lnTo>
                  <a:lnTo>
                    <a:pt x="1160201" y="1586457"/>
                  </a:lnTo>
                  <a:lnTo>
                    <a:pt x="1160202" y="1586464"/>
                  </a:lnTo>
                  <a:lnTo>
                    <a:pt x="1160207" y="1586470"/>
                  </a:lnTo>
                  <a:lnTo>
                    <a:pt x="1160213" y="1586479"/>
                  </a:lnTo>
                  <a:lnTo>
                    <a:pt x="1160217" y="1586489"/>
                  </a:lnTo>
                  <a:lnTo>
                    <a:pt x="1160224" y="1586507"/>
                  </a:lnTo>
                  <a:lnTo>
                    <a:pt x="1160225" y="1586513"/>
                  </a:lnTo>
                  <a:lnTo>
                    <a:pt x="1160223" y="1586518"/>
                  </a:lnTo>
                  <a:lnTo>
                    <a:pt x="1160217" y="1586523"/>
                  </a:lnTo>
                  <a:lnTo>
                    <a:pt x="1160207" y="1586524"/>
                  </a:lnTo>
                  <a:lnTo>
                    <a:pt x="1160198" y="1586522"/>
                  </a:lnTo>
                  <a:lnTo>
                    <a:pt x="1160188" y="1586522"/>
                  </a:lnTo>
                  <a:lnTo>
                    <a:pt x="1160181" y="1586520"/>
                  </a:lnTo>
                  <a:lnTo>
                    <a:pt x="1160170" y="1586519"/>
                  </a:lnTo>
                  <a:lnTo>
                    <a:pt x="1160154" y="1586533"/>
                  </a:lnTo>
                  <a:lnTo>
                    <a:pt x="1160145" y="1586557"/>
                  </a:lnTo>
                  <a:lnTo>
                    <a:pt x="1160137" y="1586567"/>
                  </a:lnTo>
                  <a:lnTo>
                    <a:pt x="1160129" y="1586567"/>
                  </a:lnTo>
                  <a:lnTo>
                    <a:pt x="1160123" y="1586566"/>
                  </a:lnTo>
                  <a:lnTo>
                    <a:pt x="1160119" y="1586562"/>
                  </a:lnTo>
                  <a:lnTo>
                    <a:pt x="1160111" y="1586560"/>
                  </a:lnTo>
                  <a:lnTo>
                    <a:pt x="1160093" y="1586553"/>
                  </a:lnTo>
                  <a:lnTo>
                    <a:pt x="1160090" y="1586548"/>
                  </a:lnTo>
                  <a:lnTo>
                    <a:pt x="1160103" y="1586537"/>
                  </a:lnTo>
                  <a:lnTo>
                    <a:pt x="1160111" y="1586530"/>
                  </a:lnTo>
                  <a:lnTo>
                    <a:pt x="1160109" y="1586521"/>
                  </a:lnTo>
                  <a:lnTo>
                    <a:pt x="1160102" y="1586511"/>
                  </a:lnTo>
                  <a:lnTo>
                    <a:pt x="1160094" y="1586509"/>
                  </a:lnTo>
                  <a:lnTo>
                    <a:pt x="1160083" y="1586508"/>
                  </a:lnTo>
                  <a:lnTo>
                    <a:pt x="1160076" y="1586509"/>
                  </a:lnTo>
                  <a:lnTo>
                    <a:pt x="1160068" y="1586517"/>
                  </a:lnTo>
                  <a:lnTo>
                    <a:pt x="1160062" y="1586536"/>
                  </a:lnTo>
                  <a:lnTo>
                    <a:pt x="1160058" y="1586542"/>
                  </a:lnTo>
                  <a:lnTo>
                    <a:pt x="1160047" y="1586543"/>
                  </a:lnTo>
                  <a:lnTo>
                    <a:pt x="1160036" y="1586539"/>
                  </a:lnTo>
                  <a:lnTo>
                    <a:pt x="1160029" y="1586532"/>
                  </a:lnTo>
                  <a:lnTo>
                    <a:pt x="1160011" y="1586516"/>
                  </a:lnTo>
                  <a:lnTo>
                    <a:pt x="1159999" y="1586509"/>
                  </a:lnTo>
                  <a:lnTo>
                    <a:pt x="1159980" y="1586505"/>
                  </a:lnTo>
                  <a:lnTo>
                    <a:pt x="1159954" y="1586512"/>
                  </a:lnTo>
                  <a:lnTo>
                    <a:pt x="1159939" y="1586503"/>
                  </a:lnTo>
                  <a:lnTo>
                    <a:pt x="1159920" y="1586496"/>
                  </a:lnTo>
                  <a:lnTo>
                    <a:pt x="1159910" y="1586498"/>
                  </a:lnTo>
                  <a:lnTo>
                    <a:pt x="1159904" y="1586515"/>
                  </a:lnTo>
                  <a:lnTo>
                    <a:pt x="1159903" y="1586536"/>
                  </a:lnTo>
                  <a:lnTo>
                    <a:pt x="1159901" y="1586547"/>
                  </a:lnTo>
                  <a:lnTo>
                    <a:pt x="1159904" y="1586554"/>
                  </a:lnTo>
                  <a:lnTo>
                    <a:pt x="1159902" y="1586568"/>
                  </a:lnTo>
                  <a:lnTo>
                    <a:pt x="1159898" y="1586573"/>
                  </a:lnTo>
                  <a:lnTo>
                    <a:pt x="1159890" y="1586581"/>
                  </a:lnTo>
                  <a:lnTo>
                    <a:pt x="1159880" y="1586588"/>
                  </a:lnTo>
                  <a:lnTo>
                    <a:pt x="1159870" y="1586602"/>
                  </a:lnTo>
                  <a:lnTo>
                    <a:pt x="1159872" y="1586614"/>
                  </a:lnTo>
                  <a:lnTo>
                    <a:pt x="1159872" y="1586623"/>
                  </a:lnTo>
                  <a:lnTo>
                    <a:pt x="1159872" y="1586632"/>
                  </a:lnTo>
                  <a:lnTo>
                    <a:pt x="1159869" y="1586640"/>
                  </a:lnTo>
                  <a:lnTo>
                    <a:pt x="1159865" y="1586647"/>
                  </a:lnTo>
                  <a:lnTo>
                    <a:pt x="1159861" y="1586651"/>
                  </a:lnTo>
                  <a:lnTo>
                    <a:pt x="1159852" y="1586651"/>
                  </a:lnTo>
                  <a:lnTo>
                    <a:pt x="1159839" y="1586655"/>
                  </a:lnTo>
                  <a:lnTo>
                    <a:pt x="1159824" y="1586662"/>
                  </a:lnTo>
                  <a:lnTo>
                    <a:pt x="1159819" y="1586666"/>
                  </a:lnTo>
                  <a:lnTo>
                    <a:pt x="1159810" y="1586680"/>
                  </a:lnTo>
                  <a:lnTo>
                    <a:pt x="1159800" y="1586698"/>
                  </a:lnTo>
                  <a:lnTo>
                    <a:pt x="1159794" y="1586717"/>
                  </a:lnTo>
                  <a:lnTo>
                    <a:pt x="1159790" y="1586725"/>
                  </a:lnTo>
                  <a:lnTo>
                    <a:pt x="1159784" y="1586735"/>
                  </a:lnTo>
                  <a:lnTo>
                    <a:pt x="1159768" y="1586753"/>
                  </a:lnTo>
                  <a:lnTo>
                    <a:pt x="1159752" y="1586769"/>
                  </a:lnTo>
                  <a:lnTo>
                    <a:pt x="1159736" y="1586786"/>
                  </a:lnTo>
                  <a:lnTo>
                    <a:pt x="1159724" y="1586803"/>
                  </a:lnTo>
                  <a:lnTo>
                    <a:pt x="1159714" y="1586824"/>
                  </a:lnTo>
                  <a:lnTo>
                    <a:pt x="1159709" y="1586840"/>
                  </a:lnTo>
                  <a:lnTo>
                    <a:pt x="1159704" y="1586859"/>
                  </a:lnTo>
                  <a:lnTo>
                    <a:pt x="1159700" y="1586877"/>
                  </a:lnTo>
                  <a:lnTo>
                    <a:pt x="1159697" y="1586889"/>
                  </a:lnTo>
                  <a:lnTo>
                    <a:pt x="1159697" y="1586896"/>
                  </a:lnTo>
                  <a:lnTo>
                    <a:pt x="1159692" y="1586914"/>
                  </a:lnTo>
                  <a:lnTo>
                    <a:pt x="1159691" y="1586921"/>
                  </a:lnTo>
                  <a:lnTo>
                    <a:pt x="1159684" y="1586933"/>
                  </a:lnTo>
                  <a:lnTo>
                    <a:pt x="1159669" y="1586949"/>
                  </a:lnTo>
                  <a:lnTo>
                    <a:pt x="1159656" y="1586965"/>
                  </a:lnTo>
                  <a:lnTo>
                    <a:pt x="1159649" y="1586975"/>
                  </a:lnTo>
                  <a:lnTo>
                    <a:pt x="1159647" y="1586985"/>
                  </a:lnTo>
                  <a:lnTo>
                    <a:pt x="1159643" y="1586995"/>
                  </a:lnTo>
                  <a:lnTo>
                    <a:pt x="1159637" y="1587003"/>
                  </a:lnTo>
                  <a:lnTo>
                    <a:pt x="1159627" y="1587012"/>
                  </a:lnTo>
                  <a:lnTo>
                    <a:pt x="1159622" y="1587020"/>
                  </a:lnTo>
                  <a:lnTo>
                    <a:pt x="1159619" y="1587038"/>
                  </a:lnTo>
                  <a:lnTo>
                    <a:pt x="1159614" y="1587057"/>
                  </a:lnTo>
                  <a:lnTo>
                    <a:pt x="1159608" y="1587063"/>
                  </a:lnTo>
                  <a:lnTo>
                    <a:pt x="1159599" y="1587067"/>
                  </a:lnTo>
                  <a:lnTo>
                    <a:pt x="1159579" y="1587068"/>
                  </a:lnTo>
                  <a:lnTo>
                    <a:pt x="1159559" y="1587064"/>
                  </a:lnTo>
                  <a:lnTo>
                    <a:pt x="1159553" y="1587065"/>
                  </a:lnTo>
                  <a:lnTo>
                    <a:pt x="1159545" y="1587069"/>
                  </a:lnTo>
                  <a:lnTo>
                    <a:pt x="1159541" y="1587076"/>
                  </a:lnTo>
                  <a:lnTo>
                    <a:pt x="1159542" y="1587083"/>
                  </a:lnTo>
                  <a:lnTo>
                    <a:pt x="1159543" y="1587089"/>
                  </a:lnTo>
                  <a:lnTo>
                    <a:pt x="1159544" y="1587103"/>
                  </a:lnTo>
                  <a:lnTo>
                    <a:pt x="1159539" y="1587104"/>
                  </a:lnTo>
                  <a:lnTo>
                    <a:pt x="1159521" y="1587098"/>
                  </a:lnTo>
                  <a:lnTo>
                    <a:pt x="1159508" y="1587092"/>
                  </a:lnTo>
                  <a:lnTo>
                    <a:pt x="1159503" y="1587092"/>
                  </a:lnTo>
                  <a:lnTo>
                    <a:pt x="1159493" y="1587089"/>
                  </a:lnTo>
                  <a:lnTo>
                    <a:pt x="1159485" y="1587092"/>
                  </a:lnTo>
                  <a:lnTo>
                    <a:pt x="1159478" y="1587098"/>
                  </a:lnTo>
                  <a:lnTo>
                    <a:pt x="1159474" y="1587100"/>
                  </a:lnTo>
                  <a:lnTo>
                    <a:pt x="1159468" y="1587101"/>
                  </a:lnTo>
                  <a:lnTo>
                    <a:pt x="1159448" y="1587101"/>
                  </a:lnTo>
                  <a:lnTo>
                    <a:pt x="1159439" y="1587105"/>
                  </a:lnTo>
                  <a:lnTo>
                    <a:pt x="1159441" y="1587124"/>
                  </a:lnTo>
                  <a:lnTo>
                    <a:pt x="1159443" y="1587133"/>
                  </a:lnTo>
                  <a:lnTo>
                    <a:pt x="1159443" y="1587143"/>
                  </a:lnTo>
                  <a:lnTo>
                    <a:pt x="1159442" y="1587162"/>
                  </a:lnTo>
                  <a:lnTo>
                    <a:pt x="1159446" y="1587170"/>
                  </a:lnTo>
                  <a:lnTo>
                    <a:pt x="1159450" y="1587174"/>
                  </a:lnTo>
                  <a:lnTo>
                    <a:pt x="1159455" y="1587180"/>
                  </a:lnTo>
                  <a:lnTo>
                    <a:pt x="1159461" y="1587190"/>
                  </a:lnTo>
                  <a:lnTo>
                    <a:pt x="1159464" y="1587198"/>
                  </a:lnTo>
                  <a:lnTo>
                    <a:pt x="1159465" y="1587206"/>
                  </a:lnTo>
                  <a:lnTo>
                    <a:pt x="1159464" y="1587217"/>
                  </a:lnTo>
                  <a:lnTo>
                    <a:pt x="1159469" y="1587235"/>
                  </a:lnTo>
                  <a:lnTo>
                    <a:pt x="1159468" y="1587247"/>
                  </a:lnTo>
                  <a:lnTo>
                    <a:pt x="1159462" y="1587251"/>
                  </a:lnTo>
                  <a:lnTo>
                    <a:pt x="1159451" y="1587251"/>
                  </a:lnTo>
                  <a:lnTo>
                    <a:pt x="1159440" y="1587247"/>
                  </a:lnTo>
                  <a:lnTo>
                    <a:pt x="1159432" y="1587249"/>
                  </a:lnTo>
                  <a:lnTo>
                    <a:pt x="1159427" y="1587257"/>
                  </a:lnTo>
                  <a:lnTo>
                    <a:pt x="1159419" y="1587269"/>
                  </a:lnTo>
                  <a:lnTo>
                    <a:pt x="1159414" y="1587273"/>
                  </a:lnTo>
                  <a:lnTo>
                    <a:pt x="1159406" y="1587273"/>
                  </a:lnTo>
                  <a:lnTo>
                    <a:pt x="1159397" y="1587268"/>
                  </a:lnTo>
                  <a:lnTo>
                    <a:pt x="1159379" y="1587259"/>
                  </a:lnTo>
                  <a:lnTo>
                    <a:pt x="1159372" y="1587259"/>
                  </a:lnTo>
                  <a:lnTo>
                    <a:pt x="1159368" y="1587263"/>
                  </a:lnTo>
                  <a:lnTo>
                    <a:pt x="1159371" y="1587270"/>
                  </a:lnTo>
                  <a:lnTo>
                    <a:pt x="1159380" y="1587286"/>
                  </a:lnTo>
                  <a:lnTo>
                    <a:pt x="1159379" y="1587293"/>
                  </a:lnTo>
                  <a:lnTo>
                    <a:pt x="1159366" y="1587295"/>
                  </a:lnTo>
                  <a:lnTo>
                    <a:pt x="1159348" y="1587300"/>
                  </a:lnTo>
                  <a:lnTo>
                    <a:pt x="1159339" y="1587302"/>
                  </a:lnTo>
                  <a:lnTo>
                    <a:pt x="1159331" y="1587305"/>
                  </a:lnTo>
                  <a:lnTo>
                    <a:pt x="1159313" y="1587316"/>
                  </a:lnTo>
                  <a:lnTo>
                    <a:pt x="1159306" y="1587324"/>
                  </a:lnTo>
                  <a:lnTo>
                    <a:pt x="1159297" y="1587332"/>
                  </a:lnTo>
                  <a:lnTo>
                    <a:pt x="1159292" y="1587335"/>
                  </a:lnTo>
                  <a:lnTo>
                    <a:pt x="1159279" y="1587340"/>
                  </a:lnTo>
                  <a:lnTo>
                    <a:pt x="1159261" y="1587342"/>
                  </a:lnTo>
                  <a:lnTo>
                    <a:pt x="1159243" y="1587333"/>
                  </a:lnTo>
                  <a:lnTo>
                    <a:pt x="1159229" y="1587334"/>
                  </a:lnTo>
                  <a:lnTo>
                    <a:pt x="1159207" y="1587337"/>
                  </a:lnTo>
                  <a:lnTo>
                    <a:pt x="1159200" y="1587340"/>
                  </a:lnTo>
                  <a:lnTo>
                    <a:pt x="1159185" y="1587350"/>
                  </a:lnTo>
                  <a:lnTo>
                    <a:pt x="1159167" y="1587367"/>
                  </a:lnTo>
                  <a:lnTo>
                    <a:pt x="1159149" y="1587383"/>
                  </a:lnTo>
                  <a:lnTo>
                    <a:pt x="1159132" y="1587396"/>
                  </a:lnTo>
                  <a:lnTo>
                    <a:pt x="1159121" y="1587403"/>
                  </a:lnTo>
                  <a:lnTo>
                    <a:pt x="1159114" y="1587405"/>
                  </a:lnTo>
                  <a:lnTo>
                    <a:pt x="1159097" y="1587413"/>
                  </a:lnTo>
                  <a:lnTo>
                    <a:pt x="1159036" y="1587410"/>
                  </a:lnTo>
                  <a:lnTo>
                    <a:pt x="1158992" y="1587419"/>
                  </a:lnTo>
                  <a:lnTo>
                    <a:pt x="1158972" y="1587414"/>
                  </a:lnTo>
                  <a:lnTo>
                    <a:pt x="1158955" y="1587417"/>
                  </a:lnTo>
                  <a:lnTo>
                    <a:pt x="1158937" y="1587417"/>
                  </a:lnTo>
                  <a:lnTo>
                    <a:pt x="1158919" y="1587420"/>
                  </a:lnTo>
                  <a:lnTo>
                    <a:pt x="1158902" y="1587421"/>
                  </a:lnTo>
                  <a:lnTo>
                    <a:pt x="1158884" y="1587424"/>
                  </a:lnTo>
                  <a:lnTo>
                    <a:pt x="1158866" y="1587424"/>
                  </a:lnTo>
                  <a:lnTo>
                    <a:pt x="1158856" y="1587422"/>
                  </a:lnTo>
                  <a:lnTo>
                    <a:pt x="1158848" y="1587424"/>
                  </a:lnTo>
                  <a:lnTo>
                    <a:pt x="1158830" y="1587427"/>
                  </a:lnTo>
                  <a:lnTo>
                    <a:pt x="1158811" y="1587434"/>
                  </a:lnTo>
                  <a:lnTo>
                    <a:pt x="1158795" y="1587438"/>
                  </a:lnTo>
                  <a:lnTo>
                    <a:pt x="1158777" y="1587438"/>
                  </a:lnTo>
                  <a:lnTo>
                    <a:pt x="1158760" y="1587438"/>
                  </a:lnTo>
                  <a:lnTo>
                    <a:pt x="1158742" y="1587438"/>
                  </a:lnTo>
                  <a:lnTo>
                    <a:pt x="1158724" y="1587439"/>
                  </a:lnTo>
                  <a:lnTo>
                    <a:pt x="1158707" y="1587443"/>
                  </a:lnTo>
                  <a:lnTo>
                    <a:pt x="1158689" y="1587446"/>
                  </a:lnTo>
                  <a:lnTo>
                    <a:pt x="1158671" y="1587450"/>
                  </a:lnTo>
                  <a:lnTo>
                    <a:pt x="1158603" y="1587465"/>
                  </a:lnTo>
                  <a:lnTo>
                    <a:pt x="1158585" y="1587466"/>
                  </a:lnTo>
                  <a:lnTo>
                    <a:pt x="1158567" y="1587468"/>
                  </a:lnTo>
                  <a:lnTo>
                    <a:pt x="1158550" y="1587473"/>
                  </a:lnTo>
                  <a:lnTo>
                    <a:pt x="1158532" y="1587475"/>
                  </a:lnTo>
                  <a:lnTo>
                    <a:pt x="1158514" y="1587477"/>
                  </a:lnTo>
                  <a:lnTo>
                    <a:pt x="1158496" y="1587481"/>
                  </a:lnTo>
                  <a:lnTo>
                    <a:pt x="1158478" y="1587486"/>
                  </a:lnTo>
                  <a:lnTo>
                    <a:pt x="1158461" y="1587493"/>
                  </a:lnTo>
                  <a:lnTo>
                    <a:pt x="1158443" y="1587503"/>
                  </a:lnTo>
                  <a:lnTo>
                    <a:pt x="1158435" y="1587507"/>
                  </a:lnTo>
                  <a:lnTo>
                    <a:pt x="1158427" y="1587515"/>
                  </a:lnTo>
                  <a:lnTo>
                    <a:pt x="1158414" y="1587533"/>
                  </a:lnTo>
                  <a:lnTo>
                    <a:pt x="1158397" y="1587552"/>
                  </a:lnTo>
                  <a:lnTo>
                    <a:pt x="1158380" y="1587569"/>
                  </a:lnTo>
                  <a:lnTo>
                    <a:pt x="1158363" y="1587585"/>
                  </a:lnTo>
                  <a:lnTo>
                    <a:pt x="1158346" y="1587598"/>
                  </a:lnTo>
                  <a:lnTo>
                    <a:pt x="1158328" y="1587610"/>
                  </a:lnTo>
                  <a:lnTo>
                    <a:pt x="1158310" y="1587619"/>
                  </a:lnTo>
                  <a:lnTo>
                    <a:pt x="1158293" y="1587628"/>
                  </a:lnTo>
                  <a:lnTo>
                    <a:pt x="1158275" y="1587637"/>
                  </a:lnTo>
                  <a:lnTo>
                    <a:pt x="1158258" y="1587644"/>
                  </a:lnTo>
                  <a:lnTo>
                    <a:pt x="1158240" y="1587649"/>
                  </a:lnTo>
                  <a:lnTo>
                    <a:pt x="1158222" y="1587653"/>
                  </a:lnTo>
                  <a:lnTo>
                    <a:pt x="1158205" y="1587659"/>
                  </a:lnTo>
                  <a:lnTo>
                    <a:pt x="1158194" y="1587664"/>
                  </a:lnTo>
                  <a:lnTo>
                    <a:pt x="1158186" y="1587671"/>
                  </a:lnTo>
                  <a:lnTo>
                    <a:pt x="1158169" y="1587682"/>
                  </a:lnTo>
                  <a:lnTo>
                    <a:pt x="1158153" y="1587691"/>
                  </a:lnTo>
                  <a:lnTo>
                    <a:pt x="1158134" y="1587702"/>
                  </a:lnTo>
                  <a:lnTo>
                    <a:pt x="1158115" y="1587707"/>
                  </a:lnTo>
                  <a:lnTo>
                    <a:pt x="1158051" y="1587726"/>
                  </a:lnTo>
                  <a:lnTo>
                    <a:pt x="1158033" y="1587732"/>
                  </a:lnTo>
                  <a:lnTo>
                    <a:pt x="1158024" y="1587734"/>
                  </a:lnTo>
                  <a:lnTo>
                    <a:pt x="1158016" y="1587737"/>
                  </a:lnTo>
                  <a:lnTo>
                    <a:pt x="1157998" y="1587741"/>
                  </a:lnTo>
                  <a:lnTo>
                    <a:pt x="1157980" y="1587745"/>
                  </a:lnTo>
                  <a:lnTo>
                    <a:pt x="1157963" y="1587749"/>
                  </a:lnTo>
                  <a:lnTo>
                    <a:pt x="1157945" y="1587753"/>
                  </a:lnTo>
                  <a:lnTo>
                    <a:pt x="1157927" y="1587756"/>
                  </a:lnTo>
                  <a:lnTo>
                    <a:pt x="1157910" y="1587759"/>
                  </a:lnTo>
                  <a:lnTo>
                    <a:pt x="1157892" y="1587763"/>
                  </a:lnTo>
                  <a:lnTo>
                    <a:pt x="1157874" y="1587765"/>
                  </a:lnTo>
                  <a:lnTo>
                    <a:pt x="1157856" y="1587769"/>
                  </a:lnTo>
                  <a:lnTo>
                    <a:pt x="1157839" y="1587773"/>
                  </a:lnTo>
                  <a:lnTo>
                    <a:pt x="1157821" y="1587779"/>
                  </a:lnTo>
                  <a:lnTo>
                    <a:pt x="1157803" y="1587786"/>
                  </a:lnTo>
                  <a:lnTo>
                    <a:pt x="1157786" y="1587793"/>
                  </a:lnTo>
                  <a:lnTo>
                    <a:pt x="1157768" y="1587801"/>
                  </a:lnTo>
                  <a:lnTo>
                    <a:pt x="1157750" y="1587812"/>
                  </a:lnTo>
                  <a:lnTo>
                    <a:pt x="1157733" y="1587825"/>
                  </a:lnTo>
                  <a:lnTo>
                    <a:pt x="1157715" y="1587836"/>
                  </a:lnTo>
                  <a:lnTo>
                    <a:pt x="1157697" y="1587847"/>
                  </a:lnTo>
                  <a:lnTo>
                    <a:pt x="1157680" y="1587861"/>
                  </a:lnTo>
                  <a:lnTo>
                    <a:pt x="1157662" y="1587876"/>
                  </a:lnTo>
                  <a:lnTo>
                    <a:pt x="1157646" y="1587892"/>
                  </a:lnTo>
                  <a:lnTo>
                    <a:pt x="1157629" y="1587908"/>
                  </a:lnTo>
                  <a:lnTo>
                    <a:pt x="1157612" y="1587923"/>
                  </a:lnTo>
                  <a:lnTo>
                    <a:pt x="1157594" y="1587935"/>
                  </a:lnTo>
                  <a:lnTo>
                    <a:pt x="1157576" y="1587948"/>
                  </a:lnTo>
                  <a:lnTo>
                    <a:pt x="1157518" y="1587976"/>
                  </a:lnTo>
                  <a:lnTo>
                    <a:pt x="1157500" y="1587983"/>
                  </a:lnTo>
                  <a:lnTo>
                    <a:pt x="1157487" y="1587988"/>
                  </a:lnTo>
                  <a:lnTo>
                    <a:pt x="1157463" y="1587994"/>
                  </a:lnTo>
                  <a:lnTo>
                    <a:pt x="1157446" y="1587998"/>
                  </a:lnTo>
                  <a:lnTo>
                    <a:pt x="1157435" y="1588012"/>
                  </a:lnTo>
                  <a:lnTo>
                    <a:pt x="1157425" y="1588018"/>
                  </a:lnTo>
                  <a:lnTo>
                    <a:pt x="1157394" y="1588020"/>
                  </a:lnTo>
                  <a:lnTo>
                    <a:pt x="1157376" y="1588029"/>
                  </a:lnTo>
                  <a:lnTo>
                    <a:pt x="1157365" y="1588037"/>
                  </a:lnTo>
                  <a:lnTo>
                    <a:pt x="1157330" y="1588055"/>
                  </a:lnTo>
                  <a:lnTo>
                    <a:pt x="1157312" y="1588064"/>
                  </a:lnTo>
                  <a:lnTo>
                    <a:pt x="1157295" y="1588072"/>
                  </a:lnTo>
                  <a:lnTo>
                    <a:pt x="1157277" y="1588080"/>
                  </a:lnTo>
                  <a:lnTo>
                    <a:pt x="1157260" y="1588085"/>
                  </a:lnTo>
                  <a:lnTo>
                    <a:pt x="1157242" y="1588090"/>
                  </a:lnTo>
                  <a:lnTo>
                    <a:pt x="1157224" y="1588092"/>
                  </a:lnTo>
                  <a:lnTo>
                    <a:pt x="1157206" y="1588094"/>
                  </a:lnTo>
                  <a:lnTo>
                    <a:pt x="1157186" y="1588093"/>
                  </a:lnTo>
                  <a:lnTo>
                    <a:pt x="1157171" y="1588088"/>
                  </a:lnTo>
                  <a:lnTo>
                    <a:pt x="1157153" y="1588082"/>
                  </a:lnTo>
                  <a:lnTo>
                    <a:pt x="1157135" y="1588073"/>
                  </a:lnTo>
                  <a:lnTo>
                    <a:pt x="1157117" y="1588065"/>
                  </a:lnTo>
                  <a:lnTo>
                    <a:pt x="1157100" y="1588056"/>
                  </a:lnTo>
                  <a:lnTo>
                    <a:pt x="1157082" y="1588047"/>
                  </a:lnTo>
                  <a:lnTo>
                    <a:pt x="1157064" y="1588038"/>
                  </a:lnTo>
                  <a:lnTo>
                    <a:pt x="1157046" y="1588031"/>
                  </a:lnTo>
                  <a:lnTo>
                    <a:pt x="1157028" y="1588025"/>
                  </a:lnTo>
                  <a:lnTo>
                    <a:pt x="1157010" y="1588018"/>
                  </a:lnTo>
                  <a:lnTo>
                    <a:pt x="1156993" y="1588009"/>
                  </a:lnTo>
                  <a:lnTo>
                    <a:pt x="1156975" y="1588002"/>
                  </a:lnTo>
                  <a:lnTo>
                    <a:pt x="1156957" y="1588000"/>
                  </a:lnTo>
                  <a:lnTo>
                    <a:pt x="1156940" y="1587996"/>
                  </a:lnTo>
                  <a:lnTo>
                    <a:pt x="1156922" y="1587992"/>
                  </a:lnTo>
                  <a:lnTo>
                    <a:pt x="1156904" y="1587987"/>
                  </a:lnTo>
                  <a:lnTo>
                    <a:pt x="1156886" y="1587980"/>
                  </a:lnTo>
                  <a:lnTo>
                    <a:pt x="1156873" y="1587976"/>
                  </a:lnTo>
                  <a:lnTo>
                    <a:pt x="1156868" y="1587976"/>
                  </a:lnTo>
                  <a:lnTo>
                    <a:pt x="1156851" y="1587972"/>
                  </a:lnTo>
                  <a:lnTo>
                    <a:pt x="1156843" y="1587970"/>
                  </a:lnTo>
                  <a:lnTo>
                    <a:pt x="1156833" y="1587970"/>
                  </a:lnTo>
                  <a:lnTo>
                    <a:pt x="1156815" y="1587966"/>
                  </a:lnTo>
                  <a:lnTo>
                    <a:pt x="1156797" y="1587964"/>
                  </a:lnTo>
                  <a:lnTo>
                    <a:pt x="1156780" y="1587956"/>
                  </a:lnTo>
                  <a:lnTo>
                    <a:pt x="1156762" y="1587951"/>
                  </a:lnTo>
                  <a:lnTo>
                    <a:pt x="1156744" y="1587945"/>
                  </a:lnTo>
                  <a:lnTo>
                    <a:pt x="1156726" y="1587941"/>
                  </a:lnTo>
                  <a:lnTo>
                    <a:pt x="1156709" y="1587939"/>
                  </a:lnTo>
                  <a:lnTo>
                    <a:pt x="1156691" y="1587938"/>
                  </a:lnTo>
                  <a:lnTo>
                    <a:pt x="1156673" y="1587936"/>
                  </a:lnTo>
                  <a:lnTo>
                    <a:pt x="1156655" y="1587937"/>
                  </a:lnTo>
                  <a:lnTo>
                    <a:pt x="1156638" y="1587936"/>
                  </a:lnTo>
                  <a:lnTo>
                    <a:pt x="1156620" y="1587937"/>
                  </a:lnTo>
                  <a:lnTo>
                    <a:pt x="1156602" y="1587935"/>
                  </a:lnTo>
                  <a:lnTo>
                    <a:pt x="1156589" y="1587934"/>
                  </a:lnTo>
                  <a:lnTo>
                    <a:pt x="1156582" y="1587931"/>
                  </a:lnTo>
                  <a:lnTo>
                    <a:pt x="1156567" y="1587926"/>
                  </a:lnTo>
                  <a:lnTo>
                    <a:pt x="1156549" y="1587920"/>
                  </a:lnTo>
                  <a:lnTo>
                    <a:pt x="1156531" y="1587915"/>
                  </a:lnTo>
                  <a:lnTo>
                    <a:pt x="1156514" y="1587911"/>
                  </a:lnTo>
                  <a:lnTo>
                    <a:pt x="1156495" y="1587906"/>
                  </a:lnTo>
                  <a:lnTo>
                    <a:pt x="1156478" y="1587904"/>
                  </a:lnTo>
                  <a:lnTo>
                    <a:pt x="1156460" y="1587901"/>
                  </a:lnTo>
                  <a:lnTo>
                    <a:pt x="1156442" y="1587901"/>
                  </a:lnTo>
                  <a:lnTo>
                    <a:pt x="1156425" y="1587901"/>
                  </a:lnTo>
                  <a:lnTo>
                    <a:pt x="1156407" y="1587901"/>
                  </a:lnTo>
                  <a:lnTo>
                    <a:pt x="1156389" y="1587902"/>
                  </a:lnTo>
                  <a:lnTo>
                    <a:pt x="1156372" y="1587906"/>
                  </a:lnTo>
                  <a:lnTo>
                    <a:pt x="1156354" y="1587911"/>
                  </a:lnTo>
                  <a:lnTo>
                    <a:pt x="1156336" y="1587914"/>
                  </a:lnTo>
                  <a:lnTo>
                    <a:pt x="1156318" y="1587920"/>
                  </a:lnTo>
                  <a:lnTo>
                    <a:pt x="1156309" y="1587922"/>
                  </a:lnTo>
                  <a:lnTo>
                    <a:pt x="1156300" y="1587923"/>
                  </a:lnTo>
                  <a:lnTo>
                    <a:pt x="1156283" y="1587928"/>
                  </a:lnTo>
                  <a:lnTo>
                    <a:pt x="1156265" y="1587935"/>
                  </a:lnTo>
                  <a:lnTo>
                    <a:pt x="1156248" y="1587940"/>
                  </a:lnTo>
                  <a:lnTo>
                    <a:pt x="1156230" y="1587942"/>
                  </a:lnTo>
                  <a:lnTo>
                    <a:pt x="1156212" y="1587946"/>
                  </a:lnTo>
                  <a:lnTo>
                    <a:pt x="1156195" y="1587953"/>
                  </a:lnTo>
                  <a:lnTo>
                    <a:pt x="1156177" y="1587959"/>
                  </a:lnTo>
                  <a:lnTo>
                    <a:pt x="1156159" y="1587964"/>
                  </a:lnTo>
                  <a:lnTo>
                    <a:pt x="1156151" y="1587968"/>
                  </a:lnTo>
                  <a:lnTo>
                    <a:pt x="1156141" y="1587969"/>
                  </a:lnTo>
                  <a:lnTo>
                    <a:pt x="1156124" y="1587974"/>
                  </a:lnTo>
                  <a:lnTo>
                    <a:pt x="1156106" y="1587981"/>
                  </a:lnTo>
                  <a:lnTo>
                    <a:pt x="1156088" y="1587987"/>
                  </a:lnTo>
                  <a:lnTo>
                    <a:pt x="1156072" y="1587995"/>
                  </a:lnTo>
                  <a:lnTo>
                    <a:pt x="1156062" y="1588001"/>
                  </a:lnTo>
                  <a:lnTo>
                    <a:pt x="1156053" y="1588004"/>
                  </a:lnTo>
                  <a:lnTo>
                    <a:pt x="1156035" y="1588013"/>
                  </a:lnTo>
                  <a:lnTo>
                    <a:pt x="1156018" y="1588019"/>
                  </a:lnTo>
                  <a:lnTo>
                    <a:pt x="1156000" y="1588027"/>
                  </a:lnTo>
                  <a:lnTo>
                    <a:pt x="1155982" y="1588033"/>
                  </a:lnTo>
                  <a:lnTo>
                    <a:pt x="1155965" y="1588042"/>
                  </a:lnTo>
                  <a:lnTo>
                    <a:pt x="1155947" y="1588049"/>
                  </a:lnTo>
                  <a:lnTo>
                    <a:pt x="1155929" y="1588056"/>
                  </a:lnTo>
                  <a:lnTo>
                    <a:pt x="1155912" y="1588065"/>
                  </a:lnTo>
                  <a:lnTo>
                    <a:pt x="1155900" y="1588070"/>
                  </a:lnTo>
                  <a:lnTo>
                    <a:pt x="1155870" y="1588092"/>
                  </a:lnTo>
                  <a:lnTo>
                    <a:pt x="1155853" y="1588102"/>
                  </a:lnTo>
                  <a:lnTo>
                    <a:pt x="1155835" y="1588109"/>
                  </a:lnTo>
                  <a:lnTo>
                    <a:pt x="1155817" y="1588115"/>
                  </a:lnTo>
                  <a:lnTo>
                    <a:pt x="1155800" y="1588121"/>
                  </a:lnTo>
                  <a:lnTo>
                    <a:pt x="1155782" y="1588126"/>
                  </a:lnTo>
                  <a:lnTo>
                    <a:pt x="1155764" y="1588132"/>
                  </a:lnTo>
                  <a:lnTo>
                    <a:pt x="1155747" y="1588137"/>
                  </a:lnTo>
                  <a:lnTo>
                    <a:pt x="1155728" y="1588144"/>
                  </a:lnTo>
                  <a:lnTo>
                    <a:pt x="1155679" y="1588168"/>
                  </a:lnTo>
                  <a:lnTo>
                    <a:pt x="1155660" y="1588180"/>
                  </a:lnTo>
                  <a:lnTo>
                    <a:pt x="1155642" y="1588190"/>
                  </a:lnTo>
                  <a:lnTo>
                    <a:pt x="1155624" y="1588198"/>
                  </a:lnTo>
                  <a:lnTo>
                    <a:pt x="1155606" y="1588207"/>
                  </a:lnTo>
                  <a:lnTo>
                    <a:pt x="1155589" y="1588213"/>
                  </a:lnTo>
                  <a:lnTo>
                    <a:pt x="1155571" y="1588220"/>
                  </a:lnTo>
                  <a:lnTo>
                    <a:pt x="1155553" y="1588227"/>
                  </a:lnTo>
                  <a:lnTo>
                    <a:pt x="1155536" y="1588233"/>
                  </a:lnTo>
                  <a:lnTo>
                    <a:pt x="1155518" y="1588242"/>
                  </a:lnTo>
                  <a:lnTo>
                    <a:pt x="1155501" y="1588248"/>
                  </a:lnTo>
                  <a:lnTo>
                    <a:pt x="1155483" y="1588256"/>
                  </a:lnTo>
                  <a:lnTo>
                    <a:pt x="1155470" y="1588261"/>
                  </a:lnTo>
                  <a:lnTo>
                    <a:pt x="1155463" y="1588265"/>
                  </a:lnTo>
                  <a:lnTo>
                    <a:pt x="1155448" y="1588273"/>
                  </a:lnTo>
                  <a:lnTo>
                    <a:pt x="1155430" y="1588282"/>
                  </a:lnTo>
                  <a:lnTo>
                    <a:pt x="1155412" y="1588291"/>
                  </a:lnTo>
                  <a:lnTo>
                    <a:pt x="1155394" y="1588301"/>
                  </a:lnTo>
                  <a:lnTo>
                    <a:pt x="1155377" y="1588311"/>
                  </a:lnTo>
                  <a:lnTo>
                    <a:pt x="1155359" y="1588322"/>
                  </a:lnTo>
                  <a:lnTo>
                    <a:pt x="1155342" y="1588337"/>
                  </a:lnTo>
                  <a:lnTo>
                    <a:pt x="1155329" y="1588361"/>
                  </a:lnTo>
                  <a:lnTo>
                    <a:pt x="1155324" y="1588378"/>
                  </a:lnTo>
                  <a:lnTo>
                    <a:pt x="1155318" y="1588396"/>
                  </a:lnTo>
                  <a:lnTo>
                    <a:pt x="1155312" y="1588415"/>
                  </a:lnTo>
                  <a:lnTo>
                    <a:pt x="1155305" y="1588432"/>
                  </a:lnTo>
                  <a:lnTo>
                    <a:pt x="1155301" y="1588442"/>
                  </a:lnTo>
                  <a:lnTo>
                    <a:pt x="1155294" y="1588453"/>
                  </a:lnTo>
                  <a:lnTo>
                    <a:pt x="1155283" y="1588469"/>
                  </a:lnTo>
                  <a:lnTo>
                    <a:pt x="1155269" y="1588487"/>
                  </a:lnTo>
                  <a:lnTo>
                    <a:pt x="1155252" y="1588502"/>
                  </a:lnTo>
                  <a:lnTo>
                    <a:pt x="1155234" y="1588518"/>
                  </a:lnTo>
                  <a:lnTo>
                    <a:pt x="1155218" y="1588533"/>
                  </a:lnTo>
                  <a:lnTo>
                    <a:pt x="1155201" y="1588550"/>
                  </a:lnTo>
                  <a:lnTo>
                    <a:pt x="1155187" y="1588568"/>
                  </a:lnTo>
                  <a:lnTo>
                    <a:pt x="1155175" y="1588586"/>
                  </a:lnTo>
                  <a:lnTo>
                    <a:pt x="1155167" y="1588602"/>
                  </a:lnTo>
                  <a:lnTo>
                    <a:pt x="1155157" y="1588623"/>
                  </a:lnTo>
                  <a:lnTo>
                    <a:pt x="1155150" y="1588642"/>
                  </a:lnTo>
                  <a:lnTo>
                    <a:pt x="1155128" y="1588716"/>
                  </a:lnTo>
                  <a:lnTo>
                    <a:pt x="1155122" y="1588735"/>
                  </a:lnTo>
                  <a:lnTo>
                    <a:pt x="1155115" y="1588753"/>
                  </a:lnTo>
                  <a:lnTo>
                    <a:pt x="1155107" y="1588772"/>
                  </a:lnTo>
                  <a:lnTo>
                    <a:pt x="1155096" y="1588790"/>
                  </a:lnTo>
                  <a:lnTo>
                    <a:pt x="1155086" y="1588804"/>
                  </a:lnTo>
                  <a:lnTo>
                    <a:pt x="1155082" y="1588808"/>
                  </a:lnTo>
                  <a:lnTo>
                    <a:pt x="1155066" y="1588824"/>
                  </a:lnTo>
                  <a:lnTo>
                    <a:pt x="1155048" y="1588836"/>
                  </a:lnTo>
                  <a:lnTo>
                    <a:pt x="1155031" y="1588845"/>
                  </a:lnTo>
                  <a:lnTo>
                    <a:pt x="1155013" y="1588852"/>
                  </a:lnTo>
                  <a:lnTo>
                    <a:pt x="1154996" y="1588857"/>
                  </a:lnTo>
                  <a:lnTo>
                    <a:pt x="1154978" y="1588862"/>
                  </a:lnTo>
                  <a:lnTo>
                    <a:pt x="1154960" y="1588866"/>
                  </a:lnTo>
                  <a:lnTo>
                    <a:pt x="1154943" y="1588871"/>
                  </a:lnTo>
                  <a:lnTo>
                    <a:pt x="1154925" y="1588878"/>
                  </a:lnTo>
                  <a:lnTo>
                    <a:pt x="1154913" y="1588883"/>
                  </a:lnTo>
                  <a:lnTo>
                    <a:pt x="1154907" y="1588888"/>
                  </a:lnTo>
                  <a:lnTo>
                    <a:pt x="1154898" y="1588894"/>
                  </a:lnTo>
                  <a:lnTo>
                    <a:pt x="1154891" y="1588902"/>
                  </a:lnTo>
                  <a:lnTo>
                    <a:pt x="1154875" y="1588918"/>
                  </a:lnTo>
                  <a:lnTo>
                    <a:pt x="1154860" y="1588936"/>
                  </a:lnTo>
                  <a:lnTo>
                    <a:pt x="1154845" y="1588956"/>
                  </a:lnTo>
                  <a:lnTo>
                    <a:pt x="1154839" y="1588966"/>
                  </a:lnTo>
                  <a:lnTo>
                    <a:pt x="1154834" y="1588974"/>
                  </a:lnTo>
                  <a:lnTo>
                    <a:pt x="1154821" y="1588992"/>
                  </a:lnTo>
                  <a:lnTo>
                    <a:pt x="1154805" y="1589011"/>
                  </a:lnTo>
                  <a:lnTo>
                    <a:pt x="1154791" y="1589028"/>
                  </a:lnTo>
                  <a:lnTo>
                    <a:pt x="1154775" y="1589043"/>
                  </a:lnTo>
                  <a:lnTo>
                    <a:pt x="1154757" y="1589057"/>
                  </a:lnTo>
                  <a:lnTo>
                    <a:pt x="1154740" y="1589071"/>
                  </a:lnTo>
                  <a:lnTo>
                    <a:pt x="1154709" y="1589096"/>
                  </a:lnTo>
                  <a:lnTo>
                    <a:pt x="1154674" y="1589129"/>
                  </a:lnTo>
                  <a:lnTo>
                    <a:pt x="1154652" y="1589151"/>
                  </a:lnTo>
                  <a:lnTo>
                    <a:pt x="1154621" y="1589211"/>
                  </a:lnTo>
                  <a:lnTo>
                    <a:pt x="1154607" y="1589247"/>
                  </a:lnTo>
                  <a:lnTo>
                    <a:pt x="1154602" y="1589309"/>
                  </a:lnTo>
                  <a:lnTo>
                    <a:pt x="1154605" y="1589358"/>
                  </a:lnTo>
                  <a:lnTo>
                    <a:pt x="1154608" y="1589373"/>
                  </a:lnTo>
                  <a:lnTo>
                    <a:pt x="1154621" y="1589398"/>
                  </a:lnTo>
                  <a:lnTo>
                    <a:pt x="1154647" y="1589432"/>
                  </a:lnTo>
                  <a:lnTo>
                    <a:pt x="1154671" y="1589467"/>
                  </a:lnTo>
                  <a:lnTo>
                    <a:pt x="1154694" y="1589507"/>
                  </a:lnTo>
                  <a:lnTo>
                    <a:pt x="1154715" y="1589550"/>
                  </a:lnTo>
                  <a:lnTo>
                    <a:pt x="1154741" y="1589577"/>
                  </a:lnTo>
                  <a:lnTo>
                    <a:pt x="1154763" y="1589602"/>
                  </a:lnTo>
                  <a:lnTo>
                    <a:pt x="1154770" y="1589643"/>
                  </a:lnTo>
                  <a:lnTo>
                    <a:pt x="1154773" y="1589679"/>
                  </a:lnTo>
                  <a:lnTo>
                    <a:pt x="1154784" y="1589718"/>
                  </a:lnTo>
                  <a:lnTo>
                    <a:pt x="1154804" y="1589768"/>
                  </a:lnTo>
                  <a:lnTo>
                    <a:pt x="1154808" y="1589803"/>
                  </a:lnTo>
                  <a:lnTo>
                    <a:pt x="1154827" y="1589853"/>
                  </a:lnTo>
                  <a:lnTo>
                    <a:pt x="1154841" y="1589875"/>
                  </a:lnTo>
                  <a:lnTo>
                    <a:pt x="1154866" y="1589910"/>
                  </a:lnTo>
                  <a:lnTo>
                    <a:pt x="1154884" y="1589929"/>
                  </a:lnTo>
                  <a:lnTo>
                    <a:pt x="1154904" y="1589937"/>
                  </a:lnTo>
                  <a:lnTo>
                    <a:pt x="1154918" y="1589939"/>
                  </a:lnTo>
                  <a:lnTo>
                    <a:pt x="1154936" y="1589941"/>
                  </a:lnTo>
                  <a:lnTo>
                    <a:pt x="1154951" y="1589947"/>
                  </a:lnTo>
                  <a:lnTo>
                    <a:pt x="1154979" y="1589964"/>
                  </a:lnTo>
                  <a:lnTo>
                    <a:pt x="1155011" y="1589986"/>
                  </a:lnTo>
                  <a:lnTo>
                    <a:pt x="1155040" y="1589994"/>
                  </a:lnTo>
                  <a:lnTo>
                    <a:pt x="1155071" y="1590000"/>
                  </a:lnTo>
                  <a:lnTo>
                    <a:pt x="1155093" y="1590005"/>
                  </a:lnTo>
                  <a:lnTo>
                    <a:pt x="1155114" y="1590014"/>
                  </a:lnTo>
                  <a:lnTo>
                    <a:pt x="1155130" y="1590031"/>
                  </a:lnTo>
                  <a:lnTo>
                    <a:pt x="1155139" y="1590040"/>
                  </a:lnTo>
                  <a:lnTo>
                    <a:pt x="1155156" y="1590033"/>
                  </a:lnTo>
                  <a:lnTo>
                    <a:pt x="1155180" y="1590024"/>
                  </a:lnTo>
                  <a:lnTo>
                    <a:pt x="1155217" y="1590016"/>
                  </a:lnTo>
                  <a:lnTo>
                    <a:pt x="1155248" y="1590005"/>
                  </a:lnTo>
                  <a:lnTo>
                    <a:pt x="1155259" y="1590007"/>
                  </a:lnTo>
                  <a:lnTo>
                    <a:pt x="1155266" y="1590018"/>
                  </a:lnTo>
                  <a:lnTo>
                    <a:pt x="1155273" y="1590055"/>
                  </a:lnTo>
                  <a:lnTo>
                    <a:pt x="1155270" y="1590085"/>
                  </a:lnTo>
                  <a:lnTo>
                    <a:pt x="1155269" y="1590101"/>
                  </a:lnTo>
                  <a:lnTo>
                    <a:pt x="1155274" y="1590124"/>
                  </a:lnTo>
                  <a:lnTo>
                    <a:pt x="1155274" y="1590152"/>
                  </a:lnTo>
                  <a:lnTo>
                    <a:pt x="1155273" y="1590171"/>
                  </a:lnTo>
                  <a:lnTo>
                    <a:pt x="1155272" y="1590189"/>
                  </a:lnTo>
                  <a:lnTo>
                    <a:pt x="1155271" y="1590208"/>
                  </a:lnTo>
                  <a:lnTo>
                    <a:pt x="1155268" y="1590226"/>
                  </a:lnTo>
                  <a:lnTo>
                    <a:pt x="1155262" y="1590244"/>
                  </a:lnTo>
                  <a:lnTo>
                    <a:pt x="1155262" y="1590256"/>
                  </a:lnTo>
                  <a:lnTo>
                    <a:pt x="1155247" y="1590292"/>
                  </a:lnTo>
                  <a:lnTo>
                    <a:pt x="1155218" y="1590325"/>
                  </a:lnTo>
                  <a:lnTo>
                    <a:pt x="1155205" y="1590335"/>
                  </a:lnTo>
                  <a:lnTo>
                    <a:pt x="1155189" y="1590350"/>
                  </a:lnTo>
                  <a:lnTo>
                    <a:pt x="1155153" y="1590366"/>
                  </a:lnTo>
                  <a:lnTo>
                    <a:pt x="1155127" y="1590384"/>
                  </a:lnTo>
                  <a:lnTo>
                    <a:pt x="1155109" y="1590392"/>
                  </a:lnTo>
                  <a:lnTo>
                    <a:pt x="1155076" y="1590393"/>
                  </a:lnTo>
                  <a:lnTo>
                    <a:pt x="1155050" y="1590388"/>
                  </a:lnTo>
                  <a:lnTo>
                    <a:pt x="1155012" y="1590385"/>
                  </a:lnTo>
                  <a:lnTo>
                    <a:pt x="1154989" y="1590385"/>
                  </a:lnTo>
                  <a:lnTo>
                    <a:pt x="1154973" y="1590393"/>
                  </a:lnTo>
                  <a:lnTo>
                    <a:pt x="1154960" y="1590402"/>
                  </a:lnTo>
                  <a:lnTo>
                    <a:pt x="1154954" y="1590415"/>
                  </a:lnTo>
                  <a:lnTo>
                    <a:pt x="1154938" y="1590430"/>
                  </a:lnTo>
                  <a:lnTo>
                    <a:pt x="1154916" y="1590455"/>
                  </a:lnTo>
                  <a:lnTo>
                    <a:pt x="1154896" y="1590486"/>
                  </a:lnTo>
                  <a:lnTo>
                    <a:pt x="1154877" y="1590497"/>
                  </a:lnTo>
                  <a:lnTo>
                    <a:pt x="1154858" y="1590502"/>
                  </a:lnTo>
                  <a:lnTo>
                    <a:pt x="1154822" y="1590508"/>
                  </a:lnTo>
                  <a:lnTo>
                    <a:pt x="1154781" y="1590514"/>
                  </a:lnTo>
                  <a:lnTo>
                    <a:pt x="1154746" y="1590514"/>
                  </a:lnTo>
                  <a:lnTo>
                    <a:pt x="1154722" y="1590504"/>
                  </a:lnTo>
                  <a:lnTo>
                    <a:pt x="1154697" y="1590500"/>
                  </a:lnTo>
                  <a:lnTo>
                    <a:pt x="1154666" y="1590488"/>
                  </a:lnTo>
                  <a:lnTo>
                    <a:pt x="1154648" y="1590488"/>
                  </a:lnTo>
                  <a:lnTo>
                    <a:pt x="1154627" y="1590496"/>
                  </a:lnTo>
                  <a:lnTo>
                    <a:pt x="1154595" y="1590501"/>
                  </a:lnTo>
                  <a:lnTo>
                    <a:pt x="1154564" y="1590501"/>
                  </a:lnTo>
                  <a:lnTo>
                    <a:pt x="1154535" y="1590496"/>
                  </a:lnTo>
                  <a:lnTo>
                    <a:pt x="1154501" y="1590487"/>
                  </a:lnTo>
                  <a:lnTo>
                    <a:pt x="1154479" y="1590489"/>
                  </a:lnTo>
                  <a:lnTo>
                    <a:pt x="1154453" y="1590496"/>
                  </a:lnTo>
                  <a:lnTo>
                    <a:pt x="1154432" y="1590501"/>
                  </a:lnTo>
                  <a:lnTo>
                    <a:pt x="1154402" y="1590496"/>
                  </a:lnTo>
                  <a:lnTo>
                    <a:pt x="1154374" y="1590480"/>
                  </a:lnTo>
                  <a:lnTo>
                    <a:pt x="1154341" y="1590461"/>
                  </a:lnTo>
                  <a:lnTo>
                    <a:pt x="1154308" y="1590443"/>
                  </a:lnTo>
                  <a:lnTo>
                    <a:pt x="1154243" y="1590410"/>
                  </a:lnTo>
                  <a:lnTo>
                    <a:pt x="1154217" y="1590401"/>
                  </a:lnTo>
                  <a:lnTo>
                    <a:pt x="1154189" y="1590383"/>
                  </a:lnTo>
                  <a:lnTo>
                    <a:pt x="1154168" y="1590375"/>
                  </a:lnTo>
                  <a:lnTo>
                    <a:pt x="1154140" y="1590370"/>
                  </a:lnTo>
                  <a:lnTo>
                    <a:pt x="1154117" y="1590360"/>
                  </a:lnTo>
                  <a:lnTo>
                    <a:pt x="1154080" y="1590357"/>
                  </a:lnTo>
                  <a:lnTo>
                    <a:pt x="1154056" y="1590359"/>
                  </a:lnTo>
                  <a:lnTo>
                    <a:pt x="1154023" y="1590360"/>
                  </a:lnTo>
                  <a:lnTo>
                    <a:pt x="1154006" y="1590361"/>
                  </a:lnTo>
                  <a:lnTo>
                    <a:pt x="1153985" y="1590355"/>
                  </a:lnTo>
                  <a:lnTo>
                    <a:pt x="1153957" y="1590341"/>
                  </a:lnTo>
                  <a:lnTo>
                    <a:pt x="1153929" y="1590328"/>
                  </a:lnTo>
                  <a:lnTo>
                    <a:pt x="1153894" y="1590318"/>
                  </a:lnTo>
                  <a:lnTo>
                    <a:pt x="1153869" y="1590307"/>
                  </a:lnTo>
                  <a:lnTo>
                    <a:pt x="1153852" y="1590290"/>
                  </a:lnTo>
                  <a:lnTo>
                    <a:pt x="1153834" y="1590246"/>
                  </a:lnTo>
                  <a:lnTo>
                    <a:pt x="1153812" y="1590189"/>
                  </a:lnTo>
                  <a:lnTo>
                    <a:pt x="1153783" y="1590141"/>
                  </a:lnTo>
                  <a:lnTo>
                    <a:pt x="1153759" y="1590115"/>
                  </a:lnTo>
                  <a:lnTo>
                    <a:pt x="1153727" y="1590092"/>
                  </a:lnTo>
                  <a:lnTo>
                    <a:pt x="1153706" y="1590081"/>
                  </a:lnTo>
                  <a:lnTo>
                    <a:pt x="1153655" y="1590076"/>
                  </a:lnTo>
                  <a:lnTo>
                    <a:pt x="1153625" y="1590076"/>
                  </a:lnTo>
                  <a:lnTo>
                    <a:pt x="1153599" y="1590081"/>
                  </a:lnTo>
                  <a:lnTo>
                    <a:pt x="1153557" y="1590098"/>
                  </a:lnTo>
                  <a:lnTo>
                    <a:pt x="1153520" y="1590112"/>
                  </a:lnTo>
                  <a:lnTo>
                    <a:pt x="1153492" y="1590123"/>
                  </a:lnTo>
                  <a:lnTo>
                    <a:pt x="1153474" y="1590138"/>
                  </a:lnTo>
                  <a:lnTo>
                    <a:pt x="1153451" y="1590149"/>
                  </a:lnTo>
                  <a:lnTo>
                    <a:pt x="1153433" y="1590169"/>
                  </a:lnTo>
                  <a:lnTo>
                    <a:pt x="1153410" y="1590191"/>
                  </a:lnTo>
                  <a:lnTo>
                    <a:pt x="1153390" y="1590204"/>
                  </a:lnTo>
                  <a:lnTo>
                    <a:pt x="1153370" y="1590218"/>
                  </a:lnTo>
                  <a:lnTo>
                    <a:pt x="1153353" y="1590228"/>
                  </a:lnTo>
                  <a:lnTo>
                    <a:pt x="1153339" y="1590244"/>
                  </a:lnTo>
                  <a:lnTo>
                    <a:pt x="1153316" y="1590266"/>
                  </a:lnTo>
                  <a:lnTo>
                    <a:pt x="1153291" y="1590291"/>
                  </a:lnTo>
                  <a:lnTo>
                    <a:pt x="1153278" y="1590311"/>
                  </a:lnTo>
                  <a:lnTo>
                    <a:pt x="1153246" y="1590342"/>
                  </a:lnTo>
                  <a:lnTo>
                    <a:pt x="1153209" y="1590367"/>
                  </a:lnTo>
                  <a:lnTo>
                    <a:pt x="1153183" y="1590389"/>
                  </a:lnTo>
                  <a:lnTo>
                    <a:pt x="1153156" y="1590404"/>
                  </a:lnTo>
                  <a:lnTo>
                    <a:pt x="1153140" y="1590421"/>
                  </a:lnTo>
                  <a:lnTo>
                    <a:pt x="1153125" y="1590443"/>
                  </a:lnTo>
                  <a:lnTo>
                    <a:pt x="1153108" y="1590460"/>
                  </a:lnTo>
                  <a:lnTo>
                    <a:pt x="1153094" y="1590484"/>
                  </a:lnTo>
                  <a:lnTo>
                    <a:pt x="1153075" y="1590513"/>
                  </a:lnTo>
                  <a:lnTo>
                    <a:pt x="1153057" y="1590550"/>
                  </a:lnTo>
                  <a:lnTo>
                    <a:pt x="1153038" y="1590575"/>
                  </a:lnTo>
                  <a:lnTo>
                    <a:pt x="1153024" y="1590600"/>
                  </a:lnTo>
                  <a:lnTo>
                    <a:pt x="1153009" y="1590630"/>
                  </a:lnTo>
                  <a:lnTo>
                    <a:pt x="1152990" y="1590653"/>
                  </a:lnTo>
                  <a:lnTo>
                    <a:pt x="1152971" y="1590676"/>
                  </a:lnTo>
                  <a:lnTo>
                    <a:pt x="1152958" y="1590691"/>
                  </a:lnTo>
                  <a:lnTo>
                    <a:pt x="1152939" y="1590718"/>
                  </a:lnTo>
                  <a:lnTo>
                    <a:pt x="1152923" y="1590728"/>
                  </a:lnTo>
                  <a:lnTo>
                    <a:pt x="1152897" y="1590728"/>
                  </a:lnTo>
                  <a:lnTo>
                    <a:pt x="1152876" y="1590720"/>
                  </a:lnTo>
                  <a:lnTo>
                    <a:pt x="1152860" y="1590700"/>
                  </a:lnTo>
                  <a:lnTo>
                    <a:pt x="1152847" y="1590668"/>
                  </a:lnTo>
                  <a:lnTo>
                    <a:pt x="1152830" y="1590606"/>
                  </a:lnTo>
                  <a:lnTo>
                    <a:pt x="1152807" y="1590532"/>
                  </a:lnTo>
                  <a:lnTo>
                    <a:pt x="1152802" y="1590505"/>
                  </a:lnTo>
                  <a:lnTo>
                    <a:pt x="1152799" y="1590489"/>
                  </a:lnTo>
                  <a:lnTo>
                    <a:pt x="1152782" y="1590481"/>
                  </a:lnTo>
                  <a:lnTo>
                    <a:pt x="1152758" y="1590482"/>
                  </a:lnTo>
                  <a:lnTo>
                    <a:pt x="1152751" y="1590468"/>
                  </a:lnTo>
                  <a:lnTo>
                    <a:pt x="1152738" y="1590450"/>
                  </a:lnTo>
                  <a:lnTo>
                    <a:pt x="1152722" y="1590443"/>
                  </a:lnTo>
                  <a:lnTo>
                    <a:pt x="1152705" y="1590448"/>
                  </a:lnTo>
                  <a:lnTo>
                    <a:pt x="1152687" y="1590459"/>
                  </a:lnTo>
                  <a:lnTo>
                    <a:pt x="1152674" y="1590485"/>
                  </a:lnTo>
                  <a:lnTo>
                    <a:pt x="1152671" y="1590517"/>
                  </a:lnTo>
                  <a:lnTo>
                    <a:pt x="1152656" y="1590534"/>
                  </a:lnTo>
                  <a:lnTo>
                    <a:pt x="1152636" y="1590536"/>
                  </a:lnTo>
                  <a:lnTo>
                    <a:pt x="1152603" y="1590530"/>
                  </a:lnTo>
                  <a:lnTo>
                    <a:pt x="1152570" y="1590522"/>
                  </a:lnTo>
                  <a:lnTo>
                    <a:pt x="1152543" y="1590518"/>
                  </a:lnTo>
                  <a:lnTo>
                    <a:pt x="1152530" y="1590520"/>
                  </a:lnTo>
                  <a:lnTo>
                    <a:pt x="1152518" y="1590532"/>
                  </a:lnTo>
                  <a:lnTo>
                    <a:pt x="1152516" y="1590574"/>
                  </a:lnTo>
                  <a:lnTo>
                    <a:pt x="1152522" y="1590602"/>
                  </a:lnTo>
                  <a:lnTo>
                    <a:pt x="1152551" y="1590661"/>
                  </a:lnTo>
                  <a:lnTo>
                    <a:pt x="1152584" y="1590726"/>
                  </a:lnTo>
                  <a:lnTo>
                    <a:pt x="1152592" y="1590773"/>
                  </a:lnTo>
                  <a:lnTo>
                    <a:pt x="1152585" y="1590799"/>
                  </a:lnTo>
                  <a:lnTo>
                    <a:pt x="1152579" y="1590819"/>
                  </a:lnTo>
                  <a:lnTo>
                    <a:pt x="1152587" y="1590832"/>
                  </a:lnTo>
                  <a:lnTo>
                    <a:pt x="1152622" y="1590845"/>
                  </a:lnTo>
                  <a:lnTo>
                    <a:pt x="1152642" y="1590855"/>
                  </a:lnTo>
                  <a:lnTo>
                    <a:pt x="1152647" y="1590872"/>
                  </a:lnTo>
                  <a:lnTo>
                    <a:pt x="1152632" y="1590964"/>
                  </a:lnTo>
                  <a:lnTo>
                    <a:pt x="1152626" y="1590992"/>
                  </a:lnTo>
                  <a:lnTo>
                    <a:pt x="1152627" y="1591028"/>
                  </a:lnTo>
                  <a:lnTo>
                    <a:pt x="1152620" y="1591056"/>
                  </a:lnTo>
                  <a:lnTo>
                    <a:pt x="1152605" y="1591098"/>
                  </a:lnTo>
                  <a:lnTo>
                    <a:pt x="1152586" y="1591131"/>
                  </a:lnTo>
                  <a:lnTo>
                    <a:pt x="1152565" y="1591148"/>
                  </a:lnTo>
                  <a:lnTo>
                    <a:pt x="1152498" y="1591174"/>
                  </a:lnTo>
                  <a:lnTo>
                    <a:pt x="1152431" y="1591192"/>
                  </a:lnTo>
                  <a:lnTo>
                    <a:pt x="1152371" y="1591201"/>
                  </a:lnTo>
                  <a:lnTo>
                    <a:pt x="1152299" y="1591213"/>
                  </a:lnTo>
                  <a:lnTo>
                    <a:pt x="1152253" y="1591212"/>
                  </a:lnTo>
                  <a:lnTo>
                    <a:pt x="1152221" y="1591204"/>
                  </a:lnTo>
                  <a:lnTo>
                    <a:pt x="1152177" y="1591185"/>
                  </a:lnTo>
                  <a:lnTo>
                    <a:pt x="1152136" y="1591156"/>
                  </a:lnTo>
                  <a:lnTo>
                    <a:pt x="1152103" y="1591124"/>
                  </a:lnTo>
                  <a:lnTo>
                    <a:pt x="1152091" y="1591101"/>
                  </a:lnTo>
                  <a:lnTo>
                    <a:pt x="1152078" y="1591069"/>
                  </a:lnTo>
                  <a:lnTo>
                    <a:pt x="1152069" y="1591045"/>
                  </a:lnTo>
                  <a:lnTo>
                    <a:pt x="1152057" y="1591010"/>
                  </a:lnTo>
                  <a:lnTo>
                    <a:pt x="1152048" y="1590954"/>
                  </a:lnTo>
                  <a:lnTo>
                    <a:pt x="1152045" y="1590883"/>
                  </a:lnTo>
                  <a:lnTo>
                    <a:pt x="1152036" y="1590827"/>
                  </a:lnTo>
                  <a:lnTo>
                    <a:pt x="1152037" y="1590765"/>
                  </a:lnTo>
                  <a:lnTo>
                    <a:pt x="1152032" y="1590717"/>
                  </a:lnTo>
                  <a:lnTo>
                    <a:pt x="1152018" y="1590688"/>
                  </a:lnTo>
                  <a:lnTo>
                    <a:pt x="1152008" y="1590667"/>
                  </a:lnTo>
                  <a:lnTo>
                    <a:pt x="1152003" y="1590641"/>
                  </a:lnTo>
                  <a:lnTo>
                    <a:pt x="1151986" y="1590619"/>
                  </a:lnTo>
                  <a:lnTo>
                    <a:pt x="1151949" y="1590616"/>
                  </a:lnTo>
                  <a:lnTo>
                    <a:pt x="1151893" y="1590615"/>
                  </a:lnTo>
                  <a:lnTo>
                    <a:pt x="1151851" y="1590621"/>
                  </a:lnTo>
                  <a:lnTo>
                    <a:pt x="1151800" y="1590631"/>
                  </a:lnTo>
                  <a:lnTo>
                    <a:pt x="1151768" y="1590636"/>
                  </a:lnTo>
                  <a:lnTo>
                    <a:pt x="1151732" y="1590647"/>
                  </a:lnTo>
                  <a:lnTo>
                    <a:pt x="1151702" y="1590651"/>
                  </a:lnTo>
                  <a:lnTo>
                    <a:pt x="1151669" y="1590666"/>
                  </a:lnTo>
                  <a:lnTo>
                    <a:pt x="1151647" y="1590679"/>
                  </a:lnTo>
                  <a:lnTo>
                    <a:pt x="1151624" y="1590699"/>
                  </a:lnTo>
                  <a:lnTo>
                    <a:pt x="1151609" y="1590731"/>
                  </a:lnTo>
                  <a:lnTo>
                    <a:pt x="1151595" y="1590762"/>
                  </a:lnTo>
                  <a:lnTo>
                    <a:pt x="1151594" y="1590799"/>
                  </a:lnTo>
                  <a:lnTo>
                    <a:pt x="1151602" y="1590838"/>
                  </a:lnTo>
                  <a:lnTo>
                    <a:pt x="1151614" y="1590877"/>
                  </a:lnTo>
                  <a:lnTo>
                    <a:pt x="1151640" y="1590912"/>
                  </a:lnTo>
                  <a:lnTo>
                    <a:pt x="1151678" y="1590966"/>
                  </a:lnTo>
                  <a:lnTo>
                    <a:pt x="1151692" y="1590985"/>
                  </a:lnTo>
                  <a:lnTo>
                    <a:pt x="1151714" y="1591000"/>
                  </a:lnTo>
                  <a:lnTo>
                    <a:pt x="1151765" y="1591019"/>
                  </a:lnTo>
                  <a:lnTo>
                    <a:pt x="1151801" y="1591030"/>
                  </a:lnTo>
                  <a:lnTo>
                    <a:pt x="1151828" y="1591040"/>
                  </a:lnTo>
                  <a:lnTo>
                    <a:pt x="1151852" y="1591059"/>
                  </a:lnTo>
                  <a:lnTo>
                    <a:pt x="1151877" y="1591069"/>
                  </a:lnTo>
                  <a:lnTo>
                    <a:pt x="1151900" y="1591081"/>
                  </a:lnTo>
                  <a:lnTo>
                    <a:pt x="1151911" y="1591094"/>
                  </a:lnTo>
                  <a:lnTo>
                    <a:pt x="1151921" y="1591114"/>
                  </a:lnTo>
                  <a:lnTo>
                    <a:pt x="1151936" y="1591128"/>
                  </a:lnTo>
                  <a:lnTo>
                    <a:pt x="1151946" y="1591143"/>
                  </a:lnTo>
                  <a:lnTo>
                    <a:pt x="1151950" y="1591198"/>
                  </a:lnTo>
                  <a:lnTo>
                    <a:pt x="1151952" y="1591232"/>
                  </a:lnTo>
                  <a:lnTo>
                    <a:pt x="1151947" y="1591257"/>
                  </a:lnTo>
                  <a:lnTo>
                    <a:pt x="1151946" y="1591273"/>
                  </a:lnTo>
                  <a:lnTo>
                    <a:pt x="1151951" y="1591302"/>
                  </a:lnTo>
                  <a:lnTo>
                    <a:pt x="1151949" y="1591311"/>
                  </a:lnTo>
                  <a:lnTo>
                    <a:pt x="1151945" y="1591326"/>
                  </a:lnTo>
                  <a:lnTo>
                    <a:pt x="1151929" y="1591356"/>
                  </a:lnTo>
                  <a:lnTo>
                    <a:pt x="1151894" y="1591393"/>
                  </a:lnTo>
                  <a:lnTo>
                    <a:pt x="1151864" y="1591424"/>
                  </a:lnTo>
                  <a:lnTo>
                    <a:pt x="1151836" y="1591446"/>
                  </a:lnTo>
                  <a:lnTo>
                    <a:pt x="1151782" y="1591478"/>
                  </a:lnTo>
                  <a:lnTo>
                    <a:pt x="1151711" y="1591511"/>
                  </a:lnTo>
                  <a:lnTo>
                    <a:pt x="1151685" y="1591522"/>
                  </a:lnTo>
                  <a:lnTo>
                    <a:pt x="1151661" y="1591535"/>
                  </a:lnTo>
                  <a:lnTo>
                    <a:pt x="1151620" y="1591548"/>
                  </a:lnTo>
                  <a:lnTo>
                    <a:pt x="1151574" y="1591556"/>
                  </a:lnTo>
                  <a:lnTo>
                    <a:pt x="1151538" y="1591569"/>
                  </a:lnTo>
                  <a:lnTo>
                    <a:pt x="1151521" y="1591583"/>
                  </a:lnTo>
                  <a:lnTo>
                    <a:pt x="1151513" y="1591601"/>
                  </a:lnTo>
                  <a:lnTo>
                    <a:pt x="1151506" y="1591615"/>
                  </a:lnTo>
                  <a:lnTo>
                    <a:pt x="1151480" y="1591645"/>
                  </a:lnTo>
                  <a:lnTo>
                    <a:pt x="1151459" y="1591659"/>
                  </a:lnTo>
                  <a:lnTo>
                    <a:pt x="1151445" y="1591665"/>
                  </a:lnTo>
                  <a:lnTo>
                    <a:pt x="1151435" y="1591685"/>
                  </a:lnTo>
                  <a:lnTo>
                    <a:pt x="1151424" y="1591716"/>
                  </a:lnTo>
                  <a:lnTo>
                    <a:pt x="1151420" y="1591757"/>
                  </a:lnTo>
                  <a:lnTo>
                    <a:pt x="1151420" y="1591852"/>
                  </a:lnTo>
                  <a:lnTo>
                    <a:pt x="1151425" y="1591887"/>
                  </a:lnTo>
                  <a:lnTo>
                    <a:pt x="1151435" y="1591903"/>
                  </a:lnTo>
                  <a:lnTo>
                    <a:pt x="1151441" y="1591914"/>
                  </a:lnTo>
                  <a:lnTo>
                    <a:pt x="1151441" y="1591924"/>
                  </a:lnTo>
                  <a:lnTo>
                    <a:pt x="1151416" y="1591956"/>
                  </a:lnTo>
                  <a:lnTo>
                    <a:pt x="1151397" y="1591985"/>
                  </a:lnTo>
                  <a:lnTo>
                    <a:pt x="1151370" y="1592021"/>
                  </a:lnTo>
                  <a:lnTo>
                    <a:pt x="1151331" y="1592057"/>
                  </a:lnTo>
                  <a:lnTo>
                    <a:pt x="1151283" y="1592087"/>
                  </a:lnTo>
                  <a:lnTo>
                    <a:pt x="1151237" y="1592102"/>
                  </a:lnTo>
                  <a:lnTo>
                    <a:pt x="1151203" y="1592104"/>
                  </a:lnTo>
                  <a:lnTo>
                    <a:pt x="1151190" y="1592094"/>
                  </a:lnTo>
                  <a:lnTo>
                    <a:pt x="1151179" y="1592066"/>
                  </a:lnTo>
                  <a:lnTo>
                    <a:pt x="1151151" y="1592023"/>
                  </a:lnTo>
                  <a:lnTo>
                    <a:pt x="1151133" y="1591981"/>
                  </a:lnTo>
                  <a:lnTo>
                    <a:pt x="1151126" y="1591965"/>
                  </a:lnTo>
                  <a:lnTo>
                    <a:pt x="1151115" y="1591906"/>
                  </a:lnTo>
                  <a:lnTo>
                    <a:pt x="1151119" y="1591884"/>
                  </a:lnTo>
                  <a:lnTo>
                    <a:pt x="1151130" y="1591848"/>
                  </a:lnTo>
                  <a:lnTo>
                    <a:pt x="1151160" y="1591801"/>
                  </a:lnTo>
                  <a:lnTo>
                    <a:pt x="1151177" y="1591754"/>
                  </a:lnTo>
                  <a:lnTo>
                    <a:pt x="1151215" y="1591681"/>
                  </a:lnTo>
                  <a:lnTo>
                    <a:pt x="1151241" y="1591649"/>
                  </a:lnTo>
                  <a:lnTo>
                    <a:pt x="1151264" y="1591627"/>
                  </a:lnTo>
                  <a:lnTo>
                    <a:pt x="1151278" y="1591610"/>
                  </a:lnTo>
                  <a:lnTo>
                    <a:pt x="1151300" y="1591565"/>
                  </a:lnTo>
                  <a:lnTo>
                    <a:pt x="1151325" y="1591510"/>
                  </a:lnTo>
                  <a:lnTo>
                    <a:pt x="1151348" y="1591439"/>
                  </a:lnTo>
                  <a:lnTo>
                    <a:pt x="1151361" y="1591405"/>
                  </a:lnTo>
                  <a:lnTo>
                    <a:pt x="1151371" y="1591356"/>
                  </a:lnTo>
                  <a:lnTo>
                    <a:pt x="1151377" y="1591305"/>
                  </a:lnTo>
                  <a:lnTo>
                    <a:pt x="1151371" y="1591243"/>
                  </a:lnTo>
                  <a:lnTo>
                    <a:pt x="1151359" y="1591225"/>
                  </a:lnTo>
                  <a:lnTo>
                    <a:pt x="1151343" y="1591201"/>
                  </a:lnTo>
                  <a:lnTo>
                    <a:pt x="1151328" y="1591182"/>
                  </a:lnTo>
                  <a:lnTo>
                    <a:pt x="1151297" y="1591156"/>
                  </a:lnTo>
                  <a:lnTo>
                    <a:pt x="1151269" y="1591150"/>
                  </a:lnTo>
                  <a:lnTo>
                    <a:pt x="1151224" y="1591157"/>
                  </a:lnTo>
                  <a:lnTo>
                    <a:pt x="1151174" y="1591169"/>
                  </a:lnTo>
                  <a:lnTo>
                    <a:pt x="1151135" y="1591185"/>
                  </a:lnTo>
                  <a:lnTo>
                    <a:pt x="1151103" y="1591211"/>
                  </a:lnTo>
                  <a:lnTo>
                    <a:pt x="1151058" y="1591256"/>
                  </a:lnTo>
                  <a:lnTo>
                    <a:pt x="1151016" y="1591291"/>
                  </a:lnTo>
                  <a:lnTo>
                    <a:pt x="1150995" y="1591318"/>
                  </a:lnTo>
                  <a:lnTo>
                    <a:pt x="1150987" y="1591349"/>
                  </a:lnTo>
                  <a:lnTo>
                    <a:pt x="1150996" y="1591398"/>
                  </a:lnTo>
                  <a:lnTo>
                    <a:pt x="1151006" y="1591453"/>
                  </a:lnTo>
                  <a:lnTo>
                    <a:pt x="1151029" y="1591517"/>
                  </a:lnTo>
                  <a:lnTo>
                    <a:pt x="1151039" y="1591568"/>
                  </a:lnTo>
                  <a:lnTo>
                    <a:pt x="1151035" y="1591597"/>
                  </a:lnTo>
                  <a:lnTo>
                    <a:pt x="1151025" y="1591615"/>
                  </a:lnTo>
                  <a:lnTo>
                    <a:pt x="1151010" y="1591631"/>
                  </a:lnTo>
                  <a:lnTo>
                    <a:pt x="1150968" y="1591654"/>
                  </a:lnTo>
                  <a:lnTo>
                    <a:pt x="1150930" y="1591665"/>
                  </a:lnTo>
                  <a:lnTo>
                    <a:pt x="1150894" y="1591669"/>
                  </a:lnTo>
                  <a:lnTo>
                    <a:pt x="1150852" y="1591669"/>
                  </a:lnTo>
                  <a:lnTo>
                    <a:pt x="1150823" y="1591666"/>
                  </a:lnTo>
                  <a:lnTo>
                    <a:pt x="1150754" y="1591654"/>
                  </a:lnTo>
                  <a:lnTo>
                    <a:pt x="1150712" y="1591640"/>
                  </a:lnTo>
                  <a:lnTo>
                    <a:pt x="1150629" y="1591605"/>
                  </a:lnTo>
                  <a:lnTo>
                    <a:pt x="1150550" y="1591564"/>
                  </a:lnTo>
                  <a:lnTo>
                    <a:pt x="1150510" y="1591543"/>
                  </a:lnTo>
                  <a:lnTo>
                    <a:pt x="1150475" y="1591521"/>
                  </a:lnTo>
                  <a:lnTo>
                    <a:pt x="1150427" y="1591502"/>
                  </a:lnTo>
                  <a:lnTo>
                    <a:pt x="1150402" y="1591484"/>
                  </a:lnTo>
                  <a:lnTo>
                    <a:pt x="1150387" y="1591477"/>
                  </a:lnTo>
                  <a:lnTo>
                    <a:pt x="1150370" y="1591485"/>
                  </a:lnTo>
                  <a:lnTo>
                    <a:pt x="1150369" y="1591505"/>
                  </a:lnTo>
                  <a:lnTo>
                    <a:pt x="1150372" y="1591533"/>
                  </a:lnTo>
                  <a:lnTo>
                    <a:pt x="1150380" y="1591573"/>
                  </a:lnTo>
                  <a:lnTo>
                    <a:pt x="1150389" y="1591636"/>
                  </a:lnTo>
                  <a:lnTo>
                    <a:pt x="1150407" y="1591673"/>
                  </a:lnTo>
                  <a:lnTo>
                    <a:pt x="1150413" y="1591689"/>
                  </a:lnTo>
                  <a:lnTo>
                    <a:pt x="1150423" y="1591788"/>
                  </a:lnTo>
                  <a:lnTo>
                    <a:pt x="1150421" y="1591824"/>
                  </a:lnTo>
                  <a:lnTo>
                    <a:pt x="1150418" y="1591858"/>
                  </a:lnTo>
                  <a:lnTo>
                    <a:pt x="1150406" y="1591933"/>
                  </a:lnTo>
                  <a:lnTo>
                    <a:pt x="1150398" y="1591965"/>
                  </a:lnTo>
                  <a:lnTo>
                    <a:pt x="1150370" y="1592006"/>
                  </a:lnTo>
                  <a:lnTo>
                    <a:pt x="1150333" y="1592033"/>
                  </a:lnTo>
                  <a:lnTo>
                    <a:pt x="1150298" y="1592046"/>
                  </a:lnTo>
                  <a:lnTo>
                    <a:pt x="1150278" y="1592052"/>
                  </a:lnTo>
                  <a:lnTo>
                    <a:pt x="1150276" y="1592059"/>
                  </a:lnTo>
                  <a:lnTo>
                    <a:pt x="1150293" y="1592069"/>
                  </a:lnTo>
                  <a:lnTo>
                    <a:pt x="1150317" y="1592080"/>
                  </a:lnTo>
                  <a:lnTo>
                    <a:pt x="1150323" y="1592091"/>
                  </a:lnTo>
                  <a:lnTo>
                    <a:pt x="1150321" y="1592104"/>
                  </a:lnTo>
                  <a:lnTo>
                    <a:pt x="1150310" y="1592111"/>
                  </a:lnTo>
                  <a:lnTo>
                    <a:pt x="1150290" y="1592113"/>
                  </a:lnTo>
                  <a:lnTo>
                    <a:pt x="1150265" y="1592119"/>
                  </a:lnTo>
                  <a:lnTo>
                    <a:pt x="1150238" y="1592122"/>
                  </a:lnTo>
                  <a:lnTo>
                    <a:pt x="1150215" y="1592134"/>
                  </a:lnTo>
                  <a:lnTo>
                    <a:pt x="1150202" y="1592146"/>
                  </a:lnTo>
                  <a:lnTo>
                    <a:pt x="1150190" y="1592146"/>
                  </a:lnTo>
                  <a:lnTo>
                    <a:pt x="1150161" y="1592140"/>
                  </a:lnTo>
                  <a:lnTo>
                    <a:pt x="1150118" y="1592131"/>
                  </a:lnTo>
                  <a:lnTo>
                    <a:pt x="1150077" y="1592130"/>
                  </a:lnTo>
                  <a:lnTo>
                    <a:pt x="1150058" y="1592137"/>
                  </a:lnTo>
                  <a:lnTo>
                    <a:pt x="1150038" y="1592145"/>
                  </a:lnTo>
                  <a:lnTo>
                    <a:pt x="1150004" y="1592171"/>
                  </a:lnTo>
                  <a:lnTo>
                    <a:pt x="1149982" y="1592191"/>
                  </a:lnTo>
                  <a:lnTo>
                    <a:pt x="1149962" y="1592227"/>
                  </a:lnTo>
                  <a:lnTo>
                    <a:pt x="1149947" y="1592262"/>
                  </a:lnTo>
                  <a:lnTo>
                    <a:pt x="1149941" y="1592275"/>
                  </a:lnTo>
                  <a:lnTo>
                    <a:pt x="1149928" y="1592275"/>
                  </a:lnTo>
                  <a:lnTo>
                    <a:pt x="1149886" y="1592272"/>
                  </a:lnTo>
                  <a:lnTo>
                    <a:pt x="1149872" y="1592272"/>
                  </a:lnTo>
                  <a:lnTo>
                    <a:pt x="1149866" y="1592276"/>
                  </a:lnTo>
                  <a:lnTo>
                    <a:pt x="1149853" y="1592289"/>
                  </a:lnTo>
                  <a:lnTo>
                    <a:pt x="1149844" y="1592307"/>
                  </a:lnTo>
                  <a:lnTo>
                    <a:pt x="1149837" y="1592319"/>
                  </a:lnTo>
                  <a:lnTo>
                    <a:pt x="1149821" y="1592328"/>
                  </a:lnTo>
                  <a:lnTo>
                    <a:pt x="1149812" y="1592342"/>
                  </a:lnTo>
                  <a:lnTo>
                    <a:pt x="1149803" y="1592352"/>
                  </a:lnTo>
                  <a:lnTo>
                    <a:pt x="1149798" y="1592358"/>
                  </a:lnTo>
                  <a:lnTo>
                    <a:pt x="1149783" y="1592369"/>
                  </a:lnTo>
                  <a:lnTo>
                    <a:pt x="1149771" y="1592370"/>
                  </a:lnTo>
                  <a:lnTo>
                    <a:pt x="1149754" y="1592354"/>
                  </a:lnTo>
                  <a:lnTo>
                    <a:pt x="1149721" y="1592354"/>
                  </a:lnTo>
                  <a:lnTo>
                    <a:pt x="1149698" y="1592363"/>
                  </a:lnTo>
                  <a:lnTo>
                    <a:pt x="1149667" y="1592383"/>
                  </a:lnTo>
                  <a:lnTo>
                    <a:pt x="1149620" y="1592425"/>
                  </a:lnTo>
                  <a:lnTo>
                    <a:pt x="1149582" y="1592445"/>
                  </a:lnTo>
                  <a:lnTo>
                    <a:pt x="1149559" y="1592445"/>
                  </a:lnTo>
                  <a:lnTo>
                    <a:pt x="1149525" y="1592445"/>
                  </a:lnTo>
                  <a:lnTo>
                    <a:pt x="1149500" y="1592443"/>
                  </a:lnTo>
                  <a:lnTo>
                    <a:pt x="1149482" y="1592451"/>
                  </a:lnTo>
                  <a:lnTo>
                    <a:pt x="1149464" y="1592464"/>
                  </a:lnTo>
                  <a:lnTo>
                    <a:pt x="1149450" y="1592464"/>
                  </a:lnTo>
                  <a:lnTo>
                    <a:pt x="1149435" y="1592464"/>
                  </a:lnTo>
                  <a:lnTo>
                    <a:pt x="1149422" y="1592471"/>
                  </a:lnTo>
                  <a:lnTo>
                    <a:pt x="1149403" y="1592485"/>
                  </a:lnTo>
                  <a:lnTo>
                    <a:pt x="1149382" y="1592489"/>
                  </a:lnTo>
                  <a:lnTo>
                    <a:pt x="1149367" y="1592484"/>
                  </a:lnTo>
                  <a:lnTo>
                    <a:pt x="1149355" y="1592471"/>
                  </a:lnTo>
                  <a:lnTo>
                    <a:pt x="1149342" y="1592471"/>
                  </a:lnTo>
                  <a:lnTo>
                    <a:pt x="1149336" y="1592478"/>
                  </a:lnTo>
                  <a:lnTo>
                    <a:pt x="1149322" y="1592501"/>
                  </a:lnTo>
                  <a:lnTo>
                    <a:pt x="1149315" y="1592517"/>
                  </a:lnTo>
                  <a:lnTo>
                    <a:pt x="1149306" y="1592520"/>
                  </a:lnTo>
                  <a:lnTo>
                    <a:pt x="1149295" y="1592516"/>
                  </a:lnTo>
                  <a:lnTo>
                    <a:pt x="1149280" y="1592516"/>
                  </a:lnTo>
                  <a:lnTo>
                    <a:pt x="1149270" y="1592523"/>
                  </a:lnTo>
                  <a:lnTo>
                    <a:pt x="1149252" y="1592543"/>
                  </a:lnTo>
                  <a:lnTo>
                    <a:pt x="1149228" y="1592557"/>
                  </a:lnTo>
                  <a:lnTo>
                    <a:pt x="1149210" y="1592563"/>
                  </a:lnTo>
                  <a:lnTo>
                    <a:pt x="1149191" y="1592568"/>
                  </a:lnTo>
                  <a:lnTo>
                    <a:pt x="1149184" y="1592578"/>
                  </a:lnTo>
                  <a:lnTo>
                    <a:pt x="1149186" y="1592604"/>
                  </a:lnTo>
                  <a:lnTo>
                    <a:pt x="1149194" y="1592628"/>
                  </a:lnTo>
                  <a:lnTo>
                    <a:pt x="1149194" y="1592662"/>
                  </a:lnTo>
                  <a:lnTo>
                    <a:pt x="1149184" y="1592689"/>
                  </a:lnTo>
                  <a:lnTo>
                    <a:pt x="1149167" y="1592730"/>
                  </a:lnTo>
                  <a:lnTo>
                    <a:pt x="1149146" y="1592759"/>
                  </a:lnTo>
                  <a:lnTo>
                    <a:pt x="1149122" y="1592780"/>
                  </a:lnTo>
                  <a:lnTo>
                    <a:pt x="1149086" y="1592798"/>
                  </a:lnTo>
                  <a:lnTo>
                    <a:pt x="1149042" y="1592811"/>
                  </a:lnTo>
                  <a:lnTo>
                    <a:pt x="1149022" y="1592817"/>
                  </a:lnTo>
                  <a:lnTo>
                    <a:pt x="1149012" y="1592824"/>
                  </a:lnTo>
                  <a:lnTo>
                    <a:pt x="1149014" y="1592853"/>
                  </a:lnTo>
                  <a:lnTo>
                    <a:pt x="1149023" y="1592879"/>
                  </a:lnTo>
                  <a:lnTo>
                    <a:pt x="1149022" y="1592893"/>
                  </a:lnTo>
                  <a:lnTo>
                    <a:pt x="1149006" y="1592920"/>
                  </a:lnTo>
                  <a:lnTo>
                    <a:pt x="1148994" y="1592951"/>
                  </a:lnTo>
                  <a:lnTo>
                    <a:pt x="1148989" y="1592962"/>
                  </a:lnTo>
                  <a:lnTo>
                    <a:pt x="1148991" y="1592971"/>
                  </a:lnTo>
                  <a:lnTo>
                    <a:pt x="1149006" y="1592988"/>
                  </a:lnTo>
                  <a:lnTo>
                    <a:pt x="1149014" y="1593001"/>
                  </a:lnTo>
                  <a:lnTo>
                    <a:pt x="1149018" y="1593024"/>
                  </a:lnTo>
                  <a:lnTo>
                    <a:pt x="1149020" y="1593041"/>
                  </a:lnTo>
                  <a:lnTo>
                    <a:pt x="1149042" y="1593076"/>
                  </a:lnTo>
                  <a:lnTo>
                    <a:pt x="1149055" y="1593102"/>
                  </a:lnTo>
                  <a:lnTo>
                    <a:pt x="1149066" y="1593123"/>
                  </a:lnTo>
                  <a:lnTo>
                    <a:pt x="1149077" y="1593127"/>
                  </a:lnTo>
                  <a:lnTo>
                    <a:pt x="1149084" y="1593130"/>
                  </a:lnTo>
                  <a:lnTo>
                    <a:pt x="1149086" y="1593141"/>
                  </a:lnTo>
                  <a:lnTo>
                    <a:pt x="1149085" y="1593163"/>
                  </a:lnTo>
                  <a:lnTo>
                    <a:pt x="1149082" y="1593181"/>
                  </a:lnTo>
                  <a:lnTo>
                    <a:pt x="1149065" y="1593218"/>
                  </a:lnTo>
                  <a:lnTo>
                    <a:pt x="1149044" y="1593269"/>
                  </a:lnTo>
                  <a:lnTo>
                    <a:pt x="1149029" y="1593300"/>
                  </a:lnTo>
                  <a:lnTo>
                    <a:pt x="1149027" y="1593321"/>
                  </a:lnTo>
                  <a:lnTo>
                    <a:pt x="1149032" y="1593330"/>
                  </a:lnTo>
                  <a:lnTo>
                    <a:pt x="1149044" y="1593340"/>
                  </a:lnTo>
                  <a:lnTo>
                    <a:pt x="1149042" y="1593349"/>
                  </a:lnTo>
                  <a:lnTo>
                    <a:pt x="1149031" y="1593360"/>
                  </a:lnTo>
                  <a:lnTo>
                    <a:pt x="1149012" y="1593365"/>
                  </a:lnTo>
                  <a:lnTo>
                    <a:pt x="1148989" y="1593379"/>
                  </a:lnTo>
                  <a:lnTo>
                    <a:pt x="1148958" y="1593401"/>
                  </a:lnTo>
                  <a:lnTo>
                    <a:pt x="1148928" y="1593418"/>
                  </a:lnTo>
                  <a:lnTo>
                    <a:pt x="1148884" y="1593429"/>
                  </a:lnTo>
                  <a:lnTo>
                    <a:pt x="1148853" y="1593438"/>
                  </a:lnTo>
                  <a:lnTo>
                    <a:pt x="1148841" y="1593444"/>
                  </a:lnTo>
                  <a:lnTo>
                    <a:pt x="1148844" y="1593464"/>
                  </a:lnTo>
                  <a:lnTo>
                    <a:pt x="1148849" y="1593502"/>
                  </a:lnTo>
                  <a:lnTo>
                    <a:pt x="1148879" y="1593512"/>
                  </a:lnTo>
                  <a:lnTo>
                    <a:pt x="1148934" y="1593522"/>
                  </a:lnTo>
                  <a:lnTo>
                    <a:pt x="1148962" y="1593531"/>
                  </a:lnTo>
                  <a:lnTo>
                    <a:pt x="1148969" y="1593541"/>
                  </a:lnTo>
                  <a:lnTo>
                    <a:pt x="1148978" y="1593555"/>
                  </a:lnTo>
                  <a:lnTo>
                    <a:pt x="1149000" y="1593586"/>
                  </a:lnTo>
                  <a:lnTo>
                    <a:pt x="1149008" y="1593618"/>
                  </a:lnTo>
                  <a:lnTo>
                    <a:pt x="1149017" y="1593635"/>
                  </a:lnTo>
                  <a:lnTo>
                    <a:pt x="1149036" y="1593658"/>
                  </a:lnTo>
                  <a:lnTo>
                    <a:pt x="1149053" y="1593694"/>
                  </a:lnTo>
                  <a:lnTo>
                    <a:pt x="1149056" y="1593774"/>
                  </a:lnTo>
                  <a:lnTo>
                    <a:pt x="1149050" y="1593788"/>
                  </a:lnTo>
                  <a:lnTo>
                    <a:pt x="1149039" y="1593809"/>
                  </a:lnTo>
                  <a:lnTo>
                    <a:pt x="1149003" y="1593839"/>
                  </a:lnTo>
                  <a:lnTo>
                    <a:pt x="1148977" y="1593865"/>
                  </a:lnTo>
                  <a:lnTo>
                    <a:pt x="1148964" y="1593881"/>
                  </a:lnTo>
                  <a:lnTo>
                    <a:pt x="1148968" y="1593886"/>
                  </a:lnTo>
                  <a:lnTo>
                    <a:pt x="1148979" y="1593890"/>
                  </a:lnTo>
                  <a:lnTo>
                    <a:pt x="1148983" y="1593906"/>
                  </a:lnTo>
                  <a:lnTo>
                    <a:pt x="1148977" y="1593914"/>
                  </a:lnTo>
                  <a:lnTo>
                    <a:pt x="1148953" y="1593928"/>
                  </a:lnTo>
                  <a:lnTo>
                    <a:pt x="1148928" y="1593956"/>
                  </a:lnTo>
                  <a:lnTo>
                    <a:pt x="1148895" y="1593991"/>
                  </a:lnTo>
                  <a:lnTo>
                    <a:pt x="1148873" y="1593999"/>
                  </a:lnTo>
                  <a:lnTo>
                    <a:pt x="1148849" y="1593994"/>
                  </a:lnTo>
                  <a:lnTo>
                    <a:pt x="1148822" y="1593978"/>
                  </a:lnTo>
                  <a:lnTo>
                    <a:pt x="1148798" y="1593969"/>
                  </a:lnTo>
                  <a:lnTo>
                    <a:pt x="1148772" y="1593962"/>
                  </a:lnTo>
                  <a:lnTo>
                    <a:pt x="1148752" y="1593962"/>
                  </a:lnTo>
                  <a:lnTo>
                    <a:pt x="1148738" y="1593969"/>
                  </a:lnTo>
                  <a:lnTo>
                    <a:pt x="1148725" y="1593979"/>
                  </a:lnTo>
                  <a:lnTo>
                    <a:pt x="1148713" y="1593960"/>
                  </a:lnTo>
                  <a:lnTo>
                    <a:pt x="1148693" y="1593913"/>
                  </a:lnTo>
                  <a:lnTo>
                    <a:pt x="1148682" y="1593893"/>
                  </a:lnTo>
                  <a:lnTo>
                    <a:pt x="1148662" y="1593880"/>
                  </a:lnTo>
                  <a:lnTo>
                    <a:pt x="1148640" y="1593874"/>
                  </a:lnTo>
                  <a:lnTo>
                    <a:pt x="1148629" y="1593880"/>
                  </a:lnTo>
                  <a:lnTo>
                    <a:pt x="1148618" y="1593898"/>
                  </a:lnTo>
                  <a:lnTo>
                    <a:pt x="1148604" y="1593935"/>
                  </a:lnTo>
                  <a:lnTo>
                    <a:pt x="1148591" y="1593968"/>
                  </a:lnTo>
                  <a:lnTo>
                    <a:pt x="1148571" y="1594000"/>
                  </a:lnTo>
                  <a:lnTo>
                    <a:pt x="1148558" y="1594010"/>
                  </a:lnTo>
                  <a:lnTo>
                    <a:pt x="1148538" y="1594012"/>
                  </a:lnTo>
                  <a:lnTo>
                    <a:pt x="1148525" y="1594002"/>
                  </a:lnTo>
                  <a:lnTo>
                    <a:pt x="1148524" y="1593974"/>
                  </a:lnTo>
                  <a:lnTo>
                    <a:pt x="1148525" y="1593937"/>
                  </a:lnTo>
                  <a:lnTo>
                    <a:pt x="1148519" y="1593919"/>
                  </a:lnTo>
                  <a:lnTo>
                    <a:pt x="1148498" y="1593915"/>
                  </a:lnTo>
                  <a:lnTo>
                    <a:pt x="1148473" y="1593924"/>
                  </a:lnTo>
                  <a:lnTo>
                    <a:pt x="1148460" y="1593932"/>
                  </a:lnTo>
                  <a:lnTo>
                    <a:pt x="1148448" y="1593929"/>
                  </a:lnTo>
                  <a:lnTo>
                    <a:pt x="1148436" y="1593902"/>
                  </a:lnTo>
                  <a:lnTo>
                    <a:pt x="1148421" y="1593902"/>
                  </a:lnTo>
                  <a:lnTo>
                    <a:pt x="1148404" y="1593915"/>
                  </a:lnTo>
                  <a:lnTo>
                    <a:pt x="1148384" y="1593939"/>
                  </a:lnTo>
                  <a:lnTo>
                    <a:pt x="1148365" y="1593961"/>
                  </a:lnTo>
                  <a:lnTo>
                    <a:pt x="1148348" y="1593970"/>
                  </a:lnTo>
                  <a:lnTo>
                    <a:pt x="1148315" y="1593975"/>
                  </a:lnTo>
                  <a:lnTo>
                    <a:pt x="1148292" y="1593961"/>
                  </a:lnTo>
                  <a:lnTo>
                    <a:pt x="1148287" y="1593956"/>
                  </a:lnTo>
                  <a:lnTo>
                    <a:pt x="1148278" y="1593957"/>
                  </a:lnTo>
                  <a:lnTo>
                    <a:pt x="1148266" y="1593959"/>
                  </a:lnTo>
                  <a:lnTo>
                    <a:pt x="1148261" y="1593963"/>
                  </a:lnTo>
                  <a:lnTo>
                    <a:pt x="1148256" y="1593972"/>
                  </a:lnTo>
                  <a:lnTo>
                    <a:pt x="1148258" y="1593982"/>
                  </a:lnTo>
                  <a:lnTo>
                    <a:pt x="1148268" y="1594000"/>
                  </a:lnTo>
                  <a:lnTo>
                    <a:pt x="1148271" y="1594009"/>
                  </a:lnTo>
                  <a:lnTo>
                    <a:pt x="1148273" y="1594019"/>
                  </a:lnTo>
                  <a:lnTo>
                    <a:pt x="1148276" y="1594031"/>
                  </a:lnTo>
                  <a:lnTo>
                    <a:pt x="1148273" y="1594037"/>
                  </a:lnTo>
                  <a:lnTo>
                    <a:pt x="1148257" y="1594053"/>
                  </a:lnTo>
                  <a:lnTo>
                    <a:pt x="1148253" y="1594057"/>
                  </a:lnTo>
                  <a:lnTo>
                    <a:pt x="1148239" y="1594064"/>
                  </a:lnTo>
                  <a:lnTo>
                    <a:pt x="1148233" y="1594068"/>
                  </a:lnTo>
                  <a:lnTo>
                    <a:pt x="1148226" y="1594080"/>
                  </a:lnTo>
                  <a:lnTo>
                    <a:pt x="1148224" y="1594098"/>
                  </a:lnTo>
                  <a:lnTo>
                    <a:pt x="1148225" y="1594104"/>
                  </a:lnTo>
                  <a:lnTo>
                    <a:pt x="1148232" y="1594117"/>
                  </a:lnTo>
                  <a:lnTo>
                    <a:pt x="1148237" y="1594128"/>
                  </a:lnTo>
                  <a:lnTo>
                    <a:pt x="1148234" y="1594135"/>
                  </a:lnTo>
                  <a:lnTo>
                    <a:pt x="1148225" y="1594139"/>
                  </a:lnTo>
                  <a:lnTo>
                    <a:pt x="1148216" y="1594138"/>
                  </a:lnTo>
                  <a:lnTo>
                    <a:pt x="1148211" y="1594138"/>
                  </a:lnTo>
                  <a:lnTo>
                    <a:pt x="1148198" y="1594133"/>
                  </a:lnTo>
                  <a:lnTo>
                    <a:pt x="1148179" y="1594119"/>
                  </a:lnTo>
                  <a:lnTo>
                    <a:pt x="1148170" y="1594115"/>
                  </a:lnTo>
                  <a:lnTo>
                    <a:pt x="1148162" y="1594115"/>
                  </a:lnTo>
                  <a:lnTo>
                    <a:pt x="1148151" y="1594117"/>
                  </a:lnTo>
                  <a:lnTo>
                    <a:pt x="1148145" y="1594121"/>
                  </a:lnTo>
                  <a:lnTo>
                    <a:pt x="1148138" y="1594128"/>
                  </a:lnTo>
                  <a:lnTo>
                    <a:pt x="1148136" y="1594138"/>
                  </a:lnTo>
                  <a:lnTo>
                    <a:pt x="1148137" y="1594147"/>
                  </a:lnTo>
                  <a:lnTo>
                    <a:pt x="1148144" y="1594157"/>
                  </a:lnTo>
                  <a:lnTo>
                    <a:pt x="1148157" y="1594175"/>
                  </a:lnTo>
                  <a:lnTo>
                    <a:pt x="1148169" y="1594193"/>
                  </a:lnTo>
                  <a:lnTo>
                    <a:pt x="1148174" y="1594201"/>
                  </a:lnTo>
                  <a:lnTo>
                    <a:pt x="1148183" y="1594208"/>
                  </a:lnTo>
                  <a:lnTo>
                    <a:pt x="1148188" y="1594209"/>
                  </a:lnTo>
                  <a:lnTo>
                    <a:pt x="1148195" y="1594214"/>
                  </a:lnTo>
                  <a:lnTo>
                    <a:pt x="1148201" y="1594222"/>
                  </a:lnTo>
                  <a:lnTo>
                    <a:pt x="1148204" y="1594232"/>
                  </a:lnTo>
                  <a:lnTo>
                    <a:pt x="1148207" y="1594241"/>
                  </a:lnTo>
                  <a:lnTo>
                    <a:pt x="1148194" y="1594256"/>
                  </a:lnTo>
                  <a:lnTo>
                    <a:pt x="1148180" y="1594275"/>
                  </a:lnTo>
                  <a:lnTo>
                    <a:pt x="1148171" y="1594284"/>
                  </a:lnTo>
                  <a:lnTo>
                    <a:pt x="1148168" y="1594291"/>
                  </a:lnTo>
                  <a:lnTo>
                    <a:pt x="1148159" y="1594309"/>
                  </a:lnTo>
                  <a:lnTo>
                    <a:pt x="1148159" y="1594328"/>
                  </a:lnTo>
                  <a:lnTo>
                    <a:pt x="1148157" y="1594346"/>
                  </a:lnTo>
                  <a:lnTo>
                    <a:pt x="1148159" y="1594365"/>
                  </a:lnTo>
                  <a:lnTo>
                    <a:pt x="1148164" y="1594384"/>
                  </a:lnTo>
                  <a:lnTo>
                    <a:pt x="1148167" y="1594402"/>
                  </a:lnTo>
                  <a:lnTo>
                    <a:pt x="1148167" y="1594409"/>
                  </a:lnTo>
                  <a:lnTo>
                    <a:pt x="1148164" y="1594417"/>
                  </a:lnTo>
                  <a:lnTo>
                    <a:pt x="1148159" y="1594420"/>
                  </a:lnTo>
                  <a:lnTo>
                    <a:pt x="1148143" y="1594426"/>
                  </a:lnTo>
                  <a:lnTo>
                    <a:pt x="1148136" y="1594426"/>
                  </a:lnTo>
                  <a:lnTo>
                    <a:pt x="1148124" y="1594422"/>
                  </a:lnTo>
                  <a:lnTo>
                    <a:pt x="1148114" y="1594417"/>
                  </a:lnTo>
                  <a:lnTo>
                    <a:pt x="1148108" y="1594411"/>
                  </a:lnTo>
                  <a:lnTo>
                    <a:pt x="1148093" y="1594395"/>
                  </a:lnTo>
                  <a:lnTo>
                    <a:pt x="1148080" y="1594384"/>
                  </a:lnTo>
                  <a:lnTo>
                    <a:pt x="1148074" y="1594379"/>
                  </a:lnTo>
                  <a:lnTo>
                    <a:pt x="1148059" y="1594368"/>
                  </a:lnTo>
                  <a:lnTo>
                    <a:pt x="1148055" y="1594365"/>
                  </a:lnTo>
                  <a:lnTo>
                    <a:pt x="1148046" y="1594358"/>
                  </a:lnTo>
                  <a:lnTo>
                    <a:pt x="1148041" y="1594353"/>
                  </a:lnTo>
                  <a:lnTo>
                    <a:pt x="1148037" y="1594350"/>
                  </a:lnTo>
                  <a:lnTo>
                    <a:pt x="1148028" y="1594349"/>
                  </a:lnTo>
                  <a:lnTo>
                    <a:pt x="1148015" y="1594353"/>
                  </a:lnTo>
                  <a:lnTo>
                    <a:pt x="1148005" y="1594366"/>
                  </a:lnTo>
                  <a:lnTo>
                    <a:pt x="1148001" y="1594373"/>
                  </a:lnTo>
                  <a:lnTo>
                    <a:pt x="1147995" y="1594377"/>
                  </a:lnTo>
                  <a:lnTo>
                    <a:pt x="1147986" y="1594376"/>
                  </a:lnTo>
                  <a:lnTo>
                    <a:pt x="1147971" y="1594374"/>
                  </a:lnTo>
                  <a:lnTo>
                    <a:pt x="1147965" y="1594373"/>
                  </a:lnTo>
                  <a:lnTo>
                    <a:pt x="1147945" y="1594373"/>
                  </a:lnTo>
                  <a:lnTo>
                    <a:pt x="1147930" y="1594380"/>
                  </a:lnTo>
                  <a:lnTo>
                    <a:pt x="1147922" y="1594383"/>
                  </a:lnTo>
                  <a:lnTo>
                    <a:pt x="1147913" y="1594383"/>
                  </a:lnTo>
                  <a:lnTo>
                    <a:pt x="1147889" y="1594377"/>
                  </a:lnTo>
                  <a:lnTo>
                    <a:pt x="1147877" y="1594372"/>
                  </a:lnTo>
                  <a:lnTo>
                    <a:pt x="1147866" y="1594372"/>
                  </a:lnTo>
                  <a:lnTo>
                    <a:pt x="1147864" y="1594363"/>
                  </a:lnTo>
                  <a:lnTo>
                    <a:pt x="1147860" y="1594353"/>
                  </a:lnTo>
                  <a:lnTo>
                    <a:pt x="1147836" y="1594366"/>
                  </a:lnTo>
                  <a:lnTo>
                    <a:pt x="1147820" y="1594378"/>
                  </a:lnTo>
                  <a:lnTo>
                    <a:pt x="1147796" y="1594387"/>
                  </a:lnTo>
                  <a:lnTo>
                    <a:pt x="1147790" y="1594391"/>
                  </a:lnTo>
                  <a:lnTo>
                    <a:pt x="1147786" y="1594371"/>
                  </a:lnTo>
                  <a:lnTo>
                    <a:pt x="1147774" y="1594373"/>
                  </a:lnTo>
                  <a:lnTo>
                    <a:pt x="1147773" y="1594359"/>
                  </a:lnTo>
                  <a:lnTo>
                    <a:pt x="1147754" y="1594362"/>
                  </a:lnTo>
                  <a:lnTo>
                    <a:pt x="1147752" y="1594349"/>
                  </a:lnTo>
                  <a:lnTo>
                    <a:pt x="1147707" y="1594364"/>
                  </a:lnTo>
                  <a:lnTo>
                    <a:pt x="1147702" y="1594351"/>
                  </a:lnTo>
                  <a:lnTo>
                    <a:pt x="1147688" y="1594359"/>
                  </a:lnTo>
                  <a:lnTo>
                    <a:pt x="1147675" y="1594374"/>
                  </a:lnTo>
                  <a:lnTo>
                    <a:pt x="1147665" y="1594400"/>
                  </a:lnTo>
                  <a:lnTo>
                    <a:pt x="1147656" y="1594426"/>
                  </a:lnTo>
                  <a:lnTo>
                    <a:pt x="1147646" y="1594447"/>
                  </a:lnTo>
                  <a:lnTo>
                    <a:pt x="1147638" y="1594461"/>
                  </a:lnTo>
                  <a:lnTo>
                    <a:pt x="1147624" y="1594469"/>
                  </a:lnTo>
                  <a:lnTo>
                    <a:pt x="1147618" y="1594467"/>
                  </a:lnTo>
                  <a:lnTo>
                    <a:pt x="1147609" y="1594481"/>
                  </a:lnTo>
                  <a:lnTo>
                    <a:pt x="1147601" y="1594492"/>
                  </a:lnTo>
                  <a:lnTo>
                    <a:pt x="1147595" y="1594501"/>
                  </a:lnTo>
                  <a:lnTo>
                    <a:pt x="1147578" y="1594521"/>
                  </a:lnTo>
                  <a:lnTo>
                    <a:pt x="1147556" y="1594539"/>
                  </a:lnTo>
                  <a:lnTo>
                    <a:pt x="1147558" y="1594545"/>
                  </a:lnTo>
                  <a:lnTo>
                    <a:pt x="1147529" y="1594558"/>
                  </a:lnTo>
                  <a:lnTo>
                    <a:pt x="1147506" y="1594566"/>
                  </a:lnTo>
                  <a:lnTo>
                    <a:pt x="1147479" y="1594564"/>
                  </a:lnTo>
                  <a:lnTo>
                    <a:pt x="1147427" y="1594558"/>
                  </a:lnTo>
                  <a:lnTo>
                    <a:pt x="1147358" y="1594546"/>
                  </a:lnTo>
                  <a:lnTo>
                    <a:pt x="1147308" y="1594538"/>
                  </a:lnTo>
                  <a:lnTo>
                    <a:pt x="1147275" y="1594537"/>
                  </a:lnTo>
                  <a:lnTo>
                    <a:pt x="1147264" y="1594537"/>
                  </a:lnTo>
                  <a:lnTo>
                    <a:pt x="1147249" y="1594541"/>
                  </a:lnTo>
                  <a:lnTo>
                    <a:pt x="1147241" y="1594553"/>
                  </a:lnTo>
                  <a:lnTo>
                    <a:pt x="1147226" y="1594585"/>
                  </a:lnTo>
                  <a:lnTo>
                    <a:pt x="1147197" y="1594635"/>
                  </a:lnTo>
                  <a:lnTo>
                    <a:pt x="1147162" y="1594685"/>
                  </a:lnTo>
                  <a:lnTo>
                    <a:pt x="1147148" y="1594702"/>
                  </a:lnTo>
                  <a:lnTo>
                    <a:pt x="1147133" y="1594723"/>
                  </a:lnTo>
                  <a:lnTo>
                    <a:pt x="1147107" y="1594754"/>
                  </a:lnTo>
                  <a:lnTo>
                    <a:pt x="1147101" y="1594763"/>
                  </a:lnTo>
                  <a:lnTo>
                    <a:pt x="1147095" y="1594771"/>
                  </a:lnTo>
                  <a:lnTo>
                    <a:pt x="1147093" y="1594784"/>
                  </a:lnTo>
                  <a:lnTo>
                    <a:pt x="1147094" y="1594801"/>
                  </a:lnTo>
                  <a:lnTo>
                    <a:pt x="1147094" y="1594811"/>
                  </a:lnTo>
                  <a:lnTo>
                    <a:pt x="1147096" y="1594819"/>
                  </a:lnTo>
                  <a:lnTo>
                    <a:pt x="1147110" y="1594837"/>
                  </a:lnTo>
                  <a:lnTo>
                    <a:pt x="1147122" y="1594855"/>
                  </a:lnTo>
                  <a:lnTo>
                    <a:pt x="1147137" y="1594874"/>
                  </a:lnTo>
                  <a:lnTo>
                    <a:pt x="1147141" y="1594882"/>
                  </a:lnTo>
                  <a:lnTo>
                    <a:pt x="1147144" y="1594892"/>
                  </a:lnTo>
                  <a:lnTo>
                    <a:pt x="1147102" y="1594912"/>
                  </a:lnTo>
                  <a:lnTo>
                    <a:pt x="1147095" y="1594916"/>
                  </a:lnTo>
                  <a:lnTo>
                    <a:pt x="1147086" y="1594922"/>
                  </a:lnTo>
                  <a:lnTo>
                    <a:pt x="1147062" y="1594929"/>
                  </a:lnTo>
                  <a:lnTo>
                    <a:pt x="1147039" y="1594938"/>
                  </a:lnTo>
                  <a:lnTo>
                    <a:pt x="1147025" y="1594947"/>
                  </a:lnTo>
                  <a:lnTo>
                    <a:pt x="1147011" y="1594950"/>
                  </a:lnTo>
                  <a:lnTo>
                    <a:pt x="1146993" y="1594938"/>
                  </a:lnTo>
                  <a:lnTo>
                    <a:pt x="1146975" y="1594923"/>
                  </a:lnTo>
                  <a:lnTo>
                    <a:pt x="1146958" y="1594918"/>
                  </a:lnTo>
                  <a:lnTo>
                    <a:pt x="1146951" y="1594919"/>
                  </a:lnTo>
                  <a:lnTo>
                    <a:pt x="1146946" y="1594920"/>
                  </a:lnTo>
                  <a:lnTo>
                    <a:pt x="1146928" y="1594932"/>
                  </a:lnTo>
                  <a:lnTo>
                    <a:pt x="1146925" y="1594939"/>
                  </a:lnTo>
                  <a:lnTo>
                    <a:pt x="1146916" y="1594957"/>
                  </a:lnTo>
                  <a:lnTo>
                    <a:pt x="1146910" y="1594976"/>
                  </a:lnTo>
                  <a:lnTo>
                    <a:pt x="1146910" y="1594983"/>
                  </a:lnTo>
                  <a:lnTo>
                    <a:pt x="1146906" y="1594995"/>
                  </a:lnTo>
                  <a:lnTo>
                    <a:pt x="1146902" y="1595003"/>
                  </a:lnTo>
                  <a:lnTo>
                    <a:pt x="1146900" y="1595018"/>
                  </a:lnTo>
                  <a:lnTo>
                    <a:pt x="1146909" y="1595036"/>
                  </a:lnTo>
                  <a:lnTo>
                    <a:pt x="1146916" y="1595054"/>
                  </a:lnTo>
                  <a:lnTo>
                    <a:pt x="1146922" y="1595073"/>
                  </a:lnTo>
                  <a:lnTo>
                    <a:pt x="1146932" y="1595091"/>
                  </a:lnTo>
                  <a:lnTo>
                    <a:pt x="1146929" y="1595105"/>
                  </a:lnTo>
                  <a:lnTo>
                    <a:pt x="1146912" y="1595115"/>
                  </a:lnTo>
                  <a:lnTo>
                    <a:pt x="1146897" y="1595112"/>
                  </a:lnTo>
                  <a:lnTo>
                    <a:pt x="1146883" y="1595113"/>
                  </a:lnTo>
                  <a:lnTo>
                    <a:pt x="1146859" y="1595121"/>
                  </a:lnTo>
                  <a:lnTo>
                    <a:pt x="1146837" y="1595138"/>
                  </a:lnTo>
                  <a:lnTo>
                    <a:pt x="1146828" y="1595145"/>
                  </a:lnTo>
                  <a:lnTo>
                    <a:pt x="1146822" y="1595162"/>
                  </a:lnTo>
                  <a:lnTo>
                    <a:pt x="1146826" y="1595180"/>
                  </a:lnTo>
                  <a:lnTo>
                    <a:pt x="1146843" y="1595197"/>
                  </a:lnTo>
                  <a:lnTo>
                    <a:pt x="1146852" y="1595217"/>
                  </a:lnTo>
                  <a:lnTo>
                    <a:pt x="1146851" y="1595234"/>
                  </a:lnTo>
                  <a:lnTo>
                    <a:pt x="1146849" y="1595255"/>
                  </a:lnTo>
                  <a:lnTo>
                    <a:pt x="1146849" y="1595271"/>
                  </a:lnTo>
                  <a:lnTo>
                    <a:pt x="1146858" y="1595289"/>
                  </a:lnTo>
                  <a:lnTo>
                    <a:pt x="1146865" y="1595308"/>
                  </a:lnTo>
                  <a:lnTo>
                    <a:pt x="1146875" y="1595326"/>
                  </a:lnTo>
                  <a:lnTo>
                    <a:pt x="1146880" y="1595336"/>
                  </a:lnTo>
                  <a:lnTo>
                    <a:pt x="1146884" y="1595344"/>
                  </a:lnTo>
                  <a:lnTo>
                    <a:pt x="1146888" y="1595351"/>
                  </a:lnTo>
                  <a:lnTo>
                    <a:pt x="1146867" y="1595376"/>
                  </a:lnTo>
                  <a:lnTo>
                    <a:pt x="1146845" y="1595399"/>
                  </a:lnTo>
                  <a:lnTo>
                    <a:pt x="1146833" y="1595408"/>
                  </a:lnTo>
                  <a:lnTo>
                    <a:pt x="1146815" y="1595413"/>
                  </a:lnTo>
                  <a:lnTo>
                    <a:pt x="1146806" y="1595415"/>
                  </a:lnTo>
                  <a:lnTo>
                    <a:pt x="1146798" y="1595420"/>
                  </a:lnTo>
                  <a:lnTo>
                    <a:pt x="1146780" y="1595431"/>
                  </a:lnTo>
                  <a:lnTo>
                    <a:pt x="1146773" y="1595433"/>
                  </a:lnTo>
                  <a:lnTo>
                    <a:pt x="1146763" y="1595433"/>
                  </a:lnTo>
                  <a:lnTo>
                    <a:pt x="1146753" y="1595433"/>
                  </a:lnTo>
                  <a:lnTo>
                    <a:pt x="1146744" y="1595431"/>
                  </a:lnTo>
                  <a:lnTo>
                    <a:pt x="1146727" y="1595429"/>
                  </a:lnTo>
                  <a:lnTo>
                    <a:pt x="1146709" y="1595425"/>
                  </a:lnTo>
                  <a:lnTo>
                    <a:pt x="1146691" y="1595421"/>
                  </a:lnTo>
                  <a:lnTo>
                    <a:pt x="1146674" y="1595422"/>
                  </a:lnTo>
                  <a:lnTo>
                    <a:pt x="1146656" y="1595423"/>
                  </a:lnTo>
                  <a:lnTo>
                    <a:pt x="1146645" y="1595422"/>
                  </a:lnTo>
                  <a:lnTo>
                    <a:pt x="1146622" y="1595414"/>
                  </a:lnTo>
                  <a:lnTo>
                    <a:pt x="1146596" y="1595409"/>
                  </a:lnTo>
                  <a:lnTo>
                    <a:pt x="1146562" y="1595400"/>
                  </a:lnTo>
                  <a:lnTo>
                    <a:pt x="1146537" y="1595391"/>
                  </a:lnTo>
                  <a:lnTo>
                    <a:pt x="1146514" y="1595376"/>
                  </a:lnTo>
                  <a:lnTo>
                    <a:pt x="1146509" y="1595374"/>
                  </a:lnTo>
                  <a:lnTo>
                    <a:pt x="1146503" y="1595368"/>
                  </a:lnTo>
                  <a:lnTo>
                    <a:pt x="1146499" y="1595358"/>
                  </a:lnTo>
                  <a:lnTo>
                    <a:pt x="1146479" y="1595324"/>
                  </a:lnTo>
                  <a:lnTo>
                    <a:pt x="1146470" y="1595314"/>
                  </a:lnTo>
                  <a:lnTo>
                    <a:pt x="1146461" y="1595307"/>
                  </a:lnTo>
                  <a:lnTo>
                    <a:pt x="1146454" y="1595297"/>
                  </a:lnTo>
                  <a:lnTo>
                    <a:pt x="1146447" y="1595288"/>
                  </a:lnTo>
                  <a:lnTo>
                    <a:pt x="1146439" y="1595282"/>
                  </a:lnTo>
                  <a:lnTo>
                    <a:pt x="1146422" y="1595276"/>
                  </a:lnTo>
                  <a:lnTo>
                    <a:pt x="1146410" y="1595270"/>
                  </a:lnTo>
                  <a:lnTo>
                    <a:pt x="1146397" y="1595263"/>
                  </a:lnTo>
                  <a:lnTo>
                    <a:pt x="1146384" y="1595254"/>
                  </a:lnTo>
                  <a:lnTo>
                    <a:pt x="1146363" y="1595243"/>
                  </a:lnTo>
                  <a:lnTo>
                    <a:pt x="1146313" y="1595267"/>
                  </a:lnTo>
                  <a:lnTo>
                    <a:pt x="1146296" y="1595271"/>
                  </a:lnTo>
                  <a:lnTo>
                    <a:pt x="1146278" y="1595279"/>
                  </a:lnTo>
                  <a:lnTo>
                    <a:pt x="1146261" y="1595288"/>
                  </a:lnTo>
                  <a:lnTo>
                    <a:pt x="1146253" y="1595290"/>
                  </a:lnTo>
                  <a:lnTo>
                    <a:pt x="1146242" y="1595290"/>
                  </a:lnTo>
                  <a:lnTo>
                    <a:pt x="1146225" y="1595294"/>
                  </a:lnTo>
                  <a:lnTo>
                    <a:pt x="1146216" y="1595297"/>
                  </a:lnTo>
                  <a:lnTo>
                    <a:pt x="1146205" y="1595302"/>
                  </a:lnTo>
                  <a:lnTo>
                    <a:pt x="1146190" y="1595312"/>
                  </a:lnTo>
                  <a:lnTo>
                    <a:pt x="1146176" y="1595330"/>
                  </a:lnTo>
                  <a:lnTo>
                    <a:pt x="1146168" y="1595349"/>
                  </a:lnTo>
                  <a:lnTo>
                    <a:pt x="1146163" y="1595367"/>
                  </a:lnTo>
                  <a:lnTo>
                    <a:pt x="1146159" y="1595386"/>
                  </a:lnTo>
                  <a:lnTo>
                    <a:pt x="1146156" y="1595392"/>
                  </a:lnTo>
                  <a:lnTo>
                    <a:pt x="1146144" y="1595408"/>
                  </a:lnTo>
                  <a:lnTo>
                    <a:pt x="1146138" y="1595413"/>
                  </a:lnTo>
                  <a:lnTo>
                    <a:pt x="1146121" y="1595421"/>
                  </a:lnTo>
                  <a:lnTo>
                    <a:pt x="1146061" y="1595453"/>
                  </a:lnTo>
                  <a:lnTo>
                    <a:pt x="1146049" y="1595465"/>
                  </a:lnTo>
                  <a:lnTo>
                    <a:pt x="1146046" y="1595470"/>
                  </a:lnTo>
                  <a:lnTo>
                    <a:pt x="1146041" y="1595481"/>
                  </a:lnTo>
                  <a:lnTo>
                    <a:pt x="1146038" y="1595502"/>
                  </a:lnTo>
                  <a:lnTo>
                    <a:pt x="1146038" y="1595520"/>
                  </a:lnTo>
                  <a:lnTo>
                    <a:pt x="1146038" y="1595539"/>
                  </a:lnTo>
                  <a:lnTo>
                    <a:pt x="1146037" y="1595557"/>
                  </a:lnTo>
                  <a:lnTo>
                    <a:pt x="1146039" y="1595576"/>
                  </a:lnTo>
                  <a:lnTo>
                    <a:pt x="1146043" y="1595594"/>
                  </a:lnTo>
                  <a:lnTo>
                    <a:pt x="1146052" y="1595612"/>
                  </a:lnTo>
                  <a:lnTo>
                    <a:pt x="1146059" y="1595623"/>
                  </a:lnTo>
                  <a:lnTo>
                    <a:pt x="1146061" y="1595631"/>
                  </a:lnTo>
                  <a:lnTo>
                    <a:pt x="1146070" y="1595650"/>
                  </a:lnTo>
                  <a:lnTo>
                    <a:pt x="1146076" y="1595668"/>
                  </a:lnTo>
                  <a:lnTo>
                    <a:pt x="1146083" y="1595686"/>
                  </a:lnTo>
                  <a:lnTo>
                    <a:pt x="1146093" y="1595705"/>
                  </a:lnTo>
                  <a:lnTo>
                    <a:pt x="1146110" y="1595721"/>
                  </a:lnTo>
                  <a:lnTo>
                    <a:pt x="1146127" y="1595731"/>
                  </a:lnTo>
                  <a:lnTo>
                    <a:pt x="1146133" y="1595734"/>
                  </a:lnTo>
                  <a:lnTo>
                    <a:pt x="1146140" y="1595738"/>
                  </a:lnTo>
                  <a:lnTo>
                    <a:pt x="1146146" y="1595740"/>
                  </a:lnTo>
                  <a:lnTo>
                    <a:pt x="1146153" y="1595745"/>
                  </a:lnTo>
                  <a:lnTo>
                    <a:pt x="1146164" y="1595748"/>
                  </a:lnTo>
                  <a:lnTo>
                    <a:pt x="1146182" y="1595754"/>
                  </a:lnTo>
                  <a:lnTo>
                    <a:pt x="1146200" y="1595759"/>
                  </a:lnTo>
                  <a:lnTo>
                    <a:pt x="1146217" y="1595760"/>
                  </a:lnTo>
                  <a:lnTo>
                    <a:pt x="1146235" y="1595761"/>
                  </a:lnTo>
                  <a:lnTo>
                    <a:pt x="1146253" y="1595763"/>
                  </a:lnTo>
                  <a:lnTo>
                    <a:pt x="1146270" y="1595765"/>
                  </a:lnTo>
                  <a:lnTo>
                    <a:pt x="1146288" y="1595765"/>
                  </a:lnTo>
                  <a:lnTo>
                    <a:pt x="1146306" y="1595768"/>
                  </a:lnTo>
                  <a:lnTo>
                    <a:pt x="1146324" y="1595769"/>
                  </a:lnTo>
                  <a:lnTo>
                    <a:pt x="1146341" y="1595770"/>
                  </a:lnTo>
                  <a:lnTo>
                    <a:pt x="1146359" y="1595770"/>
                  </a:lnTo>
                  <a:lnTo>
                    <a:pt x="1146368" y="1595768"/>
                  </a:lnTo>
                  <a:lnTo>
                    <a:pt x="1146377" y="1595765"/>
                  </a:lnTo>
                  <a:lnTo>
                    <a:pt x="1146394" y="1595759"/>
                  </a:lnTo>
                  <a:lnTo>
                    <a:pt x="1146401" y="1595756"/>
                  </a:lnTo>
                  <a:lnTo>
                    <a:pt x="1146412" y="1595748"/>
                  </a:lnTo>
                  <a:lnTo>
                    <a:pt x="1146429" y="1595733"/>
                  </a:lnTo>
                  <a:lnTo>
                    <a:pt x="1146446" y="1595721"/>
                  </a:lnTo>
                  <a:lnTo>
                    <a:pt x="1146454" y="1595716"/>
                  </a:lnTo>
                  <a:lnTo>
                    <a:pt x="1146464" y="1595715"/>
                  </a:lnTo>
                  <a:lnTo>
                    <a:pt x="1146481" y="1595712"/>
                  </a:lnTo>
                  <a:lnTo>
                    <a:pt x="1146499" y="1595712"/>
                  </a:lnTo>
                  <a:lnTo>
                    <a:pt x="1146517" y="1595714"/>
                  </a:lnTo>
                  <a:lnTo>
                    <a:pt x="1146526" y="1595714"/>
                  </a:lnTo>
                  <a:lnTo>
                    <a:pt x="1146536" y="1595716"/>
                  </a:lnTo>
                  <a:lnTo>
                    <a:pt x="1146551" y="1595731"/>
                  </a:lnTo>
                  <a:lnTo>
                    <a:pt x="1146562" y="1595749"/>
                  </a:lnTo>
                  <a:lnTo>
                    <a:pt x="1146569" y="1595759"/>
                  </a:lnTo>
                  <a:lnTo>
                    <a:pt x="1146573" y="1595768"/>
                  </a:lnTo>
                  <a:lnTo>
                    <a:pt x="1146585" y="1595786"/>
                  </a:lnTo>
                  <a:lnTo>
                    <a:pt x="1146598" y="1595805"/>
                  </a:lnTo>
                  <a:lnTo>
                    <a:pt x="1146610" y="1595823"/>
                  </a:lnTo>
                  <a:lnTo>
                    <a:pt x="1146628" y="1595839"/>
                  </a:lnTo>
                  <a:lnTo>
                    <a:pt x="1146645" y="1595851"/>
                  </a:lnTo>
                  <a:lnTo>
                    <a:pt x="1146654" y="1595858"/>
                  </a:lnTo>
                  <a:lnTo>
                    <a:pt x="1146664" y="1595863"/>
                  </a:lnTo>
                  <a:lnTo>
                    <a:pt x="1146667" y="1595869"/>
                  </a:lnTo>
                  <a:lnTo>
                    <a:pt x="1146677" y="1595879"/>
                  </a:lnTo>
                  <a:lnTo>
                    <a:pt x="1146690" y="1595907"/>
                  </a:lnTo>
                  <a:lnTo>
                    <a:pt x="1146700" y="1595956"/>
                  </a:lnTo>
                  <a:lnTo>
                    <a:pt x="1146707" y="1595997"/>
                  </a:lnTo>
                  <a:lnTo>
                    <a:pt x="1146703" y="1596032"/>
                  </a:lnTo>
                  <a:lnTo>
                    <a:pt x="1146686" y="1596053"/>
                  </a:lnTo>
                  <a:lnTo>
                    <a:pt x="1146651" y="1596073"/>
                  </a:lnTo>
                  <a:lnTo>
                    <a:pt x="1146636" y="1596080"/>
                  </a:lnTo>
                  <a:lnTo>
                    <a:pt x="1146624" y="1596085"/>
                  </a:lnTo>
                  <a:lnTo>
                    <a:pt x="1146615" y="1596087"/>
                  </a:lnTo>
                  <a:lnTo>
                    <a:pt x="1146587" y="1596097"/>
                  </a:lnTo>
                  <a:lnTo>
                    <a:pt x="1146564" y="1596105"/>
                  </a:lnTo>
                  <a:lnTo>
                    <a:pt x="1146555" y="1596109"/>
                  </a:lnTo>
                  <a:lnTo>
                    <a:pt x="1146539" y="1596113"/>
                  </a:lnTo>
                  <a:lnTo>
                    <a:pt x="1146503" y="1596128"/>
                  </a:lnTo>
                  <a:lnTo>
                    <a:pt x="1146464" y="1596156"/>
                  </a:lnTo>
                  <a:lnTo>
                    <a:pt x="1146435" y="1596190"/>
                  </a:lnTo>
                  <a:lnTo>
                    <a:pt x="1146420" y="1596222"/>
                  </a:lnTo>
                  <a:lnTo>
                    <a:pt x="1146403" y="1596257"/>
                  </a:lnTo>
                  <a:lnTo>
                    <a:pt x="1146390" y="1596281"/>
                  </a:lnTo>
                  <a:lnTo>
                    <a:pt x="1146365" y="1596300"/>
                  </a:lnTo>
                  <a:lnTo>
                    <a:pt x="1146319" y="1596332"/>
                  </a:lnTo>
                  <a:lnTo>
                    <a:pt x="1146297" y="1596340"/>
                  </a:lnTo>
                  <a:lnTo>
                    <a:pt x="1146267" y="1596342"/>
                  </a:lnTo>
                  <a:lnTo>
                    <a:pt x="1146216" y="1596342"/>
                  </a:lnTo>
                  <a:lnTo>
                    <a:pt x="1146156" y="1596332"/>
                  </a:lnTo>
                  <a:lnTo>
                    <a:pt x="1146130" y="1596321"/>
                  </a:lnTo>
                  <a:lnTo>
                    <a:pt x="1146107" y="1596305"/>
                  </a:lnTo>
                  <a:lnTo>
                    <a:pt x="1146084" y="1596285"/>
                  </a:lnTo>
                  <a:lnTo>
                    <a:pt x="1146036" y="1596260"/>
                  </a:lnTo>
                  <a:lnTo>
                    <a:pt x="1146012" y="1596250"/>
                  </a:lnTo>
                  <a:lnTo>
                    <a:pt x="1145965" y="1596233"/>
                  </a:lnTo>
                  <a:lnTo>
                    <a:pt x="1145935" y="1596215"/>
                  </a:lnTo>
                  <a:lnTo>
                    <a:pt x="1145912" y="1596207"/>
                  </a:lnTo>
                  <a:lnTo>
                    <a:pt x="1145881" y="1596198"/>
                  </a:lnTo>
                  <a:lnTo>
                    <a:pt x="1145828" y="1596178"/>
                  </a:lnTo>
                  <a:lnTo>
                    <a:pt x="1145798" y="1596167"/>
                  </a:lnTo>
                  <a:lnTo>
                    <a:pt x="1145779" y="1596156"/>
                  </a:lnTo>
                  <a:lnTo>
                    <a:pt x="1145766" y="1596148"/>
                  </a:lnTo>
                  <a:lnTo>
                    <a:pt x="1145754" y="1596131"/>
                  </a:lnTo>
                  <a:lnTo>
                    <a:pt x="1145740" y="1596094"/>
                  </a:lnTo>
                  <a:lnTo>
                    <a:pt x="1145733" y="1596078"/>
                  </a:lnTo>
                  <a:lnTo>
                    <a:pt x="1145722" y="1596048"/>
                  </a:lnTo>
                  <a:lnTo>
                    <a:pt x="1145713" y="1596033"/>
                  </a:lnTo>
                  <a:lnTo>
                    <a:pt x="1145699" y="1596023"/>
                  </a:lnTo>
                  <a:lnTo>
                    <a:pt x="1145694" y="1596020"/>
                  </a:lnTo>
                  <a:lnTo>
                    <a:pt x="1145684" y="1596016"/>
                  </a:lnTo>
                  <a:lnTo>
                    <a:pt x="1145663" y="1596015"/>
                  </a:lnTo>
                  <a:lnTo>
                    <a:pt x="1145634" y="1596010"/>
                  </a:lnTo>
                  <a:lnTo>
                    <a:pt x="1145587" y="1596003"/>
                  </a:lnTo>
                  <a:lnTo>
                    <a:pt x="1145534" y="1595999"/>
                  </a:lnTo>
                  <a:lnTo>
                    <a:pt x="1145500" y="1595997"/>
                  </a:lnTo>
                  <a:lnTo>
                    <a:pt x="1145494" y="1595994"/>
                  </a:lnTo>
                  <a:lnTo>
                    <a:pt x="1145492" y="1595987"/>
                  </a:lnTo>
                  <a:lnTo>
                    <a:pt x="1145489" y="1595978"/>
                  </a:lnTo>
                  <a:lnTo>
                    <a:pt x="1145463" y="1595958"/>
                  </a:lnTo>
                  <a:lnTo>
                    <a:pt x="1145444" y="1595929"/>
                  </a:lnTo>
                  <a:lnTo>
                    <a:pt x="1145423" y="1595871"/>
                  </a:lnTo>
                  <a:lnTo>
                    <a:pt x="1145412" y="1595835"/>
                  </a:lnTo>
                  <a:lnTo>
                    <a:pt x="1145411" y="1595814"/>
                  </a:lnTo>
                  <a:lnTo>
                    <a:pt x="1145424" y="1595774"/>
                  </a:lnTo>
                  <a:lnTo>
                    <a:pt x="1145449" y="1595728"/>
                  </a:lnTo>
                  <a:lnTo>
                    <a:pt x="1145478" y="1595696"/>
                  </a:lnTo>
                  <a:lnTo>
                    <a:pt x="1145511" y="1595663"/>
                  </a:lnTo>
                  <a:lnTo>
                    <a:pt x="1145519" y="1595642"/>
                  </a:lnTo>
                  <a:lnTo>
                    <a:pt x="1145522" y="1595624"/>
                  </a:lnTo>
                  <a:lnTo>
                    <a:pt x="1145519" y="1595605"/>
                  </a:lnTo>
                  <a:lnTo>
                    <a:pt x="1145517" y="1595588"/>
                  </a:lnTo>
                  <a:lnTo>
                    <a:pt x="1145519" y="1595571"/>
                  </a:lnTo>
                  <a:lnTo>
                    <a:pt x="1145521" y="1595560"/>
                  </a:lnTo>
                  <a:lnTo>
                    <a:pt x="1145523" y="1595551"/>
                  </a:lnTo>
                  <a:lnTo>
                    <a:pt x="1145534" y="1595558"/>
                  </a:lnTo>
                  <a:lnTo>
                    <a:pt x="1145541" y="1595555"/>
                  </a:lnTo>
                  <a:lnTo>
                    <a:pt x="1145531" y="1595537"/>
                  </a:lnTo>
                  <a:lnTo>
                    <a:pt x="1145539" y="1595532"/>
                  </a:lnTo>
                  <a:lnTo>
                    <a:pt x="1145521" y="1595511"/>
                  </a:lnTo>
                  <a:lnTo>
                    <a:pt x="1145517" y="1595516"/>
                  </a:lnTo>
                  <a:lnTo>
                    <a:pt x="1145471" y="1595493"/>
                  </a:lnTo>
                  <a:lnTo>
                    <a:pt x="1145471" y="1595486"/>
                  </a:lnTo>
                  <a:lnTo>
                    <a:pt x="1145443" y="1595480"/>
                  </a:lnTo>
                  <a:lnTo>
                    <a:pt x="1145443" y="1595470"/>
                  </a:lnTo>
                  <a:lnTo>
                    <a:pt x="1145436" y="1595469"/>
                  </a:lnTo>
                  <a:lnTo>
                    <a:pt x="1145436" y="1595455"/>
                  </a:lnTo>
                  <a:lnTo>
                    <a:pt x="1145414" y="1595452"/>
                  </a:lnTo>
                  <a:lnTo>
                    <a:pt x="1145396" y="1595455"/>
                  </a:lnTo>
                  <a:lnTo>
                    <a:pt x="1145378" y="1595458"/>
                  </a:lnTo>
                  <a:lnTo>
                    <a:pt x="1145356" y="1595461"/>
                  </a:lnTo>
                  <a:lnTo>
                    <a:pt x="1145357" y="1595472"/>
                  </a:lnTo>
                  <a:lnTo>
                    <a:pt x="1145327" y="1595473"/>
                  </a:lnTo>
                  <a:lnTo>
                    <a:pt x="1145308" y="1595474"/>
                  </a:lnTo>
                  <a:lnTo>
                    <a:pt x="1145289" y="1595473"/>
                  </a:lnTo>
                  <a:lnTo>
                    <a:pt x="1145272" y="1595472"/>
                  </a:lnTo>
                  <a:lnTo>
                    <a:pt x="1145255" y="1595471"/>
                  </a:lnTo>
                  <a:lnTo>
                    <a:pt x="1145237" y="1595474"/>
                  </a:lnTo>
                  <a:lnTo>
                    <a:pt x="1145232" y="1595475"/>
                  </a:lnTo>
                  <a:lnTo>
                    <a:pt x="1145227" y="1595480"/>
                  </a:lnTo>
                  <a:lnTo>
                    <a:pt x="1145217" y="1595484"/>
                  </a:lnTo>
                  <a:lnTo>
                    <a:pt x="1145207" y="1595484"/>
                  </a:lnTo>
                  <a:lnTo>
                    <a:pt x="1145201" y="1595480"/>
                  </a:lnTo>
                  <a:lnTo>
                    <a:pt x="1145195" y="1595477"/>
                  </a:lnTo>
                  <a:lnTo>
                    <a:pt x="1145187" y="1595475"/>
                  </a:lnTo>
                  <a:lnTo>
                    <a:pt x="1145184" y="1595480"/>
                  </a:lnTo>
                  <a:lnTo>
                    <a:pt x="1145168" y="1595497"/>
                  </a:lnTo>
                  <a:lnTo>
                    <a:pt x="1145162" y="1595505"/>
                  </a:lnTo>
                  <a:lnTo>
                    <a:pt x="1145152" y="1595513"/>
                  </a:lnTo>
                  <a:lnTo>
                    <a:pt x="1145135" y="1595523"/>
                  </a:lnTo>
                  <a:lnTo>
                    <a:pt x="1145130" y="1595527"/>
                  </a:lnTo>
                  <a:lnTo>
                    <a:pt x="1145124" y="1595532"/>
                  </a:lnTo>
                  <a:lnTo>
                    <a:pt x="1145121" y="1595540"/>
                  </a:lnTo>
                  <a:lnTo>
                    <a:pt x="1145110" y="1595559"/>
                  </a:lnTo>
                  <a:lnTo>
                    <a:pt x="1145104" y="1595577"/>
                  </a:lnTo>
                  <a:lnTo>
                    <a:pt x="1145100" y="1595586"/>
                  </a:lnTo>
                  <a:lnTo>
                    <a:pt x="1145097" y="1595596"/>
                  </a:lnTo>
                  <a:lnTo>
                    <a:pt x="1145092" y="1595606"/>
                  </a:lnTo>
                  <a:lnTo>
                    <a:pt x="1145083" y="1595614"/>
                  </a:lnTo>
                  <a:lnTo>
                    <a:pt x="1145076" y="1595623"/>
                  </a:lnTo>
                  <a:lnTo>
                    <a:pt x="1145072" y="1595632"/>
                  </a:lnTo>
                  <a:lnTo>
                    <a:pt x="1145065" y="1595649"/>
                  </a:lnTo>
                  <a:lnTo>
                    <a:pt x="1145063" y="1595667"/>
                  </a:lnTo>
                  <a:lnTo>
                    <a:pt x="1145060" y="1595686"/>
                  </a:lnTo>
                  <a:lnTo>
                    <a:pt x="1145058" y="1595691"/>
                  </a:lnTo>
                  <a:lnTo>
                    <a:pt x="1145058" y="1595705"/>
                  </a:lnTo>
                  <a:lnTo>
                    <a:pt x="1145057" y="1595723"/>
                  </a:lnTo>
                  <a:lnTo>
                    <a:pt x="1145057" y="1595733"/>
                  </a:lnTo>
                  <a:lnTo>
                    <a:pt x="1145055" y="1595742"/>
                  </a:lnTo>
                  <a:lnTo>
                    <a:pt x="1145054" y="1595760"/>
                  </a:lnTo>
                  <a:lnTo>
                    <a:pt x="1145053" y="1595774"/>
                  </a:lnTo>
                  <a:lnTo>
                    <a:pt x="1145051" y="1595779"/>
                  </a:lnTo>
                  <a:lnTo>
                    <a:pt x="1145051" y="1595788"/>
                  </a:lnTo>
                  <a:lnTo>
                    <a:pt x="1145048" y="1595797"/>
                  </a:lnTo>
                  <a:lnTo>
                    <a:pt x="1145047" y="1595816"/>
                  </a:lnTo>
                  <a:lnTo>
                    <a:pt x="1145045" y="1595835"/>
                  </a:lnTo>
                  <a:lnTo>
                    <a:pt x="1145042" y="1595876"/>
                  </a:lnTo>
                  <a:lnTo>
                    <a:pt x="1145040" y="1595885"/>
                  </a:lnTo>
                  <a:lnTo>
                    <a:pt x="1145040" y="1595895"/>
                  </a:lnTo>
                  <a:lnTo>
                    <a:pt x="1145038" y="1595906"/>
                  </a:lnTo>
                  <a:lnTo>
                    <a:pt x="1145030" y="1595933"/>
                  </a:lnTo>
                  <a:lnTo>
                    <a:pt x="1145015" y="1595954"/>
                  </a:lnTo>
                  <a:lnTo>
                    <a:pt x="1145006" y="1595979"/>
                  </a:lnTo>
                  <a:lnTo>
                    <a:pt x="1145000" y="1596003"/>
                  </a:lnTo>
                  <a:lnTo>
                    <a:pt x="1144996" y="1596012"/>
                  </a:lnTo>
                  <a:lnTo>
                    <a:pt x="1144996" y="1596019"/>
                  </a:lnTo>
                  <a:lnTo>
                    <a:pt x="1144985" y="1596069"/>
                  </a:lnTo>
                  <a:lnTo>
                    <a:pt x="1144984" y="1596080"/>
                  </a:lnTo>
                  <a:lnTo>
                    <a:pt x="1145001" y="1596111"/>
                  </a:lnTo>
                  <a:lnTo>
                    <a:pt x="1145019" y="1596131"/>
                  </a:lnTo>
                  <a:lnTo>
                    <a:pt x="1145011" y="1596140"/>
                  </a:lnTo>
                  <a:lnTo>
                    <a:pt x="1145029" y="1596163"/>
                  </a:lnTo>
                  <a:lnTo>
                    <a:pt x="1145047" y="1596194"/>
                  </a:lnTo>
                  <a:lnTo>
                    <a:pt x="1145049" y="1596201"/>
                  </a:lnTo>
                  <a:lnTo>
                    <a:pt x="1145051" y="1596212"/>
                  </a:lnTo>
                  <a:lnTo>
                    <a:pt x="1145055" y="1596235"/>
                  </a:lnTo>
                  <a:lnTo>
                    <a:pt x="1145054" y="1596256"/>
                  </a:lnTo>
                  <a:lnTo>
                    <a:pt x="1145053" y="1596269"/>
                  </a:lnTo>
                  <a:lnTo>
                    <a:pt x="1145051" y="1596283"/>
                  </a:lnTo>
                  <a:lnTo>
                    <a:pt x="1145042" y="1596303"/>
                  </a:lnTo>
                  <a:lnTo>
                    <a:pt x="1145035" y="1596321"/>
                  </a:lnTo>
                  <a:lnTo>
                    <a:pt x="1145030" y="1596337"/>
                  </a:lnTo>
                  <a:lnTo>
                    <a:pt x="1145024" y="1596350"/>
                  </a:lnTo>
                  <a:lnTo>
                    <a:pt x="1145010" y="1596379"/>
                  </a:lnTo>
                  <a:lnTo>
                    <a:pt x="1144993" y="1596413"/>
                  </a:lnTo>
                  <a:lnTo>
                    <a:pt x="1144981" y="1596439"/>
                  </a:lnTo>
                  <a:lnTo>
                    <a:pt x="1144971" y="1596460"/>
                  </a:lnTo>
                  <a:lnTo>
                    <a:pt x="1144961" y="1596485"/>
                  </a:lnTo>
                  <a:lnTo>
                    <a:pt x="1144952" y="1596506"/>
                  </a:lnTo>
                  <a:lnTo>
                    <a:pt x="1144951" y="1596516"/>
                  </a:lnTo>
                  <a:lnTo>
                    <a:pt x="1144952" y="1596539"/>
                  </a:lnTo>
                  <a:lnTo>
                    <a:pt x="1144946" y="1596539"/>
                  </a:lnTo>
                  <a:lnTo>
                    <a:pt x="1144927" y="1596547"/>
                  </a:lnTo>
                  <a:lnTo>
                    <a:pt x="1144910" y="1596570"/>
                  </a:lnTo>
                  <a:lnTo>
                    <a:pt x="1144889" y="1596554"/>
                  </a:lnTo>
                  <a:lnTo>
                    <a:pt x="1144881" y="1596548"/>
                  </a:lnTo>
                  <a:lnTo>
                    <a:pt x="1144860" y="1596523"/>
                  </a:lnTo>
                  <a:lnTo>
                    <a:pt x="1144844" y="1596505"/>
                  </a:lnTo>
                  <a:lnTo>
                    <a:pt x="1144835" y="1596490"/>
                  </a:lnTo>
                  <a:lnTo>
                    <a:pt x="1144829" y="1596481"/>
                  </a:lnTo>
                  <a:lnTo>
                    <a:pt x="1144825" y="1596473"/>
                  </a:lnTo>
                  <a:lnTo>
                    <a:pt x="1144818" y="1596461"/>
                  </a:lnTo>
                  <a:lnTo>
                    <a:pt x="1144811" y="1596466"/>
                  </a:lnTo>
                  <a:lnTo>
                    <a:pt x="1144801" y="1596454"/>
                  </a:lnTo>
                  <a:lnTo>
                    <a:pt x="1144767" y="1596439"/>
                  </a:lnTo>
                  <a:lnTo>
                    <a:pt x="1144751" y="1596434"/>
                  </a:lnTo>
                  <a:lnTo>
                    <a:pt x="1144744" y="1596458"/>
                  </a:lnTo>
                  <a:lnTo>
                    <a:pt x="1144742" y="1596469"/>
                  </a:lnTo>
                  <a:lnTo>
                    <a:pt x="1144706" y="1596461"/>
                  </a:lnTo>
                  <a:lnTo>
                    <a:pt x="1144686" y="1596458"/>
                  </a:lnTo>
                  <a:lnTo>
                    <a:pt x="1144674" y="1596453"/>
                  </a:lnTo>
                  <a:lnTo>
                    <a:pt x="1144662" y="1596451"/>
                  </a:lnTo>
                  <a:lnTo>
                    <a:pt x="1144628" y="1596441"/>
                  </a:lnTo>
                  <a:lnTo>
                    <a:pt x="1144613" y="1596441"/>
                  </a:lnTo>
                  <a:lnTo>
                    <a:pt x="1144589" y="1596441"/>
                  </a:lnTo>
                  <a:lnTo>
                    <a:pt x="1144564" y="1596444"/>
                  </a:lnTo>
                  <a:lnTo>
                    <a:pt x="1144532" y="1596458"/>
                  </a:lnTo>
                  <a:lnTo>
                    <a:pt x="1144513" y="1596477"/>
                  </a:lnTo>
                  <a:lnTo>
                    <a:pt x="1144509" y="1596489"/>
                  </a:lnTo>
                  <a:lnTo>
                    <a:pt x="1144503" y="1596513"/>
                  </a:lnTo>
                  <a:lnTo>
                    <a:pt x="1144512" y="1596515"/>
                  </a:lnTo>
                  <a:lnTo>
                    <a:pt x="1144504" y="1596553"/>
                  </a:lnTo>
                  <a:lnTo>
                    <a:pt x="1144499" y="1596572"/>
                  </a:lnTo>
                  <a:lnTo>
                    <a:pt x="1144490" y="1596571"/>
                  </a:lnTo>
                  <a:lnTo>
                    <a:pt x="1144479" y="1596607"/>
                  </a:lnTo>
                  <a:lnTo>
                    <a:pt x="1144472" y="1596627"/>
                  </a:lnTo>
                  <a:lnTo>
                    <a:pt x="1144507" y="1596634"/>
                  </a:lnTo>
                  <a:lnTo>
                    <a:pt x="1144502" y="1596649"/>
                  </a:lnTo>
                  <a:lnTo>
                    <a:pt x="1144495" y="1596673"/>
                  </a:lnTo>
                  <a:lnTo>
                    <a:pt x="1144496" y="1596696"/>
                  </a:lnTo>
                  <a:lnTo>
                    <a:pt x="1144499" y="1596716"/>
                  </a:lnTo>
                  <a:lnTo>
                    <a:pt x="1144486" y="1596716"/>
                  </a:lnTo>
                  <a:lnTo>
                    <a:pt x="1144473" y="1596717"/>
                  </a:lnTo>
                  <a:lnTo>
                    <a:pt x="1144478" y="1596729"/>
                  </a:lnTo>
                  <a:lnTo>
                    <a:pt x="1144480" y="1596736"/>
                  </a:lnTo>
                  <a:lnTo>
                    <a:pt x="1144459" y="1596744"/>
                  </a:lnTo>
                  <a:lnTo>
                    <a:pt x="1144447" y="1596748"/>
                  </a:lnTo>
                  <a:lnTo>
                    <a:pt x="1144456" y="1596784"/>
                  </a:lnTo>
                  <a:lnTo>
                    <a:pt x="1144464" y="1596811"/>
                  </a:lnTo>
                  <a:lnTo>
                    <a:pt x="1144448" y="1596813"/>
                  </a:lnTo>
                  <a:lnTo>
                    <a:pt x="1144454" y="1596836"/>
                  </a:lnTo>
                  <a:lnTo>
                    <a:pt x="1144438" y="1596852"/>
                  </a:lnTo>
                  <a:lnTo>
                    <a:pt x="1144410" y="1596876"/>
                  </a:lnTo>
                  <a:lnTo>
                    <a:pt x="1144343" y="1596911"/>
                  </a:lnTo>
                  <a:lnTo>
                    <a:pt x="1144326" y="1596921"/>
                  </a:lnTo>
                  <a:lnTo>
                    <a:pt x="1144310" y="1596930"/>
                  </a:lnTo>
                  <a:lnTo>
                    <a:pt x="1144290" y="1596941"/>
                  </a:lnTo>
                  <a:lnTo>
                    <a:pt x="1144264" y="1596953"/>
                  </a:lnTo>
                  <a:lnTo>
                    <a:pt x="1144261" y="1596946"/>
                  </a:lnTo>
                  <a:lnTo>
                    <a:pt x="1144247" y="1596918"/>
                  </a:lnTo>
                  <a:lnTo>
                    <a:pt x="1144217" y="1596864"/>
                  </a:lnTo>
                  <a:lnTo>
                    <a:pt x="1144174" y="1596782"/>
                  </a:lnTo>
                  <a:lnTo>
                    <a:pt x="1144157" y="1596740"/>
                  </a:lnTo>
                  <a:lnTo>
                    <a:pt x="1144155" y="1596731"/>
                  </a:lnTo>
                  <a:lnTo>
                    <a:pt x="1144150" y="1596706"/>
                  </a:lnTo>
                  <a:lnTo>
                    <a:pt x="1144142" y="1596667"/>
                  </a:lnTo>
                  <a:lnTo>
                    <a:pt x="1144136" y="1596621"/>
                  </a:lnTo>
                  <a:lnTo>
                    <a:pt x="1144130" y="1596588"/>
                  </a:lnTo>
                  <a:lnTo>
                    <a:pt x="1144120" y="1596563"/>
                  </a:lnTo>
                  <a:lnTo>
                    <a:pt x="1144116" y="1596551"/>
                  </a:lnTo>
                  <a:lnTo>
                    <a:pt x="1144113" y="1596512"/>
                  </a:lnTo>
                  <a:lnTo>
                    <a:pt x="1144115" y="1596450"/>
                  </a:lnTo>
                  <a:lnTo>
                    <a:pt x="1144122" y="1596388"/>
                  </a:lnTo>
                  <a:lnTo>
                    <a:pt x="1144127" y="1596360"/>
                  </a:lnTo>
                  <a:lnTo>
                    <a:pt x="1144136" y="1596332"/>
                  </a:lnTo>
                  <a:lnTo>
                    <a:pt x="1144145" y="1596303"/>
                  </a:lnTo>
                  <a:lnTo>
                    <a:pt x="1144153" y="1596281"/>
                  </a:lnTo>
                  <a:lnTo>
                    <a:pt x="1144148" y="1596229"/>
                  </a:lnTo>
                  <a:lnTo>
                    <a:pt x="1144138" y="1596212"/>
                  </a:lnTo>
                  <a:lnTo>
                    <a:pt x="1144129" y="1596199"/>
                  </a:lnTo>
                  <a:lnTo>
                    <a:pt x="1144113" y="1596177"/>
                  </a:lnTo>
                  <a:lnTo>
                    <a:pt x="1144081" y="1596139"/>
                  </a:lnTo>
                  <a:lnTo>
                    <a:pt x="1144060" y="1596116"/>
                  </a:lnTo>
                  <a:lnTo>
                    <a:pt x="1144042" y="1596099"/>
                  </a:lnTo>
                  <a:lnTo>
                    <a:pt x="1144033" y="1596089"/>
                  </a:lnTo>
                  <a:lnTo>
                    <a:pt x="1144022" y="1596082"/>
                  </a:lnTo>
                  <a:lnTo>
                    <a:pt x="1144017" y="1596082"/>
                  </a:lnTo>
                  <a:lnTo>
                    <a:pt x="1143976" y="1596107"/>
                  </a:lnTo>
                  <a:lnTo>
                    <a:pt x="1143947" y="1596130"/>
                  </a:lnTo>
                  <a:lnTo>
                    <a:pt x="1143931" y="1596163"/>
                  </a:lnTo>
                  <a:lnTo>
                    <a:pt x="1143921" y="1596204"/>
                  </a:lnTo>
                  <a:lnTo>
                    <a:pt x="1143920" y="1596232"/>
                  </a:lnTo>
                  <a:lnTo>
                    <a:pt x="1143917" y="1596267"/>
                  </a:lnTo>
                  <a:lnTo>
                    <a:pt x="1143907" y="1596287"/>
                  </a:lnTo>
                  <a:lnTo>
                    <a:pt x="1143905" y="1596314"/>
                  </a:lnTo>
                  <a:lnTo>
                    <a:pt x="1143907" y="1596349"/>
                  </a:lnTo>
                  <a:lnTo>
                    <a:pt x="1143904" y="1596388"/>
                  </a:lnTo>
                  <a:lnTo>
                    <a:pt x="1143893" y="1596438"/>
                  </a:lnTo>
                  <a:lnTo>
                    <a:pt x="1143883" y="1596475"/>
                  </a:lnTo>
                  <a:lnTo>
                    <a:pt x="1143859" y="1596520"/>
                  </a:lnTo>
                  <a:lnTo>
                    <a:pt x="1143839" y="1596544"/>
                  </a:lnTo>
                  <a:lnTo>
                    <a:pt x="1143820" y="1596558"/>
                  </a:lnTo>
                  <a:lnTo>
                    <a:pt x="1143786" y="1596568"/>
                  </a:lnTo>
                  <a:lnTo>
                    <a:pt x="1143771" y="1596573"/>
                  </a:lnTo>
                  <a:lnTo>
                    <a:pt x="1143759" y="1596581"/>
                  </a:lnTo>
                  <a:lnTo>
                    <a:pt x="1143745" y="1596605"/>
                  </a:lnTo>
                  <a:lnTo>
                    <a:pt x="1143733" y="1596634"/>
                  </a:lnTo>
                  <a:lnTo>
                    <a:pt x="1143714" y="1596684"/>
                  </a:lnTo>
                  <a:lnTo>
                    <a:pt x="1143695" y="1596720"/>
                  </a:lnTo>
                  <a:lnTo>
                    <a:pt x="1143672" y="1596740"/>
                  </a:lnTo>
                  <a:lnTo>
                    <a:pt x="1143635" y="1596772"/>
                  </a:lnTo>
                  <a:lnTo>
                    <a:pt x="1143615" y="1596789"/>
                  </a:lnTo>
                  <a:lnTo>
                    <a:pt x="1143586" y="1596819"/>
                  </a:lnTo>
                  <a:lnTo>
                    <a:pt x="1143555" y="1596848"/>
                  </a:lnTo>
                  <a:lnTo>
                    <a:pt x="1143526" y="1596870"/>
                  </a:lnTo>
                  <a:lnTo>
                    <a:pt x="1143492" y="1596906"/>
                  </a:lnTo>
                  <a:lnTo>
                    <a:pt x="1143472" y="1596925"/>
                  </a:lnTo>
                  <a:lnTo>
                    <a:pt x="1143473" y="1596937"/>
                  </a:lnTo>
                  <a:lnTo>
                    <a:pt x="1143474" y="1596960"/>
                  </a:lnTo>
                  <a:lnTo>
                    <a:pt x="1143482" y="1597005"/>
                  </a:lnTo>
                  <a:lnTo>
                    <a:pt x="1143488" y="1597057"/>
                  </a:lnTo>
                  <a:lnTo>
                    <a:pt x="1143494" y="1597091"/>
                  </a:lnTo>
                  <a:lnTo>
                    <a:pt x="1143499" y="1597098"/>
                  </a:lnTo>
                  <a:lnTo>
                    <a:pt x="1143510" y="1597111"/>
                  </a:lnTo>
                  <a:lnTo>
                    <a:pt x="1143525" y="1597116"/>
                  </a:lnTo>
                  <a:lnTo>
                    <a:pt x="1143518" y="1597133"/>
                  </a:lnTo>
                  <a:lnTo>
                    <a:pt x="1143508" y="1597160"/>
                  </a:lnTo>
                  <a:lnTo>
                    <a:pt x="1143508" y="1597189"/>
                  </a:lnTo>
                  <a:lnTo>
                    <a:pt x="1143508" y="1597209"/>
                  </a:lnTo>
                  <a:lnTo>
                    <a:pt x="1143516" y="1597256"/>
                  </a:lnTo>
                  <a:lnTo>
                    <a:pt x="1143510" y="1597258"/>
                  </a:lnTo>
                  <a:lnTo>
                    <a:pt x="1143497" y="1597269"/>
                  </a:lnTo>
                  <a:lnTo>
                    <a:pt x="1143492" y="1597286"/>
                  </a:lnTo>
                  <a:lnTo>
                    <a:pt x="1143492" y="1597302"/>
                  </a:lnTo>
                  <a:lnTo>
                    <a:pt x="1143499" y="1597343"/>
                  </a:lnTo>
                  <a:lnTo>
                    <a:pt x="1143506" y="1597354"/>
                  </a:lnTo>
                  <a:lnTo>
                    <a:pt x="1143515" y="1597362"/>
                  </a:lnTo>
                  <a:lnTo>
                    <a:pt x="1143524" y="1597382"/>
                  </a:lnTo>
                  <a:lnTo>
                    <a:pt x="1143528" y="1597400"/>
                  </a:lnTo>
                  <a:lnTo>
                    <a:pt x="1143527" y="1597429"/>
                  </a:lnTo>
                  <a:lnTo>
                    <a:pt x="1143523" y="1597485"/>
                  </a:lnTo>
                  <a:lnTo>
                    <a:pt x="1143518" y="1597522"/>
                  </a:lnTo>
                  <a:lnTo>
                    <a:pt x="1143515" y="1597543"/>
                  </a:lnTo>
                  <a:lnTo>
                    <a:pt x="1143487" y="1597547"/>
                  </a:lnTo>
                  <a:lnTo>
                    <a:pt x="1143443" y="1597553"/>
                  </a:lnTo>
                  <a:lnTo>
                    <a:pt x="1143370" y="1597565"/>
                  </a:lnTo>
                  <a:lnTo>
                    <a:pt x="1143349" y="1597567"/>
                  </a:lnTo>
                  <a:lnTo>
                    <a:pt x="1143348" y="1597556"/>
                  </a:lnTo>
                  <a:lnTo>
                    <a:pt x="1143345" y="1597542"/>
                  </a:lnTo>
                  <a:lnTo>
                    <a:pt x="1143344" y="1597503"/>
                  </a:lnTo>
                  <a:lnTo>
                    <a:pt x="1143343" y="1597496"/>
                  </a:lnTo>
                  <a:lnTo>
                    <a:pt x="1143340" y="1597479"/>
                  </a:lnTo>
                  <a:lnTo>
                    <a:pt x="1143338" y="1597448"/>
                  </a:lnTo>
                  <a:lnTo>
                    <a:pt x="1143329" y="1597414"/>
                  </a:lnTo>
                  <a:lnTo>
                    <a:pt x="1143317" y="1597386"/>
                  </a:lnTo>
                  <a:lnTo>
                    <a:pt x="1143294" y="1597366"/>
                  </a:lnTo>
                  <a:lnTo>
                    <a:pt x="1143259" y="1597337"/>
                  </a:lnTo>
                  <a:lnTo>
                    <a:pt x="1143240" y="1597312"/>
                  </a:lnTo>
                  <a:lnTo>
                    <a:pt x="1143225" y="1597281"/>
                  </a:lnTo>
                  <a:lnTo>
                    <a:pt x="1143210" y="1597266"/>
                  </a:lnTo>
                  <a:lnTo>
                    <a:pt x="1143203" y="1597239"/>
                  </a:lnTo>
                  <a:lnTo>
                    <a:pt x="1143201" y="1597216"/>
                  </a:lnTo>
                  <a:lnTo>
                    <a:pt x="1143182" y="1597184"/>
                  </a:lnTo>
                  <a:lnTo>
                    <a:pt x="1143169" y="1597186"/>
                  </a:lnTo>
                  <a:lnTo>
                    <a:pt x="1143158" y="1597162"/>
                  </a:lnTo>
                  <a:lnTo>
                    <a:pt x="1143147" y="1597150"/>
                  </a:lnTo>
                  <a:lnTo>
                    <a:pt x="1143130" y="1597126"/>
                  </a:lnTo>
                  <a:lnTo>
                    <a:pt x="1143114" y="1597108"/>
                  </a:lnTo>
                  <a:lnTo>
                    <a:pt x="1143112" y="1597095"/>
                  </a:lnTo>
                  <a:lnTo>
                    <a:pt x="1143116" y="1597088"/>
                  </a:lnTo>
                  <a:lnTo>
                    <a:pt x="1143112" y="1597075"/>
                  </a:lnTo>
                  <a:lnTo>
                    <a:pt x="1143109" y="1597067"/>
                  </a:lnTo>
                  <a:lnTo>
                    <a:pt x="1143106" y="1597061"/>
                  </a:lnTo>
                  <a:lnTo>
                    <a:pt x="1143101" y="1597060"/>
                  </a:lnTo>
                  <a:lnTo>
                    <a:pt x="1143094" y="1597052"/>
                  </a:lnTo>
                  <a:lnTo>
                    <a:pt x="1143093" y="1597039"/>
                  </a:lnTo>
                  <a:lnTo>
                    <a:pt x="1143093" y="1597029"/>
                  </a:lnTo>
                  <a:lnTo>
                    <a:pt x="1143103" y="1596992"/>
                  </a:lnTo>
                  <a:lnTo>
                    <a:pt x="1143105" y="1596974"/>
                  </a:lnTo>
                  <a:lnTo>
                    <a:pt x="1143110" y="1596955"/>
                  </a:lnTo>
                  <a:lnTo>
                    <a:pt x="1143131" y="1596921"/>
                  </a:lnTo>
                  <a:lnTo>
                    <a:pt x="1143164" y="1596875"/>
                  </a:lnTo>
                  <a:lnTo>
                    <a:pt x="1143176" y="1596846"/>
                  </a:lnTo>
                  <a:lnTo>
                    <a:pt x="1143186" y="1596833"/>
                  </a:lnTo>
                  <a:lnTo>
                    <a:pt x="1143190" y="1596820"/>
                  </a:lnTo>
                  <a:lnTo>
                    <a:pt x="1143183" y="1596812"/>
                  </a:lnTo>
                  <a:lnTo>
                    <a:pt x="1143189" y="1596793"/>
                  </a:lnTo>
                  <a:lnTo>
                    <a:pt x="1143194" y="1596770"/>
                  </a:lnTo>
                  <a:lnTo>
                    <a:pt x="1143193" y="1596741"/>
                  </a:lnTo>
                  <a:lnTo>
                    <a:pt x="1143190" y="1596716"/>
                  </a:lnTo>
                  <a:lnTo>
                    <a:pt x="1143184" y="1596693"/>
                  </a:lnTo>
                  <a:lnTo>
                    <a:pt x="1143181" y="1596679"/>
                  </a:lnTo>
                  <a:lnTo>
                    <a:pt x="1143173" y="1596656"/>
                  </a:lnTo>
                  <a:lnTo>
                    <a:pt x="1143148" y="1596601"/>
                  </a:lnTo>
                  <a:lnTo>
                    <a:pt x="1143137" y="1596579"/>
                  </a:lnTo>
                  <a:lnTo>
                    <a:pt x="1143128" y="1596569"/>
                  </a:lnTo>
                  <a:lnTo>
                    <a:pt x="1143100" y="1596556"/>
                  </a:lnTo>
                  <a:lnTo>
                    <a:pt x="1143061" y="1596540"/>
                  </a:lnTo>
                  <a:lnTo>
                    <a:pt x="1143043" y="1596533"/>
                  </a:lnTo>
                  <a:lnTo>
                    <a:pt x="1143029" y="1596522"/>
                  </a:lnTo>
                  <a:lnTo>
                    <a:pt x="1143000" y="1596491"/>
                  </a:lnTo>
                  <a:lnTo>
                    <a:pt x="1142985" y="1596464"/>
                  </a:lnTo>
                  <a:lnTo>
                    <a:pt x="1142971" y="1596430"/>
                  </a:lnTo>
                  <a:lnTo>
                    <a:pt x="1142966" y="1596402"/>
                  </a:lnTo>
                  <a:lnTo>
                    <a:pt x="1142964" y="1596366"/>
                  </a:lnTo>
                  <a:lnTo>
                    <a:pt x="1142966" y="1596325"/>
                  </a:lnTo>
                  <a:lnTo>
                    <a:pt x="1142976" y="1596288"/>
                  </a:lnTo>
                  <a:lnTo>
                    <a:pt x="1142996" y="1596247"/>
                  </a:lnTo>
                  <a:lnTo>
                    <a:pt x="1143022" y="1596208"/>
                  </a:lnTo>
                  <a:lnTo>
                    <a:pt x="1143036" y="1596176"/>
                  </a:lnTo>
                  <a:lnTo>
                    <a:pt x="1143041" y="1596149"/>
                  </a:lnTo>
                  <a:lnTo>
                    <a:pt x="1143037" y="1596119"/>
                  </a:lnTo>
                  <a:lnTo>
                    <a:pt x="1143027" y="1596070"/>
                  </a:lnTo>
                  <a:lnTo>
                    <a:pt x="1143014" y="1596045"/>
                  </a:lnTo>
                  <a:lnTo>
                    <a:pt x="1143008" y="1596036"/>
                  </a:lnTo>
                  <a:lnTo>
                    <a:pt x="1142994" y="1596025"/>
                  </a:lnTo>
                  <a:lnTo>
                    <a:pt x="1142968" y="1596015"/>
                  </a:lnTo>
                  <a:lnTo>
                    <a:pt x="1142943" y="1596015"/>
                  </a:lnTo>
                  <a:lnTo>
                    <a:pt x="1142872" y="1596016"/>
                  </a:lnTo>
                  <a:lnTo>
                    <a:pt x="1142843" y="1596019"/>
                  </a:lnTo>
                  <a:lnTo>
                    <a:pt x="1142817" y="1596009"/>
                  </a:lnTo>
                  <a:lnTo>
                    <a:pt x="1142804" y="1595997"/>
                  </a:lnTo>
                  <a:lnTo>
                    <a:pt x="1142759" y="1595959"/>
                  </a:lnTo>
                  <a:lnTo>
                    <a:pt x="1142747" y="1595946"/>
                  </a:lnTo>
                  <a:lnTo>
                    <a:pt x="1142734" y="1595930"/>
                  </a:lnTo>
                  <a:lnTo>
                    <a:pt x="1142725" y="1595920"/>
                  </a:lnTo>
                  <a:lnTo>
                    <a:pt x="1142760" y="1595916"/>
                  </a:lnTo>
                  <a:lnTo>
                    <a:pt x="1142786" y="1595915"/>
                  </a:lnTo>
                  <a:lnTo>
                    <a:pt x="1142826" y="1595916"/>
                  </a:lnTo>
                  <a:lnTo>
                    <a:pt x="1142827" y="1595905"/>
                  </a:lnTo>
                  <a:lnTo>
                    <a:pt x="1142828" y="1595887"/>
                  </a:lnTo>
                  <a:lnTo>
                    <a:pt x="1142829" y="1595866"/>
                  </a:lnTo>
                  <a:lnTo>
                    <a:pt x="1142826" y="1595835"/>
                  </a:lnTo>
                  <a:lnTo>
                    <a:pt x="1142825" y="1595825"/>
                  </a:lnTo>
                  <a:lnTo>
                    <a:pt x="1142811" y="1595823"/>
                  </a:lnTo>
                  <a:lnTo>
                    <a:pt x="1142797" y="1595821"/>
                  </a:lnTo>
                  <a:lnTo>
                    <a:pt x="1142778" y="1595822"/>
                  </a:lnTo>
                  <a:lnTo>
                    <a:pt x="1142785" y="1595803"/>
                  </a:lnTo>
                  <a:lnTo>
                    <a:pt x="1142785" y="1595784"/>
                  </a:lnTo>
                  <a:lnTo>
                    <a:pt x="1142772" y="1595752"/>
                  </a:lnTo>
                  <a:lnTo>
                    <a:pt x="1142768" y="1595733"/>
                  </a:lnTo>
                  <a:lnTo>
                    <a:pt x="1142755" y="1595718"/>
                  </a:lnTo>
                  <a:lnTo>
                    <a:pt x="1142741" y="1595707"/>
                  </a:lnTo>
                  <a:lnTo>
                    <a:pt x="1142729" y="1595699"/>
                  </a:lnTo>
                  <a:lnTo>
                    <a:pt x="1142716" y="1595688"/>
                  </a:lnTo>
                  <a:lnTo>
                    <a:pt x="1142708" y="1595675"/>
                  </a:lnTo>
                  <a:lnTo>
                    <a:pt x="1142703" y="1595654"/>
                  </a:lnTo>
                  <a:lnTo>
                    <a:pt x="1142704" y="1595629"/>
                  </a:lnTo>
                  <a:lnTo>
                    <a:pt x="1142710" y="1595611"/>
                  </a:lnTo>
                  <a:lnTo>
                    <a:pt x="1142734" y="1595566"/>
                  </a:lnTo>
                  <a:lnTo>
                    <a:pt x="1142759" y="1595504"/>
                  </a:lnTo>
                  <a:lnTo>
                    <a:pt x="1142762" y="1595481"/>
                  </a:lnTo>
                  <a:lnTo>
                    <a:pt x="1142759" y="1595463"/>
                  </a:lnTo>
                  <a:lnTo>
                    <a:pt x="1142752" y="1595449"/>
                  </a:lnTo>
                  <a:lnTo>
                    <a:pt x="1142735" y="1595434"/>
                  </a:lnTo>
                  <a:lnTo>
                    <a:pt x="1142706" y="1595416"/>
                  </a:lnTo>
                  <a:lnTo>
                    <a:pt x="1142673" y="1595403"/>
                  </a:lnTo>
                  <a:lnTo>
                    <a:pt x="1142643" y="1595401"/>
                  </a:lnTo>
                  <a:lnTo>
                    <a:pt x="1142617" y="1595406"/>
                  </a:lnTo>
                  <a:lnTo>
                    <a:pt x="1142592" y="1595415"/>
                  </a:lnTo>
                  <a:lnTo>
                    <a:pt x="1142552" y="1595433"/>
                  </a:lnTo>
                  <a:lnTo>
                    <a:pt x="1142513" y="1595448"/>
                  </a:lnTo>
                  <a:lnTo>
                    <a:pt x="1142485" y="1595453"/>
                  </a:lnTo>
                  <a:lnTo>
                    <a:pt x="1142444" y="1595451"/>
                  </a:lnTo>
                  <a:lnTo>
                    <a:pt x="1142402" y="1595446"/>
                  </a:lnTo>
                  <a:lnTo>
                    <a:pt x="1142363" y="1595437"/>
                  </a:lnTo>
                  <a:lnTo>
                    <a:pt x="1142337" y="1595425"/>
                  </a:lnTo>
                  <a:lnTo>
                    <a:pt x="1142317" y="1595414"/>
                  </a:lnTo>
                  <a:lnTo>
                    <a:pt x="1142298" y="1595399"/>
                  </a:lnTo>
                  <a:lnTo>
                    <a:pt x="1142280" y="1595384"/>
                  </a:lnTo>
                  <a:lnTo>
                    <a:pt x="1142264" y="1595368"/>
                  </a:lnTo>
                  <a:lnTo>
                    <a:pt x="1142242" y="1595338"/>
                  </a:lnTo>
                  <a:lnTo>
                    <a:pt x="1142205" y="1595266"/>
                  </a:lnTo>
                  <a:lnTo>
                    <a:pt x="1142179" y="1595217"/>
                  </a:lnTo>
                  <a:lnTo>
                    <a:pt x="1142164" y="1595191"/>
                  </a:lnTo>
                  <a:lnTo>
                    <a:pt x="1142138" y="1595164"/>
                  </a:lnTo>
                  <a:lnTo>
                    <a:pt x="1142105" y="1595139"/>
                  </a:lnTo>
                  <a:lnTo>
                    <a:pt x="1142095" y="1595102"/>
                  </a:lnTo>
                  <a:lnTo>
                    <a:pt x="1142091" y="1595057"/>
                  </a:lnTo>
                  <a:lnTo>
                    <a:pt x="1142080" y="1595028"/>
                  </a:lnTo>
                  <a:lnTo>
                    <a:pt x="1142072" y="1595004"/>
                  </a:lnTo>
                  <a:lnTo>
                    <a:pt x="1142064" y="1594982"/>
                  </a:lnTo>
                  <a:lnTo>
                    <a:pt x="1142057" y="1594967"/>
                  </a:lnTo>
                  <a:lnTo>
                    <a:pt x="1142053" y="1594961"/>
                  </a:lnTo>
                  <a:lnTo>
                    <a:pt x="1142040" y="1594948"/>
                  </a:lnTo>
                  <a:lnTo>
                    <a:pt x="1142019" y="1594928"/>
                  </a:lnTo>
                  <a:lnTo>
                    <a:pt x="1141996" y="1594909"/>
                  </a:lnTo>
                  <a:lnTo>
                    <a:pt x="1141964" y="1594887"/>
                  </a:lnTo>
                  <a:lnTo>
                    <a:pt x="1141934" y="1594869"/>
                  </a:lnTo>
                  <a:lnTo>
                    <a:pt x="1141902" y="1594855"/>
                  </a:lnTo>
                  <a:lnTo>
                    <a:pt x="1141877" y="1594845"/>
                  </a:lnTo>
                  <a:lnTo>
                    <a:pt x="1141858" y="1594845"/>
                  </a:lnTo>
                  <a:lnTo>
                    <a:pt x="1141849" y="1594845"/>
                  </a:lnTo>
                  <a:lnTo>
                    <a:pt x="1141843" y="1594847"/>
                  </a:lnTo>
                  <a:lnTo>
                    <a:pt x="1141834" y="1594849"/>
                  </a:lnTo>
                  <a:lnTo>
                    <a:pt x="1141823" y="1594849"/>
                  </a:lnTo>
                  <a:lnTo>
                    <a:pt x="1141803" y="1594847"/>
                  </a:lnTo>
                  <a:lnTo>
                    <a:pt x="1141793" y="1594842"/>
                  </a:lnTo>
                  <a:lnTo>
                    <a:pt x="1141776" y="1594834"/>
                  </a:lnTo>
                  <a:lnTo>
                    <a:pt x="1141753" y="1594825"/>
                  </a:lnTo>
                  <a:lnTo>
                    <a:pt x="1141735" y="1594825"/>
                  </a:lnTo>
                  <a:lnTo>
                    <a:pt x="1141710" y="1594828"/>
                  </a:lnTo>
                  <a:lnTo>
                    <a:pt x="1141685" y="1594840"/>
                  </a:lnTo>
                  <a:lnTo>
                    <a:pt x="1141663" y="1594853"/>
                  </a:lnTo>
                  <a:lnTo>
                    <a:pt x="1141642" y="1594863"/>
                  </a:lnTo>
                  <a:lnTo>
                    <a:pt x="1141613" y="1594870"/>
                  </a:lnTo>
                  <a:lnTo>
                    <a:pt x="1141572" y="1594880"/>
                  </a:lnTo>
                  <a:lnTo>
                    <a:pt x="1141548" y="1594887"/>
                  </a:lnTo>
                  <a:lnTo>
                    <a:pt x="1141521" y="1594891"/>
                  </a:lnTo>
                  <a:lnTo>
                    <a:pt x="1141484" y="1594892"/>
                  </a:lnTo>
                  <a:lnTo>
                    <a:pt x="1141449" y="1594885"/>
                  </a:lnTo>
                  <a:lnTo>
                    <a:pt x="1141411" y="1594866"/>
                  </a:lnTo>
                  <a:lnTo>
                    <a:pt x="1141388" y="1594857"/>
                  </a:lnTo>
                  <a:lnTo>
                    <a:pt x="1141331" y="1594815"/>
                  </a:lnTo>
                  <a:lnTo>
                    <a:pt x="1141287" y="1594773"/>
                  </a:lnTo>
                  <a:lnTo>
                    <a:pt x="1141240" y="1594742"/>
                  </a:lnTo>
                  <a:lnTo>
                    <a:pt x="1141199" y="1594721"/>
                  </a:lnTo>
                  <a:lnTo>
                    <a:pt x="1141176" y="1594712"/>
                  </a:lnTo>
                  <a:lnTo>
                    <a:pt x="1141152" y="1594701"/>
                  </a:lnTo>
                  <a:lnTo>
                    <a:pt x="1141133" y="1594687"/>
                  </a:lnTo>
                  <a:lnTo>
                    <a:pt x="1141109" y="1594667"/>
                  </a:lnTo>
                  <a:lnTo>
                    <a:pt x="1141096" y="1594649"/>
                  </a:lnTo>
                  <a:lnTo>
                    <a:pt x="1141075" y="1594633"/>
                  </a:lnTo>
                  <a:lnTo>
                    <a:pt x="1141048" y="1594615"/>
                  </a:lnTo>
                  <a:lnTo>
                    <a:pt x="1141020" y="1594599"/>
                  </a:lnTo>
                  <a:lnTo>
                    <a:pt x="1140996" y="1594588"/>
                  </a:lnTo>
                  <a:lnTo>
                    <a:pt x="1140979" y="1594577"/>
                  </a:lnTo>
                  <a:lnTo>
                    <a:pt x="1140964" y="1594560"/>
                  </a:lnTo>
                  <a:lnTo>
                    <a:pt x="1140952" y="1594542"/>
                  </a:lnTo>
                  <a:lnTo>
                    <a:pt x="1140942" y="1594514"/>
                  </a:lnTo>
                  <a:lnTo>
                    <a:pt x="1140922" y="1594478"/>
                  </a:lnTo>
                  <a:lnTo>
                    <a:pt x="1140895" y="1594429"/>
                  </a:lnTo>
                  <a:lnTo>
                    <a:pt x="1140859" y="1594359"/>
                  </a:lnTo>
                  <a:lnTo>
                    <a:pt x="1140831" y="1594309"/>
                  </a:lnTo>
                  <a:lnTo>
                    <a:pt x="1140819" y="1594273"/>
                  </a:lnTo>
                  <a:lnTo>
                    <a:pt x="1140813" y="1594246"/>
                  </a:lnTo>
                  <a:lnTo>
                    <a:pt x="1140804" y="1594230"/>
                  </a:lnTo>
                  <a:lnTo>
                    <a:pt x="1140777" y="1594195"/>
                  </a:lnTo>
                  <a:lnTo>
                    <a:pt x="1140746" y="1594158"/>
                  </a:lnTo>
                  <a:lnTo>
                    <a:pt x="1140708" y="1594121"/>
                  </a:lnTo>
                  <a:lnTo>
                    <a:pt x="1140669" y="1594097"/>
                  </a:lnTo>
                  <a:lnTo>
                    <a:pt x="1140628" y="1594072"/>
                  </a:lnTo>
                  <a:lnTo>
                    <a:pt x="1140593" y="1594059"/>
                  </a:lnTo>
                  <a:lnTo>
                    <a:pt x="1140571" y="1594049"/>
                  </a:lnTo>
                  <a:lnTo>
                    <a:pt x="1140556" y="1594038"/>
                  </a:lnTo>
                  <a:lnTo>
                    <a:pt x="1140538" y="1594031"/>
                  </a:lnTo>
                  <a:lnTo>
                    <a:pt x="1140512" y="1594028"/>
                  </a:lnTo>
                  <a:lnTo>
                    <a:pt x="1140472" y="1594033"/>
                  </a:lnTo>
                  <a:lnTo>
                    <a:pt x="1140398" y="1594040"/>
                  </a:lnTo>
                  <a:lnTo>
                    <a:pt x="1140350" y="1594038"/>
                  </a:lnTo>
                  <a:lnTo>
                    <a:pt x="1140324" y="1594032"/>
                  </a:lnTo>
                  <a:lnTo>
                    <a:pt x="1140299" y="1594023"/>
                  </a:lnTo>
                  <a:lnTo>
                    <a:pt x="1140276" y="1594015"/>
                  </a:lnTo>
                  <a:lnTo>
                    <a:pt x="1140259" y="1594007"/>
                  </a:lnTo>
                  <a:lnTo>
                    <a:pt x="1140236" y="1593997"/>
                  </a:lnTo>
                  <a:lnTo>
                    <a:pt x="1140212" y="1593987"/>
                  </a:lnTo>
                  <a:lnTo>
                    <a:pt x="1140188" y="1593978"/>
                  </a:lnTo>
                  <a:lnTo>
                    <a:pt x="1140156" y="1593978"/>
                  </a:lnTo>
                  <a:lnTo>
                    <a:pt x="1140137" y="1593971"/>
                  </a:lnTo>
                  <a:lnTo>
                    <a:pt x="1140126" y="1593963"/>
                  </a:lnTo>
                  <a:lnTo>
                    <a:pt x="1140111" y="1593952"/>
                  </a:lnTo>
                  <a:lnTo>
                    <a:pt x="1140097" y="1593938"/>
                  </a:lnTo>
                  <a:lnTo>
                    <a:pt x="1140085" y="1593926"/>
                  </a:lnTo>
                  <a:lnTo>
                    <a:pt x="1140062" y="1593911"/>
                  </a:lnTo>
                  <a:lnTo>
                    <a:pt x="1140044" y="1593904"/>
                  </a:lnTo>
                  <a:lnTo>
                    <a:pt x="1140023" y="1593895"/>
                  </a:lnTo>
                  <a:lnTo>
                    <a:pt x="1140004" y="1593882"/>
                  </a:lnTo>
                  <a:lnTo>
                    <a:pt x="1139996" y="1593869"/>
                  </a:lnTo>
                  <a:lnTo>
                    <a:pt x="1139975" y="1593824"/>
                  </a:lnTo>
                  <a:lnTo>
                    <a:pt x="1139956" y="1593762"/>
                  </a:lnTo>
                  <a:lnTo>
                    <a:pt x="1139942" y="1593722"/>
                  </a:lnTo>
                  <a:lnTo>
                    <a:pt x="1139940" y="1593691"/>
                  </a:lnTo>
                  <a:lnTo>
                    <a:pt x="1139938" y="1593679"/>
                  </a:lnTo>
                  <a:lnTo>
                    <a:pt x="1139935" y="1593669"/>
                  </a:lnTo>
                  <a:lnTo>
                    <a:pt x="1139925" y="1593661"/>
                  </a:lnTo>
                  <a:lnTo>
                    <a:pt x="1139911" y="1593657"/>
                  </a:lnTo>
                  <a:lnTo>
                    <a:pt x="1139891" y="1593657"/>
                  </a:lnTo>
                  <a:lnTo>
                    <a:pt x="1139846" y="1593667"/>
                  </a:lnTo>
                  <a:lnTo>
                    <a:pt x="1139810" y="1593680"/>
                  </a:lnTo>
                  <a:lnTo>
                    <a:pt x="1139770" y="1593704"/>
                  </a:lnTo>
                  <a:lnTo>
                    <a:pt x="1139737" y="1593725"/>
                  </a:lnTo>
                  <a:lnTo>
                    <a:pt x="1139695" y="1593764"/>
                  </a:lnTo>
                  <a:lnTo>
                    <a:pt x="1139662" y="1593798"/>
                  </a:lnTo>
                  <a:lnTo>
                    <a:pt x="1139640" y="1593838"/>
                  </a:lnTo>
                  <a:lnTo>
                    <a:pt x="1139620" y="1593870"/>
                  </a:lnTo>
                  <a:lnTo>
                    <a:pt x="1139607" y="1593887"/>
                  </a:lnTo>
                  <a:lnTo>
                    <a:pt x="1139594" y="1593897"/>
                  </a:lnTo>
                  <a:lnTo>
                    <a:pt x="1139580" y="1593896"/>
                  </a:lnTo>
                  <a:lnTo>
                    <a:pt x="1139566" y="1593889"/>
                  </a:lnTo>
                  <a:lnTo>
                    <a:pt x="1139535" y="1593867"/>
                  </a:lnTo>
                  <a:lnTo>
                    <a:pt x="1139480" y="1593823"/>
                  </a:lnTo>
                  <a:lnTo>
                    <a:pt x="1139413" y="1593758"/>
                  </a:lnTo>
                  <a:lnTo>
                    <a:pt x="1139361" y="1593712"/>
                  </a:lnTo>
                  <a:lnTo>
                    <a:pt x="1139336" y="1593675"/>
                  </a:lnTo>
                  <a:lnTo>
                    <a:pt x="1139309" y="1593622"/>
                  </a:lnTo>
                  <a:lnTo>
                    <a:pt x="1139287" y="1593576"/>
                  </a:lnTo>
                  <a:lnTo>
                    <a:pt x="1139279" y="1593561"/>
                  </a:lnTo>
                  <a:lnTo>
                    <a:pt x="1139267" y="1593545"/>
                  </a:lnTo>
                  <a:lnTo>
                    <a:pt x="1139245" y="1593529"/>
                  </a:lnTo>
                  <a:lnTo>
                    <a:pt x="1139183" y="1593493"/>
                  </a:lnTo>
                  <a:lnTo>
                    <a:pt x="1139126" y="1593453"/>
                  </a:lnTo>
                  <a:lnTo>
                    <a:pt x="1139098" y="1593437"/>
                  </a:lnTo>
                  <a:lnTo>
                    <a:pt x="1139050" y="1593407"/>
                  </a:lnTo>
                  <a:lnTo>
                    <a:pt x="1139018" y="1593389"/>
                  </a:lnTo>
                  <a:lnTo>
                    <a:pt x="1139006" y="1593378"/>
                  </a:lnTo>
                  <a:lnTo>
                    <a:pt x="1138966" y="1593343"/>
                  </a:lnTo>
                  <a:lnTo>
                    <a:pt x="1138938" y="1593309"/>
                  </a:lnTo>
                  <a:lnTo>
                    <a:pt x="1138894" y="1593273"/>
                  </a:lnTo>
                  <a:lnTo>
                    <a:pt x="1138876" y="1593263"/>
                  </a:lnTo>
                  <a:lnTo>
                    <a:pt x="1138843" y="1593253"/>
                  </a:lnTo>
                  <a:lnTo>
                    <a:pt x="1138775" y="1593245"/>
                  </a:lnTo>
                  <a:lnTo>
                    <a:pt x="1138744" y="1593242"/>
                  </a:lnTo>
                  <a:lnTo>
                    <a:pt x="1138719" y="1593244"/>
                  </a:lnTo>
                  <a:lnTo>
                    <a:pt x="1138693" y="1593256"/>
                  </a:lnTo>
                  <a:lnTo>
                    <a:pt x="1138659" y="1593275"/>
                  </a:lnTo>
                  <a:lnTo>
                    <a:pt x="1138621" y="1593295"/>
                  </a:lnTo>
                  <a:lnTo>
                    <a:pt x="1138576" y="1593312"/>
                  </a:lnTo>
                  <a:lnTo>
                    <a:pt x="1138543" y="1593315"/>
                  </a:lnTo>
                  <a:lnTo>
                    <a:pt x="1138517" y="1593310"/>
                  </a:lnTo>
                  <a:lnTo>
                    <a:pt x="1138490" y="1593299"/>
                  </a:lnTo>
                  <a:lnTo>
                    <a:pt x="1138464" y="1593285"/>
                  </a:lnTo>
                  <a:lnTo>
                    <a:pt x="1138432" y="1593270"/>
                  </a:lnTo>
                  <a:lnTo>
                    <a:pt x="1138395" y="1593254"/>
                  </a:lnTo>
                  <a:lnTo>
                    <a:pt x="1138365" y="1593232"/>
                  </a:lnTo>
                  <a:lnTo>
                    <a:pt x="1138334" y="1593204"/>
                  </a:lnTo>
                  <a:lnTo>
                    <a:pt x="1138315" y="1593190"/>
                  </a:lnTo>
                  <a:lnTo>
                    <a:pt x="1138288" y="1593170"/>
                  </a:lnTo>
                  <a:lnTo>
                    <a:pt x="1138253" y="1593148"/>
                  </a:lnTo>
                  <a:lnTo>
                    <a:pt x="1138213" y="1593124"/>
                  </a:lnTo>
                  <a:lnTo>
                    <a:pt x="1138188" y="1593110"/>
                  </a:lnTo>
                  <a:lnTo>
                    <a:pt x="1138164" y="1593091"/>
                  </a:lnTo>
                  <a:lnTo>
                    <a:pt x="1138137" y="1593070"/>
                  </a:lnTo>
                  <a:lnTo>
                    <a:pt x="1138121" y="1593056"/>
                  </a:lnTo>
                  <a:lnTo>
                    <a:pt x="1138106" y="1593039"/>
                  </a:lnTo>
                  <a:lnTo>
                    <a:pt x="1138096" y="1593023"/>
                  </a:lnTo>
                  <a:lnTo>
                    <a:pt x="1138081" y="1593006"/>
                  </a:lnTo>
                  <a:lnTo>
                    <a:pt x="1138056" y="1592987"/>
                  </a:lnTo>
                  <a:lnTo>
                    <a:pt x="1138017" y="1592954"/>
                  </a:lnTo>
                  <a:lnTo>
                    <a:pt x="1137984" y="1592931"/>
                  </a:lnTo>
                  <a:lnTo>
                    <a:pt x="1137963" y="1592924"/>
                  </a:lnTo>
                  <a:lnTo>
                    <a:pt x="1137942" y="1592922"/>
                  </a:lnTo>
                  <a:lnTo>
                    <a:pt x="1137918" y="1592925"/>
                  </a:lnTo>
                  <a:lnTo>
                    <a:pt x="1137898" y="1592931"/>
                  </a:lnTo>
                  <a:lnTo>
                    <a:pt x="1137873" y="1592950"/>
                  </a:lnTo>
                  <a:lnTo>
                    <a:pt x="1137847" y="1592966"/>
                  </a:lnTo>
                  <a:lnTo>
                    <a:pt x="1137830" y="1592972"/>
                  </a:lnTo>
                  <a:lnTo>
                    <a:pt x="1137813" y="1592967"/>
                  </a:lnTo>
                  <a:lnTo>
                    <a:pt x="1137800" y="1592956"/>
                  </a:lnTo>
                  <a:lnTo>
                    <a:pt x="1137789" y="1592933"/>
                  </a:lnTo>
                  <a:lnTo>
                    <a:pt x="1137781" y="1592907"/>
                  </a:lnTo>
                  <a:lnTo>
                    <a:pt x="1137780" y="1592881"/>
                  </a:lnTo>
                  <a:lnTo>
                    <a:pt x="1137787" y="1592825"/>
                  </a:lnTo>
                  <a:lnTo>
                    <a:pt x="1137795" y="1592758"/>
                  </a:lnTo>
                  <a:lnTo>
                    <a:pt x="1137796" y="1592702"/>
                  </a:lnTo>
                  <a:lnTo>
                    <a:pt x="1137793" y="1592663"/>
                  </a:lnTo>
                  <a:lnTo>
                    <a:pt x="1137779" y="1592620"/>
                  </a:lnTo>
                  <a:lnTo>
                    <a:pt x="1137771" y="1592590"/>
                  </a:lnTo>
                  <a:lnTo>
                    <a:pt x="1137768" y="1592571"/>
                  </a:lnTo>
                  <a:lnTo>
                    <a:pt x="1137773" y="1592552"/>
                  </a:lnTo>
                  <a:lnTo>
                    <a:pt x="1137772" y="1592528"/>
                  </a:lnTo>
                  <a:lnTo>
                    <a:pt x="1137784" y="1592464"/>
                  </a:lnTo>
                  <a:lnTo>
                    <a:pt x="1137791" y="1592413"/>
                  </a:lnTo>
                  <a:lnTo>
                    <a:pt x="1137805" y="1592352"/>
                  </a:lnTo>
                  <a:lnTo>
                    <a:pt x="1137820" y="1592309"/>
                  </a:lnTo>
                  <a:lnTo>
                    <a:pt x="1137839" y="1592268"/>
                  </a:lnTo>
                  <a:lnTo>
                    <a:pt x="1137852" y="1592236"/>
                  </a:lnTo>
                  <a:lnTo>
                    <a:pt x="1137856" y="1592207"/>
                  </a:lnTo>
                  <a:lnTo>
                    <a:pt x="1137849" y="1592155"/>
                  </a:lnTo>
                  <a:lnTo>
                    <a:pt x="1137845" y="1592099"/>
                  </a:lnTo>
                  <a:lnTo>
                    <a:pt x="1137849" y="1592067"/>
                  </a:lnTo>
                  <a:lnTo>
                    <a:pt x="1137859" y="1592041"/>
                  </a:lnTo>
                  <a:lnTo>
                    <a:pt x="1137880" y="1591997"/>
                  </a:lnTo>
                  <a:lnTo>
                    <a:pt x="1137900" y="1591954"/>
                  </a:lnTo>
                  <a:lnTo>
                    <a:pt x="1137916" y="1591924"/>
                  </a:lnTo>
                  <a:lnTo>
                    <a:pt x="1137937" y="1591881"/>
                  </a:lnTo>
                  <a:lnTo>
                    <a:pt x="1137965" y="1591838"/>
                  </a:lnTo>
                  <a:lnTo>
                    <a:pt x="1137991" y="1591811"/>
                  </a:lnTo>
                  <a:lnTo>
                    <a:pt x="1138014" y="1591798"/>
                  </a:lnTo>
                  <a:lnTo>
                    <a:pt x="1138042" y="1591773"/>
                  </a:lnTo>
                  <a:lnTo>
                    <a:pt x="1138081" y="1591721"/>
                  </a:lnTo>
                  <a:lnTo>
                    <a:pt x="1138104" y="1591697"/>
                  </a:lnTo>
                  <a:lnTo>
                    <a:pt x="1138149" y="1591647"/>
                  </a:lnTo>
                  <a:lnTo>
                    <a:pt x="1138194" y="1591616"/>
                  </a:lnTo>
                  <a:lnTo>
                    <a:pt x="1138222" y="1591607"/>
                  </a:lnTo>
                  <a:lnTo>
                    <a:pt x="1138263" y="1591600"/>
                  </a:lnTo>
                  <a:lnTo>
                    <a:pt x="1138327" y="1591580"/>
                  </a:lnTo>
                  <a:lnTo>
                    <a:pt x="1138395" y="1591556"/>
                  </a:lnTo>
                  <a:lnTo>
                    <a:pt x="1138431" y="1591542"/>
                  </a:lnTo>
                  <a:lnTo>
                    <a:pt x="1138443" y="1591533"/>
                  </a:lnTo>
                  <a:lnTo>
                    <a:pt x="1138458" y="1591518"/>
                  </a:lnTo>
                  <a:lnTo>
                    <a:pt x="1138474" y="1591482"/>
                  </a:lnTo>
                  <a:lnTo>
                    <a:pt x="1138486" y="1591443"/>
                  </a:lnTo>
                  <a:lnTo>
                    <a:pt x="1138495" y="1591404"/>
                  </a:lnTo>
                  <a:lnTo>
                    <a:pt x="1138508" y="1591380"/>
                  </a:lnTo>
                  <a:lnTo>
                    <a:pt x="1138530" y="1591355"/>
                  </a:lnTo>
                  <a:lnTo>
                    <a:pt x="1138559" y="1591330"/>
                  </a:lnTo>
                  <a:lnTo>
                    <a:pt x="1138591" y="1591309"/>
                  </a:lnTo>
                  <a:lnTo>
                    <a:pt x="1138610" y="1591301"/>
                  </a:lnTo>
                  <a:lnTo>
                    <a:pt x="1138633" y="1591295"/>
                  </a:lnTo>
                  <a:lnTo>
                    <a:pt x="1138654" y="1591292"/>
                  </a:lnTo>
                  <a:lnTo>
                    <a:pt x="1138671" y="1591292"/>
                  </a:lnTo>
                  <a:lnTo>
                    <a:pt x="1138692" y="1591287"/>
                  </a:lnTo>
                  <a:lnTo>
                    <a:pt x="1138713" y="1591276"/>
                  </a:lnTo>
                  <a:lnTo>
                    <a:pt x="1138746" y="1591255"/>
                  </a:lnTo>
                  <a:lnTo>
                    <a:pt x="1138780" y="1591234"/>
                  </a:lnTo>
                  <a:lnTo>
                    <a:pt x="1138805" y="1591225"/>
                  </a:lnTo>
                  <a:lnTo>
                    <a:pt x="1138830" y="1591223"/>
                  </a:lnTo>
                  <a:lnTo>
                    <a:pt x="1138858" y="1591224"/>
                  </a:lnTo>
                  <a:lnTo>
                    <a:pt x="1138885" y="1591230"/>
                  </a:lnTo>
                  <a:lnTo>
                    <a:pt x="1138921" y="1591230"/>
                  </a:lnTo>
                  <a:lnTo>
                    <a:pt x="1138959" y="1591229"/>
                  </a:lnTo>
                  <a:lnTo>
                    <a:pt x="1138977" y="1591223"/>
                  </a:lnTo>
                  <a:lnTo>
                    <a:pt x="1138992" y="1591212"/>
                  </a:lnTo>
                  <a:lnTo>
                    <a:pt x="1139011" y="1591177"/>
                  </a:lnTo>
                  <a:lnTo>
                    <a:pt x="1139024" y="1591141"/>
                  </a:lnTo>
                  <a:lnTo>
                    <a:pt x="1139038" y="1591126"/>
                  </a:lnTo>
                  <a:lnTo>
                    <a:pt x="1139061" y="1591111"/>
                  </a:lnTo>
                  <a:lnTo>
                    <a:pt x="1139092" y="1591096"/>
                  </a:lnTo>
                  <a:lnTo>
                    <a:pt x="1139127" y="1591089"/>
                  </a:lnTo>
                  <a:lnTo>
                    <a:pt x="1139157" y="1591084"/>
                  </a:lnTo>
                  <a:lnTo>
                    <a:pt x="1139184" y="1591077"/>
                  </a:lnTo>
                  <a:lnTo>
                    <a:pt x="1139204" y="1591068"/>
                  </a:lnTo>
                  <a:lnTo>
                    <a:pt x="1139248" y="1591046"/>
                  </a:lnTo>
                  <a:lnTo>
                    <a:pt x="1139273" y="1591040"/>
                  </a:lnTo>
                  <a:lnTo>
                    <a:pt x="1139302" y="1591039"/>
                  </a:lnTo>
                  <a:lnTo>
                    <a:pt x="1139328" y="1591044"/>
                  </a:lnTo>
                  <a:lnTo>
                    <a:pt x="1139353" y="1591051"/>
                  </a:lnTo>
                  <a:lnTo>
                    <a:pt x="1139373" y="1591051"/>
                  </a:lnTo>
                  <a:lnTo>
                    <a:pt x="1139397" y="1591046"/>
                  </a:lnTo>
                  <a:lnTo>
                    <a:pt x="1139445" y="1591016"/>
                  </a:lnTo>
                  <a:lnTo>
                    <a:pt x="1139474" y="1590978"/>
                  </a:lnTo>
                  <a:lnTo>
                    <a:pt x="1139488" y="1590946"/>
                  </a:lnTo>
                  <a:lnTo>
                    <a:pt x="1139493" y="1590921"/>
                  </a:lnTo>
                  <a:lnTo>
                    <a:pt x="1139498" y="1590888"/>
                  </a:lnTo>
                  <a:lnTo>
                    <a:pt x="1139502" y="1590861"/>
                  </a:lnTo>
                  <a:lnTo>
                    <a:pt x="1139517" y="1590817"/>
                  </a:lnTo>
                  <a:lnTo>
                    <a:pt x="1139533" y="1590792"/>
                  </a:lnTo>
                  <a:lnTo>
                    <a:pt x="1139564" y="1590771"/>
                  </a:lnTo>
                  <a:lnTo>
                    <a:pt x="1139636" y="1590743"/>
                  </a:lnTo>
                  <a:lnTo>
                    <a:pt x="1139671" y="1590724"/>
                  </a:lnTo>
                  <a:lnTo>
                    <a:pt x="1139692" y="1590711"/>
                  </a:lnTo>
                  <a:lnTo>
                    <a:pt x="1139705" y="1590685"/>
                  </a:lnTo>
                  <a:lnTo>
                    <a:pt x="1139719" y="1590637"/>
                  </a:lnTo>
                  <a:lnTo>
                    <a:pt x="1139723" y="1590619"/>
                  </a:lnTo>
                  <a:lnTo>
                    <a:pt x="1139742" y="1590578"/>
                  </a:lnTo>
                  <a:lnTo>
                    <a:pt x="1139755" y="1590552"/>
                  </a:lnTo>
                  <a:lnTo>
                    <a:pt x="1139757" y="1590525"/>
                  </a:lnTo>
                  <a:lnTo>
                    <a:pt x="1139754" y="1590480"/>
                  </a:lnTo>
                  <a:lnTo>
                    <a:pt x="1139754" y="1590457"/>
                  </a:lnTo>
                  <a:lnTo>
                    <a:pt x="1139757" y="1590433"/>
                  </a:lnTo>
                  <a:lnTo>
                    <a:pt x="1139764" y="1590412"/>
                  </a:lnTo>
                  <a:lnTo>
                    <a:pt x="1139765" y="1590381"/>
                  </a:lnTo>
                  <a:lnTo>
                    <a:pt x="1139767" y="1590347"/>
                  </a:lnTo>
                  <a:lnTo>
                    <a:pt x="1139773" y="1590306"/>
                  </a:lnTo>
                  <a:lnTo>
                    <a:pt x="1139790" y="1590257"/>
                  </a:lnTo>
                  <a:lnTo>
                    <a:pt x="1139802" y="1590212"/>
                  </a:lnTo>
                  <a:lnTo>
                    <a:pt x="1139816" y="1590166"/>
                  </a:lnTo>
                  <a:lnTo>
                    <a:pt x="1139835" y="1590095"/>
                  </a:lnTo>
                  <a:lnTo>
                    <a:pt x="1139858" y="1590007"/>
                  </a:lnTo>
                  <a:lnTo>
                    <a:pt x="1139869" y="1589960"/>
                  </a:lnTo>
                  <a:lnTo>
                    <a:pt x="1139879" y="1589935"/>
                  </a:lnTo>
                  <a:lnTo>
                    <a:pt x="1139902" y="1589889"/>
                  </a:lnTo>
                  <a:lnTo>
                    <a:pt x="1139965" y="1589820"/>
                  </a:lnTo>
                  <a:lnTo>
                    <a:pt x="1140022" y="1589786"/>
                  </a:lnTo>
                  <a:lnTo>
                    <a:pt x="1140065" y="1589768"/>
                  </a:lnTo>
                  <a:lnTo>
                    <a:pt x="1140099" y="1589744"/>
                  </a:lnTo>
                  <a:lnTo>
                    <a:pt x="1140127" y="1589720"/>
                  </a:lnTo>
                  <a:lnTo>
                    <a:pt x="1140149" y="1589710"/>
                  </a:lnTo>
                  <a:lnTo>
                    <a:pt x="1140176" y="1589710"/>
                  </a:lnTo>
                  <a:lnTo>
                    <a:pt x="1140205" y="1589711"/>
                  </a:lnTo>
                  <a:lnTo>
                    <a:pt x="1140225" y="1589711"/>
                  </a:lnTo>
                  <a:lnTo>
                    <a:pt x="1140249" y="1589711"/>
                  </a:lnTo>
                  <a:lnTo>
                    <a:pt x="1140271" y="1589703"/>
                  </a:lnTo>
                  <a:lnTo>
                    <a:pt x="1140292" y="1589687"/>
                  </a:lnTo>
                  <a:lnTo>
                    <a:pt x="1140339" y="1589657"/>
                  </a:lnTo>
                  <a:lnTo>
                    <a:pt x="1140357" y="1589653"/>
                  </a:lnTo>
                  <a:lnTo>
                    <a:pt x="1140373" y="1589654"/>
                  </a:lnTo>
                  <a:lnTo>
                    <a:pt x="1140422" y="1589663"/>
                  </a:lnTo>
                  <a:lnTo>
                    <a:pt x="1140482" y="1589679"/>
                  </a:lnTo>
                  <a:lnTo>
                    <a:pt x="1140530" y="1589679"/>
                  </a:lnTo>
                  <a:lnTo>
                    <a:pt x="1140571" y="1589681"/>
                  </a:lnTo>
                  <a:lnTo>
                    <a:pt x="1140584" y="1589676"/>
                  </a:lnTo>
                  <a:lnTo>
                    <a:pt x="1140602" y="1589664"/>
                  </a:lnTo>
                  <a:lnTo>
                    <a:pt x="1140639" y="1589634"/>
                  </a:lnTo>
                  <a:lnTo>
                    <a:pt x="1140671" y="1589609"/>
                  </a:lnTo>
                  <a:lnTo>
                    <a:pt x="1140719" y="1589584"/>
                  </a:lnTo>
                  <a:lnTo>
                    <a:pt x="1140737" y="1589556"/>
                  </a:lnTo>
                  <a:lnTo>
                    <a:pt x="1140759" y="1589529"/>
                  </a:lnTo>
                  <a:lnTo>
                    <a:pt x="1140801" y="1589492"/>
                  </a:lnTo>
                  <a:lnTo>
                    <a:pt x="1140830" y="1589477"/>
                  </a:lnTo>
                  <a:lnTo>
                    <a:pt x="1140865" y="1589457"/>
                  </a:lnTo>
                  <a:lnTo>
                    <a:pt x="1140903" y="1589444"/>
                  </a:lnTo>
                  <a:lnTo>
                    <a:pt x="1140930" y="1589431"/>
                  </a:lnTo>
                  <a:lnTo>
                    <a:pt x="1140967" y="1589407"/>
                  </a:lnTo>
                  <a:lnTo>
                    <a:pt x="1140988" y="1589397"/>
                  </a:lnTo>
                  <a:lnTo>
                    <a:pt x="1141022" y="1589392"/>
                  </a:lnTo>
                  <a:lnTo>
                    <a:pt x="1141060" y="1589379"/>
                  </a:lnTo>
                  <a:lnTo>
                    <a:pt x="1141087" y="1589375"/>
                  </a:lnTo>
                  <a:lnTo>
                    <a:pt x="1141105" y="1589369"/>
                  </a:lnTo>
                  <a:lnTo>
                    <a:pt x="1141127" y="1589353"/>
                  </a:lnTo>
                  <a:lnTo>
                    <a:pt x="1141189" y="1589311"/>
                  </a:lnTo>
                  <a:lnTo>
                    <a:pt x="1141207" y="1589306"/>
                  </a:lnTo>
                  <a:lnTo>
                    <a:pt x="1141227" y="1589305"/>
                  </a:lnTo>
                  <a:lnTo>
                    <a:pt x="1141251" y="1589300"/>
                  </a:lnTo>
                  <a:lnTo>
                    <a:pt x="1141286" y="1589286"/>
                  </a:lnTo>
                  <a:lnTo>
                    <a:pt x="1141351" y="1589258"/>
                  </a:lnTo>
                  <a:lnTo>
                    <a:pt x="1141392" y="1589243"/>
                  </a:lnTo>
                  <a:lnTo>
                    <a:pt x="1141407" y="1589243"/>
                  </a:lnTo>
                  <a:lnTo>
                    <a:pt x="1141431" y="1589247"/>
                  </a:lnTo>
                  <a:lnTo>
                    <a:pt x="1141467" y="1589258"/>
                  </a:lnTo>
                  <a:lnTo>
                    <a:pt x="1141522" y="1589276"/>
                  </a:lnTo>
                  <a:lnTo>
                    <a:pt x="1141535" y="1589274"/>
                  </a:lnTo>
                  <a:lnTo>
                    <a:pt x="1141547" y="1589267"/>
                  </a:lnTo>
                  <a:lnTo>
                    <a:pt x="1141575" y="1589244"/>
                  </a:lnTo>
                  <a:lnTo>
                    <a:pt x="1141629" y="1589195"/>
                  </a:lnTo>
                  <a:lnTo>
                    <a:pt x="1141644" y="1589187"/>
                  </a:lnTo>
                  <a:lnTo>
                    <a:pt x="1141687" y="1589186"/>
                  </a:lnTo>
                  <a:lnTo>
                    <a:pt x="1141769" y="1589190"/>
                  </a:lnTo>
                  <a:lnTo>
                    <a:pt x="1141788" y="1589188"/>
                  </a:lnTo>
                  <a:lnTo>
                    <a:pt x="1141812" y="1589178"/>
                  </a:lnTo>
                  <a:lnTo>
                    <a:pt x="1141851" y="1589152"/>
                  </a:lnTo>
                  <a:lnTo>
                    <a:pt x="1141871" y="1589129"/>
                  </a:lnTo>
                  <a:lnTo>
                    <a:pt x="1141887" y="1589106"/>
                  </a:lnTo>
                  <a:lnTo>
                    <a:pt x="1141909" y="1589066"/>
                  </a:lnTo>
                  <a:lnTo>
                    <a:pt x="1141934" y="1589011"/>
                  </a:lnTo>
                  <a:lnTo>
                    <a:pt x="1141949" y="1588978"/>
                  </a:lnTo>
                  <a:lnTo>
                    <a:pt x="1141962" y="1588958"/>
                  </a:lnTo>
                  <a:lnTo>
                    <a:pt x="1141984" y="1588940"/>
                  </a:lnTo>
                  <a:lnTo>
                    <a:pt x="1142002" y="1588925"/>
                  </a:lnTo>
                  <a:lnTo>
                    <a:pt x="1142017" y="1588930"/>
                  </a:lnTo>
                  <a:lnTo>
                    <a:pt x="1142032" y="1588933"/>
                  </a:lnTo>
                  <a:lnTo>
                    <a:pt x="1142040" y="1588942"/>
                  </a:lnTo>
                  <a:lnTo>
                    <a:pt x="1142053" y="1588933"/>
                  </a:lnTo>
                  <a:lnTo>
                    <a:pt x="1142070" y="1588928"/>
                  </a:lnTo>
                  <a:lnTo>
                    <a:pt x="1142098" y="1588920"/>
                  </a:lnTo>
                  <a:lnTo>
                    <a:pt x="1142116" y="1588914"/>
                  </a:lnTo>
                  <a:lnTo>
                    <a:pt x="1142144" y="1588902"/>
                  </a:lnTo>
                  <a:lnTo>
                    <a:pt x="1142170" y="1588892"/>
                  </a:lnTo>
                  <a:lnTo>
                    <a:pt x="1142213" y="1588876"/>
                  </a:lnTo>
                  <a:lnTo>
                    <a:pt x="1142242" y="1588862"/>
                  </a:lnTo>
                  <a:lnTo>
                    <a:pt x="1142248" y="1588858"/>
                  </a:lnTo>
                  <a:lnTo>
                    <a:pt x="1142261" y="1588858"/>
                  </a:lnTo>
                  <a:lnTo>
                    <a:pt x="1142274" y="1588856"/>
                  </a:lnTo>
                  <a:lnTo>
                    <a:pt x="1142278" y="1588850"/>
                  </a:lnTo>
                  <a:lnTo>
                    <a:pt x="1142285" y="1588838"/>
                  </a:lnTo>
                  <a:lnTo>
                    <a:pt x="1142292" y="1588829"/>
                  </a:lnTo>
                  <a:lnTo>
                    <a:pt x="1142302" y="1588823"/>
                  </a:lnTo>
                  <a:lnTo>
                    <a:pt x="1142313" y="1588819"/>
                  </a:lnTo>
                  <a:lnTo>
                    <a:pt x="1142326" y="1588817"/>
                  </a:lnTo>
                  <a:lnTo>
                    <a:pt x="1142356" y="1588818"/>
                  </a:lnTo>
                  <a:lnTo>
                    <a:pt x="1142395" y="1588826"/>
                  </a:lnTo>
                  <a:lnTo>
                    <a:pt x="1142434" y="1588837"/>
                  </a:lnTo>
                  <a:lnTo>
                    <a:pt x="1142473" y="1588850"/>
                  </a:lnTo>
                  <a:lnTo>
                    <a:pt x="1142497" y="1588858"/>
                  </a:lnTo>
                  <a:lnTo>
                    <a:pt x="1142510" y="1588859"/>
                  </a:lnTo>
                  <a:lnTo>
                    <a:pt x="1142522" y="1588859"/>
                  </a:lnTo>
                  <a:lnTo>
                    <a:pt x="1142533" y="1588859"/>
                  </a:lnTo>
                  <a:lnTo>
                    <a:pt x="1142538" y="1588855"/>
                  </a:lnTo>
                  <a:lnTo>
                    <a:pt x="1142547" y="1588847"/>
                  </a:lnTo>
                  <a:lnTo>
                    <a:pt x="1142553" y="1588838"/>
                  </a:lnTo>
                  <a:lnTo>
                    <a:pt x="1142555" y="1588828"/>
                  </a:lnTo>
                  <a:lnTo>
                    <a:pt x="1142555" y="1588818"/>
                  </a:lnTo>
                  <a:lnTo>
                    <a:pt x="1142555" y="1588805"/>
                  </a:lnTo>
                  <a:lnTo>
                    <a:pt x="1142553" y="1588795"/>
                  </a:lnTo>
                  <a:lnTo>
                    <a:pt x="1142551" y="1588777"/>
                  </a:lnTo>
                  <a:lnTo>
                    <a:pt x="1142549" y="1588764"/>
                  </a:lnTo>
                  <a:lnTo>
                    <a:pt x="1142543" y="1588748"/>
                  </a:lnTo>
                  <a:lnTo>
                    <a:pt x="1142533" y="1588729"/>
                  </a:lnTo>
                  <a:lnTo>
                    <a:pt x="1142526" y="1588716"/>
                  </a:lnTo>
                  <a:lnTo>
                    <a:pt x="1142516" y="1588696"/>
                  </a:lnTo>
                  <a:lnTo>
                    <a:pt x="1142501" y="1588675"/>
                  </a:lnTo>
                  <a:lnTo>
                    <a:pt x="1142480" y="1588648"/>
                  </a:lnTo>
                  <a:lnTo>
                    <a:pt x="1142467" y="1588627"/>
                  </a:lnTo>
                  <a:lnTo>
                    <a:pt x="1142448" y="1588596"/>
                  </a:lnTo>
                  <a:lnTo>
                    <a:pt x="1142439" y="1588584"/>
                  </a:lnTo>
                  <a:lnTo>
                    <a:pt x="1142433" y="1588577"/>
                  </a:lnTo>
                  <a:lnTo>
                    <a:pt x="1142416" y="1588544"/>
                  </a:lnTo>
                  <a:lnTo>
                    <a:pt x="1142399" y="1588513"/>
                  </a:lnTo>
                  <a:lnTo>
                    <a:pt x="1142392" y="1588496"/>
                  </a:lnTo>
                  <a:lnTo>
                    <a:pt x="1142372" y="1588465"/>
                  </a:lnTo>
                  <a:lnTo>
                    <a:pt x="1142369" y="1588457"/>
                  </a:lnTo>
                  <a:lnTo>
                    <a:pt x="1142362" y="1588451"/>
                  </a:lnTo>
                  <a:lnTo>
                    <a:pt x="1142354" y="1588440"/>
                  </a:lnTo>
                  <a:lnTo>
                    <a:pt x="1142348" y="1588430"/>
                  </a:lnTo>
                  <a:lnTo>
                    <a:pt x="1142344" y="1588422"/>
                  </a:lnTo>
                  <a:lnTo>
                    <a:pt x="1142341" y="1588411"/>
                  </a:lnTo>
                  <a:lnTo>
                    <a:pt x="1142340" y="1588397"/>
                  </a:lnTo>
                  <a:lnTo>
                    <a:pt x="1142340" y="1588388"/>
                  </a:lnTo>
                  <a:lnTo>
                    <a:pt x="1142344" y="1588376"/>
                  </a:lnTo>
                  <a:lnTo>
                    <a:pt x="1142349" y="1588360"/>
                  </a:lnTo>
                  <a:lnTo>
                    <a:pt x="1142355" y="1588352"/>
                  </a:lnTo>
                  <a:lnTo>
                    <a:pt x="1142360" y="1588345"/>
                  </a:lnTo>
                  <a:lnTo>
                    <a:pt x="1142366" y="1588341"/>
                  </a:lnTo>
                  <a:lnTo>
                    <a:pt x="1142370" y="1588329"/>
                  </a:lnTo>
                  <a:lnTo>
                    <a:pt x="1142375" y="1588317"/>
                  </a:lnTo>
                  <a:lnTo>
                    <a:pt x="1142380" y="1588304"/>
                  </a:lnTo>
                  <a:lnTo>
                    <a:pt x="1142380" y="1588298"/>
                  </a:lnTo>
                  <a:lnTo>
                    <a:pt x="1142380" y="1588288"/>
                  </a:lnTo>
                  <a:lnTo>
                    <a:pt x="1142378" y="1588280"/>
                  </a:lnTo>
                  <a:lnTo>
                    <a:pt x="1142375" y="1588275"/>
                  </a:lnTo>
                  <a:lnTo>
                    <a:pt x="1142369" y="1588267"/>
                  </a:lnTo>
                  <a:lnTo>
                    <a:pt x="1142361" y="1588259"/>
                  </a:lnTo>
                  <a:lnTo>
                    <a:pt x="1142356" y="1588255"/>
                  </a:lnTo>
                  <a:lnTo>
                    <a:pt x="1142337" y="1588248"/>
                  </a:lnTo>
                  <a:lnTo>
                    <a:pt x="1142324" y="1588238"/>
                  </a:lnTo>
                  <a:lnTo>
                    <a:pt x="1142307" y="1588231"/>
                  </a:lnTo>
                  <a:lnTo>
                    <a:pt x="1142298" y="1588225"/>
                  </a:lnTo>
                  <a:lnTo>
                    <a:pt x="1142292" y="1588219"/>
                  </a:lnTo>
                  <a:lnTo>
                    <a:pt x="1142288" y="1588215"/>
                  </a:lnTo>
                  <a:lnTo>
                    <a:pt x="1142287" y="1588209"/>
                  </a:lnTo>
                  <a:lnTo>
                    <a:pt x="1142285" y="1588200"/>
                  </a:lnTo>
                  <a:lnTo>
                    <a:pt x="1142285" y="1588194"/>
                  </a:lnTo>
                  <a:lnTo>
                    <a:pt x="1142284" y="1588188"/>
                  </a:lnTo>
                  <a:lnTo>
                    <a:pt x="1142273" y="1588175"/>
                  </a:lnTo>
                  <a:lnTo>
                    <a:pt x="1142267" y="1588163"/>
                  </a:lnTo>
                  <a:lnTo>
                    <a:pt x="1142264" y="1588150"/>
                  </a:lnTo>
                  <a:lnTo>
                    <a:pt x="1142261" y="1588140"/>
                  </a:lnTo>
                  <a:lnTo>
                    <a:pt x="1142258" y="1588119"/>
                  </a:lnTo>
                  <a:lnTo>
                    <a:pt x="1142256" y="1588111"/>
                  </a:lnTo>
                  <a:lnTo>
                    <a:pt x="1142256" y="1588103"/>
                  </a:lnTo>
                  <a:lnTo>
                    <a:pt x="1142257" y="1588093"/>
                  </a:lnTo>
                  <a:lnTo>
                    <a:pt x="1142259" y="1588085"/>
                  </a:lnTo>
                  <a:lnTo>
                    <a:pt x="1142266" y="1588072"/>
                  </a:lnTo>
                  <a:lnTo>
                    <a:pt x="1142272" y="1588058"/>
                  </a:lnTo>
                  <a:lnTo>
                    <a:pt x="1142290" y="1588035"/>
                  </a:lnTo>
                  <a:lnTo>
                    <a:pt x="1142294" y="1588027"/>
                  </a:lnTo>
                  <a:lnTo>
                    <a:pt x="1142301" y="1588015"/>
                  </a:lnTo>
                  <a:lnTo>
                    <a:pt x="1142307" y="1588011"/>
                  </a:lnTo>
                  <a:lnTo>
                    <a:pt x="1142314" y="1588003"/>
                  </a:lnTo>
                  <a:lnTo>
                    <a:pt x="1142327" y="1587988"/>
                  </a:lnTo>
                  <a:lnTo>
                    <a:pt x="1142335" y="1587974"/>
                  </a:lnTo>
                  <a:lnTo>
                    <a:pt x="1142344" y="1587951"/>
                  </a:lnTo>
                  <a:lnTo>
                    <a:pt x="1142345" y="1587945"/>
                  </a:lnTo>
                  <a:lnTo>
                    <a:pt x="1142345" y="1587939"/>
                  </a:lnTo>
                  <a:lnTo>
                    <a:pt x="1142345" y="1587929"/>
                  </a:lnTo>
                  <a:lnTo>
                    <a:pt x="1142343" y="1587900"/>
                  </a:lnTo>
                  <a:lnTo>
                    <a:pt x="1142339" y="1587869"/>
                  </a:lnTo>
                  <a:lnTo>
                    <a:pt x="1142337" y="1587844"/>
                  </a:lnTo>
                  <a:lnTo>
                    <a:pt x="1142337" y="1587832"/>
                  </a:lnTo>
                  <a:lnTo>
                    <a:pt x="1142339" y="1587825"/>
                  </a:lnTo>
                  <a:lnTo>
                    <a:pt x="1142341" y="1587815"/>
                  </a:lnTo>
                  <a:lnTo>
                    <a:pt x="1142342" y="1587809"/>
                  </a:lnTo>
                  <a:lnTo>
                    <a:pt x="1142344" y="1587803"/>
                  </a:lnTo>
                  <a:lnTo>
                    <a:pt x="1142350" y="1587798"/>
                  </a:lnTo>
                  <a:lnTo>
                    <a:pt x="1142357" y="1587797"/>
                  </a:lnTo>
                  <a:lnTo>
                    <a:pt x="1142366" y="1587796"/>
                  </a:lnTo>
                  <a:lnTo>
                    <a:pt x="1142375" y="1587794"/>
                  </a:lnTo>
                  <a:lnTo>
                    <a:pt x="1142379" y="1587799"/>
                  </a:lnTo>
                  <a:lnTo>
                    <a:pt x="1142393" y="1587801"/>
                  </a:lnTo>
                  <a:lnTo>
                    <a:pt x="1142400" y="1587801"/>
                  </a:lnTo>
                  <a:lnTo>
                    <a:pt x="1142407" y="1587804"/>
                  </a:lnTo>
                  <a:lnTo>
                    <a:pt x="1142419" y="1587808"/>
                  </a:lnTo>
                  <a:lnTo>
                    <a:pt x="1142432" y="1587814"/>
                  </a:lnTo>
                  <a:lnTo>
                    <a:pt x="1142450" y="1587827"/>
                  </a:lnTo>
                  <a:lnTo>
                    <a:pt x="1142471" y="1587841"/>
                  </a:lnTo>
                  <a:lnTo>
                    <a:pt x="1142492" y="1587860"/>
                  </a:lnTo>
                  <a:lnTo>
                    <a:pt x="1142497" y="1587866"/>
                  </a:lnTo>
                  <a:lnTo>
                    <a:pt x="1142507" y="1587871"/>
                  </a:lnTo>
                  <a:lnTo>
                    <a:pt x="1142514" y="1587877"/>
                  </a:lnTo>
                  <a:lnTo>
                    <a:pt x="1142525" y="1587883"/>
                  </a:lnTo>
                  <a:lnTo>
                    <a:pt x="1142533" y="1587889"/>
                  </a:lnTo>
                  <a:lnTo>
                    <a:pt x="1142544" y="1587892"/>
                  </a:lnTo>
                  <a:lnTo>
                    <a:pt x="1142553" y="1587894"/>
                  </a:lnTo>
                  <a:lnTo>
                    <a:pt x="1142563" y="1587898"/>
                  </a:lnTo>
                  <a:lnTo>
                    <a:pt x="1142589" y="1587907"/>
                  </a:lnTo>
                  <a:lnTo>
                    <a:pt x="1142617" y="1587923"/>
                  </a:lnTo>
                  <a:lnTo>
                    <a:pt x="1142653" y="1587944"/>
                  </a:lnTo>
                  <a:lnTo>
                    <a:pt x="1142677" y="1587963"/>
                  </a:lnTo>
                  <a:lnTo>
                    <a:pt x="1142692" y="1587970"/>
                  </a:lnTo>
                  <a:lnTo>
                    <a:pt x="1142698" y="1587972"/>
                  </a:lnTo>
                  <a:lnTo>
                    <a:pt x="1142703" y="1587976"/>
                  </a:lnTo>
                  <a:lnTo>
                    <a:pt x="1142711" y="1587976"/>
                  </a:lnTo>
                  <a:lnTo>
                    <a:pt x="1142718" y="1587977"/>
                  </a:lnTo>
                  <a:lnTo>
                    <a:pt x="1142731" y="1587966"/>
                  </a:lnTo>
                  <a:lnTo>
                    <a:pt x="1142738" y="1587956"/>
                  </a:lnTo>
                  <a:lnTo>
                    <a:pt x="1142749" y="1587947"/>
                  </a:lnTo>
                  <a:lnTo>
                    <a:pt x="1142753" y="1587943"/>
                  </a:lnTo>
                  <a:lnTo>
                    <a:pt x="1142757" y="1587937"/>
                  </a:lnTo>
                  <a:lnTo>
                    <a:pt x="1142759" y="1587929"/>
                  </a:lnTo>
                  <a:lnTo>
                    <a:pt x="1142755" y="1587906"/>
                  </a:lnTo>
                  <a:lnTo>
                    <a:pt x="1142749" y="1587884"/>
                  </a:lnTo>
                  <a:lnTo>
                    <a:pt x="1142741" y="1587867"/>
                  </a:lnTo>
                  <a:lnTo>
                    <a:pt x="1142739" y="1587857"/>
                  </a:lnTo>
                  <a:lnTo>
                    <a:pt x="1142739" y="1587848"/>
                  </a:lnTo>
                  <a:lnTo>
                    <a:pt x="1142739" y="1587836"/>
                  </a:lnTo>
                  <a:lnTo>
                    <a:pt x="1142739" y="1587826"/>
                  </a:lnTo>
                  <a:lnTo>
                    <a:pt x="1142741" y="1587819"/>
                  </a:lnTo>
                  <a:lnTo>
                    <a:pt x="1142744" y="1587809"/>
                  </a:lnTo>
                  <a:lnTo>
                    <a:pt x="1142750" y="1587797"/>
                  </a:lnTo>
                  <a:lnTo>
                    <a:pt x="1142755" y="1587780"/>
                  </a:lnTo>
                  <a:lnTo>
                    <a:pt x="1142759" y="1587764"/>
                  </a:lnTo>
                  <a:lnTo>
                    <a:pt x="1142761" y="1587748"/>
                  </a:lnTo>
                  <a:lnTo>
                    <a:pt x="1142760" y="1587729"/>
                  </a:lnTo>
                  <a:lnTo>
                    <a:pt x="1142758" y="1587704"/>
                  </a:lnTo>
                  <a:lnTo>
                    <a:pt x="1142752" y="1587657"/>
                  </a:lnTo>
                  <a:lnTo>
                    <a:pt x="1142750" y="1587632"/>
                  </a:lnTo>
                  <a:lnTo>
                    <a:pt x="1142752" y="1587617"/>
                  </a:lnTo>
                  <a:lnTo>
                    <a:pt x="1142754" y="1587599"/>
                  </a:lnTo>
                  <a:lnTo>
                    <a:pt x="1142768" y="1587552"/>
                  </a:lnTo>
                  <a:lnTo>
                    <a:pt x="1142774" y="1587537"/>
                  </a:lnTo>
                  <a:lnTo>
                    <a:pt x="1142773" y="1587529"/>
                  </a:lnTo>
                  <a:lnTo>
                    <a:pt x="1142766" y="1587484"/>
                  </a:lnTo>
                  <a:lnTo>
                    <a:pt x="1142765" y="1587452"/>
                  </a:lnTo>
                  <a:lnTo>
                    <a:pt x="1142765" y="1587438"/>
                  </a:lnTo>
                  <a:lnTo>
                    <a:pt x="1142760" y="1587429"/>
                  </a:lnTo>
                  <a:lnTo>
                    <a:pt x="1142752" y="1587421"/>
                  </a:lnTo>
                  <a:lnTo>
                    <a:pt x="1142743" y="1587415"/>
                  </a:lnTo>
                  <a:lnTo>
                    <a:pt x="1142731" y="1587410"/>
                  </a:lnTo>
                  <a:lnTo>
                    <a:pt x="1142719" y="1587404"/>
                  </a:lnTo>
                  <a:lnTo>
                    <a:pt x="1142703" y="1587392"/>
                  </a:lnTo>
                  <a:lnTo>
                    <a:pt x="1142690" y="1587381"/>
                  </a:lnTo>
                  <a:lnTo>
                    <a:pt x="1142683" y="1587371"/>
                  </a:lnTo>
                  <a:lnTo>
                    <a:pt x="1142679" y="1587364"/>
                  </a:lnTo>
                  <a:lnTo>
                    <a:pt x="1142679" y="1587356"/>
                  </a:lnTo>
                  <a:lnTo>
                    <a:pt x="1142682" y="1587329"/>
                  </a:lnTo>
                  <a:lnTo>
                    <a:pt x="1142684" y="1587305"/>
                  </a:lnTo>
                  <a:lnTo>
                    <a:pt x="1142691" y="1587272"/>
                  </a:lnTo>
                  <a:lnTo>
                    <a:pt x="1142696" y="1587235"/>
                  </a:lnTo>
                  <a:lnTo>
                    <a:pt x="1142698" y="1587208"/>
                  </a:lnTo>
                  <a:lnTo>
                    <a:pt x="1142700" y="1587196"/>
                  </a:lnTo>
                  <a:lnTo>
                    <a:pt x="1142702" y="1587180"/>
                  </a:lnTo>
                  <a:lnTo>
                    <a:pt x="1142707" y="1587169"/>
                  </a:lnTo>
                  <a:lnTo>
                    <a:pt x="1142712" y="1587155"/>
                  </a:lnTo>
                  <a:lnTo>
                    <a:pt x="1142721" y="1587142"/>
                  </a:lnTo>
                  <a:lnTo>
                    <a:pt x="1142727" y="1587132"/>
                  </a:lnTo>
                  <a:lnTo>
                    <a:pt x="1142736" y="1587118"/>
                  </a:lnTo>
                  <a:lnTo>
                    <a:pt x="1142753" y="1587101"/>
                  </a:lnTo>
                  <a:lnTo>
                    <a:pt x="1142780" y="1587073"/>
                  </a:lnTo>
                  <a:lnTo>
                    <a:pt x="1142812" y="1587048"/>
                  </a:lnTo>
                  <a:lnTo>
                    <a:pt x="1142840" y="1587026"/>
                  </a:lnTo>
                  <a:lnTo>
                    <a:pt x="1142852" y="1587001"/>
                  </a:lnTo>
                  <a:lnTo>
                    <a:pt x="1142863" y="1586975"/>
                  </a:lnTo>
                  <a:lnTo>
                    <a:pt x="1142870" y="1586950"/>
                  </a:lnTo>
                  <a:lnTo>
                    <a:pt x="1142876" y="1586921"/>
                  </a:lnTo>
                  <a:lnTo>
                    <a:pt x="1142883" y="1586874"/>
                  </a:lnTo>
                  <a:lnTo>
                    <a:pt x="1142894" y="1586833"/>
                  </a:lnTo>
                  <a:lnTo>
                    <a:pt x="1142899" y="1586810"/>
                  </a:lnTo>
                  <a:lnTo>
                    <a:pt x="1142899" y="1586796"/>
                  </a:lnTo>
                  <a:lnTo>
                    <a:pt x="1142899" y="1586787"/>
                  </a:lnTo>
                  <a:lnTo>
                    <a:pt x="1142899" y="1586781"/>
                  </a:lnTo>
                  <a:lnTo>
                    <a:pt x="1142893" y="1586773"/>
                  </a:lnTo>
                  <a:lnTo>
                    <a:pt x="1142884" y="1586756"/>
                  </a:lnTo>
                  <a:lnTo>
                    <a:pt x="1142872" y="1586742"/>
                  </a:lnTo>
                  <a:lnTo>
                    <a:pt x="1142868" y="1586737"/>
                  </a:lnTo>
                  <a:lnTo>
                    <a:pt x="1142846" y="1586710"/>
                  </a:lnTo>
                  <a:lnTo>
                    <a:pt x="1142827" y="1586688"/>
                  </a:lnTo>
                  <a:lnTo>
                    <a:pt x="1142816" y="1586675"/>
                  </a:lnTo>
                  <a:lnTo>
                    <a:pt x="1142806" y="1586663"/>
                  </a:lnTo>
                  <a:lnTo>
                    <a:pt x="1142796" y="1586650"/>
                  </a:lnTo>
                  <a:lnTo>
                    <a:pt x="1142782" y="1586635"/>
                  </a:lnTo>
                  <a:lnTo>
                    <a:pt x="1142776" y="1586625"/>
                  </a:lnTo>
                  <a:lnTo>
                    <a:pt x="1142770" y="1586609"/>
                  </a:lnTo>
                  <a:lnTo>
                    <a:pt x="1142763" y="1586588"/>
                  </a:lnTo>
                  <a:lnTo>
                    <a:pt x="1142763" y="1586580"/>
                  </a:lnTo>
                  <a:lnTo>
                    <a:pt x="1142763" y="1586567"/>
                  </a:lnTo>
                  <a:lnTo>
                    <a:pt x="1142764" y="1586557"/>
                  </a:lnTo>
                  <a:lnTo>
                    <a:pt x="1142768" y="1586547"/>
                  </a:lnTo>
                  <a:lnTo>
                    <a:pt x="1142770" y="1586528"/>
                  </a:lnTo>
                  <a:lnTo>
                    <a:pt x="1142777" y="1586514"/>
                  </a:lnTo>
                  <a:lnTo>
                    <a:pt x="1142784" y="1586499"/>
                  </a:lnTo>
                  <a:lnTo>
                    <a:pt x="1142792" y="1586489"/>
                  </a:lnTo>
                  <a:lnTo>
                    <a:pt x="1142799" y="1586485"/>
                  </a:lnTo>
                  <a:lnTo>
                    <a:pt x="1142808" y="1586483"/>
                  </a:lnTo>
                  <a:lnTo>
                    <a:pt x="1142823" y="1586479"/>
                  </a:lnTo>
                  <a:lnTo>
                    <a:pt x="1142846" y="1586477"/>
                  </a:lnTo>
                  <a:lnTo>
                    <a:pt x="1142859" y="1586473"/>
                  </a:lnTo>
                  <a:lnTo>
                    <a:pt x="1142875" y="1586469"/>
                  </a:lnTo>
                  <a:lnTo>
                    <a:pt x="1142883" y="1586467"/>
                  </a:lnTo>
                  <a:lnTo>
                    <a:pt x="1142896" y="1586466"/>
                  </a:lnTo>
                  <a:lnTo>
                    <a:pt x="1142918" y="1586464"/>
                  </a:lnTo>
                  <a:lnTo>
                    <a:pt x="1142942" y="1586464"/>
                  </a:lnTo>
                  <a:lnTo>
                    <a:pt x="1142963" y="1586464"/>
                  </a:lnTo>
                  <a:lnTo>
                    <a:pt x="1142974" y="1586466"/>
                  </a:lnTo>
                  <a:lnTo>
                    <a:pt x="1142989" y="1586469"/>
                  </a:lnTo>
                  <a:lnTo>
                    <a:pt x="1143002" y="1586473"/>
                  </a:lnTo>
                  <a:lnTo>
                    <a:pt x="1143011" y="1586477"/>
                  </a:lnTo>
                  <a:lnTo>
                    <a:pt x="1143019" y="1586483"/>
                  </a:lnTo>
                  <a:lnTo>
                    <a:pt x="1143043" y="1586498"/>
                  </a:lnTo>
                  <a:lnTo>
                    <a:pt x="1143056" y="1586511"/>
                  </a:lnTo>
                  <a:lnTo>
                    <a:pt x="1143066" y="1586525"/>
                  </a:lnTo>
                  <a:lnTo>
                    <a:pt x="1143075" y="1586544"/>
                  </a:lnTo>
                  <a:lnTo>
                    <a:pt x="1143077" y="1586550"/>
                  </a:lnTo>
                  <a:lnTo>
                    <a:pt x="1143081" y="1586554"/>
                  </a:lnTo>
                  <a:lnTo>
                    <a:pt x="1143088" y="1586562"/>
                  </a:lnTo>
                  <a:lnTo>
                    <a:pt x="1143094" y="1586567"/>
                  </a:lnTo>
                  <a:lnTo>
                    <a:pt x="1143105" y="1586581"/>
                  </a:lnTo>
                  <a:lnTo>
                    <a:pt x="1143119" y="1586618"/>
                  </a:lnTo>
                  <a:lnTo>
                    <a:pt x="1143126" y="1586649"/>
                  </a:lnTo>
                  <a:lnTo>
                    <a:pt x="1143132" y="1586666"/>
                  </a:lnTo>
                  <a:lnTo>
                    <a:pt x="1143138" y="1586674"/>
                  </a:lnTo>
                  <a:lnTo>
                    <a:pt x="1143145" y="1586681"/>
                  </a:lnTo>
                  <a:lnTo>
                    <a:pt x="1143155" y="1586687"/>
                  </a:lnTo>
                  <a:lnTo>
                    <a:pt x="1143166" y="1586691"/>
                  </a:lnTo>
                  <a:lnTo>
                    <a:pt x="1143175" y="1586693"/>
                  </a:lnTo>
                  <a:lnTo>
                    <a:pt x="1143190" y="1586687"/>
                  </a:lnTo>
                  <a:lnTo>
                    <a:pt x="1143212" y="1586677"/>
                  </a:lnTo>
                  <a:lnTo>
                    <a:pt x="1143233" y="1586659"/>
                  </a:lnTo>
                  <a:lnTo>
                    <a:pt x="1143255" y="1586638"/>
                  </a:lnTo>
                  <a:lnTo>
                    <a:pt x="1143277" y="1586614"/>
                  </a:lnTo>
                  <a:lnTo>
                    <a:pt x="1143292" y="1586594"/>
                  </a:lnTo>
                  <a:lnTo>
                    <a:pt x="1143305" y="1586573"/>
                  </a:lnTo>
                  <a:lnTo>
                    <a:pt x="1143321" y="1586546"/>
                  </a:lnTo>
                  <a:lnTo>
                    <a:pt x="1143325" y="1586536"/>
                  </a:lnTo>
                  <a:lnTo>
                    <a:pt x="1143334" y="1586509"/>
                  </a:lnTo>
                  <a:lnTo>
                    <a:pt x="1143341" y="1586479"/>
                  </a:lnTo>
                  <a:lnTo>
                    <a:pt x="1143350" y="1586456"/>
                  </a:lnTo>
                  <a:lnTo>
                    <a:pt x="1143361" y="1586425"/>
                  </a:lnTo>
                  <a:lnTo>
                    <a:pt x="1143370" y="1586402"/>
                  </a:lnTo>
                  <a:lnTo>
                    <a:pt x="1143381" y="1586376"/>
                  </a:lnTo>
                  <a:lnTo>
                    <a:pt x="1143392" y="1586357"/>
                  </a:lnTo>
                  <a:lnTo>
                    <a:pt x="1143408" y="1586333"/>
                  </a:lnTo>
                  <a:lnTo>
                    <a:pt x="1143419" y="1586320"/>
                  </a:lnTo>
                  <a:lnTo>
                    <a:pt x="1143427" y="1586317"/>
                  </a:lnTo>
                  <a:lnTo>
                    <a:pt x="1143436" y="1586315"/>
                  </a:lnTo>
                  <a:lnTo>
                    <a:pt x="1143444" y="1586317"/>
                  </a:lnTo>
                  <a:lnTo>
                    <a:pt x="1143461" y="1586329"/>
                  </a:lnTo>
                  <a:lnTo>
                    <a:pt x="1143474" y="1586338"/>
                  </a:lnTo>
                  <a:lnTo>
                    <a:pt x="1143487" y="1586344"/>
                  </a:lnTo>
                  <a:lnTo>
                    <a:pt x="1143492" y="1586344"/>
                  </a:lnTo>
                  <a:lnTo>
                    <a:pt x="1143502" y="1586344"/>
                  </a:lnTo>
                  <a:lnTo>
                    <a:pt x="1143509" y="1586344"/>
                  </a:lnTo>
                  <a:lnTo>
                    <a:pt x="1143518" y="1586346"/>
                  </a:lnTo>
                  <a:lnTo>
                    <a:pt x="1143530" y="1586346"/>
                  </a:lnTo>
                  <a:lnTo>
                    <a:pt x="1143537" y="1586344"/>
                  </a:lnTo>
                  <a:lnTo>
                    <a:pt x="1143544" y="1586340"/>
                  </a:lnTo>
                  <a:lnTo>
                    <a:pt x="1143556" y="1586330"/>
                  </a:lnTo>
                  <a:lnTo>
                    <a:pt x="1143565" y="1586316"/>
                  </a:lnTo>
                  <a:lnTo>
                    <a:pt x="1143568" y="1586308"/>
                  </a:lnTo>
                  <a:lnTo>
                    <a:pt x="1143570" y="1586295"/>
                  </a:lnTo>
                  <a:lnTo>
                    <a:pt x="1143568" y="1586281"/>
                  </a:lnTo>
                  <a:lnTo>
                    <a:pt x="1143564" y="1586270"/>
                  </a:lnTo>
                  <a:lnTo>
                    <a:pt x="1143557" y="1586254"/>
                  </a:lnTo>
                  <a:lnTo>
                    <a:pt x="1143551" y="1586237"/>
                  </a:lnTo>
                  <a:lnTo>
                    <a:pt x="1143549" y="1586231"/>
                  </a:lnTo>
                  <a:lnTo>
                    <a:pt x="1143547" y="1586225"/>
                  </a:lnTo>
                  <a:lnTo>
                    <a:pt x="1143545" y="1586211"/>
                  </a:lnTo>
                  <a:lnTo>
                    <a:pt x="1143547" y="1586204"/>
                  </a:lnTo>
                  <a:lnTo>
                    <a:pt x="1143547" y="1586198"/>
                  </a:lnTo>
                  <a:lnTo>
                    <a:pt x="1143549" y="1586192"/>
                  </a:lnTo>
                  <a:lnTo>
                    <a:pt x="1143552" y="1586182"/>
                  </a:lnTo>
                  <a:lnTo>
                    <a:pt x="1143556" y="1586174"/>
                  </a:lnTo>
                  <a:lnTo>
                    <a:pt x="1143565" y="1586161"/>
                  </a:lnTo>
                  <a:lnTo>
                    <a:pt x="1143576" y="1586135"/>
                  </a:lnTo>
                  <a:lnTo>
                    <a:pt x="1143587" y="1586120"/>
                  </a:lnTo>
                  <a:lnTo>
                    <a:pt x="1143602" y="1586098"/>
                  </a:lnTo>
                  <a:lnTo>
                    <a:pt x="1143613" y="1586085"/>
                  </a:lnTo>
                  <a:lnTo>
                    <a:pt x="1143620" y="1586073"/>
                  </a:lnTo>
                  <a:lnTo>
                    <a:pt x="1143633" y="1586053"/>
                  </a:lnTo>
                  <a:lnTo>
                    <a:pt x="1143650" y="1586024"/>
                  </a:lnTo>
                  <a:lnTo>
                    <a:pt x="1143661" y="1586007"/>
                  </a:lnTo>
                  <a:lnTo>
                    <a:pt x="1143666" y="1585991"/>
                  </a:lnTo>
                  <a:lnTo>
                    <a:pt x="1143666" y="1585985"/>
                  </a:lnTo>
                  <a:lnTo>
                    <a:pt x="1143664" y="1585979"/>
                  </a:lnTo>
                  <a:lnTo>
                    <a:pt x="1143660" y="1585970"/>
                  </a:lnTo>
                  <a:lnTo>
                    <a:pt x="1143656" y="1585956"/>
                  </a:lnTo>
                  <a:lnTo>
                    <a:pt x="1143649" y="1585935"/>
                  </a:lnTo>
                  <a:lnTo>
                    <a:pt x="1143641" y="1585908"/>
                  </a:lnTo>
                  <a:lnTo>
                    <a:pt x="1143639" y="1585875"/>
                  </a:lnTo>
                  <a:lnTo>
                    <a:pt x="1143635" y="1585863"/>
                  </a:lnTo>
                  <a:lnTo>
                    <a:pt x="1143629" y="1585855"/>
                  </a:lnTo>
                  <a:lnTo>
                    <a:pt x="1143612" y="1585836"/>
                  </a:lnTo>
                  <a:lnTo>
                    <a:pt x="1143605" y="1585823"/>
                  </a:lnTo>
                  <a:lnTo>
                    <a:pt x="1143595" y="1585811"/>
                  </a:lnTo>
                  <a:lnTo>
                    <a:pt x="1143578" y="1585792"/>
                  </a:lnTo>
                  <a:lnTo>
                    <a:pt x="1143569" y="1585776"/>
                  </a:lnTo>
                  <a:lnTo>
                    <a:pt x="1143561" y="1585765"/>
                  </a:lnTo>
                  <a:lnTo>
                    <a:pt x="1143558" y="1585757"/>
                  </a:lnTo>
                  <a:lnTo>
                    <a:pt x="1143556" y="1585744"/>
                  </a:lnTo>
                  <a:lnTo>
                    <a:pt x="1143556" y="1585738"/>
                  </a:lnTo>
                  <a:lnTo>
                    <a:pt x="1143557" y="1585732"/>
                  </a:lnTo>
                  <a:lnTo>
                    <a:pt x="1143561" y="1585728"/>
                  </a:lnTo>
                  <a:lnTo>
                    <a:pt x="1143565" y="1585724"/>
                  </a:lnTo>
                  <a:lnTo>
                    <a:pt x="1143570" y="1585722"/>
                  </a:lnTo>
                  <a:lnTo>
                    <a:pt x="1143576" y="1585722"/>
                  </a:lnTo>
                  <a:lnTo>
                    <a:pt x="1143586" y="1585722"/>
                  </a:lnTo>
                  <a:lnTo>
                    <a:pt x="1143596" y="1585726"/>
                  </a:lnTo>
                  <a:lnTo>
                    <a:pt x="1143610" y="1585731"/>
                  </a:lnTo>
                  <a:lnTo>
                    <a:pt x="1143632" y="1585741"/>
                  </a:lnTo>
                  <a:lnTo>
                    <a:pt x="1143649" y="1585748"/>
                  </a:lnTo>
                  <a:lnTo>
                    <a:pt x="1143662" y="1585760"/>
                  </a:lnTo>
                  <a:lnTo>
                    <a:pt x="1143685" y="1585781"/>
                  </a:lnTo>
                  <a:lnTo>
                    <a:pt x="1143703" y="1585796"/>
                  </a:lnTo>
                  <a:lnTo>
                    <a:pt x="1143718" y="1585806"/>
                  </a:lnTo>
                  <a:lnTo>
                    <a:pt x="1143733" y="1585812"/>
                  </a:lnTo>
                  <a:lnTo>
                    <a:pt x="1143746" y="1585813"/>
                  </a:lnTo>
                  <a:lnTo>
                    <a:pt x="1143757" y="1585815"/>
                  </a:lnTo>
                  <a:lnTo>
                    <a:pt x="1143767" y="1585813"/>
                  </a:lnTo>
                  <a:lnTo>
                    <a:pt x="1143782" y="1585807"/>
                  </a:lnTo>
                  <a:lnTo>
                    <a:pt x="1143806" y="1585790"/>
                  </a:lnTo>
                  <a:lnTo>
                    <a:pt x="1143833" y="1585766"/>
                  </a:lnTo>
                  <a:lnTo>
                    <a:pt x="1143852" y="1585739"/>
                  </a:lnTo>
                  <a:lnTo>
                    <a:pt x="1143865" y="1585713"/>
                  </a:lnTo>
                  <a:lnTo>
                    <a:pt x="1143870" y="1585700"/>
                  </a:lnTo>
                  <a:lnTo>
                    <a:pt x="1143874" y="1585688"/>
                  </a:lnTo>
                  <a:lnTo>
                    <a:pt x="1143873" y="1585671"/>
                  </a:lnTo>
                  <a:lnTo>
                    <a:pt x="1143871" y="1585641"/>
                  </a:lnTo>
                  <a:lnTo>
                    <a:pt x="1143869" y="1585618"/>
                  </a:lnTo>
                  <a:lnTo>
                    <a:pt x="1143867" y="1585607"/>
                  </a:lnTo>
                  <a:lnTo>
                    <a:pt x="1143869" y="1585595"/>
                  </a:lnTo>
                  <a:lnTo>
                    <a:pt x="1143869" y="1585589"/>
                  </a:lnTo>
                  <a:lnTo>
                    <a:pt x="1143873" y="1585579"/>
                  </a:lnTo>
                  <a:lnTo>
                    <a:pt x="1143882" y="1585564"/>
                  </a:lnTo>
                  <a:lnTo>
                    <a:pt x="1143891" y="1585552"/>
                  </a:lnTo>
                  <a:lnTo>
                    <a:pt x="1143895" y="1585548"/>
                  </a:lnTo>
                  <a:lnTo>
                    <a:pt x="1143906" y="1585543"/>
                  </a:lnTo>
                  <a:lnTo>
                    <a:pt x="1143917" y="1585537"/>
                  </a:lnTo>
                  <a:lnTo>
                    <a:pt x="1143935" y="1585533"/>
                  </a:lnTo>
                  <a:lnTo>
                    <a:pt x="1143967" y="1585526"/>
                  </a:lnTo>
                  <a:lnTo>
                    <a:pt x="1143997" y="1585526"/>
                  </a:lnTo>
                  <a:lnTo>
                    <a:pt x="1144036" y="1585532"/>
                  </a:lnTo>
                  <a:lnTo>
                    <a:pt x="1144058" y="1585535"/>
                  </a:lnTo>
                  <a:lnTo>
                    <a:pt x="1144068" y="1585539"/>
                  </a:lnTo>
                  <a:lnTo>
                    <a:pt x="1144079" y="1585543"/>
                  </a:lnTo>
                  <a:lnTo>
                    <a:pt x="1144086" y="1585545"/>
                  </a:lnTo>
                  <a:lnTo>
                    <a:pt x="1144092" y="1585548"/>
                  </a:lnTo>
                  <a:lnTo>
                    <a:pt x="1144100" y="1585556"/>
                  </a:lnTo>
                  <a:lnTo>
                    <a:pt x="1144107" y="1585562"/>
                  </a:lnTo>
                  <a:lnTo>
                    <a:pt x="1144111" y="1585566"/>
                  </a:lnTo>
                  <a:lnTo>
                    <a:pt x="1144120" y="1585568"/>
                  </a:lnTo>
                  <a:lnTo>
                    <a:pt x="1144129" y="1585568"/>
                  </a:lnTo>
                  <a:lnTo>
                    <a:pt x="1144137" y="1585569"/>
                  </a:lnTo>
                  <a:lnTo>
                    <a:pt x="1144143" y="1585571"/>
                  </a:lnTo>
                  <a:lnTo>
                    <a:pt x="1144157" y="1585575"/>
                  </a:lnTo>
                  <a:lnTo>
                    <a:pt x="1144169" y="1585577"/>
                  </a:lnTo>
                  <a:lnTo>
                    <a:pt x="1144180" y="1585577"/>
                  </a:lnTo>
                  <a:lnTo>
                    <a:pt x="1144191" y="1585577"/>
                  </a:lnTo>
                  <a:lnTo>
                    <a:pt x="1144197" y="1585573"/>
                  </a:lnTo>
                  <a:lnTo>
                    <a:pt x="1144202" y="1585567"/>
                  </a:lnTo>
                  <a:lnTo>
                    <a:pt x="1144208" y="1585559"/>
                  </a:lnTo>
                  <a:lnTo>
                    <a:pt x="1144216" y="1585546"/>
                  </a:lnTo>
                  <a:lnTo>
                    <a:pt x="1144219" y="1585539"/>
                  </a:lnTo>
                  <a:lnTo>
                    <a:pt x="1144220" y="1585524"/>
                  </a:lnTo>
                  <a:lnTo>
                    <a:pt x="1144222" y="1585501"/>
                  </a:lnTo>
                  <a:lnTo>
                    <a:pt x="1144224" y="1585491"/>
                  </a:lnTo>
                  <a:lnTo>
                    <a:pt x="1144231" y="1585481"/>
                  </a:lnTo>
                  <a:lnTo>
                    <a:pt x="1144233" y="1585473"/>
                  </a:lnTo>
                  <a:lnTo>
                    <a:pt x="1144237" y="1585469"/>
                  </a:lnTo>
                  <a:lnTo>
                    <a:pt x="1144242" y="1585452"/>
                  </a:lnTo>
                  <a:lnTo>
                    <a:pt x="1144249" y="1585440"/>
                  </a:lnTo>
                  <a:lnTo>
                    <a:pt x="1144257" y="1585430"/>
                  </a:lnTo>
                  <a:lnTo>
                    <a:pt x="1144277" y="1585417"/>
                  </a:lnTo>
                  <a:lnTo>
                    <a:pt x="1144318" y="1585395"/>
                  </a:lnTo>
                  <a:lnTo>
                    <a:pt x="1144340" y="1585380"/>
                  </a:lnTo>
                  <a:lnTo>
                    <a:pt x="1144349" y="1585370"/>
                  </a:lnTo>
                  <a:lnTo>
                    <a:pt x="1144351" y="1585364"/>
                  </a:lnTo>
                  <a:lnTo>
                    <a:pt x="1144351" y="1585356"/>
                  </a:lnTo>
                  <a:lnTo>
                    <a:pt x="1144351" y="1585345"/>
                  </a:lnTo>
                  <a:lnTo>
                    <a:pt x="1144341" y="1585312"/>
                  </a:lnTo>
                  <a:lnTo>
                    <a:pt x="1144341" y="1585300"/>
                  </a:lnTo>
                  <a:lnTo>
                    <a:pt x="1144343" y="1585288"/>
                  </a:lnTo>
                  <a:lnTo>
                    <a:pt x="1144345" y="1585281"/>
                  </a:lnTo>
                  <a:lnTo>
                    <a:pt x="1144348" y="1585273"/>
                  </a:lnTo>
                  <a:lnTo>
                    <a:pt x="1144359" y="1585259"/>
                  </a:lnTo>
                  <a:lnTo>
                    <a:pt x="1144372" y="1585249"/>
                  </a:lnTo>
                  <a:lnTo>
                    <a:pt x="1144382" y="1585247"/>
                  </a:lnTo>
                  <a:lnTo>
                    <a:pt x="1144387" y="1585247"/>
                  </a:lnTo>
                  <a:lnTo>
                    <a:pt x="1144395" y="1585247"/>
                  </a:lnTo>
                  <a:lnTo>
                    <a:pt x="1144423" y="1585266"/>
                  </a:lnTo>
                  <a:lnTo>
                    <a:pt x="1144445" y="1585281"/>
                  </a:lnTo>
                  <a:lnTo>
                    <a:pt x="1144453" y="1585287"/>
                  </a:lnTo>
                  <a:lnTo>
                    <a:pt x="1144470" y="1585295"/>
                  </a:lnTo>
                  <a:lnTo>
                    <a:pt x="1144479" y="1585299"/>
                  </a:lnTo>
                  <a:lnTo>
                    <a:pt x="1144492" y="1585302"/>
                  </a:lnTo>
                  <a:lnTo>
                    <a:pt x="1144501" y="1585304"/>
                  </a:lnTo>
                  <a:lnTo>
                    <a:pt x="1144507" y="1585304"/>
                  </a:lnTo>
                  <a:lnTo>
                    <a:pt x="1144513" y="1585302"/>
                  </a:lnTo>
                  <a:lnTo>
                    <a:pt x="1144518" y="1585298"/>
                  </a:lnTo>
                  <a:lnTo>
                    <a:pt x="1144527" y="1585288"/>
                  </a:lnTo>
                  <a:lnTo>
                    <a:pt x="1144542" y="1585255"/>
                  </a:lnTo>
                  <a:lnTo>
                    <a:pt x="1144551" y="1585234"/>
                  </a:lnTo>
                  <a:lnTo>
                    <a:pt x="1144558" y="1585212"/>
                  </a:lnTo>
                  <a:lnTo>
                    <a:pt x="1144566" y="1585189"/>
                  </a:lnTo>
                  <a:lnTo>
                    <a:pt x="1144575" y="1585168"/>
                  </a:lnTo>
                  <a:lnTo>
                    <a:pt x="1144580" y="1585163"/>
                  </a:lnTo>
                  <a:lnTo>
                    <a:pt x="1144597" y="1585152"/>
                  </a:lnTo>
                  <a:lnTo>
                    <a:pt x="1144610" y="1585144"/>
                  </a:lnTo>
                  <a:lnTo>
                    <a:pt x="1144619" y="1585144"/>
                  </a:lnTo>
                  <a:lnTo>
                    <a:pt x="1144625" y="1585142"/>
                  </a:lnTo>
                  <a:lnTo>
                    <a:pt x="1144640" y="1585146"/>
                  </a:lnTo>
                  <a:lnTo>
                    <a:pt x="1144660" y="1585147"/>
                  </a:lnTo>
                  <a:lnTo>
                    <a:pt x="1144675" y="1585150"/>
                  </a:lnTo>
                  <a:lnTo>
                    <a:pt x="1144683" y="1585155"/>
                  </a:lnTo>
                  <a:lnTo>
                    <a:pt x="1144686" y="1585159"/>
                  </a:lnTo>
                  <a:lnTo>
                    <a:pt x="1144707" y="1585170"/>
                  </a:lnTo>
                  <a:lnTo>
                    <a:pt x="1144718" y="1585178"/>
                  </a:lnTo>
                  <a:lnTo>
                    <a:pt x="1144739" y="1585187"/>
                  </a:lnTo>
                  <a:lnTo>
                    <a:pt x="1144750" y="1585189"/>
                  </a:lnTo>
                  <a:lnTo>
                    <a:pt x="1144759" y="1585191"/>
                  </a:lnTo>
                  <a:lnTo>
                    <a:pt x="1144769" y="1585191"/>
                  </a:lnTo>
                  <a:lnTo>
                    <a:pt x="1144798" y="1585189"/>
                  </a:lnTo>
                  <a:lnTo>
                    <a:pt x="1144835" y="1585179"/>
                  </a:lnTo>
                  <a:lnTo>
                    <a:pt x="1144852" y="1585175"/>
                  </a:lnTo>
                  <a:lnTo>
                    <a:pt x="1144868" y="1585172"/>
                  </a:lnTo>
                  <a:lnTo>
                    <a:pt x="1144876" y="1585169"/>
                  </a:lnTo>
                  <a:lnTo>
                    <a:pt x="1144881" y="1585163"/>
                  </a:lnTo>
                  <a:lnTo>
                    <a:pt x="1144894" y="1585149"/>
                  </a:lnTo>
                  <a:lnTo>
                    <a:pt x="1144909" y="1585131"/>
                  </a:lnTo>
                  <a:lnTo>
                    <a:pt x="1144924" y="1585106"/>
                  </a:lnTo>
                  <a:lnTo>
                    <a:pt x="1144935" y="1585086"/>
                  </a:lnTo>
                  <a:lnTo>
                    <a:pt x="1144944" y="1585067"/>
                  </a:lnTo>
                  <a:lnTo>
                    <a:pt x="1144957" y="1585040"/>
                  </a:lnTo>
                  <a:lnTo>
                    <a:pt x="1144971" y="1585010"/>
                  </a:lnTo>
                  <a:lnTo>
                    <a:pt x="1144980" y="1584981"/>
                  </a:lnTo>
                  <a:lnTo>
                    <a:pt x="1144982" y="1584968"/>
                  </a:lnTo>
                  <a:lnTo>
                    <a:pt x="1144982" y="1584958"/>
                  </a:lnTo>
                  <a:lnTo>
                    <a:pt x="1144982" y="1584944"/>
                  </a:lnTo>
                  <a:lnTo>
                    <a:pt x="1144980" y="1584923"/>
                  </a:lnTo>
                  <a:lnTo>
                    <a:pt x="1144980" y="1584905"/>
                  </a:lnTo>
                  <a:lnTo>
                    <a:pt x="1144983" y="1584878"/>
                  </a:lnTo>
                  <a:lnTo>
                    <a:pt x="1144984" y="1584862"/>
                  </a:lnTo>
                  <a:lnTo>
                    <a:pt x="1144988" y="1584845"/>
                  </a:lnTo>
                  <a:lnTo>
                    <a:pt x="1144992" y="1584839"/>
                  </a:lnTo>
                  <a:lnTo>
                    <a:pt x="1145001" y="1584826"/>
                  </a:lnTo>
                  <a:lnTo>
                    <a:pt x="1145012" y="1584814"/>
                  </a:lnTo>
                  <a:lnTo>
                    <a:pt x="1145027" y="1584806"/>
                  </a:lnTo>
                  <a:lnTo>
                    <a:pt x="1145059" y="1584788"/>
                  </a:lnTo>
                  <a:lnTo>
                    <a:pt x="1145090" y="1584776"/>
                  </a:lnTo>
                  <a:lnTo>
                    <a:pt x="1145107" y="1584770"/>
                  </a:lnTo>
                  <a:lnTo>
                    <a:pt x="1145124" y="1584764"/>
                  </a:lnTo>
                  <a:lnTo>
                    <a:pt x="1145142" y="1584760"/>
                  </a:lnTo>
                  <a:lnTo>
                    <a:pt x="1145161" y="1584750"/>
                  </a:lnTo>
                  <a:lnTo>
                    <a:pt x="1145185" y="1584738"/>
                  </a:lnTo>
                  <a:lnTo>
                    <a:pt x="1145194" y="1584731"/>
                  </a:lnTo>
                  <a:lnTo>
                    <a:pt x="1145200" y="1584723"/>
                  </a:lnTo>
                  <a:lnTo>
                    <a:pt x="1145203" y="1584719"/>
                  </a:lnTo>
                  <a:lnTo>
                    <a:pt x="1145205" y="1584711"/>
                  </a:lnTo>
                  <a:lnTo>
                    <a:pt x="1145207" y="1584703"/>
                  </a:lnTo>
                  <a:lnTo>
                    <a:pt x="1145207" y="1584694"/>
                  </a:lnTo>
                  <a:lnTo>
                    <a:pt x="1145205" y="1584684"/>
                  </a:lnTo>
                  <a:lnTo>
                    <a:pt x="1145201" y="1584676"/>
                  </a:lnTo>
                  <a:lnTo>
                    <a:pt x="1145198" y="1584671"/>
                  </a:lnTo>
                  <a:lnTo>
                    <a:pt x="1145193" y="1584665"/>
                  </a:lnTo>
                  <a:lnTo>
                    <a:pt x="1145188" y="1584657"/>
                  </a:lnTo>
                  <a:lnTo>
                    <a:pt x="1145185" y="1584649"/>
                  </a:lnTo>
                  <a:lnTo>
                    <a:pt x="1145182" y="1584639"/>
                  </a:lnTo>
                  <a:lnTo>
                    <a:pt x="1145184" y="1584632"/>
                  </a:lnTo>
                  <a:lnTo>
                    <a:pt x="1145182" y="1584626"/>
                  </a:lnTo>
                  <a:lnTo>
                    <a:pt x="1145186" y="1584606"/>
                  </a:lnTo>
                  <a:lnTo>
                    <a:pt x="1145187" y="1584593"/>
                  </a:lnTo>
                  <a:lnTo>
                    <a:pt x="1145191" y="1584583"/>
                  </a:lnTo>
                  <a:lnTo>
                    <a:pt x="1145195" y="1584571"/>
                  </a:lnTo>
                  <a:lnTo>
                    <a:pt x="1145199" y="1584568"/>
                  </a:lnTo>
                  <a:lnTo>
                    <a:pt x="1145215" y="1584556"/>
                  </a:lnTo>
                  <a:lnTo>
                    <a:pt x="1145228" y="1584546"/>
                  </a:lnTo>
                  <a:lnTo>
                    <a:pt x="1145243" y="1584538"/>
                  </a:lnTo>
                  <a:lnTo>
                    <a:pt x="1145265" y="1584524"/>
                  </a:lnTo>
                  <a:lnTo>
                    <a:pt x="1145280" y="1584516"/>
                  </a:lnTo>
                  <a:lnTo>
                    <a:pt x="1145291" y="1584508"/>
                  </a:lnTo>
                  <a:lnTo>
                    <a:pt x="1145306" y="1584497"/>
                  </a:lnTo>
                  <a:lnTo>
                    <a:pt x="1145330" y="1584475"/>
                  </a:lnTo>
                  <a:lnTo>
                    <a:pt x="1145345" y="1584459"/>
                  </a:lnTo>
                  <a:lnTo>
                    <a:pt x="1145354" y="1584448"/>
                  </a:lnTo>
                  <a:lnTo>
                    <a:pt x="1145365" y="1584430"/>
                  </a:lnTo>
                  <a:lnTo>
                    <a:pt x="1145378" y="1584412"/>
                  </a:lnTo>
                  <a:lnTo>
                    <a:pt x="1145391" y="1584393"/>
                  </a:lnTo>
                  <a:lnTo>
                    <a:pt x="1145404" y="1584375"/>
                  </a:lnTo>
                  <a:lnTo>
                    <a:pt x="1145424" y="1584365"/>
                  </a:lnTo>
                  <a:lnTo>
                    <a:pt x="1145473" y="1584361"/>
                  </a:lnTo>
                  <a:lnTo>
                    <a:pt x="1145480" y="1584359"/>
                  </a:lnTo>
                  <a:lnTo>
                    <a:pt x="1145495" y="1584353"/>
                  </a:lnTo>
                  <a:lnTo>
                    <a:pt x="1145504" y="1584347"/>
                  </a:lnTo>
                  <a:lnTo>
                    <a:pt x="1145519" y="1584341"/>
                  </a:lnTo>
                  <a:lnTo>
                    <a:pt x="1145530" y="1584331"/>
                  </a:lnTo>
                  <a:lnTo>
                    <a:pt x="1145537" y="1584325"/>
                  </a:lnTo>
                  <a:lnTo>
                    <a:pt x="1145550" y="1584314"/>
                  </a:lnTo>
                  <a:lnTo>
                    <a:pt x="1145558" y="1584306"/>
                  </a:lnTo>
                  <a:lnTo>
                    <a:pt x="1145568" y="1584290"/>
                  </a:lnTo>
                  <a:lnTo>
                    <a:pt x="1145576" y="1584275"/>
                  </a:lnTo>
                  <a:lnTo>
                    <a:pt x="1145578" y="1584267"/>
                  </a:lnTo>
                  <a:lnTo>
                    <a:pt x="1145580" y="1584257"/>
                  </a:lnTo>
                  <a:lnTo>
                    <a:pt x="1145581" y="1584245"/>
                  </a:lnTo>
                  <a:lnTo>
                    <a:pt x="1145576" y="1584228"/>
                  </a:lnTo>
                  <a:lnTo>
                    <a:pt x="1145570" y="1584214"/>
                  </a:lnTo>
                  <a:lnTo>
                    <a:pt x="1145564" y="1584199"/>
                  </a:lnTo>
                  <a:lnTo>
                    <a:pt x="1145559" y="1584189"/>
                  </a:lnTo>
                  <a:lnTo>
                    <a:pt x="1145553" y="1584180"/>
                  </a:lnTo>
                  <a:lnTo>
                    <a:pt x="1145545" y="1584162"/>
                  </a:lnTo>
                  <a:lnTo>
                    <a:pt x="1145545" y="1584157"/>
                  </a:lnTo>
                  <a:lnTo>
                    <a:pt x="1145543" y="1584143"/>
                  </a:lnTo>
                  <a:lnTo>
                    <a:pt x="1145545" y="1584129"/>
                  </a:lnTo>
                  <a:lnTo>
                    <a:pt x="1145550" y="1584106"/>
                  </a:lnTo>
                  <a:lnTo>
                    <a:pt x="1145561" y="1584085"/>
                  </a:lnTo>
                  <a:lnTo>
                    <a:pt x="1145570" y="1584067"/>
                  </a:lnTo>
                  <a:lnTo>
                    <a:pt x="1145576" y="1584059"/>
                  </a:lnTo>
                  <a:lnTo>
                    <a:pt x="1145576" y="1584049"/>
                  </a:lnTo>
                  <a:lnTo>
                    <a:pt x="1145568" y="1584032"/>
                  </a:lnTo>
                  <a:lnTo>
                    <a:pt x="1145564" y="1584018"/>
                  </a:lnTo>
                  <a:lnTo>
                    <a:pt x="1145564" y="1584007"/>
                  </a:lnTo>
                  <a:lnTo>
                    <a:pt x="1145562" y="1583980"/>
                  </a:lnTo>
                  <a:lnTo>
                    <a:pt x="1145560" y="1583945"/>
                  </a:lnTo>
                  <a:lnTo>
                    <a:pt x="1145562" y="1583931"/>
                  </a:lnTo>
                  <a:lnTo>
                    <a:pt x="1145562" y="1583918"/>
                  </a:lnTo>
                  <a:lnTo>
                    <a:pt x="1145567" y="1583900"/>
                  </a:lnTo>
                  <a:lnTo>
                    <a:pt x="1145571" y="1583894"/>
                  </a:lnTo>
                  <a:lnTo>
                    <a:pt x="1145576" y="1583888"/>
                  </a:lnTo>
                  <a:lnTo>
                    <a:pt x="1145582" y="1583882"/>
                  </a:lnTo>
                  <a:lnTo>
                    <a:pt x="1145587" y="1583877"/>
                  </a:lnTo>
                  <a:lnTo>
                    <a:pt x="1145591" y="1583873"/>
                  </a:lnTo>
                  <a:lnTo>
                    <a:pt x="1145597" y="1583867"/>
                  </a:lnTo>
                  <a:lnTo>
                    <a:pt x="1145606" y="1583863"/>
                  </a:lnTo>
                  <a:lnTo>
                    <a:pt x="1145615" y="1583859"/>
                  </a:lnTo>
                  <a:lnTo>
                    <a:pt x="1145628" y="1583855"/>
                  </a:lnTo>
                  <a:lnTo>
                    <a:pt x="1145639" y="1583853"/>
                  </a:lnTo>
                  <a:lnTo>
                    <a:pt x="1145651" y="1583853"/>
                  </a:lnTo>
                  <a:lnTo>
                    <a:pt x="1145658" y="1583856"/>
                  </a:lnTo>
                  <a:lnTo>
                    <a:pt x="1145662" y="1583860"/>
                  </a:lnTo>
                  <a:lnTo>
                    <a:pt x="1145667" y="1583866"/>
                  </a:lnTo>
                  <a:lnTo>
                    <a:pt x="1145677" y="1583883"/>
                  </a:lnTo>
                  <a:lnTo>
                    <a:pt x="1145686" y="1583897"/>
                  </a:lnTo>
                  <a:lnTo>
                    <a:pt x="1145698" y="1583903"/>
                  </a:lnTo>
                  <a:lnTo>
                    <a:pt x="1145716" y="1583908"/>
                  </a:lnTo>
                  <a:lnTo>
                    <a:pt x="1145731" y="1583912"/>
                  </a:lnTo>
                  <a:lnTo>
                    <a:pt x="1145759" y="1583916"/>
                  </a:lnTo>
                  <a:lnTo>
                    <a:pt x="1145785" y="1583917"/>
                  </a:lnTo>
                  <a:lnTo>
                    <a:pt x="1145811" y="1583921"/>
                  </a:lnTo>
                  <a:lnTo>
                    <a:pt x="1145837" y="1583927"/>
                  </a:lnTo>
                  <a:lnTo>
                    <a:pt x="1145849" y="1583928"/>
                  </a:lnTo>
                  <a:lnTo>
                    <a:pt x="1145862" y="1583932"/>
                  </a:lnTo>
                  <a:lnTo>
                    <a:pt x="1145869" y="1583940"/>
                  </a:lnTo>
                  <a:lnTo>
                    <a:pt x="1145886" y="1583953"/>
                  </a:lnTo>
                  <a:lnTo>
                    <a:pt x="1145912" y="1583967"/>
                  </a:lnTo>
                  <a:lnTo>
                    <a:pt x="1145925" y="1583974"/>
                  </a:lnTo>
                  <a:lnTo>
                    <a:pt x="1145939" y="1583980"/>
                  </a:lnTo>
                  <a:lnTo>
                    <a:pt x="1145948" y="1583982"/>
                  </a:lnTo>
                  <a:lnTo>
                    <a:pt x="1145959" y="1583980"/>
                  </a:lnTo>
                  <a:lnTo>
                    <a:pt x="1145970" y="1583980"/>
                  </a:lnTo>
                  <a:lnTo>
                    <a:pt x="1145983" y="1583976"/>
                  </a:lnTo>
                  <a:lnTo>
                    <a:pt x="1145992" y="1583972"/>
                  </a:lnTo>
                  <a:lnTo>
                    <a:pt x="1146009" y="1583962"/>
                  </a:lnTo>
                  <a:lnTo>
                    <a:pt x="1146026" y="1583950"/>
                  </a:lnTo>
                  <a:lnTo>
                    <a:pt x="1146031" y="1583948"/>
                  </a:lnTo>
                  <a:lnTo>
                    <a:pt x="1146039" y="1583944"/>
                  </a:lnTo>
                  <a:lnTo>
                    <a:pt x="1146059" y="1583936"/>
                  </a:lnTo>
                  <a:lnTo>
                    <a:pt x="1146081" y="1583924"/>
                  </a:lnTo>
                  <a:lnTo>
                    <a:pt x="1146104" y="1583913"/>
                  </a:lnTo>
                  <a:lnTo>
                    <a:pt x="1146137" y="1583899"/>
                  </a:lnTo>
                  <a:lnTo>
                    <a:pt x="1146172" y="1583889"/>
                  </a:lnTo>
                  <a:lnTo>
                    <a:pt x="1146202" y="1583883"/>
                  </a:lnTo>
                  <a:lnTo>
                    <a:pt x="1146223" y="1583877"/>
                  </a:lnTo>
                  <a:lnTo>
                    <a:pt x="1146245" y="1583869"/>
                  </a:lnTo>
                  <a:lnTo>
                    <a:pt x="1146269" y="1583865"/>
                  </a:lnTo>
                  <a:lnTo>
                    <a:pt x="1146304" y="1583851"/>
                  </a:lnTo>
                  <a:lnTo>
                    <a:pt x="1146325" y="1583843"/>
                  </a:lnTo>
                  <a:lnTo>
                    <a:pt x="1146333" y="1583835"/>
                  </a:lnTo>
                  <a:lnTo>
                    <a:pt x="1146342" y="1583812"/>
                  </a:lnTo>
                  <a:lnTo>
                    <a:pt x="1146349" y="1583802"/>
                  </a:lnTo>
                  <a:lnTo>
                    <a:pt x="1146352" y="1583777"/>
                  </a:lnTo>
                  <a:lnTo>
                    <a:pt x="1146354" y="1583743"/>
                  </a:lnTo>
                  <a:lnTo>
                    <a:pt x="1146353" y="1583718"/>
                  </a:lnTo>
                  <a:lnTo>
                    <a:pt x="1146348" y="1583683"/>
                  </a:lnTo>
                  <a:lnTo>
                    <a:pt x="1146342" y="1583662"/>
                  </a:lnTo>
                  <a:lnTo>
                    <a:pt x="1146332" y="1583635"/>
                  </a:lnTo>
                  <a:lnTo>
                    <a:pt x="1146330" y="1583621"/>
                  </a:lnTo>
                  <a:lnTo>
                    <a:pt x="1146330" y="1583610"/>
                  </a:lnTo>
                  <a:lnTo>
                    <a:pt x="1146332" y="1583602"/>
                  </a:lnTo>
                  <a:lnTo>
                    <a:pt x="1146334" y="1583596"/>
                  </a:lnTo>
                  <a:lnTo>
                    <a:pt x="1146337" y="1583588"/>
                  </a:lnTo>
                  <a:lnTo>
                    <a:pt x="1146348" y="1583575"/>
                  </a:lnTo>
                  <a:lnTo>
                    <a:pt x="1146374" y="1583555"/>
                  </a:lnTo>
                  <a:lnTo>
                    <a:pt x="1146403" y="1583544"/>
                  </a:lnTo>
                  <a:lnTo>
                    <a:pt x="1146432" y="1583518"/>
                  </a:lnTo>
                  <a:lnTo>
                    <a:pt x="1146456" y="1583501"/>
                  </a:lnTo>
                  <a:lnTo>
                    <a:pt x="1146472" y="1583491"/>
                  </a:lnTo>
                  <a:lnTo>
                    <a:pt x="1146481" y="1583468"/>
                  </a:lnTo>
                  <a:lnTo>
                    <a:pt x="1146494" y="1583444"/>
                  </a:lnTo>
                  <a:lnTo>
                    <a:pt x="1146506" y="1583414"/>
                  </a:lnTo>
                  <a:lnTo>
                    <a:pt x="1146526" y="1583368"/>
                  </a:lnTo>
                  <a:lnTo>
                    <a:pt x="1146540" y="1583332"/>
                  </a:lnTo>
                  <a:lnTo>
                    <a:pt x="1146545" y="1583314"/>
                  </a:lnTo>
                  <a:lnTo>
                    <a:pt x="1146547" y="1583299"/>
                  </a:lnTo>
                  <a:lnTo>
                    <a:pt x="1146553" y="1583293"/>
                  </a:lnTo>
                  <a:lnTo>
                    <a:pt x="1146560" y="1583283"/>
                  </a:lnTo>
                  <a:lnTo>
                    <a:pt x="1146569" y="1583272"/>
                  </a:lnTo>
                  <a:lnTo>
                    <a:pt x="1146579" y="1583266"/>
                  </a:lnTo>
                  <a:lnTo>
                    <a:pt x="1146592" y="1583258"/>
                  </a:lnTo>
                  <a:lnTo>
                    <a:pt x="1146625" y="1583244"/>
                  </a:lnTo>
                  <a:lnTo>
                    <a:pt x="1146668" y="1583226"/>
                  </a:lnTo>
                  <a:lnTo>
                    <a:pt x="1146707" y="1583212"/>
                  </a:lnTo>
                  <a:lnTo>
                    <a:pt x="1146740" y="1583198"/>
                  </a:lnTo>
                  <a:lnTo>
                    <a:pt x="1146757" y="1583190"/>
                  </a:lnTo>
                  <a:lnTo>
                    <a:pt x="1146773" y="1583173"/>
                  </a:lnTo>
                  <a:lnTo>
                    <a:pt x="1146784" y="1583163"/>
                  </a:lnTo>
                  <a:lnTo>
                    <a:pt x="1146797" y="1583151"/>
                  </a:lnTo>
                  <a:lnTo>
                    <a:pt x="1146820" y="1583145"/>
                  </a:lnTo>
                  <a:lnTo>
                    <a:pt x="1146831" y="1583139"/>
                  </a:lnTo>
                  <a:lnTo>
                    <a:pt x="1146844" y="1583137"/>
                  </a:lnTo>
                  <a:lnTo>
                    <a:pt x="1146861" y="1583137"/>
                  </a:lnTo>
                  <a:lnTo>
                    <a:pt x="1146883" y="1583135"/>
                  </a:lnTo>
                  <a:lnTo>
                    <a:pt x="1146911" y="1583134"/>
                  </a:lnTo>
                  <a:lnTo>
                    <a:pt x="1146941" y="1583134"/>
                  </a:lnTo>
                  <a:lnTo>
                    <a:pt x="1146967" y="1583134"/>
                  </a:lnTo>
                  <a:lnTo>
                    <a:pt x="1146980" y="1583130"/>
                  </a:lnTo>
                  <a:lnTo>
                    <a:pt x="1146993" y="1583126"/>
                  </a:lnTo>
                  <a:lnTo>
                    <a:pt x="1147022" y="1583114"/>
                  </a:lnTo>
                  <a:lnTo>
                    <a:pt x="1147037" y="1583106"/>
                  </a:lnTo>
                  <a:lnTo>
                    <a:pt x="1147076" y="1583086"/>
                  </a:lnTo>
                  <a:lnTo>
                    <a:pt x="1147086" y="1583076"/>
                  </a:lnTo>
                  <a:lnTo>
                    <a:pt x="1147097" y="1583066"/>
                  </a:lnTo>
                  <a:lnTo>
                    <a:pt x="1147119" y="1583055"/>
                  </a:lnTo>
                  <a:lnTo>
                    <a:pt x="1147138" y="1583042"/>
                  </a:lnTo>
                  <a:lnTo>
                    <a:pt x="1147154" y="1583021"/>
                  </a:lnTo>
                  <a:lnTo>
                    <a:pt x="1147166" y="1582996"/>
                  </a:lnTo>
                  <a:lnTo>
                    <a:pt x="1147180" y="1582979"/>
                  </a:lnTo>
                  <a:lnTo>
                    <a:pt x="1147207" y="1582965"/>
                  </a:lnTo>
                  <a:lnTo>
                    <a:pt x="1147222" y="1582963"/>
                  </a:lnTo>
                  <a:lnTo>
                    <a:pt x="1147237" y="1582961"/>
                  </a:lnTo>
                  <a:lnTo>
                    <a:pt x="1147250" y="1582962"/>
                  </a:lnTo>
                  <a:lnTo>
                    <a:pt x="1147269" y="1582964"/>
                  </a:lnTo>
                  <a:lnTo>
                    <a:pt x="1147289" y="1582970"/>
                  </a:lnTo>
                  <a:lnTo>
                    <a:pt x="1147306" y="1582973"/>
                  </a:lnTo>
                  <a:lnTo>
                    <a:pt x="1147317" y="1582973"/>
                  </a:lnTo>
                  <a:lnTo>
                    <a:pt x="1147329" y="1582975"/>
                  </a:lnTo>
                  <a:lnTo>
                    <a:pt x="1147337" y="1582970"/>
                  </a:lnTo>
                  <a:lnTo>
                    <a:pt x="1147342" y="1582967"/>
                  </a:lnTo>
                  <a:lnTo>
                    <a:pt x="1147347" y="1582961"/>
                  </a:lnTo>
                  <a:lnTo>
                    <a:pt x="1147349" y="1582956"/>
                  </a:lnTo>
                  <a:lnTo>
                    <a:pt x="1147351" y="1582940"/>
                  </a:lnTo>
                  <a:lnTo>
                    <a:pt x="1147352" y="1582925"/>
                  </a:lnTo>
                  <a:lnTo>
                    <a:pt x="1147351" y="1582917"/>
                  </a:lnTo>
                  <a:lnTo>
                    <a:pt x="1147350" y="1582898"/>
                  </a:lnTo>
                  <a:lnTo>
                    <a:pt x="1147342" y="1582873"/>
                  </a:lnTo>
                  <a:lnTo>
                    <a:pt x="1147338" y="1582854"/>
                  </a:lnTo>
                  <a:lnTo>
                    <a:pt x="1147329" y="1582836"/>
                  </a:lnTo>
                  <a:lnTo>
                    <a:pt x="1147313" y="1582809"/>
                  </a:lnTo>
                  <a:lnTo>
                    <a:pt x="1147296" y="1582776"/>
                  </a:lnTo>
                  <a:lnTo>
                    <a:pt x="1147289" y="1582736"/>
                  </a:lnTo>
                  <a:lnTo>
                    <a:pt x="1147287" y="1582669"/>
                  </a:lnTo>
                  <a:lnTo>
                    <a:pt x="1147298" y="1582586"/>
                  </a:lnTo>
                  <a:lnTo>
                    <a:pt x="1147304" y="1582523"/>
                  </a:lnTo>
                  <a:lnTo>
                    <a:pt x="1147314" y="1582445"/>
                  </a:lnTo>
                  <a:lnTo>
                    <a:pt x="1147330" y="1582380"/>
                  </a:lnTo>
                  <a:lnTo>
                    <a:pt x="1147345" y="1582343"/>
                  </a:lnTo>
                  <a:lnTo>
                    <a:pt x="1147360" y="1582302"/>
                  </a:lnTo>
                  <a:lnTo>
                    <a:pt x="1147362" y="1582280"/>
                  </a:lnTo>
                  <a:lnTo>
                    <a:pt x="1147356" y="1582244"/>
                  </a:lnTo>
                  <a:lnTo>
                    <a:pt x="1147356" y="1582213"/>
                  </a:lnTo>
                  <a:lnTo>
                    <a:pt x="1147359" y="1582191"/>
                  </a:lnTo>
                  <a:lnTo>
                    <a:pt x="1147365" y="1582161"/>
                  </a:lnTo>
                  <a:lnTo>
                    <a:pt x="1147368" y="1582141"/>
                  </a:lnTo>
                  <a:lnTo>
                    <a:pt x="1147377" y="1582115"/>
                  </a:lnTo>
                  <a:lnTo>
                    <a:pt x="1147384" y="1582092"/>
                  </a:lnTo>
                  <a:lnTo>
                    <a:pt x="1147390" y="1582078"/>
                  </a:lnTo>
                  <a:lnTo>
                    <a:pt x="1147393" y="1582072"/>
                  </a:lnTo>
                  <a:lnTo>
                    <a:pt x="1147401" y="1582065"/>
                  </a:lnTo>
                  <a:lnTo>
                    <a:pt x="1147406" y="1582059"/>
                  </a:lnTo>
                  <a:lnTo>
                    <a:pt x="1147419" y="1582047"/>
                  </a:lnTo>
                  <a:lnTo>
                    <a:pt x="1147442" y="1582031"/>
                  </a:lnTo>
                  <a:lnTo>
                    <a:pt x="1147462" y="1582010"/>
                  </a:lnTo>
                  <a:lnTo>
                    <a:pt x="1147473" y="1582000"/>
                  </a:lnTo>
                  <a:lnTo>
                    <a:pt x="1147484" y="1581994"/>
                  </a:lnTo>
                  <a:lnTo>
                    <a:pt x="1147512" y="1581978"/>
                  </a:lnTo>
                  <a:lnTo>
                    <a:pt x="1147530" y="1581968"/>
                  </a:lnTo>
                  <a:lnTo>
                    <a:pt x="1147550" y="1581960"/>
                  </a:lnTo>
                  <a:lnTo>
                    <a:pt x="1147562" y="1581956"/>
                  </a:lnTo>
                  <a:lnTo>
                    <a:pt x="1147578" y="1581956"/>
                  </a:lnTo>
                  <a:lnTo>
                    <a:pt x="1147595" y="1581950"/>
                  </a:lnTo>
                  <a:lnTo>
                    <a:pt x="1147612" y="1581942"/>
                  </a:lnTo>
                  <a:lnTo>
                    <a:pt x="1147641" y="1581917"/>
                  </a:lnTo>
                  <a:lnTo>
                    <a:pt x="1147656" y="1581899"/>
                  </a:lnTo>
                  <a:lnTo>
                    <a:pt x="1147665" y="1581884"/>
                  </a:lnTo>
                  <a:lnTo>
                    <a:pt x="1147667" y="1581872"/>
                  </a:lnTo>
                  <a:lnTo>
                    <a:pt x="1147667" y="1581860"/>
                  </a:lnTo>
                  <a:lnTo>
                    <a:pt x="1147667" y="1581849"/>
                  </a:lnTo>
                  <a:lnTo>
                    <a:pt x="1147665" y="1581833"/>
                  </a:lnTo>
                  <a:lnTo>
                    <a:pt x="1147663" y="1581825"/>
                  </a:lnTo>
                  <a:lnTo>
                    <a:pt x="1147661" y="1581818"/>
                  </a:lnTo>
                  <a:lnTo>
                    <a:pt x="1147659" y="1581810"/>
                  </a:lnTo>
                  <a:lnTo>
                    <a:pt x="1147655" y="1581806"/>
                  </a:lnTo>
                  <a:lnTo>
                    <a:pt x="1147638" y="1581785"/>
                  </a:lnTo>
                  <a:lnTo>
                    <a:pt x="1147627" y="1581767"/>
                  </a:lnTo>
                  <a:lnTo>
                    <a:pt x="1147612" y="1581744"/>
                  </a:lnTo>
                  <a:lnTo>
                    <a:pt x="1147606" y="1581737"/>
                  </a:lnTo>
                  <a:lnTo>
                    <a:pt x="1147602" y="1581727"/>
                  </a:lnTo>
                  <a:lnTo>
                    <a:pt x="1147599" y="1581715"/>
                  </a:lnTo>
                  <a:lnTo>
                    <a:pt x="1147597" y="1581710"/>
                  </a:lnTo>
                  <a:lnTo>
                    <a:pt x="1147597" y="1581692"/>
                  </a:lnTo>
                  <a:lnTo>
                    <a:pt x="1147596" y="1581682"/>
                  </a:lnTo>
                  <a:lnTo>
                    <a:pt x="1147598" y="1581675"/>
                  </a:lnTo>
                  <a:lnTo>
                    <a:pt x="1147600" y="1581667"/>
                  </a:lnTo>
                  <a:lnTo>
                    <a:pt x="1147604" y="1581657"/>
                  </a:lnTo>
                  <a:lnTo>
                    <a:pt x="1147613" y="1581641"/>
                  </a:lnTo>
                  <a:lnTo>
                    <a:pt x="1147622" y="1581630"/>
                  </a:lnTo>
                  <a:lnTo>
                    <a:pt x="1147639" y="1581614"/>
                  </a:lnTo>
                  <a:lnTo>
                    <a:pt x="1147654" y="1581604"/>
                  </a:lnTo>
                  <a:lnTo>
                    <a:pt x="1147679" y="1581585"/>
                  </a:lnTo>
                  <a:lnTo>
                    <a:pt x="1147709" y="1581561"/>
                  </a:lnTo>
                  <a:lnTo>
                    <a:pt x="1147724" y="1581545"/>
                  </a:lnTo>
                  <a:lnTo>
                    <a:pt x="1147731" y="1581534"/>
                  </a:lnTo>
                  <a:lnTo>
                    <a:pt x="1147737" y="1581524"/>
                  </a:lnTo>
                  <a:lnTo>
                    <a:pt x="1147738" y="1581512"/>
                  </a:lnTo>
                  <a:lnTo>
                    <a:pt x="1147740" y="1581485"/>
                  </a:lnTo>
                  <a:lnTo>
                    <a:pt x="1147740" y="1581456"/>
                  </a:lnTo>
                  <a:lnTo>
                    <a:pt x="1147741" y="1581425"/>
                  </a:lnTo>
                  <a:lnTo>
                    <a:pt x="1147743" y="1581401"/>
                  </a:lnTo>
                  <a:lnTo>
                    <a:pt x="1147737" y="1581384"/>
                  </a:lnTo>
                  <a:lnTo>
                    <a:pt x="1147728" y="1581357"/>
                  </a:lnTo>
                  <a:lnTo>
                    <a:pt x="1147720" y="1581326"/>
                  </a:lnTo>
                  <a:lnTo>
                    <a:pt x="1147709" y="1581285"/>
                  </a:lnTo>
                  <a:lnTo>
                    <a:pt x="1147697" y="1581254"/>
                  </a:lnTo>
                  <a:lnTo>
                    <a:pt x="1147688" y="1581231"/>
                  </a:lnTo>
                  <a:lnTo>
                    <a:pt x="1147684" y="1581221"/>
                  </a:lnTo>
                  <a:lnTo>
                    <a:pt x="1147680" y="1581216"/>
                  </a:lnTo>
                  <a:lnTo>
                    <a:pt x="1147669" y="1581198"/>
                  </a:lnTo>
                  <a:lnTo>
                    <a:pt x="1147650" y="1581167"/>
                  </a:lnTo>
                  <a:lnTo>
                    <a:pt x="1147635" y="1581144"/>
                  </a:lnTo>
                  <a:lnTo>
                    <a:pt x="1147624" y="1581131"/>
                  </a:lnTo>
                  <a:lnTo>
                    <a:pt x="1147609" y="1581115"/>
                  </a:lnTo>
                  <a:lnTo>
                    <a:pt x="1147588" y="1581092"/>
                  </a:lnTo>
                  <a:lnTo>
                    <a:pt x="1147567" y="1581069"/>
                  </a:lnTo>
                  <a:lnTo>
                    <a:pt x="1147547" y="1581050"/>
                  </a:lnTo>
                  <a:lnTo>
                    <a:pt x="1147537" y="1581035"/>
                  </a:lnTo>
                  <a:lnTo>
                    <a:pt x="1147532" y="1581027"/>
                  </a:lnTo>
                  <a:lnTo>
                    <a:pt x="1147525" y="1581013"/>
                  </a:lnTo>
                  <a:lnTo>
                    <a:pt x="1147520" y="1581002"/>
                  </a:lnTo>
                  <a:lnTo>
                    <a:pt x="1147518" y="1580988"/>
                  </a:lnTo>
                  <a:lnTo>
                    <a:pt x="1147518" y="1580982"/>
                  </a:lnTo>
                  <a:lnTo>
                    <a:pt x="1147521" y="1580972"/>
                  </a:lnTo>
                  <a:lnTo>
                    <a:pt x="1147525" y="1580961"/>
                  </a:lnTo>
                  <a:lnTo>
                    <a:pt x="1147535" y="1580953"/>
                  </a:lnTo>
                  <a:lnTo>
                    <a:pt x="1147553" y="1580943"/>
                  </a:lnTo>
                  <a:lnTo>
                    <a:pt x="1147583" y="1580935"/>
                  </a:lnTo>
                  <a:lnTo>
                    <a:pt x="1147603" y="1580929"/>
                  </a:lnTo>
                  <a:lnTo>
                    <a:pt x="1147616" y="1580927"/>
                  </a:lnTo>
                  <a:lnTo>
                    <a:pt x="1147624" y="1580927"/>
                  </a:lnTo>
                  <a:lnTo>
                    <a:pt x="1147633" y="1580927"/>
                  </a:lnTo>
                  <a:lnTo>
                    <a:pt x="1147650" y="1580927"/>
                  </a:lnTo>
                  <a:lnTo>
                    <a:pt x="1147676" y="1580928"/>
                  </a:lnTo>
                  <a:lnTo>
                    <a:pt x="1147689" y="1580932"/>
                  </a:lnTo>
                  <a:lnTo>
                    <a:pt x="1147733" y="1580934"/>
                  </a:lnTo>
                  <a:lnTo>
                    <a:pt x="1147754" y="1580935"/>
                  </a:lnTo>
                  <a:lnTo>
                    <a:pt x="1147804" y="1580941"/>
                  </a:lnTo>
                  <a:lnTo>
                    <a:pt x="1147832" y="1580941"/>
                  </a:lnTo>
                  <a:lnTo>
                    <a:pt x="1147864" y="1580940"/>
                  </a:lnTo>
                  <a:lnTo>
                    <a:pt x="1147884" y="1580938"/>
                  </a:lnTo>
                  <a:lnTo>
                    <a:pt x="1147899" y="1580934"/>
                  </a:lnTo>
                  <a:lnTo>
                    <a:pt x="1147905" y="1580932"/>
                  </a:lnTo>
                  <a:lnTo>
                    <a:pt x="1147909" y="1580928"/>
                  </a:lnTo>
                  <a:lnTo>
                    <a:pt x="1147916" y="1580922"/>
                  </a:lnTo>
                  <a:lnTo>
                    <a:pt x="1147918" y="1580916"/>
                  </a:lnTo>
                  <a:lnTo>
                    <a:pt x="1147920" y="1580911"/>
                  </a:lnTo>
                  <a:lnTo>
                    <a:pt x="1147919" y="1580901"/>
                  </a:lnTo>
                  <a:lnTo>
                    <a:pt x="1147914" y="1580889"/>
                  </a:lnTo>
                  <a:lnTo>
                    <a:pt x="1147901" y="1580878"/>
                  </a:lnTo>
                  <a:lnTo>
                    <a:pt x="1147888" y="1580869"/>
                  </a:lnTo>
                  <a:lnTo>
                    <a:pt x="1147882" y="1580866"/>
                  </a:lnTo>
                  <a:lnTo>
                    <a:pt x="1147874" y="1580866"/>
                  </a:lnTo>
                  <a:lnTo>
                    <a:pt x="1147860" y="1580863"/>
                  </a:lnTo>
                  <a:lnTo>
                    <a:pt x="1147845" y="1580859"/>
                  </a:lnTo>
                  <a:lnTo>
                    <a:pt x="1147824" y="1580855"/>
                  </a:lnTo>
                  <a:lnTo>
                    <a:pt x="1147805" y="1580853"/>
                  </a:lnTo>
                  <a:lnTo>
                    <a:pt x="1147770" y="1580852"/>
                  </a:lnTo>
                  <a:lnTo>
                    <a:pt x="1147742" y="1580850"/>
                  </a:lnTo>
                  <a:lnTo>
                    <a:pt x="1147727" y="1580846"/>
                  </a:lnTo>
                  <a:lnTo>
                    <a:pt x="1147721" y="1580843"/>
                  </a:lnTo>
                  <a:lnTo>
                    <a:pt x="1147716" y="1580829"/>
                  </a:lnTo>
                  <a:lnTo>
                    <a:pt x="1147710" y="1580814"/>
                  </a:lnTo>
                  <a:lnTo>
                    <a:pt x="1147708" y="1580806"/>
                  </a:lnTo>
                  <a:lnTo>
                    <a:pt x="1147708" y="1580800"/>
                  </a:lnTo>
                  <a:lnTo>
                    <a:pt x="1147709" y="1580792"/>
                  </a:lnTo>
                  <a:lnTo>
                    <a:pt x="1147715" y="1580788"/>
                  </a:lnTo>
                  <a:lnTo>
                    <a:pt x="1147725" y="1580780"/>
                  </a:lnTo>
                  <a:lnTo>
                    <a:pt x="1147738" y="1580775"/>
                  </a:lnTo>
                  <a:lnTo>
                    <a:pt x="1147752" y="1580769"/>
                  </a:lnTo>
                  <a:lnTo>
                    <a:pt x="1147775" y="1580766"/>
                  </a:lnTo>
                  <a:lnTo>
                    <a:pt x="1147801" y="1580768"/>
                  </a:lnTo>
                  <a:lnTo>
                    <a:pt x="1147823" y="1580774"/>
                  </a:lnTo>
                  <a:lnTo>
                    <a:pt x="1147846" y="1580779"/>
                  </a:lnTo>
                  <a:lnTo>
                    <a:pt x="1147853" y="1580777"/>
                  </a:lnTo>
                  <a:lnTo>
                    <a:pt x="1147870" y="1580773"/>
                  </a:lnTo>
                  <a:lnTo>
                    <a:pt x="1147894" y="1580763"/>
                  </a:lnTo>
                  <a:lnTo>
                    <a:pt x="1147920" y="1580753"/>
                  </a:lnTo>
                  <a:lnTo>
                    <a:pt x="1147937" y="1580745"/>
                  </a:lnTo>
                  <a:lnTo>
                    <a:pt x="1147942" y="1580742"/>
                  </a:lnTo>
                  <a:lnTo>
                    <a:pt x="1147952" y="1580736"/>
                  </a:lnTo>
                  <a:lnTo>
                    <a:pt x="1147959" y="1580726"/>
                  </a:lnTo>
                  <a:lnTo>
                    <a:pt x="1147966" y="1580716"/>
                  </a:lnTo>
                  <a:lnTo>
                    <a:pt x="1147976" y="1580702"/>
                  </a:lnTo>
                  <a:lnTo>
                    <a:pt x="1147988" y="1580685"/>
                  </a:lnTo>
                  <a:lnTo>
                    <a:pt x="1147996" y="1580669"/>
                  </a:lnTo>
                  <a:lnTo>
                    <a:pt x="1147998" y="1580663"/>
                  </a:lnTo>
                  <a:lnTo>
                    <a:pt x="1147998" y="1580658"/>
                  </a:lnTo>
                  <a:lnTo>
                    <a:pt x="1147997" y="1580651"/>
                  </a:lnTo>
                  <a:lnTo>
                    <a:pt x="1147988" y="1580634"/>
                  </a:lnTo>
                  <a:lnTo>
                    <a:pt x="1147980" y="1580623"/>
                  </a:lnTo>
                  <a:lnTo>
                    <a:pt x="1147971" y="1580615"/>
                  </a:lnTo>
                  <a:lnTo>
                    <a:pt x="1147956" y="1580607"/>
                  </a:lnTo>
                  <a:lnTo>
                    <a:pt x="1147941" y="1580598"/>
                  </a:lnTo>
                  <a:lnTo>
                    <a:pt x="1147928" y="1580592"/>
                  </a:lnTo>
                  <a:lnTo>
                    <a:pt x="1147907" y="1580577"/>
                  </a:lnTo>
                  <a:lnTo>
                    <a:pt x="1147890" y="1580561"/>
                  </a:lnTo>
                  <a:lnTo>
                    <a:pt x="1147883" y="1580552"/>
                  </a:lnTo>
                  <a:lnTo>
                    <a:pt x="1147877" y="1580540"/>
                  </a:lnTo>
                  <a:lnTo>
                    <a:pt x="1147870" y="1580529"/>
                  </a:lnTo>
                  <a:lnTo>
                    <a:pt x="1147868" y="1580519"/>
                  </a:lnTo>
                  <a:lnTo>
                    <a:pt x="1147864" y="1580511"/>
                  </a:lnTo>
                  <a:lnTo>
                    <a:pt x="1147862" y="1580505"/>
                  </a:lnTo>
                  <a:lnTo>
                    <a:pt x="1147860" y="1580498"/>
                  </a:lnTo>
                  <a:lnTo>
                    <a:pt x="1147858" y="1580492"/>
                  </a:lnTo>
                  <a:lnTo>
                    <a:pt x="1147858" y="1580485"/>
                  </a:lnTo>
                  <a:lnTo>
                    <a:pt x="1147860" y="1580477"/>
                  </a:lnTo>
                  <a:lnTo>
                    <a:pt x="1147864" y="1580467"/>
                  </a:lnTo>
                  <a:lnTo>
                    <a:pt x="1147873" y="1580458"/>
                  </a:lnTo>
                  <a:lnTo>
                    <a:pt x="1147886" y="1580446"/>
                  </a:lnTo>
                  <a:lnTo>
                    <a:pt x="1147902" y="1580436"/>
                  </a:lnTo>
                  <a:lnTo>
                    <a:pt x="1147932" y="1580424"/>
                  </a:lnTo>
                  <a:lnTo>
                    <a:pt x="1147956" y="1580418"/>
                  </a:lnTo>
                  <a:lnTo>
                    <a:pt x="1147969" y="1580416"/>
                  </a:lnTo>
                  <a:lnTo>
                    <a:pt x="1147997" y="1580410"/>
                  </a:lnTo>
                  <a:lnTo>
                    <a:pt x="1148014" y="1580404"/>
                  </a:lnTo>
                  <a:lnTo>
                    <a:pt x="1148033" y="1580401"/>
                  </a:lnTo>
                  <a:lnTo>
                    <a:pt x="1148051" y="1580397"/>
                  </a:lnTo>
                  <a:lnTo>
                    <a:pt x="1148074" y="1580391"/>
                  </a:lnTo>
                  <a:lnTo>
                    <a:pt x="1148088" y="1580385"/>
                  </a:lnTo>
                  <a:lnTo>
                    <a:pt x="1148098" y="1580381"/>
                  </a:lnTo>
                  <a:lnTo>
                    <a:pt x="1148111" y="1580377"/>
                  </a:lnTo>
                  <a:lnTo>
                    <a:pt x="1148129" y="1580371"/>
                  </a:lnTo>
                  <a:lnTo>
                    <a:pt x="1148150" y="1580369"/>
                  </a:lnTo>
                  <a:lnTo>
                    <a:pt x="1148161" y="1580365"/>
                  </a:lnTo>
                  <a:lnTo>
                    <a:pt x="1148174" y="1580361"/>
                  </a:lnTo>
                  <a:lnTo>
                    <a:pt x="1148194" y="1580353"/>
                  </a:lnTo>
                  <a:lnTo>
                    <a:pt x="1148213" y="1580347"/>
                  </a:lnTo>
                  <a:lnTo>
                    <a:pt x="1148237" y="1580341"/>
                  </a:lnTo>
                  <a:lnTo>
                    <a:pt x="1148259" y="1580337"/>
                  </a:lnTo>
                  <a:lnTo>
                    <a:pt x="1148280" y="1580333"/>
                  </a:lnTo>
                  <a:lnTo>
                    <a:pt x="1148306" y="1580329"/>
                  </a:lnTo>
                  <a:lnTo>
                    <a:pt x="1148315" y="1580325"/>
                  </a:lnTo>
                  <a:lnTo>
                    <a:pt x="1148342" y="1580316"/>
                  </a:lnTo>
                  <a:lnTo>
                    <a:pt x="1148371" y="1580301"/>
                  </a:lnTo>
                  <a:lnTo>
                    <a:pt x="1148399" y="1580276"/>
                  </a:lnTo>
                  <a:lnTo>
                    <a:pt x="1148417" y="1580254"/>
                  </a:lnTo>
                  <a:lnTo>
                    <a:pt x="1148422" y="1580235"/>
                  </a:lnTo>
                  <a:lnTo>
                    <a:pt x="1148422" y="1580209"/>
                  </a:lnTo>
                  <a:lnTo>
                    <a:pt x="1148416" y="1580192"/>
                  </a:lnTo>
                  <a:lnTo>
                    <a:pt x="1148411" y="1580175"/>
                  </a:lnTo>
                  <a:lnTo>
                    <a:pt x="1148411" y="1580162"/>
                  </a:lnTo>
                  <a:lnTo>
                    <a:pt x="1148411" y="1580151"/>
                  </a:lnTo>
                  <a:lnTo>
                    <a:pt x="1148424" y="1580120"/>
                  </a:lnTo>
                  <a:lnTo>
                    <a:pt x="1148425" y="1580109"/>
                  </a:lnTo>
                  <a:lnTo>
                    <a:pt x="1148422" y="1580102"/>
                  </a:lnTo>
                  <a:lnTo>
                    <a:pt x="1148420" y="1580083"/>
                  </a:lnTo>
                  <a:lnTo>
                    <a:pt x="1148416" y="1580065"/>
                  </a:lnTo>
                  <a:lnTo>
                    <a:pt x="1148412" y="1580048"/>
                  </a:lnTo>
                  <a:lnTo>
                    <a:pt x="1148409" y="1580041"/>
                  </a:lnTo>
                  <a:lnTo>
                    <a:pt x="1148408" y="1580028"/>
                  </a:lnTo>
                  <a:lnTo>
                    <a:pt x="1148409" y="1580009"/>
                  </a:lnTo>
                  <a:lnTo>
                    <a:pt x="1148408" y="1580003"/>
                  </a:lnTo>
                  <a:lnTo>
                    <a:pt x="1148408" y="1579991"/>
                  </a:lnTo>
                  <a:lnTo>
                    <a:pt x="1148410" y="1579972"/>
                  </a:lnTo>
                  <a:lnTo>
                    <a:pt x="1148413" y="1579964"/>
                  </a:lnTo>
                  <a:lnTo>
                    <a:pt x="1148412" y="1579954"/>
                  </a:lnTo>
                  <a:lnTo>
                    <a:pt x="1148407" y="1579936"/>
                  </a:lnTo>
                  <a:lnTo>
                    <a:pt x="1148402" y="1579927"/>
                  </a:lnTo>
                  <a:lnTo>
                    <a:pt x="1148399" y="1579917"/>
                  </a:lnTo>
                  <a:lnTo>
                    <a:pt x="1148397" y="1579908"/>
                  </a:lnTo>
                  <a:lnTo>
                    <a:pt x="1148397" y="1579899"/>
                  </a:lnTo>
                  <a:lnTo>
                    <a:pt x="1148396" y="1579890"/>
                  </a:lnTo>
                  <a:lnTo>
                    <a:pt x="1148397" y="1579880"/>
                  </a:lnTo>
                  <a:lnTo>
                    <a:pt x="1148394" y="1579871"/>
                  </a:lnTo>
                  <a:lnTo>
                    <a:pt x="1148390" y="1579862"/>
                  </a:lnTo>
                  <a:lnTo>
                    <a:pt x="1148374" y="1579845"/>
                  </a:lnTo>
                  <a:lnTo>
                    <a:pt x="1148370" y="1579826"/>
                  </a:lnTo>
                  <a:lnTo>
                    <a:pt x="1148367" y="1579808"/>
                  </a:lnTo>
                  <a:lnTo>
                    <a:pt x="1148363" y="1579789"/>
                  </a:lnTo>
                  <a:lnTo>
                    <a:pt x="1148356" y="1579771"/>
                  </a:lnTo>
                  <a:lnTo>
                    <a:pt x="1148340" y="1579754"/>
                  </a:lnTo>
                  <a:lnTo>
                    <a:pt x="1148315" y="1579737"/>
                  </a:lnTo>
                  <a:lnTo>
                    <a:pt x="1148309" y="1579730"/>
                  </a:lnTo>
                  <a:lnTo>
                    <a:pt x="1148296" y="1579716"/>
                  </a:lnTo>
                  <a:lnTo>
                    <a:pt x="1148279" y="1579701"/>
                  </a:lnTo>
                  <a:lnTo>
                    <a:pt x="1148265" y="1579689"/>
                  </a:lnTo>
                  <a:lnTo>
                    <a:pt x="1148249" y="1579681"/>
                  </a:lnTo>
                  <a:lnTo>
                    <a:pt x="1148238" y="1579674"/>
                  </a:lnTo>
                  <a:lnTo>
                    <a:pt x="1148236" y="1579658"/>
                  </a:lnTo>
                  <a:lnTo>
                    <a:pt x="1148236" y="1579651"/>
                  </a:lnTo>
                  <a:lnTo>
                    <a:pt x="1148233" y="1579638"/>
                  </a:lnTo>
                  <a:lnTo>
                    <a:pt x="1148235" y="1579619"/>
                  </a:lnTo>
                  <a:lnTo>
                    <a:pt x="1148239" y="1579605"/>
                  </a:lnTo>
                  <a:lnTo>
                    <a:pt x="1148239" y="1579589"/>
                  </a:lnTo>
                  <a:lnTo>
                    <a:pt x="1148235" y="1579575"/>
                  </a:lnTo>
                  <a:lnTo>
                    <a:pt x="1148224" y="1579560"/>
                  </a:lnTo>
                  <a:lnTo>
                    <a:pt x="1148197" y="1579532"/>
                  </a:lnTo>
                  <a:lnTo>
                    <a:pt x="1148175" y="1579501"/>
                  </a:lnTo>
                  <a:lnTo>
                    <a:pt x="1148147" y="1579482"/>
                  </a:lnTo>
                  <a:lnTo>
                    <a:pt x="1148118" y="1579477"/>
                  </a:lnTo>
                  <a:lnTo>
                    <a:pt x="1148098" y="1579464"/>
                  </a:lnTo>
                  <a:lnTo>
                    <a:pt x="1148088" y="1579454"/>
                  </a:lnTo>
                  <a:lnTo>
                    <a:pt x="1148076" y="1579438"/>
                  </a:lnTo>
                  <a:lnTo>
                    <a:pt x="1148070" y="1579424"/>
                  </a:lnTo>
                  <a:lnTo>
                    <a:pt x="1148061" y="1579405"/>
                  </a:lnTo>
                  <a:lnTo>
                    <a:pt x="1148052" y="1579393"/>
                  </a:lnTo>
                  <a:lnTo>
                    <a:pt x="1148044" y="1579385"/>
                  </a:lnTo>
                  <a:lnTo>
                    <a:pt x="1148024" y="1579375"/>
                  </a:lnTo>
                  <a:lnTo>
                    <a:pt x="1147992" y="1579365"/>
                  </a:lnTo>
                  <a:lnTo>
                    <a:pt x="1147968" y="1579355"/>
                  </a:lnTo>
                  <a:lnTo>
                    <a:pt x="1147963" y="1579349"/>
                  </a:lnTo>
                  <a:lnTo>
                    <a:pt x="1147957" y="1579339"/>
                  </a:lnTo>
                  <a:lnTo>
                    <a:pt x="1147955" y="1579326"/>
                  </a:lnTo>
                  <a:lnTo>
                    <a:pt x="1147954" y="1579318"/>
                  </a:lnTo>
                  <a:lnTo>
                    <a:pt x="1147956" y="1579304"/>
                  </a:lnTo>
                  <a:lnTo>
                    <a:pt x="1147950" y="1579287"/>
                  </a:lnTo>
                  <a:lnTo>
                    <a:pt x="1147934" y="1579256"/>
                  </a:lnTo>
                  <a:lnTo>
                    <a:pt x="1147934" y="1579249"/>
                  </a:lnTo>
                  <a:lnTo>
                    <a:pt x="1147938" y="1579242"/>
                  </a:lnTo>
                  <a:lnTo>
                    <a:pt x="1147944" y="1579236"/>
                  </a:lnTo>
                  <a:lnTo>
                    <a:pt x="1147954" y="1579230"/>
                  </a:lnTo>
                  <a:lnTo>
                    <a:pt x="1147983" y="1579223"/>
                  </a:lnTo>
                  <a:lnTo>
                    <a:pt x="1148013" y="1579217"/>
                  </a:lnTo>
                  <a:lnTo>
                    <a:pt x="1148026" y="1579205"/>
                  </a:lnTo>
                  <a:lnTo>
                    <a:pt x="1148028" y="1579198"/>
                  </a:lnTo>
                  <a:lnTo>
                    <a:pt x="1148022" y="1579190"/>
                  </a:lnTo>
                  <a:lnTo>
                    <a:pt x="1148016" y="1579184"/>
                  </a:lnTo>
                  <a:lnTo>
                    <a:pt x="1147998" y="1579178"/>
                  </a:lnTo>
                  <a:lnTo>
                    <a:pt x="1147992" y="1579178"/>
                  </a:lnTo>
                  <a:lnTo>
                    <a:pt x="1147972" y="1579175"/>
                  </a:lnTo>
                  <a:lnTo>
                    <a:pt x="1147963" y="1579172"/>
                  </a:lnTo>
                  <a:lnTo>
                    <a:pt x="1147933" y="1579168"/>
                  </a:lnTo>
                  <a:lnTo>
                    <a:pt x="1147904" y="1579173"/>
                  </a:lnTo>
                  <a:lnTo>
                    <a:pt x="1147874" y="1579187"/>
                  </a:lnTo>
                  <a:lnTo>
                    <a:pt x="1147851" y="1579190"/>
                  </a:lnTo>
                  <a:lnTo>
                    <a:pt x="1147845" y="1579185"/>
                  </a:lnTo>
                  <a:lnTo>
                    <a:pt x="1147839" y="1579177"/>
                  </a:lnTo>
                  <a:lnTo>
                    <a:pt x="1147839" y="1579171"/>
                  </a:lnTo>
                  <a:lnTo>
                    <a:pt x="1147841" y="1579155"/>
                  </a:lnTo>
                  <a:lnTo>
                    <a:pt x="1147844" y="1579134"/>
                  </a:lnTo>
                  <a:lnTo>
                    <a:pt x="1147840" y="1579124"/>
                  </a:lnTo>
                  <a:lnTo>
                    <a:pt x="1147834" y="1579112"/>
                  </a:lnTo>
                  <a:lnTo>
                    <a:pt x="1147817" y="1579099"/>
                  </a:lnTo>
                  <a:lnTo>
                    <a:pt x="1147802" y="1579096"/>
                  </a:lnTo>
                  <a:lnTo>
                    <a:pt x="1147787" y="1579096"/>
                  </a:lnTo>
                  <a:lnTo>
                    <a:pt x="1147757" y="1579102"/>
                  </a:lnTo>
                  <a:lnTo>
                    <a:pt x="1147734" y="1579106"/>
                  </a:lnTo>
                  <a:lnTo>
                    <a:pt x="1147722" y="1579100"/>
                  </a:lnTo>
                  <a:lnTo>
                    <a:pt x="1147698" y="1579078"/>
                  </a:lnTo>
                  <a:lnTo>
                    <a:pt x="1147670" y="1579050"/>
                  </a:lnTo>
                  <a:lnTo>
                    <a:pt x="1147644" y="1579035"/>
                  </a:lnTo>
                  <a:lnTo>
                    <a:pt x="1147634" y="1579035"/>
                  </a:lnTo>
                  <a:lnTo>
                    <a:pt x="1147605" y="1579038"/>
                  </a:lnTo>
                  <a:lnTo>
                    <a:pt x="1147552" y="1579026"/>
                  </a:lnTo>
                  <a:lnTo>
                    <a:pt x="1147504" y="1579014"/>
                  </a:lnTo>
                  <a:lnTo>
                    <a:pt x="1147494" y="1579008"/>
                  </a:lnTo>
                  <a:lnTo>
                    <a:pt x="1147462" y="1579004"/>
                  </a:lnTo>
                  <a:lnTo>
                    <a:pt x="1147438" y="1579006"/>
                  </a:lnTo>
                  <a:lnTo>
                    <a:pt x="1147419" y="1579010"/>
                  </a:lnTo>
                  <a:lnTo>
                    <a:pt x="1147404" y="1579015"/>
                  </a:lnTo>
                  <a:lnTo>
                    <a:pt x="1147374" y="1579028"/>
                  </a:lnTo>
                  <a:lnTo>
                    <a:pt x="1147358" y="1579034"/>
                  </a:lnTo>
                  <a:lnTo>
                    <a:pt x="1147344" y="1579045"/>
                  </a:lnTo>
                  <a:lnTo>
                    <a:pt x="1147315" y="1579061"/>
                  </a:lnTo>
                  <a:lnTo>
                    <a:pt x="1147295" y="1579074"/>
                  </a:lnTo>
                  <a:lnTo>
                    <a:pt x="1147286" y="1579076"/>
                  </a:lnTo>
                  <a:lnTo>
                    <a:pt x="1147276" y="1579072"/>
                  </a:lnTo>
                  <a:lnTo>
                    <a:pt x="1147274" y="1579066"/>
                  </a:lnTo>
                  <a:lnTo>
                    <a:pt x="1147274" y="1579051"/>
                  </a:lnTo>
                  <a:lnTo>
                    <a:pt x="1147263" y="1578996"/>
                  </a:lnTo>
                  <a:lnTo>
                    <a:pt x="1147202" y="1578563"/>
                  </a:lnTo>
                  <a:lnTo>
                    <a:pt x="1147187" y="1578397"/>
                  </a:lnTo>
                  <a:lnTo>
                    <a:pt x="1147169" y="1578316"/>
                  </a:lnTo>
                  <a:lnTo>
                    <a:pt x="1147160" y="1578249"/>
                  </a:lnTo>
                  <a:lnTo>
                    <a:pt x="1147188" y="1577977"/>
                  </a:lnTo>
                  <a:lnTo>
                    <a:pt x="1147248" y="1577463"/>
                  </a:lnTo>
                  <a:lnTo>
                    <a:pt x="1147323" y="1576789"/>
                  </a:lnTo>
                  <a:lnTo>
                    <a:pt x="1147481" y="1576569"/>
                  </a:lnTo>
                  <a:lnTo>
                    <a:pt x="1147652" y="1576326"/>
                  </a:lnTo>
                  <a:lnTo>
                    <a:pt x="1147844" y="1576055"/>
                  </a:lnTo>
                  <a:lnTo>
                    <a:pt x="1148044" y="1575771"/>
                  </a:lnTo>
                  <a:lnTo>
                    <a:pt x="1148162" y="1575710"/>
                  </a:lnTo>
                  <a:lnTo>
                    <a:pt x="1148315" y="1575622"/>
                  </a:lnTo>
                  <a:lnTo>
                    <a:pt x="1148428" y="1575555"/>
                  </a:lnTo>
                  <a:lnTo>
                    <a:pt x="1148612" y="1575465"/>
                  </a:lnTo>
                  <a:lnTo>
                    <a:pt x="1148647" y="1575439"/>
                  </a:lnTo>
                  <a:lnTo>
                    <a:pt x="1148681" y="1575414"/>
                  </a:lnTo>
                  <a:lnTo>
                    <a:pt x="1148863" y="1575259"/>
                  </a:lnTo>
                  <a:lnTo>
                    <a:pt x="1149199" y="1574955"/>
                  </a:lnTo>
                  <a:lnTo>
                    <a:pt x="1149206" y="1574936"/>
                  </a:lnTo>
                  <a:lnTo>
                    <a:pt x="1149207" y="1574925"/>
                  </a:lnTo>
                  <a:lnTo>
                    <a:pt x="1149195" y="1574913"/>
                  </a:lnTo>
                  <a:lnTo>
                    <a:pt x="1149180" y="1574904"/>
                  </a:lnTo>
                  <a:lnTo>
                    <a:pt x="1149169" y="1574899"/>
                  </a:lnTo>
                  <a:lnTo>
                    <a:pt x="1149160" y="1574896"/>
                  </a:lnTo>
                  <a:lnTo>
                    <a:pt x="1149142" y="1574890"/>
                  </a:lnTo>
                  <a:lnTo>
                    <a:pt x="1149124" y="1574883"/>
                  </a:lnTo>
                  <a:lnTo>
                    <a:pt x="1149106" y="1574873"/>
                  </a:lnTo>
                  <a:lnTo>
                    <a:pt x="1149088" y="1574866"/>
                  </a:lnTo>
                  <a:lnTo>
                    <a:pt x="1149070" y="1574867"/>
                  </a:lnTo>
                  <a:lnTo>
                    <a:pt x="1149053" y="1574872"/>
                  </a:lnTo>
                  <a:lnTo>
                    <a:pt x="1149035" y="1574878"/>
                  </a:lnTo>
                  <a:lnTo>
                    <a:pt x="1149017" y="1574880"/>
                  </a:lnTo>
                  <a:lnTo>
                    <a:pt x="1149000" y="1574874"/>
                  </a:lnTo>
                  <a:lnTo>
                    <a:pt x="1148982" y="1574864"/>
                  </a:lnTo>
                  <a:lnTo>
                    <a:pt x="1148978" y="1574861"/>
                  </a:lnTo>
                  <a:lnTo>
                    <a:pt x="1148964" y="1574855"/>
                  </a:lnTo>
                  <a:lnTo>
                    <a:pt x="1148960" y="1574851"/>
                  </a:lnTo>
                  <a:lnTo>
                    <a:pt x="1148947" y="1574845"/>
                  </a:lnTo>
                  <a:lnTo>
                    <a:pt x="1148929" y="1574838"/>
                  </a:lnTo>
                  <a:lnTo>
                    <a:pt x="1148911" y="1574832"/>
                  </a:lnTo>
                  <a:lnTo>
                    <a:pt x="1148900" y="1574827"/>
                  </a:lnTo>
                  <a:lnTo>
                    <a:pt x="1148894" y="1574822"/>
                  </a:lnTo>
                  <a:lnTo>
                    <a:pt x="1148883" y="1574807"/>
                  </a:lnTo>
                  <a:lnTo>
                    <a:pt x="1148881" y="1574786"/>
                  </a:lnTo>
                  <a:lnTo>
                    <a:pt x="1148883" y="1574768"/>
                  </a:lnTo>
                  <a:lnTo>
                    <a:pt x="1148883" y="1574749"/>
                  </a:lnTo>
                  <a:lnTo>
                    <a:pt x="1148885" y="1574731"/>
                  </a:lnTo>
                  <a:lnTo>
                    <a:pt x="1148883" y="1574712"/>
                  </a:lnTo>
                  <a:lnTo>
                    <a:pt x="1148880" y="1574694"/>
                  </a:lnTo>
                  <a:lnTo>
                    <a:pt x="1148878" y="1574676"/>
                  </a:lnTo>
                  <a:lnTo>
                    <a:pt x="1148872" y="1574657"/>
                  </a:lnTo>
                  <a:lnTo>
                    <a:pt x="1148866" y="1574645"/>
                  </a:lnTo>
                  <a:lnTo>
                    <a:pt x="1148861" y="1574640"/>
                  </a:lnTo>
                  <a:lnTo>
                    <a:pt x="1148851" y="1574633"/>
                  </a:lnTo>
                  <a:lnTo>
                    <a:pt x="1148844" y="1574630"/>
                  </a:lnTo>
                  <a:lnTo>
                    <a:pt x="1148826" y="1574627"/>
                  </a:lnTo>
                  <a:lnTo>
                    <a:pt x="1148813" y="1574622"/>
                  </a:lnTo>
                  <a:lnTo>
                    <a:pt x="1148808" y="1574618"/>
                  </a:lnTo>
                  <a:lnTo>
                    <a:pt x="1148788" y="1574601"/>
                  </a:lnTo>
                  <a:lnTo>
                    <a:pt x="1148772" y="1574592"/>
                  </a:lnTo>
                  <a:lnTo>
                    <a:pt x="1148763" y="1574588"/>
                  </a:lnTo>
                  <a:lnTo>
                    <a:pt x="1148754" y="1574587"/>
                  </a:lnTo>
                  <a:lnTo>
                    <a:pt x="1148736" y="1574583"/>
                  </a:lnTo>
                  <a:lnTo>
                    <a:pt x="1148727" y="1574579"/>
                  </a:lnTo>
                  <a:lnTo>
                    <a:pt x="1148719" y="1574574"/>
                  </a:lnTo>
                  <a:lnTo>
                    <a:pt x="1148710" y="1574566"/>
                  </a:lnTo>
                  <a:lnTo>
                    <a:pt x="1148701" y="1574561"/>
                  </a:lnTo>
                  <a:lnTo>
                    <a:pt x="1148695" y="1574558"/>
                  </a:lnTo>
                  <a:lnTo>
                    <a:pt x="1148683" y="1574554"/>
                  </a:lnTo>
                  <a:lnTo>
                    <a:pt x="1148665" y="1574552"/>
                  </a:lnTo>
                  <a:lnTo>
                    <a:pt x="1148648" y="1574552"/>
                  </a:lnTo>
                  <a:lnTo>
                    <a:pt x="1148629" y="1574552"/>
                  </a:lnTo>
                  <a:lnTo>
                    <a:pt x="1148622" y="1574552"/>
                  </a:lnTo>
                  <a:lnTo>
                    <a:pt x="1148616" y="1574550"/>
                  </a:lnTo>
                  <a:lnTo>
                    <a:pt x="1148612" y="1574546"/>
                  </a:lnTo>
                  <a:lnTo>
                    <a:pt x="1148594" y="1574533"/>
                  </a:lnTo>
                  <a:lnTo>
                    <a:pt x="1148576" y="1574527"/>
                  </a:lnTo>
                  <a:lnTo>
                    <a:pt x="1148569" y="1574523"/>
                  </a:lnTo>
                  <a:lnTo>
                    <a:pt x="1148563" y="1574516"/>
                  </a:lnTo>
                  <a:lnTo>
                    <a:pt x="1148557" y="1574506"/>
                  </a:lnTo>
                  <a:lnTo>
                    <a:pt x="1148551" y="1574494"/>
                  </a:lnTo>
                  <a:lnTo>
                    <a:pt x="1148547" y="1574483"/>
                  </a:lnTo>
                  <a:lnTo>
                    <a:pt x="1148547" y="1574475"/>
                  </a:lnTo>
                  <a:lnTo>
                    <a:pt x="1148546" y="1574457"/>
                  </a:lnTo>
                  <a:lnTo>
                    <a:pt x="1148547" y="1574438"/>
                  </a:lnTo>
                  <a:lnTo>
                    <a:pt x="1148550" y="1574420"/>
                  </a:lnTo>
                  <a:lnTo>
                    <a:pt x="1148552" y="1574401"/>
                  </a:lnTo>
                  <a:lnTo>
                    <a:pt x="1148555" y="1574383"/>
                  </a:lnTo>
                  <a:lnTo>
                    <a:pt x="1148555" y="1574364"/>
                  </a:lnTo>
                  <a:lnTo>
                    <a:pt x="1148557" y="1574346"/>
                  </a:lnTo>
                  <a:lnTo>
                    <a:pt x="1148555" y="1574327"/>
                  </a:lnTo>
                  <a:lnTo>
                    <a:pt x="1148555" y="1574318"/>
                  </a:lnTo>
                  <a:lnTo>
                    <a:pt x="1148552" y="1574309"/>
                  </a:lnTo>
                  <a:lnTo>
                    <a:pt x="1148545" y="1574300"/>
                  </a:lnTo>
                  <a:lnTo>
                    <a:pt x="1148537" y="1574296"/>
                  </a:lnTo>
                  <a:lnTo>
                    <a:pt x="1148524" y="1574291"/>
                  </a:lnTo>
                  <a:lnTo>
                    <a:pt x="1148517" y="1574291"/>
                  </a:lnTo>
                  <a:lnTo>
                    <a:pt x="1148509" y="1574291"/>
                  </a:lnTo>
                  <a:lnTo>
                    <a:pt x="1148499" y="1574295"/>
                  </a:lnTo>
                  <a:lnTo>
                    <a:pt x="1148482" y="1574307"/>
                  </a:lnTo>
                  <a:lnTo>
                    <a:pt x="1148466" y="1574322"/>
                  </a:lnTo>
                  <a:lnTo>
                    <a:pt x="1148428" y="1574356"/>
                  </a:lnTo>
                  <a:lnTo>
                    <a:pt x="1148414" y="1574351"/>
                  </a:lnTo>
                  <a:lnTo>
                    <a:pt x="1148400" y="1574333"/>
                  </a:lnTo>
                  <a:lnTo>
                    <a:pt x="1148400" y="1574321"/>
                  </a:lnTo>
                  <a:lnTo>
                    <a:pt x="1148402" y="1574311"/>
                  </a:lnTo>
                  <a:lnTo>
                    <a:pt x="1148406" y="1574303"/>
                  </a:lnTo>
                  <a:lnTo>
                    <a:pt x="1148407" y="1574296"/>
                  </a:lnTo>
                  <a:lnTo>
                    <a:pt x="1148411" y="1574277"/>
                  </a:lnTo>
                  <a:lnTo>
                    <a:pt x="1148410" y="1574266"/>
                  </a:lnTo>
                  <a:lnTo>
                    <a:pt x="1148408" y="1574258"/>
                  </a:lnTo>
                  <a:lnTo>
                    <a:pt x="1148402" y="1574240"/>
                  </a:lnTo>
                  <a:lnTo>
                    <a:pt x="1148391" y="1574222"/>
                  </a:lnTo>
                  <a:lnTo>
                    <a:pt x="1148384" y="1574207"/>
                  </a:lnTo>
                  <a:lnTo>
                    <a:pt x="1148380" y="1574201"/>
                  </a:lnTo>
                  <a:lnTo>
                    <a:pt x="1148379" y="1574192"/>
                  </a:lnTo>
                  <a:lnTo>
                    <a:pt x="1148379" y="1574185"/>
                  </a:lnTo>
                  <a:lnTo>
                    <a:pt x="1148374" y="1574166"/>
                  </a:lnTo>
                  <a:lnTo>
                    <a:pt x="1148369" y="1574154"/>
                  </a:lnTo>
                  <a:lnTo>
                    <a:pt x="1148363" y="1574149"/>
                  </a:lnTo>
                  <a:lnTo>
                    <a:pt x="1148357" y="1574147"/>
                  </a:lnTo>
                  <a:lnTo>
                    <a:pt x="1148350" y="1574147"/>
                  </a:lnTo>
                  <a:lnTo>
                    <a:pt x="1148345" y="1574147"/>
                  </a:lnTo>
                  <a:lnTo>
                    <a:pt x="1148315" y="1574157"/>
                  </a:lnTo>
                  <a:lnTo>
                    <a:pt x="1148304" y="1574151"/>
                  </a:lnTo>
                  <a:lnTo>
                    <a:pt x="1148291" y="1574152"/>
                  </a:lnTo>
                  <a:lnTo>
                    <a:pt x="1148267" y="1574140"/>
                  </a:lnTo>
                  <a:lnTo>
                    <a:pt x="1148261" y="1574134"/>
                  </a:lnTo>
                  <a:lnTo>
                    <a:pt x="1148253" y="1574121"/>
                  </a:lnTo>
                  <a:lnTo>
                    <a:pt x="1148251" y="1574111"/>
                  </a:lnTo>
                  <a:lnTo>
                    <a:pt x="1148251" y="1574103"/>
                  </a:lnTo>
                  <a:lnTo>
                    <a:pt x="1148263" y="1574078"/>
                  </a:lnTo>
                  <a:lnTo>
                    <a:pt x="1148268" y="1574072"/>
                  </a:lnTo>
                  <a:lnTo>
                    <a:pt x="1148278" y="1574059"/>
                  </a:lnTo>
                  <a:lnTo>
                    <a:pt x="1148286" y="1574055"/>
                  </a:lnTo>
                  <a:lnTo>
                    <a:pt x="1148315" y="1574048"/>
                  </a:lnTo>
                  <a:lnTo>
                    <a:pt x="1148343" y="1574057"/>
                  </a:lnTo>
                  <a:lnTo>
                    <a:pt x="1148350" y="1574055"/>
                  </a:lnTo>
                  <a:lnTo>
                    <a:pt x="1148356" y="1574052"/>
                  </a:lnTo>
                  <a:lnTo>
                    <a:pt x="1148357" y="1574044"/>
                  </a:lnTo>
                  <a:lnTo>
                    <a:pt x="1148354" y="1574037"/>
                  </a:lnTo>
                  <a:lnTo>
                    <a:pt x="1148348" y="1574028"/>
                  </a:lnTo>
                  <a:lnTo>
                    <a:pt x="1148315" y="1573999"/>
                  </a:lnTo>
                  <a:lnTo>
                    <a:pt x="1148311" y="1573993"/>
                  </a:lnTo>
                  <a:lnTo>
                    <a:pt x="1148297" y="1573983"/>
                  </a:lnTo>
                  <a:lnTo>
                    <a:pt x="1148286" y="1573982"/>
                  </a:lnTo>
                  <a:lnTo>
                    <a:pt x="1148265" y="1573975"/>
                  </a:lnTo>
                  <a:lnTo>
                    <a:pt x="1148259" y="1573967"/>
                  </a:lnTo>
                  <a:lnTo>
                    <a:pt x="1148263" y="1573944"/>
                  </a:lnTo>
                  <a:lnTo>
                    <a:pt x="1148269" y="1573934"/>
                  </a:lnTo>
                  <a:lnTo>
                    <a:pt x="1148279" y="1573914"/>
                  </a:lnTo>
                  <a:lnTo>
                    <a:pt x="1148277" y="1573903"/>
                  </a:lnTo>
                  <a:lnTo>
                    <a:pt x="1148269" y="1573899"/>
                  </a:lnTo>
                  <a:lnTo>
                    <a:pt x="1148247" y="1573897"/>
                  </a:lnTo>
                  <a:lnTo>
                    <a:pt x="1148226" y="1573889"/>
                  </a:lnTo>
                  <a:lnTo>
                    <a:pt x="1148221" y="1573881"/>
                  </a:lnTo>
                  <a:lnTo>
                    <a:pt x="1148217" y="1573871"/>
                  </a:lnTo>
                  <a:lnTo>
                    <a:pt x="1148223" y="1573851"/>
                  </a:lnTo>
                  <a:lnTo>
                    <a:pt x="1148232" y="1573819"/>
                  </a:lnTo>
                  <a:lnTo>
                    <a:pt x="1148240" y="1573789"/>
                  </a:lnTo>
                  <a:lnTo>
                    <a:pt x="1148242" y="1573768"/>
                  </a:lnTo>
                  <a:lnTo>
                    <a:pt x="1148240" y="1573758"/>
                  </a:lnTo>
                  <a:lnTo>
                    <a:pt x="1148232" y="1573746"/>
                  </a:lnTo>
                  <a:lnTo>
                    <a:pt x="1148222" y="1573746"/>
                  </a:lnTo>
                  <a:lnTo>
                    <a:pt x="1148214" y="1573748"/>
                  </a:lnTo>
                  <a:lnTo>
                    <a:pt x="1148198" y="1573760"/>
                  </a:lnTo>
                  <a:lnTo>
                    <a:pt x="1148195" y="1573766"/>
                  </a:lnTo>
                  <a:lnTo>
                    <a:pt x="1148171" y="1573789"/>
                  </a:lnTo>
                  <a:lnTo>
                    <a:pt x="1148165" y="1573791"/>
                  </a:lnTo>
                  <a:lnTo>
                    <a:pt x="1148136" y="1573800"/>
                  </a:lnTo>
                  <a:lnTo>
                    <a:pt x="1148106" y="1573802"/>
                  </a:lnTo>
                  <a:lnTo>
                    <a:pt x="1148076" y="1573802"/>
                  </a:lnTo>
                  <a:lnTo>
                    <a:pt x="1148047" y="1573807"/>
                  </a:lnTo>
                  <a:lnTo>
                    <a:pt x="1148017" y="1573813"/>
                  </a:lnTo>
                  <a:lnTo>
                    <a:pt x="1147988" y="1573822"/>
                  </a:lnTo>
                  <a:lnTo>
                    <a:pt x="1147972" y="1573822"/>
                  </a:lnTo>
                  <a:lnTo>
                    <a:pt x="1147958" y="1573816"/>
                  </a:lnTo>
                  <a:lnTo>
                    <a:pt x="1147942" y="1573797"/>
                  </a:lnTo>
                  <a:lnTo>
                    <a:pt x="1147940" y="1573785"/>
                  </a:lnTo>
                  <a:lnTo>
                    <a:pt x="1147937" y="1573756"/>
                  </a:lnTo>
                  <a:lnTo>
                    <a:pt x="1147946" y="1573724"/>
                  </a:lnTo>
                  <a:lnTo>
                    <a:pt x="1147943" y="1573717"/>
                  </a:lnTo>
                  <a:lnTo>
                    <a:pt x="1147938" y="1573714"/>
                  </a:lnTo>
                  <a:lnTo>
                    <a:pt x="1147928" y="1573714"/>
                  </a:lnTo>
                  <a:lnTo>
                    <a:pt x="1147920" y="1573722"/>
                  </a:lnTo>
                  <a:lnTo>
                    <a:pt x="1147912" y="1573739"/>
                  </a:lnTo>
                  <a:lnTo>
                    <a:pt x="1147904" y="1573746"/>
                  </a:lnTo>
                  <a:lnTo>
                    <a:pt x="1147898" y="1573746"/>
                  </a:lnTo>
                  <a:lnTo>
                    <a:pt x="1147888" y="1573743"/>
                  </a:lnTo>
                  <a:lnTo>
                    <a:pt x="1147879" y="1573733"/>
                  </a:lnTo>
                  <a:lnTo>
                    <a:pt x="1147874" y="1573721"/>
                  </a:lnTo>
                  <a:lnTo>
                    <a:pt x="1147872" y="1573709"/>
                  </a:lnTo>
                  <a:lnTo>
                    <a:pt x="1147873" y="1573698"/>
                  </a:lnTo>
                  <a:lnTo>
                    <a:pt x="1147877" y="1573687"/>
                  </a:lnTo>
                  <a:lnTo>
                    <a:pt x="1147881" y="1573681"/>
                  </a:lnTo>
                  <a:lnTo>
                    <a:pt x="1147888" y="1573675"/>
                  </a:lnTo>
                  <a:lnTo>
                    <a:pt x="1147899" y="1573672"/>
                  </a:lnTo>
                  <a:lnTo>
                    <a:pt x="1147906" y="1573667"/>
                  </a:lnTo>
                  <a:lnTo>
                    <a:pt x="1147911" y="1573661"/>
                  </a:lnTo>
                  <a:lnTo>
                    <a:pt x="1147913" y="1573654"/>
                  </a:lnTo>
                  <a:lnTo>
                    <a:pt x="1147915" y="1573646"/>
                  </a:lnTo>
                  <a:lnTo>
                    <a:pt x="1147905" y="1573638"/>
                  </a:lnTo>
                  <a:lnTo>
                    <a:pt x="1147899" y="1573638"/>
                  </a:lnTo>
                  <a:lnTo>
                    <a:pt x="1147870" y="1573623"/>
                  </a:lnTo>
                  <a:lnTo>
                    <a:pt x="1147840" y="1573612"/>
                  </a:lnTo>
                  <a:lnTo>
                    <a:pt x="1147816" y="1573605"/>
                  </a:lnTo>
                  <a:lnTo>
                    <a:pt x="1147810" y="1573608"/>
                  </a:lnTo>
                  <a:lnTo>
                    <a:pt x="1147790" y="1573624"/>
                  </a:lnTo>
                  <a:lnTo>
                    <a:pt x="1147781" y="1573622"/>
                  </a:lnTo>
                  <a:lnTo>
                    <a:pt x="1147765" y="1573604"/>
                  </a:lnTo>
                  <a:lnTo>
                    <a:pt x="1147761" y="1573594"/>
                  </a:lnTo>
                  <a:lnTo>
                    <a:pt x="1147755" y="1573576"/>
                  </a:lnTo>
                  <a:lnTo>
                    <a:pt x="1147754" y="1573563"/>
                  </a:lnTo>
                  <a:lnTo>
                    <a:pt x="1147760" y="1573549"/>
                  </a:lnTo>
                  <a:lnTo>
                    <a:pt x="1147766" y="1573542"/>
                  </a:lnTo>
                  <a:lnTo>
                    <a:pt x="1147776" y="1573532"/>
                  </a:lnTo>
                  <a:lnTo>
                    <a:pt x="1147797" y="1573513"/>
                  </a:lnTo>
                  <a:lnTo>
                    <a:pt x="1147794" y="1573497"/>
                  </a:lnTo>
                  <a:lnTo>
                    <a:pt x="1147778" y="1573479"/>
                  </a:lnTo>
                  <a:lnTo>
                    <a:pt x="1147748" y="1573456"/>
                  </a:lnTo>
                  <a:lnTo>
                    <a:pt x="1147728" y="1573452"/>
                  </a:lnTo>
                  <a:lnTo>
                    <a:pt x="1147722" y="1573454"/>
                  </a:lnTo>
                  <a:lnTo>
                    <a:pt x="1147712" y="1573465"/>
                  </a:lnTo>
                  <a:lnTo>
                    <a:pt x="1147701" y="1573479"/>
                  </a:lnTo>
                  <a:lnTo>
                    <a:pt x="1147673" y="1573506"/>
                  </a:lnTo>
                  <a:lnTo>
                    <a:pt x="1147644" y="1573527"/>
                  </a:lnTo>
                  <a:lnTo>
                    <a:pt x="1147630" y="1573533"/>
                  </a:lnTo>
                  <a:lnTo>
                    <a:pt x="1147622" y="1573534"/>
                  </a:lnTo>
                  <a:lnTo>
                    <a:pt x="1147614" y="1573530"/>
                  </a:lnTo>
                  <a:lnTo>
                    <a:pt x="1147584" y="1573507"/>
                  </a:lnTo>
                  <a:lnTo>
                    <a:pt x="1147556" y="1573479"/>
                  </a:lnTo>
                  <a:lnTo>
                    <a:pt x="1147527" y="1573450"/>
                  </a:lnTo>
                  <a:lnTo>
                    <a:pt x="1147511" y="1573442"/>
                  </a:lnTo>
                  <a:lnTo>
                    <a:pt x="1147505" y="1573442"/>
                  </a:lnTo>
                  <a:lnTo>
                    <a:pt x="1147497" y="1573442"/>
                  </a:lnTo>
                  <a:lnTo>
                    <a:pt x="1147477" y="1573450"/>
                  </a:lnTo>
                  <a:lnTo>
                    <a:pt x="1147468" y="1573457"/>
                  </a:lnTo>
                  <a:lnTo>
                    <a:pt x="1147461" y="1573462"/>
                  </a:lnTo>
                  <a:lnTo>
                    <a:pt x="1147450" y="1573468"/>
                  </a:lnTo>
                  <a:lnTo>
                    <a:pt x="1147438" y="1573472"/>
                  </a:lnTo>
                  <a:lnTo>
                    <a:pt x="1147425" y="1573474"/>
                  </a:lnTo>
                  <a:lnTo>
                    <a:pt x="1147412" y="1573474"/>
                  </a:lnTo>
                  <a:lnTo>
                    <a:pt x="1147404" y="1573473"/>
                  </a:lnTo>
                  <a:lnTo>
                    <a:pt x="1147379" y="1573470"/>
                  </a:lnTo>
                  <a:lnTo>
                    <a:pt x="1147351" y="1573474"/>
                  </a:lnTo>
                  <a:lnTo>
                    <a:pt x="1147341" y="1573481"/>
                  </a:lnTo>
                  <a:lnTo>
                    <a:pt x="1147335" y="1573481"/>
                  </a:lnTo>
                  <a:lnTo>
                    <a:pt x="1147321" y="1573481"/>
                  </a:lnTo>
                  <a:lnTo>
                    <a:pt x="1147308" y="1573467"/>
                  </a:lnTo>
                  <a:lnTo>
                    <a:pt x="1147284" y="1573436"/>
                  </a:lnTo>
                  <a:lnTo>
                    <a:pt x="1147264" y="1573424"/>
                  </a:lnTo>
                  <a:lnTo>
                    <a:pt x="1147254" y="1573422"/>
                  </a:lnTo>
                  <a:lnTo>
                    <a:pt x="1147224" y="1573416"/>
                  </a:lnTo>
                  <a:lnTo>
                    <a:pt x="1147205" y="1573408"/>
                  </a:lnTo>
                  <a:lnTo>
                    <a:pt x="1147194" y="1573400"/>
                  </a:lnTo>
                  <a:lnTo>
                    <a:pt x="1147186" y="1573392"/>
                  </a:lnTo>
                  <a:lnTo>
                    <a:pt x="1147181" y="1573378"/>
                  </a:lnTo>
                  <a:lnTo>
                    <a:pt x="1147178" y="1573369"/>
                  </a:lnTo>
                  <a:lnTo>
                    <a:pt x="1147172" y="1573351"/>
                  </a:lnTo>
                  <a:lnTo>
                    <a:pt x="1147172" y="1573338"/>
                  </a:lnTo>
                  <a:lnTo>
                    <a:pt x="1147170" y="1573314"/>
                  </a:lnTo>
                  <a:lnTo>
                    <a:pt x="1147172" y="1573308"/>
                  </a:lnTo>
                  <a:lnTo>
                    <a:pt x="1147180" y="1573291"/>
                  </a:lnTo>
                  <a:lnTo>
                    <a:pt x="1147191" y="1573277"/>
                  </a:lnTo>
                  <a:lnTo>
                    <a:pt x="1147219" y="1573250"/>
                  </a:lnTo>
                  <a:lnTo>
                    <a:pt x="1147229" y="1573239"/>
                  </a:lnTo>
                  <a:lnTo>
                    <a:pt x="1147234" y="1573227"/>
                  </a:lnTo>
                  <a:lnTo>
                    <a:pt x="1147236" y="1573219"/>
                  </a:lnTo>
                  <a:lnTo>
                    <a:pt x="1147232" y="1573198"/>
                  </a:lnTo>
                  <a:lnTo>
                    <a:pt x="1147226" y="1573188"/>
                  </a:lnTo>
                  <a:lnTo>
                    <a:pt x="1147214" y="1573172"/>
                  </a:lnTo>
                  <a:lnTo>
                    <a:pt x="1147200" y="1573160"/>
                  </a:lnTo>
                  <a:lnTo>
                    <a:pt x="1147182" y="1573153"/>
                  </a:lnTo>
                  <a:lnTo>
                    <a:pt x="1147171" y="1573160"/>
                  </a:lnTo>
                  <a:lnTo>
                    <a:pt x="1147141" y="1573185"/>
                  </a:lnTo>
                  <a:lnTo>
                    <a:pt x="1147133" y="1573191"/>
                  </a:lnTo>
                  <a:lnTo>
                    <a:pt x="1147120" y="1573195"/>
                  </a:lnTo>
                  <a:lnTo>
                    <a:pt x="1147112" y="1573195"/>
                  </a:lnTo>
                  <a:lnTo>
                    <a:pt x="1147104" y="1573195"/>
                  </a:lnTo>
                  <a:lnTo>
                    <a:pt x="1147092" y="1573189"/>
                  </a:lnTo>
                  <a:lnTo>
                    <a:pt x="1147082" y="1573179"/>
                  </a:lnTo>
                  <a:lnTo>
                    <a:pt x="1147054" y="1573149"/>
                  </a:lnTo>
                  <a:lnTo>
                    <a:pt x="1147026" y="1573120"/>
                  </a:lnTo>
                  <a:lnTo>
                    <a:pt x="1146996" y="1573094"/>
                  </a:lnTo>
                  <a:lnTo>
                    <a:pt x="1146967" y="1573067"/>
                  </a:lnTo>
                  <a:lnTo>
                    <a:pt x="1146949" y="1573057"/>
                  </a:lnTo>
                  <a:lnTo>
                    <a:pt x="1146937" y="1573055"/>
                  </a:lnTo>
                  <a:lnTo>
                    <a:pt x="1146919" y="1573055"/>
                  </a:lnTo>
                  <a:lnTo>
                    <a:pt x="1146895" y="1573047"/>
                  </a:lnTo>
                  <a:lnTo>
                    <a:pt x="1146877" y="1573033"/>
                  </a:lnTo>
                  <a:lnTo>
                    <a:pt x="1146857" y="1572996"/>
                  </a:lnTo>
                  <a:lnTo>
                    <a:pt x="1146850" y="1572996"/>
                  </a:lnTo>
                  <a:lnTo>
                    <a:pt x="1146838" y="1573008"/>
                  </a:lnTo>
                  <a:lnTo>
                    <a:pt x="1146824" y="1573022"/>
                  </a:lnTo>
                  <a:lnTo>
                    <a:pt x="1146817" y="1573029"/>
                  </a:lnTo>
                  <a:lnTo>
                    <a:pt x="1146806" y="1573035"/>
                  </a:lnTo>
                  <a:lnTo>
                    <a:pt x="1146799" y="1573037"/>
                  </a:lnTo>
                  <a:lnTo>
                    <a:pt x="1146785" y="1573035"/>
                  </a:lnTo>
                  <a:lnTo>
                    <a:pt x="1146771" y="1573027"/>
                  </a:lnTo>
                  <a:lnTo>
                    <a:pt x="1146763" y="1573022"/>
                  </a:lnTo>
                  <a:lnTo>
                    <a:pt x="1146739" y="1573010"/>
                  </a:lnTo>
                  <a:lnTo>
                    <a:pt x="1146727" y="1573008"/>
                  </a:lnTo>
                  <a:lnTo>
                    <a:pt x="1146713" y="1573016"/>
                  </a:lnTo>
                  <a:lnTo>
                    <a:pt x="1146710" y="1573033"/>
                  </a:lnTo>
                  <a:lnTo>
                    <a:pt x="1146702" y="1573056"/>
                  </a:lnTo>
                  <a:lnTo>
                    <a:pt x="1146696" y="1573064"/>
                  </a:lnTo>
                  <a:lnTo>
                    <a:pt x="1146688" y="1573082"/>
                  </a:lnTo>
                  <a:lnTo>
                    <a:pt x="1146679" y="1573092"/>
                  </a:lnTo>
                  <a:lnTo>
                    <a:pt x="1146661" y="1573103"/>
                  </a:lnTo>
                  <a:lnTo>
                    <a:pt x="1146647" y="1573103"/>
                  </a:lnTo>
                  <a:lnTo>
                    <a:pt x="1146618" y="1573103"/>
                  </a:lnTo>
                  <a:lnTo>
                    <a:pt x="1146588" y="1573096"/>
                  </a:lnTo>
                  <a:lnTo>
                    <a:pt x="1146558" y="1573096"/>
                  </a:lnTo>
                  <a:lnTo>
                    <a:pt x="1146550" y="1573099"/>
                  </a:lnTo>
                  <a:lnTo>
                    <a:pt x="1146539" y="1573106"/>
                  </a:lnTo>
                  <a:lnTo>
                    <a:pt x="1146523" y="1573121"/>
                  </a:lnTo>
                  <a:lnTo>
                    <a:pt x="1146513" y="1573132"/>
                  </a:lnTo>
                  <a:lnTo>
                    <a:pt x="1146501" y="1573146"/>
                  </a:lnTo>
                  <a:lnTo>
                    <a:pt x="1146491" y="1573152"/>
                  </a:lnTo>
                  <a:lnTo>
                    <a:pt x="1146484" y="1573155"/>
                  </a:lnTo>
                  <a:lnTo>
                    <a:pt x="1146476" y="1573154"/>
                  </a:lnTo>
                  <a:lnTo>
                    <a:pt x="1146464" y="1573153"/>
                  </a:lnTo>
                  <a:lnTo>
                    <a:pt x="1146455" y="1573152"/>
                  </a:lnTo>
                  <a:lnTo>
                    <a:pt x="1146444" y="1573153"/>
                  </a:lnTo>
                  <a:lnTo>
                    <a:pt x="1146434" y="1573158"/>
                  </a:lnTo>
                  <a:lnTo>
                    <a:pt x="1146425" y="1573168"/>
                  </a:lnTo>
                  <a:lnTo>
                    <a:pt x="1146418" y="1573177"/>
                  </a:lnTo>
                  <a:lnTo>
                    <a:pt x="1146413" y="1573186"/>
                  </a:lnTo>
                  <a:lnTo>
                    <a:pt x="1146404" y="1573189"/>
                  </a:lnTo>
                  <a:lnTo>
                    <a:pt x="1146395" y="1573190"/>
                  </a:lnTo>
                  <a:lnTo>
                    <a:pt x="1146382" y="1573190"/>
                  </a:lnTo>
                  <a:lnTo>
                    <a:pt x="1146369" y="1573187"/>
                  </a:lnTo>
                  <a:lnTo>
                    <a:pt x="1146359" y="1573181"/>
                  </a:lnTo>
                  <a:lnTo>
                    <a:pt x="1146350" y="1573174"/>
                  </a:lnTo>
                  <a:lnTo>
                    <a:pt x="1146292" y="1573125"/>
                  </a:lnTo>
                  <a:lnTo>
                    <a:pt x="1146265" y="1573132"/>
                  </a:lnTo>
                  <a:lnTo>
                    <a:pt x="1146218" y="1573148"/>
                  </a:lnTo>
                  <a:lnTo>
                    <a:pt x="1146192" y="1573157"/>
                  </a:lnTo>
                  <a:lnTo>
                    <a:pt x="1146158" y="1573168"/>
                  </a:lnTo>
                  <a:lnTo>
                    <a:pt x="1146128" y="1573176"/>
                  </a:lnTo>
                  <a:lnTo>
                    <a:pt x="1146114" y="1573181"/>
                  </a:lnTo>
                  <a:lnTo>
                    <a:pt x="1146091" y="1573187"/>
                  </a:lnTo>
                  <a:lnTo>
                    <a:pt x="1146059" y="1573195"/>
                  </a:lnTo>
                  <a:lnTo>
                    <a:pt x="1146031" y="1573200"/>
                  </a:lnTo>
                  <a:lnTo>
                    <a:pt x="1146009" y="1573204"/>
                  </a:lnTo>
                  <a:lnTo>
                    <a:pt x="1145992" y="1573205"/>
                  </a:lnTo>
                  <a:lnTo>
                    <a:pt x="1145980" y="1573204"/>
                  </a:lnTo>
                  <a:lnTo>
                    <a:pt x="1145971" y="1573200"/>
                  </a:lnTo>
                  <a:lnTo>
                    <a:pt x="1145962" y="1573201"/>
                  </a:lnTo>
                  <a:lnTo>
                    <a:pt x="1145952" y="1573207"/>
                  </a:lnTo>
                  <a:lnTo>
                    <a:pt x="1145921" y="1573236"/>
                  </a:lnTo>
                  <a:lnTo>
                    <a:pt x="1145917" y="1573240"/>
                  </a:lnTo>
                  <a:lnTo>
                    <a:pt x="1145910" y="1573251"/>
                  </a:lnTo>
                  <a:lnTo>
                    <a:pt x="1145910" y="1573259"/>
                  </a:lnTo>
                  <a:lnTo>
                    <a:pt x="1145915" y="1573271"/>
                  </a:lnTo>
                  <a:lnTo>
                    <a:pt x="1145921" y="1573288"/>
                  </a:lnTo>
                  <a:lnTo>
                    <a:pt x="1145922" y="1573299"/>
                  </a:lnTo>
                  <a:lnTo>
                    <a:pt x="1145918" y="1573305"/>
                  </a:lnTo>
                  <a:lnTo>
                    <a:pt x="1145914" y="1573308"/>
                  </a:lnTo>
                  <a:lnTo>
                    <a:pt x="1145906" y="1573313"/>
                  </a:lnTo>
                  <a:lnTo>
                    <a:pt x="1145895" y="1573316"/>
                  </a:lnTo>
                  <a:lnTo>
                    <a:pt x="1145889" y="1573318"/>
                  </a:lnTo>
                  <a:lnTo>
                    <a:pt x="1145859" y="1573335"/>
                  </a:lnTo>
                  <a:lnTo>
                    <a:pt x="1145839" y="1573347"/>
                  </a:lnTo>
                  <a:lnTo>
                    <a:pt x="1145830" y="1573349"/>
                  </a:lnTo>
                  <a:lnTo>
                    <a:pt x="1145817" y="1573346"/>
                  </a:lnTo>
                  <a:lnTo>
                    <a:pt x="1145808" y="1573342"/>
                  </a:lnTo>
                  <a:lnTo>
                    <a:pt x="1145799" y="1573324"/>
                  </a:lnTo>
                  <a:lnTo>
                    <a:pt x="1145794" y="1573313"/>
                  </a:lnTo>
                  <a:lnTo>
                    <a:pt x="1145787" y="1573304"/>
                  </a:lnTo>
                  <a:lnTo>
                    <a:pt x="1145781" y="1573298"/>
                  </a:lnTo>
                  <a:lnTo>
                    <a:pt x="1145771" y="1573292"/>
                  </a:lnTo>
                  <a:lnTo>
                    <a:pt x="1145757" y="1573287"/>
                  </a:lnTo>
                  <a:lnTo>
                    <a:pt x="1145748" y="1573287"/>
                  </a:lnTo>
                  <a:lnTo>
                    <a:pt x="1145716" y="1573271"/>
                  </a:lnTo>
                  <a:lnTo>
                    <a:pt x="1145654" y="1573234"/>
                  </a:lnTo>
                  <a:lnTo>
                    <a:pt x="1145641" y="1573226"/>
                  </a:lnTo>
                  <a:lnTo>
                    <a:pt x="1145631" y="1573222"/>
                  </a:lnTo>
                  <a:lnTo>
                    <a:pt x="1145621" y="1573220"/>
                  </a:lnTo>
                  <a:lnTo>
                    <a:pt x="1145613" y="1573222"/>
                  </a:lnTo>
                  <a:lnTo>
                    <a:pt x="1145606" y="1573227"/>
                  </a:lnTo>
                  <a:lnTo>
                    <a:pt x="1145599" y="1573233"/>
                  </a:lnTo>
                  <a:lnTo>
                    <a:pt x="1145592" y="1573243"/>
                  </a:lnTo>
                  <a:lnTo>
                    <a:pt x="1145588" y="1573251"/>
                  </a:lnTo>
                  <a:lnTo>
                    <a:pt x="1145579" y="1573276"/>
                  </a:lnTo>
                  <a:lnTo>
                    <a:pt x="1145573" y="1573282"/>
                  </a:lnTo>
                  <a:lnTo>
                    <a:pt x="1145555" y="1573301"/>
                  </a:lnTo>
                  <a:lnTo>
                    <a:pt x="1145547" y="1573305"/>
                  </a:lnTo>
                  <a:lnTo>
                    <a:pt x="1145528" y="1573318"/>
                  </a:lnTo>
                  <a:lnTo>
                    <a:pt x="1145518" y="1573320"/>
                  </a:lnTo>
                  <a:lnTo>
                    <a:pt x="1145488" y="1573322"/>
                  </a:lnTo>
                  <a:lnTo>
                    <a:pt x="1145470" y="1573322"/>
                  </a:lnTo>
                  <a:lnTo>
                    <a:pt x="1145459" y="1573319"/>
                  </a:lnTo>
                  <a:lnTo>
                    <a:pt x="1145411" y="1573306"/>
                  </a:lnTo>
                  <a:lnTo>
                    <a:pt x="1145395" y="1573294"/>
                  </a:lnTo>
                  <a:lnTo>
                    <a:pt x="1145379" y="1573284"/>
                  </a:lnTo>
                  <a:lnTo>
                    <a:pt x="1145363" y="1573276"/>
                  </a:lnTo>
                  <a:lnTo>
                    <a:pt x="1145357" y="1573276"/>
                  </a:lnTo>
                  <a:lnTo>
                    <a:pt x="1145350" y="1573276"/>
                  </a:lnTo>
                  <a:lnTo>
                    <a:pt x="1145336" y="1573278"/>
                  </a:lnTo>
                  <a:lnTo>
                    <a:pt x="1145320" y="1573287"/>
                  </a:lnTo>
                  <a:lnTo>
                    <a:pt x="1145307" y="1573293"/>
                  </a:lnTo>
                  <a:lnTo>
                    <a:pt x="1145298" y="1573297"/>
                  </a:lnTo>
                  <a:lnTo>
                    <a:pt x="1145291" y="1573297"/>
                  </a:lnTo>
                  <a:lnTo>
                    <a:pt x="1145275" y="1573285"/>
                  </a:lnTo>
                  <a:lnTo>
                    <a:pt x="1145262" y="1573271"/>
                  </a:lnTo>
                  <a:lnTo>
                    <a:pt x="1145244" y="1573244"/>
                  </a:lnTo>
                  <a:lnTo>
                    <a:pt x="1145226" y="1573226"/>
                  </a:lnTo>
                  <a:lnTo>
                    <a:pt x="1145216" y="1573221"/>
                  </a:lnTo>
                  <a:lnTo>
                    <a:pt x="1145197" y="1573217"/>
                  </a:lnTo>
                  <a:lnTo>
                    <a:pt x="1145168" y="1573213"/>
                  </a:lnTo>
                  <a:lnTo>
                    <a:pt x="1145134" y="1573212"/>
                  </a:lnTo>
                  <a:lnTo>
                    <a:pt x="1145118" y="1573211"/>
                  </a:lnTo>
                  <a:lnTo>
                    <a:pt x="1145104" y="1573209"/>
                  </a:lnTo>
                  <a:lnTo>
                    <a:pt x="1145074" y="1573197"/>
                  </a:lnTo>
                  <a:lnTo>
                    <a:pt x="1145054" y="1573185"/>
                  </a:lnTo>
                  <a:lnTo>
                    <a:pt x="1145027" y="1573162"/>
                  </a:lnTo>
                  <a:lnTo>
                    <a:pt x="1145013" y="1573150"/>
                  </a:lnTo>
                  <a:lnTo>
                    <a:pt x="1144997" y="1573146"/>
                  </a:lnTo>
                  <a:lnTo>
                    <a:pt x="1144967" y="1573144"/>
                  </a:lnTo>
                  <a:lnTo>
                    <a:pt x="1144937" y="1573147"/>
                  </a:lnTo>
                  <a:lnTo>
                    <a:pt x="1144920" y="1573143"/>
                  </a:lnTo>
                  <a:lnTo>
                    <a:pt x="1144908" y="1573135"/>
                  </a:lnTo>
                  <a:lnTo>
                    <a:pt x="1144878" y="1573110"/>
                  </a:lnTo>
                  <a:lnTo>
                    <a:pt x="1144862" y="1573107"/>
                  </a:lnTo>
                  <a:lnTo>
                    <a:pt x="1144849" y="1573111"/>
                  </a:lnTo>
                  <a:lnTo>
                    <a:pt x="1144829" y="1573117"/>
                  </a:lnTo>
                  <a:lnTo>
                    <a:pt x="1144819" y="1573115"/>
                  </a:lnTo>
                  <a:lnTo>
                    <a:pt x="1144750" y="1573099"/>
                  </a:lnTo>
                  <a:lnTo>
                    <a:pt x="1144722" y="1573089"/>
                  </a:lnTo>
                  <a:lnTo>
                    <a:pt x="1144692" y="1573080"/>
                  </a:lnTo>
                  <a:lnTo>
                    <a:pt x="1144663" y="1573077"/>
                  </a:lnTo>
                  <a:lnTo>
                    <a:pt x="1144633" y="1573080"/>
                  </a:lnTo>
                  <a:lnTo>
                    <a:pt x="1144611" y="1573089"/>
                  </a:lnTo>
                  <a:lnTo>
                    <a:pt x="1144593" y="1573093"/>
                  </a:lnTo>
                  <a:lnTo>
                    <a:pt x="1144574" y="1573097"/>
                  </a:lnTo>
                  <a:lnTo>
                    <a:pt x="1144548" y="1573108"/>
                  </a:lnTo>
                  <a:lnTo>
                    <a:pt x="1144527" y="1573118"/>
                  </a:lnTo>
                  <a:lnTo>
                    <a:pt x="1144519" y="1573118"/>
                  </a:lnTo>
                  <a:lnTo>
                    <a:pt x="1144489" y="1573127"/>
                  </a:lnTo>
                  <a:lnTo>
                    <a:pt x="1144468" y="1573147"/>
                  </a:lnTo>
                  <a:lnTo>
                    <a:pt x="1144453" y="1573142"/>
                  </a:lnTo>
                  <a:lnTo>
                    <a:pt x="1144437" y="1573134"/>
                  </a:lnTo>
                  <a:lnTo>
                    <a:pt x="1144427" y="1573126"/>
                  </a:lnTo>
                  <a:lnTo>
                    <a:pt x="1144417" y="1573118"/>
                  </a:lnTo>
                  <a:lnTo>
                    <a:pt x="1144407" y="1573109"/>
                  </a:lnTo>
                  <a:lnTo>
                    <a:pt x="1144394" y="1573095"/>
                  </a:lnTo>
                  <a:lnTo>
                    <a:pt x="1144378" y="1573078"/>
                  </a:lnTo>
                  <a:lnTo>
                    <a:pt x="1144361" y="1573059"/>
                  </a:lnTo>
                  <a:lnTo>
                    <a:pt x="1144344" y="1573040"/>
                  </a:lnTo>
                  <a:lnTo>
                    <a:pt x="1144328" y="1573027"/>
                  </a:lnTo>
                  <a:lnTo>
                    <a:pt x="1144314" y="1573021"/>
                  </a:lnTo>
                  <a:lnTo>
                    <a:pt x="1144300" y="1573017"/>
                  </a:lnTo>
                  <a:lnTo>
                    <a:pt x="1144269" y="1573016"/>
                  </a:lnTo>
                  <a:lnTo>
                    <a:pt x="1144239" y="1573014"/>
                  </a:lnTo>
                  <a:lnTo>
                    <a:pt x="1144282" y="1572514"/>
                  </a:lnTo>
                  <a:lnTo>
                    <a:pt x="1144270" y="1572478"/>
                  </a:lnTo>
                  <a:lnTo>
                    <a:pt x="1144262" y="1572459"/>
                  </a:lnTo>
                  <a:lnTo>
                    <a:pt x="1144248" y="1572443"/>
                  </a:lnTo>
                  <a:lnTo>
                    <a:pt x="1144234" y="1572433"/>
                  </a:lnTo>
                  <a:lnTo>
                    <a:pt x="1144222" y="1572425"/>
                  </a:lnTo>
                  <a:lnTo>
                    <a:pt x="1144204" y="1572419"/>
                  </a:lnTo>
                  <a:lnTo>
                    <a:pt x="1144194" y="1572407"/>
                  </a:lnTo>
                  <a:lnTo>
                    <a:pt x="1144192" y="1572398"/>
                  </a:lnTo>
                  <a:lnTo>
                    <a:pt x="1144190" y="1572388"/>
                  </a:lnTo>
                  <a:lnTo>
                    <a:pt x="1144190" y="1572357"/>
                  </a:lnTo>
                  <a:lnTo>
                    <a:pt x="1144190" y="1572337"/>
                  </a:lnTo>
                  <a:lnTo>
                    <a:pt x="1144190" y="1572316"/>
                  </a:lnTo>
                  <a:lnTo>
                    <a:pt x="1144191" y="1572302"/>
                  </a:lnTo>
                  <a:lnTo>
                    <a:pt x="1144190" y="1572296"/>
                  </a:lnTo>
                  <a:lnTo>
                    <a:pt x="1144187" y="1572284"/>
                  </a:lnTo>
                  <a:lnTo>
                    <a:pt x="1144181" y="1572268"/>
                  </a:lnTo>
                  <a:lnTo>
                    <a:pt x="1144168" y="1572243"/>
                  </a:lnTo>
                  <a:lnTo>
                    <a:pt x="1144154" y="1572221"/>
                  </a:lnTo>
                  <a:lnTo>
                    <a:pt x="1144145" y="1572209"/>
                  </a:lnTo>
                  <a:lnTo>
                    <a:pt x="1144132" y="1572192"/>
                  </a:lnTo>
                  <a:lnTo>
                    <a:pt x="1144123" y="1572181"/>
                  </a:lnTo>
                  <a:lnTo>
                    <a:pt x="1144119" y="1572173"/>
                  </a:lnTo>
                  <a:lnTo>
                    <a:pt x="1144115" y="1572142"/>
                  </a:lnTo>
                  <a:lnTo>
                    <a:pt x="1144111" y="1572122"/>
                  </a:lnTo>
                  <a:lnTo>
                    <a:pt x="1144107" y="1572116"/>
                  </a:lnTo>
                  <a:lnTo>
                    <a:pt x="1144103" y="1572112"/>
                  </a:lnTo>
                  <a:lnTo>
                    <a:pt x="1144081" y="1572087"/>
                  </a:lnTo>
                  <a:lnTo>
                    <a:pt x="1144079" y="1572081"/>
                  </a:lnTo>
                  <a:lnTo>
                    <a:pt x="1144077" y="1572050"/>
                  </a:lnTo>
                  <a:lnTo>
                    <a:pt x="1144078" y="1572020"/>
                  </a:lnTo>
                  <a:lnTo>
                    <a:pt x="1144080" y="1571997"/>
                  </a:lnTo>
                  <a:lnTo>
                    <a:pt x="1144084" y="1571988"/>
                  </a:lnTo>
                  <a:lnTo>
                    <a:pt x="1144089" y="1571974"/>
                  </a:lnTo>
                  <a:lnTo>
                    <a:pt x="1144100" y="1571962"/>
                  </a:lnTo>
                  <a:lnTo>
                    <a:pt x="1144119" y="1571947"/>
                  </a:lnTo>
                  <a:lnTo>
                    <a:pt x="1144121" y="1571933"/>
                  </a:lnTo>
                  <a:lnTo>
                    <a:pt x="1144122" y="1571902"/>
                  </a:lnTo>
                  <a:lnTo>
                    <a:pt x="1144118" y="1571861"/>
                  </a:lnTo>
                  <a:lnTo>
                    <a:pt x="1144102" y="1571832"/>
                  </a:lnTo>
                  <a:lnTo>
                    <a:pt x="1144096" y="1571818"/>
                  </a:lnTo>
                  <a:lnTo>
                    <a:pt x="1144091" y="1571803"/>
                  </a:lnTo>
                  <a:lnTo>
                    <a:pt x="1144086" y="1571779"/>
                  </a:lnTo>
                  <a:lnTo>
                    <a:pt x="1144078" y="1571748"/>
                  </a:lnTo>
                  <a:lnTo>
                    <a:pt x="1144072" y="1571717"/>
                  </a:lnTo>
                  <a:lnTo>
                    <a:pt x="1144065" y="1571687"/>
                  </a:lnTo>
                  <a:lnTo>
                    <a:pt x="1144051" y="1571656"/>
                  </a:lnTo>
                  <a:lnTo>
                    <a:pt x="1144035" y="1571640"/>
                  </a:lnTo>
                  <a:lnTo>
                    <a:pt x="1144023" y="1571634"/>
                  </a:lnTo>
                  <a:lnTo>
                    <a:pt x="1144015" y="1571632"/>
                  </a:lnTo>
                  <a:lnTo>
                    <a:pt x="1143993" y="1571618"/>
                  </a:lnTo>
                  <a:lnTo>
                    <a:pt x="1143964" y="1571595"/>
                  </a:lnTo>
                  <a:lnTo>
                    <a:pt x="1143936" y="1571567"/>
                  </a:lnTo>
                  <a:lnTo>
                    <a:pt x="1143920" y="1571536"/>
                  </a:lnTo>
                  <a:lnTo>
                    <a:pt x="1143914" y="1571518"/>
                  </a:lnTo>
                  <a:lnTo>
                    <a:pt x="1143913" y="1571505"/>
                  </a:lnTo>
                  <a:lnTo>
                    <a:pt x="1143917" y="1571489"/>
                  </a:lnTo>
                  <a:lnTo>
                    <a:pt x="1143925" y="1571474"/>
                  </a:lnTo>
                  <a:lnTo>
                    <a:pt x="1143958" y="1571400"/>
                  </a:lnTo>
                  <a:lnTo>
                    <a:pt x="1143973" y="1571355"/>
                  </a:lnTo>
                  <a:lnTo>
                    <a:pt x="1143981" y="1571324"/>
                  </a:lnTo>
                  <a:lnTo>
                    <a:pt x="1144010" y="1571230"/>
                  </a:lnTo>
                  <a:lnTo>
                    <a:pt x="1144020" y="1571218"/>
                  </a:lnTo>
                  <a:lnTo>
                    <a:pt x="1144030" y="1571204"/>
                  </a:lnTo>
                  <a:lnTo>
                    <a:pt x="1144033" y="1571191"/>
                  </a:lnTo>
                  <a:lnTo>
                    <a:pt x="1144033" y="1571172"/>
                  </a:lnTo>
                  <a:lnTo>
                    <a:pt x="1144026" y="1571156"/>
                  </a:lnTo>
                  <a:lnTo>
                    <a:pt x="1144019" y="1571141"/>
                  </a:lnTo>
                  <a:lnTo>
                    <a:pt x="1144014" y="1571118"/>
                  </a:lnTo>
                  <a:lnTo>
                    <a:pt x="1144013" y="1571092"/>
                  </a:lnTo>
                  <a:lnTo>
                    <a:pt x="1144021" y="1571065"/>
                  </a:lnTo>
                  <a:lnTo>
                    <a:pt x="1144020" y="1571041"/>
                  </a:lnTo>
                  <a:lnTo>
                    <a:pt x="1144027" y="1571023"/>
                  </a:lnTo>
                  <a:lnTo>
                    <a:pt x="1144038" y="1570972"/>
                  </a:lnTo>
                  <a:lnTo>
                    <a:pt x="1144036" y="1570938"/>
                  </a:lnTo>
                  <a:lnTo>
                    <a:pt x="1144039" y="1570920"/>
                  </a:lnTo>
                  <a:lnTo>
                    <a:pt x="1144048" y="1570910"/>
                  </a:lnTo>
                  <a:lnTo>
                    <a:pt x="1144062" y="1570901"/>
                  </a:lnTo>
                  <a:lnTo>
                    <a:pt x="1144091" y="1570892"/>
                  </a:lnTo>
                  <a:lnTo>
                    <a:pt x="1144162" y="1570868"/>
                  </a:lnTo>
                  <a:lnTo>
                    <a:pt x="1144221" y="1570845"/>
                  </a:lnTo>
                  <a:lnTo>
                    <a:pt x="1144261" y="1570820"/>
                  </a:lnTo>
                  <a:lnTo>
                    <a:pt x="1144274" y="1570800"/>
                  </a:lnTo>
                  <a:lnTo>
                    <a:pt x="1144281" y="1570780"/>
                  </a:lnTo>
                  <a:lnTo>
                    <a:pt x="1144284" y="1570752"/>
                  </a:lnTo>
                  <a:lnTo>
                    <a:pt x="1144292" y="1570710"/>
                  </a:lnTo>
                  <a:lnTo>
                    <a:pt x="1144301" y="1570678"/>
                  </a:lnTo>
                  <a:lnTo>
                    <a:pt x="1144319" y="1570644"/>
                  </a:lnTo>
                  <a:lnTo>
                    <a:pt x="1144340" y="1570613"/>
                  </a:lnTo>
                  <a:lnTo>
                    <a:pt x="1144361" y="1570591"/>
                  </a:lnTo>
                  <a:lnTo>
                    <a:pt x="1144374" y="1570587"/>
                  </a:lnTo>
                  <a:lnTo>
                    <a:pt x="1144393" y="1570585"/>
                  </a:lnTo>
                  <a:lnTo>
                    <a:pt x="1144421" y="1570593"/>
                  </a:lnTo>
                  <a:lnTo>
                    <a:pt x="1144455" y="1570595"/>
                  </a:lnTo>
                  <a:lnTo>
                    <a:pt x="1144470" y="1570587"/>
                  </a:lnTo>
                  <a:lnTo>
                    <a:pt x="1144478" y="1570572"/>
                  </a:lnTo>
                  <a:lnTo>
                    <a:pt x="1144479" y="1570554"/>
                  </a:lnTo>
                  <a:lnTo>
                    <a:pt x="1144477" y="1570531"/>
                  </a:lnTo>
                  <a:lnTo>
                    <a:pt x="1144464" y="1570506"/>
                  </a:lnTo>
                  <a:lnTo>
                    <a:pt x="1144445" y="1570480"/>
                  </a:lnTo>
                  <a:lnTo>
                    <a:pt x="1144423" y="1570447"/>
                  </a:lnTo>
                  <a:lnTo>
                    <a:pt x="1144388" y="1570411"/>
                  </a:lnTo>
                  <a:lnTo>
                    <a:pt x="1144431" y="1570367"/>
                  </a:lnTo>
                  <a:lnTo>
                    <a:pt x="1144816" y="1570471"/>
                  </a:lnTo>
                  <a:lnTo>
                    <a:pt x="1144830" y="1570479"/>
                  </a:lnTo>
                  <a:lnTo>
                    <a:pt x="1144851" y="1570489"/>
                  </a:lnTo>
                  <a:lnTo>
                    <a:pt x="1144864" y="1570505"/>
                  </a:lnTo>
                  <a:lnTo>
                    <a:pt x="1144889" y="1570556"/>
                  </a:lnTo>
                  <a:lnTo>
                    <a:pt x="1144912" y="1570627"/>
                  </a:lnTo>
                  <a:lnTo>
                    <a:pt x="1144930" y="1570668"/>
                  </a:lnTo>
                  <a:lnTo>
                    <a:pt x="1144945" y="1570685"/>
                  </a:lnTo>
                  <a:lnTo>
                    <a:pt x="1144961" y="1570694"/>
                  </a:lnTo>
                  <a:lnTo>
                    <a:pt x="1145001" y="1570707"/>
                  </a:lnTo>
                  <a:lnTo>
                    <a:pt x="1145053" y="1570727"/>
                  </a:lnTo>
                  <a:lnTo>
                    <a:pt x="1145131" y="1570760"/>
                  </a:lnTo>
                  <a:lnTo>
                    <a:pt x="1145168" y="1570773"/>
                  </a:lnTo>
                  <a:lnTo>
                    <a:pt x="1145190" y="1570792"/>
                  </a:lnTo>
                  <a:lnTo>
                    <a:pt x="1145210" y="1570805"/>
                  </a:lnTo>
                  <a:lnTo>
                    <a:pt x="1145223" y="1570807"/>
                  </a:lnTo>
                  <a:lnTo>
                    <a:pt x="1145241" y="1570800"/>
                  </a:lnTo>
                  <a:lnTo>
                    <a:pt x="1145255" y="1570782"/>
                  </a:lnTo>
                  <a:lnTo>
                    <a:pt x="1145262" y="1570764"/>
                  </a:lnTo>
                  <a:lnTo>
                    <a:pt x="1145267" y="1570736"/>
                  </a:lnTo>
                  <a:lnTo>
                    <a:pt x="1145268" y="1570682"/>
                  </a:lnTo>
                  <a:lnTo>
                    <a:pt x="1145272" y="1570656"/>
                  </a:lnTo>
                  <a:lnTo>
                    <a:pt x="1145283" y="1570641"/>
                  </a:lnTo>
                  <a:lnTo>
                    <a:pt x="1145298" y="1570636"/>
                  </a:lnTo>
                  <a:lnTo>
                    <a:pt x="1145318" y="1570643"/>
                  </a:lnTo>
                  <a:lnTo>
                    <a:pt x="1145347" y="1570664"/>
                  </a:lnTo>
                  <a:lnTo>
                    <a:pt x="1145370" y="1570676"/>
                  </a:lnTo>
                  <a:lnTo>
                    <a:pt x="1145392" y="1570675"/>
                  </a:lnTo>
                  <a:lnTo>
                    <a:pt x="1145402" y="1570667"/>
                  </a:lnTo>
                  <a:lnTo>
                    <a:pt x="1145411" y="1570648"/>
                  </a:lnTo>
                  <a:lnTo>
                    <a:pt x="1145422" y="1570625"/>
                  </a:lnTo>
                  <a:lnTo>
                    <a:pt x="1145442" y="1570607"/>
                  </a:lnTo>
                  <a:lnTo>
                    <a:pt x="1145463" y="1570597"/>
                  </a:lnTo>
                  <a:lnTo>
                    <a:pt x="1145478" y="1570588"/>
                  </a:lnTo>
                  <a:lnTo>
                    <a:pt x="1145491" y="1570578"/>
                  </a:lnTo>
                  <a:lnTo>
                    <a:pt x="1145501" y="1570578"/>
                  </a:lnTo>
                  <a:lnTo>
                    <a:pt x="1145525" y="1570587"/>
                  </a:lnTo>
                  <a:lnTo>
                    <a:pt x="1145577" y="1570590"/>
                  </a:lnTo>
                  <a:lnTo>
                    <a:pt x="1145612" y="1570589"/>
                  </a:lnTo>
                  <a:lnTo>
                    <a:pt x="1145630" y="1570582"/>
                  </a:lnTo>
                  <a:lnTo>
                    <a:pt x="1145656" y="1570567"/>
                  </a:lnTo>
                  <a:lnTo>
                    <a:pt x="1145674" y="1570567"/>
                  </a:lnTo>
                  <a:lnTo>
                    <a:pt x="1145726" y="1570570"/>
                  </a:lnTo>
                  <a:lnTo>
                    <a:pt x="1145768" y="1570582"/>
                  </a:lnTo>
                  <a:lnTo>
                    <a:pt x="1145779" y="1570582"/>
                  </a:lnTo>
                  <a:lnTo>
                    <a:pt x="1145789" y="1570568"/>
                  </a:lnTo>
                  <a:lnTo>
                    <a:pt x="1145800" y="1570536"/>
                  </a:lnTo>
                  <a:lnTo>
                    <a:pt x="1145810" y="1570516"/>
                  </a:lnTo>
                  <a:lnTo>
                    <a:pt x="1145818" y="1570510"/>
                  </a:lnTo>
                  <a:lnTo>
                    <a:pt x="1145829" y="1570510"/>
                  </a:lnTo>
                  <a:lnTo>
                    <a:pt x="1145847" y="1570517"/>
                  </a:lnTo>
                  <a:lnTo>
                    <a:pt x="1145870" y="1570525"/>
                  </a:lnTo>
                  <a:lnTo>
                    <a:pt x="1145900" y="1570547"/>
                  </a:lnTo>
                  <a:lnTo>
                    <a:pt x="1145943" y="1570558"/>
                  </a:lnTo>
                  <a:lnTo>
                    <a:pt x="1145988" y="1570569"/>
                  </a:lnTo>
                  <a:lnTo>
                    <a:pt x="1146034" y="1570585"/>
                  </a:lnTo>
                  <a:lnTo>
                    <a:pt x="1146055" y="1570590"/>
                  </a:lnTo>
                  <a:lnTo>
                    <a:pt x="1146073" y="1570590"/>
                  </a:lnTo>
                  <a:lnTo>
                    <a:pt x="1146086" y="1570577"/>
                  </a:lnTo>
                  <a:lnTo>
                    <a:pt x="1146101" y="1570548"/>
                  </a:lnTo>
                  <a:lnTo>
                    <a:pt x="1146112" y="1570511"/>
                  </a:lnTo>
                  <a:lnTo>
                    <a:pt x="1146125" y="1570479"/>
                  </a:lnTo>
                  <a:lnTo>
                    <a:pt x="1146132" y="1570470"/>
                  </a:lnTo>
                  <a:lnTo>
                    <a:pt x="1146144" y="1570463"/>
                  </a:lnTo>
                  <a:lnTo>
                    <a:pt x="1146161" y="1570449"/>
                  </a:lnTo>
                  <a:lnTo>
                    <a:pt x="1146170" y="1570431"/>
                  </a:lnTo>
                  <a:lnTo>
                    <a:pt x="1146185" y="1570415"/>
                  </a:lnTo>
                  <a:lnTo>
                    <a:pt x="1146202" y="1570390"/>
                  </a:lnTo>
                  <a:lnTo>
                    <a:pt x="1146209" y="1570374"/>
                  </a:lnTo>
                  <a:lnTo>
                    <a:pt x="1146218" y="1570362"/>
                  </a:lnTo>
                  <a:lnTo>
                    <a:pt x="1146242" y="1570344"/>
                  </a:lnTo>
                  <a:lnTo>
                    <a:pt x="1146272" y="1570308"/>
                  </a:lnTo>
                  <a:lnTo>
                    <a:pt x="1146282" y="1570292"/>
                  </a:lnTo>
                  <a:lnTo>
                    <a:pt x="1146292" y="1570265"/>
                  </a:lnTo>
                  <a:lnTo>
                    <a:pt x="1146310" y="1570237"/>
                  </a:lnTo>
                  <a:lnTo>
                    <a:pt x="1146312" y="1570212"/>
                  </a:lnTo>
                  <a:lnTo>
                    <a:pt x="1146314" y="1570187"/>
                  </a:lnTo>
                  <a:lnTo>
                    <a:pt x="1146319" y="1570177"/>
                  </a:lnTo>
                  <a:lnTo>
                    <a:pt x="1146326" y="1570166"/>
                  </a:lnTo>
                  <a:lnTo>
                    <a:pt x="1146332" y="1570148"/>
                  </a:lnTo>
                  <a:lnTo>
                    <a:pt x="1146335" y="1570128"/>
                  </a:lnTo>
                  <a:lnTo>
                    <a:pt x="1146344" y="1570114"/>
                  </a:lnTo>
                  <a:lnTo>
                    <a:pt x="1146374" y="1570091"/>
                  </a:lnTo>
                  <a:lnTo>
                    <a:pt x="1146386" y="1570075"/>
                  </a:lnTo>
                  <a:lnTo>
                    <a:pt x="1146390" y="1570061"/>
                  </a:lnTo>
                  <a:lnTo>
                    <a:pt x="1146388" y="1570036"/>
                  </a:lnTo>
                  <a:lnTo>
                    <a:pt x="1146387" y="1570005"/>
                  </a:lnTo>
                  <a:lnTo>
                    <a:pt x="1146390" y="1569985"/>
                  </a:lnTo>
                  <a:lnTo>
                    <a:pt x="1146399" y="1569976"/>
                  </a:lnTo>
                  <a:lnTo>
                    <a:pt x="1146413" y="1569970"/>
                  </a:lnTo>
                  <a:lnTo>
                    <a:pt x="1146441" y="1569978"/>
                  </a:lnTo>
                  <a:lnTo>
                    <a:pt x="1146467" y="1569986"/>
                  </a:lnTo>
                  <a:lnTo>
                    <a:pt x="1146477" y="1569985"/>
                  </a:lnTo>
                  <a:lnTo>
                    <a:pt x="1146488" y="1569978"/>
                  </a:lnTo>
                  <a:lnTo>
                    <a:pt x="1146506" y="1569953"/>
                  </a:lnTo>
                  <a:lnTo>
                    <a:pt x="1146522" y="1569937"/>
                  </a:lnTo>
                  <a:lnTo>
                    <a:pt x="1146532" y="1569935"/>
                  </a:lnTo>
                  <a:lnTo>
                    <a:pt x="1146548" y="1569948"/>
                  </a:lnTo>
                  <a:lnTo>
                    <a:pt x="1146567" y="1569977"/>
                  </a:lnTo>
                  <a:lnTo>
                    <a:pt x="1146586" y="1569983"/>
                  </a:lnTo>
                  <a:lnTo>
                    <a:pt x="1146601" y="1569971"/>
                  </a:lnTo>
                  <a:lnTo>
                    <a:pt x="1146612" y="1569942"/>
                  </a:lnTo>
                  <a:lnTo>
                    <a:pt x="1146626" y="1569922"/>
                  </a:lnTo>
                  <a:lnTo>
                    <a:pt x="1146644" y="1569905"/>
                  </a:lnTo>
                  <a:lnTo>
                    <a:pt x="1146660" y="1569884"/>
                  </a:lnTo>
                  <a:lnTo>
                    <a:pt x="1146671" y="1569841"/>
                  </a:lnTo>
                  <a:lnTo>
                    <a:pt x="1146685" y="1569804"/>
                  </a:lnTo>
                  <a:lnTo>
                    <a:pt x="1146681" y="1569775"/>
                  </a:lnTo>
                  <a:lnTo>
                    <a:pt x="1146681" y="1569734"/>
                  </a:lnTo>
                  <a:lnTo>
                    <a:pt x="1146686" y="1569704"/>
                  </a:lnTo>
                  <a:lnTo>
                    <a:pt x="1146717" y="1569615"/>
                  </a:lnTo>
                  <a:lnTo>
                    <a:pt x="1146750" y="1569551"/>
                  </a:lnTo>
                  <a:lnTo>
                    <a:pt x="1146770" y="1569506"/>
                  </a:lnTo>
                  <a:lnTo>
                    <a:pt x="1146780" y="1569480"/>
                  </a:lnTo>
                  <a:lnTo>
                    <a:pt x="1146780" y="1569454"/>
                  </a:lnTo>
                  <a:lnTo>
                    <a:pt x="1146771" y="1569434"/>
                  </a:lnTo>
                  <a:lnTo>
                    <a:pt x="1146737" y="1569381"/>
                  </a:lnTo>
                  <a:lnTo>
                    <a:pt x="1146720" y="1569343"/>
                  </a:lnTo>
                  <a:lnTo>
                    <a:pt x="1146709" y="1569332"/>
                  </a:lnTo>
                  <a:lnTo>
                    <a:pt x="1146699" y="1569328"/>
                  </a:lnTo>
                  <a:lnTo>
                    <a:pt x="1146685" y="1569333"/>
                  </a:lnTo>
                  <a:lnTo>
                    <a:pt x="1146660" y="1569336"/>
                  </a:lnTo>
                  <a:lnTo>
                    <a:pt x="1146648" y="1569332"/>
                  </a:lnTo>
                  <a:lnTo>
                    <a:pt x="1146640" y="1569320"/>
                  </a:lnTo>
                  <a:lnTo>
                    <a:pt x="1146642" y="1569301"/>
                  </a:lnTo>
                  <a:lnTo>
                    <a:pt x="1146654" y="1569267"/>
                  </a:lnTo>
                  <a:lnTo>
                    <a:pt x="1146674" y="1569218"/>
                  </a:lnTo>
                  <a:lnTo>
                    <a:pt x="1146682" y="1569194"/>
                  </a:lnTo>
                  <a:lnTo>
                    <a:pt x="1146683" y="1569175"/>
                  </a:lnTo>
                  <a:lnTo>
                    <a:pt x="1146675" y="1569146"/>
                  </a:lnTo>
                  <a:lnTo>
                    <a:pt x="1146665" y="1569110"/>
                  </a:lnTo>
                  <a:lnTo>
                    <a:pt x="1146656" y="1569092"/>
                  </a:lnTo>
                  <a:lnTo>
                    <a:pt x="1146653" y="1569067"/>
                  </a:lnTo>
                  <a:lnTo>
                    <a:pt x="1146650" y="1569040"/>
                  </a:lnTo>
                  <a:lnTo>
                    <a:pt x="1146649" y="1568997"/>
                  </a:lnTo>
                  <a:lnTo>
                    <a:pt x="1146650" y="1568946"/>
                  </a:lnTo>
                  <a:lnTo>
                    <a:pt x="1146646" y="1568923"/>
                  </a:lnTo>
                  <a:lnTo>
                    <a:pt x="1146637" y="1568900"/>
                  </a:lnTo>
                  <a:lnTo>
                    <a:pt x="1146634" y="1568875"/>
                  </a:lnTo>
                  <a:lnTo>
                    <a:pt x="1146636" y="1568842"/>
                  </a:lnTo>
                  <a:lnTo>
                    <a:pt x="1146630" y="1568826"/>
                  </a:lnTo>
                  <a:lnTo>
                    <a:pt x="1146623" y="1568819"/>
                  </a:lnTo>
                  <a:lnTo>
                    <a:pt x="1146608" y="1568819"/>
                  </a:lnTo>
                  <a:lnTo>
                    <a:pt x="1146571" y="1568826"/>
                  </a:lnTo>
                  <a:lnTo>
                    <a:pt x="1146540" y="1568830"/>
                  </a:lnTo>
                  <a:lnTo>
                    <a:pt x="1146504" y="1568822"/>
                  </a:lnTo>
                  <a:lnTo>
                    <a:pt x="1146476" y="1568810"/>
                  </a:lnTo>
                  <a:lnTo>
                    <a:pt x="1146458" y="1568794"/>
                  </a:lnTo>
                  <a:lnTo>
                    <a:pt x="1146442" y="1568783"/>
                  </a:lnTo>
                  <a:lnTo>
                    <a:pt x="1146421" y="1568776"/>
                  </a:lnTo>
                  <a:lnTo>
                    <a:pt x="1146405" y="1568769"/>
                  </a:lnTo>
                  <a:lnTo>
                    <a:pt x="1146394" y="1568764"/>
                  </a:lnTo>
                  <a:lnTo>
                    <a:pt x="1146381" y="1568768"/>
                  </a:lnTo>
                  <a:lnTo>
                    <a:pt x="1146355" y="1568768"/>
                  </a:lnTo>
                  <a:lnTo>
                    <a:pt x="1146315" y="1568755"/>
                  </a:lnTo>
                  <a:lnTo>
                    <a:pt x="1146282" y="1568737"/>
                  </a:lnTo>
                  <a:lnTo>
                    <a:pt x="1146236" y="1568714"/>
                  </a:lnTo>
                  <a:lnTo>
                    <a:pt x="1146216" y="1568712"/>
                  </a:lnTo>
                  <a:lnTo>
                    <a:pt x="1146203" y="1568719"/>
                  </a:lnTo>
                  <a:lnTo>
                    <a:pt x="1146193" y="1568729"/>
                  </a:lnTo>
                  <a:lnTo>
                    <a:pt x="1146181" y="1568729"/>
                  </a:lnTo>
                  <a:lnTo>
                    <a:pt x="1146173" y="1568723"/>
                  </a:lnTo>
                  <a:lnTo>
                    <a:pt x="1146163" y="1568711"/>
                  </a:lnTo>
                  <a:lnTo>
                    <a:pt x="1146143" y="1568670"/>
                  </a:lnTo>
                  <a:lnTo>
                    <a:pt x="1146119" y="1568632"/>
                  </a:lnTo>
                  <a:lnTo>
                    <a:pt x="1146095" y="1568607"/>
                  </a:lnTo>
                  <a:lnTo>
                    <a:pt x="1146089" y="1568593"/>
                  </a:lnTo>
                  <a:lnTo>
                    <a:pt x="1146085" y="1568577"/>
                  </a:lnTo>
                  <a:lnTo>
                    <a:pt x="1146088" y="1568560"/>
                  </a:lnTo>
                  <a:lnTo>
                    <a:pt x="1146094" y="1568543"/>
                  </a:lnTo>
                  <a:lnTo>
                    <a:pt x="1146099" y="1568524"/>
                  </a:lnTo>
                  <a:lnTo>
                    <a:pt x="1146100" y="1568490"/>
                  </a:lnTo>
                  <a:lnTo>
                    <a:pt x="1146089" y="1568465"/>
                  </a:lnTo>
                  <a:lnTo>
                    <a:pt x="1146079" y="1568453"/>
                  </a:lnTo>
                  <a:lnTo>
                    <a:pt x="1146055" y="1568433"/>
                  </a:lnTo>
                  <a:lnTo>
                    <a:pt x="1146024" y="1568419"/>
                  </a:lnTo>
                  <a:lnTo>
                    <a:pt x="1145991" y="1568412"/>
                  </a:lnTo>
                  <a:lnTo>
                    <a:pt x="1145956" y="1568410"/>
                  </a:lnTo>
                  <a:lnTo>
                    <a:pt x="1145916" y="1568409"/>
                  </a:lnTo>
                  <a:lnTo>
                    <a:pt x="1145875" y="1568399"/>
                  </a:lnTo>
                  <a:lnTo>
                    <a:pt x="1145842" y="1568374"/>
                  </a:lnTo>
                  <a:lnTo>
                    <a:pt x="1145821" y="1568359"/>
                  </a:lnTo>
                  <a:lnTo>
                    <a:pt x="1145795" y="1568372"/>
                  </a:lnTo>
                  <a:lnTo>
                    <a:pt x="1145769" y="1568382"/>
                  </a:lnTo>
                  <a:lnTo>
                    <a:pt x="1145752" y="1568382"/>
                  </a:lnTo>
                  <a:lnTo>
                    <a:pt x="1145719" y="1568371"/>
                  </a:lnTo>
                  <a:lnTo>
                    <a:pt x="1145690" y="1568369"/>
                  </a:lnTo>
                  <a:lnTo>
                    <a:pt x="1145655" y="1568363"/>
                  </a:lnTo>
                  <a:lnTo>
                    <a:pt x="1145595" y="1568331"/>
                  </a:lnTo>
                  <a:lnTo>
                    <a:pt x="1145548" y="1568315"/>
                  </a:lnTo>
                  <a:lnTo>
                    <a:pt x="1145522" y="1568297"/>
                  </a:lnTo>
                  <a:lnTo>
                    <a:pt x="1145492" y="1568271"/>
                  </a:lnTo>
                  <a:lnTo>
                    <a:pt x="1145447" y="1568218"/>
                  </a:lnTo>
                  <a:lnTo>
                    <a:pt x="1145430" y="1568194"/>
                  </a:lnTo>
                  <a:lnTo>
                    <a:pt x="1145421" y="1568157"/>
                  </a:lnTo>
                  <a:lnTo>
                    <a:pt x="1145409" y="1568120"/>
                  </a:lnTo>
                  <a:lnTo>
                    <a:pt x="1145398" y="1568106"/>
                  </a:lnTo>
                  <a:lnTo>
                    <a:pt x="1145371" y="1568086"/>
                  </a:lnTo>
                  <a:lnTo>
                    <a:pt x="1145353" y="1568057"/>
                  </a:lnTo>
                  <a:lnTo>
                    <a:pt x="1145338" y="1568016"/>
                  </a:lnTo>
                  <a:lnTo>
                    <a:pt x="1145331" y="1567984"/>
                  </a:lnTo>
                  <a:lnTo>
                    <a:pt x="1145319" y="1567949"/>
                  </a:lnTo>
                  <a:lnTo>
                    <a:pt x="1145311" y="1567930"/>
                  </a:lnTo>
                  <a:lnTo>
                    <a:pt x="1145310" y="1567900"/>
                  </a:lnTo>
                  <a:lnTo>
                    <a:pt x="1145310" y="1567871"/>
                  </a:lnTo>
                  <a:lnTo>
                    <a:pt x="1145307" y="1567845"/>
                  </a:lnTo>
                  <a:lnTo>
                    <a:pt x="1145297" y="1567822"/>
                  </a:lnTo>
                  <a:lnTo>
                    <a:pt x="1145278" y="1567796"/>
                  </a:lnTo>
                  <a:lnTo>
                    <a:pt x="1145256" y="1567772"/>
                  </a:lnTo>
                  <a:lnTo>
                    <a:pt x="1145221" y="1567738"/>
                  </a:lnTo>
                  <a:lnTo>
                    <a:pt x="1145142" y="1567672"/>
                  </a:lnTo>
                  <a:lnTo>
                    <a:pt x="1145101" y="1567642"/>
                  </a:lnTo>
                  <a:lnTo>
                    <a:pt x="1145081" y="1567623"/>
                  </a:lnTo>
                  <a:lnTo>
                    <a:pt x="1145059" y="1567596"/>
                  </a:lnTo>
                  <a:lnTo>
                    <a:pt x="1145040" y="1567568"/>
                  </a:lnTo>
                  <a:lnTo>
                    <a:pt x="1145029" y="1567551"/>
                  </a:lnTo>
                  <a:lnTo>
                    <a:pt x="1145025" y="1567542"/>
                  </a:lnTo>
                  <a:lnTo>
                    <a:pt x="1145025" y="1567530"/>
                  </a:lnTo>
                  <a:lnTo>
                    <a:pt x="1145028" y="1567519"/>
                  </a:lnTo>
                  <a:lnTo>
                    <a:pt x="1145032" y="1567510"/>
                  </a:lnTo>
                  <a:lnTo>
                    <a:pt x="1145048" y="1567493"/>
                  </a:lnTo>
                  <a:lnTo>
                    <a:pt x="1145062" y="1567473"/>
                  </a:lnTo>
                  <a:lnTo>
                    <a:pt x="1145075" y="1567454"/>
                  </a:lnTo>
                  <a:lnTo>
                    <a:pt x="1145075" y="1567442"/>
                  </a:lnTo>
                  <a:lnTo>
                    <a:pt x="1145067" y="1567431"/>
                  </a:lnTo>
                  <a:lnTo>
                    <a:pt x="1145052" y="1567418"/>
                  </a:lnTo>
                  <a:lnTo>
                    <a:pt x="1145033" y="1567398"/>
                  </a:lnTo>
                  <a:lnTo>
                    <a:pt x="1144999" y="1567354"/>
                  </a:lnTo>
                  <a:lnTo>
                    <a:pt x="1144977" y="1567317"/>
                  </a:lnTo>
                  <a:lnTo>
                    <a:pt x="1144959" y="1567299"/>
                  </a:lnTo>
                  <a:lnTo>
                    <a:pt x="1144944" y="1567283"/>
                  </a:lnTo>
                  <a:lnTo>
                    <a:pt x="1144935" y="1567260"/>
                  </a:lnTo>
                  <a:lnTo>
                    <a:pt x="1144928" y="1567234"/>
                  </a:lnTo>
                  <a:lnTo>
                    <a:pt x="1144915" y="1567217"/>
                  </a:lnTo>
                  <a:lnTo>
                    <a:pt x="1144893" y="1567199"/>
                  </a:lnTo>
                  <a:lnTo>
                    <a:pt x="1144874" y="1567173"/>
                  </a:lnTo>
                  <a:lnTo>
                    <a:pt x="1144863" y="1567140"/>
                  </a:lnTo>
                  <a:lnTo>
                    <a:pt x="1144866" y="1567108"/>
                  </a:lnTo>
                  <a:lnTo>
                    <a:pt x="1144878" y="1567085"/>
                  </a:lnTo>
                  <a:lnTo>
                    <a:pt x="1144905" y="1567063"/>
                  </a:lnTo>
                  <a:lnTo>
                    <a:pt x="1144936" y="1567045"/>
                  </a:lnTo>
                  <a:lnTo>
                    <a:pt x="1144972" y="1567025"/>
                  </a:lnTo>
                  <a:lnTo>
                    <a:pt x="1145009" y="1567016"/>
                  </a:lnTo>
                  <a:lnTo>
                    <a:pt x="1145060" y="1567001"/>
                  </a:lnTo>
                  <a:lnTo>
                    <a:pt x="1145084" y="1566987"/>
                  </a:lnTo>
                  <a:lnTo>
                    <a:pt x="1145124" y="1566955"/>
                  </a:lnTo>
                  <a:lnTo>
                    <a:pt x="1145154" y="1566919"/>
                  </a:lnTo>
                  <a:lnTo>
                    <a:pt x="1145184" y="1566900"/>
                  </a:lnTo>
                  <a:lnTo>
                    <a:pt x="1145224" y="1566877"/>
                  </a:lnTo>
                  <a:lnTo>
                    <a:pt x="1145234" y="1566869"/>
                  </a:lnTo>
                  <a:lnTo>
                    <a:pt x="1145236" y="1566853"/>
                  </a:lnTo>
                  <a:lnTo>
                    <a:pt x="1145236" y="1566833"/>
                  </a:lnTo>
                  <a:lnTo>
                    <a:pt x="1145229" y="1566819"/>
                  </a:lnTo>
                  <a:lnTo>
                    <a:pt x="1145207" y="1566801"/>
                  </a:lnTo>
                  <a:lnTo>
                    <a:pt x="1145172" y="1566784"/>
                  </a:lnTo>
                  <a:lnTo>
                    <a:pt x="1145139" y="1566776"/>
                  </a:lnTo>
                  <a:lnTo>
                    <a:pt x="1145105" y="1566776"/>
                  </a:lnTo>
                  <a:lnTo>
                    <a:pt x="1145086" y="1566767"/>
                  </a:lnTo>
                  <a:lnTo>
                    <a:pt x="1145071" y="1566745"/>
                  </a:lnTo>
                  <a:lnTo>
                    <a:pt x="1145053" y="1566714"/>
                  </a:lnTo>
                  <a:lnTo>
                    <a:pt x="1145036" y="1566693"/>
                  </a:lnTo>
                  <a:lnTo>
                    <a:pt x="1145011" y="1566681"/>
                  </a:lnTo>
                  <a:lnTo>
                    <a:pt x="1144968" y="1566663"/>
                  </a:lnTo>
                  <a:lnTo>
                    <a:pt x="1144956" y="1566650"/>
                  </a:lnTo>
                  <a:lnTo>
                    <a:pt x="1144953" y="1566630"/>
                  </a:lnTo>
                  <a:lnTo>
                    <a:pt x="1144955" y="1566618"/>
                  </a:lnTo>
                  <a:lnTo>
                    <a:pt x="1144967" y="1566602"/>
                  </a:lnTo>
                  <a:lnTo>
                    <a:pt x="1144990" y="1566578"/>
                  </a:lnTo>
                  <a:lnTo>
                    <a:pt x="1144999" y="1566564"/>
                  </a:lnTo>
                  <a:lnTo>
                    <a:pt x="1144996" y="1566538"/>
                  </a:lnTo>
                  <a:lnTo>
                    <a:pt x="1144981" y="1566503"/>
                  </a:lnTo>
                  <a:lnTo>
                    <a:pt x="1144968" y="1566468"/>
                  </a:lnTo>
                  <a:lnTo>
                    <a:pt x="1144961" y="1566422"/>
                  </a:lnTo>
                  <a:lnTo>
                    <a:pt x="1144965" y="1566377"/>
                  </a:lnTo>
                  <a:lnTo>
                    <a:pt x="1144973" y="1566342"/>
                  </a:lnTo>
                  <a:lnTo>
                    <a:pt x="1144974" y="1566305"/>
                  </a:lnTo>
                  <a:lnTo>
                    <a:pt x="1144966" y="1566285"/>
                  </a:lnTo>
                  <a:lnTo>
                    <a:pt x="1144944" y="1566257"/>
                  </a:lnTo>
                  <a:lnTo>
                    <a:pt x="1144931" y="1566238"/>
                  </a:lnTo>
                  <a:lnTo>
                    <a:pt x="1144904" y="1566179"/>
                  </a:lnTo>
                  <a:lnTo>
                    <a:pt x="1144874" y="1566119"/>
                  </a:lnTo>
                  <a:lnTo>
                    <a:pt x="1144858" y="1566100"/>
                  </a:lnTo>
                  <a:lnTo>
                    <a:pt x="1144836" y="1566083"/>
                  </a:lnTo>
                  <a:lnTo>
                    <a:pt x="1144818" y="1566068"/>
                  </a:lnTo>
                  <a:lnTo>
                    <a:pt x="1144813" y="1566055"/>
                  </a:lnTo>
                  <a:lnTo>
                    <a:pt x="1144810" y="1566012"/>
                  </a:lnTo>
                  <a:lnTo>
                    <a:pt x="1144802" y="1565948"/>
                  </a:lnTo>
                  <a:lnTo>
                    <a:pt x="1144790" y="1565914"/>
                  </a:lnTo>
                  <a:lnTo>
                    <a:pt x="1144783" y="1565881"/>
                  </a:lnTo>
                  <a:lnTo>
                    <a:pt x="1144785" y="1565866"/>
                  </a:lnTo>
                  <a:lnTo>
                    <a:pt x="1144795" y="1565848"/>
                  </a:lnTo>
                  <a:lnTo>
                    <a:pt x="1144808" y="1565823"/>
                  </a:lnTo>
                  <a:lnTo>
                    <a:pt x="1144818" y="1565795"/>
                  </a:lnTo>
                  <a:lnTo>
                    <a:pt x="1144825" y="1565763"/>
                  </a:lnTo>
                  <a:lnTo>
                    <a:pt x="1144828" y="1565733"/>
                  </a:lnTo>
                  <a:lnTo>
                    <a:pt x="1144820" y="1565717"/>
                  </a:lnTo>
                  <a:lnTo>
                    <a:pt x="1144800" y="1565691"/>
                  </a:lnTo>
                  <a:lnTo>
                    <a:pt x="1144795" y="1565676"/>
                  </a:lnTo>
                  <a:lnTo>
                    <a:pt x="1144801" y="1565658"/>
                  </a:lnTo>
                  <a:lnTo>
                    <a:pt x="1144828" y="1565608"/>
                  </a:lnTo>
                  <a:lnTo>
                    <a:pt x="1144858" y="1565559"/>
                  </a:lnTo>
                  <a:lnTo>
                    <a:pt x="1144877" y="1565544"/>
                  </a:lnTo>
                  <a:lnTo>
                    <a:pt x="1144947" y="1565521"/>
                  </a:lnTo>
                  <a:lnTo>
                    <a:pt x="1144968" y="1565502"/>
                  </a:lnTo>
                  <a:lnTo>
                    <a:pt x="1144970" y="1565487"/>
                  </a:lnTo>
                  <a:lnTo>
                    <a:pt x="1144962" y="1565469"/>
                  </a:lnTo>
                  <a:lnTo>
                    <a:pt x="1144945" y="1565438"/>
                  </a:lnTo>
                  <a:lnTo>
                    <a:pt x="1144918" y="1565417"/>
                  </a:lnTo>
                  <a:lnTo>
                    <a:pt x="1144860" y="1565353"/>
                  </a:lnTo>
                  <a:lnTo>
                    <a:pt x="1144778" y="1565283"/>
                  </a:lnTo>
                  <a:lnTo>
                    <a:pt x="1144752" y="1565250"/>
                  </a:lnTo>
                  <a:lnTo>
                    <a:pt x="1144749" y="1565237"/>
                  </a:lnTo>
                  <a:lnTo>
                    <a:pt x="1144756" y="1565230"/>
                  </a:lnTo>
                  <a:lnTo>
                    <a:pt x="1144892" y="1565182"/>
                  </a:lnTo>
                  <a:lnTo>
                    <a:pt x="1144907" y="1565175"/>
                  </a:lnTo>
                  <a:lnTo>
                    <a:pt x="1144905" y="1565165"/>
                  </a:lnTo>
                  <a:lnTo>
                    <a:pt x="1144900" y="1565148"/>
                  </a:lnTo>
                  <a:lnTo>
                    <a:pt x="1144878" y="1565093"/>
                  </a:lnTo>
                  <a:lnTo>
                    <a:pt x="1144856" y="1565061"/>
                  </a:lnTo>
                  <a:lnTo>
                    <a:pt x="1144845" y="1565043"/>
                  </a:lnTo>
                  <a:lnTo>
                    <a:pt x="1144818" y="1565044"/>
                  </a:lnTo>
                  <a:lnTo>
                    <a:pt x="1144762" y="1565048"/>
                  </a:lnTo>
                  <a:lnTo>
                    <a:pt x="1144751" y="1565045"/>
                  </a:lnTo>
                  <a:lnTo>
                    <a:pt x="1144748" y="1565027"/>
                  </a:lnTo>
                  <a:lnTo>
                    <a:pt x="1144742" y="1564984"/>
                  </a:lnTo>
                  <a:lnTo>
                    <a:pt x="1144734" y="1564929"/>
                  </a:lnTo>
                  <a:lnTo>
                    <a:pt x="1144719" y="1564893"/>
                  </a:lnTo>
                  <a:lnTo>
                    <a:pt x="1144706" y="1564876"/>
                  </a:lnTo>
                  <a:lnTo>
                    <a:pt x="1144680" y="1564862"/>
                  </a:lnTo>
                  <a:lnTo>
                    <a:pt x="1144651" y="1564858"/>
                  </a:lnTo>
                  <a:lnTo>
                    <a:pt x="1144632" y="1564852"/>
                  </a:lnTo>
                  <a:lnTo>
                    <a:pt x="1144606" y="1564834"/>
                  </a:lnTo>
                  <a:lnTo>
                    <a:pt x="1144588" y="1564811"/>
                  </a:lnTo>
                  <a:lnTo>
                    <a:pt x="1144574" y="1564779"/>
                  </a:lnTo>
                  <a:lnTo>
                    <a:pt x="1144552" y="1564742"/>
                  </a:lnTo>
                  <a:lnTo>
                    <a:pt x="1144530" y="1564710"/>
                  </a:lnTo>
                  <a:lnTo>
                    <a:pt x="1144517" y="1564679"/>
                  </a:lnTo>
                  <a:lnTo>
                    <a:pt x="1144508" y="1564634"/>
                  </a:lnTo>
                  <a:lnTo>
                    <a:pt x="1144504" y="1564622"/>
                  </a:lnTo>
                  <a:lnTo>
                    <a:pt x="1144497" y="1564613"/>
                  </a:lnTo>
                  <a:lnTo>
                    <a:pt x="1144489" y="1564609"/>
                  </a:lnTo>
                  <a:lnTo>
                    <a:pt x="1144475" y="1564610"/>
                  </a:lnTo>
                  <a:lnTo>
                    <a:pt x="1144459" y="1564625"/>
                  </a:lnTo>
                  <a:lnTo>
                    <a:pt x="1144430" y="1564653"/>
                  </a:lnTo>
                  <a:lnTo>
                    <a:pt x="1144381" y="1564691"/>
                  </a:lnTo>
                  <a:lnTo>
                    <a:pt x="1144342" y="1564721"/>
                  </a:lnTo>
                  <a:lnTo>
                    <a:pt x="1144311" y="1564745"/>
                  </a:lnTo>
                  <a:lnTo>
                    <a:pt x="1144279" y="1564768"/>
                  </a:lnTo>
                  <a:lnTo>
                    <a:pt x="1144233" y="1564781"/>
                  </a:lnTo>
                  <a:lnTo>
                    <a:pt x="1144198" y="1564784"/>
                  </a:lnTo>
                  <a:lnTo>
                    <a:pt x="1144156" y="1564776"/>
                  </a:lnTo>
                  <a:lnTo>
                    <a:pt x="1144105" y="1564760"/>
                  </a:lnTo>
                  <a:lnTo>
                    <a:pt x="1144069" y="1564755"/>
                  </a:lnTo>
                  <a:lnTo>
                    <a:pt x="1144047" y="1564761"/>
                  </a:lnTo>
                  <a:lnTo>
                    <a:pt x="1144010" y="1564783"/>
                  </a:lnTo>
                  <a:lnTo>
                    <a:pt x="1143984" y="1564810"/>
                  </a:lnTo>
                  <a:lnTo>
                    <a:pt x="1143917" y="1564856"/>
                  </a:lnTo>
                  <a:lnTo>
                    <a:pt x="1143852" y="1564889"/>
                  </a:lnTo>
                  <a:lnTo>
                    <a:pt x="1143804" y="1564906"/>
                  </a:lnTo>
                  <a:lnTo>
                    <a:pt x="1143748" y="1564922"/>
                  </a:lnTo>
                  <a:lnTo>
                    <a:pt x="1143678" y="1564941"/>
                  </a:lnTo>
                  <a:lnTo>
                    <a:pt x="1143635" y="1564952"/>
                  </a:lnTo>
                  <a:lnTo>
                    <a:pt x="1143606" y="1564969"/>
                  </a:lnTo>
                  <a:lnTo>
                    <a:pt x="1143554" y="1565000"/>
                  </a:lnTo>
                  <a:lnTo>
                    <a:pt x="1143513" y="1565017"/>
                  </a:lnTo>
                  <a:lnTo>
                    <a:pt x="1143482" y="1565026"/>
                  </a:lnTo>
                  <a:lnTo>
                    <a:pt x="1143445" y="1565027"/>
                  </a:lnTo>
                  <a:lnTo>
                    <a:pt x="1143397" y="1565010"/>
                  </a:lnTo>
                  <a:lnTo>
                    <a:pt x="1143359" y="1564992"/>
                  </a:lnTo>
                  <a:lnTo>
                    <a:pt x="1143323" y="1564981"/>
                  </a:lnTo>
                  <a:lnTo>
                    <a:pt x="1143301" y="1564981"/>
                  </a:lnTo>
                  <a:lnTo>
                    <a:pt x="1143275" y="1564989"/>
                  </a:lnTo>
                  <a:lnTo>
                    <a:pt x="1143231" y="1565015"/>
                  </a:lnTo>
                  <a:lnTo>
                    <a:pt x="1143157" y="1565063"/>
                  </a:lnTo>
                  <a:lnTo>
                    <a:pt x="1143128" y="1565073"/>
                  </a:lnTo>
                  <a:lnTo>
                    <a:pt x="1143095" y="1565078"/>
                  </a:lnTo>
                  <a:lnTo>
                    <a:pt x="1143059" y="1565074"/>
                  </a:lnTo>
                  <a:lnTo>
                    <a:pt x="1143014" y="1565065"/>
                  </a:lnTo>
                  <a:lnTo>
                    <a:pt x="1142984" y="1565066"/>
                  </a:lnTo>
                  <a:lnTo>
                    <a:pt x="1142953" y="1565073"/>
                  </a:lnTo>
                  <a:lnTo>
                    <a:pt x="1142849" y="1565137"/>
                  </a:lnTo>
                  <a:lnTo>
                    <a:pt x="1142757" y="1565181"/>
                  </a:lnTo>
                  <a:lnTo>
                    <a:pt x="1142726" y="1565191"/>
                  </a:lnTo>
                  <a:lnTo>
                    <a:pt x="1142687" y="1565201"/>
                  </a:lnTo>
                  <a:lnTo>
                    <a:pt x="1142645" y="1565204"/>
                  </a:lnTo>
                  <a:lnTo>
                    <a:pt x="1142636" y="1565205"/>
                  </a:lnTo>
                  <a:lnTo>
                    <a:pt x="1142588" y="1565212"/>
                  </a:lnTo>
                  <a:lnTo>
                    <a:pt x="1142452" y="1565223"/>
                  </a:lnTo>
                  <a:lnTo>
                    <a:pt x="1142429" y="1565225"/>
                  </a:lnTo>
                  <a:lnTo>
                    <a:pt x="1142379" y="1565228"/>
                  </a:lnTo>
                  <a:lnTo>
                    <a:pt x="1142354" y="1565237"/>
                  </a:lnTo>
                  <a:lnTo>
                    <a:pt x="1142316" y="1565261"/>
                  </a:lnTo>
                  <a:lnTo>
                    <a:pt x="1142280" y="1565297"/>
                  </a:lnTo>
                  <a:lnTo>
                    <a:pt x="1142234" y="1565336"/>
                  </a:lnTo>
                  <a:lnTo>
                    <a:pt x="1142203" y="1565350"/>
                  </a:lnTo>
                  <a:lnTo>
                    <a:pt x="1142173" y="1565358"/>
                  </a:lnTo>
                  <a:lnTo>
                    <a:pt x="1142133" y="1565370"/>
                  </a:lnTo>
                  <a:lnTo>
                    <a:pt x="1142077" y="1565373"/>
                  </a:lnTo>
                  <a:lnTo>
                    <a:pt x="1142061" y="1565370"/>
                  </a:lnTo>
                  <a:lnTo>
                    <a:pt x="1142037" y="1565363"/>
                  </a:lnTo>
                  <a:lnTo>
                    <a:pt x="1141933" y="1565326"/>
                  </a:lnTo>
                  <a:lnTo>
                    <a:pt x="1141876" y="1565312"/>
                  </a:lnTo>
                  <a:lnTo>
                    <a:pt x="1141851" y="1565309"/>
                  </a:lnTo>
                  <a:lnTo>
                    <a:pt x="1141840" y="1565305"/>
                  </a:lnTo>
                  <a:lnTo>
                    <a:pt x="1141825" y="1565305"/>
                  </a:lnTo>
                  <a:lnTo>
                    <a:pt x="1141799" y="1565309"/>
                  </a:lnTo>
                  <a:lnTo>
                    <a:pt x="1141751" y="1565330"/>
                  </a:lnTo>
                  <a:lnTo>
                    <a:pt x="1141690" y="1565369"/>
                  </a:lnTo>
                  <a:lnTo>
                    <a:pt x="1141632" y="1565399"/>
                  </a:lnTo>
                  <a:lnTo>
                    <a:pt x="1141569" y="1565433"/>
                  </a:lnTo>
                  <a:lnTo>
                    <a:pt x="1141540" y="1565441"/>
                  </a:lnTo>
                  <a:lnTo>
                    <a:pt x="1141510" y="1565436"/>
                  </a:lnTo>
                  <a:lnTo>
                    <a:pt x="1141489" y="1565428"/>
                  </a:lnTo>
                  <a:lnTo>
                    <a:pt x="1141454" y="1565414"/>
                  </a:lnTo>
                  <a:lnTo>
                    <a:pt x="1141419" y="1565404"/>
                  </a:lnTo>
                  <a:lnTo>
                    <a:pt x="1141387" y="1565387"/>
                  </a:lnTo>
                  <a:lnTo>
                    <a:pt x="1141363" y="1565373"/>
                  </a:lnTo>
                  <a:lnTo>
                    <a:pt x="1141339" y="1565346"/>
                  </a:lnTo>
                  <a:lnTo>
                    <a:pt x="1141324" y="1565322"/>
                  </a:lnTo>
                  <a:lnTo>
                    <a:pt x="1141281" y="1565231"/>
                  </a:lnTo>
                  <a:lnTo>
                    <a:pt x="1141254" y="1565182"/>
                  </a:lnTo>
                  <a:lnTo>
                    <a:pt x="1141242" y="1565162"/>
                  </a:lnTo>
                  <a:lnTo>
                    <a:pt x="1141222" y="1565135"/>
                  </a:lnTo>
                  <a:lnTo>
                    <a:pt x="1141210" y="1565127"/>
                  </a:lnTo>
                  <a:lnTo>
                    <a:pt x="1141194" y="1565127"/>
                  </a:lnTo>
                  <a:lnTo>
                    <a:pt x="1141179" y="1565138"/>
                  </a:lnTo>
                  <a:lnTo>
                    <a:pt x="1141158" y="1565168"/>
                  </a:lnTo>
                  <a:lnTo>
                    <a:pt x="1141139" y="1565208"/>
                  </a:lnTo>
                  <a:lnTo>
                    <a:pt x="1141126" y="1565235"/>
                  </a:lnTo>
                  <a:lnTo>
                    <a:pt x="1141115" y="1565250"/>
                  </a:lnTo>
                  <a:lnTo>
                    <a:pt x="1141083" y="1565284"/>
                  </a:lnTo>
                  <a:lnTo>
                    <a:pt x="1141064" y="1565291"/>
                  </a:lnTo>
                  <a:lnTo>
                    <a:pt x="1141043" y="1565291"/>
                  </a:lnTo>
                  <a:lnTo>
                    <a:pt x="1141015" y="1565282"/>
                  </a:lnTo>
                  <a:lnTo>
                    <a:pt x="1140983" y="1565273"/>
                  </a:lnTo>
                  <a:lnTo>
                    <a:pt x="1140951" y="1565271"/>
                  </a:lnTo>
                  <a:lnTo>
                    <a:pt x="1140924" y="1565275"/>
                  </a:lnTo>
                  <a:lnTo>
                    <a:pt x="1140899" y="1565291"/>
                  </a:lnTo>
                  <a:lnTo>
                    <a:pt x="1140879" y="1565323"/>
                  </a:lnTo>
                  <a:lnTo>
                    <a:pt x="1140831" y="1565413"/>
                  </a:lnTo>
                  <a:lnTo>
                    <a:pt x="1140805" y="1565468"/>
                  </a:lnTo>
                  <a:lnTo>
                    <a:pt x="1140776" y="1565562"/>
                  </a:lnTo>
                  <a:lnTo>
                    <a:pt x="1140769" y="1565578"/>
                  </a:lnTo>
                  <a:lnTo>
                    <a:pt x="1140761" y="1565586"/>
                  </a:lnTo>
                  <a:lnTo>
                    <a:pt x="1140751" y="1565592"/>
                  </a:lnTo>
                  <a:lnTo>
                    <a:pt x="1140734" y="1565591"/>
                  </a:lnTo>
                  <a:lnTo>
                    <a:pt x="1140714" y="1565577"/>
                  </a:lnTo>
                  <a:lnTo>
                    <a:pt x="1140685" y="1565543"/>
                  </a:lnTo>
                  <a:lnTo>
                    <a:pt x="1140648" y="1565507"/>
                  </a:lnTo>
                  <a:lnTo>
                    <a:pt x="1140623" y="1565496"/>
                  </a:lnTo>
                  <a:lnTo>
                    <a:pt x="1140607" y="1565496"/>
                  </a:lnTo>
                  <a:lnTo>
                    <a:pt x="1140593" y="1565494"/>
                  </a:lnTo>
                  <a:lnTo>
                    <a:pt x="1140558" y="1565487"/>
                  </a:lnTo>
                  <a:lnTo>
                    <a:pt x="1140483" y="1565474"/>
                  </a:lnTo>
                  <a:lnTo>
                    <a:pt x="1140443" y="1565459"/>
                  </a:lnTo>
                  <a:lnTo>
                    <a:pt x="1140394" y="1565428"/>
                  </a:lnTo>
                  <a:lnTo>
                    <a:pt x="1140367" y="1565408"/>
                  </a:lnTo>
                  <a:lnTo>
                    <a:pt x="1140316" y="1565370"/>
                  </a:lnTo>
                  <a:lnTo>
                    <a:pt x="1140261" y="1565335"/>
                  </a:lnTo>
                  <a:lnTo>
                    <a:pt x="1140223" y="1565316"/>
                  </a:lnTo>
                  <a:lnTo>
                    <a:pt x="1140197" y="1565303"/>
                  </a:lnTo>
                  <a:lnTo>
                    <a:pt x="1140184" y="1565300"/>
                  </a:lnTo>
                  <a:lnTo>
                    <a:pt x="1140173" y="1565297"/>
                  </a:lnTo>
                  <a:lnTo>
                    <a:pt x="1140145" y="1565289"/>
                  </a:lnTo>
                  <a:lnTo>
                    <a:pt x="1140111" y="1565281"/>
                  </a:lnTo>
                  <a:lnTo>
                    <a:pt x="1140083" y="1565280"/>
                  </a:lnTo>
                  <a:lnTo>
                    <a:pt x="1140064" y="1565289"/>
                  </a:lnTo>
                  <a:lnTo>
                    <a:pt x="1140055" y="1565305"/>
                  </a:lnTo>
                  <a:lnTo>
                    <a:pt x="1140050" y="1565329"/>
                  </a:lnTo>
                  <a:lnTo>
                    <a:pt x="1140045" y="1565362"/>
                  </a:lnTo>
                  <a:lnTo>
                    <a:pt x="1140034" y="1565391"/>
                  </a:lnTo>
                  <a:lnTo>
                    <a:pt x="1140019" y="1565408"/>
                  </a:lnTo>
                  <a:lnTo>
                    <a:pt x="1139995" y="1565424"/>
                  </a:lnTo>
                  <a:lnTo>
                    <a:pt x="1139982" y="1565428"/>
                  </a:lnTo>
                  <a:lnTo>
                    <a:pt x="1139965" y="1565428"/>
                  </a:lnTo>
                  <a:lnTo>
                    <a:pt x="1139948" y="1565421"/>
                  </a:lnTo>
                  <a:lnTo>
                    <a:pt x="1139933" y="1565401"/>
                  </a:lnTo>
                  <a:lnTo>
                    <a:pt x="1139921" y="1565370"/>
                  </a:lnTo>
                  <a:lnTo>
                    <a:pt x="1139912" y="1565343"/>
                  </a:lnTo>
                  <a:lnTo>
                    <a:pt x="1139900" y="1565323"/>
                  </a:lnTo>
                  <a:lnTo>
                    <a:pt x="1139884" y="1565308"/>
                  </a:lnTo>
                  <a:lnTo>
                    <a:pt x="1139870" y="1565299"/>
                  </a:lnTo>
                  <a:lnTo>
                    <a:pt x="1139851" y="1565292"/>
                  </a:lnTo>
                  <a:lnTo>
                    <a:pt x="1139832" y="1565295"/>
                  </a:lnTo>
                  <a:lnTo>
                    <a:pt x="1139812" y="1565306"/>
                  </a:lnTo>
                  <a:lnTo>
                    <a:pt x="1139795" y="1565322"/>
                  </a:lnTo>
                  <a:lnTo>
                    <a:pt x="1139786" y="1565339"/>
                  </a:lnTo>
                  <a:lnTo>
                    <a:pt x="1139774" y="1565392"/>
                  </a:lnTo>
                  <a:lnTo>
                    <a:pt x="1139767" y="1565419"/>
                  </a:lnTo>
                  <a:lnTo>
                    <a:pt x="1139756" y="1565429"/>
                  </a:lnTo>
                  <a:lnTo>
                    <a:pt x="1139743" y="1565433"/>
                  </a:lnTo>
                  <a:lnTo>
                    <a:pt x="1139730" y="1565433"/>
                  </a:lnTo>
                  <a:lnTo>
                    <a:pt x="1139711" y="1565430"/>
                  </a:lnTo>
                  <a:lnTo>
                    <a:pt x="1139681" y="1565421"/>
                  </a:lnTo>
                  <a:lnTo>
                    <a:pt x="1139647" y="1565419"/>
                  </a:lnTo>
                  <a:lnTo>
                    <a:pt x="1139617" y="1565420"/>
                  </a:lnTo>
                  <a:lnTo>
                    <a:pt x="1139590" y="1565431"/>
                  </a:lnTo>
                  <a:lnTo>
                    <a:pt x="1139552" y="1565452"/>
                  </a:lnTo>
                  <a:lnTo>
                    <a:pt x="1139529" y="1565473"/>
                  </a:lnTo>
                  <a:lnTo>
                    <a:pt x="1139509" y="1565489"/>
                  </a:lnTo>
                  <a:lnTo>
                    <a:pt x="1139483" y="1565500"/>
                  </a:lnTo>
                  <a:lnTo>
                    <a:pt x="1139447" y="1565510"/>
                  </a:lnTo>
                  <a:lnTo>
                    <a:pt x="1139429" y="1565511"/>
                  </a:lnTo>
                  <a:lnTo>
                    <a:pt x="1139402" y="1565506"/>
                  </a:lnTo>
                  <a:lnTo>
                    <a:pt x="1139382" y="1565483"/>
                  </a:lnTo>
                  <a:lnTo>
                    <a:pt x="1139360" y="1565453"/>
                  </a:lnTo>
                  <a:lnTo>
                    <a:pt x="1139344" y="1565425"/>
                  </a:lnTo>
                  <a:lnTo>
                    <a:pt x="1139330" y="1565414"/>
                  </a:lnTo>
                  <a:lnTo>
                    <a:pt x="1139311" y="1565412"/>
                  </a:lnTo>
                  <a:lnTo>
                    <a:pt x="1139284" y="1565421"/>
                  </a:lnTo>
                  <a:lnTo>
                    <a:pt x="1139247" y="1565438"/>
                  </a:lnTo>
                  <a:lnTo>
                    <a:pt x="1139211" y="1565456"/>
                  </a:lnTo>
                  <a:lnTo>
                    <a:pt x="1139179" y="1565472"/>
                  </a:lnTo>
                  <a:lnTo>
                    <a:pt x="1139169" y="1565475"/>
                  </a:lnTo>
                  <a:lnTo>
                    <a:pt x="1139138" y="1565483"/>
                  </a:lnTo>
                  <a:lnTo>
                    <a:pt x="1139125" y="1565485"/>
                  </a:lnTo>
                  <a:lnTo>
                    <a:pt x="1139080" y="1565488"/>
                  </a:lnTo>
                  <a:lnTo>
                    <a:pt x="1139017" y="1565489"/>
                  </a:lnTo>
                  <a:lnTo>
                    <a:pt x="1138980" y="1565488"/>
                  </a:lnTo>
                  <a:lnTo>
                    <a:pt x="1138909" y="1565480"/>
                  </a:lnTo>
                  <a:lnTo>
                    <a:pt x="1138880" y="1565472"/>
                  </a:lnTo>
                  <a:lnTo>
                    <a:pt x="1138818" y="1565452"/>
                  </a:lnTo>
                  <a:lnTo>
                    <a:pt x="1138795" y="1565446"/>
                  </a:lnTo>
                  <a:lnTo>
                    <a:pt x="1138731" y="1565444"/>
                  </a:lnTo>
                  <a:lnTo>
                    <a:pt x="1138703" y="1565450"/>
                  </a:lnTo>
                  <a:lnTo>
                    <a:pt x="1138664" y="1565474"/>
                  </a:lnTo>
                  <a:lnTo>
                    <a:pt x="1138589" y="1565517"/>
                  </a:lnTo>
                  <a:lnTo>
                    <a:pt x="1138528" y="1565543"/>
                  </a:lnTo>
                  <a:lnTo>
                    <a:pt x="1138468" y="1565563"/>
                  </a:lnTo>
                  <a:lnTo>
                    <a:pt x="1138397" y="1565578"/>
                  </a:lnTo>
                  <a:lnTo>
                    <a:pt x="1138377" y="1565579"/>
                  </a:lnTo>
                  <a:lnTo>
                    <a:pt x="1138357" y="1565575"/>
                  </a:lnTo>
                  <a:lnTo>
                    <a:pt x="1138318" y="1565568"/>
                  </a:lnTo>
                  <a:lnTo>
                    <a:pt x="1138278" y="1565569"/>
                  </a:lnTo>
                  <a:lnTo>
                    <a:pt x="1138227" y="1565589"/>
                  </a:lnTo>
                  <a:lnTo>
                    <a:pt x="1138180" y="1565620"/>
                  </a:lnTo>
                  <a:lnTo>
                    <a:pt x="1138103" y="1565671"/>
                  </a:lnTo>
                  <a:lnTo>
                    <a:pt x="1138063" y="1565705"/>
                  </a:lnTo>
                  <a:lnTo>
                    <a:pt x="1138055" y="1565710"/>
                  </a:lnTo>
                  <a:lnTo>
                    <a:pt x="1138049" y="1565714"/>
                  </a:lnTo>
                  <a:lnTo>
                    <a:pt x="1138041" y="1565713"/>
                  </a:lnTo>
                  <a:lnTo>
                    <a:pt x="1138033" y="1565709"/>
                  </a:lnTo>
                  <a:lnTo>
                    <a:pt x="1138018" y="1565681"/>
                  </a:lnTo>
                  <a:lnTo>
                    <a:pt x="1138001" y="1565664"/>
                  </a:lnTo>
                  <a:lnTo>
                    <a:pt x="1137989" y="1565656"/>
                  </a:lnTo>
                  <a:lnTo>
                    <a:pt x="1137983" y="1565655"/>
                  </a:lnTo>
                  <a:lnTo>
                    <a:pt x="1137972" y="1565654"/>
                  </a:lnTo>
                  <a:lnTo>
                    <a:pt x="1137965" y="1565655"/>
                  </a:lnTo>
                  <a:lnTo>
                    <a:pt x="1137947" y="1565660"/>
                  </a:lnTo>
                  <a:lnTo>
                    <a:pt x="1137938" y="1565662"/>
                  </a:lnTo>
                  <a:lnTo>
                    <a:pt x="1137930" y="1565665"/>
                  </a:lnTo>
                  <a:lnTo>
                    <a:pt x="1137912" y="1565673"/>
                  </a:lnTo>
                  <a:lnTo>
                    <a:pt x="1137894" y="1565682"/>
                  </a:lnTo>
                  <a:lnTo>
                    <a:pt x="1137885" y="1565687"/>
                  </a:lnTo>
                  <a:lnTo>
                    <a:pt x="1137877" y="1565688"/>
                  </a:lnTo>
                  <a:lnTo>
                    <a:pt x="1137859" y="1565690"/>
                  </a:lnTo>
                  <a:lnTo>
                    <a:pt x="1137841" y="1565688"/>
                  </a:lnTo>
                  <a:lnTo>
                    <a:pt x="1137832" y="1565680"/>
                  </a:lnTo>
                  <a:lnTo>
                    <a:pt x="1137833" y="1565672"/>
                  </a:lnTo>
                  <a:lnTo>
                    <a:pt x="1137838" y="1565656"/>
                  </a:lnTo>
                  <a:lnTo>
                    <a:pt x="1137853" y="1565636"/>
                  </a:lnTo>
                  <a:lnTo>
                    <a:pt x="1137871" y="1565619"/>
                  </a:lnTo>
                  <a:lnTo>
                    <a:pt x="1137882" y="1565612"/>
                  </a:lnTo>
                  <a:lnTo>
                    <a:pt x="1137889" y="1565610"/>
                  </a:lnTo>
                  <a:lnTo>
                    <a:pt x="1137895" y="1565606"/>
                  </a:lnTo>
                  <a:lnTo>
                    <a:pt x="1137907" y="1565593"/>
                  </a:lnTo>
                  <a:lnTo>
                    <a:pt x="1137922" y="1565577"/>
                  </a:lnTo>
                  <a:lnTo>
                    <a:pt x="1137927" y="1565571"/>
                  </a:lnTo>
                  <a:lnTo>
                    <a:pt x="1137939" y="1565563"/>
                  </a:lnTo>
                  <a:lnTo>
                    <a:pt x="1137957" y="1565554"/>
                  </a:lnTo>
                  <a:lnTo>
                    <a:pt x="1137965" y="1565550"/>
                  </a:lnTo>
                  <a:lnTo>
                    <a:pt x="1137973" y="1565543"/>
                  </a:lnTo>
                  <a:lnTo>
                    <a:pt x="1137991" y="1565525"/>
                  </a:lnTo>
                  <a:lnTo>
                    <a:pt x="1138007" y="1565509"/>
                  </a:lnTo>
                  <a:lnTo>
                    <a:pt x="1138023" y="1565496"/>
                  </a:lnTo>
                  <a:lnTo>
                    <a:pt x="1138038" y="1565478"/>
                  </a:lnTo>
                  <a:lnTo>
                    <a:pt x="1138053" y="1565461"/>
                  </a:lnTo>
                  <a:lnTo>
                    <a:pt x="1138066" y="1565442"/>
                  </a:lnTo>
                  <a:lnTo>
                    <a:pt x="1138075" y="1565424"/>
                  </a:lnTo>
                  <a:lnTo>
                    <a:pt x="1138085" y="1565405"/>
                  </a:lnTo>
                  <a:lnTo>
                    <a:pt x="1138092" y="1565387"/>
                  </a:lnTo>
                  <a:lnTo>
                    <a:pt x="1138096" y="1565368"/>
                  </a:lnTo>
                  <a:lnTo>
                    <a:pt x="1138094" y="1565351"/>
                  </a:lnTo>
                  <a:lnTo>
                    <a:pt x="1138089" y="1565340"/>
                  </a:lnTo>
                  <a:lnTo>
                    <a:pt x="1138080" y="1565332"/>
                  </a:lnTo>
                  <a:lnTo>
                    <a:pt x="1138069" y="1565327"/>
                  </a:lnTo>
                  <a:lnTo>
                    <a:pt x="1138063" y="1565328"/>
                  </a:lnTo>
                  <a:lnTo>
                    <a:pt x="1138056" y="1565329"/>
                  </a:lnTo>
                  <a:lnTo>
                    <a:pt x="1138050" y="1565333"/>
                  </a:lnTo>
                  <a:lnTo>
                    <a:pt x="1138045" y="1565337"/>
                  </a:lnTo>
                  <a:lnTo>
                    <a:pt x="1138028" y="1565353"/>
                  </a:lnTo>
                  <a:lnTo>
                    <a:pt x="1138004" y="1565381"/>
                  </a:lnTo>
                  <a:lnTo>
                    <a:pt x="1137996" y="1565388"/>
                  </a:lnTo>
                  <a:lnTo>
                    <a:pt x="1137978" y="1565401"/>
                  </a:lnTo>
                  <a:lnTo>
                    <a:pt x="1137966" y="1565400"/>
                  </a:lnTo>
                  <a:lnTo>
                    <a:pt x="1137960" y="1565395"/>
                  </a:lnTo>
                  <a:lnTo>
                    <a:pt x="1137948" y="1565377"/>
                  </a:lnTo>
                  <a:lnTo>
                    <a:pt x="1137940" y="1565359"/>
                  </a:lnTo>
                  <a:lnTo>
                    <a:pt x="1137929" y="1565340"/>
                  </a:lnTo>
                  <a:lnTo>
                    <a:pt x="1137920" y="1565324"/>
                  </a:lnTo>
                  <a:lnTo>
                    <a:pt x="1137909" y="1565304"/>
                  </a:lnTo>
                  <a:lnTo>
                    <a:pt x="1137904" y="1565295"/>
                  </a:lnTo>
                  <a:lnTo>
                    <a:pt x="1137895" y="1565290"/>
                  </a:lnTo>
                  <a:lnTo>
                    <a:pt x="1137883" y="1565288"/>
                  </a:lnTo>
                  <a:lnTo>
                    <a:pt x="1137877" y="1565290"/>
                  </a:lnTo>
                  <a:lnTo>
                    <a:pt x="1137860" y="1565302"/>
                  </a:lnTo>
                  <a:lnTo>
                    <a:pt x="1137842" y="1565314"/>
                  </a:lnTo>
                  <a:lnTo>
                    <a:pt x="1137834" y="1565319"/>
                  </a:lnTo>
                  <a:lnTo>
                    <a:pt x="1137824" y="1565322"/>
                  </a:lnTo>
                  <a:lnTo>
                    <a:pt x="1137815" y="1565320"/>
                  </a:lnTo>
                  <a:lnTo>
                    <a:pt x="1137809" y="1565312"/>
                  </a:lnTo>
                  <a:lnTo>
                    <a:pt x="1137806" y="1565303"/>
                  </a:lnTo>
                  <a:lnTo>
                    <a:pt x="1137806" y="1565294"/>
                  </a:lnTo>
                  <a:lnTo>
                    <a:pt x="1137807" y="1565284"/>
                  </a:lnTo>
                  <a:lnTo>
                    <a:pt x="1137811" y="1565273"/>
                  </a:lnTo>
                  <a:lnTo>
                    <a:pt x="1137818" y="1565257"/>
                  </a:lnTo>
                  <a:lnTo>
                    <a:pt x="1137822" y="1565246"/>
                  </a:lnTo>
                  <a:lnTo>
                    <a:pt x="1137844" y="1565217"/>
                  </a:lnTo>
                  <a:lnTo>
                    <a:pt x="1137853" y="1565204"/>
                  </a:lnTo>
                  <a:lnTo>
                    <a:pt x="1137876" y="1565174"/>
                  </a:lnTo>
                  <a:lnTo>
                    <a:pt x="1137882" y="1565166"/>
                  </a:lnTo>
                  <a:lnTo>
                    <a:pt x="1137890" y="1565149"/>
                  </a:lnTo>
                  <a:lnTo>
                    <a:pt x="1137897" y="1565135"/>
                  </a:lnTo>
                  <a:lnTo>
                    <a:pt x="1137905" y="1565105"/>
                  </a:lnTo>
                  <a:lnTo>
                    <a:pt x="1137912" y="1565066"/>
                  </a:lnTo>
                  <a:lnTo>
                    <a:pt x="1137920" y="1565035"/>
                  </a:lnTo>
                  <a:lnTo>
                    <a:pt x="1137931" y="1565011"/>
                  </a:lnTo>
                  <a:lnTo>
                    <a:pt x="1137943" y="1564973"/>
                  </a:lnTo>
                  <a:lnTo>
                    <a:pt x="1137955" y="1564943"/>
                  </a:lnTo>
                  <a:lnTo>
                    <a:pt x="1137977" y="1564900"/>
                  </a:lnTo>
                  <a:lnTo>
                    <a:pt x="1137989" y="1564871"/>
                  </a:lnTo>
                  <a:lnTo>
                    <a:pt x="1137995" y="1564849"/>
                  </a:lnTo>
                  <a:lnTo>
                    <a:pt x="1138004" y="1564832"/>
                  </a:lnTo>
                  <a:lnTo>
                    <a:pt x="1138016" y="1564814"/>
                  </a:lnTo>
                  <a:lnTo>
                    <a:pt x="1138024" y="1564799"/>
                  </a:lnTo>
                  <a:lnTo>
                    <a:pt x="1138023" y="1564781"/>
                  </a:lnTo>
                  <a:lnTo>
                    <a:pt x="1138026" y="1564762"/>
                  </a:lnTo>
                  <a:lnTo>
                    <a:pt x="1138044" y="1564757"/>
                  </a:lnTo>
                  <a:lnTo>
                    <a:pt x="1138050" y="1564752"/>
                  </a:lnTo>
                  <a:lnTo>
                    <a:pt x="1138067" y="1564734"/>
                  </a:lnTo>
                  <a:lnTo>
                    <a:pt x="1138086" y="1564708"/>
                  </a:lnTo>
                  <a:lnTo>
                    <a:pt x="1138097" y="1564689"/>
                  </a:lnTo>
                  <a:lnTo>
                    <a:pt x="1138131" y="1564618"/>
                  </a:lnTo>
                  <a:lnTo>
                    <a:pt x="1138150" y="1564574"/>
                  </a:lnTo>
                  <a:lnTo>
                    <a:pt x="1138157" y="1564545"/>
                  </a:lnTo>
                  <a:lnTo>
                    <a:pt x="1138166" y="1564503"/>
                  </a:lnTo>
                  <a:lnTo>
                    <a:pt x="1138168" y="1564482"/>
                  </a:lnTo>
                  <a:lnTo>
                    <a:pt x="1138167" y="1564464"/>
                  </a:lnTo>
                  <a:lnTo>
                    <a:pt x="1138159" y="1564434"/>
                  </a:lnTo>
                  <a:lnTo>
                    <a:pt x="1138166" y="1564421"/>
                  </a:lnTo>
                  <a:lnTo>
                    <a:pt x="1138177" y="1564409"/>
                  </a:lnTo>
                  <a:lnTo>
                    <a:pt x="1138195" y="1564395"/>
                  </a:lnTo>
                  <a:lnTo>
                    <a:pt x="1138215" y="1564386"/>
                  </a:lnTo>
                  <a:lnTo>
                    <a:pt x="1138233" y="1564381"/>
                  </a:lnTo>
                  <a:lnTo>
                    <a:pt x="1138251" y="1564369"/>
                  </a:lnTo>
                  <a:lnTo>
                    <a:pt x="1138270" y="1564346"/>
                  </a:lnTo>
                  <a:lnTo>
                    <a:pt x="1138286" y="1564323"/>
                  </a:lnTo>
                  <a:lnTo>
                    <a:pt x="1138306" y="1564293"/>
                  </a:lnTo>
                  <a:lnTo>
                    <a:pt x="1138321" y="1564271"/>
                  </a:lnTo>
                  <a:lnTo>
                    <a:pt x="1138337" y="1564242"/>
                  </a:lnTo>
                  <a:lnTo>
                    <a:pt x="1138358" y="1564197"/>
                  </a:lnTo>
                  <a:lnTo>
                    <a:pt x="1138376" y="1564169"/>
                  </a:lnTo>
                  <a:lnTo>
                    <a:pt x="1138398" y="1564142"/>
                  </a:lnTo>
                  <a:lnTo>
                    <a:pt x="1138409" y="1564130"/>
                  </a:lnTo>
                  <a:lnTo>
                    <a:pt x="1138425" y="1564113"/>
                  </a:lnTo>
                  <a:lnTo>
                    <a:pt x="1138436" y="1564081"/>
                  </a:lnTo>
                  <a:lnTo>
                    <a:pt x="1138447" y="1564052"/>
                  </a:lnTo>
                  <a:lnTo>
                    <a:pt x="1138461" y="1564020"/>
                  </a:lnTo>
                  <a:lnTo>
                    <a:pt x="1138474" y="1564007"/>
                  </a:lnTo>
                  <a:lnTo>
                    <a:pt x="1138496" y="1563981"/>
                  </a:lnTo>
                  <a:lnTo>
                    <a:pt x="1138537" y="1563927"/>
                  </a:lnTo>
                  <a:lnTo>
                    <a:pt x="1138563" y="1563891"/>
                  </a:lnTo>
                  <a:lnTo>
                    <a:pt x="1138579" y="1563864"/>
                  </a:lnTo>
                  <a:lnTo>
                    <a:pt x="1138591" y="1563843"/>
                  </a:lnTo>
                  <a:lnTo>
                    <a:pt x="1138594" y="1563816"/>
                  </a:lnTo>
                  <a:lnTo>
                    <a:pt x="1138601" y="1563772"/>
                  </a:lnTo>
                  <a:lnTo>
                    <a:pt x="1138601" y="1563742"/>
                  </a:lnTo>
                  <a:lnTo>
                    <a:pt x="1138606" y="1563718"/>
                  </a:lnTo>
                  <a:lnTo>
                    <a:pt x="1138619" y="1563695"/>
                  </a:lnTo>
                  <a:lnTo>
                    <a:pt x="1138636" y="1563669"/>
                  </a:lnTo>
                  <a:lnTo>
                    <a:pt x="1138655" y="1563650"/>
                  </a:lnTo>
                  <a:lnTo>
                    <a:pt x="1138671" y="1563634"/>
                  </a:lnTo>
                  <a:lnTo>
                    <a:pt x="1138686" y="1563616"/>
                  </a:lnTo>
                  <a:lnTo>
                    <a:pt x="1138692" y="1563598"/>
                  </a:lnTo>
                  <a:lnTo>
                    <a:pt x="1138700" y="1563570"/>
                  </a:lnTo>
                  <a:lnTo>
                    <a:pt x="1138734" y="1563525"/>
                  </a:lnTo>
                  <a:lnTo>
                    <a:pt x="1138749" y="1563496"/>
                  </a:lnTo>
                  <a:lnTo>
                    <a:pt x="1138764" y="1563466"/>
                  </a:lnTo>
                  <a:lnTo>
                    <a:pt x="1138772" y="1563443"/>
                  </a:lnTo>
                  <a:lnTo>
                    <a:pt x="1138773" y="1563428"/>
                  </a:lnTo>
                  <a:lnTo>
                    <a:pt x="1138774" y="1563393"/>
                  </a:lnTo>
                  <a:lnTo>
                    <a:pt x="1138773" y="1563363"/>
                  </a:lnTo>
                  <a:lnTo>
                    <a:pt x="1138782" y="1563327"/>
                  </a:lnTo>
                  <a:lnTo>
                    <a:pt x="1138790" y="1563304"/>
                  </a:lnTo>
                  <a:lnTo>
                    <a:pt x="1138801" y="1563285"/>
                  </a:lnTo>
                  <a:lnTo>
                    <a:pt x="1138812" y="1563264"/>
                  </a:lnTo>
                  <a:lnTo>
                    <a:pt x="1138822" y="1563234"/>
                  </a:lnTo>
                  <a:lnTo>
                    <a:pt x="1138820" y="1563216"/>
                  </a:lnTo>
                  <a:lnTo>
                    <a:pt x="1138812" y="1563201"/>
                  </a:lnTo>
                  <a:lnTo>
                    <a:pt x="1138810" y="1563189"/>
                  </a:lnTo>
                  <a:lnTo>
                    <a:pt x="1138813" y="1563176"/>
                  </a:lnTo>
                  <a:lnTo>
                    <a:pt x="1138821" y="1563162"/>
                  </a:lnTo>
                  <a:lnTo>
                    <a:pt x="1138838" y="1563145"/>
                  </a:lnTo>
                  <a:lnTo>
                    <a:pt x="1138859" y="1563122"/>
                  </a:lnTo>
                  <a:lnTo>
                    <a:pt x="1138879" y="1563094"/>
                  </a:lnTo>
                  <a:lnTo>
                    <a:pt x="1138908" y="1563063"/>
                  </a:lnTo>
                  <a:lnTo>
                    <a:pt x="1138917" y="1563051"/>
                  </a:lnTo>
                  <a:lnTo>
                    <a:pt x="1138930" y="1563031"/>
                  </a:lnTo>
                  <a:lnTo>
                    <a:pt x="1138939" y="1563011"/>
                  </a:lnTo>
                  <a:lnTo>
                    <a:pt x="1138943" y="1562987"/>
                  </a:lnTo>
                  <a:lnTo>
                    <a:pt x="1138946" y="1562953"/>
                  </a:lnTo>
                  <a:lnTo>
                    <a:pt x="1138947" y="1562917"/>
                  </a:lnTo>
                  <a:lnTo>
                    <a:pt x="1138946" y="1562887"/>
                  </a:lnTo>
                  <a:lnTo>
                    <a:pt x="1138949" y="1562882"/>
                  </a:lnTo>
                  <a:lnTo>
                    <a:pt x="1138951" y="1562854"/>
                  </a:lnTo>
                  <a:lnTo>
                    <a:pt x="1138948" y="1562837"/>
                  </a:lnTo>
                  <a:lnTo>
                    <a:pt x="1138945" y="1562820"/>
                  </a:lnTo>
                  <a:lnTo>
                    <a:pt x="1138942" y="1562802"/>
                  </a:lnTo>
                  <a:lnTo>
                    <a:pt x="1138946" y="1562786"/>
                  </a:lnTo>
                  <a:lnTo>
                    <a:pt x="1138957" y="1562749"/>
                  </a:lnTo>
                  <a:lnTo>
                    <a:pt x="1138985" y="1562685"/>
                  </a:lnTo>
                  <a:lnTo>
                    <a:pt x="1139014" y="1562617"/>
                  </a:lnTo>
                  <a:lnTo>
                    <a:pt x="1139052" y="1562523"/>
                  </a:lnTo>
                  <a:lnTo>
                    <a:pt x="1139071" y="1562487"/>
                  </a:lnTo>
                  <a:lnTo>
                    <a:pt x="1139091" y="1562456"/>
                  </a:lnTo>
                  <a:lnTo>
                    <a:pt x="1139098" y="1562436"/>
                  </a:lnTo>
                  <a:lnTo>
                    <a:pt x="1139097" y="1562417"/>
                  </a:lnTo>
                  <a:lnTo>
                    <a:pt x="1139093" y="1562397"/>
                  </a:lnTo>
                  <a:lnTo>
                    <a:pt x="1139082" y="1562374"/>
                  </a:lnTo>
                  <a:lnTo>
                    <a:pt x="1139062" y="1562337"/>
                  </a:lnTo>
                  <a:lnTo>
                    <a:pt x="1139033" y="1562271"/>
                  </a:lnTo>
                  <a:lnTo>
                    <a:pt x="1139036" y="1562237"/>
                  </a:lnTo>
                  <a:lnTo>
                    <a:pt x="1139041" y="1562198"/>
                  </a:lnTo>
                  <a:lnTo>
                    <a:pt x="1139043" y="1562167"/>
                  </a:lnTo>
                  <a:lnTo>
                    <a:pt x="1139049" y="1562136"/>
                  </a:lnTo>
                  <a:lnTo>
                    <a:pt x="1139050" y="1562118"/>
                  </a:lnTo>
                  <a:lnTo>
                    <a:pt x="1139052" y="1562105"/>
                  </a:lnTo>
                  <a:lnTo>
                    <a:pt x="1139060" y="1562074"/>
                  </a:lnTo>
                  <a:lnTo>
                    <a:pt x="1139072" y="1562043"/>
                  </a:lnTo>
                  <a:lnTo>
                    <a:pt x="1139077" y="1562029"/>
                  </a:lnTo>
                  <a:lnTo>
                    <a:pt x="1139089" y="1562012"/>
                  </a:lnTo>
                  <a:lnTo>
                    <a:pt x="1139097" y="1561996"/>
                  </a:lnTo>
                  <a:lnTo>
                    <a:pt x="1139108" y="1561981"/>
                  </a:lnTo>
                  <a:lnTo>
                    <a:pt x="1139142" y="1561938"/>
                  </a:lnTo>
                  <a:lnTo>
                    <a:pt x="1139155" y="1561907"/>
                  </a:lnTo>
                  <a:lnTo>
                    <a:pt x="1139155" y="1561880"/>
                  </a:lnTo>
                  <a:lnTo>
                    <a:pt x="1139109" y="1561817"/>
                  </a:lnTo>
                  <a:lnTo>
                    <a:pt x="1139106" y="1561790"/>
                  </a:lnTo>
                  <a:lnTo>
                    <a:pt x="1139108" y="1561774"/>
                  </a:lnTo>
                  <a:lnTo>
                    <a:pt x="1139104" y="1561759"/>
                  </a:lnTo>
                  <a:lnTo>
                    <a:pt x="1139102" y="1561729"/>
                  </a:lnTo>
                  <a:lnTo>
                    <a:pt x="1139099" y="1561698"/>
                  </a:lnTo>
                  <a:lnTo>
                    <a:pt x="1139100" y="1561595"/>
                  </a:lnTo>
                  <a:lnTo>
                    <a:pt x="1139112" y="1561579"/>
                  </a:lnTo>
                  <a:lnTo>
                    <a:pt x="1139116" y="1561564"/>
                  </a:lnTo>
                  <a:lnTo>
                    <a:pt x="1139133" y="1561537"/>
                  </a:lnTo>
                  <a:lnTo>
                    <a:pt x="1139137" y="1561512"/>
                  </a:lnTo>
                  <a:lnTo>
                    <a:pt x="1139147" y="1561482"/>
                  </a:lnTo>
                  <a:lnTo>
                    <a:pt x="1139162" y="1561451"/>
                  </a:lnTo>
                  <a:lnTo>
                    <a:pt x="1139176" y="1561420"/>
                  </a:lnTo>
                  <a:lnTo>
                    <a:pt x="1139181" y="1561389"/>
                  </a:lnTo>
                  <a:lnTo>
                    <a:pt x="1139183" y="1561358"/>
                  </a:lnTo>
                  <a:lnTo>
                    <a:pt x="1139181" y="1561327"/>
                  </a:lnTo>
                  <a:lnTo>
                    <a:pt x="1139179" y="1561296"/>
                  </a:lnTo>
                  <a:lnTo>
                    <a:pt x="1139164" y="1561266"/>
                  </a:lnTo>
                  <a:lnTo>
                    <a:pt x="1139146" y="1561235"/>
                  </a:lnTo>
                  <a:lnTo>
                    <a:pt x="1139136" y="1561213"/>
                  </a:lnTo>
                  <a:lnTo>
                    <a:pt x="1139136" y="1561204"/>
                  </a:lnTo>
                  <a:lnTo>
                    <a:pt x="1139132" y="1561173"/>
                  </a:lnTo>
                  <a:lnTo>
                    <a:pt x="1139129" y="1561143"/>
                  </a:lnTo>
                  <a:lnTo>
                    <a:pt x="1139125" y="1561112"/>
                  </a:lnTo>
                  <a:lnTo>
                    <a:pt x="1139121" y="1561091"/>
                  </a:lnTo>
                  <a:lnTo>
                    <a:pt x="1139117" y="1561081"/>
                  </a:lnTo>
                  <a:lnTo>
                    <a:pt x="1139115" y="1561050"/>
                  </a:lnTo>
                  <a:lnTo>
                    <a:pt x="1139113" y="1561020"/>
                  </a:lnTo>
                  <a:lnTo>
                    <a:pt x="1139118" y="1560989"/>
                  </a:lnTo>
                  <a:lnTo>
                    <a:pt x="1139136" y="1560964"/>
                  </a:lnTo>
                  <a:lnTo>
                    <a:pt x="1139163" y="1560937"/>
                  </a:lnTo>
                  <a:lnTo>
                    <a:pt x="1139189" y="1560902"/>
                  </a:lnTo>
                  <a:lnTo>
                    <a:pt x="1139200" y="1560891"/>
                  </a:lnTo>
                  <a:lnTo>
                    <a:pt x="1139213" y="1560883"/>
                  </a:lnTo>
                  <a:lnTo>
                    <a:pt x="1139228" y="1560872"/>
                  </a:lnTo>
                  <a:lnTo>
                    <a:pt x="1139226" y="1560862"/>
                  </a:lnTo>
                  <a:lnTo>
                    <a:pt x="1139229" y="1560848"/>
                  </a:lnTo>
                  <a:lnTo>
                    <a:pt x="1139229" y="1560835"/>
                  </a:lnTo>
                  <a:lnTo>
                    <a:pt x="1139235" y="1560817"/>
                  </a:lnTo>
                  <a:lnTo>
                    <a:pt x="1139239" y="1560804"/>
                  </a:lnTo>
                  <a:lnTo>
                    <a:pt x="1139251" y="1560789"/>
                  </a:lnTo>
                  <a:lnTo>
                    <a:pt x="1139276" y="1560763"/>
                  </a:lnTo>
                  <a:lnTo>
                    <a:pt x="1139284" y="1560747"/>
                  </a:lnTo>
                  <a:lnTo>
                    <a:pt x="1139285" y="1560732"/>
                  </a:lnTo>
                  <a:lnTo>
                    <a:pt x="1139285" y="1560715"/>
                  </a:lnTo>
                  <a:lnTo>
                    <a:pt x="1139281" y="1560701"/>
                  </a:lnTo>
                  <a:lnTo>
                    <a:pt x="1139279" y="1560670"/>
                  </a:lnTo>
                  <a:lnTo>
                    <a:pt x="1139281" y="1560640"/>
                  </a:lnTo>
                  <a:lnTo>
                    <a:pt x="1139284" y="1560609"/>
                  </a:lnTo>
                  <a:lnTo>
                    <a:pt x="1139288" y="1560578"/>
                  </a:lnTo>
                  <a:lnTo>
                    <a:pt x="1139290" y="1560547"/>
                  </a:lnTo>
                  <a:lnTo>
                    <a:pt x="1139285" y="1560517"/>
                  </a:lnTo>
                  <a:lnTo>
                    <a:pt x="1139283" y="1560486"/>
                  </a:lnTo>
                  <a:lnTo>
                    <a:pt x="1139279" y="1560471"/>
                  </a:lnTo>
                  <a:lnTo>
                    <a:pt x="1139279" y="1560455"/>
                  </a:lnTo>
                  <a:lnTo>
                    <a:pt x="1139282" y="1560424"/>
                  </a:lnTo>
                  <a:lnTo>
                    <a:pt x="1139284" y="1560393"/>
                  </a:lnTo>
                  <a:lnTo>
                    <a:pt x="1139284" y="1560362"/>
                  </a:lnTo>
                  <a:lnTo>
                    <a:pt x="1139283" y="1560339"/>
                  </a:lnTo>
                  <a:lnTo>
                    <a:pt x="1139280" y="1560332"/>
                  </a:lnTo>
                  <a:lnTo>
                    <a:pt x="1139276" y="1560301"/>
                  </a:lnTo>
                  <a:lnTo>
                    <a:pt x="1139273" y="1560270"/>
                  </a:lnTo>
                  <a:lnTo>
                    <a:pt x="1139269" y="1560251"/>
                  </a:lnTo>
                  <a:lnTo>
                    <a:pt x="1139271" y="1560239"/>
                  </a:lnTo>
                  <a:lnTo>
                    <a:pt x="1139280" y="1560208"/>
                  </a:lnTo>
                  <a:lnTo>
                    <a:pt x="1139280" y="1560194"/>
                  </a:lnTo>
                  <a:lnTo>
                    <a:pt x="1139285" y="1560180"/>
                  </a:lnTo>
                  <a:lnTo>
                    <a:pt x="1139296" y="1560163"/>
                  </a:lnTo>
                  <a:lnTo>
                    <a:pt x="1139311" y="1560150"/>
                  </a:lnTo>
                  <a:lnTo>
                    <a:pt x="1139323" y="1560138"/>
                  </a:lnTo>
                  <a:lnTo>
                    <a:pt x="1139329" y="1560119"/>
                  </a:lnTo>
                  <a:lnTo>
                    <a:pt x="1139330" y="1560089"/>
                  </a:lnTo>
                  <a:lnTo>
                    <a:pt x="1139326" y="1560058"/>
                  </a:lnTo>
                  <a:lnTo>
                    <a:pt x="1139320" y="1560027"/>
                  </a:lnTo>
                  <a:lnTo>
                    <a:pt x="1139318" y="1559996"/>
                  </a:lnTo>
                  <a:lnTo>
                    <a:pt x="1139327" y="1559941"/>
                  </a:lnTo>
                  <a:lnTo>
                    <a:pt x="1139337" y="1559926"/>
                  </a:lnTo>
                  <a:lnTo>
                    <a:pt x="1139338" y="1559885"/>
                  </a:lnTo>
                  <a:lnTo>
                    <a:pt x="1139324" y="1559854"/>
                  </a:lnTo>
                  <a:lnTo>
                    <a:pt x="1139318" y="1559824"/>
                  </a:lnTo>
                  <a:lnTo>
                    <a:pt x="1139316" y="1559799"/>
                  </a:lnTo>
                  <a:lnTo>
                    <a:pt x="1139312" y="1559793"/>
                  </a:lnTo>
                  <a:lnTo>
                    <a:pt x="1139308" y="1559762"/>
                  </a:lnTo>
                  <a:lnTo>
                    <a:pt x="1139313" y="1559731"/>
                  </a:lnTo>
                  <a:lnTo>
                    <a:pt x="1139317" y="1559701"/>
                  </a:lnTo>
                  <a:lnTo>
                    <a:pt x="1139318" y="1559688"/>
                  </a:lnTo>
                  <a:lnTo>
                    <a:pt x="1139317" y="1559682"/>
                  </a:lnTo>
                  <a:lnTo>
                    <a:pt x="1139308" y="1559670"/>
                  </a:lnTo>
                  <a:lnTo>
                    <a:pt x="1139298" y="1559653"/>
                  </a:lnTo>
                  <a:lnTo>
                    <a:pt x="1139298" y="1559639"/>
                  </a:lnTo>
                  <a:lnTo>
                    <a:pt x="1139306" y="1559608"/>
                  </a:lnTo>
                  <a:lnTo>
                    <a:pt x="1139308" y="1559586"/>
                  </a:lnTo>
                  <a:lnTo>
                    <a:pt x="1139309" y="1559569"/>
                  </a:lnTo>
                  <a:lnTo>
                    <a:pt x="1139315" y="1559538"/>
                  </a:lnTo>
                  <a:lnTo>
                    <a:pt x="1139319" y="1559507"/>
                  </a:lnTo>
                  <a:lnTo>
                    <a:pt x="1139324" y="1559476"/>
                  </a:lnTo>
                  <a:lnTo>
                    <a:pt x="1139330" y="1559446"/>
                  </a:lnTo>
                  <a:lnTo>
                    <a:pt x="1139338" y="1559414"/>
                  </a:lnTo>
                  <a:lnTo>
                    <a:pt x="1139344" y="1559396"/>
                  </a:lnTo>
                  <a:lnTo>
                    <a:pt x="1139343" y="1559384"/>
                  </a:lnTo>
                  <a:lnTo>
                    <a:pt x="1139351" y="1559353"/>
                  </a:lnTo>
                  <a:lnTo>
                    <a:pt x="1139355" y="1559327"/>
                  </a:lnTo>
                  <a:lnTo>
                    <a:pt x="1139356" y="1559316"/>
                  </a:lnTo>
                  <a:lnTo>
                    <a:pt x="1139364" y="1559291"/>
                  </a:lnTo>
                  <a:lnTo>
                    <a:pt x="1139376" y="1559264"/>
                  </a:lnTo>
                  <a:lnTo>
                    <a:pt x="1139395" y="1559192"/>
                  </a:lnTo>
                  <a:lnTo>
                    <a:pt x="1139397" y="1559157"/>
                  </a:lnTo>
                  <a:lnTo>
                    <a:pt x="1139394" y="1559144"/>
                  </a:lnTo>
                  <a:lnTo>
                    <a:pt x="1139390" y="1559130"/>
                  </a:lnTo>
                  <a:lnTo>
                    <a:pt x="1139389" y="1559123"/>
                  </a:lnTo>
                  <a:lnTo>
                    <a:pt x="1139392" y="1559106"/>
                  </a:lnTo>
                  <a:lnTo>
                    <a:pt x="1139394" y="1559087"/>
                  </a:lnTo>
                  <a:lnTo>
                    <a:pt x="1139394" y="1559069"/>
                  </a:lnTo>
                  <a:lnTo>
                    <a:pt x="1139405" y="1559056"/>
                  </a:lnTo>
                  <a:lnTo>
                    <a:pt x="1139415" y="1559052"/>
                  </a:lnTo>
                  <a:lnTo>
                    <a:pt x="1139438" y="1559023"/>
                  </a:lnTo>
                  <a:lnTo>
                    <a:pt x="1139454" y="1558994"/>
                  </a:lnTo>
                  <a:lnTo>
                    <a:pt x="1139468" y="1558972"/>
                  </a:lnTo>
                  <a:lnTo>
                    <a:pt x="1139477" y="1558945"/>
                  </a:lnTo>
                  <a:lnTo>
                    <a:pt x="1139489" y="1558914"/>
                  </a:lnTo>
                  <a:lnTo>
                    <a:pt x="1139491" y="1558903"/>
                  </a:lnTo>
                  <a:lnTo>
                    <a:pt x="1139493" y="1558887"/>
                  </a:lnTo>
                  <a:lnTo>
                    <a:pt x="1139495" y="1558872"/>
                  </a:lnTo>
                  <a:lnTo>
                    <a:pt x="1139498" y="1558860"/>
                  </a:lnTo>
                  <a:lnTo>
                    <a:pt x="1139492" y="1558790"/>
                  </a:lnTo>
                  <a:lnTo>
                    <a:pt x="1139490" y="1558760"/>
                  </a:lnTo>
                  <a:lnTo>
                    <a:pt x="1139489" y="1558729"/>
                  </a:lnTo>
                  <a:lnTo>
                    <a:pt x="1139481" y="1558698"/>
                  </a:lnTo>
                  <a:lnTo>
                    <a:pt x="1139475" y="1558682"/>
                  </a:lnTo>
                  <a:lnTo>
                    <a:pt x="1139465" y="1558667"/>
                  </a:lnTo>
                  <a:lnTo>
                    <a:pt x="1139459" y="1558661"/>
                  </a:lnTo>
                  <a:lnTo>
                    <a:pt x="1139435" y="1558649"/>
                  </a:lnTo>
                  <a:lnTo>
                    <a:pt x="1139427" y="1558639"/>
                  </a:lnTo>
                  <a:lnTo>
                    <a:pt x="1139434" y="1558604"/>
                  </a:lnTo>
                  <a:lnTo>
                    <a:pt x="1139436" y="1558573"/>
                  </a:lnTo>
                  <a:lnTo>
                    <a:pt x="1139432" y="1558542"/>
                  </a:lnTo>
                  <a:lnTo>
                    <a:pt x="1139428" y="1558511"/>
                  </a:lnTo>
                  <a:lnTo>
                    <a:pt x="1139421" y="1558481"/>
                  </a:lnTo>
                  <a:lnTo>
                    <a:pt x="1139415" y="1558450"/>
                  </a:lnTo>
                  <a:lnTo>
                    <a:pt x="1139409" y="1558419"/>
                  </a:lnTo>
                  <a:lnTo>
                    <a:pt x="1139403" y="1558389"/>
                  </a:lnTo>
                  <a:lnTo>
                    <a:pt x="1139390" y="1558358"/>
                  </a:lnTo>
                  <a:lnTo>
                    <a:pt x="1139384" y="1558327"/>
                  </a:lnTo>
                  <a:lnTo>
                    <a:pt x="1139386" y="1558305"/>
                  </a:lnTo>
                  <a:lnTo>
                    <a:pt x="1139389" y="1558292"/>
                  </a:lnTo>
                  <a:lnTo>
                    <a:pt x="1139394" y="1558280"/>
                  </a:lnTo>
                  <a:lnTo>
                    <a:pt x="1139419" y="1558236"/>
                  </a:lnTo>
                  <a:lnTo>
                    <a:pt x="1139420" y="1558205"/>
                  </a:lnTo>
                  <a:lnTo>
                    <a:pt x="1139418" y="1558193"/>
                  </a:lnTo>
                  <a:lnTo>
                    <a:pt x="1139408" y="1558175"/>
                  </a:lnTo>
                  <a:lnTo>
                    <a:pt x="1139398" y="1558165"/>
                  </a:lnTo>
                  <a:lnTo>
                    <a:pt x="1139386" y="1558146"/>
                  </a:lnTo>
                  <a:lnTo>
                    <a:pt x="1139384" y="1558136"/>
                  </a:lnTo>
                  <a:lnTo>
                    <a:pt x="1139386" y="1558114"/>
                  </a:lnTo>
                  <a:lnTo>
                    <a:pt x="1139390" y="1558099"/>
                  </a:lnTo>
                  <a:lnTo>
                    <a:pt x="1139450" y="1558037"/>
                  </a:lnTo>
                  <a:lnTo>
                    <a:pt x="1139460" y="1558018"/>
                  </a:lnTo>
                  <a:lnTo>
                    <a:pt x="1139479" y="1557987"/>
                  </a:lnTo>
                  <a:lnTo>
                    <a:pt x="1139493" y="1557956"/>
                  </a:lnTo>
                  <a:lnTo>
                    <a:pt x="1139507" y="1557925"/>
                  </a:lnTo>
                  <a:lnTo>
                    <a:pt x="1139514" y="1557894"/>
                  </a:lnTo>
                  <a:lnTo>
                    <a:pt x="1139518" y="1557864"/>
                  </a:lnTo>
                  <a:lnTo>
                    <a:pt x="1139522" y="1557833"/>
                  </a:lnTo>
                  <a:lnTo>
                    <a:pt x="1139529" y="1557801"/>
                  </a:lnTo>
                  <a:lnTo>
                    <a:pt x="1139541" y="1557771"/>
                  </a:lnTo>
                  <a:lnTo>
                    <a:pt x="1139547" y="1557740"/>
                  </a:lnTo>
                  <a:lnTo>
                    <a:pt x="1139550" y="1557709"/>
                  </a:lnTo>
                  <a:lnTo>
                    <a:pt x="1139550" y="1557698"/>
                  </a:lnTo>
                  <a:lnTo>
                    <a:pt x="1139550" y="1557678"/>
                  </a:lnTo>
                  <a:lnTo>
                    <a:pt x="1139548" y="1557647"/>
                  </a:lnTo>
                  <a:lnTo>
                    <a:pt x="1139541" y="1557616"/>
                  </a:lnTo>
                  <a:lnTo>
                    <a:pt x="1139533" y="1557586"/>
                  </a:lnTo>
                  <a:lnTo>
                    <a:pt x="1139526" y="1557555"/>
                  </a:lnTo>
                  <a:lnTo>
                    <a:pt x="1139525" y="1557549"/>
                  </a:lnTo>
                  <a:lnTo>
                    <a:pt x="1139526" y="1557524"/>
                  </a:lnTo>
                  <a:lnTo>
                    <a:pt x="1139532" y="1557493"/>
                  </a:lnTo>
                  <a:lnTo>
                    <a:pt x="1139538" y="1557463"/>
                  </a:lnTo>
                  <a:lnTo>
                    <a:pt x="1139538" y="1557448"/>
                  </a:lnTo>
                  <a:lnTo>
                    <a:pt x="1139533" y="1557418"/>
                  </a:lnTo>
                  <a:lnTo>
                    <a:pt x="1139515" y="1557354"/>
                  </a:lnTo>
                  <a:lnTo>
                    <a:pt x="1139498" y="1557323"/>
                  </a:lnTo>
                  <a:lnTo>
                    <a:pt x="1139475" y="1557293"/>
                  </a:lnTo>
                  <a:lnTo>
                    <a:pt x="1139469" y="1557282"/>
                  </a:lnTo>
                  <a:lnTo>
                    <a:pt x="1139464" y="1557274"/>
                  </a:lnTo>
                  <a:lnTo>
                    <a:pt x="1139464" y="1557262"/>
                  </a:lnTo>
                  <a:lnTo>
                    <a:pt x="1139464" y="1557254"/>
                  </a:lnTo>
                  <a:lnTo>
                    <a:pt x="1139472" y="1557231"/>
                  </a:lnTo>
                  <a:lnTo>
                    <a:pt x="1139495" y="1557202"/>
                  </a:lnTo>
                  <a:lnTo>
                    <a:pt x="1139515" y="1557185"/>
                  </a:lnTo>
                  <a:lnTo>
                    <a:pt x="1139517" y="1557180"/>
                  </a:lnTo>
                  <a:lnTo>
                    <a:pt x="1139515" y="1557159"/>
                  </a:lnTo>
                  <a:lnTo>
                    <a:pt x="1139512" y="1557128"/>
                  </a:lnTo>
                  <a:lnTo>
                    <a:pt x="1139510" y="1557120"/>
                  </a:lnTo>
                  <a:lnTo>
                    <a:pt x="1139512" y="1557097"/>
                  </a:lnTo>
                  <a:lnTo>
                    <a:pt x="1139512" y="1557089"/>
                  </a:lnTo>
                  <a:lnTo>
                    <a:pt x="1139514" y="1557079"/>
                  </a:lnTo>
                  <a:lnTo>
                    <a:pt x="1139523" y="1557064"/>
                  </a:lnTo>
                  <a:lnTo>
                    <a:pt x="1139532" y="1557056"/>
                  </a:lnTo>
                  <a:lnTo>
                    <a:pt x="1139549" y="1557050"/>
                  </a:lnTo>
                  <a:lnTo>
                    <a:pt x="1139579" y="1557041"/>
                  </a:lnTo>
                  <a:lnTo>
                    <a:pt x="1139593" y="1557031"/>
                  </a:lnTo>
                  <a:lnTo>
                    <a:pt x="1139601" y="1557014"/>
                  </a:lnTo>
                  <a:lnTo>
                    <a:pt x="1139610" y="1556983"/>
                  </a:lnTo>
                  <a:lnTo>
                    <a:pt x="1139621" y="1556952"/>
                  </a:lnTo>
                  <a:lnTo>
                    <a:pt x="1139627" y="1556942"/>
                  </a:lnTo>
                  <a:lnTo>
                    <a:pt x="1139630" y="1556933"/>
                  </a:lnTo>
                  <a:lnTo>
                    <a:pt x="1139635" y="1556921"/>
                  </a:lnTo>
                  <a:lnTo>
                    <a:pt x="1139645" y="1556890"/>
                  </a:lnTo>
                  <a:lnTo>
                    <a:pt x="1139652" y="1556859"/>
                  </a:lnTo>
                  <a:lnTo>
                    <a:pt x="1139656" y="1556849"/>
                  </a:lnTo>
                  <a:lnTo>
                    <a:pt x="1139674" y="1556828"/>
                  </a:lnTo>
                  <a:lnTo>
                    <a:pt x="1139703" y="1556812"/>
                  </a:lnTo>
                  <a:lnTo>
                    <a:pt x="1139735" y="1556801"/>
                  </a:lnTo>
                  <a:lnTo>
                    <a:pt x="1139762" y="1556782"/>
                  </a:lnTo>
                  <a:lnTo>
                    <a:pt x="1139788" y="1556751"/>
                  </a:lnTo>
                  <a:lnTo>
                    <a:pt x="1139800" y="1556734"/>
                  </a:lnTo>
                  <a:lnTo>
                    <a:pt x="1139802" y="1556724"/>
                  </a:lnTo>
                  <a:lnTo>
                    <a:pt x="1139803" y="1556716"/>
                  </a:lnTo>
                  <a:lnTo>
                    <a:pt x="1139795" y="1556644"/>
                  </a:lnTo>
                  <a:lnTo>
                    <a:pt x="1139798" y="1556614"/>
                  </a:lnTo>
                  <a:lnTo>
                    <a:pt x="1139798" y="1556597"/>
                  </a:lnTo>
                  <a:lnTo>
                    <a:pt x="1139790" y="1556583"/>
                  </a:lnTo>
                  <a:lnTo>
                    <a:pt x="1139772" y="1556552"/>
                  </a:lnTo>
                  <a:lnTo>
                    <a:pt x="1139746" y="1556525"/>
                  </a:lnTo>
                  <a:lnTo>
                    <a:pt x="1139742" y="1556522"/>
                  </a:lnTo>
                  <a:lnTo>
                    <a:pt x="1139744" y="1556499"/>
                  </a:lnTo>
                  <a:lnTo>
                    <a:pt x="1139753" y="1556474"/>
                  </a:lnTo>
                  <a:lnTo>
                    <a:pt x="1139753" y="1556460"/>
                  </a:lnTo>
                  <a:lnTo>
                    <a:pt x="1139765" y="1556443"/>
                  </a:lnTo>
                  <a:lnTo>
                    <a:pt x="1139769" y="1556423"/>
                  </a:lnTo>
                  <a:lnTo>
                    <a:pt x="1139765" y="1556396"/>
                  </a:lnTo>
                  <a:lnTo>
                    <a:pt x="1139745" y="1556361"/>
                  </a:lnTo>
                  <a:lnTo>
                    <a:pt x="1139738" y="1556355"/>
                  </a:lnTo>
                  <a:lnTo>
                    <a:pt x="1139714" y="1556343"/>
                  </a:lnTo>
                  <a:lnTo>
                    <a:pt x="1139685" y="1556325"/>
                  </a:lnTo>
                  <a:lnTo>
                    <a:pt x="1139672" y="1556311"/>
                  </a:lnTo>
                  <a:lnTo>
                    <a:pt x="1139670" y="1556294"/>
                  </a:lnTo>
                  <a:lnTo>
                    <a:pt x="1139672" y="1556266"/>
                  </a:lnTo>
                  <a:lnTo>
                    <a:pt x="1139686" y="1556231"/>
                  </a:lnTo>
                  <a:lnTo>
                    <a:pt x="1139687" y="1556199"/>
                  </a:lnTo>
                  <a:lnTo>
                    <a:pt x="1139685" y="1556185"/>
                  </a:lnTo>
                  <a:lnTo>
                    <a:pt x="1139679" y="1556169"/>
                  </a:lnTo>
                  <a:lnTo>
                    <a:pt x="1139675" y="1556138"/>
                  </a:lnTo>
                  <a:lnTo>
                    <a:pt x="1139669" y="1556107"/>
                  </a:lnTo>
                  <a:lnTo>
                    <a:pt x="1139666" y="1556076"/>
                  </a:lnTo>
                  <a:lnTo>
                    <a:pt x="1139660" y="1556046"/>
                  </a:lnTo>
                  <a:lnTo>
                    <a:pt x="1139658" y="1556015"/>
                  </a:lnTo>
                  <a:lnTo>
                    <a:pt x="1139661" y="1555998"/>
                  </a:lnTo>
                  <a:lnTo>
                    <a:pt x="1139669" y="1555984"/>
                  </a:lnTo>
                  <a:lnTo>
                    <a:pt x="1139677" y="1555978"/>
                  </a:lnTo>
                  <a:lnTo>
                    <a:pt x="1139687" y="1555972"/>
                  </a:lnTo>
                  <a:lnTo>
                    <a:pt x="1139698" y="1555967"/>
                  </a:lnTo>
                  <a:lnTo>
                    <a:pt x="1139709" y="1555965"/>
                  </a:lnTo>
                  <a:lnTo>
                    <a:pt x="1139728" y="1555965"/>
                  </a:lnTo>
                  <a:lnTo>
                    <a:pt x="1139758" y="1555965"/>
                  </a:lnTo>
                  <a:lnTo>
                    <a:pt x="1139774" y="1555965"/>
                  </a:lnTo>
                  <a:lnTo>
                    <a:pt x="1139788" y="1555960"/>
                  </a:lnTo>
                  <a:lnTo>
                    <a:pt x="1139818" y="1555953"/>
                  </a:lnTo>
                  <a:lnTo>
                    <a:pt x="1139830" y="1555946"/>
                  </a:lnTo>
                  <a:lnTo>
                    <a:pt x="1139827" y="1555929"/>
                  </a:lnTo>
                  <a:lnTo>
                    <a:pt x="1139823" y="1555918"/>
                  </a:lnTo>
                  <a:lnTo>
                    <a:pt x="1139816" y="1555909"/>
                  </a:lnTo>
                  <a:lnTo>
                    <a:pt x="1139807" y="1555900"/>
                  </a:lnTo>
                  <a:lnTo>
                    <a:pt x="1139783" y="1555870"/>
                  </a:lnTo>
                  <a:lnTo>
                    <a:pt x="1139757" y="1555839"/>
                  </a:lnTo>
                  <a:lnTo>
                    <a:pt x="1139749" y="1555829"/>
                  </a:lnTo>
                  <a:lnTo>
                    <a:pt x="1139732" y="1555817"/>
                  </a:lnTo>
                  <a:lnTo>
                    <a:pt x="1139721" y="1555809"/>
                  </a:lnTo>
                  <a:lnTo>
                    <a:pt x="1139709" y="1555807"/>
                  </a:lnTo>
                  <a:lnTo>
                    <a:pt x="1139701" y="1555801"/>
                  </a:lnTo>
                  <a:lnTo>
                    <a:pt x="1139697" y="1555795"/>
                  </a:lnTo>
                  <a:lnTo>
                    <a:pt x="1139691" y="1555776"/>
                  </a:lnTo>
                  <a:lnTo>
                    <a:pt x="1139689" y="1555752"/>
                  </a:lnTo>
                  <a:lnTo>
                    <a:pt x="1139694" y="1555721"/>
                  </a:lnTo>
                  <a:lnTo>
                    <a:pt x="1139698" y="1555690"/>
                  </a:lnTo>
                  <a:lnTo>
                    <a:pt x="1139701" y="1555659"/>
                  </a:lnTo>
                  <a:lnTo>
                    <a:pt x="1139699" y="1555628"/>
                  </a:lnTo>
                  <a:lnTo>
                    <a:pt x="1139697" y="1555598"/>
                  </a:lnTo>
                  <a:lnTo>
                    <a:pt x="1139693" y="1555567"/>
                  </a:lnTo>
                  <a:lnTo>
                    <a:pt x="1139692" y="1555536"/>
                  </a:lnTo>
                  <a:lnTo>
                    <a:pt x="1139694" y="1555505"/>
                  </a:lnTo>
                  <a:lnTo>
                    <a:pt x="1139698" y="1555474"/>
                  </a:lnTo>
                  <a:lnTo>
                    <a:pt x="1139698" y="1555466"/>
                  </a:lnTo>
                  <a:lnTo>
                    <a:pt x="1139695" y="1555372"/>
                  </a:lnTo>
                  <a:lnTo>
                    <a:pt x="1139701" y="1555340"/>
                  </a:lnTo>
                  <a:lnTo>
                    <a:pt x="1139702" y="1555330"/>
                  </a:lnTo>
                  <a:lnTo>
                    <a:pt x="1139700" y="1555310"/>
                  </a:lnTo>
                  <a:lnTo>
                    <a:pt x="1139700" y="1555293"/>
                  </a:lnTo>
                  <a:lnTo>
                    <a:pt x="1139696" y="1555279"/>
                  </a:lnTo>
                  <a:lnTo>
                    <a:pt x="1139689" y="1555248"/>
                  </a:lnTo>
                  <a:lnTo>
                    <a:pt x="1139686" y="1555240"/>
                  </a:lnTo>
                  <a:lnTo>
                    <a:pt x="1139687" y="1555217"/>
                  </a:lnTo>
                  <a:lnTo>
                    <a:pt x="1139695" y="1555187"/>
                  </a:lnTo>
                  <a:lnTo>
                    <a:pt x="1139693" y="1555156"/>
                  </a:lnTo>
                  <a:lnTo>
                    <a:pt x="1139684" y="1555125"/>
                  </a:lnTo>
                  <a:lnTo>
                    <a:pt x="1139682" y="1555088"/>
                  </a:lnTo>
                  <a:lnTo>
                    <a:pt x="1139690" y="1555072"/>
                  </a:lnTo>
                  <a:lnTo>
                    <a:pt x="1139693" y="1555016"/>
                  </a:lnTo>
                  <a:lnTo>
                    <a:pt x="1139695" y="1555002"/>
                  </a:lnTo>
                  <a:lnTo>
                    <a:pt x="1139693" y="1554985"/>
                  </a:lnTo>
                  <a:lnTo>
                    <a:pt x="1139689" y="1554954"/>
                  </a:lnTo>
                  <a:lnTo>
                    <a:pt x="1139684" y="1554924"/>
                  </a:lnTo>
                  <a:lnTo>
                    <a:pt x="1139674" y="1554893"/>
                  </a:lnTo>
                  <a:lnTo>
                    <a:pt x="1139666" y="1554862"/>
                  </a:lnTo>
                  <a:lnTo>
                    <a:pt x="1139662" y="1554846"/>
                  </a:lnTo>
                  <a:lnTo>
                    <a:pt x="1139654" y="1554831"/>
                  </a:lnTo>
                  <a:lnTo>
                    <a:pt x="1139638" y="1554801"/>
                  </a:lnTo>
                  <a:lnTo>
                    <a:pt x="1139622" y="1554783"/>
                  </a:lnTo>
                  <a:lnTo>
                    <a:pt x="1139625" y="1554768"/>
                  </a:lnTo>
                  <a:lnTo>
                    <a:pt x="1139636" y="1554758"/>
                  </a:lnTo>
                  <a:lnTo>
                    <a:pt x="1139647" y="1554751"/>
                  </a:lnTo>
                  <a:lnTo>
                    <a:pt x="1139655" y="1554742"/>
                  </a:lnTo>
                  <a:lnTo>
                    <a:pt x="1139661" y="1554729"/>
                  </a:lnTo>
                  <a:lnTo>
                    <a:pt x="1139664" y="1554708"/>
                  </a:lnTo>
                  <a:lnTo>
                    <a:pt x="1139666" y="1554678"/>
                  </a:lnTo>
                  <a:lnTo>
                    <a:pt x="1139674" y="1554646"/>
                  </a:lnTo>
                  <a:lnTo>
                    <a:pt x="1139676" y="1554630"/>
                  </a:lnTo>
                  <a:lnTo>
                    <a:pt x="1139681" y="1554616"/>
                  </a:lnTo>
                  <a:lnTo>
                    <a:pt x="1139691" y="1554585"/>
                  </a:lnTo>
                  <a:lnTo>
                    <a:pt x="1139696" y="1554554"/>
                  </a:lnTo>
                  <a:lnTo>
                    <a:pt x="1139694" y="1554541"/>
                  </a:lnTo>
                  <a:lnTo>
                    <a:pt x="1139693" y="1554536"/>
                  </a:lnTo>
                  <a:lnTo>
                    <a:pt x="1139680" y="1554525"/>
                  </a:lnTo>
                  <a:lnTo>
                    <a:pt x="1139651" y="1554503"/>
                  </a:lnTo>
                  <a:lnTo>
                    <a:pt x="1139643" y="1554501"/>
                  </a:lnTo>
                  <a:lnTo>
                    <a:pt x="1139620" y="1554485"/>
                  </a:lnTo>
                  <a:lnTo>
                    <a:pt x="1139615" y="1554479"/>
                  </a:lnTo>
                  <a:lnTo>
                    <a:pt x="1139602" y="1554454"/>
                  </a:lnTo>
                  <a:lnTo>
                    <a:pt x="1139590" y="1554424"/>
                  </a:lnTo>
                  <a:lnTo>
                    <a:pt x="1139580" y="1554393"/>
                  </a:lnTo>
                  <a:lnTo>
                    <a:pt x="1139576" y="1554362"/>
                  </a:lnTo>
                  <a:lnTo>
                    <a:pt x="1139580" y="1554346"/>
                  </a:lnTo>
                  <a:lnTo>
                    <a:pt x="1139588" y="1554331"/>
                  </a:lnTo>
                  <a:lnTo>
                    <a:pt x="1139601" y="1554308"/>
                  </a:lnTo>
                  <a:lnTo>
                    <a:pt x="1139603" y="1554300"/>
                  </a:lnTo>
                  <a:lnTo>
                    <a:pt x="1139618" y="1554269"/>
                  </a:lnTo>
                  <a:lnTo>
                    <a:pt x="1139634" y="1554238"/>
                  </a:lnTo>
                  <a:lnTo>
                    <a:pt x="1139646" y="1554207"/>
                  </a:lnTo>
                  <a:lnTo>
                    <a:pt x="1139651" y="1554176"/>
                  </a:lnTo>
                  <a:lnTo>
                    <a:pt x="1139651" y="1554145"/>
                  </a:lnTo>
                  <a:lnTo>
                    <a:pt x="1139650" y="1554115"/>
                  </a:lnTo>
                  <a:lnTo>
                    <a:pt x="1139652" y="1554084"/>
                  </a:lnTo>
                  <a:lnTo>
                    <a:pt x="1139656" y="1554069"/>
                  </a:lnTo>
                  <a:lnTo>
                    <a:pt x="1139656" y="1554053"/>
                  </a:lnTo>
                  <a:lnTo>
                    <a:pt x="1139654" y="1554022"/>
                  </a:lnTo>
                  <a:lnTo>
                    <a:pt x="1139651" y="1553991"/>
                  </a:lnTo>
                  <a:lnTo>
                    <a:pt x="1139651" y="1553961"/>
                  </a:lnTo>
                  <a:lnTo>
                    <a:pt x="1139653" y="1553929"/>
                  </a:lnTo>
                  <a:lnTo>
                    <a:pt x="1139655" y="1553922"/>
                  </a:lnTo>
                  <a:lnTo>
                    <a:pt x="1139672" y="1553899"/>
                  </a:lnTo>
                  <a:lnTo>
                    <a:pt x="1139686" y="1553888"/>
                  </a:lnTo>
                  <a:lnTo>
                    <a:pt x="1139702" y="1553882"/>
                  </a:lnTo>
                  <a:lnTo>
                    <a:pt x="1139731" y="1553875"/>
                  </a:lnTo>
                  <a:lnTo>
                    <a:pt x="1139739" y="1553873"/>
                  </a:lnTo>
                  <a:lnTo>
                    <a:pt x="1139749" y="1553869"/>
                  </a:lnTo>
                  <a:lnTo>
                    <a:pt x="1139759" y="1553859"/>
                  </a:lnTo>
                  <a:lnTo>
                    <a:pt x="1139763" y="1553853"/>
                  </a:lnTo>
                  <a:lnTo>
                    <a:pt x="1139771" y="1553844"/>
                  </a:lnTo>
                  <a:lnTo>
                    <a:pt x="1139788" y="1553838"/>
                  </a:lnTo>
                  <a:lnTo>
                    <a:pt x="1139810" y="1553825"/>
                  </a:lnTo>
                  <a:lnTo>
                    <a:pt x="1139871" y="1553794"/>
                  </a:lnTo>
                  <a:lnTo>
                    <a:pt x="1139910" y="1553773"/>
                  </a:lnTo>
                  <a:lnTo>
                    <a:pt x="1139934" y="1553744"/>
                  </a:lnTo>
                  <a:lnTo>
                    <a:pt x="1139949" y="1553701"/>
                  </a:lnTo>
                  <a:lnTo>
                    <a:pt x="1139961" y="1553666"/>
                  </a:lnTo>
                  <a:lnTo>
                    <a:pt x="1139974" y="1553641"/>
                  </a:lnTo>
                  <a:lnTo>
                    <a:pt x="1139978" y="1553610"/>
                  </a:lnTo>
                  <a:lnTo>
                    <a:pt x="1139978" y="1553579"/>
                  </a:lnTo>
                  <a:lnTo>
                    <a:pt x="1139968" y="1553552"/>
                  </a:lnTo>
                  <a:lnTo>
                    <a:pt x="1139952" y="1553530"/>
                  </a:lnTo>
                  <a:lnTo>
                    <a:pt x="1139922" y="1553516"/>
                  </a:lnTo>
                  <a:lnTo>
                    <a:pt x="1139892" y="1553498"/>
                  </a:lnTo>
                  <a:lnTo>
                    <a:pt x="1139862" y="1553480"/>
                  </a:lnTo>
                  <a:lnTo>
                    <a:pt x="1139854" y="1553476"/>
                  </a:lnTo>
                  <a:lnTo>
                    <a:pt x="1139832" y="1553453"/>
                  </a:lnTo>
                  <a:lnTo>
                    <a:pt x="1139826" y="1553441"/>
                  </a:lnTo>
                  <a:lnTo>
                    <a:pt x="1139822" y="1553419"/>
                  </a:lnTo>
                  <a:lnTo>
                    <a:pt x="1139806" y="1553400"/>
                  </a:lnTo>
                  <a:lnTo>
                    <a:pt x="1139784" y="1553394"/>
                  </a:lnTo>
                  <a:lnTo>
                    <a:pt x="1139756" y="1553390"/>
                  </a:lnTo>
                  <a:lnTo>
                    <a:pt x="1139705" y="1553379"/>
                  </a:lnTo>
                  <a:lnTo>
                    <a:pt x="1139694" y="1553372"/>
                  </a:lnTo>
                  <a:lnTo>
                    <a:pt x="1139692" y="1553360"/>
                  </a:lnTo>
                  <a:lnTo>
                    <a:pt x="1139692" y="1553342"/>
                  </a:lnTo>
                  <a:lnTo>
                    <a:pt x="1139694" y="1553330"/>
                  </a:lnTo>
                  <a:lnTo>
                    <a:pt x="1139697" y="1553321"/>
                  </a:lnTo>
                  <a:lnTo>
                    <a:pt x="1139704" y="1553312"/>
                  </a:lnTo>
                  <a:lnTo>
                    <a:pt x="1139716" y="1553308"/>
                  </a:lnTo>
                  <a:lnTo>
                    <a:pt x="1139727" y="1553295"/>
                  </a:lnTo>
                  <a:lnTo>
                    <a:pt x="1139729" y="1553289"/>
                  </a:lnTo>
                  <a:lnTo>
                    <a:pt x="1139731" y="1553258"/>
                  </a:lnTo>
                  <a:lnTo>
                    <a:pt x="1139727" y="1553228"/>
                  </a:lnTo>
                  <a:lnTo>
                    <a:pt x="1139724" y="1553197"/>
                  </a:lnTo>
                  <a:lnTo>
                    <a:pt x="1139720" y="1553177"/>
                  </a:lnTo>
                  <a:lnTo>
                    <a:pt x="1139716" y="1553167"/>
                  </a:lnTo>
                  <a:lnTo>
                    <a:pt x="1139706" y="1553136"/>
                  </a:lnTo>
                  <a:lnTo>
                    <a:pt x="1139703" y="1553122"/>
                  </a:lnTo>
                  <a:lnTo>
                    <a:pt x="1139705" y="1553100"/>
                  </a:lnTo>
                  <a:lnTo>
                    <a:pt x="1139702" y="1553072"/>
                  </a:lnTo>
                  <a:lnTo>
                    <a:pt x="1139701" y="1553044"/>
                  </a:lnTo>
                  <a:lnTo>
                    <a:pt x="1139701" y="1553013"/>
                  </a:lnTo>
                  <a:lnTo>
                    <a:pt x="1139700" y="1552982"/>
                  </a:lnTo>
                  <a:lnTo>
                    <a:pt x="1139706" y="1552951"/>
                  </a:lnTo>
                  <a:lnTo>
                    <a:pt x="1139712" y="1552935"/>
                  </a:lnTo>
                  <a:lnTo>
                    <a:pt x="1139719" y="1552920"/>
                  </a:lnTo>
                  <a:lnTo>
                    <a:pt x="1139753" y="1552883"/>
                  </a:lnTo>
                  <a:lnTo>
                    <a:pt x="1139760" y="1552873"/>
                  </a:lnTo>
                  <a:lnTo>
                    <a:pt x="1139765" y="1552861"/>
                  </a:lnTo>
                  <a:lnTo>
                    <a:pt x="1139770" y="1552841"/>
                  </a:lnTo>
                  <a:lnTo>
                    <a:pt x="1139769" y="1552829"/>
                  </a:lnTo>
                  <a:lnTo>
                    <a:pt x="1139768" y="1552819"/>
                  </a:lnTo>
                  <a:lnTo>
                    <a:pt x="1139766" y="1552810"/>
                  </a:lnTo>
                  <a:lnTo>
                    <a:pt x="1139768" y="1552794"/>
                  </a:lnTo>
                  <a:lnTo>
                    <a:pt x="1139774" y="1552780"/>
                  </a:lnTo>
                  <a:lnTo>
                    <a:pt x="1139779" y="1552770"/>
                  </a:lnTo>
                  <a:lnTo>
                    <a:pt x="1139781" y="1552757"/>
                  </a:lnTo>
                  <a:lnTo>
                    <a:pt x="1139781" y="1552749"/>
                  </a:lnTo>
                  <a:lnTo>
                    <a:pt x="1139779" y="1552718"/>
                  </a:lnTo>
                  <a:lnTo>
                    <a:pt x="1139781" y="1552704"/>
                  </a:lnTo>
                  <a:lnTo>
                    <a:pt x="1139776" y="1552687"/>
                  </a:lnTo>
                  <a:lnTo>
                    <a:pt x="1139766" y="1552657"/>
                  </a:lnTo>
                  <a:lnTo>
                    <a:pt x="1139759" y="1552641"/>
                  </a:lnTo>
                  <a:lnTo>
                    <a:pt x="1139755" y="1552633"/>
                  </a:lnTo>
                  <a:lnTo>
                    <a:pt x="1139750" y="1552626"/>
                  </a:lnTo>
                  <a:lnTo>
                    <a:pt x="1139739" y="1552611"/>
                  </a:lnTo>
                  <a:lnTo>
                    <a:pt x="1139730" y="1552595"/>
                  </a:lnTo>
                  <a:lnTo>
                    <a:pt x="1139717" y="1552566"/>
                  </a:lnTo>
                  <a:lnTo>
                    <a:pt x="1139716" y="1552559"/>
                  </a:lnTo>
                  <a:lnTo>
                    <a:pt x="1139713" y="1552534"/>
                  </a:lnTo>
                  <a:lnTo>
                    <a:pt x="1139714" y="1552514"/>
                  </a:lnTo>
                  <a:lnTo>
                    <a:pt x="1139717" y="1552503"/>
                  </a:lnTo>
                  <a:lnTo>
                    <a:pt x="1139731" y="1552472"/>
                  </a:lnTo>
                  <a:lnTo>
                    <a:pt x="1139738" y="1552458"/>
                  </a:lnTo>
                  <a:lnTo>
                    <a:pt x="1139742" y="1552441"/>
                  </a:lnTo>
                  <a:lnTo>
                    <a:pt x="1139750" y="1552410"/>
                  </a:lnTo>
                  <a:lnTo>
                    <a:pt x="1139755" y="1552379"/>
                  </a:lnTo>
                  <a:lnTo>
                    <a:pt x="1139757" y="1552349"/>
                  </a:lnTo>
                  <a:lnTo>
                    <a:pt x="1139753" y="1552318"/>
                  </a:lnTo>
                  <a:lnTo>
                    <a:pt x="1139749" y="1552287"/>
                  </a:lnTo>
                  <a:lnTo>
                    <a:pt x="1139750" y="1552256"/>
                  </a:lnTo>
                  <a:lnTo>
                    <a:pt x="1139746" y="1552226"/>
                  </a:lnTo>
                  <a:lnTo>
                    <a:pt x="1139744" y="1552207"/>
                  </a:lnTo>
                  <a:lnTo>
                    <a:pt x="1139738" y="1552195"/>
                  </a:lnTo>
                  <a:lnTo>
                    <a:pt x="1139718" y="1552162"/>
                  </a:lnTo>
                  <a:lnTo>
                    <a:pt x="1139712" y="1552154"/>
                  </a:lnTo>
                  <a:lnTo>
                    <a:pt x="1139682" y="1552103"/>
                  </a:lnTo>
                  <a:lnTo>
                    <a:pt x="1139671" y="1552072"/>
                  </a:lnTo>
                  <a:lnTo>
                    <a:pt x="1139657" y="1552042"/>
                  </a:lnTo>
                  <a:lnTo>
                    <a:pt x="1139653" y="1552027"/>
                  </a:lnTo>
                  <a:lnTo>
                    <a:pt x="1139653" y="1552011"/>
                  </a:lnTo>
                  <a:lnTo>
                    <a:pt x="1139661" y="1551980"/>
                  </a:lnTo>
                  <a:lnTo>
                    <a:pt x="1139664" y="1551949"/>
                  </a:lnTo>
                  <a:lnTo>
                    <a:pt x="1139663" y="1551929"/>
                  </a:lnTo>
                  <a:lnTo>
                    <a:pt x="1139660" y="1551918"/>
                  </a:lnTo>
                  <a:lnTo>
                    <a:pt x="1139657" y="1551887"/>
                  </a:lnTo>
                  <a:lnTo>
                    <a:pt x="1139659" y="1551857"/>
                  </a:lnTo>
                  <a:lnTo>
                    <a:pt x="1139659" y="1551836"/>
                  </a:lnTo>
                  <a:lnTo>
                    <a:pt x="1139655" y="1551826"/>
                  </a:lnTo>
                  <a:lnTo>
                    <a:pt x="1139647" y="1551810"/>
                  </a:lnTo>
                  <a:lnTo>
                    <a:pt x="1139645" y="1551795"/>
                  </a:lnTo>
                  <a:lnTo>
                    <a:pt x="1139641" y="1551764"/>
                  </a:lnTo>
                  <a:lnTo>
                    <a:pt x="1139636" y="1551740"/>
                  </a:lnTo>
                  <a:lnTo>
                    <a:pt x="1139634" y="1551732"/>
                  </a:lnTo>
                  <a:lnTo>
                    <a:pt x="1139620" y="1551703"/>
                  </a:lnTo>
                  <a:lnTo>
                    <a:pt x="1139606" y="1551672"/>
                  </a:lnTo>
                  <a:lnTo>
                    <a:pt x="1139594" y="1551642"/>
                  </a:lnTo>
                  <a:lnTo>
                    <a:pt x="1139582" y="1551611"/>
                  </a:lnTo>
                  <a:lnTo>
                    <a:pt x="1139569" y="1551581"/>
                  </a:lnTo>
                  <a:lnTo>
                    <a:pt x="1139561" y="1551550"/>
                  </a:lnTo>
                  <a:lnTo>
                    <a:pt x="1139553" y="1551519"/>
                  </a:lnTo>
                  <a:lnTo>
                    <a:pt x="1139549" y="1551507"/>
                  </a:lnTo>
                  <a:lnTo>
                    <a:pt x="1139547" y="1551488"/>
                  </a:lnTo>
                  <a:lnTo>
                    <a:pt x="1139548" y="1551458"/>
                  </a:lnTo>
                  <a:lnTo>
                    <a:pt x="1139550" y="1551441"/>
                  </a:lnTo>
                  <a:lnTo>
                    <a:pt x="1139554" y="1551433"/>
                  </a:lnTo>
                  <a:lnTo>
                    <a:pt x="1139557" y="1551424"/>
                  </a:lnTo>
                  <a:lnTo>
                    <a:pt x="1139558" y="1551411"/>
                  </a:lnTo>
                  <a:lnTo>
                    <a:pt x="1139559" y="1551402"/>
                  </a:lnTo>
                  <a:lnTo>
                    <a:pt x="1139557" y="1551359"/>
                  </a:lnTo>
                  <a:lnTo>
                    <a:pt x="1139560" y="1551344"/>
                  </a:lnTo>
                  <a:lnTo>
                    <a:pt x="1139563" y="1551334"/>
                  </a:lnTo>
                  <a:lnTo>
                    <a:pt x="1139572" y="1551314"/>
                  </a:lnTo>
                  <a:lnTo>
                    <a:pt x="1139580" y="1551297"/>
                  </a:lnTo>
                  <a:lnTo>
                    <a:pt x="1139592" y="1551272"/>
                  </a:lnTo>
                  <a:lnTo>
                    <a:pt x="1139599" y="1551259"/>
                  </a:lnTo>
                  <a:lnTo>
                    <a:pt x="1139611" y="1551241"/>
                  </a:lnTo>
                  <a:lnTo>
                    <a:pt x="1139619" y="1551222"/>
                  </a:lnTo>
                  <a:lnTo>
                    <a:pt x="1139623" y="1551205"/>
                  </a:lnTo>
                  <a:lnTo>
                    <a:pt x="1139626" y="1551199"/>
                  </a:lnTo>
                  <a:lnTo>
                    <a:pt x="1139634" y="1551192"/>
                  </a:lnTo>
                  <a:lnTo>
                    <a:pt x="1139647" y="1551183"/>
                  </a:lnTo>
                  <a:lnTo>
                    <a:pt x="1139672" y="1551169"/>
                  </a:lnTo>
                  <a:lnTo>
                    <a:pt x="1139688" y="1551156"/>
                  </a:lnTo>
                  <a:lnTo>
                    <a:pt x="1139699" y="1551142"/>
                  </a:lnTo>
                  <a:lnTo>
                    <a:pt x="1139707" y="1551127"/>
                  </a:lnTo>
                  <a:lnTo>
                    <a:pt x="1139711" y="1551110"/>
                  </a:lnTo>
                  <a:lnTo>
                    <a:pt x="1139715" y="1551080"/>
                  </a:lnTo>
                  <a:lnTo>
                    <a:pt x="1139717" y="1551071"/>
                  </a:lnTo>
                  <a:lnTo>
                    <a:pt x="1139714" y="1551049"/>
                  </a:lnTo>
                  <a:lnTo>
                    <a:pt x="1139716" y="1551016"/>
                  </a:lnTo>
                  <a:lnTo>
                    <a:pt x="1139721" y="1550988"/>
                  </a:lnTo>
                  <a:lnTo>
                    <a:pt x="1139722" y="1550960"/>
                  </a:lnTo>
                  <a:lnTo>
                    <a:pt x="1139721" y="1550946"/>
                  </a:lnTo>
                  <a:lnTo>
                    <a:pt x="1139719" y="1550922"/>
                  </a:lnTo>
                  <a:lnTo>
                    <a:pt x="1139717" y="1550892"/>
                  </a:lnTo>
                  <a:lnTo>
                    <a:pt x="1139713" y="1550874"/>
                  </a:lnTo>
                  <a:lnTo>
                    <a:pt x="1139711" y="1550864"/>
                  </a:lnTo>
                  <a:lnTo>
                    <a:pt x="1139703" y="1550842"/>
                  </a:lnTo>
                  <a:lnTo>
                    <a:pt x="1139696" y="1550833"/>
                  </a:lnTo>
                  <a:lnTo>
                    <a:pt x="1139692" y="1550811"/>
                  </a:lnTo>
                  <a:lnTo>
                    <a:pt x="1139690" y="1550802"/>
                  </a:lnTo>
                  <a:lnTo>
                    <a:pt x="1139691" y="1550779"/>
                  </a:lnTo>
                  <a:lnTo>
                    <a:pt x="1139692" y="1550764"/>
                  </a:lnTo>
                  <a:lnTo>
                    <a:pt x="1139692" y="1550751"/>
                  </a:lnTo>
                  <a:lnTo>
                    <a:pt x="1139690" y="1550742"/>
                  </a:lnTo>
                  <a:lnTo>
                    <a:pt x="1139677" y="1550710"/>
                  </a:lnTo>
                  <a:lnTo>
                    <a:pt x="1139671" y="1550679"/>
                  </a:lnTo>
                  <a:lnTo>
                    <a:pt x="1139669" y="1550674"/>
                  </a:lnTo>
                  <a:lnTo>
                    <a:pt x="1139671" y="1550649"/>
                  </a:lnTo>
                  <a:lnTo>
                    <a:pt x="1139675" y="1550618"/>
                  </a:lnTo>
                  <a:lnTo>
                    <a:pt x="1139670" y="1550595"/>
                  </a:lnTo>
                  <a:lnTo>
                    <a:pt x="1139660" y="1550566"/>
                  </a:lnTo>
                  <a:lnTo>
                    <a:pt x="1139658" y="1550542"/>
                  </a:lnTo>
                  <a:lnTo>
                    <a:pt x="1139660" y="1550536"/>
                  </a:lnTo>
                  <a:lnTo>
                    <a:pt x="1139665" y="1550505"/>
                  </a:lnTo>
                  <a:lnTo>
                    <a:pt x="1139669" y="1550474"/>
                  </a:lnTo>
                  <a:lnTo>
                    <a:pt x="1139675" y="1550443"/>
                  </a:lnTo>
                  <a:lnTo>
                    <a:pt x="1139680" y="1550412"/>
                  </a:lnTo>
                  <a:lnTo>
                    <a:pt x="1139688" y="1550381"/>
                  </a:lnTo>
                  <a:lnTo>
                    <a:pt x="1139690" y="1550351"/>
                  </a:lnTo>
                  <a:lnTo>
                    <a:pt x="1139687" y="1550320"/>
                  </a:lnTo>
                  <a:lnTo>
                    <a:pt x="1139683" y="1550304"/>
                  </a:lnTo>
                  <a:lnTo>
                    <a:pt x="1139675" y="1550289"/>
                  </a:lnTo>
                  <a:lnTo>
                    <a:pt x="1139671" y="1550277"/>
                  </a:lnTo>
                  <a:lnTo>
                    <a:pt x="1139659" y="1550258"/>
                  </a:lnTo>
                  <a:lnTo>
                    <a:pt x="1139653" y="1550244"/>
                  </a:lnTo>
                  <a:lnTo>
                    <a:pt x="1139641" y="1550228"/>
                  </a:lnTo>
                  <a:lnTo>
                    <a:pt x="1139611" y="1550206"/>
                  </a:lnTo>
                  <a:lnTo>
                    <a:pt x="1139581" y="1550184"/>
                  </a:lnTo>
                  <a:lnTo>
                    <a:pt x="1139557" y="1550153"/>
                  </a:lnTo>
                  <a:lnTo>
                    <a:pt x="1139545" y="1550122"/>
                  </a:lnTo>
                  <a:lnTo>
                    <a:pt x="1139536" y="1550091"/>
                  </a:lnTo>
                  <a:lnTo>
                    <a:pt x="1139528" y="1550061"/>
                  </a:lnTo>
                  <a:lnTo>
                    <a:pt x="1139516" y="1550030"/>
                  </a:lnTo>
                  <a:lnTo>
                    <a:pt x="1139501" y="1550009"/>
                  </a:lnTo>
                  <a:lnTo>
                    <a:pt x="1139496" y="1550003"/>
                  </a:lnTo>
                  <a:lnTo>
                    <a:pt x="1139482" y="1549990"/>
                  </a:lnTo>
                  <a:lnTo>
                    <a:pt x="1139460" y="1549977"/>
                  </a:lnTo>
                  <a:lnTo>
                    <a:pt x="1139446" y="1549969"/>
                  </a:lnTo>
                  <a:lnTo>
                    <a:pt x="1139428" y="1549962"/>
                  </a:lnTo>
                  <a:lnTo>
                    <a:pt x="1139402" y="1549939"/>
                  </a:lnTo>
                  <a:lnTo>
                    <a:pt x="1139392" y="1549931"/>
                  </a:lnTo>
                  <a:lnTo>
                    <a:pt x="1139382" y="1549929"/>
                  </a:lnTo>
                  <a:lnTo>
                    <a:pt x="1139372" y="1549931"/>
                  </a:lnTo>
                  <a:lnTo>
                    <a:pt x="1139359" y="1549933"/>
                  </a:lnTo>
                  <a:lnTo>
                    <a:pt x="1139343" y="1549942"/>
                  </a:lnTo>
                  <a:lnTo>
                    <a:pt x="1139319" y="1549946"/>
                  </a:lnTo>
                  <a:lnTo>
                    <a:pt x="1139313" y="1549950"/>
                  </a:lnTo>
                  <a:lnTo>
                    <a:pt x="1139284" y="1549963"/>
                  </a:lnTo>
                  <a:lnTo>
                    <a:pt x="1139272" y="1549967"/>
                  </a:lnTo>
                  <a:lnTo>
                    <a:pt x="1139254" y="1549963"/>
                  </a:lnTo>
                  <a:lnTo>
                    <a:pt x="1139224" y="1549957"/>
                  </a:lnTo>
                  <a:lnTo>
                    <a:pt x="1139206" y="1549951"/>
                  </a:lnTo>
                  <a:lnTo>
                    <a:pt x="1139194" y="1549943"/>
                  </a:lnTo>
                  <a:lnTo>
                    <a:pt x="1139173" y="1549935"/>
                  </a:lnTo>
                  <a:lnTo>
                    <a:pt x="1139165" y="1549929"/>
                  </a:lnTo>
                  <a:lnTo>
                    <a:pt x="1139141" y="1549917"/>
                  </a:lnTo>
                  <a:lnTo>
                    <a:pt x="1139130" y="1549910"/>
                  </a:lnTo>
                  <a:lnTo>
                    <a:pt x="1139105" y="1549891"/>
                  </a:lnTo>
                  <a:lnTo>
                    <a:pt x="1139083" y="1549872"/>
                  </a:lnTo>
                  <a:lnTo>
                    <a:pt x="1139051" y="1549844"/>
                  </a:lnTo>
                  <a:lnTo>
                    <a:pt x="1139023" y="1549832"/>
                  </a:lnTo>
                  <a:lnTo>
                    <a:pt x="1138993" y="1549820"/>
                  </a:lnTo>
                  <a:lnTo>
                    <a:pt x="1138963" y="1549808"/>
                  </a:lnTo>
                  <a:lnTo>
                    <a:pt x="1138948" y="1549801"/>
                  </a:lnTo>
                  <a:lnTo>
                    <a:pt x="1138935" y="1549790"/>
                  </a:lnTo>
                  <a:lnTo>
                    <a:pt x="1138914" y="1549776"/>
                  </a:lnTo>
                  <a:lnTo>
                    <a:pt x="1138902" y="1549772"/>
                  </a:lnTo>
                  <a:lnTo>
                    <a:pt x="1138882" y="1549762"/>
                  </a:lnTo>
                  <a:lnTo>
                    <a:pt x="1138875" y="1549756"/>
                  </a:lnTo>
                  <a:lnTo>
                    <a:pt x="1138854" y="1549738"/>
                  </a:lnTo>
                  <a:lnTo>
                    <a:pt x="1138849" y="1549730"/>
                  </a:lnTo>
                  <a:lnTo>
                    <a:pt x="1138833" y="1549699"/>
                  </a:lnTo>
                  <a:lnTo>
                    <a:pt x="1138821" y="1549674"/>
                  </a:lnTo>
                  <a:lnTo>
                    <a:pt x="1138813" y="1549663"/>
                  </a:lnTo>
                  <a:lnTo>
                    <a:pt x="1138803" y="1549653"/>
                  </a:lnTo>
                  <a:lnTo>
                    <a:pt x="1138790" y="1549641"/>
                  </a:lnTo>
                  <a:lnTo>
                    <a:pt x="1138783" y="1549624"/>
                  </a:lnTo>
                  <a:lnTo>
                    <a:pt x="1138776" y="1549607"/>
                  </a:lnTo>
                  <a:lnTo>
                    <a:pt x="1138769" y="1549589"/>
                  </a:lnTo>
                  <a:lnTo>
                    <a:pt x="1138763" y="1549564"/>
                  </a:lnTo>
                  <a:lnTo>
                    <a:pt x="1138762" y="1549537"/>
                  </a:lnTo>
                  <a:lnTo>
                    <a:pt x="1138765" y="1549518"/>
                  </a:lnTo>
                  <a:lnTo>
                    <a:pt x="1138783" y="1549491"/>
                  </a:lnTo>
                  <a:lnTo>
                    <a:pt x="1138801" y="1549453"/>
                  </a:lnTo>
                  <a:lnTo>
                    <a:pt x="1138806" y="1549435"/>
                  </a:lnTo>
                  <a:lnTo>
                    <a:pt x="1138809" y="1549419"/>
                  </a:lnTo>
                  <a:lnTo>
                    <a:pt x="1138807" y="1549393"/>
                  </a:lnTo>
                  <a:lnTo>
                    <a:pt x="1138796" y="1549361"/>
                  </a:lnTo>
                  <a:lnTo>
                    <a:pt x="1138774" y="1549335"/>
                  </a:lnTo>
                  <a:lnTo>
                    <a:pt x="1138758" y="1549323"/>
                  </a:lnTo>
                  <a:lnTo>
                    <a:pt x="1138720" y="1549306"/>
                  </a:lnTo>
                  <a:lnTo>
                    <a:pt x="1138690" y="1549301"/>
                  </a:lnTo>
                  <a:lnTo>
                    <a:pt x="1138666" y="1549301"/>
                  </a:lnTo>
                  <a:lnTo>
                    <a:pt x="1138662" y="1549297"/>
                  </a:lnTo>
                  <a:lnTo>
                    <a:pt x="1138673" y="1549284"/>
                  </a:lnTo>
                  <a:lnTo>
                    <a:pt x="1138700" y="1549250"/>
                  </a:lnTo>
                  <a:lnTo>
                    <a:pt x="1138729" y="1549223"/>
                  </a:lnTo>
                  <a:lnTo>
                    <a:pt x="1138759" y="1549201"/>
                  </a:lnTo>
                  <a:lnTo>
                    <a:pt x="1138784" y="1549171"/>
                  </a:lnTo>
                  <a:lnTo>
                    <a:pt x="1138806" y="1549141"/>
                  </a:lnTo>
                  <a:lnTo>
                    <a:pt x="1138827" y="1549109"/>
                  </a:lnTo>
                  <a:lnTo>
                    <a:pt x="1138846" y="1549078"/>
                  </a:lnTo>
                  <a:lnTo>
                    <a:pt x="1138874" y="1549047"/>
                  </a:lnTo>
                  <a:lnTo>
                    <a:pt x="1138950" y="1548941"/>
                  </a:lnTo>
                  <a:lnTo>
                    <a:pt x="1138954" y="1548931"/>
                  </a:lnTo>
                  <a:lnTo>
                    <a:pt x="1138974" y="1548900"/>
                  </a:lnTo>
                  <a:lnTo>
                    <a:pt x="1139003" y="1548875"/>
                  </a:lnTo>
                  <a:lnTo>
                    <a:pt x="1139032" y="1548854"/>
                  </a:lnTo>
                  <a:lnTo>
                    <a:pt x="1139105" y="1548806"/>
                  </a:lnTo>
                  <a:lnTo>
                    <a:pt x="1139129" y="1548792"/>
                  </a:lnTo>
                  <a:lnTo>
                    <a:pt x="1139158" y="1548771"/>
                  </a:lnTo>
                  <a:lnTo>
                    <a:pt x="1139188" y="1548754"/>
                  </a:lnTo>
                  <a:lnTo>
                    <a:pt x="1139217" y="1548737"/>
                  </a:lnTo>
                  <a:lnTo>
                    <a:pt x="1139243" y="1548715"/>
                  </a:lnTo>
                  <a:lnTo>
                    <a:pt x="1139266" y="1548681"/>
                  </a:lnTo>
                  <a:lnTo>
                    <a:pt x="1139288" y="1548667"/>
                  </a:lnTo>
                  <a:lnTo>
                    <a:pt x="1139308" y="1548658"/>
                  </a:lnTo>
                  <a:lnTo>
                    <a:pt x="1139333" y="1548639"/>
                  </a:lnTo>
                  <a:lnTo>
                    <a:pt x="1139351" y="1548629"/>
                  </a:lnTo>
                  <a:lnTo>
                    <a:pt x="1139363" y="1548627"/>
                  </a:lnTo>
                  <a:lnTo>
                    <a:pt x="1139393" y="1548620"/>
                  </a:lnTo>
                  <a:lnTo>
                    <a:pt x="1139423" y="1548603"/>
                  </a:lnTo>
                  <a:lnTo>
                    <a:pt x="1139446" y="1548587"/>
                  </a:lnTo>
                  <a:lnTo>
                    <a:pt x="1139460" y="1548572"/>
                  </a:lnTo>
                  <a:lnTo>
                    <a:pt x="1139473" y="1548551"/>
                  </a:lnTo>
                  <a:lnTo>
                    <a:pt x="1139487" y="1548521"/>
                  </a:lnTo>
                  <a:lnTo>
                    <a:pt x="1139500" y="1548490"/>
                  </a:lnTo>
                  <a:lnTo>
                    <a:pt x="1139518" y="1548459"/>
                  </a:lnTo>
                  <a:lnTo>
                    <a:pt x="1139537" y="1548427"/>
                  </a:lnTo>
                  <a:lnTo>
                    <a:pt x="1139549" y="1548397"/>
                  </a:lnTo>
                  <a:lnTo>
                    <a:pt x="1139555" y="1548382"/>
                  </a:lnTo>
                  <a:lnTo>
                    <a:pt x="1139557" y="1548366"/>
                  </a:lnTo>
                  <a:lnTo>
                    <a:pt x="1139562" y="1548335"/>
                  </a:lnTo>
                  <a:lnTo>
                    <a:pt x="1139564" y="1548304"/>
                  </a:lnTo>
                  <a:lnTo>
                    <a:pt x="1139561" y="1548273"/>
                  </a:lnTo>
                  <a:lnTo>
                    <a:pt x="1139561" y="1548242"/>
                  </a:lnTo>
                  <a:lnTo>
                    <a:pt x="1139561" y="1548212"/>
                  </a:lnTo>
                  <a:lnTo>
                    <a:pt x="1139562" y="1548181"/>
                  </a:lnTo>
                  <a:lnTo>
                    <a:pt x="1139562" y="1548150"/>
                  </a:lnTo>
                  <a:lnTo>
                    <a:pt x="1139564" y="1548119"/>
                  </a:lnTo>
                  <a:lnTo>
                    <a:pt x="1139568" y="1548092"/>
                  </a:lnTo>
                  <a:lnTo>
                    <a:pt x="1139571" y="1548054"/>
                  </a:lnTo>
                  <a:lnTo>
                    <a:pt x="1139585" y="1548025"/>
                  </a:lnTo>
                  <a:lnTo>
                    <a:pt x="1139614" y="1548000"/>
                  </a:lnTo>
                  <a:lnTo>
                    <a:pt x="1139644" y="1547983"/>
                  </a:lnTo>
                  <a:lnTo>
                    <a:pt x="1139667" y="1547970"/>
                  </a:lnTo>
                  <a:lnTo>
                    <a:pt x="1139681" y="1547962"/>
                  </a:lnTo>
                  <a:lnTo>
                    <a:pt x="1139703" y="1547943"/>
                  </a:lnTo>
                  <a:lnTo>
                    <a:pt x="1139730" y="1547912"/>
                  </a:lnTo>
                  <a:lnTo>
                    <a:pt x="1139748" y="1547881"/>
                  </a:lnTo>
                  <a:lnTo>
                    <a:pt x="1139767" y="1547850"/>
                  </a:lnTo>
                  <a:lnTo>
                    <a:pt x="1139791" y="1547821"/>
                  </a:lnTo>
                  <a:lnTo>
                    <a:pt x="1139816" y="1547790"/>
                  </a:lnTo>
                  <a:lnTo>
                    <a:pt x="1139822" y="1547780"/>
                  </a:lnTo>
                  <a:lnTo>
                    <a:pt x="1139842" y="1547759"/>
                  </a:lnTo>
                  <a:lnTo>
                    <a:pt x="1139871" y="1547730"/>
                  </a:lnTo>
                  <a:lnTo>
                    <a:pt x="1139887" y="1547713"/>
                  </a:lnTo>
                  <a:lnTo>
                    <a:pt x="1139901" y="1547705"/>
                  </a:lnTo>
                  <a:lnTo>
                    <a:pt x="1139930" y="1547692"/>
                  </a:lnTo>
                  <a:lnTo>
                    <a:pt x="1139960" y="1547692"/>
                  </a:lnTo>
                  <a:lnTo>
                    <a:pt x="1139990" y="1547696"/>
                  </a:lnTo>
                  <a:lnTo>
                    <a:pt x="1140020" y="1547701"/>
                  </a:lnTo>
                  <a:lnTo>
                    <a:pt x="1140049" y="1547705"/>
                  </a:lnTo>
                  <a:lnTo>
                    <a:pt x="1140079" y="1547707"/>
                  </a:lnTo>
                  <a:lnTo>
                    <a:pt x="1140093" y="1547711"/>
                  </a:lnTo>
                  <a:lnTo>
                    <a:pt x="1140109" y="1547710"/>
                  </a:lnTo>
                  <a:lnTo>
                    <a:pt x="1140139" y="1547708"/>
                  </a:lnTo>
                  <a:lnTo>
                    <a:pt x="1140168" y="1547700"/>
                  </a:lnTo>
                  <a:lnTo>
                    <a:pt x="1140198" y="1547693"/>
                  </a:lnTo>
                  <a:lnTo>
                    <a:pt x="1140224" y="1547689"/>
                  </a:lnTo>
                  <a:lnTo>
                    <a:pt x="1140257" y="1547688"/>
                  </a:lnTo>
                  <a:lnTo>
                    <a:pt x="1140287" y="1547684"/>
                  </a:lnTo>
                  <a:lnTo>
                    <a:pt x="1140317" y="1547680"/>
                  </a:lnTo>
                  <a:lnTo>
                    <a:pt x="1140346" y="1547669"/>
                  </a:lnTo>
                  <a:lnTo>
                    <a:pt x="1140356" y="1547663"/>
                  </a:lnTo>
                  <a:lnTo>
                    <a:pt x="1140362" y="1547663"/>
                  </a:lnTo>
                  <a:lnTo>
                    <a:pt x="1140376" y="1547656"/>
                  </a:lnTo>
                  <a:lnTo>
                    <a:pt x="1140405" y="1547648"/>
                  </a:lnTo>
                  <a:lnTo>
                    <a:pt x="1140463" y="1547643"/>
                  </a:lnTo>
                  <a:lnTo>
                    <a:pt x="1140479" y="1547651"/>
                  </a:lnTo>
                  <a:lnTo>
                    <a:pt x="1140487" y="1547661"/>
                  </a:lnTo>
                  <a:lnTo>
                    <a:pt x="1140489" y="1547668"/>
                  </a:lnTo>
                  <a:lnTo>
                    <a:pt x="1140495" y="1547686"/>
                  </a:lnTo>
                  <a:lnTo>
                    <a:pt x="1140495" y="1547698"/>
                  </a:lnTo>
                  <a:lnTo>
                    <a:pt x="1140493" y="1547729"/>
                  </a:lnTo>
                  <a:lnTo>
                    <a:pt x="1140491" y="1547746"/>
                  </a:lnTo>
                  <a:lnTo>
                    <a:pt x="1140496" y="1547760"/>
                  </a:lnTo>
                  <a:lnTo>
                    <a:pt x="1140510" y="1547778"/>
                  </a:lnTo>
                  <a:lnTo>
                    <a:pt x="1140522" y="1547786"/>
                  </a:lnTo>
                  <a:lnTo>
                    <a:pt x="1140542" y="1547798"/>
                  </a:lnTo>
                  <a:lnTo>
                    <a:pt x="1140564" y="1547804"/>
                  </a:lnTo>
                  <a:lnTo>
                    <a:pt x="1140577" y="1547804"/>
                  </a:lnTo>
                  <a:lnTo>
                    <a:pt x="1140611" y="1547800"/>
                  </a:lnTo>
                  <a:lnTo>
                    <a:pt x="1140641" y="1547795"/>
                  </a:lnTo>
                  <a:lnTo>
                    <a:pt x="1140657" y="1547789"/>
                  </a:lnTo>
                  <a:lnTo>
                    <a:pt x="1140662" y="1547783"/>
                  </a:lnTo>
                  <a:lnTo>
                    <a:pt x="1140670" y="1547774"/>
                  </a:lnTo>
                  <a:lnTo>
                    <a:pt x="1140680" y="1547758"/>
                  </a:lnTo>
                  <a:lnTo>
                    <a:pt x="1140692" y="1547745"/>
                  </a:lnTo>
                  <a:lnTo>
                    <a:pt x="1140713" y="1547722"/>
                  </a:lnTo>
                  <a:lnTo>
                    <a:pt x="1140721" y="1547718"/>
                  </a:lnTo>
                  <a:lnTo>
                    <a:pt x="1140751" y="1547700"/>
                  </a:lnTo>
                  <a:lnTo>
                    <a:pt x="1140780" y="1547689"/>
                  </a:lnTo>
                  <a:lnTo>
                    <a:pt x="1140810" y="1547674"/>
                  </a:lnTo>
                  <a:lnTo>
                    <a:pt x="1140839" y="1547653"/>
                  </a:lnTo>
                  <a:lnTo>
                    <a:pt x="1140869" y="1547626"/>
                  </a:lnTo>
                  <a:lnTo>
                    <a:pt x="1140885" y="1547616"/>
                  </a:lnTo>
                  <a:lnTo>
                    <a:pt x="1140898" y="1547612"/>
                  </a:lnTo>
                  <a:lnTo>
                    <a:pt x="1140928" y="1547617"/>
                  </a:lnTo>
                  <a:lnTo>
                    <a:pt x="1140946" y="1547623"/>
                  </a:lnTo>
                  <a:lnTo>
                    <a:pt x="1140958" y="1547623"/>
                  </a:lnTo>
                  <a:lnTo>
                    <a:pt x="1140972" y="1547617"/>
                  </a:lnTo>
                  <a:lnTo>
                    <a:pt x="1140988" y="1547615"/>
                  </a:lnTo>
                  <a:lnTo>
                    <a:pt x="1141017" y="1547619"/>
                  </a:lnTo>
                  <a:lnTo>
                    <a:pt x="1141047" y="1547624"/>
                  </a:lnTo>
                  <a:lnTo>
                    <a:pt x="1141067" y="1547620"/>
                  </a:lnTo>
                  <a:lnTo>
                    <a:pt x="1141077" y="1547614"/>
                  </a:lnTo>
                  <a:lnTo>
                    <a:pt x="1141085" y="1547605"/>
                  </a:lnTo>
                  <a:lnTo>
                    <a:pt x="1141091" y="1547591"/>
                  </a:lnTo>
                  <a:lnTo>
                    <a:pt x="1141092" y="1547583"/>
                  </a:lnTo>
                  <a:lnTo>
                    <a:pt x="1141098" y="1547552"/>
                  </a:lnTo>
                  <a:lnTo>
                    <a:pt x="1141103" y="1547521"/>
                  </a:lnTo>
                  <a:lnTo>
                    <a:pt x="1141109" y="1547494"/>
                  </a:lnTo>
                  <a:lnTo>
                    <a:pt x="1141127" y="1547465"/>
                  </a:lnTo>
                  <a:lnTo>
                    <a:pt x="1141149" y="1547448"/>
                  </a:lnTo>
                  <a:lnTo>
                    <a:pt x="1141162" y="1547443"/>
                  </a:lnTo>
                  <a:lnTo>
                    <a:pt x="1141188" y="1547432"/>
                  </a:lnTo>
                  <a:lnTo>
                    <a:pt x="1141206" y="1547428"/>
                  </a:lnTo>
                  <a:lnTo>
                    <a:pt x="1141224" y="1547424"/>
                  </a:lnTo>
                  <a:lnTo>
                    <a:pt x="1141251" y="1547417"/>
                  </a:lnTo>
                  <a:lnTo>
                    <a:pt x="1141281" y="1547410"/>
                  </a:lnTo>
                  <a:lnTo>
                    <a:pt x="1141311" y="1547406"/>
                  </a:lnTo>
                  <a:lnTo>
                    <a:pt x="1141325" y="1547406"/>
                  </a:lnTo>
                  <a:lnTo>
                    <a:pt x="1141340" y="1547406"/>
                  </a:lnTo>
                  <a:lnTo>
                    <a:pt x="1141370" y="1547397"/>
                  </a:lnTo>
                  <a:lnTo>
                    <a:pt x="1141399" y="1547392"/>
                  </a:lnTo>
                  <a:lnTo>
                    <a:pt x="1141429" y="1547388"/>
                  </a:lnTo>
                  <a:lnTo>
                    <a:pt x="1141475" y="1547371"/>
                  </a:lnTo>
                  <a:lnTo>
                    <a:pt x="1141489" y="1547363"/>
                  </a:lnTo>
                  <a:lnTo>
                    <a:pt x="1141520" y="1547356"/>
                  </a:lnTo>
                  <a:lnTo>
                    <a:pt x="1141538" y="1547369"/>
                  </a:lnTo>
                  <a:lnTo>
                    <a:pt x="1141562" y="1547381"/>
                  </a:lnTo>
                  <a:lnTo>
                    <a:pt x="1141568" y="1547387"/>
                  </a:lnTo>
                  <a:lnTo>
                    <a:pt x="1141582" y="1547390"/>
                  </a:lnTo>
                  <a:lnTo>
                    <a:pt x="1141598" y="1547390"/>
                  </a:lnTo>
                  <a:lnTo>
                    <a:pt x="1141614" y="1547390"/>
                  </a:lnTo>
                  <a:lnTo>
                    <a:pt x="1141627" y="1547386"/>
                  </a:lnTo>
                  <a:lnTo>
                    <a:pt x="1141643" y="1547378"/>
                  </a:lnTo>
                  <a:lnTo>
                    <a:pt x="1141651" y="1547369"/>
                  </a:lnTo>
                  <a:lnTo>
                    <a:pt x="1141655" y="1547363"/>
                  </a:lnTo>
                  <a:lnTo>
                    <a:pt x="1141675" y="1547332"/>
                  </a:lnTo>
                  <a:lnTo>
                    <a:pt x="1141686" y="1547320"/>
                  </a:lnTo>
                  <a:lnTo>
                    <a:pt x="1141704" y="1547314"/>
                  </a:lnTo>
                  <a:lnTo>
                    <a:pt x="1141734" y="1547315"/>
                  </a:lnTo>
                  <a:lnTo>
                    <a:pt x="1141763" y="1547317"/>
                  </a:lnTo>
                  <a:lnTo>
                    <a:pt x="1141793" y="1547315"/>
                  </a:lnTo>
                  <a:lnTo>
                    <a:pt x="1141823" y="1547308"/>
                  </a:lnTo>
                  <a:lnTo>
                    <a:pt x="1141912" y="1547294"/>
                  </a:lnTo>
                  <a:lnTo>
                    <a:pt x="1141931" y="1547262"/>
                  </a:lnTo>
                  <a:lnTo>
                    <a:pt x="1141943" y="1547237"/>
                  </a:lnTo>
                  <a:lnTo>
                    <a:pt x="1141949" y="1547230"/>
                  </a:lnTo>
                  <a:lnTo>
                    <a:pt x="1141959" y="1547224"/>
                  </a:lnTo>
                  <a:lnTo>
                    <a:pt x="1141967" y="1547224"/>
                  </a:lnTo>
                  <a:lnTo>
                    <a:pt x="1141979" y="1547230"/>
                  </a:lnTo>
                  <a:lnTo>
                    <a:pt x="1142009" y="1547251"/>
                  </a:lnTo>
                  <a:lnTo>
                    <a:pt x="1142026" y="1547256"/>
                  </a:lnTo>
                  <a:lnTo>
                    <a:pt x="1142037" y="1547256"/>
                  </a:lnTo>
                  <a:lnTo>
                    <a:pt x="1142068" y="1547248"/>
                  </a:lnTo>
                  <a:lnTo>
                    <a:pt x="1142084" y="1547244"/>
                  </a:lnTo>
                  <a:lnTo>
                    <a:pt x="1142098" y="1547231"/>
                  </a:lnTo>
                  <a:lnTo>
                    <a:pt x="1142115" y="1547200"/>
                  </a:lnTo>
                  <a:lnTo>
                    <a:pt x="1142127" y="1547169"/>
                  </a:lnTo>
                  <a:lnTo>
                    <a:pt x="1142148" y="1547146"/>
                  </a:lnTo>
                  <a:lnTo>
                    <a:pt x="1142155" y="1547144"/>
                  </a:lnTo>
                  <a:lnTo>
                    <a:pt x="1142184" y="1547146"/>
                  </a:lnTo>
                  <a:lnTo>
                    <a:pt x="1142198" y="1547138"/>
                  </a:lnTo>
                  <a:lnTo>
                    <a:pt x="1142190" y="1547125"/>
                  </a:lnTo>
                  <a:lnTo>
                    <a:pt x="1142182" y="1547119"/>
                  </a:lnTo>
                  <a:lnTo>
                    <a:pt x="1142174" y="1547115"/>
                  </a:lnTo>
                  <a:lnTo>
                    <a:pt x="1142166" y="1547107"/>
                  </a:lnTo>
                  <a:lnTo>
                    <a:pt x="1142160" y="1547093"/>
                  </a:lnTo>
                  <a:lnTo>
                    <a:pt x="1142160" y="1547087"/>
                  </a:lnTo>
                  <a:lnTo>
                    <a:pt x="1142164" y="1547070"/>
                  </a:lnTo>
                  <a:lnTo>
                    <a:pt x="1142169" y="1547060"/>
                  </a:lnTo>
                  <a:lnTo>
                    <a:pt x="1142199" y="1547026"/>
                  </a:lnTo>
                  <a:lnTo>
                    <a:pt x="1142226" y="1546997"/>
                  </a:lnTo>
                  <a:lnTo>
                    <a:pt x="1142289" y="1546950"/>
                  </a:lnTo>
                  <a:lnTo>
                    <a:pt x="1142303" y="1546941"/>
                  </a:lnTo>
                  <a:lnTo>
                    <a:pt x="1142319" y="1546934"/>
                  </a:lnTo>
                  <a:lnTo>
                    <a:pt x="1142362" y="1546910"/>
                  </a:lnTo>
                  <a:lnTo>
                    <a:pt x="1142392" y="1546891"/>
                  </a:lnTo>
                  <a:lnTo>
                    <a:pt x="1142421" y="1546874"/>
                  </a:lnTo>
                  <a:lnTo>
                    <a:pt x="1142451" y="1546857"/>
                  </a:lnTo>
                  <a:lnTo>
                    <a:pt x="1142480" y="1546843"/>
                  </a:lnTo>
                  <a:lnTo>
                    <a:pt x="1142510" y="1546822"/>
                  </a:lnTo>
                  <a:lnTo>
                    <a:pt x="1142539" y="1546801"/>
                  </a:lnTo>
                  <a:lnTo>
                    <a:pt x="1142569" y="1546784"/>
                  </a:lnTo>
                  <a:lnTo>
                    <a:pt x="1142598" y="1546770"/>
                  </a:lnTo>
                  <a:lnTo>
                    <a:pt x="1142628" y="1546753"/>
                  </a:lnTo>
                  <a:lnTo>
                    <a:pt x="1142652" y="1546738"/>
                  </a:lnTo>
                  <a:lnTo>
                    <a:pt x="1142697" y="1546719"/>
                  </a:lnTo>
                  <a:lnTo>
                    <a:pt x="1142727" y="1546717"/>
                  </a:lnTo>
                  <a:lnTo>
                    <a:pt x="1142757" y="1546719"/>
                  </a:lnTo>
                  <a:lnTo>
                    <a:pt x="1142792" y="1546714"/>
                  </a:lnTo>
                  <a:lnTo>
                    <a:pt x="1142800" y="1546708"/>
                  </a:lnTo>
                  <a:lnTo>
                    <a:pt x="1142830" y="1546691"/>
                  </a:lnTo>
                  <a:lnTo>
                    <a:pt x="1142859" y="1546673"/>
                  </a:lnTo>
                  <a:lnTo>
                    <a:pt x="1142889" y="1546660"/>
                  </a:lnTo>
                  <a:lnTo>
                    <a:pt x="1142918" y="1546645"/>
                  </a:lnTo>
                  <a:lnTo>
                    <a:pt x="1142948" y="1546628"/>
                  </a:lnTo>
                  <a:lnTo>
                    <a:pt x="1142978" y="1546618"/>
                  </a:lnTo>
                  <a:lnTo>
                    <a:pt x="1143015" y="1546605"/>
                  </a:lnTo>
                  <a:lnTo>
                    <a:pt x="1143037" y="1546595"/>
                  </a:lnTo>
                  <a:lnTo>
                    <a:pt x="1143067" y="1546582"/>
                  </a:lnTo>
                  <a:lnTo>
                    <a:pt x="1143096" y="1546569"/>
                  </a:lnTo>
                  <a:lnTo>
                    <a:pt x="1143126" y="1546554"/>
                  </a:lnTo>
                  <a:lnTo>
                    <a:pt x="1143142" y="1546546"/>
                  </a:lnTo>
                  <a:lnTo>
                    <a:pt x="1143155" y="1546544"/>
                  </a:lnTo>
                  <a:lnTo>
                    <a:pt x="1143179" y="1546544"/>
                  </a:lnTo>
                  <a:lnTo>
                    <a:pt x="1143185" y="1546548"/>
                  </a:lnTo>
                  <a:lnTo>
                    <a:pt x="1143191" y="1546566"/>
                  </a:lnTo>
                  <a:lnTo>
                    <a:pt x="1143199" y="1546575"/>
                  </a:lnTo>
                  <a:lnTo>
                    <a:pt x="1143215" y="1546580"/>
                  </a:lnTo>
                  <a:lnTo>
                    <a:pt x="1143231" y="1546574"/>
                  </a:lnTo>
                  <a:lnTo>
                    <a:pt x="1143256" y="1546543"/>
                  </a:lnTo>
                  <a:lnTo>
                    <a:pt x="1143286" y="1546514"/>
                  </a:lnTo>
                  <a:lnTo>
                    <a:pt x="1143316" y="1546505"/>
                  </a:lnTo>
                  <a:lnTo>
                    <a:pt x="1143333" y="1546501"/>
                  </a:lnTo>
                  <a:lnTo>
                    <a:pt x="1143338" y="1546497"/>
                  </a:lnTo>
                  <a:lnTo>
                    <a:pt x="1143345" y="1546490"/>
                  </a:lnTo>
                  <a:lnTo>
                    <a:pt x="1143353" y="1546474"/>
                  </a:lnTo>
                  <a:lnTo>
                    <a:pt x="1143355" y="1546460"/>
                  </a:lnTo>
                  <a:lnTo>
                    <a:pt x="1143353" y="1546429"/>
                  </a:lnTo>
                  <a:lnTo>
                    <a:pt x="1143363" y="1546418"/>
                  </a:lnTo>
                  <a:lnTo>
                    <a:pt x="1143369" y="1546416"/>
                  </a:lnTo>
                  <a:lnTo>
                    <a:pt x="1143382" y="1546414"/>
                  </a:lnTo>
                  <a:lnTo>
                    <a:pt x="1143398" y="1546406"/>
                  </a:lnTo>
                  <a:lnTo>
                    <a:pt x="1143408" y="1546391"/>
                  </a:lnTo>
                  <a:lnTo>
                    <a:pt x="1143409" y="1546377"/>
                  </a:lnTo>
                  <a:lnTo>
                    <a:pt x="1143407" y="1546361"/>
                  </a:lnTo>
                  <a:lnTo>
                    <a:pt x="1143409" y="1546336"/>
                  </a:lnTo>
                  <a:lnTo>
                    <a:pt x="1143415" y="1546330"/>
                  </a:lnTo>
                  <a:lnTo>
                    <a:pt x="1143431" y="1546321"/>
                  </a:lnTo>
                  <a:lnTo>
                    <a:pt x="1143445" y="1546319"/>
                  </a:lnTo>
                  <a:lnTo>
                    <a:pt x="1143463" y="1546317"/>
                  </a:lnTo>
                  <a:lnTo>
                    <a:pt x="1143474" y="1546321"/>
                  </a:lnTo>
                  <a:lnTo>
                    <a:pt x="1143495" y="1546329"/>
                  </a:lnTo>
                  <a:lnTo>
                    <a:pt x="1143505" y="1546337"/>
                  </a:lnTo>
                  <a:lnTo>
                    <a:pt x="1143518" y="1546360"/>
                  </a:lnTo>
                  <a:lnTo>
                    <a:pt x="1143521" y="1546370"/>
                  </a:lnTo>
                  <a:lnTo>
                    <a:pt x="1143531" y="1546382"/>
                  </a:lnTo>
                  <a:lnTo>
                    <a:pt x="1143547" y="1546390"/>
                  </a:lnTo>
                  <a:lnTo>
                    <a:pt x="1143565" y="1546396"/>
                  </a:lnTo>
                  <a:lnTo>
                    <a:pt x="1143576" y="1546396"/>
                  </a:lnTo>
                  <a:lnTo>
                    <a:pt x="1143592" y="1546394"/>
                  </a:lnTo>
                  <a:lnTo>
                    <a:pt x="1143606" y="1546387"/>
                  </a:lnTo>
                  <a:lnTo>
                    <a:pt x="1143635" y="1546369"/>
                  </a:lnTo>
                  <a:lnTo>
                    <a:pt x="1143657" y="1546348"/>
                  </a:lnTo>
                  <a:lnTo>
                    <a:pt x="1143661" y="1546339"/>
                  </a:lnTo>
                  <a:lnTo>
                    <a:pt x="1143683" y="1546308"/>
                  </a:lnTo>
                  <a:lnTo>
                    <a:pt x="1143702" y="1546277"/>
                  </a:lnTo>
                  <a:lnTo>
                    <a:pt x="1143726" y="1546246"/>
                  </a:lnTo>
                  <a:lnTo>
                    <a:pt x="1143786" y="1546161"/>
                  </a:lnTo>
                  <a:lnTo>
                    <a:pt x="1143810" y="1546134"/>
                  </a:lnTo>
                  <a:lnTo>
                    <a:pt x="1143829" y="1546104"/>
                  </a:lnTo>
                  <a:lnTo>
                    <a:pt x="1143843" y="1546072"/>
                  </a:lnTo>
                  <a:lnTo>
                    <a:pt x="1143865" y="1546042"/>
                  </a:lnTo>
                  <a:lnTo>
                    <a:pt x="1143888" y="1546010"/>
                  </a:lnTo>
                  <a:lnTo>
                    <a:pt x="1143906" y="1545980"/>
                  </a:lnTo>
                  <a:lnTo>
                    <a:pt x="1143925" y="1545948"/>
                  </a:lnTo>
                  <a:lnTo>
                    <a:pt x="1143943" y="1545918"/>
                  </a:lnTo>
                  <a:lnTo>
                    <a:pt x="1143958" y="1545886"/>
                  </a:lnTo>
                  <a:lnTo>
                    <a:pt x="1143974" y="1545856"/>
                  </a:lnTo>
                  <a:lnTo>
                    <a:pt x="1143991" y="1545824"/>
                  </a:lnTo>
                  <a:lnTo>
                    <a:pt x="1144003" y="1545810"/>
                  </a:lnTo>
                  <a:lnTo>
                    <a:pt x="1144011" y="1545794"/>
                  </a:lnTo>
                  <a:lnTo>
                    <a:pt x="1144026" y="1545762"/>
                  </a:lnTo>
                  <a:lnTo>
                    <a:pt x="1144044" y="1545732"/>
                  </a:lnTo>
                  <a:lnTo>
                    <a:pt x="1144059" y="1545700"/>
                  </a:lnTo>
                  <a:lnTo>
                    <a:pt x="1144069" y="1545680"/>
                  </a:lnTo>
                  <a:lnTo>
                    <a:pt x="1144077" y="1545672"/>
                  </a:lnTo>
                  <a:lnTo>
                    <a:pt x="1144102" y="1545640"/>
                  </a:lnTo>
                  <a:lnTo>
                    <a:pt x="1144116" y="1545626"/>
                  </a:lnTo>
                  <a:lnTo>
                    <a:pt x="1144126" y="1545610"/>
                  </a:lnTo>
                  <a:lnTo>
                    <a:pt x="1144150" y="1545578"/>
                  </a:lnTo>
                  <a:lnTo>
                    <a:pt x="1144169" y="1545548"/>
                  </a:lnTo>
                  <a:lnTo>
                    <a:pt x="1144187" y="1545516"/>
                  </a:lnTo>
                  <a:lnTo>
                    <a:pt x="1144206" y="1545486"/>
                  </a:lnTo>
                  <a:lnTo>
                    <a:pt x="1144224" y="1545454"/>
                  </a:lnTo>
                  <a:lnTo>
                    <a:pt x="1144241" y="1545424"/>
                  </a:lnTo>
                  <a:lnTo>
                    <a:pt x="1144253" y="1545399"/>
                  </a:lnTo>
                  <a:lnTo>
                    <a:pt x="1144259" y="1545392"/>
                  </a:lnTo>
                  <a:lnTo>
                    <a:pt x="1144269" y="1545376"/>
                  </a:lnTo>
                  <a:lnTo>
                    <a:pt x="1144282" y="1545361"/>
                  </a:lnTo>
                  <a:lnTo>
                    <a:pt x="1144304" y="1545330"/>
                  </a:lnTo>
                  <a:lnTo>
                    <a:pt x="1144325" y="1545299"/>
                  </a:lnTo>
                  <a:lnTo>
                    <a:pt x="1144371" y="1545262"/>
                  </a:lnTo>
                  <a:lnTo>
                    <a:pt x="1144376" y="1545264"/>
                  </a:lnTo>
                  <a:lnTo>
                    <a:pt x="1144385" y="1545262"/>
                  </a:lnTo>
                  <a:lnTo>
                    <a:pt x="1144395" y="1545262"/>
                  </a:lnTo>
                  <a:lnTo>
                    <a:pt x="1144407" y="1545263"/>
                  </a:lnTo>
                  <a:lnTo>
                    <a:pt x="1144413" y="1545265"/>
                  </a:lnTo>
                  <a:lnTo>
                    <a:pt x="1144422" y="1545270"/>
                  </a:lnTo>
                  <a:lnTo>
                    <a:pt x="1144427" y="1545271"/>
                  </a:lnTo>
                  <a:lnTo>
                    <a:pt x="1144436" y="1545271"/>
                  </a:lnTo>
                  <a:lnTo>
                    <a:pt x="1144447" y="1545276"/>
                  </a:lnTo>
                  <a:lnTo>
                    <a:pt x="1144461" y="1545276"/>
                  </a:lnTo>
                  <a:lnTo>
                    <a:pt x="1144477" y="1545265"/>
                  </a:lnTo>
                  <a:lnTo>
                    <a:pt x="1144494" y="1545249"/>
                  </a:lnTo>
                  <a:lnTo>
                    <a:pt x="1144506" y="1545242"/>
                  </a:lnTo>
                  <a:lnTo>
                    <a:pt x="1144516" y="1545240"/>
                  </a:lnTo>
                  <a:lnTo>
                    <a:pt x="1144528" y="1545241"/>
                  </a:lnTo>
                  <a:lnTo>
                    <a:pt x="1144537" y="1545242"/>
                  </a:lnTo>
                  <a:lnTo>
                    <a:pt x="1144542" y="1545244"/>
                  </a:lnTo>
                  <a:lnTo>
                    <a:pt x="1144546" y="1545238"/>
                  </a:lnTo>
                  <a:lnTo>
                    <a:pt x="1144545" y="1545217"/>
                  </a:lnTo>
                  <a:lnTo>
                    <a:pt x="1144543" y="1545168"/>
                  </a:lnTo>
                  <a:lnTo>
                    <a:pt x="1144541" y="1545155"/>
                  </a:lnTo>
                  <a:lnTo>
                    <a:pt x="1144541" y="1545150"/>
                  </a:lnTo>
                  <a:lnTo>
                    <a:pt x="1144543" y="1545143"/>
                  </a:lnTo>
                  <a:lnTo>
                    <a:pt x="1144549" y="1545138"/>
                  </a:lnTo>
                  <a:lnTo>
                    <a:pt x="1144558" y="1545129"/>
                  </a:lnTo>
                  <a:lnTo>
                    <a:pt x="1144575" y="1545112"/>
                  </a:lnTo>
                  <a:lnTo>
                    <a:pt x="1144610" y="1545067"/>
                  </a:lnTo>
                  <a:lnTo>
                    <a:pt x="1144623" y="1545048"/>
                  </a:lnTo>
                  <a:lnTo>
                    <a:pt x="1144637" y="1545036"/>
                  </a:lnTo>
                  <a:lnTo>
                    <a:pt x="1144645" y="1545023"/>
                  </a:lnTo>
                  <a:lnTo>
                    <a:pt x="1144654" y="1544992"/>
                  </a:lnTo>
                  <a:lnTo>
                    <a:pt x="1144658" y="1544961"/>
                  </a:lnTo>
                  <a:lnTo>
                    <a:pt x="1144662" y="1544928"/>
                  </a:lnTo>
                  <a:lnTo>
                    <a:pt x="1144669" y="1544912"/>
                  </a:lnTo>
                  <a:lnTo>
                    <a:pt x="1144679" y="1544899"/>
                  </a:lnTo>
                  <a:lnTo>
                    <a:pt x="1144707" y="1544872"/>
                  </a:lnTo>
                  <a:lnTo>
                    <a:pt x="1144736" y="1544845"/>
                  </a:lnTo>
                  <a:lnTo>
                    <a:pt x="1144760" y="1544815"/>
                  </a:lnTo>
                  <a:lnTo>
                    <a:pt x="1144765" y="1544808"/>
                  </a:lnTo>
                  <a:lnTo>
                    <a:pt x="1144777" y="1544783"/>
                  </a:lnTo>
                  <a:lnTo>
                    <a:pt x="1144787" y="1544753"/>
                  </a:lnTo>
                  <a:lnTo>
                    <a:pt x="1144795" y="1544722"/>
                  </a:lnTo>
                  <a:lnTo>
                    <a:pt x="1144799" y="1544712"/>
                  </a:lnTo>
                  <a:lnTo>
                    <a:pt x="1144805" y="1544702"/>
                  </a:lnTo>
                  <a:lnTo>
                    <a:pt x="1144813" y="1544690"/>
                  </a:lnTo>
                  <a:lnTo>
                    <a:pt x="1144839" y="1544664"/>
                  </a:lnTo>
                  <a:lnTo>
                    <a:pt x="1144869" y="1544643"/>
                  </a:lnTo>
                  <a:lnTo>
                    <a:pt x="1144899" y="1544632"/>
                  </a:lnTo>
                  <a:lnTo>
                    <a:pt x="1144928" y="1544618"/>
                  </a:lnTo>
                  <a:lnTo>
                    <a:pt x="1144942" y="1544605"/>
                  </a:lnTo>
                  <a:lnTo>
                    <a:pt x="1144954" y="1544588"/>
                  </a:lnTo>
                  <a:lnTo>
                    <a:pt x="1144973" y="1544558"/>
                  </a:lnTo>
                  <a:lnTo>
                    <a:pt x="1144993" y="1544526"/>
                  </a:lnTo>
                  <a:lnTo>
                    <a:pt x="1145028" y="1544464"/>
                  </a:lnTo>
                  <a:lnTo>
                    <a:pt x="1145034" y="1544455"/>
                  </a:lnTo>
                  <a:lnTo>
                    <a:pt x="1145053" y="1544439"/>
                  </a:lnTo>
                  <a:lnTo>
                    <a:pt x="1145060" y="1544441"/>
                  </a:lnTo>
                  <a:lnTo>
                    <a:pt x="1145064" y="1544464"/>
                  </a:lnTo>
                  <a:lnTo>
                    <a:pt x="1145070" y="1544495"/>
                  </a:lnTo>
                  <a:lnTo>
                    <a:pt x="1145072" y="1544501"/>
                  </a:lnTo>
                  <a:lnTo>
                    <a:pt x="1145076" y="1544505"/>
                  </a:lnTo>
                  <a:lnTo>
                    <a:pt x="1145096" y="1544509"/>
                  </a:lnTo>
                  <a:lnTo>
                    <a:pt x="1145126" y="1544509"/>
                  </a:lnTo>
                  <a:lnTo>
                    <a:pt x="1145155" y="1544506"/>
                  </a:lnTo>
                  <a:lnTo>
                    <a:pt x="1145185" y="1544496"/>
                  </a:lnTo>
                  <a:lnTo>
                    <a:pt x="1145214" y="1544477"/>
                  </a:lnTo>
                  <a:lnTo>
                    <a:pt x="1145244" y="1544458"/>
                  </a:lnTo>
                  <a:lnTo>
                    <a:pt x="1145273" y="1544437"/>
                  </a:lnTo>
                  <a:lnTo>
                    <a:pt x="1145303" y="1544415"/>
                  </a:lnTo>
                  <a:lnTo>
                    <a:pt x="1145319" y="1544413"/>
                  </a:lnTo>
                  <a:lnTo>
                    <a:pt x="1145333" y="1544418"/>
                  </a:lnTo>
                  <a:lnTo>
                    <a:pt x="1145363" y="1544443"/>
                  </a:lnTo>
                  <a:lnTo>
                    <a:pt x="1145379" y="1544455"/>
                  </a:lnTo>
                  <a:lnTo>
                    <a:pt x="1145393" y="1544457"/>
                  </a:lnTo>
                  <a:lnTo>
                    <a:pt x="1145422" y="1544450"/>
                  </a:lnTo>
                  <a:lnTo>
                    <a:pt x="1145452" y="1544438"/>
                  </a:lnTo>
                  <a:lnTo>
                    <a:pt x="1145468" y="1544436"/>
                  </a:lnTo>
                  <a:lnTo>
                    <a:pt x="1145482" y="1544429"/>
                  </a:lnTo>
                  <a:lnTo>
                    <a:pt x="1145511" y="1544423"/>
                  </a:lnTo>
                  <a:lnTo>
                    <a:pt x="1145525" y="1544419"/>
                  </a:lnTo>
                  <a:lnTo>
                    <a:pt x="1145541" y="1544408"/>
                  </a:lnTo>
                  <a:lnTo>
                    <a:pt x="1145553" y="1544394"/>
                  </a:lnTo>
                  <a:lnTo>
                    <a:pt x="1145569" y="1544382"/>
                  </a:lnTo>
                  <a:lnTo>
                    <a:pt x="1145598" y="1544383"/>
                  </a:lnTo>
                  <a:lnTo>
                    <a:pt x="1145616" y="1544385"/>
                  </a:lnTo>
                  <a:lnTo>
                    <a:pt x="1145628" y="1544383"/>
                  </a:lnTo>
                  <a:lnTo>
                    <a:pt x="1145640" y="1544383"/>
                  </a:lnTo>
                  <a:lnTo>
                    <a:pt x="1145648" y="1544378"/>
                  </a:lnTo>
                  <a:lnTo>
                    <a:pt x="1145655" y="1544372"/>
                  </a:lnTo>
                  <a:lnTo>
                    <a:pt x="1145663" y="1544362"/>
                  </a:lnTo>
                  <a:lnTo>
                    <a:pt x="1145668" y="1544351"/>
                  </a:lnTo>
                  <a:lnTo>
                    <a:pt x="1145670" y="1544340"/>
                  </a:lnTo>
                  <a:lnTo>
                    <a:pt x="1145677" y="1544332"/>
                  </a:lnTo>
                  <a:lnTo>
                    <a:pt x="1145690" y="1544328"/>
                  </a:lnTo>
                  <a:lnTo>
                    <a:pt x="1145701" y="1544322"/>
                  </a:lnTo>
                  <a:lnTo>
                    <a:pt x="1145705" y="1544319"/>
                  </a:lnTo>
                  <a:lnTo>
                    <a:pt x="1145710" y="1544315"/>
                  </a:lnTo>
                  <a:lnTo>
                    <a:pt x="1145717" y="1544305"/>
                  </a:lnTo>
                  <a:lnTo>
                    <a:pt x="1145724" y="1544288"/>
                  </a:lnTo>
                  <a:lnTo>
                    <a:pt x="1145732" y="1544256"/>
                  </a:lnTo>
                  <a:lnTo>
                    <a:pt x="1145749" y="1544226"/>
                  </a:lnTo>
                  <a:lnTo>
                    <a:pt x="1145775" y="1544194"/>
                  </a:lnTo>
                  <a:lnTo>
                    <a:pt x="1145783" y="1544180"/>
                  </a:lnTo>
                  <a:lnTo>
                    <a:pt x="1145787" y="1544164"/>
                  </a:lnTo>
                  <a:lnTo>
                    <a:pt x="1145790" y="1544133"/>
                  </a:lnTo>
                  <a:lnTo>
                    <a:pt x="1145789" y="1544118"/>
                  </a:lnTo>
                  <a:lnTo>
                    <a:pt x="1145790" y="1544102"/>
                  </a:lnTo>
                  <a:lnTo>
                    <a:pt x="1145798" y="1544092"/>
                  </a:lnTo>
                  <a:lnTo>
                    <a:pt x="1145818" y="1544083"/>
                  </a:lnTo>
                  <a:lnTo>
                    <a:pt x="1145847" y="1544077"/>
                  </a:lnTo>
                  <a:lnTo>
                    <a:pt x="1145855" y="1544077"/>
                  </a:lnTo>
                  <a:lnTo>
                    <a:pt x="1145867" y="1544075"/>
                  </a:lnTo>
                  <a:lnTo>
                    <a:pt x="1145877" y="1544068"/>
                  </a:lnTo>
                  <a:lnTo>
                    <a:pt x="1145885" y="1544060"/>
                  </a:lnTo>
                  <a:lnTo>
                    <a:pt x="1145897" y="1544037"/>
                  </a:lnTo>
                  <a:lnTo>
                    <a:pt x="1145910" y="1544006"/>
                  </a:lnTo>
                  <a:lnTo>
                    <a:pt x="1145926" y="1543976"/>
                  </a:lnTo>
                  <a:lnTo>
                    <a:pt x="1145943" y="1543944"/>
                  </a:lnTo>
                  <a:lnTo>
                    <a:pt x="1145957" y="1543914"/>
                  </a:lnTo>
                  <a:lnTo>
                    <a:pt x="1145965" y="1543899"/>
                  </a:lnTo>
                  <a:lnTo>
                    <a:pt x="1145969" y="1543882"/>
                  </a:lnTo>
                  <a:lnTo>
                    <a:pt x="1145970" y="1543852"/>
                  </a:lnTo>
                  <a:lnTo>
                    <a:pt x="1145980" y="1543821"/>
                  </a:lnTo>
                  <a:lnTo>
                    <a:pt x="1145984" y="1543809"/>
                  </a:lnTo>
                  <a:lnTo>
                    <a:pt x="1145984" y="1543790"/>
                  </a:lnTo>
                  <a:lnTo>
                    <a:pt x="1145979" y="1543770"/>
                  </a:lnTo>
                  <a:lnTo>
                    <a:pt x="1145977" y="1543759"/>
                  </a:lnTo>
                  <a:lnTo>
                    <a:pt x="1145977" y="1543743"/>
                  </a:lnTo>
                  <a:lnTo>
                    <a:pt x="1145981" y="1543728"/>
                  </a:lnTo>
                  <a:lnTo>
                    <a:pt x="1145991" y="1543697"/>
                  </a:lnTo>
                  <a:lnTo>
                    <a:pt x="1146004" y="1543669"/>
                  </a:lnTo>
                  <a:lnTo>
                    <a:pt x="1146018" y="1543652"/>
                  </a:lnTo>
                  <a:lnTo>
                    <a:pt x="1146027" y="1543646"/>
                  </a:lnTo>
                  <a:lnTo>
                    <a:pt x="1146035" y="1543646"/>
                  </a:lnTo>
                  <a:lnTo>
                    <a:pt x="1146041" y="1543648"/>
                  </a:lnTo>
                  <a:lnTo>
                    <a:pt x="1146050" y="1543656"/>
                  </a:lnTo>
                  <a:lnTo>
                    <a:pt x="1146058" y="1543670"/>
                  </a:lnTo>
                  <a:lnTo>
                    <a:pt x="1146072" y="1543701"/>
                  </a:lnTo>
                  <a:lnTo>
                    <a:pt x="1146083" y="1543724"/>
                  </a:lnTo>
                  <a:lnTo>
                    <a:pt x="1146086" y="1543735"/>
                  </a:lnTo>
                  <a:lnTo>
                    <a:pt x="1146086" y="1543745"/>
                  </a:lnTo>
                  <a:lnTo>
                    <a:pt x="1146084" y="1543752"/>
                  </a:lnTo>
                  <a:lnTo>
                    <a:pt x="1146081" y="1543768"/>
                  </a:lnTo>
                  <a:lnTo>
                    <a:pt x="1146080" y="1543781"/>
                  </a:lnTo>
                  <a:lnTo>
                    <a:pt x="1146079" y="1543793"/>
                  </a:lnTo>
                  <a:lnTo>
                    <a:pt x="1146081" y="1543805"/>
                  </a:lnTo>
                  <a:lnTo>
                    <a:pt x="1146085" y="1543822"/>
                  </a:lnTo>
                  <a:lnTo>
                    <a:pt x="1146089" y="1543834"/>
                  </a:lnTo>
                  <a:lnTo>
                    <a:pt x="1146101" y="1543854"/>
                  </a:lnTo>
                  <a:lnTo>
                    <a:pt x="1146111" y="1543869"/>
                  </a:lnTo>
                  <a:lnTo>
                    <a:pt x="1146117" y="1543885"/>
                  </a:lnTo>
                  <a:lnTo>
                    <a:pt x="1146130" y="1543906"/>
                  </a:lnTo>
                  <a:lnTo>
                    <a:pt x="1146139" y="1543916"/>
                  </a:lnTo>
                  <a:lnTo>
                    <a:pt x="1146167" y="1543946"/>
                  </a:lnTo>
                  <a:lnTo>
                    <a:pt x="1146198" y="1543975"/>
                  </a:lnTo>
                  <a:lnTo>
                    <a:pt x="1146211" y="1543987"/>
                  </a:lnTo>
                  <a:lnTo>
                    <a:pt x="1146227" y="1543995"/>
                  </a:lnTo>
                  <a:lnTo>
                    <a:pt x="1146254" y="1544004"/>
                  </a:lnTo>
                  <a:lnTo>
                    <a:pt x="1146261" y="1544007"/>
                  </a:lnTo>
                  <a:lnTo>
                    <a:pt x="1146274" y="1544015"/>
                  </a:lnTo>
                  <a:lnTo>
                    <a:pt x="1146283" y="1544024"/>
                  </a:lnTo>
                  <a:lnTo>
                    <a:pt x="1146291" y="1544033"/>
                  </a:lnTo>
                  <a:lnTo>
                    <a:pt x="1146312" y="1544070"/>
                  </a:lnTo>
                  <a:lnTo>
                    <a:pt x="1146329" y="1544098"/>
                  </a:lnTo>
                  <a:lnTo>
                    <a:pt x="1146341" y="1544113"/>
                  </a:lnTo>
                  <a:lnTo>
                    <a:pt x="1146354" y="1544107"/>
                  </a:lnTo>
                  <a:lnTo>
                    <a:pt x="1146371" y="1544101"/>
                  </a:lnTo>
                  <a:lnTo>
                    <a:pt x="1146401" y="1544090"/>
                  </a:lnTo>
                  <a:lnTo>
                    <a:pt x="1146431" y="1544088"/>
                  </a:lnTo>
                  <a:lnTo>
                    <a:pt x="1146454" y="1544089"/>
                  </a:lnTo>
                  <a:lnTo>
                    <a:pt x="1146472" y="1544093"/>
                  </a:lnTo>
                  <a:lnTo>
                    <a:pt x="1146490" y="1544099"/>
                  </a:lnTo>
                  <a:lnTo>
                    <a:pt x="1146520" y="1544113"/>
                  </a:lnTo>
                  <a:lnTo>
                    <a:pt x="1146550" y="1544123"/>
                  </a:lnTo>
                  <a:lnTo>
                    <a:pt x="1146579" y="1544133"/>
                  </a:lnTo>
                  <a:lnTo>
                    <a:pt x="1146587" y="1544139"/>
                  </a:lnTo>
                  <a:lnTo>
                    <a:pt x="1146598" y="1544149"/>
                  </a:lnTo>
                  <a:lnTo>
                    <a:pt x="1146604" y="1544162"/>
                  </a:lnTo>
                  <a:lnTo>
                    <a:pt x="1146616" y="1544192"/>
                  </a:lnTo>
                  <a:lnTo>
                    <a:pt x="1146620" y="1544204"/>
                  </a:lnTo>
                  <a:lnTo>
                    <a:pt x="1146622" y="1544216"/>
                  </a:lnTo>
                  <a:lnTo>
                    <a:pt x="1146624" y="1544223"/>
                  </a:lnTo>
                  <a:lnTo>
                    <a:pt x="1146630" y="1544254"/>
                  </a:lnTo>
                  <a:lnTo>
                    <a:pt x="1146632" y="1544273"/>
                  </a:lnTo>
                  <a:lnTo>
                    <a:pt x="1146638" y="1544274"/>
                  </a:lnTo>
                  <a:lnTo>
                    <a:pt x="1146646" y="1544274"/>
                  </a:lnTo>
                  <a:lnTo>
                    <a:pt x="1146676" y="1544262"/>
                  </a:lnTo>
                  <a:lnTo>
                    <a:pt x="1146688" y="1544259"/>
                  </a:lnTo>
                  <a:lnTo>
                    <a:pt x="1146694" y="1544259"/>
                  </a:lnTo>
                  <a:lnTo>
                    <a:pt x="1146706" y="1544267"/>
                  </a:lnTo>
                  <a:lnTo>
                    <a:pt x="1146712" y="1544275"/>
                  </a:lnTo>
                  <a:lnTo>
                    <a:pt x="1146720" y="1544298"/>
                  </a:lnTo>
                  <a:lnTo>
                    <a:pt x="1146726" y="1544328"/>
                  </a:lnTo>
                  <a:lnTo>
                    <a:pt x="1146736" y="1544336"/>
                  </a:lnTo>
                  <a:lnTo>
                    <a:pt x="1146748" y="1544336"/>
                  </a:lnTo>
                  <a:lnTo>
                    <a:pt x="1146756" y="1544332"/>
                  </a:lnTo>
                  <a:lnTo>
                    <a:pt x="1146770" y="1544318"/>
                  </a:lnTo>
                  <a:lnTo>
                    <a:pt x="1146774" y="1544313"/>
                  </a:lnTo>
                  <a:lnTo>
                    <a:pt x="1146780" y="1544307"/>
                  </a:lnTo>
                  <a:lnTo>
                    <a:pt x="1146784" y="1544304"/>
                  </a:lnTo>
                  <a:lnTo>
                    <a:pt x="1146791" y="1544301"/>
                  </a:lnTo>
                  <a:lnTo>
                    <a:pt x="1146799" y="1544301"/>
                  </a:lnTo>
                  <a:lnTo>
                    <a:pt x="1146811" y="1544305"/>
                  </a:lnTo>
                  <a:lnTo>
                    <a:pt x="1146821" y="1544307"/>
                  </a:lnTo>
                  <a:lnTo>
                    <a:pt x="1146836" y="1544310"/>
                  </a:lnTo>
                  <a:lnTo>
                    <a:pt x="1146846" y="1544310"/>
                  </a:lnTo>
                  <a:lnTo>
                    <a:pt x="1146875" y="1544306"/>
                  </a:lnTo>
                  <a:lnTo>
                    <a:pt x="1146891" y="1544306"/>
                  </a:lnTo>
                  <a:lnTo>
                    <a:pt x="1146904" y="1544310"/>
                  </a:lnTo>
                  <a:lnTo>
                    <a:pt x="1146934" y="1544320"/>
                  </a:lnTo>
                  <a:lnTo>
                    <a:pt x="1146950" y="1544324"/>
                  </a:lnTo>
                  <a:lnTo>
                    <a:pt x="1146964" y="1544332"/>
                  </a:lnTo>
                  <a:lnTo>
                    <a:pt x="1146984" y="1544352"/>
                  </a:lnTo>
                  <a:lnTo>
                    <a:pt x="1146995" y="1544362"/>
                  </a:lnTo>
                  <a:lnTo>
                    <a:pt x="1147018" y="1544371"/>
                  </a:lnTo>
                  <a:lnTo>
                    <a:pt x="1147048" y="1544375"/>
                  </a:lnTo>
                  <a:lnTo>
                    <a:pt x="1147056" y="1544377"/>
                  </a:lnTo>
                  <a:lnTo>
                    <a:pt x="1147082" y="1544374"/>
                  </a:lnTo>
                  <a:lnTo>
                    <a:pt x="1147117" y="1544375"/>
                  </a:lnTo>
                  <a:lnTo>
                    <a:pt x="1147146" y="1544381"/>
                  </a:lnTo>
                  <a:lnTo>
                    <a:pt x="1147176" y="1544388"/>
                  </a:lnTo>
                  <a:lnTo>
                    <a:pt x="1147206" y="1544396"/>
                  </a:lnTo>
                  <a:lnTo>
                    <a:pt x="1147236" y="1544412"/>
                  </a:lnTo>
                  <a:lnTo>
                    <a:pt x="1147254" y="1544423"/>
                  </a:lnTo>
                  <a:lnTo>
                    <a:pt x="1147266" y="1544425"/>
                  </a:lnTo>
                  <a:lnTo>
                    <a:pt x="1147296" y="1544424"/>
                  </a:lnTo>
                  <a:lnTo>
                    <a:pt x="1147306" y="1544422"/>
                  </a:lnTo>
                  <a:lnTo>
                    <a:pt x="1147325" y="1544409"/>
                  </a:lnTo>
                  <a:lnTo>
                    <a:pt x="1147341" y="1544409"/>
                  </a:lnTo>
                  <a:lnTo>
                    <a:pt x="1147355" y="1544417"/>
                  </a:lnTo>
                  <a:lnTo>
                    <a:pt x="1147359" y="1544448"/>
                  </a:lnTo>
                  <a:lnTo>
                    <a:pt x="1147365" y="1544471"/>
                  </a:lnTo>
                  <a:lnTo>
                    <a:pt x="1147372" y="1544479"/>
                  </a:lnTo>
                  <a:lnTo>
                    <a:pt x="1147375" y="1544483"/>
                  </a:lnTo>
                  <a:lnTo>
                    <a:pt x="1147401" y="1544487"/>
                  </a:lnTo>
                  <a:lnTo>
                    <a:pt x="1147413" y="1544495"/>
                  </a:lnTo>
                  <a:lnTo>
                    <a:pt x="1147417" y="1544503"/>
                  </a:lnTo>
                  <a:lnTo>
                    <a:pt x="1147416" y="1544513"/>
                  </a:lnTo>
                  <a:lnTo>
                    <a:pt x="1147412" y="1544522"/>
                  </a:lnTo>
                  <a:lnTo>
                    <a:pt x="1147409" y="1544528"/>
                  </a:lnTo>
                  <a:lnTo>
                    <a:pt x="1147405" y="1544532"/>
                  </a:lnTo>
                  <a:lnTo>
                    <a:pt x="1147396" y="1544543"/>
                  </a:lnTo>
                  <a:lnTo>
                    <a:pt x="1147386" y="1544553"/>
                  </a:lnTo>
                  <a:lnTo>
                    <a:pt x="1147383" y="1544559"/>
                  </a:lnTo>
                  <a:lnTo>
                    <a:pt x="1147380" y="1544568"/>
                  </a:lnTo>
                  <a:lnTo>
                    <a:pt x="1147386" y="1544582"/>
                  </a:lnTo>
                  <a:lnTo>
                    <a:pt x="1147394" y="1544588"/>
                  </a:lnTo>
                  <a:lnTo>
                    <a:pt x="1147404" y="1544588"/>
                  </a:lnTo>
                  <a:lnTo>
                    <a:pt x="1147410" y="1544588"/>
                  </a:lnTo>
                  <a:lnTo>
                    <a:pt x="1147434" y="1544575"/>
                  </a:lnTo>
                  <a:lnTo>
                    <a:pt x="1147464" y="1544557"/>
                  </a:lnTo>
                  <a:lnTo>
                    <a:pt x="1147472" y="1544556"/>
                  </a:lnTo>
                  <a:lnTo>
                    <a:pt x="1147480" y="1544560"/>
                  </a:lnTo>
                  <a:lnTo>
                    <a:pt x="1147490" y="1544579"/>
                  </a:lnTo>
                  <a:lnTo>
                    <a:pt x="1147495" y="1544584"/>
                  </a:lnTo>
                  <a:lnTo>
                    <a:pt x="1147508" y="1544609"/>
                  </a:lnTo>
                  <a:lnTo>
                    <a:pt x="1147513" y="1544622"/>
                  </a:lnTo>
                  <a:lnTo>
                    <a:pt x="1147516" y="1544627"/>
                  </a:lnTo>
                  <a:lnTo>
                    <a:pt x="1147518" y="1544634"/>
                  </a:lnTo>
                  <a:lnTo>
                    <a:pt x="1147524" y="1544640"/>
                  </a:lnTo>
                  <a:lnTo>
                    <a:pt x="1147528" y="1544644"/>
                  </a:lnTo>
                  <a:lnTo>
                    <a:pt x="1147534" y="1544644"/>
                  </a:lnTo>
                  <a:lnTo>
                    <a:pt x="1147538" y="1544640"/>
                  </a:lnTo>
                  <a:lnTo>
                    <a:pt x="1147544" y="1544631"/>
                  </a:lnTo>
                  <a:lnTo>
                    <a:pt x="1147550" y="1544627"/>
                  </a:lnTo>
                  <a:lnTo>
                    <a:pt x="1147553" y="1544623"/>
                  </a:lnTo>
                  <a:lnTo>
                    <a:pt x="1147577" y="1544602"/>
                  </a:lnTo>
                  <a:lnTo>
                    <a:pt x="1147587" y="1544592"/>
                  </a:lnTo>
                  <a:lnTo>
                    <a:pt x="1147598" y="1544571"/>
                  </a:lnTo>
                  <a:lnTo>
                    <a:pt x="1147603" y="1544559"/>
                  </a:lnTo>
                  <a:lnTo>
                    <a:pt x="1147610" y="1544551"/>
                  </a:lnTo>
                  <a:lnTo>
                    <a:pt x="1147620" y="1544548"/>
                  </a:lnTo>
                  <a:lnTo>
                    <a:pt x="1147649" y="1544538"/>
                  </a:lnTo>
                  <a:lnTo>
                    <a:pt x="1147657" y="1544532"/>
                  </a:lnTo>
                  <a:lnTo>
                    <a:pt x="1147673" y="1544509"/>
                  </a:lnTo>
                  <a:lnTo>
                    <a:pt x="1147679" y="1544499"/>
                  </a:lnTo>
                  <a:lnTo>
                    <a:pt x="1147683" y="1544478"/>
                  </a:lnTo>
                  <a:lnTo>
                    <a:pt x="1147695" y="1544447"/>
                  </a:lnTo>
                  <a:lnTo>
                    <a:pt x="1147706" y="1544443"/>
                  </a:lnTo>
                  <a:lnTo>
                    <a:pt x="1147719" y="1544459"/>
                  </a:lnTo>
                  <a:lnTo>
                    <a:pt x="1147731" y="1544490"/>
                  </a:lnTo>
                  <a:lnTo>
                    <a:pt x="1147734" y="1544498"/>
                  </a:lnTo>
                  <a:lnTo>
                    <a:pt x="1147735" y="1544523"/>
                  </a:lnTo>
                  <a:lnTo>
                    <a:pt x="1147741" y="1544531"/>
                  </a:lnTo>
                  <a:lnTo>
                    <a:pt x="1147753" y="1544531"/>
                  </a:lnTo>
                  <a:lnTo>
                    <a:pt x="1147761" y="1544526"/>
                  </a:lnTo>
                  <a:lnTo>
                    <a:pt x="1147768" y="1544520"/>
                  </a:lnTo>
                  <a:lnTo>
                    <a:pt x="1147784" y="1544498"/>
                  </a:lnTo>
                  <a:lnTo>
                    <a:pt x="1147792" y="1544491"/>
                  </a:lnTo>
                  <a:lnTo>
                    <a:pt x="1147808" y="1544483"/>
                  </a:lnTo>
                  <a:lnTo>
                    <a:pt x="1147814" y="1544483"/>
                  </a:lnTo>
                  <a:lnTo>
                    <a:pt x="1147843" y="1544470"/>
                  </a:lnTo>
                  <a:lnTo>
                    <a:pt x="1147855" y="1544464"/>
                  </a:lnTo>
                  <a:lnTo>
                    <a:pt x="1147873" y="1544462"/>
                  </a:lnTo>
                  <a:lnTo>
                    <a:pt x="1147885" y="1544468"/>
                  </a:lnTo>
                  <a:lnTo>
                    <a:pt x="1147903" y="1544470"/>
                  </a:lnTo>
                  <a:lnTo>
                    <a:pt x="1147911" y="1544470"/>
                  </a:lnTo>
                  <a:lnTo>
                    <a:pt x="1147933" y="1544461"/>
                  </a:lnTo>
                  <a:lnTo>
                    <a:pt x="1147962" y="1544441"/>
                  </a:lnTo>
                  <a:lnTo>
                    <a:pt x="1147976" y="1544430"/>
                  </a:lnTo>
                  <a:lnTo>
                    <a:pt x="1147992" y="1544424"/>
                  </a:lnTo>
                  <a:lnTo>
                    <a:pt x="1148008" y="1544417"/>
                  </a:lnTo>
                  <a:lnTo>
                    <a:pt x="1148025" y="1544415"/>
                  </a:lnTo>
                  <a:lnTo>
                    <a:pt x="1148037" y="1544421"/>
                  </a:lnTo>
                  <a:lnTo>
                    <a:pt x="1148051" y="1544433"/>
                  </a:lnTo>
                  <a:lnTo>
                    <a:pt x="1148079" y="1544458"/>
                  </a:lnTo>
                  <a:lnTo>
                    <a:pt x="1148093" y="1544470"/>
                  </a:lnTo>
                  <a:lnTo>
                    <a:pt x="1148105" y="1544486"/>
                  </a:lnTo>
                  <a:lnTo>
                    <a:pt x="1148123" y="1544517"/>
                  </a:lnTo>
                  <a:lnTo>
                    <a:pt x="1148131" y="1544531"/>
                  </a:lnTo>
                  <a:lnTo>
                    <a:pt x="1148136" y="1544548"/>
                  </a:lnTo>
                  <a:lnTo>
                    <a:pt x="1148136" y="1544554"/>
                  </a:lnTo>
                  <a:lnTo>
                    <a:pt x="1148142" y="1544570"/>
                  </a:lnTo>
                  <a:lnTo>
                    <a:pt x="1148150" y="1544579"/>
                  </a:lnTo>
                  <a:lnTo>
                    <a:pt x="1148156" y="1544584"/>
                  </a:lnTo>
                  <a:lnTo>
                    <a:pt x="1148180" y="1544592"/>
                  </a:lnTo>
                  <a:lnTo>
                    <a:pt x="1148190" y="1544597"/>
                  </a:lnTo>
                  <a:lnTo>
                    <a:pt x="1148196" y="1544599"/>
                  </a:lnTo>
                  <a:lnTo>
                    <a:pt x="1148206" y="1544600"/>
                  </a:lnTo>
                  <a:lnTo>
                    <a:pt x="1148209" y="1544605"/>
                  </a:lnTo>
                  <a:lnTo>
                    <a:pt x="1148214" y="1544613"/>
                  </a:lnTo>
                  <a:lnTo>
                    <a:pt x="1148216" y="1544627"/>
                  </a:lnTo>
                  <a:lnTo>
                    <a:pt x="1148216" y="1544633"/>
                  </a:lnTo>
                  <a:lnTo>
                    <a:pt x="1148218" y="1544643"/>
                  </a:lnTo>
                  <a:lnTo>
                    <a:pt x="1148220" y="1544662"/>
                  </a:lnTo>
                  <a:lnTo>
                    <a:pt x="1148234" y="1544675"/>
                  </a:lnTo>
                  <a:lnTo>
                    <a:pt x="1148248" y="1544671"/>
                  </a:lnTo>
                  <a:lnTo>
                    <a:pt x="1148256" y="1544662"/>
                  </a:lnTo>
                  <a:lnTo>
                    <a:pt x="1148263" y="1544639"/>
                  </a:lnTo>
                  <a:lnTo>
                    <a:pt x="1148269" y="1544625"/>
                  </a:lnTo>
                  <a:lnTo>
                    <a:pt x="1148281" y="1544608"/>
                  </a:lnTo>
                  <a:lnTo>
                    <a:pt x="1148296" y="1544591"/>
                  </a:lnTo>
                  <a:lnTo>
                    <a:pt x="1148302" y="1544587"/>
                  </a:lnTo>
                  <a:lnTo>
                    <a:pt x="1148310" y="1544587"/>
                  </a:lnTo>
                  <a:lnTo>
                    <a:pt x="1148315" y="1544596"/>
                  </a:lnTo>
                  <a:lnTo>
                    <a:pt x="1148320" y="1544604"/>
                  </a:lnTo>
                  <a:lnTo>
                    <a:pt x="1148333" y="1544616"/>
                  </a:lnTo>
                  <a:lnTo>
                    <a:pt x="1148344" y="1544619"/>
                  </a:lnTo>
                  <a:lnTo>
                    <a:pt x="1148364" y="1544615"/>
                  </a:lnTo>
                  <a:lnTo>
                    <a:pt x="1148376" y="1544605"/>
                  </a:lnTo>
                  <a:lnTo>
                    <a:pt x="1148388" y="1544588"/>
                  </a:lnTo>
                  <a:lnTo>
                    <a:pt x="1148397" y="1544578"/>
                  </a:lnTo>
                  <a:lnTo>
                    <a:pt x="1148407" y="1544567"/>
                  </a:lnTo>
                  <a:lnTo>
                    <a:pt x="1148418" y="1544564"/>
                  </a:lnTo>
                  <a:lnTo>
                    <a:pt x="1148429" y="1544570"/>
                  </a:lnTo>
                  <a:lnTo>
                    <a:pt x="1148443" y="1544582"/>
                  </a:lnTo>
                  <a:lnTo>
                    <a:pt x="1148463" y="1544592"/>
                  </a:lnTo>
                  <a:lnTo>
                    <a:pt x="1148471" y="1544581"/>
                  </a:lnTo>
                  <a:lnTo>
                    <a:pt x="1148485" y="1544563"/>
                  </a:lnTo>
                  <a:lnTo>
                    <a:pt x="1148491" y="1544558"/>
                  </a:lnTo>
                  <a:lnTo>
                    <a:pt x="1148504" y="1544568"/>
                  </a:lnTo>
                  <a:lnTo>
                    <a:pt x="1148524" y="1544587"/>
                  </a:lnTo>
                  <a:lnTo>
                    <a:pt x="1148555" y="1544610"/>
                  </a:lnTo>
                  <a:lnTo>
                    <a:pt x="1148563" y="1544615"/>
                  </a:lnTo>
                  <a:lnTo>
                    <a:pt x="1148584" y="1544623"/>
                  </a:lnTo>
                  <a:lnTo>
                    <a:pt x="1148614" y="1544631"/>
                  </a:lnTo>
                  <a:lnTo>
                    <a:pt x="1148644" y="1544637"/>
                  </a:lnTo>
                  <a:lnTo>
                    <a:pt x="1148674" y="1544645"/>
                  </a:lnTo>
                  <a:lnTo>
                    <a:pt x="1148690" y="1544654"/>
                  </a:lnTo>
                  <a:lnTo>
                    <a:pt x="1148703" y="1544655"/>
                  </a:lnTo>
                  <a:lnTo>
                    <a:pt x="1148710" y="1544655"/>
                  </a:lnTo>
                  <a:lnTo>
                    <a:pt x="1148733" y="1544643"/>
                  </a:lnTo>
                  <a:lnTo>
                    <a:pt x="1148763" y="1544620"/>
                  </a:lnTo>
                  <a:lnTo>
                    <a:pt x="1148771" y="1544613"/>
                  </a:lnTo>
                  <a:lnTo>
                    <a:pt x="1148792" y="1544605"/>
                  </a:lnTo>
                  <a:lnTo>
                    <a:pt x="1148808" y="1544601"/>
                  </a:lnTo>
                  <a:lnTo>
                    <a:pt x="1148812" y="1544597"/>
                  </a:lnTo>
                  <a:lnTo>
                    <a:pt x="1148822" y="1544597"/>
                  </a:lnTo>
                  <a:lnTo>
                    <a:pt x="1148836" y="1544592"/>
                  </a:lnTo>
                  <a:lnTo>
                    <a:pt x="1148852" y="1544582"/>
                  </a:lnTo>
                  <a:lnTo>
                    <a:pt x="1148865" y="1544564"/>
                  </a:lnTo>
                  <a:lnTo>
                    <a:pt x="1148875" y="1544555"/>
                  </a:lnTo>
                  <a:lnTo>
                    <a:pt x="1148887" y="1544559"/>
                  </a:lnTo>
                  <a:lnTo>
                    <a:pt x="1148891" y="1544565"/>
                  </a:lnTo>
                  <a:lnTo>
                    <a:pt x="1148893" y="1544580"/>
                  </a:lnTo>
                  <a:lnTo>
                    <a:pt x="1148903" y="1544610"/>
                  </a:lnTo>
                  <a:lnTo>
                    <a:pt x="1148920" y="1544641"/>
                  </a:lnTo>
                  <a:lnTo>
                    <a:pt x="1148948" y="1544670"/>
                  </a:lnTo>
                  <a:lnTo>
                    <a:pt x="1148964" y="1544673"/>
                  </a:lnTo>
                  <a:lnTo>
                    <a:pt x="1148977" y="1544681"/>
                  </a:lnTo>
                  <a:lnTo>
                    <a:pt x="1148999" y="1544698"/>
                  </a:lnTo>
                  <a:lnTo>
                    <a:pt x="1149005" y="1544706"/>
                  </a:lnTo>
                  <a:lnTo>
                    <a:pt x="1149022" y="1544716"/>
                  </a:lnTo>
                  <a:lnTo>
                    <a:pt x="1149029" y="1544714"/>
                  </a:lnTo>
                  <a:lnTo>
                    <a:pt x="1149035" y="1544708"/>
                  </a:lnTo>
                  <a:lnTo>
                    <a:pt x="1149058" y="1544675"/>
                  </a:lnTo>
                  <a:lnTo>
                    <a:pt x="1149070" y="1544662"/>
                  </a:lnTo>
                  <a:lnTo>
                    <a:pt x="1149084" y="1544656"/>
                  </a:lnTo>
                  <a:lnTo>
                    <a:pt x="1149090" y="1544654"/>
                  </a:lnTo>
                  <a:lnTo>
                    <a:pt x="1149114" y="1544658"/>
                  </a:lnTo>
                  <a:lnTo>
                    <a:pt x="1149126" y="1544662"/>
                  </a:lnTo>
                  <a:lnTo>
                    <a:pt x="1149144" y="1544661"/>
                  </a:lnTo>
                  <a:lnTo>
                    <a:pt x="1149163" y="1544651"/>
                  </a:lnTo>
                  <a:lnTo>
                    <a:pt x="1149169" y="1544641"/>
                  </a:lnTo>
                  <a:lnTo>
                    <a:pt x="1149173" y="1544637"/>
                  </a:lnTo>
                  <a:lnTo>
                    <a:pt x="1149181" y="1544610"/>
                  </a:lnTo>
                  <a:lnTo>
                    <a:pt x="1149177" y="1544579"/>
                  </a:lnTo>
                  <a:lnTo>
                    <a:pt x="1149176" y="1544563"/>
                  </a:lnTo>
                  <a:lnTo>
                    <a:pt x="1149188" y="1544562"/>
                  </a:lnTo>
                  <a:lnTo>
                    <a:pt x="1149206" y="1544569"/>
                  </a:lnTo>
                  <a:lnTo>
                    <a:pt x="1149218" y="1544569"/>
                  </a:lnTo>
                  <a:lnTo>
                    <a:pt x="1149249" y="1544569"/>
                  </a:lnTo>
                  <a:lnTo>
                    <a:pt x="1149278" y="1544568"/>
                  </a:lnTo>
                  <a:lnTo>
                    <a:pt x="1149307" y="1544563"/>
                  </a:lnTo>
                  <a:lnTo>
                    <a:pt x="1149339" y="1544557"/>
                  </a:lnTo>
                  <a:lnTo>
                    <a:pt x="1149351" y="1544553"/>
                  </a:lnTo>
                  <a:lnTo>
                    <a:pt x="1149367" y="1544538"/>
                  </a:lnTo>
                  <a:lnTo>
                    <a:pt x="1149394" y="1544512"/>
                  </a:lnTo>
                  <a:lnTo>
                    <a:pt x="1149400" y="1544503"/>
                  </a:lnTo>
                  <a:lnTo>
                    <a:pt x="1149410" y="1544493"/>
                  </a:lnTo>
                  <a:lnTo>
                    <a:pt x="1149422" y="1544487"/>
                  </a:lnTo>
                  <a:lnTo>
                    <a:pt x="1149451" y="1544470"/>
                  </a:lnTo>
                  <a:lnTo>
                    <a:pt x="1149459" y="1544468"/>
                  </a:lnTo>
                  <a:lnTo>
                    <a:pt x="1149489" y="1544447"/>
                  </a:lnTo>
                  <a:lnTo>
                    <a:pt x="1149510" y="1544414"/>
                  </a:lnTo>
                  <a:lnTo>
                    <a:pt x="1149519" y="1544394"/>
                  </a:lnTo>
                  <a:lnTo>
                    <a:pt x="1149530" y="1544395"/>
                  </a:lnTo>
                  <a:lnTo>
                    <a:pt x="1149560" y="1544403"/>
                  </a:lnTo>
                  <a:lnTo>
                    <a:pt x="1149566" y="1544405"/>
                  </a:lnTo>
                  <a:lnTo>
                    <a:pt x="1149590" y="1544403"/>
                  </a:lnTo>
                  <a:lnTo>
                    <a:pt x="1149600" y="1544397"/>
                  </a:lnTo>
                  <a:lnTo>
                    <a:pt x="1149617" y="1544376"/>
                  </a:lnTo>
                  <a:lnTo>
                    <a:pt x="1149629" y="1544352"/>
                  </a:lnTo>
                  <a:lnTo>
                    <a:pt x="1149638" y="1544337"/>
                  </a:lnTo>
                  <a:lnTo>
                    <a:pt x="1149643" y="1544335"/>
                  </a:lnTo>
                  <a:lnTo>
                    <a:pt x="1149663" y="1544330"/>
                  </a:lnTo>
                  <a:lnTo>
                    <a:pt x="1149669" y="1544326"/>
                  </a:lnTo>
                  <a:lnTo>
                    <a:pt x="1149673" y="1544322"/>
                  </a:lnTo>
                  <a:lnTo>
                    <a:pt x="1149702" y="1544293"/>
                  </a:lnTo>
                  <a:lnTo>
                    <a:pt x="1149712" y="1544278"/>
                  </a:lnTo>
                  <a:lnTo>
                    <a:pt x="1149714" y="1544270"/>
                  </a:lnTo>
                  <a:lnTo>
                    <a:pt x="1149714" y="1544257"/>
                  </a:lnTo>
                  <a:lnTo>
                    <a:pt x="1149710" y="1544224"/>
                  </a:lnTo>
                  <a:lnTo>
                    <a:pt x="1149709" y="1544195"/>
                  </a:lnTo>
                  <a:lnTo>
                    <a:pt x="1149709" y="1544187"/>
                  </a:lnTo>
                  <a:lnTo>
                    <a:pt x="1149717" y="1544164"/>
                  </a:lnTo>
                  <a:lnTo>
                    <a:pt x="1149733" y="1544133"/>
                  </a:lnTo>
                  <a:lnTo>
                    <a:pt x="1149748" y="1544102"/>
                  </a:lnTo>
                  <a:lnTo>
                    <a:pt x="1149756" y="1544090"/>
                  </a:lnTo>
                  <a:lnTo>
                    <a:pt x="1149774" y="1544085"/>
                  </a:lnTo>
                  <a:lnTo>
                    <a:pt x="1149804" y="1544096"/>
                  </a:lnTo>
                  <a:lnTo>
                    <a:pt x="1149826" y="1544093"/>
                  </a:lnTo>
                  <a:lnTo>
                    <a:pt x="1149834" y="1544089"/>
                  </a:lnTo>
                  <a:lnTo>
                    <a:pt x="1149841" y="1544081"/>
                  </a:lnTo>
                  <a:lnTo>
                    <a:pt x="1149841" y="1544071"/>
                  </a:lnTo>
                  <a:lnTo>
                    <a:pt x="1149835" y="1544058"/>
                  </a:lnTo>
                  <a:lnTo>
                    <a:pt x="1149835" y="1544042"/>
                  </a:lnTo>
                  <a:lnTo>
                    <a:pt x="1149841" y="1544033"/>
                  </a:lnTo>
                  <a:lnTo>
                    <a:pt x="1149847" y="1544031"/>
                  </a:lnTo>
                  <a:lnTo>
                    <a:pt x="1149877" y="1544029"/>
                  </a:lnTo>
                  <a:lnTo>
                    <a:pt x="1149892" y="1544027"/>
                  </a:lnTo>
                  <a:lnTo>
                    <a:pt x="1149907" y="1544029"/>
                  </a:lnTo>
                  <a:lnTo>
                    <a:pt x="1149936" y="1544033"/>
                  </a:lnTo>
                  <a:lnTo>
                    <a:pt x="1149944" y="1544035"/>
                  </a:lnTo>
                  <a:lnTo>
                    <a:pt x="1149948" y="1544028"/>
                  </a:lnTo>
                  <a:lnTo>
                    <a:pt x="1149954" y="1544012"/>
                  </a:lnTo>
                  <a:lnTo>
                    <a:pt x="1149966" y="1543991"/>
                  </a:lnTo>
                  <a:lnTo>
                    <a:pt x="1149975" y="1543981"/>
                  </a:lnTo>
                  <a:lnTo>
                    <a:pt x="1149991" y="1543968"/>
                  </a:lnTo>
                  <a:lnTo>
                    <a:pt x="1150005" y="1543962"/>
                  </a:lnTo>
                  <a:lnTo>
                    <a:pt x="1150031" y="1543954"/>
                  </a:lnTo>
                  <a:lnTo>
                    <a:pt x="1150041" y="1543954"/>
                  </a:lnTo>
                  <a:lnTo>
                    <a:pt x="1150057" y="1543954"/>
                  </a:lnTo>
                  <a:lnTo>
                    <a:pt x="1150070" y="1543945"/>
                  </a:lnTo>
                  <a:lnTo>
                    <a:pt x="1150094" y="1543930"/>
                  </a:lnTo>
                  <a:lnTo>
                    <a:pt x="1150101" y="1543924"/>
                  </a:lnTo>
                  <a:lnTo>
                    <a:pt x="1150118" y="1543918"/>
                  </a:lnTo>
                  <a:lnTo>
                    <a:pt x="1150129" y="1543910"/>
                  </a:lnTo>
                  <a:lnTo>
                    <a:pt x="1150142" y="1543905"/>
                  </a:lnTo>
                  <a:lnTo>
                    <a:pt x="1150151" y="1543889"/>
                  </a:lnTo>
                  <a:lnTo>
                    <a:pt x="1150149" y="1543862"/>
                  </a:lnTo>
                  <a:lnTo>
                    <a:pt x="1150147" y="1543831"/>
                  </a:lnTo>
                  <a:lnTo>
                    <a:pt x="1150145" y="1543825"/>
                  </a:lnTo>
                  <a:lnTo>
                    <a:pt x="1150146" y="1543800"/>
                  </a:lnTo>
                  <a:lnTo>
                    <a:pt x="1150152" y="1543794"/>
                  </a:lnTo>
                  <a:lnTo>
                    <a:pt x="1150177" y="1543798"/>
                  </a:lnTo>
                  <a:lnTo>
                    <a:pt x="1150184" y="1543802"/>
                  </a:lnTo>
                  <a:lnTo>
                    <a:pt x="1150199" y="1543807"/>
                  </a:lnTo>
                  <a:lnTo>
                    <a:pt x="1150206" y="1543808"/>
                  </a:lnTo>
                  <a:lnTo>
                    <a:pt x="1150212" y="1543808"/>
                  </a:lnTo>
                  <a:lnTo>
                    <a:pt x="1150227" y="1543803"/>
                  </a:lnTo>
                  <a:lnTo>
                    <a:pt x="1150255" y="1543767"/>
                  </a:lnTo>
                  <a:lnTo>
                    <a:pt x="1150261" y="1543759"/>
                  </a:lnTo>
                  <a:lnTo>
                    <a:pt x="1150269" y="1543736"/>
                  </a:lnTo>
                  <a:lnTo>
                    <a:pt x="1150277" y="1543705"/>
                  </a:lnTo>
                  <a:lnTo>
                    <a:pt x="1150283" y="1543690"/>
                  </a:lnTo>
                  <a:lnTo>
                    <a:pt x="1150294" y="1543674"/>
                  </a:lnTo>
                  <a:lnTo>
                    <a:pt x="1150320" y="1543643"/>
                  </a:lnTo>
                  <a:lnTo>
                    <a:pt x="1150349" y="1543614"/>
                  </a:lnTo>
                  <a:lnTo>
                    <a:pt x="1150364" y="1543603"/>
                  </a:lnTo>
                  <a:lnTo>
                    <a:pt x="1150375" y="1543596"/>
                  </a:lnTo>
                  <a:lnTo>
                    <a:pt x="1150392" y="1543582"/>
                  </a:lnTo>
                  <a:lnTo>
                    <a:pt x="1150402" y="1543574"/>
                  </a:lnTo>
                  <a:lnTo>
                    <a:pt x="1150409" y="1543568"/>
                  </a:lnTo>
                  <a:lnTo>
                    <a:pt x="1150438" y="1543559"/>
                  </a:lnTo>
                  <a:lnTo>
                    <a:pt x="1150468" y="1543549"/>
                  </a:lnTo>
                  <a:lnTo>
                    <a:pt x="1150497" y="1543530"/>
                  </a:lnTo>
                  <a:lnTo>
                    <a:pt x="1150527" y="1543515"/>
                  </a:lnTo>
                  <a:lnTo>
                    <a:pt x="1150535" y="1543513"/>
                  </a:lnTo>
                  <a:lnTo>
                    <a:pt x="1150553" y="1543501"/>
                  </a:lnTo>
                  <a:lnTo>
                    <a:pt x="1150558" y="1543492"/>
                  </a:lnTo>
                  <a:lnTo>
                    <a:pt x="1150561" y="1543485"/>
                  </a:lnTo>
                  <a:lnTo>
                    <a:pt x="1150562" y="1543460"/>
                  </a:lnTo>
                  <a:lnTo>
                    <a:pt x="1150556" y="1543427"/>
                  </a:lnTo>
                  <a:lnTo>
                    <a:pt x="1150558" y="1543408"/>
                  </a:lnTo>
                  <a:lnTo>
                    <a:pt x="1150560" y="1543398"/>
                  </a:lnTo>
                  <a:lnTo>
                    <a:pt x="1150565" y="1543368"/>
                  </a:lnTo>
                  <a:lnTo>
                    <a:pt x="1150569" y="1543353"/>
                  </a:lnTo>
                  <a:lnTo>
                    <a:pt x="1150575" y="1543336"/>
                  </a:lnTo>
                  <a:lnTo>
                    <a:pt x="1150577" y="1543306"/>
                  </a:lnTo>
                  <a:lnTo>
                    <a:pt x="1150577" y="1543275"/>
                  </a:lnTo>
                  <a:lnTo>
                    <a:pt x="1150576" y="1543244"/>
                  </a:lnTo>
                  <a:lnTo>
                    <a:pt x="1150578" y="1543213"/>
                  </a:lnTo>
                  <a:lnTo>
                    <a:pt x="1150592" y="1543182"/>
                  </a:lnTo>
                  <a:lnTo>
                    <a:pt x="1150603" y="1543151"/>
                  </a:lnTo>
                  <a:lnTo>
                    <a:pt x="1150605" y="1543121"/>
                  </a:lnTo>
                  <a:lnTo>
                    <a:pt x="1150607" y="1543090"/>
                  </a:lnTo>
                  <a:lnTo>
                    <a:pt x="1150610" y="1543059"/>
                  </a:lnTo>
                  <a:lnTo>
                    <a:pt x="1150612" y="1543028"/>
                  </a:lnTo>
                  <a:lnTo>
                    <a:pt x="1150614" y="1543020"/>
                  </a:lnTo>
                  <a:lnTo>
                    <a:pt x="1150616" y="1543014"/>
                  </a:lnTo>
                  <a:lnTo>
                    <a:pt x="1150616" y="1542997"/>
                  </a:lnTo>
                  <a:lnTo>
                    <a:pt x="1150617" y="1542966"/>
                  </a:lnTo>
                  <a:lnTo>
                    <a:pt x="1150615" y="1542944"/>
                  </a:lnTo>
                  <a:lnTo>
                    <a:pt x="1150611" y="1542936"/>
                  </a:lnTo>
                  <a:lnTo>
                    <a:pt x="1150607" y="1542928"/>
                  </a:lnTo>
                  <a:lnTo>
                    <a:pt x="1150587" y="1542907"/>
                  </a:lnTo>
                  <a:lnTo>
                    <a:pt x="1150557" y="1542879"/>
                  </a:lnTo>
                  <a:lnTo>
                    <a:pt x="1150528" y="1542856"/>
                  </a:lnTo>
                  <a:lnTo>
                    <a:pt x="1150509" y="1542844"/>
                  </a:lnTo>
                  <a:lnTo>
                    <a:pt x="1150497" y="1542840"/>
                  </a:lnTo>
                  <a:lnTo>
                    <a:pt x="1150468" y="1542824"/>
                  </a:lnTo>
                  <a:lnTo>
                    <a:pt x="1150457" y="1542820"/>
                  </a:lnTo>
                  <a:lnTo>
                    <a:pt x="1150444" y="1542820"/>
                  </a:lnTo>
                  <a:lnTo>
                    <a:pt x="1150438" y="1542824"/>
                  </a:lnTo>
                  <a:lnTo>
                    <a:pt x="1150408" y="1542835"/>
                  </a:lnTo>
                  <a:lnTo>
                    <a:pt x="1150378" y="1542850"/>
                  </a:lnTo>
                  <a:lnTo>
                    <a:pt x="1150349" y="1542858"/>
                  </a:lnTo>
                  <a:lnTo>
                    <a:pt x="1150319" y="1542862"/>
                  </a:lnTo>
                  <a:lnTo>
                    <a:pt x="1150289" y="1542871"/>
                  </a:lnTo>
                  <a:lnTo>
                    <a:pt x="1150260" y="1542875"/>
                  </a:lnTo>
                  <a:lnTo>
                    <a:pt x="1150252" y="1542875"/>
                  </a:lnTo>
                  <a:lnTo>
                    <a:pt x="1150241" y="1542869"/>
                  </a:lnTo>
                  <a:lnTo>
                    <a:pt x="1150230" y="1542857"/>
                  </a:lnTo>
                  <a:lnTo>
                    <a:pt x="1150222" y="1542826"/>
                  </a:lnTo>
                  <a:lnTo>
                    <a:pt x="1150211" y="1542796"/>
                  </a:lnTo>
                  <a:lnTo>
                    <a:pt x="1150199" y="1542765"/>
                  </a:lnTo>
                  <a:lnTo>
                    <a:pt x="1150191" y="1542743"/>
                  </a:lnTo>
                  <a:lnTo>
                    <a:pt x="1150191" y="1542734"/>
                  </a:lnTo>
                  <a:lnTo>
                    <a:pt x="1150187" y="1542703"/>
                  </a:lnTo>
                  <a:lnTo>
                    <a:pt x="1150184" y="1542673"/>
                  </a:lnTo>
                  <a:lnTo>
                    <a:pt x="1150182" y="1542642"/>
                  </a:lnTo>
                  <a:lnTo>
                    <a:pt x="1150180" y="1542611"/>
                  </a:lnTo>
                  <a:lnTo>
                    <a:pt x="1150178" y="1542605"/>
                  </a:lnTo>
                  <a:lnTo>
                    <a:pt x="1150180" y="1542580"/>
                  </a:lnTo>
                  <a:lnTo>
                    <a:pt x="1150175" y="1542550"/>
                  </a:lnTo>
                  <a:lnTo>
                    <a:pt x="1150173" y="1542519"/>
                  </a:lnTo>
                  <a:lnTo>
                    <a:pt x="1150171" y="1542484"/>
                  </a:lnTo>
                  <a:lnTo>
                    <a:pt x="1150171" y="1542457"/>
                  </a:lnTo>
                  <a:lnTo>
                    <a:pt x="1150171" y="1542426"/>
                  </a:lnTo>
                  <a:lnTo>
                    <a:pt x="1150170" y="1542396"/>
                  </a:lnTo>
                  <a:lnTo>
                    <a:pt x="1150176" y="1542365"/>
                  </a:lnTo>
                  <a:lnTo>
                    <a:pt x="1150189" y="1542334"/>
                  </a:lnTo>
                  <a:lnTo>
                    <a:pt x="1150189" y="1542328"/>
                  </a:lnTo>
                  <a:lnTo>
                    <a:pt x="1150177" y="1542303"/>
                  </a:lnTo>
                  <a:lnTo>
                    <a:pt x="1150167" y="1542273"/>
                  </a:lnTo>
                  <a:lnTo>
                    <a:pt x="1150163" y="1542242"/>
                  </a:lnTo>
                  <a:lnTo>
                    <a:pt x="1150159" y="1542211"/>
                  </a:lnTo>
                  <a:lnTo>
                    <a:pt x="1150143" y="1542188"/>
                  </a:lnTo>
                  <a:lnTo>
                    <a:pt x="1150135" y="1542182"/>
                  </a:lnTo>
                  <a:lnTo>
                    <a:pt x="1150105" y="1542170"/>
                  </a:lnTo>
                  <a:lnTo>
                    <a:pt x="1150075" y="1542154"/>
                  </a:lnTo>
                  <a:lnTo>
                    <a:pt x="1150067" y="1542146"/>
                  </a:lnTo>
                  <a:lnTo>
                    <a:pt x="1150061" y="1542132"/>
                  </a:lnTo>
                  <a:lnTo>
                    <a:pt x="1150059" y="1542124"/>
                  </a:lnTo>
                  <a:lnTo>
                    <a:pt x="1150053" y="1542103"/>
                  </a:lnTo>
                  <a:lnTo>
                    <a:pt x="1150045" y="1542097"/>
                  </a:lnTo>
                  <a:lnTo>
                    <a:pt x="1150015" y="1542095"/>
                  </a:lnTo>
                  <a:lnTo>
                    <a:pt x="1150005" y="1542093"/>
                  </a:lnTo>
                  <a:lnTo>
                    <a:pt x="1149995" y="1542081"/>
                  </a:lnTo>
                  <a:lnTo>
                    <a:pt x="1149993" y="1542073"/>
                  </a:lnTo>
                  <a:lnTo>
                    <a:pt x="1149991" y="1542056"/>
                  </a:lnTo>
                  <a:lnTo>
                    <a:pt x="1149995" y="1542042"/>
                  </a:lnTo>
                  <a:lnTo>
                    <a:pt x="1149998" y="1542019"/>
                  </a:lnTo>
                  <a:lnTo>
                    <a:pt x="1149996" y="1542011"/>
                  </a:lnTo>
                  <a:lnTo>
                    <a:pt x="1149988" y="1541999"/>
                  </a:lnTo>
                  <a:lnTo>
                    <a:pt x="1149978" y="1541991"/>
                  </a:lnTo>
                  <a:lnTo>
                    <a:pt x="1149970" y="1541987"/>
                  </a:lnTo>
                  <a:lnTo>
                    <a:pt x="1149959" y="1541977"/>
                  </a:lnTo>
                  <a:lnTo>
                    <a:pt x="1149954" y="1541968"/>
                  </a:lnTo>
                  <a:lnTo>
                    <a:pt x="1149951" y="1541958"/>
                  </a:lnTo>
                  <a:lnTo>
                    <a:pt x="1149944" y="1541927"/>
                  </a:lnTo>
                  <a:lnTo>
                    <a:pt x="1149936" y="1541897"/>
                  </a:lnTo>
                  <a:lnTo>
                    <a:pt x="1149930" y="1541866"/>
                  </a:lnTo>
                  <a:lnTo>
                    <a:pt x="1149921" y="1541839"/>
                  </a:lnTo>
                  <a:lnTo>
                    <a:pt x="1149914" y="1541829"/>
                  </a:lnTo>
                  <a:lnTo>
                    <a:pt x="1149910" y="1541825"/>
                  </a:lnTo>
                  <a:lnTo>
                    <a:pt x="1149890" y="1541819"/>
                  </a:lnTo>
                  <a:lnTo>
                    <a:pt x="1149860" y="1541830"/>
                  </a:lnTo>
                  <a:lnTo>
                    <a:pt x="1149830" y="1541834"/>
                  </a:lnTo>
                  <a:lnTo>
                    <a:pt x="1149801" y="1541836"/>
                  </a:lnTo>
                  <a:lnTo>
                    <a:pt x="1149771" y="1541833"/>
                  </a:lnTo>
                  <a:lnTo>
                    <a:pt x="1149741" y="1541827"/>
                  </a:lnTo>
                  <a:lnTo>
                    <a:pt x="1149711" y="1541807"/>
                  </a:lnTo>
                  <a:lnTo>
                    <a:pt x="1149683" y="1541776"/>
                  </a:lnTo>
                  <a:lnTo>
                    <a:pt x="1149659" y="1541745"/>
                  </a:lnTo>
                  <a:lnTo>
                    <a:pt x="1149631" y="1541717"/>
                  </a:lnTo>
                  <a:lnTo>
                    <a:pt x="1149601" y="1541698"/>
                  </a:lnTo>
                  <a:lnTo>
                    <a:pt x="1149541" y="1541648"/>
                  </a:lnTo>
                  <a:lnTo>
                    <a:pt x="1149511" y="1541624"/>
                  </a:lnTo>
                  <a:lnTo>
                    <a:pt x="1149493" y="1541617"/>
                  </a:lnTo>
                  <a:lnTo>
                    <a:pt x="1149484" y="1541609"/>
                  </a:lnTo>
                  <a:lnTo>
                    <a:pt x="1149481" y="1541595"/>
                  </a:lnTo>
                  <a:lnTo>
                    <a:pt x="1149495" y="1541576"/>
                  </a:lnTo>
                  <a:lnTo>
                    <a:pt x="1149503" y="1541566"/>
                  </a:lnTo>
                  <a:lnTo>
                    <a:pt x="1149505" y="1541558"/>
                  </a:lnTo>
                  <a:lnTo>
                    <a:pt x="1149507" y="1541546"/>
                  </a:lnTo>
                  <a:lnTo>
                    <a:pt x="1149503" y="1541533"/>
                  </a:lnTo>
                  <a:lnTo>
                    <a:pt x="1149489" y="1541536"/>
                  </a:lnTo>
                  <a:lnTo>
                    <a:pt x="1149484" y="1541539"/>
                  </a:lnTo>
                  <a:lnTo>
                    <a:pt x="1149475" y="1541538"/>
                  </a:lnTo>
                  <a:lnTo>
                    <a:pt x="1149471" y="1541529"/>
                  </a:lnTo>
                  <a:lnTo>
                    <a:pt x="1149471" y="1541517"/>
                  </a:lnTo>
                  <a:lnTo>
                    <a:pt x="1149469" y="1541494"/>
                  </a:lnTo>
                  <a:lnTo>
                    <a:pt x="1149461" y="1541493"/>
                  </a:lnTo>
                  <a:lnTo>
                    <a:pt x="1149439" y="1541509"/>
                  </a:lnTo>
                  <a:lnTo>
                    <a:pt x="1149431" y="1541511"/>
                  </a:lnTo>
                  <a:lnTo>
                    <a:pt x="1149424" y="1541507"/>
                  </a:lnTo>
                  <a:lnTo>
                    <a:pt x="1149421" y="1541499"/>
                  </a:lnTo>
                  <a:lnTo>
                    <a:pt x="1149419" y="1541485"/>
                  </a:lnTo>
                  <a:lnTo>
                    <a:pt x="1149413" y="1541466"/>
                  </a:lnTo>
                  <a:lnTo>
                    <a:pt x="1149401" y="1541460"/>
                  </a:lnTo>
                  <a:lnTo>
                    <a:pt x="1149371" y="1541458"/>
                  </a:lnTo>
                  <a:lnTo>
                    <a:pt x="1149355" y="1541459"/>
                  </a:lnTo>
                  <a:lnTo>
                    <a:pt x="1149341" y="1541463"/>
                  </a:lnTo>
                  <a:lnTo>
                    <a:pt x="1149311" y="1541469"/>
                  </a:lnTo>
                  <a:lnTo>
                    <a:pt x="1149282" y="1541478"/>
                  </a:lnTo>
                  <a:lnTo>
                    <a:pt x="1149252" y="1541493"/>
                  </a:lnTo>
                  <a:lnTo>
                    <a:pt x="1149223" y="1541513"/>
                  </a:lnTo>
                  <a:lnTo>
                    <a:pt x="1149193" y="1541524"/>
                  </a:lnTo>
                  <a:lnTo>
                    <a:pt x="1149163" y="1541528"/>
                  </a:lnTo>
                  <a:lnTo>
                    <a:pt x="1149141" y="1541532"/>
                  </a:lnTo>
                  <a:lnTo>
                    <a:pt x="1149133" y="1541539"/>
                  </a:lnTo>
                  <a:lnTo>
                    <a:pt x="1149112" y="1541553"/>
                  </a:lnTo>
                  <a:lnTo>
                    <a:pt x="1149104" y="1541556"/>
                  </a:lnTo>
                  <a:lnTo>
                    <a:pt x="1149082" y="1541556"/>
                  </a:lnTo>
                  <a:lnTo>
                    <a:pt x="1149074" y="1541560"/>
                  </a:lnTo>
                  <a:lnTo>
                    <a:pt x="1149050" y="1541581"/>
                  </a:lnTo>
                  <a:lnTo>
                    <a:pt x="1149049" y="1541587"/>
                  </a:lnTo>
                  <a:lnTo>
                    <a:pt x="1149021" y="1541616"/>
                  </a:lnTo>
                  <a:lnTo>
                    <a:pt x="1149011" y="1541624"/>
                  </a:lnTo>
                  <a:lnTo>
                    <a:pt x="1149005" y="1541635"/>
                  </a:lnTo>
                  <a:lnTo>
                    <a:pt x="1149001" y="1541645"/>
                  </a:lnTo>
                  <a:lnTo>
                    <a:pt x="1148990" y="1541676"/>
                  </a:lnTo>
                  <a:lnTo>
                    <a:pt x="1148978" y="1541707"/>
                  </a:lnTo>
                  <a:lnTo>
                    <a:pt x="1148965" y="1541737"/>
                  </a:lnTo>
                  <a:lnTo>
                    <a:pt x="1148953" y="1541760"/>
                  </a:lnTo>
                  <a:lnTo>
                    <a:pt x="1148945" y="1541769"/>
                  </a:lnTo>
                  <a:lnTo>
                    <a:pt x="1148937" y="1541773"/>
                  </a:lnTo>
                  <a:lnTo>
                    <a:pt x="1148929" y="1541777"/>
                  </a:lnTo>
                  <a:lnTo>
                    <a:pt x="1148923" y="1541777"/>
                  </a:lnTo>
                  <a:lnTo>
                    <a:pt x="1148915" y="1541777"/>
                  </a:lnTo>
                  <a:lnTo>
                    <a:pt x="1148886" y="1541779"/>
                  </a:lnTo>
                  <a:lnTo>
                    <a:pt x="1148872" y="1541771"/>
                  </a:lnTo>
                  <a:lnTo>
                    <a:pt x="1148867" y="1541765"/>
                  </a:lnTo>
                  <a:lnTo>
                    <a:pt x="1148865" y="1541755"/>
                  </a:lnTo>
                  <a:lnTo>
                    <a:pt x="1148857" y="1541724"/>
                  </a:lnTo>
                  <a:lnTo>
                    <a:pt x="1148855" y="1541714"/>
                  </a:lnTo>
                  <a:lnTo>
                    <a:pt x="1148847" y="1541707"/>
                  </a:lnTo>
                  <a:lnTo>
                    <a:pt x="1148836" y="1541714"/>
                  </a:lnTo>
                  <a:lnTo>
                    <a:pt x="1148816" y="1541731"/>
                  </a:lnTo>
                  <a:lnTo>
                    <a:pt x="1148806" y="1541731"/>
                  </a:lnTo>
                  <a:lnTo>
                    <a:pt x="1148784" y="1541723"/>
                  </a:lnTo>
                  <a:lnTo>
                    <a:pt x="1148776" y="1541719"/>
                  </a:lnTo>
                  <a:lnTo>
                    <a:pt x="1148746" y="1541688"/>
                  </a:lnTo>
                  <a:lnTo>
                    <a:pt x="1148736" y="1541676"/>
                  </a:lnTo>
                  <a:lnTo>
                    <a:pt x="1148726" y="1541670"/>
                  </a:lnTo>
                  <a:lnTo>
                    <a:pt x="1148718" y="1541668"/>
                  </a:lnTo>
                  <a:lnTo>
                    <a:pt x="1148704" y="1541664"/>
                  </a:lnTo>
                  <a:lnTo>
                    <a:pt x="1148688" y="1541664"/>
                  </a:lnTo>
                  <a:lnTo>
                    <a:pt x="1148670" y="1541658"/>
                  </a:lnTo>
                  <a:lnTo>
                    <a:pt x="1148664" y="1541646"/>
                  </a:lnTo>
                  <a:lnTo>
                    <a:pt x="1148662" y="1541621"/>
                  </a:lnTo>
                  <a:lnTo>
                    <a:pt x="1148658" y="1541615"/>
                  </a:lnTo>
                  <a:lnTo>
                    <a:pt x="1148644" y="1541591"/>
                  </a:lnTo>
                  <a:lnTo>
                    <a:pt x="1148644" y="1541585"/>
                  </a:lnTo>
                  <a:lnTo>
                    <a:pt x="1148638" y="1541554"/>
                  </a:lnTo>
                  <a:lnTo>
                    <a:pt x="1148638" y="1541523"/>
                  </a:lnTo>
                  <a:lnTo>
                    <a:pt x="1148635" y="1541502"/>
                  </a:lnTo>
                  <a:lnTo>
                    <a:pt x="1148627" y="1541492"/>
                  </a:lnTo>
                  <a:lnTo>
                    <a:pt x="1148603" y="1541480"/>
                  </a:lnTo>
                  <a:lnTo>
                    <a:pt x="1148597" y="1541474"/>
                  </a:lnTo>
                  <a:lnTo>
                    <a:pt x="1148579" y="1541458"/>
                  </a:lnTo>
                  <a:lnTo>
                    <a:pt x="1148571" y="1541446"/>
                  </a:lnTo>
                  <a:lnTo>
                    <a:pt x="1148555" y="1541425"/>
                  </a:lnTo>
                  <a:lnTo>
                    <a:pt x="1148551" y="1541415"/>
                  </a:lnTo>
                  <a:lnTo>
                    <a:pt x="1148543" y="1541384"/>
                  </a:lnTo>
                  <a:lnTo>
                    <a:pt x="1148537" y="1541353"/>
                  </a:lnTo>
                  <a:lnTo>
                    <a:pt x="1148529" y="1541331"/>
                  </a:lnTo>
                  <a:lnTo>
                    <a:pt x="1148522" y="1541323"/>
                  </a:lnTo>
                  <a:lnTo>
                    <a:pt x="1148509" y="1541308"/>
                  </a:lnTo>
                  <a:lnTo>
                    <a:pt x="1148503" y="1541307"/>
                  </a:lnTo>
                  <a:lnTo>
                    <a:pt x="1148493" y="1541303"/>
                  </a:lnTo>
                  <a:lnTo>
                    <a:pt x="1148463" y="1541292"/>
                  </a:lnTo>
                  <a:lnTo>
                    <a:pt x="1148433" y="1541279"/>
                  </a:lnTo>
                  <a:lnTo>
                    <a:pt x="1148411" y="1541274"/>
                  </a:lnTo>
                  <a:lnTo>
                    <a:pt x="1148403" y="1541266"/>
                  </a:lnTo>
                  <a:lnTo>
                    <a:pt x="1148397" y="1541259"/>
                  </a:lnTo>
                  <a:lnTo>
                    <a:pt x="1148395" y="1541248"/>
                  </a:lnTo>
                  <a:lnTo>
                    <a:pt x="1148397" y="1541236"/>
                  </a:lnTo>
                  <a:lnTo>
                    <a:pt x="1148399" y="1541211"/>
                  </a:lnTo>
                  <a:lnTo>
                    <a:pt x="1148392" y="1541207"/>
                  </a:lnTo>
                  <a:lnTo>
                    <a:pt x="1148363" y="1541199"/>
                  </a:lnTo>
                  <a:lnTo>
                    <a:pt x="1148333" y="1541195"/>
                  </a:lnTo>
                  <a:lnTo>
                    <a:pt x="1148315" y="1541189"/>
                  </a:lnTo>
                  <a:lnTo>
                    <a:pt x="1148303" y="1541185"/>
                  </a:lnTo>
                  <a:lnTo>
                    <a:pt x="1148273" y="1541161"/>
                  </a:lnTo>
                  <a:lnTo>
                    <a:pt x="1148245" y="1541132"/>
                  </a:lnTo>
                  <a:lnTo>
                    <a:pt x="1148241" y="1541129"/>
                  </a:lnTo>
                  <a:lnTo>
                    <a:pt x="1148223" y="1541124"/>
                  </a:lnTo>
                  <a:lnTo>
                    <a:pt x="1148216" y="1541124"/>
                  </a:lnTo>
                  <a:lnTo>
                    <a:pt x="1148185" y="1541114"/>
                  </a:lnTo>
                  <a:lnTo>
                    <a:pt x="1148156" y="1541090"/>
                  </a:lnTo>
                  <a:lnTo>
                    <a:pt x="1148132" y="1541060"/>
                  </a:lnTo>
                  <a:lnTo>
                    <a:pt x="1148111" y="1541029"/>
                  </a:lnTo>
                  <a:lnTo>
                    <a:pt x="1148096" y="1541011"/>
                  </a:lnTo>
                  <a:lnTo>
                    <a:pt x="1148085" y="1541005"/>
                  </a:lnTo>
                  <a:lnTo>
                    <a:pt x="1148056" y="1540991"/>
                  </a:lnTo>
                  <a:lnTo>
                    <a:pt x="1148039" y="1540980"/>
                  </a:lnTo>
                  <a:lnTo>
                    <a:pt x="1148025" y="1540966"/>
                  </a:lnTo>
                  <a:lnTo>
                    <a:pt x="1147999" y="1540936"/>
                  </a:lnTo>
                  <a:lnTo>
                    <a:pt x="1147985" y="1540905"/>
                  </a:lnTo>
                  <a:lnTo>
                    <a:pt x="1147973" y="1540874"/>
                  </a:lnTo>
                  <a:lnTo>
                    <a:pt x="1147967" y="1540843"/>
                  </a:lnTo>
                  <a:lnTo>
                    <a:pt x="1147959" y="1540813"/>
                  </a:lnTo>
                  <a:lnTo>
                    <a:pt x="1147959" y="1540798"/>
                  </a:lnTo>
                  <a:lnTo>
                    <a:pt x="1147949" y="1540782"/>
                  </a:lnTo>
                  <a:lnTo>
                    <a:pt x="1147936" y="1540768"/>
                  </a:lnTo>
                  <a:lnTo>
                    <a:pt x="1147928" y="1540752"/>
                  </a:lnTo>
                  <a:lnTo>
                    <a:pt x="1147916" y="1540721"/>
                  </a:lnTo>
                  <a:lnTo>
                    <a:pt x="1147910" y="1540690"/>
                  </a:lnTo>
                  <a:lnTo>
                    <a:pt x="1147906" y="1540659"/>
                  </a:lnTo>
                  <a:lnTo>
                    <a:pt x="1147898" y="1540629"/>
                  </a:lnTo>
                  <a:lnTo>
                    <a:pt x="1147896" y="1540609"/>
                  </a:lnTo>
                  <a:lnTo>
                    <a:pt x="1147892" y="1540602"/>
                  </a:lnTo>
                  <a:lnTo>
                    <a:pt x="1147885" y="1540596"/>
                  </a:lnTo>
                  <a:lnTo>
                    <a:pt x="1147877" y="1540593"/>
                  </a:lnTo>
                  <a:lnTo>
                    <a:pt x="1147868" y="1540590"/>
                  </a:lnTo>
                  <a:lnTo>
                    <a:pt x="1147857" y="1540588"/>
                  </a:lnTo>
                  <a:lnTo>
                    <a:pt x="1147843" y="1540584"/>
                  </a:lnTo>
                  <a:lnTo>
                    <a:pt x="1147830" y="1540582"/>
                  </a:lnTo>
                  <a:lnTo>
                    <a:pt x="1147825" y="1540578"/>
                  </a:lnTo>
                  <a:lnTo>
                    <a:pt x="1147822" y="1540559"/>
                  </a:lnTo>
                  <a:lnTo>
                    <a:pt x="1147825" y="1540547"/>
                  </a:lnTo>
                  <a:lnTo>
                    <a:pt x="1147833" y="1540516"/>
                  </a:lnTo>
                  <a:lnTo>
                    <a:pt x="1147843" y="1540485"/>
                  </a:lnTo>
                  <a:lnTo>
                    <a:pt x="1147840" y="1540473"/>
                  </a:lnTo>
                  <a:lnTo>
                    <a:pt x="1147828" y="1540462"/>
                  </a:lnTo>
                  <a:lnTo>
                    <a:pt x="1147822" y="1540455"/>
                  </a:lnTo>
                  <a:lnTo>
                    <a:pt x="1147817" y="1540446"/>
                  </a:lnTo>
                  <a:lnTo>
                    <a:pt x="1147814" y="1540437"/>
                  </a:lnTo>
                  <a:lnTo>
                    <a:pt x="1147806" y="1540424"/>
                  </a:lnTo>
                  <a:lnTo>
                    <a:pt x="1147801" y="1540418"/>
                  </a:lnTo>
                  <a:lnTo>
                    <a:pt x="1147788" y="1540414"/>
                  </a:lnTo>
                  <a:lnTo>
                    <a:pt x="1147777" y="1540412"/>
                  </a:lnTo>
                  <a:lnTo>
                    <a:pt x="1147761" y="1540410"/>
                  </a:lnTo>
                  <a:lnTo>
                    <a:pt x="1147747" y="1540404"/>
                  </a:lnTo>
                  <a:lnTo>
                    <a:pt x="1147717" y="1540398"/>
                  </a:lnTo>
                  <a:lnTo>
                    <a:pt x="1147687" y="1540386"/>
                  </a:lnTo>
                  <a:lnTo>
                    <a:pt x="1147673" y="1540380"/>
                  </a:lnTo>
                  <a:lnTo>
                    <a:pt x="1147657" y="1540368"/>
                  </a:lnTo>
                  <a:lnTo>
                    <a:pt x="1147627" y="1540343"/>
                  </a:lnTo>
                  <a:lnTo>
                    <a:pt x="1147599" y="1540315"/>
                  </a:lnTo>
                  <a:lnTo>
                    <a:pt x="1147583" y="1540285"/>
                  </a:lnTo>
                  <a:lnTo>
                    <a:pt x="1147575" y="1540250"/>
                  </a:lnTo>
                  <a:lnTo>
                    <a:pt x="1147562" y="1540243"/>
                  </a:lnTo>
                  <a:lnTo>
                    <a:pt x="1147541" y="1540242"/>
                  </a:lnTo>
                  <a:lnTo>
                    <a:pt x="1147511" y="1540238"/>
                  </a:lnTo>
                  <a:lnTo>
                    <a:pt x="1147492" y="1540238"/>
                  </a:lnTo>
                  <a:lnTo>
                    <a:pt x="1147481" y="1540234"/>
                  </a:lnTo>
                  <a:lnTo>
                    <a:pt x="1147459" y="1540216"/>
                  </a:lnTo>
                  <a:lnTo>
                    <a:pt x="1147455" y="1540208"/>
                  </a:lnTo>
                  <a:lnTo>
                    <a:pt x="1147445" y="1540177"/>
                  </a:lnTo>
                  <a:lnTo>
                    <a:pt x="1147429" y="1540161"/>
                  </a:lnTo>
                  <a:lnTo>
                    <a:pt x="1147417" y="1540159"/>
                  </a:lnTo>
                  <a:lnTo>
                    <a:pt x="1147387" y="1540163"/>
                  </a:lnTo>
                  <a:lnTo>
                    <a:pt x="1147374" y="1540165"/>
                  </a:lnTo>
                  <a:lnTo>
                    <a:pt x="1147366" y="1540164"/>
                  </a:lnTo>
                  <a:lnTo>
                    <a:pt x="1147358" y="1540157"/>
                  </a:lnTo>
                  <a:lnTo>
                    <a:pt x="1147340" y="1540139"/>
                  </a:lnTo>
                  <a:lnTo>
                    <a:pt x="1147338" y="1540129"/>
                  </a:lnTo>
                  <a:lnTo>
                    <a:pt x="1147333" y="1540114"/>
                  </a:lnTo>
                  <a:lnTo>
                    <a:pt x="1147333" y="1540098"/>
                  </a:lnTo>
                  <a:lnTo>
                    <a:pt x="1147335" y="1540067"/>
                  </a:lnTo>
                  <a:lnTo>
                    <a:pt x="1147339" y="1540036"/>
                  </a:lnTo>
                  <a:lnTo>
                    <a:pt x="1147346" y="1540004"/>
                  </a:lnTo>
                  <a:lnTo>
                    <a:pt x="1147354" y="1539974"/>
                  </a:lnTo>
                  <a:lnTo>
                    <a:pt x="1147352" y="1539955"/>
                  </a:lnTo>
                  <a:lnTo>
                    <a:pt x="1147352" y="1539938"/>
                  </a:lnTo>
                  <a:lnTo>
                    <a:pt x="1147346" y="1539913"/>
                  </a:lnTo>
                  <a:lnTo>
                    <a:pt x="1147343" y="1539882"/>
                  </a:lnTo>
                  <a:lnTo>
                    <a:pt x="1147345" y="1539851"/>
                  </a:lnTo>
                  <a:lnTo>
                    <a:pt x="1147349" y="1539821"/>
                  </a:lnTo>
                  <a:lnTo>
                    <a:pt x="1147353" y="1539790"/>
                  </a:lnTo>
                  <a:lnTo>
                    <a:pt x="1147352" y="1539759"/>
                  </a:lnTo>
                  <a:lnTo>
                    <a:pt x="1147352" y="1539728"/>
                  </a:lnTo>
                  <a:lnTo>
                    <a:pt x="1147346" y="1539697"/>
                  </a:lnTo>
                  <a:lnTo>
                    <a:pt x="1147337" y="1539666"/>
                  </a:lnTo>
                  <a:lnTo>
                    <a:pt x="1147329" y="1539636"/>
                  </a:lnTo>
                  <a:lnTo>
                    <a:pt x="1147321" y="1539605"/>
                  </a:lnTo>
                  <a:lnTo>
                    <a:pt x="1147315" y="1539574"/>
                  </a:lnTo>
                  <a:lnTo>
                    <a:pt x="1147317" y="1539544"/>
                  </a:lnTo>
                  <a:lnTo>
                    <a:pt x="1147320" y="1539513"/>
                  </a:lnTo>
                  <a:lnTo>
                    <a:pt x="1147318" y="1539482"/>
                  </a:lnTo>
                  <a:lnTo>
                    <a:pt x="1147316" y="1539463"/>
                  </a:lnTo>
                  <a:lnTo>
                    <a:pt x="1147291" y="1539404"/>
                  </a:lnTo>
                  <a:lnTo>
                    <a:pt x="1147293" y="1539373"/>
                  </a:lnTo>
                  <a:lnTo>
                    <a:pt x="1147297" y="1539343"/>
                  </a:lnTo>
                  <a:lnTo>
                    <a:pt x="1147299" y="1539312"/>
                  </a:lnTo>
                  <a:lnTo>
                    <a:pt x="1147298" y="1539281"/>
                  </a:lnTo>
                  <a:lnTo>
                    <a:pt x="1147296" y="1539265"/>
                  </a:lnTo>
                  <a:lnTo>
                    <a:pt x="1147290" y="1539250"/>
                  </a:lnTo>
                  <a:lnTo>
                    <a:pt x="1147286" y="1539220"/>
                  </a:lnTo>
                  <a:lnTo>
                    <a:pt x="1147281" y="1539189"/>
                  </a:lnTo>
                  <a:lnTo>
                    <a:pt x="1147281" y="1539158"/>
                  </a:lnTo>
                  <a:lnTo>
                    <a:pt x="1147279" y="1539127"/>
                  </a:lnTo>
                  <a:lnTo>
                    <a:pt x="1147277" y="1539105"/>
                  </a:lnTo>
                  <a:lnTo>
                    <a:pt x="1147279" y="1539096"/>
                  </a:lnTo>
                  <a:lnTo>
                    <a:pt x="1147283" y="1539076"/>
                  </a:lnTo>
                  <a:lnTo>
                    <a:pt x="1147288" y="1539065"/>
                  </a:lnTo>
                  <a:lnTo>
                    <a:pt x="1147300" y="1539043"/>
                  </a:lnTo>
                  <a:lnTo>
                    <a:pt x="1147308" y="1539034"/>
                  </a:lnTo>
                  <a:lnTo>
                    <a:pt x="1147330" y="1539014"/>
                  </a:lnTo>
                  <a:lnTo>
                    <a:pt x="1147334" y="1539006"/>
                  </a:lnTo>
                  <a:lnTo>
                    <a:pt x="1147334" y="1538991"/>
                  </a:lnTo>
                  <a:lnTo>
                    <a:pt x="1147327" y="1538975"/>
                  </a:lnTo>
                  <a:lnTo>
                    <a:pt x="1147319" y="1538944"/>
                  </a:lnTo>
                  <a:lnTo>
                    <a:pt x="1147323" y="1538919"/>
                  </a:lnTo>
                  <a:lnTo>
                    <a:pt x="1147327" y="1538913"/>
                  </a:lnTo>
                  <a:lnTo>
                    <a:pt x="1147342" y="1538882"/>
                  </a:lnTo>
                  <a:lnTo>
                    <a:pt x="1147366" y="1538851"/>
                  </a:lnTo>
                  <a:lnTo>
                    <a:pt x="1147390" y="1538822"/>
                  </a:lnTo>
                  <a:lnTo>
                    <a:pt x="1147411" y="1538791"/>
                  </a:lnTo>
                  <a:lnTo>
                    <a:pt x="1147419" y="1538777"/>
                  </a:lnTo>
                  <a:lnTo>
                    <a:pt x="1147423" y="1538760"/>
                  </a:lnTo>
                  <a:lnTo>
                    <a:pt x="1147424" y="1538729"/>
                  </a:lnTo>
                  <a:lnTo>
                    <a:pt x="1147422" y="1538711"/>
                  </a:lnTo>
                  <a:lnTo>
                    <a:pt x="1147418" y="1538702"/>
                  </a:lnTo>
                  <a:lnTo>
                    <a:pt x="1147414" y="1538699"/>
                  </a:lnTo>
                  <a:lnTo>
                    <a:pt x="1147406" y="1538682"/>
                  </a:lnTo>
                  <a:lnTo>
                    <a:pt x="1147404" y="1538668"/>
                  </a:lnTo>
                  <a:lnTo>
                    <a:pt x="1147411" y="1538642"/>
                  </a:lnTo>
                  <a:lnTo>
                    <a:pt x="1147406" y="1538606"/>
                  </a:lnTo>
                  <a:lnTo>
                    <a:pt x="1147405" y="1538594"/>
                  </a:lnTo>
                  <a:lnTo>
                    <a:pt x="1147399" y="1538576"/>
                  </a:lnTo>
                  <a:lnTo>
                    <a:pt x="1147392" y="1538542"/>
                  </a:lnTo>
                  <a:lnTo>
                    <a:pt x="1147373" y="1538514"/>
                  </a:lnTo>
                  <a:lnTo>
                    <a:pt x="1147355" y="1538483"/>
                  </a:lnTo>
                  <a:lnTo>
                    <a:pt x="1147343" y="1538453"/>
                  </a:lnTo>
                  <a:lnTo>
                    <a:pt x="1147338" y="1538422"/>
                  </a:lnTo>
                  <a:lnTo>
                    <a:pt x="1147336" y="1538408"/>
                  </a:lnTo>
                  <a:lnTo>
                    <a:pt x="1147338" y="1538401"/>
                  </a:lnTo>
                  <a:lnTo>
                    <a:pt x="1147342" y="1538391"/>
                  </a:lnTo>
                  <a:lnTo>
                    <a:pt x="1147361" y="1538361"/>
                  </a:lnTo>
                  <a:lnTo>
                    <a:pt x="1147368" y="1538350"/>
                  </a:lnTo>
                  <a:lnTo>
                    <a:pt x="1147383" y="1538329"/>
                  </a:lnTo>
                  <a:lnTo>
                    <a:pt x="1147393" y="1538313"/>
                  </a:lnTo>
                  <a:lnTo>
                    <a:pt x="1147397" y="1538298"/>
                  </a:lnTo>
                  <a:lnTo>
                    <a:pt x="1147400" y="1538234"/>
                  </a:lnTo>
                  <a:lnTo>
                    <a:pt x="1147398" y="1538216"/>
                  </a:lnTo>
                  <a:lnTo>
                    <a:pt x="1147400" y="1538185"/>
                  </a:lnTo>
                  <a:lnTo>
                    <a:pt x="1147411" y="1538154"/>
                  </a:lnTo>
                  <a:lnTo>
                    <a:pt x="1147427" y="1538124"/>
                  </a:lnTo>
                  <a:lnTo>
                    <a:pt x="1147432" y="1538100"/>
                  </a:lnTo>
                  <a:lnTo>
                    <a:pt x="1147428" y="1538093"/>
                  </a:lnTo>
                  <a:lnTo>
                    <a:pt x="1147422" y="1538087"/>
                  </a:lnTo>
                  <a:lnTo>
                    <a:pt x="1147404" y="1538062"/>
                  </a:lnTo>
                  <a:lnTo>
                    <a:pt x="1147391" y="1538039"/>
                  </a:lnTo>
                  <a:lnTo>
                    <a:pt x="1147389" y="1538031"/>
                  </a:lnTo>
                  <a:lnTo>
                    <a:pt x="1147384" y="1538001"/>
                  </a:lnTo>
                  <a:lnTo>
                    <a:pt x="1147386" y="1537970"/>
                  </a:lnTo>
                  <a:lnTo>
                    <a:pt x="1147388" y="1537939"/>
                  </a:lnTo>
                  <a:lnTo>
                    <a:pt x="1147388" y="1537908"/>
                  </a:lnTo>
                  <a:lnTo>
                    <a:pt x="1147379" y="1537877"/>
                  </a:lnTo>
                  <a:lnTo>
                    <a:pt x="1147363" y="1537847"/>
                  </a:lnTo>
                  <a:lnTo>
                    <a:pt x="1147347" y="1537816"/>
                  </a:lnTo>
                  <a:lnTo>
                    <a:pt x="1147329" y="1537785"/>
                  </a:lnTo>
                  <a:lnTo>
                    <a:pt x="1147314" y="1537755"/>
                  </a:lnTo>
                  <a:lnTo>
                    <a:pt x="1147306" y="1537724"/>
                  </a:lnTo>
                  <a:lnTo>
                    <a:pt x="1147302" y="1537693"/>
                  </a:lnTo>
                  <a:lnTo>
                    <a:pt x="1147298" y="1537662"/>
                  </a:lnTo>
                  <a:lnTo>
                    <a:pt x="1147286" y="1537632"/>
                  </a:lnTo>
                  <a:lnTo>
                    <a:pt x="1147274" y="1537601"/>
                  </a:lnTo>
                  <a:lnTo>
                    <a:pt x="1147265" y="1537579"/>
                  </a:lnTo>
                  <a:lnTo>
                    <a:pt x="1147265" y="1537570"/>
                  </a:lnTo>
                  <a:lnTo>
                    <a:pt x="1147263" y="1537552"/>
                  </a:lnTo>
                  <a:lnTo>
                    <a:pt x="1147265" y="1537539"/>
                  </a:lnTo>
                  <a:lnTo>
                    <a:pt x="1147269" y="1537509"/>
                  </a:lnTo>
                  <a:lnTo>
                    <a:pt x="1147273" y="1537478"/>
                  </a:lnTo>
                  <a:lnTo>
                    <a:pt x="1147270" y="1537459"/>
                  </a:lnTo>
                  <a:lnTo>
                    <a:pt x="1147264" y="1537447"/>
                  </a:lnTo>
                  <a:lnTo>
                    <a:pt x="1147254" y="1537417"/>
                  </a:lnTo>
                  <a:lnTo>
                    <a:pt x="1147252" y="1537386"/>
                  </a:lnTo>
                  <a:lnTo>
                    <a:pt x="1147251" y="1537355"/>
                  </a:lnTo>
                  <a:lnTo>
                    <a:pt x="1147244" y="1537343"/>
                  </a:lnTo>
                  <a:lnTo>
                    <a:pt x="1147233" y="1537334"/>
                  </a:lnTo>
                  <a:lnTo>
                    <a:pt x="1147225" y="1537331"/>
                  </a:lnTo>
                  <a:lnTo>
                    <a:pt x="1147204" y="1537323"/>
                  </a:lnTo>
                  <a:lnTo>
                    <a:pt x="1147196" y="1537316"/>
                  </a:lnTo>
                  <a:lnTo>
                    <a:pt x="1147165" y="1537294"/>
                  </a:lnTo>
                  <a:lnTo>
                    <a:pt x="1147152" y="1537272"/>
                  </a:lnTo>
                  <a:lnTo>
                    <a:pt x="1147150" y="1537263"/>
                  </a:lnTo>
                  <a:lnTo>
                    <a:pt x="1147145" y="1537243"/>
                  </a:lnTo>
                  <a:lnTo>
                    <a:pt x="1147141" y="1537237"/>
                  </a:lnTo>
                  <a:lnTo>
                    <a:pt x="1147137" y="1537233"/>
                  </a:lnTo>
                  <a:lnTo>
                    <a:pt x="1147125" y="1537222"/>
                  </a:lnTo>
                  <a:lnTo>
                    <a:pt x="1147107" y="1537215"/>
                  </a:lnTo>
                  <a:lnTo>
                    <a:pt x="1147079" y="1537192"/>
                  </a:lnTo>
                  <a:lnTo>
                    <a:pt x="1147059" y="1537169"/>
                  </a:lnTo>
                  <a:lnTo>
                    <a:pt x="1147042" y="1537153"/>
                  </a:lnTo>
                  <a:lnTo>
                    <a:pt x="1147025" y="1537138"/>
                  </a:lnTo>
                  <a:lnTo>
                    <a:pt x="1147017" y="1537123"/>
                  </a:lnTo>
                  <a:lnTo>
                    <a:pt x="1147013" y="1537107"/>
                  </a:lnTo>
                  <a:lnTo>
                    <a:pt x="1147003" y="1537051"/>
                  </a:lnTo>
                  <a:lnTo>
                    <a:pt x="1146995" y="1537020"/>
                  </a:lnTo>
                  <a:lnTo>
                    <a:pt x="1146990" y="1536996"/>
                  </a:lnTo>
                  <a:lnTo>
                    <a:pt x="1146986" y="1536990"/>
                  </a:lnTo>
                  <a:lnTo>
                    <a:pt x="1146962" y="1536976"/>
                  </a:lnTo>
                  <a:lnTo>
                    <a:pt x="1146956" y="1536976"/>
                  </a:lnTo>
                  <a:lnTo>
                    <a:pt x="1146927" y="1536974"/>
                  </a:lnTo>
                  <a:lnTo>
                    <a:pt x="1146893" y="1536973"/>
                  </a:lnTo>
                  <a:lnTo>
                    <a:pt x="1146875" y="1536966"/>
                  </a:lnTo>
                  <a:lnTo>
                    <a:pt x="1146869" y="1536958"/>
                  </a:lnTo>
                  <a:lnTo>
                    <a:pt x="1146861" y="1536936"/>
                  </a:lnTo>
                  <a:lnTo>
                    <a:pt x="1146861" y="1536928"/>
                  </a:lnTo>
                  <a:lnTo>
                    <a:pt x="1146858" y="1536917"/>
                  </a:lnTo>
                  <a:lnTo>
                    <a:pt x="1146852" y="1536907"/>
                  </a:lnTo>
                  <a:lnTo>
                    <a:pt x="1146844" y="1536897"/>
                  </a:lnTo>
                  <a:lnTo>
                    <a:pt x="1146828" y="1536874"/>
                  </a:lnTo>
                  <a:lnTo>
                    <a:pt x="1146827" y="1536862"/>
                  </a:lnTo>
                  <a:lnTo>
                    <a:pt x="1146831" y="1536837"/>
                  </a:lnTo>
                  <a:lnTo>
                    <a:pt x="1146840" y="1536820"/>
                  </a:lnTo>
                  <a:lnTo>
                    <a:pt x="1146857" y="1536801"/>
                  </a:lnTo>
                  <a:lnTo>
                    <a:pt x="1146869" y="1536780"/>
                  </a:lnTo>
                  <a:lnTo>
                    <a:pt x="1146869" y="1536773"/>
                  </a:lnTo>
                  <a:lnTo>
                    <a:pt x="1146867" y="1536743"/>
                  </a:lnTo>
                  <a:lnTo>
                    <a:pt x="1146855" y="1536712"/>
                  </a:lnTo>
                  <a:lnTo>
                    <a:pt x="1146842" y="1536681"/>
                  </a:lnTo>
                  <a:lnTo>
                    <a:pt x="1146832" y="1536659"/>
                  </a:lnTo>
                  <a:lnTo>
                    <a:pt x="1146832" y="1536650"/>
                  </a:lnTo>
                  <a:lnTo>
                    <a:pt x="1146822" y="1536620"/>
                  </a:lnTo>
                  <a:lnTo>
                    <a:pt x="1146808" y="1536589"/>
                  </a:lnTo>
                  <a:lnTo>
                    <a:pt x="1146792" y="1536573"/>
                  </a:lnTo>
                  <a:lnTo>
                    <a:pt x="1146788" y="1536559"/>
                  </a:lnTo>
                  <a:lnTo>
                    <a:pt x="1146778" y="1536528"/>
                  </a:lnTo>
                  <a:lnTo>
                    <a:pt x="1146766" y="1536497"/>
                  </a:lnTo>
                  <a:lnTo>
                    <a:pt x="1146753" y="1536466"/>
                  </a:lnTo>
                  <a:lnTo>
                    <a:pt x="1146733" y="1536436"/>
                  </a:lnTo>
                  <a:lnTo>
                    <a:pt x="1146721" y="1536419"/>
                  </a:lnTo>
                  <a:lnTo>
                    <a:pt x="1146715" y="1536405"/>
                  </a:lnTo>
                  <a:lnTo>
                    <a:pt x="1146705" y="1536391"/>
                  </a:lnTo>
                  <a:lnTo>
                    <a:pt x="1146703" y="1536375"/>
                  </a:lnTo>
                  <a:lnTo>
                    <a:pt x="1146707" y="1536343"/>
                  </a:lnTo>
                  <a:lnTo>
                    <a:pt x="1146717" y="1536317"/>
                  </a:lnTo>
                  <a:lnTo>
                    <a:pt x="1146720" y="1536313"/>
                  </a:lnTo>
                  <a:lnTo>
                    <a:pt x="1146742" y="1536281"/>
                  </a:lnTo>
                  <a:lnTo>
                    <a:pt x="1146759" y="1536251"/>
                  </a:lnTo>
                  <a:lnTo>
                    <a:pt x="1146765" y="1536220"/>
                  </a:lnTo>
                  <a:lnTo>
                    <a:pt x="1146765" y="1536189"/>
                  </a:lnTo>
                  <a:lnTo>
                    <a:pt x="1146768" y="1536158"/>
                  </a:lnTo>
                  <a:lnTo>
                    <a:pt x="1146770" y="1536127"/>
                  </a:lnTo>
                  <a:lnTo>
                    <a:pt x="1146770" y="1536097"/>
                  </a:lnTo>
                  <a:lnTo>
                    <a:pt x="1146772" y="1536083"/>
                  </a:lnTo>
                  <a:lnTo>
                    <a:pt x="1146782" y="1536054"/>
                  </a:lnTo>
                  <a:lnTo>
                    <a:pt x="1146796" y="1536013"/>
                  </a:lnTo>
                  <a:lnTo>
                    <a:pt x="1146798" y="1535992"/>
                  </a:lnTo>
                  <a:lnTo>
                    <a:pt x="1146798" y="1535983"/>
                  </a:lnTo>
                  <a:lnTo>
                    <a:pt x="1146796" y="1535963"/>
                  </a:lnTo>
                  <a:lnTo>
                    <a:pt x="1146794" y="1535932"/>
                  </a:lnTo>
                  <a:lnTo>
                    <a:pt x="1146784" y="1535901"/>
                  </a:lnTo>
                  <a:lnTo>
                    <a:pt x="1146783" y="1535892"/>
                  </a:lnTo>
                  <a:lnTo>
                    <a:pt x="1146782" y="1535877"/>
                  </a:lnTo>
                  <a:lnTo>
                    <a:pt x="1146784" y="1535871"/>
                  </a:lnTo>
                  <a:lnTo>
                    <a:pt x="1146803" y="1535839"/>
                  </a:lnTo>
                  <a:lnTo>
                    <a:pt x="1146813" y="1535817"/>
                  </a:lnTo>
                  <a:lnTo>
                    <a:pt x="1146813" y="1535809"/>
                  </a:lnTo>
                  <a:lnTo>
                    <a:pt x="1146815" y="1535796"/>
                  </a:lnTo>
                  <a:lnTo>
                    <a:pt x="1146811" y="1535778"/>
                  </a:lnTo>
                  <a:lnTo>
                    <a:pt x="1146808" y="1535747"/>
                  </a:lnTo>
                  <a:lnTo>
                    <a:pt x="1146806" y="1535724"/>
                  </a:lnTo>
                  <a:lnTo>
                    <a:pt x="1146806" y="1535716"/>
                  </a:lnTo>
                  <a:lnTo>
                    <a:pt x="1146804" y="1535685"/>
                  </a:lnTo>
                  <a:lnTo>
                    <a:pt x="1146806" y="1535654"/>
                  </a:lnTo>
                  <a:lnTo>
                    <a:pt x="1146809" y="1535624"/>
                  </a:lnTo>
                  <a:lnTo>
                    <a:pt x="1146817" y="1535593"/>
                  </a:lnTo>
                  <a:lnTo>
                    <a:pt x="1146820" y="1535562"/>
                  </a:lnTo>
                  <a:lnTo>
                    <a:pt x="1146818" y="1535544"/>
                  </a:lnTo>
                  <a:lnTo>
                    <a:pt x="1146815" y="1535535"/>
                  </a:lnTo>
                  <a:lnTo>
                    <a:pt x="1146810" y="1535532"/>
                  </a:lnTo>
                  <a:lnTo>
                    <a:pt x="1146793" y="1535523"/>
                  </a:lnTo>
                  <a:lnTo>
                    <a:pt x="1146781" y="1535519"/>
                  </a:lnTo>
                  <a:lnTo>
                    <a:pt x="1146762" y="1535516"/>
                  </a:lnTo>
                  <a:lnTo>
                    <a:pt x="1146746" y="1535514"/>
                  </a:lnTo>
                  <a:lnTo>
                    <a:pt x="1146729" y="1535506"/>
                  </a:lnTo>
                  <a:lnTo>
                    <a:pt x="1146723" y="1535498"/>
                  </a:lnTo>
                  <a:lnTo>
                    <a:pt x="1146725" y="1535487"/>
                  </a:lnTo>
                  <a:lnTo>
                    <a:pt x="1146742" y="1535468"/>
                  </a:lnTo>
                  <a:lnTo>
                    <a:pt x="1146760" y="1535452"/>
                  </a:lnTo>
                  <a:lnTo>
                    <a:pt x="1146772" y="1535446"/>
                  </a:lnTo>
                  <a:lnTo>
                    <a:pt x="1146801" y="1535429"/>
                  </a:lnTo>
                  <a:lnTo>
                    <a:pt x="1146821" y="1535421"/>
                  </a:lnTo>
                  <a:lnTo>
                    <a:pt x="1146830" y="1535417"/>
                  </a:lnTo>
                  <a:lnTo>
                    <a:pt x="1146836" y="1535412"/>
                  </a:lnTo>
                  <a:lnTo>
                    <a:pt x="1146840" y="1535405"/>
                  </a:lnTo>
                  <a:lnTo>
                    <a:pt x="1146840" y="1535392"/>
                  </a:lnTo>
                  <a:lnTo>
                    <a:pt x="1146838" y="1535382"/>
                  </a:lnTo>
                  <a:lnTo>
                    <a:pt x="1146838" y="1535366"/>
                  </a:lnTo>
                  <a:lnTo>
                    <a:pt x="1146835" y="1535356"/>
                  </a:lnTo>
                  <a:lnTo>
                    <a:pt x="1146826" y="1535344"/>
                  </a:lnTo>
                  <a:lnTo>
                    <a:pt x="1146816" y="1535331"/>
                  </a:lnTo>
                  <a:lnTo>
                    <a:pt x="1146810" y="1535321"/>
                  </a:lnTo>
                  <a:lnTo>
                    <a:pt x="1146805" y="1535309"/>
                  </a:lnTo>
                  <a:lnTo>
                    <a:pt x="1146804" y="1535295"/>
                  </a:lnTo>
                  <a:lnTo>
                    <a:pt x="1146803" y="1535285"/>
                  </a:lnTo>
                  <a:lnTo>
                    <a:pt x="1146807" y="1535275"/>
                  </a:lnTo>
                  <a:lnTo>
                    <a:pt x="1146813" y="1535269"/>
                  </a:lnTo>
                  <a:lnTo>
                    <a:pt x="1146817" y="1535265"/>
                  </a:lnTo>
                  <a:lnTo>
                    <a:pt x="1146823" y="1535259"/>
                  </a:lnTo>
                  <a:lnTo>
                    <a:pt x="1146834" y="1535251"/>
                  </a:lnTo>
                  <a:lnTo>
                    <a:pt x="1146842" y="1535244"/>
                  </a:lnTo>
                  <a:lnTo>
                    <a:pt x="1146853" y="1535236"/>
                  </a:lnTo>
                  <a:lnTo>
                    <a:pt x="1146862" y="1535230"/>
                  </a:lnTo>
                  <a:lnTo>
                    <a:pt x="1146873" y="1535220"/>
                  </a:lnTo>
                  <a:lnTo>
                    <a:pt x="1146885" y="1535209"/>
                  </a:lnTo>
                  <a:lnTo>
                    <a:pt x="1146889" y="1535200"/>
                  </a:lnTo>
                  <a:lnTo>
                    <a:pt x="1146890" y="1535187"/>
                  </a:lnTo>
                  <a:lnTo>
                    <a:pt x="1146889" y="1535176"/>
                  </a:lnTo>
                  <a:lnTo>
                    <a:pt x="1146883" y="1535164"/>
                  </a:lnTo>
                  <a:lnTo>
                    <a:pt x="1146873" y="1535152"/>
                  </a:lnTo>
                  <a:lnTo>
                    <a:pt x="1146860" y="1535140"/>
                  </a:lnTo>
                  <a:lnTo>
                    <a:pt x="1146850" y="1535130"/>
                  </a:lnTo>
                  <a:lnTo>
                    <a:pt x="1146842" y="1535118"/>
                  </a:lnTo>
                  <a:lnTo>
                    <a:pt x="1146835" y="1535109"/>
                  </a:lnTo>
                  <a:lnTo>
                    <a:pt x="1146830" y="1535099"/>
                  </a:lnTo>
                  <a:lnTo>
                    <a:pt x="1146827" y="1535088"/>
                  </a:lnTo>
                  <a:lnTo>
                    <a:pt x="1146827" y="1535080"/>
                  </a:lnTo>
                  <a:lnTo>
                    <a:pt x="1146830" y="1535061"/>
                  </a:lnTo>
                  <a:lnTo>
                    <a:pt x="1146834" y="1535046"/>
                  </a:lnTo>
                  <a:lnTo>
                    <a:pt x="1146840" y="1535032"/>
                  </a:lnTo>
                  <a:lnTo>
                    <a:pt x="1146847" y="1535015"/>
                  </a:lnTo>
                  <a:lnTo>
                    <a:pt x="1146855" y="1535001"/>
                  </a:lnTo>
                  <a:lnTo>
                    <a:pt x="1146858" y="1534985"/>
                  </a:lnTo>
                  <a:lnTo>
                    <a:pt x="1146860" y="1534968"/>
                  </a:lnTo>
                  <a:lnTo>
                    <a:pt x="1146860" y="1534943"/>
                  </a:lnTo>
                  <a:lnTo>
                    <a:pt x="1146856" y="1534914"/>
                  </a:lnTo>
                  <a:lnTo>
                    <a:pt x="1146854" y="1534900"/>
                  </a:lnTo>
                  <a:lnTo>
                    <a:pt x="1146853" y="1534885"/>
                  </a:lnTo>
                  <a:lnTo>
                    <a:pt x="1146847" y="1534864"/>
                  </a:lnTo>
                  <a:lnTo>
                    <a:pt x="1146843" y="1534850"/>
                  </a:lnTo>
                  <a:lnTo>
                    <a:pt x="1146842" y="1534833"/>
                  </a:lnTo>
                  <a:lnTo>
                    <a:pt x="1146845" y="1534809"/>
                  </a:lnTo>
                  <a:lnTo>
                    <a:pt x="1146851" y="1534787"/>
                  </a:lnTo>
                  <a:lnTo>
                    <a:pt x="1146863" y="1534752"/>
                  </a:lnTo>
                  <a:lnTo>
                    <a:pt x="1146876" y="1534716"/>
                  </a:lnTo>
                  <a:lnTo>
                    <a:pt x="1146880" y="1534703"/>
                  </a:lnTo>
                  <a:lnTo>
                    <a:pt x="1146885" y="1534685"/>
                  </a:lnTo>
                  <a:lnTo>
                    <a:pt x="1146882" y="1534675"/>
                  </a:lnTo>
                  <a:lnTo>
                    <a:pt x="1146878" y="1534669"/>
                  </a:lnTo>
                  <a:lnTo>
                    <a:pt x="1146869" y="1534671"/>
                  </a:lnTo>
                  <a:lnTo>
                    <a:pt x="1146853" y="1534677"/>
                  </a:lnTo>
                  <a:lnTo>
                    <a:pt x="1146843" y="1534682"/>
                  </a:lnTo>
                  <a:lnTo>
                    <a:pt x="1146827" y="1534693"/>
                  </a:lnTo>
                  <a:lnTo>
                    <a:pt x="1146817" y="1534698"/>
                  </a:lnTo>
                  <a:lnTo>
                    <a:pt x="1146806" y="1534698"/>
                  </a:lnTo>
                  <a:lnTo>
                    <a:pt x="1146800" y="1534698"/>
                  </a:lnTo>
                  <a:lnTo>
                    <a:pt x="1146786" y="1534697"/>
                  </a:lnTo>
                  <a:lnTo>
                    <a:pt x="1146778" y="1534693"/>
                  </a:lnTo>
                  <a:lnTo>
                    <a:pt x="1146768" y="1534685"/>
                  </a:lnTo>
                  <a:lnTo>
                    <a:pt x="1146760" y="1534676"/>
                  </a:lnTo>
                  <a:lnTo>
                    <a:pt x="1146758" y="1534664"/>
                  </a:lnTo>
                  <a:lnTo>
                    <a:pt x="1146758" y="1534653"/>
                  </a:lnTo>
                  <a:lnTo>
                    <a:pt x="1146758" y="1534646"/>
                  </a:lnTo>
                  <a:lnTo>
                    <a:pt x="1146758" y="1534638"/>
                  </a:lnTo>
                  <a:lnTo>
                    <a:pt x="1146761" y="1534630"/>
                  </a:lnTo>
                  <a:lnTo>
                    <a:pt x="1146770" y="1534609"/>
                  </a:lnTo>
                  <a:lnTo>
                    <a:pt x="1146786" y="1534581"/>
                  </a:lnTo>
                  <a:lnTo>
                    <a:pt x="1146799" y="1534552"/>
                  </a:lnTo>
                  <a:lnTo>
                    <a:pt x="1146804" y="1534541"/>
                  </a:lnTo>
                  <a:lnTo>
                    <a:pt x="1146809" y="1534523"/>
                  </a:lnTo>
                  <a:lnTo>
                    <a:pt x="1146812" y="1534507"/>
                  </a:lnTo>
                  <a:lnTo>
                    <a:pt x="1146814" y="1534495"/>
                  </a:lnTo>
                  <a:lnTo>
                    <a:pt x="1146822" y="1534460"/>
                  </a:lnTo>
                  <a:lnTo>
                    <a:pt x="1146829" y="1534433"/>
                  </a:lnTo>
                  <a:lnTo>
                    <a:pt x="1146833" y="1534420"/>
                  </a:lnTo>
                  <a:lnTo>
                    <a:pt x="1146847" y="1534378"/>
                  </a:lnTo>
                  <a:lnTo>
                    <a:pt x="1146854" y="1534358"/>
                  </a:lnTo>
                  <a:lnTo>
                    <a:pt x="1146855" y="1534343"/>
                  </a:lnTo>
                  <a:lnTo>
                    <a:pt x="1146857" y="1534301"/>
                  </a:lnTo>
                  <a:lnTo>
                    <a:pt x="1146857" y="1534282"/>
                  </a:lnTo>
                  <a:lnTo>
                    <a:pt x="1146860" y="1534261"/>
                  </a:lnTo>
                  <a:lnTo>
                    <a:pt x="1146863" y="1534240"/>
                  </a:lnTo>
                  <a:lnTo>
                    <a:pt x="1146869" y="1534219"/>
                  </a:lnTo>
                  <a:lnTo>
                    <a:pt x="1146877" y="1534195"/>
                  </a:lnTo>
                  <a:lnTo>
                    <a:pt x="1146882" y="1534175"/>
                  </a:lnTo>
                  <a:lnTo>
                    <a:pt x="1146881" y="1534163"/>
                  </a:lnTo>
                  <a:lnTo>
                    <a:pt x="1146873" y="1534142"/>
                  </a:lnTo>
                  <a:lnTo>
                    <a:pt x="1146869" y="1534119"/>
                  </a:lnTo>
                  <a:lnTo>
                    <a:pt x="1146871" y="1534103"/>
                  </a:lnTo>
                  <a:lnTo>
                    <a:pt x="1146876" y="1534091"/>
                  </a:lnTo>
                  <a:lnTo>
                    <a:pt x="1146879" y="1534081"/>
                  </a:lnTo>
                  <a:lnTo>
                    <a:pt x="1146885" y="1534067"/>
                  </a:lnTo>
                  <a:lnTo>
                    <a:pt x="1146894" y="1534055"/>
                  </a:lnTo>
                  <a:lnTo>
                    <a:pt x="1146906" y="1534037"/>
                  </a:lnTo>
                  <a:lnTo>
                    <a:pt x="1146919" y="1534020"/>
                  </a:lnTo>
                  <a:lnTo>
                    <a:pt x="1146935" y="1533992"/>
                  </a:lnTo>
                  <a:lnTo>
                    <a:pt x="1146942" y="1533981"/>
                  </a:lnTo>
                  <a:lnTo>
                    <a:pt x="1146952" y="1533960"/>
                  </a:lnTo>
                  <a:lnTo>
                    <a:pt x="1146958" y="1533950"/>
                  </a:lnTo>
                  <a:lnTo>
                    <a:pt x="1146968" y="1533931"/>
                  </a:lnTo>
                  <a:lnTo>
                    <a:pt x="1146979" y="1533916"/>
                  </a:lnTo>
                  <a:lnTo>
                    <a:pt x="1146994" y="1533890"/>
                  </a:lnTo>
                  <a:lnTo>
                    <a:pt x="1147005" y="1533870"/>
                  </a:lnTo>
                  <a:lnTo>
                    <a:pt x="1147010" y="1533861"/>
                  </a:lnTo>
                  <a:lnTo>
                    <a:pt x="1147015" y="1533847"/>
                  </a:lnTo>
                  <a:lnTo>
                    <a:pt x="1147022" y="1533822"/>
                  </a:lnTo>
                  <a:lnTo>
                    <a:pt x="1147029" y="1533798"/>
                  </a:lnTo>
                  <a:lnTo>
                    <a:pt x="1147036" y="1533769"/>
                  </a:lnTo>
                  <a:lnTo>
                    <a:pt x="1147037" y="1533746"/>
                  </a:lnTo>
                  <a:lnTo>
                    <a:pt x="1147037" y="1533729"/>
                  </a:lnTo>
                  <a:lnTo>
                    <a:pt x="1147037" y="1533715"/>
                  </a:lnTo>
                  <a:lnTo>
                    <a:pt x="1147038" y="1533695"/>
                  </a:lnTo>
                  <a:lnTo>
                    <a:pt x="1147041" y="1533666"/>
                  </a:lnTo>
                  <a:lnTo>
                    <a:pt x="1147051" y="1533613"/>
                  </a:lnTo>
                  <a:lnTo>
                    <a:pt x="1147052" y="1533571"/>
                  </a:lnTo>
                  <a:lnTo>
                    <a:pt x="1147055" y="1533542"/>
                  </a:lnTo>
                  <a:lnTo>
                    <a:pt x="1147061" y="1533522"/>
                  </a:lnTo>
                  <a:lnTo>
                    <a:pt x="1147071" y="1533506"/>
                  </a:lnTo>
                  <a:lnTo>
                    <a:pt x="1147083" y="1533489"/>
                  </a:lnTo>
                  <a:lnTo>
                    <a:pt x="1147093" y="1533477"/>
                  </a:lnTo>
                  <a:lnTo>
                    <a:pt x="1147113" y="1533456"/>
                  </a:lnTo>
                  <a:lnTo>
                    <a:pt x="1147128" y="1533439"/>
                  </a:lnTo>
                  <a:lnTo>
                    <a:pt x="1147141" y="1533423"/>
                  </a:lnTo>
                  <a:lnTo>
                    <a:pt x="1147163" y="1533400"/>
                  </a:lnTo>
                  <a:lnTo>
                    <a:pt x="1147167" y="1533394"/>
                  </a:lnTo>
                  <a:lnTo>
                    <a:pt x="1147184" y="1533374"/>
                  </a:lnTo>
                  <a:lnTo>
                    <a:pt x="1147187" y="1533363"/>
                  </a:lnTo>
                  <a:lnTo>
                    <a:pt x="1147190" y="1533352"/>
                  </a:lnTo>
                  <a:lnTo>
                    <a:pt x="1147189" y="1533337"/>
                  </a:lnTo>
                  <a:lnTo>
                    <a:pt x="1147188" y="1533322"/>
                  </a:lnTo>
                  <a:lnTo>
                    <a:pt x="1147178" y="1533310"/>
                  </a:lnTo>
                  <a:lnTo>
                    <a:pt x="1147161" y="1533304"/>
                  </a:lnTo>
                  <a:lnTo>
                    <a:pt x="1147149" y="1533297"/>
                  </a:lnTo>
                  <a:lnTo>
                    <a:pt x="1147137" y="1533291"/>
                  </a:lnTo>
                  <a:lnTo>
                    <a:pt x="1147131" y="1533286"/>
                  </a:lnTo>
                  <a:lnTo>
                    <a:pt x="1147120" y="1533276"/>
                  </a:lnTo>
                  <a:lnTo>
                    <a:pt x="1147107" y="1533262"/>
                  </a:lnTo>
                  <a:lnTo>
                    <a:pt x="1147099" y="1533246"/>
                  </a:lnTo>
                  <a:lnTo>
                    <a:pt x="1147094" y="1533230"/>
                  </a:lnTo>
                  <a:lnTo>
                    <a:pt x="1147090" y="1533210"/>
                  </a:lnTo>
                  <a:lnTo>
                    <a:pt x="1147092" y="1533194"/>
                  </a:lnTo>
                  <a:lnTo>
                    <a:pt x="1147100" y="1533172"/>
                  </a:lnTo>
                  <a:lnTo>
                    <a:pt x="1147105" y="1533163"/>
                  </a:lnTo>
                  <a:lnTo>
                    <a:pt x="1147123" y="1533143"/>
                  </a:lnTo>
                  <a:lnTo>
                    <a:pt x="1147146" y="1533127"/>
                  </a:lnTo>
                  <a:lnTo>
                    <a:pt x="1147164" y="1533114"/>
                  </a:lnTo>
                  <a:lnTo>
                    <a:pt x="1147179" y="1533100"/>
                  </a:lnTo>
                  <a:lnTo>
                    <a:pt x="1147197" y="1533087"/>
                  </a:lnTo>
                  <a:lnTo>
                    <a:pt x="1147211" y="1533072"/>
                  </a:lnTo>
                  <a:lnTo>
                    <a:pt x="1147219" y="1533061"/>
                  </a:lnTo>
                  <a:lnTo>
                    <a:pt x="1147225" y="1533048"/>
                  </a:lnTo>
                  <a:lnTo>
                    <a:pt x="1147229" y="1533035"/>
                  </a:lnTo>
                  <a:lnTo>
                    <a:pt x="1147235" y="1533015"/>
                  </a:lnTo>
                  <a:lnTo>
                    <a:pt x="1147235" y="1532996"/>
                  </a:lnTo>
                  <a:lnTo>
                    <a:pt x="1147235" y="1532981"/>
                  </a:lnTo>
                  <a:lnTo>
                    <a:pt x="1147235" y="1532960"/>
                  </a:lnTo>
                  <a:lnTo>
                    <a:pt x="1147236" y="1532942"/>
                  </a:lnTo>
                  <a:lnTo>
                    <a:pt x="1147245" y="1532914"/>
                  </a:lnTo>
                  <a:lnTo>
                    <a:pt x="1147252" y="1532894"/>
                  </a:lnTo>
                  <a:lnTo>
                    <a:pt x="1147254" y="1532871"/>
                  </a:lnTo>
                  <a:lnTo>
                    <a:pt x="1147252" y="1532862"/>
                  </a:lnTo>
                  <a:lnTo>
                    <a:pt x="1147236" y="1532839"/>
                  </a:lnTo>
                  <a:lnTo>
                    <a:pt x="1147223" y="1532822"/>
                  </a:lnTo>
                  <a:lnTo>
                    <a:pt x="1147217" y="1532815"/>
                  </a:lnTo>
                  <a:lnTo>
                    <a:pt x="1147202" y="1532795"/>
                  </a:lnTo>
                  <a:lnTo>
                    <a:pt x="1147197" y="1532785"/>
                  </a:lnTo>
                  <a:lnTo>
                    <a:pt x="1147195" y="1532774"/>
                  </a:lnTo>
                  <a:lnTo>
                    <a:pt x="1147193" y="1532757"/>
                  </a:lnTo>
                  <a:lnTo>
                    <a:pt x="1147194" y="1532743"/>
                  </a:lnTo>
                  <a:lnTo>
                    <a:pt x="1147198" y="1532726"/>
                  </a:lnTo>
                  <a:lnTo>
                    <a:pt x="1147203" y="1532715"/>
                  </a:lnTo>
                  <a:lnTo>
                    <a:pt x="1147214" y="1532683"/>
                  </a:lnTo>
                  <a:lnTo>
                    <a:pt x="1147219" y="1532671"/>
                  </a:lnTo>
                  <a:lnTo>
                    <a:pt x="1147225" y="1532656"/>
                  </a:lnTo>
                  <a:lnTo>
                    <a:pt x="1147236" y="1532628"/>
                  </a:lnTo>
                  <a:lnTo>
                    <a:pt x="1147241" y="1532607"/>
                  </a:lnTo>
                  <a:lnTo>
                    <a:pt x="1147245" y="1532591"/>
                  </a:lnTo>
                  <a:lnTo>
                    <a:pt x="1147246" y="1532573"/>
                  </a:lnTo>
                  <a:lnTo>
                    <a:pt x="1147247" y="1532558"/>
                  </a:lnTo>
                  <a:lnTo>
                    <a:pt x="1147244" y="1532539"/>
                  </a:lnTo>
                  <a:lnTo>
                    <a:pt x="1147239" y="1532523"/>
                  </a:lnTo>
                  <a:lnTo>
                    <a:pt x="1147230" y="1532498"/>
                  </a:lnTo>
                  <a:lnTo>
                    <a:pt x="1147210" y="1532462"/>
                  </a:lnTo>
                  <a:lnTo>
                    <a:pt x="1147201" y="1532450"/>
                  </a:lnTo>
                  <a:lnTo>
                    <a:pt x="1147187" y="1532433"/>
                  </a:lnTo>
                  <a:lnTo>
                    <a:pt x="1147177" y="1532418"/>
                  </a:lnTo>
                  <a:lnTo>
                    <a:pt x="1147171" y="1532398"/>
                  </a:lnTo>
                  <a:lnTo>
                    <a:pt x="1147164" y="1532369"/>
                  </a:lnTo>
                  <a:lnTo>
                    <a:pt x="1147161" y="1532348"/>
                  </a:lnTo>
                  <a:lnTo>
                    <a:pt x="1147161" y="1532328"/>
                  </a:lnTo>
                  <a:lnTo>
                    <a:pt x="1147162" y="1532306"/>
                  </a:lnTo>
                  <a:lnTo>
                    <a:pt x="1147164" y="1532292"/>
                  </a:lnTo>
                  <a:lnTo>
                    <a:pt x="1147168" y="1532272"/>
                  </a:lnTo>
                  <a:lnTo>
                    <a:pt x="1147175" y="1532257"/>
                  </a:lnTo>
                  <a:lnTo>
                    <a:pt x="1147184" y="1532243"/>
                  </a:lnTo>
                  <a:lnTo>
                    <a:pt x="1147190" y="1532233"/>
                  </a:lnTo>
                  <a:lnTo>
                    <a:pt x="1147202" y="1532219"/>
                  </a:lnTo>
                  <a:lnTo>
                    <a:pt x="1147213" y="1532208"/>
                  </a:lnTo>
                  <a:lnTo>
                    <a:pt x="1147222" y="1532195"/>
                  </a:lnTo>
                  <a:lnTo>
                    <a:pt x="1147228" y="1532180"/>
                  </a:lnTo>
                  <a:lnTo>
                    <a:pt x="1147230" y="1532167"/>
                  </a:lnTo>
                  <a:lnTo>
                    <a:pt x="1147230" y="1532157"/>
                  </a:lnTo>
                  <a:lnTo>
                    <a:pt x="1147224" y="1532150"/>
                  </a:lnTo>
                  <a:lnTo>
                    <a:pt x="1147217" y="1532144"/>
                  </a:lnTo>
                  <a:lnTo>
                    <a:pt x="1147205" y="1532138"/>
                  </a:lnTo>
                  <a:lnTo>
                    <a:pt x="1147173" y="1532125"/>
                  </a:lnTo>
                  <a:lnTo>
                    <a:pt x="1147143" y="1532111"/>
                  </a:lnTo>
                  <a:lnTo>
                    <a:pt x="1147127" y="1532100"/>
                  </a:lnTo>
                  <a:lnTo>
                    <a:pt x="1147123" y="1532089"/>
                  </a:lnTo>
                  <a:lnTo>
                    <a:pt x="1147121" y="1532077"/>
                  </a:lnTo>
                  <a:lnTo>
                    <a:pt x="1147120" y="1532065"/>
                  </a:lnTo>
                  <a:lnTo>
                    <a:pt x="1147121" y="1532047"/>
                  </a:lnTo>
                  <a:lnTo>
                    <a:pt x="1147124" y="1532022"/>
                  </a:lnTo>
                  <a:lnTo>
                    <a:pt x="1147127" y="1532004"/>
                  </a:lnTo>
                  <a:lnTo>
                    <a:pt x="1147130" y="1531991"/>
                  </a:lnTo>
                  <a:lnTo>
                    <a:pt x="1147137" y="1531970"/>
                  </a:lnTo>
                  <a:lnTo>
                    <a:pt x="1147153" y="1531935"/>
                  </a:lnTo>
                  <a:lnTo>
                    <a:pt x="1147162" y="1531910"/>
                  </a:lnTo>
                  <a:lnTo>
                    <a:pt x="1147167" y="1531893"/>
                  </a:lnTo>
                  <a:lnTo>
                    <a:pt x="1147171" y="1531874"/>
                  </a:lnTo>
                  <a:lnTo>
                    <a:pt x="1147170" y="1531862"/>
                  </a:lnTo>
                  <a:lnTo>
                    <a:pt x="1147167" y="1531830"/>
                  </a:lnTo>
                  <a:lnTo>
                    <a:pt x="1147164" y="1531813"/>
                  </a:lnTo>
                  <a:lnTo>
                    <a:pt x="1147159" y="1531781"/>
                  </a:lnTo>
                  <a:lnTo>
                    <a:pt x="1147155" y="1531758"/>
                  </a:lnTo>
                  <a:lnTo>
                    <a:pt x="1147150" y="1531742"/>
                  </a:lnTo>
                  <a:lnTo>
                    <a:pt x="1147145" y="1531725"/>
                  </a:lnTo>
                  <a:lnTo>
                    <a:pt x="1147135" y="1531699"/>
                  </a:lnTo>
                  <a:lnTo>
                    <a:pt x="1147118" y="1531666"/>
                  </a:lnTo>
                  <a:lnTo>
                    <a:pt x="1147101" y="1531638"/>
                  </a:lnTo>
                  <a:lnTo>
                    <a:pt x="1147085" y="1531610"/>
                  </a:lnTo>
                  <a:lnTo>
                    <a:pt x="1147078" y="1531590"/>
                  </a:lnTo>
                  <a:lnTo>
                    <a:pt x="1147067" y="1531568"/>
                  </a:lnTo>
                  <a:lnTo>
                    <a:pt x="1147063" y="1531549"/>
                  </a:lnTo>
                  <a:lnTo>
                    <a:pt x="1147061" y="1531518"/>
                  </a:lnTo>
                  <a:lnTo>
                    <a:pt x="1147065" y="1531481"/>
                  </a:lnTo>
                  <a:lnTo>
                    <a:pt x="1147069" y="1531453"/>
                  </a:lnTo>
                  <a:lnTo>
                    <a:pt x="1147069" y="1531434"/>
                  </a:lnTo>
                  <a:lnTo>
                    <a:pt x="1147063" y="1531419"/>
                  </a:lnTo>
                  <a:lnTo>
                    <a:pt x="1147054" y="1531413"/>
                  </a:lnTo>
                  <a:lnTo>
                    <a:pt x="1147037" y="1531411"/>
                  </a:lnTo>
                  <a:lnTo>
                    <a:pt x="1147023" y="1531411"/>
                  </a:lnTo>
                  <a:lnTo>
                    <a:pt x="1147005" y="1531409"/>
                  </a:lnTo>
                  <a:lnTo>
                    <a:pt x="1146988" y="1531404"/>
                  </a:lnTo>
                  <a:lnTo>
                    <a:pt x="1146973" y="1531396"/>
                  </a:lnTo>
                  <a:lnTo>
                    <a:pt x="1146961" y="1531389"/>
                  </a:lnTo>
                  <a:lnTo>
                    <a:pt x="1146947" y="1531380"/>
                  </a:lnTo>
                  <a:lnTo>
                    <a:pt x="1146935" y="1531369"/>
                  </a:lnTo>
                  <a:lnTo>
                    <a:pt x="1146927" y="1531355"/>
                  </a:lnTo>
                  <a:lnTo>
                    <a:pt x="1146925" y="1531346"/>
                  </a:lnTo>
                  <a:lnTo>
                    <a:pt x="1146923" y="1531332"/>
                  </a:lnTo>
                  <a:lnTo>
                    <a:pt x="1146927" y="1531317"/>
                  </a:lnTo>
                  <a:lnTo>
                    <a:pt x="1146935" y="1531298"/>
                  </a:lnTo>
                  <a:lnTo>
                    <a:pt x="1146949" y="1531277"/>
                  </a:lnTo>
                  <a:lnTo>
                    <a:pt x="1146959" y="1531262"/>
                  </a:lnTo>
                  <a:lnTo>
                    <a:pt x="1146972" y="1531247"/>
                  </a:lnTo>
                  <a:lnTo>
                    <a:pt x="1146980" y="1531235"/>
                  </a:lnTo>
                  <a:lnTo>
                    <a:pt x="1146987" y="1531224"/>
                  </a:lnTo>
                  <a:lnTo>
                    <a:pt x="1146990" y="1531206"/>
                  </a:lnTo>
                  <a:lnTo>
                    <a:pt x="1146991" y="1531190"/>
                  </a:lnTo>
                  <a:lnTo>
                    <a:pt x="1146990" y="1531176"/>
                  </a:lnTo>
                  <a:lnTo>
                    <a:pt x="1146986" y="1531166"/>
                  </a:lnTo>
                  <a:lnTo>
                    <a:pt x="1146978" y="1531152"/>
                  </a:lnTo>
                  <a:lnTo>
                    <a:pt x="1146948" y="1531128"/>
                  </a:lnTo>
                  <a:lnTo>
                    <a:pt x="1146928" y="1531114"/>
                  </a:lnTo>
                  <a:lnTo>
                    <a:pt x="1146915" y="1531101"/>
                  </a:lnTo>
                  <a:lnTo>
                    <a:pt x="1146906" y="1531086"/>
                  </a:lnTo>
                  <a:lnTo>
                    <a:pt x="1146897" y="1531068"/>
                  </a:lnTo>
                  <a:lnTo>
                    <a:pt x="1146889" y="1531043"/>
                  </a:lnTo>
                  <a:lnTo>
                    <a:pt x="1146882" y="1531022"/>
                  </a:lnTo>
                  <a:lnTo>
                    <a:pt x="1146874" y="1530992"/>
                  </a:lnTo>
                  <a:lnTo>
                    <a:pt x="1146871" y="1530972"/>
                  </a:lnTo>
                  <a:lnTo>
                    <a:pt x="1146871" y="1530950"/>
                  </a:lnTo>
                  <a:lnTo>
                    <a:pt x="1146873" y="1530928"/>
                  </a:lnTo>
                  <a:lnTo>
                    <a:pt x="1146878" y="1530911"/>
                  </a:lnTo>
                  <a:lnTo>
                    <a:pt x="1146883" y="1530898"/>
                  </a:lnTo>
                  <a:lnTo>
                    <a:pt x="1146895" y="1530878"/>
                  </a:lnTo>
                  <a:lnTo>
                    <a:pt x="1146904" y="1530865"/>
                  </a:lnTo>
                  <a:lnTo>
                    <a:pt x="1146918" y="1530859"/>
                  </a:lnTo>
                  <a:lnTo>
                    <a:pt x="1146939" y="1530857"/>
                  </a:lnTo>
                  <a:lnTo>
                    <a:pt x="1146970" y="1530859"/>
                  </a:lnTo>
                  <a:lnTo>
                    <a:pt x="1146995" y="1530863"/>
                  </a:lnTo>
                  <a:lnTo>
                    <a:pt x="1147008" y="1530864"/>
                  </a:lnTo>
                  <a:lnTo>
                    <a:pt x="1147027" y="1530864"/>
                  </a:lnTo>
                  <a:lnTo>
                    <a:pt x="1147054" y="1530857"/>
                  </a:lnTo>
                  <a:lnTo>
                    <a:pt x="1147117" y="1530831"/>
                  </a:lnTo>
                  <a:lnTo>
                    <a:pt x="1147174" y="1530805"/>
                  </a:lnTo>
                  <a:lnTo>
                    <a:pt x="1147193" y="1530790"/>
                  </a:lnTo>
                  <a:lnTo>
                    <a:pt x="1147203" y="1530778"/>
                  </a:lnTo>
                  <a:lnTo>
                    <a:pt x="1147215" y="1530749"/>
                  </a:lnTo>
                  <a:lnTo>
                    <a:pt x="1147223" y="1530719"/>
                  </a:lnTo>
                  <a:lnTo>
                    <a:pt x="1147233" y="1530688"/>
                  </a:lnTo>
                  <a:lnTo>
                    <a:pt x="1147241" y="1530670"/>
                  </a:lnTo>
                  <a:lnTo>
                    <a:pt x="1147254" y="1530655"/>
                  </a:lnTo>
                  <a:lnTo>
                    <a:pt x="1147268" y="1530640"/>
                  </a:lnTo>
                  <a:lnTo>
                    <a:pt x="1147282" y="1530633"/>
                  </a:lnTo>
                  <a:lnTo>
                    <a:pt x="1147299" y="1530631"/>
                  </a:lnTo>
                  <a:lnTo>
                    <a:pt x="1147315" y="1530631"/>
                  </a:lnTo>
                  <a:lnTo>
                    <a:pt x="1147326" y="1530640"/>
                  </a:lnTo>
                  <a:lnTo>
                    <a:pt x="1147336" y="1530651"/>
                  </a:lnTo>
                  <a:lnTo>
                    <a:pt x="1147343" y="1530664"/>
                  </a:lnTo>
                  <a:lnTo>
                    <a:pt x="1147347" y="1530675"/>
                  </a:lnTo>
                  <a:lnTo>
                    <a:pt x="1147350" y="1530693"/>
                  </a:lnTo>
                  <a:lnTo>
                    <a:pt x="1147352" y="1530714"/>
                  </a:lnTo>
                  <a:lnTo>
                    <a:pt x="1147353" y="1530737"/>
                  </a:lnTo>
                  <a:lnTo>
                    <a:pt x="1147357" y="1530792"/>
                  </a:lnTo>
                  <a:lnTo>
                    <a:pt x="1147360" y="1530853"/>
                  </a:lnTo>
                  <a:lnTo>
                    <a:pt x="1147362" y="1530883"/>
                  </a:lnTo>
                  <a:lnTo>
                    <a:pt x="1147364" y="1530909"/>
                  </a:lnTo>
                  <a:lnTo>
                    <a:pt x="1147367" y="1530925"/>
                  </a:lnTo>
                  <a:lnTo>
                    <a:pt x="1147370" y="1530944"/>
                  </a:lnTo>
                  <a:lnTo>
                    <a:pt x="1147378" y="1530964"/>
                  </a:lnTo>
                  <a:lnTo>
                    <a:pt x="1147387" y="1530983"/>
                  </a:lnTo>
                  <a:lnTo>
                    <a:pt x="1147397" y="1530992"/>
                  </a:lnTo>
                  <a:lnTo>
                    <a:pt x="1147413" y="1531007"/>
                  </a:lnTo>
                  <a:lnTo>
                    <a:pt x="1147437" y="1531017"/>
                  </a:lnTo>
                  <a:lnTo>
                    <a:pt x="1147452" y="1531021"/>
                  </a:lnTo>
                  <a:lnTo>
                    <a:pt x="1147473" y="1531024"/>
                  </a:lnTo>
                  <a:lnTo>
                    <a:pt x="1147506" y="1531029"/>
                  </a:lnTo>
                  <a:lnTo>
                    <a:pt x="1147542" y="1531031"/>
                  </a:lnTo>
                  <a:lnTo>
                    <a:pt x="1147566" y="1531033"/>
                  </a:lnTo>
                  <a:lnTo>
                    <a:pt x="1147584" y="1531035"/>
                  </a:lnTo>
                  <a:lnTo>
                    <a:pt x="1147598" y="1531040"/>
                  </a:lnTo>
                  <a:lnTo>
                    <a:pt x="1147613" y="1531052"/>
                  </a:lnTo>
                  <a:lnTo>
                    <a:pt x="1147621" y="1531060"/>
                  </a:lnTo>
                  <a:lnTo>
                    <a:pt x="1147642" y="1531078"/>
                  </a:lnTo>
                  <a:lnTo>
                    <a:pt x="1147664" y="1531091"/>
                  </a:lnTo>
                  <a:lnTo>
                    <a:pt x="1147678" y="1531097"/>
                  </a:lnTo>
                  <a:lnTo>
                    <a:pt x="1147693" y="1531102"/>
                  </a:lnTo>
                  <a:lnTo>
                    <a:pt x="1147711" y="1531104"/>
                  </a:lnTo>
                  <a:lnTo>
                    <a:pt x="1147726" y="1531103"/>
                  </a:lnTo>
                  <a:lnTo>
                    <a:pt x="1147751" y="1531097"/>
                  </a:lnTo>
                  <a:lnTo>
                    <a:pt x="1147773" y="1531090"/>
                  </a:lnTo>
                  <a:lnTo>
                    <a:pt x="1147806" y="1531081"/>
                  </a:lnTo>
                  <a:lnTo>
                    <a:pt x="1147843" y="1531069"/>
                  </a:lnTo>
                  <a:lnTo>
                    <a:pt x="1147917" y="1531044"/>
                  </a:lnTo>
                  <a:lnTo>
                    <a:pt x="1147954" y="1531027"/>
                  </a:lnTo>
                  <a:lnTo>
                    <a:pt x="1147975" y="1531019"/>
                  </a:lnTo>
                  <a:lnTo>
                    <a:pt x="1147988" y="1531012"/>
                  </a:lnTo>
                  <a:lnTo>
                    <a:pt x="1147999" y="1531007"/>
                  </a:lnTo>
                  <a:lnTo>
                    <a:pt x="1148016" y="1531000"/>
                  </a:lnTo>
                  <a:lnTo>
                    <a:pt x="1148025" y="1530992"/>
                  </a:lnTo>
                  <a:lnTo>
                    <a:pt x="1148032" y="1530986"/>
                  </a:lnTo>
                  <a:lnTo>
                    <a:pt x="1148039" y="1530979"/>
                  </a:lnTo>
                  <a:lnTo>
                    <a:pt x="1148049" y="1530964"/>
                  </a:lnTo>
                  <a:lnTo>
                    <a:pt x="1148060" y="1530948"/>
                  </a:lnTo>
                  <a:lnTo>
                    <a:pt x="1148071" y="1530929"/>
                  </a:lnTo>
                  <a:lnTo>
                    <a:pt x="1148091" y="1530893"/>
                  </a:lnTo>
                  <a:lnTo>
                    <a:pt x="1148106" y="1530863"/>
                  </a:lnTo>
                  <a:lnTo>
                    <a:pt x="1148120" y="1530838"/>
                  </a:lnTo>
                  <a:lnTo>
                    <a:pt x="1148135" y="1530809"/>
                  </a:lnTo>
                  <a:lnTo>
                    <a:pt x="1148157" y="1530749"/>
                  </a:lnTo>
                  <a:lnTo>
                    <a:pt x="1148174" y="1530700"/>
                  </a:lnTo>
                  <a:lnTo>
                    <a:pt x="1148182" y="1530662"/>
                  </a:lnTo>
                  <a:lnTo>
                    <a:pt x="1148189" y="1530629"/>
                  </a:lnTo>
                  <a:lnTo>
                    <a:pt x="1148192" y="1530595"/>
                  </a:lnTo>
                  <a:lnTo>
                    <a:pt x="1148192" y="1530565"/>
                  </a:lnTo>
                  <a:lnTo>
                    <a:pt x="1148193" y="1530536"/>
                  </a:lnTo>
                  <a:lnTo>
                    <a:pt x="1148192" y="1530513"/>
                  </a:lnTo>
                  <a:lnTo>
                    <a:pt x="1148195" y="1530493"/>
                  </a:lnTo>
                  <a:lnTo>
                    <a:pt x="1148199" y="1530473"/>
                  </a:lnTo>
                  <a:lnTo>
                    <a:pt x="1148205" y="1530449"/>
                  </a:lnTo>
                  <a:lnTo>
                    <a:pt x="1148213" y="1530425"/>
                  </a:lnTo>
                  <a:lnTo>
                    <a:pt x="1148227" y="1530392"/>
                  </a:lnTo>
                  <a:lnTo>
                    <a:pt x="1148244" y="1530363"/>
                  </a:lnTo>
                  <a:lnTo>
                    <a:pt x="1148263" y="1530346"/>
                  </a:lnTo>
                  <a:lnTo>
                    <a:pt x="1148274" y="1530334"/>
                  </a:lnTo>
                  <a:lnTo>
                    <a:pt x="1148286" y="1530324"/>
                  </a:lnTo>
                  <a:lnTo>
                    <a:pt x="1148302" y="1530310"/>
                  </a:lnTo>
                  <a:lnTo>
                    <a:pt x="1148315" y="1530303"/>
                  </a:lnTo>
                  <a:lnTo>
                    <a:pt x="1148330" y="1530290"/>
                  </a:lnTo>
                  <a:lnTo>
                    <a:pt x="1148354" y="1530277"/>
                  </a:lnTo>
                  <a:lnTo>
                    <a:pt x="1148384" y="1530259"/>
                  </a:lnTo>
                  <a:lnTo>
                    <a:pt x="1148414" y="1530245"/>
                  </a:lnTo>
                  <a:lnTo>
                    <a:pt x="1148443" y="1530236"/>
                  </a:lnTo>
                  <a:lnTo>
                    <a:pt x="1148467" y="1530231"/>
                  </a:lnTo>
                  <a:lnTo>
                    <a:pt x="1148493" y="1530226"/>
                  </a:lnTo>
                  <a:lnTo>
                    <a:pt x="1148503" y="1530230"/>
                  </a:lnTo>
                  <a:lnTo>
                    <a:pt x="1148533" y="1530236"/>
                  </a:lnTo>
                  <a:lnTo>
                    <a:pt x="1148563" y="1530246"/>
                  </a:lnTo>
                  <a:lnTo>
                    <a:pt x="1148593" y="1530246"/>
                  </a:lnTo>
                  <a:lnTo>
                    <a:pt x="1148610" y="1530240"/>
                  </a:lnTo>
                  <a:lnTo>
                    <a:pt x="1148623" y="1530228"/>
                  </a:lnTo>
                  <a:lnTo>
                    <a:pt x="1148682" y="1530133"/>
                  </a:lnTo>
                  <a:lnTo>
                    <a:pt x="1148696" y="1530117"/>
                  </a:lnTo>
                  <a:lnTo>
                    <a:pt x="1148714" y="1530080"/>
                  </a:lnTo>
                  <a:lnTo>
                    <a:pt x="1148718" y="1530049"/>
                  </a:lnTo>
                  <a:lnTo>
                    <a:pt x="1148722" y="1530015"/>
                  </a:lnTo>
                  <a:lnTo>
                    <a:pt x="1148723" y="1529987"/>
                  </a:lnTo>
                  <a:lnTo>
                    <a:pt x="1148723" y="1529956"/>
                  </a:lnTo>
                  <a:lnTo>
                    <a:pt x="1148716" y="1529884"/>
                  </a:lnTo>
                  <a:lnTo>
                    <a:pt x="1148719" y="1529862"/>
                  </a:lnTo>
                  <a:lnTo>
                    <a:pt x="1148730" y="1529849"/>
                  </a:lnTo>
                  <a:lnTo>
                    <a:pt x="1148738" y="1529840"/>
                  </a:lnTo>
                  <a:lnTo>
                    <a:pt x="1148746" y="1529830"/>
                  </a:lnTo>
                  <a:lnTo>
                    <a:pt x="1148771" y="1529814"/>
                  </a:lnTo>
                  <a:lnTo>
                    <a:pt x="1148830" y="1529794"/>
                  </a:lnTo>
                  <a:lnTo>
                    <a:pt x="1148863" y="1529785"/>
                  </a:lnTo>
                  <a:lnTo>
                    <a:pt x="1148890" y="1529775"/>
                  </a:lnTo>
                  <a:lnTo>
                    <a:pt x="1148911" y="1529758"/>
                  </a:lnTo>
                  <a:lnTo>
                    <a:pt x="1148922" y="1529744"/>
                  </a:lnTo>
                  <a:lnTo>
                    <a:pt x="1148926" y="1529730"/>
                  </a:lnTo>
                  <a:lnTo>
                    <a:pt x="1148928" y="1529720"/>
                  </a:lnTo>
                  <a:lnTo>
                    <a:pt x="1148928" y="1529695"/>
                  </a:lnTo>
                  <a:lnTo>
                    <a:pt x="1148921" y="1529660"/>
                  </a:lnTo>
                  <a:lnTo>
                    <a:pt x="1148917" y="1529634"/>
                  </a:lnTo>
                  <a:lnTo>
                    <a:pt x="1148921" y="1529603"/>
                  </a:lnTo>
                  <a:lnTo>
                    <a:pt x="1148933" y="1529578"/>
                  </a:lnTo>
                  <a:lnTo>
                    <a:pt x="1148952" y="1529564"/>
                  </a:lnTo>
                  <a:lnTo>
                    <a:pt x="1148985" y="1529540"/>
                  </a:lnTo>
                  <a:lnTo>
                    <a:pt x="1149003" y="1529528"/>
                  </a:lnTo>
                  <a:lnTo>
                    <a:pt x="1149033" y="1529510"/>
                  </a:lnTo>
                  <a:lnTo>
                    <a:pt x="1149062" y="1529487"/>
                  </a:lnTo>
                  <a:lnTo>
                    <a:pt x="1149092" y="1529460"/>
                  </a:lnTo>
                  <a:lnTo>
                    <a:pt x="1149108" y="1529446"/>
                  </a:lnTo>
                  <a:lnTo>
                    <a:pt x="1149116" y="1529433"/>
                  </a:lnTo>
                  <a:lnTo>
                    <a:pt x="1149128" y="1529417"/>
                  </a:lnTo>
                  <a:lnTo>
                    <a:pt x="1149134" y="1529403"/>
                  </a:lnTo>
                  <a:lnTo>
                    <a:pt x="1149143" y="1529372"/>
                  </a:lnTo>
                  <a:lnTo>
                    <a:pt x="1149149" y="1529352"/>
                  </a:lnTo>
                  <a:lnTo>
                    <a:pt x="1149163" y="1529316"/>
                  </a:lnTo>
                  <a:lnTo>
                    <a:pt x="1149175" y="1529287"/>
                  </a:lnTo>
                  <a:lnTo>
                    <a:pt x="1149183" y="1529269"/>
                  </a:lnTo>
                  <a:lnTo>
                    <a:pt x="1149193" y="1529254"/>
                  </a:lnTo>
                  <a:lnTo>
                    <a:pt x="1149208" y="1529236"/>
                  </a:lnTo>
                  <a:lnTo>
                    <a:pt x="1149225" y="1529222"/>
                  </a:lnTo>
                  <a:lnTo>
                    <a:pt x="1149249" y="1529199"/>
                  </a:lnTo>
                  <a:lnTo>
                    <a:pt x="1149273" y="1529172"/>
                  </a:lnTo>
                  <a:lnTo>
                    <a:pt x="1149282" y="1529160"/>
                  </a:lnTo>
                  <a:lnTo>
                    <a:pt x="1149290" y="1529151"/>
                  </a:lnTo>
                  <a:lnTo>
                    <a:pt x="1149296" y="1529143"/>
                  </a:lnTo>
                  <a:lnTo>
                    <a:pt x="1149302" y="1529131"/>
                  </a:lnTo>
                  <a:lnTo>
                    <a:pt x="1149316" y="1529100"/>
                  </a:lnTo>
                  <a:lnTo>
                    <a:pt x="1149328" y="1529076"/>
                  </a:lnTo>
                  <a:lnTo>
                    <a:pt x="1149344" y="1529052"/>
                  </a:lnTo>
                  <a:lnTo>
                    <a:pt x="1149349" y="1529040"/>
                  </a:lnTo>
                  <a:lnTo>
                    <a:pt x="1149363" y="1529016"/>
                  </a:lnTo>
                  <a:lnTo>
                    <a:pt x="1149378" y="1528995"/>
                  </a:lnTo>
                  <a:lnTo>
                    <a:pt x="1149400" y="1528973"/>
                  </a:lnTo>
                  <a:lnTo>
                    <a:pt x="1149434" y="1528939"/>
                  </a:lnTo>
                  <a:lnTo>
                    <a:pt x="1149458" y="1528916"/>
                  </a:lnTo>
                  <a:lnTo>
                    <a:pt x="1149499" y="1528883"/>
                  </a:lnTo>
                  <a:lnTo>
                    <a:pt x="1149518" y="1528867"/>
                  </a:lnTo>
                  <a:lnTo>
                    <a:pt x="1149529" y="1528853"/>
                  </a:lnTo>
                  <a:lnTo>
                    <a:pt x="1149538" y="1528843"/>
                  </a:lnTo>
                  <a:lnTo>
                    <a:pt x="1149544" y="1528829"/>
                  </a:lnTo>
                  <a:lnTo>
                    <a:pt x="1149556" y="1528800"/>
                  </a:lnTo>
                  <a:lnTo>
                    <a:pt x="1149562" y="1528783"/>
                  </a:lnTo>
                  <a:lnTo>
                    <a:pt x="1149570" y="1528753"/>
                  </a:lnTo>
                  <a:lnTo>
                    <a:pt x="1149590" y="1528716"/>
                  </a:lnTo>
                  <a:lnTo>
                    <a:pt x="1149612" y="1528691"/>
                  </a:lnTo>
                  <a:lnTo>
                    <a:pt x="1149620" y="1528678"/>
                  </a:lnTo>
                  <a:lnTo>
                    <a:pt x="1149632" y="1528660"/>
                  </a:lnTo>
                  <a:lnTo>
                    <a:pt x="1149638" y="1528641"/>
                  </a:lnTo>
                  <a:lnTo>
                    <a:pt x="1149637" y="1528629"/>
                  </a:lnTo>
                  <a:lnTo>
                    <a:pt x="1149632" y="1528604"/>
                  </a:lnTo>
                  <a:lnTo>
                    <a:pt x="1149626" y="1528585"/>
                  </a:lnTo>
                  <a:lnTo>
                    <a:pt x="1149618" y="1528567"/>
                  </a:lnTo>
                  <a:lnTo>
                    <a:pt x="1149600" y="1528537"/>
                  </a:lnTo>
                  <a:lnTo>
                    <a:pt x="1149594" y="1528506"/>
                  </a:lnTo>
                  <a:lnTo>
                    <a:pt x="1149595" y="1528473"/>
                  </a:lnTo>
                  <a:lnTo>
                    <a:pt x="1149591" y="1528444"/>
                  </a:lnTo>
                  <a:lnTo>
                    <a:pt x="1149585" y="1528428"/>
                  </a:lnTo>
                  <a:lnTo>
                    <a:pt x="1149575" y="1528413"/>
                  </a:lnTo>
                  <a:lnTo>
                    <a:pt x="1149563" y="1528389"/>
                  </a:lnTo>
                  <a:lnTo>
                    <a:pt x="1149563" y="1528383"/>
                  </a:lnTo>
                  <a:lnTo>
                    <a:pt x="1149569" y="1528364"/>
                  </a:lnTo>
                  <a:lnTo>
                    <a:pt x="1149577" y="1528352"/>
                  </a:lnTo>
                  <a:lnTo>
                    <a:pt x="1149581" y="1528343"/>
                  </a:lnTo>
                  <a:lnTo>
                    <a:pt x="1149590" y="1528314"/>
                  </a:lnTo>
                  <a:lnTo>
                    <a:pt x="1149606" y="1528276"/>
                  </a:lnTo>
                  <a:lnTo>
                    <a:pt x="1149625" y="1528245"/>
                  </a:lnTo>
                  <a:lnTo>
                    <a:pt x="1149638" y="1528220"/>
                  </a:lnTo>
                  <a:lnTo>
                    <a:pt x="1149648" y="1528200"/>
                  </a:lnTo>
                  <a:lnTo>
                    <a:pt x="1149663" y="1528177"/>
                  </a:lnTo>
                  <a:lnTo>
                    <a:pt x="1149667" y="1528168"/>
                  </a:lnTo>
                  <a:lnTo>
                    <a:pt x="1149678" y="1528146"/>
                  </a:lnTo>
                  <a:lnTo>
                    <a:pt x="1149686" y="1528115"/>
                  </a:lnTo>
                  <a:lnTo>
                    <a:pt x="1149697" y="1528083"/>
                  </a:lnTo>
                  <a:lnTo>
                    <a:pt x="1149705" y="1528058"/>
                  </a:lnTo>
                  <a:lnTo>
                    <a:pt x="1149716" y="1528031"/>
                  </a:lnTo>
                  <a:lnTo>
                    <a:pt x="1149722" y="1528023"/>
                  </a:lnTo>
                  <a:lnTo>
                    <a:pt x="1149732" y="1528006"/>
                  </a:lnTo>
                  <a:lnTo>
                    <a:pt x="1149744" y="1527994"/>
                  </a:lnTo>
                  <a:lnTo>
                    <a:pt x="1149760" y="1527964"/>
                  </a:lnTo>
                  <a:lnTo>
                    <a:pt x="1149773" y="1527939"/>
                  </a:lnTo>
                  <a:lnTo>
                    <a:pt x="1149776" y="1527931"/>
                  </a:lnTo>
                  <a:lnTo>
                    <a:pt x="1149781" y="1527898"/>
                  </a:lnTo>
                  <a:lnTo>
                    <a:pt x="1149784" y="1527868"/>
                  </a:lnTo>
                  <a:lnTo>
                    <a:pt x="1149787" y="1527842"/>
                  </a:lnTo>
                  <a:lnTo>
                    <a:pt x="1149793" y="1527823"/>
                  </a:lnTo>
                  <a:lnTo>
                    <a:pt x="1149800" y="1527806"/>
                  </a:lnTo>
                  <a:lnTo>
                    <a:pt x="1149806" y="1527796"/>
                  </a:lnTo>
                  <a:lnTo>
                    <a:pt x="1149823" y="1527780"/>
                  </a:lnTo>
                  <a:lnTo>
                    <a:pt x="1149845" y="1527766"/>
                  </a:lnTo>
                  <a:lnTo>
                    <a:pt x="1149853" y="1527764"/>
                  </a:lnTo>
                  <a:lnTo>
                    <a:pt x="1149882" y="1527745"/>
                  </a:lnTo>
                  <a:lnTo>
                    <a:pt x="1149912" y="1527725"/>
                  </a:lnTo>
                  <a:lnTo>
                    <a:pt x="1149926" y="1527712"/>
                  </a:lnTo>
                  <a:lnTo>
                    <a:pt x="1149932" y="1527702"/>
                  </a:lnTo>
                  <a:lnTo>
                    <a:pt x="1149934" y="1527696"/>
                  </a:lnTo>
                  <a:lnTo>
                    <a:pt x="1149943" y="1527665"/>
                  </a:lnTo>
                  <a:lnTo>
                    <a:pt x="1149949" y="1527634"/>
                  </a:lnTo>
                  <a:lnTo>
                    <a:pt x="1149952" y="1527605"/>
                  </a:lnTo>
                  <a:lnTo>
                    <a:pt x="1149954" y="1527572"/>
                  </a:lnTo>
                  <a:lnTo>
                    <a:pt x="1149958" y="1527541"/>
                  </a:lnTo>
                  <a:lnTo>
                    <a:pt x="1149960" y="1527532"/>
                  </a:lnTo>
                  <a:lnTo>
                    <a:pt x="1149966" y="1527511"/>
                  </a:lnTo>
                  <a:lnTo>
                    <a:pt x="1149976" y="1527483"/>
                  </a:lnTo>
                  <a:lnTo>
                    <a:pt x="1149985" y="1527449"/>
                  </a:lnTo>
                  <a:lnTo>
                    <a:pt x="1149991" y="1527424"/>
                  </a:lnTo>
                  <a:lnTo>
                    <a:pt x="1150007" y="1527386"/>
                  </a:lnTo>
                  <a:lnTo>
                    <a:pt x="1150017" y="1527363"/>
                  </a:lnTo>
                  <a:lnTo>
                    <a:pt x="1150029" y="1527332"/>
                  </a:lnTo>
                  <a:lnTo>
                    <a:pt x="1150041" y="1527301"/>
                  </a:lnTo>
                  <a:lnTo>
                    <a:pt x="1150057" y="1527270"/>
                  </a:lnTo>
                  <a:lnTo>
                    <a:pt x="1150075" y="1527239"/>
                  </a:lnTo>
                  <a:lnTo>
                    <a:pt x="1150092" y="1527208"/>
                  </a:lnTo>
                  <a:lnTo>
                    <a:pt x="1150108" y="1527184"/>
                  </a:lnTo>
                  <a:lnTo>
                    <a:pt x="1150122" y="1527167"/>
                  </a:lnTo>
                  <a:lnTo>
                    <a:pt x="1150142" y="1527151"/>
                  </a:lnTo>
                  <a:lnTo>
                    <a:pt x="1150153" y="1527143"/>
                  </a:lnTo>
                  <a:lnTo>
                    <a:pt x="1150168" y="1527132"/>
                  </a:lnTo>
                  <a:lnTo>
                    <a:pt x="1150185" y="1527128"/>
                  </a:lnTo>
                  <a:lnTo>
                    <a:pt x="1150202" y="1527122"/>
                  </a:lnTo>
                  <a:lnTo>
                    <a:pt x="1150232" y="1527115"/>
                  </a:lnTo>
                  <a:lnTo>
                    <a:pt x="1150261" y="1527108"/>
                  </a:lnTo>
                  <a:lnTo>
                    <a:pt x="1150289" y="1527097"/>
                  </a:lnTo>
                  <a:lnTo>
                    <a:pt x="1150299" y="1527087"/>
                  </a:lnTo>
                  <a:lnTo>
                    <a:pt x="1150304" y="1527079"/>
                  </a:lnTo>
                  <a:lnTo>
                    <a:pt x="1150317" y="1527050"/>
                  </a:lnTo>
                  <a:lnTo>
                    <a:pt x="1150325" y="1527027"/>
                  </a:lnTo>
                  <a:lnTo>
                    <a:pt x="1150329" y="1527000"/>
                  </a:lnTo>
                  <a:lnTo>
                    <a:pt x="1150329" y="1526980"/>
                  </a:lnTo>
                  <a:lnTo>
                    <a:pt x="1150329" y="1526949"/>
                  </a:lnTo>
                  <a:lnTo>
                    <a:pt x="1150329" y="1526918"/>
                  </a:lnTo>
                  <a:lnTo>
                    <a:pt x="1150333" y="1526895"/>
                  </a:lnTo>
                  <a:lnTo>
                    <a:pt x="1150338" y="1526888"/>
                  </a:lnTo>
                  <a:lnTo>
                    <a:pt x="1150354" y="1526868"/>
                  </a:lnTo>
                  <a:lnTo>
                    <a:pt x="1150366" y="1526855"/>
                  </a:lnTo>
                  <a:lnTo>
                    <a:pt x="1150394" y="1526830"/>
                  </a:lnTo>
                  <a:lnTo>
                    <a:pt x="1150424" y="1526807"/>
                  </a:lnTo>
                  <a:lnTo>
                    <a:pt x="1150453" y="1526790"/>
                  </a:lnTo>
                  <a:lnTo>
                    <a:pt x="1150463" y="1526785"/>
                  </a:lnTo>
                  <a:lnTo>
                    <a:pt x="1150483" y="1526772"/>
                  </a:lnTo>
                  <a:lnTo>
                    <a:pt x="1150503" y="1526760"/>
                  </a:lnTo>
                  <a:lnTo>
                    <a:pt x="1150513" y="1526749"/>
                  </a:lnTo>
                  <a:lnTo>
                    <a:pt x="1150527" y="1526727"/>
                  </a:lnTo>
                  <a:lnTo>
                    <a:pt x="1150529" y="1526718"/>
                  </a:lnTo>
                  <a:lnTo>
                    <a:pt x="1150541" y="1526688"/>
                  </a:lnTo>
                  <a:lnTo>
                    <a:pt x="1150547" y="1526657"/>
                  </a:lnTo>
                  <a:lnTo>
                    <a:pt x="1150553" y="1526626"/>
                  </a:lnTo>
                  <a:lnTo>
                    <a:pt x="1150555" y="1526595"/>
                  </a:lnTo>
                  <a:lnTo>
                    <a:pt x="1150559" y="1526560"/>
                  </a:lnTo>
                  <a:lnTo>
                    <a:pt x="1150566" y="1526534"/>
                  </a:lnTo>
                  <a:lnTo>
                    <a:pt x="1150581" y="1526509"/>
                  </a:lnTo>
                  <a:lnTo>
                    <a:pt x="1150640" y="1526432"/>
                  </a:lnTo>
                  <a:lnTo>
                    <a:pt x="1150649" y="1526425"/>
                  </a:lnTo>
                  <a:lnTo>
                    <a:pt x="1150655" y="1526419"/>
                  </a:lnTo>
                  <a:lnTo>
                    <a:pt x="1150660" y="1526415"/>
                  </a:lnTo>
                  <a:lnTo>
                    <a:pt x="1150668" y="1526409"/>
                  </a:lnTo>
                  <a:lnTo>
                    <a:pt x="1150682" y="1526397"/>
                  </a:lnTo>
                  <a:lnTo>
                    <a:pt x="1150696" y="1526385"/>
                  </a:lnTo>
                  <a:lnTo>
                    <a:pt x="1150705" y="1526377"/>
                  </a:lnTo>
                  <a:lnTo>
                    <a:pt x="1150711" y="1526369"/>
                  </a:lnTo>
                  <a:lnTo>
                    <a:pt x="1150714" y="1526359"/>
                  </a:lnTo>
                  <a:lnTo>
                    <a:pt x="1150716" y="1526349"/>
                  </a:lnTo>
                  <a:lnTo>
                    <a:pt x="1150715" y="1526339"/>
                  </a:lnTo>
                  <a:lnTo>
                    <a:pt x="1150710" y="1526332"/>
                  </a:lnTo>
                  <a:lnTo>
                    <a:pt x="1150695" y="1526320"/>
                  </a:lnTo>
                  <a:lnTo>
                    <a:pt x="1150675" y="1526307"/>
                  </a:lnTo>
                  <a:lnTo>
                    <a:pt x="1150657" y="1526299"/>
                  </a:lnTo>
                  <a:lnTo>
                    <a:pt x="1150641" y="1526291"/>
                  </a:lnTo>
                  <a:lnTo>
                    <a:pt x="1150626" y="1526287"/>
                  </a:lnTo>
                  <a:lnTo>
                    <a:pt x="1150607" y="1526282"/>
                  </a:lnTo>
                  <a:lnTo>
                    <a:pt x="1150597" y="1526278"/>
                  </a:lnTo>
                  <a:lnTo>
                    <a:pt x="1150588" y="1526276"/>
                  </a:lnTo>
                  <a:lnTo>
                    <a:pt x="1150571" y="1526270"/>
                  </a:lnTo>
                  <a:lnTo>
                    <a:pt x="1150563" y="1526266"/>
                  </a:lnTo>
                  <a:lnTo>
                    <a:pt x="1150544" y="1526258"/>
                  </a:lnTo>
                  <a:lnTo>
                    <a:pt x="1150524" y="1526251"/>
                  </a:lnTo>
                  <a:lnTo>
                    <a:pt x="1150504" y="1526245"/>
                  </a:lnTo>
                  <a:lnTo>
                    <a:pt x="1150492" y="1526237"/>
                  </a:lnTo>
                  <a:lnTo>
                    <a:pt x="1150486" y="1526228"/>
                  </a:lnTo>
                  <a:lnTo>
                    <a:pt x="1150482" y="1526218"/>
                  </a:lnTo>
                  <a:lnTo>
                    <a:pt x="1150480" y="1526207"/>
                  </a:lnTo>
                  <a:lnTo>
                    <a:pt x="1150483" y="1526193"/>
                  </a:lnTo>
                  <a:lnTo>
                    <a:pt x="1150491" y="1526178"/>
                  </a:lnTo>
                  <a:lnTo>
                    <a:pt x="1150498" y="1526169"/>
                  </a:lnTo>
                  <a:lnTo>
                    <a:pt x="1150506" y="1526163"/>
                  </a:lnTo>
                  <a:lnTo>
                    <a:pt x="1150516" y="1526153"/>
                  </a:lnTo>
                  <a:lnTo>
                    <a:pt x="1150521" y="1526151"/>
                  </a:lnTo>
                  <a:lnTo>
                    <a:pt x="1150538" y="1526136"/>
                  </a:lnTo>
                  <a:lnTo>
                    <a:pt x="1150546" y="1526127"/>
                  </a:lnTo>
                  <a:lnTo>
                    <a:pt x="1150554" y="1526122"/>
                  </a:lnTo>
                  <a:lnTo>
                    <a:pt x="1150565" y="1526112"/>
                  </a:lnTo>
                  <a:lnTo>
                    <a:pt x="1150570" y="1526105"/>
                  </a:lnTo>
                  <a:lnTo>
                    <a:pt x="1150580" y="1526087"/>
                  </a:lnTo>
                  <a:lnTo>
                    <a:pt x="1150585" y="1526077"/>
                  </a:lnTo>
                  <a:lnTo>
                    <a:pt x="1150587" y="1526068"/>
                  </a:lnTo>
                  <a:lnTo>
                    <a:pt x="1150589" y="1526049"/>
                  </a:lnTo>
                  <a:lnTo>
                    <a:pt x="1150589" y="1526031"/>
                  </a:lnTo>
                  <a:lnTo>
                    <a:pt x="1150588" y="1526012"/>
                  </a:lnTo>
                  <a:lnTo>
                    <a:pt x="1150587" y="1525993"/>
                  </a:lnTo>
                  <a:lnTo>
                    <a:pt x="1150586" y="1525975"/>
                  </a:lnTo>
                  <a:lnTo>
                    <a:pt x="1150584" y="1525957"/>
                  </a:lnTo>
                  <a:lnTo>
                    <a:pt x="1150584" y="1525938"/>
                  </a:lnTo>
                  <a:lnTo>
                    <a:pt x="1150586" y="1525920"/>
                  </a:lnTo>
                  <a:lnTo>
                    <a:pt x="1150593" y="1525901"/>
                  </a:lnTo>
                  <a:lnTo>
                    <a:pt x="1150608" y="1525885"/>
                  </a:lnTo>
                  <a:lnTo>
                    <a:pt x="1150624" y="1525869"/>
                  </a:lnTo>
                  <a:lnTo>
                    <a:pt x="1150638" y="1525855"/>
                  </a:lnTo>
                  <a:lnTo>
                    <a:pt x="1150648" y="1525844"/>
                  </a:lnTo>
                  <a:lnTo>
                    <a:pt x="1150661" y="1525835"/>
                  </a:lnTo>
                  <a:lnTo>
                    <a:pt x="1150672" y="1525831"/>
                  </a:lnTo>
                  <a:lnTo>
                    <a:pt x="1150680" y="1525828"/>
                  </a:lnTo>
                  <a:lnTo>
                    <a:pt x="1150694" y="1525828"/>
                  </a:lnTo>
                  <a:lnTo>
                    <a:pt x="1150719" y="1525830"/>
                  </a:lnTo>
                  <a:lnTo>
                    <a:pt x="1150740" y="1525833"/>
                  </a:lnTo>
                  <a:lnTo>
                    <a:pt x="1150760" y="1525836"/>
                  </a:lnTo>
                  <a:lnTo>
                    <a:pt x="1150781" y="1525835"/>
                  </a:lnTo>
                  <a:lnTo>
                    <a:pt x="1150799" y="1525832"/>
                  </a:lnTo>
                  <a:lnTo>
                    <a:pt x="1150815" y="1525826"/>
                  </a:lnTo>
                  <a:lnTo>
                    <a:pt x="1150826" y="1525818"/>
                  </a:lnTo>
                  <a:lnTo>
                    <a:pt x="1150839" y="1525806"/>
                  </a:lnTo>
                  <a:lnTo>
                    <a:pt x="1150849" y="1525789"/>
                  </a:lnTo>
                  <a:lnTo>
                    <a:pt x="1150852" y="1525776"/>
                  </a:lnTo>
                  <a:lnTo>
                    <a:pt x="1150849" y="1525763"/>
                  </a:lnTo>
                  <a:lnTo>
                    <a:pt x="1150842" y="1525749"/>
                  </a:lnTo>
                  <a:lnTo>
                    <a:pt x="1150833" y="1525736"/>
                  </a:lnTo>
                  <a:lnTo>
                    <a:pt x="1150827" y="1525725"/>
                  </a:lnTo>
                  <a:lnTo>
                    <a:pt x="1150821" y="1525719"/>
                  </a:lnTo>
                  <a:lnTo>
                    <a:pt x="1150817" y="1525715"/>
                  </a:lnTo>
                  <a:lnTo>
                    <a:pt x="1150808" y="1525704"/>
                  </a:lnTo>
                  <a:lnTo>
                    <a:pt x="1150799" y="1525691"/>
                  </a:lnTo>
                  <a:lnTo>
                    <a:pt x="1150785" y="1525675"/>
                  </a:lnTo>
                  <a:lnTo>
                    <a:pt x="1150764" y="1525656"/>
                  </a:lnTo>
                  <a:lnTo>
                    <a:pt x="1150743" y="1525646"/>
                  </a:lnTo>
                  <a:lnTo>
                    <a:pt x="1150731" y="1525639"/>
                  </a:lnTo>
                  <a:lnTo>
                    <a:pt x="1150723" y="1525637"/>
                  </a:lnTo>
                  <a:lnTo>
                    <a:pt x="1150716" y="1525635"/>
                  </a:lnTo>
                  <a:lnTo>
                    <a:pt x="1150709" y="1525630"/>
                  </a:lnTo>
                  <a:lnTo>
                    <a:pt x="1150699" y="1525622"/>
                  </a:lnTo>
                  <a:lnTo>
                    <a:pt x="1150693" y="1525614"/>
                  </a:lnTo>
                  <a:lnTo>
                    <a:pt x="1150690" y="1525605"/>
                  </a:lnTo>
                  <a:lnTo>
                    <a:pt x="1150689" y="1525596"/>
                  </a:lnTo>
                  <a:lnTo>
                    <a:pt x="1150691" y="1525586"/>
                  </a:lnTo>
                  <a:lnTo>
                    <a:pt x="1150696" y="1525575"/>
                  </a:lnTo>
                  <a:lnTo>
                    <a:pt x="1150704" y="1525561"/>
                  </a:lnTo>
                  <a:lnTo>
                    <a:pt x="1150709" y="1525555"/>
                  </a:lnTo>
                  <a:lnTo>
                    <a:pt x="1150722" y="1525536"/>
                  </a:lnTo>
                  <a:lnTo>
                    <a:pt x="1150727" y="1525532"/>
                  </a:lnTo>
                  <a:lnTo>
                    <a:pt x="1150736" y="1525521"/>
                  </a:lnTo>
                  <a:lnTo>
                    <a:pt x="1150744" y="1525509"/>
                  </a:lnTo>
                  <a:lnTo>
                    <a:pt x="1150750" y="1525498"/>
                  </a:lnTo>
                  <a:lnTo>
                    <a:pt x="1150756" y="1525482"/>
                  </a:lnTo>
                  <a:lnTo>
                    <a:pt x="1150758" y="1525468"/>
                  </a:lnTo>
                  <a:lnTo>
                    <a:pt x="1150758" y="1525460"/>
                  </a:lnTo>
                  <a:lnTo>
                    <a:pt x="1150756" y="1525447"/>
                  </a:lnTo>
                  <a:lnTo>
                    <a:pt x="1150752" y="1525435"/>
                  </a:lnTo>
                  <a:lnTo>
                    <a:pt x="1150745" y="1525425"/>
                  </a:lnTo>
                  <a:lnTo>
                    <a:pt x="1150736" y="1525407"/>
                  </a:lnTo>
                  <a:lnTo>
                    <a:pt x="1150727" y="1525388"/>
                  </a:lnTo>
                  <a:lnTo>
                    <a:pt x="1150724" y="1525378"/>
                  </a:lnTo>
                  <a:lnTo>
                    <a:pt x="1150722" y="1525372"/>
                  </a:lnTo>
                  <a:lnTo>
                    <a:pt x="1150722" y="1525365"/>
                  </a:lnTo>
                  <a:lnTo>
                    <a:pt x="1150726" y="1525355"/>
                  </a:lnTo>
                  <a:lnTo>
                    <a:pt x="1150732" y="1525338"/>
                  </a:lnTo>
                  <a:lnTo>
                    <a:pt x="1150745" y="1525313"/>
                  </a:lnTo>
                  <a:lnTo>
                    <a:pt x="1150754" y="1525294"/>
                  </a:lnTo>
                  <a:lnTo>
                    <a:pt x="1150768" y="1525265"/>
                  </a:lnTo>
                  <a:lnTo>
                    <a:pt x="1150777" y="1525247"/>
                  </a:lnTo>
                  <a:lnTo>
                    <a:pt x="1150787" y="1525225"/>
                  </a:lnTo>
                  <a:lnTo>
                    <a:pt x="1150792" y="1525211"/>
                  </a:lnTo>
                  <a:lnTo>
                    <a:pt x="1150798" y="1525197"/>
                  </a:lnTo>
                  <a:lnTo>
                    <a:pt x="1150804" y="1525178"/>
                  </a:lnTo>
                  <a:lnTo>
                    <a:pt x="1150809" y="1525160"/>
                  </a:lnTo>
                  <a:lnTo>
                    <a:pt x="1150811" y="1525140"/>
                  </a:lnTo>
                  <a:lnTo>
                    <a:pt x="1150810" y="1525084"/>
                  </a:lnTo>
                  <a:lnTo>
                    <a:pt x="1150811" y="1525066"/>
                  </a:lnTo>
                  <a:lnTo>
                    <a:pt x="1150816" y="1525052"/>
                  </a:lnTo>
                  <a:lnTo>
                    <a:pt x="1150819" y="1525047"/>
                  </a:lnTo>
                  <a:lnTo>
                    <a:pt x="1150828" y="1525031"/>
                  </a:lnTo>
                  <a:lnTo>
                    <a:pt x="1150834" y="1525024"/>
                  </a:lnTo>
                  <a:lnTo>
                    <a:pt x="1150839" y="1525020"/>
                  </a:lnTo>
                  <a:lnTo>
                    <a:pt x="1150848" y="1525015"/>
                  </a:lnTo>
                  <a:lnTo>
                    <a:pt x="1150857" y="1525013"/>
                  </a:lnTo>
                  <a:lnTo>
                    <a:pt x="1150865" y="1525013"/>
                  </a:lnTo>
                  <a:lnTo>
                    <a:pt x="1150883" y="1525016"/>
                  </a:lnTo>
                  <a:lnTo>
                    <a:pt x="1150893" y="1525018"/>
                  </a:lnTo>
                  <a:lnTo>
                    <a:pt x="1150909" y="1525023"/>
                  </a:lnTo>
                  <a:lnTo>
                    <a:pt x="1150922" y="1525024"/>
                  </a:lnTo>
                  <a:lnTo>
                    <a:pt x="1150939" y="1525024"/>
                  </a:lnTo>
                  <a:lnTo>
                    <a:pt x="1150956" y="1525018"/>
                  </a:lnTo>
                  <a:lnTo>
                    <a:pt x="1150969" y="1525008"/>
                  </a:lnTo>
                  <a:lnTo>
                    <a:pt x="1150979" y="1525000"/>
                  </a:lnTo>
                  <a:lnTo>
                    <a:pt x="1150990" y="1524988"/>
                  </a:lnTo>
                  <a:lnTo>
                    <a:pt x="1150998" y="1524974"/>
                  </a:lnTo>
                  <a:lnTo>
                    <a:pt x="1151005" y="1524961"/>
                  </a:lnTo>
                  <a:lnTo>
                    <a:pt x="1151010" y="1524948"/>
                  </a:lnTo>
                  <a:lnTo>
                    <a:pt x="1151014" y="1524939"/>
                  </a:lnTo>
                  <a:lnTo>
                    <a:pt x="1151015" y="1524934"/>
                  </a:lnTo>
                  <a:lnTo>
                    <a:pt x="1151018" y="1524923"/>
                  </a:lnTo>
                  <a:lnTo>
                    <a:pt x="1151025" y="1524907"/>
                  </a:lnTo>
                  <a:lnTo>
                    <a:pt x="1151032" y="1524889"/>
                  </a:lnTo>
                  <a:lnTo>
                    <a:pt x="1151037" y="1524868"/>
                  </a:lnTo>
                  <a:lnTo>
                    <a:pt x="1151041" y="1524848"/>
                  </a:lnTo>
                  <a:lnTo>
                    <a:pt x="1151040" y="1524831"/>
                  </a:lnTo>
                  <a:lnTo>
                    <a:pt x="1151039" y="1524819"/>
                  </a:lnTo>
                  <a:lnTo>
                    <a:pt x="1151036" y="1524808"/>
                  </a:lnTo>
                  <a:lnTo>
                    <a:pt x="1151030" y="1524796"/>
                  </a:lnTo>
                  <a:lnTo>
                    <a:pt x="1151023" y="1524784"/>
                  </a:lnTo>
                  <a:lnTo>
                    <a:pt x="1151009" y="1524761"/>
                  </a:lnTo>
                  <a:lnTo>
                    <a:pt x="1151005" y="1524747"/>
                  </a:lnTo>
                  <a:lnTo>
                    <a:pt x="1151007" y="1524735"/>
                  </a:lnTo>
                  <a:lnTo>
                    <a:pt x="1151011" y="1524719"/>
                  </a:lnTo>
                  <a:lnTo>
                    <a:pt x="1151021" y="1524706"/>
                  </a:lnTo>
                  <a:lnTo>
                    <a:pt x="1151030" y="1524697"/>
                  </a:lnTo>
                  <a:lnTo>
                    <a:pt x="1151040" y="1524692"/>
                  </a:lnTo>
                  <a:lnTo>
                    <a:pt x="1151052" y="1524687"/>
                  </a:lnTo>
                  <a:lnTo>
                    <a:pt x="1151067" y="1524684"/>
                  </a:lnTo>
                  <a:lnTo>
                    <a:pt x="1151073" y="1524681"/>
                  </a:lnTo>
                  <a:lnTo>
                    <a:pt x="1151088" y="1524675"/>
                  </a:lnTo>
                  <a:lnTo>
                    <a:pt x="1151096" y="1524669"/>
                  </a:lnTo>
                  <a:lnTo>
                    <a:pt x="1151102" y="1524660"/>
                  </a:lnTo>
                  <a:lnTo>
                    <a:pt x="1151108" y="1524647"/>
                  </a:lnTo>
                  <a:lnTo>
                    <a:pt x="1151110" y="1524633"/>
                  </a:lnTo>
                  <a:lnTo>
                    <a:pt x="1151109" y="1524623"/>
                  </a:lnTo>
                  <a:lnTo>
                    <a:pt x="1151104" y="1524616"/>
                  </a:lnTo>
                  <a:lnTo>
                    <a:pt x="1151094" y="1524606"/>
                  </a:lnTo>
                  <a:lnTo>
                    <a:pt x="1151081" y="1524598"/>
                  </a:lnTo>
                  <a:lnTo>
                    <a:pt x="1151064" y="1524588"/>
                  </a:lnTo>
                  <a:lnTo>
                    <a:pt x="1151051" y="1524579"/>
                  </a:lnTo>
                  <a:lnTo>
                    <a:pt x="1151034" y="1524567"/>
                  </a:lnTo>
                  <a:lnTo>
                    <a:pt x="1151029" y="1524563"/>
                  </a:lnTo>
                  <a:lnTo>
                    <a:pt x="1151021" y="1524555"/>
                  </a:lnTo>
                  <a:lnTo>
                    <a:pt x="1151011" y="1524539"/>
                  </a:lnTo>
                  <a:lnTo>
                    <a:pt x="1151003" y="1524523"/>
                  </a:lnTo>
                  <a:lnTo>
                    <a:pt x="1151000" y="1524510"/>
                  </a:lnTo>
                  <a:lnTo>
                    <a:pt x="1150999" y="1524491"/>
                  </a:lnTo>
                  <a:lnTo>
                    <a:pt x="1151000" y="1524477"/>
                  </a:lnTo>
                  <a:lnTo>
                    <a:pt x="1151001" y="1524465"/>
                  </a:lnTo>
                  <a:lnTo>
                    <a:pt x="1151004" y="1524448"/>
                  </a:lnTo>
                  <a:lnTo>
                    <a:pt x="1151009" y="1524432"/>
                  </a:lnTo>
                  <a:lnTo>
                    <a:pt x="1151016" y="1524418"/>
                  </a:lnTo>
                  <a:lnTo>
                    <a:pt x="1151024" y="1524400"/>
                  </a:lnTo>
                  <a:lnTo>
                    <a:pt x="1151032" y="1524385"/>
                  </a:lnTo>
                  <a:lnTo>
                    <a:pt x="1151041" y="1524366"/>
                  </a:lnTo>
                  <a:lnTo>
                    <a:pt x="1151051" y="1524348"/>
                  </a:lnTo>
                  <a:lnTo>
                    <a:pt x="1151060" y="1524329"/>
                  </a:lnTo>
                  <a:lnTo>
                    <a:pt x="1151069" y="1524308"/>
                  </a:lnTo>
                  <a:lnTo>
                    <a:pt x="1151072" y="1524301"/>
                  </a:lnTo>
                  <a:lnTo>
                    <a:pt x="1151077" y="1524281"/>
                  </a:lnTo>
                  <a:lnTo>
                    <a:pt x="1151083" y="1524268"/>
                  </a:lnTo>
                  <a:lnTo>
                    <a:pt x="1151088" y="1524258"/>
                  </a:lnTo>
                  <a:lnTo>
                    <a:pt x="1151094" y="1524251"/>
                  </a:lnTo>
                  <a:lnTo>
                    <a:pt x="1151101" y="1524239"/>
                  </a:lnTo>
                  <a:lnTo>
                    <a:pt x="1151111" y="1524228"/>
                  </a:lnTo>
                  <a:lnTo>
                    <a:pt x="1151126" y="1524210"/>
                  </a:lnTo>
                  <a:lnTo>
                    <a:pt x="1151140" y="1524191"/>
                  </a:lnTo>
                  <a:lnTo>
                    <a:pt x="1151151" y="1524175"/>
                  </a:lnTo>
                  <a:lnTo>
                    <a:pt x="1151164" y="1524150"/>
                  </a:lnTo>
                  <a:lnTo>
                    <a:pt x="1151168" y="1524136"/>
                  </a:lnTo>
                  <a:lnTo>
                    <a:pt x="1151174" y="1524121"/>
                  </a:lnTo>
                  <a:lnTo>
                    <a:pt x="1151178" y="1524105"/>
                  </a:lnTo>
                  <a:lnTo>
                    <a:pt x="1151182" y="1524085"/>
                  </a:lnTo>
                  <a:lnTo>
                    <a:pt x="1151184" y="1524069"/>
                  </a:lnTo>
                  <a:lnTo>
                    <a:pt x="1151184" y="1524054"/>
                  </a:lnTo>
                  <a:lnTo>
                    <a:pt x="1151184" y="1524035"/>
                  </a:lnTo>
                  <a:lnTo>
                    <a:pt x="1151186" y="1524016"/>
                  </a:lnTo>
                  <a:lnTo>
                    <a:pt x="1151188" y="1524005"/>
                  </a:lnTo>
                  <a:lnTo>
                    <a:pt x="1151192" y="1523997"/>
                  </a:lnTo>
                  <a:lnTo>
                    <a:pt x="1151207" y="1523982"/>
                  </a:lnTo>
                  <a:lnTo>
                    <a:pt x="1151218" y="1523970"/>
                  </a:lnTo>
                  <a:lnTo>
                    <a:pt x="1151233" y="1523952"/>
                  </a:lnTo>
                  <a:lnTo>
                    <a:pt x="1151244" y="1523938"/>
                  </a:lnTo>
                  <a:lnTo>
                    <a:pt x="1151254" y="1523926"/>
                  </a:lnTo>
                  <a:lnTo>
                    <a:pt x="1151269" y="1523904"/>
                  </a:lnTo>
                  <a:lnTo>
                    <a:pt x="1151276" y="1523891"/>
                  </a:lnTo>
                  <a:lnTo>
                    <a:pt x="1151278" y="1523876"/>
                  </a:lnTo>
                  <a:lnTo>
                    <a:pt x="1151281" y="1523859"/>
                  </a:lnTo>
                  <a:lnTo>
                    <a:pt x="1151285" y="1523840"/>
                  </a:lnTo>
                  <a:lnTo>
                    <a:pt x="1151289" y="1523828"/>
                  </a:lnTo>
                  <a:lnTo>
                    <a:pt x="1151297" y="1523817"/>
                  </a:lnTo>
                  <a:lnTo>
                    <a:pt x="1151304" y="1523807"/>
                  </a:lnTo>
                  <a:lnTo>
                    <a:pt x="1151313" y="1523795"/>
                  </a:lnTo>
                  <a:lnTo>
                    <a:pt x="1151323" y="1523781"/>
                  </a:lnTo>
                  <a:lnTo>
                    <a:pt x="1151332" y="1523763"/>
                  </a:lnTo>
                  <a:lnTo>
                    <a:pt x="1151340" y="1523748"/>
                  </a:lnTo>
                  <a:lnTo>
                    <a:pt x="1151348" y="1523728"/>
                  </a:lnTo>
                  <a:lnTo>
                    <a:pt x="1151350" y="1523711"/>
                  </a:lnTo>
                  <a:lnTo>
                    <a:pt x="1151350" y="1523698"/>
                  </a:lnTo>
                  <a:lnTo>
                    <a:pt x="1151348" y="1523680"/>
                  </a:lnTo>
                  <a:lnTo>
                    <a:pt x="1151346" y="1523666"/>
                  </a:lnTo>
                  <a:lnTo>
                    <a:pt x="1151345" y="1523651"/>
                  </a:lnTo>
                  <a:lnTo>
                    <a:pt x="1151344" y="1523637"/>
                  </a:lnTo>
                  <a:lnTo>
                    <a:pt x="1151346" y="1523619"/>
                  </a:lnTo>
                  <a:lnTo>
                    <a:pt x="1151348" y="1523604"/>
                  </a:lnTo>
                  <a:lnTo>
                    <a:pt x="1151351" y="1523588"/>
                  </a:lnTo>
                  <a:lnTo>
                    <a:pt x="1151356" y="1523566"/>
                  </a:lnTo>
                  <a:lnTo>
                    <a:pt x="1151360" y="1523553"/>
                  </a:lnTo>
                  <a:lnTo>
                    <a:pt x="1151364" y="1523536"/>
                  </a:lnTo>
                  <a:lnTo>
                    <a:pt x="1151369" y="1523514"/>
                  </a:lnTo>
                  <a:lnTo>
                    <a:pt x="1151377" y="1523477"/>
                  </a:lnTo>
                  <a:lnTo>
                    <a:pt x="1151379" y="1523458"/>
                  </a:lnTo>
                  <a:lnTo>
                    <a:pt x="1151379" y="1523444"/>
                  </a:lnTo>
                  <a:lnTo>
                    <a:pt x="1151379" y="1523432"/>
                  </a:lnTo>
                  <a:lnTo>
                    <a:pt x="1151377" y="1523422"/>
                  </a:lnTo>
                  <a:lnTo>
                    <a:pt x="1151371" y="1523407"/>
                  </a:lnTo>
                  <a:lnTo>
                    <a:pt x="1151361" y="1523384"/>
                  </a:lnTo>
                  <a:lnTo>
                    <a:pt x="1151351" y="1523357"/>
                  </a:lnTo>
                  <a:lnTo>
                    <a:pt x="1151346" y="1523338"/>
                  </a:lnTo>
                  <a:lnTo>
                    <a:pt x="1151345" y="1523327"/>
                  </a:lnTo>
                  <a:lnTo>
                    <a:pt x="1151349" y="1523318"/>
                  </a:lnTo>
                  <a:lnTo>
                    <a:pt x="1151356" y="1523313"/>
                  </a:lnTo>
                  <a:lnTo>
                    <a:pt x="1151368" y="1523308"/>
                  </a:lnTo>
                  <a:lnTo>
                    <a:pt x="1151379" y="1523304"/>
                  </a:lnTo>
                  <a:lnTo>
                    <a:pt x="1151392" y="1523299"/>
                  </a:lnTo>
                  <a:lnTo>
                    <a:pt x="1151396" y="1523296"/>
                  </a:lnTo>
                  <a:lnTo>
                    <a:pt x="1151405" y="1523288"/>
                  </a:lnTo>
                  <a:lnTo>
                    <a:pt x="1151412" y="1523278"/>
                  </a:lnTo>
                  <a:lnTo>
                    <a:pt x="1151418" y="1523273"/>
                  </a:lnTo>
                  <a:lnTo>
                    <a:pt x="1151425" y="1523262"/>
                  </a:lnTo>
                  <a:lnTo>
                    <a:pt x="1151429" y="1523256"/>
                  </a:lnTo>
                  <a:lnTo>
                    <a:pt x="1151432" y="1523250"/>
                  </a:lnTo>
                  <a:lnTo>
                    <a:pt x="1151438" y="1523239"/>
                  </a:lnTo>
                  <a:lnTo>
                    <a:pt x="1151441" y="1523230"/>
                  </a:lnTo>
                  <a:lnTo>
                    <a:pt x="1151443" y="1523223"/>
                  </a:lnTo>
                  <a:lnTo>
                    <a:pt x="1151442" y="1523217"/>
                  </a:lnTo>
                  <a:lnTo>
                    <a:pt x="1151444" y="1523204"/>
                  </a:lnTo>
                  <a:lnTo>
                    <a:pt x="1151447" y="1523191"/>
                  </a:lnTo>
                  <a:lnTo>
                    <a:pt x="1151452" y="1523174"/>
                  </a:lnTo>
                  <a:lnTo>
                    <a:pt x="1151461" y="1523160"/>
                  </a:lnTo>
                  <a:lnTo>
                    <a:pt x="1151475" y="1523147"/>
                  </a:lnTo>
                  <a:lnTo>
                    <a:pt x="1151482" y="1523139"/>
                  </a:lnTo>
                  <a:lnTo>
                    <a:pt x="1151486" y="1523131"/>
                  </a:lnTo>
                  <a:lnTo>
                    <a:pt x="1151492" y="1523123"/>
                  </a:lnTo>
                  <a:lnTo>
                    <a:pt x="1151499" y="1523114"/>
                  </a:lnTo>
                  <a:lnTo>
                    <a:pt x="1151504" y="1523103"/>
                  </a:lnTo>
                  <a:lnTo>
                    <a:pt x="1151514" y="1523088"/>
                  </a:lnTo>
                  <a:lnTo>
                    <a:pt x="1151521" y="1523076"/>
                  </a:lnTo>
                  <a:lnTo>
                    <a:pt x="1151526" y="1523066"/>
                  </a:lnTo>
                  <a:lnTo>
                    <a:pt x="1151535" y="1523047"/>
                  </a:lnTo>
                  <a:lnTo>
                    <a:pt x="1151537" y="1523040"/>
                  </a:lnTo>
                  <a:lnTo>
                    <a:pt x="1151543" y="1523028"/>
                  </a:lnTo>
                  <a:lnTo>
                    <a:pt x="1151550" y="1523014"/>
                  </a:lnTo>
                  <a:lnTo>
                    <a:pt x="1151555" y="1523007"/>
                  </a:lnTo>
                  <a:lnTo>
                    <a:pt x="1151560" y="1523000"/>
                  </a:lnTo>
                  <a:lnTo>
                    <a:pt x="1151570" y="1522989"/>
                  </a:lnTo>
                  <a:lnTo>
                    <a:pt x="1151578" y="1522978"/>
                  </a:lnTo>
                  <a:lnTo>
                    <a:pt x="1151581" y="1522968"/>
                  </a:lnTo>
                  <a:lnTo>
                    <a:pt x="1151588" y="1522952"/>
                  </a:lnTo>
                  <a:lnTo>
                    <a:pt x="1151590" y="1522941"/>
                  </a:lnTo>
                  <a:lnTo>
                    <a:pt x="1151592" y="1522922"/>
                  </a:lnTo>
                  <a:lnTo>
                    <a:pt x="1151595" y="1522902"/>
                  </a:lnTo>
                  <a:lnTo>
                    <a:pt x="1151595" y="1522891"/>
                  </a:lnTo>
                  <a:lnTo>
                    <a:pt x="1151593" y="1522882"/>
                  </a:lnTo>
                  <a:lnTo>
                    <a:pt x="1151590" y="1522876"/>
                  </a:lnTo>
                  <a:lnTo>
                    <a:pt x="1151588" y="1522870"/>
                  </a:lnTo>
                  <a:lnTo>
                    <a:pt x="1151583" y="1522856"/>
                  </a:lnTo>
                  <a:lnTo>
                    <a:pt x="1151581" y="1522847"/>
                  </a:lnTo>
                  <a:lnTo>
                    <a:pt x="1151581" y="1522835"/>
                  </a:lnTo>
                  <a:lnTo>
                    <a:pt x="1151582" y="1522821"/>
                  </a:lnTo>
                  <a:lnTo>
                    <a:pt x="1151591" y="1522811"/>
                  </a:lnTo>
                  <a:lnTo>
                    <a:pt x="1151601" y="1522800"/>
                  </a:lnTo>
                  <a:lnTo>
                    <a:pt x="1151606" y="1522794"/>
                  </a:lnTo>
                  <a:lnTo>
                    <a:pt x="1151608" y="1522784"/>
                  </a:lnTo>
                  <a:lnTo>
                    <a:pt x="1151609" y="1522777"/>
                  </a:lnTo>
                  <a:lnTo>
                    <a:pt x="1151608" y="1522771"/>
                  </a:lnTo>
                  <a:lnTo>
                    <a:pt x="1151606" y="1522761"/>
                  </a:lnTo>
                  <a:lnTo>
                    <a:pt x="1151602" y="1522752"/>
                  </a:lnTo>
                  <a:lnTo>
                    <a:pt x="1151598" y="1522736"/>
                  </a:lnTo>
                  <a:lnTo>
                    <a:pt x="1151593" y="1522720"/>
                  </a:lnTo>
                  <a:lnTo>
                    <a:pt x="1151591" y="1522703"/>
                  </a:lnTo>
                  <a:lnTo>
                    <a:pt x="1151591" y="1522687"/>
                  </a:lnTo>
                  <a:lnTo>
                    <a:pt x="1151594" y="1522672"/>
                  </a:lnTo>
                  <a:lnTo>
                    <a:pt x="1151597" y="1522664"/>
                  </a:lnTo>
                  <a:lnTo>
                    <a:pt x="1151604" y="1522650"/>
                  </a:lnTo>
                  <a:lnTo>
                    <a:pt x="1151612" y="1522635"/>
                  </a:lnTo>
                  <a:lnTo>
                    <a:pt x="1151621" y="1522618"/>
                  </a:lnTo>
                  <a:lnTo>
                    <a:pt x="1151625" y="1522605"/>
                  </a:lnTo>
                  <a:lnTo>
                    <a:pt x="1151622" y="1522593"/>
                  </a:lnTo>
                  <a:lnTo>
                    <a:pt x="1151620" y="1522584"/>
                  </a:lnTo>
                  <a:lnTo>
                    <a:pt x="1151622" y="1522579"/>
                  </a:lnTo>
                  <a:lnTo>
                    <a:pt x="1151625" y="1522574"/>
                  </a:lnTo>
                  <a:lnTo>
                    <a:pt x="1151631" y="1522570"/>
                  </a:lnTo>
                  <a:lnTo>
                    <a:pt x="1151640" y="1522569"/>
                  </a:lnTo>
                  <a:lnTo>
                    <a:pt x="1151649" y="1522566"/>
                  </a:lnTo>
                  <a:lnTo>
                    <a:pt x="1151661" y="1522556"/>
                  </a:lnTo>
                  <a:lnTo>
                    <a:pt x="1151679" y="1522540"/>
                  </a:lnTo>
                  <a:lnTo>
                    <a:pt x="1151698" y="1522514"/>
                  </a:lnTo>
                  <a:lnTo>
                    <a:pt x="1151707" y="1522502"/>
                  </a:lnTo>
                  <a:lnTo>
                    <a:pt x="1151713" y="1522491"/>
                  </a:lnTo>
                  <a:lnTo>
                    <a:pt x="1151722" y="1522474"/>
                  </a:lnTo>
                  <a:lnTo>
                    <a:pt x="1151730" y="1522454"/>
                  </a:lnTo>
                  <a:lnTo>
                    <a:pt x="1151735" y="1522436"/>
                  </a:lnTo>
                  <a:lnTo>
                    <a:pt x="1151738" y="1522426"/>
                  </a:lnTo>
                  <a:lnTo>
                    <a:pt x="1151741" y="1522418"/>
                  </a:lnTo>
                  <a:lnTo>
                    <a:pt x="1151743" y="1522409"/>
                  </a:lnTo>
                  <a:lnTo>
                    <a:pt x="1151749" y="1522400"/>
                  </a:lnTo>
                  <a:lnTo>
                    <a:pt x="1151752" y="1522395"/>
                  </a:lnTo>
                  <a:lnTo>
                    <a:pt x="1151756" y="1522390"/>
                  </a:lnTo>
                  <a:lnTo>
                    <a:pt x="1151767" y="1522379"/>
                  </a:lnTo>
                  <a:lnTo>
                    <a:pt x="1151777" y="1522369"/>
                  </a:lnTo>
                  <a:lnTo>
                    <a:pt x="1151785" y="1522361"/>
                  </a:lnTo>
                  <a:lnTo>
                    <a:pt x="1151791" y="1522355"/>
                  </a:lnTo>
                  <a:lnTo>
                    <a:pt x="1151800" y="1522344"/>
                  </a:lnTo>
                  <a:lnTo>
                    <a:pt x="1151813" y="1522328"/>
                  </a:lnTo>
                  <a:lnTo>
                    <a:pt x="1151822" y="1522314"/>
                  </a:lnTo>
                  <a:lnTo>
                    <a:pt x="1151829" y="1522302"/>
                  </a:lnTo>
                  <a:lnTo>
                    <a:pt x="1151834" y="1522295"/>
                  </a:lnTo>
                  <a:lnTo>
                    <a:pt x="1151839" y="1522289"/>
                  </a:lnTo>
                  <a:lnTo>
                    <a:pt x="1151852" y="1522273"/>
                  </a:lnTo>
                  <a:lnTo>
                    <a:pt x="1151863" y="1522259"/>
                  </a:lnTo>
                  <a:lnTo>
                    <a:pt x="1151872" y="1522248"/>
                  </a:lnTo>
                  <a:lnTo>
                    <a:pt x="1151903" y="1522213"/>
                  </a:lnTo>
                  <a:lnTo>
                    <a:pt x="1151913" y="1522203"/>
                  </a:lnTo>
                  <a:lnTo>
                    <a:pt x="1151926" y="1522187"/>
                  </a:lnTo>
                  <a:lnTo>
                    <a:pt x="1151932" y="1522179"/>
                  </a:lnTo>
                  <a:lnTo>
                    <a:pt x="1151936" y="1522171"/>
                  </a:lnTo>
                  <a:lnTo>
                    <a:pt x="1151943" y="1522154"/>
                  </a:lnTo>
                  <a:lnTo>
                    <a:pt x="1151944" y="1522141"/>
                  </a:lnTo>
                  <a:lnTo>
                    <a:pt x="1151944" y="1522129"/>
                  </a:lnTo>
                  <a:lnTo>
                    <a:pt x="1151944" y="1522116"/>
                  </a:lnTo>
                  <a:lnTo>
                    <a:pt x="1151941" y="1522103"/>
                  </a:lnTo>
                  <a:lnTo>
                    <a:pt x="1151939" y="1522091"/>
                  </a:lnTo>
                  <a:lnTo>
                    <a:pt x="1151937" y="1522073"/>
                  </a:lnTo>
                  <a:lnTo>
                    <a:pt x="1151937" y="1522064"/>
                  </a:lnTo>
                  <a:lnTo>
                    <a:pt x="1151941" y="1522054"/>
                  </a:lnTo>
                  <a:lnTo>
                    <a:pt x="1151954" y="1522041"/>
                  </a:lnTo>
                  <a:lnTo>
                    <a:pt x="1151962" y="1522035"/>
                  </a:lnTo>
                  <a:lnTo>
                    <a:pt x="1151969" y="1522030"/>
                  </a:lnTo>
                  <a:lnTo>
                    <a:pt x="1151979" y="1522025"/>
                  </a:lnTo>
                  <a:lnTo>
                    <a:pt x="1151990" y="1522021"/>
                  </a:lnTo>
                  <a:lnTo>
                    <a:pt x="1152003" y="1522016"/>
                  </a:lnTo>
                  <a:lnTo>
                    <a:pt x="1152017" y="1522009"/>
                  </a:lnTo>
                  <a:lnTo>
                    <a:pt x="1152026" y="1522007"/>
                  </a:lnTo>
                  <a:lnTo>
                    <a:pt x="1152033" y="1522001"/>
                  </a:lnTo>
                  <a:lnTo>
                    <a:pt x="1152037" y="1521991"/>
                  </a:lnTo>
                  <a:lnTo>
                    <a:pt x="1152035" y="1521978"/>
                  </a:lnTo>
                  <a:lnTo>
                    <a:pt x="1152031" y="1521964"/>
                  </a:lnTo>
                  <a:lnTo>
                    <a:pt x="1152024" y="1521953"/>
                  </a:lnTo>
                  <a:lnTo>
                    <a:pt x="1152018" y="1521943"/>
                  </a:lnTo>
                  <a:lnTo>
                    <a:pt x="1152009" y="1521932"/>
                  </a:lnTo>
                  <a:lnTo>
                    <a:pt x="1151997" y="1521921"/>
                  </a:lnTo>
                  <a:lnTo>
                    <a:pt x="1151988" y="1521912"/>
                  </a:lnTo>
                  <a:lnTo>
                    <a:pt x="1151984" y="1521905"/>
                  </a:lnTo>
                  <a:lnTo>
                    <a:pt x="1151983" y="1521897"/>
                  </a:lnTo>
                  <a:lnTo>
                    <a:pt x="1151983" y="1521890"/>
                  </a:lnTo>
                  <a:lnTo>
                    <a:pt x="1151986" y="1521885"/>
                  </a:lnTo>
                  <a:lnTo>
                    <a:pt x="1151989" y="1521879"/>
                  </a:lnTo>
                  <a:lnTo>
                    <a:pt x="1151992" y="1521872"/>
                  </a:lnTo>
                  <a:lnTo>
                    <a:pt x="1151997" y="1521864"/>
                  </a:lnTo>
                  <a:lnTo>
                    <a:pt x="1152001" y="1521859"/>
                  </a:lnTo>
                  <a:lnTo>
                    <a:pt x="1152007" y="1521854"/>
                  </a:lnTo>
                  <a:lnTo>
                    <a:pt x="1152014" y="1521850"/>
                  </a:lnTo>
                  <a:lnTo>
                    <a:pt x="1152019" y="1521849"/>
                  </a:lnTo>
                  <a:lnTo>
                    <a:pt x="1152032" y="1521848"/>
                  </a:lnTo>
                  <a:lnTo>
                    <a:pt x="1152049" y="1521845"/>
                  </a:lnTo>
                  <a:lnTo>
                    <a:pt x="1152062" y="1521840"/>
                  </a:lnTo>
                  <a:lnTo>
                    <a:pt x="1152075" y="1521829"/>
                  </a:lnTo>
                  <a:lnTo>
                    <a:pt x="1152079" y="1521823"/>
                  </a:lnTo>
                  <a:lnTo>
                    <a:pt x="1152081" y="1521813"/>
                  </a:lnTo>
                  <a:lnTo>
                    <a:pt x="1152081" y="1521802"/>
                  </a:lnTo>
                  <a:lnTo>
                    <a:pt x="1152082" y="1521789"/>
                  </a:lnTo>
                  <a:lnTo>
                    <a:pt x="1152081" y="1521773"/>
                  </a:lnTo>
                  <a:lnTo>
                    <a:pt x="1152081" y="1521765"/>
                  </a:lnTo>
                  <a:lnTo>
                    <a:pt x="1152082" y="1521754"/>
                  </a:lnTo>
                  <a:lnTo>
                    <a:pt x="1152085" y="1521738"/>
                  </a:lnTo>
                  <a:lnTo>
                    <a:pt x="1152089" y="1521728"/>
                  </a:lnTo>
                  <a:lnTo>
                    <a:pt x="1152094" y="1521720"/>
                  </a:lnTo>
                  <a:lnTo>
                    <a:pt x="1152102" y="1521706"/>
                  </a:lnTo>
                  <a:lnTo>
                    <a:pt x="1152110" y="1521698"/>
                  </a:lnTo>
                  <a:lnTo>
                    <a:pt x="1152124" y="1521688"/>
                  </a:lnTo>
                  <a:lnTo>
                    <a:pt x="1152141" y="1521678"/>
                  </a:lnTo>
                  <a:lnTo>
                    <a:pt x="1152150" y="1521671"/>
                  </a:lnTo>
                  <a:lnTo>
                    <a:pt x="1152163" y="1521664"/>
                  </a:lnTo>
                  <a:lnTo>
                    <a:pt x="1152175" y="1521659"/>
                  </a:lnTo>
                  <a:lnTo>
                    <a:pt x="1152183" y="1521655"/>
                  </a:lnTo>
                  <a:lnTo>
                    <a:pt x="1152205" y="1521643"/>
                  </a:lnTo>
                  <a:lnTo>
                    <a:pt x="1152217" y="1521635"/>
                  </a:lnTo>
                  <a:lnTo>
                    <a:pt x="1152226" y="1521627"/>
                  </a:lnTo>
                  <a:lnTo>
                    <a:pt x="1152235" y="1521611"/>
                  </a:lnTo>
                  <a:lnTo>
                    <a:pt x="1152239" y="1521592"/>
                  </a:lnTo>
                  <a:lnTo>
                    <a:pt x="1152242" y="1521574"/>
                  </a:lnTo>
                  <a:lnTo>
                    <a:pt x="1152245" y="1521555"/>
                  </a:lnTo>
                  <a:lnTo>
                    <a:pt x="1152246" y="1521537"/>
                  </a:lnTo>
                  <a:lnTo>
                    <a:pt x="1152247" y="1521518"/>
                  </a:lnTo>
                  <a:lnTo>
                    <a:pt x="1152246" y="1521500"/>
                  </a:lnTo>
                  <a:lnTo>
                    <a:pt x="1152259" y="1521438"/>
                  </a:lnTo>
                  <a:lnTo>
                    <a:pt x="1152260" y="1521427"/>
                  </a:lnTo>
                  <a:lnTo>
                    <a:pt x="1152261" y="1521416"/>
                  </a:lnTo>
                  <a:lnTo>
                    <a:pt x="1152262" y="1521403"/>
                  </a:lnTo>
                  <a:lnTo>
                    <a:pt x="1152262" y="1521383"/>
                  </a:lnTo>
                  <a:lnTo>
                    <a:pt x="1152262" y="1521364"/>
                  </a:lnTo>
                  <a:lnTo>
                    <a:pt x="1152262" y="1521353"/>
                  </a:lnTo>
                  <a:lnTo>
                    <a:pt x="1152264" y="1521344"/>
                  </a:lnTo>
                  <a:lnTo>
                    <a:pt x="1152267" y="1521330"/>
                  </a:lnTo>
                  <a:lnTo>
                    <a:pt x="1152271" y="1521308"/>
                  </a:lnTo>
                  <a:lnTo>
                    <a:pt x="1152275" y="1521290"/>
                  </a:lnTo>
                  <a:lnTo>
                    <a:pt x="1152279" y="1521271"/>
                  </a:lnTo>
                  <a:lnTo>
                    <a:pt x="1152284" y="1521253"/>
                  </a:lnTo>
                  <a:lnTo>
                    <a:pt x="1152287" y="1521234"/>
                  </a:lnTo>
                  <a:lnTo>
                    <a:pt x="1152293" y="1521216"/>
                  </a:lnTo>
                  <a:lnTo>
                    <a:pt x="1152308" y="1521182"/>
                  </a:lnTo>
                  <a:lnTo>
                    <a:pt x="1152316" y="1521168"/>
                  </a:lnTo>
                  <a:lnTo>
                    <a:pt x="1152324" y="1521158"/>
                  </a:lnTo>
                  <a:lnTo>
                    <a:pt x="1152334" y="1521143"/>
                  </a:lnTo>
                  <a:lnTo>
                    <a:pt x="1152338" y="1521135"/>
                  </a:lnTo>
                  <a:lnTo>
                    <a:pt x="1152342" y="1521129"/>
                  </a:lnTo>
                  <a:lnTo>
                    <a:pt x="1152345" y="1521120"/>
                  </a:lnTo>
                  <a:lnTo>
                    <a:pt x="1152350" y="1521102"/>
                  </a:lnTo>
                  <a:lnTo>
                    <a:pt x="1152355" y="1521083"/>
                  </a:lnTo>
                  <a:lnTo>
                    <a:pt x="1152372" y="1521050"/>
                  </a:lnTo>
                  <a:lnTo>
                    <a:pt x="1152379" y="1521041"/>
                  </a:lnTo>
                  <a:lnTo>
                    <a:pt x="1152390" y="1521023"/>
                  </a:lnTo>
                  <a:lnTo>
                    <a:pt x="1152396" y="1521013"/>
                  </a:lnTo>
                  <a:lnTo>
                    <a:pt x="1152398" y="1521002"/>
                  </a:lnTo>
                  <a:lnTo>
                    <a:pt x="1152407" y="1520985"/>
                  </a:lnTo>
                  <a:lnTo>
                    <a:pt x="1152414" y="1520971"/>
                  </a:lnTo>
                  <a:lnTo>
                    <a:pt x="1152418" y="1520967"/>
                  </a:lnTo>
                  <a:lnTo>
                    <a:pt x="1152425" y="1520948"/>
                  </a:lnTo>
                  <a:lnTo>
                    <a:pt x="1152431" y="1520930"/>
                  </a:lnTo>
                  <a:lnTo>
                    <a:pt x="1152433" y="1520920"/>
                  </a:lnTo>
                  <a:lnTo>
                    <a:pt x="1152437" y="1520911"/>
                  </a:lnTo>
                  <a:lnTo>
                    <a:pt x="1152454" y="1520890"/>
                  </a:lnTo>
                  <a:lnTo>
                    <a:pt x="1152453" y="1520883"/>
                  </a:lnTo>
                  <a:lnTo>
                    <a:pt x="1152453" y="1520877"/>
                  </a:lnTo>
                  <a:lnTo>
                    <a:pt x="1152453" y="1520863"/>
                  </a:lnTo>
                  <a:lnTo>
                    <a:pt x="1152453" y="1520852"/>
                  </a:lnTo>
                  <a:lnTo>
                    <a:pt x="1152453" y="1520836"/>
                  </a:lnTo>
                  <a:lnTo>
                    <a:pt x="1152453" y="1520824"/>
                  </a:lnTo>
                  <a:lnTo>
                    <a:pt x="1152454" y="1520818"/>
                  </a:lnTo>
                  <a:lnTo>
                    <a:pt x="1152456" y="1520811"/>
                  </a:lnTo>
                  <a:lnTo>
                    <a:pt x="1152457" y="1520806"/>
                  </a:lnTo>
                  <a:lnTo>
                    <a:pt x="1152458" y="1520799"/>
                  </a:lnTo>
                  <a:lnTo>
                    <a:pt x="1152464" y="1520781"/>
                  </a:lnTo>
                  <a:lnTo>
                    <a:pt x="1152467" y="1520768"/>
                  </a:lnTo>
                  <a:lnTo>
                    <a:pt x="1152482" y="1520733"/>
                  </a:lnTo>
                  <a:lnTo>
                    <a:pt x="1152486" y="1520719"/>
                  </a:lnTo>
                  <a:lnTo>
                    <a:pt x="1152495" y="1520695"/>
                  </a:lnTo>
                  <a:lnTo>
                    <a:pt x="1152523" y="1520692"/>
                  </a:lnTo>
                  <a:lnTo>
                    <a:pt x="1152541" y="1520693"/>
                  </a:lnTo>
                  <a:lnTo>
                    <a:pt x="1152559" y="1520696"/>
                  </a:lnTo>
                  <a:lnTo>
                    <a:pt x="1152577" y="1520699"/>
                  </a:lnTo>
                  <a:lnTo>
                    <a:pt x="1152595" y="1520702"/>
                  </a:lnTo>
                  <a:lnTo>
                    <a:pt x="1152612" y="1520703"/>
                  </a:lnTo>
                  <a:lnTo>
                    <a:pt x="1152622" y="1520704"/>
                  </a:lnTo>
                  <a:lnTo>
                    <a:pt x="1152630" y="1520705"/>
                  </a:lnTo>
                  <a:lnTo>
                    <a:pt x="1152648" y="1520705"/>
                  </a:lnTo>
                  <a:lnTo>
                    <a:pt x="1152666" y="1520707"/>
                  </a:lnTo>
                  <a:lnTo>
                    <a:pt x="1152684" y="1520711"/>
                  </a:lnTo>
                  <a:lnTo>
                    <a:pt x="1152702" y="1520713"/>
                  </a:lnTo>
                  <a:lnTo>
                    <a:pt x="1152720" y="1520714"/>
                  </a:lnTo>
                  <a:lnTo>
                    <a:pt x="1152738" y="1520715"/>
                  </a:lnTo>
                  <a:lnTo>
                    <a:pt x="1152756" y="1520715"/>
                  </a:lnTo>
                  <a:lnTo>
                    <a:pt x="1152774" y="1520715"/>
                  </a:lnTo>
                  <a:lnTo>
                    <a:pt x="1152792" y="1520717"/>
                  </a:lnTo>
                  <a:lnTo>
                    <a:pt x="1152806" y="1520723"/>
                  </a:lnTo>
                  <a:lnTo>
                    <a:pt x="1152810" y="1520727"/>
                  </a:lnTo>
                  <a:lnTo>
                    <a:pt x="1152828" y="1520740"/>
                  </a:lnTo>
                  <a:lnTo>
                    <a:pt x="1152846" y="1520755"/>
                  </a:lnTo>
                  <a:lnTo>
                    <a:pt x="1152863" y="1520770"/>
                  </a:lnTo>
                  <a:lnTo>
                    <a:pt x="1152881" y="1520787"/>
                  </a:lnTo>
                  <a:lnTo>
                    <a:pt x="1152897" y="1520805"/>
                  </a:lnTo>
                  <a:lnTo>
                    <a:pt x="1152913" y="1520822"/>
                  </a:lnTo>
                  <a:lnTo>
                    <a:pt x="1152931" y="1520837"/>
                  </a:lnTo>
                  <a:lnTo>
                    <a:pt x="1152949" y="1520845"/>
                  </a:lnTo>
                  <a:lnTo>
                    <a:pt x="1152967" y="1520854"/>
                  </a:lnTo>
                  <a:lnTo>
                    <a:pt x="1152985" y="1520865"/>
                  </a:lnTo>
                  <a:lnTo>
                    <a:pt x="1153003" y="1520872"/>
                  </a:lnTo>
                  <a:lnTo>
                    <a:pt x="1153021" y="1520877"/>
                  </a:lnTo>
                  <a:lnTo>
                    <a:pt x="1153039" y="1520888"/>
                  </a:lnTo>
                  <a:lnTo>
                    <a:pt x="1153056" y="1520906"/>
                  </a:lnTo>
                  <a:lnTo>
                    <a:pt x="1153065" y="1520915"/>
                  </a:lnTo>
                  <a:lnTo>
                    <a:pt x="1153073" y="1520922"/>
                  </a:lnTo>
                  <a:lnTo>
                    <a:pt x="1153091" y="1520930"/>
                  </a:lnTo>
                  <a:lnTo>
                    <a:pt x="1153108" y="1520935"/>
                  </a:lnTo>
                  <a:lnTo>
                    <a:pt x="1153127" y="1520942"/>
                  </a:lnTo>
                  <a:lnTo>
                    <a:pt x="1153145" y="1520952"/>
                  </a:lnTo>
                  <a:lnTo>
                    <a:pt x="1153156" y="1520958"/>
                  </a:lnTo>
                  <a:lnTo>
                    <a:pt x="1153163" y="1520963"/>
                  </a:lnTo>
                  <a:lnTo>
                    <a:pt x="1153175" y="1520970"/>
                  </a:lnTo>
                  <a:lnTo>
                    <a:pt x="1153184" y="1520976"/>
                  </a:lnTo>
                  <a:lnTo>
                    <a:pt x="1153196" y="1520986"/>
                  </a:lnTo>
                  <a:lnTo>
                    <a:pt x="1153207" y="1520994"/>
                  </a:lnTo>
                  <a:lnTo>
                    <a:pt x="1153216" y="1521003"/>
                  </a:lnTo>
                  <a:lnTo>
                    <a:pt x="1153226" y="1521012"/>
                  </a:lnTo>
                  <a:lnTo>
                    <a:pt x="1153233" y="1521020"/>
                  </a:lnTo>
                  <a:lnTo>
                    <a:pt x="1153238" y="1521024"/>
                  </a:lnTo>
                  <a:lnTo>
                    <a:pt x="1153248" y="1521033"/>
                  </a:lnTo>
                  <a:lnTo>
                    <a:pt x="1153255" y="1521040"/>
                  </a:lnTo>
                  <a:lnTo>
                    <a:pt x="1153264" y="1521046"/>
                  </a:lnTo>
                  <a:lnTo>
                    <a:pt x="1153274" y="1521053"/>
                  </a:lnTo>
                  <a:lnTo>
                    <a:pt x="1153287" y="1521060"/>
                  </a:lnTo>
                  <a:lnTo>
                    <a:pt x="1153304" y="1521067"/>
                  </a:lnTo>
                  <a:lnTo>
                    <a:pt x="1153320" y="1521073"/>
                  </a:lnTo>
                  <a:lnTo>
                    <a:pt x="1153338" y="1521080"/>
                  </a:lnTo>
                  <a:lnTo>
                    <a:pt x="1153354" y="1521086"/>
                  </a:lnTo>
                  <a:lnTo>
                    <a:pt x="1153373" y="1521092"/>
                  </a:lnTo>
                  <a:lnTo>
                    <a:pt x="1153386" y="1521096"/>
                  </a:lnTo>
                  <a:lnTo>
                    <a:pt x="1153399" y="1521101"/>
                  </a:lnTo>
                  <a:lnTo>
                    <a:pt x="1153419" y="1521106"/>
                  </a:lnTo>
                  <a:lnTo>
                    <a:pt x="1153440" y="1521107"/>
                  </a:lnTo>
                  <a:lnTo>
                    <a:pt x="1153452" y="1521107"/>
                  </a:lnTo>
                  <a:lnTo>
                    <a:pt x="1153472" y="1521107"/>
                  </a:lnTo>
                  <a:lnTo>
                    <a:pt x="1153491" y="1521109"/>
                  </a:lnTo>
                  <a:lnTo>
                    <a:pt x="1153515" y="1521121"/>
                  </a:lnTo>
                  <a:lnTo>
                    <a:pt x="1153535" y="1521134"/>
                  </a:lnTo>
                  <a:lnTo>
                    <a:pt x="1153556" y="1521146"/>
                  </a:lnTo>
                  <a:lnTo>
                    <a:pt x="1153572" y="1521154"/>
                  </a:lnTo>
                  <a:lnTo>
                    <a:pt x="1153579" y="1521157"/>
                  </a:lnTo>
                  <a:lnTo>
                    <a:pt x="1153584" y="1521158"/>
                  </a:lnTo>
                  <a:lnTo>
                    <a:pt x="1153596" y="1521160"/>
                  </a:lnTo>
                  <a:lnTo>
                    <a:pt x="1153601" y="1521159"/>
                  </a:lnTo>
                  <a:lnTo>
                    <a:pt x="1153608" y="1521153"/>
                  </a:lnTo>
                  <a:lnTo>
                    <a:pt x="1153618" y="1521145"/>
                  </a:lnTo>
                  <a:lnTo>
                    <a:pt x="1153628" y="1521139"/>
                  </a:lnTo>
                  <a:lnTo>
                    <a:pt x="1153647" y="1521125"/>
                  </a:lnTo>
                  <a:lnTo>
                    <a:pt x="1153661" y="1521116"/>
                  </a:lnTo>
                  <a:lnTo>
                    <a:pt x="1153673" y="1521111"/>
                  </a:lnTo>
                  <a:lnTo>
                    <a:pt x="1153682" y="1521107"/>
                  </a:lnTo>
                  <a:lnTo>
                    <a:pt x="1153693" y="1521106"/>
                  </a:lnTo>
                  <a:lnTo>
                    <a:pt x="1153700" y="1521109"/>
                  </a:lnTo>
                  <a:lnTo>
                    <a:pt x="1153708" y="1521111"/>
                  </a:lnTo>
                  <a:lnTo>
                    <a:pt x="1153724" y="1521110"/>
                  </a:lnTo>
                  <a:lnTo>
                    <a:pt x="1153738" y="1521104"/>
                  </a:lnTo>
                  <a:lnTo>
                    <a:pt x="1153749" y="1521096"/>
                  </a:lnTo>
                  <a:lnTo>
                    <a:pt x="1153754" y="1521090"/>
                  </a:lnTo>
                  <a:lnTo>
                    <a:pt x="1153765" y="1521083"/>
                  </a:lnTo>
                  <a:lnTo>
                    <a:pt x="1153773" y="1521079"/>
                  </a:lnTo>
                  <a:lnTo>
                    <a:pt x="1153783" y="1521077"/>
                  </a:lnTo>
                  <a:lnTo>
                    <a:pt x="1153793" y="1521076"/>
                  </a:lnTo>
                  <a:lnTo>
                    <a:pt x="1153803" y="1521079"/>
                  </a:lnTo>
                  <a:lnTo>
                    <a:pt x="1153810" y="1521082"/>
                  </a:lnTo>
                  <a:lnTo>
                    <a:pt x="1153821" y="1521083"/>
                  </a:lnTo>
                  <a:lnTo>
                    <a:pt x="1153826" y="1521080"/>
                  </a:lnTo>
                  <a:lnTo>
                    <a:pt x="1153831" y="1521067"/>
                  </a:lnTo>
                  <a:lnTo>
                    <a:pt x="1153834" y="1521052"/>
                  </a:lnTo>
                  <a:lnTo>
                    <a:pt x="1153839" y="1521038"/>
                  </a:lnTo>
                  <a:lnTo>
                    <a:pt x="1153845" y="1521029"/>
                  </a:lnTo>
                  <a:lnTo>
                    <a:pt x="1153852" y="1521021"/>
                  </a:lnTo>
                  <a:lnTo>
                    <a:pt x="1153857" y="1521018"/>
                  </a:lnTo>
                  <a:lnTo>
                    <a:pt x="1153865" y="1521020"/>
                  </a:lnTo>
                  <a:lnTo>
                    <a:pt x="1153874" y="1521029"/>
                  </a:lnTo>
                  <a:lnTo>
                    <a:pt x="1153880" y="1521035"/>
                  </a:lnTo>
                  <a:lnTo>
                    <a:pt x="1153892" y="1521041"/>
                  </a:lnTo>
                  <a:lnTo>
                    <a:pt x="1153904" y="1521046"/>
                  </a:lnTo>
                  <a:lnTo>
                    <a:pt x="1153911" y="1521051"/>
                  </a:lnTo>
                  <a:lnTo>
                    <a:pt x="1153915" y="1521059"/>
                  </a:lnTo>
                  <a:lnTo>
                    <a:pt x="1153915" y="1521066"/>
                  </a:lnTo>
                  <a:lnTo>
                    <a:pt x="1153911" y="1521074"/>
                  </a:lnTo>
                  <a:lnTo>
                    <a:pt x="1153906" y="1521082"/>
                  </a:lnTo>
                  <a:lnTo>
                    <a:pt x="1153903" y="1521090"/>
                  </a:lnTo>
                  <a:lnTo>
                    <a:pt x="1153901" y="1521097"/>
                  </a:lnTo>
                  <a:lnTo>
                    <a:pt x="1153902" y="1521103"/>
                  </a:lnTo>
                  <a:lnTo>
                    <a:pt x="1153904" y="1521111"/>
                  </a:lnTo>
                  <a:lnTo>
                    <a:pt x="1153914" y="1521124"/>
                  </a:lnTo>
                  <a:lnTo>
                    <a:pt x="1153927" y="1521136"/>
                  </a:lnTo>
                  <a:lnTo>
                    <a:pt x="1153945" y="1521148"/>
                  </a:lnTo>
                  <a:lnTo>
                    <a:pt x="1153963" y="1521162"/>
                  </a:lnTo>
                  <a:lnTo>
                    <a:pt x="1153981" y="1521174"/>
                  </a:lnTo>
                  <a:lnTo>
                    <a:pt x="1153986" y="1521177"/>
                  </a:lnTo>
                  <a:lnTo>
                    <a:pt x="1153996" y="1521183"/>
                  </a:lnTo>
                  <a:lnTo>
                    <a:pt x="1154004" y="1521187"/>
                  </a:lnTo>
                  <a:lnTo>
                    <a:pt x="1154015" y="1521191"/>
                  </a:lnTo>
                  <a:lnTo>
                    <a:pt x="1154026" y="1521195"/>
                  </a:lnTo>
                  <a:lnTo>
                    <a:pt x="1154045" y="1521199"/>
                  </a:lnTo>
                  <a:lnTo>
                    <a:pt x="1154053" y="1521201"/>
                  </a:lnTo>
                  <a:lnTo>
                    <a:pt x="1154068" y="1521209"/>
                  </a:lnTo>
                  <a:lnTo>
                    <a:pt x="1154076" y="1521215"/>
                  </a:lnTo>
                  <a:lnTo>
                    <a:pt x="1154085" y="1521224"/>
                  </a:lnTo>
                  <a:lnTo>
                    <a:pt x="1154097" y="1521241"/>
                  </a:lnTo>
                  <a:lnTo>
                    <a:pt x="1154104" y="1521254"/>
                  </a:lnTo>
                  <a:lnTo>
                    <a:pt x="1154113" y="1521264"/>
                  </a:lnTo>
                  <a:lnTo>
                    <a:pt x="1154124" y="1521277"/>
                  </a:lnTo>
                  <a:lnTo>
                    <a:pt x="1154139" y="1521288"/>
                  </a:lnTo>
                  <a:lnTo>
                    <a:pt x="1154155" y="1521289"/>
                  </a:lnTo>
                  <a:lnTo>
                    <a:pt x="1154176" y="1521286"/>
                  </a:lnTo>
                  <a:lnTo>
                    <a:pt x="1154199" y="1521276"/>
                  </a:lnTo>
                  <a:lnTo>
                    <a:pt x="1154209" y="1521274"/>
                  </a:lnTo>
                  <a:lnTo>
                    <a:pt x="1154215" y="1521277"/>
                  </a:lnTo>
                  <a:lnTo>
                    <a:pt x="1154227" y="1521295"/>
                  </a:lnTo>
                  <a:lnTo>
                    <a:pt x="1154234" y="1521305"/>
                  </a:lnTo>
                  <a:lnTo>
                    <a:pt x="1154245" y="1521323"/>
                  </a:lnTo>
                  <a:lnTo>
                    <a:pt x="1154251" y="1521339"/>
                  </a:lnTo>
                  <a:lnTo>
                    <a:pt x="1154259" y="1521356"/>
                  </a:lnTo>
                  <a:lnTo>
                    <a:pt x="1154265" y="1521370"/>
                  </a:lnTo>
                  <a:lnTo>
                    <a:pt x="1154271" y="1521388"/>
                  </a:lnTo>
                  <a:lnTo>
                    <a:pt x="1154277" y="1521411"/>
                  </a:lnTo>
                  <a:lnTo>
                    <a:pt x="1154288" y="1521446"/>
                  </a:lnTo>
                  <a:lnTo>
                    <a:pt x="1154292" y="1521462"/>
                  </a:lnTo>
                  <a:lnTo>
                    <a:pt x="1154300" y="1521494"/>
                  </a:lnTo>
                  <a:lnTo>
                    <a:pt x="1154305" y="1521518"/>
                  </a:lnTo>
                  <a:lnTo>
                    <a:pt x="1154310" y="1521539"/>
                  </a:lnTo>
                  <a:lnTo>
                    <a:pt x="1154320" y="1521558"/>
                  </a:lnTo>
                  <a:lnTo>
                    <a:pt x="1154323" y="1521565"/>
                  </a:lnTo>
                  <a:lnTo>
                    <a:pt x="1154330" y="1521577"/>
                  </a:lnTo>
                  <a:lnTo>
                    <a:pt x="1154339" y="1521595"/>
                  </a:lnTo>
                  <a:lnTo>
                    <a:pt x="1154343" y="1521606"/>
                  </a:lnTo>
                  <a:lnTo>
                    <a:pt x="1154348" y="1521624"/>
                  </a:lnTo>
                  <a:lnTo>
                    <a:pt x="1154348" y="1521640"/>
                  </a:lnTo>
                  <a:lnTo>
                    <a:pt x="1154353" y="1521652"/>
                  </a:lnTo>
                  <a:lnTo>
                    <a:pt x="1154359" y="1521658"/>
                  </a:lnTo>
                  <a:lnTo>
                    <a:pt x="1154376" y="1521683"/>
                  </a:lnTo>
                  <a:lnTo>
                    <a:pt x="1154394" y="1521721"/>
                  </a:lnTo>
                  <a:lnTo>
                    <a:pt x="1154396" y="1521740"/>
                  </a:lnTo>
                  <a:lnTo>
                    <a:pt x="1154405" y="1521757"/>
                  </a:lnTo>
                  <a:lnTo>
                    <a:pt x="1154421" y="1521772"/>
                  </a:lnTo>
                  <a:lnTo>
                    <a:pt x="1154443" y="1521800"/>
                  </a:lnTo>
                  <a:lnTo>
                    <a:pt x="1154461" y="1521838"/>
                  </a:lnTo>
                  <a:lnTo>
                    <a:pt x="1154465" y="1521848"/>
                  </a:lnTo>
                  <a:lnTo>
                    <a:pt x="1154472" y="1521860"/>
                  </a:lnTo>
                  <a:lnTo>
                    <a:pt x="1154484" y="1521872"/>
                  </a:lnTo>
                  <a:lnTo>
                    <a:pt x="1154508" y="1521888"/>
                  </a:lnTo>
                  <a:lnTo>
                    <a:pt x="1154522" y="1521906"/>
                  </a:lnTo>
                  <a:lnTo>
                    <a:pt x="1154532" y="1521921"/>
                  </a:lnTo>
                  <a:lnTo>
                    <a:pt x="1154542" y="1521949"/>
                  </a:lnTo>
                  <a:lnTo>
                    <a:pt x="1154554" y="1521993"/>
                  </a:lnTo>
                  <a:lnTo>
                    <a:pt x="1154561" y="1522009"/>
                  </a:lnTo>
                  <a:lnTo>
                    <a:pt x="1154565" y="1522020"/>
                  </a:lnTo>
                  <a:lnTo>
                    <a:pt x="1154568" y="1522027"/>
                  </a:lnTo>
                  <a:lnTo>
                    <a:pt x="1154568" y="1522037"/>
                  </a:lnTo>
                  <a:lnTo>
                    <a:pt x="1154568" y="1522049"/>
                  </a:lnTo>
                  <a:lnTo>
                    <a:pt x="1154566" y="1522061"/>
                  </a:lnTo>
                  <a:lnTo>
                    <a:pt x="1154566" y="1522070"/>
                  </a:lnTo>
                  <a:lnTo>
                    <a:pt x="1154566" y="1522080"/>
                  </a:lnTo>
                  <a:lnTo>
                    <a:pt x="1154566" y="1522089"/>
                  </a:lnTo>
                  <a:lnTo>
                    <a:pt x="1154568" y="1522095"/>
                  </a:lnTo>
                  <a:lnTo>
                    <a:pt x="1154572" y="1522101"/>
                  </a:lnTo>
                  <a:lnTo>
                    <a:pt x="1154580" y="1522104"/>
                  </a:lnTo>
                  <a:lnTo>
                    <a:pt x="1154585" y="1522105"/>
                  </a:lnTo>
                  <a:lnTo>
                    <a:pt x="1154597" y="1522108"/>
                  </a:lnTo>
                  <a:lnTo>
                    <a:pt x="1154602" y="1522111"/>
                  </a:lnTo>
                  <a:lnTo>
                    <a:pt x="1154605" y="1522116"/>
                  </a:lnTo>
                  <a:lnTo>
                    <a:pt x="1154607" y="1522125"/>
                  </a:lnTo>
                  <a:lnTo>
                    <a:pt x="1154608" y="1522135"/>
                  </a:lnTo>
                  <a:lnTo>
                    <a:pt x="1154612" y="1522153"/>
                  </a:lnTo>
                  <a:lnTo>
                    <a:pt x="1154614" y="1522159"/>
                  </a:lnTo>
                  <a:lnTo>
                    <a:pt x="1154622" y="1522163"/>
                  </a:lnTo>
                  <a:lnTo>
                    <a:pt x="1154636" y="1522169"/>
                  </a:lnTo>
                  <a:lnTo>
                    <a:pt x="1154654" y="1522176"/>
                  </a:lnTo>
                  <a:lnTo>
                    <a:pt x="1154666" y="1522183"/>
                  </a:lnTo>
                  <a:lnTo>
                    <a:pt x="1154678" y="1522189"/>
                  </a:lnTo>
                  <a:lnTo>
                    <a:pt x="1154687" y="1522195"/>
                  </a:lnTo>
                  <a:lnTo>
                    <a:pt x="1154692" y="1522201"/>
                  </a:lnTo>
                  <a:lnTo>
                    <a:pt x="1154695" y="1522206"/>
                  </a:lnTo>
                  <a:lnTo>
                    <a:pt x="1154699" y="1522213"/>
                  </a:lnTo>
                  <a:lnTo>
                    <a:pt x="1154706" y="1522231"/>
                  </a:lnTo>
                  <a:lnTo>
                    <a:pt x="1154713" y="1522243"/>
                  </a:lnTo>
                  <a:lnTo>
                    <a:pt x="1154719" y="1522249"/>
                  </a:lnTo>
                  <a:lnTo>
                    <a:pt x="1154726" y="1522256"/>
                  </a:lnTo>
                  <a:lnTo>
                    <a:pt x="1154737" y="1522260"/>
                  </a:lnTo>
                  <a:lnTo>
                    <a:pt x="1154755" y="1522272"/>
                  </a:lnTo>
                  <a:lnTo>
                    <a:pt x="1154774" y="1522285"/>
                  </a:lnTo>
                  <a:lnTo>
                    <a:pt x="1154788" y="1522297"/>
                  </a:lnTo>
                  <a:lnTo>
                    <a:pt x="1154807" y="1522310"/>
                  </a:lnTo>
                  <a:lnTo>
                    <a:pt x="1154826" y="1522324"/>
                  </a:lnTo>
                  <a:lnTo>
                    <a:pt x="1154841" y="1522333"/>
                  </a:lnTo>
                  <a:lnTo>
                    <a:pt x="1154856" y="1522343"/>
                  </a:lnTo>
                  <a:lnTo>
                    <a:pt x="1154871" y="1522358"/>
                  </a:lnTo>
                  <a:lnTo>
                    <a:pt x="1154881" y="1522369"/>
                  </a:lnTo>
                  <a:lnTo>
                    <a:pt x="1154887" y="1522376"/>
                  </a:lnTo>
                  <a:lnTo>
                    <a:pt x="1154891" y="1522383"/>
                  </a:lnTo>
                  <a:lnTo>
                    <a:pt x="1154890" y="1522392"/>
                  </a:lnTo>
                  <a:lnTo>
                    <a:pt x="1154889" y="1522398"/>
                  </a:lnTo>
                  <a:lnTo>
                    <a:pt x="1154886" y="1522405"/>
                  </a:lnTo>
                  <a:lnTo>
                    <a:pt x="1154882" y="1522412"/>
                  </a:lnTo>
                  <a:lnTo>
                    <a:pt x="1154880" y="1522420"/>
                  </a:lnTo>
                  <a:lnTo>
                    <a:pt x="1154876" y="1522432"/>
                  </a:lnTo>
                  <a:lnTo>
                    <a:pt x="1154875" y="1522440"/>
                  </a:lnTo>
                  <a:lnTo>
                    <a:pt x="1154874" y="1522449"/>
                  </a:lnTo>
                  <a:lnTo>
                    <a:pt x="1154873" y="1522457"/>
                  </a:lnTo>
                  <a:lnTo>
                    <a:pt x="1154874" y="1522463"/>
                  </a:lnTo>
                  <a:lnTo>
                    <a:pt x="1154875" y="1522471"/>
                  </a:lnTo>
                  <a:lnTo>
                    <a:pt x="1154875" y="1522479"/>
                  </a:lnTo>
                  <a:lnTo>
                    <a:pt x="1154872" y="1522487"/>
                  </a:lnTo>
                  <a:lnTo>
                    <a:pt x="1154871" y="1522496"/>
                  </a:lnTo>
                  <a:lnTo>
                    <a:pt x="1154870" y="1522506"/>
                  </a:lnTo>
                  <a:lnTo>
                    <a:pt x="1154873" y="1522513"/>
                  </a:lnTo>
                  <a:lnTo>
                    <a:pt x="1154887" y="1522514"/>
                  </a:lnTo>
                  <a:lnTo>
                    <a:pt x="1154902" y="1522515"/>
                  </a:lnTo>
                  <a:lnTo>
                    <a:pt x="1154912" y="1522517"/>
                  </a:lnTo>
                  <a:lnTo>
                    <a:pt x="1154925" y="1522522"/>
                  </a:lnTo>
                  <a:lnTo>
                    <a:pt x="1154936" y="1522531"/>
                  </a:lnTo>
                  <a:lnTo>
                    <a:pt x="1154941" y="1522535"/>
                  </a:lnTo>
                  <a:lnTo>
                    <a:pt x="1154947" y="1522544"/>
                  </a:lnTo>
                  <a:lnTo>
                    <a:pt x="1154984" y="1522571"/>
                  </a:lnTo>
                  <a:lnTo>
                    <a:pt x="1154994" y="1522576"/>
                  </a:lnTo>
                  <a:lnTo>
                    <a:pt x="1155012" y="1522587"/>
                  </a:lnTo>
                  <a:lnTo>
                    <a:pt x="1155030" y="1522601"/>
                  </a:lnTo>
                  <a:lnTo>
                    <a:pt x="1155042" y="1522613"/>
                  </a:lnTo>
                  <a:lnTo>
                    <a:pt x="1155045" y="1522619"/>
                  </a:lnTo>
                  <a:lnTo>
                    <a:pt x="1155053" y="1522629"/>
                  </a:lnTo>
                  <a:lnTo>
                    <a:pt x="1155056" y="1522637"/>
                  </a:lnTo>
                  <a:lnTo>
                    <a:pt x="1155061" y="1522646"/>
                  </a:lnTo>
                  <a:lnTo>
                    <a:pt x="1155064" y="1522656"/>
                  </a:lnTo>
                  <a:lnTo>
                    <a:pt x="1155069" y="1522674"/>
                  </a:lnTo>
                  <a:lnTo>
                    <a:pt x="1155074" y="1522690"/>
                  </a:lnTo>
                  <a:lnTo>
                    <a:pt x="1155081" y="1522711"/>
                  </a:lnTo>
                  <a:lnTo>
                    <a:pt x="1155087" y="1522721"/>
                  </a:lnTo>
                  <a:lnTo>
                    <a:pt x="1155094" y="1522728"/>
                  </a:lnTo>
                  <a:lnTo>
                    <a:pt x="1155104" y="1522735"/>
                  </a:lnTo>
                  <a:lnTo>
                    <a:pt x="1155112" y="1522739"/>
                  </a:lnTo>
                  <a:lnTo>
                    <a:pt x="1155130" y="1522746"/>
                  </a:lnTo>
                  <a:lnTo>
                    <a:pt x="1155148" y="1522752"/>
                  </a:lnTo>
                  <a:lnTo>
                    <a:pt x="1155166" y="1522757"/>
                  </a:lnTo>
                  <a:lnTo>
                    <a:pt x="1155179" y="1522761"/>
                  </a:lnTo>
                  <a:lnTo>
                    <a:pt x="1155184" y="1522764"/>
                  </a:lnTo>
                  <a:lnTo>
                    <a:pt x="1155194" y="1522773"/>
                  </a:lnTo>
                  <a:lnTo>
                    <a:pt x="1155200" y="1522784"/>
                  </a:lnTo>
                  <a:lnTo>
                    <a:pt x="1155206" y="1522796"/>
                  </a:lnTo>
                  <a:lnTo>
                    <a:pt x="1155211" y="1522808"/>
                  </a:lnTo>
                  <a:lnTo>
                    <a:pt x="1155217" y="1522832"/>
                  </a:lnTo>
                  <a:lnTo>
                    <a:pt x="1155224" y="1522852"/>
                  </a:lnTo>
                  <a:lnTo>
                    <a:pt x="1155239" y="1522870"/>
                  </a:lnTo>
                  <a:lnTo>
                    <a:pt x="1155249" y="1522882"/>
                  </a:lnTo>
                  <a:lnTo>
                    <a:pt x="1155254" y="1522888"/>
                  </a:lnTo>
                  <a:lnTo>
                    <a:pt x="1155260" y="1522907"/>
                  </a:lnTo>
                  <a:lnTo>
                    <a:pt x="1155265" y="1522920"/>
                  </a:lnTo>
                  <a:lnTo>
                    <a:pt x="1155273" y="1522932"/>
                  </a:lnTo>
                  <a:lnTo>
                    <a:pt x="1155278" y="1522943"/>
                  </a:lnTo>
                  <a:lnTo>
                    <a:pt x="1155278" y="1522951"/>
                  </a:lnTo>
                  <a:lnTo>
                    <a:pt x="1155275" y="1522960"/>
                  </a:lnTo>
                  <a:lnTo>
                    <a:pt x="1155267" y="1522979"/>
                  </a:lnTo>
                  <a:lnTo>
                    <a:pt x="1155264" y="1522990"/>
                  </a:lnTo>
                  <a:lnTo>
                    <a:pt x="1155262" y="1522995"/>
                  </a:lnTo>
                  <a:lnTo>
                    <a:pt x="1155261" y="1523001"/>
                  </a:lnTo>
                  <a:lnTo>
                    <a:pt x="1155260" y="1523007"/>
                  </a:lnTo>
                  <a:lnTo>
                    <a:pt x="1155261" y="1523015"/>
                  </a:lnTo>
                  <a:lnTo>
                    <a:pt x="1155264" y="1523026"/>
                  </a:lnTo>
                  <a:lnTo>
                    <a:pt x="1155269" y="1523035"/>
                  </a:lnTo>
                  <a:lnTo>
                    <a:pt x="1155277" y="1523044"/>
                  </a:lnTo>
                  <a:lnTo>
                    <a:pt x="1155284" y="1523051"/>
                  </a:lnTo>
                  <a:lnTo>
                    <a:pt x="1155291" y="1523058"/>
                  </a:lnTo>
                  <a:lnTo>
                    <a:pt x="1155298" y="1523067"/>
                  </a:lnTo>
                  <a:lnTo>
                    <a:pt x="1155313" y="1523089"/>
                  </a:lnTo>
                  <a:lnTo>
                    <a:pt x="1155321" y="1523102"/>
                  </a:lnTo>
                  <a:lnTo>
                    <a:pt x="1155328" y="1523111"/>
                  </a:lnTo>
                  <a:lnTo>
                    <a:pt x="1155338" y="1523129"/>
                  </a:lnTo>
                  <a:lnTo>
                    <a:pt x="1155348" y="1523148"/>
                  </a:lnTo>
                  <a:lnTo>
                    <a:pt x="1155356" y="1523166"/>
                  </a:lnTo>
                  <a:lnTo>
                    <a:pt x="1155361" y="1523184"/>
                  </a:lnTo>
                  <a:lnTo>
                    <a:pt x="1155363" y="1523203"/>
                  </a:lnTo>
                  <a:lnTo>
                    <a:pt x="1155365" y="1523213"/>
                  </a:lnTo>
                  <a:lnTo>
                    <a:pt x="1155367" y="1523225"/>
                  </a:lnTo>
                  <a:lnTo>
                    <a:pt x="1155373" y="1523244"/>
                  </a:lnTo>
                  <a:lnTo>
                    <a:pt x="1155379" y="1523263"/>
                  </a:lnTo>
                  <a:lnTo>
                    <a:pt x="1155385" y="1523277"/>
                  </a:lnTo>
                  <a:lnTo>
                    <a:pt x="1155390" y="1523286"/>
                  </a:lnTo>
                  <a:lnTo>
                    <a:pt x="1155396" y="1523295"/>
                  </a:lnTo>
                  <a:lnTo>
                    <a:pt x="1155401" y="1523302"/>
                  </a:lnTo>
                  <a:lnTo>
                    <a:pt x="1155412" y="1523311"/>
                  </a:lnTo>
                  <a:lnTo>
                    <a:pt x="1155440" y="1523328"/>
                  </a:lnTo>
                  <a:lnTo>
                    <a:pt x="1155455" y="1523336"/>
                  </a:lnTo>
                  <a:lnTo>
                    <a:pt x="1155464" y="1523343"/>
                  </a:lnTo>
                  <a:lnTo>
                    <a:pt x="1155472" y="1523347"/>
                  </a:lnTo>
                  <a:lnTo>
                    <a:pt x="1155477" y="1523352"/>
                  </a:lnTo>
                  <a:lnTo>
                    <a:pt x="1155480" y="1523358"/>
                  </a:lnTo>
                  <a:lnTo>
                    <a:pt x="1155483" y="1523366"/>
                  </a:lnTo>
                  <a:lnTo>
                    <a:pt x="1155487" y="1523381"/>
                  </a:lnTo>
                  <a:lnTo>
                    <a:pt x="1155490" y="1523398"/>
                  </a:lnTo>
                  <a:lnTo>
                    <a:pt x="1155492" y="1523411"/>
                  </a:lnTo>
                  <a:lnTo>
                    <a:pt x="1155494" y="1523422"/>
                  </a:lnTo>
                  <a:lnTo>
                    <a:pt x="1155498" y="1523431"/>
                  </a:lnTo>
                  <a:lnTo>
                    <a:pt x="1155507" y="1523446"/>
                  </a:lnTo>
                  <a:lnTo>
                    <a:pt x="1155516" y="1523458"/>
                  </a:lnTo>
                  <a:lnTo>
                    <a:pt x="1155526" y="1523468"/>
                  </a:lnTo>
                  <a:lnTo>
                    <a:pt x="1155536" y="1523479"/>
                  </a:lnTo>
                  <a:lnTo>
                    <a:pt x="1155538" y="1523485"/>
                  </a:lnTo>
                  <a:lnTo>
                    <a:pt x="1155543" y="1523501"/>
                  </a:lnTo>
                  <a:lnTo>
                    <a:pt x="1155547" y="1523522"/>
                  </a:lnTo>
                  <a:lnTo>
                    <a:pt x="1155549" y="1523540"/>
                  </a:lnTo>
                  <a:lnTo>
                    <a:pt x="1155550" y="1523551"/>
                  </a:lnTo>
                  <a:lnTo>
                    <a:pt x="1155555" y="1523571"/>
                  </a:lnTo>
                  <a:lnTo>
                    <a:pt x="1155556" y="1523585"/>
                  </a:lnTo>
                  <a:lnTo>
                    <a:pt x="1155557" y="1523598"/>
                  </a:lnTo>
                  <a:lnTo>
                    <a:pt x="1155557" y="1523614"/>
                  </a:lnTo>
                  <a:lnTo>
                    <a:pt x="1155558" y="1523628"/>
                  </a:lnTo>
                  <a:lnTo>
                    <a:pt x="1155559" y="1523640"/>
                  </a:lnTo>
                  <a:lnTo>
                    <a:pt x="1155561" y="1523651"/>
                  </a:lnTo>
                  <a:lnTo>
                    <a:pt x="1155563" y="1523662"/>
                  </a:lnTo>
                  <a:lnTo>
                    <a:pt x="1155567" y="1523667"/>
                  </a:lnTo>
                  <a:lnTo>
                    <a:pt x="1155572" y="1523671"/>
                  </a:lnTo>
                  <a:lnTo>
                    <a:pt x="1155578" y="1523674"/>
                  </a:lnTo>
                  <a:lnTo>
                    <a:pt x="1155587" y="1523676"/>
                  </a:lnTo>
                  <a:lnTo>
                    <a:pt x="1155598" y="1523677"/>
                  </a:lnTo>
                  <a:lnTo>
                    <a:pt x="1155611" y="1523674"/>
                  </a:lnTo>
                  <a:lnTo>
                    <a:pt x="1155621" y="1523673"/>
                  </a:lnTo>
                  <a:lnTo>
                    <a:pt x="1155656" y="1523668"/>
                  </a:lnTo>
                  <a:lnTo>
                    <a:pt x="1155667" y="1523668"/>
                  </a:lnTo>
                  <a:lnTo>
                    <a:pt x="1155676" y="1523668"/>
                  </a:lnTo>
                  <a:lnTo>
                    <a:pt x="1155685" y="1523669"/>
                  </a:lnTo>
                  <a:lnTo>
                    <a:pt x="1155696" y="1523671"/>
                  </a:lnTo>
                  <a:lnTo>
                    <a:pt x="1155713" y="1523678"/>
                  </a:lnTo>
                  <a:lnTo>
                    <a:pt x="1155721" y="1523681"/>
                  </a:lnTo>
                  <a:lnTo>
                    <a:pt x="1155732" y="1523687"/>
                  </a:lnTo>
                  <a:lnTo>
                    <a:pt x="1155742" y="1523694"/>
                  </a:lnTo>
                  <a:lnTo>
                    <a:pt x="1155750" y="1523699"/>
                  </a:lnTo>
                  <a:lnTo>
                    <a:pt x="1155759" y="1523706"/>
                  </a:lnTo>
                  <a:lnTo>
                    <a:pt x="1155767" y="1523711"/>
                  </a:lnTo>
                  <a:lnTo>
                    <a:pt x="1155773" y="1523714"/>
                  </a:lnTo>
                  <a:lnTo>
                    <a:pt x="1155781" y="1523715"/>
                  </a:lnTo>
                  <a:lnTo>
                    <a:pt x="1155790" y="1523715"/>
                  </a:lnTo>
                  <a:lnTo>
                    <a:pt x="1155802" y="1523715"/>
                  </a:lnTo>
                  <a:lnTo>
                    <a:pt x="1155808" y="1523715"/>
                  </a:lnTo>
                  <a:lnTo>
                    <a:pt x="1155817" y="1523715"/>
                  </a:lnTo>
                  <a:lnTo>
                    <a:pt x="1155826" y="1523714"/>
                  </a:lnTo>
                  <a:lnTo>
                    <a:pt x="1155831" y="1523716"/>
                  </a:lnTo>
                  <a:lnTo>
                    <a:pt x="1155836" y="1523731"/>
                  </a:lnTo>
                  <a:lnTo>
                    <a:pt x="1155840" y="1523741"/>
                  </a:lnTo>
                  <a:lnTo>
                    <a:pt x="1155844" y="1523750"/>
                  </a:lnTo>
                  <a:lnTo>
                    <a:pt x="1155848" y="1523754"/>
                  </a:lnTo>
                  <a:lnTo>
                    <a:pt x="1155858" y="1523763"/>
                  </a:lnTo>
                  <a:lnTo>
                    <a:pt x="1155869" y="1523769"/>
                  </a:lnTo>
                  <a:lnTo>
                    <a:pt x="1155883" y="1523772"/>
                  </a:lnTo>
                  <a:lnTo>
                    <a:pt x="1155894" y="1523775"/>
                  </a:lnTo>
                  <a:lnTo>
                    <a:pt x="1155903" y="1523778"/>
                  </a:lnTo>
                  <a:lnTo>
                    <a:pt x="1155921" y="1523781"/>
                  </a:lnTo>
                  <a:lnTo>
                    <a:pt x="1155940" y="1523787"/>
                  </a:lnTo>
                  <a:lnTo>
                    <a:pt x="1155957" y="1523796"/>
                  </a:lnTo>
                  <a:lnTo>
                    <a:pt x="1155974" y="1523804"/>
                  </a:lnTo>
                  <a:lnTo>
                    <a:pt x="1155992" y="1523816"/>
                  </a:lnTo>
                  <a:lnTo>
                    <a:pt x="1155999" y="1523822"/>
                  </a:lnTo>
                  <a:lnTo>
                    <a:pt x="1156010" y="1523827"/>
                  </a:lnTo>
                  <a:lnTo>
                    <a:pt x="1156022" y="1523837"/>
                  </a:lnTo>
                  <a:lnTo>
                    <a:pt x="1156028" y="1523840"/>
                  </a:lnTo>
                  <a:lnTo>
                    <a:pt x="1156035" y="1523844"/>
                  </a:lnTo>
                  <a:lnTo>
                    <a:pt x="1156046" y="1523848"/>
                  </a:lnTo>
                  <a:lnTo>
                    <a:pt x="1156064" y="1523856"/>
                  </a:lnTo>
                  <a:lnTo>
                    <a:pt x="1156082" y="1523865"/>
                  </a:lnTo>
                  <a:lnTo>
                    <a:pt x="1156100" y="1523874"/>
                  </a:lnTo>
                  <a:lnTo>
                    <a:pt x="1156118" y="1523885"/>
                  </a:lnTo>
                  <a:lnTo>
                    <a:pt x="1156129" y="1523890"/>
                  </a:lnTo>
                  <a:lnTo>
                    <a:pt x="1156141" y="1523896"/>
                  </a:lnTo>
                  <a:lnTo>
                    <a:pt x="1156150" y="1523900"/>
                  </a:lnTo>
                  <a:lnTo>
                    <a:pt x="1156165" y="1523905"/>
                  </a:lnTo>
                  <a:lnTo>
                    <a:pt x="1156176" y="1523908"/>
                  </a:lnTo>
                  <a:lnTo>
                    <a:pt x="1156189" y="1523910"/>
                  </a:lnTo>
                  <a:lnTo>
                    <a:pt x="1156201" y="1523910"/>
                  </a:lnTo>
                  <a:lnTo>
                    <a:pt x="1156218" y="1523908"/>
                  </a:lnTo>
                  <a:lnTo>
                    <a:pt x="1156225" y="1523902"/>
                  </a:lnTo>
                  <a:lnTo>
                    <a:pt x="1156235" y="1523891"/>
                  </a:lnTo>
                  <a:lnTo>
                    <a:pt x="1156242" y="1523881"/>
                  </a:lnTo>
                  <a:lnTo>
                    <a:pt x="1156248" y="1523875"/>
                  </a:lnTo>
                  <a:lnTo>
                    <a:pt x="1156254" y="1523871"/>
                  </a:lnTo>
                  <a:lnTo>
                    <a:pt x="1156263" y="1523865"/>
                  </a:lnTo>
                  <a:lnTo>
                    <a:pt x="1156277" y="1523857"/>
                  </a:lnTo>
                  <a:lnTo>
                    <a:pt x="1156283" y="1523853"/>
                  </a:lnTo>
                  <a:lnTo>
                    <a:pt x="1156299" y="1523843"/>
                  </a:lnTo>
                  <a:lnTo>
                    <a:pt x="1156310" y="1523835"/>
                  </a:lnTo>
                  <a:lnTo>
                    <a:pt x="1156321" y="1523827"/>
                  </a:lnTo>
                  <a:lnTo>
                    <a:pt x="1156328" y="1523824"/>
                  </a:lnTo>
                  <a:lnTo>
                    <a:pt x="1156339" y="1523821"/>
                  </a:lnTo>
                  <a:lnTo>
                    <a:pt x="1156353" y="1523818"/>
                  </a:lnTo>
                  <a:lnTo>
                    <a:pt x="1156370" y="1523816"/>
                  </a:lnTo>
                  <a:lnTo>
                    <a:pt x="1156383" y="1523815"/>
                  </a:lnTo>
                  <a:lnTo>
                    <a:pt x="1156396" y="1523813"/>
                  </a:lnTo>
                  <a:lnTo>
                    <a:pt x="1156415" y="1523814"/>
                  </a:lnTo>
                  <a:lnTo>
                    <a:pt x="1156432" y="1523814"/>
                  </a:lnTo>
                  <a:lnTo>
                    <a:pt x="1156443" y="1523813"/>
                  </a:lnTo>
                  <a:lnTo>
                    <a:pt x="1156464" y="1523806"/>
                  </a:lnTo>
                  <a:lnTo>
                    <a:pt x="1156486" y="1523796"/>
                  </a:lnTo>
                  <a:lnTo>
                    <a:pt x="1156518" y="1523780"/>
                  </a:lnTo>
                  <a:lnTo>
                    <a:pt x="1156536" y="1523770"/>
                  </a:lnTo>
                  <a:lnTo>
                    <a:pt x="1156554" y="1523760"/>
                  </a:lnTo>
                  <a:lnTo>
                    <a:pt x="1156569" y="1523750"/>
                  </a:lnTo>
                  <a:lnTo>
                    <a:pt x="1156582" y="1523742"/>
                  </a:lnTo>
                  <a:lnTo>
                    <a:pt x="1156589" y="1523738"/>
                  </a:lnTo>
                  <a:lnTo>
                    <a:pt x="1156597" y="1523738"/>
                  </a:lnTo>
                  <a:lnTo>
                    <a:pt x="1156603" y="1523740"/>
                  </a:lnTo>
                  <a:lnTo>
                    <a:pt x="1156613" y="1523743"/>
                  </a:lnTo>
                  <a:lnTo>
                    <a:pt x="1156624" y="1523750"/>
                  </a:lnTo>
                  <a:lnTo>
                    <a:pt x="1156633" y="1523761"/>
                  </a:lnTo>
                  <a:lnTo>
                    <a:pt x="1156640" y="1523768"/>
                  </a:lnTo>
                  <a:lnTo>
                    <a:pt x="1156655" y="1523785"/>
                  </a:lnTo>
                  <a:lnTo>
                    <a:pt x="1156661" y="1523794"/>
                  </a:lnTo>
                  <a:lnTo>
                    <a:pt x="1156666" y="1523799"/>
                  </a:lnTo>
                  <a:lnTo>
                    <a:pt x="1156675" y="1523804"/>
                  </a:lnTo>
                  <a:lnTo>
                    <a:pt x="1156685" y="1523806"/>
                  </a:lnTo>
                  <a:lnTo>
                    <a:pt x="1156694" y="1523806"/>
                  </a:lnTo>
                  <a:lnTo>
                    <a:pt x="1156700" y="1523804"/>
                  </a:lnTo>
                  <a:lnTo>
                    <a:pt x="1156706" y="1523798"/>
                  </a:lnTo>
                  <a:lnTo>
                    <a:pt x="1156714" y="1523785"/>
                  </a:lnTo>
                  <a:lnTo>
                    <a:pt x="1156718" y="1523780"/>
                  </a:lnTo>
                  <a:lnTo>
                    <a:pt x="1156723" y="1523782"/>
                  </a:lnTo>
                  <a:lnTo>
                    <a:pt x="1156727" y="1523785"/>
                  </a:lnTo>
                  <a:lnTo>
                    <a:pt x="1156736" y="1523789"/>
                  </a:lnTo>
                  <a:lnTo>
                    <a:pt x="1156744" y="1523791"/>
                  </a:lnTo>
                  <a:lnTo>
                    <a:pt x="1156760" y="1523793"/>
                  </a:lnTo>
                  <a:lnTo>
                    <a:pt x="1156771" y="1523794"/>
                  </a:lnTo>
                  <a:lnTo>
                    <a:pt x="1156782" y="1523792"/>
                  </a:lnTo>
                  <a:lnTo>
                    <a:pt x="1156788" y="1523788"/>
                  </a:lnTo>
                  <a:lnTo>
                    <a:pt x="1156796" y="1523781"/>
                  </a:lnTo>
                  <a:lnTo>
                    <a:pt x="1156804" y="1523771"/>
                  </a:lnTo>
                  <a:lnTo>
                    <a:pt x="1156811" y="1523763"/>
                  </a:lnTo>
                  <a:lnTo>
                    <a:pt x="1156817" y="1523758"/>
                  </a:lnTo>
                  <a:lnTo>
                    <a:pt x="1156829" y="1523753"/>
                  </a:lnTo>
                  <a:lnTo>
                    <a:pt x="1156842" y="1523752"/>
                  </a:lnTo>
                  <a:lnTo>
                    <a:pt x="1156851" y="1523754"/>
                  </a:lnTo>
                  <a:lnTo>
                    <a:pt x="1156859" y="1523756"/>
                  </a:lnTo>
                  <a:lnTo>
                    <a:pt x="1156865" y="1523755"/>
                  </a:lnTo>
                  <a:lnTo>
                    <a:pt x="1156872" y="1523755"/>
                  </a:lnTo>
                  <a:lnTo>
                    <a:pt x="1156879" y="1523754"/>
                  </a:lnTo>
                  <a:lnTo>
                    <a:pt x="1156893" y="1523746"/>
                  </a:lnTo>
                  <a:lnTo>
                    <a:pt x="1156899" y="1523741"/>
                  </a:lnTo>
                  <a:lnTo>
                    <a:pt x="1156912" y="1523730"/>
                  </a:lnTo>
                  <a:lnTo>
                    <a:pt x="1156921" y="1523712"/>
                  </a:lnTo>
                  <a:lnTo>
                    <a:pt x="1156925" y="1523697"/>
                  </a:lnTo>
                  <a:lnTo>
                    <a:pt x="1156928" y="1523687"/>
                  </a:lnTo>
                  <a:lnTo>
                    <a:pt x="1156929" y="1523677"/>
                  </a:lnTo>
                  <a:lnTo>
                    <a:pt x="1156930" y="1523668"/>
                  </a:lnTo>
                  <a:lnTo>
                    <a:pt x="1156929" y="1523660"/>
                  </a:lnTo>
                  <a:lnTo>
                    <a:pt x="1156930" y="1523651"/>
                  </a:lnTo>
                  <a:lnTo>
                    <a:pt x="1156933" y="1523646"/>
                  </a:lnTo>
                  <a:lnTo>
                    <a:pt x="1156936" y="1523642"/>
                  </a:lnTo>
                  <a:lnTo>
                    <a:pt x="1156941" y="1523637"/>
                  </a:lnTo>
                  <a:lnTo>
                    <a:pt x="1156949" y="1523629"/>
                  </a:lnTo>
                  <a:lnTo>
                    <a:pt x="1156958" y="1523627"/>
                  </a:lnTo>
                  <a:lnTo>
                    <a:pt x="1156964" y="1523626"/>
                  </a:lnTo>
                  <a:lnTo>
                    <a:pt x="1156974" y="1523628"/>
                  </a:lnTo>
                  <a:lnTo>
                    <a:pt x="1156986" y="1523633"/>
                  </a:lnTo>
                  <a:lnTo>
                    <a:pt x="1157004" y="1523644"/>
                  </a:lnTo>
                  <a:lnTo>
                    <a:pt x="1157016" y="1523652"/>
                  </a:lnTo>
                  <a:lnTo>
                    <a:pt x="1157023" y="1523656"/>
                  </a:lnTo>
                  <a:lnTo>
                    <a:pt x="1157028" y="1523657"/>
                  </a:lnTo>
                  <a:lnTo>
                    <a:pt x="1157034" y="1523657"/>
                  </a:lnTo>
                  <a:lnTo>
                    <a:pt x="1157046" y="1523656"/>
                  </a:lnTo>
                  <a:lnTo>
                    <a:pt x="1157058" y="1523658"/>
                  </a:lnTo>
                  <a:lnTo>
                    <a:pt x="1157067" y="1523660"/>
                  </a:lnTo>
                  <a:lnTo>
                    <a:pt x="1157074" y="1523666"/>
                  </a:lnTo>
                  <a:lnTo>
                    <a:pt x="1157084" y="1523676"/>
                  </a:lnTo>
                  <a:lnTo>
                    <a:pt x="1157089" y="1523679"/>
                  </a:lnTo>
                  <a:lnTo>
                    <a:pt x="1157106" y="1523692"/>
                  </a:lnTo>
                  <a:lnTo>
                    <a:pt x="1157124" y="1523701"/>
                  </a:lnTo>
                  <a:lnTo>
                    <a:pt x="1157142" y="1523708"/>
                  </a:lnTo>
                  <a:lnTo>
                    <a:pt x="1157160" y="1523710"/>
                  </a:lnTo>
                  <a:lnTo>
                    <a:pt x="1157177" y="1523709"/>
                  </a:lnTo>
                  <a:lnTo>
                    <a:pt x="1157195" y="1523705"/>
                  </a:lnTo>
                  <a:lnTo>
                    <a:pt x="1157213" y="1523700"/>
                  </a:lnTo>
                  <a:lnTo>
                    <a:pt x="1157221" y="1523701"/>
                  </a:lnTo>
                  <a:lnTo>
                    <a:pt x="1157226" y="1523702"/>
                  </a:lnTo>
                  <a:lnTo>
                    <a:pt x="1157238" y="1523709"/>
                  </a:lnTo>
                  <a:lnTo>
                    <a:pt x="1157246" y="1523715"/>
                  </a:lnTo>
                  <a:lnTo>
                    <a:pt x="1157256" y="1523719"/>
                  </a:lnTo>
                  <a:lnTo>
                    <a:pt x="1157265" y="1523720"/>
                  </a:lnTo>
                  <a:lnTo>
                    <a:pt x="1157273" y="1523716"/>
                  </a:lnTo>
                  <a:lnTo>
                    <a:pt x="1157292" y="1523702"/>
                  </a:lnTo>
                  <a:lnTo>
                    <a:pt x="1157300" y="1523698"/>
                  </a:lnTo>
                  <a:lnTo>
                    <a:pt x="1157307" y="1523695"/>
                  </a:lnTo>
                  <a:lnTo>
                    <a:pt x="1157317" y="1523692"/>
                  </a:lnTo>
                  <a:lnTo>
                    <a:pt x="1157322" y="1523692"/>
                  </a:lnTo>
                  <a:lnTo>
                    <a:pt x="1157329" y="1523695"/>
                  </a:lnTo>
                  <a:lnTo>
                    <a:pt x="1157338" y="1523699"/>
                  </a:lnTo>
                  <a:lnTo>
                    <a:pt x="1157346" y="1523703"/>
                  </a:lnTo>
                  <a:lnTo>
                    <a:pt x="1157352" y="1523706"/>
                  </a:lnTo>
                  <a:lnTo>
                    <a:pt x="1157359" y="1523710"/>
                  </a:lnTo>
                  <a:lnTo>
                    <a:pt x="1157370" y="1523716"/>
                  </a:lnTo>
                  <a:lnTo>
                    <a:pt x="1157385" y="1523722"/>
                  </a:lnTo>
                  <a:lnTo>
                    <a:pt x="1157394" y="1523720"/>
                  </a:lnTo>
                  <a:lnTo>
                    <a:pt x="1157402" y="1523714"/>
                  </a:lnTo>
                  <a:lnTo>
                    <a:pt x="1157408" y="1523707"/>
                  </a:lnTo>
                  <a:lnTo>
                    <a:pt x="1157415" y="1523699"/>
                  </a:lnTo>
                  <a:lnTo>
                    <a:pt x="1157431" y="1523693"/>
                  </a:lnTo>
                  <a:lnTo>
                    <a:pt x="1157448" y="1523689"/>
                  </a:lnTo>
                  <a:lnTo>
                    <a:pt x="1157467" y="1523689"/>
                  </a:lnTo>
                  <a:lnTo>
                    <a:pt x="1157484" y="1523686"/>
                  </a:lnTo>
                  <a:lnTo>
                    <a:pt x="1157493" y="1523679"/>
                  </a:lnTo>
                  <a:lnTo>
                    <a:pt x="1157498" y="1523665"/>
                  </a:lnTo>
                  <a:lnTo>
                    <a:pt x="1157499" y="1523649"/>
                  </a:lnTo>
                  <a:lnTo>
                    <a:pt x="1157500" y="1523634"/>
                  </a:lnTo>
                  <a:lnTo>
                    <a:pt x="1157501" y="1523613"/>
                  </a:lnTo>
                  <a:lnTo>
                    <a:pt x="1157501" y="1523595"/>
                  </a:lnTo>
                  <a:lnTo>
                    <a:pt x="1157503" y="1523576"/>
                  </a:lnTo>
                  <a:lnTo>
                    <a:pt x="1157502" y="1523557"/>
                  </a:lnTo>
                  <a:lnTo>
                    <a:pt x="1157502" y="1523539"/>
                  </a:lnTo>
                  <a:lnTo>
                    <a:pt x="1157505" y="1523520"/>
                  </a:lnTo>
                  <a:lnTo>
                    <a:pt x="1157507" y="1523510"/>
                  </a:lnTo>
                  <a:lnTo>
                    <a:pt x="1157514" y="1523502"/>
                  </a:lnTo>
                  <a:lnTo>
                    <a:pt x="1157520" y="1523500"/>
                  </a:lnTo>
                  <a:lnTo>
                    <a:pt x="1157526" y="1523502"/>
                  </a:lnTo>
                  <a:lnTo>
                    <a:pt x="1157536" y="1523505"/>
                  </a:lnTo>
                  <a:lnTo>
                    <a:pt x="1157547" y="1523507"/>
                  </a:lnTo>
                  <a:lnTo>
                    <a:pt x="1157559" y="1523506"/>
                  </a:lnTo>
                  <a:lnTo>
                    <a:pt x="1157576" y="1523498"/>
                  </a:lnTo>
                  <a:lnTo>
                    <a:pt x="1157593" y="1523483"/>
                  </a:lnTo>
                  <a:lnTo>
                    <a:pt x="1157610" y="1523467"/>
                  </a:lnTo>
                  <a:lnTo>
                    <a:pt x="1157623" y="1523446"/>
                  </a:lnTo>
                  <a:lnTo>
                    <a:pt x="1157632" y="1523433"/>
                  </a:lnTo>
                  <a:lnTo>
                    <a:pt x="1157641" y="1523426"/>
                  </a:lnTo>
                  <a:lnTo>
                    <a:pt x="1157657" y="1523417"/>
                  </a:lnTo>
                  <a:lnTo>
                    <a:pt x="1157672" y="1523412"/>
                  </a:lnTo>
                  <a:lnTo>
                    <a:pt x="1157683" y="1523409"/>
                  </a:lnTo>
                  <a:lnTo>
                    <a:pt x="1157714" y="1523402"/>
                  </a:lnTo>
                  <a:lnTo>
                    <a:pt x="1157738" y="1523396"/>
                  </a:lnTo>
                  <a:lnTo>
                    <a:pt x="1157759" y="1523390"/>
                  </a:lnTo>
                  <a:lnTo>
                    <a:pt x="1157772" y="1523387"/>
                  </a:lnTo>
                  <a:lnTo>
                    <a:pt x="1157796" y="1523377"/>
                  </a:lnTo>
                  <a:lnTo>
                    <a:pt x="1157802" y="1523372"/>
                  </a:lnTo>
                  <a:lnTo>
                    <a:pt x="1157808" y="1523365"/>
                  </a:lnTo>
                  <a:lnTo>
                    <a:pt x="1157813" y="1523360"/>
                  </a:lnTo>
                  <a:lnTo>
                    <a:pt x="1157819" y="1523354"/>
                  </a:lnTo>
                  <a:lnTo>
                    <a:pt x="1157827" y="1523350"/>
                  </a:lnTo>
                  <a:lnTo>
                    <a:pt x="1157832" y="1523347"/>
                  </a:lnTo>
                  <a:lnTo>
                    <a:pt x="1157839" y="1523344"/>
                  </a:lnTo>
                  <a:lnTo>
                    <a:pt x="1157845" y="1523341"/>
                  </a:lnTo>
                  <a:lnTo>
                    <a:pt x="1157851" y="1523336"/>
                  </a:lnTo>
                  <a:lnTo>
                    <a:pt x="1157857" y="1523329"/>
                  </a:lnTo>
                  <a:lnTo>
                    <a:pt x="1157866" y="1523316"/>
                  </a:lnTo>
                  <a:lnTo>
                    <a:pt x="1157874" y="1523300"/>
                  </a:lnTo>
                  <a:lnTo>
                    <a:pt x="1157879" y="1523277"/>
                  </a:lnTo>
                  <a:lnTo>
                    <a:pt x="1157888" y="1523261"/>
                  </a:lnTo>
                  <a:lnTo>
                    <a:pt x="1157895" y="1523253"/>
                  </a:lnTo>
                  <a:lnTo>
                    <a:pt x="1157900" y="1523236"/>
                  </a:lnTo>
                  <a:lnTo>
                    <a:pt x="1157901" y="1523224"/>
                  </a:lnTo>
                  <a:lnTo>
                    <a:pt x="1157903" y="1523206"/>
                  </a:lnTo>
                  <a:lnTo>
                    <a:pt x="1157905" y="1523196"/>
                  </a:lnTo>
                  <a:lnTo>
                    <a:pt x="1157910" y="1523185"/>
                  </a:lnTo>
                  <a:lnTo>
                    <a:pt x="1157917" y="1523168"/>
                  </a:lnTo>
                  <a:lnTo>
                    <a:pt x="1157921" y="1523159"/>
                  </a:lnTo>
                  <a:lnTo>
                    <a:pt x="1157924" y="1523148"/>
                  </a:lnTo>
                  <a:lnTo>
                    <a:pt x="1157926" y="1523133"/>
                  </a:lnTo>
                  <a:lnTo>
                    <a:pt x="1157932" y="1523113"/>
                  </a:lnTo>
                  <a:lnTo>
                    <a:pt x="1157934" y="1523092"/>
                  </a:lnTo>
                  <a:lnTo>
                    <a:pt x="1157934" y="1523068"/>
                  </a:lnTo>
                  <a:lnTo>
                    <a:pt x="1157933" y="1523029"/>
                  </a:lnTo>
                  <a:lnTo>
                    <a:pt x="1157931" y="1523005"/>
                  </a:lnTo>
                  <a:lnTo>
                    <a:pt x="1157930" y="1522987"/>
                  </a:lnTo>
                  <a:lnTo>
                    <a:pt x="1157929" y="1522963"/>
                  </a:lnTo>
                  <a:lnTo>
                    <a:pt x="1157929" y="1522954"/>
                  </a:lnTo>
                  <a:lnTo>
                    <a:pt x="1157929" y="1522948"/>
                  </a:lnTo>
                  <a:lnTo>
                    <a:pt x="1157930" y="1522934"/>
                  </a:lnTo>
                  <a:lnTo>
                    <a:pt x="1157931" y="1522921"/>
                  </a:lnTo>
                  <a:lnTo>
                    <a:pt x="1157935" y="1522912"/>
                  </a:lnTo>
                  <a:lnTo>
                    <a:pt x="1157938" y="1522907"/>
                  </a:lnTo>
                  <a:lnTo>
                    <a:pt x="1157941" y="1522903"/>
                  </a:lnTo>
                  <a:lnTo>
                    <a:pt x="1157947" y="1522897"/>
                  </a:lnTo>
                  <a:lnTo>
                    <a:pt x="1157956" y="1522891"/>
                  </a:lnTo>
                  <a:lnTo>
                    <a:pt x="1157962" y="1522885"/>
                  </a:lnTo>
                  <a:lnTo>
                    <a:pt x="1157969" y="1522877"/>
                  </a:lnTo>
                  <a:lnTo>
                    <a:pt x="1157973" y="1522874"/>
                  </a:lnTo>
                  <a:lnTo>
                    <a:pt x="1157991" y="1522863"/>
                  </a:lnTo>
                  <a:lnTo>
                    <a:pt x="1158003" y="1522858"/>
                  </a:lnTo>
                  <a:lnTo>
                    <a:pt x="1158019" y="1522853"/>
                  </a:lnTo>
                  <a:lnTo>
                    <a:pt x="1158031" y="1522848"/>
                  </a:lnTo>
                  <a:lnTo>
                    <a:pt x="1158044" y="1522845"/>
                  </a:lnTo>
                  <a:lnTo>
                    <a:pt x="1158059" y="1522842"/>
                  </a:lnTo>
                  <a:lnTo>
                    <a:pt x="1158077" y="1522841"/>
                  </a:lnTo>
                  <a:lnTo>
                    <a:pt x="1158085" y="1522839"/>
                  </a:lnTo>
                  <a:lnTo>
                    <a:pt x="1158094" y="1522832"/>
                  </a:lnTo>
                  <a:lnTo>
                    <a:pt x="1158099" y="1522825"/>
                  </a:lnTo>
                  <a:lnTo>
                    <a:pt x="1158105" y="1522818"/>
                  </a:lnTo>
                  <a:lnTo>
                    <a:pt x="1158111" y="1522808"/>
                  </a:lnTo>
                  <a:lnTo>
                    <a:pt x="1158117" y="1522799"/>
                  </a:lnTo>
                  <a:lnTo>
                    <a:pt x="1158120" y="1522788"/>
                  </a:lnTo>
                  <a:lnTo>
                    <a:pt x="1158125" y="1522777"/>
                  </a:lnTo>
                  <a:lnTo>
                    <a:pt x="1158131" y="1522768"/>
                  </a:lnTo>
                  <a:lnTo>
                    <a:pt x="1158137" y="1522758"/>
                  </a:lnTo>
                  <a:lnTo>
                    <a:pt x="1158147" y="1522743"/>
                  </a:lnTo>
                  <a:lnTo>
                    <a:pt x="1158151" y="1522736"/>
                  </a:lnTo>
                  <a:lnTo>
                    <a:pt x="1158156" y="1522728"/>
                  </a:lnTo>
                  <a:lnTo>
                    <a:pt x="1158160" y="1522718"/>
                  </a:lnTo>
                  <a:lnTo>
                    <a:pt x="1158164" y="1522708"/>
                  </a:lnTo>
                  <a:lnTo>
                    <a:pt x="1158172" y="1522691"/>
                  </a:lnTo>
                  <a:lnTo>
                    <a:pt x="1158175" y="1522682"/>
                  </a:lnTo>
                  <a:lnTo>
                    <a:pt x="1158180" y="1522669"/>
                  </a:lnTo>
                  <a:lnTo>
                    <a:pt x="1158184" y="1522662"/>
                  </a:lnTo>
                  <a:lnTo>
                    <a:pt x="1158187" y="1522656"/>
                  </a:lnTo>
                  <a:lnTo>
                    <a:pt x="1158190" y="1522650"/>
                  </a:lnTo>
                  <a:lnTo>
                    <a:pt x="1158194" y="1522645"/>
                  </a:lnTo>
                  <a:lnTo>
                    <a:pt x="1158199" y="1522640"/>
                  </a:lnTo>
                  <a:lnTo>
                    <a:pt x="1158207" y="1522634"/>
                  </a:lnTo>
                  <a:lnTo>
                    <a:pt x="1158216" y="1522627"/>
                  </a:lnTo>
                  <a:lnTo>
                    <a:pt x="1158221" y="1522620"/>
                  </a:lnTo>
                  <a:lnTo>
                    <a:pt x="1158230" y="1522612"/>
                  </a:lnTo>
                  <a:lnTo>
                    <a:pt x="1158243" y="1522599"/>
                  </a:lnTo>
                  <a:lnTo>
                    <a:pt x="1158250" y="1522589"/>
                  </a:lnTo>
                  <a:lnTo>
                    <a:pt x="1158257" y="1522578"/>
                  </a:lnTo>
                  <a:lnTo>
                    <a:pt x="1158268" y="1522558"/>
                  </a:lnTo>
                  <a:lnTo>
                    <a:pt x="1158273" y="1522550"/>
                  </a:lnTo>
                  <a:lnTo>
                    <a:pt x="1158280" y="1522539"/>
                  </a:lnTo>
                  <a:lnTo>
                    <a:pt x="1158281" y="1522528"/>
                  </a:lnTo>
                  <a:lnTo>
                    <a:pt x="1158280" y="1522517"/>
                  </a:lnTo>
                  <a:lnTo>
                    <a:pt x="1158280" y="1522508"/>
                  </a:lnTo>
                  <a:lnTo>
                    <a:pt x="1158279" y="1522494"/>
                  </a:lnTo>
                  <a:lnTo>
                    <a:pt x="1158276" y="1522480"/>
                  </a:lnTo>
                  <a:lnTo>
                    <a:pt x="1158275" y="1522457"/>
                  </a:lnTo>
                  <a:lnTo>
                    <a:pt x="1158276" y="1522442"/>
                  </a:lnTo>
                  <a:lnTo>
                    <a:pt x="1158278" y="1522433"/>
                  </a:lnTo>
                  <a:lnTo>
                    <a:pt x="1158282" y="1522426"/>
                  </a:lnTo>
                  <a:lnTo>
                    <a:pt x="1158285" y="1522420"/>
                  </a:lnTo>
                  <a:lnTo>
                    <a:pt x="1158288" y="1522415"/>
                  </a:lnTo>
                  <a:lnTo>
                    <a:pt x="1158289" y="1522406"/>
                  </a:lnTo>
                  <a:lnTo>
                    <a:pt x="1158289" y="1522397"/>
                  </a:lnTo>
                  <a:lnTo>
                    <a:pt x="1158289" y="1522388"/>
                  </a:lnTo>
                  <a:lnTo>
                    <a:pt x="1158288" y="1522379"/>
                  </a:lnTo>
                  <a:lnTo>
                    <a:pt x="1158289" y="1522371"/>
                  </a:lnTo>
                  <a:lnTo>
                    <a:pt x="1158289" y="1522362"/>
                  </a:lnTo>
                  <a:lnTo>
                    <a:pt x="1158289" y="1522355"/>
                  </a:lnTo>
                  <a:lnTo>
                    <a:pt x="1158292" y="1522348"/>
                  </a:lnTo>
                  <a:lnTo>
                    <a:pt x="1158298" y="1522350"/>
                  </a:lnTo>
                  <a:lnTo>
                    <a:pt x="1158306" y="1522359"/>
                  </a:lnTo>
                  <a:lnTo>
                    <a:pt x="1158314" y="1522365"/>
                  </a:lnTo>
                  <a:lnTo>
                    <a:pt x="1158320" y="1522365"/>
                  </a:lnTo>
                  <a:lnTo>
                    <a:pt x="1158331" y="1522364"/>
                  </a:lnTo>
                  <a:lnTo>
                    <a:pt x="1158343" y="1522367"/>
                  </a:lnTo>
                  <a:lnTo>
                    <a:pt x="1158355" y="1522372"/>
                  </a:lnTo>
                  <a:lnTo>
                    <a:pt x="1158365" y="1522378"/>
                  </a:lnTo>
                  <a:lnTo>
                    <a:pt x="1158376" y="1522384"/>
                  </a:lnTo>
                  <a:lnTo>
                    <a:pt x="1158389" y="1522394"/>
                  </a:lnTo>
                  <a:lnTo>
                    <a:pt x="1158402" y="1522405"/>
                  </a:lnTo>
                  <a:lnTo>
                    <a:pt x="1158411" y="1522415"/>
                  </a:lnTo>
                  <a:lnTo>
                    <a:pt x="1158419" y="1522424"/>
                  </a:lnTo>
                  <a:lnTo>
                    <a:pt x="1158423" y="1522429"/>
                  </a:lnTo>
                  <a:lnTo>
                    <a:pt x="1158431" y="1522446"/>
                  </a:lnTo>
                  <a:lnTo>
                    <a:pt x="1158434" y="1522458"/>
                  </a:lnTo>
                  <a:lnTo>
                    <a:pt x="1158440" y="1522489"/>
                  </a:lnTo>
                  <a:lnTo>
                    <a:pt x="1158443" y="1522504"/>
                  </a:lnTo>
                  <a:lnTo>
                    <a:pt x="1158445" y="1522518"/>
                  </a:lnTo>
                  <a:lnTo>
                    <a:pt x="1158448" y="1522527"/>
                  </a:lnTo>
                  <a:lnTo>
                    <a:pt x="1158452" y="1522530"/>
                  </a:lnTo>
                  <a:lnTo>
                    <a:pt x="1158465" y="1522531"/>
                  </a:lnTo>
                  <a:lnTo>
                    <a:pt x="1158477" y="1522533"/>
                  </a:lnTo>
                  <a:lnTo>
                    <a:pt x="1158484" y="1522534"/>
                  </a:lnTo>
                  <a:lnTo>
                    <a:pt x="1158491" y="1522532"/>
                  </a:lnTo>
                  <a:lnTo>
                    <a:pt x="1158500" y="1522531"/>
                  </a:lnTo>
                  <a:lnTo>
                    <a:pt x="1158511" y="1522526"/>
                  </a:lnTo>
                  <a:lnTo>
                    <a:pt x="1158522" y="1522520"/>
                  </a:lnTo>
                  <a:lnTo>
                    <a:pt x="1158528" y="1522516"/>
                  </a:lnTo>
                  <a:lnTo>
                    <a:pt x="1158536" y="1522513"/>
                  </a:lnTo>
                  <a:lnTo>
                    <a:pt x="1158546" y="1522507"/>
                  </a:lnTo>
                  <a:lnTo>
                    <a:pt x="1158554" y="1522503"/>
                  </a:lnTo>
                  <a:lnTo>
                    <a:pt x="1158565" y="1522498"/>
                  </a:lnTo>
                  <a:lnTo>
                    <a:pt x="1158583" y="1522490"/>
                  </a:lnTo>
                  <a:lnTo>
                    <a:pt x="1158609" y="1522479"/>
                  </a:lnTo>
                  <a:lnTo>
                    <a:pt x="1158622" y="1522474"/>
                  </a:lnTo>
                  <a:lnTo>
                    <a:pt x="1158639" y="1522466"/>
                  </a:lnTo>
                  <a:lnTo>
                    <a:pt x="1158649" y="1522463"/>
                  </a:lnTo>
                  <a:lnTo>
                    <a:pt x="1158658" y="1522460"/>
                  </a:lnTo>
                  <a:lnTo>
                    <a:pt x="1158671" y="1522453"/>
                  </a:lnTo>
                  <a:lnTo>
                    <a:pt x="1158682" y="1522447"/>
                  </a:lnTo>
                  <a:lnTo>
                    <a:pt x="1158693" y="1522439"/>
                  </a:lnTo>
                  <a:lnTo>
                    <a:pt x="1158699" y="1522432"/>
                  </a:lnTo>
                  <a:lnTo>
                    <a:pt x="1158702" y="1522426"/>
                  </a:lnTo>
                  <a:lnTo>
                    <a:pt x="1158703" y="1522420"/>
                  </a:lnTo>
                  <a:lnTo>
                    <a:pt x="1158703" y="1522410"/>
                  </a:lnTo>
                  <a:lnTo>
                    <a:pt x="1158701" y="1522397"/>
                  </a:lnTo>
                  <a:lnTo>
                    <a:pt x="1158699" y="1522383"/>
                  </a:lnTo>
                  <a:lnTo>
                    <a:pt x="1158696" y="1522372"/>
                  </a:lnTo>
                  <a:lnTo>
                    <a:pt x="1158694" y="1522360"/>
                  </a:lnTo>
                  <a:lnTo>
                    <a:pt x="1158695" y="1522351"/>
                  </a:lnTo>
                  <a:lnTo>
                    <a:pt x="1158697" y="1522343"/>
                  </a:lnTo>
                  <a:lnTo>
                    <a:pt x="1158702" y="1522337"/>
                  </a:lnTo>
                  <a:lnTo>
                    <a:pt x="1158707" y="1522332"/>
                  </a:lnTo>
                  <a:lnTo>
                    <a:pt x="1158712" y="1522326"/>
                  </a:lnTo>
                  <a:lnTo>
                    <a:pt x="1158718" y="1522321"/>
                  </a:lnTo>
                  <a:lnTo>
                    <a:pt x="1158728" y="1522312"/>
                  </a:lnTo>
                  <a:lnTo>
                    <a:pt x="1158734" y="1522304"/>
                  </a:lnTo>
                  <a:lnTo>
                    <a:pt x="1158741" y="1522296"/>
                  </a:lnTo>
                  <a:lnTo>
                    <a:pt x="1158746" y="1522285"/>
                  </a:lnTo>
                  <a:lnTo>
                    <a:pt x="1158748" y="1522276"/>
                  </a:lnTo>
                  <a:lnTo>
                    <a:pt x="1158748" y="1522269"/>
                  </a:lnTo>
                  <a:lnTo>
                    <a:pt x="1158747" y="1522260"/>
                  </a:lnTo>
                  <a:lnTo>
                    <a:pt x="1158746" y="1522252"/>
                  </a:lnTo>
                  <a:lnTo>
                    <a:pt x="1158743" y="1522243"/>
                  </a:lnTo>
                  <a:lnTo>
                    <a:pt x="1158741" y="1522238"/>
                  </a:lnTo>
                  <a:lnTo>
                    <a:pt x="1158739" y="1522229"/>
                  </a:lnTo>
                  <a:lnTo>
                    <a:pt x="1158743" y="1522222"/>
                  </a:lnTo>
                  <a:lnTo>
                    <a:pt x="1158747" y="1522218"/>
                  </a:lnTo>
                  <a:lnTo>
                    <a:pt x="1158752" y="1522211"/>
                  </a:lnTo>
                  <a:lnTo>
                    <a:pt x="1158755" y="1522204"/>
                  </a:lnTo>
                  <a:lnTo>
                    <a:pt x="1158757" y="1522198"/>
                  </a:lnTo>
                  <a:lnTo>
                    <a:pt x="1158760" y="1522189"/>
                  </a:lnTo>
                  <a:lnTo>
                    <a:pt x="1158765" y="1522178"/>
                  </a:lnTo>
                  <a:lnTo>
                    <a:pt x="1158770" y="1522169"/>
                  </a:lnTo>
                  <a:lnTo>
                    <a:pt x="1158774" y="1522163"/>
                  </a:lnTo>
                  <a:lnTo>
                    <a:pt x="1158779" y="1522158"/>
                  </a:lnTo>
                  <a:lnTo>
                    <a:pt x="1158789" y="1522153"/>
                  </a:lnTo>
                  <a:lnTo>
                    <a:pt x="1158805" y="1522147"/>
                  </a:lnTo>
                  <a:lnTo>
                    <a:pt x="1158820" y="1522142"/>
                  </a:lnTo>
                  <a:lnTo>
                    <a:pt x="1158835" y="1522137"/>
                  </a:lnTo>
                  <a:lnTo>
                    <a:pt x="1158846" y="1522132"/>
                  </a:lnTo>
                  <a:lnTo>
                    <a:pt x="1158856" y="1522127"/>
                  </a:lnTo>
                  <a:lnTo>
                    <a:pt x="1158861" y="1522126"/>
                  </a:lnTo>
                  <a:lnTo>
                    <a:pt x="1158869" y="1522120"/>
                  </a:lnTo>
                  <a:lnTo>
                    <a:pt x="1158888" y="1522106"/>
                  </a:lnTo>
                  <a:lnTo>
                    <a:pt x="1158903" y="1522096"/>
                  </a:lnTo>
                  <a:lnTo>
                    <a:pt x="1158913" y="1522091"/>
                  </a:lnTo>
                  <a:lnTo>
                    <a:pt x="1158922" y="1522085"/>
                  </a:lnTo>
                  <a:lnTo>
                    <a:pt x="1158924" y="1522078"/>
                  </a:lnTo>
                  <a:lnTo>
                    <a:pt x="1158926" y="1522070"/>
                  </a:lnTo>
                  <a:lnTo>
                    <a:pt x="1158926" y="1522063"/>
                  </a:lnTo>
                  <a:lnTo>
                    <a:pt x="1158927" y="1522057"/>
                  </a:lnTo>
                  <a:lnTo>
                    <a:pt x="1158927" y="1522047"/>
                  </a:lnTo>
                  <a:lnTo>
                    <a:pt x="1158927" y="1522038"/>
                  </a:lnTo>
                  <a:lnTo>
                    <a:pt x="1158926" y="1522029"/>
                  </a:lnTo>
                  <a:lnTo>
                    <a:pt x="1158927" y="1522019"/>
                  </a:lnTo>
                  <a:lnTo>
                    <a:pt x="1158929" y="1522010"/>
                  </a:lnTo>
                  <a:lnTo>
                    <a:pt x="1158934" y="1522004"/>
                  </a:lnTo>
                  <a:lnTo>
                    <a:pt x="1158941" y="1521999"/>
                  </a:lnTo>
                  <a:lnTo>
                    <a:pt x="1158949" y="1521995"/>
                  </a:lnTo>
                  <a:lnTo>
                    <a:pt x="1158956" y="1521994"/>
                  </a:lnTo>
                  <a:lnTo>
                    <a:pt x="1158963" y="1521991"/>
                  </a:lnTo>
                  <a:lnTo>
                    <a:pt x="1158974" y="1521985"/>
                  </a:lnTo>
                  <a:lnTo>
                    <a:pt x="1158981" y="1521980"/>
                  </a:lnTo>
                  <a:lnTo>
                    <a:pt x="1158991" y="1521975"/>
                  </a:lnTo>
                  <a:lnTo>
                    <a:pt x="1158995" y="1521972"/>
                  </a:lnTo>
                  <a:lnTo>
                    <a:pt x="1158999" y="1521969"/>
                  </a:lnTo>
                  <a:lnTo>
                    <a:pt x="1159003" y="1521964"/>
                  </a:lnTo>
                  <a:lnTo>
                    <a:pt x="1159006" y="1521956"/>
                  </a:lnTo>
                  <a:lnTo>
                    <a:pt x="1159008" y="1521950"/>
                  </a:lnTo>
                  <a:lnTo>
                    <a:pt x="1159010" y="1521941"/>
                  </a:lnTo>
                  <a:lnTo>
                    <a:pt x="1159013" y="1521931"/>
                  </a:lnTo>
                  <a:lnTo>
                    <a:pt x="1159017" y="1521924"/>
                  </a:lnTo>
                  <a:lnTo>
                    <a:pt x="1159021" y="1521917"/>
                  </a:lnTo>
                  <a:lnTo>
                    <a:pt x="1159029" y="1521908"/>
                  </a:lnTo>
                  <a:lnTo>
                    <a:pt x="1159038" y="1521893"/>
                  </a:lnTo>
                  <a:lnTo>
                    <a:pt x="1159043" y="1521883"/>
                  </a:lnTo>
                  <a:lnTo>
                    <a:pt x="1159051" y="1521867"/>
                  </a:lnTo>
                  <a:lnTo>
                    <a:pt x="1159064" y="1521837"/>
                  </a:lnTo>
                  <a:lnTo>
                    <a:pt x="1159073" y="1521817"/>
                  </a:lnTo>
                  <a:lnTo>
                    <a:pt x="1159078" y="1521806"/>
                  </a:lnTo>
                  <a:lnTo>
                    <a:pt x="1159082" y="1521799"/>
                  </a:lnTo>
                  <a:lnTo>
                    <a:pt x="1159091" y="1521789"/>
                  </a:lnTo>
                  <a:lnTo>
                    <a:pt x="1159103" y="1521785"/>
                  </a:lnTo>
                  <a:lnTo>
                    <a:pt x="1159118" y="1521784"/>
                  </a:lnTo>
                  <a:lnTo>
                    <a:pt x="1159127" y="1521787"/>
                  </a:lnTo>
                  <a:lnTo>
                    <a:pt x="1159135" y="1521790"/>
                  </a:lnTo>
                  <a:lnTo>
                    <a:pt x="1159149" y="1521794"/>
                  </a:lnTo>
                  <a:lnTo>
                    <a:pt x="1159171" y="1521804"/>
                  </a:lnTo>
                  <a:lnTo>
                    <a:pt x="1159187" y="1521809"/>
                  </a:lnTo>
                  <a:lnTo>
                    <a:pt x="1159199" y="1521807"/>
                  </a:lnTo>
                  <a:lnTo>
                    <a:pt x="1159203" y="1521803"/>
                  </a:lnTo>
                  <a:lnTo>
                    <a:pt x="1159205" y="1521794"/>
                  </a:lnTo>
                  <a:lnTo>
                    <a:pt x="1159207" y="1521782"/>
                  </a:lnTo>
                  <a:lnTo>
                    <a:pt x="1159207" y="1521767"/>
                  </a:lnTo>
                  <a:lnTo>
                    <a:pt x="1159209" y="1521749"/>
                  </a:lnTo>
                  <a:lnTo>
                    <a:pt x="1159210" y="1521730"/>
                  </a:lnTo>
                  <a:lnTo>
                    <a:pt x="1159211" y="1521718"/>
                  </a:lnTo>
                  <a:lnTo>
                    <a:pt x="1159214" y="1521708"/>
                  </a:lnTo>
                  <a:lnTo>
                    <a:pt x="1159215" y="1521702"/>
                  </a:lnTo>
                  <a:lnTo>
                    <a:pt x="1159219" y="1521698"/>
                  </a:lnTo>
                  <a:lnTo>
                    <a:pt x="1159224" y="1521696"/>
                  </a:lnTo>
                  <a:lnTo>
                    <a:pt x="1159230" y="1521694"/>
                  </a:lnTo>
                  <a:lnTo>
                    <a:pt x="1159237" y="1521694"/>
                  </a:lnTo>
                  <a:lnTo>
                    <a:pt x="1159265" y="1521692"/>
                  </a:lnTo>
                  <a:lnTo>
                    <a:pt x="1159278" y="1521689"/>
                  </a:lnTo>
                  <a:lnTo>
                    <a:pt x="1159288" y="1521684"/>
                  </a:lnTo>
                  <a:lnTo>
                    <a:pt x="1159300" y="1521677"/>
                  </a:lnTo>
                  <a:lnTo>
                    <a:pt x="1159306" y="1521672"/>
                  </a:lnTo>
                  <a:lnTo>
                    <a:pt x="1159312" y="1521665"/>
                  </a:lnTo>
                  <a:lnTo>
                    <a:pt x="1159317" y="1521660"/>
                  </a:lnTo>
                  <a:lnTo>
                    <a:pt x="1159323" y="1521655"/>
                  </a:lnTo>
                  <a:lnTo>
                    <a:pt x="1159335" y="1521647"/>
                  </a:lnTo>
                  <a:lnTo>
                    <a:pt x="1159347" y="1521643"/>
                  </a:lnTo>
                  <a:lnTo>
                    <a:pt x="1159366" y="1521635"/>
                  </a:lnTo>
                  <a:lnTo>
                    <a:pt x="1159381" y="1521630"/>
                  </a:lnTo>
                  <a:lnTo>
                    <a:pt x="1159392" y="1521625"/>
                  </a:lnTo>
                  <a:lnTo>
                    <a:pt x="1159399" y="1521622"/>
                  </a:lnTo>
                  <a:lnTo>
                    <a:pt x="1159407" y="1521619"/>
                  </a:lnTo>
                  <a:lnTo>
                    <a:pt x="1159414" y="1521615"/>
                  </a:lnTo>
                  <a:lnTo>
                    <a:pt x="1159421" y="1521609"/>
                  </a:lnTo>
                  <a:lnTo>
                    <a:pt x="1159426" y="1521607"/>
                  </a:lnTo>
                  <a:lnTo>
                    <a:pt x="1159434" y="1521604"/>
                  </a:lnTo>
                  <a:lnTo>
                    <a:pt x="1159444" y="1521602"/>
                  </a:lnTo>
                  <a:lnTo>
                    <a:pt x="1159458" y="1521599"/>
                  </a:lnTo>
                  <a:lnTo>
                    <a:pt x="1159471" y="1521597"/>
                  </a:lnTo>
                  <a:lnTo>
                    <a:pt x="1159477" y="1521595"/>
                  </a:lnTo>
                  <a:lnTo>
                    <a:pt x="1159485" y="1521591"/>
                  </a:lnTo>
                  <a:lnTo>
                    <a:pt x="1159492" y="1521586"/>
                  </a:lnTo>
                  <a:lnTo>
                    <a:pt x="1159501" y="1521579"/>
                  </a:lnTo>
                  <a:lnTo>
                    <a:pt x="1159515" y="1521568"/>
                  </a:lnTo>
                  <a:lnTo>
                    <a:pt x="1159523" y="1521562"/>
                  </a:lnTo>
                  <a:lnTo>
                    <a:pt x="1159534" y="1521551"/>
                  </a:lnTo>
                  <a:lnTo>
                    <a:pt x="1159544" y="1521538"/>
                  </a:lnTo>
                  <a:lnTo>
                    <a:pt x="1159551" y="1521528"/>
                  </a:lnTo>
                  <a:lnTo>
                    <a:pt x="1159556" y="1521518"/>
                  </a:lnTo>
                  <a:lnTo>
                    <a:pt x="1159559" y="1521510"/>
                  </a:lnTo>
                  <a:lnTo>
                    <a:pt x="1159560" y="1521503"/>
                  </a:lnTo>
                  <a:lnTo>
                    <a:pt x="1159561" y="1521495"/>
                  </a:lnTo>
                  <a:lnTo>
                    <a:pt x="1159560" y="1521488"/>
                  </a:lnTo>
                  <a:lnTo>
                    <a:pt x="1159560" y="1521481"/>
                  </a:lnTo>
                  <a:lnTo>
                    <a:pt x="1159560" y="1521471"/>
                  </a:lnTo>
                  <a:lnTo>
                    <a:pt x="1159565" y="1521450"/>
                  </a:lnTo>
                  <a:lnTo>
                    <a:pt x="1159569" y="1521439"/>
                  </a:lnTo>
                  <a:lnTo>
                    <a:pt x="1159572" y="1521432"/>
                  </a:lnTo>
                  <a:lnTo>
                    <a:pt x="1159576" y="1521426"/>
                  </a:lnTo>
                  <a:lnTo>
                    <a:pt x="1159580" y="1521419"/>
                  </a:lnTo>
                  <a:lnTo>
                    <a:pt x="1159587" y="1521408"/>
                  </a:lnTo>
                  <a:lnTo>
                    <a:pt x="1159597" y="1521393"/>
                  </a:lnTo>
                  <a:lnTo>
                    <a:pt x="1159604" y="1521382"/>
                  </a:lnTo>
                  <a:lnTo>
                    <a:pt x="1159612" y="1521372"/>
                  </a:lnTo>
                  <a:lnTo>
                    <a:pt x="1159624" y="1521363"/>
                  </a:lnTo>
                  <a:lnTo>
                    <a:pt x="1159632" y="1521358"/>
                  </a:lnTo>
                  <a:lnTo>
                    <a:pt x="1159643" y="1521351"/>
                  </a:lnTo>
                  <a:lnTo>
                    <a:pt x="1159652" y="1521345"/>
                  </a:lnTo>
                  <a:lnTo>
                    <a:pt x="1159658" y="1521340"/>
                  </a:lnTo>
                  <a:lnTo>
                    <a:pt x="1159663" y="1521333"/>
                  </a:lnTo>
                  <a:lnTo>
                    <a:pt x="1159667" y="1521326"/>
                  </a:lnTo>
                  <a:lnTo>
                    <a:pt x="1159670" y="1521321"/>
                  </a:lnTo>
                  <a:lnTo>
                    <a:pt x="1159672" y="1521312"/>
                  </a:lnTo>
                  <a:lnTo>
                    <a:pt x="1159683" y="1521266"/>
                  </a:lnTo>
                  <a:lnTo>
                    <a:pt x="1159699" y="1521237"/>
                  </a:lnTo>
                  <a:lnTo>
                    <a:pt x="1159706" y="1521218"/>
                  </a:lnTo>
                  <a:lnTo>
                    <a:pt x="1159709" y="1521199"/>
                  </a:lnTo>
                  <a:lnTo>
                    <a:pt x="1159710" y="1521186"/>
                  </a:lnTo>
                  <a:lnTo>
                    <a:pt x="1159713" y="1521179"/>
                  </a:lnTo>
                  <a:lnTo>
                    <a:pt x="1159717" y="1521171"/>
                  </a:lnTo>
                  <a:lnTo>
                    <a:pt x="1159721" y="1521164"/>
                  </a:lnTo>
                  <a:lnTo>
                    <a:pt x="1159724" y="1521159"/>
                  </a:lnTo>
                  <a:lnTo>
                    <a:pt x="1159730" y="1521151"/>
                  </a:lnTo>
                  <a:lnTo>
                    <a:pt x="1159744" y="1521135"/>
                  </a:lnTo>
                  <a:lnTo>
                    <a:pt x="1159748" y="1521129"/>
                  </a:lnTo>
                  <a:lnTo>
                    <a:pt x="1159765" y="1521107"/>
                  </a:lnTo>
                  <a:lnTo>
                    <a:pt x="1159777" y="1521094"/>
                  </a:lnTo>
                  <a:lnTo>
                    <a:pt x="1159785" y="1521087"/>
                  </a:lnTo>
                  <a:lnTo>
                    <a:pt x="1159796" y="1521077"/>
                  </a:lnTo>
                  <a:lnTo>
                    <a:pt x="1159802" y="1521072"/>
                  </a:lnTo>
                  <a:lnTo>
                    <a:pt x="1159819" y="1521064"/>
                  </a:lnTo>
                  <a:lnTo>
                    <a:pt x="1159829" y="1521060"/>
                  </a:lnTo>
                  <a:lnTo>
                    <a:pt x="1159836" y="1521053"/>
                  </a:lnTo>
                  <a:lnTo>
                    <a:pt x="1159840" y="1521044"/>
                  </a:lnTo>
                  <a:lnTo>
                    <a:pt x="1159840" y="1521036"/>
                  </a:lnTo>
                  <a:lnTo>
                    <a:pt x="1159841" y="1521024"/>
                  </a:lnTo>
                  <a:lnTo>
                    <a:pt x="1159840" y="1521010"/>
                  </a:lnTo>
                  <a:lnTo>
                    <a:pt x="1159838" y="1520995"/>
                  </a:lnTo>
                  <a:lnTo>
                    <a:pt x="1159837" y="1520979"/>
                  </a:lnTo>
                  <a:lnTo>
                    <a:pt x="1159836" y="1520965"/>
                  </a:lnTo>
                  <a:lnTo>
                    <a:pt x="1159836" y="1520950"/>
                  </a:lnTo>
                  <a:lnTo>
                    <a:pt x="1159835" y="1520930"/>
                  </a:lnTo>
                  <a:lnTo>
                    <a:pt x="1159838" y="1520917"/>
                  </a:lnTo>
                  <a:lnTo>
                    <a:pt x="1159839" y="1520907"/>
                  </a:lnTo>
                  <a:lnTo>
                    <a:pt x="1159841" y="1520895"/>
                  </a:lnTo>
                  <a:lnTo>
                    <a:pt x="1159845" y="1520884"/>
                  </a:lnTo>
                  <a:lnTo>
                    <a:pt x="1159847" y="1520879"/>
                  </a:lnTo>
                  <a:lnTo>
                    <a:pt x="1159853" y="1520871"/>
                  </a:lnTo>
                  <a:lnTo>
                    <a:pt x="1159856" y="1520862"/>
                  </a:lnTo>
                  <a:lnTo>
                    <a:pt x="1159860" y="1520855"/>
                  </a:lnTo>
                  <a:lnTo>
                    <a:pt x="1159862" y="1520846"/>
                  </a:lnTo>
                  <a:lnTo>
                    <a:pt x="1159866" y="1520834"/>
                  </a:lnTo>
                  <a:lnTo>
                    <a:pt x="1159866" y="1520826"/>
                  </a:lnTo>
                  <a:lnTo>
                    <a:pt x="1159867" y="1520817"/>
                  </a:lnTo>
                  <a:lnTo>
                    <a:pt x="1159870" y="1520813"/>
                  </a:lnTo>
                  <a:lnTo>
                    <a:pt x="1159879" y="1520801"/>
                  </a:lnTo>
                  <a:lnTo>
                    <a:pt x="1159887" y="1520796"/>
                  </a:lnTo>
                  <a:lnTo>
                    <a:pt x="1159899" y="1520788"/>
                  </a:lnTo>
                  <a:lnTo>
                    <a:pt x="1159907" y="1520783"/>
                  </a:lnTo>
                  <a:lnTo>
                    <a:pt x="1159918" y="1520777"/>
                  </a:lnTo>
                  <a:lnTo>
                    <a:pt x="1159930" y="1520769"/>
                  </a:lnTo>
                  <a:lnTo>
                    <a:pt x="1159941" y="1520759"/>
                  </a:lnTo>
                  <a:lnTo>
                    <a:pt x="1159956" y="1520747"/>
                  </a:lnTo>
                  <a:lnTo>
                    <a:pt x="1159974" y="1520734"/>
                  </a:lnTo>
                  <a:lnTo>
                    <a:pt x="1159982" y="1520727"/>
                  </a:lnTo>
                  <a:lnTo>
                    <a:pt x="1159987" y="1520719"/>
                  </a:lnTo>
                  <a:lnTo>
                    <a:pt x="1159990" y="1520711"/>
                  </a:lnTo>
                  <a:lnTo>
                    <a:pt x="1159992" y="1520702"/>
                  </a:lnTo>
                  <a:lnTo>
                    <a:pt x="1159996" y="1520689"/>
                  </a:lnTo>
                  <a:lnTo>
                    <a:pt x="1160001" y="1520684"/>
                  </a:lnTo>
                  <a:lnTo>
                    <a:pt x="1160008" y="1520679"/>
                  </a:lnTo>
                  <a:lnTo>
                    <a:pt x="1160015" y="1520675"/>
                  </a:lnTo>
                  <a:lnTo>
                    <a:pt x="1160023" y="1520671"/>
                  </a:lnTo>
                  <a:lnTo>
                    <a:pt x="1160033" y="1520667"/>
                  </a:lnTo>
                  <a:lnTo>
                    <a:pt x="1160040" y="1520665"/>
                  </a:lnTo>
                  <a:lnTo>
                    <a:pt x="1160046" y="1520662"/>
                  </a:lnTo>
                  <a:lnTo>
                    <a:pt x="1160053" y="1520660"/>
                  </a:lnTo>
                  <a:lnTo>
                    <a:pt x="1160066" y="1520656"/>
                  </a:lnTo>
                  <a:lnTo>
                    <a:pt x="1160078" y="1520651"/>
                  </a:lnTo>
                  <a:lnTo>
                    <a:pt x="1160089" y="1520646"/>
                  </a:lnTo>
                  <a:lnTo>
                    <a:pt x="1160100" y="1520637"/>
                  </a:lnTo>
                  <a:lnTo>
                    <a:pt x="1160110" y="1520625"/>
                  </a:lnTo>
                  <a:lnTo>
                    <a:pt x="1160116" y="1520615"/>
                  </a:lnTo>
                  <a:lnTo>
                    <a:pt x="1160119" y="1520602"/>
                  </a:lnTo>
                  <a:lnTo>
                    <a:pt x="1160120" y="1520589"/>
                  </a:lnTo>
                  <a:lnTo>
                    <a:pt x="1160121" y="1520576"/>
                  </a:lnTo>
                  <a:lnTo>
                    <a:pt x="1160121" y="1520564"/>
                  </a:lnTo>
                  <a:lnTo>
                    <a:pt x="1160118" y="1520544"/>
                  </a:lnTo>
                  <a:lnTo>
                    <a:pt x="1160115" y="1520531"/>
                  </a:lnTo>
                  <a:lnTo>
                    <a:pt x="1160112" y="1520524"/>
                  </a:lnTo>
                  <a:lnTo>
                    <a:pt x="1160106" y="1520515"/>
                  </a:lnTo>
                  <a:lnTo>
                    <a:pt x="1160098" y="1520502"/>
                  </a:lnTo>
                  <a:lnTo>
                    <a:pt x="1160094" y="1520492"/>
                  </a:lnTo>
                  <a:lnTo>
                    <a:pt x="1160093" y="1520483"/>
                  </a:lnTo>
                  <a:lnTo>
                    <a:pt x="1160094" y="1520476"/>
                  </a:lnTo>
                  <a:lnTo>
                    <a:pt x="1160098" y="1520468"/>
                  </a:lnTo>
                  <a:lnTo>
                    <a:pt x="1160101" y="1520461"/>
                  </a:lnTo>
                  <a:lnTo>
                    <a:pt x="1160106" y="1520453"/>
                  </a:lnTo>
                  <a:lnTo>
                    <a:pt x="1160109" y="1520448"/>
                  </a:lnTo>
                  <a:lnTo>
                    <a:pt x="1160113" y="1520442"/>
                  </a:lnTo>
                  <a:lnTo>
                    <a:pt x="1160119" y="1520432"/>
                  </a:lnTo>
                  <a:lnTo>
                    <a:pt x="1160123" y="1520423"/>
                  </a:lnTo>
                  <a:lnTo>
                    <a:pt x="1160128" y="1520415"/>
                  </a:lnTo>
                  <a:lnTo>
                    <a:pt x="1160132" y="1520405"/>
                  </a:lnTo>
                  <a:lnTo>
                    <a:pt x="1160133" y="1520400"/>
                  </a:lnTo>
                  <a:lnTo>
                    <a:pt x="1160133" y="1520394"/>
                  </a:lnTo>
                  <a:lnTo>
                    <a:pt x="1160133" y="1520386"/>
                  </a:lnTo>
                  <a:lnTo>
                    <a:pt x="1160135" y="1520378"/>
                  </a:lnTo>
                  <a:lnTo>
                    <a:pt x="1160140" y="1520371"/>
                  </a:lnTo>
                  <a:lnTo>
                    <a:pt x="1160149" y="1520370"/>
                  </a:lnTo>
                  <a:lnTo>
                    <a:pt x="1160154" y="1520370"/>
                  </a:lnTo>
                  <a:lnTo>
                    <a:pt x="1160181" y="1520377"/>
                  </a:lnTo>
                  <a:lnTo>
                    <a:pt x="1160195" y="1520382"/>
                  </a:lnTo>
                  <a:lnTo>
                    <a:pt x="1160211" y="1520392"/>
                  </a:lnTo>
                  <a:lnTo>
                    <a:pt x="1160235" y="1520406"/>
                  </a:lnTo>
                  <a:lnTo>
                    <a:pt x="1160241" y="1520406"/>
                  </a:lnTo>
                  <a:lnTo>
                    <a:pt x="1160251" y="1520406"/>
                  </a:lnTo>
                  <a:lnTo>
                    <a:pt x="1160259" y="1520397"/>
                  </a:lnTo>
                  <a:lnTo>
                    <a:pt x="1160262" y="1520385"/>
                  </a:lnTo>
                  <a:lnTo>
                    <a:pt x="1160268" y="1520367"/>
                  </a:lnTo>
                  <a:lnTo>
                    <a:pt x="1160268" y="1520354"/>
                  </a:lnTo>
                  <a:lnTo>
                    <a:pt x="1160276" y="1520323"/>
                  </a:lnTo>
                  <a:lnTo>
                    <a:pt x="1160278" y="1520317"/>
                  </a:lnTo>
                  <a:lnTo>
                    <a:pt x="1160288" y="1520307"/>
                  </a:lnTo>
                  <a:lnTo>
                    <a:pt x="1160302" y="1520301"/>
                  </a:lnTo>
                  <a:lnTo>
                    <a:pt x="1160331" y="1520294"/>
                  </a:lnTo>
                  <a:lnTo>
                    <a:pt x="1160361" y="1520296"/>
                  </a:lnTo>
                  <a:lnTo>
                    <a:pt x="1160391" y="1520304"/>
                  </a:lnTo>
                  <a:lnTo>
                    <a:pt x="1160421" y="1520310"/>
                  </a:lnTo>
                  <a:lnTo>
                    <a:pt x="1160442" y="1520309"/>
                  </a:lnTo>
                  <a:lnTo>
                    <a:pt x="1160448" y="1520308"/>
                  </a:lnTo>
                  <a:lnTo>
                    <a:pt x="1160455" y="1520304"/>
                  </a:lnTo>
                  <a:lnTo>
                    <a:pt x="1160459" y="1520297"/>
                  </a:lnTo>
                  <a:lnTo>
                    <a:pt x="1160457" y="1520277"/>
                  </a:lnTo>
                  <a:lnTo>
                    <a:pt x="1160453" y="1520246"/>
                  </a:lnTo>
                  <a:lnTo>
                    <a:pt x="1160453" y="1520216"/>
                  </a:lnTo>
                  <a:lnTo>
                    <a:pt x="1160450" y="1520184"/>
                  </a:lnTo>
                  <a:lnTo>
                    <a:pt x="1160450" y="1520172"/>
                  </a:lnTo>
                  <a:lnTo>
                    <a:pt x="1160456" y="1520154"/>
                  </a:lnTo>
                  <a:lnTo>
                    <a:pt x="1160460" y="1520141"/>
                  </a:lnTo>
                  <a:lnTo>
                    <a:pt x="1160467" y="1520131"/>
                  </a:lnTo>
                  <a:lnTo>
                    <a:pt x="1160475" y="1520123"/>
                  </a:lnTo>
                  <a:lnTo>
                    <a:pt x="1160481" y="1520112"/>
                  </a:lnTo>
                  <a:lnTo>
                    <a:pt x="1160481" y="1520106"/>
                  </a:lnTo>
                  <a:lnTo>
                    <a:pt x="1160467" y="1520100"/>
                  </a:lnTo>
                  <a:lnTo>
                    <a:pt x="1160446" y="1520098"/>
                  </a:lnTo>
                  <a:lnTo>
                    <a:pt x="1160438" y="1520094"/>
                  </a:lnTo>
                  <a:lnTo>
                    <a:pt x="1160407" y="1520076"/>
                  </a:lnTo>
                  <a:lnTo>
                    <a:pt x="1160386" y="1520051"/>
                  </a:lnTo>
                  <a:lnTo>
                    <a:pt x="1160384" y="1520045"/>
                  </a:lnTo>
                  <a:lnTo>
                    <a:pt x="1160375" y="1520029"/>
                  </a:lnTo>
                  <a:lnTo>
                    <a:pt x="1160373" y="1520014"/>
                  </a:lnTo>
                  <a:lnTo>
                    <a:pt x="1160371" y="1519994"/>
                  </a:lnTo>
                  <a:lnTo>
                    <a:pt x="1160373" y="1519984"/>
                  </a:lnTo>
                  <a:lnTo>
                    <a:pt x="1160373" y="1519953"/>
                  </a:lnTo>
                  <a:lnTo>
                    <a:pt x="1160373" y="1519922"/>
                  </a:lnTo>
                  <a:lnTo>
                    <a:pt x="1160375" y="1519895"/>
                  </a:lnTo>
                  <a:lnTo>
                    <a:pt x="1160373" y="1519883"/>
                  </a:lnTo>
                  <a:lnTo>
                    <a:pt x="1160368" y="1519872"/>
                  </a:lnTo>
                  <a:lnTo>
                    <a:pt x="1160362" y="1519861"/>
                  </a:lnTo>
                  <a:lnTo>
                    <a:pt x="1160340" y="1519830"/>
                  </a:lnTo>
                  <a:lnTo>
                    <a:pt x="1160328" y="1519799"/>
                  </a:lnTo>
                  <a:lnTo>
                    <a:pt x="1160324" y="1519783"/>
                  </a:lnTo>
                  <a:lnTo>
                    <a:pt x="1160326" y="1519768"/>
                  </a:lnTo>
                  <a:lnTo>
                    <a:pt x="1160332" y="1519738"/>
                  </a:lnTo>
                  <a:lnTo>
                    <a:pt x="1160333" y="1519726"/>
                  </a:lnTo>
                  <a:lnTo>
                    <a:pt x="1160329" y="1519707"/>
                  </a:lnTo>
                  <a:lnTo>
                    <a:pt x="1160321" y="1519676"/>
                  </a:lnTo>
                  <a:lnTo>
                    <a:pt x="1160313" y="1519660"/>
                  </a:lnTo>
                  <a:lnTo>
                    <a:pt x="1160311" y="1519645"/>
                  </a:lnTo>
                  <a:lnTo>
                    <a:pt x="1160317" y="1519615"/>
                  </a:lnTo>
                  <a:lnTo>
                    <a:pt x="1160324" y="1519584"/>
                  </a:lnTo>
                  <a:lnTo>
                    <a:pt x="1160328" y="1519553"/>
                  </a:lnTo>
                  <a:lnTo>
                    <a:pt x="1160332" y="1519522"/>
                  </a:lnTo>
                  <a:lnTo>
                    <a:pt x="1160334" y="1519491"/>
                  </a:lnTo>
                  <a:lnTo>
                    <a:pt x="1160334" y="1519478"/>
                  </a:lnTo>
                  <a:lnTo>
                    <a:pt x="1160336" y="1519466"/>
                  </a:lnTo>
                  <a:lnTo>
                    <a:pt x="1160340" y="1519461"/>
                  </a:lnTo>
                  <a:lnTo>
                    <a:pt x="1160362" y="1519456"/>
                  </a:lnTo>
                  <a:lnTo>
                    <a:pt x="1160371" y="1519452"/>
                  </a:lnTo>
                  <a:lnTo>
                    <a:pt x="1160383" y="1519437"/>
                  </a:lnTo>
                  <a:lnTo>
                    <a:pt x="1160405" y="1519394"/>
                  </a:lnTo>
                  <a:lnTo>
                    <a:pt x="1160414" y="1519363"/>
                  </a:lnTo>
                  <a:lnTo>
                    <a:pt x="1160426" y="1519332"/>
                  </a:lnTo>
                  <a:lnTo>
                    <a:pt x="1160444" y="1519302"/>
                  </a:lnTo>
                  <a:lnTo>
                    <a:pt x="1160462" y="1519270"/>
                  </a:lnTo>
                  <a:lnTo>
                    <a:pt x="1160479" y="1519240"/>
                  </a:lnTo>
                  <a:lnTo>
                    <a:pt x="1160493" y="1519209"/>
                  </a:lnTo>
                  <a:lnTo>
                    <a:pt x="1160509" y="1519178"/>
                  </a:lnTo>
                  <a:lnTo>
                    <a:pt x="1160522" y="1519147"/>
                  </a:lnTo>
                  <a:lnTo>
                    <a:pt x="1160540" y="1519116"/>
                  </a:lnTo>
                  <a:lnTo>
                    <a:pt x="1160552" y="1519085"/>
                  </a:lnTo>
                  <a:lnTo>
                    <a:pt x="1160580" y="1519056"/>
                  </a:lnTo>
                  <a:lnTo>
                    <a:pt x="1160596" y="1519044"/>
                  </a:lnTo>
                  <a:lnTo>
                    <a:pt x="1160607" y="1519029"/>
                  </a:lnTo>
                  <a:lnTo>
                    <a:pt x="1160623" y="1518998"/>
                  </a:lnTo>
                  <a:lnTo>
                    <a:pt x="1160639" y="1518979"/>
                  </a:lnTo>
                  <a:lnTo>
                    <a:pt x="1160650" y="1518975"/>
                  </a:lnTo>
                  <a:lnTo>
                    <a:pt x="1160680" y="1518948"/>
                  </a:lnTo>
                  <a:lnTo>
                    <a:pt x="1160708" y="1518920"/>
                  </a:lnTo>
                  <a:lnTo>
                    <a:pt x="1160734" y="1518888"/>
                  </a:lnTo>
                  <a:lnTo>
                    <a:pt x="1160757" y="1518863"/>
                  </a:lnTo>
                  <a:lnTo>
                    <a:pt x="1160775" y="1518849"/>
                  </a:lnTo>
                  <a:lnTo>
                    <a:pt x="1160792" y="1518839"/>
                  </a:lnTo>
                  <a:lnTo>
                    <a:pt x="1160822" y="1518826"/>
                  </a:lnTo>
                  <a:lnTo>
                    <a:pt x="1160852" y="1518811"/>
                  </a:lnTo>
                  <a:lnTo>
                    <a:pt x="1160875" y="1518803"/>
                  </a:lnTo>
                  <a:lnTo>
                    <a:pt x="1160882" y="1518803"/>
                  </a:lnTo>
                  <a:lnTo>
                    <a:pt x="1160912" y="1518801"/>
                  </a:lnTo>
                  <a:lnTo>
                    <a:pt x="1160942" y="1518797"/>
                  </a:lnTo>
                  <a:lnTo>
                    <a:pt x="1160972" y="1518790"/>
                  </a:lnTo>
                  <a:lnTo>
                    <a:pt x="1161001" y="1518783"/>
                  </a:lnTo>
                  <a:lnTo>
                    <a:pt x="1161031" y="1518777"/>
                  </a:lnTo>
                  <a:lnTo>
                    <a:pt x="1161053" y="1518769"/>
                  </a:lnTo>
                  <a:lnTo>
                    <a:pt x="1161065" y="1518765"/>
                  </a:lnTo>
                  <a:lnTo>
                    <a:pt x="1161091" y="1518756"/>
                  </a:lnTo>
                  <a:lnTo>
                    <a:pt x="1161120" y="1518744"/>
                  </a:lnTo>
                  <a:lnTo>
                    <a:pt x="1161143" y="1518735"/>
                  </a:lnTo>
                  <a:lnTo>
                    <a:pt x="1161151" y="1518735"/>
                  </a:lnTo>
                  <a:lnTo>
                    <a:pt x="1161180" y="1518733"/>
                  </a:lnTo>
                  <a:lnTo>
                    <a:pt x="1161218" y="1518718"/>
                  </a:lnTo>
                  <a:lnTo>
                    <a:pt x="1161256" y="1518722"/>
                  </a:lnTo>
                  <a:lnTo>
                    <a:pt x="1161288" y="1518716"/>
                  </a:lnTo>
                  <a:lnTo>
                    <a:pt x="1161313" y="1518701"/>
                  </a:lnTo>
                  <a:lnTo>
                    <a:pt x="1161324" y="1518704"/>
                  </a:lnTo>
                  <a:lnTo>
                    <a:pt x="1161330" y="1518709"/>
                  </a:lnTo>
                  <a:lnTo>
                    <a:pt x="1161336" y="1518726"/>
                  </a:lnTo>
                  <a:lnTo>
                    <a:pt x="1161338" y="1518740"/>
                  </a:lnTo>
                  <a:lnTo>
                    <a:pt x="1161342" y="1518771"/>
                  </a:lnTo>
                  <a:lnTo>
                    <a:pt x="1161350" y="1518830"/>
                  </a:lnTo>
                  <a:lnTo>
                    <a:pt x="1161356" y="1518842"/>
                  </a:lnTo>
                  <a:lnTo>
                    <a:pt x="1161388" y="1518857"/>
                  </a:lnTo>
                  <a:lnTo>
                    <a:pt x="1161422" y="1518869"/>
                  </a:lnTo>
                  <a:lnTo>
                    <a:pt x="1161436" y="1518874"/>
                  </a:lnTo>
                  <a:lnTo>
                    <a:pt x="1161443" y="1518878"/>
                  </a:lnTo>
                  <a:lnTo>
                    <a:pt x="1161452" y="1518883"/>
                  </a:lnTo>
                  <a:lnTo>
                    <a:pt x="1161482" y="1518899"/>
                  </a:lnTo>
                  <a:lnTo>
                    <a:pt x="1161512" y="1518915"/>
                  </a:lnTo>
                  <a:lnTo>
                    <a:pt x="1161542" y="1518925"/>
                  </a:lnTo>
                  <a:lnTo>
                    <a:pt x="1161571" y="1518926"/>
                  </a:lnTo>
                  <a:lnTo>
                    <a:pt x="1161602" y="1518917"/>
                  </a:lnTo>
                  <a:lnTo>
                    <a:pt x="1161622" y="1518915"/>
                  </a:lnTo>
                  <a:lnTo>
                    <a:pt x="1161631" y="1518920"/>
                  </a:lnTo>
                  <a:lnTo>
                    <a:pt x="1161644" y="1518931"/>
                  </a:lnTo>
                  <a:lnTo>
                    <a:pt x="1161651" y="1518943"/>
                  </a:lnTo>
                  <a:lnTo>
                    <a:pt x="1161654" y="1518949"/>
                  </a:lnTo>
                  <a:lnTo>
                    <a:pt x="1161670" y="1518977"/>
                  </a:lnTo>
                  <a:lnTo>
                    <a:pt x="1161682" y="1518984"/>
                  </a:lnTo>
                  <a:lnTo>
                    <a:pt x="1161690" y="1518984"/>
                  </a:lnTo>
                  <a:lnTo>
                    <a:pt x="1161702" y="1518983"/>
                  </a:lnTo>
                  <a:lnTo>
                    <a:pt x="1161731" y="1518982"/>
                  </a:lnTo>
                  <a:lnTo>
                    <a:pt x="1161741" y="1518986"/>
                  </a:lnTo>
                  <a:lnTo>
                    <a:pt x="1161745" y="1518989"/>
                  </a:lnTo>
                  <a:lnTo>
                    <a:pt x="1161761" y="1518991"/>
                  </a:lnTo>
                  <a:lnTo>
                    <a:pt x="1161775" y="1518989"/>
                  </a:lnTo>
                  <a:lnTo>
                    <a:pt x="1161787" y="1518983"/>
                  </a:lnTo>
                  <a:lnTo>
                    <a:pt x="1161796" y="1518990"/>
                  </a:lnTo>
                  <a:lnTo>
                    <a:pt x="1161813" y="1519011"/>
                  </a:lnTo>
                  <a:lnTo>
                    <a:pt x="1161843" y="1519030"/>
                  </a:lnTo>
                  <a:lnTo>
                    <a:pt x="1161851" y="1519032"/>
                  </a:lnTo>
                  <a:lnTo>
                    <a:pt x="1161879" y="1519050"/>
                  </a:lnTo>
                  <a:lnTo>
                    <a:pt x="1161899" y="1519056"/>
                  </a:lnTo>
                  <a:lnTo>
                    <a:pt x="1161911" y="1519056"/>
                  </a:lnTo>
                  <a:lnTo>
                    <a:pt x="1161941" y="1519053"/>
                  </a:lnTo>
                  <a:lnTo>
                    <a:pt x="1161971" y="1519051"/>
                  </a:lnTo>
                  <a:lnTo>
                    <a:pt x="1161999" y="1519052"/>
                  </a:lnTo>
                  <a:lnTo>
                    <a:pt x="1162013" y="1519041"/>
                  </a:lnTo>
                  <a:lnTo>
                    <a:pt x="1162021" y="1519029"/>
                  </a:lnTo>
                  <a:lnTo>
                    <a:pt x="1162022" y="1519022"/>
                  </a:lnTo>
                  <a:lnTo>
                    <a:pt x="1162034" y="1519006"/>
                  </a:lnTo>
                  <a:lnTo>
                    <a:pt x="1162048" y="1518999"/>
                  </a:lnTo>
                  <a:lnTo>
                    <a:pt x="1162074" y="1518993"/>
                  </a:lnTo>
                  <a:lnTo>
                    <a:pt x="1162078" y="1518989"/>
                  </a:lnTo>
                  <a:lnTo>
                    <a:pt x="1162096" y="1518975"/>
                  </a:lnTo>
                  <a:lnTo>
                    <a:pt x="1162108" y="1518970"/>
                  </a:lnTo>
                  <a:lnTo>
                    <a:pt x="1162124" y="1518958"/>
                  </a:lnTo>
                  <a:lnTo>
                    <a:pt x="1162137" y="1518952"/>
                  </a:lnTo>
                  <a:lnTo>
                    <a:pt x="1162151" y="1518945"/>
                  </a:lnTo>
                  <a:lnTo>
                    <a:pt x="1162167" y="1518933"/>
                  </a:lnTo>
                  <a:lnTo>
                    <a:pt x="1162181" y="1518923"/>
                  </a:lnTo>
                  <a:lnTo>
                    <a:pt x="1162193" y="1518908"/>
                  </a:lnTo>
                  <a:lnTo>
                    <a:pt x="1162209" y="1518877"/>
                  </a:lnTo>
                  <a:lnTo>
                    <a:pt x="1162230" y="1518858"/>
                  </a:lnTo>
                  <a:lnTo>
                    <a:pt x="1162239" y="1518853"/>
                  </a:lnTo>
                  <a:lnTo>
                    <a:pt x="1162268" y="1518846"/>
                  </a:lnTo>
                  <a:lnTo>
                    <a:pt x="1162280" y="1518844"/>
                  </a:lnTo>
                  <a:lnTo>
                    <a:pt x="1162292" y="1518846"/>
                  </a:lnTo>
                  <a:lnTo>
                    <a:pt x="1162298" y="1518850"/>
                  </a:lnTo>
                  <a:lnTo>
                    <a:pt x="1162314" y="1518872"/>
                  </a:lnTo>
                  <a:lnTo>
                    <a:pt x="1162322" y="1518878"/>
                  </a:lnTo>
                  <a:lnTo>
                    <a:pt x="1162340" y="1518888"/>
                  </a:lnTo>
                  <a:lnTo>
                    <a:pt x="1162352" y="1518890"/>
                  </a:lnTo>
                  <a:lnTo>
                    <a:pt x="1162382" y="1518896"/>
                  </a:lnTo>
                  <a:lnTo>
                    <a:pt x="1162412" y="1518908"/>
                  </a:lnTo>
                  <a:lnTo>
                    <a:pt x="1162446" y="1518917"/>
                  </a:lnTo>
                  <a:lnTo>
                    <a:pt x="1162472" y="1518918"/>
                  </a:lnTo>
                  <a:lnTo>
                    <a:pt x="1162480" y="1518918"/>
                  </a:lnTo>
                  <a:lnTo>
                    <a:pt x="1162493" y="1518912"/>
                  </a:lnTo>
                  <a:lnTo>
                    <a:pt x="1162501" y="1518909"/>
                  </a:lnTo>
                  <a:lnTo>
                    <a:pt x="1162509" y="1518904"/>
                  </a:lnTo>
                  <a:lnTo>
                    <a:pt x="1162523" y="1518893"/>
                  </a:lnTo>
                  <a:lnTo>
                    <a:pt x="1162531" y="1518885"/>
                  </a:lnTo>
                  <a:lnTo>
                    <a:pt x="1162545" y="1518854"/>
                  </a:lnTo>
                  <a:lnTo>
                    <a:pt x="1162553" y="1518846"/>
                  </a:lnTo>
                  <a:lnTo>
                    <a:pt x="1162562" y="1518842"/>
                  </a:lnTo>
                  <a:lnTo>
                    <a:pt x="1162575" y="1518837"/>
                  </a:lnTo>
                  <a:lnTo>
                    <a:pt x="1162604" y="1518825"/>
                  </a:lnTo>
                  <a:lnTo>
                    <a:pt x="1162634" y="1518825"/>
                  </a:lnTo>
                  <a:lnTo>
                    <a:pt x="1162650" y="1518827"/>
                  </a:lnTo>
                  <a:lnTo>
                    <a:pt x="1162664" y="1518833"/>
                  </a:lnTo>
                  <a:lnTo>
                    <a:pt x="1162694" y="1518841"/>
                  </a:lnTo>
                  <a:lnTo>
                    <a:pt x="1162724" y="1518842"/>
                  </a:lnTo>
                  <a:lnTo>
                    <a:pt x="1162754" y="1518840"/>
                  </a:lnTo>
                  <a:lnTo>
                    <a:pt x="1162783" y="1518834"/>
                  </a:lnTo>
                  <a:lnTo>
                    <a:pt x="1162813" y="1518832"/>
                  </a:lnTo>
                  <a:lnTo>
                    <a:pt x="1162833" y="1518831"/>
                  </a:lnTo>
                  <a:lnTo>
                    <a:pt x="1162853" y="1518830"/>
                  </a:lnTo>
                  <a:lnTo>
                    <a:pt x="1162874" y="1518827"/>
                  </a:lnTo>
                  <a:lnTo>
                    <a:pt x="1162903" y="1518821"/>
                  </a:lnTo>
                  <a:lnTo>
                    <a:pt x="1162925" y="1518812"/>
                  </a:lnTo>
                  <a:lnTo>
                    <a:pt x="1162933" y="1518806"/>
                  </a:lnTo>
                  <a:lnTo>
                    <a:pt x="1162952" y="1518786"/>
                  </a:lnTo>
                  <a:lnTo>
                    <a:pt x="1162957" y="1518777"/>
                  </a:lnTo>
                  <a:lnTo>
                    <a:pt x="1162962" y="1518767"/>
                  </a:lnTo>
                  <a:lnTo>
                    <a:pt x="1162982" y="1518746"/>
                  </a:lnTo>
                  <a:lnTo>
                    <a:pt x="1163012" y="1518727"/>
                  </a:lnTo>
                  <a:lnTo>
                    <a:pt x="1163026" y="1518721"/>
                  </a:lnTo>
                  <a:lnTo>
                    <a:pt x="1163042" y="1518709"/>
                  </a:lnTo>
                  <a:lnTo>
                    <a:pt x="1163065" y="1518677"/>
                  </a:lnTo>
                  <a:lnTo>
                    <a:pt x="1163095" y="1518651"/>
                  </a:lnTo>
                  <a:lnTo>
                    <a:pt x="1163109" y="1518638"/>
                  </a:lnTo>
                  <a:lnTo>
                    <a:pt x="1163124" y="1518630"/>
                  </a:lnTo>
                  <a:lnTo>
                    <a:pt x="1163138" y="1518622"/>
                  </a:lnTo>
                  <a:lnTo>
                    <a:pt x="1163158" y="1518613"/>
                  </a:lnTo>
                  <a:lnTo>
                    <a:pt x="1163184" y="1518611"/>
                  </a:lnTo>
                  <a:lnTo>
                    <a:pt x="1163214" y="1518605"/>
                  </a:lnTo>
                  <a:lnTo>
                    <a:pt x="1163243" y="1518584"/>
                  </a:lnTo>
                  <a:lnTo>
                    <a:pt x="1163262" y="1518578"/>
                  </a:lnTo>
                  <a:lnTo>
                    <a:pt x="1163274" y="1518577"/>
                  </a:lnTo>
                  <a:lnTo>
                    <a:pt x="1163303" y="1518575"/>
                  </a:lnTo>
                  <a:lnTo>
                    <a:pt x="1163313" y="1518569"/>
                  </a:lnTo>
                  <a:lnTo>
                    <a:pt x="1163329" y="1518528"/>
                  </a:lnTo>
                  <a:lnTo>
                    <a:pt x="1163339" y="1518511"/>
                  </a:lnTo>
                  <a:lnTo>
                    <a:pt x="1163353" y="1518503"/>
                  </a:lnTo>
                  <a:lnTo>
                    <a:pt x="1163383" y="1518490"/>
                  </a:lnTo>
                  <a:lnTo>
                    <a:pt x="1163412" y="1518480"/>
                  </a:lnTo>
                  <a:lnTo>
                    <a:pt x="1163442" y="1518476"/>
                  </a:lnTo>
                  <a:lnTo>
                    <a:pt x="1163472" y="1518474"/>
                  </a:lnTo>
                  <a:lnTo>
                    <a:pt x="1163488" y="1518469"/>
                  </a:lnTo>
                  <a:lnTo>
                    <a:pt x="1163488" y="1518455"/>
                  </a:lnTo>
                  <a:lnTo>
                    <a:pt x="1163481" y="1518424"/>
                  </a:lnTo>
                  <a:lnTo>
                    <a:pt x="1163474" y="1518393"/>
                  </a:lnTo>
                  <a:lnTo>
                    <a:pt x="1163467" y="1518363"/>
                  </a:lnTo>
                  <a:lnTo>
                    <a:pt x="1163469" y="1518331"/>
                  </a:lnTo>
                  <a:lnTo>
                    <a:pt x="1163471" y="1518301"/>
                  </a:lnTo>
                  <a:lnTo>
                    <a:pt x="1163475" y="1518270"/>
                  </a:lnTo>
                  <a:lnTo>
                    <a:pt x="1163474" y="1518239"/>
                  </a:lnTo>
                  <a:lnTo>
                    <a:pt x="1163480" y="1518221"/>
                  </a:lnTo>
                  <a:lnTo>
                    <a:pt x="1163492" y="1518209"/>
                  </a:lnTo>
                  <a:lnTo>
                    <a:pt x="1163508" y="1518200"/>
                  </a:lnTo>
                  <a:lnTo>
                    <a:pt x="1163522" y="1518198"/>
                  </a:lnTo>
                  <a:lnTo>
                    <a:pt x="1163552" y="1518185"/>
                  </a:lnTo>
                  <a:lnTo>
                    <a:pt x="1163558" y="1518179"/>
                  </a:lnTo>
                  <a:lnTo>
                    <a:pt x="1163561" y="1518167"/>
                  </a:lnTo>
                  <a:lnTo>
                    <a:pt x="1163563" y="1518154"/>
                  </a:lnTo>
                  <a:lnTo>
                    <a:pt x="1163567" y="1518124"/>
                  </a:lnTo>
                  <a:lnTo>
                    <a:pt x="1163561" y="1518093"/>
                  </a:lnTo>
                  <a:lnTo>
                    <a:pt x="1163551" y="1518062"/>
                  </a:lnTo>
                  <a:lnTo>
                    <a:pt x="1163523" y="1518034"/>
                  </a:lnTo>
                  <a:lnTo>
                    <a:pt x="1163515" y="1518024"/>
                  </a:lnTo>
                  <a:lnTo>
                    <a:pt x="1163513" y="1518013"/>
                  </a:lnTo>
                  <a:lnTo>
                    <a:pt x="1163515" y="1518003"/>
                  </a:lnTo>
                  <a:lnTo>
                    <a:pt x="1163522" y="1517972"/>
                  </a:lnTo>
                  <a:lnTo>
                    <a:pt x="1163523" y="1517943"/>
                  </a:lnTo>
                  <a:lnTo>
                    <a:pt x="1163508" y="1517910"/>
                  </a:lnTo>
                  <a:lnTo>
                    <a:pt x="1163490" y="1517880"/>
                  </a:lnTo>
                  <a:lnTo>
                    <a:pt x="1163484" y="1517866"/>
                  </a:lnTo>
                  <a:lnTo>
                    <a:pt x="1163484" y="1517857"/>
                  </a:lnTo>
                  <a:lnTo>
                    <a:pt x="1163492" y="1517849"/>
                  </a:lnTo>
                  <a:lnTo>
                    <a:pt x="1163515" y="1517839"/>
                  </a:lnTo>
                  <a:lnTo>
                    <a:pt x="1163523" y="1517836"/>
                  </a:lnTo>
                  <a:lnTo>
                    <a:pt x="1163527" y="1517802"/>
                  </a:lnTo>
                  <a:lnTo>
                    <a:pt x="1163529" y="1517773"/>
                  </a:lnTo>
                  <a:lnTo>
                    <a:pt x="1163531" y="1517754"/>
                  </a:lnTo>
                  <a:lnTo>
                    <a:pt x="1163529" y="1517736"/>
                  </a:lnTo>
                  <a:lnTo>
                    <a:pt x="1163531" y="1517705"/>
                  </a:lnTo>
                  <a:lnTo>
                    <a:pt x="1163540" y="1517674"/>
                  </a:lnTo>
                  <a:lnTo>
                    <a:pt x="1163556" y="1517643"/>
                  </a:lnTo>
                  <a:lnTo>
                    <a:pt x="1163568" y="1517627"/>
                  </a:lnTo>
                  <a:lnTo>
                    <a:pt x="1163574" y="1517612"/>
                  </a:lnTo>
                  <a:lnTo>
                    <a:pt x="1163583" y="1517581"/>
                  </a:lnTo>
                  <a:lnTo>
                    <a:pt x="1163585" y="1517546"/>
                  </a:lnTo>
                  <a:lnTo>
                    <a:pt x="1163589" y="1517530"/>
                  </a:lnTo>
                  <a:lnTo>
                    <a:pt x="1163597" y="1517515"/>
                  </a:lnTo>
                  <a:lnTo>
                    <a:pt x="1163612" y="1517499"/>
                  </a:lnTo>
                  <a:lnTo>
                    <a:pt x="1163657" y="1517472"/>
                  </a:lnTo>
                  <a:lnTo>
                    <a:pt x="1163671" y="1517464"/>
                  </a:lnTo>
                  <a:lnTo>
                    <a:pt x="1163701" y="1517458"/>
                  </a:lnTo>
                  <a:lnTo>
                    <a:pt x="1163717" y="1517456"/>
                  </a:lnTo>
                  <a:lnTo>
                    <a:pt x="1163731" y="1517450"/>
                  </a:lnTo>
                  <a:lnTo>
                    <a:pt x="1163760" y="1517423"/>
                  </a:lnTo>
                  <a:lnTo>
                    <a:pt x="1163766" y="1517415"/>
                  </a:lnTo>
                  <a:lnTo>
                    <a:pt x="1163772" y="1517392"/>
                  </a:lnTo>
                  <a:lnTo>
                    <a:pt x="1163776" y="1517386"/>
                  </a:lnTo>
                  <a:lnTo>
                    <a:pt x="1163778" y="1517361"/>
                  </a:lnTo>
                  <a:lnTo>
                    <a:pt x="1163776" y="1517331"/>
                  </a:lnTo>
                  <a:lnTo>
                    <a:pt x="1163781" y="1517300"/>
                  </a:lnTo>
                  <a:lnTo>
                    <a:pt x="1163797" y="1517269"/>
                  </a:lnTo>
                  <a:lnTo>
                    <a:pt x="1163813" y="1517246"/>
                  </a:lnTo>
                  <a:lnTo>
                    <a:pt x="1163821" y="1517240"/>
                  </a:lnTo>
                  <a:lnTo>
                    <a:pt x="1163836" y="1517229"/>
                  </a:lnTo>
                  <a:lnTo>
                    <a:pt x="1163851" y="1517234"/>
                  </a:lnTo>
                  <a:lnTo>
                    <a:pt x="1163865" y="1517240"/>
                  </a:lnTo>
                  <a:lnTo>
                    <a:pt x="1163880" y="1517252"/>
                  </a:lnTo>
                  <a:lnTo>
                    <a:pt x="1163911" y="1517276"/>
                  </a:lnTo>
                  <a:lnTo>
                    <a:pt x="1163937" y="1517307"/>
                  </a:lnTo>
                  <a:lnTo>
                    <a:pt x="1163949" y="1517338"/>
                  </a:lnTo>
                  <a:lnTo>
                    <a:pt x="1163971" y="1517368"/>
                  </a:lnTo>
                  <a:lnTo>
                    <a:pt x="1163981" y="1517383"/>
                  </a:lnTo>
                  <a:lnTo>
                    <a:pt x="1163999" y="1517398"/>
                  </a:lnTo>
                  <a:lnTo>
                    <a:pt x="1164015" y="1517399"/>
                  </a:lnTo>
                  <a:lnTo>
                    <a:pt x="1164027" y="1517394"/>
                  </a:lnTo>
                  <a:lnTo>
                    <a:pt x="1164037" y="1517389"/>
                  </a:lnTo>
                  <a:lnTo>
                    <a:pt x="1164055" y="1517368"/>
                  </a:lnTo>
                  <a:lnTo>
                    <a:pt x="1164068" y="1517337"/>
                  </a:lnTo>
                  <a:lnTo>
                    <a:pt x="1164080" y="1517306"/>
                  </a:lnTo>
                  <a:lnTo>
                    <a:pt x="1164086" y="1517296"/>
                  </a:lnTo>
                  <a:lnTo>
                    <a:pt x="1164100" y="1517281"/>
                  </a:lnTo>
                  <a:lnTo>
                    <a:pt x="1164106" y="1517279"/>
                  </a:lnTo>
                  <a:lnTo>
                    <a:pt x="1164135" y="1517268"/>
                  </a:lnTo>
                  <a:lnTo>
                    <a:pt x="1164165" y="1517264"/>
                  </a:lnTo>
                  <a:lnTo>
                    <a:pt x="1164195" y="1517260"/>
                  </a:lnTo>
                  <a:lnTo>
                    <a:pt x="1164225" y="1517253"/>
                  </a:lnTo>
                  <a:lnTo>
                    <a:pt x="1164255" y="1517249"/>
                  </a:lnTo>
                  <a:lnTo>
                    <a:pt x="1164285" y="1517245"/>
                  </a:lnTo>
                  <a:lnTo>
                    <a:pt x="1164314" y="1517241"/>
                  </a:lnTo>
                  <a:lnTo>
                    <a:pt x="1164322" y="1517240"/>
                  </a:lnTo>
                  <a:lnTo>
                    <a:pt x="1164344" y="1517232"/>
                  </a:lnTo>
                  <a:lnTo>
                    <a:pt x="1164352" y="1517228"/>
                  </a:lnTo>
                  <a:lnTo>
                    <a:pt x="1164368" y="1517205"/>
                  </a:lnTo>
                  <a:lnTo>
                    <a:pt x="1164374" y="1517174"/>
                  </a:lnTo>
                  <a:lnTo>
                    <a:pt x="1164377" y="1517144"/>
                  </a:lnTo>
                  <a:lnTo>
                    <a:pt x="1164379" y="1517112"/>
                  </a:lnTo>
                  <a:lnTo>
                    <a:pt x="1164379" y="1517104"/>
                  </a:lnTo>
                  <a:lnTo>
                    <a:pt x="1164387" y="1517082"/>
                  </a:lnTo>
                  <a:lnTo>
                    <a:pt x="1164391" y="1517075"/>
                  </a:lnTo>
                  <a:lnTo>
                    <a:pt x="1164415" y="1517059"/>
                  </a:lnTo>
                  <a:lnTo>
                    <a:pt x="1164427" y="1517057"/>
                  </a:lnTo>
                  <a:lnTo>
                    <a:pt x="1164444" y="1517046"/>
                  </a:lnTo>
                  <a:lnTo>
                    <a:pt x="1164455" y="1517038"/>
                  </a:lnTo>
                  <a:lnTo>
                    <a:pt x="1164458" y="1517032"/>
                  </a:lnTo>
                  <a:lnTo>
                    <a:pt x="1164460" y="1517017"/>
                  </a:lnTo>
                  <a:lnTo>
                    <a:pt x="1164446" y="1516987"/>
                  </a:lnTo>
                  <a:lnTo>
                    <a:pt x="1164436" y="1516956"/>
                  </a:lnTo>
                  <a:lnTo>
                    <a:pt x="1164432" y="1516925"/>
                  </a:lnTo>
                  <a:lnTo>
                    <a:pt x="1164434" y="1516894"/>
                  </a:lnTo>
                  <a:lnTo>
                    <a:pt x="1164441" y="1516864"/>
                  </a:lnTo>
                  <a:lnTo>
                    <a:pt x="1164449" y="1516832"/>
                  </a:lnTo>
                  <a:lnTo>
                    <a:pt x="1164453" y="1516802"/>
                  </a:lnTo>
                  <a:lnTo>
                    <a:pt x="1164453" y="1516771"/>
                  </a:lnTo>
                  <a:lnTo>
                    <a:pt x="1164448" y="1516740"/>
                  </a:lnTo>
                  <a:lnTo>
                    <a:pt x="1164448" y="1516709"/>
                  </a:lnTo>
                  <a:lnTo>
                    <a:pt x="1164458" y="1516679"/>
                  </a:lnTo>
                  <a:lnTo>
                    <a:pt x="1164478" y="1516647"/>
                  </a:lnTo>
                  <a:lnTo>
                    <a:pt x="1164494" y="1516617"/>
                  </a:lnTo>
                  <a:lnTo>
                    <a:pt x="1164515" y="1516585"/>
                  </a:lnTo>
                  <a:lnTo>
                    <a:pt x="1164533" y="1516555"/>
                  </a:lnTo>
                  <a:lnTo>
                    <a:pt x="1164545" y="1516524"/>
                  </a:lnTo>
                  <a:lnTo>
                    <a:pt x="1164550" y="1516493"/>
                  </a:lnTo>
                  <a:lnTo>
                    <a:pt x="1164550" y="1516462"/>
                  </a:lnTo>
                  <a:lnTo>
                    <a:pt x="1164556" y="1516452"/>
                  </a:lnTo>
                  <a:lnTo>
                    <a:pt x="1164578" y="1516440"/>
                  </a:lnTo>
                  <a:lnTo>
                    <a:pt x="1164594" y="1516439"/>
                  </a:lnTo>
                  <a:lnTo>
                    <a:pt x="1164602" y="1516439"/>
                  </a:lnTo>
                  <a:lnTo>
                    <a:pt x="1164606" y="1516443"/>
                  </a:lnTo>
                  <a:lnTo>
                    <a:pt x="1164612" y="1516445"/>
                  </a:lnTo>
                  <a:lnTo>
                    <a:pt x="1164628" y="1516470"/>
                  </a:lnTo>
                  <a:lnTo>
                    <a:pt x="1164638" y="1516482"/>
                  </a:lnTo>
                  <a:lnTo>
                    <a:pt x="1164656" y="1516484"/>
                  </a:lnTo>
                  <a:lnTo>
                    <a:pt x="1164662" y="1516482"/>
                  </a:lnTo>
                  <a:lnTo>
                    <a:pt x="1164672" y="1516476"/>
                  </a:lnTo>
                  <a:lnTo>
                    <a:pt x="1164684" y="1516461"/>
                  </a:lnTo>
                  <a:lnTo>
                    <a:pt x="1164690" y="1516453"/>
                  </a:lnTo>
                  <a:lnTo>
                    <a:pt x="1164697" y="1516430"/>
                  </a:lnTo>
                  <a:lnTo>
                    <a:pt x="1164703" y="1516399"/>
                  </a:lnTo>
                  <a:lnTo>
                    <a:pt x="1164707" y="1516383"/>
                  </a:lnTo>
                  <a:lnTo>
                    <a:pt x="1164715" y="1516368"/>
                  </a:lnTo>
                  <a:lnTo>
                    <a:pt x="1164729" y="1516338"/>
                  </a:lnTo>
                  <a:lnTo>
                    <a:pt x="1164736" y="1516306"/>
                  </a:lnTo>
                  <a:lnTo>
                    <a:pt x="1164740" y="1516276"/>
                  </a:lnTo>
                  <a:lnTo>
                    <a:pt x="1164744" y="1516245"/>
                  </a:lnTo>
                  <a:lnTo>
                    <a:pt x="1164744" y="1516214"/>
                  </a:lnTo>
                  <a:lnTo>
                    <a:pt x="1164745" y="1516183"/>
                  </a:lnTo>
                  <a:lnTo>
                    <a:pt x="1164749" y="1516152"/>
                  </a:lnTo>
                  <a:lnTo>
                    <a:pt x="1164751" y="1516121"/>
                  </a:lnTo>
                  <a:lnTo>
                    <a:pt x="1164761" y="1516091"/>
                  </a:lnTo>
                  <a:lnTo>
                    <a:pt x="1164770" y="1516060"/>
                  </a:lnTo>
                  <a:lnTo>
                    <a:pt x="1164778" y="1516029"/>
                  </a:lnTo>
                  <a:lnTo>
                    <a:pt x="1164782" y="1515998"/>
                  </a:lnTo>
                  <a:lnTo>
                    <a:pt x="1164780" y="1515967"/>
                  </a:lnTo>
                  <a:lnTo>
                    <a:pt x="1164772" y="1515936"/>
                  </a:lnTo>
                  <a:lnTo>
                    <a:pt x="1164761" y="1515906"/>
                  </a:lnTo>
                  <a:lnTo>
                    <a:pt x="1164759" y="1515875"/>
                  </a:lnTo>
                  <a:lnTo>
                    <a:pt x="1164763" y="1515844"/>
                  </a:lnTo>
                  <a:lnTo>
                    <a:pt x="1164761" y="1515813"/>
                  </a:lnTo>
                  <a:lnTo>
                    <a:pt x="1164757" y="1515783"/>
                  </a:lnTo>
                  <a:lnTo>
                    <a:pt x="1164755" y="1515752"/>
                  </a:lnTo>
                  <a:lnTo>
                    <a:pt x="1164755" y="1515721"/>
                  </a:lnTo>
                  <a:lnTo>
                    <a:pt x="1164758" y="1515690"/>
                  </a:lnTo>
                  <a:lnTo>
                    <a:pt x="1164772" y="1515659"/>
                  </a:lnTo>
                  <a:lnTo>
                    <a:pt x="1164788" y="1515628"/>
                  </a:lnTo>
                  <a:lnTo>
                    <a:pt x="1164798" y="1515598"/>
                  </a:lnTo>
                  <a:lnTo>
                    <a:pt x="1164799" y="1515566"/>
                  </a:lnTo>
                  <a:lnTo>
                    <a:pt x="1164797" y="1515554"/>
                  </a:lnTo>
                  <a:lnTo>
                    <a:pt x="1164799" y="1515536"/>
                  </a:lnTo>
                  <a:lnTo>
                    <a:pt x="1164811" y="1515505"/>
                  </a:lnTo>
                  <a:lnTo>
                    <a:pt x="1164821" y="1515482"/>
                  </a:lnTo>
                  <a:lnTo>
                    <a:pt x="1164821" y="1515474"/>
                  </a:lnTo>
                  <a:lnTo>
                    <a:pt x="1164824" y="1515443"/>
                  </a:lnTo>
                  <a:lnTo>
                    <a:pt x="1164832" y="1515412"/>
                  </a:lnTo>
                  <a:lnTo>
                    <a:pt x="1164846" y="1515373"/>
                  </a:lnTo>
                  <a:lnTo>
                    <a:pt x="1164854" y="1515342"/>
                  </a:lnTo>
                  <a:lnTo>
                    <a:pt x="1164854" y="1515330"/>
                  </a:lnTo>
                  <a:lnTo>
                    <a:pt x="1164847" y="1515311"/>
                  </a:lnTo>
                  <a:lnTo>
                    <a:pt x="1164826" y="1515281"/>
                  </a:lnTo>
                  <a:lnTo>
                    <a:pt x="1164813" y="1515250"/>
                  </a:lnTo>
                  <a:lnTo>
                    <a:pt x="1164809" y="1515238"/>
                  </a:lnTo>
                  <a:lnTo>
                    <a:pt x="1164807" y="1515225"/>
                  </a:lnTo>
                  <a:lnTo>
                    <a:pt x="1164809" y="1515219"/>
                  </a:lnTo>
                  <a:lnTo>
                    <a:pt x="1164813" y="1515203"/>
                  </a:lnTo>
                  <a:lnTo>
                    <a:pt x="1164825" y="1515188"/>
                  </a:lnTo>
                  <a:lnTo>
                    <a:pt x="1164854" y="1515159"/>
                  </a:lnTo>
                  <a:lnTo>
                    <a:pt x="1164884" y="1515133"/>
                  </a:lnTo>
                  <a:lnTo>
                    <a:pt x="1164894" y="1515124"/>
                  </a:lnTo>
                  <a:lnTo>
                    <a:pt x="1164900" y="1515118"/>
                  </a:lnTo>
                  <a:lnTo>
                    <a:pt x="1164906" y="1515103"/>
                  </a:lnTo>
                  <a:lnTo>
                    <a:pt x="1164906" y="1515091"/>
                  </a:lnTo>
                  <a:lnTo>
                    <a:pt x="1164899" y="1515071"/>
                  </a:lnTo>
                  <a:lnTo>
                    <a:pt x="1164899" y="1515054"/>
                  </a:lnTo>
                  <a:lnTo>
                    <a:pt x="1164910" y="1515044"/>
                  </a:lnTo>
                  <a:lnTo>
                    <a:pt x="1164939" y="1515017"/>
                  </a:lnTo>
                  <a:lnTo>
                    <a:pt x="1164945" y="1515011"/>
                  </a:lnTo>
                  <a:lnTo>
                    <a:pt x="1164953" y="1514998"/>
                  </a:lnTo>
                  <a:lnTo>
                    <a:pt x="1164956" y="1514985"/>
                  </a:lnTo>
                  <a:lnTo>
                    <a:pt x="1164951" y="1514955"/>
                  </a:lnTo>
                  <a:lnTo>
                    <a:pt x="1164945" y="1514941"/>
                  </a:lnTo>
                  <a:lnTo>
                    <a:pt x="1164932" y="1514925"/>
                  </a:lnTo>
                  <a:lnTo>
                    <a:pt x="1164929" y="1514921"/>
                  </a:lnTo>
                  <a:lnTo>
                    <a:pt x="1164917" y="1514914"/>
                  </a:lnTo>
                  <a:lnTo>
                    <a:pt x="1164903" y="1514913"/>
                  </a:lnTo>
                  <a:lnTo>
                    <a:pt x="1164873" y="1514910"/>
                  </a:lnTo>
                  <a:lnTo>
                    <a:pt x="1164843" y="1514919"/>
                  </a:lnTo>
                  <a:lnTo>
                    <a:pt x="1164813" y="1514927"/>
                  </a:lnTo>
                  <a:lnTo>
                    <a:pt x="1164783" y="1514936"/>
                  </a:lnTo>
                  <a:lnTo>
                    <a:pt x="1164754" y="1514944"/>
                  </a:lnTo>
                  <a:lnTo>
                    <a:pt x="1164736" y="1514944"/>
                  </a:lnTo>
                  <a:lnTo>
                    <a:pt x="1164725" y="1514936"/>
                  </a:lnTo>
                  <a:lnTo>
                    <a:pt x="1164724" y="1514922"/>
                  </a:lnTo>
                  <a:lnTo>
                    <a:pt x="1164715" y="1514906"/>
                  </a:lnTo>
                  <a:lnTo>
                    <a:pt x="1164712" y="1514893"/>
                  </a:lnTo>
                  <a:lnTo>
                    <a:pt x="1164717" y="1514885"/>
                  </a:lnTo>
                  <a:lnTo>
                    <a:pt x="1164727" y="1514879"/>
                  </a:lnTo>
                  <a:lnTo>
                    <a:pt x="1164757" y="1514864"/>
                  </a:lnTo>
                  <a:lnTo>
                    <a:pt x="1164765" y="1514856"/>
                  </a:lnTo>
                  <a:lnTo>
                    <a:pt x="1164787" y="1514844"/>
                  </a:lnTo>
                  <a:lnTo>
                    <a:pt x="1164817" y="1514829"/>
                  </a:lnTo>
                  <a:lnTo>
                    <a:pt x="1164826" y="1514822"/>
                  </a:lnTo>
                  <a:lnTo>
                    <a:pt x="1164836" y="1514814"/>
                  </a:lnTo>
                  <a:lnTo>
                    <a:pt x="1164842" y="1514804"/>
                  </a:lnTo>
                  <a:lnTo>
                    <a:pt x="1164846" y="1514800"/>
                  </a:lnTo>
                  <a:lnTo>
                    <a:pt x="1164854" y="1514773"/>
                  </a:lnTo>
                  <a:lnTo>
                    <a:pt x="1164856" y="1514742"/>
                  </a:lnTo>
                  <a:lnTo>
                    <a:pt x="1164856" y="1514730"/>
                  </a:lnTo>
                  <a:lnTo>
                    <a:pt x="1164861" y="1514709"/>
                  </a:lnTo>
                  <a:lnTo>
                    <a:pt x="1164869" y="1514695"/>
                  </a:lnTo>
                  <a:lnTo>
                    <a:pt x="1164883" y="1514682"/>
                  </a:lnTo>
                  <a:lnTo>
                    <a:pt x="1164913" y="1514672"/>
                  </a:lnTo>
                  <a:lnTo>
                    <a:pt x="1164923" y="1514658"/>
                  </a:lnTo>
                  <a:lnTo>
                    <a:pt x="1164925" y="1514641"/>
                  </a:lnTo>
                  <a:lnTo>
                    <a:pt x="1164937" y="1514610"/>
                  </a:lnTo>
                  <a:lnTo>
                    <a:pt x="1164950" y="1514579"/>
                  </a:lnTo>
                  <a:lnTo>
                    <a:pt x="1164962" y="1514548"/>
                  </a:lnTo>
                  <a:lnTo>
                    <a:pt x="1164970" y="1514518"/>
                  </a:lnTo>
                  <a:lnTo>
                    <a:pt x="1164971" y="1514487"/>
                  </a:lnTo>
                  <a:lnTo>
                    <a:pt x="1164971" y="1514470"/>
                  </a:lnTo>
                  <a:lnTo>
                    <a:pt x="1164968" y="1514456"/>
                  </a:lnTo>
                  <a:lnTo>
                    <a:pt x="1164957" y="1514425"/>
                  </a:lnTo>
                  <a:lnTo>
                    <a:pt x="1164959" y="1514394"/>
                  </a:lnTo>
                  <a:lnTo>
                    <a:pt x="1164961" y="1514363"/>
                  </a:lnTo>
                  <a:lnTo>
                    <a:pt x="1164963" y="1514333"/>
                  </a:lnTo>
                  <a:lnTo>
                    <a:pt x="1164963" y="1514326"/>
                  </a:lnTo>
                  <a:lnTo>
                    <a:pt x="1164949" y="1514302"/>
                  </a:lnTo>
                  <a:lnTo>
                    <a:pt x="1164924" y="1514271"/>
                  </a:lnTo>
                  <a:lnTo>
                    <a:pt x="1164906" y="1514261"/>
                  </a:lnTo>
                  <a:lnTo>
                    <a:pt x="1164905" y="1514249"/>
                  </a:lnTo>
                  <a:lnTo>
                    <a:pt x="1164908" y="1514240"/>
                  </a:lnTo>
                  <a:lnTo>
                    <a:pt x="1164916" y="1514234"/>
                  </a:lnTo>
                  <a:lnTo>
                    <a:pt x="1164930" y="1514230"/>
                  </a:lnTo>
                  <a:lnTo>
                    <a:pt x="1164938" y="1514226"/>
                  </a:lnTo>
                  <a:lnTo>
                    <a:pt x="1164954" y="1514203"/>
                  </a:lnTo>
                  <a:lnTo>
                    <a:pt x="1164970" y="1514172"/>
                  </a:lnTo>
                  <a:lnTo>
                    <a:pt x="1164985" y="1514154"/>
                  </a:lnTo>
                  <a:lnTo>
                    <a:pt x="1164998" y="1514150"/>
                  </a:lnTo>
                  <a:lnTo>
                    <a:pt x="1165005" y="1514148"/>
                  </a:lnTo>
                  <a:lnTo>
                    <a:pt x="1165027" y="1514149"/>
                  </a:lnTo>
                  <a:lnTo>
                    <a:pt x="1165057" y="1514153"/>
                  </a:lnTo>
                  <a:lnTo>
                    <a:pt x="1165087" y="1514155"/>
                  </a:lnTo>
                  <a:lnTo>
                    <a:pt x="1165117" y="1514155"/>
                  </a:lnTo>
                  <a:lnTo>
                    <a:pt x="1165147" y="1514151"/>
                  </a:lnTo>
                  <a:lnTo>
                    <a:pt x="1165163" y="1514150"/>
                  </a:lnTo>
                  <a:lnTo>
                    <a:pt x="1165177" y="1514155"/>
                  </a:lnTo>
                  <a:lnTo>
                    <a:pt x="1165182" y="1514155"/>
                  </a:lnTo>
                  <a:lnTo>
                    <a:pt x="1165207" y="1514169"/>
                  </a:lnTo>
                  <a:lnTo>
                    <a:pt x="1165237" y="1514197"/>
                  </a:lnTo>
                  <a:lnTo>
                    <a:pt x="1165251" y="1514209"/>
                  </a:lnTo>
                  <a:lnTo>
                    <a:pt x="1165267" y="1514218"/>
                  </a:lnTo>
                  <a:lnTo>
                    <a:pt x="1165297" y="1514226"/>
                  </a:lnTo>
                  <a:lnTo>
                    <a:pt x="1165326" y="1514229"/>
                  </a:lnTo>
                  <a:lnTo>
                    <a:pt x="1165356" y="1514234"/>
                  </a:lnTo>
                  <a:lnTo>
                    <a:pt x="1165364" y="1514233"/>
                  </a:lnTo>
                  <a:lnTo>
                    <a:pt x="1165378" y="1514237"/>
                  </a:lnTo>
                  <a:lnTo>
                    <a:pt x="1165386" y="1514244"/>
                  </a:lnTo>
                  <a:lnTo>
                    <a:pt x="1165416" y="1514272"/>
                  </a:lnTo>
                  <a:lnTo>
                    <a:pt x="1165446" y="1514292"/>
                  </a:lnTo>
                  <a:lnTo>
                    <a:pt x="1165472" y="1514323"/>
                  </a:lnTo>
                  <a:lnTo>
                    <a:pt x="1165497" y="1514353"/>
                  </a:lnTo>
                  <a:lnTo>
                    <a:pt x="1165527" y="1514380"/>
                  </a:lnTo>
                  <a:lnTo>
                    <a:pt x="1165543" y="1514392"/>
                  </a:lnTo>
                  <a:lnTo>
                    <a:pt x="1165557" y="1514398"/>
                  </a:lnTo>
                  <a:lnTo>
                    <a:pt x="1165586" y="1514414"/>
                  </a:lnTo>
                  <a:lnTo>
                    <a:pt x="1165617" y="1514427"/>
                  </a:lnTo>
                  <a:lnTo>
                    <a:pt x="1165632" y="1514437"/>
                  </a:lnTo>
                  <a:lnTo>
                    <a:pt x="1165646" y="1514451"/>
                  </a:lnTo>
                  <a:lnTo>
                    <a:pt x="1165676" y="1514475"/>
                  </a:lnTo>
                  <a:lnTo>
                    <a:pt x="1165695" y="1514488"/>
                  </a:lnTo>
                  <a:lnTo>
                    <a:pt x="1165707" y="1514492"/>
                  </a:lnTo>
                  <a:lnTo>
                    <a:pt x="1165736" y="1514502"/>
                  </a:lnTo>
                  <a:lnTo>
                    <a:pt x="1165766" y="1514514"/>
                  </a:lnTo>
                  <a:lnTo>
                    <a:pt x="1165778" y="1514518"/>
                  </a:lnTo>
                  <a:lnTo>
                    <a:pt x="1165818" y="1514541"/>
                  </a:lnTo>
                  <a:lnTo>
                    <a:pt x="1165848" y="1514560"/>
                  </a:lnTo>
                  <a:lnTo>
                    <a:pt x="1165864" y="1514579"/>
                  </a:lnTo>
                  <a:lnTo>
                    <a:pt x="1165869" y="1514589"/>
                  </a:lnTo>
                  <a:lnTo>
                    <a:pt x="1165878" y="1514604"/>
                  </a:lnTo>
                  <a:lnTo>
                    <a:pt x="1165895" y="1514612"/>
                  </a:lnTo>
                  <a:lnTo>
                    <a:pt x="1165924" y="1514620"/>
                  </a:lnTo>
                  <a:lnTo>
                    <a:pt x="1165954" y="1514625"/>
                  </a:lnTo>
                  <a:lnTo>
                    <a:pt x="1165984" y="1514630"/>
                  </a:lnTo>
                  <a:lnTo>
                    <a:pt x="1166014" y="1514629"/>
                  </a:lnTo>
                  <a:lnTo>
                    <a:pt x="1166026" y="1514629"/>
                  </a:lnTo>
                  <a:lnTo>
                    <a:pt x="1166044" y="1514623"/>
                  </a:lnTo>
                  <a:lnTo>
                    <a:pt x="1166074" y="1514609"/>
                  </a:lnTo>
                  <a:lnTo>
                    <a:pt x="1166103" y="1514589"/>
                  </a:lnTo>
                  <a:lnTo>
                    <a:pt x="1166113" y="1514584"/>
                  </a:lnTo>
                  <a:lnTo>
                    <a:pt x="1166127" y="1514563"/>
                  </a:lnTo>
                  <a:lnTo>
                    <a:pt x="1166135" y="1514546"/>
                  </a:lnTo>
                  <a:lnTo>
                    <a:pt x="1166147" y="1514532"/>
                  </a:lnTo>
                  <a:lnTo>
                    <a:pt x="1166157" y="1514526"/>
                  </a:lnTo>
                  <a:lnTo>
                    <a:pt x="1166177" y="1514522"/>
                  </a:lnTo>
                  <a:lnTo>
                    <a:pt x="1166206" y="1514521"/>
                  </a:lnTo>
                  <a:lnTo>
                    <a:pt x="1166237" y="1514525"/>
                  </a:lnTo>
                  <a:lnTo>
                    <a:pt x="1166266" y="1514531"/>
                  </a:lnTo>
                  <a:lnTo>
                    <a:pt x="1166296" y="1514535"/>
                  </a:lnTo>
                  <a:lnTo>
                    <a:pt x="1166326" y="1514547"/>
                  </a:lnTo>
                  <a:lnTo>
                    <a:pt x="1166340" y="1514555"/>
                  </a:lnTo>
                  <a:lnTo>
                    <a:pt x="1166356" y="1514559"/>
                  </a:lnTo>
                  <a:lnTo>
                    <a:pt x="1166370" y="1514563"/>
                  </a:lnTo>
                  <a:lnTo>
                    <a:pt x="1166386" y="1514563"/>
                  </a:lnTo>
                  <a:lnTo>
                    <a:pt x="1166416" y="1514565"/>
                  </a:lnTo>
                  <a:lnTo>
                    <a:pt x="1166446" y="1514567"/>
                  </a:lnTo>
                  <a:lnTo>
                    <a:pt x="1166475" y="1514573"/>
                  </a:lnTo>
                  <a:lnTo>
                    <a:pt x="1166506" y="1514575"/>
                  </a:lnTo>
                  <a:lnTo>
                    <a:pt x="1166535" y="1514576"/>
                  </a:lnTo>
                  <a:lnTo>
                    <a:pt x="1166565" y="1514578"/>
                  </a:lnTo>
                  <a:lnTo>
                    <a:pt x="1166595" y="1514582"/>
                  </a:lnTo>
                  <a:lnTo>
                    <a:pt x="1166625" y="1514582"/>
                  </a:lnTo>
                  <a:lnTo>
                    <a:pt x="1166657" y="1514585"/>
                  </a:lnTo>
                  <a:lnTo>
                    <a:pt x="1166667" y="1514575"/>
                  </a:lnTo>
                  <a:lnTo>
                    <a:pt x="1166675" y="1514557"/>
                  </a:lnTo>
                  <a:lnTo>
                    <a:pt x="1166680" y="1514526"/>
                  </a:lnTo>
                  <a:lnTo>
                    <a:pt x="1166684" y="1514495"/>
                  </a:lnTo>
                  <a:lnTo>
                    <a:pt x="1166690" y="1514464"/>
                  </a:lnTo>
                  <a:lnTo>
                    <a:pt x="1166696" y="1514434"/>
                  </a:lnTo>
                  <a:lnTo>
                    <a:pt x="1166705" y="1514402"/>
                  </a:lnTo>
                  <a:lnTo>
                    <a:pt x="1166705" y="1514397"/>
                  </a:lnTo>
                  <a:lnTo>
                    <a:pt x="1166716" y="1514374"/>
                  </a:lnTo>
                  <a:lnTo>
                    <a:pt x="1166753" y="1514310"/>
                  </a:lnTo>
                  <a:lnTo>
                    <a:pt x="1166763" y="1514277"/>
                  </a:lnTo>
                  <a:lnTo>
                    <a:pt x="1166764" y="1514260"/>
                  </a:lnTo>
                  <a:lnTo>
                    <a:pt x="1166760" y="1514248"/>
                  </a:lnTo>
                  <a:lnTo>
                    <a:pt x="1166760" y="1514238"/>
                  </a:lnTo>
                  <a:lnTo>
                    <a:pt x="1166764" y="1514232"/>
                  </a:lnTo>
                  <a:lnTo>
                    <a:pt x="1166778" y="1514223"/>
                  </a:lnTo>
                  <a:lnTo>
                    <a:pt x="1166786" y="1514221"/>
                  </a:lnTo>
                  <a:lnTo>
                    <a:pt x="1166806" y="1514203"/>
                  </a:lnTo>
                  <a:lnTo>
                    <a:pt x="1166836" y="1514178"/>
                  </a:lnTo>
                  <a:lnTo>
                    <a:pt x="1166861" y="1514151"/>
                  </a:lnTo>
                  <a:lnTo>
                    <a:pt x="1166877" y="1514120"/>
                  </a:lnTo>
                  <a:lnTo>
                    <a:pt x="1166893" y="1514089"/>
                  </a:lnTo>
                  <a:lnTo>
                    <a:pt x="1166919" y="1514058"/>
                  </a:lnTo>
                  <a:lnTo>
                    <a:pt x="1166934" y="1514027"/>
                  </a:lnTo>
                  <a:lnTo>
                    <a:pt x="1166940" y="1514013"/>
                  </a:lnTo>
                  <a:lnTo>
                    <a:pt x="1166942" y="1513996"/>
                  </a:lnTo>
                  <a:lnTo>
                    <a:pt x="1166950" y="1513966"/>
                  </a:lnTo>
                  <a:lnTo>
                    <a:pt x="1166972" y="1513934"/>
                  </a:lnTo>
                  <a:lnTo>
                    <a:pt x="1166978" y="1513924"/>
                  </a:lnTo>
                  <a:lnTo>
                    <a:pt x="1166981" y="1513904"/>
                  </a:lnTo>
                  <a:lnTo>
                    <a:pt x="1166973" y="1513873"/>
                  </a:lnTo>
                  <a:lnTo>
                    <a:pt x="1166969" y="1513859"/>
                  </a:lnTo>
                  <a:lnTo>
                    <a:pt x="1166971" y="1513842"/>
                  </a:lnTo>
                  <a:lnTo>
                    <a:pt x="1166981" y="1513811"/>
                  </a:lnTo>
                  <a:lnTo>
                    <a:pt x="1166989" y="1513782"/>
                  </a:lnTo>
                  <a:lnTo>
                    <a:pt x="1166992" y="1513749"/>
                  </a:lnTo>
                  <a:lnTo>
                    <a:pt x="1166994" y="1513735"/>
                  </a:lnTo>
                  <a:lnTo>
                    <a:pt x="1166992" y="1513719"/>
                  </a:lnTo>
                  <a:lnTo>
                    <a:pt x="1166988" y="1513688"/>
                  </a:lnTo>
                  <a:lnTo>
                    <a:pt x="1166988" y="1513676"/>
                  </a:lnTo>
                  <a:lnTo>
                    <a:pt x="1166994" y="1513657"/>
                  </a:lnTo>
                  <a:lnTo>
                    <a:pt x="1166998" y="1513645"/>
                  </a:lnTo>
                  <a:lnTo>
                    <a:pt x="1167014" y="1513622"/>
                  </a:lnTo>
                  <a:lnTo>
                    <a:pt x="1167033" y="1513595"/>
                  </a:lnTo>
                  <a:lnTo>
                    <a:pt x="1167049" y="1513581"/>
                  </a:lnTo>
                  <a:lnTo>
                    <a:pt x="1167079" y="1513558"/>
                  </a:lnTo>
                  <a:lnTo>
                    <a:pt x="1167109" y="1513539"/>
                  </a:lnTo>
                  <a:lnTo>
                    <a:pt x="1167121" y="1513533"/>
                  </a:lnTo>
                  <a:lnTo>
                    <a:pt x="1167138" y="1513516"/>
                  </a:lnTo>
                  <a:lnTo>
                    <a:pt x="1167144" y="1513510"/>
                  </a:lnTo>
                  <a:lnTo>
                    <a:pt x="1167154" y="1513496"/>
                  </a:lnTo>
                  <a:lnTo>
                    <a:pt x="1167156" y="1513485"/>
                  </a:lnTo>
                  <a:lnTo>
                    <a:pt x="1167160" y="1513471"/>
                  </a:lnTo>
                  <a:lnTo>
                    <a:pt x="1167160" y="1513455"/>
                  </a:lnTo>
                  <a:lnTo>
                    <a:pt x="1167161" y="1513424"/>
                  </a:lnTo>
                  <a:lnTo>
                    <a:pt x="1167164" y="1513393"/>
                  </a:lnTo>
                  <a:lnTo>
                    <a:pt x="1167165" y="1513362"/>
                  </a:lnTo>
                  <a:lnTo>
                    <a:pt x="1167165" y="1513331"/>
                  </a:lnTo>
                  <a:lnTo>
                    <a:pt x="1167165" y="1513300"/>
                  </a:lnTo>
                  <a:lnTo>
                    <a:pt x="1167168" y="1513270"/>
                  </a:lnTo>
                  <a:lnTo>
                    <a:pt x="1167168" y="1513239"/>
                  </a:lnTo>
                  <a:lnTo>
                    <a:pt x="1167164" y="1513223"/>
                  </a:lnTo>
                  <a:lnTo>
                    <a:pt x="1167153" y="1513208"/>
                  </a:lnTo>
                  <a:lnTo>
                    <a:pt x="1167136" y="1513192"/>
                  </a:lnTo>
                  <a:lnTo>
                    <a:pt x="1167132" y="1513149"/>
                  </a:lnTo>
                  <a:lnTo>
                    <a:pt x="1167138" y="1513137"/>
                  </a:lnTo>
                  <a:lnTo>
                    <a:pt x="1167164" y="1513110"/>
                  </a:lnTo>
                  <a:lnTo>
                    <a:pt x="1167175" y="1513097"/>
                  </a:lnTo>
                  <a:lnTo>
                    <a:pt x="1167181" y="1513079"/>
                  </a:lnTo>
                  <a:lnTo>
                    <a:pt x="1167183" y="1513048"/>
                  </a:lnTo>
                  <a:lnTo>
                    <a:pt x="1167173" y="1513017"/>
                  </a:lnTo>
                  <a:lnTo>
                    <a:pt x="1167169" y="1513003"/>
                  </a:lnTo>
                  <a:lnTo>
                    <a:pt x="1167173" y="1512986"/>
                  </a:lnTo>
                  <a:lnTo>
                    <a:pt x="1167195" y="1512955"/>
                  </a:lnTo>
                  <a:lnTo>
                    <a:pt x="1167203" y="1512941"/>
                  </a:lnTo>
                  <a:lnTo>
                    <a:pt x="1167209" y="1512932"/>
                  </a:lnTo>
                  <a:lnTo>
                    <a:pt x="1167216" y="1512928"/>
                  </a:lnTo>
                  <a:lnTo>
                    <a:pt x="1167226" y="1512926"/>
                  </a:lnTo>
                  <a:lnTo>
                    <a:pt x="1167240" y="1512920"/>
                  </a:lnTo>
                  <a:lnTo>
                    <a:pt x="1167246" y="1512914"/>
                  </a:lnTo>
                  <a:lnTo>
                    <a:pt x="1167276" y="1512901"/>
                  </a:lnTo>
                  <a:lnTo>
                    <a:pt x="1167306" y="1512886"/>
                  </a:lnTo>
                  <a:lnTo>
                    <a:pt x="1167335" y="1512872"/>
                  </a:lnTo>
                  <a:lnTo>
                    <a:pt x="1167366" y="1512857"/>
                  </a:lnTo>
                  <a:lnTo>
                    <a:pt x="1167395" y="1512847"/>
                  </a:lnTo>
                  <a:lnTo>
                    <a:pt x="1167409" y="1512835"/>
                  </a:lnTo>
                  <a:lnTo>
                    <a:pt x="1167415" y="1512818"/>
                  </a:lnTo>
                  <a:lnTo>
                    <a:pt x="1167421" y="1512787"/>
                  </a:lnTo>
                  <a:lnTo>
                    <a:pt x="1167425" y="1512757"/>
                  </a:lnTo>
                  <a:lnTo>
                    <a:pt x="1167422" y="1512726"/>
                  </a:lnTo>
                  <a:lnTo>
                    <a:pt x="1167418" y="1512695"/>
                  </a:lnTo>
                  <a:lnTo>
                    <a:pt x="1167414" y="1512689"/>
                  </a:lnTo>
                  <a:lnTo>
                    <a:pt x="1167390" y="1512672"/>
                  </a:lnTo>
                  <a:lnTo>
                    <a:pt x="1167380" y="1512666"/>
                  </a:lnTo>
                  <a:lnTo>
                    <a:pt x="1167360" y="1512646"/>
                  </a:lnTo>
                  <a:lnTo>
                    <a:pt x="1167350" y="1512615"/>
                  </a:lnTo>
                  <a:lnTo>
                    <a:pt x="1167340" y="1512584"/>
                  </a:lnTo>
                  <a:lnTo>
                    <a:pt x="1167328" y="1512554"/>
                  </a:lnTo>
                  <a:lnTo>
                    <a:pt x="1167306" y="1512523"/>
                  </a:lnTo>
                  <a:lnTo>
                    <a:pt x="1167279" y="1512493"/>
                  </a:lnTo>
                  <a:lnTo>
                    <a:pt x="1167265" y="1512478"/>
                  </a:lnTo>
                  <a:lnTo>
                    <a:pt x="1167250" y="1512468"/>
                  </a:lnTo>
                  <a:lnTo>
                    <a:pt x="1167244" y="1512462"/>
                  </a:lnTo>
                  <a:lnTo>
                    <a:pt x="1167219" y="1512450"/>
                  </a:lnTo>
                  <a:lnTo>
                    <a:pt x="1167190" y="1512434"/>
                  </a:lnTo>
                  <a:lnTo>
                    <a:pt x="1167159" y="1512411"/>
                  </a:lnTo>
                  <a:lnTo>
                    <a:pt x="1167131" y="1512381"/>
                  </a:lnTo>
                  <a:lnTo>
                    <a:pt x="1167120" y="1512368"/>
                  </a:lnTo>
                  <a:lnTo>
                    <a:pt x="1167109" y="1512352"/>
                  </a:lnTo>
                  <a:lnTo>
                    <a:pt x="1167105" y="1512341"/>
                  </a:lnTo>
                  <a:lnTo>
                    <a:pt x="1167087" y="1512321"/>
                  </a:lnTo>
                  <a:lnTo>
                    <a:pt x="1167077" y="1512311"/>
                  </a:lnTo>
                  <a:lnTo>
                    <a:pt x="1167057" y="1512299"/>
                  </a:lnTo>
                  <a:lnTo>
                    <a:pt x="1167027" y="1512276"/>
                  </a:lnTo>
                  <a:lnTo>
                    <a:pt x="1167003" y="1512248"/>
                  </a:lnTo>
                  <a:lnTo>
                    <a:pt x="1166989" y="1512217"/>
                  </a:lnTo>
                  <a:lnTo>
                    <a:pt x="1166975" y="1512187"/>
                  </a:lnTo>
                  <a:lnTo>
                    <a:pt x="1166959" y="1512156"/>
                  </a:lnTo>
                  <a:lnTo>
                    <a:pt x="1166954" y="1512141"/>
                  </a:lnTo>
                  <a:lnTo>
                    <a:pt x="1166968" y="1512135"/>
                  </a:lnTo>
                  <a:lnTo>
                    <a:pt x="1166999" y="1512127"/>
                  </a:lnTo>
                  <a:lnTo>
                    <a:pt x="1167028" y="1512108"/>
                  </a:lnTo>
                  <a:lnTo>
                    <a:pt x="1167058" y="1512085"/>
                  </a:lnTo>
                  <a:lnTo>
                    <a:pt x="1167088" y="1512058"/>
                  </a:lnTo>
                  <a:lnTo>
                    <a:pt x="1167117" y="1512029"/>
                  </a:lnTo>
                  <a:lnTo>
                    <a:pt x="1167145" y="1511998"/>
                  </a:lnTo>
                  <a:lnTo>
                    <a:pt x="1167175" y="1511967"/>
                  </a:lnTo>
                  <a:lnTo>
                    <a:pt x="1167195" y="1511947"/>
                  </a:lnTo>
                  <a:lnTo>
                    <a:pt x="1167203" y="1511942"/>
                  </a:lnTo>
                  <a:lnTo>
                    <a:pt x="1167232" y="1511928"/>
                  </a:lnTo>
                  <a:lnTo>
                    <a:pt x="1167238" y="1511926"/>
                  </a:lnTo>
                  <a:lnTo>
                    <a:pt x="1167248" y="1511920"/>
                  </a:lnTo>
                  <a:lnTo>
                    <a:pt x="1167260" y="1511905"/>
                  </a:lnTo>
                  <a:lnTo>
                    <a:pt x="1167272" y="1511874"/>
                  </a:lnTo>
                  <a:lnTo>
                    <a:pt x="1167277" y="1511843"/>
                  </a:lnTo>
                  <a:lnTo>
                    <a:pt x="1167283" y="1511812"/>
                  </a:lnTo>
                  <a:lnTo>
                    <a:pt x="1167287" y="1511802"/>
                  </a:lnTo>
                  <a:lnTo>
                    <a:pt x="1167293" y="1511796"/>
                  </a:lnTo>
                  <a:lnTo>
                    <a:pt x="1167307" y="1511790"/>
                  </a:lnTo>
                  <a:lnTo>
                    <a:pt x="1167339" y="1511779"/>
                  </a:lnTo>
                  <a:lnTo>
                    <a:pt x="1167367" y="1511761"/>
                  </a:lnTo>
                  <a:lnTo>
                    <a:pt x="1167391" y="1511730"/>
                  </a:lnTo>
                  <a:lnTo>
                    <a:pt x="1167412" y="1511699"/>
                  </a:lnTo>
                  <a:lnTo>
                    <a:pt x="1167438" y="1511668"/>
                  </a:lnTo>
                  <a:lnTo>
                    <a:pt x="1167452" y="1511637"/>
                  </a:lnTo>
                  <a:lnTo>
                    <a:pt x="1167463" y="1511606"/>
                  </a:lnTo>
                  <a:lnTo>
                    <a:pt x="1167477" y="1511575"/>
                  </a:lnTo>
                  <a:lnTo>
                    <a:pt x="1167487" y="1511552"/>
                  </a:lnTo>
                  <a:lnTo>
                    <a:pt x="1167487" y="1511544"/>
                  </a:lnTo>
                  <a:lnTo>
                    <a:pt x="1167487" y="1511532"/>
                  </a:lnTo>
                  <a:lnTo>
                    <a:pt x="1167481" y="1511514"/>
                  </a:lnTo>
                  <a:lnTo>
                    <a:pt x="1167473" y="1511497"/>
                  </a:lnTo>
                  <a:lnTo>
                    <a:pt x="1167470" y="1511483"/>
                  </a:lnTo>
                  <a:lnTo>
                    <a:pt x="1167473" y="1511452"/>
                  </a:lnTo>
                  <a:lnTo>
                    <a:pt x="1167476" y="1511439"/>
                  </a:lnTo>
                  <a:lnTo>
                    <a:pt x="1167476" y="1511421"/>
                  </a:lnTo>
                  <a:lnTo>
                    <a:pt x="1167484" y="1511380"/>
                  </a:lnTo>
                  <a:lnTo>
                    <a:pt x="1167490" y="1511349"/>
                  </a:lnTo>
                  <a:lnTo>
                    <a:pt x="1167493" y="1511318"/>
                  </a:lnTo>
                  <a:lnTo>
                    <a:pt x="1167498" y="1511287"/>
                  </a:lnTo>
                  <a:lnTo>
                    <a:pt x="1167501" y="1511256"/>
                  </a:lnTo>
                  <a:lnTo>
                    <a:pt x="1167505" y="1511244"/>
                  </a:lnTo>
                  <a:lnTo>
                    <a:pt x="1167505" y="1511226"/>
                  </a:lnTo>
                  <a:lnTo>
                    <a:pt x="1167499" y="1511195"/>
                  </a:lnTo>
                  <a:lnTo>
                    <a:pt x="1167489" y="1511164"/>
                  </a:lnTo>
                  <a:lnTo>
                    <a:pt x="1167474" y="1511133"/>
                  </a:lnTo>
                  <a:lnTo>
                    <a:pt x="1167479" y="1511123"/>
                  </a:lnTo>
                  <a:lnTo>
                    <a:pt x="1167498" y="1511111"/>
                  </a:lnTo>
                  <a:lnTo>
                    <a:pt x="1167528" y="1511092"/>
                  </a:lnTo>
                  <a:lnTo>
                    <a:pt x="1167558" y="1511067"/>
                  </a:lnTo>
                  <a:lnTo>
                    <a:pt x="1167587" y="1511040"/>
                  </a:lnTo>
                  <a:lnTo>
                    <a:pt x="1167595" y="1511032"/>
                  </a:lnTo>
                  <a:lnTo>
                    <a:pt x="1167603" y="1511022"/>
                  </a:lnTo>
                  <a:lnTo>
                    <a:pt x="1167607" y="1511009"/>
                  </a:lnTo>
                  <a:lnTo>
                    <a:pt x="1167609" y="1510978"/>
                  </a:lnTo>
                  <a:lnTo>
                    <a:pt x="1167609" y="1510947"/>
                  </a:lnTo>
                  <a:lnTo>
                    <a:pt x="1167603" y="1510917"/>
                  </a:lnTo>
                  <a:lnTo>
                    <a:pt x="1167594" y="1510886"/>
                  </a:lnTo>
                  <a:lnTo>
                    <a:pt x="1167582" y="1510855"/>
                  </a:lnTo>
                  <a:lnTo>
                    <a:pt x="1167576" y="1510845"/>
                  </a:lnTo>
                  <a:lnTo>
                    <a:pt x="1167564" y="1510806"/>
                  </a:lnTo>
                  <a:lnTo>
                    <a:pt x="1167560" y="1510775"/>
                  </a:lnTo>
                  <a:lnTo>
                    <a:pt x="1167560" y="1510767"/>
                  </a:lnTo>
                  <a:lnTo>
                    <a:pt x="1167552" y="1510744"/>
                  </a:lnTo>
                  <a:lnTo>
                    <a:pt x="1167542" y="1510714"/>
                  </a:lnTo>
                  <a:lnTo>
                    <a:pt x="1167530" y="1510683"/>
                  </a:lnTo>
                  <a:lnTo>
                    <a:pt x="1167518" y="1510653"/>
                  </a:lnTo>
                  <a:lnTo>
                    <a:pt x="1167507" y="1510622"/>
                  </a:lnTo>
                  <a:lnTo>
                    <a:pt x="1167503" y="1510591"/>
                  </a:lnTo>
                  <a:lnTo>
                    <a:pt x="1167499" y="1510560"/>
                  </a:lnTo>
                  <a:lnTo>
                    <a:pt x="1167493" y="1510540"/>
                  </a:lnTo>
                  <a:lnTo>
                    <a:pt x="1167479" y="1510497"/>
                  </a:lnTo>
                  <a:lnTo>
                    <a:pt x="1167454" y="1510466"/>
                  </a:lnTo>
                  <a:lnTo>
                    <a:pt x="1167424" y="1510437"/>
                  </a:lnTo>
                  <a:lnTo>
                    <a:pt x="1167415" y="1510427"/>
                  </a:lnTo>
                  <a:lnTo>
                    <a:pt x="1167394" y="1510415"/>
                  </a:lnTo>
                  <a:lnTo>
                    <a:pt x="1167381" y="1510406"/>
                  </a:lnTo>
                  <a:lnTo>
                    <a:pt x="1167374" y="1510399"/>
                  </a:lnTo>
                  <a:lnTo>
                    <a:pt x="1167374" y="1510390"/>
                  </a:lnTo>
                  <a:lnTo>
                    <a:pt x="1167378" y="1510380"/>
                  </a:lnTo>
                  <a:lnTo>
                    <a:pt x="1167394" y="1510360"/>
                  </a:lnTo>
                  <a:lnTo>
                    <a:pt x="1167410" y="1510345"/>
                  </a:lnTo>
                  <a:lnTo>
                    <a:pt x="1167420" y="1510330"/>
                  </a:lnTo>
                  <a:lnTo>
                    <a:pt x="1167424" y="1510325"/>
                  </a:lnTo>
                  <a:lnTo>
                    <a:pt x="1167422" y="1510300"/>
                  </a:lnTo>
                  <a:lnTo>
                    <a:pt x="1167409" y="1510269"/>
                  </a:lnTo>
                  <a:lnTo>
                    <a:pt x="1167406" y="1510263"/>
                  </a:lnTo>
                  <a:lnTo>
                    <a:pt x="1167399" y="1510247"/>
                  </a:lnTo>
                  <a:lnTo>
                    <a:pt x="1167377" y="1510146"/>
                  </a:lnTo>
                  <a:lnTo>
                    <a:pt x="1167369" y="1510113"/>
                  </a:lnTo>
                  <a:lnTo>
                    <a:pt x="1167367" y="1510082"/>
                  </a:lnTo>
                  <a:lnTo>
                    <a:pt x="1167364" y="1510052"/>
                  </a:lnTo>
                  <a:lnTo>
                    <a:pt x="1167360" y="1510035"/>
                  </a:lnTo>
                  <a:lnTo>
                    <a:pt x="1167352" y="1510021"/>
                  </a:lnTo>
                  <a:lnTo>
                    <a:pt x="1167322" y="1509998"/>
                  </a:lnTo>
                  <a:lnTo>
                    <a:pt x="1167312" y="1509986"/>
                  </a:lnTo>
                  <a:lnTo>
                    <a:pt x="1167310" y="1509968"/>
                  </a:lnTo>
                  <a:lnTo>
                    <a:pt x="1167312" y="1509937"/>
                  </a:lnTo>
                  <a:lnTo>
                    <a:pt x="1167314" y="1509931"/>
                  </a:lnTo>
                  <a:lnTo>
                    <a:pt x="1167312" y="1509906"/>
                  </a:lnTo>
                  <a:lnTo>
                    <a:pt x="1167306" y="1509888"/>
                  </a:lnTo>
                  <a:lnTo>
                    <a:pt x="1167298" y="1509875"/>
                  </a:lnTo>
                  <a:lnTo>
                    <a:pt x="1167280" y="1509845"/>
                  </a:lnTo>
                  <a:lnTo>
                    <a:pt x="1167255" y="1509814"/>
                  </a:lnTo>
                  <a:lnTo>
                    <a:pt x="1167227" y="1509785"/>
                  </a:lnTo>
                  <a:lnTo>
                    <a:pt x="1167197" y="1509757"/>
                  </a:lnTo>
                  <a:lnTo>
                    <a:pt x="1167169" y="1509726"/>
                  </a:lnTo>
                  <a:lnTo>
                    <a:pt x="1167139" y="1509696"/>
                  </a:lnTo>
                  <a:lnTo>
                    <a:pt x="1167111" y="1509665"/>
                  </a:lnTo>
                  <a:lnTo>
                    <a:pt x="1167085" y="1509634"/>
                  </a:lnTo>
                  <a:lnTo>
                    <a:pt x="1167061" y="1509604"/>
                  </a:lnTo>
                  <a:lnTo>
                    <a:pt x="1167055" y="1509593"/>
                  </a:lnTo>
                  <a:lnTo>
                    <a:pt x="1167057" y="1509583"/>
                  </a:lnTo>
                  <a:lnTo>
                    <a:pt x="1167066" y="1509579"/>
                  </a:lnTo>
                  <a:lnTo>
                    <a:pt x="1167082" y="1509570"/>
                  </a:lnTo>
                  <a:lnTo>
                    <a:pt x="1167080" y="1509554"/>
                  </a:lnTo>
                  <a:lnTo>
                    <a:pt x="1167076" y="1509550"/>
                  </a:lnTo>
                  <a:lnTo>
                    <a:pt x="1167050" y="1509542"/>
                  </a:lnTo>
                  <a:lnTo>
                    <a:pt x="1167040" y="1509538"/>
                  </a:lnTo>
                  <a:lnTo>
                    <a:pt x="1167034" y="1509536"/>
                  </a:lnTo>
                  <a:lnTo>
                    <a:pt x="1167022" y="1509524"/>
                  </a:lnTo>
                  <a:lnTo>
                    <a:pt x="1167012" y="1509514"/>
                  </a:lnTo>
                  <a:lnTo>
                    <a:pt x="1167001" y="1509493"/>
                  </a:lnTo>
                  <a:lnTo>
                    <a:pt x="1166986" y="1509462"/>
                  </a:lnTo>
                  <a:lnTo>
                    <a:pt x="1166972" y="1509432"/>
                  </a:lnTo>
                  <a:lnTo>
                    <a:pt x="1166964" y="1509409"/>
                  </a:lnTo>
                  <a:lnTo>
                    <a:pt x="1166964" y="1509401"/>
                  </a:lnTo>
                  <a:lnTo>
                    <a:pt x="1166960" y="1509387"/>
                  </a:lnTo>
                  <a:lnTo>
                    <a:pt x="1166960" y="1509370"/>
                  </a:lnTo>
                  <a:lnTo>
                    <a:pt x="1166961" y="1509339"/>
                  </a:lnTo>
                  <a:lnTo>
                    <a:pt x="1166973" y="1509309"/>
                  </a:lnTo>
                  <a:lnTo>
                    <a:pt x="1166987" y="1509277"/>
                  </a:lnTo>
                  <a:lnTo>
                    <a:pt x="1167003" y="1509247"/>
                  </a:lnTo>
                  <a:lnTo>
                    <a:pt x="1167011" y="1509216"/>
                  </a:lnTo>
                  <a:lnTo>
                    <a:pt x="1167010" y="1509197"/>
                  </a:lnTo>
                  <a:lnTo>
                    <a:pt x="1166999" y="1509193"/>
                  </a:lnTo>
                  <a:lnTo>
                    <a:pt x="1166969" y="1509196"/>
                  </a:lnTo>
                  <a:lnTo>
                    <a:pt x="1166957" y="1509196"/>
                  </a:lnTo>
                  <a:lnTo>
                    <a:pt x="1166939" y="1509189"/>
                  </a:lnTo>
                  <a:lnTo>
                    <a:pt x="1166925" y="1509175"/>
                  </a:lnTo>
                  <a:lnTo>
                    <a:pt x="1166915" y="1509159"/>
                  </a:lnTo>
                  <a:lnTo>
                    <a:pt x="1166908" y="1509145"/>
                  </a:lnTo>
                  <a:lnTo>
                    <a:pt x="1166896" y="1509128"/>
                  </a:lnTo>
                  <a:lnTo>
                    <a:pt x="1166869" y="1509100"/>
                  </a:lnTo>
                  <a:lnTo>
                    <a:pt x="1166860" y="1509093"/>
                  </a:lnTo>
                  <a:lnTo>
                    <a:pt x="1166838" y="1509085"/>
                  </a:lnTo>
                  <a:lnTo>
                    <a:pt x="1166809" y="1509071"/>
                  </a:lnTo>
                  <a:lnTo>
                    <a:pt x="1166801" y="1509067"/>
                  </a:lnTo>
                  <a:lnTo>
                    <a:pt x="1166794" y="1509065"/>
                  </a:lnTo>
                  <a:lnTo>
                    <a:pt x="1166749" y="1509037"/>
                  </a:lnTo>
                  <a:lnTo>
                    <a:pt x="1166722" y="1509016"/>
                  </a:lnTo>
                  <a:lnTo>
                    <a:pt x="1166692" y="1508988"/>
                  </a:lnTo>
                  <a:lnTo>
                    <a:pt x="1166672" y="1508968"/>
                  </a:lnTo>
                  <a:lnTo>
                    <a:pt x="1166668" y="1508959"/>
                  </a:lnTo>
                  <a:lnTo>
                    <a:pt x="1166660" y="1508945"/>
                  </a:lnTo>
                  <a:lnTo>
                    <a:pt x="1166656" y="1508928"/>
                  </a:lnTo>
                  <a:lnTo>
                    <a:pt x="1166652" y="1508898"/>
                  </a:lnTo>
                  <a:lnTo>
                    <a:pt x="1166654" y="1508867"/>
                  </a:lnTo>
                  <a:lnTo>
                    <a:pt x="1166660" y="1508836"/>
                  </a:lnTo>
                  <a:lnTo>
                    <a:pt x="1166667" y="1508805"/>
                  </a:lnTo>
                  <a:lnTo>
                    <a:pt x="1166675" y="1508774"/>
                  </a:lnTo>
                  <a:lnTo>
                    <a:pt x="1166683" y="1508743"/>
                  </a:lnTo>
                  <a:lnTo>
                    <a:pt x="1166685" y="1508713"/>
                  </a:lnTo>
                  <a:lnTo>
                    <a:pt x="1166682" y="1508682"/>
                  </a:lnTo>
                  <a:lnTo>
                    <a:pt x="1166676" y="1508651"/>
                  </a:lnTo>
                  <a:lnTo>
                    <a:pt x="1166666" y="1508620"/>
                  </a:lnTo>
                  <a:lnTo>
                    <a:pt x="1166660" y="1508610"/>
                  </a:lnTo>
                  <a:lnTo>
                    <a:pt x="1166640" y="1508596"/>
                  </a:lnTo>
                  <a:lnTo>
                    <a:pt x="1166630" y="1508590"/>
                  </a:lnTo>
                  <a:lnTo>
                    <a:pt x="1166610" y="1508586"/>
                  </a:lnTo>
                  <a:lnTo>
                    <a:pt x="1166580" y="1508580"/>
                  </a:lnTo>
                  <a:lnTo>
                    <a:pt x="1166550" y="1508569"/>
                  </a:lnTo>
                  <a:lnTo>
                    <a:pt x="1166520" y="1508566"/>
                  </a:lnTo>
                  <a:lnTo>
                    <a:pt x="1166504" y="1508566"/>
                  </a:lnTo>
                  <a:lnTo>
                    <a:pt x="1166490" y="1508558"/>
                  </a:lnTo>
                  <a:lnTo>
                    <a:pt x="1166484" y="1508551"/>
                  </a:lnTo>
                  <a:lnTo>
                    <a:pt x="1166474" y="1508527"/>
                  </a:lnTo>
                  <a:lnTo>
                    <a:pt x="1166469" y="1508513"/>
                  </a:lnTo>
                  <a:lnTo>
                    <a:pt x="1166471" y="1508502"/>
                  </a:lnTo>
                  <a:lnTo>
                    <a:pt x="1166473" y="1508491"/>
                  </a:lnTo>
                  <a:lnTo>
                    <a:pt x="1166478" y="1508467"/>
                  </a:lnTo>
                  <a:lnTo>
                    <a:pt x="1166478" y="1508454"/>
                  </a:lnTo>
                  <a:lnTo>
                    <a:pt x="1166478" y="1508444"/>
                  </a:lnTo>
                  <a:lnTo>
                    <a:pt x="1166472" y="1508414"/>
                  </a:lnTo>
                  <a:lnTo>
                    <a:pt x="1166465" y="1508401"/>
                  </a:lnTo>
                  <a:lnTo>
                    <a:pt x="1166455" y="1508391"/>
                  </a:lnTo>
                  <a:lnTo>
                    <a:pt x="1166447" y="1508385"/>
                  </a:lnTo>
                  <a:lnTo>
                    <a:pt x="1166419" y="1508356"/>
                  </a:lnTo>
                  <a:lnTo>
                    <a:pt x="1166401" y="1508326"/>
                  </a:lnTo>
                  <a:lnTo>
                    <a:pt x="1166377" y="1508295"/>
                  </a:lnTo>
                  <a:lnTo>
                    <a:pt x="1166347" y="1508271"/>
                  </a:lnTo>
                  <a:lnTo>
                    <a:pt x="1166317" y="1508246"/>
                  </a:lnTo>
                  <a:lnTo>
                    <a:pt x="1166295" y="1508234"/>
                  </a:lnTo>
                  <a:lnTo>
                    <a:pt x="1166287" y="1508226"/>
                  </a:lnTo>
                  <a:lnTo>
                    <a:pt x="1166263" y="1508195"/>
                  </a:lnTo>
                  <a:lnTo>
                    <a:pt x="1166251" y="1508175"/>
                  </a:lnTo>
                  <a:lnTo>
                    <a:pt x="1166249" y="1508164"/>
                  </a:lnTo>
                  <a:lnTo>
                    <a:pt x="1166245" y="1508144"/>
                  </a:lnTo>
                  <a:lnTo>
                    <a:pt x="1166239" y="1508134"/>
                  </a:lnTo>
                  <a:lnTo>
                    <a:pt x="1166224" y="1508119"/>
                  </a:lnTo>
                  <a:lnTo>
                    <a:pt x="1166211" y="1508116"/>
                  </a:lnTo>
                  <a:lnTo>
                    <a:pt x="1166193" y="1508114"/>
                  </a:lnTo>
                  <a:lnTo>
                    <a:pt x="1166181" y="1508116"/>
                  </a:lnTo>
                  <a:lnTo>
                    <a:pt x="1166151" y="1508118"/>
                  </a:lnTo>
                  <a:lnTo>
                    <a:pt x="1166123" y="1508121"/>
                  </a:lnTo>
                  <a:lnTo>
                    <a:pt x="1166105" y="1508116"/>
                  </a:lnTo>
                  <a:lnTo>
                    <a:pt x="1166093" y="1508104"/>
                  </a:lnTo>
                  <a:lnTo>
                    <a:pt x="1166073" y="1508073"/>
                  </a:lnTo>
                  <a:lnTo>
                    <a:pt x="1166065" y="1508042"/>
                  </a:lnTo>
                  <a:lnTo>
                    <a:pt x="1166058" y="1508012"/>
                  </a:lnTo>
                  <a:lnTo>
                    <a:pt x="1166056" y="1507987"/>
                  </a:lnTo>
                  <a:lnTo>
                    <a:pt x="1166058" y="1507981"/>
                  </a:lnTo>
                  <a:lnTo>
                    <a:pt x="1166072" y="1507960"/>
                  </a:lnTo>
                  <a:lnTo>
                    <a:pt x="1166082" y="1507952"/>
                  </a:lnTo>
                  <a:lnTo>
                    <a:pt x="1166098" y="1507940"/>
                  </a:lnTo>
                  <a:lnTo>
                    <a:pt x="1166110" y="1507925"/>
                  </a:lnTo>
                  <a:lnTo>
                    <a:pt x="1166116" y="1507907"/>
                  </a:lnTo>
                  <a:lnTo>
                    <a:pt x="1166116" y="1507895"/>
                  </a:lnTo>
                  <a:lnTo>
                    <a:pt x="1166111" y="1507878"/>
                  </a:lnTo>
                  <a:lnTo>
                    <a:pt x="1166103" y="1507864"/>
                  </a:lnTo>
                  <a:lnTo>
                    <a:pt x="1166087" y="1507833"/>
                  </a:lnTo>
                  <a:lnTo>
                    <a:pt x="1166063" y="1507802"/>
                  </a:lnTo>
                  <a:lnTo>
                    <a:pt x="1166035" y="1507774"/>
                  </a:lnTo>
                  <a:lnTo>
                    <a:pt x="1166021" y="1507751"/>
                  </a:lnTo>
                  <a:lnTo>
                    <a:pt x="1166018" y="1507743"/>
                  </a:lnTo>
                  <a:lnTo>
                    <a:pt x="1166021" y="1507733"/>
                  </a:lnTo>
                  <a:lnTo>
                    <a:pt x="1166029" y="1507718"/>
                  </a:lnTo>
                  <a:lnTo>
                    <a:pt x="1166034" y="1507712"/>
                  </a:lnTo>
                  <a:lnTo>
                    <a:pt x="1166046" y="1507704"/>
                  </a:lnTo>
                  <a:lnTo>
                    <a:pt x="1166064" y="1507697"/>
                  </a:lnTo>
                  <a:lnTo>
                    <a:pt x="1166094" y="1507685"/>
                  </a:lnTo>
                  <a:lnTo>
                    <a:pt x="1166124" y="1507670"/>
                  </a:lnTo>
                  <a:lnTo>
                    <a:pt x="1166154" y="1507654"/>
                  </a:lnTo>
                  <a:lnTo>
                    <a:pt x="1166184" y="1507631"/>
                  </a:lnTo>
                  <a:lnTo>
                    <a:pt x="1166211" y="1507604"/>
                  </a:lnTo>
                  <a:lnTo>
                    <a:pt x="1166233" y="1507573"/>
                  </a:lnTo>
                  <a:lnTo>
                    <a:pt x="1166247" y="1507542"/>
                  </a:lnTo>
                  <a:lnTo>
                    <a:pt x="1166259" y="1507524"/>
                  </a:lnTo>
                  <a:lnTo>
                    <a:pt x="1166262" y="1507511"/>
                  </a:lnTo>
                  <a:lnTo>
                    <a:pt x="1166272" y="1507481"/>
                  </a:lnTo>
                  <a:lnTo>
                    <a:pt x="1166282" y="1507464"/>
                  </a:lnTo>
                  <a:lnTo>
                    <a:pt x="1166296" y="1507456"/>
                  </a:lnTo>
                  <a:lnTo>
                    <a:pt x="1166326" y="1507443"/>
                  </a:lnTo>
                  <a:lnTo>
                    <a:pt x="1166356" y="1507433"/>
                  </a:lnTo>
                  <a:lnTo>
                    <a:pt x="1166386" y="1507422"/>
                  </a:lnTo>
                  <a:lnTo>
                    <a:pt x="1166415" y="1507420"/>
                  </a:lnTo>
                  <a:lnTo>
                    <a:pt x="1166445" y="1507406"/>
                  </a:lnTo>
                  <a:lnTo>
                    <a:pt x="1166475" y="1507393"/>
                  </a:lnTo>
                  <a:lnTo>
                    <a:pt x="1166505" y="1507384"/>
                  </a:lnTo>
                  <a:lnTo>
                    <a:pt x="1166535" y="1507378"/>
                  </a:lnTo>
                  <a:lnTo>
                    <a:pt x="1166565" y="1507378"/>
                  </a:lnTo>
                  <a:lnTo>
                    <a:pt x="1166595" y="1507374"/>
                  </a:lnTo>
                  <a:lnTo>
                    <a:pt x="1166609" y="1507367"/>
                  </a:lnTo>
                  <a:lnTo>
                    <a:pt x="1166614" y="1507352"/>
                  </a:lnTo>
                  <a:lnTo>
                    <a:pt x="1166618" y="1507343"/>
                  </a:lnTo>
                  <a:lnTo>
                    <a:pt x="1166624" y="1507329"/>
                  </a:lnTo>
                  <a:lnTo>
                    <a:pt x="1166635" y="1507319"/>
                  </a:lnTo>
                  <a:lnTo>
                    <a:pt x="1166648" y="1507318"/>
                  </a:lnTo>
                  <a:lnTo>
                    <a:pt x="1166660" y="1507318"/>
                  </a:lnTo>
                  <a:lnTo>
                    <a:pt x="1166670" y="1507322"/>
                  </a:lnTo>
                  <a:lnTo>
                    <a:pt x="1166698" y="1507336"/>
                  </a:lnTo>
                  <a:lnTo>
                    <a:pt x="1166728" y="1507350"/>
                  </a:lnTo>
                  <a:lnTo>
                    <a:pt x="1166758" y="1507354"/>
                  </a:lnTo>
                  <a:lnTo>
                    <a:pt x="1166788" y="1507348"/>
                  </a:lnTo>
                  <a:lnTo>
                    <a:pt x="1166818" y="1507342"/>
                  </a:lnTo>
                  <a:lnTo>
                    <a:pt x="1166848" y="1507333"/>
                  </a:lnTo>
                  <a:lnTo>
                    <a:pt x="1166861" y="1507329"/>
                  </a:lnTo>
                  <a:lnTo>
                    <a:pt x="1166877" y="1507328"/>
                  </a:lnTo>
                  <a:lnTo>
                    <a:pt x="1166897" y="1507333"/>
                  </a:lnTo>
                  <a:lnTo>
                    <a:pt x="1166908" y="1507339"/>
                  </a:lnTo>
                  <a:lnTo>
                    <a:pt x="1166926" y="1507345"/>
                  </a:lnTo>
                  <a:lnTo>
                    <a:pt x="1166937" y="1507345"/>
                  </a:lnTo>
                  <a:lnTo>
                    <a:pt x="1166967" y="1507349"/>
                  </a:lnTo>
                  <a:lnTo>
                    <a:pt x="1166996" y="1507350"/>
                  </a:lnTo>
                  <a:lnTo>
                    <a:pt x="1167009" y="1507340"/>
                  </a:lnTo>
                  <a:lnTo>
                    <a:pt x="1167017" y="1507330"/>
                  </a:lnTo>
                  <a:lnTo>
                    <a:pt x="1167021" y="1507322"/>
                  </a:lnTo>
                  <a:lnTo>
                    <a:pt x="1167033" y="1507291"/>
                  </a:lnTo>
                  <a:lnTo>
                    <a:pt x="1167038" y="1507271"/>
                  </a:lnTo>
                  <a:lnTo>
                    <a:pt x="1167050" y="1507252"/>
                  </a:lnTo>
                  <a:lnTo>
                    <a:pt x="1167058" y="1507250"/>
                  </a:lnTo>
                  <a:lnTo>
                    <a:pt x="1167071" y="1507250"/>
                  </a:lnTo>
                  <a:lnTo>
                    <a:pt x="1167100" y="1507247"/>
                  </a:lnTo>
                  <a:lnTo>
                    <a:pt x="1167130" y="1507247"/>
                  </a:lnTo>
                  <a:lnTo>
                    <a:pt x="1167172" y="1507238"/>
                  </a:lnTo>
                  <a:lnTo>
                    <a:pt x="1167198" y="1507193"/>
                  </a:lnTo>
                  <a:lnTo>
                    <a:pt x="1167225" y="1507162"/>
                  </a:lnTo>
                  <a:lnTo>
                    <a:pt x="1167253" y="1507133"/>
                  </a:lnTo>
                  <a:lnTo>
                    <a:pt x="1167283" y="1507106"/>
                  </a:lnTo>
                  <a:lnTo>
                    <a:pt x="1167313" y="1507096"/>
                  </a:lnTo>
                  <a:lnTo>
                    <a:pt x="1167343" y="1507104"/>
                  </a:lnTo>
                  <a:lnTo>
                    <a:pt x="1167353" y="1507108"/>
                  </a:lnTo>
                  <a:lnTo>
                    <a:pt x="1167367" y="1507108"/>
                  </a:lnTo>
                  <a:lnTo>
                    <a:pt x="1167373" y="1507103"/>
                  </a:lnTo>
                  <a:lnTo>
                    <a:pt x="1167388" y="1507093"/>
                  </a:lnTo>
                  <a:lnTo>
                    <a:pt x="1167403" y="1507079"/>
                  </a:lnTo>
                  <a:lnTo>
                    <a:pt x="1167432" y="1507052"/>
                  </a:lnTo>
                  <a:lnTo>
                    <a:pt x="1167462" y="1507039"/>
                  </a:lnTo>
                  <a:lnTo>
                    <a:pt x="1167492" y="1507027"/>
                  </a:lnTo>
                  <a:lnTo>
                    <a:pt x="1167522" y="1507012"/>
                  </a:lnTo>
                  <a:lnTo>
                    <a:pt x="1167551" y="1506990"/>
                  </a:lnTo>
                  <a:lnTo>
                    <a:pt x="1167581" y="1506960"/>
                  </a:lnTo>
                  <a:lnTo>
                    <a:pt x="1167611" y="1506930"/>
                  </a:lnTo>
                  <a:lnTo>
                    <a:pt x="1167617" y="1506921"/>
                  </a:lnTo>
                  <a:lnTo>
                    <a:pt x="1167617" y="1506899"/>
                  </a:lnTo>
                  <a:lnTo>
                    <a:pt x="1167615" y="1506883"/>
                  </a:lnTo>
                  <a:lnTo>
                    <a:pt x="1167608" y="1506868"/>
                  </a:lnTo>
                  <a:lnTo>
                    <a:pt x="1167602" y="1506850"/>
                  </a:lnTo>
                  <a:lnTo>
                    <a:pt x="1167602" y="1506837"/>
                  </a:lnTo>
                  <a:lnTo>
                    <a:pt x="1167608" y="1506825"/>
                  </a:lnTo>
                  <a:lnTo>
                    <a:pt x="1167624" y="1506806"/>
                  </a:lnTo>
                  <a:lnTo>
                    <a:pt x="1167622" y="1506775"/>
                  </a:lnTo>
                  <a:lnTo>
                    <a:pt x="1167606" y="1506745"/>
                  </a:lnTo>
                  <a:lnTo>
                    <a:pt x="1167601" y="1506728"/>
                  </a:lnTo>
                  <a:lnTo>
                    <a:pt x="1167614" y="1506718"/>
                  </a:lnTo>
                  <a:lnTo>
                    <a:pt x="1167627" y="1506716"/>
                  </a:lnTo>
                  <a:lnTo>
                    <a:pt x="1167639" y="1506699"/>
                  </a:lnTo>
                  <a:lnTo>
                    <a:pt x="1167641" y="1506675"/>
                  </a:lnTo>
                  <a:lnTo>
                    <a:pt x="1167639" y="1506668"/>
                  </a:lnTo>
                  <a:lnTo>
                    <a:pt x="1167625" y="1506638"/>
                  </a:lnTo>
                  <a:lnTo>
                    <a:pt x="1167611" y="1506607"/>
                  </a:lnTo>
                  <a:lnTo>
                    <a:pt x="1167602" y="1506576"/>
                  </a:lnTo>
                  <a:lnTo>
                    <a:pt x="1167605" y="1506545"/>
                  </a:lnTo>
                  <a:lnTo>
                    <a:pt x="1167606" y="1506537"/>
                  </a:lnTo>
                  <a:lnTo>
                    <a:pt x="1167614" y="1506530"/>
                  </a:lnTo>
                  <a:lnTo>
                    <a:pt x="1167630" y="1506519"/>
                  </a:lnTo>
                  <a:lnTo>
                    <a:pt x="1167644" y="1506508"/>
                  </a:lnTo>
                  <a:lnTo>
                    <a:pt x="1167656" y="1506496"/>
                  </a:lnTo>
                  <a:lnTo>
                    <a:pt x="1167676" y="1506475"/>
                  </a:lnTo>
                  <a:lnTo>
                    <a:pt x="1167680" y="1506467"/>
                  </a:lnTo>
                  <a:lnTo>
                    <a:pt x="1167692" y="1506453"/>
                  </a:lnTo>
                  <a:lnTo>
                    <a:pt x="1167700" y="1506436"/>
                  </a:lnTo>
                  <a:lnTo>
                    <a:pt x="1167711" y="1506405"/>
                  </a:lnTo>
                  <a:lnTo>
                    <a:pt x="1167723" y="1506374"/>
                  </a:lnTo>
                  <a:lnTo>
                    <a:pt x="1167735" y="1506344"/>
                  </a:lnTo>
                  <a:lnTo>
                    <a:pt x="1167749" y="1506329"/>
                  </a:lnTo>
                  <a:lnTo>
                    <a:pt x="1167757" y="1506327"/>
                  </a:lnTo>
                  <a:lnTo>
                    <a:pt x="1167795" y="1506319"/>
                  </a:lnTo>
                  <a:lnTo>
                    <a:pt x="1167809" y="1506308"/>
                  </a:lnTo>
                  <a:lnTo>
                    <a:pt x="1167810" y="1506302"/>
                  </a:lnTo>
                  <a:lnTo>
                    <a:pt x="1167812" y="1506292"/>
                  </a:lnTo>
                  <a:lnTo>
                    <a:pt x="1167816" y="1506261"/>
                  </a:lnTo>
                  <a:lnTo>
                    <a:pt x="1167822" y="1506242"/>
                  </a:lnTo>
                  <a:lnTo>
                    <a:pt x="1167822" y="1506230"/>
                  </a:lnTo>
                  <a:lnTo>
                    <a:pt x="1167818" y="1506223"/>
                  </a:lnTo>
                  <a:lnTo>
                    <a:pt x="1167810" y="1506220"/>
                  </a:lnTo>
                  <a:lnTo>
                    <a:pt x="1167796" y="1506218"/>
                  </a:lnTo>
                  <a:lnTo>
                    <a:pt x="1167778" y="1506218"/>
                  </a:lnTo>
                  <a:lnTo>
                    <a:pt x="1167768" y="1506208"/>
                  </a:lnTo>
                  <a:lnTo>
                    <a:pt x="1167760" y="1506185"/>
                  </a:lnTo>
                  <a:lnTo>
                    <a:pt x="1167760" y="1506177"/>
                  </a:lnTo>
                  <a:lnTo>
                    <a:pt x="1167760" y="1506146"/>
                  </a:lnTo>
                  <a:lnTo>
                    <a:pt x="1167761" y="1506129"/>
                  </a:lnTo>
                  <a:lnTo>
                    <a:pt x="1167763" y="1506109"/>
                  </a:lnTo>
                  <a:lnTo>
                    <a:pt x="1167765" y="1506091"/>
                  </a:lnTo>
                  <a:lnTo>
                    <a:pt x="1167767" y="1506052"/>
                  </a:lnTo>
                  <a:lnTo>
                    <a:pt x="1167785" y="1506023"/>
                  </a:lnTo>
                  <a:lnTo>
                    <a:pt x="1167796" y="1506014"/>
                  </a:lnTo>
                  <a:lnTo>
                    <a:pt x="1167827" y="1506004"/>
                  </a:lnTo>
                  <a:lnTo>
                    <a:pt x="1167856" y="1505997"/>
                  </a:lnTo>
                  <a:lnTo>
                    <a:pt x="1167880" y="1505995"/>
                  </a:lnTo>
                  <a:lnTo>
                    <a:pt x="1167886" y="1505997"/>
                  </a:lnTo>
                  <a:lnTo>
                    <a:pt x="1167916" y="1506003"/>
                  </a:lnTo>
                  <a:lnTo>
                    <a:pt x="1167946" y="1506005"/>
                  </a:lnTo>
                  <a:lnTo>
                    <a:pt x="1167976" y="1506001"/>
                  </a:lnTo>
                  <a:lnTo>
                    <a:pt x="1167996" y="1505984"/>
                  </a:lnTo>
                  <a:lnTo>
                    <a:pt x="1168002" y="1505974"/>
                  </a:lnTo>
                  <a:lnTo>
                    <a:pt x="1168012" y="1505958"/>
                  </a:lnTo>
                  <a:lnTo>
                    <a:pt x="1168025" y="1505943"/>
                  </a:lnTo>
                  <a:lnTo>
                    <a:pt x="1168055" y="1505920"/>
                  </a:lnTo>
                  <a:lnTo>
                    <a:pt x="1168071" y="1505908"/>
                  </a:lnTo>
                  <a:lnTo>
                    <a:pt x="1168085" y="1505902"/>
                  </a:lnTo>
                  <a:lnTo>
                    <a:pt x="1168115" y="1505902"/>
                  </a:lnTo>
                  <a:lnTo>
                    <a:pt x="1168145" y="1505899"/>
                  </a:lnTo>
                  <a:lnTo>
                    <a:pt x="1168175" y="1505901"/>
                  </a:lnTo>
                  <a:lnTo>
                    <a:pt x="1168205" y="1505901"/>
                  </a:lnTo>
                  <a:lnTo>
                    <a:pt x="1168235" y="1505899"/>
                  </a:lnTo>
                  <a:lnTo>
                    <a:pt x="1168265" y="1505894"/>
                  </a:lnTo>
                  <a:lnTo>
                    <a:pt x="1168279" y="1505890"/>
                  </a:lnTo>
                  <a:lnTo>
                    <a:pt x="1168295" y="1505890"/>
                  </a:lnTo>
                  <a:lnTo>
                    <a:pt x="1168324" y="1505888"/>
                  </a:lnTo>
                  <a:lnTo>
                    <a:pt x="1168354" y="1505882"/>
                  </a:lnTo>
                  <a:lnTo>
                    <a:pt x="1168384" y="1505877"/>
                  </a:lnTo>
                  <a:lnTo>
                    <a:pt x="1168394" y="1505873"/>
                  </a:lnTo>
                  <a:lnTo>
                    <a:pt x="1168402" y="1505865"/>
                  </a:lnTo>
                  <a:lnTo>
                    <a:pt x="1168408" y="1505853"/>
                  </a:lnTo>
                  <a:lnTo>
                    <a:pt x="1168414" y="1505838"/>
                  </a:lnTo>
                  <a:lnTo>
                    <a:pt x="1168416" y="1505822"/>
                  </a:lnTo>
                  <a:lnTo>
                    <a:pt x="1168433" y="1505711"/>
                  </a:lnTo>
                  <a:lnTo>
                    <a:pt x="1168451" y="1505680"/>
                  </a:lnTo>
                  <a:lnTo>
                    <a:pt x="1168476" y="1505649"/>
                  </a:lnTo>
                  <a:lnTo>
                    <a:pt x="1168504" y="1505618"/>
                  </a:lnTo>
                  <a:lnTo>
                    <a:pt x="1168532" y="1505589"/>
                  </a:lnTo>
                  <a:lnTo>
                    <a:pt x="1168558" y="1505562"/>
                  </a:lnTo>
                  <a:lnTo>
                    <a:pt x="1168586" y="1505531"/>
                  </a:lnTo>
                  <a:lnTo>
                    <a:pt x="1168607" y="1505508"/>
                  </a:lnTo>
                  <a:lnTo>
                    <a:pt x="1168609" y="1505502"/>
                  </a:lnTo>
                  <a:lnTo>
                    <a:pt x="1168621" y="1505477"/>
                  </a:lnTo>
                  <a:lnTo>
                    <a:pt x="1168621" y="1505471"/>
                  </a:lnTo>
                  <a:lnTo>
                    <a:pt x="1168619" y="1505457"/>
                  </a:lnTo>
                  <a:lnTo>
                    <a:pt x="1168607" y="1505440"/>
                  </a:lnTo>
                  <a:lnTo>
                    <a:pt x="1168587" y="1505410"/>
                  </a:lnTo>
                  <a:lnTo>
                    <a:pt x="1168585" y="1505399"/>
                  </a:lnTo>
                  <a:lnTo>
                    <a:pt x="1168595" y="1505379"/>
                  </a:lnTo>
                  <a:lnTo>
                    <a:pt x="1168620" y="1505350"/>
                  </a:lnTo>
                  <a:lnTo>
                    <a:pt x="1168626" y="1505344"/>
                  </a:lnTo>
                  <a:lnTo>
                    <a:pt x="1168644" y="1505335"/>
                  </a:lnTo>
                  <a:lnTo>
                    <a:pt x="1168650" y="1505335"/>
                  </a:lnTo>
                  <a:lnTo>
                    <a:pt x="1168662" y="1505331"/>
                  </a:lnTo>
                  <a:lnTo>
                    <a:pt x="1168678" y="1505332"/>
                  </a:lnTo>
                  <a:lnTo>
                    <a:pt x="1168710" y="1505343"/>
                  </a:lnTo>
                  <a:lnTo>
                    <a:pt x="1168734" y="1505359"/>
                  </a:lnTo>
                  <a:lnTo>
                    <a:pt x="1168740" y="1505359"/>
                  </a:lnTo>
                  <a:lnTo>
                    <a:pt x="1168746" y="1505359"/>
                  </a:lnTo>
                  <a:lnTo>
                    <a:pt x="1168752" y="1505353"/>
                  </a:lnTo>
                  <a:lnTo>
                    <a:pt x="1168762" y="1505335"/>
                  </a:lnTo>
                  <a:lnTo>
                    <a:pt x="1168770" y="1505318"/>
                  </a:lnTo>
                  <a:lnTo>
                    <a:pt x="1168782" y="1505304"/>
                  </a:lnTo>
                  <a:lnTo>
                    <a:pt x="1168811" y="1505275"/>
                  </a:lnTo>
                  <a:lnTo>
                    <a:pt x="1168829" y="1505260"/>
                  </a:lnTo>
                  <a:lnTo>
                    <a:pt x="1168833" y="1505248"/>
                  </a:lnTo>
                  <a:lnTo>
                    <a:pt x="1168831" y="1505217"/>
                  </a:lnTo>
                  <a:lnTo>
                    <a:pt x="1168823" y="1505186"/>
                  </a:lnTo>
                  <a:lnTo>
                    <a:pt x="1168806" y="1505127"/>
                  </a:lnTo>
                  <a:lnTo>
                    <a:pt x="1168800" y="1505096"/>
                  </a:lnTo>
                  <a:lnTo>
                    <a:pt x="1168796" y="1505074"/>
                  </a:lnTo>
                  <a:lnTo>
                    <a:pt x="1168798" y="1505065"/>
                  </a:lnTo>
                  <a:lnTo>
                    <a:pt x="1168812" y="1505034"/>
                  </a:lnTo>
                  <a:lnTo>
                    <a:pt x="1168820" y="1505004"/>
                  </a:lnTo>
                  <a:lnTo>
                    <a:pt x="1168825" y="1504973"/>
                  </a:lnTo>
                  <a:lnTo>
                    <a:pt x="1168833" y="1504942"/>
                  </a:lnTo>
                  <a:lnTo>
                    <a:pt x="1168845" y="1504911"/>
                  </a:lnTo>
                  <a:lnTo>
                    <a:pt x="1168855" y="1504880"/>
                  </a:lnTo>
                  <a:lnTo>
                    <a:pt x="1168867" y="1504849"/>
                  </a:lnTo>
                  <a:lnTo>
                    <a:pt x="1168879" y="1504818"/>
                  </a:lnTo>
                  <a:lnTo>
                    <a:pt x="1168894" y="1504787"/>
                  </a:lnTo>
                  <a:lnTo>
                    <a:pt x="1168908" y="1504757"/>
                  </a:lnTo>
                  <a:lnTo>
                    <a:pt x="1168918" y="1504726"/>
                  </a:lnTo>
                  <a:lnTo>
                    <a:pt x="1168927" y="1504695"/>
                  </a:lnTo>
                  <a:lnTo>
                    <a:pt x="1168941" y="1504664"/>
                  </a:lnTo>
                  <a:lnTo>
                    <a:pt x="1168951" y="1504633"/>
                  </a:lnTo>
                  <a:lnTo>
                    <a:pt x="1168963" y="1504610"/>
                  </a:lnTo>
                  <a:lnTo>
                    <a:pt x="1168971" y="1504602"/>
                  </a:lnTo>
                  <a:lnTo>
                    <a:pt x="1169001" y="1504583"/>
                  </a:lnTo>
                  <a:lnTo>
                    <a:pt x="1169012" y="1504575"/>
                  </a:lnTo>
                  <a:lnTo>
                    <a:pt x="1169020" y="1504565"/>
                  </a:lnTo>
                  <a:lnTo>
                    <a:pt x="1169025" y="1504557"/>
                  </a:lnTo>
                  <a:lnTo>
                    <a:pt x="1169036" y="1504526"/>
                  </a:lnTo>
                  <a:lnTo>
                    <a:pt x="1169038" y="1504499"/>
                  </a:lnTo>
                  <a:lnTo>
                    <a:pt x="1169034" y="1504495"/>
                  </a:lnTo>
                  <a:lnTo>
                    <a:pt x="1169026" y="1504483"/>
                  </a:lnTo>
                  <a:lnTo>
                    <a:pt x="1169014" y="1504475"/>
                  </a:lnTo>
                  <a:lnTo>
                    <a:pt x="1169008" y="1504473"/>
                  </a:lnTo>
                  <a:lnTo>
                    <a:pt x="1168984" y="1504458"/>
                  </a:lnTo>
                  <a:lnTo>
                    <a:pt x="1168980" y="1504452"/>
                  </a:lnTo>
                  <a:lnTo>
                    <a:pt x="1168972" y="1504438"/>
                  </a:lnTo>
                  <a:lnTo>
                    <a:pt x="1168968" y="1504421"/>
                  </a:lnTo>
                  <a:lnTo>
                    <a:pt x="1168964" y="1504390"/>
                  </a:lnTo>
                  <a:lnTo>
                    <a:pt x="1168956" y="1504360"/>
                  </a:lnTo>
                  <a:lnTo>
                    <a:pt x="1168943" y="1504329"/>
                  </a:lnTo>
                  <a:lnTo>
                    <a:pt x="1168931" y="1504298"/>
                  </a:lnTo>
                  <a:lnTo>
                    <a:pt x="1168921" y="1504267"/>
                  </a:lnTo>
                  <a:lnTo>
                    <a:pt x="1168913" y="1504252"/>
                  </a:lnTo>
                  <a:lnTo>
                    <a:pt x="1168901" y="1504237"/>
                  </a:lnTo>
                  <a:lnTo>
                    <a:pt x="1168879" y="1504206"/>
                  </a:lnTo>
                  <a:lnTo>
                    <a:pt x="1168863" y="1504176"/>
                  </a:lnTo>
                  <a:lnTo>
                    <a:pt x="1168848" y="1504145"/>
                  </a:lnTo>
                  <a:lnTo>
                    <a:pt x="1168828" y="1504124"/>
                  </a:lnTo>
                  <a:lnTo>
                    <a:pt x="1168820" y="1504121"/>
                  </a:lnTo>
                  <a:lnTo>
                    <a:pt x="1168790" y="1504104"/>
                  </a:lnTo>
                  <a:lnTo>
                    <a:pt x="1168760" y="1504094"/>
                  </a:lnTo>
                  <a:lnTo>
                    <a:pt x="1168750" y="1504088"/>
                  </a:lnTo>
                  <a:lnTo>
                    <a:pt x="1168742" y="1504078"/>
                  </a:lnTo>
                  <a:lnTo>
                    <a:pt x="1168740" y="1504067"/>
                  </a:lnTo>
                  <a:lnTo>
                    <a:pt x="1168738" y="1504037"/>
                  </a:lnTo>
                  <a:lnTo>
                    <a:pt x="1168736" y="1504006"/>
                  </a:lnTo>
                  <a:lnTo>
                    <a:pt x="1168734" y="1503975"/>
                  </a:lnTo>
                  <a:lnTo>
                    <a:pt x="1168733" y="1503945"/>
                  </a:lnTo>
                  <a:lnTo>
                    <a:pt x="1168735" y="1503920"/>
                  </a:lnTo>
                  <a:lnTo>
                    <a:pt x="1168739" y="1503913"/>
                  </a:lnTo>
                  <a:lnTo>
                    <a:pt x="1168751" y="1503883"/>
                  </a:lnTo>
                  <a:lnTo>
                    <a:pt x="1168749" y="1503860"/>
                  </a:lnTo>
                  <a:lnTo>
                    <a:pt x="1168741" y="1503849"/>
                  </a:lnTo>
                  <a:lnTo>
                    <a:pt x="1168733" y="1503821"/>
                  </a:lnTo>
                  <a:lnTo>
                    <a:pt x="1168731" y="1503813"/>
                  </a:lnTo>
                  <a:lnTo>
                    <a:pt x="1168731" y="1503802"/>
                  </a:lnTo>
                  <a:lnTo>
                    <a:pt x="1168736" y="1503790"/>
                  </a:lnTo>
                  <a:lnTo>
                    <a:pt x="1168745" y="1503776"/>
                  </a:lnTo>
                  <a:lnTo>
                    <a:pt x="1168745" y="1503760"/>
                  </a:lnTo>
                  <a:lnTo>
                    <a:pt x="1168744" y="1503729"/>
                  </a:lnTo>
                  <a:lnTo>
                    <a:pt x="1168752" y="1503698"/>
                  </a:lnTo>
                  <a:lnTo>
                    <a:pt x="1168764" y="1503667"/>
                  </a:lnTo>
                  <a:lnTo>
                    <a:pt x="1168767" y="1503652"/>
                  </a:lnTo>
                  <a:lnTo>
                    <a:pt x="1168767" y="1503636"/>
                  </a:lnTo>
                  <a:lnTo>
                    <a:pt x="1168762" y="1503620"/>
                  </a:lnTo>
                  <a:lnTo>
                    <a:pt x="1168751" y="1503605"/>
                  </a:lnTo>
                  <a:lnTo>
                    <a:pt x="1168727" y="1503575"/>
                  </a:lnTo>
                  <a:lnTo>
                    <a:pt x="1168721" y="1503569"/>
                  </a:lnTo>
                  <a:lnTo>
                    <a:pt x="1168709" y="1503544"/>
                  </a:lnTo>
                  <a:lnTo>
                    <a:pt x="1168699" y="1503513"/>
                  </a:lnTo>
                  <a:lnTo>
                    <a:pt x="1168695" y="1503495"/>
                  </a:lnTo>
                  <a:lnTo>
                    <a:pt x="1168701" y="1503482"/>
                  </a:lnTo>
                  <a:lnTo>
                    <a:pt x="1168714" y="1503452"/>
                  </a:lnTo>
                  <a:lnTo>
                    <a:pt x="1168727" y="1503421"/>
                  </a:lnTo>
                  <a:lnTo>
                    <a:pt x="1168726" y="1503398"/>
                  </a:lnTo>
                  <a:lnTo>
                    <a:pt x="1168716" y="1503363"/>
                  </a:lnTo>
                  <a:lnTo>
                    <a:pt x="1168712" y="1503359"/>
                  </a:lnTo>
                  <a:lnTo>
                    <a:pt x="1168696" y="1503329"/>
                  </a:lnTo>
                  <a:lnTo>
                    <a:pt x="1168692" y="1503297"/>
                  </a:lnTo>
                  <a:lnTo>
                    <a:pt x="1168687" y="1503281"/>
                  </a:lnTo>
                  <a:lnTo>
                    <a:pt x="1168676" y="1503267"/>
                  </a:lnTo>
                  <a:lnTo>
                    <a:pt x="1168663" y="1503256"/>
                  </a:lnTo>
                  <a:lnTo>
                    <a:pt x="1168655" y="1503244"/>
                  </a:lnTo>
                  <a:lnTo>
                    <a:pt x="1168653" y="1503238"/>
                  </a:lnTo>
                  <a:lnTo>
                    <a:pt x="1168645" y="1503208"/>
                  </a:lnTo>
                  <a:lnTo>
                    <a:pt x="1168635" y="1503177"/>
                  </a:lnTo>
                  <a:lnTo>
                    <a:pt x="1168621" y="1503146"/>
                  </a:lnTo>
                  <a:lnTo>
                    <a:pt x="1168603" y="1503115"/>
                  </a:lnTo>
                  <a:lnTo>
                    <a:pt x="1168584" y="1503085"/>
                  </a:lnTo>
                  <a:lnTo>
                    <a:pt x="1168560" y="1503054"/>
                  </a:lnTo>
                  <a:lnTo>
                    <a:pt x="1168537" y="1503035"/>
                  </a:lnTo>
                  <a:lnTo>
                    <a:pt x="1168534" y="1503030"/>
                  </a:lnTo>
                  <a:lnTo>
                    <a:pt x="1168532" y="1503017"/>
                  </a:lnTo>
                  <a:lnTo>
                    <a:pt x="1168534" y="1503009"/>
                  </a:lnTo>
                  <a:lnTo>
                    <a:pt x="1168538" y="1502999"/>
                  </a:lnTo>
                  <a:lnTo>
                    <a:pt x="1168546" y="1502982"/>
                  </a:lnTo>
                  <a:lnTo>
                    <a:pt x="1168546" y="1502976"/>
                  </a:lnTo>
                  <a:lnTo>
                    <a:pt x="1168546" y="1502968"/>
                  </a:lnTo>
                  <a:lnTo>
                    <a:pt x="1168540" y="1502937"/>
                  </a:lnTo>
                  <a:lnTo>
                    <a:pt x="1168540" y="1502906"/>
                  </a:lnTo>
                  <a:lnTo>
                    <a:pt x="1168541" y="1502875"/>
                  </a:lnTo>
                  <a:lnTo>
                    <a:pt x="1168541" y="1502851"/>
                  </a:lnTo>
                  <a:lnTo>
                    <a:pt x="1168513" y="1502777"/>
                  </a:lnTo>
                  <a:lnTo>
                    <a:pt x="1168499" y="1502746"/>
                  </a:lnTo>
                  <a:lnTo>
                    <a:pt x="1168483" y="1502716"/>
                  </a:lnTo>
                  <a:lnTo>
                    <a:pt x="1168464" y="1502685"/>
                  </a:lnTo>
                  <a:lnTo>
                    <a:pt x="1168446" y="1502654"/>
                  </a:lnTo>
                  <a:lnTo>
                    <a:pt x="1168432" y="1502623"/>
                  </a:lnTo>
                  <a:lnTo>
                    <a:pt x="1168418" y="1502593"/>
                  </a:lnTo>
                  <a:lnTo>
                    <a:pt x="1168402" y="1502562"/>
                  </a:lnTo>
                  <a:lnTo>
                    <a:pt x="1168388" y="1502531"/>
                  </a:lnTo>
                  <a:lnTo>
                    <a:pt x="1168375" y="1502500"/>
                  </a:lnTo>
                  <a:lnTo>
                    <a:pt x="1168365" y="1502470"/>
                  </a:lnTo>
                  <a:lnTo>
                    <a:pt x="1168361" y="1502453"/>
                  </a:lnTo>
                  <a:lnTo>
                    <a:pt x="1168353" y="1502439"/>
                  </a:lnTo>
                  <a:lnTo>
                    <a:pt x="1168331" y="1502408"/>
                  </a:lnTo>
                  <a:lnTo>
                    <a:pt x="1168329" y="1502402"/>
                  </a:lnTo>
                  <a:lnTo>
                    <a:pt x="1168333" y="1502390"/>
                  </a:lnTo>
                  <a:lnTo>
                    <a:pt x="1168339" y="1502378"/>
                  </a:lnTo>
                  <a:lnTo>
                    <a:pt x="1168342" y="1502353"/>
                  </a:lnTo>
                  <a:lnTo>
                    <a:pt x="1168341" y="1502347"/>
                  </a:lnTo>
                  <a:lnTo>
                    <a:pt x="1168339" y="1502335"/>
                  </a:lnTo>
                  <a:lnTo>
                    <a:pt x="1168332" y="1502324"/>
                  </a:lnTo>
                  <a:lnTo>
                    <a:pt x="1168327" y="1502316"/>
                  </a:lnTo>
                  <a:lnTo>
                    <a:pt x="1168319" y="1502297"/>
                  </a:lnTo>
                  <a:lnTo>
                    <a:pt x="1168320" y="1502285"/>
                  </a:lnTo>
                  <a:lnTo>
                    <a:pt x="1168328" y="1502262"/>
                  </a:lnTo>
                  <a:lnTo>
                    <a:pt x="1168328" y="1502255"/>
                  </a:lnTo>
                  <a:lnTo>
                    <a:pt x="1168326" y="1502224"/>
                  </a:lnTo>
                  <a:lnTo>
                    <a:pt x="1168324" y="1502193"/>
                  </a:lnTo>
                  <a:lnTo>
                    <a:pt x="1168318" y="1502170"/>
                  </a:lnTo>
                  <a:lnTo>
                    <a:pt x="1168312" y="1502162"/>
                  </a:lnTo>
                  <a:lnTo>
                    <a:pt x="1168292" y="1502132"/>
                  </a:lnTo>
                  <a:lnTo>
                    <a:pt x="1168266" y="1502101"/>
                  </a:lnTo>
                  <a:lnTo>
                    <a:pt x="1168235" y="1502072"/>
                  </a:lnTo>
                  <a:lnTo>
                    <a:pt x="1168205" y="1502050"/>
                  </a:lnTo>
                  <a:lnTo>
                    <a:pt x="1168175" y="1502031"/>
                  </a:lnTo>
                  <a:lnTo>
                    <a:pt x="1168145" y="1502017"/>
                  </a:lnTo>
                  <a:lnTo>
                    <a:pt x="1168119" y="1502009"/>
                  </a:lnTo>
                  <a:lnTo>
                    <a:pt x="1168115" y="1502005"/>
                  </a:lnTo>
                  <a:lnTo>
                    <a:pt x="1168109" y="1501991"/>
                  </a:lnTo>
                  <a:lnTo>
                    <a:pt x="1168107" y="1501975"/>
                  </a:lnTo>
                  <a:lnTo>
                    <a:pt x="1168109" y="1501944"/>
                  </a:lnTo>
                  <a:lnTo>
                    <a:pt x="1168108" y="1501913"/>
                  </a:lnTo>
                  <a:lnTo>
                    <a:pt x="1168106" y="1501882"/>
                  </a:lnTo>
                  <a:lnTo>
                    <a:pt x="1168104" y="1501851"/>
                  </a:lnTo>
                  <a:lnTo>
                    <a:pt x="1168100" y="1501820"/>
                  </a:lnTo>
                  <a:lnTo>
                    <a:pt x="1168102" y="1501790"/>
                  </a:lnTo>
                  <a:lnTo>
                    <a:pt x="1168105" y="1501759"/>
                  </a:lnTo>
                  <a:lnTo>
                    <a:pt x="1168097" y="1501728"/>
                  </a:lnTo>
                  <a:lnTo>
                    <a:pt x="1168076" y="1501714"/>
                  </a:lnTo>
                  <a:lnTo>
                    <a:pt x="1168057" y="1501681"/>
                  </a:lnTo>
                  <a:lnTo>
                    <a:pt x="1168067" y="1501671"/>
                  </a:lnTo>
                  <a:lnTo>
                    <a:pt x="1168081" y="1501672"/>
                  </a:lnTo>
                  <a:lnTo>
                    <a:pt x="1168111" y="1501675"/>
                  </a:lnTo>
                  <a:lnTo>
                    <a:pt x="1168141" y="1501672"/>
                  </a:lnTo>
                  <a:lnTo>
                    <a:pt x="1168171" y="1501678"/>
                  </a:lnTo>
                  <a:lnTo>
                    <a:pt x="1168181" y="1501678"/>
                  </a:lnTo>
                  <a:lnTo>
                    <a:pt x="1168201" y="1501662"/>
                  </a:lnTo>
                  <a:lnTo>
                    <a:pt x="1168210" y="1501653"/>
                  </a:lnTo>
                  <a:lnTo>
                    <a:pt x="1168231" y="1501645"/>
                  </a:lnTo>
                  <a:lnTo>
                    <a:pt x="1168236" y="1501645"/>
                  </a:lnTo>
                  <a:lnTo>
                    <a:pt x="1168260" y="1501659"/>
                  </a:lnTo>
                  <a:lnTo>
                    <a:pt x="1168291" y="1501675"/>
                  </a:lnTo>
                  <a:lnTo>
                    <a:pt x="1168299" y="1501675"/>
                  </a:lnTo>
                  <a:lnTo>
                    <a:pt x="1168320" y="1501665"/>
                  </a:lnTo>
                  <a:lnTo>
                    <a:pt x="1168350" y="1501642"/>
                  </a:lnTo>
                  <a:lnTo>
                    <a:pt x="1168380" y="1501620"/>
                  </a:lnTo>
                  <a:lnTo>
                    <a:pt x="1168386" y="1501618"/>
                  </a:lnTo>
                  <a:lnTo>
                    <a:pt x="1168394" y="1501628"/>
                  </a:lnTo>
                  <a:lnTo>
                    <a:pt x="1168398" y="1501642"/>
                  </a:lnTo>
                  <a:lnTo>
                    <a:pt x="1168400" y="1501652"/>
                  </a:lnTo>
                  <a:lnTo>
                    <a:pt x="1168408" y="1501662"/>
                  </a:lnTo>
                  <a:lnTo>
                    <a:pt x="1168418" y="1501668"/>
                  </a:lnTo>
                  <a:lnTo>
                    <a:pt x="1168435" y="1501668"/>
                  </a:lnTo>
                  <a:lnTo>
                    <a:pt x="1168448" y="1501673"/>
                  </a:lnTo>
                  <a:lnTo>
                    <a:pt x="1168478" y="1501681"/>
                  </a:lnTo>
                  <a:lnTo>
                    <a:pt x="1168508" y="1501678"/>
                  </a:lnTo>
                  <a:lnTo>
                    <a:pt x="1168538" y="1501670"/>
                  </a:lnTo>
                  <a:lnTo>
                    <a:pt x="1168546" y="1501669"/>
                  </a:lnTo>
                  <a:lnTo>
                    <a:pt x="1168556" y="1501678"/>
                  </a:lnTo>
                  <a:lnTo>
                    <a:pt x="1168564" y="1501690"/>
                  </a:lnTo>
                  <a:lnTo>
                    <a:pt x="1168588" y="1501721"/>
                  </a:lnTo>
                  <a:lnTo>
                    <a:pt x="1168596" y="1501727"/>
                  </a:lnTo>
                  <a:lnTo>
                    <a:pt x="1168607" y="1501731"/>
                  </a:lnTo>
                  <a:lnTo>
                    <a:pt x="1168613" y="1501732"/>
                  </a:lnTo>
                  <a:lnTo>
                    <a:pt x="1168620" y="1501733"/>
                  </a:lnTo>
                  <a:lnTo>
                    <a:pt x="1168648" y="1501730"/>
                  </a:lnTo>
                  <a:lnTo>
                    <a:pt x="1168678" y="1501724"/>
                  </a:lnTo>
                  <a:lnTo>
                    <a:pt x="1168688" y="1501722"/>
                  </a:lnTo>
                  <a:lnTo>
                    <a:pt x="1168708" y="1501724"/>
                  </a:lnTo>
                  <a:lnTo>
                    <a:pt x="1168738" y="1501730"/>
                  </a:lnTo>
                  <a:lnTo>
                    <a:pt x="1168754" y="1501728"/>
                  </a:lnTo>
                  <a:lnTo>
                    <a:pt x="1168760" y="1501726"/>
                  </a:lnTo>
                  <a:lnTo>
                    <a:pt x="1168766" y="1501718"/>
                  </a:lnTo>
                  <a:lnTo>
                    <a:pt x="1168793" y="1501689"/>
                  </a:lnTo>
                  <a:lnTo>
                    <a:pt x="1168810" y="1501674"/>
                  </a:lnTo>
                  <a:lnTo>
                    <a:pt x="1168824" y="1501684"/>
                  </a:lnTo>
                  <a:lnTo>
                    <a:pt x="1168846" y="1501715"/>
                  </a:lnTo>
                  <a:lnTo>
                    <a:pt x="1168850" y="1501723"/>
                  </a:lnTo>
                  <a:lnTo>
                    <a:pt x="1168872" y="1501744"/>
                  </a:lnTo>
                  <a:lnTo>
                    <a:pt x="1168876" y="1501750"/>
                  </a:lnTo>
                  <a:lnTo>
                    <a:pt x="1168878" y="1501775"/>
                  </a:lnTo>
                  <a:lnTo>
                    <a:pt x="1168876" y="1501805"/>
                  </a:lnTo>
                  <a:lnTo>
                    <a:pt x="1168876" y="1501836"/>
                  </a:lnTo>
                  <a:lnTo>
                    <a:pt x="1168877" y="1501867"/>
                  </a:lnTo>
                  <a:lnTo>
                    <a:pt x="1168881" y="1501898"/>
                  </a:lnTo>
                  <a:lnTo>
                    <a:pt x="1168883" y="1501904"/>
                  </a:lnTo>
                  <a:lnTo>
                    <a:pt x="1168907" y="1501926"/>
                  </a:lnTo>
                  <a:lnTo>
                    <a:pt x="1168921" y="1501933"/>
                  </a:lnTo>
                  <a:lnTo>
                    <a:pt x="1168937" y="1501945"/>
                  </a:lnTo>
                  <a:lnTo>
                    <a:pt x="1168943" y="1501951"/>
                  </a:lnTo>
                  <a:lnTo>
                    <a:pt x="1168955" y="1501975"/>
                  </a:lnTo>
                  <a:lnTo>
                    <a:pt x="1168959" y="1502006"/>
                  </a:lnTo>
                  <a:lnTo>
                    <a:pt x="1168960" y="1502037"/>
                  </a:lnTo>
                  <a:lnTo>
                    <a:pt x="1168949" y="1502068"/>
                  </a:lnTo>
                  <a:lnTo>
                    <a:pt x="1168946" y="1502098"/>
                  </a:lnTo>
                  <a:lnTo>
                    <a:pt x="1168946" y="1502115"/>
                  </a:lnTo>
                  <a:lnTo>
                    <a:pt x="1168950" y="1502129"/>
                  </a:lnTo>
                  <a:lnTo>
                    <a:pt x="1168954" y="1502136"/>
                  </a:lnTo>
                  <a:lnTo>
                    <a:pt x="1168962" y="1502144"/>
                  </a:lnTo>
                  <a:lnTo>
                    <a:pt x="1168978" y="1502151"/>
                  </a:lnTo>
                  <a:lnTo>
                    <a:pt x="1169008" y="1502156"/>
                  </a:lnTo>
                  <a:lnTo>
                    <a:pt x="1169038" y="1502157"/>
                  </a:lnTo>
                  <a:lnTo>
                    <a:pt x="1169068" y="1502167"/>
                  </a:lnTo>
                  <a:lnTo>
                    <a:pt x="1169078" y="1502176"/>
                  </a:lnTo>
                  <a:lnTo>
                    <a:pt x="1169082" y="1502180"/>
                  </a:lnTo>
                  <a:lnTo>
                    <a:pt x="1169086" y="1502196"/>
                  </a:lnTo>
                  <a:lnTo>
                    <a:pt x="1169086" y="1502227"/>
                  </a:lnTo>
                  <a:lnTo>
                    <a:pt x="1169092" y="1502258"/>
                  </a:lnTo>
                  <a:lnTo>
                    <a:pt x="1169111" y="1502288"/>
                  </a:lnTo>
                  <a:lnTo>
                    <a:pt x="1169127" y="1502319"/>
                  </a:lnTo>
                  <a:lnTo>
                    <a:pt x="1169139" y="1502331"/>
                  </a:lnTo>
                  <a:lnTo>
                    <a:pt x="1169147" y="1502338"/>
                  </a:lnTo>
                  <a:lnTo>
                    <a:pt x="1169159" y="1502339"/>
                  </a:lnTo>
                  <a:lnTo>
                    <a:pt x="1169187" y="1502337"/>
                  </a:lnTo>
                  <a:lnTo>
                    <a:pt x="1169195" y="1502335"/>
                  </a:lnTo>
                  <a:lnTo>
                    <a:pt x="1169216" y="1502319"/>
                  </a:lnTo>
                  <a:lnTo>
                    <a:pt x="1169246" y="1502296"/>
                  </a:lnTo>
                  <a:lnTo>
                    <a:pt x="1169276" y="1502281"/>
                  </a:lnTo>
                  <a:lnTo>
                    <a:pt x="1169284" y="1502277"/>
                  </a:lnTo>
                  <a:lnTo>
                    <a:pt x="1169306" y="1502275"/>
                  </a:lnTo>
                  <a:lnTo>
                    <a:pt x="1169336" y="1502272"/>
                  </a:lnTo>
                  <a:lnTo>
                    <a:pt x="1169366" y="1502275"/>
                  </a:lnTo>
                  <a:lnTo>
                    <a:pt x="1169396" y="1502276"/>
                  </a:lnTo>
                  <a:lnTo>
                    <a:pt x="1169426" y="1502280"/>
                  </a:lnTo>
                  <a:lnTo>
                    <a:pt x="1169456" y="1502284"/>
                  </a:lnTo>
                  <a:lnTo>
                    <a:pt x="1169486" y="1502288"/>
                  </a:lnTo>
                  <a:lnTo>
                    <a:pt x="1169516" y="1502294"/>
                  </a:lnTo>
                  <a:lnTo>
                    <a:pt x="1169546" y="1502309"/>
                  </a:lnTo>
                  <a:lnTo>
                    <a:pt x="1169576" y="1502312"/>
                  </a:lnTo>
                  <a:lnTo>
                    <a:pt x="1169606" y="1502314"/>
                  </a:lnTo>
                  <a:lnTo>
                    <a:pt x="1169635" y="1502314"/>
                  </a:lnTo>
                  <a:lnTo>
                    <a:pt x="1169651" y="1502314"/>
                  </a:lnTo>
                  <a:lnTo>
                    <a:pt x="1169666" y="1502306"/>
                  </a:lnTo>
                  <a:lnTo>
                    <a:pt x="1169685" y="1502275"/>
                  </a:lnTo>
                  <a:lnTo>
                    <a:pt x="1169705" y="1502244"/>
                  </a:lnTo>
                  <a:lnTo>
                    <a:pt x="1169725" y="1502213"/>
                  </a:lnTo>
                  <a:lnTo>
                    <a:pt x="1169746" y="1502182"/>
                  </a:lnTo>
                  <a:lnTo>
                    <a:pt x="1169770" y="1502151"/>
                  </a:lnTo>
                  <a:lnTo>
                    <a:pt x="1169792" y="1502120"/>
                  </a:lnTo>
                  <a:lnTo>
                    <a:pt x="1169818" y="1502089"/>
                  </a:lnTo>
                  <a:lnTo>
                    <a:pt x="1169844" y="1502058"/>
                  </a:lnTo>
                  <a:lnTo>
                    <a:pt x="1169859" y="1502040"/>
                  </a:lnTo>
                  <a:lnTo>
                    <a:pt x="1169871" y="1502044"/>
                  </a:lnTo>
                  <a:lnTo>
                    <a:pt x="1169896" y="1502074"/>
                  </a:lnTo>
                  <a:lnTo>
                    <a:pt x="1169926" y="1502103"/>
                  </a:lnTo>
                  <a:lnTo>
                    <a:pt x="1169956" y="1502127"/>
                  </a:lnTo>
                  <a:lnTo>
                    <a:pt x="1169986" y="1502146"/>
                  </a:lnTo>
                  <a:lnTo>
                    <a:pt x="1169994" y="1502150"/>
                  </a:lnTo>
                  <a:lnTo>
                    <a:pt x="1170016" y="1502151"/>
                  </a:lnTo>
                  <a:lnTo>
                    <a:pt x="1170046" y="1502151"/>
                  </a:lnTo>
                  <a:lnTo>
                    <a:pt x="1170076" y="1502157"/>
                  </a:lnTo>
                  <a:lnTo>
                    <a:pt x="1170106" y="1502174"/>
                  </a:lnTo>
                  <a:lnTo>
                    <a:pt x="1170136" y="1502190"/>
                  </a:lnTo>
                  <a:lnTo>
                    <a:pt x="1170166" y="1502214"/>
                  </a:lnTo>
                  <a:lnTo>
                    <a:pt x="1170196" y="1502226"/>
                  </a:lnTo>
                  <a:lnTo>
                    <a:pt x="1170226" y="1502230"/>
                  </a:lnTo>
                  <a:lnTo>
                    <a:pt x="1170256" y="1502236"/>
                  </a:lnTo>
                  <a:lnTo>
                    <a:pt x="1170286" y="1502249"/>
                  </a:lnTo>
                  <a:lnTo>
                    <a:pt x="1170298" y="1502252"/>
                  </a:lnTo>
                  <a:lnTo>
                    <a:pt x="1170316" y="1502264"/>
                  </a:lnTo>
                  <a:lnTo>
                    <a:pt x="1170324" y="1502269"/>
                  </a:lnTo>
                  <a:lnTo>
                    <a:pt x="1170344" y="1502291"/>
                  </a:lnTo>
                  <a:lnTo>
                    <a:pt x="1170354" y="1502306"/>
                  </a:lnTo>
                  <a:lnTo>
                    <a:pt x="1170360" y="1502322"/>
                  </a:lnTo>
                  <a:lnTo>
                    <a:pt x="1170372" y="1502352"/>
                  </a:lnTo>
                  <a:lnTo>
                    <a:pt x="1170374" y="1502369"/>
                  </a:lnTo>
                  <a:lnTo>
                    <a:pt x="1170372" y="1502384"/>
                  </a:lnTo>
                  <a:lnTo>
                    <a:pt x="1170368" y="1502416"/>
                  </a:lnTo>
                  <a:lnTo>
                    <a:pt x="1170369" y="1502445"/>
                  </a:lnTo>
                  <a:lnTo>
                    <a:pt x="1170374" y="1502477"/>
                  </a:lnTo>
                  <a:lnTo>
                    <a:pt x="1170373" y="1502507"/>
                  </a:lnTo>
                  <a:lnTo>
                    <a:pt x="1170373" y="1502523"/>
                  </a:lnTo>
                  <a:lnTo>
                    <a:pt x="1170377" y="1502537"/>
                  </a:lnTo>
                  <a:lnTo>
                    <a:pt x="1170387" y="1502548"/>
                  </a:lnTo>
                  <a:lnTo>
                    <a:pt x="1170395" y="1502552"/>
                  </a:lnTo>
                  <a:lnTo>
                    <a:pt x="1170403" y="1502552"/>
                  </a:lnTo>
                  <a:lnTo>
                    <a:pt x="1170407" y="1502548"/>
                  </a:lnTo>
                  <a:lnTo>
                    <a:pt x="1170415" y="1502540"/>
                  </a:lnTo>
                  <a:lnTo>
                    <a:pt x="1170421" y="1502525"/>
                  </a:lnTo>
                  <a:lnTo>
                    <a:pt x="1170427" y="1502519"/>
                  </a:lnTo>
                  <a:lnTo>
                    <a:pt x="1170445" y="1502488"/>
                  </a:lnTo>
                  <a:lnTo>
                    <a:pt x="1170461" y="1502465"/>
                  </a:lnTo>
                  <a:lnTo>
                    <a:pt x="1170469" y="1502459"/>
                  </a:lnTo>
                  <a:lnTo>
                    <a:pt x="1170479" y="1502451"/>
                  </a:lnTo>
                  <a:lnTo>
                    <a:pt x="1170498" y="1502442"/>
                  </a:lnTo>
                  <a:lnTo>
                    <a:pt x="1170513" y="1502438"/>
                  </a:lnTo>
                  <a:lnTo>
                    <a:pt x="1170529" y="1502440"/>
                  </a:lnTo>
                  <a:lnTo>
                    <a:pt x="1170542" y="1502446"/>
                  </a:lnTo>
                  <a:lnTo>
                    <a:pt x="1170558" y="1502448"/>
                  </a:lnTo>
                  <a:lnTo>
                    <a:pt x="1170589" y="1502456"/>
                  </a:lnTo>
                  <a:lnTo>
                    <a:pt x="1170618" y="1502466"/>
                  </a:lnTo>
                  <a:lnTo>
                    <a:pt x="1170631" y="1502470"/>
                  </a:lnTo>
                  <a:lnTo>
                    <a:pt x="1170649" y="1502485"/>
                  </a:lnTo>
                  <a:lnTo>
                    <a:pt x="1170662" y="1502505"/>
                  </a:lnTo>
                  <a:lnTo>
                    <a:pt x="1170672" y="1502513"/>
                  </a:lnTo>
                  <a:lnTo>
                    <a:pt x="1170678" y="1502517"/>
                  </a:lnTo>
                  <a:lnTo>
                    <a:pt x="1170703" y="1502517"/>
                  </a:lnTo>
                  <a:lnTo>
                    <a:pt x="1170732" y="1502519"/>
                  </a:lnTo>
                  <a:lnTo>
                    <a:pt x="1170762" y="1502521"/>
                  </a:lnTo>
                  <a:lnTo>
                    <a:pt x="1170792" y="1502525"/>
                  </a:lnTo>
                  <a:lnTo>
                    <a:pt x="1170822" y="1502527"/>
                  </a:lnTo>
                  <a:lnTo>
                    <a:pt x="1170836" y="1502531"/>
                  </a:lnTo>
                  <a:lnTo>
                    <a:pt x="1170852" y="1502531"/>
                  </a:lnTo>
                  <a:lnTo>
                    <a:pt x="1170882" y="1502532"/>
                  </a:lnTo>
                  <a:lnTo>
                    <a:pt x="1170912" y="1502538"/>
                  </a:lnTo>
                  <a:lnTo>
                    <a:pt x="1170942" y="1502550"/>
                  </a:lnTo>
                  <a:lnTo>
                    <a:pt x="1170950" y="1502553"/>
                  </a:lnTo>
                  <a:lnTo>
                    <a:pt x="1170972" y="1502567"/>
                  </a:lnTo>
                  <a:lnTo>
                    <a:pt x="1170978" y="1502575"/>
                  </a:lnTo>
                  <a:lnTo>
                    <a:pt x="1171000" y="1502591"/>
                  </a:lnTo>
                  <a:lnTo>
                    <a:pt x="1171030" y="1502597"/>
                  </a:lnTo>
                  <a:lnTo>
                    <a:pt x="1171060" y="1502599"/>
                  </a:lnTo>
                  <a:lnTo>
                    <a:pt x="1171090" y="1502603"/>
                  </a:lnTo>
                  <a:lnTo>
                    <a:pt x="1171120" y="1502617"/>
                  </a:lnTo>
                  <a:lnTo>
                    <a:pt x="1171150" y="1502636"/>
                  </a:lnTo>
                  <a:lnTo>
                    <a:pt x="1171180" y="1502654"/>
                  </a:lnTo>
                  <a:lnTo>
                    <a:pt x="1171210" y="1502668"/>
                  </a:lnTo>
                  <a:lnTo>
                    <a:pt x="1171240" y="1502672"/>
                  </a:lnTo>
                  <a:lnTo>
                    <a:pt x="1171270" y="1502674"/>
                  </a:lnTo>
                  <a:lnTo>
                    <a:pt x="1171300" y="1502674"/>
                  </a:lnTo>
                  <a:lnTo>
                    <a:pt x="1171330" y="1502682"/>
                  </a:lnTo>
                  <a:lnTo>
                    <a:pt x="1171338" y="1502686"/>
                  </a:lnTo>
                  <a:lnTo>
                    <a:pt x="1171360" y="1502688"/>
                  </a:lnTo>
                  <a:lnTo>
                    <a:pt x="1171366" y="1502688"/>
                  </a:lnTo>
                  <a:lnTo>
                    <a:pt x="1171372" y="1502684"/>
                  </a:lnTo>
                  <a:lnTo>
                    <a:pt x="1171384" y="1502665"/>
                  </a:lnTo>
                  <a:lnTo>
                    <a:pt x="1171412" y="1502636"/>
                  </a:lnTo>
                  <a:lnTo>
                    <a:pt x="1171441" y="1502611"/>
                  </a:lnTo>
                  <a:lnTo>
                    <a:pt x="1171471" y="1502593"/>
                  </a:lnTo>
                  <a:lnTo>
                    <a:pt x="1171501" y="1502574"/>
                  </a:lnTo>
                  <a:lnTo>
                    <a:pt x="1171509" y="1502568"/>
                  </a:lnTo>
                  <a:lnTo>
                    <a:pt x="1171525" y="1502545"/>
                  </a:lnTo>
                  <a:lnTo>
                    <a:pt x="1171544" y="1502514"/>
                  </a:lnTo>
                  <a:lnTo>
                    <a:pt x="1171547" y="1502508"/>
                  </a:lnTo>
                  <a:lnTo>
                    <a:pt x="1171570" y="1502487"/>
                  </a:lnTo>
                  <a:lnTo>
                    <a:pt x="1171600" y="1502471"/>
                  </a:lnTo>
                  <a:lnTo>
                    <a:pt x="1171610" y="1502466"/>
                  </a:lnTo>
                  <a:lnTo>
                    <a:pt x="1171616" y="1502464"/>
                  </a:lnTo>
                  <a:lnTo>
                    <a:pt x="1171630" y="1502466"/>
                  </a:lnTo>
                  <a:lnTo>
                    <a:pt x="1171640" y="1502471"/>
                  </a:lnTo>
                  <a:lnTo>
                    <a:pt x="1171660" y="1502489"/>
                  </a:lnTo>
                  <a:lnTo>
                    <a:pt x="1171688" y="1502517"/>
                  </a:lnTo>
                  <a:lnTo>
                    <a:pt x="1171704" y="1502550"/>
                  </a:lnTo>
                  <a:lnTo>
                    <a:pt x="1171713" y="1502565"/>
                  </a:lnTo>
                  <a:lnTo>
                    <a:pt x="1171727" y="1502577"/>
                  </a:lnTo>
                  <a:lnTo>
                    <a:pt x="1171757" y="1502603"/>
                  </a:lnTo>
                  <a:lnTo>
                    <a:pt x="1171771" y="1502618"/>
                  </a:lnTo>
                  <a:lnTo>
                    <a:pt x="1171781" y="1502634"/>
                  </a:lnTo>
                  <a:lnTo>
                    <a:pt x="1171795" y="1502665"/>
                  </a:lnTo>
                  <a:lnTo>
                    <a:pt x="1171803" y="1502696"/>
                  </a:lnTo>
                  <a:lnTo>
                    <a:pt x="1171813" y="1502726"/>
                  </a:lnTo>
                  <a:lnTo>
                    <a:pt x="1171831" y="1502757"/>
                  </a:lnTo>
                  <a:lnTo>
                    <a:pt x="1171859" y="1502784"/>
                  </a:lnTo>
                  <a:lnTo>
                    <a:pt x="1171869" y="1502792"/>
                  </a:lnTo>
                  <a:lnTo>
                    <a:pt x="1171889" y="1502800"/>
                  </a:lnTo>
                  <a:lnTo>
                    <a:pt x="1171919" y="1502804"/>
                  </a:lnTo>
                  <a:lnTo>
                    <a:pt x="1171949" y="1502797"/>
                  </a:lnTo>
                  <a:lnTo>
                    <a:pt x="1171959" y="1502797"/>
                  </a:lnTo>
                  <a:lnTo>
                    <a:pt x="1171979" y="1502814"/>
                  </a:lnTo>
                  <a:lnTo>
                    <a:pt x="1171993" y="1502834"/>
                  </a:lnTo>
                  <a:lnTo>
                    <a:pt x="1172000" y="1502831"/>
                  </a:lnTo>
                  <a:lnTo>
                    <a:pt x="1172010" y="1502818"/>
                  </a:lnTo>
                  <a:lnTo>
                    <a:pt x="1172012" y="1502812"/>
                  </a:lnTo>
                  <a:lnTo>
                    <a:pt x="1172016" y="1502801"/>
                  </a:lnTo>
                  <a:lnTo>
                    <a:pt x="1172016" y="1502794"/>
                  </a:lnTo>
                  <a:lnTo>
                    <a:pt x="1172025" y="1502777"/>
                  </a:lnTo>
                  <a:lnTo>
                    <a:pt x="1172031" y="1502769"/>
                  </a:lnTo>
                  <a:lnTo>
                    <a:pt x="1172041" y="1502762"/>
                  </a:lnTo>
                  <a:lnTo>
                    <a:pt x="1172061" y="1502750"/>
                  </a:lnTo>
                  <a:lnTo>
                    <a:pt x="1172079" y="1502740"/>
                  </a:lnTo>
                  <a:lnTo>
                    <a:pt x="1172097" y="1502731"/>
                  </a:lnTo>
                  <a:lnTo>
                    <a:pt x="1172106" y="1502728"/>
                  </a:lnTo>
                  <a:lnTo>
                    <a:pt x="1172115" y="1502723"/>
                  </a:lnTo>
                  <a:lnTo>
                    <a:pt x="1172133" y="1502717"/>
                  </a:lnTo>
                  <a:lnTo>
                    <a:pt x="1172140" y="1502714"/>
                  </a:lnTo>
                  <a:lnTo>
                    <a:pt x="1172149" y="1502715"/>
                  </a:lnTo>
                  <a:lnTo>
                    <a:pt x="1172159" y="1502724"/>
                  </a:lnTo>
                  <a:lnTo>
                    <a:pt x="1172164" y="1502733"/>
                  </a:lnTo>
                  <a:lnTo>
                    <a:pt x="1172186" y="1502777"/>
                  </a:lnTo>
                  <a:lnTo>
                    <a:pt x="1172195" y="1502795"/>
                  </a:lnTo>
                  <a:lnTo>
                    <a:pt x="1172209" y="1502813"/>
                  </a:lnTo>
                  <a:lnTo>
                    <a:pt x="1172226" y="1502832"/>
                  </a:lnTo>
                  <a:lnTo>
                    <a:pt x="1172238" y="1502849"/>
                  </a:lnTo>
                  <a:lnTo>
                    <a:pt x="1172253" y="1502867"/>
                  </a:lnTo>
                  <a:lnTo>
                    <a:pt x="1172260" y="1502874"/>
                  </a:lnTo>
                  <a:lnTo>
                    <a:pt x="1172266" y="1502885"/>
                  </a:lnTo>
                  <a:lnTo>
                    <a:pt x="1172273" y="1502903"/>
                  </a:lnTo>
                  <a:lnTo>
                    <a:pt x="1172273" y="1502922"/>
                  </a:lnTo>
                  <a:lnTo>
                    <a:pt x="1172271" y="1502940"/>
                  </a:lnTo>
                  <a:lnTo>
                    <a:pt x="1172273" y="1502959"/>
                  </a:lnTo>
                  <a:lnTo>
                    <a:pt x="1172279" y="1502977"/>
                  </a:lnTo>
                  <a:lnTo>
                    <a:pt x="1172297" y="1502993"/>
                  </a:lnTo>
                  <a:lnTo>
                    <a:pt x="1172315" y="1503003"/>
                  </a:lnTo>
                  <a:lnTo>
                    <a:pt x="1172333" y="1503013"/>
                  </a:lnTo>
                  <a:lnTo>
                    <a:pt x="1172351" y="1503022"/>
                  </a:lnTo>
                  <a:lnTo>
                    <a:pt x="1172369" y="1503032"/>
                  </a:lnTo>
                  <a:lnTo>
                    <a:pt x="1172387" y="1503039"/>
                  </a:lnTo>
                  <a:lnTo>
                    <a:pt x="1172405" y="1503047"/>
                  </a:lnTo>
                  <a:lnTo>
                    <a:pt x="1172423" y="1503055"/>
                  </a:lnTo>
                  <a:lnTo>
                    <a:pt x="1172441" y="1503058"/>
                  </a:lnTo>
                  <a:lnTo>
                    <a:pt x="1172459" y="1503056"/>
                  </a:lnTo>
                  <a:lnTo>
                    <a:pt x="1172477" y="1503055"/>
                  </a:lnTo>
                  <a:lnTo>
                    <a:pt x="1172495" y="1503052"/>
                  </a:lnTo>
                  <a:lnTo>
                    <a:pt x="1172507" y="1503051"/>
                  </a:lnTo>
                  <a:lnTo>
                    <a:pt x="1172513" y="1503050"/>
                  </a:lnTo>
                  <a:lnTo>
                    <a:pt x="1172531" y="1503047"/>
                  </a:lnTo>
                  <a:lnTo>
                    <a:pt x="1172549" y="1503046"/>
                  </a:lnTo>
                  <a:lnTo>
                    <a:pt x="1172567" y="1503041"/>
                  </a:lnTo>
                  <a:lnTo>
                    <a:pt x="1172585" y="1503034"/>
                  </a:lnTo>
                  <a:lnTo>
                    <a:pt x="1172602" y="1503027"/>
                  </a:lnTo>
                  <a:lnTo>
                    <a:pt x="1172620" y="1503025"/>
                  </a:lnTo>
                  <a:lnTo>
                    <a:pt x="1172629" y="1503023"/>
                  </a:lnTo>
                  <a:lnTo>
                    <a:pt x="1172637" y="1503026"/>
                  </a:lnTo>
                  <a:lnTo>
                    <a:pt x="1172647" y="1503032"/>
                  </a:lnTo>
                  <a:lnTo>
                    <a:pt x="1172653" y="1503040"/>
                  </a:lnTo>
                  <a:lnTo>
                    <a:pt x="1172659" y="1503049"/>
                  </a:lnTo>
                  <a:lnTo>
                    <a:pt x="1172662" y="1503060"/>
                  </a:lnTo>
                  <a:lnTo>
                    <a:pt x="1172665" y="1503068"/>
                  </a:lnTo>
                  <a:lnTo>
                    <a:pt x="1172665" y="1503079"/>
                  </a:lnTo>
                  <a:lnTo>
                    <a:pt x="1172669" y="1503097"/>
                  </a:lnTo>
                  <a:lnTo>
                    <a:pt x="1172680" y="1503150"/>
                  </a:lnTo>
                  <a:lnTo>
                    <a:pt x="1172683" y="1503157"/>
                  </a:lnTo>
                  <a:lnTo>
                    <a:pt x="1172689" y="1503164"/>
                  </a:lnTo>
                  <a:lnTo>
                    <a:pt x="1172698" y="1503168"/>
                  </a:lnTo>
                  <a:lnTo>
                    <a:pt x="1172716" y="1503175"/>
                  </a:lnTo>
                  <a:lnTo>
                    <a:pt x="1172729" y="1503179"/>
                  </a:lnTo>
                  <a:lnTo>
                    <a:pt x="1172734" y="1503183"/>
                  </a:lnTo>
                  <a:lnTo>
                    <a:pt x="1172750" y="1503194"/>
                  </a:lnTo>
                  <a:lnTo>
                    <a:pt x="1172758" y="1503206"/>
                  </a:lnTo>
                  <a:lnTo>
                    <a:pt x="1172761" y="1503214"/>
                  </a:lnTo>
                  <a:lnTo>
                    <a:pt x="1172770" y="1503228"/>
                  </a:lnTo>
                  <a:lnTo>
                    <a:pt x="1172771" y="1503233"/>
                  </a:lnTo>
                  <a:lnTo>
                    <a:pt x="1172780" y="1503252"/>
                  </a:lnTo>
                  <a:lnTo>
                    <a:pt x="1172786" y="1503270"/>
                  </a:lnTo>
                  <a:lnTo>
                    <a:pt x="1172792" y="1503289"/>
                  </a:lnTo>
                  <a:lnTo>
                    <a:pt x="1172797" y="1503307"/>
                  </a:lnTo>
                  <a:lnTo>
                    <a:pt x="1172802" y="1503325"/>
                  </a:lnTo>
                  <a:lnTo>
                    <a:pt x="1172806" y="1503344"/>
                  </a:lnTo>
                  <a:lnTo>
                    <a:pt x="1172812" y="1503362"/>
                  </a:lnTo>
                  <a:lnTo>
                    <a:pt x="1172816" y="1503381"/>
                  </a:lnTo>
                  <a:lnTo>
                    <a:pt x="1172821" y="1503399"/>
                  </a:lnTo>
                  <a:lnTo>
                    <a:pt x="1172824" y="1503409"/>
                  </a:lnTo>
                  <a:lnTo>
                    <a:pt x="1172828" y="1503418"/>
                  </a:lnTo>
                  <a:lnTo>
                    <a:pt x="1172834" y="1503423"/>
                  </a:lnTo>
                  <a:lnTo>
                    <a:pt x="1172845" y="1503423"/>
                  </a:lnTo>
                  <a:lnTo>
                    <a:pt x="1172863" y="1503420"/>
                  </a:lnTo>
                  <a:lnTo>
                    <a:pt x="1172881" y="1503419"/>
                  </a:lnTo>
                  <a:lnTo>
                    <a:pt x="1172899" y="1503417"/>
                  </a:lnTo>
                  <a:lnTo>
                    <a:pt x="1172917" y="1503418"/>
                  </a:lnTo>
                  <a:lnTo>
                    <a:pt x="1172935" y="1503421"/>
                  </a:lnTo>
                  <a:lnTo>
                    <a:pt x="1172948" y="1503421"/>
                  </a:lnTo>
                  <a:lnTo>
                    <a:pt x="1172953" y="1503423"/>
                  </a:lnTo>
                  <a:lnTo>
                    <a:pt x="1172971" y="1503423"/>
                  </a:lnTo>
                  <a:lnTo>
                    <a:pt x="1172989" y="1503424"/>
                  </a:lnTo>
                  <a:lnTo>
                    <a:pt x="1172997" y="1503422"/>
                  </a:lnTo>
                  <a:lnTo>
                    <a:pt x="1173007" y="1503422"/>
                  </a:lnTo>
                  <a:lnTo>
                    <a:pt x="1173025" y="1503422"/>
                  </a:lnTo>
                  <a:lnTo>
                    <a:pt x="1173043" y="1503422"/>
                  </a:lnTo>
                  <a:lnTo>
                    <a:pt x="1173061" y="1503426"/>
                  </a:lnTo>
                  <a:lnTo>
                    <a:pt x="1173085" y="1503436"/>
                  </a:lnTo>
                  <a:lnTo>
                    <a:pt x="1173091" y="1503437"/>
                  </a:lnTo>
                  <a:lnTo>
                    <a:pt x="1173103" y="1503442"/>
                  </a:lnTo>
                  <a:lnTo>
                    <a:pt x="1173121" y="1503451"/>
                  </a:lnTo>
                  <a:lnTo>
                    <a:pt x="1173139" y="1503456"/>
                  </a:lnTo>
                  <a:lnTo>
                    <a:pt x="1173157" y="1503466"/>
                  </a:lnTo>
                  <a:lnTo>
                    <a:pt x="1173175" y="1503481"/>
                  </a:lnTo>
                  <a:lnTo>
                    <a:pt x="1173188" y="1503499"/>
                  </a:lnTo>
                  <a:lnTo>
                    <a:pt x="1173202" y="1503517"/>
                  </a:lnTo>
                  <a:lnTo>
                    <a:pt x="1173213" y="1503535"/>
                  </a:lnTo>
                  <a:lnTo>
                    <a:pt x="1173222" y="1503553"/>
                  </a:lnTo>
                  <a:lnTo>
                    <a:pt x="1173230" y="1503572"/>
                  </a:lnTo>
                  <a:lnTo>
                    <a:pt x="1173239" y="1503590"/>
                  </a:lnTo>
                  <a:lnTo>
                    <a:pt x="1173241" y="1503600"/>
                  </a:lnTo>
                  <a:lnTo>
                    <a:pt x="1173246" y="1503611"/>
                  </a:lnTo>
                  <a:lnTo>
                    <a:pt x="1173249" y="1503620"/>
                  </a:lnTo>
                  <a:lnTo>
                    <a:pt x="1173251" y="1503627"/>
                  </a:lnTo>
                  <a:lnTo>
                    <a:pt x="1173257" y="1503646"/>
                  </a:lnTo>
                  <a:lnTo>
                    <a:pt x="1173263" y="1503664"/>
                  </a:lnTo>
                  <a:lnTo>
                    <a:pt x="1173267" y="1503683"/>
                  </a:lnTo>
                  <a:lnTo>
                    <a:pt x="1173269" y="1503701"/>
                  </a:lnTo>
                  <a:lnTo>
                    <a:pt x="1173273" y="1503720"/>
                  </a:lnTo>
                  <a:lnTo>
                    <a:pt x="1173276" y="1503738"/>
                  </a:lnTo>
                  <a:lnTo>
                    <a:pt x="1173278" y="1503747"/>
                  </a:lnTo>
                  <a:lnTo>
                    <a:pt x="1173278" y="1503756"/>
                  </a:lnTo>
                  <a:lnTo>
                    <a:pt x="1173279" y="1503775"/>
                  </a:lnTo>
                  <a:lnTo>
                    <a:pt x="1173278" y="1503793"/>
                  </a:lnTo>
                  <a:lnTo>
                    <a:pt x="1173274" y="1503812"/>
                  </a:lnTo>
                  <a:lnTo>
                    <a:pt x="1173276" y="1503829"/>
                  </a:lnTo>
                  <a:lnTo>
                    <a:pt x="1173292" y="1503844"/>
                  </a:lnTo>
                  <a:lnTo>
                    <a:pt x="1173306" y="1503850"/>
                  </a:lnTo>
                  <a:lnTo>
                    <a:pt x="1173312" y="1503855"/>
                  </a:lnTo>
                  <a:lnTo>
                    <a:pt x="1173330" y="1503872"/>
                  </a:lnTo>
                  <a:lnTo>
                    <a:pt x="1173343" y="1503891"/>
                  </a:lnTo>
                  <a:lnTo>
                    <a:pt x="1173359" y="1503909"/>
                  </a:lnTo>
                  <a:lnTo>
                    <a:pt x="1173372" y="1503925"/>
                  </a:lnTo>
                  <a:lnTo>
                    <a:pt x="1173385" y="1503943"/>
                  </a:lnTo>
                  <a:lnTo>
                    <a:pt x="1173390" y="1503959"/>
                  </a:lnTo>
                  <a:lnTo>
                    <a:pt x="1173392" y="1503980"/>
                  </a:lnTo>
                  <a:lnTo>
                    <a:pt x="1173393" y="1503998"/>
                  </a:lnTo>
                  <a:lnTo>
                    <a:pt x="1173397" y="1504017"/>
                  </a:lnTo>
                  <a:lnTo>
                    <a:pt x="1173405" y="1504036"/>
                  </a:lnTo>
                  <a:lnTo>
                    <a:pt x="1173413" y="1504054"/>
                  </a:lnTo>
                  <a:lnTo>
                    <a:pt x="1173422" y="1504073"/>
                  </a:lnTo>
                  <a:lnTo>
                    <a:pt x="1173429" y="1504091"/>
                  </a:lnTo>
                  <a:lnTo>
                    <a:pt x="1173442" y="1504109"/>
                  </a:lnTo>
                  <a:lnTo>
                    <a:pt x="1173447" y="1504113"/>
                  </a:lnTo>
                  <a:lnTo>
                    <a:pt x="1173451" y="1504118"/>
                  </a:lnTo>
                  <a:lnTo>
                    <a:pt x="1173458" y="1504121"/>
                  </a:lnTo>
                  <a:lnTo>
                    <a:pt x="1173476" y="1504129"/>
                  </a:lnTo>
                  <a:lnTo>
                    <a:pt x="1173494" y="1504127"/>
                  </a:lnTo>
                  <a:lnTo>
                    <a:pt x="1173512" y="1504124"/>
                  </a:lnTo>
                  <a:lnTo>
                    <a:pt x="1173530" y="1504119"/>
                  </a:lnTo>
                  <a:lnTo>
                    <a:pt x="1173548" y="1504116"/>
                  </a:lnTo>
                  <a:lnTo>
                    <a:pt x="1173566" y="1504112"/>
                  </a:lnTo>
                  <a:lnTo>
                    <a:pt x="1173584" y="1504108"/>
                  </a:lnTo>
                  <a:lnTo>
                    <a:pt x="1173593" y="1504100"/>
                  </a:lnTo>
                  <a:lnTo>
                    <a:pt x="1173602" y="1504096"/>
                  </a:lnTo>
                  <a:lnTo>
                    <a:pt x="1173610" y="1504092"/>
                  </a:lnTo>
                  <a:lnTo>
                    <a:pt x="1173620" y="1504094"/>
                  </a:lnTo>
                  <a:lnTo>
                    <a:pt x="1173628" y="1504101"/>
                  </a:lnTo>
                  <a:lnTo>
                    <a:pt x="1173632" y="1504109"/>
                  </a:lnTo>
                  <a:lnTo>
                    <a:pt x="1173637" y="1504118"/>
                  </a:lnTo>
                  <a:lnTo>
                    <a:pt x="1173642" y="1504124"/>
                  </a:lnTo>
                  <a:lnTo>
                    <a:pt x="1173647" y="1504128"/>
                  </a:lnTo>
                  <a:lnTo>
                    <a:pt x="1173666" y="1504139"/>
                  </a:lnTo>
                  <a:lnTo>
                    <a:pt x="1173671" y="1504142"/>
                  </a:lnTo>
                  <a:lnTo>
                    <a:pt x="1173683" y="1504145"/>
                  </a:lnTo>
                  <a:lnTo>
                    <a:pt x="1173701" y="1504149"/>
                  </a:lnTo>
                  <a:lnTo>
                    <a:pt x="1173719" y="1504149"/>
                  </a:lnTo>
                  <a:lnTo>
                    <a:pt x="1173737" y="1504156"/>
                  </a:lnTo>
                  <a:lnTo>
                    <a:pt x="1173747" y="1504158"/>
                  </a:lnTo>
                  <a:lnTo>
                    <a:pt x="1173755" y="1504163"/>
                  </a:lnTo>
                  <a:lnTo>
                    <a:pt x="1173773" y="1504173"/>
                  </a:lnTo>
                  <a:lnTo>
                    <a:pt x="1173783" y="1504180"/>
                  </a:lnTo>
                  <a:lnTo>
                    <a:pt x="1173789" y="1504189"/>
                  </a:lnTo>
                  <a:lnTo>
                    <a:pt x="1173806" y="1504203"/>
                  </a:lnTo>
                  <a:lnTo>
                    <a:pt x="1173814" y="1504211"/>
                  </a:lnTo>
                  <a:lnTo>
                    <a:pt x="1173824" y="1504216"/>
                  </a:lnTo>
                  <a:lnTo>
                    <a:pt x="1173840" y="1504232"/>
                  </a:lnTo>
                  <a:lnTo>
                    <a:pt x="1173858" y="1504248"/>
                  </a:lnTo>
                  <a:lnTo>
                    <a:pt x="1173877" y="1504265"/>
                  </a:lnTo>
                  <a:lnTo>
                    <a:pt x="1173893" y="1504282"/>
                  </a:lnTo>
                  <a:lnTo>
                    <a:pt x="1173908" y="1504300"/>
                  </a:lnTo>
                  <a:lnTo>
                    <a:pt x="1173922" y="1504317"/>
                  </a:lnTo>
                  <a:lnTo>
                    <a:pt x="1173940" y="1504332"/>
                  </a:lnTo>
                  <a:lnTo>
                    <a:pt x="1173958" y="1504346"/>
                  </a:lnTo>
                  <a:lnTo>
                    <a:pt x="1173976" y="1504362"/>
                  </a:lnTo>
                  <a:lnTo>
                    <a:pt x="1173985" y="1504369"/>
                  </a:lnTo>
                  <a:lnTo>
                    <a:pt x="1173992" y="1504378"/>
                  </a:lnTo>
                  <a:lnTo>
                    <a:pt x="1174004" y="1504397"/>
                  </a:lnTo>
                  <a:lnTo>
                    <a:pt x="1174016" y="1504405"/>
                  </a:lnTo>
                  <a:lnTo>
                    <a:pt x="1174022" y="1504405"/>
                  </a:lnTo>
                  <a:lnTo>
                    <a:pt x="1174040" y="1504408"/>
                  </a:lnTo>
                  <a:lnTo>
                    <a:pt x="1174058" y="1504410"/>
                  </a:lnTo>
                  <a:lnTo>
                    <a:pt x="1174076" y="1504411"/>
                  </a:lnTo>
                  <a:lnTo>
                    <a:pt x="1174094" y="1504414"/>
                  </a:lnTo>
                  <a:lnTo>
                    <a:pt x="1174112" y="1504419"/>
                  </a:lnTo>
                  <a:lnTo>
                    <a:pt x="1174128" y="1504425"/>
                  </a:lnTo>
                  <a:lnTo>
                    <a:pt x="1174134" y="1504431"/>
                  </a:lnTo>
                  <a:lnTo>
                    <a:pt x="1174135" y="1504445"/>
                  </a:lnTo>
                  <a:lnTo>
                    <a:pt x="1174134" y="1504463"/>
                  </a:lnTo>
                  <a:lnTo>
                    <a:pt x="1174132" y="1504470"/>
                  </a:lnTo>
                  <a:lnTo>
                    <a:pt x="1174134" y="1504482"/>
                  </a:lnTo>
                  <a:lnTo>
                    <a:pt x="1174134" y="1504500"/>
                  </a:lnTo>
                  <a:lnTo>
                    <a:pt x="1174136" y="1504518"/>
                  </a:lnTo>
                  <a:lnTo>
                    <a:pt x="1174140" y="1504537"/>
                  </a:lnTo>
                  <a:lnTo>
                    <a:pt x="1174144" y="1504555"/>
                  </a:lnTo>
                  <a:lnTo>
                    <a:pt x="1174148" y="1504574"/>
                  </a:lnTo>
                  <a:lnTo>
                    <a:pt x="1174150" y="1504584"/>
                  </a:lnTo>
                  <a:lnTo>
                    <a:pt x="1174155" y="1504592"/>
                  </a:lnTo>
                  <a:lnTo>
                    <a:pt x="1174173" y="1504609"/>
                  </a:lnTo>
                  <a:lnTo>
                    <a:pt x="1174191" y="1504626"/>
                  </a:lnTo>
                  <a:lnTo>
                    <a:pt x="1174196" y="1504632"/>
                  </a:lnTo>
                  <a:lnTo>
                    <a:pt x="1174199" y="1504640"/>
                  </a:lnTo>
                  <a:lnTo>
                    <a:pt x="1174201" y="1504645"/>
                  </a:lnTo>
                  <a:lnTo>
                    <a:pt x="1174201" y="1504664"/>
                  </a:lnTo>
                  <a:lnTo>
                    <a:pt x="1174196" y="1504682"/>
                  </a:lnTo>
                  <a:lnTo>
                    <a:pt x="1174188" y="1504701"/>
                  </a:lnTo>
                  <a:lnTo>
                    <a:pt x="1174178" y="1504719"/>
                  </a:lnTo>
                  <a:lnTo>
                    <a:pt x="1174178" y="1504736"/>
                  </a:lnTo>
                  <a:lnTo>
                    <a:pt x="1174196" y="1504755"/>
                  </a:lnTo>
                  <a:lnTo>
                    <a:pt x="1174202" y="1504763"/>
                  </a:lnTo>
                  <a:lnTo>
                    <a:pt x="1174204" y="1504773"/>
                  </a:lnTo>
                  <a:lnTo>
                    <a:pt x="1174202" y="1504792"/>
                  </a:lnTo>
                  <a:lnTo>
                    <a:pt x="1174198" y="1504808"/>
                  </a:lnTo>
                  <a:lnTo>
                    <a:pt x="1174191" y="1504829"/>
                  </a:lnTo>
                  <a:lnTo>
                    <a:pt x="1174185" y="1504840"/>
                  </a:lnTo>
                  <a:lnTo>
                    <a:pt x="1174180" y="1504846"/>
                  </a:lnTo>
                  <a:lnTo>
                    <a:pt x="1174168" y="1504863"/>
                  </a:lnTo>
                  <a:lnTo>
                    <a:pt x="1174156" y="1504881"/>
                  </a:lnTo>
                  <a:lnTo>
                    <a:pt x="1174138" y="1504902"/>
                  </a:lnTo>
                  <a:lnTo>
                    <a:pt x="1174127" y="1504920"/>
                  </a:lnTo>
                  <a:lnTo>
                    <a:pt x="1174125" y="1504937"/>
                  </a:lnTo>
                  <a:lnTo>
                    <a:pt x="1174136" y="1504957"/>
                  </a:lnTo>
                  <a:lnTo>
                    <a:pt x="1174146" y="1504975"/>
                  </a:lnTo>
                  <a:lnTo>
                    <a:pt x="1174156" y="1504995"/>
                  </a:lnTo>
                  <a:lnTo>
                    <a:pt x="1174162" y="1505012"/>
                  </a:lnTo>
                  <a:lnTo>
                    <a:pt x="1174165" y="1505023"/>
                  </a:lnTo>
                  <a:lnTo>
                    <a:pt x="1174166" y="1505031"/>
                  </a:lnTo>
                  <a:lnTo>
                    <a:pt x="1174172" y="1505050"/>
                  </a:lnTo>
                  <a:lnTo>
                    <a:pt x="1174175" y="1505068"/>
                  </a:lnTo>
                  <a:lnTo>
                    <a:pt x="1174179" y="1505086"/>
                  </a:lnTo>
                  <a:lnTo>
                    <a:pt x="1174181" y="1505105"/>
                  </a:lnTo>
                  <a:lnTo>
                    <a:pt x="1174184" y="1505110"/>
                  </a:lnTo>
                  <a:lnTo>
                    <a:pt x="1174185" y="1505123"/>
                  </a:lnTo>
                  <a:lnTo>
                    <a:pt x="1174186" y="1505139"/>
                  </a:lnTo>
                  <a:lnTo>
                    <a:pt x="1174183" y="1505154"/>
                  </a:lnTo>
                  <a:lnTo>
                    <a:pt x="1174179" y="1505159"/>
                  </a:lnTo>
                  <a:lnTo>
                    <a:pt x="1174171" y="1505179"/>
                  </a:lnTo>
                  <a:lnTo>
                    <a:pt x="1174171" y="1505189"/>
                  </a:lnTo>
                  <a:lnTo>
                    <a:pt x="1174176" y="1505197"/>
                  </a:lnTo>
                  <a:lnTo>
                    <a:pt x="1174191" y="1505213"/>
                  </a:lnTo>
                  <a:lnTo>
                    <a:pt x="1174208" y="1505230"/>
                  </a:lnTo>
                  <a:lnTo>
                    <a:pt x="1174226" y="1505244"/>
                  </a:lnTo>
                  <a:lnTo>
                    <a:pt x="1174242" y="1505261"/>
                  </a:lnTo>
                  <a:lnTo>
                    <a:pt x="1174254" y="1505280"/>
                  </a:lnTo>
                  <a:lnTo>
                    <a:pt x="1174261" y="1505292"/>
                  </a:lnTo>
                  <a:lnTo>
                    <a:pt x="1174267" y="1505298"/>
                  </a:lnTo>
                  <a:lnTo>
                    <a:pt x="1174283" y="1505314"/>
                  </a:lnTo>
                  <a:lnTo>
                    <a:pt x="1174292" y="1505327"/>
                  </a:lnTo>
                  <a:lnTo>
                    <a:pt x="1174330" y="1505369"/>
                  </a:lnTo>
                  <a:lnTo>
                    <a:pt x="1174348" y="1505382"/>
                  </a:lnTo>
                  <a:lnTo>
                    <a:pt x="1174358" y="1505389"/>
                  </a:lnTo>
                  <a:lnTo>
                    <a:pt x="1174366" y="1505389"/>
                  </a:lnTo>
                  <a:lnTo>
                    <a:pt x="1174376" y="1505387"/>
                  </a:lnTo>
                  <a:lnTo>
                    <a:pt x="1174381" y="1505388"/>
                  </a:lnTo>
                  <a:lnTo>
                    <a:pt x="1174384" y="1505394"/>
                  </a:lnTo>
                  <a:lnTo>
                    <a:pt x="1174390" y="1505413"/>
                  </a:lnTo>
                  <a:lnTo>
                    <a:pt x="1174394" y="1505432"/>
                  </a:lnTo>
                  <a:lnTo>
                    <a:pt x="1174397" y="1505450"/>
                  </a:lnTo>
                  <a:lnTo>
                    <a:pt x="1174401" y="1505469"/>
                  </a:lnTo>
                  <a:lnTo>
                    <a:pt x="1174403" y="1505487"/>
                  </a:lnTo>
                  <a:lnTo>
                    <a:pt x="1174401" y="1505496"/>
                  </a:lnTo>
                  <a:lnTo>
                    <a:pt x="1174403" y="1505505"/>
                  </a:lnTo>
                  <a:lnTo>
                    <a:pt x="1174405" y="1505524"/>
                  </a:lnTo>
                  <a:lnTo>
                    <a:pt x="1174408" y="1505542"/>
                  </a:lnTo>
                  <a:lnTo>
                    <a:pt x="1174411" y="1505553"/>
                  </a:lnTo>
                  <a:lnTo>
                    <a:pt x="1174411" y="1505561"/>
                  </a:lnTo>
                  <a:lnTo>
                    <a:pt x="1174415" y="1505579"/>
                  </a:lnTo>
                  <a:lnTo>
                    <a:pt x="1174420" y="1505598"/>
                  </a:lnTo>
                  <a:lnTo>
                    <a:pt x="1174423" y="1505609"/>
                  </a:lnTo>
                  <a:lnTo>
                    <a:pt x="1174423" y="1505616"/>
                  </a:lnTo>
                  <a:lnTo>
                    <a:pt x="1174429" y="1505635"/>
                  </a:lnTo>
                  <a:lnTo>
                    <a:pt x="1174437" y="1505653"/>
                  </a:lnTo>
                  <a:lnTo>
                    <a:pt x="1174444" y="1505672"/>
                  </a:lnTo>
                  <a:lnTo>
                    <a:pt x="1174450" y="1505685"/>
                  </a:lnTo>
                  <a:lnTo>
                    <a:pt x="1174457" y="1505688"/>
                  </a:lnTo>
                  <a:lnTo>
                    <a:pt x="1174462" y="1505691"/>
                  </a:lnTo>
                  <a:lnTo>
                    <a:pt x="1174471" y="1505700"/>
                  </a:lnTo>
                  <a:lnTo>
                    <a:pt x="1174489" y="1505715"/>
                  </a:lnTo>
                  <a:lnTo>
                    <a:pt x="1174507" y="1505726"/>
                  </a:lnTo>
                  <a:lnTo>
                    <a:pt x="1174520" y="1505730"/>
                  </a:lnTo>
                  <a:lnTo>
                    <a:pt x="1174526" y="1505735"/>
                  </a:lnTo>
                  <a:lnTo>
                    <a:pt x="1174538" y="1505744"/>
                  </a:lnTo>
                  <a:lnTo>
                    <a:pt x="1174541" y="1505749"/>
                  </a:lnTo>
                  <a:lnTo>
                    <a:pt x="1174558" y="1505766"/>
                  </a:lnTo>
                  <a:lnTo>
                    <a:pt x="1174567" y="1505776"/>
                  </a:lnTo>
                  <a:lnTo>
                    <a:pt x="1174575" y="1505779"/>
                  </a:lnTo>
                  <a:lnTo>
                    <a:pt x="1174593" y="1505787"/>
                  </a:lnTo>
                  <a:lnTo>
                    <a:pt x="1174611" y="1505793"/>
                  </a:lnTo>
                  <a:lnTo>
                    <a:pt x="1174624" y="1505801"/>
                  </a:lnTo>
                  <a:lnTo>
                    <a:pt x="1174627" y="1505806"/>
                  </a:lnTo>
                  <a:lnTo>
                    <a:pt x="1174642" y="1505824"/>
                  </a:lnTo>
                  <a:lnTo>
                    <a:pt x="1174647" y="1505835"/>
                  </a:lnTo>
                  <a:lnTo>
                    <a:pt x="1174654" y="1505843"/>
                  </a:lnTo>
                  <a:lnTo>
                    <a:pt x="1174660" y="1505848"/>
                  </a:lnTo>
                  <a:lnTo>
                    <a:pt x="1174670" y="1505850"/>
                  </a:lnTo>
                  <a:lnTo>
                    <a:pt x="1174690" y="1505853"/>
                  </a:lnTo>
                  <a:lnTo>
                    <a:pt x="1174708" y="1505854"/>
                  </a:lnTo>
                  <a:lnTo>
                    <a:pt x="1174726" y="1505855"/>
                  </a:lnTo>
                  <a:lnTo>
                    <a:pt x="1174744" y="1505856"/>
                  </a:lnTo>
                  <a:lnTo>
                    <a:pt x="1174762" y="1505857"/>
                  </a:lnTo>
                  <a:lnTo>
                    <a:pt x="1174780" y="1505857"/>
                  </a:lnTo>
                  <a:lnTo>
                    <a:pt x="1174793" y="1505856"/>
                  </a:lnTo>
                  <a:lnTo>
                    <a:pt x="1174798" y="1505857"/>
                  </a:lnTo>
                  <a:lnTo>
                    <a:pt x="1174816" y="1505858"/>
                  </a:lnTo>
                  <a:lnTo>
                    <a:pt x="1174834" y="1505863"/>
                  </a:lnTo>
                  <a:lnTo>
                    <a:pt x="1174852" y="1505866"/>
                  </a:lnTo>
                  <a:lnTo>
                    <a:pt x="1174870" y="1505870"/>
                  </a:lnTo>
                  <a:lnTo>
                    <a:pt x="1174888" y="1505874"/>
                  </a:lnTo>
                  <a:lnTo>
                    <a:pt x="1174906" y="1505875"/>
                  </a:lnTo>
                  <a:lnTo>
                    <a:pt x="1174924" y="1505880"/>
                  </a:lnTo>
                  <a:lnTo>
                    <a:pt x="1174942" y="1505887"/>
                  </a:lnTo>
                  <a:lnTo>
                    <a:pt x="1174960" y="1505895"/>
                  </a:lnTo>
                  <a:lnTo>
                    <a:pt x="1174979" y="1505906"/>
                  </a:lnTo>
                  <a:lnTo>
                    <a:pt x="1174996" y="1505916"/>
                  </a:lnTo>
                  <a:lnTo>
                    <a:pt x="1175006" y="1505924"/>
                  </a:lnTo>
                  <a:lnTo>
                    <a:pt x="1175014" y="1505926"/>
                  </a:lnTo>
                  <a:lnTo>
                    <a:pt x="1175026" y="1505924"/>
                  </a:lnTo>
                  <a:lnTo>
                    <a:pt x="1175033" y="1505919"/>
                  </a:lnTo>
                  <a:lnTo>
                    <a:pt x="1175041" y="1505912"/>
                  </a:lnTo>
                  <a:lnTo>
                    <a:pt x="1175047" y="1505904"/>
                  </a:lnTo>
                  <a:lnTo>
                    <a:pt x="1175085" y="1505831"/>
                  </a:lnTo>
                  <a:lnTo>
                    <a:pt x="1175087" y="1505823"/>
                  </a:lnTo>
                  <a:lnTo>
                    <a:pt x="1175094" y="1505805"/>
                  </a:lnTo>
                  <a:lnTo>
                    <a:pt x="1175104" y="1505786"/>
                  </a:lnTo>
                  <a:lnTo>
                    <a:pt x="1175116" y="1505768"/>
                  </a:lnTo>
                  <a:lnTo>
                    <a:pt x="1175125" y="1505749"/>
                  </a:lnTo>
                  <a:lnTo>
                    <a:pt x="1175129" y="1505741"/>
                  </a:lnTo>
                  <a:lnTo>
                    <a:pt x="1175135" y="1505733"/>
                  </a:lnTo>
                  <a:lnTo>
                    <a:pt x="1175147" y="1505713"/>
                  </a:lnTo>
                  <a:lnTo>
                    <a:pt x="1175160" y="1505695"/>
                  </a:lnTo>
                  <a:lnTo>
                    <a:pt x="1175174" y="1505676"/>
                  </a:lnTo>
                  <a:lnTo>
                    <a:pt x="1175185" y="1505658"/>
                  </a:lnTo>
                  <a:lnTo>
                    <a:pt x="1175189" y="1505639"/>
                  </a:lnTo>
                  <a:lnTo>
                    <a:pt x="1175188" y="1505621"/>
                  </a:lnTo>
                  <a:lnTo>
                    <a:pt x="1175191" y="1505600"/>
                  </a:lnTo>
                  <a:lnTo>
                    <a:pt x="1175198" y="1505590"/>
                  </a:lnTo>
                  <a:lnTo>
                    <a:pt x="1175204" y="1505584"/>
                  </a:lnTo>
                  <a:lnTo>
                    <a:pt x="1175217" y="1505568"/>
                  </a:lnTo>
                  <a:lnTo>
                    <a:pt x="1175222" y="1505558"/>
                  </a:lnTo>
                  <a:lnTo>
                    <a:pt x="1175230" y="1505550"/>
                  </a:lnTo>
                  <a:lnTo>
                    <a:pt x="1175244" y="1505532"/>
                  </a:lnTo>
                  <a:lnTo>
                    <a:pt x="1175256" y="1505516"/>
                  </a:lnTo>
                  <a:lnTo>
                    <a:pt x="1175289" y="1505459"/>
                  </a:lnTo>
                  <a:lnTo>
                    <a:pt x="1175303" y="1505441"/>
                  </a:lnTo>
                  <a:lnTo>
                    <a:pt x="1175318" y="1505424"/>
                  </a:lnTo>
                  <a:lnTo>
                    <a:pt x="1175330" y="1505405"/>
                  </a:lnTo>
                  <a:lnTo>
                    <a:pt x="1175338" y="1505396"/>
                  </a:lnTo>
                  <a:lnTo>
                    <a:pt x="1175341" y="1505387"/>
                  </a:lnTo>
                  <a:lnTo>
                    <a:pt x="1175342" y="1505369"/>
                  </a:lnTo>
                  <a:lnTo>
                    <a:pt x="1175334" y="1505350"/>
                  </a:lnTo>
                  <a:lnTo>
                    <a:pt x="1175327" y="1505332"/>
                  </a:lnTo>
                  <a:lnTo>
                    <a:pt x="1175325" y="1505313"/>
                  </a:lnTo>
                  <a:lnTo>
                    <a:pt x="1175333" y="1505295"/>
                  </a:lnTo>
                  <a:lnTo>
                    <a:pt x="1175336" y="1505287"/>
                  </a:lnTo>
                  <a:lnTo>
                    <a:pt x="1175346" y="1505276"/>
                  </a:lnTo>
                  <a:lnTo>
                    <a:pt x="1175358" y="1505258"/>
                  </a:lnTo>
                  <a:lnTo>
                    <a:pt x="1175369" y="1505237"/>
                  </a:lnTo>
                  <a:lnTo>
                    <a:pt x="1175374" y="1505223"/>
                  </a:lnTo>
                  <a:lnTo>
                    <a:pt x="1175376" y="1505203"/>
                  </a:lnTo>
                  <a:lnTo>
                    <a:pt x="1175387" y="1505194"/>
                  </a:lnTo>
                  <a:lnTo>
                    <a:pt x="1175395" y="1505191"/>
                  </a:lnTo>
                  <a:lnTo>
                    <a:pt x="1175413" y="1505189"/>
                  </a:lnTo>
                  <a:lnTo>
                    <a:pt x="1175431" y="1505189"/>
                  </a:lnTo>
                  <a:lnTo>
                    <a:pt x="1175450" y="1505188"/>
                  </a:lnTo>
                  <a:lnTo>
                    <a:pt x="1175469" y="1505187"/>
                  </a:lnTo>
                  <a:lnTo>
                    <a:pt x="1175475" y="1505187"/>
                  </a:lnTo>
                  <a:lnTo>
                    <a:pt x="1175485" y="1505183"/>
                  </a:lnTo>
                  <a:lnTo>
                    <a:pt x="1175503" y="1505174"/>
                  </a:lnTo>
                  <a:lnTo>
                    <a:pt x="1175521" y="1505163"/>
                  </a:lnTo>
                  <a:lnTo>
                    <a:pt x="1175534" y="1505158"/>
                  </a:lnTo>
                  <a:lnTo>
                    <a:pt x="1175539" y="1505154"/>
                  </a:lnTo>
                  <a:lnTo>
                    <a:pt x="1175546" y="1505152"/>
                  </a:lnTo>
                  <a:lnTo>
                    <a:pt x="1175557" y="1505145"/>
                  </a:lnTo>
                  <a:lnTo>
                    <a:pt x="1175575" y="1505131"/>
                  </a:lnTo>
                  <a:lnTo>
                    <a:pt x="1175592" y="1505113"/>
                  </a:lnTo>
                  <a:lnTo>
                    <a:pt x="1175608" y="1505096"/>
                  </a:lnTo>
                  <a:lnTo>
                    <a:pt x="1175621" y="1505077"/>
                  </a:lnTo>
                  <a:lnTo>
                    <a:pt x="1175631" y="1505067"/>
                  </a:lnTo>
                  <a:lnTo>
                    <a:pt x="1175638" y="1505061"/>
                  </a:lnTo>
                  <a:lnTo>
                    <a:pt x="1175656" y="1505053"/>
                  </a:lnTo>
                  <a:lnTo>
                    <a:pt x="1175665" y="1505051"/>
                  </a:lnTo>
                  <a:lnTo>
                    <a:pt x="1175674" y="1505047"/>
                  </a:lnTo>
                  <a:lnTo>
                    <a:pt x="1175690" y="1505038"/>
                  </a:lnTo>
                  <a:lnTo>
                    <a:pt x="1175706" y="1505021"/>
                  </a:lnTo>
                  <a:lnTo>
                    <a:pt x="1175714" y="1505008"/>
                  </a:lnTo>
                  <a:lnTo>
                    <a:pt x="1175720" y="1505003"/>
                  </a:lnTo>
                  <a:lnTo>
                    <a:pt x="1175738" y="1504993"/>
                  </a:lnTo>
                  <a:lnTo>
                    <a:pt x="1175756" y="1504983"/>
                  </a:lnTo>
                  <a:lnTo>
                    <a:pt x="1175774" y="1504975"/>
                  </a:lnTo>
                  <a:lnTo>
                    <a:pt x="1175791" y="1504967"/>
                  </a:lnTo>
                  <a:lnTo>
                    <a:pt x="1175810" y="1504959"/>
                  </a:lnTo>
                  <a:lnTo>
                    <a:pt x="1175818" y="1504953"/>
                  </a:lnTo>
                  <a:lnTo>
                    <a:pt x="1175828" y="1504952"/>
                  </a:lnTo>
                  <a:lnTo>
                    <a:pt x="1175846" y="1504952"/>
                  </a:lnTo>
                  <a:lnTo>
                    <a:pt x="1175859" y="1504949"/>
                  </a:lnTo>
                  <a:lnTo>
                    <a:pt x="1175863" y="1504944"/>
                  </a:lnTo>
                  <a:lnTo>
                    <a:pt x="1175866" y="1504926"/>
                  </a:lnTo>
                  <a:lnTo>
                    <a:pt x="1175870" y="1504907"/>
                  </a:lnTo>
                  <a:lnTo>
                    <a:pt x="1175880" y="1504889"/>
                  </a:lnTo>
                  <a:lnTo>
                    <a:pt x="1175890" y="1504870"/>
                  </a:lnTo>
                  <a:lnTo>
                    <a:pt x="1175898" y="1504852"/>
                  </a:lnTo>
                  <a:lnTo>
                    <a:pt x="1175908" y="1504833"/>
                  </a:lnTo>
                  <a:lnTo>
                    <a:pt x="1175920" y="1504815"/>
                  </a:lnTo>
                  <a:lnTo>
                    <a:pt x="1175932" y="1504796"/>
                  </a:lnTo>
                  <a:lnTo>
                    <a:pt x="1175947" y="1504779"/>
                  </a:lnTo>
                  <a:lnTo>
                    <a:pt x="1175964" y="1504773"/>
                  </a:lnTo>
                  <a:lnTo>
                    <a:pt x="1175982" y="1504766"/>
                  </a:lnTo>
                  <a:lnTo>
                    <a:pt x="1176000" y="1504757"/>
                  </a:lnTo>
                  <a:lnTo>
                    <a:pt x="1176018" y="1504746"/>
                  </a:lnTo>
                  <a:lnTo>
                    <a:pt x="1176027" y="1504737"/>
                  </a:lnTo>
                  <a:lnTo>
                    <a:pt x="1176051" y="1504709"/>
                  </a:lnTo>
                  <a:lnTo>
                    <a:pt x="1176057" y="1504705"/>
                  </a:lnTo>
                  <a:lnTo>
                    <a:pt x="1176071" y="1504693"/>
                  </a:lnTo>
                  <a:lnTo>
                    <a:pt x="1176088" y="1504679"/>
                  </a:lnTo>
                  <a:lnTo>
                    <a:pt x="1176106" y="1504665"/>
                  </a:lnTo>
                  <a:lnTo>
                    <a:pt x="1176124" y="1504647"/>
                  </a:lnTo>
                  <a:lnTo>
                    <a:pt x="1176141" y="1504631"/>
                  </a:lnTo>
                  <a:lnTo>
                    <a:pt x="1176157" y="1504613"/>
                  </a:lnTo>
                  <a:lnTo>
                    <a:pt x="1176162" y="1504611"/>
                  </a:lnTo>
                  <a:lnTo>
                    <a:pt x="1176173" y="1504600"/>
                  </a:lnTo>
                  <a:lnTo>
                    <a:pt x="1176188" y="1504583"/>
                  </a:lnTo>
                  <a:lnTo>
                    <a:pt x="1176201" y="1504564"/>
                  </a:lnTo>
                  <a:lnTo>
                    <a:pt x="1176214" y="1504547"/>
                  </a:lnTo>
                  <a:lnTo>
                    <a:pt x="1176224" y="1504527"/>
                  </a:lnTo>
                  <a:lnTo>
                    <a:pt x="1176240" y="1504509"/>
                  </a:lnTo>
                  <a:lnTo>
                    <a:pt x="1176256" y="1504491"/>
                  </a:lnTo>
                  <a:lnTo>
                    <a:pt x="1176274" y="1504477"/>
                  </a:lnTo>
                  <a:lnTo>
                    <a:pt x="1176292" y="1504466"/>
                  </a:lnTo>
                  <a:lnTo>
                    <a:pt x="1176311" y="1504455"/>
                  </a:lnTo>
                  <a:lnTo>
                    <a:pt x="1176321" y="1504448"/>
                  </a:lnTo>
                  <a:lnTo>
                    <a:pt x="1176325" y="1504440"/>
                  </a:lnTo>
                  <a:lnTo>
                    <a:pt x="1176333" y="1504422"/>
                  </a:lnTo>
                  <a:lnTo>
                    <a:pt x="1176336" y="1504403"/>
                  </a:lnTo>
                  <a:lnTo>
                    <a:pt x="1176338" y="1504385"/>
                  </a:lnTo>
                  <a:lnTo>
                    <a:pt x="1176342" y="1504366"/>
                  </a:lnTo>
                  <a:lnTo>
                    <a:pt x="1176346" y="1504348"/>
                  </a:lnTo>
                  <a:lnTo>
                    <a:pt x="1176346" y="1504342"/>
                  </a:lnTo>
                  <a:lnTo>
                    <a:pt x="1176351" y="1504329"/>
                  </a:lnTo>
                  <a:lnTo>
                    <a:pt x="1176353" y="1504319"/>
                  </a:lnTo>
                  <a:lnTo>
                    <a:pt x="1176359" y="1504311"/>
                  </a:lnTo>
                  <a:lnTo>
                    <a:pt x="1176368" y="1504292"/>
                  </a:lnTo>
                  <a:lnTo>
                    <a:pt x="1176382" y="1504275"/>
                  </a:lnTo>
                  <a:lnTo>
                    <a:pt x="1176400" y="1504260"/>
                  </a:lnTo>
                  <a:lnTo>
                    <a:pt x="1176418" y="1504249"/>
                  </a:lnTo>
                  <a:lnTo>
                    <a:pt x="1176427" y="1504240"/>
                  </a:lnTo>
                  <a:lnTo>
                    <a:pt x="1176435" y="1504236"/>
                  </a:lnTo>
                  <a:lnTo>
                    <a:pt x="1176442" y="1504236"/>
                  </a:lnTo>
                  <a:lnTo>
                    <a:pt x="1176471" y="1504269"/>
                  </a:lnTo>
                  <a:lnTo>
                    <a:pt x="1176474" y="1504275"/>
                  </a:lnTo>
                  <a:lnTo>
                    <a:pt x="1176488" y="1504284"/>
                  </a:lnTo>
                  <a:lnTo>
                    <a:pt x="1176504" y="1504298"/>
                  </a:lnTo>
                  <a:lnTo>
                    <a:pt x="1176519" y="1504316"/>
                  </a:lnTo>
                  <a:lnTo>
                    <a:pt x="1176526" y="1504323"/>
                  </a:lnTo>
                  <a:lnTo>
                    <a:pt x="1176537" y="1504330"/>
                  </a:lnTo>
                  <a:lnTo>
                    <a:pt x="1176555" y="1504339"/>
                  </a:lnTo>
                  <a:lnTo>
                    <a:pt x="1176571" y="1504346"/>
                  </a:lnTo>
                  <a:lnTo>
                    <a:pt x="1176591" y="1504348"/>
                  </a:lnTo>
                  <a:lnTo>
                    <a:pt x="1176607" y="1504344"/>
                  </a:lnTo>
                  <a:lnTo>
                    <a:pt x="1176656" y="1504320"/>
                  </a:lnTo>
                  <a:lnTo>
                    <a:pt x="1176696" y="1504303"/>
                  </a:lnTo>
                  <a:lnTo>
                    <a:pt x="1176714" y="1504298"/>
                  </a:lnTo>
                  <a:lnTo>
                    <a:pt x="1176732" y="1504297"/>
                  </a:lnTo>
                  <a:lnTo>
                    <a:pt x="1176745" y="1504297"/>
                  </a:lnTo>
                  <a:lnTo>
                    <a:pt x="1176758" y="1504297"/>
                  </a:lnTo>
                  <a:lnTo>
                    <a:pt x="1176768" y="1504297"/>
                  </a:lnTo>
                  <a:lnTo>
                    <a:pt x="1176785" y="1504297"/>
                  </a:lnTo>
                  <a:lnTo>
                    <a:pt x="1176803" y="1504299"/>
                  </a:lnTo>
                  <a:lnTo>
                    <a:pt x="1176821" y="1504301"/>
                  </a:lnTo>
                  <a:lnTo>
                    <a:pt x="1176840" y="1504302"/>
                  </a:lnTo>
                  <a:lnTo>
                    <a:pt x="1176858" y="1504302"/>
                  </a:lnTo>
                  <a:lnTo>
                    <a:pt x="1176876" y="1504302"/>
                  </a:lnTo>
                  <a:lnTo>
                    <a:pt x="1176893" y="1504303"/>
                  </a:lnTo>
                  <a:lnTo>
                    <a:pt x="1176911" y="1504304"/>
                  </a:lnTo>
                  <a:lnTo>
                    <a:pt x="1176929" y="1504307"/>
                  </a:lnTo>
                  <a:lnTo>
                    <a:pt x="1176939" y="1504310"/>
                  </a:lnTo>
                  <a:lnTo>
                    <a:pt x="1176947" y="1504316"/>
                  </a:lnTo>
                  <a:lnTo>
                    <a:pt x="1176964" y="1504324"/>
                  </a:lnTo>
                  <a:lnTo>
                    <a:pt x="1176982" y="1504324"/>
                  </a:lnTo>
                  <a:lnTo>
                    <a:pt x="1176993" y="1504323"/>
                  </a:lnTo>
                  <a:lnTo>
                    <a:pt x="1177001" y="1504326"/>
                  </a:lnTo>
                  <a:lnTo>
                    <a:pt x="1177019" y="1504332"/>
                  </a:lnTo>
                  <a:lnTo>
                    <a:pt x="1177037" y="1504338"/>
                  </a:lnTo>
                  <a:lnTo>
                    <a:pt x="1177055" y="1504345"/>
                  </a:lnTo>
                  <a:lnTo>
                    <a:pt x="1177067" y="1504350"/>
                  </a:lnTo>
                  <a:lnTo>
                    <a:pt x="1177073" y="1504355"/>
                  </a:lnTo>
                  <a:lnTo>
                    <a:pt x="1177091" y="1504361"/>
                  </a:lnTo>
                  <a:lnTo>
                    <a:pt x="1177109" y="1504368"/>
                  </a:lnTo>
                  <a:lnTo>
                    <a:pt x="1177127" y="1504375"/>
                  </a:lnTo>
                  <a:lnTo>
                    <a:pt x="1177143" y="1504382"/>
                  </a:lnTo>
                  <a:lnTo>
                    <a:pt x="1177163" y="1504387"/>
                  </a:lnTo>
                  <a:lnTo>
                    <a:pt x="1177181" y="1504388"/>
                  </a:lnTo>
                  <a:lnTo>
                    <a:pt x="1177188" y="1504386"/>
                  </a:lnTo>
                  <a:lnTo>
                    <a:pt x="1177198" y="1504386"/>
                  </a:lnTo>
                  <a:lnTo>
                    <a:pt x="1177217" y="1504388"/>
                  </a:lnTo>
                  <a:lnTo>
                    <a:pt x="1177229" y="1504386"/>
                  </a:lnTo>
                  <a:lnTo>
                    <a:pt x="1177236" y="1504381"/>
                  </a:lnTo>
                  <a:lnTo>
                    <a:pt x="1177241" y="1504378"/>
                  </a:lnTo>
                  <a:lnTo>
                    <a:pt x="1177244" y="1504373"/>
                  </a:lnTo>
                  <a:lnTo>
                    <a:pt x="1177248" y="1504367"/>
                  </a:lnTo>
                  <a:lnTo>
                    <a:pt x="1177261" y="1504365"/>
                  </a:lnTo>
                  <a:lnTo>
                    <a:pt x="1177267" y="1504367"/>
                  </a:lnTo>
                  <a:lnTo>
                    <a:pt x="1177285" y="1504370"/>
                  </a:lnTo>
                  <a:lnTo>
                    <a:pt x="1177302" y="1504372"/>
                  </a:lnTo>
                  <a:lnTo>
                    <a:pt x="1177305" y="1504367"/>
                  </a:lnTo>
                  <a:lnTo>
                    <a:pt x="1177305" y="1504355"/>
                  </a:lnTo>
                  <a:lnTo>
                    <a:pt x="1177299" y="1504335"/>
                  </a:lnTo>
                  <a:lnTo>
                    <a:pt x="1177296" y="1504317"/>
                  </a:lnTo>
                  <a:lnTo>
                    <a:pt x="1177288" y="1504299"/>
                  </a:lnTo>
                  <a:lnTo>
                    <a:pt x="1177282" y="1504280"/>
                  </a:lnTo>
                  <a:lnTo>
                    <a:pt x="1177274" y="1504262"/>
                  </a:lnTo>
                  <a:lnTo>
                    <a:pt x="1177270" y="1504257"/>
                  </a:lnTo>
                  <a:lnTo>
                    <a:pt x="1177269" y="1504249"/>
                  </a:lnTo>
                  <a:lnTo>
                    <a:pt x="1177266" y="1504243"/>
                  </a:lnTo>
                  <a:lnTo>
                    <a:pt x="1177261" y="1504225"/>
                  </a:lnTo>
                  <a:lnTo>
                    <a:pt x="1177259" y="1504212"/>
                  </a:lnTo>
                  <a:lnTo>
                    <a:pt x="1177261" y="1504206"/>
                  </a:lnTo>
                  <a:lnTo>
                    <a:pt x="1177266" y="1504194"/>
                  </a:lnTo>
                  <a:lnTo>
                    <a:pt x="1177285" y="1504173"/>
                  </a:lnTo>
                  <a:lnTo>
                    <a:pt x="1177292" y="1504167"/>
                  </a:lnTo>
                  <a:lnTo>
                    <a:pt x="1177320" y="1504134"/>
                  </a:lnTo>
                  <a:lnTo>
                    <a:pt x="1177327" y="1504122"/>
                  </a:lnTo>
                  <a:lnTo>
                    <a:pt x="1177329" y="1504115"/>
                  </a:lnTo>
                  <a:lnTo>
                    <a:pt x="1177334" y="1504104"/>
                  </a:lnTo>
                  <a:lnTo>
                    <a:pt x="1177340" y="1504096"/>
                  </a:lnTo>
                  <a:lnTo>
                    <a:pt x="1177357" y="1504085"/>
                  </a:lnTo>
                  <a:lnTo>
                    <a:pt x="1177367" y="1504082"/>
                  </a:lnTo>
                  <a:lnTo>
                    <a:pt x="1177376" y="1504082"/>
                  </a:lnTo>
                  <a:lnTo>
                    <a:pt x="1177394" y="1504084"/>
                  </a:lnTo>
                  <a:lnTo>
                    <a:pt x="1177412" y="1504087"/>
                  </a:lnTo>
                  <a:lnTo>
                    <a:pt x="1177430" y="1504092"/>
                  </a:lnTo>
                  <a:lnTo>
                    <a:pt x="1177448" y="1504096"/>
                  </a:lnTo>
                  <a:lnTo>
                    <a:pt x="1177466" y="1504102"/>
                  </a:lnTo>
                  <a:lnTo>
                    <a:pt x="1177484" y="1504107"/>
                  </a:lnTo>
                  <a:lnTo>
                    <a:pt x="1177502" y="1504111"/>
                  </a:lnTo>
                  <a:lnTo>
                    <a:pt x="1177518" y="1504115"/>
                  </a:lnTo>
                  <a:lnTo>
                    <a:pt x="1177538" y="1504120"/>
                  </a:lnTo>
                  <a:lnTo>
                    <a:pt x="1177556" y="1504122"/>
                  </a:lnTo>
                  <a:lnTo>
                    <a:pt x="1177574" y="1504120"/>
                  </a:lnTo>
                  <a:lnTo>
                    <a:pt x="1177581" y="1504116"/>
                  </a:lnTo>
                  <a:lnTo>
                    <a:pt x="1177590" y="1504114"/>
                  </a:lnTo>
                  <a:lnTo>
                    <a:pt x="1177609" y="1504101"/>
                  </a:lnTo>
                  <a:lnTo>
                    <a:pt x="1177616" y="1504094"/>
                  </a:lnTo>
                  <a:lnTo>
                    <a:pt x="1177627" y="1504087"/>
                  </a:lnTo>
                  <a:lnTo>
                    <a:pt x="1177638" y="1504080"/>
                  </a:lnTo>
                  <a:lnTo>
                    <a:pt x="1177645" y="1504078"/>
                  </a:lnTo>
                  <a:lnTo>
                    <a:pt x="1177650" y="1504076"/>
                  </a:lnTo>
                  <a:lnTo>
                    <a:pt x="1177663" y="1504068"/>
                  </a:lnTo>
                  <a:lnTo>
                    <a:pt x="1177681" y="1504057"/>
                  </a:lnTo>
                  <a:lnTo>
                    <a:pt x="1177699" y="1504045"/>
                  </a:lnTo>
                  <a:lnTo>
                    <a:pt x="1177717" y="1504032"/>
                  </a:lnTo>
                  <a:lnTo>
                    <a:pt x="1177735" y="1504016"/>
                  </a:lnTo>
                  <a:lnTo>
                    <a:pt x="1177753" y="1504006"/>
                  </a:lnTo>
                  <a:lnTo>
                    <a:pt x="1177771" y="1503993"/>
                  </a:lnTo>
                  <a:lnTo>
                    <a:pt x="1177788" y="1503982"/>
                  </a:lnTo>
                  <a:lnTo>
                    <a:pt x="1177797" y="1503977"/>
                  </a:lnTo>
                  <a:lnTo>
                    <a:pt x="1177806" y="1503974"/>
                  </a:lnTo>
                  <a:lnTo>
                    <a:pt x="1177824" y="1503972"/>
                  </a:lnTo>
                  <a:lnTo>
                    <a:pt x="1177842" y="1503969"/>
                  </a:lnTo>
                  <a:lnTo>
                    <a:pt x="1177850" y="1503964"/>
                  </a:lnTo>
                  <a:lnTo>
                    <a:pt x="1177854" y="1503953"/>
                  </a:lnTo>
                  <a:lnTo>
                    <a:pt x="1177857" y="1503935"/>
                  </a:lnTo>
                  <a:lnTo>
                    <a:pt x="1177865" y="1503918"/>
                  </a:lnTo>
                  <a:lnTo>
                    <a:pt x="1177871" y="1503909"/>
                  </a:lnTo>
                  <a:lnTo>
                    <a:pt x="1177879" y="1503899"/>
                  </a:lnTo>
                  <a:lnTo>
                    <a:pt x="1177894" y="1503880"/>
                  </a:lnTo>
                  <a:lnTo>
                    <a:pt x="1177908" y="1503863"/>
                  </a:lnTo>
                  <a:lnTo>
                    <a:pt x="1177917" y="1503853"/>
                  </a:lnTo>
                  <a:lnTo>
                    <a:pt x="1177921" y="1503846"/>
                  </a:lnTo>
                  <a:lnTo>
                    <a:pt x="1177924" y="1503837"/>
                  </a:lnTo>
                  <a:lnTo>
                    <a:pt x="1177925" y="1503827"/>
                  </a:lnTo>
                  <a:lnTo>
                    <a:pt x="1177929" y="1503809"/>
                  </a:lnTo>
                  <a:lnTo>
                    <a:pt x="1177932" y="1503790"/>
                  </a:lnTo>
                  <a:lnTo>
                    <a:pt x="1177936" y="1503771"/>
                  </a:lnTo>
                  <a:lnTo>
                    <a:pt x="1177937" y="1503753"/>
                  </a:lnTo>
                  <a:lnTo>
                    <a:pt x="1177938" y="1503735"/>
                  </a:lnTo>
                  <a:lnTo>
                    <a:pt x="1177938" y="1503716"/>
                  </a:lnTo>
                  <a:lnTo>
                    <a:pt x="1177938" y="1503704"/>
                  </a:lnTo>
                  <a:lnTo>
                    <a:pt x="1177936" y="1503698"/>
                  </a:lnTo>
                  <a:lnTo>
                    <a:pt x="1177935" y="1503690"/>
                  </a:lnTo>
                  <a:lnTo>
                    <a:pt x="1177937" y="1503677"/>
                  </a:lnTo>
                  <a:lnTo>
                    <a:pt x="1177946" y="1503667"/>
                  </a:lnTo>
                  <a:lnTo>
                    <a:pt x="1177970" y="1503653"/>
                  </a:lnTo>
                  <a:lnTo>
                    <a:pt x="1177990" y="1503643"/>
                  </a:lnTo>
                  <a:lnTo>
                    <a:pt x="1177998" y="1503636"/>
                  </a:lnTo>
                  <a:lnTo>
                    <a:pt x="1178005" y="1503627"/>
                  </a:lnTo>
                  <a:lnTo>
                    <a:pt x="1178011" y="1503617"/>
                  </a:lnTo>
                  <a:lnTo>
                    <a:pt x="1178014" y="1503608"/>
                  </a:lnTo>
                  <a:lnTo>
                    <a:pt x="1178018" y="1503590"/>
                  </a:lnTo>
                  <a:lnTo>
                    <a:pt x="1178019" y="1503584"/>
                  </a:lnTo>
                  <a:lnTo>
                    <a:pt x="1178026" y="1503572"/>
                  </a:lnTo>
                  <a:lnTo>
                    <a:pt x="1178030" y="1503564"/>
                  </a:lnTo>
                  <a:lnTo>
                    <a:pt x="1178033" y="1503553"/>
                  </a:lnTo>
                  <a:lnTo>
                    <a:pt x="1178034" y="1503535"/>
                  </a:lnTo>
                  <a:lnTo>
                    <a:pt x="1178030" y="1503516"/>
                  </a:lnTo>
                  <a:lnTo>
                    <a:pt x="1178030" y="1503505"/>
                  </a:lnTo>
                  <a:lnTo>
                    <a:pt x="1178028" y="1503498"/>
                  </a:lnTo>
                  <a:lnTo>
                    <a:pt x="1178026" y="1503479"/>
                  </a:lnTo>
                  <a:lnTo>
                    <a:pt x="1178023" y="1503460"/>
                  </a:lnTo>
                  <a:lnTo>
                    <a:pt x="1178018" y="1503442"/>
                  </a:lnTo>
                  <a:lnTo>
                    <a:pt x="1178014" y="1503424"/>
                  </a:lnTo>
                  <a:lnTo>
                    <a:pt x="1178011" y="1503405"/>
                  </a:lnTo>
                  <a:lnTo>
                    <a:pt x="1178006" y="1503387"/>
                  </a:lnTo>
                  <a:lnTo>
                    <a:pt x="1178008" y="1503376"/>
                  </a:lnTo>
                  <a:lnTo>
                    <a:pt x="1178016" y="1503368"/>
                  </a:lnTo>
                  <a:lnTo>
                    <a:pt x="1178033" y="1503355"/>
                  </a:lnTo>
                  <a:lnTo>
                    <a:pt x="1178062" y="1503330"/>
                  </a:lnTo>
                  <a:lnTo>
                    <a:pt x="1178085" y="1503320"/>
                  </a:lnTo>
                  <a:lnTo>
                    <a:pt x="1178131" y="1503289"/>
                  </a:lnTo>
                  <a:lnTo>
                    <a:pt x="1178157" y="1503274"/>
                  </a:lnTo>
                  <a:lnTo>
                    <a:pt x="1178174" y="1503265"/>
                  </a:lnTo>
                  <a:lnTo>
                    <a:pt x="1178192" y="1503255"/>
                  </a:lnTo>
                  <a:lnTo>
                    <a:pt x="1178210" y="1503245"/>
                  </a:lnTo>
                  <a:lnTo>
                    <a:pt x="1178228" y="1503235"/>
                  </a:lnTo>
                  <a:lnTo>
                    <a:pt x="1178240" y="1503230"/>
                  </a:lnTo>
                  <a:lnTo>
                    <a:pt x="1178252" y="1503229"/>
                  </a:lnTo>
                  <a:lnTo>
                    <a:pt x="1178259" y="1503228"/>
                  </a:lnTo>
                  <a:lnTo>
                    <a:pt x="1178264" y="1503226"/>
                  </a:lnTo>
                  <a:lnTo>
                    <a:pt x="1178282" y="1503223"/>
                  </a:lnTo>
                  <a:lnTo>
                    <a:pt x="1178300" y="1503219"/>
                  </a:lnTo>
                  <a:lnTo>
                    <a:pt x="1178318" y="1503218"/>
                  </a:lnTo>
                  <a:lnTo>
                    <a:pt x="1178335" y="1503214"/>
                  </a:lnTo>
                  <a:lnTo>
                    <a:pt x="1178354" y="1503214"/>
                  </a:lnTo>
                  <a:lnTo>
                    <a:pt x="1178372" y="1503218"/>
                  </a:lnTo>
                  <a:lnTo>
                    <a:pt x="1178383" y="1503221"/>
                  </a:lnTo>
                  <a:lnTo>
                    <a:pt x="1178390" y="1503221"/>
                  </a:lnTo>
                  <a:lnTo>
                    <a:pt x="1178408" y="1503217"/>
                  </a:lnTo>
                  <a:lnTo>
                    <a:pt x="1178425" y="1503212"/>
                  </a:lnTo>
                  <a:lnTo>
                    <a:pt x="1178442" y="1503211"/>
                  </a:lnTo>
                  <a:lnTo>
                    <a:pt x="1178461" y="1503212"/>
                  </a:lnTo>
                  <a:lnTo>
                    <a:pt x="1178479" y="1503214"/>
                  </a:lnTo>
                  <a:lnTo>
                    <a:pt x="1178497" y="1503216"/>
                  </a:lnTo>
                  <a:lnTo>
                    <a:pt x="1178510" y="1503215"/>
                  </a:lnTo>
                  <a:lnTo>
                    <a:pt x="1178515" y="1503213"/>
                  </a:lnTo>
                  <a:lnTo>
                    <a:pt x="1178533" y="1503211"/>
                  </a:lnTo>
                  <a:lnTo>
                    <a:pt x="1178551" y="1503211"/>
                  </a:lnTo>
                  <a:lnTo>
                    <a:pt x="1178562" y="1503211"/>
                  </a:lnTo>
                  <a:lnTo>
                    <a:pt x="1178569" y="1503214"/>
                  </a:lnTo>
                  <a:lnTo>
                    <a:pt x="1178586" y="1503220"/>
                  </a:lnTo>
                  <a:lnTo>
                    <a:pt x="1178605" y="1503237"/>
                  </a:lnTo>
                  <a:lnTo>
                    <a:pt x="1178623" y="1503253"/>
                  </a:lnTo>
                  <a:lnTo>
                    <a:pt x="1178641" y="1503269"/>
                  </a:lnTo>
                  <a:lnTo>
                    <a:pt x="1178657" y="1503274"/>
                  </a:lnTo>
                  <a:lnTo>
                    <a:pt x="1178669" y="1503274"/>
                  </a:lnTo>
                  <a:lnTo>
                    <a:pt x="1178677" y="1503271"/>
                  </a:lnTo>
                  <a:lnTo>
                    <a:pt x="1178695" y="1503267"/>
                  </a:lnTo>
                  <a:lnTo>
                    <a:pt x="1178713" y="1503255"/>
                  </a:lnTo>
                  <a:lnTo>
                    <a:pt x="1178723" y="1503249"/>
                  </a:lnTo>
                  <a:lnTo>
                    <a:pt x="1178731" y="1503246"/>
                  </a:lnTo>
                  <a:lnTo>
                    <a:pt x="1178749" y="1503245"/>
                  </a:lnTo>
                  <a:lnTo>
                    <a:pt x="1178767" y="1503249"/>
                  </a:lnTo>
                  <a:lnTo>
                    <a:pt x="1178785" y="1503251"/>
                  </a:lnTo>
                  <a:lnTo>
                    <a:pt x="1178803" y="1503253"/>
                  </a:lnTo>
                  <a:lnTo>
                    <a:pt x="1178816" y="1503255"/>
                  </a:lnTo>
                  <a:lnTo>
                    <a:pt x="1178821" y="1503257"/>
                  </a:lnTo>
                  <a:lnTo>
                    <a:pt x="1178839" y="1503260"/>
                  </a:lnTo>
                  <a:lnTo>
                    <a:pt x="1178857" y="1503264"/>
                  </a:lnTo>
                  <a:lnTo>
                    <a:pt x="1178874" y="1503269"/>
                  </a:lnTo>
                  <a:lnTo>
                    <a:pt x="1178892" y="1503274"/>
                  </a:lnTo>
                  <a:lnTo>
                    <a:pt x="1178911" y="1503277"/>
                  </a:lnTo>
                  <a:lnTo>
                    <a:pt x="1178929" y="1503278"/>
                  </a:lnTo>
                  <a:lnTo>
                    <a:pt x="1178937" y="1503277"/>
                  </a:lnTo>
                  <a:lnTo>
                    <a:pt x="1178947" y="1503277"/>
                  </a:lnTo>
                  <a:lnTo>
                    <a:pt x="1178965" y="1503280"/>
                  </a:lnTo>
                  <a:lnTo>
                    <a:pt x="1178983" y="1503281"/>
                  </a:lnTo>
                  <a:lnTo>
                    <a:pt x="1179000" y="1503282"/>
                  </a:lnTo>
                  <a:lnTo>
                    <a:pt x="1179018" y="1503286"/>
                  </a:lnTo>
                  <a:lnTo>
                    <a:pt x="1179036" y="1503288"/>
                  </a:lnTo>
                  <a:lnTo>
                    <a:pt x="1179054" y="1503293"/>
                  </a:lnTo>
                  <a:lnTo>
                    <a:pt x="1179067" y="1503297"/>
                  </a:lnTo>
                  <a:lnTo>
                    <a:pt x="1179072" y="1503300"/>
                  </a:lnTo>
                  <a:lnTo>
                    <a:pt x="1179082" y="1503304"/>
                  </a:lnTo>
                  <a:lnTo>
                    <a:pt x="1179091" y="1503310"/>
                  </a:lnTo>
                  <a:lnTo>
                    <a:pt x="1179109" y="1503326"/>
                  </a:lnTo>
                  <a:lnTo>
                    <a:pt x="1179118" y="1503331"/>
                  </a:lnTo>
                  <a:lnTo>
                    <a:pt x="1179130" y="1503334"/>
                  </a:lnTo>
                  <a:lnTo>
                    <a:pt x="1179136" y="1503334"/>
                  </a:lnTo>
                  <a:lnTo>
                    <a:pt x="1179144" y="1503328"/>
                  </a:lnTo>
                  <a:lnTo>
                    <a:pt x="1179154" y="1503321"/>
                  </a:lnTo>
                  <a:lnTo>
                    <a:pt x="1179160" y="1503312"/>
                  </a:lnTo>
                  <a:lnTo>
                    <a:pt x="1179174" y="1503295"/>
                  </a:lnTo>
                  <a:lnTo>
                    <a:pt x="1179184" y="1503279"/>
                  </a:lnTo>
                  <a:lnTo>
                    <a:pt x="1179181" y="1503258"/>
                  </a:lnTo>
                  <a:lnTo>
                    <a:pt x="1179177" y="1503240"/>
                  </a:lnTo>
                  <a:lnTo>
                    <a:pt x="1179175" y="1503221"/>
                  </a:lnTo>
                  <a:lnTo>
                    <a:pt x="1179174" y="1503203"/>
                  </a:lnTo>
                  <a:lnTo>
                    <a:pt x="1179173" y="1503184"/>
                  </a:lnTo>
                  <a:lnTo>
                    <a:pt x="1179171" y="1503165"/>
                  </a:lnTo>
                  <a:lnTo>
                    <a:pt x="1179170" y="1503147"/>
                  </a:lnTo>
                  <a:lnTo>
                    <a:pt x="1179171" y="1503128"/>
                  </a:lnTo>
                  <a:lnTo>
                    <a:pt x="1179170" y="1503110"/>
                  </a:lnTo>
                  <a:lnTo>
                    <a:pt x="1179170" y="1503092"/>
                  </a:lnTo>
                  <a:lnTo>
                    <a:pt x="1179170" y="1503073"/>
                  </a:lnTo>
                  <a:lnTo>
                    <a:pt x="1179171" y="1503055"/>
                  </a:lnTo>
                  <a:lnTo>
                    <a:pt x="1179173" y="1503036"/>
                  </a:lnTo>
                  <a:lnTo>
                    <a:pt x="1179175" y="1503018"/>
                  </a:lnTo>
                  <a:lnTo>
                    <a:pt x="1179175" y="1502999"/>
                  </a:lnTo>
                  <a:lnTo>
                    <a:pt x="1179176" y="1502980"/>
                  </a:lnTo>
                  <a:lnTo>
                    <a:pt x="1179177" y="1502962"/>
                  </a:lnTo>
                  <a:lnTo>
                    <a:pt x="1179180" y="1502952"/>
                  </a:lnTo>
                  <a:lnTo>
                    <a:pt x="1179185" y="1502943"/>
                  </a:lnTo>
                  <a:lnTo>
                    <a:pt x="1179202" y="1502926"/>
                  </a:lnTo>
                  <a:lnTo>
                    <a:pt x="1179220" y="1502915"/>
                  </a:lnTo>
                  <a:lnTo>
                    <a:pt x="1179238" y="1502898"/>
                  </a:lnTo>
                  <a:lnTo>
                    <a:pt x="1179244" y="1502879"/>
                  </a:lnTo>
                  <a:lnTo>
                    <a:pt x="1179245" y="1502861"/>
                  </a:lnTo>
                  <a:lnTo>
                    <a:pt x="1179246" y="1502842"/>
                  </a:lnTo>
                  <a:lnTo>
                    <a:pt x="1179251" y="1502824"/>
                  </a:lnTo>
                  <a:lnTo>
                    <a:pt x="1179253" y="1502815"/>
                  </a:lnTo>
                  <a:lnTo>
                    <a:pt x="1179259" y="1502805"/>
                  </a:lnTo>
                  <a:lnTo>
                    <a:pt x="1179273" y="1502797"/>
                  </a:lnTo>
                  <a:lnTo>
                    <a:pt x="1179277" y="1502795"/>
                  </a:lnTo>
                  <a:lnTo>
                    <a:pt x="1179295" y="1502789"/>
                  </a:lnTo>
                  <a:lnTo>
                    <a:pt x="1179313" y="1502782"/>
                  </a:lnTo>
                  <a:lnTo>
                    <a:pt x="1179324" y="1502772"/>
                  </a:lnTo>
                  <a:lnTo>
                    <a:pt x="1179327" y="1502762"/>
                  </a:lnTo>
                  <a:lnTo>
                    <a:pt x="1179336" y="1502744"/>
                  </a:lnTo>
                  <a:lnTo>
                    <a:pt x="1179343" y="1502731"/>
                  </a:lnTo>
                  <a:lnTo>
                    <a:pt x="1179348" y="1502726"/>
                  </a:lnTo>
                  <a:lnTo>
                    <a:pt x="1179355" y="1502709"/>
                  </a:lnTo>
                  <a:lnTo>
                    <a:pt x="1179361" y="1502700"/>
                  </a:lnTo>
                  <a:lnTo>
                    <a:pt x="1179366" y="1502689"/>
                  </a:lnTo>
                  <a:lnTo>
                    <a:pt x="1179373" y="1502670"/>
                  </a:lnTo>
                  <a:lnTo>
                    <a:pt x="1179381" y="1502652"/>
                  </a:lnTo>
                  <a:lnTo>
                    <a:pt x="1179387" y="1502641"/>
                  </a:lnTo>
                  <a:lnTo>
                    <a:pt x="1179393" y="1502634"/>
                  </a:lnTo>
                  <a:lnTo>
                    <a:pt x="1179399" y="1502625"/>
                  </a:lnTo>
                  <a:lnTo>
                    <a:pt x="1179406" y="1502617"/>
                  </a:lnTo>
                  <a:lnTo>
                    <a:pt x="1179413" y="1502612"/>
                  </a:lnTo>
                  <a:lnTo>
                    <a:pt x="1179424" y="1502609"/>
                  </a:lnTo>
                  <a:lnTo>
                    <a:pt x="1179442" y="1502604"/>
                  </a:lnTo>
                  <a:lnTo>
                    <a:pt x="1179459" y="1502601"/>
                  </a:lnTo>
                  <a:lnTo>
                    <a:pt x="1179469" y="1502597"/>
                  </a:lnTo>
                  <a:lnTo>
                    <a:pt x="1179476" y="1502588"/>
                  </a:lnTo>
                  <a:lnTo>
                    <a:pt x="1179482" y="1502583"/>
                  </a:lnTo>
                  <a:lnTo>
                    <a:pt x="1179488" y="1502571"/>
                  </a:lnTo>
                  <a:lnTo>
                    <a:pt x="1179501" y="1502553"/>
                  </a:lnTo>
                  <a:lnTo>
                    <a:pt x="1179508" y="1502543"/>
                  </a:lnTo>
                  <a:lnTo>
                    <a:pt x="1179510" y="1502534"/>
                  </a:lnTo>
                  <a:lnTo>
                    <a:pt x="1179512" y="1502524"/>
                  </a:lnTo>
                  <a:lnTo>
                    <a:pt x="1179509" y="1502515"/>
                  </a:lnTo>
                  <a:lnTo>
                    <a:pt x="1179505" y="1502497"/>
                  </a:lnTo>
                  <a:lnTo>
                    <a:pt x="1179502" y="1502479"/>
                  </a:lnTo>
                  <a:lnTo>
                    <a:pt x="1179500" y="1502460"/>
                  </a:lnTo>
                  <a:lnTo>
                    <a:pt x="1179498" y="1502442"/>
                  </a:lnTo>
                  <a:lnTo>
                    <a:pt x="1179498" y="1502423"/>
                  </a:lnTo>
                  <a:lnTo>
                    <a:pt x="1179503" y="1502405"/>
                  </a:lnTo>
                  <a:lnTo>
                    <a:pt x="1179507" y="1502388"/>
                  </a:lnTo>
                  <a:lnTo>
                    <a:pt x="1179520" y="1502372"/>
                  </a:lnTo>
                  <a:lnTo>
                    <a:pt x="1179524" y="1502356"/>
                  </a:lnTo>
                  <a:lnTo>
                    <a:pt x="1179526" y="1502344"/>
                  </a:lnTo>
                  <a:lnTo>
                    <a:pt x="1179527" y="1502331"/>
                  </a:lnTo>
                  <a:lnTo>
                    <a:pt x="1179520" y="1502323"/>
                  </a:lnTo>
                  <a:lnTo>
                    <a:pt x="1179517" y="1502318"/>
                  </a:lnTo>
                  <a:lnTo>
                    <a:pt x="1179512" y="1502312"/>
                  </a:lnTo>
                  <a:lnTo>
                    <a:pt x="1179499" y="1502295"/>
                  </a:lnTo>
                  <a:lnTo>
                    <a:pt x="1179489" y="1502284"/>
                  </a:lnTo>
                  <a:lnTo>
                    <a:pt x="1179486" y="1502277"/>
                  </a:lnTo>
                  <a:lnTo>
                    <a:pt x="1179476" y="1502264"/>
                  </a:lnTo>
                  <a:lnTo>
                    <a:pt x="1179473" y="1502258"/>
                  </a:lnTo>
                  <a:lnTo>
                    <a:pt x="1179463" y="1502240"/>
                  </a:lnTo>
                  <a:lnTo>
                    <a:pt x="1179452" y="1502221"/>
                  </a:lnTo>
                  <a:lnTo>
                    <a:pt x="1179444" y="1502203"/>
                  </a:lnTo>
                  <a:lnTo>
                    <a:pt x="1179439" y="1502184"/>
                  </a:lnTo>
                  <a:lnTo>
                    <a:pt x="1179432" y="1502166"/>
                  </a:lnTo>
                  <a:lnTo>
                    <a:pt x="1179423" y="1502148"/>
                  </a:lnTo>
                  <a:lnTo>
                    <a:pt x="1179418" y="1502134"/>
                  </a:lnTo>
                  <a:lnTo>
                    <a:pt x="1179417" y="1502118"/>
                  </a:lnTo>
                  <a:lnTo>
                    <a:pt x="1179417" y="1502111"/>
                  </a:lnTo>
                  <a:lnTo>
                    <a:pt x="1179426" y="1502094"/>
                  </a:lnTo>
                  <a:lnTo>
                    <a:pt x="1179442" y="1502076"/>
                  </a:lnTo>
                  <a:lnTo>
                    <a:pt x="1179457" y="1502059"/>
                  </a:lnTo>
                  <a:lnTo>
                    <a:pt x="1179472" y="1502040"/>
                  </a:lnTo>
                  <a:lnTo>
                    <a:pt x="1179480" y="1502022"/>
                  </a:lnTo>
                  <a:lnTo>
                    <a:pt x="1179483" y="1502010"/>
                  </a:lnTo>
                  <a:lnTo>
                    <a:pt x="1179483" y="1502003"/>
                  </a:lnTo>
                  <a:lnTo>
                    <a:pt x="1179482" y="1501985"/>
                  </a:lnTo>
                  <a:lnTo>
                    <a:pt x="1179481" y="1501966"/>
                  </a:lnTo>
                  <a:lnTo>
                    <a:pt x="1179481" y="1501950"/>
                  </a:lnTo>
                  <a:lnTo>
                    <a:pt x="1179481" y="1501940"/>
                  </a:lnTo>
                  <a:lnTo>
                    <a:pt x="1179476" y="1501929"/>
                  </a:lnTo>
                  <a:lnTo>
                    <a:pt x="1179469" y="1501914"/>
                  </a:lnTo>
                  <a:lnTo>
                    <a:pt x="1179465" y="1501911"/>
                  </a:lnTo>
                  <a:lnTo>
                    <a:pt x="1179449" y="1501894"/>
                  </a:lnTo>
                  <a:lnTo>
                    <a:pt x="1179434" y="1501878"/>
                  </a:lnTo>
                  <a:lnTo>
                    <a:pt x="1179427" y="1501867"/>
                  </a:lnTo>
                  <a:lnTo>
                    <a:pt x="1179426" y="1501859"/>
                  </a:lnTo>
                  <a:lnTo>
                    <a:pt x="1179426" y="1501847"/>
                  </a:lnTo>
                  <a:lnTo>
                    <a:pt x="1179424" y="1501840"/>
                  </a:lnTo>
                  <a:lnTo>
                    <a:pt x="1179422" y="1501822"/>
                  </a:lnTo>
                  <a:lnTo>
                    <a:pt x="1179417" y="1501804"/>
                  </a:lnTo>
                  <a:lnTo>
                    <a:pt x="1179413" y="1501796"/>
                  </a:lnTo>
                  <a:lnTo>
                    <a:pt x="1179412" y="1501786"/>
                  </a:lnTo>
                  <a:lnTo>
                    <a:pt x="1179414" y="1501767"/>
                  </a:lnTo>
                  <a:lnTo>
                    <a:pt x="1179411" y="1501748"/>
                  </a:lnTo>
                  <a:lnTo>
                    <a:pt x="1179408" y="1501740"/>
                  </a:lnTo>
                  <a:lnTo>
                    <a:pt x="1179401" y="1501730"/>
                  </a:lnTo>
                  <a:lnTo>
                    <a:pt x="1179388" y="1501711"/>
                  </a:lnTo>
                  <a:lnTo>
                    <a:pt x="1179373" y="1501693"/>
                  </a:lnTo>
                  <a:lnTo>
                    <a:pt x="1179359" y="1501675"/>
                  </a:lnTo>
                  <a:lnTo>
                    <a:pt x="1179346" y="1501653"/>
                  </a:lnTo>
                  <a:lnTo>
                    <a:pt x="1179351" y="1501641"/>
                  </a:lnTo>
                  <a:lnTo>
                    <a:pt x="1179355" y="1501637"/>
                  </a:lnTo>
                  <a:lnTo>
                    <a:pt x="1179368" y="1501619"/>
                  </a:lnTo>
                  <a:lnTo>
                    <a:pt x="1179381" y="1501602"/>
                  </a:lnTo>
                  <a:lnTo>
                    <a:pt x="1179393" y="1501583"/>
                  </a:lnTo>
                  <a:lnTo>
                    <a:pt x="1179405" y="1501564"/>
                  </a:lnTo>
                  <a:lnTo>
                    <a:pt x="1179413" y="1501546"/>
                  </a:lnTo>
                  <a:lnTo>
                    <a:pt x="1179416" y="1501527"/>
                  </a:lnTo>
                  <a:lnTo>
                    <a:pt x="1179424" y="1501509"/>
                  </a:lnTo>
                  <a:lnTo>
                    <a:pt x="1179431" y="1501490"/>
                  </a:lnTo>
                  <a:lnTo>
                    <a:pt x="1179437" y="1501472"/>
                  </a:lnTo>
                  <a:lnTo>
                    <a:pt x="1179445" y="1501454"/>
                  </a:lnTo>
                  <a:lnTo>
                    <a:pt x="1179450" y="1501445"/>
                  </a:lnTo>
                  <a:lnTo>
                    <a:pt x="1179452" y="1501435"/>
                  </a:lnTo>
                  <a:lnTo>
                    <a:pt x="1179457" y="1501423"/>
                  </a:lnTo>
                  <a:lnTo>
                    <a:pt x="1179451" y="1501415"/>
                  </a:lnTo>
                  <a:lnTo>
                    <a:pt x="1179435" y="1501412"/>
                  </a:lnTo>
                  <a:lnTo>
                    <a:pt x="1179417" y="1501404"/>
                  </a:lnTo>
                  <a:lnTo>
                    <a:pt x="1179399" y="1501387"/>
                  </a:lnTo>
                  <a:lnTo>
                    <a:pt x="1179381" y="1501370"/>
                  </a:lnTo>
                  <a:lnTo>
                    <a:pt x="1179364" y="1501354"/>
                  </a:lnTo>
                  <a:lnTo>
                    <a:pt x="1179351" y="1501338"/>
                  </a:lnTo>
                  <a:lnTo>
                    <a:pt x="1179337" y="1501320"/>
                  </a:lnTo>
                  <a:lnTo>
                    <a:pt x="1179331" y="1501311"/>
                  </a:lnTo>
                  <a:lnTo>
                    <a:pt x="1179321" y="1501304"/>
                  </a:lnTo>
                  <a:lnTo>
                    <a:pt x="1179313" y="1501299"/>
                  </a:lnTo>
                  <a:lnTo>
                    <a:pt x="1179303" y="1501296"/>
                  </a:lnTo>
                  <a:lnTo>
                    <a:pt x="1179292" y="1501289"/>
                  </a:lnTo>
                  <a:lnTo>
                    <a:pt x="1179286" y="1501282"/>
                  </a:lnTo>
                  <a:lnTo>
                    <a:pt x="1179275" y="1501263"/>
                  </a:lnTo>
                  <a:lnTo>
                    <a:pt x="1179275" y="1501246"/>
                  </a:lnTo>
                  <a:lnTo>
                    <a:pt x="1179278" y="1501236"/>
                  </a:lnTo>
                  <a:lnTo>
                    <a:pt x="1179286" y="1501228"/>
                  </a:lnTo>
                  <a:lnTo>
                    <a:pt x="1179304" y="1501209"/>
                  </a:lnTo>
                  <a:lnTo>
                    <a:pt x="1179322" y="1501192"/>
                  </a:lnTo>
                  <a:lnTo>
                    <a:pt x="1179329" y="1501180"/>
                  </a:lnTo>
                  <a:lnTo>
                    <a:pt x="1179331" y="1501173"/>
                  </a:lnTo>
                  <a:lnTo>
                    <a:pt x="1179336" y="1501164"/>
                  </a:lnTo>
                  <a:lnTo>
                    <a:pt x="1179339" y="1501155"/>
                  </a:lnTo>
                  <a:lnTo>
                    <a:pt x="1179339" y="1501136"/>
                  </a:lnTo>
                  <a:lnTo>
                    <a:pt x="1179338" y="1501117"/>
                  </a:lnTo>
                  <a:lnTo>
                    <a:pt x="1179338" y="1501099"/>
                  </a:lnTo>
                  <a:lnTo>
                    <a:pt x="1179339" y="1501080"/>
                  </a:lnTo>
                  <a:lnTo>
                    <a:pt x="1179341" y="1501062"/>
                  </a:lnTo>
                  <a:lnTo>
                    <a:pt x="1179345" y="1501045"/>
                  </a:lnTo>
                  <a:lnTo>
                    <a:pt x="1179357" y="1501025"/>
                  </a:lnTo>
                  <a:lnTo>
                    <a:pt x="1179367" y="1501007"/>
                  </a:lnTo>
                  <a:lnTo>
                    <a:pt x="1179370" y="1500988"/>
                  </a:lnTo>
                  <a:lnTo>
                    <a:pt x="1179372" y="1500970"/>
                  </a:lnTo>
                  <a:lnTo>
                    <a:pt x="1179374" y="1500951"/>
                  </a:lnTo>
                  <a:lnTo>
                    <a:pt x="1179376" y="1500932"/>
                  </a:lnTo>
                  <a:lnTo>
                    <a:pt x="1179383" y="1500917"/>
                  </a:lnTo>
                  <a:lnTo>
                    <a:pt x="1179389" y="1500906"/>
                  </a:lnTo>
                  <a:lnTo>
                    <a:pt x="1179396" y="1500897"/>
                  </a:lnTo>
                  <a:lnTo>
                    <a:pt x="1179414" y="1500879"/>
                  </a:lnTo>
                  <a:lnTo>
                    <a:pt x="1179429" y="1500863"/>
                  </a:lnTo>
                  <a:lnTo>
                    <a:pt x="1179435" y="1500860"/>
                  </a:lnTo>
                  <a:lnTo>
                    <a:pt x="1179447" y="1500847"/>
                  </a:lnTo>
                  <a:lnTo>
                    <a:pt x="1179469" y="1500816"/>
                  </a:lnTo>
                  <a:lnTo>
                    <a:pt x="1179471" y="1500810"/>
                  </a:lnTo>
                  <a:lnTo>
                    <a:pt x="1179478" y="1500792"/>
                  </a:lnTo>
                  <a:lnTo>
                    <a:pt x="1179479" y="1500773"/>
                  </a:lnTo>
                  <a:lnTo>
                    <a:pt x="1179473" y="1500755"/>
                  </a:lnTo>
                  <a:lnTo>
                    <a:pt x="1179468" y="1500744"/>
                  </a:lnTo>
                  <a:lnTo>
                    <a:pt x="1179467" y="1500736"/>
                  </a:lnTo>
                  <a:lnTo>
                    <a:pt x="1179468" y="1500717"/>
                  </a:lnTo>
                  <a:lnTo>
                    <a:pt x="1179468" y="1500707"/>
                  </a:lnTo>
                  <a:lnTo>
                    <a:pt x="1179466" y="1500699"/>
                  </a:lnTo>
                  <a:lnTo>
                    <a:pt x="1179460" y="1500680"/>
                  </a:lnTo>
                  <a:lnTo>
                    <a:pt x="1179453" y="1500662"/>
                  </a:lnTo>
                  <a:lnTo>
                    <a:pt x="1179450" y="1500655"/>
                  </a:lnTo>
                  <a:lnTo>
                    <a:pt x="1179441" y="1500644"/>
                  </a:lnTo>
                  <a:lnTo>
                    <a:pt x="1179432" y="1500634"/>
                  </a:lnTo>
                  <a:lnTo>
                    <a:pt x="1179431" y="1500627"/>
                  </a:lnTo>
                  <a:lnTo>
                    <a:pt x="1179434" y="1500619"/>
                  </a:lnTo>
                  <a:lnTo>
                    <a:pt x="1179445" y="1500612"/>
                  </a:lnTo>
                  <a:lnTo>
                    <a:pt x="1179463" y="1500602"/>
                  </a:lnTo>
                  <a:lnTo>
                    <a:pt x="1179479" y="1500587"/>
                  </a:lnTo>
                  <a:lnTo>
                    <a:pt x="1179493" y="1500568"/>
                  </a:lnTo>
                  <a:lnTo>
                    <a:pt x="1179505" y="1500550"/>
                  </a:lnTo>
                  <a:lnTo>
                    <a:pt x="1179513" y="1500539"/>
                  </a:lnTo>
                  <a:lnTo>
                    <a:pt x="1179516" y="1500532"/>
                  </a:lnTo>
                  <a:lnTo>
                    <a:pt x="1179523" y="1500514"/>
                  </a:lnTo>
                  <a:lnTo>
                    <a:pt x="1179526" y="1500503"/>
                  </a:lnTo>
                  <a:lnTo>
                    <a:pt x="1179531" y="1500495"/>
                  </a:lnTo>
                  <a:lnTo>
                    <a:pt x="1179537" y="1500486"/>
                  </a:lnTo>
                  <a:lnTo>
                    <a:pt x="1179544" y="1500478"/>
                  </a:lnTo>
                  <a:lnTo>
                    <a:pt x="1179550" y="1500468"/>
                  </a:lnTo>
                  <a:lnTo>
                    <a:pt x="1179552" y="1500460"/>
                  </a:lnTo>
                  <a:lnTo>
                    <a:pt x="1179554" y="1500447"/>
                  </a:lnTo>
                  <a:lnTo>
                    <a:pt x="1179553" y="1500441"/>
                  </a:lnTo>
                  <a:lnTo>
                    <a:pt x="1179545" y="1500422"/>
                  </a:lnTo>
                  <a:lnTo>
                    <a:pt x="1179535" y="1500404"/>
                  </a:lnTo>
                  <a:lnTo>
                    <a:pt x="1179520" y="1500386"/>
                  </a:lnTo>
                  <a:lnTo>
                    <a:pt x="1179504" y="1500367"/>
                  </a:lnTo>
                  <a:lnTo>
                    <a:pt x="1179496" y="1500355"/>
                  </a:lnTo>
                  <a:lnTo>
                    <a:pt x="1179495" y="1500349"/>
                  </a:lnTo>
                  <a:lnTo>
                    <a:pt x="1179492" y="1500338"/>
                  </a:lnTo>
                  <a:lnTo>
                    <a:pt x="1179492" y="1500330"/>
                  </a:lnTo>
                  <a:lnTo>
                    <a:pt x="1179488" y="1500312"/>
                  </a:lnTo>
                  <a:lnTo>
                    <a:pt x="1179483" y="1500294"/>
                  </a:lnTo>
                  <a:lnTo>
                    <a:pt x="1179478" y="1500275"/>
                  </a:lnTo>
                  <a:lnTo>
                    <a:pt x="1179473" y="1500262"/>
                  </a:lnTo>
                  <a:lnTo>
                    <a:pt x="1179470" y="1500256"/>
                  </a:lnTo>
                  <a:lnTo>
                    <a:pt x="1179462" y="1500247"/>
                  </a:lnTo>
                  <a:lnTo>
                    <a:pt x="1179455" y="1500240"/>
                  </a:lnTo>
                  <a:lnTo>
                    <a:pt x="1179439" y="1500226"/>
                  </a:lnTo>
                  <a:lnTo>
                    <a:pt x="1179430" y="1500208"/>
                  </a:lnTo>
                  <a:lnTo>
                    <a:pt x="1179426" y="1500201"/>
                  </a:lnTo>
                  <a:lnTo>
                    <a:pt x="1179420" y="1500196"/>
                  </a:lnTo>
                  <a:lnTo>
                    <a:pt x="1179415" y="1500193"/>
                  </a:lnTo>
                  <a:lnTo>
                    <a:pt x="1179397" y="1500188"/>
                  </a:lnTo>
                  <a:lnTo>
                    <a:pt x="1179379" y="1500183"/>
                  </a:lnTo>
                  <a:lnTo>
                    <a:pt x="1179362" y="1500176"/>
                  </a:lnTo>
                  <a:lnTo>
                    <a:pt x="1179364" y="1500169"/>
                  </a:lnTo>
                  <a:lnTo>
                    <a:pt x="1179377" y="1500163"/>
                  </a:lnTo>
                  <a:lnTo>
                    <a:pt x="1179395" y="1500158"/>
                  </a:lnTo>
                  <a:lnTo>
                    <a:pt x="1179413" y="1500151"/>
                  </a:lnTo>
                  <a:lnTo>
                    <a:pt x="1179431" y="1500143"/>
                  </a:lnTo>
                  <a:lnTo>
                    <a:pt x="1179439" y="1500125"/>
                  </a:lnTo>
                  <a:lnTo>
                    <a:pt x="1179442" y="1500112"/>
                  </a:lnTo>
                  <a:lnTo>
                    <a:pt x="1179445" y="1500106"/>
                  </a:lnTo>
                  <a:lnTo>
                    <a:pt x="1179455" y="1500096"/>
                  </a:lnTo>
                  <a:lnTo>
                    <a:pt x="1179461" y="1500091"/>
                  </a:lnTo>
                  <a:lnTo>
                    <a:pt x="1179470" y="1500077"/>
                  </a:lnTo>
                  <a:lnTo>
                    <a:pt x="1179476" y="1500058"/>
                  </a:lnTo>
                  <a:lnTo>
                    <a:pt x="1179478" y="1500046"/>
                  </a:lnTo>
                  <a:lnTo>
                    <a:pt x="1179482" y="1500038"/>
                  </a:lnTo>
                  <a:lnTo>
                    <a:pt x="1179493" y="1500021"/>
                  </a:lnTo>
                  <a:lnTo>
                    <a:pt x="1179507" y="1500004"/>
                  </a:lnTo>
                  <a:lnTo>
                    <a:pt x="1179524" y="1499985"/>
                  </a:lnTo>
                  <a:lnTo>
                    <a:pt x="1179539" y="1499968"/>
                  </a:lnTo>
                  <a:lnTo>
                    <a:pt x="1179552" y="1499951"/>
                  </a:lnTo>
                  <a:lnTo>
                    <a:pt x="1179566" y="1499935"/>
                  </a:lnTo>
                  <a:lnTo>
                    <a:pt x="1179570" y="1499932"/>
                  </a:lnTo>
                  <a:lnTo>
                    <a:pt x="1179578" y="1499929"/>
                  </a:lnTo>
                  <a:lnTo>
                    <a:pt x="1179584" y="1499928"/>
                  </a:lnTo>
                  <a:lnTo>
                    <a:pt x="1179588" y="1499919"/>
                  </a:lnTo>
                  <a:lnTo>
                    <a:pt x="1179588" y="1499908"/>
                  </a:lnTo>
                  <a:lnTo>
                    <a:pt x="1179585" y="1499890"/>
                  </a:lnTo>
                  <a:lnTo>
                    <a:pt x="1179582" y="1499881"/>
                  </a:lnTo>
                  <a:lnTo>
                    <a:pt x="1179581" y="1499872"/>
                  </a:lnTo>
                  <a:lnTo>
                    <a:pt x="1179576" y="1499860"/>
                  </a:lnTo>
                  <a:lnTo>
                    <a:pt x="1179576" y="1499853"/>
                  </a:lnTo>
                  <a:lnTo>
                    <a:pt x="1179578" y="1499840"/>
                  </a:lnTo>
                  <a:lnTo>
                    <a:pt x="1179582" y="1499835"/>
                  </a:lnTo>
                  <a:lnTo>
                    <a:pt x="1179585" y="1499816"/>
                  </a:lnTo>
                  <a:lnTo>
                    <a:pt x="1179584" y="1499798"/>
                  </a:lnTo>
                  <a:lnTo>
                    <a:pt x="1179583" y="1499779"/>
                  </a:lnTo>
                  <a:lnTo>
                    <a:pt x="1179577" y="1499760"/>
                  </a:lnTo>
                  <a:lnTo>
                    <a:pt x="1179569" y="1499742"/>
                  </a:lnTo>
                  <a:lnTo>
                    <a:pt x="1179560" y="1499726"/>
                  </a:lnTo>
                  <a:lnTo>
                    <a:pt x="1179560" y="1499716"/>
                  </a:lnTo>
                  <a:lnTo>
                    <a:pt x="1179562" y="1499710"/>
                  </a:lnTo>
                  <a:lnTo>
                    <a:pt x="1179566" y="1499705"/>
                  </a:lnTo>
                  <a:lnTo>
                    <a:pt x="1179581" y="1499696"/>
                  </a:lnTo>
                  <a:lnTo>
                    <a:pt x="1179594" y="1499688"/>
                  </a:lnTo>
                  <a:lnTo>
                    <a:pt x="1179601" y="1499685"/>
                  </a:lnTo>
                  <a:lnTo>
                    <a:pt x="1179619" y="1499673"/>
                  </a:lnTo>
                  <a:lnTo>
                    <a:pt x="1179637" y="1499659"/>
                  </a:lnTo>
                  <a:lnTo>
                    <a:pt x="1179655" y="1499645"/>
                  </a:lnTo>
                  <a:lnTo>
                    <a:pt x="1179673" y="1499629"/>
                  </a:lnTo>
                  <a:lnTo>
                    <a:pt x="1179691" y="1499612"/>
                  </a:lnTo>
                  <a:lnTo>
                    <a:pt x="1179704" y="1499602"/>
                  </a:lnTo>
                  <a:lnTo>
                    <a:pt x="1179757" y="1499552"/>
                  </a:lnTo>
                  <a:lnTo>
                    <a:pt x="1179768" y="1499548"/>
                  </a:lnTo>
                  <a:lnTo>
                    <a:pt x="1179776" y="1499544"/>
                  </a:lnTo>
                  <a:lnTo>
                    <a:pt x="1179794" y="1499537"/>
                  </a:lnTo>
                  <a:lnTo>
                    <a:pt x="1179801" y="1499533"/>
                  </a:lnTo>
                  <a:lnTo>
                    <a:pt x="1179807" y="1499527"/>
                  </a:lnTo>
                  <a:lnTo>
                    <a:pt x="1179816" y="1499521"/>
                  </a:lnTo>
                  <a:lnTo>
                    <a:pt x="1179823" y="1499503"/>
                  </a:lnTo>
                  <a:lnTo>
                    <a:pt x="1179826" y="1499486"/>
                  </a:lnTo>
                  <a:lnTo>
                    <a:pt x="1179828" y="1499467"/>
                  </a:lnTo>
                  <a:lnTo>
                    <a:pt x="1179832" y="1499446"/>
                  </a:lnTo>
                  <a:lnTo>
                    <a:pt x="1179837" y="1499439"/>
                  </a:lnTo>
                  <a:lnTo>
                    <a:pt x="1179855" y="1499423"/>
                  </a:lnTo>
                  <a:lnTo>
                    <a:pt x="1179866" y="1499411"/>
                  </a:lnTo>
                  <a:lnTo>
                    <a:pt x="1179869" y="1499406"/>
                  </a:lnTo>
                  <a:lnTo>
                    <a:pt x="1179873" y="1499400"/>
                  </a:lnTo>
                  <a:lnTo>
                    <a:pt x="1179880" y="1499388"/>
                  </a:lnTo>
                  <a:lnTo>
                    <a:pt x="1179883" y="1499382"/>
                  </a:lnTo>
                  <a:lnTo>
                    <a:pt x="1179888" y="1499369"/>
                  </a:lnTo>
                  <a:lnTo>
                    <a:pt x="1179895" y="1499350"/>
                  </a:lnTo>
                  <a:lnTo>
                    <a:pt x="1179900" y="1499342"/>
                  </a:lnTo>
                  <a:lnTo>
                    <a:pt x="1179902" y="1499332"/>
                  </a:lnTo>
                  <a:lnTo>
                    <a:pt x="1179907" y="1499316"/>
                  </a:lnTo>
                  <a:lnTo>
                    <a:pt x="1179908" y="1499305"/>
                  </a:lnTo>
                  <a:lnTo>
                    <a:pt x="1179913" y="1499295"/>
                  </a:lnTo>
                  <a:lnTo>
                    <a:pt x="1179915" y="1499276"/>
                  </a:lnTo>
                  <a:lnTo>
                    <a:pt x="1179919" y="1499258"/>
                  </a:lnTo>
                  <a:lnTo>
                    <a:pt x="1179921" y="1499240"/>
                  </a:lnTo>
                  <a:lnTo>
                    <a:pt x="1179916" y="1499221"/>
                  </a:lnTo>
                  <a:lnTo>
                    <a:pt x="1179916" y="1499210"/>
                  </a:lnTo>
                  <a:lnTo>
                    <a:pt x="1179923" y="1499204"/>
                  </a:lnTo>
                  <a:lnTo>
                    <a:pt x="1179930" y="1499199"/>
                  </a:lnTo>
                  <a:lnTo>
                    <a:pt x="1179941" y="1499195"/>
                  </a:lnTo>
                  <a:lnTo>
                    <a:pt x="1179959" y="1499190"/>
                  </a:lnTo>
                  <a:lnTo>
                    <a:pt x="1179976" y="1499189"/>
                  </a:lnTo>
                  <a:lnTo>
                    <a:pt x="1179995" y="1499187"/>
                  </a:lnTo>
                  <a:lnTo>
                    <a:pt x="1180013" y="1499182"/>
                  </a:lnTo>
                  <a:lnTo>
                    <a:pt x="1180031" y="1499176"/>
                  </a:lnTo>
                  <a:lnTo>
                    <a:pt x="1180049" y="1499166"/>
                  </a:lnTo>
                  <a:lnTo>
                    <a:pt x="1180067" y="1499153"/>
                  </a:lnTo>
                  <a:lnTo>
                    <a:pt x="1180085" y="1499137"/>
                  </a:lnTo>
                  <a:lnTo>
                    <a:pt x="1180099" y="1499119"/>
                  </a:lnTo>
                  <a:lnTo>
                    <a:pt x="1180108" y="1499103"/>
                  </a:lnTo>
                  <a:lnTo>
                    <a:pt x="1180118" y="1499082"/>
                  </a:lnTo>
                  <a:lnTo>
                    <a:pt x="1180125" y="1499070"/>
                  </a:lnTo>
                  <a:lnTo>
                    <a:pt x="1180131" y="1499063"/>
                  </a:lnTo>
                  <a:lnTo>
                    <a:pt x="1180149" y="1499056"/>
                  </a:lnTo>
                  <a:lnTo>
                    <a:pt x="1180167" y="1499054"/>
                  </a:lnTo>
                  <a:lnTo>
                    <a:pt x="1180175" y="1499051"/>
                  </a:lnTo>
                  <a:lnTo>
                    <a:pt x="1180185" y="1499051"/>
                  </a:lnTo>
                  <a:lnTo>
                    <a:pt x="1180221" y="1499047"/>
                  </a:lnTo>
                  <a:lnTo>
                    <a:pt x="1180229" y="1499045"/>
                  </a:lnTo>
                  <a:lnTo>
                    <a:pt x="1180247" y="1499042"/>
                  </a:lnTo>
                  <a:lnTo>
                    <a:pt x="1180265" y="1499041"/>
                  </a:lnTo>
                  <a:lnTo>
                    <a:pt x="1180283" y="1499039"/>
                  </a:lnTo>
                  <a:lnTo>
                    <a:pt x="1180301" y="1499039"/>
                  </a:lnTo>
                  <a:lnTo>
                    <a:pt x="1180309" y="1499037"/>
                  </a:lnTo>
                  <a:lnTo>
                    <a:pt x="1180319" y="1499037"/>
                  </a:lnTo>
                  <a:lnTo>
                    <a:pt x="1180337" y="1499033"/>
                  </a:lnTo>
                  <a:lnTo>
                    <a:pt x="1180355" y="1499029"/>
                  </a:lnTo>
                  <a:lnTo>
                    <a:pt x="1180373" y="1499022"/>
                  </a:lnTo>
                  <a:lnTo>
                    <a:pt x="1180391" y="1499012"/>
                  </a:lnTo>
                  <a:lnTo>
                    <a:pt x="1180404" y="1499002"/>
                  </a:lnTo>
                  <a:lnTo>
                    <a:pt x="1180408" y="1498997"/>
                  </a:lnTo>
                  <a:lnTo>
                    <a:pt x="1180422" y="1498983"/>
                  </a:lnTo>
                  <a:lnTo>
                    <a:pt x="1180430" y="1498980"/>
                  </a:lnTo>
                  <a:lnTo>
                    <a:pt x="1180442" y="1498980"/>
                  </a:lnTo>
                  <a:lnTo>
                    <a:pt x="1180460" y="1498979"/>
                  </a:lnTo>
                  <a:lnTo>
                    <a:pt x="1180467" y="1498980"/>
                  </a:lnTo>
                  <a:lnTo>
                    <a:pt x="1180478" y="1498978"/>
                  </a:lnTo>
                  <a:lnTo>
                    <a:pt x="1180485" y="1498978"/>
                  </a:lnTo>
                  <a:lnTo>
                    <a:pt x="1180496" y="1498974"/>
                  </a:lnTo>
                  <a:lnTo>
                    <a:pt x="1180514" y="1498967"/>
                  </a:lnTo>
                  <a:lnTo>
                    <a:pt x="1180527" y="1498958"/>
                  </a:lnTo>
                  <a:lnTo>
                    <a:pt x="1180532" y="1498957"/>
                  </a:lnTo>
                  <a:lnTo>
                    <a:pt x="1180540" y="1498952"/>
                  </a:lnTo>
                  <a:lnTo>
                    <a:pt x="1180550" y="1498949"/>
                  </a:lnTo>
                  <a:lnTo>
                    <a:pt x="1180568" y="1498946"/>
                  </a:lnTo>
                  <a:lnTo>
                    <a:pt x="1180586" y="1498942"/>
                  </a:lnTo>
                  <a:lnTo>
                    <a:pt x="1180604" y="1498938"/>
                  </a:lnTo>
                  <a:lnTo>
                    <a:pt x="1180621" y="1498931"/>
                  </a:lnTo>
                  <a:lnTo>
                    <a:pt x="1180631" y="1498926"/>
                  </a:lnTo>
                  <a:lnTo>
                    <a:pt x="1180637" y="1498917"/>
                  </a:lnTo>
                  <a:lnTo>
                    <a:pt x="1180642" y="1498899"/>
                  </a:lnTo>
                  <a:lnTo>
                    <a:pt x="1180645" y="1498880"/>
                  </a:lnTo>
                  <a:lnTo>
                    <a:pt x="1180647" y="1498872"/>
                  </a:lnTo>
                  <a:lnTo>
                    <a:pt x="1180650" y="1498862"/>
                  </a:lnTo>
                  <a:lnTo>
                    <a:pt x="1180650" y="1498843"/>
                  </a:lnTo>
                  <a:lnTo>
                    <a:pt x="1180647" y="1498832"/>
                  </a:lnTo>
                  <a:lnTo>
                    <a:pt x="1180647" y="1498825"/>
                  </a:lnTo>
                  <a:lnTo>
                    <a:pt x="1180645" y="1498816"/>
                  </a:lnTo>
                  <a:lnTo>
                    <a:pt x="1180642" y="1498806"/>
                  </a:lnTo>
                  <a:lnTo>
                    <a:pt x="1180640" y="1498787"/>
                  </a:lnTo>
                  <a:lnTo>
                    <a:pt x="1180632" y="1498769"/>
                  </a:lnTo>
                  <a:lnTo>
                    <a:pt x="1180628" y="1498751"/>
                  </a:lnTo>
                  <a:lnTo>
                    <a:pt x="1180631" y="1498732"/>
                  </a:lnTo>
                  <a:lnTo>
                    <a:pt x="1180635" y="1498691"/>
                  </a:lnTo>
                  <a:lnTo>
                    <a:pt x="1180658" y="1498702"/>
                  </a:lnTo>
                  <a:lnTo>
                    <a:pt x="1180665" y="1498702"/>
                  </a:lnTo>
                  <a:lnTo>
                    <a:pt x="1180683" y="1498706"/>
                  </a:lnTo>
                  <a:lnTo>
                    <a:pt x="1180701" y="1498706"/>
                  </a:lnTo>
                  <a:lnTo>
                    <a:pt x="1180719" y="1498707"/>
                  </a:lnTo>
                  <a:lnTo>
                    <a:pt x="1180737" y="1498707"/>
                  </a:lnTo>
                  <a:lnTo>
                    <a:pt x="1180755" y="1498708"/>
                  </a:lnTo>
                  <a:lnTo>
                    <a:pt x="1180773" y="1498709"/>
                  </a:lnTo>
                  <a:lnTo>
                    <a:pt x="1180779" y="1498712"/>
                  </a:lnTo>
                  <a:lnTo>
                    <a:pt x="1180831" y="1498722"/>
                  </a:lnTo>
                  <a:lnTo>
                    <a:pt x="1180837" y="1498724"/>
                  </a:lnTo>
                  <a:lnTo>
                    <a:pt x="1180847" y="1498725"/>
                  </a:lnTo>
                  <a:lnTo>
                    <a:pt x="1180865" y="1498724"/>
                  </a:lnTo>
                  <a:lnTo>
                    <a:pt x="1180883" y="1498716"/>
                  </a:lnTo>
                  <a:lnTo>
                    <a:pt x="1180901" y="1498706"/>
                  </a:lnTo>
                  <a:lnTo>
                    <a:pt x="1180919" y="1498697"/>
                  </a:lnTo>
                  <a:lnTo>
                    <a:pt x="1180937" y="1498686"/>
                  </a:lnTo>
                  <a:lnTo>
                    <a:pt x="1180946" y="1498676"/>
                  </a:lnTo>
                  <a:lnTo>
                    <a:pt x="1180950" y="1498668"/>
                  </a:lnTo>
                  <a:lnTo>
                    <a:pt x="1180957" y="1498649"/>
                  </a:lnTo>
                  <a:lnTo>
                    <a:pt x="1180963" y="1498631"/>
                  </a:lnTo>
                  <a:lnTo>
                    <a:pt x="1180962" y="1498616"/>
                  </a:lnTo>
                  <a:lnTo>
                    <a:pt x="1180967" y="1498610"/>
                  </a:lnTo>
                  <a:lnTo>
                    <a:pt x="1180978" y="1498604"/>
                  </a:lnTo>
                  <a:lnTo>
                    <a:pt x="1180989" y="1498599"/>
                  </a:lnTo>
                  <a:lnTo>
                    <a:pt x="1181007" y="1498587"/>
                  </a:lnTo>
                  <a:lnTo>
                    <a:pt x="1181026" y="1498579"/>
                  </a:lnTo>
                  <a:lnTo>
                    <a:pt x="1181034" y="1498576"/>
                  </a:lnTo>
                  <a:lnTo>
                    <a:pt x="1181043" y="1498575"/>
                  </a:lnTo>
                  <a:lnTo>
                    <a:pt x="1181061" y="1498574"/>
                  </a:lnTo>
                  <a:lnTo>
                    <a:pt x="1181067" y="1498573"/>
                  </a:lnTo>
                  <a:lnTo>
                    <a:pt x="1181079" y="1498574"/>
                  </a:lnTo>
                  <a:lnTo>
                    <a:pt x="1181097" y="1498573"/>
                  </a:lnTo>
                  <a:lnTo>
                    <a:pt x="1181115" y="1498575"/>
                  </a:lnTo>
                  <a:lnTo>
                    <a:pt x="1181133" y="1498576"/>
                  </a:lnTo>
                  <a:lnTo>
                    <a:pt x="1181154" y="1498575"/>
                  </a:lnTo>
                  <a:lnTo>
                    <a:pt x="1181170" y="1498577"/>
                  </a:lnTo>
                  <a:lnTo>
                    <a:pt x="1181185" y="1498577"/>
                  </a:lnTo>
                  <a:lnTo>
                    <a:pt x="1181208" y="1498578"/>
                  </a:lnTo>
                  <a:lnTo>
                    <a:pt x="1181223" y="1498581"/>
                  </a:lnTo>
                  <a:lnTo>
                    <a:pt x="1181241" y="1498588"/>
                  </a:lnTo>
                  <a:lnTo>
                    <a:pt x="1181259" y="1498591"/>
                  </a:lnTo>
                  <a:lnTo>
                    <a:pt x="1181277" y="1498596"/>
                  </a:lnTo>
                  <a:lnTo>
                    <a:pt x="1181295" y="1498602"/>
                  </a:lnTo>
                  <a:lnTo>
                    <a:pt x="1181313" y="1498608"/>
                  </a:lnTo>
                  <a:lnTo>
                    <a:pt x="1181320" y="1498611"/>
                  </a:lnTo>
                  <a:lnTo>
                    <a:pt x="1181330" y="1498610"/>
                  </a:lnTo>
                  <a:lnTo>
                    <a:pt x="1181349" y="1498607"/>
                  </a:lnTo>
                  <a:lnTo>
                    <a:pt x="1181362" y="1498606"/>
                  </a:lnTo>
                  <a:lnTo>
                    <a:pt x="1181367" y="1498603"/>
                  </a:lnTo>
                  <a:lnTo>
                    <a:pt x="1181385" y="1498599"/>
                  </a:lnTo>
                  <a:lnTo>
                    <a:pt x="1181403" y="1498593"/>
                  </a:lnTo>
                  <a:lnTo>
                    <a:pt x="1181421" y="1498587"/>
                  </a:lnTo>
                  <a:lnTo>
                    <a:pt x="1181449" y="1498572"/>
                  </a:lnTo>
                  <a:lnTo>
                    <a:pt x="1181458" y="1498566"/>
                  </a:lnTo>
                  <a:lnTo>
                    <a:pt x="1181476" y="1498555"/>
                  </a:lnTo>
                  <a:lnTo>
                    <a:pt x="1181494" y="1498542"/>
                  </a:lnTo>
                  <a:lnTo>
                    <a:pt x="1181511" y="1498531"/>
                  </a:lnTo>
                  <a:lnTo>
                    <a:pt x="1181529" y="1498518"/>
                  </a:lnTo>
                  <a:lnTo>
                    <a:pt x="1181547" y="1498500"/>
                  </a:lnTo>
                  <a:lnTo>
                    <a:pt x="1181559" y="1498489"/>
                  </a:lnTo>
                  <a:lnTo>
                    <a:pt x="1181565" y="1498487"/>
                  </a:lnTo>
                  <a:lnTo>
                    <a:pt x="1181575" y="1498482"/>
                  </a:lnTo>
                  <a:lnTo>
                    <a:pt x="1181583" y="1498480"/>
                  </a:lnTo>
                  <a:lnTo>
                    <a:pt x="1181601" y="1498479"/>
                  </a:lnTo>
                  <a:lnTo>
                    <a:pt x="1181619" y="1498477"/>
                  </a:lnTo>
                  <a:lnTo>
                    <a:pt x="1181636" y="1498479"/>
                  </a:lnTo>
                  <a:lnTo>
                    <a:pt x="1181655" y="1498484"/>
                  </a:lnTo>
                  <a:lnTo>
                    <a:pt x="1181673" y="1498488"/>
                  </a:lnTo>
                  <a:lnTo>
                    <a:pt x="1181691" y="1498492"/>
                  </a:lnTo>
                  <a:lnTo>
                    <a:pt x="1181709" y="1498497"/>
                  </a:lnTo>
                  <a:lnTo>
                    <a:pt x="1181727" y="1498506"/>
                  </a:lnTo>
                  <a:lnTo>
                    <a:pt x="1181745" y="1498514"/>
                  </a:lnTo>
                  <a:lnTo>
                    <a:pt x="1181763" y="1498524"/>
                  </a:lnTo>
                  <a:lnTo>
                    <a:pt x="1181770" y="1498526"/>
                  </a:lnTo>
                  <a:lnTo>
                    <a:pt x="1181780" y="1498526"/>
                  </a:lnTo>
                  <a:lnTo>
                    <a:pt x="1181799" y="1498518"/>
                  </a:lnTo>
                  <a:lnTo>
                    <a:pt x="1181817" y="1498515"/>
                  </a:lnTo>
                  <a:lnTo>
                    <a:pt x="1181835" y="1498514"/>
                  </a:lnTo>
                  <a:lnTo>
                    <a:pt x="1181847" y="1498508"/>
                  </a:lnTo>
                  <a:lnTo>
                    <a:pt x="1181850" y="1498501"/>
                  </a:lnTo>
                  <a:lnTo>
                    <a:pt x="1181852" y="1498489"/>
                  </a:lnTo>
                  <a:lnTo>
                    <a:pt x="1181849" y="1498483"/>
                  </a:lnTo>
                  <a:lnTo>
                    <a:pt x="1181837" y="1498465"/>
                  </a:lnTo>
                  <a:lnTo>
                    <a:pt x="1181832" y="1498455"/>
                  </a:lnTo>
                  <a:lnTo>
                    <a:pt x="1181827" y="1498445"/>
                  </a:lnTo>
                  <a:lnTo>
                    <a:pt x="1181826" y="1498428"/>
                  </a:lnTo>
                  <a:lnTo>
                    <a:pt x="1181826" y="1498415"/>
                  </a:lnTo>
                  <a:lnTo>
                    <a:pt x="1181827" y="1498406"/>
                  </a:lnTo>
                  <a:lnTo>
                    <a:pt x="1181833" y="1498390"/>
                  </a:lnTo>
                  <a:lnTo>
                    <a:pt x="1181838" y="1498372"/>
                  </a:lnTo>
                  <a:lnTo>
                    <a:pt x="1181843" y="1498353"/>
                  </a:lnTo>
                  <a:lnTo>
                    <a:pt x="1181847" y="1498335"/>
                  </a:lnTo>
                  <a:lnTo>
                    <a:pt x="1181857" y="1498318"/>
                  </a:lnTo>
                  <a:lnTo>
                    <a:pt x="1181863" y="1498307"/>
                  </a:lnTo>
                  <a:lnTo>
                    <a:pt x="1181871" y="1498298"/>
                  </a:lnTo>
                  <a:lnTo>
                    <a:pt x="1181882" y="1498288"/>
                  </a:lnTo>
                  <a:lnTo>
                    <a:pt x="1181889" y="1498284"/>
                  </a:lnTo>
                  <a:lnTo>
                    <a:pt x="1181907" y="1498272"/>
                  </a:lnTo>
                  <a:lnTo>
                    <a:pt x="1181925" y="1498259"/>
                  </a:lnTo>
                  <a:lnTo>
                    <a:pt x="1181942" y="1498242"/>
                  </a:lnTo>
                  <a:lnTo>
                    <a:pt x="1181947" y="1498235"/>
                  </a:lnTo>
                  <a:lnTo>
                    <a:pt x="1181950" y="1498224"/>
                  </a:lnTo>
                  <a:lnTo>
                    <a:pt x="1181955" y="1498205"/>
                  </a:lnTo>
                  <a:lnTo>
                    <a:pt x="1181957" y="1498198"/>
                  </a:lnTo>
                  <a:lnTo>
                    <a:pt x="1181960" y="1498167"/>
                  </a:lnTo>
                  <a:lnTo>
                    <a:pt x="1181963" y="1498146"/>
                  </a:lnTo>
                  <a:lnTo>
                    <a:pt x="1181967" y="1498130"/>
                  </a:lnTo>
                  <a:lnTo>
                    <a:pt x="1181976" y="1498111"/>
                  </a:lnTo>
                  <a:lnTo>
                    <a:pt x="1181984" y="1498093"/>
                  </a:lnTo>
                  <a:lnTo>
                    <a:pt x="1181991" y="1498074"/>
                  </a:lnTo>
                  <a:lnTo>
                    <a:pt x="1181995" y="1498056"/>
                  </a:lnTo>
                  <a:lnTo>
                    <a:pt x="1181997" y="1498037"/>
                  </a:lnTo>
                  <a:lnTo>
                    <a:pt x="1181997" y="1498019"/>
                  </a:lnTo>
                  <a:lnTo>
                    <a:pt x="1182001" y="1498000"/>
                  </a:lnTo>
                  <a:lnTo>
                    <a:pt x="1182004" y="1497984"/>
                  </a:lnTo>
                  <a:lnTo>
                    <a:pt x="1182012" y="1497963"/>
                  </a:lnTo>
                  <a:lnTo>
                    <a:pt x="1182026" y="1497945"/>
                  </a:lnTo>
                  <a:lnTo>
                    <a:pt x="1182033" y="1497932"/>
                  </a:lnTo>
                  <a:lnTo>
                    <a:pt x="1182034" y="1497926"/>
                  </a:lnTo>
                  <a:lnTo>
                    <a:pt x="1182036" y="1497918"/>
                  </a:lnTo>
                  <a:lnTo>
                    <a:pt x="1182036" y="1497908"/>
                  </a:lnTo>
                  <a:lnTo>
                    <a:pt x="1182039" y="1497889"/>
                  </a:lnTo>
                  <a:lnTo>
                    <a:pt x="1182039" y="1497871"/>
                  </a:lnTo>
                  <a:lnTo>
                    <a:pt x="1182045" y="1497855"/>
                  </a:lnTo>
                  <a:lnTo>
                    <a:pt x="1182049" y="1497836"/>
                  </a:lnTo>
                  <a:lnTo>
                    <a:pt x="1182049" y="1497815"/>
                  </a:lnTo>
                  <a:lnTo>
                    <a:pt x="1182045" y="1497790"/>
                  </a:lnTo>
                  <a:lnTo>
                    <a:pt x="1182043" y="1497773"/>
                  </a:lnTo>
                  <a:lnTo>
                    <a:pt x="1182033" y="1497760"/>
                  </a:lnTo>
                  <a:lnTo>
                    <a:pt x="1182026" y="1497750"/>
                  </a:lnTo>
                  <a:lnTo>
                    <a:pt x="1182026" y="1497743"/>
                  </a:lnTo>
                  <a:lnTo>
                    <a:pt x="1182032" y="1497727"/>
                  </a:lnTo>
                  <a:lnTo>
                    <a:pt x="1182036" y="1497723"/>
                  </a:lnTo>
                  <a:lnTo>
                    <a:pt x="1182047" y="1497704"/>
                  </a:lnTo>
                  <a:lnTo>
                    <a:pt x="1182053" y="1497686"/>
                  </a:lnTo>
                  <a:lnTo>
                    <a:pt x="1182052" y="1497676"/>
                  </a:lnTo>
                  <a:lnTo>
                    <a:pt x="1182049" y="1497667"/>
                  </a:lnTo>
                  <a:lnTo>
                    <a:pt x="1182039" y="1497649"/>
                  </a:lnTo>
                  <a:lnTo>
                    <a:pt x="1182033" y="1497631"/>
                  </a:lnTo>
                  <a:lnTo>
                    <a:pt x="1182035" y="1497610"/>
                  </a:lnTo>
                  <a:lnTo>
                    <a:pt x="1182041" y="1497602"/>
                  </a:lnTo>
                  <a:lnTo>
                    <a:pt x="1182048" y="1497598"/>
                  </a:lnTo>
                  <a:lnTo>
                    <a:pt x="1182066" y="1497588"/>
                  </a:lnTo>
                  <a:lnTo>
                    <a:pt x="1182079" y="1497578"/>
                  </a:lnTo>
                  <a:lnTo>
                    <a:pt x="1182083" y="1497574"/>
                  </a:lnTo>
                  <a:lnTo>
                    <a:pt x="1182100" y="1497554"/>
                  </a:lnTo>
                  <a:lnTo>
                    <a:pt x="1182110" y="1497549"/>
                  </a:lnTo>
                  <a:lnTo>
                    <a:pt x="1182116" y="1497548"/>
                  </a:lnTo>
                  <a:lnTo>
                    <a:pt x="1182134" y="1497549"/>
                  </a:lnTo>
                  <a:lnTo>
                    <a:pt x="1182152" y="1497550"/>
                  </a:lnTo>
                  <a:lnTo>
                    <a:pt x="1182164" y="1497545"/>
                  </a:lnTo>
                  <a:lnTo>
                    <a:pt x="1182170" y="1497540"/>
                  </a:lnTo>
                  <a:lnTo>
                    <a:pt x="1182183" y="1497521"/>
                  </a:lnTo>
                  <a:lnTo>
                    <a:pt x="1182195" y="1497504"/>
                  </a:lnTo>
                  <a:lnTo>
                    <a:pt x="1182199" y="1497498"/>
                  </a:lnTo>
                  <a:lnTo>
                    <a:pt x="1182211" y="1497486"/>
                  </a:lnTo>
                  <a:lnTo>
                    <a:pt x="1182224" y="1497477"/>
                  </a:lnTo>
                  <a:lnTo>
                    <a:pt x="1182229" y="1497475"/>
                  </a:lnTo>
                  <a:lnTo>
                    <a:pt x="1182237" y="1497473"/>
                  </a:lnTo>
                  <a:lnTo>
                    <a:pt x="1182246" y="1497471"/>
                  </a:lnTo>
                  <a:lnTo>
                    <a:pt x="1182266" y="1497464"/>
                  </a:lnTo>
                  <a:lnTo>
                    <a:pt x="1182275" y="1497458"/>
                  </a:lnTo>
                  <a:lnTo>
                    <a:pt x="1182287" y="1497444"/>
                  </a:lnTo>
                  <a:lnTo>
                    <a:pt x="1182297" y="1497424"/>
                  </a:lnTo>
                  <a:lnTo>
                    <a:pt x="1182306" y="1497410"/>
                  </a:lnTo>
                  <a:lnTo>
                    <a:pt x="1182325" y="1497392"/>
                  </a:lnTo>
                  <a:lnTo>
                    <a:pt x="1182339" y="1497376"/>
                  </a:lnTo>
                  <a:lnTo>
                    <a:pt x="1182351" y="1497361"/>
                  </a:lnTo>
                  <a:lnTo>
                    <a:pt x="1182353" y="1497349"/>
                  </a:lnTo>
                  <a:lnTo>
                    <a:pt x="1182350" y="1497340"/>
                  </a:lnTo>
                  <a:lnTo>
                    <a:pt x="1182344" y="1497322"/>
                  </a:lnTo>
                  <a:lnTo>
                    <a:pt x="1182342" y="1497304"/>
                  </a:lnTo>
                  <a:lnTo>
                    <a:pt x="1182341" y="1497285"/>
                  </a:lnTo>
                  <a:lnTo>
                    <a:pt x="1182338" y="1497269"/>
                  </a:lnTo>
                  <a:lnTo>
                    <a:pt x="1182336" y="1497260"/>
                  </a:lnTo>
                  <a:lnTo>
                    <a:pt x="1182329" y="1497248"/>
                  </a:lnTo>
                  <a:lnTo>
                    <a:pt x="1182323" y="1497239"/>
                  </a:lnTo>
                  <a:lnTo>
                    <a:pt x="1182316" y="1497230"/>
                  </a:lnTo>
                  <a:lnTo>
                    <a:pt x="1182301" y="1497213"/>
                  </a:lnTo>
                  <a:lnTo>
                    <a:pt x="1182286" y="1497196"/>
                  </a:lnTo>
                  <a:lnTo>
                    <a:pt x="1182276" y="1497185"/>
                  </a:lnTo>
                  <a:lnTo>
                    <a:pt x="1182274" y="1497179"/>
                  </a:lnTo>
                  <a:lnTo>
                    <a:pt x="1182273" y="1497167"/>
                  </a:lnTo>
                  <a:lnTo>
                    <a:pt x="1182275" y="1497160"/>
                  </a:lnTo>
                  <a:lnTo>
                    <a:pt x="1182282" y="1497141"/>
                  </a:lnTo>
                  <a:lnTo>
                    <a:pt x="1182288" y="1497123"/>
                  </a:lnTo>
                  <a:lnTo>
                    <a:pt x="1182288" y="1497109"/>
                  </a:lnTo>
                  <a:lnTo>
                    <a:pt x="1182286" y="1497104"/>
                  </a:lnTo>
                  <a:lnTo>
                    <a:pt x="1182281" y="1497092"/>
                  </a:lnTo>
                  <a:lnTo>
                    <a:pt x="1182276" y="1497086"/>
                  </a:lnTo>
                  <a:lnTo>
                    <a:pt x="1182263" y="1497068"/>
                  </a:lnTo>
                  <a:lnTo>
                    <a:pt x="1182253" y="1497055"/>
                  </a:lnTo>
                  <a:lnTo>
                    <a:pt x="1182251" y="1497049"/>
                  </a:lnTo>
                  <a:lnTo>
                    <a:pt x="1182250" y="1497030"/>
                  </a:lnTo>
                  <a:lnTo>
                    <a:pt x="1182250" y="1497012"/>
                  </a:lnTo>
                  <a:lnTo>
                    <a:pt x="1182248" y="1496998"/>
                  </a:lnTo>
                  <a:lnTo>
                    <a:pt x="1182242" y="1496980"/>
                  </a:lnTo>
                  <a:lnTo>
                    <a:pt x="1182236" y="1496961"/>
                  </a:lnTo>
                  <a:lnTo>
                    <a:pt x="1182234" y="1496943"/>
                  </a:lnTo>
                  <a:lnTo>
                    <a:pt x="1182233" y="1496929"/>
                  </a:lnTo>
                  <a:lnTo>
                    <a:pt x="1182231" y="1496925"/>
                  </a:lnTo>
                  <a:lnTo>
                    <a:pt x="1182216" y="1496912"/>
                  </a:lnTo>
                  <a:lnTo>
                    <a:pt x="1182197" y="1496905"/>
                  </a:lnTo>
                  <a:lnTo>
                    <a:pt x="1182179" y="1496894"/>
                  </a:lnTo>
                  <a:lnTo>
                    <a:pt x="1182162" y="1496877"/>
                  </a:lnTo>
                  <a:lnTo>
                    <a:pt x="1182145" y="1496858"/>
                  </a:lnTo>
                  <a:lnTo>
                    <a:pt x="1182132" y="1496851"/>
                  </a:lnTo>
                  <a:lnTo>
                    <a:pt x="1182126" y="1496846"/>
                  </a:lnTo>
                  <a:lnTo>
                    <a:pt x="1182116" y="1496836"/>
                  </a:lnTo>
                  <a:lnTo>
                    <a:pt x="1182113" y="1496829"/>
                  </a:lnTo>
                  <a:lnTo>
                    <a:pt x="1182111" y="1496820"/>
                  </a:lnTo>
                  <a:lnTo>
                    <a:pt x="1182111" y="1496811"/>
                  </a:lnTo>
                  <a:lnTo>
                    <a:pt x="1182110" y="1496792"/>
                  </a:lnTo>
                  <a:lnTo>
                    <a:pt x="1182105" y="1496774"/>
                  </a:lnTo>
                  <a:lnTo>
                    <a:pt x="1182103" y="1496755"/>
                  </a:lnTo>
                  <a:lnTo>
                    <a:pt x="1182100" y="1496737"/>
                  </a:lnTo>
                  <a:lnTo>
                    <a:pt x="1182093" y="1496722"/>
                  </a:lnTo>
                  <a:lnTo>
                    <a:pt x="1182091" y="1496717"/>
                  </a:lnTo>
                  <a:lnTo>
                    <a:pt x="1182085" y="1496708"/>
                  </a:lnTo>
                  <a:lnTo>
                    <a:pt x="1182077" y="1496693"/>
                  </a:lnTo>
                  <a:lnTo>
                    <a:pt x="1182064" y="1496677"/>
                  </a:lnTo>
                  <a:lnTo>
                    <a:pt x="1182059" y="1496668"/>
                  </a:lnTo>
                  <a:lnTo>
                    <a:pt x="1182055" y="1496659"/>
                  </a:lnTo>
                  <a:lnTo>
                    <a:pt x="1182054" y="1496652"/>
                  </a:lnTo>
                  <a:lnTo>
                    <a:pt x="1182053" y="1496646"/>
                  </a:lnTo>
                  <a:lnTo>
                    <a:pt x="1182052" y="1496638"/>
                  </a:lnTo>
                  <a:lnTo>
                    <a:pt x="1182034" y="1496621"/>
                  </a:lnTo>
                  <a:lnTo>
                    <a:pt x="1182016" y="1496613"/>
                  </a:lnTo>
                  <a:lnTo>
                    <a:pt x="1181998" y="1496601"/>
                  </a:lnTo>
                  <a:lnTo>
                    <a:pt x="1181988" y="1496589"/>
                  </a:lnTo>
                  <a:lnTo>
                    <a:pt x="1181988" y="1496583"/>
                  </a:lnTo>
                  <a:lnTo>
                    <a:pt x="1181982" y="1496565"/>
                  </a:lnTo>
                  <a:lnTo>
                    <a:pt x="1181970" y="1496546"/>
                  </a:lnTo>
                  <a:lnTo>
                    <a:pt x="1181962" y="1496535"/>
                  </a:lnTo>
                  <a:lnTo>
                    <a:pt x="1181960" y="1496528"/>
                  </a:lnTo>
                  <a:lnTo>
                    <a:pt x="1181960" y="1496509"/>
                  </a:lnTo>
                  <a:lnTo>
                    <a:pt x="1181960" y="1496490"/>
                  </a:lnTo>
                  <a:lnTo>
                    <a:pt x="1181958" y="1496472"/>
                  </a:lnTo>
                  <a:lnTo>
                    <a:pt x="1181956" y="1496454"/>
                  </a:lnTo>
                  <a:lnTo>
                    <a:pt x="1181953" y="1496435"/>
                  </a:lnTo>
                  <a:lnTo>
                    <a:pt x="1181950" y="1496417"/>
                  </a:lnTo>
                  <a:lnTo>
                    <a:pt x="1181949" y="1496398"/>
                  </a:lnTo>
                  <a:lnTo>
                    <a:pt x="1181949" y="1496380"/>
                  </a:lnTo>
                  <a:lnTo>
                    <a:pt x="1181946" y="1496361"/>
                  </a:lnTo>
                  <a:lnTo>
                    <a:pt x="1181944" y="1496343"/>
                  </a:lnTo>
                  <a:lnTo>
                    <a:pt x="1181938" y="1496324"/>
                  </a:lnTo>
                  <a:lnTo>
                    <a:pt x="1181938" y="1496317"/>
                  </a:lnTo>
                  <a:lnTo>
                    <a:pt x="1181934" y="1496306"/>
                  </a:lnTo>
                  <a:lnTo>
                    <a:pt x="1181928" y="1496287"/>
                  </a:lnTo>
                  <a:lnTo>
                    <a:pt x="1181924" y="1496269"/>
                  </a:lnTo>
                  <a:lnTo>
                    <a:pt x="1181919" y="1496250"/>
                  </a:lnTo>
                  <a:lnTo>
                    <a:pt x="1181912" y="1496238"/>
                  </a:lnTo>
                  <a:lnTo>
                    <a:pt x="1181906" y="1496232"/>
                  </a:lnTo>
                  <a:lnTo>
                    <a:pt x="1181895" y="1496214"/>
                  </a:lnTo>
                  <a:lnTo>
                    <a:pt x="1181888" y="1496184"/>
                  </a:lnTo>
                  <a:lnTo>
                    <a:pt x="1181888" y="1496178"/>
                  </a:lnTo>
                  <a:lnTo>
                    <a:pt x="1181892" y="1496159"/>
                  </a:lnTo>
                  <a:lnTo>
                    <a:pt x="1181892" y="1496139"/>
                  </a:lnTo>
                  <a:lnTo>
                    <a:pt x="1181897" y="1496126"/>
                  </a:lnTo>
                  <a:lnTo>
                    <a:pt x="1181899" y="1496115"/>
                  </a:lnTo>
                  <a:lnTo>
                    <a:pt x="1181906" y="1496102"/>
                  </a:lnTo>
                  <a:lnTo>
                    <a:pt x="1181915" y="1496085"/>
                  </a:lnTo>
                  <a:lnTo>
                    <a:pt x="1181918" y="1496077"/>
                  </a:lnTo>
                  <a:lnTo>
                    <a:pt x="1181918" y="1496067"/>
                  </a:lnTo>
                  <a:lnTo>
                    <a:pt x="1181918" y="1496056"/>
                  </a:lnTo>
                  <a:lnTo>
                    <a:pt x="1181920" y="1496048"/>
                  </a:lnTo>
                  <a:lnTo>
                    <a:pt x="1181922" y="1496030"/>
                  </a:lnTo>
                  <a:lnTo>
                    <a:pt x="1181927" y="1496011"/>
                  </a:lnTo>
                  <a:lnTo>
                    <a:pt x="1181930" y="1495993"/>
                  </a:lnTo>
                  <a:lnTo>
                    <a:pt x="1181934" y="1495984"/>
                  </a:lnTo>
                  <a:lnTo>
                    <a:pt x="1181935" y="1495974"/>
                  </a:lnTo>
                  <a:lnTo>
                    <a:pt x="1181936" y="1495956"/>
                  </a:lnTo>
                  <a:lnTo>
                    <a:pt x="1181931" y="1495937"/>
                  </a:lnTo>
                  <a:lnTo>
                    <a:pt x="1181927" y="1495931"/>
                  </a:lnTo>
                  <a:lnTo>
                    <a:pt x="1181925" y="1495919"/>
                  </a:lnTo>
                  <a:lnTo>
                    <a:pt x="1181924" y="1495901"/>
                  </a:lnTo>
                  <a:lnTo>
                    <a:pt x="1181922" y="1495882"/>
                  </a:lnTo>
                  <a:lnTo>
                    <a:pt x="1181915" y="1495863"/>
                  </a:lnTo>
                  <a:lnTo>
                    <a:pt x="1181913" y="1495845"/>
                  </a:lnTo>
                  <a:lnTo>
                    <a:pt x="1181909" y="1495826"/>
                  </a:lnTo>
                  <a:lnTo>
                    <a:pt x="1181902" y="1495786"/>
                  </a:lnTo>
                  <a:lnTo>
                    <a:pt x="1181900" y="1495777"/>
                  </a:lnTo>
                  <a:lnTo>
                    <a:pt x="1181891" y="1495769"/>
                  </a:lnTo>
                  <a:lnTo>
                    <a:pt x="1181881" y="1495752"/>
                  </a:lnTo>
                  <a:lnTo>
                    <a:pt x="1181886" y="1495742"/>
                  </a:lnTo>
                  <a:lnTo>
                    <a:pt x="1181896" y="1495737"/>
                  </a:lnTo>
                  <a:lnTo>
                    <a:pt x="1181913" y="1495730"/>
                  </a:lnTo>
                  <a:lnTo>
                    <a:pt x="1181926" y="1495728"/>
                  </a:lnTo>
                  <a:lnTo>
                    <a:pt x="1181932" y="1495724"/>
                  </a:lnTo>
                  <a:lnTo>
                    <a:pt x="1181950" y="1495717"/>
                  </a:lnTo>
                  <a:lnTo>
                    <a:pt x="1181968" y="1495708"/>
                  </a:lnTo>
                  <a:lnTo>
                    <a:pt x="1181986" y="1495694"/>
                  </a:lnTo>
                  <a:lnTo>
                    <a:pt x="1182000" y="1495679"/>
                  </a:lnTo>
                  <a:lnTo>
                    <a:pt x="1182018" y="1495661"/>
                  </a:lnTo>
                  <a:lnTo>
                    <a:pt x="1182034" y="1495645"/>
                  </a:lnTo>
                  <a:lnTo>
                    <a:pt x="1182051" y="1495627"/>
                  </a:lnTo>
                  <a:lnTo>
                    <a:pt x="1182062" y="1495610"/>
                  </a:lnTo>
                  <a:lnTo>
                    <a:pt x="1182065" y="1495590"/>
                  </a:lnTo>
                  <a:lnTo>
                    <a:pt x="1182065" y="1495572"/>
                  </a:lnTo>
                  <a:lnTo>
                    <a:pt x="1182065" y="1495562"/>
                  </a:lnTo>
                  <a:lnTo>
                    <a:pt x="1182068" y="1495554"/>
                  </a:lnTo>
                  <a:lnTo>
                    <a:pt x="1182070" y="1495544"/>
                  </a:lnTo>
                  <a:lnTo>
                    <a:pt x="1182075" y="1495535"/>
                  </a:lnTo>
                  <a:lnTo>
                    <a:pt x="1182090" y="1495517"/>
                  </a:lnTo>
                  <a:lnTo>
                    <a:pt x="1182105" y="1495498"/>
                  </a:lnTo>
                  <a:lnTo>
                    <a:pt x="1182118" y="1495480"/>
                  </a:lnTo>
                  <a:lnTo>
                    <a:pt x="1182132" y="1495461"/>
                  </a:lnTo>
                  <a:lnTo>
                    <a:pt x="1182143" y="1495442"/>
                  </a:lnTo>
                  <a:lnTo>
                    <a:pt x="1182155" y="1495424"/>
                  </a:lnTo>
                  <a:lnTo>
                    <a:pt x="1182160" y="1495418"/>
                  </a:lnTo>
                  <a:lnTo>
                    <a:pt x="1182169" y="1495414"/>
                  </a:lnTo>
                  <a:lnTo>
                    <a:pt x="1182189" y="1495404"/>
                  </a:lnTo>
                  <a:lnTo>
                    <a:pt x="1182217" y="1495390"/>
                  </a:lnTo>
                  <a:lnTo>
                    <a:pt x="1182235" y="1495382"/>
                  </a:lnTo>
                  <a:lnTo>
                    <a:pt x="1182253" y="1495372"/>
                  </a:lnTo>
                  <a:lnTo>
                    <a:pt x="1182271" y="1495357"/>
                  </a:lnTo>
                  <a:lnTo>
                    <a:pt x="1182275" y="1495353"/>
                  </a:lnTo>
                  <a:lnTo>
                    <a:pt x="1182285" y="1495340"/>
                  </a:lnTo>
                  <a:lnTo>
                    <a:pt x="1182293" y="1495323"/>
                  </a:lnTo>
                  <a:lnTo>
                    <a:pt x="1182299" y="1495302"/>
                  </a:lnTo>
                  <a:lnTo>
                    <a:pt x="1182300" y="1495284"/>
                  </a:lnTo>
                  <a:lnTo>
                    <a:pt x="1182299" y="1495265"/>
                  </a:lnTo>
                  <a:lnTo>
                    <a:pt x="1182298" y="1495247"/>
                  </a:lnTo>
                  <a:lnTo>
                    <a:pt x="1182297" y="1495228"/>
                  </a:lnTo>
                  <a:lnTo>
                    <a:pt x="1182297" y="1495210"/>
                  </a:lnTo>
                  <a:lnTo>
                    <a:pt x="1182297" y="1495192"/>
                  </a:lnTo>
                  <a:lnTo>
                    <a:pt x="1182297" y="1495180"/>
                  </a:lnTo>
                  <a:lnTo>
                    <a:pt x="1182300" y="1495173"/>
                  </a:lnTo>
                  <a:lnTo>
                    <a:pt x="1182303" y="1495155"/>
                  </a:lnTo>
                  <a:lnTo>
                    <a:pt x="1182308" y="1495144"/>
                  </a:lnTo>
                  <a:lnTo>
                    <a:pt x="1182317" y="1495142"/>
                  </a:lnTo>
                  <a:lnTo>
                    <a:pt x="1182334" y="1495139"/>
                  </a:lnTo>
                  <a:lnTo>
                    <a:pt x="1182344" y="1495137"/>
                  </a:lnTo>
                  <a:lnTo>
                    <a:pt x="1182352" y="1495132"/>
                  </a:lnTo>
                  <a:lnTo>
                    <a:pt x="1182369" y="1495126"/>
                  </a:lnTo>
                  <a:lnTo>
                    <a:pt x="1182384" y="1495119"/>
                  </a:lnTo>
                  <a:lnTo>
                    <a:pt x="1182388" y="1495116"/>
                  </a:lnTo>
                  <a:lnTo>
                    <a:pt x="1182398" y="1495111"/>
                  </a:lnTo>
                  <a:lnTo>
                    <a:pt x="1182404" y="1495104"/>
                  </a:lnTo>
                  <a:lnTo>
                    <a:pt x="1182411" y="1495086"/>
                  </a:lnTo>
                  <a:lnTo>
                    <a:pt x="1182422" y="1495065"/>
                  </a:lnTo>
                  <a:lnTo>
                    <a:pt x="1182426" y="1495057"/>
                  </a:lnTo>
                  <a:lnTo>
                    <a:pt x="1182432" y="1495048"/>
                  </a:lnTo>
                  <a:lnTo>
                    <a:pt x="1182445" y="1495029"/>
                  </a:lnTo>
                  <a:lnTo>
                    <a:pt x="1182458" y="1495011"/>
                  </a:lnTo>
                  <a:lnTo>
                    <a:pt x="1182469" y="1494998"/>
                  </a:lnTo>
                  <a:lnTo>
                    <a:pt x="1182476" y="1494995"/>
                  </a:lnTo>
                  <a:lnTo>
                    <a:pt x="1182493" y="1494986"/>
                  </a:lnTo>
                  <a:lnTo>
                    <a:pt x="1182511" y="1494979"/>
                  </a:lnTo>
                  <a:lnTo>
                    <a:pt x="1182529" y="1494971"/>
                  </a:lnTo>
                  <a:lnTo>
                    <a:pt x="1182547" y="1494965"/>
                  </a:lnTo>
                  <a:lnTo>
                    <a:pt x="1182565" y="1494958"/>
                  </a:lnTo>
                  <a:lnTo>
                    <a:pt x="1182583" y="1494950"/>
                  </a:lnTo>
                  <a:lnTo>
                    <a:pt x="1182601" y="1494939"/>
                  </a:lnTo>
                  <a:lnTo>
                    <a:pt x="1182612" y="1494929"/>
                  </a:lnTo>
                  <a:lnTo>
                    <a:pt x="1182617" y="1494921"/>
                  </a:lnTo>
                  <a:lnTo>
                    <a:pt x="1182624" y="1494912"/>
                  </a:lnTo>
                  <a:lnTo>
                    <a:pt x="1182627" y="1494903"/>
                  </a:lnTo>
                  <a:lnTo>
                    <a:pt x="1182639" y="1494884"/>
                  </a:lnTo>
                  <a:lnTo>
                    <a:pt x="1182657" y="1494866"/>
                  </a:lnTo>
                  <a:lnTo>
                    <a:pt x="1182676" y="1494844"/>
                  </a:lnTo>
                  <a:lnTo>
                    <a:pt x="1182718" y="1494846"/>
                  </a:lnTo>
                  <a:lnTo>
                    <a:pt x="1182726" y="1494843"/>
                  </a:lnTo>
                  <a:lnTo>
                    <a:pt x="1182736" y="1494836"/>
                  </a:lnTo>
                  <a:lnTo>
                    <a:pt x="1182742" y="1494832"/>
                  </a:lnTo>
                  <a:lnTo>
                    <a:pt x="1182747" y="1494826"/>
                  </a:lnTo>
                  <a:lnTo>
                    <a:pt x="1182750" y="1494820"/>
                  </a:lnTo>
                  <a:lnTo>
                    <a:pt x="1182765" y="1494801"/>
                  </a:lnTo>
                  <a:lnTo>
                    <a:pt x="1182775" y="1494783"/>
                  </a:lnTo>
                  <a:lnTo>
                    <a:pt x="1182779" y="1494779"/>
                  </a:lnTo>
                  <a:lnTo>
                    <a:pt x="1182786" y="1494764"/>
                  </a:lnTo>
                  <a:lnTo>
                    <a:pt x="1182799" y="1494745"/>
                  </a:lnTo>
                  <a:lnTo>
                    <a:pt x="1182812" y="1494727"/>
                  </a:lnTo>
                  <a:lnTo>
                    <a:pt x="1182824" y="1494708"/>
                  </a:lnTo>
                  <a:lnTo>
                    <a:pt x="1182835" y="1494690"/>
                  </a:lnTo>
                  <a:lnTo>
                    <a:pt x="1182845" y="1494672"/>
                  </a:lnTo>
                  <a:lnTo>
                    <a:pt x="1182854" y="1494653"/>
                  </a:lnTo>
                  <a:lnTo>
                    <a:pt x="1182863" y="1494635"/>
                  </a:lnTo>
                  <a:lnTo>
                    <a:pt x="1182866" y="1494616"/>
                  </a:lnTo>
                  <a:lnTo>
                    <a:pt x="1182873" y="1494594"/>
                  </a:lnTo>
                  <a:lnTo>
                    <a:pt x="1182878" y="1494585"/>
                  </a:lnTo>
                  <a:lnTo>
                    <a:pt x="1182891" y="1494567"/>
                  </a:lnTo>
                  <a:lnTo>
                    <a:pt x="1182903" y="1494548"/>
                  </a:lnTo>
                  <a:lnTo>
                    <a:pt x="1182909" y="1494538"/>
                  </a:lnTo>
                  <a:lnTo>
                    <a:pt x="1182912" y="1494530"/>
                  </a:lnTo>
                  <a:lnTo>
                    <a:pt x="1182920" y="1494511"/>
                  </a:lnTo>
                  <a:lnTo>
                    <a:pt x="1182924" y="1494493"/>
                  </a:lnTo>
                  <a:lnTo>
                    <a:pt x="1182927" y="1494474"/>
                  </a:lnTo>
                  <a:lnTo>
                    <a:pt x="1182927" y="1494455"/>
                  </a:lnTo>
                  <a:lnTo>
                    <a:pt x="1182923" y="1494437"/>
                  </a:lnTo>
                  <a:lnTo>
                    <a:pt x="1182917" y="1494418"/>
                  </a:lnTo>
                  <a:lnTo>
                    <a:pt x="1182912" y="1494399"/>
                  </a:lnTo>
                  <a:lnTo>
                    <a:pt x="1182906" y="1494380"/>
                  </a:lnTo>
                  <a:lnTo>
                    <a:pt x="1182898" y="1494365"/>
                  </a:lnTo>
                  <a:lnTo>
                    <a:pt x="1182885" y="1494345"/>
                  </a:lnTo>
                  <a:lnTo>
                    <a:pt x="1182880" y="1494335"/>
                  </a:lnTo>
                  <a:lnTo>
                    <a:pt x="1182875" y="1494327"/>
                  </a:lnTo>
                  <a:lnTo>
                    <a:pt x="1182869" y="1494308"/>
                  </a:lnTo>
                  <a:lnTo>
                    <a:pt x="1182864" y="1494290"/>
                  </a:lnTo>
                  <a:lnTo>
                    <a:pt x="1182861" y="1494273"/>
                  </a:lnTo>
                  <a:lnTo>
                    <a:pt x="1182854" y="1494259"/>
                  </a:lnTo>
                  <a:lnTo>
                    <a:pt x="1182841" y="1494248"/>
                  </a:lnTo>
                  <a:lnTo>
                    <a:pt x="1182824" y="1494234"/>
                  </a:lnTo>
                  <a:lnTo>
                    <a:pt x="1182815" y="1494225"/>
                  </a:lnTo>
                  <a:lnTo>
                    <a:pt x="1182812" y="1494217"/>
                  </a:lnTo>
                  <a:lnTo>
                    <a:pt x="1182808" y="1494190"/>
                  </a:lnTo>
                  <a:lnTo>
                    <a:pt x="1182806" y="1494185"/>
                  </a:lnTo>
                  <a:lnTo>
                    <a:pt x="1182792" y="1494167"/>
                  </a:lnTo>
                  <a:lnTo>
                    <a:pt x="1182785" y="1494156"/>
                  </a:lnTo>
                  <a:lnTo>
                    <a:pt x="1182781" y="1494148"/>
                  </a:lnTo>
                  <a:lnTo>
                    <a:pt x="1182777" y="1494129"/>
                  </a:lnTo>
                  <a:lnTo>
                    <a:pt x="1182773" y="1494121"/>
                  </a:lnTo>
                  <a:lnTo>
                    <a:pt x="1182772" y="1494111"/>
                  </a:lnTo>
                  <a:lnTo>
                    <a:pt x="1182767" y="1494092"/>
                  </a:lnTo>
                  <a:lnTo>
                    <a:pt x="1182762" y="1494074"/>
                  </a:lnTo>
                  <a:lnTo>
                    <a:pt x="1182757" y="1494056"/>
                  </a:lnTo>
                  <a:lnTo>
                    <a:pt x="1182756" y="1494034"/>
                  </a:lnTo>
                  <a:lnTo>
                    <a:pt x="1182754" y="1494017"/>
                  </a:lnTo>
                  <a:lnTo>
                    <a:pt x="1182751" y="1494000"/>
                  </a:lnTo>
                  <a:lnTo>
                    <a:pt x="1182747" y="1493982"/>
                  </a:lnTo>
                  <a:lnTo>
                    <a:pt x="1182738" y="1493963"/>
                  </a:lnTo>
                  <a:lnTo>
                    <a:pt x="1182725" y="1493945"/>
                  </a:lnTo>
                  <a:lnTo>
                    <a:pt x="1182717" y="1493929"/>
                  </a:lnTo>
                  <a:lnTo>
                    <a:pt x="1182710" y="1493915"/>
                  </a:lnTo>
                  <a:lnTo>
                    <a:pt x="1182709" y="1493908"/>
                  </a:lnTo>
                  <a:lnTo>
                    <a:pt x="1182704" y="1493892"/>
                  </a:lnTo>
                  <a:lnTo>
                    <a:pt x="1182700" y="1493873"/>
                  </a:lnTo>
                  <a:lnTo>
                    <a:pt x="1182692" y="1493853"/>
                  </a:lnTo>
                  <a:lnTo>
                    <a:pt x="1182685" y="1493841"/>
                  </a:lnTo>
                  <a:lnTo>
                    <a:pt x="1182672" y="1493805"/>
                  </a:lnTo>
                  <a:lnTo>
                    <a:pt x="1182664" y="1493786"/>
                  </a:lnTo>
                  <a:lnTo>
                    <a:pt x="1182657" y="1493768"/>
                  </a:lnTo>
                  <a:lnTo>
                    <a:pt x="1182651" y="1493749"/>
                  </a:lnTo>
                  <a:lnTo>
                    <a:pt x="1182649" y="1493730"/>
                  </a:lnTo>
                  <a:lnTo>
                    <a:pt x="1182650" y="1493712"/>
                  </a:lnTo>
                  <a:lnTo>
                    <a:pt x="1182650" y="1493687"/>
                  </a:lnTo>
                  <a:lnTo>
                    <a:pt x="1182657" y="1493675"/>
                  </a:lnTo>
                  <a:lnTo>
                    <a:pt x="1182657" y="1493668"/>
                  </a:lnTo>
                  <a:lnTo>
                    <a:pt x="1182653" y="1493662"/>
                  </a:lnTo>
                  <a:lnTo>
                    <a:pt x="1182639" y="1493655"/>
                  </a:lnTo>
                  <a:lnTo>
                    <a:pt x="1182628" y="1493650"/>
                  </a:lnTo>
                  <a:lnTo>
                    <a:pt x="1182620" y="1493646"/>
                  </a:lnTo>
                  <a:lnTo>
                    <a:pt x="1182606" y="1493638"/>
                  </a:lnTo>
                  <a:lnTo>
                    <a:pt x="1182601" y="1493634"/>
                  </a:lnTo>
                  <a:lnTo>
                    <a:pt x="1182596" y="1493625"/>
                  </a:lnTo>
                  <a:lnTo>
                    <a:pt x="1182595" y="1493616"/>
                  </a:lnTo>
                  <a:lnTo>
                    <a:pt x="1182596" y="1493605"/>
                  </a:lnTo>
                  <a:lnTo>
                    <a:pt x="1182598" y="1493599"/>
                  </a:lnTo>
                  <a:lnTo>
                    <a:pt x="1182599" y="1493590"/>
                  </a:lnTo>
                  <a:lnTo>
                    <a:pt x="1182604" y="1493580"/>
                  </a:lnTo>
                  <a:lnTo>
                    <a:pt x="1182610" y="1493569"/>
                  </a:lnTo>
                  <a:lnTo>
                    <a:pt x="1182613" y="1493562"/>
                  </a:lnTo>
                  <a:lnTo>
                    <a:pt x="1182616" y="1493543"/>
                  </a:lnTo>
                  <a:lnTo>
                    <a:pt x="1182622" y="1493525"/>
                  </a:lnTo>
                  <a:lnTo>
                    <a:pt x="1182628" y="1493506"/>
                  </a:lnTo>
                  <a:lnTo>
                    <a:pt x="1182632" y="1493488"/>
                  </a:lnTo>
                  <a:lnTo>
                    <a:pt x="1182631" y="1493480"/>
                  </a:lnTo>
                  <a:lnTo>
                    <a:pt x="1182631" y="1493471"/>
                  </a:lnTo>
                  <a:lnTo>
                    <a:pt x="1182630" y="1493452"/>
                  </a:lnTo>
                  <a:lnTo>
                    <a:pt x="1182632" y="1493431"/>
                  </a:lnTo>
                  <a:lnTo>
                    <a:pt x="1182630" y="1493408"/>
                  </a:lnTo>
                  <a:lnTo>
                    <a:pt x="1182629" y="1493398"/>
                  </a:lnTo>
                  <a:lnTo>
                    <a:pt x="1182627" y="1493392"/>
                  </a:lnTo>
                  <a:lnTo>
                    <a:pt x="1182626" y="1493377"/>
                  </a:lnTo>
                  <a:lnTo>
                    <a:pt x="1182627" y="1493358"/>
                  </a:lnTo>
                  <a:lnTo>
                    <a:pt x="1182626" y="1493340"/>
                  </a:lnTo>
                  <a:lnTo>
                    <a:pt x="1182620" y="1493329"/>
                  </a:lnTo>
                  <a:lnTo>
                    <a:pt x="1182619" y="1493322"/>
                  </a:lnTo>
                  <a:lnTo>
                    <a:pt x="1182615" y="1493303"/>
                  </a:lnTo>
                  <a:lnTo>
                    <a:pt x="1182620" y="1493285"/>
                  </a:lnTo>
                  <a:lnTo>
                    <a:pt x="1182622" y="1493277"/>
                  </a:lnTo>
                  <a:lnTo>
                    <a:pt x="1182627" y="1493271"/>
                  </a:lnTo>
                  <a:lnTo>
                    <a:pt x="1182632" y="1493266"/>
                  </a:lnTo>
                  <a:lnTo>
                    <a:pt x="1182648" y="1493252"/>
                  </a:lnTo>
                  <a:lnTo>
                    <a:pt x="1182667" y="1493245"/>
                  </a:lnTo>
                  <a:lnTo>
                    <a:pt x="1182686" y="1493236"/>
                  </a:lnTo>
                  <a:lnTo>
                    <a:pt x="1182696" y="1493229"/>
                  </a:lnTo>
                  <a:lnTo>
                    <a:pt x="1182702" y="1493221"/>
                  </a:lnTo>
                  <a:lnTo>
                    <a:pt x="1182715" y="1493203"/>
                  </a:lnTo>
                  <a:lnTo>
                    <a:pt x="1182726" y="1493185"/>
                  </a:lnTo>
                  <a:lnTo>
                    <a:pt x="1182732" y="1493168"/>
                  </a:lnTo>
                  <a:lnTo>
                    <a:pt x="1182738" y="1493150"/>
                  </a:lnTo>
                  <a:lnTo>
                    <a:pt x="1182744" y="1493129"/>
                  </a:lnTo>
                  <a:lnTo>
                    <a:pt x="1182752" y="1493110"/>
                  </a:lnTo>
                  <a:lnTo>
                    <a:pt x="1182762" y="1493092"/>
                  </a:lnTo>
                  <a:lnTo>
                    <a:pt x="1182775" y="1493073"/>
                  </a:lnTo>
                  <a:lnTo>
                    <a:pt x="1182793" y="1493058"/>
                  </a:lnTo>
                  <a:lnTo>
                    <a:pt x="1182811" y="1493050"/>
                  </a:lnTo>
                  <a:lnTo>
                    <a:pt x="1182829" y="1493038"/>
                  </a:lnTo>
                  <a:lnTo>
                    <a:pt x="1182839" y="1493032"/>
                  </a:lnTo>
                  <a:lnTo>
                    <a:pt x="1182846" y="1493026"/>
                  </a:lnTo>
                  <a:lnTo>
                    <a:pt x="1182853" y="1493008"/>
                  </a:lnTo>
                  <a:lnTo>
                    <a:pt x="1182853" y="1492996"/>
                  </a:lnTo>
                  <a:lnTo>
                    <a:pt x="1182852" y="1492976"/>
                  </a:lnTo>
                  <a:lnTo>
                    <a:pt x="1182852" y="1492966"/>
                  </a:lnTo>
                  <a:lnTo>
                    <a:pt x="1182855" y="1492960"/>
                  </a:lnTo>
                  <a:lnTo>
                    <a:pt x="1182856" y="1492946"/>
                  </a:lnTo>
                  <a:lnTo>
                    <a:pt x="1182858" y="1492941"/>
                  </a:lnTo>
                  <a:lnTo>
                    <a:pt x="1182868" y="1492923"/>
                  </a:lnTo>
                  <a:lnTo>
                    <a:pt x="1182885" y="1492924"/>
                  </a:lnTo>
                  <a:lnTo>
                    <a:pt x="1182903" y="1492926"/>
                  </a:lnTo>
                  <a:lnTo>
                    <a:pt x="1182921" y="1492930"/>
                  </a:lnTo>
                  <a:lnTo>
                    <a:pt x="1182939" y="1492926"/>
                  </a:lnTo>
                  <a:lnTo>
                    <a:pt x="1182947" y="1492923"/>
                  </a:lnTo>
                  <a:lnTo>
                    <a:pt x="1182957" y="1492923"/>
                  </a:lnTo>
                  <a:lnTo>
                    <a:pt x="1182975" y="1492918"/>
                  </a:lnTo>
                  <a:lnTo>
                    <a:pt x="1182981" y="1492916"/>
                  </a:lnTo>
                  <a:lnTo>
                    <a:pt x="1182985" y="1492911"/>
                  </a:lnTo>
                  <a:lnTo>
                    <a:pt x="1182988" y="1492905"/>
                  </a:lnTo>
                  <a:lnTo>
                    <a:pt x="1182989" y="1492895"/>
                  </a:lnTo>
                  <a:lnTo>
                    <a:pt x="1182988" y="1492885"/>
                  </a:lnTo>
                  <a:lnTo>
                    <a:pt x="1182981" y="1492866"/>
                  </a:lnTo>
                  <a:lnTo>
                    <a:pt x="1182980" y="1492848"/>
                  </a:lnTo>
                  <a:lnTo>
                    <a:pt x="1182981" y="1492838"/>
                  </a:lnTo>
                  <a:lnTo>
                    <a:pt x="1182987" y="1492829"/>
                  </a:lnTo>
                  <a:lnTo>
                    <a:pt x="1183001" y="1492811"/>
                  </a:lnTo>
                  <a:lnTo>
                    <a:pt x="1183013" y="1492792"/>
                  </a:lnTo>
                  <a:lnTo>
                    <a:pt x="1183018" y="1492774"/>
                  </a:lnTo>
                  <a:lnTo>
                    <a:pt x="1183023" y="1492756"/>
                  </a:lnTo>
                  <a:lnTo>
                    <a:pt x="1183029" y="1492737"/>
                  </a:lnTo>
                  <a:lnTo>
                    <a:pt x="1183033" y="1492732"/>
                  </a:lnTo>
                  <a:lnTo>
                    <a:pt x="1183034" y="1492726"/>
                  </a:lnTo>
                  <a:lnTo>
                    <a:pt x="1183040" y="1492719"/>
                  </a:lnTo>
                  <a:lnTo>
                    <a:pt x="1183045" y="1492715"/>
                  </a:lnTo>
                  <a:lnTo>
                    <a:pt x="1183058" y="1492715"/>
                  </a:lnTo>
                  <a:lnTo>
                    <a:pt x="1183076" y="1492719"/>
                  </a:lnTo>
                  <a:lnTo>
                    <a:pt x="1183094" y="1492722"/>
                  </a:lnTo>
                  <a:lnTo>
                    <a:pt x="1183112" y="1492724"/>
                  </a:lnTo>
                  <a:lnTo>
                    <a:pt x="1183130" y="1492728"/>
                  </a:lnTo>
                  <a:lnTo>
                    <a:pt x="1183148" y="1492731"/>
                  </a:lnTo>
                  <a:lnTo>
                    <a:pt x="1183164" y="1492733"/>
                  </a:lnTo>
                  <a:lnTo>
                    <a:pt x="1183184" y="1492728"/>
                  </a:lnTo>
                  <a:lnTo>
                    <a:pt x="1183197" y="1492718"/>
                  </a:lnTo>
                  <a:lnTo>
                    <a:pt x="1183200" y="1492713"/>
                  </a:lnTo>
                  <a:lnTo>
                    <a:pt x="1183211" y="1492694"/>
                  </a:lnTo>
                  <a:lnTo>
                    <a:pt x="1183215" y="1492687"/>
                  </a:lnTo>
                  <a:lnTo>
                    <a:pt x="1183224" y="1492676"/>
                  </a:lnTo>
                  <a:lnTo>
                    <a:pt x="1183240" y="1492657"/>
                  </a:lnTo>
                  <a:lnTo>
                    <a:pt x="1183258" y="1492644"/>
                  </a:lnTo>
                  <a:lnTo>
                    <a:pt x="1183276" y="1492636"/>
                  </a:lnTo>
                  <a:lnTo>
                    <a:pt x="1183284" y="1492634"/>
                  </a:lnTo>
                  <a:lnTo>
                    <a:pt x="1183294" y="1492634"/>
                  </a:lnTo>
                  <a:lnTo>
                    <a:pt x="1183312" y="1492634"/>
                  </a:lnTo>
                  <a:lnTo>
                    <a:pt x="1183332" y="1492632"/>
                  </a:lnTo>
                  <a:lnTo>
                    <a:pt x="1183348" y="1492627"/>
                  </a:lnTo>
                  <a:lnTo>
                    <a:pt x="1183378" y="1492611"/>
                  </a:lnTo>
                  <a:lnTo>
                    <a:pt x="1183388" y="1492601"/>
                  </a:lnTo>
                  <a:lnTo>
                    <a:pt x="1183393" y="1492595"/>
                  </a:lnTo>
                  <a:lnTo>
                    <a:pt x="1183398" y="1492583"/>
                  </a:lnTo>
                  <a:lnTo>
                    <a:pt x="1183399" y="1492564"/>
                  </a:lnTo>
                  <a:lnTo>
                    <a:pt x="1183398" y="1492551"/>
                  </a:lnTo>
                  <a:lnTo>
                    <a:pt x="1183395" y="1492545"/>
                  </a:lnTo>
                  <a:lnTo>
                    <a:pt x="1183393" y="1492536"/>
                  </a:lnTo>
                  <a:lnTo>
                    <a:pt x="1183388" y="1492527"/>
                  </a:lnTo>
                  <a:lnTo>
                    <a:pt x="1183381" y="1492509"/>
                  </a:lnTo>
                  <a:lnTo>
                    <a:pt x="1183374" y="1492492"/>
                  </a:lnTo>
                  <a:lnTo>
                    <a:pt x="1183369" y="1492481"/>
                  </a:lnTo>
                  <a:lnTo>
                    <a:pt x="1183368" y="1492472"/>
                  </a:lnTo>
                  <a:lnTo>
                    <a:pt x="1183364" y="1492453"/>
                  </a:lnTo>
                  <a:lnTo>
                    <a:pt x="1183362" y="1492435"/>
                  </a:lnTo>
                  <a:lnTo>
                    <a:pt x="1183365" y="1492416"/>
                  </a:lnTo>
                  <a:lnTo>
                    <a:pt x="1183372" y="1492397"/>
                  </a:lnTo>
                  <a:lnTo>
                    <a:pt x="1183373" y="1492390"/>
                  </a:lnTo>
                  <a:lnTo>
                    <a:pt x="1183378" y="1492380"/>
                  </a:lnTo>
                  <a:lnTo>
                    <a:pt x="1183383" y="1492361"/>
                  </a:lnTo>
                  <a:lnTo>
                    <a:pt x="1183383" y="1492345"/>
                  </a:lnTo>
                  <a:lnTo>
                    <a:pt x="1183378" y="1492324"/>
                  </a:lnTo>
                  <a:lnTo>
                    <a:pt x="1183369" y="1492305"/>
                  </a:lnTo>
                  <a:lnTo>
                    <a:pt x="1183361" y="1492287"/>
                  </a:lnTo>
                  <a:lnTo>
                    <a:pt x="1183352" y="1492269"/>
                  </a:lnTo>
                  <a:lnTo>
                    <a:pt x="1183346" y="1492250"/>
                  </a:lnTo>
                  <a:lnTo>
                    <a:pt x="1183336" y="1492205"/>
                  </a:lnTo>
                  <a:lnTo>
                    <a:pt x="1183342" y="1492195"/>
                  </a:lnTo>
                  <a:lnTo>
                    <a:pt x="1183346" y="1492186"/>
                  </a:lnTo>
                  <a:lnTo>
                    <a:pt x="1183359" y="1492168"/>
                  </a:lnTo>
                  <a:lnTo>
                    <a:pt x="1183371" y="1492149"/>
                  </a:lnTo>
                  <a:lnTo>
                    <a:pt x="1183376" y="1492137"/>
                  </a:lnTo>
                  <a:lnTo>
                    <a:pt x="1183379" y="1492131"/>
                  </a:lnTo>
                  <a:lnTo>
                    <a:pt x="1183389" y="1492112"/>
                  </a:lnTo>
                  <a:lnTo>
                    <a:pt x="1183400" y="1492093"/>
                  </a:lnTo>
                  <a:lnTo>
                    <a:pt x="1183404" y="1492075"/>
                  </a:lnTo>
                  <a:lnTo>
                    <a:pt x="1183406" y="1492056"/>
                  </a:lnTo>
                  <a:lnTo>
                    <a:pt x="1183403" y="1492040"/>
                  </a:lnTo>
                  <a:lnTo>
                    <a:pt x="1183406" y="1492024"/>
                  </a:lnTo>
                  <a:lnTo>
                    <a:pt x="1183411" y="1492017"/>
                  </a:lnTo>
                  <a:lnTo>
                    <a:pt x="1183417" y="1492010"/>
                  </a:lnTo>
                  <a:lnTo>
                    <a:pt x="1183426" y="1492002"/>
                  </a:lnTo>
                  <a:lnTo>
                    <a:pt x="1183444" y="1491988"/>
                  </a:lnTo>
                  <a:lnTo>
                    <a:pt x="1183453" y="1491982"/>
                  </a:lnTo>
                  <a:lnTo>
                    <a:pt x="1183461" y="1491975"/>
                  </a:lnTo>
                  <a:lnTo>
                    <a:pt x="1183478" y="1491961"/>
                  </a:lnTo>
                  <a:lnTo>
                    <a:pt x="1183496" y="1491944"/>
                  </a:lnTo>
                  <a:lnTo>
                    <a:pt x="1183506" y="1491932"/>
                  </a:lnTo>
                  <a:lnTo>
                    <a:pt x="1183508" y="1491925"/>
                  </a:lnTo>
                  <a:lnTo>
                    <a:pt x="1183517" y="1491907"/>
                  </a:lnTo>
                  <a:lnTo>
                    <a:pt x="1183523" y="1491891"/>
                  </a:lnTo>
                  <a:lnTo>
                    <a:pt x="1183523" y="1491870"/>
                  </a:lnTo>
                  <a:lnTo>
                    <a:pt x="1183521" y="1491851"/>
                  </a:lnTo>
                  <a:lnTo>
                    <a:pt x="1183521" y="1491833"/>
                  </a:lnTo>
                  <a:lnTo>
                    <a:pt x="1183523" y="1491814"/>
                  </a:lnTo>
                  <a:lnTo>
                    <a:pt x="1183527" y="1491796"/>
                  </a:lnTo>
                  <a:lnTo>
                    <a:pt x="1183529" y="1491787"/>
                  </a:lnTo>
                  <a:lnTo>
                    <a:pt x="1183529" y="1491777"/>
                  </a:lnTo>
                  <a:lnTo>
                    <a:pt x="1183530" y="1491759"/>
                  </a:lnTo>
                  <a:lnTo>
                    <a:pt x="1183530" y="1491740"/>
                  </a:lnTo>
                  <a:lnTo>
                    <a:pt x="1183528" y="1491722"/>
                  </a:lnTo>
                  <a:lnTo>
                    <a:pt x="1183529" y="1491711"/>
                  </a:lnTo>
                  <a:lnTo>
                    <a:pt x="1183528" y="1491703"/>
                  </a:lnTo>
                  <a:lnTo>
                    <a:pt x="1183522" y="1491688"/>
                  </a:lnTo>
                  <a:lnTo>
                    <a:pt x="1183518" y="1491674"/>
                  </a:lnTo>
                  <a:lnTo>
                    <a:pt x="1183525" y="1491669"/>
                  </a:lnTo>
                  <a:lnTo>
                    <a:pt x="1183541" y="1491675"/>
                  </a:lnTo>
                  <a:lnTo>
                    <a:pt x="1183559" y="1491682"/>
                  </a:lnTo>
                  <a:lnTo>
                    <a:pt x="1183567" y="1491685"/>
                  </a:lnTo>
                  <a:lnTo>
                    <a:pt x="1183577" y="1491685"/>
                  </a:lnTo>
                  <a:lnTo>
                    <a:pt x="1183595" y="1491685"/>
                  </a:lnTo>
                  <a:lnTo>
                    <a:pt x="1183613" y="1491681"/>
                  </a:lnTo>
                  <a:lnTo>
                    <a:pt x="1183631" y="1491678"/>
                  </a:lnTo>
                  <a:lnTo>
                    <a:pt x="1183649" y="1491674"/>
                  </a:lnTo>
                  <a:lnTo>
                    <a:pt x="1183667" y="1491671"/>
                  </a:lnTo>
                  <a:lnTo>
                    <a:pt x="1183685" y="1491668"/>
                  </a:lnTo>
                  <a:lnTo>
                    <a:pt x="1183703" y="1491664"/>
                  </a:lnTo>
                  <a:lnTo>
                    <a:pt x="1183721" y="1491661"/>
                  </a:lnTo>
                  <a:lnTo>
                    <a:pt x="1183738" y="1491656"/>
                  </a:lnTo>
                  <a:lnTo>
                    <a:pt x="1183756" y="1491649"/>
                  </a:lnTo>
                  <a:lnTo>
                    <a:pt x="1183763" y="1491646"/>
                  </a:lnTo>
                  <a:lnTo>
                    <a:pt x="1183775" y="1491639"/>
                  </a:lnTo>
                  <a:lnTo>
                    <a:pt x="1183793" y="1491633"/>
                  </a:lnTo>
                  <a:lnTo>
                    <a:pt x="1183832" y="1491627"/>
                  </a:lnTo>
                  <a:lnTo>
                    <a:pt x="1183920" y="1491606"/>
                  </a:lnTo>
                  <a:lnTo>
                    <a:pt x="1183935" y="1491594"/>
                  </a:lnTo>
                  <a:lnTo>
                    <a:pt x="1183944" y="1491575"/>
                  </a:lnTo>
                  <a:lnTo>
                    <a:pt x="1183949" y="1491567"/>
                  </a:lnTo>
                  <a:lnTo>
                    <a:pt x="1183956" y="1491559"/>
                  </a:lnTo>
                  <a:lnTo>
                    <a:pt x="1183963" y="1491552"/>
                  </a:lnTo>
                  <a:lnTo>
                    <a:pt x="1183972" y="1491546"/>
                  </a:lnTo>
                  <a:lnTo>
                    <a:pt x="1183991" y="1491546"/>
                  </a:lnTo>
                  <a:lnTo>
                    <a:pt x="1184009" y="1491545"/>
                  </a:lnTo>
                  <a:lnTo>
                    <a:pt x="1184027" y="1491542"/>
                  </a:lnTo>
                  <a:lnTo>
                    <a:pt x="1184045" y="1491545"/>
                  </a:lnTo>
                  <a:lnTo>
                    <a:pt x="1184063" y="1491545"/>
                  </a:lnTo>
                  <a:lnTo>
                    <a:pt x="1184081" y="1491545"/>
                  </a:lnTo>
                  <a:lnTo>
                    <a:pt x="1184099" y="1491545"/>
                  </a:lnTo>
                  <a:lnTo>
                    <a:pt x="1184117" y="1491545"/>
                  </a:lnTo>
                  <a:lnTo>
                    <a:pt x="1184126" y="1491545"/>
                  </a:lnTo>
                  <a:lnTo>
                    <a:pt x="1184135" y="1491543"/>
                  </a:lnTo>
                  <a:lnTo>
                    <a:pt x="1184153" y="1491537"/>
                  </a:lnTo>
                  <a:lnTo>
                    <a:pt x="1184171" y="1491526"/>
                  </a:lnTo>
                  <a:lnTo>
                    <a:pt x="1184188" y="1491510"/>
                  </a:lnTo>
                  <a:lnTo>
                    <a:pt x="1184242" y="1491439"/>
                  </a:lnTo>
                  <a:lnTo>
                    <a:pt x="1184257" y="1491428"/>
                  </a:lnTo>
                  <a:lnTo>
                    <a:pt x="1184288" y="1491396"/>
                  </a:lnTo>
                  <a:lnTo>
                    <a:pt x="1184317" y="1491364"/>
                  </a:lnTo>
                  <a:lnTo>
                    <a:pt x="1184332" y="1491340"/>
                  </a:lnTo>
                  <a:lnTo>
                    <a:pt x="1184336" y="1491329"/>
                  </a:lnTo>
                  <a:lnTo>
                    <a:pt x="1184342" y="1491321"/>
                  </a:lnTo>
                  <a:lnTo>
                    <a:pt x="1184353" y="1491315"/>
                  </a:lnTo>
                  <a:lnTo>
                    <a:pt x="1184373" y="1491308"/>
                  </a:lnTo>
                  <a:lnTo>
                    <a:pt x="1184399" y="1491302"/>
                  </a:lnTo>
                  <a:lnTo>
                    <a:pt x="1184445" y="1491304"/>
                  </a:lnTo>
                  <a:lnTo>
                    <a:pt x="1184466" y="1491293"/>
                  </a:lnTo>
                  <a:lnTo>
                    <a:pt x="1184489" y="1491274"/>
                  </a:lnTo>
                  <a:lnTo>
                    <a:pt x="1184506" y="1491258"/>
                  </a:lnTo>
                  <a:lnTo>
                    <a:pt x="1184523" y="1491243"/>
                  </a:lnTo>
                  <a:lnTo>
                    <a:pt x="1184531" y="1491238"/>
                  </a:lnTo>
                  <a:lnTo>
                    <a:pt x="1184536" y="1491235"/>
                  </a:lnTo>
                  <a:lnTo>
                    <a:pt x="1184539" y="1491228"/>
                  </a:lnTo>
                  <a:lnTo>
                    <a:pt x="1184550" y="1491207"/>
                  </a:lnTo>
                  <a:lnTo>
                    <a:pt x="1184561" y="1491191"/>
                  </a:lnTo>
                  <a:lnTo>
                    <a:pt x="1184575" y="1491173"/>
                  </a:lnTo>
                  <a:lnTo>
                    <a:pt x="1184593" y="1491157"/>
                  </a:lnTo>
                  <a:lnTo>
                    <a:pt x="1184609" y="1491139"/>
                  </a:lnTo>
                  <a:lnTo>
                    <a:pt x="1184627" y="1491122"/>
                  </a:lnTo>
                  <a:lnTo>
                    <a:pt x="1184644" y="1491108"/>
                  </a:lnTo>
                  <a:lnTo>
                    <a:pt x="1184662" y="1491093"/>
                  </a:lnTo>
                  <a:lnTo>
                    <a:pt x="1184680" y="1491084"/>
                  </a:lnTo>
                  <a:lnTo>
                    <a:pt x="1184698" y="1491075"/>
                  </a:lnTo>
                  <a:lnTo>
                    <a:pt x="1184716" y="1491066"/>
                  </a:lnTo>
                  <a:lnTo>
                    <a:pt x="1184734" y="1491059"/>
                  </a:lnTo>
                  <a:lnTo>
                    <a:pt x="1184752" y="1491051"/>
                  </a:lnTo>
                  <a:lnTo>
                    <a:pt x="1184765" y="1491046"/>
                  </a:lnTo>
                  <a:lnTo>
                    <a:pt x="1184775" y="1491044"/>
                  </a:lnTo>
                  <a:lnTo>
                    <a:pt x="1184799" y="1491040"/>
                  </a:lnTo>
                  <a:lnTo>
                    <a:pt x="1184788" y="1491021"/>
                  </a:lnTo>
                  <a:lnTo>
                    <a:pt x="1184781" y="1491009"/>
                  </a:lnTo>
                  <a:lnTo>
                    <a:pt x="1184779" y="1490997"/>
                  </a:lnTo>
                  <a:lnTo>
                    <a:pt x="1184777" y="1490978"/>
                  </a:lnTo>
                  <a:lnTo>
                    <a:pt x="1184776" y="1490970"/>
                  </a:lnTo>
                  <a:lnTo>
                    <a:pt x="1184777" y="1490960"/>
                  </a:lnTo>
                  <a:lnTo>
                    <a:pt x="1184782" y="1490941"/>
                  </a:lnTo>
                  <a:lnTo>
                    <a:pt x="1184793" y="1490923"/>
                  </a:lnTo>
                  <a:lnTo>
                    <a:pt x="1184800" y="1490912"/>
                  </a:lnTo>
                  <a:lnTo>
                    <a:pt x="1184801" y="1490904"/>
                  </a:lnTo>
                  <a:lnTo>
                    <a:pt x="1184800" y="1490885"/>
                  </a:lnTo>
                  <a:lnTo>
                    <a:pt x="1184784" y="1490874"/>
                  </a:lnTo>
                  <a:lnTo>
                    <a:pt x="1184766" y="1490862"/>
                  </a:lnTo>
                  <a:lnTo>
                    <a:pt x="1184760" y="1490857"/>
                  </a:lnTo>
                  <a:lnTo>
                    <a:pt x="1184754" y="1490845"/>
                  </a:lnTo>
                  <a:lnTo>
                    <a:pt x="1184750" y="1490837"/>
                  </a:lnTo>
                  <a:lnTo>
                    <a:pt x="1184743" y="1490828"/>
                  </a:lnTo>
                  <a:lnTo>
                    <a:pt x="1184725" y="1490825"/>
                  </a:lnTo>
                  <a:lnTo>
                    <a:pt x="1184707" y="1490819"/>
                  </a:lnTo>
                  <a:lnTo>
                    <a:pt x="1184690" y="1490806"/>
                  </a:lnTo>
                  <a:lnTo>
                    <a:pt x="1184677" y="1490788"/>
                  </a:lnTo>
                  <a:lnTo>
                    <a:pt x="1184662" y="1490771"/>
                  </a:lnTo>
                  <a:lnTo>
                    <a:pt x="1184659" y="1490767"/>
                  </a:lnTo>
                  <a:lnTo>
                    <a:pt x="1184653" y="1490758"/>
                  </a:lnTo>
                  <a:lnTo>
                    <a:pt x="1184652" y="1490752"/>
                  </a:lnTo>
                  <a:lnTo>
                    <a:pt x="1184652" y="1490734"/>
                  </a:lnTo>
                  <a:lnTo>
                    <a:pt x="1184652" y="1490715"/>
                  </a:lnTo>
                  <a:lnTo>
                    <a:pt x="1184650" y="1490696"/>
                  </a:lnTo>
                  <a:lnTo>
                    <a:pt x="1184647" y="1490678"/>
                  </a:lnTo>
                  <a:lnTo>
                    <a:pt x="1184643" y="1490667"/>
                  </a:lnTo>
                  <a:lnTo>
                    <a:pt x="1184643" y="1490660"/>
                  </a:lnTo>
                  <a:lnTo>
                    <a:pt x="1184642" y="1490639"/>
                  </a:lnTo>
                  <a:lnTo>
                    <a:pt x="1184643" y="1490617"/>
                  </a:lnTo>
                  <a:lnTo>
                    <a:pt x="1184650" y="1490594"/>
                  </a:lnTo>
                  <a:lnTo>
                    <a:pt x="1184651" y="1490580"/>
                  </a:lnTo>
                  <a:lnTo>
                    <a:pt x="1184654" y="1490563"/>
                  </a:lnTo>
                  <a:lnTo>
                    <a:pt x="1184658" y="1490551"/>
                  </a:lnTo>
                  <a:lnTo>
                    <a:pt x="1184666" y="1490544"/>
                  </a:lnTo>
                  <a:lnTo>
                    <a:pt x="1184679" y="1490535"/>
                  </a:lnTo>
                  <a:lnTo>
                    <a:pt x="1184692" y="1490530"/>
                  </a:lnTo>
                  <a:lnTo>
                    <a:pt x="1184707" y="1490517"/>
                  </a:lnTo>
                  <a:lnTo>
                    <a:pt x="1184733" y="1490486"/>
                  </a:lnTo>
                  <a:lnTo>
                    <a:pt x="1184755" y="1490454"/>
                  </a:lnTo>
                  <a:lnTo>
                    <a:pt x="1184763" y="1490443"/>
                  </a:lnTo>
                  <a:lnTo>
                    <a:pt x="1184767" y="1490434"/>
                  </a:lnTo>
                  <a:lnTo>
                    <a:pt x="1184769" y="1490420"/>
                  </a:lnTo>
                  <a:lnTo>
                    <a:pt x="1184771" y="1490410"/>
                  </a:lnTo>
                  <a:lnTo>
                    <a:pt x="1184776" y="1490398"/>
                  </a:lnTo>
                  <a:lnTo>
                    <a:pt x="1184790" y="1490383"/>
                  </a:lnTo>
                  <a:lnTo>
                    <a:pt x="1184801" y="1490375"/>
                  </a:lnTo>
                  <a:lnTo>
                    <a:pt x="1184806" y="1490371"/>
                  </a:lnTo>
                  <a:lnTo>
                    <a:pt x="1184837" y="1490356"/>
                  </a:lnTo>
                  <a:lnTo>
                    <a:pt x="1184853" y="1490350"/>
                  </a:lnTo>
                  <a:lnTo>
                    <a:pt x="1184866" y="1490340"/>
                  </a:lnTo>
                  <a:lnTo>
                    <a:pt x="1184897" y="1490315"/>
                  </a:lnTo>
                  <a:lnTo>
                    <a:pt x="1184910" y="1490304"/>
                  </a:lnTo>
                  <a:lnTo>
                    <a:pt x="1184926" y="1490302"/>
                  </a:lnTo>
                  <a:lnTo>
                    <a:pt x="1184943" y="1490302"/>
                  </a:lnTo>
                  <a:lnTo>
                    <a:pt x="1184957" y="1490306"/>
                  </a:lnTo>
                  <a:lnTo>
                    <a:pt x="1184986" y="1490315"/>
                  </a:lnTo>
                  <a:lnTo>
                    <a:pt x="1184994" y="1490317"/>
                  </a:lnTo>
                  <a:lnTo>
                    <a:pt x="1185017" y="1490315"/>
                  </a:lnTo>
                  <a:lnTo>
                    <a:pt x="1185025" y="1490315"/>
                  </a:lnTo>
                  <a:lnTo>
                    <a:pt x="1185046" y="1490303"/>
                  </a:lnTo>
                  <a:lnTo>
                    <a:pt x="1185077" y="1490283"/>
                  </a:lnTo>
                  <a:lnTo>
                    <a:pt x="1185106" y="1490266"/>
                  </a:lnTo>
                  <a:lnTo>
                    <a:pt x="1185137" y="1490254"/>
                  </a:lnTo>
                  <a:lnTo>
                    <a:pt x="1185153" y="1490248"/>
                  </a:lnTo>
                  <a:lnTo>
                    <a:pt x="1185165" y="1490244"/>
                  </a:lnTo>
                  <a:lnTo>
                    <a:pt x="1185175" y="1490244"/>
                  </a:lnTo>
                  <a:lnTo>
                    <a:pt x="1185180" y="1490243"/>
                  </a:lnTo>
                  <a:lnTo>
                    <a:pt x="1185195" y="1490247"/>
                  </a:lnTo>
                  <a:lnTo>
                    <a:pt x="1185208" y="1490253"/>
                  </a:lnTo>
                  <a:lnTo>
                    <a:pt x="1185217" y="1490255"/>
                  </a:lnTo>
                  <a:lnTo>
                    <a:pt x="1185226" y="1490255"/>
                  </a:lnTo>
                  <a:lnTo>
                    <a:pt x="1185234" y="1490255"/>
                  </a:lnTo>
                  <a:lnTo>
                    <a:pt x="1185235" y="1490249"/>
                  </a:lnTo>
                  <a:lnTo>
                    <a:pt x="1185234" y="1490237"/>
                  </a:lnTo>
                  <a:lnTo>
                    <a:pt x="1185234" y="1490224"/>
                  </a:lnTo>
                  <a:lnTo>
                    <a:pt x="1185234" y="1490199"/>
                  </a:lnTo>
                  <a:lnTo>
                    <a:pt x="1185236" y="1490167"/>
                  </a:lnTo>
                  <a:lnTo>
                    <a:pt x="1185238" y="1490138"/>
                  </a:lnTo>
                  <a:lnTo>
                    <a:pt x="1185248" y="1490106"/>
                  </a:lnTo>
                  <a:lnTo>
                    <a:pt x="1185267" y="1490075"/>
                  </a:lnTo>
                  <a:lnTo>
                    <a:pt x="1185276" y="1490055"/>
                  </a:lnTo>
                  <a:lnTo>
                    <a:pt x="1185281" y="1490044"/>
                  </a:lnTo>
                  <a:lnTo>
                    <a:pt x="1185286" y="1490031"/>
                  </a:lnTo>
                  <a:lnTo>
                    <a:pt x="1185287" y="1490020"/>
                  </a:lnTo>
                  <a:lnTo>
                    <a:pt x="1185288" y="1490003"/>
                  </a:lnTo>
                  <a:lnTo>
                    <a:pt x="1185290" y="1489982"/>
                  </a:lnTo>
                  <a:lnTo>
                    <a:pt x="1185293" y="1489953"/>
                  </a:lnTo>
                  <a:lnTo>
                    <a:pt x="1185304" y="1489921"/>
                  </a:lnTo>
                  <a:lnTo>
                    <a:pt x="1185307" y="1489907"/>
                  </a:lnTo>
                  <a:lnTo>
                    <a:pt x="1185317" y="1489891"/>
                  </a:lnTo>
                  <a:lnTo>
                    <a:pt x="1185322" y="1489882"/>
                  </a:lnTo>
                  <a:lnTo>
                    <a:pt x="1185329" y="1489871"/>
                  </a:lnTo>
                  <a:lnTo>
                    <a:pt x="1185341" y="1489864"/>
                  </a:lnTo>
                  <a:lnTo>
                    <a:pt x="1185371" y="1489843"/>
                  </a:lnTo>
                  <a:lnTo>
                    <a:pt x="1185381" y="1489832"/>
                  </a:lnTo>
                  <a:lnTo>
                    <a:pt x="1185386" y="1489827"/>
                  </a:lnTo>
                  <a:lnTo>
                    <a:pt x="1185401" y="1489820"/>
                  </a:lnTo>
                  <a:lnTo>
                    <a:pt x="1185406" y="1489815"/>
                  </a:lnTo>
                  <a:lnTo>
                    <a:pt x="1185430" y="1489820"/>
                  </a:lnTo>
                  <a:lnTo>
                    <a:pt x="1185461" y="1489829"/>
                  </a:lnTo>
                  <a:lnTo>
                    <a:pt x="1185491" y="1489840"/>
                  </a:lnTo>
                  <a:lnTo>
                    <a:pt x="1185521" y="1489852"/>
                  </a:lnTo>
                  <a:lnTo>
                    <a:pt x="1185533" y="1489857"/>
                  </a:lnTo>
                  <a:lnTo>
                    <a:pt x="1185551" y="1489857"/>
                  </a:lnTo>
                  <a:lnTo>
                    <a:pt x="1185581" y="1489863"/>
                  </a:lnTo>
                  <a:lnTo>
                    <a:pt x="1185611" y="1489869"/>
                  </a:lnTo>
                  <a:lnTo>
                    <a:pt x="1185641" y="1489870"/>
                  </a:lnTo>
                  <a:lnTo>
                    <a:pt x="1185671" y="1489870"/>
                  </a:lnTo>
                  <a:lnTo>
                    <a:pt x="1185701" y="1489878"/>
                  </a:lnTo>
                  <a:lnTo>
                    <a:pt x="1185715" y="1489882"/>
                  </a:lnTo>
                  <a:lnTo>
                    <a:pt x="1185731" y="1489881"/>
                  </a:lnTo>
                  <a:lnTo>
                    <a:pt x="1185761" y="1489868"/>
                  </a:lnTo>
                  <a:lnTo>
                    <a:pt x="1185791" y="1489851"/>
                  </a:lnTo>
                  <a:lnTo>
                    <a:pt x="1185821" y="1489837"/>
                  </a:lnTo>
                  <a:lnTo>
                    <a:pt x="1185827" y="1489832"/>
                  </a:lnTo>
                  <a:lnTo>
                    <a:pt x="1185850" y="1489831"/>
                  </a:lnTo>
                  <a:lnTo>
                    <a:pt x="1185881" y="1489838"/>
                  </a:lnTo>
                  <a:lnTo>
                    <a:pt x="1185893" y="1489841"/>
                  </a:lnTo>
                  <a:lnTo>
                    <a:pt x="1185911" y="1489850"/>
                  </a:lnTo>
                  <a:lnTo>
                    <a:pt x="1185941" y="1489877"/>
                  </a:lnTo>
                  <a:lnTo>
                    <a:pt x="1185971" y="1489903"/>
                  </a:lnTo>
                  <a:lnTo>
                    <a:pt x="1186001" y="1489930"/>
                  </a:lnTo>
                  <a:lnTo>
                    <a:pt x="1186031" y="1489948"/>
                  </a:lnTo>
                  <a:lnTo>
                    <a:pt x="1186061" y="1489972"/>
                  </a:lnTo>
                  <a:lnTo>
                    <a:pt x="1186091" y="1489996"/>
                  </a:lnTo>
                  <a:lnTo>
                    <a:pt x="1186121" y="1490022"/>
                  </a:lnTo>
                  <a:lnTo>
                    <a:pt x="1186151" y="1490046"/>
                  </a:lnTo>
                  <a:lnTo>
                    <a:pt x="1186157" y="1490047"/>
                  </a:lnTo>
                  <a:lnTo>
                    <a:pt x="1186172" y="1490047"/>
                  </a:lnTo>
                  <a:lnTo>
                    <a:pt x="1186181" y="1490043"/>
                  </a:lnTo>
                  <a:lnTo>
                    <a:pt x="1186211" y="1490037"/>
                  </a:lnTo>
                  <a:lnTo>
                    <a:pt x="1186241" y="1490024"/>
                  </a:lnTo>
                  <a:lnTo>
                    <a:pt x="1186250" y="1490016"/>
                  </a:lnTo>
                  <a:lnTo>
                    <a:pt x="1186255" y="1490009"/>
                  </a:lnTo>
                  <a:lnTo>
                    <a:pt x="1186261" y="1489993"/>
                  </a:lnTo>
                  <a:lnTo>
                    <a:pt x="1186265" y="1489963"/>
                  </a:lnTo>
                  <a:lnTo>
                    <a:pt x="1186268" y="1489932"/>
                  </a:lnTo>
                  <a:lnTo>
                    <a:pt x="1186271" y="1489916"/>
                  </a:lnTo>
                  <a:lnTo>
                    <a:pt x="1186277" y="1489901"/>
                  </a:lnTo>
                  <a:lnTo>
                    <a:pt x="1186295" y="1489870"/>
                  </a:lnTo>
                  <a:lnTo>
                    <a:pt x="1186303" y="1489839"/>
                  </a:lnTo>
                  <a:lnTo>
                    <a:pt x="1186309" y="1489808"/>
                  </a:lnTo>
                  <a:lnTo>
                    <a:pt x="1186312" y="1489796"/>
                  </a:lnTo>
                  <a:lnTo>
                    <a:pt x="1186327" y="1489778"/>
                  </a:lnTo>
                  <a:lnTo>
                    <a:pt x="1186357" y="1489762"/>
                  </a:lnTo>
                  <a:lnTo>
                    <a:pt x="1186387" y="1489755"/>
                  </a:lnTo>
                  <a:lnTo>
                    <a:pt x="1186417" y="1489760"/>
                  </a:lnTo>
                  <a:lnTo>
                    <a:pt x="1186447" y="1489762"/>
                  </a:lnTo>
                  <a:lnTo>
                    <a:pt x="1186477" y="1489768"/>
                  </a:lnTo>
                  <a:lnTo>
                    <a:pt x="1186507" y="1489773"/>
                  </a:lnTo>
                  <a:lnTo>
                    <a:pt x="1186537" y="1489777"/>
                  </a:lnTo>
                  <a:lnTo>
                    <a:pt x="1186567" y="1489781"/>
                  </a:lnTo>
                  <a:lnTo>
                    <a:pt x="1186579" y="1489785"/>
                  </a:lnTo>
                  <a:lnTo>
                    <a:pt x="1186597" y="1489785"/>
                  </a:lnTo>
                  <a:lnTo>
                    <a:pt x="1186617" y="1489780"/>
                  </a:lnTo>
                  <a:lnTo>
                    <a:pt x="1186627" y="1489783"/>
                  </a:lnTo>
                  <a:lnTo>
                    <a:pt x="1186657" y="1489786"/>
                  </a:lnTo>
                  <a:lnTo>
                    <a:pt x="1186663" y="1489789"/>
                  </a:lnTo>
                  <a:lnTo>
                    <a:pt x="1186687" y="1489786"/>
                  </a:lnTo>
                  <a:lnTo>
                    <a:pt x="1186699" y="1489786"/>
                  </a:lnTo>
                  <a:lnTo>
                    <a:pt x="1186717" y="1489780"/>
                  </a:lnTo>
                  <a:lnTo>
                    <a:pt x="1186747" y="1489767"/>
                  </a:lnTo>
                  <a:lnTo>
                    <a:pt x="1186758" y="1489772"/>
                  </a:lnTo>
                  <a:lnTo>
                    <a:pt x="1186764" y="1489797"/>
                  </a:lnTo>
                  <a:lnTo>
                    <a:pt x="1186781" y="1489828"/>
                  </a:lnTo>
                  <a:lnTo>
                    <a:pt x="1186808" y="1489856"/>
                  </a:lnTo>
                  <a:lnTo>
                    <a:pt x="1186826" y="1489868"/>
                  </a:lnTo>
                  <a:lnTo>
                    <a:pt x="1186837" y="1489881"/>
                  </a:lnTo>
                  <a:lnTo>
                    <a:pt x="1186863" y="1489911"/>
                  </a:lnTo>
                  <a:lnTo>
                    <a:pt x="1186886" y="1489942"/>
                  </a:lnTo>
                  <a:lnTo>
                    <a:pt x="1186903" y="1489973"/>
                  </a:lnTo>
                  <a:lnTo>
                    <a:pt x="1186929" y="1490004"/>
                  </a:lnTo>
                  <a:lnTo>
                    <a:pt x="1186943" y="1490034"/>
                  </a:lnTo>
                  <a:lnTo>
                    <a:pt x="1186954" y="1490048"/>
                  </a:lnTo>
                  <a:lnTo>
                    <a:pt x="1186970" y="1490063"/>
                  </a:lnTo>
                  <a:lnTo>
                    <a:pt x="1186975" y="1490066"/>
                  </a:lnTo>
                  <a:lnTo>
                    <a:pt x="1187000" y="1490066"/>
                  </a:lnTo>
                  <a:lnTo>
                    <a:pt x="1187014" y="1490061"/>
                  </a:lnTo>
                  <a:lnTo>
                    <a:pt x="1187030" y="1490059"/>
                  </a:lnTo>
                  <a:lnTo>
                    <a:pt x="1187039" y="1490061"/>
                  </a:lnTo>
                  <a:lnTo>
                    <a:pt x="1187060" y="1490074"/>
                  </a:lnTo>
                  <a:lnTo>
                    <a:pt x="1187067" y="1490077"/>
                  </a:lnTo>
                  <a:lnTo>
                    <a:pt x="1187088" y="1490099"/>
                  </a:lnTo>
                  <a:lnTo>
                    <a:pt x="1187114" y="1490127"/>
                  </a:lnTo>
                  <a:lnTo>
                    <a:pt x="1187144" y="1490148"/>
                  </a:lnTo>
                  <a:lnTo>
                    <a:pt x="1187174" y="1490160"/>
                  </a:lnTo>
                  <a:lnTo>
                    <a:pt x="1187204" y="1490170"/>
                  </a:lnTo>
                  <a:lnTo>
                    <a:pt x="1187234" y="1490179"/>
                  </a:lnTo>
                  <a:lnTo>
                    <a:pt x="1187264" y="1490197"/>
                  </a:lnTo>
                  <a:lnTo>
                    <a:pt x="1187282" y="1490203"/>
                  </a:lnTo>
                  <a:lnTo>
                    <a:pt x="1187294" y="1490203"/>
                  </a:lnTo>
                  <a:lnTo>
                    <a:pt x="1187324" y="1490202"/>
                  </a:lnTo>
                  <a:lnTo>
                    <a:pt x="1187331" y="1490203"/>
                  </a:lnTo>
                  <a:lnTo>
                    <a:pt x="1187346" y="1490226"/>
                  </a:lnTo>
                  <a:lnTo>
                    <a:pt x="1187360" y="1490257"/>
                  </a:lnTo>
                  <a:lnTo>
                    <a:pt x="1187378" y="1490288"/>
                  </a:lnTo>
                  <a:lnTo>
                    <a:pt x="1187396" y="1490319"/>
                  </a:lnTo>
                  <a:lnTo>
                    <a:pt x="1187406" y="1490335"/>
                  </a:lnTo>
                  <a:lnTo>
                    <a:pt x="1187410" y="1490349"/>
                  </a:lnTo>
                  <a:lnTo>
                    <a:pt x="1187427" y="1490380"/>
                  </a:lnTo>
                  <a:lnTo>
                    <a:pt x="1187441" y="1490411"/>
                  </a:lnTo>
                  <a:lnTo>
                    <a:pt x="1187452" y="1490442"/>
                  </a:lnTo>
                  <a:lnTo>
                    <a:pt x="1187465" y="1490472"/>
                  </a:lnTo>
                  <a:lnTo>
                    <a:pt x="1187475" y="1490503"/>
                  </a:lnTo>
                  <a:lnTo>
                    <a:pt x="1187488" y="1490534"/>
                  </a:lnTo>
                  <a:lnTo>
                    <a:pt x="1187493" y="1490547"/>
                  </a:lnTo>
                  <a:lnTo>
                    <a:pt x="1187493" y="1490565"/>
                  </a:lnTo>
                  <a:lnTo>
                    <a:pt x="1187498" y="1490592"/>
                  </a:lnTo>
                  <a:lnTo>
                    <a:pt x="1187476" y="1490653"/>
                  </a:lnTo>
                  <a:lnTo>
                    <a:pt x="1187466" y="1490668"/>
                  </a:lnTo>
                  <a:lnTo>
                    <a:pt x="1187463" y="1490673"/>
                  </a:lnTo>
                  <a:lnTo>
                    <a:pt x="1187450" y="1490683"/>
                  </a:lnTo>
                  <a:lnTo>
                    <a:pt x="1187435" y="1490693"/>
                  </a:lnTo>
                  <a:lnTo>
                    <a:pt x="1187421" y="1490702"/>
                  </a:lnTo>
                  <a:lnTo>
                    <a:pt x="1187417" y="1490707"/>
                  </a:lnTo>
                  <a:lnTo>
                    <a:pt x="1187420" y="1490714"/>
                  </a:lnTo>
                  <a:lnTo>
                    <a:pt x="1187427" y="1490729"/>
                  </a:lnTo>
                  <a:lnTo>
                    <a:pt x="1187432" y="1490738"/>
                  </a:lnTo>
                  <a:lnTo>
                    <a:pt x="1187438" y="1490746"/>
                  </a:lnTo>
                  <a:lnTo>
                    <a:pt x="1187451" y="1490765"/>
                  </a:lnTo>
                  <a:lnTo>
                    <a:pt x="1187466" y="1490783"/>
                  </a:lnTo>
                  <a:lnTo>
                    <a:pt x="1187476" y="1490801"/>
                  </a:lnTo>
                  <a:lnTo>
                    <a:pt x="1187487" y="1490820"/>
                  </a:lnTo>
                  <a:lnTo>
                    <a:pt x="1187491" y="1490827"/>
                  </a:lnTo>
                  <a:lnTo>
                    <a:pt x="1187498" y="1490838"/>
                  </a:lnTo>
                  <a:lnTo>
                    <a:pt x="1187511" y="1490857"/>
                  </a:lnTo>
                  <a:lnTo>
                    <a:pt x="1187527" y="1490871"/>
                  </a:lnTo>
                  <a:lnTo>
                    <a:pt x="1187544" y="1490890"/>
                  </a:lnTo>
                  <a:lnTo>
                    <a:pt x="1187562" y="1490910"/>
                  </a:lnTo>
                  <a:lnTo>
                    <a:pt x="1187578" y="1490922"/>
                  </a:lnTo>
                  <a:lnTo>
                    <a:pt x="1187588" y="1490925"/>
                  </a:lnTo>
                  <a:lnTo>
                    <a:pt x="1187596" y="1490925"/>
                  </a:lnTo>
                  <a:lnTo>
                    <a:pt x="1187615" y="1490929"/>
                  </a:lnTo>
                  <a:lnTo>
                    <a:pt x="1187631" y="1490932"/>
                  </a:lnTo>
                  <a:lnTo>
                    <a:pt x="1187649" y="1490939"/>
                  </a:lnTo>
                  <a:lnTo>
                    <a:pt x="1187657" y="1490941"/>
                  </a:lnTo>
                  <a:lnTo>
                    <a:pt x="1187667" y="1490943"/>
                  </a:lnTo>
                  <a:lnTo>
                    <a:pt x="1187682" y="1490944"/>
                  </a:lnTo>
                  <a:lnTo>
                    <a:pt x="1187694" y="1490942"/>
                  </a:lnTo>
                  <a:lnTo>
                    <a:pt x="1187703" y="1490940"/>
                  </a:lnTo>
                  <a:lnTo>
                    <a:pt x="1187721" y="1490934"/>
                  </a:lnTo>
                  <a:lnTo>
                    <a:pt x="1187740" y="1490926"/>
                  </a:lnTo>
                  <a:lnTo>
                    <a:pt x="1187758" y="1490919"/>
                  </a:lnTo>
                  <a:lnTo>
                    <a:pt x="1187765" y="1490915"/>
                  </a:lnTo>
                  <a:lnTo>
                    <a:pt x="1187773" y="1490912"/>
                  </a:lnTo>
                  <a:lnTo>
                    <a:pt x="1187788" y="1490908"/>
                  </a:lnTo>
                  <a:lnTo>
                    <a:pt x="1187797" y="1490908"/>
                  </a:lnTo>
                  <a:lnTo>
                    <a:pt x="1187811" y="1490909"/>
                  </a:lnTo>
                  <a:lnTo>
                    <a:pt x="1187829" y="1490912"/>
                  </a:lnTo>
                  <a:lnTo>
                    <a:pt x="1187847" y="1490917"/>
                  </a:lnTo>
                  <a:lnTo>
                    <a:pt x="1187854" y="1490919"/>
                  </a:lnTo>
                  <a:lnTo>
                    <a:pt x="1187865" y="1490922"/>
                  </a:lnTo>
                  <a:lnTo>
                    <a:pt x="1187884" y="1490924"/>
                  </a:lnTo>
                  <a:lnTo>
                    <a:pt x="1187892" y="1490923"/>
                  </a:lnTo>
                  <a:lnTo>
                    <a:pt x="1187901" y="1490922"/>
                  </a:lnTo>
                  <a:lnTo>
                    <a:pt x="1187920" y="1490923"/>
                  </a:lnTo>
                  <a:lnTo>
                    <a:pt x="1187939" y="1490927"/>
                  </a:lnTo>
                  <a:lnTo>
                    <a:pt x="1187955" y="1490939"/>
                  </a:lnTo>
                  <a:lnTo>
                    <a:pt x="1187973" y="1490951"/>
                  </a:lnTo>
                  <a:lnTo>
                    <a:pt x="1187991" y="1490963"/>
                  </a:lnTo>
                  <a:lnTo>
                    <a:pt x="1188007" y="1490974"/>
                  </a:lnTo>
                  <a:lnTo>
                    <a:pt x="1188015" y="1490979"/>
                  </a:lnTo>
                  <a:lnTo>
                    <a:pt x="1188027" y="1490985"/>
                  </a:lnTo>
                  <a:lnTo>
                    <a:pt x="1188045" y="1490993"/>
                  </a:lnTo>
                  <a:lnTo>
                    <a:pt x="1188063" y="1491001"/>
                  </a:lnTo>
                  <a:lnTo>
                    <a:pt x="1188081" y="1491012"/>
                  </a:lnTo>
                  <a:lnTo>
                    <a:pt x="1188099" y="1491017"/>
                  </a:lnTo>
                  <a:lnTo>
                    <a:pt x="1188118" y="1491022"/>
                  </a:lnTo>
                  <a:lnTo>
                    <a:pt x="1188136" y="1491022"/>
                  </a:lnTo>
                  <a:lnTo>
                    <a:pt x="1188155" y="1491020"/>
                  </a:lnTo>
                  <a:lnTo>
                    <a:pt x="1188162" y="1491039"/>
                  </a:lnTo>
                  <a:lnTo>
                    <a:pt x="1188175" y="1491060"/>
                  </a:lnTo>
                  <a:lnTo>
                    <a:pt x="1188191" y="1491078"/>
                  </a:lnTo>
                  <a:lnTo>
                    <a:pt x="1188206" y="1491096"/>
                  </a:lnTo>
                  <a:lnTo>
                    <a:pt x="1188220" y="1491112"/>
                  </a:lnTo>
                  <a:lnTo>
                    <a:pt x="1188223" y="1491118"/>
                  </a:lnTo>
                  <a:lnTo>
                    <a:pt x="1188232" y="1491133"/>
                  </a:lnTo>
                  <a:lnTo>
                    <a:pt x="1188235" y="1491151"/>
                  </a:lnTo>
                  <a:lnTo>
                    <a:pt x="1188241" y="1491170"/>
                  </a:lnTo>
                  <a:lnTo>
                    <a:pt x="1188244" y="1491179"/>
                  </a:lnTo>
                  <a:lnTo>
                    <a:pt x="1188249" y="1491188"/>
                  </a:lnTo>
                  <a:lnTo>
                    <a:pt x="1188255" y="1491201"/>
                  </a:lnTo>
                  <a:lnTo>
                    <a:pt x="1188261" y="1491206"/>
                  </a:lnTo>
                  <a:lnTo>
                    <a:pt x="1188281" y="1491222"/>
                  </a:lnTo>
                  <a:lnTo>
                    <a:pt x="1188309" y="1491241"/>
                  </a:lnTo>
                  <a:lnTo>
                    <a:pt x="1188340" y="1491263"/>
                  </a:lnTo>
                  <a:lnTo>
                    <a:pt x="1188359" y="1491276"/>
                  </a:lnTo>
                  <a:lnTo>
                    <a:pt x="1188379" y="1491297"/>
                  </a:lnTo>
                  <a:lnTo>
                    <a:pt x="1188417" y="1491336"/>
                  </a:lnTo>
                  <a:lnTo>
                    <a:pt x="1188444" y="1491360"/>
                  </a:lnTo>
                  <a:lnTo>
                    <a:pt x="1188483" y="1491375"/>
                  </a:lnTo>
                  <a:lnTo>
                    <a:pt x="1188515" y="1491397"/>
                  </a:lnTo>
                  <a:lnTo>
                    <a:pt x="1188531" y="1491426"/>
                  </a:lnTo>
                  <a:lnTo>
                    <a:pt x="1188549" y="1491481"/>
                  </a:lnTo>
                  <a:lnTo>
                    <a:pt x="1188562" y="1491517"/>
                  </a:lnTo>
                  <a:lnTo>
                    <a:pt x="1188573" y="1491529"/>
                  </a:lnTo>
                  <a:lnTo>
                    <a:pt x="1188592" y="1491537"/>
                  </a:lnTo>
                  <a:lnTo>
                    <a:pt x="1188621" y="1491546"/>
                  </a:lnTo>
                  <a:lnTo>
                    <a:pt x="1188645" y="1491565"/>
                  </a:lnTo>
                  <a:lnTo>
                    <a:pt x="1188661" y="1491608"/>
                  </a:lnTo>
                  <a:lnTo>
                    <a:pt x="1188678" y="1491631"/>
                  </a:lnTo>
                  <a:lnTo>
                    <a:pt x="1188701" y="1491645"/>
                  </a:lnTo>
                  <a:lnTo>
                    <a:pt x="1188721" y="1491649"/>
                  </a:lnTo>
                  <a:lnTo>
                    <a:pt x="1188754" y="1491646"/>
                  </a:lnTo>
                  <a:lnTo>
                    <a:pt x="1188772" y="1491645"/>
                  </a:lnTo>
                  <a:lnTo>
                    <a:pt x="1188794" y="1491643"/>
                  </a:lnTo>
                  <a:lnTo>
                    <a:pt x="1188837" y="1491632"/>
                  </a:lnTo>
                  <a:lnTo>
                    <a:pt x="1188861" y="1491630"/>
                  </a:lnTo>
                  <a:lnTo>
                    <a:pt x="1188878" y="1491633"/>
                  </a:lnTo>
                  <a:lnTo>
                    <a:pt x="1188905" y="1491630"/>
                  </a:lnTo>
                  <a:lnTo>
                    <a:pt x="1189001" y="1491608"/>
                  </a:lnTo>
                  <a:lnTo>
                    <a:pt x="1189008" y="1491607"/>
                  </a:lnTo>
                  <a:lnTo>
                    <a:pt x="1189052" y="1491601"/>
                  </a:lnTo>
                  <a:lnTo>
                    <a:pt x="1189061" y="1491607"/>
                  </a:lnTo>
                  <a:lnTo>
                    <a:pt x="1189068" y="1491615"/>
                  </a:lnTo>
                  <a:lnTo>
                    <a:pt x="1189074" y="1491624"/>
                  </a:lnTo>
                  <a:lnTo>
                    <a:pt x="1189087" y="1491643"/>
                  </a:lnTo>
                  <a:lnTo>
                    <a:pt x="1189104" y="1491660"/>
                  </a:lnTo>
                  <a:lnTo>
                    <a:pt x="1189110" y="1491665"/>
                  </a:lnTo>
                  <a:lnTo>
                    <a:pt x="1189122" y="1491670"/>
                  </a:lnTo>
                  <a:lnTo>
                    <a:pt x="1189140" y="1491677"/>
                  </a:lnTo>
                  <a:lnTo>
                    <a:pt x="1189154" y="1491685"/>
                  </a:lnTo>
                  <a:lnTo>
                    <a:pt x="1189158" y="1491688"/>
                  </a:lnTo>
                  <a:lnTo>
                    <a:pt x="1189175" y="1491702"/>
                  </a:lnTo>
                  <a:lnTo>
                    <a:pt x="1189184" y="1491708"/>
                  </a:lnTo>
                  <a:lnTo>
                    <a:pt x="1189189" y="1491717"/>
                  </a:lnTo>
                  <a:lnTo>
                    <a:pt x="1189197" y="1491735"/>
                  </a:lnTo>
                  <a:lnTo>
                    <a:pt x="1189200" y="1491753"/>
                  </a:lnTo>
                  <a:lnTo>
                    <a:pt x="1189204" y="1491772"/>
                  </a:lnTo>
                  <a:lnTo>
                    <a:pt x="1189208" y="1491783"/>
                  </a:lnTo>
                  <a:lnTo>
                    <a:pt x="1189211" y="1491801"/>
                  </a:lnTo>
                  <a:lnTo>
                    <a:pt x="1189216" y="1491820"/>
                  </a:lnTo>
                  <a:lnTo>
                    <a:pt x="1189223" y="1491837"/>
                  </a:lnTo>
                  <a:lnTo>
                    <a:pt x="1189232" y="1491847"/>
                  </a:lnTo>
                  <a:lnTo>
                    <a:pt x="1189240" y="1491854"/>
                  </a:lnTo>
                  <a:lnTo>
                    <a:pt x="1189250" y="1491860"/>
                  </a:lnTo>
                  <a:lnTo>
                    <a:pt x="1189258" y="1491863"/>
                  </a:lnTo>
                  <a:lnTo>
                    <a:pt x="1189276" y="1491867"/>
                  </a:lnTo>
                  <a:lnTo>
                    <a:pt x="1189294" y="1491868"/>
                  </a:lnTo>
                  <a:lnTo>
                    <a:pt x="1189301" y="1491870"/>
                  </a:lnTo>
                  <a:lnTo>
                    <a:pt x="1189311" y="1491881"/>
                  </a:lnTo>
                  <a:lnTo>
                    <a:pt x="1189323" y="1491900"/>
                  </a:lnTo>
                  <a:lnTo>
                    <a:pt x="1189341" y="1491915"/>
                  </a:lnTo>
                  <a:lnTo>
                    <a:pt x="1189349" y="1491917"/>
                  </a:lnTo>
                  <a:lnTo>
                    <a:pt x="1189359" y="1491917"/>
                  </a:lnTo>
                  <a:lnTo>
                    <a:pt x="1189370" y="1491913"/>
                  </a:lnTo>
                  <a:lnTo>
                    <a:pt x="1189378" y="1491908"/>
                  </a:lnTo>
                  <a:lnTo>
                    <a:pt x="1189395" y="1491896"/>
                  </a:lnTo>
                  <a:lnTo>
                    <a:pt x="1189413" y="1491883"/>
                  </a:lnTo>
                  <a:lnTo>
                    <a:pt x="1189431" y="1491874"/>
                  </a:lnTo>
                  <a:lnTo>
                    <a:pt x="1189449" y="1491871"/>
                  </a:lnTo>
                  <a:lnTo>
                    <a:pt x="1189467" y="1491867"/>
                  </a:lnTo>
                  <a:lnTo>
                    <a:pt x="1189485" y="1491864"/>
                  </a:lnTo>
                  <a:lnTo>
                    <a:pt x="1189502" y="1491860"/>
                  </a:lnTo>
                  <a:lnTo>
                    <a:pt x="1189516" y="1491855"/>
                  </a:lnTo>
                  <a:lnTo>
                    <a:pt x="1189521" y="1491855"/>
                  </a:lnTo>
                  <a:lnTo>
                    <a:pt x="1189539" y="1491857"/>
                  </a:lnTo>
                  <a:lnTo>
                    <a:pt x="1189557" y="1491857"/>
                  </a:lnTo>
                  <a:lnTo>
                    <a:pt x="1189575" y="1491856"/>
                  </a:lnTo>
                  <a:lnTo>
                    <a:pt x="1189593" y="1491857"/>
                  </a:lnTo>
                  <a:lnTo>
                    <a:pt x="1189611" y="1491858"/>
                  </a:lnTo>
                  <a:lnTo>
                    <a:pt x="1189629" y="1491859"/>
                  </a:lnTo>
                  <a:lnTo>
                    <a:pt x="1189647" y="1491860"/>
                  </a:lnTo>
                  <a:lnTo>
                    <a:pt x="1189664" y="1491863"/>
                  </a:lnTo>
                  <a:lnTo>
                    <a:pt x="1189682" y="1491864"/>
                  </a:lnTo>
                  <a:lnTo>
                    <a:pt x="1189701" y="1491864"/>
                  </a:lnTo>
                  <a:lnTo>
                    <a:pt x="1189719" y="1491865"/>
                  </a:lnTo>
                  <a:lnTo>
                    <a:pt x="1189736" y="1491870"/>
                  </a:lnTo>
                  <a:lnTo>
                    <a:pt x="1189741" y="1491875"/>
                  </a:lnTo>
                  <a:lnTo>
                    <a:pt x="1189748" y="1491887"/>
                  </a:lnTo>
                  <a:lnTo>
                    <a:pt x="1189760" y="1491906"/>
                  </a:lnTo>
                  <a:lnTo>
                    <a:pt x="1189775" y="1491921"/>
                  </a:lnTo>
                  <a:lnTo>
                    <a:pt x="1189788" y="1491932"/>
                  </a:lnTo>
                  <a:lnTo>
                    <a:pt x="1189840" y="1491948"/>
                  </a:lnTo>
                  <a:lnTo>
                    <a:pt x="1189858" y="1491953"/>
                  </a:lnTo>
                  <a:lnTo>
                    <a:pt x="1189876" y="1491967"/>
                  </a:lnTo>
                  <a:lnTo>
                    <a:pt x="1189886" y="1491985"/>
                  </a:lnTo>
                  <a:lnTo>
                    <a:pt x="1189888" y="1491992"/>
                  </a:lnTo>
                  <a:lnTo>
                    <a:pt x="1189892" y="1492004"/>
                  </a:lnTo>
                  <a:lnTo>
                    <a:pt x="1189902" y="1492023"/>
                  </a:lnTo>
                  <a:lnTo>
                    <a:pt x="1189917" y="1492041"/>
                  </a:lnTo>
                  <a:lnTo>
                    <a:pt x="1189931" y="1492059"/>
                  </a:lnTo>
                  <a:lnTo>
                    <a:pt x="1189938" y="1492071"/>
                  </a:lnTo>
                  <a:lnTo>
                    <a:pt x="1189942" y="1492081"/>
                  </a:lnTo>
                  <a:lnTo>
                    <a:pt x="1189947" y="1492096"/>
                  </a:lnTo>
                  <a:lnTo>
                    <a:pt x="1189948" y="1492114"/>
                  </a:lnTo>
                  <a:lnTo>
                    <a:pt x="1189947" y="1492133"/>
                  </a:lnTo>
                  <a:lnTo>
                    <a:pt x="1189949" y="1492151"/>
                  </a:lnTo>
                  <a:lnTo>
                    <a:pt x="1189951" y="1492170"/>
                  </a:lnTo>
                  <a:lnTo>
                    <a:pt x="1189954" y="1492190"/>
                  </a:lnTo>
                  <a:lnTo>
                    <a:pt x="1189953" y="1492207"/>
                  </a:lnTo>
                  <a:lnTo>
                    <a:pt x="1189950" y="1492226"/>
                  </a:lnTo>
                  <a:lnTo>
                    <a:pt x="1189949" y="1492244"/>
                  </a:lnTo>
                  <a:lnTo>
                    <a:pt x="1189951" y="1492250"/>
                  </a:lnTo>
                  <a:lnTo>
                    <a:pt x="1189957" y="1492256"/>
                  </a:lnTo>
                  <a:lnTo>
                    <a:pt x="1189963" y="1492259"/>
                  </a:lnTo>
                  <a:lnTo>
                    <a:pt x="1189981" y="1492266"/>
                  </a:lnTo>
                  <a:lnTo>
                    <a:pt x="1189999" y="1492275"/>
                  </a:lnTo>
                  <a:lnTo>
                    <a:pt x="1190017" y="1492286"/>
                  </a:lnTo>
                  <a:lnTo>
                    <a:pt x="1190034" y="1492301"/>
                  </a:lnTo>
                  <a:lnTo>
                    <a:pt x="1190043" y="1492310"/>
                  </a:lnTo>
                  <a:lnTo>
                    <a:pt x="1190052" y="1492315"/>
                  </a:lnTo>
                  <a:lnTo>
                    <a:pt x="1190068" y="1492322"/>
                  </a:lnTo>
                  <a:lnTo>
                    <a:pt x="1190083" y="1492324"/>
                  </a:lnTo>
                  <a:lnTo>
                    <a:pt x="1190088" y="1492322"/>
                  </a:lnTo>
                  <a:lnTo>
                    <a:pt x="1190106" y="1492319"/>
                  </a:lnTo>
                  <a:lnTo>
                    <a:pt x="1190124" y="1492315"/>
                  </a:lnTo>
                  <a:lnTo>
                    <a:pt x="1190138" y="1492313"/>
                  </a:lnTo>
                  <a:lnTo>
                    <a:pt x="1190144" y="1492317"/>
                  </a:lnTo>
                  <a:lnTo>
                    <a:pt x="1190152" y="1492324"/>
                  </a:lnTo>
                  <a:lnTo>
                    <a:pt x="1190159" y="1492332"/>
                  </a:lnTo>
                  <a:lnTo>
                    <a:pt x="1190176" y="1492348"/>
                  </a:lnTo>
                  <a:lnTo>
                    <a:pt x="1190194" y="1492362"/>
                  </a:lnTo>
                  <a:lnTo>
                    <a:pt x="1190206" y="1492369"/>
                  </a:lnTo>
                  <a:lnTo>
                    <a:pt x="1190212" y="1492370"/>
                  </a:lnTo>
                  <a:lnTo>
                    <a:pt x="1190230" y="1492376"/>
                  </a:lnTo>
                  <a:lnTo>
                    <a:pt x="1190248" y="1492379"/>
                  </a:lnTo>
                  <a:lnTo>
                    <a:pt x="1190266" y="1492380"/>
                  </a:lnTo>
                  <a:lnTo>
                    <a:pt x="1190284" y="1492382"/>
                  </a:lnTo>
                  <a:lnTo>
                    <a:pt x="1190301" y="1492381"/>
                  </a:lnTo>
                  <a:lnTo>
                    <a:pt x="1190319" y="1492381"/>
                  </a:lnTo>
                  <a:lnTo>
                    <a:pt x="1190337" y="1492378"/>
                  </a:lnTo>
                  <a:lnTo>
                    <a:pt x="1190356" y="1492376"/>
                  </a:lnTo>
                  <a:lnTo>
                    <a:pt x="1190374" y="1492374"/>
                  </a:lnTo>
                  <a:lnTo>
                    <a:pt x="1190392" y="1492372"/>
                  </a:lnTo>
                  <a:lnTo>
                    <a:pt x="1190410" y="1492371"/>
                  </a:lnTo>
                  <a:lnTo>
                    <a:pt x="1190428" y="1492368"/>
                  </a:lnTo>
                  <a:lnTo>
                    <a:pt x="1190445" y="1492369"/>
                  </a:lnTo>
                  <a:lnTo>
                    <a:pt x="1190456" y="1492368"/>
                  </a:lnTo>
                  <a:lnTo>
                    <a:pt x="1190463" y="1492366"/>
                  </a:lnTo>
                  <a:lnTo>
                    <a:pt x="1190470" y="1492364"/>
                  </a:lnTo>
                  <a:lnTo>
                    <a:pt x="1190486" y="1492356"/>
                  </a:lnTo>
                  <a:lnTo>
                    <a:pt x="1190510" y="1492344"/>
                  </a:lnTo>
                  <a:lnTo>
                    <a:pt x="1190517" y="1492328"/>
                  </a:lnTo>
                  <a:lnTo>
                    <a:pt x="1190519" y="1492310"/>
                  </a:lnTo>
                  <a:lnTo>
                    <a:pt x="1190525" y="1492292"/>
                  </a:lnTo>
                  <a:lnTo>
                    <a:pt x="1190526" y="1492282"/>
                  </a:lnTo>
                  <a:lnTo>
                    <a:pt x="1190529" y="1492273"/>
                  </a:lnTo>
                  <a:lnTo>
                    <a:pt x="1190536" y="1492255"/>
                  </a:lnTo>
                  <a:lnTo>
                    <a:pt x="1190540" y="1492243"/>
                  </a:lnTo>
                  <a:lnTo>
                    <a:pt x="1190545" y="1492236"/>
                  </a:lnTo>
                  <a:lnTo>
                    <a:pt x="1190552" y="1492218"/>
                  </a:lnTo>
                  <a:lnTo>
                    <a:pt x="1190556" y="1492199"/>
                  </a:lnTo>
                  <a:lnTo>
                    <a:pt x="1190559" y="1492186"/>
                  </a:lnTo>
                  <a:lnTo>
                    <a:pt x="1190563" y="1492175"/>
                  </a:lnTo>
                  <a:lnTo>
                    <a:pt x="1190566" y="1492163"/>
                  </a:lnTo>
                  <a:lnTo>
                    <a:pt x="1190569" y="1492154"/>
                  </a:lnTo>
                  <a:lnTo>
                    <a:pt x="1190571" y="1492144"/>
                  </a:lnTo>
                  <a:lnTo>
                    <a:pt x="1190572" y="1492135"/>
                  </a:lnTo>
                  <a:lnTo>
                    <a:pt x="1190574" y="1492125"/>
                  </a:lnTo>
                  <a:lnTo>
                    <a:pt x="1190574" y="1492107"/>
                  </a:lnTo>
                  <a:lnTo>
                    <a:pt x="1190578" y="1492086"/>
                  </a:lnTo>
                  <a:lnTo>
                    <a:pt x="1190586" y="1492070"/>
                  </a:lnTo>
                  <a:lnTo>
                    <a:pt x="1190596" y="1492057"/>
                  </a:lnTo>
                  <a:lnTo>
                    <a:pt x="1190617" y="1492035"/>
                  </a:lnTo>
                  <a:lnTo>
                    <a:pt x="1190626" y="1492033"/>
                  </a:lnTo>
                  <a:lnTo>
                    <a:pt x="1190635" y="1492033"/>
                  </a:lnTo>
                  <a:lnTo>
                    <a:pt x="1190653" y="1492037"/>
                  </a:lnTo>
                  <a:lnTo>
                    <a:pt x="1190671" y="1492041"/>
                  </a:lnTo>
                  <a:lnTo>
                    <a:pt x="1190683" y="1492041"/>
                  </a:lnTo>
                  <a:lnTo>
                    <a:pt x="1190689" y="1492036"/>
                  </a:lnTo>
                  <a:lnTo>
                    <a:pt x="1190702" y="1492019"/>
                  </a:lnTo>
                  <a:lnTo>
                    <a:pt x="1190718" y="1492003"/>
                  </a:lnTo>
                  <a:lnTo>
                    <a:pt x="1190733" y="1491985"/>
                  </a:lnTo>
                  <a:lnTo>
                    <a:pt x="1190750" y="1491971"/>
                  </a:lnTo>
                  <a:lnTo>
                    <a:pt x="1190768" y="1491959"/>
                  </a:lnTo>
                  <a:lnTo>
                    <a:pt x="1190786" y="1491948"/>
                  </a:lnTo>
                  <a:lnTo>
                    <a:pt x="1190793" y="1491943"/>
                  </a:lnTo>
                  <a:lnTo>
                    <a:pt x="1190804" y="1491940"/>
                  </a:lnTo>
                  <a:lnTo>
                    <a:pt x="1190815" y="1491938"/>
                  </a:lnTo>
                  <a:lnTo>
                    <a:pt x="1190822" y="1491940"/>
                  </a:lnTo>
                  <a:lnTo>
                    <a:pt x="1190840" y="1491945"/>
                  </a:lnTo>
                  <a:lnTo>
                    <a:pt x="1190858" y="1491949"/>
                  </a:lnTo>
                  <a:lnTo>
                    <a:pt x="1190876" y="1491953"/>
                  </a:lnTo>
                  <a:lnTo>
                    <a:pt x="1190894" y="1491957"/>
                  </a:lnTo>
                  <a:lnTo>
                    <a:pt x="1190914" y="1491959"/>
                  </a:lnTo>
                  <a:lnTo>
                    <a:pt x="1190924" y="1491959"/>
                  </a:lnTo>
                  <a:lnTo>
                    <a:pt x="1190930" y="1491957"/>
                  </a:lnTo>
                  <a:lnTo>
                    <a:pt x="1190948" y="1491944"/>
                  </a:lnTo>
                  <a:lnTo>
                    <a:pt x="1190960" y="1491936"/>
                  </a:lnTo>
                  <a:lnTo>
                    <a:pt x="1190965" y="1491929"/>
                  </a:lnTo>
                  <a:lnTo>
                    <a:pt x="1190977" y="1491911"/>
                  </a:lnTo>
                  <a:lnTo>
                    <a:pt x="1190982" y="1491901"/>
                  </a:lnTo>
                  <a:lnTo>
                    <a:pt x="1190985" y="1491890"/>
                  </a:lnTo>
                  <a:lnTo>
                    <a:pt x="1190988" y="1491878"/>
                  </a:lnTo>
                  <a:lnTo>
                    <a:pt x="1190991" y="1491869"/>
                  </a:lnTo>
                  <a:lnTo>
                    <a:pt x="1190995" y="1491855"/>
                  </a:lnTo>
                  <a:lnTo>
                    <a:pt x="1191003" y="1491837"/>
                  </a:lnTo>
                  <a:lnTo>
                    <a:pt x="1191008" y="1491819"/>
                  </a:lnTo>
                  <a:lnTo>
                    <a:pt x="1191010" y="1491808"/>
                  </a:lnTo>
                  <a:lnTo>
                    <a:pt x="1191013" y="1491800"/>
                  </a:lnTo>
                  <a:lnTo>
                    <a:pt x="1191017" y="1491789"/>
                  </a:lnTo>
                  <a:lnTo>
                    <a:pt x="1191020" y="1491783"/>
                  </a:lnTo>
                  <a:lnTo>
                    <a:pt x="1191023" y="1491776"/>
                  </a:lnTo>
                  <a:lnTo>
                    <a:pt x="1191032" y="1491761"/>
                  </a:lnTo>
                  <a:lnTo>
                    <a:pt x="1191041" y="1491745"/>
                  </a:lnTo>
                  <a:lnTo>
                    <a:pt x="1191047" y="1491736"/>
                  </a:lnTo>
                  <a:lnTo>
                    <a:pt x="1191052" y="1491727"/>
                  </a:lnTo>
                  <a:lnTo>
                    <a:pt x="1191059" y="1491716"/>
                  </a:lnTo>
                  <a:lnTo>
                    <a:pt x="1191068" y="1491702"/>
                  </a:lnTo>
                  <a:lnTo>
                    <a:pt x="1191074" y="1491691"/>
                  </a:lnTo>
                  <a:lnTo>
                    <a:pt x="1191084" y="1491671"/>
                  </a:lnTo>
                  <a:lnTo>
                    <a:pt x="1191092" y="1491653"/>
                  </a:lnTo>
                  <a:lnTo>
                    <a:pt x="1191102" y="1491633"/>
                  </a:lnTo>
                  <a:lnTo>
                    <a:pt x="1191110" y="1491616"/>
                  </a:lnTo>
                  <a:lnTo>
                    <a:pt x="1191120" y="1491597"/>
                  </a:lnTo>
                  <a:lnTo>
                    <a:pt x="1191134" y="1491579"/>
                  </a:lnTo>
                  <a:lnTo>
                    <a:pt x="1191141" y="1491569"/>
                  </a:lnTo>
                  <a:lnTo>
                    <a:pt x="1191147" y="1491561"/>
                  </a:lnTo>
                  <a:lnTo>
                    <a:pt x="1191153" y="1491551"/>
                  </a:lnTo>
                  <a:lnTo>
                    <a:pt x="1191158" y="1491542"/>
                  </a:lnTo>
                  <a:lnTo>
                    <a:pt x="1191161" y="1491535"/>
                  </a:lnTo>
                  <a:lnTo>
                    <a:pt x="1191164" y="1491528"/>
                  </a:lnTo>
                  <a:lnTo>
                    <a:pt x="1191168" y="1491524"/>
                  </a:lnTo>
                  <a:lnTo>
                    <a:pt x="1191176" y="1491505"/>
                  </a:lnTo>
                  <a:lnTo>
                    <a:pt x="1191182" y="1491487"/>
                  </a:lnTo>
                  <a:lnTo>
                    <a:pt x="1191188" y="1491468"/>
                  </a:lnTo>
                  <a:lnTo>
                    <a:pt x="1191194" y="1491452"/>
                  </a:lnTo>
                  <a:lnTo>
                    <a:pt x="1191205" y="1491431"/>
                  </a:lnTo>
                  <a:lnTo>
                    <a:pt x="1191214" y="1491412"/>
                  </a:lnTo>
                  <a:lnTo>
                    <a:pt x="1191224" y="1491400"/>
                  </a:lnTo>
                  <a:lnTo>
                    <a:pt x="1191229" y="1491397"/>
                  </a:lnTo>
                  <a:lnTo>
                    <a:pt x="1191247" y="1491398"/>
                  </a:lnTo>
                  <a:lnTo>
                    <a:pt x="1191258" y="1491396"/>
                  </a:lnTo>
                  <a:lnTo>
                    <a:pt x="1191273" y="1491393"/>
                  </a:lnTo>
                  <a:lnTo>
                    <a:pt x="1191284" y="1491389"/>
                  </a:lnTo>
                  <a:lnTo>
                    <a:pt x="1191292" y="1491386"/>
                  </a:lnTo>
                  <a:lnTo>
                    <a:pt x="1191302" y="1491380"/>
                  </a:lnTo>
                  <a:lnTo>
                    <a:pt x="1191320" y="1491369"/>
                  </a:lnTo>
                  <a:lnTo>
                    <a:pt x="1191328" y="1491363"/>
                  </a:lnTo>
                  <a:lnTo>
                    <a:pt x="1191338" y="1491354"/>
                  </a:lnTo>
                  <a:lnTo>
                    <a:pt x="1191348" y="1491347"/>
                  </a:lnTo>
                  <a:lnTo>
                    <a:pt x="1191354" y="1491343"/>
                  </a:lnTo>
                  <a:lnTo>
                    <a:pt x="1191372" y="1491333"/>
                  </a:lnTo>
                  <a:lnTo>
                    <a:pt x="1191390" y="1491318"/>
                  </a:lnTo>
                  <a:lnTo>
                    <a:pt x="1191401" y="1491302"/>
                  </a:lnTo>
                  <a:lnTo>
                    <a:pt x="1191407" y="1491289"/>
                  </a:lnTo>
                  <a:lnTo>
                    <a:pt x="1191412" y="1491280"/>
                  </a:lnTo>
                  <a:lnTo>
                    <a:pt x="1191418" y="1491270"/>
                  </a:lnTo>
                  <a:lnTo>
                    <a:pt x="1191425" y="1491264"/>
                  </a:lnTo>
                  <a:lnTo>
                    <a:pt x="1191432" y="1491261"/>
                  </a:lnTo>
                  <a:lnTo>
                    <a:pt x="1191441" y="1491262"/>
                  </a:lnTo>
                  <a:lnTo>
                    <a:pt x="1191461" y="1491267"/>
                  </a:lnTo>
                  <a:lnTo>
                    <a:pt x="1191479" y="1491272"/>
                  </a:lnTo>
                  <a:lnTo>
                    <a:pt x="1191497" y="1491279"/>
                  </a:lnTo>
                  <a:lnTo>
                    <a:pt x="1191515" y="1491280"/>
                  </a:lnTo>
                  <a:lnTo>
                    <a:pt x="1191533" y="1491276"/>
                  </a:lnTo>
                  <a:lnTo>
                    <a:pt x="1191542" y="1491270"/>
                  </a:lnTo>
                  <a:lnTo>
                    <a:pt x="1191551" y="1491261"/>
                  </a:lnTo>
                  <a:lnTo>
                    <a:pt x="1191563" y="1491243"/>
                  </a:lnTo>
                  <a:lnTo>
                    <a:pt x="1191576" y="1491224"/>
                  </a:lnTo>
                  <a:lnTo>
                    <a:pt x="1191584" y="1491215"/>
                  </a:lnTo>
                  <a:lnTo>
                    <a:pt x="1191594" y="1491209"/>
                  </a:lnTo>
                  <a:lnTo>
                    <a:pt x="1191601" y="1491205"/>
                  </a:lnTo>
                  <a:lnTo>
                    <a:pt x="1191612" y="1491201"/>
                  </a:lnTo>
                  <a:lnTo>
                    <a:pt x="1191630" y="1491197"/>
                  </a:lnTo>
                  <a:lnTo>
                    <a:pt x="1191648" y="1491194"/>
                  </a:lnTo>
                  <a:lnTo>
                    <a:pt x="1191666" y="1491193"/>
                  </a:lnTo>
                  <a:lnTo>
                    <a:pt x="1191684" y="1491192"/>
                  </a:lnTo>
                  <a:lnTo>
                    <a:pt x="1191702" y="1491191"/>
                  </a:lnTo>
                  <a:lnTo>
                    <a:pt x="1191720" y="1491189"/>
                  </a:lnTo>
                  <a:lnTo>
                    <a:pt x="1191727" y="1491189"/>
                  </a:lnTo>
                  <a:lnTo>
                    <a:pt x="1191740" y="1491192"/>
                  </a:lnTo>
                  <a:lnTo>
                    <a:pt x="1191751" y="1491194"/>
                  </a:lnTo>
                  <a:lnTo>
                    <a:pt x="1191756" y="1491196"/>
                  </a:lnTo>
                  <a:lnTo>
                    <a:pt x="1191774" y="1491203"/>
                  </a:lnTo>
                  <a:lnTo>
                    <a:pt x="1191792" y="1491210"/>
                  </a:lnTo>
                  <a:lnTo>
                    <a:pt x="1191826" y="1491222"/>
                  </a:lnTo>
                  <a:lnTo>
                    <a:pt x="1191840" y="1491220"/>
                  </a:lnTo>
                  <a:lnTo>
                    <a:pt x="1191848" y="1491225"/>
                  </a:lnTo>
                  <a:lnTo>
                    <a:pt x="1191876" y="1491227"/>
                  </a:lnTo>
                  <a:lnTo>
                    <a:pt x="1191896" y="1491226"/>
                  </a:lnTo>
                  <a:lnTo>
                    <a:pt x="1191914" y="1491225"/>
                  </a:lnTo>
                  <a:lnTo>
                    <a:pt x="1191932" y="1491226"/>
                  </a:lnTo>
                  <a:lnTo>
                    <a:pt x="1191941" y="1491227"/>
                  </a:lnTo>
                  <a:lnTo>
                    <a:pt x="1191950" y="1491234"/>
                  </a:lnTo>
                  <a:lnTo>
                    <a:pt x="1191965" y="1491253"/>
                  </a:lnTo>
                  <a:lnTo>
                    <a:pt x="1191979" y="1491271"/>
                  </a:lnTo>
                  <a:lnTo>
                    <a:pt x="1191996" y="1491287"/>
                  </a:lnTo>
                  <a:lnTo>
                    <a:pt x="1192014" y="1491300"/>
                  </a:lnTo>
                  <a:lnTo>
                    <a:pt x="1192032" y="1491309"/>
                  </a:lnTo>
                  <a:lnTo>
                    <a:pt x="1192041" y="1491312"/>
                  </a:lnTo>
                  <a:lnTo>
                    <a:pt x="1192042" y="1491299"/>
                  </a:lnTo>
                  <a:lnTo>
                    <a:pt x="1192047" y="1491284"/>
                  </a:lnTo>
                  <a:lnTo>
                    <a:pt x="1192053" y="1491267"/>
                  </a:lnTo>
                  <a:lnTo>
                    <a:pt x="1192060" y="1491249"/>
                  </a:lnTo>
                  <a:lnTo>
                    <a:pt x="1192065" y="1491229"/>
                  </a:lnTo>
                  <a:lnTo>
                    <a:pt x="1192067" y="1491222"/>
                  </a:lnTo>
                  <a:lnTo>
                    <a:pt x="1192069" y="1491216"/>
                  </a:lnTo>
                  <a:lnTo>
                    <a:pt x="1192072" y="1491211"/>
                  </a:lnTo>
                  <a:lnTo>
                    <a:pt x="1192082" y="1491192"/>
                  </a:lnTo>
                  <a:lnTo>
                    <a:pt x="1192086" y="1491181"/>
                  </a:lnTo>
                  <a:lnTo>
                    <a:pt x="1192088" y="1491174"/>
                  </a:lnTo>
                  <a:lnTo>
                    <a:pt x="1192093" y="1491155"/>
                  </a:lnTo>
                  <a:lnTo>
                    <a:pt x="1192102" y="1491136"/>
                  </a:lnTo>
                  <a:lnTo>
                    <a:pt x="1192116" y="1491118"/>
                  </a:lnTo>
                  <a:lnTo>
                    <a:pt x="1192125" y="1491111"/>
                  </a:lnTo>
                  <a:lnTo>
                    <a:pt x="1192135" y="1491106"/>
                  </a:lnTo>
                  <a:lnTo>
                    <a:pt x="1192153" y="1491096"/>
                  </a:lnTo>
                  <a:lnTo>
                    <a:pt x="1192171" y="1491091"/>
                  </a:lnTo>
                  <a:lnTo>
                    <a:pt x="1192179" y="1491088"/>
                  </a:lnTo>
                  <a:lnTo>
                    <a:pt x="1192189" y="1491087"/>
                  </a:lnTo>
                  <a:lnTo>
                    <a:pt x="1192199" y="1491083"/>
                  </a:lnTo>
                  <a:lnTo>
                    <a:pt x="1192207" y="1491076"/>
                  </a:lnTo>
                  <a:lnTo>
                    <a:pt x="1192215" y="1491057"/>
                  </a:lnTo>
                  <a:lnTo>
                    <a:pt x="1192220" y="1491039"/>
                  </a:lnTo>
                  <a:lnTo>
                    <a:pt x="1192223" y="1491021"/>
                  </a:lnTo>
                  <a:lnTo>
                    <a:pt x="1192244" y="1490956"/>
                  </a:lnTo>
                  <a:lnTo>
                    <a:pt x="1192252" y="1490938"/>
                  </a:lnTo>
                  <a:lnTo>
                    <a:pt x="1192257" y="1490920"/>
                  </a:lnTo>
                  <a:lnTo>
                    <a:pt x="1192261" y="1490907"/>
                  </a:lnTo>
                  <a:lnTo>
                    <a:pt x="1192266" y="1490901"/>
                  </a:lnTo>
                  <a:lnTo>
                    <a:pt x="1192282" y="1490882"/>
                  </a:lnTo>
                  <a:lnTo>
                    <a:pt x="1192296" y="1490867"/>
                  </a:lnTo>
                  <a:lnTo>
                    <a:pt x="1192310" y="1490849"/>
                  </a:lnTo>
                  <a:lnTo>
                    <a:pt x="1192311" y="1490831"/>
                  </a:lnTo>
                  <a:lnTo>
                    <a:pt x="1192314" y="1490812"/>
                  </a:lnTo>
                  <a:lnTo>
                    <a:pt x="1192316" y="1490794"/>
                  </a:lnTo>
                  <a:lnTo>
                    <a:pt x="1192320" y="1490775"/>
                  </a:lnTo>
                  <a:lnTo>
                    <a:pt x="1192321" y="1490756"/>
                  </a:lnTo>
                  <a:lnTo>
                    <a:pt x="1192326" y="1490745"/>
                  </a:lnTo>
                  <a:lnTo>
                    <a:pt x="1192331" y="1490734"/>
                  </a:lnTo>
                  <a:lnTo>
                    <a:pt x="1192336" y="1490725"/>
                  </a:lnTo>
                  <a:lnTo>
                    <a:pt x="1192341" y="1490716"/>
                  </a:lnTo>
                  <a:lnTo>
                    <a:pt x="1192345" y="1490706"/>
                  </a:lnTo>
                  <a:lnTo>
                    <a:pt x="1192348" y="1490695"/>
                  </a:lnTo>
                  <a:lnTo>
                    <a:pt x="1192350" y="1490682"/>
                  </a:lnTo>
                  <a:lnTo>
                    <a:pt x="1192352" y="1490667"/>
                  </a:lnTo>
                  <a:lnTo>
                    <a:pt x="1192355" y="1490655"/>
                  </a:lnTo>
                  <a:lnTo>
                    <a:pt x="1192357" y="1490646"/>
                  </a:lnTo>
                  <a:lnTo>
                    <a:pt x="1192359" y="1490627"/>
                  </a:lnTo>
                  <a:lnTo>
                    <a:pt x="1192368" y="1490592"/>
                  </a:lnTo>
                  <a:lnTo>
                    <a:pt x="1192403" y="1490487"/>
                  </a:lnTo>
                  <a:lnTo>
                    <a:pt x="1192416" y="1490461"/>
                  </a:lnTo>
                  <a:lnTo>
                    <a:pt x="1192423" y="1490453"/>
                  </a:lnTo>
                  <a:lnTo>
                    <a:pt x="1192434" y="1490443"/>
                  </a:lnTo>
                  <a:lnTo>
                    <a:pt x="1192449" y="1490437"/>
                  </a:lnTo>
                  <a:lnTo>
                    <a:pt x="1192480" y="1490425"/>
                  </a:lnTo>
                  <a:lnTo>
                    <a:pt x="1192509" y="1490412"/>
                  </a:lnTo>
                  <a:lnTo>
                    <a:pt x="1192520" y="1490408"/>
                  </a:lnTo>
                  <a:lnTo>
                    <a:pt x="1192540" y="1490392"/>
                  </a:lnTo>
                  <a:lnTo>
                    <a:pt x="1192565" y="1490364"/>
                  </a:lnTo>
                  <a:lnTo>
                    <a:pt x="1192578" y="1490356"/>
                  </a:lnTo>
                  <a:lnTo>
                    <a:pt x="1192597" y="1490347"/>
                  </a:lnTo>
                  <a:lnTo>
                    <a:pt x="1192604" y="1490339"/>
                  </a:lnTo>
                  <a:lnTo>
                    <a:pt x="1192607" y="1490333"/>
                  </a:lnTo>
                  <a:lnTo>
                    <a:pt x="1192607" y="1490326"/>
                  </a:lnTo>
                  <a:lnTo>
                    <a:pt x="1192607" y="1490314"/>
                  </a:lnTo>
                  <a:lnTo>
                    <a:pt x="1192607" y="1490306"/>
                  </a:lnTo>
                  <a:lnTo>
                    <a:pt x="1192607" y="1490294"/>
                  </a:lnTo>
                  <a:lnTo>
                    <a:pt x="1192607" y="1490278"/>
                  </a:lnTo>
                  <a:lnTo>
                    <a:pt x="1192609" y="1490256"/>
                  </a:lnTo>
                  <a:lnTo>
                    <a:pt x="1192611" y="1490236"/>
                  </a:lnTo>
                  <a:lnTo>
                    <a:pt x="1192612" y="1490217"/>
                  </a:lnTo>
                  <a:lnTo>
                    <a:pt x="1192612" y="1490210"/>
                  </a:lnTo>
                  <a:lnTo>
                    <a:pt x="1192611" y="1490203"/>
                  </a:lnTo>
                  <a:lnTo>
                    <a:pt x="1192607" y="1490196"/>
                  </a:lnTo>
                  <a:lnTo>
                    <a:pt x="1192600" y="1490187"/>
                  </a:lnTo>
                  <a:lnTo>
                    <a:pt x="1192595" y="1490180"/>
                  </a:lnTo>
                  <a:lnTo>
                    <a:pt x="1192593" y="1490171"/>
                  </a:lnTo>
                  <a:lnTo>
                    <a:pt x="1192590" y="1490155"/>
                  </a:lnTo>
                  <a:lnTo>
                    <a:pt x="1192590" y="1490144"/>
                  </a:lnTo>
                  <a:lnTo>
                    <a:pt x="1192590" y="1490132"/>
                  </a:lnTo>
                  <a:lnTo>
                    <a:pt x="1192593" y="1490109"/>
                  </a:lnTo>
                  <a:lnTo>
                    <a:pt x="1192594" y="1490095"/>
                  </a:lnTo>
                  <a:lnTo>
                    <a:pt x="1192594" y="1490082"/>
                  </a:lnTo>
                  <a:lnTo>
                    <a:pt x="1192594" y="1490068"/>
                  </a:lnTo>
                  <a:lnTo>
                    <a:pt x="1192594" y="1490057"/>
                  </a:lnTo>
                  <a:lnTo>
                    <a:pt x="1192596" y="1490045"/>
                  </a:lnTo>
                  <a:lnTo>
                    <a:pt x="1192599" y="1490035"/>
                  </a:lnTo>
                  <a:lnTo>
                    <a:pt x="1192600" y="1490023"/>
                  </a:lnTo>
                  <a:lnTo>
                    <a:pt x="1192602" y="1490009"/>
                  </a:lnTo>
                  <a:lnTo>
                    <a:pt x="1192604" y="1489996"/>
                  </a:lnTo>
                  <a:lnTo>
                    <a:pt x="1192604" y="1489983"/>
                  </a:lnTo>
                  <a:lnTo>
                    <a:pt x="1192605" y="1489975"/>
                  </a:lnTo>
                  <a:lnTo>
                    <a:pt x="1192615" y="1489963"/>
                  </a:lnTo>
                  <a:lnTo>
                    <a:pt x="1192627" y="1489955"/>
                  </a:lnTo>
                  <a:lnTo>
                    <a:pt x="1192640" y="1489944"/>
                  </a:lnTo>
                  <a:lnTo>
                    <a:pt x="1192660" y="1489925"/>
                  </a:lnTo>
                  <a:lnTo>
                    <a:pt x="1192669" y="1489918"/>
                  </a:lnTo>
                  <a:lnTo>
                    <a:pt x="1192690" y="1489911"/>
                  </a:lnTo>
                  <a:lnTo>
                    <a:pt x="1192713" y="1489903"/>
                  </a:lnTo>
                  <a:lnTo>
                    <a:pt x="1192729" y="1489894"/>
                  </a:lnTo>
                  <a:lnTo>
                    <a:pt x="1192740" y="1489884"/>
                  </a:lnTo>
                  <a:lnTo>
                    <a:pt x="1192745" y="1489879"/>
                  </a:lnTo>
                  <a:lnTo>
                    <a:pt x="1192750" y="1489872"/>
                  </a:lnTo>
                  <a:lnTo>
                    <a:pt x="1192758" y="1489864"/>
                  </a:lnTo>
                  <a:lnTo>
                    <a:pt x="1192765" y="1489857"/>
                  </a:lnTo>
                  <a:lnTo>
                    <a:pt x="1192771" y="1489852"/>
                  </a:lnTo>
                  <a:lnTo>
                    <a:pt x="1192778" y="1489848"/>
                  </a:lnTo>
                  <a:lnTo>
                    <a:pt x="1192784" y="1489847"/>
                  </a:lnTo>
                  <a:lnTo>
                    <a:pt x="1192797" y="1489848"/>
                  </a:lnTo>
                  <a:lnTo>
                    <a:pt x="1192816" y="1489852"/>
                  </a:lnTo>
                  <a:lnTo>
                    <a:pt x="1192830" y="1489855"/>
                  </a:lnTo>
                  <a:lnTo>
                    <a:pt x="1192860" y="1489861"/>
                  </a:lnTo>
                  <a:lnTo>
                    <a:pt x="1192890" y="1489867"/>
                  </a:lnTo>
                  <a:lnTo>
                    <a:pt x="1192920" y="1489865"/>
                  </a:lnTo>
                  <a:lnTo>
                    <a:pt x="1192950" y="1489865"/>
                  </a:lnTo>
                  <a:lnTo>
                    <a:pt x="1192980" y="1489862"/>
                  </a:lnTo>
                  <a:lnTo>
                    <a:pt x="1193010" y="1489858"/>
                  </a:lnTo>
                  <a:lnTo>
                    <a:pt x="1193040" y="1489851"/>
                  </a:lnTo>
                  <a:lnTo>
                    <a:pt x="1193046" y="1489851"/>
                  </a:lnTo>
                  <a:lnTo>
                    <a:pt x="1193064" y="1489842"/>
                  </a:lnTo>
                  <a:lnTo>
                    <a:pt x="1193070" y="1489836"/>
                  </a:lnTo>
                  <a:lnTo>
                    <a:pt x="1193098" y="1489812"/>
                  </a:lnTo>
                  <a:lnTo>
                    <a:pt x="1193126" y="1489780"/>
                  </a:lnTo>
                  <a:lnTo>
                    <a:pt x="1193155" y="1489760"/>
                  </a:lnTo>
                  <a:lnTo>
                    <a:pt x="1193185" y="1489743"/>
                  </a:lnTo>
                  <a:lnTo>
                    <a:pt x="1193215" y="1489728"/>
                  </a:lnTo>
                  <a:lnTo>
                    <a:pt x="1193245" y="1489710"/>
                  </a:lnTo>
                  <a:lnTo>
                    <a:pt x="1193275" y="1489683"/>
                  </a:lnTo>
                  <a:lnTo>
                    <a:pt x="1193305" y="1489652"/>
                  </a:lnTo>
                  <a:lnTo>
                    <a:pt x="1193317" y="1489638"/>
                  </a:lnTo>
                  <a:lnTo>
                    <a:pt x="1193328" y="1489627"/>
                  </a:lnTo>
                  <a:lnTo>
                    <a:pt x="1193341" y="1489615"/>
                  </a:lnTo>
                  <a:lnTo>
                    <a:pt x="1193357" y="1489601"/>
                  </a:lnTo>
                  <a:lnTo>
                    <a:pt x="1193364" y="1489594"/>
                  </a:lnTo>
                  <a:lnTo>
                    <a:pt x="1193383" y="1489581"/>
                  </a:lnTo>
                  <a:lnTo>
                    <a:pt x="1193400" y="1489570"/>
                  </a:lnTo>
                  <a:lnTo>
                    <a:pt x="1193428" y="1489556"/>
                  </a:lnTo>
                  <a:lnTo>
                    <a:pt x="1193442" y="1489548"/>
                  </a:lnTo>
                  <a:lnTo>
                    <a:pt x="1193455" y="1489536"/>
                  </a:lnTo>
                  <a:lnTo>
                    <a:pt x="1193465" y="1489522"/>
                  </a:lnTo>
                  <a:lnTo>
                    <a:pt x="1193473" y="1489510"/>
                  </a:lnTo>
                  <a:lnTo>
                    <a:pt x="1193478" y="1489500"/>
                  </a:lnTo>
                  <a:lnTo>
                    <a:pt x="1193496" y="1489479"/>
                  </a:lnTo>
                  <a:lnTo>
                    <a:pt x="1193509" y="1489469"/>
                  </a:lnTo>
                  <a:lnTo>
                    <a:pt x="1193515" y="1489469"/>
                  </a:lnTo>
                  <a:lnTo>
                    <a:pt x="1193525" y="1489463"/>
                  </a:lnTo>
                  <a:lnTo>
                    <a:pt x="1193553" y="1489434"/>
                  </a:lnTo>
                  <a:lnTo>
                    <a:pt x="1193561" y="1489419"/>
                  </a:lnTo>
                  <a:lnTo>
                    <a:pt x="1193565" y="1489403"/>
                  </a:lnTo>
                  <a:lnTo>
                    <a:pt x="1193571" y="1489373"/>
                  </a:lnTo>
                  <a:lnTo>
                    <a:pt x="1193583" y="1489342"/>
                  </a:lnTo>
                  <a:lnTo>
                    <a:pt x="1193600" y="1489311"/>
                  </a:lnTo>
                  <a:lnTo>
                    <a:pt x="1193625" y="1489281"/>
                  </a:lnTo>
                  <a:lnTo>
                    <a:pt x="1193634" y="1489272"/>
                  </a:lnTo>
                  <a:lnTo>
                    <a:pt x="1193646" y="1489250"/>
                  </a:lnTo>
                  <a:lnTo>
                    <a:pt x="1193652" y="1489243"/>
                  </a:lnTo>
                  <a:lnTo>
                    <a:pt x="1193660" y="1489220"/>
                  </a:lnTo>
                  <a:lnTo>
                    <a:pt x="1193667" y="1489189"/>
                  </a:lnTo>
                  <a:lnTo>
                    <a:pt x="1193669" y="1489158"/>
                  </a:lnTo>
                  <a:lnTo>
                    <a:pt x="1193669" y="1489144"/>
                  </a:lnTo>
                  <a:lnTo>
                    <a:pt x="1193669" y="1489127"/>
                  </a:lnTo>
                  <a:lnTo>
                    <a:pt x="1193663" y="1489096"/>
                  </a:lnTo>
                  <a:lnTo>
                    <a:pt x="1193663" y="1489089"/>
                  </a:lnTo>
                  <a:lnTo>
                    <a:pt x="1193652" y="1489065"/>
                  </a:lnTo>
                  <a:lnTo>
                    <a:pt x="1193638" y="1489035"/>
                  </a:lnTo>
                  <a:lnTo>
                    <a:pt x="1193620" y="1489004"/>
                  </a:lnTo>
                  <a:lnTo>
                    <a:pt x="1193609" y="1488973"/>
                  </a:lnTo>
                  <a:lnTo>
                    <a:pt x="1193600" y="1488942"/>
                  </a:lnTo>
                  <a:lnTo>
                    <a:pt x="1193588" y="1488912"/>
                  </a:lnTo>
                  <a:lnTo>
                    <a:pt x="1193580" y="1488896"/>
                  </a:lnTo>
                  <a:lnTo>
                    <a:pt x="1193578" y="1488881"/>
                  </a:lnTo>
                  <a:lnTo>
                    <a:pt x="1193570" y="1488850"/>
                  </a:lnTo>
                  <a:lnTo>
                    <a:pt x="1193561" y="1488819"/>
                  </a:lnTo>
                  <a:lnTo>
                    <a:pt x="1193557" y="1488789"/>
                  </a:lnTo>
                  <a:lnTo>
                    <a:pt x="1193554" y="1488770"/>
                  </a:lnTo>
                  <a:lnTo>
                    <a:pt x="1193556" y="1488756"/>
                  </a:lnTo>
                  <a:lnTo>
                    <a:pt x="1193573" y="1488727"/>
                  </a:lnTo>
                  <a:lnTo>
                    <a:pt x="1193596" y="1488696"/>
                  </a:lnTo>
                  <a:lnTo>
                    <a:pt x="1193605" y="1488682"/>
                  </a:lnTo>
                  <a:lnTo>
                    <a:pt x="1193612" y="1488665"/>
                  </a:lnTo>
                  <a:lnTo>
                    <a:pt x="1193621" y="1488634"/>
                  </a:lnTo>
                  <a:lnTo>
                    <a:pt x="1193633" y="1488604"/>
                  </a:lnTo>
                  <a:lnTo>
                    <a:pt x="1193645" y="1488572"/>
                  </a:lnTo>
                  <a:lnTo>
                    <a:pt x="1193658" y="1488542"/>
                  </a:lnTo>
                  <a:lnTo>
                    <a:pt x="1193668" y="1488509"/>
                  </a:lnTo>
                  <a:lnTo>
                    <a:pt x="1193670" y="1488499"/>
                  </a:lnTo>
                  <a:lnTo>
                    <a:pt x="1193671" y="1488487"/>
                  </a:lnTo>
                  <a:lnTo>
                    <a:pt x="1193671" y="1488477"/>
                  </a:lnTo>
                  <a:lnTo>
                    <a:pt x="1193674" y="1488462"/>
                  </a:lnTo>
                  <a:lnTo>
                    <a:pt x="1193682" y="1488442"/>
                  </a:lnTo>
                  <a:lnTo>
                    <a:pt x="1193693" y="1488421"/>
                  </a:lnTo>
                  <a:lnTo>
                    <a:pt x="1193698" y="1488410"/>
                  </a:lnTo>
                  <a:lnTo>
                    <a:pt x="1193712" y="1488389"/>
                  </a:lnTo>
                  <a:lnTo>
                    <a:pt x="1193722" y="1488370"/>
                  </a:lnTo>
                  <a:lnTo>
                    <a:pt x="1193727" y="1488354"/>
                  </a:lnTo>
                  <a:lnTo>
                    <a:pt x="1193727" y="1488338"/>
                  </a:lnTo>
                  <a:lnTo>
                    <a:pt x="1193725" y="1488312"/>
                  </a:lnTo>
                  <a:lnTo>
                    <a:pt x="1193720" y="1488290"/>
                  </a:lnTo>
                  <a:lnTo>
                    <a:pt x="1193711" y="1488264"/>
                  </a:lnTo>
                  <a:lnTo>
                    <a:pt x="1193699" y="1488239"/>
                  </a:lnTo>
                  <a:lnTo>
                    <a:pt x="1193687" y="1488219"/>
                  </a:lnTo>
                  <a:lnTo>
                    <a:pt x="1193671" y="1488194"/>
                  </a:lnTo>
                  <a:lnTo>
                    <a:pt x="1193666" y="1488186"/>
                  </a:lnTo>
                  <a:lnTo>
                    <a:pt x="1193662" y="1488172"/>
                  </a:lnTo>
                  <a:lnTo>
                    <a:pt x="1193657" y="1488141"/>
                  </a:lnTo>
                  <a:lnTo>
                    <a:pt x="1193642" y="1488110"/>
                  </a:lnTo>
                  <a:lnTo>
                    <a:pt x="1193639" y="1488103"/>
                  </a:lnTo>
                  <a:lnTo>
                    <a:pt x="1193620" y="1488076"/>
                  </a:lnTo>
                  <a:lnTo>
                    <a:pt x="1193595" y="1488046"/>
                  </a:lnTo>
                  <a:lnTo>
                    <a:pt x="1193578" y="1488020"/>
                  </a:lnTo>
                  <a:lnTo>
                    <a:pt x="1193566" y="1487990"/>
                  </a:lnTo>
                  <a:lnTo>
                    <a:pt x="1193562" y="1487975"/>
                  </a:lnTo>
                  <a:lnTo>
                    <a:pt x="1193562" y="1487959"/>
                  </a:lnTo>
                  <a:lnTo>
                    <a:pt x="1193566" y="1487928"/>
                  </a:lnTo>
                  <a:lnTo>
                    <a:pt x="1193568" y="1487897"/>
                  </a:lnTo>
                  <a:lnTo>
                    <a:pt x="1193562" y="1487867"/>
                  </a:lnTo>
                  <a:lnTo>
                    <a:pt x="1193547" y="1487836"/>
                  </a:lnTo>
                  <a:lnTo>
                    <a:pt x="1193544" y="1487830"/>
                  </a:lnTo>
                  <a:lnTo>
                    <a:pt x="1193540" y="1487805"/>
                  </a:lnTo>
                  <a:lnTo>
                    <a:pt x="1193537" y="1487774"/>
                  </a:lnTo>
                  <a:lnTo>
                    <a:pt x="1193536" y="1487743"/>
                  </a:lnTo>
                  <a:lnTo>
                    <a:pt x="1193533" y="1487712"/>
                  </a:lnTo>
                  <a:lnTo>
                    <a:pt x="1193536" y="1487700"/>
                  </a:lnTo>
                  <a:lnTo>
                    <a:pt x="1193533" y="1487682"/>
                  </a:lnTo>
                  <a:lnTo>
                    <a:pt x="1193533" y="1487675"/>
                  </a:lnTo>
                  <a:lnTo>
                    <a:pt x="1193525" y="1487651"/>
                  </a:lnTo>
                  <a:lnTo>
                    <a:pt x="1193521" y="1487643"/>
                  </a:lnTo>
                  <a:lnTo>
                    <a:pt x="1193501" y="1487623"/>
                  </a:lnTo>
                  <a:lnTo>
                    <a:pt x="1193489" y="1487611"/>
                  </a:lnTo>
                  <a:lnTo>
                    <a:pt x="1193479" y="1487595"/>
                  </a:lnTo>
                  <a:lnTo>
                    <a:pt x="1193471" y="1487580"/>
                  </a:lnTo>
                  <a:lnTo>
                    <a:pt x="1193473" y="1487562"/>
                  </a:lnTo>
                  <a:lnTo>
                    <a:pt x="1193483" y="1487533"/>
                  </a:lnTo>
                  <a:lnTo>
                    <a:pt x="1193493" y="1487499"/>
                  </a:lnTo>
                  <a:lnTo>
                    <a:pt x="1193501" y="1487471"/>
                  </a:lnTo>
                  <a:lnTo>
                    <a:pt x="1193507" y="1487439"/>
                  </a:lnTo>
                  <a:lnTo>
                    <a:pt x="1193512" y="1487410"/>
                  </a:lnTo>
                  <a:lnTo>
                    <a:pt x="1193517" y="1487377"/>
                  </a:lnTo>
                  <a:lnTo>
                    <a:pt x="1193517" y="1487370"/>
                  </a:lnTo>
                  <a:lnTo>
                    <a:pt x="1193525" y="1487348"/>
                  </a:lnTo>
                  <a:lnTo>
                    <a:pt x="1193539" y="1487315"/>
                  </a:lnTo>
                  <a:lnTo>
                    <a:pt x="1193546" y="1487305"/>
                  </a:lnTo>
                  <a:lnTo>
                    <a:pt x="1193546" y="1487286"/>
                  </a:lnTo>
                  <a:lnTo>
                    <a:pt x="1193546" y="1487269"/>
                  </a:lnTo>
                  <a:lnTo>
                    <a:pt x="1193542" y="1487254"/>
                  </a:lnTo>
                  <a:lnTo>
                    <a:pt x="1193527" y="1487224"/>
                  </a:lnTo>
                  <a:lnTo>
                    <a:pt x="1193511" y="1487192"/>
                  </a:lnTo>
                  <a:lnTo>
                    <a:pt x="1193493" y="1487163"/>
                  </a:lnTo>
                  <a:lnTo>
                    <a:pt x="1193478" y="1487131"/>
                  </a:lnTo>
                  <a:lnTo>
                    <a:pt x="1193472" y="1487120"/>
                  </a:lnTo>
                  <a:lnTo>
                    <a:pt x="1193470" y="1487101"/>
                  </a:lnTo>
                  <a:lnTo>
                    <a:pt x="1193466" y="1487069"/>
                  </a:lnTo>
                  <a:lnTo>
                    <a:pt x="1193454" y="1487040"/>
                  </a:lnTo>
                  <a:lnTo>
                    <a:pt x="1193446" y="1487008"/>
                  </a:lnTo>
                  <a:lnTo>
                    <a:pt x="1193436" y="1486978"/>
                  </a:lnTo>
                  <a:lnTo>
                    <a:pt x="1193427" y="1486946"/>
                  </a:lnTo>
                  <a:lnTo>
                    <a:pt x="1193422" y="1486916"/>
                  </a:lnTo>
                  <a:lnTo>
                    <a:pt x="1193415" y="1486893"/>
                  </a:lnTo>
                  <a:lnTo>
                    <a:pt x="1193408" y="1486883"/>
                  </a:lnTo>
                  <a:lnTo>
                    <a:pt x="1193400" y="1486877"/>
                  </a:lnTo>
                  <a:lnTo>
                    <a:pt x="1193379" y="1486874"/>
                  </a:lnTo>
                  <a:lnTo>
                    <a:pt x="1193372" y="1486874"/>
                  </a:lnTo>
                  <a:lnTo>
                    <a:pt x="1193349" y="1486863"/>
                  </a:lnTo>
                  <a:lnTo>
                    <a:pt x="1193319" y="1486840"/>
                  </a:lnTo>
                  <a:lnTo>
                    <a:pt x="1193291" y="1486813"/>
                  </a:lnTo>
                  <a:lnTo>
                    <a:pt x="1193262" y="1486785"/>
                  </a:lnTo>
                  <a:lnTo>
                    <a:pt x="1193257" y="1486779"/>
                  </a:lnTo>
                  <a:lnTo>
                    <a:pt x="1193249" y="1486754"/>
                  </a:lnTo>
                  <a:lnTo>
                    <a:pt x="1193248" y="1486738"/>
                  </a:lnTo>
                  <a:lnTo>
                    <a:pt x="1193243" y="1486724"/>
                  </a:lnTo>
                  <a:lnTo>
                    <a:pt x="1193231" y="1486702"/>
                  </a:lnTo>
                  <a:lnTo>
                    <a:pt x="1193221" y="1486693"/>
                  </a:lnTo>
                  <a:lnTo>
                    <a:pt x="1193159" y="1486641"/>
                  </a:lnTo>
                  <a:lnTo>
                    <a:pt x="1193135" y="1486610"/>
                  </a:lnTo>
                  <a:lnTo>
                    <a:pt x="1193117" y="1486579"/>
                  </a:lnTo>
                  <a:lnTo>
                    <a:pt x="1193094" y="1486531"/>
                  </a:lnTo>
                  <a:lnTo>
                    <a:pt x="1193076" y="1486514"/>
                  </a:lnTo>
                  <a:lnTo>
                    <a:pt x="1193045" y="1486496"/>
                  </a:lnTo>
                  <a:lnTo>
                    <a:pt x="1193015" y="1486478"/>
                  </a:lnTo>
                  <a:lnTo>
                    <a:pt x="1193000" y="1486471"/>
                  </a:lnTo>
                  <a:lnTo>
                    <a:pt x="1192985" y="1486459"/>
                  </a:lnTo>
                  <a:lnTo>
                    <a:pt x="1192954" y="1486448"/>
                  </a:lnTo>
                  <a:lnTo>
                    <a:pt x="1192925" y="1486443"/>
                  </a:lnTo>
                  <a:lnTo>
                    <a:pt x="1192894" y="1486435"/>
                  </a:lnTo>
                  <a:lnTo>
                    <a:pt x="1192865" y="1486422"/>
                  </a:lnTo>
                  <a:lnTo>
                    <a:pt x="1192834" y="1486410"/>
                  </a:lnTo>
                  <a:lnTo>
                    <a:pt x="1192822" y="1486404"/>
                  </a:lnTo>
                  <a:lnTo>
                    <a:pt x="1192815" y="1486400"/>
                  </a:lnTo>
                  <a:lnTo>
                    <a:pt x="1192809" y="1486395"/>
                  </a:lnTo>
                  <a:lnTo>
                    <a:pt x="1192805" y="1486386"/>
                  </a:lnTo>
                  <a:lnTo>
                    <a:pt x="1192809" y="1486379"/>
                  </a:lnTo>
                  <a:lnTo>
                    <a:pt x="1192816" y="1486369"/>
                  </a:lnTo>
                  <a:lnTo>
                    <a:pt x="1192823" y="1486358"/>
                  </a:lnTo>
                  <a:lnTo>
                    <a:pt x="1192838" y="1486331"/>
                  </a:lnTo>
                  <a:lnTo>
                    <a:pt x="1192856" y="1486301"/>
                  </a:lnTo>
                  <a:lnTo>
                    <a:pt x="1192862" y="1486293"/>
                  </a:lnTo>
                  <a:lnTo>
                    <a:pt x="1192868" y="1486282"/>
                  </a:lnTo>
                  <a:lnTo>
                    <a:pt x="1192870" y="1486269"/>
                  </a:lnTo>
                  <a:lnTo>
                    <a:pt x="1192870" y="1486258"/>
                  </a:lnTo>
                  <a:lnTo>
                    <a:pt x="1192864" y="1486240"/>
                  </a:lnTo>
                  <a:lnTo>
                    <a:pt x="1192852" y="1486208"/>
                  </a:lnTo>
                  <a:lnTo>
                    <a:pt x="1192841" y="1486178"/>
                  </a:lnTo>
                  <a:lnTo>
                    <a:pt x="1192838" y="1486146"/>
                  </a:lnTo>
                  <a:lnTo>
                    <a:pt x="1192834" y="1486117"/>
                  </a:lnTo>
                  <a:lnTo>
                    <a:pt x="1192831" y="1486085"/>
                  </a:lnTo>
                  <a:lnTo>
                    <a:pt x="1192828" y="1486055"/>
                  </a:lnTo>
                  <a:lnTo>
                    <a:pt x="1192831" y="1486038"/>
                  </a:lnTo>
                  <a:lnTo>
                    <a:pt x="1192831" y="1486031"/>
                  </a:lnTo>
                  <a:lnTo>
                    <a:pt x="1192827" y="1486023"/>
                  </a:lnTo>
                  <a:lnTo>
                    <a:pt x="1192801" y="1485993"/>
                  </a:lnTo>
                  <a:lnTo>
                    <a:pt x="1192775" y="1485961"/>
                  </a:lnTo>
                  <a:lnTo>
                    <a:pt x="1192749" y="1485932"/>
                  </a:lnTo>
                  <a:lnTo>
                    <a:pt x="1192723" y="1485900"/>
                  </a:lnTo>
                  <a:lnTo>
                    <a:pt x="1192702" y="1485881"/>
                  </a:lnTo>
                  <a:lnTo>
                    <a:pt x="1192699" y="1485872"/>
                  </a:lnTo>
                  <a:lnTo>
                    <a:pt x="1192695" y="1485865"/>
                  </a:lnTo>
                  <a:lnTo>
                    <a:pt x="1192693" y="1485841"/>
                  </a:lnTo>
                  <a:lnTo>
                    <a:pt x="1192695" y="1485810"/>
                  </a:lnTo>
                  <a:lnTo>
                    <a:pt x="1192691" y="1485771"/>
                  </a:lnTo>
                  <a:lnTo>
                    <a:pt x="1192687" y="1485747"/>
                  </a:lnTo>
                  <a:lnTo>
                    <a:pt x="1192683" y="1485729"/>
                  </a:lnTo>
                  <a:lnTo>
                    <a:pt x="1192680" y="1485710"/>
                  </a:lnTo>
                  <a:lnTo>
                    <a:pt x="1192679" y="1485696"/>
                  </a:lnTo>
                  <a:lnTo>
                    <a:pt x="1192681" y="1485683"/>
                  </a:lnTo>
                  <a:lnTo>
                    <a:pt x="1192685" y="1485674"/>
                  </a:lnTo>
                  <a:lnTo>
                    <a:pt x="1192701" y="1485656"/>
                  </a:lnTo>
                  <a:lnTo>
                    <a:pt x="1192714" y="1485642"/>
                  </a:lnTo>
                  <a:lnTo>
                    <a:pt x="1192724" y="1485625"/>
                  </a:lnTo>
                  <a:lnTo>
                    <a:pt x="1192730" y="1485594"/>
                  </a:lnTo>
                  <a:lnTo>
                    <a:pt x="1192730" y="1485564"/>
                  </a:lnTo>
                  <a:lnTo>
                    <a:pt x="1192727" y="1485533"/>
                  </a:lnTo>
                  <a:lnTo>
                    <a:pt x="1192724" y="1485502"/>
                  </a:lnTo>
                  <a:lnTo>
                    <a:pt x="1192718" y="1485471"/>
                  </a:lnTo>
                  <a:lnTo>
                    <a:pt x="1192718" y="1485463"/>
                  </a:lnTo>
                  <a:lnTo>
                    <a:pt x="1192710" y="1485440"/>
                  </a:lnTo>
                  <a:lnTo>
                    <a:pt x="1192705" y="1485429"/>
                  </a:lnTo>
                  <a:lnTo>
                    <a:pt x="1192699" y="1485416"/>
                  </a:lnTo>
                  <a:lnTo>
                    <a:pt x="1192697" y="1485403"/>
                  </a:lnTo>
                  <a:lnTo>
                    <a:pt x="1192703" y="1485400"/>
                  </a:lnTo>
                  <a:lnTo>
                    <a:pt x="1192710" y="1485404"/>
                  </a:lnTo>
                  <a:lnTo>
                    <a:pt x="1192721" y="1485410"/>
                  </a:lnTo>
                  <a:lnTo>
                    <a:pt x="1192741" y="1485415"/>
                  </a:lnTo>
                  <a:lnTo>
                    <a:pt x="1192748" y="1485415"/>
                  </a:lnTo>
                  <a:lnTo>
                    <a:pt x="1192758" y="1485410"/>
                  </a:lnTo>
                  <a:lnTo>
                    <a:pt x="1192755" y="1485396"/>
                  </a:lnTo>
                  <a:lnTo>
                    <a:pt x="1192740" y="1485358"/>
                  </a:lnTo>
                  <a:lnTo>
                    <a:pt x="1192726" y="1485302"/>
                  </a:lnTo>
                  <a:lnTo>
                    <a:pt x="1192719" y="1485268"/>
                  </a:lnTo>
                  <a:lnTo>
                    <a:pt x="1192708" y="1485225"/>
                  </a:lnTo>
                  <a:lnTo>
                    <a:pt x="1192685" y="1485179"/>
                  </a:lnTo>
                  <a:lnTo>
                    <a:pt x="1192684" y="1485172"/>
                  </a:lnTo>
                  <a:lnTo>
                    <a:pt x="1192669" y="1485149"/>
                  </a:lnTo>
                  <a:lnTo>
                    <a:pt x="1192643" y="1485120"/>
                  </a:lnTo>
                  <a:lnTo>
                    <a:pt x="1192629" y="1485107"/>
                  </a:lnTo>
                  <a:lnTo>
                    <a:pt x="1192612" y="1485087"/>
                  </a:lnTo>
                  <a:lnTo>
                    <a:pt x="1192601" y="1485075"/>
                  </a:lnTo>
                  <a:lnTo>
                    <a:pt x="1192599" y="1485065"/>
                  </a:lnTo>
                  <a:lnTo>
                    <a:pt x="1192597" y="1485052"/>
                  </a:lnTo>
                  <a:lnTo>
                    <a:pt x="1192593" y="1485041"/>
                  </a:lnTo>
                  <a:lnTo>
                    <a:pt x="1192585" y="1485026"/>
                  </a:lnTo>
                  <a:lnTo>
                    <a:pt x="1192572" y="1485017"/>
                  </a:lnTo>
                  <a:lnTo>
                    <a:pt x="1192560" y="1485014"/>
                  </a:lnTo>
                  <a:lnTo>
                    <a:pt x="1192548" y="1485007"/>
                  </a:lnTo>
                  <a:lnTo>
                    <a:pt x="1192538" y="1484997"/>
                  </a:lnTo>
                  <a:lnTo>
                    <a:pt x="1192525" y="1484988"/>
                  </a:lnTo>
                  <a:lnTo>
                    <a:pt x="1192519" y="1484979"/>
                  </a:lnTo>
                  <a:lnTo>
                    <a:pt x="1192514" y="1484972"/>
                  </a:lnTo>
                  <a:lnTo>
                    <a:pt x="1192512" y="1484965"/>
                  </a:lnTo>
                  <a:lnTo>
                    <a:pt x="1192510" y="1484953"/>
                  </a:lnTo>
                  <a:lnTo>
                    <a:pt x="1192504" y="1484936"/>
                  </a:lnTo>
                  <a:lnTo>
                    <a:pt x="1192499" y="1484926"/>
                  </a:lnTo>
                  <a:lnTo>
                    <a:pt x="1192493" y="1484915"/>
                  </a:lnTo>
                  <a:lnTo>
                    <a:pt x="1192487" y="1484902"/>
                  </a:lnTo>
                  <a:lnTo>
                    <a:pt x="1192484" y="1484891"/>
                  </a:lnTo>
                  <a:lnTo>
                    <a:pt x="1192477" y="1484876"/>
                  </a:lnTo>
                  <a:lnTo>
                    <a:pt x="1192471" y="1484860"/>
                  </a:lnTo>
                  <a:lnTo>
                    <a:pt x="1192466" y="1484847"/>
                  </a:lnTo>
                  <a:lnTo>
                    <a:pt x="1192465" y="1484835"/>
                  </a:lnTo>
                  <a:lnTo>
                    <a:pt x="1192457" y="1484820"/>
                  </a:lnTo>
                  <a:lnTo>
                    <a:pt x="1192453" y="1484806"/>
                  </a:lnTo>
                  <a:lnTo>
                    <a:pt x="1192447" y="1484793"/>
                  </a:lnTo>
                  <a:lnTo>
                    <a:pt x="1192443" y="1484775"/>
                  </a:lnTo>
                  <a:lnTo>
                    <a:pt x="1192434" y="1484755"/>
                  </a:lnTo>
                  <a:lnTo>
                    <a:pt x="1192425" y="1484738"/>
                  </a:lnTo>
                  <a:lnTo>
                    <a:pt x="1192411" y="1484723"/>
                  </a:lnTo>
                  <a:lnTo>
                    <a:pt x="1192397" y="1484711"/>
                  </a:lnTo>
                  <a:lnTo>
                    <a:pt x="1192382" y="1484701"/>
                  </a:lnTo>
                  <a:lnTo>
                    <a:pt x="1192367" y="1484689"/>
                  </a:lnTo>
                  <a:lnTo>
                    <a:pt x="1192352" y="1484681"/>
                  </a:lnTo>
                  <a:lnTo>
                    <a:pt x="1192341" y="1484677"/>
                  </a:lnTo>
                  <a:lnTo>
                    <a:pt x="1192326" y="1484667"/>
                  </a:lnTo>
                  <a:lnTo>
                    <a:pt x="1192294" y="1484657"/>
                  </a:lnTo>
                  <a:lnTo>
                    <a:pt x="1192278" y="1484647"/>
                  </a:lnTo>
                  <a:lnTo>
                    <a:pt x="1192257" y="1484633"/>
                  </a:lnTo>
                  <a:lnTo>
                    <a:pt x="1192237" y="1484618"/>
                  </a:lnTo>
                  <a:lnTo>
                    <a:pt x="1192220" y="1484593"/>
                  </a:lnTo>
                  <a:lnTo>
                    <a:pt x="1192194" y="1484563"/>
                  </a:lnTo>
                  <a:lnTo>
                    <a:pt x="1192167" y="1484536"/>
                  </a:lnTo>
                  <a:lnTo>
                    <a:pt x="1192137" y="1484516"/>
                  </a:lnTo>
                  <a:lnTo>
                    <a:pt x="1192107" y="1484491"/>
                  </a:lnTo>
                  <a:lnTo>
                    <a:pt x="1192077" y="1484467"/>
                  </a:lnTo>
                  <a:lnTo>
                    <a:pt x="1192047" y="1484449"/>
                  </a:lnTo>
                  <a:lnTo>
                    <a:pt x="1192017" y="1484435"/>
                  </a:lnTo>
                  <a:lnTo>
                    <a:pt x="1192009" y="1484430"/>
                  </a:lnTo>
                  <a:lnTo>
                    <a:pt x="1191987" y="1484422"/>
                  </a:lnTo>
                  <a:lnTo>
                    <a:pt x="1191972" y="1484416"/>
                  </a:lnTo>
                  <a:lnTo>
                    <a:pt x="1191956" y="1484413"/>
                  </a:lnTo>
                  <a:lnTo>
                    <a:pt x="1191927" y="1484417"/>
                  </a:lnTo>
                  <a:lnTo>
                    <a:pt x="1191921" y="1484422"/>
                  </a:lnTo>
                  <a:lnTo>
                    <a:pt x="1191877" y="1484395"/>
                  </a:lnTo>
                  <a:lnTo>
                    <a:pt x="1191851" y="1484361"/>
                  </a:lnTo>
                  <a:lnTo>
                    <a:pt x="1191842" y="1484352"/>
                  </a:lnTo>
                  <a:lnTo>
                    <a:pt x="1191824" y="1484346"/>
                  </a:lnTo>
                  <a:lnTo>
                    <a:pt x="1191803" y="1484340"/>
                  </a:lnTo>
                  <a:lnTo>
                    <a:pt x="1191794" y="1484334"/>
                  </a:lnTo>
                  <a:lnTo>
                    <a:pt x="1191788" y="1484327"/>
                  </a:lnTo>
                  <a:lnTo>
                    <a:pt x="1191778" y="1484303"/>
                  </a:lnTo>
                  <a:lnTo>
                    <a:pt x="1191774" y="1484290"/>
                  </a:lnTo>
                  <a:lnTo>
                    <a:pt x="1191763" y="1484272"/>
                  </a:lnTo>
                  <a:lnTo>
                    <a:pt x="1191734" y="1484241"/>
                  </a:lnTo>
                  <a:lnTo>
                    <a:pt x="1191706" y="1484211"/>
                  </a:lnTo>
                  <a:lnTo>
                    <a:pt x="1191676" y="1484182"/>
                  </a:lnTo>
                  <a:lnTo>
                    <a:pt x="1191653" y="1484151"/>
                  </a:lnTo>
                  <a:lnTo>
                    <a:pt x="1191634" y="1484120"/>
                  </a:lnTo>
                  <a:lnTo>
                    <a:pt x="1191611" y="1484090"/>
                  </a:lnTo>
                  <a:lnTo>
                    <a:pt x="1191584" y="1484063"/>
                  </a:lnTo>
                  <a:lnTo>
                    <a:pt x="1191553" y="1484037"/>
                  </a:lnTo>
                  <a:lnTo>
                    <a:pt x="1191523" y="1484011"/>
                  </a:lnTo>
                  <a:lnTo>
                    <a:pt x="1191493" y="1484010"/>
                  </a:lnTo>
                  <a:lnTo>
                    <a:pt x="1191469" y="1484022"/>
                  </a:lnTo>
                  <a:lnTo>
                    <a:pt x="1191463" y="1484022"/>
                  </a:lnTo>
                  <a:lnTo>
                    <a:pt x="1191456" y="1484025"/>
                  </a:lnTo>
                  <a:lnTo>
                    <a:pt x="1191439" y="1484019"/>
                  </a:lnTo>
                  <a:lnTo>
                    <a:pt x="1191431" y="1484010"/>
                  </a:lnTo>
                  <a:lnTo>
                    <a:pt x="1191424" y="1483982"/>
                  </a:lnTo>
                  <a:lnTo>
                    <a:pt x="1191426" y="1483958"/>
                  </a:lnTo>
                  <a:lnTo>
                    <a:pt x="1191430" y="1483950"/>
                  </a:lnTo>
                  <a:lnTo>
                    <a:pt x="1191438" y="1483920"/>
                  </a:lnTo>
                  <a:lnTo>
                    <a:pt x="1191438" y="1483888"/>
                  </a:lnTo>
                  <a:lnTo>
                    <a:pt x="1191443" y="1483872"/>
                  </a:lnTo>
                  <a:lnTo>
                    <a:pt x="1191447" y="1483862"/>
                  </a:lnTo>
                  <a:lnTo>
                    <a:pt x="1191449" y="1483853"/>
                  </a:lnTo>
                  <a:lnTo>
                    <a:pt x="1191447" y="1483843"/>
                  </a:lnTo>
                  <a:lnTo>
                    <a:pt x="1191411" y="1483802"/>
                  </a:lnTo>
                  <a:lnTo>
                    <a:pt x="1191405" y="1483792"/>
                  </a:lnTo>
                  <a:lnTo>
                    <a:pt x="1191401" y="1483783"/>
                  </a:lnTo>
                  <a:lnTo>
                    <a:pt x="1191399" y="1483765"/>
                  </a:lnTo>
                  <a:lnTo>
                    <a:pt x="1191401" y="1483758"/>
                  </a:lnTo>
                  <a:lnTo>
                    <a:pt x="1191411" y="1483743"/>
                  </a:lnTo>
                  <a:lnTo>
                    <a:pt x="1191427" y="1483712"/>
                  </a:lnTo>
                  <a:lnTo>
                    <a:pt x="1191432" y="1483697"/>
                  </a:lnTo>
                  <a:lnTo>
                    <a:pt x="1191435" y="1483681"/>
                  </a:lnTo>
                  <a:lnTo>
                    <a:pt x="1191430" y="1483671"/>
                  </a:lnTo>
                  <a:lnTo>
                    <a:pt x="1191412" y="1483650"/>
                  </a:lnTo>
                  <a:lnTo>
                    <a:pt x="1191383" y="1483634"/>
                  </a:lnTo>
                  <a:lnTo>
                    <a:pt x="1191372" y="1483626"/>
                  </a:lnTo>
                  <a:lnTo>
                    <a:pt x="1191352" y="1483618"/>
                  </a:lnTo>
                  <a:lnTo>
                    <a:pt x="1191327" y="1483612"/>
                  </a:lnTo>
                  <a:lnTo>
                    <a:pt x="1191309" y="1483638"/>
                  </a:lnTo>
                  <a:lnTo>
                    <a:pt x="1191294" y="1483669"/>
                  </a:lnTo>
                  <a:lnTo>
                    <a:pt x="1191282" y="1483700"/>
                  </a:lnTo>
                  <a:lnTo>
                    <a:pt x="1191282" y="1483706"/>
                  </a:lnTo>
                  <a:lnTo>
                    <a:pt x="1191276" y="1483719"/>
                  </a:lnTo>
                  <a:lnTo>
                    <a:pt x="1191267" y="1483730"/>
                  </a:lnTo>
                  <a:lnTo>
                    <a:pt x="1191263" y="1483733"/>
                  </a:lnTo>
                  <a:lnTo>
                    <a:pt x="1191237" y="1483731"/>
                  </a:lnTo>
                  <a:lnTo>
                    <a:pt x="1191207" y="1483725"/>
                  </a:lnTo>
                  <a:lnTo>
                    <a:pt x="1191177" y="1483719"/>
                  </a:lnTo>
                  <a:lnTo>
                    <a:pt x="1191147" y="1483713"/>
                  </a:lnTo>
                  <a:lnTo>
                    <a:pt x="1191138" y="1483713"/>
                  </a:lnTo>
                  <a:lnTo>
                    <a:pt x="1191132" y="1483709"/>
                  </a:lnTo>
                  <a:lnTo>
                    <a:pt x="1191116" y="1483706"/>
                  </a:lnTo>
                  <a:lnTo>
                    <a:pt x="1191087" y="1483698"/>
                  </a:lnTo>
                  <a:lnTo>
                    <a:pt x="1191056" y="1483687"/>
                  </a:lnTo>
                  <a:lnTo>
                    <a:pt x="1191026" y="1483669"/>
                  </a:lnTo>
                  <a:lnTo>
                    <a:pt x="1190996" y="1483648"/>
                  </a:lnTo>
                  <a:lnTo>
                    <a:pt x="1190981" y="1483637"/>
                  </a:lnTo>
                  <a:lnTo>
                    <a:pt x="1190966" y="1483623"/>
                  </a:lnTo>
                  <a:lnTo>
                    <a:pt x="1190957" y="1483613"/>
                  </a:lnTo>
                  <a:lnTo>
                    <a:pt x="1190944" y="1483592"/>
                  </a:lnTo>
                  <a:lnTo>
                    <a:pt x="1190936" y="1483580"/>
                  </a:lnTo>
                  <a:lnTo>
                    <a:pt x="1190920" y="1483565"/>
                  </a:lnTo>
                  <a:lnTo>
                    <a:pt x="1190889" y="1483541"/>
                  </a:lnTo>
                  <a:lnTo>
                    <a:pt x="1190868" y="1483528"/>
                  </a:lnTo>
                  <a:lnTo>
                    <a:pt x="1190858" y="1483528"/>
                  </a:lnTo>
                  <a:lnTo>
                    <a:pt x="1190831" y="1483533"/>
                  </a:lnTo>
                  <a:lnTo>
                    <a:pt x="1190831" y="1483519"/>
                  </a:lnTo>
                  <a:lnTo>
                    <a:pt x="1190831" y="1483507"/>
                  </a:lnTo>
                  <a:lnTo>
                    <a:pt x="1190832" y="1483488"/>
                  </a:lnTo>
                  <a:lnTo>
                    <a:pt x="1190836" y="1483451"/>
                  </a:lnTo>
                  <a:lnTo>
                    <a:pt x="1190837" y="1483442"/>
                  </a:lnTo>
                  <a:lnTo>
                    <a:pt x="1190834" y="1483419"/>
                  </a:lnTo>
                  <a:lnTo>
                    <a:pt x="1190824" y="1483389"/>
                  </a:lnTo>
                  <a:lnTo>
                    <a:pt x="1190812" y="1483359"/>
                  </a:lnTo>
                  <a:lnTo>
                    <a:pt x="1190807" y="1483328"/>
                  </a:lnTo>
                  <a:lnTo>
                    <a:pt x="1190809" y="1483297"/>
                  </a:lnTo>
                  <a:lnTo>
                    <a:pt x="1190813" y="1483266"/>
                  </a:lnTo>
                  <a:lnTo>
                    <a:pt x="1190821" y="1483236"/>
                  </a:lnTo>
                  <a:lnTo>
                    <a:pt x="1190825" y="1483205"/>
                  </a:lnTo>
                  <a:lnTo>
                    <a:pt x="1190828" y="1483174"/>
                  </a:lnTo>
                  <a:lnTo>
                    <a:pt x="1190833" y="1483143"/>
                  </a:lnTo>
                  <a:lnTo>
                    <a:pt x="1190835" y="1483112"/>
                  </a:lnTo>
                  <a:lnTo>
                    <a:pt x="1190836" y="1483070"/>
                  </a:lnTo>
                  <a:lnTo>
                    <a:pt x="1190799" y="1483041"/>
                  </a:lnTo>
                  <a:lnTo>
                    <a:pt x="1190756" y="1483009"/>
                  </a:lnTo>
                  <a:lnTo>
                    <a:pt x="1190703" y="1482989"/>
                  </a:lnTo>
                  <a:lnTo>
                    <a:pt x="1190692" y="1482985"/>
                  </a:lnTo>
                  <a:lnTo>
                    <a:pt x="1190673" y="1482969"/>
                  </a:lnTo>
                  <a:lnTo>
                    <a:pt x="1190643" y="1482944"/>
                  </a:lnTo>
                  <a:lnTo>
                    <a:pt x="1190614" y="1482915"/>
                  </a:lnTo>
                  <a:lnTo>
                    <a:pt x="1190605" y="1482910"/>
                  </a:lnTo>
                  <a:lnTo>
                    <a:pt x="1190589" y="1482886"/>
                  </a:lnTo>
                  <a:lnTo>
                    <a:pt x="1190564" y="1482858"/>
                  </a:lnTo>
                  <a:lnTo>
                    <a:pt x="1190550" y="1482851"/>
                  </a:lnTo>
                  <a:lnTo>
                    <a:pt x="1190534" y="1482846"/>
                  </a:lnTo>
                  <a:lnTo>
                    <a:pt x="1190504" y="1482846"/>
                  </a:lnTo>
                  <a:lnTo>
                    <a:pt x="1190474" y="1482858"/>
                  </a:lnTo>
                  <a:lnTo>
                    <a:pt x="1190444" y="1482879"/>
                  </a:lnTo>
                  <a:lnTo>
                    <a:pt x="1190438" y="1482885"/>
                  </a:lnTo>
                  <a:lnTo>
                    <a:pt x="1190412" y="1482899"/>
                  </a:lnTo>
                  <a:lnTo>
                    <a:pt x="1190399" y="1482903"/>
                  </a:lnTo>
                  <a:lnTo>
                    <a:pt x="1190385" y="1482905"/>
                  </a:lnTo>
                  <a:lnTo>
                    <a:pt x="1190372" y="1482906"/>
                  </a:lnTo>
                  <a:lnTo>
                    <a:pt x="1190350" y="1482904"/>
                  </a:lnTo>
                  <a:lnTo>
                    <a:pt x="1190324" y="1482902"/>
                  </a:lnTo>
                  <a:lnTo>
                    <a:pt x="1190294" y="1482898"/>
                  </a:lnTo>
                  <a:lnTo>
                    <a:pt x="1190264" y="1482899"/>
                  </a:lnTo>
                  <a:lnTo>
                    <a:pt x="1190233" y="1482920"/>
                  </a:lnTo>
                  <a:lnTo>
                    <a:pt x="1190220" y="1482929"/>
                  </a:lnTo>
                  <a:lnTo>
                    <a:pt x="1190213" y="1482936"/>
                  </a:lnTo>
                  <a:lnTo>
                    <a:pt x="1190201" y="1482939"/>
                  </a:lnTo>
                  <a:lnTo>
                    <a:pt x="1190194" y="1482939"/>
                  </a:lnTo>
                  <a:lnTo>
                    <a:pt x="1190187" y="1482939"/>
                  </a:lnTo>
                  <a:lnTo>
                    <a:pt x="1190179" y="1482936"/>
                  </a:lnTo>
                  <a:lnTo>
                    <a:pt x="1190172" y="1482933"/>
                  </a:lnTo>
                  <a:lnTo>
                    <a:pt x="1190164" y="1482930"/>
                  </a:lnTo>
                  <a:lnTo>
                    <a:pt x="1190157" y="1482929"/>
                  </a:lnTo>
                  <a:lnTo>
                    <a:pt x="1190149" y="1482930"/>
                  </a:lnTo>
                  <a:lnTo>
                    <a:pt x="1190138" y="1482933"/>
                  </a:lnTo>
                  <a:lnTo>
                    <a:pt x="1190125" y="1482940"/>
                  </a:lnTo>
                  <a:lnTo>
                    <a:pt x="1190114" y="1482946"/>
                  </a:lnTo>
                  <a:lnTo>
                    <a:pt x="1190099" y="1482954"/>
                  </a:lnTo>
                  <a:lnTo>
                    <a:pt x="1190084" y="1482964"/>
                  </a:lnTo>
                  <a:lnTo>
                    <a:pt x="1190076" y="1482970"/>
                  </a:lnTo>
                  <a:lnTo>
                    <a:pt x="1190060" y="1482992"/>
                  </a:lnTo>
                  <a:lnTo>
                    <a:pt x="1190044" y="1483023"/>
                  </a:lnTo>
                  <a:lnTo>
                    <a:pt x="1190042" y="1483032"/>
                  </a:lnTo>
                  <a:lnTo>
                    <a:pt x="1190028" y="1483054"/>
                  </a:lnTo>
                  <a:lnTo>
                    <a:pt x="1190004" y="1483085"/>
                  </a:lnTo>
                  <a:lnTo>
                    <a:pt x="1189978" y="1483112"/>
                  </a:lnTo>
                  <a:lnTo>
                    <a:pt x="1189971" y="1483118"/>
                  </a:lnTo>
                  <a:lnTo>
                    <a:pt x="1189960" y="1483125"/>
                  </a:lnTo>
                  <a:lnTo>
                    <a:pt x="1189947" y="1483127"/>
                  </a:lnTo>
                  <a:lnTo>
                    <a:pt x="1189936" y="1483127"/>
                  </a:lnTo>
                  <a:lnTo>
                    <a:pt x="1189918" y="1483115"/>
                  </a:lnTo>
                  <a:lnTo>
                    <a:pt x="1189890" y="1483084"/>
                  </a:lnTo>
                  <a:lnTo>
                    <a:pt x="1189882" y="1483076"/>
                  </a:lnTo>
                  <a:lnTo>
                    <a:pt x="1189860" y="1483063"/>
                  </a:lnTo>
                  <a:lnTo>
                    <a:pt x="1189829" y="1483051"/>
                  </a:lnTo>
                  <a:lnTo>
                    <a:pt x="1189810" y="1483045"/>
                  </a:lnTo>
                  <a:lnTo>
                    <a:pt x="1189800" y="1483045"/>
                  </a:lnTo>
                  <a:lnTo>
                    <a:pt x="1189790" y="1483044"/>
                  </a:lnTo>
                  <a:lnTo>
                    <a:pt x="1189781" y="1483046"/>
                  </a:lnTo>
                  <a:lnTo>
                    <a:pt x="1189769" y="1483049"/>
                  </a:lnTo>
                  <a:lnTo>
                    <a:pt x="1189758" y="1483054"/>
                  </a:lnTo>
                  <a:lnTo>
                    <a:pt x="1189740" y="1483066"/>
                  </a:lnTo>
                  <a:lnTo>
                    <a:pt x="1189730" y="1483073"/>
                  </a:lnTo>
                  <a:lnTo>
                    <a:pt x="1189718" y="1483073"/>
                  </a:lnTo>
                  <a:lnTo>
                    <a:pt x="1189709" y="1483070"/>
                  </a:lnTo>
                  <a:lnTo>
                    <a:pt x="1189680" y="1483049"/>
                  </a:lnTo>
                  <a:lnTo>
                    <a:pt x="1189649" y="1483041"/>
                  </a:lnTo>
                  <a:lnTo>
                    <a:pt x="1189637" y="1483038"/>
                  </a:lnTo>
                  <a:lnTo>
                    <a:pt x="1189619" y="1483023"/>
                  </a:lnTo>
                  <a:lnTo>
                    <a:pt x="1189589" y="1483006"/>
                  </a:lnTo>
                  <a:lnTo>
                    <a:pt x="1189581" y="1483006"/>
                  </a:lnTo>
                  <a:lnTo>
                    <a:pt x="1189559" y="1482999"/>
                  </a:lnTo>
                  <a:lnTo>
                    <a:pt x="1189529" y="1482996"/>
                  </a:lnTo>
                  <a:lnTo>
                    <a:pt x="1189499" y="1482996"/>
                  </a:lnTo>
                  <a:lnTo>
                    <a:pt x="1189466" y="1482989"/>
                  </a:lnTo>
                  <a:lnTo>
                    <a:pt x="1189446" y="1482991"/>
                  </a:lnTo>
                  <a:lnTo>
                    <a:pt x="1189427" y="1482991"/>
                  </a:lnTo>
                  <a:lnTo>
                    <a:pt x="1189415" y="1482994"/>
                  </a:lnTo>
                  <a:lnTo>
                    <a:pt x="1189395" y="1483001"/>
                  </a:lnTo>
                  <a:lnTo>
                    <a:pt x="1189379" y="1483009"/>
                  </a:lnTo>
                  <a:lnTo>
                    <a:pt x="1189357" y="1483024"/>
                  </a:lnTo>
                  <a:lnTo>
                    <a:pt x="1189349" y="1483025"/>
                  </a:lnTo>
                  <a:lnTo>
                    <a:pt x="1189304" y="1483048"/>
                  </a:lnTo>
                  <a:lnTo>
                    <a:pt x="1189291" y="1482995"/>
                  </a:lnTo>
                  <a:lnTo>
                    <a:pt x="1189291" y="1482985"/>
                  </a:lnTo>
                  <a:lnTo>
                    <a:pt x="1189292" y="1482979"/>
                  </a:lnTo>
                  <a:lnTo>
                    <a:pt x="1189307" y="1482964"/>
                  </a:lnTo>
                  <a:lnTo>
                    <a:pt x="1189312" y="1482958"/>
                  </a:lnTo>
                  <a:lnTo>
                    <a:pt x="1189326" y="1482941"/>
                  </a:lnTo>
                  <a:lnTo>
                    <a:pt x="1189336" y="1482926"/>
                  </a:lnTo>
                  <a:lnTo>
                    <a:pt x="1189345" y="1482910"/>
                  </a:lnTo>
                  <a:lnTo>
                    <a:pt x="1189354" y="1482892"/>
                  </a:lnTo>
                  <a:lnTo>
                    <a:pt x="1189363" y="1482864"/>
                  </a:lnTo>
                  <a:lnTo>
                    <a:pt x="1189370" y="1482845"/>
                  </a:lnTo>
                  <a:lnTo>
                    <a:pt x="1189372" y="1482836"/>
                  </a:lnTo>
                  <a:lnTo>
                    <a:pt x="1189372" y="1482828"/>
                  </a:lnTo>
                  <a:lnTo>
                    <a:pt x="1189371" y="1482822"/>
                  </a:lnTo>
                  <a:lnTo>
                    <a:pt x="1189363" y="1482814"/>
                  </a:lnTo>
                  <a:lnTo>
                    <a:pt x="1189357" y="1482808"/>
                  </a:lnTo>
                  <a:lnTo>
                    <a:pt x="1189354" y="1482801"/>
                  </a:lnTo>
                  <a:lnTo>
                    <a:pt x="1189349" y="1482793"/>
                  </a:lnTo>
                  <a:lnTo>
                    <a:pt x="1189345" y="1482779"/>
                  </a:lnTo>
                  <a:lnTo>
                    <a:pt x="1189350" y="1482748"/>
                  </a:lnTo>
                  <a:lnTo>
                    <a:pt x="1189358" y="1482717"/>
                  </a:lnTo>
                  <a:lnTo>
                    <a:pt x="1189370" y="1482686"/>
                  </a:lnTo>
                  <a:lnTo>
                    <a:pt x="1189372" y="1482656"/>
                  </a:lnTo>
                  <a:lnTo>
                    <a:pt x="1189369" y="1482647"/>
                  </a:lnTo>
                  <a:lnTo>
                    <a:pt x="1189367" y="1482640"/>
                  </a:lnTo>
                  <a:lnTo>
                    <a:pt x="1189350" y="1482630"/>
                  </a:lnTo>
                  <a:lnTo>
                    <a:pt x="1189329" y="1482609"/>
                  </a:lnTo>
                  <a:lnTo>
                    <a:pt x="1189321" y="1482599"/>
                  </a:lnTo>
                  <a:lnTo>
                    <a:pt x="1189304" y="1482560"/>
                  </a:lnTo>
                  <a:lnTo>
                    <a:pt x="1189297" y="1482537"/>
                  </a:lnTo>
                  <a:lnTo>
                    <a:pt x="1189294" y="1482507"/>
                  </a:lnTo>
                  <a:lnTo>
                    <a:pt x="1189294" y="1482494"/>
                  </a:lnTo>
                  <a:lnTo>
                    <a:pt x="1189296" y="1482476"/>
                  </a:lnTo>
                  <a:lnTo>
                    <a:pt x="1189297" y="1482445"/>
                  </a:lnTo>
                  <a:lnTo>
                    <a:pt x="1189299" y="1482414"/>
                  </a:lnTo>
                  <a:lnTo>
                    <a:pt x="1189303" y="1482384"/>
                  </a:lnTo>
                  <a:lnTo>
                    <a:pt x="1189308" y="1482352"/>
                  </a:lnTo>
                  <a:lnTo>
                    <a:pt x="1189309" y="1482322"/>
                  </a:lnTo>
                  <a:lnTo>
                    <a:pt x="1189297" y="1482291"/>
                  </a:lnTo>
                  <a:lnTo>
                    <a:pt x="1189284" y="1482260"/>
                  </a:lnTo>
                  <a:lnTo>
                    <a:pt x="1189271" y="1482229"/>
                  </a:lnTo>
                  <a:lnTo>
                    <a:pt x="1189251" y="1482199"/>
                  </a:lnTo>
                  <a:lnTo>
                    <a:pt x="1189224" y="1482167"/>
                  </a:lnTo>
                  <a:lnTo>
                    <a:pt x="1189221" y="1482155"/>
                  </a:lnTo>
                  <a:lnTo>
                    <a:pt x="1189218" y="1482139"/>
                  </a:lnTo>
                  <a:lnTo>
                    <a:pt x="1189215" y="1482128"/>
                  </a:lnTo>
                  <a:lnTo>
                    <a:pt x="1189212" y="1482114"/>
                  </a:lnTo>
                  <a:lnTo>
                    <a:pt x="1189209" y="1482101"/>
                  </a:lnTo>
                  <a:lnTo>
                    <a:pt x="1189207" y="1482087"/>
                  </a:lnTo>
                  <a:lnTo>
                    <a:pt x="1189203" y="1482076"/>
                  </a:lnTo>
                  <a:lnTo>
                    <a:pt x="1189200" y="1482068"/>
                  </a:lnTo>
                  <a:lnTo>
                    <a:pt x="1189192" y="1482060"/>
                  </a:lnTo>
                  <a:lnTo>
                    <a:pt x="1189186" y="1482056"/>
                  </a:lnTo>
                  <a:lnTo>
                    <a:pt x="1189179" y="1482048"/>
                  </a:lnTo>
                  <a:lnTo>
                    <a:pt x="1189173" y="1482043"/>
                  </a:lnTo>
                  <a:lnTo>
                    <a:pt x="1189163" y="1482033"/>
                  </a:lnTo>
                  <a:lnTo>
                    <a:pt x="1189158" y="1482025"/>
                  </a:lnTo>
                  <a:lnTo>
                    <a:pt x="1189153" y="1482019"/>
                  </a:lnTo>
                  <a:lnTo>
                    <a:pt x="1189148" y="1482007"/>
                  </a:lnTo>
                  <a:lnTo>
                    <a:pt x="1189143" y="1481996"/>
                  </a:lnTo>
                  <a:lnTo>
                    <a:pt x="1189138" y="1481987"/>
                  </a:lnTo>
                  <a:lnTo>
                    <a:pt x="1189124" y="1481956"/>
                  </a:lnTo>
                  <a:lnTo>
                    <a:pt x="1189105" y="1481926"/>
                  </a:lnTo>
                  <a:lnTo>
                    <a:pt x="1189084" y="1481895"/>
                  </a:lnTo>
                  <a:lnTo>
                    <a:pt x="1189069" y="1481883"/>
                  </a:lnTo>
                  <a:lnTo>
                    <a:pt x="1189058" y="1481867"/>
                  </a:lnTo>
                  <a:lnTo>
                    <a:pt x="1189051" y="1481858"/>
                  </a:lnTo>
                  <a:lnTo>
                    <a:pt x="1189044" y="1481836"/>
                  </a:lnTo>
                  <a:lnTo>
                    <a:pt x="1189045" y="1481805"/>
                  </a:lnTo>
                  <a:lnTo>
                    <a:pt x="1189054" y="1481773"/>
                  </a:lnTo>
                  <a:lnTo>
                    <a:pt x="1189053" y="1481743"/>
                  </a:lnTo>
                  <a:lnTo>
                    <a:pt x="1189047" y="1481712"/>
                  </a:lnTo>
                  <a:lnTo>
                    <a:pt x="1189035" y="1481682"/>
                  </a:lnTo>
                  <a:lnTo>
                    <a:pt x="1189041" y="1481651"/>
                  </a:lnTo>
                  <a:lnTo>
                    <a:pt x="1189050" y="1481632"/>
                  </a:lnTo>
                  <a:lnTo>
                    <a:pt x="1189052" y="1481592"/>
                  </a:lnTo>
                  <a:lnTo>
                    <a:pt x="1189045" y="1481577"/>
                  </a:lnTo>
                  <a:lnTo>
                    <a:pt x="1189041" y="1481574"/>
                  </a:lnTo>
                  <a:lnTo>
                    <a:pt x="1189035" y="1481565"/>
                  </a:lnTo>
                  <a:lnTo>
                    <a:pt x="1189031" y="1481554"/>
                  </a:lnTo>
                  <a:lnTo>
                    <a:pt x="1189031" y="1481536"/>
                  </a:lnTo>
                  <a:lnTo>
                    <a:pt x="1189041" y="1481518"/>
                  </a:lnTo>
                  <a:lnTo>
                    <a:pt x="1189050" y="1481498"/>
                  </a:lnTo>
                  <a:lnTo>
                    <a:pt x="1189051" y="1481481"/>
                  </a:lnTo>
                  <a:lnTo>
                    <a:pt x="1189048" y="1481463"/>
                  </a:lnTo>
                  <a:lnTo>
                    <a:pt x="1189047" y="1481449"/>
                  </a:lnTo>
                  <a:lnTo>
                    <a:pt x="1189044" y="1481444"/>
                  </a:lnTo>
                  <a:lnTo>
                    <a:pt x="1189040" y="1481426"/>
                  </a:lnTo>
                  <a:lnTo>
                    <a:pt x="1189032" y="1481407"/>
                  </a:lnTo>
                  <a:lnTo>
                    <a:pt x="1189021" y="1481389"/>
                  </a:lnTo>
                  <a:lnTo>
                    <a:pt x="1189018" y="1481385"/>
                  </a:lnTo>
                  <a:lnTo>
                    <a:pt x="1189010" y="1481370"/>
                  </a:lnTo>
                  <a:lnTo>
                    <a:pt x="1189007" y="1481364"/>
                  </a:lnTo>
                  <a:lnTo>
                    <a:pt x="1189006" y="1481352"/>
                  </a:lnTo>
                  <a:lnTo>
                    <a:pt x="1189011" y="1481333"/>
                  </a:lnTo>
                  <a:lnTo>
                    <a:pt x="1189023" y="1481315"/>
                  </a:lnTo>
                  <a:lnTo>
                    <a:pt x="1189035" y="1481299"/>
                  </a:lnTo>
                  <a:lnTo>
                    <a:pt x="1189042" y="1481288"/>
                  </a:lnTo>
                  <a:lnTo>
                    <a:pt x="1189047" y="1481278"/>
                  </a:lnTo>
                  <a:lnTo>
                    <a:pt x="1189055" y="1481259"/>
                  </a:lnTo>
                  <a:lnTo>
                    <a:pt x="1189059" y="1481251"/>
                  </a:lnTo>
                  <a:lnTo>
                    <a:pt x="1189060" y="1481241"/>
                  </a:lnTo>
                  <a:lnTo>
                    <a:pt x="1189064" y="1481222"/>
                  </a:lnTo>
                  <a:lnTo>
                    <a:pt x="1189069" y="1481204"/>
                  </a:lnTo>
                  <a:lnTo>
                    <a:pt x="1189072" y="1481193"/>
                  </a:lnTo>
                  <a:lnTo>
                    <a:pt x="1189077" y="1481186"/>
                  </a:lnTo>
                  <a:lnTo>
                    <a:pt x="1189085" y="1481167"/>
                  </a:lnTo>
                  <a:lnTo>
                    <a:pt x="1189093" y="1481148"/>
                  </a:lnTo>
                  <a:lnTo>
                    <a:pt x="1189093" y="1481138"/>
                  </a:lnTo>
                  <a:lnTo>
                    <a:pt x="1189090" y="1481130"/>
                  </a:lnTo>
                  <a:lnTo>
                    <a:pt x="1189077" y="1481111"/>
                  </a:lnTo>
                  <a:lnTo>
                    <a:pt x="1189060" y="1481095"/>
                  </a:lnTo>
                  <a:lnTo>
                    <a:pt x="1189044" y="1481078"/>
                  </a:lnTo>
                  <a:lnTo>
                    <a:pt x="1189026" y="1481063"/>
                  </a:lnTo>
                  <a:lnTo>
                    <a:pt x="1189008" y="1481049"/>
                  </a:lnTo>
                  <a:lnTo>
                    <a:pt x="1188990" y="1481038"/>
                  </a:lnTo>
                  <a:lnTo>
                    <a:pt x="1188982" y="1481032"/>
                  </a:lnTo>
                  <a:lnTo>
                    <a:pt x="1188964" y="1481028"/>
                  </a:lnTo>
                  <a:lnTo>
                    <a:pt x="1188947" y="1481024"/>
                  </a:lnTo>
                  <a:lnTo>
                    <a:pt x="1188936" y="1481021"/>
                  </a:lnTo>
                  <a:lnTo>
                    <a:pt x="1188918" y="1481017"/>
                  </a:lnTo>
                  <a:lnTo>
                    <a:pt x="1188906" y="1481008"/>
                  </a:lnTo>
                  <a:lnTo>
                    <a:pt x="1188901" y="1480995"/>
                  </a:lnTo>
                  <a:lnTo>
                    <a:pt x="1188901" y="1480973"/>
                  </a:lnTo>
                  <a:lnTo>
                    <a:pt x="1188906" y="1480932"/>
                  </a:lnTo>
                  <a:lnTo>
                    <a:pt x="1188906" y="1480923"/>
                  </a:lnTo>
                  <a:lnTo>
                    <a:pt x="1188907" y="1480906"/>
                  </a:lnTo>
                  <a:lnTo>
                    <a:pt x="1188908" y="1480889"/>
                  </a:lnTo>
                  <a:lnTo>
                    <a:pt x="1188905" y="1480834"/>
                  </a:lnTo>
                  <a:lnTo>
                    <a:pt x="1188905" y="1480814"/>
                  </a:lnTo>
                  <a:lnTo>
                    <a:pt x="1188914" y="1480810"/>
                  </a:lnTo>
                  <a:lnTo>
                    <a:pt x="1188934" y="1480800"/>
                  </a:lnTo>
                  <a:lnTo>
                    <a:pt x="1188989" y="1480770"/>
                  </a:lnTo>
                  <a:lnTo>
                    <a:pt x="1189007" y="1480758"/>
                  </a:lnTo>
                  <a:lnTo>
                    <a:pt x="1189014" y="1480753"/>
                  </a:lnTo>
                  <a:lnTo>
                    <a:pt x="1189023" y="1480742"/>
                  </a:lnTo>
                  <a:lnTo>
                    <a:pt x="1189029" y="1480733"/>
                  </a:lnTo>
                  <a:lnTo>
                    <a:pt x="1189030" y="1480723"/>
                  </a:lnTo>
                  <a:lnTo>
                    <a:pt x="1189031" y="1480717"/>
                  </a:lnTo>
                  <a:lnTo>
                    <a:pt x="1189030" y="1480705"/>
                  </a:lnTo>
                  <a:lnTo>
                    <a:pt x="1189029" y="1480696"/>
                  </a:lnTo>
                  <a:lnTo>
                    <a:pt x="1189023" y="1480678"/>
                  </a:lnTo>
                  <a:lnTo>
                    <a:pt x="1189018" y="1480663"/>
                  </a:lnTo>
                  <a:lnTo>
                    <a:pt x="1189013" y="1480650"/>
                  </a:lnTo>
                  <a:lnTo>
                    <a:pt x="1189007" y="1480631"/>
                  </a:lnTo>
                  <a:lnTo>
                    <a:pt x="1189001" y="1480613"/>
                  </a:lnTo>
                  <a:lnTo>
                    <a:pt x="1188993" y="1480594"/>
                  </a:lnTo>
                  <a:lnTo>
                    <a:pt x="1188986" y="1480579"/>
                  </a:lnTo>
                  <a:lnTo>
                    <a:pt x="1188975" y="1480561"/>
                  </a:lnTo>
                  <a:lnTo>
                    <a:pt x="1188971" y="1480554"/>
                  </a:lnTo>
                  <a:lnTo>
                    <a:pt x="1188957" y="1480540"/>
                  </a:lnTo>
                  <a:lnTo>
                    <a:pt x="1188939" y="1480527"/>
                  </a:lnTo>
                  <a:lnTo>
                    <a:pt x="1188921" y="1480519"/>
                  </a:lnTo>
                  <a:lnTo>
                    <a:pt x="1188910" y="1480515"/>
                  </a:lnTo>
                  <a:lnTo>
                    <a:pt x="1188897" y="1480513"/>
                  </a:lnTo>
                  <a:lnTo>
                    <a:pt x="1188885" y="1480514"/>
                  </a:lnTo>
                  <a:lnTo>
                    <a:pt x="1188878" y="1480514"/>
                  </a:lnTo>
                  <a:lnTo>
                    <a:pt x="1188867" y="1480511"/>
                  </a:lnTo>
                  <a:lnTo>
                    <a:pt x="1188849" y="1480504"/>
                  </a:lnTo>
                  <a:lnTo>
                    <a:pt x="1188831" y="1480493"/>
                  </a:lnTo>
                  <a:lnTo>
                    <a:pt x="1188813" y="1480481"/>
                  </a:lnTo>
                  <a:lnTo>
                    <a:pt x="1188795" y="1480468"/>
                  </a:lnTo>
                  <a:lnTo>
                    <a:pt x="1188777" y="1480453"/>
                  </a:lnTo>
                  <a:lnTo>
                    <a:pt x="1188759" y="1480438"/>
                  </a:lnTo>
                  <a:lnTo>
                    <a:pt x="1188744" y="1480421"/>
                  </a:lnTo>
                  <a:lnTo>
                    <a:pt x="1188732" y="1480402"/>
                  </a:lnTo>
                  <a:lnTo>
                    <a:pt x="1188728" y="1480384"/>
                  </a:lnTo>
                  <a:lnTo>
                    <a:pt x="1188728" y="1480374"/>
                  </a:lnTo>
                  <a:lnTo>
                    <a:pt x="1188731" y="1480357"/>
                  </a:lnTo>
                  <a:lnTo>
                    <a:pt x="1188737" y="1480347"/>
                  </a:lnTo>
                  <a:lnTo>
                    <a:pt x="1188745" y="1480329"/>
                  </a:lnTo>
                  <a:lnTo>
                    <a:pt x="1188748" y="1480321"/>
                  </a:lnTo>
                  <a:lnTo>
                    <a:pt x="1188749" y="1480310"/>
                  </a:lnTo>
                  <a:lnTo>
                    <a:pt x="1188750" y="1480292"/>
                  </a:lnTo>
                  <a:lnTo>
                    <a:pt x="1188747" y="1480273"/>
                  </a:lnTo>
                  <a:lnTo>
                    <a:pt x="1188740" y="1480255"/>
                  </a:lnTo>
                  <a:lnTo>
                    <a:pt x="1188736" y="1480236"/>
                  </a:lnTo>
                  <a:lnTo>
                    <a:pt x="1188733" y="1480228"/>
                  </a:lnTo>
                  <a:lnTo>
                    <a:pt x="1188733" y="1480218"/>
                  </a:lnTo>
                  <a:lnTo>
                    <a:pt x="1188736" y="1480197"/>
                  </a:lnTo>
                  <a:lnTo>
                    <a:pt x="1188734" y="1480181"/>
                  </a:lnTo>
                  <a:lnTo>
                    <a:pt x="1188727" y="1480162"/>
                  </a:lnTo>
                  <a:lnTo>
                    <a:pt x="1188721" y="1480144"/>
                  </a:lnTo>
                  <a:lnTo>
                    <a:pt x="1188716" y="1480125"/>
                  </a:lnTo>
                  <a:lnTo>
                    <a:pt x="1188715" y="1480117"/>
                  </a:lnTo>
                  <a:lnTo>
                    <a:pt x="1188716" y="1480107"/>
                  </a:lnTo>
                  <a:lnTo>
                    <a:pt x="1188709" y="1480089"/>
                  </a:lnTo>
                  <a:lnTo>
                    <a:pt x="1188699" y="1480070"/>
                  </a:lnTo>
                  <a:lnTo>
                    <a:pt x="1188698" y="1480065"/>
                  </a:lnTo>
                  <a:lnTo>
                    <a:pt x="1188688" y="1480051"/>
                  </a:lnTo>
                  <a:lnTo>
                    <a:pt x="1188670" y="1480033"/>
                  </a:lnTo>
                  <a:lnTo>
                    <a:pt x="1188653" y="1480017"/>
                  </a:lnTo>
                  <a:lnTo>
                    <a:pt x="1188641" y="1480006"/>
                  </a:lnTo>
                  <a:lnTo>
                    <a:pt x="1188598" y="1479952"/>
                  </a:lnTo>
                  <a:lnTo>
                    <a:pt x="1188594" y="1479934"/>
                  </a:lnTo>
                  <a:lnTo>
                    <a:pt x="1188595" y="1479923"/>
                  </a:lnTo>
                  <a:lnTo>
                    <a:pt x="1188599" y="1479915"/>
                  </a:lnTo>
                  <a:lnTo>
                    <a:pt x="1188608" y="1479896"/>
                  </a:lnTo>
                  <a:lnTo>
                    <a:pt x="1188619" y="1479878"/>
                  </a:lnTo>
                  <a:lnTo>
                    <a:pt x="1188625" y="1479859"/>
                  </a:lnTo>
                  <a:lnTo>
                    <a:pt x="1188625" y="1479847"/>
                  </a:lnTo>
                  <a:lnTo>
                    <a:pt x="1188622" y="1479833"/>
                  </a:lnTo>
                  <a:lnTo>
                    <a:pt x="1188640" y="1479819"/>
                  </a:lnTo>
                  <a:lnTo>
                    <a:pt x="1188651" y="1479807"/>
                  </a:lnTo>
                  <a:lnTo>
                    <a:pt x="1188660" y="1479796"/>
                  </a:lnTo>
                  <a:lnTo>
                    <a:pt x="1188663" y="1479785"/>
                  </a:lnTo>
                  <a:lnTo>
                    <a:pt x="1188666" y="1479770"/>
                  </a:lnTo>
                  <a:lnTo>
                    <a:pt x="1188667" y="1479751"/>
                  </a:lnTo>
                  <a:lnTo>
                    <a:pt x="1188667" y="1479737"/>
                  </a:lnTo>
                  <a:lnTo>
                    <a:pt x="1188664" y="1479715"/>
                  </a:lnTo>
                  <a:lnTo>
                    <a:pt x="1188661" y="1479701"/>
                  </a:lnTo>
                  <a:lnTo>
                    <a:pt x="1188656" y="1479693"/>
                  </a:lnTo>
                  <a:lnTo>
                    <a:pt x="1188652" y="1479684"/>
                  </a:lnTo>
                  <a:lnTo>
                    <a:pt x="1188647" y="1479676"/>
                  </a:lnTo>
                  <a:lnTo>
                    <a:pt x="1188639" y="1479661"/>
                  </a:lnTo>
                  <a:lnTo>
                    <a:pt x="1188629" y="1479629"/>
                  </a:lnTo>
                  <a:lnTo>
                    <a:pt x="1188627" y="1479619"/>
                  </a:lnTo>
                  <a:lnTo>
                    <a:pt x="1188626" y="1479604"/>
                  </a:lnTo>
                  <a:lnTo>
                    <a:pt x="1188626" y="1479583"/>
                  </a:lnTo>
                  <a:lnTo>
                    <a:pt x="1188628" y="1479561"/>
                  </a:lnTo>
                  <a:lnTo>
                    <a:pt x="1188631" y="1479541"/>
                  </a:lnTo>
                  <a:lnTo>
                    <a:pt x="1188635" y="1479513"/>
                  </a:lnTo>
                  <a:lnTo>
                    <a:pt x="1188643" y="1479476"/>
                  </a:lnTo>
                  <a:lnTo>
                    <a:pt x="1188649" y="1479448"/>
                  </a:lnTo>
                  <a:lnTo>
                    <a:pt x="1188655" y="1479424"/>
                  </a:lnTo>
                  <a:lnTo>
                    <a:pt x="1188660" y="1479402"/>
                  </a:lnTo>
                  <a:lnTo>
                    <a:pt x="1188663" y="1479386"/>
                  </a:lnTo>
                  <a:lnTo>
                    <a:pt x="1188666" y="1479371"/>
                  </a:lnTo>
                  <a:lnTo>
                    <a:pt x="1188668" y="1479358"/>
                  </a:lnTo>
                  <a:lnTo>
                    <a:pt x="1188670" y="1479340"/>
                  </a:lnTo>
                  <a:lnTo>
                    <a:pt x="1188674" y="1479321"/>
                  </a:lnTo>
                  <a:lnTo>
                    <a:pt x="1188676" y="1479302"/>
                  </a:lnTo>
                  <a:lnTo>
                    <a:pt x="1188679" y="1479284"/>
                  </a:lnTo>
                  <a:lnTo>
                    <a:pt x="1188680" y="1479265"/>
                  </a:lnTo>
                  <a:lnTo>
                    <a:pt x="1188680" y="1479247"/>
                  </a:lnTo>
                  <a:lnTo>
                    <a:pt x="1188679" y="1479228"/>
                  </a:lnTo>
                  <a:lnTo>
                    <a:pt x="1188676" y="1479210"/>
                  </a:lnTo>
                  <a:lnTo>
                    <a:pt x="1188675" y="1479192"/>
                  </a:lnTo>
                  <a:lnTo>
                    <a:pt x="1188671" y="1479173"/>
                  </a:lnTo>
                  <a:lnTo>
                    <a:pt x="1188670" y="1479163"/>
                  </a:lnTo>
                  <a:lnTo>
                    <a:pt x="1188666" y="1479155"/>
                  </a:lnTo>
                  <a:lnTo>
                    <a:pt x="1188661" y="1479136"/>
                  </a:lnTo>
                  <a:lnTo>
                    <a:pt x="1188657" y="1479124"/>
                  </a:lnTo>
                  <a:lnTo>
                    <a:pt x="1188652" y="1479118"/>
                  </a:lnTo>
                  <a:lnTo>
                    <a:pt x="1188619" y="1479088"/>
                  </a:lnTo>
                  <a:lnTo>
                    <a:pt x="1188606" y="1479065"/>
                  </a:lnTo>
                  <a:lnTo>
                    <a:pt x="1188602" y="1479028"/>
                  </a:lnTo>
                  <a:lnTo>
                    <a:pt x="1188596" y="1478966"/>
                  </a:lnTo>
                  <a:lnTo>
                    <a:pt x="1188597" y="1478948"/>
                  </a:lnTo>
                  <a:lnTo>
                    <a:pt x="1188599" y="1478929"/>
                  </a:lnTo>
                  <a:lnTo>
                    <a:pt x="1188607" y="1478911"/>
                  </a:lnTo>
                  <a:lnTo>
                    <a:pt x="1188620" y="1478892"/>
                  </a:lnTo>
                  <a:lnTo>
                    <a:pt x="1188638" y="1478880"/>
                  </a:lnTo>
                  <a:lnTo>
                    <a:pt x="1188656" y="1478870"/>
                  </a:lnTo>
                  <a:lnTo>
                    <a:pt x="1188674" y="1478858"/>
                  </a:lnTo>
                  <a:lnTo>
                    <a:pt x="1188692" y="1478843"/>
                  </a:lnTo>
                  <a:lnTo>
                    <a:pt x="1188701" y="1478835"/>
                  </a:lnTo>
                  <a:lnTo>
                    <a:pt x="1188707" y="1478828"/>
                  </a:lnTo>
                  <a:lnTo>
                    <a:pt x="1188714" y="1478819"/>
                  </a:lnTo>
                  <a:lnTo>
                    <a:pt x="1188719" y="1478810"/>
                  </a:lnTo>
                  <a:lnTo>
                    <a:pt x="1188723" y="1478802"/>
                  </a:lnTo>
                  <a:lnTo>
                    <a:pt x="1188725" y="1478788"/>
                  </a:lnTo>
                  <a:lnTo>
                    <a:pt x="1188724" y="1478777"/>
                  </a:lnTo>
                  <a:lnTo>
                    <a:pt x="1188720" y="1478764"/>
                  </a:lnTo>
                  <a:lnTo>
                    <a:pt x="1188716" y="1478754"/>
                  </a:lnTo>
                  <a:lnTo>
                    <a:pt x="1188706" y="1478735"/>
                  </a:lnTo>
                  <a:lnTo>
                    <a:pt x="1188695" y="1478717"/>
                  </a:lnTo>
                  <a:lnTo>
                    <a:pt x="1188684" y="1478698"/>
                  </a:lnTo>
                  <a:lnTo>
                    <a:pt x="1188673" y="1478683"/>
                  </a:lnTo>
                  <a:lnTo>
                    <a:pt x="1188662" y="1478662"/>
                  </a:lnTo>
                  <a:lnTo>
                    <a:pt x="1188653" y="1478643"/>
                  </a:lnTo>
                  <a:lnTo>
                    <a:pt x="1188638" y="1478615"/>
                  </a:lnTo>
                  <a:lnTo>
                    <a:pt x="1188637" y="1478596"/>
                  </a:lnTo>
                  <a:lnTo>
                    <a:pt x="1188637" y="1478585"/>
                  </a:lnTo>
                  <a:lnTo>
                    <a:pt x="1188636" y="1478564"/>
                  </a:lnTo>
                  <a:lnTo>
                    <a:pt x="1188632" y="1478531"/>
                  </a:lnTo>
                  <a:lnTo>
                    <a:pt x="1188628" y="1478509"/>
                  </a:lnTo>
                  <a:lnTo>
                    <a:pt x="1188626" y="1478475"/>
                  </a:lnTo>
                  <a:lnTo>
                    <a:pt x="1188623" y="1478456"/>
                  </a:lnTo>
                  <a:lnTo>
                    <a:pt x="1188618" y="1478438"/>
                  </a:lnTo>
                  <a:lnTo>
                    <a:pt x="1188610" y="1478416"/>
                  </a:lnTo>
                  <a:lnTo>
                    <a:pt x="1188606" y="1478398"/>
                  </a:lnTo>
                  <a:lnTo>
                    <a:pt x="1188605" y="1478387"/>
                  </a:lnTo>
                  <a:lnTo>
                    <a:pt x="1188601" y="1478351"/>
                  </a:lnTo>
                  <a:lnTo>
                    <a:pt x="1188598" y="1478334"/>
                  </a:lnTo>
                  <a:lnTo>
                    <a:pt x="1188590" y="1478314"/>
                  </a:lnTo>
                  <a:lnTo>
                    <a:pt x="1188581" y="1478295"/>
                  </a:lnTo>
                  <a:lnTo>
                    <a:pt x="1188568" y="1478245"/>
                  </a:lnTo>
                  <a:lnTo>
                    <a:pt x="1188562" y="1478227"/>
                  </a:lnTo>
                  <a:lnTo>
                    <a:pt x="1188556" y="1478214"/>
                  </a:lnTo>
                  <a:lnTo>
                    <a:pt x="1188553" y="1478208"/>
                  </a:lnTo>
                  <a:lnTo>
                    <a:pt x="1188541" y="1478190"/>
                  </a:lnTo>
                  <a:lnTo>
                    <a:pt x="1188525" y="1478172"/>
                  </a:lnTo>
                  <a:lnTo>
                    <a:pt x="1188508" y="1478155"/>
                  </a:lnTo>
                  <a:lnTo>
                    <a:pt x="1188496" y="1478137"/>
                  </a:lnTo>
                  <a:lnTo>
                    <a:pt x="1188485" y="1478124"/>
                  </a:lnTo>
                  <a:lnTo>
                    <a:pt x="1188477" y="1478114"/>
                  </a:lnTo>
                  <a:lnTo>
                    <a:pt x="1188464" y="1478096"/>
                  </a:lnTo>
                  <a:lnTo>
                    <a:pt x="1188456" y="1478083"/>
                  </a:lnTo>
                  <a:lnTo>
                    <a:pt x="1188451" y="1478079"/>
                  </a:lnTo>
                  <a:lnTo>
                    <a:pt x="1188438" y="1478073"/>
                  </a:lnTo>
                  <a:lnTo>
                    <a:pt x="1188420" y="1478071"/>
                  </a:lnTo>
                  <a:lnTo>
                    <a:pt x="1188402" y="1478070"/>
                  </a:lnTo>
                  <a:lnTo>
                    <a:pt x="1188395" y="1478067"/>
                  </a:lnTo>
                  <a:lnTo>
                    <a:pt x="1188384" y="1478058"/>
                  </a:lnTo>
                  <a:lnTo>
                    <a:pt x="1188375" y="1478040"/>
                  </a:lnTo>
                  <a:lnTo>
                    <a:pt x="1188371" y="1478022"/>
                  </a:lnTo>
                  <a:lnTo>
                    <a:pt x="1188364" y="1477880"/>
                  </a:lnTo>
                  <a:lnTo>
                    <a:pt x="1188362" y="1477871"/>
                  </a:lnTo>
                  <a:lnTo>
                    <a:pt x="1188352" y="1477855"/>
                  </a:lnTo>
                  <a:lnTo>
                    <a:pt x="1188345" y="1477840"/>
                  </a:lnTo>
                  <a:lnTo>
                    <a:pt x="1188338" y="1477825"/>
                  </a:lnTo>
                  <a:lnTo>
                    <a:pt x="1188328" y="1477805"/>
                  </a:lnTo>
                  <a:lnTo>
                    <a:pt x="1188321" y="1477794"/>
                  </a:lnTo>
                  <a:lnTo>
                    <a:pt x="1188318" y="1477786"/>
                  </a:lnTo>
                  <a:lnTo>
                    <a:pt x="1188308" y="1477768"/>
                  </a:lnTo>
                  <a:lnTo>
                    <a:pt x="1188301" y="1477750"/>
                  </a:lnTo>
                  <a:lnTo>
                    <a:pt x="1188298" y="1477745"/>
                  </a:lnTo>
                  <a:lnTo>
                    <a:pt x="1188293" y="1477731"/>
                  </a:lnTo>
                  <a:lnTo>
                    <a:pt x="1188286" y="1477714"/>
                  </a:lnTo>
                  <a:lnTo>
                    <a:pt x="1188281" y="1477703"/>
                  </a:lnTo>
                  <a:lnTo>
                    <a:pt x="1188273" y="1477677"/>
                  </a:lnTo>
                  <a:lnTo>
                    <a:pt x="1188268" y="1477659"/>
                  </a:lnTo>
                  <a:lnTo>
                    <a:pt x="1188264" y="1477642"/>
                  </a:lnTo>
                  <a:lnTo>
                    <a:pt x="1188261" y="1477621"/>
                  </a:lnTo>
                  <a:lnTo>
                    <a:pt x="1188259" y="1477600"/>
                  </a:lnTo>
                  <a:lnTo>
                    <a:pt x="1188259" y="1477579"/>
                  </a:lnTo>
                  <a:lnTo>
                    <a:pt x="1188260" y="1477555"/>
                  </a:lnTo>
                  <a:lnTo>
                    <a:pt x="1188257" y="1477548"/>
                  </a:lnTo>
                  <a:lnTo>
                    <a:pt x="1188248" y="1477534"/>
                  </a:lnTo>
                  <a:lnTo>
                    <a:pt x="1188240" y="1477534"/>
                  </a:lnTo>
                  <a:lnTo>
                    <a:pt x="1188233" y="1477538"/>
                  </a:lnTo>
                  <a:lnTo>
                    <a:pt x="1188220" y="1477551"/>
                  </a:lnTo>
                  <a:lnTo>
                    <a:pt x="1188206" y="1477567"/>
                  </a:lnTo>
                  <a:lnTo>
                    <a:pt x="1188199" y="1477575"/>
                  </a:lnTo>
                  <a:lnTo>
                    <a:pt x="1188147" y="1477615"/>
                  </a:lnTo>
                  <a:lnTo>
                    <a:pt x="1188129" y="1477627"/>
                  </a:lnTo>
                  <a:lnTo>
                    <a:pt x="1188111" y="1477638"/>
                  </a:lnTo>
                  <a:lnTo>
                    <a:pt x="1188091" y="1477651"/>
                  </a:lnTo>
                  <a:lnTo>
                    <a:pt x="1188076" y="1477664"/>
                  </a:lnTo>
                  <a:lnTo>
                    <a:pt x="1188058" y="1477678"/>
                  </a:lnTo>
                  <a:lnTo>
                    <a:pt x="1188042" y="1477693"/>
                  </a:lnTo>
                  <a:lnTo>
                    <a:pt x="1188025" y="1477705"/>
                  </a:lnTo>
                  <a:lnTo>
                    <a:pt x="1188020" y="1477710"/>
                  </a:lnTo>
                  <a:lnTo>
                    <a:pt x="1188009" y="1477717"/>
                  </a:lnTo>
                  <a:lnTo>
                    <a:pt x="1188000" y="1477719"/>
                  </a:lnTo>
                  <a:lnTo>
                    <a:pt x="1187990" y="1477715"/>
                  </a:lnTo>
                  <a:lnTo>
                    <a:pt x="1187971" y="1477701"/>
                  </a:lnTo>
                  <a:lnTo>
                    <a:pt x="1187960" y="1477693"/>
                  </a:lnTo>
                  <a:lnTo>
                    <a:pt x="1187954" y="1477690"/>
                  </a:lnTo>
                  <a:lnTo>
                    <a:pt x="1187936" y="1477680"/>
                  </a:lnTo>
                  <a:lnTo>
                    <a:pt x="1187918" y="1477669"/>
                  </a:lnTo>
                  <a:lnTo>
                    <a:pt x="1187898" y="1477661"/>
                  </a:lnTo>
                  <a:lnTo>
                    <a:pt x="1187881" y="1477658"/>
                  </a:lnTo>
                  <a:lnTo>
                    <a:pt x="1187864" y="1477658"/>
                  </a:lnTo>
                  <a:lnTo>
                    <a:pt x="1187845" y="1477665"/>
                  </a:lnTo>
                  <a:lnTo>
                    <a:pt x="1187827" y="1477677"/>
                  </a:lnTo>
                  <a:lnTo>
                    <a:pt x="1187812" y="1477690"/>
                  </a:lnTo>
                  <a:lnTo>
                    <a:pt x="1187800" y="1477699"/>
                  </a:lnTo>
                  <a:lnTo>
                    <a:pt x="1187794" y="1477702"/>
                  </a:lnTo>
                  <a:lnTo>
                    <a:pt x="1187776" y="1477703"/>
                  </a:lnTo>
                  <a:lnTo>
                    <a:pt x="1187758" y="1477703"/>
                  </a:lnTo>
                  <a:lnTo>
                    <a:pt x="1187748" y="1477703"/>
                  </a:lnTo>
                  <a:lnTo>
                    <a:pt x="1187740" y="1477701"/>
                  </a:lnTo>
                  <a:lnTo>
                    <a:pt x="1187722" y="1477695"/>
                  </a:lnTo>
                  <a:lnTo>
                    <a:pt x="1187712" y="1477692"/>
                  </a:lnTo>
                  <a:lnTo>
                    <a:pt x="1187704" y="1477688"/>
                  </a:lnTo>
                  <a:lnTo>
                    <a:pt x="1187699" y="1477686"/>
                  </a:lnTo>
                  <a:lnTo>
                    <a:pt x="1187686" y="1477677"/>
                  </a:lnTo>
                  <a:lnTo>
                    <a:pt x="1187668" y="1477665"/>
                  </a:lnTo>
                  <a:lnTo>
                    <a:pt x="1187649" y="1477652"/>
                  </a:lnTo>
                  <a:lnTo>
                    <a:pt x="1187637" y="1477642"/>
                  </a:lnTo>
                  <a:lnTo>
                    <a:pt x="1187629" y="1477627"/>
                  </a:lnTo>
                  <a:lnTo>
                    <a:pt x="1187631" y="1477614"/>
                  </a:lnTo>
                  <a:lnTo>
                    <a:pt x="1187640" y="1477594"/>
                  </a:lnTo>
                  <a:lnTo>
                    <a:pt x="1187653" y="1477562"/>
                  </a:lnTo>
                  <a:lnTo>
                    <a:pt x="1187657" y="1477547"/>
                  </a:lnTo>
                  <a:lnTo>
                    <a:pt x="1187664" y="1477528"/>
                  </a:lnTo>
                  <a:lnTo>
                    <a:pt x="1187671" y="1477510"/>
                  </a:lnTo>
                  <a:lnTo>
                    <a:pt x="1187674" y="1477501"/>
                  </a:lnTo>
                  <a:lnTo>
                    <a:pt x="1187686" y="1477460"/>
                  </a:lnTo>
                  <a:lnTo>
                    <a:pt x="1187687" y="1477437"/>
                  </a:lnTo>
                  <a:lnTo>
                    <a:pt x="1187687" y="1477419"/>
                  </a:lnTo>
                  <a:lnTo>
                    <a:pt x="1187686" y="1477407"/>
                  </a:lnTo>
                  <a:lnTo>
                    <a:pt x="1187683" y="1477396"/>
                  </a:lnTo>
                  <a:lnTo>
                    <a:pt x="1187680" y="1477388"/>
                  </a:lnTo>
                  <a:lnTo>
                    <a:pt x="1187675" y="1477370"/>
                  </a:lnTo>
                  <a:lnTo>
                    <a:pt x="1187669" y="1477351"/>
                  </a:lnTo>
                  <a:lnTo>
                    <a:pt x="1187663" y="1477333"/>
                  </a:lnTo>
                  <a:lnTo>
                    <a:pt x="1187661" y="1477325"/>
                  </a:lnTo>
                  <a:lnTo>
                    <a:pt x="1187658" y="1477305"/>
                  </a:lnTo>
                  <a:lnTo>
                    <a:pt x="1187659" y="1477296"/>
                  </a:lnTo>
                  <a:lnTo>
                    <a:pt x="1187664" y="1477280"/>
                  </a:lnTo>
                  <a:lnTo>
                    <a:pt x="1187667" y="1477273"/>
                  </a:lnTo>
                  <a:lnTo>
                    <a:pt x="1187676" y="1477263"/>
                  </a:lnTo>
                  <a:lnTo>
                    <a:pt x="1187683" y="1477257"/>
                  </a:lnTo>
                  <a:lnTo>
                    <a:pt x="1187691" y="1477249"/>
                  </a:lnTo>
                  <a:lnTo>
                    <a:pt x="1187702" y="1477249"/>
                  </a:lnTo>
                  <a:lnTo>
                    <a:pt x="1187716" y="1477249"/>
                  </a:lnTo>
                  <a:lnTo>
                    <a:pt x="1187734" y="1477249"/>
                  </a:lnTo>
                  <a:lnTo>
                    <a:pt x="1187752" y="1477250"/>
                  </a:lnTo>
                  <a:lnTo>
                    <a:pt x="1187760" y="1477251"/>
                  </a:lnTo>
                  <a:lnTo>
                    <a:pt x="1187770" y="1477252"/>
                  </a:lnTo>
                  <a:lnTo>
                    <a:pt x="1187778" y="1477254"/>
                  </a:lnTo>
                  <a:lnTo>
                    <a:pt x="1187790" y="1477256"/>
                  </a:lnTo>
                  <a:lnTo>
                    <a:pt x="1187807" y="1477257"/>
                  </a:lnTo>
                  <a:lnTo>
                    <a:pt x="1187826" y="1477257"/>
                  </a:lnTo>
                  <a:lnTo>
                    <a:pt x="1187846" y="1477251"/>
                  </a:lnTo>
                  <a:lnTo>
                    <a:pt x="1187862" y="1477236"/>
                  </a:lnTo>
                  <a:lnTo>
                    <a:pt x="1187870" y="1477220"/>
                  </a:lnTo>
                  <a:lnTo>
                    <a:pt x="1187879" y="1477201"/>
                  </a:lnTo>
                  <a:lnTo>
                    <a:pt x="1187885" y="1477183"/>
                  </a:lnTo>
                  <a:lnTo>
                    <a:pt x="1187891" y="1477166"/>
                  </a:lnTo>
                  <a:lnTo>
                    <a:pt x="1187901" y="1477134"/>
                  </a:lnTo>
                  <a:lnTo>
                    <a:pt x="1187912" y="1477088"/>
                  </a:lnTo>
                  <a:lnTo>
                    <a:pt x="1187917" y="1477056"/>
                  </a:lnTo>
                  <a:lnTo>
                    <a:pt x="1187921" y="1477032"/>
                  </a:lnTo>
                  <a:lnTo>
                    <a:pt x="1187921" y="1477007"/>
                  </a:lnTo>
                  <a:lnTo>
                    <a:pt x="1187920" y="1476983"/>
                  </a:lnTo>
                  <a:lnTo>
                    <a:pt x="1187914" y="1476947"/>
                  </a:lnTo>
                  <a:lnTo>
                    <a:pt x="1187902" y="1476904"/>
                  </a:lnTo>
                  <a:lnTo>
                    <a:pt x="1187889" y="1476851"/>
                  </a:lnTo>
                  <a:lnTo>
                    <a:pt x="1187886" y="1476843"/>
                  </a:lnTo>
                  <a:lnTo>
                    <a:pt x="1187884" y="1476828"/>
                  </a:lnTo>
                  <a:lnTo>
                    <a:pt x="1187881" y="1476810"/>
                  </a:lnTo>
                  <a:lnTo>
                    <a:pt x="1187877" y="1476789"/>
                  </a:lnTo>
                  <a:lnTo>
                    <a:pt x="1187874" y="1476782"/>
                  </a:lnTo>
                  <a:lnTo>
                    <a:pt x="1187866" y="1476775"/>
                  </a:lnTo>
                  <a:lnTo>
                    <a:pt x="1187860" y="1476774"/>
                  </a:lnTo>
                  <a:lnTo>
                    <a:pt x="1187848" y="1476767"/>
                  </a:lnTo>
                  <a:lnTo>
                    <a:pt x="1187830" y="1476755"/>
                  </a:lnTo>
                  <a:lnTo>
                    <a:pt x="1187808" y="1476748"/>
                  </a:lnTo>
                  <a:lnTo>
                    <a:pt x="1187799" y="1476730"/>
                  </a:lnTo>
                  <a:lnTo>
                    <a:pt x="1187799" y="1476704"/>
                  </a:lnTo>
                  <a:lnTo>
                    <a:pt x="1187809" y="1476687"/>
                  </a:lnTo>
                  <a:lnTo>
                    <a:pt x="1187816" y="1476668"/>
                  </a:lnTo>
                  <a:lnTo>
                    <a:pt x="1187824" y="1476643"/>
                  </a:lnTo>
                  <a:lnTo>
                    <a:pt x="1187829" y="1476633"/>
                  </a:lnTo>
                  <a:lnTo>
                    <a:pt x="1187836" y="1476613"/>
                  </a:lnTo>
                  <a:lnTo>
                    <a:pt x="1187839" y="1476603"/>
                  </a:lnTo>
                  <a:lnTo>
                    <a:pt x="1187843" y="1476583"/>
                  </a:lnTo>
                  <a:lnTo>
                    <a:pt x="1187843" y="1476563"/>
                  </a:lnTo>
                  <a:lnTo>
                    <a:pt x="1187843" y="1476557"/>
                  </a:lnTo>
                  <a:lnTo>
                    <a:pt x="1187843" y="1476539"/>
                  </a:lnTo>
                  <a:lnTo>
                    <a:pt x="1187842" y="1476520"/>
                  </a:lnTo>
                  <a:lnTo>
                    <a:pt x="1187841" y="1476502"/>
                  </a:lnTo>
                  <a:lnTo>
                    <a:pt x="1187839" y="1476495"/>
                  </a:lnTo>
                  <a:lnTo>
                    <a:pt x="1187839" y="1476465"/>
                  </a:lnTo>
                  <a:lnTo>
                    <a:pt x="1187838" y="1476446"/>
                  </a:lnTo>
                  <a:lnTo>
                    <a:pt x="1187838" y="1476439"/>
                  </a:lnTo>
                  <a:lnTo>
                    <a:pt x="1187840" y="1476425"/>
                  </a:lnTo>
                  <a:lnTo>
                    <a:pt x="1187843" y="1476396"/>
                  </a:lnTo>
                  <a:lnTo>
                    <a:pt x="1187847" y="1476368"/>
                  </a:lnTo>
                  <a:lnTo>
                    <a:pt x="1187845" y="1476346"/>
                  </a:lnTo>
                  <a:lnTo>
                    <a:pt x="1187844" y="1476329"/>
                  </a:lnTo>
                  <a:lnTo>
                    <a:pt x="1187841" y="1476319"/>
                  </a:lnTo>
                  <a:lnTo>
                    <a:pt x="1187835" y="1476309"/>
                  </a:lnTo>
                  <a:lnTo>
                    <a:pt x="1187818" y="1476293"/>
                  </a:lnTo>
                  <a:lnTo>
                    <a:pt x="1187800" y="1476278"/>
                  </a:lnTo>
                  <a:lnTo>
                    <a:pt x="1187782" y="1476266"/>
                  </a:lnTo>
                  <a:lnTo>
                    <a:pt x="1187772" y="1476260"/>
                  </a:lnTo>
                  <a:lnTo>
                    <a:pt x="1187756" y="1476256"/>
                  </a:lnTo>
                  <a:lnTo>
                    <a:pt x="1187749" y="1476256"/>
                  </a:lnTo>
                  <a:lnTo>
                    <a:pt x="1187729" y="1476252"/>
                  </a:lnTo>
                  <a:lnTo>
                    <a:pt x="1187711" y="1476247"/>
                  </a:lnTo>
                  <a:lnTo>
                    <a:pt x="1187701" y="1476245"/>
                  </a:lnTo>
                  <a:lnTo>
                    <a:pt x="1187686" y="1476244"/>
                  </a:lnTo>
                  <a:lnTo>
                    <a:pt x="1187675" y="1476238"/>
                  </a:lnTo>
                  <a:lnTo>
                    <a:pt x="1187662" y="1476218"/>
                  </a:lnTo>
                  <a:lnTo>
                    <a:pt x="1187656" y="1476204"/>
                  </a:lnTo>
                  <a:lnTo>
                    <a:pt x="1187653" y="1476195"/>
                  </a:lnTo>
                  <a:lnTo>
                    <a:pt x="1187644" y="1476173"/>
                  </a:lnTo>
                  <a:lnTo>
                    <a:pt x="1187639" y="1476160"/>
                  </a:lnTo>
                  <a:lnTo>
                    <a:pt x="1187637" y="1476146"/>
                  </a:lnTo>
                  <a:lnTo>
                    <a:pt x="1187632" y="1476120"/>
                  </a:lnTo>
                  <a:lnTo>
                    <a:pt x="1187633" y="1476099"/>
                  </a:lnTo>
                  <a:lnTo>
                    <a:pt x="1187633" y="1476089"/>
                  </a:lnTo>
                  <a:lnTo>
                    <a:pt x="1187638" y="1476079"/>
                  </a:lnTo>
                  <a:lnTo>
                    <a:pt x="1187643" y="1476072"/>
                  </a:lnTo>
                  <a:lnTo>
                    <a:pt x="1187649" y="1476065"/>
                  </a:lnTo>
                  <a:lnTo>
                    <a:pt x="1187666" y="1476039"/>
                  </a:lnTo>
                  <a:lnTo>
                    <a:pt x="1187672" y="1476023"/>
                  </a:lnTo>
                  <a:lnTo>
                    <a:pt x="1187673" y="1476005"/>
                  </a:lnTo>
                  <a:lnTo>
                    <a:pt x="1187672" y="1475992"/>
                  </a:lnTo>
                  <a:lnTo>
                    <a:pt x="1187664" y="1475977"/>
                  </a:lnTo>
                  <a:lnTo>
                    <a:pt x="1187655" y="1475966"/>
                  </a:lnTo>
                  <a:lnTo>
                    <a:pt x="1187642" y="1475952"/>
                  </a:lnTo>
                  <a:lnTo>
                    <a:pt x="1187623" y="1475942"/>
                  </a:lnTo>
                  <a:lnTo>
                    <a:pt x="1187602" y="1475929"/>
                  </a:lnTo>
                  <a:lnTo>
                    <a:pt x="1187590" y="1475921"/>
                  </a:lnTo>
                  <a:lnTo>
                    <a:pt x="1187583" y="1475912"/>
                  </a:lnTo>
                  <a:lnTo>
                    <a:pt x="1187574" y="1475897"/>
                  </a:lnTo>
                  <a:lnTo>
                    <a:pt x="1187566" y="1475880"/>
                  </a:lnTo>
                  <a:lnTo>
                    <a:pt x="1187559" y="1475858"/>
                  </a:lnTo>
                  <a:lnTo>
                    <a:pt x="1187552" y="1475827"/>
                  </a:lnTo>
                  <a:lnTo>
                    <a:pt x="1187553" y="1475814"/>
                  </a:lnTo>
                  <a:lnTo>
                    <a:pt x="1187554" y="1475800"/>
                  </a:lnTo>
                  <a:lnTo>
                    <a:pt x="1187566" y="1475779"/>
                  </a:lnTo>
                  <a:lnTo>
                    <a:pt x="1187584" y="1475748"/>
                  </a:lnTo>
                  <a:lnTo>
                    <a:pt x="1187591" y="1475733"/>
                  </a:lnTo>
                  <a:lnTo>
                    <a:pt x="1187590" y="1475716"/>
                  </a:lnTo>
                  <a:lnTo>
                    <a:pt x="1187585" y="1475704"/>
                  </a:lnTo>
                  <a:lnTo>
                    <a:pt x="1187571" y="1475685"/>
                  </a:lnTo>
                  <a:lnTo>
                    <a:pt x="1187547" y="1475666"/>
                  </a:lnTo>
                  <a:lnTo>
                    <a:pt x="1187535" y="1475653"/>
                  </a:lnTo>
                  <a:lnTo>
                    <a:pt x="1187527" y="1475643"/>
                  </a:lnTo>
                  <a:lnTo>
                    <a:pt x="1187523" y="1475634"/>
                  </a:lnTo>
                  <a:lnTo>
                    <a:pt x="1187512" y="1475612"/>
                  </a:lnTo>
                  <a:lnTo>
                    <a:pt x="1187505" y="1475600"/>
                  </a:lnTo>
                  <a:lnTo>
                    <a:pt x="1187502" y="1475585"/>
                  </a:lnTo>
                  <a:lnTo>
                    <a:pt x="1187497" y="1475574"/>
                  </a:lnTo>
                  <a:lnTo>
                    <a:pt x="1187490" y="1475560"/>
                  </a:lnTo>
                  <a:lnTo>
                    <a:pt x="1187466" y="1475525"/>
                  </a:lnTo>
                  <a:lnTo>
                    <a:pt x="1187452" y="1475504"/>
                  </a:lnTo>
                  <a:lnTo>
                    <a:pt x="1187437" y="1475485"/>
                  </a:lnTo>
                  <a:lnTo>
                    <a:pt x="1187424" y="1475469"/>
                  </a:lnTo>
                  <a:lnTo>
                    <a:pt x="1187405" y="1475445"/>
                  </a:lnTo>
                  <a:lnTo>
                    <a:pt x="1187381" y="1475416"/>
                  </a:lnTo>
                  <a:lnTo>
                    <a:pt x="1187365" y="1475397"/>
                  </a:lnTo>
                  <a:lnTo>
                    <a:pt x="1187355" y="1475382"/>
                  </a:lnTo>
                  <a:lnTo>
                    <a:pt x="1187340" y="1475357"/>
                  </a:lnTo>
                  <a:lnTo>
                    <a:pt x="1187328" y="1475334"/>
                  </a:lnTo>
                  <a:lnTo>
                    <a:pt x="1187321" y="1475318"/>
                  </a:lnTo>
                  <a:lnTo>
                    <a:pt x="1187318" y="1475301"/>
                  </a:lnTo>
                  <a:lnTo>
                    <a:pt x="1187318" y="1475266"/>
                  </a:lnTo>
                  <a:lnTo>
                    <a:pt x="1187316" y="1475247"/>
                  </a:lnTo>
                  <a:lnTo>
                    <a:pt x="1187310" y="1475220"/>
                  </a:lnTo>
                  <a:lnTo>
                    <a:pt x="1187303" y="1475198"/>
                  </a:lnTo>
                  <a:lnTo>
                    <a:pt x="1187294" y="1475174"/>
                  </a:lnTo>
                  <a:lnTo>
                    <a:pt x="1187288" y="1475162"/>
                  </a:lnTo>
                  <a:lnTo>
                    <a:pt x="1187279" y="1475140"/>
                  </a:lnTo>
                  <a:lnTo>
                    <a:pt x="1187270" y="1475119"/>
                  </a:lnTo>
                  <a:lnTo>
                    <a:pt x="1187269" y="1475105"/>
                  </a:lnTo>
                  <a:lnTo>
                    <a:pt x="1187273" y="1475095"/>
                  </a:lnTo>
                  <a:lnTo>
                    <a:pt x="1187276" y="1475088"/>
                  </a:lnTo>
                  <a:lnTo>
                    <a:pt x="1187285" y="1475077"/>
                  </a:lnTo>
                  <a:lnTo>
                    <a:pt x="1187309" y="1475058"/>
                  </a:lnTo>
                  <a:lnTo>
                    <a:pt x="1187317" y="1475049"/>
                  </a:lnTo>
                  <a:lnTo>
                    <a:pt x="1187335" y="1475031"/>
                  </a:lnTo>
                  <a:lnTo>
                    <a:pt x="1187352" y="1475004"/>
                  </a:lnTo>
                  <a:lnTo>
                    <a:pt x="1187367" y="1474994"/>
                  </a:lnTo>
                  <a:lnTo>
                    <a:pt x="1187375" y="1474995"/>
                  </a:lnTo>
                  <a:lnTo>
                    <a:pt x="1187385" y="1474995"/>
                  </a:lnTo>
                  <a:lnTo>
                    <a:pt x="1187405" y="1474995"/>
                  </a:lnTo>
                  <a:lnTo>
                    <a:pt x="1187423" y="1474994"/>
                  </a:lnTo>
                  <a:lnTo>
                    <a:pt x="1187439" y="1474993"/>
                  </a:lnTo>
                  <a:lnTo>
                    <a:pt x="1187459" y="1474991"/>
                  </a:lnTo>
                  <a:lnTo>
                    <a:pt x="1187475" y="1474986"/>
                  </a:lnTo>
                  <a:lnTo>
                    <a:pt x="1187484" y="1474983"/>
                  </a:lnTo>
                  <a:lnTo>
                    <a:pt x="1187495" y="1474978"/>
                  </a:lnTo>
                  <a:lnTo>
                    <a:pt x="1187505" y="1474970"/>
                  </a:lnTo>
                  <a:lnTo>
                    <a:pt x="1187515" y="1474961"/>
                  </a:lnTo>
                  <a:lnTo>
                    <a:pt x="1187525" y="1474950"/>
                  </a:lnTo>
                  <a:lnTo>
                    <a:pt x="1187535" y="1474936"/>
                  </a:lnTo>
                  <a:lnTo>
                    <a:pt x="1187542" y="1474927"/>
                  </a:lnTo>
                  <a:lnTo>
                    <a:pt x="1187544" y="1474922"/>
                  </a:lnTo>
                  <a:lnTo>
                    <a:pt x="1187551" y="1474908"/>
                  </a:lnTo>
                  <a:lnTo>
                    <a:pt x="1187560" y="1474896"/>
                  </a:lnTo>
                  <a:lnTo>
                    <a:pt x="1187562" y="1474890"/>
                  </a:lnTo>
                  <a:lnTo>
                    <a:pt x="1187575" y="1474871"/>
                  </a:lnTo>
                  <a:lnTo>
                    <a:pt x="1187586" y="1474852"/>
                  </a:lnTo>
                  <a:lnTo>
                    <a:pt x="1187595" y="1474834"/>
                  </a:lnTo>
                  <a:lnTo>
                    <a:pt x="1187599" y="1474825"/>
                  </a:lnTo>
                  <a:lnTo>
                    <a:pt x="1187606" y="1474815"/>
                  </a:lnTo>
                  <a:lnTo>
                    <a:pt x="1187615" y="1474805"/>
                  </a:lnTo>
                  <a:lnTo>
                    <a:pt x="1187626" y="1474798"/>
                  </a:lnTo>
                  <a:lnTo>
                    <a:pt x="1187656" y="1474780"/>
                  </a:lnTo>
                  <a:lnTo>
                    <a:pt x="1187676" y="1474769"/>
                  </a:lnTo>
                  <a:lnTo>
                    <a:pt x="1187687" y="1474760"/>
                  </a:lnTo>
                  <a:lnTo>
                    <a:pt x="1187697" y="1474749"/>
                  </a:lnTo>
                  <a:lnTo>
                    <a:pt x="1187703" y="1474738"/>
                  </a:lnTo>
                  <a:lnTo>
                    <a:pt x="1187708" y="1474724"/>
                  </a:lnTo>
                  <a:lnTo>
                    <a:pt x="1187714" y="1474682"/>
                  </a:lnTo>
                  <a:lnTo>
                    <a:pt x="1187715" y="1474675"/>
                  </a:lnTo>
                  <a:lnTo>
                    <a:pt x="1187722" y="1474631"/>
                  </a:lnTo>
                  <a:lnTo>
                    <a:pt x="1187728" y="1474613"/>
                  </a:lnTo>
                  <a:lnTo>
                    <a:pt x="1187735" y="1474595"/>
                  </a:lnTo>
                  <a:lnTo>
                    <a:pt x="1187747" y="1474578"/>
                  </a:lnTo>
                  <a:lnTo>
                    <a:pt x="1187765" y="1474552"/>
                  </a:lnTo>
                  <a:lnTo>
                    <a:pt x="1187785" y="1474528"/>
                  </a:lnTo>
                  <a:lnTo>
                    <a:pt x="1187792" y="1474516"/>
                  </a:lnTo>
                  <a:lnTo>
                    <a:pt x="1187798" y="1474503"/>
                  </a:lnTo>
                  <a:lnTo>
                    <a:pt x="1187801" y="1474489"/>
                  </a:lnTo>
                  <a:lnTo>
                    <a:pt x="1187801" y="1474476"/>
                  </a:lnTo>
                  <a:lnTo>
                    <a:pt x="1187800" y="1474458"/>
                  </a:lnTo>
                  <a:lnTo>
                    <a:pt x="1187795" y="1474436"/>
                  </a:lnTo>
                  <a:lnTo>
                    <a:pt x="1187784" y="1474403"/>
                  </a:lnTo>
                  <a:lnTo>
                    <a:pt x="1187780" y="1474378"/>
                  </a:lnTo>
                  <a:lnTo>
                    <a:pt x="1187778" y="1474357"/>
                  </a:lnTo>
                  <a:lnTo>
                    <a:pt x="1187778" y="1474338"/>
                  </a:lnTo>
                  <a:lnTo>
                    <a:pt x="1187782" y="1474320"/>
                  </a:lnTo>
                  <a:lnTo>
                    <a:pt x="1187790" y="1474287"/>
                  </a:lnTo>
                  <a:lnTo>
                    <a:pt x="1187794" y="1474265"/>
                  </a:lnTo>
                  <a:lnTo>
                    <a:pt x="1187799" y="1474251"/>
                  </a:lnTo>
                  <a:lnTo>
                    <a:pt x="1187803" y="1474241"/>
                  </a:lnTo>
                  <a:lnTo>
                    <a:pt x="1187807" y="1474228"/>
                  </a:lnTo>
                  <a:lnTo>
                    <a:pt x="1187828" y="1474185"/>
                  </a:lnTo>
                  <a:lnTo>
                    <a:pt x="1187833" y="1474173"/>
                  </a:lnTo>
                  <a:lnTo>
                    <a:pt x="1187834" y="1474159"/>
                  </a:lnTo>
                  <a:lnTo>
                    <a:pt x="1187835" y="1474146"/>
                  </a:lnTo>
                  <a:lnTo>
                    <a:pt x="1187832" y="1474132"/>
                  </a:lnTo>
                  <a:lnTo>
                    <a:pt x="1187827" y="1474118"/>
                  </a:lnTo>
                  <a:lnTo>
                    <a:pt x="1187808" y="1474087"/>
                  </a:lnTo>
                  <a:lnTo>
                    <a:pt x="1187783" y="1474041"/>
                  </a:lnTo>
                  <a:lnTo>
                    <a:pt x="1187760" y="1474000"/>
                  </a:lnTo>
                  <a:lnTo>
                    <a:pt x="1187740" y="1473964"/>
                  </a:lnTo>
                  <a:lnTo>
                    <a:pt x="1187733" y="1473950"/>
                  </a:lnTo>
                  <a:lnTo>
                    <a:pt x="1187726" y="1473944"/>
                  </a:lnTo>
                  <a:lnTo>
                    <a:pt x="1187711" y="1473933"/>
                  </a:lnTo>
                  <a:lnTo>
                    <a:pt x="1187699" y="1473922"/>
                  </a:lnTo>
                  <a:lnTo>
                    <a:pt x="1187693" y="1473909"/>
                  </a:lnTo>
                  <a:lnTo>
                    <a:pt x="1187689" y="1473898"/>
                  </a:lnTo>
                  <a:lnTo>
                    <a:pt x="1187690" y="1473875"/>
                  </a:lnTo>
                  <a:lnTo>
                    <a:pt x="1187692" y="1473852"/>
                  </a:lnTo>
                  <a:lnTo>
                    <a:pt x="1187694" y="1473844"/>
                  </a:lnTo>
                  <a:lnTo>
                    <a:pt x="1187699" y="1473841"/>
                  </a:lnTo>
                  <a:lnTo>
                    <a:pt x="1187705" y="1473839"/>
                  </a:lnTo>
                  <a:lnTo>
                    <a:pt x="1187712" y="1473839"/>
                  </a:lnTo>
                  <a:lnTo>
                    <a:pt x="1187722" y="1473839"/>
                  </a:lnTo>
                  <a:lnTo>
                    <a:pt x="1187735" y="1473839"/>
                  </a:lnTo>
                  <a:lnTo>
                    <a:pt x="1187754" y="1473843"/>
                  </a:lnTo>
                  <a:lnTo>
                    <a:pt x="1187777" y="1473835"/>
                  </a:lnTo>
                  <a:lnTo>
                    <a:pt x="1187800" y="1473829"/>
                  </a:lnTo>
                  <a:lnTo>
                    <a:pt x="1187823" y="1473819"/>
                  </a:lnTo>
                  <a:lnTo>
                    <a:pt x="1187832" y="1473812"/>
                  </a:lnTo>
                  <a:lnTo>
                    <a:pt x="1187850" y="1473800"/>
                  </a:lnTo>
                  <a:lnTo>
                    <a:pt x="1187868" y="1473792"/>
                  </a:lnTo>
                  <a:lnTo>
                    <a:pt x="1187887" y="1473787"/>
                  </a:lnTo>
                  <a:lnTo>
                    <a:pt x="1187905" y="1473784"/>
                  </a:lnTo>
                  <a:lnTo>
                    <a:pt x="1187913" y="1473787"/>
                  </a:lnTo>
                  <a:lnTo>
                    <a:pt x="1187918" y="1473797"/>
                  </a:lnTo>
                  <a:lnTo>
                    <a:pt x="1187919" y="1473803"/>
                  </a:lnTo>
                  <a:lnTo>
                    <a:pt x="1187918" y="1473815"/>
                  </a:lnTo>
                  <a:lnTo>
                    <a:pt x="1187925" y="1473834"/>
                  </a:lnTo>
                  <a:lnTo>
                    <a:pt x="1187928" y="1473840"/>
                  </a:lnTo>
                  <a:lnTo>
                    <a:pt x="1187932" y="1473845"/>
                  </a:lnTo>
                  <a:lnTo>
                    <a:pt x="1187939" y="1473847"/>
                  </a:lnTo>
                  <a:lnTo>
                    <a:pt x="1187957" y="1473854"/>
                  </a:lnTo>
                  <a:lnTo>
                    <a:pt x="1187975" y="1473861"/>
                  </a:lnTo>
                  <a:lnTo>
                    <a:pt x="1187994" y="1473866"/>
                  </a:lnTo>
                  <a:lnTo>
                    <a:pt x="1188012" y="1473870"/>
                  </a:lnTo>
                  <a:lnTo>
                    <a:pt x="1188030" y="1473877"/>
                  </a:lnTo>
                  <a:lnTo>
                    <a:pt x="1188048" y="1473884"/>
                  </a:lnTo>
                  <a:lnTo>
                    <a:pt x="1188066" y="1473896"/>
                  </a:lnTo>
                  <a:lnTo>
                    <a:pt x="1188083" y="1473911"/>
                  </a:lnTo>
                  <a:lnTo>
                    <a:pt x="1188100" y="1473925"/>
                  </a:lnTo>
                  <a:lnTo>
                    <a:pt x="1188115" y="1473941"/>
                  </a:lnTo>
                  <a:lnTo>
                    <a:pt x="1188131" y="1473959"/>
                  </a:lnTo>
                  <a:lnTo>
                    <a:pt x="1188147" y="1473975"/>
                  </a:lnTo>
                  <a:lnTo>
                    <a:pt x="1188160" y="1473993"/>
                  </a:lnTo>
                  <a:lnTo>
                    <a:pt x="1188175" y="1474008"/>
                  </a:lnTo>
                  <a:lnTo>
                    <a:pt x="1188188" y="1474019"/>
                  </a:lnTo>
                  <a:lnTo>
                    <a:pt x="1188208" y="1474039"/>
                  </a:lnTo>
                  <a:lnTo>
                    <a:pt x="1188218" y="1474056"/>
                  </a:lnTo>
                  <a:lnTo>
                    <a:pt x="1188226" y="1474071"/>
                  </a:lnTo>
                  <a:lnTo>
                    <a:pt x="1188239" y="1474082"/>
                  </a:lnTo>
                  <a:lnTo>
                    <a:pt x="1188254" y="1474097"/>
                  </a:lnTo>
                  <a:lnTo>
                    <a:pt x="1188272" y="1474113"/>
                  </a:lnTo>
                  <a:lnTo>
                    <a:pt x="1188289" y="1474127"/>
                  </a:lnTo>
                  <a:lnTo>
                    <a:pt x="1188307" y="1474140"/>
                  </a:lnTo>
                  <a:lnTo>
                    <a:pt x="1188325" y="1474155"/>
                  </a:lnTo>
                  <a:lnTo>
                    <a:pt x="1188342" y="1474172"/>
                  </a:lnTo>
                  <a:lnTo>
                    <a:pt x="1188361" y="1474188"/>
                  </a:lnTo>
                  <a:lnTo>
                    <a:pt x="1188379" y="1474203"/>
                  </a:lnTo>
                  <a:lnTo>
                    <a:pt x="1188395" y="1474216"/>
                  </a:lnTo>
                  <a:lnTo>
                    <a:pt x="1188414" y="1474231"/>
                  </a:lnTo>
                  <a:lnTo>
                    <a:pt x="1188432" y="1474246"/>
                  </a:lnTo>
                  <a:lnTo>
                    <a:pt x="1188447" y="1474259"/>
                  </a:lnTo>
                  <a:lnTo>
                    <a:pt x="1188464" y="1474272"/>
                  </a:lnTo>
                  <a:lnTo>
                    <a:pt x="1188482" y="1474285"/>
                  </a:lnTo>
                  <a:lnTo>
                    <a:pt x="1188500" y="1474299"/>
                  </a:lnTo>
                  <a:lnTo>
                    <a:pt x="1188519" y="1474310"/>
                  </a:lnTo>
                  <a:lnTo>
                    <a:pt x="1188573" y="1474339"/>
                  </a:lnTo>
                  <a:lnTo>
                    <a:pt x="1188585" y="1474350"/>
                  </a:lnTo>
                  <a:lnTo>
                    <a:pt x="1188600" y="1474366"/>
                  </a:lnTo>
                  <a:lnTo>
                    <a:pt x="1188614" y="1474385"/>
                  </a:lnTo>
                  <a:lnTo>
                    <a:pt x="1188627" y="1474403"/>
                  </a:lnTo>
                  <a:lnTo>
                    <a:pt x="1188638" y="1474421"/>
                  </a:lnTo>
                  <a:lnTo>
                    <a:pt x="1188643" y="1474427"/>
                  </a:lnTo>
                  <a:lnTo>
                    <a:pt x="1188650" y="1474440"/>
                  </a:lnTo>
                  <a:lnTo>
                    <a:pt x="1188662" y="1474459"/>
                  </a:lnTo>
                  <a:lnTo>
                    <a:pt x="1188667" y="1474467"/>
                  </a:lnTo>
                  <a:lnTo>
                    <a:pt x="1188674" y="1474506"/>
                  </a:lnTo>
                  <a:lnTo>
                    <a:pt x="1188703" y="1474499"/>
                  </a:lnTo>
                  <a:lnTo>
                    <a:pt x="1188828" y="1474420"/>
                  </a:lnTo>
                  <a:lnTo>
                    <a:pt x="1188846" y="1474406"/>
                  </a:lnTo>
                  <a:lnTo>
                    <a:pt x="1188854" y="1474400"/>
                  </a:lnTo>
                  <a:lnTo>
                    <a:pt x="1188864" y="1474396"/>
                  </a:lnTo>
                  <a:lnTo>
                    <a:pt x="1188882" y="1474392"/>
                  </a:lnTo>
                  <a:lnTo>
                    <a:pt x="1188900" y="1474391"/>
                  </a:lnTo>
                  <a:lnTo>
                    <a:pt x="1188918" y="1474390"/>
                  </a:lnTo>
                  <a:lnTo>
                    <a:pt x="1188937" y="1474388"/>
                  </a:lnTo>
                  <a:lnTo>
                    <a:pt x="1188954" y="1474388"/>
                  </a:lnTo>
                  <a:lnTo>
                    <a:pt x="1188963" y="1474388"/>
                  </a:lnTo>
                  <a:lnTo>
                    <a:pt x="1188971" y="1474388"/>
                  </a:lnTo>
                  <a:lnTo>
                    <a:pt x="1188980" y="1474386"/>
                  </a:lnTo>
                  <a:lnTo>
                    <a:pt x="1188990" y="1474382"/>
                  </a:lnTo>
                  <a:lnTo>
                    <a:pt x="1189008" y="1474380"/>
                  </a:lnTo>
                  <a:lnTo>
                    <a:pt x="1189026" y="1474381"/>
                  </a:lnTo>
                  <a:lnTo>
                    <a:pt x="1189047" y="1474381"/>
                  </a:lnTo>
                  <a:lnTo>
                    <a:pt x="1189058" y="1474374"/>
                  </a:lnTo>
                  <a:lnTo>
                    <a:pt x="1189060" y="1474370"/>
                  </a:lnTo>
                  <a:lnTo>
                    <a:pt x="1189063" y="1474351"/>
                  </a:lnTo>
                  <a:lnTo>
                    <a:pt x="1189067" y="1474333"/>
                  </a:lnTo>
                  <a:lnTo>
                    <a:pt x="1189071" y="1474323"/>
                  </a:lnTo>
                  <a:lnTo>
                    <a:pt x="1189073" y="1474314"/>
                  </a:lnTo>
                  <a:lnTo>
                    <a:pt x="1189078" y="1474305"/>
                  </a:lnTo>
                  <a:lnTo>
                    <a:pt x="1189085" y="1474296"/>
                  </a:lnTo>
                  <a:lnTo>
                    <a:pt x="1189097" y="1474277"/>
                  </a:lnTo>
                  <a:lnTo>
                    <a:pt x="1189110" y="1474259"/>
                  </a:lnTo>
                  <a:lnTo>
                    <a:pt x="1189122" y="1474240"/>
                  </a:lnTo>
                  <a:lnTo>
                    <a:pt x="1189132" y="1474222"/>
                  </a:lnTo>
                  <a:lnTo>
                    <a:pt x="1189134" y="1474214"/>
                  </a:lnTo>
                  <a:lnTo>
                    <a:pt x="1189141" y="1474203"/>
                  </a:lnTo>
                  <a:lnTo>
                    <a:pt x="1189153" y="1474184"/>
                  </a:lnTo>
                  <a:lnTo>
                    <a:pt x="1189165" y="1474166"/>
                  </a:lnTo>
                  <a:lnTo>
                    <a:pt x="1189177" y="1474147"/>
                  </a:lnTo>
                  <a:lnTo>
                    <a:pt x="1189185" y="1474129"/>
                  </a:lnTo>
                  <a:lnTo>
                    <a:pt x="1189195" y="1474111"/>
                  </a:lnTo>
                  <a:lnTo>
                    <a:pt x="1189207" y="1474092"/>
                  </a:lnTo>
                  <a:lnTo>
                    <a:pt x="1189217" y="1474074"/>
                  </a:lnTo>
                  <a:lnTo>
                    <a:pt x="1189229" y="1474055"/>
                  </a:lnTo>
                  <a:lnTo>
                    <a:pt x="1189266" y="1473994"/>
                  </a:lnTo>
                  <a:lnTo>
                    <a:pt x="1189274" y="1473985"/>
                  </a:lnTo>
                  <a:lnTo>
                    <a:pt x="1189290" y="1473973"/>
                  </a:lnTo>
                  <a:lnTo>
                    <a:pt x="1189308" y="1473967"/>
                  </a:lnTo>
                  <a:lnTo>
                    <a:pt x="1189326" y="1473964"/>
                  </a:lnTo>
                  <a:lnTo>
                    <a:pt x="1189344" y="1473959"/>
                  </a:lnTo>
                  <a:lnTo>
                    <a:pt x="1189362" y="1473955"/>
                  </a:lnTo>
                  <a:lnTo>
                    <a:pt x="1189380" y="1473951"/>
                  </a:lnTo>
                  <a:lnTo>
                    <a:pt x="1189398" y="1473948"/>
                  </a:lnTo>
                  <a:lnTo>
                    <a:pt x="1189416" y="1473947"/>
                  </a:lnTo>
                  <a:lnTo>
                    <a:pt x="1189434" y="1473946"/>
                  </a:lnTo>
                  <a:lnTo>
                    <a:pt x="1189452" y="1473945"/>
                  </a:lnTo>
                  <a:lnTo>
                    <a:pt x="1189470" y="1473943"/>
                  </a:lnTo>
                  <a:lnTo>
                    <a:pt x="1189488" y="1473943"/>
                  </a:lnTo>
                  <a:lnTo>
                    <a:pt x="1189506" y="1473943"/>
                  </a:lnTo>
                  <a:lnTo>
                    <a:pt x="1189524" y="1473941"/>
                  </a:lnTo>
                  <a:lnTo>
                    <a:pt x="1189542" y="1473933"/>
                  </a:lnTo>
                  <a:lnTo>
                    <a:pt x="1189560" y="1473927"/>
                  </a:lnTo>
                  <a:lnTo>
                    <a:pt x="1189578" y="1473924"/>
                  </a:lnTo>
                  <a:lnTo>
                    <a:pt x="1189596" y="1473924"/>
                  </a:lnTo>
                  <a:lnTo>
                    <a:pt x="1189614" y="1473927"/>
                  </a:lnTo>
                  <a:lnTo>
                    <a:pt x="1189633" y="1473926"/>
                  </a:lnTo>
                  <a:lnTo>
                    <a:pt x="1189642" y="1473924"/>
                  </a:lnTo>
                  <a:lnTo>
                    <a:pt x="1189651" y="1473921"/>
                  </a:lnTo>
                  <a:lnTo>
                    <a:pt x="1189669" y="1473907"/>
                  </a:lnTo>
                  <a:lnTo>
                    <a:pt x="1189684" y="1473891"/>
                  </a:lnTo>
                  <a:lnTo>
                    <a:pt x="1189691" y="1473881"/>
                  </a:lnTo>
                  <a:lnTo>
                    <a:pt x="1189700" y="1473875"/>
                  </a:lnTo>
                  <a:lnTo>
                    <a:pt x="1189718" y="1473860"/>
                  </a:lnTo>
                  <a:lnTo>
                    <a:pt x="1189736" y="1473849"/>
                  </a:lnTo>
                  <a:lnTo>
                    <a:pt x="1189742" y="1473842"/>
                  </a:lnTo>
                  <a:lnTo>
                    <a:pt x="1189743" y="1473830"/>
                  </a:lnTo>
                  <a:lnTo>
                    <a:pt x="1189740" y="1473823"/>
                  </a:lnTo>
                  <a:lnTo>
                    <a:pt x="1189740" y="1473812"/>
                  </a:lnTo>
                  <a:lnTo>
                    <a:pt x="1189738" y="1473794"/>
                  </a:lnTo>
                  <a:lnTo>
                    <a:pt x="1189740" y="1473775"/>
                  </a:lnTo>
                  <a:lnTo>
                    <a:pt x="1189745" y="1473757"/>
                  </a:lnTo>
                  <a:lnTo>
                    <a:pt x="1189747" y="1473738"/>
                  </a:lnTo>
                  <a:lnTo>
                    <a:pt x="1189751" y="1473720"/>
                  </a:lnTo>
                  <a:lnTo>
                    <a:pt x="1189752" y="1473701"/>
                  </a:lnTo>
                  <a:lnTo>
                    <a:pt x="1189753" y="1473682"/>
                  </a:lnTo>
                  <a:lnTo>
                    <a:pt x="1189758" y="1473664"/>
                  </a:lnTo>
                  <a:lnTo>
                    <a:pt x="1189759" y="1473658"/>
                  </a:lnTo>
                  <a:lnTo>
                    <a:pt x="1189766" y="1473645"/>
                  </a:lnTo>
                  <a:lnTo>
                    <a:pt x="1189773" y="1473640"/>
                  </a:lnTo>
                  <a:lnTo>
                    <a:pt x="1189778" y="1473636"/>
                  </a:lnTo>
                  <a:lnTo>
                    <a:pt x="1189793" y="1473631"/>
                  </a:lnTo>
                  <a:lnTo>
                    <a:pt x="1189802" y="1473626"/>
                  </a:lnTo>
                  <a:lnTo>
                    <a:pt x="1189820" y="1473617"/>
                  </a:lnTo>
                  <a:lnTo>
                    <a:pt x="1189838" y="1473607"/>
                  </a:lnTo>
                  <a:lnTo>
                    <a:pt x="1189857" y="1473594"/>
                  </a:lnTo>
                  <a:lnTo>
                    <a:pt x="1189875" y="1473581"/>
                  </a:lnTo>
                  <a:lnTo>
                    <a:pt x="1189886" y="1473572"/>
                  </a:lnTo>
                  <a:lnTo>
                    <a:pt x="1189893" y="1473566"/>
                  </a:lnTo>
                  <a:lnTo>
                    <a:pt x="1189900" y="1473563"/>
                  </a:lnTo>
                  <a:lnTo>
                    <a:pt x="1189909" y="1473558"/>
                  </a:lnTo>
                  <a:lnTo>
                    <a:pt x="1189927" y="1473547"/>
                  </a:lnTo>
                  <a:lnTo>
                    <a:pt x="1189946" y="1473537"/>
                  </a:lnTo>
                  <a:lnTo>
                    <a:pt x="1189962" y="1473527"/>
                  </a:lnTo>
                  <a:lnTo>
                    <a:pt x="1189971" y="1473521"/>
                  </a:lnTo>
                  <a:lnTo>
                    <a:pt x="1189977" y="1473518"/>
                  </a:lnTo>
                  <a:lnTo>
                    <a:pt x="1189982" y="1473514"/>
                  </a:lnTo>
                  <a:lnTo>
                    <a:pt x="1189998" y="1473509"/>
                  </a:lnTo>
                  <a:lnTo>
                    <a:pt x="1190003" y="1473508"/>
                  </a:lnTo>
                  <a:lnTo>
                    <a:pt x="1190016" y="1473512"/>
                  </a:lnTo>
                  <a:lnTo>
                    <a:pt x="1190035" y="1473516"/>
                  </a:lnTo>
                  <a:lnTo>
                    <a:pt x="1190053" y="1473520"/>
                  </a:lnTo>
                  <a:lnTo>
                    <a:pt x="1190071" y="1473525"/>
                  </a:lnTo>
                  <a:lnTo>
                    <a:pt x="1190089" y="1473534"/>
                  </a:lnTo>
                  <a:lnTo>
                    <a:pt x="1190107" y="1473541"/>
                  </a:lnTo>
                  <a:lnTo>
                    <a:pt x="1190125" y="1473550"/>
                  </a:lnTo>
                  <a:lnTo>
                    <a:pt x="1190143" y="1473559"/>
                  </a:lnTo>
                  <a:lnTo>
                    <a:pt x="1190180" y="1473593"/>
                  </a:lnTo>
                  <a:lnTo>
                    <a:pt x="1190209" y="1473606"/>
                  </a:lnTo>
                  <a:lnTo>
                    <a:pt x="1190240" y="1473621"/>
                  </a:lnTo>
                  <a:lnTo>
                    <a:pt x="1190269" y="1473629"/>
                  </a:lnTo>
                  <a:lnTo>
                    <a:pt x="1190291" y="1473629"/>
                  </a:lnTo>
                  <a:lnTo>
                    <a:pt x="1190333" y="1473625"/>
                  </a:lnTo>
                  <a:lnTo>
                    <a:pt x="1190351" y="1473625"/>
                  </a:lnTo>
                  <a:lnTo>
                    <a:pt x="1190371" y="1473629"/>
                  </a:lnTo>
                  <a:lnTo>
                    <a:pt x="1190387" y="1473638"/>
                  </a:lnTo>
                  <a:lnTo>
                    <a:pt x="1190405" y="1473652"/>
                  </a:lnTo>
                  <a:lnTo>
                    <a:pt x="1190423" y="1473667"/>
                  </a:lnTo>
                  <a:lnTo>
                    <a:pt x="1190435" y="1473677"/>
                  </a:lnTo>
                  <a:lnTo>
                    <a:pt x="1190440" y="1473681"/>
                  </a:lnTo>
                  <a:lnTo>
                    <a:pt x="1190445" y="1473687"/>
                  </a:lnTo>
                  <a:lnTo>
                    <a:pt x="1190454" y="1473692"/>
                  </a:lnTo>
                  <a:lnTo>
                    <a:pt x="1190467" y="1473697"/>
                  </a:lnTo>
                  <a:lnTo>
                    <a:pt x="1190479" y="1473699"/>
                  </a:lnTo>
                  <a:lnTo>
                    <a:pt x="1190495" y="1473698"/>
                  </a:lnTo>
                  <a:lnTo>
                    <a:pt x="1190514" y="1473691"/>
                  </a:lnTo>
                  <a:lnTo>
                    <a:pt x="1190532" y="1473681"/>
                  </a:lnTo>
                  <a:lnTo>
                    <a:pt x="1190550" y="1473669"/>
                  </a:lnTo>
                  <a:lnTo>
                    <a:pt x="1190568" y="1473661"/>
                  </a:lnTo>
                  <a:lnTo>
                    <a:pt x="1190582" y="1473655"/>
                  </a:lnTo>
                  <a:lnTo>
                    <a:pt x="1190599" y="1473651"/>
                  </a:lnTo>
                  <a:lnTo>
                    <a:pt x="1190604" y="1473652"/>
                  </a:lnTo>
                  <a:lnTo>
                    <a:pt x="1190622" y="1473660"/>
                  </a:lnTo>
                  <a:lnTo>
                    <a:pt x="1190640" y="1473667"/>
                  </a:lnTo>
                  <a:lnTo>
                    <a:pt x="1190658" y="1473670"/>
                  </a:lnTo>
                  <a:lnTo>
                    <a:pt x="1190676" y="1473674"/>
                  </a:lnTo>
                  <a:lnTo>
                    <a:pt x="1190694" y="1473675"/>
                  </a:lnTo>
                  <a:lnTo>
                    <a:pt x="1190712" y="1473679"/>
                  </a:lnTo>
                  <a:lnTo>
                    <a:pt x="1190730" y="1473685"/>
                  </a:lnTo>
                  <a:lnTo>
                    <a:pt x="1190748" y="1473695"/>
                  </a:lnTo>
                  <a:lnTo>
                    <a:pt x="1190766" y="1473707"/>
                  </a:lnTo>
                  <a:lnTo>
                    <a:pt x="1190784" y="1473719"/>
                  </a:lnTo>
                  <a:lnTo>
                    <a:pt x="1190802" y="1473734"/>
                  </a:lnTo>
                  <a:lnTo>
                    <a:pt x="1190820" y="1473750"/>
                  </a:lnTo>
                  <a:lnTo>
                    <a:pt x="1190838" y="1473760"/>
                  </a:lnTo>
                  <a:lnTo>
                    <a:pt x="1190857" y="1473769"/>
                  </a:lnTo>
                  <a:lnTo>
                    <a:pt x="1190878" y="1473781"/>
                  </a:lnTo>
                  <a:lnTo>
                    <a:pt x="1190887" y="1473785"/>
                  </a:lnTo>
                  <a:lnTo>
                    <a:pt x="1190896" y="1473789"/>
                  </a:lnTo>
                  <a:lnTo>
                    <a:pt x="1190911" y="1473789"/>
                  </a:lnTo>
                  <a:lnTo>
                    <a:pt x="1190929" y="1473787"/>
                  </a:lnTo>
                  <a:lnTo>
                    <a:pt x="1190935" y="1473784"/>
                  </a:lnTo>
                  <a:lnTo>
                    <a:pt x="1190940" y="1473783"/>
                  </a:lnTo>
                  <a:lnTo>
                    <a:pt x="1190951" y="1473784"/>
                  </a:lnTo>
                  <a:lnTo>
                    <a:pt x="1190965" y="1473792"/>
                  </a:lnTo>
                  <a:lnTo>
                    <a:pt x="1190983" y="1473799"/>
                  </a:lnTo>
                  <a:lnTo>
                    <a:pt x="1191001" y="1473810"/>
                  </a:lnTo>
                  <a:lnTo>
                    <a:pt x="1191020" y="1473823"/>
                  </a:lnTo>
                  <a:lnTo>
                    <a:pt x="1191038" y="1473838"/>
                  </a:lnTo>
                  <a:lnTo>
                    <a:pt x="1191053" y="1473853"/>
                  </a:lnTo>
                  <a:lnTo>
                    <a:pt x="1191071" y="1473864"/>
                  </a:lnTo>
                  <a:lnTo>
                    <a:pt x="1191089" y="1473874"/>
                  </a:lnTo>
                  <a:lnTo>
                    <a:pt x="1191107" y="1473885"/>
                  </a:lnTo>
                  <a:lnTo>
                    <a:pt x="1191114" y="1473888"/>
                  </a:lnTo>
                  <a:lnTo>
                    <a:pt x="1191125" y="1473898"/>
                  </a:lnTo>
                  <a:lnTo>
                    <a:pt x="1191129" y="1473902"/>
                  </a:lnTo>
                  <a:lnTo>
                    <a:pt x="1191134" y="1473908"/>
                  </a:lnTo>
                  <a:lnTo>
                    <a:pt x="1191136" y="1473917"/>
                  </a:lnTo>
                  <a:lnTo>
                    <a:pt x="1191142" y="1473935"/>
                  </a:lnTo>
                  <a:lnTo>
                    <a:pt x="1191142" y="1473942"/>
                  </a:lnTo>
                  <a:lnTo>
                    <a:pt x="1191146" y="1473954"/>
                  </a:lnTo>
                  <a:lnTo>
                    <a:pt x="1191148" y="1473962"/>
                  </a:lnTo>
                  <a:lnTo>
                    <a:pt x="1191154" y="1473972"/>
                  </a:lnTo>
                  <a:lnTo>
                    <a:pt x="1191164" y="1473990"/>
                  </a:lnTo>
                  <a:lnTo>
                    <a:pt x="1191165" y="1473997"/>
                  </a:lnTo>
                  <a:lnTo>
                    <a:pt x="1191172" y="1474009"/>
                  </a:lnTo>
                  <a:lnTo>
                    <a:pt x="1191186" y="1474027"/>
                  </a:lnTo>
                  <a:lnTo>
                    <a:pt x="1191195" y="1474046"/>
                  </a:lnTo>
                  <a:lnTo>
                    <a:pt x="1191204" y="1474065"/>
                  </a:lnTo>
                  <a:lnTo>
                    <a:pt x="1191212" y="1474083"/>
                  </a:lnTo>
                  <a:lnTo>
                    <a:pt x="1191219" y="1474091"/>
                  </a:lnTo>
                  <a:lnTo>
                    <a:pt x="1191227" y="1474100"/>
                  </a:lnTo>
                  <a:lnTo>
                    <a:pt x="1191234" y="1474109"/>
                  </a:lnTo>
                  <a:lnTo>
                    <a:pt x="1191241" y="1474117"/>
                  </a:lnTo>
                  <a:lnTo>
                    <a:pt x="1191259" y="1474129"/>
                  </a:lnTo>
                  <a:lnTo>
                    <a:pt x="1191277" y="1474143"/>
                  </a:lnTo>
                  <a:lnTo>
                    <a:pt x="1191295" y="1474156"/>
                  </a:lnTo>
                  <a:lnTo>
                    <a:pt x="1191313" y="1474172"/>
                  </a:lnTo>
                  <a:lnTo>
                    <a:pt x="1191331" y="1474188"/>
                  </a:lnTo>
                  <a:lnTo>
                    <a:pt x="1191349" y="1474206"/>
                  </a:lnTo>
                  <a:lnTo>
                    <a:pt x="1191366" y="1474223"/>
                  </a:lnTo>
                  <a:lnTo>
                    <a:pt x="1191384" y="1474236"/>
                  </a:lnTo>
                  <a:lnTo>
                    <a:pt x="1191389" y="1474241"/>
                  </a:lnTo>
                  <a:lnTo>
                    <a:pt x="1191397" y="1474254"/>
                  </a:lnTo>
                  <a:lnTo>
                    <a:pt x="1191403" y="1474272"/>
                  </a:lnTo>
                  <a:lnTo>
                    <a:pt x="1191411" y="1474291"/>
                  </a:lnTo>
                  <a:lnTo>
                    <a:pt x="1191427" y="1474309"/>
                  </a:lnTo>
                  <a:lnTo>
                    <a:pt x="1191440" y="1474324"/>
                  </a:lnTo>
                  <a:lnTo>
                    <a:pt x="1191443" y="1474329"/>
                  </a:lnTo>
                  <a:lnTo>
                    <a:pt x="1191449" y="1474346"/>
                  </a:lnTo>
                  <a:lnTo>
                    <a:pt x="1191451" y="1474358"/>
                  </a:lnTo>
                  <a:lnTo>
                    <a:pt x="1191455" y="1474364"/>
                  </a:lnTo>
                  <a:lnTo>
                    <a:pt x="1191458" y="1474370"/>
                  </a:lnTo>
                  <a:lnTo>
                    <a:pt x="1191468" y="1474383"/>
                  </a:lnTo>
                  <a:lnTo>
                    <a:pt x="1191481" y="1474401"/>
                  </a:lnTo>
                  <a:lnTo>
                    <a:pt x="1191484" y="1474409"/>
                  </a:lnTo>
                  <a:lnTo>
                    <a:pt x="1191483" y="1474422"/>
                  </a:lnTo>
                  <a:lnTo>
                    <a:pt x="1191476" y="1474439"/>
                  </a:lnTo>
                  <a:lnTo>
                    <a:pt x="1191466" y="1474455"/>
                  </a:lnTo>
                  <a:lnTo>
                    <a:pt x="1191453" y="1474475"/>
                  </a:lnTo>
                  <a:lnTo>
                    <a:pt x="1191445" y="1474501"/>
                  </a:lnTo>
                  <a:lnTo>
                    <a:pt x="1191443" y="1474511"/>
                  </a:lnTo>
                  <a:lnTo>
                    <a:pt x="1191441" y="1474519"/>
                  </a:lnTo>
                  <a:lnTo>
                    <a:pt x="1191439" y="1474535"/>
                  </a:lnTo>
                  <a:lnTo>
                    <a:pt x="1191442" y="1474548"/>
                  </a:lnTo>
                  <a:lnTo>
                    <a:pt x="1191445" y="1474567"/>
                  </a:lnTo>
                  <a:lnTo>
                    <a:pt x="1191447" y="1474585"/>
                  </a:lnTo>
                  <a:lnTo>
                    <a:pt x="1191450" y="1474603"/>
                  </a:lnTo>
                  <a:lnTo>
                    <a:pt x="1191454" y="1474622"/>
                  </a:lnTo>
                  <a:lnTo>
                    <a:pt x="1191455" y="1474629"/>
                  </a:lnTo>
                  <a:lnTo>
                    <a:pt x="1191462" y="1474640"/>
                  </a:lnTo>
                  <a:lnTo>
                    <a:pt x="1191471" y="1474659"/>
                  </a:lnTo>
                  <a:lnTo>
                    <a:pt x="1191486" y="1474677"/>
                  </a:lnTo>
                  <a:lnTo>
                    <a:pt x="1191501" y="1474694"/>
                  </a:lnTo>
                  <a:lnTo>
                    <a:pt x="1191509" y="1474703"/>
                  </a:lnTo>
                  <a:lnTo>
                    <a:pt x="1191524" y="1474720"/>
                  </a:lnTo>
                  <a:lnTo>
                    <a:pt x="1191534" y="1474732"/>
                  </a:lnTo>
                  <a:lnTo>
                    <a:pt x="1191548" y="1474742"/>
                  </a:lnTo>
                  <a:lnTo>
                    <a:pt x="1191564" y="1474758"/>
                  </a:lnTo>
                  <a:lnTo>
                    <a:pt x="1191581" y="1474772"/>
                  </a:lnTo>
                  <a:lnTo>
                    <a:pt x="1191598" y="1474788"/>
                  </a:lnTo>
                  <a:lnTo>
                    <a:pt x="1191613" y="1474804"/>
                  </a:lnTo>
                  <a:lnTo>
                    <a:pt x="1191624" y="1474822"/>
                  </a:lnTo>
                  <a:lnTo>
                    <a:pt x="1191639" y="1474841"/>
                  </a:lnTo>
                  <a:lnTo>
                    <a:pt x="1191652" y="1474859"/>
                  </a:lnTo>
                  <a:lnTo>
                    <a:pt x="1191669" y="1474875"/>
                  </a:lnTo>
                  <a:lnTo>
                    <a:pt x="1191686" y="1474890"/>
                  </a:lnTo>
                  <a:lnTo>
                    <a:pt x="1191700" y="1474908"/>
                  </a:lnTo>
                  <a:lnTo>
                    <a:pt x="1191705" y="1474917"/>
                  </a:lnTo>
                  <a:lnTo>
                    <a:pt x="1191708" y="1474927"/>
                  </a:lnTo>
                  <a:lnTo>
                    <a:pt x="1191711" y="1474938"/>
                  </a:lnTo>
                  <a:lnTo>
                    <a:pt x="1191711" y="1474945"/>
                  </a:lnTo>
                  <a:lnTo>
                    <a:pt x="1191714" y="1474964"/>
                  </a:lnTo>
                  <a:lnTo>
                    <a:pt x="1191716" y="1474982"/>
                  </a:lnTo>
                  <a:lnTo>
                    <a:pt x="1191716" y="1475001"/>
                  </a:lnTo>
                  <a:lnTo>
                    <a:pt x="1191718" y="1475020"/>
                  </a:lnTo>
                  <a:lnTo>
                    <a:pt x="1191719" y="1475038"/>
                  </a:lnTo>
                  <a:lnTo>
                    <a:pt x="1191718" y="1475056"/>
                  </a:lnTo>
                  <a:lnTo>
                    <a:pt x="1191714" y="1475075"/>
                  </a:lnTo>
                  <a:lnTo>
                    <a:pt x="1191706" y="1475100"/>
                  </a:lnTo>
                  <a:lnTo>
                    <a:pt x="1191703" y="1475112"/>
                  </a:lnTo>
                  <a:lnTo>
                    <a:pt x="1191699" y="1475130"/>
                  </a:lnTo>
                  <a:lnTo>
                    <a:pt x="1191696" y="1475149"/>
                  </a:lnTo>
                  <a:lnTo>
                    <a:pt x="1191694" y="1475167"/>
                  </a:lnTo>
                  <a:lnTo>
                    <a:pt x="1191692" y="1475176"/>
                  </a:lnTo>
                  <a:lnTo>
                    <a:pt x="1191687" y="1475194"/>
                  </a:lnTo>
                  <a:lnTo>
                    <a:pt x="1191669" y="1475278"/>
                  </a:lnTo>
                  <a:lnTo>
                    <a:pt x="1191669" y="1475287"/>
                  </a:lnTo>
                  <a:lnTo>
                    <a:pt x="1191665" y="1475305"/>
                  </a:lnTo>
                  <a:lnTo>
                    <a:pt x="1191664" y="1475324"/>
                  </a:lnTo>
                  <a:lnTo>
                    <a:pt x="1191661" y="1475342"/>
                  </a:lnTo>
                  <a:lnTo>
                    <a:pt x="1191659" y="1475361"/>
                  </a:lnTo>
                  <a:lnTo>
                    <a:pt x="1191657" y="1475379"/>
                  </a:lnTo>
                  <a:lnTo>
                    <a:pt x="1191656" y="1475398"/>
                  </a:lnTo>
                  <a:lnTo>
                    <a:pt x="1191655" y="1475416"/>
                  </a:lnTo>
                  <a:lnTo>
                    <a:pt x="1191653" y="1475435"/>
                  </a:lnTo>
                  <a:lnTo>
                    <a:pt x="1191651" y="1475447"/>
                  </a:lnTo>
                  <a:lnTo>
                    <a:pt x="1191647" y="1475458"/>
                  </a:lnTo>
                  <a:lnTo>
                    <a:pt x="1191636" y="1475468"/>
                  </a:lnTo>
                  <a:lnTo>
                    <a:pt x="1191623" y="1475473"/>
                  </a:lnTo>
                  <a:lnTo>
                    <a:pt x="1191615" y="1475482"/>
                  </a:lnTo>
                  <a:lnTo>
                    <a:pt x="1191599" y="1475510"/>
                  </a:lnTo>
                  <a:lnTo>
                    <a:pt x="1191571" y="1475578"/>
                  </a:lnTo>
                  <a:lnTo>
                    <a:pt x="1191560" y="1475598"/>
                  </a:lnTo>
                  <a:lnTo>
                    <a:pt x="1191522" y="1475628"/>
                  </a:lnTo>
                  <a:lnTo>
                    <a:pt x="1191504" y="1475645"/>
                  </a:lnTo>
                  <a:lnTo>
                    <a:pt x="1191486" y="1475660"/>
                  </a:lnTo>
                  <a:lnTo>
                    <a:pt x="1191468" y="1475674"/>
                  </a:lnTo>
                  <a:lnTo>
                    <a:pt x="1191450" y="1475685"/>
                  </a:lnTo>
                  <a:lnTo>
                    <a:pt x="1191432" y="1475697"/>
                  </a:lnTo>
                  <a:lnTo>
                    <a:pt x="1191414" y="1475705"/>
                  </a:lnTo>
                  <a:lnTo>
                    <a:pt x="1191396" y="1475714"/>
                  </a:lnTo>
                  <a:lnTo>
                    <a:pt x="1191378" y="1475725"/>
                  </a:lnTo>
                  <a:lnTo>
                    <a:pt x="1191362" y="1475735"/>
                  </a:lnTo>
                  <a:lnTo>
                    <a:pt x="1191357" y="1475740"/>
                  </a:lnTo>
                  <a:lnTo>
                    <a:pt x="1191349" y="1475752"/>
                  </a:lnTo>
                  <a:lnTo>
                    <a:pt x="1191342" y="1475773"/>
                  </a:lnTo>
                  <a:lnTo>
                    <a:pt x="1191338" y="1475792"/>
                  </a:lnTo>
                  <a:lnTo>
                    <a:pt x="1191333" y="1475810"/>
                  </a:lnTo>
                  <a:lnTo>
                    <a:pt x="1191329" y="1475828"/>
                  </a:lnTo>
                  <a:lnTo>
                    <a:pt x="1191320" y="1475847"/>
                  </a:lnTo>
                  <a:lnTo>
                    <a:pt x="1191307" y="1475866"/>
                  </a:lnTo>
                  <a:lnTo>
                    <a:pt x="1191300" y="1475874"/>
                  </a:lnTo>
                  <a:lnTo>
                    <a:pt x="1191294" y="1475883"/>
                  </a:lnTo>
                  <a:lnTo>
                    <a:pt x="1191281" y="1475901"/>
                  </a:lnTo>
                  <a:lnTo>
                    <a:pt x="1191266" y="1475920"/>
                  </a:lnTo>
                  <a:lnTo>
                    <a:pt x="1191263" y="1475924"/>
                  </a:lnTo>
                  <a:lnTo>
                    <a:pt x="1191259" y="1475928"/>
                  </a:lnTo>
                  <a:lnTo>
                    <a:pt x="1191257" y="1475940"/>
                  </a:lnTo>
                  <a:lnTo>
                    <a:pt x="1191258" y="1475957"/>
                  </a:lnTo>
                  <a:lnTo>
                    <a:pt x="1191257" y="1475976"/>
                  </a:lnTo>
                  <a:lnTo>
                    <a:pt x="1191256" y="1475994"/>
                  </a:lnTo>
                  <a:lnTo>
                    <a:pt x="1191254" y="1476013"/>
                  </a:lnTo>
                  <a:lnTo>
                    <a:pt x="1191250" y="1476031"/>
                  </a:lnTo>
                  <a:lnTo>
                    <a:pt x="1191243" y="1476058"/>
                  </a:lnTo>
                  <a:lnTo>
                    <a:pt x="1191240" y="1476079"/>
                  </a:lnTo>
                  <a:lnTo>
                    <a:pt x="1191241" y="1476086"/>
                  </a:lnTo>
                  <a:lnTo>
                    <a:pt x="1191244" y="1476105"/>
                  </a:lnTo>
                  <a:lnTo>
                    <a:pt x="1191248" y="1476123"/>
                  </a:lnTo>
                  <a:lnTo>
                    <a:pt x="1191250" y="1476142"/>
                  </a:lnTo>
                  <a:lnTo>
                    <a:pt x="1191255" y="1476179"/>
                  </a:lnTo>
                  <a:lnTo>
                    <a:pt x="1191259" y="1476192"/>
                  </a:lnTo>
                  <a:lnTo>
                    <a:pt x="1191266" y="1476207"/>
                  </a:lnTo>
                  <a:lnTo>
                    <a:pt x="1191268" y="1476234"/>
                  </a:lnTo>
                  <a:lnTo>
                    <a:pt x="1191268" y="1476253"/>
                  </a:lnTo>
                  <a:lnTo>
                    <a:pt x="1191264" y="1476269"/>
                  </a:lnTo>
                  <a:lnTo>
                    <a:pt x="1191259" y="1476284"/>
                  </a:lnTo>
                  <a:lnTo>
                    <a:pt x="1191259" y="1476294"/>
                  </a:lnTo>
                  <a:lnTo>
                    <a:pt x="1191265" y="1476308"/>
                  </a:lnTo>
                  <a:lnTo>
                    <a:pt x="1191271" y="1476326"/>
                  </a:lnTo>
                  <a:lnTo>
                    <a:pt x="1191282" y="1476345"/>
                  </a:lnTo>
                  <a:lnTo>
                    <a:pt x="1191291" y="1476365"/>
                  </a:lnTo>
                  <a:lnTo>
                    <a:pt x="1191295" y="1476382"/>
                  </a:lnTo>
                  <a:lnTo>
                    <a:pt x="1191293" y="1476401"/>
                  </a:lnTo>
                  <a:lnTo>
                    <a:pt x="1191293" y="1476419"/>
                  </a:lnTo>
                  <a:lnTo>
                    <a:pt x="1191293" y="1476437"/>
                  </a:lnTo>
                  <a:lnTo>
                    <a:pt x="1191295" y="1476456"/>
                  </a:lnTo>
                  <a:lnTo>
                    <a:pt x="1191301" y="1476474"/>
                  </a:lnTo>
                  <a:lnTo>
                    <a:pt x="1191310" y="1476493"/>
                  </a:lnTo>
                  <a:lnTo>
                    <a:pt x="1191316" y="1476511"/>
                  </a:lnTo>
                  <a:lnTo>
                    <a:pt x="1191323" y="1476530"/>
                  </a:lnTo>
                  <a:lnTo>
                    <a:pt x="1191333" y="1476549"/>
                  </a:lnTo>
                  <a:lnTo>
                    <a:pt x="1191345" y="1476567"/>
                  </a:lnTo>
                  <a:lnTo>
                    <a:pt x="1191356" y="1476585"/>
                  </a:lnTo>
                  <a:lnTo>
                    <a:pt x="1191365" y="1476604"/>
                  </a:lnTo>
                  <a:lnTo>
                    <a:pt x="1191371" y="1476622"/>
                  </a:lnTo>
                  <a:lnTo>
                    <a:pt x="1191378" y="1476641"/>
                  </a:lnTo>
                  <a:lnTo>
                    <a:pt x="1191385" y="1476659"/>
                  </a:lnTo>
                  <a:lnTo>
                    <a:pt x="1191390" y="1476677"/>
                  </a:lnTo>
                  <a:lnTo>
                    <a:pt x="1191394" y="1476696"/>
                  </a:lnTo>
                  <a:lnTo>
                    <a:pt x="1191398" y="1476714"/>
                  </a:lnTo>
                  <a:lnTo>
                    <a:pt x="1191407" y="1476747"/>
                  </a:lnTo>
                  <a:lnTo>
                    <a:pt x="1191412" y="1476754"/>
                  </a:lnTo>
                  <a:lnTo>
                    <a:pt x="1191426" y="1476752"/>
                  </a:lnTo>
                  <a:lnTo>
                    <a:pt x="1191458" y="1476732"/>
                  </a:lnTo>
                  <a:lnTo>
                    <a:pt x="1191493" y="1476708"/>
                  </a:lnTo>
                  <a:lnTo>
                    <a:pt x="1191538" y="1476702"/>
                  </a:lnTo>
                  <a:lnTo>
                    <a:pt x="1191578" y="1476699"/>
                  </a:lnTo>
                  <a:lnTo>
                    <a:pt x="1191627" y="1476704"/>
                  </a:lnTo>
                  <a:lnTo>
                    <a:pt x="1191645" y="1476705"/>
                  </a:lnTo>
                  <a:lnTo>
                    <a:pt x="1191663" y="1476706"/>
                  </a:lnTo>
                  <a:lnTo>
                    <a:pt x="1191681" y="1476706"/>
                  </a:lnTo>
                  <a:lnTo>
                    <a:pt x="1191687" y="1476705"/>
                  </a:lnTo>
                  <a:lnTo>
                    <a:pt x="1191699" y="1476706"/>
                  </a:lnTo>
                  <a:lnTo>
                    <a:pt x="1191717" y="1476706"/>
                  </a:lnTo>
                  <a:lnTo>
                    <a:pt x="1191735" y="1476706"/>
                  </a:lnTo>
                  <a:lnTo>
                    <a:pt x="1191753" y="1476708"/>
                  </a:lnTo>
                  <a:lnTo>
                    <a:pt x="1191771" y="1476708"/>
                  </a:lnTo>
                  <a:lnTo>
                    <a:pt x="1191780" y="1476710"/>
                  </a:lnTo>
                  <a:lnTo>
                    <a:pt x="1191791" y="1476711"/>
                  </a:lnTo>
                  <a:lnTo>
                    <a:pt x="1191796" y="1476707"/>
                  </a:lnTo>
                  <a:lnTo>
                    <a:pt x="1191799" y="1476696"/>
                  </a:lnTo>
                  <a:lnTo>
                    <a:pt x="1191802" y="1476691"/>
                  </a:lnTo>
                  <a:lnTo>
                    <a:pt x="1191807" y="1476678"/>
                  </a:lnTo>
                  <a:lnTo>
                    <a:pt x="1191809" y="1476670"/>
                  </a:lnTo>
                  <a:lnTo>
                    <a:pt x="1191816" y="1476659"/>
                  </a:lnTo>
                  <a:lnTo>
                    <a:pt x="1191823" y="1476641"/>
                  </a:lnTo>
                  <a:lnTo>
                    <a:pt x="1191828" y="1476622"/>
                  </a:lnTo>
                  <a:lnTo>
                    <a:pt x="1191834" y="1476604"/>
                  </a:lnTo>
                  <a:lnTo>
                    <a:pt x="1191838" y="1476585"/>
                  </a:lnTo>
                  <a:lnTo>
                    <a:pt x="1191841" y="1476567"/>
                  </a:lnTo>
                  <a:lnTo>
                    <a:pt x="1191845" y="1476548"/>
                  </a:lnTo>
                  <a:lnTo>
                    <a:pt x="1191847" y="1476540"/>
                  </a:lnTo>
                  <a:lnTo>
                    <a:pt x="1191847" y="1476530"/>
                  </a:lnTo>
                  <a:lnTo>
                    <a:pt x="1191853" y="1476509"/>
                  </a:lnTo>
                  <a:lnTo>
                    <a:pt x="1191863" y="1476493"/>
                  </a:lnTo>
                  <a:lnTo>
                    <a:pt x="1191867" y="1476489"/>
                  </a:lnTo>
                  <a:lnTo>
                    <a:pt x="1191881" y="1476483"/>
                  </a:lnTo>
                  <a:lnTo>
                    <a:pt x="1191899" y="1476474"/>
                  </a:lnTo>
                  <a:lnTo>
                    <a:pt x="1191917" y="1476465"/>
                  </a:lnTo>
                  <a:lnTo>
                    <a:pt x="1191934" y="1476451"/>
                  </a:lnTo>
                  <a:lnTo>
                    <a:pt x="1191949" y="1476433"/>
                  </a:lnTo>
                  <a:lnTo>
                    <a:pt x="1191960" y="1476415"/>
                  </a:lnTo>
                  <a:lnTo>
                    <a:pt x="1191969" y="1476400"/>
                  </a:lnTo>
                  <a:lnTo>
                    <a:pt x="1191972" y="1476392"/>
                  </a:lnTo>
                  <a:lnTo>
                    <a:pt x="1191983" y="1476377"/>
                  </a:lnTo>
                  <a:lnTo>
                    <a:pt x="1191991" y="1476359"/>
                  </a:lnTo>
                  <a:lnTo>
                    <a:pt x="1192003" y="1476341"/>
                  </a:lnTo>
                  <a:lnTo>
                    <a:pt x="1192016" y="1476323"/>
                  </a:lnTo>
                  <a:lnTo>
                    <a:pt x="1192029" y="1476304"/>
                  </a:lnTo>
                  <a:lnTo>
                    <a:pt x="1192042" y="1476287"/>
                  </a:lnTo>
                  <a:lnTo>
                    <a:pt x="1192058" y="1476269"/>
                  </a:lnTo>
                  <a:lnTo>
                    <a:pt x="1192065" y="1476264"/>
                  </a:lnTo>
                  <a:lnTo>
                    <a:pt x="1192076" y="1476259"/>
                  </a:lnTo>
                  <a:lnTo>
                    <a:pt x="1192094" y="1476259"/>
                  </a:lnTo>
                  <a:lnTo>
                    <a:pt x="1192113" y="1476258"/>
                  </a:lnTo>
                  <a:lnTo>
                    <a:pt x="1192131" y="1476258"/>
                  </a:lnTo>
                  <a:lnTo>
                    <a:pt x="1192149" y="1476262"/>
                  </a:lnTo>
                  <a:lnTo>
                    <a:pt x="1192164" y="1476271"/>
                  </a:lnTo>
                  <a:lnTo>
                    <a:pt x="1192168" y="1476274"/>
                  </a:lnTo>
                  <a:lnTo>
                    <a:pt x="1192180" y="1476281"/>
                  </a:lnTo>
                  <a:lnTo>
                    <a:pt x="1192191" y="1476289"/>
                  </a:lnTo>
                  <a:lnTo>
                    <a:pt x="1192196" y="1476291"/>
                  </a:lnTo>
                  <a:lnTo>
                    <a:pt x="1192210" y="1476294"/>
                  </a:lnTo>
                  <a:lnTo>
                    <a:pt x="1192225" y="1476295"/>
                  </a:lnTo>
                  <a:lnTo>
                    <a:pt x="1192242" y="1476292"/>
                  </a:lnTo>
                  <a:lnTo>
                    <a:pt x="1192263" y="1476288"/>
                  </a:lnTo>
                  <a:lnTo>
                    <a:pt x="1192275" y="1476287"/>
                  </a:lnTo>
                  <a:lnTo>
                    <a:pt x="1192293" y="1476286"/>
                  </a:lnTo>
                  <a:lnTo>
                    <a:pt x="1192311" y="1476286"/>
                  </a:lnTo>
                  <a:lnTo>
                    <a:pt x="1192329" y="1476284"/>
                  </a:lnTo>
                  <a:lnTo>
                    <a:pt x="1192335" y="1476280"/>
                  </a:lnTo>
                  <a:lnTo>
                    <a:pt x="1192338" y="1476273"/>
                  </a:lnTo>
                  <a:lnTo>
                    <a:pt x="1192348" y="1476258"/>
                  </a:lnTo>
                  <a:lnTo>
                    <a:pt x="1192382" y="1476198"/>
                  </a:lnTo>
                  <a:lnTo>
                    <a:pt x="1192414" y="1476138"/>
                  </a:lnTo>
                  <a:lnTo>
                    <a:pt x="1192420" y="1476129"/>
                  </a:lnTo>
                  <a:lnTo>
                    <a:pt x="1192428" y="1476116"/>
                  </a:lnTo>
                  <a:lnTo>
                    <a:pt x="1192447" y="1476092"/>
                  </a:lnTo>
                  <a:lnTo>
                    <a:pt x="1192473" y="1476053"/>
                  </a:lnTo>
                  <a:lnTo>
                    <a:pt x="1192486" y="1476039"/>
                  </a:lnTo>
                  <a:lnTo>
                    <a:pt x="1192509" y="1476022"/>
                  </a:lnTo>
                  <a:lnTo>
                    <a:pt x="1192527" y="1476013"/>
                  </a:lnTo>
                  <a:lnTo>
                    <a:pt x="1192545" y="1476006"/>
                  </a:lnTo>
                  <a:lnTo>
                    <a:pt x="1192563" y="1476000"/>
                  </a:lnTo>
                  <a:lnTo>
                    <a:pt x="1192581" y="1475998"/>
                  </a:lnTo>
                  <a:lnTo>
                    <a:pt x="1192599" y="1475997"/>
                  </a:lnTo>
                  <a:lnTo>
                    <a:pt x="1192617" y="1475995"/>
                  </a:lnTo>
                  <a:lnTo>
                    <a:pt x="1192635" y="1475995"/>
                  </a:lnTo>
                  <a:lnTo>
                    <a:pt x="1192653" y="1475997"/>
                  </a:lnTo>
                  <a:lnTo>
                    <a:pt x="1192671" y="1475999"/>
                  </a:lnTo>
                  <a:lnTo>
                    <a:pt x="1192689" y="1475998"/>
                  </a:lnTo>
                  <a:lnTo>
                    <a:pt x="1192697" y="1475996"/>
                  </a:lnTo>
                  <a:lnTo>
                    <a:pt x="1192706" y="1475991"/>
                  </a:lnTo>
                  <a:lnTo>
                    <a:pt x="1192706" y="1475981"/>
                  </a:lnTo>
                  <a:lnTo>
                    <a:pt x="1192707" y="1475970"/>
                  </a:lnTo>
                  <a:lnTo>
                    <a:pt x="1192709" y="1475952"/>
                  </a:lnTo>
                  <a:lnTo>
                    <a:pt x="1192712" y="1475940"/>
                  </a:lnTo>
                  <a:lnTo>
                    <a:pt x="1192713" y="1475934"/>
                  </a:lnTo>
                  <a:lnTo>
                    <a:pt x="1192716" y="1475915"/>
                  </a:lnTo>
                  <a:lnTo>
                    <a:pt x="1192722" y="1475897"/>
                  </a:lnTo>
                  <a:lnTo>
                    <a:pt x="1192726" y="1475883"/>
                  </a:lnTo>
                  <a:lnTo>
                    <a:pt x="1192730" y="1475878"/>
                  </a:lnTo>
                  <a:lnTo>
                    <a:pt x="1192732" y="1475871"/>
                  </a:lnTo>
                  <a:lnTo>
                    <a:pt x="1192740" y="1475860"/>
                  </a:lnTo>
                  <a:lnTo>
                    <a:pt x="1192758" y="1475841"/>
                  </a:lnTo>
                  <a:lnTo>
                    <a:pt x="1192767" y="1475820"/>
                  </a:lnTo>
                  <a:lnTo>
                    <a:pt x="1192773" y="1475800"/>
                  </a:lnTo>
                  <a:lnTo>
                    <a:pt x="1192775" y="1475783"/>
                  </a:lnTo>
                  <a:lnTo>
                    <a:pt x="1192778" y="1475761"/>
                  </a:lnTo>
                  <a:lnTo>
                    <a:pt x="1192779" y="1475743"/>
                  </a:lnTo>
                  <a:lnTo>
                    <a:pt x="1192778" y="1475724"/>
                  </a:lnTo>
                  <a:lnTo>
                    <a:pt x="1192778" y="1475703"/>
                  </a:lnTo>
                  <a:lnTo>
                    <a:pt x="1192781" y="1475684"/>
                  </a:lnTo>
                  <a:lnTo>
                    <a:pt x="1192782" y="1475671"/>
                  </a:lnTo>
                  <a:lnTo>
                    <a:pt x="1192785" y="1475664"/>
                  </a:lnTo>
                  <a:lnTo>
                    <a:pt x="1192794" y="1475648"/>
                  </a:lnTo>
                  <a:lnTo>
                    <a:pt x="1192807" y="1475629"/>
                  </a:lnTo>
                  <a:lnTo>
                    <a:pt x="1192819" y="1475611"/>
                  </a:lnTo>
                  <a:lnTo>
                    <a:pt x="1192835" y="1475592"/>
                  </a:lnTo>
                  <a:lnTo>
                    <a:pt x="1192850" y="1475572"/>
                  </a:lnTo>
                  <a:lnTo>
                    <a:pt x="1192862" y="1475556"/>
                  </a:lnTo>
                  <a:lnTo>
                    <a:pt x="1192879" y="1475538"/>
                  </a:lnTo>
                  <a:lnTo>
                    <a:pt x="1192894" y="1475519"/>
                  </a:lnTo>
                  <a:lnTo>
                    <a:pt x="1192909" y="1475503"/>
                  </a:lnTo>
                  <a:lnTo>
                    <a:pt x="1192925" y="1475487"/>
                  </a:lnTo>
                  <a:lnTo>
                    <a:pt x="1192942" y="1475470"/>
                  </a:lnTo>
                  <a:lnTo>
                    <a:pt x="1192959" y="1475453"/>
                  </a:lnTo>
                  <a:lnTo>
                    <a:pt x="1192975" y="1475438"/>
                  </a:lnTo>
                  <a:lnTo>
                    <a:pt x="1192983" y="1475433"/>
                  </a:lnTo>
                  <a:lnTo>
                    <a:pt x="1192998" y="1475434"/>
                  </a:lnTo>
                  <a:lnTo>
                    <a:pt x="1193024" y="1475438"/>
                  </a:lnTo>
                  <a:lnTo>
                    <a:pt x="1193048" y="1475440"/>
                  </a:lnTo>
                  <a:lnTo>
                    <a:pt x="1193066" y="1475443"/>
                  </a:lnTo>
                  <a:lnTo>
                    <a:pt x="1193084" y="1475444"/>
                  </a:lnTo>
                  <a:lnTo>
                    <a:pt x="1193102" y="1475441"/>
                  </a:lnTo>
                  <a:lnTo>
                    <a:pt x="1193120" y="1475440"/>
                  </a:lnTo>
                  <a:lnTo>
                    <a:pt x="1193127" y="1475440"/>
                  </a:lnTo>
                  <a:lnTo>
                    <a:pt x="1193138" y="1475443"/>
                  </a:lnTo>
                  <a:lnTo>
                    <a:pt x="1193145" y="1475445"/>
                  </a:lnTo>
                  <a:lnTo>
                    <a:pt x="1193156" y="1475451"/>
                  </a:lnTo>
                  <a:lnTo>
                    <a:pt x="1193174" y="1475458"/>
                  </a:lnTo>
                  <a:lnTo>
                    <a:pt x="1193185" y="1475463"/>
                  </a:lnTo>
                  <a:lnTo>
                    <a:pt x="1193192" y="1475469"/>
                  </a:lnTo>
                  <a:lnTo>
                    <a:pt x="1193210" y="1475483"/>
                  </a:lnTo>
                  <a:lnTo>
                    <a:pt x="1193228" y="1475494"/>
                  </a:lnTo>
                  <a:lnTo>
                    <a:pt x="1193247" y="1475505"/>
                  </a:lnTo>
                  <a:lnTo>
                    <a:pt x="1193263" y="1475512"/>
                  </a:lnTo>
                  <a:lnTo>
                    <a:pt x="1193278" y="1475520"/>
                  </a:lnTo>
                  <a:lnTo>
                    <a:pt x="1193283" y="1475522"/>
                  </a:lnTo>
                  <a:lnTo>
                    <a:pt x="1193299" y="1475527"/>
                  </a:lnTo>
                  <a:lnTo>
                    <a:pt x="1193317" y="1475530"/>
                  </a:lnTo>
                  <a:lnTo>
                    <a:pt x="1193329" y="1475529"/>
                  </a:lnTo>
                  <a:lnTo>
                    <a:pt x="1193335" y="1475524"/>
                  </a:lnTo>
                  <a:lnTo>
                    <a:pt x="1193345" y="1475506"/>
                  </a:lnTo>
                  <a:lnTo>
                    <a:pt x="1193354" y="1475488"/>
                  </a:lnTo>
                  <a:lnTo>
                    <a:pt x="1193363" y="1475469"/>
                  </a:lnTo>
                  <a:lnTo>
                    <a:pt x="1193371" y="1475450"/>
                  </a:lnTo>
                  <a:lnTo>
                    <a:pt x="1193384" y="1475430"/>
                  </a:lnTo>
                  <a:lnTo>
                    <a:pt x="1193393" y="1475413"/>
                  </a:lnTo>
                  <a:lnTo>
                    <a:pt x="1193401" y="1475395"/>
                  </a:lnTo>
                  <a:lnTo>
                    <a:pt x="1193408" y="1475376"/>
                  </a:lnTo>
                  <a:lnTo>
                    <a:pt x="1193414" y="1475358"/>
                  </a:lnTo>
                  <a:lnTo>
                    <a:pt x="1193416" y="1475335"/>
                  </a:lnTo>
                  <a:lnTo>
                    <a:pt x="1193419" y="1475314"/>
                  </a:lnTo>
                  <a:lnTo>
                    <a:pt x="1193425" y="1475281"/>
                  </a:lnTo>
                  <a:lnTo>
                    <a:pt x="1193431" y="1475262"/>
                  </a:lnTo>
                  <a:lnTo>
                    <a:pt x="1193438" y="1475248"/>
                  </a:lnTo>
                  <a:lnTo>
                    <a:pt x="1193447" y="1475231"/>
                  </a:lnTo>
                  <a:lnTo>
                    <a:pt x="1193457" y="1475218"/>
                  </a:lnTo>
                  <a:lnTo>
                    <a:pt x="1193463" y="1475210"/>
                  </a:lnTo>
                  <a:lnTo>
                    <a:pt x="1193470" y="1475201"/>
                  </a:lnTo>
                  <a:lnTo>
                    <a:pt x="1193498" y="1475177"/>
                  </a:lnTo>
                  <a:lnTo>
                    <a:pt x="1193506" y="1475171"/>
                  </a:lnTo>
                  <a:lnTo>
                    <a:pt x="1193516" y="1475169"/>
                  </a:lnTo>
                  <a:lnTo>
                    <a:pt x="1193534" y="1475166"/>
                  </a:lnTo>
                  <a:lnTo>
                    <a:pt x="1193552" y="1475166"/>
                  </a:lnTo>
                  <a:lnTo>
                    <a:pt x="1193570" y="1475160"/>
                  </a:lnTo>
                  <a:lnTo>
                    <a:pt x="1193588" y="1475150"/>
                  </a:lnTo>
                  <a:lnTo>
                    <a:pt x="1193606" y="1475141"/>
                  </a:lnTo>
                  <a:lnTo>
                    <a:pt x="1193624" y="1475129"/>
                  </a:lnTo>
                  <a:lnTo>
                    <a:pt x="1193634" y="1475124"/>
                  </a:lnTo>
                  <a:lnTo>
                    <a:pt x="1193642" y="1475123"/>
                  </a:lnTo>
                  <a:lnTo>
                    <a:pt x="1193660" y="1475120"/>
                  </a:lnTo>
                  <a:lnTo>
                    <a:pt x="1193678" y="1475122"/>
                  </a:lnTo>
                  <a:lnTo>
                    <a:pt x="1193696" y="1475122"/>
                  </a:lnTo>
                  <a:lnTo>
                    <a:pt x="1193706" y="1475122"/>
                  </a:lnTo>
                  <a:lnTo>
                    <a:pt x="1193714" y="1475119"/>
                  </a:lnTo>
                  <a:lnTo>
                    <a:pt x="1193733" y="1475113"/>
                  </a:lnTo>
                  <a:lnTo>
                    <a:pt x="1193751" y="1475103"/>
                  </a:lnTo>
                  <a:lnTo>
                    <a:pt x="1193769" y="1475091"/>
                  </a:lnTo>
                  <a:lnTo>
                    <a:pt x="1193785" y="1475074"/>
                  </a:lnTo>
                  <a:lnTo>
                    <a:pt x="1193801" y="1475056"/>
                  </a:lnTo>
                  <a:lnTo>
                    <a:pt x="1193806" y="1475053"/>
                  </a:lnTo>
                  <a:lnTo>
                    <a:pt x="1193815" y="1475039"/>
                  </a:lnTo>
                  <a:lnTo>
                    <a:pt x="1193829" y="1475022"/>
                  </a:lnTo>
                  <a:lnTo>
                    <a:pt x="1193840" y="1475003"/>
                  </a:lnTo>
                  <a:lnTo>
                    <a:pt x="1193849" y="1474985"/>
                  </a:lnTo>
                  <a:lnTo>
                    <a:pt x="1193857" y="1474966"/>
                  </a:lnTo>
                  <a:lnTo>
                    <a:pt x="1193868" y="1474948"/>
                  </a:lnTo>
                  <a:lnTo>
                    <a:pt x="1193884" y="1474932"/>
                  </a:lnTo>
                  <a:lnTo>
                    <a:pt x="1193900" y="1474916"/>
                  </a:lnTo>
                  <a:lnTo>
                    <a:pt x="1193916" y="1474900"/>
                  </a:lnTo>
                  <a:lnTo>
                    <a:pt x="1193926" y="1474887"/>
                  </a:lnTo>
                  <a:lnTo>
                    <a:pt x="1193928" y="1474881"/>
                  </a:lnTo>
                  <a:lnTo>
                    <a:pt x="1193935" y="1474863"/>
                  </a:lnTo>
                  <a:lnTo>
                    <a:pt x="1193940" y="1474852"/>
                  </a:lnTo>
                  <a:lnTo>
                    <a:pt x="1193946" y="1474844"/>
                  </a:lnTo>
                  <a:lnTo>
                    <a:pt x="1193958" y="1474825"/>
                  </a:lnTo>
                  <a:lnTo>
                    <a:pt x="1193966" y="1474817"/>
                  </a:lnTo>
                  <a:lnTo>
                    <a:pt x="1193976" y="1474811"/>
                  </a:lnTo>
                  <a:lnTo>
                    <a:pt x="1193980" y="1474807"/>
                  </a:lnTo>
                  <a:lnTo>
                    <a:pt x="1193994" y="1474799"/>
                  </a:lnTo>
                  <a:lnTo>
                    <a:pt x="1194012" y="1474791"/>
                  </a:lnTo>
                  <a:lnTo>
                    <a:pt x="1194023" y="1474785"/>
                  </a:lnTo>
                  <a:lnTo>
                    <a:pt x="1194031" y="1474779"/>
                  </a:lnTo>
                  <a:lnTo>
                    <a:pt x="1194043" y="1474766"/>
                  </a:lnTo>
                  <a:lnTo>
                    <a:pt x="1194054" y="1474749"/>
                  </a:lnTo>
                  <a:lnTo>
                    <a:pt x="1194057" y="1474744"/>
                  </a:lnTo>
                  <a:lnTo>
                    <a:pt x="1194068" y="1474731"/>
                  </a:lnTo>
                  <a:lnTo>
                    <a:pt x="1194086" y="1474717"/>
                  </a:lnTo>
                  <a:lnTo>
                    <a:pt x="1194104" y="1474705"/>
                  </a:lnTo>
                  <a:lnTo>
                    <a:pt x="1194122" y="1474693"/>
                  </a:lnTo>
                  <a:lnTo>
                    <a:pt x="1194184" y="1474667"/>
                  </a:lnTo>
                  <a:lnTo>
                    <a:pt x="1194202" y="1474660"/>
                  </a:lnTo>
                  <a:lnTo>
                    <a:pt x="1194215" y="1474652"/>
                  </a:lnTo>
                  <a:lnTo>
                    <a:pt x="1194222" y="1474646"/>
                  </a:lnTo>
                  <a:lnTo>
                    <a:pt x="1194233" y="1474630"/>
                  </a:lnTo>
                  <a:lnTo>
                    <a:pt x="1194239" y="1474612"/>
                  </a:lnTo>
                  <a:lnTo>
                    <a:pt x="1194240" y="1474593"/>
                  </a:lnTo>
                  <a:lnTo>
                    <a:pt x="1194237" y="1474575"/>
                  </a:lnTo>
                  <a:lnTo>
                    <a:pt x="1194233" y="1474567"/>
                  </a:lnTo>
                  <a:lnTo>
                    <a:pt x="1194227" y="1474556"/>
                  </a:lnTo>
                  <a:lnTo>
                    <a:pt x="1194213" y="1474539"/>
                  </a:lnTo>
                  <a:lnTo>
                    <a:pt x="1194197" y="1474523"/>
                  </a:lnTo>
                  <a:lnTo>
                    <a:pt x="1194179" y="1474505"/>
                  </a:lnTo>
                  <a:lnTo>
                    <a:pt x="1194166" y="1474487"/>
                  </a:lnTo>
                  <a:lnTo>
                    <a:pt x="1194162" y="1474480"/>
                  </a:lnTo>
                  <a:lnTo>
                    <a:pt x="1194157" y="1474468"/>
                  </a:lnTo>
                  <a:lnTo>
                    <a:pt x="1194155" y="1474463"/>
                  </a:lnTo>
                  <a:lnTo>
                    <a:pt x="1194153" y="1474449"/>
                  </a:lnTo>
                  <a:lnTo>
                    <a:pt x="1194154" y="1474431"/>
                  </a:lnTo>
                  <a:lnTo>
                    <a:pt x="1194155" y="1474412"/>
                  </a:lnTo>
                  <a:lnTo>
                    <a:pt x="1194153" y="1474394"/>
                  </a:lnTo>
                  <a:lnTo>
                    <a:pt x="1194150" y="1474375"/>
                  </a:lnTo>
                  <a:lnTo>
                    <a:pt x="1194148" y="1474357"/>
                  </a:lnTo>
                  <a:lnTo>
                    <a:pt x="1194148" y="1474338"/>
                  </a:lnTo>
                  <a:lnTo>
                    <a:pt x="1194146" y="1474320"/>
                  </a:lnTo>
                  <a:lnTo>
                    <a:pt x="1194143" y="1474301"/>
                  </a:lnTo>
                  <a:lnTo>
                    <a:pt x="1194142" y="1474283"/>
                  </a:lnTo>
                  <a:lnTo>
                    <a:pt x="1194144" y="1474276"/>
                  </a:lnTo>
                  <a:lnTo>
                    <a:pt x="1194148" y="1474256"/>
                  </a:lnTo>
                  <a:lnTo>
                    <a:pt x="1194151" y="1474236"/>
                  </a:lnTo>
                  <a:lnTo>
                    <a:pt x="1194154" y="1474215"/>
                  </a:lnTo>
                  <a:lnTo>
                    <a:pt x="1194153" y="1474201"/>
                  </a:lnTo>
                  <a:lnTo>
                    <a:pt x="1194148" y="1474177"/>
                  </a:lnTo>
                  <a:lnTo>
                    <a:pt x="1194146" y="1474167"/>
                  </a:lnTo>
                  <a:lnTo>
                    <a:pt x="1194137" y="1474153"/>
                  </a:lnTo>
                  <a:lnTo>
                    <a:pt x="1194127" y="1474135"/>
                  </a:lnTo>
                  <a:lnTo>
                    <a:pt x="1194116" y="1474116"/>
                  </a:lnTo>
                  <a:lnTo>
                    <a:pt x="1194108" y="1474098"/>
                  </a:lnTo>
                  <a:lnTo>
                    <a:pt x="1194098" y="1474080"/>
                  </a:lnTo>
                  <a:lnTo>
                    <a:pt x="1194090" y="1474061"/>
                  </a:lnTo>
                  <a:lnTo>
                    <a:pt x="1194082" y="1474043"/>
                  </a:lnTo>
                  <a:lnTo>
                    <a:pt x="1194075" y="1474027"/>
                  </a:lnTo>
                  <a:lnTo>
                    <a:pt x="1194066" y="1474005"/>
                  </a:lnTo>
                  <a:lnTo>
                    <a:pt x="1194057" y="1473987"/>
                  </a:lnTo>
                  <a:lnTo>
                    <a:pt x="1194046" y="1473969"/>
                  </a:lnTo>
                  <a:lnTo>
                    <a:pt x="1194037" y="1473950"/>
                  </a:lnTo>
                  <a:lnTo>
                    <a:pt x="1194028" y="1473930"/>
                  </a:lnTo>
                  <a:lnTo>
                    <a:pt x="1194016" y="1473895"/>
                  </a:lnTo>
                  <a:lnTo>
                    <a:pt x="1194002" y="1473877"/>
                  </a:lnTo>
                  <a:lnTo>
                    <a:pt x="1193985" y="1473859"/>
                  </a:lnTo>
                  <a:lnTo>
                    <a:pt x="1193967" y="1473842"/>
                  </a:lnTo>
                  <a:lnTo>
                    <a:pt x="1193952" y="1473829"/>
                  </a:lnTo>
                  <a:lnTo>
                    <a:pt x="1193948" y="1473825"/>
                  </a:lnTo>
                  <a:lnTo>
                    <a:pt x="1193933" y="1473815"/>
                  </a:lnTo>
                  <a:lnTo>
                    <a:pt x="1193928" y="1473811"/>
                  </a:lnTo>
                  <a:lnTo>
                    <a:pt x="1193915" y="1473808"/>
                  </a:lnTo>
                  <a:lnTo>
                    <a:pt x="1193897" y="1473804"/>
                  </a:lnTo>
                  <a:lnTo>
                    <a:pt x="1193879" y="1473808"/>
                  </a:lnTo>
                  <a:lnTo>
                    <a:pt x="1193872" y="1473811"/>
                  </a:lnTo>
                  <a:lnTo>
                    <a:pt x="1193861" y="1473813"/>
                  </a:lnTo>
                  <a:lnTo>
                    <a:pt x="1193843" y="1473814"/>
                  </a:lnTo>
                  <a:lnTo>
                    <a:pt x="1193825" y="1473815"/>
                  </a:lnTo>
                  <a:lnTo>
                    <a:pt x="1193806" y="1473816"/>
                  </a:lnTo>
                  <a:lnTo>
                    <a:pt x="1193788" y="1473818"/>
                  </a:lnTo>
                  <a:lnTo>
                    <a:pt x="1193770" y="1473815"/>
                  </a:lnTo>
                  <a:lnTo>
                    <a:pt x="1193752" y="1473811"/>
                  </a:lnTo>
                  <a:lnTo>
                    <a:pt x="1193745" y="1473805"/>
                  </a:lnTo>
                  <a:lnTo>
                    <a:pt x="1193736" y="1473795"/>
                  </a:lnTo>
                  <a:lnTo>
                    <a:pt x="1193730" y="1473785"/>
                  </a:lnTo>
                  <a:lnTo>
                    <a:pt x="1193727" y="1473776"/>
                  </a:lnTo>
                  <a:lnTo>
                    <a:pt x="1193716" y="1473757"/>
                  </a:lnTo>
                  <a:lnTo>
                    <a:pt x="1193704" y="1473739"/>
                  </a:lnTo>
                  <a:lnTo>
                    <a:pt x="1193692" y="1473722"/>
                  </a:lnTo>
                  <a:lnTo>
                    <a:pt x="1193686" y="1473704"/>
                  </a:lnTo>
                  <a:lnTo>
                    <a:pt x="1193681" y="1473685"/>
                  </a:lnTo>
                  <a:lnTo>
                    <a:pt x="1193679" y="1473670"/>
                  </a:lnTo>
                  <a:lnTo>
                    <a:pt x="1193678" y="1473569"/>
                  </a:lnTo>
                  <a:lnTo>
                    <a:pt x="1193681" y="1473563"/>
                  </a:lnTo>
                  <a:lnTo>
                    <a:pt x="1193682" y="1473549"/>
                  </a:lnTo>
                  <a:lnTo>
                    <a:pt x="1193688" y="1473524"/>
                  </a:lnTo>
                  <a:lnTo>
                    <a:pt x="1193692" y="1473512"/>
                  </a:lnTo>
                  <a:lnTo>
                    <a:pt x="1193696" y="1473494"/>
                  </a:lnTo>
                  <a:lnTo>
                    <a:pt x="1193700" y="1473487"/>
                  </a:lnTo>
                  <a:lnTo>
                    <a:pt x="1193702" y="1473475"/>
                  </a:lnTo>
                  <a:lnTo>
                    <a:pt x="1193702" y="1473455"/>
                  </a:lnTo>
                  <a:lnTo>
                    <a:pt x="1193695" y="1473435"/>
                  </a:lnTo>
                  <a:lnTo>
                    <a:pt x="1193687" y="1473420"/>
                  </a:lnTo>
                  <a:lnTo>
                    <a:pt x="1193676" y="1473401"/>
                  </a:lnTo>
                  <a:lnTo>
                    <a:pt x="1193671" y="1473393"/>
                  </a:lnTo>
                  <a:lnTo>
                    <a:pt x="1193669" y="1473383"/>
                  </a:lnTo>
                  <a:lnTo>
                    <a:pt x="1193667" y="1473364"/>
                  </a:lnTo>
                  <a:lnTo>
                    <a:pt x="1193671" y="1473346"/>
                  </a:lnTo>
                  <a:lnTo>
                    <a:pt x="1193678" y="1473328"/>
                  </a:lnTo>
                  <a:lnTo>
                    <a:pt x="1193684" y="1473309"/>
                  </a:lnTo>
                  <a:lnTo>
                    <a:pt x="1193691" y="1473291"/>
                  </a:lnTo>
                  <a:lnTo>
                    <a:pt x="1193702" y="1473270"/>
                  </a:lnTo>
                  <a:lnTo>
                    <a:pt x="1193711" y="1473254"/>
                  </a:lnTo>
                  <a:lnTo>
                    <a:pt x="1193720" y="1473235"/>
                  </a:lnTo>
                  <a:lnTo>
                    <a:pt x="1193728" y="1473216"/>
                  </a:lnTo>
                  <a:lnTo>
                    <a:pt x="1193738" y="1473198"/>
                  </a:lnTo>
                  <a:lnTo>
                    <a:pt x="1193745" y="1473179"/>
                  </a:lnTo>
                  <a:lnTo>
                    <a:pt x="1193753" y="1473161"/>
                  </a:lnTo>
                  <a:lnTo>
                    <a:pt x="1193767" y="1473144"/>
                  </a:lnTo>
                  <a:lnTo>
                    <a:pt x="1193782" y="1473125"/>
                  </a:lnTo>
                  <a:lnTo>
                    <a:pt x="1193797" y="1473109"/>
                  </a:lnTo>
                  <a:lnTo>
                    <a:pt x="1193812" y="1473093"/>
                  </a:lnTo>
                  <a:lnTo>
                    <a:pt x="1193837" y="1473065"/>
                  </a:lnTo>
                  <a:lnTo>
                    <a:pt x="1193841" y="1473060"/>
                  </a:lnTo>
                  <a:lnTo>
                    <a:pt x="1193850" y="1473041"/>
                  </a:lnTo>
                  <a:lnTo>
                    <a:pt x="1193857" y="1473026"/>
                  </a:lnTo>
                  <a:lnTo>
                    <a:pt x="1193862" y="1473022"/>
                  </a:lnTo>
                  <a:lnTo>
                    <a:pt x="1193879" y="1473015"/>
                  </a:lnTo>
                  <a:lnTo>
                    <a:pt x="1193897" y="1473010"/>
                  </a:lnTo>
                  <a:lnTo>
                    <a:pt x="1193915" y="1473008"/>
                  </a:lnTo>
                  <a:lnTo>
                    <a:pt x="1193933" y="1473005"/>
                  </a:lnTo>
                  <a:lnTo>
                    <a:pt x="1193951" y="1473003"/>
                  </a:lnTo>
                  <a:lnTo>
                    <a:pt x="1193958" y="1473003"/>
                  </a:lnTo>
                  <a:lnTo>
                    <a:pt x="1193971" y="1472999"/>
                  </a:lnTo>
                  <a:lnTo>
                    <a:pt x="1193987" y="1472993"/>
                  </a:lnTo>
                  <a:lnTo>
                    <a:pt x="1194005" y="1472986"/>
                  </a:lnTo>
                  <a:lnTo>
                    <a:pt x="1194023" y="1472979"/>
                  </a:lnTo>
                  <a:lnTo>
                    <a:pt x="1194041" y="1472973"/>
                  </a:lnTo>
                  <a:lnTo>
                    <a:pt x="1194050" y="1472973"/>
                  </a:lnTo>
                  <a:lnTo>
                    <a:pt x="1194059" y="1472971"/>
                  </a:lnTo>
                  <a:lnTo>
                    <a:pt x="1194077" y="1472968"/>
                  </a:lnTo>
                  <a:lnTo>
                    <a:pt x="1194095" y="1472967"/>
                  </a:lnTo>
                  <a:lnTo>
                    <a:pt x="1194113" y="1472970"/>
                  </a:lnTo>
                  <a:lnTo>
                    <a:pt x="1194133" y="1472977"/>
                  </a:lnTo>
                  <a:lnTo>
                    <a:pt x="1194149" y="1472984"/>
                  </a:lnTo>
                  <a:lnTo>
                    <a:pt x="1194167" y="1472990"/>
                  </a:lnTo>
                  <a:lnTo>
                    <a:pt x="1194176" y="1472994"/>
                  </a:lnTo>
                  <a:lnTo>
                    <a:pt x="1194185" y="1472995"/>
                  </a:lnTo>
                  <a:lnTo>
                    <a:pt x="1194203" y="1473000"/>
                  </a:lnTo>
                  <a:lnTo>
                    <a:pt x="1194222" y="1473002"/>
                  </a:lnTo>
                  <a:lnTo>
                    <a:pt x="1194240" y="1473005"/>
                  </a:lnTo>
                  <a:lnTo>
                    <a:pt x="1194258" y="1473005"/>
                  </a:lnTo>
                  <a:lnTo>
                    <a:pt x="1194276" y="1473004"/>
                  </a:lnTo>
                  <a:lnTo>
                    <a:pt x="1194294" y="1473002"/>
                  </a:lnTo>
                  <a:lnTo>
                    <a:pt x="1194312" y="1473000"/>
                  </a:lnTo>
                  <a:lnTo>
                    <a:pt x="1194330" y="1472998"/>
                  </a:lnTo>
                  <a:lnTo>
                    <a:pt x="1194348" y="1472998"/>
                  </a:lnTo>
                  <a:lnTo>
                    <a:pt x="1194365" y="1472995"/>
                  </a:lnTo>
                  <a:lnTo>
                    <a:pt x="1194384" y="1472987"/>
                  </a:lnTo>
                  <a:lnTo>
                    <a:pt x="1194390" y="1472985"/>
                  </a:lnTo>
                  <a:lnTo>
                    <a:pt x="1194401" y="1472975"/>
                  </a:lnTo>
                  <a:lnTo>
                    <a:pt x="1194414" y="1472956"/>
                  </a:lnTo>
                  <a:lnTo>
                    <a:pt x="1194426" y="1472936"/>
                  </a:lnTo>
                  <a:lnTo>
                    <a:pt x="1194443" y="1472926"/>
                  </a:lnTo>
                  <a:lnTo>
                    <a:pt x="1194461" y="1472919"/>
                  </a:lnTo>
                  <a:lnTo>
                    <a:pt x="1194538" y="1472881"/>
                  </a:lnTo>
                  <a:lnTo>
                    <a:pt x="1194544" y="1472871"/>
                  </a:lnTo>
                  <a:lnTo>
                    <a:pt x="1194545" y="1472859"/>
                  </a:lnTo>
                  <a:lnTo>
                    <a:pt x="1194547" y="1472850"/>
                  </a:lnTo>
                  <a:lnTo>
                    <a:pt x="1194551" y="1472832"/>
                  </a:lnTo>
                  <a:lnTo>
                    <a:pt x="1194558" y="1472813"/>
                  </a:lnTo>
                  <a:lnTo>
                    <a:pt x="1194569" y="1472794"/>
                  </a:lnTo>
                  <a:lnTo>
                    <a:pt x="1194580" y="1472776"/>
                  </a:lnTo>
                  <a:lnTo>
                    <a:pt x="1194591" y="1472757"/>
                  </a:lnTo>
                  <a:lnTo>
                    <a:pt x="1194598" y="1472746"/>
                  </a:lnTo>
                  <a:lnTo>
                    <a:pt x="1194603" y="1472738"/>
                  </a:lnTo>
                  <a:lnTo>
                    <a:pt x="1194611" y="1472722"/>
                  </a:lnTo>
                  <a:lnTo>
                    <a:pt x="1194618" y="1472703"/>
                  </a:lnTo>
                  <a:lnTo>
                    <a:pt x="1194628" y="1472674"/>
                  </a:lnTo>
                  <a:lnTo>
                    <a:pt x="1194640" y="1472663"/>
                  </a:lnTo>
                  <a:lnTo>
                    <a:pt x="1194654" y="1472645"/>
                  </a:lnTo>
                  <a:lnTo>
                    <a:pt x="1194669" y="1472628"/>
                  </a:lnTo>
                  <a:lnTo>
                    <a:pt x="1194684" y="1472612"/>
                  </a:lnTo>
                  <a:lnTo>
                    <a:pt x="1194702" y="1472594"/>
                  </a:lnTo>
                  <a:lnTo>
                    <a:pt x="1194720" y="1472577"/>
                  </a:lnTo>
                  <a:lnTo>
                    <a:pt x="1194738" y="1472559"/>
                  </a:lnTo>
                  <a:lnTo>
                    <a:pt x="1194745" y="1472550"/>
                  </a:lnTo>
                  <a:lnTo>
                    <a:pt x="1194749" y="1472541"/>
                  </a:lnTo>
                  <a:lnTo>
                    <a:pt x="1194754" y="1472535"/>
                  </a:lnTo>
                  <a:lnTo>
                    <a:pt x="1194758" y="1472523"/>
                  </a:lnTo>
                  <a:lnTo>
                    <a:pt x="1194761" y="1472514"/>
                  </a:lnTo>
                  <a:lnTo>
                    <a:pt x="1194761" y="1472504"/>
                  </a:lnTo>
                  <a:lnTo>
                    <a:pt x="1194763" y="1472496"/>
                  </a:lnTo>
                  <a:lnTo>
                    <a:pt x="1194763" y="1472486"/>
                  </a:lnTo>
                  <a:lnTo>
                    <a:pt x="1194764" y="1472468"/>
                  </a:lnTo>
                  <a:lnTo>
                    <a:pt x="1194763" y="1472449"/>
                  </a:lnTo>
                  <a:lnTo>
                    <a:pt x="1194763" y="1472431"/>
                  </a:lnTo>
                  <a:lnTo>
                    <a:pt x="1194761" y="1472422"/>
                  </a:lnTo>
                  <a:lnTo>
                    <a:pt x="1194761" y="1472412"/>
                  </a:lnTo>
                  <a:lnTo>
                    <a:pt x="1194758" y="1472393"/>
                  </a:lnTo>
                  <a:lnTo>
                    <a:pt x="1194756" y="1472385"/>
                  </a:lnTo>
                  <a:lnTo>
                    <a:pt x="1194756" y="1472375"/>
                  </a:lnTo>
                  <a:lnTo>
                    <a:pt x="1194753" y="1472356"/>
                  </a:lnTo>
                  <a:lnTo>
                    <a:pt x="1194753" y="1472338"/>
                  </a:lnTo>
                  <a:lnTo>
                    <a:pt x="1194753" y="1472320"/>
                  </a:lnTo>
                  <a:lnTo>
                    <a:pt x="1194756" y="1472301"/>
                  </a:lnTo>
                  <a:lnTo>
                    <a:pt x="1194756" y="1472291"/>
                  </a:lnTo>
                  <a:lnTo>
                    <a:pt x="1194759" y="1472283"/>
                  </a:lnTo>
                  <a:lnTo>
                    <a:pt x="1194762" y="1472275"/>
                  </a:lnTo>
                  <a:lnTo>
                    <a:pt x="1194769" y="1472264"/>
                  </a:lnTo>
                  <a:lnTo>
                    <a:pt x="1194782" y="1472246"/>
                  </a:lnTo>
                  <a:lnTo>
                    <a:pt x="1194795" y="1472227"/>
                  </a:lnTo>
                  <a:lnTo>
                    <a:pt x="1194809" y="1472209"/>
                  </a:lnTo>
                  <a:lnTo>
                    <a:pt x="1194822" y="1472190"/>
                  </a:lnTo>
                  <a:lnTo>
                    <a:pt x="1194835" y="1472171"/>
                  </a:lnTo>
                  <a:lnTo>
                    <a:pt x="1194848" y="1472153"/>
                  </a:lnTo>
                  <a:lnTo>
                    <a:pt x="1194858" y="1472134"/>
                  </a:lnTo>
                  <a:lnTo>
                    <a:pt x="1194865" y="1472123"/>
                  </a:lnTo>
                  <a:lnTo>
                    <a:pt x="1194867" y="1472116"/>
                  </a:lnTo>
                  <a:lnTo>
                    <a:pt x="1194873" y="1472101"/>
                  </a:lnTo>
                  <a:lnTo>
                    <a:pt x="1194885" y="1472053"/>
                  </a:lnTo>
                  <a:lnTo>
                    <a:pt x="1194889" y="1472034"/>
                  </a:lnTo>
                  <a:lnTo>
                    <a:pt x="1194892" y="1472016"/>
                  </a:lnTo>
                  <a:lnTo>
                    <a:pt x="1194895" y="1471998"/>
                  </a:lnTo>
                  <a:lnTo>
                    <a:pt x="1194897" y="1471979"/>
                  </a:lnTo>
                  <a:lnTo>
                    <a:pt x="1194897" y="1471961"/>
                  </a:lnTo>
                  <a:lnTo>
                    <a:pt x="1194895" y="1471940"/>
                  </a:lnTo>
                  <a:lnTo>
                    <a:pt x="1194893" y="1471931"/>
                  </a:lnTo>
                  <a:lnTo>
                    <a:pt x="1194893" y="1471924"/>
                  </a:lnTo>
                  <a:lnTo>
                    <a:pt x="1194891" y="1471905"/>
                  </a:lnTo>
                  <a:lnTo>
                    <a:pt x="1194888" y="1471883"/>
                  </a:lnTo>
                  <a:lnTo>
                    <a:pt x="1194886" y="1471872"/>
                  </a:lnTo>
                  <a:lnTo>
                    <a:pt x="1194888" y="1471854"/>
                  </a:lnTo>
                  <a:lnTo>
                    <a:pt x="1194890" y="1471838"/>
                  </a:lnTo>
                  <a:lnTo>
                    <a:pt x="1194901" y="1471777"/>
                  </a:lnTo>
                  <a:lnTo>
                    <a:pt x="1194907" y="1471746"/>
                  </a:lnTo>
                  <a:lnTo>
                    <a:pt x="1194913" y="1471720"/>
                  </a:lnTo>
                  <a:lnTo>
                    <a:pt x="1194928" y="1471698"/>
                  </a:lnTo>
                  <a:lnTo>
                    <a:pt x="1194934" y="1471686"/>
                  </a:lnTo>
                  <a:lnTo>
                    <a:pt x="1194943" y="1471668"/>
                  </a:lnTo>
                  <a:lnTo>
                    <a:pt x="1194954" y="1471649"/>
                  </a:lnTo>
                  <a:lnTo>
                    <a:pt x="1194964" y="1471630"/>
                  </a:lnTo>
                  <a:lnTo>
                    <a:pt x="1194973" y="1471612"/>
                  </a:lnTo>
                  <a:lnTo>
                    <a:pt x="1194982" y="1471593"/>
                  </a:lnTo>
                  <a:lnTo>
                    <a:pt x="1194992" y="1471575"/>
                  </a:lnTo>
                  <a:lnTo>
                    <a:pt x="1195002" y="1471556"/>
                  </a:lnTo>
                  <a:lnTo>
                    <a:pt x="1195010" y="1471538"/>
                  </a:lnTo>
                  <a:lnTo>
                    <a:pt x="1195019" y="1471519"/>
                  </a:lnTo>
                  <a:lnTo>
                    <a:pt x="1195026" y="1471501"/>
                  </a:lnTo>
                  <a:lnTo>
                    <a:pt x="1195031" y="1471491"/>
                  </a:lnTo>
                  <a:lnTo>
                    <a:pt x="1195040" y="1471461"/>
                  </a:lnTo>
                  <a:lnTo>
                    <a:pt x="1195027" y="1471447"/>
                  </a:lnTo>
                  <a:lnTo>
                    <a:pt x="1195016" y="1471431"/>
                  </a:lnTo>
                  <a:lnTo>
                    <a:pt x="1195007" y="1471414"/>
                  </a:lnTo>
                  <a:lnTo>
                    <a:pt x="1195002" y="1471406"/>
                  </a:lnTo>
                  <a:lnTo>
                    <a:pt x="1194991" y="1471389"/>
                  </a:lnTo>
                  <a:lnTo>
                    <a:pt x="1194974" y="1471365"/>
                  </a:lnTo>
                  <a:lnTo>
                    <a:pt x="1194963" y="1471351"/>
                  </a:lnTo>
                  <a:lnTo>
                    <a:pt x="1194945" y="1471335"/>
                  </a:lnTo>
                  <a:lnTo>
                    <a:pt x="1194927" y="1471319"/>
                  </a:lnTo>
                  <a:lnTo>
                    <a:pt x="1194909" y="1471303"/>
                  </a:lnTo>
                  <a:lnTo>
                    <a:pt x="1194893" y="1471285"/>
                  </a:lnTo>
                  <a:lnTo>
                    <a:pt x="1194878" y="1471268"/>
                  </a:lnTo>
                  <a:lnTo>
                    <a:pt x="1194861" y="1471250"/>
                  </a:lnTo>
                  <a:lnTo>
                    <a:pt x="1194842" y="1471235"/>
                  </a:lnTo>
                  <a:lnTo>
                    <a:pt x="1194826" y="1471219"/>
                  </a:lnTo>
                  <a:lnTo>
                    <a:pt x="1194809" y="1471203"/>
                  </a:lnTo>
                  <a:lnTo>
                    <a:pt x="1194792" y="1471187"/>
                  </a:lnTo>
                  <a:lnTo>
                    <a:pt x="1194775" y="1471170"/>
                  </a:lnTo>
                  <a:lnTo>
                    <a:pt x="1194759" y="1471153"/>
                  </a:lnTo>
                  <a:lnTo>
                    <a:pt x="1194744" y="1471134"/>
                  </a:lnTo>
                  <a:lnTo>
                    <a:pt x="1194728" y="1471116"/>
                  </a:lnTo>
                  <a:lnTo>
                    <a:pt x="1194713" y="1471098"/>
                  </a:lnTo>
                  <a:lnTo>
                    <a:pt x="1194698" y="1471080"/>
                  </a:lnTo>
                  <a:lnTo>
                    <a:pt x="1194683" y="1471062"/>
                  </a:lnTo>
                  <a:lnTo>
                    <a:pt x="1194670" y="1471043"/>
                  </a:lnTo>
                  <a:lnTo>
                    <a:pt x="1194656" y="1471025"/>
                  </a:lnTo>
                  <a:lnTo>
                    <a:pt x="1194652" y="1471018"/>
                  </a:lnTo>
                  <a:lnTo>
                    <a:pt x="1194640" y="1471006"/>
                  </a:lnTo>
                  <a:lnTo>
                    <a:pt x="1194623" y="1470991"/>
                  </a:lnTo>
                  <a:lnTo>
                    <a:pt x="1194605" y="1470978"/>
                  </a:lnTo>
                  <a:lnTo>
                    <a:pt x="1194587" y="1470963"/>
                  </a:lnTo>
                  <a:lnTo>
                    <a:pt x="1194570" y="1470947"/>
                  </a:lnTo>
                  <a:lnTo>
                    <a:pt x="1194557" y="1470929"/>
                  </a:lnTo>
                  <a:lnTo>
                    <a:pt x="1194545" y="1470910"/>
                  </a:lnTo>
                  <a:lnTo>
                    <a:pt x="1194534" y="1470892"/>
                  </a:lnTo>
                  <a:lnTo>
                    <a:pt x="1194524" y="1470873"/>
                  </a:lnTo>
                  <a:lnTo>
                    <a:pt x="1194517" y="1470857"/>
                  </a:lnTo>
                  <a:lnTo>
                    <a:pt x="1194507" y="1470833"/>
                  </a:lnTo>
                  <a:lnTo>
                    <a:pt x="1194503" y="1470818"/>
                  </a:lnTo>
                  <a:lnTo>
                    <a:pt x="1194499" y="1470800"/>
                  </a:lnTo>
                  <a:lnTo>
                    <a:pt x="1194492" y="1470780"/>
                  </a:lnTo>
                  <a:lnTo>
                    <a:pt x="1194487" y="1470763"/>
                  </a:lnTo>
                  <a:lnTo>
                    <a:pt x="1194482" y="1470744"/>
                  </a:lnTo>
                  <a:lnTo>
                    <a:pt x="1194477" y="1470726"/>
                  </a:lnTo>
                  <a:lnTo>
                    <a:pt x="1194472" y="1470707"/>
                  </a:lnTo>
                  <a:lnTo>
                    <a:pt x="1194468" y="1470688"/>
                  </a:lnTo>
                  <a:lnTo>
                    <a:pt x="1194467" y="1470670"/>
                  </a:lnTo>
                  <a:lnTo>
                    <a:pt x="1194468" y="1470652"/>
                  </a:lnTo>
                  <a:lnTo>
                    <a:pt x="1194469" y="1470633"/>
                  </a:lnTo>
                  <a:lnTo>
                    <a:pt x="1194469" y="1470615"/>
                  </a:lnTo>
                  <a:lnTo>
                    <a:pt x="1194469" y="1470603"/>
                  </a:lnTo>
                  <a:lnTo>
                    <a:pt x="1194472" y="1470596"/>
                  </a:lnTo>
                  <a:lnTo>
                    <a:pt x="1194473" y="1470578"/>
                  </a:lnTo>
                  <a:lnTo>
                    <a:pt x="1194473" y="1470567"/>
                  </a:lnTo>
                  <a:lnTo>
                    <a:pt x="1194475" y="1470559"/>
                  </a:lnTo>
                  <a:lnTo>
                    <a:pt x="1194477" y="1470541"/>
                  </a:lnTo>
                  <a:lnTo>
                    <a:pt x="1194477" y="1470530"/>
                  </a:lnTo>
                  <a:lnTo>
                    <a:pt x="1194479" y="1470522"/>
                  </a:lnTo>
                  <a:lnTo>
                    <a:pt x="1194480" y="1470503"/>
                  </a:lnTo>
                  <a:lnTo>
                    <a:pt x="1194480" y="1470485"/>
                  </a:lnTo>
                  <a:lnTo>
                    <a:pt x="1194481" y="1470467"/>
                  </a:lnTo>
                  <a:lnTo>
                    <a:pt x="1194482" y="1470448"/>
                  </a:lnTo>
                  <a:lnTo>
                    <a:pt x="1194485" y="1470439"/>
                  </a:lnTo>
                  <a:lnTo>
                    <a:pt x="1194485" y="1470430"/>
                  </a:lnTo>
                  <a:lnTo>
                    <a:pt x="1194486" y="1470411"/>
                  </a:lnTo>
                  <a:lnTo>
                    <a:pt x="1194488" y="1470393"/>
                  </a:lnTo>
                  <a:lnTo>
                    <a:pt x="1194490" y="1470374"/>
                  </a:lnTo>
                  <a:lnTo>
                    <a:pt x="1194492" y="1470356"/>
                  </a:lnTo>
                  <a:lnTo>
                    <a:pt x="1194494" y="1470337"/>
                  </a:lnTo>
                  <a:lnTo>
                    <a:pt x="1194499" y="1470319"/>
                  </a:lnTo>
                  <a:lnTo>
                    <a:pt x="1194506" y="1470300"/>
                  </a:lnTo>
                  <a:lnTo>
                    <a:pt x="1194512" y="1470282"/>
                  </a:lnTo>
                  <a:lnTo>
                    <a:pt x="1194522" y="1470263"/>
                  </a:lnTo>
                  <a:lnTo>
                    <a:pt x="1194529" y="1470245"/>
                  </a:lnTo>
                  <a:lnTo>
                    <a:pt x="1194534" y="1470229"/>
                  </a:lnTo>
                  <a:lnTo>
                    <a:pt x="1194537" y="1470210"/>
                  </a:lnTo>
                  <a:lnTo>
                    <a:pt x="1194531" y="1470189"/>
                  </a:lnTo>
                  <a:lnTo>
                    <a:pt x="1194527" y="1470176"/>
                  </a:lnTo>
                  <a:lnTo>
                    <a:pt x="1194523" y="1470171"/>
                  </a:lnTo>
                  <a:lnTo>
                    <a:pt x="1194521" y="1470166"/>
                  </a:lnTo>
                  <a:lnTo>
                    <a:pt x="1194513" y="1470153"/>
                  </a:lnTo>
                  <a:lnTo>
                    <a:pt x="1194500" y="1470134"/>
                  </a:lnTo>
                  <a:lnTo>
                    <a:pt x="1194485" y="1470117"/>
                  </a:lnTo>
                  <a:lnTo>
                    <a:pt x="1194467" y="1470098"/>
                  </a:lnTo>
                  <a:lnTo>
                    <a:pt x="1194453" y="1470080"/>
                  </a:lnTo>
                  <a:lnTo>
                    <a:pt x="1194436" y="1470062"/>
                  </a:lnTo>
                  <a:lnTo>
                    <a:pt x="1194422" y="1470043"/>
                  </a:lnTo>
                  <a:lnTo>
                    <a:pt x="1194408" y="1470024"/>
                  </a:lnTo>
                  <a:lnTo>
                    <a:pt x="1194397" y="1470006"/>
                  </a:lnTo>
                  <a:lnTo>
                    <a:pt x="1194385" y="1469987"/>
                  </a:lnTo>
                  <a:lnTo>
                    <a:pt x="1194357" y="1469938"/>
                  </a:lnTo>
                  <a:lnTo>
                    <a:pt x="1194348" y="1469920"/>
                  </a:lnTo>
                  <a:lnTo>
                    <a:pt x="1194339" y="1469901"/>
                  </a:lnTo>
                  <a:lnTo>
                    <a:pt x="1194332" y="1469883"/>
                  </a:lnTo>
                  <a:lnTo>
                    <a:pt x="1194326" y="1469864"/>
                  </a:lnTo>
                  <a:lnTo>
                    <a:pt x="1194320" y="1469846"/>
                  </a:lnTo>
                  <a:lnTo>
                    <a:pt x="1194314" y="1469827"/>
                  </a:lnTo>
                  <a:lnTo>
                    <a:pt x="1194308" y="1469809"/>
                  </a:lnTo>
                  <a:lnTo>
                    <a:pt x="1194299" y="1469791"/>
                  </a:lnTo>
                  <a:lnTo>
                    <a:pt x="1194292" y="1469772"/>
                  </a:lnTo>
                  <a:lnTo>
                    <a:pt x="1194283" y="1469754"/>
                  </a:lnTo>
                  <a:lnTo>
                    <a:pt x="1194268" y="1469735"/>
                  </a:lnTo>
                  <a:lnTo>
                    <a:pt x="1194261" y="1469727"/>
                  </a:lnTo>
                  <a:lnTo>
                    <a:pt x="1194251" y="1469719"/>
                  </a:lnTo>
                  <a:lnTo>
                    <a:pt x="1194233" y="1469707"/>
                  </a:lnTo>
                  <a:lnTo>
                    <a:pt x="1194228" y="1469702"/>
                  </a:lnTo>
                  <a:lnTo>
                    <a:pt x="1194215" y="1469695"/>
                  </a:lnTo>
                  <a:lnTo>
                    <a:pt x="1194197" y="1469686"/>
                  </a:lnTo>
                  <a:lnTo>
                    <a:pt x="1194179" y="1469677"/>
                  </a:lnTo>
                  <a:lnTo>
                    <a:pt x="1194161" y="1469670"/>
                  </a:lnTo>
                  <a:lnTo>
                    <a:pt x="1194143" y="1469663"/>
                  </a:lnTo>
                  <a:lnTo>
                    <a:pt x="1194125" y="1469654"/>
                  </a:lnTo>
                  <a:lnTo>
                    <a:pt x="1194118" y="1469652"/>
                  </a:lnTo>
                  <a:lnTo>
                    <a:pt x="1194107" y="1469644"/>
                  </a:lnTo>
                  <a:lnTo>
                    <a:pt x="1194089" y="1469631"/>
                  </a:lnTo>
                  <a:lnTo>
                    <a:pt x="1194074" y="1469615"/>
                  </a:lnTo>
                  <a:lnTo>
                    <a:pt x="1194057" y="1469586"/>
                  </a:lnTo>
                  <a:lnTo>
                    <a:pt x="1194047" y="1469569"/>
                  </a:lnTo>
                  <a:lnTo>
                    <a:pt x="1194038" y="1469551"/>
                  </a:lnTo>
                  <a:lnTo>
                    <a:pt x="1194027" y="1469532"/>
                  </a:lnTo>
                  <a:lnTo>
                    <a:pt x="1194016" y="1469514"/>
                  </a:lnTo>
                  <a:lnTo>
                    <a:pt x="1194004" y="1469495"/>
                  </a:lnTo>
                  <a:lnTo>
                    <a:pt x="1193993" y="1469477"/>
                  </a:lnTo>
                  <a:lnTo>
                    <a:pt x="1193982" y="1469458"/>
                  </a:lnTo>
                  <a:lnTo>
                    <a:pt x="1193973" y="1469440"/>
                  </a:lnTo>
                  <a:lnTo>
                    <a:pt x="1193968" y="1469422"/>
                  </a:lnTo>
                  <a:lnTo>
                    <a:pt x="1193964" y="1469403"/>
                  </a:lnTo>
                  <a:lnTo>
                    <a:pt x="1193960" y="1469392"/>
                  </a:lnTo>
                  <a:lnTo>
                    <a:pt x="1193960" y="1469385"/>
                  </a:lnTo>
                  <a:lnTo>
                    <a:pt x="1193958" y="1469377"/>
                  </a:lnTo>
                  <a:lnTo>
                    <a:pt x="1193935" y="1469224"/>
                  </a:lnTo>
                  <a:lnTo>
                    <a:pt x="1193931" y="1469206"/>
                  </a:lnTo>
                  <a:lnTo>
                    <a:pt x="1193930" y="1469187"/>
                  </a:lnTo>
                  <a:lnTo>
                    <a:pt x="1193927" y="1469169"/>
                  </a:lnTo>
                  <a:lnTo>
                    <a:pt x="1193925" y="1469150"/>
                  </a:lnTo>
                  <a:lnTo>
                    <a:pt x="1193925" y="1469132"/>
                  </a:lnTo>
                  <a:lnTo>
                    <a:pt x="1193924" y="1469114"/>
                  </a:lnTo>
                  <a:lnTo>
                    <a:pt x="1193923" y="1469095"/>
                  </a:lnTo>
                  <a:lnTo>
                    <a:pt x="1193921" y="1469077"/>
                  </a:lnTo>
                  <a:lnTo>
                    <a:pt x="1193921" y="1469058"/>
                  </a:lnTo>
                  <a:lnTo>
                    <a:pt x="1193920" y="1469040"/>
                  </a:lnTo>
                  <a:lnTo>
                    <a:pt x="1193918" y="1469021"/>
                  </a:lnTo>
                  <a:lnTo>
                    <a:pt x="1193911" y="1469003"/>
                  </a:lnTo>
                  <a:lnTo>
                    <a:pt x="1193907" y="1468995"/>
                  </a:lnTo>
                  <a:lnTo>
                    <a:pt x="1193896" y="1468987"/>
                  </a:lnTo>
                  <a:lnTo>
                    <a:pt x="1193879" y="1468971"/>
                  </a:lnTo>
                  <a:lnTo>
                    <a:pt x="1193861" y="1468956"/>
                  </a:lnTo>
                  <a:lnTo>
                    <a:pt x="1193844" y="1468940"/>
                  </a:lnTo>
                  <a:lnTo>
                    <a:pt x="1193827" y="1468924"/>
                  </a:lnTo>
                  <a:lnTo>
                    <a:pt x="1193817" y="1468917"/>
                  </a:lnTo>
                  <a:lnTo>
                    <a:pt x="1193811" y="1468909"/>
                  </a:lnTo>
                  <a:lnTo>
                    <a:pt x="1193793" y="1468896"/>
                  </a:lnTo>
                  <a:lnTo>
                    <a:pt x="1193775" y="1468890"/>
                  </a:lnTo>
                  <a:lnTo>
                    <a:pt x="1193757" y="1468885"/>
                  </a:lnTo>
                  <a:lnTo>
                    <a:pt x="1193748" y="1468884"/>
                  </a:lnTo>
                  <a:lnTo>
                    <a:pt x="1193713" y="1468873"/>
                  </a:lnTo>
                  <a:lnTo>
                    <a:pt x="1193693" y="1468861"/>
                  </a:lnTo>
                  <a:lnTo>
                    <a:pt x="1193675" y="1468848"/>
                  </a:lnTo>
                  <a:lnTo>
                    <a:pt x="1193661" y="1468829"/>
                  </a:lnTo>
                  <a:lnTo>
                    <a:pt x="1193652" y="1468812"/>
                  </a:lnTo>
                  <a:lnTo>
                    <a:pt x="1193648" y="1468802"/>
                  </a:lnTo>
                  <a:lnTo>
                    <a:pt x="1193647" y="1468793"/>
                  </a:lnTo>
                  <a:lnTo>
                    <a:pt x="1193644" y="1468774"/>
                  </a:lnTo>
                  <a:lnTo>
                    <a:pt x="1193640" y="1468756"/>
                  </a:lnTo>
                  <a:lnTo>
                    <a:pt x="1193636" y="1468737"/>
                  </a:lnTo>
                  <a:lnTo>
                    <a:pt x="1193633" y="1468719"/>
                  </a:lnTo>
                  <a:lnTo>
                    <a:pt x="1193628" y="1468700"/>
                  </a:lnTo>
                  <a:lnTo>
                    <a:pt x="1193622" y="1468681"/>
                  </a:lnTo>
                  <a:lnTo>
                    <a:pt x="1193616" y="1468663"/>
                  </a:lnTo>
                  <a:lnTo>
                    <a:pt x="1193607" y="1468645"/>
                  </a:lnTo>
                  <a:lnTo>
                    <a:pt x="1193600" y="1468626"/>
                  </a:lnTo>
                  <a:lnTo>
                    <a:pt x="1193595" y="1468614"/>
                  </a:lnTo>
                  <a:lnTo>
                    <a:pt x="1193586" y="1468600"/>
                  </a:lnTo>
                  <a:lnTo>
                    <a:pt x="1193575" y="1468598"/>
                  </a:lnTo>
                  <a:lnTo>
                    <a:pt x="1193568" y="1468599"/>
                  </a:lnTo>
                  <a:lnTo>
                    <a:pt x="1193556" y="1468601"/>
                  </a:lnTo>
                  <a:lnTo>
                    <a:pt x="1193540" y="1468606"/>
                  </a:lnTo>
                  <a:lnTo>
                    <a:pt x="1193520" y="1468609"/>
                  </a:lnTo>
                  <a:lnTo>
                    <a:pt x="1193501" y="1468609"/>
                  </a:lnTo>
                  <a:lnTo>
                    <a:pt x="1193483" y="1468608"/>
                  </a:lnTo>
                  <a:lnTo>
                    <a:pt x="1193465" y="1468606"/>
                  </a:lnTo>
                  <a:lnTo>
                    <a:pt x="1193454" y="1468604"/>
                  </a:lnTo>
                  <a:lnTo>
                    <a:pt x="1193447" y="1468602"/>
                  </a:lnTo>
                  <a:lnTo>
                    <a:pt x="1193429" y="1468599"/>
                  </a:lnTo>
                  <a:lnTo>
                    <a:pt x="1193411" y="1468595"/>
                  </a:lnTo>
                  <a:lnTo>
                    <a:pt x="1193400" y="1468594"/>
                  </a:lnTo>
                  <a:lnTo>
                    <a:pt x="1193393" y="1468590"/>
                  </a:lnTo>
                  <a:lnTo>
                    <a:pt x="1193383" y="1468587"/>
                  </a:lnTo>
                  <a:lnTo>
                    <a:pt x="1193375" y="1468583"/>
                  </a:lnTo>
                  <a:lnTo>
                    <a:pt x="1193357" y="1468574"/>
                  </a:lnTo>
                  <a:lnTo>
                    <a:pt x="1193339" y="1468564"/>
                  </a:lnTo>
                  <a:lnTo>
                    <a:pt x="1193320" y="1468553"/>
                  </a:lnTo>
                  <a:lnTo>
                    <a:pt x="1193302" y="1468541"/>
                  </a:lnTo>
                  <a:lnTo>
                    <a:pt x="1193284" y="1468525"/>
                  </a:lnTo>
                  <a:lnTo>
                    <a:pt x="1193266" y="1468506"/>
                  </a:lnTo>
                  <a:lnTo>
                    <a:pt x="1193245" y="1468487"/>
                  </a:lnTo>
                  <a:lnTo>
                    <a:pt x="1193230" y="1468474"/>
                  </a:lnTo>
                  <a:lnTo>
                    <a:pt x="1193222" y="1468467"/>
                  </a:lnTo>
                  <a:lnTo>
                    <a:pt x="1193217" y="1468476"/>
                  </a:lnTo>
                  <a:lnTo>
                    <a:pt x="1193203" y="1468494"/>
                  </a:lnTo>
                  <a:lnTo>
                    <a:pt x="1193188" y="1468513"/>
                  </a:lnTo>
                  <a:lnTo>
                    <a:pt x="1193174" y="1468531"/>
                  </a:lnTo>
                  <a:lnTo>
                    <a:pt x="1193161" y="1468550"/>
                  </a:lnTo>
                  <a:lnTo>
                    <a:pt x="1193154" y="1468559"/>
                  </a:lnTo>
                  <a:lnTo>
                    <a:pt x="1193137" y="1468586"/>
                  </a:lnTo>
                  <a:lnTo>
                    <a:pt x="1193124" y="1468604"/>
                  </a:lnTo>
                  <a:lnTo>
                    <a:pt x="1193112" y="1468623"/>
                  </a:lnTo>
                  <a:lnTo>
                    <a:pt x="1193102" y="1468641"/>
                  </a:lnTo>
                  <a:lnTo>
                    <a:pt x="1193095" y="1468655"/>
                  </a:lnTo>
                  <a:lnTo>
                    <a:pt x="1193092" y="1468678"/>
                  </a:lnTo>
                  <a:lnTo>
                    <a:pt x="1193086" y="1468696"/>
                  </a:lnTo>
                  <a:lnTo>
                    <a:pt x="1193067" y="1468747"/>
                  </a:lnTo>
                  <a:lnTo>
                    <a:pt x="1193056" y="1468772"/>
                  </a:lnTo>
                  <a:lnTo>
                    <a:pt x="1193046" y="1468789"/>
                  </a:lnTo>
                  <a:lnTo>
                    <a:pt x="1193032" y="1468815"/>
                  </a:lnTo>
                  <a:lnTo>
                    <a:pt x="1193022" y="1468828"/>
                  </a:lnTo>
                  <a:lnTo>
                    <a:pt x="1193012" y="1468844"/>
                  </a:lnTo>
                  <a:lnTo>
                    <a:pt x="1193000" y="1468862"/>
                  </a:lnTo>
                  <a:lnTo>
                    <a:pt x="1192986" y="1468880"/>
                  </a:lnTo>
                  <a:lnTo>
                    <a:pt x="1192971" y="1468899"/>
                  </a:lnTo>
                  <a:lnTo>
                    <a:pt x="1192955" y="1468915"/>
                  </a:lnTo>
                  <a:lnTo>
                    <a:pt x="1192939" y="1468931"/>
                  </a:lnTo>
                  <a:lnTo>
                    <a:pt x="1192921" y="1468950"/>
                  </a:lnTo>
                  <a:lnTo>
                    <a:pt x="1192906" y="1468967"/>
                  </a:lnTo>
                  <a:lnTo>
                    <a:pt x="1192891" y="1468983"/>
                  </a:lnTo>
                  <a:lnTo>
                    <a:pt x="1192884" y="1468986"/>
                  </a:lnTo>
                  <a:lnTo>
                    <a:pt x="1192877" y="1468975"/>
                  </a:lnTo>
                  <a:lnTo>
                    <a:pt x="1192869" y="1468957"/>
                  </a:lnTo>
                  <a:lnTo>
                    <a:pt x="1192858" y="1468939"/>
                  </a:lnTo>
                  <a:lnTo>
                    <a:pt x="1192847" y="1468920"/>
                  </a:lnTo>
                  <a:lnTo>
                    <a:pt x="1192830" y="1468904"/>
                  </a:lnTo>
                  <a:lnTo>
                    <a:pt x="1192812" y="1468891"/>
                  </a:lnTo>
                  <a:lnTo>
                    <a:pt x="1192794" y="1468881"/>
                  </a:lnTo>
                  <a:lnTo>
                    <a:pt x="1192776" y="1468871"/>
                  </a:lnTo>
                  <a:lnTo>
                    <a:pt x="1192769" y="1468868"/>
                  </a:lnTo>
                  <a:lnTo>
                    <a:pt x="1192759" y="1468863"/>
                  </a:lnTo>
                  <a:lnTo>
                    <a:pt x="1192754" y="1468859"/>
                  </a:lnTo>
                  <a:lnTo>
                    <a:pt x="1192740" y="1468851"/>
                  </a:lnTo>
                  <a:lnTo>
                    <a:pt x="1192721" y="1468842"/>
                  </a:lnTo>
                  <a:lnTo>
                    <a:pt x="1192703" y="1468831"/>
                  </a:lnTo>
                  <a:lnTo>
                    <a:pt x="1192685" y="1468817"/>
                  </a:lnTo>
                  <a:lnTo>
                    <a:pt x="1192676" y="1468811"/>
                  </a:lnTo>
                  <a:lnTo>
                    <a:pt x="1192667" y="1468802"/>
                  </a:lnTo>
                  <a:lnTo>
                    <a:pt x="1192660" y="1468797"/>
                  </a:lnTo>
                  <a:lnTo>
                    <a:pt x="1192652" y="1468788"/>
                  </a:lnTo>
                  <a:lnTo>
                    <a:pt x="1192640" y="1468769"/>
                  </a:lnTo>
                  <a:lnTo>
                    <a:pt x="1192623" y="1468753"/>
                  </a:lnTo>
                  <a:lnTo>
                    <a:pt x="1192605" y="1468737"/>
                  </a:lnTo>
                  <a:lnTo>
                    <a:pt x="1192587" y="1468724"/>
                  </a:lnTo>
                  <a:lnTo>
                    <a:pt x="1192571" y="1468717"/>
                  </a:lnTo>
                  <a:lnTo>
                    <a:pt x="1192551" y="1468713"/>
                  </a:lnTo>
                  <a:lnTo>
                    <a:pt x="1192533" y="1468711"/>
                  </a:lnTo>
                  <a:lnTo>
                    <a:pt x="1192515" y="1468710"/>
                  </a:lnTo>
                  <a:lnTo>
                    <a:pt x="1192496" y="1468709"/>
                  </a:lnTo>
                  <a:lnTo>
                    <a:pt x="1192473" y="1468708"/>
                  </a:lnTo>
                  <a:lnTo>
                    <a:pt x="1192458" y="1468703"/>
                  </a:lnTo>
                  <a:lnTo>
                    <a:pt x="1192440" y="1468691"/>
                  </a:lnTo>
                  <a:lnTo>
                    <a:pt x="1192431" y="1468683"/>
                  </a:lnTo>
                  <a:lnTo>
                    <a:pt x="1192422" y="1468679"/>
                  </a:lnTo>
                  <a:lnTo>
                    <a:pt x="1192412" y="1468671"/>
                  </a:lnTo>
                  <a:lnTo>
                    <a:pt x="1192403" y="1468667"/>
                  </a:lnTo>
                  <a:lnTo>
                    <a:pt x="1192385" y="1468659"/>
                  </a:lnTo>
                  <a:lnTo>
                    <a:pt x="1192367" y="1468650"/>
                  </a:lnTo>
                  <a:lnTo>
                    <a:pt x="1192349" y="1468644"/>
                  </a:lnTo>
                  <a:lnTo>
                    <a:pt x="1192331" y="1468639"/>
                  </a:lnTo>
                  <a:lnTo>
                    <a:pt x="1192313" y="1468632"/>
                  </a:lnTo>
                  <a:lnTo>
                    <a:pt x="1192300" y="1468627"/>
                  </a:lnTo>
                  <a:lnTo>
                    <a:pt x="1192295" y="1468624"/>
                  </a:lnTo>
                  <a:lnTo>
                    <a:pt x="1192277" y="1468616"/>
                  </a:lnTo>
                  <a:lnTo>
                    <a:pt x="1192259" y="1468609"/>
                  </a:lnTo>
                  <a:lnTo>
                    <a:pt x="1192241" y="1468601"/>
                  </a:lnTo>
                  <a:lnTo>
                    <a:pt x="1192223" y="1468597"/>
                  </a:lnTo>
                  <a:lnTo>
                    <a:pt x="1192205" y="1468594"/>
                  </a:lnTo>
                  <a:lnTo>
                    <a:pt x="1192187" y="1468593"/>
                  </a:lnTo>
                  <a:lnTo>
                    <a:pt x="1192169" y="1468594"/>
                  </a:lnTo>
                  <a:lnTo>
                    <a:pt x="1192151" y="1468597"/>
                  </a:lnTo>
                  <a:lnTo>
                    <a:pt x="1192132" y="1468598"/>
                  </a:lnTo>
                  <a:lnTo>
                    <a:pt x="1192114" y="1468602"/>
                  </a:lnTo>
                  <a:lnTo>
                    <a:pt x="1192096" y="1468603"/>
                  </a:lnTo>
                  <a:lnTo>
                    <a:pt x="1192083" y="1468603"/>
                  </a:lnTo>
                  <a:lnTo>
                    <a:pt x="1192078" y="1468600"/>
                  </a:lnTo>
                  <a:lnTo>
                    <a:pt x="1192060" y="1468600"/>
                  </a:lnTo>
                  <a:lnTo>
                    <a:pt x="1192042" y="1468599"/>
                  </a:lnTo>
                  <a:lnTo>
                    <a:pt x="1192024" y="1468596"/>
                  </a:lnTo>
                  <a:lnTo>
                    <a:pt x="1192007" y="1468589"/>
                  </a:lnTo>
                  <a:lnTo>
                    <a:pt x="1192004" y="1468585"/>
                  </a:lnTo>
                  <a:lnTo>
                    <a:pt x="1192000" y="1468579"/>
                  </a:lnTo>
                  <a:lnTo>
                    <a:pt x="1191999" y="1468569"/>
                  </a:lnTo>
                  <a:lnTo>
                    <a:pt x="1191997" y="1468548"/>
                  </a:lnTo>
                  <a:lnTo>
                    <a:pt x="1191995" y="1468529"/>
                  </a:lnTo>
                  <a:lnTo>
                    <a:pt x="1191994" y="1468511"/>
                  </a:lnTo>
                  <a:lnTo>
                    <a:pt x="1191991" y="1468492"/>
                  </a:lnTo>
                  <a:lnTo>
                    <a:pt x="1191991" y="1468474"/>
                  </a:lnTo>
                  <a:lnTo>
                    <a:pt x="1191993" y="1468455"/>
                  </a:lnTo>
                  <a:lnTo>
                    <a:pt x="1191995" y="1468438"/>
                  </a:lnTo>
                  <a:lnTo>
                    <a:pt x="1192001" y="1468419"/>
                  </a:lnTo>
                  <a:lnTo>
                    <a:pt x="1192010" y="1468400"/>
                  </a:lnTo>
                  <a:lnTo>
                    <a:pt x="1192022" y="1468381"/>
                  </a:lnTo>
                  <a:lnTo>
                    <a:pt x="1192032" y="1468363"/>
                  </a:lnTo>
                  <a:lnTo>
                    <a:pt x="1192045" y="1468342"/>
                  </a:lnTo>
                  <a:lnTo>
                    <a:pt x="1192059" y="1468323"/>
                  </a:lnTo>
                  <a:lnTo>
                    <a:pt x="1192073" y="1468305"/>
                  </a:lnTo>
                  <a:lnTo>
                    <a:pt x="1192082" y="1468293"/>
                  </a:lnTo>
                  <a:lnTo>
                    <a:pt x="1192090" y="1468282"/>
                  </a:lnTo>
                  <a:lnTo>
                    <a:pt x="1192099" y="1468269"/>
                  </a:lnTo>
                  <a:lnTo>
                    <a:pt x="1192112" y="1468248"/>
                  </a:lnTo>
                  <a:lnTo>
                    <a:pt x="1192121" y="1468231"/>
                  </a:lnTo>
                  <a:lnTo>
                    <a:pt x="1192134" y="1468209"/>
                  </a:lnTo>
                  <a:lnTo>
                    <a:pt x="1192146" y="1468190"/>
                  </a:lnTo>
                  <a:lnTo>
                    <a:pt x="1192153" y="1468176"/>
                  </a:lnTo>
                  <a:lnTo>
                    <a:pt x="1192155" y="1468171"/>
                  </a:lnTo>
                  <a:lnTo>
                    <a:pt x="1192164" y="1468153"/>
                  </a:lnTo>
                  <a:lnTo>
                    <a:pt x="1192171" y="1468134"/>
                  </a:lnTo>
                  <a:lnTo>
                    <a:pt x="1192186" y="1468104"/>
                  </a:lnTo>
                  <a:lnTo>
                    <a:pt x="1192196" y="1468085"/>
                  </a:lnTo>
                  <a:lnTo>
                    <a:pt x="1192210" y="1468067"/>
                  </a:lnTo>
                  <a:lnTo>
                    <a:pt x="1192221" y="1468049"/>
                  </a:lnTo>
                  <a:lnTo>
                    <a:pt x="1192237" y="1468031"/>
                  </a:lnTo>
                  <a:lnTo>
                    <a:pt x="1192252" y="1468013"/>
                  </a:lnTo>
                  <a:lnTo>
                    <a:pt x="1192271" y="1467995"/>
                  </a:lnTo>
                  <a:lnTo>
                    <a:pt x="1192289" y="1467979"/>
                  </a:lnTo>
                  <a:lnTo>
                    <a:pt x="1192304" y="1467963"/>
                  </a:lnTo>
                  <a:lnTo>
                    <a:pt x="1192314" y="1467951"/>
                  </a:lnTo>
                  <a:lnTo>
                    <a:pt x="1192317" y="1467944"/>
                  </a:lnTo>
                  <a:lnTo>
                    <a:pt x="1192323" y="1467926"/>
                  </a:lnTo>
                  <a:lnTo>
                    <a:pt x="1192325" y="1467907"/>
                  </a:lnTo>
                  <a:lnTo>
                    <a:pt x="1192325" y="1467889"/>
                  </a:lnTo>
                  <a:lnTo>
                    <a:pt x="1192323" y="1467867"/>
                  </a:lnTo>
                  <a:lnTo>
                    <a:pt x="1192321" y="1467848"/>
                  </a:lnTo>
                  <a:lnTo>
                    <a:pt x="1192319" y="1467830"/>
                  </a:lnTo>
                  <a:lnTo>
                    <a:pt x="1192315" y="1467811"/>
                  </a:lnTo>
                  <a:lnTo>
                    <a:pt x="1192314" y="1467793"/>
                  </a:lnTo>
                  <a:lnTo>
                    <a:pt x="1192317" y="1467774"/>
                  </a:lnTo>
                  <a:lnTo>
                    <a:pt x="1192321" y="1467756"/>
                  </a:lnTo>
                  <a:lnTo>
                    <a:pt x="1192324" y="1467737"/>
                  </a:lnTo>
                  <a:lnTo>
                    <a:pt x="1192326" y="1467719"/>
                  </a:lnTo>
                  <a:lnTo>
                    <a:pt x="1192328" y="1467699"/>
                  </a:lnTo>
                  <a:lnTo>
                    <a:pt x="1192332" y="1467687"/>
                  </a:lnTo>
                  <a:lnTo>
                    <a:pt x="1192336" y="1467661"/>
                  </a:lnTo>
                  <a:lnTo>
                    <a:pt x="1192339" y="1467648"/>
                  </a:lnTo>
                  <a:lnTo>
                    <a:pt x="1192336" y="1467624"/>
                  </a:lnTo>
                  <a:lnTo>
                    <a:pt x="1192335" y="1467604"/>
                  </a:lnTo>
                  <a:lnTo>
                    <a:pt x="1192337" y="1467594"/>
                  </a:lnTo>
                  <a:lnTo>
                    <a:pt x="1192340" y="1467587"/>
                  </a:lnTo>
                  <a:lnTo>
                    <a:pt x="1192347" y="1467568"/>
                  </a:lnTo>
                  <a:lnTo>
                    <a:pt x="1192353" y="1467550"/>
                  </a:lnTo>
                  <a:lnTo>
                    <a:pt x="1192358" y="1467540"/>
                  </a:lnTo>
                  <a:lnTo>
                    <a:pt x="1192360" y="1467531"/>
                  </a:lnTo>
                  <a:lnTo>
                    <a:pt x="1192360" y="1467509"/>
                  </a:lnTo>
                  <a:lnTo>
                    <a:pt x="1192360" y="1467490"/>
                  </a:lnTo>
                  <a:lnTo>
                    <a:pt x="1192357" y="1467472"/>
                  </a:lnTo>
                  <a:lnTo>
                    <a:pt x="1192356" y="1467454"/>
                  </a:lnTo>
                  <a:lnTo>
                    <a:pt x="1192354" y="1467435"/>
                  </a:lnTo>
                  <a:lnTo>
                    <a:pt x="1192350" y="1467417"/>
                  </a:lnTo>
                  <a:lnTo>
                    <a:pt x="1192349" y="1467398"/>
                  </a:lnTo>
                  <a:lnTo>
                    <a:pt x="1192348" y="1467380"/>
                  </a:lnTo>
                  <a:lnTo>
                    <a:pt x="1192345" y="1467360"/>
                  </a:lnTo>
                  <a:lnTo>
                    <a:pt x="1192349" y="1467343"/>
                  </a:lnTo>
                  <a:lnTo>
                    <a:pt x="1192351" y="1467327"/>
                  </a:lnTo>
                  <a:lnTo>
                    <a:pt x="1192353" y="1467320"/>
                  </a:lnTo>
                  <a:lnTo>
                    <a:pt x="1192357" y="1467312"/>
                  </a:lnTo>
                  <a:lnTo>
                    <a:pt x="1192362" y="1467303"/>
                  </a:lnTo>
                  <a:lnTo>
                    <a:pt x="1192368" y="1467285"/>
                  </a:lnTo>
                  <a:lnTo>
                    <a:pt x="1192373" y="1467266"/>
                  </a:lnTo>
                  <a:lnTo>
                    <a:pt x="1192375" y="1467254"/>
                  </a:lnTo>
                  <a:lnTo>
                    <a:pt x="1192379" y="1467248"/>
                  </a:lnTo>
                  <a:lnTo>
                    <a:pt x="1192383" y="1467227"/>
                  </a:lnTo>
                  <a:lnTo>
                    <a:pt x="1192387" y="1467211"/>
                  </a:lnTo>
                  <a:lnTo>
                    <a:pt x="1192390" y="1467192"/>
                  </a:lnTo>
                  <a:lnTo>
                    <a:pt x="1192393" y="1467174"/>
                  </a:lnTo>
                  <a:lnTo>
                    <a:pt x="1192393" y="1467161"/>
                  </a:lnTo>
                  <a:lnTo>
                    <a:pt x="1192395" y="1467152"/>
                  </a:lnTo>
                  <a:lnTo>
                    <a:pt x="1192400" y="1467133"/>
                  </a:lnTo>
                  <a:lnTo>
                    <a:pt x="1192405" y="1467115"/>
                  </a:lnTo>
                  <a:lnTo>
                    <a:pt x="1192406" y="1467096"/>
                  </a:lnTo>
                  <a:lnTo>
                    <a:pt x="1192402" y="1467078"/>
                  </a:lnTo>
                  <a:lnTo>
                    <a:pt x="1192397" y="1467059"/>
                  </a:lnTo>
                  <a:lnTo>
                    <a:pt x="1192395" y="1467041"/>
                  </a:lnTo>
                  <a:lnTo>
                    <a:pt x="1192394" y="1467022"/>
                  </a:lnTo>
                  <a:lnTo>
                    <a:pt x="1192392" y="1467004"/>
                  </a:lnTo>
                  <a:lnTo>
                    <a:pt x="1192388" y="1466985"/>
                  </a:lnTo>
                  <a:lnTo>
                    <a:pt x="1192380" y="1466967"/>
                  </a:lnTo>
                  <a:lnTo>
                    <a:pt x="1192370" y="1466946"/>
                  </a:lnTo>
                  <a:lnTo>
                    <a:pt x="1192359" y="1466928"/>
                  </a:lnTo>
                  <a:lnTo>
                    <a:pt x="1192348" y="1466909"/>
                  </a:lnTo>
                  <a:lnTo>
                    <a:pt x="1192336" y="1466891"/>
                  </a:lnTo>
                  <a:lnTo>
                    <a:pt x="1192326" y="1466872"/>
                  </a:lnTo>
                  <a:lnTo>
                    <a:pt x="1192316" y="1466853"/>
                  </a:lnTo>
                  <a:lnTo>
                    <a:pt x="1192307" y="1466832"/>
                  </a:lnTo>
                  <a:lnTo>
                    <a:pt x="1192300" y="1466813"/>
                  </a:lnTo>
                  <a:lnTo>
                    <a:pt x="1192294" y="1466794"/>
                  </a:lnTo>
                  <a:lnTo>
                    <a:pt x="1192291" y="1466776"/>
                  </a:lnTo>
                  <a:lnTo>
                    <a:pt x="1192286" y="1466765"/>
                  </a:lnTo>
                  <a:lnTo>
                    <a:pt x="1192280" y="1466757"/>
                  </a:lnTo>
                  <a:lnTo>
                    <a:pt x="1192267" y="1466741"/>
                  </a:lnTo>
                  <a:lnTo>
                    <a:pt x="1192259" y="1466730"/>
                  </a:lnTo>
                  <a:lnTo>
                    <a:pt x="1192256" y="1466722"/>
                  </a:lnTo>
                  <a:lnTo>
                    <a:pt x="1192252" y="1466706"/>
                  </a:lnTo>
                  <a:lnTo>
                    <a:pt x="1192245" y="1466689"/>
                  </a:lnTo>
                  <a:lnTo>
                    <a:pt x="1192237" y="1466672"/>
                  </a:lnTo>
                  <a:lnTo>
                    <a:pt x="1192229" y="1466653"/>
                  </a:lnTo>
                  <a:lnTo>
                    <a:pt x="1192222" y="1466636"/>
                  </a:lnTo>
                  <a:lnTo>
                    <a:pt x="1192219" y="1466616"/>
                  </a:lnTo>
                  <a:lnTo>
                    <a:pt x="1192218" y="1466599"/>
                  </a:lnTo>
                  <a:lnTo>
                    <a:pt x="1192219" y="1466581"/>
                  </a:lnTo>
                  <a:lnTo>
                    <a:pt x="1192196" y="1466575"/>
                  </a:lnTo>
                  <a:lnTo>
                    <a:pt x="1192214" y="1466565"/>
                  </a:lnTo>
                  <a:lnTo>
                    <a:pt x="1192224" y="1466555"/>
                  </a:lnTo>
                  <a:lnTo>
                    <a:pt x="1192226" y="1466547"/>
                  </a:lnTo>
                  <a:lnTo>
                    <a:pt x="1192231" y="1466529"/>
                  </a:lnTo>
                  <a:lnTo>
                    <a:pt x="1192239" y="1466510"/>
                  </a:lnTo>
                  <a:lnTo>
                    <a:pt x="1192248" y="1466488"/>
                  </a:lnTo>
                  <a:lnTo>
                    <a:pt x="1192257" y="1466469"/>
                  </a:lnTo>
                  <a:lnTo>
                    <a:pt x="1192268" y="1466451"/>
                  </a:lnTo>
                  <a:lnTo>
                    <a:pt x="1192273" y="1466446"/>
                  </a:lnTo>
                  <a:lnTo>
                    <a:pt x="1192281" y="1466432"/>
                  </a:lnTo>
                  <a:lnTo>
                    <a:pt x="1192288" y="1466414"/>
                  </a:lnTo>
                  <a:lnTo>
                    <a:pt x="1192292" y="1466395"/>
                  </a:lnTo>
                  <a:lnTo>
                    <a:pt x="1192297" y="1466377"/>
                  </a:lnTo>
                  <a:lnTo>
                    <a:pt x="1192301" y="1466358"/>
                  </a:lnTo>
                  <a:lnTo>
                    <a:pt x="1192303" y="1466340"/>
                  </a:lnTo>
                  <a:lnTo>
                    <a:pt x="1192302" y="1466326"/>
                  </a:lnTo>
                  <a:lnTo>
                    <a:pt x="1192299" y="1466321"/>
                  </a:lnTo>
                  <a:lnTo>
                    <a:pt x="1192293" y="1466304"/>
                  </a:lnTo>
                  <a:lnTo>
                    <a:pt x="1192287" y="1466284"/>
                  </a:lnTo>
                  <a:lnTo>
                    <a:pt x="1192285" y="1466266"/>
                  </a:lnTo>
                  <a:lnTo>
                    <a:pt x="1192283" y="1466247"/>
                  </a:lnTo>
                  <a:lnTo>
                    <a:pt x="1192283" y="1466229"/>
                  </a:lnTo>
                  <a:lnTo>
                    <a:pt x="1192283" y="1466208"/>
                  </a:lnTo>
                  <a:lnTo>
                    <a:pt x="1192285" y="1466189"/>
                  </a:lnTo>
                  <a:lnTo>
                    <a:pt x="1192289" y="1466177"/>
                  </a:lnTo>
                  <a:lnTo>
                    <a:pt x="1192294" y="1466171"/>
                  </a:lnTo>
                  <a:lnTo>
                    <a:pt x="1192310" y="1466152"/>
                  </a:lnTo>
                  <a:lnTo>
                    <a:pt x="1192325" y="1466136"/>
                  </a:lnTo>
                  <a:lnTo>
                    <a:pt x="1192341" y="1466118"/>
                  </a:lnTo>
                  <a:lnTo>
                    <a:pt x="1192357" y="1466097"/>
                  </a:lnTo>
                  <a:lnTo>
                    <a:pt x="1192372" y="1466077"/>
                  </a:lnTo>
                  <a:lnTo>
                    <a:pt x="1192390" y="1466061"/>
                  </a:lnTo>
                  <a:lnTo>
                    <a:pt x="1192409" y="1466045"/>
                  </a:lnTo>
                  <a:lnTo>
                    <a:pt x="1192424" y="1466026"/>
                  </a:lnTo>
                  <a:lnTo>
                    <a:pt x="1192440" y="1466008"/>
                  </a:lnTo>
                  <a:lnTo>
                    <a:pt x="1192454" y="1465991"/>
                  </a:lnTo>
                  <a:lnTo>
                    <a:pt x="1192471" y="1465976"/>
                  </a:lnTo>
                  <a:lnTo>
                    <a:pt x="1192488" y="1465961"/>
                  </a:lnTo>
                  <a:lnTo>
                    <a:pt x="1192506" y="1465945"/>
                  </a:lnTo>
                  <a:lnTo>
                    <a:pt x="1192523" y="1465928"/>
                  </a:lnTo>
                  <a:lnTo>
                    <a:pt x="1192538" y="1465909"/>
                  </a:lnTo>
                  <a:lnTo>
                    <a:pt x="1192554" y="1465892"/>
                  </a:lnTo>
                  <a:lnTo>
                    <a:pt x="1192568" y="1465871"/>
                  </a:lnTo>
                  <a:lnTo>
                    <a:pt x="1192576" y="1465852"/>
                  </a:lnTo>
                  <a:lnTo>
                    <a:pt x="1192583" y="1465834"/>
                  </a:lnTo>
                  <a:lnTo>
                    <a:pt x="1192589" y="1465815"/>
                  </a:lnTo>
                  <a:lnTo>
                    <a:pt x="1192596" y="1465797"/>
                  </a:lnTo>
                  <a:lnTo>
                    <a:pt x="1192603" y="1465778"/>
                  </a:lnTo>
                  <a:lnTo>
                    <a:pt x="1192607" y="1465760"/>
                  </a:lnTo>
                  <a:lnTo>
                    <a:pt x="1192609" y="1465741"/>
                  </a:lnTo>
                  <a:lnTo>
                    <a:pt x="1192610" y="1465725"/>
                  </a:lnTo>
                  <a:lnTo>
                    <a:pt x="1192612" y="1465719"/>
                  </a:lnTo>
                  <a:lnTo>
                    <a:pt x="1192614" y="1465706"/>
                  </a:lnTo>
                  <a:lnTo>
                    <a:pt x="1192616" y="1465701"/>
                  </a:lnTo>
                  <a:lnTo>
                    <a:pt x="1192620" y="1465682"/>
                  </a:lnTo>
                  <a:lnTo>
                    <a:pt x="1192627" y="1465663"/>
                  </a:lnTo>
                  <a:lnTo>
                    <a:pt x="1192634" y="1465645"/>
                  </a:lnTo>
                  <a:lnTo>
                    <a:pt x="1192648" y="1465610"/>
                  </a:lnTo>
                  <a:lnTo>
                    <a:pt x="1192654" y="1465597"/>
                  </a:lnTo>
                  <a:lnTo>
                    <a:pt x="1192653" y="1465586"/>
                  </a:lnTo>
                  <a:lnTo>
                    <a:pt x="1192643" y="1465568"/>
                  </a:lnTo>
                  <a:lnTo>
                    <a:pt x="1192634" y="1465555"/>
                  </a:lnTo>
                  <a:lnTo>
                    <a:pt x="1192624" y="1465541"/>
                  </a:lnTo>
                  <a:lnTo>
                    <a:pt x="1192621" y="1465532"/>
                  </a:lnTo>
                  <a:lnTo>
                    <a:pt x="1192615" y="1465518"/>
                  </a:lnTo>
                  <a:lnTo>
                    <a:pt x="1192609" y="1465506"/>
                  </a:lnTo>
                  <a:lnTo>
                    <a:pt x="1192604" y="1465498"/>
                  </a:lnTo>
                  <a:lnTo>
                    <a:pt x="1192598" y="1465487"/>
                  </a:lnTo>
                  <a:lnTo>
                    <a:pt x="1192595" y="1465482"/>
                  </a:lnTo>
                  <a:lnTo>
                    <a:pt x="1192588" y="1465463"/>
                  </a:lnTo>
                  <a:lnTo>
                    <a:pt x="1192578" y="1465444"/>
                  </a:lnTo>
                  <a:lnTo>
                    <a:pt x="1192567" y="1465425"/>
                  </a:lnTo>
                  <a:lnTo>
                    <a:pt x="1192560" y="1465407"/>
                  </a:lnTo>
                  <a:lnTo>
                    <a:pt x="1192546" y="1465385"/>
                  </a:lnTo>
                  <a:lnTo>
                    <a:pt x="1192534" y="1465364"/>
                  </a:lnTo>
                  <a:lnTo>
                    <a:pt x="1192527" y="1465350"/>
                  </a:lnTo>
                  <a:lnTo>
                    <a:pt x="1192523" y="1465337"/>
                  </a:lnTo>
                  <a:lnTo>
                    <a:pt x="1192520" y="1465327"/>
                  </a:lnTo>
                  <a:lnTo>
                    <a:pt x="1192514" y="1465309"/>
                  </a:lnTo>
                  <a:lnTo>
                    <a:pt x="1192509" y="1465291"/>
                  </a:lnTo>
                  <a:lnTo>
                    <a:pt x="1192505" y="1465279"/>
                  </a:lnTo>
                  <a:lnTo>
                    <a:pt x="1192504" y="1465267"/>
                  </a:lnTo>
                  <a:lnTo>
                    <a:pt x="1192505" y="1465259"/>
                  </a:lnTo>
                  <a:lnTo>
                    <a:pt x="1192508" y="1465254"/>
                  </a:lnTo>
                  <a:lnTo>
                    <a:pt x="1192509" y="1465235"/>
                  </a:lnTo>
                  <a:lnTo>
                    <a:pt x="1192507" y="1465217"/>
                  </a:lnTo>
                  <a:lnTo>
                    <a:pt x="1192505" y="1465198"/>
                  </a:lnTo>
                  <a:lnTo>
                    <a:pt x="1192503" y="1465179"/>
                  </a:lnTo>
                  <a:lnTo>
                    <a:pt x="1192501" y="1465167"/>
                  </a:lnTo>
                  <a:lnTo>
                    <a:pt x="1192500" y="1465161"/>
                  </a:lnTo>
                  <a:lnTo>
                    <a:pt x="1192496" y="1465143"/>
                  </a:lnTo>
                  <a:lnTo>
                    <a:pt x="1192491" y="1465124"/>
                  </a:lnTo>
                  <a:lnTo>
                    <a:pt x="1192487" y="1465115"/>
                  </a:lnTo>
                  <a:lnTo>
                    <a:pt x="1192480" y="1465106"/>
                  </a:lnTo>
                  <a:lnTo>
                    <a:pt x="1192463" y="1465088"/>
                  </a:lnTo>
                  <a:lnTo>
                    <a:pt x="1192445" y="1465071"/>
                  </a:lnTo>
                  <a:lnTo>
                    <a:pt x="1192431" y="1465055"/>
                  </a:lnTo>
                  <a:lnTo>
                    <a:pt x="1192427" y="1465044"/>
                  </a:lnTo>
                  <a:lnTo>
                    <a:pt x="1192425" y="1465035"/>
                  </a:lnTo>
                  <a:lnTo>
                    <a:pt x="1192426" y="1465012"/>
                  </a:lnTo>
                  <a:lnTo>
                    <a:pt x="1192429" y="1464991"/>
                  </a:lnTo>
                  <a:lnTo>
                    <a:pt x="1192433" y="1464958"/>
                  </a:lnTo>
                  <a:lnTo>
                    <a:pt x="1192438" y="1464936"/>
                  </a:lnTo>
                  <a:lnTo>
                    <a:pt x="1192442" y="1464917"/>
                  </a:lnTo>
                  <a:lnTo>
                    <a:pt x="1192446" y="1464899"/>
                  </a:lnTo>
                  <a:lnTo>
                    <a:pt x="1192448" y="1464880"/>
                  </a:lnTo>
                  <a:lnTo>
                    <a:pt x="1192453" y="1464862"/>
                  </a:lnTo>
                  <a:lnTo>
                    <a:pt x="1192454" y="1464854"/>
                  </a:lnTo>
                  <a:lnTo>
                    <a:pt x="1192457" y="1464850"/>
                  </a:lnTo>
                  <a:lnTo>
                    <a:pt x="1192462" y="1464848"/>
                  </a:lnTo>
                  <a:lnTo>
                    <a:pt x="1192468" y="1464850"/>
                  </a:lnTo>
                  <a:lnTo>
                    <a:pt x="1192482" y="1464861"/>
                  </a:lnTo>
                  <a:lnTo>
                    <a:pt x="1192502" y="1464877"/>
                  </a:lnTo>
                  <a:lnTo>
                    <a:pt x="1192538" y="1464897"/>
                  </a:lnTo>
                  <a:lnTo>
                    <a:pt x="1192548" y="1464911"/>
                  </a:lnTo>
                  <a:lnTo>
                    <a:pt x="1192554" y="1464919"/>
                  </a:lnTo>
                  <a:lnTo>
                    <a:pt x="1192561" y="1464906"/>
                  </a:lnTo>
                  <a:lnTo>
                    <a:pt x="1192567" y="1464894"/>
                  </a:lnTo>
                  <a:lnTo>
                    <a:pt x="1192584" y="1464873"/>
                  </a:lnTo>
                  <a:lnTo>
                    <a:pt x="1192600" y="1464854"/>
                  </a:lnTo>
                  <a:lnTo>
                    <a:pt x="1192614" y="1464836"/>
                  </a:lnTo>
                  <a:lnTo>
                    <a:pt x="1192628" y="1464817"/>
                  </a:lnTo>
                  <a:lnTo>
                    <a:pt x="1192643" y="1464799"/>
                  </a:lnTo>
                  <a:lnTo>
                    <a:pt x="1192657" y="1464780"/>
                  </a:lnTo>
                  <a:lnTo>
                    <a:pt x="1192675" y="1464764"/>
                  </a:lnTo>
                  <a:lnTo>
                    <a:pt x="1192693" y="1464748"/>
                  </a:lnTo>
                  <a:lnTo>
                    <a:pt x="1192710" y="1464734"/>
                  </a:lnTo>
                  <a:lnTo>
                    <a:pt x="1192727" y="1464718"/>
                  </a:lnTo>
                  <a:lnTo>
                    <a:pt x="1192732" y="1464716"/>
                  </a:lnTo>
                  <a:lnTo>
                    <a:pt x="1192744" y="1464703"/>
                  </a:lnTo>
                  <a:lnTo>
                    <a:pt x="1192764" y="1464687"/>
                  </a:lnTo>
                  <a:lnTo>
                    <a:pt x="1192785" y="1464670"/>
                  </a:lnTo>
                  <a:lnTo>
                    <a:pt x="1192803" y="1464655"/>
                  </a:lnTo>
                  <a:lnTo>
                    <a:pt x="1192820" y="1464640"/>
                  </a:lnTo>
                  <a:lnTo>
                    <a:pt x="1192838" y="1464625"/>
                  </a:lnTo>
                  <a:lnTo>
                    <a:pt x="1192856" y="1464613"/>
                  </a:lnTo>
                  <a:lnTo>
                    <a:pt x="1192864" y="1464607"/>
                  </a:lnTo>
                  <a:lnTo>
                    <a:pt x="1192874" y="1464603"/>
                  </a:lnTo>
                  <a:lnTo>
                    <a:pt x="1192892" y="1464594"/>
                  </a:lnTo>
                  <a:lnTo>
                    <a:pt x="1192910" y="1464586"/>
                  </a:lnTo>
                  <a:lnTo>
                    <a:pt x="1192928" y="1464577"/>
                  </a:lnTo>
                  <a:lnTo>
                    <a:pt x="1192946" y="1464567"/>
                  </a:lnTo>
                  <a:lnTo>
                    <a:pt x="1192964" y="1464556"/>
                  </a:lnTo>
                  <a:lnTo>
                    <a:pt x="1192981" y="1464541"/>
                  </a:lnTo>
                  <a:lnTo>
                    <a:pt x="1192999" y="1464528"/>
                  </a:lnTo>
                  <a:lnTo>
                    <a:pt x="1193017" y="1464516"/>
                  </a:lnTo>
                  <a:lnTo>
                    <a:pt x="1193035" y="1464506"/>
                  </a:lnTo>
                  <a:lnTo>
                    <a:pt x="1193053" y="1464493"/>
                  </a:lnTo>
                  <a:lnTo>
                    <a:pt x="1193071" y="1464484"/>
                  </a:lnTo>
                  <a:lnTo>
                    <a:pt x="1193089" y="1464478"/>
                  </a:lnTo>
                  <a:lnTo>
                    <a:pt x="1193100" y="1464474"/>
                  </a:lnTo>
                  <a:lnTo>
                    <a:pt x="1193107" y="1464470"/>
                  </a:lnTo>
                  <a:lnTo>
                    <a:pt x="1193125" y="1464454"/>
                  </a:lnTo>
                  <a:lnTo>
                    <a:pt x="1193143" y="1464441"/>
                  </a:lnTo>
                  <a:lnTo>
                    <a:pt x="1193161" y="1464430"/>
                  </a:lnTo>
                  <a:lnTo>
                    <a:pt x="1193179" y="1464417"/>
                  </a:lnTo>
                  <a:lnTo>
                    <a:pt x="1193196" y="1464404"/>
                  </a:lnTo>
                  <a:lnTo>
                    <a:pt x="1193214" y="1464389"/>
                  </a:lnTo>
                  <a:lnTo>
                    <a:pt x="1193231" y="1464373"/>
                  </a:lnTo>
                  <a:lnTo>
                    <a:pt x="1193248" y="1464356"/>
                  </a:lnTo>
                  <a:lnTo>
                    <a:pt x="1193264" y="1464341"/>
                  </a:lnTo>
                  <a:lnTo>
                    <a:pt x="1193283" y="1464319"/>
                  </a:lnTo>
                  <a:lnTo>
                    <a:pt x="1193295" y="1464300"/>
                  </a:lnTo>
                  <a:lnTo>
                    <a:pt x="1193301" y="1464291"/>
                  </a:lnTo>
                  <a:lnTo>
                    <a:pt x="1193313" y="1464278"/>
                  </a:lnTo>
                  <a:lnTo>
                    <a:pt x="1193330" y="1464262"/>
                  </a:lnTo>
                  <a:lnTo>
                    <a:pt x="1193345" y="1464246"/>
                  </a:lnTo>
                  <a:lnTo>
                    <a:pt x="1193363" y="1464227"/>
                  </a:lnTo>
                  <a:lnTo>
                    <a:pt x="1193376" y="1464214"/>
                  </a:lnTo>
                  <a:lnTo>
                    <a:pt x="1193381" y="1464211"/>
                  </a:lnTo>
                  <a:lnTo>
                    <a:pt x="1193399" y="1464200"/>
                  </a:lnTo>
                  <a:lnTo>
                    <a:pt x="1193430" y="1464191"/>
                  </a:lnTo>
                  <a:lnTo>
                    <a:pt x="1193449" y="1464191"/>
                  </a:lnTo>
                  <a:lnTo>
                    <a:pt x="1193467" y="1464191"/>
                  </a:lnTo>
                  <a:lnTo>
                    <a:pt x="1193485" y="1464188"/>
                  </a:lnTo>
                  <a:lnTo>
                    <a:pt x="1193503" y="1464183"/>
                  </a:lnTo>
                  <a:lnTo>
                    <a:pt x="1193521" y="1464180"/>
                  </a:lnTo>
                  <a:lnTo>
                    <a:pt x="1193531" y="1464176"/>
                  </a:lnTo>
                  <a:lnTo>
                    <a:pt x="1193539" y="1464176"/>
                  </a:lnTo>
                  <a:lnTo>
                    <a:pt x="1193557" y="1464169"/>
                  </a:lnTo>
                  <a:lnTo>
                    <a:pt x="1193570" y="1464159"/>
                  </a:lnTo>
                  <a:lnTo>
                    <a:pt x="1193574" y="1464154"/>
                  </a:lnTo>
                  <a:lnTo>
                    <a:pt x="1193585" y="1464143"/>
                  </a:lnTo>
                  <a:lnTo>
                    <a:pt x="1193591" y="1464137"/>
                  </a:lnTo>
                  <a:lnTo>
                    <a:pt x="1193604" y="1464120"/>
                  </a:lnTo>
                  <a:lnTo>
                    <a:pt x="1193620" y="1464100"/>
                  </a:lnTo>
                  <a:lnTo>
                    <a:pt x="1193633" y="1464080"/>
                  </a:lnTo>
                  <a:lnTo>
                    <a:pt x="1193646" y="1464063"/>
                  </a:lnTo>
                  <a:lnTo>
                    <a:pt x="1193654" y="1464053"/>
                  </a:lnTo>
                  <a:lnTo>
                    <a:pt x="1193663" y="1464047"/>
                  </a:lnTo>
                  <a:lnTo>
                    <a:pt x="1193681" y="1464033"/>
                  </a:lnTo>
                  <a:lnTo>
                    <a:pt x="1193696" y="1464018"/>
                  </a:lnTo>
                  <a:lnTo>
                    <a:pt x="1193704" y="1464010"/>
                  </a:lnTo>
                  <a:lnTo>
                    <a:pt x="1193708" y="1464000"/>
                  </a:lnTo>
                  <a:lnTo>
                    <a:pt x="1193712" y="1463991"/>
                  </a:lnTo>
                  <a:lnTo>
                    <a:pt x="1193712" y="1463981"/>
                  </a:lnTo>
                  <a:lnTo>
                    <a:pt x="1193712" y="1463963"/>
                  </a:lnTo>
                  <a:lnTo>
                    <a:pt x="1193713" y="1463944"/>
                  </a:lnTo>
                  <a:lnTo>
                    <a:pt x="1193714" y="1463937"/>
                  </a:lnTo>
                  <a:lnTo>
                    <a:pt x="1193718" y="1463926"/>
                  </a:lnTo>
                  <a:lnTo>
                    <a:pt x="1193719" y="1463907"/>
                  </a:lnTo>
                  <a:lnTo>
                    <a:pt x="1193715" y="1463889"/>
                  </a:lnTo>
                  <a:lnTo>
                    <a:pt x="1193715" y="1463878"/>
                  </a:lnTo>
                  <a:lnTo>
                    <a:pt x="1193713" y="1463870"/>
                  </a:lnTo>
                  <a:lnTo>
                    <a:pt x="1193713" y="1463852"/>
                  </a:lnTo>
                  <a:lnTo>
                    <a:pt x="1193719" y="1463833"/>
                  </a:lnTo>
                  <a:lnTo>
                    <a:pt x="1193732" y="1463815"/>
                  </a:lnTo>
                  <a:lnTo>
                    <a:pt x="1193746" y="1463797"/>
                  </a:lnTo>
                  <a:lnTo>
                    <a:pt x="1193761" y="1463779"/>
                  </a:lnTo>
                  <a:lnTo>
                    <a:pt x="1193778" y="1463764"/>
                  </a:lnTo>
                  <a:lnTo>
                    <a:pt x="1193795" y="1463747"/>
                  </a:lnTo>
                  <a:lnTo>
                    <a:pt x="1193818" y="1463714"/>
                  </a:lnTo>
                  <a:lnTo>
                    <a:pt x="1193827" y="1463707"/>
                  </a:lnTo>
                  <a:lnTo>
                    <a:pt x="1193867" y="1463671"/>
                  </a:lnTo>
                  <a:lnTo>
                    <a:pt x="1193900" y="1463651"/>
                  </a:lnTo>
                  <a:lnTo>
                    <a:pt x="1193926" y="1463638"/>
                  </a:lnTo>
                  <a:lnTo>
                    <a:pt x="1193952" y="1463629"/>
                  </a:lnTo>
                  <a:lnTo>
                    <a:pt x="1193970" y="1463622"/>
                  </a:lnTo>
                  <a:lnTo>
                    <a:pt x="1193983" y="1463611"/>
                  </a:lnTo>
                  <a:lnTo>
                    <a:pt x="1194006" y="1463595"/>
                  </a:lnTo>
                  <a:lnTo>
                    <a:pt x="1194020" y="1463583"/>
                  </a:lnTo>
                  <a:lnTo>
                    <a:pt x="1194027" y="1463576"/>
                  </a:lnTo>
                  <a:lnTo>
                    <a:pt x="1194032" y="1463568"/>
                  </a:lnTo>
                  <a:lnTo>
                    <a:pt x="1194029" y="1463559"/>
                  </a:lnTo>
                  <a:lnTo>
                    <a:pt x="1194022" y="1463550"/>
                  </a:lnTo>
                  <a:lnTo>
                    <a:pt x="1194012" y="1463536"/>
                  </a:lnTo>
                  <a:lnTo>
                    <a:pt x="1194004" y="1463510"/>
                  </a:lnTo>
                  <a:lnTo>
                    <a:pt x="1194005" y="1463496"/>
                  </a:lnTo>
                  <a:lnTo>
                    <a:pt x="1194020" y="1463468"/>
                  </a:lnTo>
                  <a:lnTo>
                    <a:pt x="1194038" y="1463439"/>
                  </a:lnTo>
                  <a:lnTo>
                    <a:pt x="1194056" y="1463424"/>
                  </a:lnTo>
                  <a:lnTo>
                    <a:pt x="1194068" y="1463415"/>
                  </a:lnTo>
                  <a:lnTo>
                    <a:pt x="1194087" y="1463389"/>
                  </a:lnTo>
                  <a:lnTo>
                    <a:pt x="1194119" y="1463345"/>
                  </a:lnTo>
                  <a:lnTo>
                    <a:pt x="1194135" y="1463327"/>
                  </a:lnTo>
                  <a:lnTo>
                    <a:pt x="1194180" y="1463302"/>
                  </a:lnTo>
                  <a:lnTo>
                    <a:pt x="1194216" y="1463290"/>
                  </a:lnTo>
                  <a:lnTo>
                    <a:pt x="1194252" y="1463284"/>
                  </a:lnTo>
                  <a:lnTo>
                    <a:pt x="1194287" y="1463280"/>
                  </a:lnTo>
                  <a:lnTo>
                    <a:pt x="1194319" y="1463275"/>
                  </a:lnTo>
                  <a:lnTo>
                    <a:pt x="1194338" y="1463272"/>
                  </a:lnTo>
                  <a:lnTo>
                    <a:pt x="1194356" y="1463270"/>
                  </a:lnTo>
                  <a:lnTo>
                    <a:pt x="1194372" y="1463268"/>
                  </a:lnTo>
                  <a:lnTo>
                    <a:pt x="1194380" y="1463265"/>
                  </a:lnTo>
                  <a:lnTo>
                    <a:pt x="1194385" y="1463261"/>
                  </a:lnTo>
                  <a:lnTo>
                    <a:pt x="1194395" y="1463248"/>
                  </a:lnTo>
                  <a:lnTo>
                    <a:pt x="1194404" y="1463230"/>
                  </a:lnTo>
                  <a:lnTo>
                    <a:pt x="1194408" y="1463216"/>
                  </a:lnTo>
                  <a:lnTo>
                    <a:pt x="1194416" y="1463196"/>
                  </a:lnTo>
                  <a:lnTo>
                    <a:pt x="1194422" y="1463168"/>
                  </a:lnTo>
                  <a:lnTo>
                    <a:pt x="1194424" y="1463148"/>
                  </a:lnTo>
                  <a:lnTo>
                    <a:pt x="1194431" y="1463126"/>
                  </a:lnTo>
                  <a:lnTo>
                    <a:pt x="1194446" y="1463096"/>
                  </a:lnTo>
                  <a:lnTo>
                    <a:pt x="1194463" y="1463079"/>
                  </a:lnTo>
                  <a:lnTo>
                    <a:pt x="1194477" y="1463057"/>
                  </a:lnTo>
                  <a:lnTo>
                    <a:pt x="1194494" y="1463033"/>
                  </a:lnTo>
                  <a:lnTo>
                    <a:pt x="1194504" y="1463015"/>
                  </a:lnTo>
                  <a:lnTo>
                    <a:pt x="1194519" y="1462988"/>
                  </a:lnTo>
                  <a:lnTo>
                    <a:pt x="1194535" y="1462962"/>
                  </a:lnTo>
                  <a:lnTo>
                    <a:pt x="1194551" y="1462940"/>
                  </a:lnTo>
                  <a:lnTo>
                    <a:pt x="1194590" y="1462901"/>
                  </a:lnTo>
                  <a:lnTo>
                    <a:pt x="1194594" y="1462896"/>
                  </a:lnTo>
                  <a:lnTo>
                    <a:pt x="1194609" y="1462881"/>
                  </a:lnTo>
                  <a:lnTo>
                    <a:pt x="1194621" y="1462868"/>
                  </a:lnTo>
                  <a:lnTo>
                    <a:pt x="1194635" y="1462853"/>
                  </a:lnTo>
                  <a:lnTo>
                    <a:pt x="1194648" y="1462842"/>
                  </a:lnTo>
                  <a:lnTo>
                    <a:pt x="1194662" y="1462826"/>
                  </a:lnTo>
                  <a:lnTo>
                    <a:pt x="1194668" y="1462820"/>
                  </a:lnTo>
                  <a:lnTo>
                    <a:pt x="1194681" y="1462802"/>
                  </a:lnTo>
                  <a:lnTo>
                    <a:pt x="1194686" y="1462796"/>
                  </a:lnTo>
                  <a:lnTo>
                    <a:pt x="1194705" y="1462781"/>
                  </a:lnTo>
                  <a:lnTo>
                    <a:pt x="1194735" y="1462765"/>
                  </a:lnTo>
                  <a:lnTo>
                    <a:pt x="1194762" y="1462758"/>
                  </a:lnTo>
                  <a:lnTo>
                    <a:pt x="1194805" y="1462742"/>
                  </a:lnTo>
                  <a:lnTo>
                    <a:pt x="1194843" y="1462725"/>
                  </a:lnTo>
                  <a:lnTo>
                    <a:pt x="1194865" y="1462700"/>
                  </a:lnTo>
                  <a:lnTo>
                    <a:pt x="1194882" y="1462670"/>
                  </a:lnTo>
                  <a:lnTo>
                    <a:pt x="1194888" y="1462647"/>
                  </a:lnTo>
                  <a:lnTo>
                    <a:pt x="1194893" y="1462610"/>
                  </a:lnTo>
                  <a:lnTo>
                    <a:pt x="1194890" y="1462591"/>
                  </a:lnTo>
                  <a:lnTo>
                    <a:pt x="1194884" y="1462573"/>
                  </a:lnTo>
                  <a:lnTo>
                    <a:pt x="1194885" y="1462558"/>
                  </a:lnTo>
                  <a:lnTo>
                    <a:pt x="1194889" y="1462540"/>
                  </a:lnTo>
                  <a:lnTo>
                    <a:pt x="1194892" y="1462525"/>
                  </a:lnTo>
                  <a:lnTo>
                    <a:pt x="1194893" y="1462514"/>
                  </a:lnTo>
                  <a:lnTo>
                    <a:pt x="1194891" y="1462503"/>
                  </a:lnTo>
                  <a:lnTo>
                    <a:pt x="1194884" y="1462486"/>
                  </a:lnTo>
                  <a:lnTo>
                    <a:pt x="1194878" y="1462478"/>
                  </a:lnTo>
                  <a:lnTo>
                    <a:pt x="1194860" y="1462456"/>
                  </a:lnTo>
                  <a:lnTo>
                    <a:pt x="1194838" y="1462432"/>
                  </a:lnTo>
                  <a:lnTo>
                    <a:pt x="1194812" y="1462402"/>
                  </a:lnTo>
                  <a:lnTo>
                    <a:pt x="1194767" y="1462353"/>
                  </a:lnTo>
                  <a:lnTo>
                    <a:pt x="1194760" y="1462347"/>
                  </a:lnTo>
                  <a:lnTo>
                    <a:pt x="1194755" y="1462339"/>
                  </a:lnTo>
                  <a:lnTo>
                    <a:pt x="1194752" y="1462331"/>
                  </a:lnTo>
                  <a:lnTo>
                    <a:pt x="1194745" y="1462319"/>
                  </a:lnTo>
                  <a:lnTo>
                    <a:pt x="1194742" y="1462296"/>
                  </a:lnTo>
                  <a:lnTo>
                    <a:pt x="1194746" y="1462269"/>
                  </a:lnTo>
                  <a:lnTo>
                    <a:pt x="1194755" y="1462255"/>
                  </a:lnTo>
                  <a:lnTo>
                    <a:pt x="1194755" y="1462244"/>
                  </a:lnTo>
                  <a:lnTo>
                    <a:pt x="1194753" y="1462221"/>
                  </a:lnTo>
                  <a:lnTo>
                    <a:pt x="1194752" y="1462161"/>
                  </a:lnTo>
                  <a:lnTo>
                    <a:pt x="1194747" y="1462148"/>
                  </a:lnTo>
                  <a:lnTo>
                    <a:pt x="1194733" y="1462132"/>
                  </a:lnTo>
                  <a:lnTo>
                    <a:pt x="1194705" y="1462095"/>
                  </a:lnTo>
                  <a:lnTo>
                    <a:pt x="1194686" y="1462061"/>
                  </a:lnTo>
                  <a:lnTo>
                    <a:pt x="1194667" y="1462015"/>
                  </a:lnTo>
                  <a:lnTo>
                    <a:pt x="1194654" y="1461974"/>
                  </a:lnTo>
                  <a:lnTo>
                    <a:pt x="1194652" y="1461945"/>
                  </a:lnTo>
                  <a:lnTo>
                    <a:pt x="1194656" y="1461926"/>
                  </a:lnTo>
                  <a:lnTo>
                    <a:pt x="1194654" y="1461906"/>
                  </a:lnTo>
                  <a:lnTo>
                    <a:pt x="1194648" y="1461884"/>
                  </a:lnTo>
                  <a:lnTo>
                    <a:pt x="1194641" y="1461850"/>
                  </a:lnTo>
                  <a:lnTo>
                    <a:pt x="1194630" y="1461814"/>
                  </a:lnTo>
                  <a:lnTo>
                    <a:pt x="1194625" y="1461790"/>
                  </a:lnTo>
                  <a:lnTo>
                    <a:pt x="1194620" y="1461759"/>
                  </a:lnTo>
                  <a:lnTo>
                    <a:pt x="1194614" y="1461733"/>
                  </a:lnTo>
                  <a:lnTo>
                    <a:pt x="1194609" y="1461718"/>
                  </a:lnTo>
                  <a:lnTo>
                    <a:pt x="1194599" y="1461698"/>
                  </a:lnTo>
                  <a:lnTo>
                    <a:pt x="1194595" y="1461683"/>
                  </a:lnTo>
                  <a:lnTo>
                    <a:pt x="1194587" y="1461664"/>
                  </a:lnTo>
                  <a:lnTo>
                    <a:pt x="1194582" y="1461643"/>
                  </a:lnTo>
                  <a:lnTo>
                    <a:pt x="1194582" y="1461634"/>
                  </a:lnTo>
                  <a:lnTo>
                    <a:pt x="1194582" y="1461625"/>
                  </a:lnTo>
                  <a:lnTo>
                    <a:pt x="1194585" y="1461619"/>
                  </a:lnTo>
                  <a:lnTo>
                    <a:pt x="1194593" y="1461605"/>
                  </a:lnTo>
                  <a:lnTo>
                    <a:pt x="1194612" y="1461582"/>
                  </a:lnTo>
                  <a:lnTo>
                    <a:pt x="1194624" y="1461565"/>
                  </a:lnTo>
                  <a:lnTo>
                    <a:pt x="1194646" y="1461541"/>
                  </a:lnTo>
                  <a:lnTo>
                    <a:pt x="1194657" y="1461513"/>
                  </a:lnTo>
                  <a:lnTo>
                    <a:pt x="1194675" y="1461489"/>
                  </a:lnTo>
                  <a:lnTo>
                    <a:pt x="1194709" y="1461459"/>
                  </a:lnTo>
                  <a:lnTo>
                    <a:pt x="1194741" y="1461430"/>
                  </a:lnTo>
                  <a:lnTo>
                    <a:pt x="1194750" y="1461422"/>
                  </a:lnTo>
                  <a:lnTo>
                    <a:pt x="1194753" y="1461412"/>
                  </a:lnTo>
                  <a:lnTo>
                    <a:pt x="1194753" y="1461405"/>
                  </a:lnTo>
                  <a:lnTo>
                    <a:pt x="1194752" y="1461390"/>
                  </a:lnTo>
                  <a:lnTo>
                    <a:pt x="1194750" y="1461380"/>
                  </a:lnTo>
                  <a:lnTo>
                    <a:pt x="1194742" y="1461356"/>
                  </a:lnTo>
                  <a:lnTo>
                    <a:pt x="1194727" y="1461324"/>
                  </a:lnTo>
                  <a:lnTo>
                    <a:pt x="1194703" y="1461277"/>
                  </a:lnTo>
                  <a:lnTo>
                    <a:pt x="1194701" y="1461267"/>
                  </a:lnTo>
                  <a:lnTo>
                    <a:pt x="1194706" y="1461257"/>
                  </a:lnTo>
                  <a:lnTo>
                    <a:pt x="1194717" y="1461246"/>
                  </a:lnTo>
                  <a:lnTo>
                    <a:pt x="1194737" y="1461210"/>
                  </a:lnTo>
                  <a:lnTo>
                    <a:pt x="1194763" y="1461152"/>
                  </a:lnTo>
                  <a:lnTo>
                    <a:pt x="1194785" y="1461091"/>
                  </a:lnTo>
                  <a:lnTo>
                    <a:pt x="1194799" y="1461038"/>
                  </a:lnTo>
                  <a:lnTo>
                    <a:pt x="1194804" y="1461019"/>
                  </a:lnTo>
                  <a:lnTo>
                    <a:pt x="1194810" y="1460994"/>
                  </a:lnTo>
                  <a:lnTo>
                    <a:pt x="1194812" y="1460980"/>
                  </a:lnTo>
                  <a:lnTo>
                    <a:pt x="1194816" y="1460963"/>
                  </a:lnTo>
                  <a:lnTo>
                    <a:pt x="1194816" y="1460957"/>
                  </a:lnTo>
                  <a:lnTo>
                    <a:pt x="1194821" y="1460954"/>
                  </a:lnTo>
                  <a:lnTo>
                    <a:pt x="1194827" y="1460952"/>
                  </a:lnTo>
                  <a:lnTo>
                    <a:pt x="1194837" y="1460951"/>
                  </a:lnTo>
                  <a:lnTo>
                    <a:pt x="1194857" y="1460952"/>
                  </a:lnTo>
                  <a:lnTo>
                    <a:pt x="1194881" y="1460949"/>
                  </a:lnTo>
                  <a:lnTo>
                    <a:pt x="1194929" y="1460941"/>
                  </a:lnTo>
                  <a:lnTo>
                    <a:pt x="1194970" y="1460922"/>
                  </a:lnTo>
                  <a:lnTo>
                    <a:pt x="1195040" y="1460889"/>
                  </a:lnTo>
                  <a:lnTo>
                    <a:pt x="1195063" y="1460879"/>
                  </a:lnTo>
                  <a:lnTo>
                    <a:pt x="1195074" y="1460875"/>
                  </a:lnTo>
                  <a:lnTo>
                    <a:pt x="1195096" y="1460872"/>
                  </a:lnTo>
                  <a:lnTo>
                    <a:pt x="1195129" y="1460865"/>
                  </a:lnTo>
                  <a:lnTo>
                    <a:pt x="1195141" y="1460862"/>
                  </a:lnTo>
                  <a:lnTo>
                    <a:pt x="1195162" y="1460852"/>
                  </a:lnTo>
                  <a:lnTo>
                    <a:pt x="1195193" y="1460837"/>
                  </a:lnTo>
                  <a:lnTo>
                    <a:pt x="1195232" y="1460821"/>
                  </a:lnTo>
                  <a:lnTo>
                    <a:pt x="1195247" y="1460809"/>
                  </a:lnTo>
                  <a:lnTo>
                    <a:pt x="1195259" y="1460798"/>
                  </a:lnTo>
                  <a:lnTo>
                    <a:pt x="1195269" y="1460789"/>
                  </a:lnTo>
                  <a:lnTo>
                    <a:pt x="1195273" y="1460780"/>
                  </a:lnTo>
                  <a:lnTo>
                    <a:pt x="1195280" y="1460765"/>
                  </a:lnTo>
                  <a:lnTo>
                    <a:pt x="1195290" y="1460740"/>
                  </a:lnTo>
                  <a:lnTo>
                    <a:pt x="1195295" y="1460718"/>
                  </a:lnTo>
                  <a:lnTo>
                    <a:pt x="1195299" y="1460701"/>
                  </a:lnTo>
                  <a:lnTo>
                    <a:pt x="1195301" y="1460673"/>
                  </a:lnTo>
                  <a:lnTo>
                    <a:pt x="1195313" y="1460629"/>
                  </a:lnTo>
                  <a:lnTo>
                    <a:pt x="1195326" y="1460568"/>
                  </a:lnTo>
                  <a:lnTo>
                    <a:pt x="1195332" y="1460535"/>
                  </a:lnTo>
                  <a:lnTo>
                    <a:pt x="1195332" y="1460505"/>
                  </a:lnTo>
                  <a:lnTo>
                    <a:pt x="1195327" y="1460463"/>
                  </a:lnTo>
                  <a:lnTo>
                    <a:pt x="1195330" y="1460442"/>
                  </a:lnTo>
                  <a:lnTo>
                    <a:pt x="1195340" y="1460412"/>
                  </a:lnTo>
                  <a:lnTo>
                    <a:pt x="1195358" y="1460377"/>
                  </a:lnTo>
                  <a:lnTo>
                    <a:pt x="1195376" y="1460360"/>
                  </a:lnTo>
                  <a:lnTo>
                    <a:pt x="1195382" y="1460352"/>
                  </a:lnTo>
                  <a:lnTo>
                    <a:pt x="1195386" y="1460343"/>
                  </a:lnTo>
                  <a:lnTo>
                    <a:pt x="1195388" y="1460333"/>
                  </a:lnTo>
                  <a:lnTo>
                    <a:pt x="1195388" y="1460324"/>
                  </a:lnTo>
                  <a:lnTo>
                    <a:pt x="1195387" y="1460314"/>
                  </a:lnTo>
                  <a:lnTo>
                    <a:pt x="1195379" y="1460294"/>
                  </a:lnTo>
                  <a:lnTo>
                    <a:pt x="1195372" y="1460276"/>
                  </a:lnTo>
                  <a:lnTo>
                    <a:pt x="1195353" y="1460216"/>
                  </a:lnTo>
                  <a:lnTo>
                    <a:pt x="1195333" y="1460134"/>
                  </a:lnTo>
                  <a:lnTo>
                    <a:pt x="1195326" y="1460075"/>
                  </a:lnTo>
                  <a:lnTo>
                    <a:pt x="1195312" y="1460015"/>
                  </a:lnTo>
                  <a:lnTo>
                    <a:pt x="1195307" y="1459984"/>
                  </a:lnTo>
                  <a:lnTo>
                    <a:pt x="1195303" y="1459953"/>
                  </a:lnTo>
                  <a:lnTo>
                    <a:pt x="1195302" y="1459901"/>
                  </a:lnTo>
                  <a:lnTo>
                    <a:pt x="1195303" y="1459875"/>
                  </a:lnTo>
                  <a:lnTo>
                    <a:pt x="1195309" y="1459857"/>
                  </a:lnTo>
                  <a:lnTo>
                    <a:pt x="1195326" y="1459825"/>
                  </a:lnTo>
                  <a:lnTo>
                    <a:pt x="1195343" y="1459784"/>
                  </a:lnTo>
                  <a:lnTo>
                    <a:pt x="1195346" y="1459763"/>
                  </a:lnTo>
                  <a:lnTo>
                    <a:pt x="1195355" y="1459746"/>
                  </a:lnTo>
                  <a:lnTo>
                    <a:pt x="1195378" y="1459719"/>
                  </a:lnTo>
                  <a:lnTo>
                    <a:pt x="1195422" y="1459691"/>
                  </a:lnTo>
                  <a:lnTo>
                    <a:pt x="1195452" y="1459672"/>
                  </a:lnTo>
                  <a:lnTo>
                    <a:pt x="1195477" y="1459647"/>
                  </a:lnTo>
                  <a:lnTo>
                    <a:pt x="1195491" y="1459629"/>
                  </a:lnTo>
                  <a:lnTo>
                    <a:pt x="1195516" y="1459609"/>
                  </a:lnTo>
                  <a:lnTo>
                    <a:pt x="1195543" y="1459594"/>
                  </a:lnTo>
                  <a:lnTo>
                    <a:pt x="1195566" y="1459584"/>
                  </a:lnTo>
                  <a:lnTo>
                    <a:pt x="1195579" y="1459573"/>
                  </a:lnTo>
                  <a:lnTo>
                    <a:pt x="1195584" y="1459566"/>
                  </a:lnTo>
                  <a:lnTo>
                    <a:pt x="1195579" y="1459554"/>
                  </a:lnTo>
                  <a:lnTo>
                    <a:pt x="1195541" y="1459517"/>
                  </a:lnTo>
                  <a:lnTo>
                    <a:pt x="1195521" y="1459495"/>
                  </a:lnTo>
                  <a:lnTo>
                    <a:pt x="1195492" y="1459453"/>
                  </a:lnTo>
                  <a:lnTo>
                    <a:pt x="1195472" y="1459425"/>
                  </a:lnTo>
                  <a:lnTo>
                    <a:pt x="1195461" y="1459401"/>
                  </a:lnTo>
                  <a:lnTo>
                    <a:pt x="1195448" y="1459357"/>
                  </a:lnTo>
                  <a:lnTo>
                    <a:pt x="1195438" y="1459309"/>
                  </a:lnTo>
                  <a:lnTo>
                    <a:pt x="1195441" y="1459259"/>
                  </a:lnTo>
                  <a:lnTo>
                    <a:pt x="1195444" y="1459227"/>
                  </a:lnTo>
                  <a:lnTo>
                    <a:pt x="1195443" y="1459197"/>
                  </a:lnTo>
                  <a:lnTo>
                    <a:pt x="1195444" y="1459176"/>
                  </a:lnTo>
                  <a:lnTo>
                    <a:pt x="1195451" y="1459149"/>
                  </a:lnTo>
                  <a:lnTo>
                    <a:pt x="1195454" y="1459120"/>
                  </a:lnTo>
                  <a:lnTo>
                    <a:pt x="1195451" y="1459085"/>
                  </a:lnTo>
                  <a:lnTo>
                    <a:pt x="1195456" y="1459063"/>
                  </a:lnTo>
                  <a:lnTo>
                    <a:pt x="1195472" y="1459044"/>
                  </a:lnTo>
                  <a:lnTo>
                    <a:pt x="1195517" y="1459018"/>
                  </a:lnTo>
                  <a:lnTo>
                    <a:pt x="1195561" y="1458985"/>
                  </a:lnTo>
                  <a:lnTo>
                    <a:pt x="1195637" y="1458939"/>
                  </a:lnTo>
                  <a:lnTo>
                    <a:pt x="1195661" y="1458916"/>
                  </a:lnTo>
                  <a:lnTo>
                    <a:pt x="1195671" y="1458901"/>
                  </a:lnTo>
                  <a:lnTo>
                    <a:pt x="1195680" y="1458886"/>
                  </a:lnTo>
                  <a:lnTo>
                    <a:pt x="1195682" y="1458862"/>
                  </a:lnTo>
                  <a:lnTo>
                    <a:pt x="1195674" y="1458819"/>
                  </a:lnTo>
                  <a:lnTo>
                    <a:pt x="1195676" y="1458795"/>
                  </a:lnTo>
                  <a:lnTo>
                    <a:pt x="1195689" y="1458766"/>
                  </a:lnTo>
                  <a:lnTo>
                    <a:pt x="1195712" y="1458717"/>
                  </a:lnTo>
                  <a:lnTo>
                    <a:pt x="1195717" y="1458690"/>
                  </a:lnTo>
                  <a:lnTo>
                    <a:pt x="1195712" y="1458670"/>
                  </a:lnTo>
                  <a:lnTo>
                    <a:pt x="1195697" y="1458645"/>
                  </a:lnTo>
                  <a:lnTo>
                    <a:pt x="1195671" y="1458620"/>
                  </a:lnTo>
                  <a:lnTo>
                    <a:pt x="1195645" y="1458597"/>
                  </a:lnTo>
                  <a:lnTo>
                    <a:pt x="1195627" y="1458578"/>
                  </a:lnTo>
                  <a:lnTo>
                    <a:pt x="1195613" y="1458557"/>
                  </a:lnTo>
                  <a:lnTo>
                    <a:pt x="1195598" y="1458540"/>
                  </a:lnTo>
                  <a:lnTo>
                    <a:pt x="1195562" y="1458513"/>
                  </a:lnTo>
                  <a:lnTo>
                    <a:pt x="1195487" y="1458468"/>
                  </a:lnTo>
                  <a:lnTo>
                    <a:pt x="1195466" y="1458450"/>
                  </a:lnTo>
                  <a:lnTo>
                    <a:pt x="1195449" y="1458431"/>
                  </a:lnTo>
                  <a:lnTo>
                    <a:pt x="1195422" y="1458408"/>
                  </a:lnTo>
                  <a:lnTo>
                    <a:pt x="1195406" y="1458394"/>
                  </a:lnTo>
                  <a:lnTo>
                    <a:pt x="1195391" y="1458383"/>
                  </a:lnTo>
                  <a:lnTo>
                    <a:pt x="1195374" y="1458365"/>
                  </a:lnTo>
                  <a:lnTo>
                    <a:pt x="1195358" y="1458344"/>
                  </a:lnTo>
                  <a:lnTo>
                    <a:pt x="1195334" y="1458321"/>
                  </a:lnTo>
                  <a:lnTo>
                    <a:pt x="1195317" y="1458307"/>
                  </a:lnTo>
                  <a:lnTo>
                    <a:pt x="1195300" y="1458285"/>
                  </a:lnTo>
                  <a:lnTo>
                    <a:pt x="1195277" y="1458237"/>
                  </a:lnTo>
                  <a:lnTo>
                    <a:pt x="1195259" y="1458182"/>
                  </a:lnTo>
                  <a:lnTo>
                    <a:pt x="1195247" y="1458138"/>
                  </a:lnTo>
                  <a:lnTo>
                    <a:pt x="1195224" y="1458078"/>
                  </a:lnTo>
                  <a:lnTo>
                    <a:pt x="1195219" y="1458049"/>
                  </a:lnTo>
                  <a:lnTo>
                    <a:pt x="1195217" y="1458027"/>
                  </a:lnTo>
                  <a:lnTo>
                    <a:pt x="1195219" y="1458018"/>
                  </a:lnTo>
                  <a:lnTo>
                    <a:pt x="1195224" y="1458007"/>
                  </a:lnTo>
                  <a:lnTo>
                    <a:pt x="1195231" y="1457998"/>
                  </a:lnTo>
                  <a:lnTo>
                    <a:pt x="1195246" y="1457983"/>
                  </a:lnTo>
                  <a:lnTo>
                    <a:pt x="1195253" y="1457977"/>
                  </a:lnTo>
                  <a:lnTo>
                    <a:pt x="1195296" y="1457938"/>
                  </a:lnTo>
                  <a:lnTo>
                    <a:pt x="1195318" y="1457913"/>
                  </a:lnTo>
                  <a:lnTo>
                    <a:pt x="1195333" y="1457886"/>
                  </a:lnTo>
                  <a:lnTo>
                    <a:pt x="1195373" y="1457810"/>
                  </a:lnTo>
                  <a:lnTo>
                    <a:pt x="1195398" y="1457767"/>
                  </a:lnTo>
                  <a:lnTo>
                    <a:pt x="1195418" y="1457721"/>
                  </a:lnTo>
                  <a:lnTo>
                    <a:pt x="1195431" y="1457689"/>
                  </a:lnTo>
                  <a:lnTo>
                    <a:pt x="1195441" y="1457663"/>
                  </a:lnTo>
                  <a:lnTo>
                    <a:pt x="1195463" y="1457637"/>
                  </a:lnTo>
                  <a:lnTo>
                    <a:pt x="1195483" y="1457610"/>
                  </a:lnTo>
                  <a:lnTo>
                    <a:pt x="1195491" y="1457602"/>
                  </a:lnTo>
                  <a:lnTo>
                    <a:pt x="1195503" y="1457589"/>
                  </a:lnTo>
                  <a:lnTo>
                    <a:pt x="1195509" y="1457581"/>
                  </a:lnTo>
                  <a:lnTo>
                    <a:pt x="1195513" y="1457571"/>
                  </a:lnTo>
                  <a:lnTo>
                    <a:pt x="1195515" y="1457552"/>
                  </a:lnTo>
                  <a:lnTo>
                    <a:pt x="1195512" y="1457534"/>
                  </a:lnTo>
                  <a:lnTo>
                    <a:pt x="1195510" y="1457529"/>
                  </a:lnTo>
                  <a:lnTo>
                    <a:pt x="1195496" y="1457472"/>
                  </a:lnTo>
                  <a:lnTo>
                    <a:pt x="1195466" y="1457358"/>
                  </a:lnTo>
                  <a:lnTo>
                    <a:pt x="1195457" y="1457304"/>
                  </a:lnTo>
                  <a:lnTo>
                    <a:pt x="1195451" y="1457245"/>
                  </a:lnTo>
                  <a:lnTo>
                    <a:pt x="1195445" y="1457186"/>
                  </a:lnTo>
                  <a:lnTo>
                    <a:pt x="1195437" y="1457150"/>
                  </a:lnTo>
                  <a:lnTo>
                    <a:pt x="1195437" y="1457133"/>
                  </a:lnTo>
                  <a:lnTo>
                    <a:pt x="1195441" y="1457113"/>
                  </a:lnTo>
                  <a:lnTo>
                    <a:pt x="1195441" y="1457092"/>
                  </a:lnTo>
                  <a:lnTo>
                    <a:pt x="1195438" y="1457074"/>
                  </a:lnTo>
                  <a:lnTo>
                    <a:pt x="1195436" y="1457059"/>
                  </a:lnTo>
                  <a:lnTo>
                    <a:pt x="1195440" y="1457043"/>
                  </a:lnTo>
                  <a:lnTo>
                    <a:pt x="1195448" y="1457023"/>
                  </a:lnTo>
                  <a:lnTo>
                    <a:pt x="1195465" y="1456997"/>
                  </a:lnTo>
                  <a:lnTo>
                    <a:pt x="1195490" y="1456966"/>
                  </a:lnTo>
                  <a:lnTo>
                    <a:pt x="1195495" y="1456954"/>
                  </a:lnTo>
                  <a:lnTo>
                    <a:pt x="1195494" y="1456933"/>
                  </a:lnTo>
                  <a:lnTo>
                    <a:pt x="1195487" y="1456889"/>
                  </a:lnTo>
                  <a:lnTo>
                    <a:pt x="1195484" y="1456856"/>
                  </a:lnTo>
                  <a:lnTo>
                    <a:pt x="1195490" y="1456831"/>
                  </a:lnTo>
                  <a:lnTo>
                    <a:pt x="1195500" y="1456797"/>
                  </a:lnTo>
                  <a:lnTo>
                    <a:pt x="1195518" y="1456764"/>
                  </a:lnTo>
                  <a:lnTo>
                    <a:pt x="1195544" y="1456716"/>
                  </a:lnTo>
                  <a:lnTo>
                    <a:pt x="1195554" y="1456679"/>
                  </a:lnTo>
                  <a:lnTo>
                    <a:pt x="1195566" y="1456614"/>
                  </a:lnTo>
                  <a:lnTo>
                    <a:pt x="1195576" y="1456579"/>
                  </a:lnTo>
                  <a:lnTo>
                    <a:pt x="1195597" y="1456537"/>
                  </a:lnTo>
                  <a:lnTo>
                    <a:pt x="1195615" y="1456511"/>
                  </a:lnTo>
                  <a:lnTo>
                    <a:pt x="1195627" y="1456491"/>
                  </a:lnTo>
                  <a:lnTo>
                    <a:pt x="1195636" y="1456463"/>
                  </a:lnTo>
                  <a:lnTo>
                    <a:pt x="1195648" y="1456438"/>
                  </a:lnTo>
                  <a:lnTo>
                    <a:pt x="1195671" y="1456418"/>
                  </a:lnTo>
                  <a:lnTo>
                    <a:pt x="1195697" y="1456398"/>
                  </a:lnTo>
                  <a:lnTo>
                    <a:pt x="1195706" y="1456383"/>
                  </a:lnTo>
                  <a:lnTo>
                    <a:pt x="1195712" y="1456365"/>
                  </a:lnTo>
                  <a:lnTo>
                    <a:pt x="1195711" y="1456346"/>
                  </a:lnTo>
                  <a:lnTo>
                    <a:pt x="1195704" y="1456304"/>
                  </a:lnTo>
                  <a:lnTo>
                    <a:pt x="1195705" y="1456278"/>
                  </a:lnTo>
                  <a:lnTo>
                    <a:pt x="1195707" y="1456249"/>
                  </a:lnTo>
                  <a:lnTo>
                    <a:pt x="1195704" y="1456230"/>
                  </a:lnTo>
                  <a:lnTo>
                    <a:pt x="1195701" y="1456194"/>
                  </a:lnTo>
                  <a:lnTo>
                    <a:pt x="1195699" y="1456165"/>
                  </a:lnTo>
                  <a:lnTo>
                    <a:pt x="1195693" y="1456132"/>
                  </a:lnTo>
                  <a:lnTo>
                    <a:pt x="1195681" y="1456092"/>
                  </a:lnTo>
                  <a:lnTo>
                    <a:pt x="1195671" y="1456070"/>
                  </a:lnTo>
                  <a:lnTo>
                    <a:pt x="1195660" y="1456046"/>
                  </a:lnTo>
                  <a:lnTo>
                    <a:pt x="1195655" y="1456018"/>
                  </a:lnTo>
                  <a:lnTo>
                    <a:pt x="1195649" y="1456000"/>
                  </a:lnTo>
                  <a:lnTo>
                    <a:pt x="1195640" y="1455953"/>
                  </a:lnTo>
                  <a:lnTo>
                    <a:pt x="1195643" y="1455899"/>
                  </a:lnTo>
                  <a:lnTo>
                    <a:pt x="1195647" y="1455861"/>
                  </a:lnTo>
                  <a:lnTo>
                    <a:pt x="1195661" y="1455835"/>
                  </a:lnTo>
                  <a:lnTo>
                    <a:pt x="1195667" y="1455811"/>
                  </a:lnTo>
                  <a:lnTo>
                    <a:pt x="1195671" y="1455798"/>
                  </a:lnTo>
                  <a:lnTo>
                    <a:pt x="1195695" y="1455740"/>
                  </a:lnTo>
                  <a:lnTo>
                    <a:pt x="1195713" y="1455703"/>
                  </a:lnTo>
                  <a:lnTo>
                    <a:pt x="1195723" y="1455671"/>
                  </a:lnTo>
                  <a:lnTo>
                    <a:pt x="1195733" y="1455640"/>
                  </a:lnTo>
                  <a:lnTo>
                    <a:pt x="1195733" y="1455625"/>
                  </a:lnTo>
                  <a:lnTo>
                    <a:pt x="1195729" y="1455607"/>
                  </a:lnTo>
                  <a:lnTo>
                    <a:pt x="1195728" y="1455572"/>
                  </a:lnTo>
                  <a:lnTo>
                    <a:pt x="1195734" y="1455540"/>
                  </a:lnTo>
                  <a:lnTo>
                    <a:pt x="1195745" y="1455513"/>
                  </a:lnTo>
                  <a:lnTo>
                    <a:pt x="1195751" y="1455492"/>
                  </a:lnTo>
                  <a:lnTo>
                    <a:pt x="1195757" y="1455461"/>
                  </a:lnTo>
                  <a:lnTo>
                    <a:pt x="1195770" y="1455432"/>
                  </a:lnTo>
                  <a:lnTo>
                    <a:pt x="1195786" y="1455390"/>
                  </a:lnTo>
                  <a:lnTo>
                    <a:pt x="1195805" y="1455355"/>
                  </a:lnTo>
                  <a:lnTo>
                    <a:pt x="1195842" y="1455320"/>
                  </a:lnTo>
                  <a:lnTo>
                    <a:pt x="1195856" y="1455308"/>
                  </a:lnTo>
                  <a:lnTo>
                    <a:pt x="1195866" y="1455276"/>
                  </a:lnTo>
                  <a:lnTo>
                    <a:pt x="1195872" y="1455244"/>
                  </a:lnTo>
                  <a:lnTo>
                    <a:pt x="1195877" y="1455207"/>
                  </a:lnTo>
                  <a:lnTo>
                    <a:pt x="1195886" y="1455178"/>
                  </a:lnTo>
                  <a:lnTo>
                    <a:pt x="1195894" y="1455162"/>
                  </a:lnTo>
                  <a:lnTo>
                    <a:pt x="1195901" y="1455148"/>
                  </a:lnTo>
                  <a:lnTo>
                    <a:pt x="1195904" y="1455132"/>
                  </a:lnTo>
                  <a:lnTo>
                    <a:pt x="1195915" y="1455109"/>
                  </a:lnTo>
                  <a:lnTo>
                    <a:pt x="1195924" y="1455091"/>
                  </a:lnTo>
                  <a:lnTo>
                    <a:pt x="1195926" y="1455066"/>
                  </a:lnTo>
                  <a:lnTo>
                    <a:pt x="1195933" y="1455028"/>
                  </a:lnTo>
                  <a:lnTo>
                    <a:pt x="1195942" y="1454991"/>
                  </a:lnTo>
                  <a:lnTo>
                    <a:pt x="1195947" y="1454966"/>
                  </a:lnTo>
                  <a:lnTo>
                    <a:pt x="1195950" y="1454906"/>
                  </a:lnTo>
                  <a:lnTo>
                    <a:pt x="1195952" y="1454894"/>
                  </a:lnTo>
                  <a:lnTo>
                    <a:pt x="1195964" y="1454874"/>
                  </a:lnTo>
                  <a:lnTo>
                    <a:pt x="1195979" y="1454846"/>
                  </a:lnTo>
                  <a:lnTo>
                    <a:pt x="1195986" y="1454800"/>
                  </a:lnTo>
                  <a:lnTo>
                    <a:pt x="1195988" y="1454755"/>
                  </a:lnTo>
                  <a:lnTo>
                    <a:pt x="1195984" y="1454742"/>
                  </a:lnTo>
                  <a:lnTo>
                    <a:pt x="1195984" y="1454732"/>
                  </a:lnTo>
                  <a:lnTo>
                    <a:pt x="1195986" y="1454722"/>
                  </a:lnTo>
                  <a:lnTo>
                    <a:pt x="1195990" y="1454712"/>
                  </a:lnTo>
                  <a:lnTo>
                    <a:pt x="1195991" y="1454704"/>
                  </a:lnTo>
                  <a:lnTo>
                    <a:pt x="1195989" y="1454695"/>
                  </a:lnTo>
                  <a:lnTo>
                    <a:pt x="1195982" y="1454685"/>
                  </a:lnTo>
                  <a:lnTo>
                    <a:pt x="1195969" y="1454671"/>
                  </a:lnTo>
                  <a:lnTo>
                    <a:pt x="1195958" y="1454654"/>
                  </a:lnTo>
                  <a:lnTo>
                    <a:pt x="1195949" y="1454637"/>
                  </a:lnTo>
                  <a:lnTo>
                    <a:pt x="1195938" y="1454616"/>
                  </a:lnTo>
                  <a:lnTo>
                    <a:pt x="1195930" y="1454603"/>
                  </a:lnTo>
                  <a:lnTo>
                    <a:pt x="1195923" y="1454592"/>
                  </a:lnTo>
                  <a:lnTo>
                    <a:pt x="1195914" y="1454576"/>
                  </a:lnTo>
                  <a:lnTo>
                    <a:pt x="1195901" y="1454560"/>
                  </a:lnTo>
                  <a:lnTo>
                    <a:pt x="1195891" y="1454555"/>
                  </a:lnTo>
                  <a:lnTo>
                    <a:pt x="1195878" y="1454545"/>
                  </a:lnTo>
                  <a:lnTo>
                    <a:pt x="1195869" y="1454534"/>
                  </a:lnTo>
                  <a:lnTo>
                    <a:pt x="1195863" y="1454525"/>
                  </a:lnTo>
                  <a:lnTo>
                    <a:pt x="1195858" y="1454513"/>
                  </a:lnTo>
                  <a:lnTo>
                    <a:pt x="1195848" y="1454492"/>
                  </a:lnTo>
                  <a:lnTo>
                    <a:pt x="1195838" y="1454478"/>
                  </a:lnTo>
                  <a:lnTo>
                    <a:pt x="1195821" y="1454458"/>
                  </a:lnTo>
                  <a:lnTo>
                    <a:pt x="1195804" y="1454440"/>
                  </a:lnTo>
                  <a:lnTo>
                    <a:pt x="1195791" y="1454427"/>
                  </a:lnTo>
                  <a:lnTo>
                    <a:pt x="1195775" y="1454412"/>
                  </a:lnTo>
                  <a:lnTo>
                    <a:pt x="1195757" y="1454395"/>
                  </a:lnTo>
                  <a:lnTo>
                    <a:pt x="1195747" y="1454384"/>
                  </a:lnTo>
                  <a:lnTo>
                    <a:pt x="1195734" y="1454372"/>
                  </a:lnTo>
                  <a:lnTo>
                    <a:pt x="1195725" y="1454361"/>
                  </a:lnTo>
                  <a:lnTo>
                    <a:pt x="1195708" y="1454341"/>
                  </a:lnTo>
                  <a:lnTo>
                    <a:pt x="1195691" y="1454325"/>
                  </a:lnTo>
                  <a:lnTo>
                    <a:pt x="1195678" y="1454309"/>
                  </a:lnTo>
                  <a:lnTo>
                    <a:pt x="1195671" y="1454298"/>
                  </a:lnTo>
                  <a:lnTo>
                    <a:pt x="1195658" y="1454290"/>
                  </a:lnTo>
                  <a:lnTo>
                    <a:pt x="1195640" y="1454278"/>
                  </a:lnTo>
                  <a:lnTo>
                    <a:pt x="1195622" y="1454263"/>
                  </a:lnTo>
                  <a:lnTo>
                    <a:pt x="1195604" y="1454248"/>
                  </a:lnTo>
                  <a:lnTo>
                    <a:pt x="1195594" y="1454240"/>
                  </a:lnTo>
                  <a:lnTo>
                    <a:pt x="1195586" y="1454234"/>
                  </a:lnTo>
                  <a:lnTo>
                    <a:pt x="1195582" y="1454228"/>
                  </a:lnTo>
                  <a:lnTo>
                    <a:pt x="1195582" y="1454216"/>
                  </a:lnTo>
                  <a:lnTo>
                    <a:pt x="1195584" y="1454207"/>
                  </a:lnTo>
                  <a:lnTo>
                    <a:pt x="1195589" y="1454193"/>
                  </a:lnTo>
                  <a:lnTo>
                    <a:pt x="1195596" y="1454177"/>
                  </a:lnTo>
                  <a:lnTo>
                    <a:pt x="1195603" y="1454153"/>
                  </a:lnTo>
                  <a:lnTo>
                    <a:pt x="1195610" y="1454137"/>
                  </a:lnTo>
                  <a:lnTo>
                    <a:pt x="1195615" y="1454129"/>
                  </a:lnTo>
                  <a:lnTo>
                    <a:pt x="1195617" y="1454122"/>
                  </a:lnTo>
                  <a:lnTo>
                    <a:pt x="1195620" y="1454115"/>
                  </a:lnTo>
                  <a:lnTo>
                    <a:pt x="1195622" y="1454100"/>
                  </a:lnTo>
                  <a:lnTo>
                    <a:pt x="1195628" y="1454082"/>
                  </a:lnTo>
                  <a:lnTo>
                    <a:pt x="1195630" y="1454063"/>
                  </a:lnTo>
                  <a:lnTo>
                    <a:pt x="1195633" y="1454017"/>
                  </a:lnTo>
                  <a:lnTo>
                    <a:pt x="1195634" y="1454002"/>
                  </a:lnTo>
                  <a:lnTo>
                    <a:pt x="1195633" y="1453987"/>
                  </a:lnTo>
                  <a:lnTo>
                    <a:pt x="1195630" y="1453965"/>
                  </a:lnTo>
                  <a:lnTo>
                    <a:pt x="1195631" y="1453952"/>
                  </a:lnTo>
                  <a:lnTo>
                    <a:pt x="1195636" y="1453934"/>
                  </a:lnTo>
                  <a:lnTo>
                    <a:pt x="1195637" y="1453924"/>
                  </a:lnTo>
                  <a:lnTo>
                    <a:pt x="1195641" y="1453915"/>
                  </a:lnTo>
                  <a:lnTo>
                    <a:pt x="1195644" y="1453908"/>
                  </a:lnTo>
                  <a:lnTo>
                    <a:pt x="1195659" y="1453896"/>
                  </a:lnTo>
                  <a:lnTo>
                    <a:pt x="1195671" y="1453886"/>
                  </a:lnTo>
                  <a:lnTo>
                    <a:pt x="1195680" y="1453880"/>
                  </a:lnTo>
                  <a:lnTo>
                    <a:pt x="1195695" y="1453868"/>
                  </a:lnTo>
                  <a:lnTo>
                    <a:pt x="1195712" y="1453857"/>
                  </a:lnTo>
                  <a:lnTo>
                    <a:pt x="1195722" y="1453849"/>
                  </a:lnTo>
                  <a:lnTo>
                    <a:pt x="1195731" y="1453842"/>
                  </a:lnTo>
                  <a:lnTo>
                    <a:pt x="1195747" y="1453823"/>
                  </a:lnTo>
                  <a:lnTo>
                    <a:pt x="1195761" y="1453807"/>
                  </a:lnTo>
                  <a:lnTo>
                    <a:pt x="1195777" y="1453788"/>
                  </a:lnTo>
                  <a:lnTo>
                    <a:pt x="1195783" y="1453782"/>
                  </a:lnTo>
                  <a:lnTo>
                    <a:pt x="1195788" y="1453779"/>
                  </a:lnTo>
                  <a:lnTo>
                    <a:pt x="1195789" y="1453769"/>
                  </a:lnTo>
                  <a:lnTo>
                    <a:pt x="1195790" y="1453758"/>
                  </a:lnTo>
                  <a:lnTo>
                    <a:pt x="1195795" y="1453733"/>
                  </a:lnTo>
                  <a:lnTo>
                    <a:pt x="1195797" y="1453716"/>
                  </a:lnTo>
                  <a:lnTo>
                    <a:pt x="1195798" y="1453702"/>
                  </a:lnTo>
                  <a:lnTo>
                    <a:pt x="1195800" y="1453683"/>
                  </a:lnTo>
                  <a:lnTo>
                    <a:pt x="1195802" y="1453667"/>
                  </a:lnTo>
                  <a:lnTo>
                    <a:pt x="1195803" y="1453650"/>
                  </a:lnTo>
                  <a:lnTo>
                    <a:pt x="1195804" y="1453638"/>
                  </a:lnTo>
                  <a:lnTo>
                    <a:pt x="1195806" y="1453626"/>
                  </a:lnTo>
                  <a:lnTo>
                    <a:pt x="1195810" y="1453608"/>
                  </a:lnTo>
                  <a:lnTo>
                    <a:pt x="1195813" y="1453592"/>
                  </a:lnTo>
                  <a:lnTo>
                    <a:pt x="1195816" y="1453579"/>
                  </a:lnTo>
                  <a:lnTo>
                    <a:pt x="1195818" y="1453565"/>
                  </a:lnTo>
                  <a:lnTo>
                    <a:pt x="1195819" y="1453550"/>
                  </a:lnTo>
                  <a:lnTo>
                    <a:pt x="1195822" y="1453531"/>
                  </a:lnTo>
                  <a:lnTo>
                    <a:pt x="1195823" y="1453508"/>
                  </a:lnTo>
                  <a:lnTo>
                    <a:pt x="1195824" y="1453496"/>
                  </a:lnTo>
                  <a:lnTo>
                    <a:pt x="1195824" y="1453479"/>
                  </a:lnTo>
                  <a:lnTo>
                    <a:pt x="1195824" y="1453463"/>
                  </a:lnTo>
                  <a:lnTo>
                    <a:pt x="1195821" y="1453442"/>
                  </a:lnTo>
                  <a:lnTo>
                    <a:pt x="1195820" y="1453429"/>
                  </a:lnTo>
                  <a:lnTo>
                    <a:pt x="1195819" y="1453415"/>
                  </a:lnTo>
                  <a:lnTo>
                    <a:pt x="1195822" y="1453407"/>
                  </a:lnTo>
                  <a:lnTo>
                    <a:pt x="1195828" y="1453399"/>
                  </a:lnTo>
                  <a:lnTo>
                    <a:pt x="1195833" y="1453391"/>
                  </a:lnTo>
                  <a:lnTo>
                    <a:pt x="1195839" y="1453378"/>
                  </a:lnTo>
                  <a:lnTo>
                    <a:pt x="1195841" y="1453372"/>
                  </a:lnTo>
                  <a:lnTo>
                    <a:pt x="1195847" y="1453358"/>
                  </a:lnTo>
                  <a:lnTo>
                    <a:pt x="1195850" y="1453347"/>
                  </a:lnTo>
                  <a:lnTo>
                    <a:pt x="1195851" y="1453335"/>
                  </a:lnTo>
                  <a:lnTo>
                    <a:pt x="1195853" y="1453320"/>
                  </a:lnTo>
                  <a:lnTo>
                    <a:pt x="1195858" y="1453307"/>
                  </a:lnTo>
                  <a:lnTo>
                    <a:pt x="1195863" y="1453298"/>
                  </a:lnTo>
                  <a:lnTo>
                    <a:pt x="1195871" y="1453281"/>
                  </a:lnTo>
                  <a:lnTo>
                    <a:pt x="1195873" y="1453268"/>
                  </a:lnTo>
                  <a:lnTo>
                    <a:pt x="1195874" y="1453252"/>
                  </a:lnTo>
                  <a:lnTo>
                    <a:pt x="1195874" y="1453244"/>
                  </a:lnTo>
                  <a:lnTo>
                    <a:pt x="1195874" y="1453235"/>
                  </a:lnTo>
                  <a:lnTo>
                    <a:pt x="1195873" y="1453219"/>
                  </a:lnTo>
                  <a:lnTo>
                    <a:pt x="1195871" y="1453207"/>
                  </a:lnTo>
                  <a:lnTo>
                    <a:pt x="1195868" y="1453196"/>
                  </a:lnTo>
                  <a:lnTo>
                    <a:pt x="1195864" y="1453165"/>
                  </a:lnTo>
                  <a:lnTo>
                    <a:pt x="1195864" y="1453153"/>
                  </a:lnTo>
                  <a:lnTo>
                    <a:pt x="1195866" y="1453138"/>
                  </a:lnTo>
                  <a:lnTo>
                    <a:pt x="1195866" y="1453122"/>
                  </a:lnTo>
                  <a:lnTo>
                    <a:pt x="1195865" y="1453110"/>
                  </a:lnTo>
                  <a:lnTo>
                    <a:pt x="1195863" y="1453102"/>
                  </a:lnTo>
                  <a:lnTo>
                    <a:pt x="1195862" y="1453084"/>
                  </a:lnTo>
                  <a:lnTo>
                    <a:pt x="1195860" y="1453069"/>
                  </a:lnTo>
                  <a:lnTo>
                    <a:pt x="1195857" y="1453048"/>
                  </a:lnTo>
                  <a:lnTo>
                    <a:pt x="1195855" y="1453027"/>
                  </a:lnTo>
                  <a:lnTo>
                    <a:pt x="1195851" y="1453013"/>
                  </a:lnTo>
                  <a:lnTo>
                    <a:pt x="1195849" y="1453003"/>
                  </a:lnTo>
                  <a:lnTo>
                    <a:pt x="1195844" y="1452984"/>
                  </a:lnTo>
                  <a:lnTo>
                    <a:pt x="1195841" y="1452970"/>
                  </a:lnTo>
                  <a:lnTo>
                    <a:pt x="1195833" y="1452953"/>
                  </a:lnTo>
                  <a:lnTo>
                    <a:pt x="1195826" y="1452936"/>
                  </a:lnTo>
                  <a:lnTo>
                    <a:pt x="1195817" y="1452916"/>
                  </a:lnTo>
                  <a:lnTo>
                    <a:pt x="1195807" y="1452899"/>
                  </a:lnTo>
                  <a:lnTo>
                    <a:pt x="1195799" y="1452884"/>
                  </a:lnTo>
                  <a:lnTo>
                    <a:pt x="1195788" y="1452859"/>
                  </a:lnTo>
                  <a:lnTo>
                    <a:pt x="1195776" y="1452839"/>
                  </a:lnTo>
                  <a:lnTo>
                    <a:pt x="1195763" y="1452819"/>
                  </a:lnTo>
                  <a:lnTo>
                    <a:pt x="1195761" y="1452808"/>
                  </a:lnTo>
                  <a:lnTo>
                    <a:pt x="1195758" y="1452785"/>
                  </a:lnTo>
                  <a:lnTo>
                    <a:pt x="1195756" y="1452764"/>
                  </a:lnTo>
                  <a:lnTo>
                    <a:pt x="1195754" y="1452743"/>
                  </a:lnTo>
                  <a:lnTo>
                    <a:pt x="1195755" y="1452736"/>
                  </a:lnTo>
                  <a:lnTo>
                    <a:pt x="1195762" y="1452727"/>
                  </a:lnTo>
                  <a:lnTo>
                    <a:pt x="1195784" y="1452698"/>
                  </a:lnTo>
                  <a:lnTo>
                    <a:pt x="1195797" y="1452682"/>
                  </a:lnTo>
                  <a:lnTo>
                    <a:pt x="1195806" y="1452670"/>
                  </a:lnTo>
                  <a:lnTo>
                    <a:pt x="1195814" y="1452657"/>
                  </a:lnTo>
                  <a:lnTo>
                    <a:pt x="1195819" y="1452648"/>
                  </a:lnTo>
                  <a:lnTo>
                    <a:pt x="1195827" y="1452634"/>
                  </a:lnTo>
                  <a:lnTo>
                    <a:pt x="1195835" y="1452619"/>
                  </a:lnTo>
                  <a:lnTo>
                    <a:pt x="1195842" y="1452608"/>
                  </a:lnTo>
                  <a:lnTo>
                    <a:pt x="1195848" y="1452595"/>
                  </a:lnTo>
                  <a:lnTo>
                    <a:pt x="1195857" y="1452578"/>
                  </a:lnTo>
                  <a:lnTo>
                    <a:pt x="1195865" y="1452563"/>
                  </a:lnTo>
                  <a:lnTo>
                    <a:pt x="1195870" y="1452555"/>
                  </a:lnTo>
                  <a:lnTo>
                    <a:pt x="1195874" y="1452546"/>
                  </a:lnTo>
                  <a:lnTo>
                    <a:pt x="1195876" y="1452541"/>
                  </a:lnTo>
                  <a:lnTo>
                    <a:pt x="1195883" y="1452528"/>
                  </a:lnTo>
                  <a:lnTo>
                    <a:pt x="1195888" y="1452515"/>
                  </a:lnTo>
                  <a:lnTo>
                    <a:pt x="1195891" y="1452509"/>
                  </a:lnTo>
                  <a:lnTo>
                    <a:pt x="1195894" y="1452501"/>
                  </a:lnTo>
                  <a:lnTo>
                    <a:pt x="1195898" y="1452492"/>
                  </a:lnTo>
                  <a:lnTo>
                    <a:pt x="1195905" y="1452475"/>
                  </a:lnTo>
                  <a:lnTo>
                    <a:pt x="1195910" y="1452460"/>
                  </a:lnTo>
                  <a:lnTo>
                    <a:pt x="1195916" y="1452438"/>
                  </a:lnTo>
                  <a:lnTo>
                    <a:pt x="1195918" y="1452426"/>
                  </a:lnTo>
                  <a:lnTo>
                    <a:pt x="1195920" y="1452412"/>
                  </a:lnTo>
                  <a:lnTo>
                    <a:pt x="1195918" y="1452395"/>
                  </a:lnTo>
                  <a:lnTo>
                    <a:pt x="1195916" y="1452375"/>
                  </a:lnTo>
                  <a:lnTo>
                    <a:pt x="1195910" y="1452346"/>
                  </a:lnTo>
                  <a:lnTo>
                    <a:pt x="1195907" y="1452330"/>
                  </a:lnTo>
                  <a:lnTo>
                    <a:pt x="1195906" y="1452312"/>
                  </a:lnTo>
                  <a:lnTo>
                    <a:pt x="1195905" y="1452299"/>
                  </a:lnTo>
                  <a:lnTo>
                    <a:pt x="1195904" y="1452287"/>
                  </a:lnTo>
                  <a:lnTo>
                    <a:pt x="1195901" y="1452272"/>
                  </a:lnTo>
                  <a:lnTo>
                    <a:pt x="1195899" y="1452260"/>
                  </a:lnTo>
                  <a:lnTo>
                    <a:pt x="1195895" y="1452247"/>
                  </a:lnTo>
                  <a:lnTo>
                    <a:pt x="1195890" y="1452226"/>
                  </a:lnTo>
                  <a:lnTo>
                    <a:pt x="1195886" y="1452204"/>
                  </a:lnTo>
                  <a:lnTo>
                    <a:pt x="1195882" y="1452193"/>
                  </a:lnTo>
                  <a:lnTo>
                    <a:pt x="1195880" y="1452168"/>
                  </a:lnTo>
                  <a:lnTo>
                    <a:pt x="1195877" y="1452156"/>
                  </a:lnTo>
                  <a:lnTo>
                    <a:pt x="1195874" y="1452140"/>
                  </a:lnTo>
                  <a:lnTo>
                    <a:pt x="1195874" y="1452128"/>
                  </a:lnTo>
                  <a:lnTo>
                    <a:pt x="1195875" y="1452118"/>
                  </a:lnTo>
                  <a:lnTo>
                    <a:pt x="1195878" y="1452095"/>
                  </a:lnTo>
                  <a:lnTo>
                    <a:pt x="1195880" y="1452076"/>
                  </a:lnTo>
                  <a:lnTo>
                    <a:pt x="1195882" y="1452054"/>
                  </a:lnTo>
                  <a:lnTo>
                    <a:pt x="1195883" y="1452034"/>
                  </a:lnTo>
                  <a:lnTo>
                    <a:pt x="1195884" y="1452019"/>
                  </a:lnTo>
                  <a:lnTo>
                    <a:pt x="1195885" y="1451999"/>
                  </a:lnTo>
                  <a:lnTo>
                    <a:pt x="1195886" y="1451979"/>
                  </a:lnTo>
                  <a:lnTo>
                    <a:pt x="1195889" y="1451958"/>
                  </a:lnTo>
                  <a:lnTo>
                    <a:pt x="1195890" y="1451942"/>
                  </a:lnTo>
                  <a:lnTo>
                    <a:pt x="1195893" y="1451925"/>
                  </a:lnTo>
                  <a:lnTo>
                    <a:pt x="1195894" y="1451909"/>
                  </a:lnTo>
                  <a:lnTo>
                    <a:pt x="1195893" y="1451891"/>
                  </a:lnTo>
                  <a:lnTo>
                    <a:pt x="1195892" y="1451873"/>
                  </a:lnTo>
                  <a:lnTo>
                    <a:pt x="1195888" y="1451855"/>
                  </a:lnTo>
                  <a:lnTo>
                    <a:pt x="1195885" y="1451835"/>
                  </a:lnTo>
                  <a:lnTo>
                    <a:pt x="1195875" y="1451811"/>
                  </a:lnTo>
                  <a:lnTo>
                    <a:pt x="1195868" y="1451798"/>
                  </a:lnTo>
                  <a:lnTo>
                    <a:pt x="1195869" y="1451786"/>
                  </a:lnTo>
                  <a:lnTo>
                    <a:pt x="1195870" y="1451772"/>
                  </a:lnTo>
                  <a:lnTo>
                    <a:pt x="1195872" y="1451754"/>
                  </a:lnTo>
                  <a:lnTo>
                    <a:pt x="1195873" y="1451742"/>
                  </a:lnTo>
                  <a:lnTo>
                    <a:pt x="1195872" y="1451727"/>
                  </a:lnTo>
                  <a:lnTo>
                    <a:pt x="1195872" y="1451717"/>
                  </a:lnTo>
                  <a:lnTo>
                    <a:pt x="1195872" y="1451703"/>
                  </a:lnTo>
                  <a:lnTo>
                    <a:pt x="1195874" y="1451686"/>
                  </a:lnTo>
                  <a:lnTo>
                    <a:pt x="1195874" y="1451677"/>
                  </a:lnTo>
                  <a:lnTo>
                    <a:pt x="1195874" y="1451667"/>
                  </a:lnTo>
                  <a:lnTo>
                    <a:pt x="1195873" y="1451658"/>
                  </a:lnTo>
                  <a:lnTo>
                    <a:pt x="1195868" y="1451650"/>
                  </a:lnTo>
                  <a:lnTo>
                    <a:pt x="1195864" y="1451644"/>
                  </a:lnTo>
                  <a:lnTo>
                    <a:pt x="1195858" y="1451637"/>
                  </a:lnTo>
                  <a:lnTo>
                    <a:pt x="1195852" y="1451628"/>
                  </a:lnTo>
                  <a:lnTo>
                    <a:pt x="1195846" y="1451616"/>
                  </a:lnTo>
                  <a:lnTo>
                    <a:pt x="1195843" y="1451599"/>
                  </a:lnTo>
                  <a:lnTo>
                    <a:pt x="1195842" y="1451583"/>
                  </a:lnTo>
                  <a:lnTo>
                    <a:pt x="1195840" y="1451567"/>
                  </a:lnTo>
                  <a:lnTo>
                    <a:pt x="1195837" y="1451532"/>
                  </a:lnTo>
                  <a:lnTo>
                    <a:pt x="1195837" y="1451512"/>
                  </a:lnTo>
                  <a:lnTo>
                    <a:pt x="1195840" y="1451479"/>
                  </a:lnTo>
                  <a:lnTo>
                    <a:pt x="1195840" y="1451462"/>
                  </a:lnTo>
                  <a:lnTo>
                    <a:pt x="1195841" y="1451440"/>
                  </a:lnTo>
                  <a:lnTo>
                    <a:pt x="1195840" y="1451424"/>
                  </a:lnTo>
                  <a:lnTo>
                    <a:pt x="1195839" y="1451412"/>
                  </a:lnTo>
                  <a:lnTo>
                    <a:pt x="1195837" y="1451399"/>
                  </a:lnTo>
                  <a:lnTo>
                    <a:pt x="1195835" y="1451367"/>
                  </a:lnTo>
                  <a:lnTo>
                    <a:pt x="1195836" y="1451347"/>
                  </a:lnTo>
                  <a:lnTo>
                    <a:pt x="1195833" y="1451326"/>
                  </a:lnTo>
                  <a:lnTo>
                    <a:pt x="1195827" y="1451307"/>
                  </a:lnTo>
                  <a:lnTo>
                    <a:pt x="1195821" y="1451287"/>
                  </a:lnTo>
                  <a:lnTo>
                    <a:pt x="1195820" y="1451280"/>
                  </a:lnTo>
                  <a:lnTo>
                    <a:pt x="1195823" y="1451274"/>
                  </a:lnTo>
                  <a:lnTo>
                    <a:pt x="1195830" y="1451262"/>
                  </a:lnTo>
                  <a:lnTo>
                    <a:pt x="1195837" y="1451250"/>
                  </a:lnTo>
                  <a:lnTo>
                    <a:pt x="1195842" y="1451241"/>
                  </a:lnTo>
                  <a:lnTo>
                    <a:pt x="1195850" y="1451228"/>
                  </a:lnTo>
                  <a:lnTo>
                    <a:pt x="1195860" y="1451215"/>
                  </a:lnTo>
                  <a:lnTo>
                    <a:pt x="1195869" y="1451201"/>
                  </a:lnTo>
                  <a:lnTo>
                    <a:pt x="1195884" y="1451182"/>
                  </a:lnTo>
                  <a:lnTo>
                    <a:pt x="1195888" y="1451174"/>
                  </a:lnTo>
                  <a:lnTo>
                    <a:pt x="1195893" y="1451166"/>
                  </a:lnTo>
                  <a:lnTo>
                    <a:pt x="1195898" y="1451157"/>
                  </a:lnTo>
                  <a:lnTo>
                    <a:pt x="1195904" y="1451143"/>
                  </a:lnTo>
                  <a:lnTo>
                    <a:pt x="1195911" y="1451121"/>
                  </a:lnTo>
                  <a:lnTo>
                    <a:pt x="1195917" y="1451104"/>
                  </a:lnTo>
                  <a:lnTo>
                    <a:pt x="1195923" y="1451082"/>
                  </a:lnTo>
                  <a:lnTo>
                    <a:pt x="1195931" y="1451058"/>
                  </a:lnTo>
                  <a:lnTo>
                    <a:pt x="1195938" y="1451041"/>
                  </a:lnTo>
                  <a:lnTo>
                    <a:pt x="1195944" y="1451029"/>
                  </a:lnTo>
                  <a:lnTo>
                    <a:pt x="1195955" y="1451007"/>
                  </a:lnTo>
                  <a:lnTo>
                    <a:pt x="1195965" y="1450987"/>
                  </a:lnTo>
                  <a:lnTo>
                    <a:pt x="1195977" y="1450973"/>
                  </a:lnTo>
                  <a:lnTo>
                    <a:pt x="1195990" y="1450954"/>
                  </a:lnTo>
                  <a:lnTo>
                    <a:pt x="1196003" y="1450937"/>
                  </a:lnTo>
                  <a:lnTo>
                    <a:pt x="1196009" y="1450930"/>
                  </a:lnTo>
                  <a:lnTo>
                    <a:pt x="1196018" y="1450921"/>
                  </a:lnTo>
                  <a:lnTo>
                    <a:pt x="1196026" y="1450911"/>
                  </a:lnTo>
                  <a:lnTo>
                    <a:pt x="1196033" y="1450901"/>
                  </a:lnTo>
                  <a:lnTo>
                    <a:pt x="1196039" y="1450890"/>
                  </a:lnTo>
                  <a:lnTo>
                    <a:pt x="1196047" y="1450881"/>
                  </a:lnTo>
                  <a:lnTo>
                    <a:pt x="1196062" y="1450861"/>
                  </a:lnTo>
                  <a:lnTo>
                    <a:pt x="1196076" y="1450845"/>
                  </a:lnTo>
                  <a:lnTo>
                    <a:pt x="1196092" y="1450826"/>
                  </a:lnTo>
                  <a:lnTo>
                    <a:pt x="1196108" y="1450809"/>
                  </a:lnTo>
                  <a:lnTo>
                    <a:pt x="1196125" y="1450792"/>
                  </a:lnTo>
                  <a:lnTo>
                    <a:pt x="1196137" y="1450781"/>
                  </a:lnTo>
                  <a:lnTo>
                    <a:pt x="1196143" y="1450779"/>
                  </a:lnTo>
                  <a:lnTo>
                    <a:pt x="1196161" y="1450773"/>
                  </a:lnTo>
                  <a:lnTo>
                    <a:pt x="1196179" y="1450771"/>
                  </a:lnTo>
                  <a:lnTo>
                    <a:pt x="1196199" y="1450771"/>
                  </a:lnTo>
                  <a:lnTo>
                    <a:pt x="1196204" y="1450772"/>
                  </a:lnTo>
                  <a:lnTo>
                    <a:pt x="1196221" y="1450776"/>
                  </a:lnTo>
                  <a:lnTo>
                    <a:pt x="1196245" y="1450784"/>
                  </a:lnTo>
                  <a:lnTo>
                    <a:pt x="1196264" y="1450792"/>
                  </a:lnTo>
                  <a:lnTo>
                    <a:pt x="1196291" y="1450804"/>
                  </a:lnTo>
                  <a:lnTo>
                    <a:pt x="1196302" y="1450804"/>
                  </a:lnTo>
                  <a:lnTo>
                    <a:pt x="1196332" y="1450804"/>
                  </a:lnTo>
                  <a:lnTo>
                    <a:pt x="1196360" y="1450800"/>
                  </a:lnTo>
                  <a:lnTo>
                    <a:pt x="1196386" y="1450794"/>
                  </a:lnTo>
                  <a:lnTo>
                    <a:pt x="1196403" y="1450791"/>
                  </a:lnTo>
                  <a:lnTo>
                    <a:pt x="1196409" y="1450788"/>
                  </a:lnTo>
                  <a:lnTo>
                    <a:pt x="1196431" y="1450785"/>
                  </a:lnTo>
                  <a:lnTo>
                    <a:pt x="1196454" y="1450782"/>
                  </a:lnTo>
                  <a:lnTo>
                    <a:pt x="1196485" y="1450779"/>
                  </a:lnTo>
                  <a:lnTo>
                    <a:pt x="1196497" y="1450778"/>
                  </a:lnTo>
                  <a:lnTo>
                    <a:pt x="1196509" y="1450775"/>
                  </a:lnTo>
                  <a:lnTo>
                    <a:pt x="1196516" y="1450773"/>
                  </a:lnTo>
                  <a:lnTo>
                    <a:pt x="1196525" y="1450770"/>
                  </a:lnTo>
                  <a:lnTo>
                    <a:pt x="1196528" y="1450761"/>
                  </a:lnTo>
                  <a:lnTo>
                    <a:pt x="1196533" y="1450746"/>
                  </a:lnTo>
                  <a:lnTo>
                    <a:pt x="1196538" y="1450734"/>
                  </a:lnTo>
                  <a:lnTo>
                    <a:pt x="1196542" y="1450723"/>
                  </a:lnTo>
                  <a:lnTo>
                    <a:pt x="1196549" y="1450707"/>
                  </a:lnTo>
                  <a:lnTo>
                    <a:pt x="1196553" y="1450699"/>
                  </a:lnTo>
                  <a:lnTo>
                    <a:pt x="1196556" y="1450688"/>
                  </a:lnTo>
                  <a:lnTo>
                    <a:pt x="1196559" y="1450676"/>
                  </a:lnTo>
                  <a:lnTo>
                    <a:pt x="1196561" y="1450660"/>
                  </a:lnTo>
                  <a:lnTo>
                    <a:pt x="1196564" y="1450643"/>
                  </a:lnTo>
                  <a:lnTo>
                    <a:pt x="1196567" y="1450625"/>
                  </a:lnTo>
                  <a:lnTo>
                    <a:pt x="1196571" y="1450614"/>
                  </a:lnTo>
                  <a:lnTo>
                    <a:pt x="1196573" y="1450607"/>
                  </a:lnTo>
                  <a:lnTo>
                    <a:pt x="1196579" y="1450586"/>
                  </a:lnTo>
                  <a:lnTo>
                    <a:pt x="1196585" y="1450570"/>
                  </a:lnTo>
                  <a:lnTo>
                    <a:pt x="1196593" y="1450550"/>
                  </a:lnTo>
                  <a:lnTo>
                    <a:pt x="1196599" y="1450536"/>
                  </a:lnTo>
                  <a:lnTo>
                    <a:pt x="1196608" y="1450518"/>
                  </a:lnTo>
                  <a:lnTo>
                    <a:pt x="1196617" y="1450500"/>
                  </a:lnTo>
                  <a:lnTo>
                    <a:pt x="1196627" y="1450483"/>
                  </a:lnTo>
                  <a:lnTo>
                    <a:pt x="1196637" y="1450464"/>
                  </a:lnTo>
                  <a:lnTo>
                    <a:pt x="1196646" y="1450446"/>
                  </a:lnTo>
                  <a:lnTo>
                    <a:pt x="1196662" y="1450421"/>
                  </a:lnTo>
                  <a:lnTo>
                    <a:pt x="1196691" y="1450378"/>
                  </a:lnTo>
                  <a:lnTo>
                    <a:pt x="1196704" y="1450359"/>
                  </a:lnTo>
                  <a:lnTo>
                    <a:pt x="1196708" y="1450355"/>
                  </a:lnTo>
                  <a:lnTo>
                    <a:pt x="1196711" y="1450350"/>
                  </a:lnTo>
                  <a:lnTo>
                    <a:pt x="1196720" y="1450338"/>
                  </a:lnTo>
                  <a:lnTo>
                    <a:pt x="1196727" y="1450323"/>
                  </a:lnTo>
                  <a:lnTo>
                    <a:pt x="1196741" y="1450301"/>
                  </a:lnTo>
                  <a:lnTo>
                    <a:pt x="1196749" y="1450285"/>
                  </a:lnTo>
                  <a:lnTo>
                    <a:pt x="1196758" y="1450268"/>
                  </a:lnTo>
                  <a:lnTo>
                    <a:pt x="1196770" y="1450245"/>
                  </a:lnTo>
                  <a:lnTo>
                    <a:pt x="1196780" y="1450227"/>
                  </a:lnTo>
                  <a:lnTo>
                    <a:pt x="1196786" y="1450216"/>
                  </a:lnTo>
                  <a:lnTo>
                    <a:pt x="1196791" y="1450205"/>
                  </a:lnTo>
                  <a:lnTo>
                    <a:pt x="1196794" y="1450193"/>
                  </a:lnTo>
                  <a:lnTo>
                    <a:pt x="1196799" y="1450177"/>
                  </a:lnTo>
                  <a:lnTo>
                    <a:pt x="1196802" y="1450163"/>
                  </a:lnTo>
                  <a:lnTo>
                    <a:pt x="1196804" y="1450152"/>
                  </a:lnTo>
                  <a:lnTo>
                    <a:pt x="1196805" y="1450137"/>
                  </a:lnTo>
                  <a:lnTo>
                    <a:pt x="1196807" y="1450111"/>
                  </a:lnTo>
                  <a:lnTo>
                    <a:pt x="1196807" y="1450100"/>
                  </a:lnTo>
                  <a:lnTo>
                    <a:pt x="1196807" y="1450083"/>
                  </a:lnTo>
                  <a:lnTo>
                    <a:pt x="1196811" y="1450068"/>
                  </a:lnTo>
                  <a:lnTo>
                    <a:pt x="1196817" y="1450057"/>
                  </a:lnTo>
                  <a:lnTo>
                    <a:pt x="1196823" y="1450041"/>
                  </a:lnTo>
                  <a:lnTo>
                    <a:pt x="1196827" y="1450023"/>
                  </a:lnTo>
                  <a:lnTo>
                    <a:pt x="1196830" y="1450007"/>
                  </a:lnTo>
                  <a:lnTo>
                    <a:pt x="1196832" y="1449995"/>
                  </a:lnTo>
                  <a:lnTo>
                    <a:pt x="1196835" y="1449979"/>
                  </a:lnTo>
                  <a:lnTo>
                    <a:pt x="1196838" y="1449963"/>
                  </a:lnTo>
                  <a:lnTo>
                    <a:pt x="1196842" y="1449953"/>
                  </a:lnTo>
                  <a:lnTo>
                    <a:pt x="1196846" y="1449940"/>
                  </a:lnTo>
                  <a:lnTo>
                    <a:pt x="1196850" y="1449932"/>
                  </a:lnTo>
                  <a:lnTo>
                    <a:pt x="1196855" y="1449919"/>
                  </a:lnTo>
                  <a:lnTo>
                    <a:pt x="1196859" y="1449909"/>
                  </a:lnTo>
                  <a:lnTo>
                    <a:pt x="1196865" y="1449896"/>
                  </a:lnTo>
                  <a:lnTo>
                    <a:pt x="1196871" y="1449885"/>
                  </a:lnTo>
                  <a:lnTo>
                    <a:pt x="1196875" y="1449869"/>
                  </a:lnTo>
                  <a:lnTo>
                    <a:pt x="1196877" y="1449852"/>
                  </a:lnTo>
                  <a:lnTo>
                    <a:pt x="1196884" y="1449826"/>
                  </a:lnTo>
                  <a:lnTo>
                    <a:pt x="1196888" y="1449815"/>
                  </a:lnTo>
                  <a:lnTo>
                    <a:pt x="1196889" y="1449805"/>
                  </a:lnTo>
                  <a:lnTo>
                    <a:pt x="1196895" y="1449793"/>
                  </a:lnTo>
                  <a:lnTo>
                    <a:pt x="1196903" y="1449776"/>
                  </a:lnTo>
                  <a:lnTo>
                    <a:pt x="1196910" y="1449760"/>
                  </a:lnTo>
                  <a:lnTo>
                    <a:pt x="1196923" y="1449735"/>
                  </a:lnTo>
                  <a:lnTo>
                    <a:pt x="1196942" y="1449699"/>
                  </a:lnTo>
                  <a:lnTo>
                    <a:pt x="1196955" y="1449674"/>
                  </a:lnTo>
                  <a:lnTo>
                    <a:pt x="1196964" y="1449649"/>
                  </a:lnTo>
                  <a:lnTo>
                    <a:pt x="1196975" y="1449616"/>
                  </a:lnTo>
                  <a:lnTo>
                    <a:pt x="1196982" y="1449592"/>
                  </a:lnTo>
                  <a:lnTo>
                    <a:pt x="1196990" y="1449572"/>
                  </a:lnTo>
                  <a:lnTo>
                    <a:pt x="1196995" y="1449560"/>
                  </a:lnTo>
                  <a:lnTo>
                    <a:pt x="1197001" y="1449544"/>
                  </a:lnTo>
                  <a:lnTo>
                    <a:pt x="1197005" y="1449529"/>
                  </a:lnTo>
                  <a:lnTo>
                    <a:pt x="1197009" y="1449510"/>
                  </a:lnTo>
                  <a:lnTo>
                    <a:pt x="1197015" y="1449490"/>
                  </a:lnTo>
                  <a:lnTo>
                    <a:pt x="1197019" y="1449471"/>
                  </a:lnTo>
                  <a:lnTo>
                    <a:pt x="1197025" y="1449453"/>
                  </a:lnTo>
                  <a:lnTo>
                    <a:pt x="1197027" y="1449444"/>
                  </a:lnTo>
                  <a:lnTo>
                    <a:pt x="1197032" y="1449434"/>
                  </a:lnTo>
                  <a:lnTo>
                    <a:pt x="1197039" y="1449416"/>
                  </a:lnTo>
                  <a:lnTo>
                    <a:pt x="1197042" y="1449408"/>
                  </a:lnTo>
                  <a:lnTo>
                    <a:pt x="1197048" y="1449395"/>
                  </a:lnTo>
                  <a:lnTo>
                    <a:pt x="1197056" y="1449379"/>
                  </a:lnTo>
                  <a:lnTo>
                    <a:pt x="1197063" y="1449360"/>
                  </a:lnTo>
                  <a:lnTo>
                    <a:pt x="1197066" y="1449345"/>
                  </a:lnTo>
                  <a:lnTo>
                    <a:pt x="1197070" y="1449328"/>
                  </a:lnTo>
                  <a:lnTo>
                    <a:pt x="1197074" y="1449321"/>
                  </a:lnTo>
                  <a:lnTo>
                    <a:pt x="1197080" y="1449302"/>
                  </a:lnTo>
                  <a:lnTo>
                    <a:pt x="1197089" y="1449284"/>
                  </a:lnTo>
                  <a:lnTo>
                    <a:pt x="1197096" y="1449265"/>
                  </a:lnTo>
                  <a:lnTo>
                    <a:pt x="1197106" y="1449245"/>
                  </a:lnTo>
                  <a:lnTo>
                    <a:pt x="1197110" y="1449238"/>
                  </a:lnTo>
                  <a:lnTo>
                    <a:pt x="1197114" y="1449229"/>
                  </a:lnTo>
                  <a:lnTo>
                    <a:pt x="1197125" y="1449211"/>
                  </a:lnTo>
                  <a:lnTo>
                    <a:pt x="1197135" y="1449192"/>
                  </a:lnTo>
                  <a:lnTo>
                    <a:pt x="1197141" y="1449185"/>
                  </a:lnTo>
                  <a:lnTo>
                    <a:pt x="1197150" y="1449172"/>
                  </a:lnTo>
                  <a:lnTo>
                    <a:pt x="1197156" y="1449163"/>
                  </a:lnTo>
                  <a:lnTo>
                    <a:pt x="1197162" y="1449155"/>
                  </a:lnTo>
                  <a:lnTo>
                    <a:pt x="1197164" y="1449148"/>
                  </a:lnTo>
                  <a:lnTo>
                    <a:pt x="1197160" y="1449139"/>
                  </a:lnTo>
                  <a:lnTo>
                    <a:pt x="1197156" y="1449133"/>
                  </a:lnTo>
                  <a:lnTo>
                    <a:pt x="1197153" y="1449126"/>
                  </a:lnTo>
                  <a:lnTo>
                    <a:pt x="1197149" y="1449114"/>
                  </a:lnTo>
                  <a:lnTo>
                    <a:pt x="1197144" y="1449103"/>
                  </a:lnTo>
                  <a:lnTo>
                    <a:pt x="1197137" y="1449083"/>
                  </a:lnTo>
                  <a:lnTo>
                    <a:pt x="1197128" y="1449064"/>
                  </a:lnTo>
                  <a:lnTo>
                    <a:pt x="1197118" y="1449046"/>
                  </a:lnTo>
                  <a:lnTo>
                    <a:pt x="1197110" y="1449028"/>
                  </a:lnTo>
                  <a:lnTo>
                    <a:pt x="1197106" y="1449019"/>
                  </a:lnTo>
                  <a:lnTo>
                    <a:pt x="1197105" y="1449009"/>
                  </a:lnTo>
                  <a:lnTo>
                    <a:pt x="1197098" y="1448990"/>
                  </a:lnTo>
                  <a:lnTo>
                    <a:pt x="1197090" y="1448972"/>
                  </a:lnTo>
                  <a:lnTo>
                    <a:pt x="1197086" y="1448963"/>
                  </a:lnTo>
                  <a:lnTo>
                    <a:pt x="1197082" y="1448952"/>
                  </a:lnTo>
                  <a:lnTo>
                    <a:pt x="1197076" y="1448935"/>
                  </a:lnTo>
                  <a:lnTo>
                    <a:pt x="1197072" y="1448923"/>
                  </a:lnTo>
                  <a:lnTo>
                    <a:pt x="1197062" y="1448907"/>
                  </a:lnTo>
                  <a:lnTo>
                    <a:pt x="1197051" y="1448894"/>
                  </a:lnTo>
                  <a:lnTo>
                    <a:pt x="1197034" y="1448877"/>
                  </a:lnTo>
                  <a:lnTo>
                    <a:pt x="1197028" y="1448863"/>
                  </a:lnTo>
                  <a:lnTo>
                    <a:pt x="1197024" y="1448851"/>
                  </a:lnTo>
                  <a:lnTo>
                    <a:pt x="1197020" y="1448836"/>
                  </a:lnTo>
                  <a:lnTo>
                    <a:pt x="1197014" y="1448821"/>
                  </a:lnTo>
                  <a:lnTo>
                    <a:pt x="1197010" y="1448811"/>
                  </a:lnTo>
                  <a:lnTo>
                    <a:pt x="1197004" y="1448798"/>
                  </a:lnTo>
                  <a:lnTo>
                    <a:pt x="1196997" y="1448784"/>
                  </a:lnTo>
                  <a:lnTo>
                    <a:pt x="1196988" y="1448772"/>
                  </a:lnTo>
                  <a:lnTo>
                    <a:pt x="1196980" y="1448755"/>
                  </a:lnTo>
                  <a:lnTo>
                    <a:pt x="1196971" y="1448735"/>
                  </a:lnTo>
                  <a:lnTo>
                    <a:pt x="1196962" y="1448716"/>
                  </a:lnTo>
                  <a:lnTo>
                    <a:pt x="1196960" y="1448708"/>
                  </a:lnTo>
                  <a:lnTo>
                    <a:pt x="1196957" y="1448700"/>
                  </a:lnTo>
                  <a:lnTo>
                    <a:pt x="1196957" y="1448692"/>
                  </a:lnTo>
                  <a:lnTo>
                    <a:pt x="1196956" y="1448681"/>
                  </a:lnTo>
                  <a:lnTo>
                    <a:pt x="1196957" y="1448658"/>
                  </a:lnTo>
                  <a:lnTo>
                    <a:pt x="1196953" y="1448640"/>
                  </a:lnTo>
                  <a:lnTo>
                    <a:pt x="1196949" y="1448621"/>
                  </a:lnTo>
                  <a:lnTo>
                    <a:pt x="1196949" y="1448615"/>
                  </a:lnTo>
                  <a:lnTo>
                    <a:pt x="1196945" y="1448604"/>
                  </a:lnTo>
                  <a:lnTo>
                    <a:pt x="1196939" y="1448578"/>
                  </a:lnTo>
                  <a:lnTo>
                    <a:pt x="1196939" y="1448570"/>
                  </a:lnTo>
                  <a:lnTo>
                    <a:pt x="1196937" y="1448556"/>
                  </a:lnTo>
                  <a:lnTo>
                    <a:pt x="1196935" y="1448532"/>
                  </a:lnTo>
                  <a:lnTo>
                    <a:pt x="1196935" y="1448513"/>
                  </a:lnTo>
                  <a:lnTo>
                    <a:pt x="1196932" y="1448492"/>
                  </a:lnTo>
                  <a:lnTo>
                    <a:pt x="1196931" y="1448464"/>
                  </a:lnTo>
                  <a:lnTo>
                    <a:pt x="1196929" y="1448443"/>
                  </a:lnTo>
                  <a:lnTo>
                    <a:pt x="1196931" y="1448436"/>
                  </a:lnTo>
                  <a:lnTo>
                    <a:pt x="1196943" y="1448422"/>
                  </a:lnTo>
                  <a:lnTo>
                    <a:pt x="1196955" y="1448413"/>
                  </a:lnTo>
                  <a:lnTo>
                    <a:pt x="1196976" y="1448398"/>
                  </a:lnTo>
                  <a:lnTo>
                    <a:pt x="1196993" y="1448387"/>
                  </a:lnTo>
                  <a:lnTo>
                    <a:pt x="1197007" y="1448379"/>
                  </a:lnTo>
                  <a:lnTo>
                    <a:pt x="1197014" y="1448376"/>
                  </a:lnTo>
                  <a:lnTo>
                    <a:pt x="1197030" y="1448364"/>
                  </a:lnTo>
                  <a:lnTo>
                    <a:pt x="1197042" y="1448350"/>
                  </a:lnTo>
                  <a:lnTo>
                    <a:pt x="1197058" y="1448331"/>
                  </a:lnTo>
                  <a:lnTo>
                    <a:pt x="1197065" y="1448323"/>
                  </a:lnTo>
                  <a:lnTo>
                    <a:pt x="1197070" y="1448315"/>
                  </a:lnTo>
                  <a:lnTo>
                    <a:pt x="1197085" y="1448296"/>
                  </a:lnTo>
                  <a:lnTo>
                    <a:pt x="1197101" y="1448278"/>
                  </a:lnTo>
                  <a:lnTo>
                    <a:pt x="1197114" y="1448267"/>
                  </a:lnTo>
                  <a:lnTo>
                    <a:pt x="1197130" y="1448251"/>
                  </a:lnTo>
                  <a:lnTo>
                    <a:pt x="1197133" y="1448239"/>
                  </a:lnTo>
                  <a:lnTo>
                    <a:pt x="1197137" y="1448220"/>
                  </a:lnTo>
                  <a:lnTo>
                    <a:pt x="1197143" y="1448201"/>
                  </a:lnTo>
                  <a:lnTo>
                    <a:pt x="1197148" y="1448193"/>
                  </a:lnTo>
                  <a:lnTo>
                    <a:pt x="1197154" y="1448180"/>
                  </a:lnTo>
                  <a:lnTo>
                    <a:pt x="1197151" y="1448170"/>
                  </a:lnTo>
                  <a:lnTo>
                    <a:pt x="1197145" y="1448159"/>
                  </a:lnTo>
                  <a:lnTo>
                    <a:pt x="1197138" y="1448144"/>
                  </a:lnTo>
                  <a:lnTo>
                    <a:pt x="1197127" y="1448127"/>
                  </a:lnTo>
                  <a:lnTo>
                    <a:pt x="1197118" y="1448106"/>
                  </a:lnTo>
                  <a:lnTo>
                    <a:pt x="1197109" y="1448091"/>
                  </a:lnTo>
                  <a:lnTo>
                    <a:pt x="1197100" y="1448070"/>
                  </a:lnTo>
                  <a:lnTo>
                    <a:pt x="1197089" y="1448047"/>
                  </a:lnTo>
                  <a:lnTo>
                    <a:pt x="1197087" y="1448032"/>
                  </a:lnTo>
                  <a:lnTo>
                    <a:pt x="1197087" y="1448012"/>
                  </a:lnTo>
                  <a:lnTo>
                    <a:pt x="1197084" y="1447998"/>
                  </a:lnTo>
                  <a:lnTo>
                    <a:pt x="1197081" y="1447986"/>
                  </a:lnTo>
                  <a:lnTo>
                    <a:pt x="1197078" y="1447976"/>
                  </a:lnTo>
                  <a:lnTo>
                    <a:pt x="1197075" y="1447965"/>
                  </a:lnTo>
                  <a:lnTo>
                    <a:pt x="1197072" y="1447956"/>
                  </a:lnTo>
                  <a:lnTo>
                    <a:pt x="1197068" y="1447940"/>
                  </a:lnTo>
                  <a:lnTo>
                    <a:pt x="1197064" y="1447930"/>
                  </a:lnTo>
                  <a:lnTo>
                    <a:pt x="1197058" y="1447915"/>
                  </a:lnTo>
                  <a:lnTo>
                    <a:pt x="1197053" y="1447904"/>
                  </a:lnTo>
                  <a:lnTo>
                    <a:pt x="1197043" y="1447889"/>
                  </a:lnTo>
                  <a:lnTo>
                    <a:pt x="1197035" y="1447881"/>
                  </a:lnTo>
                  <a:lnTo>
                    <a:pt x="1197013" y="1447858"/>
                  </a:lnTo>
                  <a:lnTo>
                    <a:pt x="1196993" y="1447838"/>
                  </a:lnTo>
                  <a:lnTo>
                    <a:pt x="1196977" y="1447823"/>
                  </a:lnTo>
                  <a:lnTo>
                    <a:pt x="1196962" y="1447809"/>
                  </a:lnTo>
                  <a:lnTo>
                    <a:pt x="1196954" y="1447803"/>
                  </a:lnTo>
                  <a:lnTo>
                    <a:pt x="1196947" y="1447797"/>
                  </a:lnTo>
                  <a:lnTo>
                    <a:pt x="1196944" y="1447788"/>
                  </a:lnTo>
                  <a:lnTo>
                    <a:pt x="1196939" y="1447769"/>
                  </a:lnTo>
                  <a:lnTo>
                    <a:pt x="1196933" y="1447754"/>
                  </a:lnTo>
                  <a:lnTo>
                    <a:pt x="1196926" y="1447738"/>
                  </a:lnTo>
                  <a:lnTo>
                    <a:pt x="1196917" y="1447720"/>
                  </a:lnTo>
                  <a:lnTo>
                    <a:pt x="1196913" y="1447706"/>
                  </a:lnTo>
                  <a:lnTo>
                    <a:pt x="1196908" y="1447690"/>
                  </a:lnTo>
                  <a:lnTo>
                    <a:pt x="1196904" y="1447675"/>
                  </a:lnTo>
                  <a:lnTo>
                    <a:pt x="1196901" y="1447668"/>
                  </a:lnTo>
                  <a:lnTo>
                    <a:pt x="1196896" y="1447658"/>
                  </a:lnTo>
                  <a:lnTo>
                    <a:pt x="1196891" y="1447646"/>
                  </a:lnTo>
                  <a:lnTo>
                    <a:pt x="1196885" y="1447632"/>
                  </a:lnTo>
                  <a:lnTo>
                    <a:pt x="1196879" y="1447616"/>
                  </a:lnTo>
                  <a:lnTo>
                    <a:pt x="1196876" y="1447600"/>
                  </a:lnTo>
                  <a:lnTo>
                    <a:pt x="1196874" y="1447587"/>
                  </a:lnTo>
                  <a:lnTo>
                    <a:pt x="1196873" y="1447578"/>
                  </a:lnTo>
                  <a:lnTo>
                    <a:pt x="1196872" y="1447571"/>
                  </a:lnTo>
                  <a:lnTo>
                    <a:pt x="1196868" y="1447565"/>
                  </a:lnTo>
                  <a:lnTo>
                    <a:pt x="1196860" y="1447552"/>
                  </a:lnTo>
                  <a:lnTo>
                    <a:pt x="1196854" y="1447548"/>
                  </a:lnTo>
                  <a:lnTo>
                    <a:pt x="1196835" y="1447531"/>
                  </a:lnTo>
                  <a:lnTo>
                    <a:pt x="1196817" y="1447514"/>
                  </a:lnTo>
                  <a:lnTo>
                    <a:pt x="1196799" y="1447498"/>
                  </a:lnTo>
                  <a:lnTo>
                    <a:pt x="1196780" y="1447483"/>
                  </a:lnTo>
                  <a:lnTo>
                    <a:pt x="1196766" y="1447471"/>
                  </a:lnTo>
                  <a:lnTo>
                    <a:pt x="1196753" y="1447454"/>
                  </a:lnTo>
                  <a:lnTo>
                    <a:pt x="1196737" y="1447437"/>
                  </a:lnTo>
                  <a:lnTo>
                    <a:pt x="1196724" y="1447425"/>
                  </a:lnTo>
                  <a:lnTo>
                    <a:pt x="1196715" y="1447415"/>
                  </a:lnTo>
                  <a:lnTo>
                    <a:pt x="1196704" y="1447403"/>
                  </a:lnTo>
                  <a:lnTo>
                    <a:pt x="1196693" y="1447391"/>
                  </a:lnTo>
                  <a:lnTo>
                    <a:pt x="1196679" y="1447382"/>
                  </a:lnTo>
                  <a:lnTo>
                    <a:pt x="1196662" y="1447374"/>
                  </a:lnTo>
                  <a:lnTo>
                    <a:pt x="1196649" y="1447367"/>
                  </a:lnTo>
                  <a:lnTo>
                    <a:pt x="1196641" y="1447362"/>
                  </a:lnTo>
                  <a:lnTo>
                    <a:pt x="1196630" y="1447354"/>
                  </a:lnTo>
                  <a:lnTo>
                    <a:pt x="1196631" y="1447345"/>
                  </a:lnTo>
                  <a:lnTo>
                    <a:pt x="1196635" y="1447323"/>
                  </a:lnTo>
                  <a:lnTo>
                    <a:pt x="1196636" y="1447303"/>
                  </a:lnTo>
                  <a:lnTo>
                    <a:pt x="1196637" y="1447290"/>
                  </a:lnTo>
                  <a:lnTo>
                    <a:pt x="1196635" y="1447273"/>
                  </a:lnTo>
                  <a:lnTo>
                    <a:pt x="1196634" y="1447253"/>
                  </a:lnTo>
                  <a:lnTo>
                    <a:pt x="1196635" y="1447236"/>
                  </a:lnTo>
                  <a:lnTo>
                    <a:pt x="1196631" y="1447214"/>
                  </a:lnTo>
                  <a:lnTo>
                    <a:pt x="1196628" y="1447200"/>
                  </a:lnTo>
                  <a:lnTo>
                    <a:pt x="1196624" y="1447191"/>
                  </a:lnTo>
                  <a:lnTo>
                    <a:pt x="1196620" y="1447181"/>
                  </a:lnTo>
                  <a:lnTo>
                    <a:pt x="1196619" y="1447171"/>
                  </a:lnTo>
                  <a:lnTo>
                    <a:pt x="1196618" y="1447159"/>
                  </a:lnTo>
                  <a:lnTo>
                    <a:pt x="1196620" y="1447136"/>
                  </a:lnTo>
                  <a:lnTo>
                    <a:pt x="1196620" y="1447112"/>
                  </a:lnTo>
                  <a:lnTo>
                    <a:pt x="1196620" y="1447095"/>
                  </a:lnTo>
                  <a:lnTo>
                    <a:pt x="1196621" y="1447080"/>
                  </a:lnTo>
                  <a:lnTo>
                    <a:pt x="1196623" y="1447060"/>
                  </a:lnTo>
                  <a:lnTo>
                    <a:pt x="1196621" y="1447044"/>
                  </a:lnTo>
                  <a:lnTo>
                    <a:pt x="1196620" y="1447034"/>
                  </a:lnTo>
                  <a:lnTo>
                    <a:pt x="1196617" y="1447022"/>
                  </a:lnTo>
                  <a:lnTo>
                    <a:pt x="1196613" y="1447009"/>
                  </a:lnTo>
                  <a:lnTo>
                    <a:pt x="1196611" y="1446999"/>
                  </a:lnTo>
                  <a:lnTo>
                    <a:pt x="1196609" y="1446985"/>
                  </a:lnTo>
                  <a:lnTo>
                    <a:pt x="1196605" y="1446969"/>
                  </a:lnTo>
                  <a:lnTo>
                    <a:pt x="1196602" y="1446957"/>
                  </a:lnTo>
                  <a:lnTo>
                    <a:pt x="1196601" y="1446949"/>
                  </a:lnTo>
                  <a:lnTo>
                    <a:pt x="1196596" y="1446932"/>
                  </a:lnTo>
                  <a:lnTo>
                    <a:pt x="1196593" y="1446923"/>
                  </a:lnTo>
                  <a:lnTo>
                    <a:pt x="1196585" y="1446906"/>
                  </a:lnTo>
                  <a:lnTo>
                    <a:pt x="1196576" y="1446883"/>
                  </a:lnTo>
                  <a:lnTo>
                    <a:pt x="1196574" y="1446873"/>
                  </a:lnTo>
                  <a:lnTo>
                    <a:pt x="1196567" y="1446846"/>
                  </a:lnTo>
                  <a:lnTo>
                    <a:pt x="1196564" y="1446838"/>
                  </a:lnTo>
                  <a:lnTo>
                    <a:pt x="1196559" y="1446826"/>
                  </a:lnTo>
                  <a:lnTo>
                    <a:pt x="1196553" y="1446814"/>
                  </a:lnTo>
                  <a:lnTo>
                    <a:pt x="1196546" y="1446801"/>
                  </a:lnTo>
                  <a:lnTo>
                    <a:pt x="1196534" y="1446785"/>
                  </a:lnTo>
                  <a:lnTo>
                    <a:pt x="1196523" y="1446771"/>
                  </a:lnTo>
                  <a:lnTo>
                    <a:pt x="1196511" y="1446757"/>
                  </a:lnTo>
                  <a:lnTo>
                    <a:pt x="1196508" y="1446749"/>
                  </a:lnTo>
                  <a:lnTo>
                    <a:pt x="1196507" y="1446740"/>
                  </a:lnTo>
                  <a:lnTo>
                    <a:pt x="1196505" y="1446729"/>
                  </a:lnTo>
                  <a:lnTo>
                    <a:pt x="1196505" y="1446711"/>
                  </a:lnTo>
                  <a:lnTo>
                    <a:pt x="1196507" y="1446688"/>
                  </a:lnTo>
                  <a:lnTo>
                    <a:pt x="1196508" y="1446669"/>
                  </a:lnTo>
                  <a:lnTo>
                    <a:pt x="1196509" y="1446656"/>
                  </a:lnTo>
                  <a:lnTo>
                    <a:pt x="1196510" y="1446646"/>
                  </a:lnTo>
                  <a:lnTo>
                    <a:pt x="1196511" y="1446634"/>
                  </a:lnTo>
                  <a:lnTo>
                    <a:pt x="1196514" y="1446620"/>
                  </a:lnTo>
                  <a:lnTo>
                    <a:pt x="1196516" y="1446601"/>
                  </a:lnTo>
                  <a:lnTo>
                    <a:pt x="1196518" y="1446590"/>
                  </a:lnTo>
                  <a:lnTo>
                    <a:pt x="1196518" y="1446579"/>
                  </a:lnTo>
                  <a:lnTo>
                    <a:pt x="1196504" y="1446565"/>
                  </a:lnTo>
                  <a:lnTo>
                    <a:pt x="1196497" y="1446561"/>
                  </a:lnTo>
                  <a:lnTo>
                    <a:pt x="1196477" y="1446546"/>
                  </a:lnTo>
                  <a:lnTo>
                    <a:pt x="1196457" y="1446528"/>
                  </a:lnTo>
                  <a:lnTo>
                    <a:pt x="1196433" y="1446507"/>
                  </a:lnTo>
                  <a:lnTo>
                    <a:pt x="1196412" y="1446486"/>
                  </a:lnTo>
                  <a:lnTo>
                    <a:pt x="1196407" y="1446475"/>
                  </a:lnTo>
                  <a:lnTo>
                    <a:pt x="1196403" y="1446463"/>
                  </a:lnTo>
                  <a:lnTo>
                    <a:pt x="1196403" y="1446455"/>
                  </a:lnTo>
                  <a:lnTo>
                    <a:pt x="1196405" y="1446433"/>
                  </a:lnTo>
                  <a:lnTo>
                    <a:pt x="1196406" y="1446400"/>
                  </a:lnTo>
                  <a:lnTo>
                    <a:pt x="1196405" y="1446387"/>
                  </a:lnTo>
                  <a:lnTo>
                    <a:pt x="1196403" y="1446376"/>
                  </a:lnTo>
                  <a:lnTo>
                    <a:pt x="1196399" y="1446364"/>
                  </a:lnTo>
                  <a:lnTo>
                    <a:pt x="1196395" y="1446351"/>
                  </a:lnTo>
                  <a:lnTo>
                    <a:pt x="1196393" y="1446340"/>
                  </a:lnTo>
                  <a:lnTo>
                    <a:pt x="1196391" y="1446323"/>
                  </a:lnTo>
                  <a:lnTo>
                    <a:pt x="1196389" y="1446300"/>
                  </a:lnTo>
                  <a:lnTo>
                    <a:pt x="1196390" y="1446290"/>
                  </a:lnTo>
                  <a:lnTo>
                    <a:pt x="1196391" y="1446278"/>
                  </a:lnTo>
                  <a:lnTo>
                    <a:pt x="1196392" y="1446273"/>
                  </a:lnTo>
                  <a:lnTo>
                    <a:pt x="1196393" y="1446258"/>
                  </a:lnTo>
                  <a:lnTo>
                    <a:pt x="1196392" y="1446240"/>
                  </a:lnTo>
                  <a:lnTo>
                    <a:pt x="1196389" y="1446222"/>
                  </a:lnTo>
                  <a:lnTo>
                    <a:pt x="1196388" y="1446209"/>
                  </a:lnTo>
                  <a:lnTo>
                    <a:pt x="1196387" y="1446200"/>
                  </a:lnTo>
                  <a:lnTo>
                    <a:pt x="1196383" y="1446193"/>
                  </a:lnTo>
                  <a:lnTo>
                    <a:pt x="1196376" y="1446188"/>
                  </a:lnTo>
                  <a:lnTo>
                    <a:pt x="1196368" y="1446181"/>
                  </a:lnTo>
                  <a:lnTo>
                    <a:pt x="1196356" y="1446172"/>
                  </a:lnTo>
                  <a:lnTo>
                    <a:pt x="1196339" y="1446157"/>
                  </a:lnTo>
                  <a:lnTo>
                    <a:pt x="1196330" y="1446148"/>
                  </a:lnTo>
                  <a:lnTo>
                    <a:pt x="1196322" y="1446142"/>
                  </a:lnTo>
                  <a:lnTo>
                    <a:pt x="1196313" y="1446134"/>
                  </a:lnTo>
                  <a:lnTo>
                    <a:pt x="1196303" y="1446126"/>
                  </a:lnTo>
                  <a:lnTo>
                    <a:pt x="1196297" y="1446118"/>
                  </a:lnTo>
                  <a:lnTo>
                    <a:pt x="1196294" y="1446109"/>
                  </a:lnTo>
                  <a:lnTo>
                    <a:pt x="1196289" y="1446096"/>
                  </a:lnTo>
                  <a:lnTo>
                    <a:pt x="1196287" y="1446084"/>
                  </a:lnTo>
                  <a:lnTo>
                    <a:pt x="1196284" y="1446078"/>
                  </a:lnTo>
                  <a:lnTo>
                    <a:pt x="1196282" y="1446067"/>
                  </a:lnTo>
                  <a:lnTo>
                    <a:pt x="1196280" y="1446060"/>
                  </a:lnTo>
                  <a:lnTo>
                    <a:pt x="1196276" y="1446047"/>
                  </a:lnTo>
                  <a:lnTo>
                    <a:pt x="1196272" y="1446038"/>
                  </a:lnTo>
                  <a:lnTo>
                    <a:pt x="1196268" y="1446021"/>
                  </a:lnTo>
                  <a:lnTo>
                    <a:pt x="1196263" y="1446005"/>
                  </a:lnTo>
                  <a:lnTo>
                    <a:pt x="1196259" y="1445988"/>
                  </a:lnTo>
                  <a:lnTo>
                    <a:pt x="1196253" y="1445965"/>
                  </a:lnTo>
                  <a:lnTo>
                    <a:pt x="1196250" y="1445951"/>
                  </a:lnTo>
                  <a:lnTo>
                    <a:pt x="1196247" y="1445942"/>
                  </a:lnTo>
                  <a:lnTo>
                    <a:pt x="1196244" y="1445930"/>
                  </a:lnTo>
                  <a:lnTo>
                    <a:pt x="1196242" y="1445920"/>
                  </a:lnTo>
                  <a:lnTo>
                    <a:pt x="1196240" y="1445907"/>
                  </a:lnTo>
                  <a:lnTo>
                    <a:pt x="1196238" y="1445897"/>
                  </a:lnTo>
                  <a:lnTo>
                    <a:pt x="1196233" y="1445879"/>
                  </a:lnTo>
                  <a:lnTo>
                    <a:pt x="1196229" y="1445866"/>
                  </a:lnTo>
                  <a:lnTo>
                    <a:pt x="1196224" y="1445843"/>
                  </a:lnTo>
                  <a:lnTo>
                    <a:pt x="1196218" y="1445824"/>
                  </a:lnTo>
                  <a:lnTo>
                    <a:pt x="1196216" y="1445810"/>
                  </a:lnTo>
                  <a:lnTo>
                    <a:pt x="1196209" y="1445795"/>
                  </a:lnTo>
                  <a:lnTo>
                    <a:pt x="1196212" y="1445788"/>
                  </a:lnTo>
                  <a:lnTo>
                    <a:pt x="1196222" y="1445778"/>
                  </a:lnTo>
                  <a:lnTo>
                    <a:pt x="1196235" y="1445760"/>
                  </a:lnTo>
                  <a:lnTo>
                    <a:pt x="1196250" y="1445741"/>
                  </a:lnTo>
                  <a:lnTo>
                    <a:pt x="1196257" y="1445731"/>
                  </a:lnTo>
                  <a:lnTo>
                    <a:pt x="1196261" y="1445723"/>
                  </a:lnTo>
                  <a:lnTo>
                    <a:pt x="1196268" y="1445705"/>
                  </a:lnTo>
                  <a:lnTo>
                    <a:pt x="1196270" y="1445698"/>
                  </a:lnTo>
                  <a:lnTo>
                    <a:pt x="1196281" y="1445683"/>
                  </a:lnTo>
                  <a:lnTo>
                    <a:pt x="1196297" y="1445666"/>
                  </a:lnTo>
                  <a:lnTo>
                    <a:pt x="1196313" y="1445650"/>
                  </a:lnTo>
                  <a:lnTo>
                    <a:pt x="1196330" y="1445634"/>
                  </a:lnTo>
                  <a:lnTo>
                    <a:pt x="1196346" y="1445619"/>
                  </a:lnTo>
                  <a:lnTo>
                    <a:pt x="1196364" y="1445607"/>
                  </a:lnTo>
                  <a:lnTo>
                    <a:pt x="1196384" y="1445595"/>
                  </a:lnTo>
                  <a:lnTo>
                    <a:pt x="1196393" y="1445587"/>
                  </a:lnTo>
                  <a:lnTo>
                    <a:pt x="1196418" y="1445571"/>
                  </a:lnTo>
                  <a:lnTo>
                    <a:pt x="1196436" y="1445561"/>
                  </a:lnTo>
                  <a:lnTo>
                    <a:pt x="1196485" y="1445545"/>
                  </a:lnTo>
                  <a:lnTo>
                    <a:pt x="1196489" y="1445541"/>
                  </a:lnTo>
                  <a:lnTo>
                    <a:pt x="1196497" y="1445538"/>
                  </a:lnTo>
                  <a:lnTo>
                    <a:pt x="1196507" y="1445530"/>
                  </a:lnTo>
                  <a:lnTo>
                    <a:pt x="1196516" y="1445523"/>
                  </a:lnTo>
                  <a:lnTo>
                    <a:pt x="1196519" y="1445516"/>
                  </a:lnTo>
                  <a:lnTo>
                    <a:pt x="1196514" y="1445507"/>
                  </a:lnTo>
                  <a:lnTo>
                    <a:pt x="1196502" y="1445491"/>
                  </a:lnTo>
                  <a:lnTo>
                    <a:pt x="1196489" y="1445472"/>
                  </a:lnTo>
                  <a:lnTo>
                    <a:pt x="1196485" y="1445454"/>
                  </a:lnTo>
                  <a:lnTo>
                    <a:pt x="1196480" y="1445435"/>
                  </a:lnTo>
                  <a:lnTo>
                    <a:pt x="1196477" y="1445417"/>
                  </a:lnTo>
                  <a:lnTo>
                    <a:pt x="1196475" y="1445408"/>
                  </a:lnTo>
                  <a:lnTo>
                    <a:pt x="1196473" y="1445398"/>
                  </a:lnTo>
                  <a:lnTo>
                    <a:pt x="1196470" y="1445380"/>
                  </a:lnTo>
                  <a:lnTo>
                    <a:pt x="1196465" y="1445366"/>
                  </a:lnTo>
                  <a:lnTo>
                    <a:pt x="1196462" y="1445361"/>
                  </a:lnTo>
                  <a:lnTo>
                    <a:pt x="1196451" y="1445343"/>
                  </a:lnTo>
                  <a:lnTo>
                    <a:pt x="1196444" y="1445329"/>
                  </a:lnTo>
                  <a:lnTo>
                    <a:pt x="1196441" y="1445324"/>
                  </a:lnTo>
                  <a:lnTo>
                    <a:pt x="1196431" y="1445306"/>
                  </a:lnTo>
                  <a:lnTo>
                    <a:pt x="1196424" y="1445287"/>
                  </a:lnTo>
                  <a:lnTo>
                    <a:pt x="1196417" y="1445274"/>
                  </a:lnTo>
                  <a:lnTo>
                    <a:pt x="1196412" y="1445269"/>
                  </a:lnTo>
                  <a:lnTo>
                    <a:pt x="1196403" y="1445251"/>
                  </a:lnTo>
                  <a:lnTo>
                    <a:pt x="1196397" y="1445232"/>
                  </a:lnTo>
                  <a:lnTo>
                    <a:pt x="1196392" y="1445212"/>
                  </a:lnTo>
                  <a:lnTo>
                    <a:pt x="1196388" y="1445191"/>
                  </a:lnTo>
                  <a:lnTo>
                    <a:pt x="1196386" y="1445176"/>
                  </a:lnTo>
                  <a:lnTo>
                    <a:pt x="1196380" y="1445158"/>
                  </a:lnTo>
                  <a:lnTo>
                    <a:pt x="1196375" y="1445142"/>
                  </a:lnTo>
                  <a:lnTo>
                    <a:pt x="1196372" y="1445121"/>
                  </a:lnTo>
                  <a:lnTo>
                    <a:pt x="1196370" y="1445103"/>
                  </a:lnTo>
                  <a:lnTo>
                    <a:pt x="1196372" y="1445084"/>
                  </a:lnTo>
                  <a:lnTo>
                    <a:pt x="1196373" y="1445066"/>
                  </a:lnTo>
                  <a:lnTo>
                    <a:pt x="1196376" y="1445047"/>
                  </a:lnTo>
                  <a:lnTo>
                    <a:pt x="1196385" y="1445029"/>
                  </a:lnTo>
                  <a:lnTo>
                    <a:pt x="1196394" y="1445010"/>
                  </a:lnTo>
                  <a:lnTo>
                    <a:pt x="1196398" y="1445005"/>
                  </a:lnTo>
                  <a:lnTo>
                    <a:pt x="1196401" y="1445000"/>
                  </a:lnTo>
                  <a:lnTo>
                    <a:pt x="1196409" y="1444992"/>
                  </a:lnTo>
                  <a:lnTo>
                    <a:pt x="1196423" y="1444974"/>
                  </a:lnTo>
                  <a:lnTo>
                    <a:pt x="1196439" y="1444956"/>
                  </a:lnTo>
                  <a:lnTo>
                    <a:pt x="1196452" y="1444938"/>
                  </a:lnTo>
                  <a:lnTo>
                    <a:pt x="1196464" y="1444919"/>
                  </a:lnTo>
                  <a:lnTo>
                    <a:pt x="1196481" y="1444902"/>
                  </a:lnTo>
                  <a:lnTo>
                    <a:pt x="1196498" y="1444887"/>
                  </a:lnTo>
                  <a:lnTo>
                    <a:pt x="1196515" y="1444872"/>
                  </a:lnTo>
                  <a:lnTo>
                    <a:pt x="1196529" y="1444855"/>
                  </a:lnTo>
                  <a:lnTo>
                    <a:pt x="1196542" y="1444836"/>
                  </a:lnTo>
                  <a:lnTo>
                    <a:pt x="1196555" y="1444818"/>
                  </a:lnTo>
                  <a:lnTo>
                    <a:pt x="1196568" y="1444799"/>
                  </a:lnTo>
                  <a:lnTo>
                    <a:pt x="1196579" y="1444781"/>
                  </a:lnTo>
                  <a:lnTo>
                    <a:pt x="1196589" y="1444762"/>
                  </a:lnTo>
                  <a:lnTo>
                    <a:pt x="1196627" y="1444684"/>
                  </a:lnTo>
                  <a:lnTo>
                    <a:pt x="1196628" y="1444676"/>
                  </a:lnTo>
                  <a:lnTo>
                    <a:pt x="1196633" y="1444657"/>
                  </a:lnTo>
                  <a:lnTo>
                    <a:pt x="1196635" y="1444639"/>
                  </a:lnTo>
                  <a:lnTo>
                    <a:pt x="1196637" y="1444620"/>
                  </a:lnTo>
                  <a:lnTo>
                    <a:pt x="1196638" y="1444600"/>
                  </a:lnTo>
                  <a:lnTo>
                    <a:pt x="1196637" y="1444588"/>
                  </a:lnTo>
                  <a:lnTo>
                    <a:pt x="1196633" y="1444565"/>
                  </a:lnTo>
                  <a:lnTo>
                    <a:pt x="1196630" y="1444547"/>
                  </a:lnTo>
                  <a:lnTo>
                    <a:pt x="1196628" y="1444528"/>
                  </a:lnTo>
                  <a:lnTo>
                    <a:pt x="1196628" y="1444509"/>
                  </a:lnTo>
                  <a:lnTo>
                    <a:pt x="1196626" y="1444491"/>
                  </a:lnTo>
                  <a:lnTo>
                    <a:pt x="1196624" y="1444472"/>
                  </a:lnTo>
                  <a:lnTo>
                    <a:pt x="1196624" y="1444454"/>
                  </a:lnTo>
                  <a:lnTo>
                    <a:pt x="1196624" y="1444436"/>
                  </a:lnTo>
                  <a:lnTo>
                    <a:pt x="1196625" y="1444417"/>
                  </a:lnTo>
                  <a:lnTo>
                    <a:pt x="1196625" y="1444399"/>
                  </a:lnTo>
                  <a:lnTo>
                    <a:pt x="1196625" y="1444380"/>
                  </a:lnTo>
                  <a:lnTo>
                    <a:pt x="1196625" y="1444372"/>
                  </a:lnTo>
                  <a:lnTo>
                    <a:pt x="1196621" y="1444364"/>
                  </a:lnTo>
                  <a:lnTo>
                    <a:pt x="1196601" y="1444348"/>
                  </a:lnTo>
                  <a:lnTo>
                    <a:pt x="1196595" y="1444343"/>
                  </a:lnTo>
                  <a:lnTo>
                    <a:pt x="1196583" y="1444338"/>
                  </a:lnTo>
                  <a:lnTo>
                    <a:pt x="1196565" y="1444337"/>
                  </a:lnTo>
                  <a:lnTo>
                    <a:pt x="1196554" y="1444337"/>
                  </a:lnTo>
                  <a:lnTo>
                    <a:pt x="1196547" y="1444335"/>
                  </a:lnTo>
                  <a:lnTo>
                    <a:pt x="1196528" y="1444329"/>
                  </a:lnTo>
                  <a:lnTo>
                    <a:pt x="1196510" y="1444322"/>
                  </a:lnTo>
                  <a:lnTo>
                    <a:pt x="1196492" y="1444320"/>
                  </a:lnTo>
                  <a:lnTo>
                    <a:pt x="1196474" y="1444322"/>
                  </a:lnTo>
                  <a:lnTo>
                    <a:pt x="1196456" y="1444324"/>
                  </a:lnTo>
                  <a:lnTo>
                    <a:pt x="1196438" y="1444326"/>
                  </a:lnTo>
                  <a:lnTo>
                    <a:pt x="1196420" y="1444330"/>
                  </a:lnTo>
                  <a:lnTo>
                    <a:pt x="1196402" y="1444335"/>
                  </a:lnTo>
                  <a:lnTo>
                    <a:pt x="1196384" y="1444341"/>
                  </a:lnTo>
                  <a:lnTo>
                    <a:pt x="1196366" y="1444349"/>
                  </a:lnTo>
                  <a:lnTo>
                    <a:pt x="1196347" y="1444354"/>
                  </a:lnTo>
                  <a:lnTo>
                    <a:pt x="1196329" y="1444355"/>
                  </a:lnTo>
                  <a:lnTo>
                    <a:pt x="1196318" y="1444356"/>
                  </a:lnTo>
                  <a:lnTo>
                    <a:pt x="1196311" y="1444355"/>
                  </a:lnTo>
                  <a:lnTo>
                    <a:pt x="1196304" y="1444356"/>
                  </a:lnTo>
                  <a:lnTo>
                    <a:pt x="1196293" y="1444355"/>
                  </a:lnTo>
                  <a:lnTo>
                    <a:pt x="1196275" y="1444356"/>
                  </a:lnTo>
                  <a:lnTo>
                    <a:pt x="1196257" y="1444356"/>
                  </a:lnTo>
                  <a:lnTo>
                    <a:pt x="1196239" y="1444357"/>
                  </a:lnTo>
                  <a:lnTo>
                    <a:pt x="1196230" y="1444360"/>
                  </a:lnTo>
                  <a:lnTo>
                    <a:pt x="1196220" y="1444360"/>
                  </a:lnTo>
                  <a:lnTo>
                    <a:pt x="1196207" y="1444361"/>
                  </a:lnTo>
                  <a:lnTo>
                    <a:pt x="1196202" y="1444360"/>
                  </a:lnTo>
                  <a:lnTo>
                    <a:pt x="1196184" y="1444360"/>
                  </a:lnTo>
                  <a:lnTo>
                    <a:pt x="1196166" y="1444356"/>
                  </a:lnTo>
                  <a:lnTo>
                    <a:pt x="1196156" y="1444355"/>
                  </a:lnTo>
                  <a:lnTo>
                    <a:pt x="1196148" y="1444352"/>
                  </a:lnTo>
                  <a:lnTo>
                    <a:pt x="1196140" y="1444347"/>
                  </a:lnTo>
                  <a:lnTo>
                    <a:pt x="1196130" y="1444343"/>
                  </a:lnTo>
                  <a:lnTo>
                    <a:pt x="1196111" y="1444339"/>
                  </a:lnTo>
                  <a:lnTo>
                    <a:pt x="1196093" y="1444332"/>
                  </a:lnTo>
                  <a:lnTo>
                    <a:pt x="1196076" y="1444326"/>
                  </a:lnTo>
                  <a:lnTo>
                    <a:pt x="1196057" y="1444318"/>
                  </a:lnTo>
                  <a:lnTo>
                    <a:pt x="1196039" y="1444317"/>
                  </a:lnTo>
                  <a:lnTo>
                    <a:pt x="1196021" y="1444314"/>
                  </a:lnTo>
                  <a:lnTo>
                    <a:pt x="1196005" y="1444311"/>
                  </a:lnTo>
                  <a:lnTo>
                    <a:pt x="1195992" y="1444307"/>
                  </a:lnTo>
                  <a:lnTo>
                    <a:pt x="1195984" y="1444305"/>
                  </a:lnTo>
                  <a:lnTo>
                    <a:pt x="1195966" y="1444298"/>
                  </a:lnTo>
                  <a:lnTo>
                    <a:pt x="1195953" y="1444293"/>
                  </a:lnTo>
                  <a:lnTo>
                    <a:pt x="1195948" y="1444289"/>
                  </a:lnTo>
                  <a:lnTo>
                    <a:pt x="1195940" y="1444286"/>
                  </a:lnTo>
                  <a:lnTo>
                    <a:pt x="1195930" y="1444280"/>
                  </a:lnTo>
                  <a:lnTo>
                    <a:pt x="1195912" y="1444268"/>
                  </a:lnTo>
                  <a:lnTo>
                    <a:pt x="1195894" y="1444251"/>
                  </a:lnTo>
                  <a:lnTo>
                    <a:pt x="1195879" y="1444234"/>
                  </a:lnTo>
                  <a:lnTo>
                    <a:pt x="1195866" y="1444215"/>
                  </a:lnTo>
                  <a:lnTo>
                    <a:pt x="1195853" y="1444197"/>
                  </a:lnTo>
                  <a:lnTo>
                    <a:pt x="1195840" y="1444178"/>
                  </a:lnTo>
                  <a:lnTo>
                    <a:pt x="1195827" y="1444160"/>
                  </a:lnTo>
                  <a:lnTo>
                    <a:pt x="1195814" y="1444141"/>
                  </a:lnTo>
                  <a:lnTo>
                    <a:pt x="1195799" y="1444123"/>
                  </a:lnTo>
                  <a:lnTo>
                    <a:pt x="1195785" y="1444104"/>
                  </a:lnTo>
                  <a:lnTo>
                    <a:pt x="1195766" y="1444087"/>
                  </a:lnTo>
                  <a:lnTo>
                    <a:pt x="1195748" y="1444072"/>
                  </a:lnTo>
                  <a:lnTo>
                    <a:pt x="1195730" y="1444056"/>
                  </a:lnTo>
                  <a:lnTo>
                    <a:pt x="1195712" y="1444044"/>
                  </a:lnTo>
                  <a:lnTo>
                    <a:pt x="1195700" y="1444037"/>
                  </a:lnTo>
                  <a:lnTo>
                    <a:pt x="1195694" y="1444036"/>
                  </a:lnTo>
                  <a:lnTo>
                    <a:pt x="1195676" y="1444034"/>
                  </a:lnTo>
                  <a:lnTo>
                    <a:pt x="1195671" y="1444035"/>
                  </a:lnTo>
                  <a:lnTo>
                    <a:pt x="1195658" y="1444036"/>
                  </a:lnTo>
                  <a:lnTo>
                    <a:pt x="1195640" y="1444037"/>
                  </a:lnTo>
                  <a:lnTo>
                    <a:pt x="1195621" y="1444034"/>
                  </a:lnTo>
                  <a:lnTo>
                    <a:pt x="1195612" y="1444031"/>
                  </a:lnTo>
                  <a:lnTo>
                    <a:pt x="1195603" y="1444025"/>
                  </a:lnTo>
                  <a:lnTo>
                    <a:pt x="1195587" y="1444007"/>
                  </a:lnTo>
                  <a:lnTo>
                    <a:pt x="1195582" y="1444006"/>
                  </a:lnTo>
                  <a:lnTo>
                    <a:pt x="1195576" y="1444006"/>
                  </a:lnTo>
                  <a:lnTo>
                    <a:pt x="1195569" y="1444006"/>
                  </a:lnTo>
                  <a:lnTo>
                    <a:pt x="1195551" y="1444004"/>
                  </a:lnTo>
                  <a:lnTo>
                    <a:pt x="1195540" y="1443994"/>
                  </a:lnTo>
                  <a:lnTo>
                    <a:pt x="1195539" y="1443988"/>
                  </a:lnTo>
                  <a:lnTo>
                    <a:pt x="1195539" y="1443971"/>
                  </a:lnTo>
                  <a:lnTo>
                    <a:pt x="1195539" y="1443951"/>
                  </a:lnTo>
                  <a:lnTo>
                    <a:pt x="1195538" y="1443933"/>
                  </a:lnTo>
                  <a:lnTo>
                    <a:pt x="1195537" y="1443914"/>
                  </a:lnTo>
                  <a:lnTo>
                    <a:pt x="1195535" y="1443895"/>
                  </a:lnTo>
                  <a:lnTo>
                    <a:pt x="1195529" y="1443877"/>
                  </a:lnTo>
                  <a:lnTo>
                    <a:pt x="1195522" y="1443858"/>
                  </a:lnTo>
                  <a:lnTo>
                    <a:pt x="1195511" y="1443840"/>
                  </a:lnTo>
                  <a:lnTo>
                    <a:pt x="1195499" y="1443822"/>
                  </a:lnTo>
                  <a:lnTo>
                    <a:pt x="1195492" y="1443809"/>
                  </a:lnTo>
                  <a:lnTo>
                    <a:pt x="1195490" y="1443803"/>
                  </a:lnTo>
                  <a:lnTo>
                    <a:pt x="1195488" y="1443785"/>
                  </a:lnTo>
                  <a:lnTo>
                    <a:pt x="1195488" y="1443766"/>
                  </a:lnTo>
                  <a:lnTo>
                    <a:pt x="1195488" y="1443748"/>
                  </a:lnTo>
                  <a:lnTo>
                    <a:pt x="1195489" y="1443729"/>
                  </a:lnTo>
                  <a:lnTo>
                    <a:pt x="1195493" y="1443710"/>
                  </a:lnTo>
                  <a:lnTo>
                    <a:pt x="1195494" y="1443692"/>
                  </a:lnTo>
                  <a:lnTo>
                    <a:pt x="1195501" y="1443634"/>
                  </a:lnTo>
                  <a:lnTo>
                    <a:pt x="1195500" y="1443616"/>
                  </a:lnTo>
                  <a:lnTo>
                    <a:pt x="1195500" y="1443597"/>
                  </a:lnTo>
                  <a:lnTo>
                    <a:pt x="1195499" y="1443579"/>
                  </a:lnTo>
                  <a:lnTo>
                    <a:pt x="1195495" y="1443560"/>
                  </a:lnTo>
                  <a:lnTo>
                    <a:pt x="1195491" y="1443552"/>
                  </a:lnTo>
                  <a:lnTo>
                    <a:pt x="1195484" y="1443544"/>
                  </a:lnTo>
                  <a:lnTo>
                    <a:pt x="1195469" y="1443533"/>
                  </a:lnTo>
                  <a:lnTo>
                    <a:pt x="1195466" y="1443528"/>
                  </a:lnTo>
                  <a:lnTo>
                    <a:pt x="1195458" y="1443510"/>
                  </a:lnTo>
                  <a:lnTo>
                    <a:pt x="1195460" y="1443491"/>
                  </a:lnTo>
                  <a:lnTo>
                    <a:pt x="1195460" y="1443473"/>
                  </a:lnTo>
                  <a:lnTo>
                    <a:pt x="1195455" y="1443454"/>
                  </a:lnTo>
                  <a:lnTo>
                    <a:pt x="1195446" y="1443436"/>
                  </a:lnTo>
                  <a:lnTo>
                    <a:pt x="1195442" y="1443431"/>
                  </a:lnTo>
                  <a:lnTo>
                    <a:pt x="1195435" y="1443418"/>
                  </a:lnTo>
                  <a:lnTo>
                    <a:pt x="1195431" y="1443399"/>
                  </a:lnTo>
                  <a:lnTo>
                    <a:pt x="1195429" y="1443381"/>
                  </a:lnTo>
                  <a:lnTo>
                    <a:pt x="1195428" y="1443369"/>
                  </a:lnTo>
                  <a:lnTo>
                    <a:pt x="1195423" y="1443363"/>
                  </a:lnTo>
                  <a:lnTo>
                    <a:pt x="1195415" y="1443356"/>
                  </a:lnTo>
                  <a:lnTo>
                    <a:pt x="1195405" y="1443351"/>
                  </a:lnTo>
                  <a:lnTo>
                    <a:pt x="1195387" y="1443341"/>
                  </a:lnTo>
                  <a:lnTo>
                    <a:pt x="1195369" y="1443336"/>
                  </a:lnTo>
                  <a:lnTo>
                    <a:pt x="1195351" y="1443331"/>
                  </a:lnTo>
                  <a:lnTo>
                    <a:pt x="1195338" y="1443320"/>
                  </a:lnTo>
                  <a:lnTo>
                    <a:pt x="1195336" y="1443311"/>
                  </a:lnTo>
                  <a:lnTo>
                    <a:pt x="1195338" y="1443300"/>
                  </a:lnTo>
                  <a:lnTo>
                    <a:pt x="1195339" y="1443290"/>
                  </a:lnTo>
                  <a:lnTo>
                    <a:pt x="1195343" y="1443279"/>
                  </a:lnTo>
                  <a:lnTo>
                    <a:pt x="1195348" y="1443261"/>
                  </a:lnTo>
                  <a:lnTo>
                    <a:pt x="1195352" y="1443243"/>
                  </a:lnTo>
                  <a:lnTo>
                    <a:pt x="1195355" y="1443224"/>
                  </a:lnTo>
                  <a:lnTo>
                    <a:pt x="1195357" y="1443215"/>
                  </a:lnTo>
                  <a:lnTo>
                    <a:pt x="1195367" y="1443117"/>
                  </a:lnTo>
                  <a:lnTo>
                    <a:pt x="1195370" y="1443098"/>
                  </a:lnTo>
                  <a:lnTo>
                    <a:pt x="1195370" y="1443080"/>
                  </a:lnTo>
                  <a:lnTo>
                    <a:pt x="1195373" y="1443062"/>
                  </a:lnTo>
                  <a:lnTo>
                    <a:pt x="1195374" y="1443043"/>
                  </a:lnTo>
                  <a:lnTo>
                    <a:pt x="1195374" y="1443025"/>
                  </a:lnTo>
                  <a:lnTo>
                    <a:pt x="1195373" y="1443006"/>
                  </a:lnTo>
                  <a:lnTo>
                    <a:pt x="1195374" y="1442987"/>
                  </a:lnTo>
                  <a:lnTo>
                    <a:pt x="1195379" y="1442969"/>
                  </a:lnTo>
                  <a:lnTo>
                    <a:pt x="1195384" y="1442958"/>
                  </a:lnTo>
                  <a:lnTo>
                    <a:pt x="1195390" y="1442950"/>
                  </a:lnTo>
                  <a:lnTo>
                    <a:pt x="1195408" y="1442933"/>
                  </a:lnTo>
                  <a:lnTo>
                    <a:pt x="1195417" y="1442923"/>
                  </a:lnTo>
                  <a:lnTo>
                    <a:pt x="1195420" y="1442917"/>
                  </a:lnTo>
                  <a:lnTo>
                    <a:pt x="1195426" y="1442905"/>
                  </a:lnTo>
                  <a:lnTo>
                    <a:pt x="1195432" y="1442898"/>
                  </a:lnTo>
                  <a:lnTo>
                    <a:pt x="1195450" y="1442885"/>
                  </a:lnTo>
                  <a:lnTo>
                    <a:pt x="1195468" y="1442870"/>
                  </a:lnTo>
                  <a:lnTo>
                    <a:pt x="1195479" y="1442852"/>
                  </a:lnTo>
                  <a:lnTo>
                    <a:pt x="1195488" y="1442838"/>
                  </a:lnTo>
                  <a:lnTo>
                    <a:pt x="1195491" y="1442832"/>
                  </a:lnTo>
                  <a:lnTo>
                    <a:pt x="1195493" y="1442826"/>
                  </a:lnTo>
                  <a:lnTo>
                    <a:pt x="1195497" y="1442815"/>
                  </a:lnTo>
                  <a:lnTo>
                    <a:pt x="1195499" y="1442806"/>
                  </a:lnTo>
                  <a:lnTo>
                    <a:pt x="1195499" y="1442796"/>
                  </a:lnTo>
                  <a:lnTo>
                    <a:pt x="1195501" y="1442778"/>
                  </a:lnTo>
                  <a:lnTo>
                    <a:pt x="1195501" y="1442764"/>
                  </a:lnTo>
                  <a:lnTo>
                    <a:pt x="1195503" y="1442759"/>
                  </a:lnTo>
                  <a:lnTo>
                    <a:pt x="1195508" y="1442741"/>
                  </a:lnTo>
                  <a:lnTo>
                    <a:pt x="1195519" y="1442722"/>
                  </a:lnTo>
                  <a:lnTo>
                    <a:pt x="1195528" y="1442704"/>
                  </a:lnTo>
                  <a:lnTo>
                    <a:pt x="1195537" y="1442685"/>
                  </a:lnTo>
                  <a:lnTo>
                    <a:pt x="1195540" y="1442667"/>
                  </a:lnTo>
                  <a:lnTo>
                    <a:pt x="1195544" y="1442647"/>
                  </a:lnTo>
                  <a:lnTo>
                    <a:pt x="1195551" y="1442627"/>
                  </a:lnTo>
                  <a:lnTo>
                    <a:pt x="1195555" y="1442624"/>
                  </a:lnTo>
                  <a:lnTo>
                    <a:pt x="1195557" y="1442614"/>
                  </a:lnTo>
                  <a:lnTo>
                    <a:pt x="1195563" y="1442595"/>
                  </a:lnTo>
                  <a:lnTo>
                    <a:pt x="1195568" y="1442579"/>
                  </a:lnTo>
                  <a:lnTo>
                    <a:pt x="1195569" y="1442558"/>
                  </a:lnTo>
                  <a:lnTo>
                    <a:pt x="1195569" y="1442540"/>
                  </a:lnTo>
                  <a:lnTo>
                    <a:pt x="1195569" y="1442521"/>
                  </a:lnTo>
                  <a:lnTo>
                    <a:pt x="1195573" y="1442503"/>
                  </a:lnTo>
                  <a:lnTo>
                    <a:pt x="1195576" y="1442483"/>
                  </a:lnTo>
                  <a:lnTo>
                    <a:pt x="1195579" y="1442475"/>
                  </a:lnTo>
                  <a:lnTo>
                    <a:pt x="1195579" y="1442468"/>
                  </a:lnTo>
                  <a:lnTo>
                    <a:pt x="1195582" y="1442435"/>
                  </a:lnTo>
                  <a:lnTo>
                    <a:pt x="1195583" y="1442416"/>
                  </a:lnTo>
                  <a:lnTo>
                    <a:pt x="1195586" y="1442398"/>
                  </a:lnTo>
                  <a:lnTo>
                    <a:pt x="1195587" y="1442379"/>
                  </a:lnTo>
                  <a:lnTo>
                    <a:pt x="1195593" y="1442359"/>
                  </a:lnTo>
                  <a:lnTo>
                    <a:pt x="1195597" y="1442351"/>
                  </a:lnTo>
                  <a:lnTo>
                    <a:pt x="1195602" y="1442342"/>
                  </a:lnTo>
                  <a:lnTo>
                    <a:pt x="1195606" y="1442339"/>
                  </a:lnTo>
                  <a:lnTo>
                    <a:pt x="1195612" y="1442325"/>
                  </a:lnTo>
                  <a:lnTo>
                    <a:pt x="1195623" y="1442307"/>
                  </a:lnTo>
                  <a:lnTo>
                    <a:pt x="1195634" y="1442288"/>
                  </a:lnTo>
                  <a:lnTo>
                    <a:pt x="1195636" y="1442281"/>
                  </a:lnTo>
                  <a:lnTo>
                    <a:pt x="1195644" y="1442270"/>
                  </a:lnTo>
                  <a:lnTo>
                    <a:pt x="1195654" y="1442251"/>
                  </a:lnTo>
                  <a:lnTo>
                    <a:pt x="1195664" y="1442233"/>
                  </a:lnTo>
                  <a:lnTo>
                    <a:pt x="1195671" y="1442222"/>
                  </a:lnTo>
                  <a:lnTo>
                    <a:pt x="1195675" y="1442217"/>
                  </a:lnTo>
                  <a:lnTo>
                    <a:pt x="1195692" y="1442200"/>
                  </a:lnTo>
                  <a:lnTo>
                    <a:pt x="1195708" y="1442185"/>
                  </a:lnTo>
                  <a:lnTo>
                    <a:pt x="1195726" y="1442173"/>
                  </a:lnTo>
                  <a:lnTo>
                    <a:pt x="1195744" y="1442160"/>
                  </a:lnTo>
                  <a:lnTo>
                    <a:pt x="1195762" y="1442150"/>
                  </a:lnTo>
                  <a:lnTo>
                    <a:pt x="1195769" y="1442144"/>
                  </a:lnTo>
                  <a:lnTo>
                    <a:pt x="1195793" y="1442132"/>
                  </a:lnTo>
                  <a:lnTo>
                    <a:pt x="1195816" y="1442118"/>
                  </a:lnTo>
                  <a:lnTo>
                    <a:pt x="1195834" y="1442105"/>
                  </a:lnTo>
                  <a:lnTo>
                    <a:pt x="1195842" y="1442100"/>
                  </a:lnTo>
                  <a:lnTo>
                    <a:pt x="1195858" y="1442090"/>
                  </a:lnTo>
                  <a:lnTo>
                    <a:pt x="1195847" y="1442075"/>
                  </a:lnTo>
                  <a:lnTo>
                    <a:pt x="1195841" y="1442059"/>
                  </a:lnTo>
                  <a:lnTo>
                    <a:pt x="1195838" y="1442038"/>
                  </a:lnTo>
                  <a:lnTo>
                    <a:pt x="1195833" y="1442020"/>
                  </a:lnTo>
                  <a:lnTo>
                    <a:pt x="1195829" y="1442001"/>
                  </a:lnTo>
                  <a:lnTo>
                    <a:pt x="1195827" y="1441983"/>
                  </a:lnTo>
                  <a:lnTo>
                    <a:pt x="1195824" y="1441965"/>
                  </a:lnTo>
                  <a:lnTo>
                    <a:pt x="1195817" y="1441946"/>
                  </a:lnTo>
                  <a:lnTo>
                    <a:pt x="1195806" y="1441927"/>
                  </a:lnTo>
                  <a:lnTo>
                    <a:pt x="1195797" y="1441909"/>
                  </a:lnTo>
                  <a:lnTo>
                    <a:pt x="1195788" y="1441890"/>
                  </a:lnTo>
                  <a:lnTo>
                    <a:pt x="1195782" y="1441874"/>
                  </a:lnTo>
                  <a:lnTo>
                    <a:pt x="1195782" y="1441854"/>
                  </a:lnTo>
                  <a:lnTo>
                    <a:pt x="1195783" y="1441835"/>
                  </a:lnTo>
                  <a:lnTo>
                    <a:pt x="1195781" y="1441817"/>
                  </a:lnTo>
                  <a:lnTo>
                    <a:pt x="1195780" y="1441803"/>
                  </a:lnTo>
                  <a:lnTo>
                    <a:pt x="1195778" y="1441798"/>
                  </a:lnTo>
                  <a:lnTo>
                    <a:pt x="1195775" y="1441780"/>
                  </a:lnTo>
                  <a:lnTo>
                    <a:pt x="1195773" y="1441761"/>
                  </a:lnTo>
                  <a:lnTo>
                    <a:pt x="1195772" y="1441742"/>
                  </a:lnTo>
                  <a:lnTo>
                    <a:pt x="1195772" y="1441724"/>
                  </a:lnTo>
                  <a:lnTo>
                    <a:pt x="1195773" y="1441706"/>
                  </a:lnTo>
                  <a:lnTo>
                    <a:pt x="1195776" y="1441687"/>
                  </a:lnTo>
                  <a:lnTo>
                    <a:pt x="1195781" y="1441669"/>
                  </a:lnTo>
                  <a:lnTo>
                    <a:pt x="1195785" y="1441650"/>
                  </a:lnTo>
                  <a:lnTo>
                    <a:pt x="1195788" y="1441632"/>
                  </a:lnTo>
                  <a:lnTo>
                    <a:pt x="1195790" y="1441621"/>
                  </a:lnTo>
                  <a:lnTo>
                    <a:pt x="1195793" y="1441613"/>
                  </a:lnTo>
                  <a:lnTo>
                    <a:pt x="1195803" y="1441595"/>
                  </a:lnTo>
                  <a:lnTo>
                    <a:pt x="1195808" y="1441585"/>
                  </a:lnTo>
                  <a:lnTo>
                    <a:pt x="1195815" y="1441576"/>
                  </a:lnTo>
                  <a:lnTo>
                    <a:pt x="1195826" y="1441557"/>
                  </a:lnTo>
                  <a:lnTo>
                    <a:pt x="1195830" y="1441550"/>
                  </a:lnTo>
                  <a:lnTo>
                    <a:pt x="1195834" y="1441539"/>
                  </a:lnTo>
                  <a:lnTo>
                    <a:pt x="1195839" y="1441528"/>
                  </a:lnTo>
                  <a:lnTo>
                    <a:pt x="1195845" y="1441521"/>
                  </a:lnTo>
                  <a:lnTo>
                    <a:pt x="1195848" y="1441512"/>
                  </a:lnTo>
                  <a:lnTo>
                    <a:pt x="1195855" y="1441504"/>
                  </a:lnTo>
                  <a:lnTo>
                    <a:pt x="1195863" y="1441488"/>
                  </a:lnTo>
                  <a:lnTo>
                    <a:pt x="1195867" y="1441481"/>
                  </a:lnTo>
                  <a:lnTo>
                    <a:pt x="1195874" y="1441466"/>
                  </a:lnTo>
                  <a:lnTo>
                    <a:pt x="1195885" y="1441448"/>
                  </a:lnTo>
                  <a:lnTo>
                    <a:pt x="1195899" y="1441431"/>
                  </a:lnTo>
                  <a:lnTo>
                    <a:pt x="1195915" y="1441416"/>
                  </a:lnTo>
                  <a:lnTo>
                    <a:pt x="1195927" y="1441412"/>
                  </a:lnTo>
                  <a:lnTo>
                    <a:pt x="1195935" y="1441410"/>
                  </a:lnTo>
                  <a:lnTo>
                    <a:pt x="1195947" y="1441410"/>
                  </a:lnTo>
                  <a:lnTo>
                    <a:pt x="1195946" y="1441378"/>
                  </a:lnTo>
                  <a:lnTo>
                    <a:pt x="1195944" y="1441363"/>
                  </a:lnTo>
                  <a:lnTo>
                    <a:pt x="1195944" y="1441344"/>
                  </a:lnTo>
                  <a:lnTo>
                    <a:pt x="1195945" y="1441326"/>
                  </a:lnTo>
                  <a:lnTo>
                    <a:pt x="1195944" y="1441307"/>
                  </a:lnTo>
                  <a:lnTo>
                    <a:pt x="1195942" y="1441289"/>
                  </a:lnTo>
                  <a:lnTo>
                    <a:pt x="1195942" y="1441270"/>
                  </a:lnTo>
                  <a:lnTo>
                    <a:pt x="1195941" y="1441252"/>
                  </a:lnTo>
                  <a:lnTo>
                    <a:pt x="1195940" y="1441233"/>
                  </a:lnTo>
                  <a:lnTo>
                    <a:pt x="1195940" y="1441215"/>
                  </a:lnTo>
                  <a:lnTo>
                    <a:pt x="1195939" y="1441196"/>
                  </a:lnTo>
                  <a:lnTo>
                    <a:pt x="1195939" y="1441178"/>
                  </a:lnTo>
                  <a:lnTo>
                    <a:pt x="1195937" y="1441159"/>
                  </a:lnTo>
                  <a:lnTo>
                    <a:pt x="1195937" y="1441141"/>
                  </a:lnTo>
                  <a:lnTo>
                    <a:pt x="1195937" y="1441123"/>
                  </a:lnTo>
                  <a:lnTo>
                    <a:pt x="1195939" y="1441104"/>
                  </a:lnTo>
                  <a:lnTo>
                    <a:pt x="1195934" y="1441086"/>
                  </a:lnTo>
                  <a:lnTo>
                    <a:pt x="1195932" y="1441067"/>
                  </a:lnTo>
                  <a:lnTo>
                    <a:pt x="1195934" y="1441048"/>
                  </a:lnTo>
                  <a:lnTo>
                    <a:pt x="1195934" y="1441030"/>
                  </a:lnTo>
                  <a:lnTo>
                    <a:pt x="1195934" y="1441011"/>
                  </a:lnTo>
                  <a:lnTo>
                    <a:pt x="1195936" y="1440993"/>
                  </a:lnTo>
                  <a:lnTo>
                    <a:pt x="1195938" y="1440975"/>
                  </a:lnTo>
                  <a:lnTo>
                    <a:pt x="1195941" y="1440956"/>
                  </a:lnTo>
                  <a:lnTo>
                    <a:pt x="1195944" y="1440938"/>
                  </a:lnTo>
                  <a:lnTo>
                    <a:pt x="1195945" y="1440919"/>
                  </a:lnTo>
                  <a:lnTo>
                    <a:pt x="1195947" y="1440901"/>
                  </a:lnTo>
                  <a:lnTo>
                    <a:pt x="1195949" y="1440882"/>
                  </a:lnTo>
                  <a:lnTo>
                    <a:pt x="1195950" y="1440863"/>
                  </a:lnTo>
                  <a:lnTo>
                    <a:pt x="1195951" y="1440845"/>
                  </a:lnTo>
                  <a:lnTo>
                    <a:pt x="1195954" y="1440827"/>
                  </a:lnTo>
                  <a:lnTo>
                    <a:pt x="1195959" y="1440808"/>
                  </a:lnTo>
                  <a:lnTo>
                    <a:pt x="1195959" y="1440801"/>
                  </a:lnTo>
                  <a:lnTo>
                    <a:pt x="1195962" y="1440790"/>
                  </a:lnTo>
                  <a:lnTo>
                    <a:pt x="1195965" y="1440771"/>
                  </a:lnTo>
                  <a:lnTo>
                    <a:pt x="1195966" y="1440753"/>
                  </a:lnTo>
                  <a:lnTo>
                    <a:pt x="1195966" y="1440734"/>
                  </a:lnTo>
                  <a:lnTo>
                    <a:pt x="1195965" y="1440716"/>
                  </a:lnTo>
                  <a:lnTo>
                    <a:pt x="1195965" y="1440697"/>
                  </a:lnTo>
                  <a:lnTo>
                    <a:pt x="1195965" y="1440679"/>
                  </a:lnTo>
                  <a:lnTo>
                    <a:pt x="1195963" y="1440660"/>
                  </a:lnTo>
                  <a:lnTo>
                    <a:pt x="1195961" y="1440642"/>
                  </a:lnTo>
                  <a:lnTo>
                    <a:pt x="1195958" y="1440623"/>
                  </a:lnTo>
                  <a:lnTo>
                    <a:pt x="1195954" y="1440605"/>
                  </a:lnTo>
                  <a:lnTo>
                    <a:pt x="1195953" y="1440586"/>
                  </a:lnTo>
                  <a:lnTo>
                    <a:pt x="1195952" y="1440568"/>
                  </a:lnTo>
                  <a:lnTo>
                    <a:pt x="1195948" y="1440547"/>
                  </a:lnTo>
                  <a:lnTo>
                    <a:pt x="1195946" y="1440531"/>
                  </a:lnTo>
                  <a:lnTo>
                    <a:pt x="1195946" y="1440523"/>
                  </a:lnTo>
                  <a:lnTo>
                    <a:pt x="1195944" y="1440510"/>
                  </a:lnTo>
                  <a:lnTo>
                    <a:pt x="1195946" y="1440489"/>
                  </a:lnTo>
                  <a:lnTo>
                    <a:pt x="1195946" y="1440473"/>
                  </a:lnTo>
                  <a:lnTo>
                    <a:pt x="1195947" y="1440445"/>
                  </a:lnTo>
                  <a:lnTo>
                    <a:pt x="1195952" y="1440437"/>
                  </a:lnTo>
                  <a:lnTo>
                    <a:pt x="1195969" y="1440432"/>
                  </a:lnTo>
                  <a:lnTo>
                    <a:pt x="1195987" y="1440426"/>
                  </a:lnTo>
                  <a:lnTo>
                    <a:pt x="1196005" y="1440420"/>
                  </a:lnTo>
                  <a:lnTo>
                    <a:pt x="1196023" y="1440413"/>
                  </a:lnTo>
                  <a:lnTo>
                    <a:pt x="1196041" y="1440401"/>
                  </a:lnTo>
                  <a:lnTo>
                    <a:pt x="1196059" y="1440388"/>
                  </a:lnTo>
                  <a:lnTo>
                    <a:pt x="1196072" y="1440372"/>
                  </a:lnTo>
                  <a:lnTo>
                    <a:pt x="1196075" y="1440363"/>
                  </a:lnTo>
                  <a:lnTo>
                    <a:pt x="1196076" y="1440356"/>
                  </a:lnTo>
                  <a:lnTo>
                    <a:pt x="1196079" y="1440332"/>
                  </a:lnTo>
                  <a:lnTo>
                    <a:pt x="1196081" y="1440320"/>
                  </a:lnTo>
                  <a:lnTo>
                    <a:pt x="1196082" y="1440313"/>
                  </a:lnTo>
                  <a:lnTo>
                    <a:pt x="1196084" y="1440294"/>
                  </a:lnTo>
                  <a:lnTo>
                    <a:pt x="1196088" y="1440273"/>
                  </a:lnTo>
                  <a:lnTo>
                    <a:pt x="1196089" y="1440258"/>
                  </a:lnTo>
                  <a:lnTo>
                    <a:pt x="1196089" y="1440240"/>
                  </a:lnTo>
                  <a:lnTo>
                    <a:pt x="1196090" y="1440221"/>
                  </a:lnTo>
                  <a:lnTo>
                    <a:pt x="1196092" y="1440203"/>
                  </a:lnTo>
                  <a:lnTo>
                    <a:pt x="1196093" y="1440184"/>
                  </a:lnTo>
                  <a:lnTo>
                    <a:pt x="1196091" y="1440163"/>
                  </a:lnTo>
                  <a:lnTo>
                    <a:pt x="1196090" y="1440149"/>
                  </a:lnTo>
                  <a:lnTo>
                    <a:pt x="1196089" y="1440143"/>
                  </a:lnTo>
                  <a:lnTo>
                    <a:pt x="1196084" y="1440129"/>
                  </a:lnTo>
                  <a:lnTo>
                    <a:pt x="1196077" y="1440110"/>
                  </a:lnTo>
                  <a:lnTo>
                    <a:pt x="1196070" y="1440092"/>
                  </a:lnTo>
                  <a:lnTo>
                    <a:pt x="1196060" y="1440073"/>
                  </a:lnTo>
                  <a:lnTo>
                    <a:pt x="1196055" y="1440055"/>
                  </a:lnTo>
                  <a:lnTo>
                    <a:pt x="1196053" y="1440036"/>
                  </a:lnTo>
                  <a:lnTo>
                    <a:pt x="1196054" y="1439991"/>
                  </a:lnTo>
                  <a:lnTo>
                    <a:pt x="1196056" y="1439972"/>
                  </a:lnTo>
                  <a:lnTo>
                    <a:pt x="1196060" y="1439954"/>
                  </a:lnTo>
                  <a:lnTo>
                    <a:pt x="1196061" y="1439938"/>
                  </a:lnTo>
                  <a:lnTo>
                    <a:pt x="1196064" y="1439917"/>
                  </a:lnTo>
                  <a:lnTo>
                    <a:pt x="1196068" y="1439899"/>
                  </a:lnTo>
                  <a:lnTo>
                    <a:pt x="1196073" y="1439880"/>
                  </a:lnTo>
                  <a:lnTo>
                    <a:pt x="1196075" y="1439861"/>
                  </a:lnTo>
                  <a:lnTo>
                    <a:pt x="1196080" y="1439843"/>
                  </a:lnTo>
                  <a:lnTo>
                    <a:pt x="1196085" y="1439829"/>
                  </a:lnTo>
                  <a:lnTo>
                    <a:pt x="1196087" y="1439822"/>
                  </a:lnTo>
                  <a:lnTo>
                    <a:pt x="1196093" y="1439808"/>
                  </a:lnTo>
                  <a:lnTo>
                    <a:pt x="1196093" y="1439801"/>
                  </a:lnTo>
                  <a:lnTo>
                    <a:pt x="1196091" y="1439796"/>
                  </a:lnTo>
                  <a:lnTo>
                    <a:pt x="1196085" y="1439788"/>
                  </a:lnTo>
                  <a:lnTo>
                    <a:pt x="1196073" y="1439769"/>
                  </a:lnTo>
                  <a:lnTo>
                    <a:pt x="1196058" y="1439751"/>
                  </a:lnTo>
                  <a:lnTo>
                    <a:pt x="1196044" y="1439736"/>
                  </a:lnTo>
                  <a:lnTo>
                    <a:pt x="1196033" y="1439722"/>
                  </a:lnTo>
                  <a:lnTo>
                    <a:pt x="1196032" y="1439714"/>
                  </a:lnTo>
                  <a:lnTo>
                    <a:pt x="1196030" y="1439696"/>
                  </a:lnTo>
                  <a:lnTo>
                    <a:pt x="1196031" y="1439678"/>
                  </a:lnTo>
                  <a:lnTo>
                    <a:pt x="1196031" y="1439668"/>
                  </a:lnTo>
                  <a:lnTo>
                    <a:pt x="1196034" y="1439660"/>
                  </a:lnTo>
                  <a:lnTo>
                    <a:pt x="1196037" y="1439641"/>
                  </a:lnTo>
                  <a:lnTo>
                    <a:pt x="1196039" y="1439623"/>
                  </a:lnTo>
                  <a:lnTo>
                    <a:pt x="1196041" y="1439604"/>
                  </a:lnTo>
                  <a:lnTo>
                    <a:pt x="1196043" y="1439585"/>
                  </a:lnTo>
                  <a:lnTo>
                    <a:pt x="1196044" y="1439572"/>
                  </a:lnTo>
                  <a:lnTo>
                    <a:pt x="1196044" y="1439562"/>
                  </a:lnTo>
                  <a:lnTo>
                    <a:pt x="1196043" y="1439546"/>
                  </a:lnTo>
                  <a:lnTo>
                    <a:pt x="1196041" y="1439532"/>
                  </a:lnTo>
                  <a:lnTo>
                    <a:pt x="1196037" y="1439515"/>
                  </a:lnTo>
                  <a:lnTo>
                    <a:pt x="1196032" y="1439493"/>
                  </a:lnTo>
                  <a:lnTo>
                    <a:pt x="1196031" y="1439470"/>
                  </a:lnTo>
                  <a:lnTo>
                    <a:pt x="1196032" y="1439447"/>
                  </a:lnTo>
                  <a:lnTo>
                    <a:pt x="1196035" y="1439438"/>
                  </a:lnTo>
                  <a:lnTo>
                    <a:pt x="1196045" y="1439419"/>
                  </a:lnTo>
                  <a:lnTo>
                    <a:pt x="1196053" y="1439404"/>
                  </a:lnTo>
                  <a:lnTo>
                    <a:pt x="1196056" y="1439400"/>
                  </a:lnTo>
                  <a:lnTo>
                    <a:pt x="1196068" y="1439382"/>
                  </a:lnTo>
                  <a:lnTo>
                    <a:pt x="1196075" y="1439372"/>
                  </a:lnTo>
                  <a:lnTo>
                    <a:pt x="1196084" y="1439365"/>
                  </a:lnTo>
                  <a:lnTo>
                    <a:pt x="1196102" y="1439349"/>
                  </a:lnTo>
                  <a:lnTo>
                    <a:pt x="1196111" y="1439336"/>
                  </a:lnTo>
                  <a:lnTo>
                    <a:pt x="1196108" y="1439323"/>
                  </a:lnTo>
                  <a:lnTo>
                    <a:pt x="1196105" y="1439305"/>
                  </a:lnTo>
                  <a:lnTo>
                    <a:pt x="1196105" y="1439288"/>
                  </a:lnTo>
                  <a:lnTo>
                    <a:pt x="1196104" y="1439265"/>
                  </a:lnTo>
                  <a:lnTo>
                    <a:pt x="1196106" y="1439250"/>
                  </a:lnTo>
                  <a:lnTo>
                    <a:pt x="1196116" y="1439233"/>
                  </a:lnTo>
                  <a:lnTo>
                    <a:pt x="1196120" y="1439222"/>
                  </a:lnTo>
                  <a:lnTo>
                    <a:pt x="1196123" y="1439210"/>
                  </a:lnTo>
                  <a:lnTo>
                    <a:pt x="1196126" y="1439187"/>
                  </a:lnTo>
                  <a:lnTo>
                    <a:pt x="1196125" y="1439170"/>
                  </a:lnTo>
                  <a:lnTo>
                    <a:pt x="1196123" y="1439162"/>
                  </a:lnTo>
                  <a:lnTo>
                    <a:pt x="1196117" y="1439141"/>
                  </a:lnTo>
                  <a:lnTo>
                    <a:pt x="1196111" y="1439122"/>
                  </a:lnTo>
                  <a:lnTo>
                    <a:pt x="1196108" y="1439111"/>
                  </a:lnTo>
                  <a:lnTo>
                    <a:pt x="1196106" y="1439087"/>
                  </a:lnTo>
                  <a:lnTo>
                    <a:pt x="1196106" y="1439067"/>
                  </a:lnTo>
                  <a:lnTo>
                    <a:pt x="1196108" y="1439048"/>
                  </a:lnTo>
                  <a:lnTo>
                    <a:pt x="1196109" y="1439034"/>
                  </a:lnTo>
                  <a:lnTo>
                    <a:pt x="1196111" y="1439008"/>
                  </a:lnTo>
                  <a:lnTo>
                    <a:pt x="1196115" y="1438996"/>
                  </a:lnTo>
                  <a:lnTo>
                    <a:pt x="1196121" y="1438974"/>
                  </a:lnTo>
                  <a:lnTo>
                    <a:pt x="1196130" y="1438949"/>
                  </a:lnTo>
                  <a:lnTo>
                    <a:pt x="1196137" y="1438934"/>
                  </a:lnTo>
                  <a:lnTo>
                    <a:pt x="1196149" y="1438906"/>
                  </a:lnTo>
                  <a:lnTo>
                    <a:pt x="1196154" y="1438891"/>
                  </a:lnTo>
                  <a:lnTo>
                    <a:pt x="1196158" y="1438885"/>
                  </a:lnTo>
                  <a:lnTo>
                    <a:pt x="1196160" y="1438879"/>
                  </a:lnTo>
                  <a:lnTo>
                    <a:pt x="1196165" y="1438868"/>
                  </a:lnTo>
                  <a:lnTo>
                    <a:pt x="1196182" y="1438851"/>
                  </a:lnTo>
                  <a:lnTo>
                    <a:pt x="1196201" y="1438838"/>
                  </a:lnTo>
                  <a:lnTo>
                    <a:pt x="1196213" y="1438826"/>
                  </a:lnTo>
                  <a:lnTo>
                    <a:pt x="1196211" y="1438816"/>
                  </a:lnTo>
                  <a:lnTo>
                    <a:pt x="1196206" y="1438808"/>
                  </a:lnTo>
                  <a:lnTo>
                    <a:pt x="1196204" y="1438797"/>
                  </a:lnTo>
                  <a:lnTo>
                    <a:pt x="1196203" y="1438779"/>
                  </a:lnTo>
                  <a:lnTo>
                    <a:pt x="1196203" y="1438769"/>
                  </a:lnTo>
                  <a:lnTo>
                    <a:pt x="1196205" y="1438761"/>
                  </a:lnTo>
                  <a:lnTo>
                    <a:pt x="1196210" y="1438742"/>
                  </a:lnTo>
                  <a:lnTo>
                    <a:pt x="1196212" y="1438724"/>
                  </a:lnTo>
                  <a:lnTo>
                    <a:pt x="1196213" y="1438704"/>
                  </a:lnTo>
                  <a:lnTo>
                    <a:pt x="1196213" y="1438687"/>
                  </a:lnTo>
                  <a:lnTo>
                    <a:pt x="1196212" y="1438668"/>
                  </a:lnTo>
                  <a:lnTo>
                    <a:pt x="1196215" y="1438650"/>
                  </a:lnTo>
                  <a:lnTo>
                    <a:pt x="1196216" y="1438631"/>
                  </a:lnTo>
                  <a:lnTo>
                    <a:pt x="1196221" y="1438613"/>
                  </a:lnTo>
                  <a:lnTo>
                    <a:pt x="1196221" y="1438604"/>
                  </a:lnTo>
                  <a:lnTo>
                    <a:pt x="1196224" y="1438594"/>
                  </a:lnTo>
                  <a:lnTo>
                    <a:pt x="1196228" y="1438576"/>
                  </a:lnTo>
                  <a:lnTo>
                    <a:pt x="1196232" y="1438566"/>
                  </a:lnTo>
                  <a:lnTo>
                    <a:pt x="1196234" y="1438557"/>
                  </a:lnTo>
                  <a:lnTo>
                    <a:pt x="1196240" y="1438539"/>
                  </a:lnTo>
                  <a:lnTo>
                    <a:pt x="1196243" y="1438520"/>
                  </a:lnTo>
                  <a:lnTo>
                    <a:pt x="1196243" y="1438511"/>
                  </a:lnTo>
                  <a:lnTo>
                    <a:pt x="1196241" y="1438502"/>
                  </a:lnTo>
                  <a:lnTo>
                    <a:pt x="1196239" y="1438492"/>
                  </a:lnTo>
                  <a:lnTo>
                    <a:pt x="1196236" y="1438484"/>
                  </a:lnTo>
                  <a:lnTo>
                    <a:pt x="1196225" y="1438467"/>
                  </a:lnTo>
                  <a:lnTo>
                    <a:pt x="1196206" y="1438449"/>
                  </a:lnTo>
                  <a:lnTo>
                    <a:pt x="1196189" y="1438436"/>
                  </a:lnTo>
                  <a:lnTo>
                    <a:pt x="1196171" y="1438422"/>
                  </a:lnTo>
                  <a:lnTo>
                    <a:pt x="1196152" y="1438408"/>
                  </a:lnTo>
                  <a:lnTo>
                    <a:pt x="1196144" y="1438404"/>
                  </a:lnTo>
                  <a:lnTo>
                    <a:pt x="1196138" y="1438400"/>
                  </a:lnTo>
                  <a:lnTo>
                    <a:pt x="1196136" y="1438393"/>
                  </a:lnTo>
                  <a:lnTo>
                    <a:pt x="1196135" y="1438375"/>
                  </a:lnTo>
                  <a:lnTo>
                    <a:pt x="1196135" y="1438357"/>
                  </a:lnTo>
                  <a:lnTo>
                    <a:pt x="1196133" y="1438338"/>
                  </a:lnTo>
                  <a:lnTo>
                    <a:pt x="1196131" y="1438320"/>
                  </a:lnTo>
                  <a:lnTo>
                    <a:pt x="1196131" y="1438301"/>
                  </a:lnTo>
                  <a:lnTo>
                    <a:pt x="1196131" y="1438283"/>
                  </a:lnTo>
                  <a:lnTo>
                    <a:pt x="1196133" y="1438264"/>
                  </a:lnTo>
                  <a:lnTo>
                    <a:pt x="1196133" y="1438245"/>
                  </a:lnTo>
                  <a:lnTo>
                    <a:pt x="1196131" y="1438227"/>
                  </a:lnTo>
                  <a:lnTo>
                    <a:pt x="1196130" y="1438209"/>
                  </a:lnTo>
                  <a:lnTo>
                    <a:pt x="1196131" y="1438190"/>
                  </a:lnTo>
                  <a:lnTo>
                    <a:pt x="1196133" y="1438172"/>
                  </a:lnTo>
                  <a:lnTo>
                    <a:pt x="1196133" y="1438153"/>
                  </a:lnTo>
                  <a:lnTo>
                    <a:pt x="1196133" y="1438135"/>
                  </a:lnTo>
                  <a:lnTo>
                    <a:pt x="1196129" y="1438071"/>
                  </a:lnTo>
                  <a:lnTo>
                    <a:pt x="1196114" y="1438052"/>
                  </a:lnTo>
                  <a:lnTo>
                    <a:pt x="1196102" y="1438034"/>
                  </a:lnTo>
                  <a:lnTo>
                    <a:pt x="1196099" y="1438026"/>
                  </a:lnTo>
                  <a:lnTo>
                    <a:pt x="1196080" y="1437991"/>
                  </a:lnTo>
                  <a:lnTo>
                    <a:pt x="1196074" y="1437972"/>
                  </a:lnTo>
                  <a:lnTo>
                    <a:pt x="1196068" y="1437954"/>
                  </a:lnTo>
                  <a:lnTo>
                    <a:pt x="1196058" y="1437935"/>
                  </a:lnTo>
                  <a:lnTo>
                    <a:pt x="1196045" y="1437917"/>
                  </a:lnTo>
                  <a:lnTo>
                    <a:pt x="1196030" y="1437898"/>
                  </a:lnTo>
                  <a:lnTo>
                    <a:pt x="1196016" y="1437880"/>
                  </a:lnTo>
                  <a:lnTo>
                    <a:pt x="1195999" y="1437861"/>
                  </a:lnTo>
                  <a:lnTo>
                    <a:pt x="1195982" y="1437843"/>
                  </a:lnTo>
                  <a:lnTo>
                    <a:pt x="1195964" y="1437830"/>
                  </a:lnTo>
                  <a:lnTo>
                    <a:pt x="1195946" y="1437821"/>
                  </a:lnTo>
                  <a:lnTo>
                    <a:pt x="1195928" y="1437812"/>
                  </a:lnTo>
                  <a:lnTo>
                    <a:pt x="1195909" y="1437805"/>
                  </a:lnTo>
                  <a:lnTo>
                    <a:pt x="1195896" y="1437795"/>
                  </a:lnTo>
                  <a:lnTo>
                    <a:pt x="1195892" y="1437790"/>
                  </a:lnTo>
                  <a:lnTo>
                    <a:pt x="1195888" y="1437782"/>
                  </a:lnTo>
                  <a:lnTo>
                    <a:pt x="1195885" y="1437777"/>
                  </a:lnTo>
                  <a:lnTo>
                    <a:pt x="1195884" y="1437771"/>
                  </a:lnTo>
                  <a:lnTo>
                    <a:pt x="1195880" y="1437753"/>
                  </a:lnTo>
                  <a:lnTo>
                    <a:pt x="1195875" y="1437726"/>
                  </a:lnTo>
                  <a:lnTo>
                    <a:pt x="1195872" y="1437713"/>
                  </a:lnTo>
                  <a:lnTo>
                    <a:pt x="1195870" y="1437703"/>
                  </a:lnTo>
                  <a:lnTo>
                    <a:pt x="1195864" y="1437692"/>
                  </a:lnTo>
                  <a:lnTo>
                    <a:pt x="1195856" y="1437679"/>
                  </a:lnTo>
                  <a:lnTo>
                    <a:pt x="1195852" y="1437674"/>
                  </a:lnTo>
                  <a:lnTo>
                    <a:pt x="1195850" y="1437667"/>
                  </a:lnTo>
                  <a:lnTo>
                    <a:pt x="1195846" y="1437661"/>
                  </a:lnTo>
                  <a:lnTo>
                    <a:pt x="1195840" y="1437642"/>
                  </a:lnTo>
                  <a:lnTo>
                    <a:pt x="1195832" y="1437610"/>
                  </a:lnTo>
                  <a:lnTo>
                    <a:pt x="1195829" y="1437602"/>
                  </a:lnTo>
                  <a:lnTo>
                    <a:pt x="1195823" y="1437592"/>
                  </a:lnTo>
                  <a:lnTo>
                    <a:pt x="1195820" y="1437587"/>
                  </a:lnTo>
                  <a:lnTo>
                    <a:pt x="1195811" y="1437569"/>
                  </a:lnTo>
                  <a:lnTo>
                    <a:pt x="1195800" y="1437544"/>
                  </a:lnTo>
                  <a:lnTo>
                    <a:pt x="1195790" y="1437513"/>
                  </a:lnTo>
                  <a:lnTo>
                    <a:pt x="1195783" y="1437495"/>
                  </a:lnTo>
                  <a:lnTo>
                    <a:pt x="1195776" y="1437476"/>
                  </a:lnTo>
                  <a:lnTo>
                    <a:pt x="1195769" y="1437458"/>
                  </a:lnTo>
                  <a:lnTo>
                    <a:pt x="1195761" y="1437439"/>
                  </a:lnTo>
                  <a:lnTo>
                    <a:pt x="1195754" y="1437421"/>
                  </a:lnTo>
                  <a:lnTo>
                    <a:pt x="1195744" y="1437403"/>
                  </a:lnTo>
                  <a:lnTo>
                    <a:pt x="1195730" y="1437385"/>
                  </a:lnTo>
                  <a:lnTo>
                    <a:pt x="1195719" y="1437368"/>
                  </a:lnTo>
                  <a:lnTo>
                    <a:pt x="1195714" y="1437359"/>
                  </a:lnTo>
                  <a:lnTo>
                    <a:pt x="1195710" y="1437348"/>
                  </a:lnTo>
                  <a:lnTo>
                    <a:pt x="1195703" y="1437330"/>
                  </a:lnTo>
                  <a:lnTo>
                    <a:pt x="1195700" y="1437321"/>
                  </a:lnTo>
                  <a:lnTo>
                    <a:pt x="1195700" y="1437311"/>
                  </a:lnTo>
                  <a:lnTo>
                    <a:pt x="1195703" y="1437292"/>
                  </a:lnTo>
                  <a:lnTo>
                    <a:pt x="1195701" y="1437274"/>
                  </a:lnTo>
                  <a:lnTo>
                    <a:pt x="1195699" y="1437256"/>
                  </a:lnTo>
                  <a:lnTo>
                    <a:pt x="1195698" y="1437237"/>
                  </a:lnTo>
                  <a:lnTo>
                    <a:pt x="1195695" y="1437219"/>
                  </a:lnTo>
                  <a:lnTo>
                    <a:pt x="1195695" y="1437208"/>
                  </a:lnTo>
                  <a:lnTo>
                    <a:pt x="1195693" y="1437200"/>
                  </a:lnTo>
                  <a:lnTo>
                    <a:pt x="1195689" y="1437182"/>
                  </a:lnTo>
                  <a:lnTo>
                    <a:pt x="1195682" y="1437163"/>
                  </a:lnTo>
                  <a:lnTo>
                    <a:pt x="1195671" y="1437135"/>
                  </a:lnTo>
                  <a:lnTo>
                    <a:pt x="1195668" y="1437130"/>
                  </a:lnTo>
                  <a:lnTo>
                    <a:pt x="1195665" y="1437125"/>
                  </a:lnTo>
                  <a:lnTo>
                    <a:pt x="1195655" y="1437106"/>
                  </a:lnTo>
                  <a:lnTo>
                    <a:pt x="1195650" y="1437100"/>
                  </a:lnTo>
                  <a:lnTo>
                    <a:pt x="1195644" y="1437086"/>
                  </a:lnTo>
                  <a:lnTo>
                    <a:pt x="1195636" y="1437050"/>
                  </a:lnTo>
                  <a:lnTo>
                    <a:pt x="1195629" y="1437036"/>
                  </a:lnTo>
                  <a:lnTo>
                    <a:pt x="1195624" y="1437031"/>
                  </a:lnTo>
                  <a:lnTo>
                    <a:pt x="1195611" y="1437021"/>
                  </a:lnTo>
                  <a:lnTo>
                    <a:pt x="1195605" y="1437019"/>
                  </a:lnTo>
                  <a:lnTo>
                    <a:pt x="1195587" y="1437009"/>
                  </a:lnTo>
                  <a:lnTo>
                    <a:pt x="1195566" y="1436997"/>
                  </a:lnTo>
                  <a:lnTo>
                    <a:pt x="1195551" y="1436989"/>
                  </a:lnTo>
                  <a:lnTo>
                    <a:pt x="1195533" y="1436983"/>
                  </a:lnTo>
                  <a:lnTo>
                    <a:pt x="1195515" y="1436977"/>
                  </a:lnTo>
                  <a:lnTo>
                    <a:pt x="1195497" y="1436968"/>
                  </a:lnTo>
                  <a:lnTo>
                    <a:pt x="1195478" y="1436956"/>
                  </a:lnTo>
                  <a:lnTo>
                    <a:pt x="1195460" y="1436943"/>
                  </a:lnTo>
                  <a:lnTo>
                    <a:pt x="1195443" y="1436925"/>
                  </a:lnTo>
                  <a:lnTo>
                    <a:pt x="1195424" y="1436904"/>
                  </a:lnTo>
                  <a:lnTo>
                    <a:pt x="1195404" y="1436888"/>
                  </a:lnTo>
                  <a:lnTo>
                    <a:pt x="1195396" y="1436880"/>
                  </a:lnTo>
                  <a:lnTo>
                    <a:pt x="1195389" y="1436871"/>
                  </a:lnTo>
                  <a:lnTo>
                    <a:pt x="1195377" y="1436849"/>
                  </a:lnTo>
                  <a:lnTo>
                    <a:pt x="1195376" y="1436836"/>
                  </a:lnTo>
                  <a:lnTo>
                    <a:pt x="1195363" y="1436786"/>
                  </a:lnTo>
                  <a:lnTo>
                    <a:pt x="1195357" y="1436770"/>
                  </a:lnTo>
                  <a:lnTo>
                    <a:pt x="1195351" y="1436752"/>
                  </a:lnTo>
                  <a:lnTo>
                    <a:pt x="1195346" y="1436742"/>
                  </a:lnTo>
                  <a:lnTo>
                    <a:pt x="1195339" y="1436734"/>
                  </a:lnTo>
                  <a:lnTo>
                    <a:pt x="1195320" y="1436720"/>
                  </a:lnTo>
                  <a:lnTo>
                    <a:pt x="1195299" y="1436700"/>
                  </a:lnTo>
                  <a:lnTo>
                    <a:pt x="1195285" y="1436682"/>
                  </a:lnTo>
                  <a:lnTo>
                    <a:pt x="1195273" y="1436663"/>
                  </a:lnTo>
                  <a:lnTo>
                    <a:pt x="1195256" y="1436647"/>
                  </a:lnTo>
                  <a:lnTo>
                    <a:pt x="1195239" y="1436632"/>
                  </a:lnTo>
                  <a:lnTo>
                    <a:pt x="1195230" y="1436625"/>
                  </a:lnTo>
                  <a:lnTo>
                    <a:pt x="1195223" y="1436616"/>
                  </a:lnTo>
                  <a:lnTo>
                    <a:pt x="1195204" y="1436595"/>
                  </a:lnTo>
                  <a:lnTo>
                    <a:pt x="1195186" y="1436576"/>
                  </a:lnTo>
                  <a:lnTo>
                    <a:pt x="1195167" y="1436560"/>
                  </a:lnTo>
                  <a:lnTo>
                    <a:pt x="1195149" y="1436545"/>
                  </a:lnTo>
                  <a:lnTo>
                    <a:pt x="1195139" y="1436537"/>
                  </a:lnTo>
                  <a:lnTo>
                    <a:pt x="1195121" y="1436524"/>
                  </a:lnTo>
                  <a:lnTo>
                    <a:pt x="1195106" y="1436512"/>
                  </a:lnTo>
                  <a:lnTo>
                    <a:pt x="1195092" y="1436500"/>
                  </a:lnTo>
                  <a:lnTo>
                    <a:pt x="1195081" y="1436477"/>
                  </a:lnTo>
                  <a:lnTo>
                    <a:pt x="1195076" y="1436459"/>
                  </a:lnTo>
                  <a:lnTo>
                    <a:pt x="1195072" y="1436454"/>
                  </a:lnTo>
                  <a:lnTo>
                    <a:pt x="1195061" y="1436440"/>
                  </a:lnTo>
                  <a:lnTo>
                    <a:pt x="1195053" y="1436429"/>
                  </a:lnTo>
                  <a:lnTo>
                    <a:pt x="1195047" y="1436421"/>
                  </a:lnTo>
                  <a:lnTo>
                    <a:pt x="1195030" y="1436399"/>
                  </a:lnTo>
                  <a:lnTo>
                    <a:pt x="1195017" y="1436381"/>
                  </a:lnTo>
                  <a:lnTo>
                    <a:pt x="1195006" y="1436362"/>
                  </a:lnTo>
                  <a:lnTo>
                    <a:pt x="1195000" y="1436333"/>
                  </a:lnTo>
                  <a:lnTo>
                    <a:pt x="1194994" y="1436312"/>
                  </a:lnTo>
                  <a:lnTo>
                    <a:pt x="1194979" y="1436278"/>
                  </a:lnTo>
                  <a:lnTo>
                    <a:pt x="1194968" y="1436260"/>
                  </a:lnTo>
                  <a:lnTo>
                    <a:pt x="1194948" y="1436238"/>
                  </a:lnTo>
                  <a:lnTo>
                    <a:pt x="1194944" y="1436234"/>
                  </a:lnTo>
                  <a:lnTo>
                    <a:pt x="1194939" y="1436226"/>
                  </a:lnTo>
                  <a:lnTo>
                    <a:pt x="1194938" y="1436219"/>
                  </a:lnTo>
                  <a:lnTo>
                    <a:pt x="1194935" y="1436201"/>
                  </a:lnTo>
                  <a:lnTo>
                    <a:pt x="1194934" y="1436182"/>
                  </a:lnTo>
                  <a:lnTo>
                    <a:pt x="1194932" y="1436158"/>
                  </a:lnTo>
                  <a:lnTo>
                    <a:pt x="1194925" y="1436133"/>
                  </a:lnTo>
                  <a:lnTo>
                    <a:pt x="1194920" y="1436112"/>
                  </a:lnTo>
                  <a:lnTo>
                    <a:pt x="1194918" y="1436099"/>
                  </a:lnTo>
                  <a:lnTo>
                    <a:pt x="1194914" y="1436086"/>
                  </a:lnTo>
                  <a:lnTo>
                    <a:pt x="1194911" y="1436076"/>
                  </a:lnTo>
                  <a:lnTo>
                    <a:pt x="1194904" y="1436058"/>
                  </a:lnTo>
                  <a:lnTo>
                    <a:pt x="1194896" y="1436039"/>
                  </a:lnTo>
                  <a:lnTo>
                    <a:pt x="1194885" y="1436017"/>
                  </a:lnTo>
                  <a:lnTo>
                    <a:pt x="1194876" y="1435999"/>
                  </a:lnTo>
                  <a:lnTo>
                    <a:pt x="1194866" y="1435980"/>
                  </a:lnTo>
                  <a:lnTo>
                    <a:pt x="1194857" y="1435956"/>
                  </a:lnTo>
                  <a:lnTo>
                    <a:pt x="1194851" y="1435944"/>
                  </a:lnTo>
                  <a:lnTo>
                    <a:pt x="1194843" y="1435923"/>
                  </a:lnTo>
                  <a:lnTo>
                    <a:pt x="1194835" y="1435900"/>
                  </a:lnTo>
                  <a:lnTo>
                    <a:pt x="1194828" y="1435882"/>
                  </a:lnTo>
                  <a:lnTo>
                    <a:pt x="1194819" y="1435863"/>
                  </a:lnTo>
                  <a:lnTo>
                    <a:pt x="1194810" y="1435845"/>
                  </a:lnTo>
                  <a:lnTo>
                    <a:pt x="1194800" y="1435823"/>
                  </a:lnTo>
                  <a:lnTo>
                    <a:pt x="1194795" y="1435804"/>
                  </a:lnTo>
                  <a:lnTo>
                    <a:pt x="1194786" y="1435776"/>
                  </a:lnTo>
                  <a:lnTo>
                    <a:pt x="1194781" y="1435766"/>
                  </a:lnTo>
                  <a:lnTo>
                    <a:pt x="1194780" y="1435758"/>
                  </a:lnTo>
                  <a:lnTo>
                    <a:pt x="1194771" y="1435726"/>
                  </a:lnTo>
                  <a:lnTo>
                    <a:pt x="1194766" y="1435715"/>
                  </a:lnTo>
                  <a:lnTo>
                    <a:pt x="1194749" y="1435697"/>
                  </a:lnTo>
                  <a:lnTo>
                    <a:pt x="1194744" y="1435688"/>
                  </a:lnTo>
                  <a:lnTo>
                    <a:pt x="1194744" y="1435680"/>
                  </a:lnTo>
                  <a:lnTo>
                    <a:pt x="1194745" y="1435671"/>
                  </a:lnTo>
                  <a:lnTo>
                    <a:pt x="1194749" y="1435664"/>
                  </a:lnTo>
                  <a:lnTo>
                    <a:pt x="1194754" y="1435658"/>
                  </a:lnTo>
                  <a:lnTo>
                    <a:pt x="1194762" y="1435647"/>
                  </a:lnTo>
                  <a:lnTo>
                    <a:pt x="1194771" y="1435638"/>
                  </a:lnTo>
                  <a:lnTo>
                    <a:pt x="1194792" y="1435613"/>
                  </a:lnTo>
                  <a:lnTo>
                    <a:pt x="1194807" y="1435595"/>
                  </a:lnTo>
                  <a:lnTo>
                    <a:pt x="1194826" y="1435574"/>
                  </a:lnTo>
                  <a:lnTo>
                    <a:pt x="1194842" y="1435557"/>
                  </a:lnTo>
                  <a:lnTo>
                    <a:pt x="1194855" y="1435538"/>
                  </a:lnTo>
                  <a:lnTo>
                    <a:pt x="1194865" y="1435524"/>
                  </a:lnTo>
                  <a:lnTo>
                    <a:pt x="1194871" y="1435519"/>
                  </a:lnTo>
                  <a:lnTo>
                    <a:pt x="1194910" y="1435473"/>
                  </a:lnTo>
                  <a:lnTo>
                    <a:pt x="1194924" y="1435437"/>
                  </a:lnTo>
                  <a:lnTo>
                    <a:pt x="1194928" y="1435428"/>
                  </a:lnTo>
                  <a:lnTo>
                    <a:pt x="1194939" y="1435413"/>
                  </a:lnTo>
                  <a:lnTo>
                    <a:pt x="1194962" y="1435390"/>
                  </a:lnTo>
                  <a:lnTo>
                    <a:pt x="1194967" y="1435386"/>
                  </a:lnTo>
                  <a:lnTo>
                    <a:pt x="1194980" y="1435358"/>
                  </a:lnTo>
                  <a:lnTo>
                    <a:pt x="1194982" y="1435352"/>
                  </a:lnTo>
                  <a:lnTo>
                    <a:pt x="1194992" y="1435339"/>
                  </a:lnTo>
                  <a:lnTo>
                    <a:pt x="1195010" y="1435327"/>
                  </a:lnTo>
                  <a:lnTo>
                    <a:pt x="1195074" y="1435281"/>
                  </a:lnTo>
                  <a:lnTo>
                    <a:pt x="1195091" y="1435263"/>
                  </a:lnTo>
                  <a:lnTo>
                    <a:pt x="1195105" y="1435244"/>
                  </a:lnTo>
                  <a:lnTo>
                    <a:pt x="1195120" y="1435228"/>
                  </a:lnTo>
                  <a:lnTo>
                    <a:pt x="1195132" y="1435206"/>
                  </a:lnTo>
                  <a:lnTo>
                    <a:pt x="1195143" y="1435187"/>
                  </a:lnTo>
                  <a:lnTo>
                    <a:pt x="1195154" y="1435162"/>
                  </a:lnTo>
                  <a:lnTo>
                    <a:pt x="1195157" y="1435146"/>
                  </a:lnTo>
                  <a:lnTo>
                    <a:pt x="1195160" y="1435138"/>
                  </a:lnTo>
                  <a:lnTo>
                    <a:pt x="1195160" y="1435127"/>
                  </a:lnTo>
                  <a:lnTo>
                    <a:pt x="1195157" y="1435107"/>
                  </a:lnTo>
                  <a:lnTo>
                    <a:pt x="1195157" y="1435090"/>
                  </a:lnTo>
                  <a:lnTo>
                    <a:pt x="1195176" y="1435075"/>
                  </a:lnTo>
                  <a:lnTo>
                    <a:pt x="1195193" y="1435064"/>
                  </a:lnTo>
                  <a:lnTo>
                    <a:pt x="1195212" y="1435052"/>
                  </a:lnTo>
                  <a:lnTo>
                    <a:pt x="1195230" y="1435043"/>
                  </a:lnTo>
                  <a:lnTo>
                    <a:pt x="1195254" y="1435028"/>
                  </a:lnTo>
                  <a:lnTo>
                    <a:pt x="1195272" y="1435014"/>
                  </a:lnTo>
                  <a:lnTo>
                    <a:pt x="1195289" y="1434997"/>
                  </a:lnTo>
                  <a:lnTo>
                    <a:pt x="1195305" y="1434980"/>
                  </a:lnTo>
                  <a:lnTo>
                    <a:pt x="1195319" y="1434961"/>
                  </a:lnTo>
                  <a:lnTo>
                    <a:pt x="1195335" y="1434943"/>
                  </a:lnTo>
                  <a:lnTo>
                    <a:pt x="1195349" y="1434924"/>
                  </a:lnTo>
                  <a:lnTo>
                    <a:pt x="1195364" y="1434907"/>
                  </a:lnTo>
                  <a:lnTo>
                    <a:pt x="1195378" y="1434888"/>
                  </a:lnTo>
                  <a:lnTo>
                    <a:pt x="1195395" y="1434871"/>
                  </a:lnTo>
                  <a:lnTo>
                    <a:pt x="1195403" y="1434863"/>
                  </a:lnTo>
                  <a:lnTo>
                    <a:pt x="1195410" y="1434855"/>
                  </a:lnTo>
                  <a:lnTo>
                    <a:pt x="1195417" y="1434845"/>
                  </a:lnTo>
                  <a:lnTo>
                    <a:pt x="1195424" y="1434838"/>
                  </a:lnTo>
                  <a:lnTo>
                    <a:pt x="1195437" y="1434823"/>
                  </a:lnTo>
                  <a:lnTo>
                    <a:pt x="1195449" y="1434807"/>
                  </a:lnTo>
                  <a:lnTo>
                    <a:pt x="1195454" y="1434797"/>
                  </a:lnTo>
                  <a:lnTo>
                    <a:pt x="1195466" y="1434781"/>
                  </a:lnTo>
                  <a:lnTo>
                    <a:pt x="1195474" y="1434775"/>
                  </a:lnTo>
                  <a:lnTo>
                    <a:pt x="1195492" y="1434765"/>
                  </a:lnTo>
                  <a:lnTo>
                    <a:pt x="1195510" y="1434759"/>
                  </a:lnTo>
                  <a:lnTo>
                    <a:pt x="1195528" y="1434755"/>
                  </a:lnTo>
                  <a:lnTo>
                    <a:pt x="1195546" y="1434749"/>
                  </a:lnTo>
                  <a:lnTo>
                    <a:pt x="1195571" y="1434743"/>
                  </a:lnTo>
                  <a:lnTo>
                    <a:pt x="1195589" y="1434739"/>
                  </a:lnTo>
                  <a:lnTo>
                    <a:pt x="1195607" y="1434734"/>
                  </a:lnTo>
                  <a:lnTo>
                    <a:pt x="1195630" y="1434730"/>
                  </a:lnTo>
                  <a:lnTo>
                    <a:pt x="1195648" y="1434728"/>
                  </a:lnTo>
                  <a:lnTo>
                    <a:pt x="1195668" y="1434727"/>
                  </a:lnTo>
                  <a:lnTo>
                    <a:pt x="1195684" y="1434727"/>
                  </a:lnTo>
                  <a:lnTo>
                    <a:pt x="1195706" y="1434728"/>
                  </a:lnTo>
                  <a:lnTo>
                    <a:pt x="1195724" y="1434729"/>
                  </a:lnTo>
                  <a:lnTo>
                    <a:pt x="1195745" y="1434732"/>
                  </a:lnTo>
                  <a:lnTo>
                    <a:pt x="1195763" y="1434736"/>
                  </a:lnTo>
                  <a:lnTo>
                    <a:pt x="1195773" y="1434736"/>
                  </a:lnTo>
                  <a:lnTo>
                    <a:pt x="1195779" y="1434733"/>
                  </a:lnTo>
                  <a:lnTo>
                    <a:pt x="1195782" y="1434713"/>
                  </a:lnTo>
                  <a:lnTo>
                    <a:pt x="1195782" y="1434703"/>
                  </a:lnTo>
                  <a:lnTo>
                    <a:pt x="1195785" y="1434694"/>
                  </a:lnTo>
                  <a:lnTo>
                    <a:pt x="1195787" y="1434676"/>
                  </a:lnTo>
                  <a:lnTo>
                    <a:pt x="1195792" y="1434666"/>
                  </a:lnTo>
                  <a:lnTo>
                    <a:pt x="1195793" y="1434657"/>
                  </a:lnTo>
                  <a:lnTo>
                    <a:pt x="1195799" y="1434639"/>
                  </a:lnTo>
                  <a:lnTo>
                    <a:pt x="1195803" y="1434633"/>
                  </a:lnTo>
                  <a:lnTo>
                    <a:pt x="1195805" y="1434620"/>
                  </a:lnTo>
                  <a:lnTo>
                    <a:pt x="1195809" y="1434611"/>
                  </a:lnTo>
                  <a:lnTo>
                    <a:pt x="1195810" y="1434602"/>
                  </a:lnTo>
                  <a:lnTo>
                    <a:pt x="1195815" y="1434583"/>
                  </a:lnTo>
                  <a:lnTo>
                    <a:pt x="1195818" y="1434565"/>
                  </a:lnTo>
                  <a:lnTo>
                    <a:pt x="1195826" y="1434546"/>
                  </a:lnTo>
                  <a:lnTo>
                    <a:pt x="1195844" y="1434506"/>
                  </a:lnTo>
                  <a:lnTo>
                    <a:pt x="1195853" y="1434485"/>
                  </a:lnTo>
                  <a:lnTo>
                    <a:pt x="1195862" y="1434469"/>
                  </a:lnTo>
                  <a:lnTo>
                    <a:pt x="1195874" y="1434450"/>
                  </a:lnTo>
                  <a:lnTo>
                    <a:pt x="1195889" y="1434433"/>
                  </a:lnTo>
                  <a:lnTo>
                    <a:pt x="1195908" y="1434419"/>
                  </a:lnTo>
                  <a:lnTo>
                    <a:pt x="1195926" y="1434405"/>
                  </a:lnTo>
                  <a:lnTo>
                    <a:pt x="1195944" y="1434389"/>
                  </a:lnTo>
                  <a:lnTo>
                    <a:pt x="1195957" y="1434373"/>
                  </a:lnTo>
                  <a:lnTo>
                    <a:pt x="1195962" y="1434366"/>
                  </a:lnTo>
                  <a:lnTo>
                    <a:pt x="1195978" y="1434321"/>
                  </a:lnTo>
                  <a:lnTo>
                    <a:pt x="1195984" y="1434300"/>
                  </a:lnTo>
                  <a:lnTo>
                    <a:pt x="1195987" y="1434284"/>
                  </a:lnTo>
                  <a:lnTo>
                    <a:pt x="1195991" y="1434265"/>
                  </a:lnTo>
                  <a:lnTo>
                    <a:pt x="1195992" y="1434247"/>
                  </a:lnTo>
                  <a:lnTo>
                    <a:pt x="1195994" y="1434228"/>
                  </a:lnTo>
                  <a:lnTo>
                    <a:pt x="1195998" y="1434209"/>
                  </a:lnTo>
                  <a:lnTo>
                    <a:pt x="1196006" y="1434189"/>
                  </a:lnTo>
                  <a:lnTo>
                    <a:pt x="1196010" y="1434181"/>
                  </a:lnTo>
                  <a:lnTo>
                    <a:pt x="1196010" y="1434172"/>
                  </a:lnTo>
                  <a:lnTo>
                    <a:pt x="1196020" y="1434122"/>
                  </a:lnTo>
                  <a:lnTo>
                    <a:pt x="1196022" y="1434113"/>
                  </a:lnTo>
                  <a:lnTo>
                    <a:pt x="1196022" y="1434104"/>
                  </a:lnTo>
                  <a:lnTo>
                    <a:pt x="1196027" y="1434085"/>
                  </a:lnTo>
                  <a:lnTo>
                    <a:pt x="1196028" y="1434067"/>
                  </a:lnTo>
                  <a:lnTo>
                    <a:pt x="1196028" y="1434048"/>
                  </a:lnTo>
                  <a:lnTo>
                    <a:pt x="1196027" y="1434030"/>
                  </a:lnTo>
                  <a:lnTo>
                    <a:pt x="1196022" y="1434011"/>
                  </a:lnTo>
                  <a:lnTo>
                    <a:pt x="1196022" y="1434004"/>
                  </a:lnTo>
                  <a:lnTo>
                    <a:pt x="1196017" y="1433992"/>
                  </a:lnTo>
                  <a:lnTo>
                    <a:pt x="1196016" y="1433985"/>
                  </a:lnTo>
                  <a:lnTo>
                    <a:pt x="1195995" y="1433937"/>
                  </a:lnTo>
                  <a:lnTo>
                    <a:pt x="1195986" y="1433919"/>
                  </a:lnTo>
                  <a:lnTo>
                    <a:pt x="1195982" y="1433900"/>
                  </a:lnTo>
                  <a:lnTo>
                    <a:pt x="1195979" y="1433882"/>
                  </a:lnTo>
                  <a:lnTo>
                    <a:pt x="1195974" y="1433864"/>
                  </a:lnTo>
                  <a:lnTo>
                    <a:pt x="1195973" y="1433855"/>
                  </a:lnTo>
                  <a:lnTo>
                    <a:pt x="1195968" y="1433845"/>
                  </a:lnTo>
                  <a:lnTo>
                    <a:pt x="1195962" y="1433826"/>
                  </a:lnTo>
                  <a:lnTo>
                    <a:pt x="1195957" y="1433808"/>
                  </a:lnTo>
                  <a:lnTo>
                    <a:pt x="1195951" y="1433789"/>
                  </a:lnTo>
                  <a:lnTo>
                    <a:pt x="1195948" y="1433771"/>
                  </a:lnTo>
                  <a:lnTo>
                    <a:pt x="1195943" y="1433752"/>
                  </a:lnTo>
                  <a:lnTo>
                    <a:pt x="1195934" y="1433734"/>
                  </a:lnTo>
                  <a:lnTo>
                    <a:pt x="1195925" y="1433716"/>
                  </a:lnTo>
                  <a:lnTo>
                    <a:pt x="1195921" y="1433697"/>
                  </a:lnTo>
                  <a:lnTo>
                    <a:pt x="1195918" y="1433679"/>
                  </a:lnTo>
                  <a:lnTo>
                    <a:pt x="1195914" y="1433660"/>
                  </a:lnTo>
                  <a:lnTo>
                    <a:pt x="1195912" y="1433652"/>
                  </a:lnTo>
                  <a:lnTo>
                    <a:pt x="1195912" y="1433641"/>
                  </a:lnTo>
                  <a:lnTo>
                    <a:pt x="1195911" y="1433623"/>
                  </a:lnTo>
                  <a:lnTo>
                    <a:pt x="1195907" y="1433605"/>
                  </a:lnTo>
                  <a:lnTo>
                    <a:pt x="1195906" y="1433586"/>
                  </a:lnTo>
                  <a:lnTo>
                    <a:pt x="1195906" y="1433568"/>
                  </a:lnTo>
                  <a:lnTo>
                    <a:pt x="1195907" y="1433549"/>
                  </a:lnTo>
                  <a:lnTo>
                    <a:pt x="1195909" y="1433531"/>
                  </a:lnTo>
                  <a:lnTo>
                    <a:pt x="1195909" y="1433512"/>
                  </a:lnTo>
                  <a:lnTo>
                    <a:pt x="1195911" y="1433494"/>
                  </a:lnTo>
                  <a:lnTo>
                    <a:pt x="1195912" y="1433475"/>
                  </a:lnTo>
                  <a:lnTo>
                    <a:pt x="1195913" y="1433457"/>
                  </a:lnTo>
                  <a:lnTo>
                    <a:pt x="1195916" y="1433438"/>
                  </a:lnTo>
                  <a:lnTo>
                    <a:pt x="1195919" y="1433420"/>
                  </a:lnTo>
                  <a:lnTo>
                    <a:pt x="1195919" y="1433401"/>
                  </a:lnTo>
                  <a:lnTo>
                    <a:pt x="1195918" y="1433382"/>
                  </a:lnTo>
                  <a:lnTo>
                    <a:pt x="1195918" y="1433364"/>
                  </a:lnTo>
                  <a:lnTo>
                    <a:pt x="1195916" y="1433345"/>
                  </a:lnTo>
                  <a:lnTo>
                    <a:pt x="1195916" y="1433327"/>
                  </a:lnTo>
                  <a:lnTo>
                    <a:pt x="1195919" y="1433309"/>
                  </a:lnTo>
                  <a:lnTo>
                    <a:pt x="1195920" y="1433291"/>
                  </a:lnTo>
                  <a:lnTo>
                    <a:pt x="1195920" y="1433272"/>
                  </a:lnTo>
                  <a:lnTo>
                    <a:pt x="1195919" y="1433253"/>
                  </a:lnTo>
                  <a:lnTo>
                    <a:pt x="1195915" y="1433235"/>
                  </a:lnTo>
                  <a:lnTo>
                    <a:pt x="1195911" y="1433216"/>
                  </a:lnTo>
                  <a:lnTo>
                    <a:pt x="1195904" y="1433198"/>
                  </a:lnTo>
                  <a:lnTo>
                    <a:pt x="1195893" y="1433180"/>
                  </a:lnTo>
                  <a:lnTo>
                    <a:pt x="1195879" y="1433162"/>
                  </a:lnTo>
                  <a:lnTo>
                    <a:pt x="1195864" y="1433148"/>
                  </a:lnTo>
                  <a:lnTo>
                    <a:pt x="1195846" y="1433132"/>
                  </a:lnTo>
                  <a:lnTo>
                    <a:pt x="1195839" y="1433123"/>
                  </a:lnTo>
                  <a:lnTo>
                    <a:pt x="1195834" y="1433113"/>
                  </a:lnTo>
                  <a:lnTo>
                    <a:pt x="1195830" y="1433102"/>
                  </a:lnTo>
                  <a:lnTo>
                    <a:pt x="1195830" y="1433095"/>
                  </a:lnTo>
                  <a:lnTo>
                    <a:pt x="1195831" y="1433084"/>
                  </a:lnTo>
                  <a:lnTo>
                    <a:pt x="1195836" y="1433057"/>
                  </a:lnTo>
                  <a:lnTo>
                    <a:pt x="1195841" y="1433039"/>
                  </a:lnTo>
                  <a:lnTo>
                    <a:pt x="1195844" y="1433018"/>
                  </a:lnTo>
                  <a:lnTo>
                    <a:pt x="1195843" y="1433002"/>
                  </a:lnTo>
                  <a:lnTo>
                    <a:pt x="1195845" y="1432981"/>
                  </a:lnTo>
                  <a:lnTo>
                    <a:pt x="1195849" y="1432965"/>
                  </a:lnTo>
                  <a:lnTo>
                    <a:pt x="1195850" y="1432958"/>
                  </a:lnTo>
                  <a:lnTo>
                    <a:pt x="1195856" y="1432944"/>
                  </a:lnTo>
                  <a:lnTo>
                    <a:pt x="1195863" y="1432928"/>
                  </a:lnTo>
                  <a:lnTo>
                    <a:pt x="1195865" y="1432920"/>
                  </a:lnTo>
                  <a:lnTo>
                    <a:pt x="1195865" y="1432910"/>
                  </a:lnTo>
                  <a:lnTo>
                    <a:pt x="1195862" y="1432891"/>
                  </a:lnTo>
                  <a:lnTo>
                    <a:pt x="1195855" y="1432873"/>
                  </a:lnTo>
                  <a:lnTo>
                    <a:pt x="1195847" y="1432837"/>
                  </a:lnTo>
                  <a:lnTo>
                    <a:pt x="1195844" y="1432819"/>
                  </a:lnTo>
                  <a:lnTo>
                    <a:pt x="1195843" y="1432800"/>
                  </a:lnTo>
                  <a:lnTo>
                    <a:pt x="1195836" y="1432782"/>
                  </a:lnTo>
                  <a:lnTo>
                    <a:pt x="1195825" y="1432763"/>
                  </a:lnTo>
                  <a:lnTo>
                    <a:pt x="1195811" y="1432745"/>
                  </a:lnTo>
                  <a:lnTo>
                    <a:pt x="1195798" y="1432726"/>
                  </a:lnTo>
                  <a:lnTo>
                    <a:pt x="1195788" y="1432708"/>
                  </a:lnTo>
                  <a:lnTo>
                    <a:pt x="1195781" y="1432689"/>
                  </a:lnTo>
                  <a:lnTo>
                    <a:pt x="1195776" y="1432671"/>
                  </a:lnTo>
                  <a:lnTo>
                    <a:pt x="1195773" y="1432666"/>
                  </a:lnTo>
                  <a:lnTo>
                    <a:pt x="1195772" y="1432660"/>
                  </a:lnTo>
                  <a:lnTo>
                    <a:pt x="1195773" y="1432652"/>
                  </a:lnTo>
                  <a:lnTo>
                    <a:pt x="1195778" y="1432635"/>
                  </a:lnTo>
                  <a:lnTo>
                    <a:pt x="1195791" y="1432616"/>
                  </a:lnTo>
                  <a:lnTo>
                    <a:pt x="1195810" y="1432598"/>
                  </a:lnTo>
                  <a:lnTo>
                    <a:pt x="1195828" y="1432582"/>
                  </a:lnTo>
                  <a:lnTo>
                    <a:pt x="1195838" y="1432555"/>
                  </a:lnTo>
                  <a:lnTo>
                    <a:pt x="1195839" y="1432537"/>
                  </a:lnTo>
                  <a:lnTo>
                    <a:pt x="1195838" y="1432524"/>
                  </a:lnTo>
                  <a:lnTo>
                    <a:pt x="1195835" y="1432506"/>
                  </a:lnTo>
                  <a:lnTo>
                    <a:pt x="1195824" y="1432488"/>
                  </a:lnTo>
                  <a:lnTo>
                    <a:pt x="1195812" y="1432470"/>
                  </a:lnTo>
                  <a:lnTo>
                    <a:pt x="1195796" y="1432450"/>
                  </a:lnTo>
                  <a:lnTo>
                    <a:pt x="1195790" y="1432433"/>
                  </a:lnTo>
                  <a:lnTo>
                    <a:pt x="1195791" y="1432415"/>
                  </a:lnTo>
                  <a:lnTo>
                    <a:pt x="1195793" y="1432396"/>
                  </a:lnTo>
                  <a:lnTo>
                    <a:pt x="1195795" y="1432377"/>
                  </a:lnTo>
                  <a:lnTo>
                    <a:pt x="1195795" y="1432359"/>
                  </a:lnTo>
                  <a:lnTo>
                    <a:pt x="1195793" y="1432340"/>
                  </a:lnTo>
                  <a:lnTo>
                    <a:pt x="1195794" y="1432327"/>
                  </a:lnTo>
                  <a:lnTo>
                    <a:pt x="1195781" y="1432293"/>
                  </a:lnTo>
                  <a:lnTo>
                    <a:pt x="1195762" y="1432262"/>
                  </a:lnTo>
                  <a:lnTo>
                    <a:pt x="1195752" y="1432243"/>
                  </a:lnTo>
                  <a:lnTo>
                    <a:pt x="1195741" y="1432225"/>
                  </a:lnTo>
                  <a:lnTo>
                    <a:pt x="1195732" y="1432206"/>
                  </a:lnTo>
                  <a:lnTo>
                    <a:pt x="1195728" y="1432196"/>
                  </a:lnTo>
                  <a:lnTo>
                    <a:pt x="1195727" y="1432188"/>
                  </a:lnTo>
                  <a:lnTo>
                    <a:pt x="1195724" y="1432179"/>
                  </a:lnTo>
                  <a:lnTo>
                    <a:pt x="1195724" y="1432169"/>
                  </a:lnTo>
                  <a:lnTo>
                    <a:pt x="1195728" y="1432151"/>
                  </a:lnTo>
                  <a:lnTo>
                    <a:pt x="1195732" y="1432132"/>
                  </a:lnTo>
                  <a:lnTo>
                    <a:pt x="1195737" y="1432114"/>
                  </a:lnTo>
                  <a:lnTo>
                    <a:pt x="1195741" y="1432096"/>
                  </a:lnTo>
                  <a:lnTo>
                    <a:pt x="1195746" y="1432074"/>
                  </a:lnTo>
                  <a:lnTo>
                    <a:pt x="1195751" y="1432059"/>
                  </a:lnTo>
                  <a:lnTo>
                    <a:pt x="1195754" y="1432040"/>
                  </a:lnTo>
                  <a:lnTo>
                    <a:pt x="1195760" y="1432021"/>
                  </a:lnTo>
                  <a:lnTo>
                    <a:pt x="1195766" y="1432003"/>
                  </a:lnTo>
                  <a:lnTo>
                    <a:pt x="1195772" y="1431984"/>
                  </a:lnTo>
                  <a:lnTo>
                    <a:pt x="1195780" y="1431966"/>
                  </a:lnTo>
                  <a:lnTo>
                    <a:pt x="1195782" y="1431956"/>
                  </a:lnTo>
                  <a:lnTo>
                    <a:pt x="1195787" y="1431947"/>
                  </a:lnTo>
                  <a:lnTo>
                    <a:pt x="1195788" y="1431940"/>
                  </a:lnTo>
                  <a:lnTo>
                    <a:pt x="1195803" y="1431899"/>
                  </a:lnTo>
                  <a:lnTo>
                    <a:pt x="1195811" y="1431881"/>
                  </a:lnTo>
                  <a:lnTo>
                    <a:pt x="1195812" y="1431862"/>
                  </a:lnTo>
                  <a:lnTo>
                    <a:pt x="1195809" y="1431856"/>
                  </a:lnTo>
                  <a:lnTo>
                    <a:pt x="1195806" y="1431850"/>
                  </a:lnTo>
                  <a:lnTo>
                    <a:pt x="1195800" y="1431845"/>
                  </a:lnTo>
                  <a:lnTo>
                    <a:pt x="1195782" y="1431834"/>
                  </a:lnTo>
                  <a:lnTo>
                    <a:pt x="1195763" y="1431825"/>
                  </a:lnTo>
                  <a:lnTo>
                    <a:pt x="1195747" y="1431818"/>
                  </a:lnTo>
                  <a:lnTo>
                    <a:pt x="1195727" y="1431808"/>
                  </a:lnTo>
                  <a:lnTo>
                    <a:pt x="1195709" y="1431799"/>
                  </a:lnTo>
                  <a:lnTo>
                    <a:pt x="1195691" y="1431788"/>
                  </a:lnTo>
                  <a:lnTo>
                    <a:pt x="1195671" y="1431772"/>
                  </a:lnTo>
                  <a:lnTo>
                    <a:pt x="1195645" y="1431751"/>
                  </a:lnTo>
                  <a:lnTo>
                    <a:pt x="1195597" y="1431711"/>
                  </a:lnTo>
                  <a:lnTo>
                    <a:pt x="1195585" y="1431699"/>
                  </a:lnTo>
                  <a:lnTo>
                    <a:pt x="1195567" y="1431681"/>
                  </a:lnTo>
                  <a:lnTo>
                    <a:pt x="1195551" y="1431663"/>
                  </a:lnTo>
                  <a:lnTo>
                    <a:pt x="1195535" y="1431645"/>
                  </a:lnTo>
                  <a:lnTo>
                    <a:pt x="1195520" y="1431628"/>
                  </a:lnTo>
                  <a:lnTo>
                    <a:pt x="1195505" y="1431609"/>
                  </a:lnTo>
                  <a:lnTo>
                    <a:pt x="1195490" y="1431593"/>
                  </a:lnTo>
                  <a:lnTo>
                    <a:pt x="1195477" y="1431574"/>
                  </a:lnTo>
                  <a:lnTo>
                    <a:pt x="1195461" y="1431555"/>
                  </a:lnTo>
                  <a:lnTo>
                    <a:pt x="1195452" y="1431539"/>
                  </a:lnTo>
                  <a:lnTo>
                    <a:pt x="1195442" y="1431521"/>
                  </a:lnTo>
                  <a:lnTo>
                    <a:pt x="1195434" y="1431502"/>
                  </a:lnTo>
                  <a:lnTo>
                    <a:pt x="1195425" y="1431483"/>
                  </a:lnTo>
                  <a:lnTo>
                    <a:pt x="1195418" y="1431469"/>
                  </a:lnTo>
                  <a:lnTo>
                    <a:pt x="1195409" y="1431447"/>
                  </a:lnTo>
                  <a:lnTo>
                    <a:pt x="1195403" y="1431428"/>
                  </a:lnTo>
                  <a:lnTo>
                    <a:pt x="1195397" y="1431410"/>
                  </a:lnTo>
                  <a:lnTo>
                    <a:pt x="1195391" y="1431391"/>
                  </a:lnTo>
                  <a:lnTo>
                    <a:pt x="1195387" y="1431383"/>
                  </a:lnTo>
                  <a:lnTo>
                    <a:pt x="1195383" y="1431369"/>
                  </a:lnTo>
                  <a:lnTo>
                    <a:pt x="1195381" y="1431354"/>
                  </a:lnTo>
                  <a:lnTo>
                    <a:pt x="1195375" y="1431336"/>
                  </a:lnTo>
                  <a:lnTo>
                    <a:pt x="1195373" y="1431317"/>
                  </a:lnTo>
                  <a:lnTo>
                    <a:pt x="1195373" y="1431299"/>
                  </a:lnTo>
                  <a:lnTo>
                    <a:pt x="1195375" y="1431289"/>
                  </a:lnTo>
                  <a:lnTo>
                    <a:pt x="1195380" y="1431280"/>
                  </a:lnTo>
                  <a:lnTo>
                    <a:pt x="1195388" y="1431262"/>
                  </a:lnTo>
                  <a:lnTo>
                    <a:pt x="1195398" y="1431243"/>
                  </a:lnTo>
                  <a:lnTo>
                    <a:pt x="1195407" y="1431225"/>
                  </a:lnTo>
                  <a:lnTo>
                    <a:pt x="1195417" y="1431206"/>
                  </a:lnTo>
                  <a:lnTo>
                    <a:pt x="1195424" y="1431188"/>
                  </a:lnTo>
                  <a:lnTo>
                    <a:pt x="1195428" y="1431169"/>
                  </a:lnTo>
                  <a:lnTo>
                    <a:pt x="1195429" y="1431151"/>
                  </a:lnTo>
                  <a:lnTo>
                    <a:pt x="1195431" y="1431132"/>
                  </a:lnTo>
                  <a:lnTo>
                    <a:pt x="1195435" y="1431114"/>
                  </a:lnTo>
                  <a:lnTo>
                    <a:pt x="1195437" y="1431095"/>
                  </a:lnTo>
                  <a:lnTo>
                    <a:pt x="1195441" y="1431077"/>
                  </a:lnTo>
                  <a:lnTo>
                    <a:pt x="1195443" y="1431058"/>
                  </a:lnTo>
                  <a:lnTo>
                    <a:pt x="1195447" y="1431040"/>
                  </a:lnTo>
                  <a:lnTo>
                    <a:pt x="1195449" y="1431021"/>
                  </a:lnTo>
                  <a:lnTo>
                    <a:pt x="1195451" y="1431003"/>
                  </a:lnTo>
                  <a:lnTo>
                    <a:pt x="1195452" y="1430993"/>
                  </a:lnTo>
                  <a:lnTo>
                    <a:pt x="1195453" y="1430966"/>
                  </a:lnTo>
                  <a:lnTo>
                    <a:pt x="1195454" y="1430947"/>
                  </a:lnTo>
                  <a:lnTo>
                    <a:pt x="1195455" y="1430929"/>
                  </a:lnTo>
                  <a:lnTo>
                    <a:pt x="1195459" y="1430910"/>
                  </a:lnTo>
                  <a:lnTo>
                    <a:pt x="1195461" y="1430892"/>
                  </a:lnTo>
                  <a:lnTo>
                    <a:pt x="1195470" y="1430865"/>
                  </a:lnTo>
                  <a:lnTo>
                    <a:pt x="1195473" y="1430856"/>
                  </a:lnTo>
                  <a:lnTo>
                    <a:pt x="1195476" y="1430846"/>
                  </a:lnTo>
                  <a:lnTo>
                    <a:pt x="1195480" y="1430834"/>
                  </a:lnTo>
                  <a:lnTo>
                    <a:pt x="1195485" y="1430813"/>
                  </a:lnTo>
                  <a:lnTo>
                    <a:pt x="1195487" y="1430808"/>
                  </a:lnTo>
                  <a:lnTo>
                    <a:pt x="1195489" y="1430797"/>
                  </a:lnTo>
                  <a:lnTo>
                    <a:pt x="1195487" y="1430781"/>
                  </a:lnTo>
                  <a:lnTo>
                    <a:pt x="1195484" y="1430762"/>
                  </a:lnTo>
                  <a:lnTo>
                    <a:pt x="1195483" y="1430753"/>
                  </a:lnTo>
                  <a:lnTo>
                    <a:pt x="1195479" y="1430744"/>
                  </a:lnTo>
                  <a:lnTo>
                    <a:pt x="1195477" y="1430732"/>
                  </a:lnTo>
                  <a:lnTo>
                    <a:pt x="1195473" y="1430725"/>
                  </a:lnTo>
                  <a:lnTo>
                    <a:pt x="1195471" y="1430718"/>
                  </a:lnTo>
                  <a:lnTo>
                    <a:pt x="1195463" y="1430707"/>
                  </a:lnTo>
                  <a:lnTo>
                    <a:pt x="1195451" y="1430689"/>
                  </a:lnTo>
                  <a:lnTo>
                    <a:pt x="1195438" y="1430670"/>
                  </a:lnTo>
                  <a:lnTo>
                    <a:pt x="1195426" y="1430652"/>
                  </a:lnTo>
                  <a:lnTo>
                    <a:pt x="1195416" y="1430634"/>
                  </a:lnTo>
                  <a:lnTo>
                    <a:pt x="1195393" y="1430597"/>
                  </a:lnTo>
                  <a:lnTo>
                    <a:pt x="1195385" y="1430578"/>
                  </a:lnTo>
                  <a:lnTo>
                    <a:pt x="1195381" y="1430559"/>
                  </a:lnTo>
                  <a:lnTo>
                    <a:pt x="1195379" y="1430541"/>
                  </a:lnTo>
                  <a:lnTo>
                    <a:pt x="1195379" y="1430522"/>
                  </a:lnTo>
                  <a:lnTo>
                    <a:pt x="1195378" y="1430504"/>
                  </a:lnTo>
                  <a:lnTo>
                    <a:pt x="1195379" y="1430485"/>
                  </a:lnTo>
                  <a:lnTo>
                    <a:pt x="1195380" y="1430479"/>
                  </a:lnTo>
                  <a:lnTo>
                    <a:pt x="1195379" y="1430467"/>
                  </a:lnTo>
                  <a:lnTo>
                    <a:pt x="1195378" y="1430449"/>
                  </a:lnTo>
                  <a:lnTo>
                    <a:pt x="1195361" y="1430403"/>
                  </a:lnTo>
                  <a:lnTo>
                    <a:pt x="1195356" y="1430394"/>
                  </a:lnTo>
                  <a:lnTo>
                    <a:pt x="1195354" y="1430385"/>
                  </a:lnTo>
                  <a:lnTo>
                    <a:pt x="1195351" y="1430377"/>
                  </a:lnTo>
                  <a:lnTo>
                    <a:pt x="1195351" y="1430366"/>
                  </a:lnTo>
                  <a:lnTo>
                    <a:pt x="1195351" y="1430347"/>
                  </a:lnTo>
                  <a:lnTo>
                    <a:pt x="1195356" y="1430324"/>
                  </a:lnTo>
                  <a:lnTo>
                    <a:pt x="1195368" y="1430297"/>
                  </a:lnTo>
                  <a:lnTo>
                    <a:pt x="1195371" y="1430285"/>
                  </a:lnTo>
                  <a:lnTo>
                    <a:pt x="1195369" y="1430276"/>
                  </a:lnTo>
                  <a:lnTo>
                    <a:pt x="1195363" y="1430269"/>
                  </a:lnTo>
                  <a:lnTo>
                    <a:pt x="1195345" y="1430255"/>
                  </a:lnTo>
                  <a:lnTo>
                    <a:pt x="1195327" y="1430244"/>
                  </a:lnTo>
                  <a:lnTo>
                    <a:pt x="1195308" y="1430230"/>
                  </a:lnTo>
                  <a:lnTo>
                    <a:pt x="1195290" y="1430219"/>
                  </a:lnTo>
                  <a:lnTo>
                    <a:pt x="1195272" y="1430207"/>
                  </a:lnTo>
                  <a:lnTo>
                    <a:pt x="1195254" y="1430192"/>
                  </a:lnTo>
                  <a:lnTo>
                    <a:pt x="1195237" y="1430175"/>
                  </a:lnTo>
                  <a:lnTo>
                    <a:pt x="1195219" y="1430167"/>
                  </a:lnTo>
                  <a:lnTo>
                    <a:pt x="1195201" y="1430158"/>
                  </a:lnTo>
                  <a:lnTo>
                    <a:pt x="1195186" y="1430151"/>
                  </a:lnTo>
                  <a:lnTo>
                    <a:pt x="1195182" y="1430147"/>
                  </a:lnTo>
                  <a:lnTo>
                    <a:pt x="1195173" y="1430128"/>
                  </a:lnTo>
                  <a:lnTo>
                    <a:pt x="1195165" y="1430110"/>
                  </a:lnTo>
                  <a:lnTo>
                    <a:pt x="1195156" y="1430091"/>
                  </a:lnTo>
                  <a:lnTo>
                    <a:pt x="1195148" y="1430075"/>
                  </a:lnTo>
                  <a:lnTo>
                    <a:pt x="1195141" y="1430055"/>
                  </a:lnTo>
                  <a:lnTo>
                    <a:pt x="1195136" y="1430046"/>
                  </a:lnTo>
                  <a:lnTo>
                    <a:pt x="1195130" y="1430031"/>
                  </a:lnTo>
                  <a:lnTo>
                    <a:pt x="1195125" y="1430018"/>
                  </a:lnTo>
                  <a:lnTo>
                    <a:pt x="1195117" y="1429995"/>
                  </a:lnTo>
                  <a:lnTo>
                    <a:pt x="1195112" y="1429978"/>
                  </a:lnTo>
                  <a:lnTo>
                    <a:pt x="1195107" y="1429957"/>
                  </a:lnTo>
                  <a:lnTo>
                    <a:pt x="1195106" y="1429935"/>
                  </a:lnTo>
                  <a:lnTo>
                    <a:pt x="1195103" y="1429916"/>
                  </a:lnTo>
                  <a:lnTo>
                    <a:pt x="1195099" y="1429897"/>
                  </a:lnTo>
                  <a:lnTo>
                    <a:pt x="1195098" y="1429887"/>
                  </a:lnTo>
                  <a:lnTo>
                    <a:pt x="1195096" y="1429876"/>
                  </a:lnTo>
                  <a:lnTo>
                    <a:pt x="1195093" y="1429857"/>
                  </a:lnTo>
                  <a:lnTo>
                    <a:pt x="1195090" y="1429833"/>
                  </a:lnTo>
                  <a:lnTo>
                    <a:pt x="1195087" y="1429815"/>
                  </a:lnTo>
                  <a:lnTo>
                    <a:pt x="1195087" y="1429802"/>
                  </a:lnTo>
                  <a:lnTo>
                    <a:pt x="1195085" y="1429788"/>
                  </a:lnTo>
                  <a:lnTo>
                    <a:pt x="1195083" y="1429775"/>
                  </a:lnTo>
                  <a:lnTo>
                    <a:pt x="1195080" y="1429749"/>
                  </a:lnTo>
                  <a:lnTo>
                    <a:pt x="1195078" y="1429729"/>
                  </a:lnTo>
                  <a:lnTo>
                    <a:pt x="1195075" y="1429717"/>
                  </a:lnTo>
                  <a:lnTo>
                    <a:pt x="1195070" y="1429699"/>
                  </a:lnTo>
                  <a:lnTo>
                    <a:pt x="1195065" y="1429680"/>
                  </a:lnTo>
                  <a:lnTo>
                    <a:pt x="1195058" y="1429654"/>
                  </a:lnTo>
                  <a:lnTo>
                    <a:pt x="1195054" y="1429636"/>
                  </a:lnTo>
                  <a:lnTo>
                    <a:pt x="1195051" y="1429617"/>
                  </a:lnTo>
                  <a:lnTo>
                    <a:pt x="1195051" y="1429608"/>
                  </a:lnTo>
                  <a:lnTo>
                    <a:pt x="1195048" y="1429599"/>
                  </a:lnTo>
                  <a:lnTo>
                    <a:pt x="1195045" y="1429580"/>
                  </a:lnTo>
                  <a:lnTo>
                    <a:pt x="1195044" y="1429562"/>
                  </a:lnTo>
                  <a:lnTo>
                    <a:pt x="1195044" y="1429552"/>
                  </a:lnTo>
                  <a:lnTo>
                    <a:pt x="1195042" y="1429543"/>
                  </a:lnTo>
                  <a:lnTo>
                    <a:pt x="1195039" y="1429525"/>
                  </a:lnTo>
                  <a:lnTo>
                    <a:pt x="1195038" y="1429485"/>
                  </a:lnTo>
                  <a:lnTo>
                    <a:pt x="1195039" y="1429467"/>
                  </a:lnTo>
                  <a:lnTo>
                    <a:pt x="1195039" y="1429448"/>
                  </a:lnTo>
                  <a:lnTo>
                    <a:pt x="1195039" y="1429430"/>
                  </a:lnTo>
                  <a:lnTo>
                    <a:pt x="1195038" y="1429412"/>
                  </a:lnTo>
                  <a:lnTo>
                    <a:pt x="1195038" y="1429393"/>
                  </a:lnTo>
                  <a:lnTo>
                    <a:pt x="1195038" y="1429375"/>
                  </a:lnTo>
                  <a:lnTo>
                    <a:pt x="1195038" y="1429356"/>
                  </a:lnTo>
                  <a:lnTo>
                    <a:pt x="1195038" y="1429346"/>
                  </a:lnTo>
                  <a:lnTo>
                    <a:pt x="1195040" y="1429338"/>
                  </a:lnTo>
                  <a:lnTo>
                    <a:pt x="1195046" y="1429319"/>
                  </a:lnTo>
                  <a:lnTo>
                    <a:pt x="1195050" y="1429313"/>
                  </a:lnTo>
                  <a:lnTo>
                    <a:pt x="1195056" y="1429300"/>
                  </a:lnTo>
                  <a:lnTo>
                    <a:pt x="1195069" y="1429279"/>
                  </a:lnTo>
                  <a:lnTo>
                    <a:pt x="1195081" y="1429261"/>
                  </a:lnTo>
                  <a:lnTo>
                    <a:pt x="1195095" y="1429243"/>
                  </a:lnTo>
                  <a:lnTo>
                    <a:pt x="1195103" y="1429229"/>
                  </a:lnTo>
                  <a:lnTo>
                    <a:pt x="1195106" y="1429223"/>
                  </a:lnTo>
                  <a:lnTo>
                    <a:pt x="1195109" y="1429217"/>
                  </a:lnTo>
                  <a:lnTo>
                    <a:pt x="1195113" y="1429206"/>
                  </a:lnTo>
                  <a:lnTo>
                    <a:pt x="1195116" y="1429197"/>
                  </a:lnTo>
                  <a:lnTo>
                    <a:pt x="1195121" y="1429187"/>
                  </a:lnTo>
                  <a:lnTo>
                    <a:pt x="1195128" y="1429172"/>
                  </a:lnTo>
                  <a:lnTo>
                    <a:pt x="1195133" y="1429160"/>
                  </a:lnTo>
                  <a:lnTo>
                    <a:pt x="1195136" y="1429150"/>
                  </a:lnTo>
                  <a:lnTo>
                    <a:pt x="1195143" y="1429132"/>
                  </a:lnTo>
                  <a:lnTo>
                    <a:pt x="1195146" y="1429121"/>
                  </a:lnTo>
                  <a:lnTo>
                    <a:pt x="1195146" y="1429113"/>
                  </a:lnTo>
                  <a:lnTo>
                    <a:pt x="1195152" y="1429094"/>
                  </a:lnTo>
                  <a:lnTo>
                    <a:pt x="1195157" y="1429076"/>
                  </a:lnTo>
                  <a:lnTo>
                    <a:pt x="1195162" y="1429058"/>
                  </a:lnTo>
                  <a:lnTo>
                    <a:pt x="1195164" y="1429039"/>
                  </a:lnTo>
                  <a:lnTo>
                    <a:pt x="1195165" y="1429021"/>
                  </a:lnTo>
                  <a:lnTo>
                    <a:pt x="1195165" y="1429002"/>
                  </a:lnTo>
                  <a:lnTo>
                    <a:pt x="1195164" y="1428984"/>
                  </a:lnTo>
                  <a:lnTo>
                    <a:pt x="1195165" y="1428965"/>
                  </a:lnTo>
                  <a:lnTo>
                    <a:pt x="1195170" y="1428947"/>
                  </a:lnTo>
                  <a:lnTo>
                    <a:pt x="1195180" y="1428928"/>
                  </a:lnTo>
                  <a:lnTo>
                    <a:pt x="1195192" y="1428910"/>
                  </a:lnTo>
                  <a:lnTo>
                    <a:pt x="1195194" y="1428904"/>
                  </a:lnTo>
                  <a:lnTo>
                    <a:pt x="1195204" y="1428891"/>
                  </a:lnTo>
                  <a:lnTo>
                    <a:pt x="1195217" y="1428873"/>
                  </a:lnTo>
                  <a:lnTo>
                    <a:pt x="1195232" y="1428854"/>
                  </a:lnTo>
                  <a:lnTo>
                    <a:pt x="1195246" y="1428835"/>
                  </a:lnTo>
                  <a:lnTo>
                    <a:pt x="1195251" y="1428827"/>
                  </a:lnTo>
                  <a:lnTo>
                    <a:pt x="1195252" y="1428818"/>
                  </a:lnTo>
                  <a:lnTo>
                    <a:pt x="1195255" y="1428800"/>
                  </a:lnTo>
                  <a:lnTo>
                    <a:pt x="1195254" y="1428781"/>
                  </a:lnTo>
                  <a:lnTo>
                    <a:pt x="1195256" y="1428763"/>
                  </a:lnTo>
                  <a:lnTo>
                    <a:pt x="1195254" y="1428744"/>
                  </a:lnTo>
                  <a:lnTo>
                    <a:pt x="1195252" y="1428726"/>
                  </a:lnTo>
                  <a:lnTo>
                    <a:pt x="1195250" y="1428708"/>
                  </a:lnTo>
                  <a:lnTo>
                    <a:pt x="1195251" y="1428689"/>
                  </a:lnTo>
                  <a:lnTo>
                    <a:pt x="1195252" y="1428671"/>
                  </a:lnTo>
                  <a:lnTo>
                    <a:pt x="1195254" y="1428652"/>
                  </a:lnTo>
                  <a:lnTo>
                    <a:pt x="1195257" y="1428633"/>
                  </a:lnTo>
                  <a:lnTo>
                    <a:pt x="1195262" y="1428615"/>
                  </a:lnTo>
                  <a:lnTo>
                    <a:pt x="1195265" y="1428596"/>
                  </a:lnTo>
                  <a:lnTo>
                    <a:pt x="1195267" y="1428578"/>
                  </a:lnTo>
                  <a:lnTo>
                    <a:pt x="1195267" y="1428568"/>
                  </a:lnTo>
                  <a:lnTo>
                    <a:pt x="1195270" y="1428560"/>
                  </a:lnTo>
                  <a:lnTo>
                    <a:pt x="1195274" y="1428541"/>
                  </a:lnTo>
                  <a:lnTo>
                    <a:pt x="1195276" y="1428523"/>
                  </a:lnTo>
                  <a:lnTo>
                    <a:pt x="1195280" y="1428504"/>
                  </a:lnTo>
                  <a:lnTo>
                    <a:pt x="1195282" y="1428486"/>
                  </a:lnTo>
                  <a:lnTo>
                    <a:pt x="1195285" y="1428467"/>
                  </a:lnTo>
                  <a:lnTo>
                    <a:pt x="1195288" y="1428448"/>
                  </a:lnTo>
                  <a:lnTo>
                    <a:pt x="1195291" y="1428430"/>
                  </a:lnTo>
                  <a:lnTo>
                    <a:pt x="1195296" y="1428412"/>
                  </a:lnTo>
                  <a:lnTo>
                    <a:pt x="1195298" y="1428393"/>
                  </a:lnTo>
                  <a:lnTo>
                    <a:pt x="1195300" y="1428375"/>
                  </a:lnTo>
                  <a:lnTo>
                    <a:pt x="1195305" y="1428323"/>
                  </a:lnTo>
                  <a:lnTo>
                    <a:pt x="1195307" y="1428304"/>
                  </a:lnTo>
                  <a:lnTo>
                    <a:pt x="1195309" y="1428286"/>
                  </a:lnTo>
                  <a:lnTo>
                    <a:pt x="1195309" y="1428279"/>
                  </a:lnTo>
                  <a:lnTo>
                    <a:pt x="1195312" y="1428269"/>
                  </a:lnTo>
                  <a:lnTo>
                    <a:pt x="1195315" y="1428249"/>
                  </a:lnTo>
                  <a:lnTo>
                    <a:pt x="1195320" y="1428231"/>
                  </a:lnTo>
                  <a:lnTo>
                    <a:pt x="1195326" y="1428212"/>
                  </a:lnTo>
                  <a:lnTo>
                    <a:pt x="1195333" y="1428194"/>
                  </a:lnTo>
                  <a:lnTo>
                    <a:pt x="1195342" y="1428173"/>
                  </a:lnTo>
                  <a:lnTo>
                    <a:pt x="1195346" y="1428158"/>
                  </a:lnTo>
                  <a:lnTo>
                    <a:pt x="1195345" y="1428151"/>
                  </a:lnTo>
                  <a:lnTo>
                    <a:pt x="1195337" y="1428138"/>
                  </a:lnTo>
                  <a:lnTo>
                    <a:pt x="1195319" y="1428119"/>
                  </a:lnTo>
                  <a:lnTo>
                    <a:pt x="1195309" y="1428108"/>
                  </a:lnTo>
                  <a:lnTo>
                    <a:pt x="1195306" y="1428101"/>
                  </a:lnTo>
                  <a:lnTo>
                    <a:pt x="1195299" y="1428092"/>
                  </a:lnTo>
                  <a:lnTo>
                    <a:pt x="1195296" y="1428083"/>
                  </a:lnTo>
                  <a:lnTo>
                    <a:pt x="1195286" y="1428064"/>
                  </a:lnTo>
                  <a:lnTo>
                    <a:pt x="1195276" y="1428046"/>
                  </a:lnTo>
                  <a:lnTo>
                    <a:pt x="1195265" y="1428027"/>
                  </a:lnTo>
                  <a:lnTo>
                    <a:pt x="1195254" y="1428009"/>
                  </a:lnTo>
                  <a:lnTo>
                    <a:pt x="1195246" y="1427990"/>
                  </a:lnTo>
                  <a:lnTo>
                    <a:pt x="1195230" y="1427951"/>
                  </a:lnTo>
                  <a:lnTo>
                    <a:pt x="1195229" y="1427943"/>
                  </a:lnTo>
                  <a:lnTo>
                    <a:pt x="1195224" y="1427934"/>
                  </a:lnTo>
                  <a:lnTo>
                    <a:pt x="1195219" y="1427927"/>
                  </a:lnTo>
                  <a:lnTo>
                    <a:pt x="1195200" y="1427909"/>
                  </a:lnTo>
                  <a:lnTo>
                    <a:pt x="1195182" y="1427899"/>
                  </a:lnTo>
                  <a:lnTo>
                    <a:pt x="1195163" y="1427886"/>
                  </a:lnTo>
                  <a:lnTo>
                    <a:pt x="1195154" y="1427876"/>
                  </a:lnTo>
                  <a:lnTo>
                    <a:pt x="1195150" y="1427868"/>
                  </a:lnTo>
                  <a:lnTo>
                    <a:pt x="1195131" y="1427850"/>
                  </a:lnTo>
                  <a:lnTo>
                    <a:pt x="1195113" y="1427835"/>
                  </a:lnTo>
                  <a:lnTo>
                    <a:pt x="1195095" y="1427825"/>
                  </a:lnTo>
                  <a:lnTo>
                    <a:pt x="1195077" y="1427819"/>
                  </a:lnTo>
                  <a:lnTo>
                    <a:pt x="1195052" y="1427814"/>
                  </a:lnTo>
                  <a:lnTo>
                    <a:pt x="1195041" y="1427814"/>
                  </a:lnTo>
                  <a:lnTo>
                    <a:pt x="1195022" y="1427812"/>
                  </a:lnTo>
                  <a:lnTo>
                    <a:pt x="1195004" y="1427810"/>
                  </a:lnTo>
                  <a:lnTo>
                    <a:pt x="1194986" y="1427808"/>
                  </a:lnTo>
                  <a:lnTo>
                    <a:pt x="1194968" y="1427806"/>
                  </a:lnTo>
                  <a:lnTo>
                    <a:pt x="1194949" y="1427803"/>
                  </a:lnTo>
                  <a:lnTo>
                    <a:pt x="1194931" y="1427803"/>
                  </a:lnTo>
                  <a:lnTo>
                    <a:pt x="1194924" y="1427801"/>
                  </a:lnTo>
                  <a:lnTo>
                    <a:pt x="1194916" y="1427792"/>
                  </a:lnTo>
                  <a:lnTo>
                    <a:pt x="1194914" y="1427786"/>
                  </a:lnTo>
                  <a:lnTo>
                    <a:pt x="1194910" y="1427773"/>
                  </a:lnTo>
                  <a:lnTo>
                    <a:pt x="1194904" y="1427755"/>
                  </a:lnTo>
                  <a:lnTo>
                    <a:pt x="1194902" y="1427736"/>
                  </a:lnTo>
                  <a:lnTo>
                    <a:pt x="1194899" y="1427717"/>
                  </a:lnTo>
                  <a:lnTo>
                    <a:pt x="1194897" y="1427709"/>
                  </a:lnTo>
                  <a:lnTo>
                    <a:pt x="1194893" y="1427696"/>
                  </a:lnTo>
                  <a:lnTo>
                    <a:pt x="1194891" y="1427685"/>
                  </a:lnTo>
                  <a:lnTo>
                    <a:pt x="1194887" y="1427672"/>
                  </a:lnTo>
                  <a:lnTo>
                    <a:pt x="1194884" y="1427656"/>
                  </a:lnTo>
                  <a:lnTo>
                    <a:pt x="1194880" y="1427641"/>
                  </a:lnTo>
                  <a:lnTo>
                    <a:pt x="1194874" y="1427626"/>
                  </a:lnTo>
                  <a:lnTo>
                    <a:pt x="1194868" y="1427609"/>
                  </a:lnTo>
                  <a:lnTo>
                    <a:pt x="1194866" y="1427601"/>
                  </a:lnTo>
                  <a:lnTo>
                    <a:pt x="1194863" y="1427595"/>
                  </a:lnTo>
                  <a:lnTo>
                    <a:pt x="1194861" y="1427587"/>
                  </a:lnTo>
                  <a:lnTo>
                    <a:pt x="1194872" y="1427570"/>
                  </a:lnTo>
                  <a:lnTo>
                    <a:pt x="1194885" y="1427551"/>
                  </a:lnTo>
                  <a:lnTo>
                    <a:pt x="1194902" y="1427532"/>
                  </a:lnTo>
                  <a:lnTo>
                    <a:pt x="1194920" y="1427518"/>
                  </a:lnTo>
                  <a:lnTo>
                    <a:pt x="1194938" y="1427504"/>
                  </a:lnTo>
                  <a:lnTo>
                    <a:pt x="1194954" y="1427491"/>
                  </a:lnTo>
                  <a:lnTo>
                    <a:pt x="1194960" y="1427487"/>
                  </a:lnTo>
                  <a:lnTo>
                    <a:pt x="1194975" y="1427473"/>
                  </a:lnTo>
                  <a:lnTo>
                    <a:pt x="1194982" y="1427468"/>
                  </a:lnTo>
                  <a:lnTo>
                    <a:pt x="1194990" y="1427458"/>
                  </a:lnTo>
                  <a:lnTo>
                    <a:pt x="1195005" y="1427442"/>
                  </a:lnTo>
                  <a:lnTo>
                    <a:pt x="1195015" y="1427424"/>
                  </a:lnTo>
                  <a:lnTo>
                    <a:pt x="1195042" y="1427388"/>
                  </a:lnTo>
                  <a:lnTo>
                    <a:pt x="1195059" y="1427371"/>
                  </a:lnTo>
                  <a:lnTo>
                    <a:pt x="1195074" y="1427355"/>
                  </a:lnTo>
                  <a:lnTo>
                    <a:pt x="1195091" y="1427339"/>
                  </a:lnTo>
                  <a:lnTo>
                    <a:pt x="1195109" y="1427325"/>
                  </a:lnTo>
                  <a:lnTo>
                    <a:pt x="1195126" y="1427311"/>
                  </a:lnTo>
                  <a:lnTo>
                    <a:pt x="1195136" y="1427304"/>
                  </a:lnTo>
                  <a:lnTo>
                    <a:pt x="1195143" y="1427298"/>
                  </a:lnTo>
                  <a:lnTo>
                    <a:pt x="1195161" y="1427283"/>
                  </a:lnTo>
                  <a:lnTo>
                    <a:pt x="1195174" y="1427275"/>
                  </a:lnTo>
                  <a:lnTo>
                    <a:pt x="1195179" y="1427272"/>
                  </a:lnTo>
                  <a:lnTo>
                    <a:pt x="1195197" y="1427260"/>
                  </a:lnTo>
                  <a:lnTo>
                    <a:pt x="1195205" y="1427255"/>
                  </a:lnTo>
                  <a:lnTo>
                    <a:pt x="1195215" y="1427250"/>
                  </a:lnTo>
                  <a:lnTo>
                    <a:pt x="1195233" y="1427237"/>
                  </a:lnTo>
                  <a:lnTo>
                    <a:pt x="1195251" y="1427224"/>
                  </a:lnTo>
                  <a:lnTo>
                    <a:pt x="1195270" y="1427210"/>
                  </a:lnTo>
                  <a:lnTo>
                    <a:pt x="1195281" y="1427201"/>
                  </a:lnTo>
                  <a:lnTo>
                    <a:pt x="1195289" y="1427194"/>
                  </a:lnTo>
                  <a:lnTo>
                    <a:pt x="1195295" y="1427187"/>
                  </a:lnTo>
                  <a:lnTo>
                    <a:pt x="1195301" y="1427177"/>
                  </a:lnTo>
                  <a:lnTo>
                    <a:pt x="1195305" y="1427166"/>
                  </a:lnTo>
                  <a:lnTo>
                    <a:pt x="1195307" y="1427155"/>
                  </a:lnTo>
                  <a:lnTo>
                    <a:pt x="1195312" y="1427140"/>
                  </a:lnTo>
                  <a:lnTo>
                    <a:pt x="1195317" y="1427121"/>
                  </a:lnTo>
                  <a:lnTo>
                    <a:pt x="1195319" y="1427103"/>
                  </a:lnTo>
                  <a:lnTo>
                    <a:pt x="1195319" y="1427097"/>
                  </a:lnTo>
                  <a:lnTo>
                    <a:pt x="1195321" y="1427089"/>
                  </a:lnTo>
                  <a:lnTo>
                    <a:pt x="1195326" y="1427075"/>
                  </a:lnTo>
                  <a:lnTo>
                    <a:pt x="1195331" y="1427066"/>
                  </a:lnTo>
                  <a:lnTo>
                    <a:pt x="1195334" y="1427057"/>
                  </a:lnTo>
                  <a:lnTo>
                    <a:pt x="1195337" y="1427051"/>
                  </a:lnTo>
                  <a:lnTo>
                    <a:pt x="1195339" y="1427046"/>
                  </a:lnTo>
                  <a:lnTo>
                    <a:pt x="1195343" y="1427041"/>
                  </a:lnTo>
                  <a:lnTo>
                    <a:pt x="1195351" y="1427030"/>
                  </a:lnTo>
                  <a:lnTo>
                    <a:pt x="1195362" y="1427015"/>
                  </a:lnTo>
                  <a:lnTo>
                    <a:pt x="1195367" y="1427009"/>
                  </a:lnTo>
                  <a:lnTo>
                    <a:pt x="1195383" y="1427012"/>
                  </a:lnTo>
                  <a:lnTo>
                    <a:pt x="1195396" y="1427013"/>
                  </a:lnTo>
                  <a:lnTo>
                    <a:pt x="1195409" y="1427011"/>
                  </a:lnTo>
                  <a:lnTo>
                    <a:pt x="1195422" y="1427006"/>
                  </a:lnTo>
                  <a:lnTo>
                    <a:pt x="1195440" y="1426997"/>
                  </a:lnTo>
                  <a:lnTo>
                    <a:pt x="1195447" y="1426993"/>
                  </a:lnTo>
                  <a:lnTo>
                    <a:pt x="1195452" y="1426990"/>
                  </a:lnTo>
                  <a:lnTo>
                    <a:pt x="1195458" y="1426987"/>
                  </a:lnTo>
                  <a:lnTo>
                    <a:pt x="1195476" y="1426976"/>
                  </a:lnTo>
                  <a:lnTo>
                    <a:pt x="1195495" y="1426963"/>
                  </a:lnTo>
                  <a:lnTo>
                    <a:pt x="1195504" y="1426957"/>
                  </a:lnTo>
                  <a:lnTo>
                    <a:pt x="1195513" y="1426955"/>
                  </a:lnTo>
                  <a:lnTo>
                    <a:pt x="1195531" y="1426951"/>
                  </a:lnTo>
                  <a:lnTo>
                    <a:pt x="1195549" y="1426947"/>
                  </a:lnTo>
                  <a:lnTo>
                    <a:pt x="1195567" y="1426944"/>
                  </a:lnTo>
                  <a:lnTo>
                    <a:pt x="1195585" y="1426943"/>
                  </a:lnTo>
                  <a:lnTo>
                    <a:pt x="1195604" y="1426939"/>
                  </a:lnTo>
                  <a:lnTo>
                    <a:pt x="1195622" y="1426937"/>
                  </a:lnTo>
                  <a:lnTo>
                    <a:pt x="1195640" y="1426932"/>
                  </a:lnTo>
                  <a:lnTo>
                    <a:pt x="1195658" y="1426927"/>
                  </a:lnTo>
                  <a:lnTo>
                    <a:pt x="1195671" y="1426925"/>
                  </a:lnTo>
                  <a:lnTo>
                    <a:pt x="1195676" y="1426923"/>
                  </a:lnTo>
                  <a:lnTo>
                    <a:pt x="1195694" y="1426920"/>
                  </a:lnTo>
                  <a:lnTo>
                    <a:pt x="1195713" y="1426917"/>
                  </a:lnTo>
                  <a:lnTo>
                    <a:pt x="1195731" y="1426912"/>
                  </a:lnTo>
                  <a:lnTo>
                    <a:pt x="1195749" y="1426906"/>
                  </a:lnTo>
                  <a:lnTo>
                    <a:pt x="1195760" y="1426902"/>
                  </a:lnTo>
                  <a:lnTo>
                    <a:pt x="1195767" y="1426897"/>
                  </a:lnTo>
                  <a:lnTo>
                    <a:pt x="1195785" y="1426885"/>
                  </a:lnTo>
                  <a:lnTo>
                    <a:pt x="1195804" y="1426873"/>
                  </a:lnTo>
                  <a:lnTo>
                    <a:pt x="1195822" y="1426865"/>
                  </a:lnTo>
                  <a:lnTo>
                    <a:pt x="1195842" y="1426859"/>
                  </a:lnTo>
                  <a:lnTo>
                    <a:pt x="1195858" y="1426854"/>
                  </a:lnTo>
                  <a:lnTo>
                    <a:pt x="1195876" y="1426849"/>
                  </a:lnTo>
                  <a:lnTo>
                    <a:pt x="1195883" y="1426848"/>
                  </a:lnTo>
                  <a:lnTo>
                    <a:pt x="1195893" y="1426843"/>
                  </a:lnTo>
                  <a:lnTo>
                    <a:pt x="1195955" y="1426813"/>
                  </a:lnTo>
                  <a:lnTo>
                    <a:pt x="1195973" y="1426807"/>
                  </a:lnTo>
                  <a:lnTo>
                    <a:pt x="1195991" y="1426801"/>
                  </a:lnTo>
                  <a:lnTo>
                    <a:pt x="1196009" y="1426796"/>
                  </a:lnTo>
                  <a:lnTo>
                    <a:pt x="1196028" y="1426787"/>
                  </a:lnTo>
                  <a:lnTo>
                    <a:pt x="1196046" y="1426781"/>
                  </a:lnTo>
                  <a:lnTo>
                    <a:pt x="1196064" y="1426774"/>
                  </a:lnTo>
                  <a:lnTo>
                    <a:pt x="1196082" y="1426767"/>
                  </a:lnTo>
                  <a:lnTo>
                    <a:pt x="1196092" y="1426765"/>
                  </a:lnTo>
                  <a:lnTo>
                    <a:pt x="1196100" y="1426760"/>
                  </a:lnTo>
                  <a:lnTo>
                    <a:pt x="1196118" y="1426754"/>
                  </a:lnTo>
                  <a:lnTo>
                    <a:pt x="1196136" y="1426746"/>
                  </a:lnTo>
                  <a:lnTo>
                    <a:pt x="1196155" y="1426741"/>
                  </a:lnTo>
                  <a:lnTo>
                    <a:pt x="1196173" y="1426735"/>
                  </a:lnTo>
                  <a:lnTo>
                    <a:pt x="1196191" y="1426729"/>
                  </a:lnTo>
                  <a:lnTo>
                    <a:pt x="1196209" y="1426725"/>
                  </a:lnTo>
                  <a:lnTo>
                    <a:pt x="1196228" y="1426721"/>
                  </a:lnTo>
                  <a:lnTo>
                    <a:pt x="1196246" y="1426719"/>
                  </a:lnTo>
                  <a:lnTo>
                    <a:pt x="1196264" y="1426715"/>
                  </a:lnTo>
                  <a:lnTo>
                    <a:pt x="1196283" y="1426711"/>
                  </a:lnTo>
                  <a:lnTo>
                    <a:pt x="1196286" y="1426694"/>
                  </a:lnTo>
                  <a:lnTo>
                    <a:pt x="1196284" y="1426676"/>
                  </a:lnTo>
                  <a:lnTo>
                    <a:pt x="1196286" y="1426657"/>
                  </a:lnTo>
                  <a:lnTo>
                    <a:pt x="1196288" y="1426639"/>
                  </a:lnTo>
                  <a:lnTo>
                    <a:pt x="1196290" y="1426620"/>
                  </a:lnTo>
                  <a:lnTo>
                    <a:pt x="1196293" y="1426602"/>
                  </a:lnTo>
                  <a:lnTo>
                    <a:pt x="1196293" y="1426583"/>
                  </a:lnTo>
                  <a:lnTo>
                    <a:pt x="1196290" y="1426565"/>
                  </a:lnTo>
                  <a:lnTo>
                    <a:pt x="1196288" y="1426531"/>
                  </a:lnTo>
                  <a:lnTo>
                    <a:pt x="1196288" y="1426504"/>
                  </a:lnTo>
                  <a:lnTo>
                    <a:pt x="1196293" y="1426460"/>
                  </a:lnTo>
                  <a:lnTo>
                    <a:pt x="1196293" y="1426442"/>
                  </a:lnTo>
                  <a:lnTo>
                    <a:pt x="1196291" y="1426423"/>
                  </a:lnTo>
                  <a:lnTo>
                    <a:pt x="1196288" y="1426412"/>
                  </a:lnTo>
                  <a:lnTo>
                    <a:pt x="1196288" y="1426404"/>
                  </a:lnTo>
                  <a:lnTo>
                    <a:pt x="1196288" y="1426395"/>
                  </a:lnTo>
                  <a:lnTo>
                    <a:pt x="1196290" y="1426387"/>
                  </a:lnTo>
                  <a:lnTo>
                    <a:pt x="1196295" y="1426372"/>
                  </a:lnTo>
                  <a:lnTo>
                    <a:pt x="1196296" y="1426367"/>
                  </a:lnTo>
                  <a:lnTo>
                    <a:pt x="1196302" y="1426349"/>
                  </a:lnTo>
                  <a:lnTo>
                    <a:pt x="1196312" y="1426329"/>
                  </a:lnTo>
                  <a:lnTo>
                    <a:pt x="1196319" y="1426321"/>
                  </a:lnTo>
                  <a:lnTo>
                    <a:pt x="1196325" y="1426314"/>
                  </a:lnTo>
                  <a:lnTo>
                    <a:pt x="1196332" y="1426305"/>
                  </a:lnTo>
                  <a:lnTo>
                    <a:pt x="1196342" y="1426297"/>
                  </a:lnTo>
                  <a:lnTo>
                    <a:pt x="1196359" y="1426283"/>
                  </a:lnTo>
                  <a:lnTo>
                    <a:pt x="1196373" y="1426260"/>
                  </a:lnTo>
                  <a:lnTo>
                    <a:pt x="1196379" y="1426246"/>
                  </a:lnTo>
                  <a:lnTo>
                    <a:pt x="1196379" y="1426235"/>
                  </a:lnTo>
                  <a:lnTo>
                    <a:pt x="1196377" y="1426227"/>
                  </a:lnTo>
                  <a:lnTo>
                    <a:pt x="1196375" y="1426222"/>
                  </a:lnTo>
                  <a:lnTo>
                    <a:pt x="1196373" y="1426209"/>
                  </a:lnTo>
                  <a:lnTo>
                    <a:pt x="1196367" y="1426190"/>
                  </a:lnTo>
                  <a:lnTo>
                    <a:pt x="1196359" y="1426171"/>
                  </a:lnTo>
                  <a:lnTo>
                    <a:pt x="1196356" y="1426162"/>
                  </a:lnTo>
                  <a:lnTo>
                    <a:pt x="1196351" y="1426153"/>
                  </a:lnTo>
                  <a:lnTo>
                    <a:pt x="1196345" y="1426135"/>
                  </a:lnTo>
                  <a:lnTo>
                    <a:pt x="1196345" y="1426116"/>
                  </a:lnTo>
                  <a:lnTo>
                    <a:pt x="1196345" y="1426098"/>
                  </a:lnTo>
                  <a:lnTo>
                    <a:pt x="1196345" y="1426079"/>
                  </a:lnTo>
                  <a:lnTo>
                    <a:pt x="1196343" y="1426061"/>
                  </a:lnTo>
                  <a:lnTo>
                    <a:pt x="1196338" y="1426042"/>
                  </a:lnTo>
                  <a:lnTo>
                    <a:pt x="1196340" y="1426024"/>
                  </a:lnTo>
                  <a:lnTo>
                    <a:pt x="1196341" y="1426016"/>
                  </a:lnTo>
                  <a:lnTo>
                    <a:pt x="1196345" y="1426006"/>
                  </a:lnTo>
                  <a:lnTo>
                    <a:pt x="1196351" y="1425984"/>
                  </a:lnTo>
                  <a:lnTo>
                    <a:pt x="1196355" y="1425968"/>
                  </a:lnTo>
                  <a:lnTo>
                    <a:pt x="1196363" y="1425950"/>
                  </a:lnTo>
                  <a:lnTo>
                    <a:pt x="1196380" y="1425933"/>
                  </a:lnTo>
                  <a:lnTo>
                    <a:pt x="1196386" y="1425926"/>
                  </a:lnTo>
                  <a:lnTo>
                    <a:pt x="1196393" y="1425914"/>
                  </a:lnTo>
                  <a:lnTo>
                    <a:pt x="1196403" y="1425895"/>
                  </a:lnTo>
                  <a:lnTo>
                    <a:pt x="1196409" y="1425877"/>
                  </a:lnTo>
                  <a:lnTo>
                    <a:pt x="1196410" y="1425858"/>
                  </a:lnTo>
                  <a:lnTo>
                    <a:pt x="1196409" y="1425842"/>
                  </a:lnTo>
                  <a:lnTo>
                    <a:pt x="1196412" y="1425822"/>
                  </a:lnTo>
                  <a:lnTo>
                    <a:pt x="1196412" y="1425814"/>
                  </a:lnTo>
                  <a:lnTo>
                    <a:pt x="1196416" y="1425803"/>
                  </a:lnTo>
                  <a:lnTo>
                    <a:pt x="1196422" y="1425785"/>
                  </a:lnTo>
                  <a:lnTo>
                    <a:pt x="1196430" y="1425756"/>
                  </a:lnTo>
                  <a:lnTo>
                    <a:pt x="1196438" y="1425738"/>
                  </a:lnTo>
                  <a:lnTo>
                    <a:pt x="1196446" y="1425719"/>
                  </a:lnTo>
                  <a:lnTo>
                    <a:pt x="1196449" y="1425709"/>
                  </a:lnTo>
                  <a:lnTo>
                    <a:pt x="1196453" y="1425701"/>
                  </a:lnTo>
                  <a:lnTo>
                    <a:pt x="1196460" y="1425682"/>
                  </a:lnTo>
                  <a:lnTo>
                    <a:pt x="1196469" y="1425664"/>
                  </a:lnTo>
                  <a:lnTo>
                    <a:pt x="1196474" y="1425652"/>
                  </a:lnTo>
                  <a:lnTo>
                    <a:pt x="1196477" y="1425642"/>
                  </a:lnTo>
                  <a:lnTo>
                    <a:pt x="1196488" y="1425627"/>
                  </a:lnTo>
                  <a:lnTo>
                    <a:pt x="1196497" y="1425617"/>
                  </a:lnTo>
                  <a:lnTo>
                    <a:pt x="1196500" y="1425609"/>
                  </a:lnTo>
                  <a:lnTo>
                    <a:pt x="1196504" y="1425601"/>
                  </a:lnTo>
                  <a:lnTo>
                    <a:pt x="1196503" y="1425591"/>
                  </a:lnTo>
                  <a:lnTo>
                    <a:pt x="1196497" y="1425572"/>
                  </a:lnTo>
                  <a:lnTo>
                    <a:pt x="1196489" y="1425554"/>
                  </a:lnTo>
                  <a:lnTo>
                    <a:pt x="1196482" y="1425536"/>
                  </a:lnTo>
                  <a:lnTo>
                    <a:pt x="1196477" y="1425517"/>
                  </a:lnTo>
                  <a:lnTo>
                    <a:pt x="1196473" y="1425499"/>
                  </a:lnTo>
                  <a:lnTo>
                    <a:pt x="1196473" y="1425480"/>
                  </a:lnTo>
                  <a:lnTo>
                    <a:pt x="1196472" y="1425462"/>
                  </a:lnTo>
                  <a:lnTo>
                    <a:pt x="1196470" y="1425456"/>
                  </a:lnTo>
                  <a:lnTo>
                    <a:pt x="1196465" y="1425446"/>
                  </a:lnTo>
                  <a:lnTo>
                    <a:pt x="1196449" y="1425427"/>
                  </a:lnTo>
                  <a:lnTo>
                    <a:pt x="1196435" y="1425412"/>
                  </a:lnTo>
                  <a:lnTo>
                    <a:pt x="1196416" y="1425402"/>
                  </a:lnTo>
                  <a:lnTo>
                    <a:pt x="1196398" y="1425393"/>
                  </a:lnTo>
                  <a:lnTo>
                    <a:pt x="1196380" y="1425379"/>
                  </a:lnTo>
                  <a:lnTo>
                    <a:pt x="1196372" y="1425372"/>
                  </a:lnTo>
                  <a:lnTo>
                    <a:pt x="1196367" y="1425364"/>
                  </a:lnTo>
                  <a:lnTo>
                    <a:pt x="1196374" y="1425344"/>
                  </a:lnTo>
                  <a:lnTo>
                    <a:pt x="1196378" y="1425333"/>
                  </a:lnTo>
                  <a:lnTo>
                    <a:pt x="1196382" y="1425325"/>
                  </a:lnTo>
                  <a:lnTo>
                    <a:pt x="1196392" y="1425306"/>
                  </a:lnTo>
                  <a:lnTo>
                    <a:pt x="1196399" y="1425288"/>
                  </a:lnTo>
                  <a:lnTo>
                    <a:pt x="1196400" y="1425269"/>
                  </a:lnTo>
                  <a:lnTo>
                    <a:pt x="1196403" y="1425251"/>
                  </a:lnTo>
                  <a:lnTo>
                    <a:pt x="1196409" y="1425233"/>
                  </a:lnTo>
                  <a:lnTo>
                    <a:pt x="1196415" y="1425214"/>
                  </a:lnTo>
                  <a:lnTo>
                    <a:pt x="1196421" y="1425196"/>
                  </a:lnTo>
                  <a:lnTo>
                    <a:pt x="1196427" y="1425175"/>
                  </a:lnTo>
                  <a:lnTo>
                    <a:pt x="1196433" y="1425159"/>
                  </a:lnTo>
                  <a:lnTo>
                    <a:pt x="1196439" y="1425140"/>
                  </a:lnTo>
                  <a:lnTo>
                    <a:pt x="1196444" y="1425121"/>
                  </a:lnTo>
                  <a:lnTo>
                    <a:pt x="1196444" y="1425102"/>
                  </a:lnTo>
                  <a:lnTo>
                    <a:pt x="1196444" y="1425084"/>
                  </a:lnTo>
                  <a:lnTo>
                    <a:pt x="1196425" y="1425023"/>
                  </a:lnTo>
                  <a:lnTo>
                    <a:pt x="1196418" y="1425004"/>
                  </a:lnTo>
                  <a:lnTo>
                    <a:pt x="1196411" y="1424986"/>
                  </a:lnTo>
                  <a:lnTo>
                    <a:pt x="1196409" y="1424976"/>
                  </a:lnTo>
                  <a:lnTo>
                    <a:pt x="1196406" y="1424968"/>
                  </a:lnTo>
                  <a:lnTo>
                    <a:pt x="1196404" y="1424960"/>
                  </a:lnTo>
                  <a:lnTo>
                    <a:pt x="1196393" y="1424950"/>
                  </a:lnTo>
                  <a:lnTo>
                    <a:pt x="1196375" y="1424941"/>
                  </a:lnTo>
                  <a:lnTo>
                    <a:pt x="1196366" y="1424937"/>
                  </a:lnTo>
                  <a:lnTo>
                    <a:pt x="1196356" y="1424934"/>
                  </a:lnTo>
                  <a:lnTo>
                    <a:pt x="1196338" y="1424927"/>
                  </a:lnTo>
                  <a:lnTo>
                    <a:pt x="1196320" y="1424921"/>
                  </a:lnTo>
                  <a:lnTo>
                    <a:pt x="1196301" y="1424916"/>
                  </a:lnTo>
                  <a:lnTo>
                    <a:pt x="1196296" y="1424915"/>
                  </a:lnTo>
                  <a:lnTo>
                    <a:pt x="1196283" y="1424907"/>
                  </a:lnTo>
                  <a:lnTo>
                    <a:pt x="1196265" y="1424898"/>
                  </a:lnTo>
                  <a:lnTo>
                    <a:pt x="1196247" y="1424888"/>
                  </a:lnTo>
                  <a:lnTo>
                    <a:pt x="1196237" y="1424880"/>
                  </a:lnTo>
                  <a:lnTo>
                    <a:pt x="1196229" y="1424877"/>
                  </a:lnTo>
                  <a:lnTo>
                    <a:pt x="1196211" y="1424867"/>
                  </a:lnTo>
                  <a:lnTo>
                    <a:pt x="1196193" y="1424858"/>
                  </a:lnTo>
                  <a:lnTo>
                    <a:pt x="1196174" y="1424847"/>
                  </a:lnTo>
                  <a:lnTo>
                    <a:pt x="1196156" y="1424838"/>
                  </a:lnTo>
                  <a:lnTo>
                    <a:pt x="1196138" y="1424826"/>
                  </a:lnTo>
                  <a:lnTo>
                    <a:pt x="1196119" y="1424814"/>
                  </a:lnTo>
                  <a:lnTo>
                    <a:pt x="1196101" y="1424800"/>
                  </a:lnTo>
                  <a:lnTo>
                    <a:pt x="1196085" y="1424787"/>
                  </a:lnTo>
                  <a:lnTo>
                    <a:pt x="1196066" y="1424772"/>
                  </a:lnTo>
                  <a:lnTo>
                    <a:pt x="1196058" y="1424764"/>
                  </a:lnTo>
                  <a:lnTo>
                    <a:pt x="1196052" y="1424754"/>
                  </a:lnTo>
                  <a:lnTo>
                    <a:pt x="1196040" y="1424735"/>
                  </a:lnTo>
                  <a:lnTo>
                    <a:pt x="1196026" y="1424719"/>
                  </a:lnTo>
                  <a:lnTo>
                    <a:pt x="1196016" y="1424708"/>
                  </a:lnTo>
                  <a:lnTo>
                    <a:pt x="1196012" y="1424700"/>
                  </a:lnTo>
                  <a:lnTo>
                    <a:pt x="1196008" y="1424683"/>
                  </a:lnTo>
                  <a:lnTo>
                    <a:pt x="1196000" y="1424664"/>
                  </a:lnTo>
                  <a:lnTo>
                    <a:pt x="1195989" y="1424645"/>
                  </a:lnTo>
                  <a:lnTo>
                    <a:pt x="1195971" y="1424628"/>
                  </a:lnTo>
                  <a:lnTo>
                    <a:pt x="1195953" y="1424617"/>
                  </a:lnTo>
                  <a:lnTo>
                    <a:pt x="1195935" y="1424608"/>
                  </a:lnTo>
                  <a:lnTo>
                    <a:pt x="1195917" y="1424595"/>
                  </a:lnTo>
                  <a:lnTo>
                    <a:pt x="1195908" y="1424589"/>
                  </a:lnTo>
                  <a:lnTo>
                    <a:pt x="1195899" y="1424579"/>
                  </a:lnTo>
                  <a:lnTo>
                    <a:pt x="1195883" y="1424562"/>
                  </a:lnTo>
                  <a:lnTo>
                    <a:pt x="1195869" y="1424544"/>
                  </a:lnTo>
                  <a:lnTo>
                    <a:pt x="1195856" y="1424526"/>
                  </a:lnTo>
                  <a:lnTo>
                    <a:pt x="1195851" y="1424518"/>
                  </a:lnTo>
                  <a:lnTo>
                    <a:pt x="1195842" y="1424509"/>
                  </a:lnTo>
                  <a:lnTo>
                    <a:pt x="1195824" y="1424495"/>
                  </a:lnTo>
                  <a:lnTo>
                    <a:pt x="1195806" y="1424485"/>
                  </a:lnTo>
                  <a:lnTo>
                    <a:pt x="1195787" y="1424473"/>
                  </a:lnTo>
                  <a:lnTo>
                    <a:pt x="1195770" y="1424462"/>
                  </a:lnTo>
                  <a:lnTo>
                    <a:pt x="1195752" y="1424451"/>
                  </a:lnTo>
                  <a:lnTo>
                    <a:pt x="1195736" y="1424439"/>
                  </a:lnTo>
                  <a:lnTo>
                    <a:pt x="1195722" y="1424418"/>
                  </a:lnTo>
                  <a:lnTo>
                    <a:pt x="1195688" y="1424370"/>
                  </a:lnTo>
                  <a:lnTo>
                    <a:pt x="1195676" y="1424353"/>
                  </a:lnTo>
                  <a:lnTo>
                    <a:pt x="1195670" y="1424337"/>
                  </a:lnTo>
                  <a:lnTo>
                    <a:pt x="1195664" y="1424316"/>
                  </a:lnTo>
                  <a:lnTo>
                    <a:pt x="1195660" y="1424306"/>
                  </a:lnTo>
                  <a:lnTo>
                    <a:pt x="1195660" y="1424298"/>
                  </a:lnTo>
                  <a:lnTo>
                    <a:pt x="1195658" y="1424279"/>
                  </a:lnTo>
                  <a:lnTo>
                    <a:pt x="1195653" y="1424258"/>
                  </a:lnTo>
                  <a:lnTo>
                    <a:pt x="1195643" y="1424242"/>
                  </a:lnTo>
                  <a:lnTo>
                    <a:pt x="1195629" y="1424223"/>
                  </a:lnTo>
                  <a:lnTo>
                    <a:pt x="1195617" y="1424205"/>
                  </a:lnTo>
                  <a:lnTo>
                    <a:pt x="1195610" y="1424187"/>
                  </a:lnTo>
                  <a:lnTo>
                    <a:pt x="1195603" y="1424168"/>
                  </a:lnTo>
                  <a:lnTo>
                    <a:pt x="1195599" y="1424158"/>
                  </a:lnTo>
                  <a:lnTo>
                    <a:pt x="1195592" y="1424147"/>
                  </a:lnTo>
                  <a:lnTo>
                    <a:pt x="1195577" y="1424131"/>
                  </a:lnTo>
                  <a:lnTo>
                    <a:pt x="1195561" y="1424113"/>
                  </a:lnTo>
                  <a:lnTo>
                    <a:pt x="1195546" y="1424096"/>
                  </a:lnTo>
                  <a:lnTo>
                    <a:pt x="1195531" y="1424077"/>
                  </a:lnTo>
                  <a:lnTo>
                    <a:pt x="1195525" y="1424059"/>
                  </a:lnTo>
                  <a:lnTo>
                    <a:pt x="1195514" y="1424032"/>
                  </a:lnTo>
                  <a:lnTo>
                    <a:pt x="1195506" y="1424018"/>
                  </a:lnTo>
                  <a:lnTo>
                    <a:pt x="1195502" y="1424014"/>
                  </a:lnTo>
                  <a:lnTo>
                    <a:pt x="1195490" y="1424011"/>
                  </a:lnTo>
                  <a:lnTo>
                    <a:pt x="1195485" y="1424009"/>
                  </a:lnTo>
                  <a:lnTo>
                    <a:pt x="1195479" y="1424004"/>
                  </a:lnTo>
                  <a:lnTo>
                    <a:pt x="1195473" y="1424000"/>
                  </a:lnTo>
                  <a:lnTo>
                    <a:pt x="1195466" y="1423988"/>
                  </a:lnTo>
                  <a:lnTo>
                    <a:pt x="1195452" y="1423970"/>
                  </a:lnTo>
                  <a:lnTo>
                    <a:pt x="1195434" y="1423959"/>
                  </a:lnTo>
                  <a:lnTo>
                    <a:pt x="1195427" y="1423954"/>
                  </a:lnTo>
                  <a:lnTo>
                    <a:pt x="1195416" y="1423950"/>
                  </a:lnTo>
                  <a:lnTo>
                    <a:pt x="1195397" y="1423945"/>
                  </a:lnTo>
                  <a:lnTo>
                    <a:pt x="1195379" y="1423938"/>
                  </a:lnTo>
                  <a:lnTo>
                    <a:pt x="1195361" y="1423930"/>
                  </a:lnTo>
                  <a:lnTo>
                    <a:pt x="1195343" y="1423918"/>
                  </a:lnTo>
                  <a:lnTo>
                    <a:pt x="1195325" y="1423906"/>
                  </a:lnTo>
                  <a:lnTo>
                    <a:pt x="1195318" y="1423900"/>
                  </a:lnTo>
                  <a:lnTo>
                    <a:pt x="1195307" y="1423895"/>
                  </a:lnTo>
                  <a:lnTo>
                    <a:pt x="1195296" y="1423891"/>
                  </a:lnTo>
                  <a:lnTo>
                    <a:pt x="1195288" y="1423886"/>
                  </a:lnTo>
                  <a:lnTo>
                    <a:pt x="1195270" y="1423878"/>
                  </a:lnTo>
                  <a:lnTo>
                    <a:pt x="1195252" y="1423867"/>
                  </a:lnTo>
                  <a:lnTo>
                    <a:pt x="1195233" y="1423852"/>
                  </a:lnTo>
                  <a:lnTo>
                    <a:pt x="1195217" y="1423842"/>
                  </a:lnTo>
                  <a:lnTo>
                    <a:pt x="1195199" y="1423836"/>
                  </a:lnTo>
                  <a:lnTo>
                    <a:pt x="1195180" y="1423834"/>
                  </a:lnTo>
                  <a:lnTo>
                    <a:pt x="1195170" y="1423833"/>
                  </a:lnTo>
                  <a:lnTo>
                    <a:pt x="1195162" y="1423834"/>
                  </a:lnTo>
                  <a:lnTo>
                    <a:pt x="1195144" y="1423838"/>
                  </a:lnTo>
                  <a:lnTo>
                    <a:pt x="1195126" y="1423841"/>
                  </a:lnTo>
                  <a:lnTo>
                    <a:pt x="1195107" y="1423845"/>
                  </a:lnTo>
                  <a:lnTo>
                    <a:pt x="1195089" y="1423852"/>
                  </a:lnTo>
                  <a:lnTo>
                    <a:pt x="1195071" y="1423860"/>
                  </a:lnTo>
                  <a:lnTo>
                    <a:pt x="1195053" y="1423868"/>
                  </a:lnTo>
                  <a:lnTo>
                    <a:pt x="1195039" y="1423876"/>
                  </a:lnTo>
                  <a:lnTo>
                    <a:pt x="1195017" y="1423887"/>
                  </a:lnTo>
                  <a:lnTo>
                    <a:pt x="1194999" y="1423897"/>
                  </a:lnTo>
                  <a:lnTo>
                    <a:pt x="1194981" y="1423906"/>
                  </a:lnTo>
                  <a:lnTo>
                    <a:pt x="1194962" y="1423917"/>
                  </a:lnTo>
                  <a:lnTo>
                    <a:pt x="1194944" y="1423926"/>
                  </a:lnTo>
                  <a:lnTo>
                    <a:pt x="1194926" y="1423930"/>
                  </a:lnTo>
                  <a:lnTo>
                    <a:pt x="1194908" y="1423938"/>
                  </a:lnTo>
                  <a:lnTo>
                    <a:pt x="1194889" y="1423950"/>
                  </a:lnTo>
                  <a:lnTo>
                    <a:pt x="1194871" y="1423965"/>
                  </a:lnTo>
                  <a:lnTo>
                    <a:pt x="1194853" y="1423978"/>
                  </a:lnTo>
                  <a:lnTo>
                    <a:pt x="1194846" y="1423983"/>
                  </a:lnTo>
                  <a:lnTo>
                    <a:pt x="1194835" y="1423986"/>
                  </a:lnTo>
                  <a:lnTo>
                    <a:pt x="1194830" y="1423990"/>
                  </a:lnTo>
                  <a:lnTo>
                    <a:pt x="1194819" y="1423995"/>
                  </a:lnTo>
                  <a:lnTo>
                    <a:pt x="1194799" y="1424002"/>
                  </a:lnTo>
                  <a:lnTo>
                    <a:pt x="1194781" y="1424013"/>
                  </a:lnTo>
                  <a:lnTo>
                    <a:pt x="1194763" y="1424027"/>
                  </a:lnTo>
                  <a:lnTo>
                    <a:pt x="1194744" y="1424040"/>
                  </a:lnTo>
                  <a:lnTo>
                    <a:pt x="1194726" y="1424050"/>
                  </a:lnTo>
                  <a:lnTo>
                    <a:pt x="1194708" y="1424057"/>
                  </a:lnTo>
                  <a:lnTo>
                    <a:pt x="1194703" y="1424058"/>
                  </a:lnTo>
                  <a:lnTo>
                    <a:pt x="1194690" y="1424057"/>
                  </a:lnTo>
                  <a:lnTo>
                    <a:pt x="1194671" y="1424059"/>
                  </a:lnTo>
                  <a:lnTo>
                    <a:pt x="1194653" y="1424064"/>
                  </a:lnTo>
                  <a:lnTo>
                    <a:pt x="1194635" y="1424068"/>
                  </a:lnTo>
                  <a:lnTo>
                    <a:pt x="1194629" y="1424069"/>
                  </a:lnTo>
                  <a:lnTo>
                    <a:pt x="1194623" y="1424069"/>
                  </a:lnTo>
                  <a:lnTo>
                    <a:pt x="1194617" y="1424070"/>
                  </a:lnTo>
                  <a:lnTo>
                    <a:pt x="1194599" y="1424073"/>
                  </a:lnTo>
                  <a:lnTo>
                    <a:pt x="1194581" y="1424077"/>
                  </a:lnTo>
                  <a:lnTo>
                    <a:pt x="1194562" y="1424083"/>
                  </a:lnTo>
                  <a:lnTo>
                    <a:pt x="1194544" y="1424088"/>
                  </a:lnTo>
                  <a:lnTo>
                    <a:pt x="1194526" y="1424090"/>
                  </a:lnTo>
                  <a:lnTo>
                    <a:pt x="1194507" y="1424088"/>
                  </a:lnTo>
                  <a:lnTo>
                    <a:pt x="1194490" y="1424082"/>
                  </a:lnTo>
                  <a:lnTo>
                    <a:pt x="1194482" y="1424079"/>
                  </a:lnTo>
                  <a:lnTo>
                    <a:pt x="1194471" y="1424072"/>
                  </a:lnTo>
                  <a:lnTo>
                    <a:pt x="1194453" y="1424063"/>
                  </a:lnTo>
                  <a:lnTo>
                    <a:pt x="1194446" y="1424061"/>
                  </a:lnTo>
                  <a:lnTo>
                    <a:pt x="1194437" y="1424057"/>
                  </a:lnTo>
                  <a:lnTo>
                    <a:pt x="1194417" y="1424048"/>
                  </a:lnTo>
                  <a:lnTo>
                    <a:pt x="1194399" y="1424039"/>
                  </a:lnTo>
                  <a:lnTo>
                    <a:pt x="1194380" y="1424029"/>
                  </a:lnTo>
                  <a:lnTo>
                    <a:pt x="1194375" y="1424025"/>
                  </a:lnTo>
                  <a:lnTo>
                    <a:pt x="1194362" y="1424020"/>
                  </a:lnTo>
                  <a:lnTo>
                    <a:pt x="1194352" y="1424017"/>
                  </a:lnTo>
                  <a:lnTo>
                    <a:pt x="1194344" y="1424016"/>
                  </a:lnTo>
                  <a:lnTo>
                    <a:pt x="1194326" y="1424009"/>
                  </a:lnTo>
                  <a:lnTo>
                    <a:pt x="1194308" y="1424002"/>
                  </a:lnTo>
                  <a:lnTo>
                    <a:pt x="1194289" y="1423995"/>
                  </a:lnTo>
                  <a:lnTo>
                    <a:pt x="1194271" y="1423990"/>
                  </a:lnTo>
                  <a:lnTo>
                    <a:pt x="1194253" y="1423984"/>
                  </a:lnTo>
                  <a:lnTo>
                    <a:pt x="1194240" y="1423980"/>
                  </a:lnTo>
                  <a:lnTo>
                    <a:pt x="1194225" y="1423975"/>
                  </a:lnTo>
                  <a:lnTo>
                    <a:pt x="1194217" y="1423970"/>
                  </a:lnTo>
                  <a:lnTo>
                    <a:pt x="1194198" y="1423962"/>
                  </a:lnTo>
                  <a:lnTo>
                    <a:pt x="1194180" y="1423953"/>
                  </a:lnTo>
                  <a:lnTo>
                    <a:pt x="1194162" y="1423942"/>
                  </a:lnTo>
                  <a:lnTo>
                    <a:pt x="1194142" y="1423927"/>
                  </a:lnTo>
                  <a:lnTo>
                    <a:pt x="1194135" y="1423919"/>
                  </a:lnTo>
                  <a:lnTo>
                    <a:pt x="1194132" y="1423910"/>
                  </a:lnTo>
                  <a:lnTo>
                    <a:pt x="1194123" y="1423891"/>
                  </a:lnTo>
                  <a:lnTo>
                    <a:pt x="1194117" y="1423873"/>
                  </a:lnTo>
                  <a:lnTo>
                    <a:pt x="1194112" y="1423855"/>
                  </a:lnTo>
                  <a:lnTo>
                    <a:pt x="1194108" y="1423836"/>
                  </a:lnTo>
                  <a:lnTo>
                    <a:pt x="1194105" y="1423818"/>
                  </a:lnTo>
                  <a:lnTo>
                    <a:pt x="1194105" y="1423808"/>
                  </a:lnTo>
                  <a:lnTo>
                    <a:pt x="1194102" y="1423799"/>
                  </a:lnTo>
                  <a:lnTo>
                    <a:pt x="1194100" y="1423781"/>
                  </a:lnTo>
                  <a:lnTo>
                    <a:pt x="1194095" y="1423762"/>
                  </a:lnTo>
                  <a:lnTo>
                    <a:pt x="1194092" y="1423755"/>
                  </a:lnTo>
                  <a:lnTo>
                    <a:pt x="1194085" y="1423742"/>
                  </a:lnTo>
                  <a:lnTo>
                    <a:pt x="1194079" y="1423740"/>
                  </a:lnTo>
                  <a:lnTo>
                    <a:pt x="1194068" y="1423743"/>
                  </a:lnTo>
                  <a:lnTo>
                    <a:pt x="1194058" y="1423745"/>
                  </a:lnTo>
                  <a:lnTo>
                    <a:pt x="1194045" y="1423747"/>
                  </a:lnTo>
                  <a:lnTo>
                    <a:pt x="1194027" y="1423745"/>
                  </a:lnTo>
                  <a:lnTo>
                    <a:pt x="1194012" y="1423728"/>
                  </a:lnTo>
                  <a:lnTo>
                    <a:pt x="1193997" y="1423704"/>
                  </a:lnTo>
                  <a:lnTo>
                    <a:pt x="1193989" y="1423692"/>
                  </a:lnTo>
                  <a:lnTo>
                    <a:pt x="1193960" y="1423675"/>
                  </a:lnTo>
                  <a:lnTo>
                    <a:pt x="1193907" y="1423604"/>
                  </a:lnTo>
                  <a:lnTo>
                    <a:pt x="1193899" y="1423589"/>
                  </a:lnTo>
                  <a:lnTo>
                    <a:pt x="1193893" y="1423573"/>
                  </a:lnTo>
                  <a:lnTo>
                    <a:pt x="1193889" y="1423565"/>
                  </a:lnTo>
                  <a:lnTo>
                    <a:pt x="1193887" y="1423552"/>
                  </a:lnTo>
                  <a:lnTo>
                    <a:pt x="1193884" y="1423533"/>
                  </a:lnTo>
                  <a:lnTo>
                    <a:pt x="1193880" y="1423515"/>
                  </a:lnTo>
                  <a:lnTo>
                    <a:pt x="1193876" y="1423497"/>
                  </a:lnTo>
                  <a:lnTo>
                    <a:pt x="1193870" y="1423478"/>
                  </a:lnTo>
                  <a:lnTo>
                    <a:pt x="1193865" y="1423460"/>
                  </a:lnTo>
                  <a:lnTo>
                    <a:pt x="1193862" y="1423452"/>
                  </a:lnTo>
                  <a:lnTo>
                    <a:pt x="1193862" y="1423441"/>
                  </a:lnTo>
                  <a:lnTo>
                    <a:pt x="1193861" y="1423421"/>
                  </a:lnTo>
                  <a:lnTo>
                    <a:pt x="1193862" y="1423404"/>
                  </a:lnTo>
                  <a:lnTo>
                    <a:pt x="1193864" y="1423386"/>
                  </a:lnTo>
                  <a:lnTo>
                    <a:pt x="1193867" y="1423367"/>
                  </a:lnTo>
                  <a:lnTo>
                    <a:pt x="1193873" y="1423349"/>
                  </a:lnTo>
                  <a:lnTo>
                    <a:pt x="1193880" y="1423328"/>
                  </a:lnTo>
                  <a:lnTo>
                    <a:pt x="1193889" y="1423289"/>
                  </a:lnTo>
                  <a:lnTo>
                    <a:pt x="1193889" y="1423271"/>
                  </a:lnTo>
                  <a:lnTo>
                    <a:pt x="1193891" y="1423253"/>
                  </a:lnTo>
                  <a:lnTo>
                    <a:pt x="1193897" y="1423234"/>
                  </a:lnTo>
                  <a:lnTo>
                    <a:pt x="1193900" y="1423224"/>
                  </a:lnTo>
                  <a:lnTo>
                    <a:pt x="1193904" y="1423216"/>
                  </a:lnTo>
                  <a:lnTo>
                    <a:pt x="1193910" y="1423197"/>
                  </a:lnTo>
                  <a:lnTo>
                    <a:pt x="1193918" y="1423179"/>
                  </a:lnTo>
                  <a:lnTo>
                    <a:pt x="1193930" y="1423160"/>
                  </a:lnTo>
                  <a:lnTo>
                    <a:pt x="1193937" y="1423141"/>
                  </a:lnTo>
                  <a:lnTo>
                    <a:pt x="1193942" y="1423133"/>
                  </a:lnTo>
                  <a:lnTo>
                    <a:pt x="1193944" y="1423123"/>
                  </a:lnTo>
                  <a:lnTo>
                    <a:pt x="1193955" y="1423104"/>
                  </a:lnTo>
                  <a:lnTo>
                    <a:pt x="1193964" y="1423086"/>
                  </a:lnTo>
                  <a:lnTo>
                    <a:pt x="1193971" y="1423068"/>
                  </a:lnTo>
                  <a:lnTo>
                    <a:pt x="1193975" y="1423049"/>
                  </a:lnTo>
                  <a:lnTo>
                    <a:pt x="1193975" y="1423042"/>
                  </a:lnTo>
                  <a:lnTo>
                    <a:pt x="1193971" y="1423031"/>
                  </a:lnTo>
                  <a:lnTo>
                    <a:pt x="1193967" y="1423012"/>
                  </a:lnTo>
                  <a:lnTo>
                    <a:pt x="1193963" y="1422994"/>
                  </a:lnTo>
                  <a:lnTo>
                    <a:pt x="1193962" y="1422975"/>
                  </a:lnTo>
                  <a:lnTo>
                    <a:pt x="1193962" y="1422965"/>
                  </a:lnTo>
                  <a:lnTo>
                    <a:pt x="1193964" y="1422956"/>
                  </a:lnTo>
                  <a:lnTo>
                    <a:pt x="1193968" y="1422938"/>
                  </a:lnTo>
                  <a:lnTo>
                    <a:pt x="1193965" y="1422917"/>
                  </a:lnTo>
                  <a:lnTo>
                    <a:pt x="1193969" y="1422897"/>
                  </a:lnTo>
                  <a:lnTo>
                    <a:pt x="1193972" y="1422883"/>
                  </a:lnTo>
                  <a:lnTo>
                    <a:pt x="1193977" y="1422876"/>
                  </a:lnTo>
                  <a:lnTo>
                    <a:pt x="1193989" y="1422863"/>
                  </a:lnTo>
                  <a:lnTo>
                    <a:pt x="1194004" y="1422848"/>
                  </a:lnTo>
                  <a:lnTo>
                    <a:pt x="1194014" y="1422830"/>
                  </a:lnTo>
                  <a:lnTo>
                    <a:pt x="1194018" y="1422823"/>
                  </a:lnTo>
                  <a:lnTo>
                    <a:pt x="1194020" y="1422811"/>
                  </a:lnTo>
                  <a:lnTo>
                    <a:pt x="1194021" y="1422793"/>
                  </a:lnTo>
                  <a:lnTo>
                    <a:pt x="1194021" y="1422785"/>
                  </a:lnTo>
                  <a:lnTo>
                    <a:pt x="1194019" y="1422779"/>
                  </a:lnTo>
                  <a:lnTo>
                    <a:pt x="1194014" y="1422774"/>
                  </a:lnTo>
                  <a:lnTo>
                    <a:pt x="1193998" y="1422758"/>
                  </a:lnTo>
                  <a:lnTo>
                    <a:pt x="1193993" y="1422753"/>
                  </a:lnTo>
                  <a:lnTo>
                    <a:pt x="1193987" y="1422745"/>
                  </a:lnTo>
                  <a:lnTo>
                    <a:pt x="1193986" y="1422740"/>
                  </a:lnTo>
                  <a:lnTo>
                    <a:pt x="1193982" y="1422735"/>
                  </a:lnTo>
                  <a:lnTo>
                    <a:pt x="1193979" y="1422721"/>
                  </a:lnTo>
                  <a:lnTo>
                    <a:pt x="1193974" y="1422703"/>
                  </a:lnTo>
                  <a:lnTo>
                    <a:pt x="1193972" y="1422696"/>
                  </a:lnTo>
                  <a:lnTo>
                    <a:pt x="1193965" y="1422684"/>
                  </a:lnTo>
                  <a:lnTo>
                    <a:pt x="1193952" y="1422667"/>
                  </a:lnTo>
                  <a:lnTo>
                    <a:pt x="1193949" y="1422660"/>
                  </a:lnTo>
                  <a:lnTo>
                    <a:pt x="1193952" y="1422648"/>
                  </a:lnTo>
                  <a:lnTo>
                    <a:pt x="1193952" y="1422630"/>
                  </a:lnTo>
                  <a:lnTo>
                    <a:pt x="1193952" y="1422612"/>
                  </a:lnTo>
                  <a:lnTo>
                    <a:pt x="1193955" y="1422602"/>
                  </a:lnTo>
                  <a:lnTo>
                    <a:pt x="1193955" y="1422591"/>
                  </a:lnTo>
                  <a:lnTo>
                    <a:pt x="1193949" y="1422575"/>
                  </a:lnTo>
                  <a:lnTo>
                    <a:pt x="1193942" y="1422563"/>
                  </a:lnTo>
                  <a:lnTo>
                    <a:pt x="1193939" y="1422556"/>
                  </a:lnTo>
                  <a:lnTo>
                    <a:pt x="1193936" y="1422538"/>
                  </a:lnTo>
                  <a:lnTo>
                    <a:pt x="1193932" y="1422519"/>
                  </a:lnTo>
                  <a:lnTo>
                    <a:pt x="1193927" y="1422501"/>
                  </a:lnTo>
                  <a:lnTo>
                    <a:pt x="1193927" y="1422493"/>
                  </a:lnTo>
                  <a:lnTo>
                    <a:pt x="1193923" y="1422482"/>
                  </a:lnTo>
                  <a:lnTo>
                    <a:pt x="1193920" y="1422464"/>
                  </a:lnTo>
                  <a:lnTo>
                    <a:pt x="1193920" y="1422458"/>
                  </a:lnTo>
                  <a:lnTo>
                    <a:pt x="1193921" y="1422432"/>
                  </a:lnTo>
                  <a:lnTo>
                    <a:pt x="1193919" y="1422423"/>
                  </a:lnTo>
                  <a:lnTo>
                    <a:pt x="1193912" y="1422416"/>
                  </a:lnTo>
                  <a:lnTo>
                    <a:pt x="1193899" y="1422411"/>
                  </a:lnTo>
                  <a:lnTo>
                    <a:pt x="1193881" y="1422400"/>
                  </a:lnTo>
                  <a:lnTo>
                    <a:pt x="1193862" y="1422390"/>
                  </a:lnTo>
                  <a:lnTo>
                    <a:pt x="1193844" y="1422381"/>
                  </a:lnTo>
                  <a:lnTo>
                    <a:pt x="1193826" y="1422370"/>
                  </a:lnTo>
                  <a:lnTo>
                    <a:pt x="1193810" y="1422353"/>
                  </a:lnTo>
                  <a:lnTo>
                    <a:pt x="1193797" y="1422335"/>
                  </a:lnTo>
                  <a:lnTo>
                    <a:pt x="1193783" y="1422316"/>
                  </a:lnTo>
                  <a:lnTo>
                    <a:pt x="1193776" y="1422303"/>
                  </a:lnTo>
                  <a:lnTo>
                    <a:pt x="1193776" y="1422296"/>
                  </a:lnTo>
                  <a:lnTo>
                    <a:pt x="1193778" y="1422279"/>
                  </a:lnTo>
                  <a:lnTo>
                    <a:pt x="1193782" y="1422261"/>
                  </a:lnTo>
                  <a:lnTo>
                    <a:pt x="1193783" y="1422243"/>
                  </a:lnTo>
                  <a:lnTo>
                    <a:pt x="1193782" y="1422224"/>
                  </a:lnTo>
                  <a:lnTo>
                    <a:pt x="1193778" y="1422205"/>
                  </a:lnTo>
                  <a:lnTo>
                    <a:pt x="1193779" y="1422194"/>
                  </a:lnTo>
                  <a:lnTo>
                    <a:pt x="1193781" y="1422187"/>
                  </a:lnTo>
                  <a:lnTo>
                    <a:pt x="1193783" y="1422168"/>
                  </a:lnTo>
                  <a:lnTo>
                    <a:pt x="1193783" y="1422150"/>
                  </a:lnTo>
                  <a:lnTo>
                    <a:pt x="1193783" y="1422140"/>
                  </a:lnTo>
                  <a:lnTo>
                    <a:pt x="1193781" y="1422132"/>
                  </a:lnTo>
                  <a:lnTo>
                    <a:pt x="1193777" y="1422123"/>
                  </a:lnTo>
                  <a:lnTo>
                    <a:pt x="1193776" y="1422113"/>
                  </a:lnTo>
                  <a:lnTo>
                    <a:pt x="1193772" y="1422094"/>
                  </a:lnTo>
                  <a:lnTo>
                    <a:pt x="1193769" y="1422076"/>
                  </a:lnTo>
                  <a:lnTo>
                    <a:pt x="1193771" y="1422057"/>
                  </a:lnTo>
                  <a:lnTo>
                    <a:pt x="1193771" y="1422039"/>
                  </a:lnTo>
                  <a:lnTo>
                    <a:pt x="1193769" y="1422021"/>
                  </a:lnTo>
                  <a:lnTo>
                    <a:pt x="1193769" y="1422012"/>
                  </a:lnTo>
                  <a:lnTo>
                    <a:pt x="1193764" y="1422002"/>
                  </a:lnTo>
                  <a:lnTo>
                    <a:pt x="1193759" y="1421992"/>
                  </a:lnTo>
                  <a:lnTo>
                    <a:pt x="1193757" y="1421984"/>
                  </a:lnTo>
                  <a:lnTo>
                    <a:pt x="1193753" y="1421973"/>
                  </a:lnTo>
                  <a:lnTo>
                    <a:pt x="1193753" y="1421965"/>
                  </a:lnTo>
                  <a:lnTo>
                    <a:pt x="1193749" y="1421947"/>
                  </a:lnTo>
                  <a:lnTo>
                    <a:pt x="1193746" y="1421928"/>
                  </a:lnTo>
                  <a:lnTo>
                    <a:pt x="1193744" y="1421909"/>
                  </a:lnTo>
                  <a:lnTo>
                    <a:pt x="1193744" y="1421902"/>
                  </a:lnTo>
                  <a:lnTo>
                    <a:pt x="1193748" y="1421891"/>
                  </a:lnTo>
                  <a:lnTo>
                    <a:pt x="1193753" y="1421872"/>
                  </a:lnTo>
                  <a:lnTo>
                    <a:pt x="1193757" y="1421850"/>
                  </a:lnTo>
                  <a:lnTo>
                    <a:pt x="1193760" y="1421835"/>
                  </a:lnTo>
                  <a:lnTo>
                    <a:pt x="1193760" y="1421823"/>
                  </a:lnTo>
                  <a:lnTo>
                    <a:pt x="1193760" y="1421813"/>
                  </a:lnTo>
                  <a:lnTo>
                    <a:pt x="1193766" y="1421805"/>
                  </a:lnTo>
                  <a:lnTo>
                    <a:pt x="1193772" y="1421799"/>
                  </a:lnTo>
                  <a:lnTo>
                    <a:pt x="1193787" y="1421779"/>
                  </a:lnTo>
                  <a:lnTo>
                    <a:pt x="1193795" y="1421763"/>
                  </a:lnTo>
                  <a:lnTo>
                    <a:pt x="1193808" y="1421744"/>
                  </a:lnTo>
                  <a:lnTo>
                    <a:pt x="1193819" y="1421726"/>
                  </a:lnTo>
                  <a:lnTo>
                    <a:pt x="1193829" y="1421707"/>
                  </a:lnTo>
                  <a:lnTo>
                    <a:pt x="1193849" y="1421672"/>
                  </a:lnTo>
                  <a:lnTo>
                    <a:pt x="1193861" y="1421653"/>
                  </a:lnTo>
                  <a:lnTo>
                    <a:pt x="1193875" y="1421636"/>
                  </a:lnTo>
                  <a:lnTo>
                    <a:pt x="1193891" y="1421619"/>
                  </a:lnTo>
                  <a:lnTo>
                    <a:pt x="1193907" y="1421601"/>
                  </a:lnTo>
                  <a:lnTo>
                    <a:pt x="1193920" y="1421583"/>
                  </a:lnTo>
                  <a:lnTo>
                    <a:pt x="1193934" y="1421564"/>
                  </a:lnTo>
                  <a:lnTo>
                    <a:pt x="1193937" y="1421558"/>
                  </a:lnTo>
                  <a:lnTo>
                    <a:pt x="1193940" y="1421530"/>
                  </a:lnTo>
                  <a:lnTo>
                    <a:pt x="1193938" y="1421523"/>
                  </a:lnTo>
                  <a:lnTo>
                    <a:pt x="1193937" y="1421505"/>
                  </a:lnTo>
                  <a:lnTo>
                    <a:pt x="1193934" y="1421486"/>
                  </a:lnTo>
                  <a:lnTo>
                    <a:pt x="1193932" y="1421468"/>
                  </a:lnTo>
                  <a:lnTo>
                    <a:pt x="1193931" y="1421462"/>
                  </a:lnTo>
                  <a:lnTo>
                    <a:pt x="1193932" y="1421450"/>
                  </a:lnTo>
                  <a:lnTo>
                    <a:pt x="1193927" y="1421431"/>
                  </a:lnTo>
                  <a:lnTo>
                    <a:pt x="1193921" y="1421413"/>
                  </a:lnTo>
                  <a:lnTo>
                    <a:pt x="1193915" y="1421394"/>
                  </a:lnTo>
                  <a:lnTo>
                    <a:pt x="1193914" y="1421387"/>
                  </a:lnTo>
                  <a:lnTo>
                    <a:pt x="1193909" y="1421378"/>
                  </a:lnTo>
                  <a:lnTo>
                    <a:pt x="1193909" y="1421366"/>
                  </a:lnTo>
                  <a:lnTo>
                    <a:pt x="1193918" y="1421339"/>
                  </a:lnTo>
                  <a:lnTo>
                    <a:pt x="1193918" y="1421328"/>
                  </a:lnTo>
                  <a:lnTo>
                    <a:pt x="1193918" y="1421318"/>
                  </a:lnTo>
                  <a:lnTo>
                    <a:pt x="1193916" y="1421309"/>
                  </a:lnTo>
                  <a:lnTo>
                    <a:pt x="1193911" y="1421291"/>
                  </a:lnTo>
                  <a:lnTo>
                    <a:pt x="1193905" y="1421272"/>
                  </a:lnTo>
                  <a:lnTo>
                    <a:pt x="1193897" y="1421254"/>
                  </a:lnTo>
                  <a:lnTo>
                    <a:pt x="1193894" y="1421235"/>
                  </a:lnTo>
                  <a:lnTo>
                    <a:pt x="1193890" y="1421217"/>
                  </a:lnTo>
                  <a:lnTo>
                    <a:pt x="1193890" y="1421211"/>
                  </a:lnTo>
                  <a:lnTo>
                    <a:pt x="1193886" y="1421199"/>
                  </a:lnTo>
                  <a:lnTo>
                    <a:pt x="1193881" y="1421180"/>
                  </a:lnTo>
                  <a:lnTo>
                    <a:pt x="1193878" y="1421171"/>
                  </a:lnTo>
                  <a:lnTo>
                    <a:pt x="1193878" y="1421162"/>
                  </a:lnTo>
                  <a:lnTo>
                    <a:pt x="1193878" y="1421152"/>
                  </a:lnTo>
                  <a:lnTo>
                    <a:pt x="1193878" y="1421143"/>
                  </a:lnTo>
                  <a:lnTo>
                    <a:pt x="1193877" y="1421124"/>
                  </a:lnTo>
                  <a:lnTo>
                    <a:pt x="1193870" y="1421106"/>
                  </a:lnTo>
                  <a:lnTo>
                    <a:pt x="1193863" y="1421087"/>
                  </a:lnTo>
                  <a:lnTo>
                    <a:pt x="1193859" y="1421078"/>
                  </a:lnTo>
                  <a:lnTo>
                    <a:pt x="1193859" y="1421069"/>
                  </a:lnTo>
                  <a:lnTo>
                    <a:pt x="1193855" y="1421050"/>
                  </a:lnTo>
                  <a:lnTo>
                    <a:pt x="1193854" y="1421043"/>
                  </a:lnTo>
                  <a:lnTo>
                    <a:pt x="1193847" y="1421032"/>
                  </a:lnTo>
                  <a:lnTo>
                    <a:pt x="1193843" y="1421027"/>
                  </a:lnTo>
                  <a:lnTo>
                    <a:pt x="1193830" y="1421019"/>
                  </a:lnTo>
                  <a:lnTo>
                    <a:pt x="1193814" y="1421008"/>
                  </a:lnTo>
                  <a:lnTo>
                    <a:pt x="1193796" y="1420985"/>
                  </a:lnTo>
                  <a:lnTo>
                    <a:pt x="1193790" y="1420977"/>
                  </a:lnTo>
                  <a:lnTo>
                    <a:pt x="1193787" y="1420967"/>
                  </a:lnTo>
                  <a:lnTo>
                    <a:pt x="1193782" y="1420948"/>
                  </a:lnTo>
                  <a:lnTo>
                    <a:pt x="1193782" y="1420941"/>
                  </a:lnTo>
                  <a:lnTo>
                    <a:pt x="1193778" y="1420930"/>
                  </a:lnTo>
                  <a:lnTo>
                    <a:pt x="1193772" y="1420911"/>
                  </a:lnTo>
                  <a:lnTo>
                    <a:pt x="1193766" y="1420893"/>
                  </a:lnTo>
                  <a:lnTo>
                    <a:pt x="1193761" y="1420866"/>
                  </a:lnTo>
                  <a:lnTo>
                    <a:pt x="1193756" y="1420855"/>
                  </a:lnTo>
                  <a:lnTo>
                    <a:pt x="1193744" y="1420827"/>
                  </a:lnTo>
                  <a:lnTo>
                    <a:pt x="1193739" y="1420822"/>
                  </a:lnTo>
                  <a:lnTo>
                    <a:pt x="1193732" y="1420808"/>
                  </a:lnTo>
                  <a:lnTo>
                    <a:pt x="1193721" y="1420790"/>
                  </a:lnTo>
                  <a:lnTo>
                    <a:pt x="1193716" y="1420771"/>
                  </a:lnTo>
                  <a:lnTo>
                    <a:pt x="1193708" y="1420752"/>
                  </a:lnTo>
                  <a:lnTo>
                    <a:pt x="1193705" y="1420745"/>
                  </a:lnTo>
                  <a:lnTo>
                    <a:pt x="1193702" y="1420734"/>
                  </a:lnTo>
                  <a:lnTo>
                    <a:pt x="1193700" y="1420716"/>
                  </a:lnTo>
                  <a:lnTo>
                    <a:pt x="1193700" y="1420697"/>
                  </a:lnTo>
                  <a:lnTo>
                    <a:pt x="1193702" y="1420679"/>
                  </a:lnTo>
                  <a:lnTo>
                    <a:pt x="1193706" y="1420660"/>
                  </a:lnTo>
                  <a:lnTo>
                    <a:pt x="1193709" y="1420642"/>
                  </a:lnTo>
                  <a:lnTo>
                    <a:pt x="1193712" y="1420623"/>
                  </a:lnTo>
                  <a:lnTo>
                    <a:pt x="1193712" y="1420605"/>
                  </a:lnTo>
                  <a:lnTo>
                    <a:pt x="1193715" y="1420586"/>
                  </a:lnTo>
                  <a:lnTo>
                    <a:pt x="1193721" y="1420568"/>
                  </a:lnTo>
                  <a:lnTo>
                    <a:pt x="1193724" y="1420549"/>
                  </a:lnTo>
                  <a:lnTo>
                    <a:pt x="1193722" y="1420531"/>
                  </a:lnTo>
                  <a:lnTo>
                    <a:pt x="1193720" y="1420512"/>
                  </a:lnTo>
                  <a:lnTo>
                    <a:pt x="1193719" y="1420499"/>
                  </a:lnTo>
                  <a:lnTo>
                    <a:pt x="1193716" y="1420494"/>
                  </a:lnTo>
                  <a:lnTo>
                    <a:pt x="1193710" y="1420475"/>
                  </a:lnTo>
                  <a:lnTo>
                    <a:pt x="1193705" y="1420458"/>
                  </a:lnTo>
                  <a:lnTo>
                    <a:pt x="1193705" y="1420450"/>
                  </a:lnTo>
                  <a:lnTo>
                    <a:pt x="1193712" y="1420437"/>
                  </a:lnTo>
                  <a:lnTo>
                    <a:pt x="1193721" y="1420420"/>
                  </a:lnTo>
                  <a:lnTo>
                    <a:pt x="1193728" y="1420401"/>
                  </a:lnTo>
                  <a:lnTo>
                    <a:pt x="1193736" y="1420385"/>
                  </a:lnTo>
                  <a:lnTo>
                    <a:pt x="1193736" y="1420378"/>
                  </a:lnTo>
                  <a:lnTo>
                    <a:pt x="1193743" y="1420364"/>
                  </a:lnTo>
                  <a:lnTo>
                    <a:pt x="1193749" y="1420355"/>
                  </a:lnTo>
                  <a:lnTo>
                    <a:pt x="1193756" y="1420347"/>
                  </a:lnTo>
                  <a:lnTo>
                    <a:pt x="1193774" y="1420329"/>
                  </a:lnTo>
                  <a:lnTo>
                    <a:pt x="1193792" y="1420316"/>
                  </a:lnTo>
                  <a:lnTo>
                    <a:pt x="1193810" y="1420305"/>
                  </a:lnTo>
                  <a:lnTo>
                    <a:pt x="1193828" y="1420295"/>
                  </a:lnTo>
                  <a:lnTo>
                    <a:pt x="1193847" y="1420285"/>
                  </a:lnTo>
                  <a:lnTo>
                    <a:pt x="1193865" y="1420277"/>
                  </a:lnTo>
                  <a:lnTo>
                    <a:pt x="1193883" y="1420264"/>
                  </a:lnTo>
                  <a:lnTo>
                    <a:pt x="1193901" y="1420253"/>
                  </a:lnTo>
                  <a:lnTo>
                    <a:pt x="1193920" y="1420244"/>
                  </a:lnTo>
                  <a:lnTo>
                    <a:pt x="1193927" y="1420237"/>
                  </a:lnTo>
                  <a:lnTo>
                    <a:pt x="1193927" y="1420219"/>
                  </a:lnTo>
                  <a:lnTo>
                    <a:pt x="1193922" y="1420178"/>
                  </a:lnTo>
                  <a:lnTo>
                    <a:pt x="1193916" y="1420160"/>
                  </a:lnTo>
                  <a:lnTo>
                    <a:pt x="1193906" y="1420141"/>
                  </a:lnTo>
                  <a:lnTo>
                    <a:pt x="1193896" y="1420109"/>
                  </a:lnTo>
                  <a:lnTo>
                    <a:pt x="1193894" y="1420103"/>
                  </a:lnTo>
                  <a:lnTo>
                    <a:pt x="1193894" y="1420094"/>
                  </a:lnTo>
                  <a:lnTo>
                    <a:pt x="1193891" y="1420076"/>
                  </a:lnTo>
                  <a:lnTo>
                    <a:pt x="1193889" y="1420057"/>
                  </a:lnTo>
                  <a:lnTo>
                    <a:pt x="1193881" y="1420039"/>
                  </a:lnTo>
                  <a:lnTo>
                    <a:pt x="1193867" y="1420020"/>
                  </a:lnTo>
                  <a:lnTo>
                    <a:pt x="1193852" y="1420002"/>
                  </a:lnTo>
                  <a:lnTo>
                    <a:pt x="1193849" y="1419997"/>
                  </a:lnTo>
                  <a:lnTo>
                    <a:pt x="1193844" y="1419983"/>
                  </a:lnTo>
                  <a:lnTo>
                    <a:pt x="1193836" y="1419965"/>
                  </a:lnTo>
                  <a:lnTo>
                    <a:pt x="1193828" y="1419946"/>
                  </a:lnTo>
                  <a:lnTo>
                    <a:pt x="1193816" y="1419928"/>
                  </a:lnTo>
                  <a:lnTo>
                    <a:pt x="1193805" y="1419910"/>
                  </a:lnTo>
                  <a:lnTo>
                    <a:pt x="1193797" y="1419891"/>
                  </a:lnTo>
                  <a:lnTo>
                    <a:pt x="1193789" y="1419873"/>
                  </a:lnTo>
                  <a:lnTo>
                    <a:pt x="1193775" y="1419854"/>
                  </a:lnTo>
                  <a:lnTo>
                    <a:pt x="1193759" y="1419838"/>
                  </a:lnTo>
                  <a:lnTo>
                    <a:pt x="1193741" y="1419823"/>
                  </a:lnTo>
                  <a:lnTo>
                    <a:pt x="1193733" y="1419816"/>
                  </a:lnTo>
                  <a:lnTo>
                    <a:pt x="1193725" y="1419805"/>
                  </a:lnTo>
                  <a:lnTo>
                    <a:pt x="1193732" y="1419788"/>
                  </a:lnTo>
                  <a:lnTo>
                    <a:pt x="1193738" y="1419769"/>
                  </a:lnTo>
                  <a:lnTo>
                    <a:pt x="1193744" y="1419751"/>
                  </a:lnTo>
                  <a:lnTo>
                    <a:pt x="1193747" y="1419739"/>
                  </a:lnTo>
                  <a:lnTo>
                    <a:pt x="1193747" y="1419732"/>
                  </a:lnTo>
                  <a:lnTo>
                    <a:pt x="1193747" y="1419714"/>
                  </a:lnTo>
                  <a:lnTo>
                    <a:pt x="1193746" y="1419695"/>
                  </a:lnTo>
                  <a:lnTo>
                    <a:pt x="1193750" y="1419677"/>
                  </a:lnTo>
                  <a:lnTo>
                    <a:pt x="1193757" y="1419658"/>
                  </a:lnTo>
                  <a:lnTo>
                    <a:pt x="1193762" y="1419647"/>
                  </a:lnTo>
                  <a:lnTo>
                    <a:pt x="1193766" y="1419640"/>
                  </a:lnTo>
                  <a:lnTo>
                    <a:pt x="1193775" y="1419621"/>
                  </a:lnTo>
                  <a:lnTo>
                    <a:pt x="1193786" y="1419603"/>
                  </a:lnTo>
                  <a:lnTo>
                    <a:pt x="1193790" y="1419584"/>
                  </a:lnTo>
                  <a:lnTo>
                    <a:pt x="1193793" y="1419576"/>
                  </a:lnTo>
                  <a:lnTo>
                    <a:pt x="1193794" y="1419566"/>
                  </a:lnTo>
                  <a:lnTo>
                    <a:pt x="1193804" y="1419547"/>
                  </a:lnTo>
                  <a:lnTo>
                    <a:pt x="1193808" y="1419540"/>
                  </a:lnTo>
                  <a:lnTo>
                    <a:pt x="1193816" y="1419526"/>
                  </a:lnTo>
                  <a:lnTo>
                    <a:pt x="1193826" y="1419510"/>
                  </a:lnTo>
                  <a:lnTo>
                    <a:pt x="1193833" y="1419498"/>
                  </a:lnTo>
                  <a:lnTo>
                    <a:pt x="1193835" y="1419491"/>
                  </a:lnTo>
                  <a:lnTo>
                    <a:pt x="1193832" y="1419481"/>
                  </a:lnTo>
                  <a:lnTo>
                    <a:pt x="1193829" y="1419473"/>
                  </a:lnTo>
                  <a:lnTo>
                    <a:pt x="1193824" y="1419455"/>
                  </a:lnTo>
                  <a:lnTo>
                    <a:pt x="1193818" y="1419436"/>
                  </a:lnTo>
                  <a:lnTo>
                    <a:pt x="1193815" y="1419427"/>
                  </a:lnTo>
                  <a:lnTo>
                    <a:pt x="1193812" y="1419418"/>
                  </a:lnTo>
                  <a:lnTo>
                    <a:pt x="1193805" y="1419399"/>
                  </a:lnTo>
                  <a:lnTo>
                    <a:pt x="1193798" y="1419381"/>
                  </a:lnTo>
                  <a:lnTo>
                    <a:pt x="1193790" y="1419362"/>
                  </a:lnTo>
                  <a:lnTo>
                    <a:pt x="1193782" y="1419344"/>
                  </a:lnTo>
                  <a:lnTo>
                    <a:pt x="1193777" y="1419325"/>
                  </a:lnTo>
                  <a:lnTo>
                    <a:pt x="1193776" y="1419307"/>
                  </a:lnTo>
                  <a:lnTo>
                    <a:pt x="1193774" y="1419289"/>
                  </a:lnTo>
                  <a:lnTo>
                    <a:pt x="1193774" y="1419270"/>
                  </a:lnTo>
                  <a:lnTo>
                    <a:pt x="1193769" y="1419252"/>
                  </a:lnTo>
                  <a:lnTo>
                    <a:pt x="1193763" y="1419233"/>
                  </a:lnTo>
                  <a:lnTo>
                    <a:pt x="1193758" y="1419214"/>
                  </a:lnTo>
                  <a:lnTo>
                    <a:pt x="1193752" y="1419196"/>
                  </a:lnTo>
                  <a:lnTo>
                    <a:pt x="1193744" y="1419178"/>
                  </a:lnTo>
                  <a:lnTo>
                    <a:pt x="1193734" y="1419159"/>
                  </a:lnTo>
                  <a:lnTo>
                    <a:pt x="1193723" y="1419141"/>
                  </a:lnTo>
                  <a:lnTo>
                    <a:pt x="1193714" y="1419122"/>
                  </a:lnTo>
                  <a:lnTo>
                    <a:pt x="1193710" y="1419115"/>
                  </a:lnTo>
                  <a:lnTo>
                    <a:pt x="1193706" y="1419104"/>
                  </a:lnTo>
                  <a:lnTo>
                    <a:pt x="1193699" y="1419089"/>
                  </a:lnTo>
                  <a:lnTo>
                    <a:pt x="1193697" y="1419083"/>
                  </a:lnTo>
                  <a:lnTo>
                    <a:pt x="1193678" y="1419052"/>
                  </a:lnTo>
                  <a:lnTo>
                    <a:pt x="1193660" y="1419035"/>
                  </a:lnTo>
                  <a:lnTo>
                    <a:pt x="1193641" y="1419020"/>
                  </a:lnTo>
                  <a:lnTo>
                    <a:pt x="1193623" y="1419009"/>
                  </a:lnTo>
                  <a:lnTo>
                    <a:pt x="1193609" y="1419002"/>
                  </a:lnTo>
                  <a:lnTo>
                    <a:pt x="1193602" y="1418998"/>
                  </a:lnTo>
                  <a:lnTo>
                    <a:pt x="1193596" y="1418993"/>
                  </a:lnTo>
                  <a:lnTo>
                    <a:pt x="1193592" y="1418988"/>
                  </a:lnTo>
                  <a:lnTo>
                    <a:pt x="1193591" y="1418974"/>
                  </a:lnTo>
                  <a:lnTo>
                    <a:pt x="1193589" y="1418954"/>
                  </a:lnTo>
                  <a:lnTo>
                    <a:pt x="1193589" y="1418947"/>
                  </a:lnTo>
                  <a:lnTo>
                    <a:pt x="1193586" y="1418935"/>
                  </a:lnTo>
                  <a:lnTo>
                    <a:pt x="1193578" y="1418916"/>
                  </a:lnTo>
                  <a:lnTo>
                    <a:pt x="1193578" y="1418862"/>
                  </a:lnTo>
                  <a:lnTo>
                    <a:pt x="1193580" y="1418844"/>
                  </a:lnTo>
                  <a:lnTo>
                    <a:pt x="1193583" y="1418823"/>
                  </a:lnTo>
                  <a:lnTo>
                    <a:pt x="1193588" y="1418807"/>
                  </a:lnTo>
                  <a:lnTo>
                    <a:pt x="1193593" y="1418788"/>
                  </a:lnTo>
                  <a:lnTo>
                    <a:pt x="1193597" y="1418770"/>
                  </a:lnTo>
                  <a:lnTo>
                    <a:pt x="1193597" y="1418751"/>
                  </a:lnTo>
                  <a:lnTo>
                    <a:pt x="1193595" y="1418733"/>
                  </a:lnTo>
                  <a:lnTo>
                    <a:pt x="1193588" y="1418714"/>
                  </a:lnTo>
                  <a:lnTo>
                    <a:pt x="1193586" y="1418707"/>
                  </a:lnTo>
                  <a:lnTo>
                    <a:pt x="1193586" y="1418696"/>
                  </a:lnTo>
                  <a:lnTo>
                    <a:pt x="1193587" y="1418690"/>
                  </a:lnTo>
                  <a:lnTo>
                    <a:pt x="1193586" y="1418678"/>
                  </a:lnTo>
                  <a:lnTo>
                    <a:pt x="1193585" y="1418659"/>
                  </a:lnTo>
                  <a:lnTo>
                    <a:pt x="1193585" y="1418641"/>
                  </a:lnTo>
                  <a:lnTo>
                    <a:pt x="1193590" y="1418622"/>
                  </a:lnTo>
                  <a:lnTo>
                    <a:pt x="1193594" y="1418603"/>
                  </a:lnTo>
                  <a:lnTo>
                    <a:pt x="1193595" y="1418585"/>
                  </a:lnTo>
                  <a:lnTo>
                    <a:pt x="1193599" y="1418566"/>
                  </a:lnTo>
                  <a:lnTo>
                    <a:pt x="1193608" y="1418548"/>
                  </a:lnTo>
                  <a:lnTo>
                    <a:pt x="1193610" y="1418539"/>
                  </a:lnTo>
                  <a:lnTo>
                    <a:pt x="1193616" y="1418528"/>
                  </a:lnTo>
                  <a:lnTo>
                    <a:pt x="1193623" y="1418511"/>
                  </a:lnTo>
                  <a:lnTo>
                    <a:pt x="1193632" y="1418493"/>
                  </a:lnTo>
                  <a:lnTo>
                    <a:pt x="1193639" y="1418474"/>
                  </a:lnTo>
                  <a:lnTo>
                    <a:pt x="1193644" y="1418456"/>
                  </a:lnTo>
                  <a:lnTo>
                    <a:pt x="1193643" y="1418437"/>
                  </a:lnTo>
                  <a:lnTo>
                    <a:pt x="1193636" y="1418418"/>
                  </a:lnTo>
                  <a:lnTo>
                    <a:pt x="1193635" y="1418411"/>
                  </a:lnTo>
                  <a:lnTo>
                    <a:pt x="1193629" y="1418400"/>
                  </a:lnTo>
                  <a:lnTo>
                    <a:pt x="1193628" y="1418394"/>
                  </a:lnTo>
                  <a:lnTo>
                    <a:pt x="1193605" y="1418349"/>
                  </a:lnTo>
                  <a:lnTo>
                    <a:pt x="1193598" y="1418330"/>
                  </a:lnTo>
                  <a:lnTo>
                    <a:pt x="1193595" y="1418324"/>
                  </a:lnTo>
                  <a:lnTo>
                    <a:pt x="1193592" y="1418311"/>
                  </a:lnTo>
                  <a:lnTo>
                    <a:pt x="1193590" y="1418294"/>
                  </a:lnTo>
                  <a:lnTo>
                    <a:pt x="1193587" y="1418279"/>
                  </a:lnTo>
                  <a:lnTo>
                    <a:pt x="1193585" y="1418274"/>
                  </a:lnTo>
                  <a:lnTo>
                    <a:pt x="1193578" y="1418256"/>
                  </a:lnTo>
                  <a:lnTo>
                    <a:pt x="1193574" y="1418245"/>
                  </a:lnTo>
                  <a:lnTo>
                    <a:pt x="1193569" y="1418238"/>
                  </a:lnTo>
                  <a:lnTo>
                    <a:pt x="1193562" y="1418219"/>
                  </a:lnTo>
                  <a:lnTo>
                    <a:pt x="1193558" y="1418211"/>
                  </a:lnTo>
                  <a:lnTo>
                    <a:pt x="1193553" y="1418201"/>
                  </a:lnTo>
                  <a:lnTo>
                    <a:pt x="1193545" y="1418182"/>
                  </a:lnTo>
                  <a:lnTo>
                    <a:pt x="1193536" y="1418164"/>
                  </a:lnTo>
                  <a:lnTo>
                    <a:pt x="1193528" y="1418146"/>
                  </a:lnTo>
                  <a:lnTo>
                    <a:pt x="1193518" y="1418127"/>
                  </a:lnTo>
                  <a:lnTo>
                    <a:pt x="1193512" y="1418108"/>
                  </a:lnTo>
                  <a:lnTo>
                    <a:pt x="1193506" y="1418090"/>
                  </a:lnTo>
                  <a:lnTo>
                    <a:pt x="1193503" y="1418083"/>
                  </a:lnTo>
                  <a:lnTo>
                    <a:pt x="1193503" y="1418071"/>
                  </a:lnTo>
                  <a:lnTo>
                    <a:pt x="1193501" y="1418053"/>
                  </a:lnTo>
                  <a:lnTo>
                    <a:pt x="1193499" y="1418034"/>
                  </a:lnTo>
                  <a:lnTo>
                    <a:pt x="1193499" y="1418016"/>
                  </a:lnTo>
                  <a:lnTo>
                    <a:pt x="1193502" y="1417998"/>
                  </a:lnTo>
                  <a:lnTo>
                    <a:pt x="1193501" y="1417979"/>
                  </a:lnTo>
                  <a:lnTo>
                    <a:pt x="1193499" y="1417961"/>
                  </a:lnTo>
                  <a:lnTo>
                    <a:pt x="1193498" y="1417942"/>
                  </a:lnTo>
                  <a:lnTo>
                    <a:pt x="1193493" y="1417923"/>
                  </a:lnTo>
                  <a:lnTo>
                    <a:pt x="1193490" y="1417905"/>
                  </a:lnTo>
                  <a:lnTo>
                    <a:pt x="1193485" y="1417887"/>
                  </a:lnTo>
                  <a:lnTo>
                    <a:pt x="1193481" y="1417875"/>
                  </a:lnTo>
                  <a:lnTo>
                    <a:pt x="1193476" y="1417868"/>
                  </a:lnTo>
                  <a:lnTo>
                    <a:pt x="1193462" y="1417850"/>
                  </a:lnTo>
                  <a:lnTo>
                    <a:pt x="1193456" y="1417845"/>
                  </a:lnTo>
                  <a:lnTo>
                    <a:pt x="1193452" y="1417839"/>
                  </a:lnTo>
                  <a:lnTo>
                    <a:pt x="1193449" y="1417831"/>
                  </a:lnTo>
                  <a:lnTo>
                    <a:pt x="1193446" y="1417813"/>
                  </a:lnTo>
                  <a:lnTo>
                    <a:pt x="1193440" y="1417794"/>
                  </a:lnTo>
                  <a:lnTo>
                    <a:pt x="1193433" y="1417773"/>
                  </a:lnTo>
                  <a:lnTo>
                    <a:pt x="1193428" y="1417757"/>
                  </a:lnTo>
                  <a:lnTo>
                    <a:pt x="1193421" y="1417739"/>
                  </a:lnTo>
                  <a:lnTo>
                    <a:pt x="1193416" y="1417729"/>
                  </a:lnTo>
                  <a:lnTo>
                    <a:pt x="1193415" y="1417720"/>
                  </a:lnTo>
                  <a:lnTo>
                    <a:pt x="1193413" y="1417709"/>
                  </a:lnTo>
                  <a:lnTo>
                    <a:pt x="1193414" y="1417702"/>
                  </a:lnTo>
                  <a:lnTo>
                    <a:pt x="1193414" y="1417683"/>
                  </a:lnTo>
                  <a:lnTo>
                    <a:pt x="1193414" y="1417665"/>
                  </a:lnTo>
                  <a:lnTo>
                    <a:pt x="1193412" y="1417647"/>
                  </a:lnTo>
                  <a:lnTo>
                    <a:pt x="1193411" y="1417628"/>
                  </a:lnTo>
                  <a:lnTo>
                    <a:pt x="1193409" y="1417610"/>
                  </a:lnTo>
                  <a:lnTo>
                    <a:pt x="1193403" y="1417591"/>
                  </a:lnTo>
                  <a:lnTo>
                    <a:pt x="1193397" y="1417580"/>
                  </a:lnTo>
                  <a:lnTo>
                    <a:pt x="1193389" y="1417572"/>
                  </a:lnTo>
                  <a:lnTo>
                    <a:pt x="1193371" y="1417560"/>
                  </a:lnTo>
                  <a:lnTo>
                    <a:pt x="1193353" y="1417552"/>
                  </a:lnTo>
                  <a:lnTo>
                    <a:pt x="1193333" y="1417543"/>
                  </a:lnTo>
                  <a:lnTo>
                    <a:pt x="1193316" y="1417538"/>
                  </a:lnTo>
                  <a:lnTo>
                    <a:pt x="1193298" y="1417532"/>
                  </a:lnTo>
                  <a:lnTo>
                    <a:pt x="1193280" y="1417525"/>
                  </a:lnTo>
                  <a:lnTo>
                    <a:pt x="1193262" y="1417517"/>
                  </a:lnTo>
                  <a:lnTo>
                    <a:pt x="1193243" y="1417509"/>
                  </a:lnTo>
                  <a:lnTo>
                    <a:pt x="1193225" y="1417497"/>
                  </a:lnTo>
                  <a:lnTo>
                    <a:pt x="1193207" y="1417485"/>
                  </a:lnTo>
                  <a:lnTo>
                    <a:pt x="1193189" y="1417474"/>
                  </a:lnTo>
                  <a:lnTo>
                    <a:pt x="1193169" y="1417462"/>
                  </a:lnTo>
                  <a:lnTo>
                    <a:pt x="1193162" y="1417453"/>
                  </a:lnTo>
                  <a:lnTo>
                    <a:pt x="1193160" y="1417445"/>
                  </a:lnTo>
                  <a:lnTo>
                    <a:pt x="1193152" y="1417426"/>
                  </a:lnTo>
                  <a:lnTo>
                    <a:pt x="1193146" y="1417417"/>
                  </a:lnTo>
                  <a:lnTo>
                    <a:pt x="1193138" y="1417408"/>
                  </a:lnTo>
                  <a:lnTo>
                    <a:pt x="1193122" y="1417391"/>
                  </a:lnTo>
                  <a:lnTo>
                    <a:pt x="1193106" y="1417374"/>
                  </a:lnTo>
                  <a:lnTo>
                    <a:pt x="1193088" y="1417358"/>
                  </a:lnTo>
                  <a:lnTo>
                    <a:pt x="1193070" y="1417342"/>
                  </a:lnTo>
                  <a:lnTo>
                    <a:pt x="1193059" y="1417326"/>
                  </a:lnTo>
                  <a:lnTo>
                    <a:pt x="1193043" y="1417307"/>
                  </a:lnTo>
                  <a:lnTo>
                    <a:pt x="1193028" y="1417290"/>
                  </a:lnTo>
                  <a:lnTo>
                    <a:pt x="1193023" y="1417285"/>
                  </a:lnTo>
                  <a:lnTo>
                    <a:pt x="1193016" y="1417272"/>
                  </a:lnTo>
                  <a:lnTo>
                    <a:pt x="1193004" y="1417255"/>
                  </a:lnTo>
                  <a:lnTo>
                    <a:pt x="1192991" y="1417236"/>
                  </a:lnTo>
                  <a:lnTo>
                    <a:pt x="1192979" y="1417217"/>
                  </a:lnTo>
                  <a:lnTo>
                    <a:pt x="1192968" y="1417199"/>
                  </a:lnTo>
                  <a:lnTo>
                    <a:pt x="1192953" y="1417180"/>
                  </a:lnTo>
                  <a:lnTo>
                    <a:pt x="1192935" y="1417164"/>
                  </a:lnTo>
                  <a:lnTo>
                    <a:pt x="1192917" y="1417147"/>
                  </a:lnTo>
                  <a:lnTo>
                    <a:pt x="1192915" y="1417130"/>
                  </a:lnTo>
                  <a:lnTo>
                    <a:pt x="1192915" y="1417112"/>
                  </a:lnTo>
                  <a:lnTo>
                    <a:pt x="1192916" y="1417093"/>
                  </a:lnTo>
                  <a:lnTo>
                    <a:pt x="1192916" y="1417075"/>
                  </a:lnTo>
                  <a:lnTo>
                    <a:pt x="1192916" y="1417056"/>
                  </a:lnTo>
                  <a:lnTo>
                    <a:pt x="1192916" y="1417038"/>
                  </a:lnTo>
                  <a:lnTo>
                    <a:pt x="1192913" y="1417019"/>
                  </a:lnTo>
                  <a:lnTo>
                    <a:pt x="1192910" y="1417001"/>
                  </a:lnTo>
                  <a:lnTo>
                    <a:pt x="1192910" y="1416994"/>
                  </a:lnTo>
                  <a:lnTo>
                    <a:pt x="1192919" y="1416985"/>
                  </a:lnTo>
                  <a:lnTo>
                    <a:pt x="1192934" y="1416969"/>
                  </a:lnTo>
                  <a:lnTo>
                    <a:pt x="1192972" y="1416932"/>
                  </a:lnTo>
                  <a:lnTo>
                    <a:pt x="1193021" y="1416904"/>
                  </a:lnTo>
                  <a:lnTo>
                    <a:pt x="1193039" y="1416895"/>
                  </a:lnTo>
                  <a:lnTo>
                    <a:pt x="1193061" y="1416886"/>
                  </a:lnTo>
                  <a:lnTo>
                    <a:pt x="1193076" y="1416872"/>
                  </a:lnTo>
                  <a:lnTo>
                    <a:pt x="1193079" y="1416863"/>
                  </a:lnTo>
                  <a:lnTo>
                    <a:pt x="1193080" y="1416854"/>
                  </a:lnTo>
                  <a:lnTo>
                    <a:pt x="1193082" y="1416835"/>
                  </a:lnTo>
                  <a:lnTo>
                    <a:pt x="1193084" y="1416817"/>
                  </a:lnTo>
                  <a:lnTo>
                    <a:pt x="1193085" y="1416798"/>
                  </a:lnTo>
                  <a:lnTo>
                    <a:pt x="1193085" y="1416791"/>
                  </a:lnTo>
                  <a:lnTo>
                    <a:pt x="1193089" y="1416777"/>
                  </a:lnTo>
                  <a:lnTo>
                    <a:pt x="1193093" y="1416761"/>
                  </a:lnTo>
                  <a:lnTo>
                    <a:pt x="1193095" y="1416753"/>
                  </a:lnTo>
                  <a:lnTo>
                    <a:pt x="1193100" y="1416743"/>
                  </a:lnTo>
                  <a:lnTo>
                    <a:pt x="1193107" y="1416724"/>
                  </a:lnTo>
                  <a:lnTo>
                    <a:pt x="1193113" y="1416706"/>
                  </a:lnTo>
                  <a:lnTo>
                    <a:pt x="1193111" y="1416687"/>
                  </a:lnTo>
                  <a:lnTo>
                    <a:pt x="1193107" y="1416674"/>
                  </a:lnTo>
                  <a:lnTo>
                    <a:pt x="1193103" y="1416669"/>
                  </a:lnTo>
                  <a:lnTo>
                    <a:pt x="1193092" y="1416650"/>
                  </a:lnTo>
                  <a:lnTo>
                    <a:pt x="1193086" y="1416642"/>
                  </a:lnTo>
                  <a:lnTo>
                    <a:pt x="1193082" y="1416632"/>
                  </a:lnTo>
                  <a:lnTo>
                    <a:pt x="1193077" y="1416620"/>
                  </a:lnTo>
                  <a:lnTo>
                    <a:pt x="1193077" y="1416614"/>
                  </a:lnTo>
                  <a:lnTo>
                    <a:pt x="1193073" y="1416595"/>
                  </a:lnTo>
                  <a:lnTo>
                    <a:pt x="1193073" y="1416577"/>
                  </a:lnTo>
                  <a:lnTo>
                    <a:pt x="1193076" y="1416558"/>
                  </a:lnTo>
                  <a:lnTo>
                    <a:pt x="1193079" y="1416539"/>
                  </a:lnTo>
                  <a:lnTo>
                    <a:pt x="1193082" y="1416521"/>
                  </a:lnTo>
                  <a:lnTo>
                    <a:pt x="1193086" y="1416502"/>
                  </a:lnTo>
                  <a:lnTo>
                    <a:pt x="1193087" y="1416482"/>
                  </a:lnTo>
                  <a:lnTo>
                    <a:pt x="1193087" y="1416466"/>
                  </a:lnTo>
                  <a:lnTo>
                    <a:pt x="1193087" y="1416447"/>
                  </a:lnTo>
                  <a:lnTo>
                    <a:pt x="1193092" y="1416429"/>
                  </a:lnTo>
                  <a:lnTo>
                    <a:pt x="1193097" y="1416410"/>
                  </a:lnTo>
                  <a:lnTo>
                    <a:pt x="1193107" y="1416392"/>
                  </a:lnTo>
                  <a:lnTo>
                    <a:pt x="1193110" y="1416383"/>
                  </a:lnTo>
                  <a:lnTo>
                    <a:pt x="1193115" y="1416373"/>
                  </a:lnTo>
                  <a:lnTo>
                    <a:pt x="1193125" y="1416354"/>
                  </a:lnTo>
                  <a:lnTo>
                    <a:pt x="1193134" y="1416335"/>
                  </a:lnTo>
                  <a:lnTo>
                    <a:pt x="1193140" y="1416325"/>
                  </a:lnTo>
                  <a:lnTo>
                    <a:pt x="1193147" y="1416320"/>
                  </a:lnTo>
                  <a:lnTo>
                    <a:pt x="1193160" y="1416312"/>
                  </a:lnTo>
                  <a:lnTo>
                    <a:pt x="1193165" y="1416310"/>
                  </a:lnTo>
                  <a:lnTo>
                    <a:pt x="1193174" y="1416305"/>
                  </a:lnTo>
                  <a:lnTo>
                    <a:pt x="1193184" y="1416303"/>
                  </a:lnTo>
                  <a:lnTo>
                    <a:pt x="1193202" y="1416295"/>
                  </a:lnTo>
                  <a:lnTo>
                    <a:pt x="1193220" y="1416285"/>
                  </a:lnTo>
                  <a:lnTo>
                    <a:pt x="1193230" y="1416280"/>
                  </a:lnTo>
                  <a:lnTo>
                    <a:pt x="1193238" y="1416273"/>
                  </a:lnTo>
                  <a:lnTo>
                    <a:pt x="1193254" y="1416259"/>
                  </a:lnTo>
                  <a:lnTo>
                    <a:pt x="1193268" y="1416241"/>
                  </a:lnTo>
                  <a:lnTo>
                    <a:pt x="1193283" y="1416223"/>
                  </a:lnTo>
                  <a:lnTo>
                    <a:pt x="1193299" y="1416205"/>
                  </a:lnTo>
                  <a:lnTo>
                    <a:pt x="1193308" y="1416194"/>
                  </a:lnTo>
                  <a:lnTo>
                    <a:pt x="1193315" y="1416191"/>
                  </a:lnTo>
                  <a:lnTo>
                    <a:pt x="1193321" y="1416189"/>
                  </a:lnTo>
                  <a:lnTo>
                    <a:pt x="1193339" y="1416185"/>
                  </a:lnTo>
                  <a:lnTo>
                    <a:pt x="1193352" y="1416184"/>
                  </a:lnTo>
                  <a:lnTo>
                    <a:pt x="1193370" y="1416182"/>
                  </a:lnTo>
                  <a:lnTo>
                    <a:pt x="1193388" y="1416178"/>
                  </a:lnTo>
                  <a:lnTo>
                    <a:pt x="1193407" y="1416175"/>
                  </a:lnTo>
                  <a:lnTo>
                    <a:pt x="1193425" y="1416175"/>
                  </a:lnTo>
                  <a:lnTo>
                    <a:pt x="1193443" y="1416175"/>
                  </a:lnTo>
                  <a:lnTo>
                    <a:pt x="1193461" y="1416175"/>
                  </a:lnTo>
                  <a:lnTo>
                    <a:pt x="1193467" y="1416174"/>
                  </a:lnTo>
                  <a:lnTo>
                    <a:pt x="1193479" y="1416175"/>
                  </a:lnTo>
                  <a:lnTo>
                    <a:pt x="1193497" y="1416174"/>
                  </a:lnTo>
                  <a:lnTo>
                    <a:pt x="1193516" y="1416172"/>
                  </a:lnTo>
                  <a:lnTo>
                    <a:pt x="1193535" y="1416169"/>
                  </a:lnTo>
                  <a:lnTo>
                    <a:pt x="1193541" y="1416152"/>
                  </a:lnTo>
                  <a:lnTo>
                    <a:pt x="1193545" y="1416133"/>
                  </a:lnTo>
                  <a:lnTo>
                    <a:pt x="1193551" y="1416115"/>
                  </a:lnTo>
                  <a:lnTo>
                    <a:pt x="1193558" y="1416096"/>
                  </a:lnTo>
                  <a:lnTo>
                    <a:pt x="1193562" y="1416085"/>
                  </a:lnTo>
                  <a:lnTo>
                    <a:pt x="1193567" y="1416075"/>
                  </a:lnTo>
                  <a:lnTo>
                    <a:pt x="1193577" y="1416059"/>
                  </a:lnTo>
                  <a:lnTo>
                    <a:pt x="1193588" y="1416040"/>
                  </a:lnTo>
                  <a:lnTo>
                    <a:pt x="1193600" y="1416022"/>
                  </a:lnTo>
                  <a:lnTo>
                    <a:pt x="1193615" y="1416006"/>
                  </a:lnTo>
                  <a:lnTo>
                    <a:pt x="1193629" y="1415987"/>
                  </a:lnTo>
                  <a:lnTo>
                    <a:pt x="1193647" y="1415970"/>
                  </a:lnTo>
                  <a:lnTo>
                    <a:pt x="1193659" y="1415960"/>
                  </a:lnTo>
                  <a:lnTo>
                    <a:pt x="1193665" y="1415958"/>
                  </a:lnTo>
                  <a:lnTo>
                    <a:pt x="1193669" y="1415954"/>
                  </a:lnTo>
                  <a:lnTo>
                    <a:pt x="1193675" y="1415952"/>
                  </a:lnTo>
                  <a:lnTo>
                    <a:pt x="1193683" y="1415951"/>
                  </a:lnTo>
                  <a:lnTo>
                    <a:pt x="1193701" y="1415950"/>
                  </a:lnTo>
                  <a:lnTo>
                    <a:pt x="1193719" y="1415951"/>
                  </a:lnTo>
                  <a:lnTo>
                    <a:pt x="1193737" y="1415954"/>
                  </a:lnTo>
                  <a:lnTo>
                    <a:pt x="1193756" y="1415954"/>
                  </a:lnTo>
                  <a:lnTo>
                    <a:pt x="1193774" y="1415953"/>
                  </a:lnTo>
                  <a:lnTo>
                    <a:pt x="1193792" y="1415951"/>
                  </a:lnTo>
                  <a:lnTo>
                    <a:pt x="1193811" y="1415948"/>
                  </a:lnTo>
                  <a:lnTo>
                    <a:pt x="1193841" y="1415941"/>
                  </a:lnTo>
                  <a:lnTo>
                    <a:pt x="1193854" y="1415943"/>
                  </a:lnTo>
                  <a:lnTo>
                    <a:pt x="1193872" y="1415944"/>
                  </a:lnTo>
                  <a:lnTo>
                    <a:pt x="1193890" y="1415944"/>
                  </a:lnTo>
                  <a:lnTo>
                    <a:pt x="1193908" y="1415943"/>
                  </a:lnTo>
                  <a:lnTo>
                    <a:pt x="1193927" y="1415942"/>
                  </a:lnTo>
                  <a:lnTo>
                    <a:pt x="1193945" y="1415941"/>
                  </a:lnTo>
                  <a:lnTo>
                    <a:pt x="1193963" y="1415941"/>
                  </a:lnTo>
                  <a:lnTo>
                    <a:pt x="1193982" y="1415942"/>
                  </a:lnTo>
                  <a:lnTo>
                    <a:pt x="1194000" y="1415946"/>
                  </a:lnTo>
                  <a:lnTo>
                    <a:pt x="1194018" y="1415948"/>
                  </a:lnTo>
                  <a:lnTo>
                    <a:pt x="1194036" y="1415947"/>
                  </a:lnTo>
                  <a:lnTo>
                    <a:pt x="1194046" y="1415947"/>
                  </a:lnTo>
                  <a:lnTo>
                    <a:pt x="1194054" y="1415945"/>
                  </a:lnTo>
                  <a:lnTo>
                    <a:pt x="1194063" y="1415943"/>
                  </a:lnTo>
                  <a:lnTo>
                    <a:pt x="1194072" y="1415938"/>
                  </a:lnTo>
                  <a:lnTo>
                    <a:pt x="1194091" y="1415933"/>
                  </a:lnTo>
                  <a:lnTo>
                    <a:pt x="1194109" y="1415928"/>
                  </a:lnTo>
                  <a:lnTo>
                    <a:pt x="1194127" y="1415924"/>
                  </a:lnTo>
                  <a:lnTo>
                    <a:pt x="1194146" y="1415918"/>
                  </a:lnTo>
                  <a:lnTo>
                    <a:pt x="1194164" y="1415915"/>
                  </a:lnTo>
                  <a:lnTo>
                    <a:pt x="1194182" y="1415910"/>
                  </a:lnTo>
                  <a:lnTo>
                    <a:pt x="1194200" y="1415904"/>
                  </a:lnTo>
                  <a:lnTo>
                    <a:pt x="1194209" y="1415901"/>
                  </a:lnTo>
                  <a:lnTo>
                    <a:pt x="1194218" y="1415896"/>
                  </a:lnTo>
                  <a:lnTo>
                    <a:pt x="1194236" y="1415890"/>
                  </a:lnTo>
                  <a:lnTo>
                    <a:pt x="1194254" y="1415883"/>
                  </a:lnTo>
                  <a:lnTo>
                    <a:pt x="1194273" y="1415875"/>
                  </a:lnTo>
                  <a:lnTo>
                    <a:pt x="1194291" y="1415866"/>
                  </a:lnTo>
                  <a:lnTo>
                    <a:pt x="1194309" y="1415858"/>
                  </a:lnTo>
                  <a:lnTo>
                    <a:pt x="1194328" y="1415850"/>
                  </a:lnTo>
                  <a:lnTo>
                    <a:pt x="1194346" y="1415844"/>
                  </a:lnTo>
                  <a:lnTo>
                    <a:pt x="1194366" y="1415835"/>
                  </a:lnTo>
                  <a:lnTo>
                    <a:pt x="1194377" y="1415832"/>
                  </a:lnTo>
                  <a:lnTo>
                    <a:pt x="1194394" y="1415822"/>
                  </a:lnTo>
                  <a:lnTo>
                    <a:pt x="1194397" y="1415802"/>
                  </a:lnTo>
                  <a:lnTo>
                    <a:pt x="1194395" y="1415783"/>
                  </a:lnTo>
                  <a:lnTo>
                    <a:pt x="1194394" y="1415765"/>
                  </a:lnTo>
                  <a:lnTo>
                    <a:pt x="1194393" y="1415746"/>
                  </a:lnTo>
                  <a:lnTo>
                    <a:pt x="1194393" y="1415739"/>
                  </a:lnTo>
                  <a:lnTo>
                    <a:pt x="1194397" y="1415728"/>
                  </a:lnTo>
                  <a:lnTo>
                    <a:pt x="1194404" y="1415709"/>
                  </a:lnTo>
                  <a:lnTo>
                    <a:pt x="1194414" y="1415689"/>
                  </a:lnTo>
                  <a:lnTo>
                    <a:pt x="1194420" y="1415673"/>
                  </a:lnTo>
                  <a:lnTo>
                    <a:pt x="1194426" y="1415654"/>
                  </a:lnTo>
                  <a:lnTo>
                    <a:pt x="1194430" y="1415636"/>
                  </a:lnTo>
                  <a:lnTo>
                    <a:pt x="1194430" y="1415617"/>
                  </a:lnTo>
                  <a:lnTo>
                    <a:pt x="1194430" y="1415598"/>
                  </a:lnTo>
                  <a:lnTo>
                    <a:pt x="1194425" y="1415580"/>
                  </a:lnTo>
                  <a:lnTo>
                    <a:pt x="1194425" y="1415570"/>
                  </a:lnTo>
                  <a:lnTo>
                    <a:pt x="1194423" y="1415561"/>
                  </a:lnTo>
                  <a:lnTo>
                    <a:pt x="1194417" y="1415543"/>
                  </a:lnTo>
                  <a:lnTo>
                    <a:pt x="1194410" y="1415525"/>
                  </a:lnTo>
                  <a:lnTo>
                    <a:pt x="1194406" y="1415513"/>
                  </a:lnTo>
                  <a:lnTo>
                    <a:pt x="1194400" y="1415504"/>
                  </a:lnTo>
                  <a:lnTo>
                    <a:pt x="1194390" y="1415488"/>
                  </a:lnTo>
                  <a:lnTo>
                    <a:pt x="1194350" y="1415422"/>
                  </a:lnTo>
                  <a:lnTo>
                    <a:pt x="1194335" y="1415405"/>
                  </a:lnTo>
                  <a:lnTo>
                    <a:pt x="1194316" y="1415385"/>
                  </a:lnTo>
                  <a:lnTo>
                    <a:pt x="1194298" y="1415367"/>
                  </a:lnTo>
                  <a:lnTo>
                    <a:pt x="1194279" y="1415350"/>
                  </a:lnTo>
                  <a:lnTo>
                    <a:pt x="1194261" y="1415335"/>
                  </a:lnTo>
                  <a:lnTo>
                    <a:pt x="1194243" y="1415322"/>
                  </a:lnTo>
                  <a:lnTo>
                    <a:pt x="1194224" y="1415310"/>
                  </a:lnTo>
                  <a:lnTo>
                    <a:pt x="1194206" y="1415297"/>
                  </a:lnTo>
                  <a:lnTo>
                    <a:pt x="1194188" y="1415286"/>
                  </a:lnTo>
                  <a:lnTo>
                    <a:pt x="1194169" y="1415276"/>
                  </a:lnTo>
                  <a:lnTo>
                    <a:pt x="1194165" y="1415275"/>
                  </a:lnTo>
                  <a:lnTo>
                    <a:pt x="1194151" y="1415267"/>
                  </a:lnTo>
                  <a:lnTo>
                    <a:pt x="1194133" y="1415258"/>
                  </a:lnTo>
                  <a:lnTo>
                    <a:pt x="1194115" y="1415252"/>
                  </a:lnTo>
                  <a:lnTo>
                    <a:pt x="1194096" y="1415248"/>
                  </a:lnTo>
                  <a:lnTo>
                    <a:pt x="1194105" y="1415241"/>
                  </a:lnTo>
                  <a:lnTo>
                    <a:pt x="1194120" y="1415233"/>
                  </a:lnTo>
                  <a:lnTo>
                    <a:pt x="1194131" y="1415229"/>
                  </a:lnTo>
                  <a:lnTo>
                    <a:pt x="1194140" y="1415223"/>
                  </a:lnTo>
                  <a:lnTo>
                    <a:pt x="1194158" y="1415213"/>
                  </a:lnTo>
                  <a:lnTo>
                    <a:pt x="1194176" y="1415200"/>
                  </a:lnTo>
                  <a:lnTo>
                    <a:pt x="1194191" y="1415183"/>
                  </a:lnTo>
                  <a:lnTo>
                    <a:pt x="1194207" y="1415164"/>
                  </a:lnTo>
                  <a:lnTo>
                    <a:pt x="1194218" y="1415146"/>
                  </a:lnTo>
                  <a:lnTo>
                    <a:pt x="1194227" y="1415127"/>
                  </a:lnTo>
                  <a:lnTo>
                    <a:pt x="1194243" y="1415109"/>
                  </a:lnTo>
                  <a:lnTo>
                    <a:pt x="1194259" y="1415094"/>
                  </a:lnTo>
                  <a:lnTo>
                    <a:pt x="1194279" y="1415075"/>
                  </a:lnTo>
                  <a:lnTo>
                    <a:pt x="1194294" y="1415059"/>
                  </a:lnTo>
                  <a:lnTo>
                    <a:pt x="1194299" y="1415052"/>
                  </a:lnTo>
                  <a:lnTo>
                    <a:pt x="1194306" y="1415041"/>
                  </a:lnTo>
                  <a:lnTo>
                    <a:pt x="1194310" y="1415029"/>
                  </a:lnTo>
                  <a:lnTo>
                    <a:pt x="1194311" y="1415022"/>
                  </a:lnTo>
                  <a:lnTo>
                    <a:pt x="1194313" y="1415010"/>
                  </a:lnTo>
                  <a:lnTo>
                    <a:pt x="1194317" y="1415004"/>
                  </a:lnTo>
                  <a:lnTo>
                    <a:pt x="1194326" y="1414985"/>
                  </a:lnTo>
                  <a:lnTo>
                    <a:pt x="1194330" y="1414977"/>
                  </a:lnTo>
                  <a:lnTo>
                    <a:pt x="1194331" y="1414970"/>
                  </a:lnTo>
                  <a:lnTo>
                    <a:pt x="1194335" y="1414966"/>
                  </a:lnTo>
                  <a:lnTo>
                    <a:pt x="1194346" y="1414948"/>
                  </a:lnTo>
                  <a:lnTo>
                    <a:pt x="1194358" y="1414929"/>
                  </a:lnTo>
                  <a:lnTo>
                    <a:pt x="1194369" y="1414911"/>
                  </a:lnTo>
                  <a:lnTo>
                    <a:pt x="1194378" y="1414893"/>
                  </a:lnTo>
                  <a:lnTo>
                    <a:pt x="1194385" y="1414874"/>
                  </a:lnTo>
                  <a:lnTo>
                    <a:pt x="1194391" y="1414856"/>
                  </a:lnTo>
                  <a:lnTo>
                    <a:pt x="1194398" y="1414837"/>
                  </a:lnTo>
                  <a:lnTo>
                    <a:pt x="1194404" y="1414819"/>
                  </a:lnTo>
                  <a:lnTo>
                    <a:pt x="1194410" y="1414800"/>
                  </a:lnTo>
                  <a:lnTo>
                    <a:pt x="1194414" y="1414781"/>
                  </a:lnTo>
                  <a:lnTo>
                    <a:pt x="1194417" y="1414773"/>
                  </a:lnTo>
                  <a:lnTo>
                    <a:pt x="1194418" y="1414763"/>
                  </a:lnTo>
                  <a:lnTo>
                    <a:pt x="1194423" y="1414743"/>
                  </a:lnTo>
                  <a:lnTo>
                    <a:pt x="1194427" y="1414726"/>
                  </a:lnTo>
                  <a:lnTo>
                    <a:pt x="1194431" y="1414708"/>
                  </a:lnTo>
                  <a:lnTo>
                    <a:pt x="1194432" y="1414697"/>
                  </a:lnTo>
                  <a:lnTo>
                    <a:pt x="1194437" y="1414690"/>
                  </a:lnTo>
                  <a:lnTo>
                    <a:pt x="1194443" y="1414687"/>
                  </a:lnTo>
                  <a:lnTo>
                    <a:pt x="1194457" y="1414680"/>
                  </a:lnTo>
                  <a:lnTo>
                    <a:pt x="1194476" y="1414674"/>
                  </a:lnTo>
                  <a:lnTo>
                    <a:pt x="1194491" y="1414669"/>
                  </a:lnTo>
                  <a:lnTo>
                    <a:pt x="1194512" y="1414666"/>
                  </a:lnTo>
                  <a:lnTo>
                    <a:pt x="1194530" y="1414664"/>
                  </a:lnTo>
                  <a:lnTo>
                    <a:pt x="1194550" y="1414667"/>
                  </a:lnTo>
                  <a:lnTo>
                    <a:pt x="1194566" y="1414675"/>
                  </a:lnTo>
                  <a:lnTo>
                    <a:pt x="1194585" y="1414685"/>
                  </a:lnTo>
                  <a:lnTo>
                    <a:pt x="1194603" y="1414696"/>
                  </a:lnTo>
                  <a:lnTo>
                    <a:pt x="1194621" y="1414706"/>
                  </a:lnTo>
                  <a:lnTo>
                    <a:pt x="1194640" y="1414717"/>
                  </a:lnTo>
                  <a:lnTo>
                    <a:pt x="1194650" y="1414723"/>
                  </a:lnTo>
                  <a:lnTo>
                    <a:pt x="1194656" y="1414727"/>
                  </a:lnTo>
                  <a:lnTo>
                    <a:pt x="1194667" y="1414727"/>
                  </a:lnTo>
                  <a:lnTo>
                    <a:pt x="1194674" y="1414718"/>
                  </a:lnTo>
                  <a:lnTo>
                    <a:pt x="1194687" y="1414701"/>
                  </a:lnTo>
                  <a:lnTo>
                    <a:pt x="1194705" y="1414684"/>
                  </a:lnTo>
                  <a:lnTo>
                    <a:pt x="1194723" y="1414665"/>
                  </a:lnTo>
                  <a:lnTo>
                    <a:pt x="1194730" y="1414655"/>
                  </a:lnTo>
                  <a:lnTo>
                    <a:pt x="1194734" y="1414647"/>
                  </a:lnTo>
                  <a:lnTo>
                    <a:pt x="1194744" y="1414628"/>
                  </a:lnTo>
                  <a:lnTo>
                    <a:pt x="1194748" y="1414624"/>
                  </a:lnTo>
                  <a:lnTo>
                    <a:pt x="1194755" y="1414609"/>
                  </a:lnTo>
                  <a:lnTo>
                    <a:pt x="1194757" y="1414591"/>
                  </a:lnTo>
                  <a:lnTo>
                    <a:pt x="1194755" y="1414572"/>
                  </a:lnTo>
                  <a:lnTo>
                    <a:pt x="1194750" y="1414554"/>
                  </a:lnTo>
                  <a:lnTo>
                    <a:pt x="1194747" y="1414536"/>
                  </a:lnTo>
                  <a:lnTo>
                    <a:pt x="1194743" y="1414517"/>
                  </a:lnTo>
                  <a:lnTo>
                    <a:pt x="1194737" y="1414499"/>
                  </a:lnTo>
                  <a:lnTo>
                    <a:pt x="1194735" y="1414480"/>
                  </a:lnTo>
                  <a:lnTo>
                    <a:pt x="1194734" y="1414462"/>
                  </a:lnTo>
                  <a:lnTo>
                    <a:pt x="1194734" y="1414452"/>
                  </a:lnTo>
                  <a:lnTo>
                    <a:pt x="1194736" y="1414443"/>
                  </a:lnTo>
                  <a:lnTo>
                    <a:pt x="1194735" y="1414423"/>
                  </a:lnTo>
                  <a:lnTo>
                    <a:pt x="1194719" y="1414420"/>
                  </a:lnTo>
                  <a:lnTo>
                    <a:pt x="1194714" y="1414421"/>
                  </a:lnTo>
                  <a:lnTo>
                    <a:pt x="1194701" y="1414420"/>
                  </a:lnTo>
                  <a:lnTo>
                    <a:pt x="1194696" y="1414422"/>
                  </a:lnTo>
                  <a:lnTo>
                    <a:pt x="1194683" y="1414422"/>
                  </a:lnTo>
                  <a:lnTo>
                    <a:pt x="1194671" y="1414421"/>
                  </a:lnTo>
                  <a:lnTo>
                    <a:pt x="1194664" y="1414420"/>
                  </a:lnTo>
                  <a:lnTo>
                    <a:pt x="1194646" y="1414415"/>
                  </a:lnTo>
                  <a:lnTo>
                    <a:pt x="1194638" y="1414413"/>
                  </a:lnTo>
                  <a:lnTo>
                    <a:pt x="1194613" y="1414401"/>
                  </a:lnTo>
                  <a:lnTo>
                    <a:pt x="1194595" y="1414387"/>
                  </a:lnTo>
                  <a:lnTo>
                    <a:pt x="1194578" y="1414372"/>
                  </a:lnTo>
                  <a:lnTo>
                    <a:pt x="1194559" y="1414355"/>
                  </a:lnTo>
                  <a:lnTo>
                    <a:pt x="1194540" y="1414340"/>
                  </a:lnTo>
                  <a:lnTo>
                    <a:pt x="1194522" y="1414335"/>
                  </a:lnTo>
                  <a:lnTo>
                    <a:pt x="1194504" y="1414333"/>
                  </a:lnTo>
                  <a:lnTo>
                    <a:pt x="1194486" y="1414330"/>
                  </a:lnTo>
                  <a:lnTo>
                    <a:pt x="1194468" y="1414328"/>
                  </a:lnTo>
                  <a:lnTo>
                    <a:pt x="1194449" y="1414324"/>
                  </a:lnTo>
                  <a:lnTo>
                    <a:pt x="1194431" y="1414319"/>
                  </a:lnTo>
                  <a:lnTo>
                    <a:pt x="1194413" y="1414316"/>
                  </a:lnTo>
                  <a:lnTo>
                    <a:pt x="1194394" y="1414315"/>
                  </a:lnTo>
                  <a:lnTo>
                    <a:pt x="1194376" y="1414310"/>
                  </a:lnTo>
                  <a:lnTo>
                    <a:pt x="1194358" y="1414299"/>
                  </a:lnTo>
                  <a:lnTo>
                    <a:pt x="1194340" y="1414288"/>
                  </a:lnTo>
                  <a:lnTo>
                    <a:pt x="1194322" y="1414276"/>
                  </a:lnTo>
                  <a:lnTo>
                    <a:pt x="1194314" y="1414272"/>
                  </a:lnTo>
                  <a:lnTo>
                    <a:pt x="1194304" y="1414263"/>
                  </a:lnTo>
                  <a:lnTo>
                    <a:pt x="1194288" y="1414251"/>
                  </a:lnTo>
                  <a:lnTo>
                    <a:pt x="1194269" y="1414241"/>
                  </a:lnTo>
                  <a:lnTo>
                    <a:pt x="1194257" y="1414235"/>
                  </a:lnTo>
                  <a:lnTo>
                    <a:pt x="1194252" y="1414230"/>
                  </a:lnTo>
                  <a:lnTo>
                    <a:pt x="1194239" y="1414211"/>
                  </a:lnTo>
                  <a:lnTo>
                    <a:pt x="1194235" y="1414203"/>
                  </a:lnTo>
                  <a:lnTo>
                    <a:pt x="1194230" y="1414193"/>
                  </a:lnTo>
                  <a:lnTo>
                    <a:pt x="1194229" y="1414186"/>
                  </a:lnTo>
                  <a:lnTo>
                    <a:pt x="1194223" y="1414174"/>
                  </a:lnTo>
                  <a:lnTo>
                    <a:pt x="1194214" y="1414156"/>
                  </a:lnTo>
                  <a:lnTo>
                    <a:pt x="1194200" y="1414138"/>
                  </a:lnTo>
                  <a:lnTo>
                    <a:pt x="1194182" y="1414120"/>
                  </a:lnTo>
                  <a:lnTo>
                    <a:pt x="1194164" y="1414110"/>
                  </a:lnTo>
                  <a:lnTo>
                    <a:pt x="1194145" y="1414097"/>
                  </a:lnTo>
                  <a:lnTo>
                    <a:pt x="1194127" y="1414082"/>
                  </a:lnTo>
                  <a:lnTo>
                    <a:pt x="1194110" y="1414065"/>
                  </a:lnTo>
                  <a:lnTo>
                    <a:pt x="1194095" y="1414051"/>
                  </a:lnTo>
                  <a:lnTo>
                    <a:pt x="1194078" y="1414035"/>
                  </a:lnTo>
                  <a:lnTo>
                    <a:pt x="1194062" y="1414016"/>
                  </a:lnTo>
                  <a:lnTo>
                    <a:pt x="1194051" y="1413997"/>
                  </a:lnTo>
                  <a:lnTo>
                    <a:pt x="1194044" y="1413988"/>
                  </a:lnTo>
                  <a:lnTo>
                    <a:pt x="1194040" y="1413979"/>
                  </a:lnTo>
                  <a:lnTo>
                    <a:pt x="1194025" y="1413963"/>
                  </a:lnTo>
                  <a:lnTo>
                    <a:pt x="1194017" y="1413955"/>
                  </a:lnTo>
                  <a:lnTo>
                    <a:pt x="1194010" y="1413947"/>
                  </a:lnTo>
                  <a:lnTo>
                    <a:pt x="1194008" y="1413937"/>
                  </a:lnTo>
                  <a:lnTo>
                    <a:pt x="1194009" y="1413926"/>
                  </a:lnTo>
                  <a:lnTo>
                    <a:pt x="1194007" y="1413908"/>
                  </a:lnTo>
                  <a:lnTo>
                    <a:pt x="1194006" y="1413889"/>
                  </a:lnTo>
                  <a:lnTo>
                    <a:pt x="1194006" y="1413871"/>
                  </a:lnTo>
                  <a:lnTo>
                    <a:pt x="1194012" y="1413852"/>
                  </a:lnTo>
                  <a:lnTo>
                    <a:pt x="1194020" y="1413834"/>
                  </a:lnTo>
                  <a:lnTo>
                    <a:pt x="1194033" y="1413815"/>
                  </a:lnTo>
                  <a:lnTo>
                    <a:pt x="1194042" y="1413796"/>
                  </a:lnTo>
                  <a:lnTo>
                    <a:pt x="1194049" y="1413778"/>
                  </a:lnTo>
                  <a:lnTo>
                    <a:pt x="1194056" y="1413767"/>
                  </a:lnTo>
                  <a:lnTo>
                    <a:pt x="1194063" y="1413759"/>
                  </a:lnTo>
                  <a:lnTo>
                    <a:pt x="1194074" y="1413741"/>
                  </a:lnTo>
                  <a:lnTo>
                    <a:pt x="1194080" y="1413732"/>
                  </a:lnTo>
                  <a:lnTo>
                    <a:pt x="1194087" y="1413723"/>
                  </a:lnTo>
                  <a:lnTo>
                    <a:pt x="1194099" y="1413704"/>
                  </a:lnTo>
                  <a:lnTo>
                    <a:pt x="1194110" y="1413686"/>
                  </a:lnTo>
                  <a:lnTo>
                    <a:pt x="1194121" y="1413665"/>
                  </a:lnTo>
                  <a:lnTo>
                    <a:pt x="1194130" y="1413646"/>
                  </a:lnTo>
                  <a:lnTo>
                    <a:pt x="1194137" y="1413627"/>
                  </a:lnTo>
                  <a:lnTo>
                    <a:pt x="1194143" y="1413609"/>
                  </a:lnTo>
                  <a:lnTo>
                    <a:pt x="1194146" y="1413602"/>
                  </a:lnTo>
                  <a:lnTo>
                    <a:pt x="1194148" y="1413590"/>
                  </a:lnTo>
                  <a:lnTo>
                    <a:pt x="1194146" y="1413572"/>
                  </a:lnTo>
                  <a:lnTo>
                    <a:pt x="1194141" y="1413554"/>
                  </a:lnTo>
                  <a:lnTo>
                    <a:pt x="1194136" y="1413544"/>
                  </a:lnTo>
                  <a:lnTo>
                    <a:pt x="1194135" y="1413535"/>
                  </a:lnTo>
                  <a:lnTo>
                    <a:pt x="1194128" y="1413517"/>
                  </a:lnTo>
                  <a:lnTo>
                    <a:pt x="1194118" y="1413498"/>
                  </a:lnTo>
                  <a:lnTo>
                    <a:pt x="1194110" y="1413480"/>
                  </a:lnTo>
                  <a:lnTo>
                    <a:pt x="1194105" y="1413461"/>
                  </a:lnTo>
                  <a:lnTo>
                    <a:pt x="1194104" y="1413443"/>
                  </a:lnTo>
                  <a:lnTo>
                    <a:pt x="1194106" y="1413424"/>
                  </a:lnTo>
                  <a:lnTo>
                    <a:pt x="1194105" y="1413406"/>
                  </a:lnTo>
                  <a:lnTo>
                    <a:pt x="1194104" y="1413398"/>
                  </a:lnTo>
                  <a:lnTo>
                    <a:pt x="1194106" y="1413387"/>
                  </a:lnTo>
                  <a:lnTo>
                    <a:pt x="1194108" y="1413369"/>
                  </a:lnTo>
                  <a:lnTo>
                    <a:pt x="1194113" y="1413353"/>
                  </a:lnTo>
                  <a:lnTo>
                    <a:pt x="1194115" y="1413332"/>
                  </a:lnTo>
                  <a:lnTo>
                    <a:pt x="1194118" y="1413313"/>
                  </a:lnTo>
                  <a:lnTo>
                    <a:pt x="1194120" y="1413293"/>
                  </a:lnTo>
                  <a:lnTo>
                    <a:pt x="1194120" y="1413274"/>
                  </a:lnTo>
                  <a:lnTo>
                    <a:pt x="1194119" y="1413255"/>
                  </a:lnTo>
                  <a:lnTo>
                    <a:pt x="1194118" y="1413237"/>
                  </a:lnTo>
                  <a:lnTo>
                    <a:pt x="1194115" y="1413218"/>
                  </a:lnTo>
                  <a:lnTo>
                    <a:pt x="1194113" y="1413200"/>
                  </a:lnTo>
                  <a:lnTo>
                    <a:pt x="1194113" y="1413182"/>
                  </a:lnTo>
                  <a:lnTo>
                    <a:pt x="1194115" y="1413163"/>
                  </a:lnTo>
                  <a:lnTo>
                    <a:pt x="1194115" y="1413156"/>
                  </a:lnTo>
                  <a:lnTo>
                    <a:pt x="1194119" y="1413145"/>
                  </a:lnTo>
                  <a:lnTo>
                    <a:pt x="1194121" y="1413134"/>
                  </a:lnTo>
                  <a:lnTo>
                    <a:pt x="1194128" y="1413126"/>
                  </a:lnTo>
                  <a:lnTo>
                    <a:pt x="1194135" y="1413115"/>
                  </a:lnTo>
                  <a:lnTo>
                    <a:pt x="1194142" y="1413108"/>
                  </a:lnTo>
                  <a:lnTo>
                    <a:pt x="1194156" y="1413090"/>
                  </a:lnTo>
                  <a:lnTo>
                    <a:pt x="1194173" y="1413072"/>
                  </a:lnTo>
                  <a:lnTo>
                    <a:pt x="1194190" y="1413056"/>
                  </a:lnTo>
                  <a:lnTo>
                    <a:pt x="1194207" y="1413041"/>
                  </a:lnTo>
                  <a:lnTo>
                    <a:pt x="1194225" y="1413026"/>
                  </a:lnTo>
                  <a:lnTo>
                    <a:pt x="1194243" y="1413014"/>
                  </a:lnTo>
                  <a:lnTo>
                    <a:pt x="1194252" y="1413008"/>
                  </a:lnTo>
                  <a:lnTo>
                    <a:pt x="1194262" y="1413004"/>
                  </a:lnTo>
                  <a:lnTo>
                    <a:pt x="1194265" y="1413000"/>
                  </a:lnTo>
                  <a:lnTo>
                    <a:pt x="1194280" y="1412992"/>
                  </a:lnTo>
                  <a:lnTo>
                    <a:pt x="1194327" y="1412970"/>
                  </a:lnTo>
                  <a:lnTo>
                    <a:pt x="1194378" y="1412942"/>
                  </a:lnTo>
                  <a:lnTo>
                    <a:pt x="1194385" y="1412942"/>
                  </a:lnTo>
                  <a:lnTo>
                    <a:pt x="1194396" y="1412938"/>
                  </a:lnTo>
                  <a:lnTo>
                    <a:pt x="1194414" y="1412933"/>
                  </a:lnTo>
                  <a:lnTo>
                    <a:pt x="1194433" y="1412930"/>
                  </a:lnTo>
                  <a:lnTo>
                    <a:pt x="1194451" y="1412927"/>
                  </a:lnTo>
                  <a:lnTo>
                    <a:pt x="1194469" y="1412927"/>
                  </a:lnTo>
                  <a:lnTo>
                    <a:pt x="1194488" y="1412928"/>
                  </a:lnTo>
                  <a:lnTo>
                    <a:pt x="1194506" y="1412936"/>
                  </a:lnTo>
                  <a:lnTo>
                    <a:pt x="1194517" y="1412940"/>
                  </a:lnTo>
                  <a:lnTo>
                    <a:pt x="1194534" y="1412930"/>
                  </a:lnTo>
                  <a:lnTo>
                    <a:pt x="1194544" y="1412921"/>
                  </a:lnTo>
                  <a:lnTo>
                    <a:pt x="1194547" y="1412900"/>
                  </a:lnTo>
                  <a:lnTo>
                    <a:pt x="1194546" y="1412881"/>
                  </a:lnTo>
                  <a:lnTo>
                    <a:pt x="1194544" y="1412863"/>
                  </a:lnTo>
                  <a:lnTo>
                    <a:pt x="1194544" y="1412855"/>
                  </a:lnTo>
                  <a:lnTo>
                    <a:pt x="1194541" y="1412844"/>
                  </a:lnTo>
                  <a:lnTo>
                    <a:pt x="1194538" y="1412825"/>
                  </a:lnTo>
                  <a:lnTo>
                    <a:pt x="1194547" y="1412809"/>
                  </a:lnTo>
                  <a:lnTo>
                    <a:pt x="1194565" y="1412787"/>
                  </a:lnTo>
                  <a:lnTo>
                    <a:pt x="1194579" y="1412770"/>
                  </a:lnTo>
                  <a:lnTo>
                    <a:pt x="1194586" y="1412761"/>
                  </a:lnTo>
                  <a:lnTo>
                    <a:pt x="1194588" y="1412753"/>
                  </a:lnTo>
                  <a:lnTo>
                    <a:pt x="1194594" y="1412732"/>
                  </a:lnTo>
                  <a:lnTo>
                    <a:pt x="1194595" y="1412723"/>
                  </a:lnTo>
                  <a:lnTo>
                    <a:pt x="1194600" y="1412716"/>
                  </a:lnTo>
                  <a:lnTo>
                    <a:pt x="1194606" y="1412710"/>
                  </a:lnTo>
                  <a:lnTo>
                    <a:pt x="1194618" y="1412706"/>
                  </a:lnTo>
                  <a:lnTo>
                    <a:pt x="1194636" y="1412702"/>
                  </a:lnTo>
                  <a:lnTo>
                    <a:pt x="1194646" y="1412702"/>
                  </a:lnTo>
                  <a:lnTo>
                    <a:pt x="1194654" y="1412700"/>
                  </a:lnTo>
                  <a:lnTo>
                    <a:pt x="1194659" y="1412697"/>
                  </a:lnTo>
                  <a:lnTo>
                    <a:pt x="1194673" y="1412683"/>
                  </a:lnTo>
                  <a:lnTo>
                    <a:pt x="1194685" y="1412666"/>
                  </a:lnTo>
                  <a:lnTo>
                    <a:pt x="1194689" y="1412657"/>
                  </a:lnTo>
                  <a:lnTo>
                    <a:pt x="1194695" y="1412648"/>
                  </a:lnTo>
                  <a:lnTo>
                    <a:pt x="1194724" y="1412598"/>
                  </a:lnTo>
                  <a:lnTo>
                    <a:pt x="1194742" y="1412582"/>
                  </a:lnTo>
                  <a:lnTo>
                    <a:pt x="1194754" y="1412569"/>
                  </a:lnTo>
                  <a:lnTo>
                    <a:pt x="1194758" y="1412564"/>
                  </a:lnTo>
                  <a:lnTo>
                    <a:pt x="1194765" y="1412543"/>
                  </a:lnTo>
                  <a:lnTo>
                    <a:pt x="1194767" y="1412525"/>
                  </a:lnTo>
                  <a:lnTo>
                    <a:pt x="1194768" y="1412506"/>
                  </a:lnTo>
                  <a:lnTo>
                    <a:pt x="1194767" y="1412488"/>
                  </a:lnTo>
                  <a:lnTo>
                    <a:pt x="1194766" y="1412467"/>
                  </a:lnTo>
                  <a:lnTo>
                    <a:pt x="1194773" y="1412450"/>
                  </a:lnTo>
                  <a:lnTo>
                    <a:pt x="1194781" y="1412441"/>
                  </a:lnTo>
                  <a:lnTo>
                    <a:pt x="1194789" y="1412434"/>
                  </a:lnTo>
                  <a:lnTo>
                    <a:pt x="1194807" y="1412421"/>
                  </a:lnTo>
                  <a:lnTo>
                    <a:pt x="1194825" y="1412406"/>
                  </a:lnTo>
                  <a:lnTo>
                    <a:pt x="1194844" y="1412396"/>
                  </a:lnTo>
                  <a:lnTo>
                    <a:pt x="1194862" y="1412386"/>
                  </a:lnTo>
                  <a:lnTo>
                    <a:pt x="1194878" y="1412369"/>
                  </a:lnTo>
                  <a:lnTo>
                    <a:pt x="1194890" y="1412351"/>
                  </a:lnTo>
                  <a:lnTo>
                    <a:pt x="1194894" y="1412342"/>
                  </a:lnTo>
                  <a:lnTo>
                    <a:pt x="1194897" y="1412332"/>
                  </a:lnTo>
                  <a:lnTo>
                    <a:pt x="1194897" y="1412323"/>
                  </a:lnTo>
                  <a:lnTo>
                    <a:pt x="1194897" y="1412313"/>
                  </a:lnTo>
                  <a:lnTo>
                    <a:pt x="1194896" y="1412295"/>
                  </a:lnTo>
                  <a:lnTo>
                    <a:pt x="1194897" y="1412276"/>
                  </a:lnTo>
                  <a:lnTo>
                    <a:pt x="1194900" y="1412258"/>
                  </a:lnTo>
                  <a:lnTo>
                    <a:pt x="1194899" y="1412240"/>
                  </a:lnTo>
                  <a:lnTo>
                    <a:pt x="1194898" y="1412221"/>
                  </a:lnTo>
                  <a:lnTo>
                    <a:pt x="1194896" y="1412203"/>
                  </a:lnTo>
                  <a:lnTo>
                    <a:pt x="1194896" y="1412181"/>
                  </a:lnTo>
                  <a:lnTo>
                    <a:pt x="1194896" y="1412163"/>
                  </a:lnTo>
                  <a:lnTo>
                    <a:pt x="1194897" y="1412142"/>
                  </a:lnTo>
                  <a:lnTo>
                    <a:pt x="1194896" y="1412126"/>
                  </a:lnTo>
                  <a:lnTo>
                    <a:pt x="1194891" y="1412108"/>
                  </a:lnTo>
                  <a:lnTo>
                    <a:pt x="1194885" y="1412089"/>
                  </a:lnTo>
                  <a:lnTo>
                    <a:pt x="1194880" y="1412071"/>
                  </a:lnTo>
                  <a:lnTo>
                    <a:pt x="1194880" y="1412052"/>
                  </a:lnTo>
                  <a:lnTo>
                    <a:pt x="1194888" y="1412034"/>
                  </a:lnTo>
                  <a:lnTo>
                    <a:pt x="1194889" y="1412028"/>
                  </a:lnTo>
                  <a:lnTo>
                    <a:pt x="1194888" y="1412015"/>
                  </a:lnTo>
                  <a:lnTo>
                    <a:pt x="1194886" y="1412008"/>
                  </a:lnTo>
                  <a:lnTo>
                    <a:pt x="1194880" y="1411997"/>
                  </a:lnTo>
                  <a:lnTo>
                    <a:pt x="1194879" y="1411990"/>
                  </a:lnTo>
                  <a:lnTo>
                    <a:pt x="1194878" y="1411979"/>
                  </a:lnTo>
                  <a:lnTo>
                    <a:pt x="1194881" y="1411958"/>
                  </a:lnTo>
                  <a:lnTo>
                    <a:pt x="1194880" y="1411941"/>
                  </a:lnTo>
                  <a:lnTo>
                    <a:pt x="1194874" y="1411927"/>
                  </a:lnTo>
                  <a:lnTo>
                    <a:pt x="1194844" y="1411870"/>
                  </a:lnTo>
                  <a:lnTo>
                    <a:pt x="1194845" y="1411854"/>
                  </a:lnTo>
                  <a:lnTo>
                    <a:pt x="1194851" y="1411847"/>
                  </a:lnTo>
                  <a:lnTo>
                    <a:pt x="1194851" y="1411833"/>
                  </a:lnTo>
                  <a:lnTo>
                    <a:pt x="1194851" y="1411815"/>
                  </a:lnTo>
                  <a:lnTo>
                    <a:pt x="1194847" y="1411796"/>
                  </a:lnTo>
                  <a:lnTo>
                    <a:pt x="1194847" y="1411786"/>
                  </a:lnTo>
                  <a:lnTo>
                    <a:pt x="1194850" y="1411778"/>
                  </a:lnTo>
                  <a:lnTo>
                    <a:pt x="1194853" y="1411769"/>
                  </a:lnTo>
                  <a:lnTo>
                    <a:pt x="1194854" y="1411759"/>
                  </a:lnTo>
                  <a:lnTo>
                    <a:pt x="1194852" y="1411740"/>
                  </a:lnTo>
                  <a:lnTo>
                    <a:pt x="1194847" y="1411719"/>
                  </a:lnTo>
                  <a:lnTo>
                    <a:pt x="1194843" y="1411700"/>
                  </a:lnTo>
                  <a:lnTo>
                    <a:pt x="1194839" y="1411681"/>
                  </a:lnTo>
                  <a:lnTo>
                    <a:pt x="1194836" y="1411663"/>
                  </a:lnTo>
                  <a:lnTo>
                    <a:pt x="1194837" y="1411644"/>
                  </a:lnTo>
                  <a:lnTo>
                    <a:pt x="1194841" y="1411625"/>
                  </a:lnTo>
                  <a:lnTo>
                    <a:pt x="1194853" y="1411608"/>
                  </a:lnTo>
                  <a:lnTo>
                    <a:pt x="1194859" y="1411599"/>
                  </a:lnTo>
                  <a:lnTo>
                    <a:pt x="1194867" y="1411593"/>
                  </a:lnTo>
                  <a:lnTo>
                    <a:pt x="1194884" y="1411576"/>
                  </a:lnTo>
                  <a:lnTo>
                    <a:pt x="1194901" y="1411562"/>
                  </a:lnTo>
                  <a:lnTo>
                    <a:pt x="1194907" y="1411556"/>
                  </a:lnTo>
                  <a:lnTo>
                    <a:pt x="1194912" y="1411552"/>
                  </a:lnTo>
                  <a:lnTo>
                    <a:pt x="1194916" y="1411546"/>
                  </a:lnTo>
                  <a:lnTo>
                    <a:pt x="1194933" y="1411530"/>
                  </a:lnTo>
                  <a:lnTo>
                    <a:pt x="1194949" y="1411511"/>
                  </a:lnTo>
                  <a:lnTo>
                    <a:pt x="1194952" y="1411507"/>
                  </a:lnTo>
                  <a:lnTo>
                    <a:pt x="1194957" y="1411502"/>
                  </a:lnTo>
                  <a:lnTo>
                    <a:pt x="1194960" y="1411493"/>
                  </a:lnTo>
                  <a:lnTo>
                    <a:pt x="1194963" y="1411479"/>
                  </a:lnTo>
                  <a:lnTo>
                    <a:pt x="1194963" y="1411472"/>
                  </a:lnTo>
                  <a:lnTo>
                    <a:pt x="1194964" y="1411453"/>
                  </a:lnTo>
                  <a:lnTo>
                    <a:pt x="1194966" y="1411435"/>
                  </a:lnTo>
                  <a:lnTo>
                    <a:pt x="1194964" y="1411429"/>
                  </a:lnTo>
                  <a:lnTo>
                    <a:pt x="1194968" y="1411416"/>
                  </a:lnTo>
                  <a:lnTo>
                    <a:pt x="1194973" y="1411398"/>
                  </a:lnTo>
                  <a:lnTo>
                    <a:pt x="1194980" y="1411379"/>
                  </a:lnTo>
                  <a:lnTo>
                    <a:pt x="1194986" y="1411361"/>
                  </a:lnTo>
                  <a:lnTo>
                    <a:pt x="1194992" y="1411342"/>
                  </a:lnTo>
                  <a:lnTo>
                    <a:pt x="1194996" y="1411335"/>
                  </a:lnTo>
                  <a:lnTo>
                    <a:pt x="1194996" y="1411324"/>
                  </a:lnTo>
                  <a:lnTo>
                    <a:pt x="1194998" y="1411305"/>
                  </a:lnTo>
                  <a:lnTo>
                    <a:pt x="1195000" y="1411287"/>
                  </a:lnTo>
                  <a:lnTo>
                    <a:pt x="1195002" y="1411268"/>
                  </a:lnTo>
                  <a:lnTo>
                    <a:pt x="1195003" y="1411250"/>
                  </a:lnTo>
                  <a:lnTo>
                    <a:pt x="1195002" y="1411230"/>
                  </a:lnTo>
                  <a:lnTo>
                    <a:pt x="1195002" y="1411213"/>
                  </a:lnTo>
                  <a:lnTo>
                    <a:pt x="1194997" y="1411171"/>
                  </a:lnTo>
                  <a:lnTo>
                    <a:pt x="1194997" y="1411150"/>
                  </a:lnTo>
                  <a:lnTo>
                    <a:pt x="1195006" y="1411134"/>
                  </a:lnTo>
                  <a:lnTo>
                    <a:pt x="1195015" y="1411123"/>
                  </a:lnTo>
                  <a:lnTo>
                    <a:pt x="1195023" y="1411116"/>
                  </a:lnTo>
                  <a:lnTo>
                    <a:pt x="1195032" y="1411109"/>
                  </a:lnTo>
                  <a:lnTo>
                    <a:pt x="1195038" y="1411100"/>
                  </a:lnTo>
                  <a:lnTo>
                    <a:pt x="1195045" y="1411081"/>
                  </a:lnTo>
                  <a:lnTo>
                    <a:pt x="1195046" y="1411071"/>
                  </a:lnTo>
                  <a:lnTo>
                    <a:pt x="1195050" y="1411062"/>
                  </a:lnTo>
                  <a:lnTo>
                    <a:pt x="1195052" y="1411053"/>
                  </a:lnTo>
                  <a:lnTo>
                    <a:pt x="1195057" y="1411044"/>
                  </a:lnTo>
                  <a:lnTo>
                    <a:pt x="1195062" y="1411025"/>
                  </a:lnTo>
                  <a:lnTo>
                    <a:pt x="1195064" y="1411007"/>
                  </a:lnTo>
                  <a:lnTo>
                    <a:pt x="1195065" y="1410986"/>
                  </a:lnTo>
                  <a:lnTo>
                    <a:pt x="1195071" y="1410968"/>
                  </a:lnTo>
                  <a:lnTo>
                    <a:pt x="1195081" y="1410952"/>
                  </a:lnTo>
                  <a:lnTo>
                    <a:pt x="1195091" y="1410933"/>
                  </a:lnTo>
                  <a:lnTo>
                    <a:pt x="1195103" y="1410915"/>
                  </a:lnTo>
                  <a:lnTo>
                    <a:pt x="1195108" y="1410909"/>
                  </a:lnTo>
                  <a:lnTo>
                    <a:pt x="1195115" y="1410896"/>
                  </a:lnTo>
                  <a:lnTo>
                    <a:pt x="1195120" y="1410888"/>
                  </a:lnTo>
                  <a:lnTo>
                    <a:pt x="1195127" y="1410877"/>
                  </a:lnTo>
                  <a:lnTo>
                    <a:pt x="1195134" y="1410859"/>
                  </a:lnTo>
                  <a:lnTo>
                    <a:pt x="1195140" y="1410834"/>
                  </a:lnTo>
                  <a:lnTo>
                    <a:pt x="1195141" y="1410818"/>
                  </a:lnTo>
                  <a:lnTo>
                    <a:pt x="1195140" y="1410800"/>
                  </a:lnTo>
                  <a:lnTo>
                    <a:pt x="1195139" y="1410791"/>
                  </a:lnTo>
                  <a:lnTo>
                    <a:pt x="1195140" y="1410781"/>
                  </a:lnTo>
                  <a:lnTo>
                    <a:pt x="1195138" y="1410760"/>
                  </a:lnTo>
                  <a:lnTo>
                    <a:pt x="1195136" y="1410751"/>
                  </a:lnTo>
                  <a:lnTo>
                    <a:pt x="1195138" y="1410742"/>
                  </a:lnTo>
                  <a:lnTo>
                    <a:pt x="1195139" y="1410723"/>
                  </a:lnTo>
                  <a:lnTo>
                    <a:pt x="1195141" y="1410705"/>
                  </a:lnTo>
                  <a:lnTo>
                    <a:pt x="1195149" y="1410687"/>
                  </a:lnTo>
                  <a:lnTo>
                    <a:pt x="1195154" y="1410668"/>
                  </a:lnTo>
                  <a:lnTo>
                    <a:pt x="1195158" y="1410649"/>
                  </a:lnTo>
                  <a:lnTo>
                    <a:pt x="1195160" y="1410631"/>
                  </a:lnTo>
                  <a:lnTo>
                    <a:pt x="1195163" y="1410612"/>
                  </a:lnTo>
                  <a:lnTo>
                    <a:pt x="1195167" y="1410594"/>
                  </a:lnTo>
                  <a:lnTo>
                    <a:pt x="1195170" y="1410585"/>
                  </a:lnTo>
                  <a:lnTo>
                    <a:pt x="1195171" y="1410575"/>
                  </a:lnTo>
                  <a:lnTo>
                    <a:pt x="1195177" y="1410558"/>
                  </a:lnTo>
                  <a:lnTo>
                    <a:pt x="1195179" y="1410552"/>
                  </a:lnTo>
                  <a:lnTo>
                    <a:pt x="1195183" y="1410539"/>
                  </a:lnTo>
                  <a:lnTo>
                    <a:pt x="1195185" y="1410528"/>
                  </a:lnTo>
                  <a:lnTo>
                    <a:pt x="1195189" y="1410520"/>
                  </a:lnTo>
                  <a:lnTo>
                    <a:pt x="1195192" y="1410498"/>
                  </a:lnTo>
                  <a:lnTo>
                    <a:pt x="1195194" y="1410489"/>
                  </a:lnTo>
                  <a:lnTo>
                    <a:pt x="1195193" y="1410481"/>
                  </a:lnTo>
                  <a:lnTo>
                    <a:pt x="1195175" y="1410473"/>
                  </a:lnTo>
                  <a:lnTo>
                    <a:pt x="1195165" y="1410473"/>
                  </a:lnTo>
                  <a:lnTo>
                    <a:pt x="1195156" y="1410471"/>
                  </a:lnTo>
                  <a:lnTo>
                    <a:pt x="1195142" y="1410464"/>
                  </a:lnTo>
                  <a:lnTo>
                    <a:pt x="1195137" y="1410460"/>
                  </a:lnTo>
                  <a:lnTo>
                    <a:pt x="1195136" y="1410451"/>
                  </a:lnTo>
                  <a:lnTo>
                    <a:pt x="1195138" y="1410444"/>
                  </a:lnTo>
                  <a:lnTo>
                    <a:pt x="1195142" y="1410425"/>
                  </a:lnTo>
                  <a:lnTo>
                    <a:pt x="1195140" y="1410404"/>
                  </a:lnTo>
                  <a:lnTo>
                    <a:pt x="1195137" y="1410386"/>
                  </a:lnTo>
                  <a:lnTo>
                    <a:pt x="1195132" y="1410367"/>
                  </a:lnTo>
                  <a:lnTo>
                    <a:pt x="1195128" y="1410349"/>
                  </a:lnTo>
                  <a:lnTo>
                    <a:pt x="1195126" y="1410344"/>
                  </a:lnTo>
                  <a:lnTo>
                    <a:pt x="1195125" y="1410331"/>
                  </a:lnTo>
                  <a:lnTo>
                    <a:pt x="1195126" y="1410312"/>
                  </a:lnTo>
                  <a:lnTo>
                    <a:pt x="1195132" y="1410293"/>
                  </a:lnTo>
                  <a:lnTo>
                    <a:pt x="1195132" y="1410287"/>
                  </a:lnTo>
                  <a:lnTo>
                    <a:pt x="1195140" y="1410275"/>
                  </a:lnTo>
                  <a:lnTo>
                    <a:pt x="1195148" y="1410266"/>
                  </a:lnTo>
                  <a:lnTo>
                    <a:pt x="1195157" y="1410259"/>
                  </a:lnTo>
                  <a:lnTo>
                    <a:pt x="1195173" y="1410247"/>
                  </a:lnTo>
                  <a:lnTo>
                    <a:pt x="1195189" y="1410227"/>
                  </a:lnTo>
                  <a:lnTo>
                    <a:pt x="1195200" y="1410208"/>
                  </a:lnTo>
                  <a:lnTo>
                    <a:pt x="1195204" y="1410203"/>
                  </a:lnTo>
                  <a:lnTo>
                    <a:pt x="1195208" y="1410190"/>
                  </a:lnTo>
                  <a:lnTo>
                    <a:pt x="1195214" y="1410171"/>
                  </a:lnTo>
                  <a:lnTo>
                    <a:pt x="1195217" y="1410166"/>
                  </a:lnTo>
                  <a:lnTo>
                    <a:pt x="1195218" y="1410153"/>
                  </a:lnTo>
                  <a:lnTo>
                    <a:pt x="1195223" y="1410134"/>
                  </a:lnTo>
                  <a:lnTo>
                    <a:pt x="1195224" y="1410116"/>
                  </a:lnTo>
                  <a:lnTo>
                    <a:pt x="1195226" y="1410097"/>
                  </a:lnTo>
                  <a:lnTo>
                    <a:pt x="1195227" y="1410079"/>
                  </a:lnTo>
                  <a:lnTo>
                    <a:pt x="1195226" y="1410060"/>
                  </a:lnTo>
                  <a:lnTo>
                    <a:pt x="1195225" y="1410038"/>
                  </a:lnTo>
                  <a:lnTo>
                    <a:pt x="1195224" y="1410019"/>
                  </a:lnTo>
                  <a:lnTo>
                    <a:pt x="1195220" y="1409998"/>
                  </a:lnTo>
                  <a:lnTo>
                    <a:pt x="1195217" y="1409980"/>
                  </a:lnTo>
                  <a:lnTo>
                    <a:pt x="1195214" y="1409957"/>
                  </a:lnTo>
                  <a:lnTo>
                    <a:pt x="1195203" y="1409945"/>
                  </a:lnTo>
                  <a:lnTo>
                    <a:pt x="1195183" y="1409932"/>
                  </a:lnTo>
                  <a:lnTo>
                    <a:pt x="1195165" y="1409921"/>
                  </a:lnTo>
                  <a:lnTo>
                    <a:pt x="1195147" y="1409911"/>
                  </a:lnTo>
                  <a:lnTo>
                    <a:pt x="1195129" y="1409902"/>
                  </a:lnTo>
                  <a:lnTo>
                    <a:pt x="1195119" y="1409896"/>
                  </a:lnTo>
                  <a:lnTo>
                    <a:pt x="1195110" y="1409888"/>
                  </a:lnTo>
                  <a:lnTo>
                    <a:pt x="1195103" y="1409880"/>
                  </a:lnTo>
                  <a:lnTo>
                    <a:pt x="1195099" y="1409869"/>
                  </a:lnTo>
                  <a:lnTo>
                    <a:pt x="1195090" y="1409850"/>
                  </a:lnTo>
                  <a:lnTo>
                    <a:pt x="1195084" y="1409844"/>
                  </a:lnTo>
                  <a:lnTo>
                    <a:pt x="1195075" y="1409842"/>
                  </a:lnTo>
                  <a:lnTo>
                    <a:pt x="1195067" y="1409837"/>
                  </a:lnTo>
                  <a:lnTo>
                    <a:pt x="1195057" y="1409831"/>
                  </a:lnTo>
                  <a:lnTo>
                    <a:pt x="1195040" y="1409820"/>
                  </a:lnTo>
                  <a:lnTo>
                    <a:pt x="1195022" y="1409796"/>
                  </a:lnTo>
                  <a:lnTo>
                    <a:pt x="1195011" y="1409779"/>
                  </a:lnTo>
                  <a:lnTo>
                    <a:pt x="1195002" y="1409768"/>
                  </a:lnTo>
                  <a:lnTo>
                    <a:pt x="1194997" y="1409763"/>
                  </a:lnTo>
                  <a:lnTo>
                    <a:pt x="1194979" y="1409748"/>
                  </a:lnTo>
                  <a:lnTo>
                    <a:pt x="1194966" y="1409738"/>
                  </a:lnTo>
                  <a:lnTo>
                    <a:pt x="1194944" y="1409718"/>
                  </a:lnTo>
                  <a:lnTo>
                    <a:pt x="1194930" y="1409700"/>
                  </a:lnTo>
                  <a:lnTo>
                    <a:pt x="1194912" y="1409686"/>
                  </a:lnTo>
                  <a:lnTo>
                    <a:pt x="1194894" y="1409675"/>
                  </a:lnTo>
                  <a:lnTo>
                    <a:pt x="1194890" y="1409671"/>
                  </a:lnTo>
                  <a:lnTo>
                    <a:pt x="1194883" y="1409659"/>
                  </a:lnTo>
                  <a:lnTo>
                    <a:pt x="1194876" y="1409654"/>
                  </a:lnTo>
                  <a:lnTo>
                    <a:pt x="1194865" y="1409644"/>
                  </a:lnTo>
                  <a:lnTo>
                    <a:pt x="1194854" y="1409640"/>
                  </a:lnTo>
                  <a:lnTo>
                    <a:pt x="1194847" y="1409634"/>
                  </a:lnTo>
                  <a:lnTo>
                    <a:pt x="1194840" y="1409629"/>
                  </a:lnTo>
                  <a:lnTo>
                    <a:pt x="1194830" y="1409616"/>
                  </a:lnTo>
                  <a:lnTo>
                    <a:pt x="1194822" y="1409598"/>
                  </a:lnTo>
                  <a:lnTo>
                    <a:pt x="1194823" y="1409581"/>
                  </a:lnTo>
                  <a:lnTo>
                    <a:pt x="1194826" y="1409563"/>
                  </a:lnTo>
                  <a:lnTo>
                    <a:pt x="1194833" y="1409544"/>
                  </a:lnTo>
                  <a:lnTo>
                    <a:pt x="1194833" y="1409526"/>
                  </a:lnTo>
                  <a:lnTo>
                    <a:pt x="1194829" y="1409508"/>
                  </a:lnTo>
                  <a:lnTo>
                    <a:pt x="1194826" y="1409497"/>
                  </a:lnTo>
                  <a:lnTo>
                    <a:pt x="1194822" y="1409489"/>
                  </a:lnTo>
                  <a:lnTo>
                    <a:pt x="1194814" y="1409470"/>
                  </a:lnTo>
                  <a:lnTo>
                    <a:pt x="1194814" y="1409452"/>
                  </a:lnTo>
                  <a:lnTo>
                    <a:pt x="1194814" y="1409433"/>
                  </a:lnTo>
                  <a:lnTo>
                    <a:pt x="1194814" y="1409424"/>
                  </a:lnTo>
                  <a:lnTo>
                    <a:pt x="1194812" y="1409415"/>
                  </a:lnTo>
                  <a:lnTo>
                    <a:pt x="1194809" y="1409394"/>
                  </a:lnTo>
                  <a:lnTo>
                    <a:pt x="1194809" y="1409388"/>
                  </a:lnTo>
                  <a:lnTo>
                    <a:pt x="1194811" y="1409382"/>
                  </a:lnTo>
                  <a:lnTo>
                    <a:pt x="1194813" y="1409376"/>
                  </a:lnTo>
                  <a:lnTo>
                    <a:pt x="1194817" y="1409366"/>
                  </a:lnTo>
                  <a:lnTo>
                    <a:pt x="1194815" y="1409356"/>
                  </a:lnTo>
                  <a:lnTo>
                    <a:pt x="1194814" y="1409345"/>
                  </a:lnTo>
                  <a:lnTo>
                    <a:pt x="1194818" y="1409332"/>
                  </a:lnTo>
                  <a:lnTo>
                    <a:pt x="1194817" y="1409320"/>
                  </a:lnTo>
                  <a:lnTo>
                    <a:pt x="1194814" y="1409310"/>
                  </a:lnTo>
                  <a:lnTo>
                    <a:pt x="1194813" y="1409301"/>
                  </a:lnTo>
                  <a:lnTo>
                    <a:pt x="1194814" y="1409283"/>
                  </a:lnTo>
                  <a:lnTo>
                    <a:pt x="1194817" y="1409264"/>
                  </a:lnTo>
                  <a:lnTo>
                    <a:pt x="1194819" y="1409246"/>
                  </a:lnTo>
                  <a:lnTo>
                    <a:pt x="1194814" y="1409228"/>
                  </a:lnTo>
                  <a:lnTo>
                    <a:pt x="1194810" y="1409209"/>
                  </a:lnTo>
                  <a:lnTo>
                    <a:pt x="1194808" y="1409200"/>
                  </a:lnTo>
                  <a:lnTo>
                    <a:pt x="1194809" y="1409191"/>
                  </a:lnTo>
                  <a:lnTo>
                    <a:pt x="1194814" y="1409172"/>
                  </a:lnTo>
                  <a:lnTo>
                    <a:pt x="1194819" y="1409154"/>
                  </a:lnTo>
                  <a:lnTo>
                    <a:pt x="1194829" y="1409135"/>
                  </a:lnTo>
                  <a:lnTo>
                    <a:pt x="1194844" y="1409117"/>
                  </a:lnTo>
                  <a:lnTo>
                    <a:pt x="1194857" y="1409098"/>
                  </a:lnTo>
                  <a:lnTo>
                    <a:pt x="1194873" y="1409080"/>
                  </a:lnTo>
                  <a:lnTo>
                    <a:pt x="1194888" y="1409061"/>
                  </a:lnTo>
                  <a:lnTo>
                    <a:pt x="1194902" y="1409044"/>
                  </a:lnTo>
                  <a:lnTo>
                    <a:pt x="1194917" y="1409026"/>
                  </a:lnTo>
                  <a:lnTo>
                    <a:pt x="1194932" y="1409008"/>
                  </a:lnTo>
                  <a:lnTo>
                    <a:pt x="1194942" y="1408989"/>
                  </a:lnTo>
                  <a:lnTo>
                    <a:pt x="1194947" y="1408981"/>
                  </a:lnTo>
                  <a:lnTo>
                    <a:pt x="1194953" y="1408970"/>
                  </a:lnTo>
                  <a:lnTo>
                    <a:pt x="1194965" y="1408951"/>
                  </a:lnTo>
                  <a:lnTo>
                    <a:pt x="1194970" y="1408939"/>
                  </a:lnTo>
                  <a:lnTo>
                    <a:pt x="1194969" y="1408933"/>
                  </a:lnTo>
                  <a:lnTo>
                    <a:pt x="1194966" y="1408920"/>
                  </a:lnTo>
                  <a:lnTo>
                    <a:pt x="1194963" y="1408911"/>
                  </a:lnTo>
                  <a:lnTo>
                    <a:pt x="1194953" y="1408896"/>
                  </a:lnTo>
                  <a:lnTo>
                    <a:pt x="1194950" y="1408890"/>
                  </a:lnTo>
                  <a:lnTo>
                    <a:pt x="1194940" y="1408878"/>
                  </a:lnTo>
                  <a:lnTo>
                    <a:pt x="1194935" y="1408871"/>
                  </a:lnTo>
                  <a:lnTo>
                    <a:pt x="1194924" y="1408865"/>
                  </a:lnTo>
                  <a:lnTo>
                    <a:pt x="1194899" y="1408858"/>
                  </a:lnTo>
                  <a:lnTo>
                    <a:pt x="1194875" y="1408853"/>
                  </a:lnTo>
                  <a:lnTo>
                    <a:pt x="1194805" y="1408846"/>
                  </a:lnTo>
                  <a:lnTo>
                    <a:pt x="1194787" y="1408844"/>
                  </a:lnTo>
                  <a:lnTo>
                    <a:pt x="1194769" y="1408843"/>
                  </a:lnTo>
                  <a:lnTo>
                    <a:pt x="1194751" y="1408841"/>
                  </a:lnTo>
                  <a:lnTo>
                    <a:pt x="1194740" y="1408837"/>
                  </a:lnTo>
                  <a:lnTo>
                    <a:pt x="1194733" y="1408837"/>
                  </a:lnTo>
                  <a:lnTo>
                    <a:pt x="1194714" y="1408833"/>
                  </a:lnTo>
                  <a:lnTo>
                    <a:pt x="1194696" y="1408831"/>
                  </a:lnTo>
                  <a:lnTo>
                    <a:pt x="1194675" y="1408824"/>
                  </a:lnTo>
                  <a:lnTo>
                    <a:pt x="1194667" y="1408820"/>
                  </a:lnTo>
                  <a:lnTo>
                    <a:pt x="1194659" y="1408815"/>
                  </a:lnTo>
                  <a:lnTo>
                    <a:pt x="1194649" y="1408812"/>
                  </a:lnTo>
                  <a:lnTo>
                    <a:pt x="1194642" y="1408812"/>
                  </a:lnTo>
                  <a:lnTo>
                    <a:pt x="1194623" y="1408810"/>
                  </a:lnTo>
                  <a:lnTo>
                    <a:pt x="1194605" y="1408812"/>
                  </a:lnTo>
                  <a:lnTo>
                    <a:pt x="1194587" y="1408814"/>
                  </a:lnTo>
                  <a:lnTo>
                    <a:pt x="1194568" y="1408815"/>
                  </a:lnTo>
                  <a:lnTo>
                    <a:pt x="1194545" y="1408822"/>
                  </a:lnTo>
                  <a:lnTo>
                    <a:pt x="1194535" y="1408822"/>
                  </a:lnTo>
                  <a:lnTo>
                    <a:pt x="1194522" y="1408820"/>
                  </a:lnTo>
                  <a:lnTo>
                    <a:pt x="1194514" y="1408818"/>
                  </a:lnTo>
                  <a:lnTo>
                    <a:pt x="1194496" y="1408817"/>
                  </a:lnTo>
                  <a:lnTo>
                    <a:pt x="1194477" y="1408815"/>
                  </a:lnTo>
                  <a:lnTo>
                    <a:pt x="1194470" y="1408812"/>
                  </a:lnTo>
                  <a:lnTo>
                    <a:pt x="1194458" y="1408811"/>
                  </a:lnTo>
                  <a:lnTo>
                    <a:pt x="1194441" y="1408812"/>
                  </a:lnTo>
                  <a:lnTo>
                    <a:pt x="1194422" y="1408813"/>
                  </a:lnTo>
                  <a:lnTo>
                    <a:pt x="1194404" y="1408815"/>
                  </a:lnTo>
                  <a:lnTo>
                    <a:pt x="1194386" y="1408811"/>
                  </a:lnTo>
                  <a:lnTo>
                    <a:pt x="1194361" y="1408804"/>
                  </a:lnTo>
                  <a:lnTo>
                    <a:pt x="1194351" y="1408803"/>
                  </a:lnTo>
                  <a:lnTo>
                    <a:pt x="1194331" y="1408805"/>
                  </a:lnTo>
                  <a:lnTo>
                    <a:pt x="1194321" y="1408805"/>
                  </a:lnTo>
                  <a:lnTo>
                    <a:pt x="1194307" y="1408802"/>
                  </a:lnTo>
                  <a:lnTo>
                    <a:pt x="1194300" y="1408798"/>
                  </a:lnTo>
                  <a:lnTo>
                    <a:pt x="1194294" y="1408792"/>
                  </a:lnTo>
                  <a:lnTo>
                    <a:pt x="1194276" y="1408782"/>
                  </a:lnTo>
                  <a:lnTo>
                    <a:pt x="1194258" y="1408775"/>
                  </a:lnTo>
                  <a:lnTo>
                    <a:pt x="1194240" y="1408772"/>
                  </a:lnTo>
                  <a:lnTo>
                    <a:pt x="1194221" y="1408764"/>
                  </a:lnTo>
                  <a:lnTo>
                    <a:pt x="1194202" y="1408760"/>
                  </a:lnTo>
                  <a:lnTo>
                    <a:pt x="1194185" y="1408756"/>
                  </a:lnTo>
                  <a:lnTo>
                    <a:pt x="1194167" y="1408750"/>
                  </a:lnTo>
                  <a:lnTo>
                    <a:pt x="1194149" y="1408743"/>
                  </a:lnTo>
                  <a:lnTo>
                    <a:pt x="1194131" y="1408734"/>
                  </a:lnTo>
                  <a:lnTo>
                    <a:pt x="1194113" y="1408728"/>
                  </a:lnTo>
                  <a:lnTo>
                    <a:pt x="1194094" y="1408723"/>
                  </a:lnTo>
                  <a:lnTo>
                    <a:pt x="1194076" y="1408718"/>
                  </a:lnTo>
                  <a:lnTo>
                    <a:pt x="1194057" y="1408712"/>
                  </a:lnTo>
                  <a:lnTo>
                    <a:pt x="1194048" y="1408702"/>
                  </a:lnTo>
                  <a:lnTo>
                    <a:pt x="1194047" y="1408696"/>
                  </a:lnTo>
                  <a:lnTo>
                    <a:pt x="1194045" y="1408676"/>
                  </a:lnTo>
                  <a:lnTo>
                    <a:pt x="1194042" y="1408658"/>
                  </a:lnTo>
                  <a:lnTo>
                    <a:pt x="1194034" y="1408639"/>
                  </a:lnTo>
                  <a:lnTo>
                    <a:pt x="1194028" y="1408623"/>
                  </a:lnTo>
                  <a:lnTo>
                    <a:pt x="1194026" y="1408616"/>
                  </a:lnTo>
                  <a:lnTo>
                    <a:pt x="1194021" y="1408602"/>
                  </a:lnTo>
                  <a:lnTo>
                    <a:pt x="1194015" y="1408584"/>
                  </a:lnTo>
                  <a:lnTo>
                    <a:pt x="1194005" y="1408565"/>
                  </a:lnTo>
                  <a:lnTo>
                    <a:pt x="1193994" y="1408547"/>
                  </a:lnTo>
                  <a:lnTo>
                    <a:pt x="1193984" y="1408528"/>
                  </a:lnTo>
                  <a:lnTo>
                    <a:pt x="1193976" y="1408510"/>
                  </a:lnTo>
                  <a:lnTo>
                    <a:pt x="1193969" y="1408492"/>
                  </a:lnTo>
                  <a:lnTo>
                    <a:pt x="1193968" y="1408483"/>
                  </a:lnTo>
                  <a:lnTo>
                    <a:pt x="1193964" y="1408473"/>
                  </a:lnTo>
                  <a:lnTo>
                    <a:pt x="1193961" y="1408467"/>
                  </a:lnTo>
                  <a:lnTo>
                    <a:pt x="1193951" y="1408455"/>
                  </a:lnTo>
                  <a:lnTo>
                    <a:pt x="1193935" y="1408440"/>
                  </a:lnTo>
                  <a:lnTo>
                    <a:pt x="1193917" y="1408429"/>
                  </a:lnTo>
                  <a:lnTo>
                    <a:pt x="1193899" y="1408419"/>
                  </a:lnTo>
                  <a:lnTo>
                    <a:pt x="1193892" y="1408415"/>
                  </a:lnTo>
                  <a:lnTo>
                    <a:pt x="1193881" y="1408405"/>
                  </a:lnTo>
                  <a:lnTo>
                    <a:pt x="1193874" y="1408399"/>
                  </a:lnTo>
                  <a:lnTo>
                    <a:pt x="1193867" y="1408387"/>
                  </a:lnTo>
                  <a:lnTo>
                    <a:pt x="1193860" y="1408369"/>
                  </a:lnTo>
                  <a:lnTo>
                    <a:pt x="1193857" y="1408359"/>
                  </a:lnTo>
                  <a:lnTo>
                    <a:pt x="1193855" y="1408354"/>
                  </a:lnTo>
                  <a:lnTo>
                    <a:pt x="1193850" y="1408344"/>
                  </a:lnTo>
                  <a:lnTo>
                    <a:pt x="1193844" y="1408341"/>
                  </a:lnTo>
                  <a:lnTo>
                    <a:pt x="1193834" y="1408335"/>
                  </a:lnTo>
                  <a:lnTo>
                    <a:pt x="1193816" y="1408323"/>
                  </a:lnTo>
                  <a:lnTo>
                    <a:pt x="1193810" y="1408318"/>
                  </a:lnTo>
                  <a:lnTo>
                    <a:pt x="1193801" y="1408313"/>
                  </a:lnTo>
                  <a:lnTo>
                    <a:pt x="1193795" y="1408310"/>
                  </a:lnTo>
                  <a:lnTo>
                    <a:pt x="1193789" y="1408309"/>
                  </a:lnTo>
                  <a:lnTo>
                    <a:pt x="1193779" y="1408310"/>
                  </a:lnTo>
                  <a:lnTo>
                    <a:pt x="1193761" y="1408310"/>
                  </a:lnTo>
                  <a:lnTo>
                    <a:pt x="1193743" y="1408308"/>
                  </a:lnTo>
                  <a:lnTo>
                    <a:pt x="1193725" y="1408296"/>
                  </a:lnTo>
                  <a:lnTo>
                    <a:pt x="1193707" y="1408280"/>
                  </a:lnTo>
                  <a:lnTo>
                    <a:pt x="1193694" y="1408271"/>
                  </a:lnTo>
                  <a:lnTo>
                    <a:pt x="1193682" y="1408266"/>
                  </a:lnTo>
                  <a:lnTo>
                    <a:pt x="1193671" y="1408262"/>
                  </a:lnTo>
                  <a:lnTo>
                    <a:pt x="1193646" y="1408255"/>
                  </a:lnTo>
                  <a:lnTo>
                    <a:pt x="1193633" y="1408253"/>
                  </a:lnTo>
                  <a:lnTo>
                    <a:pt x="1193613" y="1408249"/>
                  </a:lnTo>
                  <a:lnTo>
                    <a:pt x="1193598" y="1408235"/>
                  </a:lnTo>
                  <a:lnTo>
                    <a:pt x="1193591" y="1408216"/>
                  </a:lnTo>
                  <a:lnTo>
                    <a:pt x="1193586" y="1408198"/>
                  </a:lnTo>
                  <a:lnTo>
                    <a:pt x="1193587" y="1408182"/>
                  </a:lnTo>
                  <a:lnTo>
                    <a:pt x="1193587" y="1408170"/>
                  </a:lnTo>
                  <a:lnTo>
                    <a:pt x="1193584" y="1408164"/>
                  </a:lnTo>
                  <a:lnTo>
                    <a:pt x="1193571" y="1408158"/>
                  </a:lnTo>
                  <a:lnTo>
                    <a:pt x="1193560" y="1408149"/>
                  </a:lnTo>
                  <a:lnTo>
                    <a:pt x="1193547" y="1408129"/>
                  </a:lnTo>
                  <a:lnTo>
                    <a:pt x="1193541" y="1408123"/>
                  </a:lnTo>
                  <a:lnTo>
                    <a:pt x="1193531" y="1408119"/>
                  </a:lnTo>
                  <a:lnTo>
                    <a:pt x="1193513" y="1408107"/>
                  </a:lnTo>
                  <a:lnTo>
                    <a:pt x="1193502" y="1408090"/>
                  </a:lnTo>
                  <a:lnTo>
                    <a:pt x="1193493" y="1408071"/>
                  </a:lnTo>
                  <a:lnTo>
                    <a:pt x="1193488" y="1408060"/>
                  </a:lnTo>
                  <a:lnTo>
                    <a:pt x="1193487" y="1408053"/>
                  </a:lnTo>
                  <a:lnTo>
                    <a:pt x="1193482" y="1408038"/>
                  </a:lnTo>
                  <a:lnTo>
                    <a:pt x="1193480" y="1408029"/>
                  </a:lnTo>
                  <a:lnTo>
                    <a:pt x="1193478" y="1408018"/>
                  </a:lnTo>
                  <a:lnTo>
                    <a:pt x="1193474" y="1408010"/>
                  </a:lnTo>
                  <a:lnTo>
                    <a:pt x="1193469" y="1408001"/>
                  </a:lnTo>
                  <a:lnTo>
                    <a:pt x="1193465" y="1407994"/>
                  </a:lnTo>
                  <a:lnTo>
                    <a:pt x="1193463" y="1407987"/>
                  </a:lnTo>
                  <a:lnTo>
                    <a:pt x="1193461" y="1407979"/>
                  </a:lnTo>
                  <a:lnTo>
                    <a:pt x="1193455" y="1407961"/>
                  </a:lnTo>
                  <a:lnTo>
                    <a:pt x="1193449" y="1407942"/>
                  </a:lnTo>
                  <a:lnTo>
                    <a:pt x="1193444" y="1407928"/>
                  </a:lnTo>
                  <a:lnTo>
                    <a:pt x="1193441" y="1407923"/>
                  </a:lnTo>
                  <a:lnTo>
                    <a:pt x="1193437" y="1407918"/>
                  </a:lnTo>
                  <a:lnTo>
                    <a:pt x="1193425" y="1407907"/>
                  </a:lnTo>
                  <a:lnTo>
                    <a:pt x="1193420" y="1407905"/>
                  </a:lnTo>
                  <a:lnTo>
                    <a:pt x="1193414" y="1407902"/>
                  </a:lnTo>
                  <a:lnTo>
                    <a:pt x="1193409" y="1407894"/>
                  </a:lnTo>
                  <a:lnTo>
                    <a:pt x="1193405" y="1407883"/>
                  </a:lnTo>
                  <a:lnTo>
                    <a:pt x="1193405" y="1407877"/>
                  </a:lnTo>
                  <a:lnTo>
                    <a:pt x="1193406" y="1407857"/>
                  </a:lnTo>
                  <a:lnTo>
                    <a:pt x="1193406" y="1407850"/>
                  </a:lnTo>
                  <a:lnTo>
                    <a:pt x="1193403" y="1407839"/>
                  </a:lnTo>
                  <a:lnTo>
                    <a:pt x="1193399" y="1407820"/>
                  </a:lnTo>
                  <a:lnTo>
                    <a:pt x="1193399" y="1407802"/>
                  </a:lnTo>
                  <a:lnTo>
                    <a:pt x="1193394" y="1407783"/>
                  </a:lnTo>
                  <a:lnTo>
                    <a:pt x="1193390" y="1407774"/>
                  </a:lnTo>
                  <a:lnTo>
                    <a:pt x="1193389" y="1407765"/>
                  </a:lnTo>
                  <a:lnTo>
                    <a:pt x="1193389" y="1407746"/>
                  </a:lnTo>
                  <a:lnTo>
                    <a:pt x="1193382" y="1407727"/>
                  </a:lnTo>
                  <a:lnTo>
                    <a:pt x="1193377" y="1407709"/>
                  </a:lnTo>
                  <a:lnTo>
                    <a:pt x="1193378" y="1407690"/>
                  </a:lnTo>
                  <a:lnTo>
                    <a:pt x="1193377" y="1407672"/>
                  </a:lnTo>
                  <a:lnTo>
                    <a:pt x="1193377" y="1407665"/>
                  </a:lnTo>
                  <a:lnTo>
                    <a:pt x="1193373" y="1407654"/>
                  </a:lnTo>
                  <a:lnTo>
                    <a:pt x="1193370" y="1407645"/>
                  </a:lnTo>
                  <a:lnTo>
                    <a:pt x="1193370" y="1407635"/>
                  </a:lnTo>
                  <a:lnTo>
                    <a:pt x="1193373" y="1407617"/>
                  </a:lnTo>
                  <a:lnTo>
                    <a:pt x="1193375" y="1407608"/>
                  </a:lnTo>
                  <a:lnTo>
                    <a:pt x="1193375" y="1407596"/>
                  </a:lnTo>
                  <a:lnTo>
                    <a:pt x="1193370" y="1407580"/>
                  </a:lnTo>
                  <a:lnTo>
                    <a:pt x="1193366" y="1407571"/>
                  </a:lnTo>
                  <a:lnTo>
                    <a:pt x="1193363" y="1407562"/>
                  </a:lnTo>
                  <a:lnTo>
                    <a:pt x="1193357" y="1407543"/>
                  </a:lnTo>
                  <a:lnTo>
                    <a:pt x="1193351" y="1407521"/>
                  </a:lnTo>
                  <a:lnTo>
                    <a:pt x="1193346" y="1407506"/>
                  </a:lnTo>
                  <a:lnTo>
                    <a:pt x="1193342" y="1407499"/>
                  </a:lnTo>
                  <a:lnTo>
                    <a:pt x="1193331" y="1407487"/>
                  </a:lnTo>
                  <a:lnTo>
                    <a:pt x="1193322" y="1407475"/>
                  </a:lnTo>
                  <a:lnTo>
                    <a:pt x="1193319" y="1407469"/>
                  </a:lnTo>
                  <a:lnTo>
                    <a:pt x="1193313" y="1407451"/>
                  </a:lnTo>
                  <a:lnTo>
                    <a:pt x="1193309" y="1407432"/>
                  </a:lnTo>
                  <a:lnTo>
                    <a:pt x="1193309" y="1407422"/>
                  </a:lnTo>
                  <a:lnTo>
                    <a:pt x="1193307" y="1407411"/>
                  </a:lnTo>
                  <a:lnTo>
                    <a:pt x="1193302" y="1407395"/>
                  </a:lnTo>
                  <a:lnTo>
                    <a:pt x="1193288" y="1407377"/>
                  </a:lnTo>
                  <a:lnTo>
                    <a:pt x="1193282" y="1407366"/>
                  </a:lnTo>
                  <a:lnTo>
                    <a:pt x="1193276" y="1407357"/>
                  </a:lnTo>
                  <a:lnTo>
                    <a:pt x="1193268" y="1407340"/>
                  </a:lnTo>
                  <a:lnTo>
                    <a:pt x="1193262" y="1407321"/>
                  </a:lnTo>
                  <a:lnTo>
                    <a:pt x="1193255" y="1407303"/>
                  </a:lnTo>
                  <a:lnTo>
                    <a:pt x="1193247" y="1407284"/>
                  </a:lnTo>
                  <a:lnTo>
                    <a:pt x="1193246" y="1407276"/>
                  </a:lnTo>
                  <a:lnTo>
                    <a:pt x="1193248" y="1407264"/>
                  </a:lnTo>
                  <a:lnTo>
                    <a:pt x="1193260" y="1407250"/>
                  </a:lnTo>
                  <a:lnTo>
                    <a:pt x="1193277" y="1407231"/>
                  </a:lnTo>
                  <a:lnTo>
                    <a:pt x="1193293" y="1407213"/>
                  </a:lnTo>
                  <a:lnTo>
                    <a:pt x="1193308" y="1407194"/>
                  </a:lnTo>
                  <a:lnTo>
                    <a:pt x="1193323" y="1407176"/>
                  </a:lnTo>
                  <a:lnTo>
                    <a:pt x="1193342" y="1407161"/>
                  </a:lnTo>
                  <a:lnTo>
                    <a:pt x="1193360" y="1407149"/>
                  </a:lnTo>
                  <a:lnTo>
                    <a:pt x="1193378" y="1407141"/>
                  </a:lnTo>
                  <a:lnTo>
                    <a:pt x="1193396" y="1407135"/>
                  </a:lnTo>
                  <a:lnTo>
                    <a:pt x="1193414" y="1407133"/>
                  </a:lnTo>
                  <a:lnTo>
                    <a:pt x="1193432" y="1407126"/>
                  </a:lnTo>
                  <a:lnTo>
                    <a:pt x="1193440" y="1407124"/>
                  </a:lnTo>
                  <a:lnTo>
                    <a:pt x="1193446" y="1407121"/>
                  </a:lnTo>
                  <a:lnTo>
                    <a:pt x="1193448" y="1407115"/>
                  </a:lnTo>
                  <a:lnTo>
                    <a:pt x="1193453" y="1407096"/>
                  </a:lnTo>
                  <a:lnTo>
                    <a:pt x="1193454" y="1407077"/>
                  </a:lnTo>
                  <a:lnTo>
                    <a:pt x="1193454" y="1407058"/>
                  </a:lnTo>
                  <a:lnTo>
                    <a:pt x="1193454" y="1407040"/>
                  </a:lnTo>
                  <a:lnTo>
                    <a:pt x="1193453" y="1407021"/>
                  </a:lnTo>
                  <a:lnTo>
                    <a:pt x="1193448" y="1407003"/>
                  </a:lnTo>
                  <a:lnTo>
                    <a:pt x="1193446" y="1406985"/>
                  </a:lnTo>
                  <a:lnTo>
                    <a:pt x="1193442" y="1406966"/>
                  </a:lnTo>
                  <a:lnTo>
                    <a:pt x="1193444" y="1406948"/>
                  </a:lnTo>
                  <a:lnTo>
                    <a:pt x="1193448" y="1406929"/>
                  </a:lnTo>
                  <a:lnTo>
                    <a:pt x="1193448" y="1406919"/>
                  </a:lnTo>
                  <a:lnTo>
                    <a:pt x="1193450" y="1406911"/>
                  </a:lnTo>
                  <a:lnTo>
                    <a:pt x="1193452" y="1406892"/>
                  </a:lnTo>
                  <a:lnTo>
                    <a:pt x="1193449" y="1406873"/>
                  </a:lnTo>
                  <a:lnTo>
                    <a:pt x="1193447" y="1406855"/>
                  </a:lnTo>
                  <a:lnTo>
                    <a:pt x="1193445" y="1406837"/>
                  </a:lnTo>
                  <a:lnTo>
                    <a:pt x="1193444" y="1406818"/>
                  </a:lnTo>
                  <a:lnTo>
                    <a:pt x="1193443" y="1406800"/>
                  </a:lnTo>
                  <a:lnTo>
                    <a:pt x="1193443" y="1406781"/>
                  </a:lnTo>
                  <a:lnTo>
                    <a:pt x="1193442" y="1406763"/>
                  </a:lnTo>
                  <a:lnTo>
                    <a:pt x="1193445" y="1406744"/>
                  </a:lnTo>
                  <a:lnTo>
                    <a:pt x="1193449" y="1406726"/>
                  </a:lnTo>
                  <a:lnTo>
                    <a:pt x="1193453" y="1406707"/>
                  </a:lnTo>
                  <a:lnTo>
                    <a:pt x="1193455" y="1406689"/>
                  </a:lnTo>
                  <a:lnTo>
                    <a:pt x="1193456" y="1406670"/>
                  </a:lnTo>
                  <a:lnTo>
                    <a:pt x="1193457" y="1406652"/>
                  </a:lnTo>
                  <a:lnTo>
                    <a:pt x="1193460" y="1406633"/>
                  </a:lnTo>
                  <a:lnTo>
                    <a:pt x="1193467" y="1406615"/>
                  </a:lnTo>
                  <a:lnTo>
                    <a:pt x="1193473" y="1406596"/>
                  </a:lnTo>
                  <a:lnTo>
                    <a:pt x="1193478" y="1406578"/>
                  </a:lnTo>
                  <a:lnTo>
                    <a:pt x="1193479" y="1406559"/>
                  </a:lnTo>
                  <a:lnTo>
                    <a:pt x="1193478" y="1406539"/>
                  </a:lnTo>
                  <a:lnTo>
                    <a:pt x="1193470" y="1406520"/>
                  </a:lnTo>
                  <a:lnTo>
                    <a:pt x="1193459" y="1406504"/>
                  </a:lnTo>
                  <a:lnTo>
                    <a:pt x="1193444" y="1406485"/>
                  </a:lnTo>
                  <a:lnTo>
                    <a:pt x="1193441" y="1406480"/>
                  </a:lnTo>
                  <a:lnTo>
                    <a:pt x="1193440" y="1406467"/>
                  </a:lnTo>
                  <a:lnTo>
                    <a:pt x="1193441" y="1406448"/>
                  </a:lnTo>
                  <a:lnTo>
                    <a:pt x="1193439" y="1406428"/>
                  </a:lnTo>
                  <a:lnTo>
                    <a:pt x="1193435" y="1406409"/>
                  </a:lnTo>
                  <a:lnTo>
                    <a:pt x="1193428" y="1406393"/>
                  </a:lnTo>
                  <a:lnTo>
                    <a:pt x="1193425" y="1406375"/>
                  </a:lnTo>
                  <a:lnTo>
                    <a:pt x="1193423" y="1406354"/>
                  </a:lnTo>
                  <a:lnTo>
                    <a:pt x="1193423" y="1406343"/>
                  </a:lnTo>
                  <a:lnTo>
                    <a:pt x="1193422" y="1406330"/>
                  </a:lnTo>
                  <a:lnTo>
                    <a:pt x="1193421" y="1406325"/>
                  </a:lnTo>
                  <a:lnTo>
                    <a:pt x="1193418" y="1406318"/>
                  </a:lnTo>
                  <a:lnTo>
                    <a:pt x="1193413" y="1406311"/>
                  </a:lnTo>
                  <a:lnTo>
                    <a:pt x="1193408" y="1406302"/>
                  </a:lnTo>
                  <a:lnTo>
                    <a:pt x="1193403" y="1406291"/>
                  </a:lnTo>
                  <a:lnTo>
                    <a:pt x="1193399" y="1406282"/>
                  </a:lnTo>
                  <a:lnTo>
                    <a:pt x="1193396" y="1406275"/>
                  </a:lnTo>
                  <a:lnTo>
                    <a:pt x="1193395" y="1406264"/>
                  </a:lnTo>
                  <a:lnTo>
                    <a:pt x="1193393" y="1406256"/>
                  </a:lnTo>
                  <a:lnTo>
                    <a:pt x="1193390" y="1406250"/>
                  </a:lnTo>
                  <a:lnTo>
                    <a:pt x="1193381" y="1406239"/>
                  </a:lnTo>
                  <a:lnTo>
                    <a:pt x="1193373" y="1406230"/>
                  </a:lnTo>
                  <a:lnTo>
                    <a:pt x="1193359" y="1406213"/>
                  </a:lnTo>
                  <a:lnTo>
                    <a:pt x="1193350" y="1406207"/>
                  </a:lnTo>
                  <a:lnTo>
                    <a:pt x="1193342" y="1406197"/>
                  </a:lnTo>
                  <a:lnTo>
                    <a:pt x="1193325" y="1406182"/>
                  </a:lnTo>
                  <a:lnTo>
                    <a:pt x="1193323" y="1406175"/>
                  </a:lnTo>
                  <a:lnTo>
                    <a:pt x="1193330" y="1406162"/>
                  </a:lnTo>
                  <a:lnTo>
                    <a:pt x="1193337" y="1406150"/>
                  </a:lnTo>
                  <a:lnTo>
                    <a:pt x="1193343" y="1406139"/>
                  </a:lnTo>
                  <a:lnTo>
                    <a:pt x="1193347" y="1406131"/>
                  </a:lnTo>
                  <a:lnTo>
                    <a:pt x="1193349" y="1406117"/>
                  </a:lnTo>
                  <a:lnTo>
                    <a:pt x="1193349" y="1406104"/>
                  </a:lnTo>
                  <a:lnTo>
                    <a:pt x="1193350" y="1406093"/>
                  </a:lnTo>
                  <a:lnTo>
                    <a:pt x="1193345" y="1406074"/>
                  </a:lnTo>
                  <a:lnTo>
                    <a:pt x="1193340" y="1406057"/>
                  </a:lnTo>
                  <a:lnTo>
                    <a:pt x="1193333" y="1406040"/>
                  </a:lnTo>
                  <a:lnTo>
                    <a:pt x="1193330" y="1406035"/>
                  </a:lnTo>
                  <a:lnTo>
                    <a:pt x="1193322" y="1406017"/>
                  </a:lnTo>
                  <a:lnTo>
                    <a:pt x="1193313" y="1406004"/>
                  </a:lnTo>
                  <a:lnTo>
                    <a:pt x="1193311" y="1405993"/>
                  </a:lnTo>
                  <a:lnTo>
                    <a:pt x="1193312" y="1405985"/>
                  </a:lnTo>
                  <a:lnTo>
                    <a:pt x="1193315" y="1405973"/>
                  </a:lnTo>
                  <a:lnTo>
                    <a:pt x="1193318" y="1405963"/>
                  </a:lnTo>
                  <a:lnTo>
                    <a:pt x="1193323" y="1405947"/>
                  </a:lnTo>
                  <a:lnTo>
                    <a:pt x="1193324" y="1405937"/>
                  </a:lnTo>
                  <a:lnTo>
                    <a:pt x="1193324" y="1405927"/>
                  </a:lnTo>
                  <a:lnTo>
                    <a:pt x="1193323" y="1405916"/>
                  </a:lnTo>
                  <a:lnTo>
                    <a:pt x="1193324" y="1405906"/>
                  </a:lnTo>
                  <a:lnTo>
                    <a:pt x="1193326" y="1405886"/>
                  </a:lnTo>
                  <a:lnTo>
                    <a:pt x="1193330" y="1405871"/>
                  </a:lnTo>
                  <a:lnTo>
                    <a:pt x="1193338" y="1405853"/>
                  </a:lnTo>
                  <a:lnTo>
                    <a:pt x="1193347" y="1405834"/>
                  </a:lnTo>
                  <a:lnTo>
                    <a:pt x="1193359" y="1405817"/>
                  </a:lnTo>
                  <a:lnTo>
                    <a:pt x="1193375" y="1405798"/>
                  </a:lnTo>
                  <a:lnTo>
                    <a:pt x="1193380" y="1405789"/>
                  </a:lnTo>
                  <a:lnTo>
                    <a:pt x="1193379" y="1405783"/>
                  </a:lnTo>
                  <a:lnTo>
                    <a:pt x="1193374" y="1405763"/>
                  </a:lnTo>
                  <a:lnTo>
                    <a:pt x="1193371" y="1405747"/>
                  </a:lnTo>
                  <a:lnTo>
                    <a:pt x="1193367" y="1405736"/>
                  </a:lnTo>
                  <a:lnTo>
                    <a:pt x="1193362" y="1405723"/>
                  </a:lnTo>
                  <a:lnTo>
                    <a:pt x="1193361" y="1405715"/>
                  </a:lnTo>
                  <a:lnTo>
                    <a:pt x="1193361" y="1405707"/>
                  </a:lnTo>
                  <a:lnTo>
                    <a:pt x="1193361" y="1405697"/>
                  </a:lnTo>
                  <a:lnTo>
                    <a:pt x="1193364" y="1405687"/>
                  </a:lnTo>
                  <a:lnTo>
                    <a:pt x="1193367" y="1405678"/>
                  </a:lnTo>
                  <a:lnTo>
                    <a:pt x="1193373" y="1405667"/>
                  </a:lnTo>
                  <a:lnTo>
                    <a:pt x="1193378" y="1405660"/>
                  </a:lnTo>
                  <a:lnTo>
                    <a:pt x="1193382" y="1405648"/>
                  </a:lnTo>
                  <a:lnTo>
                    <a:pt x="1193383" y="1405637"/>
                  </a:lnTo>
                  <a:lnTo>
                    <a:pt x="1193383" y="1405618"/>
                  </a:lnTo>
                  <a:lnTo>
                    <a:pt x="1193381" y="1405607"/>
                  </a:lnTo>
                  <a:lnTo>
                    <a:pt x="1193381" y="1405597"/>
                  </a:lnTo>
                  <a:lnTo>
                    <a:pt x="1193381" y="1405587"/>
                  </a:lnTo>
                  <a:lnTo>
                    <a:pt x="1193382" y="1405577"/>
                  </a:lnTo>
                  <a:lnTo>
                    <a:pt x="1193384" y="1405561"/>
                  </a:lnTo>
                  <a:lnTo>
                    <a:pt x="1193385" y="1405536"/>
                  </a:lnTo>
                  <a:lnTo>
                    <a:pt x="1193385" y="1405527"/>
                  </a:lnTo>
                  <a:lnTo>
                    <a:pt x="1193385" y="1405520"/>
                  </a:lnTo>
                  <a:lnTo>
                    <a:pt x="1193378" y="1405510"/>
                  </a:lnTo>
                  <a:lnTo>
                    <a:pt x="1193373" y="1405507"/>
                  </a:lnTo>
                  <a:lnTo>
                    <a:pt x="1193357" y="1405489"/>
                  </a:lnTo>
                  <a:lnTo>
                    <a:pt x="1193345" y="1405470"/>
                  </a:lnTo>
                  <a:lnTo>
                    <a:pt x="1193340" y="1405460"/>
                  </a:lnTo>
                  <a:lnTo>
                    <a:pt x="1193335" y="1405452"/>
                  </a:lnTo>
                  <a:lnTo>
                    <a:pt x="1193326" y="1405440"/>
                  </a:lnTo>
                  <a:lnTo>
                    <a:pt x="1193321" y="1405435"/>
                  </a:lnTo>
                  <a:lnTo>
                    <a:pt x="1193302" y="1405427"/>
                  </a:lnTo>
                  <a:lnTo>
                    <a:pt x="1193284" y="1405422"/>
                  </a:lnTo>
                  <a:lnTo>
                    <a:pt x="1193266" y="1405420"/>
                  </a:lnTo>
                  <a:lnTo>
                    <a:pt x="1193247" y="1405417"/>
                  </a:lnTo>
                  <a:lnTo>
                    <a:pt x="1193229" y="1405413"/>
                  </a:lnTo>
                  <a:lnTo>
                    <a:pt x="1193211" y="1405408"/>
                  </a:lnTo>
                  <a:lnTo>
                    <a:pt x="1193193" y="1405403"/>
                  </a:lnTo>
                  <a:lnTo>
                    <a:pt x="1193175" y="1405394"/>
                  </a:lnTo>
                  <a:lnTo>
                    <a:pt x="1193156" y="1405383"/>
                  </a:lnTo>
                  <a:lnTo>
                    <a:pt x="1193138" y="1405367"/>
                  </a:lnTo>
                  <a:lnTo>
                    <a:pt x="1193122" y="1405353"/>
                  </a:lnTo>
                  <a:lnTo>
                    <a:pt x="1193105" y="1405335"/>
                  </a:lnTo>
                  <a:lnTo>
                    <a:pt x="1193087" y="1405319"/>
                  </a:lnTo>
                  <a:lnTo>
                    <a:pt x="1193069" y="1405308"/>
                  </a:lnTo>
                  <a:lnTo>
                    <a:pt x="1193051" y="1405295"/>
                  </a:lnTo>
                  <a:lnTo>
                    <a:pt x="1193033" y="1405281"/>
                  </a:lnTo>
                  <a:lnTo>
                    <a:pt x="1193026" y="1405275"/>
                  </a:lnTo>
                  <a:lnTo>
                    <a:pt x="1192990" y="1405233"/>
                  </a:lnTo>
                  <a:lnTo>
                    <a:pt x="1192983" y="1405222"/>
                  </a:lnTo>
                  <a:lnTo>
                    <a:pt x="1192981" y="1405215"/>
                  </a:lnTo>
                  <a:lnTo>
                    <a:pt x="1192973" y="1405197"/>
                  </a:lnTo>
                  <a:lnTo>
                    <a:pt x="1192973" y="1405188"/>
                  </a:lnTo>
                  <a:lnTo>
                    <a:pt x="1192958" y="1405167"/>
                  </a:lnTo>
                  <a:lnTo>
                    <a:pt x="1192947" y="1405161"/>
                  </a:lnTo>
                  <a:lnTo>
                    <a:pt x="1192938" y="1405155"/>
                  </a:lnTo>
                  <a:lnTo>
                    <a:pt x="1192924" y="1405139"/>
                  </a:lnTo>
                  <a:lnTo>
                    <a:pt x="1192923" y="1405133"/>
                  </a:lnTo>
                  <a:lnTo>
                    <a:pt x="1192926" y="1405114"/>
                  </a:lnTo>
                  <a:lnTo>
                    <a:pt x="1192927" y="1405086"/>
                  </a:lnTo>
                  <a:lnTo>
                    <a:pt x="1192912" y="1405086"/>
                  </a:lnTo>
                  <a:lnTo>
                    <a:pt x="1192907" y="1405088"/>
                  </a:lnTo>
                  <a:lnTo>
                    <a:pt x="1192901" y="1405088"/>
                  </a:lnTo>
                  <a:lnTo>
                    <a:pt x="1192888" y="1405088"/>
                  </a:lnTo>
                  <a:lnTo>
                    <a:pt x="1192870" y="1405087"/>
                  </a:lnTo>
                  <a:lnTo>
                    <a:pt x="1192852" y="1405086"/>
                  </a:lnTo>
                  <a:lnTo>
                    <a:pt x="1192833" y="1405083"/>
                  </a:lnTo>
                  <a:lnTo>
                    <a:pt x="1192815" y="1405072"/>
                  </a:lnTo>
                  <a:lnTo>
                    <a:pt x="1192798" y="1405058"/>
                  </a:lnTo>
                  <a:lnTo>
                    <a:pt x="1192780" y="1405044"/>
                  </a:lnTo>
                  <a:lnTo>
                    <a:pt x="1192771" y="1405037"/>
                  </a:lnTo>
                  <a:lnTo>
                    <a:pt x="1192764" y="1405027"/>
                  </a:lnTo>
                  <a:lnTo>
                    <a:pt x="1192757" y="1405013"/>
                  </a:lnTo>
                  <a:lnTo>
                    <a:pt x="1192754" y="1405006"/>
                  </a:lnTo>
                  <a:lnTo>
                    <a:pt x="1192739" y="1404990"/>
                  </a:lnTo>
                  <a:lnTo>
                    <a:pt x="1192722" y="1404975"/>
                  </a:lnTo>
                  <a:lnTo>
                    <a:pt x="1192704" y="1404959"/>
                  </a:lnTo>
                  <a:lnTo>
                    <a:pt x="1192685" y="1404947"/>
                  </a:lnTo>
                  <a:lnTo>
                    <a:pt x="1192674" y="1404937"/>
                  </a:lnTo>
                  <a:lnTo>
                    <a:pt x="1192672" y="1404929"/>
                  </a:lnTo>
                  <a:lnTo>
                    <a:pt x="1192675" y="1404918"/>
                  </a:lnTo>
                  <a:lnTo>
                    <a:pt x="1192677" y="1404910"/>
                  </a:lnTo>
                  <a:lnTo>
                    <a:pt x="1192680" y="1404899"/>
                  </a:lnTo>
                  <a:lnTo>
                    <a:pt x="1192679" y="1404891"/>
                  </a:lnTo>
                  <a:lnTo>
                    <a:pt x="1192673" y="1404882"/>
                  </a:lnTo>
                  <a:lnTo>
                    <a:pt x="1192669" y="1404872"/>
                  </a:lnTo>
                  <a:lnTo>
                    <a:pt x="1192665" y="1404860"/>
                  </a:lnTo>
                  <a:lnTo>
                    <a:pt x="1192662" y="1404848"/>
                  </a:lnTo>
                  <a:lnTo>
                    <a:pt x="1192664" y="1404835"/>
                  </a:lnTo>
                  <a:lnTo>
                    <a:pt x="1192662" y="1404821"/>
                  </a:lnTo>
                  <a:lnTo>
                    <a:pt x="1192658" y="1404810"/>
                  </a:lnTo>
                  <a:lnTo>
                    <a:pt x="1192655" y="1404798"/>
                  </a:lnTo>
                  <a:lnTo>
                    <a:pt x="1192653" y="1404788"/>
                  </a:lnTo>
                  <a:lnTo>
                    <a:pt x="1192652" y="1404775"/>
                  </a:lnTo>
                  <a:lnTo>
                    <a:pt x="1192653" y="1404757"/>
                  </a:lnTo>
                  <a:lnTo>
                    <a:pt x="1192654" y="1404744"/>
                  </a:lnTo>
                  <a:lnTo>
                    <a:pt x="1192654" y="1404729"/>
                  </a:lnTo>
                  <a:lnTo>
                    <a:pt x="1192653" y="1404717"/>
                  </a:lnTo>
                  <a:lnTo>
                    <a:pt x="1192655" y="1404705"/>
                  </a:lnTo>
                  <a:lnTo>
                    <a:pt x="1192657" y="1404694"/>
                  </a:lnTo>
                  <a:lnTo>
                    <a:pt x="1192657" y="1404687"/>
                  </a:lnTo>
                  <a:lnTo>
                    <a:pt x="1192651" y="1404673"/>
                  </a:lnTo>
                  <a:lnTo>
                    <a:pt x="1192641" y="1404655"/>
                  </a:lnTo>
                  <a:lnTo>
                    <a:pt x="1192632" y="1404637"/>
                  </a:lnTo>
                  <a:lnTo>
                    <a:pt x="1192629" y="1404628"/>
                  </a:lnTo>
                  <a:lnTo>
                    <a:pt x="1192628" y="1404618"/>
                  </a:lnTo>
                  <a:lnTo>
                    <a:pt x="1192626" y="1404600"/>
                  </a:lnTo>
                  <a:lnTo>
                    <a:pt x="1192629" y="1404581"/>
                  </a:lnTo>
                  <a:lnTo>
                    <a:pt x="1192637" y="1404496"/>
                  </a:lnTo>
                  <a:lnTo>
                    <a:pt x="1192649" y="1404476"/>
                  </a:lnTo>
                  <a:lnTo>
                    <a:pt x="1192666" y="1404460"/>
                  </a:lnTo>
                  <a:lnTo>
                    <a:pt x="1192684" y="1404449"/>
                  </a:lnTo>
                  <a:lnTo>
                    <a:pt x="1192704" y="1404441"/>
                  </a:lnTo>
                  <a:lnTo>
                    <a:pt x="1192721" y="1404435"/>
                  </a:lnTo>
                  <a:lnTo>
                    <a:pt x="1192739" y="1404428"/>
                  </a:lnTo>
                  <a:lnTo>
                    <a:pt x="1192757" y="1404423"/>
                  </a:lnTo>
                  <a:lnTo>
                    <a:pt x="1192776" y="1404415"/>
                  </a:lnTo>
                  <a:lnTo>
                    <a:pt x="1192794" y="1404403"/>
                  </a:lnTo>
                  <a:lnTo>
                    <a:pt x="1192812" y="1404389"/>
                  </a:lnTo>
                  <a:lnTo>
                    <a:pt x="1192830" y="1404373"/>
                  </a:lnTo>
                  <a:lnTo>
                    <a:pt x="1192836" y="1404366"/>
                  </a:lnTo>
                  <a:lnTo>
                    <a:pt x="1192844" y="1404355"/>
                  </a:lnTo>
                  <a:lnTo>
                    <a:pt x="1192846" y="1404342"/>
                  </a:lnTo>
                  <a:lnTo>
                    <a:pt x="1192842" y="1404336"/>
                  </a:lnTo>
                  <a:lnTo>
                    <a:pt x="1192832" y="1404317"/>
                  </a:lnTo>
                  <a:lnTo>
                    <a:pt x="1192821" y="1404298"/>
                  </a:lnTo>
                  <a:lnTo>
                    <a:pt x="1192813" y="1404280"/>
                  </a:lnTo>
                  <a:lnTo>
                    <a:pt x="1192804" y="1404262"/>
                  </a:lnTo>
                  <a:lnTo>
                    <a:pt x="1192782" y="1404204"/>
                  </a:lnTo>
                  <a:lnTo>
                    <a:pt x="1192775" y="1404186"/>
                  </a:lnTo>
                  <a:lnTo>
                    <a:pt x="1192770" y="1404167"/>
                  </a:lnTo>
                  <a:lnTo>
                    <a:pt x="1192770" y="1404159"/>
                  </a:lnTo>
                  <a:lnTo>
                    <a:pt x="1192766" y="1404148"/>
                  </a:lnTo>
                  <a:lnTo>
                    <a:pt x="1192760" y="1404130"/>
                  </a:lnTo>
                  <a:lnTo>
                    <a:pt x="1192754" y="1404111"/>
                  </a:lnTo>
                  <a:lnTo>
                    <a:pt x="1192750" y="1404093"/>
                  </a:lnTo>
                  <a:lnTo>
                    <a:pt x="1192746" y="1404074"/>
                  </a:lnTo>
                  <a:lnTo>
                    <a:pt x="1192741" y="1404056"/>
                  </a:lnTo>
                  <a:lnTo>
                    <a:pt x="1192738" y="1404038"/>
                  </a:lnTo>
                  <a:lnTo>
                    <a:pt x="1192735" y="1404026"/>
                  </a:lnTo>
                  <a:lnTo>
                    <a:pt x="1192732" y="1404019"/>
                  </a:lnTo>
                  <a:lnTo>
                    <a:pt x="1192728" y="1404007"/>
                  </a:lnTo>
                  <a:lnTo>
                    <a:pt x="1192726" y="1403996"/>
                  </a:lnTo>
                  <a:lnTo>
                    <a:pt x="1192725" y="1403989"/>
                  </a:lnTo>
                  <a:lnTo>
                    <a:pt x="1192723" y="1403981"/>
                  </a:lnTo>
                  <a:lnTo>
                    <a:pt x="1192719" y="1403972"/>
                  </a:lnTo>
                  <a:lnTo>
                    <a:pt x="1192716" y="1403963"/>
                  </a:lnTo>
                  <a:lnTo>
                    <a:pt x="1192712" y="1403945"/>
                  </a:lnTo>
                  <a:lnTo>
                    <a:pt x="1192711" y="1403927"/>
                  </a:lnTo>
                  <a:lnTo>
                    <a:pt x="1192711" y="1403908"/>
                  </a:lnTo>
                  <a:lnTo>
                    <a:pt x="1192711" y="1403890"/>
                  </a:lnTo>
                  <a:lnTo>
                    <a:pt x="1192713" y="1403871"/>
                  </a:lnTo>
                  <a:lnTo>
                    <a:pt x="1192714" y="1403853"/>
                  </a:lnTo>
                  <a:lnTo>
                    <a:pt x="1192718" y="1403834"/>
                  </a:lnTo>
                  <a:lnTo>
                    <a:pt x="1192722" y="1403816"/>
                  </a:lnTo>
                  <a:lnTo>
                    <a:pt x="1192727" y="1403798"/>
                  </a:lnTo>
                  <a:lnTo>
                    <a:pt x="1192734" y="1403779"/>
                  </a:lnTo>
                  <a:lnTo>
                    <a:pt x="1192742" y="1403760"/>
                  </a:lnTo>
                  <a:lnTo>
                    <a:pt x="1192750" y="1403742"/>
                  </a:lnTo>
                  <a:lnTo>
                    <a:pt x="1192757" y="1403725"/>
                  </a:lnTo>
                  <a:lnTo>
                    <a:pt x="1192767" y="1403705"/>
                  </a:lnTo>
                  <a:lnTo>
                    <a:pt x="1192778" y="1403686"/>
                  </a:lnTo>
                  <a:lnTo>
                    <a:pt x="1192791" y="1403668"/>
                  </a:lnTo>
                  <a:lnTo>
                    <a:pt x="1192804" y="1403649"/>
                  </a:lnTo>
                  <a:lnTo>
                    <a:pt x="1192815" y="1403631"/>
                  </a:lnTo>
                  <a:lnTo>
                    <a:pt x="1192831" y="1403612"/>
                  </a:lnTo>
                  <a:lnTo>
                    <a:pt x="1192849" y="1403605"/>
                  </a:lnTo>
                  <a:lnTo>
                    <a:pt x="1192868" y="1403601"/>
                  </a:lnTo>
                  <a:lnTo>
                    <a:pt x="1192886" y="1403597"/>
                  </a:lnTo>
                  <a:lnTo>
                    <a:pt x="1192904" y="1403592"/>
                  </a:lnTo>
                  <a:lnTo>
                    <a:pt x="1192922" y="1403585"/>
                  </a:lnTo>
                  <a:lnTo>
                    <a:pt x="1192940" y="1403577"/>
                  </a:lnTo>
                  <a:lnTo>
                    <a:pt x="1192958" y="1403571"/>
                  </a:lnTo>
                  <a:lnTo>
                    <a:pt x="1192977" y="1403567"/>
                  </a:lnTo>
                  <a:lnTo>
                    <a:pt x="1192994" y="1403566"/>
                  </a:lnTo>
                  <a:lnTo>
                    <a:pt x="1193069" y="1403551"/>
                  </a:lnTo>
                  <a:lnTo>
                    <a:pt x="1193083" y="1403551"/>
                  </a:lnTo>
                  <a:lnTo>
                    <a:pt x="1193095" y="1403551"/>
                  </a:lnTo>
                  <a:lnTo>
                    <a:pt x="1193109" y="1403550"/>
                  </a:lnTo>
                  <a:lnTo>
                    <a:pt x="1193124" y="1403553"/>
                  </a:lnTo>
                  <a:lnTo>
                    <a:pt x="1193138" y="1403556"/>
                  </a:lnTo>
                  <a:lnTo>
                    <a:pt x="1193150" y="1403559"/>
                  </a:lnTo>
                  <a:lnTo>
                    <a:pt x="1193160" y="1403564"/>
                  </a:lnTo>
                  <a:lnTo>
                    <a:pt x="1193173" y="1403569"/>
                  </a:lnTo>
                  <a:lnTo>
                    <a:pt x="1193184" y="1403575"/>
                  </a:lnTo>
                  <a:lnTo>
                    <a:pt x="1193196" y="1403583"/>
                  </a:lnTo>
                  <a:lnTo>
                    <a:pt x="1193209" y="1403590"/>
                  </a:lnTo>
                  <a:lnTo>
                    <a:pt x="1193224" y="1403595"/>
                  </a:lnTo>
                  <a:lnTo>
                    <a:pt x="1193242" y="1403597"/>
                  </a:lnTo>
                  <a:lnTo>
                    <a:pt x="1193259" y="1403598"/>
                  </a:lnTo>
                  <a:lnTo>
                    <a:pt x="1193276" y="1403597"/>
                  </a:lnTo>
                  <a:lnTo>
                    <a:pt x="1193283" y="1403595"/>
                  </a:lnTo>
                  <a:lnTo>
                    <a:pt x="1193296" y="1403590"/>
                  </a:lnTo>
                  <a:lnTo>
                    <a:pt x="1193313" y="1403582"/>
                  </a:lnTo>
                  <a:lnTo>
                    <a:pt x="1193325" y="1403577"/>
                  </a:lnTo>
                  <a:lnTo>
                    <a:pt x="1193343" y="1403568"/>
                  </a:lnTo>
                  <a:lnTo>
                    <a:pt x="1193361" y="1403559"/>
                  </a:lnTo>
                  <a:lnTo>
                    <a:pt x="1193381" y="1403548"/>
                  </a:lnTo>
                  <a:lnTo>
                    <a:pt x="1193398" y="1403537"/>
                  </a:lnTo>
                  <a:lnTo>
                    <a:pt x="1193417" y="1403521"/>
                  </a:lnTo>
                  <a:lnTo>
                    <a:pt x="1193427" y="1403505"/>
                  </a:lnTo>
                  <a:lnTo>
                    <a:pt x="1193431" y="1403486"/>
                  </a:lnTo>
                  <a:lnTo>
                    <a:pt x="1193433" y="1403478"/>
                  </a:lnTo>
                  <a:lnTo>
                    <a:pt x="1193433" y="1403468"/>
                  </a:lnTo>
                  <a:lnTo>
                    <a:pt x="1193435" y="1403449"/>
                  </a:lnTo>
                  <a:lnTo>
                    <a:pt x="1193435" y="1403431"/>
                  </a:lnTo>
                  <a:lnTo>
                    <a:pt x="1193436" y="1403413"/>
                  </a:lnTo>
                  <a:lnTo>
                    <a:pt x="1193438" y="1403394"/>
                  </a:lnTo>
                  <a:lnTo>
                    <a:pt x="1193438" y="1403376"/>
                  </a:lnTo>
                  <a:lnTo>
                    <a:pt x="1193436" y="1403357"/>
                  </a:lnTo>
                  <a:lnTo>
                    <a:pt x="1193435" y="1403338"/>
                  </a:lnTo>
                  <a:lnTo>
                    <a:pt x="1193433" y="1403320"/>
                  </a:lnTo>
                  <a:lnTo>
                    <a:pt x="1193431" y="1403301"/>
                  </a:lnTo>
                  <a:lnTo>
                    <a:pt x="1193429" y="1403283"/>
                  </a:lnTo>
                  <a:lnTo>
                    <a:pt x="1193426" y="1403265"/>
                  </a:lnTo>
                  <a:lnTo>
                    <a:pt x="1193424" y="1403254"/>
                  </a:lnTo>
                  <a:lnTo>
                    <a:pt x="1193421" y="1403245"/>
                  </a:lnTo>
                  <a:lnTo>
                    <a:pt x="1193415" y="1403230"/>
                  </a:lnTo>
                  <a:lnTo>
                    <a:pt x="1193414" y="1403222"/>
                  </a:lnTo>
                  <a:lnTo>
                    <a:pt x="1193412" y="1403210"/>
                  </a:lnTo>
                  <a:lnTo>
                    <a:pt x="1193409" y="1403192"/>
                  </a:lnTo>
                  <a:lnTo>
                    <a:pt x="1193410" y="1403181"/>
                  </a:lnTo>
                  <a:lnTo>
                    <a:pt x="1193415" y="1403160"/>
                  </a:lnTo>
                  <a:lnTo>
                    <a:pt x="1193422" y="1403141"/>
                  </a:lnTo>
                  <a:lnTo>
                    <a:pt x="1193431" y="1403123"/>
                  </a:lnTo>
                  <a:lnTo>
                    <a:pt x="1193435" y="1403104"/>
                  </a:lnTo>
                  <a:lnTo>
                    <a:pt x="1193438" y="1403098"/>
                  </a:lnTo>
                  <a:lnTo>
                    <a:pt x="1193438" y="1403086"/>
                  </a:lnTo>
                  <a:lnTo>
                    <a:pt x="1193438" y="1403068"/>
                  </a:lnTo>
                  <a:lnTo>
                    <a:pt x="1193438" y="1403049"/>
                  </a:lnTo>
                  <a:lnTo>
                    <a:pt x="1193441" y="1403030"/>
                  </a:lnTo>
                  <a:lnTo>
                    <a:pt x="1193444" y="1403012"/>
                  </a:lnTo>
                  <a:lnTo>
                    <a:pt x="1193445" y="1402993"/>
                  </a:lnTo>
                  <a:lnTo>
                    <a:pt x="1193449" y="1402975"/>
                  </a:lnTo>
                  <a:lnTo>
                    <a:pt x="1193452" y="1402956"/>
                  </a:lnTo>
                  <a:lnTo>
                    <a:pt x="1193456" y="1402938"/>
                  </a:lnTo>
                  <a:lnTo>
                    <a:pt x="1193456" y="1402928"/>
                  </a:lnTo>
                  <a:lnTo>
                    <a:pt x="1193458" y="1402920"/>
                  </a:lnTo>
                  <a:lnTo>
                    <a:pt x="1193462" y="1402901"/>
                  </a:lnTo>
                  <a:lnTo>
                    <a:pt x="1193467" y="1402883"/>
                  </a:lnTo>
                  <a:lnTo>
                    <a:pt x="1193478" y="1402834"/>
                  </a:lnTo>
                  <a:lnTo>
                    <a:pt x="1193480" y="1402823"/>
                  </a:lnTo>
                  <a:lnTo>
                    <a:pt x="1193475" y="1402816"/>
                  </a:lnTo>
                  <a:lnTo>
                    <a:pt x="1193462" y="1402797"/>
                  </a:lnTo>
                  <a:lnTo>
                    <a:pt x="1193433" y="1402766"/>
                  </a:lnTo>
                  <a:lnTo>
                    <a:pt x="1193420" y="1402749"/>
                  </a:lnTo>
                  <a:lnTo>
                    <a:pt x="1193413" y="1402736"/>
                  </a:lnTo>
                  <a:lnTo>
                    <a:pt x="1193400" y="1402717"/>
                  </a:lnTo>
                  <a:lnTo>
                    <a:pt x="1193385" y="1402701"/>
                  </a:lnTo>
                  <a:lnTo>
                    <a:pt x="1193381" y="1402697"/>
                  </a:lnTo>
                  <a:lnTo>
                    <a:pt x="1193369" y="1402684"/>
                  </a:lnTo>
                  <a:lnTo>
                    <a:pt x="1193354" y="1402671"/>
                  </a:lnTo>
                  <a:lnTo>
                    <a:pt x="1193334" y="1402655"/>
                  </a:lnTo>
                  <a:lnTo>
                    <a:pt x="1193324" y="1402648"/>
                  </a:lnTo>
                  <a:lnTo>
                    <a:pt x="1193313" y="1402636"/>
                  </a:lnTo>
                  <a:lnTo>
                    <a:pt x="1193303" y="1402628"/>
                  </a:lnTo>
                  <a:lnTo>
                    <a:pt x="1193294" y="1402622"/>
                  </a:lnTo>
                  <a:lnTo>
                    <a:pt x="1193288" y="1402619"/>
                  </a:lnTo>
                  <a:lnTo>
                    <a:pt x="1193281" y="1402616"/>
                  </a:lnTo>
                  <a:lnTo>
                    <a:pt x="1193271" y="1402612"/>
                  </a:lnTo>
                  <a:lnTo>
                    <a:pt x="1193265" y="1402610"/>
                  </a:lnTo>
                  <a:lnTo>
                    <a:pt x="1193258" y="1402603"/>
                  </a:lnTo>
                  <a:lnTo>
                    <a:pt x="1193247" y="1402593"/>
                  </a:lnTo>
                  <a:lnTo>
                    <a:pt x="1193235" y="1402579"/>
                  </a:lnTo>
                  <a:lnTo>
                    <a:pt x="1193221" y="1402564"/>
                  </a:lnTo>
                  <a:lnTo>
                    <a:pt x="1193215" y="1402556"/>
                  </a:lnTo>
                  <a:lnTo>
                    <a:pt x="1193198" y="1402540"/>
                  </a:lnTo>
                  <a:lnTo>
                    <a:pt x="1193181" y="1402522"/>
                  </a:lnTo>
                  <a:lnTo>
                    <a:pt x="1193163" y="1402508"/>
                  </a:lnTo>
                  <a:lnTo>
                    <a:pt x="1193145" y="1402499"/>
                  </a:lnTo>
                  <a:lnTo>
                    <a:pt x="1193126" y="1402489"/>
                  </a:lnTo>
                  <a:lnTo>
                    <a:pt x="1193119" y="1402485"/>
                  </a:lnTo>
                  <a:lnTo>
                    <a:pt x="1193108" y="1402476"/>
                  </a:lnTo>
                  <a:lnTo>
                    <a:pt x="1193104" y="1402467"/>
                  </a:lnTo>
                  <a:lnTo>
                    <a:pt x="1193103" y="1402457"/>
                  </a:lnTo>
                  <a:lnTo>
                    <a:pt x="1193101" y="1402439"/>
                  </a:lnTo>
                  <a:lnTo>
                    <a:pt x="1193099" y="1402420"/>
                  </a:lnTo>
                  <a:lnTo>
                    <a:pt x="1193097" y="1402401"/>
                  </a:lnTo>
                  <a:lnTo>
                    <a:pt x="1193095" y="1402394"/>
                  </a:lnTo>
                  <a:lnTo>
                    <a:pt x="1193094" y="1402383"/>
                  </a:lnTo>
                  <a:lnTo>
                    <a:pt x="1193091" y="1402364"/>
                  </a:lnTo>
                  <a:lnTo>
                    <a:pt x="1193088" y="1402346"/>
                  </a:lnTo>
                  <a:lnTo>
                    <a:pt x="1193088" y="1402336"/>
                  </a:lnTo>
                  <a:lnTo>
                    <a:pt x="1193086" y="1402328"/>
                  </a:lnTo>
                  <a:lnTo>
                    <a:pt x="1193082" y="1402319"/>
                  </a:lnTo>
                  <a:lnTo>
                    <a:pt x="1193081" y="1402309"/>
                  </a:lnTo>
                  <a:lnTo>
                    <a:pt x="1193077" y="1402291"/>
                  </a:lnTo>
                  <a:lnTo>
                    <a:pt x="1193076" y="1402272"/>
                  </a:lnTo>
                  <a:lnTo>
                    <a:pt x="1193072" y="1402254"/>
                  </a:lnTo>
                  <a:lnTo>
                    <a:pt x="1193069" y="1402236"/>
                  </a:lnTo>
                  <a:lnTo>
                    <a:pt x="1193069" y="1402228"/>
                  </a:lnTo>
                  <a:lnTo>
                    <a:pt x="1193065" y="1402217"/>
                  </a:lnTo>
                  <a:lnTo>
                    <a:pt x="1193061" y="1402213"/>
                  </a:lnTo>
                  <a:lnTo>
                    <a:pt x="1193047" y="1402207"/>
                  </a:lnTo>
                  <a:lnTo>
                    <a:pt x="1193028" y="1402198"/>
                  </a:lnTo>
                  <a:lnTo>
                    <a:pt x="1193010" y="1402187"/>
                  </a:lnTo>
                  <a:lnTo>
                    <a:pt x="1192992" y="1402173"/>
                  </a:lnTo>
                  <a:lnTo>
                    <a:pt x="1192979" y="1402161"/>
                  </a:lnTo>
                  <a:lnTo>
                    <a:pt x="1192976" y="1402154"/>
                  </a:lnTo>
                  <a:lnTo>
                    <a:pt x="1192963" y="1402136"/>
                  </a:lnTo>
                  <a:lnTo>
                    <a:pt x="1192950" y="1402117"/>
                  </a:lnTo>
                  <a:lnTo>
                    <a:pt x="1192938" y="1402099"/>
                  </a:lnTo>
                  <a:lnTo>
                    <a:pt x="1192923" y="1402082"/>
                  </a:lnTo>
                  <a:lnTo>
                    <a:pt x="1192905" y="1402066"/>
                  </a:lnTo>
                  <a:lnTo>
                    <a:pt x="1192887" y="1402052"/>
                  </a:lnTo>
                  <a:lnTo>
                    <a:pt x="1192868" y="1402039"/>
                  </a:lnTo>
                  <a:lnTo>
                    <a:pt x="1192850" y="1402025"/>
                  </a:lnTo>
                  <a:lnTo>
                    <a:pt x="1192832" y="1402013"/>
                  </a:lnTo>
                  <a:lnTo>
                    <a:pt x="1192814" y="1402000"/>
                  </a:lnTo>
                  <a:lnTo>
                    <a:pt x="1192809" y="1401998"/>
                  </a:lnTo>
                  <a:lnTo>
                    <a:pt x="1192796" y="1401986"/>
                  </a:lnTo>
                  <a:lnTo>
                    <a:pt x="1192793" y="1401976"/>
                  </a:lnTo>
                  <a:lnTo>
                    <a:pt x="1192793" y="1401967"/>
                  </a:lnTo>
                  <a:lnTo>
                    <a:pt x="1192793" y="1401949"/>
                  </a:lnTo>
                  <a:lnTo>
                    <a:pt x="1192795" y="1401931"/>
                  </a:lnTo>
                  <a:lnTo>
                    <a:pt x="1192796" y="1401912"/>
                  </a:lnTo>
                  <a:lnTo>
                    <a:pt x="1192794" y="1401893"/>
                  </a:lnTo>
                  <a:lnTo>
                    <a:pt x="1192788" y="1401875"/>
                  </a:lnTo>
                  <a:lnTo>
                    <a:pt x="1192782" y="1401856"/>
                  </a:lnTo>
                  <a:lnTo>
                    <a:pt x="1192772" y="1401838"/>
                  </a:lnTo>
                  <a:lnTo>
                    <a:pt x="1192762" y="1401821"/>
                  </a:lnTo>
                  <a:lnTo>
                    <a:pt x="1192748" y="1401802"/>
                  </a:lnTo>
                  <a:lnTo>
                    <a:pt x="1192732" y="1401785"/>
                  </a:lnTo>
                  <a:lnTo>
                    <a:pt x="1192713" y="1401769"/>
                  </a:lnTo>
                  <a:lnTo>
                    <a:pt x="1192706" y="1401762"/>
                  </a:lnTo>
                  <a:lnTo>
                    <a:pt x="1192696" y="1401756"/>
                  </a:lnTo>
                  <a:lnTo>
                    <a:pt x="1192678" y="1401744"/>
                  </a:lnTo>
                  <a:lnTo>
                    <a:pt x="1192660" y="1401731"/>
                  </a:lnTo>
                  <a:lnTo>
                    <a:pt x="1192642" y="1401717"/>
                  </a:lnTo>
                  <a:lnTo>
                    <a:pt x="1192627" y="1401699"/>
                  </a:lnTo>
                  <a:lnTo>
                    <a:pt x="1192612" y="1401682"/>
                  </a:lnTo>
                  <a:lnTo>
                    <a:pt x="1192597" y="1401663"/>
                  </a:lnTo>
                  <a:lnTo>
                    <a:pt x="1192584" y="1401645"/>
                  </a:lnTo>
                  <a:lnTo>
                    <a:pt x="1192569" y="1401628"/>
                  </a:lnTo>
                  <a:lnTo>
                    <a:pt x="1192565" y="1401618"/>
                  </a:lnTo>
                  <a:lnTo>
                    <a:pt x="1192566" y="1401610"/>
                  </a:lnTo>
                  <a:lnTo>
                    <a:pt x="1192574" y="1401591"/>
                  </a:lnTo>
                  <a:lnTo>
                    <a:pt x="1192580" y="1401572"/>
                  </a:lnTo>
                  <a:lnTo>
                    <a:pt x="1192581" y="1401554"/>
                  </a:lnTo>
                  <a:lnTo>
                    <a:pt x="1192583" y="1401535"/>
                  </a:lnTo>
                  <a:lnTo>
                    <a:pt x="1192583" y="1401517"/>
                  </a:lnTo>
                  <a:lnTo>
                    <a:pt x="1192586" y="1401498"/>
                  </a:lnTo>
                  <a:lnTo>
                    <a:pt x="1192591" y="1401480"/>
                  </a:lnTo>
                  <a:lnTo>
                    <a:pt x="1192594" y="1401461"/>
                  </a:lnTo>
                  <a:lnTo>
                    <a:pt x="1192597" y="1401457"/>
                  </a:lnTo>
                  <a:lnTo>
                    <a:pt x="1192598" y="1401443"/>
                  </a:lnTo>
                  <a:lnTo>
                    <a:pt x="1192599" y="1401425"/>
                  </a:lnTo>
                  <a:lnTo>
                    <a:pt x="1192601" y="1401406"/>
                  </a:lnTo>
                  <a:lnTo>
                    <a:pt x="1192604" y="1401387"/>
                  </a:lnTo>
                  <a:lnTo>
                    <a:pt x="1192609" y="1401369"/>
                  </a:lnTo>
                  <a:lnTo>
                    <a:pt x="1192616" y="1401350"/>
                  </a:lnTo>
                  <a:lnTo>
                    <a:pt x="1192633" y="1401332"/>
                  </a:lnTo>
                  <a:lnTo>
                    <a:pt x="1192652" y="1401322"/>
                  </a:lnTo>
                  <a:lnTo>
                    <a:pt x="1192670" y="1401309"/>
                  </a:lnTo>
                  <a:lnTo>
                    <a:pt x="1192686" y="1401293"/>
                  </a:lnTo>
                  <a:lnTo>
                    <a:pt x="1192695" y="1401285"/>
                  </a:lnTo>
                  <a:lnTo>
                    <a:pt x="1192701" y="1401275"/>
                  </a:lnTo>
                  <a:lnTo>
                    <a:pt x="1192706" y="1401267"/>
                  </a:lnTo>
                  <a:lnTo>
                    <a:pt x="1192708" y="1401256"/>
                  </a:lnTo>
                  <a:lnTo>
                    <a:pt x="1192712" y="1401248"/>
                  </a:lnTo>
                  <a:lnTo>
                    <a:pt x="1192713" y="1401238"/>
                  </a:lnTo>
                  <a:lnTo>
                    <a:pt x="1192715" y="1401220"/>
                  </a:lnTo>
                  <a:lnTo>
                    <a:pt x="1192714" y="1401201"/>
                  </a:lnTo>
                  <a:lnTo>
                    <a:pt x="1192718" y="1401183"/>
                  </a:lnTo>
                  <a:lnTo>
                    <a:pt x="1192719" y="1401175"/>
                  </a:lnTo>
                  <a:lnTo>
                    <a:pt x="1192725" y="1401164"/>
                  </a:lnTo>
                  <a:lnTo>
                    <a:pt x="1192740" y="1401147"/>
                  </a:lnTo>
                  <a:lnTo>
                    <a:pt x="1192758" y="1401130"/>
                  </a:lnTo>
                  <a:lnTo>
                    <a:pt x="1192775" y="1401116"/>
                  </a:lnTo>
                  <a:lnTo>
                    <a:pt x="1192821" y="1401087"/>
                  </a:lnTo>
                  <a:lnTo>
                    <a:pt x="1192823" y="1401082"/>
                  </a:lnTo>
                  <a:lnTo>
                    <a:pt x="1192819" y="1401071"/>
                  </a:lnTo>
                  <a:lnTo>
                    <a:pt x="1192804" y="1401035"/>
                  </a:lnTo>
                  <a:lnTo>
                    <a:pt x="1192800" y="1401015"/>
                  </a:lnTo>
                  <a:lnTo>
                    <a:pt x="1192795" y="1400995"/>
                  </a:lnTo>
                  <a:lnTo>
                    <a:pt x="1192792" y="1400982"/>
                  </a:lnTo>
                  <a:lnTo>
                    <a:pt x="1192789" y="1400964"/>
                  </a:lnTo>
                  <a:lnTo>
                    <a:pt x="1192790" y="1400949"/>
                  </a:lnTo>
                  <a:lnTo>
                    <a:pt x="1192793" y="1400934"/>
                  </a:lnTo>
                  <a:lnTo>
                    <a:pt x="1192796" y="1400927"/>
                  </a:lnTo>
                  <a:lnTo>
                    <a:pt x="1192812" y="1400910"/>
                  </a:lnTo>
                  <a:lnTo>
                    <a:pt x="1192829" y="1400893"/>
                  </a:lnTo>
                  <a:lnTo>
                    <a:pt x="1192845" y="1400878"/>
                  </a:lnTo>
                  <a:lnTo>
                    <a:pt x="1192850" y="1400872"/>
                  </a:lnTo>
                  <a:lnTo>
                    <a:pt x="1192857" y="1400860"/>
                  </a:lnTo>
                  <a:lnTo>
                    <a:pt x="1192868" y="1400844"/>
                  </a:lnTo>
                  <a:lnTo>
                    <a:pt x="1192875" y="1400837"/>
                  </a:lnTo>
                  <a:lnTo>
                    <a:pt x="1192879" y="1400824"/>
                  </a:lnTo>
                  <a:lnTo>
                    <a:pt x="1192887" y="1400806"/>
                  </a:lnTo>
                  <a:lnTo>
                    <a:pt x="1192892" y="1400787"/>
                  </a:lnTo>
                  <a:lnTo>
                    <a:pt x="1192895" y="1400769"/>
                  </a:lnTo>
                  <a:lnTo>
                    <a:pt x="1192900" y="1400750"/>
                  </a:lnTo>
                  <a:lnTo>
                    <a:pt x="1192901" y="1400732"/>
                  </a:lnTo>
                  <a:lnTo>
                    <a:pt x="1192902" y="1400713"/>
                  </a:lnTo>
                  <a:lnTo>
                    <a:pt x="1192905" y="1400695"/>
                  </a:lnTo>
                  <a:lnTo>
                    <a:pt x="1192908" y="1400676"/>
                  </a:lnTo>
                  <a:lnTo>
                    <a:pt x="1192913" y="1400664"/>
                  </a:lnTo>
                  <a:lnTo>
                    <a:pt x="1192918" y="1400657"/>
                  </a:lnTo>
                  <a:lnTo>
                    <a:pt x="1192931" y="1400639"/>
                  </a:lnTo>
                  <a:lnTo>
                    <a:pt x="1192938" y="1400629"/>
                  </a:lnTo>
                  <a:lnTo>
                    <a:pt x="1192945" y="1400618"/>
                  </a:lnTo>
                  <a:lnTo>
                    <a:pt x="1192963" y="1400604"/>
                  </a:lnTo>
                  <a:lnTo>
                    <a:pt x="1192981" y="1400583"/>
                  </a:lnTo>
                  <a:lnTo>
                    <a:pt x="1192981" y="1400575"/>
                  </a:lnTo>
                  <a:lnTo>
                    <a:pt x="1192976" y="1400567"/>
                  </a:lnTo>
                  <a:lnTo>
                    <a:pt x="1192973" y="1400558"/>
                  </a:lnTo>
                  <a:lnTo>
                    <a:pt x="1192956" y="1400519"/>
                  </a:lnTo>
                  <a:lnTo>
                    <a:pt x="1192950" y="1400503"/>
                  </a:lnTo>
                  <a:lnTo>
                    <a:pt x="1192943" y="1400484"/>
                  </a:lnTo>
                  <a:lnTo>
                    <a:pt x="1192934" y="1400465"/>
                  </a:lnTo>
                  <a:lnTo>
                    <a:pt x="1192923" y="1400449"/>
                  </a:lnTo>
                  <a:lnTo>
                    <a:pt x="1192918" y="1400441"/>
                  </a:lnTo>
                  <a:lnTo>
                    <a:pt x="1192908" y="1400429"/>
                  </a:lnTo>
                  <a:lnTo>
                    <a:pt x="1192893" y="1400410"/>
                  </a:lnTo>
                  <a:lnTo>
                    <a:pt x="1192878" y="1400393"/>
                  </a:lnTo>
                  <a:lnTo>
                    <a:pt x="1192860" y="1400374"/>
                  </a:lnTo>
                  <a:lnTo>
                    <a:pt x="1192842" y="1400357"/>
                  </a:lnTo>
                  <a:lnTo>
                    <a:pt x="1192824" y="1400341"/>
                  </a:lnTo>
                  <a:lnTo>
                    <a:pt x="1192807" y="1400323"/>
                  </a:lnTo>
                  <a:lnTo>
                    <a:pt x="1192799" y="1400312"/>
                  </a:lnTo>
                  <a:lnTo>
                    <a:pt x="1192801" y="1400304"/>
                  </a:lnTo>
                  <a:lnTo>
                    <a:pt x="1192808" y="1400286"/>
                  </a:lnTo>
                  <a:lnTo>
                    <a:pt x="1192813" y="1400268"/>
                  </a:lnTo>
                  <a:lnTo>
                    <a:pt x="1192820" y="1400249"/>
                  </a:lnTo>
                  <a:lnTo>
                    <a:pt x="1192827" y="1400230"/>
                  </a:lnTo>
                  <a:lnTo>
                    <a:pt x="1192834" y="1400212"/>
                  </a:lnTo>
                  <a:lnTo>
                    <a:pt x="1192841" y="1400193"/>
                  </a:lnTo>
                  <a:lnTo>
                    <a:pt x="1192849" y="1400175"/>
                  </a:lnTo>
                  <a:lnTo>
                    <a:pt x="1192855" y="1400156"/>
                  </a:lnTo>
                  <a:lnTo>
                    <a:pt x="1192865" y="1400138"/>
                  </a:lnTo>
                  <a:lnTo>
                    <a:pt x="1192877" y="1400121"/>
                  </a:lnTo>
                  <a:lnTo>
                    <a:pt x="1192889" y="1400101"/>
                  </a:lnTo>
                  <a:lnTo>
                    <a:pt x="1192899" y="1400082"/>
                  </a:lnTo>
                  <a:lnTo>
                    <a:pt x="1192908" y="1400064"/>
                  </a:lnTo>
                  <a:lnTo>
                    <a:pt x="1192920" y="1400043"/>
                  </a:lnTo>
                  <a:lnTo>
                    <a:pt x="1192930" y="1400027"/>
                  </a:lnTo>
                  <a:lnTo>
                    <a:pt x="1192963" y="1399991"/>
                  </a:lnTo>
                  <a:lnTo>
                    <a:pt x="1192980" y="1399975"/>
                  </a:lnTo>
                  <a:lnTo>
                    <a:pt x="1192998" y="1399960"/>
                  </a:lnTo>
                  <a:lnTo>
                    <a:pt x="1193016" y="1399947"/>
                  </a:lnTo>
                  <a:lnTo>
                    <a:pt x="1193025" y="1399942"/>
                  </a:lnTo>
                  <a:lnTo>
                    <a:pt x="1193034" y="1399938"/>
                  </a:lnTo>
                  <a:lnTo>
                    <a:pt x="1193053" y="1399928"/>
                  </a:lnTo>
                  <a:lnTo>
                    <a:pt x="1193071" y="1399923"/>
                  </a:lnTo>
                  <a:lnTo>
                    <a:pt x="1193089" y="1399924"/>
                  </a:lnTo>
                  <a:lnTo>
                    <a:pt x="1193107" y="1399926"/>
                  </a:lnTo>
                  <a:lnTo>
                    <a:pt x="1193126" y="1399928"/>
                  </a:lnTo>
                  <a:lnTo>
                    <a:pt x="1193134" y="1399930"/>
                  </a:lnTo>
                  <a:lnTo>
                    <a:pt x="1193144" y="1399930"/>
                  </a:lnTo>
                  <a:lnTo>
                    <a:pt x="1193162" y="1399936"/>
                  </a:lnTo>
                  <a:lnTo>
                    <a:pt x="1193181" y="1399944"/>
                  </a:lnTo>
                  <a:lnTo>
                    <a:pt x="1193198" y="1399955"/>
                  </a:lnTo>
                  <a:lnTo>
                    <a:pt x="1193203" y="1399958"/>
                  </a:lnTo>
                  <a:lnTo>
                    <a:pt x="1193217" y="1399965"/>
                  </a:lnTo>
                  <a:lnTo>
                    <a:pt x="1193235" y="1399974"/>
                  </a:lnTo>
                  <a:lnTo>
                    <a:pt x="1193254" y="1399980"/>
                  </a:lnTo>
                  <a:lnTo>
                    <a:pt x="1193272" y="1399984"/>
                  </a:lnTo>
                  <a:lnTo>
                    <a:pt x="1193290" y="1399987"/>
                  </a:lnTo>
                  <a:lnTo>
                    <a:pt x="1193308" y="1399988"/>
                  </a:lnTo>
                  <a:lnTo>
                    <a:pt x="1193327" y="1399987"/>
                  </a:lnTo>
                  <a:lnTo>
                    <a:pt x="1193345" y="1399987"/>
                  </a:lnTo>
                  <a:lnTo>
                    <a:pt x="1193363" y="1399984"/>
                  </a:lnTo>
                  <a:lnTo>
                    <a:pt x="1193382" y="1399980"/>
                  </a:lnTo>
                  <a:lnTo>
                    <a:pt x="1193400" y="1399974"/>
                  </a:lnTo>
                  <a:lnTo>
                    <a:pt x="1193418" y="1399966"/>
                  </a:lnTo>
                  <a:lnTo>
                    <a:pt x="1193436" y="1399959"/>
                  </a:lnTo>
                  <a:lnTo>
                    <a:pt x="1193454" y="1399955"/>
                  </a:lnTo>
                  <a:lnTo>
                    <a:pt x="1193473" y="1399954"/>
                  </a:lnTo>
                  <a:lnTo>
                    <a:pt x="1193486" y="1399949"/>
                  </a:lnTo>
                  <a:lnTo>
                    <a:pt x="1193491" y="1399945"/>
                  </a:lnTo>
                  <a:lnTo>
                    <a:pt x="1193507" y="1399929"/>
                  </a:lnTo>
                  <a:lnTo>
                    <a:pt x="1193521" y="1399913"/>
                  </a:lnTo>
                  <a:lnTo>
                    <a:pt x="1193531" y="1399898"/>
                  </a:lnTo>
                  <a:lnTo>
                    <a:pt x="1193533" y="1399892"/>
                  </a:lnTo>
                  <a:lnTo>
                    <a:pt x="1193536" y="1399884"/>
                  </a:lnTo>
                  <a:lnTo>
                    <a:pt x="1193536" y="1399873"/>
                  </a:lnTo>
                  <a:lnTo>
                    <a:pt x="1193532" y="1399855"/>
                  </a:lnTo>
                  <a:lnTo>
                    <a:pt x="1193531" y="1399837"/>
                  </a:lnTo>
                  <a:lnTo>
                    <a:pt x="1193531" y="1399818"/>
                  </a:lnTo>
                  <a:lnTo>
                    <a:pt x="1193528" y="1399800"/>
                  </a:lnTo>
                  <a:lnTo>
                    <a:pt x="1193525" y="1399781"/>
                  </a:lnTo>
                  <a:lnTo>
                    <a:pt x="1193506" y="1399681"/>
                  </a:lnTo>
                  <a:lnTo>
                    <a:pt x="1193496" y="1399641"/>
                  </a:lnTo>
                  <a:lnTo>
                    <a:pt x="1193491" y="1399622"/>
                  </a:lnTo>
                  <a:lnTo>
                    <a:pt x="1193485" y="1399604"/>
                  </a:lnTo>
                  <a:lnTo>
                    <a:pt x="1193477" y="1399585"/>
                  </a:lnTo>
                  <a:lnTo>
                    <a:pt x="1193471" y="1399567"/>
                  </a:lnTo>
                  <a:lnTo>
                    <a:pt x="1193465" y="1399556"/>
                  </a:lnTo>
                  <a:lnTo>
                    <a:pt x="1193462" y="1399530"/>
                  </a:lnTo>
                  <a:lnTo>
                    <a:pt x="1193456" y="1399512"/>
                  </a:lnTo>
                  <a:lnTo>
                    <a:pt x="1193452" y="1399503"/>
                  </a:lnTo>
                  <a:lnTo>
                    <a:pt x="1193451" y="1399493"/>
                  </a:lnTo>
                  <a:lnTo>
                    <a:pt x="1193446" y="1399475"/>
                  </a:lnTo>
                  <a:lnTo>
                    <a:pt x="1193443" y="1399456"/>
                  </a:lnTo>
                  <a:lnTo>
                    <a:pt x="1193440" y="1399438"/>
                  </a:lnTo>
                  <a:lnTo>
                    <a:pt x="1193437" y="1399419"/>
                  </a:lnTo>
                  <a:lnTo>
                    <a:pt x="1193435" y="1399401"/>
                  </a:lnTo>
                  <a:lnTo>
                    <a:pt x="1193435" y="1399390"/>
                  </a:lnTo>
                  <a:lnTo>
                    <a:pt x="1193432" y="1399382"/>
                  </a:lnTo>
                  <a:lnTo>
                    <a:pt x="1193425" y="1399364"/>
                  </a:lnTo>
                  <a:lnTo>
                    <a:pt x="1193416" y="1399343"/>
                  </a:lnTo>
                  <a:lnTo>
                    <a:pt x="1193409" y="1399327"/>
                  </a:lnTo>
                  <a:lnTo>
                    <a:pt x="1193404" y="1399311"/>
                  </a:lnTo>
                  <a:lnTo>
                    <a:pt x="1193398" y="1399290"/>
                  </a:lnTo>
                  <a:lnTo>
                    <a:pt x="1193397" y="1399280"/>
                  </a:lnTo>
                  <a:lnTo>
                    <a:pt x="1193365" y="1399208"/>
                  </a:lnTo>
                  <a:lnTo>
                    <a:pt x="1193362" y="1399202"/>
                  </a:lnTo>
                  <a:lnTo>
                    <a:pt x="1193353" y="1399184"/>
                  </a:lnTo>
                  <a:lnTo>
                    <a:pt x="1193342" y="1399166"/>
                  </a:lnTo>
                  <a:lnTo>
                    <a:pt x="1193331" y="1399147"/>
                  </a:lnTo>
                  <a:lnTo>
                    <a:pt x="1193319" y="1399129"/>
                  </a:lnTo>
                  <a:lnTo>
                    <a:pt x="1193308" y="1399110"/>
                  </a:lnTo>
                  <a:lnTo>
                    <a:pt x="1193303" y="1399092"/>
                  </a:lnTo>
                  <a:lnTo>
                    <a:pt x="1193298" y="1399074"/>
                  </a:lnTo>
                  <a:lnTo>
                    <a:pt x="1193293" y="1399055"/>
                  </a:lnTo>
                  <a:lnTo>
                    <a:pt x="1193288" y="1399037"/>
                  </a:lnTo>
                  <a:lnTo>
                    <a:pt x="1193283" y="1399018"/>
                  </a:lnTo>
                  <a:lnTo>
                    <a:pt x="1193277" y="1399002"/>
                  </a:lnTo>
                  <a:lnTo>
                    <a:pt x="1193268" y="1398981"/>
                  </a:lnTo>
                  <a:lnTo>
                    <a:pt x="1193259" y="1398963"/>
                  </a:lnTo>
                  <a:lnTo>
                    <a:pt x="1193249" y="1398944"/>
                  </a:lnTo>
                  <a:lnTo>
                    <a:pt x="1193243" y="1398927"/>
                  </a:lnTo>
                  <a:lnTo>
                    <a:pt x="1193243" y="1398921"/>
                  </a:lnTo>
                  <a:lnTo>
                    <a:pt x="1193240" y="1398915"/>
                  </a:lnTo>
                  <a:lnTo>
                    <a:pt x="1193238" y="1398909"/>
                  </a:lnTo>
                  <a:lnTo>
                    <a:pt x="1193237" y="1398903"/>
                  </a:lnTo>
                  <a:lnTo>
                    <a:pt x="1193234" y="1398889"/>
                  </a:lnTo>
                  <a:lnTo>
                    <a:pt x="1193232" y="1398870"/>
                  </a:lnTo>
                  <a:lnTo>
                    <a:pt x="1193233" y="1398852"/>
                  </a:lnTo>
                  <a:lnTo>
                    <a:pt x="1193234" y="1398833"/>
                  </a:lnTo>
                  <a:lnTo>
                    <a:pt x="1193258" y="1398743"/>
                  </a:lnTo>
                  <a:lnTo>
                    <a:pt x="1193262" y="1398725"/>
                  </a:lnTo>
                  <a:lnTo>
                    <a:pt x="1193265" y="1398706"/>
                  </a:lnTo>
                  <a:lnTo>
                    <a:pt x="1193267" y="1398688"/>
                  </a:lnTo>
                  <a:lnTo>
                    <a:pt x="1193268" y="1398670"/>
                  </a:lnTo>
                  <a:lnTo>
                    <a:pt x="1193269" y="1398651"/>
                  </a:lnTo>
                  <a:lnTo>
                    <a:pt x="1193269" y="1398632"/>
                  </a:lnTo>
                  <a:lnTo>
                    <a:pt x="1193268" y="1398614"/>
                  </a:lnTo>
                  <a:lnTo>
                    <a:pt x="1193268" y="1398595"/>
                  </a:lnTo>
                  <a:lnTo>
                    <a:pt x="1193267" y="1398577"/>
                  </a:lnTo>
                  <a:lnTo>
                    <a:pt x="1193265" y="1398558"/>
                  </a:lnTo>
                  <a:lnTo>
                    <a:pt x="1193262" y="1398540"/>
                  </a:lnTo>
                  <a:lnTo>
                    <a:pt x="1193260" y="1398522"/>
                  </a:lnTo>
                  <a:lnTo>
                    <a:pt x="1193256" y="1398505"/>
                  </a:lnTo>
                  <a:lnTo>
                    <a:pt x="1193254" y="1398485"/>
                  </a:lnTo>
                  <a:lnTo>
                    <a:pt x="1193251" y="1398466"/>
                  </a:lnTo>
                  <a:lnTo>
                    <a:pt x="1193249" y="1398448"/>
                  </a:lnTo>
                  <a:lnTo>
                    <a:pt x="1193248" y="1398429"/>
                  </a:lnTo>
                  <a:lnTo>
                    <a:pt x="1193244" y="1398411"/>
                  </a:lnTo>
                  <a:lnTo>
                    <a:pt x="1193242" y="1398398"/>
                  </a:lnTo>
                  <a:lnTo>
                    <a:pt x="1193244" y="1398392"/>
                  </a:lnTo>
                  <a:lnTo>
                    <a:pt x="1193252" y="1398381"/>
                  </a:lnTo>
                  <a:lnTo>
                    <a:pt x="1193259" y="1398375"/>
                  </a:lnTo>
                  <a:lnTo>
                    <a:pt x="1193273" y="1398359"/>
                  </a:lnTo>
                  <a:lnTo>
                    <a:pt x="1193289" y="1398342"/>
                  </a:lnTo>
                  <a:lnTo>
                    <a:pt x="1193303" y="1398328"/>
                  </a:lnTo>
                  <a:lnTo>
                    <a:pt x="1193317" y="1398315"/>
                  </a:lnTo>
                  <a:lnTo>
                    <a:pt x="1193338" y="1398293"/>
                  </a:lnTo>
                  <a:lnTo>
                    <a:pt x="1193346" y="1398280"/>
                  </a:lnTo>
                  <a:lnTo>
                    <a:pt x="1193348" y="1398273"/>
                  </a:lnTo>
                  <a:lnTo>
                    <a:pt x="1193362" y="1398251"/>
                  </a:lnTo>
                  <a:lnTo>
                    <a:pt x="1193377" y="1398233"/>
                  </a:lnTo>
                  <a:lnTo>
                    <a:pt x="1193390" y="1398217"/>
                  </a:lnTo>
                  <a:lnTo>
                    <a:pt x="1193399" y="1398207"/>
                  </a:lnTo>
                  <a:lnTo>
                    <a:pt x="1193403" y="1398202"/>
                  </a:lnTo>
                  <a:lnTo>
                    <a:pt x="1193417" y="1398189"/>
                  </a:lnTo>
                  <a:lnTo>
                    <a:pt x="1193428" y="1398177"/>
                  </a:lnTo>
                  <a:lnTo>
                    <a:pt x="1193435" y="1398169"/>
                  </a:lnTo>
                  <a:lnTo>
                    <a:pt x="1193450" y="1398151"/>
                  </a:lnTo>
                  <a:lnTo>
                    <a:pt x="1193454" y="1398143"/>
                  </a:lnTo>
                  <a:lnTo>
                    <a:pt x="1193457" y="1398133"/>
                  </a:lnTo>
                  <a:lnTo>
                    <a:pt x="1193467" y="1398117"/>
                  </a:lnTo>
                  <a:lnTo>
                    <a:pt x="1193473" y="1398109"/>
                  </a:lnTo>
                  <a:lnTo>
                    <a:pt x="1193482" y="1398098"/>
                  </a:lnTo>
                  <a:lnTo>
                    <a:pt x="1193491" y="1398088"/>
                  </a:lnTo>
                  <a:lnTo>
                    <a:pt x="1193499" y="1398080"/>
                  </a:lnTo>
                  <a:lnTo>
                    <a:pt x="1193512" y="1398069"/>
                  </a:lnTo>
                  <a:lnTo>
                    <a:pt x="1193531" y="1398056"/>
                  </a:lnTo>
                  <a:lnTo>
                    <a:pt x="1193549" y="1398043"/>
                  </a:lnTo>
                  <a:lnTo>
                    <a:pt x="1193567" y="1398029"/>
                  </a:lnTo>
                  <a:lnTo>
                    <a:pt x="1193585" y="1398016"/>
                  </a:lnTo>
                  <a:lnTo>
                    <a:pt x="1193604" y="1398002"/>
                  </a:lnTo>
                  <a:lnTo>
                    <a:pt x="1193614" y="1397991"/>
                  </a:lnTo>
                  <a:lnTo>
                    <a:pt x="1193622" y="1397979"/>
                  </a:lnTo>
                  <a:lnTo>
                    <a:pt x="1193627" y="1397969"/>
                  </a:lnTo>
                  <a:lnTo>
                    <a:pt x="1193631" y="1397959"/>
                  </a:lnTo>
                  <a:lnTo>
                    <a:pt x="1193634" y="1397950"/>
                  </a:lnTo>
                  <a:lnTo>
                    <a:pt x="1193637" y="1397939"/>
                  </a:lnTo>
                  <a:lnTo>
                    <a:pt x="1193639" y="1397932"/>
                  </a:lnTo>
                  <a:lnTo>
                    <a:pt x="1193645" y="1397911"/>
                  </a:lnTo>
                  <a:lnTo>
                    <a:pt x="1193646" y="1397900"/>
                  </a:lnTo>
                  <a:lnTo>
                    <a:pt x="1193646" y="1397893"/>
                  </a:lnTo>
                  <a:lnTo>
                    <a:pt x="1193645" y="1397882"/>
                  </a:lnTo>
                  <a:lnTo>
                    <a:pt x="1193642" y="1397876"/>
                  </a:lnTo>
                  <a:lnTo>
                    <a:pt x="1193637" y="1397868"/>
                  </a:lnTo>
                  <a:lnTo>
                    <a:pt x="1193631" y="1397858"/>
                  </a:lnTo>
                  <a:lnTo>
                    <a:pt x="1193622" y="1397839"/>
                  </a:lnTo>
                  <a:lnTo>
                    <a:pt x="1193610" y="1397821"/>
                  </a:lnTo>
                  <a:lnTo>
                    <a:pt x="1193598" y="1397802"/>
                  </a:lnTo>
                  <a:lnTo>
                    <a:pt x="1193590" y="1397784"/>
                  </a:lnTo>
                  <a:lnTo>
                    <a:pt x="1193579" y="1397765"/>
                  </a:lnTo>
                  <a:lnTo>
                    <a:pt x="1193571" y="1397747"/>
                  </a:lnTo>
                  <a:lnTo>
                    <a:pt x="1193563" y="1397729"/>
                  </a:lnTo>
                  <a:lnTo>
                    <a:pt x="1193557" y="1397710"/>
                  </a:lnTo>
                  <a:lnTo>
                    <a:pt x="1193551" y="1397692"/>
                  </a:lnTo>
                  <a:lnTo>
                    <a:pt x="1193544" y="1397673"/>
                  </a:lnTo>
                  <a:lnTo>
                    <a:pt x="1193537" y="1397654"/>
                  </a:lnTo>
                  <a:lnTo>
                    <a:pt x="1193532" y="1397645"/>
                  </a:lnTo>
                  <a:lnTo>
                    <a:pt x="1193531" y="1397636"/>
                  </a:lnTo>
                  <a:lnTo>
                    <a:pt x="1193525" y="1397618"/>
                  </a:lnTo>
                  <a:lnTo>
                    <a:pt x="1193516" y="1397599"/>
                  </a:lnTo>
                  <a:lnTo>
                    <a:pt x="1193513" y="1397596"/>
                  </a:lnTo>
                  <a:lnTo>
                    <a:pt x="1193505" y="1397581"/>
                  </a:lnTo>
                  <a:lnTo>
                    <a:pt x="1193493" y="1397562"/>
                  </a:lnTo>
                  <a:lnTo>
                    <a:pt x="1193483" y="1397544"/>
                  </a:lnTo>
                  <a:lnTo>
                    <a:pt x="1193476" y="1397526"/>
                  </a:lnTo>
                  <a:lnTo>
                    <a:pt x="1193467" y="1397507"/>
                  </a:lnTo>
                  <a:lnTo>
                    <a:pt x="1193458" y="1397495"/>
                  </a:lnTo>
                  <a:lnTo>
                    <a:pt x="1193453" y="1397492"/>
                  </a:lnTo>
                  <a:lnTo>
                    <a:pt x="1193436" y="1397485"/>
                  </a:lnTo>
                  <a:lnTo>
                    <a:pt x="1193416" y="1397483"/>
                  </a:lnTo>
                  <a:lnTo>
                    <a:pt x="1193398" y="1397485"/>
                  </a:lnTo>
                  <a:lnTo>
                    <a:pt x="1193379" y="1397490"/>
                  </a:lnTo>
                  <a:lnTo>
                    <a:pt x="1193361" y="1397494"/>
                  </a:lnTo>
                  <a:lnTo>
                    <a:pt x="1193343" y="1397497"/>
                  </a:lnTo>
                  <a:lnTo>
                    <a:pt x="1193325" y="1397501"/>
                  </a:lnTo>
                  <a:lnTo>
                    <a:pt x="1193307" y="1397505"/>
                  </a:lnTo>
                  <a:lnTo>
                    <a:pt x="1193288" y="1397508"/>
                  </a:lnTo>
                  <a:lnTo>
                    <a:pt x="1193270" y="1397511"/>
                  </a:lnTo>
                  <a:lnTo>
                    <a:pt x="1193260" y="1397511"/>
                  </a:lnTo>
                  <a:lnTo>
                    <a:pt x="1193252" y="1397515"/>
                  </a:lnTo>
                  <a:lnTo>
                    <a:pt x="1193234" y="1397521"/>
                  </a:lnTo>
                  <a:lnTo>
                    <a:pt x="1193215" y="1397529"/>
                  </a:lnTo>
                  <a:lnTo>
                    <a:pt x="1193197" y="1397537"/>
                  </a:lnTo>
                  <a:lnTo>
                    <a:pt x="1193179" y="1397547"/>
                  </a:lnTo>
                  <a:lnTo>
                    <a:pt x="1193160" y="1397553"/>
                  </a:lnTo>
                  <a:lnTo>
                    <a:pt x="1193142" y="1397559"/>
                  </a:lnTo>
                  <a:lnTo>
                    <a:pt x="1193124" y="1397567"/>
                  </a:lnTo>
                  <a:lnTo>
                    <a:pt x="1193106" y="1397573"/>
                  </a:lnTo>
                  <a:lnTo>
                    <a:pt x="1193088" y="1397577"/>
                  </a:lnTo>
                  <a:lnTo>
                    <a:pt x="1193074" y="1397578"/>
                  </a:lnTo>
                  <a:lnTo>
                    <a:pt x="1193069" y="1397577"/>
                  </a:lnTo>
                  <a:lnTo>
                    <a:pt x="1193051" y="1397576"/>
                  </a:lnTo>
                  <a:lnTo>
                    <a:pt x="1193035" y="1397571"/>
                  </a:lnTo>
                  <a:lnTo>
                    <a:pt x="1193024" y="1397568"/>
                  </a:lnTo>
                  <a:lnTo>
                    <a:pt x="1193014" y="1397568"/>
                  </a:lnTo>
                  <a:lnTo>
                    <a:pt x="1192996" y="1397568"/>
                  </a:lnTo>
                  <a:lnTo>
                    <a:pt x="1192978" y="1397569"/>
                  </a:lnTo>
                  <a:lnTo>
                    <a:pt x="1192960" y="1397565"/>
                  </a:lnTo>
                  <a:lnTo>
                    <a:pt x="1192908" y="1397544"/>
                  </a:lnTo>
                  <a:lnTo>
                    <a:pt x="1192898" y="1397538"/>
                  </a:lnTo>
                  <a:lnTo>
                    <a:pt x="1192879" y="1397529"/>
                  </a:lnTo>
                  <a:lnTo>
                    <a:pt x="1192861" y="1397521"/>
                  </a:lnTo>
                  <a:lnTo>
                    <a:pt x="1192842" y="1397516"/>
                  </a:lnTo>
                  <a:lnTo>
                    <a:pt x="1192831" y="1397512"/>
                  </a:lnTo>
                  <a:lnTo>
                    <a:pt x="1192824" y="1397512"/>
                  </a:lnTo>
                  <a:lnTo>
                    <a:pt x="1192806" y="1397510"/>
                  </a:lnTo>
                  <a:lnTo>
                    <a:pt x="1192796" y="1397509"/>
                  </a:lnTo>
                  <a:lnTo>
                    <a:pt x="1192788" y="1397505"/>
                  </a:lnTo>
                  <a:lnTo>
                    <a:pt x="1192770" y="1397495"/>
                  </a:lnTo>
                  <a:lnTo>
                    <a:pt x="1192751" y="1397483"/>
                  </a:lnTo>
                  <a:lnTo>
                    <a:pt x="1192733" y="1397468"/>
                  </a:lnTo>
                  <a:lnTo>
                    <a:pt x="1192715" y="1397453"/>
                  </a:lnTo>
                  <a:lnTo>
                    <a:pt x="1192697" y="1397436"/>
                  </a:lnTo>
                  <a:lnTo>
                    <a:pt x="1192683" y="1397418"/>
                  </a:lnTo>
                  <a:lnTo>
                    <a:pt x="1192671" y="1397399"/>
                  </a:lnTo>
                  <a:lnTo>
                    <a:pt x="1192657" y="1397381"/>
                  </a:lnTo>
                  <a:lnTo>
                    <a:pt x="1192641" y="1397364"/>
                  </a:lnTo>
                  <a:lnTo>
                    <a:pt x="1192623" y="1397346"/>
                  </a:lnTo>
                  <a:lnTo>
                    <a:pt x="1192605" y="1397333"/>
                  </a:lnTo>
                  <a:lnTo>
                    <a:pt x="1192586" y="1397320"/>
                  </a:lnTo>
                  <a:lnTo>
                    <a:pt x="1192572" y="1397307"/>
                  </a:lnTo>
                  <a:lnTo>
                    <a:pt x="1192560" y="1397297"/>
                  </a:lnTo>
                  <a:lnTo>
                    <a:pt x="1192555" y="1397286"/>
                  </a:lnTo>
                  <a:lnTo>
                    <a:pt x="1192550" y="1397274"/>
                  </a:lnTo>
                  <a:lnTo>
                    <a:pt x="1192547" y="1397269"/>
                  </a:lnTo>
                  <a:lnTo>
                    <a:pt x="1192541" y="1397250"/>
                  </a:lnTo>
                  <a:lnTo>
                    <a:pt x="1192534" y="1397234"/>
                  </a:lnTo>
                  <a:lnTo>
                    <a:pt x="1192526" y="1397221"/>
                  </a:lnTo>
                  <a:lnTo>
                    <a:pt x="1192512" y="1397205"/>
                  </a:lnTo>
                  <a:lnTo>
                    <a:pt x="1192503" y="1397198"/>
                  </a:lnTo>
                  <a:lnTo>
                    <a:pt x="1192496" y="1397189"/>
                  </a:lnTo>
                  <a:lnTo>
                    <a:pt x="1192491" y="1397181"/>
                  </a:lnTo>
                  <a:lnTo>
                    <a:pt x="1192480" y="1397162"/>
                  </a:lnTo>
                  <a:lnTo>
                    <a:pt x="1192463" y="1397142"/>
                  </a:lnTo>
                  <a:lnTo>
                    <a:pt x="1192455" y="1397130"/>
                  </a:lnTo>
                  <a:lnTo>
                    <a:pt x="1192440" y="1397113"/>
                  </a:lnTo>
                  <a:lnTo>
                    <a:pt x="1192435" y="1397107"/>
                  </a:lnTo>
                  <a:lnTo>
                    <a:pt x="1192417" y="1397088"/>
                  </a:lnTo>
                  <a:lnTo>
                    <a:pt x="1192401" y="1397071"/>
                  </a:lnTo>
                  <a:lnTo>
                    <a:pt x="1192391" y="1397059"/>
                  </a:lnTo>
                  <a:lnTo>
                    <a:pt x="1192385" y="1397049"/>
                  </a:lnTo>
                  <a:lnTo>
                    <a:pt x="1192375" y="1397034"/>
                  </a:lnTo>
                  <a:lnTo>
                    <a:pt x="1192371" y="1397028"/>
                  </a:lnTo>
                  <a:lnTo>
                    <a:pt x="1192369" y="1396999"/>
                  </a:lnTo>
                  <a:lnTo>
                    <a:pt x="1192365" y="1396980"/>
                  </a:lnTo>
                  <a:lnTo>
                    <a:pt x="1192358" y="1396962"/>
                  </a:lnTo>
                  <a:lnTo>
                    <a:pt x="1192348" y="1396943"/>
                  </a:lnTo>
                  <a:lnTo>
                    <a:pt x="1192345" y="1396934"/>
                  </a:lnTo>
                  <a:lnTo>
                    <a:pt x="1192343" y="1396928"/>
                  </a:lnTo>
                  <a:lnTo>
                    <a:pt x="1192341" y="1396922"/>
                  </a:lnTo>
                  <a:lnTo>
                    <a:pt x="1192337" y="1396912"/>
                  </a:lnTo>
                  <a:lnTo>
                    <a:pt x="1192334" y="1396904"/>
                  </a:lnTo>
                  <a:lnTo>
                    <a:pt x="1192331" y="1396894"/>
                  </a:lnTo>
                  <a:lnTo>
                    <a:pt x="1192327" y="1396888"/>
                  </a:lnTo>
                  <a:lnTo>
                    <a:pt x="1192319" y="1396869"/>
                  </a:lnTo>
                  <a:lnTo>
                    <a:pt x="1192315" y="1396851"/>
                  </a:lnTo>
                  <a:lnTo>
                    <a:pt x="1192314" y="1396832"/>
                  </a:lnTo>
                  <a:lnTo>
                    <a:pt x="1192315" y="1396814"/>
                  </a:lnTo>
                  <a:lnTo>
                    <a:pt x="1192316" y="1396801"/>
                  </a:lnTo>
                  <a:lnTo>
                    <a:pt x="1192315" y="1396795"/>
                  </a:lnTo>
                  <a:lnTo>
                    <a:pt x="1192312" y="1396777"/>
                  </a:lnTo>
                  <a:lnTo>
                    <a:pt x="1192306" y="1396758"/>
                  </a:lnTo>
                  <a:lnTo>
                    <a:pt x="1192303" y="1396743"/>
                  </a:lnTo>
                  <a:lnTo>
                    <a:pt x="1192299" y="1396733"/>
                  </a:lnTo>
                  <a:lnTo>
                    <a:pt x="1192297" y="1396728"/>
                  </a:lnTo>
                  <a:lnTo>
                    <a:pt x="1192294" y="1396723"/>
                  </a:lnTo>
                  <a:lnTo>
                    <a:pt x="1192289" y="1396714"/>
                  </a:lnTo>
                  <a:lnTo>
                    <a:pt x="1192281" y="1396700"/>
                  </a:lnTo>
                  <a:lnTo>
                    <a:pt x="1192270" y="1396686"/>
                  </a:lnTo>
                  <a:lnTo>
                    <a:pt x="1192254" y="1396665"/>
                  </a:lnTo>
                  <a:lnTo>
                    <a:pt x="1192237" y="1396649"/>
                  </a:lnTo>
                  <a:lnTo>
                    <a:pt x="1192218" y="1396627"/>
                  </a:lnTo>
                  <a:lnTo>
                    <a:pt x="1192213" y="1396620"/>
                  </a:lnTo>
                  <a:lnTo>
                    <a:pt x="1192208" y="1396615"/>
                  </a:lnTo>
                  <a:lnTo>
                    <a:pt x="1192202" y="1396608"/>
                  </a:lnTo>
                  <a:lnTo>
                    <a:pt x="1192196" y="1396598"/>
                  </a:lnTo>
                  <a:lnTo>
                    <a:pt x="1192183" y="1396575"/>
                  </a:lnTo>
                  <a:lnTo>
                    <a:pt x="1192172" y="1396559"/>
                  </a:lnTo>
                  <a:lnTo>
                    <a:pt x="1192160" y="1396541"/>
                  </a:lnTo>
                  <a:lnTo>
                    <a:pt x="1192155" y="1396534"/>
                  </a:lnTo>
                  <a:lnTo>
                    <a:pt x="1192150" y="1396522"/>
                  </a:lnTo>
                  <a:lnTo>
                    <a:pt x="1192142" y="1396504"/>
                  </a:lnTo>
                  <a:lnTo>
                    <a:pt x="1192136" y="1396485"/>
                  </a:lnTo>
                  <a:lnTo>
                    <a:pt x="1192130" y="1396467"/>
                  </a:lnTo>
                  <a:lnTo>
                    <a:pt x="1192124" y="1396448"/>
                  </a:lnTo>
                  <a:lnTo>
                    <a:pt x="1192118" y="1396427"/>
                  </a:lnTo>
                  <a:lnTo>
                    <a:pt x="1192112" y="1396409"/>
                  </a:lnTo>
                  <a:lnTo>
                    <a:pt x="1192110" y="1396399"/>
                  </a:lnTo>
                  <a:lnTo>
                    <a:pt x="1192105" y="1396389"/>
                  </a:lnTo>
                  <a:lnTo>
                    <a:pt x="1192098" y="1396382"/>
                  </a:lnTo>
                  <a:lnTo>
                    <a:pt x="1192093" y="1396378"/>
                  </a:lnTo>
                  <a:lnTo>
                    <a:pt x="1192085" y="1396373"/>
                  </a:lnTo>
                  <a:lnTo>
                    <a:pt x="1192066" y="1396361"/>
                  </a:lnTo>
                  <a:lnTo>
                    <a:pt x="1192048" y="1396350"/>
                  </a:lnTo>
                  <a:lnTo>
                    <a:pt x="1192037" y="1396345"/>
                  </a:lnTo>
                  <a:lnTo>
                    <a:pt x="1192030" y="1396339"/>
                  </a:lnTo>
                  <a:lnTo>
                    <a:pt x="1192017" y="1396331"/>
                  </a:lnTo>
                  <a:lnTo>
                    <a:pt x="1192012" y="1396325"/>
                  </a:lnTo>
                  <a:lnTo>
                    <a:pt x="1191993" y="1396315"/>
                  </a:lnTo>
                  <a:lnTo>
                    <a:pt x="1191975" y="1396303"/>
                  </a:lnTo>
                  <a:lnTo>
                    <a:pt x="1191956" y="1396292"/>
                  </a:lnTo>
                  <a:lnTo>
                    <a:pt x="1191938" y="1396280"/>
                  </a:lnTo>
                  <a:lnTo>
                    <a:pt x="1191920" y="1396269"/>
                  </a:lnTo>
                  <a:lnTo>
                    <a:pt x="1191902" y="1396258"/>
                  </a:lnTo>
                  <a:lnTo>
                    <a:pt x="1191881" y="1396246"/>
                  </a:lnTo>
                  <a:lnTo>
                    <a:pt x="1191863" y="1396236"/>
                  </a:lnTo>
                  <a:lnTo>
                    <a:pt x="1191845" y="1396227"/>
                  </a:lnTo>
                  <a:lnTo>
                    <a:pt x="1191826" y="1396218"/>
                  </a:lnTo>
                  <a:lnTo>
                    <a:pt x="1191808" y="1396210"/>
                  </a:lnTo>
                  <a:lnTo>
                    <a:pt x="1191793" y="1396203"/>
                  </a:lnTo>
                  <a:lnTo>
                    <a:pt x="1191769" y="1396197"/>
                  </a:lnTo>
                  <a:lnTo>
                    <a:pt x="1191750" y="1396194"/>
                  </a:lnTo>
                  <a:lnTo>
                    <a:pt x="1191732" y="1396193"/>
                  </a:lnTo>
                  <a:lnTo>
                    <a:pt x="1191714" y="1396188"/>
                  </a:lnTo>
                  <a:lnTo>
                    <a:pt x="1191691" y="1396182"/>
                  </a:lnTo>
                  <a:lnTo>
                    <a:pt x="1191675" y="1396177"/>
                  </a:lnTo>
                  <a:lnTo>
                    <a:pt x="1191654" y="1396172"/>
                  </a:lnTo>
                  <a:lnTo>
                    <a:pt x="1191639" y="1396169"/>
                  </a:lnTo>
                  <a:lnTo>
                    <a:pt x="1191597" y="1396170"/>
                  </a:lnTo>
                  <a:lnTo>
                    <a:pt x="1191517" y="1396207"/>
                  </a:lnTo>
                  <a:lnTo>
                    <a:pt x="1191498" y="1396216"/>
                  </a:lnTo>
                  <a:lnTo>
                    <a:pt x="1191480" y="1396226"/>
                  </a:lnTo>
                  <a:lnTo>
                    <a:pt x="1191466" y="1396232"/>
                  </a:lnTo>
                  <a:lnTo>
                    <a:pt x="1191453" y="1396238"/>
                  </a:lnTo>
                  <a:lnTo>
                    <a:pt x="1191442" y="1396242"/>
                  </a:lnTo>
                  <a:lnTo>
                    <a:pt x="1191420" y="1396251"/>
                  </a:lnTo>
                  <a:lnTo>
                    <a:pt x="1191408" y="1396259"/>
                  </a:lnTo>
                  <a:lnTo>
                    <a:pt x="1191388" y="1396271"/>
                  </a:lnTo>
                  <a:lnTo>
                    <a:pt x="1191370" y="1396279"/>
                  </a:lnTo>
                  <a:lnTo>
                    <a:pt x="1191359" y="1396289"/>
                  </a:lnTo>
                  <a:lnTo>
                    <a:pt x="1191338" y="1396305"/>
                  </a:lnTo>
                  <a:lnTo>
                    <a:pt x="1191317" y="1396340"/>
                  </a:lnTo>
                  <a:lnTo>
                    <a:pt x="1191289" y="1396364"/>
                  </a:lnTo>
                  <a:lnTo>
                    <a:pt x="1191278" y="1396377"/>
                  </a:lnTo>
                  <a:lnTo>
                    <a:pt x="1191272" y="1396389"/>
                  </a:lnTo>
                  <a:lnTo>
                    <a:pt x="1191267" y="1396397"/>
                  </a:lnTo>
                  <a:lnTo>
                    <a:pt x="1191260" y="1396407"/>
                  </a:lnTo>
                  <a:lnTo>
                    <a:pt x="1191254" y="1396413"/>
                  </a:lnTo>
                  <a:lnTo>
                    <a:pt x="1191246" y="1396418"/>
                  </a:lnTo>
                  <a:lnTo>
                    <a:pt x="1191240" y="1396424"/>
                  </a:lnTo>
                  <a:lnTo>
                    <a:pt x="1191233" y="1396430"/>
                  </a:lnTo>
                  <a:lnTo>
                    <a:pt x="1191221" y="1396441"/>
                  </a:lnTo>
                  <a:lnTo>
                    <a:pt x="1191209" y="1396458"/>
                  </a:lnTo>
                  <a:lnTo>
                    <a:pt x="1191195" y="1396476"/>
                  </a:lnTo>
                  <a:lnTo>
                    <a:pt x="1191182" y="1396490"/>
                  </a:lnTo>
                  <a:lnTo>
                    <a:pt x="1191168" y="1396502"/>
                  </a:lnTo>
                  <a:lnTo>
                    <a:pt x="1191162" y="1396510"/>
                  </a:lnTo>
                  <a:lnTo>
                    <a:pt x="1191154" y="1396532"/>
                  </a:lnTo>
                  <a:lnTo>
                    <a:pt x="1191143" y="1396546"/>
                  </a:lnTo>
                  <a:lnTo>
                    <a:pt x="1191131" y="1396560"/>
                  </a:lnTo>
                  <a:lnTo>
                    <a:pt x="1191126" y="1396572"/>
                  </a:lnTo>
                  <a:lnTo>
                    <a:pt x="1191122" y="1396583"/>
                  </a:lnTo>
                  <a:lnTo>
                    <a:pt x="1191120" y="1396592"/>
                  </a:lnTo>
                  <a:lnTo>
                    <a:pt x="1191120" y="1396603"/>
                  </a:lnTo>
                  <a:lnTo>
                    <a:pt x="1191120" y="1396616"/>
                  </a:lnTo>
                  <a:lnTo>
                    <a:pt x="1191119" y="1396629"/>
                  </a:lnTo>
                  <a:lnTo>
                    <a:pt x="1191116" y="1396643"/>
                  </a:lnTo>
                  <a:lnTo>
                    <a:pt x="1191113" y="1396652"/>
                  </a:lnTo>
                  <a:lnTo>
                    <a:pt x="1191111" y="1396662"/>
                  </a:lnTo>
                  <a:lnTo>
                    <a:pt x="1191108" y="1396680"/>
                  </a:lnTo>
                  <a:lnTo>
                    <a:pt x="1191101" y="1396699"/>
                  </a:lnTo>
                  <a:lnTo>
                    <a:pt x="1191095" y="1396717"/>
                  </a:lnTo>
                  <a:lnTo>
                    <a:pt x="1191092" y="1396726"/>
                  </a:lnTo>
                  <a:lnTo>
                    <a:pt x="1191084" y="1396736"/>
                  </a:lnTo>
                  <a:lnTo>
                    <a:pt x="1191066" y="1396748"/>
                  </a:lnTo>
                  <a:lnTo>
                    <a:pt x="1191057" y="1396762"/>
                  </a:lnTo>
                  <a:lnTo>
                    <a:pt x="1191055" y="1396767"/>
                  </a:lnTo>
                  <a:lnTo>
                    <a:pt x="1191050" y="1396776"/>
                  </a:lnTo>
                  <a:lnTo>
                    <a:pt x="1191047" y="1396788"/>
                  </a:lnTo>
                  <a:lnTo>
                    <a:pt x="1191044" y="1396798"/>
                  </a:lnTo>
                  <a:lnTo>
                    <a:pt x="1191045" y="1396809"/>
                  </a:lnTo>
                  <a:lnTo>
                    <a:pt x="1191049" y="1396819"/>
                  </a:lnTo>
                  <a:lnTo>
                    <a:pt x="1191051" y="1396828"/>
                  </a:lnTo>
                  <a:lnTo>
                    <a:pt x="1191050" y="1396843"/>
                  </a:lnTo>
                  <a:lnTo>
                    <a:pt x="1191049" y="1396859"/>
                  </a:lnTo>
                  <a:lnTo>
                    <a:pt x="1191049" y="1396881"/>
                  </a:lnTo>
                  <a:lnTo>
                    <a:pt x="1191052" y="1396904"/>
                  </a:lnTo>
                  <a:lnTo>
                    <a:pt x="1191058" y="1396914"/>
                  </a:lnTo>
                  <a:lnTo>
                    <a:pt x="1191062" y="1396928"/>
                  </a:lnTo>
                  <a:lnTo>
                    <a:pt x="1191067" y="1396948"/>
                  </a:lnTo>
                  <a:lnTo>
                    <a:pt x="1191071" y="1396970"/>
                  </a:lnTo>
                  <a:lnTo>
                    <a:pt x="1191072" y="1396981"/>
                  </a:lnTo>
                  <a:lnTo>
                    <a:pt x="1191064" y="1396999"/>
                  </a:lnTo>
                  <a:lnTo>
                    <a:pt x="1191058" y="1397019"/>
                  </a:lnTo>
                  <a:lnTo>
                    <a:pt x="1191053" y="1397041"/>
                  </a:lnTo>
                  <a:lnTo>
                    <a:pt x="1191048" y="1397058"/>
                  </a:lnTo>
                  <a:lnTo>
                    <a:pt x="1191045" y="1397075"/>
                  </a:lnTo>
                  <a:lnTo>
                    <a:pt x="1191042" y="1397088"/>
                  </a:lnTo>
                  <a:lnTo>
                    <a:pt x="1191037" y="1397102"/>
                  </a:lnTo>
                  <a:lnTo>
                    <a:pt x="1191029" y="1397120"/>
                  </a:lnTo>
                  <a:lnTo>
                    <a:pt x="1191020" y="1397137"/>
                  </a:lnTo>
                  <a:lnTo>
                    <a:pt x="1191006" y="1397154"/>
                  </a:lnTo>
                  <a:lnTo>
                    <a:pt x="1190994" y="1397171"/>
                  </a:lnTo>
                  <a:lnTo>
                    <a:pt x="1190972" y="1397191"/>
                  </a:lnTo>
                  <a:lnTo>
                    <a:pt x="1190958" y="1397205"/>
                  </a:lnTo>
                  <a:lnTo>
                    <a:pt x="1190946" y="1397219"/>
                  </a:lnTo>
                  <a:lnTo>
                    <a:pt x="1190924" y="1397237"/>
                  </a:lnTo>
                  <a:lnTo>
                    <a:pt x="1190907" y="1397248"/>
                  </a:lnTo>
                  <a:lnTo>
                    <a:pt x="1190892" y="1397262"/>
                  </a:lnTo>
                  <a:lnTo>
                    <a:pt x="1190878" y="1397275"/>
                  </a:lnTo>
                  <a:lnTo>
                    <a:pt x="1190867" y="1397283"/>
                  </a:lnTo>
                  <a:lnTo>
                    <a:pt x="1190854" y="1397295"/>
                  </a:lnTo>
                  <a:lnTo>
                    <a:pt x="1190842" y="1397306"/>
                  </a:lnTo>
                  <a:lnTo>
                    <a:pt x="1190824" y="1397321"/>
                  </a:lnTo>
                  <a:lnTo>
                    <a:pt x="1190815" y="1397327"/>
                  </a:lnTo>
                  <a:lnTo>
                    <a:pt x="1190806" y="1397330"/>
                  </a:lnTo>
                  <a:lnTo>
                    <a:pt x="1190788" y="1397337"/>
                  </a:lnTo>
                  <a:lnTo>
                    <a:pt x="1190769" y="1397338"/>
                  </a:lnTo>
                  <a:lnTo>
                    <a:pt x="1190761" y="1397334"/>
                  </a:lnTo>
                  <a:lnTo>
                    <a:pt x="1190751" y="1397327"/>
                  </a:lnTo>
                  <a:lnTo>
                    <a:pt x="1190733" y="1397310"/>
                  </a:lnTo>
                  <a:lnTo>
                    <a:pt x="1190718" y="1397293"/>
                  </a:lnTo>
                  <a:lnTo>
                    <a:pt x="1190702" y="1397275"/>
                  </a:lnTo>
                  <a:lnTo>
                    <a:pt x="1190689" y="1397262"/>
                  </a:lnTo>
                  <a:lnTo>
                    <a:pt x="1190657" y="1397255"/>
                  </a:lnTo>
                  <a:lnTo>
                    <a:pt x="1190639" y="1397256"/>
                  </a:lnTo>
                  <a:lnTo>
                    <a:pt x="1190625" y="1397251"/>
                  </a:lnTo>
                  <a:lnTo>
                    <a:pt x="1190621" y="1397247"/>
                  </a:lnTo>
                  <a:lnTo>
                    <a:pt x="1190603" y="1397230"/>
                  </a:lnTo>
                  <a:lnTo>
                    <a:pt x="1190590" y="1397212"/>
                  </a:lnTo>
                  <a:lnTo>
                    <a:pt x="1190577" y="1397193"/>
                  </a:lnTo>
                  <a:lnTo>
                    <a:pt x="1190569" y="1397182"/>
                  </a:lnTo>
                  <a:lnTo>
                    <a:pt x="1190562" y="1397177"/>
                  </a:lnTo>
                  <a:lnTo>
                    <a:pt x="1190544" y="1397173"/>
                  </a:lnTo>
                  <a:lnTo>
                    <a:pt x="1190525" y="1397173"/>
                  </a:lnTo>
                  <a:lnTo>
                    <a:pt x="1190507" y="1397170"/>
                  </a:lnTo>
                  <a:lnTo>
                    <a:pt x="1190491" y="1397166"/>
                  </a:lnTo>
                  <a:lnTo>
                    <a:pt x="1190471" y="1397162"/>
                  </a:lnTo>
                  <a:lnTo>
                    <a:pt x="1190452" y="1397159"/>
                  </a:lnTo>
                  <a:lnTo>
                    <a:pt x="1190434" y="1397157"/>
                  </a:lnTo>
                  <a:lnTo>
                    <a:pt x="1190416" y="1397151"/>
                  </a:lnTo>
                  <a:lnTo>
                    <a:pt x="1190397" y="1397136"/>
                  </a:lnTo>
                  <a:lnTo>
                    <a:pt x="1190383" y="1397119"/>
                  </a:lnTo>
                  <a:lnTo>
                    <a:pt x="1190372" y="1397106"/>
                  </a:lnTo>
                  <a:lnTo>
                    <a:pt x="1190366" y="1397103"/>
                  </a:lnTo>
                  <a:lnTo>
                    <a:pt x="1190354" y="1397095"/>
                  </a:lnTo>
                  <a:lnTo>
                    <a:pt x="1190347" y="1397093"/>
                  </a:lnTo>
                  <a:lnTo>
                    <a:pt x="1190331" y="1397085"/>
                  </a:lnTo>
                  <a:lnTo>
                    <a:pt x="1190311" y="1397074"/>
                  </a:lnTo>
                  <a:lnTo>
                    <a:pt x="1190300" y="1397066"/>
                  </a:lnTo>
                  <a:lnTo>
                    <a:pt x="1190293" y="1397064"/>
                  </a:lnTo>
                  <a:lnTo>
                    <a:pt x="1190275" y="1397051"/>
                  </a:lnTo>
                  <a:lnTo>
                    <a:pt x="1190257" y="1397039"/>
                  </a:lnTo>
                  <a:lnTo>
                    <a:pt x="1190239" y="1397025"/>
                  </a:lnTo>
                  <a:lnTo>
                    <a:pt x="1190220" y="1397013"/>
                  </a:lnTo>
                  <a:lnTo>
                    <a:pt x="1190202" y="1397001"/>
                  </a:lnTo>
                  <a:lnTo>
                    <a:pt x="1190184" y="1396989"/>
                  </a:lnTo>
                  <a:lnTo>
                    <a:pt x="1190166" y="1396979"/>
                  </a:lnTo>
                  <a:lnTo>
                    <a:pt x="1190147" y="1396970"/>
                  </a:lnTo>
                  <a:lnTo>
                    <a:pt x="1190129" y="1396962"/>
                  </a:lnTo>
                  <a:lnTo>
                    <a:pt x="1190110" y="1396955"/>
                  </a:lnTo>
                  <a:lnTo>
                    <a:pt x="1190092" y="1396947"/>
                  </a:lnTo>
                  <a:lnTo>
                    <a:pt x="1190083" y="1396942"/>
                  </a:lnTo>
                  <a:lnTo>
                    <a:pt x="1190067" y="1396935"/>
                  </a:lnTo>
                  <a:lnTo>
                    <a:pt x="1190056" y="1396931"/>
                  </a:lnTo>
                  <a:lnTo>
                    <a:pt x="1190040" y="1396928"/>
                  </a:lnTo>
                  <a:lnTo>
                    <a:pt x="1190019" y="1396924"/>
                  </a:lnTo>
                  <a:lnTo>
                    <a:pt x="1190001" y="1396920"/>
                  </a:lnTo>
                  <a:lnTo>
                    <a:pt x="1189983" y="1396918"/>
                  </a:lnTo>
                  <a:lnTo>
                    <a:pt x="1189965" y="1396915"/>
                  </a:lnTo>
                  <a:lnTo>
                    <a:pt x="1189946" y="1396912"/>
                  </a:lnTo>
                  <a:lnTo>
                    <a:pt x="1189928" y="1396909"/>
                  </a:lnTo>
                  <a:lnTo>
                    <a:pt x="1189908" y="1396906"/>
                  </a:lnTo>
                  <a:lnTo>
                    <a:pt x="1189898" y="1396904"/>
                  </a:lnTo>
                  <a:lnTo>
                    <a:pt x="1189881" y="1396902"/>
                  </a:lnTo>
                  <a:lnTo>
                    <a:pt x="1189867" y="1396898"/>
                  </a:lnTo>
                  <a:lnTo>
                    <a:pt x="1189855" y="1396896"/>
                  </a:lnTo>
                  <a:lnTo>
                    <a:pt x="1189836" y="1396890"/>
                  </a:lnTo>
                  <a:lnTo>
                    <a:pt x="1189818" y="1396883"/>
                  </a:lnTo>
                  <a:lnTo>
                    <a:pt x="1189800" y="1396875"/>
                  </a:lnTo>
                  <a:lnTo>
                    <a:pt x="1189782" y="1396865"/>
                  </a:lnTo>
                  <a:lnTo>
                    <a:pt x="1189771" y="1396860"/>
                  </a:lnTo>
                  <a:lnTo>
                    <a:pt x="1189763" y="1396857"/>
                  </a:lnTo>
                  <a:lnTo>
                    <a:pt x="1189745" y="1396847"/>
                  </a:lnTo>
                  <a:lnTo>
                    <a:pt x="1189726" y="1396837"/>
                  </a:lnTo>
                  <a:lnTo>
                    <a:pt x="1189708" y="1396826"/>
                  </a:lnTo>
                  <a:lnTo>
                    <a:pt x="1189696" y="1396816"/>
                  </a:lnTo>
                  <a:lnTo>
                    <a:pt x="1189690" y="1396814"/>
                  </a:lnTo>
                  <a:lnTo>
                    <a:pt x="1189672" y="1396803"/>
                  </a:lnTo>
                  <a:lnTo>
                    <a:pt x="1189664" y="1396800"/>
                  </a:lnTo>
                  <a:lnTo>
                    <a:pt x="1189653" y="1396793"/>
                  </a:lnTo>
                  <a:lnTo>
                    <a:pt x="1189635" y="1396784"/>
                  </a:lnTo>
                  <a:lnTo>
                    <a:pt x="1189617" y="1396775"/>
                  </a:lnTo>
                  <a:lnTo>
                    <a:pt x="1189599" y="1396765"/>
                  </a:lnTo>
                  <a:lnTo>
                    <a:pt x="1189588" y="1396760"/>
                  </a:lnTo>
                  <a:lnTo>
                    <a:pt x="1189580" y="1396754"/>
                  </a:lnTo>
                  <a:lnTo>
                    <a:pt x="1189570" y="1396748"/>
                  </a:lnTo>
                  <a:lnTo>
                    <a:pt x="1189562" y="1396745"/>
                  </a:lnTo>
                  <a:lnTo>
                    <a:pt x="1189546" y="1396738"/>
                  </a:lnTo>
                  <a:lnTo>
                    <a:pt x="1189535" y="1396735"/>
                  </a:lnTo>
                  <a:lnTo>
                    <a:pt x="1189522" y="1396734"/>
                  </a:lnTo>
                  <a:lnTo>
                    <a:pt x="1189505" y="1396736"/>
                  </a:lnTo>
                  <a:lnTo>
                    <a:pt x="1189487" y="1396739"/>
                  </a:lnTo>
                  <a:lnTo>
                    <a:pt x="1189463" y="1396750"/>
                  </a:lnTo>
                  <a:lnTo>
                    <a:pt x="1189435" y="1396762"/>
                  </a:lnTo>
                  <a:lnTo>
                    <a:pt x="1189417" y="1396770"/>
                  </a:lnTo>
                  <a:lnTo>
                    <a:pt x="1189398" y="1396778"/>
                  </a:lnTo>
                  <a:lnTo>
                    <a:pt x="1189389" y="1396781"/>
                  </a:lnTo>
                  <a:lnTo>
                    <a:pt x="1189380" y="1396786"/>
                  </a:lnTo>
                  <a:lnTo>
                    <a:pt x="1189362" y="1396794"/>
                  </a:lnTo>
                  <a:lnTo>
                    <a:pt x="1189341" y="1396800"/>
                  </a:lnTo>
                  <a:lnTo>
                    <a:pt x="1189326" y="1396806"/>
                  </a:lnTo>
                  <a:lnTo>
                    <a:pt x="1189312" y="1396809"/>
                  </a:lnTo>
                  <a:lnTo>
                    <a:pt x="1189300" y="1396809"/>
                  </a:lnTo>
                  <a:lnTo>
                    <a:pt x="1189249" y="1396801"/>
                  </a:lnTo>
                  <a:lnTo>
                    <a:pt x="1189235" y="1396797"/>
                  </a:lnTo>
                  <a:lnTo>
                    <a:pt x="1189226" y="1396790"/>
                  </a:lnTo>
                  <a:lnTo>
                    <a:pt x="1189218" y="1396788"/>
                  </a:lnTo>
                  <a:lnTo>
                    <a:pt x="1189200" y="1396783"/>
                  </a:lnTo>
                  <a:lnTo>
                    <a:pt x="1189182" y="1396785"/>
                  </a:lnTo>
                  <a:lnTo>
                    <a:pt x="1189164" y="1396787"/>
                  </a:lnTo>
                  <a:lnTo>
                    <a:pt x="1189146" y="1396787"/>
                  </a:lnTo>
                  <a:lnTo>
                    <a:pt x="1189127" y="1396786"/>
                  </a:lnTo>
                  <a:lnTo>
                    <a:pt x="1189109" y="1396781"/>
                  </a:lnTo>
                  <a:lnTo>
                    <a:pt x="1189091" y="1396774"/>
                  </a:lnTo>
                  <a:lnTo>
                    <a:pt x="1189073" y="1396765"/>
                  </a:lnTo>
                  <a:lnTo>
                    <a:pt x="1189054" y="1396753"/>
                  </a:lnTo>
                  <a:lnTo>
                    <a:pt x="1189036" y="1396739"/>
                  </a:lnTo>
                  <a:lnTo>
                    <a:pt x="1189017" y="1396725"/>
                  </a:lnTo>
                  <a:lnTo>
                    <a:pt x="1189000" y="1396709"/>
                  </a:lnTo>
                  <a:lnTo>
                    <a:pt x="1188983" y="1396693"/>
                  </a:lnTo>
                  <a:lnTo>
                    <a:pt x="1188965" y="1396679"/>
                  </a:lnTo>
                  <a:lnTo>
                    <a:pt x="1188947" y="1396666"/>
                  </a:lnTo>
                  <a:lnTo>
                    <a:pt x="1188928" y="1396651"/>
                  </a:lnTo>
                  <a:lnTo>
                    <a:pt x="1188910" y="1396633"/>
                  </a:lnTo>
                  <a:lnTo>
                    <a:pt x="1188894" y="1396617"/>
                  </a:lnTo>
                  <a:lnTo>
                    <a:pt x="1188878" y="1396601"/>
                  </a:lnTo>
                  <a:lnTo>
                    <a:pt x="1188872" y="1396599"/>
                  </a:lnTo>
                  <a:lnTo>
                    <a:pt x="1188865" y="1396601"/>
                  </a:lnTo>
                  <a:lnTo>
                    <a:pt x="1188860" y="1396603"/>
                  </a:lnTo>
                  <a:lnTo>
                    <a:pt x="1188842" y="1396608"/>
                  </a:lnTo>
                  <a:lnTo>
                    <a:pt x="1188824" y="1396613"/>
                  </a:lnTo>
                  <a:lnTo>
                    <a:pt x="1188815" y="1396616"/>
                  </a:lnTo>
                  <a:lnTo>
                    <a:pt x="1188805" y="1396616"/>
                  </a:lnTo>
                  <a:lnTo>
                    <a:pt x="1188787" y="1396619"/>
                  </a:lnTo>
                  <a:lnTo>
                    <a:pt x="1188769" y="1396622"/>
                  </a:lnTo>
                  <a:lnTo>
                    <a:pt x="1188750" y="1396626"/>
                  </a:lnTo>
                  <a:lnTo>
                    <a:pt x="1188732" y="1396629"/>
                  </a:lnTo>
                  <a:lnTo>
                    <a:pt x="1188714" y="1396636"/>
                  </a:lnTo>
                  <a:lnTo>
                    <a:pt x="1188696" y="1396642"/>
                  </a:lnTo>
                  <a:lnTo>
                    <a:pt x="1188677" y="1396649"/>
                  </a:lnTo>
                  <a:lnTo>
                    <a:pt x="1188659" y="1396655"/>
                  </a:lnTo>
                  <a:lnTo>
                    <a:pt x="1188641" y="1396663"/>
                  </a:lnTo>
                  <a:lnTo>
                    <a:pt x="1188622" y="1396669"/>
                  </a:lnTo>
                  <a:lnTo>
                    <a:pt x="1188604" y="1396677"/>
                  </a:lnTo>
                  <a:lnTo>
                    <a:pt x="1188586" y="1396684"/>
                  </a:lnTo>
                  <a:lnTo>
                    <a:pt x="1188568" y="1396692"/>
                  </a:lnTo>
                  <a:lnTo>
                    <a:pt x="1188554" y="1396696"/>
                  </a:lnTo>
                  <a:lnTo>
                    <a:pt x="1188531" y="1396712"/>
                  </a:lnTo>
                  <a:lnTo>
                    <a:pt x="1188513" y="1396724"/>
                  </a:lnTo>
                  <a:lnTo>
                    <a:pt x="1188504" y="1396730"/>
                  </a:lnTo>
                  <a:lnTo>
                    <a:pt x="1188496" y="1396737"/>
                  </a:lnTo>
                  <a:lnTo>
                    <a:pt x="1188480" y="1396755"/>
                  </a:lnTo>
                  <a:lnTo>
                    <a:pt x="1188462" y="1396769"/>
                  </a:lnTo>
                  <a:lnTo>
                    <a:pt x="1188446" y="1396785"/>
                  </a:lnTo>
                  <a:lnTo>
                    <a:pt x="1188430" y="1396802"/>
                  </a:lnTo>
                  <a:lnTo>
                    <a:pt x="1188419" y="1396820"/>
                  </a:lnTo>
                  <a:lnTo>
                    <a:pt x="1188411" y="1396833"/>
                  </a:lnTo>
                  <a:lnTo>
                    <a:pt x="1188410" y="1396839"/>
                  </a:lnTo>
                  <a:lnTo>
                    <a:pt x="1188405" y="1396855"/>
                  </a:lnTo>
                  <a:lnTo>
                    <a:pt x="1188403" y="1396876"/>
                  </a:lnTo>
                  <a:lnTo>
                    <a:pt x="1188404" y="1396894"/>
                  </a:lnTo>
                  <a:lnTo>
                    <a:pt x="1188405" y="1396913"/>
                  </a:lnTo>
                  <a:lnTo>
                    <a:pt x="1188409" y="1396931"/>
                  </a:lnTo>
                  <a:lnTo>
                    <a:pt x="1188413" y="1396950"/>
                  </a:lnTo>
                  <a:lnTo>
                    <a:pt x="1188418" y="1396966"/>
                  </a:lnTo>
                  <a:lnTo>
                    <a:pt x="1188422" y="1396991"/>
                  </a:lnTo>
                  <a:lnTo>
                    <a:pt x="1188429" y="1397005"/>
                  </a:lnTo>
                  <a:lnTo>
                    <a:pt x="1188435" y="1397023"/>
                  </a:lnTo>
                  <a:lnTo>
                    <a:pt x="1188437" y="1397032"/>
                  </a:lnTo>
                  <a:lnTo>
                    <a:pt x="1188441" y="1397042"/>
                  </a:lnTo>
                  <a:lnTo>
                    <a:pt x="1188452" y="1397061"/>
                  </a:lnTo>
                  <a:lnTo>
                    <a:pt x="1188460" y="1397077"/>
                  </a:lnTo>
                  <a:lnTo>
                    <a:pt x="1188452" y="1397093"/>
                  </a:lnTo>
                  <a:lnTo>
                    <a:pt x="1188447" y="1397097"/>
                  </a:lnTo>
                  <a:lnTo>
                    <a:pt x="1188441" y="1397104"/>
                  </a:lnTo>
                  <a:lnTo>
                    <a:pt x="1188429" y="1397111"/>
                  </a:lnTo>
                  <a:lnTo>
                    <a:pt x="1188412" y="1397125"/>
                  </a:lnTo>
                  <a:lnTo>
                    <a:pt x="1188403" y="1397141"/>
                  </a:lnTo>
                  <a:lnTo>
                    <a:pt x="1188384" y="1397159"/>
                  </a:lnTo>
                  <a:lnTo>
                    <a:pt x="1188367" y="1397176"/>
                  </a:lnTo>
                  <a:lnTo>
                    <a:pt x="1188353" y="1397190"/>
                  </a:lnTo>
                  <a:lnTo>
                    <a:pt x="1188331" y="1397200"/>
                  </a:lnTo>
                  <a:lnTo>
                    <a:pt x="1188312" y="1397208"/>
                  </a:lnTo>
                  <a:lnTo>
                    <a:pt x="1188294" y="1397215"/>
                  </a:lnTo>
                  <a:lnTo>
                    <a:pt x="1188276" y="1397222"/>
                  </a:lnTo>
                  <a:lnTo>
                    <a:pt x="1188260" y="1397228"/>
                  </a:lnTo>
                  <a:lnTo>
                    <a:pt x="1188240" y="1397231"/>
                  </a:lnTo>
                  <a:lnTo>
                    <a:pt x="1188229" y="1397235"/>
                  </a:lnTo>
                  <a:lnTo>
                    <a:pt x="1188221" y="1397240"/>
                  </a:lnTo>
                  <a:lnTo>
                    <a:pt x="1188203" y="1397251"/>
                  </a:lnTo>
                  <a:lnTo>
                    <a:pt x="1188185" y="1397261"/>
                  </a:lnTo>
                  <a:lnTo>
                    <a:pt x="1188167" y="1397271"/>
                  </a:lnTo>
                  <a:lnTo>
                    <a:pt x="1188148" y="1397279"/>
                  </a:lnTo>
                  <a:lnTo>
                    <a:pt x="1188130" y="1397286"/>
                  </a:lnTo>
                  <a:lnTo>
                    <a:pt x="1188112" y="1397290"/>
                  </a:lnTo>
                  <a:lnTo>
                    <a:pt x="1188094" y="1397290"/>
                  </a:lnTo>
                  <a:lnTo>
                    <a:pt x="1188084" y="1397288"/>
                  </a:lnTo>
                  <a:lnTo>
                    <a:pt x="1188075" y="1397285"/>
                  </a:lnTo>
                  <a:lnTo>
                    <a:pt x="1188057" y="1397276"/>
                  </a:lnTo>
                  <a:lnTo>
                    <a:pt x="1188039" y="1397266"/>
                  </a:lnTo>
                  <a:lnTo>
                    <a:pt x="1188021" y="1397260"/>
                  </a:lnTo>
                  <a:lnTo>
                    <a:pt x="1188002" y="1397258"/>
                  </a:lnTo>
                  <a:lnTo>
                    <a:pt x="1187994" y="1397255"/>
                  </a:lnTo>
                  <a:lnTo>
                    <a:pt x="1187984" y="1397255"/>
                  </a:lnTo>
                  <a:lnTo>
                    <a:pt x="1187973" y="1397250"/>
                  </a:lnTo>
                  <a:lnTo>
                    <a:pt x="1187965" y="1397245"/>
                  </a:lnTo>
                  <a:lnTo>
                    <a:pt x="1187957" y="1397232"/>
                  </a:lnTo>
                  <a:lnTo>
                    <a:pt x="1187951" y="1397229"/>
                  </a:lnTo>
                  <a:lnTo>
                    <a:pt x="1187933" y="1397218"/>
                  </a:lnTo>
                  <a:lnTo>
                    <a:pt x="1187915" y="1397203"/>
                  </a:lnTo>
                  <a:lnTo>
                    <a:pt x="1187901" y="1397187"/>
                  </a:lnTo>
                  <a:lnTo>
                    <a:pt x="1187886" y="1397168"/>
                  </a:lnTo>
                  <a:lnTo>
                    <a:pt x="1187880" y="1397159"/>
                  </a:lnTo>
                  <a:lnTo>
                    <a:pt x="1187871" y="1397150"/>
                  </a:lnTo>
                  <a:lnTo>
                    <a:pt x="1187854" y="1397132"/>
                  </a:lnTo>
                  <a:lnTo>
                    <a:pt x="1187837" y="1397116"/>
                  </a:lnTo>
                  <a:lnTo>
                    <a:pt x="1187822" y="1397097"/>
                  </a:lnTo>
                  <a:lnTo>
                    <a:pt x="1187813" y="1397084"/>
                  </a:lnTo>
                  <a:lnTo>
                    <a:pt x="1187798" y="1397060"/>
                  </a:lnTo>
                  <a:lnTo>
                    <a:pt x="1187783" y="1397041"/>
                  </a:lnTo>
                  <a:lnTo>
                    <a:pt x="1187766" y="1397025"/>
                  </a:lnTo>
                  <a:lnTo>
                    <a:pt x="1187758" y="1397018"/>
                  </a:lnTo>
                  <a:lnTo>
                    <a:pt x="1187750" y="1397009"/>
                  </a:lnTo>
                  <a:lnTo>
                    <a:pt x="1187753" y="1396991"/>
                  </a:lnTo>
                  <a:lnTo>
                    <a:pt x="1187760" y="1396974"/>
                  </a:lnTo>
                  <a:lnTo>
                    <a:pt x="1187776" y="1396940"/>
                  </a:lnTo>
                  <a:lnTo>
                    <a:pt x="1187783" y="1396925"/>
                  </a:lnTo>
                  <a:lnTo>
                    <a:pt x="1187803" y="1396879"/>
                  </a:lnTo>
                  <a:lnTo>
                    <a:pt x="1187806" y="1396871"/>
                  </a:lnTo>
                  <a:lnTo>
                    <a:pt x="1187810" y="1396860"/>
                  </a:lnTo>
                  <a:lnTo>
                    <a:pt x="1187815" y="1396841"/>
                  </a:lnTo>
                  <a:lnTo>
                    <a:pt x="1187819" y="1396831"/>
                  </a:lnTo>
                  <a:lnTo>
                    <a:pt x="1187823" y="1396822"/>
                  </a:lnTo>
                  <a:lnTo>
                    <a:pt x="1187825" y="1396814"/>
                  </a:lnTo>
                  <a:lnTo>
                    <a:pt x="1187834" y="1396772"/>
                  </a:lnTo>
                  <a:lnTo>
                    <a:pt x="1187834" y="1396753"/>
                  </a:lnTo>
                  <a:lnTo>
                    <a:pt x="1187834" y="1396735"/>
                  </a:lnTo>
                  <a:lnTo>
                    <a:pt x="1187835" y="1396716"/>
                  </a:lnTo>
                  <a:lnTo>
                    <a:pt x="1187836" y="1396706"/>
                  </a:lnTo>
                  <a:lnTo>
                    <a:pt x="1187833" y="1396587"/>
                  </a:lnTo>
                  <a:lnTo>
                    <a:pt x="1187831" y="1396568"/>
                  </a:lnTo>
                  <a:lnTo>
                    <a:pt x="1187827" y="1396549"/>
                  </a:lnTo>
                  <a:lnTo>
                    <a:pt x="1187825" y="1396543"/>
                  </a:lnTo>
                  <a:lnTo>
                    <a:pt x="1187826" y="1396533"/>
                  </a:lnTo>
                  <a:lnTo>
                    <a:pt x="1187839" y="1396513"/>
                  </a:lnTo>
                  <a:lnTo>
                    <a:pt x="1187847" y="1396495"/>
                  </a:lnTo>
                  <a:lnTo>
                    <a:pt x="1187851" y="1396484"/>
                  </a:lnTo>
                  <a:lnTo>
                    <a:pt x="1187855" y="1396464"/>
                  </a:lnTo>
                  <a:lnTo>
                    <a:pt x="1187858" y="1396456"/>
                  </a:lnTo>
                  <a:lnTo>
                    <a:pt x="1187867" y="1396439"/>
                  </a:lnTo>
                  <a:lnTo>
                    <a:pt x="1187870" y="1396420"/>
                  </a:lnTo>
                  <a:lnTo>
                    <a:pt x="1187872" y="1396411"/>
                  </a:lnTo>
                  <a:lnTo>
                    <a:pt x="1187877" y="1396398"/>
                  </a:lnTo>
                  <a:lnTo>
                    <a:pt x="1187886" y="1396379"/>
                  </a:lnTo>
                  <a:lnTo>
                    <a:pt x="1187894" y="1396365"/>
                  </a:lnTo>
                  <a:lnTo>
                    <a:pt x="1187910" y="1396344"/>
                  </a:lnTo>
                  <a:lnTo>
                    <a:pt x="1187918" y="1396330"/>
                  </a:lnTo>
                  <a:lnTo>
                    <a:pt x="1187919" y="1396324"/>
                  </a:lnTo>
                  <a:lnTo>
                    <a:pt x="1187926" y="1396298"/>
                  </a:lnTo>
                  <a:lnTo>
                    <a:pt x="1187926" y="1396280"/>
                  </a:lnTo>
                  <a:lnTo>
                    <a:pt x="1187927" y="1396268"/>
                  </a:lnTo>
                  <a:lnTo>
                    <a:pt x="1187939" y="1396249"/>
                  </a:lnTo>
                  <a:lnTo>
                    <a:pt x="1187948" y="1396233"/>
                  </a:lnTo>
                  <a:lnTo>
                    <a:pt x="1187952" y="1396212"/>
                  </a:lnTo>
                  <a:lnTo>
                    <a:pt x="1187954" y="1396193"/>
                  </a:lnTo>
                  <a:lnTo>
                    <a:pt x="1187954" y="1396175"/>
                  </a:lnTo>
                  <a:lnTo>
                    <a:pt x="1187952" y="1396156"/>
                  </a:lnTo>
                  <a:lnTo>
                    <a:pt x="1187950" y="1396138"/>
                  </a:lnTo>
                  <a:lnTo>
                    <a:pt x="1187947" y="1396119"/>
                  </a:lnTo>
                  <a:lnTo>
                    <a:pt x="1187943" y="1396101"/>
                  </a:lnTo>
                  <a:lnTo>
                    <a:pt x="1187940" y="1396082"/>
                  </a:lnTo>
                  <a:lnTo>
                    <a:pt x="1187936" y="1396064"/>
                  </a:lnTo>
                  <a:lnTo>
                    <a:pt x="1187930" y="1396046"/>
                  </a:lnTo>
                  <a:lnTo>
                    <a:pt x="1187920" y="1396027"/>
                  </a:lnTo>
                  <a:lnTo>
                    <a:pt x="1187906" y="1396009"/>
                  </a:lnTo>
                  <a:lnTo>
                    <a:pt x="1187889" y="1395994"/>
                  </a:lnTo>
                  <a:lnTo>
                    <a:pt x="1187869" y="1395975"/>
                  </a:lnTo>
                  <a:lnTo>
                    <a:pt x="1187856" y="1395964"/>
                  </a:lnTo>
                  <a:lnTo>
                    <a:pt x="1187846" y="1395953"/>
                  </a:lnTo>
                  <a:lnTo>
                    <a:pt x="1187841" y="1395944"/>
                  </a:lnTo>
                  <a:lnTo>
                    <a:pt x="1187837" y="1395939"/>
                  </a:lnTo>
                  <a:lnTo>
                    <a:pt x="1187825" y="1395923"/>
                  </a:lnTo>
                  <a:lnTo>
                    <a:pt x="1187809" y="1395905"/>
                  </a:lnTo>
                  <a:lnTo>
                    <a:pt x="1187793" y="1395887"/>
                  </a:lnTo>
                  <a:lnTo>
                    <a:pt x="1187776" y="1395868"/>
                  </a:lnTo>
                  <a:lnTo>
                    <a:pt x="1187760" y="1395850"/>
                  </a:lnTo>
                  <a:lnTo>
                    <a:pt x="1187748" y="1395832"/>
                  </a:lnTo>
                  <a:lnTo>
                    <a:pt x="1187738" y="1395813"/>
                  </a:lnTo>
                  <a:lnTo>
                    <a:pt x="1187729" y="1395795"/>
                  </a:lnTo>
                  <a:lnTo>
                    <a:pt x="1187728" y="1395789"/>
                  </a:lnTo>
                  <a:lnTo>
                    <a:pt x="1187721" y="1395778"/>
                  </a:lnTo>
                  <a:lnTo>
                    <a:pt x="1187705" y="1395759"/>
                  </a:lnTo>
                  <a:lnTo>
                    <a:pt x="1187698" y="1395748"/>
                  </a:lnTo>
                  <a:lnTo>
                    <a:pt x="1187695" y="1395741"/>
                  </a:lnTo>
                  <a:lnTo>
                    <a:pt x="1187690" y="1395728"/>
                  </a:lnTo>
                  <a:lnTo>
                    <a:pt x="1187685" y="1395722"/>
                  </a:lnTo>
                  <a:lnTo>
                    <a:pt x="1187667" y="1395706"/>
                  </a:lnTo>
                  <a:lnTo>
                    <a:pt x="1187648" y="1395690"/>
                  </a:lnTo>
                  <a:lnTo>
                    <a:pt x="1187644" y="1395681"/>
                  </a:lnTo>
                  <a:lnTo>
                    <a:pt x="1187645" y="1395672"/>
                  </a:lnTo>
                  <a:lnTo>
                    <a:pt x="1187647" y="1395653"/>
                  </a:lnTo>
                  <a:lnTo>
                    <a:pt x="1187645" y="1395636"/>
                  </a:lnTo>
                  <a:lnTo>
                    <a:pt x="1187644" y="1395627"/>
                  </a:lnTo>
                  <a:lnTo>
                    <a:pt x="1187647" y="1395613"/>
                  </a:lnTo>
                  <a:lnTo>
                    <a:pt x="1187651" y="1395598"/>
                  </a:lnTo>
                  <a:lnTo>
                    <a:pt x="1187650" y="1395587"/>
                  </a:lnTo>
                  <a:lnTo>
                    <a:pt x="1187648" y="1395579"/>
                  </a:lnTo>
                  <a:lnTo>
                    <a:pt x="1187640" y="1395561"/>
                  </a:lnTo>
                  <a:lnTo>
                    <a:pt x="1187637" y="1395552"/>
                  </a:lnTo>
                  <a:lnTo>
                    <a:pt x="1187637" y="1395541"/>
                  </a:lnTo>
                  <a:lnTo>
                    <a:pt x="1187637" y="1395527"/>
                  </a:lnTo>
                  <a:lnTo>
                    <a:pt x="1187637" y="1395506"/>
                  </a:lnTo>
                  <a:lnTo>
                    <a:pt x="1187633" y="1395489"/>
                  </a:lnTo>
                  <a:lnTo>
                    <a:pt x="1187628" y="1395468"/>
                  </a:lnTo>
                  <a:lnTo>
                    <a:pt x="1187631" y="1395450"/>
                  </a:lnTo>
                  <a:lnTo>
                    <a:pt x="1187632" y="1395431"/>
                  </a:lnTo>
                  <a:lnTo>
                    <a:pt x="1187632" y="1395413"/>
                  </a:lnTo>
                  <a:lnTo>
                    <a:pt x="1187629" y="1395395"/>
                  </a:lnTo>
                  <a:lnTo>
                    <a:pt x="1187627" y="1395376"/>
                  </a:lnTo>
                  <a:lnTo>
                    <a:pt x="1187623" y="1395358"/>
                  </a:lnTo>
                  <a:lnTo>
                    <a:pt x="1187620" y="1395339"/>
                  </a:lnTo>
                  <a:lnTo>
                    <a:pt x="1187615" y="1395321"/>
                  </a:lnTo>
                  <a:lnTo>
                    <a:pt x="1187611" y="1395302"/>
                  </a:lnTo>
                  <a:lnTo>
                    <a:pt x="1187607" y="1395284"/>
                  </a:lnTo>
                  <a:lnTo>
                    <a:pt x="1187604" y="1395265"/>
                  </a:lnTo>
                  <a:lnTo>
                    <a:pt x="1187602" y="1395247"/>
                  </a:lnTo>
                  <a:lnTo>
                    <a:pt x="1187599" y="1395228"/>
                  </a:lnTo>
                  <a:lnTo>
                    <a:pt x="1187596" y="1395210"/>
                  </a:lnTo>
                  <a:lnTo>
                    <a:pt x="1187591" y="1395193"/>
                  </a:lnTo>
                  <a:lnTo>
                    <a:pt x="1187587" y="1395187"/>
                  </a:lnTo>
                  <a:lnTo>
                    <a:pt x="1187582" y="1395183"/>
                  </a:lnTo>
                  <a:lnTo>
                    <a:pt x="1187571" y="1395178"/>
                  </a:lnTo>
                  <a:lnTo>
                    <a:pt x="1187513" y="1395156"/>
                  </a:lnTo>
                  <a:lnTo>
                    <a:pt x="1187487" y="1395142"/>
                  </a:lnTo>
                  <a:lnTo>
                    <a:pt x="1187469" y="1395131"/>
                  </a:lnTo>
                  <a:lnTo>
                    <a:pt x="1187450" y="1395122"/>
                  </a:lnTo>
                  <a:lnTo>
                    <a:pt x="1187437" y="1395114"/>
                  </a:lnTo>
                  <a:lnTo>
                    <a:pt x="1187432" y="1395109"/>
                  </a:lnTo>
                  <a:lnTo>
                    <a:pt x="1187422" y="1395099"/>
                  </a:lnTo>
                  <a:lnTo>
                    <a:pt x="1187421" y="1395092"/>
                  </a:lnTo>
                  <a:lnTo>
                    <a:pt x="1187422" y="1395074"/>
                  </a:lnTo>
                  <a:lnTo>
                    <a:pt x="1187424" y="1395055"/>
                  </a:lnTo>
                  <a:lnTo>
                    <a:pt x="1187422" y="1395037"/>
                  </a:lnTo>
                  <a:lnTo>
                    <a:pt x="1187420" y="1395028"/>
                  </a:lnTo>
                  <a:lnTo>
                    <a:pt x="1187413" y="1395018"/>
                  </a:lnTo>
                  <a:lnTo>
                    <a:pt x="1187395" y="1395002"/>
                  </a:lnTo>
                  <a:lnTo>
                    <a:pt x="1187381" y="1394987"/>
                  </a:lnTo>
                  <a:lnTo>
                    <a:pt x="1187379" y="1394967"/>
                  </a:lnTo>
                  <a:lnTo>
                    <a:pt x="1187379" y="1394958"/>
                  </a:lnTo>
                  <a:lnTo>
                    <a:pt x="1187377" y="1394948"/>
                  </a:lnTo>
                  <a:lnTo>
                    <a:pt x="1187368" y="1394930"/>
                  </a:lnTo>
                  <a:lnTo>
                    <a:pt x="1187352" y="1394911"/>
                  </a:lnTo>
                  <a:lnTo>
                    <a:pt x="1187334" y="1394894"/>
                  </a:lnTo>
                  <a:lnTo>
                    <a:pt x="1187318" y="1394877"/>
                  </a:lnTo>
                  <a:lnTo>
                    <a:pt x="1187311" y="1394867"/>
                  </a:lnTo>
                  <a:lnTo>
                    <a:pt x="1187307" y="1394858"/>
                  </a:lnTo>
                  <a:lnTo>
                    <a:pt x="1187304" y="1394852"/>
                  </a:lnTo>
                  <a:lnTo>
                    <a:pt x="1187301" y="1394840"/>
                  </a:lnTo>
                  <a:lnTo>
                    <a:pt x="1187295" y="1394821"/>
                  </a:lnTo>
                  <a:lnTo>
                    <a:pt x="1187279" y="1394803"/>
                  </a:lnTo>
                  <a:lnTo>
                    <a:pt x="1187272" y="1394791"/>
                  </a:lnTo>
                  <a:lnTo>
                    <a:pt x="1187270" y="1394785"/>
                  </a:lnTo>
                  <a:lnTo>
                    <a:pt x="1187270" y="1394774"/>
                  </a:lnTo>
                  <a:lnTo>
                    <a:pt x="1187268" y="1394766"/>
                  </a:lnTo>
                  <a:lnTo>
                    <a:pt x="1187260" y="1394748"/>
                  </a:lnTo>
                  <a:lnTo>
                    <a:pt x="1187256" y="1394738"/>
                  </a:lnTo>
                  <a:lnTo>
                    <a:pt x="1187254" y="1394729"/>
                  </a:lnTo>
                  <a:lnTo>
                    <a:pt x="1187250" y="1394721"/>
                  </a:lnTo>
                  <a:lnTo>
                    <a:pt x="1187249" y="1394710"/>
                  </a:lnTo>
                  <a:lnTo>
                    <a:pt x="1187244" y="1394692"/>
                  </a:lnTo>
                  <a:lnTo>
                    <a:pt x="1187243" y="1394678"/>
                  </a:lnTo>
                  <a:lnTo>
                    <a:pt x="1187241" y="1394674"/>
                  </a:lnTo>
                  <a:lnTo>
                    <a:pt x="1187237" y="1394655"/>
                  </a:lnTo>
                  <a:lnTo>
                    <a:pt x="1187233" y="1394637"/>
                  </a:lnTo>
                  <a:lnTo>
                    <a:pt x="1187227" y="1394618"/>
                  </a:lnTo>
                  <a:lnTo>
                    <a:pt x="1187221" y="1394600"/>
                  </a:lnTo>
                  <a:lnTo>
                    <a:pt x="1187216" y="1394586"/>
                  </a:lnTo>
                  <a:lnTo>
                    <a:pt x="1187212" y="1394578"/>
                  </a:lnTo>
                  <a:lnTo>
                    <a:pt x="1187205" y="1394563"/>
                  </a:lnTo>
                  <a:lnTo>
                    <a:pt x="1187201" y="1394554"/>
                  </a:lnTo>
                  <a:lnTo>
                    <a:pt x="1187200" y="1394544"/>
                  </a:lnTo>
                  <a:lnTo>
                    <a:pt x="1187196" y="1394523"/>
                  </a:lnTo>
                  <a:lnTo>
                    <a:pt x="1187195" y="1394508"/>
                  </a:lnTo>
                  <a:lnTo>
                    <a:pt x="1187186" y="1394489"/>
                  </a:lnTo>
                  <a:lnTo>
                    <a:pt x="1187181" y="1394475"/>
                  </a:lnTo>
                  <a:lnTo>
                    <a:pt x="1187179" y="1394470"/>
                  </a:lnTo>
                  <a:lnTo>
                    <a:pt x="1187175" y="1394463"/>
                  </a:lnTo>
                  <a:lnTo>
                    <a:pt x="1187172" y="1394452"/>
                  </a:lnTo>
                  <a:lnTo>
                    <a:pt x="1187169" y="1394434"/>
                  </a:lnTo>
                  <a:lnTo>
                    <a:pt x="1187169" y="1394415"/>
                  </a:lnTo>
                  <a:lnTo>
                    <a:pt x="1187167" y="1394397"/>
                  </a:lnTo>
                  <a:lnTo>
                    <a:pt x="1187163" y="1394380"/>
                  </a:lnTo>
                  <a:lnTo>
                    <a:pt x="1187156" y="1394359"/>
                  </a:lnTo>
                  <a:lnTo>
                    <a:pt x="1187150" y="1394339"/>
                  </a:lnTo>
                  <a:lnTo>
                    <a:pt x="1187146" y="1394320"/>
                  </a:lnTo>
                  <a:lnTo>
                    <a:pt x="1187145" y="1394310"/>
                  </a:lnTo>
                  <a:lnTo>
                    <a:pt x="1187143" y="1394302"/>
                  </a:lnTo>
                  <a:lnTo>
                    <a:pt x="1187138" y="1394295"/>
                  </a:lnTo>
                  <a:lnTo>
                    <a:pt x="1187134" y="1394289"/>
                  </a:lnTo>
                  <a:lnTo>
                    <a:pt x="1187130" y="1394284"/>
                  </a:lnTo>
                  <a:lnTo>
                    <a:pt x="1187129" y="1394258"/>
                  </a:lnTo>
                  <a:lnTo>
                    <a:pt x="1187129" y="1394249"/>
                  </a:lnTo>
                  <a:lnTo>
                    <a:pt x="1187127" y="1394239"/>
                  </a:lnTo>
                  <a:lnTo>
                    <a:pt x="1187124" y="1394231"/>
                  </a:lnTo>
                  <a:lnTo>
                    <a:pt x="1187121" y="1394209"/>
                  </a:lnTo>
                  <a:lnTo>
                    <a:pt x="1187119" y="1394198"/>
                  </a:lnTo>
                  <a:lnTo>
                    <a:pt x="1187113" y="1394188"/>
                  </a:lnTo>
                  <a:lnTo>
                    <a:pt x="1187106" y="1394181"/>
                  </a:lnTo>
                  <a:lnTo>
                    <a:pt x="1187099" y="1394173"/>
                  </a:lnTo>
                  <a:lnTo>
                    <a:pt x="1187096" y="1394169"/>
                  </a:lnTo>
                  <a:lnTo>
                    <a:pt x="1187089" y="1394154"/>
                  </a:lnTo>
                  <a:lnTo>
                    <a:pt x="1187079" y="1394137"/>
                  </a:lnTo>
                  <a:lnTo>
                    <a:pt x="1187077" y="1394131"/>
                  </a:lnTo>
                  <a:lnTo>
                    <a:pt x="1187070" y="1394123"/>
                  </a:lnTo>
                  <a:lnTo>
                    <a:pt x="1187068" y="1394118"/>
                  </a:lnTo>
                  <a:lnTo>
                    <a:pt x="1187065" y="1394112"/>
                  </a:lnTo>
                  <a:lnTo>
                    <a:pt x="1187062" y="1394102"/>
                  </a:lnTo>
                  <a:lnTo>
                    <a:pt x="1187051" y="1394088"/>
                  </a:lnTo>
                  <a:lnTo>
                    <a:pt x="1187046" y="1394081"/>
                  </a:lnTo>
                  <a:lnTo>
                    <a:pt x="1187040" y="1394069"/>
                  </a:lnTo>
                  <a:lnTo>
                    <a:pt x="1187035" y="1394054"/>
                  </a:lnTo>
                  <a:lnTo>
                    <a:pt x="1187031" y="1394044"/>
                  </a:lnTo>
                  <a:lnTo>
                    <a:pt x="1187028" y="1394033"/>
                  </a:lnTo>
                  <a:lnTo>
                    <a:pt x="1187024" y="1394022"/>
                  </a:lnTo>
                  <a:lnTo>
                    <a:pt x="1187018" y="1394009"/>
                  </a:lnTo>
                  <a:lnTo>
                    <a:pt x="1187009" y="1393990"/>
                  </a:lnTo>
                  <a:lnTo>
                    <a:pt x="1186999" y="1393972"/>
                  </a:lnTo>
                  <a:lnTo>
                    <a:pt x="1186994" y="1393966"/>
                  </a:lnTo>
                  <a:lnTo>
                    <a:pt x="1186990" y="1393954"/>
                  </a:lnTo>
                  <a:lnTo>
                    <a:pt x="1186986" y="1393935"/>
                  </a:lnTo>
                  <a:lnTo>
                    <a:pt x="1186982" y="1393924"/>
                  </a:lnTo>
                  <a:lnTo>
                    <a:pt x="1186982" y="1393917"/>
                  </a:lnTo>
                  <a:lnTo>
                    <a:pt x="1186979" y="1393892"/>
                  </a:lnTo>
                  <a:lnTo>
                    <a:pt x="1186976" y="1393880"/>
                  </a:lnTo>
                  <a:lnTo>
                    <a:pt x="1186970" y="1393851"/>
                  </a:lnTo>
                  <a:lnTo>
                    <a:pt x="1186967" y="1393840"/>
                  </a:lnTo>
                  <a:lnTo>
                    <a:pt x="1186963" y="1393827"/>
                  </a:lnTo>
                  <a:lnTo>
                    <a:pt x="1186960" y="1393811"/>
                  </a:lnTo>
                  <a:lnTo>
                    <a:pt x="1186958" y="1393791"/>
                  </a:lnTo>
                  <a:lnTo>
                    <a:pt x="1186957" y="1393774"/>
                  </a:lnTo>
                  <a:lnTo>
                    <a:pt x="1186957" y="1393750"/>
                  </a:lnTo>
                  <a:lnTo>
                    <a:pt x="1186959" y="1393732"/>
                  </a:lnTo>
                  <a:lnTo>
                    <a:pt x="1186957" y="1393713"/>
                  </a:lnTo>
                  <a:lnTo>
                    <a:pt x="1186956" y="1393701"/>
                  </a:lnTo>
                  <a:lnTo>
                    <a:pt x="1186951" y="1393695"/>
                  </a:lnTo>
                  <a:lnTo>
                    <a:pt x="1186935" y="1393679"/>
                  </a:lnTo>
                  <a:lnTo>
                    <a:pt x="1186928" y="1393669"/>
                  </a:lnTo>
                  <a:lnTo>
                    <a:pt x="1186924" y="1393660"/>
                  </a:lnTo>
                  <a:lnTo>
                    <a:pt x="1186917" y="1393642"/>
                  </a:lnTo>
                  <a:lnTo>
                    <a:pt x="1186912" y="1393633"/>
                  </a:lnTo>
                  <a:lnTo>
                    <a:pt x="1186911" y="1393625"/>
                  </a:lnTo>
                  <a:lnTo>
                    <a:pt x="1186909" y="1393604"/>
                  </a:lnTo>
                  <a:lnTo>
                    <a:pt x="1186906" y="1393589"/>
                  </a:lnTo>
                  <a:lnTo>
                    <a:pt x="1186902" y="1393573"/>
                  </a:lnTo>
                  <a:lnTo>
                    <a:pt x="1186897" y="1393550"/>
                  </a:lnTo>
                  <a:lnTo>
                    <a:pt x="1186891" y="1393531"/>
                  </a:lnTo>
                  <a:lnTo>
                    <a:pt x="1186887" y="1393512"/>
                  </a:lnTo>
                  <a:lnTo>
                    <a:pt x="1186884" y="1393504"/>
                  </a:lnTo>
                  <a:lnTo>
                    <a:pt x="1186884" y="1393494"/>
                  </a:lnTo>
                  <a:lnTo>
                    <a:pt x="1186883" y="1393476"/>
                  </a:lnTo>
                  <a:lnTo>
                    <a:pt x="1186879" y="1393467"/>
                  </a:lnTo>
                  <a:lnTo>
                    <a:pt x="1186878" y="1393457"/>
                  </a:lnTo>
                  <a:lnTo>
                    <a:pt x="1186873" y="1393439"/>
                  </a:lnTo>
                  <a:lnTo>
                    <a:pt x="1186870" y="1393420"/>
                  </a:lnTo>
                  <a:lnTo>
                    <a:pt x="1186866" y="1393402"/>
                  </a:lnTo>
                  <a:lnTo>
                    <a:pt x="1186859" y="1393384"/>
                  </a:lnTo>
                  <a:lnTo>
                    <a:pt x="1186852" y="1393365"/>
                  </a:lnTo>
                  <a:lnTo>
                    <a:pt x="1186847" y="1393352"/>
                  </a:lnTo>
                  <a:lnTo>
                    <a:pt x="1186844" y="1393346"/>
                  </a:lnTo>
                  <a:lnTo>
                    <a:pt x="1186816" y="1393300"/>
                  </a:lnTo>
                  <a:lnTo>
                    <a:pt x="1186811" y="1393291"/>
                  </a:lnTo>
                  <a:lnTo>
                    <a:pt x="1186798" y="1393274"/>
                  </a:lnTo>
                  <a:lnTo>
                    <a:pt x="1186782" y="1393257"/>
                  </a:lnTo>
                  <a:lnTo>
                    <a:pt x="1186766" y="1393238"/>
                  </a:lnTo>
                  <a:lnTo>
                    <a:pt x="1186752" y="1393222"/>
                  </a:lnTo>
                  <a:lnTo>
                    <a:pt x="1186736" y="1393204"/>
                  </a:lnTo>
                  <a:lnTo>
                    <a:pt x="1186722" y="1393186"/>
                  </a:lnTo>
                  <a:lnTo>
                    <a:pt x="1186715" y="1393174"/>
                  </a:lnTo>
                  <a:lnTo>
                    <a:pt x="1186702" y="1393148"/>
                  </a:lnTo>
                  <a:lnTo>
                    <a:pt x="1186687" y="1393130"/>
                  </a:lnTo>
                  <a:lnTo>
                    <a:pt x="1186671" y="1393113"/>
                  </a:lnTo>
                  <a:lnTo>
                    <a:pt x="1186653" y="1393096"/>
                  </a:lnTo>
                  <a:lnTo>
                    <a:pt x="1186637" y="1393080"/>
                  </a:lnTo>
                  <a:lnTo>
                    <a:pt x="1186622" y="1393065"/>
                  </a:lnTo>
                  <a:lnTo>
                    <a:pt x="1186615" y="1393059"/>
                  </a:lnTo>
                  <a:lnTo>
                    <a:pt x="1186583" y="1393041"/>
                  </a:lnTo>
                  <a:lnTo>
                    <a:pt x="1186564" y="1393024"/>
                  </a:lnTo>
                  <a:lnTo>
                    <a:pt x="1186546" y="1393010"/>
                  </a:lnTo>
                  <a:lnTo>
                    <a:pt x="1186531" y="1393000"/>
                  </a:lnTo>
                  <a:lnTo>
                    <a:pt x="1186510" y="1392986"/>
                  </a:lnTo>
                  <a:lnTo>
                    <a:pt x="1186491" y="1392978"/>
                  </a:lnTo>
                  <a:lnTo>
                    <a:pt x="1186473" y="1392968"/>
                  </a:lnTo>
                  <a:lnTo>
                    <a:pt x="1186455" y="1392961"/>
                  </a:lnTo>
                  <a:lnTo>
                    <a:pt x="1186436" y="1392955"/>
                  </a:lnTo>
                  <a:lnTo>
                    <a:pt x="1186430" y="1392952"/>
                  </a:lnTo>
                  <a:lnTo>
                    <a:pt x="1186423" y="1392952"/>
                  </a:lnTo>
                  <a:lnTo>
                    <a:pt x="1186413" y="1392954"/>
                  </a:lnTo>
                  <a:lnTo>
                    <a:pt x="1186400" y="1392956"/>
                  </a:lnTo>
                  <a:lnTo>
                    <a:pt x="1186381" y="1392962"/>
                  </a:lnTo>
                  <a:lnTo>
                    <a:pt x="1186363" y="1392967"/>
                  </a:lnTo>
                  <a:lnTo>
                    <a:pt x="1186345" y="1392970"/>
                  </a:lnTo>
                  <a:lnTo>
                    <a:pt x="1186323" y="1392972"/>
                  </a:lnTo>
                  <a:lnTo>
                    <a:pt x="1186313" y="1392974"/>
                  </a:lnTo>
                  <a:lnTo>
                    <a:pt x="1186292" y="1392979"/>
                  </a:lnTo>
                  <a:lnTo>
                    <a:pt x="1186272" y="1392987"/>
                  </a:lnTo>
                  <a:lnTo>
                    <a:pt x="1186264" y="1392991"/>
                  </a:lnTo>
                  <a:lnTo>
                    <a:pt x="1186253" y="1392999"/>
                  </a:lnTo>
                  <a:lnTo>
                    <a:pt x="1186235" y="1393013"/>
                  </a:lnTo>
                  <a:lnTo>
                    <a:pt x="1186226" y="1393022"/>
                  </a:lnTo>
                  <a:lnTo>
                    <a:pt x="1186220" y="1393031"/>
                  </a:lnTo>
                  <a:lnTo>
                    <a:pt x="1186210" y="1393042"/>
                  </a:lnTo>
                  <a:lnTo>
                    <a:pt x="1186206" y="1393049"/>
                  </a:lnTo>
                  <a:lnTo>
                    <a:pt x="1186196" y="1393068"/>
                  </a:lnTo>
                  <a:lnTo>
                    <a:pt x="1186188" y="1393086"/>
                  </a:lnTo>
                  <a:lnTo>
                    <a:pt x="1186180" y="1393105"/>
                  </a:lnTo>
                  <a:lnTo>
                    <a:pt x="1186172" y="1393123"/>
                  </a:lnTo>
                  <a:lnTo>
                    <a:pt x="1186167" y="1393142"/>
                  </a:lnTo>
                  <a:lnTo>
                    <a:pt x="1186162" y="1393161"/>
                  </a:lnTo>
                  <a:lnTo>
                    <a:pt x="1186163" y="1393172"/>
                  </a:lnTo>
                  <a:lnTo>
                    <a:pt x="1186165" y="1393182"/>
                  </a:lnTo>
                  <a:lnTo>
                    <a:pt x="1186164" y="1393197"/>
                  </a:lnTo>
                  <a:lnTo>
                    <a:pt x="1186165" y="1393216"/>
                  </a:lnTo>
                  <a:lnTo>
                    <a:pt x="1186168" y="1393234"/>
                  </a:lnTo>
                  <a:lnTo>
                    <a:pt x="1186169" y="1393253"/>
                  </a:lnTo>
                  <a:lnTo>
                    <a:pt x="1186170" y="1393264"/>
                  </a:lnTo>
                  <a:lnTo>
                    <a:pt x="1186170" y="1393271"/>
                  </a:lnTo>
                  <a:lnTo>
                    <a:pt x="1186170" y="1393289"/>
                  </a:lnTo>
                  <a:lnTo>
                    <a:pt x="1186168" y="1393303"/>
                  </a:lnTo>
                  <a:lnTo>
                    <a:pt x="1186166" y="1393308"/>
                  </a:lnTo>
                  <a:lnTo>
                    <a:pt x="1186162" y="1393316"/>
                  </a:lnTo>
                  <a:lnTo>
                    <a:pt x="1186156" y="1393322"/>
                  </a:lnTo>
                  <a:lnTo>
                    <a:pt x="1186151" y="1393324"/>
                  </a:lnTo>
                  <a:lnTo>
                    <a:pt x="1186133" y="1393337"/>
                  </a:lnTo>
                  <a:lnTo>
                    <a:pt x="1186115" y="1393349"/>
                  </a:lnTo>
                  <a:lnTo>
                    <a:pt x="1186096" y="1393361"/>
                  </a:lnTo>
                  <a:lnTo>
                    <a:pt x="1186078" y="1393376"/>
                  </a:lnTo>
                  <a:lnTo>
                    <a:pt x="1186060" y="1393390"/>
                  </a:lnTo>
                  <a:lnTo>
                    <a:pt x="1186042" y="1393403"/>
                  </a:lnTo>
                  <a:lnTo>
                    <a:pt x="1186033" y="1393408"/>
                  </a:lnTo>
                  <a:lnTo>
                    <a:pt x="1186026" y="1393410"/>
                  </a:lnTo>
                  <a:lnTo>
                    <a:pt x="1186019" y="1393408"/>
                  </a:lnTo>
                  <a:lnTo>
                    <a:pt x="1186005" y="1393404"/>
                  </a:lnTo>
                  <a:lnTo>
                    <a:pt x="1185987" y="1393399"/>
                  </a:lnTo>
                  <a:lnTo>
                    <a:pt x="1185973" y="1393395"/>
                  </a:lnTo>
                  <a:lnTo>
                    <a:pt x="1185966" y="1393396"/>
                  </a:lnTo>
                  <a:lnTo>
                    <a:pt x="1185960" y="1393399"/>
                  </a:lnTo>
                  <a:lnTo>
                    <a:pt x="1185953" y="1393402"/>
                  </a:lnTo>
                  <a:lnTo>
                    <a:pt x="1185947" y="1393406"/>
                  </a:lnTo>
                  <a:lnTo>
                    <a:pt x="1185943" y="1393408"/>
                  </a:lnTo>
                  <a:lnTo>
                    <a:pt x="1185929" y="1393415"/>
                  </a:lnTo>
                  <a:lnTo>
                    <a:pt x="1185914" y="1393426"/>
                  </a:lnTo>
                  <a:lnTo>
                    <a:pt x="1185903" y="1393432"/>
                  </a:lnTo>
                  <a:lnTo>
                    <a:pt x="1185896" y="1393436"/>
                  </a:lnTo>
                  <a:lnTo>
                    <a:pt x="1185890" y="1393437"/>
                  </a:lnTo>
                  <a:lnTo>
                    <a:pt x="1185884" y="1393437"/>
                  </a:lnTo>
                  <a:lnTo>
                    <a:pt x="1185877" y="1393439"/>
                  </a:lnTo>
                  <a:lnTo>
                    <a:pt x="1185859" y="1393441"/>
                  </a:lnTo>
                  <a:lnTo>
                    <a:pt x="1185841" y="1393443"/>
                  </a:lnTo>
                  <a:lnTo>
                    <a:pt x="1185823" y="1393444"/>
                  </a:lnTo>
                  <a:lnTo>
                    <a:pt x="1185816" y="1393445"/>
                  </a:lnTo>
                  <a:lnTo>
                    <a:pt x="1185812" y="1393447"/>
                  </a:lnTo>
                  <a:lnTo>
                    <a:pt x="1185805" y="1393451"/>
                  </a:lnTo>
                  <a:lnTo>
                    <a:pt x="1185790" y="1393458"/>
                  </a:lnTo>
                  <a:lnTo>
                    <a:pt x="1185775" y="1393461"/>
                  </a:lnTo>
                  <a:lnTo>
                    <a:pt x="1185746" y="1393473"/>
                  </a:lnTo>
                  <a:lnTo>
                    <a:pt x="1185729" y="1393480"/>
                  </a:lnTo>
                  <a:lnTo>
                    <a:pt x="1185709" y="1393488"/>
                  </a:lnTo>
                  <a:lnTo>
                    <a:pt x="1185691" y="1393495"/>
                  </a:lnTo>
                  <a:lnTo>
                    <a:pt x="1185675" y="1393503"/>
                  </a:lnTo>
                  <a:lnTo>
                    <a:pt x="1185660" y="1393510"/>
                  </a:lnTo>
                  <a:lnTo>
                    <a:pt x="1185639" y="1393519"/>
                  </a:lnTo>
                  <a:lnTo>
                    <a:pt x="1185621" y="1393527"/>
                  </a:lnTo>
                  <a:lnTo>
                    <a:pt x="1185604" y="1393532"/>
                  </a:lnTo>
                  <a:lnTo>
                    <a:pt x="1185598" y="1393536"/>
                  </a:lnTo>
                  <a:lnTo>
                    <a:pt x="1185594" y="1393540"/>
                  </a:lnTo>
                  <a:lnTo>
                    <a:pt x="1185594" y="1393548"/>
                  </a:lnTo>
                  <a:lnTo>
                    <a:pt x="1185593" y="1393566"/>
                  </a:lnTo>
                  <a:lnTo>
                    <a:pt x="1185591" y="1393585"/>
                  </a:lnTo>
                  <a:lnTo>
                    <a:pt x="1185591" y="1393595"/>
                  </a:lnTo>
                  <a:lnTo>
                    <a:pt x="1185587" y="1393604"/>
                  </a:lnTo>
                  <a:lnTo>
                    <a:pt x="1185582" y="1393622"/>
                  </a:lnTo>
                  <a:lnTo>
                    <a:pt x="1185577" y="1393640"/>
                  </a:lnTo>
                  <a:lnTo>
                    <a:pt x="1185575" y="1393659"/>
                  </a:lnTo>
                  <a:lnTo>
                    <a:pt x="1185573" y="1393677"/>
                  </a:lnTo>
                  <a:lnTo>
                    <a:pt x="1185570" y="1393696"/>
                  </a:lnTo>
                  <a:lnTo>
                    <a:pt x="1185567" y="1393714"/>
                  </a:lnTo>
                  <a:lnTo>
                    <a:pt x="1185564" y="1393733"/>
                  </a:lnTo>
                  <a:lnTo>
                    <a:pt x="1185558" y="1393748"/>
                  </a:lnTo>
                  <a:lnTo>
                    <a:pt x="1185554" y="1393753"/>
                  </a:lnTo>
                  <a:lnTo>
                    <a:pt x="1185541" y="1393769"/>
                  </a:lnTo>
                  <a:lnTo>
                    <a:pt x="1185535" y="1393780"/>
                  </a:lnTo>
                  <a:lnTo>
                    <a:pt x="1185534" y="1393787"/>
                  </a:lnTo>
                  <a:lnTo>
                    <a:pt x="1185535" y="1393806"/>
                  </a:lnTo>
                  <a:lnTo>
                    <a:pt x="1185536" y="1393824"/>
                  </a:lnTo>
                  <a:lnTo>
                    <a:pt x="1185536" y="1393833"/>
                  </a:lnTo>
                  <a:lnTo>
                    <a:pt x="1185536" y="1393842"/>
                  </a:lnTo>
                  <a:lnTo>
                    <a:pt x="1185536" y="1393861"/>
                  </a:lnTo>
                  <a:lnTo>
                    <a:pt x="1185536" y="1393880"/>
                  </a:lnTo>
                  <a:lnTo>
                    <a:pt x="1185537" y="1393898"/>
                  </a:lnTo>
                  <a:lnTo>
                    <a:pt x="1185534" y="1393917"/>
                  </a:lnTo>
                  <a:lnTo>
                    <a:pt x="1185534" y="1393935"/>
                  </a:lnTo>
                  <a:lnTo>
                    <a:pt x="1185540" y="1393954"/>
                  </a:lnTo>
                  <a:lnTo>
                    <a:pt x="1185542" y="1393964"/>
                  </a:lnTo>
                  <a:lnTo>
                    <a:pt x="1185547" y="1393972"/>
                  </a:lnTo>
                  <a:lnTo>
                    <a:pt x="1185553" y="1393990"/>
                  </a:lnTo>
                  <a:lnTo>
                    <a:pt x="1185560" y="1394009"/>
                  </a:lnTo>
                  <a:lnTo>
                    <a:pt x="1185566" y="1394025"/>
                  </a:lnTo>
                  <a:lnTo>
                    <a:pt x="1185566" y="1394034"/>
                  </a:lnTo>
                  <a:lnTo>
                    <a:pt x="1185565" y="1394046"/>
                  </a:lnTo>
                  <a:lnTo>
                    <a:pt x="1185565" y="1394065"/>
                  </a:lnTo>
                  <a:lnTo>
                    <a:pt x="1185562" y="1394083"/>
                  </a:lnTo>
                  <a:lnTo>
                    <a:pt x="1185558" y="1394101"/>
                  </a:lnTo>
                  <a:lnTo>
                    <a:pt x="1185558" y="1394120"/>
                  </a:lnTo>
                  <a:lnTo>
                    <a:pt x="1185557" y="1394138"/>
                  </a:lnTo>
                  <a:lnTo>
                    <a:pt x="1185556" y="1394157"/>
                  </a:lnTo>
                  <a:lnTo>
                    <a:pt x="1185555" y="1394176"/>
                  </a:lnTo>
                  <a:lnTo>
                    <a:pt x="1185553" y="1394194"/>
                  </a:lnTo>
                  <a:lnTo>
                    <a:pt x="1185553" y="1394213"/>
                  </a:lnTo>
                  <a:lnTo>
                    <a:pt x="1185551" y="1394231"/>
                  </a:lnTo>
                  <a:lnTo>
                    <a:pt x="1185549" y="1394249"/>
                  </a:lnTo>
                  <a:lnTo>
                    <a:pt x="1185547" y="1394268"/>
                  </a:lnTo>
                  <a:lnTo>
                    <a:pt x="1185544" y="1394286"/>
                  </a:lnTo>
                  <a:lnTo>
                    <a:pt x="1185539" y="1394302"/>
                  </a:lnTo>
                  <a:lnTo>
                    <a:pt x="1185533" y="1394323"/>
                  </a:lnTo>
                  <a:lnTo>
                    <a:pt x="1185524" y="1394331"/>
                  </a:lnTo>
                  <a:lnTo>
                    <a:pt x="1185517" y="1394332"/>
                  </a:lnTo>
                  <a:lnTo>
                    <a:pt x="1185490" y="1394335"/>
                  </a:lnTo>
                  <a:lnTo>
                    <a:pt x="1185479" y="1394337"/>
                  </a:lnTo>
                  <a:lnTo>
                    <a:pt x="1185457" y="1394339"/>
                  </a:lnTo>
                  <a:lnTo>
                    <a:pt x="1185428" y="1394339"/>
                  </a:lnTo>
                  <a:lnTo>
                    <a:pt x="1185380" y="1394343"/>
                  </a:lnTo>
                  <a:lnTo>
                    <a:pt x="1185338" y="1394348"/>
                  </a:lnTo>
                  <a:lnTo>
                    <a:pt x="1185327" y="1394350"/>
                  </a:lnTo>
                  <a:lnTo>
                    <a:pt x="1185308" y="1394356"/>
                  </a:lnTo>
                  <a:lnTo>
                    <a:pt x="1185297" y="1394360"/>
                  </a:lnTo>
                  <a:lnTo>
                    <a:pt x="1185287" y="1394364"/>
                  </a:lnTo>
                  <a:lnTo>
                    <a:pt x="1185270" y="1394373"/>
                  </a:lnTo>
                  <a:lnTo>
                    <a:pt x="1185252" y="1394382"/>
                  </a:lnTo>
                  <a:lnTo>
                    <a:pt x="1185229" y="1394389"/>
                  </a:lnTo>
                  <a:lnTo>
                    <a:pt x="1185213" y="1394395"/>
                  </a:lnTo>
                  <a:lnTo>
                    <a:pt x="1185204" y="1394398"/>
                  </a:lnTo>
                  <a:lnTo>
                    <a:pt x="1185180" y="1394406"/>
                  </a:lnTo>
                  <a:lnTo>
                    <a:pt x="1185159" y="1394410"/>
                  </a:lnTo>
                  <a:lnTo>
                    <a:pt x="1185144" y="1394411"/>
                  </a:lnTo>
                  <a:lnTo>
                    <a:pt x="1185127" y="1394413"/>
                  </a:lnTo>
                  <a:lnTo>
                    <a:pt x="1185117" y="1394411"/>
                  </a:lnTo>
                  <a:lnTo>
                    <a:pt x="1185107" y="1394408"/>
                  </a:lnTo>
                  <a:lnTo>
                    <a:pt x="1185099" y="1394404"/>
                  </a:lnTo>
                  <a:lnTo>
                    <a:pt x="1185095" y="1394400"/>
                  </a:lnTo>
                  <a:lnTo>
                    <a:pt x="1185089" y="1394394"/>
                  </a:lnTo>
                  <a:lnTo>
                    <a:pt x="1185074" y="1394375"/>
                  </a:lnTo>
                  <a:lnTo>
                    <a:pt x="1185061" y="1394357"/>
                  </a:lnTo>
                  <a:lnTo>
                    <a:pt x="1185045" y="1394340"/>
                  </a:lnTo>
                  <a:lnTo>
                    <a:pt x="1185028" y="1394324"/>
                  </a:lnTo>
                  <a:lnTo>
                    <a:pt x="1185019" y="1394316"/>
                  </a:lnTo>
                  <a:lnTo>
                    <a:pt x="1185009" y="1394312"/>
                  </a:lnTo>
                  <a:lnTo>
                    <a:pt x="1184984" y="1394293"/>
                  </a:lnTo>
                  <a:lnTo>
                    <a:pt x="1184973" y="1394285"/>
                  </a:lnTo>
                  <a:lnTo>
                    <a:pt x="1184960" y="1394275"/>
                  </a:lnTo>
                  <a:lnTo>
                    <a:pt x="1184937" y="1394258"/>
                  </a:lnTo>
                  <a:lnTo>
                    <a:pt x="1184920" y="1394245"/>
                  </a:lnTo>
                  <a:lnTo>
                    <a:pt x="1184904" y="1394230"/>
                  </a:lnTo>
                  <a:lnTo>
                    <a:pt x="1184880" y="1394205"/>
                  </a:lnTo>
                  <a:lnTo>
                    <a:pt x="1184870" y="1394195"/>
                  </a:lnTo>
                  <a:lnTo>
                    <a:pt x="1184855" y="1394177"/>
                  </a:lnTo>
                  <a:lnTo>
                    <a:pt x="1184840" y="1394157"/>
                  </a:lnTo>
                  <a:lnTo>
                    <a:pt x="1184828" y="1394140"/>
                  </a:lnTo>
                  <a:lnTo>
                    <a:pt x="1184818" y="1394127"/>
                  </a:lnTo>
                  <a:lnTo>
                    <a:pt x="1184796" y="1394104"/>
                  </a:lnTo>
                  <a:lnTo>
                    <a:pt x="1184785" y="1394090"/>
                  </a:lnTo>
                  <a:lnTo>
                    <a:pt x="1184767" y="1394077"/>
                  </a:lnTo>
                  <a:lnTo>
                    <a:pt x="1184757" y="1394072"/>
                  </a:lnTo>
                  <a:lnTo>
                    <a:pt x="1184747" y="1394067"/>
                  </a:lnTo>
                  <a:lnTo>
                    <a:pt x="1184740" y="1394069"/>
                  </a:lnTo>
                  <a:lnTo>
                    <a:pt x="1184722" y="1394071"/>
                  </a:lnTo>
                  <a:lnTo>
                    <a:pt x="1184704" y="1394078"/>
                  </a:lnTo>
                  <a:lnTo>
                    <a:pt x="1184686" y="1394085"/>
                  </a:lnTo>
                  <a:lnTo>
                    <a:pt x="1184676" y="1394086"/>
                  </a:lnTo>
                  <a:lnTo>
                    <a:pt x="1184661" y="1394089"/>
                  </a:lnTo>
                  <a:lnTo>
                    <a:pt x="1184648" y="1394090"/>
                  </a:lnTo>
                  <a:lnTo>
                    <a:pt x="1184631" y="1394095"/>
                  </a:lnTo>
                  <a:lnTo>
                    <a:pt x="1184613" y="1394096"/>
                  </a:lnTo>
                  <a:lnTo>
                    <a:pt x="1184594" y="1394100"/>
                  </a:lnTo>
                  <a:lnTo>
                    <a:pt x="1184584" y="1394100"/>
                  </a:lnTo>
                  <a:lnTo>
                    <a:pt x="1184576" y="1394103"/>
                  </a:lnTo>
                  <a:lnTo>
                    <a:pt x="1184558" y="1394105"/>
                  </a:lnTo>
                  <a:lnTo>
                    <a:pt x="1184539" y="1394109"/>
                  </a:lnTo>
                  <a:lnTo>
                    <a:pt x="1184521" y="1394113"/>
                  </a:lnTo>
                  <a:lnTo>
                    <a:pt x="1184507" y="1394113"/>
                  </a:lnTo>
                  <a:lnTo>
                    <a:pt x="1184491" y="1394116"/>
                  </a:lnTo>
                  <a:lnTo>
                    <a:pt x="1184466" y="1394120"/>
                  </a:lnTo>
                  <a:lnTo>
                    <a:pt x="1184417" y="1394126"/>
                  </a:lnTo>
                  <a:lnTo>
                    <a:pt x="1184362" y="1394119"/>
                  </a:lnTo>
                  <a:lnTo>
                    <a:pt x="1184317" y="1394111"/>
                  </a:lnTo>
                  <a:lnTo>
                    <a:pt x="1184297" y="1394102"/>
                  </a:lnTo>
                  <a:lnTo>
                    <a:pt x="1184276" y="1394095"/>
                  </a:lnTo>
                  <a:lnTo>
                    <a:pt x="1184267" y="1394093"/>
                  </a:lnTo>
                  <a:lnTo>
                    <a:pt x="1184262" y="1394091"/>
                  </a:lnTo>
                  <a:lnTo>
                    <a:pt x="1184253" y="1394088"/>
                  </a:lnTo>
                  <a:lnTo>
                    <a:pt x="1184243" y="1394083"/>
                  </a:lnTo>
                  <a:lnTo>
                    <a:pt x="1184223" y="1394076"/>
                  </a:lnTo>
                  <a:lnTo>
                    <a:pt x="1184205" y="1394066"/>
                  </a:lnTo>
                  <a:lnTo>
                    <a:pt x="1184187" y="1394056"/>
                  </a:lnTo>
                  <a:lnTo>
                    <a:pt x="1184182" y="1394048"/>
                  </a:lnTo>
                  <a:lnTo>
                    <a:pt x="1184189" y="1394029"/>
                  </a:lnTo>
                  <a:lnTo>
                    <a:pt x="1184190" y="1394009"/>
                  </a:lnTo>
                  <a:lnTo>
                    <a:pt x="1184188" y="1393990"/>
                  </a:lnTo>
                  <a:lnTo>
                    <a:pt x="1184190" y="1393973"/>
                  </a:lnTo>
                  <a:lnTo>
                    <a:pt x="1184191" y="1393955"/>
                  </a:lnTo>
                  <a:lnTo>
                    <a:pt x="1184191" y="1393936"/>
                  </a:lnTo>
                  <a:lnTo>
                    <a:pt x="1184182" y="1393918"/>
                  </a:lnTo>
                  <a:lnTo>
                    <a:pt x="1184172" y="1393900"/>
                  </a:lnTo>
                  <a:lnTo>
                    <a:pt x="1184162" y="1393881"/>
                  </a:lnTo>
                  <a:lnTo>
                    <a:pt x="1184157" y="1393863"/>
                  </a:lnTo>
                  <a:lnTo>
                    <a:pt x="1184153" y="1393844"/>
                  </a:lnTo>
                  <a:lnTo>
                    <a:pt x="1184152" y="1393826"/>
                  </a:lnTo>
                  <a:lnTo>
                    <a:pt x="1184148" y="1393807"/>
                  </a:lnTo>
                  <a:lnTo>
                    <a:pt x="1184148" y="1393796"/>
                  </a:lnTo>
                  <a:lnTo>
                    <a:pt x="1184146" y="1393789"/>
                  </a:lnTo>
                  <a:lnTo>
                    <a:pt x="1184141" y="1393770"/>
                  </a:lnTo>
                  <a:lnTo>
                    <a:pt x="1184132" y="1393752"/>
                  </a:lnTo>
                  <a:lnTo>
                    <a:pt x="1184122" y="1393734"/>
                  </a:lnTo>
                  <a:lnTo>
                    <a:pt x="1184117" y="1393726"/>
                  </a:lnTo>
                  <a:lnTo>
                    <a:pt x="1184114" y="1393715"/>
                  </a:lnTo>
                  <a:lnTo>
                    <a:pt x="1184099" y="1393679"/>
                  </a:lnTo>
                  <a:lnTo>
                    <a:pt x="1184088" y="1393674"/>
                  </a:lnTo>
                  <a:lnTo>
                    <a:pt x="1184067" y="1393676"/>
                  </a:lnTo>
                  <a:lnTo>
                    <a:pt x="1184049" y="1393675"/>
                  </a:lnTo>
                  <a:lnTo>
                    <a:pt x="1184031" y="1393675"/>
                  </a:lnTo>
                  <a:lnTo>
                    <a:pt x="1184012" y="1393676"/>
                  </a:lnTo>
                  <a:lnTo>
                    <a:pt x="1183994" y="1393676"/>
                  </a:lnTo>
                  <a:lnTo>
                    <a:pt x="1183976" y="1393677"/>
                  </a:lnTo>
                  <a:lnTo>
                    <a:pt x="1183958" y="1393680"/>
                  </a:lnTo>
                  <a:lnTo>
                    <a:pt x="1183939" y="1393681"/>
                  </a:lnTo>
                  <a:lnTo>
                    <a:pt x="1183900" y="1393679"/>
                  </a:lnTo>
                  <a:lnTo>
                    <a:pt x="1183832" y="1393681"/>
                  </a:lnTo>
                  <a:lnTo>
                    <a:pt x="1183821" y="1393681"/>
                  </a:lnTo>
                  <a:lnTo>
                    <a:pt x="1183815" y="1393681"/>
                  </a:lnTo>
                  <a:lnTo>
                    <a:pt x="1183805" y="1393681"/>
                  </a:lnTo>
                  <a:lnTo>
                    <a:pt x="1183797" y="1393682"/>
                  </a:lnTo>
                  <a:lnTo>
                    <a:pt x="1183779" y="1393681"/>
                  </a:lnTo>
                  <a:lnTo>
                    <a:pt x="1183768" y="1393680"/>
                  </a:lnTo>
                  <a:lnTo>
                    <a:pt x="1183759" y="1393680"/>
                  </a:lnTo>
                  <a:lnTo>
                    <a:pt x="1183746" y="1393679"/>
                  </a:lnTo>
                  <a:lnTo>
                    <a:pt x="1183724" y="1393676"/>
                  </a:lnTo>
                  <a:lnTo>
                    <a:pt x="1183706" y="1393671"/>
                  </a:lnTo>
                  <a:lnTo>
                    <a:pt x="1183688" y="1393664"/>
                  </a:lnTo>
                  <a:lnTo>
                    <a:pt x="1183670" y="1393658"/>
                  </a:lnTo>
                  <a:lnTo>
                    <a:pt x="1183651" y="1393653"/>
                  </a:lnTo>
                  <a:lnTo>
                    <a:pt x="1183631" y="1393650"/>
                  </a:lnTo>
                  <a:lnTo>
                    <a:pt x="1183614" y="1393646"/>
                  </a:lnTo>
                  <a:lnTo>
                    <a:pt x="1183596" y="1393639"/>
                  </a:lnTo>
                  <a:lnTo>
                    <a:pt x="1183578" y="1393628"/>
                  </a:lnTo>
                  <a:lnTo>
                    <a:pt x="1183560" y="1393614"/>
                  </a:lnTo>
                  <a:lnTo>
                    <a:pt x="1183541" y="1393599"/>
                  </a:lnTo>
                  <a:lnTo>
                    <a:pt x="1183530" y="1393592"/>
                  </a:lnTo>
                  <a:lnTo>
                    <a:pt x="1183501" y="1393580"/>
                  </a:lnTo>
                  <a:lnTo>
                    <a:pt x="1183495" y="1393579"/>
                  </a:lnTo>
                  <a:lnTo>
                    <a:pt x="1183482" y="1393572"/>
                  </a:lnTo>
                  <a:lnTo>
                    <a:pt x="1183476" y="1393568"/>
                  </a:lnTo>
                  <a:lnTo>
                    <a:pt x="1183472" y="1393564"/>
                  </a:lnTo>
                  <a:lnTo>
                    <a:pt x="1183459" y="1393557"/>
                  </a:lnTo>
                  <a:lnTo>
                    <a:pt x="1183442" y="1393542"/>
                  </a:lnTo>
                  <a:lnTo>
                    <a:pt x="1183424" y="1393526"/>
                  </a:lnTo>
                  <a:lnTo>
                    <a:pt x="1183415" y="1393519"/>
                  </a:lnTo>
                  <a:lnTo>
                    <a:pt x="1183406" y="1393514"/>
                  </a:lnTo>
                  <a:lnTo>
                    <a:pt x="1183389" y="1393507"/>
                  </a:lnTo>
                  <a:lnTo>
                    <a:pt x="1183376" y="1393503"/>
                  </a:lnTo>
                  <a:lnTo>
                    <a:pt x="1183369" y="1393503"/>
                  </a:lnTo>
                  <a:lnTo>
                    <a:pt x="1183351" y="1393507"/>
                  </a:lnTo>
                  <a:lnTo>
                    <a:pt x="1183333" y="1393515"/>
                  </a:lnTo>
                  <a:lnTo>
                    <a:pt x="1183317" y="1393520"/>
                  </a:lnTo>
                  <a:lnTo>
                    <a:pt x="1183306" y="1393525"/>
                  </a:lnTo>
                  <a:lnTo>
                    <a:pt x="1183289" y="1393531"/>
                  </a:lnTo>
                  <a:lnTo>
                    <a:pt x="1183275" y="1393542"/>
                  </a:lnTo>
                  <a:lnTo>
                    <a:pt x="1183266" y="1393552"/>
                  </a:lnTo>
                  <a:lnTo>
                    <a:pt x="1183260" y="1393559"/>
                  </a:lnTo>
                  <a:lnTo>
                    <a:pt x="1183251" y="1393568"/>
                  </a:lnTo>
                  <a:lnTo>
                    <a:pt x="1183238" y="1393581"/>
                  </a:lnTo>
                  <a:lnTo>
                    <a:pt x="1183217" y="1393598"/>
                  </a:lnTo>
                  <a:lnTo>
                    <a:pt x="1183204" y="1393606"/>
                  </a:lnTo>
                  <a:lnTo>
                    <a:pt x="1183194" y="1393614"/>
                  </a:lnTo>
                  <a:lnTo>
                    <a:pt x="1183175" y="1393633"/>
                  </a:lnTo>
                  <a:lnTo>
                    <a:pt x="1183169" y="1393639"/>
                  </a:lnTo>
                  <a:lnTo>
                    <a:pt x="1183156" y="1393646"/>
                  </a:lnTo>
                  <a:lnTo>
                    <a:pt x="1183143" y="1393647"/>
                  </a:lnTo>
                  <a:lnTo>
                    <a:pt x="1183138" y="1393646"/>
                  </a:lnTo>
                  <a:lnTo>
                    <a:pt x="1183120" y="1393641"/>
                  </a:lnTo>
                  <a:lnTo>
                    <a:pt x="1183101" y="1393636"/>
                  </a:lnTo>
                  <a:lnTo>
                    <a:pt x="1183083" y="1393627"/>
                  </a:lnTo>
                  <a:lnTo>
                    <a:pt x="1183065" y="1393619"/>
                  </a:lnTo>
                  <a:lnTo>
                    <a:pt x="1183047" y="1393609"/>
                  </a:lnTo>
                  <a:lnTo>
                    <a:pt x="1183028" y="1393596"/>
                  </a:lnTo>
                  <a:lnTo>
                    <a:pt x="1183010" y="1393586"/>
                  </a:lnTo>
                  <a:lnTo>
                    <a:pt x="1182992" y="1393577"/>
                  </a:lnTo>
                  <a:lnTo>
                    <a:pt x="1182973" y="1393570"/>
                  </a:lnTo>
                  <a:lnTo>
                    <a:pt x="1182955" y="1393564"/>
                  </a:lnTo>
                  <a:lnTo>
                    <a:pt x="1182936" y="1393560"/>
                  </a:lnTo>
                  <a:lnTo>
                    <a:pt x="1182918" y="1393559"/>
                  </a:lnTo>
                  <a:lnTo>
                    <a:pt x="1182900" y="1393563"/>
                  </a:lnTo>
                  <a:lnTo>
                    <a:pt x="1182882" y="1393567"/>
                  </a:lnTo>
                  <a:lnTo>
                    <a:pt x="1182864" y="1393570"/>
                  </a:lnTo>
                  <a:lnTo>
                    <a:pt x="1182845" y="1393574"/>
                  </a:lnTo>
                  <a:lnTo>
                    <a:pt x="1182827" y="1393578"/>
                  </a:lnTo>
                  <a:lnTo>
                    <a:pt x="1182809" y="1393583"/>
                  </a:lnTo>
                  <a:lnTo>
                    <a:pt x="1182790" y="1393589"/>
                  </a:lnTo>
                  <a:lnTo>
                    <a:pt x="1182772" y="1393594"/>
                  </a:lnTo>
                  <a:lnTo>
                    <a:pt x="1182754" y="1393597"/>
                  </a:lnTo>
                  <a:lnTo>
                    <a:pt x="1182736" y="1393599"/>
                  </a:lnTo>
                  <a:lnTo>
                    <a:pt x="1182717" y="1393602"/>
                  </a:lnTo>
                  <a:lnTo>
                    <a:pt x="1182699" y="1393602"/>
                  </a:lnTo>
                  <a:lnTo>
                    <a:pt x="1182679" y="1393603"/>
                  </a:lnTo>
                  <a:lnTo>
                    <a:pt x="1182666" y="1393602"/>
                  </a:lnTo>
                  <a:lnTo>
                    <a:pt x="1182656" y="1393595"/>
                  </a:lnTo>
                  <a:lnTo>
                    <a:pt x="1182644" y="1393586"/>
                  </a:lnTo>
                  <a:lnTo>
                    <a:pt x="1182627" y="1393578"/>
                  </a:lnTo>
                  <a:lnTo>
                    <a:pt x="1182604" y="1393565"/>
                  </a:lnTo>
                  <a:lnTo>
                    <a:pt x="1182589" y="1393553"/>
                  </a:lnTo>
                  <a:lnTo>
                    <a:pt x="1182573" y="1393540"/>
                  </a:lnTo>
                  <a:lnTo>
                    <a:pt x="1182559" y="1393533"/>
                  </a:lnTo>
                  <a:lnTo>
                    <a:pt x="1182541" y="1393524"/>
                  </a:lnTo>
                  <a:lnTo>
                    <a:pt x="1182532" y="1393515"/>
                  </a:lnTo>
                  <a:lnTo>
                    <a:pt x="1182516" y="1393510"/>
                  </a:lnTo>
                  <a:lnTo>
                    <a:pt x="1182502" y="1393503"/>
                  </a:lnTo>
                  <a:lnTo>
                    <a:pt x="1182498" y="1393498"/>
                  </a:lnTo>
                  <a:lnTo>
                    <a:pt x="1182479" y="1393484"/>
                  </a:lnTo>
                  <a:lnTo>
                    <a:pt x="1182475" y="1393478"/>
                  </a:lnTo>
                  <a:lnTo>
                    <a:pt x="1182461" y="1393471"/>
                  </a:lnTo>
                  <a:lnTo>
                    <a:pt x="1182443" y="1393460"/>
                  </a:lnTo>
                  <a:lnTo>
                    <a:pt x="1182424" y="1393446"/>
                  </a:lnTo>
                  <a:lnTo>
                    <a:pt x="1182408" y="1393430"/>
                  </a:lnTo>
                  <a:lnTo>
                    <a:pt x="1182399" y="1393416"/>
                  </a:lnTo>
                  <a:lnTo>
                    <a:pt x="1182392" y="1393406"/>
                  </a:lnTo>
                  <a:lnTo>
                    <a:pt x="1182386" y="1393399"/>
                  </a:lnTo>
                  <a:lnTo>
                    <a:pt x="1182380" y="1393393"/>
                  </a:lnTo>
                  <a:lnTo>
                    <a:pt x="1182364" y="1393379"/>
                  </a:lnTo>
                  <a:lnTo>
                    <a:pt x="1182348" y="1393369"/>
                  </a:lnTo>
                  <a:lnTo>
                    <a:pt x="1182344" y="1393368"/>
                  </a:lnTo>
                  <a:lnTo>
                    <a:pt x="1182325" y="1393361"/>
                  </a:lnTo>
                  <a:lnTo>
                    <a:pt x="1182307" y="1393352"/>
                  </a:lnTo>
                  <a:lnTo>
                    <a:pt x="1182297" y="1393348"/>
                  </a:lnTo>
                  <a:lnTo>
                    <a:pt x="1182288" y="1393340"/>
                  </a:lnTo>
                  <a:lnTo>
                    <a:pt x="1182270" y="1393325"/>
                  </a:lnTo>
                  <a:lnTo>
                    <a:pt x="1182253" y="1393312"/>
                  </a:lnTo>
                  <a:lnTo>
                    <a:pt x="1182237" y="1393293"/>
                  </a:lnTo>
                  <a:lnTo>
                    <a:pt x="1182227" y="1393278"/>
                  </a:lnTo>
                  <a:lnTo>
                    <a:pt x="1182221" y="1393269"/>
                  </a:lnTo>
                  <a:lnTo>
                    <a:pt x="1182216" y="1393257"/>
                  </a:lnTo>
                  <a:lnTo>
                    <a:pt x="1182206" y="1393238"/>
                  </a:lnTo>
                  <a:lnTo>
                    <a:pt x="1182197" y="1393219"/>
                  </a:lnTo>
                  <a:lnTo>
                    <a:pt x="1182190" y="1393201"/>
                  </a:lnTo>
                  <a:lnTo>
                    <a:pt x="1182184" y="1393183"/>
                  </a:lnTo>
                  <a:lnTo>
                    <a:pt x="1182178" y="1393164"/>
                  </a:lnTo>
                  <a:lnTo>
                    <a:pt x="1182171" y="1393146"/>
                  </a:lnTo>
                  <a:lnTo>
                    <a:pt x="1182165" y="1393136"/>
                  </a:lnTo>
                  <a:lnTo>
                    <a:pt x="1182158" y="1393127"/>
                  </a:lnTo>
                  <a:lnTo>
                    <a:pt x="1182150" y="1393120"/>
                  </a:lnTo>
                  <a:lnTo>
                    <a:pt x="1182140" y="1393115"/>
                  </a:lnTo>
                  <a:lnTo>
                    <a:pt x="1182122" y="1393100"/>
                  </a:lnTo>
                  <a:lnTo>
                    <a:pt x="1182106" y="1393084"/>
                  </a:lnTo>
                  <a:lnTo>
                    <a:pt x="1182087" y="1393067"/>
                  </a:lnTo>
                  <a:lnTo>
                    <a:pt x="1182072" y="1393050"/>
                  </a:lnTo>
                  <a:lnTo>
                    <a:pt x="1182063" y="1393037"/>
                  </a:lnTo>
                  <a:lnTo>
                    <a:pt x="1182061" y="1393030"/>
                  </a:lnTo>
                  <a:lnTo>
                    <a:pt x="1182059" y="1393020"/>
                  </a:lnTo>
                  <a:lnTo>
                    <a:pt x="1182057" y="1393013"/>
                  </a:lnTo>
                  <a:lnTo>
                    <a:pt x="1182056" y="1392995"/>
                  </a:lnTo>
                  <a:lnTo>
                    <a:pt x="1182055" y="1392977"/>
                  </a:lnTo>
                  <a:lnTo>
                    <a:pt x="1182048" y="1392958"/>
                  </a:lnTo>
                  <a:lnTo>
                    <a:pt x="1182040" y="1392939"/>
                  </a:lnTo>
                  <a:lnTo>
                    <a:pt x="1182035" y="1392921"/>
                  </a:lnTo>
                  <a:lnTo>
                    <a:pt x="1182031" y="1392910"/>
                  </a:lnTo>
                  <a:lnTo>
                    <a:pt x="1182026" y="1392902"/>
                  </a:lnTo>
                  <a:lnTo>
                    <a:pt x="1182021" y="1392893"/>
                  </a:lnTo>
                  <a:lnTo>
                    <a:pt x="1182014" y="1392884"/>
                  </a:lnTo>
                  <a:lnTo>
                    <a:pt x="1182001" y="1392866"/>
                  </a:lnTo>
                  <a:lnTo>
                    <a:pt x="1181996" y="1392847"/>
                  </a:lnTo>
                  <a:lnTo>
                    <a:pt x="1181996" y="1392829"/>
                  </a:lnTo>
                  <a:lnTo>
                    <a:pt x="1181997" y="1392819"/>
                  </a:lnTo>
                  <a:lnTo>
                    <a:pt x="1181992" y="1392810"/>
                  </a:lnTo>
                  <a:lnTo>
                    <a:pt x="1181983" y="1392792"/>
                  </a:lnTo>
                  <a:lnTo>
                    <a:pt x="1181978" y="1392782"/>
                  </a:lnTo>
                  <a:lnTo>
                    <a:pt x="1181974" y="1392773"/>
                  </a:lnTo>
                  <a:lnTo>
                    <a:pt x="1181965" y="1392763"/>
                  </a:lnTo>
                  <a:lnTo>
                    <a:pt x="1181959" y="1392755"/>
                  </a:lnTo>
                  <a:lnTo>
                    <a:pt x="1181958" y="1392745"/>
                  </a:lnTo>
                  <a:lnTo>
                    <a:pt x="1181955" y="1392739"/>
                  </a:lnTo>
                  <a:lnTo>
                    <a:pt x="1181947" y="1392720"/>
                  </a:lnTo>
                  <a:lnTo>
                    <a:pt x="1181941" y="1392702"/>
                  </a:lnTo>
                  <a:lnTo>
                    <a:pt x="1181933" y="1392684"/>
                  </a:lnTo>
                  <a:lnTo>
                    <a:pt x="1181926" y="1392665"/>
                  </a:lnTo>
                  <a:lnTo>
                    <a:pt x="1181915" y="1392647"/>
                  </a:lnTo>
                  <a:lnTo>
                    <a:pt x="1181905" y="1392635"/>
                  </a:lnTo>
                  <a:lnTo>
                    <a:pt x="1181901" y="1392630"/>
                  </a:lnTo>
                  <a:lnTo>
                    <a:pt x="1181898" y="1392624"/>
                  </a:lnTo>
                  <a:lnTo>
                    <a:pt x="1181895" y="1392616"/>
                  </a:lnTo>
                  <a:lnTo>
                    <a:pt x="1181892" y="1392610"/>
                  </a:lnTo>
                  <a:lnTo>
                    <a:pt x="1181882" y="1392591"/>
                  </a:lnTo>
                  <a:lnTo>
                    <a:pt x="1181873" y="1392573"/>
                  </a:lnTo>
                  <a:lnTo>
                    <a:pt x="1181868" y="1392554"/>
                  </a:lnTo>
                  <a:lnTo>
                    <a:pt x="1181864" y="1392536"/>
                  </a:lnTo>
                  <a:lnTo>
                    <a:pt x="1181861" y="1392518"/>
                  </a:lnTo>
                  <a:lnTo>
                    <a:pt x="1181858" y="1392505"/>
                  </a:lnTo>
                  <a:lnTo>
                    <a:pt x="1181855" y="1392499"/>
                  </a:lnTo>
                  <a:lnTo>
                    <a:pt x="1181852" y="1392493"/>
                  </a:lnTo>
                  <a:lnTo>
                    <a:pt x="1181846" y="1392487"/>
                  </a:lnTo>
                  <a:lnTo>
                    <a:pt x="1181840" y="1392482"/>
                  </a:lnTo>
                  <a:lnTo>
                    <a:pt x="1181821" y="1392468"/>
                  </a:lnTo>
                  <a:lnTo>
                    <a:pt x="1181803" y="1392455"/>
                  </a:lnTo>
                  <a:lnTo>
                    <a:pt x="1181785" y="1392443"/>
                  </a:lnTo>
                  <a:lnTo>
                    <a:pt x="1181767" y="1392432"/>
                  </a:lnTo>
                  <a:lnTo>
                    <a:pt x="1181748" y="1392427"/>
                  </a:lnTo>
                  <a:lnTo>
                    <a:pt x="1181730" y="1392424"/>
                  </a:lnTo>
                  <a:lnTo>
                    <a:pt x="1181712" y="1392424"/>
                  </a:lnTo>
                  <a:lnTo>
                    <a:pt x="1181694" y="1392421"/>
                  </a:lnTo>
                  <a:lnTo>
                    <a:pt x="1181675" y="1392418"/>
                  </a:lnTo>
                  <a:lnTo>
                    <a:pt x="1181663" y="1392416"/>
                  </a:lnTo>
                  <a:lnTo>
                    <a:pt x="1181657" y="1392413"/>
                  </a:lnTo>
                  <a:lnTo>
                    <a:pt x="1181638" y="1392404"/>
                  </a:lnTo>
                  <a:lnTo>
                    <a:pt x="1181620" y="1392394"/>
                  </a:lnTo>
                  <a:lnTo>
                    <a:pt x="1181574" y="1392368"/>
                  </a:lnTo>
                  <a:lnTo>
                    <a:pt x="1181556" y="1392357"/>
                  </a:lnTo>
                  <a:lnTo>
                    <a:pt x="1181537" y="1392339"/>
                  </a:lnTo>
                  <a:lnTo>
                    <a:pt x="1181521" y="1392322"/>
                  </a:lnTo>
                  <a:lnTo>
                    <a:pt x="1181505" y="1392305"/>
                  </a:lnTo>
                  <a:lnTo>
                    <a:pt x="1181487" y="1392286"/>
                  </a:lnTo>
                  <a:lnTo>
                    <a:pt x="1181472" y="1392269"/>
                  </a:lnTo>
                  <a:lnTo>
                    <a:pt x="1181456" y="1392252"/>
                  </a:lnTo>
                  <a:lnTo>
                    <a:pt x="1181440" y="1392236"/>
                  </a:lnTo>
                  <a:lnTo>
                    <a:pt x="1181424" y="1392219"/>
                  </a:lnTo>
                  <a:lnTo>
                    <a:pt x="1181408" y="1392202"/>
                  </a:lnTo>
                  <a:lnTo>
                    <a:pt x="1181393" y="1392184"/>
                  </a:lnTo>
                  <a:lnTo>
                    <a:pt x="1181379" y="1392167"/>
                  </a:lnTo>
                  <a:lnTo>
                    <a:pt x="1181371" y="1392151"/>
                  </a:lnTo>
                  <a:lnTo>
                    <a:pt x="1181361" y="1392134"/>
                  </a:lnTo>
                  <a:lnTo>
                    <a:pt x="1181355" y="1392132"/>
                  </a:lnTo>
                  <a:lnTo>
                    <a:pt x="1181335" y="1392124"/>
                  </a:lnTo>
                  <a:lnTo>
                    <a:pt x="1181316" y="1392114"/>
                  </a:lnTo>
                  <a:lnTo>
                    <a:pt x="1181298" y="1392104"/>
                  </a:lnTo>
                  <a:lnTo>
                    <a:pt x="1181280" y="1392091"/>
                  </a:lnTo>
                  <a:lnTo>
                    <a:pt x="1181262" y="1392078"/>
                  </a:lnTo>
                  <a:lnTo>
                    <a:pt x="1181243" y="1392062"/>
                  </a:lnTo>
                  <a:lnTo>
                    <a:pt x="1181233" y="1392035"/>
                  </a:lnTo>
                  <a:lnTo>
                    <a:pt x="1181230" y="1392031"/>
                  </a:lnTo>
                  <a:lnTo>
                    <a:pt x="1181221" y="1392012"/>
                  </a:lnTo>
                  <a:lnTo>
                    <a:pt x="1181203" y="1391975"/>
                  </a:lnTo>
                  <a:lnTo>
                    <a:pt x="1181200" y="1391968"/>
                  </a:lnTo>
                  <a:lnTo>
                    <a:pt x="1181196" y="1391960"/>
                  </a:lnTo>
                  <a:lnTo>
                    <a:pt x="1181192" y="1391955"/>
                  </a:lnTo>
                  <a:lnTo>
                    <a:pt x="1181187" y="1391951"/>
                  </a:lnTo>
                  <a:lnTo>
                    <a:pt x="1181181" y="1391948"/>
                  </a:lnTo>
                  <a:lnTo>
                    <a:pt x="1181096" y="1391939"/>
                  </a:lnTo>
                  <a:lnTo>
                    <a:pt x="1181005" y="1391937"/>
                  </a:lnTo>
                  <a:lnTo>
                    <a:pt x="1180996" y="1391938"/>
                  </a:lnTo>
                  <a:lnTo>
                    <a:pt x="1180964" y="1391945"/>
                  </a:lnTo>
                  <a:lnTo>
                    <a:pt x="1180910" y="1391968"/>
                  </a:lnTo>
                  <a:lnTo>
                    <a:pt x="1180895" y="1391976"/>
                  </a:lnTo>
                  <a:lnTo>
                    <a:pt x="1180871" y="1391992"/>
                  </a:lnTo>
                  <a:lnTo>
                    <a:pt x="1180812" y="1392035"/>
                  </a:lnTo>
                  <a:lnTo>
                    <a:pt x="1180787" y="1392050"/>
                  </a:lnTo>
                  <a:lnTo>
                    <a:pt x="1180769" y="1392059"/>
                  </a:lnTo>
                  <a:lnTo>
                    <a:pt x="1180745" y="1392064"/>
                  </a:lnTo>
                  <a:lnTo>
                    <a:pt x="1180726" y="1392068"/>
                  </a:lnTo>
                  <a:lnTo>
                    <a:pt x="1180708" y="1392071"/>
                  </a:lnTo>
                  <a:lnTo>
                    <a:pt x="1180690" y="1392072"/>
                  </a:lnTo>
                  <a:lnTo>
                    <a:pt x="1180672" y="1392072"/>
                  </a:lnTo>
                  <a:lnTo>
                    <a:pt x="1180653" y="1392067"/>
                  </a:lnTo>
                  <a:lnTo>
                    <a:pt x="1180647" y="1392066"/>
                  </a:lnTo>
                  <a:lnTo>
                    <a:pt x="1180643" y="1392062"/>
                  </a:lnTo>
                  <a:lnTo>
                    <a:pt x="1180635" y="1392060"/>
                  </a:lnTo>
                  <a:lnTo>
                    <a:pt x="1180621" y="1392059"/>
                  </a:lnTo>
                  <a:lnTo>
                    <a:pt x="1180615" y="1392061"/>
                  </a:lnTo>
                  <a:lnTo>
                    <a:pt x="1180605" y="1392068"/>
                  </a:lnTo>
                  <a:lnTo>
                    <a:pt x="1180601" y="1392075"/>
                  </a:lnTo>
                  <a:lnTo>
                    <a:pt x="1180601" y="1392092"/>
                  </a:lnTo>
                  <a:lnTo>
                    <a:pt x="1180603" y="1392113"/>
                  </a:lnTo>
                  <a:lnTo>
                    <a:pt x="1180607" y="1392131"/>
                  </a:lnTo>
                  <a:lnTo>
                    <a:pt x="1180609" y="1392150"/>
                  </a:lnTo>
                  <a:lnTo>
                    <a:pt x="1180609" y="1392169"/>
                  </a:lnTo>
                  <a:lnTo>
                    <a:pt x="1180610" y="1392187"/>
                  </a:lnTo>
                  <a:lnTo>
                    <a:pt x="1180610" y="1392205"/>
                  </a:lnTo>
                  <a:lnTo>
                    <a:pt x="1180609" y="1392224"/>
                  </a:lnTo>
                  <a:lnTo>
                    <a:pt x="1180608" y="1392242"/>
                  </a:lnTo>
                  <a:lnTo>
                    <a:pt x="1180605" y="1392261"/>
                  </a:lnTo>
                  <a:lnTo>
                    <a:pt x="1180605" y="1392270"/>
                  </a:lnTo>
                  <a:lnTo>
                    <a:pt x="1180603" y="1392279"/>
                  </a:lnTo>
                  <a:lnTo>
                    <a:pt x="1180597" y="1392298"/>
                  </a:lnTo>
                  <a:lnTo>
                    <a:pt x="1180588" y="1392316"/>
                  </a:lnTo>
                  <a:lnTo>
                    <a:pt x="1180581" y="1392331"/>
                  </a:lnTo>
                  <a:lnTo>
                    <a:pt x="1180575" y="1392343"/>
                  </a:lnTo>
                  <a:lnTo>
                    <a:pt x="1180547" y="1392393"/>
                  </a:lnTo>
                  <a:lnTo>
                    <a:pt x="1180541" y="1392407"/>
                  </a:lnTo>
                  <a:lnTo>
                    <a:pt x="1180538" y="1392412"/>
                  </a:lnTo>
                  <a:lnTo>
                    <a:pt x="1180536" y="1392419"/>
                  </a:lnTo>
                  <a:lnTo>
                    <a:pt x="1180533" y="1392430"/>
                  </a:lnTo>
                  <a:lnTo>
                    <a:pt x="1180527" y="1392448"/>
                  </a:lnTo>
                  <a:lnTo>
                    <a:pt x="1180522" y="1392467"/>
                  </a:lnTo>
                  <a:lnTo>
                    <a:pt x="1180516" y="1392485"/>
                  </a:lnTo>
                  <a:lnTo>
                    <a:pt x="1180513" y="1392503"/>
                  </a:lnTo>
                  <a:lnTo>
                    <a:pt x="1180512" y="1392512"/>
                  </a:lnTo>
                  <a:lnTo>
                    <a:pt x="1180512" y="1392520"/>
                  </a:lnTo>
                  <a:lnTo>
                    <a:pt x="1180514" y="1392529"/>
                  </a:lnTo>
                  <a:lnTo>
                    <a:pt x="1180514" y="1392541"/>
                  </a:lnTo>
                  <a:lnTo>
                    <a:pt x="1180519" y="1392560"/>
                  </a:lnTo>
                  <a:lnTo>
                    <a:pt x="1180523" y="1392571"/>
                  </a:lnTo>
                  <a:lnTo>
                    <a:pt x="1180526" y="1392578"/>
                  </a:lnTo>
                  <a:lnTo>
                    <a:pt x="1180529" y="1392588"/>
                  </a:lnTo>
                  <a:lnTo>
                    <a:pt x="1180533" y="1392596"/>
                  </a:lnTo>
                  <a:lnTo>
                    <a:pt x="1180540" y="1392615"/>
                  </a:lnTo>
                  <a:lnTo>
                    <a:pt x="1180541" y="1392630"/>
                  </a:lnTo>
                  <a:lnTo>
                    <a:pt x="1180544" y="1392640"/>
                  </a:lnTo>
                  <a:lnTo>
                    <a:pt x="1180548" y="1392649"/>
                  </a:lnTo>
                  <a:lnTo>
                    <a:pt x="1180551" y="1392656"/>
                  </a:lnTo>
                  <a:lnTo>
                    <a:pt x="1180562" y="1392670"/>
                  </a:lnTo>
                  <a:lnTo>
                    <a:pt x="1180567" y="1392676"/>
                  </a:lnTo>
                  <a:lnTo>
                    <a:pt x="1180577" y="1392683"/>
                  </a:lnTo>
                  <a:lnTo>
                    <a:pt x="1180598" y="1392694"/>
                  </a:lnTo>
                  <a:lnTo>
                    <a:pt x="1180608" y="1392704"/>
                  </a:lnTo>
                  <a:lnTo>
                    <a:pt x="1180611" y="1392710"/>
                  </a:lnTo>
                  <a:lnTo>
                    <a:pt x="1180621" y="1392729"/>
                  </a:lnTo>
                  <a:lnTo>
                    <a:pt x="1180630" y="1392747"/>
                  </a:lnTo>
                  <a:lnTo>
                    <a:pt x="1180664" y="1392800"/>
                  </a:lnTo>
                  <a:lnTo>
                    <a:pt x="1180673" y="1392819"/>
                  </a:lnTo>
                  <a:lnTo>
                    <a:pt x="1180676" y="1392829"/>
                  </a:lnTo>
                  <a:lnTo>
                    <a:pt x="1180682" y="1392837"/>
                  </a:lnTo>
                  <a:lnTo>
                    <a:pt x="1180685" y="1392844"/>
                  </a:lnTo>
                  <a:lnTo>
                    <a:pt x="1180692" y="1392856"/>
                  </a:lnTo>
                  <a:lnTo>
                    <a:pt x="1180699" y="1392874"/>
                  </a:lnTo>
                  <a:lnTo>
                    <a:pt x="1180708" y="1392892"/>
                  </a:lnTo>
                  <a:lnTo>
                    <a:pt x="1180710" y="1392898"/>
                  </a:lnTo>
                  <a:lnTo>
                    <a:pt x="1180713" y="1392902"/>
                  </a:lnTo>
                  <a:lnTo>
                    <a:pt x="1180718" y="1392911"/>
                  </a:lnTo>
                  <a:lnTo>
                    <a:pt x="1180726" y="1392929"/>
                  </a:lnTo>
                  <a:lnTo>
                    <a:pt x="1180736" y="1392945"/>
                  </a:lnTo>
                  <a:lnTo>
                    <a:pt x="1180740" y="1392956"/>
                  </a:lnTo>
                  <a:lnTo>
                    <a:pt x="1180741" y="1392966"/>
                  </a:lnTo>
                  <a:lnTo>
                    <a:pt x="1180742" y="1392985"/>
                  </a:lnTo>
                  <a:lnTo>
                    <a:pt x="1180740" y="1393003"/>
                  </a:lnTo>
                  <a:lnTo>
                    <a:pt x="1180737" y="1393022"/>
                  </a:lnTo>
                  <a:lnTo>
                    <a:pt x="1180735" y="1393028"/>
                  </a:lnTo>
                  <a:lnTo>
                    <a:pt x="1180733" y="1393040"/>
                  </a:lnTo>
                  <a:lnTo>
                    <a:pt x="1180728" y="1393059"/>
                  </a:lnTo>
                  <a:lnTo>
                    <a:pt x="1180722" y="1393077"/>
                  </a:lnTo>
                  <a:lnTo>
                    <a:pt x="1180718" y="1393093"/>
                  </a:lnTo>
                  <a:lnTo>
                    <a:pt x="1180714" y="1393100"/>
                  </a:lnTo>
                  <a:lnTo>
                    <a:pt x="1180711" y="1393109"/>
                  </a:lnTo>
                  <a:lnTo>
                    <a:pt x="1180707" y="1393120"/>
                  </a:lnTo>
                  <a:lnTo>
                    <a:pt x="1180704" y="1393133"/>
                  </a:lnTo>
                  <a:lnTo>
                    <a:pt x="1180697" y="1393151"/>
                  </a:lnTo>
                  <a:lnTo>
                    <a:pt x="1180695" y="1393160"/>
                  </a:lnTo>
                  <a:lnTo>
                    <a:pt x="1180692" y="1393170"/>
                  </a:lnTo>
                  <a:lnTo>
                    <a:pt x="1180687" y="1393182"/>
                  </a:lnTo>
                  <a:lnTo>
                    <a:pt x="1180684" y="1393192"/>
                  </a:lnTo>
                  <a:lnTo>
                    <a:pt x="1180682" y="1393207"/>
                  </a:lnTo>
                  <a:lnTo>
                    <a:pt x="1180680" y="1393215"/>
                  </a:lnTo>
                  <a:lnTo>
                    <a:pt x="1180677" y="1393225"/>
                  </a:lnTo>
                  <a:lnTo>
                    <a:pt x="1180670" y="1393245"/>
                  </a:lnTo>
                  <a:lnTo>
                    <a:pt x="1180667" y="1393254"/>
                  </a:lnTo>
                  <a:lnTo>
                    <a:pt x="1180665" y="1393262"/>
                  </a:lnTo>
                  <a:lnTo>
                    <a:pt x="1180660" y="1393281"/>
                  </a:lnTo>
                  <a:lnTo>
                    <a:pt x="1180657" y="1393289"/>
                  </a:lnTo>
                  <a:lnTo>
                    <a:pt x="1180658" y="1393299"/>
                  </a:lnTo>
                  <a:lnTo>
                    <a:pt x="1180658" y="1393318"/>
                  </a:lnTo>
                  <a:lnTo>
                    <a:pt x="1180658" y="1393336"/>
                  </a:lnTo>
                  <a:lnTo>
                    <a:pt x="1180660" y="1393346"/>
                  </a:lnTo>
                  <a:lnTo>
                    <a:pt x="1180667" y="1393355"/>
                  </a:lnTo>
                  <a:lnTo>
                    <a:pt x="1180686" y="1393372"/>
                  </a:lnTo>
                  <a:lnTo>
                    <a:pt x="1180704" y="1393388"/>
                  </a:lnTo>
                  <a:lnTo>
                    <a:pt x="1180721" y="1393404"/>
                  </a:lnTo>
                  <a:lnTo>
                    <a:pt x="1180736" y="1393421"/>
                  </a:lnTo>
                  <a:lnTo>
                    <a:pt x="1180749" y="1393439"/>
                  </a:lnTo>
                  <a:lnTo>
                    <a:pt x="1180758" y="1393452"/>
                  </a:lnTo>
                  <a:lnTo>
                    <a:pt x="1180762" y="1393458"/>
                  </a:lnTo>
                  <a:lnTo>
                    <a:pt x="1180773" y="1393476"/>
                  </a:lnTo>
                  <a:lnTo>
                    <a:pt x="1180784" y="1393495"/>
                  </a:lnTo>
                  <a:lnTo>
                    <a:pt x="1180794" y="1393513"/>
                  </a:lnTo>
                  <a:lnTo>
                    <a:pt x="1180801" y="1393523"/>
                  </a:lnTo>
                  <a:lnTo>
                    <a:pt x="1180805" y="1393531"/>
                  </a:lnTo>
                  <a:lnTo>
                    <a:pt x="1180816" y="1393550"/>
                  </a:lnTo>
                  <a:lnTo>
                    <a:pt x="1180835" y="1393583"/>
                  </a:lnTo>
                  <a:lnTo>
                    <a:pt x="1180848" y="1393601"/>
                  </a:lnTo>
                  <a:lnTo>
                    <a:pt x="1180862" y="1393616"/>
                  </a:lnTo>
                  <a:lnTo>
                    <a:pt x="1180866" y="1393622"/>
                  </a:lnTo>
                  <a:lnTo>
                    <a:pt x="1180870" y="1393628"/>
                  </a:lnTo>
                  <a:lnTo>
                    <a:pt x="1180877" y="1393635"/>
                  </a:lnTo>
                  <a:lnTo>
                    <a:pt x="1180893" y="1393653"/>
                  </a:lnTo>
                  <a:lnTo>
                    <a:pt x="1180907" y="1393672"/>
                  </a:lnTo>
                  <a:lnTo>
                    <a:pt x="1180920" y="1393690"/>
                  </a:lnTo>
                  <a:lnTo>
                    <a:pt x="1180925" y="1393702"/>
                  </a:lnTo>
                  <a:lnTo>
                    <a:pt x="1180928" y="1393710"/>
                  </a:lnTo>
                  <a:lnTo>
                    <a:pt x="1180932" y="1393722"/>
                  </a:lnTo>
                  <a:lnTo>
                    <a:pt x="1180934" y="1393730"/>
                  </a:lnTo>
                  <a:lnTo>
                    <a:pt x="1180936" y="1393745"/>
                  </a:lnTo>
                  <a:lnTo>
                    <a:pt x="1180937" y="1393764"/>
                  </a:lnTo>
                  <a:lnTo>
                    <a:pt x="1180937" y="1393775"/>
                  </a:lnTo>
                  <a:lnTo>
                    <a:pt x="1180934" y="1393784"/>
                  </a:lnTo>
                  <a:lnTo>
                    <a:pt x="1180934" y="1393801"/>
                  </a:lnTo>
                  <a:lnTo>
                    <a:pt x="1180931" y="1393819"/>
                  </a:lnTo>
                  <a:lnTo>
                    <a:pt x="1180932" y="1393838"/>
                  </a:lnTo>
                  <a:lnTo>
                    <a:pt x="1180929" y="1393856"/>
                  </a:lnTo>
                  <a:lnTo>
                    <a:pt x="1180927" y="1393875"/>
                  </a:lnTo>
                  <a:lnTo>
                    <a:pt x="1180926" y="1393893"/>
                  </a:lnTo>
                  <a:lnTo>
                    <a:pt x="1180925" y="1393912"/>
                  </a:lnTo>
                  <a:lnTo>
                    <a:pt x="1180922" y="1393930"/>
                  </a:lnTo>
                  <a:lnTo>
                    <a:pt x="1180921" y="1393948"/>
                  </a:lnTo>
                  <a:lnTo>
                    <a:pt x="1180920" y="1393967"/>
                  </a:lnTo>
                  <a:lnTo>
                    <a:pt x="1180920" y="1393986"/>
                  </a:lnTo>
                  <a:lnTo>
                    <a:pt x="1180923" y="1394004"/>
                  </a:lnTo>
                  <a:lnTo>
                    <a:pt x="1180925" y="1394017"/>
                  </a:lnTo>
                  <a:lnTo>
                    <a:pt x="1180927" y="1394023"/>
                  </a:lnTo>
                  <a:lnTo>
                    <a:pt x="1180931" y="1394041"/>
                  </a:lnTo>
                  <a:lnTo>
                    <a:pt x="1180935" y="1394059"/>
                  </a:lnTo>
                  <a:lnTo>
                    <a:pt x="1180939" y="1394078"/>
                  </a:lnTo>
                  <a:lnTo>
                    <a:pt x="1180942" y="1394095"/>
                  </a:lnTo>
                  <a:lnTo>
                    <a:pt x="1180944" y="1394105"/>
                  </a:lnTo>
                  <a:lnTo>
                    <a:pt x="1180944" y="1394115"/>
                  </a:lnTo>
                  <a:lnTo>
                    <a:pt x="1180944" y="1394128"/>
                  </a:lnTo>
                  <a:lnTo>
                    <a:pt x="1180941" y="1394133"/>
                  </a:lnTo>
                  <a:lnTo>
                    <a:pt x="1180926" y="1394156"/>
                  </a:lnTo>
                  <a:lnTo>
                    <a:pt x="1180919" y="1394171"/>
                  </a:lnTo>
                  <a:lnTo>
                    <a:pt x="1180912" y="1394179"/>
                  </a:lnTo>
                  <a:lnTo>
                    <a:pt x="1180908" y="1394187"/>
                  </a:lnTo>
                  <a:lnTo>
                    <a:pt x="1180897" y="1394208"/>
                  </a:lnTo>
                  <a:lnTo>
                    <a:pt x="1180858" y="1394276"/>
                  </a:lnTo>
                  <a:lnTo>
                    <a:pt x="1180849" y="1394294"/>
                  </a:lnTo>
                  <a:lnTo>
                    <a:pt x="1180840" y="1394314"/>
                  </a:lnTo>
                  <a:lnTo>
                    <a:pt x="1180832" y="1394331"/>
                  </a:lnTo>
                  <a:lnTo>
                    <a:pt x="1180822" y="1394350"/>
                  </a:lnTo>
                  <a:lnTo>
                    <a:pt x="1180802" y="1394375"/>
                  </a:lnTo>
                  <a:lnTo>
                    <a:pt x="1180792" y="1394386"/>
                  </a:lnTo>
                  <a:lnTo>
                    <a:pt x="1180776" y="1394399"/>
                  </a:lnTo>
                  <a:lnTo>
                    <a:pt x="1180766" y="1394408"/>
                  </a:lnTo>
                  <a:lnTo>
                    <a:pt x="1180757" y="1394414"/>
                  </a:lnTo>
                  <a:lnTo>
                    <a:pt x="1180738" y="1394429"/>
                  </a:lnTo>
                  <a:lnTo>
                    <a:pt x="1180732" y="1394432"/>
                  </a:lnTo>
                  <a:lnTo>
                    <a:pt x="1180720" y="1394441"/>
                  </a:lnTo>
                  <a:lnTo>
                    <a:pt x="1180704" y="1394457"/>
                  </a:lnTo>
                  <a:lnTo>
                    <a:pt x="1180687" y="1394474"/>
                  </a:lnTo>
                  <a:lnTo>
                    <a:pt x="1180674" y="1394493"/>
                  </a:lnTo>
                  <a:lnTo>
                    <a:pt x="1180659" y="1394512"/>
                  </a:lnTo>
                  <a:lnTo>
                    <a:pt x="1180645" y="1394530"/>
                  </a:lnTo>
                  <a:lnTo>
                    <a:pt x="1180632" y="1394551"/>
                  </a:lnTo>
                  <a:lnTo>
                    <a:pt x="1180627" y="1394559"/>
                  </a:lnTo>
                  <a:lnTo>
                    <a:pt x="1180621" y="1394567"/>
                  </a:lnTo>
                  <a:lnTo>
                    <a:pt x="1180614" y="1394581"/>
                  </a:lnTo>
                  <a:lnTo>
                    <a:pt x="1180613" y="1394589"/>
                  </a:lnTo>
                  <a:lnTo>
                    <a:pt x="1180611" y="1394601"/>
                  </a:lnTo>
                  <a:lnTo>
                    <a:pt x="1180604" y="1394656"/>
                  </a:lnTo>
                  <a:lnTo>
                    <a:pt x="1180581" y="1394696"/>
                  </a:lnTo>
                  <a:lnTo>
                    <a:pt x="1180575" y="1394714"/>
                  </a:lnTo>
                  <a:lnTo>
                    <a:pt x="1180571" y="1394723"/>
                  </a:lnTo>
                  <a:lnTo>
                    <a:pt x="1180570" y="1394733"/>
                  </a:lnTo>
                  <a:lnTo>
                    <a:pt x="1180568" y="1394738"/>
                  </a:lnTo>
                  <a:lnTo>
                    <a:pt x="1180566" y="1394744"/>
                  </a:lnTo>
                  <a:lnTo>
                    <a:pt x="1180563" y="1394751"/>
                  </a:lnTo>
                  <a:lnTo>
                    <a:pt x="1180553" y="1394770"/>
                  </a:lnTo>
                  <a:lnTo>
                    <a:pt x="1180539" y="1394789"/>
                  </a:lnTo>
                  <a:lnTo>
                    <a:pt x="1180526" y="1394801"/>
                  </a:lnTo>
                  <a:lnTo>
                    <a:pt x="1180519" y="1394805"/>
                  </a:lnTo>
                  <a:lnTo>
                    <a:pt x="1180498" y="1394815"/>
                  </a:lnTo>
                  <a:lnTo>
                    <a:pt x="1180493" y="1394822"/>
                  </a:lnTo>
                  <a:lnTo>
                    <a:pt x="1180494" y="1394831"/>
                  </a:lnTo>
                  <a:lnTo>
                    <a:pt x="1180494" y="1394840"/>
                  </a:lnTo>
                  <a:lnTo>
                    <a:pt x="1180491" y="1394849"/>
                  </a:lnTo>
                  <a:lnTo>
                    <a:pt x="1180486" y="1394852"/>
                  </a:lnTo>
                  <a:lnTo>
                    <a:pt x="1180483" y="1394858"/>
                  </a:lnTo>
                  <a:lnTo>
                    <a:pt x="1180485" y="1394863"/>
                  </a:lnTo>
                  <a:lnTo>
                    <a:pt x="1180491" y="1394870"/>
                  </a:lnTo>
                  <a:lnTo>
                    <a:pt x="1180506" y="1394888"/>
                  </a:lnTo>
                  <a:lnTo>
                    <a:pt x="1180522" y="1394906"/>
                  </a:lnTo>
                  <a:lnTo>
                    <a:pt x="1180538" y="1394925"/>
                  </a:lnTo>
                  <a:lnTo>
                    <a:pt x="1180553" y="1394941"/>
                  </a:lnTo>
                  <a:lnTo>
                    <a:pt x="1180570" y="1394958"/>
                  </a:lnTo>
                  <a:lnTo>
                    <a:pt x="1180587" y="1394973"/>
                  </a:lnTo>
                  <a:lnTo>
                    <a:pt x="1180605" y="1394987"/>
                  </a:lnTo>
                  <a:lnTo>
                    <a:pt x="1180624" y="1394997"/>
                  </a:lnTo>
                  <a:lnTo>
                    <a:pt x="1180637" y="1395011"/>
                  </a:lnTo>
                  <a:lnTo>
                    <a:pt x="1180644" y="1395019"/>
                  </a:lnTo>
                  <a:lnTo>
                    <a:pt x="1180653" y="1395034"/>
                  </a:lnTo>
                  <a:lnTo>
                    <a:pt x="1180662" y="1395048"/>
                  </a:lnTo>
                  <a:lnTo>
                    <a:pt x="1180665" y="1395053"/>
                  </a:lnTo>
                  <a:lnTo>
                    <a:pt x="1180670" y="1395061"/>
                  </a:lnTo>
                  <a:lnTo>
                    <a:pt x="1180674" y="1395071"/>
                  </a:lnTo>
                  <a:lnTo>
                    <a:pt x="1180680" y="1395083"/>
                  </a:lnTo>
                  <a:lnTo>
                    <a:pt x="1180683" y="1395089"/>
                  </a:lnTo>
                  <a:lnTo>
                    <a:pt x="1180685" y="1395097"/>
                  </a:lnTo>
                  <a:lnTo>
                    <a:pt x="1180684" y="1395113"/>
                  </a:lnTo>
                  <a:lnTo>
                    <a:pt x="1180682" y="1395126"/>
                  </a:lnTo>
                  <a:lnTo>
                    <a:pt x="1180680" y="1395145"/>
                  </a:lnTo>
                  <a:lnTo>
                    <a:pt x="1180675" y="1395163"/>
                  </a:lnTo>
                  <a:lnTo>
                    <a:pt x="1180670" y="1395181"/>
                  </a:lnTo>
                  <a:lnTo>
                    <a:pt x="1180668" y="1395191"/>
                  </a:lnTo>
                  <a:lnTo>
                    <a:pt x="1180665" y="1395201"/>
                  </a:lnTo>
                  <a:lnTo>
                    <a:pt x="1180662" y="1395219"/>
                  </a:lnTo>
                  <a:lnTo>
                    <a:pt x="1180665" y="1395230"/>
                  </a:lnTo>
                  <a:lnTo>
                    <a:pt x="1180669" y="1395238"/>
                  </a:lnTo>
                  <a:lnTo>
                    <a:pt x="1180681" y="1395255"/>
                  </a:lnTo>
                  <a:lnTo>
                    <a:pt x="1180693" y="1395273"/>
                  </a:lnTo>
                  <a:lnTo>
                    <a:pt x="1180693" y="1395291"/>
                  </a:lnTo>
                  <a:lnTo>
                    <a:pt x="1180692" y="1395310"/>
                  </a:lnTo>
                  <a:lnTo>
                    <a:pt x="1180690" y="1395329"/>
                  </a:lnTo>
                  <a:lnTo>
                    <a:pt x="1180687" y="1395347"/>
                  </a:lnTo>
                  <a:lnTo>
                    <a:pt x="1180687" y="1395366"/>
                  </a:lnTo>
                  <a:lnTo>
                    <a:pt x="1180684" y="1395384"/>
                  </a:lnTo>
                  <a:lnTo>
                    <a:pt x="1180678" y="1395407"/>
                  </a:lnTo>
                  <a:lnTo>
                    <a:pt x="1180663" y="1395419"/>
                  </a:lnTo>
                  <a:lnTo>
                    <a:pt x="1180645" y="1395435"/>
                  </a:lnTo>
                  <a:lnTo>
                    <a:pt x="1180640" y="1395441"/>
                  </a:lnTo>
                  <a:lnTo>
                    <a:pt x="1180637" y="1395456"/>
                  </a:lnTo>
                  <a:lnTo>
                    <a:pt x="1180637" y="1395462"/>
                  </a:lnTo>
                  <a:lnTo>
                    <a:pt x="1180635" y="1395470"/>
                  </a:lnTo>
                  <a:lnTo>
                    <a:pt x="1180634" y="1395485"/>
                  </a:lnTo>
                  <a:lnTo>
                    <a:pt x="1180630" y="1395501"/>
                  </a:lnTo>
                  <a:lnTo>
                    <a:pt x="1180626" y="1395515"/>
                  </a:lnTo>
                  <a:lnTo>
                    <a:pt x="1180621" y="1395531"/>
                  </a:lnTo>
                  <a:lnTo>
                    <a:pt x="1180615" y="1395544"/>
                  </a:lnTo>
                  <a:lnTo>
                    <a:pt x="1180606" y="1395553"/>
                  </a:lnTo>
                  <a:lnTo>
                    <a:pt x="1180596" y="1395563"/>
                  </a:lnTo>
                  <a:lnTo>
                    <a:pt x="1180587" y="1395575"/>
                  </a:lnTo>
                  <a:lnTo>
                    <a:pt x="1180584" y="1395588"/>
                  </a:lnTo>
                  <a:lnTo>
                    <a:pt x="1180584" y="1395598"/>
                  </a:lnTo>
                  <a:lnTo>
                    <a:pt x="1180582" y="1395611"/>
                  </a:lnTo>
                  <a:lnTo>
                    <a:pt x="1180576" y="1395630"/>
                  </a:lnTo>
                  <a:lnTo>
                    <a:pt x="1180562" y="1395647"/>
                  </a:lnTo>
                  <a:lnTo>
                    <a:pt x="1180547" y="1395665"/>
                  </a:lnTo>
                  <a:lnTo>
                    <a:pt x="1180542" y="1395674"/>
                  </a:lnTo>
                  <a:lnTo>
                    <a:pt x="1180536" y="1395689"/>
                  </a:lnTo>
                  <a:lnTo>
                    <a:pt x="1180523" y="1395711"/>
                  </a:lnTo>
                  <a:lnTo>
                    <a:pt x="1180510" y="1395736"/>
                  </a:lnTo>
                  <a:lnTo>
                    <a:pt x="1180505" y="1395747"/>
                  </a:lnTo>
                  <a:lnTo>
                    <a:pt x="1180491" y="1395770"/>
                  </a:lnTo>
                  <a:lnTo>
                    <a:pt x="1180488" y="1395778"/>
                  </a:lnTo>
                  <a:lnTo>
                    <a:pt x="1180478" y="1395789"/>
                  </a:lnTo>
                  <a:lnTo>
                    <a:pt x="1180464" y="1395806"/>
                  </a:lnTo>
                  <a:lnTo>
                    <a:pt x="1180460" y="1395812"/>
                  </a:lnTo>
                  <a:lnTo>
                    <a:pt x="1180459" y="1395819"/>
                  </a:lnTo>
                  <a:lnTo>
                    <a:pt x="1180460" y="1395829"/>
                  </a:lnTo>
                  <a:lnTo>
                    <a:pt x="1180461" y="1395844"/>
                  </a:lnTo>
                  <a:lnTo>
                    <a:pt x="1180463" y="1395863"/>
                  </a:lnTo>
                  <a:lnTo>
                    <a:pt x="1180464" y="1395882"/>
                  </a:lnTo>
                  <a:lnTo>
                    <a:pt x="1180464" y="1395899"/>
                  </a:lnTo>
                  <a:lnTo>
                    <a:pt x="1180464" y="1395916"/>
                  </a:lnTo>
                  <a:lnTo>
                    <a:pt x="1180465" y="1395936"/>
                  </a:lnTo>
                  <a:lnTo>
                    <a:pt x="1180464" y="1395959"/>
                  </a:lnTo>
                  <a:lnTo>
                    <a:pt x="1180466" y="1395968"/>
                  </a:lnTo>
                  <a:lnTo>
                    <a:pt x="1180468" y="1395978"/>
                  </a:lnTo>
                  <a:lnTo>
                    <a:pt x="1180478" y="1395985"/>
                  </a:lnTo>
                  <a:lnTo>
                    <a:pt x="1180488" y="1395992"/>
                  </a:lnTo>
                  <a:lnTo>
                    <a:pt x="1180507" y="1396006"/>
                  </a:lnTo>
                  <a:lnTo>
                    <a:pt x="1180514" y="1396009"/>
                  </a:lnTo>
                  <a:lnTo>
                    <a:pt x="1180519" y="1396023"/>
                  </a:lnTo>
                  <a:lnTo>
                    <a:pt x="1180524" y="1396033"/>
                  </a:lnTo>
                  <a:lnTo>
                    <a:pt x="1180526" y="1396042"/>
                  </a:lnTo>
                  <a:lnTo>
                    <a:pt x="1180530" y="1396060"/>
                  </a:lnTo>
                  <a:lnTo>
                    <a:pt x="1180537" y="1396078"/>
                  </a:lnTo>
                  <a:lnTo>
                    <a:pt x="1180542" y="1396090"/>
                  </a:lnTo>
                  <a:lnTo>
                    <a:pt x="1180546" y="1396097"/>
                  </a:lnTo>
                  <a:lnTo>
                    <a:pt x="1180551" y="1396106"/>
                  </a:lnTo>
                  <a:lnTo>
                    <a:pt x="1180555" y="1396116"/>
                  </a:lnTo>
                  <a:lnTo>
                    <a:pt x="1180568" y="1396147"/>
                  </a:lnTo>
                  <a:lnTo>
                    <a:pt x="1180583" y="1396166"/>
                  </a:lnTo>
                  <a:lnTo>
                    <a:pt x="1180597" y="1396182"/>
                  </a:lnTo>
                  <a:lnTo>
                    <a:pt x="1180601" y="1396189"/>
                  </a:lnTo>
                  <a:lnTo>
                    <a:pt x="1180603" y="1396196"/>
                  </a:lnTo>
                  <a:lnTo>
                    <a:pt x="1180603" y="1396203"/>
                  </a:lnTo>
                  <a:lnTo>
                    <a:pt x="1180601" y="1396221"/>
                  </a:lnTo>
                  <a:lnTo>
                    <a:pt x="1180601" y="1396240"/>
                  </a:lnTo>
                  <a:lnTo>
                    <a:pt x="1180606" y="1396258"/>
                  </a:lnTo>
                  <a:lnTo>
                    <a:pt x="1180611" y="1396277"/>
                  </a:lnTo>
                  <a:lnTo>
                    <a:pt x="1180615" y="1396295"/>
                  </a:lnTo>
                  <a:lnTo>
                    <a:pt x="1180621" y="1396316"/>
                  </a:lnTo>
                  <a:lnTo>
                    <a:pt x="1180627" y="1396334"/>
                  </a:lnTo>
                  <a:lnTo>
                    <a:pt x="1180635" y="1396346"/>
                  </a:lnTo>
                  <a:lnTo>
                    <a:pt x="1180642" y="1396357"/>
                  </a:lnTo>
                  <a:lnTo>
                    <a:pt x="1180649" y="1396366"/>
                  </a:lnTo>
                  <a:lnTo>
                    <a:pt x="1180656" y="1396381"/>
                  </a:lnTo>
                  <a:lnTo>
                    <a:pt x="1180655" y="1396402"/>
                  </a:lnTo>
                  <a:lnTo>
                    <a:pt x="1180654" y="1396411"/>
                  </a:lnTo>
                  <a:lnTo>
                    <a:pt x="1180651" y="1396425"/>
                  </a:lnTo>
                  <a:lnTo>
                    <a:pt x="1180650" y="1396434"/>
                  </a:lnTo>
                  <a:lnTo>
                    <a:pt x="1180646" y="1396445"/>
                  </a:lnTo>
                  <a:lnTo>
                    <a:pt x="1180644" y="1396464"/>
                  </a:lnTo>
                  <a:lnTo>
                    <a:pt x="1180643" y="1396482"/>
                  </a:lnTo>
                  <a:lnTo>
                    <a:pt x="1180641" y="1396500"/>
                  </a:lnTo>
                  <a:lnTo>
                    <a:pt x="1180643" y="1396519"/>
                  </a:lnTo>
                  <a:lnTo>
                    <a:pt x="1180644" y="1396537"/>
                  </a:lnTo>
                  <a:lnTo>
                    <a:pt x="1180644" y="1396556"/>
                  </a:lnTo>
                  <a:lnTo>
                    <a:pt x="1180646" y="1396575"/>
                  </a:lnTo>
                  <a:lnTo>
                    <a:pt x="1180648" y="1396593"/>
                  </a:lnTo>
                  <a:lnTo>
                    <a:pt x="1180650" y="1396612"/>
                  </a:lnTo>
                  <a:lnTo>
                    <a:pt x="1180651" y="1396630"/>
                  </a:lnTo>
                  <a:lnTo>
                    <a:pt x="1180652" y="1396648"/>
                  </a:lnTo>
                  <a:lnTo>
                    <a:pt x="1180652" y="1396667"/>
                  </a:lnTo>
                  <a:lnTo>
                    <a:pt x="1180653" y="1396685"/>
                  </a:lnTo>
                  <a:lnTo>
                    <a:pt x="1180655" y="1396704"/>
                  </a:lnTo>
                  <a:lnTo>
                    <a:pt x="1180655" y="1396722"/>
                  </a:lnTo>
                  <a:lnTo>
                    <a:pt x="1180656" y="1396756"/>
                  </a:lnTo>
                  <a:lnTo>
                    <a:pt x="1180658" y="1396770"/>
                  </a:lnTo>
                  <a:lnTo>
                    <a:pt x="1180660" y="1396779"/>
                  </a:lnTo>
                  <a:lnTo>
                    <a:pt x="1180661" y="1396791"/>
                  </a:lnTo>
                  <a:lnTo>
                    <a:pt x="1180663" y="1396810"/>
                  </a:lnTo>
                  <a:lnTo>
                    <a:pt x="1180665" y="1396831"/>
                  </a:lnTo>
                  <a:lnTo>
                    <a:pt x="1180668" y="1396866"/>
                  </a:lnTo>
                  <a:lnTo>
                    <a:pt x="1180672" y="1396888"/>
                  </a:lnTo>
                  <a:lnTo>
                    <a:pt x="1180676" y="1396909"/>
                  </a:lnTo>
                  <a:lnTo>
                    <a:pt x="1180677" y="1396926"/>
                  </a:lnTo>
                  <a:lnTo>
                    <a:pt x="1180680" y="1396944"/>
                  </a:lnTo>
                  <a:lnTo>
                    <a:pt x="1180681" y="1396955"/>
                  </a:lnTo>
                  <a:lnTo>
                    <a:pt x="1180683" y="1396974"/>
                  </a:lnTo>
                  <a:lnTo>
                    <a:pt x="1180685" y="1396992"/>
                  </a:lnTo>
                  <a:lnTo>
                    <a:pt x="1180686" y="1397001"/>
                  </a:lnTo>
                  <a:lnTo>
                    <a:pt x="1180687" y="1397010"/>
                  </a:lnTo>
                  <a:lnTo>
                    <a:pt x="1180690" y="1397037"/>
                  </a:lnTo>
                  <a:lnTo>
                    <a:pt x="1180691" y="1397073"/>
                  </a:lnTo>
                  <a:lnTo>
                    <a:pt x="1180693" y="1397091"/>
                  </a:lnTo>
                  <a:lnTo>
                    <a:pt x="1180695" y="1397108"/>
                  </a:lnTo>
                  <a:lnTo>
                    <a:pt x="1180696" y="1397117"/>
                  </a:lnTo>
                  <a:lnTo>
                    <a:pt x="1180698" y="1397131"/>
                  </a:lnTo>
                  <a:lnTo>
                    <a:pt x="1180700" y="1397138"/>
                  </a:lnTo>
                  <a:lnTo>
                    <a:pt x="1180705" y="1397152"/>
                  </a:lnTo>
                  <a:lnTo>
                    <a:pt x="1180705" y="1397169"/>
                  </a:lnTo>
                  <a:lnTo>
                    <a:pt x="1180700" y="1397183"/>
                  </a:lnTo>
                  <a:lnTo>
                    <a:pt x="1180698" y="1397192"/>
                  </a:lnTo>
                  <a:lnTo>
                    <a:pt x="1180694" y="1397202"/>
                  </a:lnTo>
                  <a:lnTo>
                    <a:pt x="1180691" y="1397214"/>
                  </a:lnTo>
                  <a:lnTo>
                    <a:pt x="1180690" y="1397221"/>
                  </a:lnTo>
                  <a:lnTo>
                    <a:pt x="1180687" y="1397235"/>
                  </a:lnTo>
                  <a:lnTo>
                    <a:pt x="1180684" y="1397246"/>
                  </a:lnTo>
                  <a:lnTo>
                    <a:pt x="1180678" y="1397265"/>
                  </a:lnTo>
                  <a:lnTo>
                    <a:pt x="1180670" y="1397287"/>
                  </a:lnTo>
                  <a:lnTo>
                    <a:pt x="1180665" y="1397303"/>
                  </a:lnTo>
                  <a:lnTo>
                    <a:pt x="1180658" y="1397312"/>
                  </a:lnTo>
                  <a:lnTo>
                    <a:pt x="1180649" y="1397324"/>
                  </a:lnTo>
                  <a:lnTo>
                    <a:pt x="1180639" y="1397341"/>
                  </a:lnTo>
                  <a:lnTo>
                    <a:pt x="1180626" y="1397360"/>
                  </a:lnTo>
                  <a:lnTo>
                    <a:pt x="1180617" y="1397378"/>
                  </a:lnTo>
                  <a:lnTo>
                    <a:pt x="1180597" y="1397438"/>
                  </a:lnTo>
                  <a:lnTo>
                    <a:pt x="1180593" y="1397453"/>
                  </a:lnTo>
                  <a:lnTo>
                    <a:pt x="1180591" y="1397465"/>
                  </a:lnTo>
                  <a:lnTo>
                    <a:pt x="1180595" y="1397488"/>
                  </a:lnTo>
                  <a:lnTo>
                    <a:pt x="1180601" y="1397506"/>
                  </a:lnTo>
                  <a:lnTo>
                    <a:pt x="1180607" y="1397518"/>
                  </a:lnTo>
                  <a:lnTo>
                    <a:pt x="1180610" y="1397525"/>
                  </a:lnTo>
                  <a:lnTo>
                    <a:pt x="1180612" y="1397534"/>
                  </a:lnTo>
                  <a:lnTo>
                    <a:pt x="1180608" y="1397553"/>
                  </a:lnTo>
                  <a:lnTo>
                    <a:pt x="1180603" y="1397581"/>
                  </a:lnTo>
                  <a:lnTo>
                    <a:pt x="1180601" y="1397604"/>
                  </a:lnTo>
                  <a:lnTo>
                    <a:pt x="1180604" y="1397632"/>
                  </a:lnTo>
                  <a:lnTo>
                    <a:pt x="1180608" y="1397650"/>
                  </a:lnTo>
                  <a:lnTo>
                    <a:pt x="1180611" y="1397664"/>
                  </a:lnTo>
                  <a:lnTo>
                    <a:pt x="1180611" y="1397670"/>
                  </a:lnTo>
                  <a:lnTo>
                    <a:pt x="1180609" y="1397676"/>
                  </a:lnTo>
                  <a:lnTo>
                    <a:pt x="1180602" y="1397688"/>
                  </a:lnTo>
                  <a:lnTo>
                    <a:pt x="1180585" y="1397707"/>
                  </a:lnTo>
                  <a:lnTo>
                    <a:pt x="1180569" y="1397726"/>
                  </a:lnTo>
                  <a:lnTo>
                    <a:pt x="1180565" y="1397732"/>
                  </a:lnTo>
                  <a:lnTo>
                    <a:pt x="1180556" y="1397746"/>
                  </a:lnTo>
                  <a:lnTo>
                    <a:pt x="1180549" y="1397769"/>
                  </a:lnTo>
                  <a:lnTo>
                    <a:pt x="1180548" y="1397784"/>
                  </a:lnTo>
                  <a:lnTo>
                    <a:pt x="1180547" y="1397804"/>
                  </a:lnTo>
                  <a:lnTo>
                    <a:pt x="1180546" y="1397818"/>
                  </a:lnTo>
                  <a:lnTo>
                    <a:pt x="1180547" y="1397837"/>
                  </a:lnTo>
                  <a:lnTo>
                    <a:pt x="1180544" y="1397847"/>
                  </a:lnTo>
                  <a:lnTo>
                    <a:pt x="1180532" y="1397871"/>
                  </a:lnTo>
                  <a:lnTo>
                    <a:pt x="1180527" y="1397888"/>
                  </a:lnTo>
                  <a:lnTo>
                    <a:pt x="1180525" y="1397918"/>
                  </a:lnTo>
                  <a:lnTo>
                    <a:pt x="1180524" y="1397928"/>
                  </a:lnTo>
                  <a:lnTo>
                    <a:pt x="1180518" y="1397949"/>
                  </a:lnTo>
                  <a:lnTo>
                    <a:pt x="1180514" y="1397970"/>
                  </a:lnTo>
                  <a:lnTo>
                    <a:pt x="1180510" y="1397990"/>
                  </a:lnTo>
                  <a:lnTo>
                    <a:pt x="1180510" y="1398002"/>
                  </a:lnTo>
                  <a:lnTo>
                    <a:pt x="1180511" y="1398013"/>
                  </a:lnTo>
                  <a:lnTo>
                    <a:pt x="1180510" y="1398029"/>
                  </a:lnTo>
                  <a:lnTo>
                    <a:pt x="1180506" y="1398044"/>
                  </a:lnTo>
                  <a:lnTo>
                    <a:pt x="1180502" y="1398067"/>
                  </a:lnTo>
                  <a:lnTo>
                    <a:pt x="1180498" y="1398086"/>
                  </a:lnTo>
                  <a:lnTo>
                    <a:pt x="1180495" y="1398096"/>
                  </a:lnTo>
                  <a:lnTo>
                    <a:pt x="1180487" y="1398114"/>
                  </a:lnTo>
                  <a:lnTo>
                    <a:pt x="1180480" y="1398131"/>
                  </a:lnTo>
                  <a:lnTo>
                    <a:pt x="1180473" y="1398144"/>
                  </a:lnTo>
                  <a:lnTo>
                    <a:pt x="1180464" y="1398161"/>
                  </a:lnTo>
                  <a:lnTo>
                    <a:pt x="1180450" y="1398191"/>
                  </a:lnTo>
                  <a:lnTo>
                    <a:pt x="1180442" y="1398200"/>
                  </a:lnTo>
                  <a:lnTo>
                    <a:pt x="1180429" y="1398211"/>
                  </a:lnTo>
                  <a:lnTo>
                    <a:pt x="1180413" y="1398219"/>
                  </a:lnTo>
                  <a:lnTo>
                    <a:pt x="1180409" y="1398223"/>
                  </a:lnTo>
                  <a:lnTo>
                    <a:pt x="1180393" y="1398229"/>
                  </a:lnTo>
                  <a:lnTo>
                    <a:pt x="1180377" y="1398237"/>
                  </a:lnTo>
                  <a:lnTo>
                    <a:pt x="1180365" y="1398245"/>
                  </a:lnTo>
                  <a:lnTo>
                    <a:pt x="1180339" y="1398262"/>
                  </a:lnTo>
                  <a:lnTo>
                    <a:pt x="1180317" y="1398266"/>
                  </a:lnTo>
                  <a:lnTo>
                    <a:pt x="1180297" y="1398274"/>
                  </a:lnTo>
                  <a:lnTo>
                    <a:pt x="1180292" y="1398278"/>
                  </a:lnTo>
                  <a:lnTo>
                    <a:pt x="1180274" y="1398284"/>
                  </a:lnTo>
                  <a:lnTo>
                    <a:pt x="1180254" y="1398294"/>
                  </a:lnTo>
                  <a:lnTo>
                    <a:pt x="1180237" y="1398303"/>
                  </a:lnTo>
                  <a:lnTo>
                    <a:pt x="1180195" y="1398317"/>
                  </a:lnTo>
                  <a:lnTo>
                    <a:pt x="1180180" y="1398325"/>
                  </a:lnTo>
                  <a:lnTo>
                    <a:pt x="1180164" y="1398330"/>
                  </a:lnTo>
                  <a:lnTo>
                    <a:pt x="1180146" y="1398329"/>
                  </a:lnTo>
                  <a:lnTo>
                    <a:pt x="1180127" y="1398325"/>
                  </a:lnTo>
                  <a:lnTo>
                    <a:pt x="1180109" y="1398319"/>
                  </a:lnTo>
                  <a:lnTo>
                    <a:pt x="1180091" y="1398312"/>
                  </a:lnTo>
                  <a:lnTo>
                    <a:pt x="1180073" y="1398307"/>
                  </a:lnTo>
                  <a:lnTo>
                    <a:pt x="1180054" y="1398303"/>
                  </a:lnTo>
                  <a:lnTo>
                    <a:pt x="1180036" y="1398295"/>
                  </a:lnTo>
                  <a:lnTo>
                    <a:pt x="1180018" y="1398287"/>
                  </a:lnTo>
                  <a:lnTo>
                    <a:pt x="1180001" y="1398280"/>
                  </a:lnTo>
                  <a:lnTo>
                    <a:pt x="1179996" y="1398277"/>
                  </a:lnTo>
                  <a:lnTo>
                    <a:pt x="1179990" y="1398275"/>
                  </a:lnTo>
                  <a:lnTo>
                    <a:pt x="1179984" y="1398275"/>
                  </a:lnTo>
                  <a:lnTo>
                    <a:pt x="1179976" y="1398277"/>
                  </a:lnTo>
                  <a:lnTo>
                    <a:pt x="1179970" y="1398283"/>
                  </a:lnTo>
                  <a:lnTo>
                    <a:pt x="1179957" y="1398297"/>
                  </a:lnTo>
                  <a:lnTo>
                    <a:pt x="1179951" y="1398302"/>
                  </a:lnTo>
                  <a:lnTo>
                    <a:pt x="1179939" y="1398311"/>
                  </a:lnTo>
                  <a:lnTo>
                    <a:pt x="1179914" y="1398325"/>
                  </a:lnTo>
                  <a:lnTo>
                    <a:pt x="1179894" y="1398332"/>
                  </a:lnTo>
                  <a:lnTo>
                    <a:pt x="1179882" y="1398335"/>
                  </a:lnTo>
                  <a:lnTo>
                    <a:pt x="1179868" y="1398335"/>
                  </a:lnTo>
                  <a:lnTo>
                    <a:pt x="1179841" y="1398339"/>
                  </a:lnTo>
                  <a:lnTo>
                    <a:pt x="1179807" y="1398350"/>
                  </a:lnTo>
                  <a:lnTo>
                    <a:pt x="1179760" y="1398364"/>
                  </a:lnTo>
                  <a:lnTo>
                    <a:pt x="1179740" y="1398369"/>
                  </a:lnTo>
                  <a:lnTo>
                    <a:pt x="1179704" y="1398374"/>
                  </a:lnTo>
                  <a:lnTo>
                    <a:pt x="1179686" y="1398377"/>
                  </a:lnTo>
                  <a:lnTo>
                    <a:pt x="1179667" y="1398377"/>
                  </a:lnTo>
                  <a:lnTo>
                    <a:pt x="1179649" y="1398377"/>
                  </a:lnTo>
                  <a:lnTo>
                    <a:pt x="1179631" y="1398376"/>
                  </a:lnTo>
                  <a:lnTo>
                    <a:pt x="1179617" y="1398377"/>
                  </a:lnTo>
                  <a:lnTo>
                    <a:pt x="1179603" y="1398375"/>
                  </a:lnTo>
                  <a:lnTo>
                    <a:pt x="1179596" y="1398379"/>
                  </a:lnTo>
                  <a:lnTo>
                    <a:pt x="1179579" y="1398393"/>
                  </a:lnTo>
                  <a:lnTo>
                    <a:pt x="1179576" y="1398397"/>
                  </a:lnTo>
                  <a:lnTo>
                    <a:pt x="1179558" y="1398411"/>
                  </a:lnTo>
                  <a:lnTo>
                    <a:pt x="1179541" y="1398424"/>
                  </a:lnTo>
                  <a:lnTo>
                    <a:pt x="1179525" y="1398439"/>
                  </a:lnTo>
                  <a:lnTo>
                    <a:pt x="1179509" y="1398454"/>
                  </a:lnTo>
                  <a:lnTo>
                    <a:pt x="1179495" y="1398473"/>
                  </a:lnTo>
                  <a:lnTo>
                    <a:pt x="1179481" y="1398491"/>
                  </a:lnTo>
                  <a:lnTo>
                    <a:pt x="1179468" y="1398510"/>
                  </a:lnTo>
                  <a:lnTo>
                    <a:pt x="1179451" y="1398525"/>
                  </a:lnTo>
                  <a:lnTo>
                    <a:pt x="1179440" y="1398531"/>
                  </a:lnTo>
                  <a:lnTo>
                    <a:pt x="1179432" y="1398534"/>
                  </a:lnTo>
                  <a:lnTo>
                    <a:pt x="1179422" y="1398537"/>
                  </a:lnTo>
                  <a:lnTo>
                    <a:pt x="1179414" y="1398543"/>
                  </a:lnTo>
                  <a:lnTo>
                    <a:pt x="1179396" y="1398558"/>
                  </a:lnTo>
                  <a:lnTo>
                    <a:pt x="1179380" y="1398573"/>
                  </a:lnTo>
                  <a:lnTo>
                    <a:pt x="1179365" y="1398585"/>
                  </a:lnTo>
                  <a:lnTo>
                    <a:pt x="1179353" y="1398593"/>
                  </a:lnTo>
                  <a:lnTo>
                    <a:pt x="1179341" y="1398604"/>
                  </a:lnTo>
                  <a:lnTo>
                    <a:pt x="1179324" y="1398622"/>
                  </a:lnTo>
                  <a:lnTo>
                    <a:pt x="1179310" y="1398636"/>
                  </a:lnTo>
                  <a:lnTo>
                    <a:pt x="1179300" y="1398640"/>
                  </a:lnTo>
                  <a:lnTo>
                    <a:pt x="1179290" y="1398640"/>
                  </a:lnTo>
                  <a:lnTo>
                    <a:pt x="1179272" y="1398639"/>
                  </a:lnTo>
                  <a:lnTo>
                    <a:pt x="1179255" y="1398644"/>
                  </a:lnTo>
                  <a:lnTo>
                    <a:pt x="1179246" y="1398650"/>
                  </a:lnTo>
                  <a:lnTo>
                    <a:pt x="1179241" y="1398656"/>
                  </a:lnTo>
                  <a:lnTo>
                    <a:pt x="1179239" y="1398661"/>
                  </a:lnTo>
                  <a:lnTo>
                    <a:pt x="1179227" y="1398680"/>
                  </a:lnTo>
                  <a:lnTo>
                    <a:pt x="1179212" y="1398698"/>
                  </a:lnTo>
                  <a:lnTo>
                    <a:pt x="1179198" y="1398717"/>
                  </a:lnTo>
                  <a:lnTo>
                    <a:pt x="1179184" y="1398728"/>
                  </a:lnTo>
                  <a:lnTo>
                    <a:pt x="1179180" y="1398729"/>
                  </a:lnTo>
                  <a:lnTo>
                    <a:pt x="1179161" y="1398730"/>
                  </a:lnTo>
                  <a:lnTo>
                    <a:pt x="1179151" y="1398731"/>
                  </a:lnTo>
                  <a:lnTo>
                    <a:pt x="1179143" y="1398730"/>
                  </a:lnTo>
                  <a:lnTo>
                    <a:pt x="1179132" y="1398732"/>
                  </a:lnTo>
                  <a:lnTo>
                    <a:pt x="1179126" y="1398739"/>
                  </a:lnTo>
                  <a:lnTo>
                    <a:pt x="1179125" y="1398758"/>
                  </a:lnTo>
                  <a:lnTo>
                    <a:pt x="1179125" y="1398773"/>
                  </a:lnTo>
                  <a:lnTo>
                    <a:pt x="1179122" y="1398797"/>
                  </a:lnTo>
                  <a:lnTo>
                    <a:pt x="1179117" y="1398804"/>
                  </a:lnTo>
                  <a:lnTo>
                    <a:pt x="1179108" y="1398814"/>
                  </a:lnTo>
                  <a:lnTo>
                    <a:pt x="1179094" y="1398821"/>
                  </a:lnTo>
                  <a:lnTo>
                    <a:pt x="1179084" y="1398835"/>
                  </a:lnTo>
                  <a:lnTo>
                    <a:pt x="1179082" y="1398848"/>
                  </a:lnTo>
                  <a:lnTo>
                    <a:pt x="1179078" y="1398868"/>
                  </a:lnTo>
                  <a:lnTo>
                    <a:pt x="1179075" y="1398886"/>
                  </a:lnTo>
                  <a:lnTo>
                    <a:pt x="1179075" y="1398891"/>
                  </a:lnTo>
                  <a:lnTo>
                    <a:pt x="1179073" y="1398900"/>
                  </a:lnTo>
                  <a:lnTo>
                    <a:pt x="1179073" y="1398911"/>
                  </a:lnTo>
                  <a:lnTo>
                    <a:pt x="1179076" y="1398920"/>
                  </a:lnTo>
                  <a:lnTo>
                    <a:pt x="1179082" y="1398947"/>
                  </a:lnTo>
                  <a:lnTo>
                    <a:pt x="1179082" y="1398970"/>
                  </a:lnTo>
                  <a:lnTo>
                    <a:pt x="1179077" y="1398989"/>
                  </a:lnTo>
                  <a:lnTo>
                    <a:pt x="1179075" y="1399009"/>
                  </a:lnTo>
                  <a:lnTo>
                    <a:pt x="1179070" y="1399021"/>
                  </a:lnTo>
                  <a:lnTo>
                    <a:pt x="1179060" y="1399035"/>
                  </a:lnTo>
                  <a:lnTo>
                    <a:pt x="1179053" y="1399045"/>
                  </a:lnTo>
                  <a:lnTo>
                    <a:pt x="1179043" y="1399053"/>
                  </a:lnTo>
                  <a:lnTo>
                    <a:pt x="1179035" y="1399062"/>
                  </a:lnTo>
                  <a:lnTo>
                    <a:pt x="1179027" y="1399070"/>
                  </a:lnTo>
                  <a:lnTo>
                    <a:pt x="1179021" y="1399077"/>
                  </a:lnTo>
                  <a:lnTo>
                    <a:pt x="1179017" y="1399082"/>
                  </a:lnTo>
                  <a:lnTo>
                    <a:pt x="1179016" y="1399091"/>
                  </a:lnTo>
                  <a:lnTo>
                    <a:pt x="1179021" y="1399102"/>
                  </a:lnTo>
                  <a:lnTo>
                    <a:pt x="1179025" y="1399113"/>
                  </a:lnTo>
                  <a:lnTo>
                    <a:pt x="1179027" y="1399125"/>
                  </a:lnTo>
                  <a:lnTo>
                    <a:pt x="1179025" y="1399140"/>
                  </a:lnTo>
                  <a:lnTo>
                    <a:pt x="1179014" y="1399162"/>
                  </a:lnTo>
                  <a:lnTo>
                    <a:pt x="1179005" y="1399183"/>
                  </a:lnTo>
                  <a:lnTo>
                    <a:pt x="1178997" y="1399198"/>
                  </a:lnTo>
                  <a:lnTo>
                    <a:pt x="1178988" y="1399218"/>
                  </a:lnTo>
                  <a:lnTo>
                    <a:pt x="1178979" y="1399231"/>
                  </a:lnTo>
                  <a:lnTo>
                    <a:pt x="1178963" y="1399248"/>
                  </a:lnTo>
                  <a:lnTo>
                    <a:pt x="1178939" y="1399268"/>
                  </a:lnTo>
                  <a:lnTo>
                    <a:pt x="1178920" y="1399281"/>
                  </a:lnTo>
                  <a:lnTo>
                    <a:pt x="1178899" y="1399296"/>
                  </a:lnTo>
                  <a:lnTo>
                    <a:pt x="1178880" y="1399307"/>
                  </a:lnTo>
                  <a:lnTo>
                    <a:pt x="1178871" y="1399315"/>
                  </a:lnTo>
                  <a:lnTo>
                    <a:pt x="1178865" y="1399320"/>
                  </a:lnTo>
                  <a:lnTo>
                    <a:pt x="1178855" y="1399331"/>
                  </a:lnTo>
                  <a:lnTo>
                    <a:pt x="1178843" y="1399345"/>
                  </a:lnTo>
                  <a:lnTo>
                    <a:pt x="1178835" y="1399361"/>
                  </a:lnTo>
                  <a:lnTo>
                    <a:pt x="1178830" y="1399382"/>
                  </a:lnTo>
                  <a:lnTo>
                    <a:pt x="1178830" y="1399400"/>
                  </a:lnTo>
                  <a:lnTo>
                    <a:pt x="1178835" y="1399413"/>
                  </a:lnTo>
                  <a:lnTo>
                    <a:pt x="1178838" y="1399425"/>
                  </a:lnTo>
                  <a:lnTo>
                    <a:pt x="1178843" y="1399438"/>
                  </a:lnTo>
                  <a:lnTo>
                    <a:pt x="1178846" y="1399457"/>
                  </a:lnTo>
                  <a:lnTo>
                    <a:pt x="1178850" y="1399475"/>
                  </a:lnTo>
                  <a:lnTo>
                    <a:pt x="1178851" y="1399494"/>
                  </a:lnTo>
                  <a:lnTo>
                    <a:pt x="1178853" y="1399512"/>
                  </a:lnTo>
                  <a:lnTo>
                    <a:pt x="1178853" y="1399528"/>
                  </a:lnTo>
                  <a:lnTo>
                    <a:pt x="1178855" y="1399542"/>
                  </a:lnTo>
                  <a:lnTo>
                    <a:pt x="1178853" y="1399558"/>
                  </a:lnTo>
                  <a:lnTo>
                    <a:pt x="1178852" y="1399573"/>
                  </a:lnTo>
                  <a:lnTo>
                    <a:pt x="1178849" y="1399580"/>
                  </a:lnTo>
                  <a:lnTo>
                    <a:pt x="1178846" y="1399585"/>
                  </a:lnTo>
                  <a:lnTo>
                    <a:pt x="1178842" y="1399589"/>
                  </a:lnTo>
                  <a:lnTo>
                    <a:pt x="1178828" y="1399595"/>
                  </a:lnTo>
                  <a:lnTo>
                    <a:pt x="1178820" y="1399601"/>
                  </a:lnTo>
                  <a:lnTo>
                    <a:pt x="1178809" y="1399611"/>
                  </a:lnTo>
                  <a:lnTo>
                    <a:pt x="1178805" y="1399621"/>
                  </a:lnTo>
                  <a:lnTo>
                    <a:pt x="1178799" y="1399635"/>
                  </a:lnTo>
                  <a:lnTo>
                    <a:pt x="1178796" y="1399650"/>
                  </a:lnTo>
                  <a:lnTo>
                    <a:pt x="1178793" y="1399670"/>
                  </a:lnTo>
                  <a:lnTo>
                    <a:pt x="1178787" y="1399689"/>
                  </a:lnTo>
                  <a:lnTo>
                    <a:pt x="1178777" y="1399726"/>
                  </a:lnTo>
                  <a:lnTo>
                    <a:pt x="1178768" y="1399745"/>
                  </a:lnTo>
                  <a:lnTo>
                    <a:pt x="1178758" y="1399769"/>
                  </a:lnTo>
                  <a:lnTo>
                    <a:pt x="1178748" y="1399788"/>
                  </a:lnTo>
                  <a:lnTo>
                    <a:pt x="1178743" y="1399796"/>
                  </a:lnTo>
                  <a:lnTo>
                    <a:pt x="1178736" y="1399810"/>
                  </a:lnTo>
                  <a:lnTo>
                    <a:pt x="1178726" y="1399825"/>
                  </a:lnTo>
                  <a:lnTo>
                    <a:pt x="1178718" y="1399834"/>
                  </a:lnTo>
                  <a:lnTo>
                    <a:pt x="1178711" y="1399844"/>
                  </a:lnTo>
                  <a:lnTo>
                    <a:pt x="1178696" y="1399861"/>
                  </a:lnTo>
                  <a:lnTo>
                    <a:pt x="1178685" y="1399875"/>
                  </a:lnTo>
                  <a:lnTo>
                    <a:pt x="1178668" y="1399891"/>
                  </a:lnTo>
                  <a:lnTo>
                    <a:pt x="1178657" y="1399899"/>
                  </a:lnTo>
                  <a:lnTo>
                    <a:pt x="1178651" y="1399913"/>
                  </a:lnTo>
                  <a:lnTo>
                    <a:pt x="1178643" y="1399933"/>
                  </a:lnTo>
                  <a:lnTo>
                    <a:pt x="1178638" y="1399951"/>
                  </a:lnTo>
                  <a:lnTo>
                    <a:pt x="1178634" y="1399956"/>
                  </a:lnTo>
                  <a:lnTo>
                    <a:pt x="1178628" y="1399966"/>
                  </a:lnTo>
                  <a:lnTo>
                    <a:pt x="1178615" y="1399979"/>
                  </a:lnTo>
                  <a:lnTo>
                    <a:pt x="1178597" y="1399994"/>
                  </a:lnTo>
                  <a:lnTo>
                    <a:pt x="1178582" y="1400003"/>
                  </a:lnTo>
                  <a:lnTo>
                    <a:pt x="1178570" y="1400009"/>
                  </a:lnTo>
                  <a:lnTo>
                    <a:pt x="1178556" y="1400014"/>
                  </a:lnTo>
                  <a:lnTo>
                    <a:pt x="1178548" y="1400017"/>
                  </a:lnTo>
                  <a:lnTo>
                    <a:pt x="1178526" y="1400019"/>
                  </a:lnTo>
                  <a:lnTo>
                    <a:pt x="1178515" y="1400021"/>
                  </a:lnTo>
                  <a:lnTo>
                    <a:pt x="1178491" y="1400026"/>
                  </a:lnTo>
                  <a:lnTo>
                    <a:pt x="1178472" y="1400032"/>
                  </a:lnTo>
                  <a:lnTo>
                    <a:pt x="1178460" y="1400035"/>
                  </a:lnTo>
                  <a:lnTo>
                    <a:pt x="1178450" y="1400038"/>
                  </a:lnTo>
                  <a:lnTo>
                    <a:pt x="1178441" y="1400042"/>
                  </a:lnTo>
                  <a:lnTo>
                    <a:pt x="1178421" y="1400052"/>
                  </a:lnTo>
                  <a:lnTo>
                    <a:pt x="1178401" y="1400068"/>
                  </a:lnTo>
                  <a:lnTo>
                    <a:pt x="1178385" y="1400080"/>
                  </a:lnTo>
                  <a:lnTo>
                    <a:pt x="1178371" y="1400095"/>
                  </a:lnTo>
                  <a:lnTo>
                    <a:pt x="1178355" y="1400110"/>
                  </a:lnTo>
                  <a:lnTo>
                    <a:pt x="1178339" y="1400121"/>
                  </a:lnTo>
                  <a:lnTo>
                    <a:pt x="1178332" y="1400128"/>
                  </a:lnTo>
                  <a:lnTo>
                    <a:pt x="1178327" y="1400131"/>
                  </a:lnTo>
                  <a:lnTo>
                    <a:pt x="1178318" y="1400132"/>
                  </a:lnTo>
                  <a:lnTo>
                    <a:pt x="1178312" y="1400133"/>
                  </a:lnTo>
                  <a:lnTo>
                    <a:pt x="1178306" y="1400137"/>
                  </a:lnTo>
                  <a:lnTo>
                    <a:pt x="1178294" y="1400156"/>
                  </a:lnTo>
                  <a:lnTo>
                    <a:pt x="1178287" y="1400170"/>
                  </a:lnTo>
                  <a:lnTo>
                    <a:pt x="1178282" y="1400181"/>
                  </a:lnTo>
                  <a:lnTo>
                    <a:pt x="1178279" y="1400202"/>
                  </a:lnTo>
                  <a:lnTo>
                    <a:pt x="1178274" y="1400208"/>
                  </a:lnTo>
                  <a:lnTo>
                    <a:pt x="1178267" y="1400212"/>
                  </a:lnTo>
                  <a:lnTo>
                    <a:pt x="1178244" y="1400223"/>
                  </a:lnTo>
                  <a:lnTo>
                    <a:pt x="1178225" y="1400233"/>
                  </a:lnTo>
                  <a:lnTo>
                    <a:pt x="1178194" y="1400248"/>
                  </a:lnTo>
                  <a:lnTo>
                    <a:pt x="1178152" y="1400267"/>
                  </a:lnTo>
                  <a:lnTo>
                    <a:pt x="1178121" y="1400283"/>
                  </a:lnTo>
                  <a:lnTo>
                    <a:pt x="1178090" y="1400294"/>
                  </a:lnTo>
                  <a:lnTo>
                    <a:pt x="1178079" y="1400303"/>
                  </a:lnTo>
                  <a:lnTo>
                    <a:pt x="1178067" y="1400311"/>
                  </a:lnTo>
                  <a:lnTo>
                    <a:pt x="1178051" y="1400328"/>
                  </a:lnTo>
                  <a:lnTo>
                    <a:pt x="1178039" y="1400344"/>
                  </a:lnTo>
                  <a:lnTo>
                    <a:pt x="1178032" y="1400356"/>
                  </a:lnTo>
                  <a:lnTo>
                    <a:pt x="1178017" y="1400374"/>
                  </a:lnTo>
                  <a:lnTo>
                    <a:pt x="1178006" y="1400391"/>
                  </a:lnTo>
                  <a:lnTo>
                    <a:pt x="1177988" y="1400411"/>
                  </a:lnTo>
                  <a:lnTo>
                    <a:pt x="1177972" y="1400429"/>
                  </a:lnTo>
                  <a:lnTo>
                    <a:pt x="1177963" y="1400440"/>
                  </a:lnTo>
                  <a:lnTo>
                    <a:pt x="1177955" y="1400450"/>
                  </a:lnTo>
                  <a:lnTo>
                    <a:pt x="1177942" y="1400447"/>
                  </a:lnTo>
                  <a:lnTo>
                    <a:pt x="1177910" y="1400440"/>
                  </a:lnTo>
                  <a:lnTo>
                    <a:pt x="1177846" y="1400425"/>
                  </a:lnTo>
                  <a:lnTo>
                    <a:pt x="1177822" y="1400425"/>
                  </a:lnTo>
                  <a:lnTo>
                    <a:pt x="1177809" y="1400424"/>
                  </a:lnTo>
                  <a:lnTo>
                    <a:pt x="1177795" y="1400423"/>
                  </a:lnTo>
                  <a:lnTo>
                    <a:pt x="1177778" y="1400421"/>
                  </a:lnTo>
                  <a:lnTo>
                    <a:pt x="1177765" y="1400422"/>
                  </a:lnTo>
                  <a:lnTo>
                    <a:pt x="1177742" y="1400423"/>
                  </a:lnTo>
                  <a:lnTo>
                    <a:pt x="1177721" y="1400425"/>
                  </a:lnTo>
                  <a:lnTo>
                    <a:pt x="1177715" y="1400430"/>
                  </a:lnTo>
                  <a:lnTo>
                    <a:pt x="1177704" y="1400439"/>
                  </a:lnTo>
                  <a:lnTo>
                    <a:pt x="1177683" y="1400447"/>
                  </a:lnTo>
                  <a:lnTo>
                    <a:pt x="1177667" y="1400450"/>
                  </a:lnTo>
                  <a:lnTo>
                    <a:pt x="1177654" y="1400450"/>
                  </a:lnTo>
                  <a:lnTo>
                    <a:pt x="1177642" y="1400450"/>
                  </a:lnTo>
                  <a:lnTo>
                    <a:pt x="1177619" y="1400449"/>
                  </a:lnTo>
                  <a:lnTo>
                    <a:pt x="1177603" y="1400445"/>
                  </a:lnTo>
                  <a:lnTo>
                    <a:pt x="1177585" y="1400442"/>
                  </a:lnTo>
                  <a:lnTo>
                    <a:pt x="1177566" y="1400437"/>
                  </a:lnTo>
                  <a:lnTo>
                    <a:pt x="1177549" y="1400425"/>
                  </a:lnTo>
                  <a:lnTo>
                    <a:pt x="1177540" y="1400421"/>
                  </a:lnTo>
                  <a:lnTo>
                    <a:pt x="1177530" y="1400418"/>
                  </a:lnTo>
                  <a:lnTo>
                    <a:pt x="1177520" y="1400418"/>
                  </a:lnTo>
                  <a:lnTo>
                    <a:pt x="1177508" y="1400418"/>
                  </a:lnTo>
                  <a:lnTo>
                    <a:pt x="1177494" y="1400417"/>
                  </a:lnTo>
                  <a:lnTo>
                    <a:pt x="1177484" y="1400417"/>
                  </a:lnTo>
                  <a:lnTo>
                    <a:pt x="1177476" y="1400415"/>
                  </a:lnTo>
                  <a:lnTo>
                    <a:pt x="1177457" y="1400409"/>
                  </a:lnTo>
                  <a:lnTo>
                    <a:pt x="1177451" y="1400405"/>
                  </a:lnTo>
                  <a:lnTo>
                    <a:pt x="1177439" y="1400399"/>
                  </a:lnTo>
                  <a:lnTo>
                    <a:pt x="1177421" y="1400388"/>
                  </a:lnTo>
                  <a:lnTo>
                    <a:pt x="1177404" y="1400371"/>
                  </a:lnTo>
                  <a:lnTo>
                    <a:pt x="1177391" y="1400352"/>
                  </a:lnTo>
                  <a:lnTo>
                    <a:pt x="1177386" y="1400343"/>
                  </a:lnTo>
                  <a:lnTo>
                    <a:pt x="1177382" y="1400334"/>
                  </a:lnTo>
                  <a:lnTo>
                    <a:pt x="1177369" y="1400316"/>
                  </a:lnTo>
                  <a:lnTo>
                    <a:pt x="1177363" y="1400307"/>
                  </a:lnTo>
                  <a:lnTo>
                    <a:pt x="1177353" y="1400298"/>
                  </a:lnTo>
                  <a:lnTo>
                    <a:pt x="1177335" y="1400282"/>
                  </a:lnTo>
                  <a:lnTo>
                    <a:pt x="1177317" y="1400272"/>
                  </a:lnTo>
                  <a:lnTo>
                    <a:pt x="1177299" y="1400259"/>
                  </a:lnTo>
                  <a:lnTo>
                    <a:pt x="1177280" y="1400245"/>
                  </a:lnTo>
                  <a:lnTo>
                    <a:pt x="1177262" y="1400229"/>
                  </a:lnTo>
                  <a:lnTo>
                    <a:pt x="1177226" y="1400198"/>
                  </a:lnTo>
                  <a:lnTo>
                    <a:pt x="1177212" y="1400191"/>
                  </a:lnTo>
                  <a:lnTo>
                    <a:pt x="1177206" y="1400189"/>
                  </a:lnTo>
                  <a:lnTo>
                    <a:pt x="1177201" y="1400189"/>
                  </a:lnTo>
                  <a:lnTo>
                    <a:pt x="1177190" y="1400192"/>
                  </a:lnTo>
                  <a:lnTo>
                    <a:pt x="1177172" y="1400200"/>
                  </a:lnTo>
                  <a:lnTo>
                    <a:pt x="1177153" y="1400206"/>
                  </a:lnTo>
                  <a:lnTo>
                    <a:pt x="1177135" y="1400212"/>
                  </a:lnTo>
                  <a:lnTo>
                    <a:pt x="1177128" y="1400214"/>
                  </a:lnTo>
                  <a:lnTo>
                    <a:pt x="1177118" y="1400214"/>
                  </a:lnTo>
                  <a:lnTo>
                    <a:pt x="1177108" y="1400212"/>
                  </a:lnTo>
                  <a:lnTo>
                    <a:pt x="1177099" y="1400207"/>
                  </a:lnTo>
                  <a:lnTo>
                    <a:pt x="1177080" y="1400199"/>
                  </a:lnTo>
                  <a:lnTo>
                    <a:pt x="1177062" y="1400188"/>
                  </a:lnTo>
                  <a:lnTo>
                    <a:pt x="1177044" y="1400177"/>
                  </a:lnTo>
                  <a:lnTo>
                    <a:pt x="1177025" y="1400166"/>
                  </a:lnTo>
                  <a:lnTo>
                    <a:pt x="1177007" y="1400156"/>
                  </a:lnTo>
                  <a:lnTo>
                    <a:pt x="1176989" y="1400148"/>
                  </a:lnTo>
                  <a:lnTo>
                    <a:pt x="1176972" y="1400140"/>
                  </a:lnTo>
                  <a:lnTo>
                    <a:pt x="1176956" y="1400135"/>
                  </a:lnTo>
                  <a:lnTo>
                    <a:pt x="1176947" y="1400132"/>
                  </a:lnTo>
                  <a:lnTo>
                    <a:pt x="1176931" y="1400126"/>
                  </a:lnTo>
                  <a:lnTo>
                    <a:pt x="1176906" y="1400119"/>
                  </a:lnTo>
                  <a:lnTo>
                    <a:pt x="1176881" y="1400112"/>
                  </a:lnTo>
                  <a:lnTo>
                    <a:pt x="1176860" y="1400105"/>
                  </a:lnTo>
                  <a:lnTo>
                    <a:pt x="1176836" y="1400100"/>
                  </a:lnTo>
                  <a:lnTo>
                    <a:pt x="1176826" y="1400101"/>
                  </a:lnTo>
                  <a:lnTo>
                    <a:pt x="1176816" y="1400102"/>
                  </a:lnTo>
                  <a:lnTo>
                    <a:pt x="1176803" y="1400104"/>
                  </a:lnTo>
                  <a:lnTo>
                    <a:pt x="1176797" y="1400105"/>
                  </a:lnTo>
                  <a:lnTo>
                    <a:pt x="1176777" y="1400112"/>
                  </a:lnTo>
                  <a:lnTo>
                    <a:pt x="1176760" y="1400119"/>
                  </a:lnTo>
                  <a:lnTo>
                    <a:pt x="1176740" y="1400125"/>
                  </a:lnTo>
                  <a:lnTo>
                    <a:pt x="1176733" y="1400128"/>
                  </a:lnTo>
                  <a:lnTo>
                    <a:pt x="1176701" y="1400126"/>
                  </a:lnTo>
                  <a:lnTo>
                    <a:pt x="1176681" y="1400128"/>
                  </a:lnTo>
                  <a:lnTo>
                    <a:pt x="1176663" y="1400133"/>
                  </a:lnTo>
                  <a:lnTo>
                    <a:pt x="1176642" y="1400139"/>
                  </a:lnTo>
                  <a:lnTo>
                    <a:pt x="1176633" y="1400140"/>
                  </a:lnTo>
                  <a:lnTo>
                    <a:pt x="1176628" y="1400144"/>
                  </a:lnTo>
                  <a:lnTo>
                    <a:pt x="1176616" y="1400153"/>
                  </a:lnTo>
                  <a:lnTo>
                    <a:pt x="1176589" y="1400171"/>
                  </a:lnTo>
                  <a:lnTo>
                    <a:pt x="1176567" y="1400189"/>
                  </a:lnTo>
                  <a:lnTo>
                    <a:pt x="1176548" y="1400202"/>
                  </a:lnTo>
                  <a:lnTo>
                    <a:pt x="1176539" y="1400209"/>
                  </a:lnTo>
                  <a:lnTo>
                    <a:pt x="1176533" y="1400212"/>
                  </a:lnTo>
                  <a:lnTo>
                    <a:pt x="1176525" y="1400218"/>
                  </a:lnTo>
                  <a:lnTo>
                    <a:pt x="1176515" y="1400227"/>
                  </a:lnTo>
                  <a:lnTo>
                    <a:pt x="1176507" y="1400236"/>
                  </a:lnTo>
                  <a:lnTo>
                    <a:pt x="1176499" y="1400250"/>
                  </a:lnTo>
                  <a:lnTo>
                    <a:pt x="1176487" y="1400269"/>
                  </a:lnTo>
                  <a:lnTo>
                    <a:pt x="1176475" y="1400290"/>
                  </a:lnTo>
                  <a:lnTo>
                    <a:pt x="1176462" y="1400297"/>
                  </a:lnTo>
                  <a:lnTo>
                    <a:pt x="1176455" y="1400299"/>
                  </a:lnTo>
                  <a:lnTo>
                    <a:pt x="1176450" y="1400300"/>
                  </a:lnTo>
                  <a:lnTo>
                    <a:pt x="1176437" y="1400301"/>
                  </a:lnTo>
                  <a:lnTo>
                    <a:pt x="1176420" y="1400302"/>
                  </a:lnTo>
                  <a:lnTo>
                    <a:pt x="1176405" y="1400303"/>
                  </a:lnTo>
                  <a:lnTo>
                    <a:pt x="1176386" y="1400310"/>
                  </a:lnTo>
                  <a:lnTo>
                    <a:pt x="1176373" y="1400316"/>
                  </a:lnTo>
                  <a:lnTo>
                    <a:pt x="1176355" y="1400326"/>
                  </a:lnTo>
                  <a:lnTo>
                    <a:pt x="1176348" y="1400331"/>
                  </a:lnTo>
                  <a:lnTo>
                    <a:pt x="1176334" y="1400333"/>
                  </a:lnTo>
                  <a:lnTo>
                    <a:pt x="1176313" y="1400337"/>
                  </a:lnTo>
                  <a:lnTo>
                    <a:pt x="1176297" y="1400342"/>
                  </a:lnTo>
                  <a:lnTo>
                    <a:pt x="1176270" y="1400345"/>
                  </a:lnTo>
                  <a:lnTo>
                    <a:pt x="1176258" y="1400348"/>
                  </a:lnTo>
                  <a:lnTo>
                    <a:pt x="1176251" y="1400348"/>
                  </a:lnTo>
                  <a:lnTo>
                    <a:pt x="1176226" y="1400350"/>
                  </a:lnTo>
                  <a:lnTo>
                    <a:pt x="1176201" y="1400350"/>
                  </a:lnTo>
                  <a:lnTo>
                    <a:pt x="1176186" y="1400350"/>
                  </a:lnTo>
                  <a:lnTo>
                    <a:pt x="1176181" y="1400350"/>
                  </a:lnTo>
                  <a:lnTo>
                    <a:pt x="1176163" y="1400350"/>
                  </a:lnTo>
                  <a:lnTo>
                    <a:pt x="1176145" y="1400353"/>
                  </a:lnTo>
                  <a:lnTo>
                    <a:pt x="1176135" y="1400352"/>
                  </a:lnTo>
                  <a:lnTo>
                    <a:pt x="1176127" y="1400353"/>
                  </a:lnTo>
                  <a:lnTo>
                    <a:pt x="1176108" y="1400354"/>
                  </a:lnTo>
                  <a:lnTo>
                    <a:pt x="1176090" y="1400354"/>
                  </a:lnTo>
                  <a:lnTo>
                    <a:pt x="1176072" y="1400352"/>
                  </a:lnTo>
                  <a:lnTo>
                    <a:pt x="1176054" y="1400343"/>
                  </a:lnTo>
                  <a:lnTo>
                    <a:pt x="1176044" y="1400338"/>
                  </a:lnTo>
                  <a:lnTo>
                    <a:pt x="1176036" y="1400330"/>
                  </a:lnTo>
                  <a:lnTo>
                    <a:pt x="1176023" y="1400312"/>
                  </a:lnTo>
                  <a:lnTo>
                    <a:pt x="1176012" y="1400294"/>
                  </a:lnTo>
                  <a:lnTo>
                    <a:pt x="1176005" y="1400281"/>
                  </a:lnTo>
                  <a:lnTo>
                    <a:pt x="1175998" y="1400275"/>
                  </a:lnTo>
                  <a:lnTo>
                    <a:pt x="1175984" y="1400259"/>
                  </a:lnTo>
                  <a:lnTo>
                    <a:pt x="1175974" y="1400248"/>
                  </a:lnTo>
                  <a:lnTo>
                    <a:pt x="1175970" y="1400240"/>
                  </a:lnTo>
                  <a:lnTo>
                    <a:pt x="1175961" y="1400223"/>
                  </a:lnTo>
                  <a:lnTo>
                    <a:pt x="1175950" y="1400207"/>
                  </a:lnTo>
                  <a:lnTo>
                    <a:pt x="1175943" y="1400195"/>
                  </a:lnTo>
                  <a:lnTo>
                    <a:pt x="1175935" y="1400186"/>
                  </a:lnTo>
                  <a:lnTo>
                    <a:pt x="1175916" y="1400174"/>
                  </a:lnTo>
                  <a:lnTo>
                    <a:pt x="1175898" y="1400166"/>
                  </a:lnTo>
                  <a:lnTo>
                    <a:pt x="1175880" y="1400159"/>
                  </a:lnTo>
                  <a:lnTo>
                    <a:pt x="1175868" y="1400151"/>
                  </a:lnTo>
                  <a:lnTo>
                    <a:pt x="1175861" y="1400145"/>
                  </a:lnTo>
                  <a:lnTo>
                    <a:pt x="1175843" y="1400129"/>
                  </a:lnTo>
                  <a:lnTo>
                    <a:pt x="1175828" y="1400111"/>
                  </a:lnTo>
                  <a:lnTo>
                    <a:pt x="1175823" y="1400098"/>
                  </a:lnTo>
                  <a:lnTo>
                    <a:pt x="1175810" y="1400078"/>
                  </a:lnTo>
                  <a:lnTo>
                    <a:pt x="1175800" y="1400061"/>
                  </a:lnTo>
                  <a:lnTo>
                    <a:pt x="1175792" y="1400047"/>
                  </a:lnTo>
                  <a:lnTo>
                    <a:pt x="1175793" y="1400041"/>
                  </a:lnTo>
                  <a:lnTo>
                    <a:pt x="1175784" y="1400022"/>
                  </a:lnTo>
                  <a:lnTo>
                    <a:pt x="1175774" y="1400010"/>
                  </a:lnTo>
                  <a:lnTo>
                    <a:pt x="1175762" y="1400001"/>
                  </a:lnTo>
                  <a:lnTo>
                    <a:pt x="1175747" y="1399993"/>
                  </a:lnTo>
                  <a:lnTo>
                    <a:pt x="1175742" y="1399988"/>
                  </a:lnTo>
                  <a:lnTo>
                    <a:pt x="1175737" y="1399981"/>
                  </a:lnTo>
                  <a:lnTo>
                    <a:pt x="1175726" y="1399973"/>
                  </a:lnTo>
                  <a:lnTo>
                    <a:pt x="1175715" y="1399965"/>
                  </a:lnTo>
                  <a:lnTo>
                    <a:pt x="1175699" y="1399958"/>
                  </a:lnTo>
                  <a:lnTo>
                    <a:pt x="1175678" y="1399952"/>
                  </a:lnTo>
                  <a:lnTo>
                    <a:pt x="1175658" y="1399951"/>
                  </a:lnTo>
                  <a:lnTo>
                    <a:pt x="1175646" y="1399951"/>
                  </a:lnTo>
                  <a:lnTo>
                    <a:pt x="1175640" y="1399949"/>
                  </a:lnTo>
                  <a:lnTo>
                    <a:pt x="1175623" y="1399935"/>
                  </a:lnTo>
                  <a:lnTo>
                    <a:pt x="1175616" y="1399929"/>
                  </a:lnTo>
                  <a:lnTo>
                    <a:pt x="1175608" y="1399920"/>
                  </a:lnTo>
                  <a:lnTo>
                    <a:pt x="1175599" y="1399911"/>
                  </a:lnTo>
                  <a:lnTo>
                    <a:pt x="1175592" y="1399909"/>
                  </a:lnTo>
                  <a:lnTo>
                    <a:pt x="1175569" y="1399904"/>
                  </a:lnTo>
                  <a:lnTo>
                    <a:pt x="1175551" y="1399901"/>
                  </a:lnTo>
                  <a:lnTo>
                    <a:pt x="1175531" y="1399894"/>
                  </a:lnTo>
                  <a:lnTo>
                    <a:pt x="1175511" y="1399885"/>
                  </a:lnTo>
                  <a:lnTo>
                    <a:pt x="1175480" y="1399874"/>
                  </a:lnTo>
                  <a:lnTo>
                    <a:pt x="1175468" y="1399869"/>
                  </a:lnTo>
                  <a:lnTo>
                    <a:pt x="1175450" y="1399863"/>
                  </a:lnTo>
                  <a:lnTo>
                    <a:pt x="1175431" y="1399858"/>
                  </a:lnTo>
                  <a:lnTo>
                    <a:pt x="1175420" y="1399855"/>
                  </a:lnTo>
                  <a:lnTo>
                    <a:pt x="1175385" y="1399841"/>
                  </a:lnTo>
                  <a:lnTo>
                    <a:pt x="1175367" y="1399832"/>
                  </a:lnTo>
                  <a:lnTo>
                    <a:pt x="1175348" y="1399824"/>
                  </a:lnTo>
                  <a:lnTo>
                    <a:pt x="1175329" y="1399811"/>
                  </a:lnTo>
                  <a:lnTo>
                    <a:pt x="1175321" y="1399806"/>
                  </a:lnTo>
                  <a:lnTo>
                    <a:pt x="1175311" y="1399803"/>
                  </a:lnTo>
                  <a:lnTo>
                    <a:pt x="1175303" y="1399799"/>
                  </a:lnTo>
                  <a:lnTo>
                    <a:pt x="1175293" y="1399796"/>
                  </a:lnTo>
                  <a:lnTo>
                    <a:pt x="1175280" y="1399792"/>
                  </a:lnTo>
                  <a:lnTo>
                    <a:pt x="1175264" y="1399788"/>
                  </a:lnTo>
                  <a:lnTo>
                    <a:pt x="1175252" y="1399789"/>
                  </a:lnTo>
                  <a:lnTo>
                    <a:pt x="1175238" y="1399789"/>
                  </a:lnTo>
                  <a:lnTo>
                    <a:pt x="1175220" y="1399788"/>
                  </a:lnTo>
                  <a:lnTo>
                    <a:pt x="1175202" y="1399788"/>
                  </a:lnTo>
                  <a:lnTo>
                    <a:pt x="1175184" y="1399788"/>
                  </a:lnTo>
                  <a:lnTo>
                    <a:pt x="1175166" y="1399788"/>
                  </a:lnTo>
                  <a:lnTo>
                    <a:pt x="1175158" y="1399785"/>
                  </a:lnTo>
                  <a:lnTo>
                    <a:pt x="1175150" y="1399779"/>
                  </a:lnTo>
                  <a:lnTo>
                    <a:pt x="1175146" y="1399773"/>
                  </a:lnTo>
                  <a:lnTo>
                    <a:pt x="1175145" y="1399768"/>
                  </a:lnTo>
                  <a:lnTo>
                    <a:pt x="1175145" y="1399756"/>
                  </a:lnTo>
                  <a:lnTo>
                    <a:pt x="1175145" y="1399736"/>
                  </a:lnTo>
                  <a:lnTo>
                    <a:pt x="1175144" y="1399722"/>
                  </a:lnTo>
                  <a:lnTo>
                    <a:pt x="1175144" y="1399711"/>
                  </a:lnTo>
                  <a:lnTo>
                    <a:pt x="1175143" y="1399696"/>
                  </a:lnTo>
                  <a:lnTo>
                    <a:pt x="1175142" y="1399682"/>
                  </a:lnTo>
                  <a:lnTo>
                    <a:pt x="1175144" y="1399672"/>
                  </a:lnTo>
                  <a:lnTo>
                    <a:pt x="1175155" y="1399659"/>
                  </a:lnTo>
                  <a:lnTo>
                    <a:pt x="1175158" y="1399651"/>
                  </a:lnTo>
                  <a:lnTo>
                    <a:pt x="1175153" y="1399638"/>
                  </a:lnTo>
                  <a:lnTo>
                    <a:pt x="1175149" y="1399627"/>
                  </a:lnTo>
                  <a:lnTo>
                    <a:pt x="1175149" y="1399613"/>
                  </a:lnTo>
                  <a:lnTo>
                    <a:pt x="1175145" y="1399601"/>
                  </a:lnTo>
                  <a:lnTo>
                    <a:pt x="1175142" y="1399593"/>
                  </a:lnTo>
                  <a:lnTo>
                    <a:pt x="1175137" y="1399581"/>
                  </a:lnTo>
                  <a:lnTo>
                    <a:pt x="1175134" y="1399567"/>
                  </a:lnTo>
                  <a:lnTo>
                    <a:pt x="1175133" y="1399556"/>
                  </a:lnTo>
                  <a:lnTo>
                    <a:pt x="1175130" y="1399547"/>
                  </a:lnTo>
                  <a:lnTo>
                    <a:pt x="1175128" y="1399532"/>
                  </a:lnTo>
                  <a:lnTo>
                    <a:pt x="1175129" y="1399519"/>
                  </a:lnTo>
                  <a:lnTo>
                    <a:pt x="1175132" y="1399509"/>
                  </a:lnTo>
                  <a:lnTo>
                    <a:pt x="1175137" y="1399496"/>
                  </a:lnTo>
                  <a:lnTo>
                    <a:pt x="1175144" y="1399477"/>
                  </a:lnTo>
                  <a:lnTo>
                    <a:pt x="1175152" y="1399459"/>
                  </a:lnTo>
                  <a:lnTo>
                    <a:pt x="1175156" y="1399445"/>
                  </a:lnTo>
                  <a:lnTo>
                    <a:pt x="1175160" y="1399440"/>
                  </a:lnTo>
                  <a:lnTo>
                    <a:pt x="1175168" y="1399422"/>
                  </a:lnTo>
                  <a:lnTo>
                    <a:pt x="1175178" y="1399403"/>
                  </a:lnTo>
                  <a:lnTo>
                    <a:pt x="1175189" y="1399385"/>
                  </a:lnTo>
                  <a:lnTo>
                    <a:pt x="1175199" y="1399366"/>
                  </a:lnTo>
                  <a:lnTo>
                    <a:pt x="1175211" y="1399348"/>
                  </a:lnTo>
                  <a:lnTo>
                    <a:pt x="1175219" y="1399329"/>
                  </a:lnTo>
                  <a:lnTo>
                    <a:pt x="1175228" y="1399311"/>
                  </a:lnTo>
                  <a:lnTo>
                    <a:pt x="1175233" y="1399292"/>
                  </a:lnTo>
                  <a:lnTo>
                    <a:pt x="1175237" y="1399281"/>
                  </a:lnTo>
                  <a:lnTo>
                    <a:pt x="1175237" y="1399273"/>
                  </a:lnTo>
                  <a:lnTo>
                    <a:pt x="1175236" y="1399262"/>
                  </a:lnTo>
                  <a:lnTo>
                    <a:pt x="1175232" y="1399255"/>
                  </a:lnTo>
                  <a:lnTo>
                    <a:pt x="1175216" y="1399229"/>
                  </a:lnTo>
                  <a:lnTo>
                    <a:pt x="1175209" y="1399221"/>
                  </a:lnTo>
                  <a:lnTo>
                    <a:pt x="1175203" y="1399214"/>
                  </a:lnTo>
                  <a:lnTo>
                    <a:pt x="1175196" y="1399204"/>
                  </a:lnTo>
                  <a:lnTo>
                    <a:pt x="1175196" y="1399193"/>
                  </a:lnTo>
                  <a:lnTo>
                    <a:pt x="1175198" y="1399179"/>
                  </a:lnTo>
                  <a:lnTo>
                    <a:pt x="1175199" y="1399159"/>
                  </a:lnTo>
                  <a:lnTo>
                    <a:pt x="1175200" y="1399141"/>
                  </a:lnTo>
                  <a:lnTo>
                    <a:pt x="1175200" y="1399122"/>
                  </a:lnTo>
                  <a:lnTo>
                    <a:pt x="1175199" y="1399104"/>
                  </a:lnTo>
                  <a:lnTo>
                    <a:pt x="1175197" y="1399089"/>
                  </a:lnTo>
                  <a:lnTo>
                    <a:pt x="1175185" y="1399051"/>
                  </a:lnTo>
                  <a:lnTo>
                    <a:pt x="1175175" y="1399032"/>
                  </a:lnTo>
                  <a:lnTo>
                    <a:pt x="1175163" y="1399014"/>
                  </a:lnTo>
                  <a:lnTo>
                    <a:pt x="1175153" y="1398995"/>
                  </a:lnTo>
                  <a:lnTo>
                    <a:pt x="1175149" y="1398988"/>
                  </a:lnTo>
                  <a:lnTo>
                    <a:pt x="1175143" y="1398982"/>
                  </a:lnTo>
                  <a:lnTo>
                    <a:pt x="1175138" y="1398978"/>
                  </a:lnTo>
                  <a:lnTo>
                    <a:pt x="1175120" y="1398967"/>
                  </a:lnTo>
                  <a:lnTo>
                    <a:pt x="1175109" y="1398961"/>
                  </a:lnTo>
                  <a:lnTo>
                    <a:pt x="1175102" y="1398954"/>
                  </a:lnTo>
                  <a:lnTo>
                    <a:pt x="1175095" y="1398944"/>
                  </a:lnTo>
                  <a:lnTo>
                    <a:pt x="1175091" y="1398936"/>
                  </a:lnTo>
                  <a:lnTo>
                    <a:pt x="1175086" y="1398921"/>
                  </a:lnTo>
                  <a:lnTo>
                    <a:pt x="1175083" y="1398913"/>
                  </a:lnTo>
                  <a:lnTo>
                    <a:pt x="1175074" y="1398899"/>
                  </a:lnTo>
                  <a:lnTo>
                    <a:pt x="1175067" y="1398888"/>
                  </a:lnTo>
                  <a:lnTo>
                    <a:pt x="1175064" y="1398879"/>
                  </a:lnTo>
                  <a:lnTo>
                    <a:pt x="1175063" y="1398871"/>
                  </a:lnTo>
                  <a:lnTo>
                    <a:pt x="1175062" y="1398861"/>
                  </a:lnTo>
                  <a:lnTo>
                    <a:pt x="1175059" y="1398844"/>
                  </a:lnTo>
                  <a:lnTo>
                    <a:pt x="1175055" y="1398838"/>
                  </a:lnTo>
                  <a:lnTo>
                    <a:pt x="1175049" y="1398833"/>
                  </a:lnTo>
                  <a:lnTo>
                    <a:pt x="1175042" y="1398830"/>
                  </a:lnTo>
                  <a:lnTo>
                    <a:pt x="1175036" y="1398826"/>
                  </a:lnTo>
                  <a:lnTo>
                    <a:pt x="1175030" y="1398818"/>
                  </a:lnTo>
                  <a:lnTo>
                    <a:pt x="1175024" y="1398808"/>
                  </a:lnTo>
                  <a:lnTo>
                    <a:pt x="1175013" y="1398789"/>
                  </a:lnTo>
                  <a:lnTo>
                    <a:pt x="1175004" y="1398771"/>
                  </a:lnTo>
                  <a:lnTo>
                    <a:pt x="1174994" y="1398755"/>
                  </a:lnTo>
                  <a:lnTo>
                    <a:pt x="1174973" y="1398750"/>
                  </a:lnTo>
                  <a:lnTo>
                    <a:pt x="1174955" y="1398747"/>
                  </a:lnTo>
                  <a:lnTo>
                    <a:pt x="1174942" y="1398739"/>
                  </a:lnTo>
                  <a:lnTo>
                    <a:pt x="1174918" y="1398724"/>
                  </a:lnTo>
                  <a:lnTo>
                    <a:pt x="1174905" y="1398712"/>
                  </a:lnTo>
                  <a:lnTo>
                    <a:pt x="1174901" y="1398707"/>
                  </a:lnTo>
                  <a:lnTo>
                    <a:pt x="1174896" y="1398699"/>
                  </a:lnTo>
                  <a:lnTo>
                    <a:pt x="1174894" y="1398692"/>
                  </a:lnTo>
                  <a:lnTo>
                    <a:pt x="1174894" y="1398684"/>
                  </a:lnTo>
                  <a:lnTo>
                    <a:pt x="1174892" y="1398671"/>
                  </a:lnTo>
                  <a:lnTo>
                    <a:pt x="1174883" y="1398661"/>
                  </a:lnTo>
                  <a:lnTo>
                    <a:pt x="1174868" y="1398653"/>
                  </a:lnTo>
                  <a:lnTo>
                    <a:pt x="1174859" y="1398648"/>
                  </a:lnTo>
                  <a:lnTo>
                    <a:pt x="1174849" y="1398641"/>
                  </a:lnTo>
                  <a:lnTo>
                    <a:pt x="1174841" y="1398632"/>
                  </a:lnTo>
                  <a:lnTo>
                    <a:pt x="1174828" y="1398614"/>
                  </a:lnTo>
                  <a:lnTo>
                    <a:pt x="1174818" y="1398602"/>
                  </a:lnTo>
                  <a:lnTo>
                    <a:pt x="1174812" y="1398598"/>
                  </a:lnTo>
                  <a:lnTo>
                    <a:pt x="1174794" y="1398587"/>
                  </a:lnTo>
                  <a:lnTo>
                    <a:pt x="1174775" y="1398572"/>
                  </a:lnTo>
                  <a:lnTo>
                    <a:pt x="1174771" y="1398569"/>
                  </a:lnTo>
                  <a:lnTo>
                    <a:pt x="1174760" y="1398555"/>
                  </a:lnTo>
                  <a:lnTo>
                    <a:pt x="1174753" y="1398543"/>
                  </a:lnTo>
                  <a:lnTo>
                    <a:pt x="1174752" y="1398537"/>
                  </a:lnTo>
                  <a:lnTo>
                    <a:pt x="1174752" y="1398529"/>
                  </a:lnTo>
                  <a:lnTo>
                    <a:pt x="1174755" y="1398509"/>
                  </a:lnTo>
                  <a:lnTo>
                    <a:pt x="1174755" y="1398501"/>
                  </a:lnTo>
                  <a:lnTo>
                    <a:pt x="1174748" y="1398491"/>
                  </a:lnTo>
                  <a:lnTo>
                    <a:pt x="1174744" y="1398486"/>
                  </a:lnTo>
                  <a:lnTo>
                    <a:pt x="1174739" y="1398482"/>
                  </a:lnTo>
                  <a:lnTo>
                    <a:pt x="1174726" y="1398463"/>
                  </a:lnTo>
                  <a:lnTo>
                    <a:pt x="1174715" y="1398445"/>
                  </a:lnTo>
                  <a:lnTo>
                    <a:pt x="1174712" y="1398438"/>
                  </a:lnTo>
                  <a:lnTo>
                    <a:pt x="1174713" y="1398427"/>
                  </a:lnTo>
                  <a:lnTo>
                    <a:pt x="1174717" y="1398408"/>
                  </a:lnTo>
                  <a:lnTo>
                    <a:pt x="1174720" y="1398399"/>
                  </a:lnTo>
                  <a:lnTo>
                    <a:pt x="1174720" y="1398389"/>
                  </a:lnTo>
                  <a:lnTo>
                    <a:pt x="1174720" y="1398371"/>
                  </a:lnTo>
                  <a:lnTo>
                    <a:pt x="1174720" y="1398353"/>
                  </a:lnTo>
                  <a:lnTo>
                    <a:pt x="1174720" y="1398334"/>
                  </a:lnTo>
                  <a:lnTo>
                    <a:pt x="1174723" y="1398315"/>
                  </a:lnTo>
                  <a:lnTo>
                    <a:pt x="1174729" y="1398297"/>
                  </a:lnTo>
                  <a:lnTo>
                    <a:pt x="1174729" y="1398283"/>
                  </a:lnTo>
                  <a:lnTo>
                    <a:pt x="1174724" y="1398256"/>
                  </a:lnTo>
                  <a:lnTo>
                    <a:pt x="1174720" y="1398238"/>
                  </a:lnTo>
                  <a:lnTo>
                    <a:pt x="1174718" y="1398232"/>
                  </a:lnTo>
                  <a:lnTo>
                    <a:pt x="1174716" y="1398225"/>
                  </a:lnTo>
                  <a:lnTo>
                    <a:pt x="1174714" y="1398216"/>
                  </a:lnTo>
                  <a:lnTo>
                    <a:pt x="1174714" y="1398208"/>
                  </a:lnTo>
                  <a:lnTo>
                    <a:pt x="1174717" y="1398192"/>
                  </a:lnTo>
                  <a:lnTo>
                    <a:pt x="1174719" y="1398176"/>
                  </a:lnTo>
                  <a:lnTo>
                    <a:pt x="1174720" y="1398162"/>
                  </a:lnTo>
                  <a:lnTo>
                    <a:pt x="1174709" y="1398139"/>
                  </a:lnTo>
                  <a:lnTo>
                    <a:pt x="1174707" y="1398127"/>
                  </a:lnTo>
                  <a:lnTo>
                    <a:pt x="1174707" y="1398116"/>
                  </a:lnTo>
                  <a:lnTo>
                    <a:pt x="1174706" y="1398107"/>
                  </a:lnTo>
                  <a:lnTo>
                    <a:pt x="1174705" y="1398090"/>
                  </a:lnTo>
                  <a:lnTo>
                    <a:pt x="1174703" y="1398074"/>
                  </a:lnTo>
                  <a:lnTo>
                    <a:pt x="1174704" y="1398048"/>
                  </a:lnTo>
                  <a:lnTo>
                    <a:pt x="1174703" y="1398011"/>
                  </a:lnTo>
                  <a:lnTo>
                    <a:pt x="1174703" y="1397998"/>
                  </a:lnTo>
                  <a:lnTo>
                    <a:pt x="1174702" y="1397978"/>
                  </a:lnTo>
                  <a:lnTo>
                    <a:pt x="1174703" y="1397970"/>
                  </a:lnTo>
                  <a:lnTo>
                    <a:pt x="1174703" y="1397962"/>
                  </a:lnTo>
                  <a:lnTo>
                    <a:pt x="1174701" y="1397942"/>
                  </a:lnTo>
                  <a:lnTo>
                    <a:pt x="1174698" y="1397926"/>
                  </a:lnTo>
                  <a:lnTo>
                    <a:pt x="1174698" y="1397920"/>
                  </a:lnTo>
                  <a:lnTo>
                    <a:pt x="1174694" y="1397903"/>
                  </a:lnTo>
                  <a:lnTo>
                    <a:pt x="1174686" y="1397889"/>
                  </a:lnTo>
                  <a:lnTo>
                    <a:pt x="1174681" y="1397876"/>
                  </a:lnTo>
                  <a:lnTo>
                    <a:pt x="1174680" y="1397865"/>
                  </a:lnTo>
                  <a:lnTo>
                    <a:pt x="1174676" y="1397850"/>
                  </a:lnTo>
                  <a:lnTo>
                    <a:pt x="1174676" y="1397831"/>
                  </a:lnTo>
                  <a:lnTo>
                    <a:pt x="1174677" y="1397813"/>
                  </a:lnTo>
                  <a:lnTo>
                    <a:pt x="1174677" y="1397794"/>
                  </a:lnTo>
                  <a:lnTo>
                    <a:pt x="1174677" y="1397776"/>
                  </a:lnTo>
                  <a:lnTo>
                    <a:pt x="1174676" y="1397758"/>
                  </a:lnTo>
                  <a:lnTo>
                    <a:pt x="1174674" y="1397739"/>
                  </a:lnTo>
                  <a:lnTo>
                    <a:pt x="1174672" y="1397693"/>
                  </a:lnTo>
                  <a:lnTo>
                    <a:pt x="1174671" y="1397675"/>
                  </a:lnTo>
                  <a:lnTo>
                    <a:pt x="1174672" y="1397656"/>
                  </a:lnTo>
                  <a:lnTo>
                    <a:pt x="1174670" y="1397638"/>
                  </a:lnTo>
                  <a:lnTo>
                    <a:pt x="1174664" y="1397619"/>
                  </a:lnTo>
                  <a:lnTo>
                    <a:pt x="1174657" y="1397603"/>
                  </a:lnTo>
                  <a:lnTo>
                    <a:pt x="1174655" y="1397596"/>
                  </a:lnTo>
                  <a:lnTo>
                    <a:pt x="1174653" y="1397582"/>
                  </a:lnTo>
                  <a:lnTo>
                    <a:pt x="1174651" y="1397569"/>
                  </a:lnTo>
                  <a:lnTo>
                    <a:pt x="1174652" y="1397554"/>
                  </a:lnTo>
                  <a:lnTo>
                    <a:pt x="1174652" y="1397540"/>
                  </a:lnTo>
                  <a:lnTo>
                    <a:pt x="1174654" y="1397513"/>
                  </a:lnTo>
                  <a:lnTo>
                    <a:pt x="1174657" y="1397502"/>
                  </a:lnTo>
                  <a:lnTo>
                    <a:pt x="1174667" y="1397489"/>
                  </a:lnTo>
                  <a:lnTo>
                    <a:pt x="1174679" y="1397469"/>
                  </a:lnTo>
                  <a:lnTo>
                    <a:pt x="1174689" y="1397453"/>
                  </a:lnTo>
                  <a:lnTo>
                    <a:pt x="1174706" y="1397432"/>
                  </a:lnTo>
                  <a:lnTo>
                    <a:pt x="1174717" y="1397422"/>
                  </a:lnTo>
                  <a:lnTo>
                    <a:pt x="1174723" y="1397412"/>
                  </a:lnTo>
                  <a:lnTo>
                    <a:pt x="1174733" y="1397392"/>
                  </a:lnTo>
                  <a:lnTo>
                    <a:pt x="1174738" y="1397374"/>
                  </a:lnTo>
                  <a:lnTo>
                    <a:pt x="1174742" y="1397363"/>
                  </a:lnTo>
                  <a:lnTo>
                    <a:pt x="1174743" y="1397352"/>
                  </a:lnTo>
                  <a:lnTo>
                    <a:pt x="1174742" y="1397333"/>
                  </a:lnTo>
                  <a:lnTo>
                    <a:pt x="1174743" y="1397321"/>
                  </a:lnTo>
                  <a:lnTo>
                    <a:pt x="1174743" y="1397306"/>
                  </a:lnTo>
                  <a:lnTo>
                    <a:pt x="1174745" y="1397295"/>
                  </a:lnTo>
                  <a:lnTo>
                    <a:pt x="1174750" y="1397288"/>
                  </a:lnTo>
                  <a:lnTo>
                    <a:pt x="1174763" y="1397274"/>
                  </a:lnTo>
                  <a:lnTo>
                    <a:pt x="1174772" y="1397259"/>
                  </a:lnTo>
                  <a:lnTo>
                    <a:pt x="1174777" y="1397252"/>
                  </a:lnTo>
                  <a:lnTo>
                    <a:pt x="1174780" y="1397240"/>
                  </a:lnTo>
                  <a:lnTo>
                    <a:pt x="1174788" y="1397219"/>
                  </a:lnTo>
                  <a:lnTo>
                    <a:pt x="1174793" y="1397201"/>
                  </a:lnTo>
                  <a:lnTo>
                    <a:pt x="1174797" y="1397181"/>
                  </a:lnTo>
                  <a:lnTo>
                    <a:pt x="1174797" y="1397164"/>
                  </a:lnTo>
                  <a:lnTo>
                    <a:pt x="1174795" y="1397146"/>
                  </a:lnTo>
                  <a:lnTo>
                    <a:pt x="1174793" y="1397136"/>
                  </a:lnTo>
                  <a:lnTo>
                    <a:pt x="1174792" y="1397127"/>
                  </a:lnTo>
                  <a:lnTo>
                    <a:pt x="1174788" y="1397108"/>
                  </a:lnTo>
                  <a:lnTo>
                    <a:pt x="1174782" y="1397090"/>
                  </a:lnTo>
                  <a:lnTo>
                    <a:pt x="1174769" y="1397055"/>
                  </a:lnTo>
                  <a:lnTo>
                    <a:pt x="1174763" y="1397036"/>
                  </a:lnTo>
                  <a:lnTo>
                    <a:pt x="1174758" y="1397028"/>
                  </a:lnTo>
                  <a:lnTo>
                    <a:pt x="1174755" y="1397019"/>
                  </a:lnTo>
                  <a:lnTo>
                    <a:pt x="1174752" y="1397009"/>
                  </a:lnTo>
                  <a:lnTo>
                    <a:pt x="1174748" y="1396998"/>
                  </a:lnTo>
                  <a:lnTo>
                    <a:pt x="1174748" y="1396992"/>
                  </a:lnTo>
                  <a:lnTo>
                    <a:pt x="1174755" y="1396980"/>
                  </a:lnTo>
                  <a:lnTo>
                    <a:pt x="1174765" y="1396962"/>
                  </a:lnTo>
                  <a:lnTo>
                    <a:pt x="1174774" y="1396944"/>
                  </a:lnTo>
                  <a:lnTo>
                    <a:pt x="1174782" y="1396925"/>
                  </a:lnTo>
                  <a:lnTo>
                    <a:pt x="1174783" y="1396916"/>
                  </a:lnTo>
                  <a:lnTo>
                    <a:pt x="1174787" y="1396906"/>
                  </a:lnTo>
                  <a:lnTo>
                    <a:pt x="1174792" y="1396889"/>
                  </a:lnTo>
                  <a:lnTo>
                    <a:pt x="1174794" y="1396877"/>
                  </a:lnTo>
                  <a:lnTo>
                    <a:pt x="1174795" y="1396870"/>
                  </a:lnTo>
                  <a:lnTo>
                    <a:pt x="1174796" y="1396851"/>
                  </a:lnTo>
                  <a:lnTo>
                    <a:pt x="1174796" y="1396833"/>
                  </a:lnTo>
                  <a:lnTo>
                    <a:pt x="1174793" y="1396814"/>
                  </a:lnTo>
                  <a:lnTo>
                    <a:pt x="1174788" y="1396795"/>
                  </a:lnTo>
                  <a:lnTo>
                    <a:pt x="1174777" y="1396777"/>
                  </a:lnTo>
                  <a:lnTo>
                    <a:pt x="1174766" y="1396759"/>
                  </a:lnTo>
                  <a:lnTo>
                    <a:pt x="1174758" y="1396740"/>
                  </a:lnTo>
                  <a:lnTo>
                    <a:pt x="1174752" y="1396727"/>
                  </a:lnTo>
                  <a:lnTo>
                    <a:pt x="1174750" y="1396718"/>
                  </a:lnTo>
                  <a:lnTo>
                    <a:pt x="1174745" y="1396704"/>
                  </a:lnTo>
                  <a:lnTo>
                    <a:pt x="1174742" y="1396685"/>
                  </a:lnTo>
                  <a:lnTo>
                    <a:pt x="1174740" y="1396667"/>
                  </a:lnTo>
                  <a:lnTo>
                    <a:pt x="1174742" y="1396658"/>
                  </a:lnTo>
                  <a:lnTo>
                    <a:pt x="1174750" y="1396636"/>
                  </a:lnTo>
                  <a:lnTo>
                    <a:pt x="1174754" y="1396629"/>
                  </a:lnTo>
                  <a:lnTo>
                    <a:pt x="1174762" y="1396611"/>
                  </a:lnTo>
                  <a:lnTo>
                    <a:pt x="1174771" y="1396592"/>
                  </a:lnTo>
                  <a:lnTo>
                    <a:pt x="1174782" y="1396574"/>
                  </a:lnTo>
                  <a:lnTo>
                    <a:pt x="1174790" y="1396555"/>
                  </a:lnTo>
                  <a:lnTo>
                    <a:pt x="1174794" y="1396548"/>
                  </a:lnTo>
                  <a:lnTo>
                    <a:pt x="1174798" y="1396537"/>
                  </a:lnTo>
                  <a:lnTo>
                    <a:pt x="1174804" y="1396518"/>
                  </a:lnTo>
                  <a:lnTo>
                    <a:pt x="1174808" y="1396500"/>
                  </a:lnTo>
                  <a:lnTo>
                    <a:pt x="1174813" y="1396481"/>
                  </a:lnTo>
                  <a:lnTo>
                    <a:pt x="1174813" y="1396471"/>
                  </a:lnTo>
                  <a:lnTo>
                    <a:pt x="1174815" y="1396463"/>
                  </a:lnTo>
                  <a:lnTo>
                    <a:pt x="1174820" y="1396444"/>
                  </a:lnTo>
                  <a:lnTo>
                    <a:pt x="1174828" y="1396426"/>
                  </a:lnTo>
                  <a:lnTo>
                    <a:pt x="1174838" y="1396407"/>
                  </a:lnTo>
                  <a:lnTo>
                    <a:pt x="1174844" y="1396389"/>
                  </a:lnTo>
                  <a:lnTo>
                    <a:pt x="1174845" y="1396370"/>
                  </a:lnTo>
                  <a:lnTo>
                    <a:pt x="1174844" y="1396352"/>
                  </a:lnTo>
                  <a:lnTo>
                    <a:pt x="1174842" y="1396333"/>
                  </a:lnTo>
                  <a:lnTo>
                    <a:pt x="1174841" y="1396313"/>
                  </a:lnTo>
                  <a:lnTo>
                    <a:pt x="1174835" y="1396275"/>
                  </a:lnTo>
                  <a:lnTo>
                    <a:pt x="1174832" y="1396270"/>
                  </a:lnTo>
                  <a:lnTo>
                    <a:pt x="1174824" y="1396259"/>
                  </a:lnTo>
                  <a:lnTo>
                    <a:pt x="1174816" y="1396251"/>
                  </a:lnTo>
                  <a:lnTo>
                    <a:pt x="1174806" y="1396245"/>
                  </a:lnTo>
                  <a:lnTo>
                    <a:pt x="1174788" y="1396234"/>
                  </a:lnTo>
                  <a:lnTo>
                    <a:pt x="1174765" y="1396212"/>
                  </a:lnTo>
                  <a:lnTo>
                    <a:pt x="1174753" y="1396201"/>
                  </a:lnTo>
                  <a:lnTo>
                    <a:pt x="1174740" y="1396187"/>
                  </a:lnTo>
                  <a:lnTo>
                    <a:pt x="1174732" y="1396174"/>
                  </a:lnTo>
                  <a:lnTo>
                    <a:pt x="1174729" y="1396168"/>
                  </a:lnTo>
                  <a:lnTo>
                    <a:pt x="1174724" y="1396158"/>
                  </a:lnTo>
                  <a:lnTo>
                    <a:pt x="1174721" y="1396150"/>
                  </a:lnTo>
                  <a:lnTo>
                    <a:pt x="1174718" y="1396142"/>
                  </a:lnTo>
                  <a:lnTo>
                    <a:pt x="1174716" y="1396131"/>
                  </a:lnTo>
                  <a:lnTo>
                    <a:pt x="1174707" y="1396116"/>
                  </a:lnTo>
                  <a:lnTo>
                    <a:pt x="1174699" y="1396094"/>
                  </a:lnTo>
                  <a:lnTo>
                    <a:pt x="1174694" y="1396075"/>
                  </a:lnTo>
                  <a:lnTo>
                    <a:pt x="1174691" y="1396067"/>
                  </a:lnTo>
                  <a:lnTo>
                    <a:pt x="1174685" y="1396061"/>
                  </a:lnTo>
                  <a:lnTo>
                    <a:pt x="1174681" y="1396057"/>
                  </a:lnTo>
                  <a:lnTo>
                    <a:pt x="1174665" y="1396042"/>
                  </a:lnTo>
                  <a:lnTo>
                    <a:pt x="1174655" y="1396027"/>
                  </a:lnTo>
                  <a:lnTo>
                    <a:pt x="1174652" y="1396023"/>
                  </a:lnTo>
                  <a:lnTo>
                    <a:pt x="1174646" y="1396014"/>
                  </a:lnTo>
                  <a:lnTo>
                    <a:pt x="1174642" y="1396007"/>
                  </a:lnTo>
                  <a:lnTo>
                    <a:pt x="1174630" y="1395990"/>
                  </a:lnTo>
                  <a:lnTo>
                    <a:pt x="1174614" y="1395971"/>
                  </a:lnTo>
                  <a:lnTo>
                    <a:pt x="1174598" y="1395954"/>
                  </a:lnTo>
                  <a:lnTo>
                    <a:pt x="1174582" y="1395937"/>
                  </a:lnTo>
                  <a:lnTo>
                    <a:pt x="1174567" y="1395920"/>
                  </a:lnTo>
                  <a:lnTo>
                    <a:pt x="1174561" y="1395911"/>
                  </a:lnTo>
                  <a:lnTo>
                    <a:pt x="1174546" y="1395884"/>
                  </a:lnTo>
                  <a:lnTo>
                    <a:pt x="1174540" y="1395867"/>
                  </a:lnTo>
                  <a:lnTo>
                    <a:pt x="1174537" y="1395862"/>
                  </a:lnTo>
                  <a:lnTo>
                    <a:pt x="1174533" y="1395851"/>
                  </a:lnTo>
                  <a:lnTo>
                    <a:pt x="1174525" y="1395835"/>
                  </a:lnTo>
                  <a:lnTo>
                    <a:pt x="1174517" y="1395816"/>
                  </a:lnTo>
                  <a:lnTo>
                    <a:pt x="1174509" y="1395798"/>
                  </a:lnTo>
                  <a:lnTo>
                    <a:pt x="1174500" y="1395779"/>
                  </a:lnTo>
                  <a:lnTo>
                    <a:pt x="1174491" y="1395761"/>
                  </a:lnTo>
                  <a:lnTo>
                    <a:pt x="1174482" y="1395743"/>
                  </a:lnTo>
                  <a:lnTo>
                    <a:pt x="1174477" y="1395733"/>
                  </a:lnTo>
                  <a:lnTo>
                    <a:pt x="1174472" y="1395722"/>
                  </a:lnTo>
                  <a:lnTo>
                    <a:pt x="1174469" y="1395707"/>
                  </a:lnTo>
                  <a:lnTo>
                    <a:pt x="1174465" y="1395688"/>
                  </a:lnTo>
                  <a:lnTo>
                    <a:pt x="1174461" y="1395671"/>
                  </a:lnTo>
                  <a:lnTo>
                    <a:pt x="1174458" y="1395651"/>
                  </a:lnTo>
                  <a:lnTo>
                    <a:pt x="1174455" y="1395627"/>
                  </a:lnTo>
                  <a:lnTo>
                    <a:pt x="1174453" y="1395613"/>
                  </a:lnTo>
                  <a:lnTo>
                    <a:pt x="1174452" y="1395595"/>
                  </a:lnTo>
                  <a:lnTo>
                    <a:pt x="1174452" y="1395588"/>
                  </a:lnTo>
                  <a:lnTo>
                    <a:pt x="1174448" y="1395576"/>
                  </a:lnTo>
                  <a:lnTo>
                    <a:pt x="1174442" y="1395558"/>
                  </a:lnTo>
                  <a:lnTo>
                    <a:pt x="1174441" y="1395552"/>
                  </a:lnTo>
                  <a:lnTo>
                    <a:pt x="1174427" y="1395519"/>
                  </a:lnTo>
                  <a:lnTo>
                    <a:pt x="1174416" y="1395480"/>
                  </a:lnTo>
                  <a:lnTo>
                    <a:pt x="1174412" y="1395453"/>
                  </a:lnTo>
                  <a:lnTo>
                    <a:pt x="1174410" y="1395446"/>
                  </a:lnTo>
                  <a:lnTo>
                    <a:pt x="1174410" y="1395428"/>
                  </a:lnTo>
                  <a:lnTo>
                    <a:pt x="1174410" y="1395415"/>
                  </a:lnTo>
                  <a:lnTo>
                    <a:pt x="1174407" y="1395409"/>
                  </a:lnTo>
                  <a:lnTo>
                    <a:pt x="1174399" y="1395391"/>
                  </a:lnTo>
                  <a:lnTo>
                    <a:pt x="1174390" y="1395372"/>
                  </a:lnTo>
                  <a:lnTo>
                    <a:pt x="1174388" y="1395356"/>
                  </a:lnTo>
                  <a:lnTo>
                    <a:pt x="1174385" y="1395346"/>
                  </a:lnTo>
                  <a:lnTo>
                    <a:pt x="1174381" y="1395335"/>
                  </a:lnTo>
                  <a:lnTo>
                    <a:pt x="1174378" y="1395327"/>
                  </a:lnTo>
                  <a:lnTo>
                    <a:pt x="1174378" y="1395317"/>
                  </a:lnTo>
                  <a:lnTo>
                    <a:pt x="1174377" y="1395298"/>
                  </a:lnTo>
                  <a:lnTo>
                    <a:pt x="1174377" y="1395280"/>
                  </a:lnTo>
                  <a:lnTo>
                    <a:pt x="1174376" y="1395261"/>
                  </a:lnTo>
                  <a:lnTo>
                    <a:pt x="1174374" y="1395243"/>
                  </a:lnTo>
                  <a:lnTo>
                    <a:pt x="1174373" y="1395225"/>
                  </a:lnTo>
                  <a:lnTo>
                    <a:pt x="1174371" y="1395206"/>
                  </a:lnTo>
                  <a:lnTo>
                    <a:pt x="1174368" y="1395188"/>
                  </a:lnTo>
                  <a:lnTo>
                    <a:pt x="1174368" y="1395169"/>
                  </a:lnTo>
                  <a:lnTo>
                    <a:pt x="1174368" y="1395150"/>
                  </a:lnTo>
                  <a:lnTo>
                    <a:pt x="1174366" y="1395132"/>
                  </a:lnTo>
                  <a:lnTo>
                    <a:pt x="1174366" y="1395114"/>
                  </a:lnTo>
                  <a:lnTo>
                    <a:pt x="1174366" y="1395099"/>
                  </a:lnTo>
                  <a:lnTo>
                    <a:pt x="1174361" y="1395085"/>
                  </a:lnTo>
                  <a:lnTo>
                    <a:pt x="1174354" y="1395067"/>
                  </a:lnTo>
                  <a:lnTo>
                    <a:pt x="1174351" y="1395049"/>
                  </a:lnTo>
                  <a:lnTo>
                    <a:pt x="1174348" y="1395027"/>
                  </a:lnTo>
                  <a:lnTo>
                    <a:pt x="1174343" y="1395011"/>
                  </a:lnTo>
                  <a:lnTo>
                    <a:pt x="1174334" y="1394993"/>
                  </a:lnTo>
                  <a:lnTo>
                    <a:pt x="1174328" y="1394975"/>
                  </a:lnTo>
                  <a:lnTo>
                    <a:pt x="1174325" y="1394957"/>
                  </a:lnTo>
                  <a:lnTo>
                    <a:pt x="1174325" y="1394938"/>
                  </a:lnTo>
                  <a:lnTo>
                    <a:pt x="1174324" y="1394919"/>
                  </a:lnTo>
                  <a:lnTo>
                    <a:pt x="1174324" y="1394901"/>
                  </a:lnTo>
                  <a:lnTo>
                    <a:pt x="1174324" y="1394893"/>
                  </a:lnTo>
                  <a:lnTo>
                    <a:pt x="1174321" y="1394876"/>
                  </a:lnTo>
                  <a:lnTo>
                    <a:pt x="1174315" y="1394858"/>
                  </a:lnTo>
                  <a:lnTo>
                    <a:pt x="1174301" y="1394829"/>
                  </a:lnTo>
                  <a:lnTo>
                    <a:pt x="1174290" y="1394808"/>
                  </a:lnTo>
                  <a:lnTo>
                    <a:pt x="1174284" y="1394790"/>
                  </a:lnTo>
                  <a:lnTo>
                    <a:pt x="1174277" y="1394772"/>
                  </a:lnTo>
                  <a:lnTo>
                    <a:pt x="1174268" y="1394753"/>
                  </a:lnTo>
                  <a:lnTo>
                    <a:pt x="1174263" y="1394746"/>
                  </a:lnTo>
                  <a:lnTo>
                    <a:pt x="1174262" y="1394737"/>
                  </a:lnTo>
                  <a:lnTo>
                    <a:pt x="1174264" y="1394716"/>
                  </a:lnTo>
                  <a:lnTo>
                    <a:pt x="1174267" y="1394698"/>
                  </a:lnTo>
                  <a:lnTo>
                    <a:pt x="1174271" y="1394676"/>
                  </a:lnTo>
                  <a:lnTo>
                    <a:pt x="1174275" y="1394656"/>
                  </a:lnTo>
                  <a:lnTo>
                    <a:pt x="1174284" y="1394606"/>
                  </a:lnTo>
                  <a:lnTo>
                    <a:pt x="1174291" y="1394538"/>
                  </a:lnTo>
                  <a:lnTo>
                    <a:pt x="1174290" y="1394531"/>
                  </a:lnTo>
                  <a:lnTo>
                    <a:pt x="1174291" y="1394524"/>
                  </a:lnTo>
                  <a:lnTo>
                    <a:pt x="1174294" y="1394505"/>
                  </a:lnTo>
                  <a:lnTo>
                    <a:pt x="1174295" y="1394483"/>
                  </a:lnTo>
                  <a:lnTo>
                    <a:pt x="1174294" y="1394476"/>
                  </a:lnTo>
                  <a:lnTo>
                    <a:pt x="1174293" y="1394457"/>
                  </a:lnTo>
                  <a:lnTo>
                    <a:pt x="1174293" y="1394449"/>
                  </a:lnTo>
                  <a:lnTo>
                    <a:pt x="1174297" y="1394439"/>
                  </a:lnTo>
                  <a:lnTo>
                    <a:pt x="1174299" y="1394427"/>
                  </a:lnTo>
                  <a:lnTo>
                    <a:pt x="1174303" y="1394420"/>
                  </a:lnTo>
                  <a:lnTo>
                    <a:pt x="1174311" y="1394404"/>
                  </a:lnTo>
                  <a:lnTo>
                    <a:pt x="1174319" y="1394383"/>
                  </a:lnTo>
                  <a:lnTo>
                    <a:pt x="1174323" y="1394372"/>
                  </a:lnTo>
                  <a:lnTo>
                    <a:pt x="1174323" y="1394365"/>
                  </a:lnTo>
                  <a:lnTo>
                    <a:pt x="1174322" y="1394346"/>
                  </a:lnTo>
                  <a:lnTo>
                    <a:pt x="1174317" y="1394330"/>
                  </a:lnTo>
                  <a:lnTo>
                    <a:pt x="1174316" y="1394315"/>
                  </a:lnTo>
                  <a:lnTo>
                    <a:pt x="1174317" y="1394308"/>
                  </a:lnTo>
                  <a:lnTo>
                    <a:pt x="1174328" y="1394278"/>
                  </a:lnTo>
                  <a:lnTo>
                    <a:pt x="1174335" y="1394260"/>
                  </a:lnTo>
                  <a:lnTo>
                    <a:pt x="1174342" y="1394241"/>
                  </a:lnTo>
                  <a:lnTo>
                    <a:pt x="1174349" y="1394223"/>
                  </a:lnTo>
                  <a:lnTo>
                    <a:pt x="1174354" y="1394209"/>
                  </a:lnTo>
                  <a:lnTo>
                    <a:pt x="1174358" y="1394205"/>
                  </a:lnTo>
                  <a:lnTo>
                    <a:pt x="1174371" y="1394186"/>
                  </a:lnTo>
                  <a:lnTo>
                    <a:pt x="1174383" y="1394176"/>
                  </a:lnTo>
                  <a:lnTo>
                    <a:pt x="1174389" y="1394173"/>
                  </a:lnTo>
                  <a:lnTo>
                    <a:pt x="1174397" y="1394168"/>
                  </a:lnTo>
                  <a:lnTo>
                    <a:pt x="1174407" y="1394166"/>
                  </a:lnTo>
                  <a:lnTo>
                    <a:pt x="1174426" y="1394160"/>
                  </a:lnTo>
                  <a:lnTo>
                    <a:pt x="1174444" y="1394152"/>
                  </a:lnTo>
                  <a:lnTo>
                    <a:pt x="1174450" y="1394148"/>
                  </a:lnTo>
                  <a:lnTo>
                    <a:pt x="1174457" y="1394137"/>
                  </a:lnTo>
                  <a:lnTo>
                    <a:pt x="1174464" y="1394118"/>
                  </a:lnTo>
                  <a:lnTo>
                    <a:pt x="1174475" y="1394099"/>
                  </a:lnTo>
                  <a:lnTo>
                    <a:pt x="1174476" y="1394081"/>
                  </a:lnTo>
                  <a:lnTo>
                    <a:pt x="1174474" y="1394069"/>
                  </a:lnTo>
                  <a:lnTo>
                    <a:pt x="1174473" y="1394060"/>
                  </a:lnTo>
                  <a:lnTo>
                    <a:pt x="1174470" y="1394052"/>
                  </a:lnTo>
                  <a:lnTo>
                    <a:pt x="1174467" y="1394046"/>
                  </a:lnTo>
                  <a:lnTo>
                    <a:pt x="1174458" y="1394034"/>
                  </a:lnTo>
                  <a:lnTo>
                    <a:pt x="1174449" y="1394021"/>
                  </a:lnTo>
                  <a:lnTo>
                    <a:pt x="1174445" y="1394017"/>
                  </a:lnTo>
                  <a:lnTo>
                    <a:pt x="1174441" y="1394012"/>
                  </a:lnTo>
                  <a:lnTo>
                    <a:pt x="1174441" y="1393988"/>
                  </a:lnTo>
                  <a:lnTo>
                    <a:pt x="1174439" y="1393970"/>
                  </a:lnTo>
                  <a:lnTo>
                    <a:pt x="1174438" y="1393951"/>
                  </a:lnTo>
                  <a:lnTo>
                    <a:pt x="1174438" y="1393944"/>
                  </a:lnTo>
                  <a:lnTo>
                    <a:pt x="1174434" y="1393933"/>
                  </a:lnTo>
                  <a:lnTo>
                    <a:pt x="1174429" y="1393919"/>
                  </a:lnTo>
                  <a:lnTo>
                    <a:pt x="1174425" y="1393915"/>
                  </a:lnTo>
                  <a:lnTo>
                    <a:pt x="1174414" y="1393897"/>
                  </a:lnTo>
                  <a:lnTo>
                    <a:pt x="1174406" y="1393885"/>
                  </a:lnTo>
                  <a:lnTo>
                    <a:pt x="1174400" y="1393881"/>
                  </a:lnTo>
                  <a:lnTo>
                    <a:pt x="1174394" y="1393874"/>
                  </a:lnTo>
                  <a:lnTo>
                    <a:pt x="1174392" y="1393868"/>
                  </a:lnTo>
                  <a:lnTo>
                    <a:pt x="1174392" y="1393862"/>
                  </a:lnTo>
                  <a:lnTo>
                    <a:pt x="1174390" y="1393850"/>
                  </a:lnTo>
                  <a:lnTo>
                    <a:pt x="1174386" y="1393835"/>
                  </a:lnTo>
                  <a:lnTo>
                    <a:pt x="1174373" y="1393827"/>
                  </a:lnTo>
                  <a:lnTo>
                    <a:pt x="1174359" y="1393818"/>
                  </a:lnTo>
                  <a:lnTo>
                    <a:pt x="1174353" y="1393814"/>
                  </a:lnTo>
                  <a:lnTo>
                    <a:pt x="1174342" y="1393806"/>
                  </a:lnTo>
                  <a:lnTo>
                    <a:pt x="1174338" y="1393799"/>
                  </a:lnTo>
                  <a:lnTo>
                    <a:pt x="1174334" y="1393795"/>
                  </a:lnTo>
                  <a:lnTo>
                    <a:pt x="1174327" y="1393789"/>
                  </a:lnTo>
                  <a:lnTo>
                    <a:pt x="1174313" y="1393780"/>
                  </a:lnTo>
                  <a:lnTo>
                    <a:pt x="1174302" y="1393775"/>
                  </a:lnTo>
                  <a:lnTo>
                    <a:pt x="1174283" y="1393766"/>
                  </a:lnTo>
                  <a:lnTo>
                    <a:pt x="1174263" y="1393757"/>
                  </a:lnTo>
                  <a:lnTo>
                    <a:pt x="1174236" y="1393741"/>
                  </a:lnTo>
                  <a:lnTo>
                    <a:pt x="1174215" y="1393720"/>
                  </a:lnTo>
                  <a:lnTo>
                    <a:pt x="1174204" y="1393705"/>
                  </a:lnTo>
                  <a:lnTo>
                    <a:pt x="1174185" y="1393693"/>
                  </a:lnTo>
                  <a:lnTo>
                    <a:pt x="1174174" y="1393688"/>
                  </a:lnTo>
                  <a:lnTo>
                    <a:pt x="1174165" y="1393687"/>
                  </a:lnTo>
                  <a:lnTo>
                    <a:pt x="1174156" y="1393686"/>
                  </a:lnTo>
                  <a:lnTo>
                    <a:pt x="1174149" y="1393681"/>
                  </a:lnTo>
                  <a:lnTo>
                    <a:pt x="1174132" y="1393673"/>
                  </a:lnTo>
                  <a:lnTo>
                    <a:pt x="1174120" y="1393671"/>
                  </a:lnTo>
                  <a:lnTo>
                    <a:pt x="1174108" y="1393670"/>
                  </a:lnTo>
                  <a:lnTo>
                    <a:pt x="1174089" y="1393672"/>
                  </a:lnTo>
                  <a:lnTo>
                    <a:pt x="1174068" y="1393672"/>
                  </a:lnTo>
                  <a:lnTo>
                    <a:pt x="1174055" y="1393674"/>
                  </a:lnTo>
                  <a:lnTo>
                    <a:pt x="1174037" y="1393676"/>
                  </a:lnTo>
                  <a:lnTo>
                    <a:pt x="1174018" y="1393678"/>
                  </a:lnTo>
                  <a:lnTo>
                    <a:pt x="1174013" y="1393680"/>
                  </a:lnTo>
                  <a:lnTo>
                    <a:pt x="1174005" y="1393680"/>
                  </a:lnTo>
                  <a:lnTo>
                    <a:pt x="1173973" y="1393685"/>
                  </a:lnTo>
                  <a:lnTo>
                    <a:pt x="1173955" y="1393685"/>
                  </a:lnTo>
                  <a:lnTo>
                    <a:pt x="1173939" y="1393687"/>
                  </a:lnTo>
                  <a:lnTo>
                    <a:pt x="1173933" y="1393690"/>
                  </a:lnTo>
                  <a:lnTo>
                    <a:pt x="1173908" y="1393697"/>
                  </a:lnTo>
                  <a:lnTo>
                    <a:pt x="1173890" y="1393698"/>
                  </a:lnTo>
                  <a:lnTo>
                    <a:pt x="1173872" y="1393699"/>
                  </a:lnTo>
                  <a:lnTo>
                    <a:pt x="1173854" y="1393701"/>
                  </a:lnTo>
                  <a:lnTo>
                    <a:pt x="1173835" y="1393700"/>
                  </a:lnTo>
                  <a:lnTo>
                    <a:pt x="1173817" y="1393700"/>
                  </a:lnTo>
                  <a:lnTo>
                    <a:pt x="1173799" y="1393700"/>
                  </a:lnTo>
                  <a:lnTo>
                    <a:pt x="1173781" y="1393699"/>
                  </a:lnTo>
                  <a:lnTo>
                    <a:pt x="1173773" y="1393699"/>
                  </a:lnTo>
                  <a:lnTo>
                    <a:pt x="1173767" y="1393697"/>
                  </a:lnTo>
                  <a:lnTo>
                    <a:pt x="1173762" y="1393693"/>
                  </a:lnTo>
                  <a:lnTo>
                    <a:pt x="1173758" y="1393684"/>
                  </a:lnTo>
                  <a:lnTo>
                    <a:pt x="1173755" y="1393674"/>
                  </a:lnTo>
                  <a:lnTo>
                    <a:pt x="1173755" y="1393656"/>
                  </a:lnTo>
                  <a:lnTo>
                    <a:pt x="1173760" y="1393637"/>
                  </a:lnTo>
                  <a:lnTo>
                    <a:pt x="1173765" y="1393619"/>
                  </a:lnTo>
                  <a:lnTo>
                    <a:pt x="1173765" y="1393611"/>
                  </a:lnTo>
                  <a:lnTo>
                    <a:pt x="1173764" y="1393600"/>
                  </a:lnTo>
                  <a:lnTo>
                    <a:pt x="1173759" y="1393580"/>
                  </a:lnTo>
                  <a:lnTo>
                    <a:pt x="1173751" y="1393562"/>
                  </a:lnTo>
                  <a:lnTo>
                    <a:pt x="1173742" y="1393543"/>
                  </a:lnTo>
                  <a:lnTo>
                    <a:pt x="1173735" y="1393534"/>
                  </a:lnTo>
                  <a:lnTo>
                    <a:pt x="1173727" y="1393525"/>
                  </a:lnTo>
                  <a:lnTo>
                    <a:pt x="1173721" y="1393520"/>
                  </a:lnTo>
                  <a:lnTo>
                    <a:pt x="1173713" y="1393511"/>
                  </a:lnTo>
                  <a:lnTo>
                    <a:pt x="1173712" y="1393502"/>
                  </a:lnTo>
                  <a:lnTo>
                    <a:pt x="1173710" y="1393493"/>
                  </a:lnTo>
                  <a:lnTo>
                    <a:pt x="1173709" y="1393475"/>
                  </a:lnTo>
                  <a:lnTo>
                    <a:pt x="1173709" y="1393459"/>
                  </a:lnTo>
                  <a:lnTo>
                    <a:pt x="1173708" y="1393445"/>
                  </a:lnTo>
                  <a:lnTo>
                    <a:pt x="1173703" y="1393435"/>
                  </a:lnTo>
                  <a:lnTo>
                    <a:pt x="1173695" y="1393427"/>
                  </a:lnTo>
                  <a:lnTo>
                    <a:pt x="1173686" y="1393413"/>
                  </a:lnTo>
                  <a:lnTo>
                    <a:pt x="1173684" y="1393402"/>
                  </a:lnTo>
                  <a:lnTo>
                    <a:pt x="1173679" y="1393384"/>
                  </a:lnTo>
                  <a:lnTo>
                    <a:pt x="1173675" y="1393379"/>
                  </a:lnTo>
                  <a:lnTo>
                    <a:pt x="1173667" y="1393369"/>
                  </a:lnTo>
                  <a:lnTo>
                    <a:pt x="1173659" y="1393359"/>
                  </a:lnTo>
                  <a:lnTo>
                    <a:pt x="1173647" y="1393346"/>
                  </a:lnTo>
                  <a:lnTo>
                    <a:pt x="1173638" y="1393334"/>
                  </a:lnTo>
                  <a:lnTo>
                    <a:pt x="1173630" y="1393325"/>
                  </a:lnTo>
                  <a:lnTo>
                    <a:pt x="1173629" y="1393311"/>
                  </a:lnTo>
                  <a:lnTo>
                    <a:pt x="1173629" y="1393303"/>
                  </a:lnTo>
                  <a:lnTo>
                    <a:pt x="1173629" y="1393294"/>
                  </a:lnTo>
                  <a:lnTo>
                    <a:pt x="1173629" y="1393276"/>
                  </a:lnTo>
                  <a:lnTo>
                    <a:pt x="1173632" y="1393257"/>
                  </a:lnTo>
                  <a:lnTo>
                    <a:pt x="1173633" y="1393239"/>
                  </a:lnTo>
                  <a:lnTo>
                    <a:pt x="1173637" y="1393221"/>
                  </a:lnTo>
                  <a:lnTo>
                    <a:pt x="1173639" y="1393202"/>
                  </a:lnTo>
                  <a:lnTo>
                    <a:pt x="1173644" y="1393183"/>
                  </a:lnTo>
                  <a:lnTo>
                    <a:pt x="1173646" y="1393165"/>
                  </a:lnTo>
                  <a:lnTo>
                    <a:pt x="1173649" y="1393146"/>
                  </a:lnTo>
                  <a:lnTo>
                    <a:pt x="1173651" y="1393138"/>
                  </a:lnTo>
                  <a:lnTo>
                    <a:pt x="1173653" y="1393128"/>
                  </a:lnTo>
                  <a:lnTo>
                    <a:pt x="1173655" y="1393122"/>
                  </a:lnTo>
                  <a:lnTo>
                    <a:pt x="1173656" y="1393104"/>
                  </a:lnTo>
                  <a:lnTo>
                    <a:pt x="1173659" y="1393084"/>
                  </a:lnTo>
                  <a:lnTo>
                    <a:pt x="1173660" y="1393070"/>
                  </a:lnTo>
                  <a:lnTo>
                    <a:pt x="1173659" y="1393055"/>
                  </a:lnTo>
                  <a:lnTo>
                    <a:pt x="1173654" y="1393036"/>
                  </a:lnTo>
                  <a:lnTo>
                    <a:pt x="1173649" y="1393020"/>
                  </a:lnTo>
                  <a:lnTo>
                    <a:pt x="1173643" y="1393006"/>
                  </a:lnTo>
                  <a:lnTo>
                    <a:pt x="1173637" y="1392991"/>
                  </a:lnTo>
                  <a:lnTo>
                    <a:pt x="1173625" y="1392952"/>
                  </a:lnTo>
                  <a:lnTo>
                    <a:pt x="1173625" y="1392931"/>
                  </a:lnTo>
                  <a:lnTo>
                    <a:pt x="1173627" y="1392913"/>
                  </a:lnTo>
                  <a:lnTo>
                    <a:pt x="1173631" y="1392894"/>
                  </a:lnTo>
                  <a:lnTo>
                    <a:pt x="1173631" y="1392888"/>
                  </a:lnTo>
                  <a:lnTo>
                    <a:pt x="1173636" y="1392875"/>
                  </a:lnTo>
                  <a:lnTo>
                    <a:pt x="1173639" y="1392859"/>
                  </a:lnTo>
                  <a:lnTo>
                    <a:pt x="1173646" y="1392840"/>
                  </a:lnTo>
                  <a:lnTo>
                    <a:pt x="1173652" y="1392824"/>
                  </a:lnTo>
                  <a:lnTo>
                    <a:pt x="1173660" y="1392801"/>
                  </a:lnTo>
                  <a:lnTo>
                    <a:pt x="1173661" y="1392780"/>
                  </a:lnTo>
                  <a:lnTo>
                    <a:pt x="1173660" y="1392764"/>
                  </a:lnTo>
                  <a:lnTo>
                    <a:pt x="1173658" y="1392735"/>
                  </a:lnTo>
                  <a:lnTo>
                    <a:pt x="1173658" y="1392717"/>
                  </a:lnTo>
                  <a:lnTo>
                    <a:pt x="1173655" y="1392709"/>
                  </a:lnTo>
                  <a:lnTo>
                    <a:pt x="1173653" y="1392690"/>
                  </a:lnTo>
                  <a:lnTo>
                    <a:pt x="1173650" y="1392672"/>
                  </a:lnTo>
                  <a:lnTo>
                    <a:pt x="1173648" y="1392653"/>
                  </a:lnTo>
                  <a:lnTo>
                    <a:pt x="1173644" y="1392633"/>
                  </a:lnTo>
                  <a:lnTo>
                    <a:pt x="1173639" y="1392617"/>
                  </a:lnTo>
                  <a:lnTo>
                    <a:pt x="1173627" y="1392585"/>
                  </a:lnTo>
                  <a:lnTo>
                    <a:pt x="1173621" y="1392574"/>
                  </a:lnTo>
                  <a:lnTo>
                    <a:pt x="1173607" y="1392555"/>
                  </a:lnTo>
                  <a:lnTo>
                    <a:pt x="1173590" y="1392540"/>
                  </a:lnTo>
                  <a:lnTo>
                    <a:pt x="1173574" y="1392524"/>
                  </a:lnTo>
                  <a:lnTo>
                    <a:pt x="1173558" y="1392507"/>
                  </a:lnTo>
                  <a:lnTo>
                    <a:pt x="1173545" y="1392489"/>
                  </a:lnTo>
                  <a:lnTo>
                    <a:pt x="1173535" y="1392477"/>
                  </a:lnTo>
                  <a:lnTo>
                    <a:pt x="1173532" y="1392471"/>
                  </a:lnTo>
                  <a:lnTo>
                    <a:pt x="1173519" y="1392450"/>
                  </a:lnTo>
                  <a:lnTo>
                    <a:pt x="1173509" y="1392427"/>
                  </a:lnTo>
                  <a:lnTo>
                    <a:pt x="1173496" y="1392406"/>
                  </a:lnTo>
                  <a:lnTo>
                    <a:pt x="1173489" y="1392397"/>
                  </a:lnTo>
                  <a:lnTo>
                    <a:pt x="1173471" y="1392383"/>
                  </a:lnTo>
                  <a:lnTo>
                    <a:pt x="1173460" y="1392374"/>
                  </a:lnTo>
                  <a:lnTo>
                    <a:pt x="1173448" y="1392363"/>
                  </a:lnTo>
                  <a:lnTo>
                    <a:pt x="1173440" y="1392357"/>
                  </a:lnTo>
                  <a:lnTo>
                    <a:pt x="1173433" y="1392353"/>
                  </a:lnTo>
                  <a:lnTo>
                    <a:pt x="1173421" y="1392348"/>
                  </a:lnTo>
                  <a:lnTo>
                    <a:pt x="1173409" y="1392343"/>
                  </a:lnTo>
                  <a:lnTo>
                    <a:pt x="1173401" y="1392341"/>
                  </a:lnTo>
                  <a:lnTo>
                    <a:pt x="1173396" y="1392337"/>
                  </a:lnTo>
                  <a:lnTo>
                    <a:pt x="1173386" y="1392332"/>
                  </a:lnTo>
                  <a:lnTo>
                    <a:pt x="1173378" y="1392324"/>
                  </a:lnTo>
                  <a:lnTo>
                    <a:pt x="1173374" y="1392317"/>
                  </a:lnTo>
                  <a:lnTo>
                    <a:pt x="1173370" y="1392305"/>
                  </a:lnTo>
                  <a:lnTo>
                    <a:pt x="1173367" y="1392294"/>
                  </a:lnTo>
                  <a:lnTo>
                    <a:pt x="1173366" y="1392289"/>
                  </a:lnTo>
                  <a:lnTo>
                    <a:pt x="1173364" y="1392283"/>
                  </a:lnTo>
                  <a:lnTo>
                    <a:pt x="1173356" y="1392275"/>
                  </a:lnTo>
                  <a:lnTo>
                    <a:pt x="1173349" y="1392270"/>
                  </a:lnTo>
                  <a:lnTo>
                    <a:pt x="1173341" y="1392263"/>
                  </a:lnTo>
                  <a:lnTo>
                    <a:pt x="1173332" y="1392258"/>
                  </a:lnTo>
                  <a:lnTo>
                    <a:pt x="1173329" y="1392250"/>
                  </a:lnTo>
                  <a:lnTo>
                    <a:pt x="1173332" y="1392240"/>
                  </a:lnTo>
                  <a:lnTo>
                    <a:pt x="1173341" y="1392222"/>
                  </a:lnTo>
                  <a:lnTo>
                    <a:pt x="1173350" y="1392203"/>
                  </a:lnTo>
                  <a:lnTo>
                    <a:pt x="1173352" y="1392197"/>
                  </a:lnTo>
                  <a:lnTo>
                    <a:pt x="1173356" y="1392187"/>
                  </a:lnTo>
                  <a:lnTo>
                    <a:pt x="1173359" y="1392176"/>
                  </a:lnTo>
                  <a:lnTo>
                    <a:pt x="1173359" y="1392166"/>
                  </a:lnTo>
                  <a:lnTo>
                    <a:pt x="1173358" y="1392156"/>
                  </a:lnTo>
                  <a:lnTo>
                    <a:pt x="1173354" y="1392152"/>
                  </a:lnTo>
                  <a:lnTo>
                    <a:pt x="1173339" y="1392155"/>
                  </a:lnTo>
                  <a:lnTo>
                    <a:pt x="1173320" y="1392154"/>
                  </a:lnTo>
                  <a:lnTo>
                    <a:pt x="1173306" y="1392154"/>
                  </a:lnTo>
                  <a:lnTo>
                    <a:pt x="1173280" y="1392152"/>
                  </a:lnTo>
                  <a:lnTo>
                    <a:pt x="1173251" y="1392152"/>
                  </a:lnTo>
                  <a:lnTo>
                    <a:pt x="1173234" y="1392154"/>
                  </a:lnTo>
                  <a:lnTo>
                    <a:pt x="1173220" y="1392162"/>
                  </a:lnTo>
                  <a:lnTo>
                    <a:pt x="1173211" y="1392170"/>
                  </a:lnTo>
                  <a:lnTo>
                    <a:pt x="1173201" y="1392178"/>
                  </a:lnTo>
                  <a:lnTo>
                    <a:pt x="1173183" y="1392188"/>
                  </a:lnTo>
                  <a:lnTo>
                    <a:pt x="1173165" y="1392199"/>
                  </a:lnTo>
                  <a:lnTo>
                    <a:pt x="1173147" y="1392212"/>
                  </a:lnTo>
                  <a:lnTo>
                    <a:pt x="1173129" y="1392225"/>
                  </a:lnTo>
                  <a:lnTo>
                    <a:pt x="1173110" y="1392241"/>
                  </a:lnTo>
                  <a:lnTo>
                    <a:pt x="1173093" y="1392257"/>
                  </a:lnTo>
                  <a:lnTo>
                    <a:pt x="1173077" y="1392274"/>
                  </a:lnTo>
                  <a:lnTo>
                    <a:pt x="1173058" y="1392286"/>
                  </a:lnTo>
                  <a:lnTo>
                    <a:pt x="1173040" y="1392296"/>
                  </a:lnTo>
                  <a:lnTo>
                    <a:pt x="1173026" y="1392302"/>
                  </a:lnTo>
                  <a:lnTo>
                    <a:pt x="1173017" y="1392305"/>
                  </a:lnTo>
                  <a:lnTo>
                    <a:pt x="1173003" y="1392311"/>
                  </a:lnTo>
                  <a:lnTo>
                    <a:pt x="1172990" y="1392316"/>
                  </a:lnTo>
                  <a:lnTo>
                    <a:pt x="1172983" y="1392316"/>
                  </a:lnTo>
                  <a:lnTo>
                    <a:pt x="1172976" y="1392317"/>
                  </a:lnTo>
                  <a:lnTo>
                    <a:pt x="1172967" y="1392317"/>
                  </a:lnTo>
                  <a:lnTo>
                    <a:pt x="1172952" y="1392313"/>
                  </a:lnTo>
                  <a:lnTo>
                    <a:pt x="1172937" y="1392307"/>
                  </a:lnTo>
                  <a:lnTo>
                    <a:pt x="1172929" y="1392307"/>
                  </a:lnTo>
                  <a:lnTo>
                    <a:pt x="1172891" y="1392311"/>
                  </a:lnTo>
                  <a:lnTo>
                    <a:pt x="1172858" y="1392318"/>
                  </a:lnTo>
                  <a:lnTo>
                    <a:pt x="1172835" y="1392327"/>
                  </a:lnTo>
                  <a:lnTo>
                    <a:pt x="1172821" y="1392330"/>
                  </a:lnTo>
                  <a:lnTo>
                    <a:pt x="1172810" y="1392334"/>
                  </a:lnTo>
                  <a:lnTo>
                    <a:pt x="1172802" y="1392334"/>
                  </a:lnTo>
                  <a:lnTo>
                    <a:pt x="1172784" y="1392338"/>
                  </a:lnTo>
                  <a:lnTo>
                    <a:pt x="1172766" y="1392337"/>
                  </a:lnTo>
                  <a:lnTo>
                    <a:pt x="1172759" y="1392334"/>
                  </a:lnTo>
                  <a:lnTo>
                    <a:pt x="1172752" y="1392327"/>
                  </a:lnTo>
                  <a:lnTo>
                    <a:pt x="1172749" y="1392323"/>
                  </a:lnTo>
                  <a:lnTo>
                    <a:pt x="1172741" y="1392314"/>
                  </a:lnTo>
                  <a:lnTo>
                    <a:pt x="1172736" y="1392304"/>
                  </a:lnTo>
                  <a:lnTo>
                    <a:pt x="1172733" y="1392295"/>
                  </a:lnTo>
                  <a:lnTo>
                    <a:pt x="1172732" y="1392286"/>
                  </a:lnTo>
                  <a:lnTo>
                    <a:pt x="1172729" y="1392269"/>
                  </a:lnTo>
                  <a:lnTo>
                    <a:pt x="1172727" y="1392204"/>
                  </a:lnTo>
                  <a:lnTo>
                    <a:pt x="1172708" y="1392108"/>
                  </a:lnTo>
                  <a:lnTo>
                    <a:pt x="1172721" y="1392037"/>
                  </a:lnTo>
                  <a:lnTo>
                    <a:pt x="1172723" y="1392029"/>
                  </a:lnTo>
                  <a:lnTo>
                    <a:pt x="1172715" y="1391954"/>
                  </a:lnTo>
                  <a:lnTo>
                    <a:pt x="1172698" y="1391852"/>
                  </a:lnTo>
                  <a:lnTo>
                    <a:pt x="1172694" y="1391834"/>
                  </a:lnTo>
                  <a:lnTo>
                    <a:pt x="1172664" y="1391746"/>
                  </a:lnTo>
                  <a:lnTo>
                    <a:pt x="1172659" y="1391720"/>
                  </a:lnTo>
                  <a:lnTo>
                    <a:pt x="1172654" y="1391686"/>
                  </a:lnTo>
                  <a:lnTo>
                    <a:pt x="1172649" y="1391626"/>
                  </a:lnTo>
                  <a:lnTo>
                    <a:pt x="1172648" y="1391620"/>
                  </a:lnTo>
                  <a:lnTo>
                    <a:pt x="1172646" y="1391615"/>
                  </a:lnTo>
                  <a:lnTo>
                    <a:pt x="1172643" y="1391610"/>
                  </a:lnTo>
                  <a:lnTo>
                    <a:pt x="1172638" y="1391604"/>
                  </a:lnTo>
                  <a:lnTo>
                    <a:pt x="1172632" y="1391598"/>
                  </a:lnTo>
                  <a:lnTo>
                    <a:pt x="1172627" y="1391594"/>
                  </a:lnTo>
                  <a:lnTo>
                    <a:pt x="1172622" y="1391591"/>
                  </a:lnTo>
                  <a:lnTo>
                    <a:pt x="1172616" y="1391587"/>
                  </a:lnTo>
                  <a:lnTo>
                    <a:pt x="1172569" y="1391563"/>
                  </a:lnTo>
                  <a:lnTo>
                    <a:pt x="1172565" y="1391560"/>
                  </a:lnTo>
                  <a:lnTo>
                    <a:pt x="1172560" y="1391558"/>
                  </a:lnTo>
                  <a:lnTo>
                    <a:pt x="1172529" y="1391536"/>
                  </a:lnTo>
                  <a:lnTo>
                    <a:pt x="1172521" y="1391526"/>
                  </a:lnTo>
                  <a:lnTo>
                    <a:pt x="1172511" y="1391514"/>
                  </a:lnTo>
                  <a:lnTo>
                    <a:pt x="1172507" y="1391507"/>
                  </a:lnTo>
                  <a:lnTo>
                    <a:pt x="1172504" y="1391500"/>
                  </a:lnTo>
                  <a:lnTo>
                    <a:pt x="1172502" y="1391492"/>
                  </a:lnTo>
                  <a:lnTo>
                    <a:pt x="1172501" y="1391485"/>
                  </a:lnTo>
                  <a:lnTo>
                    <a:pt x="1172501" y="1391478"/>
                  </a:lnTo>
                  <a:lnTo>
                    <a:pt x="1172504" y="1391459"/>
                  </a:lnTo>
                  <a:lnTo>
                    <a:pt x="1172504" y="1391451"/>
                  </a:lnTo>
                  <a:lnTo>
                    <a:pt x="1172504" y="1391443"/>
                  </a:lnTo>
                  <a:lnTo>
                    <a:pt x="1172503" y="1391426"/>
                  </a:lnTo>
                  <a:lnTo>
                    <a:pt x="1172501" y="1391418"/>
                  </a:lnTo>
                  <a:lnTo>
                    <a:pt x="1172498" y="1391409"/>
                  </a:lnTo>
                  <a:lnTo>
                    <a:pt x="1172494" y="1391400"/>
                  </a:lnTo>
                  <a:lnTo>
                    <a:pt x="1172484" y="1391383"/>
                  </a:lnTo>
                  <a:lnTo>
                    <a:pt x="1172478" y="1391375"/>
                  </a:lnTo>
                  <a:lnTo>
                    <a:pt x="1172467" y="1391361"/>
                  </a:lnTo>
                  <a:lnTo>
                    <a:pt x="1172461" y="1391354"/>
                  </a:lnTo>
                  <a:lnTo>
                    <a:pt x="1172456" y="1391349"/>
                  </a:lnTo>
                  <a:lnTo>
                    <a:pt x="1172452" y="1391346"/>
                  </a:lnTo>
                  <a:lnTo>
                    <a:pt x="1172448" y="1391342"/>
                  </a:lnTo>
                  <a:lnTo>
                    <a:pt x="1172442" y="1391338"/>
                  </a:lnTo>
                  <a:lnTo>
                    <a:pt x="1172436" y="1391335"/>
                  </a:lnTo>
                  <a:lnTo>
                    <a:pt x="1172430" y="1391331"/>
                  </a:lnTo>
                  <a:lnTo>
                    <a:pt x="1172423" y="1391328"/>
                  </a:lnTo>
                  <a:lnTo>
                    <a:pt x="1172394" y="1391318"/>
                  </a:lnTo>
                  <a:lnTo>
                    <a:pt x="1172350" y="1391304"/>
                  </a:lnTo>
                  <a:lnTo>
                    <a:pt x="1172318" y="1391290"/>
                  </a:lnTo>
                  <a:lnTo>
                    <a:pt x="1172312" y="1391287"/>
                  </a:lnTo>
                  <a:lnTo>
                    <a:pt x="1172259" y="1391257"/>
                  </a:lnTo>
                  <a:lnTo>
                    <a:pt x="1172227" y="1391240"/>
                  </a:lnTo>
                  <a:lnTo>
                    <a:pt x="1172220" y="1391237"/>
                  </a:lnTo>
                  <a:lnTo>
                    <a:pt x="1172215" y="1391236"/>
                  </a:lnTo>
                  <a:lnTo>
                    <a:pt x="1172210" y="1391235"/>
                  </a:lnTo>
                  <a:lnTo>
                    <a:pt x="1172164" y="1391230"/>
                  </a:lnTo>
                  <a:lnTo>
                    <a:pt x="1172150" y="1391227"/>
                  </a:lnTo>
                  <a:lnTo>
                    <a:pt x="1172122" y="1391217"/>
                  </a:lnTo>
                  <a:lnTo>
                    <a:pt x="1172108" y="1391209"/>
                  </a:lnTo>
                  <a:lnTo>
                    <a:pt x="1172103" y="1391207"/>
                  </a:lnTo>
                  <a:lnTo>
                    <a:pt x="1172096" y="1391202"/>
                  </a:lnTo>
                  <a:lnTo>
                    <a:pt x="1172068" y="1391177"/>
                  </a:lnTo>
                  <a:lnTo>
                    <a:pt x="1172064" y="1391175"/>
                  </a:lnTo>
                  <a:lnTo>
                    <a:pt x="1171993" y="1391147"/>
                  </a:lnTo>
                  <a:lnTo>
                    <a:pt x="1171946" y="1391115"/>
                  </a:lnTo>
                  <a:lnTo>
                    <a:pt x="1171910" y="1391087"/>
                  </a:lnTo>
                  <a:lnTo>
                    <a:pt x="1171879" y="1391053"/>
                  </a:lnTo>
                  <a:lnTo>
                    <a:pt x="1171848" y="1391013"/>
                  </a:lnTo>
                  <a:lnTo>
                    <a:pt x="1171814" y="1390952"/>
                  </a:lnTo>
                  <a:lnTo>
                    <a:pt x="1171777" y="1390916"/>
                  </a:lnTo>
                  <a:lnTo>
                    <a:pt x="1171743" y="1390886"/>
                  </a:lnTo>
                  <a:lnTo>
                    <a:pt x="1171717" y="1390872"/>
                  </a:lnTo>
                  <a:lnTo>
                    <a:pt x="1171690" y="1390864"/>
                  </a:lnTo>
                  <a:lnTo>
                    <a:pt x="1171667" y="1390856"/>
                  </a:lnTo>
                  <a:lnTo>
                    <a:pt x="1171646" y="1390839"/>
                  </a:lnTo>
                  <a:lnTo>
                    <a:pt x="1171621" y="1390807"/>
                  </a:lnTo>
                  <a:lnTo>
                    <a:pt x="1171602" y="1390791"/>
                  </a:lnTo>
                  <a:lnTo>
                    <a:pt x="1171576" y="1390774"/>
                  </a:lnTo>
                  <a:lnTo>
                    <a:pt x="1171547" y="1390760"/>
                  </a:lnTo>
                  <a:lnTo>
                    <a:pt x="1171505" y="1390744"/>
                  </a:lnTo>
                  <a:lnTo>
                    <a:pt x="1171458" y="1390730"/>
                  </a:lnTo>
                  <a:lnTo>
                    <a:pt x="1171409" y="1390701"/>
                  </a:lnTo>
                  <a:lnTo>
                    <a:pt x="1171374" y="1390672"/>
                  </a:lnTo>
                  <a:lnTo>
                    <a:pt x="1171357" y="1390662"/>
                  </a:lnTo>
                  <a:lnTo>
                    <a:pt x="1171343" y="1390660"/>
                  </a:lnTo>
                  <a:lnTo>
                    <a:pt x="1171317" y="1390657"/>
                  </a:lnTo>
                  <a:lnTo>
                    <a:pt x="1171296" y="1390651"/>
                  </a:lnTo>
                  <a:lnTo>
                    <a:pt x="1171273" y="1390628"/>
                  </a:lnTo>
                  <a:lnTo>
                    <a:pt x="1171226" y="1390605"/>
                  </a:lnTo>
                  <a:lnTo>
                    <a:pt x="1171204" y="1390594"/>
                  </a:lnTo>
                  <a:lnTo>
                    <a:pt x="1171194" y="1390586"/>
                  </a:lnTo>
                  <a:lnTo>
                    <a:pt x="1171193" y="1390578"/>
                  </a:lnTo>
                  <a:lnTo>
                    <a:pt x="1171197" y="1390561"/>
                  </a:lnTo>
                  <a:lnTo>
                    <a:pt x="1171233" y="1390531"/>
                  </a:lnTo>
                  <a:lnTo>
                    <a:pt x="1171273" y="1390505"/>
                  </a:lnTo>
                  <a:lnTo>
                    <a:pt x="1171316" y="1390482"/>
                  </a:lnTo>
                  <a:lnTo>
                    <a:pt x="1171337" y="1390462"/>
                  </a:lnTo>
                  <a:lnTo>
                    <a:pt x="1171344" y="1390440"/>
                  </a:lnTo>
                  <a:lnTo>
                    <a:pt x="1171340" y="1390418"/>
                  </a:lnTo>
                  <a:lnTo>
                    <a:pt x="1171318" y="1390386"/>
                  </a:lnTo>
                  <a:lnTo>
                    <a:pt x="1171305" y="1390369"/>
                  </a:lnTo>
                  <a:lnTo>
                    <a:pt x="1171305" y="1390353"/>
                  </a:lnTo>
                  <a:lnTo>
                    <a:pt x="1171318" y="1390326"/>
                  </a:lnTo>
                  <a:lnTo>
                    <a:pt x="1171323" y="1390304"/>
                  </a:lnTo>
                  <a:lnTo>
                    <a:pt x="1171328" y="1390273"/>
                  </a:lnTo>
                  <a:lnTo>
                    <a:pt x="1171320" y="1390243"/>
                  </a:lnTo>
                  <a:lnTo>
                    <a:pt x="1171296" y="1390219"/>
                  </a:lnTo>
                  <a:lnTo>
                    <a:pt x="1171270" y="1390184"/>
                  </a:lnTo>
                  <a:lnTo>
                    <a:pt x="1171241" y="1390159"/>
                  </a:lnTo>
                  <a:lnTo>
                    <a:pt x="1171208" y="1390134"/>
                  </a:lnTo>
                  <a:lnTo>
                    <a:pt x="1171200" y="1390118"/>
                  </a:lnTo>
                  <a:lnTo>
                    <a:pt x="1171199" y="1390096"/>
                  </a:lnTo>
                  <a:lnTo>
                    <a:pt x="1171207" y="1390029"/>
                  </a:lnTo>
                  <a:lnTo>
                    <a:pt x="1171226" y="1389949"/>
                  </a:lnTo>
                  <a:lnTo>
                    <a:pt x="1171239" y="1389904"/>
                  </a:lnTo>
                  <a:lnTo>
                    <a:pt x="1171249" y="1389877"/>
                  </a:lnTo>
                  <a:lnTo>
                    <a:pt x="1171253" y="1389866"/>
                  </a:lnTo>
                  <a:lnTo>
                    <a:pt x="1171247" y="1389859"/>
                  </a:lnTo>
                  <a:lnTo>
                    <a:pt x="1171238" y="1389848"/>
                  </a:lnTo>
                  <a:lnTo>
                    <a:pt x="1171203" y="1389820"/>
                  </a:lnTo>
                  <a:lnTo>
                    <a:pt x="1171170" y="1389790"/>
                  </a:lnTo>
                  <a:lnTo>
                    <a:pt x="1171140" y="1389758"/>
                  </a:lnTo>
                  <a:lnTo>
                    <a:pt x="1171122" y="1389732"/>
                  </a:lnTo>
                  <a:lnTo>
                    <a:pt x="1171099" y="1389717"/>
                  </a:lnTo>
                  <a:lnTo>
                    <a:pt x="1171052" y="1389695"/>
                  </a:lnTo>
                  <a:lnTo>
                    <a:pt x="1171020" y="1389683"/>
                  </a:lnTo>
                  <a:lnTo>
                    <a:pt x="1171000" y="1389668"/>
                  </a:lnTo>
                  <a:lnTo>
                    <a:pt x="1170989" y="1389652"/>
                  </a:lnTo>
                  <a:lnTo>
                    <a:pt x="1170984" y="1389625"/>
                  </a:lnTo>
                  <a:lnTo>
                    <a:pt x="1170966" y="1389600"/>
                  </a:lnTo>
                  <a:lnTo>
                    <a:pt x="1170947" y="1389588"/>
                  </a:lnTo>
                  <a:lnTo>
                    <a:pt x="1170931" y="1389575"/>
                  </a:lnTo>
                  <a:lnTo>
                    <a:pt x="1170911" y="1389554"/>
                  </a:lnTo>
                  <a:lnTo>
                    <a:pt x="1170871" y="1389532"/>
                  </a:lnTo>
                  <a:lnTo>
                    <a:pt x="1170828" y="1389514"/>
                  </a:lnTo>
                  <a:lnTo>
                    <a:pt x="1170775" y="1389505"/>
                  </a:lnTo>
                  <a:lnTo>
                    <a:pt x="1170744" y="1389500"/>
                  </a:lnTo>
                  <a:lnTo>
                    <a:pt x="1170712" y="1389498"/>
                  </a:lnTo>
                  <a:lnTo>
                    <a:pt x="1170697" y="1389497"/>
                  </a:lnTo>
                  <a:lnTo>
                    <a:pt x="1170692" y="1389497"/>
                  </a:lnTo>
                  <a:lnTo>
                    <a:pt x="1170687" y="1389492"/>
                  </a:lnTo>
                  <a:lnTo>
                    <a:pt x="1170686" y="1389453"/>
                  </a:lnTo>
                  <a:lnTo>
                    <a:pt x="1170682" y="1389380"/>
                  </a:lnTo>
                  <a:lnTo>
                    <a:pt x="1170683" y="1389360"/>
                  </a:lnTo>
                  <a:lnTo>
                    <a:pt x="1170689" y="1389353"/>
                  </a:lnTo>
                  <a:lnTo>
                    <a:pt x="1170715" y="1389343"/>
                  </a:lnTo>
                  <a:lnTo>
                    <a:pt x="1170732" y="1389334"/>
                  </a:lnTo>
                  <a:lnTo>
                    <a:pt x="1170744" y="1389318"/>
                  </a:lnTo>
                  <a:lnTo>
                    <a:pt x="1170747" y="1389291"/>
                  </a:lnTo>
                  <a:lnTo>
                    <a:pt x="1170735" y="1389261"/>
                  </a:lnTo>
                  <a:lnTo>
                    <a:pt x="1170730" y="1389247"/>
                  </a:lnTo>
                  <a:lnTo>
                    <a:pt x="1170733" y="1389239"/>
                  </a:lnTo>
                  <a:lnTo>
                    <a:pt x="1170737" y="1389225"/>
                  </a:lnTo>
                  <a:lnTo>
                    <a:pt x="1170752" y="1389209"/>
                  </a:lnTo>
                  <a:lnTo>
                    <a:pt x="1170776" y="1389188"/>
                  </a:lnTo>
                  <a:lnTo>
                    <a:pt x="1170814" y="1389165"/>
                  </a:lnTo>
                  <a:lnTo>
                    <a:pt x="1170825" y="1389153"/>
                  </a:lnTo>
                  <a:lnTo>
                    <a:pt x="1170830" y="1389148"/>
                  </a:lnTo>
                  <a:lnTo>
                    <a:pt x="1170834" y="1389142"/>
                  </a:lnTo>
                  <a:lnTo>
                    <a:pt x="1170837" y="1389135"/>
                  </a:lnTo>
                  <a:lnTo>
                    <a:pt x="1170846" y="1389114"/>
                  </a:lnTo>
                  <a:lnTo>
                    <a:pt x="1170859" y="1389098"/>
                  </a:lnTo>
                  <a:lnTo>
                    <a:pt x="1170866" y="1389090"/>
                  </a:lnTo>
                  <a:lnTo>
                    <a:pt x="1170872" y="1389080"/>
                  </a:lnTo>
                  <a:lnTo>
                    <a:pt x="1170877" y="1389073"/>
                  </a:lnTo>
                  <a:lnTo>
                    <a:pt x="1170884" y="1389062"/>
                  </a:lnTo>
                  <a:lnTo>
                    <a:pt x="1170888" y="1389053"/>
                  </a:lnTo>
                  <a:lnTo>
                    <a:pt x="1170888" y="1389043"/>
                  </a:lnTo>
                  <a:lnTo>
                    <a:pt x="1170887" y="1389025"/>
                  </a:lnTo>
                  <a:lnTo>
                    <a:pt x="1170887" y="1389006"/>
                  </a:lnTo>
                  <a:lnTo>
                    <a:pt x="1170886" y="1388988"/>
                  </a:lnTo>
                  <a:lnTo>
                    <a:pt x="1170893" y="1388957"/>
                  </a:lnTo>
                  <a:lnTo>
                    <a:pt x="1170889" y="1388948"/>
                  </a:lnTo>
                  <a:lnTo>
                    <a:pt x="1170885" y="1388942"/>
                  </a:lnTo>
                  <a:lnTo>
                    <a:pt x="1170874" y="1388932"/>
                  </a:lnTo>
                  <a:lnTo>
                    <a:pt x="1170858" y="1388916"/>
                  </a:lnTo>
                  <a:lnTo>
                    <a:pt x="1170842" y="1388898"/>
                  </a:lnTo>
                  <a:lnTo>
                    <a:pt x="1170826" y="1388881"/>
                  </a:lnTo>
                  <a:lnTo>
                    <a:pt x="1170810" y="1388865"/>
                  </a:lnTo>
                  <a:lnTo>
                    <a:pt x="1170792" y="1388852"/>
                  </a:lnTo>
                  <a:lnTo>
                    <a:pt x="1170774" y="1388838"/>
                  </a:lnTo>
                  <a:lnTo>
                    <a:pt x="1170767" y="1388835"/>
                  </a:lnTo>
                  <a:lnTo>
                    <a:pt x="1170760" y="1388830"/>
                  </a:lnTo>
                  <a:lnTo>
                    <a:pt x="1170753" y="1388827"/>
                  </a:lnTo>
                  <a:lnTo>
                    <a:pt x="1170759" y="1388822"/>
                  </a:lnTo>
                  <a:lnTo>
                    <a:pt x="1170764" y="1388818"/>
                  </a:lnTo>
                  <a:lnTo>
                    <a:pt x="1170771" y="1388812"/>
                  </a:lnTo>
                  <a:lnTo>
                    <a:pt x="1170776" y="1388807"/>
                  </a:lnTo>
                  <a:lnTo>
                    <a:pt x="1170792" y="1388798"/>
                  </a:lnTo>
                  <a:lnTo>
                    <a:pt x="1170810" y="1388780"/>
                  </a:lnTo>
                  <a:lnTo>
                    <a:pt x="1170825" y="1388764"/>
                  </a:lnTo>
                  <a:lnTo>
                    <a:pt x="1170840" y="1388747"/>
                  </a:lnTo>
                  <a:lnTo>
                    <a:pt x="1170847" y="1388740"/>
                  </a:lnTo>
                  <a:lnTo>
                    <a:pt x="1170859" y="1388733"/>
                  </a:lnTo>
                  <a:lnTo>
                    <a:pt x="1170877" y="1388723"/>
                  </a:lnTo>
                  <a:lnTo>
                    <a:pt x="1170895" y="1388715"/>
                  </a:lnTo>
                  <a:lnTo>
                    <a:pt x="1170900" y="1388714"/>
                  </a:lnTo>
                  <a:lnTo>
                    <a:pt x="1170912" y="1388706"/>
                  </a:lnTo>
                  <a:lnTo>
                    <a:pt x="1170930" y="1388687"/>
                  </a:lnTo>
                  <a:lnTo>
                    <a:pt x="1170947" y="1388670"/>
                  </a:lnTo>
                  <a:lnTo>
                    <a:pt x="1170963" y="1388658"/>
                  </a:lnTo>
                  <a:lnTo>
                    <a:pt x="1170974" y="1388651"/>
                  </a:lnTo>
                  <a:lnTo>
                    <a:pt x="1170982" y="1388648"/>
                  </a:lnTo>
                  <a:lnTo>
                    <a:pt x="1171000" y="1388641"/>
                  </a:lnTo>
                  <a:lnTo>
                    <a:pt x="1171018" y="1388632"/>
                  </a:lnTo>
                  <a:lnTo>
                    <a:pt x="1171036" y="1388627"/>
                  </a:lnTo>
                  <a:lnTo>
                    <a:pt x="1171101" y="1388613"/>
                  </a:lnTo>
                  <a:lnTo>
                    <a:pt x="1171106" y="1388611"/>
                  </a:lnTo>
                  <a:lnTo>
                    <a:pt x="1171124" y="1388602"/>
                  </a:lnTo>
                  <a:lnTo>
                    <a:pt x="1171129" y="1388599"/>
                  </a:lnTo>
                  <a:lnTo>
                    <a:pt x="1171138" y="1388586"/>
                  </a:lnTo>
                  <a:lnTo>
                    <a:pt x="1171142" y="1388575"/>
                  </a:lnTo>
                  <a:lnTo>
                    <a:pt x="1171142" y="1388567"/>
                  </a:lnTo>
                  <a:lnTo>
                    <a:pt x="1171142" y="1388549"/>
                  </a:lnTo>
                  <a:lnTo>
                    <a:pt x="1171142" y="1388530"/>
                  </a:lnTo>
                  <a:lnTo>
                    <a:pt x="1171144" y="1388512"/>
                  </a:lnTo>
                  <a:lnTo>
                    <a:pt x="1171146" y="1388491"/>
                  </a:lnTo>
                  <a:lnTo>
                    <a:pt x="1171151" y="1388475"/>
                  </a:lnTo>
                  <a:lnTo>
                    <a:pt x="1171155" y="1388456"/>
                  </a:lnTo>
                  <a:lnTo>
                    <a:pt x="1171159" y="1388440"/>
                  </a:lnTo>
                  <a:lnTo>
                    <a:pt x="1171166" y="1388429"/>
                  </a:lnTo>
                  <a:lnTo>
                    <a:pt x="1171169" y="1388419"/>
                  </a:lnTo>
                  <a:lnTo>
                    <a:pt x="1171179" y="1388401"/>
                  </a:lnTo>
                  <a:lnTo>
                    <a:pt x="1171185" y="1388391"/>
                  </a:lnTo>
                  <a:lnTo>
                    <a:pt x="1171192" y="1388383"/>
                  </a:lnTo>
                  <a:lnTo>
                    <a:pt x="1171199" y="1388377"/>
                  </a:lnTo>
                  <a:lnTo>
                    <a:pt x="1171210" y="1388371"/>
                  </a:lnTo>
                  <a:lnTo>
                    <a:pt x="1171220" y="1388371"/>
                  </a:lnTo>
                  <a:lnTo>
                    <a:pt x="1171229" y="1388373"/>
                  </a:lnTo>
                  <a:lnTo>
                    <a:pt x="1171247" y="1388379"/>
                  </a:lnTo>
                  <a:lnTo>
                    <a:pt x="1171265" y="1388385"/>
                  </a:lnTo>
                  <a:lnTo>
                    <a:pt x="1171284" y="1388398"/>
                  </a:lnTo>
                  <a:lnTo>
                    <a:pt x="1171291" y="1388402"/>
                  </a:lnTo>
                  <a:lnTo>
                    <a:pt x="1171302" y="1388405"/>
                  </a:lnTo>
                  <a:lnTo>
                    <a:pt x="1171320" y="1388409"/>
                  </a:lnTo>
                  <a:lnTo>
                    <a:pt x="1171338" y="1388414"/>
                  </a:lnTo>
                  <a:lnTo>
                    <a:pt x="1171357" y="1388417"/>
                  </a:lnTo>
                  <a:lnTo>
                    <a:pt x="1171375" y="1388420"/>
                  </a:lnTo>
                  <a:lnTo>
                    <a:pt x="1171394" y="1388420"/>
                  </a:lnTo>
                  <a:lnTo>
                    <a:pt x="1171401" y="1388420"/>
                  </a:lnTo>
                  <a:lnTo>
                    <a:pt x="1171412" y="1388416"/>
                  </a:lnTo>
                  <a:lnTo>
                    <a:pt x="1171418" y="1388416"/>
                  </a:lnTo>
                  <a:lnTo>
                    <a:pt x="1171429" y="1388408"/>
                  </a:lnTo>
                  <a:lnTo>
                    <a:pt x="1171444" y="1388390"/>
                  </a:lnTo>
                  <a:lnTo>
                    <a:pt x="1171463" y="1388376"/>
                  </a:lnTo>
                  <a:lnTo>
                    <a:pt x="1171470" y="1388372"/>
                  </a:lnTo>
                  <a:lnTo>
                    <a:pt x="1171481" y="1388362"/>
                  </a:lnTo>
                  <a:lnTo>
                    <a:pt x="1171499" y="1388347"/>
                  </a:lnTo>
                  <a:lnTo>
                    <a:pt x="1171517" y="1388335"/>
                  </a:lnTo>
                  <a:lnTo>
                    <a:pt x="1171536" y="1388321"/>
                  </a:lnTo>
                  <a:lnTo>
                    <a:pt x="1171554" y="1388306"/>
                  </a:lnTo>
                  <a:lnTo>
                    <a:pt x="1171567" y="1388297"/>
                  </a:lnTo>
                  <a:lnTo>
                    <a:pt x="1171572" y="1388296"/>
                  </a:lnTo>
                  <a:lnTo>
                    <a:pt x="1171576" y="1388292"/>
                  </a:lnTo>
                  <a:lnTo>
                    <a:pt x="1171590" y="1388286"/>
                  </a:lnTo>
                  <a:lnTo>
                    <a:pt x="1171608" y="1388277"/>
                  </a:lnTo>
                  <a:lnTo>
                    <a:pt x="1171627" y="1388270"/>
                  </a:lnTo>
                  <a:lnTo>
                    <a:pt x="1171639" y="1388265"/>
                  </a:lnTo>
                  <a:lnTo>
                    <a:pt x="1171645" y="1388260"/>
                  </a:lnTo>
                  <a:lnTo>
                    <a:pt x="1171663" y="1388250"/>
                  </a:lnTo>
                  <a:lnTo>
                    <a:pt x="1171688" y="1388232"/>
                  </a:lnTo>
                  <a:lnTo>
                    <a:pt x="1171700" y="1388227"/>
                  </a:lnTo>
                  <a:lnTo>
                    <a:pt x="1171708" y="1388226"/>
                  </a:lnTo>
                  <a:lnTo>
                    <a:pt x="1171731" y="1388224"/>
                  </a:lnTo>
                  <a:lnTo>
                    <a:pt x="1171754" y="1388228"/>
                  </a:lnTo>
                  <a:lnTo>
                    <a:pt x="1171768" y="1388232"/>
                  </a:lnTo>
                  <a:lnTo>
                    <a:pt x="1171771" y="1388217"/>
                  </a:lnTo>
                  <a:lnTo>
                    <a:pt x="1171773" y="1388206"/>
                  </a:lnTo>
                  <a:lnTo>
                    <a:pt x="1171776" y="1388195"/>
                  </a:lnTo>
                  <a:lnTo>
                    <a:pt x="1171779" y="1388186"/>
                  </a:lnTo>
                  <a:lnTo>
                    <a:pt x="1171779" y="1388176"/>
                  </a:lnTo>
                  <a:lnTo>
                    <a:pt x="1171781" y="1388171"/>
                  </a:lnTo>
                  <a:lnTo>
                    <a:pt x="1171782" y="1388158"/>
                  </a:lnTo>
                  <a:lnTo>
                    <a:pt x="1171783" y="1388139"/>
                  </a:lnTo>
                  <a:lnTo>
                    <a:pt x="1171783" y="1388132"/>
                  </a:lnTo>
                  <a:lnTo>
                    <a:pt x="1171787" y="1388121"/>
                  </a:lnTo>
                  <a:lnTo>
                    <a:pt x="1171790" y="1388102"/>
                  </a:lnTo>
                  <a:lnTo>
                    <a:pt x="1171798" y="1388084"/>
                  </a:lnTo>
                  <a:lnTo>
                    <a:pt x="1171800" y="1388065"/>
                  </a:lnTo>
                  <a:lnTo>
                    <a:pt x="1171800" y="1388055"/>
                  </a:lnTo>
                  <a:lnTo>
                    <a:pt x="1171798" y="1388047"/>
                  </a:lnTo>
                  <a:lnTo>
                    <a:pt x="1171798" y="1388033"/>
                  </a:lnTo>
                  <a:lnTo>
                    <a:pt x="1171795" y="1388028"/>
                  </a:lnTo>
                  <a:lnTo>
                    <a:pt x="1171790" y="1388010"/>
                  </a:lnTo>
                  <a:lnTo>
                    <a:pt x="1171786" y="1388001"/>
                  </a:lnTo>
                  <a:lnTo>
                    <a:pt x="1171785" y="1387991"/>
                  </a:lnTo>
                  <a:lnTo>
                    <a:pt x="1171789" y="1387973"/>
                  </a:lnTo>
                  <a:lnTo>
                    <a:pt x="1171797" y="1387954"/>
                  </a:lnTo>
                  <a:lnTo>
                    <a:pt x="1171806" y="1387938"/>
                  </a:lnTo>
                  <a:lnTo>
                    <a:pt x="1171813" y="1387923"/>
                  </a:lnTo>
                  <a:lnTo>
                    <a:pt x="1171815" y="1387917"/>
                  </a:lnTo>
                  <a:lnTo>
                    <a:pt x="1171816" y="1387899"/>
                  </a:lnTo>
                  <a:lnTo>
                    <a:pt x="1171810" y="1387881"/>
                  </a:lnTo>
                  <a:lnTo>
                    <a:pt x="1171801" y="1387867"/>
                  </a:lnTo>
                  <a:lnTo>
                    <a:pt x="1171800" y="1387862"/>
                  </a:lnTo>
                  <a:lnTo>
                    <a:pt x="1171795" y="1387857"/>
                  </a:lnTo>
                  <a:lnTo>
                    <a:pt x="1171788" y="1387843"/>
                  </a:lnTo>
                  <a:lnTo>
                    <a:pt x="1171776" y="1387825"/>
                  </a:lnTo>
                  <a:lnTo>
                    <a:pt x="1171765" y="1387807"/>
                  </a:lnTo>
                  <a:lnTo>
                    <a:pt x="1171761" y="1387796"/>
                  </a:lnTo>
                  <a:lnTo>
                    <a:pt x="1171754" y="1387788"/>
                  </a:lnTo>
                  <a:lnTo>
                    <a:pt x="1171747" y="1387776"/>
                  </a:lnTo>
                  <a:lnTo>
                    <a:pt x="1171741" y="1387770"/>
                  </a:lnTo>
                  <a:lnTo>
                    <a:pt x="1171725" y="1387753"/>
                  </a:lnTo>
                  <a:lnTo>
                    <a:pt x="1171710" y="1387737"/>
                  </a:lnTo>
                  <a:lnTo>
                    <a:pt x="1171699" y="1387720"/>
                  </a:lnTo>
                  <a:lnTo>
                    <a:pt x="1171688" y="1387700"/>
                  </a:lnTo>
                  <a:lnTo>
                    <a:pt x="1171675" y="1387682"/>
                  </a:lnTo>
                  <a:lnTo>
                    <a:pt x="1171673" y="1387672"/>
                  </a:lnTo>
                  <a:lnTo>
                    <a:pt x="1171674" y="1387664"/>
                  </a:lnTo>
                  <a:lnTo>
                    <a:pt x="1171675" y="1387655"/>
                  </a:lnTo>
                  <a:lnTo>
                    <a:pt x="1171675" y="1387638"/>
                  </a:lnTo>
                  <a:lnTo>
                    <a:pt x="1171674" y="1387621"/>
                  </a:lnTo>
                  <a:lnTo>
                    <a:pt x="1171671" y="1387608"/>
                  </a:lnTo>
                  <a:lnTo>
                    <a:pt x="1171667" y="1387600"/>
                  </a:lnTo>
                  <a:lnTo>
                    <a:pt x="1171660" y="1387594"/>
                  </a:lnTo>
                  <a:lnTo>
                    <a:pt x="1171656" y="1387592"/>
                  </a:lnTo>
                  <a:lnTo>
                    <a:pt x="1171644" y="1387586"/>
                  </a:lnTo>
                  <a:lnTo>
                    <a:pt x="1171567" y="1387558"/>
                  </a:lnTo>
                  <a:lnTo>
                    <a:pt x="1171549" y="1387550"/>
                  </a:lnTo>
                  <a:lnTo>
                    <a:pt x="1171531" y="1387543"/>
                  </a:lnTo>
                  <a:lnTo>
                    <a:pt x="1171514" y="1387537"/>
                  </a:lnTo>
                  <a:lnTo>
                    <a:pt x="1171494" y="1387530"/>
                  </a:lnTo>
                  <a:lnTo>
                    <a:pt x="1171476" y="1387525"/>
                  </a:lnTo>
                  <a:lnTo>
                    <a:pt x="1171458" y="1387517"/>
                  </a:lnTo>
                  <a:lnTo>
                    <a:pt x="1171439" y="1387510"/>
                  </a:lnTo>
                  <a:lnTo>
                    <a:pt x="1171431" y="1387508"/>
                  </a:lnTo>
                  <a:lnTo>
                    <a:pt x="1171423" y="1387502"/>
                  </a:lnTo>
                  <a:lnTo>
                    <a:pt x="1171404" y="1387487"/>
                  </a:lnTo>
                  <a:lnTo>
                    <a:pt x="1171385" y="1387475"/>
                  </a:lnTo>
                  <a:lnTo>
                    <a:pt x="1171373" y="1387464"/>
                  </a:lnTo>
                  <a:lnTo>
                    <a:pt x="1171367" y="1387462"/>
                  </a:lnTo>
                  <a:lnTo>
                    <a:pt x="1171349" y="1387453"/>
                  </a:lnTo>
                  <a:lnTo>
                    <a:pt x="1171330" y="1387444"/>
                  </a:lnTo>
                  <a:lnTo>
                    <a:pt x="1171312" y="1387435"/>
                  </a:lnTo>
                  <a:lnTo>
                    <a:pt x="1171293" y="1387424"/>
                  </a:lnTo>
                  <a:lnTo>
                    <a:pt x="1171276" y="1387410"/>
                  </a:lnTo>
                  <a:lnTo>
                    <a:pt x="1171260" y="1387391"/>
                  </a:lnTo>
                  <a:lnTo>
                    <a:pt x="1171245" y="1387372"/>
                  </a:lnTo>
                  <a:lnTo>
                    <a:pt x="1171241" y="1387368"/>
                  </a:lnTo>
                  <a:lnTo>
                    <a:pt x="1171232" y="1387364"/>
                  </a:lnTo>
                  <a:lnTo>
                    <a:pt x="1171227" y="1387363"/>
                  </a:lnTo>
                  <a:lnTo>
                    <a:pt x="1171209" y="1387358"/>
                  </a:lnTo>
                  <a:lnTo>
                    <a:pt x="1171191" y="1387354"/>
                  </a:lnTo>
                  <a:lnTo>
                    <a:pt x="1171172" y="1387352"/>
                  </a:lnTo>
                  <a:lnTo>
                    <a:pt x="1171159" y="1387352"/>
                  </a:lnTo>
                  <a:lnTo>
                    <a:pt x="1171154" y="1387350"/>
                  </a:lnTo>
                  <a:lnTo>
                    <a:pt x="1171136" y="1387344"/>
                  </a:lnTo>
                  <a:lnTo>
                    <a:pt x="1171117" y="1387338"/>
                  </a:lnTo>
                  <a:lnTo>
                    <a:pt x="1171099" y="1387332"/>
                  </a:lnTo>
                  <a:lnTo>
                    <a:pt x="1171080" y="1387328"/>
                  </a:lnTo>
                  <a:lnTo>
                    <a:pt x="1171072" y="1387328"/>
                  </a:lnTo>
                  <a:lnTo>
                    <a:pt x="1171062" y="1387325"/>
                  </a:lnTo>
                  <a:lnTo>
                    <a:pt x="1171044" y="1387323"/>
                  </a:lnTo>
                  <a:lnTo>
                    <a:pt x="1171026" y="1387321"/>
                  </a:lnTo>
                  <a:lnTo>
                    <a:pt x="1171007" y="1387319"/>
                  </a:lnTo>
                  <a:lnTo>
                    <a:pt x="1170989" y="1387318"/>
                  </a:lnTo>
                  <a:lnTo>
                    <a:pt x="1170971" y="1387313"/>
                  </a:lnTo>
                  <a:lnTo>
                    <a:pt x="1170953" y="1387309"/>
                  </a:lnTo>
                  <a:lnTo>
                    <a:pt x="1170934" y="1387307"/>
                  </a:lnTo>
                  <a:lnTo>
                    <a:pt x="1170916" y="1387302"/>
                  </a:lnTo>
                  <a:lnTo>
                    <a:pt x="1170897" y="1387300"/>
                  </a:lnTo>
                  <a:lnTo>
                    <a:pt x="1170879" y="1387296"/>
                  </a:lnTo>
                  <a:lnTo>
                    <a:pt x="1170861" y="1387292"/>
                  </a:lnTo>
                  <a:lnTo>
                    <a:pt x="1170842" y="1387291"/>
                  </a:lnTo>
                  <a:lnTo>
                    <a:pt x="1170830" y="1387289"/>
                  </a:lnTo>
                  <a:lnTo>
                    <a:pt x="1170824" y="1387283"/>
                  </a:lnTo>
                  <a:lnTo>
                    <a:pt x="1170811" y="1387264"/>
                  </a:lnTo>
                  <a:lnTo>
                    <a:pt x="1170795" y="1387246"/>
                  </a:lnTo>
                  <a:lnTo>
                    <a:pt x="1170782" y="1387228"/>
                  </a:lnTo>
                  <a:lnTo>
                    <a:pt x="1170776" y="1387212"/>
                  </a:lnTo>
                  <a:lnTo>
                    <a:pt x="1170770" y="1387191"/>
                  </a:lnTo>
                  <a:lnTo>
                    <a:pt x="1170766" y="1387172"/>
                  </a:lnTo>
                  <a:lnTo>
                    <a:pt x="1170763" y="1387164"/>
                  </a:lnTo>
                  <a:lnTo>
                    <a:pt x="1170763" y="1387154"/>
                  </a:lnTo>
                  <a:lnTo>
                    <a:pt x="1170761" y="1387135"/>
                  </a:lnTo>
                  <a:lnTo>
                    <a:pt x="1170753" y="1387117"/>
                  </a:lnTo>
                  <a:lnTo>
                    <a:pt x="1170746" y="1387102"/>
                  </a:lnTo>
                  <a:lnTo>
                    <a:pt x="1170742" y="1387099"/>
                  </a:lnTo>
                  <a:lnTo>
                    <a:pt x="1170729" y="1387080"/>
                  </a:lnTo>
                  <a:lnTo>
                    <a:pt x="1170717" y="1387062"/>
                  </a:lnTo>
                  <a:lnTo>
                    <a:pt x="1170709" y="1387043"/>
                  </a:lnTo>
                  <a:lnTo>
                    <a:pt x="1170703" y="1387025"/>
                  </a:lnTo>
                  <a:lnTo>
                    <a:pt x="1170697" y="1387007"/>
                  </a:lnTo>
                  <a:lnTo>
                    <a:pt x="1170687" y="1386993"/>
                  </a:lnTo>
                  <a:lnTo>
                    <a:pt x="1170682" y="1386989"/>
                  </a:lnTo>
                  <a:lnTo>
                    <a:pt x="1170664" y="1386974"/>
                  </a:lnTo>
                  <a:lnTo>
                    <a:pt x="1170645" y="1386967"/>
                  </a:lnTo>
                  <a:lnTo>
                    <a:pt x="1170627" y="1386959"/>
                  </a:lnTo>
                  <a:lnTo>
                    <a:pt x="1170608" y="1386944"/>
                  </a:lnTo>
                  <a:lnTo>
                    <a:pt x="1170591" y="1386930"/>
                  </a:lnTo>
                  <a:lnTo>
                    <a:pt x="1170574" y="1386912"/>
                  </a:lnTo>
                  <a:lnTo>
                    <a:pt x="1170522" y="1386856"/>
                  </a:lnTo>
                  <a:lnTo>
                    <a:pt x="1170519" y="1386845"/>
                  </a:lnTo>
                  <a:lnTo>
                    <a:pt x="1170514" y="1386836"/>
                  </a:lnTo>
                  <a:lnTo>
                    <a:pt x="1170505" y="1386818"/>
                  </a:lnTo>
                  <a:lnTo>
                    <a:pt x="1170495" y="1386799"/>
                  </a:lnTo>
                  <a:lnTo>
                    <a:pt x="1170491" y="1386781"/>
                  </a:lnTo>
                  <a:lnTo>
                    <a:pt x="1170490" y="1386763"/>
                  </a:lnTo>
                  <a:lnTo>
                    <a:pt x="1170492" y="1386744"/>
                  </a:lnTo>
                  <a:lnTo>
                    <a:pt x="1170492" y="1386726"/>
                  </a:lnTo>
                  <a:lnTo>
                    <a:pt x="1170489" y="1386707"/>
                  </a:lnTo>
                  <a:lnTo>
                    <a:pt x="1170482" y="1386689"/>
                  </a:lnTo>
                  <a:lnTo>
                    <a:pt x="1170473" y="1386670"/>
                  </a:lnTo>
                  <a:lnTo>
                    <a:pt x="1170463" y="1386652"/>
                  </a:lnTo>
                  <a:lnTo>
                    <a:pt x="1170453" y="1386633"/>
                  </a:lnTo>
                  <a:lnTo>
                    <a:pt x="1170449" y="1386625"/>
                  </a:lnTo>
                  <a:lnTo>
                    <a:pt x="1170448" y="1386615"/>
                  </a:lnTo>
                  <a:lnTo>
                    <a:pt x="1170450" y="1386596"/>
                  </a:lnTo>
                  <a:lnTo>
                    <a:pt x="1170457" y="1386578"/>
                  </a:lnTo>
                  <a:lnTo>
                    <a:pt x="1170465" y="1386559"/>
                  </a:lnTo>
                  <a:lnTo>
                    <a:pt x="1170469" y="1386550"/>
                  </a:lnTo>
                  <a:lnTo>
                    <a:pt x="1170470" y="1386541"/>
                  </a:lnTo>
                  <a:lnTo>
                    <a:pt x="1170475" y="1386525"/>
                  </a:lnTo>
                  <a:lnTo>
                    <a:pt x="1170481" y="1386506"/>
                  </a:lnTo>
                  <a:lnTo>
                    <a:pt x="1170485" y="1386486"/>
                  </a:lnTo>
                  <a:lnTo>
                    <a:pt x="1170490" y="1386469"/>
                  </a:lnTo>
                  <a:lnTo>
                    <a:pt x="1170502" y="1386447"/>
                  </a:lnTo>
                  <a:lnTo>
                    <a:pt x="1170508" y="1386440"/>
                  </a:lnTo>
                  <a:lnTo>
                    <a:pt x="1170511" y="1386433"/>
                  </a:lnTo>
                  <a:lnTo>
                    <a:pt x="1170526" y="1386415"/>
                  </a:lnTo>
                  <a:lnTo>
                    <a:pt x="1170539" y="1386396"/>
                  </a:lnTo>
                  <a:lnTo>
                    <a:pt x="1170554" y="1386379"/>
                  </a:lnTo>
                  <a:lnTo>
                    <a:pt x="1170562" y="1386370"/>
                  </a:lnTo>
                  <a:lnTo>
                    <a:pt x="1170571" y="1386360"/>
                  </a:lnTo>
                  <a:lnTo>
                    <a:pt x="1170563" y="1386351"/>
                  </a:lnTo>
                  <a:lnTo>
                    <a:pt x="1170560" y="1386346"/>
                  </a:lnTo>
                  <a:lnTo>
                    <a:pt x="1170556" y="1386342"/>
                  </a:lnTo>
                  <a:lnTo>
                    <a:pt x="1170545" y="1386324"/>
                  </a:lnTo>
                  <a:lnTo>
                    <a:pt x="1170529" y="1386305"/>
                  </a:lnTo>
                  <a:lnTo>
                    <a:pt x="1170522" y="1386287"/>
                  </a:lnTo>
                  <a:lnTo>
                    <a:pt x="1170524" y="1386268"/>
                  </a:lnTo>
                  <a:lnTo>
                    <a:pt x="1170522" y="1386250"/>
                  </a:lnTo>
                  <a:lnTo>
                    <a:pt x="1170522" y="1386244"/>
                  </a:lnTo>
                  <a:lnTo>
                    <a:pt x="1170499" y="1386146"/>
                  </a:lnTo>
                  <a:lnTo>
                    <a:pt x="1170499" y="1386140"/>
                  </a:lnTo>
                  <a:lnTo>
                    <a:pt x="1170494" y="1386127"/>
                  </a:lnTo>
                  <a:lnTo>
                    <a:pt x="1170490" y="1386122"/>
                  </a:lnTo>
                  <a:lnTo>
                    <a:pt x="1170482" y="1386103"/>
                  </a:lnTo>
                  <a:lnTo>
                    <a:pt x="1170479" y="1386095"/>
                  </a:lnTo>
                  <a:lnTo>
                    <a:pt x="1170478" y="1386085"/>
                  </a:lnTo>
                  <a:lnTo>
                    <a:pt x="1170475" y="1386067"/>
                  </a:lnTo>
                  <a:lnTo>
                    <a:pt x="1170479" y="1386047"/>
                  </a:lnTo>
                  <a:lnTo>
                    <a:pt x="1170491" y="1386030"/>
                  </a:lnTo>
                  <a:lnTo>
                    <a:pt x="1170499" y="1386011"/>
                  </a:lnTo>
                  <a:lnTo>
                    <a:pt x="1170509" y="1385992"/>
                  </a:lnTo>
                  <a:lnTo>
                    <a:pt x="1170512" y="1385974"/>
                  </a:lnTo>
                  <a:lnTo>
                    <a:pt x="1170514" y="1385955"/>
                  </a:lnTo>
                  <a:lnTo>
                    <a:pt x="1170517" y="1385937"/>
                  </a:lnTo>
                  <a:lnTo>
                    <a:pt x="1170518" y="1385926"/>
                  </a:lnTo>
                  <a:lnTo>
                    <a:pt x="1170522" y="1385918"/>
                  </a:lnTo>
                  <a:lnTo>
                    <a:pt x="1170529" y="1385900"/>
                  </a:lnTo>
                  <a:lnTo>
                    <a:pt x="1170531" y="1385881"/>
                  </a:lnTo>
                  <a:lnTo>
                    <a:pt x="1170531" y="1385863"/>
                  </a:lnTo>
                  <a:lnTo>
                    <a:pt x="1170532" y="1385844"/>
                  </a:lnTo>
                  <a:lnTo>
                    <a:pt x="1170540" y="1385826"/>
                  </a:lnTo>
                  <a:lnTo>
                    <a:pt x="1170550" y="1385811"/>
                  </a:lnTo>
                  <a:lnTo>
                    <a:pt x="1170565" y="1385790"/>
                  </a:lnTo>
                  <a:lnTo>
                    <a:pt x="1170579" y="1385769"/>
                  </a:lnTo>
                  <a:lnTo>
                    <a:pt x="1170587" y="1385753"/>
                  </a:lnTo>
                  <a:lnTo>
                    <a:pt x="1170595" y="1385736"/>
                  </a:lnTo>
                  <a:lnTo>
                    <a:pt x="1170602" y="1385722"/>
                  </a:lnTo>
                  <a:lnTo>
                    <a:pt x="1170603" y="1385715"/>
                  </a:lnTo>
                  <a:lnTo>
                    <a:pt x="1170607" y="1385697"/>
                  </a:lnTo>
                  <a:lnTo>
                    <a:pt x="1170609" y="1385681"/>
                  </a:lnTo>
                  <a:lnTo>
                    <a:pt x="1170613" y="1385660"/>
                  </a:lnTo>
                  <a:lnTo>
                    <a:pt x="1170616" y="1385642"/>
                  </a:lnTo>
                  <a:lnTo>
                    <a:pt x="1170621" y="1385632"/>
                  </a:lnTo>
                  <a:lnTo>
                    <a:pt x="1170622" y="1385623"/>
                  </a:lnTo>
                  <a:lnTo>
                    <a:pt x="1170622" y="1385612"/>
                  </a:lnTo>
                  <a:lnTo>
                    <a:pt x="1170624" y="1385605"/>
                  </a:lnTo>
                  <a:lnTo>
                    <a:pt x="1170628" y="1385596"/>
                  </a:lnTo>
                  <a:lnTo>
                    <a:pt x="1170635" y="1385586"/>
                  </a:lnTo>
                  <a:lnTo>
                    <a:pt x="1170647" y="1385569"/>
                  </a:lnTo>
                  <a:lnTo>
                    <a:pt x="1170653" y="1385557"/>
                  </a:lnTo>
                  <a:lnTo>
                    <a:pt x="1170655" y="1385549"/>
                  </a:lnTo>
                  <a:lnTo>
                    <a:pt x="1170656" y="1385541"/>
                  </a:lnTo>
                  <a:lnTo>
                    <a:pt x="1170655" y="1385530"/>
                  </a:lnTo>
                  <a:lnTo>
                    <a:pt x="1170648" y="1385512"/>
                  </a:lnTo>
                  <a:lnTo>
                    <a:pt x="1170648" y="1385501"/>
                  </a:lnTo>
                  <a:lnTo>
                    <a:pt x="1170659" y="1385443"/>
                  </a:lnTo>
                  <a:lnTo>
                    <a:pt x="1170661" y="1385437"/>
                  </a:lnTo>
                  <a:lnTo>
                    <a:pt x="1170664" y="1385425"/>
                  </a:lnTo>
                  <a:lnTo>
                    <a:pt x="1170667" y="1385418"/>
                  </a:lnTo>
                  <a:lnTo>
                    <a:pt x="1170670" y="1385408"/>
                  </a:lnTo>
                  <a:lnTo>
                    <a:pt x="1170675" y="1385400"/>
                  </a:lnTo>
                  <a:lnTo>
                    <a:pt x="1170677" y="1385381"/>
                  </a:lnTo>
                  <a:lnTo>
                    <a:pt x="1170675" y="1385363"/>
                  </a:lnTo>
                  <a:lnTo>
                    <a:pt x="1170670" y="1385344"/>
                  </a:lnTo>
                  <a:lnTo>
                    <a:pt x="1170670" y="1385336"/>
                  </a:lnTo>
                  <a:lnTo>
                    <a:pt x="1170676" y="1385326"/>
                  </a:lnTo>
                  <a:lnTo>
                    <a:pt x="1170692" y="1385308"/>
                  </a:lnTo>
                  <a:lnTo>
                    <a:pt x="1170708" y="1385291"/>
                  </a:lnTo>
                  <a:lnTo>
                    <a:pt x="1170715" y="1385281"/>
                  </a:lnTo>
                  <a:lnTo>
                    <a:pt x="1170724" y="1385274"/>
                  </a:lnTo>
                  <a:lnTo>
                    <a:pt x="1170739" y="1385255"/>
                  </a:lnTo>
                  <a:lnTo>
                    <a:pt x="1170754" y="1385237"/>
                  </a:lnTo>
                  <a:lnTo>
                    <a:pt x="1170769" y="1385219"/>
                  </a:lnTo>
                  <a:lnTo>
                    <a:pt x="1170783" y="1385202"/>
                  </a:lnTo>
                  <a:lnTo>
                    <a:pt x="1170796" y="1385184"/>
                  </a:lnTo>
                  <a:lnTo>
                    <a:pt x="1170807" y="1385165"/>
                  </a:lnTo>
                  <a:lnTo>
                    <a:pt x="1170817" y="1385146"/>
                  </a:lnTo>
                  <a:lnTo>
                    <a:pt x="1170829" y="1385128"/>
                  </a:lnTo>
                  <a:lnTo>
                    <a:pt x="1170842" y="1385109"/>
                  </a:lnTo>
                  <a:lnTo>
                    <a:pt x="1170852" y="1385099"/>
                  </a:lnTo>
                  <a:lnTo>
                    <a:pt x="1170856" y="1385092"/>
                  </a:lnTo>
                  <a:lnTo>
                    <a:pt x="1170859" y="1385088"/>
                  </a:lnTo>
                  <a:lnTo>
                    <a:pt x="1170867" y="1385073"/>
                  </a:lnTo>
                  <a:lnTo>
                    <a:pt x="1170878" y="1385054"/>
                  </a:lnTo>
                  <a:lnTo>
                    <a:pt x="1170885" y="1385038"/>
                  </a:lnTo>
                  <a:lnTo>
                    <a:pt x="1170887" y="1385033"/>
                  </a:lnTo>
                  <a:lnTo>
                    <a:pt x="1170888" y="1385019"/>
                  </a:lnTo>
                  <a:lnTo>
                    <a:pt x="1170886" y="1385002"/>
                  </a:lnTo>
                  <a:lnTo>
                    <a:pt x="1170884" y="1384993"/>
                  </a:lnTo>
                  <a:lnTo>
                    <a:pt x="1170879" y="1384983"/>
                  </a:lnTo>
                  <a:lnTo>
                    <a:pt x="1170873" y="1384972"/>
                  </a:lnTo>
                  <a:lnTo>
                    <a:pt x="1170861" y="1384957"/>
                  </a:lnTo>
                  <a:lnTo>
                    <a:pt x="1170852" y="1384944"/>
                  </a:lnTo>
                  <a:lnTo>
                    <a:pt x="1170844" y="1384926"/>
                  </a:lnTo>
                  <a:lnTo>
                    <a:pt x="1170839" y="1384905"/>
                  </a:lnTo>
                  <a:lnTo>
                    <a:pt x="1170834" y="1384888"/>
                  </a:lnTo>
                  <a:lnTo>
                    <a:pt x="1170829" y="1384870"/>
                  </a:lnTo>
                  <a:lnTo>
                    <a:pt x="1170827" y="1384852"/>
                  </a:lnTo>
                  <a:lnTo>
                    <a:pt x="1170826" y="1384838"/>
                  </a:lnTo>
                  <a:lnTo>
                    <a:pt x="1170823" y="1384833"/>
                  </a:lnTo>
                  <a:lnTo>
                    <a:pt x="1170817" y="1384815"/>
                  </a:lnTo>
                  <a:lnTo>
                    <a:pt x="1170809" y="1384796"/>
                  </a:lnTo>
                  <a:lnTo>
                    <a:pt x="1170804" y="1384790"/>
                  </a:lnTo>
                  <a:lnTo>
                    <a:pt x="1170784" y="1384735"/>
                  </a:lnTo>
                  <a:lnTo>
                    <a:pt x="1170783" y="1384724"/>
                  </a:lnTo>
                  <a:lnTo>
                    <a:pt x="1170784" y="1384705"/>
                  </a:lnTo>
                  <a:lnTo>
                    <a:pt x="1170785" y="1384687"/>
                  </a:lnTo>
                  <a:lnTo>
                    <a:pt x="1170787" y="1384678"/>
                  </a:lnTo>
                  <a:lnTo>
                    <a:pt x="1170788" y="1384666"/>
                  </a:lnTo>
                  <a:lnTo>
                    <a:pt x="1170790" y="1384660"/>
                  </a:lnTo>
                  <a:lnTo>
                    <a:pt x="1170789" y="1384650"/>
                  </a:lnTo>
                  <a:lnTo>
                    <a:pt x="1170789" y="1384632"/>
                  </a:lnTo>
                  <a:lnTo>
                    <a:pt x="1170788" y="1384620"/>
                  </a:lnTo>
                  <a:lnTo>
                    <a:pt x="1170789" y="1384613"/>
                  </a:lnTo>
                  <a:lnTo>
                    <a:pt x="1170785" y="1384594"/>
                  </a:lnTo>
                  <a:lnTo>
                    <a:pt x="1170783" y="1384586"/>
                  </a:lnTo>
                  <a:lnTo>
                    <a:pt x="1170783" y="1384576"/>
                  </a:lnTo>
                  <a:lnTo>
                    <a:pt x="1170782" y="1384557"/>
                  </a:lnTo>
                  <a:lnTo>
                    <a:pt x="1170779" y="1384539"/>
                  </a:lnTo>
                  <a:lnTo>
                    <a:pt x="1170778" y="1384522"/>
                  </a:lnTo>
                  <a:lnTo>
                    <a:pt x="1170777" y="1384502"/>
                  </a:lnTo>
                  <a:lnTo>
                    <a:pt x="1170779" y="1384484"/>
                  </a:lnTo>
                  <a:lnTo>
                    <a:pt x="1170781" y="1384465"/>
                  </a:lnTo>
                  <a:lnTo>
                    <a:pt x="1170786" y="1384447"/>
                  </a:lnTo>
                  <a:lnTo>
                    <a:pt x="1170787" y="1384433"/>
                  </a:lnTo>
                  <a:lnTo>
                    <a:pt x="1170789" y="1384420"/>
                  </a:lnTo>
                  <a:lnTo>
                    <a:pt x="1170793" y="1384409"/>
                  </a:lnTo>
                  <a:lnTo>
                    <a:pt x="1170802" y="1384395"/>
                  </a:lnTo>
                  <a:lnTo>
                    <a:pt x="1170808" y="1384380"/>
                  </a:lnTo>
                  <a:lnTo>
                    <a:pt x="1170812" y="1384361"/>
                  </a:lnTo>
                  <a:lnTo>
                    <a:pt x="1170813" y="1384355"/>
                  </a:lnTo>
                  <a:lnTo>
                    <a:pt x="1170819" y="1384335"/>
                  </a:lnTo>
                  <a:lnTo>
                    <a:pt x="1170821" y="1384316"/>
                  </a:lnTo>
                  <a:lnTo>
                    <a:pt x="1170824" y="1384301"/>
                  </a:lnTo>
                  <a:lnTo>
                    <a:pt x="1170824" y="1384280"/>
                  </a:lnTo>
                  <a:lnTo>
                    <a:pt x="1170825" y="1384262"/>
                  </a:lnTo>
                  <a:lnTo>
                    <a:pt x="1170824" y="1384254"/>
                  </a:lnTo>
                  <a:lnTo>
                    <a:pt x="1170826" y="1384243"/>
                  </a:lnTo>
                  <a:lnTo>
                    <a:pt x="1170827" y="1384224"/>
                  </a:lnTo>
                  <a:lnTo>
                    <a:pt x="1170827" y="1384206"/>
                  </a:lnTo>
                  <a:lnTo>
                    <a:pt x="1170828" y="1384187"/>
                  </a:lnTo>
                  <a:lnTo>
                    <a:pt x="1170823" y="1384169"/>
                  </a:lnTo>
                  <a:lnTo>
                    <a:pt x="1170821" y="1384159"/>
                  </a:lnTo>
                  <a:lnTo>
                    <a:pt x="1170816" y="1384149"/>
                  </a:lnTo>
                  <a:lnTo>
                    <a:pt x="1170808" y="1384139"/>
                  </a:lnTo>
                  <a:lnTo>
                    <a:pt x="1170802" y="1384132"/>
                  </a:lnTo>
                  <a:lnTo>
                    <a:pt x="1170785" y="1384115"/>
                  </a:lnTo>
                  <a:lnTo>
                    <a:pt x="1170766" y="1384101"/>
                  </a:lnTo>
                  <a:lnTo>
                    <a:pt x="1170749" y="1384085"/>
                  </a:lnTo>
                  <a:lnTo>
                    <a:pt x="1170734" y="1384069"/>
                  </a:lnTo>
                  <a:lnTo>
                    <a:pt x="1170726" y="1384057"/>
                  </a:lnTo>
                  <a:lnTo>
                    <a:pt x="1170720" y="1384047"/>
                  </a:lnTo>
                  <a:lnTo>
                    <a:pt x="1170713" y="1384043"/>
                  </a:lnTo>
                  <a:lnTo>
                    <a:pt x="1170703" y="1384038"/>
                  </a:lnTo>
                  <a:lnTo>
                    <a:pt x="1170693" y="1384037"/>
                  </a:lnTo>
                  <a:lnTo>
                    <a:pt x="1170683" y="1384038"/>
                  </a:lnTo>
                  <a:lnTo>
                    <a:pt x="1170665" y="1384042"/>
                  </a:lnTo>
                  <a:lnTo>
                    <a:pt x="1170646" y="1384046"/>
                  </a:lnTo>
                  <a:lnTo>
                    <a:pt x="1170628" y="1384052"/>
                  </a:lnTo>
                  <a:lnTo>
                    <a:pt x="1170610" y="1384057"/>
                  </a:lnTo>
                  <a:lnTo>
                    <a:pt x="1170593" y="1384062"/>
                  </a:lnTo>
                  <a:lnTo>
                    <a:pt x="1170587" y="1384063"/>
                  </a:lnTo>
                  <a:lnTo>
                    <a:pt x="1170573" y="1384068"/>
                  </a:lnTo>
                  <a:lnTo>
                    <a:pt x="1170554" y="1384074"/>
                  </a:lnTo>
                  <a:lnTo>
                    <a:pt x="1170537" y="1384081"/>
                  </a:lnTo>
                  <a:lnTo>
                    <a:pt x="1170519" y="1384087"/>
                  </a:lnTo>
                  <a:lnTo>
                    <a:pt x="1170500" y="1384091"/>
                  </a:lnTo>
                  <a:lnTo>
                    <a:pt x="1170482" y="1384095"/>
                  </a:lnTo>
                  <a:lnTo>
                    <a:pt x="1170464" y="1384096"/>
                  </a:lnTo>
                  <a:lnTo>
                    <a:pt x="1170445" y="1384099"/>
                  </a:lnTo>
                  <a:lnTo>
                    <a:pt x="1170427" y="1384105"/>
                  </a:lnTo>
                  <a:lnTo>
                    <a:pt x="1170409" y="1384113"/>
                  </a:lnTo>
                  <a:lnTo>
                    <a:pt x="1170391" y="1384120"/>
                  </a:lnTo>
                  <a:lnTo>
                    <a:pt x="1170381" y="1384125"/>
                  </a:lnTo>
                  <a:lnTo>
                    <a:pt x="1170372" y="1384126"/>
                  </a:lnTo>
                  <a:lnTo>
                    <a:pt x="1170354" y="1384131"/>
                  </a:lnTo>
                  <a:lnTo>
                    <a:pt x="1170336" y="1384134"/>
                  </a:lnTo>
                  <a:lnTo>
                    <a:pt x="1170317" y="1384133"/>
                  </a:lnTo>
                  <a:lnTo>
                    <a:pt x="1170299" y="1384133"/>
                  </a:lnTo>
                  <a:lnTo>
                    <a:pt x="1170288" y="1384133"/>
                  </a:lnTo>
                  <a:lnTo>
                    <a:pt x="1170281" y="1384131"/>
                  </a:lnTo>
                  <a:lnTo>
                    <a:pt x="1170262" y="1384129"/>
                  </a:lnTo>
                  <a:lnTo>
                    <a:pt x="1170244" y="1384126"/>
                  </a:lnTo>
                  <a:lnTo>
                    <a:pt x="1170226" y="1384120"/>
                  </a:lnTo>
                  <a:lnTo>
                    <a:pt x="1170207" y="1384110"/>
                  </a:lnTo>
                  <a:lnTo>
                    <a:pt x="1170189" y="1384098"/>
                  </a:lnTo>
                  <a:lnTo>
                    <a:pt x="1170099" y="1384032"/>
                  </a:lnTo>
                  <a:lnTo>
                    <a:pt x="1170091" y="1384025"/>
                  </a:lnTo>
                  <a:lnTo>
                    <a:pt x="1170085" y="1384018"/>
                  </a:lnTo>
                  <a:lnTo>
                    <a:pt x="1170076" y="1384009"/>
                  </a:lnTo>
                  <a:lnTo>
                    <a:pt x="1170067" y="1384007"/>
                  </a:lnTo>
                  <a:lnTo>
                    <a:pt x="1170059" y="1384003"/>
                  </a:lnTo>
                  <a:lnTo>
                    <a:pt x="1170049" y="1384002"/>
                  </a:lnTo>
                  <a:lnTo>
                    <a:pt x="1170031" y="1383999"/>
                  </a:lnTo>
                  <a:lnTo>
                    <a:pt x="1170017" y="1383996"/>
                  </a:lnTo>
                  <a:lnTo>
                    <a:pt x="1170013" y="1383992"/>
                  </a:lnTo>
                  <a:lnTo>
                    <a:pt x="1169994" y="1383985"/>
                  </a:lnTo>
                  <a:lnTo>
                    <a:pt x="1169983" y="1383980"/>
                  </a:lnTo>
                  <a:lnTo>
                    <a:pt x="1169976" y="1383974"/>
                  </a:lnTo>
                  <a:lnTo>
                    <a:pt x="1169969" y="1383967"/>
                  </a:lnTo>
                  <a:lnTo>
                    <a:pt x="1169962" y="1383959"/>
                  </a:lnTo>
                  <a:lnTo>
                    <a:pt x="1169949" y="1383941"/>
                  </a:lnTo>
                  <a:lnTo>
                    <a:pt x="1169935" y="1383922"/>
                  </a:lnTo>
                  <a:lnTo>
                    <a:pt x="1169924" y="1383904"/>
                  </a:lnTo>
                  <a:lnTo>
                    <a:pt x="1169907" y="1383887"/>
                  </a:lnTo>
                  <a:lnTo>
                    <a:pt x="1169888" y="1383872"/>
                  </a:lnTo>
                  <a:lnTo>
                    <a:pt x="1169870" y="1383857"/>
                  </a:lnTo>
                  <a:lnTo>
                    <a:pt x="1169852" y="1383843"/>
                  </a:lnTo>
                  <a:lnTo>
                    <a:pt x="1169833" y="1383826"/>
                  </a:lnTo>
                  <a:lnTo>
                    <a:pt x="1169816" y="1383807"/>
                  </a:lnTo>
                  <a:lnTo>
                    <a:pt x="1169800" y="1383789"/>
                  </a:lnTo>
                  <a:lnTo>
                    <a:pt x="1169781" y="1383773"/>
                  </a:lnTo>
                  <a:lnTo>
                    <a:pt x="1169763" y="1383760"/>
                  </a:lnTo>
                  <a:lnTo>
                    <a:pt x="1169752" y="1383750"/>
                  </a:lnTo>
                  <a:lnTo>
                    <a:pt x="1169747" y="1383742"/>
                  </a:lnTo>
                  <a:lnTo>
                    <a:pt x="1169741" y="1383733"/>
                  </a:lnTo>
                  <a:lnTo>
                    <a:pt x="1169734" y="1383725"/>
                  </a:lnTo>
                  <a:lnTo>
                    <a:pt x="1169717" y="1383708"/>
                  </a:lnTo>
                  <a:lnTo>
                    <a:pt x="1169702" y="1383690"/>
                  </a:lnTo>
                  <a:lnTo>
                    <a:pt x="1169685" y="1383672"/>
                  </a:lnTo>
                  <a:lnTo>
                    <a:pt x="1169666" y="1383660"/>
                  </a:lnTo>
                  <a:lnTo>
                    <a:pt x="1169656" y="1383653"/>
                  </a:lnTo>
                  <a:lnTo>
                    <a:pt x="1169648" y="1383649"/>
                  </a:lnTo>
                  <a:lnTo>
                    <a:pt x="1169629" y="1383640"/>
                  </a:lnTo>
                  <a:lnTo>
                    <a:pt x="1169622" y="1383636"/>
                  </a:lnTo>
                  <a:lnTo>
                    <a:pt x="1169612" y="1383627"/>
                  </a:lnTo>
                  <a:lnTo>
                    <a:pt x="1169594" y="1383611"/>
                  </a:lnTo>
                  <a:lnTo>
                    <a:pt x="1169578" y="1383595"/>
                  </a:lnTo>
                  <a:lnTo>
                    <a:pt x="1169568" y="1383587"/>
                  </a:lnTo>
                  <a:lnTo>
                    <a:pt x="1169560" y="1383581"/>
                  </a:lnTo>
                  <a:lnTo>
                    <a:pt x="1169549" y="1383574"/>
                  </a:lnTo>
                  <a:lnTo>
                    <a:pt x="1169541" y="1383570"/>
                  </a:lnTo>
                  <a:lnTo>
                    <a:pt x="1169522" y="1383561"/>
                  </a:lnTo>
                  <a:lnTo>
                    <a:pt x="1169504" y="1383557"/>
                  </a:lnTo>
                  <a:lnTo>
                    <a:pt x="1169493" y="1383553"/>
                  </a:lnTo>
                  <a:lnTo>
                    <a:pt x="1169486" y="1383548"/>
                  </a:lnTo>
                  <a:lnTo>
                    <a:pt x="1169467" y="1383536"/>
                  </a:lnTo>
                  <a:lnTo>
                    <a:pt x="1169451" y="1383519"/>
                  </a:lnTo>
                  <a:lnTo>
                    <a:pt x="1169435" y="1383500"/>
                  </a:lnTo>
                  <a:lnTo>
                    <a:pt x="1169426" y="1383492"/>
                  </a:lnTo>
                  <a:lnTo>
                    <a:pt x="1169416" y="1383486"/>
                  </a:lnTo>
                  <a:lnTo>
                    <a:pt x="1169397" y="1383473"/>
                  </a:lnTo>
                  <a:lnTo>
                    <a:pt x="1169379" y="1383464"/>
                  </a:lnTo>
                  <a:lnTo>
                    <a:pt x="1169361" y="1383454"/>
                  </a:lnTo>
                  <a:lnTo>
                    <a:pt x="1169344" y="1383446"/>
                  </a:lnTo>
                  <a:lnTo>
                    <a:pt x="1169324" y="1383437"/>
                  </a:lnTo>
                  <a:lnTo>
                    <a:pt x="1169306" y="1383431"/>
                  </a:lnTo>
                  <a:lnTo>
                    <a:pt x="1169292" y="1383423"/>
                  </a:lnTo>
                  <a:lnTo>
                    <a:pt x="1169287" y="1383421"/>
                  </a:lnTo>
                  <a:lnTo>
                    <a:pt x="1169274" y="1383413"/>
                  </a:lnTo>
                  <a:lnTo>
                    <a:pt x="1169269" y="1383412"/>
                  </a:lnTo>
                  <a:lnTo>
                    <a:pt x="1169250" y="1383399"/>
                  </a:lnTo>
                  <a:lnTo>
                    <a:pt x="1169232" y="1383391"/>
                  </a:lnTo>
                  <a:lnTo>
                    <a:pt x="1169218" y="1383385"/>
                  </a:lnTo>
                  <a:lnTo>
                    <a:pt x="1169214" y="1383381"/>
                  </a:lnTo>
                  <a:lnTo>
                    <a:pt x="1169195" y="1383374"/>
                  </a:lnTo>
                  <a:lnTo>
                    <a:pt x="1169177" y="1383365"/>
                  </a:lnTo>
                  <a:lnTo>
                    <a:pt x="1169159" y="1383356"/>
                  </a:lnTo>
                  <a:lnTo>
                    <a:pt x="1169140" y="1383346"/>
                  </a:lnTo>
                  <a:lnTo>
                    <a:pt x="1169131" y="1383342"/>
                  </a:lnTo>
                  <a:lnTo>
                    <a:pt x="1169124" y="1383338"/>
                  </a:lnTo>
                  <a:lnTo>
                    <a:pt x="1169118" y="1383330"/>
                  </a:lnTo>
                  <a:lnTo>
                    <a:pt x="1169111" y="1383323"/>
                  </a:lnTo>
                  <a:lnTo>
                    <a:pt x="1169108" y="1383318"/>
                  </a:lnTo>
                  <a:lnTo>
                    <a:pt x="1169100" y="1383306"/>
                  </a:lnTo>
                  <a:lnTo>
                    <a:pt x="1169095" y="1383302"/>
                  </a:lnTo>
                  <a:lnTo>
                    <a:pt x="1169079" y="1383285"/>
                  </a:lnTo>
                  <a:lnTo>
                    <a:pt x="1169061" y="1383269"/>
                  </a:lnTo>
                  <a:lnTo>
                    <a:pt x="1169042" y="1383253"/>
                  </a:lnTo>
                  <a:lnTo>
                    <a:pt x="1169032" y="1383243"/>
                  </a:lnTo>
                  <a:lnTo>
                    <a:pt x="1169024" y="1383238"/>
                  </a:lnTo>
                  <a:lnTo>
                    <a:pt x="1169005" y="1383231"/>
                  </a:lnTo>
                  <a:lnTo>
                    <a:pt x="1168987" y="1383224"/>
                  </a:lnTo>
                  <a:lnTo>
                    <a:pt x="1168968" y="1383219"/>
                  </a:lnTo>
                  <a:lnTo>
                    <a:pt x="1168948" y="1383214"/>
                  </a:lnTo>
                  <a:lnTo>
                    <a:pt x="1168856" y="1383191"/>
                  </a:lnTo>
                  <a:lnTo>
                    <a:pt x="1168837" y="1383187"/>
                  </a:lnTo>
                  <a:lnTo>
                    <a:pt x="1168819" y="1383183"/>
                  </a:lnTo>
                  <a:lnTo>
                    <a:pt x="1168810" y="1383177"/>
                  </a:lnTo>
                  <a:lnTo>
                    <a:pt x="1168802" y="1383169"/>
                  </a:lnTo>
                  <a:lnTo>
                    <a:pt x="1168751" y="1383075"/>
                  </a:lnTo>
                  <a:lnTo>
                    <a:pt x="1168739" y="1383050"/>
                  </a:lnTo>
                  <a:lnTo>
                    <a:pt x="1168727" y="1383040"/>
                  </a:lnTo>
                  <a:lnTo>
                    <a:pt x="1168721" y="1383037"/>
                  </a:lnTo>
                  <a:lnTo>
                    <a:pt x="1168712" y="1383034"/>
                  </a:lnTo>
                  <a:lnTo>
                    <a:pt x="1168703" y="1383032"/>
                  </a:lnTo>
                  <a:lnTo>
                    <a:pt x="1168696" y="1383031"/>
                  </a:lnTo>
                  <a:lnTo>
                    <a:pt x="1168684" y="1383034"/>
                  </a:lnTo>
                  <a:lnTo>
                    <a:pt x="1168666" y="1383037"/>
                  </a:lnTo>
                  <a:lnTo>
                    <a:pt x="1168648" y="1383039"/>
                  </a:lnTo>
                  <a:lnTo>
                    <a:pt x="1168629" y="1383037"/>
                  </a:lnTo>
                  <a:lnTo>
                    <a:pt x="1168619" y="1383033"/>
                  </a:lnTo>
                  <a:lnTo>
                    <a:pt x="1168611" y="1383028"/>
                  </a:lnTo>
                  <a:lnTo>
                    <a:pt x="1168593" y="1383013"/>
                  </a:lnTo>
                  <a:lnTo>
                    <a:pt x="1168574" y="1382996"/>
                  </a:lnTo>
                  <a:lnTo>
                    <a:pt x="1168556" y="1382977"/>
                  </a:lnTo>
                  <a:lnTo>
                    <a:pt x="1168537" y="1382967"/>
                  </a:lnTo>
                  <a:lnTo>
                    <a:pt x="1168518" y="1382956"/>
                  </a:lnTo>
                  <a:lnTo>
                    <a:pt x="1168491" y="1382950"/>
                  </a:lnTo>
                  <a:lnTo>
                    <a:pt x="1168485" y="1382945"/>
                  </a:lnTo>
                  <a:lnTo>
                    <a:pt x="1168482" y="1382933"/>
                  </a:lnTo>
                  <a:lnTo>
                    <a:pt x="1168478" y="1382915"/>
                  </a:lnTo>
                  <a:lnTo>
                    <a:pt x="1168470" y="1382849"/>
                  </a:lnTo>
                  <a:lnTo>
                    <a:pt x="1168472" y="1382822"/>
                  </a:lnTo>
                  <a:lnTo>
                    <a:pt x="1168466" y="1382794"/>
                  </a:lnTo>
                  <a:lnTo>
                    <a:pt x="1168450" y="1382772"/>
                  </a:lnTo>
                  <a:lnTo>
                    <a:pt x="1168430" y="1382745"/>
                  </a:lnTo>
                  <a:lnTo>
                    <a:pt x="1168408" y="1382700"/>
                  </a:lnTo>
                  <a:lnTo>
                    <a:pt x="1168400" y="1382675"/>
                  </a:lnTo>
                  <a:lnTo>
                    <a:pt x="1168391" y="1382651"/>
                  </a:lnTo>
                  <a:lnTo>
                    <a:pt x="1168384" y="1382639"/>
                  </a:lnTo>
                  <a:lnTo>
                    <a:pt x="1168374" y="1382631"/>
                  </a:lnTo>
                  <a:lnTo>
                    <a:pt x="1168365" y="1382622"/>
                  </a:lnTo>
                  <a:lnTo>
                    <a:pt x="1168349" y="1382606"/>
                  </a:lnTo>
                  <a:lnTo>
                    <a:pt x="1168343" y="1382598"/>
                  </a:lnTo>
                  <a:lnTo>
                    <a:pt x="1168345" y="1382591"/>
                  </a:lnTo>
                  <a:lnTo>
                    <a:pt x="1168349" y="1382582"/>
                  </a:lnTo>
                  <a:lnTo>
                    <a:pt x="1168366" y="1382554"/>
                  </a:lnTo>
                  <a:lnTo>
                    <a:pt x="1168373" y="1382535"/>
                  </a:lnTo>
                  <a:lnTo>
                    <a:pt x="1168377" y="1382521"/>
                  </a:lnTo>
                  <a:lnTo>
                    <a:pt x="1168378" y="1382511"/>
                  </a:lnTo>
                  <a:lnTo>
                    <a:pt x="1168374" y="1382475"/>
                  </a:lnTo>
                  <a:lnTo>
                    <a:pt x="1168370" y="1382454"/>
                  </a:lnTo>
                  <a:lnTo>
                    <a:pt x="1168370" y="1382443"/>
                  </a:lnTo>
                  <a:lnTo>
                    <a:pt x="1168365" y="1382416"/>
                  </a:lnTo>
                  <a:lnTo>
                    <a:pt x="1168355" y="1382399"/>
                  </a:lnTo>
                  <a:lnTo>
                    <a:pt x="1168338" y="1382370"/>
                  </a:lnTo>
                  <a:lnTo>
                    <a:pt x="1168323" y="1382335"/>
                  </a:lnTo>
                  <a:lnTo>
                    <a:pt x="1168311" y="1382312"/>
                  </a:lnTo>
                  <a:lnTo>
                    <a:pt x="1168309" y="1382303"/>
                  </a:lnTo>
                  <a:lnTo>
                    <a:pt x="1168312" y="1382294"/>
                  </a:lnTo>
                  <a:lnTo>
                    <a:pt x="1168313" y="1382285"/>
                  </a:lnTo>
                  <a:lnTo>
                    <a:pt x="1168318" y="1382275"/>
                  </a:lnTo>
                  <a:lnTo>
                    <a:pt x="1168318" y="1382259"/>
                  </a:lnTo>
                  <a:lnTo>
                    <a:pt x="1168317" y="1382247"/>
                  </a:lnTo>
                  <a:lnTo>
                    <a:pt x="1168315" y="1382237"/>
                  </a:lnTo>
                  <a:lnTo>
                    <a:pt x="1168306" y="1382224"/>
                  </a:lnTo>
                  <a:lnTo>
                    <a:pt x="1168284" y="1382197"/>
                  </a:lnTo>
                  <a:lnTo>
                    <a:pt x="1168265" y="1382158"/>
                  </a:lnTo>
                  <a:lnTo>
                    <a:pt x="1168242" y="1382125"/>
                  </a:lnTo>
                  <a:lnTo>
                    <a:pt x="1168226" y="1382100"/>
                  </a:lnTo>
                  <a:lnTo>
                    <a:pt x="1168208" y="1382048"/>
                  </a:lnTo>
                  <a:lnTo>
                    <a:pt x="1168193" y="1382021"/>
                  </a:lnTo>
                  <a:lnTo>
                    <a:pt x="1168195" y="1382013"/>
                  </a:lnTo>
                  <a:lnTo>
                    <a:pt x="1168205" y="1382002"/>
                  </a:lnTo>
                  <a:lnTo>
                    <a:pt x="1168232" y="1381974"/>
                  </a:lnTo>
                  <a:lnTo>
                    <a:pt x="1168255" y="1381940"/>
                  </a:lnTo>
                  <a:lnTo>
                    <a:pt x="1168267" y="1381925"/>
                  </a:lnTo>
                  <a:lnTo>
                    <a:pt x="1168272" y="1381913"/>
                  </a:lnTo>
                  <a:lnTo>
                    <a:pt x="1168279" y="1381896"/>
                  </a:lnTo>
                  <a:lnTo>
                    <a:pt x="1168291" y="1381883"/>
                  </a:lnTo>
                  <a:lnTo>
                    <a:pt x="1168299" y="1381876"/>
                  </a:lnTo>
                  <a:lnTo>
                    <a:pt x="1168348" y="1381853"/>
                  </a:lnTo>
                  <a:lnTo>
                    <a:pt x="1168379" y="1381837"/>
                  </a:lnTo>
                  <a:lnTo>
                    <a:pt x="1168417" y="1381807"/>
                  </a:lnTo>
                  <a:lnTo>
                    <a:pt x="1168443" y="1381787"/>
                  </a:lnTo>
                  <a:lnTo>
                    <a:pt x="1168464" y="1381762"/>
                  </a:lnTo>
                  <a:lnTo>
                    <a:pt x="1168487" y="1381734"/>
                  </a:lnTo>
                  <a:lnTo>
                    <a:pt x="1168502" y="1381720"/>
                  </a:lnTo>
                  <a:lnTo>
                    <a:pt x="1168509" y="1381714"/>
                  </a:lnTo>
                  <a:lnTo>
                    <a:pt x="1168510" y="1381708"/>
                  </a:lnTo>
                  <a:lnTo>
                    <a:pt x="1168500" y="1381684"/>
                  </a:lnTo>
                  <a:lnTo>
                    <a:pt x="1168496" y="1381665"/>
                  </a:lnTo>
                  <a:lnTo>
                    <a:pt x="1168488" y="1381647"/>
                  </a:lnTo>
                  <a:lnTo>
                    <a:pt x="1168475" y="1381614"/>
                  </a:lnTo>
                  <a:lnTo>
                    <a:pt x="1168463" y="1381587"/>
                  </a:lnTo>
                  <a:lnTo>
                    <a:pt x="1168434" y="1381532"/>
                  </a:lnTo>
                  <a:lnTo>
                    <a:pt x="1168426" y="1381511"/>
                  </a:lnTo>
                  <a:lnTo>
                    <a:pt x="1168424" y="1381498"/>
                  </a:lnTo>
                  <a:lnTo>
                    <a:pt x="1168426" y="1381489"/>
                  </a:lnTo>
                  <a:lnTo>
                    <a:pt x="1168428" y="1381480"/>
                  </a:lnTo>
                  <a:lnTo>
                    <a:pt x="1168459" y="1381439"/>
                  </a:lnTo>
                  <a:lnTo>
                    <a:pt x="1168472" y="1381412"/>
                  </a:lnTo>
                  <a:lnTo>
                    <a:pt x="1168484" y="1381371"/>
                  </a:lnTo>
                  <a:lnTo>
                    <a:pt x="1168497" y="1381332"/>
                  </a:lnTo>
                  <a:lnTo>
                    <a:pt x="1168506" y="1381318"/>
                  </a:lnTo>
                  <a:lnTo>
                    <a:pt x="1168522" y="1381304"/>
                  </a:lnTo>
                  <a:lnTo>
                    <a:pt x="1168541" y="1381293"/>
                  </a:lnTo>
                  <a:lnTo>
                    <a:pt x="1168562" y="1381287"/>
                  </a:lnTo>
                  <a:lnTo>
                    <a:pt x="1168581" y="1381280"/>
                  </a:lnTo>
                  <a:lnTo>
                    <a:pt x="1168598" y="1381276"/>
                  </a:lnTo>
                  <a:lnTo>
                    <a:pt x="1168617" y="1381272"/>
                  </a:lnTo>
                  <a:lnTo>
                    <a:pt x="1168635" y="1381268"/>
                  </a:lnTo>
                  <a:lnTo>
                    <a:pt x="1168654" y="1381267"/>
                  </a:lnTo>
                  <a:lnTo>
                    <a:pt x="1168669" y="1381266"/>
                  </a:lnTo>
                  <a:lnTo>
                    <a:pt x="1168705" y="1381264"/>
                  </a:lnTo>
                  <a:lnTo>
                    <a:pt x="1168706" y="1381243"/>
                  </a:lnTo>
                  <a:lnTo>
                    <a:pt x="1168701" y="1381194"/>
                  </a:lnTo>
                  <a:lnTo>
                    <a:pt x="1168699" y="1381163"/>
                  </a:lnTo>
                  <a:lnTo>
                    <a:pt x="1168691" y="1381127"/>
                  </a:lnTo>
                  <a:lnTo>
                    <a:pt x="1168687" y="1381076"/>
                  </a:lnTo>
                  <a:lnTo>
                    <a:pt x="1168688" y="1381052"/>
                  </a:lnTo>
                  <a:lnTo>
                    <a:pt x="1168690" y="1381039"/>
                  </a:lnTo>
                  <a:lnTo>
                    <a:pt x="1168696" y="1381022"/>
                  </a:lnTo>
                  <a:lnTo>
                    <a:pt x="1168707" y="1381005"/>
                  </a:lnTo>
                  <a:lnTo>
                    <a:pt x="1168720" y="1380989"/>
                  </a:lnTo>
                  <a:lnTo>
                    <a:pt x="1168723" y="1380981"/>
                  </a:lnTo>
                  <a:lnTo>
                    <a:pt x="1168724" y="1380972"/>
                  </a:lnTo>
                  <a:lnTo>
                    <a:pt x="1168724" y="1380960"/>
                  </a:lnTo>
                  <a:lnTo>
                    <a:pt x="1168727" y="1380949"/>
                  </a:lnTo>
                  <a:lnTo>
                    <a:pt x="1168736" y="1380934"/>
                  </a:lnTo>
                  <a:lnTo>
                    <a:pt x="1168745" y="1380921"/>
                  </a:lnTo>
                  <a:lnTo>
                    <a:pt x="1168749" y="1380916"/>
                  </a:lnTo>
                  <a:lnTo>
                    <a:pt x="1168752" y="1380908"/>
                  </a:lnTo>
                  <a:lnTo>
                    <a:pt x="1168753" y="1380899"/>
                  </a:lnTo>
                  <a:lnTo>
                    <a:pt x="1168760" y="1380869"/>
                  </a:lnTo>
                  <a:lnTo>
                    <a:pt x="1168764" y="1380853"/>
                  </a:lnTo>
                  <a:lnTo>
                    <a:pt x="1168767" y="1380842"/>
                  </a:lnTo>
                  <a:lnTo>
                    <a:pt x="1168770" y="1380835"/>
                  </a:lnTo>
                  <a:lnTo>
                    <a:pt x="1168779" y="1380833"/>
                  </a:lnTo>
                  <a:lnTo>
                    <a:pt x="1168788" y="1380833"/>
                  </a:lnTo>
                  <a:lnTo>
                    <a:pt x="1168806" y="1380834"/>
                  </a:lnTo>
                  <a:lnTo>
                    <a:pt x="1168825" y="1380833"/>
                  </a:lnTo>
                  <a:lnTo>
                    <a:pt x="1168843" y="1380835"/>
                  </a:lnTo>
                  <a:lnTo>
                    <a:pt x="1168861" y="1380836"/>
                  </a:lnTo>
                  <a:lnTo>
                    <a:pt x="1168880" y="1380836"/>
                  </a:lnTo>
                  <a:lnTo>
                    <a:pt x="1168898" y="1380836"/>
                  </a:lnTo>
                  <a:lnTo>
                    <a:pt x="1168917" y="1380836"/>
                  </a:lnTo>
                  <a:lnTo>
                    <a:pt x="1168926" y="1380834"/>
                  </a:lnTo>
                  <a:lnTo>
                    <a:pt x="1168935" y="1380836"/>
                  </a:lnTo>
                  <a:lnTo>
                    <a:pt x="1168953" y="1380838"/>
                  </a:lnTo>
                  <a:lnTo>
                    <a:pt x="1168971" y="1380840"/>
                  </a:lnTo>
                  <a:lnTo>
                    <a:pt x="1168990" y="1380844"/>
                  </a:lnTo>
                  <a:lnTo>
                    <a:pt x="1169008" y="1380847"/>
                  </a:lnTo>
                  <a:lnTo>
                    <a:pt x="1169026" y="1380850"/>
                  </a:lnTo>
                  <a:lnTo>
                    <a:pt x="1169045" y="1380854"/>
                  </a:lnTo>
                  <a:lnTo>
                    <a:pt x="1169060" y="1380857"/>
                  </a:lnTo>
                  <a:lnTo>
                    <a:pt x="1169107" y="1380867"/>
                  </a:lnTo>
                  <a:lnTo>
                    <a:pt x="1169118" y="1380870"/>
                  </a:lnTo>
                  <a:lnTo>
                    <a:pt x="1169125" y="1380870"/>
                  </a:lnTo>
                  <a:lnTo>
                    <a:pt x="1169143" y="1380869"/>
                  </a:lnTo>
                  <a:lnTo>
                    <a:pt x="1169161" y="1380866"/>
                  </a:lnTo>
                  <a:lnTo>
                    <a:pt x="1169171" y="1380865"/>
                  </a:lnTo>
                  <a:lnTo>
                    <a:pt x="1169179" y="1380861"/>
                  </a:lnTo>
                  <a:lnTo>
                    <a:pt x="1169197" y="1380852"/>
                  </a:lnTo>
                  <a:lnTo>
                    <a:pt x="1169216" y="1380845"/>
                  </a:lnTo>
                  <a:lnTo>
                    <a:pt x="1169234" y="1380838"/>
                  </a:lnTo>
                  <a:lnTo>
                    <a:pt x="1169242" y="1380834"/>
                  </a:lnTo>
                  <a:lnTo>
                    <a:pt x="1169252" y="1380832"/>
                  </a:lnTo>
                  <a:lnTo>
                    <a:pt x="1169270" y="1380834"/>
                  </a:lnTo>
                  <a:lnTo>
                    <a:pt x="1169289" y="1380831"/>
                  </a:lnTo>
                  <a:lnTo>
                    <a:pt x="1169307" y="1380829"/>
                  </a:lnTo>
                  <a:lnTo>
                    <a:pt x="1169326" y="1380831"/>
                  </a:lnTo>
                  <a:lnTo>
                    <a:pt x="1169344" y="1380829"/>
                  </a:lnTo>
                  <a:lnTo>
                    <a:pt x="1169362" y="1380828"/>
                  </a:lnTo>
                  <a:lnTo>
                    <a:pt x="1169381" y="1380826"/>
                  </a:lnTo>
                  <a:lnTo>
                    <a:pt x="1169401" y="1380825"/>
                  </a:lnTo>
                  <a:lnTo>
                    <a:pt x="1169415" y="1380824"/>
                  </a:lnTo>
                  <a:lnTo>
                    <a:pt x="1169435" y="1380824"/>
                  </a:lnTo>
                  <a:lnTo>
                    <a:pt x="1169451" y="1380825"/>
                  </a:lnTo>
                  <a:lnTo>
                    <a:pt x="1169472" y="1380827"/>
                  </a:lnTo>
                  <a:lnTo>
                    <a:pt x="1169481" y="1380831"/>
                  </a:lnTo>
                  <a:lnTo>
                    <a:pt x="1169500" y="1380837"/>
                  </a:lnTo>
                  <a:lnTo>
                    <a:pt x="1169524" y="1380841"/>
                  </a:lnTo>
                  <a:lnTo>
                    <a:pt x="1169545" y="1380843"/>
                  </a:lnTo>
                  <a:lnTo>
                    <a:pt x="1169569" y="1380844"/>
                  </a:lnTo>
                  <a:lnTo>
                    <a:pt x="1169579" y="1380845"/>
                  </a:lnTo>
                  <a:lnTo>
                    <a:pt x="1169584" y="1380845"/>
                  </a:lnTo>
                  <a:lnTo>
                    <a:pt x="1169588" y="1380842"/>
                  </a:lnTo>
                  <a:lnTo>
                    <a:pt x="1169593" y="1380830"/>
                  </a:lnTo>
                  <a:lnTo>
                    <a:pt x="1169604" y="1380808"/>
                  </a:lnTo>
                  <a:lnTo>
                    <a:pt x="1169617" y="1380791"/>
                  </a:lnTo>
                  <a:lnTo>
                    <a:pt x="1169625" y="1380781"/>
                  </a:lnTo>
                  <a:lnTo>
                    <a:pt x="1169631" y="1380771"/>
                  </a:lnTo>
                  <a:lnTo>
                    <a:pt x="1169635" y="1380765"/>
                  </a:lnTo>
                  <a:lnTo>
                    <a:pt x="1169642" y="1380761"/>
                  </a:lnTo>
                  <a:lnTo>
                    <a:pt x="1169652" y="1380758"/>
                  </a:lnTo>
                  <a:lnTo>
                    <a:pt x="1169678" y="1380753"/>
                  </a:lnTo>
                  <a:lnTo>
                    <a:pt x="1169697" y="1380748"/>
                  </a:lnTo>
                  <a:lnTo>
                    <a:pt x="1169709" y="1380740"/>
                  </a:lnTo>
                  <a:lnTo>
                    <a:pt x="1169720" y="1380726"/>
                  </a:lnTo>
                  <a:lnTo>
                    <a:pt x="1169723" y="1380714"/>
                  </a:lnTo>
                  <a:lnTo>
                    <a:pt x="1169723" y="1380706"/>
                  </a:lnTo>
                  <a:lnTo>
                    <a:pt x="1169722" y="1380700"/>
                  </a:lnTo>
                  <a:lnTo>
                    <a:pt x="1169713" y="1380682"/>
                  </a:lnTo>
                  <a:lnTo>
                    <a:pt x="1169709" y="1380675"/>
                  </a:lnTo>
                  <a:lnTo>
                    <a:pt x="1169702" y="1380657"/>
                  </a:lnTo>
                  <a:lnTo>
                    <a:pt x="1169698" y="1380638"/>
                  </a:lnTo>
                  <a:lnTo>
                    <a:pt x="1169701" y="1380620"/>
                  </a:lnTo>
                  <a:lnTo>
                    <a:pt x="1169708" y="1380609"/>
                  </a:lnTo>
                  <a:lnTo>
                    <a:pt x="1169709" y="1380602"/>
                  </a:lnTo>
                  <a:lnTo>
                    <a:pt x="1169710" y="1380583"/>
                  </a:lnTo>
                  <a:lnTo>
                    <a:pt x="1169721" y="1380570"/>
                  </a:lnTo>
                  <a:lnTo>
                    <a:pt x="1169724" y="1380564"/>
                  </a:lnTo>
                  <a:lnTo>
                    <a:pt x="1169725" y="1380555"/>
                  </a:lnTo>
                  <a:lnTo>
                    <a:pt x="1169722" y="1380546"/>
                  </a:lnTo>
                  <a:lnTo>
                    <a:pt x="1169718" y="1380527"/>
                  </a:lnTo>
                  <a:lnTo>
                    <a:pt x="1169714" y="1380516"/>
                  </a:lnTo>
                  <a:lnTo>
                    <a:pt x="1169714" y="1380509"/>
                  </a:lnTo>
                  <a:lnTo>
                    <a:pt x="1169708" y="1380491"/>
                  </a:lnTo>
                  <a:lnTo>
                    <a:pt x="1169703" y="1380472"/>
                  </a:lnTo>
                  <a:lnTo>
                    <a:pt x="1169700" y="1380454"/>
                  </a:lnTo>
                  <a:lnTo>
                    <a:pt x="1169697" y="1380435"/>
                  </a:lnTo>
                  <a:lnTo>
                    <a:pt x="1169695" y="1380424"/>
                  </a:lnTo>
                  <a:lnTo>
                    <a:pt x="1169672" y="1380370"/>
                  </a:lnTo>
                  <a:lnTo>
                    <a:pt x="1169666" y="1380361"/>
                  </a:lnTo>
                  <a:lnTo>
                    <a:pt x="1169665" y="1380352"/>
                  </a:lnTo>
                  <a:lnTo>
                    <a:pt x="1169665" y="1380342"/>
                  </a:lnTo>
                  <a:lnTo>
                    <a:pt x="1169669" y="1380333"/>
                  </a:lnTo>
                  <a:lnTo>
                    <a:pt x="1169673" y="1380322"/>
                  </a:lnTo>
                  <a:lnTo>
                    <a:pt x="1169677" y="1380313"/>
                  </a:lnTo>
                  <a:lnTo>
                    <a:pt x="1169685" y="1380296"/>
                  </a:lnTo>
                  <a:lnTo>
                    <a:pt x="1169696" y="1380278"/>
                  </a:lnTo>
                  <a:lnTo>
                    <a:pt x="1169703" y="1380259"/>
                  </a:lnTo>
                  <a:lnTo>
                    <a:pt x="1169707" y="1380240"/>
                  </a:lnTo>
                  <a:lnTo>
                    <a:pt x="1169709" y="1380222"/>
                  </a:lnTo>
                  <a:lnTo>
                    <a:pt x="1169715" y="1380202"/>
                  </a:lnTo>
                  <a:lnTo>
                    <a:pt x="1169724" y="1380188"/>
                  </a:lnTo>
                  <a:lnTo>
                    <a:pt x="1169744" y="1380171"/>
                  </a:lnTo>
                  <a:lnTo>
                    <a:pt x="1169762" y="1380158"/>
                  </a:lnTo>
                  <a:lnTo>
                    <a:pt x="1169772" y="1380151"/>
                  </a:lnTo>
                  <a:lnTo>
                    <a:pt x="1169779" y="1380144"/>
                  </a:lnTo>
                  <a:lnTo>
                    <a:pt x="1169786" y="1380127"/>
                  </a:lnTo>
                  <a:lnTo>
                    <a:pt x="1169789" y="1380116"/>
                  </a:lnTo>
                  <a:lnTo>
                    <a:pt x="1169794" y="1380107"/>
                  </a:lnTo>
                  <a:lnTo>
                    <a:pt x="1169798" y="1380102"/>
                  </a:lnTo>
                  <a:lnTo>
                    <a:pt x="1169801" y="1380098"/>
                  </a:lnTo>
                  <a:lnTo>
                    <a:pt x="1169804" y="1380089"/>
                  </a:lnTo>
                  <a:lnTo>
                    <a:pt x="1169811" y="1380072"/>
                  </a:lnTo>
                  <a:lnTo>
                    <a:pt x="1169822" y="1380046"/>
                  </a:lnTo>
                  <a:lnTo>
                    <a:pt x="1169835" y="1380003"/>
                  </a:lnTo>
                  <a:lnTo>
                    <a:pt x="1169837" y="1379996"/>
                  </a:lnTo>
                  <a:lnTo>
                    <a:pt x="1169844" y="1379977"/>
                  </a:lnTo>
                  <a:lnTo>
                    <a:pt x="1169849" y="1379965"/>
                  </a:lnTo>
                  <a:lnTo>
                    <a:pt x="1169853" y="1379959"/>
                  </a:lnTo>
                  <a:lnTo>
                    <a:pt x="1169871" y="1379942"/>
                  </a:lnTo>
                  <a:lnTo>
                    <a:pt x="1169880" y="1379931"/>
                  </a:lnTo>
                  <a:lnTo>
                    <a:pt x="1169882" y="1379924"/>
                  </a:lnTo>
                  <a:lnTo>
                    <a:pt x="1169885" y="1379905"/>
                  </a:lnTo>
                  <a:lnTo>
                    <a:pt x="1169889" y="1379887"/>
                  </a:lnTo>
                  <a:lnTo>
                    <a:pt x="1169892" y="1379869"/>
                  </a:lnTo>
                  <a:lnTo>
                    <a:pt x="1169892" y="1379856"/>
                  </a:lnTo>
                  <a:lnTo>
                    <a:pt x="1169889" y="1379849"/>
                  </a:lnTo>
                  <a:lnTo>
                    <a:pt x="1169880" y="1379842"/>
                  </a:lnTo>
                  <a:lnTo>
                    <a:pt x="1169872" y="1379840"/>
                  </a:lnTo>
                  <a:lnTo>
                    <a:pt x="1169854" y="1379833"/>
                  </a:lnTo>
                  <a:lnTo>
                    <a:pt x="1169836" y="1379823"/>
                  </a:lnTo>
                  <a:lnTo>
                    <a:pt x="1169818" y="1379806"/>
                  </a:lnTo>
                  <a:lnTo>
                    <a:pt x="1169812" y="1379795"/>
                  </a:lnTo>
                  <a:lnTo>
                    <a:pt x="1169811" y="1379788"/>
                  </a:lnTo>
                  <a:lnTo>
                    <a:pt x="1169808" y="1379779"/>
                  </a:lnTo>
                  <a:lnTo>
                    <a:pt x="1169808" y="1379769"/>
                  </a:lnTo>
                  <a:lnTo>
                    <a:pt x="1169807" y="1379753"/>
                  </a:lnTo>
                  <a:lnTo>
                    <a:pt x="1169802" y="1379742"/>
                  </a:lnTo>
                  <a:lnTo>
                    <a:pt x="1169795" y="1379732"/>
                  </a:lnTo>
                  <a:lnTo>
                    <a:pt x="1169776" y="1379719"/>
                  </a:lnTo>
                  <a:lnTo>
                    <a:pt x="1169758" y="1379705"/>
                  </a:lnTo>
                  <a:lnTo>
                    <a:pt x="1169742" y="1379691"/>
                  </a:lnTo>
                  <a:lnTo>
                    <a:pt x="1169726" y="1379676"/>
                  </a:lnTo>
                  <a:lnTo>
                    <a:pt x="1169715" y="1379665"/>
                  </a:lnTo>
                  <a:lnTo>
                    <a:pt x="1169711" y="1379658"/>
                  </a:lnTo>
                  <a:lnTo>
                    <a:pt x="1169703" y="1379639"/>
                  </a:lnTo>
                  <a:lnTo>
                    <a:pt x="1169697" y="1379621"/>
                  </a:lnTo>
                  <a:lnTo>
                    <a:pt x="1169695" y="1379603"/>
                  </a:lnTo>
                  <a:lnTo>
                    <a:pt x="1169694" y="1379584"/>
                  </a:lnTo>
                  <a:lnTo>
                    <a:pt x="1169690" y="1379565"/>
                  </a:lnTo>
                  <a:lnTo>
                    <a:pt x="1169683" y="1379547"/>
                  </a:lnTo>
                  <a:lnTo>
                    <a:pt x="1169677" y="1379528"/>
                  </a:lnTo>
                  <a:lnTo>
                    <a:pt x="1169671" y="1379512"/>
                  </a:lnTo>
                  <a:lnTo>
                    <a:pt x="1169666" y="1379492"/>
                  </a:lnTo>
                  <a:lnTo>
                    <a:pt x="1169661" y="1379473"/>
                  </a:lnTo>
                  <a:lnTo>
                    <a:pt x="1169659" y="1379455"/>
                  </a:lnTo>
                  <a:lnTo>
                    <a:pt x="1169661" y="1379436"/>
                  </a:lnTo>
                  <a:lnTo>
                    <a:pt x="1169678" y="1379402"/>
                  </a:lnTo>
                  <a:lnTo>
                    <a:pt x="1169684" y="1379394"/>
                  </a:lnTo>
                  <a:lnTo>
                    <a:pt x="1169690" y="1379383"/>
                  </a:lnTo>
                  <a:lnTo>
                    <a:pt x="1169696" y="1379373"/>
                  </a:lnTo>
                  <a:lnTo>
                    <a:pt x="1169698" y="1379364"/>
                  </a:lnTo>
                  <a:lnTo>
                    <a:pt x="1169703" y="1379351"/>
                  </a:lnTo>
                  <a:lnTo>
                    <a:pt x="1169707" y="1379346"/>
                  </a:lnTo>
                  <a:lnTo>
                    <a:pt x="1169709" y="1379339"/>
                  </a:lnTo>
                  <a:lnTo>
                    <a:pt x="1169715" y="1379327"/>
                  </a:lnTo>
                  <a:lnTo>
                    <a:pt x="1169722" y="1379309"/>
                  </a:lnTo>
                  <a:lnTo>
                    <a:pt x="1169726" y="1379298"/>
                  </a:lnTo>
                  <a:lnTo>
                    <a:pt x="1169726" y="1379290"/>
                  </a:lnTo>
                  <a:lnTo>
                    <a:pt x="1169725" y="1379271"/>
                  </a:lnTo>
                  <a:lnTo>
                    <a:pt x="1169724" y="1379264"/>
                  </a:lnTo>
                  <a:lnTo>
                    <a:pt x="1169727" y="1379249"/>
                  </a:lnTo>
                  <a:lnTo>
                    <a:pt x="1169730" y="1379231"/>
                  </a:lnTo>
                  <a:lnTo>
                    <a:pt x="1169734" y="1379211"/>
                  </a:lnTo>
                  <a:lnTo>
                    <a:pt x="1169734" y="1379204"/>
                  </a:lnTo>
                  <a:lnTo>
                    <a:pt x="1169731" y="1379198"/>
                  </a:lnTo>
                  <a:lnTo>
                    <a:pt x="1169723" y="1379190"/>
                  </a:lnTo>
                  <a:lnTo>
                    <a:pt x="1169714" y="1379185"/>
                  </a:lnTo>
                  <a:lnTo>
                    <a:pt x="1169705" y="1379178"/>
                  </a:lnTo>
                  <a:lnTo>
                    <a:pt x="1169700" y="1379170"/>
                  </a:lnTo>
                  <a:lnTo>
                    <a:pt x="1169693" y="1379158"/>
                  </a:lnTo>
                  <a:lnTo>
                    <a:pt x="1169685" y="1379139"/>
                  </a:lnTo>
                  <a:lnTo>
                    <a:pt x="1169679" y="1379127"/>
                  </a:lnTo>
                  <a:lnTo>
                    <a:pt x="1169676" y="1379118"/>
                  </a:lnTo>
                  <a:lnTo>
                    <a:pt x="1169675" y="1379100"/>
                  </a:lnTo>
                  <a:lnTo>
                    <a:pt x="1169672" y="1379090"/>
                  </a:lnTo>
                  <a:lnTo>
                    <a:pt x="1169639" y="1379022"/>
                  </a:lnTo>
                  <a:lnTo>
                    <a:pt x="1169627" y="1378992"/>
                  </a:lnTo>
                  <a:lnTo>
                    <a:pt x="1169618" y="1378972"/>
                  </a:lnTo>
                  <a:lnTo>
                    <a:pt x="1169596" y="1378932"/>
                  </a:lnTo>
                  <a:lnTo>
                    <a:pt x="1169586" y="1378912"/>
                  </a:lnTo>
                  <a:lnTo>
                    <a:pt x="1169574" y="1378883"/>
                  </a:lnTo>
                  <a:lnTo>
                    <a:pt x="1169573" y="1378876"/>
                  </a:lnTo>
                  <a:lnTo>
                    <a:pt x="1169567" y="1378858"/>
                  </a:lnTo>
                  <a:lnTo>
                    <a:pt x="1169562" y="1378847"/>
                  </a:lnTo>
                  <a:lnTo>
                    <a:pt x="1169554" y="1378826"/>
                  </a:lnTo>
                  <a:lnTo>
                    <a:pt x="1169551" y="1378821"/>
                  </a:lnTo>
                  <a:lnTo>
                    <a:pt x="1169543" y="1378803"/>
                  </a:lnTo>
                  <a:lnTo>
                    <a:pt x="1169537" y="1378784"/>
                  </a:lnTo>
                  <a:lnTo>
                    <a:pt x="1169537" y="1378765"/>
                  </a:lnTo>
                  <a:lnTo>
                    <a:pt x="1169537" y="1378747"/>
                  </a:lnTo>
                  <a:lnTo>
                    <a:pt x="1169541" y="1378730"/>
                  </a:lnTo>
                  <a:lnTo>
                    <a:pt x="1169543" y="1378706"/>
                  </a:lnTo>
                  <a:lnTo>
                    <a:pt x="1169544" y="1378700"/>
                  </a:lnTo>
                  <a:lnTo>
                    <a:pt x="1169538" y="1378691"/>
                  </a:lnTo>
                  <a:lnTo>
                    <a:pt x="1169531" y="1378683"/>
                  </a:lnTo>
                  <a:lnTo>
                    <a:pt x="1169526" y="1378673"/>
                  </a:lnTo>
                  <a:lnTo>
                    <a:pt x="1169522" y="1378666"/>
                  </a:lnTo>
                  <a:lnTo>
                    <a:pt x="1169508" y="1378659"/>
                  </a:lnTo>
                  <a:lnTo>
                    <a:pt x="1169484" y="1378644"/>
                  </a:lnTo>
                  <a:lnTo>
                    <a:pt x="1169476" y="1378638"/>
                  </a:lnTo>
                  <a:lnTo>
                    <a:pt x="1169470" y="1378628"/>
                  </a:lnTo>
                  <a:lnTo>
                    <a:pt x="1169459" y="1378610"/>
                  </a:lnTo>
                  <a:lnTo>
                    <a:pt x="1169449" y="1378591"/>
                  </a:lnTo>
                  <a:lnTo>
                    <a:pt x="1169438" y="1378573"/>
                  </a:lnTo>
                  <a:lnTo>
                    <a:pt x="1169429" y="1378555"/>
                  </a:lnTo>
                  <a:lnTo>
                    <a:pt x="1169409" y="1378508"/>
                  </a:lnTo>
                  <a:lnTo>
                    <a:pt x="1169404" y="1378496"/>
                  </a:lnTo>
                  <a:lnTo>
                    <a:pt x="1169399" y="1378477"/>
                  </a:lnTo>
                  <a:lnTo>
                    <a:pt x="1169392" y="1378458"/>
                  </a:lnTo>
                  <a:lnTo>
                    <a:pt x="1169387" y="1378440"/>
                  </a:lnTo>
                  <a:lnTo>
                    <a:pt x="1169382" y="1378422"/>
                  </a:lnTo>
                  <a:lnTo>
                    <a:pt x="1169379" y="1378413"/>
                  </a:lnTo>
                  <a:lnTo>
                    <a:pt x="1169379" y="1378403"/>
                  </a:lnTo>
                  <a:lnTo>
                    <a:pt x="1169381" y="1378396"/>
                  </a:lnTo>
                  <a:lnTo>
                    <a:pt x="1169384" y="1378387"/>
                  </a:lnTo>
                  <a:lnTo>
                    <a:pt x="1169385" y="1378366"/>
                  </a:lnTo>
                  <a:lnTo>
                    <a:pt x="1169384" y="1378348"/>
                  </a:lnTo>
                  <a:lnTo>
                    <a:pt x="1169379" y="1378332"/>
                  </a:lnTo>
                  <a:lnTo>
                    <a:pt x="1169378" y="1378311"/>
                  </a:lnTo>
                  <a:lnTo>
                    <a:pt x="1169375" y="1378292"/>
                  </a:lnTo>
                  <a:lnTo>
                    <a:pt x="1169374" y="1378274"/>
                  </a:lnTo>
                  <a:lnTo>
                    <a:pt x="1169371" y="1378255"/>
                  </a:lnTo>
                  <a:lnTo>
                    <a:pt x="1169371" y="1378237"/>
                  </a:lnTo>
                  <a:lnTo>
                    <a:pt x="1169372" y="1378218"/>
                  </a:lnTo>
                  <a:lnTo>
                    <a:pt x="1169375" y="1378207"/>
                  </a:lnTo>
                  <a:lnTo>
                    <a:pt x="1169375" y="1378200"/>
                  </a:lnTo>
                  <a:lnTo>
                    <a:pt x="1169370" y="1378189"/>
                  </a:lnTo>
                  <a:lnTo>
                    <a:pt x="1169362" y="1378182"/>
                  </a:lnTo>
                  <a:lnTo>
                    <a:pt x="1169347" y="1378163"/>
                  </a:lnTo>
                  <a:lnTo>
                    <a:pt x="1169341" y="1378153"/>
                  </a:lnTo>
                  <a:lnTo>
                    <a:pt x="1169332" y="1378145"/>
                  </a:lnTo>
                  <a:lnTo>
                    <a:pt x="1169328" y="1378138"/>
                  </a:lnTo>
                  <a:lnTo>
                    <a:pt x="1169326" y="1378125"/>
                  </a:lnTo>
                  <a:lnTo>
                    <a:pt x="1169330" y="1378105"/>
                  </a:lnTo>
                  <a:lnTo>
                    <a:pt x="1169331" y="1378087"/>
                  </a:lnTo>
                  <a:lnTo>
                    <a:pt x="1169331" y="1378080"/>
                  </a:lnTo>
                  <a:lnTo>
                    <a:pt x="1169326" y="1378061"/>
                  </a:lnTo>
                  <a:lnTo>
                    <a:pt x="1169318" y="1378032"/>
                  </a:lnTo>
                  <a:lnTo>
                    <a:pt x="1169313" y="1378014"/>
                  </a:lnTo>
                  <a:lnTo>
                    <a:pt x="1169308" y="1377999"/>
                  </a:lnTo>
                  <a:lnTo>
                    <a:pt x="1169299" y="1377988"/>
                  </a:lnTo>
                  <a:lnTo>
                    <a:pt x="1169286" y="1377973"/>
                  </a:lnTo>
                  <a:lnTo>
                    <a:pt x="1169270" y="1377957"/>
                  </a:lnTo>
                  <a:lnTo>
                    <a:pt x="1169236" y="1377927"/>
                  </a:lnTo>
                  <a:lnTo>
                    <a:pt x="1169206" y="1377909"/>
                  </a:lnTo>
                  <a:lnTo>
                    <a:pt x="1169200" y="1377903"/>
                  </a:lnTo>
                  <a:lnTo>
                    <a:pt x="1169180" y="1377890"/>
                  </a:lnTo>
                  <a:lnTo>
                    <a:pt x="1169158" y="1377868"/>
                  </a:lnTo>
                  <a:lnTo>
                    <a:pt x="1169154" y="1377862"/>
                  </a:lnTo>
                  <a:lnTo>
                    <a:pt x="1169152" y="1377856"/>
                  </a:lnTo>
                  <a:lnTo>
                    <a:pt x="1169151" y="1377846"/>
                  </a:lnTo>
                  <a:lnTo>
                    <a:pt x="1169151" y="1377838"/>
                  </a:lnTo>
                  <a:lnTo>
                    <a:pt x="1169151" y="1377830"/>
                  </a:lnTo>
                  <a:lnTo>
                    <a:pt x="1169151" y="1377824"/>
                  </a:lnTo>
                  <a:lnTo>
                    <a:pt x="1169150" y="1377814"/>
                  </a:lnTo>
                  <a:lnTo>
                    <a:pt x="1169149" y="1377799"/>
                  </a:lnTo>
                  <a:lnTo>
                    <a:pt x="1169141" y="1377769"/>
                  </a:lnTo>
                  <a:lnTo>
                    <a:pt x="1169122" y="1377738"/>
                  </a:lnTo>
                  <a:lnTo>
                    <a:pt x="1169102" y="1377713"/>
                  </a:lnTo>
                  <a:lnTo>
                    <a:pt x="1169103" y="1377704"/>
                  </a:lnTo>
                  <a:lnTo>
                    <a:pt x="1169111" y="1377695"/>
                  </a:lnTo>
                  <a:lnTo>
                    <a:pt x="1169117" y="1377686"/>
                  </a:lnTo>
                  <a:lnTo>
                    <a:pt x="1169125" y="1377668"/>
                  </a:lnTo>
                  <a:lnTo>
                    <a:pt x="1169123" y="1377656"/>
                  </a:lnTo>
                  <a:lnTo>
                    <a:pt x="1169117" y="1377630"/>
                  </a:lnTo>
                  <a:lnTo>
                    <a:pt x="1169112" y="1377612"/>
                  </a:lnTo>
                  <a:lnTo>
                    <a:pt x="1169112" y="1377600"/>
                  </a:lnTo>
                  <a:lnTo>
                    <a:pt x="1169111" y="1377592"/>
                  </a:lnTo>
                  <a:lnTo>
                    <a:pt x="1169114" y="1377583"/>
                  </a:lnTo>
                  <a:lnTo>
                    <a:pt x="1169120" y="1377565"/>
                  </a:lnTo>
                  <a:lnTo>
                    <a:pt x="1169127" y="1377546"/>
                  </a:lnTo>
                  <a:lnTo>
                    <a:pt x="1169133" y="1377530"/>
                  </a:lnTo>
                  <a:lnTo>
                    <a:pt x="1169134" y="1377509"/>
                  </a:lnTo>
                  <a:lnTo>
                    <a:pt x="1169135" y="1377503"/>
                  </a:lnTo>
                  <a:lnTo>
                    <a:pt x="1169132" y="1377470"/>
                  </a:lnTo>
                  <a:lnTo>
                    <a:pt x="1169130" y="1377458"/>
                  </a:lnTo>
                  <a:lnTo>
                    <a:pt x="1169130" y="1377448"/>
                  </a:lnTo>
                  <a:lnTo>
                    <a:pt x="1169128" y="1377442"/>
                  </a:lnTo>
                  <a:lnTo>
                    <a:pt x="1169125" y="1377425"/>
                  </a:lnTo>
                  <a:lnTo>
                    <a:pt x="1169123" y="1377399"/>
                  </a:lnTo>
                  <a:lnTo>
                    <a:pt x="1169120" y="1377373"/>
                  </a:lnTo>
                  <a:lnTo>
                    <a:pt x="1169113" y="1377328"/>
                  </a:lnTo>
                  <a:lnTo>
                    <a:pt x="1169112" y="1377317"/>
                  </a:lnTo>
                  <a:lnTo>
                    <a:pt x="1169109" y="1377311"/>
                  </a:lnTo>
                  <a:lnTo>
                    <a:pt x="1169108" y="1377299"/>
                  </a:lnTo>
                  <a:lnTo>
                    <a:pt x="1169106" y="1377286"/>
                  </a:lnTo>
                  <a:lnTo>
                    <a:pt x="1169102" y="1377278"/>
                  </a:lnTo>
                  <a:lnTo>
                    <a:pt x="1169094" y="1377268"/>
                  </a:lnTo>
                  <a:lnTo>
                    <a:pt x="1169091" y="1377260"/>
                  </a:lnTo>
                  <a:lnTo>
                    <a:pt x="1169085" y="1377247"/>
                  </a:lnTo>
                  <a:lnTo>
                    <a:pt x="1169068" y="1377215"/>
                  </a:lnTo>
                  <a:lnTo>
                    <a:pt x="1169057" y="1377207"/>
                  </a:lnTo>
                  <a:lnTo>
                    <a:pt x="1169050" y="1377204"/>
                  </a:lnTo>
                  <a:lnTo>
                    <a:pt x="1169041" y="1377199"/>
                  </a:lnTo>
                  <a:lnTo>
                    <a:pt x="1169031" y="1377194"/>
                  </a:lnTo>
                  <a:lnTo>
                    <a:pt x="1169018" y="1377190"/>
                  </a:lnTo>
                  <a:lnTo>
                    <a:pt x="1169008" y="1377199"/>
                  </a:lnTo>
                  <a:lnTo>
                    <a:pt x="1169003" y="1377203"/>
                  </a:lnTo>
                  <a:lnTo>
                    <a:pt x="1168997" y="1377208"/>
                  </a:lnTo>
                  <a:lnTo>
                    <a:pt x="1168990" y="1377210"/>
                  </a:lnTo>
                  <a:lnTo>
                    <a:pt x="1168966" y="1377207"/>
                  </a:lnTo>
                  <a:lnTo>
                    <a:pt x="1168945" y="1377208"/>
                  </a:lnTo>
                  <a:lnTo>
                    <a:pt x="1168923" y="1377194"/>
                  </a:lnTo>
                  <a:lnTo>
                    <a:pt x="1168916" y="1377188"/>
                  </a:lnTo>
                  <a:lnTo>
                    <a:pt x="1168904" y="1377183"/>
                  </a:lnTo>
                  <a:lnTo>
                    <a:pt x="1168886" y="1377183"/>
                  </a:lnTo>
                  <a:lnTo>
                    <a:pt x="1168868" y="1377184"/>
                  </a:lnTo>
                  <a:lnTo>
                    <a:pt x="1168850" y="1377188"/>
                  </a:lnTo>
                  <a:lnTo>
                    <a:pt x="1168831" y="1377191"/>
                  </a:lnTo>
                  <a:lnTo>
                    <a:pt x="1168813" y="1377195"/>
                  </a:lnTo>
                  <a:lnTo>
                    <a:pt x="1168794" y="1377200"/>
                  </a:lnTo>
                  <a:lnTo>
                    <a:pt x="1168776" y="1377203"/>
                  </a:lnTo>
                  <a:lnTo>
                    <a:pt x="1168759" y="1377205"/>
                  </a:lnTo>
                  <a:lnTo>
                    <a:pt x="1168748" y="1377203"/>
                  </a:lnTo>
                  <a:lnTo>
                    <a:pt x="1168740" y="1377201"/>
                  </a:lnTo>
                  <a:lnTo>
                    <a:pt x="1168721" y="1377199"/>
                  </a:lnTo>
                  <a:lnTo>
                    <a:pt x="1168703" y="1377198"/>
                  </a:lnTo>
                  <a:lnTo>
                    <a:pt x="1168685" y="1377201"/>
                  </a:lnTo>
                  <a:lnTo>
                    <a:pt x="1168670" y="1377204"/>
                  </a:lnTo>
                  <a:lnTo>
                    <a:pt x="1168647" y="1377213"/>
                  </a:lnTo>
                  <a:lnTo>
                    <a:pt x="1168635" y="1377218"/>
                  </a:lnTo>
                  <a:lnTo>
                    <a:pt x="1168602" y="1377239"/>
                  </a:lnTo>
                  <a:lnTo>
                    <a:pt x="1168568" y="1377244"/>
                  </a:lnTo>
                  <a:lnTo>
                    <a:pt x="1168555" y="1377244"/>
                  </a:lnTo>
                  <a:lnTo>
                    <a:pt x="1168538" y="1377245"/>
                  </a:lnTo>
                  <a:lnTo>
                    <a:pt x="1168520" y="1377246"/>
                  </a:lnTo>
                  <a:lnTo>
                    <a:pt x="1168502" y="1377247"/>
                  </a:lnTo>
                  <a:lnTo>
                    <a:pt x="1168483" y="1377247"/>
                  </a:lnTo>
                  <a:lnTo>
                    <a:pt x="1168465" y="1377246"/>
                  </a:lnTo>
                  <a:lnTo>
                    <a:pt x="1168446" y="1377244"/>
                  </a:lnTo>
                  <a:lnTo>
                    <a:pt x="1168437" y="1377243"/>
                  </a:lnTo>
                  <a:lnTo>
                    <a:pt x="1168429" y="1377239"/>
                  </a:lnTo>
                  <a:lnTo>
                    <a:pt x="1168418" y="1377230"/>
                  </a:lnTo>
                  <a:lnTo>
                    <a:pt x="1168412" y="1377221"/>
                  </a:lnTo>
                  <a:lnTo>
                    <a:pt x="1168407" y="1377211"/>
                  </a:lnTo>
                  <a:lnTo>
                    <a:pt x="1168401" y="1377207"/>
                  </a:lnTo>
                  <a:lnTo>
                    <a:pt x="1168392" y="1377204"/>
                  </a:lnTo>
                  <a:lnTo>
                    <a:pt x="1168384" y="1377200"/>
                  </a:lnTo>
                  <a:lnTo>
                    <a:pt x="1168372" y="1377194"/>
                  </a:lnTo>
                  <a:lnTo>
                    <a:pt x="1168357" y="1377193"/>
                  </a:lnTo>
                  <a:lnTo>
                    <a:pt x="1168345" y="1377197"/>
                  </a:lnTo>
                  <a:lnTo>
                    <a:pt x="1168333" y="1377203"/>
                  </a:lnTo>
                  <a:lnTo>
                    <a:pt x="1168322" y="1377210"/>
                  </a:lnTo>
                  <a:lnTo>
                    <a:pt x="1168280" y="1377240"/>
                  </a:lnTo>
                  <a:lnTo>
                    <a:pt x="1168262" y="1377256"/>
                  </a:lnTo>
                  <a:lnTo>
                    <a:pt x="1168237" y="1377277"/>
                  </a:lnTo>
                  <a:lnTo>
                    <a:pt x="1168206" y="1377295"/>
                  </a:lnTo>
                  <a:lnTo>
                    <a:pt x="1168172" y="1377315"/>
                  </a:lnTo>
                  <a:lnTo>
                    <a:pt x="1168134" y="1377334"/>
                  </a:lnTo>
                  <a:lnTo>
                    <a:pt x="1168100" y="1377348"/>
                  </a:lnTo>
                  <a:lnTo>
                    <a:pt x="1168072" y="1377353"/>
                  </a:lnTo>
                  <a:lnTo>
                    <a:pt x="1168062" y="1377350"/>
                  </a:lnTo>
                  <a:lnTo>
                    <a:pt x="1168051" y="1377342"/>
                  </a:lnTo>
                  <a:lnTo>
                    <a:pt x="1168032" y="1377335"/>
                  </a:lnTo>
                  <a:lnTo>
                    <a:pt x="1168018" y="1377323"/>
                  </a:lnTo>
                  <a:lnTo>
                    <a:pt x="1168004" y="1377311"/>
                  </a:lnTo>
                  <a:lnTo>
                    <a:pt x="1167978" y="1377294"/>
                  </a:lnTo>
                  <a:lnTo>
                    <a:pt x="1167963" y="1377290"/>
                  </a:lnTo>
                  <a:lnTo>
                    <a:pt x="1167951" y="1377287"/>
                  </a:lnTo>
                  <a:lnTo>
                    <a:pt x="1167942" y="1377288"/>
                  </a:lnTo>
                  <a:lnTo>
                    <a:pt x="1167924" y="1377289"/>
                  </a:lnTo>
                  <a:lnTo>
                    <a:pt x="1167905" y="1377292"/>
                  </a:lnTo>
                  <a:lnTo>
                    <a:pt x="1167887" y="1377295"/>
                  </a:lnTo>
                  <a:lnTo>
                    <a:pt x="1167869" y="1377297"/>
                  </a:lnTo>
                  <a:lnTo>
                    <a:pt x="1167851" y="1377300"/>
                  </a:lnTo>
                  <a:lnTo>
                    <a:pt x="1167832" y="1377301"/>
                  </a:lnTo>
                  <a:lnTo>
                    <a:pt x="1167814" y="1377300"/>
                  </a:lnTo>
                  <a:lnTo>
                    <a:pt x="1167796" y="1377301"/>
                  </a:lnTo>
                  <a:lnTo>
                    <a:pt x="1167777" y="1377303"/>
                  </a:lnTo>
                  <a:lnTo>
                    <a:pt x="1167759" y="1377307"/>
                  </a:lnTo>
                  <a:lnTo>
                    <a:pt x="1167746" y="1377312"/>
                  </a:lnTo>
                  <a:lnTo>
                    <a:pt x="1167740" y="1377315"/>
                  </a:lnTo>
                  <a:lnTo>
                    <a:pt x="1167724" y="1377323"/>
                  </a:lnTo>
                  <a:lnTo>
                    <a:pt x="1167713" y="1377323"/>
                  </a:lnTo>
                  <a:lnTo>
                    <a:pt x="1167704" y="1377318"/>
                  </a:lnTo>
                  <a:lnTo>
                    <a:pt x="1167695" y="1377315"/>
                  </a:lnTo>
                  <a:lnTo>
                    <a:pt x="1167686" y="1377315"/>
                  </a:lnTo>
                  <a:lnTo>
                    <a:pt x="1167667" y="1377318"/>
                  </a:lnTo>
                  <a:lnTo>
                    <a:pt x="1167649" y="1377317"/>
                  </a:lnTo>
                  <a:lnTo>
                    <a:pt x="1167642" y="1377317"/>
                  </a:lnTo>
                  <a:lnTo>
                    <a:pt x="1167631" y="1377313"/>
                  </a:lnTo>
                  <a:lnTo>
                    <a:pt x="1167612" y="1377310"/>
                  </a:lnTo>
                  <a:lnTo>
                    <a:pt x="1167594" y="1377307"/>
                  </a:lnTo>
                  <a:lnTo>
                    <a:pt x="1167576" y="1377303"/>
                  </a:lnTo>
                  <a:lnTo>
                    <a:pt x="1167557" y="1377294"/>
                  </a:lnTo>
                  <a:lnTo>
                    <a:pt x="1167539" y="1377287"/>
                  </a:lnTo>
                  <a:lnTo>
                    <a:pt x="1167527" y="1377281"/>
                  </a:lnTo>
                  <a:lnTo>
                    <a:pt x="1167520" y="1377280"/>
                  </a:lnTo>
                  <a:lnTo>
                    <a:pt x="1167510" y="1377276"/>
                  </a:lnTo>
                  <a:lnTo>
                    <a:pt x="1167503" y="1377275"/>
                  </a:lnTo>
                  <a:lnTo>
                    <a:pt x="1167497" y="1377275"/>
                  </a:lnTo>
                  <a:lnTo>
                    <a:pt x="1167490" y="1377271"/>
                  </a:lnTo>
                  <a:lnTo>
                    <a:pt x="1167486" y="1377266"/>
                  </a:lnTo>
                  <a:lnTo>
                    <a:pt x="1167480" y="1377260"/>
                  </a:lnTo>
                  <a:lnTo>
                    <a:pt x="1167460" y="1377239"/>
                  </a:lnTo>
                  <a:lnTo>
                    <a:pt x="1167442" y="1377221"/>
                  </a:lnTo>
                  <a:lnTo>
                    <a:pt x="1167425" y="1377200"/>
                  </a:lnTo>
                  <a:lnTo>
                    <a:pt x="1167412" y="1377180"/>
                  </a:lnTo>
                  <a:lnTo>
                    <a:pt x="1167409" y="1377170"/>
                  </a:lnTo>
                  <a:lnTo>
                    <a:pt x="1167401" y="1377156"/>
                  </a:lnTo>
                  <a:lnTo>
                    <a:pt x="1167389" y="1377143"/>
                  </a:lnTo>
                  <a:lnTo>
                    <a:pt x="1167370" y="1377124"/>
                  </a:lnTo>
                  <a:lnTo>
                    <a:pt x="1167354" y="1377107"/>
                  </a:lnTo>
                  <a:lnTo>
                    <a:pt x="1167338" y="1377091"/>
                  </a:lnTo>
                  <a:lnTo>
                    <a:pt x="1167322" y="1377074"/>
                  </a:lnTo>
                  <a:lnTo>
                    <a:pt x="1167304" y="1377057"/>
                  </a:lnTo>
                  <a:lnTo>
                    <a:pt x="1167287" y="1377042"/>
                  </a:lnTo>
                  <a:lnTo>
                    <a:pt x="1167271" y="1377026"/>
                  </a:lnTo>
                  <a:lnTo>
                    <a:pt x="1167257" y="1377009"/>
                  </a:lnTo>
                  <a:lnTo>
                    <a:pt x="1167244" y="1376993"/>
                  </a:lnTo>
                  <a:lnTo>
                    <a:pt x="1167226" y="1376975"/>
                  </a:lnTo>
                  <a:lnTo>
                    <a:pt x="1167209" y="1376959"/>
                  </a:lnTo>
                  <a:lnTo>
                    <a:pt x="1167191" y="1376948"/>
                  </a:lnTo>
                  <a:lnTo>
                    <a:pt x="1167172" y="1376938"/>
                  </a:lnTo>
                  <a:lnTo>
                    <a:pt x="1167154" y="1376930"/>
                  </a:lnTo>
                  <a:lnTo>
                    <a:pt x="1167135" y="1376924"/>
                  </a:lnTo>
                  <a:lnTo>
                    <a:pt x="1167123" y="1376913"/>
                  </a:lnTo>
                  <a:lnTo>
                    <a:pt x="1167122" y="1376907"/>
                  </a:lnTo>
                  <a:lnTo>
                    <a:pt x="1167116" y="1376888"/>
                  </a:lnTo>
                  <a:lnTo>
                    <a:pt x="1167110" y="1376875"/>
                  </a:lnTo>
                  <a:lnTo>
                    <a:pt x="1167107" y="1376870"/>
                  </a:lnTo>
                  <a:lnTo>
                    <a:pt x="1167102" y="1376863"/>
                  </a:lnTo>
                  <a:lnTo>
                    <a:pt x="1167096" y="1376858"/>
                  </a:lnTo>
                  <a:lnTo>
                    <a:pt x="1167091" y="1376854"/>
                  </a:lnTo>
                  <a:lnTo>
                    <a:pt x="1167059" y="1376838"/>
                  </a:lnTo>
                  <a:lnTo>
                    <a:pt x="1167054" y="1376833"/>
                  </a:lnTo>
                  <a:lnTo>
                    <a:pt x="1167030" y="1376803"/>
                  </a:lnTo>
                  <a:lnTo>
                    <a:pt x="1166979" y="1376745"/>
                  </a:lnTo>
                  <a:lnTo>
                    <a:pt x="1166957" y="1376721"/>
                  </a:lnTo>
                  <a:lnTo>
                    <a:pt x="1166928" y="1376686"/>
                  </a:lnTo>
                  <a:lnTo>
                    <a:pt x="1166917" y="1376671"/>
                  </a:lnTo>
                  <a:lnTo>
                    <a:pt x="1166916" y="1376665"/>
                  </a:lnTo>
                  <a:lnTo>
                    <a:pt x="1166917" y="1376650"/>
                  </a:lnTo>
                  <a:lnTo>
                    <a:pt x="1166915" y="1376641"/>
                  </a:lnTo>
                  <a:lnTo>
                    <a:pt x="1166909" y="1376630"/>
                  </a:lnTo>
                  <a:lnTo>
                    <a:pt x="1166901" y="1376621"/>
                  </a:lnTo>
                  <a:lnTo>
                    <a:pt x="1166896" y="1376615"/>
                  </a:lnTo>
                  <a:lnTo>
                    <a:pt x="1166883" y="1376598"/>
                  </a:lnTo>
                  <a:lnTo>
                    <a:pt x="1166870" y="1376579"/>
                  </a:lnTo>
                  <a:lnTo>
                    <a:pt x="1166858" y="1376561"/>
                  </a:lnTo>
                  <a:lnTo>
                    <a:pt x="1166847" y="1376543"/>
                  </a:lnTo>
                  <a:lnTo>
                    <a:pt x="1166844" y="1376536"/>
                  </a:lnTo>
                  <a:lnTo>
                    <a:pt x="1166835" y="1376524"/>
                  </a:lnTo>
                  <a:lnTo>
                    <a:pt x="1166817" y="1376507"/>
                  </a:lnTo>
                  <a:lnTo>
                    <a:pt x="1166808" y="1376501"/>
                  </a:lnTo>
                  <a:lnTo>
                    <a:pt x="1166799" y="1376498"/>
                  </a:lnTo>
                  <a:lnTo>
                    <a:pt x="1166790" y="1376494"/>
                  </a:lnTo>
                  <a:lnTo>
                    <a:pt x="1166789" y="1376469"/>
                  </a:lnTo>
                  <a:lnTo>
                    <a:pt x="1166796" y="1376459"/>
                  </a:lnTo>
                  <a:lnTo>
                    <a:pt x="1166803" y="1376451"/>
                  </a:lnTo>
                  <a:lnTo>
                    <a:pt x="1166806" y="1376432"/>
                  </a:lnTo>
                  <a:lnTo>
                    <a:pt x="1166806" y="1376421"/>
                  </a:lnTo>
                  <a:lnTo>
                    <a:pt x="1166796" y="1376405"/>
                  </a:lnTo>
                  <a:lnTo>
                    <a:pt x="1166797" y="1376398"/>
                  </a:lnTo>
                  <a:lnTo>
                    <a:pt x="1166805" y="1376388"/>
                  </a:lnTo>
                  <a:lnTo>
                    <a:pt x="1166813" y="1376379"/>
                  </a:lnTo>
                  <a:lnTo>
                    <a:pt x="1166823" y="1376366"/>
                  </a:lnTo>
                  <a:lnTo>
                    <a:pt x="1166829" y="1376347"/>
                  </a:lnTo>
                  <a:lnTo>
                    <a:pt x="1166830" y="1376338"/>
                  </a:lnTo>
                  <a:lnTo>
                    <a:pt x="1166826" y="1376320"/>
                  </a:lnTo>
                  <a:lnTo>
                    <a:pt x="1166818" y="1376300"/>
                  </a:lnTo>
                  <a:lnTo>
                    <a:pt x="1166812" y="1376291"/>
                  </a:lnTo>
                  <a:lnTo>
                    <a:pt x="1166798" y="1376272"/>
                  </a:lnTo>
                  <a:lnTo>
                    <a:pt x="1166784" y="1376252"/>
                  </a:lnTo>
                  <a:lnTo>
                    <a:pt x="1166767" y="1376228"/>
                  </a:lnTo>
                  <a:lnTo>
                    <a:pt x="1166755" y="1376201"/>
                  </a:lnTo>
                  <a:lnTo>
                    <a:pt x="1166733" y="1376144"/>
                  </a:lnTo>
                  <a:lnTo>
                    <a:pt x="1166718" y="1376103"/>
                  </a:lnTo>
                  <a:lnTo>
                    <a:pt x="1166704" y="1376064"/>
                  </a:lnTo>
                  <a:lnTo>
                    <a:pt x="1166696" y="1376047"/>
                  </a:lnTo>
                  <a:lnTo>
                    <a:pt x="1166692" y="1376037"/>
                  </a:lnTo>
                  <a:lnTo>
                    <a:pt x="1166691" y="1376030"/>
                  </a:lnTo>
                  <a:lnTo>
                    <a:pt x="1166686" y="1376003"/>
                  </a:lnTo>
                  <a:lnTo>
                    <a:pt x="1166687" y="1375951"/>
                  </a:lnTo>
                  <a:lnTo>
                    <a:pt x="1166685" y="1375936"/>
                  </a:lnTo>
                  <a:lnTo>
                    <a:pt x="1166685" y="1375915"/>
                  </a:lnTo>
                  <a:lnTo>
                    <a:pt x="1166691" y="1375861"/>
                  </a:lnTo>
                  <a:lnTo>
                    <a:pt x="1166692" y="1375849"/>
                  </a:lnTo>
                  <a:lnTo>
                    <a:pt x="1166688" y="1375827"/>
                  </a:lnTo>
                  <a:lnTo>
                    <a:pt x="1166684" y="1375817"/>
                  </a:lnTo>
                  <a:lnTo>
                    <a:pt x="1166676" y="1375799"/>
                  </a:lnTo>
                  <a:lnTo>
                    <a:pt x="1166654" y="1375773"/>
                  </a:lnTo>
                  <a:lnTo>
                    <a:pt x="1166640" y="1375761"/>
                  </a:lnTo>
                  <a:lnTo>
                    <a:pt x="1166635" y="1375756"/>
                  </a:lnTo>
                  <a:lnTo>
                    <a:pt x="1166628" y="1375736"/>
                  </a:lnTo>
                  <a:lnTo>
                    <a:pt x="1166619" y="1375703"/>
                  </a:lnTo>
                  <a:lnTo>
                    <a:pt x="1166610" y="1375668"/>
                  </a:lnTo>
                  <a:lnTo>
                    <a:pt x="1166609" y="1375653"/>
                  </a:lnTo>
                  <a:lnTo>
                    <a:pt x="1166607" y="1375637"/>
                  </a:lnTo>
                  <a:lnTo>
                    <a:pt x="1166615" y="1375619"/>
                  </a:lnTo>
                  <a:lnTo>
                    <a:pt x="1166634" y="1375574"/>
                  </a:lnTo>
                  <a:lnTo>
                    <a:pt x="1166635" y="1375552"/>
                  </a:lnTo>
                  <a:lnTo>
                    <a:pt x="1166636" y="1375511"/>
                  </a:lnTo>
                  <a:lnTo>
                    <a:pt x="1166632" y="1375493"/>
                  </a:lnTo>
                  <a:lnTo>
                    <a:pt x="1166628" y="1375487"/>
                  </a:lnTo>
                  <a:lnTo>
                    <a:pt x="1166627" y="1375481"/>
                  </a:lnTo>
                  <a:lnTo>
                    <a:pt x="1166623" y="1375470"/>
                  </a:lnTo>
                  <a:lnTo>
                    <a:pt x="1166620" y="1375451"/>
                  </a:lnTo>
                  <a:lnTo>
                    <a:pt x="1166622" y="1375433"/>
                  </a:lnTo>
                  <a:lnTo>
                    <a:pt x="1166620" y="1375415"/>
                  </a:lnTo>
                  <a:lnTo>
                    <a:pt x="1166620" y="1375396"/>
                  </a:lnTo>
                  <a:lnTo>
                    <a:pt x="1166620" y="1375377"/>
                  </a:lnTo>
                  <a:lnTo>
                    <a:pt x="1166624" y="1375359"/>
                  </a:lnTo>
                  <a:lnTo>
                    <a:pt x="1166627" y="1375340"/>
                  </a:lnTo>
                  <a:lnTo>
                    <a:pt x="1166633" y="1375322"/>
                  </a:lnTo>
                  <a:lnTo>
                    <a:pt x="1166634" y="1375312"/>
                  </a:lnTo>
                  <a:lnTo>
                    <a:pt x="1166638" y="1375303"/>
                  </a:lnTo>
                  <a:lnTo>
                    <a:pt x="1166644" y="1375297"/>
                  </a:lnTo>
                  <a:lnTo>
                    <a:pt x="1166648" y="1375288"/>
                  </a:lnTo>
                  <a:lnTo>
                    <a:pt x="1166641" y="1375267"/>
                  </a:lnTo>
                  <a:lnTo>
                    <a:pt x="1166635" y="1375249"/>
                  </a:lnTo>
                  <a:lnTo>
                    <a:pt x="1166632" y="1375231"/>
                  </a:lnTo>
                  <a:lnTo>
                    <a:pt x="1166629" y="1375214"/>
                  </a:lnTo>
                  <a:lnTo>
                    <a:pt x="1166623" y="1375194"/>
                  </a:lnTo>
                  <a:lnTo>
                    <a:pt x="1166626" y="1375185"/>
                  </a:lnTo>
                  <a:lnTo>
                    <a:pt x="1166626" y="1375173"/>
                  </a:lnTo>
                  <a:lnTo>
                    <a:pt x="1166629" y="1375159"/>
                  </a:lnTo>
                  <a:lnTo>
                    <a:pt x="1166626" y="1375145"/>
                  </a:lnTo>
                  <a:lnTo>
                    <a:pt x="1166623" y="1375133"/>
                  </a:lnTo>
                  <a:lnTo>
                    <a:pt x="1166616" y="1375114"/>
                  </a:lnTo>
                  <a:lnTo>
                    <a:pt x="1166608" y="1375102"/>
                  </a:lnTo>
                  <a:lnTo>
                    <a:pt x="1166599" y="1375083"/>
                  </a:lnTo>
                  <a:lnTo>
                    <a:pt x="1166590" y="1375062"/>
                  </a:lnTo>
                  <a:lnTo>
                    <a:pt x="1166572" y="1375049"/>
                  </a:lnTo>
                  <a:lnTo>
                    <a:pt x="1166552" y="1375043"/>
                  </a:lnTo>
                  <a:lnTo>
                    <a:pt x="1166533" y="1375041"/>
                  </a:lnTo>
                  <a:lnTo>
                    <a:pt x="1166517" y="1375030"/>
                  </a:lnTo>
                  <a:lnTo>
                    <a:pt x="1166509" y="1375023"/>
                  </a:lnTo>
                  <a:lnTo>
                    <a:pt x="1166503" y="1375016"/>
                  </a:lnTo>
                  <a:lnTo>
                    <a:pt x="1166497" y="1375009"/>
                  </a:lnTo>
                  <a:lnTo>
                    <a:pt x="1166485" y="1374990"/>
                  </a:lnTo>
                  <a:lnTo>
                    <a:pt x="1166473" y="1374973"/>
                  </a:lnTo>
                  <a:lnTo>
                    <a:pt x="1166459" y="1374955"/>
                  </a:lnTo>
                  <a:lnTo>
                    <a:pt x="1166442" y="1374939"/>
                  </a:lnTo>
                  <a:lnTo>
                    <a:pt x="1166435" y="1374931"/>
                  </a:lnTo>
                  <a:lnTo>
                    <a:pt x="1166430" y="1374922"/>
                  </a:lnTo>
                  <a:lnTo>
                    <a:pt x="1166426" y="1374902"/>
                  </a:lnTo>
                  <a:lnTo>
                    <a:pt x="1166423" y="1374887"/>
                  </a:lnTo>
                  <a:lnTo>
                    <a:pt x="1166423" y="1374877"/>
                  </a:lnTo>
                  <a:lnTo>
                    <a:pt x="1166423" y="1374861"/>
                  </a:lnTo>
                  <a:lnTo>
                    <a:pt x="1166420" y="1374846"/>
                  </a:lnTo>
                  <a:lnTo>
                    <a:pt x="1166417" y="1374828"/>
                  </a:lnTo>
                  <a:lnTo>
                    <a:pt x="1166414" y="1374815"/>
                  </a:lnTo>
                  <a:lnTo>
                    <a:pt x="1166411" y="1374791"/>
                  </a:lnTo>
                  <a:lnTo>
                    <a:pt x="1166411" y="1374773"/>
                  </a:lnTo>
                  <a:lnTo>
                    <a:pt x="1166415" y="1374761"/>
                  </a:lnTo>
                  <a:lnTo>
                    <a:pt x="1166418" y="1374754"/>
                  </a:lnTo>
                  <a:lnTo>
                    <a:pt x="1166425" y="1374736"/>
                  </a:lnTo>
                  <a:lnTo>
                    <a:pt x="1166426" y="1374717"/>
                  </a:lnTo>
                  <a:lnTo>
                    <a:pt x="1166427" y="1374699"/>
                  </a:lnTo>
                  <a:lnTo>
                    <a:pt x="1166431" y="1374680"/>
                  </a:lnTo>
                  <a:lnTo>
                    <a:pt x="1166434" y="1374662"/>
                  </a:lnTo>
                  <a:lnTo>
                    <a:pt x="1166435" y="1374643"/>
                  </a:lnTo>
                  <a:lnTo>
                    <a:pt x="1166438" y="1374627"/>
                  </a:lnTo>
                  <a:lnTo>
                    <a:pt x="1166439" y="1374620"/>
                  </a:lnTo>
                  <a:lnTo>
                    <a:pt x="1166442" y="1374614"/>
                  </a:lnTo>
                  <a:lnTo>
                    <a:pt x="1166442" y="1374606"/>
                  </a:lnTo>
                  <a:lnTo>
                    <a:pt x="1166448" y="1374588"/>
                  </a:lnTo>
                  <a:lnTo>
                    <a:pt x="1166448" y="1374581"/>
                  </a:lnTo>
                  <a:lnTo>
                    <a:pt x="1166452" y="1374569"/>
                  </a:lnTo>
                  <a:lnTo>
                    <a:pt x="1166453" y="1374551"/>
                  </a:lnTo>
                  <a:lnTo>
                    <a:pt x="1166453" y="1374532"/>
                  </a:lnTo>
                  <a:lnTo>
                    <a:pt x="1166455" y="1374514"/>
                  </a:lnTo>
                  <a:lnTo>
                    <a:pt x="1166455" y="1374506"/>
                  </a:lnTo>
                  <a:lnTo>
                    <a:pt x="1166460" y="1374496"/>
                  </a:lnTo>
                  <a:lnTo>
                    <a:pt x="1166470" y="1374477"/>
                  </a:lnTo>
                  <a:lnTo>
                    <a:pt x="1166481" y="1374458"/>
                  </a:lnTo>
                  <a:lnTo>
                    <a:pt x="1166485" y="1374451"/>
                  </a:lnTo>
                  <a:lnTo>
                    <a:pt x="1166492" y="1374442"/>
                  </a:lnTo>
                  <a:lnTo>
                    <a:pt x="1166493" y="1374421"/>
                  </a:lnTo>
                  <a:lnTo>
                    <a:pt x="1166496" y="1374405"/>
                  </a:lnTo>
                  <a:lnTo>
                    <a:pt x="1166498" y="1374392"/>
                  </a:lnTo>
                  <a:lnTo>
                    <a:pt x="1166500" y="1374383"/>
                  </a:lnTo>
                  <a:lnTo>
                    <a:pt x="1166502" y="1374366"/>
                  </a:lnTo>
                  <a:lnTo>
                    <a:pt x="1166509" y="1374350"/>
                  </a:lnTo>
                  <a:lnTo>
                    <a:pt x="1166521" y="1374341"/>
                  </a:lnTo>
                  <a:lnTo>
                    <a:pt x="1166528" y="1374337"/>
                  </a:lnTo>
                  <a:lnTo>
                    <a:pt x="1166535" y="1374334"/>
                  </a:lnTo>
                  <a:lnTo>
                    <a:pt x="1166546" y="1374330"/>
                  </a:lnTo>
                  <a:lnTo>
                    <a:pt x="1166565" y="1374331"/>
                  </a:lnTo>
                  <a:lnTo>
                    <a:pt x="1166584" y="1374333"/>
                  </a:lnTo>
                  <a:lnTo>
                    <a:pt x="1166609" y="1374333"/>
                  </a:lnTo>
                  <a:lnTo>
                    <a:pt x="1166627" y="1374330"/>
                  </a:lnTo>
                  <a:lnTo>
                    <a:pt x="1166648" y="1374327"/>
                  </a:lnTo>
                  <a:lnTo>
                    <a:pt x="1166659" y="1374324"/>
                  </a:lnTo>
                  <a:lnTo>
                    <a:pt x="1166675" y="1374319"/>
                  </a:lnTo>
                  <a:lnTo>
                    <a:pt x="1166693" y="1374316"/>
                  </a:lnTo>
                  <a:lnTo>
                    <a:pt x="1166711" y="1374313"/>
                  </a:lnTo>
                  <a:lnTo>
                    <a:pt x="1166730" y="1374310"/>
                  </a:lnTo>
                  <a:lnTo>
                    <a:pt x="1166748" y="1374305"/>
                  </a:lnTo>
                  <a:lnTo>
                    <a:pt x="1166766" y="1374301"/>
                  </a:lnTo>
                  <a:lnTo>
                    <a:pt x="1166785" y="1374294"/>
                  </a:lnTo>
                  <a:lnTo>
                    <a:pt x="1166803" y="1374287"/>
                  </a:lnTo>
                  <a:lnTo>
                    <a:pt x="1166816" y="1374282"/>
                  </a:lnTo>
                  <a:lnTo>
                    <a:pt x="1166821" y="1374278"/>
                  </a:lnTo>
                  <a:lnTo>
                    <a:pt x="1166841" y="1374268"/>
                  </a:lnTo>
                  <a:lnTo>
                    <a:pt x="1166853" y="1374259"/>
                  </a:lnTo>
                  <a:lnTo>
                    <a:pt x="1166855" y="1374255"/>
                  </a:lnTo>
                  <a:lnTo>
                    <a:pt x="1166851" y="1374236"/>
                  </a:lnTo>
                  <a:lnTo>
                    <a:pt x="1166851" y="1374220"/>
                  </a:lnTo>
                  <a:lnTo>
                    <a:pt x="1166836" y="1374200"/>
                  </a:lnTo>
                  <a:lnTo>
                    <a:pt x="1166820" y="1374184"/>
                  </a:lnTo>
                  <a:lnTo>
                    <a:pt x="1166803" y="1374167"/>
                  </a:lnTo>
                  <a:lnTo>
                    <a:pt x="1166784" y="1374149"/>
                  </a:lnTo>
                  <a:lnTo>
                    <a:pt x="1166761" y="1374125"/>
                  </a:lnTo>
                  <a:lnTo>
                    <a:pt x="1166758" y="1374118"/>
                  </a:lnTo>
                  <a:lnTo>
                    <a:pt x="1166672" y="1374092"/>
                  </a:lnTo>
                  <a:lnTo>
                    <a:pt x="1166834" y="1373593"/>
                  </a:lnTo>
                  <a:lnTo>
                    <a:pt x="1166915" y="1373004"/>
                  </a:lnTo>
                  <a:lnTo>
                    <a:pt x="1166851" y="1372343"/>
                  </a:lnTo>
                  <a:lnTo>
                    <a:pt x="1166799" y="1371920"/>
                  </a:lnTo>
                  <a:lnTo>
                    <a:pt x="1166843" y="1371628"/>
                  </a:lnTo>
                  <a:lnTo>
                    <a:pt x="1167084" y="1371192"/>
                  </a:lnTo>
                  <a:lnTo>
                    <a:pt x="1167213" y="1370971"/>
                  </a:lnTo>
                  <a:lnTo>
                    <a:pt x="1167227" y="1370960"/>
                  </a:lnTo>
                  <a:lnTo>
                    <a:pt x="1167451" y="1370471"/>
                  </a:lnTo>
                  <a:lnTo>
                    <a:pt x="1167562" y="1370081"/>
                  </a:lnTo>
                  <a:lnTo>
                    <a:pt x="1167690" y="1369459"/>
                  </a:lnTo>
                  <a:lnTo>
                    <a:pt x="1167667" y="1368830"/>
                  </a:lnTo>
                  <a:lnTo>
                    <a:pt x="1167574" y="1368414"/>
                  </a:lnTo>
                  <a:lnTo>
                    <a:pt x="1167462" y="1368168"/>
                  </a:lnTo>
                  <a:lnTo>
                    <a:pt x="1167409" y="1368094"/>
                  </a:lnTo>
                  <a:lnTo>
                    <a:pt x="1167213" y="1367627"/>
                  </a:lnTo>
                  <a:lnTo>
                    <a:pt x="1167084" y="1367183"/>
                  </a:lnTo>
                  <a:lnTo>
                    <a:pt x="1166895" y="1366816"/>
                  </a:lnTo>
                  <a:lnTo>
                    <a:pt x="1166881" y="1366803"/>
                  </a:lnTo>
                  <a:lnTo>
                    <a:pt x="1166764" y="1366608"/>
                  </a:lnTo>
                  <a:lnTo>
                    <a:pt x="1166572" y="1366356"/>
                  </a:lnTo>
                  <a:lnTo>
                    <a:pt x="1166389" y="1366019"/>
                  </a:lnTo>
                  <a:lnTo>
                    <a:pt x="1166388" y="1365926"/>
                  </a:lnTo>
                  <a:lnTo>
                    <a:pt x="1166365" y="1365866"/>
                  </a:lnTo>
                  <a:lnTo>
                    <a:pt x="1166123" y="1365583"/>
                  </a:lnTo>
                  <a:lnTo>
                    <a:pt x="1165680" y="1365311"/>
                  </a:lnTo>
                  <a:lnTo>
                    <a:pt x="1165342" y="1365179"/>
                  </a:lnTo>
                  <a:lnTo>
                    <a:pt x="1165121" y="1365133"/>
                  </a:lnTo>
                  <a:lnTo>
                    <a:pt x="1164928" y="1365106"/>
                  </a:lnTo>
                  <a:lnTo>
                    <a:pt x="1164794" y="1365027"/>
                  </a:lnTo>
                  <a:lnTo>
                    <a:pt x="1164643" y="1364749"/>
                  </a:lnTo>
                  <a:lnTo>
                    <a:pt x="1164544" y="1364266"/>
                  </a:lnTo>
                  <a:lnTo>
                    <a:pt x="1164456" y="1363677"/>
                  </a:lnTo>
                  <a:lnTo>
                    <a:pt x="1164347" y="1363445"/>
                  </a:lnTo>
                  <a:lnTo>
                    <a:pt x="1164113" y="1363281"/>
                  </a:lnTo>
                  <a:lnTo>
                    <a:pt x="1163740" y="1363135"/>
                  </a:lnTo>
                  <a:lnTo>
                    <a:pt x="1163303" y="1363161"/>
                  </a:lnTo>
                  <a:lnTo>
                    <a:pt x="1162743" y="1363208"/>
                  </a:lnTo>
                  <a:lnTo>
                    <a:pt x="1162618" y="1363315"/>
                  </a:lnTo>
                  <a:lnTo>
                    <a:pt x="1162571" y="1363463"/>
                  </a:lnTo>
                  <a:lnTo>
                    <a:pt x="1162563" y="1363704"/>
                  </a:lnTo>
                  <a:lnTo>
                    <a:pt x="1162423" y="1363909"/>
                  </a:lnTo>
                  <a:lnTo>
                    <a:pt x="1162085" y="1363969"/>
                  </a:lnTo>
                  <a:lnTo>
                    <a:pt x="1161758" y="1363929"/>
                  </a:lnTo>
                  <a:lnTo>
                    <a:pt x="1161605" y="1363879"/>
                  </a:lnTo>
                  <a:lnTo>
                    <a:pt x="1161490" y="1363843"/>
                  </a:lnTo>
                  <a:lnTo>
                    <a:pt x="1161129" y="1363591"/>
                  </a:lnTo>
                  <a:lnTo>
                    <a:pt x="1160704" y="1363128"/>
                  </a:lnTo>
                  <a:lnTo>
                    <a:pt x="1160541" y="1362765"/>
                  </a:lnTo>
                  <a:lnTo>
                    <a:pt x="1160552" y="1362354"/>
                  </a:lnTo>
                  <a:lnTo>
                    <a:pt x="1160721" y="1361825"/>
                  </a:lnTo>
                  <a:lnTo>
                    <a:pt x="1160728" y="1361784"/>
                  </a:lnTo>
                  <a:lnTo>
                    <a:pt x="1160873" y="1361356"/>
                  </a:lnTo>
                  <a:lnTo>
                    <a:pt x="1161088" y="1360833"/>
                  </a:lnTo>
                  <a:lnTo>
                    <a:pt x="1161106" y="1360516"/>
                  </a:lnTo>
                  <a:lnTo>
                    <a:pt x="1161024" y="1360152"/>
                  </a:lnTo>
                  <a:lnTo>
                    <a:pt x="1160745" y="1359715"/>
                  </a:lnTo>
                  <a:lnTo>
                    <a:pt x="1160465" y="1359398"/>
                  </a:lnTo>
                  <a:lnTo>
                    <a:pt x="1160191" y="1359100"/>
                  </a:lnTo>
                  <a:lnTo>
                    <a:pt x="1159754" y="1358558"/>
                  </a:lnTo>
                  <a:lnTo>
                    <a:pt x="1159381" y="1358372"/>
                  </a:lnTo>
                  <a:lnTo>
                    <a:pt x="1158927" y="1358313"/>
                  </a:lnTo>
                  <a:lnTo>
                    <a:pt x="1158431" y="1358194"/>
                  </a:lnTo>
                  <a:lnTo>
                    <a:pt x="1158070" y="1358028"/>
                  </a:lnTo>
                  <a:lnTo>
                    <a:pt x="1157907" y="1357797"/>
                  </a:lnTo>
                  <a:lnTo>
                    <a:pt x="1157950" y="1357638"/>
                  </a:lnTo>
                  <a:lnTo>
                    <a:pt x="1158166" y="1357533"/>
                  </a:lnTo>
                  <a:lnTo>
                    <a:pt x="1158251" y="1357248"/>
                  </a:lnTo>
                  <a:lnTo>
                    <a:pt x="1158425" y="1357109"/>
                  </a:lnTo>
                  <a:lnTo>
                    <a:pt x="1158414" y="1356970"/>
                  </a:lnTo>
                  <a:lnTo>
                    <a:pt x="1158117" y="1356699"/>
                  </a:lnTo>
                  <a:lnTo>
                    <a:pt x="1158023" y="1356636"/>
                  </a:lnTo>
                  <a:lnTo>
                    <a:pt x="1157907" y="1356650"/>
                  </a:lnTo>
                  <a:lnTo>
                    <a:pt x="1157725" y="1356637"/>
                  </a:lnTo>
                  <a:lnTo>
                    <a:pt x="1157482" y="1356509"/>
                  </a:lnTo>
                  <a:lnTo>
                    <a:pt x="1157413" y="1356434"/>
                  </a:lnTo>
                  <a:lnTo>
                    <a:pt x="1157173" y="1355945"/>
                  </a:lnTo>
                  <a:lnTo>
                    <a:pt x="1156771" y="1355673"/>
                  </a:lnTo>
                  <a:lnTo>
                    <a:pt x="1156462" y="1355257"/>
                  </a:lnTo>
                  <a:lnTo>
                    <a:pt x="1156170" y="1354754"/>
                  </a:lnTo>
                  <a:lnTo>
                    <a:pt x="1156007" y="1354569"/>
                  </a:lnTo>
                  <a:lnTo>
                    <a:pt x="1155745" y="1354423"/>
                  </a:lnTo>
                  <a:lnTo>
                    <a:pt x="1155261" y="1354430"/>
                  </a:lnTo>
                  <a:lnTo>
                    <a:pt x="1154850" y="1354440"/>
                  </a:lnTo>
                  <a:lnTo>
                    <a:pt x="1154830" y="1354448"/>
                  </a:lnTo>
                  <a:lnTo>
                    <a:pt x="1154531" y="1354444"/>
                  </a:lnTo>
                  <a:lnTo>
                    <a:pt x="1154154" y="1354496"/>
                  </a:lnTo>
                  <a:lnTo>
                    <a:pt x="1153740" y="1354688"/>
                  </a:lnTo>
                  <a:lnTo>
                    <a:pt x="1153280" y="1355045"/>
                  </a:lnTo>
                  <a:lnTo>
                    <a:pt x="1152971" y="1355402"/>
                  </a:lnTo>
                  <a:lnTo>
                    <a:pt x="1152878" y="1355839"/>
                  </a:lnTo>
                  <a:lnTo>
                    <a:pt x="1152878" y="1356269"/>
                  </a:lnTo>
                  <a:lnTo>
                    <a:pt x="1152802" y="1356355"/>
                  </a:lnTo>
                  <a:lnTo>
                    <a:pt x="1152517" y="1356381"/>
                  </a:lnTo>
                  <a:lnTo>
                    <a:pt x="1152205" y="1356330"/>
                  </a:lnTo>
                  <a:lnTo>
                    <a:pt x="1151805" y="1356221"/>
                  </a:lnTo>
                  <a:lnTo>
                    <a:pt x="1151483" y="1356199"/>
                  </a:lnTo>
                  <a:lnTo>
                    <a:pt x="1150973" y="1356388"/>
                  </a:lnTo>
                  <a:lnTo>
                    <a:pt x="1150594" y="1356388"/>
                  </a:lnTo>
                  <a:lnTo>
                    <a:pt x="1150431" y="1356236"/>
                  </a:lnTo>
                  <a:lnTo>
                    <a:pt x="1150186" y="1355435"/>
                  </a:lnTo>
                  <a:lnTo>
                    <a:pt x="1149970" y="1354807"/>
                  </a:lnTo>
                  <a:lnTo>
                    <a:pt x="1149791" y="1354519"/>
                  </a:lnTo>
                  <a:lnTo>
                    <a:pt x="1149394" y="1354006"/>
                  </a:lnTo>
                  <a:lnTo>
                    <a:pt x="1149021" y="1353696"/>
                  </a:lnTo>
                  <a:lnTo>
                    <a:pt x="1148817" y="1353702"/>
                  </a:lnTo>
                  <a:lnTo>
                    <a:pt x="1148519" y="1353775"/>
                  </a:lnTo>
                  <a:lnTo>
                    <a:pt x="1148269" y="1353649"/>
                  </a:lnTo>
                  <a:lnTo>
                    <a:pt x="1148181" y="1353484"/>
                  </a:lnTo>
                  <a:lnTo>
                    <a:pt x="1148094" y="1353146"/>
                  </a:lnTo>
                  <a:lnTo>
                    <a:pt x="1147931" y="1352855"/>
                  </a:lnTo>
                  <a:lnTo>
                    <a:pt x="1147832" y="1352690"/>
                  </a:lnTo>
                  <a:lnTo>
                    <a:pt x="1147855" y="1352339"/>
                  </a:lnTo>
                  <a:lnTo>
                    <a:pt x="1147863" y="1352325"/>
                  </a:lnTo>
                  <a:lnTo>
                    <a:pt x="1147966" y="1352141"/>
                  </a:lnTo>
                  <a:lnTo>
                    <a:pt x="1147995" y="1351976"/>
                  </a:lnTo>
                  <a:lnTo>
                    <a:pt x="1147992" y="1351945"/>
                  </a:lnTo>
                  <a:lnTo>
                    <a:pt x="1147873" y="1351731"/>
                  </a:lnTo>
                  <a:lnTo>
                    <a:pt x="1147651" y="1351499"/>
                  </a:lnTo>
                  <a:lnTo>
                    <a:pt x="1147634" y="1351182"/>
                  </a:lnTo>
                  <a:lnTo>
                    <a:pt x="1147669" y="1350838"/>
                  </a:lnTo>
                  <a:lnTo>
                    <a:pt x="1147826" y="1350408"/>
                  </a:lnTo>
                  <a:lnTo>
                    <a:pt x="1147809" y="1350104"/>
                  </a:lnTo>
                  <a:lnTo>
                    <a:pt x="1147686" y="1349892"/>
                  </a:lnTo>
                  <a:lnTo>
                    <a:pt x="1147680" y="1349508"/>
                  </a:lnTo>
                  <a:lnTo>
                    <a:pt x="1147706" y="1349132"/>
                  </a:lnTo>
                  <a:lnTo>
                    <a:pt x="1147695" y="1349110"/>
                  </a:lnTo>
                  <a:lnTo>
                    <a:pt x="1147709" y="1348820"/>
                  </a:lnTo>
                  <a:lnTo>
                    <a:pt x="1147348" y="1348364"/>
                  </a:lnTo>
                  <a:lnTo>
                    <a:pt x="1147103" y="1347881"/>
                  </a:lnTo>
                  <a:lnTo>
                    <a:pt x="1146905" y="1347491"/>
                  </a:lnTo>
                  <a:lnTo>
                    <a:pt x="1146410" y="1347160"/>
                  </a:lnTo>
                  <a:lnTo>
                    <a:pt x="1145775" y="1347061"/>
                  </a:lnTo>
                  <a:lnTo>
                    <a:pt x="1145554" y="1346915"/>
                  </a:lnTo>
                  <a:lnTo>
                    <a:pt x="1145501" y="1346644"/>
                  </a:lnTo>
                  <a:lnTo>
                    <a:pt x="1145486" y="1346476"/>
                  </a:lnTo>
                  <a:lnTo>
                    <a:pt x="1145502" y="1346421"/>
                  </a:lnTo>
                  <a:lnTo>
                    <a:pt x="1145501" y="1346414"/>
                  </a:lnTo>
                  <a:lnTo>
                    <a:pt x="1145411" y="1346271"/>
                  </a:lnTo>
                  <a:lnTo>
                    <a:pt x="1145303" y="1346102"/>
                  </a:lnTo>
                  <a:lnTo>
                    <a:pt x="1144913" y="1346042"/>
                  </a:lnTo>
                  <a:lnTo>
                    <a:pt x="1144621" y="1346022"/>
                  </a:lnTo>
                  <a:lnTo>
                    <a:pt x="1144458" y="1345857"/>
                  </a:lnTo>
                  <a:lnTo>
                    <a:pt x="1144359" y="1345658"/>
                  </a:lnTo>
                  <a:lnTo>
                    <a:pt x="1144277" y="1345414"/>
                  </a:lnTo>
                  <a:lnTo>
                    <a:pt x="1144132" y="1345374"/>
                  </a:lnTo>
                  <a:lnTo>
                    <a:pt x="1143899" y="1345381"/>
                  </a:lnTo>
                  <a:lnTo>
                    <a:pt x="1143211" y="1345392"/>
                  </a:lnTo>
                  <a:lnTo>
                    <a:pt x="1143082" y="1345360"/>
                  </a:lnTo>
                  <a:lnTo>
                    <a:pt x="1142873" y="1345367"/>
                  </a:lnTo>
                  <a:lnTo>
                    <a:pt x="1142652" y="1345685"/>
                  </a:lnTo>
                  <a:lnTo>
                    <a:pt x="1142512" y="1345983"/>
                  </a:lnTo>
                  <a:lnTo>
                    <a:pt x="1142356" y="1346225"/>
                  </a:lnTo>
                  <a:lnTo>
                    <a:pt x="1142104" y="1346267"/>
                  </a:lnTo>
                  <a:lnTo>
                    <a:pt x="1141638" y="1346287"/>
                  </a:lnTo>
                  <a:lnTo>
                    <a:pt x="1141317" y="1346254"/>
                  </a:lnTo>
                  <a:lnTo>
                    <a:pt x="1141166" y="1346174"/>
                  </a:lnTo>
                  <a:lnTo>
                    <a:pt x="1141131" y="1346029"/>
                  </a:lnTo>
                  <a:lnTo>
                    <a:pt x="1141154" y="1345797"/>
                  </a:lnTo>
                  <a:lnTo>
                    <a:pt x="1141113" y="1345533"/>
                  </a:lnTo>
                  <a:lnTo>
                    <a:pt x="1140956" y="1345295"/>
                  </a:lnTo>
                  <a:lnTo>
                    <a:pt x="1140601" y="1344918"/>
                  </a:lnTo>
                  <a:lnTo>
                    <a:pt x="1140338" y="1344765"/>
                  </a:lnTo>
                  <a:lnTo>
                    <a:pt x="1140094" y="1344754"/>
                  </a:lnTo>
                  <a:lnTo>
                    <a:pt x="1139785" y="1344878"/>
                  </a:lnTo>
                  <a:lnTo>
                    <a:pt x="1139482" y="1345202"/>
                  </a:lnTo>
                  <a:lnTo>
                    <a:pt x="1139173" y="1345691"/>
                  </a:lnTo>
                  <a:lnTo>
                    <a:pt x="1138922" y="1345824"/>
                  </a:lnTo>
                  <a:lnTo>
                    <a:pt x="1138590" y="1346035"/>
                  </a:lnTo>
                  <a:lnTo>
                    <a:pt x="1138415" y="1346360"/>
                  </a:lnTo>
                  <a:lnTo>
                    <a:pt x="1138270" y="1346624"/>
                  </a:lnTo>
                  <a:lnTo>
                    <a:pt x="1137699" y="1347041"/>
                  </a:lnTo>
                  <a:lnTo>
                    <a:pt x="1137413" y="1347339"/>
                  </a:lnTo>
                  <a:lnTo>
                    <a:pt x="1137329" y="1347377"/>
                  </a:lnTo>
                  <a:lnTo>
                    <a:pt x="1137300" y="1347368"/>
                  </a:lnTo>
                  <a:lnTo>
                    <a:pt x="1137244" y="1347405"/>
                  </a:lnTo>
                  <a:lnTo>
                    <a:pt x="1137005" y="1347405"/>
                  </a:lnTo>
                  <a:lnTo>
                    <a:pt x="1136860" y="1347451"/>
                  </a:lnTo>
                  <a:lnTo>
                    <a:pt x="1136801" y="1347590"/>
                  </a:lnTo>
                  <a:lnTo>
                    <a:pt x="1136813" y="1347868"/>
                  </a:lnTo>
                  <a:lnTo>
                    <a:pt x="1136807" y="1348457"/>
                  </a:lnTo>
                  <a:lnTo>
                    <a:pt x="1136848" y="1348886"/>
                  </a:lnTo>
                  <a:lnTo>
                    <a:pt x="1136848" y="1349015"/>
                  </a:lnTo>
                  <a:lnTo>
                    <a:pt x="1136895" y="1349211"/>
                  </a:lnTo>
                  <a:lnTo>
                    <a:pt x="1137110" y="1349522"/>
                  </a:lnTo>
                  <a:lnTo>
                    <a:pt x="1137349" y="1349760"/>
                  </a:lnTo>
                  <a:lnTo>
                    <a:pt x="1137471" y="1349991"/>
                  </a:lnTo>
                  <a:lnTo>
                    <a:pt x="1137477" y="1350157"/>
                  </a:lnTo>
                  <a:lnTo>
                    <a:pt x="1137431" y="1350302"/>
                  </a:lnTo>
                  <a:lnTo>
                    <a:pt x="1137314" y="1350487"/>
                  </a:lnTo>
                  <a:lnTo>
                    <a:pt x="1137087" y="1350699"/>
                  </a:lnTo>
                  <a:lnTo>
                    <a:pt x="1136679" y="1350864"/>
                  </a:lnTo>
                  <a:lnTo>
                    <a:pt x="1136481" y="1351016"/>
                  </a:lnTo>
                  <a:lnTo>
                    <a:pt x="1136423" y="1351167"/>
                  </a:lnTo>
                  <a:lnTo>
                    <a:pt x="1136472" y="1351347"/>
                  </a:lnTo>
                  <a:lnTo>
                    <a:pt x="1136674" y="1351543"/>
                  </a:lnTo>
                  <a:lnTo>
                    <a:pt x="1136691" y="1351559"/>
                  </a:lnTo>
                  <a:lnTo>
                    <a:pt x="1136795" y="1351771"/>
                  </a:lnTo>
                  <a:lnTo>
                    <a:pt x="1136795" y="1351956"/>
                  </a:lnTo>
                  <a:lnTo>
                    <a:pt x="1136766" y="1352187"/>
                  </a:lnTo>
                  <a:lnTo>
                    <a:pt x="1136644" y="1352518"/>
                  </a:lnTo>
                  <a:lnTo>
                    <a:pt x="1136414" y="1352743"/>
                  </a:lnTo>
                  <a:lnTo>
                    <a:pt x="1136137" y="1352922"/>
                  </a:lnTo>
                  <a:lnTo>
                    <a:pt x="1135869" y="1353113"/>
                  </a:lnTo>
                  <a:lnTo>
                    <a:pt x="1135683" y="1353338"/>
                  </a:lnTo>
                  <a:lnTo>
                    <a:pt x="1135624" y="1353563"/>
                  </a:lnTo>
                  <a:lnTo>
                    <a:pt x="1135729" y="1353954"/>
                  </a:lnTo>
                  <a:lnTo>
                    <a:pt x="1135828" y="1354198"/>
                  </a:lnTo>
                  <a:lnTo>
                    <a:pt x="1135997" y="1354423"/>
                  </a:lnTo>
                  <a:lnTo>
                    <a:pt x="1136096" y="1354635"/>
                  </a:lnTo>
                  <a:lnTo>
                    <a:pt x="1136090" y="1354827"/>
                  </a:lnTo>
                  <a:lnTo>
                    <a:pt x="1136055" y="1355105"/>
                  </a:lnTo>
                  <a:lnTo>
                    <a:pt x="1136102" y="1355356"/>
                  </a:lnTo>
                  <a:lnTo>
                    <a:pt x="1136182" y="1355481"/>
                  </a:lnTo>
                  <a:lnTo>
                    <a:pt x="1136314" y="1355539"/>
                  </a:lnTo>
                  <a:lnTo>
                    <a:pt x="1136339" y="1355553"/>
                  </a:lnTo>
                  <a:lnTo>
                    <a:pt x="1136580" y="1355740"/>
                  </a:lnTo>
                  <a:lnTo>
                    <a:pt x="1136930" y="1355925"/>
                  </a:lnTo>
                  <a:lnTo>
                    <a:pt x="1137198" y="1356090"/>
                  </a:lnTo>
                  <a:lnTo>
                    <a:pt x="1137361" y="1356335"/>
                  </a:lnTo>
                  <a:lnTo>
                    <a:pt x="1137361" y="1356480"/>
                  </a:lnTo>
                  <a:lnTo>
                    <a:pt x="1137244" y="1356765"/>
                  </a:lnTo>
                  <a:lnTo>
                    <a:pt x="1137011" y="1357023"/>
                  </a:lnTo>
                  <a:lnTo>
                    <a:pt x="1136795" y="1357122"/>
                  </a:lnTo>
                  <a:lnTo>
                    <a:pt x="1136364" y="1357135"/>
                  </a:lnTo>
                  <a:lnTo>
                    <a:pt x="1135933" y="1357135"/>
                  </a:lnTo>
                  <a:lnTo>
                    <a:pt x="1135613" y="1357241"/>
                  </a:lnTo>
                  <a:lnTo>
                    <a:pt x="1135345" y="1357321"/>
                  </a:lnTo>
                  <a:lnTo>
                    <a:pt x="1135094" y="1357486"/>
                  </a:lnTo>
                  <a:lnTo>
                    <a:pt x="1134977" y="1357698"/>
                  </a:lnTo>
                  <a:lnTo>
                    <a:pt x="1134983" y="1357989"/>
                  </a:lnTo>
                  <a:lnTo>
                    <a:pt x="1135170" y="1358306"/>
                  </a:lnTo>
                  <a:lnTo>
                    <a:pt x="1135385" y="1358677"/>
                  </a:lnTo>
                  <a:lnTo>
                    <a:pt x="1135531" y="1358862"/>
                  </a:lnTo>
                  <a:lnTo>
                    <a:pt x="1135514" y="1358974"/>
                  </a:lnTo>
                  <a:lnTo>
                    <a:pt x="1135263" y="1359100"/>
                  </a:lnTo>
                  <a:lnTo>
                    <a:pt x="1135146" y="1359226"/>
                  </a:lnTo>
                  <a:lnTo>
                    <a:pt x="1134814" y="1359523"/>
                  </a:lnTo>
                  <a:lnTo>
                    <a:pt x="1134575" y="1359523"/>
                  </a:lnTo>
                  <a:lnTo>
                    <a:pt x="1134278" y="1359384"/>
                  </a:lnTo>
                  <a:lnTo>
                    <a:pt x="1133958" y="1359186"/>
                  </a:lnTo>
                  <a:lnTo>
                    <a:pt x="1133492" y="1358723"/>
                  </a:lnTo>
                  <a:lnTo>
                    <a:pt x="1133224" y="1358438"/>
                  </a:lnTo>
                  <a:lnTo>
                    <a:pt x="1133172" y="1358382"/>
                  </a:lnTo>
                  <a:lnTo>
                    <a:pt x="1132851" y="1358220"/>
                  </a:lnTo>
                  <a:lnTo>
                    <a:pt x="1132705" y="1358200"/>
                  </a:lnTo>
                  <a:lnTo>
                    <a:pt x="1132472" y="1358333"/>
                  </a:lnTo>
                  <a:lnTo>
                    <a:pt x="1132186" y="1358564"/>
                  </a:lnTo>
                  <a:lnTo>
                    <a:pt x="1131877" y="1358895"/>
                  </a:lnTo>
                  <a:lnTo>
                    <a:pt x="1131790" y="1359120"/>
                  </a:lnTo>
                  <a:lnTo>
                    <a:pt x="1131802" y="1359318"/>
                  </a:lnTo>
                  <a:lnTo>
                    <a:pt x="1131827" y="1359366"/>
                  </a:lnTo>
                  <a:lnTo>
                    <a:pt x="1131857" y="1359467"/>
                  </a:lnTo>
                  <a:lnTo>
                    <a:pt x="1132034" y="1359714"/>
                  </a:lnTo>
                  <a:lnTo>
                    <a:pt x="1132151" y="1359940"/>
                  </a:lnTo>
                  <a:lnTo>
                    <a:pt x="1132285" y="1360205"/>
                  </a:lnTo>
                  <a:lnTo>
                    <a:pt x="1132396" y="1360469"/>
                  </a:lnTo>
                  <a:lnTo>
                    <a:pt x="1132274" y="1360688"/>
                  </a:lnTo>
                  <a:lnTo>
                    <a:pt x="1132064" y="1360840"/>
                  </a:lnTo>
                  <a:lnTo>
                    <a:pt x="1131464" y="1361098"/>
                  </a:lnTo>
                  <a:lnTo>
                    <a:pt x="1130893" y="1361336"/>
                  </a:lnTo>
                  <a:lnTo>
                    <a:pt x="1130543" y="1361342"/>
                  </a:lnTo>
                  <a:lnTo>
                    <a:pt x="1130362" y="1361197"/>
                  </a:lnTo>
                  <a:lnTo>
                    <a:pt x="1130024" y="1361144"/>
                  </a:lnTo>
                  <a:lnTo>
                    <a:pt x="1129756" y="1361131"/>
                  </a:lnTo>
                  <a:lnTo>
                    <a:pt x="1129483" y="1361243"/>
                  </a:lnTo>
                  <a:lnTo>
                    <a:pt x="1129366" y="1361448"/>
                  </a:lnTo>
                  <a:lnTo>
                    <a:pt x="1129267" y="1361739"/>
                  </a:lnTo>
                  <a:lnTo>
                    <a:pt x="1129250" y="1362235"/>
                  </a:lnTo>
                  <a:lnTo>
                    <a:pt x="1129220" y="1362500"/>
                  </a:lnTo>
                  <a:lnTo>
                    <a:pt x="1129296" y="1362778"/>
                  </a:lnTo>
                  <a:lnTo>
                    <a:pt x="1129576" y="1362983"/>
                  </a:lnTo>
                  <a:lnTo>
                    <a:pt x="1129861" y="1363195"/>
                  </a:lnTo>
                  <a:lnTo>
                    <a:pt x="1129914" y="1363373"/>
                  </a:lnTo>
                  <a:lnTo>
                    <a:pt x="1129896" y="1363711"/>
                  </a:lnTo>
                  <a:lnTo>
                    <a:pt x="1129819" y="1364144"/>
                  </a:lnTo>
                  <a:lnTo>
                    <a:pt x="1129751" y="1364378"/>
                  </a:lnTo>
                  <a:lnTo>
                    <a:pt x="1129732" y="1364592"/>
                  </a:lnTo>
                  <a:lnTo>
                    <a:pt x="1129726" y="1364853"/>
                  </a:lnTo>
                  <a:lnTo>
                    <a:pt x="1129775" y="1365176"/>
                  </a:lnTo>
                  <a:lnTo>
                    <a:pt x="1129729" y="1365412"/>
                  </a:lnTo>
                  <a:lnTo>
                    <a:pt x="1129564" y="1365612"/>
                  </a:lnTo>
                  <a:lnTo>
                    <a:pt x="1129265" y="1366050"/>
                  </a:lnTo>
                  <a:lnTo>
                    <a:pt x="1128647" y="1366244"/>
                  </a:lnTo>
                  <a:lnTo>
                    <a:pt x="1128407" y="1366376"/>
                  </a:lnTo>
                  <a:lnTo>
                    <a:pt x="1128350" y="1366490"/>
                  </a:lnTo>
                  <a:lnTo>
                    <a:pt x="1128318" y="1366603"/>
                  </a:lnTo>
                  <a:lnTo>
                    <a:pt x="1128380" y="1366763"/>
                  </a:lnTo>
                  <a:lnTo>
                    <a:pt x="1128453" y="1366916"/>
                  </a:lnTo>
                  <a:lnTo>
                    <a:pt x="1128829" y="1367270"/>
                  </a:lnTo>
                  <a:lnTo>
                    <a:pt x="1129053" y="1367491"/>
                  </a:lnTo>
                  <a:lnTo>
                    <a:pt x="1129083" y="1367736"/>
                  </a:lnTo>
                  <a:lnTo>
                    <a:pt x="1129050" y="1367992"/>
                  </a:lnTo>
                  <a:lnTo>
                    <a:pt x="1129021" y="1368052"/>
                  </a:lnTo>
                  <a:lnTo>
                    <a:pt x="1128788" y="1368224"/>
                  </a:lnTo>
                  <a:lnTo>
                    <a:pt x="1128434" y="1368464"/>
                  </a:lnTo>
                  <a:lnTo>
                    <a:pt x="1127809" y="1368881"/>
                  </a:lnTo>
                  <a:lnTo>
                    <a:pt x="1127493" y="1369115"/>
                  </a:lnTo>
                  <a:lnTo>
                    <a:pt x="1127363" y="1369382"/>
                  </a:lnTo>
                  <a:lnTo>
                    <a:pt x="1127311" y="1369664"/>
                  </a:lnTo>
                  <a:lnTo>
                    <a:pt x="1127314" y="1370260"/>
                  </a:lnTo>
                  <a:lnTo>
                    <a:pt x="1127363" y="1370502"/>
                  </a:lnTo>
                  <a:lnTo>
                    <a:pt x="1127436" y="1370683"/>
                  </a:lnTo>
                  <a:lnTo>
                    <a:pt x="1127625" y="1370858"/>
                  </a:lnTo>
                  <a:lnTo>
                    <a:pt x="1127979" y="1370981"/>
                  </a:lnTo>
                  <a:lnTo>
                    <a:pt x="1128418" y="1370954"/>
                  </a:lnTo>
                  <a:lnTo>
                    <a:pt x="1128885" y="1370861"/>
                  </a:lnTo>
                  <a:lnTo>
                    <a:pt x="1129253" y="1370797"/>
                  </a:lnTo>
                  <a:lnTo>
                    <a:pt x="1129764" y="1370662"/>
                  </a:lnTo>
                  <a:lnTo>
                    <a:pt x="1130327" y="1370542"/>
                  </a:lnTo>
                  <a:lnTo>
                    <a:pt x="1130592" y="1370496"/>
                  </a:lnTo>
                  <a:lnTo>
                    <a:pt x="1130659" y="1370545"/>
                  </a:lnTo>
                  <a:lnTo>
                    <a:pt x="1130689" y="1370616"/>
                  </a:lnTo>
                  <a:lnTo>
                    <a:pt x="1130695" y="1370662"/>
                  </a:lnTo>
                  <a:lnTo>
                    <a:pt x="1130650" y="1370851"/>
                  </a:lnTo>
                  <a:lnTo>
                    <a:pt x="1130644" y="1370861"/>
                  </a:lnTo>
                  <a:lnTo>
                    <a:pt x="1130630" y="1370920"/>
                  </a:lnTo>
                  <a:lnTo>
                    <a:pt x="1130519" y="1371205"/>
                  </a:lnTo>
                  <a:lnTo>
                    <a:pt x="1130446" y="1371488"/>
                  </a:lnTo>
                  <a:lnTo>
                    <a:pt x="1130435" y="1371733"/>
                  </a:lnTo>
                  <a:lnTo>
                    <a:pt x="1130505" y="1371951"/>
                  </a:lnTo>
                  <a:lnTo>
                    <a:pt x="1130603" y="1372123"/>
                  </a:lnTo>
                  <a:lnTo>
                    <a:pt x="1130743" y="1372292"/>
                  </a:lnTo>
                  <a:lnTo>
                    <a:pt x="1130884" y="1372350"/>
                  </a:lnTo>
                  <a:lnTo>
                    <a:pt x="1131154" y="1372396"/>
                  </a:lnTo>
                  <a:lnTo>
                    <a:pt x="1131314" y="1372366"/>
                  </a:lnTo>
                  <a:lnTo>
                    <a:pt x="1131457" y="1372396"/>
                  </a:lnTo>
                  <a:lnTo>
                    <a:pt x="1131655" y="1372492"/>
                  </a:lnTo>
                  <a:lnTo>
                    <a:pt x="1131987" y="1372789"/>
                  </a:lnTo>
                  <a:lnTo>
                    <a:pt x="1132136" y="1372934"/>
                  </a:lnTo>
                  <a:lnTo>
                    <a:pt x="1132231" y="1373124"/>
                  </a:lnTo>
                  <a:lnTo>
                    <a:pt x="1132241" y="1373305"/>
                  </a:lnTo>
                  <a:lnTo>
                    <a:pt x="1132204" y="1373459"/>
                  </a:lnTo>
                  <a:lnTo>
                    <a:pt x="1132093" y="1373627"/>
                  </a:lnTo>
                  <a:lnTo>
                    <a:pt x="1131814" y="1373891"/>
                  </a:lnTo>
                  <a:lnTo>
                    <a:pt x="1131670" y="1374064"/>
                  </a:lnTo>
                  <a:lnTo>
                    <a:pt x="1131608" y="1374118"/>
                  </a:lnTo>
                  <a:lnTo>
                    <a:pt x="1131462" y="1374200"/>
                  </a:lnTo>
                  <a:lnTo>
                    <a:pt x="1131289" y="1374324"/>
                  </a:lnTo>
                  <a:lnTo>
                    <a:pt x="1131239" y="1374396"/>
                  </a:lnTo>
                  <a:lnTo>
                    <a:pt x="1131190" y="1374539"/>
                  </a:lnTo>
                  <a:lnTo>
                    <a:pt x="1131130" y="1374706"/>
                  </a:lnTo>
                  <a:lnTo>
                    <a:pt x="1131130" y="1374765"/>
                  </a:lnTo>
                  <a:lnTo>
                    <a:pt x="1131133" y="1374864"/>
                  </a:lnTo>
                  <a:lnTo>
                    <a:pt x="1131092" y="1374956"/>
                  </a:lnTo>
                  <a:lnTo>
                    <a:pt x="1130945" y="1375217"/>
                  </a:lnTo>
                  <a:lnTo>
                    <a:pt x="1130854" y="1375325"/>
                  </a:lnTo>
                  <a:lnTo>
                    <a:pt x="1130793" y="1375454"/>
                  </a:lnTo>
                  <a:lnTo>
                    <a:pt x="1130770" y="1375516"/>
                  </a:lnTo>
                  <a:lnTo>
                    <a:pt x="1130662" y="1375780"/>
                  </a:lnTo>
                  <a:lnTo>
                    <a:pt x="1130633" y="1375909"/>
                  </a:lnTo>
                  <a:lnTo>
                    <a:pt x="1130616" y="1376036"/>
                  </a:lnTo>
                  <a:lnTo>
                    <a:pt x="1130587" y="1376323"/>
                  </a:lnTo>
                  <a:lnTo>
                    <a:pt x="1130597" y="1376484"/>
                  </a:lnTo>
                  <a:lnTo>
                    <a:pt x="1130640" y="1376738"/>
                  </a:lnTo>
                  <a:lnTo>
                    <a:pt x="1130638" y="1376808"/>
                  </a:lnTo>
                  <a:lnTo>
                    <a:pt x="1130629" y="1376943"/>
                  </a:lnTo>
                  <a:lnTo>
                    <a:pt x="1130606" y="1377041"/>
                  </a:lnTo>
                  <a:lnTo>
                    <a:pt x="1130519" y="1377234"/>
                  </a:lnTo>
                  <a:lnTo>
                    <a:pt x="1130452" y="1377410"/>
                  </a:lnTo>
                  <a:lnTo>
                    <a:pt x="1130440" y="1377478"/>
                  </a:lnTo>
                  <a:lnTo>
                    <a:pt x="1130442" y="1377697"/>
                  </a:lnTo>
                  <a:lnTo>
                    <a:pt x="1130473" y="1377810"/>
                  </a:lnTo>
                  <a:lnTo>
                    <a:pt x="1130506" y="1377873"/>
                  </a:lnTo>
                  <a:lnTo>
                    <a:pt x="1130612" y="1377979"/>
                  </a:lnTo>
                  <a:lnTo>
                    <a:pt x="1130711" y="1378044"/>
                  </a:lnTo>
                  <a:lnTo>
                    <a:pt x="1130968" y="1378184"/>
                  </a:lnTo>
                  <a:lnTo>
                    <a:pt x="1131091" y="1378234"/>
                  </a:lnTo>
                  <a:lnTo>
                    <a:pt x="1131206" y="1378280"/>
                  </a:lnTo>
                  <a:lnTo>
                    <a:pt x="1131265" y="1378317"/>
                  </a:lnTo>
                  <a:lnTo>
                    <a:pt x="1131292" y="1378344"/>
                  </a:lnTo>
                  <a:lnTo>
                    <a:pt x="1131311" y="1378401"/>
                  </a:lnTo>
                  <a:lnTo>
                    <a:pt x="1131301" y="1378425"/>
                  </a:lnTo>
                  <a:lnTo>
                    <a:pt x="1131264" y="1378478"/>
                  </a:lnTo>
                  <a:lnTo>
                    <a:pt x="1131161" y="1378536"/>
                  </a:lnTo>
                  <a:lnTo>
                    <a:pt x="1130947" y="1378653"/>
                  </a:lnTo>
                  <a:lnTo>
                    <a:pt x="1130805" y="1378742"/>
                  </a:lnTo>
                  <a:lnTo>
                    <a:pt x="1130622" y="1378837"/>
                  </a:lnTo>
                  <a:lnTo>
                    <a:pt x="1130458" y="1378899"/>
                  </a:lnTo>
                  <a:lnTo>
                    <a:pt x="1130441" y="1378906"/>
                  </a:lnTo>
                  <a:lnTo>
                    <a:pt x="1130377" y="1378935"/>
                  </a:lnTo>
                  <a:lnTo>
                    <a:pt x="1130362" y="1378966"/>
                  </a:lnTo>
                  <a:lnTo>
                    <a:pt x="1130366" y="1379004"/>
                  </a:lnTo>
                  <a:lnTo>
                    <a:pt x="1130402" y="1379078"/>
                  </a:lnTo>
                  <a:lnTo>
                    <a:pt x="1130554" y="1379282"/>
                  </a:lnTo>
                  <a:lnTo>
                    <a:pt x="1130684" y="1379490"/>
                  </a:lnTo>
                  <a:lnTo>
                    <a:pt x="1130763" y="1379602"/>
                  </a:lnTo>
                  <a:lnTo>
                    <a:pt x="1130916" y="1379801"/>
                  </a:lnTo>
                  <a:lnTo>
                    <a:pt x="1130976" y="1379910"/>
                  </a:lnTo>
                  <a:lnTo>
                    <a:pt x="1131049" y="1380101"/>
                  </a:lnTo>
                  <a:lnTo>
                    <a:pt x="1131056" y="1380209"/>
                  </a:lnTo>
                  <a:lnTo>
                    <a:pt x="1131030" y="1380282"/>
                  </a:lnTo>
                  <a:lnTo>
                    <a:pt x="1130983" y="1380365"/>
                  </a:lnTo>
                  <a:lnTo>
                    <a:pt x="1130834" y="1380497"/>
                  </a:lnTo>
                  <a:lnTo>
                    <a:pt x="1130703" y="1380598"/>
                  </a:lnTo>
                  <a:lnTo>
                    <a:pt x="1130618" y="1380640"/>
                  </a:lnTo>
                  <a:lnTo>
                    <a:pt x="1130476" y="1380693"/>
                  </a:lnTo>
                  <a:lnTo>
                    <a:pt x="1130274" y="1380780"/>
                  </a:lnTo>
                  <a:lnTo>
                    <a:pt x="1130160" y="1380834"/>
                  </a:lnTo>
                  <a:lnTo>
                    <a:pt x="1130009" y="1380841"/>
                  </a:lnTo>
                  <a:lnTo>
                    <a:pt x="1129840" y="1380832"/>
                  </a:lnTo>
                  <a:lnTo>
                    <a:pt x="1129703" y="1380818"/>
                  </a:lnTo>
                  <a:lnTo>
                    <a:pt x="1129616" y="1380743"/>
                  </a:lnTo>
                  <a:lnTo>
                    <a:pt x="1129497" y="1380619"/>
                  </a:lnTo>
                  <a:lnTo>
                    <a:pt x="1129343" y="1380533"/>
                  </a:lnTo>
                  <a:lnTo>
                    <a:pt x="1129131" y="1380452"/>
                  </a:lnTo>
                  <a:lnTo>
                    <a:pt x="1128978" y="1380424"/>
                  </a:lnTo>
                  <a:lnTo>
                    <a:pt x="1128717" y="1380424"/>
                  </a:lnTo>
                  <a:lnTo>
                    <a:pt x="1128493" y="1380466"/>
                  </a:lnTo>
                  <a:lnTo>
                    <a:pt x="1128383" y="1380469"/>
                  </a:lnTo>
                  <a:lnTo>
                    <a:pt x="1128249" y="1380463"/>
                  </a:lnTo>
                  <a:lnTo>
                    <a:pt x="1128176" y="1380419"/>
                  </a:lnTo>
                  <a:lnTo>
                    <a:pt x="1128128" y="1380363"/>
                  </a:lnTo>
                  <a:lnTo>
                    <a:pt x="1128116" y="1380313"/>
                  </a:lnTo>
                  <a:lnTo>
                    <a:pt x="1128115" y="1380301"/>
                  </a:lnTo>
                  <a:lnTo>
                    <a:pt x="1128129" y="1380162"/>
                  </a:lnTo>
                  <a:lnTo>
                    <a:pt x="1128131" y="1380141"/>
                  </a:lnTo>
                  <a:lnTo>
                    <a:pt x="1128153" y="1379938"/>
                  </a:lnTo>
                  <a:lnTo>
                    <a:pt x="1128166" y="1379782"/>
                  </a:lnTo>
                  <a:lnTo>
                    <a:pt x="1128129" y="1379576"/>
                  </a:lnTo>
                  <a:lnTo>
                    <a:pt x="1128063" y="1379409"/>
                  </a:lnTo>
                  <a:lnTo>
                    <a:pt x="1127928" y="1379244"/>
                  </a:lnTo>
                  <a:lnTo>
                    <a:pt x="1127769" y="1379110"/>
                  </a:lnTo>
                  <a:lnTo>
                    <a:pt x="1127677" y="1378964"/>
                  </a:lnTo>
                  <a:lnTo>
                    <a:pt x="1127615" y="1378802"/>
                  </a:lnTo>
                  <a:lnTo>
                    <a:pt x="1127538" y="1378680"/>
                  </a:lnTo>
                  <a:lnTo>
                    <a:pt x="1127462" y="1378633"/>
                  </a:lnTo>
                  <a:lnTo>
                    <a:pt x="1127340" y="1378620"/>
                  </a:lnTo>
                  <a:lnTo>
                    <a:pt x="1127164" y="1378650"/>
                  </a:lnTo>
                  <a:lnTo>
                    <a:pt x="1126861" y="1378749"/>
                  </a:lnTo>
                  <a:lnTo>
                    <a:pt x="1126792" y="1378773"/>
                  </a:lnTo>
                  <a:lnTo>
                    <a:pt x="1126380" y="1378921"/>
                  </a:lnTo>
                  <a:lnTo>
                    <a:pt x="1126104" y="1379047"/>
                  </a:lnTo>
                  <a:lnTo>
                    <a:pt x="1125980" y="1379125"/>
                  </a:lnTo>
                  <a:lnTo>
                    <a:pt x="1125865" y="1379225"/>
                  </a:lnTo>
                  <a:lnTo>
                    <a:pt x="1125720" y="1379312"/>
                  </a:lnTo>
                  <a:lnTo>
                    <a:pt x="1125673" y="1379334"/>
                  </a:lnTo>
                  <a:lnTo>
                    <a:pt x="1125613" y="1379358"/>
                  </a:lnTo>
                  <a:lnTo>
                    <a:pt x="1125463" y="1379382"/>
                  </a:lnTo>
                  <a:lnTo>
                    <a:pt x="1125326" y="1379460"/>
                  </a:lnTo>
                  <a:lnTo>
                    <a:pt x="1125110" y="1379618"/>
                  </a:lnTo>
                  <a:lnTo>
                    <a:pt x="1125006" y="1379662"/>
                  </a:lnTo>
                  <a:lnTo>
                    <a:pt x="1124870" y="1379726"/>
                  </a:lnTo>
                  <a:lnTo>
                    <a:pt x="1124743" y="1379786"/>
                  </a:lnTo>
                  <a:lnTo>
                    <a:pt x="1124688" y="1379823"/>
                  </a:lnTo>
                  <a:lnTo>
                    <a:pt x="1124636" y="1379857"/>
                  </a:lnTo>
                  <a:lnTo>
                    <a:pt x="1124547" y="1379946"/>
                  </a:lnTo>
                  <a:lnTo>
                    <a:pt x="1124470" y="1380031"/>
                  </a:lnTo>
                  <a:lnTo>
                    <a:pt x="1124387" y="1380140"/>
                  </a:lnTo>
                  <a:lnTo>
                    <a:pt x="1124326" y="1380178"/>
                  </a:lnTo>
                  <a:lnTo>
                    <a:pt x="1124174" y="1380321"/>
                  </a:lnTo>
                  <a:lnTo>
                    <a:pt x="1124088" y="1380417"/>
                  </a:lnTo>
                  <a:lnTo>
                    <a:pt x="1123996" y="1380533"/>
                  </a:lnTo>
                  <a:lnTo>
                    <a:pt x="1123913" y="1380601"/>
                  </a:lnTo>
                  <a:lnTo>
                    <a:pt x="1123818" y="1380675"/>
                  </a:lnTo>
                  <a:lnTo>
                    <a:pt x="1123719" y="1380849"/>
                  </a:lnTo>
                  <a:lnTo>
                    <a:pt x="1123687" y="1380918"/>
                  </a:lnTo>
                  <a:lnTo>
                    <a:pt x="1123628" y="1380999"/>
                  </a:lnTo>
                  <a:lnTo>
                    <a:pt x="1123620" y="1381010"/>
                  </a:lnTo>
                  <a:lnTo>
                    <a:pt x="1123560" y="1381070"/>
                  </a:lnTo>
                  <a:lnTo>
                    <a:pt x="1123437" y="1381177"/>
                  </a:lnTo>
                  <a:lnTo>
                    <a:pt x="1123344" y="1381265"/>
                  </a:lnTo>
                  <a:lnTo>
                    <a:pt x="1123239" y="1381341"/>
                  </a:lnTo>
                  <a:lnTo>
                    <a:pt x="1123122" y="1381435"/>
                  </a:lnTo>
                  <a:lnTo>
                    <a:pt x="1123106" y="1381449"/>
                  </a:lnTo>
                  <a:lnTo>
                    <a:pt x="1122980" y="1381552"/>
                  </a:lnTo>
                  <a:lnTo>
                    <a:pt x="1122917" y="1381600"/>
                  </a:lnTo>
                  <a:lnTo>
                    <a:pt x="1122866" y="1381639"/>
                  </a:lnTo>
                  <a:lnTo>
                    <a:pt x="1122753" y="1381723"/>
                  </a:lnTo>
                  <a:lnTo>
                    <a:pt x="1122682" y="1381779"/>
                  </a:lnTo>
                  <a:lnTo>
                    <a:pt x="1122607" y="1381837"/>
                  </a:lnTo>
                  <a:lnTo>
                    <a:pt x="1122516" y="1381922"/>
                  </a:lnTo>
                  <a:lnTo>
                    <a:pt x="1122411" y="1382043"/>
                  </a:lnTo>
                  <a:lnTo>
                    <a:pt x="1122320" y="1382161"/>
                  </a:lnTo>
                  <a:lnTo>
                    <a:pt x="1122270" y="1382221"/>
                  </a:lnTo>
                  <a:lnTo>
                    <a:pt x="1122148" y="1382369"/>
                  </a:lnTo>
                  <a:lnTo>
                    <a:pt x="1122083" y="1382441"/>
                  </a:lnTo>
                  <a:lnTo>
                    <a:pt x="1121967" y="1382623"/>
                  </a:lnTo>
                  <a:lnTo>
                    <a:pt x="1121888" y="1382745"/>
                  </a:lnTo>
                  <a:lnTo>
                    <a:pt x="1121736" y="1383002"/>
                  </a:lnTo>
                  <a:lnTo>
                    <a:pt x="1121697" y="1383068"/>
                  </a:lnTo>
                  <a:lnTo>
                    <a:pt x="1121691" y="1383078"/>
                  </a:lnTo>
                  <a:lnTo>
                    <a:pt x="1121679" y="1383097"/>
                  </a:lnTo>
                  <a:lnTo>
                    <a:pt x="1121642" y="1383146"/>
                  </a:lnTo>
                  <a:lnTo>
                    <a:pt x="1121615" y="1383173"/>
                  </a:lnTo>
                  <a:lnTo>
                    <a:pt x="1121469" y="1383222"/>
                  </a:lnTo>
                  <a:lnTo>
                    <a:pt x="1121356" y="1383245"/>
                  </a:lnTo>
                  <a:lnTo>
                    <a:pt x="1121279" y="1383259"/>
                  </a:lnTo>
                  <a:lnTo>
                    <a:pt x="1121167" y="1383324"/>
                  </a:lnTo>
                  <a:lnTo>
                    <a:pt x="1121118" y="1383367"/>
                  </a:lnTo>
                  <a:lnTo>
                    <a:pt x="1120992" y="1383434"/>
                  </a:lnTo>
                  <a:lnTo>
                    <a:pt x="1120920" y="1383568"/>
                  </a:lnTo>
                  <a:lnTo>
                    <a:pt x="1120880" y="1383754"/>
                  </a:lnTo>
                  <a:lnTo>
                    <a:pt x="1120779" y="1384032"/>
                  </a:lnTo>
                  <a:lnTo>
                    <a:pt x="1120707" y="1384143"/>
                  </a:lnTo>
                  <a:lnTo>
                    <a:pt x="1120641" y="1384201"/>
                  </a:lnTo>
                  <a:lnTo>
                    <a:pt x="1120548" y="1384266"/>
                  </a:lnTo>
                  <a:lnTo>
                    <a:pt x="1120429" y="1384332"/>
                  </a:lnTo>
                  <a:lnTo>
                    <a:pt x="1120252" y="1384409"/>
                  </a:lnTo>
                  <a:lnTo>
                    <a:pt x="1120157" y="1384434"/>
                  </a:lnTo>
                  <a:lnTo>
                    <a:pt x="1119961" y="1384456"/>
                  </a:lnTo>
                  <a:lnTo>
                    <a:pt x="1119839" y="1384498"/>
                  </a:lnTo>
                  <a:lnTo>
                    <a:pt x="1119744" y="1384523"/>
                  </a:lnTo>
                  <a:lnTo>
                    <a:pt x="1119469" y="1384593"/>
                  </a:lnTo>
                  <a:lnTo>
                    <a:pt x="1119361" y="1384662"/>
                  </a:lnTo>
                  <a:lnTo>
                    <a:pt x="1119303" y="1384722"/>
                  </a:lnTo>
                  <a:lnTo>
                    <a:pt x="1119256" y="1384785"/>
                  </a:lnTo>
                  <a:lnTo>
                    <a:pt x="1119230" y="1384852"/>
                  </a:lnTo>
                  <a:lnTo>
                    <a:pt x="1119220" y="1384937"/>
                  </a:lnTo>
                  <a:lnTo>
                    <a:pt x="1119204" y="1385051"/>
                  </a:lnTo>
                  <a:lnTo>
                    <a:pt x="1119192" y="1385187"/>
                  </a:lnTo>
                  <a:lnTo>
                    <a:pt x="1119165" y="1385211"/>
                  </a:lnTo>
                  <a:lnTo>
                    <a:pt x="1118999" y="1385335"/>
                  </a:lnTo>
                  <a:lnTo>
                    <a:pt x="1118859" y="1385424"/>
                  </a:lnTo>
                  <a:lnTo>
                    <a:pt x="1118780" y="1385470"/>
                  </a:lnTo>
                  <a:lnTo>
                    <a:pt x="1118538" y="1385531"/>
                  </a:lnTo>
                  <a:lnTo>
                    <a:pt x="1118428" y="1385553"/>
                  </a:lnTo>
                  <a:lnTo>
                    <a:pt x="1118142" y="1385604"/>
                  </a:lnTo>
                  <a:lnTo>
                    <a:pt x="1117965" y="1385680"/>
                  </a:lnTo>
                  <a:lnTo>
                    <a:pt x="1117866" y="1385730"/>
                  </a:lnTo>
                  <a:lnTo>
                    <a:pt x="1117675" y="1385776"/>
                  </a:lnTo>
                  <a:lnTo>
                    <a:pt x="1117481" y="1385870"/>
                  </a:lnTo>
                  <a:lnTo>
                    <a:pt x="1117439" y="1385918"/>
                  </a:lnTo>
                  <a:lnTo>
                    <a:pt x="1117412" y="1385985"/>
                  </a:lnTo>
                  <a:lnTo>
                    <a:pt x="1117405" y="1386111"/>
                  </a:lnTo>
                  <a:lnTo>
                    <a:pt x="1117420" y="1386294"/>
                  </a:lnTo>
                  <a:lnTo>
                    <a:pt x="1117468" y="1386599"/>
                  </a:lnTo>
                  <a:lnTo>
                    <a:pt x="1117475" y="1386757"/>
                  </a:lnTo>
                  <a:lnTo>
                    <a:pt x="1117478" y="1387042"/>
                  </a:lnTo>
                  <a:lnTo>
                    <a:pt x="1117479" y="1387226"/>
                  </a:lnTo>
                  <a:lnTo>
                    <a:pt x="1117488" y="1387322"/>
                  </a:lnTo>
                  <a:lnTo>
                    <a:pt x="1117514" y="1387587"/>
                  </a:lnTo>
                  <a:lnTo>
                    <a:pt x="1117500" y="1387705"/>
                  </a:lnTo>
                  <a:lnTo>
                    <a:pt x="1117442" y="1387821"/>
                  </a:lnTo>
                  <a:lnTo>
                    <a:pt x="1117338" y="1387952"/>
                  </a:lnTo>
                  <a:lnTo>
                    <a:pt x="1117248" y="1388062"/>
                  </a:lnTo>
                  <a:lnTo>
                    <a:pt x="1117138" y="1388129"/>
                  </a:lnTo>
                  <a:lnTo>
                    <a:pt x="1117207" y="1387952"/>
                  </a:lnTo>
                  <a:lnTo>
                    <a:pt x="1117227" y="1387847"/>
                  </a:lnTo>
                  <a:lnTo>
                    <a:pt x="1117220" y="1387739"/>
                  </a:lnTo>
                  <a:lnTo>
                    <a:pt x="1117175" y="1387591"/>
                  </a:lnTo>
                  <a:lnTo>
                    <a:pt x="1117141" y="1387490"/>
                  </a:lnTo>
                  <a:lnTo>
                    <a:pt x="1116925" y="1387032"/>
                  </a:lnTo>
                  <a:lnTo>
                    <a:pt x="1116881" y="1386916"/>
                  </a:lnTo>
                  <a:lnTo>
                    <a:pt x="1116813" y="1386716"/>
                  </a:lnTo>
                  <a:lnTo>
                    <a:pt x="1116776" y="1386634"/>
                  </a:lnTo>
                  <a:lnTo>
                    <a:pt x="1116709" y="1386514"/>
                  </a:lnTo>
                  <a:lnTo>
                    <a:pt x="1116673" y="1386399"/>
                  </a:lnTo>
                  <a:lnTo>
                    <a:pt x="1116611" y="1386236"/>
                  </a:lnTo>
                  <a:lnTo>
                    <a:pt x="1116574" y="1386117"/>
                  </a:lnTo>
                  <a:lnTo>
                    <a:pt x="1116556" y="1386041"/>
                  </a:lnTo>
                  <a:lnTo>
                    <a:pt x="1116537" y="1385956"/>
                  </a:lnTo>
                  <a:lnTo>
                    <a:pt x="1116509" y="1385861"/>
                  </a:lnTo>
                  <a:lnTo>
                    <a:pt x="1116487" y="1385796"/>
                  </a:lnTo>
                  <a:lnTo>
                    <a:pt x="1116439" y="1385691"/>
                  </a:lnTo>
                  <a:lnTo>
                    <a:pt x="1116380" y="1385571"/>
                  </a:lnTo>
                  <a:lnTo>
                    <a:pt x="1116221" y="1385331"/>
                  </a:lnTo>
                  <a:lnTo>
                    <a:pt x="1116195" y="1385285"/>
                  </a:lnTo>
                  <a:lnTo>
                    <a:pt x="1116148" y="1385211"/>
                  </a:lnTo>
                  <a:lnTo>
                    <a:pt x="1116086" y="1385134"/>
                  </a:lnTo>
                  <a:lnTo>
                    <a:pt x="1115982" y="1385014"/>
                  </a:lnTo>
                  <a:lnTo>
                    <a:pt x="1115920" y="1384959"/>
                  </a:lnTo>
                  <a:lnTo>
                    <a:pt x="1115831" y="1384900"/>
                  </a:lnTo>
                  <a:lnTo>
                    <a:pt x="1115732" y="1384837"/>
                  </a:lnTo>
                  <a:lnTo>
                    <a:pt x="1115641" y="1384755"/>
                  </a:lnTo>
                  <a:lnTo>
                    <a:pt x="1115575" y="1384702"/>
                  </a:lnTo>
                  <a:lnTo>
                    <a:pt x="1115553" y="1384684"/>
                  </a:lnTo>
                  <a:lnTo>
                    <a:pt x="1115445" y="1384619"/>
                  </a:lnTo>
                  <a:lnTo>
                    <a:pt x="1115351" y="1384517"/>
                  </a:lnTo>
                  <a:lnTo>
                    <a:pt x="1115255" y="1384397"/>
                  </a:lnTo>
                  <a:lnTo>
                    <a:pt x="1115200" y="1384294"/>
                  </a:lnTo>
                  <a:lnTo>
                    <a:pt x="1115141" y="1384173"/>
                  </a:lnTo>
                  <a:lnTo>
                    <a:pt x="1115118" y="1384097"/>
                  </a:lnTo>
                  <a:lnTo>
                    <a:pt x="1115111" y="1384030"/>
                  </a:lnTo>
                  <a:lnTo>
                    <a:pt x="1115120" y="1383937"/>
                  </a:lnTo>
                  <a:lnTo>
                    <a:pt x="1115144" y="1383862"/>
                  </a:lnTo>
                  <a:lnTo>
                    <a:pt x="1115162" y="1383775"/>
                  </a:lnTo>
                  <a:lnTo>
                    <a:pt x="1115155" y="1383742"/>
                  </a:lnTo>
                  <a:lnTo>
                    <a:pt x="1115140" y="1383732"/>
                  </a:lnTo>
                  <a:lnTo>
                    <a:pt x="1115084" y="1383723"/>
                  </a:lnTo>
                  <a:lnTo>
                    <a:pt x="1114906" y="1383707"/>
                  </a:lnTo>
                  <a:lnTo>
                    <a:pt x="1114733" y="1383705"/>
                  </a:lnTo>
                  <a:lnTo>
                    <a:pt x="1114626" y="1383727"/>
                  </a:lnTo>
                  <a:lnTo>
                    <a:pt x="1114539" y="1383779"/>
                  </a:lnTo>
                  <a:lnTo>
                    <a:pt x="1114467" y="1383846"/>
                  </a:lnTo>
                  <a:lnTo>
                    <a:pt x="1114415" y="1383935"/>
                  </a:lnTo>
                  <a:lnTo>
                    <a:pt x="1114372" y="1384028"/>
                  </a:lnTo>
                  <a:lnTo>
                    <a:pt x="1114313" y="1384098"/>
                  </a:lnTo>
                  <a:lnTo>
                    <a:pt x="1114238" y="1384180"/>
                  </a:lnTo>
                  <a:lnTo>
                    <a:pt x="1114181" y="1384219"/>
                  </a:lnTo>
                  <a:lnTo>
                    <a:pt x="1114113" y="1384246"/>
                  </a:lnTo>
                  <a:lnTo>
                    <a:pt x="1114055" y="1384251"/>
                  </a:lnTo>
                  <a:lnTo>
                    <a:pt x="1114021" y="1384249"/>
                  </a:lnTo>
                  <a:lnTo>
                    <a:pt x="1113951" y="1384234"/>
                  </a:lnTo>
                  <a:lnTo>
                    <a:pt x="1113889" y="1384189"/>
                  </a:lnTo>
                  <a:lnTo>
                    <a:pt x="1113803" y="1384106"/>
                  </a:lnTo>
                  <a:lnTo>
                    <a:pt x="1113738" y="1384061"/>
                  </a:lnTo>
                  <a:lnTo>
                    <a:pt x="1113696" y="1384037"/>
                  </a:lnTo>
                  <a:lnTo>
                    <a:pt x="1113639" y="1384014"/>
                  </a:lnTo>
                  <a:lnTo>
                    <a:pt x="1113584" y="1384012"/>
                  </a:lnTo>
                  <a:lnTo>
                    <a:pt x="1113540" y="1384016"/>
                  </a:lnTo>
                  <a:lnTo>
                    <a:pt x="1113475" y="1384050"/>
                  </a:lnTo>
                  <a:lnTo>
                    <a:pt x="1113383" y="1384126"/>
                  </a:lnTo>
                  <a:lnTo>
                    <a:pt x="1113310" y="1384181"/>
                  </a:lnTo>
                  <a:lnTo>
                    <a:pt x="1113143" y="1384274"/>
                  </a:lnTo>
                  <a:lnTo>
                    <a:pt x="1113090" y="1384315"/>
                  </a:lnTo>
                  <a:lnTo>
                    <a:pt x="1112974" y="1384378"/>
                  </a:lnTo>
                  <a:lnTo>
                    <a:pt x="1112869" y="1384399"/>
                  </a:lnTo>
                  <a:lnTo>
                    <a:pt x="1112849" y="1384400"/>
                  </a:lnTo>
                  <a:lnTo>
                    <a:pt x="1112803" y="1384400"/>
                  </a:lnTo>
                  <a:lnTo>
                    <a:pt x="1112798" y="1384399"/>
                  </a:lnTo>
                  <a:lnTo>
                    <a:pt x="1112704" y="1384374"/>
                  </a:lnTo>
                  <a:lnTo>
                    <a:pt x="1112643" y="1384335"/>
                  </a:lnTo>
                  <a:lnTo>
                    <a:pt x="1112594" y="1384273"/>
                  </a:lnTo>
                  <a:lnTo>
                    <a:pt x="1112526" y="1384125"/>
                  </a:lnTo>
                  <a:lnTo>
                    <a:pt x="1112480" y="1383960"/>
                  </a:lnTo>
                  <a:lnTo>
                    <a:pt x="1112435" y="1383808"/>
                  </a:lnTo>
                  <a:lnTo>
                    <a:pt x="1112342" y="1383644"/>
                  </a:lnTo>
                  <a:lnTo>
                    <a:pt x="1112222" y="1383480"/>
                  </a:lnTo>
                  <a:lnTo>
                    <a:pt x="1112117" y="1383375"/>
                  </a:lnTo>
                  <a:lnTo>
                    <a:pt x="1111972" y="1383205"/>
                  </a:lnTo>
                  <a:lnTo>
                    <a:pt x="1111903" y="1383083"/>
                  </a:lnTo>
                  <a:lnTo>
                    <a:pt x="1111901" y="1383078"/>
                  </a:lnTo>
                  <a:lnTo>
                    <a:pt x="1111896" y="1383069"/>
                  </a:lnTo>
                  <a:lnTo>
                    <a:pt x="1111863" y="1383004"/>
                  </a:lnTo>
                  <a:lnTo>
                    <a:pt x="1111861" y="1382947"/>
                  </a:lnTo>
                  <a:lnTo>
                    <a:pt x="1111848" y="1382791"/>
                  </a:lnTo>
                  <a:lnTo>
                    <a:pt x="1111832" y="1382710"/>
                  </a:lnTo>
                  <a:lnTo>
                    <a:pt x="1111734" y="1382537"/>
                  </a:lnTo>
                  <a:lnTo>
                    <a:pt x="1111617" y="1382320"/>
                  </a:lnTo>
                  <a:lnTo>
                    <a:pt x="1111514" y="1382134"/>
                  </a:lnTo>
                  <a:lnTo>
                    <a:pt x="1111346" y="1381847"/>
                  </a:lnTo>
                  <a:lnTo>
                    <a:pt x="1111242" y="1381714"/>
                  </a:lnTo>
                  <a:lnTo>
                    <a:pt x="1111174" y="1381629"/>
                  </a:lnTo>
                  <a:lnTo>
                    <a:pt x="1111093" y="1381554"/>
                  </a:lnTo>
                  <a:lnTo>
                    <a:pt x="1110984" y="1381486"/>
                  </a:lnTo>
                  <a:lnTo>
                    <a:pt x="1110862" y="1381433"/>
                  </a:lnTo>
                  <a:lnTo>
                    <a:pt x="1110712" y="1381396"/>
                  </a:lnTo>
                  <a:lnTo>
                    <a:pt x="1110621" y="1381375"/>
                  </a:lnTo>
                  <a:lnTo>
                    <a:pt x="1110430" y="1381317"/>
                  </a:lnTo>
                  <a:lnTo>
                    <a:pt x="1110249" y="1381235"/>
                  </a:lnTo>
                  <a:lnTo>
                    <a:pt x="1110094" y="1381155"/>
                  </a:lnTo>
                  <a:lnTo>
                    <a:pt x="1109997" y="1381109"/>
                  </a:lnTo>
                  <a:lnTo>
                    <a:pt x="1109932" y="1381077"/>
                  </a:lnTo>
                  <a:lnTo>
                    <a:pt x="1109841" y="1381023"/>
                  </a:lnTo>
                  <a:lnTo>
                    <a:pt x="1109796" y="1380989"/>
                  </a:lnTo>
                  <a:lnTo>
                    <a:pt x="1109756" y="1380950"/>
                  </a:lnTo>
                  <a:lnTo>
                    <a:pt x="1109704" y="1380876"/>
                  </a:lnTo>
                  <a:lnTo>
                    <a:pt x="1109636" y="1380787"/>
                  </a:lnTo>
                  <a:lnTo>
                    <a:pt x="1109560" y="1380726"/>
                  </a:lnTo>
                  <a:lnTo>
                    <a:pt x="1109504" y="1380688"/>
                  </a:lnTo>
                  <a:lnTo>
                    <a:pt x="1109437" y="1380657"/>
                  </a:lnTo>
                  <a:lnTo>
                    <a:pt x="1109378" y="1380641"/>
                  </a:lnTo>
                  <a:lnTo>
                    <a:pt x="1109261" y="1380624"/>
                  </a:lnTo>
                  <a:lnTo>
                    <a:pt x="1109164" y="1380592"/>
                  </a:lnTo>
                  <a:lnTo>
                    <a:pt x="1109011" y="1380534"/>
                  </a:lnTo>
                  <a:lnTo>
                    <a:pt x="1108922" y="1380495"/>
                  </a:lnTo>
                  <a:lnTo>
                    <a:pt x="1108891" y="1380487"/>
                  </a:lnTo>
                  <a:lnTo>
                    <a:pt x="1108845" y="1380487"/>
                  </a:lnTo>
                  <a:lnTo>
                    <a:pt x="1108795" y="1380494"/>
                  </a:lnTo>
                  <a:lnTo>
                    <a:pt x="1108767" y="1380493"/>
                  </a:lnTo>
                  <a:lnTo>
                    <a:pt x="1108724" y="1380489"/>
                  </a:lnTo>
                  <a:lnTo>
                    <a:pt x="1108681" y="1380477"/>
                  </a:lnTo>
                  <a:lnTo>
                    <a:pt x="1108584" y="1380429"/>
                  </a:lnTo>
                  <a:lnTo>
                    <a:pt x="1108521" y="1380406"/>
                  </a:lnTo>
                  <a:lnTo>
                    <a:pt x="1108490" y="1380400"/>
                  </a:lnTo>
                  <a:lnTo>
                    <a:pt x="1108380" y="1380412"/>
                  </a:lnTo>
                  <a:lnTo>
                    <a:pt x="1108331" y="1380426"/>
                  </a:lnTo>
                  <a:lnTo>
                    <a:pt x="1108238" y="1380468"/>
                  </a:lnTo>
                  <a:lnTo>
                    <a:pt x="1108182" y="1380483"/>
                  </a:lnTo>
                  <a:lnTo>
                    <a:pt x="1108094" y="1380494"/>
                  </a:lnTo>
                  <a:lnTo>
                    <a:pt x="1108009" y="1380496"/>
                  </a:lnTo>
                  <a:lnTo>
                    <a:pt x="1107907" y="1380495"/>
                  </a:lnTo>
                  <a:lnTo>
                    <a:pt x="1107847" y="1380503"/>
                  </a:lnTo>
                  <a:lnTo>
                    <a:pt x="1107709" y="1380528"/>
                  </a:lnTo>
                  <a:lnTo>
                    <a:pt x="1107641" y="1380560"/>
                  </a:lnTo>
                  <a:lnTo>
                    <a:pt x="1107570" y="1380607"/>
                  </a:lnTo>
                  <a:lnTo>
                    <a:pt x="1107508" y="1380669"/>
                  </a:lnTo>
                  <a:lnTo>
                    <a:pt x="1107409" y="1380789"/>
                  </a:lnTo>
                  <a:lnTo>
                    <a:pt x="1107355" y="1380837"/>
                  </a:lnTo>
                  <a:lnTo>
                    <a:pt x="1107309" y="1380868"/>
                  </a:lnTo>
                  <a:lnTo>
                    <a:pt x="1107251" y="1380888"/>
                  </a:lnTo>
                  <a:lnTo>
                    <a:pt x="1107195" y="1380897"/>
                  </a:lnTo>
                  <a:lnTo>
                    <a:pt x="1107144" y="1380893"/>
                  </a:lnTo>
                  <a:lnTo>
                    <a:pt x="1107101" y="1380874"/>
                  </a:lnTo>
                  <a:lnTo>
                    <a:pt x="1106935" y="1380802"/>
                  </a:lnTo>
                  <a:lnTo>
                    <a:pt x="1106864" y="1380760"/>
                  </a:lnTo>
                  <a:lnTo>
                    <a:pt x="1106796" y="1380735"/>
                  </a:lnTo>
                  <a:lnTo>
                    <a:pt x="1106693" y="1380736"/>
                  </a:lnTo>
                  <a:lnTo>
                    <a:pt x="1106545" y="1380751"/>
                  </a:lnTo>
                  <a:lnTo>
                    <a:pt x="1106480" y="1380769"/>
                  </a:lnTo>
                  <a:lnTo>
                    <a:pt x="1106344" y="1380798"/>
                  </a:lnTo>
                  <a:lnTo>
                    <a:pt x="1106261" y="1380807"/>
                  </a:lnTo>
                  <a:lnTo>
                    <a:pt x="1106136" y="1380784"/>
                  </a:lnTo>
                  <a:lnTo>
                    <a:pt x="1105983" y="1380744"/>
                  </a:lnTo>
                  <a:lnTo>
                    <a:pt x="1105877" y="1380703"/>
                  </a:lnTo>
                  <a:lnTo>
                    <a:pt x="1105735" y="1380624"/>
                  </a:lnTo>
                  <a:lnTo>
                    <a:pt x="1105610" y="1380532"/>
                  </a:lnTo>
                  <a:lnTo>
                    <a:pt x="1105504" y="1380417"/>
                  </a:lnTo>
                  <a:lnTo>
                    <a:pt x="1105376" y="1380301"/>
                  </a:lnTo>
                  <a:lnTo>
                    <a:pt x="1105237" y="1380188"/>
                  </a:lnTo>
                  <a:lnTo>
                    <a:pt x="1105144" y="1380124"/>
                  </a:lnTo>
                  <a:lnTo>
                    <a:pt x="1105065" y="1380077"/>
                  </a:lnTo>
                  <a:lnTo>
                    <a:pt x="1104908" y="1380022"/>
                  </a:lnTo>
                  <a:lnTo>
                    <a:pt x="1104779" y="1379956"/>
                  </a:lnTo>
                  <a:lnTo>
                    <a:pt x="1104696" y="1379912"/>
                  </a:lnTo>
                  <a:lnTo>
                    <a:pt x="1104606" y="1379901"/>
                  </a:lnTo>
                  <a:lnTo>
                    <a:pt x="1104515" y="1379900"/>
                  </a:lnTo>
                  <a:lnTo>
                    <a:pt x="1104401" y="1379907"/>
                  </a:lnTo>
                  <a:lnTo>
                    <a:pt x="1104353" y="1379908"/>
                  </a:lnTo>
                  <a:lnTo>
                    <a:pt x="1104291" y="1379887"/>
                  </a:lnTo>
                  <a:lnTo>
                    <a:pt x="1104248" y="1379842"/>
                  </a:lnTo>
                  <a:lnTo>
                    <a:pt x="1104164" y="1379671"/>
                  </a:lnTo>
                  <a:lnTo>
                    <a:pt x="1104128" y="1379596"/>
                  </a:lnTo>
                  <a:lnTo>
                    <a:pt x="1104032" y="1379408"/>
                  </a:lnTo>
                  <a:lnTo>
                    <a:pt x="1103941" y="1379272"/>
                  </a:lnTo>
                  <a:lnTo>
                    <a:pt x="1103856" y="1379164"/>
                  </a:lnTo>
                  <a:lnTo>
                    <a:pt x="1103686" y="1379038"/>
                  </a:lnTo>
                  <a:lnTo>
                    <a:pt x="1103567" y="1378992"/>
                  </a:lnTo>
                  <a:lnTo>
                    <a:pt x="1103501" y="1378954"/>
                  </a:lnTo>
                  <a:lnTo>
                    <a:pt x="1103450" y="1378906"/>
                  </a:lnTo>
                  <a:lnTo>
                    <a:pt x="1103428" y="1378860"/>
                  </a:lnTo>
                  <a:lnTo>
                    <a:pt x="1103416" y="1378793"/>
                  </a:lnTo>
                  <a:lnTo>
                    <a:pt x="1103390" y="1378641"/>
                  </a:lnTo>
                  <a:lnTo>
                    <a:pt x="1103381" y="1378539"/>
                  </a:lnTo>
                  <a:lnTo>
                    <a:pt x="1103342" y="1378390"/>
                  </a:lnTo>
                  <a:lnTo>
                    <a:pt x="1103306" y="1378203"/>
                  </a:lnTo>
                  <a:lnTo>
                    <a:pt x="1103271" y="1378122"/>
                  </a:lnTo>
                  <a:lnTo>
                    <a:pt x="1103202" y="1378020"/>
                  </a:lnTo>
                  <a:lnTo>
                    <a:pt x="1103121" y="1377967"/>
                  </a:lnTo>
                  <a:lnTo>
                    <a:pt x="1102952" y="1377893"/>
                  </a:lnTo>
                  <a:lnTo>
                    <a:pt x="1102756" y="1377848"/>
                  </a:lnTo>
                  <a:lnTo>
                    <a:pt x="1102551" y="1377807"/>
                  </a:lnTo>
                  <a:lnTo>
                    <a:pt x="1102224" y="1377757"/>
                  </a:lnTo>
                  <a:lnTo>
                    <a:pt x="1102037" y="1377759"/>
                  </a:lnTo>
                  <a:lnTo>
                    <a:pt x="1101892" y="1377765"/>
                  </a:lnTo>
                  <a:lnTo>
                    <a:pt x="1101799" y="1377758"/>
                  </a:lnTo>
                  <a:lnTo>
                    <a:pt x="1101718" y="1377723"/>
                  </a:lnTo>
                  <a:lnTo>
                    <a:pt x="1101575" y="1377634"/>
                  </a:lnTo>
                  <a:lnTo>
                    <a:pt x="1101433" y="1377540"/>
                  </a:lnTo>
                  <a:lnTo>
                    <a:pt x="1101311" y="1377411"/>
                  </a:lnTo>
                  <a:lnTo>
                    <a:pt x="1101191" y="1377265"/>
                  </a:lnTo>
                  <a:lnTo>
                    <a:pt x="1101088" y="1377127"/>
                  </a:lnTo>
                  <a:lnTo>
                    <a:pt x="1101010" y="1377058"/>
                  </a:lnTo>
                  <a:lnTo>
                    <a:pt x="1100961" y="1377014"/>
                  </a:lnTo>
                  <a:lnTo>
                    <a:pt x="1100857" y="1376978"/>
                  </a:lnTo>
                  <a:lnTo>
                    <a:pt x="1100676" y="1376917"/>
                  </a:lnTo>
                  <a:lnTo>
                    <a:pt x="1100431" y="1376889"/>
                  </a:lnTo>
                  <a:lnTo>
                    <a:pt x="1100255" y="1376854"/>
                  </a:lnTo>
                  <a:lnTo>
                    <a:pt x="1100055" y="1376808"/>
                  </a:lnTo>
                  <a:lnTo>
                    <a:pt x="1099943" y="1376760"/>
                  </a:lnTo>
                  <a:lnTo>
                    <a:pt x="1099767" y="1376682"/>
                  </a:lnTo>
                  <a:lnTo>
                    <a:pt x="1099655" y="1376601"/>
                  </a:lnTo>
                  <a:lnTo>
                    <a:pt x="1099569" y="1376498"/>
                  </a:lnTo>
                  <a:lnTo>
                    <a:pt x="1099510" y="1376428"/>
                  </a:lnTo>
                  <a:lnTo>
                    <a:pt x="1099427" y="1376355"/>
                  </a:lnTo>
                  <a:lnTo>
                    <a:pt x="1099376" y="1376323"/>
                  </a:lnTo>
                  <a:lnTo>
                    <a:pt x="1099258" y="1376271"/>
                  </a:lnTo>
                  <a:lnTo>
                    <a:pt x="1099135" y="1376213"/>
                  </a:lnTo>
                  <a:lnTo>
                    <a:pt x="1099063" y="1376199"/>
                  </a:lnTo>
                  <a:lnTo>
                    <a:pt x="1098989" y="1376205"/>
                  </a:lnTo>
                  <a:lnTo>
                    <a:pt x="1098806" y="1376370"/>
                  </a:lnTo>
                  <a:lnTo>
                    <a:pt x="1098709" y="1376445"/>
                  </a:lnTo>
                  <a:lnTo>
                    <a:pt x="1098675" y="1376473"/>
                  </a:lnTo>
                  <a:lnTo>
                    <a:pt x="1098614" y="1376510"/>
                  </a:lnTo>
                  <a:lnTo>
                    <a:pt x="1098507" y="1376557"/>
                  </a:lnTo>
                  <a:lnTo>
                    <a:pt x="1098383" y="1376621"/>
                  </a:lnTo>
                  <a:lnTo>
                    <a:pt x="1098265" y="1376658"/>
                  </a:lnTo>
                  <a:lnTo>
                    <a:pt x="1098155" y="1376673"/>
                  </a:lnTo>
                  <a:lnTo>
                    <a:pt x="1098015" y="1376658"/>
                  </a:lnTo>
                  <a:lnTo>
                    <a:pt x="1097859" y="1376634"/>
                  </a:lnTo>
                  <a:lnTo>
                    <a:pt x="1097751" y="1376607"/>
                  </a:lnTo>
                  <a:lnTo>
                    <a:pt x="1097642" y="1376535"/>
                  </a:lnTo>
                  <a:lnTo>
                    <a:pt x="1097535" y="1376404"/>
                  </a:lnTo>
                  <a:lnTo>
                    <a:pt x="1097461" y="1376307"/>
                  </a:lnTo>
                  <a:lnTo>
                    <a:pt x="1097411" y="1376259"/>
                  </a:lnTo>
                  <a:lnTo>
                    <a:pt x="1097338" y="1376184"/>
                  </a:lnTo>
                  <a:lnTo>
                    <a:pt x="1097271" y="1376140"/>
                  </a:lnTo>
                  <a:lnTo>
                    <a:pt x="1097130" y="1376050"/>
                  </a:lnTo>
                  <a:lnTo>
                    <a:pt x="1097007" y="1375992"/>
                  </a:lnTo>
                  <a:lnTo>
                    <a:pt x="1096899" y="1375926"/>
                  </a:lnTo>
                  <a:lnTo>
                    <a:pt x="1096816" y="1375851"/>
                  </a:lnTo>
                  <a:lnTo>
                    <a:pt x="1096758" y="1375795"/>
                  </a:lnTo>
                  <a:lnTo>
                    <a:pt x="1096701" y="1375713"/>
                  </a:lnTo>
                  <a:lnTo>
                    <a:pt x="1096580" y="1375571"/>
                  </a:lnTo>
                  <a:lnTo>
                    <a:pt x="1096460" y="1375423"/>
                  </a:lnTo>
                  <a:lnTo>
                    <a:pt x="1096398" y="1375310"/>
                  </a:lnTo>
                  <a:lnTo>
                    <a:pt x="1096338" y="1375205"/>
                  </a:lnTo>
                  <a:lnTo>
                    <a:pt x="1096302" y="1375109"/>
                  </a:lnTo>
                  <a:lnTo>
                    <a:pt x="1096237" y="1374952"/>
                  </a:lnTo>
                  <a:lnTo>
                    <a:pt x="1096189" y="1374817"/>
                  </a:lnTo>
                  <a:lnTo>
                    <a:pt x="1096129" y="1374728"/>
                  </a:lnTo>
                  <a:lnTo>
                    <a:pt x="1096098" y="1374700"/>
                  </a:lnTo>
                  <a:lnTo>
                    <a:pt x="1095990" y="1374643"/>
                  </a:lnTo>
                  <a:lnTo>
                    <a:pt x="1095845" y="1374591"/>
                  </a:lnTo>
                  <a:lnTo>
                    <a:pt x="1095766" y="1374543"/>
                  </a:lnTo>
                  <a:lnTo>
                    <a:pt x="1095693" y="1374478"/>
                  </a:lnTo>
                  <a:lnTo>
                    <a:pt x="1095666" y="1374443"/>
                  </a:lnTo>
                  <a:lnTo>
                    <a:pt x="1095576" y="1374247"/>
                  </a:lnTo>
                  <a:lnTo>
                    <a:pt x="1095531" y="1374155"/>
                  </a:lnTo>
                  <a:lnTo>
                    <a:pt x="1095508" y="1374118"/>
                  </a:lnTo>
                  <a:lnTo>
                    <a:pt x="1095600" y="1374090"/>
                  </a:lnTo>
                  <a:lnTo>
                    <a:pt x="1095559" y="1373835"/>
                  </a:lnTo>
                  <a:lnTo>
                    <a:pt x="1095460" y="1373415"/>
                  </a:lnTo>
                  <a:lnTo>
                    <a:pt x="1095325" y="1373026"/>
                  </a:lnTo>
                  <a:lnTo>
                    <a:pt x="1095055" y="1372555"/>
                  </a:lnTo>
                  <a:lnTo>
                    <a:pt x="1094694" y="1372207"/>
                  </a:lnTo>
                  <a:lnTo>
                    <a:pt x="1094180" y="1371747"/>
                  </a:lnTo>
                  <a:lnTo>
                    <a:pt x="1093919" y="1371634"/>
                  </a:lnTo>
                  <a:lnTo>
                    <a:pt x="1093558" y="1371614"/>
                  </a:lnTo>
                  <a:lnTo>
                    <a:pt x="1093306" y="1371512"/>
                  </a:lnTo>
                  <a:lnTo>
                    <a:pt x="1093107" y="1371317"/>
                  </a:lnTo>
                  <a:lnTo>
                    <a:pt x="1092999" y="1370898"/>
                  </a:lnTo>
                  <a:lnTo>
                    <a:pt x="1092774" y="1370693"/>
                  </a:lnTo>
                  <a:lnTo>
                    <a:pt x="1092522" y="1370570"/>
                  </a:lnTo>
                  <a:lnTo>
                    <a:pt x="1092134" y="1370539"/>
                  </a:lnTo>
                  <a:lnTo>
                    <a:pt x="1091599" y="1370576"/>
                  </a:lnTo>
                  <a:lnTo>
                    <a:pt x="1091524" y="1370523"/>
                  </a:lnTo>
                  <a:lnTo>
                    <a:pt x="1091506" y="1370522"/>
                  </a:lnTo>
                  <a:lnTo>
                    <a:pt x="1091371" y="1370311"/>
                  </a:lnTo>
                  <a:lnTo>
                    <a:pt x="1091207" y="1370076"/>
                  </a:lnTo>
                  <a:lnTo>
                    <a:pt x="1091014" y="1369994"/>
                  </a:lnTo>
                  <a:lnTo>
                    <a:pt x="1090945" y="1369979"/>
                  </a:lnTo>
                  <a:lnTo>
                    <a:pt x="1090664" y="1369913"/>
                  </a:lnTo>
                  <a:lnTo>
                    <a:pt x="1090589" y="1369907"/>
                  </a:lnTo>
                  <a:lnTo>
                    <a:pt x="1090401" y="1369917"/>
                  </a:lnTo>
                  <a:lnTo>
                    <a:pt x="1090380" y="1369926"/>
                  </a:lnTo>
                  <a:lnTo>
                    <a:pt x="1090250" y="1369865"/>
                  </a:lnTo>
                  <a:lnTo>
                    <a:pt x="1090014" y="1369808"/>
                  </a:lnTo>
                  <a:lnTo>
                    <a:pt x="1089951" y="1369828"/>
                  </a:lnTo>
                  <a:lnTo>
                    <a:pt x="1089836" y="1369865"/>
                  </a:lnTo>
                  <a:lnTo>
                    <a:pt x="1089543" y="1370124"/>
                  </a:lnTo>
                  <a:lnTo>
                    <a:pt x="1089293" y="1370481"/>
                  </a:lnTo>
                  <a:lnTo>
                    <a:pt x="1089243" y="1370376"/>
                  </a:lnTo>
                  <a:lnTo>
                    <a:pt x="1089175" y="1370263"/>
                  </a:lnTo>
                  <a:lnTo>
                    <a:pt x="1089044" y="1370084"/>
                  </a:lnTo>
                  <a:lnTo>
                    <a:pt x="1088904" y="1369904"/>
                  </a:lnTo>
                  <a:lnTo>
                    <a:pt x="1088487" y="1368879"/>
                  </a:lnTo>
                  <a:lnTo>
                    <a:pt x="1088477" y="1368713"/>
                  </a:lnTo>
                  <a:lnTo>
                    <a:pt x="1088423" y="1368162"/>
                  </a:lnTo>
                  <a:lnTo>
                    <a:pt x="1088351" y="1367824"/>
                  </a:lnTo>
                  <a:lnTo>
                    <a:pt x="1088108" y="1367466"/>
                  </a:lnTo>
                  <a:lnTo>
                    <a:pt x="1087666" y="1366647"/>
                  </a:lnTo>
                  <a:lnTo>
                    <a:pt x="1087035" y="1365910"/>
                  </a:lnTo>
                  <a:lnTo>
                    <a:pt x="1086799" y="1365744"/>
                  </a:lnTo>
                  <a:lnTo>
                    <a:pt x="1086586" y="1365641"/>
                  </a:lnTo>
                  <a:lnTo>
                    <a:pt x="1085937" y="1365395"/>
                  </a:lnTo>
                  <a:lnTo>
                    <a:pt x="1085791" y="1365368"/>
                  </a:lnTo>
                  <a:lnTo>
                    <a:pt x="1085322" y="1365409"/>
                  </a:lnTo>
                  <a:lnTo>
                    <a:pt x="1084899" y="1365572"/>
                  </a:lnTo>
                  <a:lnTo>
                    <a:pt x="1084484" y="1365767"/>
                  </a:lnTo>
                  <a:lnTo>
                    <a:pt x="1084241" y="1365879"/>
                  </a:lnTo>
                  <a:lnTo>
                    <a:pt x="1084226" y="1365919"/>
                  </a:lnTo>
                  <a:lnTo>
                    <a:pt x="1084172" y="1365975"/>
                  </a:lnTo>
                  <a:lnTo>
                    <a:pt x="1084148" y="1366084"/>
                  </a:lnTo>
                  <a:lnTo>
                    <a:pt x="1084158" y="1366215"/>
                  </a:lnTo>
                  <a:lnTo>
                    <a:pt x="1084379" y="1366662"/>
                  </a:lnTo>
                  <a:lnTo>
                    <a:pt x="1084412" y="1366802"/>
                  </a:lnTo>
                  <a:lnTo>
                    <a:pt x="1084385" y="1366964"/>
                  </a:lnTo>
                  <a:lnTo>
                    <a:pt x="1084295" y="1367271"/>
                  </a:lnTo>
                  <a:lnTo>
                    <a:pt x="1084177" y="1367414"/>
                  </a:lnTo>
                  <a:lnTo>
                    <a:pt x="1083528" y="1367466"/>
                  </a:lnTo>
                  <a:lnTo>
                    <a:pt x="1082816" y="1367466"/>
                  </a:lnTo>
                  <a:lnTo>
                    <a:pt x="1082429" y="1367384"/>
                  </a:lnTo>
                  <a:lnTo>
                    <a:pt x="1082274" y="1367306"/>
                  </a:lnTo>
                  <a:lnTo>
                    <a:pt x="1082044" y="1367153"/>
                  </a:lnTo>
                  <a:lnTo>
                    <a:pt x="1081887" y="1367082"/>
                  </a:lnTo>
                  <a:lnTo>
                    <a:pt x="1081540" y="1367036"/>
                  </a:lnTo>
                  <a:lnTo>
                    <a:pt x="1081239" y="1367051"/>
                  </a:lnTo>
                  <a:lnTo>
                    <a:pt x="1080992" y="1367007"/>
                  </a:lnTo>
                  <a:lnTo>
                    <a:pt x="1080571" y="1366838"/>
                  </a:lnTo>
                  <a:lnTo>
                    <a:pt x="1080253" y="1366641"/>
                  </a:lnTo>
                  <a:lnTo>
                    <a:pt x="1080032" y="1366539"/>
                  </a:lnTo>
                  <a:lnTo>
                    <a:pt x="1079812" y="1366487"/>
                  </a:lnTo>
                  <a:lnTo>
                    <a:pt x="1079513" y="1366374"/>
                  </a:lnTo>
                  <a:lnTo>
                    <a:pt x="1079400" y="1366220"/>
                  </a:lnTo>
                  <a:lnTo>
                    <a:pt x="1079265" y="1365924"/>
                  </a:lnTo>
                  <a:lnTo>
                    <a:pt x="1079086" y="1365143"/>
                  </a:lnTo>
                  <a:lnTo>
                    <a:pt x="1079089" y="1365116"/>
                  </a:lnTo>
                  <a:lnTo>
                    <a:pt x="1078967" y="1364805"/>
                  </a:lnTo>
                  <a:lnTo>
                    <a:pt x="1078778" y="1364109"/>
                  </a:lnTo>
                  <a:lnTo>
                    <a:pt x="1078796" y="1363229"/>
                  </a:lnTo>
                  <a:lnTo>
                    <a:pt x="1078832" y="1362482"/>
                  </a:lnTo>
                  <a:lnTo>
                    <a:pt x="1078580" y="1361970"/>
                  </a:lnTo>
                  <a:lnTo>
                    <a:pt x="1078309" y="1361653"/>
                  </a:lnTo>
                  <a:lnTo>
                    <a:pt x="1078156" y="1361626"/>
                  </a:lnTo>
                  <a:lnTo>
                    <a:pt x="1078054" y="1361632"/>
                  </a:lnTo>
                  <a:lnTo>
                    <a:pt x="1077004" y="1361587"/>
                  </a:lnTo>
                  <a:lnTo>
                    <a:pt x="1076275" y="1361681"/>
                  </a:lnTo>
                  <a:lnTo>
                    <a:pt x="1076076" y="1361732"/>
                  </a:lnTo>
                  <a:lnTo>
                    <a:pt x="1075728" y="1361877"/>
                  </a:lnTo>
                  <a:lnTo>
                    <a:pt x="1075554" y="1362005"/>
                  </a:lnTo>
                  <a:lnTo>
                    <a:pt x="1075163" y="1362165"/>
                  </a:lnTo>
                  <a:lnTo>
                    <a:pt x="1074640" y="1362318"/>
                  </a:lnTo>
                  <a:lnTo>
                    <a:pt x="1073513" y="1362421"/>
                  </a:lnTo>
                  <a:lnTo>
                    <a:pt x="1072846" y="1362533"/>
                  </a:lnTo>
                  <a:lnTo>
                    <a:pt x="1071882" y="1362584"/>
                  </a:lnTo>
                  <a:lnTo>
                    <a:pt x="1071170" y="1362584"/>
                  </a:lnTo>
                  <a:lnTo>
                    <a:pt x="1071154" y="1362582"/>
                  </a:lnTo>
                  <a:lnTo>
                    <a:pt x="1070934" y="1362523"/>
                  </a:lnTo>
                  <a:lnTo>
                    <a:pt x="1070539" y="1362492"/>
                  </a:lnTo>
                  <a:lnTo>
                    <a:pt x="1070052" y="1362502"/>
                  </a:lnTo>
                  <a:lnTo>
                    <a:pt x="1069763" y="1362564"/>
                  </a:lnTo>
                  <a:lnTo>
                    <a:pt x="1069475" y="1362748"/>
                  </a:lnTo>
                  <a:lnTo>
                    <a:pt x="1069114" y="1363178"/>
                  </a:lnTo>
                  <a:lnTo>
                    <a:pt x="1068700" y="1363423"/>
                  </a:lnTo>
                  <a:lnTo>
                    <a:pt x="1068321" y="1363536"/>
                  </a:lnTo>
                  <a:lnTo>
                    <a:pt x="1067465" y="1363587"/>
                  </a:lnTo>
                  <a:lnTo>
                    <a:pt x="1066419" y="1363628"/>
                  </a:lnTo>
                  <a:lnTo>
                    <a:pt x="1065443" y="1363407"/>
                  </a:lnTo>
                  <a:lnTo>
                    <a:pt x="1065340" y="1363450"/>
                  </a:lnTo>
                  <a:lnTo>
                    <a:pt x="1065310" y="1363466"/>
                  </a:lnTo>
                  <a:lnTo>
                    <a:pt x="1065226" y="1363501"/>
                  </a:lnTo>
                  <a:lnTo>
                    <a:pt x="1065162" y="1363506"/>
                  </a:lnTo>
                  <a:lnTo>
                    <a:pt x="1065077" y="1363493"/>
                  </a:lnTo>
                  <a:lnTo>
                    <a:pt x="1064938" y="1363468"/>
                  </a:lnTo>
                  <a:lnTo>
                    <a:pt x="1064703" y="1363400"/>
                  </a:lnTo>
                  <a:lnTo>
                    <a:pt x="1064526" y="1363314"/>
                  </a:lnTo>
                  <a:lnTo>
                    <a:pt x="1064466" y="1363273"/>
                  </a:lnTo>
                  <a:lnTo>
                    <a:pt x="1064418" y="1363211"/>
                  </a:lnTo>
                  <a:lnTo>
                    <a:pt x="1064333" y="1363071"/>
                  </a:lnTo>
                  <a:lnTo>
                    <a:pt x="1064208" y="1362860"/>
                  </a:lnTo>
                  <a:lnTo>
                    <a:pt x="1064154" y="1362817"/>
                  </a:lnTo>
                  <a:lnTo>
                    <a:pt x="1064040" y="1362778"/>
                  </a:lnTo>
                  <a:lnTo>
                    <a:pt x="1063906" y="1362717"/>
                  </a:lnTo>
                  <a:lnTo>
                    <a:pt x="1063788" y="1362625"/>
                  </a:lnTo>
                  <a:lnTo>
                    <a:pt x="1063747" y="1362562"/>
                  </a:lnTo>
                  <a:lnTo>
                    <a:pt x="1063720" y="1362454"/>
                  </a:lnTo>
                  <a:lnTo>
                    <a:pt x="1063659" y="1362295"/>
                  </a:lnTo>
                  <a:lnTo>
                    <a:pt x="1063610" y="1362210"/>
                  </a:lnTo>
                  <a:lnTo>
                    <a:pt x="1063540" y="1362126"/>
                  </a:lnTo>
                  <a:lnTo>
                    <a:pt x="1063438" y="1362045"/>
                  </a:lnTo>
                  <a:lnTo>
                    <a:pt x="1063333" y="1361934"/>
                  </a:lnTo>
                  <a:lnTo>
                    <a:pt x="1063114" y="1361701"/>
                  </a:lnTo>
                  <a:lnTo>
                    <a:pt x="1062947" y="1361536"/>
                  </a:lnTo>
                  <a:lnTo>
                    <a:pt x="1062733" y="1361334"/>
                  </a:lnTo>
                  <a:lnTo>
                    <a:pt x="1062656" y="1361284"/>
                  </a:lnTo>
                  <a:lnTo>
                    <a:pt x="1062495" y="1361250"/>
                  </a:lnTo>
                  <a:lnTo>
                    <a:pt x="1062285" y="1361209"/>
                  </a:lnTo>
                  <a:lnTo>
                    <a:pt x="1062033" y="1361192"/>
                  </a:lnTo>
                  <a:lnTo>
                    <a:pt x="1061840" y="1361164"/>
                  </a:lnTo>
                  <a:lnTo>
                    <a:pt x="1061650" y="1361161"/>
                  </a:lnTo>
                  <a:lnTo>
                    <a:pt x="1061459" y="1361165"/>
                  </a:lnTo>
                  <a:lnTo>
                    <a:pt x="1061278" y="1361166"/>
                  </a:lnTo>
                  <a:lnTo>
                    <a:pt x="1061207" y="1361152"/>
                  </a:lnTo>
                  <a:lnTo>
                    <a:pt x="1061130" y="1361101"/>
                  </a:lnTo>
                  <a:lnTo>
                    <a:pt x="1061043" y="1361029"/>
                  </a:lnTo>
                  <a:lnTo>
                    <a:pt x="1060948" y="1360897"/>
                  </a:lnTo>
                  <a:lnTo>
                    <a:pt x="1060885" y="1360772"/>
                  </a:lnTo>
                  <a:lnTo>
                    <a:pt x="1060813" y="1360580"/>
                  </a:lnTo>
                  <a:lnTo>
                    <a:pt x="1060773" y="1360337"/>
                  </a:lnTo>
                  <a:lnTo>
                    <a:pt x="1060746" y="1360131"/>
                  </a:lnTo>
                  <a:lnTo>
                    <a:pt x="1060726" y="1359910"/>
                  </a:lnTo>
                  <a:lnTo>
                    <a:pt x="1060711" y="1359754"/>
                  </a:lnTo>
                  <a:lnTo>
                    <a:pt x="1060695" y="1359670"/>
                  </a:lnTo>
                  <a:lnTo>
                    <a:pt x="1060705" y="1359526"/>
                  </a:lnTo>
                  <a:lnTo>
                    <a:pt x="1060720" y="1359294"/>
                  </a:lnTo>
                  <a:lnTo>
                    <a:pt x="1060708" y="1359164"/>
                  </a:lnTo>
                  <a:lnTo>
                    <a:pt x="1060664" y="1359048"/>
                  </a:lnTo>
                  <a:lnTo>
                    <a:pt x="1060604" y="1358956"/>
                  </a:lnTo>
                  <a:lnTo>
                    <a:pt x="1060549" y="1358891"/>
                  </a:lnTo>
                  <a:lnTo>
                    <a:pt x="1060444" y="1358836"/>
                  </a:lnTo>
                  <a:lnTo>
                    <a:pt x="1060293" y="1358775"/>
                  </a:lnTo>
                  <a:lnTo>
                    <a:pt x="1060047" y="1358688"/>
                  </a:lnTo>
                  <a:lnTo>
                    <a:pt x="1059927" y="1358617"/>
                  </a:lnTo>
                  <a:lnTo>
                    <a:pt x="1059852" y="1358547"/>
                  </a:lnTo>
                  <a:lnTo>
                    <a:pt x="1059756" y="1358400"/>
                  </a:lnTo>
                  <a:lnTo>
                    <a:pt x="1059688" y="1358245"/>
                  </a:lnTo>
                  <a:lnTo>
                    <a:pt x="1059630" y="1358170"/>
                  </a:lnTo>
                  <a:lnTo>
                    <a:pt x="1059554" y="1358081"/>
                  </a:lnTo>
                  <a:lnTo>
                    <a:pt x="1059471" y="1358007"/>
                  </a:lnTo>
                  <a:lnTo>
                    <a:pt x="1059373" y="1357977"/>
                  </a:lnTo>
                  <a:lnTo>
                    <a:pt x="1059314" y="1357975"/>
                  </a:lnTo>
                  <a:lnTo>
                    <a:pt x="1059188" y="1358010"/>
                  </a:lnTo>
                  <a:lnTo>
                    <a:pt x="1059054" y="1358086"/>
                  </a:lnTo>
                  <a:lnTo>
                    <a:pt x="1058944" y="1358179"/>
                  </a:lnTo>
                  <a:lnTo>
                    <a:pt x="1058782" y="1358256"/>
                  </a:lnTo>
                  <a:lnTo>
                    <a:pt x="1058629" y="1358375"/>
                  </a:lnTo>
                  <a:lnTo>
                    <a:pt x="1058494" y="1358491"/>
                  </a:lnTo>
                  <a:lnTo>
                    <a:pt x="1058396" y="1358538"/>
                  </a:lnTo>
                  <a:lnTo>
                    <a:pt x="1058348" y="1358551"/>
                  </a:lnTo>
                  <a:lnTo>
                    <a:pt x="1058231" y="1358516"/>
                  </a:lnTo>
                  <a:lnTo>
                    <a:pt x="1057909" y="1358381"/>
                  </a:lnTo>
                  <a:lnTo>
                    <a:pt x="1057582" y="1358290"/>
                  </a:lnTo>
                  <a:lnTo>
                    <a:pt x="1057284" y="1358194"/>
                  </a:lnTo>
                  <a:lnTo>
                    <a:pt x="1057112" y="1358167"/>
                  </a:lnTo>
                  <a:lnTo>
                    <a:pt x="1057017" y="1358198"/>
                  </a:lnTo>
                  <a:lnTo>
                    <a:pt x="1056869" y="1358317"/>
                  </a:lnTo>
                  <a:lnTo>
                    <a:pt x="1056683" y="1358479"/>
                  </a:lnTo>
                  <a:lnTo>
                    <a:pt x="1056526" y="1358613"/>
                  </a:lnTo>
                  <a:lnTo>
                    <a:pt x="1056390" y="1358720"/>
                  </a:lnTo>
                  <a:lnTo>
                    <a:pt x="1056316" y="1358776"/>
                  </a:lnTo>
                  <a:lnTo>
                    <a:pt x="1056155" y="1358879"/>
                  </a:lnTo>
                  <a:lnTo>
                    <a:pt x="1056000" y="1359000"/>
                  </a:lnTo>
                  <a:lnTo>
                    <a:pt x="1055850" y="1359105"/>
                  </a:lnTo>
                  <a:lnTo>
                    <a:pt x="1055705" y="1359254"/>
                  </a:lnTo>
                  <a:lnTo>
                    <a:pt x="1055604" y="1359351"/>
                  </a:lnTo>
                  <a:lnTo>
                    <a:pt x="1055514" y="1359438"/>
                  </a:lnTo>
                  <a:lnTo>
                    <a:pt x="1055387" y="1359530"/>
                  </a:lnTo>
                  <a:lnTo>
                    <a:pt x="1055296" y="1359577"/>
                  </a:lnTo>
                  <a:lnTo>
                    <a:pt x="1055205" y="1359585"/>
                  </a:lnTo>
                  <a:lnTo>
                    <a:pt x="1055088" y="1359583"/>
                  </a:lnTo>
                  <a:lnTo>
                    <a:pt x="1055008" y="1359564"/>
                  </a:lnTo>
                  <a:lnTo>
                    <a:pt x="1054878" y="1359504"/>
                  </a:lnTo>
                  <a:lnTo>
                    <a:pt x="1054760" y="1359462"/>
                  </a:lnTo>
                  <a:lnTo>
                    <a:pt x="1054604" y="1359356"/>
                  </a:lnTo>
                  <a:lnTo>
                    <a:pt x="1054469" y="1359256"/>
                  </a:lnTo>
                  <a:lnTo>
                    <a:pt x="1054369" y="1359173"/>
                  </a:lnTo>
                  <a:lnTo>
                    <a:pt x="1054266" y="1359121"/>
                  </a:lnTo>
                  <a:lnTo>
                    <a:pt x="1054180" y="1359095"/>
                  </a:lnTo>
                  <a:lnTo>
                    <a:pt x="1054066" y="1359102"/>
                  </a:lnTo>
                  <a:lnTo>
                    <a:pt x="1053927" y="1359150"/>
                  </a:lnTo>
                  <a:lnTo>
                    <a:pt x="1053726" y="1359202"/>
                  </a:lnTo>
                  <a:lnTo>
                    <a:pt x="1053653" y="1359221"/>
                  </a:lnTo>
                  <a:lnTo>
                    <a:pt x="1053604" y="1359234"/>
                  </a:lnTo>
                  <a:lnTo>
                    <a:pt x="1053599" y="1359235"/>
                  </a:lnTo>
                  <a:lnTo>
                    <a:pt x="1053517" y="1359245"/>
                  </a:lnTo>
                  <a:lnTo>
                    <a:pt x="1053333" y="1359236"/>
                  </a:lnTo>
                  <a:lnTo>
                    <a:pt x="1053165" y="1359222"/>
                  </a:lnTo>
                  <a:lnTo>
                    <a:pt x="1053029" y="1359196"/>
                  </a:lnTo>
                  <a:lnTo>
                    <a:pt x="1052905" y="1359195"/>
                  </a:lnTo>
                  <a:lnTo>
                    <a:pt x="1052800" y="1359219"/>
                  </a:lnTo>
                  <a:lnTo>
                    <a:pt x="1052661" y="1359299"/>
                  </a:lnTo>
                  <a:lnTo>
                    <a:pt x="1052526" y="1359410"/>
                  </a:lnTo>
                  <a:lnTo>
                    <a:pt x="1052456" y="1359448"/>
                  </a:lnTo>
                  <a:lnTo>
                    <a:pt x="1052243" y="1359591"/>
                  </a:lnTo>
                  <a:lnTo>
                    <a:pt x="1052090" y="1359652"/>
                  </a:lnTo>
                  <a:lnTo>
                    <a:pt x="1051874" y="1359736"/>
                  </a:lnTo>
                  <a:lnTo>
                    <a:pt x="1051573" y="1359830"/>
                  </a:lnTo>
                  <a:lnTo>
                    <a:pt x="1051426" y="1359909"/>
                  </a:lnTo>
                  <a:lnTo>
                    <a:pt x="1051266" y="1359975"/>
                  </a:lnTo>
                  <a:lnTo>
                    <a:pt x="1051161" y="1360015"/>
                  </a:lnTo>
                  <a:lnTo>
                    <a:pt x="1051011" y="1360054"/>
                  </a:lnTo>
                  <a:lnTo>
                    <a:pt x="1050962" y="1360060"/>
                  </a:lnTo>
                  <a:lnTo>
                    <a:pt x="1050869" y="1360072"/>
                  </a:lnTo>
                  <a:lnTo>
                    <a:pt x="1050827" y="1360077"/>
                  </a:lnTo>
                  <a:lnTo>
                    <a:pt x="1050655" y="1360085"/>
                  </a:lnTo>
                  <a:lnTo>
                    <a:pt x="1050499" y="1360096"/>
                  </a:lnTo>
                  <a:lnTo>
                    <a:pt x="1050487" y="1360101"/>
                  </a:lnTo>
                  <a:lnTo>
                    <a:pt x="1050262" y="1360147"/>
                  </a:lnTo>
                  <a:lnTo>
                    <a:pt x="1050143" y="1360181"/>
                  </a:lnTo>
                  <a:lnTo>
                    <a:pt x="1050017" y="1360237"/>
                  </a:lnTo>
                  <a:lnTo>
                    <a:pt x="1049890" y="1360301"/>
                  </a:lnTo>
                  <a:lnTo>
                    <a:pt x="1049753" y="1360370"/>
                  </a:lnTo>
                  <a:lnTo>
                    <a:pt x="1049619" y="1360433"/>
                  </a:lnTo>
                  <a:lnTo>
                    <a:pt x="1049455" y="1360517"/>
                  </a:lnTo>
                  <a:lnTo>
                    <a:pt x="1049285" y="1360627"/>
                  </a:lnTo>
                  <a:lnTo>
                    <a:pt x="1049155" y="1360717"/>
                  </a:lnTo>
                  <a:lnTo>
                    <a:pt x="1049029" y="1360808"/>
                  </a:lnTo>
                  <a:lnTo>
                    <a:pt x="1048932" y="1360888"/>
                  </a:lnTo>
                  <a:lnTo>
                    <a:pt x="1048804" y="1360983"/>
                  </a:lnTo>
                  <a:lnTo>
                    <a:pt x="1048635" y="1361124"/>
                  </a:lnTo>
                  <a:lnTo>
                    <a:pt x="1048496" y="1361226"/>
                  </a:lnTo>
                  <a:lnTo>
                    <a:pt x="1048403" y="1361289"/>
                  </a:lnTo>
                  <a:lnTo>
                    <a:pt x="1048247" y="1361378"/>
                  </a:lnTo>
                  <a:lnTo>
                    <a:pt x="1048126" y="1361456"/>
                  </a:lnTo>
                  <a:lnTo>
                    <a:pt x="1047979" y="1361555"/>
                  </a:lnTo>
                  <a:lnTo>
                    <a:pt x="1047850" y="1361663"/>
                  </a:lnTo>
                  <a:lnTo>
                    <a:pt x="1047724" y="1361742"/>
                  </a:lnTo>
                  <a:lnTo>
                    <a:pt x="1047564" y="1361843"/>
                  </a:lnTo>
                  <a:lnTo>
                    <a:pt x="1047424" y="1361917"/>
                  </a:lnTo>
                  <a:lnTo>
                    <a:pt x="1047305" y="1361988"/>
                  </a:lnTo>
                  <a:lnTo>
                    <a:pt x="1047176" y="1362063"/>
                  </a:lnTo>
                  <a:lnTo>
                    <a:pt x="1046919" y="1362229"/>
                  </a:lnTo>
                  <a:lnTo>
                    <a:pt x="1046704" y="1362334"/>
                  </a:lnTo>
                  <a:lnTo>
                    <a:pt x="1046385" y="1362483"/>
                  </a:lnTo>
                  <a:lnTo>
                    <a:pt x="1046237" y="1362559"/>
                  </a:lnTo>
                  <a:lnTo>
                    <a:pt x="1046143" y="1362614"/>
                  </a:lnTo>
                  <a:lnTo>
                    <a:pt x="1045945" y="1362722"/>
                  </a:lnTo>
                  <a:lnTo>
                    <a:pt x="1045757" y="1362832"/>
                  </a:lnTo>
                  <a:lnTo>
                    <a:pt x="1045570" y="1362935"/>
                  </a:lnTo>
                  <a:lnTo>
                    <a:pt x="1045392" y="1363048"/>
                  </a:lnTo>
                  <a:lnTo>
                    <a:pt x="1045189" y="1363130"/>
                  </a:lnTo>
                  <a:lnTo>
                    <a:pt x="1045148" y="1363147"/>
                  </a:lnTo>
                  <a:lnTo>
                    <a:pt x="1045087" y="1363170"/>
                  </a:lnTo>
                  <a:lnTo>
                    <a:pt x="1044983" y="1363218"/>
                  </a:lnTo>
                  <a:lnTo>
                    <a:pt x="1044819" y="1363315"/>
                  </a:lnTo>
                  <a:lnTo>
                    <a:pt x="1044678" y="1363388"/>
                  </a:lnTo>
                  <a:lnTo>
                    <a:pt x="1044325" y="1363599"/>
                  </a:lnTo>
                  <a:lnTo>
                    <a:pt x="1044132" y="1363720"/>
                  </a:lnTo>
                  <a:lnTo>
                    <a:pt x="1043914" y="1363852"/>
                  </a:lnTo>
                  <a:lnTo>
                    <a:pt x="1043519" y="1364013"/>
                  </a:lnTo>
                  <a:lnTo>
                    <a:pt x="1043457" y="1364037"/>
                  </a:lnTo>
                  <a:lnTo>
                    <a:pt x="1043317" y="1364091"/>
                  </a:lnTo>
                  <a:lnTo>
                    <a:pt x="1043206" y="1364140"/>
                  </a:lnTo>
                  <a:lnTo>
                    <a:pt x="1043048" y="1364189"/>
                  </a:lnTo>
                  <a:lnTo>
                    <a:pt x="1042828" y="1364265"/>
                  </a:lnTo>
                  <a:lnTo>
                    <a:pt x="1042722" y="1364306"/>
                  </a:lnTo>
                  <a:lnTo>
                    <a:pt x="1042570" y="1364336"/>
                  </a:lnTo>
                  <a:lnTo>
                    <a:pt x="1042417" y="1364363"/>
                  </a:lnTo>
                  <a:lnTo>
                    <a:pt x="1042237" y="1364392"/>
                  </a:lnTo>
                  <a:lnTo>
                    <a:pt x="1042064" y="1364422"/>
                  </a:lnTo>
                  <a:lnTo>
                    <a:pt x="1042054" y="1364423"/>
                  </a:lnTo>
                  <a:lnTo>
                    <a:pt x="1041991" y="1364428"/>
                  </a:lnTo>
                  <a:lnTo>
                    <a:pt x="1041917" y="1364448"/>
                  </a:lnTo>
                  <a:lnTo>
                    <a:pt x="1041852" y="1364487"/>
                  </a:lnTo>
                  <a:lnTo>
                    <a:pt x="1041768" y="1364557"/>
                  </a:lnTo>
                  <a:lnTo>
                    <a:pt x="1041619" y="1364566"/>
                  </a:lnTo>
                  <a:lnTo>
                    <a:pt x="1041457" y="1364561"/>
                  </a:lnTo>
                  <a:lnTo>
                    <a:pt x="1041424" y="1364566"/>
                  </a:lnTo>
                  <a:lnTo>
                    <a:pt x="1041285" y="1364618"/>
                  </a:lnTo>
                  <a:lnTo>
                    <a:pt x="1041073" y="1364696"/>
                  </a:lnTo>
                  <a:lnTo>
                    <a:pt x="1040919" y="1364754"/>
                  </a:lnTo>
                  <a:lnTo>
                    <a:pt x="1040490" y="1364880"/>
                  </a:lnTo>
                  <a:lnTo>
                    <a:pt x="1040201" y="1364957"/>
                  </a:lnTo>
                  <a:lnTo>
                    <a:pt x="1039859" y="1365046"/>
                  </a:lnTo>
                  <a:lnTo>
                    <a:pt x="1039660" y="1365078"/>
                  </a:lnTo>
                  <a:lnTo>
                    <a:pt x="1039421" y="1365103"/>
                  </a:lnTo>
                  <a:lnTo>
                    <a:pt x="1039273" y="1365108"/>
                  </a:lnTo>
                  <a:lnTo>
                    <a:pt x="1039161" y="1365104"/>
                  </a:lnTo>
                  <a:lnTo>
                    <a:pt x="1039016" y="1365116"/>
                  </a:lnTo>
                  <a:lnTo>
                    <a:pt x="1038849" y="1365162"/>
                  </a:lnTo>
                  <a:lnTo>
                    <a:pt x="1038636" y="1365270"/>
                  </a:lnTo>
                  <a:lnTo>
                    <a:pt x="1038544" y="1365326"/>
                  </a:lnTo>
                  <a:lnTo>
                    <a:pt x="1038369" y="1365431"/>
                  </a:lnTo>
                  <a:lnTo>
                    <a:pt x="1038233" y="1365542"/>
                  </a:lnTo>
                  <a:lnTo>
                    <a:pt x="1038056" y="1365684"/>
                  </a:lnTo>
                  <a:lnTo>
                    <a:pt x="1038006" y="1365719"/>
                  </a:lnTo>
                  <a:lnTo>
                    <a:pt x="1037924" y="1365776"/>
                  </a:lnTo>
                  <a:lnTo>
                    <a:pt x="1037817" y="1365834"/>
                  </a:lnTo>
                  <a:lnTo>
                    <a:pt x="1037551" y="1365921"/>
                  </a:lnTo>
                  <a:lnTo>
                    <a:pt x="1037311" y="1365988"/>
                  </a:lnTo>
                  <a:lnTo>
                    <a:pt x="1037148" y="1366037"/>
                  </a:lnTo>
                  <a:lnTo>
                    <a:pt x="1037076" y="1366075"/>
                  </a:lnTo>
                  <a:lnTo>
                    <a:pt x="1036998" y="1366143"/>
                  </a:lnTo>
                  <a:lnTo>
                    <a:pt x="1036817" y="1366344"/>
                  </a:lnTo>
                  <a:lnTo>
                    <a:pt x="1036634" y="1366534"/>
                  </a:lnTo>
                  <a:lnTo>
                    <a:pt x="1036493" y="1366655"/>
                  </a:lnTo>
                  <a:lnTo>
                    <a:pt x="1036393" y="1366725"/>
                  </a:lnTo>
                  <a:lnTo>
                    <a:pt x="1036234" y="1366823"/>
                  </a:lnTo>
                  <a:lnTo>
                    <a:pt x="1036115" y="1366967"/>
                  </a:lnTo>
                  <a:lnTo>
                    <a:pt x="1036003" y="1367141"/>
                  </a:lnTo>
                  <a:lnTo>
                    <a:pt x="1035857" y="1367403"/>
                  </a:lnTo>
                  <a:lnTo>
                    <a:pt x="1035732" y="1367664"/>
                  </a:lnTo>
                  <a:lnTo>
                    <a:pt x="1035578" y="1368026"/>
                  </a:lnTo>
                  <a:lnTo>
                    <a:pt x="1035495" y="1368259"/>
                  </a:lnTo>
                  <a:lnTo>
                    <a:pt x="1035458" y="1368380"/>
                  </a:lnTo>
                  <a:lnTo>
                    <a:pt x="1035426" y="1368510"/>
                  </a:lnTo>
                  <a:lnTo>
                    <a:pt x="1035420" y="1368601"/>
                  </a:lnTo>
                  <a:lnTo>
                    <a:pt x="1035402" y="1368817"/>
                  </a:lnTo>
                  <a:lnTo>
                    <a:pt x="1035371" y="1369065"/>
                  </a:lnTo>
                  <a:lnTo>
                    <a:pt x="1035340" y="1369243"/>
                  </a:lnTo>
                  <a:lnTo>
                    <a:pt x="1035287" y="1369434"/>
                  </a:lnTo>
                  <a:lnTo>
                    <a:pt x="1035190" y="1369617"/>
                  </a:lnTo>
                  <a:lnTo>
                    <a:pt x="1035099" y="1369841"/>
                  </a:lnTo>
                  <a:lnTo>
                    <a:pt x="1035001" y="1370022"/>
                  </a:lnTo>
                  <a:lnTo>
                    <a:pt x="1034893" y="1370264"/>
                  </a:lnTo>
                  <a:lnTo>
                    <a:pt x="1034838" y="1370388"/>
                  </a:lnTo>
                  <a:lnTo>
                    <a:pt x="1034813" y="1370463"/>
                  </a:lnTo>
                  <a:lnTo>
                    <a:pt x="1034805" y="1370528"/>
                  </a:lnTo>
                  <a:lnTo>
                    <a:pt x="1034828" y="1370720"/>
                  </a:lnTo>
                  <a:lnTo>
                    <a:pt x="1034865" y="1370843"/>
                  </a:lnTo>
                  <a:lnTo>
                    <a:pt x="1034883" y="1370923"/>
                  </a:lnTo>
                  <a:lnTo>
                    <a:pt x="1034875" y="1371069"/>
                  </a:lnTo>
                  <a:lnTo>
                    <a:pt x="1034851" y="1371238"/>
                  </a:lnTo>
                  <a:lnTo>
                    <a:pt x="1034799" y="1371402"/>
                  </a:lnTo>
                  <a:lnTo>
                    <a:pt x="1034698" y="1371640"/>
                  </a:lnTo>
                  <a:lnTo>
                    <a:pt x="1034582" y="1371890"/>
                  </a:lnTo>
                  <a:lnTo>
                    <a:pt x="1034484" y="1372073"/>
                  </a:lnTo>
                  <a:lnTo>
                    <a:pt x="1034401" y="1372202"/>
                  </a:lnTo>
                  <a:lnTo>
                    <a:pt x="1034178" y="1372450"/>
                  </a:lnTo>
                  <a:lnTo>
                    <a:pt x="1034020" y="1372582"/>
                  </a:lnTo>
                  <a:lnTo>
                    <a:pt x="1033817" y="1372734"/>
                  </a:lnTo>
                  <a:lnTo>
                    <a:pt x="1033584" y="1372867"/>
                  </a:lnTo>
                  <a:lnTo>
                    <a:pt x="1033462" y="1372937"/>
                  </a:lnTo>
                  <a:lnTo>
                    <a:pt x="1033329" y="1372968"/>
                  </a:lnTo>
                  <a:lnTo>
                    <a:pt x="1033201" y="1373023"/>
                  </a:lnTo>
                  <a:lnTo>
                    <a:pt x="1033101" y="1373094"/>
                  </a:lnTo>
                  <a:lnTo>
                    <a:pt x="1032957" y="1373204"/>
                  </a:lnTo>
                  <a:lnTo>
                    <a:pt x="1032863" y="1373306"/>
                  </a:lnTo>
                  <a:lnTo>
                    <a:pt x="1032761" y="1373443"/>
                  </a:lnTo>
                  <a:lnTo>
                    <a:pt x="1032633" y="1373665"/>
                  </a:lnTo>
                  <a:lnTo>
                    <a:pt x="1032509" y="1373875"/>
                  </a:lnTo>
                  <a:lnTo>
                    <a:pt x="1032437" y="1373986"/>
                  </a:lnTo>
                  <a:lnTo>
                    <a:pt x="1032367" y="1374118"/>
                  </a:lnTo>
                  <a:lnTo>
                    <a:pt x="1032254" y="1374246"/>
                  </a:lnTo>
                  <a:lnTo>
                    <a:pt x="1032139" y="1374377"/>
                  </a:lnTo>
                  <a:lnTo>
                    <a:pt x="1032078" y="1374458"/>
                  </a:lnTo>
                  <a:lnTo>
                    <a:pt x="1032056" y="1374504"/>
                  </a:lnTo>
                  <a:lnTo>
                    <a:pt x="1031976" y="1374605"/>
                  </a:lnTo>
                  <a:lnTo>
                    <a:pt x="1031858" y="1374761"/>
                  </a:lnTo>
                  <a:lnTo>
                    <a:pt x="1031781" y="1374885"/>
                  </a:lnTo>
                  <a:lnTo>
                    <a:pt x="1031703" y="1374992"/>
                  </a:lnTo>
                  <a:lnTo>
                    <a:pt x="1031601" y="1375228"/>
                  </a:lnTo>
                  <a:lnTo>
                    <a:pt x="1031493" y="1375370"/>
                  </a:lnTo>
                  <a:lnTo>
                    <a:pt x="1031329" y="1375575"/>
                  </a:lnTo>
                  <a:lnTo>
                    <a:pt x="1031325" y="1375580"/>
                  </a:lnTo>
                  <a:lnTo>
                    <a:pt x="1031244" y="1375685"/>
                  </a:lnTo>
                  <a:lnTo>
                    <a:pt x="1031163" y="1375825"/>
                  </a:lnTo>
                  <a:lnTo>
                    <a:pt x="1031107" y="1375963"/>
                  </a:lnTo>
                  <a:lnTo>
                    <a:pt x="1031016" y="1376156"/>
                  </a:lnTo>
                  <a:lnTo>
                    <a:pt x="1030940" y="1376312"/>
                  </a:lnTo>
                  <a:lnTo>
                    <a:pt x="1030886" y="1376447"/>
                  </a:lnTo>
                  <a:lnTo>
                    <a:pt x="1030797" y="1376648"/>
                  </a:lnTo>
                  <a:lnTo>
                    <a:pt x="1030722" y="1376755"/>
                  </a:lnTo>
                  <a:lnTo>
                    <a:pt x="1030646" y="1376842"/>
                  </a:lnTo>
                  <a:lnTo>
                    <a:pt x="1030577" y="1376932"/>
                  </a:lnTo>
                  <a:lnTo>
                    <a:pt x="1030484" y="1377036"/>
                  </a:lnTo>
                  <a:lnTo>
                    <a:pt x="1030368" y="1377173"/>
                  </a:lnTo>
                  <a:lnTo>
                    <a:pt x="1030241" y="1377329"/>
                  </a:lnTo>
                  <a:lnTo>
                    <a:pt x="1030170" y="1377445"/>
                  </a:lnTo>
                  <a:lnTo>
                    <a:pt x="1030035" y="1377653"/>
                  </a:lnTo>
                  <a:lnTo>
                    <a:pt x="1030005" y="1377689"/>
                  </a:lnTo>
                  <a:lnTo>
                    <a:pt x="1029976" y="1377723"/>
                  </a:lnTo>
                  <a:lnTo>
                    <a:pt x="1029935" y="1377773"/>
                  </a:lnTo>
                  <a:lnTo>
                    <a:pt x="1029927" y="1377783"/>
                  </a:lnTo>
                  <a:lnTo>
                    <a:pt x="1029808" y="1377936"/>
                  </a:lnTo>
                  <a:lnTo>
                    <a:pt x="1029725" y="1378056"/>
                  </a:lnTo>
                  <a:lnTo>
                    <a:pt x="1029580" y="1378239"/>
                  </a:lnTo>
                  <a:lnTo>
                    <a:pt x="1029506" y="1378317"/>
                  </a:lnTo>
                  <a:lnTo>
                    <a:pt x="1029405" y="1378419"/>
                  </a:lnTo>
                  <a:lnTo>
                    <a:pt x="1029221" y="1378539"/>
                  </a:lnTo>
                  <a:lnTo>
                    <a:pt x="1029013" y="1378647"/>
                  </a:lnTo>
                  <a:lnTo>
                    <a:pt x="1028783" y="1378775"/>
                  </a:lnTo>
                  <a:lnTo>
                    <a:pt x="1028669" y="1378850"/>
                  </a:lnTo>
                  <a:lnTo>
                    <a:pt x="1028577" y="1378887"/>
                  </a:lnTo>
                  <a:lnTo>
                    <a:pt x="1028546" y="1378896"/>
                  </a:lnTo>
                  <a:lnTo>
                    <a:pt x="1028421" y="1378936"/>
                  </a:lnTo>
                  <a:lnTo>
                    <a:pt x="1028250" y="1379012"/>
                  </a:lnTo>
                  <a:lnTo>
                    <a:pt x="1028073" y="1379066"/>
                  </a:lnTo>
                  <a:lnTo>
                    <a:pt x="1027925" y="1379134"/>
                  </a:lnTo>
                  <a:lnTo>
                    <a:pt x="1027768" y="1379225"/>
                  </a:lnTo>
                  <a:lnTo>
                    <a:pt x="1027628" y="1379277"/>
                  </a:lnTo>
                  <a:lnTo>
                    <a:pt x="1027393" y="1379363"/>
                  </a:lnTo>
                  <a:lnTo>
                    <a:pt x="1027222" y="1379412"/>
                  </a:lnTo>
                  <a:lnTo>
                    <a:pt x="1027038" y="1379444"/>
                  </a:lnTo>
                  <a:lnTo>
                    <a:pt x="1026919" y="1379494"/>
                  </a:lnTo>
                  <a:lnTo>
                    <a:pt x="1026751" y="1379570"/>
                  </a:lnTo>
                  <a:lnTo>
                    <a:pt x="1026522" y="1379661"/>
                  </a:lnTo>
                  <a:lnTo>
                    <a:pt x="1026330" y="1379757"/>
                  </a:lnTo>
                  <a:lnTo>
                    <a:pt x="1026320" y="1379761"/>
                  </a:lnTo>
                  <a:lnTo>
                    <a:pt x="1026156" y="1379828"/>
                  </a:lnTo>
                  <a:lnTo>
                    <a:pt x="1026041" y="1379876"/>
                  </a:lnTo>
                  <a:lnTo>
                    <a:pt x="1025860" y="1379981"/>
                  </a:lnTo>
                  <a:lnTo>
                    <a:pt x="1025707" y="1380090"/>
                  </a:lnTo>
                  <a:lnTo>
                    <a:pt x="1025415" y="1380253"/>
                  </a:lnTo>
                  <a:lnTo>
                    <a:pt x="1025117" y="1380406"/>
                  </a:lnTo>
                  <a:lnTo>
                    <a:pt x="1024964" y="1380512"/>
                  </a:lnTo>
                  <a:lnTo>
                    <a:pt x="1024788" y="1380612"/>
                  </a:lnTo>
                  <a:lnTo>
                    <a:pt x="1024540" y="1380745"/>
                  </a:lnTo>
                  <a:lnTo>
                    <a:pt x="1024130" y="1380982"/>
                  </a:lnTo>
                  <a:lnTo>
                    <a:pt x="1023914" y="1381128"/>
                  </a:lnTo>
                  <a:lnTo>
                    <a:pt x="1023654" y="1381282"/>
                  </a:lnTo>
                  <a:lnTo>
                    <a:pt x="1023204" y="1381541"/>
                  </a:lnTo>
                  <a:lnTo>
                    <a:pt x="1023048" y="1381625"/>
                  </a:lnTo>
                  <a:lnTo>
                    <a:pt x="1022917" y="1381680"/>
                  </a:lnTo>
                  <a:lnTo>
                    <a:pt x="1022752" y="1381731"/>
                  </a:lnTo>
                  <a:lnTo>
                    <a:pt x="1022507" y="1381869"/>
                  </a:lnTo>
                  <a:lnTo>
                    <a:pt x="1022319" y="1382004"/>
                  </a:lnTo>
                  <a:lnTo>
                    <a:pt x="1022127" y="1382103"/>
                  </a:lnTo>
                  <a:lnTo>
                    <a:pt x="1021910" y="1382259"/>
                  </a:lnTo>
                  <a:lnTo>
                    <a:pt x="1021810" y="1382319"/>
                  </a:lnTo>
                  <a:lnTo>
                    <a:pt x="1021509" y="1382475"/>
                  </a:lnTo>
                  <a:lnTo>
                    <a:pt x="1021350" y="1382540"/>
                  </a:lnTo>
                  <a:lnTo>
                    <a:pt x="1021206" y="1382593"/>
                  </a:lnTo>
                  <a:lnTo>
                    <a:pt x="1020915" y="1382716"/>
                  </a:lnTo>
                  <a:lnTo>
                    <a:pt x="1020725" y="1382775"/>
                  </a:lnTo>
                  <a:lnTo>
                    <a:pt x="1020553" y="1382807"/>
                  </a:lnTo>
                  <a:lnTo>
                    <a:pt x="1020373" y="1382844"/>
                  </a:lnTo>
                  <a:lnTo>
                    <a:pt x="1020244" y="1382907"/>
                  </a:lnTo>
                  <a:lnTo>
                    <a:pt x="1020027" y="1382990"/>
                  </a:lnTo>
                  <a:lnTo>
                    <a:pt x="1019986" y="1383007"/>
                  </a:lnTo>
                  <a:lnTo>
                    <a:pt x="1019896" y="1383045"/>
                  </a:lnTo>
                  <a:lnTo>
                    <a:pt x="1019793" y="1383068"/>
                  </a:lnTo>
                  <a:lnTo>
                    <a:pt x="1019775" y="1383072"/>
                  </a:lnTo>
                  <a:lnTo>
                    <a:pt x="1019746" y="1383078"/>
                  </a:lnTo>
                  <a:lnTo>
                    <a:pt x="1019587" y="1383107"/>
                  </a:lnTo>
                  <a:lnTo>
                    <a:pt x="1019398" y="1383147"/>
                  </a:lnTo>
                  <a:lnTo>
                    <a:pt x="1019233" y="1383179"/>
                  </a:lnTo>
                  <a:lnTo>
                    <a:pt x="1019139" y="1383181"/>
                  </a:lnTo>
                  <a:lnTo>
                    <a:pt x="1019009" y="1383187"/>
                  </a:lnTo>
                  <a:lnTo>
                    <a:pt x="1018889" y="1383207"/>
                  </a:lnTo>
                  <a:lnTo>
                    <a:pt x="1018857" y="1383214"/>
                  </a:lnTo>
                  <a:lnTo>
                    <a:pt x="1018653" y="1383262"/>
                  </a:lnTo>
                  <a:lnTo>
                    <a:pt x="1018450" y="1383317"/>
                  </a:lnTo>
                  <a:lnTo>
                    <a:pt x="1018296" y="1383375"/>
                  </a:lnTo>
                  <a:lnTo>
                    <a:pt x="1018245" y="1383394"/>
                  </a:lnTo>
                  <a:lnTo>
                    <a:pt x="1018168" y="1383437"/>
                  </a:lnTo>
                  <a:lnTo>
                    <a:pt x="1018137" y="1383459"/>
                  </a:lnTo>
                  <a:lnTo>
                    <a:pt x="1018124" y="1383468"/>
                  </a:lnTo>
                  <a:lnTo>
                    <a:pt x="1018089" y="1383492"/>
                  </a:lnTo>
                  <a:lnTo>
                    <a:pt x="1018052" y="1383500"/>
                  </a:lnTo>
                  <a:lnTo>
                    <a:pt x="1018014" y="1383525"/>
                  </a:lnTo>
                  <a:lnTo>
                    <a:pt x="1017974" y="1383561"/>
                  </a:lnTo>
                  <a:lnTo>
                    <a:pt x="1017946" y="1383628"/>
                  </a:lnTo>
                  <a:lnTo>
                    <a:pt x="1017915" y="1383723"/>
                  </a:lnTo>
                  <a:lnTo>
                    <a:pt x="1017894" y="1383759"/>
                  </a:lnTo>
                  <a:lnTo>
                    <a:pt x="1017857" y="1383788"/>
                  </a:lnTo>
                  <a:lnTo>
                    <a:pt x="1017802" y="1383814"/>
                  </a:lnTo>
                  <a:lnTo>
                    <a:pt x="1017742" y="1383841"/>
                  </a:lnTo>
                  <a:lnTo>
                    <a:pt x="1017678" y="1383893"/>
                  </a:lnTo>
                  <a:lnTo>
                    <a:pt x="1017480" y="1384061"/>
                  </a:lnTo>
                  <a:lnTo>
                    <a:pt x="1017382" y="1384149"/>
                  </a:lnTo>
                  <a:lnTo>
                    <a:pt x="1017336" y="1384191"/>
                  </a:lnTo>
                  <a:lnTo>
                    <a:pt x="1017171" y="1384288"/>
                  </a:lnTo>
                  <a:lnTo>
                    <a:pt x="1017116" y="1384315"/>
                  </a:lnTo>
                  <a:lnTo>
                    <a:pt x="1016997" y="1384337"/>
                  </a:lnTo>
                  <a:lnTo>
                    <a:pt x="1016851" y="1384357"/>
                  </a:lnTo>
                  <a:lnTo>
                    <a:pt x="1016756" y="1384372"/>
                  </a:lnTo>
                  <a:lnTo>
                    <a:pt x="1016670" y="1384398"/>
                  </a:lnTo>
                  <a:lnTo>
                    <a:pt x="1016553" y="1384437"/>
                  </a:lnTo>
                  <a:lnTo>
                    <a:pt x="1016460" y="1384464"/>
                  </a:lnTo>
                  <a:lnTo>
                    <a:pt x="1016386" y="1384503"/>
                  </a:lnTo>
                  <a:lnTo>
                    <a:pt x="1016323" y="1384537"/>
                  </a:lnTo>
                  <a:lnTo>
                    <a:pt x="1016250" y="1384554"/>
                  </a:lnTo>
                  <a:lnTo>
                    <a:pt x="1016043" y="1384597"/>
                  </a:lnTo>
                  <a:lnTo>
                    <a:pt x="1015917" y="1384616"/>
                  </a:lnTo>
                  <a:lnTo>
                    <a:pt x="1015803" y="1384653"/>
                  </a:lnTo>
                  <a:lnTo>
                    <a:pt x="1015715" y="1384660"/>
                  </a:lnTo>
                  <a:lnTo>
                    <a:pt x="1015559" y="1384654"/>
                  </a:lnTo>
                  <a:lnTo>
                    <a:pt x="1015488" y="1384637"/>
                  </a:lnTo>
                  <a:lnTo>
                    <a:pt x="1015441" y="1384602"/>
                  </a:lnTo>
                  <a:lnTo>
                    <a:pt x="1015356" y="1384586"/>
                  </a:lnTo>
                  <a:lnTo>
                    <a:pt x="1015305" y="1384584"/>
                  </a:lnTo>
                  <a:lnTo>
                    <a:pt x="1015262" y="1384582"/>
                  </a:lnTo>
                  <a:lnTo>
                    <a:pt x="1015213" y="1384589"/>
                  </a:lnTo>
                  <a:lnTo>
                    <a:pt x="1015181" y="1384601"/>
                  </a:lnTo>
                  <a:lnTo>
                    <a:pt x="1015121" y="1384648"/>
                  </a:lnTo>
                  <a:lnTo>
                    <a:pt x="1015002" y="1384742"/>
                  </a:lnTo>
                  <a:lnTo>
                    <a:pt x="1014905" y="1384808"/>
                  </a:lnTo>
                  <a:lnTo>
                    <a:pt x="1014869" y="1384821"/>
                  </a:lnTo>
                  <a:lnTo>
                    <a:pt x="1014830" y="1384824"/>
                  </a:lnTo>
                  <a:lnTo>
                    <a:pt x="1014799" y="1384818"/>
                  </a:lnTo>
                  <a:lnTo>
                    <a:pt x="1014733" y="1384803"/>
                  </a:lnTo>
                  <a:lnTo>
                    <a:pt x="1014605" y="1384749"/>
                  </a:lnTo>
                  <a:lnTo>
                    <a:pt x="1014541" y="1384726"/>
                  </a:lnTo>
                  <a:lnTo>
                    <a:pt x="1014481" y="1384715"/>
                  </a:lnTo>
                  <a:lnTo>
                    <a:pt x="1014440" y="1384726"/>
                  </a:lnTo>
                  <a:lnTo>
                    <a:pt x="1014361" y="1384749"/>
                  </a:lnTo>
                  <a:lnTo>
                    <a:pt x="1014346" y="1384762"/>
                  </a:lnTo>
                  <a:lnTo>
                    <a:pt x="1014275" y="1384823"/>
                  </a:lnTo>
                  <a:lnTo>
                    <a:pt x="1014233" y="1384886"/>
                  </a:lnTo>
                  <a:lnTo>
                    <a:pt x="1014183" y="1384968"/>
                  </a:lnTo>
                  <a:lnTo>
                    <a:pt x="1014166" y="1385038"/>
                  </a:lnTo>
                  <a:lnTo>
                    <a:pt x="1014142" y="1385117"/>
                  </a:lnTo>
                  <a:lnTo>
                    <a:pt x="1014136" y="1385197"/>
                  </a:lnTo>
                  <a:lnTo>
                    <a:pt x="1014142" y="1385302"/>
                  </a:lnTo>
                  <a:lnTo>
                    <a:pt x="1014143" y="1385377"/>
                  </a:lnTo>
                  <a:lnTo>
                    <a:pt x="1014133" y="1385434"/>
                  </a:lnTo>
                  <a:lnTo>
                    <a:pt x="1014107" y="1385488"/>
                  </a:lnTo>
                  <a:lnTo>
                    <a:pt x="1014077" y="1385531"/>
                  </a:lnTo>
                  <a:lnTo>
                    <a:pt x="1014013" y="1385570"/>
                  </a:lnTo>
                  <a:lnTo>
                    <a:pt x="1013951" y="1385594"/>
                  </a:lnTo>
                  <a:lnTo>
                    <a:pt x="1013784" y="1385619"/>
                  </a:lnTo>
                  <a:lnTo>
                    <a:pt x="1013651" y="1385651"/>
                  </a:lnTo>
                  <a:lnTo>
                    <a:pt x="1013600" y="1385676"/>
                  </a:lnTo>
                  <a:lnTo>
                    <a:pt x="1013545" y="1385732"/>
                  </a:lnTo>
                  <a:lnTo>
                    <a:pt x="1013496" y="1385773"/>
                  </a:lnTo>
                  <a:lnTo>
                    <a:pt x="1013436" y="1385819"/>
                  </a:lnTo>
                  <a:lnTo>
                    <a:pt x="1013375" y="1385834"/>
                  </a:lnTo>
                  <a:lnTo>
                    <a:pt x="1013349" y="1385834"/>
                  </a:lnTo>
                  <a:lnTo>
                    <a:pt x="1013234" y="1385817"/>
                  </a:lnTo>
                  <a:lnTo>
                    <a:pt x="1013128" y="1385784"/>
                  </a:lnTo>
                  <a:lnTo>
                    <a:pt x="1013031" y="1385766"/>
                  </a:lnTo>
                  <a:lnTo>
                    <a:pt x="1012888" y="1385736"/>
                  </a:lnTo>
                  <a:lnTo>
                    <a:pt x="1012765" y="1385736"/>
                  </a:lnTo>
                  <a:lnTo>
                    <a:pt x="1012404" y="1385706"/>
                  </a:lnTo>
                  <a:lnTo>
                    <a:pt x="1012253" y="1385705"/>
                  </a:lnTo>
                  <a:lnTo>
                    <a:pt x="1012177" y="1385688"/>
                  </a:lnTo>
                  <a:lnTo>
                    <a:pt x="1012088" y="1385677"/>
                  </a:lnTo>
                  <a:lnTo>
                    <a:pt x="1011969" y="1385668"/>
                  </a:lnTo>
                  <a:lnTo>
                    <a:pt x="1011871" y="1385647"/>
                  </a:lnTo>
                  <a:lnTo>
                    <a:pt x="1011791" y="1385624"/>
                  </a:lnTo>
                  <a:lnTo>
                    <a:pt x="1011694" y="1385590"/>
                  </a:lnTo>
                  <a:lnTo>
                    <a:pt x="1011632" y="1385560"/>
                  </a:lnTo>
                  <a:lnTo>
                    <a:pt x="1011471" y="1385508"/>
                  </a:lnTo>
                  <a:lnTo>
                    <a:pt x="1011359" y="1385490"/>
                  </a:lnTo>
                  <a:lnTo>
                    <a:pt x="1011255" y="1385469"/>
                  </a:lnTo>
                  <a:lnTo>
                    <a:pt x="1011093" y="1385456"/>
                  </a:lnTo>
                  <a:lnTo>
                    <a:pt x="1011003" y="1385453"/>
                  </a:lnTo>
                  <a:lnTo>
                    <a:pt x="1010854" y="1385464"/>
                  </a:lnTo>
                  <a:lnTo>
                    <a:pt x="1010665" y="1385465"/>
                  </a:lnTo>
                  <a:lnTo>
                    <a:pt x="1010512" y="1385464"/>
                  </a:lnTo>
                  <a:lnTo>
                    <a:pt x="1010301" y="1385467"/>
                  </a:lnTo>
                  <a:lnTo>
                    <a:pt x="1010179" y="1385471"/>
                  </a:lnTo>
                  <a:lnTo>
                    <a:pt x="1010096" y="1385471"/>
                  </a:lnTo>
                  <a:lnTo>
                    <a:pt x="1009965" y="1385454"/>
                  </a:lnTo>
                  <a:lnTo>
                    <a:pt x="1009835" y="1385450"/>
                  </a:lnTo>
                  <a:lnTo>
                    <a:pt x="1009774" y="1385445"/>
                  </a:lnTo>
                  <a:lnTo>
                    <a:pt x="1009688" y="1385450"/>
                  </a:lnTo>
                  <a:lnTo>
                    <a:pt x="1009635" y="1385462"/>
                  </a:lnTo>
                  <a:lnTo>
                    <a:pt x="1009625" y="1385466"/>
                  </a:lnTo>
                  <a:lnTo>
                    <a:pt x="1009604" y="1385475"/>
                  </a:lnTo>
                  <a:lnTo>
                    <a:pt x="1009562" y="1385520"/>
                  </a:lnTo>
                  <a:lnTo>
                    <a:pt x="1009514" y="1385606"/>
                  </a:lnTo>
                  <a:lnTo>
                    <a:pt x="1009480" y="1385670"/>
                  </a:lnTo>
                  <a:lnTo>
                    <a:pt x="1009434" y="1385731"/>
                  </a:lnTo>
                  <a:lnTo>
                    <a:pt x="1009383" y="1385778"/>
                  </a:lnTo>
                  <a:lnTo>
                    <a:pt x="1009333" y="1385808"/>
                  </a:lnTo>
                  <a:lnTo>
                    <a:pt x="1009306" y="1385824"/>
                  </a:lnTo>
                  <a:lnTo>
                    <a:pt x="1009265" y="1385849"/>
                  </a:lnTo>
                  <a:lnTo>
                    <a:pt x="1009214" y="1385866"/>
                  </a:lnTo>
                  <a:lnTo>
                    <a:pt x="1009147" y="1385878"/>
                  </a:lnTo>
                  <a:lnTo>
                    <a:pt x="1009049" y="1385877"/>
                  </a:lnTo>
                  <a:lnTo>
                    <a:pt x="1008913" y="1385859"/>
                  </a:lnTo>
                  <a:lnTo>
                    <a:pt x="1008840" y="1385840"/>
                  </a:lnTo>
                  <a:lnTo>
                    <a:pt x="1008783" y="1385831"/>
                  </a:lnTo>
                  <a:lnTo>
                    <a:pt x="1008736" y="1385832"/>
                  </a:lnTo>
                  <a:lnTo>
                    <a:pt x="1008680" y="1385841"/>
                  </a:lnTo>
                  <a:lnTo>
                    <a:pt x="1008595" y="1385854"/>
                  </a:lnTo>
                  <a:lnTo>
                    <a:pt x="1008541" y="1385868"/>
                  </a:lnTo>
                  <a:lnTo>
                    <a:pt x="1008448" y="1385895"/>
                  </a:lnTo>
                  <a:lnTo>
                    <a:pt x="1008330" y="1385923"/>
                  </a:lnTo>
                  <a:lnTo>
                    <a:pt x="1008240" y="1385945"/>
                  </a:lnTo>
                  <a:lnTo>
                    <a:pt x="1008126" y="1385985"/>
                  </a:lnTo>
                  <a:lnTo>
                    <a:pt x="1008062" y="1386011"/>
                  </a:lnTo>
                  <a:lnTo>
                    <a:pt x="1007993" y="1386061"/>
                  </a:lnTo>
                  <a:lnTo>
                    <a:pt x="1007936" y="1386122"/>
                  </a:lnTo>
                  <a:lnTo>
                    <a:pt x="1007865" y="1386176"/>
                  </a:lnTo>
                  <a:lnTo>
                    <a:pt x="1007794" y="1386230"/>
                  </a:lnTo>
                  <a:lnTo>
                    <a:pt x="1007691" y="1386276"/>
                  </a:lnTo>
                  <a:lnTo>
                    <a:pt x="1007603" y="1386314"/>
                  </a:lnTo>
                  <a:lnTo>
                    <a:pt x="1007574" y="1386321"/>
                  </a:lnTo>
                  <a:lnTo>
                    <a:pt x="1007540" y="1386315"/>
                  </a:lnTo>
                  <a:lnTo>
                    <a:pt x="1007455" y="1386285"/>
                  </a:lnTo>
                  <a:lnTo>
                    <a:pt x="1007308" y="1386240"/>
                  </a:lnTo>
                  <a:lnTo>
                    <a:pt x="1007205" y="1386192"/>
                  </a:lnTo>
                  <a:lnTo>
                    <a:pt x="1007060" y="1386104"/>
                  </a:lnTo>
                  <a:lnTo>
                    <a:pt x="1006931" y="1386028"/>
                  </a:lnTo>
                  <a:lnTo>
                    <a:pt x="1006782" y="1385965"/>
                  </a:lnTo>
                  <a:lnTo>
                    <a:pt x="1006694" y="1385926"/>
                  </a:lnTo>
                  <a:lnTo>
                    <a:pt x="1006610" y="1385913"/>
                  </a:lnTo>
                  <a:lnTo>
                    <a:pt x="1006542" y="1385913"/>
                  </a:lnTo>
                  <a:lnTo>
                    <a:pt x="1006465" y="1385911"/>
                  </a:lnTo>
                  <a:lnTo>
                    <a:pt x="1006390" y="1385917"/>
                  </a:lnTo>
                  <a:lnTo>
                    <a:pt x="1006365" y="1385915"/>
                  </a:lnTo>
                  <a:lnTo>
                    <a:pt x="1006360" y="1385914"/>
                  </a:lnTo>
                  <a:lnTo>
                    <a:pt x="1006298" y="1385847"/>
                  </a:lnTo>
                  <a:lnTo>
                    <a:pt x="1006291" y="1385840"/>
                  </a:lnTo>
                  <a:lnTo>
                    <a:pt x="1006270" y="1385800"/>
                  </a:lnTo>
                  <a:lnTo>
                    <a:pt x="1006249" y="1385776"/>
                  </a:lnTo>
                  <a:lnTo>
                    <a:pt x="1006230" y="1385754"/>
                  </a:lnTo>
                  <a:lnTo>
                    <a:pt x="1006207" y="1385699"/>
                  </a:lnTo>
                  <a:lnTo>
                    <a:pt x="1006191" y="1385649"/>
                  </a:lnTo>
                  <a:lnTo>
                    <a:pt x="1006194" y="1385560"/>
                  </a:lnTo>
                  <a:lnTo>
                    <a:pt x="1006217" y="1385451"/>
                  </a:lnTo>
                  <a:lnTo>
                    <a:pt x="1006249" y="1385372"/>
                  </a:lnTo>
                  <a:lnTo>
                    <a:pt x="1006264" y="1385336"/>
                  </a:lnTo>
                  <a:lnTo>
                    <a:pt x="1006298" y="1385275"/>
                  </a:lnTo>
                  <a:lnTo>
                    <a:pt x="1006351" y="1385181"/>
                  </a:lnTo>
                  <a:lnTo>
                    <a:pt x="1006370" y="1385112"/>
                  </a:lnTo>
                  <a:lnTo>
                    <a:pt x="1006371" y="1385024"/>
                  </a:lnTo>
                  <a:lnTo>
                    <a:pt x="1006348" y="1384984"/>
                  </a:lnTo>
                  <a:lnTo>
                    <a:pt x="1006314" y="1384948"/>
                  </a:lnTo>
                  <a:lnTo>
                    <a:pt x="1006298" y="1384943"/>
                  </a:lnTo>
                  <a:lnTo>
                    <a:pt x="1006249" y="1384928"/>
                  </a:lnTo>
                  <a:lnTo>
                    <a:pt x="1006218" y="1384918"/>
                  </a:lnTo>
                  <a:lnTo>
                    <a:pt x="1006065" y="1384878"/>
                  </a:lnTo>
                  <a:lnTo>
                    <a:pt x="1005919" y="1384872"/>
                  </a:lnTo>
                  <a:lnTo>
                    <a:pt x="1005609" y="1384842"/>
                  </a:lnTo>
                  <a:lnTo>
                    <a:pt x="1005513" y="1384825"/>
                  </a:lnTo>
                  <a:lnTo>
                    <a:pt x="1005310" y="1384794"/>
                  </a:lnTo>
                  <a:lnTo>
                    <a:pt x="1005234" y="1384791"/>
                  </a:lnTo>
                  <a:lnTo>
                    <a:pt x="1005137" y="1384798"/>
                  </a:lnTo>
                  <a:lnTo>
                    <a:pt x="1004922" y="1384766"/>
                  </a:lnTo>
                  <a:lnTo>
                    <a:pt x="1004780" y="1384755"/>
                  </a:lnTo>
                  <a:lnTo>
                    <a:pt x="1004631" y="1384740"/>
                  </a:lnTo>
                  <a:lnTo>
                    <a:pt x="1004559" y="1384739"/>
                  </a:lnTo>
                  <a:lnTo>
                    <a:pt x="1004482" y="1384744"/>
                  </a:lnTo>
                  <a:lnTo>
                    <a:pt x="1004405" y="1384763"/>
                  </a:lnTo>
                  <a:lnTo>
                    <a:pt x="1004148" y="1384847"/>
                  </a:lnTo>
                  <a:lnTo>
                    <a:pt x="1004048" y="1384886"/>
                  </a:lnTo>
                  <a:lnTo>
                    <a:pt x="1003955" y="1384938"/>
                  </a:lnTo>
                  <a:lnTo>
                    <a:pt x="1003864" y="1385014"/>
                  </a:lnTo>
                  <a:lnTo>
                    <a:pt x="1003763" y="1385087"/>
                  </a:lnTo>
                  <a:lnTo>
                    <a:pt x="1003662" y="1385161"/>
                  </a:lnTo>
                  <a:lnTo>
                    <a:pt x="1003484" y="1385272"/>
                  </a:lnTo>
                  <a:lnTo>
                    <a:pt x="1003390" y="1385324"/>
                  </a:lnTo>
                  <a:lnTo>
                    <a:pt x="1003335" y="1385365"/>
                  </a:lnTo>
                  <a:lnTo>
                    <a:pt x="1003300" y="1385406"/>
                  </a:lnTo>
                  <a:lnTo>
                    <a:pt x="1003289" y="1385442"/>
                  </a:lnTo>
                  <a:lnTo>
                    <a:pt x="1003283" y="1385523"/>
                  </a:lnTo>
                  <a:lnTo>
                    <a:pt x="1003290" y="1385591"/>
                  </a:lnTo>
                  <a:lnTo>
                    <a:pt x="1003354" y="1385696"/>
                  </a:lnTo>
                  <a:lnTo>
                    <a:pt x="1003376" y="1385767"/>
                  </a:lnTo>
                  <a:lnTo>
                    <a:pt x="1003374" y="1385820"/>
                  </a:lnTo>
                  <a:lnTo>
                    <a:pt x="1003336" y="1385935"/>
                  </a:lnTo>
                  <a:lnTo>
                    <a:pt x="1003282" y="1386071"/>
                  </a:lnTo>
                  <a:lnTo>
                    <a:pt x="1003222" y="1386190"/>
                  </a:lnTo>
                  <a:lnTo>
                    <a:pt x="1003081" y="1386353"/>
                  </a:lnTo>
                  <a:lnTo>
                    <a:pt x="1002998" y="1386407"/>
                  </a:lnTo>
                  <a:lnTo>
                    <a:pt x="1002984" y="1386412"/>
                  </a:lnTo>
                  <a:lnTo>
                    <a:pt x="1002916" y="1386435"/>
                  </a:lnTo>
                  <a:lnTo>
                    <a:pt x="1002864" y="1386431"/>
                  </a:lnTo>
                  <a:lnTo>
                    <a:pt x="1002806" y="1386412"/>
                  </a:lnTo>
                  <a:lnTo>
                    <a:pt x="1002709" y="1386341"/>
                  </a:lnTo>
                  <a:lnTo>
                    <a:pt x="1002627" y="1386314"/>
                  </a:lnTo>
                  <a:lnTo>
                    <a:pt x="1002583" y="1386308"/>
                  </a:lnTo>
                  <a:lnTo>
                    <a:pt x="1002537" y="1386311"/>
                  </a:lnTo>
                  <a:lnTo>
                    <a:pt x="1002483" y="1386330"/>
                  </a:lnTo>
                  <a:lnTo>
                    <a:pt x="1002461" y="1386339"/>
                  </a:lnTo>
                  <a:lnTo>
                    <a:pt x="1002403" y="1386364"/>
                  </a:lnTo>
                  <a:lnTo>
                    <a:pt x="1002331" y="1386434"/>
                  </a:lnTo>
                  <a:lnTo>
                    <a:pt x="1002269" y="1386509"/>
                  </a:lnTo>
                  <a:lnTo>
                    <a:pt x="1002207" y="1386568"/>
                  </a:lnTo>
                  <a:lnTo>
                    <a:pt x="1002166" y="1386598"/>
                  </a:lnTo>
                  <a:lnTo>
                    <a:pt x="1002065" y="1386625"/>
                  </a:lnTo>
                  <a:lnTo>
                    <a:pt x="1001961" y="1386642"/>
                  </a:lnTo>
                  <a:lnTo>
                    <a:pt x="1001881" y="1386642"/>
                  </a:lnTo>
                  <a:lnTo>
                    <a:pt x="1001763" y="1386636"/>
                  </a:lnTo>
                  <a:lnTo>
                    <a:pt x="1001629" y="1386627"/>
                  </a:lnTo>
                  <a:lnTo>
                    <a:pt x="1001558" y="1386620"/>
                  </a:lnTo>
                  <a:lnTo>
                    <a:pt x="1001391" y="1386603"/>
                  </a:lnTo>
                  <a:lnTo>
                    <a:pt x="1001312" y="1386601"/>
                  </a:lnTo>
                  <a:lnTo>
                    <a:pt x="1001276" y="1386604"/>
                  </a:lnTo>
                  <a:lnTo>
                    <a:pt x="1001216" y="1386631"/>
                  </a:lnTo>
                  <a:lnTo>
                    <a:pt x="1001153" y="1386673"/>
                  </a:lnTo>
                  <a:lnTo>
                    <a:pt x="1001063" y="1386742"/>
                  </a:lnTo>
                  <a:lnTo>
                    <a:pt x="1000984" y="1386812"/>
                  </a:lnTo>
                  <a:lnTo>
                    <a:pt x="1000924" y="1386843"/>
                  </a:lnTo>
                  <a:lnTo>
                    <a:pt x="1000870" y="1386861"/>
                  </a:lnTo>
                  <a:lnTo>
                    <a:pt x="1000797" y="1386872"/>
                  </a:lnTo>
                  <a:lnTo>
                    <a:pt x="1000700" y="1386866"/>
                  </a:lnTo>
                  <a:lnTo>
                    <a:pt x="1000634" y="1386846"/>
                  </a:lnTo>
                  <a:lnTo>
                    <a:pt x="1000529" y="1386838"/>
                  </a:lnTo>
                  <a:lnTo>
                    <a:pt x="1000439" y="1386824"/>
                  </a:lnTo>
                  <a:lnTo>
                    <a:pt x="1000367" y="1386822"/>
                  </a:lnTo>
                  <a:lnTo>
                    <a:pt x="1000318" y="1386834"/>
                  </a:lnTo>
                  <a:lnTo>
                    <a:pt x="1000257" y="1386872"/>
                  </a:lnTo>
                  <a:lnTo>
                    <a:pt x="1000188" y="1386932"/>
                  </a:lnTo>
                  <a:lnTo>
                    <a:pt x="1000080" y="1387032"/>
                  </a:lnTo>
                  <a:lnTo>
                    <a:pt x="999874" y="1387173"/>
                  </a:lnTo>
                  <a:lnTo>
                    <a:pt x="999758" y="1387260"/>
                  </a:lnTo>
                  <a:lnTo>
                    <a:pt x="999546" y="1387402"/>
                  </a:lnTo>
                  <a:lnTo>
                    <a:pt x="999426" y="1387473"/>
                  </a:lnTo>
                  <a:lnTo>
                    <a:pt x="999341" y="1387510"/>
                  </a:lnTo>
                  <a:lnTo>
                    <a:pt x="999202" y="1387573"/>
                  </a:lnTo>
                  <a:lnTo>
                    <a:pt x="999126" y="1387591"/>
                  </a:lnTo>
                  <a:lnTo>
                    <a:pt x="999013" y="1387622"/>
                  </a:lnTo>
                  <a:lnTo>
                    <a:pt x="998963" y="1387635"/>
                  </a:lnTo>
                  <a:lnTo>
                    <a:pt x="998812" y="1387644"/>
                  </a:lnTo>
                  <a:lnTo>
                    <a:pt x="998702" y="1387638"/>
                  </a:lnTo>
                  <a:lnTo>
                    <a:pt x="998625" y="1387638"/>
                  </a:lnTo>
                  <a:lnTo>
                    <a:pt x="998440" y="1387637"/>
                  </a:lnTo>
                  <a:lnTo>
                    <a:pt x="998372" y="1387644"/>
                  </a:lnTo>
                  <a:lnTo>
                    <a:pt x="998336" y="1387656"/>
                  </a:lnTo>
                  <a:lnTo>
                    <a:pt x="998259" y="1387696"/>
                  </a:lnTo>
                  <a:lnTo>
                    <a:pt x="998215" y="1387752"/>
                  </a:lnTo>
                  <a:lnTo>
                    <a:pt x="998130" y="1387892"/>
                  </a:lnTo>
                  <a:lnTo>
                    <a:pt x="998035" y="1388104"/>
                  </a:lnTo>
                  <a:lnTo>
                    <a:pt x="997995" y="1388180"/>
                  </a:lnTo>
                  <a:lnTo>
                    <a:pt x="997911" y="1388306"/>
                  </a:lnTo>
                  <a:lnTo>
                    <a:pt x="997836" y="1388381"/>
                  </a:lnTo>
                  <a:lnTo>
                    <a:pt x="997729" y="1388464"/>
                  </a:lnTo>
                  <a:lnTo>
                    <a:pt x="997644" y="1388518"/>
                  </a:lnTo>
                  <a:lnTo>
                    <a:pt x="997386" y="1388704"/>
                  </a:lnTo>
                  <a:lnTo>
                    <a:pt x="997261" y="1388775"/>
                  </a:lnTo>
                  <a:lnTo>
                    <a:pt x="997098" y="1388858"/>
                  </a:lnTo>
                  <a:lnTo>
                    <a:pt x="996982" y="1388889"/>
                  </a:lnTo>
                  <a:lnTo>
                    <a:pt x="996894" y="1388908"/>
                  </a:lnTo>
                  <a:lnTo>
                    <a:pt x="996760" y="1388948"/>
                  </a:lnTo>
                  <a:lnTo>
                    <a:pt x="996635" y="1389011"/>
                  </a:lnTo>
                  <a:lnTo>
                    <a:pt x="996586" y="1389039"/>
                  </a:lnTo>
                  <a:lnTo>
                    <a:pt x="996373" y="1389148"/>
                  </a:lnTo>
                  <a:lnTo>
                    <a:pt x="996340" y="1389161"/>
                  </a:lnTo>
                  <a:lnTo>
                    <a:pt x="996277" y="1389185"/>
                  </a:lnTo>
                  <a:lnTo>
                    <a:pt x="996211" y="1389222"/>
                  </a:lnTo>
                  <a:lnTo>
                    <a:pt x="996149" y="1389255"/>
                  </a:lnTo>
                  <a:lnTo>
                    <a:pt x="996125" y="1389269"/>
                  </a:lnTo>
                  <a:lnTo>
                    <a:pt x="996024" y="1389325"/>
                  </a:lnTo>
                  <a:lnTo>
                    <a:pt x="995933" y="1389374"/>
                  </a:lnTo>
                  <a:lnTo>
                    <a:pt x="995863" y="1389401"/>
                  </a:lnTo>
                  <a:lnTo>
                    <a:pt x="995728" y="1389476"/>
                  </a:lnTo>
                  <a:lnTo>
                    <a:pt x="995626" y="1389511"/>
                  </a:lnTo>
                  <a:lnTo>
                    <a:pt x="995534" y="1389530"/>
                  </a:lnTo>
                  <a:lnTo>
                    <a:pt x="995465" y="1389538"/>
                  </a:lnTo>
                  <a:lnTo>
                    <a:pt x="995254" y="1389553"/>
                  </a:lnTo>
                  <a:lnTo>
                    <a:pt x="995131" y="1389564"/>
                  </a:lnTo>
                  <a:lnTo>
                    <a:pt x="994823" y="1389578"/>
                  </a:lnTo>
                  <a:lnTo>
                    <a:pt x="994649" y="1389596"/>
                  </a:lnTo>
                  <a:lnTo>
                    <a:pt x="994545" y="1389607"/>
                  </a:lnTo>
                  <a:lnTo>
                    <a:pt x="994459" y="1389624"/>
                  </a:lnTo>
                  <a:lnTo>
                    <a:pt x="994408" y="1389631"/>
                  </a:lnTo>
                  <a:lnTo>
                    <a:pt x="994401" y="1389631"/>
                  </a:lnTo>
                  <a:lnTo>
                    <a:pt x="994294" y="1389624"/>
                  </a:lnTo>
                  <a:lnTo>
                    <a:pt x="994206" y="1389620"/>
                  </a:lnTo>
                  <a:lnTo>
                    <a:pt x="994152" y="1389624"/>
                  </a:lnTo>
                  <a:lnTo>
                    <a:pt x="994041" y="1389631"/>
                  </a:lnTo>
                  <a:lnTo>
                    <a:pt x="993885" y="1389675"/>
                  </a:lnTo>
                  <a:lnTo>
                    <a:pt x="993691" y="1389721"/>
                  </a:lnTo>
                  <a:lnTo>
                    <a:pt x="993539" y="1389769"/>
                  </a:lnTo>
                  <a:lnTo>
                    <a:pt x="993359" y="1389810"/>
                  </a:lnTo>
                  <a:lnTo>
                    <a:pt x="993270" y="1389815"/>
                  </a:lnTo>
                  <a:lnTo>
                    <a:pt x="993235" y="1389826"/>
                  </a:lnTo>
                  <a:lnTo>
                    <a:pt x="993203" y="1389849"/>
                  </a:lnTo>
                  <a:lnTo>
                    <a:pt x="993188" y="1389879"/>
                  </a:lnTo>
                  <a:lnTo>
                    <a:pt x="993191" y="1389929"/>
                  </a:lnTo>
                  <a:lnTo>
                    <a:pt x="993233" y="1390053"/>
                  </a:lnTo>
                  <a:lnTo>
                    <a:pt x="993264" y="1390170"/>
                  </a:lnTo>
                  <a:lnTo>
                    <a:pt x="993302" y="1390390"/>
                  </a:lnTo>
                  <a:lnTo>
                    <a:pt x="993358" y="1390583"/>
                  </a:lnTo>
                  <a:lnTo>
                    <a:pt x="993370" y="1390700"/>
                  </a:lnTo>
                  <a:lnTo>
                    <a:pt x="993375" y="1390774"/>
                  </a:lnTo>
                  <a:lnTo>
                    <a:pt x="993353" y="1390935"/>
                  </a:lnTo>
                  <a:lnTo>
                    <a:pt x="993324" y="1391086"/>
                  </a:lnTo>
                  <a:lnTo>
                    <a:pt x="993273" y="1391209"/>
                  </a:lnTo>
                  <a:lnTo>
                    <a:pt x="993221" y="1391290"/>
                  </a:lnTo>
                  <a:lnTo>
                    <a:pt x="993165" y="1391344"/>
                  </a:lnTo>
                  <a:lnTo>
                    <a:pt x="993123" y="1391374"/>
                  </a:lnTo>
                  <a:lnTo>
                    <a:pt x="993046" y="1391408"/>
                  </a:lnTo>
                  <a:lnTo>
                    <a:pt x="992799" y="1391525"/>
                  </a:lnTo>
                  <a:lnTo>
                    <a:pt x="992630" y="1391605"/>
                  </a:lnTo>
                  <a:lnTo>
                    <a:pt x="992386" y="1391687"/>
                  </a:lnTo>
                  <a:lnTo>
                    <a:pt x="992243" y="1391753"/>
                  </a:lnTo>
                  <a:lnTo>
                    <a:pt x="992038" y="1391820"/>
                  </a:lnTo>
                  <a:lnTo>
                    <a:pt x="991922" y="1391852"/>
                  </a:lnTo>
                  <a:lnTo>
                    <a:pt x="991795" y="1391875"/>
                  </a:lnTo>
                  <a:lnTo>
                    <a:pt x="991732" y="1391895"/>
                  </a:lnTo>
                  <a:lnTo>
                    <a:pt x="991670" y="1391932"/>
                  </a:lnTo>
                  <a:lnTo>
                    <a:pt x="991645" y="1391956"/>
                  </a:lnTo>
                  <a:lnTo>
                    <a:pt x="991635" y="1391984"/>
                  </a:lnTo>
                  <a:lnTo>
                    <a:pt x="991622" y="1392027"/>
                  </a:lnTo>
                  <a:lnTo>
                    <a:pt x="991619" y="1392040"/>
                  </a:lnTo>
                  <a:lnTo>
                    <a:pt x="991588" y="1392179"/>
                  </a:lnTo>
                  <a:lnTo>
                    <a:pt x="991523" y="1392340"/>
                  </a:lnTo>
                  <a:lnTo>
                    <a:pt x="991468" y="1392446"/>
                  </a:lnTo>
                  <a:lnTo>
                    <a:pt x="991397" y="1392554"/>
                  </a:lnTo>
                  <a:lnTo>
                    <a:pt x="991276" y="1392696"/>
                  </a:lnTo>
                  <a:lnTo>
                    <a:pt x="991232" y="1392764"/>
                  </a:lnTo>
                  <a:lnTo>
                    <a:pt x="991137" y="1392950"/>
                  </a:lnTo>
                  <a:lnTo>
                    <a:pt x="991068" y="1393042"/>
                  </a:lnTo>
                  <a:lnTo>
                    <a:pt x="990951" y="1393194"/>
                  </a:lnTo>
                  <a:lnTo>
                    <a:pt x="990776" y="1393378"/>
                  </a:lnTo>
                  <a:lnTo>
                    <a:pt x="990680" y="1393464"/>
                  </a:lnTo>
                  <a:lnTo>
                    <a:pt x="990670" y="1393474"/>
                  </a:lnTo>
                  <a:lnTo>
                    <a:pt x="990485" y="1393657"/>
                  </a:lnTo>
                  <a:lnTo>
                    <a:pt x="990396" y="1393777"/>
                  </a:lnTo>
                  <a:lnTo>
                    <a:pt x="990287" y="1393915"/>
                  </a:lnTo>
                  <a:lnTo>
                    <a:pt x="990178" y="1394059"/>
                  </a:lnTo>
                  <a:lnTo>
                    <a:pt x="990100" y="1394159"/>
                  </a:lnTo>
                  <a:lnTo>
                    <a:pt x="989961" y="1394321"/>
                  </a:lnTo>
                  <a:lnTo>
                    <a:pt x="989849" y="1394445"/>
                  </a:lnTo>
                  <a:lnTo>
                    <a:pt x="989727" y="1394538"/>
                  </a:lnTo>
                  <a:lnTo>
                    <a:pt x="989417" y="1394731"/>
                  </a:lnTo>
                  <a:lnTo>
                    <a:pt x="989315" y="1394799"/>
                  </a:lnTo>
                  <a:lnTo>
                    <a:pt x="989201" y="1394877"/>
                  </a:lnTo>
                  <a:lnTo>
                    <a:pt x="989108" y="1394935"/>
                  </a:lnTo>
                  <a:lnTo>
                    <a:pt x="989000" y="1394970"/>
                  </a:lnTo>
                  <a:lnTo>
                    <a:pt x="988789" y="1395039"/>
                  </a:lnTo>
                  <a:lnTo>
                    <a:pt x="988640" y="1395078"/>
                  </a:lnTo>
                  <a:lnTo>
                    <a:pt x="988468" y="1395113"/>
                  </a:lnTo>
                  <a:lnTo>
                    <a:pt x="988319" y="1395145"/>
                  </a:lnTo>
                  <a:lnTo>
                    <a:pt x="987986" y="1395253"/>
                  </a:lnTo>
                  <a:lnTo>
                    <a:pt x="987719" y="1395336"/>
                  </a:lnTo>
                  <a:lnTo>
                    <a:pt x="987523" y="1395384"/>
                  </a:lnTo>
                  <a:lnTo>
                    <a:pt x="987005" y="1395561"/>
                  </a:lnTo>
                  <a:lnTo>
                    <a:pt x="986830" y="1395634"/>
                  </a:lnTo>
                  <a:lnTo>
                    <a:pt x="986694" y="1395705"/>
                  </a:lnTo>
                  <a:lnTo>
                    <a:pt x="986468" y="1395808"/>
                  </a:lnTo>
                  <a:lnTo>
                    <a:pt x="986248" y="1395885"/>
                  </a:lnTo>
                  <a:lnTo>
                    <a:pt x="986079" y="1395949"/>
                  </a:lnTo>
                  <a:lnTo>
                    <a:pt x="985699" y="1396081"/>
                  </a:lnTo>
                  <a:lnTo>
                    <a:pt x="985621" y="1396108"/>
                  </a:lnTo>
                  <a:lnTo>
                    <a:pt x="985345" y="1396246"/>
                  </a:lnTo>
                  <a:lnTo>
                    <a:pt x="984702" y="1396561"/>
                  </a:lnTo>
                  <a:lnTo>
                    <a:pt x="984337" y="1396748"/>
                  </a:lnTo>
                  <a:lnTo>
                    <a:pt x="984099" y="1396885"/>
                  </a:lnTo>
                  <a:lnTo>
                    <a:pt x="983908" y="1397051"/>
                  </a:lnTo>
                  <a:lnTo>
                    <a:pt x="983774" y="1397186"/>
                  </a:lnTo>
                  <a:lnTo>
                    <a:pt x="983434" y="1397522"/>
                  </a:lnTo>
                  <a:lnTo>
                    <a:pt x="983318" y="1397667"/>
                  </a:lnTo>
                  <a:lnTo>
                    <a:pt x="983202" y="1397798"/>
                  </a:lnTo>
                  <a:lnTo>
                    <a:pt x="983083" y="1397931"/>
                  </a:lnTo>
                  <a:lnTo>
                    <a:pt x="983022" y="1397972"/>
                  </a:lnTo>
                  <a:lnTo>
                    <a:pt x="983013" y="1397978"/>
                  </a:lnTo>
                  <a:lnTo>
                    <a:pt x="982961" y="1398012"/>
                  </a:lnTo>
                  <a:lnTo>
                    <a:pt x="982882" y="1398064"/>
                  </a:lnTo>
                  <a:lnTo>
                    <a:pt x="982776" y="1398141"/>
                  </a:lnTo>
                  <a:lnTo>
                    <a:pt x="982771" y="1398136"/>
                  </a:lnTo>
                  <a:lnTo>
                    <a:pt x="982673" y="1398225"/>
                  </a:lnTo>
                  <a:lnTo>
                    <a:pt x="982620" y="1398287"/>
                  </a:lnTo>
                  <a:lnTo>
                    <a:pt x="982571" y="1398343"/>
                  </a:lnTo>
                  <a:lnTo>
                    <a:pt x="982541" y="1398378"/>
                  </a:lnTo>
                  <a:lnTo>
                    <a:pt x="982441" y="1398473"/>
                  </a:lnTo>
                  <a:lnTo>
                    <a:pt x="982366" y="1398559"/>
                  </a:lnTo>
                  <a:lnTo>
                    <a:pt x="982260" y="1398619"/>
                  </a:lnTo>
                  <a:lnTo>
                    <a:pt x="982145" y="1398739"/>
                  </a:lnTo>
                  <a:lnTo>
                    <a:pt x="981952" y="1398940"/>
                  </a:lnTo>
                  <a:lnTo>
                    <a:pt x="981822" y="1399038"/>
                  </a:lnTo>
                  <a:lnTo>
                    <a:pt x="981703" y="1399090"/>
                  </a:lnTo>
                  <a:lnTo>
                    <a:pt x="981497" y="1399126"/>
                  </a:lnTo>
                  <a:lnTo>
                    <a:pt x="981255" y="1399217"/>
                  </a:lnTo>
                  <a:lnTo>
                    <a:pt x="981094" y="1399291"/>
                  </a:lnTo>
                  <a:lnTo>
                    <a:pt x="981060" y="1399308"/>
                  </a:lnTo>
                  <a:lnTo>
                    <a:pt x="980945" y="1399369"/>
                  </a:lnTo>
                  <a:lnTo>
                    <a:pt x="980797" y="1399477"/>
                  </a:lnTo>
                  <a:lnTo>
                    <a:pt x="980589" y="1399657"/>
                  </a:lnTo>
                  <a:lnTo>
                    <a:pt x="980517" y="1399734"/>
                  </a:lnTo>
                  <a:lnTo>
                    <a:pt x="980326" y="1399941"/>
                  </a:lnTo>
                  <a:lnTo>
                    <a:pt x="980211" y="1400054"/>
                  </a:lnTo>
                  <a:lnTo>
                    <a:pt x="980115" y="1400149"/>
                  </a:lnTo>
                  <a:lnTo>
                    <a:pt x="979893" y="1400415"/>
                  </a:lnTo>
                  <a:lnTo>
                    <a:pt x="979727" y="1400601"/>
                  </a:lnTo>
                  <a:lnTo>
                    <a:pt x="979574" y="1400777"/>
                  </a:lnTo>
                  <a:lnTo>
                    <a:pt x="979383" y="1400986"/>
                  </a:lnTo>
                  <a:lnTo>
                    <a:pt x="979373" y="1400997"/>
                  </a:lnTo>
                  <a:lnTo>
                    <a:pt x="979316" y="1401059"/>
                  </a:lnTo>
                  <a:lnTo>
                    <a:pt x="979166" y="1401215"/>
                  </a:lnTo>
                  <a:lnTo>
                    <a:pt x="979044" y="1401364"/>
                  </a:lnTo>
                  <a:lnTo>
                    <a:pt x="978722" y="1401693"/>
                  </a:lnTo>
                  <a:lnTo>
                    <a:pt x="978575" y="1401819"/>
                  </a:lnTo>
                  <a:lnTo>
                    <a:pt x="978422" y="1402009"/>
                  </a:lnTo>
                  <a:lnTo>
                    <a:pt x="978096" y="1402412"/>
                  </a:lnTo>
                  <a:lnTo>
                    <a:pt x="977962" y="1402542"/>
                  </a:lnTo>
                  <a:lnTo>
                    <a:pt x="977810" y="1402662"/>
                  </a:lnTo>
                  <a:lnTo>
                    <a:pt x="977457" y="1402970"/>
                  </a:lnTo>
                  <a:lnTo>
                    <a:pt x="977317" y="1403106"/>
                  </a:lnTo>
                  <a:lnTo>
                    <a:pt x="977160" y="1403255"/>
                  </a:lnTo>
                  <a:lnTo>
                    <a:pt x="976827" y="1403470"/>
                  </a:lnTo>
                  <a:lnTo>
                    <a:pt x="976661" y="1403580"/>
                  </a:lnTo>
                  <a:lnTo>
                    <a:pt x="976442" y="1403713"/>
                  </a:lnTo>
                  <a:lnTo>
                    <a:pt x="976124" y="1403931"/>
                  </a:lnTo>
                  <a:lnTo>
                    <a:pt x="975968" y="1404098"/>
                  </a:lnTo>
                  <a:lnTo>
                    <a:pt x="975732" y="1404321"/>
                  </a:lnTo>
                  <a:lnTo>
                    <a:pt x="975474" y="1404563"/>
                  </a:lnTo>
                  <a:lnTo>
                    <a:pt x="975356" y="1404689"/>
                  </a:lnTo>
                  <a:lnTo>
                    <a:pt x="975241" y="1404795"/>
                  </a:lnTo>
                  <a:lnTo>
                    <a:pt x="975168" y="1404883"/>
                  </a:lnTo>
                  <a:lnTo>
                    <a:pt x="974971" y="1405168"/>
                  </a:lnTo>
                  <a:lnTo>
                    <a:pt x="974771" y="1405388"/>
                  </a:lnTo>
                  <a:lnTo>
                    <a:pt x="974642" y="1405523"/>
                  </a:lnTo>
                  <a:lnTo>
                    <a:pt x="974299" y="1405830"/>
                  </a:lnTo>
                  <a:lnTo>
                    <a:pt x="974113" y="1405988"/>
                  </a:lnTo>
                  <a:lnTo>
                    <a:pt x="973808" y="1406343"/>
                  </a:lnTo>
                  <a:lnTo>
                    <a:pt x="973680" y="1406501"/>
                  </a:lnTo>
                  <a:lnTo>
                    <a:pt x="973612" y="1406585"/>
                  </a:lnTo>
                  <a:lnTo>
                    <a:pt x="973534" y="1406681"/>
                  </a:lnTo>
                  <a:lnTo>
                    <a:pt x="973511" y="1406708"/>
                  </a:lnTo>
                  <a:lnTo>
                    <a:pt x="973284" y="1406985"/>
                  </a:lnTo>
                  <a:lnTo>
                    <a:pt x="973150" y="1407143"/>
                  </a:lnTo>
                  <a:lnTo>
                    <a:pt x="972841" y="1407498"/>
                  </a:lnTo>
                  <a:lnTo>
                    <a:pt x="972795" y="1407565"/>
                  </a:lnTo>
                  <a:lnTo>
                    <a:pt x="972697" y="1407707"/>
                  </a:lnTo>
                  <a:lnTo>
                    <a:pt x="972370" y="1408082"/>
                  </a:lnTo>
                  <a:lnTo>
                    <a:pt x="972179" y="1408294"/>
                  </a:lnTo>
                  <a:lnTo>
                    <a:pt x="972070" y="1408407"/>
                  </a:lnTo>
                  <a:lnTo>
                    <a:pt x="971736" y="1408737"/>
                  </a:lnTo>
                  <a:lnTo>
                    <a:pt x="971521" y="1408927"/>
                  </a:lnTo>
                  <a:lnTo>
                    <a:pt x="971198" y="1409329"/>
                  </a:lnTo>
                  <a:lnTo>
                    <a:pt x="971045" y="1409540"/>
                  </a:lnTo>
                  <a:lnTo>
                    <a:pt x="970932" y="1409694"/>
                  </a:lnTo>
                  <a:lnTo>
                    <a:pt x="970902" y="1409748"/>
                  </a:lnTo>
                  <a:lnTo>
                    <a:pt x="970898" y="1409756"/>
                  </a:lnTo>
                  <a:lnTo>
                    <a:pt x="970827" y="1409842"/>
                  </a:lnTo>
                  <a:lnTo>
                    <a:pt x="970808" y="1409862"/>
                  </a:lnTo>
                  <a:lnTo>
                    <a:pt x="970769" y="1409901"/>
                  </a:lnTo>
                  <a:lnTo>
                    <a:pt x="970737" y="1409950"/>
                  </a:lnTo>
                  <a:lnTo>
                    <a:pt x="970732" y="1409958"/>
                  </a:lnTo>
                  <a:lnTo>
                    <a:pt x="970718" y="1409979"/>
                  </a:lnTo>
                  <a:lnTo>
                    <a:pt x="970661" y="1410030"/>
                  </a:lnTo>
                  <a:lnTo>
                    <a:pt x="970616" y="1410083"/>
                  </a:lnTo>
                  <a:lnTo>
                    <a:pt x="970575" y="1410132"/>
                  </a:lnTo>
                  <a:lnTo>
                    <a:pt x="970417" y="1410323"/>
                  </a:lnTo>
                  <a:lnTo>
                    <a:pt x="970250" y="1410518"/>
                  </a:lnTo>
                  <a:lnTo>
                    <a:pt x="970082" y="1410691"/>
                  </a:lnTo>
                  <a:lnTo>
                    <a:pt x="970004" y="1410789"/>
                  </a:lnTo>
                  <a:lnTo>
                    <a:pt x="969895" y="1410954"/>
                  </a:lnTo>
                  <a:lnTo>
                    <a:pt x="969709" y="1411208"/>
                  </a:lnTo>
                  <a:lnTo>
                    <a:pt x="969608" y="1411357"/>
                  </a:lnTo>
                  <a:lnTo>
                    <a:pt x="969399" y="1411669"/>
                  </a:lnTo>
                  <a:lnTo>
                    <a:pt x="969302" y="1411811"/>
                  </a:lnTo>
                  <a:lnTo>
                    <a:pt x="969118" y="1412053"/>
                  </a:lnTo>
                  <a:lnTo>
                    <a:pt x="969036" y="1412146"/>
                  </a:lnTo>
                  <a:lnTo>
                    <a:pt x="968795" y="1412431"/>
                  </a:lnTo>
                  <a:lnTo>
                    <a:pt x="968682" y="1412544"/>
                  </a:lnTo>
                  <a:lnTo>
                    <a:pt x="968256" y="1412963"/>
                  </a:lnTo>
                  <a:lnTo>
                    <a:pt x="968096" y="1413126"/>
                  </a:lnTo>
                  <a:lnTo>
                    <a:pt x="967941" y="1413253"/>
                  </a:lnTo>
                  <a:lnTo>
                    <a:pt x="967585" y="1413653"/>
                  </a:lnTo>
                  <a:lnTo>
                    <a:pt x="967439" y="1413788"/>
                  </a:lnTo>
                  <a:lnTo>
                    <a:pt x="967279" y="1413969"/>
                  </a:lnTo>
                  <a:lnTo>
                    <a:pt x="967006" y="1414258"/>
                  </a:lnTo>
                  <a:lnTo>
                    <a:pt x="966875" y="1414419"/>
                  </a:lnTo>
                  <a:lnTo>
                    <a:pt x="966719" y="1414629"/>
                  </a:lnTo>
                  <a:lnTo>
                    <a:pt x="966351" y="1415092"/>
                  </a:lnTo>
                  <a:lnTo>
                    <a:pt x="966205" y="1415305"/>
                  </a:lnTo>
                  <a:lnTo>
                    <a:pt x="966094" y="1415486"/>
                  </a:lnTo>
                  <a:lnTo>
                    <a:pt x="965778" y="1415922"/>
                  </a:lnTo>
                  <a:lnTo>
                    <a:pt x="965668" y="1416057"/>
                  </a:lnTo>
                  <a:lnTo>
                    <a:pt x="965519" y="1416283"/>
                  </a:lnTo>
                  <a:lnTo>
                    <a:pt x="965203" y="1416653"/>
                  </a:lnTo>
                  <a:lnTo>
                    <a:pt x="965035" y="1416874"/>
                  </a:lnTo>
                  <a:lnTo>
                    <a:pt x="964890" y="1417052"/>
                  </a:lnTo>
                  <a:lnTo>
                    <a:pt x="964597" y="1417427"/>
                  </a:lnTo>
                  <a:lnTo>
                    <a:pt x="964471" y="1417633"/>
                  </a:lnTo>
                  <a:lnTo>
                    <a:pt x="964340" y="1417852"/>
                  </a:lnTo>
                  <a:lnTo>
                    <a:pt x="964044" y="1418295"/>
                  </a:lnTo>
                  <a:lnTo>
                    <a:pt x="963931" y="1418441"/>
                  </a:lnTo>
                  <a:lnTo>
                    <a:pt x="963783" y="1418644"/>
                  </a:lnTo>
                  <a:lnTo>
                    <a:pt x="963646" y="1418864"/>
                  </a:lnTo>
                  <a:lnTo>
                    <a:pt x="963622" y="1418905"/>
                  </a:lnTo>
                  <a:lnTo>
                    <a:pt x="963616" y="1418917"/>
                  </a:lnTo>
                  <a:lnTo>
                    <a:pt x="963612" y="1418923"/>
                  </a:lnTo>
                  <a:lnTo>
                    <a:pt x="963426" y="1419246"/>
                  </a:lnTo>
                  <a:lnTo>
                    <a:pt x="963277" y="1419568"/>
                  </a:lnTo>
                  <a:lnTo>
                    <a:pt x="963224" y="1419721"/>
                  </a:lnTo>
                  <a:lnTo>
                    <a:pt x="963160" y="1420083"/>
                  </a:lnTo>
                  <a:lnTo>
                    <a:pt x="963139" y="1420277"/>
                  </a:lnTo>
                  <a:lnTo>
                    <a:pt x="963145" y="1420403"/>
                  </a:lnTo>
                  <a:lnTo>
                    <a:pt x="963191" y="1420570"/>
                  </a:lnTo>
                  <a:lnTo>
                    <a:pt x="963309" y="1420862"/>
                  </a:lnTo>
                  <a:lnTo>
                    <a:pt x="963421" y="1421095"/>
                  </a:lnTo>
                  <a:lnTo>
                    <a:pt x="963478" y="1421217"/>
                  </a:lnTo>
                  <a:lnTo>
                    <a:pt x="963492" y="1421310"/>
                  </a:lnTo>
                  <a:lnTo>
                    <a:pt x="963496" y="1421401"/>
                  </a:lnTo>
                  <a:lnTo>
                    <a:pt x="963501" y="1421766"/>
                  </a:lnTo>
                  <a:lnTo>
                    <a:pt x="963492" y="1422109"/>
                  </a:lnTo>
                  <a:lnTo>
                    <a:pt x="963449" y="1422514"/>
                  </a:lnTo>
                  <a:lnTo>
                    <a:pt x="963449" y="1422927"/>
                  </a:lnTo>
                  <a:lnTo>
                    <a:pt x="963402" y="1423324"/>
                  </a:lnTo>
                  <a:lnTo>
                    <a:pt x="963375" y="1423612"/>
                  </a:lnTo>
                  <a:lnTo>
                    <a:pt x="963267" y="1424188"/>
                  </a:lnTo>
                  <a:lnTo>
                    <a:pt x="963208" y="1424520"/>
                  </a:lnTo>
                  <a:lnTo>
                    <a:pt x="963062" y="1425109"/>
                  </a:lnTo>
                  <a:lnTo>
                    <a:pt x="962983" y="1425416"/>
                  </a:lnTo>
                  <a:lnTo>
                    <a:pt x="962811" y="1425898"/>
                  </a:lnTo>
                  <a:lnTo>
                    <a:pt x="962741" y="1426036"/>
                  </a:lnTo>
                  <a:lnTo>
                    <a:pt x="962696" y="1426112"/>
                  </a:lnTo>
                  <a:lnTo>
                    <a:pt x="962581" y="1426258"/>
                  </a:lnTo>
                  <a:lnTo>
                    <a:pt x="962388" y="1426444"/>
                  </a:lnTo>
                  <a:lnTo>
                    <a:pt x="962241" y="1426536"/>
                  </a:lnTo>
                  <a:lnTo>
                    <a:pt x="962027" y="1426636"/>
                  </a:lnTo>
                  <a:lnTo>
                    <a:pt x="961614" y="1426763"/>
                  </a:lnTo>
                  <a:lnTo>
                    <a:pt x="961381" y="1426804"/>
                  </a:lnTo>
                  <a:lnTo>
                    <a:pt x="960973" y="1426874"/>
                  </a:lnTo>
                  <a:lnTo>
                    <a:pt x="960728" y="1426912"/>
                  </a:lnTo>
                  <a:lnTo>
                    <a:pt x="960566" y="1426939"/>
                  </a:lnTo>
                  <a:lnTo>
                    <a:pt x="960072" y="1427011"/>
                  </a:lnTo>
                  <a:lnTo>
                    <a:pt x="959848" y="1427042"/>
                  </a:lnTo>
                  <a:lnTo>
                    <a:pt x="959406" y="1427121"/>
                  </a:lnTo>
                  <a:lnTo>
                    <a:pt x="959105" y="1427172"/>
                  </a:lnTo>
                  <a:lnTo>
                    <a:pt x="958894" y="1427216"/>
                  </a:lnTo>
                  <a:lnTo>
                    <a:pt x="958514" y="1427294"/>
                  </a:lnTo>
                  <a:lnTo>
                    <a:pt x="957885" y="1427445"/>
                  </a:lnTo>
                  <a:lnTo>
                    <a:pt x="957637" y="1427529"/>
                  </a:lnTo>
                  <a:lnTo>
                    <a:pt x="957288" y="1427680"/>
                  </a:lnTo>
                  <a:lnTo>
                    <a:pt x="957181" y="1427754"/>
                  </a:lnTo>
                  <a:lnTo>
                    <a:pt x="957078" y="1427867"/>
                  </a:lnTo>
                  <a:lnTo>
                    <a:pt x="957069" y="1427876"/>
                  </a:lnTo>
                  <a:lnTo>
                    <a:pt x="956973" y="1427952"/>
                  </a:lnTo>
                  <a:lnTo>
                    <a:pt x="956756" y="1428102"/>
                  </a:lnTo>
                  <a:lnTo>
                    <a:pt x="956575" y="1428225"/>
                  </a:lnTo>
                  <a:lnTo>
                    <a:pt x="956520" y="1428273"/>
                  </a:lnTo>
                  <a:lnTo>
                    <a:pt x="956405" y="1428349"/>
                  </a:lnTo>
                  <a:lnTo>
                    <a:pt x="956319" y="1428392"/>
                  </a:lnTo>
                  <a:lnTo>
                    <a:pt x="956240" y="1428441"/>
                  </a:lnTo>
                  <a:lnTo>
                    <a:pt x="956180" y="1428493"/>
                  </a:lnTo>
                  <a:lnTo>
                    <a:pt x="956066" y="1428581"/>
                  </a:lnTo>
                  <a:lnTo>
                    <a:pt x="955985" y="1428647"/>
                  </a:lnTo>
                  <a:lnTo>
                    <a:pt x="955816" y="1428742"/>
                  </a:lnTo>
                  <a:lnTo>
                    <a:pt x="955627" y="1428851"/>
                  </a:lnTo>
                  <a:lnTo>
                    <a:pt x="955490" y="1428945"/>
                  </a:lnTo>
                  <a:lnTo>
                    <a:pt x="955398" y="1428990"/>
                  </a:lnTo>
                  <a:lnTo>
                    <a:pt x="955350" y="1429022"/>
                  </a:lnTo>
                  <a:lnTo>
                    <a:pt x="955128" y="1429149"/>
                  </a:lnTo>
                  <a:lnTo>
                    <a:pt x="954984" y="1429241"/>
                  </a:lnTo>
                  <a:lnTo>
                    <a:pt x="954816" y="1429330"/>
                  </a:lnTo>
                  <a:lnTo>
                    <a:pt x="954651" y="1429411"/>
                  </a:lnTo>
                  <a:lnTo>
                    <a:pt x="954483" y="1429525"/>
                  </a:lnTo>
                  <a:lnTo>
                    <a:pt x="954299" y="1429631"/>
                  </a:lnTo>
                  <a:lnTo>
                    <a:pt x="954179" y="1429682"/>
                  </a:lnTo>
                  <a:lnTo>
                    <a:pt x="953962" y="1429759"/>
                  </a:lnTo>
                  <a:lnTo>
                    <a:pt x="953745" y="1429846"/>
                  </a:lnTo>
                  <a:lnTo>
                    <a:pt x="953585" y="1429912"/>
                  </a:lnTo>
                  <a:lnTo>
                    <a:pt x="953425" y="1429975"/>
                  </a:lnTo>
                  <a:lnTo>
                    <a:pt x="953248" y="1430055"/>
                  </a:lnTo>
                  <a:lnTo>
                    <a:pt x="952914" y="1430199"/>
                  </a:lnTo>
                  <a:lnTo>
                    <a:pt x="952715" y="1430285"/>
                  </a:lnTo>
                  <a:lnTo>
                    <a:pt x="952573" y="1430352"/>
                  </a:lnTo>
                  <a:lnTo>
                    <a:pt x="952292" y="1430467"/>
                  </a:lnTo>
                  <a:lnTo>
                    <a:pt x="952182" y="1430507"/>
                  </a:lnTo>
                  <a:lnTo>
                    <a:pt x="951987" y="1430563"/>
                  </a:lnTo>
                  <a:lnTo>
                    <a:pt x="951816" y="1430611"/>
                  </a:lnTo>
                  <a:lnTo>
                    <a:pt x="951472" y="1430682"/>
                  </a:lnTo>
                  <a:lnTo>
                    <a:pt x="951341" y="1430711"/>
                  </a:lnTo>
                  <a:lnTo>
                    <a:pt x="951146" y="1430776"/>
                  </a:lnTo>
                  <a:lnTo>
                    <a:pt x="951061" y="1430799"/>
                  </a:lnTo>
                  <a:lnTo>
                    <a:pt x="950721" y="1430868"/>
                  </a:lnTo>
                  <a:lnTo>
                    <a:pt x="950529" y="1430904"/>
                  </a:lnTo>
                  <a:lnTo>
                    <a:pt x="950334" y="1430936"/>
                  </a:lnTo>
                  <a:lnTo>
                    <a:pt x="949865" y="1431009"/>
                  </a:lnTo>
                  <a:lnTo>
                    <a:pt x="949698" y="1431032"/>
                  </a:lnTo>
                  <a:lnTo>
                    <a:pt x="949551" y="1431056"/>
                  </a:lnTo>
                  <a:lnTo>
                    <a:pt x="949247" y="1431137"/>
                  </a:lnTo>
                  <a:lnTo>
                    <a:pt x="949112" y="1431177"/>
                  </a:lnTo>
                  <a:lnTo>
                    <a:pt x="948936" y="1431220"/>
                  </a:lnTo>
                  <a:lnTo>
                    <a:pt x="948786" y="1431254"/>
                  </a:lnTo>
                  <a:lnTo>
                    <a:pt x="948703" y="1431259"/>
                  </a:lnTo>
                  <a:lnTo>
                    <a:pt x="948385" y="1431316"/>
                  </a:lnTo>
                  <a:lnTo>
                    <a:pt x="948196" y="1431330"/>
                  </a:lnTo>
                  <a:lnTo>
                    <a:pt x="948046" y="1431342"/>
                  </a:lnTo>
                  <a:lnTo>
                    <a:pt x="947922" y="1431341"/>
                  </a:lnTo>
                  <a:lnTo>
                    <a:pt x="947704" y="1431355"/>
                  </a:lnTo>
                  <a:lnTo>
                    <a:pt x="947563" y="1431378"/>
                  </a:lnTo>
                  <a:lnTo>
                    <a:pt x="947392" y="1431412"/>
                  </a:lnTo>
                  <a:lnTo>
                    <a:pt x="947237" y="1431435"/>
                  </a:lnTo>
                  <a:lnTo>
                    <a:pt x="947132" y="1431445"/>
                  </a:lnTo>
                  <a:lnTo>
                    <a:pt x="947103" y="1431446"/>
                  </a:lnTo>
                  <a:lnTo>
                    <a:pt x="947054" y="1431447"/>
                  </a:lnTo>
                  <a:lnTo>
                    <a:pt x="946995" y="1431474"/>
                  </a:lnTo>
                  <a:lnTo>
                    <a:pt x="946860" y="1431517"/>
                  </a:lnTo>
                  <a:lnTo>
                    <a:pt x="946602" y="1431585"/>
                  </a:lnTo>
                  <a:lnTo>
                    <a:pt x="946588" y="1431584"/>
                  </a:lnTo>
                  <a:lnTo>
                    <a:pt x="946546" y="1431595"/>
                  </a:lnTo>
                  <a:lnTo>
                    <a:pt x="946475" y="1431613"/>
                  </a:lnTo>
                  <a:lnTo>
                    <a:pt x="946256" y="1431626"/>
                  </a:lnTo>
                  <a:lnTo>
                    <a:pt x="946086" y="1431627"/>
                  </a:lnTo>
                  <a:lnTo>
                    <a:pt x="945958" y="1431632"/>
                  </a:lnTo>
                  <a:lnTo>
                    <a:pt x="945825" y="1431644"/>
                  </a:lnTo>
                  <a:lnTo>
                    <a:pt x="945582" y="1431683"/>
                  </a:lnTo>
                  <a:lnTo>
                    <a:pt x="945390" y="1431710"/>
                  </a:lnTo>
                  <a:lnTo>
                    <a:pt x="945242" y="1431724"/>
                  </a:lnTo>
                  <a:lnTo>
                    <a:pt x="945075" y="1431750"/>
                  </a:lnTo>
                  <a:lnTo>
                    <a:pt x="944971" y="1431779"/>
                  </a:lnTo>
                  <a:lnTo>
                    <a:pt x="944690" y="1431787"/>
                  </a:lnTo>
                  <a:lnTo>
                    <a:pt x="944522" y="1431783"/>
                  </a:lnTo>
                  <a:lnTo>
                    <a:pt x="944336" y="1431784"/>
                  </a:lnTo>
                  <a:lnTo>
                    <a:pt x="944147" y="1431776"/>
                  </a:lnTo>
                  <a:lnTo>
                    <a:pt x="944003" y="1431783"/>
                  </a:lnTo>
                  <a:lnTo>
                    <a:pt x="943692" y="1431807"/>
                  </a:lnTo>
                  <a:lnTo>
                    <a:pt x="943536" y="1431823"/>
                  </a:lnTo>
                  <a:lnTo>
                    <a:pt x="943407" y="1431859"/>
                  </a:lnTo>
                  <a:lnTo>
                    <a:pt x="943332" y="1431872"/>
                  </a:lnTo>
                  <a:lnTo>
                    <a:pt x="943180" y="1431871"/>
                  </a:lnTo>
                  <a:lnTo>
                    <a:pt x="942998" y="1431854"/>
                  </a:lnTo>
                  <a:lnTo>
                    <a:pt x="942839" y="1431845"/>
                  </a:lnTo>
                  <a:lnTo>
                    <a:pt x="942595" y="1431815"/>
                  </a:lnTo>
                  <a:lnTo>
                    <a:pt x="942391" y="1431796"/>
                  </a:lnTo>
                  <a:lnTo>
                    <a:pt x="942182" y="1431777"/>
                  </a:lnTo>
                  <a:lnTo>
                    <a:pt x="941815" y="1431745"/>
                  </a:lnTo>
                  <a:lnTo>
                    <a:pt x="941621" y="1431731"/>
                  </a:lnTo>
                  <a:lnTo>
                    <a:pt x="941381" y="1431723"/>
                  </a:lnTo>
                  <a:lnTo>
                    <a:pt x="940984" y="1431726"/>
                  </a:lnTo>
                  <a:lnTo>
                    <a:pt x="940764" y="1431723"/>
                  </a:lnTo>
                  <a:lnTo>
                    <a:pt x="940418" y="1431748"/>
                  </a:lnTo>
                  <a:lnTo>
                    <a:pt x="940187" y="1431769"/>
                  </a:lnTo>
                  <a:lnTo>
                    <a:pt x="940021" y="1431785"/>
                  </a:lnTo>
                  <a:lnTo>
                    <a:pt x="939611" y="1431820"/>
                  </a:lnTo>
                  <a:lnTo>
                    <a:pt x="939371" y="1431860"/>
                  </a:lnTo>
                  <a:lnTo>
                    <a:pt x="939115" y="1431903"/>
                  </a:lnTo>
                  <a:lnTo>
                    <a:pt x="938834" y="1431958"/>
                  </a:lnTo>
                  <a:lnTo>
                    <a:pt x="938691" y="1431980"/>
                  </a:lnTo>
                  <a:lnTo>
                    <a:pt x="938518" y="1432010"/>
                  </a:lnTo>
                  <a:lnTo>
                    <a:pt x="938369" y="1432035"/>
                  </a:lnTo>
                  <a:lnTo>
                    <a:pt x="938060" y="1432069"/>
                  </a:lnTo>
                  <a:lnTo>
                    <a:pt x="937911" y="1432098"/>
                  </a:lnTo>
                  <a:lnTo>
                    <a:pt x="937764" y="1432123"/>
                  </a:lnTo>
                  <a:lnTo>
                    <a:pt x="937603" y="1432150"/>
                  </a:lnTo>
                  <a:lnTo>
                    <a:pt x="937324" y="1432186"/>
                  </a:lnTo>
                  <a:lnTo>
                    <a:pt x="937079" y="1432222"/>
                  </a:lnTo>
                  <a:lnTo>
                    <a:pt x="936902" y="1432234"/>
                  </a:lnTo>
                  <a:lnTo>
                    <a:pt x="936762" y="1432239"/>
                  </a:lnTo>
                  <a:lnTo>
                    <a:pt x="936417" y="1432286"/>
                  </a:lnTo>
                  <a:lnTo>
                    <a:pt x="936216" y="1432305"/>
                  </a:lnTo>
                  <a:lnTo>
                    <a:pt x="936075" y="1432316"/>
                  </a:lnTo>
                  <a:lnTo>
                    <a:pt x="935771" y="1432335"/>
                  </a:lnTo>
                  <a:lnTo>
                    <a:pt x="935562" y="1432346"/>
                  </a:lnTo>
                  <a:lnTo>
                    <a:pt x="935402" y="1432371"/>
                  </a:lnTo>
                  <a:lnTo>
                    <a:pt x="935264" y="1432396"/>
                  </a:lnTo>
                  <a:lnTo>
                    <a:pt x="935216" y="1432405"/>
                  </a:lnTo>
                  <a:lnTo>
                    <a:pt x="935137" y="1432419"/>
                  </a:lnTo>
                  <a:lnTo>
                    <a:pt x="934976" y="1432450"/>
                  </a:lnTo>
                  <a:lnTo>
                    <a:pt x="934771" y="1432488"/>
                  </a:lnTo>
                  <a:lnTo>
                    <a:pt x="934318" y="1432563"/>
                  </a:lnTo>
                  <a:lnTo>
                    <a:pt x="934082" y="1432594"/>
                  </a:lnTo>
                  <a:lnTo>
                    <a:pt x="933944" y="1432630"/>
                  </a:lnTo>
                  <a:lnTo>
                    <a:pt x="933597" y="1432719"/>
                  </a:lnTo>
                  <a:lnTo>
                    <a:pt x="933416" y="1432748"/>
                  </a:lnTo>
                  <a:lnTo>
                    <a:pt x="933241" y="1432782"/>
                  </a:lnTo>
                  <a:lnTo>
                    <a:pt x="932784" y="1432859"/>
                  </a:lnTo>
                  <a:lnTo>
                    <a:pt x="932607" y="1432888"/>
                  </a:lnTo>
                  <a:lnTo>
                    <a:pt x="932375" y="1432922"/>
                  </a:lnTo>
                  <a:lnTo>
                    <a:pt x="932042" y="1432966"/>
                  </a:lnTo>
                  <a:lnTo>
                    <a:pt x="931913" y="1432996"/>
                  </a:lnTo>
                  <a:lnTo>
                    <a:pt x="931775" y="1433034"/>
                  </a:lnTo>
                  <a:lnTo>
                    <a:pt x="931426" y="1433087"/>
                  </a:lnTo>
                  <a:lnTo>
                    <a:pt x="931219" y="1433112"/>
                  </a:lnTo>
                  <a:lnTo>
                    <a:pt x="931117" y="1433112"/>
                  </a:lnTo>
                  <a:lnTo>
                    <a:pt x="930976" y="1433128"/>
                  </a:lnTo>
                  <a:lnTo>
                    <a:pt x="930702" y="1433182"/>
                  </a:lnTo>
                  <a:lnTo>
                    <a:pt x="930494" y="1433235"/>
                  </a:lnTo>
                  <a:lnTo>
                    <a:pt x="930296" y="1433280"/>
                  </a:lnTo>
                  <a:lnTo>
                    <a:pt x="930004" y="1433342"/>
                  </a:lnTo>
                  <a:lnTo>
                    <a:pt x="929813" y="1433363"/>
                  </a:lnTo>
                  <a:lnTo>
                    <a:pt x="929689" y="1433367"/>
                  </a:lnTo>
                  <a:lnTo>
                    <a:pt x="929555" y="1433374"/>
                  </a:lnTo>
                  <a:lnTo>
                    <a:pt x="929154" y="1433408"/>
                  </a:lnTo>
                  <a:lnTo>
                    <a:pt x="928924" y="1433448"/>
                  </a:lnTo>
                  <a:lnTo>
                    <a:pt x="928713" y="1433502"/>
                  </a:lnTo>
                  <a:lnTo>
                    <a:pt x="928387" y="1433569"/>
                  </a:lnTo>
                  <a:lnTo>
                    <a:pt x="928208" y="1433597"/>
                  </a:lnTo>
                  <a:lnTo>
                    <a:pt x="928103" y="1433615"/>
                  </a:lnTo>
                  <a:lnTo>
                    <a:pt x="927738" y="1433695"/>
                  </a:lnTo>
                  <a:lnTo>
                    <a:pt x="927625" y="1433722"/>
                  </a:lnTo>
                  <a:lnTo>
                    <a:pt x="927393" y="1433754"/>
                  </a:lnTo>
                  <a:lnTo>
                    <a:pt x="927022" y="1433814"/>
                  </a:lnTo>
                  <a:lnTo>
                    <a:pt x="926829" y="1433829"/>
                  </a:lnTo>
                  <a:lnTo>
                    <a:pt x="926661" y="1433838"/>
                  </a:lnTo>
                  <a:lnTo>
                    <a:pt x="926228" y="1433839"/>
                  </a:lnTo>
                  <a:lnTo>
                    <a:pt x="926119" y="1433832"/>
                  </a:lnTo>
                  <a:lnTo>
                    <a:pt x="925874" y="1433777"/>
                  </a:lnTo>
                  <a:lnTo>
                    <a:pt x="925549" y="1433651"/>
                  </a:lnTo>
                  <a:lnTo>
                    <a:pt x="925273" y="1433538"/>
                  </a:lnTo>
                  <a:lnTo>
                    <a:pt x="924790" y="1433333"/>
                  </a:lnTo>
                  <a:lnTo>
                    <a:pt x="924581" y="1433252"/>
                  </a:lnTo>
                  <a:lnTo>
                    <a:pt x="924222" y="1433099"/>
                  </a:lnTo>
                  <a:lnTo>
                    <a:pt x="924037" y="1433034"/>
                  </a:lnTo>
                  <a:lnTo>
                    <a:pt x="923785" y="1432947"/>
                  </a:lnTo>
                  <a:lnTo>
                    <a:pt x="923617" y="1432885"/>
                  </a:lnTo>
                  <a:lnTo>
                    <a:pt x="923447" y="1432805"/>
                  </a:lnTo>
                  <a:lnTo>
                    <a:pt x="923425" y="1432792"/>
                  </a:lnTo>
                  <a:lnTo>
                    <a:pt x="923377" y="1432765"/>
                  </a:lnTo>
                  <a:lnTo>
                    <a:pt x="923294" y="1432746"/>
                  </a:lnTo>
                  <a:lnTo>
                    <a:pt x="923091" y="1432666"/>
                  </a:lnTo>
                  <a:lnTo>
                    <a:pt x="922823" y="1432559"/>
                  </a:lnTo>
                  <a:lnTo>
                    <a:pt x="922715" y="1432526"/>
                  </a:lnTo>
                  <a:lnTo>
                    <a:pt x="922635" y="1432493"/>
                  </a:lnTo>
                  <a:lnTo>
                    <a:pt x="922518" y="1432461"/>
                  </a:lnTo>
                  <a:lnTo>
                    <a:pt x="922306" y="1432401"/>
                  </a:lnTo>
                  <a:lnTo>
                    <a:pt x="921862" y="1432285"/>
                  </a:lnTo>
                  <a:lnTo>
                    <a:pt x="921687" y="1432245"/>
                  </a:lnTo>
                  <a:lnTo>
                    <a:pt x="921558" y="1432226"/>
                  </a:lnTo>
                  <a:lnTo>
                    <a:pt x="921471" y="1432206"/>
                  </a:lnTo>
                  <a:lnTo>
                    <a:pt x="921367" y="1432196"/>
                  </a:lnTo>
                  <a:lnTo>
                    <a:pt x="921169" y="1432192"/>
                  </a:lnTo>
                  <a:lnTo>
                    <a:pt x="920905" y="1432185"/>
                  </a:lnTo>
                  <a:lnTo>
                    <a:pt x="920741" y="1432177"/>
                  </a:lnTo>
                  <a:lnTo>
                    <a:pt x="920404" y="1432111"/>
                  </a:lnTo>
                  <a:lnTo>
                    <a:pt x="920140" y="1432082"/>
                  </a:lnTo>
                  <a:lnTo>
                    <a:pt x="919845" y="1432032"/>
                  </a:lnTo>
                  <a:lnTo>
                    <a:pt x="919583" y="1431997"/>
                  </a:lnTo>
                  <a:lnTo>
                    <a:pt x="919392" y="1431969"/>
                  </a:lnTo>
                  <a:lnTo>
                    <a:pt x="919121" y="1431920"/>
                  </a:lnTo>
                  <a:lnTo>
                    <a:pt x="918927" y="1431895"/>
                  </a:lnTo>
                  <a:lnTo>
                    <a:pt x="918799" y="1431886"/>
                  </a:lnTo>
                  <a:lnTo>
                    <a:pt x="918648" y="1431884"/>
                  </a:lnTo>
                  <a:lnTo>
                    <a:pt x="918375" y="1431883"/>
                  </a:lnTo>
                  <a:lnTo>
                    <a:pt x="918123" y="1431879"/>
                  </a:lnTo>
                  <a:lnTo>
                    <a:pt x="917923" y="1431876"/>
                  </a:lnTo>
                  <a:lnTo>
                    <a:pt x="917609" y="1431921"/>
                  </a:lnTo>
                  <a:lnTo>
                    <a:pt x="917433" y="1431946"/>
                  </a:lnTo>
                  <a:lnTo>
                    <a:pt x="917207" y="1432016"/>
                  </a:lnTo>
                  <a:lnTo>
                    <a:pt x="916917" y="1432090"/>
                  </a:lnTo>
                  <a:lnTo>
                    <a:pt x="916735" y="1432165"/>
                  </a:lnTo>
                  <a:lnTo>
                    <a:pt x="916569" y="1432248"/>
                  </a:lnTo>
                  <a:lnTo>
                    <a:pt x="916463" y="1432286"/>
                  </a:lnTo>
                  <a:lnTo>
                    <a:pt x="916204" y="1432381"/>
                  </a:lnTo>
                  <a:lnTo>
                    <a:pt x="915989" y="1432441"/>
                  </a:lnTo>
                  <a:lnTo>
                    <a:pt x="915789" y="1432505"/>
                  </a:lnTo>
                  <a:lnTo>
                    <a:pt x="915650" y="1432545"/>
                  </a:lnTo>
                  <a:lnTo>
                    <a:pt x="915449" y="1432619"/>
                  </a:lnTo>
                  <a:lnTo>
                    <a:pt x="915317" y="1432675"/>
                  </a:lnTo>
                  <a:lnTo>
                    <a:pt x="915194" y="1432764"/>
                  </a:lnTo>
                  <a:lnTo>
                    <a:pt x="915010" y="1432868"/>
                  </a:lnTo>
                  <a:lnTo>
                    <a:pt x="914817" y="1433015"/>
                  </a:lnTo>
                  <a:lnTo>
                    <a:pt x="914673" y="1433099"/>
                  </a:lnTo>
                  <a:lnTo>
                    <a:pt x="914543" y="1433157"/>
                  </a:lnTo>
                  <a:lnTo>
                    <a:pt x="914400" y="1433194"/>
                  </a:lnTo>
                  <a:lnTo>
                    <a:pt x="914289" y="1433230"/>
                  </a:lnTo>
                  <a:lnTo>
                    <a:pt x="914111" y="1433274"/>
                  </a:lnTo>
                  <a:lnTo>
                    <a:pt x="913975" y="1433293"/>
                  </a:lnTo>
                  <a:lnTo>
                    <a:pt x="913873" y="1433295"/>
                  </a:lnTo>
                  <a:lnTo>
                    <a:pt x="913660" y="1433307"/>
                  </a:lnTo>
                  <a:lnTo>
                    <a:pt x="913528" y="1433304"/>
                  </a:lnTo>
                  <a:lnTo>
                    <a:pt x="913460" y="1433290"/>
                  </a:lnTo>
                  <a:lnTo>
                    <a:pt x="913380" y="1433265"/>
                  </a:lnTo>
                  <a:lnTo>
                    <a:pt x="913242" y="1433198"/>
                  </a:lnTo>
                  <a:lnTo>
                    <a:pt x="913071" y="1433125"/>
                  </a:lnTo>
                  <a:lnTo>
                    <a:pt x="912852" y="1433007"/>
                  </a:lnTo>
                  <a:lnTo>
                    <a:pt x="912605" y="1432877"/>
                  </a:lnTo>
                  <a:lnTo>
                    <a:pt x="912364" y="1432749"/>
                  </a:lnTo>
                  <a:lnTo>
                    <a:pt x="912222" y="1432667"/>
                  </a:lnTo>
                  <a:lnTo>
                    <a:pt x="911981" y="1432559"/>
                  </a:lnTo>
                  <a:lnTo>
                    <a:pt x="911745" y="1432421"/>
                  </a:lnTo>
                  <a:lnTo>
                    <a:pt x="911586" y="1432351"/>
                  </a:lnTo>
                  <a:lnTo>
                    <a:pt x="911539" y="1432330"/>
                  </a:lnTo>
                  <a:lnTo>
                    <a:pt x="911528" y="1432326"/>
                  </a:lnTo>
                  <a:lnTo>
                    <a:pt x="911304" y="1432208"/>
                  </a:lnTo>
                  <a:lnTo>
                    <a:pt x="911068" y="1432105"/>
                  </a:lnTo>
                  <a:lnTo>
                    <a:pt x="910844" y="1432023"/>
                  </a:lnTo>
                  <a:lnTo>
                    <a:pt x="910545" y="1431888"/>
                  </a:lnTo>
                  <a:lnTo>
                    <a:pt x="910369" y="1431814"/>
                  </a:lnTo>
                  <a:lnTo>
                    <a:pt x="910233" y="1431751"/>
                  </a:lnTo>
                  <a:lnTo>
                    <a:pt x="910142" y="1431695"/>
                  </a:lnTo>
                  <a:lnTo>
                    <a:pt x="909920" y="1431589"/>
                  </a:lnTo>
                  <a:lnTo>
                    <a:pt x="909711" y="1431488"/>
                  </a:lnTo>
                  <a:lnTo>
                    <a:pt x="909482" y="1431360"/>
                  </a:lnTo>
                  <a:lnTo>
                    <a:pt x="909256" y="1431226"/>
                  </a:lnTo>
                  <a:lnTo>
                    <a:pt x="908987" y="1431082"/>
                  </a:lnTo>
                  <a:lnTo>
                    <a:pt x="908818" y="1430982"/>
                  </a:lnTo>
                  <a:lnTo>
                    <a:pt x="908654" y="1430866"/>
                  </a:lnTo>
                  <a:lnTo>
                    <a:pt x="908507" y="1430795"/>
                  </a:lnTo>
                  <a:lnTo>
                    <a:pt x="908304" y="1430691"/>
                  </a:lnTo>
                  <a:lnTo>
                    <a:pt x="908107" y="1430555"/>
                  </a:lnTo>
                  <a:lnTo>
                    <a:pt x="907931" y="1430421"/>
                  </a:lnTo>
                  <a:lnTo>
                    <a:pt x="907777" y="1430338"/>
                  </a:lnTo>
                  <a:lnTo>
                    <a:pt x="907690" y="1430294"/>
                  </a:lnTo>
                  <a:lnTo>
                    <a:pt x="907515" y="1430251"/>
                  </a:lnTo>
                  <a:lnTo>
                    <a:pt x="907230" y="1430203"/>
                  </a:lnTo>
                  <a:lnTo>
                    <a:pt x="907039" y="1430183"/>
                  </a:lnTo>
                  <a:lnTo>
                    <a:pt x="906702" y="1430167"/>
                  </a:lnTo>
                  <a:lnTo>
                    <a:pt x="906519" y="1430172"/>
                  </a:lnTo>
                  <a:lnTo>
                    <a:pt x="906312" y="1430188"/>
                  </a:lnTo>
                  <a:lnTo>
                    <a:pt x="905939" y="1430253"/>
                  </a:lnTo>
                  <a:lnTo>
                    <a:pt x="905798" y="1430263"/>
                  </a:lnTo>
                  <a:lnTo>
                    <a:pt x="905553" y="1430293"/>
                  </a:lnTo>
                  <a:lnTo>
                    <a:pt x="905280" y="1430323"/>
                  </a:lnTo>
                  <a:lnTo>
                    <a:pt x="905092" y="1430343"/>
                  </a:lnTo>
                  <a:lnTo>
                    <a:pt x="904863" y="1430382"/>
                  </a:lnTo>
                  <a:lnTo>
                    <a:pt x="904463" y="1430423"/>
                  </a:lnTo>
                  <a:lnTo>
                    <a:pt x="904257" y="1430448"/>
                  </a:lnTo>
                  <a:lnTo>
                    <a:pt x="904078" y="1430466"/>
                  </a:lnTo>
                  <a:lnTo>
                    <a:pt x="903651" y="1430507"/>
                  </a:lnTo>
                  <a:lnTo>
                    <a:pt x="903451" y="1430527"/>
                  </a:lnTo>
                  <a:lnTo>
                    <a:pt x="903296" y="1430549"/>
                  </a:lnTo>
                  <a:lnTo>
                    <a:pt x="903076" y="1430585"/>
                  </a:lnTo>
                  <a:lnTo>
                    <a:pt x="902939" y="1430616"/>
                  </a:lnTo>
                  <a:lnTo>
                    <a:pt x="902750" y="1430657"/>
                  </a:lnTo>
                  <a:lnTo>
                    <a:pt x="902401" y="1430724"/>
                  </a:lnTo>
                  <a:lnTo>
                    <a:pt x="902188" y="1430788"/>
                  </a:lnTo>
                  <a:lnTo>
                    <a:pt x="902037" y="1430843"/>
                  </a:lnTo>
                  <a:lnTo>
                    <a:pt x="901877" y="1430899"/>
                  </a:lnTo>
                  <a:lnTo>
                    <a:pt x="901620" y="1430993"/>
                  </a:lnTo>
                  <a:lnTo>
                    <a:pt x="901461" y="1431045"/>
                  </a:lnTo>
                  <a:lnTo>
                    <a:pt x="901299" y="1431094"/>
                  </a:lnTo>
                  <a:lnTo>
                    <a:pt x="901098" y="1431158"/>
                  </a:lnTo>
                  <a:lnTo>
                    <a:pt x="900880" y="1431229"/>
                  </a:lnTo>
                  <a:lnTo>
                    <a:pt x="900722" y="1431289"/>
                  </a:lnTo>
                  <a:lnTo>
                    <a:pt x="900564" y="1431342"/>
                  </a:lnTo>
                  <a:lnTo>
                    <a:pt x="900430" y="1431415"/>
                  </a:lnTo>
                  <a:lnTo>
                    <a:pt x="900145" y="1431592"/>
                  </a:lnTo>
                  <a:lnTo>
                    <a:pt x="899981" y="1431708"/>
                  </a:lnTo>
                  <a:lnTo>
                    <a:pt x="899899" y="1431763"/>
                  </a:lnTo>
                  <a:lnTo>
                    <a:pt x="899764" y="1431830"/>
                  </a:lnTo>
                  <a:lnTo>
                    <a:pt x="899747" y="1431839"/>
                  </a:lnTo>
                  <a:lnTo>
                    <a:pt x="899697" y="1431865"/>
                  </a:lnTo>
                  <a:lnTo>
                    <a:pt x="899573" y="1431886"/>
                  </a:lnTo>
                  <a:lnTo>
                    <a:pt x="899453" y="1431902"/>
                  </a:lnTo>
                  <a:lnTo>
                    <a:pt x="899345" y="1431927"/>
                  </a:lnTo>
                  <a:lnTo>
                    <a:pt x="899213" y="1431955"/>
                  </a:lnTo>
                  <a:lnTo>
                    <a:pt x="899045" y="1432002"/>
                  </a:lnTo>
                  <a:lnTo>
                    <a:pt x="898920" y="1432027"/>
                  </a:lnTo>
                  <a:lnTo>
                    <a:pt x="898786" y="1432066"/>
                  </a:lnTo>
                  <a:lnTo>
                    <a:pt x="898649" y="1432123"/>
                  </a:lnTo>
                  <a:lnTo>
                    <a:pt x="898546" y="1432171"/>
                  </a:lnTo>
                  <a:lnTo>
                    <a:pt x="898464" y="1432197"/>
                  </a:lnTo>
                  <a:lnTo>
                    <a:pt x="898328" y="1432240"/>
                  </a:lnTo>
                  <a:lnTo>
                    <a:pt x="898285" y="1432259"/>
                  </a:lnTo>
                  <a:lnTo>
                    <a:pt x="898157" y="1432291"/>
                  </a:lnTo>
                  <a:lnTo>
                    <a:pt x="898051" y="1432318"/>
                  </a:lnTo>
                  <a:lnTo>
                    <a:pt x="897723" y="1432408"/>
                  </a:lnTo>
                  <a:lnTo>
                    <a:pt x="897494" y="1432468"/>
                  </a:lnTo>
                  <a:lnTo>
                    <a:pt x="897353" y="1432509"/>
                  </a:lnTo>
                  <a:lnTo>
                    <a:pt x="897273" y="1432526"/>
                  </a:lnTo>
                  <a:lnTo>
                    <a:pt x="896953" y="1432586"/>
                  </a:lnTo>
                  <a:lnTo>
                    <a:pt x="896749" y="1432629"/>
                  </a:lnTo>
                  <a:lnTo>
                    <a:pt x="896630" y="1432653"/>
                  </a:lnTo>
                  <a:lnTo>
                    <a:pt x="896536" y="1432672"/>
                  </a:lnTo>
                  <a:lnTo>
                    <a:pt x="896369" y="1432713"/>
                  </a:lnTo>
                  <a:lnTo>
                    <a:pt x="896253" y="1432725"/>
                  </a:lnTo>
                  <a:lnTo>
                    <a:pt x="896143" y="1432739"/>
                  </a:lnTo>
                  <a:lnTo>
                    <a:pt x="895931" y="1432783"/>
                  </a:lnTo>
                  <a:lnTo>
                    <a:pt x="895841" y="1432809"/>
                  </a:lnTo>
                  <a:lnTo>
                    <a:pt x="895742" y="1432833"/>
                  </a:lnTo>
                  <a:lnTo>
                    <a:pt x="895513" y="1432905"/>
                  </a:lnTo>
                  <a:lnTo>
                    <a:pt x="895414" y="1432920"/>
                  </a:lnTo>
                  <a:lnTo>
                    <a:pt x="895347" y="1432931"/>
                  </a:lnTo>
                  <a:lnTo>
                    <a:pt x="895151" y="1432970"/>
                  </a:lnTo>
                  <a:lnTo>
                    <a:pt x="895035" y="1432988"/>
                  </a:lnTo>
                  <a:lnTo>
                    <a:pt x="894780" y="1433044"/>
                  </a:lnTo>
                  <a:lnTo>
                    <a:pt x="894657" y="1433066"/>
                  </a:lnTo>
                  <a:lnTo>
                    <a:pt x="894426" y="1433097"/>
                  </a:lnTo>
                  <a:lnTo>
                    <a:pt x="894319" y="1433114"/>
                  </a:lnTo>
                  <a:lnTo>
                    <a:pt x="894019" y="1433162"/>
                  </a:lnTo>
                  <a:lnTo>
                    <a:pt x="893738" y="1433216"/>
                  </a:lnTo>
                  <a:lnTo>
                    <a:pt x="893595" y="1433235"/>
                  </a:lnTo>
                  <a:lnTo>
                    <a:pt x="893432" y="1433267"/>
                  </a:lnTo>
                  <a:lnTo>
                    <a:pt x="893348" y="1433291"/>
                  </a:lnTo>
                  <a:lnTo>
                    <a:pt x="893204" y="1433328"/>
                  </a:lnTo>
                  <a:lnTo>
                    <a:pt x="893031" y="1433389"/>
                  </a:lnTo>
                  <a:lnTo>
                    <a:pt x="892916" y="1433420"/>
                  </a:lnTo>
                  <a:lnTo>
                    <a:pt x="892769" y="1433450"/>
                  </a:lnTo>
                  <a:lnTo>
                    <a:pt x="892641" y="1433461"/>
                  </a:lnTo>
                  <a:lnTo>
                    <a:pt x="892512" y="1433478"/>
                  </a:lnTo>
                  <a:lnTo>
                    <a:pt x="892356" y="1433498"/>
                  </a:lnTo>
                  <a:lnTo>
                    <a:pt x="892273" y="1433515"/>
                  </a:lnTo>
                  <a:lnTo>
                    <a:pt x="892190" y="1433537"/>
                  </a:lnTo>
                  <a:lnTo>
                    <a:pt x="891979" y="1433580"/>
                  </a:lnTo>
                  <a:lnTo>
                    <a:pt x="891882" y="1433607"/>
                  </a:lnTo>
                  <a:lnTo>
                    <a:pt x="891794" y="1433639"/>
                  </a:lnTo>
                  <a:lnTo>
                    <a:pt x="891597" y="1433696"/>
                  </a:lnTo>
                  <a:lnTo>
                    <a:pt x="891483" y="1433726"/>
                  </a:lnTo>
                  <a:lnTo>
                    <a:pt x="891229" y="1433784"/>
                  </a:lnTo>
                  <a:lnTo>
                    <a:pt x="891101" y="1433811"/>
                  </a:lnTo>
                  <a:lnTo>
                    <a:pt x="891039" y="1433821"/>
                  </a:lnTo>
                  <a:lnTo>
                    <a:pt x="890809" y="1433843"/>
                  </a:lnTo>
                  <a:lnTo>
                    <a:pt x="890687" y="1433855"/>
                  </a:lnTo>
                  <a:lnTo>
                    <a:pt x="890454" y="1433888"/>
                  </a:lnTo>
                  <a:lnTo>
                    <a:pt x="890339" y="1433912"/>
                  </a:lnTo>
                  <a:lnTo>
                    <a:pt x="890186" y="1433943"/>
                  </a:lnTo>
                  <a:lnTo>
                    <a:pt x="890078" y="1433966"/>
                  </a:lnTo>
                  <a:lnTo>
                    <a:pt x="889846" y="1434017"/>
                  </a:lnTo>
                  <a:lnTo>
                    <a:pt x="889700" y="1434046"/>
                  </a:lnTo>
                  <a:lnTo>
                    <a:pt x="889509" y="1434093"/>
                  </a:lnTo>
                  <a:lnTo>
                    <a:pt x="889384" y="1434116"/>
                  </a:lnTo>
                  <a:lnTo>
                    <a:pt x="889326" y="1434129"/>
                  </a:lnTo>
                  <a:lnTo>
                    <a:pt x="889207" y="1434166"/>
                  </a:lnTo>
                  <a:lnTo>
                    <a:pt x="889116" y="1434200"/>
                  </a:lnTo>
                  <a:lnTo>
                    <a:pt x="889052" y="1434228"/>
                  </a:lnTo>
                  <a:lnTo>
                    <a:pt x="888806" y="1434289"/>
                  </a:lnTo>
                  <a:lnTo>
                    <a:pt x="888688" y="1434316"/>
                  </a:lnTo>
                  <a:lnTo>
                    <a:pt x="888421" y="1434378"/>
                  </a:lnTo>
                  <a:lnTo>
                    <a:pt x="888298" y="1434409"/>
                  </a:lnTo>
                  <a:lnTo>
                    <a:pt x="887977" y="1434491"/>
                  </a:lnTo>
                  <a:lnTo>
                    <a:pt x="887908" y="1434513"/>
                  </a:lnTo>
                  <a:lnTo>
                    <a:pt x="887882" y="1434521"/>
                  </a:lnTo>
                  <a:lnTo>
                    <a:pt x="887860" y="1434526"/>
                  </a:lnTo>
                  <a:lnTo>
                    <a:pt x="887632" y="1434577"/>
                  </a:lnTo>
                  <a:lnTo>
                    <a:pt x="887545" y="1434609"/>
                  </a:lnTo>
                  <a:lnTo>
                    <a:pt x="887233" y="1434752"/>
                  </a:lnTo>
                  <a:lnTo>
                    <a:pt x="887150" y="1434798"/>
                  </a:lnTo>
                  <a:lnTo>
                    <a:pt x="886948" y="1434876"/>
                  </a:lnTo>
                  <a:lnTo>
                    <a:pt x="886816" y="1434933"/>
                  </a:lnTo>
                  <a:lnTo>
                    <a:pt x="886576" y="1435009"/>
                  </a:lnTo>
                  <a:lnTo>
                    <a:pt x="886467" y="1435035"/>
                  </a:lnTo>
                  <a:lnTo>
                    <a:pt x="886256" y="1435081"/>
                  </a:lnTo>
                  <a:lnTo>
                    <a:pt x="886170" y="1435096"/>
                  </a:lnTo>
                  <a:lnTo>
                    <a:pt x="886108" y="1435102"/>
                  </a:lnTo>
                  <a:lnTo>
                    <a:pt x="885933" y="1435127"/>
                  </a:lnTo>
                  <a:lnTo>
                    <a:pt x="885849" y="1435142"/>
                  </a:lnTo>
                  <a:lnTo>
                    <a:pt x="885748" y="1435171"/>
                  </a:lnTo>
                  <a:lnTo>
                    <a:pt x="885526" y="1435258"/>
                  </a:lnTo>
                  <a:lnTo>
                    <a:pt x="885432" y="1435298"/>
                  </a:lnTo>
                  <a:lnTo>
                    <a:pt x="885295" y="1435347"/>
                  </a:lnTo>
                  <a:lnTo>
                    <a:pt x="885140" y="1435388"/>
                  </a:lnTo>
                  <a:lnTo>
                    <a:pt x="885054" y="1435397"/>
                  </a:lnTo>
                  <a:lnTo>
                    <a:pt x="884876" y="1435413"/>
                  </a:lnTo>
                  <a:lnTo>
                    <a:pt x="884801" y="1435425"/>
                  </a:lnTo>
                  <a:lnTo>
                    <a:pt x="884710" y="1435444"/>
                  </a:lnTo>
                  <a:lnTo>
                    <a:pt x="884567" y="1435494"/>
                  </a:lnTo>
                  <a:lnTo>
                    <a:pt x="884451" y="1435539"/>
                  </a:lnTo>
                  <a:lnTo>
                    <a:pt x="884379" y="1435563"/>
                  </a:lnTo>
                  <a:lnTo>
                    <a:pt x="884269" y="1435582"/>
                  </a:lnTo>
                  <a:lnTo>
                    <a:pt x="884179" y="1435603"/>
                  </a:lnTo>
                  <a:lnTo>
                    <a:pt x="883963" y="1435662"/>
                  </a:lnTo>
                  <a:lnTo>
                    <a:pt x="883865" y="1435680"/>
                  </a:lnTo>
                  <a:lnTo>
                    <a:pt x="883771" y="1435691"/>
                  </a:lnTo>
                  <a:lnTo>
                    <a:pt x="883598" y="1435692"/>
                  </a:lnTo>
                  <a:lnTo>
                    <a:pt x="883509" y="1435677"/>
                  </a:lnTo>
                  <a:lnTo>
                    <a:pt x="883423" y="1435677"/>
                  </a:lnTo>
                  <a:lnTo>
                    <a:pt x="883231" y="1435693"/>
                  </a:lnTo>
                  <a:lnTo>
                    <a:pt x="883117" y="1435702"/>
                  </a:lnTo>
                  <a:lnTo>
                    <a:pt x="882816" y="1435698"/>
                  </a:lnTo>
                  <a:lnTo>
                    <a:pt x="882547" y="1435717"/>
                  </a:lnTo>
                  <a:lnTo>
                    <a:pt x="882428" y="1435728"/>
                  </a:lnTo>
                  <a:lnTo>
                    <a:pt x="882275" y="1435748"/>
                  </a:lnTo>
                  <a:lnTo>
                    <a:pt x="882118" y="1435750"/>
                  </a:lnTo>
                  <a:lnTo>
                    <a:pt x="881812" y="1435755"/>
                  </a:lnTo>
                  <a:lnTo>
                    <a:pt x="881681" y="1435752"/>
                  </a:lnTo>
                  <a:lnTo>
                    <a:pt x="881416" y="1435744"/>
                  </a:lnTo>
                  <a:lnTo>
                    <a:pt x="881295" y="1435731"/>
                  </a:lnTo>
                  <a:lnTo>
                    <a:pt x="881201" y="1435730"/>
                  </a:lnTo>
                  <a:lnTo>
                    <a:pt x="881010" y="1435714"/>
                  </a:lnTo>
                  <a:lnTo>
                    <a:pt x="880763" y="1435705"/>
                  </a:lnTo>
                  <a:lnTo>
                    <a:pt x="880730" y="1435703"/>
                  </a:lnTo>
                  <a:lnTo>
                    <a:pt x="880578" y="1435685"/>
                  </a:lnTo>
                  <a:lnTo>
                    <a:pt x="880440" y="1435666"/>
                  </a:lnTo>
                  <a:lnTo>
                    <a:pt x="880317" y="1435661"/>
                  </a:lnTo>
                  <a:lnTo>
                    <a:pt x="880166" y="1435652"/>
                  </a:lnTo>
                  <a:lnTo>
                    <a:pt x="880032" y="1435637"/>
                  </a:lnTo>
                  <a:lnTo>
                    <a:pt x="880078" y="1435571"/>
                  </a:lnTo>
                  <a:lnTo>
                    <a:pt x="880109" y="1435533"/>
                  </a:lnTo>
                  <a:lnTo>
                    <a:pt x="880161" y="1435470"/>
                  </a:lnTo>
                  <a:lnTo>
                    <a:pt x="880238" y="1435385"/>
                  </a:lnTo>
                  <a:lnTo>
                    <a:pt x="880372" y="1435255"/>
                  </a:lnTo>
                  <a:lnTo>
                    <a:pt x="880494" y="1435149"/>
                  </a:lnTo>
                  <a:lnTo>
                    <a:pt x="880579" y="1435076"/>
                  </a:lnTo>
                  <a:lnTo>
                    <a:pt x="880658" y="1434986"/>
                  </a:lnTo>
                  <a:lnTo>
                    <a:pt x="880732" y="1434898"/>
                  </a:lnTo>
                  <a:lnTo>
                    <a:pt x="880812" y="1434799"/>
                  </a:lnTo>
                  <a:lnTo>
                    <a:pt x="880902" y="1434662"/>
                  </a:lnTo>
                  <a:lnTo>
                    <a:pt x="880953" y="1434556"/>
                  </a:lnTo>
                  <a:lnTo>
                    <a:pt x="880984" y="1434460"/>
                  </a:lnTo>
                  <a:lnTo>
                    <a:pt x="881025" y="1434361"/>
                  </a:lnTo>
                  <a:lnTo>
                    <a:pt x="881088" y="1434172"/>
                  </a:lnTo>
                  <a:lnTo>
                    <a:pt x="881128" y="1434039"/>
                  </a:lnTo>
                  <a:lnTo>
                    <a:pt x="881166" y="1433867"/>
                  </a:lnTo>
                  <a:lnTo>
                    <a:pt x="881193" y="1433741"/>
                  </a:lnTo>
                  <a:lnTo>
                    <a:pt x="881244" y="1433490"/>
                  </a:lnTo>
                  <a:lnTo>
                    <a:pt x="881249" y="1433389"/>
                  </a:lnTo>
                  <a:lnTo>
                    <a:pt x="881252" y="1433290"/>
                  </a:lnTo>
                  <a:lnTo>
                    <a:pt x="881303" y="1433078"/>
                  </a:lnTo>
                  <a:lnTo>
                    <a:pt x="881328" y="1432933"/>
                  </a:lnTo>
                  <a:lnTo>
                    <a:pt x="881378" y="1432737"/>
                  </a:lnTo>
                  <a:lnTo>
                    <a:pt x="881404" y="1432577"/>
                  </a:lnTo>
                  <a:lnTo>
                    <a:pt x="881436" y="1432398"/>
                  </a:lnTo>
                  <a:lnTo>
                    <a:pt x="881449" y="1432256"/>
                  </a:lnTo>
                  <a:lnTo>
                    <a:pt x="881482" y="1432007"/>
                  </a:lnTo>
                  <a:lnTo>
                    <a:pt x="881486" y="1431839"/>
                  </a:lnTo>
                  <a:lnTo>
                    <a:pt x="881506" y="1431628"/>
                  </a:lnTo>
                  <a:lnTo>
                    <a:pt x="881497" y="1431466"/>
                  </a:lnTo>
                  <a:lnTo>
                    <a:pt x="881502" y="1431260"/>
                  </a:lnTo>
                  <a:lnTo>
                    <a:pt x="881502" y="1431119"/>
                  </a:lnTo>
                  <a:lnTo>
                    <a:pt x="881508" y="1430951"/>
                  </a:lnTo>
                  <a:lnTo>
                    <a:pt x="881518" y="1430856"/>
                  </a:lnTo>
                  <a:lnTo>
                    <a:pt x="881539" y="1430786"/>
                  </a:lnTo>
                  <a:lnTo>
                    <a:pt x="881568" y="1430705"/>
                  </a:lnTo>
                  <a:lnTo>
                    <a:pt x="881634" y="1430488"/>
                  </a:lnTo>
                  <a:lnTo>
                    <a:pt x="881669" y="1430355"/>
                  </a:lnTo>
                  <a:lnTo>
                    <a:pt x="881756" y="1430093"/>
                  </a:lnTo>
                  <a:lnTo>
                    <a:pt x="881794" y="1429962"/>
                  </a:lnTo>
                  <a:lnTo>
                    <a:pt x="881809" y="1429919"/>
                  </a:lnTo>
                  <a:lnTo>
                    <a:pt x="881838" y="1429755"/>
                  </a:lnTo>
                  <a:lnTo>
                    <a:pt x="881840" y="1429689"/>
                  </a:lnTo>
                  <a:lnTo>
                    <a:pt x="881822" y="1429600"/>
                  </a:lnTo>
                  <a:lnTo>
                    <a:pt x="881762" y="1429435"/>
                  </a:lnTo>
                  <a:lnTo>
                    <a:pt x="881701" y="1429337"/>
                  </a:lnTo>
                  <a:lnTo>
                    <a:pt x="881618" y="1429240"/>
                  </a:lnTo>
                  <a:lnTo>
                    <a:pt x="881536" y="1429153"/>
                  </a:lnTo>
                  <a:lnTo>
                    <a:pt x="881379" y="1429004"/>
                  </a:lnTo>
                  <a:lnTo>
                    <a:pt x="881249" y="1428920"/>
                  </a:lnTo>
                  <a:lnTo>
                    <a:pt x="881124" y="1428836"/>
                  </a:lnTo>
                  <a:lnTo>
                    <a:pt x="881035" y="1428786"/>
                  </a:lnTo>
                  <a:lnTo>
                    <a:pt x="880998" y="1428739"/>
                  </a:lnTo>
                  <a:lnTo>
                    <a:pt x="880975" y="1428700"/>
                  </a:lnTo>
                  <a:lnTo>
                    <a:pt x="880969" y="1428635"/>
                  </a:lnTo>
                  <a:lnTo>
                    <a:pt x="880969" y="1428606"/>
                  </a:lnTo>
                  <a:lnTo>
                    <a:pt x="880980" y="1428551"/>
                  </a:lnTo>
                  <a:lnTo>
                    <a:pt x="880989" y="1428506"/>
                  </a:lnTo>
                  <a:lnTo>
                    <a:pt x="881006" y="1428376"/>
                  </a:lnTo>
                  <a:lnTo>
                    <a:pt x="881018" y="1428321"/>
                  </a:lnTo>
                  <a:lnTo>
                    <a:pt x="881016" y="1428238"/>
                  </a:lnTo>
                  <a:lnTo>
                    <a:pt x="881003" y="1428140"/>
                  </a:lnTo>
                  <a:lnTo>
                    <a:pt x="880956" y="1427959"/>
                  </a:lnTo>
                  <a:lnTo>
                    <a:pt x="880962" y="1427876"/>
                  </a:lnTo>
                  <a:lnTo>
                    <a:pt x="880963" y="1427865"/>
                  </a:lnTo>
                  <a:lnTo>
                    <a:pt x="880972" y="1427819"/>
                  </a:lnTo>
                  <a:lnTo>
                    <a:pt x="880970" y="1427748"/>
                  </a:lnTo>
                  <a:lnTo>
                    <a:pt x="880958" y="1427693"/>
                  </a:lnTo>
                  <a:lnTo>
                    <a:pt x="880943" y="1427617"/>
                  </a:lnTo>
                  <a:lnTo>
                    <a:pt x="880903" y="1427555"/>
                  </a:lnTo>
                  <a:lnTo>
                    <a:pt x="880830" y="1427469"/>
                  </a:lnTo>
                  <a:lnTo>
                    <a:pt x="880774" y="1427395"/>
                  </a:lnTo>
                  <a:lnTo>
                    <a:pt x="880681" y="1427337"/>
                  </a:lnTo>
                  <a:lnTo>
                    <a:pt x="880604" y="1427331"/>
                  </a:lnTo>
                  <a:lnTo>
                    <a:pt x="880569" y="1427307"/>
                  </a:lnTo>
                  <a:lnTo>
                    <a:pt x="880533" y="1427252"/>
                  </a:lnTo>
                  <a:lnTo>
                    <a:pt x="880537" y="1427195"/>
                  </a:lnTo>
                  <a:lnTo>
                    <a:pt x="880539" y="1427162"/>
                  </a:lnTo>
                  <a:lnTo>
                    <a:pt x="880513" y="1427115"/>
                  </a:lnTo>
                  <a:lnTo>
                    <a:pt x="880425" y="1427083"/>
                  </a:lnTo>
                  <a:lnTo>
                    <a:pt x="880300" y="1427043"/>
                  </a:lnTo>
                  <a:lnTo>
                    <a:pt x="880229" y="1427024"/>
                  </a:lnTo>
                  <a:lnTo>
                    <a:pt x="880168" y="1426982"/>
                  </a:lnTo>
                  <a:lnTo>
                    <a:pt x="880106" y="1426916"/>
                  </a:lnTo>
                  <a:lnTo>
                    <a:pt x="880053" y="1426889"/>
                  </a:lnTo>
                  <a:lnTo>
                    <a:pt x="879963" y="1426872"/>
                  </a:lnTo>
                  <a:lnTo>
                    <a:pt x="879815" y="1426843"/>
                  </a:lnTo>
                  <a:lnTo>
                    <a:pt x="879767" y="1426821"/>
                  </a:lnTo>
                  <a:lnTo>
                    <a:pt x="879749" y="1426801"/>
                  </a:lnTo>
                  <a:lnTo>
                    <a:pt x="879740" y="1426763"/>
                  </a:lnTo>
                  <a:lnTo>
                    <a:pt x="879752" y="1426681"/>
                  </a:lnTo>
                  <a:lnTo>
                    <a:pt x="879760" y="1426592"/>
                  </a:lnTo>
                  <a:lnTo>
                    <a:pt x="879753" y="1426487"/>
                  </a:lnTo>
                  <a:lnTo>
                    <a:pt x="879737" y="1426409"/>
                  </a:lnTo>
                  <a:lnTo>
                    <a:pt x="879754" y="1426315"/>
                  </a:lnTo>
                  <a:lnTo>
                    <a:pt x="879804" y="1426206"/>
                  </a:lnTo>
                  <a:lnTo>
                    <a:pt x="879878" y="1426068"/>
                  </a:lnTo>
                  <a:lnTo>
                    <a:pt x="879937" y="1425994"/>
                  </a:lnTo>
                  <a:lnTo>
                    <a:pt x="879954" y="1425941"/>
                  </a:lnTo>
                  <a:lnTo>
                    <a:pt x="879956" y="1425883"/>
                  </a:lnTo>
                  <a:lnTo>
                    <a:pt x="879931" y="1425783"/>
                  </a:lnTo>
                  <a:lnTo>
                    <a:pt x="879908" y="1425642"/>
                  </a:lnTo>
                  <a:lnTo>
                    <a:pt x="879899" y="1425598"/>
                  </a:lnTo>
                  <a:lnTo>
                    <a:pt x="879881" y="1425576"/>
                  </a:lnTo>
                  <a:lnTo>
                    <a:pt x="879842" y="1425567"/>
                  </a:lnTo>
                  <a:lnTo>
                    <a:pt x="879796" y="1425567"/>
                  </a:lnTo>
                  <a:lnTo>
                    <a:pt x="879750" y="1425579"/>
                  </a:lnTo>
                  <a:lnTo>
                    <a:pt x="879691" y="1425561"/>
                  </a:lnTo>
                  <a:lnTo>
                    <a:pt x="879617" y="1425507"/>
                  </a:lnTo>
                  <a:lnTo>
                    <a:pt x="879539" y="1425432"/>
                  </a:lnTo>
                  <a:lnTo>
                    <a:pt x="879506" y="1425410"/>
                  </a:lnTo>
                  <a:lnTo>
                    <a:pt x="879463" y="1425417"/>
                  </a:lnTo>
                  <a:lnTo>
                    <a:pt x="879419" y="1425440"/>
                  </a:lnTo>
                  <a:lnTo>
                    <a:pt x="879368" y="1425433"/>
                  </a:lnTo>
                  <a:lnTo>
                    <a:pt x="879300" y="1425394"/>
                  </a:lnTo>
                  <a:lnTo>
                    <a:pt x="879155" y="1425297"/>
                  </a:lnTo>
                  <a:lnTo>
                    <a:pt x="879067" y="1425240"/>
                  </a:lnTo>
                  <a:lnTo>
                    <a:pt x="878981" y="1425200"/>
                  </a:lnTo>
                  <a:lnTo>
                    <a:pt x="878913" y="1425154"/>
                  </a:lnTo>
                  <a:lnTo>
                    <a:pt x="878799" y="1425073"/>
                  </a:lnTo>
                  <a:lnTo>
                    <a:pt x="878751" y="1425054"/>
                  </a:lnTo>
                  <a:lnTo>
                    <a:pt x="878667" y="1425048"/>
                  </a:lnTo>
                  <a:lnTo>
                    <a:pt x="878615" y="1425037"/>
                  </a:lnTo>
                  <a:lnTo>
                    <a:pt x="878571" y="1424997"/>
                  </a:lnTo>
                  <a:lnTo>
                    <a:pt x="878527" y="1424989"/>
                  </a:lnTo>
                  <a:lnTo>
                    <a:pt x="878472" y="1425011"/>
                  </a:lnTo>
                  <a:lnTo>
                    <a:pt x="878420" y="1425054"/>
                  </a:lnTo>
                  <a:lnTo>
                    <a:pt x="878378" y="1425061"/>
                  </a:lnTo>
                  <a:lnTo>
                    <a:pt x="878323" y="1425035"/>
                  </a:lnTo>
                  <a:lnTo>
                    <a:pt x="878273" y="1425024"/>
                  </a:lnTo>
                  <a:lnTo>
                    <a:pt x="878211" y="1425031"/>
                  </a:lnTo>
                  <a:lnTo>
                    <a:pt x="878167" y="1425020"/>
                  </a:lnTo>
                  <a:lnTo>
                    <a:pt x="878147" y="1424992"/>
                  </a:lnTo>
                  <a:lnTo>
                    <a:pt x="878145" y="1424920"/>
                  </a:lnTo>
                  <a:lnTo>
                    <a:pt x="878122" y="1424796"/>
                  </a:lnTo>
                  <a:lnTo>
                    <a:pt x="878077" y="1424698"/>
                  </a:lnTo>
                  <a:lnTo>
                    <a:pt x="878044" y="1424658"/>
                  </a:lnTo>
                  <a:lnTo>
                    <a:pt x="877961" y="1424611"/>
                  </a:lnTo>
                  <a:lnTo>
                    <a:pt x="877816" y="1424496"/>
                  </a:lnTo>
                  <a:lnTo>
                    <a:pt x="877791" y="1424443"/>
                  </a:lnTo>
                  <a:lnTo>
                    <a:pt x="877788" y="1424347"/>
                  </a:lnTo>
                  <a:lnTo>
                    <a:pt x="877831" y="1424204"/>
                  </a:lnTo>
                  <a:lnTo>
                    <a:pt x="877848" y="1424139"/>
                  </a:lnTo>
                  <a:lnTo>
                    <a:pt x="877848" y="1424104"/>
                  </a:lnTo>
                  <a:lnTo>
                    <a:pt x="877843" y="1424079"/>
                  </a:lnTo>
                  <a:lnTo>
                    <a:pt x="877812" y="1424044"/>
                  </a:lnTo>
                  <a:lnTo>
                    <a:pt x="877725" y="1423956"/>
                  </a:lnTo>
                  <a:lnTo>
                    <a:pt x="877672" y="1423861"/>
                  </a:lnTo>
                  <a:lnTo>
                    <a:pt x="877598" y="1423719"/>
                  </a:lnTo>
                  <a:lnTo>
                    <a:pt x="877518" y="1423572"/>
                  </a:lnTo>
                  <a:lnTo>
                    <a:pt x="877491" y="1423508"/>
                  </a:lnTo>
                  <a:lnTo>
                    <a:pt x="877484" y="1423428"/>
                  </a:lnTo>
                  <a:lnTo>
                    <a:pt x="877504" y="1423308"/>
                  </a:lnTo>
                  <a:lnTo>
                    <a:pt x="877531" y="1423137"/>
                  </a:lnTo>
                  <a:lnTo>
                    <a:pt x="877541" y="1423005"/>
                  </a:lnTo>
                  <a:lnTo>
                    <a:pt x="877534" y="1422905"/>
                  </a:lnTo>
                  <a:lnTo>
                    <a:pt x="877520" y="1422840"/>
                  </a:lnTo>
                  <a:lnTo>
                    <a:pt x="877444" y="1422733"/>
                  </a:lnTo>
                  <a:lnTo>
                    <a:pt x="877426" y="1422682"/>
                  </a:lnTo>
                  <a:lnTo>
                    <a:pt x="877428" y="1422628"/>
                  </a:lnTo>
                  <a:lnTo>
                    <a:pt x="877443" y="1422555"/>
                  </a:lnTo>
                  <a:lnTo>
                    <a:pt x="877444" y="1422479"/>
                  </a:lnTo>
                  <a:lnTo>
                    <a:pt x="877391" y="1422399"/>
                  </a:lnTo>
                  <a:lnTo>
                    <a:pt x="877340" y="1422324"/>
                  </a:lnTo>
                  <a:lnTo>
                    <a:pt x="877238" y="1422182"/>
                  </a:lnTo>
                  <a:lnTo>
                    <a:pt x="877124" y="1422006"/>
                  </a:lnTo>
                  <a:lnTo>
                    <a:pt x="877121" y="1421954"/>
                  </a:lnTo>
                  <a:lnTo>
                    <a:pt x="877136" y="1421878"/>
                  </a:lnTo>
                  <a:lnTo>
                    <a:pt x="877170" y="1421753"/>
                  </a:lnTo>
                  <a:lnTo>
                    <a:pt x="877235" y="1421628"/>
                  </a:lnTo>
                  <a:lnTo>
                    <a:pt x="877364" y="1421394"/>
                  </a:lnTo>
                  <a:lnTo>
                    <a:pt x="877466" y="1421280"/>
                  </a:lnTo>
                  <a:lnTo>
                    <a:pt x="877561" y="1421154"/>
                  </a:lnTo>
                  <a:lnTo>
                    <a:pt x="877629" y="1421058"/>
                  </a:lnTo>
                  <a:lnTo>
                    <a:pt x="877672" y="1420957"/>
                  </a:lnTo>
                  <a:lnTo>
                    <a:pt x="877786" y="1420599"/>
                  </a:lnTo>
                  <a:lnTo>
                    <a:pt x="877814" y="1420460"/>
                  </a:lnTo>
                  <a:lnTo>
                    <a:pt x="877811" y="1420371"/>
                  </a:lnTo>
                  <a:lnTo>
                    <a:pt x="877797" y="1420255"/>
                  </a:lnTo>
                  <a:lnTo>
                    <a:pt x="877792" y="1420186"/>
                  </a:lnTo>
                  <a:lnTo>
                    <a:pt x="877772" y="1420137"/>
                  </a:lnTo>
                  <a:lnTo>
                    <a:pt x="877728" y="1420075"/>
                  </a:lnTo>
                  <a:lnTo>
                    <a:pt x="877609" y="1419917"/>
                  </a:lnTo>
                  <a:lnTo>
                    <a:pt x="877607" y="1419877"/>
                  </a:lnTo>
                  <a:lnTo>
                    <a:pt x="877619" y="1419834"/>
                  </a:lnTo>
                  <a:lnTo>
                    <a:pt x="877652" y="1419812"/>
                  </a:lnTo>
                  <a:lnTo>
                    <a:pt x="877665" y="1419776"/>
                  </a:lnTo>
                  <a:lnTo>
                    <a:pt x="877656" y="1419727"/>
                  </a:lnTo>
                  <a:lnTo>
                    <a:pt x="877651" y="1419685"/>
                  </a:lnTo>
                  <a:lnTo>
                    <a:pt x="877662" y="1419609"/>
                  </a:lnTo>
                  <a:lnTo>
                    <a:pt x="877676" y="1419540"/>
                  </a:lnTo>
                  <a:lnTo>
                    <a:pt x="877672" y="1419500"/>
                  </a:lnTo>
                  <a:lnTo>
                    <a:pt x="877630" y="1419458"/>
                  </a:lnTo>
                  <a:lnTo>
                    <a:pt x="877546" y="1419418"/>
                  </a:lnTo>
                  <a:lnTo>
                    <a:pt x="877491" y="1419394"/>
                  </a:lnTo>
                  <a:lnTo>
                    <a:pt x="877464" y="1419363"/>
                  </a:lnTo>
                  <a:lnTo>
                    <a:pt x="877449" y="1419305"/>
                  </a:lnTo>
                  <a:lnTo>
                    <a:pt x="877463" y="1419229"/>
                  </a:lnTo>
                  <a:lnTo>
                    <a:pt x="877458" y="1419180"/>
                  </a:lnTo>
                  <a:lnTo>
                    <a:pt x="877418" y="1419123"/>
                  </a:lnTo>
                  <a:lnTo>
                    <a:pt x="877397" y="1419068"/>
                  </a:lnTo>
                  <a:lnTo>
                    <a:pt x="877397" y="1419015"/>
                  </a:lnTo>
                  <a:lnTo>
                    <a:pt x="877429" y="1418932"/>
                  </a:lnTo>
                  <a:lnTo>
                    <a:pt x="877431" y="1418917"/>
                  </a:lnTo>
                  <a:lnTo>
                    <a:pt x="877432" y="1418906"/>
                  </a:lnTo>
                  <a:lnTo>
                    <a:pt x="877438" y="1418856"/>
                  </a:lnTo>
                  <a:lnTo>
                    <a:pt x="877424" y="1418752"/>
                  </a:lnTo>
                  <a:lnTo>
                    <a:pt x="877443" y="1418676"/>
                  </a:lnTo>
                  <a:lnTo>
                    <a:pt x="877529" y="1418587"/>
                  </a:lnTo>
                  <a:lnTo>
                    <a:pt x="877688" y="1418439"/>
                  </a:lnTo>
                  <a:lnTo>
                    <a:pt x="877762" y="1418362"/>
                  </a:lnTo>
                  <a:lnTo>
                    <a:pt x="877818" y="1418293"/>
                  </a:lnTo>
                  <a:lnTo>
                    <a:pt x="877857" y="1418212"/>
                  </a:lnTo>
                  <a:lnTo>
                    <a:pt x="877859" y="1418141"/>
                  </a:lnTo>
                  <a:lnTo>
                    <a:pt x="877865" y="1418105"/>
                  </a:lnTo>
                  <a:lnTo>
                    <a:pt x="877878" y="1418074"/>
                  </a:lnTo>
                  <a:lnTo>
                    <a:pt x="877904" y="1418045"/>
                  </a:lnTo>
                  <a:lnTo>
                    <a:pt x="877979" y="1418029"/>
                  </a:lnTo>
                  <a:lnTo>
                    <a:pt x="878047" y="1418028"/>
                  </a:lnTo>
                  <a:lnTo>
                    <a:pt x="878139" y="1418021"/>
                  </a:lnTo>
                  <a:lnTo>
                    <a:pt x="878250" y="1417990"/>
                  </a:lnTo>
                  <a:lnTo>
                    <a:pt x="878374" y="1417938"/>
                  </a:lnTo>
                  <a:lnTo>
                    <a:pt x="878499" y="1417888"/>
                  </a:lnTo>
                  <a:lnTo>
                    <a:pt x="878571" y="1417851"/>
                  </a:lnTo>
                  <a:lnTo>
                    <a:pt x="878659" y="1417782"/>
                  </a:lnTo>
                  <a:lnTo>
                    <a:pt x="878733" y="1417739"/>
                  </a:lnTo>
                  <a:lnTo>
                    <a:pt x="878798" y="1417687"/>
                  </a:lnTo>
                  <a:lnTo>
                    <a:pt x="878842" y="1417635"/>
                  </a:lnTo>
                  <a:lnTo>
                    <a:pt x="878880" y="1417545"/>
                  </a:lnTo>
                  <a:lnTo>
                    <a:pt x="878914" y="1417438"/>
                  </a:lnTo>
                  <a:lnTo>
                    <a:pt x="878937" y="1417299"/>
                  </a:lnTo>
                  <a:lnTo>
                    <a:pt x="878943" y="1417197"/>
                  </a:lnTo>
                  <a:lnTo>
                    <a:pt x="878931" y="1417132"/>
                  </a:lnTo>
                  <a:lnTo>
                    <a:pt x="878894" y="1417063"/>
                  </a:lnTo>
                  <a:lnTo>
                    <a:pt x="878869" y="1417006"/>
                  </a:lnTo>
                  <a:lnTo>
                    <a:pt x="878882" y="1416934"/>
                  </a:lnTo>
                  <a:lnTo>
                    <a:pt x="878882" y="1416921"/>
                  </a:lnTo>
                  <a:lnTo>
                    <a:pt x="878932" y="1416856"/>
                  </a:lnTo>
                  <a:lnTo>
                    <a:pt x="878955" y="1416811"/>
                  </a:lnTo>
                  <a:lnTo>
                    <a:pt x="878989" y="1416696"/>
                  </a:lnTo>
                  <a:lnTo>
                    <a:pt x="879066" y="1416526"/>
                  </a:lnTo>
                  <a:lnTo>
                    <a:pt x="879147" y="1416421"/>
                  </a:lnTo>
                  <a:lnTo>
                    <a:pt x="879214" y="1416351"/>
                  </a:lnTo>
                  <a:lnTo>
                    <a:pt x="879260" y="1416324"/>
                  </a:lnTo>
                  <a:lnTo>
                    <a:pt x="879302" y="1416319"/>
                  </a:lnTo>
                  <a:lnTo>
                    <a:pt x="879337" y="1416319"/>
                  </a:lnTo>
                  <a:lnTo>
                    <a:pt x="879357" y="1416315"/>
                  </a:lnTo>
                  <a:lnTo>
                    <a:pt x="879372" y="1416288"/>
                  </a:lnTo>
                  <a:lnTo>
                    <a:pt x="879390" y="1416177"/>
                  </a:lnTo>
                  <a:lnTo>
                    <a:pt x="879400" y="1416055"/>
                  </a:lnTo>
                  <a:lnTo>
                    <a:pt x="879388" y="1415912"/>
                  </a:lnTo>
                  <a:lnTo>
                    <a:pt x="879396" y="1415760"/>
                  </a:lnTo>
                  <a:lnTo>
                    <a:pt x="879406" y="1415607"/>
                  </a:lnTo>
                  <a:lnTo>
                    <a:pt x="879439" y="1415469"/>
                  </a:lnTo>
                  <a:lnTo>
                    <a:pt x="879468" y="1415351"/>
                  </a:lnTo>
                  <a:lnTo>
                    <a:pt x="879472" y="1415242"/>
                  </a:lnTo>
                  <a:lnTo>
                    <a:pt x="879471" y="1415157"/>
                  </a:lnTo>
                  <a:lnTo>
                    <a:pt x="879460" y="1415097"/>
                  </a:lnTo>
                  <a:lnTo>
                    <a:pt x="879440" y="1415050"/>
                  </a:lnTo>
                  <a:lnTo>
                    <a:pt x="879315" y="1414894"/>
                  </a:lnTo>
                  <a:lnTo>
                    <a:pt x="879239" y="1414788"/>
                  </a:lnTo>
                  <a:lnTo>
                    <a:pt x="879179" y="1414717"/>
                  </a:lnTo>
                  <a:lnTo>
                    <a:pt x="879105" y="1414686"/>
                  </a:lnTo>
                  <a:lnTo>
                    <a:pt x="879003" y="1414665"/>
                  </a:lnTo>
                  <a:lnTo>
                    <a:pt x="878966" y="1414618"/>
                  </a:lnTo>
                  <a:lnTo>
                    <a:pt x="878926" y="1414563"/>
                  </a:lnTo>
                  <a:lnTo>
                    <a:pt x="878896" y="1414438"/>
                  </a:lnTo>
                  <a:lnTo>
                    <a:pt x="878869" y="1414332"/>
                  </a:lnTo>
                  <a:lnTo>
                    <a:pt x="878810" y="1414280"/>
                  </a:lnTo>
                  <a:lnTo>
                    <a:pt x="878747" y="1414280"/>
                  </a:lnTo>
                  <a:lnTo>
                    <a:pt x="878657" y="1414301"/>
                  </a:lnTo>
                  <a:lnTo>
                    <a:pt x="878555" y="1414301"/>
                  </a:lnTo>
                  <a:lnTo>
                    <a:pt x="878443" y="1414282"/>
                  </a:lnTo>
                  <a:lnTo>
                    <a:pt x="878299" y="1414214"/>
                  </a:lnTo>
                  <a:lnTo>
                    <a:pt x="878225" y="1414159"/>
                  </a:lnTo>
                  <a:lnTo>
                    <a:pt x="878173" y="1414149"/>
                  </a:lnTo>
                  <a:lnTo>
                    <a:pt x="878111" y="1414169"/>
                  </a:lnTo>
                  <a:lnTo>
                    <a:pt x="878030" y="1414190"/>
                  </a:lnTo>
                  <a:lnTo>
                    <a:pt x="877953" y="1414193"/>
                  </a:lnTo>
                  <a:lnTo>
                    <a:pt x="877878" y="1414184"/>
                  </a:lnTo>
                  <a:lnTo>
                    <a:pt x="877823" y="1414142"/>
                  </a:lnTo>
                  <a:lnTo>
                    <a:pt x="877798" y="1414062"/>
                  </a:lnTo>
                  <a:lnTo>
                    <a:pt x="877800" y="1413991"/>
                  </a:lnTo>
                  <a:lnTo>
                    <a:pt x="877828" y="1413940"/>
                  </a:lnTo>
                  <a:lnTo>
                    <a:pt x="877905" y="1413903"/>
                  </a:lnTo>
                  <a:lnTo>
                    <a:pt x="878010" y="1413856"/>
                  </a:lnTo>
                  <a:lnTo>
                    <a:pt x="878049" y="1413822"/>
                  </a:lnTo>
                  <a:lnTo>
                    <a:pt x="878073" y="1413777"/>
                  </a:lnTo>
                  <a:lnTo>
                    <a:pt x="878103" y="1413686"/>
                  </a:lnTo>
                  <a:lnTo>
                    <a:pt x="878128" y="1413622"/>
                  </a:lnTo>
                  <a:lnTo>
                    <a:pt x="878191" y="1413537"/>
                  </a:lnTo>
                  <a:lnTo>
                    <a:pt x="878226" y="1413465"/>
                  </a:lnTo>
                  <a:lnTo>
                    <a:pt x="878271" y="1413407"/>
                  </a:lnTo>
                  <a:lnTo>
                    <a:pt x="878297" y="1413368"/>
                  </a:lnTo>
                  <a:lnTo>
                    <a:pt x="878346" y="1413343"/>
                  </a:lnTo>
                  <a:lnTo>
                    <a:pt x="878425" y="1413330"/>
                  </a:lnTo>
                  <a:lnTo>
                    <a:pt x="878541" y="1413328"/>
                  </a:lnTo>
                  <a:lnTo>
                    <a:pt x="878651" y="1413299"/>
                  </a:lnTo>
                  <a:lnTo>
                    <a:pt x="878749" y="1413249"/>
                  </a:lnTo>
                  <a:lnTo>
                    <a:pt x="878811" y="1413244"/>
                  </a:lnTo>
                  <a:lnTo>
                    <a:pt x="878890" y="1413249"/>
                  </a:lnTo>
                  <a:lnTo>
                    <a:pt x="878962" y="1413221"/>
                  </a:lnTo>
                  <a:lnTo>
                    <a:pt x="879016" y="1413155"/>
                  </a:lnTo>
                  <a:lnTo>
                    <a:pt x="879073" y="1413036"/>
                  </a:lnTo>
                  <a:lnTo>
                    <a:pt x="879119" y="1412998"/>
                  </a:lnTo>
                  <a:lnTo>
                    <a:pt x="879169" y="1412981"/>
                  </a:lnTo>
                  <a:lnTo>
                    <a:pt x="879208" y="1412987"/>
                  </a:lnTo>
                  <a:lnTo>
                    <a:pt x="879282" y="1413018"/>
                  </a:lnTo>
                  <a:lnTo>
                    <a:pt x="879345" y="1413021"/>
                  </a:lnTo>
                  <a:lnTo>
                    <a:pt x="879391" y="1413002"/>
                  </a:lnTo>
                  <a:lnTo>
                    <a:pt x="879456" y="1412934"/>
                  </a:lnTo>
                  <a:lnTo>
                    <a:pt x="879496" y="1412918"/>
                  </a:lnTo>
                  <a:lnTo>
                    <a:pt x="879569" y="1412922"/>
                  </a:lnTo>
                  <a:lnTo>
                    <a:pt x="879611" y="1412939"/>
                  </a:lnTo>
                  <a:lnTo>
                    <a:pt x="879656" y="1412990"/>
                  </a:lnTo>
                  <a:lnTo>
                    <a:pt x="879700" y="1413060"/>
                  </a:lnTo>
                  <a:lnTo>
                    <a:pt x="879775" y="1413099"/>
                  </a:lnTo>
                  <a:lnTo>
                    <a:pt x="879835" y="1413161"/>
                  </a:lnTo>
                  <a:lnTo>
                    <a:pt x="879917" y="1413222"/>
                  </a:lnTo>
                  <a:lnTo>
                    <a:pt x="880016" y="1413263"/>
                  </a:lnTo>
                  <a:lnTo>
                    <a:pt x="880062" y="1413319"/>
                  </a:lnTo>
                  <a:lnTo>
                    <a:pt x="880111" y="1413344"/>
                  </a:lnTo>
                  <a:lnTo>
                    <a:pt x="880169" y="1413354"/>
                  </a:lnTo>
                  <a:lnTo>
                    <a:pt x="880267" y="1413346"/>
                  </a:lnTo>
                  <a:lnTo>
                    <a:pt x="880318" y="1413348"/>
                  </a:lnTo>
                  <a:lnTo>
                    <a:pt x="880374" y="1413358"/>
                  </a:lnTo>
                  <a:lnTo>
                    <a:pt x="880448" y="1413317"/>
                  </a:lnTo>
                  <a:lnTo>
                    <a:pt x="880492" y="1413306"/>
                  </a:lnTo>
                  <a:lnTo>
                    <a:pt x="880568" y="1413326"/>
                  </a:lnTo>
                  <a:lnTo>
                    <a:pt x="880655" y="1413372"/>
                  </a:lnTo>
                  <a:lnTo>
                    <a:pt x="880723" y="1413406"/>
                  </a:lnTo>
                  <a:lnTo>
                    <a:pt x="880822" y="1413402"/>
                  </a:lnTo>
                  <a:lnTo>
                    <a:pt x="880907" y="1413403"/>
                  </a:lnTo>
                  <a:lnTo>
                    <a:pt x="880958" y="1413387"/>
                  </a:lnTo>
                  <a:lnTo>
                    <a:pt x="881018" y="1413338"/>
                  </a:lnTo>
                  <a:lnTo>
                    <a:pt x="881084" y="1413314"/>
                  </a:lnTo>
                  <a:lnTo>
                    <a:pt x="881142" y="1413321"/>
                  </a:lnTo>
                  <a:lnTo>
                    <a:pt x="881231" y="1413360"/>
                  </a:lnTo>
                  <a:lnTo>
                    <a:pt x="881276" y="1413364"/>
                  </a:lnTo>
                  <a:lnTo>
                    <a:pt x="881361" y="1413338"/>
                  </a:lnTo>
                  <a:lnTo>
                    <a:pt x="881445" y="1413276"/>
                  </a:lnTo>
                  <a:lnTo>
                    <a:pt x="881510" y="1413246"/>
                  </a:lnTo>
                  <a:lnTo>
                    <a:pt x="881592" y="1413244"/>
                  </a:lnTo>
                  <a:lnTo>
                    <a:pt x="881653" y="1413233"/>
                  </a:lnTo>
                  <a:lnTo>
                    <a:pt x="881705" y="1413166"/>
                  </a:lnTo>
                  <a:lnTo>
                    <a:pt x="881744" y="1413120"/>
                  </a:lnTo>
                  <a:lnTo>
                    <a:pt x="881804" y="1413079"/>
                  </a:lnTo>
                  <a:lnTo>
                    <a:pt x="881829" y="1413052"/>
                  </a:lnTo>
                  <a:lnTo>
                    <a:pt x="881841" y="1413008"/>
                  </a:lnTo>
                  <a:lnTo>
                    <a:pt x="881850" y="1412963"/>
                  </a:lnTo>
                  <a:lnTo>
                    <a:pt x="881877" y="1412919"/>
                  </a:lnTo>
                  <a:lnTo>
                    <a:pt x="881888" y="1412887"/>
                  </a:lnTo>
                  <a:lnTo>
                    <a:pt x="881888" y="1412819"/>
                  </a:lnTo>
                  <a:lnTo>
                    <a:pt x="881887" y="1412715"/>
                  </a:lnTo>
                  <a:lnTo>
                    <a:pt x="881843" y="1412638"/>
                  </a:lnTo>
                  <a:lnTo>
                    <a:pt x="881827" y="1412575"/>
                  </a:lnTo>
                  <a:lnTo>
                    <a:pt x="881829" y="1412503"/>
                  </a:lnTo>
                  <a:lnTo>
                    <a:pt x="881820" y="1412454"/>
                  </a:lnTo>
                  <a:lnTo>
                    <a:pt x="881766" y="1412368"/>
                  </a:lnTo>
                  <a:lnTo>
                    <a:pt x="881684" y="1412203"/>
                  </a:lnTo>
                  <a:lnTo>
                    <a:pt x="881629" y="1412092"/>
                  </a:lnTo>
                  <a:lnTo>
                    <a:pt x="881558" y="1411908"/>
                  </a:lnTo>
                  <a:lnTo>
                    <a:pt x="881482" y="1411780"/>
                  </a:lnTo>
                  <a:lnTo>
                    <a:pt x="881372" y="1411561"/>
                  </a:lnTo>
                  <a:lnTo>
                    <a:pt x="881304" y="1411414"/>
                  </a:lnTo>
                  <a:lnTo>
                    <a:pt x="881200" y="1411195"/>
                  </a:lnTo>
                  <a:lnTo>
                    <a:pt x="881116" y="1411017"/>
                  </a:lnTo>
                  <a:lnTo>
                    <a:pt x="880934" y="1410647"/>
                  </a:lnTo>
                  <a:lnTo>
                    <a:pt x="880874" y="1410507"/>
                  </a:lnTo>
                  <a:lnTo>
                    <a:pt x="880732" y="1410232"/>
                  </a:lnTo>
                  <a:lnTo>
                    <a:pt x="880691" y="1410172"/>
                  </a:lnTo>
                  <a:lnTo>
                    <a:pt x="880585" y="1410006"/>
                  </a:lnTo>
                  <a:lnTo>
                    <a:pt x="880568" y="1409983"/>
                  </a:lnTo>
                  <a:lnTo>
                    <a:pt x="880553" y="1409956"/>
                  </a:lnTo>
                  <a:lnTo>
                    <a:pt x="880550" y="1409945"/>
                  </a:lnTo>
                  <a:lnTo>
                    <a:pt x="880531" y="1409883"/>
                  </a:lnTo>
                  <a:lnTo>
                    <a:pt x="880515" y="1409814"/>
                  </a:lnTo>
                  <a:lnTo>
                    <a:pt x="880424" y="1409662"/>
                  </a:lnTo>
                  <a:lnTo>
                    <a:pt x="880344" y="1409490"/>
                  </a:lnTo>
                  <a:lnTo>
                    <a:pt x="880258" y="1409348"/>
                  </a:lnTo>
                  <a:lnTo>
                    <a:pt x="880213" y="1409246"/>
                  </a:lnTo>
                  <a:lnTo>
                    <a:pt x="880135" y="1409067"/>
                  </a:lnTo>
                  <a:lnTo>
                    <a:pt x="880052" y="1408915"/>
                  </a:lnTo>
                  <a:lnTo>
                    <a:pt x="879993" y="1408785"/>
                  </a:lnTo>
                  <a:lnTo>
                    <a:pt x="879918" y="1408635"/>
                  </a:lnTo>
                  <a:lnTo>
                    <a:pt x="879841" y="1408485"/>
                  </a:lnTo>
                  <a:lnTo>
                    <a:pt x="879764" y="1408298"/>
                  </a:lnTo>
                  <a:lnTo>
                    <a:pt x="879726" y="1408219"/>
                  </a:lnTo>
                  <a:lnTo>
                    <a:pt x="879684" y="1408149"/>
                  </a:lnTo>
                  <a:lnTo>
                    <a:pt x="879645" y="1408101"/>
                  </a:lnTo>
                  <a:lnTo>
                    <a:pt x="879632" y="1408037"/>
                  </a:lnTo>
                  <a:lnTo>
                    <a:pt x="879567" y="1407890"/>
                  </a:lnTo>
                  <a:lnTo>
                    <a:pt x="879486" y="1407748"/>
                  </a:lnTo>
                  <a:lnTo>
                    <a:pt x="879413" y="1407599"/>
                  </a:lnTo>
                  <a:lnTo>
                    <a:pt x="879366" y="1407511"/>
                  </a:lnTo>
                  <a:lnTo>
                    <a:pt x="879310" y="1407386"/>
                  </a:lnTo>
                  <a:lnTo>
                    <a:pt x="879238" y="1407224"/>
                  </a:lnTo>
                  <a:lnTo>
                    <a:pt x="879179" y="1407092"/>
                  </a:lnTo>
                  <a:lnTo>
                    <a:pt x="879089" y="1406896"/>
                  </a:lnTo>
                  <a:lnTo>
                    <a:pt x="879038" y="1406781"/>
                  </a:lnTo>
                  <a:lnTo>
                    <a:pt x="878953" y="1406621"/>
                  </a:lnTo>
                  <a:lnTo>
                    <a:pt x="878889" y="1406481"/>
                  </a:lnTo>
                  <a:lnTo>
                    <a:pt x="878841" y="1406380"/>
                  </a:lnTo>
                  <a:lnTo>
                    <a:pt x="878767" y="1406251"/>
                  </a:lnTo>
                  <a:lnTo>
                    <a:pt x="878711" y="1406146"/>
                  </a:lnTo>
                  <a:lnTo>
                    <a:pt x="878692" y="1406079"/>
                  </a:lnTo>
                  <a:lnTo>
                    <a:pt x="878642" y="1405969"/>
                  </a:lnTo>
                  <a:lnTo>
                    <a:pt x="878579" y="1405851"/>
                  </a:lnTo>
                  <a:lnTo>
                    <a:pt x="878551" y="1405801"/>
                  </a:lnTo>
                  <a:lnTo>
                    <a:pt x="878482" y="1405633"/>
                  </a:lnTo>
                  <a:lnTo>
                    <a:pt x="878413" y="1405509"/>
                  </a:lnTo>
                  <a:lnTo>
                    <a:pt x="878321" y="1405309"/>
                  </a:lnTo>
                  <a:lnTo>
                    <a:pt x="878278" y="1405217"/>
                  </a:lnTo>
                  <a:lnTo>
                    <a:pt x="878176" y="1405003"/>
                  </a:lnTo>
                  <a:lnTo>
                    <a:pt x="878125" y="1404920"/>
                  </a:lnTo>
                  <a:lnTo>
                    <a:pt x="878085" y="1404806"/>
                  </a:lnTo>
                  <a:lnTo>
                    <a:pt x="878016" y="1404668"/>
                  </a:lnTo>
                  <a:lnTo>
                    <a:pt x="877985" y="1404585"/>
                  </a:lnTo>
                  <a:lnTo>
                    <a:pt x="877935" y="1404494"/>
                  </a:lnTo>
                  <a:lnTo>
                    <a:pt x="877909" y="1404446"/>
                  </a:lnTo>
                  <a:lnTo>
                    <a:pt x="877867" y="1404422"/>
                  </a:lnTo>
                  <a:lnTo>
                    <a:pt x="877718" y="1404352"/>
                  </a:lnTo>
                  <a:lnTo>
                    <a:pt x="877592" y="1404299"/>
                  </a:lnTo>
                  <a:lnTo>
                    <a:pt x="877492" y="1404238"/>
                  </a:lnTo>
                  <a:lnTo>
                    <a:pt x="877441" y="1404215"/>
                  </a:lnTo>
                  <a:lnTo>
                    <a:pt x="877379" y="1404209"/>
                  </a:lnTo>
                  <a:lnTo>
                    <a:pt x="877315" y="1404212"/>
                  </a:lnTo>
                  <a:lnTo>
                    <a:pt x="877274" y="1404209"/>
                  </a:lnTo>
                  <a:lnTo>
                    <a:pt x="877237" y="1404197"/>
                  </a:lnTo>
                  <a:lnTo>
                    <a:pt x="877189" y="1404178"/>
                  </a:lnTo>
                  <a:lnTo>
                    <a:pt x="877147" y="1404106"/>
                  </a:lnTo>
                  <a:lnTo>
                    <a:pt x="877049" y="1403957"/>
                  </a:lnTo>
                  <a:lnTo>
                    <a:pt x="876948" y="1403824"/>
                  </a:lnTo>
                  <a:lnTo>
                    <a:pt x="876930" y="1403794"/>
                  </a:lnTo>
                  <a:lnTo>
                    <a:pt x="876923" y="1403732"/>
                  </a:lnTo>
                  <a:lnTo>
                    <a:pt x="876928" y="1403694"/>
                  </a:lnTo>
                  <a:lnTo>
                    <a:pt x="876947" y="1403610"/>
                  </a:lnTo>
                  <a:lnTo>
                    <a:pt x="876941" y="1403522"/>
                  </a:lnTo>
                  <a:lnTo>
                    <a:pt x="876958" y="1403262"/>
                  </a:lnTo>
                  <a:lnTo>
                    <a:pt x="876978" y="1403162"/>
                  </a:lnTo>
                  <a:lnTo>
                    <a:pt x="876996" y="1403073"/>
                  </a:lnTo>
                  <a:lnTo>
                    <a:pt x="876999" y="1403036"/>
                  </a:lnTo>
                  <a:lnTo>
                    <a:pt x="876986" y="1402995"/>
                  </a:lnTo>
                  <a:lnTo>
                    <a:pt x="876951" y="1402952"/>
                  </a:lnTo>
                  <a:lnTo>
                    <a:pt x="876884" y="1402892"/>
                  </a:lnTo>
                  <a:lnTo>
                    <a:pt x="876856" y="1402850"/>
                  </a:lnTo>
                  <a:lnTo>
                    <a:pt x="876853" y="1402823"/>
                  </a:lnTo>
                  <a:lnTo>
                    <a:pt x="876870" y="1402738"/>
                  </a:lnTo>
                  <a:lnTo>
                    <a:pt x="876869" y="1402702"/>
                  </a:lnTo>
                  <a:lnTo>
                    <a:pt x="876858" y="1402664"/>
                  </a:lnTo>
                  <a:lnTo>
                    <a:pt x="876824" y="1402593"/>
                  </a:lnTo>
                  <a:lnTo>
                    <a:pt x="876774" y="1402491"/>
                  </a:lnTo>
                  <a:lnTo>
                    <a:pt x="876765" y="1402456"/>
                  </a:lnTo>
                  <a:lnTo>
                    <a:pt x="876766" y="1402423"/>
                  </a:lnTo>
                  <a:lnTo>
                    <a:pt x="876770" y="1402363"/>
                  </a:lnTo>
                  <a:lnTo>
                    <a:pt x="876794" y="1402282"/>
                  </a:lnTo>
                  <a:lnTo>
                    <a:pt x="876799" y="1402246"/>
                  </a:lnTo>
                  <a:lnTo>
                    <a:pt x="876801" y="1402214"/>
                  </a:lnTo>
                  <a:lnTo>
                    <a:pt x="876786" y="1402172"/>
                  </a:lnTo>
                  <a:lnTo>
                    <a:pt x="876761" y="1402135"/>
                  </a:lnTo>
                  <a:lnTo>
                    <a:pt x="876733" y="1402110"/>
                  </a:lnTo>
                  <a:lnTo>
                    <a:pt x="876689" y="1402091"/>
                  </a:lnTo>
                  <a:lnTo>
                    <a:pt x="876656" y="1402086"/>
                  </a:lnTo>
                  <a:lnTo>
                    <a:pt x="876598" y="1402105"/>
                  </a:lnTo>
                  <a:lnTo>
                    <a:pt x="876555" y="1402117"/>
                  </a:lnTo>
                  <a:lnTo>
                    <a:pt x="876511" y="1402113"/>
                  </a:lnTo>
                  <a:lnTo>
                    <a:pt x="876449" y="1402102"/>
                  </a:lnTo>
                  <a:lnTo>
                    <a:pt x="876418" y="1402104"/>
                  </a:lnTo>
                  <a:lnTo>
                    <a:pt x="876390" y="1402119"/>
                  </a:lnTo>
                  <a:lnTo>
                    <a:pt x="876322" y="1402181"/>
                  </a:lnTo>
                  <a:lnTo>
                    <a:pt x="876193" y="1402334"/>
                  </a:lnTo>
                  <a:lnTo>
                    <a:pt x="876134" y="1402434"/>
                  </a:lnTo>
                  <a:lnTo>
                    <a:pt x="876109" y="1402487"/>
                  </a:lnTo>
                  <a:lnTo>
                    <a:pt x="876069" y="1402577"/>
                  </a:lnTo>
                  <a:lnTo>
                    <a:pt x="876021" y="1402686"/>
                  </a:lnTo>
                  <a:lnTo>
                    <a:pt x="876019" y="1402691"/>
                  </a:lnTo>
                  <a:lnTo>
                    <a:pt x="875887" y="1402779"/>
                  </a:lnTo>
                  <a:lnTo>
                    <a:pt x="875740" y="1402862"/>
                  </a:lnTo>
                  <a:lnTo>
                    <a:pt x="875551" y="1402982"/>
                  </a:lnTo>
                  <a:lnTo>
                    <a:pt x="875227" y="1403130"/>
                  </a:lnTo>
                  <a:lnTo>
                    <a:pt x="874923" y="1403334"/>
                  </a:lnTo>
                  <a:lnTo>
                    <a:pt x="874256" y="1403768"/>
                  </a:lnTo>
                  <a:lnTo>
                    <a:pt x="873798" y="1403981"/>
                  </a:lnTo>
                  <a:lnTo>
                    <a:pt x="873353" y="1404093"/>
                  </a:lnTo>
                  <a:lnTo>
                    <a:pt x="872852" y="1404146"/>
                  </a:lnTo>
                  <a:lnTo>
                    <a:pt x="872656" y="1404152"/>
                  </a:lnTo>
                  <a:lnTo>
                    <a:pt x="872453" y="1404116"/>
                  </a:lnTo>
                  <a:lnTo>
                    <a:pt x="871719" y="1403740"/>
                  </a:lnTo>
                  <a:lnTo>
                    <a:pt x="871574" y="1403711"/>
                  </a:lnTo>
                  <a:lnTo>
                    <a:pt x="871404" y="1403718"/>
                  </a:lnTo>
                  <a:lnTo>
                    <a:pt x="871176" y="1403829"/>
                  </a:lnTo>
                  <a:lnTo>
                    <a:pt x="870774" y="1404070"/>
                  </a:lnTo>
                  <a:lnTo>
                    <a:pt x="870379" y="1404301"/>
                  </a:lnTo>
                  <a:lnTo>
                    <a:pt x="869954" y="1404393"/>
                  </a:lnTo>
                  <a:lnTo>
                    <a:pt x="869526" y="1404466"/>
                  </a:lnTo>
                  <a:lnTo>
                    <a:pt x="868874" y="1404585"/>
                  </a:lnTo>
                  <a:lnTo>
                    <a:pt x="868586" y="1404648"/>
                  </a:lnTo>
                  <a:lnTo>
                    <a:pt x="868225" y="1404795"/>
                  </a:lnTo>
                  <a:lnTo>
                    <a:pt x="867606" y="1405041"/>
                  </a:lnTo>
                  <a:lnTo>
                    <a:pt x="867463" y="1405161"/>
                  </a:lnTo>
                  <a:lnTo>
                    <a:pt x="867299" y="1405358"/>
                  </a:lnTo>
                  <a:lnTo>
                    <a:pt x="867142" y="1405478"/>
                  </a:lnTo>
                  <a:lnTo>
                    <a:pt x="866939" y="1405600"/>
                  </a:lnTo>
                  <a:lnTo>
                    <a:pt x="866780" y="1405649"/>
                  </a:lnTo>
                  <a:lnTo>
                    <a:pt x="866652" y="1405652"/>
                  </a:lnTo>
                  <a:lnTo>
                    <a:pt x="866445" y="1405617"/>
                  </a:lnTo>
                  <a:lnTo>
                    <a:pt x="866038" y="1405414"/>
                  </a:lnTo>
                  <a:lnTo>
                    <a:pt x="865849" y="1405397"/>
                  </a:lnTo>
                  <a:lnTo>
                    <a:pt x="865681" y="1405418"/>
                  </a:lnTo>
                  <a:lnTo>
                    <a:pt x="865373" y="1405452"/>
                  </a:lnTo>
                  <a:lnTo>
                    <a:pt x="865040" y="1405433"/>
                  </a:lnTo>
                  <a:lnTo>
                    <a:pt x="865005" y="1405382"/>
                  </a:lnTo>
                  <a:lnTo>
                    <a:pt x="865015" y="1405339"/>
                  </a:lnTo>
                  <a:lnTo>
                    <a:pt x="865073" y="1405289"/>
                  </a:lnTo>
                  <a:lnTo>
                    <a:pt x="865270" y="1405215"/>
                  </a:lnTo>
                  <a:lnTo>
                    <a:pt x="865336" y="1405190"/>
                  </a:lnTo>
                  <a:lnTo>
                    <a:pt x="865577" y="1404984"/>
                  </a:lnTo>
                  <a:lnTo>
                    <a:pt x="865987" y="1404513"/>
                  </a:lnTo>
                  <a:lnTo>
                    <a:pt x="866200" y="1404293"/>
                  </a:lnTo>
                  <a:lnTo>
                    <a:pt x="866198" y="1404200"/>
                  </a:lnTo>
                  <a:lnTo>
                    <a:pt x="866160" y="1404141"/>
                  </a:lnTo>
                  <a:lnTo>
                    <a:pt x="865691" y="1403967"/>
                  </a:lnTo>
                  <a:lnTo>
                    <a:pt x="865060" y="1403669"/>
                  </a:lnTo>
                  <a:lnTo>
                    <a:pt x="864624" y="1403449"/>
                  </a:lnTo>
                  <a:lnTo>
                    <a:pt x="864231" y="1403110"/>
                  </a:lnTo>
                  <a:lnTo>
                    <a:pt x="864182" y="1403081"/>
                  </a:lnTo>
                  <a:lnTo>
                    <a:pt x="863825" y="1402865"/>
                  </a:lnTo>
                  <a:lnTo>
                    <a:pt x="863271" y="1402531"/>
                  </a:lnTo>
                  <a:lnTo>
                    <a:pt x="862902" y="1402301"/>
                  </a:lnTo>
                  <a:lnTo>
                    <a:pt x="862711" y="1402284"/>
                  </a:lnTo>
                  <a:lnTo>
                    <a:pt x="862422" y="1402293"/>
                  </a:lnTo>
                  <a:lnTo>
                    <a:pt x="862114" y="1402249"/>
                  </a:lnTo>
                  <a:lnTo>
                    <a:pt x="861832" y="1402293"/>
                  </a:lnTo>
                  <a:lnTo>
                    <a:pt x="861673" y="1402312"/>
                  </a:lnTo>
                  <a:lnTo>
                    <a:pt x="861509" y="1402293"/>
                  </a:lnTo>
                  <a:lnTo>
                    <a:pt x="861230" y="1402171"/>
                  </a:lnTo>
                  <a:lnTo>
                    <a:pt x="860826" y="1402012"/>
                  </a:lnTo>
                  <a:lnTo>
                    <a:pt x="860580" y="1401797"/>
                  </a:lnTo>
                  <a:lnTo>
                    <a:pt x="860393" y="1401684"/>
                  </a:lnTo>
                  <a:lnTo>
                    <a:pt x="860095" y="1401419"/>
                  </a:lnTo>
                  <a:lnTo>
                    <a:pt x="859829" y="1401018"/>
                  </a:lnTo>
                  <a:lnTo>
                    <a:pt x="859815" y="1400997"/>
                  </a:lnTo>
                  <a:lnTo>
                    <a:pt x="859806" y="1400985"/>
                  </a:lnTo>
                  <a:lnTo>
                    <a:pt x="859593" y="1400673"/>
                  </a:lnTo>
                  <a:lnTo>
                    <a:pt x="859265" y="1400317"/>
                  </a:lnTo>
                  <a:lnTo>
                    <a:pt x="859198" y="1400301"/>
                  </a:lnTo>
                  <a:lnTo>
                    <a:pt x="858830" y="1400291"/>
                  </a:lnTo>
                  <a:lnTo>
                    <a:pt x="858504" y="1400244"/>
                  </a:lnTo>
                  <a:lnTo>
                    <a:pt x="858299" y="1400208"/>
                  </a:lnTo>
                  <a:lnTo>
                    <a:pt x="858250" y="1400149"/>
                  </a:lnTo>
                  <a:lnTo>
                    <a:pt x="858039" y="1399814"/>
                  </a:lnTo>
                  <a:lnTo>
                    <a:pt x="857960" y="1399553"/>
                  </a:lnTo>
                  <a:lnTo>
                    <a:pt x="857763" y="1399297"/>
                  </a:lnTo>
                  <a:lnTo>
                    <a:pt x="857728" y="1399167"/>
                  </a:lnTo>
                  <a:lnTo>
                    <a:pt x="857677" y="1398914"/>
                  </a:lnTo>
                  <a:lnTo>
                    <a:pt x="857642" y="1398865"/>
                  </a:lnTo>
                  <a:lnTo>
                    <a:pt x="857585" y="1398845"/>
                  </a:lnTo>
                  <a:lnTo>
                    <a:pt x="857500" y="1398834"/>
                  </a:lnTo>
                  <a:lnTo>
                    <a:pt x="857039" y="1398963"/>
                  </a:lnTo>
                  <a:lnTo>
                    <a:pt x="856887" y="1398958"/>
                  </a:lnTo>
                  <a:lnTo>
                    <a:pt x="856811" y="1398924"/>
                  </a:lnTo>
                  <a:lnTo>
                    <a:pt x="856788" y="1398826"/>
                  </a:lnTo>
                  <a:lnTo>
                    <a:pt x="856693" y="1398569"/>
                  </a:lnTo>
                  <a:lnTo>
                    <a:pt x="856569" y="1398345"/>
                  </a:lnTo>
                  <a:lnTo>
                    <a:pt x="856413" y="1398228"/>
                  </a:lnTo>
                  <a:lnTo>
                    <a:pt x="856302" y="1398177"/>
                  </a:lnTo>
                  <a:lnTo>
                    <a:pt x="856228" y="1398114"/>
                  </a:lnTo>
                  <a:lnTo>
                    <a:pt x="856226" y="1398095"/>
                  </a:lnTo>
                  <a:lnTo>
                    <a:pt x="856307" y="1397908"/>
                  </a:lnTo>
                  <a:lnTo>
                    <a:pt x="856307" y="1397684"/>
                  </a:lnTo>
                  <a:lnTo>
                    <a:pt x="856298" y="1397610"/>
                  </a:lnTo>
                  <a:lnTo>
                    <a:pt x="856174" y="1397472"/>
                  </a:lnTo>
                  <a:lnTo>
                    <a:pt x="855926" y="1397320"/>
                  </a:lnTo>
                  <a:lnTo>
                    <a:pt x="855756" y="1397164"/>
                  </a:lnTo>
                  <a:lnTo>
                    <a:pt x="855724" y="1397035"/>
                  </a:lnTo>
                  <a:lnTo>
                    <a:pt x="855764" y="1396943"/>
                  </a:lnTo>
                  <a:lnTo>
                    <a:pt x="855752" y="1396880"/>
                  </a:lnTo>
                  <a:lnTo>
                    <a:pt x="855588" y="1396781"/>
                  </a:lnTo>
                  <a:lnTo>
                    <a:pt x="855492" y="1396733"/>
                  </a:lnTo>
                  <a:lnTo>
                    <a:pt x="855481" y="1396661"/>
                  </a:lnTo>
                  <a:lnTo>
                    <a:pt x="855513" y="1396457"/>
                  </a:lnTo>
                  <a:lnTo>
                    <a:pt x="855644" y="1396219"/>
                  </a:lnTo>
                  <a:lnTo>
                    <a:pt x="855790" y="1395905"/>
                  </a:lnTo>
                  <a:lnTo>
                    <a:pt x="855971" y="1395774"/>
                  </a:lnTo>
                  <a:lnTo>
                    <a:pt x="856155" y="1395631"/>
                  </a:lnTo>
                  <a:lnTo>
                    <a:pt x="856317" y="1395409"/>
                  </a:lnTo>
                  <a:lnTo>
                    <a:pt x="856347" y="1395352"/>
                  </a:lnTo>
                  <a:lnTo>
                    <a:pt x="856352" y="1395284"/>
                  </a:lnTo>
                  <a:lnTo>
                    <a:pt x="856277" y="1395213"/>
                  </a:lnTo>
                  <a:lnTo>
                    <a:pt x="856128" y="1395078"/>
                  </a:lnTo>
                  <a:lnTo>
                    <a:pt x="855973" y="1394879"/>
                  </a:lnTo>
                  <a:lnTo>
                    <a:pt x="855852" y="1394743"/>
                  </a:lnTo>
                  <a:lnTo>
                    <a:pt x="855543" y="1394541"/>
                  </a:lnTo>
                  <a:lnTo>
                    <a:pt x="855445" y="1394428"/>
                  </a:lnTo>
                  <a:lnTo>
                    <a:pt x="855354" y="1394247"/>
                  </a:lnTo>
                  <a:lnTo>
                    <a:pt x="855349" y="1393982"/>
                  </a:lnTo>
                  <a:lnTo>
                    <a:pt x="855362" y="1393617"/>
                  </a:lnTo>
                  <a:lnTo>
                    <a:pt x="855518" y="1393371"/>
                  </a:lnTo>
                  <a:lnTo>
                    <a:pt x="855629" y="1393061"/>
                  </a:lnTo>
                  <a:lnTo>
                    <a:pt x="855698" y="1392947"/>
                  </a:lnTo>
                  <a:lnTo>
                    <a:pt x="855922" y="1392543"/>
                  </a:lnTo>
                  <a:lnTo>
                    <a:pt x="855974" y="1392485"/>
                  </a:lnTo>
                  <a:lnTo>
                    <a:pt x="856128" y="1392424"/>
                  </a:lnTo>
                  <a:lnTo>
                    <a:pt x="856269" y="1392289"/>
                  </a:lnTo>
                  <a:lnTo>
                    <a:pt x="856418" y="1392036"/>
                  </a:lnTo>
                  <a:lnTo>
                    <a:pt x="856432" y="1392025"/>
                  </a:lnTo>
                  <a:lnTo>
                    <a:pt x="856459" y="1392006"/>
                  </a:lnTo>
                  <a:lnTo>
                    <a:pt x="856502" y="1391979"/>
                  </a:lnTo>
                  <a:lnTo>
                    <a:pt x="856543" y="1391957"/>
                  </a:lnTo>
                  <a:lnTo>
                    <a:pt x="856634" y="1391914"/>
                  </a:lnTo>
                  <a:lnTo>
                    <a:pt x="856714" y="1391867"/>
                  </a:lnTo>
                  <a:lnTo>
                    <a:pt x="856766" y="1391826"/>
                  </a:lnTo>
                  <a:lnTo>
                    <a:pt x="856806" y="1391783"/>
                  </a:lnTo>
                  <a:lnTo>
                    <a:pt x="856840" y="1391738"/>
                  </a:lnTo>
                  <a:lnTo>
                    <a:pt x="856848" y="1391705"/>
                  </a:lnTo>
                  <a:lnTo>
                    <a:pt x="856859" y="1391646"/>
                  </a:lnTo>
                  <a:lnTo>
                    <a:pt x="856867" y="1391589"/>
                  </a:lnTo>
                  <a:lnTo>
                    <a:pt x="856882" y="1391532"/>
                  </a:lnTo>
                  <a:lnTo>
                    <a:pt x="856933" y="1391431"/>
                  </a:lnTo>
                  <a:lnTo>
                    <a:pt x="856995" y="1391351"/>
                  </a:lnTo>
                  <a:lnTo>
                    <a:pt x="857035" y="1391311"/>
                  </a:lnTo>
                  <a:lnTo>
                    <a:pt x="857083" y="1391278"/>
                  </a:lnTo>
                  <a:lnTo>
                    <a:pt x="857124" y="1391250"/>
                  </a:lnTo>
                  <a:lnTo>
                    <a:pt x="857189" y="1391214"/>
                  </a:lnTo>
                  <a:lnTo>
                    <a:pt x="857250" y="1391180"/>
                  </a:lnTo>
                  <a:lnTo>
                    <a:pt x="857280" y="1391153"/>
                  </a:lnTo>
                  <a:lnTo>
                    <a:pt x="857299" y="1391108"/>
                  </a:lnTo>
                  <a:lnTo>
                    <a:pt x="857311" y="1391056"/>
                  </a:lnTo>
                  <a:lnTo>
                    <a:pt x="857322" y="1390981"/>
                  </a:lnTo>
                  <a:lnTo>
                    <a:pt x="857340" y="1390910"/>
                  </a:lnTo>
                  <a:lnTo>
                    <a:pt x="857374" y="1390854"/>
                  </a:lnTo>
                  <a:lnTo>
                    <a:pt x="857402" y="1390825"/>
                  </a:lnTo>
                  <a:lnTo>
                    <a:pt x="857433" y="1390811"/>
                  </a:lnTo>
                  <a:lnTo>
                    <a:pt x="857496" y="1390798"/>
                  </a:lnTo>
                  <a:lnTo>
                    <a:pt x="857577" y="1390773"/>
                  </a:lnTo>
                  <a:lnTo>
                    <a:pt x="857656" y="1390761"/>
                  </a:lnTo>
                  <a:lnTo>
                    <a:pt x="857768" y="1390756"/>
                  </a:lnTo>
                  <a:lnTo>
                    <a:pt x="857821" y="1390752"/>
                  </a:lnTo>
                  <a:lnTo>
                    <a:pt x="857880" y="1390736"/>
                  </a:lnTo>
                  <a:lnTo>
                    <a:pt x="857980" y="1390671"/>
                  </a:lnTo>
                  <a:lnTo>
                    <a:pt x="858061" y="1390602"/>
                  </a:lnTo>
                  <a:lnTo>
                    <a:pt x="858112" y="1390532"/>
                  </a:lnTo>
                  <a:lnTo>
                    <a:pt x="858149" y="1390478"/>
                  </a:lnTo>
                  <a:lnTo>
                    <a:pt x="858215" y="1390396"/>
                  </a:lnTo>
                  <a:lnTo>
                    <a:pt x="858267" y="1390348"/>
                  </a:lnTo>
                  <a:lnTo>
                    <a:pt x="858330" y="1390301"/>
                  </a:lnTo>
                  <a:lnTo>
                    <a:pt x="858405" y="1390198"/>
                  </a:lnTo>
                  <a:lnTo>
                    <a:pt x="858464" y="1390090"/>
                  </a:lnTo>
                  <a:lnTo>
                    <a:pt x="858482" y="1390044"/>
                  </a:lnTo>
                  <a:lnTo>
                    <a:pt x="858487" y="1389973"/>
                  </a:lnTo>
                  <a:lnTo>
                    <a:pt x="858482" y="1389826"/>
                  </a:lnTo>
                  <a:lnTo>
                    <a:pt x="858475" y="1389762"/>
                  </a:lnTo>
                  <a:lnTo>
                    <a:pt x="858471" y="1389724"/>
                  </a:lnTo>
                  <a:lnTo>
                    <a:pt x="858455" y="1389694"/>
                  </a:lnTo>
                  <a:lnTo>
                    <a:pt x="858426" y="1389678"/>
                  </a:lnTo>
                  <a:lnTo>
                    <a:pt x="858366" y="1389653"/>
                  </a:lnTo>
                  <a:lnTo>
                    <a:pt x="858344" y="1389634"/>
                  </a:lnTo>
                  <a:lnTo>
                    <a:pt x="858273" y="1389564"/>
                  </a:lnTo>
                  <a:lnTo>
                    <a:pt x="858242" y="1389516"/>
                  </a:lnTo>
                  <a:lnTo>
                    <a:pt x="858232" y="1389486"/>
                  </a:lnTo>
                  <a:lnTo>
                    <a:pt x="858239" y="1389457"/>
                  </a:lnTo>
                  <a:lnTo>
                    <a:pt x="858264" y="1389435"/>
                  </a:lnTo>
                  <a:lnTo>
                    <a:pt x="858336" y="1389404"/>
                  </a:lnTo>
                  <a:lnTo>
                    <a:pt x="858543" y="1389371"/>
                  </a:lnTo>
                  <a:lnTo>
                    <a:pt x="858603" y="1389360"/>
                  </a:lnTo>
                  <a:lnTo>
                    <a:pt x="858620" y="1389342"/>
                  </a:lnTo>
                  <a:lnTo>
                    <a:pt x="858618" y="1389332"/>
                  </a:lnTo>
                  <a:lnTo>
                    <a:pt x="858590" y="1389235"/>
                  </a:lnTo>
                  <a:lnTo>
                    <a:pt x="858579" y="1389202"/>
                  </a:lnTo>
                  <a:lnTo>
                    <a:pt x="858585" y="1389189"/>
                  </a:lnTo>
                  <a:lnTo>
                    <a:pt x="858650" y="1389120"/>
                  </a:lnTo>
                  <a:lnTo>
                    <a:pt x="858708" y="1389075"/>
                  </a:lnTo>
                  <a:lnTo>
                    <a:pt x="858712" y="1389064"/>
                  </a:lnTo>
                  <a:lnTo>
                    <a:pt x="858682" y="1388989"/>
                  </a:lnTo>
                  <a:lnTo>
                    <a:pt x="858689" y="1388964"/>
                  </a:lnTo>
                  <a:lnTo>
                    <a:pt x="858718" y="1388916"/>
                  </a:lnTo>
                  <a:lnTo>
                    <a:pt x="858757" y="1388808"/>
                  </a:lnTo>
                  <a:lnTo>
                    <a:pt x="858774" y="1388784"/>
                  </a:lnTo>
                  <a:lnTo>
                    <a:pt x="858788" y="1388765"/>
                  </a:lnTo>
                  <a:lnTo>
                    <a:pt x="858802" y="1388720"/>
                  </a:lnTo>
                  <a:lnTo>
                    <a:pt x="858861" y="1388615"/>
                  </a:lnTo>
                  <a:lnTo>
                    <a:pt x="858879" y="1388558"/>
                  </a:lnTo>
                  <a:lnTo>
                    <a:pt x="858887" y="1388422"/>
                  </a:lnTo>
                  <a:lnTo>
                    <a:pt x="858921" y="1388330"/>
                  </a:lnTo>
                  <a:lnTo>
                    <a:pt x="858925" y="1388299"/>
                  </a:lnTo>
                  <a:lnTo>
                    <a:pt x="858920" y="1388281"/>
                  </a:lnTo>
                  <a:lnTo>
                    <a:pt x="858864" y="1388217"/>
                  </a:lnTo>
                  <a:lnTo>
                    <a:pt x="858818" y="1388125"/>
                  </a:lnTo>
                  <a:lnTo>
                    <a:pt x="858789" y="1388020"/>
                  </a:lnTo>
                  <a:lnTo>
                    <a:pt x="858779" y="1387958"/>
                  </a:lnTo>
                  <a:lnTo>
                    <a:pt x="858747" y="1387920"/>
                  </a:lnTo>
                  <a:lnTo>
                    <a:pt x="858737" y="1387844"/>
                  </a:lnTo>
                  <a:lnTo>
                    <a:pt x="858744" y="1387769"/>
                  </a:lnTo>
                  <a:lnTo>
                    <a:pt x="858752" y="1387737"/>
                  </a:lnTo>
                  <a:lnTo>
                    <a:pt x="858785" y="1387707"/>
                  </a:lnTo>
                  <a:lnTo>
                    <a:pt x="858816" y="1387676"/>
                  </a:lnTo>
                  <a:lnTo>
                    <a:pt x="858860" y="1387589"/>
                  </a:lnTo>
                  <a:lnTo>
                    <a:pt x="858899" y="1387543"/>
                  </a:lnTo>
                  <a:lnTo>
                    <a:pt x="858937" y="1387529"/>
                  </a:lnTo>
                  <a:lnTo>
                    <a:pt x="858994" y="1387497"/>
                  </a:lnTo>
                  <a:lnTo>
                    <a:pt x="859053" y="1387441"/>
                  </a:lnTo>
                  <a:lnTo>
                    <a:pt x="859065" y="1387421"/>
                  </a:lnTo>
                  <a:lnTo>
                    <a:pt x="859068" y="1387407"/>
                  </a:lnTo>
                  <a:lnTo>
                    <a:pt x="859062" y="1387376"/>
                  </a:lnTo>
                  <a:lnTo>
                    <a:pt x="859048" y="1387308"/>
                  </a:lnTo>
                  <a:lnTo>
                    <a:pt x="859052" y="1387295"/>
                  </a:lnTo>
                  <a:lnTo>
                    <a:pt x="859096" y="1387260"/>
                  </a:lnTo>
                  <a:lnTo>
                    <a:pt x="859107" y="1387238"/>
                  </a:lnTo>
                  <a:lnTo>
                    <a:pt x="859133" y="1387140"/>
                  </a:lnTo>
                  <a:lnTo>
                    <a:pt x="859122" y="1387097"/>
                  </a:lnTo>
                  <a:lnTo>
                    <a:pt x="859107" y="1386996"/>
                  </a:lnTo>
                  <a:lnTo>
                    <a:pt x="859120" y="1386929"/>
                  </a:lnTo>
                  <a:lnTo>
                    <a:pt x="859141" y="1386907"/>
                  </a:lnTo>
                  <a:lnTo>
                    <a:pt x="859204" y="1386876"/>
                  </a:lnTo>
                  <a:lnTo>
                    <a:pt x="859213" y="1386853"/>
                  </a:lnTo>
                  <a:lnTo>
                    <a:pt x="859205" y="1386770"/>
                  </a:lnTo>
                  <a:lnTo>
                    <a:pt x="859194" y="1386649"/>
                  </a:lnTo>
                  <a:lnTo>
                    <a:pt x="859207" y="1386538"/>
                  </a:lnTo>
                  <a:lnTo>
                    <a:pt x="859191" y="1386487"/>
                  </a:lnTo>
                  <a:lnTo>
                    <a:pt x="859157" y="1386460"/>
                  </a:lnTo>
                  <a:lnTo>
                    <a:pt x="859114" y="1386425"/>
                  </a:lnTo>
                  <a:lnTo>
                    <a:pt x="859076" y="1386370"/>
                  </a:lnTo>
                  <a:lnTo>
                    <a:pt x="859017" y="1386332"/>
                  </a:lnTo>
                  <a:lnTo>
                    <a:pt x="858980" y="1386307"/>
                  </a:lnTo>
                  <a:lnTo>
                    <a:pt x="858963" y="1386261"/>
                  </a:lnTo>
                  <a:lnTo>
                    <a:pt x="858948" y="1386203"/>
                  </a:lnTo>
                  <a:lnTo>
                    <a:pt x="858933" y="1386182"/>
                  </a:lnTo>
                  <a:lnTo>
                    <a:pt x="858927" y="1386126"/>
                  </a:lnTo>
                  <a:lnTo>
                    <a:pt x="858919" y="1386073"/>
                  </a:lnTo>
                  <a:lnTo>
                    <a:pt x="858878" y="1386019"/>
                  </a:lnTo>
                  <a:lnTo>
                    <a:pt x="858865" y="1385962"/>
                  </a:lnTo>
                  <a:lnTo>
                    <a:pt x="858864" y="1385834"/>
                  </a:lnTo>
                  <a:lnTo>
                    <a:pt x="858877" y="1385763"/>
                  </a:lnTo>
                  <a:lnTo>
                    <a:pt x="858883" y="1385724"/>
                  </a:lnTo>
                  <a:lnTo>
                    <a:pt x="858869" y="1385658"/>
                  </a:lnTo>
                  <a:lnTo>
                    <a:pt x="858801" y="1385561"/>
                  </a:lnTo>
                  <a:lnTo>
                    <a:pt x="858794" y="1385531"/>
                  </a:lnTo>
                  <a:lnTo>
                    <a:pt x="858803" y="1385490"/>
                  </a:lnTo>
                  <a:lnTo>
                    <a:pt x="858813" y="1385449"/>
                  </a:lnTo>
                  <a:lnTo>
                    <a:pt x="858788" y="1385362"/>
                  </a:lnTo>
                  <a:lnTo>
                    <a:pt x="858777" y="1385330"/>
                  </a:lnTo>
                  <a:lnTo>
                    <a:pt x="858788" y="1385293"/>
                  </a:lnTo>
                  <a:lnTo>
                    <a:pt x="858831" y="1385234"/>
                  </a:lnTo>
                  <a:lnTo>
                    <a:pt x="858830" y="1385216"/>
                  </a:lnTo>
                  <a:lnTo>
                    <a:pt x="858816" y="1385180"/>
                  </a:lnTo>
                  <a:lnTo>
                    <a:pt x="858785" y="1385152"/>
                  </a:lnTo>
                  <a:lnTo>
                    <a:pt x="858757" y="1385154"/>
                  </a:lnTo>
                  <a:lnTo>
                    <a:pt x="858727" y="1385142"/>
                  </a:lnTo>
                  <a:lnTo>
                    <a:pt x="858709" y="1385103"/>
                  </a:lnTo>
                  <a:lnTo>
                    <a:pt x="858683" y="1384953"/>
                  </a:lnTo>
                  <a:lnTo>
                    <a:pt x="858694" y="1384931"/>
                  </a:lnTo>
                  <a:lnTo>
                    <a:pt x="858745" y="1384861"/>
                  </a:lnTo>
                  <a:lnTo>
                    <a:pt x="858761" y="1384841"/>
                  </a:lnTo>
                  <a:lnTo>
                    <a:pt x="858762" y="1384832"/>
                  </a:lnTo>
                  <a:lnTo>
                    <a:pt x="858736" y="1384801"/>
                  </a:lnTo>
                  <a:lnTo>
                    <a:pt x="858698" y="1384693"/>
                  </a:lnTo>
                  <a:lnTo>
                    <a:pt x="858704" y="1384658"/>
                  </a:lnTo>
                  <a:lnTo>
                    <a:pt x="858714" y="1384630"/>
                  </a:lnTo>
                  <a:lnTo>
                    <a:pt x="858708" y="1384625"/>
                  </a:lnTo>
                  <a:lnTo>
                    <a:pt x="858687" y="1384628"/>
                  </a:lnTo>
                  <a:lnTo>
                    <a:pt x="858643" y="1384602"/>
                  </a:lnTo>
                  <a:lnTo>
                    <a:pt x="858582" y="1384522"/>
                  </a:lnTo>
                  <a:lnTo>
                    <a:pt x="858538" y="1384484"/>
                  </a:lnTo>
                  <a:lnTo>
                    <a:pt x="858510" y="1384444"/>
                  </a:lnTo>
                  <a:lnTo>
                    <a:pt x="858496" y="1384379"/>
                  </a:lnTo>
                  <a:lnTo>
                    <a:pt x="858483" y="1384349"/>
                  </a:lnTo>
                  <a:lnTo>
                    <a:pt x="858446" y="1384304"/>
                  </a:lnTo>
                  <a:lnTo>
                    <a:pt x="858375" y="1384254"/>
                  </a:lnTo>
                  <a:lnTo>
                    <a:pt x="858311" y="1384214"/>
                  </a:lnTo>
                  <a:lnTo>
                    <a:pt x="858288" y="1384178"/>
                  </a:lnTo>
                  <a:lnTo>
                    <a:pt x="858269" y="1384161"/>
                  </a:lnTo>
                  <a:lnTo>
                    <a:pt x="858110" y="1384094"/>
                  </a:lnTo>
                  <a:lnTo>
                    <a:pt x="858039" y="1384050"/>
                  </a:lnTo>
                  <a:lnTo>
                    <a:pt x="857992" y="1384000"/>
                  </a:lnTo>
                  <a:lnTo>
                    <a:pt x="857935" y="1383904"/>
                  </a:lnTo>
                  <a:lnTo>
                    <a:pt x="857915" y="1383871"/>
                  </a:lnTo>
                  <a:lnTo>
                    <a:pt x="857839" y="1383806"/>
                  </a:lnTo>
                  <a:lnTo>
                    <a:pt x="857787" y="1383725"/>
                  </a:lnTo>
                  <a:lnTo>
                    <a:pt x="857748" y="1383694"/>
                  </a:lnTo>
                  <a:lnTo>
                    <a:pt x="857706" y="1383685"/>
                  </a:lnTo>
                  <a:lnTo>
                    <a:pt x="857648" y="1383686"/>
                  </a:lnTo>
                  <a:lnTo>
                    <a:pt x="857488" y="1383616"/>
                  </a:lnTo>
                  <a:lnTo>
                    <a:pt x="857432" y="1383610"/>
                  </a:lnTo>
                  <a:lnTo>
                    <a:pt x="857332" y="1383613"/>
                  </a:lnTo>
                  <a:lnTo>
                    <a:pt x="857296" y="1383628"/>
                  </a:lnTo>
                  <a:lnTo>
                    <a:pt x="857169" y="1383657"/>
                  </a:lnTo>
                  <a:lnTo>
                    <a:pt x="857081" y="1383695"/>
                  </a:lnTo>
                  <a:lnTo>
                    <a:pt x="857058" y="1383743"/>
                  </a:lnTo>
                  <a:lnTo>
                    <a:pt x="857063" y="1383792"/>
                  </a:lnTo>
                  <a:lnTo>
                    <a:pt x="857042" y="1383834"/>
                  </a:lnTo>
                  <a:lnTo>
                    <a:pt x="856985" y="1383915"/>
                  </a:lnTo>
                  <a:lnTo>
                    <a:pt x="856967" y="1383923"/>
                  </a:lnTo>
                  <a:lnTo>
                    <a:pt x="856873" y="1383896"/>
                  </a:lnTo>
                  <a:lnTo>
                    <a:pt x="856720" y="1383856"/>
                  </a:lnTo>
                  <a:lnTo>
                    <a:pt x="856639" y="1383868"/>
                  </a:lnTo>
                  <a:lnTo>
                    <a:pt x="856508" y="1383907"/>
                  </a:lnTo>
                  <a:lnTo>
                    <a:pt x="856426" y="1383920"/>
                  </a:lnTo>
                  <a:lnTo>
                    <a:pt x="856417" y="1383927"/>
                  </a:lnTo>
                  <a:lnTo>
                    <a:pt x="856410" y="1383951"/>
                  </a:lnTo>
                  <a:lnTo>
                    <a:pt x="856387" y="1384024"/>
                  </a:lnTo>
                  <a:lnTo>
                    <a:pt x="856360" y="1384047"/>
                  </a:lnTo>
                  <a:lnTo>
                    <a:pt x="856339" y="1384055"/>
                  </a:lnTo>
                  <a:lnTo>
                    <a:pt x="856326" y="1384073"/>
                  </a:lnTo>
                  <a:lnTo>
                    <a:pt x="856315" y="1384092"/>
                  </a:lnTo>
                  <a:lnTo>
                    <a:pt x="856298" y="1384120"/>
                  </a:lnTo>
                  <a:lnTo>
                    <a:pt x="856210" y="1384195"/>
                  </a:lnTo>
                  <a:lnTo>
                    <a:pt x="856147" y="1384253"/>
                  </a:lnTo>
                  <a:lnTo>
                    <a:pt x="856114" y="1384261"/>
                  </a:lnTo>
                  <a:lnTo>
                    <a:pt x="856045" y="1384254"/>
                  </a:lnTo>
                  <a:lnTo>
                    <a:pt x="855976" y="1384244"/>
                  </a:lnTo>
                  <a:lnTo>
                    <a:pt x="855956" y="1384226"/>
                  </a:lnTo>
                  <a:lnTo>
                    <a:pt x="855905" y="1384134"/>
                  </a:lnTo>
                  <a:lnTo>
                    <a:pt x="855871" y="1384090"/>
                  </a:lnTo>
                  <a:lnTo>
                    <a:pt x="855810" y="1384043"/>
                  </a:lnTo>
                  <a:lnTo>
                    <a:pt x="855742" y="1384005"/>
                  </a:lnTo>
                  <a:lnTo>
                    <a:pt x="855673" y="1383943"/>
                  </a:lnTo>
                  <a:lnTo>
                    <a:pt x="855653" y="1383937"/>
                  </a:lnTo>
                  <a:lnTo>
                    <a:pt x="855579" y="1383946"/>
                  </a:lnTo>
                  <a:lnTo>
                    <a:pt x="855539" y="1383942"/>
                  </a:lnTo>
                  <a:lnTo>
                    <a:pt x="855444" y="1383880"/>
                  </a:lnTo>
                  <a:lnTo>
                    <a:pt x="855390" y="1383875"/>
                  </a:lnTo>
                  <a:lnTo>
                    <a:pt x="855290" y="1383872"/>
                  </a:lnTo>
                  <a:lnTo>
                    <a:pt x="855029" y="1383892"/>
                  </a:lnTo>
                  <a:lnTo>
                    <a:pt x="854987" y="1383884"/>
                  </a:lnTo>
                  <a:lnTo>
                    <a:pt x="854958" y="1383870"/>
                  </a:lnTo>
                  <a:lnTo>
                    <a:pt x="854924" y="1383869"/>
                  </a:lnTo>
                  <a:lnTo>
                    <a:pt x="854876" y="1383861"/>
                  </a:lnTo>
                  <a:lnTo>
                    <a:pt x="854836" y="1383831"/>
                  </a:lnTo>
                  <a:lnTo>
                    <a:pt x="854815" y="1383772"/>
                  </a:lnTo>
                  <a:lnTo>
                    <a:pt x="854776" y="1383691"/>
                  </a:lnTo>
                  <a:lnTo>
                    <a:pt x="854686" y="1383604"/>
                  </a:lnTo>
                  <a:lnTo>
                    <a:pt x="854632" y="1383564"/>
                  </a:lnTo>
                  <a:lnTo>
                    <a:pt x="854611" y="1383564"/>
                  </a:lnTo>
                  <a:lnTo>
                    <a:pt x="854566" y="1383602"/>
                  </a:lnTo>
                  <a:lnTo>
                    <a:pt x="854530" y="1383603"/>
                  </a:lnTo>
                  <a:lnTo>
                    <a:pt x="854499" y="1383590"/>
                  </a:lnTo>
                  <a:lnTo>
                    <a:pt x="854499" y="1383574"/>
                  </a:lnTo>
                  <a:lnTo>
                    <a:pt x="854520" y="1383533"/>
                  </a:lnTo>
                  <a:lnTo>
                    <a:pt x="854514" y="1383514"/>
                  </a:lnTo>
                  <a:lnTo>
                    <a:pt x="854468" y="1383487"/>
                  </a:lnTo>
                  <a:lnTo>
                    <a:pt x="854422" y="1383471"/>
                  </a:lnTo>
                  <a:lnTo>
                    <a:pt x="854328" y="1383470"/>
                  </a:lnTo>
                  <a:lnTo>
                    <a:pt x="854298" y="1383469"/>
                  </a:lnTo>
                  <a:lnTo>
                    <a:pt x="854261" y="1383457"/>
                  </a:lnTo>
                  <a:lnTo>
                    <a:pt x="854259" y="1383451"/>
                  </a:lnTo>
                  <a:lnTo>
                    <a:pt x="854282" y="1383433"/>
                  </a:lnTo>
                  <a:lnTo>
                    <a:pt x="854309" y="1383408"/>
                  </a:lnTo>
                  <a:lnTo>
                    <a:pt x="854316" y="1383388"/>
                  </a:lnTo>
                  <a:lnTo>
                    <a:pt x="854306" y="1383347"/>
                  </a:lnTo>
                  <a:lnTo>
                    <a:pt x="854297" y="1383289"/>
                  </a:lnTo>
                  <a:lnTo>
                    <a:pt x="854281" y="1383217"/>
                  </a:lnTo>
                  <a:lnTo>
                    <a:pt x="854286" y="1383207"/>
                  </a:lnTo>
                  <a:lnTo>
                    <a:pt x="854303" y="1383196"/>
                  </a:lnTo>
                  <a:lnTo>
                    <a:pt x="854365" y="1383175"/>
                  </a:lnTo>
                  <a:lnTo>
                    <a:pt x="854393" y="1383146"/>
                  </a:lnTo>
                  <a:lnTo>
                    <a:pt x="854434" y="1383076"/>
                  </a:lnTo>
                  <a:lnTo>
                    <a:pt x="854439" y="1383066"/>
                  </a:lnTo>
                  <a:lnTo>
                    <a:pt x="854482" y="1382956"/>
                  </a:lnTo>
                  <a:lnTo>
                    <a:pt x="854540" y="1382844"/>
                  </a:lnTo>
                  <a:lnTo>
                    <a:pt x="854573" y="1382791"/>
                  </a:lnTo>
                  <a:lnTo>
                    <a:pt x="854662" y="1382710"/>
                  </a:lnTo>
                  <a:lnTo>
                    <a:pt x="854705" y="1382663"/>
                  </a:lnTo>
                  <a:lnTo>
                    <a:pt x="854712" y="1382640"/>
                  </a:lnTo>
                  <a:lnTo>
                    <a:pt x="854710" y="1382622"/>
                  </a:lnTo>
                  <a:lnTo>
                    <a:pt x="854703" y="1382596"/>
                  </a:lnTo>
                  <a:lnTo>
                    <a:pt x="854685" y="1382554"/>
                  </a:lnTo>
                  <a:lnTo>
                    <a:pt x="854678" y="1382539"/>
                  </a:lnTo>
                  <a:lnTo>
                    <a:pt x="854689" y="1382467"/>
                  </a:lnTo>
                  <a:lnTo>
                    <a:pt x="854698" y="1382428"/>
                  </a:lnTo>
                  <a:lnTo>
                    <a:pt x="854730" y="1382407"/>
                  </a:lnTo>
                  <a:lnTo>
                    <a:pt x="854811" y="1382410"/>
                  </a:lnTo>
                  <a:lnTo>
                    <a:pt x="854849" y="1382399"/>
                  </a:lnTo>
                  <a:lnTo>
                    <a:pt x="854894" y="1382366"/>
                  </a:lnTo>
                  <a:lnTo>
                    <a:pt x="854911" y="1382318"/>
                  </a:lnTo>
                  <a:lnTo>
                    <a:pt x="854909" y="1382243"/>
                  </a:lnTo>
                  <a:lnTo>
                    <a:pt x="854897" y="1382212"/>
                  </a:lnTo>
                  <a:lnTo>
                    <a:pt x="854878" y="1382197"/>
                  </a:lnTo>
                  <a:lnTo>
                    <a:pt x="854864" y="1382170"/>
                  </a:lnTo>
                  <a:lnTo>
                    <a:pt x="854868" y="1382104"/>
                  </a:lnTo>
                  <a:lnTo>
                    <a:pt x="854955" y="1381917"/>
                  </a:lnTo>
                  <a:lnTo>
                    <a:pt x="854969" y="1381866"/>
                  </a:lnTo>
                  <a:lnTo>
                    <a:pt x="854997" y="1381831"/>
                  </a:lnTo>
                  <a:lnTo>
                    <a:pt x="855072" y="1381813"/>
                  </a:lnTo>
                  <a:lnTo>
                    <a:pt x="855086" y="1381794"/>
                  </a:lnTo>
                  <a:lnTo>
                    <a:pt x="855095" y="1381780"/>
                  </a:lnTo>
                  <a:lnTo>
                    <a:pt x="855153" y="1381775"/>
                  </a:lnTo>
                  <a:lnTo>
                    <a:pt x="855307" y="1381772"/>
                  </a:lnTo>
                  <a:lnTo>
                    <a:pt x="855397" y="1381723"/>
                  </a:lnTo>
                  <a:lnTo>
                    <a:pt x="855457" y="1381689"/>
                  </a:lnTo>
                  <a:lnTo>
                    <a:pt x="855494" y="1381591"/>
                  </a:lnTo>
                  <a:lnTo>
                    <a:pt x="855519" y="1381575"/>
                  </a:lnTo>
                  <a:lnTo>
                    <a:pt x="855597" y="1381559"/>
                  </a:lnTo>
                  <a:lnTo>
                    <a:pt x="855650" y="1381534"/>
                  </a:lnTo>
                  <a:lnTo>
                    <a:pt x="855711" y="1381471"/>
                  </a:lnTo>
                  <a:lnTo>
                    <a:pt x="855745" y="1381470"/>
                  </a:lnTo>
                  <a:lnTo>
                    <a:pt x="855812" y="1381494"/>
                  </a:lnTo>
                  <a:lnTo>
                    <a:pt x="855842" y="1381494"/>
                  </a:lnTo>
                  <a:lnTo>
                    <a:pt x="855868" y="1381455"/>
                  </a:lnTo>
                  <a:lnTo>
                    <a:pt x="855896" y="1381432"/>
                  </a:lnTo>
                  <a:lnTo>
                    <a:pt x="855921" y="1381432"/>
                  </a:lnTo>
                  <a:lnTo>
                    <a:pt x="856141" y="1381480"/>
                  </a:lnTo>
                  <a:lnTo>
                    <a:pt x="856286" y="1381509"/>
                  </a:lnTo>
                  <a:lnTo>
                    <a:pt x="856386" y="1381554"/>
                  </a:lnTo>
                  <a:lnTo>
                    <a:pt x="856432" y="1381594"/>
                  </a:lnTo>
                  <a:lnTo>
                    <a:pt x="856474" y="1381633"/>
                  </a:lnTo>
                  <a:lnTo>
                    <a:pt x="856511" y="1381667"/>
                  </a:lnTo>
                  <a:lnTo>
                    <a:pt x="856516" y="1381746"/>
                  </a:lnTo>
                  <a:lnTo>
                    <a:pt x="856528" y="1381797"/>
                  </a:lnTo>
                  <a:lnTo>
                    <a:pt x="856564" y="1381839"/>
                  </a:lnTo>
                  <a:lnTo>
                    <a:pt x="856602" y="1381873"/>
                  </a:lnTo>
                  <a:lnTo>
                    <a:pt x="856635" y="1381884"/>
                  </a:lnTo>
                  <a:lnTo>
                    <a:pt x="856733" y="1381938"/>
                  </a:lnTo>
                  <a:lnTo>
                    <a:pt x="856759" y="1381945"/>
                  </a:lnTo>
                  <a:lnTo>
                    <a:pt x="856781" y="1381933"/>
                  </a:lnTo>
                  <a:lnTo>
                    <a:pt x="856805" y="1381878"/>
                  </a:lnTo>
                  <a:lnTo>
                    <a:pt x="856827" y="1381829"/>
                  </a:lnTo>
                  <a:lnTo>
                    <a:pt x="856930" y="1381723"/>
                  </a:lnTo>
                  <a:lnTo>
                    <a:pt x="856940" y="1381701"/>
                  </a:lnTo>
                  <a:lnTo>
                    <a:pt x="856946" y="1381642"/>
                  </a:lnTo>
                  <a:lnTo>
                    <a:pt x="856955" y="1381629"/>
                  </a:lnTo>
                  <a:lnTo>
                    <a:pt x="857034" y="1381605"/>
                  </a:lnTo>
                  <a:lnTo>
                    <a:pt x="857052" y="1381588"/>
                  </a:lnTo>
                  <a:lnTo>
                    <a:pt x="857064" y="1381517"/>
                  </a:lnTo>
                  <a:lnTo>
                    <a:pt x="857073" y="1381494"/>
                  </a:lnTo>
                  <a:lnTo>
                    <a:pt x="857153" y="1381412"/>
                  </a:lnTo>
                  <a:lnTo>
                    <a:pt x="857163" y="1381408"/>
                  </a:lnTo>
                  <a:lnTo>
                    <a:pt x="857200" y="1381462"/>
                  </a:lnTo>
                  <a:lnTo>
                    <a:pt x="857304" y="1381567"/>
                  </a:lnTo>
                  <a:lnTo>
                    <a:pt x="857378" y="1381611"/>
                  </a:lnTo>
                  <a:lnTo>
                    <a:pt x="857474" y="1381650"/>
                  </a:lnTo>
                  <a:lnTo>
                    <a:pt x="857591" y="1381717"/>
                  </a:lnTo>
                  <a:lnTo>
                    <a:pt x="857622" y="1381728"/>
                  </a:lnTo>
                  <a:lnTo>
                    <a:pt x="857638" y="1381724"/>
                  </a:lnTo>
                  <a:lnTo>
                    <a:pt x="857681" y="1381681"/>
                  </a:lnTo>
                  <a:lnTo>
                    <a:pt x="857716" y="1381649"/>
                  </a:lnTo>
                  <a:lnTo>
                    <a:pt x="857777" y="1381572"/>
                  </a:lnTo>
                  <a:lnTo>
                    <a:pt x="857810" y="1381504"/>
                  </a:lnTo>
                  <a:lnTo>
                    <a:pt x="857836" y="1381482"/>
                  </a:lnTo>
                  <a:lnTo>
                    <a:pt x="857928" y="1381459"/>
                  </a:lnTo>
                  <a:lnTo>
                    <a:pt x="857968" y="1381434"/>
                  </a:lnTo>
                  <a:lnTo>
                    <a:pt x="858012" y="1381362"/>
                  </a:lnTo>
                  <a:lnTo>
                    <a:pt x="858072" y="1381267"/>
                  </a:lnTo>
                  <a:lnTo>
                    <a:pt x="858088" y="1381233"/>
                  </a:lnTo>
                  <a:lnTo>
                    <a:pt x="858100" y="1381174"/>
                  </a:lnTo>
                  <a:lnTo>
                    <a:pt x="858096" y="1381143"/>
                  </a:lnTo>
                  <a:lnTo>
                    <a:pt x="858069" y="1381090"/>
                  </a:lnTo>
                  <a:lnTo>
                    <a:pt x="858065" y="1381063"/>
                  </a:lnTo>
                  <a:lnTo>
                    <a:pt x="858097" y="1380986"/>
                  </a:lnTo>
                  <a:lnTo>
                    <a:pt x="858104" y="1380877"/>
                  </a:lnTo>
                  <a:lnTo>
                    <a:pt x="858098" y="1380856"/>
                  </a:lnTo>
                  <a:lnTo>
                    <a:pt x="858055" y="1380818"/>
                  </a:lnTo>
                  <a:lnTo>
                    <a:pt x="858042" y="1380790"/>
                  </a:lnTo>
                  <a:lnTo>
                    <a:pt x="858040" y="1380683"/>
                  </a:lnTo>
                  <a:lnTo>
                    <a:pt x="858064" y="1380629"/>
                  </a:lnTo>
                  <a:lnTo>
                    <a:pt x="858083" y="1380483"/>
                  </a:lnTo>
                  <a:lnTo>
                    <a:pt x="858056" y="1380384"/>
                  </a:lnTo>
                  <a:lnTo>
                    <a:pt x="858029" y="1380323"/>
                  </a:lnTo>
                  <a:lnTo>
                    <a:pt x="858015" y="1380309"/>
                  </a:lnTo>
                  <a:lnTo>
                    <a:pt x="857933" y="1380295"/>
                  </a:lnTo>
                  <a:lnTo>
                    <a:pt x="857920" y="1380276"/>
                  </a:lnTo>
                  <a:lnTo>
                    <a:pt x="857916" y="1380246"/>
                  </a:lnTo>
                  <a:lnTo>
                    <a:pt x="857911" y="1380229"/>
                  </a:lnTo>
                  <a:lnTo>
                    <a:pt x="857817" y="1380171"/>
                  </a:lnTo>
                  <a:lnTo>
                    <a:pt x="857768" y="1380133"/>
                  </a:lnTo>
                  <a:lnTo>
                    <a:pt x="857760" y="1380100"/>
                  </a:lnTo>
                  <a:lnTo>
                    <a:pt x="857768" y="1379996"/>
                  </a:lnTo>
                  <a:lnTo>
                    <a:pt x="857751" y="1379917"/>
                  </a:lnTo>
                  <a:lnTo>
                    <a:pt x="857704" y="1379844"/>
                  </a:lnTo>
                  <a:lnTo>
                    <a:pt x="857662" y="1379817"/>
                  </a:lnTo>
                  <a:lnTo>
                    <a:pt x="857549" y="1379793"/>
                  </a:lnTo>
                  <a:lnTo>
                    <a:pt x="857495" y="1379776"/>
                  </a:lnTo>
                  <a:lnTo>
                    <a:pt x="857476" y="1379751"/>
                  </a:lnTo>
                  <a:lnTo>
                    <a:pt x="857476" y="1379712"/>
                  </a:lnTo>
                  <a:lnTo>
                    <a:pt x="857467" y="1379684"/>
                  </a:lnTo>
                  <a:lnTo>
                    <a:pt x="857399" y="1379636"/>
                  </a:lnTo>
                  <a:lnTo>
                    <a:pt x="857337" y="1379609"/>
                  </a:lnTo>
                  <a:lnTo>
                    <a:pt x="857259" y="1379568"/>
                  </a:lnTo>
                  <a:lnTo>
                    <a:pt x="857192" y="1379520"/>
                  </a:lnTo>
                  <a:lnTo>
                    <a:pt x="857119" y="1379500"/>
                  </a:lnTo>
                  <a:lnTo>
                    <a:pt x="857066" y="1379478"/>
                  </a:lnTo>
                  <a:lnTo>
                    <a:pt x="857027" y="1379442"/>
                  </a:lnTo>
                  <a:lnTo>
                    <a:pt x="856957" y="1379332"/>
                  </a:lnTo>
                  <a:lnTo>
                    <a:pt x="856887" y="1379281"/>
                  </a:lnTo>
                  <a:lnTo>
                    <a:pt x="856815" y="1379232"/>
                  </a:lnTo>
                  <a:lnTo>
                    <a:pt x="856715" y="1379159"/>
                  </a:lnTo>
                  <a:lnTo>
                    <a:pt x="856672" y="1379093"/>
                  </a:lnTo>
                  <a:lnTo>
                    <a:pt x="856664" y="1379086"/>
                  </a:lnTo>
                  <a:lnTo>
                    <a:pt x="856540" y="1379100"/>
                  </a:lnTo>
                  <a:lnTo>
                    <a:pt x="856393" y="1379158"/>
                  </a:lnTo>
                  <a:lnTo>
                    <a:pt x="856277" y="1379172"/>
                  </a:lnTo>
                  <a:lnTo>
                    <a:pt x="856209" y="1379226"/>
                  </a:lnTo>
                  <a:lnTo>
                    <a:pt x="856166" y="1379238"/>
                  </a:lnTo>
                  <a:lnTo>
                    <a:pt x="856105" y="1379221"/>
                  </a:lnTo>
                  <a:lnTo>
                    <a:pt x="856047" y="1379193"/>
                  </a:lnTo>
                  <a:lnTo>
                    <a:pt x="856007" y="1379191"/>
                  </a:lnTo>
                  <a:lnTo>
                    <a:pt x="855918" y="1379244"/>
                  </a:lnTo>
                  <a:lnTo>
                    <a:pt x="855876" y="1379279"/>
                  </a:lnTo>
                  <a:lnTo>
                    <a:pt x="855829" y="1379349"/>
                  </a:lnTo>
                  <a:lnTo>
                    <a:pt x="855819" y="1379410"/>
                  </a:lnTo>
                  <a:lnTo>
                    <a:pt x="855814" y="1379432"/>
                  </a:lnTo>
                  <a:lnTo>
                    <a:pt x="855772" y="1379443"/>
                  </a:lnTo>
                  <a:lnTo>
                    <a:pt x="855703" y="1379473"/>
                  </a:lnTo>
                  <a:lnTo>
                    <a:pt x="855634" y="1379519"/>
                  </a:lnTo>
                  <a:lnTo>
                    <a:pt x="855604" y="1379577"/>
                  </a:lnTo>
                  <a:lnTo>
                    <a:pt x="855580" y="1379656"/>
                  </a:lnTo>
                  <a:lnTo>
                    <a:pt x="855573" y="1379662"/>
                  </a:lnTo>
                  <a:lnTo>
                    <a:pt x="855476" y="1379651"/>
                  </a:lnTo>
                  <a:lnTo>
                    <a:pt x="855395" y="1379682"/>
                  </a:lnTo>
                  <a:lnTo>
                    <a:pt x="855374" y="1379680"/>
                  </a:lnTo>
                  <a:lnTo>
                    <a:pt x="855335" y="1379632"/>
                  </a:lnTo>
                  <a:lnTo>
                    <a:pt x="855289" y="1379602"/>
                  </a:lnTo>
                  <a:lnTo>
                    <a:pt x="855227" y="1379590"/>
                  </a:lnTo>
                  <a:lnTo>
                    <a:pt x="855120" y="1379577"/>
                  </a:lnTo>
                  <a:lnTo>
                    <a:pt x="855045" y="1379578"/>
                  </a:lnTo>
                  <a:lnTo>
                    <a:pt x="854964" y="1379591"/>
                  </a:lnTo>
                  <a:lnTo>
                    <a:pt x="854933" y="1379579"/>
                  </a:lnTo>
                  <a:lnTo>
                    <a:pt x="854911" y="1379512"/>
                  </a:lnTo>
                  <a:lnTo>
                    <a:pt x="854881" y="1379347"/>
                  </a:lnTo>
                  <a:lnTo>
                    <a:pt x="854849" y="1379245"/>
                  </a:lnTo>
                  <a:lnTo>
                    <a:pt x="854849" y="1379200"/>
                  </a:lnTo>
                  <a:lnTo>
                    <a:pt x="854857" y="1379146"/>
                  </a:lnTo>
                  <a:lnTo>
                    <a:pt x="854840" y="1379100"/>
                  </a:lnTo>
                  <a:lnTo>
                    <a:pt x="854791" y="1379052"/>
                  </a:lnTo>
                  <a:lnTo>
                    <a:pt x="854755" y="1379013"/>
                  </a:lnTo>
                  <a:lnTo>
                    <a:pt x="854746" y="1378988"/>
                  </a:lnTo>
                  <a:lnTo>
                    <a:pt x="854743" y="1378914"/>
                  </a:lnTo>
                  <a:lnTo>
                    <a:pt x="854733" y="1378879"/>
                  </a:lnTo>
                  <a:lnTo>
                    <a:pt x="854687" y="1378817"/>
                  </a:lnTo>
                  <a:lnTo>
                    <a:pt x="854656" y="1378777"/>
                  </a:lnTo>
                  <a:lnTo>
                    <a:pt x="854649" y="1378735"/>
                  </a:lnTo>
                  <a:lnTo>
                    <a:pt x="854655" y="1378610"/>
                  </a:lnTo>
                  <a:lnTo>
                    <a:pt x="854662" y="1378582"/>
                  </a:lnTo>
                  <a:lnTo>
                    <a:pt x="854678" y="1378545"/>
                  </a:lnTo>
                  <a:lnTo>
                    <a:pt x="854678" y="1378530"/>
                  </a:lnTo>
                  <a:lnTo>
                    <a:pt x="854664" y="1378490"/>
                  </a:lnTo>
                  <a:lnTo>
                    <a:pt x="854634" y="1378461"/>
                  </a:lnTo>
                  <a:lnTo>
                    <a:pt x="854608" y="1378452"/>
                  </a:lnTo>
                  <a:lnTo>
                    <a:pt x="854446" y="1378451"/>
                  </a:lnTo>
                  <a:lnTo>
                    <a:pt x="854373" y="1378422"/>
                  </a:lnTo>
                  <a:lnTo>
                    <a:pt x="854345" y="1378422"/>
                  </a:lnTo>
                  <a:lnTo>
                    <a:pt x="854275" y="1378435"/>
                  </a:lnTo>
                  <a:lnTo>
                    <a:pt x="854223" y="1378435"/>
                  </a:lnTo>
                  <a:lnTo>
                    <a:pt x="854160" y="1378425"/>
                  </a:lnTo>
                  <a:lnTo>
                    <a:pt x="854122" y="1378402"/>
                  </a:lnTo>
                  <a:lnTo>
                    <a:pt x="854045" y="1378264"/>
                  </a:lnTo>
                  <a:lnTo>
                    <a:pt x="854014" y="1378230"/>
                  </a:lnTo>
                  <a:lnTo>
                    <a:pt x="853997" y="1378222"/>
                  </a:lnTo>
                  <a:lnTo>
                    <a:pt x="853979" y="1378222"/>
                  </a:lnTo>
                  <a:lnTo>
                    <a:pt x="853941" y="1378239"/>
                  </a:lnTo>
                  <a:lnTo>
                    <a:pt x="853907" y="1378269"/>
                  </a:lnTo>
                  <a:lnTo>
                    <a:pt x="853873" y="1378297"/>
                  </a:lnTo>
                  <a:lnTo>
                    <a:pt x="853809" y="1378294"/>
                  </a:lnTo>
                  <a:lnTo>
                    <a:pt x="853752" y="1378299"/>
                  </a:lnTo>
                  <a:lnTo>
                    <a:pt x="853726" y="1378300"/>
                  </a:lnTo>
                  <a:lnTo>
                    <a:pt x="853716" y="1378295"/>
                  </a:lnTo>
                  <a:lnTo>
                    <a:pt x="853639" y="1378238"/>
                  </a:lnTo>
                  <a:lnTo>
                    <a:pt x="853567" y="1378194"/>
                  </a:lnTo>
                  <a:lnTo>
                    <a:pt x="853535" y="1378152"/>
                  </a:lnTo>
                  <a:lnTo>
                    <a:pt x="853454" y="1378080"/>
                  </a:lnTo>
                  <a:lnTo>
                    <a:pt x="853328" y="1377996"/>
                  </a:lnTo>
                  <a:lnTo>
                    <a:pt x="853294" y="1377991"/>
                  </a:lnTo>
                  <a:lnTo>
                    <a:pt x="853270" y="1377978"/>
                  </a:lnTo>
                  <a:lnTo>
                    <a:pt x="853238" y="1377929"/>
                  </a:lnTo>
                  <a:lnTo>
                    <a:pt x="853198" y="1377884"/>
                  </a:lnTo>
                  <a:lnTo>
                    <a:pt x="853117" y="1377836"/>
                  </a:lnTo>
                  <a:lnTo>
                    <a:pt x="853096" y="1377813"/>
                  </a:lnTo>
                  <a:lnTo>
                    <a:pt x="853024" y="1377725"/>
                  </a:lnTo>
                  <a:lnTo>
                    <a:pt x="852979" y="1377681"/>
                  </a:lnTo>
                  <a:lnTo>
                    <a:pt x="852948" y="1377663"/>
                  </a:lnTo>
                  <a:lnTo>
                    <a:pt x="852890" y="1377596"/>
                  </a:lnTo>
                  <a:lnTo>
                    <a:pt x="852839" y="1377576"/>
                  </a:lnTo>
                  <a:lnTo>
                    <a:pt x="852776" y="1377571"/>
                  </a:lnTo>
                  <a:lnTo>
                    <a:pt x="852720" y="1377543"/>
                  </a:lnTo>
                  <a:lnTo>
                    <a:pt x="852688" y="1377536"/>
                  </a:lnTo>
                  <a:lnTo>
                    <a:pt x="852582" y="1377547"/>
                  </a:lnTo>
                  <a:lnTo>
                    <a:pt x="852448" y="1377559"/>
                  </a:lnTo>
                  <a:lnTo>
                    <a:pt x="852391" y="1377570"/>
                  </a:lnTo>
                  <a:lnTo>
                    <a:pt x="852342" y="1377580"/>
                  </a:lnTo>
                  <a:lnTo>
                    <a:pt x="852291" y="1377601"/>
                  </a:lnTo>
                  <a:lnTo>
                    <a:pt x="852241" y="1377606"/>
                  </a:lnTo>
                  <a:lnTo>
                    <a:pt x="852188" y="1377586"/>
                  </a:lnTo>
                  <a:lnTo>
                    <a:pt x="852139" y="1377530"/>
                  </a:lnTo>
                  <a:lnTo>
                    <a:pt x="852076" y="1377442"/>
                  </a:lnTo>
                  <a:lnTo>
                    <a:pt x="851954" y="1377358"/>
                  </a:lnTo>
                  <a:lnTo>
                    <a:pt x="851831" y="1377277"/>
                  </a:lnTo>
                  <a:lnTo>
                    <a:pt x="851640" y="1377183"/>
                  </a:lnTo>
                  <a:lnTo>
                    <a:pt x="851584" y="1377140"/>
                  </a:lnTo>
                  <a:lnTo>
                    <a:pt x="851566" y="1377087"/>
                  </a:lnTo>
                  <a:lnTo>
                    <a:pt x="851570" y="1377035"/>
                  </a:lnTo>
                  <a:lnTo>
                    <a:pt x="851604" y="1376919"/>
                  </a:lnTo>
                  <a:lnTo>
                    <a:pt x="851635" y="1376814"/>
                  </a:lnTo>
                  <a:lnTo>
                    <a:pt x="851711" y="1376666"/>
                  </a:lnTo>
                  <a:lnTo>
                    <a:pt x="851758" y="1376534"/>
                  </a:lnTo>
                  <a:lnTo>
                    <a:pt x="851806" y="1376361"/>
                  </a:lnTo>
                  <a:lnTo>
                    <a:pt x="851838" y="1376214"/>
                  </a:lnTo>
                  <a:lnTo>
                    <a:pt x="851873" y="1376139"/>
                  </a:lnTo>
                  <a:lnTo>
                    <a:pt x="851952" y="1376031"/>
                  </a:lnTo>
                  <a:lnTo>
                    <a:pt x="851953" y="1376008"/>
                  </a:lnTo>
                  <a:lnTo>
                    <a:pt x="851937" y="1375962"/>
                  </a:lnTo>
                  <a:lnTo>
                    <a:pt x="851886" y="1375869"/>
                  </a:lnTo>
                  <a:lnTo>
                    <a:pt x="851839" y="1375788"/>
                  </a:lnTo>
                  <a:lnTo>
                    <a:pt x="851795" y="1375599"/>
                  </a:lnTo>
                  <a:lnTo>
                    <a:pt x="851773" y="1375537"/>
                  </a:lnTo>
                  <a:lnTo>
                    <a:pt x="851716" y="1375467"/>
                  </a:lnTo>
                  <a:lnTo>
                    <a:pt x="851614" y="1375320"/>
                  </a:lnTo>
                  <a:lnTo>
                    <a:pt x="851512" y="1375245"/>
                  </a:lnTo>
                  <a:lnTo>
                    <a:pt x="851386" y="1375204"/>
                  </a:lnTo>
                  <a:lnTo>
                    <a:pt x="851268" y="1375212"/>
                  </a:lnTo>
                  <a:lnTo>
                    <a:pt x="851164" y="1375209"/>
                  </a:lnTo>
                  <a:lnTo>
                    <a:pt x="851143" y="1375198"/>
                  </a:lnTo>
                  <a:lnTo>
                    <a:pt x="851086" y="1375054"/>
                  </a:lnTo>
                  <a:lnTo>
                    <a:pt x="851064" y="1374949"/>
                  </a:lnTo>
                  <a:lnTo>
                    <a:pt x="851014" y="1374844"/>
                  </a:lnTo>
                  <a:lnTo>
                    <a:pt x="850961" y="1374685"/>
                  </a:lnTo>
                  <a:lnTo>
                    <a:pt x="850945" y="1374638"/>
                  </a:lnTo>
                  <a:lnTo>
                    <a:pt x="850898" y="1374574"/>
                  </a:lnTo>
                  <a:lnTo>
                    <a:pt x="850873" y="1374496"/>
                  </a:lnTo>
                  <a:lnTo>
                    <a:pt x="850864" y="1374381"/>
                  </a:lnTo>
                  <a:lnTo>
                    <a:pt x="850847" y="1374344"/>
                  </a:lnTo>
                  <a:lnTo>
                    <a:pt x="850782" y="1374301"/>
                  </a:lnTo>
                  <a:lnTo>
                    <a:pt x="850644" y="1374279"/>
                  </a:lnTo>
                  <a:lnTo>
                    <a:pt x="850626" y="1374263"/>
                  </a:lnTo>
                  <a:lnTo>
                    <a:pt x="850627" y="1374201"/>
                  </a:lnTo>
                  <a:lnTo>
                    <a:pt x="850641" y="1374150"/>
                  </a:lnTo>
                  <a:lnTo>
                    <a:pt x="850641" y="1374131"/>
                  </a:lnTo>
                  <a:lnTo>
                    <a:pt x="850629" y="1374117"/>
                  </a:lnTo>
                  <a:lnTo>
                    <a:pt x="850628" y="1374105"/>
                  </a:lnTo>
                  <a:lnTo>
                    <a:pt x="850628" y="1374088"/>
                  </a:lnTo>
                  <a:lnTo>
                    <a:pt x="850638" y="1374073"/>
                  </a:lnTo>
                  <a:lnTo>
                    <a:pt x="850648" y="1374062"/>
                  </a:lnTo>
                  <a:lnTo>
                    <a:pt x="850653" y="1374051"/>
                  </a:lnTo>
                  <a:lnTo>
                    <a:pt x="850652" y="1374026"/>
                  </a:lnTo>
                  <a:lnTo>
                    <a:pt x="850652" y="1373978"/>
                  </a:lnTo>
                  <a:lnTo>
                    <a:pt x="850654" y="1373954"/>
                  </a:lnTo>
                  <a:lnTo>
                    <a:pt x="850667" y="1373919"/>
                  </a:lnTo>
                  <a:lnTo>
                    <a:pt x="850686" y="1373858"/>
                  </a:lnTo>
                  <a:lnTo>
                    <a:pt x="850692" y="1373819"/>
                  </a:lnTo>
                  <a:lnTo>
                    <a:pt x="850694" y="1373806"/>
                  </a:lnTo>
                  <a:lnTo>
                    <a:pt x="850695" y="1373797"/>
                  </a:lnTo>
                  <a:lnTo>
                    <a:pt x="850692" y="1373792"/>
                  </a:lnTo>
                  <a:lnTo>
                    <a:pt x="850687" y="1373787"/>
                  </a:lnTo>
                  <a:lnTo>
                    <a:pt x="850674" y="1373780"/>
                  </a:lnTo>
                  <a:lnTo>
                    <a:pt x="850647" y="1373769"/>
                  </a:lnTo>
                  <a:lnTo>
                    <a:pt x="850598" y="1373754"/>
                  </a:lnTo>
                  <a:lnTo>
                    <a:pt x="850498" y="1373737"/>
                  </a:lnTo>
                  <a:lnTo>
                    <a:pt x="850479" y="1373737"/>
                  </a:lnTo>
                  <a:lnTo>
                    <a:pt x="850427" y="1373729"/>
                  </a:lnTo>
                  <a:lnTo>
                    <a:pt x="850383" y="1373724"/>
                  </a:lnTo>
                  <a:lnTo>
                    <a:pt x="850334" y="1373724"/>
                  </a:lnTo>
                  <a:lnTo>
                    <a:pt x="850315" y="1373721"/>
                  </a:lnTo>
                  <a:lnTo>
                    <a:pt x="850292" y="1373711"/>
                  </a:lnTo>
                  <a:lnTo>
                    <a:pt x="850265" y="1373690"/>
                  </a:lnTo>
                  <a:lnTo>
                    <a:pt x="850232" y="1373665"/>
                  </a:lnTo>
                  <a:lnTo>
                    <a:pt x="850222" y="1373655"/>
                  </a:lnTo>
                  <a:lnTo>
                    <a:pt x="850217" y="1373647"/>
                  </a:lnTo>
                  <a:lnTo>
                    <a:pt x="850211" y="1373647"/>
                  </a:lnTo>
                  <a:lnTo>
                    <a:pt x="850192" y="1373651"/>
                  </a:lnTo>
                  <a:lnTo>
                    <a:pt x="850159" y="1373662"/>
                  </a:lnTo>
                  <a:lnTo>
                    <a:pt x="850137" y="1373666"/>
                  </a:lnTo>
                  <a:lnTo>
                    <a:pt x="850083" y="1373657"/>
                  </a:lnTo>
                  <a:lnTo>
                    <a:pt x="850066" y="1373654"/>
                  </a:lnTo>
                  <a:lnTo>
                    <a:pt x="850021" y="1373636"/>
                  </a:lnTo>
                  <a:lnTo>
                    <a:pt x="849983" y="1373625"/>
                  </a:lnTo>
                  <a:lnTo>
                    <a:pt x="849949" y="1373604"/>
                  </a:lnTo>
                  <a:lnTo>
                    <a:pt x="849900" y="1373591"/>
                  </a:lnTo>
                  <a:lnTo>
                    <a:pt x="849888" y="1373589"/>
                  </a:lnTo>
                  <a:lnTo>
                    <a:pt x="849880" y="1373589"/>
                  </a:lnTo>
                  <a:lnTo>
                    <a:pt x="849863" y="1373592"/>
                  </a:lnTo>
                  <a:lnTo>
                    <a:pt x="849842" y="1373596"/>
                  </a:lnTo>
                  <a:lnTo>
                    <a:pt x="849786" y="1373598"/>
                  </a:lnTo>
                  <a:lnTo>
                    <a:pt x="849744" y="1373599"/>
                  </a:lnTo>
                  <a:lnTo>
                    <a:pt x="849733" y="1373602"/>
                  </a:lnTo>
                  <a:lnTo>
                    <a:pt x="849703" y="1373648"/>
                  </a:lnTo>
                  <a:lnTo>
                    <a:pt x="849671" y="1373685"/>
                  </a:lnTo>
                  <a:lnTo>
                    <a:pt x="849640" y="1373711"/>
                  </a:lnTo>
                  <a:lnTo>
                    <a:pt x="849614" y="1373740"/>
                  </a:lnTo>
                  <a:lnTo>
                    <a:pt x="849588" y="1373786"/>
                  </a:lnTo>
                  <a:lnTo>
                    <a:pt x="849573" y="1373816"/>
                  </a:lnTo>
                  <a:lnTo>
                    <a:pt x="849564" y="1373839"/>
                  </a:lnTo>
                  <a:lnTo>
                    <a:pt x="849548" y="1373859"/>
                  </a:lnTo>
                  <a:lnTo>
                    <a:pt x="849530" y="1373873"/>
                  </a:lnTo>
                  <a:lnTo>
                    <a:pt x="849494" y="1373918"/>
                  </a:lnTo>
                  <a:lnTo>
                    <a:pt x="849454" y="1373968"/>
                  </a:lnTo>
                  <a:lnTo>
                    <a:pt x="849435" y="1373989"/>
                  </a:lnTo>
                  <a:lnTo>
                    <a:pt x="849412" y="1373998"/>
                  </a:lnTo>
                  <a:lnTo>
                    <a:pt x="849393" y="1373997"/>
                  </a:lnTo>
                  <a:lnTo>
                    <a:pt x="849363" y="1373984"/>
                  </a:lnTo>
                  <a:lnTo>
                    <a:pt x="849315" y="1373968"/>
                  </a:lnTo>
                  <a:lnTo>
                    <a:pt x="849276" y="1373954"/>
                  </a:lnTo>
                  <a:lnTo>
                    <a:pt x="849227" y="1373924"/>
                  </a:lnTo>
                  <a:lnTo>
                    <a:pt x="849202" y="1373904"/>
                  </a:lnTo>
                  <a:lnTo>
                    <a:pt x="849178" y="1373876"/>
                  </a:lnTo>
                  <a:lnTo>
                    <a:pt x="849155" y="1373842"/>
                  </a:lnTo>
                  <a:lnTo>
                    <a:pt x="849136" y="1373806"/>
                  </a:lnTo>
                  <a:lnTo>
                    <a:pt x="849117" y="1373766"/>
                  </a:lnTo>
                  <a:lnTo>
                    <a:pt x="849098" y="1373704"/>
                  </a:lnTo>
                  <a:lnTo>
                    <a:pt x="849090" y="1373688"/>
                  </a:lnTo>
                  <a:lnTo>
                    <a:pt x="849076" y="1373656"/>
                  </a:lnTo>
                  <a:lnTo>
                    <a:pt x="849073" y="1373634"/>
                  </a:lnTo>
                  <a:lnTo>
                    <a:pt x="849069" y="1373619"/>
                  </a:lnTo>
                  <a:lnTo>
                    <a:pt x="849069" y="1373598"/>
                  </a:lnTo>
                  <a:lnTo>
                    <a:pt x="849073" y="1373570"/>
                  </a:lnTo>
                  <a:lnTo>
                    <a:pt x="849084" y="1373537"/>
                  </a:lnTo>
                  <a:lnTo>
                    <a:pt x="849098" y="1373518"/>
                  </a:lnTo>
                  <a:lnTo>
                    <a:pt x="849118" y="1373498"/>
                  </a:lnTo>
                  <a:lnTo>
                    <a:pt x="849138" y="1373472"/>
                  </a:lnTo>
                  <a:lnTo>
                    <a:pt x="849143" y="1373462"/>
                  </a:lnTo>
                  <a:lnTo>
                    <a:pt x="849143" y="1373440"/>
                  </a:lnTo>
                  <a:lnTo>
                    <a:pt x="849142" y="1373431"/>
                  </a:lnTo>
                  <a:lnTo>
                    <a:pt x="849125" y="1373412"/>
                  </a:lnTo>
                  <a:lnTo>
                    <a:pt x="849108" y="1373403"/>
                  </a:lnTo>
                  <a:lnTo>
                    <a:pt x="849080" y="1373384"/>
                  </a:lnTo>
                  <a:lnTo>
                    <a:pt x="849065" y="1373368"/>
                  </a:lnTo>
                  <a:lnTo>
                    <a:pt x="849053" y="1373354"/>
                  </a:lnTo>
                  <a:lnTo>
                    <a:pt x="849046" y="1373338"/>
                  </a:lnTo>
                  <a:lnTo>
                    <a:pt x="849040" y="1373321"/>
                  </a:lnTo>
                  <a:lnTo>
                    <a:pt x="849035" y="1373292"/>
                  </a:lnTo>
                  <a:lnTo>
                    <a:pt x="849030" y="1373281"/>
                  </a:lnTo>
                  <a:lnTo>
                    <a:pt x="849027" y="1373274"/>
                  </a:lnTo>
                  <a:lnTo>
                    <a:pt x="849017" y="1373272"/>
                  </a:lnTo>
                  <a:lnTo>
                    <a:pt x="849005" y="1373268"/>
                  </a:lnTo>
                  <a:lnTo>
                    <a:pt x="848988" y="1373267"/>
                  </a:lnTo>
                  <a:lnTo>
                    <a:pt x="848955" y="1373267"/>
                  </a:lnTo>
                  <a:lnTo>
                    <a:pt x="848940" y="1373268"/>
                  </a:lnTo>
                  <a:lnTo>
                    <a:pt x="848932" y="1373267"/>
                  </a:lnTo>
                  <a:lnTo>
                    <a:pt x="848921" y="1373263"/>
                  </a:lnTo>
                  <a:lnTo>
                    <a:pt x="848902" y="1373252"/>
                  </a:lnTo>
                  <a:lnTo>
                    <a:pt x="848860" y="1373228"/>
                  </a:lnTo>
                  <a:lnTo>
                    <a:pt x="848837" y="1373207"/>
                  </a:lnTo>
                  <a:lnTo>
                    <a:pt x="848807" y="1373172"/>
                  </a:lnTo>
                  <a:lnTo>
                    <a:pt x="848785" y="1373144"/>
                  </a:lnTo>
                  <a:lnTo>
                    <a:pt x="848772" y="1373127"/>
                  </a:lnTo>
                  <a:lnTo>
                    <a:pt x="848759" y="1373107"/>
                  </a:lnTo>
                  <a:lnTo>
                    <a:pt x="848742" y="1373082"/>
                  </a:lnTo>
                  <a:lnTo>
                    <a:pt x="848730" y="1373061"/>
                  </a:lnTo>
                  <a:lnTo>
                    <a:pt x="848724" y="1373056"/>
                  </a:lnTo>
                  <a:lnTo>
                    <a:pt x="848716" y="1373054"/>
                  </a:lnTo>
                  <a:lnTo>
                    <a:pt x="848707" y="1373054"/>
                  </a:lnTo>
                  <a:lnTo>
                    <a:pt x="848689" y="1373063"/>
                  </a:lnTo>
                  <a:lnTo>
                    <a:pt x="848673" y="1373072"/>
                  </a:lnTo>
                  <a:lnTo>
                    <a:pt x="848662" y="1373073"/>
                  </a:lnTo>
                  <a:lnTo>
                    <a:pt x="848629" y="1373074"/>
                  </a:lnTo>
                  <a:lnTo>
                    <a:pt x="848588" y="1373073"/>
                  </a:lnTo>
                  <a:lnTo>
                    <a:pt x="848563" y="1373069"/>
                  </a:lnTo>
                  <a:lnTo>
                    <a:pt x="848538" y="1373066"/>
                  </a:lnTo>
                  <a:lnTo>
                    <a:pt x="848525" y="1373064"/>
                  </a:lnTo>
                  <a:lnTo>
                    <a:pt x="848517" y="1373066"/>
                  </a:lnTo>
                  <a:lnTo>
                    <a:pt x="848509" y="1373074"/>
                  </a:lnTo>
                  <a:lnTo>
                    <a:pt x="848492" y="1373094"/>
                  </a:lnTo>
                  <a:lnTo>
                    <a:pt x="848429" y="1373120"/>
                  </a:lnTo>
                  <a:lnTo>
                    <a:pt x="848392" y="1373140"/>
                  </a:lnTo>
                  <a:lnTo>
                    <a:pt x="848355" y="1373160"/>
                  </a:lnTo>
                  <a:lnTo>
                    <a:pt x="848336" y="1373163"/>
                  </a:lnTo>
                  <a:lnTo>
                    <a:pt x="848329" y="1373162"/>
                  </a:lnTo>
                  <a:lnTo>
                    <a:pt x="848322" y="1373156"/>
                  </a:lnTo>
                  <a:lnTo>
                    <a:pt x="848299" y="1373139"/>
                  </a:lnTo>
                  <a:lnTo>
                    <a:pt x="848266" y="1373121"/>
                  </a:lnTo>
                  <a:lnTo>
                    <a:pt x="848237" y="1373098"/>
                  </a:lnTo>
                  <a:lnTo>
                    <a:pt x="848214" y="1373076"/>
                  </a:lnTo>
                  <a:lnTo>
                    <a:pt x="848202" y="1373068"/>
                  </a:lnTo>
                  <a:lnTo>
                    <a:pt x="848191" y="1373067"/>
                  </a:lnTo>
                  <a:lnTo>
                    <a:pt x="848155" y="1373074"/>
                  </a:lnTo>
                  <a:lnTo>
                    <a:pt x="848126" y="1373091"/>
                  </a:lnTo>
                  <a:lnTo>
                    <a:pt x="848092" y="1373107"/>
                  </a:lnTo>
                  <a:lnTo>
                    <a:pt x="848072" y="1373109"/>
                  </a:lnTo>
                  <a:lnTo>
                    <a:pt x="848042" y="1373102"/>
                  </a:lnTo>
                  <a:lnTo>
                    <a:pt x="847959" y="1373044"/>
                  </a:lnTo>
                  <a:lnTo>
                    <a:pt x="847947" y="1373033"/>
                  </a:lnTo>
                  <a:lnTo>
                    <a:pt x="847934" y="1373012"/>
                  </a:lnTo>
                  <a:lnTo>
                    <a:pt x="847924" y="1372989"/>
                  </a:lnTo>
                  <a:lnTo>
                    <a:pt x="847903" y="1372950"/>
                  </a:lnTo>
                  <a:lnTo>
                    <a:pt x="847889" y="1372925"/>
                  </a:lnTo>
                  <a:lnTo>
                    <a:pt x="847871" y="1372899"/>
                  </a:lnTo>
                  <a:lnTo>
                    <a:pt x="847857" y="1372883"/>
                  </a:lnTo>
                  <a:lnTo>
                    <a:pt x="847843" y="1372870"/>
                  </a:lnTo>
                  <a:lnTo>
                    <a:pt x="847812" y="1372847"/>
                  </a:lnTo>
                  <a:lnTo>
                    <a:pt x="847797" y="1372829"/>
                  </a:lnTo>
                  <a:lnTo>
                    <a:pt x="847780" y="1372806"/>
                  </a:lnTo>
                  <a:lnTo>
                    <a:pt x="847768" y="1372775"/>
                  </a:lnTo>
                  <a:lnTo>
                    <a:pt x="847762" y="1372750"/>
                  </a:lnTo>
                  <a:lnTo>
                    <a:pt x="847750" y="1372699"/>
                  </a:lnTo>
                  <a:lnTo>
                    <a:pt x="847740" y="1372680"/>
                  </a:lnTo>
                  <a:lnTo>
                    <a:pt x="847729" y="1372670"/>
                  </a:lnTo>
                  <a:lnTo>
                    <a:pt x="847710" y="1372661"/>
                  </a:lnTo>
                  <a:lnTo>
                    <a:pt x="847694" y="1372660"/>
                  </a:lnTo>
                  <a:lnTo>
                    <a:pt x="847625" y="1372664"/>
                  </a:lnTo>
                  <a:lnTo>
                    <a:pt x="847591" y="1372669"/>
                  </a:lnTo>
                  <a:lnTo>
                    <a:pt x="847581" y="1372666"/>
                  </a:lnTo>
                  <a:lnTo>
                    <a:pt x="847576" y="1372658"/>
                  </a:lnTo>
                  <a:lnTo>
                    <a:pt x="847560" y="1372622"/>
                  </a:lnTo>
                  <a:lnTo>
                    <a:pt x="847554" y="1372600"/>
                  </a:lnTo>
                  <a:lnTo>
                    <a:pt x="847538" y="1372569"/>
                  </a:lnTo>
                  <a:lnTo>
                    <a:pt x="847519" y="1372545"/>
                  </a:lnTo>
                  <a:lnTo>
                    <a:pt x="847500" y="1372515"/>
                  </a:lnTo>
                  <a:lnTo>
                    <a:pt x="847492" y="1372504"/>
                  </a:lnTo>
                  <a:lnTo>
                    <a:pt x="847486" y="1372502"/>
                  </a:lnTo>
                  <a:lnTo>
                    <a:pt x="847465" y="1372491"/>
                  </a:lnTo>
                  <a:lnTo>
                    <a:pt x="847421" y="1372480"/>
                  </a:lnTo>
                  <a:lnTo>
                    <a:pt x="847390" y="1372479"/>
                  </a:lnTo>
                  <a:lnTo>
                    <a:pt x="847314" y="1372480"/>
                  </a:lnTo>
                  <a:lnTo>
                    <a:pt x="847276" y="1372482"/>
                  </a:lnTo>
                  <a:lnTo>
                    <a:pt x="847183" y="1372477"/>
                  </a:lnTo>
                  <a:lnTo>
                    <a:pt x="847130" y="1372471"/>
                  </a:lnTo>
                  <a:lnTo>
                    <a:pt x="847065" y="1372468"/>
                  </a:lnTo>
                  <a:lnTo>
                    <a:pt x="847010" y="1372466"/>
                  </a:lnTo>
                  <a:lnTo>
                    <a:pt x="846955" y="1372465"/>
                  </a:lnTo>
                  <a:lnTo>
                    <a:pt x="846932" y="1372462"/>
                  </a:lnTo>
                  <a:lnTo>
                    <a:pt x="846910" y="1372458"/>
                  </a:lnTo>
                  <a:lnTo>
                    <a:pt x="846885" y="1372448"/>
                  </a:lnTo>
                  <a:lnTo>
                    <a:pt x="846846" y="1372433"/>
                  </a:lnTo>
                  <a:lnTo>
                    <a:pt x="846806" y="1372424"/>
                  </a:lnTo>
                  <a:lnTo>
                    <a:pt x="846781" y="1372413"/>
                  </a:lnTo>
                  <a:lnTo>
                    <a:pt x="846756" y="1372391"/>
                  </a:lnTo>
                  <a:lnTo>
                    <a:pt x="846736" y="1372364"/>
                  </a:lnTo>
                  <a:lnTo>
                    <a:pt x="846710" y="1372329"/>
                  </a:lnTo>
                  <a:lnTo>
                    <a:pt x="846687" y="1372293"/>
                  </a:lnTo>
                  <a:lnTo>
                    <a:pt x="846657" y="1372237"/>
                  </a:lnTo>
                  <a:lnTo>
                    <a:pt x="846650" y="1372226"/>
                  </a:lnTo>
                  <a:lnTo>
                    <a:pt x="846627" y="1372194"/>
                  </a:lnTo>
                  <a:lnTo>
                    <a:pt x="846607" y="1372171"/>
                  </a:lnTo>
                  <a:lnTo>
                    <a:pt x="846582" y="1372151"/>
                  </a:lnTo>
                  <a:lnTo>
                    <a:pt x="846558" y="1372137"/>
                  </a:lnTo>
                  <a:lnTo>
                    <a:pt x="846509" y="1372107"/>
                  </a:lnTo>
                  <a:lnTo>
                    <a:pt x="846463" y="1372090"/>
                  </a:lnTo>
                  <a:lnTo>
                    <a:pt x="846450" y="1372086"/>
                  </a:lnTo>
                  <a:lnTo>
                    <a:pt x="846432" y="1372082"/>
                  </a:lnTo>
                  <a:lnTo>
                    <a:pt x="846411" y="1372073"/>
                  </a:lnTo>
                  <a:lnTo>
                    <a:pt x="846390" y="1372058"/>
                  </a:lnTo>
                  <a:lnTo>
                    <a:pt x="846372" y="1372032"/>
                  </a:lnTo>
                  <a:lnTo>
                    <a:pt x="846352" y="1372003"/>
                  </a:lnTo>
                  <a:lnTo>
                    <a:pt x="846319" y="1371968"/>
                  </a:lnTo>
                  <a:lnTo>
                    <a:pt x="846304" y="1371958"/>
                  </a:lnTo>
                  <a:lnTo>
                    <a:pt x="846275" y="1371931"/>
                  </a:lnTo>
                  <a:lnTo>
                    <a:pt x="846236" y="1371903"/>
                  </a:lnTo>
                  <a:lnTo>
                    <a:pt x="846204" y="1371887"/>
                  </a:lnTo>
                  <a:lnTo>
                    <a:pt x="846160" y="1371860"/>
                  </a:lnTo>
                  <a:lnTo>
                    <a:pt x="846122" y="1371839"/>
                  </a:lnTo>
                  <a:lnTo>
                    <a:pt x="846099" y="1371823"/>
                  </a:lnTo>
                  <a:lnTo>
                    <a:pt x="846080" y="1371791"/>
                  </a:lnTo>
                  <a:lnTo>
                    <a:pt x="846065" y="1371760"/>
                  </a:lnTo>
                  <a:lnTo>
                    <a:pt x="846055" y="1371736"/>
                  </a:lnTo>
                  <a:lnTo>
                    <a:pt x="846033" y="1371703"/>
                  </a:lnTo>
                  <a:lnTo>
                    <a:pt x="845999" y="1371659"/>
                  </a:lnTo>
                  <a:lnTo>
                    <a:pt x="845984" y="1371643"/>
                  </a:lnTo>
                  <a:lnTo>
                    <a:pt x="845954" y="1371613"/>
                  </a:lnTo>
                  <a:lnTo>
                    <a:pt x="845911" y="1371568"/>
                  </a:lnTo>
                  <a:lnTo>
                    <a:pt x="845876" y="1371540"/>
                  </a:lnTo>
                  <a:lnTo>
                    <a:pt x="845839" y="1371513"/>
                  </a:lnTo>
                  <a:lnTo>
                    <a:pt x="845806" y="1371500"/>
                  </a:lnTo>
                  <a:lnTo>
                    <a:pt x="845788" y="1371501"/>
                  </a:lnTo>
                  <a:lnTo>
                    <a:pt x="845754" y="1371515"/>
                  </a:lnTo>
                  <a:lnTo>
                    <a:pt x="845719" y="1371537"/>
                  </a:lnTo>
                  <a:lnTo>
                    <a:pt x="845684" y="1371550"/>
                  </a:lnTo>
                  <a:lnTo>
                    <a:pt x="845640" y="1371548"/>
                  </a:lnTo>
                  <a:lnTo>
                    <a:pt x="845630" y="1371546"/>
                  </a:lnTo>
                  <a:lnTo>
                    <a:pt x="845597" y="1371539"/>
                  </a:lnTo>
                  <a:lnTo>
                    <a:pt x="845565" y="1371524"/>
                  </a:lnTo>
                  <a:lnTo>
                    <a:pt x="845527" y="1371510"/>
                  </a:lnTo>
                  <a:lnTo>
                    <a:pt x="845478" y="1371500"/>
                  </a:lnTo>
                  <a:lnTo>
                    <a:pt x="845441" y="1371501"/>
                  </a:lnTo>
                  <a:lnTo>
                    <a:pt x="845406" y="1371504"/>
                  </a:lnTo>
                  <a:lnTo>
                    <a:pt x="845351" y="1371504"/>
                  </a:lnTo>
                  <a:lnTo>
                    <a:pt x="845303" y="1371502"/>
                  </a:lnTo>
                  <a:lnTo>
                    <a:pt x="845253" y="1371507"/>
                  </a:lnTo>
                  <a:lnTo>
                    <a:pt x="845228" y="1371511"/>
                  </a:lnTo>
                  <a:lnTo>
                    <a:pt x="845209" y="1371521"/>
                  </a:lnTo>
                  <a:lnTo>
                    <a:pt x="845188" y="1371536"/>
                  </a:lnTo>
                  <a:lnTo>
                    <a:pt x="845165" y="1371545"/>
                  </a:lnTo>
                  <a:lnTo>
                    <a:pt x="845149" y="1371548"/>
                  </a:lnTo>
                  <a:lnTo>
                    <a:pt x="845131" y="1371547"/>
                  </a:lnTo>
                  <a:lnTo>
                    <a:pt x="845109" y="1371538"/>
                  </a:lnTo>
                  <a:lnTo>
                    <a:pt x="845052" y="1371512"/>
                  </a:lnTo>
                  <a:lnTo>
                    <a:pt x="844984" y="1371483"/>
                  </a:lnTo>
                  <a:lnTo>
                    <a:pt x="844927" y="1371462"/>
                  </a:lnTo>
                  <a:lnTo>
                    <a:pt x="844914" y="1371453"/>
                  </a:lnTo>
                  <a:lnTo>
                    <a:pt x="844904" y="1371437"/>
                  </a:lnTo>
                  <a:lnTo>
                    <a:pt x="844901" y="1371427"/>
                  </a:lnTo>
                  <a:lnTo>
                    <a:pt x="844902" y="1371406"/>
                  </a:lnTo>
                  <a:lnTo>
                    <a:pt x="844902" y="1371379"/>
                  </a:lnTo>
                  <a:lnTo>
                    <a:pt x="844897" y="1371342"/>
                  </a:lnTo>
                  <a:lnTo>
                    <a:pt x="844899" y="1371300"/>
                  </a:lnTo>
                  <a:lnTo>
                    <a:pt x="844902" y="1371266"/>
                  </a:lnTo>
                  <a:lnTo>
                    <a:pt x="844908" y="1371200"/>
                  </a:lnTo>
                  <a:lnTo>
                    <a:pt x="844906" y="1371167"/>
                  </a:lnTo>
                  <a:lnTo>
                    <a:pt x="844912" y="1371127"/>
                  </a:lnTo>
                  <a:lnTo>
                    <a:pt x="844921" y="1371115"/>
                  </a:lnTo>
                  <a:lnTo>
                    <a:pt x="844922" y="1371099"/>
                  </a:lnTo>
                  <a:lnTo>
                    <a:pt x="844923" y="1371089"/>
                  </a:lnTo>
                  <a:lnTo>
                    <a:pt x="844920" y="1371078"/>
                  </a:lnTo>
                  <a:lnTo>
                    <a:pt x="844919" y="1371069"/>
                  </a:lnTo>
                  <a:lnTo>
                    <a:pt x="844916" y="1371063"/>
                  </a:lnTo>
                  <a:lnTo>
                    <a:pt x="844908" y="1371052"/>
                  </a:lnTo>
                  <a:lnTo>
                    <a:pt x="844894" y="1371036"/>
                  </a:lnTo>
                  <a:lnTo>
                    <a:pt x="844883" y="1371015"/>
                  </a:lnTo>
                  <a:lnTo>
                    <a:pt x="844876" y="1371000"/>
                  </a:lnTo>
                  <a:lnTo>
                    <a:pt x="844876" y="1370981"/>
                  </a:lnTo>
                  <a:lnTo>
                    <a:pt x="844877" y="1370944"/>
                  </a:lnTo>
                  <a:lnTo>
                    <a:pt x="844889" y="1370901"/>
                  </a:lnTo>
                  <a:lnTo>
                    <a:pt x="844897" y="1370860"/>
                  </a:lnTo>
                  <a:lnTo>
                    <a:pt x="844915" y="1370829"/>
                  </a:lnTo>
                  <a:lnTo>
                    <a:pt x="844915" y="1370819"/>
                  </a:lnTo>
                  <a:lnTo>
                    <a:pt x="844911" y="1370809"/>
                  </a:lnTo>
                  <a:lnTo>
                    <a:pt x="844904" y="1370798"/>
                  </a:lnTo>
                  <a:lnTo>
                    <a:pt x="844878" y="1370779"/>
                  </a:lnTo>
                  <a:lnTo>
                    <a:pt x="844866" y="1370771"/>
                  </a:lnTo>
                  <a:lnTo>
                    <a:pt x="844851" y="1370761"/>
                  </a:lnTo>
                  <a:lnTo>
                    <a:pt x="844826" y="1370738"/>
                  </a:lnTo>
                  <a:lnTo>
                    <a:pt x="844793" y="1370702"/>
                  </a:lnTo>
                  <a:lnTo>
                    <a:pt x="844770" y="1370671"/>
                  </a:lnTo>
                  <a:lnTo>
                    <a:pt x="844735" y="1370634"/>
                  </a:lnTo>
                  <a:lnTo>
                    <a:pt x="844709" y="1370616"/>
                  </a:lnTo>
                  <a:lnTo>
                    <a:pt x="844697" y="1370611"/>
                  </a:lnTo>
                  <a:lnTo>
                    <a:pt x="844682" y="1370609"/>
                  </a:lnTo>
                  <a:lnTo>
                    <a:pt x="844657" y="1370606"/>
                  </a:lnTo>
                  <a:lnTo>
                    <a:pt x="844636" y="1370601"/>
                  </a:lnTo>
                  <a:lnTo>
                    <a:pt x="844621" y="1370597"/>
                  </a:lnTo>
                  <a:lnTo>
                    <a:pt x="844581" y="1370590"/>
                  </a:lnTo>
                  <a:lnTo>
                    <a:pt x="844551" y="1370590"/>
                  </a:lnTo>
                  <a:lnTo>
                    <a:pt x="844524" y="1370591"/>
                  </a:lnTo>
                  <a:lnTo>
                    <a:pt x="844503" y="1370595"/>
                  </a:lnTo>
                  <a:lnTo>
                    <a:pt x="844478" y="1370608"/>
                  </a:lnTo>
                  <a:lnTo>
                    <a:pt x="844461" y="1370623"/>
                  </a:lnTo>
                  <a:lnTo>
                    <a:pt x="844443" y="1370642"/>
                  </a:lnTo>
                  <a:lnTo>
                    <a:pt x="844417" y="1370663"/>
                  </a:lnTo>
                  <a:lnTo>
                    <a:pt x="844378" y="1370700"/>
                  </a:lnTo>
                  <a:lnTo>
                    <a:pt x="844361" y="1370717"/>
                  </a:lnTo>
                  <a:lnTo>
                    <a:pt x="844337" y="1370733"/>
                  </a:lnTo>
                  <a:lnTo>
                    <a:pt x="844291" y="1370766"/>
                  </a:lnTo>
                  <a:lnTo>
                    <a:pt x="844253" y="1370785"/>
                  </a:lnTo>
                  <a:lnTo>
                    <a:pt x="844228" y="1370798"/>
                  </a:lnTo>
                  <a:lnTo>
                    <a:pt x="844196" y="1370810"/>
                  </a:lnTo>
                  <a:lnTo>
                    <a:pt x="844181" y="1370812"/>
                  </a:lnTo>
                  <a:lnTo>
                    <a:pt x="844157" y="1370808"/>
                  </a:lnTo>
                  <a:lnTo>
                    <a:pt x="844142" y="1370804"/>
                  </a:lnTo>
                  <a:lnTo>
                    <a:pt x="844123" y="1370794"/>
                  </a:lnTo>
                  <a:lnTo>
                    <a:pt x="844073" y="1370766"/>
                  </a:lnTo>
                  <a:lnTo>
                    <a:pt x="844037" y="1370751"/>
                  </a:lnTo>
                  <a:lnTo>
                    <a:pt x="844003" y="1370750"/>
                  </a:lnTo>
                  <a:lnTo>
                    <a:pt x="843936" y="1370757"/>
                  </a:lnTo>
                  <a:lnTo>
                    <a:pt x="843900" y="1370765"/>
                  </a:lnTo>
                  <a:lnTo>
                    <a:pt x="843875" y="1370780"/>
                  </a:lnTo>
                  <a:lnTo>
                    <a:pt x="843846" y="1370797"/>
                  </a:lnTo>
                  <a:lnTo>
                    <a:pt x="843824" y="1370813"/>
                  </a:lnTo>
                  <a:lnTo>
                    <a:pt x="843813" y="1370814"/>
                  </a:lnTo>
                  <a:lnTo>
                    <a:pt x="843793" y="1370814"/>
                  </a:lnTo>
                  <a:lnTo>
                    <a:pt x="843761" y="1370805"/>
                  </a:lnTo>
                  <a:lnTo>
                    <a:pt x="843703" y="1370781"/>
                  </a:lnTo>
                  <a:lnTo>
                    <a:pt x="843675" y="1370771"/>
                  </a:lnTo>
                  <a:lnTo>
                    <a:pt x="843651" y="1370769"/>
                  </a:lnTo>
                  <a:lnTo>
                    <a:pt x="843620" y="1370772"/>
                  </a:lnTo>
                  <a:lnTo>
                    <a:pt x="843590" y="1370774"/>
                  </a:lnTo>
                  <a:lnTo>
                    <a:pt x="843528" y="1370787"/>
                  </a:lnTo>
                  <a:lnTo>
                    <a:pt x="843478" y="1370801"/>
                  </a:lnTo>
                  <a:lnTo>
                    <a:pt x="843421" y="1370819"/>
                  </a:lnTo>
                  <a:lnTo>
                    <a:pt x="843373" y="1370828"/>
                  </a:lnTo>
                  <a:lnTo>
                    <a:pt x="843325" y="1370848"/>
                  </a:lnTo>
                  <a:lnTo>
                    <a:pt x="843289" y="1370861"/>
                  </a:lnTo>
                  <a:lnTo>
                    <a:pt x="843284" y="1370871"/>
                  </a:lnTo>
                  <a:lnTo>
                    <a:pt x="843284" y="1370878"/>
                  </a:lnTo>
                  <a:lnTo>
                    <a:pt x="843289" y="1370898"/>
                  </a:lnTo>
                  <a:lnTo>
                    <a:pt x="843295" y="1370917"/>
                  </a:lnTo>
                  <a:lnTo>
                    <a:pt x="843308" y="1370959"/>
                  </a:lnTo>
                  <a:lnTo>
                    <a:pt x="843327" y="1370996"/>
                  </a:lnTo>
                  <a:lnTo>
                    <a:pt x="843340" y="1371036"/>
                  </a:lnTo>
                  <a:lnTo>
                    <a:pt x="843346" y="1371060"/>
                  </a:lnTo>
                  <a:lnTo>
                    <a:pt x="843340" y="1371079"/>
                  </a:lnTo>
                  <a:lnTo>
                    <a:pt x="843323" y="1371101"/>
                  </a:lnTo>
                  <a:lnTo>
                    <a:pt x="843302" y="1371118"/>
                  </a:lnTo>
                  <a:lnTo>
                    <a:pt x="843292" y="1371127"/>
                  </a:lnTo>
                  <a:lnTo>
                    <a:pt x="843277" y="1371140"/>
                  </a:lnTo>
                  <a:lnTo>
                    <a:pt x="843248" y="1371159"/>
                  </a:lnTo>
                  <a:lnTo>
                    <a:pt x="843227" y="1371182"/>
                  </a:lnTo>
                  <a:lnTo>
                    <a:pt x="843210" y="1371199"/>
                  </a:lnTo>
                  <a:lnTo>
                    <a:pt x="843197" y="1371225"/>
                  </a:lnTo>
                  <a:lnTo>
                    <a:pt x="843187" y="1371249"/>
                  </a:lnTo>
                  <a:lnTo>
                    <a:pt x="843179" y="1371276"/>
                  </a:lnTo>
                  <a:lnTo>
                    <a:pt x="843170" y="1371296"/>
                  </a:lnTo>
                  <a:lnTo>
                    <a:pt x="843170" y="1371327"/>
                  </a:lnTo>
                  <a:lnTo>
                    <a:pt x="843173" y="1371341"/>
                  </a:lnTo>
                  <a:lnTo>
                    <a:pt x="843192" y="1371360"/>
                  </a:lnTo>
                  <a:lnTo>
                    <a:pt x="843221" y="1371391"/>
                  </a:lnTo>
                  <a:lnTo>
                    <a:pt x="843252" y="1371415"/>
                  </a:lnTo>
                  <a:lnTo>
                    <a:pt x="843284" y="1371447"/>
                  </a:lnTo>
                  <a:lnTo>
                    <a:pt x="843302" y="1371466"/>
                  </a:lnTo>
                  <a:lnTo>
                    <a:pt x="843324" y="1371486"/>
                  </a:lnTo>
                  <a:lnTo>
                    <a:pt x="843372" y="1371529"/>
                  </a:lnTo>
                  <a:lnTo>
                    <a:pt x="843395" y="1371550"/>
                  </a:lnTo>
                  <a:lnTo>
                    <a:pt x="843416" y="1371571"/>
                  </a:lnTo>
                  <a:lnTo>
                    <a:pt x="843427" y="1371588"/>
                  </a:lnTo>
                  <a:lnTo>
                    <a:pt x="843439" y="1371604"/>
                  </a:lnTo>
                  <a:lnTo>
                    <a:pt x="843452" y="1371627"/>
                  </a:lnTo>
                  <a:lnTo>
                    <a:pt x="843456" y="1371641"/>
                  </a:lnTo>
                  <a:lnTo>
                    <a:pt x="843457" y="1371665"/>
                  </a:lnTo>
                  <a:lnTo>
                    <a:pt x="843460" y="1371703"/>
                  </a:lnTo>
                  <a:lnTo>
                    <a:pt x="843469" y="1371728"/>
                  </a:lnTo>
                  <a:lnTo>
                    <a:pt x="843471" y="1371760"/>
                  </a:lnTo>
                  <a:lnTo>
                    <a:pt x="843468" y="1371830"/>
                  </a:lnTo>
                  <a:lnTo>
                    <a:pt x="843467" y="1371861"/>
                  </a:lnTo>
                  <a:lnTo>
                    <a:pt x="843461" y="1371878"/>
                  </a:lnTo>
                  <a:lnTo>
                    <a:pt x="843441" y="1371890"/>
                  </a:lnTo>
                  <a:lnTo>
                    <a:pt x="843409" y="1371898"/>
                  </a:lnTo>
                  <a:lnTo>
                    <a:pt x="843389" y="1371913"/>
                  </a:lnTo>
                  <a:lnTo>
                    <a:pt x="843366" y="1371945"/>
                  </a:lnTo>
                  <a:lnTo>
                    <a:pt x="843348" y="1371960"/>
                  </a:lnTo>
                  <a:lnTo>
                    <a:pt x="843321" y="1371977"/>
                  </a:lnTo>
                  <a:lnTo>
                    <a:pt x="843277" y="1371992"/>
                  </a:lnTo>
                  <a:lnTo>
                    <a:pt x="843258" y="1372001"/>
                  </a:lnTo>
                  <a:lnTo>
                    <a:pt x="843254" y="1372014"/>
                  </a:lnTo>
                  <a:lnTo>
                    <a:pt x="843259" y="1372035"/>
                  </a:lnTo>
                  <a:lnTo>
                    <a:pt x="843274" y="1372067"/>
                  </a:lnTo>
                  <a:lnTo>
                    <a:pt x="843282" y="1372093"/>
                  </a:lnTo>
                  <a:lnTo>
                    <a:pt x="843285" y="1372107"/>
                  </a:lnTo>
                  <a:lnTo>
                    <a:pt x="843277" y="1372139"/>
                  </a:lnTo>
                  <a:lnTo>
                    <a:pt x="843265" y="1372160"/>
                  </a:lnTo>
                  <a:lnTo>
                    <a:pt x="843237" y="1372199"/>
                  </a:lnTo>
                  <a:lnTo>
                    <a:pt x="843228" y="1372222"/>
                  </a:lnTo>
                  <a:lnTo>
                    <a:pt x="843223" y="1372240"/>
                  </a:lnTo>
                  <a:lnTo>
                    <a:pt x="843222" y="1372284"/>
                  </a:lnTo>
                  <a:lnTo>
                    <a:pt x="843222" y="1372373"/>
                  </a:lnTo>
                  <a:lnTo>
                    <a:pt x="843222" y="1372412"/>
                  </a:lnTo>
                  <a:lnTo>
                    <a:pt x="843212" y="1372430"/>
                  </a:lnTo>
                  <a:lnTo>
                    <a:pt x="843190" y="1372448"/>
                  </a:lnTo>
                  <a:lnTo>
                    <a:pt x="843152" y="1372455"/>
                  </a:lnTo>
                  <a:lnTo>
                    <a:pt x="843119" y="1372474"/>
                  </a:lnTo>
                  <a:lnTo>
                    <a:pt x="843095" y="1372489"/>
                  </a:lnTo>
                  <a:lnTo>
                    <a:pt x="843070" y="1372496"/>
                  </a:lnTo>
                  <a:lnTo>
                    <a:pt x="843043" y="1372506"/>
                  </a:lnTo>
                  <a:lnTo>
                    <a:pt x="843017" y="1372527"/>
                  </a:lnTo>
                  <a:lnTo>
                    <a:pt x="842984" y="1372557"/>
                  </a:lnTo>
                  <a:lnTo>
                    <a:pt x="842951" y="1372584"/>
                  </a:lnTo>
                  <a:lnTo>
                    <a:pt x="842915" y="1372597"/>
                  </a:lnTo>
                  <a:lnTo>
                    <a:pt x="842883" y="1372608"/>
                  </a:lnTo>
                  <a:lnTo>
                    <a:pt x="842859" y="1372621"/>
                  </a:lnTo>
                  <a:lnTo>
                    <a:pt x="842839" y="1372632"/>
                  </a:lnTo>
                  <a:lnTo>
                    <a:pt x="842801" y="1372643"/>
                  </a:lnTo>
                  <a:lnTo>
                    <a:pt x="842789" y="1372643"/>
                  </a:lnTo>
                  <a:lnTo>
                    <a:pt x="842776" y="1372639"/>
                  </a:lnTo>
                  <a:lnTo>
                    <a:pt x="842756" y="1372623"/>
                  </a:lnTo>
                  <a:lnTo>
                    <a:pt x="842716" y="1372588"/>
                  </a:lnTo>
                  <a:lnTo>
                    <a:pt x="842680" y="1372558"/>
                  </a:lnTo>
                  <a:lnTo>
                    <a:pt x="842655" y="1372528"/>
                  </a:lnTo>
                  <a:lnTo>
                    <a:pt x="842635" y="1372503"/>
                  </a:lnTo>
                  <a:lnTo>
                    <a:pt x="842609" y="1372477"/>
                  </a:lnTo>
                  <a:lnTo>
                    <a:pt x="842601" y="1372472"/>
                  </a:lnTo>
                  <a:lnTo>
                    <a:pt x="842594" y="1372468"/>
                  </a:lnTo>
                  <a:lnTo>
                    <a:pt x="842582" y="1372469"/>
                  </a:lnTo>
                  <a:lnTo>
                    <a:pt x="842543" y="1372471"/>
                  </a:lnTo>
                  <a:lnTo>
                    <a:pt x="842518" y="1372480"/>
                  </a:lnTo>
                  <a:lnTo>
                    <a:pt x="842489" y="1372495"/>
                  </a:lnTo>
                  <a:lnTo>
                    <a:pt x="842468" y="1372513"/>
                  </a:lnTo>
                  <a:lnTo>
                    <a:pt x="842441" y="1372528"/>
                  </a:lnTo>
                  <a:lnTo>
                    <a:pt x="842415" y="1372545"/>
                  </a:lnTo>
                  <a:lnTo>
                    <a:pt x="842408" y="1372566"/>
                  </a:lnTo>
                  <a:lnTo>
                    <a:pt x="842404" y="1372586"/>
                  </a:lnTo>
                  <a:lnTo>
                    <a:pt x="842403" y="1372612"/>
                  </a:lnTo>
                  <a:lnTo>
                    <a:pt x="842399" y="1372630"/>
                  </a:lnTo>
                  <a:lnTo>
                    <a:pt x="842388" y="1372652"/>
                  </a:lnTo>
                  <a:lnTo>
                    <a:pt x="842367" y="1372669"/>
                  </a:lnTo>
                  <a:lnTo>
                    <a:pt x="842346" y="1372680"/>
                  </a:lnTo>
                  <a:lnTo>
                    <a:pt x="842330" y="1372691"/>
                  </a:lnTo>
                  <a:lnTo>
                    <a:pt x="842313" y="1372713"/>
                  </a:lnTo>
                  <a:lnTo>
                    <a:pt x="842301" y="1372734"/>
                  </a:lnTo>
                  <a:lnTo>
                    <a:pt x="842296" y="1372748"/>
                  </a:lnTo>
                  <a:lnTo>
                    <a:pt x="842286" y="1372773"/>
                  </a:lnTo>
                  <a:lnTo>
                    <a:pt x="842270" y="1372791"/>
                  </a:lnTo>
                  <a:lnTo>
                    <a:pt x="842237" y="1372817"/>
                  </a:lnTo>
                  <a:lnTo>
                    <a:pt x="842206" y="1372835"/>
                  </a:lnTo>
                  <a:lnTo>
                    <a:pt x="842187" y="1372849"/>
                  </a:lnTo>
                  <a:lnTo>
                    <a:pt x="842165" y="1372869"/>
                  </a:lnTo>
                  <a:lnTo>
                    <a:pt x="842133" y="1372901"/>
                  </a:lnTo>
                  <a:lnTo>
                    <a:pt x="842110" y="1372920"/>
                  </a:lnTo>
                  <a:lnTo>
                    <a:pt x="842061" y="1372956"/>
                  </a:lnTo>
                  <a:lnTo>
                    <a:pt x="842038" y="1372972"/>
                  </a:lnTo>
                  <a:lnTo>
                    <a:pt x="842035" y="1372984"/>
                  </a:lnTo>
                  <a:lnTo>
                    <a:pt x="842035" y="1373003"/>
                  </a:lnTo>
                  <a:lnTo>
                    <a:pt x="842046" y="1373022"/>
                  </a:lnTo>
                  <a:lnTo>
                    <a:pt x="842056" y="1373046"/>
                  </a:lnTo>
                  <a:lnTo>
                    <a:pt x="842059" y="1373069"/>
                  </a:lnTo>
                  <a:lnTo>
                    <a:pt x="842054" y="1373098"/>
                  </a:lnTo>
                  <a:lnTo>
                    <a:pt x="842050" y="1373137"/>
                  </a:lnTo>
                  <a:lnTo>
                    <a:pt x="842039" y="1373180"/>
                  </a:lnTo>
                  <a:lnTo>
                    <a:pt x="842033" y="1373209"/>
                  </a:lnTo>
                  <a:lnTo>
                    <a:pt x="842023" y="1373243"/>
                  </a:lnTo>
                  <a:lnTo>
                    <a:pt x="842010" y="1373280"/>
                  </a:lnTo>
                  <a:lnTo>
                    <a:pt x="841993" y="1373309"/>
                  </a:lnTo>
                  <a:lnTo>
                    <a:pt x="841968" y="1373345"/>
                  </a:lnTo>
                  <a:lnTo>
                    <a:pt x="841937" y="1373385"/>
                  </a:lnTo>
                  <a:lnTo>
                    <a:pt x="841918" y="1373407"/>
                  </a:lnTo>
                  <a:lnTo>
                    <a:pt x="841870" y="1373435"/>
                  </a:lnTo>
                  <a:lnTo>
                    <a:pt x="841848" y="1373444"/>
                  </a:lnTo>
                  <a:lnTo>
                    <a:pt x="841808" y="1373456"/>
                  </a:lnTo>
                  <a:lnTo>
                    <a:pt x="841757" y="1373474"/>
                  </a:lnTo>
                  <a:lnTo>
                    <a:pt x="841714" y="1373487"/>
                  </a:lnTo>
                  <a:lnTo>
                    <a:pt x="841670" y="1373495"/>
                  </a:lnTo>
                  <a:lnTo>
                    <a:pt x="841658" y="1373501"/>
                  </a:lnTo>
                  <a:lnTo>
                    <a:pt x="841651" y="1373508"/>
                  </a:lnTo>
                  <a:lnTo>
                    <a:pt x="841647" y="1373534"/>
                  </a:lnTo>
                  <a:lnTo>
                    <a:pt x="841640" y="1373571"/>
                  </a:lnTo>
                  <a:lnTo>
                    <a:pt x="841636" y="1373614"/>
                  </a:lnTo>
                  <a:lnTo>
                    <a:pt x="841632" y="1373639"/>
                  </a:lnTo>
                  <a:lnTo>
                    <a:pt x="841634" y="1373655"/>
                  </a:lnTo>
                  <a:lnTo>
                    <a:pt x="841650" y="1373682"/>
                  </a:lnTo>
                  <a:lnTo>
                    <a:pt x="841667" y="1373716"/>
                  </a:lnTo>
                  <a:lnTo>
                    <a:pt x="841679" y="1373754"/>
                  </a:lnTo>
                  <a:lnTo>
                    <a:pt x="841698" y="1373781"/>
                  </a:lnTo>
                  <a:lnTo>
                    <a:pt x="841707" y="1373805"/>
                  </a:lnTo>
                  <a:lnTo>
                    <a:pt x="841707" y="1373821"/>
                  </a:lnTo>
                  <a:lnTo>
                    <a:pt x="841699" y="1373868"/>
                  </a:lnTo>
                  <a:lnTo>
                    <a:pt x="841690" y="1373907"/>
                  </a:lnTo>
                  <a:lnTo>
                    <a:pt x="841674" y="1373947"/>
                  </a:lnTo>
                  <a:lnTo>
                    <a:pt x="841659" y="1373986"/>
                  </a:lnTo>
                  <a:lnTo>
                    <a:pt x="841649" y="1374001"/>
                  </a:lnTo>
                  <a:lnTo>
                    <a:pt x="841621" y="1374034"/>
                  </a:lnTo>
                  <a:lnTo>
                    <a:pt x="841608" y="1374057"/>
                  </a:lnTo>
                  <a:lnTo>
                    <a:pt x="841608" y="1374063"/>
                  </a:lnTo>
                  <a:lnTo>
                    <a:pt x="841609" y="1374070"/>
                  </a:lnTo>
                  <a:lnTo>
                    <a:pt x="841616" y="1374086"/>
                  </a:lnTo>
                  <a:lnTo>
                    <a:pt x="841624" y="1374099"/>
                  </a:lnTo>
                  <a:lnTo>
                    <a:pt x="841628" y="1374107"/>
                  </a:lnTo>
                  <a:lnTo>
                    <a:pt x="841634" y="1374118"/>
                  </a:lnTo>
                  <a:lnTo>
                    <a:pt x="841670" y="1374183"/>
                  </a:lnTo>
                  <a:lnTo>
                    <a:pt x="841671" y="1374188"/>
                  </a:lnTo>
                  <a:lnTo>
                    <a:pt x="841642" y="1374220"/>
                  </a:lnTo>
                  <a:lnTo>
                    <a:pt x="841638" y="1374281"/>
                  </a:lnTo>
                  <a:lnTo>
                    <a:pt x="841640" y="1374308"/>
                  </a:lnTo>
                  <a:lnTo>
                    <a:pt x="841643" y="1374381"/>
                  </a:lnTo>
                  <a:lnTo>
                    <a:pt x="841643" y="1374399"/>
                  </a:lnTo>
                  <a:lnTo>
                    <a:pt x="841629" y="1374427"/>
                  </a:lnTo>
                  <a:lnTo>
                    <a:pt x="841606" y="1374471"/>
                  </a:lnTo>
                  <a:lnTo>
                    <a:pt x="841608" y="1374502"/>
                  </a:lnTo>
                  <a:lnTo>
                    <a:pt x="841603" y="1374528"/>
                  </a:lnTo>
                  <a:lnTo>
                    <a:pt x="841586" y="1374549"/>
                  </a:lnTo>
                  <a:lnTo>
                    <a:pt x="841537" y="1374579"/>
                  </a:lnTo>
                  <a:lnTo>
                    <a:pt x="841537" y="1374594"/>
                  </a:lnTo>
                  <a:lnTo>
                    <a:pt x="841536" y="1374685"/>
                  </a:lnTo>
                  <a:lnTo>
                    <a:pt x="841530" y="1374700"/>
                  </a:lnTo>
                  <a:lnTo>
                    <a:pt x="841481" y="1374739"/>
                  </a:lnTo>
                  <a:lnTo>
                    <a:pt x="841400" y="1374780"/>
                  </a:lnTo>
                  <a:lnTo>
                    <a:pt x="841374" y="1374795"/>
                  </a:lnTo>
                  <a:lnTo>
                    <a:pt x="841310" y="1374801"/>
                  </a:lnTo>
                  <a:lnTo>
                    <a:pt x="841295" y="1374814"/>
                  </a:lnTo>
                  <a:lnTo>
                    <a:pt x="841282" y="1374838"/>
                  </a:lnTo>
                  <a:lnTo>
                    <a:pt x="841219" y="1374862"/>
                  </a:lnTo>
                  <a:lnTo>
                    <a:pt x="841133" y="1374845"/>
                  </a:lnTo>
                  <a:lnTo>
                    <a:pt x="841111" y="1374846"/>
                  </a:lnTo>
                  <a:lnTo>
                    <a:pt x="841095" y="1374860"/>
                  </a:lnTo>
                  <a:lnTo>
                    <a:pt x="841044" y="1374914"/>
                  </a:lnTo>
                  <a:lnTo>
                    <a:pt x="841039" y="1374929"/>
                  </a:lnTo>
                  <a:lnTo>
                    <a:pt x="841029" y="1374992"/>
                  </a:lnTo>
                  <a:lnTo>
                    <a:pt x="841014" y="1375041"/>
                  </a:lnTo>
                  <a:lnTo>
                    <a:pt x="841001" y="1375070"/>
                  </a:lnTo>
                  <a:lnTo>
                    <a:pt x="840972" y="1375104"/>
                  </a:lnTo>
                  <a:lnTo>
                    <a:pt x="840959" y="1375143"/>
                  </a:lnTo>
                  <a:lnTo>
                    <a:pt x="840954" y="1375179"/>
                  </a:lnTo>
                  <a:lnTo>
                    <a:pt x="840962" y="1375221"/>
                  </a:lnTo>
                  <a:lnTo>
                    <a:pt x="840967" y="1375258"/>
                  </a:lnTo>
                  <a:lnTo>
                    <a:pt x="840924" y="1375363"/>
                  </a:lnTo>
                  <a:lnTo>
                    <a:pt x="840870" y="1375452"/>
                  </a:lnTo>
                  <a:lnTo>
                    <a:pt x="840838" y="1375464"/>
                  </a:lnTo>
                  <a:lnTo>
                    <a:pt x="840815" y="1375454"/>
                  </a:lnTo>
                  <a:lnTo>
                    <a:pt x="840780" y="1375447"/>
                  </a:lnTo>
                  <a:lnTo>
                    <a:pt x="840749" y="1375448"/>
                  </a:lnTo>
                  <a:lnTo>
                    <a:pt x="840728" y="1375462"/>
                  </a:lnTo>
                  <a:lnTo>
                    <a:pt x="840662" y="1375554"/>
                  </a:lnTo>
                  <a:lnTo>
                    <a:pt x="840609" y="1375613"/>
                  </a:lnTo>
                  <a:lnTo>
                    <a:pt x="840552" y="1375654"/>
                  </a:lnTo>
                  <a:lnTo>
                    <a:pt x="840529" y="1375670"/>
                  </a:lnTo>
                  <a:lnTo>
                    <a:pt x="840506" y="1375681"/>
                  </a:lnTo>
                  <a:lnTo>
                    <a:pt x="840501" y="1375684"/>
                  </a:lnTo>
                  <a:lnTo>
                    <a:pt x="840480" y="1375681"/>
                  </a:lnTo>
                  <a:lnTo>
                    <a:pt x="840459" y="1375657"/>
                  </a:lnTo>
                  <a:lnTo>
                    <a:pt x="840427" y="1375587"/>
                  </a:lnTo>
                  <a:lnTo>
                    <a:pt x="840392" y="1375529"/>
                  </a:lnTo>
                  <a:lnTo>
                    <a:pt x="840357" y="1375496"/>
                  </a:lnTo>
                  <a:lnTo>
                    <a:pt x="840301" y="1375462"/>
                  </a:lnTo>
                  <a:lnTo>
                    <a:pt x="840212" y="1375425"/>
                  </a:lnTo>
                  <a:lnTo>
                    <a:pt x="840140" y="1375408"/>
                  </a:lnTo>
                  <a:lnTo>
                    <a:pt x="840095" y="1375412"/>
                  </a:lnTo>
                  <a:lnTo>
                    <a:pt x="840078" y="1375404"/>
                  </a:lnTo>
                  <a:lnTo>
                    <a:pt x="840052" y="1375382"/>
                  </a:lnTo>
                  <a:lnTo>
                    <a:pt x="840012" y="1375329"/>
                  </a:lnTo>
                  <a:lnTo>
                    <a:pt x="839957" y="1375302"/>
                  </a:lnTo>
                  <a:lnTo>
                    <a:pt x="839908" y="1375285"/>
                  </a:lnTo>
                  <a:lnTo>
                    <a:pt x="839881" y="1375264"/>
                  </a:lnTo>
                  <a:lnTo>
                    <a:pt x="839817" y="1375185"/>
                  </a:lnTo>
                  <a:lnTo>
                    <a:pt x="839772" y="1375144"/>
                  </a:lnTo>
                  <a:lnTo>
                    <a:pt x="839735" y="1375124"/>
                  </a:lnTo>
                  <a:lnTo>
                    <a:pt x="839697" y="1375120"/>
                  </a:lnTo>
                  <a:lnTo>
                    <a:pt x="839571" y="1375122"/>
                  </a:lnTo>
                  <a:lnTo>
                    <a:pt x="839537" y="1375113"/>
                  </a:lnTo>
                  <a:lnTo>
                    <a:pt x="839473" y="1375063"/>
                  </a:lnTo>
                  <a:lnTo>
                    <a:pt x="839437" y="1375018"/>
                  </a:lnTo>
                  <a:lnTo>
                    <a:pt x="839415" y="1374899"/>
                  </a:lnTo>
                  <a:lnTo>
                    <a:pt x="839392" y="1374834"/>
                  </a:lnTo>
                  <a:lnTo>
                    <a:pt x="839356" y="1374793"/>
                  </a:lnTo>
                  <a:lnTo>
                    <a:pt x="839292" y="1374709"/>
                  </a:lnTo>
                  <a:lnTo>
                    <a:pt x="839229" y="1374644"/>
                  </a:lnTo>
                  <a:lnTo>
                    <a:pt x="839208" y="1374642"/>
                  </a:lnTo>
                  <a:lnTo>
                    <a:pt x="839113" y="1374674"/>
                  </a:lnTo>
                  <a:lnTo>
                    <a:pt x="839062" y="1374680"/>
                  </a:lnTo>
                  <a:lnTo>
                    <a:pt x="839027" y="1374668"/>
                  </a:lnTo>
                  <a:lnTo>
                    <a:pt x="838939" y="1374618"/>
                  </a:lnTo>
                  <a:lnTo>
                    <a:pt x="838869" y="1374550"/>
                  </a:lnTo>
                  <a:lnTo>
                    <a:pt x="838855" y="1374547"/>
                  </a:lnTo>
                  <a:lnTo>
                    <a:pt x="838840" y="1374553"/>
                  </a:lnTo>
                  <a:lnTo>
                    <a:pt x="838822" y="1374598"/>
                  </a:lnTo>
                  <a:lnTo>
                    <a:pt x="838738" y="1374671"/>
                  </a:lnTo>
                  <a:lnTo>
                    <a:pt x="838713" y="1374686"/>
                  </a:lnTo>
                  <a:lnTo>
                    <a:pt x="838588" y="1374729"/>
                  </a:lnTo>
                  <a:lnTo>
                    <a:pt x="838522" y="1374804"/>
                  </a:lnTo>
                  <a:lnTo>
                    <a:pt x="838498" y="1374836"/>
                  </a:lnTo>
                  <a:lnTo>
                    <a:pt x="838418" y="1374866"/>
                  </a:lnTo>
                  <a:lnTo>
                    <a:pt x="838347" y="1374906"/>
                  </a:lnTo>
                  <a:lnTo>
                    <a:pt x="838320" y="1374910"/>
                  </a:lnTo>
                  <a:lnTo>
                    <a:pt x="838303" y="1374904"/>
                  </a:lnTo>
                  <a:lnTo>
                    <a:pt x="838224" y="1374868"/>
                  </a:lnTo>
                  <a:lnTo>
                    <a:pt x="838211" y="1374864"/>
                  </a:lnTo>
                  <a:lnTo>
                    <a:pt x="838120" y="1374858"/>
                  </a:lnTo>
                  <a:lnTo>
                    <a:pt x="838038" y="1374831"/>
                  </a:lnTo>
                  <a:lnTo>
                    <a:pt x="837964" y="1374831"/>
                  </a:lnTo>
                  <a:lnTo>
                    <a:pt x="837738" y="1374840"/>
                  </a:lnTo>
                  <a:lnTo>
                    <a:pt x="837687" y="1374847"/>
                  </a:lnTo>
                  <a:lnTo>
                    <a:pt x="837674" y="1374862"/>
                  </a:lnTo>
                  <a:lnTo>
                    <a:pt x="837666" y="1374887"/>
                  </a:lnTo>
                  <a:lnTo>
                    <a:pt x="837611" y="1374965"/>
                  </a:lnTo>
                  <a:lnTo>
                    <a:pt x="837574" y="1375044"/>
                  </a:lnTo>
                  <a:lnTo>
                    <a:pt x="837507" y="1375124"/>
                  </a:lnTo>
                  <a:lnTo>
                    <a:pt x="837492" y="1375174"/>
                  </a:lnTo>
                  <a:lnTo>
                    <a:pt x="837484" y="1375250"/>
                  </a:lnTo>
                  <a:lnTo>
                    <a:pt x="837469" y="1375285"/>
                  </a:lnTo>
                  <a:lnTo>
                    <a:pt x="837407" y="1375318"/>
                  </a:lnTo>
                  <a:lnTo>
                    <a:pt x="837334" y="1375344"/>
                  </a:lnTo>
                  <a:lnTo>
                    <a:pt x="837304" y="1375363"/>
                  </a:lnTo>
                  <a:lnTo>
                    <a:pt x="837263" y="1375405"/>
                  </a:lnTo>
                  <a:lnTo>
                    <a:pt x="837246" y="1375410"/>
                  </a:lnTo>
                  <a:lnTo>
                    <a:pt x="837146" y="1375425"/>
                  </a:lnTo>
                  <a:lnTo>
                    <a:pt x="837079" y="1375458"/>
                  </a:lnTo>
                  <a:lnTo>
                    <a:pt x="837008" y="1375508"/>
                  </a:lnTo>
                  <a:lnTo>
                    <a:pt x="836934" y="1375512"/>
                  </a:lnTo>
                  <a:lnTo>
                    <a:pt x="836781" y="1375512"/>
                  </a:lnTo>
                  <a:lnTo>
                    <a:pt x="836645" y="1375530"/>
                  </a:lnTo>
                  <a:lnTo>
                    <a:pt x="836436" y="1375561"/>
                  </a:lnTo>
                  <a:lnTo>
                    <a:pt x="836329" y="1375573"/>
                  </a:lnTo>
                  <a:lnTo>
                    <a:pt x="836282" y="1375568"/>
                  </a:lnTo>
                  <a:lnTo>
                    <a:pt x="836252" y="1375543"/>
                  </a:lnTo>
                  <a:lnTo>
                    <a:pt x="836230" y="1375542"/>
                  </a:lnTo>
                  <a:lnTo>
                    <a:pt x="836215" y="1375548"/>
                  </a:lnTo>
                  <a:lnTo>
                    <a:pt x="836207" y="1375562"/>
                  </a:lnTo>
                  <a:lnTo>
                    <a:pt x="836209" y="1375607"/>
                  </a:lnTo>
                  <a:lnTo>
                    <a:pt x="836222" y="1375662"/>
                  </a:lnTo>
                  <a:lnTo>
                    <a:pt x="836251" y="1375737"/>
                  </a:lnTo>
                  <a:lnTo>
                    <a:pt x="836323" y="1375890"/>
                  </a:lnTo>
                  <a:lnTo>
                    <a:pt x="836387" y="1376036"/>
                  </a:lnTo>
                  <a:lnTo>
                    <a:pt x="836440" y="1376190"/>
                  </a:lnTo>
                  <a:lnTo>
                    <a:pt x="836474" y="1376311"/>
                  </a:lnTo>
                  <a:lnTo>
                    <a:pt x="836503" y="1376438"/>
                  </a:lnTo>
                  <a:lnTo>
                    <a:pt x="836537" y="1376570"/>
                  </a:lnTo>
                  <a:lnTo>
                    <a:pt x="836563" y="1376675"/>
                  </a:lnTo>
                  <a:lnTo>
                    <a:pt x="836560" y="1376743"/>
                  </a:lnTo>
                  <a:lnTo>
                    <a:pt x="836550" y="1376825"/>
                  </a:lnTo>
                  <a:lnTo>
                    <a:pt x="836493" y="1377002"/>
                  </a:lnTo>
                  <a:lnTo>
                    <a:pt x="836419" y="1377144"/>
                  </a:lnTo>
                  <a:lnTo>
                    <a:pt x="836393" y="1377204"/>
                  </a:lnTo>
                  <a:lnTo>
                    <a:pt x="836326" y="1377287"/>
                  </a:lnTo>
                  <a:lnTo>
                    <a:pt x="836243" y="1377363"/>
                  </a:lnTo>
                  <a:lnTo>
                    <a:pt x="836069" y="1377493"/>
                  </a:lnTo>
                  <a:lnTo>
                    <a:pt x="835937" y="1377594"/>
                  </a:lnTo>
                  <a:lnTo>
                    <a:pt x="835850" y="1377656"/>
                  </a:lnTo>
                  <a:lnTo>
                    <a:pt x="835738" y="1377732"/>
                  </a:lnTo>
                  <a:lnTo>
                    <a:pt x="835618" y="1377812"/>
                  </a:lnTo>
                  <a:lnTo>
                    <a:pt x="835483" y="1377901"/>
                  </a:lnTo>
                  <a:lnTo>
                    <a:pt x="835417" y="1377923"/>
                  </a:lnTo>
                  <a:lnTo>
                    <a:pt x="835235" y="1378010"/>
                  </a:lnTo>
                  <a:lnTo>
                    <a:pt x="834980" y="1378127"/>
                  </a:lnTo>
                  <a:lnTo>
                    <a:pt x="834890" y="1378176"/>
                  </a:lnTo>
                  <a:lnTo>
                    <a:pt x="834846" y="1378227"/>
                  </a:lnTo>
                  <a:lnTo>
                    <a:pt x="834824" y="1378292"/>
                  </a:lnTo>
                  <a:lnTo>
                    <a:pt x="834744" y="1378504"/>
                  </a:lnTo>
                  <a:lnTo>
                    <a:pt x="834691" y="1378695"/>
                  </a:lnTo>
                  <a:lnTo>
                    <a:pt x="834677" y="1378761"/>
                  </a:lnTo>
                  <a:lnTo>
                    <a:pt x="834639" y="1378864"/>
                  </a:lnTo>
                  <a:lnTo>
                    <a:pt x="834606" y="1378889"/>
                  </a:lnTo>
                  <a:lnTo>
                    <a:pt x="834569" y="1378911"/>
                  </a:lnTo>
                  <a:lnTo>
                    <a:pt x="834489" y="1378985"/>
                  </a:lnTo>
                  <a:lnTo>
                    <a:pt x="834378" y="1379073"/>
                  </a:lnTo>
                  <a:lnTo>
                    <a:pt x="834140" y="1379217"/>
                  </a:lnTo>
                  <a:lnTo>
                    <a:pt x="834035" y="1379260"/>
                  </a:lnTo>
                  <a:lnTo>
                    <a:pt x="833977" y="1379292"/>
                  </a:lnTo>
                  <a:lnTo>
                    <a:pt x="833853" y="1379341"/>
                  </a:lnTo>
                  <a:lnTo>
                    <a:pt x="833737" y="1379376"/>
                  </a:lnTo>
                  <a:lnTo>
                    <a:pt x="833609" y="1379393"/>
                  </a:lnTo>
                  <a:lnTo>
                    <a:pt x="833528" y="1379391"/>
                  </a:lnTo>
                  <a:lnTo>
                    <a:pt x="833499" y="1379402"/>
                  </a:lnTo>
                  <a:lnTo>
                    <a:pt x="833418" y="1379456"/>
                  </a:lnTo>
                  <a:lnTo>
                    <a:pt x="833285" y="1379527"/>
                  </a:lnTo>
                  <a:lnTo>
                    <a:pt x="833167" y="1379610"/>
                  </a:lnTo>
                  <a:lnTo>
                    <a:pt x="833072" y="1379700"/>
                  </a:lnTo>
                  <a:lnTo>
                    <a:pt x="832930" y="1379825"/>
                  </a:lnTo>
                  <a:lnTo>
                    <a:pt x="832835" y="1379902"/>
                  </a:lnTo>
                  <a:lnTo>
                    <a:pt x="832753" y="1379947"/>
                  </a:lnTo>
                  <a:lnTo>
                    <a:pt x="832664" y="1379993"/>
                  </a:lnTo>
                  <a:lnTo>
                    <a:pt x="832558" y="1380063"/>
                  </a:lnTo>
                  <a:lnTo>
                    <a:pt x="832470" y="1380140"/>
                  </a:lnTo>
                  <a:lnTo>
                    <a:pt x="832399" y="1380220"/>
                  </a:lnTo>
                  <a:lnTo>
                    <a:pt x="832343" y="1380302"/>
                  </a:lnTo>
                  <a:lnTo>
                    <a:pt x="832322" y="1380352"/>
                  </a:lnTo>
                  <a:lnTo>
                    <a:pt x="832264" y="1380527"/>
                  </a:lnTo>
                  <a:lnTo>
                    <a:pt x="832205" y="1380709"/>
                  </a:lnTo>
                  <a:lnTo>
                    <a:pt x="832160" y="1380824"/>
                  </a:lnTo>
                  <a:lnTo>
                    <a:pt x="832135" y="1380944"/>
                  </a:lnTo>
                  <a:lnTo>
                    <a:pt x="832104" y="1381065"/>
                  </a:lnTo>
                  <a:lnTo>
                    <a:pt x="832086" y="1381143"/>
                  </a:lnTo>
                  <a:lnTo>
                    <a:pt x="832057" y="1381258"/>
                  </a:lnTo>
                  <a:lnTo>
                    <a:pt x="832037" y="1381311"/>
                  </a:lnTo>
                  <a:lnTo>
                    <a:pt x="831963" y="1381516"/>
                  </a:lnTo>
                  <a:lnTo>
                    <a:pt x="831946" y="1381554"/>
                  </a:lnTo>
                  <a:lnTo>
                    <a:pt x="831934" y="1381589"/>
                  </a:lnTo>
                  <a:lnTo>
                    <a:pt x="831838" y="1381759"/>
                  </a:lnTo>
                  <a:lnTo>
                    <a:pt x="831784" y="1381832"/>
                  </a:lnTo>
                  <a:lnTo>
                    <a:pt x="831764" y="1381845"/>
                  </a:lnTo>
                  <a:lnTo>
                    <a:pt x="831603" y="1381856"/>
                  </a:lnTo>
                  <a:lnTo>
                    <a:pt x="831199" y="1381867"/>
                  </a:lnTo>
                  <a:lnTo>
                    <a:pt x="831128" y="1381864"/>
                  </a:lnTo>
                  <a:lnTo>
                    <a:pt x="830994" y="1381840"/>
                  </a:lnTo>
                  <a:lnTo>
                    <a:pt x="830743" y="1381750"/>
                  </a:lnTo>
                  <a:lnTo>
                    <a:pt x="830369" y="1381631"/>
                  </a:lnTo>
                  <a:lnTo>
                    <a:pt x="830239" y="1381575"/>
                  </a:lnTo>
                  <a:lnTo>
                    <a:pt x="830224" y="1381573"/>
                  </a:lnTo>
                  <a:lnTo>
                    <a:pt x="830211" y="1381577"/>
                  </a:lnTo>
                  <a:lnTo>
                    <a:pt x="830188" y="1381592"/>
                  </a:lnTo>
                  <a:lnTo>
                    <a:pt x="830149" y="1381638"/>
                  </a:lnTo>
                  <a:lnTo>
                    <a:pt x="830111" y="1381671"/>
                  </a:lnTo>
                  <a:lnTo>
                    <a:pt x="830018" y="1381766"/>
                  </a:lnTo>
                  <a:lnTo>
                    <a:pt x="829923" y="1381855"/>
                  </a:lnTo>
                  <a:lnTo>
                    <a:pt x="829770" y="1381978"/>
                  </a:lnTo>
                  <a:lnTo>
                    <a:pt x="829579" y="1382166"/>
                  </a:lnTo>
                  <a:lnTo>
                    <a:pt x="829351" y="1382362"/>
                  </a:lnTo>
                  <a:lnTo>
                    <a:pt x="829205" y="1382450"/>
                  </a:lnTo>
                  <a:lnTo>
                    <a:pt x="828985" y="1382562"/>
                  </a:lnTo>
                  <a:lnTo>
                    <a:pt x="828882" y="1382627"/>
                  </a:lnTo>
                  <a:lnTo>
                    <a:pt x="828805" y="1382728"/>
                  </a:lnTo>
                  <a:lnTo>
                    <a:pt x="828718" y="1382859"/>
                  </a:lnTo>
                  <a:lnTo>
                    <a:pt x="828713" y="1382864"/>
                  </a:lnTo>
                  <a:lnTo>
                    <a:pt x="828665" y="1382912"/>
                  </a:lnTo>
                  <a:lnTo>
                    <a:pt x="828662" y="1382916"/>
                  </a:lnTo>
                  <a:lnTo>
                    <a:pt x="828637" y="1382937"/>
                  </a:lnTo>
                  <a:lnTo>
                    <a:pt x="828608" y="1382965"/>
                  </a:lnTo>
                  <a:lnTo>
                    <a:pt x="828584" y="1382987"/>
                  </a:lnTo>
                  <a:lnTo>
                    <a:pt x="828532" y="1383032"/>
                  </a:lnTo>
                  <a:lnTo>
                    <a:pt x="828511" y="1383054"/>
                  </a:lnTo>
                  <a:lnTo>
                    <a:pt x="828496" y="1383067"/>
                  </a:lnTo>
                  <a:lnTo>
                    <a:pt x="828487" y="1383075"/>
                  </a:lnTo>
                  <a:lnTo>
                    <a:pt x="828440" y="1383109"/>
                  </a:lnTo>
                  <a:lnTo>
                    <a:pt x="828414" y="1383128"/>
                  </a:lnTo>
                  <a:lnTo>
                    <a:pt x="828386" y="1383140"/>
                  </a:lnTo>
                  <a:lnTo>
                    <a:pt x="828368" y="1383149"/>
                  </a:lnTo>
                  <a:lnTo>
                    <a:pt x="828328" y="1383159"/>
                  </a:lnTo>
                  <a:lnTo>
                    <a:pt x="828302" y="1383164"/>
                  </a:lnTo>
                  <a:lnTo>
                    <a:pt x="828268" y="1383165"/>
                  </a:lnTo>
                  <a:lnTo>
                    <a:pt x="828206" y="1383168"/>
                  </a:lnTo>
                  <a:lnTo>
                    <a:pt x="828173" y="1383168"/>
                  </a:lnTo>
                  <a:lnTo>
                    <a:pt x="828142" y="1383168"/>
                  </a:lnTo>
                  <a:lnTo>
                    <a:pt x="828087" y="1383162"/>
                  </a:lnTo>
                  <a:lnTo>
                    <a:pt x="828057" y="1383161"/>
                  </a:lnTo>
                  <a:lnTo>
                    <a:pt x="828024" y="1383154"/>
                  </a:lnTo>
                  <a:lnTo>
                    <a:pt x="827961" y="1383149"/>
                  </a:lnTo>
                  <a:lnTo>
                    <a:pt x="827931" y="1383146"/>
                  </a:lnTo>
                  <a:lnTo>
                    <a:pt x="827900" y="1383142"/>
                  </a:lnTo>
                  <a:lnTo>
                    <a:pt x="827837" y="1383137"/>
                  </a:lnTo>
                  <a:lnTo>
                    <a:pt x="827802" y="1383132"/>
                  </a:lnTo>
                  <a:lnTo>
                    <a:pt x="827778" y="1383131"/>
                  </a:lnTo>
                  <a:lnTo>
                    <a:pt x="827716" y="1383126"/>
                  </a:lnTo>
                  <a:lnTo>
                    <a:pt x="827684" y="1383124"/>
                  </a:lnTo>
                  <a:lnTo>
                    <a:pt x="827650" y="1383119"/>
                  </a:lnTo>
                  <a:lnTo>
                    <a:pt x="827584" y="1383117"/>
                  </a:lnTo>
                  <a:lnTo>
                    <a:pt x="827543" y="1383115"/>
                  </a:lnTo>
                  <a:lnTo>
                    <a:pt x="827502" y="1383110"/>
                  </a:lnTo>
                  <a:lnTo>
                    <a:pt x="827427" y="1383105"/>
                  </a:lnTo>
                  <a:lnTo>
                    <a:pt x="827390" y="1383102"/>
                  </a:lnTo>
                  <a:lnTo>
                    <a:pt x="827354" y="1383104"/>
                  </a:lnTo>
                  <a:lnTo>
                    <a:pt x="827281" y="1383111"/>
                  </a:lnTo>
                  <a:lnTo>
                    <a:pt x="827245" y="1383120"/>
                  </a:lnTo>
                  <a:lnTo>
                    <a:pt x="827210" y="1383131"/>
                  </a:lnTo>
                  <a:lnTo>
                    <a:pt x="827139" y="1383146"/>
                  </a:lnTo>
                  <a:lnTo>
                    <a:pt x="827106" y="1383160"/>
                  </a:lnTo>
                  <a:lnTo>
                    <a:pt x="827074" y="1383172"/>
                  </a:lnTo>
                  <a:lnTo>
                    <a:pt x="826997" y="1383191"/>
                  </a:lnTo>
                  <a:lnTo>
                    <a:pt x="826956" y="1383200"/>
                  </a:lnTo>
                  <a:lnTo>
                    <a:pt x="826922" y="1383201"/>
                  </a:lnTo>
                  <a:lnTo>
                    <a:pt x="826889" y="1383206"/>
                  </a:lnTo>
                  <a:lnTo>
                    <a:pt x="826845" y="1383208"/>
                  </a:lnTo>
                  <a:lnTo>
                    <a:pt x="826790" y="1383208"/>
                  </a:lnTo>
                  <a:lnTo>
                    <a:pt x="826750" y="1383199"/>
                  </a:lnTo>
                  <a:lnTo>
                    <a:pt x="826669" y="1383181"/>
                  </a:lnTo>
                  <a:lnTo>
                    <a:pt x="826632" y="1383177"/>
                  </a:lnTo>
                  <a:lnTo>
                    <a:pt x="826590" y="1383164"/>
                  </a:lnTo>
                  <a:lnTo>
                    <a:pt x="826516" y="1383144"/>
                  </a:lnTo>
                  <a:lnTo>
                    <a:pt x="826480" y="1383134"/>
                  </a:lnTo>
                  <a:lnTo>
                    <a:pt x="826449" y="1383123"/>
                  </a:lnTo>
                  <a:lnTo>
                    <a:pt x="826381" y="1383101"/>
                  </a:lnTo>
                  <a:lnTo>
                    <a:pt x="826348" y="1383094"/>
                  </a:lnTo>
                  <a:lnTo>
                    <a:pt x="826325" y="1383078"/>
                  </a:lnTo>
                  <a:lnTo>
                    <a:pt x="826288" y="1383065"/>
                  </a:lnTo>
                  <a:lnTo>
                    <a:pt x="826261" y="1383056"/>
                  </a:lnTo>
                  <a:lnTo>
                    <a:pt x="826227" y="1383042"/>
                  </a:lnTo>
                  <a:lnTo>
                    <a:pt x="826195" y="1383020"/>
                  </a:lnTo>
                  <a:lnTo>
                    <a:pt x="826127" y="1382990"/>
                  </a:lnTo>
                  <a:lnTo>
                    <a:pt x="826092" y="1382974"/>
                  </a:lnTo>
                  <a:lnTo>
                    <a:pt x="826055" y="1382957"/>
                  </a:lnTo>
                  <a:lnTo>
                    <a:pt x="825990" y="1382931"/>
                  </a:lnTo>
                  <a:lnTo>
                    <a:pt x="825947" y="1382922"/>
                  </a:lnTo>
                  <a:lnTo>
                    <a:pt x="825916" y="1382903"/>
                  </a:lnTo>
                  <a:lnTo>
                    <a:pt x="825858" y="1382873"/>
                  </a:lnTo>
                  <a:lnTo>
                    <a:pt x="825832" y="1382864"/>
                  </a:lnTo>
                  <a:lnTo>
                    <a:pt x="825801" y="1382842"/>
                  </a:lnTo>
                  <a:lnTo>
                    <a:pt x="825751" y="1382821"/>
                  </a:lnTo>
                  <a:lnTo>
                    <a:pt x="825715" y="1382818"/>
                  </a:lnTo>
                  <a:lnTo>
                    <a:pt x="825687" y="1382811"/>
                  </a:lnTo>
                  <a:lnTo>
                    <a:pt x="825615" y="1382794"/>
                  </a:lnTo>
                  <a:lnTo>
                    <a:pt x="825584" y="1382790"/>
                  </a:lnTo>
                  <a:lnTo>
                    <a:pt x="825558" y="1382782"/>
                  </a:lnTo>
                  <a:lnTo>
                    <a:pt x="825495" y="1382763"/>
                  </a:lnTo>
                  <a:lnTo>
                    <a:pt x="825460" y="1382754"/>
                  </a:lnTo>
                  <a:lnTo>
                    <a:pt x="825436" y="1382744"/>
                  </a:lnTo>
                  <a:lnTo>
                    <a:pt x="825379" y="1382722"/>
                  </a:lnTo>
                  <a:lnTo>
                    <a:pt x="825352" y="1382716"/>
                  </a:lnTo>
                  <a:lnTo>
                    <a:pt x="825333" y="1382708"/>
                  </a:lnTo>
                  <a:lnTo>
                    <a:pt x="825285" y="1382696"/>
                  </a:lnTo>
                  <a:lnTo>
                    <a:pt x="825265" y="1382685"/>
                  </a:lnTo>
                  <a:lnTo>
                    <a:pt x="825249" y="1382679"/>
                  </a:lnTo>
                  <a:lnTo>
                    <a:pt x="825198" y="1382668"/>
                  </a:lnTo>
                  <a:lnTo>
                    <a:pt x="825170" y="1382663"/>
                  </a:lnTo>
                  <a:lnTo>
                    <a:pt x="825139" y="1382655"/>
                  </a:lnTo>
                  <a:lnTo>
                    <a:pt x="825067" y="1382648"/>
                  </a:lnTo>
                  <a:lnTo>
                    <a:pt x="825027" y="1382646"/>
                  </a:lnTo>
                  <a:lnTo>
                    <a:pt x="824994" y="1382640"/>
                  </a:lnTo>
                  <a:lnTo>
                    <a:pt x="824922" y="1382628"/>
                  </a:lnTo>
                  <a:lnTo>
                    <a:pt x="824887" y="1382622"/>
                  </a:lnTo>
                  <a:lnTo>
                    <a:pt x="824846" y="1382615"/>
                  </a:lnTo>
                  <a:lnTo>
                    <a:pt x="824773" y="1382608"/>
                  </a:lnTo>
                  <a:lnTo>
                    <a:pt x="824732" y="1382610"/>
                  </a:lnTo>
                  <a:lnTo>
                    <a:pt x="824693" y="1382603"/>
                  </a:lnTo>
                  <a:lnTo>
                    <a:pt x="824620" y="1382599"/>
                  </a:lnTo>
                  <a:lnTo>
                    <a:pt x="824586" y="1382598"/>
                  </a:lnTo>
                  <a:lnTo>
                    <a:pt x="824548" y="1382585"/>
                  </a:lnTo>
                  <a:lnTo>
                    <a:pt x="824480" y="1382557"/>
                  </a:lnTo>
                  <a:lnTo>
                    <a:pt x="824428" y="1382535"/>
                  </a:lnTo>
                  <a:lnTo>
                    <a:pt x="824377" y="1382500"/>
                  </a:lnTo>
                  <a:lnTo>
                    <a:pt x="824318" y="1382465"/>
                  </a:lnTo>
                  <a:lnTo>
                    <a:pt x="824283" y="1382447"/>
                  </a:lnTo>
                  <a:lnTo>
                    <a:pt x="824252" y="1382426"/>
                  </a:lnTo>
                  <a:lnTo>
                    <a:pt x="824196" y="1382389"/>
                  </a:lnTo>
                  <a:lnTo>
                    <a:pt x="824174" y="1382377"/>
                  </a:lnTo>
                  <a:lnTo>
                    <a:pt x="824104" y="1382338"/>
                  </a:lnTo>
                  <a:lnTo>
                    <a:pt x="824082" y="1382328"/>
                  </a:lnTo>
                  <a:lnTo>
                    <a:pt x="824060" y="1382316"/>
                  </a:lnTo>
                  <a:lnTo>
                    <a:pt x="824034" y="1382305"/>
                  </a:lnTo>
                  <a:lnTo>
                    <a:pt x="824005" y="1382283"/>
                  </a:lnTo>
                  <a:lnTo>
                    <a:pt x="823978" y="1382265"/>
                  </a:lnTo>
                  <a:lnTo>
                    <a:pt x="823951" y="1382256"/>
                  </a:lnTo>
                  <a:lnTo>
                    <a:pt x="823892" y="1382222"/>
                  </a:lnTo>
                  <a:lnTo>
                    <a:pt x="823864" y="1382206"/>
                  </a:lnTo>
                  <a:lnTo>
                    <a:pt x="823841" y="1382183"/>
                  </a:lnTo>
                  <a:lnTo>
                    <a:pt x="823787" y="1382139"/>
                  </a:lnTo>
                  <a:lnTo>
                    <a:pt x="823761" y="1382116"/>
                  </a:lnTo>
                  <a:lnTo>
                    <a:pt x="823735" y="1382090"/>
                  </a:lnTo>
                  <a:lnTo>
                    <a:pt x="823704" y="1382072"/>
                  </a:lnTo>
                  <a:lnTo>
                    <a:pt x="823664" y="1382050"/>
                  </a:lnTo>
                  <a:lnTo>
                    <a:pt x="823625" y="1382024"/>
                  </a:lnTo>
                  <a:lnTo>
                    <a:pt x="823585" y="1382013"/>
                  </a:lnTo>
                  <a:lnTo>
                    <a:pt x="823564" y="1382010"/>
                  </a:lnTo>
                  <a:lnTo>
                    <a:pt x="823520" y="1382010"/>
                  </a:lnTo>
                  <a:lnTo>
                    <a:pt x="823479" y="1382013"/>
                  </a:lnTo>
                  <a:lnTo>
                    <a:pt x="823443" y="1382015"/>
                  </a:lnTo>
                  <a:lnTo>
                    <a:pt x="823362" y="1382018"/>
                  </a:lnTo>
                  <a:lnTo>
                    <a:pt x="823316" y="1382015"/>
                  </a:lnTo>
                  <a:lnTo>
                    <a:pt x="823283" y="1382012"/>
                  </a:lnTo>
                  <a:lnTo>
                    <a:pt x="823218" y="1382019"/>
                  </a:lnTo>
                  <a:lnTo>
                    <a:pt x="823171" y="1382026"/>
                  </a:lnTo>
                  <a:lnTo>
                    <a:pt x="823132" y="1382025"/>
                  </a:lnTo>
                  <a:lnTo>
                    <a:pt x="823068" y="1382037"/>
                  </a:lnTo>
                  <a:lnTo>
                    <a:pt x="823035" y="1382051"/>
                  </a:lnTo>
                  <a:lnTo>
                    <a:pt x="823010" y="1382061"/>
                  </a:lnTo>
                  <a:lnTo>
                    <a:pt x="822946" y="1382081"/>
                  </a:lnTo>
                  <a:lnTo>
                    <a:pt x="822905" y="1382096"/>
                  </a:lnTo>
                  <a:lnTo>
                    <a:pt x="822871" y="1382101"/>
                  </a:lnTo>
                  <a:lnTo>
                    <a:pt x="822808" y="1382120"/>
                  </a:lnTo>
                  <a:lnTo>
                    <a:pt x="822776" y="1382133"/>
                  </a:lnTo>
                  <a:lnTo>
                    <a:pt x="822742" y="1382144"/>
                  </a:lnTo>
                  <a:lnTo>
                    <a:pt x="822691" y="1382165"/>
                  </a:lnTo>
                  <a:lnTo>
                    <a:pt x="822666" y="1382172"/>
                  </a:lnTo>
                  <a:lnTo>
                    <a:pt x="822654" y="1382177"/>
                  </a:lnTo>
                  <a:lnTo>
                    <a:pt x="822608" y="1382180"/>
                  </a:lnTo>
                  <a:lnTo>
                    <a:pt x="822583" y="1382174"/>
                  </a:lnTo>
                  <a:lnTo>
                    <a:pt x="822548" y="1382148"/>
                  </a:lnTo>
                  <a:lnTo>
                    <a:pt x="822533" y="1382123"/>
                  </a:lnTo>
                  <a:lnTo>
                    <a:pt x="822513" y="1382088"/>
                  </a:lnTo>
                  <a:lnTo>
                    <a:pt x="822490" y="1382063"/>
                  </a:lnTo>
                  <a:lnTo>
                    <a:pt x="822473" y="1382038"/>
                  </a:lnTo>
                  <a:lnTo>
                    <a:pt x="822459" y="1382012"/>
                  </a:lnTo>
                  <a:lnTo>
                    <a:pt x="822440" y="1381974"/>
                  </a:lnTo>
                  <a:lnTo>
                    <a:pt x="822416" y="1381934"/>
                  </a:lnTo>
                  <a:lnTo>
                    <a:pt x="822409" y="1381908"/>
                  </a:lnTo>
                  <a:lnTo>
                    <a:pt x="822389" y="1381859"/>
                  </a:lnTo>
                  <a:lnTo>
                    <a:pt x="822373" y="1381831"/>
                  </a:lnTo>
                  <a:lnTo>
                    <a:pt x="822359" y="1381798"/>
                  </a:lnTo>
                  <a:lnTo>
                    <a:pt x="822352" y="1381779"/>
                  </a:lnTo>
                  <a:lnTo>
                    <a:pt x="822336" y="1381739"/>
                  </a:lnTo>
                  <a:lnTo>
                    <a:pt x="822323" y="1381706"/>
                  </a:lnTo>
                  <a:lnTo>
                    <a:pt x="822301" y="1381668"/>
                  </a:lnTo>
                  <a:lnTo>
                    <a:pt x="822290" y="1381652"/>
                  </a:lnTo>
                  <a:lnTo>
                    <a:pt x="822270" y="1381614"/>
                  </a:lnTo>
                  <a:lnTo>
                    <a:pt x="822248" y="1381577"/>
                  </a:lnTo>
                  <a:lnTo>
                    <a:pt x="822224" y="1381537"/>
                  </a:lnTo>
                  <a:lnTo>
                    <a:pt x="822217" y="1381521"/>
                  </a:lnTo>
                  <a:lnTo>
                    <a:pt x="822192" y="1381483"/>
                  </a:lnTo>
                  <a:lnTo>
                    <a:pt x="822173" y="1381449"/>
                  </a:lnTo>
                  <a:lnTo>
                    <a:pt x="822151" y="1381422"/>
                  </a:lnTo>
                  <a:lnTo>
                    <a:pt x="822126" y="1381389"/>
                  </a:lnTo>
                  <a:lnTo>
                    <a:pt x="822082" y="1381346"/>
                  </a:lnTo>
                  <a:lnTo>
                    <a:pt x="822047" y="1381309"/>
                  </a:lnTo>
                  <a:lnTo>
                    <a:pt x="822033" y="1381294"/>
                  </a:lnTo>
                  <a:lnTo>
                    <a:pt x="822002" y="1381257"/>
                  </a:lnTo>
                  <a:lnTo>
                    <a:pt x="821966" y="1381221"/>
                  </a:lnTo>
                  <a:lnTo>
                    <a:pt x="821938" y="1381192"/>
                  </a:lnTo>
                  <a:lnTo>
                    <a:pt x="821906" y="1381146"/>
                  </a:lnTo>
                  <a:lnTo>
                    <a:pt x="821882" y="1381110"/>
                  </a:lnTo>
                  <a:lnTo>
                    <a:pt x="821873" y="1381092"/>
                  </a:lnTo>
                  <a:lnTo>
                    <a:pt x="821865" y="1381066"/>
                  </a:lnTo>
                  <a:lnTo>
                    <a:pt x="821850" y="1381038"/>
                  </a:lnTo>
                  <a:lnTo>
                    <a:pt x="821831" y="1381004"/>
                  </a:lnTo>
                  <a:lnTo>
                    <a:pt x="821808" y="1380985"/>
                  </a:lnTo>
                  <a:lnTo>
                    <a:pt x="821787" y="1380946"/>
                  </a:lnTo>
                  <a:lnTo>
                    <a:pt x="821775" y="1380912"/>
                  </a:lnTo>
                  <a:lnTo>
                    <a:pt x="821753" y="1380875"/>
                  </a:lnTo>
                  <a:lnTo>
                    <a:pt x="821743" y="1380848"/>
                  </a:lnTo>
                  <a:lnTo>
                    <a:pt x="821735" y="1380815"/>
                  </a:lnTo>
                  <a:lnTo>
                    <a:pt x="821725" y="1380782"/>
                  </a:lnTo>
                  <a:lnTo>
                    <a:pt x="821725" y="1380750"/>
                  </a:lnTo>
                  <a:lnTo>
                    <a:pt x="821721" y="1380723"/>
                  </a:lnTo>
                  <a:lnTo>
                    <a:pt x="821713" y="1380686"/>
                  </a:lnTo>
                  <a:lnTo>
                    <a:pt x="821701" y="1380645"/>
                  </a:lnTo>
                  <a:lnTo>
                    <a:pt x="821686" y="1380613"/>
                  </a:lnTo>
                  <a:lnTo>
                    <a:pt x="821676" y="1380588"/>
                  </a:lnTo>
                  <a:lnTo>
                    <a:pt x="821662" y="1380555"/>
                  </a:lnTo>
                  <a:lnTo>
                    <a:pt x="821654" y="1380521"/>
                  </a:lnTo>
                  <a:lnTo>
                    <a:pt x="821636" y="1380495"/>
                  </a:lnTo>
                  <a:lnTo>
                    <a:pt x="821627" y="1380466"/>
                  </a:lnTo>
                  <a:lnTo>
                    <a:pt x="821606" y="1380416"/>
                  </a:lnTo>
                  <a:lnTo>
                    <a:pt x="821595" y="1380383"/>
                  </a:lnTo>
                  <a:lnTo>
                    <a:pt x="821580" y="1380333"/>
                  </a:lnTo>
                  <a:lnTo>
                    <a:pt x="821563" y="1380289"/>
                  </a:lnTo>
                  <a:lnTo>
                    <a:pt x="821541" y="1380234"/>
                  </a:lnTo>
                  <a:lnTo>
                    <a:pt x="821526" y="1380192"/>
                  </a:lnTo>
                  <a:lnTo>
                    <a:pt x="821507" y="1380156"/>
                  </a:lnTo>
                  <a:lnTo>
                    <a:pt x="821483" y="1380108"/>
                  </a:lnTo>
                  <a:lnTo>
                    <a:pt x="821463" y="1380077"/>
                  </a:lnTo>
                  <a:lnTo>
                    <a:pt x="821430" y="1380050"/>
                  </a:lnTo>
                  <a:lnTo>
                    <a:pt x="821394" y="1380041"/>
                  </a:lnTo>
                  <a:lnTo>
                    <a:pt x="821360" y="1380039"/>
                  </a:lnTo>
                  <a:lnTo>
                    <a:pt x="821295" y="1380049"/>
                  </a:lnTo>
                  <a:lnTo>
                    <a:pt x="821245" y="1380062"/>
                  </a:lnTo>
                  <a:lnTo>
                    <a:pt x="821213" y="1380066"/>
                  </a:lnTo>
                  <a:lnTo>
                    <a:pt x="821180" y="1380056"/>
                  </a:lnTo>
                  <a:lnTo>
                    <a:pt x="821137" y="1380061"/>
                  </a:lnTo>
                  <a:lnTo>
                    <a:pt x="821096" y="1380069"/>
                  </a:lnTo>
                  <a:lnTo>
                    <a:pt x="821059" y="1380082"/>
                  </a:lnTo>
                  <a:lnTo>
                    <a:pt x="821029" y="1380096"/>
                  </a:lnTo>
                  <a:lnTo>
                    <a:pt x="820966" y="1380120"/>
                  </a:lnTo>
                  <a:lnTo>
                    <a:pt x="820913" y="1380141"/>
                  </a:lnTo>
                  <a:lnTo>
                    <a:pt x="820837" y="1380162"/>
                  </a:lnTo>
                  <a:lnTo>
                    <a:pt x="820784" y="1380180"/>
                  </a:lnTo>
                  <a:lnTo>
                    <a:pt x="820691" y="1380197"/>
                  </a:lnTo>
                  <a:lnTo>
                    <a:pt x="820649" y="1380213"/>
                  </a:lnTo>
                  <a:lnTo>
                    <a:pt x="820584" y="1380224"/>
                  </a:lnTo>
                  <a:lnTo>
                    <a:pt x="820525" y="1380236"/>
                  </a:lnTo>
                  <a:lnTo>
                    <a:pt x="820464" y="1380250"/>
                  </a:lnTo>
                  <a:lnTo>
                    <a:pt x="820446" y="1380256"/>
                  </a:lnTo>
                  <a:lnTo>
                    <a:pt x="820431" y="1380274"/>
                  </a:lnTo>
                  <a:lnTo>
                    <a:pt x="820436" y="1380235"/>
                  </a:lnTo>
                  <a:lnTo>
                    <a:pt x="820445" y="1380199"/>
                  </a:lnTo>
                  <a:lnTo>
                    <a:pt x="820446" y="1380151"/>
                  </a:lnTo>
                  <a:lnTo>
                    <a:pt x="820432" y="1380122"/>
                  </a:lnTo>
                  <a:lnTo>
                    <a:pt x="820427" y="1380092"/>
                  </a:lnTo>
                  <a:lnTo>
                    <a:pt x="820419" y="1380057"/>
                  </a:lnTo>
                  <a:lnTo>
                    <a:pt x="820410" y="1380023"/>
                  </a:lnTo>
                  <a:lnTo>
                    <a:pt x="820403" y="1379994"/>
                  </a:lnTo>
                  <a:lnTo>
                    <a:pt x="820403" y="1379972"/>
                  </a:lnTo>
                  <a:lnTo>
                    <a:pt x="820413" y="1379945"/>
                  </a:lnTo>
                  <a:lnTo>
                    <a:pt x="820414" y="1379914"/>
                  </a:lnTo>
                  <a:lnTo>
                    <a:pt x="820408" y="1379894"/>
                  </a:lnTo>
                  <a:lnTo>
                    <a:pt x="820381" y="1379838"/>
                  </a:lnTo>
                  <a:lnTo>
                    <a:pt x="820361" y="1379808"/>
                  </a:lnTo>
                  <a:lnTo>
                    <a:pt x="820338" y="1379775"/>
                  </a:lnTo>
                  <a:lnTo>
                    <a:pt x="820302" y="1379732"/>
                  </a:lnTo>
                  <a:lnTo>
                    <a:pt x="820272" y="1379706"/>
                  </a:lnTo>
                  <a:lnTo>
                    <a:pt x="820246" y="1379674"/>
                  </a:lnTo>
                  <a:lnTo>
                    <a:pt x="820224" y="1379656"/>
                  </a:lnTo>
                  <a:lnTo>
                    <a:pt x="820196" y="1379629"/>
                  </a:lnTo>
                  <a:lnTo>
                    <a:pt x="820175" y="1379606"/>
                  </a:lnTo>
                  <a:lnTo>
                    <a:pt x="820155" y="1379574"/>
                  </a:lnTo>
                  <a:lnTo>
                    <a:pt x="820148" y="1379558"/>
                  </a:lnTo>
                  <a:lnTo>
                    <a:pt x="820140" y="1379518"/>
                  </a:lnTo>
                  <a:lnTo>
                    <a:pt x="820126" y="1379452"/>
                  </a:lnTo>
                  <a:lnTo>
                    <a:pt x="820124" y="1379407"/>
                  </a:lnTo>
                  <a:lnTo>
                    <a:pt x="820120" y="1379384"/>
                  </a:lnTo>
                  <a:lnTo>
                    <a:pt x="820117" y="1379330"/>
                  </a:lnTo>
                  <a:lnTo>
                    <a:pt x="820110" y="1379295"/>
                  </a:lnTo>
                  <a:lnTo>
                    <a:pt x="820099" y="1379253"/>
                  </a:lnTo>
                  <a:lnTo>
                    <a:pt x="820093" y="1379219"/>
                  </a:lnTo>
                  <a:lnTo>
                    <a:pt x="820081" y="1379187"/>
                  </a:lnTo>
                  <a:lnTo>
                    <a:pt x="820065" y="1379154"/>
                  </a:lnTo>
                  <a:lnTo>
                    <a:pt x="820056" y="1379122"/>
                  </a:lnTo>
                  <a:lnTo>
                    <a:pt x="820049" y="1379105"/>
                  </a:lnTo>
                  <a:lnTo>
                    <a:pt x="820023" y="1379040"/>
                  </a:lnTo>
                  <a:lnTo>
                    <a:pt x="820009" y="1379007"/>
                  </a:lnTo>
                  <a:lnTo>
                    <a:pt x="819970" y="1378957"/>
                  </a:lnTo>
                  <a:lnTo>
                    <a:pt x="819933" y="1378911"/>
                  </a:lnTo>
                  <a:lnTo>
                    <a:pt x="819911" y="1378885"/>
                  </a:lnTo>
                  <a:lnTo>
                    <a:pt x="819874" y="1378825"/>
                  </a:lnTo>
                  <a:lnTo>
                    <a:pt x="819853" y="1378787"/>
                  </a:lnTo>
                  <a:lnTo>
                    <a:pt x="819817" y="1378720"/>
                  </a:lnTo>
                  <a:lnTo>
                    <a:pt x="819784" y="1378667"/>
                  </a:lnTo>
                  <a:lnTo>
                    <a:pt x="819768" y="1378639"/>
                  </a:lnTo>
                  <a:lnTo>
                    <a:pt x="819711" y="1378552"/>
                  </a:lnTo>
                  <a:lnTo>
                    <a:pt x="819690" y="1378517"/>
                  </a:lnTo>
                  <a:lnTo>
                    <a:pt x="819635" y="1378421"/>
                  </a:lnTo>
                  <a:lnTo>
                    <a:pt x="819583" y="1378344"/>
                  </a:lnTo>
                  <a:lnTo>
                    <a:pt x="819552" y="1378296"/>
                  </a:lnTo>
                  <a:lnTo>
                    <a:pt x="819516" y="1378243"/>
                  </a:lnTo>
                  <a:lnTo>
                    <a:pt x="819496" y="1378205"/>
                  </a:lnTo>
                  <a:lnTo>
                    <a:pt x="819471" y="1378139"/>
                  </a:lnTo>
                  <a:lnTo>
                    <a:pt x="819460" y="1378110"/>
                  </a:lnTo>
                  <a:lnTo>
                    <a:pt x="819423" y="1378020"/>
                  </a:lnTo>
                  <a:lnTo>
                    <a:pt x="819402" y="1377958"/>
                  </a:lnTo>
                  <a:lnTo>
                    <a:pt x="819371" y="1377897"/>
                  </a:lnTo>
                  <a:lnTo>
                    <a:pt x="819360" y="1377860"/>
                  </a:lnTo>
                  <a:lnTo>
                    <a:pt x="819325" y="1377774"/>
                  </a:lnTo>
                  <a:lnTo>
                    <a:pt x="819292" y="1377675"/>
                  </a:lnTo>
                  <a:lnTo>
                    <a:pt x="819279" y="1377620"/>
                  </a:lnTo>
                  <a:lnTo>
                    <a:pt x="819268" y="1377572"/>
                  </a:lnTo>
                  <a:lnTo>
                    <a:pt x="819263" y="1377529"/>
                  </a:lnTo>
                  <a:lnTo>
                    <a:pt x="819253" y="1377476"/>
                  </a:lnTo>
                  <a:lnTo>
                    <a:pt x="819246" y="1377420"/>
                  </a:lnTo>
                  <a:lnTo>
                    <a:pt x="819245" y="1377368"/>
                  </a:lnTo>
                  <a:lnTo>
                    <a:pt x="819250" y="1377325"/>
                  </a:lnTo>
                  <a:lnTo>
                    <a:pt x="819247" y="1377254"/>
                  </a:lnTo>
                  <a:lnTo>
                    <a:pt x="819237" y="1377227"/>
                  </a:lnTo>
                  <a:lnTo>
                    <a:pt x="819225" y="1377184"/>
                  </a:lnTo>
                  <a:lnTo>
                    <a:pt x="819209" y="1377139"/>
                  </a:lnTo>
                  <a:lnTo>
                    <a:pt x="819196" y="1377089"/>
                  </a:lnTo>
                  <a:lnTo>
                    <a:pt x="819181" y="1377040"/>
                  </a:lnTo>
                  <a:lnTo>
                    <a:pt x="819172" y="1377014"/>
                  </a:lnTo>
                  <a:lnTo>
                    <a:pt x="819153" y="1376944"/>
                  </a:lnTo>
                  <a:lnTo>
                    <a:pt x="819130" y="1376878"/>
                  </a:lnTo>
                  <a:lnTo>
                    <a:pt x="819124" y="1376847"/>
                  </a:lnTo>
                  <a:lnTo>
                    <a:pt x="819102" y="1376771"/>
                  </a:lnTo>
                  <a:lnTo>
                    <a:pt x="819083" y="1376725"/>
                  </a:lnTo>
                  <a:lnTo>
                    <a:pt x="819064" y="1376657"/>
                  </a:lnTo>
                  <a:lnTo>
                    <a:pt x="819044" y="1376585"/>
                  </a:lnTo>
                  <a:lnTo>
                    <a:pt x="819030" y="1376550"/>
                  </a:lnTo>
                  <a:lnTo>
                    <a:pt x="819024" y="1376517"/>
                  </a:lnTo>
                  <a:lnTo>
                    <a:pt x="819004" y="1376480"/>
                  </a:lnTo>
                  <a:lnTo>
                    <a:pt x="818991" y="1376448"/>
                  </a:lnTo>
                  <a:lnTo>
                    <a:pt x="818956" y="1376374"/>
                  </a:lnTo>
                  <a:lnTo>
                    <a:pt x="818943" y="1376335"/>
                  </a:lnTo>
                  <a:lnTo>
                    <a:pt x="818941" y="1376309"/>
                  </a:lnTo>
                  <a:lnTo>
                    <a:pt x="818937" y="1376250"/>
                  </a:lnTo>
                  <a:lnTo>
                    <a:pt x="818933" y="1376190"/>
                  </a:lnTo>
                  <a:lnTo>
                    <a:pt x="818933" y="1376137"/>
                  </a:lnTo>
                  <a:lnTo>
                    <a:pt x="818927" y="1376096"/>
                  </a:lnTo>
                  <a:lnTo>
                    <a:pt x="818922" y="1376041"/>
                  </a:lnTo>
                  <a:lnTo>
                    <a:pt x="818917" y="1375955"/>
                  </a:lnTo>
                  <a:lnTo>
                    <a:pt x="818911" y="1375903"/>
                  </a:lnTo>
                  <a:lnTo>
                    <a:pt x="818917" y="1375865"/>
                  </a:lnTo>
                  <a:lnTo>
                    <a:pt x="818923" y="1375820"/>
                  </a:lnTo>
                  <a:lnTo>
                    <a:pt x="818938" y="1375787"/>
                  </a:lnTo>
                  <a:lnTo>
                    <a:pt x="818957" y="1375738"/>
                  </a:lnTo>
                  <a:lnTo>
                    <a:pt x="818967" y="1375675"/>
                  </a:lnTo>
                  <a:lnTo>
                    <a:pt x="818965" y="1375602"/>
                  </a:lnTo>
                  <a:lnTo>
                    <a:pt x="818968" y="1375554"/>
                  </a:lnTo>
                  <a:lnTo>
                    <a:pt x="818974" y="1375494"/>
                  </a:lnTo>
                  <a:lnTo>
                    <a:pt x="818987" y="1375455"/>
                  </a:lnTo>
                  <a:lnTo>
                    <a:pt x="819013" y="1375372"/>
                  </a:lnTo>
                  <a:lnTo>
                    <a:pt x="819022" y="1375330"/>
                  </a:lnTo>
                  <a:lnTo>
                    <a:pt x="819023" y="1375252"/>
                  </a:lnTo>
                  <a:lnTo>
                    <a:pt x="819026" y="1375185"/>
                  </a:lnTo>
                  <a:lnTo>
                    <a:pt x="819034" y="1375154"/>
                  </a:lnTo>
                  <a:lnTo>
                    <a:pt x="819038" y="1375083"/>
                  </a:lnTo>
                  <a:lnTo>
                    <a:pt x="819046" y="1375027"/>
                  </a:lnTo>
                  <a:lnTo>
                    <a:pt x="819046" y="1374992"/>
                  </a:lnTo>
                  <a:lnTo>
                    <a:pt x="819028" y="1374948"/>
                  </a:lnTo>
                  <a:lnTo>
                    <a:pt x="819003" y="1374913"/>
                  </a:lnTo>
                  <a:lnTo>
                    <a:pt x="818989" y="1374874"/>
                  </a:lnTo>
                  <a:lnTo>
                    <a:pt x="818990" y="1374838"/>
                  </a:lnTo>
                  <a:lnTo>
                    <a:pt x="818999" y="1374815"/>
                  </a:lnTo>
                  <a:lnTo>
                    <a:pt x="819018" y="1374782"/>
                  </a:lnTo>
                  <a:lnTo>
                    <a:pt x="819057" y="1374733"/>
                  </a:lnTo>
                  <a:lnTo>
                    <a:pt x="819083" y="1374685"/>
                  </a:lnTo>
                  <a:lnTo>
                    <a:pt x="819108" y="1374645"/>
                  </a:lnTo>
                  <a:lnTo>
                    <a:pt x="819129" y="1374630"/>
                  </a:lnTo>
                  <a:lnTo>
                    <a:pt x="819184" y="1374584"/>
                  </a:lnTo>
                  <a:lnTo>
                    <a:pt x="819221" y="1374551"/>
                  </a:lnTo>
                  <a:lnTo>
                    <a:pt x="819257" y="1374525"/>
                  </a:lnTo>
                  <a:lnTo>
                    <a:pt x="819279" y="1374495"/>
                  </a:lnTo>
                  <a:lnTo>
                    <a:pt x="819303" y="1374466"/>
                  </a:lnTo>
                  <a:lnTo>
                    <a:pt x="819337" y="1374444"/>
                  </a:lnTo>
                  <a:lnTo>
                    <a:pt x="819351" y="1374410"/>
                  </a:lnTo>
                  <a:lnTo>
                    <a:pt x="819363" y="1374342"/>
                  </a:lnTo>
                  <a:lnTo>
                    <a:pt x="819372" y="1374275"/>
                  </a:lnTo>
                  <a:lnTo>
                    <a:pt x="819390" y="1374188"/>
                  </a:lnTo>
                  <a:lnTo>
                    <a:pt x="819402" y="1374116"/>
                  </a:lnTo>
                  <a:lnTo>
                    <a:pt x="819407" y="1374106"/>
                  </a:lnTo>
                  <a:lnTo>
                    <a:pt x="819435" y="1374055"/>
                  </a:lnTo>
                  <a:lnTo>
                    <a:pt x="819471" y="1373975"/>
                  </a:lnTo>
                  <a:lnTo>
                    <a:pt x="819541" y="1373801"/>
                  </a:lnTo>
                  <a:lnTo>
                    <a:pt x="819569" y="1373679"/>
                  </a:lnTo>
                  <a:lnTo>
                    <a:pt x="819572" y="1373522"/>
                  </a:lnTo>
                  <a:lnTo>
                    <a:pt x="819550" y="1373415"/>
                  </a:lnTo>
                  <a:lnTo>
                    <a:pt x="819544" y="1373405"/>
                  </a:lnTo>
                  <a:lnTo>
                    <a:pt x="819484" y="1373387"/>
                  </a:lnTo>
                  <a:lnTo>
                    <a:pt x="819351" y="1373375"/>
                  </a:lnTo>
                  <a:lnTo>
                    <a:pt x="819274" y="1373348"/>
                  </a:lnTo>
                  <a:lnTo>
                    <a:pt x="819237" y="1373321"/>
                  </a:lnTo>
                  <a:lnTo>
                    <a:pt x="819202" y="1373273"/>
                  </a:lnTo>
                  <a:lnTo>
                    <a:pt x="819171" y="1373179"/>
                  </a:lnTo>
                  <a:lnTo>
                    <a:pt x="819139" y="1373028"/>
                  </a:lnTo>
                  <a:lnTo>
                    <a:pt x="819132" y="1372898"/>
                  </a:lnTo>
                  <a:lnTo>
                    <a:pt x="819157" y="1372769"/>
                  </a:lnTo>
                  <a:lnTo>
                    <a:pt x="819196" y="1372701"/>
                  </a:lnTo>
                  <a:lnTo>
                    <a:pt x="819203" y="1372667"/>
                  </a:lnTo>
                  <a:lnTo>
                    <a:pt x="819198" y="1372567"/>
                  </a:lnTo>
                  <a:lnTo>
                    <a:pt x="819222" y="1372442"/>
                  </a:lnTo>
                  <a:lnTo>
                    <a:pt x="819225" y="1372419"/>
                  </a:lnTo>
                  <a:lnTo>
                    <a:pt x="819202" y="1372360"/>
                  </a:lnTo>
                  <a:lnTo>
                    <a:pt x="819200" y="1372333"/>
                  </a:lnTo>
                  <a:lnTo>
                    <a:pt x="819207" y="1372300"/>
                  </a:lnTo>
                  <a:lnTo>
                    <a:pt x="819310" y="1372168"/>
                  </a:lnTo>
                  <a:lnTo>
                    <a:pt x="819356" y="1372120"/>
                  </a:lnTo>
                  <a:lnTo>
                    <a:pt x="819367" y="1372081"/>
                  </a:lnTo>
                  <a:lnTo>
                    <a:pt x="819366" y="1372005"/>
                  </a:lnTo>
                  <a:lnTo>
                    <a:pt x="819337" y="1371951"/>
                  </a:lnTo>
                  <a:lnTo>
                    <a:pt x="819264" y="1371883"/>
                  </a:lnTo>
                  <a:lnTo>
                    <a:pt x="819122" y="1371741"/>
                  </a:lnTo>
                  <a:lnTo>
                    <a:pt x="819073" y="1371702"/>
                  </a:lnTo>
                  <a:lnTo>
                    <a:pt x="818975" y="1371657"/>
                  </a:lnTo>
                  <a:lnTo>
                    <a:pt x="818921" y="1371630"/>
                  </a:lnTo>
                  <a:lnTo>
                    <a:pt x="818907" y="1371631"/>
                  </a:lnTo>
                  <a:lnTo>
                    <a:pt x="818849" y="1371680"/>
                  </a:lnTo>
                  <a:lnTo>
                    <a:pt x="818781" y="1371716"/>
                  </a:lnTo>
                  <a:lnTo>
                    <a:pt x="818625" y="1371792"/>
                  </a:lnTo>
                  <a:lnTo>
                    <a:pt x="818592" y="1371802"/>
                  </a:lnTo>
                  <a:lnTo>
                    <a:pt x="818531" y="1371825"/>
                  </a:lnTo>
                  <a:lnTo>
                    <a:pt x="818460" y="1371841"/>
                  </a:lnTo>
                  <a:lnTo>
                    <a:pt x="818359" y="1371855"/>
                  </a:lnTo>
                  <a:lnTo>
                    <a:pt x="818327" y="1371868"/>
                  </a:lnTo>
                  <a:lnTo>
                    <a:pt x="818264" y="1371882"/>
                  </a:lnTo>
                  <a:lnTo>
                    <a:pt x="818249" y="1371877"/>
                  </a:lnTo>
                  <a:lnTo>
                    <a:pt x="818231" y="1371839"/>
                  </a:lnTo>
                  <a:lnTo>
                    <a:pt x="818197" y="1371735"/>
                  </a:lnTo>
                  <a:lnTo>
                    <a:pt x="818185" y="1371710"/>
                  </a:lnTo>
                  <a:lnTo>
                    <a:pt x="818151" y="1371684"/>
                  </a:lnTo>
                  <a:lnTo>
                    <a:pt x="818089" y="1371661"/>
                  </a:lnTo>
                  <a:lnTo>
                    <a:pt x="818051" y="1371642"/>
                  </a:lnTo>
                  <a:lnTo>
                    <a:pt x="818021" y="1371618"/>
                  </a:lnTo>
                  <a:lnTo>
                    <a:pt x="817986" y="1371582"/>
                  </a:lnTo>
                  <a:lnTo>
                    <a:pt x="817945" y="1371568"/>
                  </a:lnTo>
                  <a:lnTo>
                    <a:pt x="817823" y="1371532"/>
                  </a:lnTo>
                  <a:lnTo>
                    <a:pt x="817792" y="1371533"/>
                  </a:lnTo>
                  <a:lnTo>
                    <a:pt x="817758" y="1371546"/>
                  </a:lnTo>
                  <a:lnTo>
                    <a:pt x="817730" y="1371592"/>
                  </a:lnTo>
                  <a:lnTo>
                    <a:pt x="817696" y="1371665"/>
                  </a:lnTo>
                  <a:lnTo>
                    <a:pt x="817674" y="1371689"/>
                  </a:lnTo>
                  <a:lnTo>
                    <a:pt x="817598" y="1371724"/>
                  </a:lnTo>
                  <a:lnTo>
                    <a:pt x="817560" y="1371726"/>
                  </a:lnTo>
                  <a:lnTo>
                    <a:pt x="817522" y="1371710"/>
                  </a:lnTo>
                  <a:lnTo>
                    <a:pt x="817495" y="1371690"/>
                  </a:lnTo>
                  <a:lnTo>
                    <a:pt x="817457" y="1371652"/>
                  </a:lnTo>
                  <a:lnTo>
                    <a:pt x="817439" y="1371619"/>
                  </a:lnTo>
                  <a:lnTo>
                    <a:pt x="817408" y="1371583"/>
                  </a:lnTo>
                  <a:lnTo>
                    <a:pt x="817380" y="1371563"/>
                  </a:lnTo>
                  <a:lnTo>
                    <a:pt x="817358" y="1371526"/>
                  </a:lnTo>
                  <a:lnTo>
                    <a:pt x="817335" y="1371504"/>
                  </a:lnTo>
                  <a:lnTo>
                    <a:pt x="817275" y="1371480"/>
                  </a:lnTo>
                  <a:lnTo>
                    <a:pt x="817192" y="1371437"/>
                  </a:lnTo>
                  <a:lnTo>
                    <a:pt x="817143" y="1371422"/>
                  </a:lnTo>
                  <a:lnTo>
                    <a:pt x="817086" y="1371427"/>
                  </a:lnTo>
                  <a:lnTo>
                    <a:pt x="817071" y="1371424"/>
                  </a:lnTo>
                  <a:lnTo>
                    <a:pt x="817030" y="1371402"/>
                  </a:lnTo>
                  <a:lnTo>
                    <a:pt x="817014" y="1371398"/>
                  </a:lnTo>
                  <a:lnTo>
                    <a:pt x="816922" y="1371406"/>
                  </a:lnTo>
                  <a:lnTo>
                    <a:pt x="816895" y="1371403"/>
                  </a:lnTo>
                  <a:lnTo>
                    <a:pt x="816874" y="1371392"/>
                  </a:lnTo>
                  <a:lnTo>
                    <a:pt x="816853" y="1371381"/>
                  </a:lnTo>
                  <a:lnTo>
                    <a:pt x="816827" y="1371353"/>
                  </a:lnTo>
                  <a:lnTo>
                    <a:pt x="816823" y="1371349"/>
                  </a:lnTo>
                  <a:lnTo>
                    <a:pt x="816791" y="1371334"/>
                  </a:lnTo>
                  <a:lnTo>
                    <a:pt x="816734" y="1371330"/>
                  </a:lnTo>
                  <a:lnTo>
                    <a:pt x="816681" y="1371316"/>
                  </a:lnTo>
                  <a:lnTo>
                    <a:pt x="816605" y="1371275"/>
                  </a:lnTo>
                  <a:lnTo>
                    <a:pt x="816582" y="1371273"/>
                  </a:lnTo>
                  <a:lnTo>
                    <a:pt x="816539" y="1371275"/>
                  </a:lnTo>
                  <a:lnTo>
                    <a:pt x="816473" y="1371283"/>
                  </a:lnTo>
                  <a:lnTo>
                    <a:pt x="816433" y="1371283"/>
                  </a:lnTo>
                  <a:lnTo>
                    <a:pt x="816366" y="1371271"/>
                  </a:lnTo>
                  <a:lnTo>
                    <a:pt x="816332" y="1371260"/>
                  </a:lnTo>
                  <a:lnTo>
                    <a:pt x="816330" y="1371239"/>
                  </a:lnTo>
                  <a:lnTo>
                    <a:pt x="816330" y="1371179"/>
                  </a:lnTo>
                  <a:lnTo>
                    <a:pt x="816312" y="1371129"/>
                  </a:lnTo>
                  <a:lnTo>
                    <a:pt x="816300" y="1371091"/>
                  </a:lnTo>
                  <a:lnTo>
                    <a:pt x="816270" y="1371061"/>
                  </a:lnTo>
                  <a:lnTo>
                    <a:pt x="816232" y="1371038"/>
                  </a:lnTo>
                  <a:lnTo>
                    <a:pt x="816160" y="1371011"/>
                  </a:lnTo>
                  <a:lnTo>
                    <a:pt x="816121" y="1371009"/>
                  </a:lnTo>
                  <a:lnTo>
                    <a:pt x="816059" y="1370972"/>
                  </a:lnTo>
                  <a:lnTo>
                    <a:pt x="816008" y="1370915"/>
                  </a:lnTo>
                  <a:lnTo>
                    <a:pt x="815994" y="1370907"/>
                  </a:lnTo>
                  <a:lnTo>
                    <a:pt x="815945" y="1370893"/>
                  </a:lnTo>
                  <a:lnTo>
                    <a:pt x="815887" y="1370860"/>
                  </a:lnTo>
                  <a:lnTo>
                    <a:pt x="815822" y="1370819"/>
                  </a:lnTo>
                  <a:lnTo>
                    <a:pt x="815803" y="1370807"/>
                  </a:lnTo>
                  <a:lnTo>
                    <a:pt x="815754" y="1370779"/>
                  </a:lnTo>
                  <a:lnTo>
                    <a:pt x="815718" y="1370764"/>
                  </a:lnTo>
                  <a:lnTo>
                    <a:pt x="815692" y="1370745"/>
                  </a:lnTo>
                  <a:lnTo>
                    <a:pt x="815661" y="1370705"/>
                  </a:lnTo>
                  <a:lnTo>
                    <a:pt x="815657" y="1370683"/>
                  </a:lnTo>
                  <a:lnTo>
                    <a:pt x="815663" y="1370610"/>
                  </a:lnTo>
                  <a:lnTo>
                    <a:pt x="815659" y="1370538"/>
                  </a:lnTo>
                  <a:lnTo>
                    <a:pt x="815648" y="1370487"/>
                  </a:lnTo>
                  <a:lnTo>
                    <a:pt x="815645" y="1370444"/>
                  </a:lnTo>
                  <a:lnTo>
                    <a:pt x="815636" y="1370407"/>
                  </a:lnTo>
                  <a:lnTo>
                    <a:pt x="815625" y="1370395"/>
                  </a:lnTo>
                  <a:lnTo>
                    <a:pt x="815600" y="1370384"/>
                  </a:lnTo>
                  <a:lnTo>
                    <a:pt x="815570" y="1370382"/>
                  </a:lnTo>
                  <a:lnTo>
                    <a:pt x="815523" y="1370395"/>
                  </a:lnTo>
                  <a:lnTo>
                    <a:pt x="815494" y="1370400"/>
                  </a:lnTo>
                  <a:lnTo>
                    <a:pt x="815459" y="1370404"/>
                  </a:lnTo>
                  <a:lnTo>
                    <a:pt x="815428" y="1370393"/>
                  </a:lnTo>
                  <a:lnTo>
                    <a:pt x="815363" y="1370387"/>
                  </a:lnTo>
                  <a:lnTo>
                    <a:pt x="815192" y="1370383"/>
                  </a:lnTo>
                  <a:lnTo>
                    <a:pt x="815125" y="1370377"/>
                  </a:lnTo>
                  <a:lnTo>
                    <a:pt x="815075" y="1370365"/>
                  </a:lnTo>
                  <a:lnTo>
                    <a:pt x="815028" y="1370359"/>
                  </a:lnTo>
                  <a:lnTo>
                    <a:pt x="814954" y="1370357"/>
                  </a:lnTo>
                  <a:lnTo>
                    <a:pt x="814891" y="1370348"/>
                  </a:lnTo>
                  <a:lnTo>
                    <a:pt x="814854" y="1370355"/>
                  </a:lnTo>
                  <a:lnTo>
                    <a:pt x="814849" y="1370356"/>
                  </a:lnTo>
                  <a:lnTo>
                    <a:pt x="814798" y="1370364"/>
                  </a:lnTo>
                  <a:lnTo>
                    <a:pt x="814776" y="1370368"/>
                  </a:lnTo>
                  <a:lnTo>
                    <a:pt x="814748" y="1370362"/>
                  </a:lnTo>
                  <a:lnTo>
                    <a:pt x="814703" y="1370326"/>
                  </a:lnTo>
                  <a:lnTo>
                    <a:pt x="814673" y="1370316"/>
                  </a:lnTo>
                  <a:lnTo>
                    <a:pt x="814640" y="1370304"/>
                  </a:lnTo>
                  <a:lnTo>
                    <a:pt x="814621" y="1370288"/>
                  </a:lnTo>
                  <a:lnTo>
                    <a:pt x="814613" y="1370269"/>
                  </a:lnTo>
                  <a:lnTo>
                    <a:pt x="814602" y="1370235"/>
                  </a:lnTo>
                  <a:lnTo>
                    <a:pt x="814579" y="1370178"/>
                  </a:lnTo>
                  <a:lnTo>
                    <a:pt x="814559" y="1370153"/>
                  </a:lnTo>
                  <a:lnTo>
                    <a:pt x="814530" y="1370127"/>
                  </a:lnTo>
                  <a:lnTo>
                    <a:pt x="814494" y="1370080"/>
                  </a:lnTo>
                  <a:lnTo>
                    <a:pt x="814485" y="1370040"/>
                  </a:lnTo>
                  <a:lnTo>
                    <a:pt x="814482" y="1369973"/>
                  </a:lnTo>
                  <a:lnTo>
                    <a:pt x="814474" y="1369948"/>
                  </a:lnTo>
                  <a:lnTo>
                    <a:pt x="814450" y="1369929"/>
                  </a:lnTo>
                  <a:lnTo>
                    <a:pt x="814409" y="1369898"/>
                  </a:lnTo>
                  <a:lnTo>
                    <a:pt x="814382" y="1369878"/>
                  </a:lnTo>
                  <a:lnTo>
                    <a:pt x="814335" y="1369841"/>
                  </a:lnTo>
                  <a:lnTo>
                    <a:pt x="814323" y="1369842"/>
                  </a:lnTo>
                  <a:lnTo>
                    <a:pt x="814284" y="1369849"/>
                  </a:lnTo>
                  <a:lnTo>
                    <a:pt x="814255" y="1369839"/>
                  </a:lnTo>
                  <a:lnTo>
                    <a:pt x="814230" y="1369823"/>
                  </a:lnTo>
                  <a:lnTo>
                    <a:pt x="814180" y="1369807"/>
                  </a:lnTo>
                  <a:lnTo>
                    <a:pt x="814112" y="1369798"/>
                  </a:lnTo>
                  <a:lnTo>
                    <a:pt x="814078" y="1369804"/>
                  </a:lnTo>
                  <a:lnTo>
                    <a:pt x="814049" y="1369822"/>
                  </a:lnTo>
                  <a:lnTo>
                    <a:pt x="813911" y="1369873"/>
                  </a:lnTo>
                  <a:lnTo>
                    <a:pt x="813863" y="1369890"/>
                  </a:lnTo>
                  <a:lnTo>
                    <a:pt x="813771" y="1369933"/>
                  </a:lnTo>
                  <a:lnTo>
                    <a:pt x="813675" y="1369993"/>
                  </a:lnTo>
                  <a:lnTo>
                    <a:pt x="813616" y="1370031"/>
                  </a:lnTo>
                  <a:lnTo>
                    <a:pt x="813613" y="1370044"/>
                  </a:lnTo>
                  <a:lnTo>
                    <a:pt x="813619" y="1370054"/>
                  </a:lnTo>
                  <a:lnTo>
                    <a:pt x="813701" y="1370103"/>
                  </a:lnTo>
                  <a:lnTo>
                    <a:pt x="813737" y="1370133"/>
                  </a:lnTo>
                  <a:lnTo>
                    <a:pt x="813760" y="1370165"/>
                  </a:lnTo>
                  <a:lnTo>
                    <a:pt x="813791" y="1370224"/>
                  </a:lnTo>
                  <a:lnTo>
                    <a:pt x="813792" y="1370241"/>
                  </a:lnTo>
                  <a:lnTo>
                    <a:pt x="813785" y="1370248"/>
                  </a:lnTo>
                  <a:lnTo>
                    <a:pt x="813759" y="1370253"/>
                  </a:lnTo>
                  <a:lnTo>
                    <a:pt x="813737" y="1370269"/>
                  </a:lnTo>
                  <a:lnTo>
                    <a:pt x="813718" y="1370299"/>
                  </a:lnTo>
                  <a:lnTo>
                    <a:pt x="813678" y="1370382"/>
                  </a:lnTo>
                  <a:lnTo>
                    <a:pt x="813647" y="1370409"/>
                  </a:lnTo>
                  <a:lnTo>
                    <a:pt x="813568" y="1370448"/>
                  </a:lnTo>
                  <a:lnTo>
                    <a:pt x="813515" y="1370462"/>
                  </a:lnTo>
                  <a:lnTo>
                    <a:pt x="813455" y="1370462"/>
                  </a:lnTo>
                  <a:lnTo>
                    <a:pt x="813416" y="1370470"/>
                  </a:lnTo>
                  <a:lnTo>
                    <a:pt x="813296" y="1370480"/>
                  </a:lnTo>
                  <a:lnTo>
                    <a:pt x="813238" y="1370500"/>
                  </a:lnTo>
                  <a:lnTo>
                    <a:pt x="813159" y="1370546"/>
                  </a:lnTo>
                  <a:lnTo>
                    <a:pt x="813029" y="1370616"/>
                  </a:lnTo>
                  <a:lnTo>
                    <a:pt x="813001" y="1370641"/>
                  </a:lnTo>
                  <a:lnTo>
                    <a:pt x="812999" y="1370667"/>
                  </a:lnTo>
                  <a:lnTo>
                    <a:pt x="813009" y="1370730"/>
                  </a:lnTo>
                  <a:lnTo>
                    <a:pt x="813026" y="1370831"/>
                  </a:lnTo>
                  <a:lnTo>
                    <a:pt x="813019" y="1370862"/>
                  </a:lnTo>
                  <a:lnTo>
                    <a:pt x="812991" y="1370905"/>
                  </a:lnTo>
                  <a:lnTo>
                    <a:pt x="812967" y="1370948"/>
                  </a:lnTo>
                  <a:lnTo>
                    <a:pt x="812954" y="1370950"/>
                  </a:lnTo>
                  <a:lnTo>
                    <a:pt x="812893" y="1370932"/>
                  </a:lnTo>
                  <a:lnTo>
                    <a:pt x="812848" y="1370930"/>
                  </a:lnTo>
                  <a:lnTo>
                    <a:pt x="812811" y="1370950"/>
                  </a:lnTo>
                  <a:lnTo>
                    <a:pt x="812752" y="1370991"/>
                  </a:lnTo>
                  <a:lnTo>
                    <a:pt x="812687" y="1371031"/>
                  </a:lnTo>
                  <a:lnTo>
                    <a:pt x="812670" y="1371039"/>
                  </a:lnTo>
                  <a:lnTo>
                    <a:pt x="812622" y="1371075"/>
                  </a:lnTo>
                  <a:lnTo>
                    <a:pt x="812578" y="1371085"/>
                  </a:lnTo>
                  <a:lnTo>
                    <a:pt x="812504" y="1371087"/>
                  </a:lnTo>
                  <a:lnTo>
                    <a:pt x="812483" y="1371103"/>
                  </a:lnTo>
                  <a:lnTo>
                    <a:pt x="812457" y="1371116"/>
                  </a:lnTo>
                  <a:lnTo>
                    <a:pt x="812427" y="1371118"/>
                  </a:lnTo>
                  <a:lnTo>
                    <a:pt x="812367" y="1371078"/>
                  </a:lnTo>
                  <a:lnTo>
                    <a:pt x="812334" y="1371077"/>
                  </a:lnTo>
                  <a:lnTo>
                    <a:pt x="812272" y="1371087"/>
                  </a:lnTo>
                  <a:lnTo>
                    <a:pt x="812198" y="1371108"/>
                  </a:lnTo>
                  <a:lnTo>
                    <a:pt x="812087" y="1371156"/>
                  </a:lnTo>
                  <a:lnTo>
                    <a:pt x="812045" y="1371180"/>
                  </a:lnTo>
                  <a:lnTo>
                    <a:pt x="812013" y="1371209"/>
                  </a:lnTo>
                  <a:lnTo>
                    <a:pt x="811994" y="1371267"/>
                  </a:lnTo>
                  <a:lnTo>
                    <a:pt x="811967" y="1371296"/>
                  </a:lnTo>
                  <a:lnTo>
                    <a:pt x="811930" y="1371331"/>
                  </a:lnTo>
                  <a:lnTo>
                    <a:pt x="811896" y="1371352"/>
                  </a:lnTo>
                  <a:lnTo>
                    <a:pt x="811842" y="1371376"/>
                  </a:lnTo>
                  <a:lnTo>
                    <a:pt x="811775" y="1371400"/>
                  </a:lnTo>
                  <a:lnTo>
                    <a:pt x="811727" y="1371422"/>
                  </a:lnTo>
                  <a:lnTo>
                    <a:pt x="811679" y="1371436"/>
                  </a:lnTo>
                  <a:lnTo>
                    <a:pt x="811610" y="1371503"/>
                  </a:lnTo>
                  <a:lnTo>
                    <a:pt x="811571" y="1371546"/>
                  </a:lnTo>
                  <a:lnTo>
                    <a:pt x="811519" y="1371579"/>
                  </a:lnTo>
                  <a:lnTo>
                    <a:pt x="811469" y="1371590"/>
                  </a:lnTo>
                  <a:lnTo>
                    <a:pt x="811430" y="1371610"/>
                  </a:lnTo>
                  <a:lnTo>
                    <a:pt x="811395" y="1371610"/>
                  </a:lnTo>
                  <a:lnTo>
                    <a:pt x="811378" y="1371600"/>
                  </a:lnTo>
                  <a:lnTo>
                    <a:pt x="811335" y="1371552"/>
                  </a:lnTo>
                  <a:lnTo>
                    <a:pt x="811302" y="1371540"/>
                  </a:lnTo>
                  <a:lnTo>
                    <a:pt x="811294" y="1371544"/>
                  </a:lnTo>
                  <a:lnTo>
                    <a:pt x="811292" y="1371553"/>
                  </a:lnTo>
                  <a:lnTo>
                    <a:pt x="811286" y="1371592"/>
                  </a:lnTo>
                  <a:lnTo>
                    <a:pt x="811250" y="1371619"/>
                  </a:lnTo>
                  <a:lnTo>
                    <a:pt x="811214" y="1371629"/>
                  </a:lnTo>
                  <a:lnTo>
                    <a:pt x="811139" y="1371646"/>
                  </a:lnTo>
                  <a:lnTo>
                    <a:pt x="811053" y="1371666"/>
                  </a:lnTo>
                  <a:lnTo>
                    <a:pt x="811024" y="1371673"/>
                  </a:lnTo>
                  <a:lnTo>
                    <a:pt x="811007" y="1371667"/>
                  </a:lnTo>
                  <a:lnTo>
                    <a:pt x="810953" y="1371645"/>
                  </a:lnTo>
                  <a:lnTo>
                    <a:pt x="810898" y="1371615"/>
                  </a:lnTo>
                  <a:lnTo>
                    <a:pt x="810862" y="1371597"/>
                  </a:lnTo>
                  <a:lnTo>
                    <a:pt x="810828" y="1371589"/>
                  </a:lnTo>
                  <a:lnTo>
                    <a:pt x="810795" y="1371588"/>
                  </a:lnTo>
                  <a:lnTo>
                    <a:pt x="810710" y="1371590"/>
                  </a:lnTo>
                  <a:lnTo>
                    <a:pt x="810639" y="1371582"/>
                  </a:lnTo>
                  <a:lnTo>
                    <a:pt x="810583" y="1371574"/>
                  </a:lnTo>
                  <a:lnTo>
                    <a:pt x="810540" y="1371565"/>
                  </a:lnTo>
                  <a:lnTo>
                    <a:pt x="810477" y="1371572"/>
                  </a:lnTo>
                  <a:lnTo>
                    <a:pt x="810454" y="1371581"/>
                  </a:lnTo>
                  <a:lnTo>
                    <a:pt x="810432" y="1371616"/>
                  </a:lnTo>
                  <a:lnTo>
                    <a:pt x="810379" y="1371711"/>
                  </a:lnTo>
                  <a:lnTo>
                    <a:pt x="810339" y="1371760"/>
                  </a:lnTo>
                  <a:lnTo>
                    <a:pt x="810302" y="1371790"/>
                  </a:lnTo>
                  <a:lnTo>
                    <a:pt x="810264" y="1371812"/>
                  </a:lnTo>
                  <a:lnTo>
                    <a:pt x="810245" y="1371840"/>
                  </a:lnTo>
                  <a:lnTo>
                    <a:pt x="810158" y="1371948"/>
                  </a:lnTo>
                  <a:lnTo>
                    <a:pt x="810076" y="1372038"/>
                  </a:lnTo>
                  <a:lnTo>
                    <a:pt x="809984" y="1372119"/>
                  </a:lnTo>
                  <a:lnTo>
                    <a:pt x="809939" y="1372159"/>
                  </a:lnTo>
                  <a:lnTo>
                    <a:pt x="809903" y="1372211"/>
                  </a:lnTo>
                  <a:lnTo>
                    <a:pt x="809818" y="1372317"/>
                  </a:lnTo>
                  <a:lnTo>
                    <a:pt x="809751" y="1372377"/>
                  </a:lnTo>
                  <a:lnTo>
                    <a:pt x="809665" y="1372446"/>
                  </a:lnTo>
                  <a:lnTo>
                    <a:pt x="809576" y="1372507"/>
                  </a:lnTo>
                  <a:lnTo>
                    <a:pt x="809441" y="1372598"/>
                  </a:lnTo>
                  <a:lnTo>
                    <a:pt x="809330" y="1372682"/>
                  </a:lnTo>
                  <a:lnTo>
                    <a:pt x="809235" y="1372755"/>
                  </a:lnTo>
                  <a:lnTo>
                    <a:pt x="809150" y="1372847"/>
                  </a:lnTo>
                  <a:lnTo>
                    <a:pt x="809093" y="1372882"/>
                  </a:lnTo>
                  <a:lnTo>
                    <a:pt x="809050" y="1372896"/>
                  </a:lnTo>
                  <a:lnTo>
                    <a:pt x="809005" y="1372907"/>
                  </a:lnTo>
                  <a:lnTo>
                    <a:pt x="808976" y="1372903"/>
                  </a:lnTo>
                  <a:lnTo>
                    <a:pt x="808952" y="1372879"/>
                  </a:lnTo>
                  <a:lnTo>
                    <a:pt x="808889" y="1372783"/>
                  </a:lnTo>
                  <a:lnTo>
                    <a:pt x="808846" y="1372705"/>
                  </a:lnTo>
                  <a:lnTo>
                    <a:pt x="808835" y="1372656"/>
                  </a:lnTo>
                  <a:lnTo>
                    <a:pt x="808825" y="1372618"/>
                  </a:lnTo>
                  <a:lnTo>
                    <a:pt x="808758" y="1372538"/>
                  </a:lnTo>
                  <a:lnTo>
                    <a:pt x="808728" y="1372514"/>
                  </a:lnTo>
                  <a:lnTo>
                    <a:pt x="808708" y="1372506"/>
                  </a:lnTo>
                  <a:lnTo>
                    <a:pt x="808678" y="1372501"/>
                  </a:lnTo>
                  <a:lnTo>
                    <a:pt x="808624" y="1372501"/>
                  </a:lnTo>
                  <a:lnTo>
                    <a:pt x="808574" y="1372517"/>
                  </a:lnTo>
                  <a:lnTo>
                    <a:pt x="808567" y="1372515"/>
                  </a:lnTo>
                  <a:lnTo>
                    <a:pt x="808546" y="1372467"/>
                  </a:lnTo>
                  <a:lnTo>
                    <a:pt x="808505" y="1372412"/>
                  </a:lnTo>
                  <a:lnTo>
                    <a:pt x="808462" y="1372385"/>
                  </a:lnTo>
                  <a:lnTo>
                    <a:pt x="808439" y="1372364"/>
                  </a:lnTo>
                  <a:lnTo>
                    <a:pt x="808430" y="1372337"/>
                  </a:lnTo>
                  <a:lnTo>
                    <a:pt x="808417" y="1372284"/>
                  </a:lnTo>
                  <a:lnTo>
                    <a:pt x="808422" y="1372227"/>
                  </a:lnTo>
                  <a:lnTo>
                    <a:pt x="808421" y="1372218"/>
                  </a:lnTo>
                  <a:lnTo>
                    <a:pt x="808409" y="1372190"/>
                  </a:lnTo>
                  <a:lnTo>
                    <a:pt x="808404" y="1372146"/>
                  </a:lnTo>
                  <a:lnTo>
                    <a:pt x="808396" y="1372081"/>
                  </a:lnTo>
                  <a:lnTo>
                    <a:pt x="808361" y="1372048"/>
                  </a:lnTo>
                  <a:lnTo>
                    <a:pt x="808341" y="1372017"/>
                  </a:lnTo>
                  <a:lnTo>
                    <a:pt x="808315" y="1371978"/>
                  </a:lnTo>
                  <a:lnTo>
                    <a:pt x="808302" y="1371930"/>
                  </a:lnTo>
                  <a:lnTo>
                    <a:pt x="808272" y="1371899"/>
                  </a:lnTo>
                  <a:lnTo>
                    <a:pt x="808234" y="1371859"/>
                  </a:lnTo>
                  <a:lnTo>
                    <a:pt x="808169" y="1371779"/>
                  </a:lnTo>
                  <a:lnTo>
                    <a:pt x="808117" y="1371741"/>
                  </a:lnTo>
                  <a:lnTo>
                    <a:pt x="808077" y="1371685"/>
                  </a:lnTo>
                  <a:lnTo>
                    <a:pt x="808017" y="1371616"/>
                  </a:lnTo>
                  <a:lnTo>
                    <a:pt x="807958" y="1371587"/>
                  </a:lnTo>
                  <a:lnTo>
                    <a:pt x="807861" y="1371549"/>
                  </a:lnTo>
                  <a:lnTo>
                    <a:pt x="807824" y="1371532"/>
                  </a:lnTo>
                  <a:lnTo>
                    <a:pt x="807764" y="1371475"/>
                  </a:lnTo>
                  <a:lnTo>
                    <a:pt x="807725" y="1371455"/>
                  </a:lnTo>
                  <a:lnTo>
                    <a:pt x="807637" y="1371420"/>
                  </a:lnTo>
                  <a:lnTo>
                    <a:pt x="807602" y="1371399"/>
                  </a:lnTo>
                  <a:lnTo>
                    <a:pt x="807535" y="1371384"/>
                  </a:lnTo>
                  <a:lnTo>
                    <a:pt x="807485" y="1371375"/>
                  </a:lnTo>
                  <a:lnTo>
                    <a:pt x="807455" y="1371375"/>
                  </a:lnTo>
                  <a:lnTo>
                    <a:pt x="807427" y="1371382"/>
                  </a:lnTo>
                  <a:lnTo>
                    <a:pt x="807402" y="1371403"/>
                  </a:lnTo>
                  <a:lnTo>
                    <a:pt x="807369" y="1371406"/>
                  </a:lnTo>
                  <a:lnTo>
                    <a:pt x="807278" y="1371376"/>
                  </a:lnTo>
                  <a:lnTo>
                    <a:pt x="807195" y="1371339"/>
                  </a:lnTo>
                  <a:lnTo>
                    <a:pt x="807111" y="1371298"/>
                  </a:lnTo>
                  <a:lnTo>
                    <a:pt x="807077" y="1371293"/>
                  </a:lnTo>
                  <a:lnTo>
                    <a:pt x="807042" y="1371298"/>
                  </a:lnTo>
                  <a:lnTo>
                    <a:pt x="807016" y="1371307"/>
                  </a:lnTo>
                  <a:lnTo>
                    <a:pt x="806988" y="1371307"/>
                  </a:lnTo>
                  <a:lnTo>
                    <a:pt x="806881" y="1371280"/>
                  </a:lnTo>
                  <a:lnTo>
                    <a:pt x="806816" y="1371276"/>
                  </a:lnTo>
                  <a:lnTo>
                    <a:pt x="806758" y="1371253"/>
                  </a:lnTo>
                  <a:lnTo>
                    <a:pt x="806629" y="1371206"/>
                  </a:lnTo>
                  <a:lnTo>
                    <a:pt x="806597" y="1371202"/>
                  </a:lnTo>
                  <a:lnTo>
                    <a:pt x="806563" y="1371210"/>
                  </a:lnTo>
                  <a:lnTo>
                    <a:pt x="806523" y="1371215"/>
                  </a:lnTo>
                  <a:lnTo>
                    <a:pt x="806507" y="1371211"/>
                  </a:lnTo>
                  <a:lnTo>
                    <a:pt x="806477" y="1371164"/>
                  </a:lnTo>
                  <a:lnTo>
                    <a:pt x="806434" y="1371114"/>
                  </a:lnTo>
                  <a:lnTo>
                    <a:pt x="806313" y="1370969"/>
                  </a:lnTo>
                  <a:lnTo>
                    <a:pt x="806253" y="1370897"/>
                  </a:lnTo>
                  <a:lnTo>
                    <a:pt x="806205" y="1370871"/>
                  </a:lnTo>
                  <a:lnTo>
                    <a:pt x="806102" y="1370830"/>
                  </a:lnTo>
                  <a:lnTo>
                    <a:pt x="806014" y="1370793"/>
                  </a:lnTo>
                  <a:lnTo>
                    <a:pt x="805939" y="1370775"/>
                  </a:lnTo>
                  <a:lnTo>
                    <a:pt x="805875" y="1370776"/>
                  </a:lnTo>
                  <a:lnTo>
                    <a:pt x="805818" y="1370770"/>
                  </a:lnTo>
                  <a:lnTo>
                    <a:pt x="805802" y="1370764"/>
                  </a:lnTo>
                  <a:lnTo>
                    <a:pt x="805755" y="1370734"/>
                  </a:lnTo>
                  <a:lnTo>
                    <a:pt x="805648" y="1370695"/>
                  </a:lnTo>
                  <a:lnTo>
                    <a:pt x="805602" y="1370677"/>
                  </a:lnTo>
                  <a:lnTo>
                    <a:pt x="805502" y="1370626"/>
                  </a:lnTo>
                  <a:lnTo>
                    <a:pt x="805411" y="1370577"/>
                  </a:lnTo>
                  <a:lnTo>
                    <a:pt x="805350" y="1370541"/>
                  </a:lnTo>
                  <a:lnTo>
                    <a:pt x="805326" y="1370539"/>
                  </a:lnTo>
                  <a:lnTo>
                    <a:pt x="805282" y="1370552"/>
                  </a:lnTo>
                  <a:lnTo>
                    <a:pt x="805245" y="1370579"/>
                  </a:lnTo>
                  <a:lnTo>
                    <a:pt x="805205" y="1370609"/>
                  </a:lnTo>
                  <a:lnTo>
                    <a:pt x="805173" y="1370654"/>
                  </a:lnTo>
                  <a:lnTo>
                    <a:pt x="805143" y="1370692"/>
                  </a:lnTo>
                  <a:lnTo>
                    <a:pt x="805099" y="1370712"/>
                  </a:lnTo>
                  <a:lnTo>
                    <a:pt x="805036" y="1370750"/>
                  </a:lnTo>
                  <a:lnTo>
                    <a:pt x="805013" y="1370763"/>
                  </a:lnTo>
                  <a:lnTo>
                    <a:pt x="804988" y="1370775"/>
                  </a:lnTo>
                  <a:lnTo>
                    <a:pt x="804983" y="1370777"/>
                  </a:lnTo>
                  <a:lnTo>
                    <a:pt x="804932" y="1370807"/>
                  </a:lnTo>
                  <a:lnTo>
                    <a:pt x="804867" y="1370845"/>
                  </a:lnTo>
                  <a:lnTo>
                    <a:pt x="804842" y="1370872"/>
                  </a:lnTo>
                  <a:lnTo>
                    <a:pt x="804836" y="1370885"/>
                  </a:lnTo>
                  <a:lnTo>
                    <a:pt x="804836" y="1370907"/>
                  </a:lnTo>
                  <a:lnTo>
                    <a:pt x="804836" y="1370921"/>
                  </a:lnTo>
                  <a:lnTo>
                    <a:pt x="804806" y="1370935"/>
                  </a:lnTo>
                  <a:lnTo>
                    <a:pt x="804763" y="1370954"/>
                  </a:lnTo>
                  <a:lnTo>
                    <a:pt x="804716" y="1370972"/>
                  </a:lnTo>
                  <a:lnTo>
                    <a:pt x="804675" y="1370975"/>
                  </a:lnTo>
                  <a:lnTo>
                    <a:pt x="804645" y="1370978"/>
                  </a:lnTo>
                  <a:lnTo>
                    <a:pt x="804622" y="1370985"/>
                  </a:lnTo>
                  <a:lnTo>
                    <a:pt x="804612" y="1370998"/>
                  </a:lnTo>
                  <a:lnTo>
                    <a:pt x="804607" y="1371016"/>
                  </a:lnTo>
                  <a:lnTo>
                    <a:pt x="804600" y="1371031"/>
                  </a:lnTo>
                  <a:lnTo>
                    <a:pt x="804578" y="1371044"/>
                  </a:lnTo>
                  <a:lnTo>
                    <a:pt x="804525" y="1371074"/>
                  </a:lnTo>
                  <a:lnTo>
                    <a:pt x="804488" y="1371097"/>
                  </a:lnTo>
                  <a:lnTo>
                    <a:pt x="804469" y="1371122"/>
                  </a:lnTo>
                  <a:lnTo>
                    <a:pt x="804459" y="1371154"/>
                  </a:lnTo>
                  <a:lnTo>
                    <a:pt x="804452" y="1371218"/>
                  </a:lnTo>
                  <a:lnTo>
                    <a:pt x="804443" y="1371254"/>
                  </a:lnTo>
                  <a:lnTo>
                    <a:pt x="804421" y="1371282"/>
                  </a:lnTo>
                  <a:lnTo>
                    <a:pt x="804401" y="1371296"/>
                  </a:lnTo>
                  <a:lnTo>
                    <a:pt x="804342" y="1371335"/>
                  </a:lnTo>
                  <a:lnTo>
                    <a:pt x="804311" y="1371355"/>
                  </a:lnTo>
                  <a:lnTo>
                    <a:pt x="804279" y="1371361"/>
                  </a:lnTo>
                  <a:lnTo>
                    <a:pt x="804262" y="1371362"/>
                  </a:lnTo>
                  <a:lnTo>
                    <a:pt x="804233" y="1371352"/>
                  </a:lnTo>
                  <a:lnTo>
                    <a:pt x="804191" y="1371332"/>
                  </a:lnTo>
                  <a:lnTo>
                    <a:pt x="804169" y="1371329"/>
                  </a:lnTo>
                  <a:lnTo>
                    <a:pt x="804141" y="1371344"/>
                  </a:lnTo>
                  <a:lnTo>
                    <a:pt x="804083" y="1371373"/>
                  </a:lnTo>
                  <a:lnTo>
                    <a:pt x="804048" y="1371391"/>
                  </a:lnTo>
                  <a:lnTo>
                    <a:pt x="804011" y="1371401"/>
                  </a:lnTo>
                  <a:lnTo>
                    <a:pt x="803965" y="1371407"/>
                  </a:lnTo>
                  <a:lnTo>
                    <a:pt x="803913" y="1371427"/>
                  </a:lnTo>
                  <a:lnTo>
                    <a:pt x="803848" y="1371452"/>
                  </a:lnTo>
                  <a:lnTo>
                    <a:pt x="803806" y="1371462"/>
                  </a:lnTo>
                  <a:lnTo>
                    <a:pt x="803754" y="1371465"/>
                  </a:lnTo>
                  <a:lnTo>
                    <a:pt x="803705" y="1371466"/>
                  </a:lnTo>
                  <a:lnTo>
                    <a:pt x="803637" y="1371481"/>
                  </a:lnTo>
                  <a:lnTo>
                    <a:pt x="803583" y="1371494"/>
                  </a:lnTo>
                  <a:lnTo>
                    <a:pt x="803549" y="1371496"/>
                  </a:lnTo>
                  <a:lnTo>
                    <a:pt x="803510" y="1371487"/>
                  </a:lnTo>
                  <a:lnTo>
                    <a:pt x="803470" y="1371490"/>
                  </a:lnTo>
                  <a:lnTo>
                    <a:pt x="803445" y="1371492"/>
                  </a:lnTo>
                  <a:lnTo>
                    <a:pt x="803418" y="1371488"/>
                  </a:lnTo>
                  <a:lnTo>
                    <a:pt x="803380" y="1371484"/>
                  </a:lnTo>
                  <a:lnTo>
                    <a:pt x="803343" y="1371486"/>
                  </a:lnTo>
                  <a:lnTo>
                    <a:pt x="803304" y="1371492"/>
                  </a:lnTo>
                  <a:lnTo>
                    <a:pt x="803241" y="1371497"/>
                  </a:lnTo>
                  <a:lnTo>
                    <a:pt x="803191" y="1371504"/>
                  </a:lnTo>
                  <a:lnTo>
                    <a:pt x="803158" y="1371516"/>
                  </a:lnTo>
                  <a:lnTo>
                    <a:pt x="803119" y="1371538"/>
                  </a:lnTo>
                  <a:lnTo>
                    <a:pt x="803089" y="1371540"/>
                  </a:lnTo>
                  <a:lnTo>
                    <a:pt x="803066" y="1371540"/>
                  </a:lnTo>
                  <a:lnTo>
                    <a:pt x="803038" y="1371531"/>
                  </a:lnTo>
                  <a:lnTo>
                    <a:pt x="802990" y="1371530"/>
                  </a:lnTo>
                  <a:lnTo>
                    <a:pt x="802935" y="1371535"/>
                  </a:lnTo>
                  <a:lnTo>
                    <a:pt x="802896" y="1371542"/>
                  </a:lnTo>
                  <a:lnTo>
                    <a:pt x="802878" y="1371550"/>
                  </a:lnTo>
                  <a:lnTo>
                    <a:pt x="802858" y="1371547"/>
                  </a:lnTo>
                  <a:lnTo>
                    <a:pt x="802844" y="1371534"/>
                  </a:lnTo>
                  <a:lnTo>
                    <a:pt x="802818" y="1371508"/>
                  </a:lnTo>
                  <a:lnTo>
                    <a:pt x="802781" y="1371484"/>
                  </a:lnTo>
                  <a:lnTo>
                    <a:pt x="802746" y="1371466"/>
                  </a:lnTo>
                  <a:lnTo>
                    <a:pt x="802709" y="1371437"/>
                  </a:lnTo>
                  <a:lnTo>
                    <a:pt x="802677" y="1371405"/>
                  </a:lnTo>
                  <a:lnTo>
                    <a:pt x="802654" y="1371378"/>
                  </a:lnTo>
                  <a:lnTo>
                    <a:pt x="802613" y="1371315"/>
                  </a:lnTo>
                  <a:lnTo>
                    <a:pt x="802587" y="1371278"/>
                  </a:lnTo>
                  <a:lnTo>
                    <a:pt x="802517" y="1371204"/>
                  </a:lnTo>
                  <a:lnTo>
                    <a:pt x="802484" y="1371167"/>
                  </a:lnTo>
                  <a:lnTo>
                    <a:pt x="802470" y="1371140"/>
                  </a:lnTo>
                  <a:lnTo>
                    <a:pt x="802460" y="1371104"/>
                  </a:lnTo>
                  <a:lnTo>
                    <a:pt x="802452" y="1371065"/>
                  </a:lnTo>
                  <a:lnTo>
                    <a:pt x="802433" y="1371036"/>
                  </a:lnTo>
                  <a:lnTo>
                    <a:pt x="802417" y="1370999"/>
                  </a:lnTo>
                  <a:lnTo>
                    <a:pt x="802404" y="1370981"/>
                  </a:lnTo>
                  <a:lnTo>
                    <a:pt x="802391" y="1370962"/>
                  </a:lnTo>
                  <a:lnTo>
                    <a:pt x="802377" y="1370948"/>
                  </a:lnTo>
                  <a:lnTo>
                    <a:pt x="802344" y="1370923"/>
                  </a:lnTo>
                  <a:lnTo>
                    <a:pt x="802311" y="1370895"/>
                  </a:lnTo>
                  <a:lnTo>
                    <a:pt x="802274" y="1370858"/>
                  </a:lnTo>
                  <a:lnTo>
                    <a:pt x="802228" y="1370798"/>
                  </a:lnTo>
                  <a:lnTo>
                    <a:pt x="802214" y="1370783"/>
                  </a:lnTo>
                  <a:lnTo>
                    <a:pt x="802186" y="1370772"/>
                  </a:lnTo>
                  <a:lnTo>
                    <a:pt x="802154" y="1370752"/>
                  </a:lnTo>
                  <a:lnTo>
                    <a:pt x="802106" y="1370731"/>
                  </a:lnTo>
                  <a:lnTo>
                    <a:pt x="802050" y="1370712"/>
                  </a:lnTo>
                  <a:lnTo>
                    <a:pt x="802013" y="1370690"/>
                  </a:lnTo>
                  <a:lnTo>
                    <a:pt x="801977" y="1370667"/>
                  </a:lnTo>
                  <a:lnTo>
                    <a:pt x="801959" y="1370647"/>
                  </a:lnTo>
                  <a:lnTo>
                    <a:pt x="801933" y="1370618"/>
                  </a:lnTo>
                  <a:lnTo>
                    <a:pt x="801919" y="1370583"/>
                  </a:lnTo>
                  <a:lnTo>
                    <a:pt x="801902" y="1370554"/>
                  </a:lnTo>
                  <a:lnTo>
                    <a:pt x="801889" y="1370544"/>
                  </a:lnTo>
                  <a:lnTo>
                    <a:pt x="801855" y="1370530"/>
                  </a:lnTo>
                  <a:lnTo>
                    <a:pt x="801812" y="1370524"/>
                  </a:lnTo>
                  <a:lnTo>
                    <a:pt x="801773" y="1370521"/>
                  </a:lnTo>
                  <a:lnTo>
                    <a:pt x="801717" y="1370523"/>
                  </a:lnTo>
                  <a:lnTo>
                    <a:pt x="801673" y="1370518"/>
                  </a:lnTo>
                  <a:lnTo>
                    <a:pt x="801633" y="1370513"/>
                  </a:lnTo>
                  <a:lnTo>
                    <a:pt x="801598" y="1370496"/>
                  </a:lnTo>
                  <a:lnTo>
                    <a:pt x="801539" y="1370474"/>
                  </a:lnTo>
                  <a:lnTo>
                    <a:pt x="801488" y="1370456"/>
                  </a:lnTo>
                  <a:lnTo>
                    <a:pt x="801442" y="1370439"/>
                  </a:lnTo>
                  <a:lnTo>
                    <a:pt x="801404" y="1370432"/>
                  </a:lnTo>
                  <a:lnTo>
                    <a:pt x="801359" y="1370435"/>
                  </a:lnTo>
                  <a:lnTo>
                    <a:pt x="801310" y="1370448"/>
                  </a:lnTo>
                  <a:lnTo>
                    <a:pt x="801251" y="1370467"/>
                  </a:lnTo>
                  <a:lnTo>
                    <a:pt x="801207" y="1370482"/>
                  </a:lnTo>
                  <a:lnTo>
                    <a:pt x="801130" y="1370509"/>
                  </a:lnTo>
                  <a:lnTo>
                    <a:pt x="801078" y="1370534"/>
                  </a:lnTo>
                  <a:lnTo>
                    <a:pt x="801051" y="1370533"/>
                  </a:lnTo>
                  <a:lnTo>
                    <a:pt x="801029" y="1370531"/>
                  </a:lnTo>
                  <a:lnTo>
                    <a:pt x="800998" y="1370517"/>
                  </a:lnTo>
                  <a:lnTo>
                    <a:pt x="800972" y="1370499"/>
                  </a:lnTo>
                  <a:lnTo>
                    <a:pt x="800911" y="1370468"/>
                  </a:lnTo>
                  <a:lnTo>
                    <a:pt x="800831" y="1370412"/>
                  </a:lnTo>
                  <a:lnTo>
                    <a:pt x="800797" y="1370392"/>
                  </a:lnTo>
                  <a:lnTo>
                    <a:pt x="800756" y="1370382"/>
                  </a:lnTo>
                  <a:lnTo>
                    <a:pt x="800730" y="1370370"/>
                  </a:lnTo>
                  <a:lnTo>
                    <a:pt x="800691" y="1370345"/>
                  </a:lnTo>
                  <a:lnTo>
                    <a:pt x="800657" y="1370316"/>
                  </a:lnTo>
                  <a:lnTo>
                    <a:pt x="800631" y="1370293"/>
                  </a:lnTo>
                  <a:lnTo>
                    <a:pt x="800593" y="1370275"/>
                  </a:lnTo>
                  <a:lnTo>
                    <a:pt x="800563" y="1370275"/>
                  </a:lnTo>
                  <a:lnTo>
                    <a:pt x="800505" y="1370286"/>
                  </a:lnTo>
                  <a:lnTo>
                    <a:pt x="800395" y="1370325"/>
                  </a:lnTo>
                  <a:lnTo>
                    <a:pt x="800357" y="1370338"/>
                  </a:lnTo>
                  <a:lnTo>
                    <a:pt x="800315" y="1370353"/>
                  </a:lnTo>
                  <a:lnTo>
                    <a:pt x="800295" y="1370365"/>
                  </a:lnTo>
                  <a:lnTo>
                    <a:pt x="800275" y="1370391"/>
                  </a:lnTo>
                  <a:lnTo>
                    <a:pt x="800225" y="1370465"/>
                  </a:lnTo>
                  <a:lnTo>
                    <a:pt x="800208" y="1370495"/>
                  </a:lnTo>
                  <a:lnTo>
                    <a:pt x="800188" y="1370551"/>
                  </a:lnTo>
                  <a:lnTo>
                    <a:pt x="800156" y="1370579"/>
                  </a:lnTo>
                  <a:lnTo>
                    <a:pt x="800134" y="1370583"/>
                  </a:lnTo>
                  <a:lnTo>
                    <a:pt x="800111" y="1370579"/>
                  </a:lnTo>
                  <a:lnTo>
                    <a:pt x="800071" y="1370579"/>
                  </a:lnTo>
                  <a:lnTo>
                    <a:pt x="800026" y="1370593"/>
                  </a:lnTo>
                  <a:lnTo>
                    <a:pt x="799971" y="1370635"/>
                  </a:lnTo>
                  <a:lnTo>
                    <a:pt x="799911" y="1370673"/>
                  </a:lnTo>
                  <a:lnTo>
                    <a:pt x="799870" y="1370702"/>
                  </a:lnTo>
                  <a:lnTo>
                    <a:pt x="799828" y="1370738"/>
                  </a:lnTo>
                  <a:lnTo>
                    <a:pt x="799815" y="1370740"/>
                  </a:lnTo>
                  <a:lnTo>
                    <a:pt x="799783" y="1370740"/>
                  </a:lnTo>
                  <a:lnTo>
                    <a:pt x="799744" y="1370738"/>
                  </a:lnTo>
                  <a:lnTo>
                    <a:pt x="799630" y="1370732"/>
                  </a:lnTo>
                  <a:lnTo>
                    <a:pt x="799605" y="1370730"/>
                  </a:lnTo>
                  <a:lnTo>
                    <a:pt x="799573" y="1370728"/>
                  </a:lnTo>
                  <a:lnTo>
                    <a:pt x="799554" y="1370729"/>
                  </a:lnTo>
                  <a:lnTo>
                    <a:pt x="799506" y="1370746"/>
                  </a:lnTo>
                  <a:lnTo>
                    <a:pt x="799460" y="1370762"/>
                  </a:lnTo>
                  <a:lnTo>
                    <a:pt x="799380" y="1370784"/>
                  </a:lnTo>
                  <a:lnTo>
                    <a:pt x="799358" y="1370785"/>
                  </a:lnTo>
                  <a:lnTo>
                    <a:pt x="799332" y="1370778"/>
                  </a:lnTo>
                  <a:lnTo>
                    <a:pt x="799284" y="1370748"/>
                  </a:lnTo>
                  <a:lnTo>
                    <a:pt x="799247" y="1370732"/>
                  </a:lnTo>
                  <a:lnTo>
                    <a:pt x="799182" y="1370718"/>
                  </a:lnTo>
                  <a:lnTo>
                    <a:pt x="799138" y="1370696"/>
                  </a:lnTo>
                  <a:lnTo>
                    <a:pt x="799076" y="1370663"/>
                  </a:lnTo>
                  <a:lnTo>
                    <a:pt x="799042" y="1370633"/>
                  </a:lnTo>
                  <a:lnTo>
                    <a:pt x="798987" y="1370582"/>
                  </a:lnTo>
                  <a:lnTo>
                    <a:pt x="798961" y="1370539"/>
                  </a:lnTo>
                  <a:lnTo>
                    <a:pt x="798941" y="1370488"/>
                  </a:lnTo>
                  <a:lnTo>
                    <a:pt x="798923" y="1370448"/>
                  </a:lnTo>
                  <a:lnTo>
                    <a:pt x="798905" y="1370386"/>
                  </a:lnTo>
                  <a:lnTo>
                    <a:pt x="798903" y="1370352"/>
                  </a:lnTo>
                  <a:lnTo>
                    <a:pt x="798895" y="1370314"/>
                  </a:lnTo>
                  <a:lnTo>
                    <a:pt x="798881" y="1370258"/>
                  </a:lnTo>
                  <a:lnTo>
                    <a:pt x="798859" y="1370194"/>
                  </a:lnTo>
                  <a:lnTo>
                    <a:pt x="798807" y="1370073"/>
                  </a:lnTo>
                  <a:lnTo>
                    <a:pt x="798787" y="1370032"/>
                  </a:lnTo>
                  <a:lnTo>
                    <a:pt x="798774" y="1369992"/>
                  </a:lnTo>
                  <a:lnTo>
                    <a:pt x="798773" y="1369919"/>
                  </a:lnTo>
                  <a:lnTo>
                    <a:pt x="798772" y="1369852"/>
                  </a:lnTo>
                  <a:lnTo>
                    <a:pt x="798771" y="1369820"/>
                  </a:lnTo>
                  <a:lnTo>
                    <a:pt x="798766" y="1369801"/>
                  </a:lnTo>
                  <a:lnTo>
                    <a:pt x="798750" y="1369784"/>
                  </a:lnTo>
                  <a:lnTo>
                    <a:pt x="798719" y="1369769"/>
                  </a:lnTo>
                  <a:lnTo>
                    <a:pt x="798697" y="1369744"/>
                  </a:lnTo>
                  <a:lnTo>
                    <a:pt x="798681" y="1369724"/>
                  </a:lnTo>
                  <a:lnTo>
                    <a:pt x="798680" y="1369709"/>
                  </a:lnTo>
                  <a:lnTo>
                    <a:pt x="798674" y="1369664"/>
                  </a:lnTo>
                  <a:lnTo>
                    <a:pt x="798666" y="1369621"/>
                  </a:lnTo>
                  <a:lnTo>
                    <a:pt x="798663" y="1369595"/>
                  </a:lnTo>
                  <a:lnTo>
                    <a:pt x="798671" y="1369552"/>
                  </a:lnTo>
                  <a:lnTo>
                    <a:pt x="798670" y="1369518"/>
                  </a:lnTo>
                  <a:lnTo>
                    <a:pt x="798660" y="1369498"/>
                  </a:lnTo>
                  <a:lnTo>
                    <a:pt x="798630" y="1369472"/>
                  </a:lnTo>
                  <a:lnTo>
                    <a:pt x="798591" y="1369421"/>
                  </a:lnTo>
                  <a:lnTo>
                    <a:pt x="798572" y="1369379"/>
                  </a:lnTo>
                  <a:lnTo>
                    <a:pt x="798563" y="1369338"/>
                  </a:lnTo>
                  <a:lnTo>
                    <a:pt x="798547" y="1369279"/>
                  </a:lnTo>
                  <a:lnTo>
                    <a:pt x="798517" y="1369217"/>
                  </a:lnTo>
                  <a:lnTo>
                    <a:pt x="798496" y="1369149"/>
                  </a:lnTo>
                  <a:lnTo>
                    <a:pt x="798484" y="1369109"/>
                  </a:lnTo>
                  <a:lnTo>
                    <a:pt x="798478" y="1369062"/>
                  </a:lnTo>
                  <a:lnTo>
                    <a:pt x="798473" y="1369014"/>
                  </a:lnTo>
                  <a:lnTo>
                    <a:pt x="798457" y="1368964"/>
                  </a:lnTo>
                  <a:lnTo>
                    <a:pt x="798435" y="1368917"/>
                  </a:lnTo>
                  <a:lnTo>
                    <a:pt x="798424" y="1368901"/>
                  </a:lnTo>
                  <a:lnTo>
                    <a:pt x="798408" y="1368885"/>
                  </a:lnTo>
                  <a:lnTo>
                    <a:pt x="798380" y="1368875"/>
                  </a:lnTo>
                  <a:lnTo>
                    <a:pt x="798357" y="1368854"/>
                  </a:lnTo>
                  <a:lnTo>
                    <a:pt x="798334" y="1368835"/>
                  </a:lnTo>
                  <a:lnTo>
                    <a:pt x="798319" y="1368810"/>
                  </a:lnTo>
                  <a:lnTo>
                    <a:pt x="798307" y="1368783"/>
                  </a:lnTo>
                  <a:lnTo>
                    <a:pt x="798281" y="1368756"/>
                  </a:lnTo>
                  <a:lnTo>
                    <a:pt x="798269" y="1368744"/>
                  </a:lnTo>
                  <a:lnTo>
                    <a:pt x="798238" y="1368714"/>
                  </a:lnTo>
                  <a:lnTo>
                    <a:pt x="798208" y="1368684"/>
                  </a:lnTo>
                  <a:lnTo>
                    <a:pt x="798181" y="1368651"/>
                  </a:lnTo>
                  <a:lnTo>
                    <a:pt x="798160" y="1368610"/>
                  </a:lnTo>
                  <a:lnTo>
                    <a:pt x="798130" y="1368560"/>
                  </a:lnTo>
                  <a:lnTo>
                    <a:pt x="798115" y="1368534"/>
                  </a:lnTo>
                  <a:lnTo>
                    <a:pt x="798088" y="1368516"/>
                  </a:lnTo>
                  <a:lnTo>
                    <a:pt x="798059" y="1368468"/>
                  </a:lnTo>
                  <a:lnTo>
                    <a:pt x="798034" y="1368426"/>
                  </a:lnTo>
                  <a:lnTo>
                    <a:pt x="798016" y="1368414"/>
                  </a:lnTo>
                  <a:lnTo>
                    <a:pt x="797993" y="1368413"/>
                  </a:lnTo>
                  <a:lnTo>
                    <a:pt x="797944" y="1368435"/>
                  </a:lnTo>
                  <a:lnTo>
                    <a:pt x="797891" y="1368442"/>
                  </a:lnTo>
                  <a:lnTo>
                    <a:pt x="797845" y="1368441"/>
                  </a:lnTo>
                  <a:lnTo>
                    <a:pt x="797820" y="1368430"/>
                  </a:lnTo>
                  <a:lnTo>
                    <a:pt x="797773" y="1368393"/>
                  </a:lnTo>
                  <a:lnTo>
                    <a:pt x="797757" y="1368371"/>
                  </a:lnTo>
                  <a:lnTo>
                    <a:pt x="797720" y="1368342"/>
                  </a:lnTo>
                  <a:lnTo>
                    <a:pt x="797679" y="1368312"/>
                  </a:lnTo>
                  <a:lnTo>
                    <a:pt x="797663" y="1368290"/>
                  </a:lnTo>
                  <a:lnTo>
                    <a:pt x="797644" y="1368262"/>
                  </a:lnTo>
                  <a:lnTo>
                    <a:pt x="797629" y="1368246"/>
                  </a:lnTo>
                  <a:lnTo>
                    <a:pt x="797616" y="1368233"/>
                  </a:lnTo>
                  <a:lnTo>
                    <a:pt x="797589" y="1368212"/>
                  </a:lnTo>
                  <a:lnTo>
                    <a:pt x="797579" y="1368191"/>
                  </a:lnTo>
                  <a:lnTo>
                    <a:pt x="797565" y="1368149"/>
                  </a:lnTo>
                  <a:lnTo>
                    <a:pt x="797558" y="1368119"/>
                  </a:lnTo>
                  <a:lnTo>
                    <a:pt x="797545" y="1368103"/>
                  </a:lnTo>
                  <a:lnTo>
                    <a:pt x="797511" y="1368077"/>
                  </a:lnTo>
                  <a:lnTo>
                    <a:pt x="797479" y="1368048"/>
                  </a:lnTo>
                  <a:lnTo>
                    <a:pt x="797442" y="1368013"/>
                  </a:lnTo>
                  <a:lnTo>
                    <a:pt x="797386" y="1367967"/>
                  </a:lnTo>
                  <a:lnTo>
                    <a:pt x="797343" y="1367918"/>
                  </a:lnTo>
                  <a:lnTo>
                    <a:pt x="797291" y="1367862"/>
                  </a:lnTo>
                  <a:lnTo>
                    <a:pt x="797259" y="1367812"/>
                  </a:lnTo>
                  <a:lnTo>
                    <a:pt x="797223" y="1367769"/>
                  </a:lnTo>
                  <a:lnTo>
                    <a:pt x="797207" y="1367715"/>
                  </a:lnTo>
                  <a:lnTo>
                    <a:pt x="797192" y="1367669"/>
                  </a:lnTo>
                  <a:lnTo>
                    <a:pt x="797182" y="1367635"/>
                  </a:lnTo>
                  <a:lnTo>
                    <a:pt x="797149" y="1367570"/>
                  </a:lnTo>
                  <a:lnTo>
                    <a:pt x="797114" y="1367535"/>
                  </a:lnTo>
                  <a:lnTo>
                    <a:pt x="797094" y="1367505"/>
                  </a:lnTo>
                  <a:lnTo>
                    <a:pt x="797074" y="1367470"/>
                  </a:lnTo>
                  <a:lnTo>
                    <a:pt x="797051" y="1367422"/>
                  </a:lnTo>
                  <a:lnTo>
                    <a:pt x="797039" y="1367384"/>
                  </a:lnTo>
                  <a:lnTo>
                    <a:pt x="797022" y="1367350"/>
                  </a:lnTo>
                  <a:lnTo>
                    <a:pt x="797016" y="1367321"/>
                  </a:lnTo>
                  <a:lnTo>
                    <a:pt x="797006" y="1367286"/>
                  </a:lnTo>
                  <a:lnTo>
                    <a:pt x="796996" y="1367245"/>
                  </a:lnTo>
                  <a:lnTo>
                    <a:pt x="796976" y="1367204"/>
                  </a:lnTo>
                  <a:lnTo>
                    <a:pt x="796941" y="1367154"/>
                  </a:lnTo>
                  <a:lnTo>
                    <a:pt x="796917" y="1367129"/>
                  </a:lnTo>
                  <a:lnTo>
                    <a:pt x="796877" y="1367095"/>
                  </a:lnTo>
                  <a:lnTo>
                    <a:pt x="796826" y="1367045"/>
                  </a:lnTo>
                  <a:lnTo>
                    <a:pt x="796778" y="1366995"/>
                  </a:lnTo>
                  <a:lnTo>
                    <a:pt x="796743" y="1366954"/>
                  </a:lnTo>
                  <a:lnTo>
                    <a:pt x="796710" y="1366930"/>
                  </a:lnTo>
                  <a:lnTo>
                    <a:pt x="796678" y="1366894"/>
                  </a:lnTo>
                  <a:lnTo>
                    <a:pt x="796634" y="1366859"/>
                  </a:lnTo>
                  <a:lnTo>
                    <a:pt x="796552" y="1366814"/>
                  </a:lnTo>
                  <a:lnTo>
                    <a:pt x="796510" y="1366798"/>
                  </a:lnTo>
                  <a:lnTo>
                    <a:pt x="796476" y="1366787"/>
                  </a:lnTo>
                  <a:lnTo>
                    <a:pt x="796453" y="1366790"/>
                  </a:lnTo>
                  <a:lnTo>
                    <a:pt x="796416" y="1366800"/>
                  </a:lnTo>
                  <a:lnTo>
                    <a:pt x="796368" y="1366811"/>
                  </a:lnTo>
                  <a:lnTo>
                    <a:pt x="796336" y="1366824"/>
                  </a:lnTo>
                  <a:lnTo>
                    <a:pt x="796275" y="1366838"/>
                  </a:lnTo>
                  <a:lnTo>
                    <a:pt x="796187" y="1366862"/>
                  </a:lnTo>
                  <a:lnTo>
                    <a:pt x="796090" y="1366885"/>
                  </a:lnTo>
                  <a:lnTo>
                    <a:pt x="795989" y="1366907"/>
                  </a:lnTo>
                  <a:lnTo>
                    <a:pt x="795934" y="1366910"/>
                  </a:lnTo>
                  <a:lnTo>
                    <a:pt x="795844" y="1366905"/>
                  </a:lnTo>
                  <a:lnTo>
                    <a:pt x="795797" y="1366891"/>
                  </a:lnTo>
                  <a:lnTo>
                    <a:pt x="795721" y="1366876"/>
                  </a:lnTo>
                  <a:lnTo>
                    <a:pt x="795681" y="1366846"/>
                  </a:lnTo>
                  <a:lnTo>
                    <a:pt x="795655" y="1366819"/>
                  </a:lnTo>
                  <a:lnTo>
                    <a:pt x="795640" y="1366799"/>
                  </a:lnTo>
                  <a:lnTo>
                    <a:pt x="795620" y="1366776"/>
                  </a:lnTo>
                  <a:lnTo>
                    <a:pt x="795598" y="1366736"/>
                  </a:lnTo>
                  <a:lnTo>
                    <a:pt x="795577" y="1366706"/>
                  </a:lnTo>
                  <a:lnTo>
                    <a:pt x="795563" y="1366668"/>
                  </a:lnTo>
                  <a:lnTo>
                    <a:pt x="795555" y="1366634"/>
                  </a:lnTo>
                  <a:lnTo>
                    <a:pt x="795541" y="1366582"/>
                  </a:lnTo>
                  <a:lnTo>
                    <a:pt x="795525" y="1366552"/>
                  </a:lnTo>
                  <a:lnTo>
                    <a:pt x="795514" y="1366531"/>
                  </a:lnTo>
                  <a:lnTo>
                    <a:pt x="795491" y="1366511"/>
                  </a:lnTo>
                  <a:lnTo>
                    <a:pt x="795449" y="1366471"/>
                  </a:lnTo>
                  <a:lnTo>
                    <a:pt x="795436" y="1366434"/>
                  </a:lnTo>
                  <a:lnTo>
                    <a:pt x="795434" y="1366397"/>
                  </a:lnTo>
                  <a:lnTo>
                    <a:pt x="795433" y="1366360"/>
                  </a:lnTo>
                  <a:lnTo>
                    <a:pt x="795432" y="1366320"/>
                  </a:lnTo>
                  <a:lnTo>
                    <a:pt x="795420" y="1366239"/>
                  </a:lnTo>
                  <a:lnTo>
                    <a:pt x="795409" y="1366210"/>
                  </a:lnTo>
                  <a:lnTo>
                    <a:pt x="795394" y="1366191"/>
                  </a:lnTo>
                  <a:lnTo>
                    <a:pt x="795352" y="1366163"/>
                  </a:lnTo>
                  <a:lnTo>
                    <a:pt x="795321" y="1366136"/>
                  </a:lnTo>
                  <a:lnTo>
                    <a:pt x="795301" y="1366096"/>
                  </a:lnTo>
                  <a:lnTo>
                    <a:pt x="795299" y="1366079"/>
                  </a:lnTo>
                  <a:lnTo>
                    <a:pt x="795306" y="1366049"/>
                  </a:lnTo>
                  <a:lnTo>
                    <a:pt x="795332" y="1365993"/>
                  </a:lnTo>
                  <a:lnTo>
                    <a:pt x="795344" y="1365973"/>
                  </a:lnTo>
                  <a:lnTo>
                    <a:pt x="795358" y="1365951"/>
                  </a:lnTo>
                  <a:lnTo>
                    <a:pt x="795364" y="1365919"/>
                  </a:lnTo>
                  <a:lnTo>
                    <a:pt x="795368" y="1365872"/>
                  </a:lnTo>
                  <a:lnTo>
                    <a:pt x="795363" y="1365838"/>
                  </a:lnTo>
                  <a:lnTo>
                    <a:pt x="795355" y="1365778"/>
                  </a:lnTo>
                  <a:lnTo>
                    <a:pt x="795335" y="1365724"/>
                  </a:lnTo>
                  <a:lnTo>
                    <a:pt x="795318" y="1365680"/>
                  </a:lnTo>
                  <a:lnTo>
                    <a:pt x="795295" y="1365634"/>
                  </a:lnTo>
                  <a:lnTo>
                    <a:pt x="795283" y="1365619"/>
                  </a:lnTo>
                  <a:lnTo>
                    <a:pt x="795277" y="1365620"/>
                  </a:lnTo>
                  <a:lnTo>
                    <a:pt x="795271" y="1365621"/>
                  </a:lnTo>
                  <a:lnTo>
                    <a:pt x="795258" y="1365628"/>
                  </a:lnTo>
                  <a:lnTo>
                    <a:pt x="795230" y="1365651"/>
                  </a:lnTo>
                  <a:lnTo>
                    <a:pt x="795184" y="1365701"/>
                  </a:lnTo>
                  <a:lnTo>
                    <a:pt x="795146" y="1365727"/>
                  </a:lnTo>
                  <a:lnTo>
                    <a:pt x="795112" y="1365742"/>
                  </a:lnTo>
                  <a:lnTo>
                    <a:pt x="795079" y="1365752"/>
                  </a:lnTo>
                  <a:lnTo>
                    <a:pt x="795048" y="1365750"/>
                  </a:lnTo>
                  <a:lnTo>
                    <a:pt x="795012" y="1365740"/>
                  </a:lnTo>
                  <a:lnTo>
                    <a:pt x="794974" y="1365724"/>
                  </a:lnTo>
                  <a:lnTo>
                    <a:pt x="794929" y="1365706"/>
                  </a:lnTo>
                  <a:lnTo>
                    <a:pt x="794888" y="1365696"/>
                  </a:lnTo>
                  <a:lnTo>
                    <a:pt x="794855" y="1365695"/>
                  </a:lnTo>
                  <a:lnTo>
                    <a:pt x="794798" y="1365705"/>
                  </a:lnTo>
                  <a:lnTo>
                    <a:pt x="794750" y="1365704"/>
                  </a:lnTo>
                  <a:lnTo>
                    <a:pt x="794696" y="1365711"/>
                  </a:lnTo>
                  <a:lnTo>
                    <a:pt x="794669" y="1365720"/>
                  </a:lnTo>
                  <a:lnTo>
                    <a:pt x="794641" y="1365730"/>
                  </a:lnTo>
                  <a:lnTo>
                    <a:pt x="794608" y="1365743"/>
                  </a:lnTo>
                  <a:lnTo>
                    <a:pt x="794582" y="1365755"/>
                  </a:lnTo>
                  <a:lnTo>
                    <a:pt x="794549" y="1365776"/>
                  </a:lnTo>
                  <a:lnTo>
                    <a:pt x="794510" y="1365803"/>
                  </a:lnTo>
                  <a:lnTo>
                    <a:pt x="794475" y="1365823"/>
                  </a:lnTo>
                  <a:lnTo>
                    <a:pt x="794413" y="1365856"/>
                  </a:lnTo>
                  <a:lnTo>
                    <a:pt x="794343" y="1365896"/>
                  </a:lnTo>
                  <a:lnTo>
                    <a:pt x="794291" y="1365919"/>
                  </a:lnTo>
                  <a:lnTo>
                    <a:pt x="794233" y="1365940"/>
                  </a:lnTo>
                  <a:lnTo>
                    <a:pt x="794168" y="1365956"/>
                  </a:lnTo>
                  <a:lnTo>
                    <a:pt x="794111" y="1365969"/>
                  </a:lnTo>
                  <a:lnTo>
                    <a:pt x="794005" y="1365997"/>
                  </a:lnTo>
                  <a:lnTo>
                    <a:pt x="793956" y="1366005"/>
                  </a:lnTo>
                  <a:lnTo>
                    <a:pt x="793907" y="1366016"/>
                  </a:lnTo>
                  <a:lnTo>
                    <a:pt x="793853" y="1366027"/>
                  </a:lnTo>
                  <a:lnTo>
                    <a:pt x="793787" y="1366048"/>
                  </a:lnTo>
                  <a:lnTo>
                    <a:pt x="793698" y="1366071"/>
                  </a:lnTo>
                  <a:lnTo>
                    <a:pt x="793604" y="1366097"/>
                  </a:lnTo>
                  <a:lnTo>
                    <a:pt x="793570" y="1366099"/>
                  </a:lnTo>
                  <a:lnTo>
                    <a:pt x="793496" y="1366116"/>
                  </a:lnTo>
                  <a:lnTo>
                    <a:pt x="793458" y="1366127"/>
                  </a:lnTo>
                  <a:lnTo>
                    <a:pt x="793399" y="1366147"/>
                  </a:lnTo>
                  <a:lnTo>
                    <a:pt x="793341" y="1366169"/>
                  </a:lnTo>
                  <a:lnTo>
                    <a:pt x="793335" y="1366173"/>
                  </a:lnTo>
                  <a:lnTo>
                    <a:pt x="793322" y="1366173"/>
                  </a:lnTo>
                  <a:lnTo>
                    <a:pt x="793299" y="1366174"/>
                  </a:lnTo>
                  <a:lnTo>
                    <a:pt x="793250" y="1366171"/>
                  </a:lnTo>
                  <a:lnTo>
                    <a:pt x="793214" y="1366167"/>
                  </a:lnTo>
                  <a:lnTo>
                    <a:pt x="793198" y="1366162"/>
                  </a:lnTo>
                  <a:lnTo>
                    <a:pt x="793186" y="1366154"/>
                  </a:lnTo>
                  <a:lnTo>
                    <a:pt x="793182" y="1366146"/>
                  </a:lnTo>
                  <a:lnTo>
                    <a:pt x="793169" y="1366119"/>
                  </a:lnTo>
                  <a:lnTo>
                    <a:pt x="793165" y="1366100"/>
                  </a:lnTo>
                  <a:lnTo>
                    <a:pt x="793160" y="1366069"/>
                  </a:lnTo>
                  <a:lnTo>
                    <a:pt x="793155" y="1366020"/>
                  </a:lnTo>
                  <a:lnTo>
                    <a:pt x="793152" y="1366008"/>
                  </a:lnTo>
                  <a:lnTo>
                    <a:pt x="793149" y="1366000"/>
                  </a:lnTo>
                  <a:lnTo>
                    <a:pt x="793144" y="1365997"/>
                  </a:lnTo>
                  <a:lnTo>
                    <a:pt x="793121" y="1366000"/>
                  </a:lnTo>
                  <a:lnTo>
                    <a:pt x="793111" y="1366000"/>
                  </a:lnTo>
                  <a:lnTo>
                    <a:pt x="793085" y="1365998"/>
                  </a:lnTo>
                  <a:lnTo>
                    <a:pt x="793075" y="1365996"/>
                  </a:lnTo>
                  <a:lnTo>
                    <a:pt x="793052" y="1365992"/>
                  </a:lnTo>
                  <a:lnTo>
                    <a:pt x="792932" y="1365971"/>
                  </a:lnTo>
                  <a:lnTo>
                    <a:pt x="792882" y="1365967"/>
                  </a:lnTo>
                  <a:lnTo>
                    <a:pt x="792851" y="1365969"/>
                  </a:lnTo>
                  <a:lnTo>
                    <a:pt x="792801" y="1365988"/>
                  </a:lnTo>
                  <a:lnTo>
                    <a:pt x="792743" y="1366021"/>
                  </a:lnTo>
                  <a:lnTo>
                    <a:pt x="792668" y="1366043"/>
                  </a:lnTo>
                  <a:lnTo>
                    <a:pt x="792582" y="1366073"/>
                  </a:lnTo>
                  <a:lnTo>
                    <a:pt x="792450" y="1366119"/>
                  </a:lnTo>
                  <a:lnTo>
                    <a:pt x="792390" y="1366143"/>
                  </a:lnTo>
                  <a:lnTo>
                    <a:pt x="792316" y="1366172"/>
                  </a:lnTo>
                  <a:lnTo>
                    <a:pt x="792060" y="1366276"/>
                  </a:lnTo>
                  <a:lnTo>
                    <a:pt x="792034" y="1366290"/>
                  </a:lnTo>
                  <a:lnTo>
                    <a:pt x="792007" y="1366309"/>
                  </a:lnTo>
                  <a:lnTo>
                    <a:pt x="791991" y="1366324"/>
                  </a:lnTo>
                  <a:lnTo>
                    <a:pt x="791955" y="1366371"/>
                  </a:lnTo>
                  <a:lnTo>
                    <a:pt x="791924" y="1366396"/>
                  </a:lnTo>
                  <a:lnTo>
                    <a:pt x="791909" y="1366404"/>
                  </a:lnTo>
                  <a:lnTo>
                    <a:pt x="791883" y="1366411"/>
                  </a:lnTo>
                  <a:lnTo>
                    <a:pt x="791870" y="1366415"/>
                  </a:lnTo>
                  <a:lnTo>
                    <a:pt x="791849" y="1366417"/>
                  </a:lnTo>
                  <a:lnTo>
                    <a:pt x="791828" y="1366416"/>
                  </a:lnTo>
                  <a:lnTo>
                    <a:pt x="791816" y="1366413"/>
                  </a:lnTo>
                  <a:lnTo>
                    <a:pt x="791798" y="1366391"/>
                  </a:lnTo>
                  <a:lnTo>
                    <a:pt x="791774" y="1366347"/>
                  </a:lnTo>
                  <a:lnTo>
                    <a:pt x="791753" y="1366314"/>
                  </a:lnTo>
                  <a:lnTo>
                    <a:pt x="791709" y="1366273"/>
                  </a:lnTo>
                  <a:lnTo>
                    <a:pt x="791682" y="1366260"/>
                  </a:lnTo>
                  <a:lnTo>
                    <a:pt x="791646" y="1366241"/>
                  </a:lnTo>
                  <a:lnTo>
                    <a:pt x="791584" y="1366213"/>
                  </a:lnTo>
                  <a:lnTo>
                    <a:pt x="791529" y="1366191"/>
                  </a:lnTo>
                  <a:lnTo>
                    <a:pt x="791461" y="1366178"/>
                  </a:lnTo>
                  <a:lnTo>
                    <a:pt x="791367" y="1366154"/>
                  </a:lnTo>
                  <a:lnTo>
                    <a:pt x="791268" y="1366127"/>
                  </a:lnTo>
                  <a:lnTo>
                    <a:pt x="791217" y="1366113"/>
                  </a:lnTo>
                  <a:lnTo>
                    <a:pt x="791191" y="1366097"/>
                  </a:lnTo>
                  <a:lnTo>
                    <a:pt x="791164" y="1366080"/>
                  </a:lnTo>
                  <a:lnTo>
                    <a:pt x="791137" y="1366053"/>
                  </a:lnTo>
                  <a:lnTo>
                    <a:pt x="791114" y="1366025"/>
                  </a:lnTo>
                  <a:lnTo>
                    <a:pt x="791084" y="1365971"/>
                  </a:lnTo>
                  <a:lnTo>
                    <a:pt x="791064" y="1365917"/>
                  </a:lnTo>
                  <a:lnTo>
                    <a:pt x="791050" y="1365896"/>
                  </a:lnTo>
                  <a:lnTo>
                    <a:pt x="791038" y="1365878"/>
                  </a:lnTo>
                  <a:lnTo>
                    <a:pt x="791019" y="1365856"/>
                  </a:lnTo>
                  <a:lnTo>
                    <a:pt x="790991" y="1365824"/>
                  </a:lnTo>
                  <a:lnTo>
                    <a:pt x="790946" y="1365778"/>
                  </a:lnTo>
                  <a:lnTo>
                    <a:pt x="790912" y="1365751"/>
                  </a:lnTo>
                  <a:lnTo>
                    <a:pt x="790869" y="1365722"/>
                  </a:lnTo>
                  <a:lnTo>
                    <a:pt x="790814" y="1365683"/>
                  </a:lnTo>
                  <a:lnTo>
                    <a:pt x="790758" y="1365638"/>
                  </a:lnTo>
                  <a:lnTo>
                    <a:pt x="790680" y="1365581"/>
                  </a:lnTo>
                  <a:lnTo>
                    <a:pt x="790653" y="1365566"/>
                  </a:lnTo>
                  <a:lnTo>
                    <a:pt x="790537" y="1365522"/>
                  </a:lnTo>
                  <a:lnTo>
                    <a:pt x="790438" y="1365479"/>
                  </a:lnTo>
                  <a:lnTo>
                    <a:pt x="790354" y="1365451"/>
                  </a:lnTo>
                  <a:lnTo>
                    <a:pt x="790265" y="1365412"/>
                  </a:lnTo>
                  <a:lnTo>
                    <a:pt x="790135" y="1365356"/>
                  </a:lnTo>
                  <a:lnTo>
                    <a:pt x="790046" y="1365315"/>
                  </a:lnTo>
                  <a:lnTo>
                    <a:pt x="789981" y="1365283"/>
                  </a:lnTo>
                  <a:lnTo>
                    <a:pt x="789970" y="1365275"/>
                  </a:lnTo>
                  <a:lnTo>
                    <a:pt x="789968" y="1365266"/>
                  </a:lnTo>
                  <a:lnTo>
                    <a:pt x="789967" y="1365251"/>
                  </a:lnTo>
                  <a:lnTo>
                    <a:pt x="789966" y="1365232"/>
                  </a:lnTo>
                  <a:lnTo>
                    <a:pt x="789974" y="1365204"/>
                  </a:lnTo>
                  <a:lnTo>
                    <a:pt x="789996" y="1365156"/>
                  </a:lnTo>
                  <a:lnTo>
                    <a:pt x="790000" y="1365145"/>
                  </a:lnTo>
                  <a:lnTo>
                    <a:pt x="790017" y="1365101"/>
                  </a:lnTo>
                  <a:lnTo>
                    <a:pt x="790025" y="1365067"/>
                  </a:lnTo>
                  <a:lnTo>
                    <a:pt x="790050" y="1365010"/>
                  </a:lnTo>
                  <a:lnTo>
                    <a:pt x="790100" y="1364886"/>
                  </a:lnTo>
                  <a:lnTo>
                    <a:pt x="790114" y="1364849"/>
                  </a:lnTo>
                  <a:lnTo>
                    <a:pt x="790126" y="1364818"/>
                  </a:lnTo>
                  <a:lnTo>
                    <a:pt x="790126" y="1364804"/>
                  </a:lnTo>
                  <a:lnTo>
                    <a:pt x="790125" y="1364769"/>
                  </a:lnTo>
                  <a:lnTo>
                    <a:pt x="790124" y="1364736"/>
                  </a:lnTo>
                  <a:lnTo>
                    <a:pt x="790124" y="1364709"/>
                  </a:lnTo>
                  <a:lnTo>
                    <a:pt x="790105" y="1364659"/>
                  </a:lnTo>
                  <a:lnTo>
                    <a:pt x="790068" y="1364564"/>
                  </a:lnTo>
                  <a:lnTo>
                    <a:pt x="790051" y="1364535"/>
                  </a:lnTo>
                  <a:lnTo>
                    <a:pt x="790027" y="1364491"/>
                  </a:lnTo>
                  <a:lnTo>
                    <a:pt x="790008" y="1364469"/>
                  </a:lnTo>
                  <a:lnTo>
                    <a:pt x="789975" y="1364441"/>
                  </a:lnTo>
                  <a:lnTo>
                    <a:pt x="789943" y="1364422"/>
                  </a:lnTo>
                  <a:lnTo>
                    <a:pt x="789878" y="1364394"/>
                  </a:lnTo>
                  <a:lnTo>
                    <a:pt x="789823" y="1364371"/>
                  </a:lnTo>
                  <a:lnTo>
                    <a:pt x="789775" y="1364354"/>
                  </a:lnTo>
                  <a:lnTo>
                    <a:pt x="789710" y="1364319"/>
                  </a:lnTo>
                  <a:lnTo>
                    <a:pt x="789667" y="1364291"/>
                  </a:lnTo>
                  <a:lnTo>
                    <a:pt x="789570" y="1364247"/>
                  </a:lnTo>
                  <a:lnTo>
                    <a:pt x="789507" y="1364221"/>
                  </a:lnTo>
                  <a:lnTo>
                    <a:pt x="789465" y="1364202"/>
                  </a:lnTo>
                  <a:lnTo>
                    <a:pt x="789402" y="1364168"/>
                  </a:lnTo>
                  <a:lnTo>
                    <a:pt x="789348" y="1364143"/>
                  </a:lnTo>
                  <a:lnTo>
                    <a:pt x="789307" y="1364122"/>
                  </a:lnTo>
                  <a:lnTo>
                    <a:pt x="789269" y="1364093"/>
                  </a:lnTo>
                  <a:lnTo>
                    <a:pt x="789263" y="1364088"/>
                  </a:lnTo>
                  <a:lnTo>
                    <a:pt x="789242" y="1364072"/>
                  </a:lnTo>
                  <a:lnTo>
                    <a:pt x="789223" y="1364052"/>
                  </a:lnTo>
                  <a:lnTo>
                    <a:pt x="789210" y="1364023"/>
                  </a:lnTo>
                  <a:lnTo>
                    <a:pt x="789182" y="1363974"/>
                  </a:lnTo>
                  <a:lnTo>
                    <a:pt x="789165" y="1363944"/>
                  </a:lnTo>
                  <a:lnTo>
                    <a:pt x="789137" y="1363922"/>
                  </a:lnTo>
                  <a:lnTo>
                    <a:pt x="789092" y="1363887"/>
                  </a:lnTo>
                  <a:lnTo>
                    <a:pt x="789048" y="1363845"/>
                  </a:lnTo>
                  <a:lnTo>
                    <a:pt x="788997" y="1363804"/>
                  </a:lnTo>
                  <a:lnTo>
                    <a:pt x="788966" y="1363789"/>
                  </a:lnTo>
                  <a:lnTo>
                    <a:pt x="788933" y="1363780"/>
                  </a:lnTo>
                  <a:lnTo>
                    <a:pt x="788920" y="1363779"/>
                  </a:lnTo>
                  <a:lnTo>
                    <a:pt x="788890" y="1363789"/>
                  </a:lnTo>
                  <a:lnTo>
                    <a:pt x="788870" y="1363797"/>
                  </a:lnTo>
                  <a:lnTo>
                    <a:pt x="788835" y="1363813"/>
                  </a:lnTo>
                  <a:lnTo>
                    <a:pt x="788764" y="1363823"/>
                  </a:lnTo>
                  <a:lnTo>
                    <a:pt x="788731" y="1363822"/>
                  </a:lnTo>
                  <a:lnTo>
                    <a:pt x="788652" y="1363818"/>
                  </a:lnTo>
                  <a:lnTo>
                    <a:pt x="788626" y="1363809"/>
                  </a:lnTo>
                  <a:lnTo>
                    <a:pt x="788578" y="1363799"/>
                  </a:lnTo>
                  <a:lnTo>
                    <a:pt x="788536" y="1363778"/>
                  </a:lnTo>
                  <a:lnTo>
                    <a:pt x="788476" y="1363744"/>
                  </a:lnTo>
                  <a:lnTo>
                    <a:pt x="788439" y="1363729"/>
                  </a:lnTo>
                  <a:lnTo>
                    <a:pt x="788415" y="1363730"/>
                  </a:lnTo>
                  <a:lnTo>
                    <a:pt x="788381" y="1363732"/>
                  </a:lnTo>
                  <a:lnTo>
                    <a:pt x="788337" y="1363736"/>
                  </a:lnTo>
                  <a:lnTo>
                    <a:pt x="788291" y="1363740"/>
                  </a:lnTo>
                  <a:lnTo>
                    <a:pt x="788220" y="1363747"/>
                  </a:lnTo>
                  <a:lnTo>
                    <a:pt x="788162" y="1363741"/>
                  </a:lnTo>
                  <a:lnTo>
                    <a:pt x="788118" y="1363729"/>
                  </a:lnTo>
                  <a:lnTo>
                    <a:pt x="788040" y="1363713"/>
                  </a:lnTo>
                  <a:lnTo>
                    <a:pt x="787958" y="1363696"/>
                  </a:lnTo>
                  <a:lnTo>
                    <a:pt x="787867" y="1363684"/>
                  </a:lnTo>
                  <a:lnTo>
                    <a:pt x="787783" y="1363675"/>
                  </a:lnTo>
                  <a:lnTo>
                    <a:pt x="787704" y="1363676"/>
                  </a:lnTo>
                  <a:lnTo>
                    <a:pt x="787627" y="1363680"/>
                  </a:lnTo>
                  <a:lnTo>
                    <a:pt x="787577" y="1363685"/>
                  </a:lnTo>
                  <a:lnTo>
                    <a:pt x="787544" y="1363695"/>
                  </a:lnTo>
                  <a:lnTo>
                    <a:pt x="787473" y="1363691"/>
                  </a:lnTo>
                  <a:lnTo>
                    <a:pt x="787404" y="1363696"/>
                  </a:lnTo>
                  <a:lnTo>
                    <a:pt x="787340" y="1363703"/>
                  </a:lnTo>
                  <a:lnTo>
                    <a:pt x="787255" y="1363719"/>
                  </a:lnTo>
                  <a:lnTo>
                    <a:pt x="787205" y="1363731"/>
                  </a:lnTo>
                  <a:lnTo>
                    <a:pt x="787133" y="1363764"/>
                  </a:lnTo>
                  <a:lnTo>
                    <a:pt x="787100" y="1363787"/>
                  </a:lnTo>
                  <a:lnTo>
                    <a:pt x="787023" y="1363843"/>
                  </a:lnTo>
                  <a:lnTo>
                    <a:pt x="786987" y="1363871"/>
                  </a:lnTo>
                  <a:lnTo>
                    <a:pt x="786968" y="1363884"/>
                  </a:lnTo>
                  <a:lnTo>
                    <a:pt x="786954" y="1363893"/>
                  </a:lnTo>
                  <a:lnTo>
                    <a:pt x="786947" y="1363907"/>
                  </a:lnTo>
                  <a:lnTo>
                    <a:pt x="786948" y="1363915"/>
                  </a:lnTo>
                  <a:lnTo>
                    <a:pt x="786957" y="1363951"/>
                  </a:lnTo>
                  <a:lnTo>
                    <a:pt x="786960" y="1363985"/>
                  </a:lnTo>
                  <a:lnTo>
                    <a:pt x="786966" y="1364014"/>
                  </a:lnTo>
                  <a:lnTo>
                    <a:pt x="786986" y="1364049"/>
                  </a:lnTo>
                  <a:lnTo>
                    <a:pt x="787005" y="1364093"/>
                  </a:lnTo>
                  <a:lnTo>
                    <a:pt x="787039" y="1364159"/>
                  </a:lnTo>
                  <a:lnTo>
                    <a:pt x="787053" y="1364191"/>
                  </a:lnTo>
                  <a:lnTo>
                    <a:pt x="787060" y="1364219"/>
                  </a:lnTo>
                  <a:lnTo>
                    <a:pt x="787067" y="1364245"/>
                  </a:lnTo>
                  <a:lnTo>
                    <a:pt x="787070" y="1364266"/>
                  </a:lnTo>
                  <a:lnTo>
                    <a:pt x="787069" y="1364297"/>
                  </a:lnTo>
                  <a:lnTo>
                    <a:pt x="787076" y="1364328"/>
                  </a:lnTo>
                  <a:lnTo>
                    <a:pt x="787077" y="1364401"/>
                  </a:lnTo>
                  <a:lnTo>
                    <a:pt x="787077" y="1364410"/>
                  </a:lnTo>
                  <a:lnTo>
                    <a:pt x="787082" y="1364443"/>
                  </a:lnTo>
                  <a:lnTo>
                    <a:pt x="787089" y="1364469"/>
                  </a:lnTo>
                  <a:lnTo>
                    <a:pt x="787103" y="1364502"/>
                  </a:lnTo>
                  <a:lnTo>
                    <a:pt x="787137" y="1364564"/>
                  </a:lnTo>
                  <a:lnTo>
                    <a:pt x="787158" y="1364614"/>
                  </a:lnTo>
                  <a:lnTo>
                    <a:pt x="787171" y="1364649"/>
                  </a:lnTo>
                  <a:lnTo>
                    <a:pt x="787175" y="1364678"/>
                  </a:lnTo>
                  <a:lnTo>
                    <a:pt x="787175" y="1364695"/>
                  </a:lnTo>
                  <a:lnTo>
                    <a:pt x="787173" y="1364726"/>
                  </a:lnTo>
                  <a:lnTo>
                    <a:pt x="787157" y="1364763"/>
                  </a:lnTo>
                  <a:lnTo>
                    <a:pt x="787151" y="1364795"/>
                  </a:lnTo>
                  <a:lnTo>
                    <a:pt x="787147" y="1364833"/>
                  </a:lnTo>
                  <a:lnTo>
                    <a:pt x="787143" y="1364889"/>
                  </a:lnTo>
                  <a:lnTo>
                    <a:pt x="787140" y="1364987"/>
                  </a:lnTo>
                  <a:lnTo>
                    <a:pt x="787142" y="1365039"/>
                  </a:lnTo>
                  <a:lnTo>
                    <a:pt x="787145" y="1365092"/>
                  </a:lnTo>
                  <a:lnTo>
                    <a:pt x="787150" y="1365154"/>
                  </a:lnTo>
                  <a:lnTo>
                    <a:pt x="787139" y="1365178"/>
                  </a:lnTo>
                  <a:lnTo>
                    <a:pt x="787120" y="1365195"/>
                  </a:lnTo>
                  <a:lnTo>
                    <a:pt x="787097" y="1365212"/>
                  </a:lnTo>
                  <a:lnTo>
                    <a:pt x="787068" y="1365220"/>
                  </a:lnTo>
                  <a:lnTo>
                    <a:pt x="786997" y="1365235"/>
                  </a:lnTo>
                  <a:lnTo>
                    <a:pt x="786937" y="1365253"/>
                  </a:lnTo>
                  <a:lnTo>
                    <a:pt x="786887" y="1365279"/>
                  </a:lnTo>
                  <a:lnTo>
                    <a:pt x="786847" y="1365312"/>
                  </a:lnTo>
                  <a:lnTo>
                    <a:pt x="786792" y="1365364"/>
                  </a:lnTo>
                  <a:lnTo>
                    <a:pt x="786725" y="1365444"/>
                  </a:lnTo>
                  <a:lnTo>
                    <a:pt x="786675" y="1365536"/>
                  </a:lnTo>
                  <a:lnTo>
                    <a:pt x="786669" y="1365581"/>
                  </a:lnTo>
                  <a:lnTo>
                    <a:pt x="786646" y="1365654"/>
                  </a:lnTo>
                  <a:lnTo>
                    <a:pt x="786614" y="1365692"/>
                  </a:lnTo>
                  <a:lnTo>
                    <a:pt x="786593" y="1365727"/>
                  </a:lnTo>
                  <a:lnTo>
                    <a:pt x="786547" y="1365778"/>
                  </a:lnTo>
                  <a:lnTo>
                    <a:pt x="786488" y="1365831"/>
                  </a:lnTo>
                  <a:lnTo>
                    <a:pt x="786432" y="1365886"/>
                  </a:lnTo>
                  <a:lnTo>
                    <a:pt x="786393" y="1365923"/>
                  </a:lnTo>
                  <a:lnTo>
                    <a:pt x="786345" y="1365957"/>
                  </a:lnTo>
                  <a:lnTo>
                    <a:pt x="786320" y="1366017"/>
                  </a:lnTo>
                  <a:lnTo>
                    <a:pt x="786302" y="1366099"/>
                  </a:lnTo>
                  <a:lnTo>
                    <a:pt x="786262" y="1366157"/>
                  </a:lnTo>
                  <a:lnTo>
                    <a:pt x="786220" y="1366211"/>
                  </a:lnTo>
                  <a:lnTo>
                    <a:pt x="786185" y="1366249"/>
                  </a:lnTo>
                  <a:lnTo>
                    <a:pt x="786160" y="1366336"/>
                  </a:lnTo>
                  <a:lnTo>
                    <a:pt x="786163" y="1366386"/>
                  </a:lnTo>
                  <a:lnTo>
                    <a:pt x="786152" y="1366451"/>
                  </a:lnTo>
                  <a:lnTo>
                    <a:pt x="786125" y="1366470"/>
                  </a:lnTo>
                  <a:lnTo>
                    <a:pt x="786077" y="1366503"/>
                  </a:lnTo>
                  <a:lnTo>
                    <a:pt x="786062" y="1366508"/>
                  </a:lnTo>
                  <a:lnTo>
                    <a:pt x="786045" y="1366504"/>
                  </a:lnTo>
                  <a:lnTo>
                    <a:pt x="786029" y="1366489"/>
                  </a:lnTo>
                  <a:lnTo>
                    <a:pt x="786010" y="1366461"/>
                  </a:lnTo>
                  <a:lnTo>
                    <a:pt x="785990" y="1366416"/>
                  </a:lnTo>
                  <a:lnTo>
                    <a:pt x="785963" y="1366358"/>
                  </a:lnTo>
                  <a:lnTo>
                    <a:pt x="785931" y="1366292"/>
                  </a:lnTo>
                  <a:lnTo>
                    <a:pt x="785886" y="1366211"/>
                  </a:lnTo>
                  <a:lnTo>
                    <a:pt x="785861" y="1366166"/>
                  </a:lnTo>
                  <a:lnTo>
                    <a:pt x="785806" y="1366125"/>
                  </a:lnTo>
                  <a:lnTo>
                    <a:pt x="785759" y="1366102"/>
                  </a:lnTo>
                  <a:lnTo>
                    <a:pt x="785725" y="1366072"/>
                  </a:lnTo>
                  <a:lnTo>
                    <a:pt x="785703" y="1366056"/>
                  </a:lnTo>
                  <a:lnTo>
                    <a:pt x="785669" y="1366040"/>
                  </a:lnTo>
                  <a:lnTo>
                    <a:pt x="785609" y="1366003"/>
                  </a:lnTo>
                  <a:lnTo>
                    <a:pt x="785575" y="1365991"/>
                  </a:lnTo>
                  <a:lnTo>
                    <a:pt x="785524" y="1365989"/>
                  </a:lnTo>
                  <a:lnTo>
                    <a:pt x="785491" y="1365979"/>
                  </a:lnTo>
                  <a:lnTo>
                    <a:pt x="785460" y="1365947"/>
                  </a:lnTo>
                  <a:lnTo>
                    <a:pt x="785436" y="1365913"/>
                  </a:lnTo>
                  <a:lnTo>
                    <a:pt x="785394" y="1365855"/>
                  </a:lnTo>
                  <a:lnTo>
                    <a:pt x="785367" y="1365834"/>
                  </a:lnTo>
                  <a:lnTo>
                    <a:pt x="785318" y="1365810"/>
                  </a:lnTo>
                  <a:lnTo>
                    <a:pt x="785268" y="1365777"/>
                  </a:lnTo>
                  <a:lnTo>
                    <a:pt x="785229" y="1365749"/>
                  </a:lnTo>
                  <a:lnTo>
                    <a:pt x="785197" y="1365729"/>
                  </a:lnTo>
                  <a:lnTo>
                    <a:pt x="785172" y="1365728"/>
                  </a:lnTo>
                  <a:lnTo>
                    <a:pt x="785124" y="1365742"/>
                  </a:lnTo>
                  <a:lnTo>
                    <a:pt x="785056" y="1365764"/>
                  </a:lnTo>
                  <a:lnTo>
                    <a:pt x="785016" y="1365772"/>
                  </a:lnTo>
                  <a:lnTo>
                    <a:pt x="784995" y="1365771"/>
                  </a:lnTo>
                  <a:lnTo>
                    <a:pt x="784955" y="1365760"/>
                  </a:lnTo>
                  <a:lnTo>
                    <a:pt x="784886" y="1365738"/>
                  </a:lnTo>
                  <a:lnTo>
                    <a:pt x="784792" y="1365711"/>
                  </a:lnTo>
                  <a:lnTo>
                    <a:pt x="784710" y="1365693"/>
                  </a:lnTo>
                  <a:lnTo>
                    <a:pt x="784650" y="1365694"/>
                  </a:lnTo>
                  <a:lnTo>
                    <a:pt x="784569" y="1365726"/>
                  </a:lnTo>
                  <a:lnTo>
                    <a:pt x="784513" y="1365728"/>
                  </a:lnTo>
                  <a:lnTo>
                    <a:pt x="784464" y="1365732"/>
                  </a:lnTo>
                  <a:lnTo>
                    <a:pt x="784411" y="1365754"/>
                  </a:lnTo>
                  <a:lnTo>
                    <a:pt x="784375" y="1365759"/>
                  </a:lnTo>
                  <a:lnTo>
                    <a:pt x="784287" y="1365766"/>
                  </a:lnTo>
                  <a:lnTo>
                    <a:pt x="784201" y="1365804"/>
                  </a:lnTo>
                  <a:lnTo>
                    <a:pt x="784151" y="1365841"/>
                  </a:lnTo>
                  <a:lnTo>
                    <a:pt x="784119" y="1365872"/>
                  </a:lnTo>
                  <a:lnTo>
                    <a:pt x="784019" y="1365962"/>
                  </a:lnTo>
                  <a:lnTo>
                    <a:pt x="783989" y="1365973"/>
                  </a:lnTo>
                  <a:lnTo>
                    <a:pt x="783958" y="1365974"/>
                  </a:lnTo>
                  <a:lnTo>
                    <a:pt x="783907" y="1365973"/>
                  </a:lnTo>
                  <a:lnTo>
                    <a:pt x="783837" y="1365983"/>
                  </a:lnTo>
                  <a:lnTo>
                    <a:pt x="783810" y="1365999"/>
                  </a:lnTo>
                  <a:lnTo>
                    <a:pt x="783785" y="1366051"/>
                  </a:lnTo>
                  <a:lnTo>
                    <a:pt x="783742" y="1366096"/>
                  </a:lnTo>
                  <a:lnTo>
                    <a:pt x="783696" y="1366142"/>
                  </a:lnTo>
                  <a:lnTo>
                    <a:pt x="783680" y="1366179"/>
                  </a:lnTo>
                  <a:lnTo>
                    <a:pt x="783674" y="1366257"/>
                  </a:lnTo>
                  <a:lnTo>
                    <a:pt x="783635" y="1366345"/>
                  </a:lnTo>
                  <a:lnTo>
                    <a:pt x="783588" y="1366428"/>
                  </a:lnTo>
                  <a:lnTo>
                    <a:pt x="783494" y="1366502"/>
                  </a:lnTo>
                  <a:lnTo>
                    <a:pt x="783458" y="1366523"/>
                  </a:lnTo>
                  <a:lnTo>
                    <a:pt x="783435" y="1366546"/>
                  </a:lnTo>
                  <a:lnTo>
                    <a:pt x="783409" y="1366582"/>
                  </a:lnTo>
                  <a:lnTo>
                    <a:pt x="783401" y="1366633"/>
                  </a:lnTo>
                  <a:lnTo>
                    <a:pt x="783406" y="1366691"/>
                  </a:lnTo>
                  <a:lnTo>
                    <a:pt x="783401" y="1366756"/>
                  </a:lnTo>
                  <a:lnTo>
                    <a:pt x="783392" y="1366785"/>
                  </a:lnTo>
                  <a:lnTo>
                    <a:pt x="783365" y="1366800"/>
                  </a:lnTo>
                  <a:lnTo>
                    <a:pt x="783341" y="1366807"/>
                  </a:lnTo>
                  <a:lnTo>
                    <a:pt x="783304" y="1366807"/>
                  </a:lnTo>
                  <a:lnTo>
                    <a:pt x="783274" y="1366807"/>
                  </a:lnTo>
                  <a:lnTo>
                    <a:pt x="783226" y="1366800"/>
                  </a:lnTo>
                  <a:lnTo>
                    <a:pt x="783185" y="1366790"/>
                  </a:lnTo>
                  <a:lnTo>
                    <a:pt x="783118" y="1366761"/>
                  </a:lnTo>
                  <a:lnTo>
                    <a:pt x="783044" y="1366738"/>
                  </a:lnTo>
                  <a:lnTo>
                    <a:pt x="782978" y="1366733"/>
                  </a:lnTo>
                  <a:lnTo>
                    <a:pt x="782948" y="1366721"/>
                  </a:lnTo>
                  <a:lnTo>
                    <a:pt x="782919" y="1366699"/>
                  </a:lnTo>
                  <a:lnTo>
                    <a:pt x="782899" y="1366679"/>
                  </a:lnTo>
                  <a:lnTo>
                    <a:pt x="782871" y="1366644"/>
                  </a:lnTo>
                  <a:lnTo>
                    <a:pt x="782853" y="1366614"/>
                  </a:lnTo>
                  <a:lnTo>
                    <a:pt x="782815" y="1366579"/>
                  </a:lnTo>
                  <a:lnTo>
                    <a:pt x="782760" y="1366553"/>
                  </a:lnTo>
                  <a:lnTo>
                    <a:pt x="782715" y="1366551"/>
                  </a:lnTo>
                  <a:lnTo>
                    <a:pt x="782679" y="1366527"/>
                  </a:lnTo>
                  <a:lnTo>
                    <a:pt x="782655" y="1366492"/>
                  </a:lnTo>
                  <a:lnTo>
                    <a:pt x="782637" y="1366463"/>
                  </a:lnTo>
                  <a:lnTo>
                    <a:pt x="782593" y="1366447"/>
                  </a:lnTo>
                  <a:lnTo>
                    <a:pt x="782522" y="1366426"/>
                  </a:lnTo>
                  <a:lnTo>
                    <a:pt x="782468" y="1366395"/>
                  </a:lnTo>
                  <a:lnTo>
                    <a:pt x="782451" y="1366381"/>
                  </a:lnTo>
                  <a:lnTo>
                    <a:pt x="782444" y="1366367"/>
                  </a:lnTo>
                  <a:lnTo>
                    <a:pt x="782442" y="1366353"/>
                  </a:lnTo>
                  <a:lnTo>
                    <a:pt x="782442" y="1366338"/>
                  </a:lnTo>
                  <a:lnTo>
                    <a:pt x="782444" y="1366319"/>
                  </a:lnTo>
                  <a:lnTo>
                    <a:pt x="782452" y="1366295"/>
                  </a:lnTo>
                  <a:lnTo>
                    <a:pt x="782459" y="1366268"/>
                  </a:lnTo>
                  <a:lnTo>
                    <a:pt x="782476" y="1366234"/>
                  </a:lnTo>
                  <a:lnTo>
                    <a:pt x="782508" y="1366197"/>
                  </a:lnTo>
                  <a:lnTo>
                    <a:pt x="782555" y="1366158"/>
                  </a:lnTo>
                  <a:lnTo>
                    <a:pt x="782559" y="1366146"/>
                  </a:lnTo>
                  <a:lnTo>
                    <a:pt x="782558" y="1366134"/>
                  </a:lnTo>
                  <a:lnTo>
                    <a:pt x="782558" y="1366125"/>
                  </a:lnTo>
                  <a:lnTo>
                    <a:pt x="782552" y="1366106"/>
                  </a:lnTo>
                  <a:lnTo>
                    <a:pt x="782541" y="1366090"/>
                  </a:lnTo>
                  <a:lnTo>
                    <a:pt x="782521" y="1366066"/>
                  </a:lnTo>
                  <a:lnTo>
                    <a:pt x="782500" y="1366040"/>
                  </a:lnTo>
                  <a:lnTo>
                    <a:pt x="782495" y="1366031"/>
                  </a:lnTo>
                  <a:lnTo>
                    <a:pt x="782478" y="1366015"/>
                  </a:lnTo>
                  <a:lnTo>
                    <a:pt x="782473" y="1365991"/>
                  </a:lnTo>
                  <a:lnTo>
                    <a:pt x="782472" y="1365964"/>
                  </a:lnTo>
                  <a:lnTo>
                    <a:pt x="782481" y="1365916"/>
                  </a:lnTo>
                  <a:lnTo>
                    <a:pt x="782483" y="1365833"/>
                  </a:lnTo>
                  <a:lnTo>
                    <a:pt x="782487" y="1365778"/>
                  </a:lnTo>
                  <a:lnTo>
                    <a:pt x="782483" y="1365762"/>
                  </a:lnTo>
                  <a:lnTo>
                    <a:pt x="782466" y="1365742"/>
                  </a:lnTo>
                  <a:lnTo>
                    <a:pt x="782443" y="1365720"/>
                  </a:lnTo>
                  <a:lnTo>
                    <a:pt x="782404" y="1365685"/>
                  </a:lnTo>
                  <a:lnTo>
                    <a:pt x="782373" y="1365648"/>
                  </a:lnTo>
                  <a:lnTo>
                    <a:pt x="782327" y="1365590"/>
                  </a:lnTo>
                  <a:lnTo>
                    <a:pt x="782304" y="1365551"/>
                  </a:lnTo>
                  <a:lnTo>
                    <a:pt x="782287" y="1365514"/>
                  </a:lnTo>
                  <a:lnTo>
                    <a:pt x="782246" y="1365446"/>
                  </a:lnTo>
                  <a:lnTo>
                    <a:pt x="782213" y="1365406"/>
                  </a:lnTo>
                  <a:lnTo>
                    <a:pt x="782180" y="1365352"/>
                  </a:lnTo>
                  <a:lnTo>
                    <a:pt x="782144" y="1365273"/>
                  </a:lnTo>
                  <a:lnTo>
                    <a:pt x="782075" y="1365157"/>
                  </a:lnTo>
                  <a:lnTo>
                    <a:pt x="782071" y="1365147"/>
                  </a:lnTo>
                  <a:lnTo>
                    <a:pt x="782067" y="1365135"/>
                  </a:lnTo>
                  <a:lnTo>
                    <a:pt x="782054" y="1365118"/>
                  </a:lnTo>
                  <a:lnTo>
                    <a:pt x="782032" y="1365089"/>
                  </a:lnTo>
                  <a:lnTo>
                    <a:pt x="781998" y="1365049"/>
                  </a:lnTo>
                  <a:lnTo>
                    <a:pt x="781979" y="1365025"/>
                  </a:lnTo>
                  <a:lnTo>
                    <a:pt x="781972" y="1365021"/>
                  </a:lnTo>
                  <a:lnTo>
                    <a:pt x="781966" y="1365021"/>
                  </a:lnTo>
                  <a:lnTo>
                    <a:pt x="781943" y="1365021"/>
                  </a:lnTo>
                  <a:lnTo>
                    <a:pt x="781930" y="1365020"/>
                  </a:lnTo>
                  <a:lnTo>
                    <a:pt x="781919" y="1365024"/>
                  </a:lnTo>
                  <a:lnTo>
                    <a:pt x="781860" y="1365037"/>
                  </a:lnTo>
                  <a:lnTo>
                    <a:pt x="781823" y="1365042"/>
                  </a:lnTo>
                  <a:lnTo>
                    <a:pt x="781788" y="1365039"/>
                  </a:lnTo>
                  <a:lnTo>
                    <a:pt x="781745" y="1365031"/>
                  </a:lnTo>
                  <a:lnTo>
                    <a:pt x="781725" y="1365025"/>
                  </a:lnTo>
                  <a:lnTo>
                    <a:pt x="781704" y="1365025"/>
                  </a:lnTo>
                  <a:lnTo>
                    <a:pt x="781686" y="1365028"/>
                  </a:lnTo>
                  <a:lnTo>
                    <a:pt x="781670" y="1365030"/>
                  </a:lnTo>
                  <a:lnTo>
                    <a:pt x="781639" y="1365024"/>
                  </a:lnTo>
                  <a:lnTo>
                    <a:pt x="781618" y="1365024"/>
                  </a:lnTo>
                  <a:lnTo>
                    <a:pt x="781584" y="1365018"/>
                  </a:lnTo>
                  <a:lnTo>
                    <a:pt x="781557" y="1365012"/>
                  </a:lnTo>
                  <a:lnTo>
                    <a:pt x="781529" y="1365002"/>
                  </a:lnTo>
                  <a:lnTo>
                    <a:pt x="781515" y="1365002"/>
                  </a:lnTo>
                  <a:lnTo>
                    <a:pt x="781502" y="1365001"/>
                  </a:lnTo>
                  <a:lnTo>
                    <a:pt x="781491" y="1365006"/>
                  </a:lnTo>
                  <a:lnTo>
                    <a:pt x="781485" y="1365006"/>
                  </a:lnTo>
                  <a:lnTo>
                    <a:pt x="781475" y="1365007"/>
                  </a:lnTo>
                  <a:lnTo>
                    <a:pt x="781463" y="1365002"/>
                  </a:lnTo>
                  <a:lnTo>
                    <a:pt x="781444" y="1364984"/>
                  </a:lnTo>
                  <a:lnTo>
                    <a:pt x="781401" y="1364936"/>
                  </a:lnTo>
                  <a:lnTo>
                    <a:pt x="781357" y="1364876"/>
                  </a:lnTo>
                  <a:lnTo>
                    <a:pt x="781353" y="1364870"/>
                  </a:lnTo>
                  <a:lnTo>
                    <a:pt x="781333" y="1364841"/>
                  </a:lnTo>
                  <a:lnTo>
                    <a:pt x="781305" y="1364822"/>
                  </a:lnTo>
                  <a:lnTo>
                    <a:pt x="781276" y="1364780"/>
                  </a:lnTo>
                  <a:lnTo>
                    <a:pt x="781258" y="1364758"/>
                  </a:lnTo>
                  <a:lnTo>
                    <a:pt x="781235" y="1364730"/>
                  </a:lnTo>
                  <a:lnTo>
                    <a:pt x="781222" y="1364718"/>
                  </a:lnTo>
                  <a:lnTo>
                    <a:pt x="781203" y="1364710"/>
                  </a:lnTo>
                  <a:lnTo>
                    <a:pt x="781181" y="1364707"/>
                  </a:lnTo>
                  <a:lnTo>
                    <a:pt x="781173" y="1364705"/>
                  </a:lnTo>
                  <a:lnTo>
                    <a:pt x="781170" y="1364697"/>
                  </a:lnTo>
                  <a:lnTo>
                    <a:pt x="781172" y="1364678"/>
                  </a:lnTo>
                  <a:lnTo>
                    <a:pt x="781174" y="1364657"/>
                  </a:lnTo>
                  <a:lnTo>
                    <a:pt x="781176" y="1364622"/>
                  </a:lnTo>
                  <a:lnTo>
                    <a:pt x="781176" y="1364604"/>
                  </a:lnTo>
                  <a:lnTo>
                    <a:pt x="781170" y="1364571"/>
                  </a:lnTo>
                  <a:lnTo>
                    <a:pt x="781163" y="1364537"/>
                  </a:lnTo>
                  <a:lnTo>
                    <a:pt x="781152" y="1364508"/>
                  </a:lnTo>
                  <a:lnTo>
                    <a:pt x="781144" y="1364494"/>
                  </a:lnTo>
                  <a:lnTo>
                    <a:pt x="781124" y="1364474"/>
                  </a:lnTo>
                  <a:lnTo>
                    <a:pt x="781098" y="1364443"/>
                  </a:lnTo>
                  <a:lnTo>
                    <a:pt x="781071" y="1364418"/>
                  </a:lnTo>
                  <a:lnTo>
                    <a:pt x="781045" y="1364391"/>
                  </a:lnTo>
                  <a:lnTo>
                    <a:pt x="781017" y="1364371"/>
                  </a:lnTo>
                  <a:lnTo>
                    <a:pt x="780968" y="1364341"/>
                  </a:lnTo>
                  <a:lnTo>
                    <a:pt x="780932" y="1364321"/>
                  </a:lnTo>
                  <a:lnTo>
                    <a:pt x="780889" y="1364281"/>
                  </a:lnTo>
                  <a:lnTo>
                    <a:pt x="780852" y="1364247"/>
                  </a:lnTo>
                  <a:lnTo>
                    <a:pt x="780795" y="1364195"/>
                  </a:lnTo>
                  <a:lnTo>
                    <a:pt x="780772" y="1364174"/>
                  </a:lnTo>
                  <a:lnTo>
                    <a:pt x="780739" y="1364137"/>
                  </a:lnTo>
                  <a:lnTo>
                    <a:pt x="780716" y="1364119"/>
                  </a:lnTo>
                  <a:lnTo>
                    <a:pt x="780700" y="1364110"/>
                  </a:lnTo>
                  <a:lnTo>
                    <a:pt x="780658" y="1364094"/>
                  </a:lnTo>
                  <a:lnTo>
                    <a:pt x="780622" y="1364082"/>
                  </a:lnTo>
                  <a:lnTo>
                    <a:pt x="780598" y="1364076"/>
                  </a:lnTo>
                  <a:lnTo>
                    <a:pt x="780566" y="1364063"/>
                  </a:lnTo>
                  <a:lnTo>
                    <a:pt x="780524" y="1364042"/>
                  </a:lnTo>
                  <a:lnTo>
                    <a:pt x="780497" y="1364028"/>
                  </a:lnTo>
                  <a:lnTo>
                    <a:pt x="780465" y="1364002"/>
                  </a:lnTo>
                  <a:lnTo>
                    <a:pt x="780425" y="1363963"/>
                  </a:lnTo>
                  <a:lnTo>
                    <a:pt x="780399" y="1363942"/>
                  </a:lnTo>
                  <a:lnTo>
                    <a:pt x="780330" y="1363878"/>
                  </a:lnTo>
                  <a:lnTo>
                    <a:pt x="780291" y="1363843"/>
                  </a:lnTo>
                  <a:lnTo>
                    <a:pt x="780231" y="1363789"/>
                  </a:lnTo>
                  <a:lnTo>
                    <a:pt x="780194" y="1363758"/>
                  </a:lnTo>
                  <a:lnTo>
                    <a:pt x="780152" y="1363735"/>
                  </a:lnTo>
                  <a:lnTo>
                    <a:pt x="780135" y="1363732"/>
                  </a:lnTo>
                  <a:lnTo>
                    <a:pt x="780119" y="1363732"/>
                  </a:lnTo>
                  <a:lnTo>
                    <a:pt x="780107" y="1363734"/>
                  </a:lnTo>
                  <a:lnTo>
                    <a:pt x="780081" y="1363759"/>
                  </a:lnTo>
                  <a:lnTo>
                    <a:pt x="780047" y="1363789"/>
                  </a:lnTo>
                  <a:lnTo>
                    <a:pt x="780007" y="1363812"/>
                  </a:lnTo>
                  <a:lnTo>
                    <a:pt x="779954" y="1363836"/>
                  </a:lnTo>
                  <a:lnTo>
                    <a:pt x="779940" y="1363841"/>
                  </a:lnTo>
                  <a:lnTo>
                    <a:pt x="779910" y="1363845"/>
                  </a:lnTo>
                  <a:lnTo>
                    <a:pt x="779866" y="1363845"/>
                  </a:lnTo>
                  <a:lnTo>
                    <a:pt x="779812" y="1363845"/>
                  </a:lnTo>
                  <a:lnTo>
                    <a:pt x="779767" y="1363848"/>
                  </a:lnTo>
                  <a:lnTo>
                    <a:pt x="779702" y="1363866"/>
                  </a:lnTo>
                  <a:lnTo>
                    <a:pt x="779667" y="1363885"/>
                  </a:lnTo>
                  <a:lnTo>
                    <a:pt x="779636" y="1363897"/>
                  </a:lnTo>
                  <a:lnTo>
                    <a:pt x="779591" y="1363909"/>
                  </a:lnTo>
                  <a:lnTo>
                    <a:pt x="779561" y="1363916"/>
                  </a:lnTo>
                  <a:lnTo>
                    <a:pt x="779524" y="1363936"/>
                  </a:lnTo>
                  <a:lnTo>
                    <a:pt x="779472" y="1363962"/>
                  </a:lnTo>
                  <a:lnTo>
                    <a:pt x="779410" y="1363993"/>
                  </a:lnTo>
                  <a:lnTo>
                    <a:pt x="779383" y="1364011"/>
                  </a:lnTo>
                  <a:lnTo>
                    <a:pt x="779354" y="1364033"/>
                  </a:lnTo>
                  <a:lnTo>
                    <a:pt x="779311" y="1364066"/>
                  </a:lnTo>
                  <a:lnTo>
                    <a:pt x="779285" y="1364086"/>
                  </a:lnTo>
                  <a:lnTo>
                    <a:pt x="779253" y="1364105"/>
                  </a:lnTo>
                  <a:lnTo>
                    <a:pt x="779243" y="1364105"/>
                  </a:lnTo>
                  <a:lnTo>
                    <a:pt x="779235" y="1364104"/>
                  </a:lnTo>
                  <a:lnTo>
                    <a:pt x="779223" y="1364092"/>
                  </a:lnTo>
                  <a:lnTo>
                    <a:pt x="779201" y="1364065"/>
                  </a:lnTo>
                  <a:lnTo>
                    <a:pt x="779182" y="1364037"/>
                  </a:lnTo>
                  <a:lnTo>
                    <a:pt x="779145" y="1363990"/>
                  </a:lnTo>
                  <a:lnTo>
                    <a:pt x="779098" y="1363933"/>
                  </a:lnTo>
                  <a:lnTo>
                    <a:pt x="779055" y="1363897"/>
                  </a:lnTo>
                  <a:lnTo>
                    <a:pt x="779033" y="1363877"/>
                  </a:lnTo>
                  <a:lnTo>
                    <a:pt x="779002" y="1363860"/>
                  </a:lnTo>
                  <a:lnTo>
                    <a:pt x="778960" y="1363835"/>
                  </a:lnTo>
                  <a:lnTo>
                    <a:pt x="778929" y="1363824"/>
                  </a:lnTo>
                  <a:lnTo>
                    <a:pt x="778894" y="1363816"/>
                  </a:lnTo>
                  <a:lnTo>
                    <a:pt x="778856" y="1363814"/>
                  </a:lnTo>
                  <a:lnTo>
                    <a:pt x="778841" y="1363813"/>
                  </a:lnTo>
                  <a:lnTo>
                    <a:pt x="778824" y="1363816"/>
                  </a:lnTo>
                  <a:lnTo>
                    <a:pt x="778795" y="1363825"/>
                  </a:lnTo>
                  <a:lnTo>
                    <a:pt x="778763" y="1363837"/>
                  </a:lnTo>
                  <a:lnTo>
                    <a:pt x="778728" y="1363849"/>
                  </a:lnTo>
                  <a:lnTo>
                    <a:pt x="778701" y="1363863"/>
                  </a:lnTo>
                  <a:lnTo>
                    <a:pt x="778667" y="1363876"/>
                  </a:lnTo>
                  <a:lnTo>
                    <a:pt x="778632" y="1363883"/>
                  </a:lnTo>
                  <a:lnTo>
                    <a:pt x="778580" y="1363891"/>
                  </a:lnTo>
                  <a:lnTo>
                    <a:pt x="778551" y="1363895"/>
                  </a:lnTo>
                  <a:lnTo>
                    <a:pt x="778518" y="1363906"/>
                  </a:lnTo>
                  <a:lnTo>
                    <a:pt x="778500" y="1363915"/>
                  </a:lnTo>
                  <a:lnTo>
                    <a:pt x="778464" y="1363926"/>
                  </a:lnTo>
                  <a:lnTo>
                    <a:pt x="778406" y="1363942"/>
                  </a:lnTo>
                  <a:lnTo>
                    <a:pt x="778390" y="1363944"/>
                  </a:lnTo>
                  <a:lnTo>
                    <a:pt x="778365" y="1363945"/>
                  </a:lnTo>
                  <a:lnTo>
                    <a:pt x="778341" y="1363939"/>
                  </a:lnTo>
                  <a:lnTo>
                    <a:pt x="778326" y="1363933"/>
                  </a:lnTo>
                  <a:lnTo>
                    <a:pt x="778301" y="1363929"/>
                  </a:lnTo>
                  <a:lnTo>
                    <a:pt x="778267" y="1363927"/>
                  </a:lnTo>
                  <a:lnTo>
                    <a:pt x="778254" y="1363929"/>
                  </a:lnTo>
                  <a:lnTo>
                    <a:pt x="778239" y="1363939"/>
                  </a:lnTo>
                  <a:lnTo>
                    <a:pt x="778217" y="1363953"/>
                  </a:lnTo>
                  <a:lnTo>
                    <a:pt x="778190" y="1363967"/>
                  </a:lnTo>
                  <a:lnTo>
                    <a:pt x="778156" y="1363985"/>
                  </a:lnTo>
                  <a:lnTo>
                    <a:pt x="778135" y="1363997"/>
                  </a:lnTo>
                  <a:lnTo>
                    <a:pt x="778088" y="1364010"/>
                  </a:lnTo>
                  <a:lnTo>
                    <a:pt x="778049" y="1364021"/>
                  </a:lnTo>
                  <a:lnTo>
                    <a:pt x="778017" y="1364029"/>
                  </a:lnTo>
                  <a:lnTo>
                    <a:pt x="777966" y="1364033"/>
                  </a:lnTo>
                  <a:lnTo>
                    <a:pt x="777919" y="1364038"/>
                  </a:lnTo>
                  <a:lnTo>
                    <a:pt x="777872" y="1364040"/>
                  </a:lnTo>
                  <a:lnTo>
                    <a:pt x="777800" y="1364037"/>
                  </a:lnTo>
                  <a:lnTo>
                    <a:pt x="777715" y="1364030"/>
                  </a:lnTo>
                  <a:lnTo>
                    <a:pt x="777671" y="1364027"/>
                  </a:lnTo>
                  <a:lnTo>
                    <a:pt x="777637" y="1364027"/>
                  </a:lnTo>
                  <a:lnTo>
                    <a:pt x="777598" y="1364018"/>
                  </a:lnTo>
                  <a:lnTo>
                    <a:pt x="777563" y="1364005"/>
                  </a:lnTo>
                  <a:lnTo>
                    <a:pt x="777533" y="1363991"/>
                  </a:lnTo>
                  <a:lnTo>
                    <a:pt x="777501" y="1363972"/>
                  </a:lnTo>
                  <a:lnTo>
                    <a:pt x="777479" y="1363965"/>
                  </a:lnTo>
                  <a:lnTo>
                    <a:pt x="777466" y="1363962"/>
                  </a:lnTo>
                  <a:lnTo>
                    <a:pt x="777450" y="1363966"/>
                  </a:lnTo>
                  <a:lnTo>
                    <a:pt x="777412" y="1363978"/>
                  </a:lnTo>
                  <a:lnTo>
                    <a:pt x="777380" y="1363993"/>
                  </a:lnTo>
                  <a:lnTo>
                    <a:pt x="777354" y="1364005"/>
                  </a:lnTo>
                  <a:lnTo>
                    <a:pt x="777329" y="1364019"/>
                  </a:lnTo>
                  <a:lnTo>
                    <a:pt x="777292" y="1364039"/>
                  </a:lnTo>
                  <a:lnTo>
                    <a:pt x="777255" y="1364068"/>
                  </a:lnTo>
                  <a:lnTo>
                    <a:pt x="777213" y="1364100"/>
                  </a:lnTo>
                  <a:lnTo>
                    <a:pt x="777191" y="1364122"/>
                  </a:lnTo>
                  <a:lnTo>
                    <a:pt x="777171" y="1364142"/>
                  </a:lnTo>
                  <a:lnTo>
                    <a:pt x="777127" y="1364175"/>
                  </a:lnTo>
                  <a:lnTo>
                    <a:pt x="777110" y="1364194"/>
                  </a:lnTo>
                  <a:lnTo>
                    <a:pt x="777089" y="1364219"/>
                  </a:lnTo>
                  <a:lnTo>
                    <a:pt x="777068" y="1364236"/>
                  </a:lnTo>
                  <a:lnTo>
                    <a:pt x="777043" y="1364261"/>
                  </a:lnTo>
                  <a:lnTo>
                    <a:pt x="777025" y="1364278"/>
                  </a:lnTo>
                  <a:lnTo>
                    <a:pt x="776991" y="1364305"/>
                  </a:lnTo>
                  <a:lnTo>
                    <a:pt x="776941" y="1364350"/>
                  </a:lnTo>
                  <a:lnTo>
                    <a:pt x="776918" y="1364363"/>
                  </a:lnTo>
                  <a:lnTo>
                    <a:pt x="776892" y="1364379"/>
                  </a:lnTo>
                  <a:lnTo>
                    <a:pt x="776879" y="1364381"/>
                  </a:lnTo>
                  <a:lnTo>
                    <a:pt x="776860" y="1364380"/>
                  </a:lnTo>
                  <a:lnTo>
                    <a:pt x="776841" y="1364373"/>
                  </a:lnTo>
                  <a:lnTo>
                    <a:pt x="776814" y="1364356"/>
                  </a:lnTo>
                  <a:lnTo>
                    <a:pt x="776782" y="1364345"/>
                  </a:lnTo>
                  <a:lnTo>
                    <a:pt x="776750" y="1364328"/>
                  </a:lnTo>
                  <a:lnTo>
                    <a:pt x="776700" y="1364315"/>
                  </a:lnTo>
                  <a:lnTo>
                    <a:pt x="776662" y="1364300"/>
                  </a:lnTo>
                  <a:lnTo>
                    <a:pt x="776587" y="1364285"/>
                  </a:lnTo>
                  <a:lnTo>
                    <a:pt x="776540" y="1364282"/>
                  </a:lnTo>
                  <a:lnTo>
                    <a:pt x="776502" y="1364283"/>
                  </a:lnTo>
                  <a:lnTo>
                    <a:pt x="776475" y="1364288"/>
                  </a:lnTo>
                  <a:lnTo>
                    <a:pt x="776448" y="1364289"/>
                  </a:lnTo>
                  <a:lnTo>
                    <a:pt x="776425" y="1364286"/>
                  </a:lnTo>
                  <a:lnTo>
                    <a:pt x="776418" y="1364284"/>
                  </a:lnTo>
                  <a:lnTo>
                    <a:pt x="776412" y="1364275"/>
                  </a:lnTo>
                  <a:lnTo>
                    <a:pt x="776408" y="1364259"/>
                  </a:lnTo>
                  <a:lnTo>
                    <a:pt x="776407" y="1364219"/>
                  </a:lnTo>
                  <a:lnTo>
                    <a:pt x="776402" y="1364190"/>
                  </a:lnTo>
                  <a:lnTo>
                    <a:pt x="776401" y="1364134"/>
                  </a:lnTo>
                  <a:lnTo>
                    <a:pt x="776402" y="1364090"/>
                  </a:lnTo>
                  <a:lnTo>
                    <a:pt x="776399" y="1364060"/>
                  </a:lnTo>
                  <a:lnTo>
                    <a:pt x="776390" y="1364014"/>
                  </a:lnTo>
                  <a:lnTo>
                    <a:pt x="776387" y="1363989"/>
                  </a:lnTo>
                  <a:lnTo>
                    <a:pt x="776378" y="1363963"/>
                  </a:lnTo>
                  <a:lnTo>
                    <a:pt x="776361" y="1363939"/>
                  </a:lnTo>
                  <a:lnTo>
                    <a:pt x="776346" y="1363919"/>
                  </a:lnTo>
                  <a:lnTo>
                    <a:pt x="776322" y="1363889"/>
                  </a:lnTo>
                  <a:lnTo>
                    <a:pt x="776292" y="1363856"/>
                  </a:lnTo>
                  <a:lnTo>
                    <a:pt x="776263" y="1363838"/>
                  </a:lnTo>
                  <a:lnTo>
                    <a:pt x="776211" y="1363781"/>
                  </a:lnTo>
                  <a:lnTo>
                    <a:pt x="776165" y="1363737"/>
                  </a:lnTo>
                  <a:lnTo>
                    <a:pt x="776116" y="1363693"/>
                  </a:lnTo>
                  <a:lnTo>
                    <a:pt x="776088" y="1363666"/>
                  </a:lnTo>
                  <a:lnTo>
                    <a:pt x="776047" y="1363632"/>
                  </a:lnTo>
                  <a:lnTo>
                    <a:pt x="775994" y="1363586"/>
                  </a:lnTo>
                  <a:lnTo>
                    <a:pt x="775970" y="1363560"/>
                  </a:lnTo>
                  <a:lnTo>
                    <a:pt x="775965" y="1363550"/>
                  </a:lnTo>
                  <a:lnTo>
                    <a:pt x="775961" y="1363540"/>
                  </a:lnTo>
                  <a:lnTo>
                    <a:pt x="775962" y="1363527"/>
                  </a:lnTo>
                  <a:lnTo>
                    <a:pt x="775974" y="1363502"/>
                  </a:lnTo>
                  <a:lnTo>
                    <a:pt x="775999" y="1363471"/>
                  </a:lnTo>
                  <a:lnTo>
                    <a:pt x="776016" y="1363451"/>
                  </a:lnTo>
                  <a:lnTo>
                    <a:pt x="776030" y="1363428"/>
                  </a:lnTo>
                  <a:lnTo>
                    <a:pt x="776044" y="1363401"/>
                  </a:lnTo>
                  <a:lnTo>
                    <a:pt x="776045" y="1363381"/>
                  </a:lnTo>
                  <a:lnTo>
                    <a:pt x="776041" y="1363363"/>
                  </a:lnTo>
                  <a:lnTo>
                    <a:pt x="776029" y="1363346"/>
                  </a:lnTo>
                  <a:lnTo>
                    <a:pt x="776014" y="1363326"/>
                  </a:lnTo>
                  <a:lnTo>
                    <a:pt x="775990" y="1363307"/>
                  </a:lnTo>
                  <a:lnTo>
                    <a:pt x="775969" y="1363291"/>
                  </a:lnTo>
                  <a:lnTo>
                    <a:pt x="775931" y="1363265"/>
                  </a:lnTo>
                  <a:lnTo>
                    <a:pt x="775878" y="1363228"/>
                  </a:lnTo>
                  <a:lnTo>
                    <a:pt x="775846" y="1363198"/>
                  </a:lnTo>
                  <a:lnTo>
                    <a:pt x="775820" y="1363169"/>
                  </a:lnTo>
                  <a:lnTo>
                    <a:pt x="775795" y="1363140"/>
                  </a:lnTo>
                  <a:lnTo>
                    <a:pt x="775777" y="1363117"/>
                  </a:lnTo>
                  <a:lnTo>
                    <a:pt x="775760" y="1363087"/>
                  </a:lnTo>
                  <a:lnTo>
                    <a:pt x="775740" y="1363057"/>
                  </a:lnTo>
                  <a:lnTo>
                    <a:pt x="775699" y="1363017"/>
                  </a:lnTo>
                  <a:lnTo>
                    <a:pt x="775672" y="1362993"/>
                  </a:lnTo>
                  <a:lnTo>
                    <a:pt x="775644" y="1362970"/>
                  </a:lnTo>
                  <a:lnTo>
                    <a:pt x="775627" y="1362961"/>
                  </a:lnTo>
                  <a:lnTo>
                    <a:pt x="775606" y="1362953"/>
                  </a:lnTo>
                  <a:lnTo>
                    <a:pt x="775591" y="1362937"/>
                  </a:lnTo>
                  <a:lnTo>
                    <a:pt x="775583" y="1362920"/>
                  </a:lnTo>
                  <a:lnTo>
                    <a:pt x="775568" y="1362892"/>
                  </a:lnTo>
                  <a:lnTo>
                    <a:pt x="775555" y="1362867"/>
                  </a:lnTo>
                  <a:lnTo>
                    <a:pt x="775523" y="1362834"/>
                  </a:lnTo>
                  <a:lnTo>
                    <a:pt x="775507" y="1362817"/>
                  </a:lnTo>
                  <a:lnTo>
                    <a:pt x="775490" y="1362808"/>
                  </a:lnTo>
                  <a:lnTo>
                    <a:pt x="775479" y="1362807"/>
                  </a:lnTo>
                  <a:lnTo>
                    <a:pt x="775471" y="1362807"/>
                  </a:lnTo>
                  <a:lnTo>
                    <a:pt x="775455" y="1362817"/>
                  </a:lnTo>
                  <a:lnTo>
                    <a:pt x="775443" y="1362821"/>
                  </a:lnTo>
                  <a:lnTo>
                    <a:pt x="775409" y="1362824"/>
                  </a:lnTo>
                  <a:lnTo>
                    <a:pt x="775387" y="1362823"/>
                  </a:lnTo>
                  <a:lnTo>
                    <a:pt x="775372" y="1362820"/>
                  </a:lnTo>
                  <a:lnTo>
                    <a:pt x="775335" y="1362805"/>
                  </a:lnTo>
                  <a:lnTo>
                    <a:pt x="775308" y="1362794"/>
                  </a:lnTo>
                  <a:lnTo>
                    <a:pt x="775294" y="1362788"/>
                  </a:lnTo>
                  <a:lnTo>
                    <a:pt x="775286" y="1362781"/>
                  </a:lnTo>
                  <a:lnTo>
                    <a:pt x="775279" y="1362770"/>
                  </a:lnTo>
                  <a:lnTo>
                    <a:pt x="775276" y="1362756"/>
                  </a:lnTo>
                  <a:lnTo>
                    <a:pt x="775273" y="1362721"/>
                  </a:lnTo>
                  <a:lnTo>
                    <a:pt x="775266" y="1362690"/>
                  </a:lnTo>
                  <a:lnTo>
                    <a:pt x="775261" y="1362671"/>
                  </a:lnTo>
                  <a:lnTo>
                    <a:pt x="775249" y="1362652"/>
                  </a:lnTo>
                  <a:lnTo>
                    <a:pt x="775235" y="1362640"/>
                  </a:lnTo>
                  <a:lnTo>
                    <a:pt x="775212" y="1362624"/>
                  </a:lnTo>
                  <a:lnTo>
                    <a:pt x="775195" y="1362605"/>
                  </a:lnTo>
                  <a:lnTo>
                    <a:pt x="775190" y="1362598"/>
                  </a:lnTo>
                  <a:lnTo>
                    <a:pt x="775188" y="1362586"/>
                  </a:lnTo>
                  <a:lnTo>
                    <a:pt x="775186" y="1362565"/>
                  </a:lnTo>
                  <a:lnTo>
                    <a:pt x="775188" y="1362541"/>
                  </a:lnTo>
                  <a:lnTo>
                    <a:pt x="775186" y="1362516"/>
                  </a:lnTo>
                  <a:lnTo>
                    <a:pt x="775182" y="1362490"/>
                  </a:lnTo>
                  <a:lnTo>
                    <a:pt x="775181" y="1362480"/>
                  </a:lnTo>
                  <a:lnTo>
                    <a:pt x="775182" y="1362472"/>
                  </a:lnTo>
                  <a:lnTo>
                    <a:pt x="775192" y="1362453"/>
                  </a:lnTo>
                  <a:lnTo>
                    <a:pt x="775198" y="1362426"/>
                  </a:lnTo>
                  <a:lnTo>
                    <a:pt x="775200" y="1362406"/>
                  </a:lnTo>
                  <a:lnTo>
                    <a:pt x="775198" y="1362390"/>
                  </a:lnTo>
                  <a:lnTo>
                    <a:pt x="775192" y="1362368"/>
                  </a:lnTo>
                  <a:lnTo>
                    <a:pt x="775188" y="1362340"/>
                  </a:lnTo>
                  <a:lnTo>
                    <a:pt x="775176" y="1362317"/>
                  </a:lnTo>
                  <a:lnTo>
                    <a:pt x="775153" y="1362282"/>
                  </a:lnTo>
                  <a:lnTo>
                    <a:pt x="775140" y="1362252"/>
                  </a:lnTo>
                  <a:lnTo>
                    <a:pt x="775130" y="1362231"/>
                  </a:lnTo>
                  <a:lnTo>
                    <a:pt x="775113" y="1362204"/>
                  </a:lnTo>
                  <a:lnTo>
                    <a:pt x="775099" y="1362178"/>
                  </a:lnTo>
                  <a:lnTo>
                    <a:pt x="775077" y="1362152"/>
                  </a:lnTo>
                  <a:lnTo>
                    <a:pt x="775058" y="1362134"/>
                  </a:lnTo>
                  <a:lnTo>
                    <a:pt x="775031" y="1362108"/>
                  </a:lnTo>
                  <a:lnTo>
                    <a:pt x="775001" y="1362089"/>
                  </a:lnTo>
                  <a:lnTo>
                    <a:pt x="774973" y="1362074"/>
                  </a:lnTo>
                  <a:lnTo>
                    <a:pt x="774937" y="1362069"/>
                  </a:lnTo>
                  <a:lnTo>
                    <a:pt x="774905" y="1362067"/>
                  </a:lnTo>
                  <a:lnTo>
                    <a:pt x="774881" y="1362054"/>
                  </a:lnTo>
                  <a:lnTo>
                    <a:pt x="774862" y="1362044"/>
                  </a:lnTo>
                  <a:lnTo>
                    <a:pt x="774850" y="1362033"/>
                  </a:lnTo>
                  <a:lnTo>
                    <a:pt x="774834" y="1362006"/>
                  </a:lnTo>
                  <a:lnTo>
                    <a:pt x="774820" y="1361981"/>
                  </a:lnTo>
                  <a:lnTo>
                    <a:pt x="774797" y="1361940"/>
                  </a:lnTo>
                  <a:lnTo>
                    <a:pt x="774762" y="1361862"/>
                  </a:lnTo>
                  <a:lnTo>
                    <a:pt x="774735" y="1361809"/>
                  </a:lnTo>
                  <a:lnTo>
                    <a:pt x="774708" y="1361764"/>
                  </a:lnTo>
                  <a:lnTo>
                    <a:pt x="774695" y="1361745"/>
                  </a:lnTo>
                  <a:lnTo>
                    <a:pt x="774686" y="1361737"/>
                  </a:lnTo>
                  <a:lnTo>
                    <a:pt x="774675" y="1361735"/>
                  </a:lnTo>
                  <a:lnTo>
                    <a:pt x="774657" y="1361735"/>
                  </a:lnTo>
                  <a:lnTo>
                    <a:pt x="774634" y="1361740"/>
                  </a:lnTo>
                  <a:lnTo>
                    <a:pt x="774591" y="1361752"/>
                  </a:lnTo>
                  <a:lnTo>
                    <a:pt x="774561" y="1361760"/>
                  </a:lnTo>
                  <a:lnTo>
                    <a:pt x="774511" y="1361770"/>
                  </a:lnTo>
                  <a:lnTo>
                    <a:pt x="774471" y="1361785"/>
                  </a:lnTo>
                  <a:lnTo>
                    <a:pt x="774444" y="1361797"/>
                  </a:lnTo>
                  <a:lnTo>
                    <a:pt x="774410" y="1361822"/>
                  </a:lnTo>
                  <a:lnTo>
                    <a:pt x="774386" y="1361840"/>
                  </a:lnTo>
                  <a:lnTo>
                    <a:pt x="774365" y="1361861"/>
                  </a:lnTo>
                  <a:lnTo>
                    <a:pt x="774346" y="1361875"/>
                  </a:lnTo>
                  <a:lnTo>
                    <a:pt x="774312" y="1361885"/>
                  </a:lnTo>
                  <a:lnTo>
                    <a:pt x="774268" y="1361901"/>
                  </a:lnTo>
                  <a:lnTo>
                    <a:pt x="774240" y="1361909"/>
                  </a:lnTo>
                  <a:lnTo>
                    <a:pt x="774200" y="1361913"/>
                  </a:lnTo>
                  <a:lnTo>
                    <a:pt x="774168" y="1361916"/>
                  </a:lnTo>
                  <a:lnTo>
                    <a:pt x="774109" y="1361925"/>
                  </a:lnTo>
                  <a:lnTo>
                    <a:pt x="774071" y="1361931"/>
                  </a:lnTo>
                  <a:lnTo>
                    <a:pt x="774004" y="1361943"/>
                  </a:lnTo>
                  <a:lnTo>
                    <a:pt x="773953" y="1361957"/>
                  </a:lnTo>
                  <a:lnTo>
                    <a:pt x="773901" y="1361969"/>
                  </a:lnTo>
                  <a:lnTo>
                    <a:pt x="773855" y="1361981"/>
                  </a:lnTo>
                  <a:lnTo>
                    <a:pt x="773782" y="1361993"/>
                  </a:lnTo>
                  <a:lnTo>
                    <a:pt x="773731" y="1362004"/>
                  </a:lnTo>
                  <a:lnTo>
                    <a:pt x="773706" y="1362005"/>
                  </a:lnTo>
                  <a:lnTo>
                    <a:pt x="773683" y="1362002"/>
                  </a:lnTo>
                  <a:lnTo>
                    <a:pt x="773665" y="1361994"/>
                  </a:lnTo>
                  <a:lnTo>
                    <a:pt x="773646" y="1361976"/>
                  </a:lnTo>
                  <a:lnTo>
                    <a:pt x="773622" y="1361947"/>
                  </a:lnTo>
                  <a:lnTo>
                    <a:pt x="773605" y="1361929"/>
                  </a:lnTo>
                  <a:lnTo>
                    <a:pt x="773580" y="1361901"/>
                  </a:lnTo>
                  <a:lnTo>
                    <a:pt x="773555" y="1361872"/>
                  </a:lnTo>
                  <a:lnTo>
                    <a:pt x="773529" y="1361846"/>
                  </a:lnTo>
                  <a:lnTo>
                    <a:pt x="773493" y="1361818"/>
                  </a:lnTo>
                  <a:lnTo>
                    <a:pt x="773455" y="1361789"/>
                  </a:lnTo>
                  <a:lnTo>
                    <a:pt x="773433" y="1361770"/>
                  </a:lnTo>
                  <a:lnTo>
                    <a:pt x="773423" y="1361758"/>
                  </a:lnTo>
                  <a:lnTo>
                    <a:pt x="773411" y="1361733"/>
                  </a:lnTo>
                  <a:lnTo>
                    <a:pt x="773385" y="1361695"/>
                  </a:lnTo>
                  <a:lnTo>
                    <a:pt x="773357" y="1361649"/>
                  </a:lnTo>
                  <a:lnTo>
                    <a:pt x="773320" y="1361591"/>
                  </a:lnTo>
                  <a:lnTo>
                    <a:pt x="773301" y="1361551"/>
                  </a:lnTo>
                  <a:lnTo>
                    <a:pt x="773285" y="1361530"/>
                  </a:lnTo>
                  <a:lnTo>
                    <a:pt x="773256" y="1361468"/>
                  </a:lnTo>
                  <a:lnTo>
                    <a:pt x="773237" y="1361427"/>
                  </a:lnTo>
                  <a:lnTo>
                    <a:pt x="773214" y="1361378"/>
                  </a:lnTo>
                  <a:lnTo>
                    <a:pt x="773210" y="1361356"/>
                  </a:lnTo>
                  <a:lnTo>
                    <a:pt x="773204" y="1361334"/>
                  </a:lnTo>
                  <a:lnTo>
                    <a:pt x="773184" y="1361305"/>
                  </a:lnTo>
                  <a:lnTo>
                    <a:pt x="773165" y="1361279"/>
                  </a:lnTo>
                  <a:lnTo>
                    <a:pt x="773153" y="1361270"/>
                  </a:lnTo>
                  <a:lnTo>
                    <a:pt x="773127" y="1361254"/>
                  </a:lnTo>
                  <a:lnTo>
                    <a:pt x="773104" y="1361248"/>
                  </a:lnTo>
                  <a:lnTo>
                    <a:pt x="773064" y="1361239"/>
                  </a:lnTo>
                  <a:lnTo>
                    <a:pt x="773024" y="1361229"/>
                  </a:lnTo>
                  <a:lnTo>
                    <a:pt x="772984" y="1361216"/>
                  </a:lnTo>
                  <a:lnTo>
                    <a:pt x="772944" y="1361202"/>
                  </a:lnTo>
                  <a:lnTo>
                    <a:pt x="772907" y="1361191"/>
                  </a:lnTo>
                  <a:lnTo>
                    <a:pt x="772864" y="1361174"/>
                  </a:lnTo>
                  <a:lnTo>
                    <a:pt x="772832" y="1361163"/>
                  </a:lnTo>
                  <a:lnTo>
                    <a:pt x="772811" y="1361157"/>
                  </a:lnTo>
                  <a:lnTo>
                    <a:pt x="772776" y="1361154"/>
                  </a:lnTo>
                  <a:lnTo>
                    <a:pt x="772739" y="1361154"/>
                  </a:lnTo>
                  <a:lnTo>
                    <a:pt x="772664" y="1361156"/>
                  </a:lnTo>
                  <a:lnTo>
                    <a:pt x="772651" y="1361156"/>
                  </a:lnTo>
                  <a:lnTo>
                    <a:pt x="772645" y="1361157"/>
                  </a:lnTo>
                  <a:lnTo>
                    <a:pt x="772632" y="1361173"/>
                  </a:lnTo>
                  <a:lnTo>
                    <a:pt x="772588" y="1361213"/>
                  </a:lnTo>
                  <a:lnTo>
                    <a:pt x="772552" y="1361244"/>
                  </a:lnTo>
                  <a:lnTo>
                    <a:pt x="772520" y="1361267"/>
                  </a:lnTo>
                  <a:lnTo>
                    <a:pt x="772498" y="1361286"/>
                  </a:lnTo>
                  <a:lnTo>
                    <a:pt x="772474" y="1361302"/>
                  </a:lnTo>
                  <a:lnTo>
                    <a:pt x="772430" y="1361311"/>
                  </a:lnTo>
                  <a:lnTo>
                    <a:pt x="772401" y="1361316"/>
                  </a:lnTo>
                  <a:lnTo>
                    <a:pt x="772355" y="1361313"/>
                  </a:lnTo>
                  <a:lnTo>
                    <a:pt x="772321" y="1361302"/>
                  </a:lnTo>
                  <a:lnTo>
                    <a:pt x="772285" y="1361297"/>
                  </a:lnTo>
                  <a:lnTo>
                    <a:pt x="772275" y="1361298"/>
                  </a:lnTo>
                  <a:lnTo>
                    <a:pt x="772251" y="1361302"/>
                  </a:lnTo>
                  <a:lnTo>
                    <a:pt x="772218" y="1361318"/>
                  </a:lnTo>
                  <a:lnTo>
                    <a:pt x="772200" y="1361327"/>
                  </a:lnTo>
                  <a:lnTo>
                    <a:pt x="772184" y="1361335"/>
                  </a:lnTo>
                  <a:lnTo>
                    <a:pt x="772156" y="1361343"/>
                  </a:lnTo>
                  <a:lnTo>
                    <a:pt x="772132" y="1361344"/>
                  </a:lnTo>
                  <a:lnTo>
                    <a:pt x="772111" y="1361342"/>
                  </a:lnTo>
                  <a:lnTo>
                    <a:pt x="772097" y="1361333"/>
                  </a:lnTo>
                  <a:lnTo>
                    <a:pt x="772076" y="1361310"/>
                  </a:lnTo>
                  <a:lnTo>
                    <a:pt x="772051" y="1361274"/>
                  </a:lnTo>
                  <a:lnTo>
                    <a:pt x="772038" y="1361254"/>
                  </a:lnTo>
                  <a:lnTo>
                    <a:pt x="772001" y="1361209"/>
                  </a:lnTo>
                  <a:lnTo>
                    <a:pt x="771964" y="1361159"/>
                  </a:lnTo>
                  <a:lnTo>
                    <a:pt x="771939" y="1361129"/>
                  </a:lnTo>
                  <a:lnTo>
                    <a:pt x="771913" y="1361102"/>
                  </a:lnTo>
                  <a:lnTo>
                    <a:pt x="771890" y="1361077"/>
                  </a:lnTo>
                  <a:lnTo>
                    <a:pt x="771853" y="1361011"/>
                  </a:lnTo>
                  <a:lnTo>
                    <a:pt x="771818" y="1360946"/>
                  </a:lnTo>
                  <a:lnTo>
                    <a:pt x="771803" y="1360902"/>
                  </a:lnTo>
                  <a:lnTo>
                    <a:pt x="771791" y="1360876"/>
                  </a:lnTo>
                  <a:lnTo>
                    <a:pt x="771786" y="1360858"/>
                  </a:lnTo>
                  <a:lnTo>
                    <a:pt x="771783" y="1360828"/>
                  </a:lnTo>
                  <a:lnTo>
                    <a:pt x="771774" y="1360804"/>
                  </a:lnTo>
                  <a:lnTo>
                    <a:pt x="771758" y="1360776"/>
                  </a:lnTo>
                  <a:lnTo>
                    <a:pt x="771752" y="1360771"/>
                  </a:lnTo>
                  <a:lnTo>
                    <a:pt x="771744" y="1360770"/>
                  </a:lnTo>
                  <a:lnTo>
                    <a:pt x="771736" y="1360776"/>
                  </a:lnTo>
                  <a:lnTo>
                    <a:pt x="771716" y="1360786"/>
                  </a:lnTo>
                  <a:lnTo>
                    <a:pt x="771677" y="1360797"/>
                  </a:lnTo>
                  <a:lnTo>
                    <a:pt x="771645" y="1360803"/>
                  </a:lnTo>
                  <a:lnTo>
                    <a:pt x="771613" y="1360814"/>
                  </a:lnTo>
                  <a:lnTo>
                    <a:pt x="771571" y="1360832"/>
                  </a:lnTo>
                  <a:lnTo>
                    <a:pt x="771545" y="1360847"/>
                  </a:lnTo>
                  <a:lnTo>
                    <a:pt x="771531" y="1360863"/>
                  </a:lnTo>
                  <a:lnTo>
                    <a:pt x="771522" y="1360896"/>
                  </a:lnTo>
                  <a:lnTo>
                    <a:pt x="771513" y="1360923"/>
                  </a:lnTo>
                  <a:lnTo>
                    <a:pt x="771512" y="1360943"/>
                  </a:lnTo>
                  <a:lnTo>
                    <a:pt x="771504" y="1360985"/>
                  </a:lnTo>
                  <a:lnTo>
                    <a:pt x="771483" y="1361064"/>
                  </a:lnTo>
                  <a:lnTo>
                    <a:pt x="771472" y="1361139"/>
                  </a:lnTo>
                  <a:lnTo>
                    <a:pt x="771463" y="1361193"/>
                  </a:lnTo>
                  <a:lnTo>
                    <a:pt x="771456" y="1361227"/>
                  </a:lnTo>
                  <a:lnTo>
                    <a:pt x="771444" y="1361274"/>
                  </a:lnTo>
                  <a:lnTo>
                    <a:pt x="771424" y="1361329"/>
                  </a:lnTo>
                  <a:lnTo>
                    <a:pt x="771415" y="1361365"/>
                  </a:lnTo>
                  <a:lnTo>
                    <a:pt x="771409" y="1361392"/>
                  </a:lnTo>
                  <a:lnTo>
                    <a:pt x="771392" y="1361430"/>
                  </a:lnTo>
                  <a:lnTo>
                    <a:pt x="771362" y="1361487"/>
                  </a:lnTo>
                  <a:lnTo>
                    <a:pt x="771356" y="1361518"/>
                  </a:lnTo>
                  <a:lnTo>
                    <a:pt x="771350" y="1361531"/>
                  </a:lnTo>
                  <a:lnTo>
                    <a:pt x="771336" y="1361549"/>
                  </a:lnTo>
                  <a:lnTo>
                    <a:pt x="771310" y="1361572"/>
                  </a:lnTo>
                  <a:lnTo>
                    <a:pt x="771290" y="1361583"/>
                  </a:lnTo>
                  <a:lnTo>
                    <a:pt x="771257" y="1361601"/>
                  </a:lnTo>
                  <a:lnTo>
                    <a:pt x="771248" y="1361609"/>
                  </a:lnTo>
                  <a:lnTo>
                    <a:pt x="771240" y="1361621"/>
                  </a:lnTo>
                  <a:lnTo>
                    <a:pt x="771235" y="1361644"/>
                  </a:lnTo>
                  <a:lnTo>
                    <a:pt x="771234" y="1361699"/>
                  </a:lnTo>
                  <a:lnTo>
                    <a:pt x="771229" y="1361718"/>
                  </a:lnTo>
                  <a:lnTo>
                    <a:pt x="771218" y="1361744"/>
                  </a:lnTo>
                  <a:lnTo>
                    <a:pt x="771212" y="1361765"/>
                  </a:lnTo>
                  <a:lnTo>
                    <a:pt x="771208" y="1361773"/>
                  </a:lnTo>
                  <a:lnTo>
                    <a:pt x="771203" y="1361779"/>
                  </a:lnTo>
                  <a:lnTo>
                    <a:pt x="771194" y="1361787"/>
                  </a:lnTo>
                  <a:lnTo>
                    <a:pt x="771185" y="1361792"/>
                  </a:lnTo>
                  <a:lnTo>
                    <a:pt x="771172" y="1361795"/>
                  </a:lnTo>
                  <a:lnTo>
                    <a:pt x="771149" y="1361800"/>
                  </a:lnTo>
                  <a:lnTo>
                    <a:pt x="771133" y="1361804"/>
                  </a:lnTo>
                  <a:lnTo>
                    <a:pt x="771105" y="1361809"/>
                  </a:lnTo>
                  <a:lnTo>
                    <a:pt x="771056" y="1361814"/>
                  </a:lnTo>
                  <a:lnTo>
                    <a:pt x="771031" y="1361819"/>
                  </a:lnTo>
                  <a:lnTo>
                    <a:pt x="770994" y="1361829"/>
                  </a:lnTo>
                  <a:lnTo>
                    <a:pt x="770955" y="1361835"/>
                  </a:lnTo>
                  <a:lnTo>
                    <a:pt x="770920" y="1361847"/>
                  </a:lnTo>
                  <a:lnTo>
                    <a:pt x="770861" y="1361858"/>
                  </a:lnTo>
                  <a:lnTo>
                    <a:pt x="770834" y="1361863"/>
                  </a:lnTo>
                  <a:lnTo>
                    <a:pt x="770806" y="1361866"/>
                  </a:lnTo>
                  <a:lnTo>
                    <a:pt x="770794" y="1361870"/>
                  </a:lnTo>
                  <a:lnTo>
                    <a:pt x="770779" y="1361882"/>
                  </a:lnTo>
                  <a:lnTo>
                    <a:pt x="770772" y="1361891"/>
                  </a:lnTo>
                  <a:lnTo>
                    <a:pt x="770768" y="1361903"/>
                  </a:lnTo>
                  <a:lnTo>
                    <a:pt x="770764" y="1361933"/>
                  </a:lnTo>
                  <a:lnTo>
                    <a:pt x="770757" y="1361946"/>
                  </a:lnTo>
                  <a:lnTo>
                    <a:pt x="770749" y="1361958"/>
                  </a:lnTo>
                  <a:lnTo>
                    <a:pt x="770725" y="1361970"/>
                  </a:lnTo>
                  <a:lnTo>
                    <a:pt x="770698" y="1361977"/>
                  </a:lnTo>
                  <a:lnTo>
                    <a:pt x="770669" y="1361989"/>
                  </a:lnTo>
                  <a:lnTo>
                    <a:pt x="770647" y="1362001"/>
                  </a:lnTo>
                  <a:lnTo>
                    <a:pt x="770636" y="1362013"/>
                  </a:lnTo>
                  <a:lnTo>
                    <a:pt x="770626" y="1362031"/>
                  </a:lnTo>
                  <a:lnTo>
                    <a:pt x="770604" y="1362072"/>
                  </a:lnTo>
                  <a:lnTo>
                    <a:pt x="770591" y="1362090"/>
                  </a:lnTo>
                  <a:lnTo>
                    <a:pt x="770566" y="1362110"/>
                  </a:lnTo>
                  <a:lnTo>
                    <a:pt x="770542" y="1362123"/>
                  </a:lnTo>
                  <a:lnTo>
                    <a:pt x="770530" y="1362129"/>
                  </a:lnTo>
                  <a:lnTo>
                    <a:pt x="770515" y="1362132"/>
                  </a:lnTo>
                  <a:lnTo>
                    <a:pt x="770494" y="1362128"/>
                  </a:lnTo>
                  <a:lnTo>
                    <a:pt x="770435" y="1362111"/>
                  </a:lnTo>
                  <a:lnTo>
                    <a:pt x="770382" y="1362092"/>
                  </a:lnTo>
                  <a:lnTo>
                    <a:pt x="770335" y="1362067"/>
                  </a:lnTo>
                  <a:lnTo>
                    <a:pt x="770318" y="1362062"/>
                  </a:lnTo>
                  <a:lnTo>
                    <a:pt x="770314" y="1362065"/>
                  </a:lnTo>
                  <a:lnTo>
                    <a:pt x="770328" y="1362086"/>
                  </a:lnTo>
                  <a:lnTo>
                    <a:pt x="770349" y="1362123"/>
                  </a:lnTo>
                  <a:lnTo>
                    <a:pt x="770371" y="1362164"/>
                  </a:lnTo>
                  <a:lnTo>
                    <a:pt x="770387" y="1362201"/>
                  </a:lnTo>
                  <a:lnTo>
                    <a:pt x="770420" y="1362273"/>
                  </a:lnTo>
                  <a:lnTo>
                    <a:pt x="770432" y="1362299"/>
                  </a:lnTo>
                  <a:lnTo>
                    <a:pt x="770452" y="1362323"/>
                  </a:lnTo>
                  <a:lnTo>
                    <a:pt x="770485" y="1362354"/>
                  </a:lnTo>
                  <a:lnTo>
                    <a:pt x="770511" y="1362382"/>
                  </a:lnTo>
                  <a:lnTo>
                    <a:pt x="770522" y="1362402"/>
                  </a:lnTo>
                  <a:lnTo>
                    <a:pt x="770530" y="1362431"/>
                  </a:lnTo>
                  <a:lnTo>
                    <a:pt x="770538" y="1362478"/>
                  </a:lnTo>
                  <a:lnTo>
                    <a:pt x="770553" y="1362513"/>
                  </a:lnTo>
                  <a:lnTo>
                    <a:pt x="770563" y="1362531"/>
                  </a:lnTo>
                  <a:lnTo>
                    <a:pt x="770580" y="1362555"/>
                  </a:lnTo>
                  <a:lnTo>
                    <a:pt x="770598" y="1362583"/>
                  </a:lnTo>
                  <a:lnTo>
                    <a:pt x="770638" y="1362652"/>
                  </a:lnTo>
                  <a:lnTo>
                    <a:pt x="770660" y="1362688"/>
                  </a:lnTo>
                  <a:lnTo>
                    <a:pt x="770683" y="1362717"/>
                  </a:lnTo>
                  <a:lnTo>
                    <a:pt x="770697" y="1362730"/>
                  </a:lnTo>
                  <a:lnTo>
                    <a:pt x="770719" y="1362742"/>
                  </a:lnTo>
                  <a:lnTo>
                    <a:pt x="770747" y="1362756"/>
                  </a:lnTo>
                  <a:lnTo>
                    <a:pt x="770774" y="1362762"/>
                  </a:lnTo>
                  <a:lnTo>
                    <a:pt x="770816" y="1362767"/>
                  </a:lnTo>
                  <a:lnTo>
                    <a:pt x="770852" y="1362772"/>
                  </a:lnTo>
                  <a:lnTo>
                    <a:pt x="770869" y="1362775"/>
                  </a:lnTo>
                  <a:lnTo>
                    <a:pt x="770890" y="1362779"/>
                  </a:lnTo>
                  <a:lnTo>
                    <a:pt x="770910" y="1362788"/>
                  </a:lnTo>
                  <a:lnTo>
                    <a:pt x="770933" y="1362802"/>
                  </a:lnTo>
                  <a:lnTo>
                    <a:pt x="770964" y="1362834"/>
                  </a:lnTo>
                  <a:lnTo>
                    <a:pt x="770986" y="1362863"/>
                  </a:lnTo>
                  <a:lnTo>
                    <a:pt x="770997" y="1362893"/>
                  </a:lnTo>
                  <a:lnTo>
                    <a:pt x="771012" y="1362941"/>
                  </a:lnTo>
                  <a:lnTo>
                    <a:pt x="771041" y="1363004"/>
                  </a:lnTo>
                  <a:lnTo>
                    <a:pt x="771048" y="1363031"/>
                  </a:lnTo>
                  <a:lnTo>
                    <a:pt x="771045" y="1363060"/>
                  </a:lnTo>
                  <a:lnTo>
                    <a:pt x="771044" y="1363081"/>
                  </a:lnTo>
                  <a:lnTo>
                    <a:pt x="771037" y="1363097"/>
                  </a:lnTo>
                  <a:lnTo>
                    <a:pt x="771018" y="1363115"/>
                  </a:lnTo>
                  <a:lnTo>
                    <a:pt x="771006" y="1363125"/>
                  </a:lnTo>
                  <a:lnTo>
                    <a:pt x="770984" y="1363134"/>
                  </a:lnTo>
                  <a:lnTo>
                    <a:pt x="770959" y="1363141"/>
                  </a:lnTo>
                  <a:lnTo>
                    <a:pt x="770912" y="1363150"/>
                  </a:lnTo>
                  <a:lnTo>
                    <a:pt x="770898" y="1363158"/>
                  </a:lnTo>
                  <a:lnTo>
                    <a:pt x="770884" y="1363175"/>
                  </a:lnTo>
                  <a:lnTo>
                    <a:pt x="770875" y="1363196"/>
                  </a:lnTo>
                  <a:lnTo>
                    <a:pt x="770870" y="1363245"/>
                  </a:lnTo>
                  <a:lnTo>
                    <a:pt x="770863" y="1363269"/>
                  </a:lnTo>
                  <a:lnTo>
                    <a:pt x="770857" y="1363294"/>
                  </a:lnTo>
                  <a:lnTo>
                    <a:pt x="770848" y="1363310"/>
                  </a:lnTo>
                  <a:lnTo>
                    <a:pt x="770832" y="1363336"/>
                  </a:lnTo>
                  <a:lnTo>
                    <a:pt x="770814" y="1363354"/>
                  </a:lnTo>
                  <a:lnTo>
                    <a:pt x="770791" y="1363367"/>
                  </a:lnTo>
                  <a:lnTo>
                    <a:pt x="770751" y="1363403"/>
                  </a:lnTo>
                  <a:lnTo>
                    <a:pt x="770730" y="1363420"/>
                  </a:lnTo>
                  <a:lnTo>
                    <a:pt x="770707" y="1363435"/>
                  </a:lnTo>
                  <a:lnTo>
                    <a:pt x="770680" y="1363454"/>
                  </a:lnTo>
                  <a:lnTo>
                    <a:pt x="770647" y="1363478"/>
                  </a:lnTo>
                  <a:lnTo>
                    <a:pt x="770619" y="1363508"/>
                  </a:lnTo>
                  <a:lnTo>
                    <a:pt x="770588" y="1363546"/>
                  </a:lnTo>
                  <a:lnTo>
                    <a:pt x="770564" y="1363581"/>
                  </a:lnTo>
                  <a:lnTo>
                    <a:pt x="770545" y="1363603"/>
                  </a:lnTo>
                  <a:lnTo>
                    <a:pt x="770518" y="1363630"/>
                  </a:lnTo>
                  <a:lnTo>
                    <a:pt x="770492" y="1363648"/>
                  </a:lnTo>
                  <a:lnTo>
                    <a:pt x="770464" y="1363664"/>
                  </a:lnTo>
                  <a:lnTo>
                    <a:pt x="770437" y="1363681"/>
                  </a:lnTo>
                  <a:lnTo>
                    <a:pt x="770422" y="1363693"/>
                  </a:lnTo>
                  <a:lnTo>
                    <a:pt x="770401" y="1363716"/>
                  </a:lnTo>
                  <a:lnTo>
                    <a:pt x="770381" y="1363755"/>
                  </a:lnTo>
                  <a:lnTo>
                    <a:pt x="770357" y="1363781"/>
                  </a:lnTo>
                  <a:lnTo>
                    <a:pt x="770337" y="1363804"/>
                  </a:lnTo>
                  <a:lnTo>
                    <a:pt x="770322" y="1363812"/>
                  </a:lnTo>
                  <a:lnTo>
                    <a:pt x="770303" y="1363822"/>
                  </a:lnTo>
                  <a:lnTo>
                    <a:pt x="770280" y="1363824"/>
                  </a:lnTo>
                  <a:lnTo>
                    <a:pt x="770254" y="1363820"/>
                  </a:lnTo>
                  <a:lnTo>
                    <a:pt x="770218" y="1363817"/>
                  </a:lnTo>
                  <a:lnTo>
                    <a:pt x="770182" y="1363814"/>
                  </a:lnTo>
                  <a:lnTo>
                    <a:pt x="770148" y="1363819"/>
                  </a:lnTo>
                  <a:lnTo>
                    <a:pt x="770128" y="1363826"/>
                  </a:lnTo>
                  <a:lnTo>
                    <a:pt x="770107" y="1363843"/>
                  </a:lnTo>
                  <a:lnTo>
                    <a:pt x="770084" y="1363873"/>
                  </a:lnTo>
                  <a:lnTo>
                    <a:pt x="770070" y="1363894"/>
                  </a:lnTo>
                  <a:lnTo>
                    <a:pt x="770029" y="1363931"/>
                  </a:lnTo>
                  <a:lnTo>
                    <a:pt x="769990" y="1363958"/>
                  </a:lnTo>
                  <a:lnTo>
                    <a:pt x="769956" y="1363981"/>
                  </a:lnTo>
                  <a:lnTo>
                    <a:pt x="769916" y="1364007"/>
                  </a:lnTo>
                  <a:lnTo>
                    <a:pt x="769875" y="1364031"/>
                  </a:lnTo>
                  <a:lnTo>
                    <a:pt x="769856" y="1364049"/>
                  </a:lnTo>
                  <a:lnTo>
                    <a:pt x="769830" y="1364080"/>
                  </a:lnTo>
                  <a:lnTo>
                    <a:pt x="769817" y="1364094"/>
                  </a:lnTo>
                  <a:lnTo>
                    <a:pt x="769810" y="1364096"/>
                  </a:lnTo>
                  <a:lnTo>
                    <a:pt x="769798" y="1364096"/>
                  </a:lnTo>
                  <a:lnTo>
                    <a:pt x="769778" y="1364092"/>
                  </a:lnTo>
                  <a:lnTo>
                    <a:pt x="769765" y="1364089"/>
                  </a:lnTo>
                  <a:lnTo>
                    <a:pt x="769739" y="1364077"/>
                  </a:lnTo>
                  <a:lnTo>
                    <a:pt x="769709" y="1364063"/>
                  </a:lnTo>
                  <a:lnTo>
                    <a:pt x="769677" y="1364045"/>
                  </a:lnTo>
                  <a:lnTo>
                    <a:pt x="769651" y="1364032"/>
                  </a:lnTo>
                  <a:lnTo>
                    <a:pt x="769627" y="1364011"/>
                  </a:lnTo>
                  <a:lnTo>
                    <a:pt x="769612" y="1363998"/>
                  </a:lnTo>
                  <a:lnTo>
                    <a:pt x="769598" y="1363982"/>
                  </a:lnTo>
                  <a:lnTo>
                    <a:pt x="769590" y="1363971"/>
                  </a:lnTo>
                  <a:lnTo>
                    <a:pt x="769577" y="1363955"/>
                  </a:lnTo>
                  <a:lnTo>
                    <a:pt x="769568" y="1363951"/>
                  </a:lnTo>
                  <a:lnTo>
                    <a:pt x="769550" y="1363949"/>
                  </a:lnTo>
                  <a:lnTo>
                    <a:pt x="769516" y="1363946"/>
                  </a:lnTo>
                  <a:lnTo>
                    <a:pt x="769472" y="1363943"/>
                  </a:lnTo>
                  <a:lnTo>
                    <a:pt x="769465" y="1363942"/>
                  </a:lnTo>
                  <a:lnTo>
                    <a:pt x="769442" y="1363924"/>
                  </a:lnTo>
                  <a:lnTo>
                    <a:pt x="769433" y="1363913"/>
                  </a:lnTo>
                  <a:lnTo>
                    <a:pt x="769404" y="1363888"/>
                  </a:lnTo>
                  <a:lnTo>
                    <a:pt x="769387" y="1363879"/>
                  </a:lnTo>
                  <a:lnTo>
                    <a:pt x="769376" y="1363879"/>
                  </a:lnTo>
                  <a:lnTo>
                    <a:pt x="769364" y="1363881"/>
                  </a:lnTo>
                  <a:lnTo>
                    <a:pt x="769346" y="1363899"/>
                  </a:lnTo>
                  <a:lnTo>
                    <a:pt x="769321" y="1363934"/>
                  </a:lnTo>
                  <a:lnTo>
                    <a:pt x="769306" y="1363968"/>
                  </a:lnTo>
                  <a:lnTo>
                    <a:pt x="769289" y="1363991"/>
                  </a:lnTo>
                  <a:lnTo>
                    <a:pt x="769270" y="1364012"/>
                  </a:lnTo>
                  <a:lnTo>
                    <a:pt x="769251" y="1364032"/>
                  </a:lnTo>
                  <a:lnTo>
                    <a:pt x="769222" y="1364055"/>
                  </a:lnTo>
                  <a:lnTo>
                    <a:pt x="769201" y="1364066"/>
                  </a:lnTo>
                  <a:lnTo>
                    <a:pt x="769183" y="1364072"/>
                  </a:lnTo>
                  <a:lnTo>
                    <a:pt x="769173" y="1364074"/>
                  </a:lnTo>
                  <a:lnTo>
                    <a:pt x="769162" y="1364073"/>
                  </a:lnTo>
                  <a:lnTo>
                    <a:pt x="769146" y="1364066"/>
                  </a:lnTo>
                  <a:lnTo>
                    <a:pt x="769130" y="1364057"/>
                  </a:lnTo>
                  <a:lnTo>
                    <a:pt x="769117" y="1364055"/>
                  </a:lnTo>
                  <a:lnTo>
                    <a:pt x="769101" y="1364056"/>
                  </a:lnTo>
                  <a:lnTo>
                    <a:pt x="769091" y="1364064"/>
                  </a:lnTo>
                  <a:lnTo>
                    <a:pt x="769075" y="1364085"/>
                  </a:lnTo>
                  <a:lnTo>
                    <a:pt x="769062" y="1364096"/>
                  </a:lnTo>
                  <a:lnTo>
                    <a:pt x="769046" y="1364107"/>
                  </a:lnTo>
                  <a:lnTo>
                    <a:pt x="769031" y="1364113"/>
                  </a:lnTo>
                  <a:lnTo>
                    <a:pt x="769014" y="1364115"/>
                  </a:lnTo>
                  <a:lnTo>
                    <a:pt x="768984" y="1364130"/>
                  </a:lnTo>
                  <a:lnTo>
                    <a:pt x="768952" y="1364146"/>
                  </a:lnTo>
                  <a:lnTo>
                    <a:pt x="768942" y="1364158"/>
                  </a:lnTo>
                  <a:lnTo>
                    <a:pt x="768925" y="1364179"/>
                  </a:lnTo>
                  <a:lnTo>
                    <a:pt x="768911" y="1364207"/>
                  </a:lnTo>
                  <a:lnTo>
                    <a:pt x="768890" y="1364238"/>
                  </a:lnTo>
                  <a:lnTo>
                    <a:pt x="768881" y="1364258"/>
                  </a:lnTo>
                  <a:lnTo>
                    <a:pt x="768875" y="1364278"/>
                  </a:lnTo>
                  <a:lnTo>
                    <a:pt x="768872" y="1364311"/>
                  </a:lnTo>
                  <a:lnTo>
                    <a:pt x="768866" y="1364343"/>
                  </a:lnTo>
                  <a:lnTo>
                    <a:pt x="768858" y="1364355"/>
                  </a:lnTo>
                  <a:lnTo>
                    <a:pt x="768844" y="1364366"/>
                  </a:lnTo>
                  <a:lnTo>
                    <a:pt x="768820" y="1364373"/>
                  </a:lnTo>
                  <a:lnTo>
                    <a:pt x="768780" y="1364379"/>
                  </a:lnTo>
                  <a:lnTo>
                    <a:pt x="768728" y="1364380"/>
                  </a:lnTo>
                  <a:lnTo>
                    <a:pt x="768710" y="1364383"/>
                  </a:lnTo>
                  <a:lnTo>
                    <a:pt x="768687" y="1364396"/>
                  </a:lnTo>
                  <a:lnTo>
                    <a:pt x="768672" y="1364409"/>
                  </a:lnTo>
                  <a:lnTo>
                    <a:pt x="768653" y="1364422"/>
                  </a:lnTo>
                  <a:lnTo>
                    <a:pt x="768625" y="1364444"/>
                  </a:lnTo>
                  <a:lnTo>
                    <a:pt x="768607" y="1364454"/>
                  </a:lnTo>
                  <a:lnTo>
                    <a:pt x="768593" y="1364460"/>
                  </a:lnTo>
                  <a:lnTo>
                    <a:pt x="768588" y="1364467"/>
                  </a:lnTo>
                  <a:lnTo>
                    <a:pt x="768585" y="1364475"/>
                  </a:lnTo>
                  <a:lnTo>
                    <a:pt x="768581" y="1364498"/>
                  </a:lnTo>
                  <a:lnTo>
                    <a:pt x="768575" y="1364518"/>
                  </a:lnTo>
                  <a:lnTo>
                    <a:pt x="768568" y="1364536"/>
                  </a:lnTo>
                  <a:lnTo>
                    <a:pt x="768556" y="1364568"/>
                  </a:lnTo>
                  <a:lnTo>
                    <a:pt x="768540" y="1364590"/>
                  </a:lnTo>
                  <a:lnTo>
                    <a:pt x="768510" y="1364634"/>
                  </a:lnTo>
                  <a:lnTo>
                    <a:pt x="768473" y="1364676"/>
                  </a:lnTo>
                  <a:lnTo>
                    <a:pt x="768447" y="1364703"/>
                  </a:lnTo>
                  <a:lnTo>
                    <a:pt x="768423" y="1364727"/>
                  </a:lnTo>
                  <a:lnTo>
                    <a:pt x="768398" y="1364739"/>
                  </a:lnTo>
                  <a:lnTo>
                    <a:pt x="768368" y="1364754"/>
                  </a:lnTo>
                  <a:lnTo>
                    <a:pt x="768341" y="1364773"/>
                  </a:lnTo>
                  <a:lnTo>
                    <a:pt x="768318" y="1364791"/>
                  </a:lnTo>
                  <a:lnTo>
                    <a:pt x="768293" y="1364808"/>
                  </a:lnTo>
                  <a:lnTo>
                    <a:pt x="768274" y="1364818"/>
                  </a:lnTo>
                  <a:lnTo>
                    <a:pt x="768246" y="1364821"/>
                  </a:lnTo>
                  <a:lnTo>
                    <a:pt x="768211" y="1364826"/>
                  </a:lnTo>
                  <a:lnTo>
                    <a:pt x="768189" y="1364834"/>
                  </a:lnTo>
                  <a:lnTo>
                    <a:pt x="768146" y="1364856"/>
                  </a:lnTo>
                  <a:lnTo>
                    <a:pt x="768116" y="1364876"/>
                  </a:lnTo>
                  <a:lnTo>
                    <a:pt x="768100" y="1364891"/>
                  </a:lnTo>
                  <a:lnTo>
                    <a:pt x="768088" y="1364905"/>
                  </a:lnTo>
                  <a:lnTo>
                    <a:pt x="768074" y="1364923"/>
                  </a:lnTo>
                  <a:lnTo>
                    <a:pt x="768066" y="1364924"/>
                  </a:lnTo>
                  <a:lnTo>
                    <a:pt x="768055" y="1364921"/>
                  </a:lnTo>
                  <a:lnTo>
                    <a:pt x="768053" y="1364916"/>
                  </a:lnTo>
                  <a:lnTo>
                    <a:pt x="768042" y="1364898"/>
                  </a:lnTo>
                  <a:lnTo>
                    <a:pt x="768030" y="1364883"/>
                  </a:lnTo>
                  <a:lnTo>
                    <a:pt x="768020" y="1364872"/>
                  </a:lnTo>
                  <a:lnTo>
                    <a:pt x="767994" y="1364861"/>
                  </a:lnTo>
                  <a:lnTo>
                    <a:pt x="767970" y="1364848"/>
                  </a:lnTo>
                  <a:lnTo>
                    <a:pt x="767951" y="1364835"/>
                  </a:lnTo>
                  <a:lnTo>
                    <a:pt x="767937" y="1364820"/>
                  </a:lnTo>
                  <a:lnTo>
                    <a:pt x="767929" y="1364808"/>
                  </a:lnTo>
                  <a:lnTo>
                    <a:pt x="767926" y="1364797"/>
                  </a:lnTo>
                  <a:lnTo>
                    <a:pt x="767922" y="1364775"/>
                  </a:lnTo>
                  <a:lnTo>
                    <a:pt x="767922" y="1364752"/>
                  </a:lnTo>
                  <a:lnTo>
                    <a:pt x="767919" y="1364739"/>
                  </a:lnTo>
                  <a:lnTo>
                    <a:pt x="767912" y="1364730"/>
                  </a:lnTo>
                  <a:lnTo>
                    <a:pt x="767903" y="1364721"/>
                  </a:lnTo>
                  <a:lnTo>
                    <a:pt x="767892" y="1364713"/>
                  </a:lnTo>
                  <a:lnTo>
                    <a:pt x="767869" y="1364697"/>
                  </a:lnTo>
                  <a:lnTo>
                    <a:pt x="767842" y="1364684"/>
                  </a:lnTo>
                  <a:lnTo>
                    <a:pt x="767820" y="1364668"/>
                  </a:lnTo>
                  <a:lnTo>
                    <a:pt x="767806" y="1364652"/>
                  </a:lnTo>
                  <a:lnTo>
                    <a:pt x="767794" y="1364635"/>
                  </a:lnTo>
                  <a:lnTo>
                    <a:pt x="767785" y="1364623"/>
                  </a:lnTo>
                  <a:lnTo>
                    <a:pt x="767775" y="1364612"/>
                  </a:lnTo>
                  <a:lnTo>
                    <a:pt x="767763" y="1364605"/>
                  </a:lnTo>
                  <a:lnTo>
                    <a:pt x="767748" y="1364600"/>
                  </a:lnTo>
                  <a:lnTo>
                    <a:pt x="767728" y="1364597"/>
                  </a:lnTo>
                  <a:lnTo>
                    <a:pt x="767693" y="1364595"/>
                  </a:lnTo>
                  <a:lnTo>
                    <a:pt x="767681" y="1364590"/>
                  </a:lnTo>
                  <a:lnTo>
                    <a:pt x="767653" y="1364580"/>
                  </a:lnTo>
                  <a:lnTo>
                    <a:pt x="767617" y="1364561"/>
                  </a:lnTo>
                  <a:lnTo>
                    <a:pt x="767589" y="1364546"/>
                  </a:lnTo>
                  <a:lnTo>
                    <a:pt x="767567" y="1364529"/>
                  </a:lnTo>
                  <a:lnTo>
                    <a:pt x="767543" y="1364518"/>
                  </a:lnTo>
                  <a:lnTo>
                    <a:pt x="767527" y="1364514"/>
                  </a:lnTo>
                  <a:lnTo>
                    <a:pt x="767506" y="1364510"/>
                  </a:lnTo>
                  <a:lnTo>
                    <a:pt x="767481" y="1364512"/>
                  </a:lnTo>
                  <a:lnTo>
                    <a:pt x="767450" y="1364519"/>
                  </a:lnTo>
                  <a:lnTo>
                    <a:pt x="767421" y="1364523"/>
                  </a:lnTo>
                  <a:lnTo>
                    <a:pt x="767405" y="1364522"/>
                  </a:lnTo>
                  <a:lnTo>
                    <a:pt x="767395" y="1364518"/>
                  </a:lnTo>
                  <a:lnTo>
                    <a:pt x="767383" y="1364510"/>
                  </a:lnTo>
                  <a:lnTo>
                    <a:pt x="767357" y="1364488"/>
                  </a:lnTo>
                  <a:lnTo>
                    <a:pt x="767327" y="1364456"/>
                  </a:lnTo>
                  <a:lnTo>
                    <a:pt x="767305" y="1364440"/>
                  </a:lnTo>
                  <a:lnTo>
                    <a:pt x="767288" y="1364430"/>
                  </a:lnTo>
                  <a:lnTo>
                    <a:pt x="767267" y="1364424"/>
                  </a:lnTo>
                  <a:lnTo>
                    <a:pt x="767242" y="1364415"/>
                  </a:lnTo>
                  <a:lnTo>
                    <a:pt x="767217" y="1364404"/>
                  </a:lnTo>
                  <a:lnTo>
                    <a:pt x="767195" y="1364399"/>
                  </a:lnTo>
                  <a:lnTo>
                    <a:pt x="767179" y="1364399"/>
                  </a:lnTo>
                  <a:lnTo>
                    <a:pt x="767164" y="1364400"/>
                  </a:lnTo>
                  <a:lnTo>
                    <a:pt x="767122" y="1364410"/>
                  </a:lnTo>
                  <a:lnTo>
                    <a:pt x="767077" y="1364420"/>
                  </a:lnTo>
                  <a:lnTo>
                    <a:pt x="767025" y="1364429"/>
                  </a:lnTo>
                  <a:lnTo>
                    <a:pt x="767013" y="1364429"/>
                  </a:lnTo>
                  <a:lnTo>
                    <a:pt x="766988" y="1364422"/>
                  </a:lnTo>
                  <a:lnTo>
                    <a:pt x="766958" y="1364413"/>
                  </a:lnTo>
                  <a:lnTo>
                    <a:pt x="766903" y="1364388"/>
                  </a:lnTo>
                  <a:lnTo>
                    <a:pt x="766874" y="1364372"/>
                  </a:lnTo>
                  <a:lnTo>
                    <a:pt x="766850" y="1364362"/>
                  </a:lnTo>
                  <a:lnTo>
                    <a:pt x="766833" y="1364358"/>
                  </a:lnTo>
                  <a:lnTo>
                    <a:pt x="766815" y="1364358"/>
                  </a:lnTo>
                  <a:lnTo>
                    <a:pt x="766784" y="1364364"/>
                  </a:lnTo>
                  <a:lnTo>
                    <a:pt x="766759" y="1364371"/>
                  </a:lnTo>
                  <a:lnTo>
                    <a:pt x="766734" y="1364373"/>
                  </a:lnTo>
                  <a:lnTo>
                    <a:pt x="766718" y="1364372"/>
                  </a:lnTo>
                  <a:lnTo>
                    <a:pt x="766709" y="1364369"/>
                  </a:lnTo>
                  <a:lnTo>
                    <a:pt x="766677" y="1364356"/>
                  </a:lnTo>
                  <a:lnTo>
                    <a:pt x="766639" y="1364345"/>
                  </a:lnTo>
                  <a:lnTo>
                    <a:pt x="766619" y="1364333"/>
                  </a:lnTo>
                  <a:lnTo>
                    <a:pt x="766596" y="1364315"/>
                  </a:lnTo>
                  <a:lnTo>
                    <a:pt x="766561" y="1364296"/>
                  </a:lnTo>
                  <a:lnTo>
                    <a:pt x="766510" y="1364283"/>
                  </a:lnTo>
                  <a:lnTo>
                    <a:pt x="766479" y="1364271"/>
                  </a:lnTo>
                  <a:lnTo>
                    <a:pt x="766447" y="1364265"/>
                  </a:lnTo>
                  <a:lnTo>
                    <a:pt x="766405" y="1364251"/>
                  </a:lnTo>
                  <a:lnTo>
                    <a:pt x="766356" y="1364237"/>
                  </a:lnTo>
                  <a:lnTo>
                    <a:pt x="766336" y="1364233"/>
                  </a:lnTo>
                  <a:lnTo>
                    <a:pt x="766318" y="1364230"/>
                  </a:lnTo>
                  <a:lnTo>
                    <a:pt x="766305" y="1364231"/>
                  </a:lnTo>
                  <a:lnTo>
                    <a:pt x="766287" y="1364234"/>
                  </a:lnTo>
                  <a:lnTo>
                    <a:pt x="766276" y="1364240"/>
                  </a:lnTo>
                  <a:lnTo>
                    <a:pt x="766243" y="1364266"/>
                  </a:lnTo>
                  <a:lnTo>
                    <a:pt x="766224" y="1364280"/>
                  </a:lnTo>
                  <a:lnTo>
                    <a:pt x="766191" y="1364292"/>
                  </a:lnTo>
                  <a:lnTo>
                    <a:pt x="766140" y="1364309"/>
                  </a:lnTo>
                  <a:lnTo>
                    <a:pt x="766116" y="1364321"/>
                  </a:lnTo>
                  <a:lnTo>
                    <a:pt x="766071" y="1364335"/>
                  </a:lnTo>
                  <a:lnTo>
                    <a:pt x="766039" y="1364345"/>
                  </a:lnTo>
                  <a:lnTo>
                    <a:pt x="766005" y="1364360"/>
                  </a:lnTo>
                  <a:lnTo>
                    <a:pt x="765973" y="1364369"/>
                  </a:lnTo>
                  <a:lnTo>
                    <a:pt x="765946" y="1364380"/>
                  </a:lnTo>
                  <a:lnTo>
                    <a:pt x="765933" y="1364388"/>
                  </a:lnTo>
                  <a:lnTo>
                    <a:pt x="765919" y="1364398"/>
                  </a:lnTo>
                  <a:lnTo>
                    <a:pt x="765907" y="1364416"/>
                  </a:lnTo>
                  <a:lnTo>
                    <a:pt x="765900" y="1364437"/>
                  </a:lnTo>
                  <a:lnTo>
                    <a:pt x="765896" y="1364459"/>
                  </a:lnTo>
                  <a:lnTo>
                    <a:pt x="765884" y="1364486"/>
                  </a:lnTo>
                  <a:lnTo>
                    <a:pt x="765873" y="1364503"/>
                  </a:lnTo>
                  <a:lnTo>
                    <a:pt x="765860" y="1364524"/>
                  </a:lnTo>
                  <a:lnTo>
                    <a:pt x="765857" y="1364540"/>
                  </a:lnTo>
                  <a:lnTo>
                    <a:pt x="765856" y="1364558"/>
                  </a:lnTo>
                  <a:lnTo>
                    <a:pt x="765854" y="1364581"/>
                  </a:lnTo>
                  <a:lnTo>
                    <a:pt x="765849" y="1364597"/>
                  </a:lnTo>
                  <a:lnTo>
                    <a:pt x="765840" y="1364608"/>
                  </a:lnTo>
                  <a:lnTo>
                    <a:pt x="765830" y="1364620"/>
                  </a:lnTo>
                  <a:lnTo>
                    <a:pt x="765812" y="1364637"/>
                  </a:lnTo>
                  <a:lnTo>
                    <a:pt x="765796" y="1364649"/>
                  </a:lnTo>
                  <a:lnTo>
                    <a:pt x="765781" y="1364662"/>
                  </a:lnTo>
                  <a:lnTo>
                    <a:pt x="765752" y="1364678"/>
                  </a:lnTo>
                  <a:lnTo>
                    <a:pt x="765725" y="1364694"/>
                  </a:lnTo>
                  <a:lnTo>
                    <a:pt x="765713" y="1364706"/>
                  </a:lnTo>
                  <a:lnTo>
                    <a:pt x="765696" y="1364731"/>
                  </a:lnTo>
                  <a:lnTo>
                    <a:pt x="765674" y="1364768"/>
                  </a:lnTo>
                  <a:lnTo>
                    <a:pt x="765660" y="1364805"/>
                  </a:lnTo>
                  <a:lnTo>
                    <a:pt x="765646" y="1364832"/>
                  </a:lnTo>
                  <a:lnTo>
                    <a:pt x="765628" y="1364855"/>
                  </a:lnTo>
                  <a:lnTo>
                    <a:pt x="765611" y="1364871"/>
                  </a:lnTo>
                  <a:lnTo>
                    <a:pt x="765597" y="1364889"/>
                  </a:lnTo>
                  <a:lnTo>
                    <a:pt x="765582" y="1364902"/>
                  </a:lnTo>
                  <a:lnTo>
                    <a:pt x="765565" y="1364914"/>
                  </a:lnTo>
                  <a:lnTo>
                    <a:pt x="765553" y="1364916"/>
                  </a:lnTo>
                  <a:lnTo>
                    <a:pt x="765541" y="1364914"/>
                  </a:lnTo>
                  <a:lnTo>
                    <a:pt x="765521" y="1364907"/>
                  </a:lnTo>
                  <a:lnTo>
                    <a:pt x="765474" y="1364892"/>
                  </a:lnTo>
                  <a:lnTo>
                    <a:pt x="765453" y="1364887"/>
                  </a:lnTo>
                  <a:lnTo>
                    <a:pt x="765441" y="1364890"/>
                  </a:lnTo>
                  <a:lnTo>
                    <a:pt x="765433" y="1364893"/>
                  </a:lnTo>
                  <a:lnTo>
                    <a:pt x="765417" y="1364903"/>
                  </a:lnTo>
                  <a:lnTo>
                    <a:pt x="765394" y="1364912"/>
                  </a:lnTo>
                  <a:lnTo>
                    <a:pt x="765351" y="1364931"/>
                  </a:lnTo>
                  <a:lnTo>
                    <a:pt x="765330" y="1364932"/>
                  </a:lnTo>
                  <a:lnTo>
                    <a:pt x="765315" y="1364930"/>
                  </a:lnTo>
                  <a:lnTo>
                    <a:pt x="765297" y="1364924"/>
                  </a:lnTo>
                  <a:lnTo>
                    <a:pt x="765265" y="1364905"/>
                  </a:lnTo>
                  <a:lnTo>
                    <a:pt x="765236" y="1364879"/>
                  </a:lnTo>
                  <a:lnTo>
                    <a:pt x="765213" y="1364863"/>
                  </a:lnTo>
                  <a:lnTo>
                    <a:pt x="765194" y="1364848"/>
                  </a:lnTo>
                  <a:lnTo>
                    <a:pt x="765182" y="1364845"/>
                  </a:lnTo>
                  <a:lnTo>
                    <a:pt x="765176" y="1364845"/>
                  </a:lnTo>
                  <a:lnTo>
                    <a:pt x="765172" y="1364851"/>
                  </a:lnTo>
                  <a:lnTo>
                    <a:pt x="765167" y="1364864"/>
                  </a:lnTo>
                  <a:lnTo>
                    <a:pt x="765165" y="1364902"/>
                  </a:lnTo>
                  <a:lnTo>
                    <a:pt x="765161" y="1364957"/>
                  </a:lnTo>
                  <a:lnTo>
                    <a:pt x="765155" y="1364986"/>
                  </a:lnTo>
                  <a:lnTo>
                    <a:pt x="765153" y="1364998"/>
                  </a:lnTo>
                  <a:lnTo>
                    <a:pt x="765142" y="1365012"/>
                  </a:lnTo>
                  <a:lnTo>
                    <a:pt x="765122" y="1365027"/>
                  </a:lnTo>
                  <a:lnTo>
                    <a:pt x="765078" y="1365053"/>
                  </a:lnTo>
                  <a:lnTo>
                    <a:pt x="765046" y="1365063"/>
                  </a:lnTo>
                  <a:lnTo>
                    <a:pt x="765031" y="1365063"/>
                  </a:lnTo>
                  <a:lnTo>
                    <a:pt x="765017" y="1365059"/>
                  </a:lnTo>
                  <a:lnTo>
                    <a:pt x="764987" y="1365054"/>
                  </a:lnTo>
                  <a:lnTo>
                    <a:pt x="764936" y="1365045"/>
                  </a:lnTo>
                  <a:lnTo>
                    <a:pt x="764913" y="1365033"/>
                  </a:lnTo>
                  <a:lnTo>
                    <a:pt x="764896" y="1365021"/>
                  </a:lnTo>
                  <a:lnTo>
                    <a:pt x="764867" y="1364995"/>
                  </a:lnTo>
                  <a:lnTo>
                    <a:pt x="764831" y="1364965"/>
                  </a:lnTo>
                  <a:lnTo>
                    <a:pt x="764799" y="1364947"/>
                  </a:lnTo>
                  <a:lnTo>
                    <a:pt x="764782" y="1364946"/>
                  </a:lnTo>
                  <a:lnTo>
                    <a:pt x="764759" y="1364948"/>
                  </a:lnTo>
                  <a:lnTo>
                    <a:pt x="764722" y="1364960"/>
                  </a:lnTo>
                  <a:lnTo>
                    <a:pt x="764706" y="1364962"/>
                  </a:lnTo>
                  <a:lnTo>
                    <a:pt x="764686" y="1364960"/>
                  </a:lnTo>
                  <a:lnTo>
                    <a:pt x="764642" y="1364958"/>
                  </a:lnTo>
                  <a:lnTo>
                    <a:pt x="764582" y="1364951"/>
                  </a:lnTo>
                  <a:lnTo>
                    <a:pt x="764553" y="1364948"/>
                  </a:lnTo>
                  <a:lnTo>
                    <a:pt x="764486" y="1364948"/>
                  </a:lnTo>
                  <a:lnTo>
                    <a:pt x="764441" y="1364947"/>
                  </a:lnTo>
                  <a:lnTo>
                    <a:pt x="764359" y="1364949"/>
                  </a:lnTo>
                  <a:lnTo>
                    <a:pt x="764331" y="1364956"/>
                  </a:lnTo>
                  <a:lnTo>
                    <a:pt x="764297" y="1364958"/>
                  </a:lnTo>
                  <a:lnTo>
                    <a:pt x="764260" y="1364959"/>
                  </a:lnTo>
                  <a:lnTo>
                    <a:pt x="764242" y="1364962"/>
                  </a:lnTo>
                  <a:lnTo>
                    <a:pt x="764172" y="1364968"/>
                  </a:lnTo>
                  <a:lnTo>
                    <a:pt x="764106" y="1364976"/>
                  </a:lnTo>
                  <a:lnTo>
                    <a:pt x="764067" y="1364982"/>
                  </a:lnTo>
                  <a:lnTo>
                    <a:pt x="764029" y="1364989"/>
                  </a:lnTo>
                  <a:lnTo>
                    <a:pt x="763994" y="1365003"/>
                  </a:lnTo>
                  <a:lnTo>
                    <a:pt x="763954" y="1365024"/>
                  </a:lnTo>
                  <a:lnTo>
                    <a:pt x="763917" y="1365045"/>
                  </a:lnTo>
                  <a:lnTo>
                    <a:pt x="763878" y="1365073"/>
                  </a:lnTo>
                  <a:lnTo>
                    <a:pt x="763821" y="1365122"/>
                  </a:lnTo>
                  <a:lnTo>
                    <a:pt x="763797" y="1365143"/>
                  </a:lnTo>
                  <a:lnTo>
                    <a:pt x="763790" y="1365154"/>
                  </a:lnTo>
                  <a:lnTo>
                    <a:pt x="763773" y="1365158"/>
                  </a:lnTo>
                  <a:lnTo>
                    <a:pt x="763709" y="1365174"/>
                  </a:lnTo>
                  <a:lnTo>
                    <a:pt x="763672" y="1365190"/>
                  </a:lnTo>
                  <a:lnTo>
                    <a:pt x="763627" y="1365214"/>
                  </a:lnTo>
                  <a:lnTo>
                    <a:pt x="763601" y="1365249"/>
                  </a:lnTo>
                  <a:lnTo>
                    <a:pt x="763583" y="1365256"/>
                  </a:lnTo>
                  <a:lnTo>
                    <a:pt x="763531" y="1365230"/>
                  </a:lnTo>
                  <a:lnTo>
                    <a:pt x="763472" y="1365201"/>
                  </a:lnTo>
                  <a:lnTo>
                    <a:pt x="763396" y="1365158"/>
                  </a:lnTo>
                  <a:lnTo>
                    <a:pt x="763388" y="1365154"/>
                  </a:lnTo>
                  <a:lnTo>
                    <a:pt x="763383" y="1365152"/>
                  </a:lnTo>
                  <a:lnTo>
                    <a:pt x="763364" y="1365149"/>
                  </a:lnTo>
                  <a:lnTo>
                    <a:pt x="763354" y="1365148"/>
                  </a:lnTo>
                  <a:lnTo>
                    <a:pt x="763344" y="1365148"/>
                  </a:lnTo>
                  <a:lnTo>
                    <a:pt x="763336" y="1365149"/>
                  </a:lnTo>
                  <a:lnTo>
                    <a:pt x="763328" y="1365154"/>
                  </a:lnTo>
                  <a:lnTo>
                    <a:pt x="763324" y="1365158"/>
                  </a:lnTo>
                  <a:lnTo>
                    <a:pt x="763298" y="1365183"/>
                  </a:lnTo>
                  <a:lnTo>
                    <a:pt x="763261" y="1365197"/>
                  </a:lnTo>
                  <a:lnTo>
                    <a:pt x="763213" y="1365203"/>
                  </a:lnTo>
                  <a:lnTo>
                    <a:pt x="763171" y="1365196"/>
                  </a:lnTo>
                  <a:lnTo>
                    <a:pt x="763095" y="1365174"/>
                  </a:lnTo>
                  <a:lnTo>
                    <a:pt x="763051" y="1365158"/>
                  </a:lnTo>
                  <a:lnTo>
                    <a:pt x="763039" y="1365154"/>
                  </a:lnTo>
                  <a:lnTo>
                    <a:pt x="763032" y="1365145"/>
                  </a:lnTo>
                  <a:lnTo>
                    <a:pt x="763013" y="1365123"/>
                  </a:lnTo>
                  <a:lnTo>
                    <a:pt x="762998" y="1365106"/>
                  </a:lnTo>
                  <a:lnTo>
                    <a:pt x="762977" y="1365094"/>
                  </a:lnTo>
                  <a:lnTo>
                    <a:pt x="762954" y="1365081"/>
                  </a:lnTo>
                  <a:lnTo>
                    <a:pt x="762916" y="1365072"/>
                  </a:lnTo>
                  <a:lnTo>
                    <a:pt x="762875" y="1365063"/>
                  </a:lnTo>
                  <a:lnTo>
                    <a:pt x="762847" y="1365059"/>
                  </a:lnTo>
                  <a:lnTo>
                    <a:pt x="762830" y="1365060"/>
                  </a:lnTo>
                  <a:lnTo>
                    <a:pt x="762806" y="1365062"/>
                  </a:lnTo>
                  <a:lnTo>
                    <a:pt x="762783" y="1365072"/>
                  </a:lnTo>
                  <a:lnTo>
                    <a:pt x="762760" y="1365089"/>
                  </a:lnTo>
                  <a:lnTo>
                    <a:pt x="762743" y="1365102"/>
                  </a:lnTo>
                  <a:lnTo>
                    <a:pt x="762709" y="1365118"/>
                  </a:lnTo>
                  <a:lnTo>
                    <a:pt x="762675" y="1365127"/>
                  </a:lnTo>
                  <a:lnTo>
                    <a:pt x="762641" y="1365142"/>
                  </a:lnTo>
                  <a:lnTo>
                    <a:pt x="762633" y="1365145"/>
                  </a:lnTo>
                  <a:lnTo>
                    <a:pt x="762607" y="1365154"/>
                  </a:lnTo>
                  <a:lnTo>
                    <a:pt x="762604" y="1365158"/>
                  </a:lnTo>
                  <a:lnTo>
                    <a:pt x="762592" y="1365172"/>
                  </a:lnTo>
                  <a:lnTo>
                    <a:pt x="762570" y="1365179"/>
                  </a:lnTo>
                  <a:lnTo>
                    <a:pt x="762500" y="1365190"/>
                  </a:lnTo>
                  <a:lnTo>
                    <a:pt x="762418" y="1365238"/>
                  </a:lnTo>
                  <a:lnTo>
                    <a:pt x="762404" y="1365255"/>
                  </a:lnTo>
                  <a:lnTo>
                    <a:pt x="762400" y="1365290"/>
                  </a:lnTo>
                  <a:lnTo>
                    <a:pt x="762422" y="1365341"/>
                  </a:lnTo>
                  <a:lnTo>
                    <a:pt x="762457" y="1365401"/>
                  </a:lnTo>
                  <a:lnTo>
                    <a:pt x="762455" y="1365459"/>
                  </a:lnTo>
                  <a:lnTo>
                    <a:pt x="762451" y="1365498"/>
                  </a:lnTo>
                  <a:lnTo>
                    <a:pt x="762410" y="1365501"/>
                  </a:lnTo>
                  <a:lnTo>
                    <a:pt x="762343" y="1365496"/>
                  </a:lnTo>
                  <a:lnTo>
                    <a:pt x="762295" y="1365499"/>
                  </a:lnTo>
                  <a:lnTo>
                    <a:pt x="762246" y="1365533"/>
                  </a:lnTo>
                  <a:lnTo>
                    <a:pt x="762225" y="1365562"/>
                  </a:lnTo>
                  <a:lnTo>
                    <a:pt x="762192" y="1365622"/>
                  </a:lnTo>
                  <a:lnTo>
                    <a:pt x="762191" y="1365655"/>
                  </a:lnTo>
                  <a:lnTo>
                    <a:pt x="762197" y="1365695"/>
                  </a:lnTo>
                  <a:lnTo>
                    <a:pt x="762233" y="1365768"/>
                  </a:lnTo>
                  <a:lnTo>
                    <a:pt x="762278" y="1365837"/>
                  </a:lnTo>
                  <a:lnTo>
                    <a:pt x="762283" y="1365884"/>
                  </a:lnTo>
                  <a:lnTo>
                    <a:pt x="762252" y="1365934"/>
                  </a:lnTo>
                  <a:lnTo>
                    <a:pt x="762206" y="1365983"/>
                  </a:lnTo>
                  <a:lnTo>
                    <a:pt x="762171" y="1365995"/>
                  </a:lnTo>
                  <a:lnTo>
                    <a:pt x="762138" y="1365986"/>
                  </a:lnTo>
                  <a:lnTo>
                    <a:pt x="762079" y="1365960"/>
                  </a:lnTo>
                  <a:lnTo>
                    <a:pt x="762046" y="1365965"/>
                  </a:lnTo>
                  <a:lnTo>
                    <a:pt x="762031" y="1365988"/>
                  </a:lnTo>
                  <a:lnTo>
                    <a:pt x="762022" y="1366033"/>
                  </a:lnTo>
                  <a:lnTo>
                    <a:pt x="762014" y="1366078"/>
                  </a:lnTo>
                  <a:lnTo>
                    <a:pt x="761980" y="1366173"/>
                  </a:lnTo>
                  <a:lnTo>
                    <a:pt x="761934" y="1366266"/>
                  </a:lnTo>
                  <a:lnTo>
                    <a:pt x="761920" y="1366311"/>
                  </a:lnTo>
                  <a:lnTo>
                    <a:pt x="761897" y="1366334"/>
                  </a:lnTo>
                  <a:lnTo>
                    <a:pt x="761821" y="1366399"/>
                  </a:lnTo>
                  <a:lnTo>
                    <a:pt x="761722" y="1366457"/>
                  </a:lnTo>
                  <a:lnTo>
                    <a:pt x="761656" y="1366512"/>
                  </a:lnTo>
                  <a:lnTo>
                    <a:pt x="761584" y="1366570"/>
                  </a:lnTo>
                  <a:lnTo>
                    <a:pt x="761503" y="1366635"/>
                  </a:lnTo>
                  <a:lnTo>
                    <a:pt x="761436" y="1366700"/>
                  </a:lnTo>
                  <a:lnTo>
                    <a:pt x="761398" y="1366762"/>
                  </a:lnTo>
                  <a:lnTo>
                    <a:pt x="761376" y="1366804"/>
                  </a:lnTo>
                  <a:lnTo>
                    <a:pt x="761348" y="1366892"/>
                  </a:lnTo>
                  <a:lnTo>
                    <a:pt x="761344" y="1366942"/>
                  </a:lnTo>
                  <a:lnTo>
                    <a:pt x="761356" y="1367002"/>
                  </a:lnTo>
                  <a:lnTo>
                    <a:pt x="761335" y="1367075"/>
                  </a:lnTo>
                  <a:lnTo>
                    <a:pt x="761315" y="1367109"/>
                  </a:lnTo>
                  <a:lnTo>
                    <a:pt x="761266" y="1367199"/>
                  </a:lnTo>
                  <a:lnTo>
                    <a:pt x="761198" y="1367240"/>
                  </a:lnTo>
                  <a:lnTo>
                    <a:pt x="761161" y="1367277"/>
                  </a:lnTo>
                  <a:lnTo>
                    <a:pt x="761117" y="1367313"/>
                  </a:lnTo>
                  <a:lnTo>
                    <a:pt x="761097" y="1367366"/>
                  </a:lnTo>
                  <a:lnTo>
                    <a:pt x="761074" y="1367445"/>
                  </a:lnTo>
                  <a:lnTo>
                    <a:pt x="761052" y="1367530"/>
                  </a:lnTo>
                  <a:lnTo>
                    <a:pt x="761014" y="1367593"/>
                  </a:lnTo>
                  <a:lnTo>
                    <a:pt x="760981" y="1367661"/>
                  </a:lnTo>
                  <a:lnTo>
                    <a:pt x="760963" y="1367684"/>
                  </a:lnTo>
                  <a:lnTo>
                    <a:pt x="760938" y="1367701"/>
                  </a:lnTo>
                  <a:lnTo>
                    <a:pt x="760890" y="1367701"/>
                  </a:lnTo>
                  <a:lnTo>
                    <a:pt x="760830" y="1367714"/>
                  </a:lnTo>
                  <a:lnTo>
                    <a:pt x="760787" y="1367711"/>
                  </a:lnTo>
                  <a:lnTo>
                    <a:pt x="760721" y="1367683"/>
                  </a:lnTo>
                  <a:lnTo>
                    <a:pt x="760590" y="1367638"/>
                  </a:lnTo>
                  <a:lnTo>
                    <a:pt x="760550" y="1367624"/>
                  </a:lnTo>
                  <a:lnTo>
                    <a:pt x="760470" y="1367618"/>
                  </a:lnTo>
                  <a:lnTo>
                    <a:pt x="760408" y="1367642"/>
                  </a:lnTo>
                  <a:lnTo>
                    <a:pt x="760350" y="1367680"/>
                  </a:lnTo>
                  <a:lnTo>
                    <a:pt x="760279" y="1367691"/>
                  </a:lnTo>
                  <a:lnTo>
                    <a:pt x="760239" y="1367712"/>
                  </a:lnTo>
                  <a:lnTo>
                    <a:pt x="760196" y="1367751"/>
                  </a:lnTo>
                  <a:lnTo>
                    <a:pt x="760156" y="1367770"/>
                  </a:lnTo>
                  <a:lnTo>
                    <a:pt x="760131" y="1367778"/>
                  </a:lnTo>
                  <a:lnTo>
                    <a:pt x="760137" y="1367821"/>
                  </a:lnTo>
                  <a:lnTo>
                    <a:pt x="760143" y="1367844"/>
                  </a:lnTo>
                  <a:lnTo>
                    <a:pt x="760116" y="1367870"/>
                  </a:lnTo>
                  <a:lnTo>
                    <a:pt x="760069" y="1367922"/>
                  </a:lnTo>
                  <a:lnTo>
                    <a:pt x="760059" y="1367963"/>
                  </a:lnTo>
                  <a:lnTo>
                    <a:pt x="760058" y="1368038"/>
                  </a:lnTo>
                  <a:lnTo>
                    <a:pt x="760074" y="1368096"/>
                  </a:lnTo>
                  <a:lnTo>
                    <a:pt x="760084" y="1368136"/>
                  </a:lnTo>
                  <a:lnTo>
                    <a:pt x="760103" y="1368223"/>
                  </a:lnTo>
                  <a:lnTo>
                    <a:pt x="760106" y="1368276"/>
                  </a:lnTo>
                  <a:lnTo>
                    <a:pt x="760108" y="1368324"/>
                  </a:lnTo>
                  <a:lnTo>
                    <a:pt x="760145" y="1368383"/>
                  </a:lnTo>
                  <a:lnTo>
                    <a:pt x="760167" y="1368410"/>
                  </a:lnTo>
                  <a:lnTo>
                    <a:pt x="760164" y="1368435"/>
                  </a:lnTo>
                  <a:lnTo>
                    <a:pt x="760148" y="1368468"/>
                  </a:lnTo>
                  <a:lnTo>
                    <a:pt x="760124" y="1368493"/>
                  </a:lnTo>
                  <a:lnTo>
                    <a:pt x="760094" y="1368507"/>
                  </a:lnTo>
                  <a:lnTo>
                    <a:pt x="760040" y="1368508"/>
                  </a:lnTo>
                  <a:lnTo>
                    <a:pt x="759949" y="1368534"/>
                  </a:lnTo>
                  <a:lnTo>
                    <a:pt x="759873" y="1368594"/>
                  </a:lnTo>
                  <a:lnTo>
                    <a:pt x="759836" y="1368639"/>
                  </a:lnTo>
                  <a:lnTo>
                    <a:pt x="759798" y="1368694"/>
                  </a:lnTo>
                  <a:lnTo>
                    <a:pt x="759775" y="1368757"/>
                  </a:lnTo>
                  <a:lnTo>
                    <a:pt x="759788" y="1368820"/>
                  </a:lnTo>
                  <a:lnTo>
                    <a:pt x="759785" y="1368848"/>
                  </a:lnTo>
                  <a:lnTo>
                    <a:pt x="759785" y="1368857"/>
                  </a:lnTo>
                  <a:lnTo>
                    <a:pt x="759772" y="1368885"/>
                  </a:lnTo>
                  <a:lnTo>
                    <a:pt x="759708" y="1368911"/>
                  </a:lnTo>
                  <a:lnTo>
                    <a:pt x="759668" y="1368934"/>
                  </a:lnTo>
                  <a:lnTo>
                    <a:pt x="759592" y="1368990"/>
                  </a:lnTo>
                  <a:lnTo>
                    <a:pt x="759530" y="1369043"/>
                  </a:lnTo>
                  <a:lnTo>
                    <a:pt x="759505" y="1369075"/>
                  </a:lnTo>
                  <a:lnTo>
                    <a:pt x="759477" y="1369126"/>
                  </a:lnTo>
                  <a:lnTo>
                    <a:pt x="759443" y="1369183"/>
                  </a:lnTo>
                  <a:lnTo>
                    <a:pt x="759382" y="1369235"/>
                  </a:lnTo>
                  <a:lnTo>
                    <a:pt x="759332" y="1369308"/>
                  </a:lnTo>
                  <a:lnTo>
                    <a:pt x="759328" y="1369353"/>
                  </a:lnTo>
                  <a:lnTo>
                    <a:pt x="759314" y="1369424"/>
                  </a:lnTo>
                  <a:lnTo>
                    <a:pt x="759319" y="1369478"/>
                  </a:lnTo>
                  <a:lnTo>
                    <a:pt x="759333" y="1369525"/>
                  </a:lnTo>
                  <a:lnTo>
                    <a:pt x="759322" y="1369535"/>
                  </a:lnTo>
                  <a:lnTo>
                    <a:pt x="759305" y="1369528"/>
                  </a:lnTo>
                  <a:lnTo>
                    <a:pt x="759271" y="1369492"/>
                  </a:lnTo>
                  <a:lnTo>
                    <a:pt x="759198" y="1369415"/>
                  </a:lnTo>
                  <a:lnTo>
                    <a:pt x="759158" y="1369350"/>
                  </a:lnTo>
                  <a:lnTo>
                    <a:pt x="759106" y="1369292"/>
                  </a:lnTo>
                  <a:lnTo>
                    <a:pt x="759057" y="1369245"/>
                  </a:lnTo>
                  <a:lnTo>
                    <a:pt x="759036" y="1369244"/>
                  </a:lnTo>
                  <a:lnTo>
                    <a:pt x="758982" y="1369269"/>
                  </a:lnTo>
                  <a:lnTo>
                    <a:pt x="758914" y="1369297"/>
                  </a:lnTo>
                  <a:lnTo>
                    <a:pt x="758878" y="1369277"/>
                  </a:lnTo>
                  <a:lnTo>
                    <a:pt x="758833" y="1369238"/>
                  </a:lnTo>
                  <a:lnTo>
                    <a:pt x="758779" y="1369233"/>
                  </a:lnTo>
                  <a:lnTo>
                    <a:pt x="758697" y="1369236"/>
                  </a:lnTo>
                  <a:lnTo>
                    <a:pt x="758630" y="1369259"/>
                  </a:lnTo>
                  <a:lnTo>
                    <a:pt x="758589" y="1369262"/>
                  </a:lnTo>
                  <a:lnTo>
                    <a:pt x="758555" y="1369246"/>
                  </a:lnTo>
                  <a:lnTo>
                    <a:pt x="758520" y="1369194"/>
                  </a:lnTo>
                  <a:lnTo>
                    <a:pt x="758457" y="1369130"/>
                  </a:lnTo>
                  <a:lnTo>
                    <a:pt x="758344" y="1369090"/>
                  </a:lnTo>
                  <a:lnTo>
                    <a:pt x="758228" y="1369050"/>
                  </a:lnTo>
                  <a:lnTo>
                    <a:pt x="758201" y="1369050"/>
                  </a:lnTo>
                  <a:lnTo>
                    <a:pt x="758167" y="1369073"/>
                  </a:lnTo>
                  <a:lnTo>
                    <a:pt x="758111" y="1369099"/>
                  </a:lnTo>
                  <a:lnTo>
                    <a:pt x="758084" y="1369138"/>
                  </a:lnTo>
                  <a:lnTo>
                    <a:pt x="758044" y="1369200"/>
                  </a:lnTo>
                  <a:lnTo>
                    <a:pt x="757990" y="1369245"/>
                  </a:lnTo>
                  <a:lnTo>
                    <a:pt x="757986" y="1369288"/>
                  </a:lnTo>
                  <a:lnTo>
                    <a:pt x="757969" y="1369348"/>
                  </a:lnTo>
                  <a:lnTo>
                    <a:pt x="757939" y="1369378"/>
                  </a:lnTo>
                  <a:lnTo>
                    <a:pt x="757917" y="1369422"/>
                  </a:lnTo>
                  <a:lnTo>
                    <a:pt x="757905" y="1369478"/>
                  </a:lnTo>
                  <a:lnTo>
                    <a:pt x="757919" y="1369513"/>
                  </a:lnTo>
                  <a:lnTo>
                    <a:pt x="757935" y="1369560"/>
                  </a:lnTo>
                  <a:lnTo>
                    <a:pt x="757927" y="1369657"/>
                  </a:lnTo>
                  <a:lnTo>
                    <a:pt x="757930" y="1369723"/>
                  </a:lnTo>
                  <a:lnTo>
                    <a:pt x="757925" y="1369786"/>
                  </a:lnTo>
                  <a:lnTo>
                    <a:pt x="757912" y="1369802"/>
                  </a:lnTo>
                  <a:lnTo>
                    <a:pt x="757859" y="1369829"/>
                  </a:lnTo>
                  <a:lnTo>
                    <a:pt x="757793" y="1369843"/>
                  </a:lnTo>
                  <a:lnTo>
                    <a:pt x="757748" y="1369860"/>
                  </a:lnTo>
                  <a:lnTo>
                    <a:pt x="757728" y="1369883"/>
                  </a:lnTo>
                  <a:lnTo>
                    <a:pt x="757692" y="1369922"/>
                  </a:lnTo>
                  <a:lnTo>
                    <a:pt x="757626" y="1369981"/>
                  </a:lnTo>
                  <a:lnTo>
                    <a:pt x="757606" y="1370004"/>
                  </a:lnTo>
                  <a:lnTo>
                    <a:pt x="757595" y="1370028"/>
                  </a:lnTo>
                  <a:lnTo>
                    <a:pt x="757577" y="1370056"/>
                  </a:lnTo>
                  <a:lnTo>
                    <a:pt x="757541" y="1370089"/>
                  </a:lnTo>
                  <a:lnTo>
                    <a:pt x="757516" y="1370109"/>
                  </a:lnTo>
                  <a:lnTo>
                    <a:pt x="757481" y="1370152"/>
                  </a:lnTo>
                  <a:lnTo>
                    <a:pt x="757473" y="1370188"/>
                  </a:lnTo>
                  <a:lnTo>
                    <a:pt x="757473" y="1370222"/>
                  </a:lnTo>
                  <a:lnTo>
                    <a:pt x="757475" y="1370266"/>
                  </a:lnTo>
                  <a:lnTo>
                    <a:pt x="757478" y="1370308"/>
                  </a:lnTo>
                  <a:lnTo>
                    <a:pt x="757480" y="1370341"/>
                  </a:lnTo>
                  <a:lnTo>
                    <a:pt x="757464" y="1370380"/>
                  </a:lnTo>
                  <a:lnTo>
                    <a:pt x="757446" y="1370405"/>
                  </a:lnTo>
                  <a:lnTo>
                    <a:pt x="757416" y="1370412"/>
                  </a:lnTo>
                  <a:lnTo>
                    <a:pt x="757389" y="1370415"/>
                  </a:lnTo>
                  <a:lnTo>
                    <a:pt x="757337" y="1370415"/>
                  </a:lnTo>
                  <a:lnTo>
                    <a:pt x="757297" y="1370419"/>
                  </a:lnTo>
                  <a:lnTo>
                    <a:pt x="757270" y="1370430"/>
                  </a:lnTo>
                  <a:lnTo>
                    <a:pt x="757228" y="1370457"/>
                  </a:lnTo>
                  <a:lnTo>
                    <a:pt x="757180" y="1370512"/>
                  </a:lnTo>
                  <a:lnTo>
                    <a:pt x="757136" y="1370583"/>
                  </a:lnTo>
                  <a:lnTo>
                    <a:pt x="757099" y="1370641"/>
                  </a:lnTo>
                  <a:lnTo>
                    <a:pt x="757006" y="1370722"/>
                  </a:lnTo>
                  <a:lnTo>
                    <a:pt x="756970" y="1370744"/>
                  </a:lnTo>
                  <a:lnTo>
                    <a:pt x="756935" y="1370758"/>
                  </a:lnTo>
                  <a:lnTo>
                    <a:pt x="756873" y="1370749"/>
                  </a:lnTo>
                  <a:lnTo>
                    <a:pt x="756827" y="1370751"/>
                  </a:lnTo>
                  <a:lnTo>
                    <a:pt x="756789" y="1370765"/>
                  </a:lnTo>
                  <a:lnTo>
                    <a:pt x="756782" y="1370772"/>
                  </a:lnTo>
                  <a:lnTo>
                    <a:pt x="756777" y="1370778"/>
                  </a:lnTo>
                  <a:lnTo>
                    <a:pt x="756782" y="1370791"/>
                  </a:lnTo>
                  <a:lnTo>
                    <a:pt x="756796" y="1370805"/>
                  </a:lnTo>
                  <a:lnTo>
                    <a:pt x="756818" y="1370822"/>
                  </a:lnTo>
                  <a:lnTo>
                    <a:pt x="756841" y="1370854"/>
                  </a:lnTo>
                  <a:lnTo>
                    <a:pt x="756855" y="1370878"/>
                  </a:lnTo>
                  <a:lnTo>
                    <a:pt x="756870" y="1370941"/>
                  </a:lnTo>
                  <a:lnTo>
                    <a:pt x="756870" y="1370968"/>
                  </a:lnTo>
                  <a:lnTo>
                    <a:pt x="756863" y="1370997"/>
                  </a:lnTo>
                  <a:lnTo>
                    <a:pt x="756842" y="1371048"/>
                  </a:lnTo>
                  <a:lnTo>
                    <a:pt x="756815" y="1371093"/>
                  </a:lnTo>
                  <a:lnTo>
                    <a:pt x="756752" y="1371162"/>
                  </a:lnTo>
                  <a:lnTo>
                    <a:pt x="756715" y="1371198"/>
                  </a:lnTo>
                  <a:lnTo>
                    <a:pt x="756651" y="1371263"/>
                  </a:lnTo>
                  <a:lnTo>
                    <a:pt x="756612" y="1371308"/>
                  </a:lnTo>
                  <a:lnTo>
                    <a:pt x="756557" y="1371357"/>
                  </a:lnTo>
                  <a:lnTo>
                    <a:pt x="756485" y="1371405"/>
                  </a:lnTo>
                  <a:lnTo>
                    <a:pt x="756461" y="1371439"/>
                  </a:lnTo>
                  <a:lnTo>
                    <a:pt x="756447" y="1371490"/>
                  </a:lnTo>
                  <a:lnTo>
                    <a:pt x="756443" y="1371535"/>
                  </a:lnTo>
                  <a:lnTo>
                    <a:pt x="756448" y="1371570"/>
                  </a:lnTo>
                  <a:lnTo>
                    <a:pt x="756456" y="1371627"/>
                  </a:lnTo>
                  <a:lnTo>
                    <a:pt x="756469" y="1371678"/>
                  </a:lnTo>
                  <a:lnTo>
                    <a:pt x="756492" y="1371725"/>
                  </a:lnTo>
                  <a:lnTo>
                    <a:pt x="756512" y="1371761"/>
                  </a:lnTo>
                  <a:lnTo>
                    <a:pt x="756514" y="1371774"/>
                  </a:lnTo>
                  <a:lnTo>
                    <a:pt x="756491" y="1371767"/>
                  </a:lnTo>
                  <a:lnTo>
                    <a:pt x="756462" y="1371751"/>
                  </a:lnTo>
                  <a:lnTo>
                    <a:pt x="756422" y="1371743"/>
                  </a:lnTo>
                  <a:lnTo>
                    <a:pt x="756384" y="1371750"/>
                  </a:lnTo>
                  <a:lnTo>
                    <a:pt x="756327" y="1371777"/>
                  </a:lnTo>
                  <a:lnTo>
                    <a:pt x="756264" y="1371801"/>
                  </a:lnTo>
                  <a:lnTo>
                    <a:pt x="756212" y="1371811"/>
                  </a:lnTo>
                  <a:lnTo>
                    <a:pt x="756151" y="1371831"/>
                  </a:lnTo>
                  <a:lnTo>
                    <a:pt x="756120" y="1371881"/>
                  </a:lnTo>
                  <a:lnTo>
                    <a:pt x="756080" y="1371939"/>
                  </a:lnTo>
                  <a:lnTo>
                    <a:pt x="756065" y="1371984"/>
                  </a:lnTo>
                  <a:lnTo>
                    <a:pt x="756042" y="1372022"/>
                  </a:lnTo>
                  <a:lnTo>
                    <a:pt x="756027" y="1372074"/>
                  </a:lnTo>
                  <a:lnTo>
                    <a:pt x="756016" y="1372108"/>
                  </a:lnTo>
                  <a:lnTo>
                    <a:pt x="755995" y="1372119"/>
                  </a:lnTo>
                  <a:lnTo>
                    <a:pt x="755950" y="1372141"/>
                  </a:lnTo>
                  <a:lnTo>
                    <a:pt x="755853" y="1372171"/>
                  </a:lnTo>
                  <a:lnTo>
                    <a:pt x="755825" y="1372189"/>
                  </a:lnTo>
                  <a:lnTo>
                    <a:pt x="755805" y="1372219"/>
                  </a:lnTo>
                  <a:lnTo>
                    <a:pt x="755781" y="1372275"/>
                  </a:lnTo>
                  <a:lnTo>
                    <a:pt x="755768" y="1372324"/>
                  </a:lnTo>
                  <a:lnTo>
                    <a:pt x="755771" y="1372345"/>
                  </a:lnTo>
                  <a:lnTo>
                    <a:pt x="755802" y="1372376"/>
                  </a:lnTo>
                  <a:lnTo>
                    <a:pt x="755837" y="1372388"/>
                  </a:lnTo>
                  <a:lnTo>
                    <a:pt x="755904" y="1372404"/>
                  </a:lnTo>
                  <a:lnTo>
                    <a:pt x="755943" y="1372421"/>
                  </a:lnTo>
                  <a:lnTo>
                    <a:pt x="755965" y="1372445"/>
                  </a:lnTo>
                  <a:lnTo>
                    <a:pt x="755974" y="1372483"/>
                  </a:lnTo>
                  <a:lnTo>
                    <a:pt x="755974" y="1372519"/>
                  </a:lnTo>
                  <a:lnTo>
                    <a:pt x="755982" y="1372543"/>
                  </a:lnTo>
                  <a:lnTo>
                    <a:pt x="756020" y="1372613"/>
                  </a:lnTo>
                  <a:lnTo>
                    <a:pt x="756051" y="1372662"/>
                  </a:lnTo>
                  <a:lnTo>
                    <a:pt x="756078" y="1372695"/>
                  </a:lnTo>
                  <a:lnTo>
                    <a:pt x="756111" y="1372706"/>
                  </a:lnTo>
                  <a:lnTo>
                    <a:pt x="756162" y="1372711"/>
                  </a:lnTo>
                  <a:lnTo>
                    <a:pt x="756194" y="1372724"/>
                  </a:lnTo>
                  <a:lnTo>
                    <a:pt x="756205" y="1372741"/>
                  </a:lnTo>
                  <a:lnTo>
                    <a:pt x="756219" y="1372770"/>
                  </a:lnTo>
                  <a:lnTo>
                    <a:pt x="756254" y="1372808"/>
                  </a:lnTo>
                  <a:lnTo>
                    <a:pt x="756265" y="1372825"/>
                  </a:lnTo>
                  <a:lnTo>
                    <a:pt x="756283" y="1372872"/>
                  </a:lnTo>
                  <a:lnTo>
                    <a:pt x="756296" y="1372909"/>
                  </a:lnTo>
                  <a:lnTo>
                    <a:pt x="756297" y="1372931"/>
                  </a:lnTo>
                  <a:lnTo>
                    <a:pt x="756273" y="1372955"/>
                  </a:lnTo>
                  <a:lnTo>
                    <a:pt x="756242" y="1372991"/>
                  </a:lnTo>
                  <a:lnTo>
                    <a:pt x="756224" y="1373043"/>
                  </a:lnTo>
                  <a:lnTo>
                    <a:pt x="756217" y="1373099"/>
                  </a:lnTo>
                  <a:lnTo>
                    <a:pt x="756219" y="1373146"/>
                  </a:lnTo>
                  <a:lnTo>
                    <a:pt x="756207" y="1373226"/>
                  </a:lnTo>
                  <a:lnTo>
                    <a:pt x="756197" y="1373285"/>
                  </a:lnTo>
                  <a:lnTo>
                    <a:pt x="756183" y="1373316"/>
                  </a:lnTo>
                  <a:lnTo>
                    <a:pt x="756143" y="1373358"/>
                  </a:lnTo>
                  <a:lnTo>
                    <a:pt x="756081" y="1373386"/>
                  </a:lnTo>
                  <a:lnTo>
                    <a:pt x="755962" y="1373431"/>
                  </a:lnTo>
                  <a:lnTo>
                    <a:pt x="755908" y="1373451"/>
                  </a:lnTo>
                  <a:lnTo>
                    <a:pt x="755832" y="1373483"/>
                  </a:lnTo>
                  <a:lnTo>
                    <a:pt x="755756" y="1373518"/>
                  </a:lnTo>
                  <a:lnTo>
                    <a:pt x="755689" y="1373544"/>
                  </a:lnTo>
                  <a:lnTo>
                    <a:pt x="755647" y="1373566"/>
                  </a:lnTo>
                  <a:lnTo>
                    <a:pt x="755572" y="1373592"/>
                  </a:lnTo>
                  <a:lnTo>
                    <a:pt x="755504" y="1373614"/>
                  </a:lnTo>
                  <a:lnTo>
                    <a:pt x="755454" y="1373651"/>
                  </a:lnTo>
                  <a:lnTo>
                    <a:pt x="755419" y="1373689"/>
                  </a:lnTo>
                  <a:lnTo>
                    <a:pt x="755381" y="1373727"/>
                  </a:lnTo>
                  <a:lnTo>
                    <a:pt x="755366" y="1373743"/>
                  </a:lnTo>
                  <a:lnTo>
                    <a:pt x="755382" y="1373761"/>
                  </a:lnTo>
                  <a:lnTo>
                    <a:pt x="755413" y="1373796"/>
                  </a:lnTo>
                  <a:lnTo>
                    <a:pt x="755426" y="1373826"/>
                  </a:lnTo>
                  <a:lnTo>
                    <a:pt x="755438" y="1373850"/>
                  </a:lnTo>
                  <a:lnTo>
                    <a:pt x="755445" y="1373914"/>
                  </a:lnTo>
                  <a:lnTo>
                    <a:pt x="755445" y="1373959"/>
                  </a:lnTo>
                  <a:lnTo>
                    <a:pt x="755439" y="1374004"/>
                  </a:lnTo>
                  <a:lnTo>
                    <a:pt x="755435" y="1374064"/>
                  </a:lnTo>
                  <a:lnTo>
                    <a:pt x="755435" y="1374105"/>
                  </a:lnTo>
                  <a:lnTo>
                    <a:pt x="755435" y="1374116"/>
                  </a:lnTo>
                  <a:lnTo>
                    <a:pt x="755432" y="1374128"/>
                  </a:lnTo>
                  <a:lnTo>
                    <a:pt x="755431" y="1374156"/>
                  </a:lnTo>
                  <a:lnTo>
                    <a:pt x="755446" y="1374193"/>
                  </a:lnTo>
                  <a:lnTo>
                    <a:pt x="755462" y="1374224"/>
                  </a:lnTo>
                  <a:lnTo>
                    <a:pt x="755477" y="1374244"/>
                  </a:lnTo>
                  <a:lnTo>
                    <a:pt x="755484" y="1374259"/>
                  </a:lnTo>
                  <a:lnTo>
                    <a:pt x="755491" y="1374275"/>
                  </a:lnTo>
                  <a:lnTo>
                    <a:pt x="755493" y="1374283"/>
                  </a:lnTo>
                  <a:lnTo>
                    <a:pt x="755492" y="1374297"/>
                  </a:lnTo>
                  <a:lnTo>
                    <a:pt x="755476" y="1374313"/>
                  </a:lnTo>
                  <a:lnTo>
                    <a:pt x="755460" y="1374321"/>
                  </a:lnTo>
                  <a:lnTo>
                    <a:pt x="755440" y="1374337"/>
                  </a:lnTo>
                  <a:lnTo>
                    <a:pt x="755412" y="1374373"/>
                  </a:lnTo>
                  <a:lnTo>
                    <a:pt x="755403" y="1374392"/>
                  </a:lnTo>
                  <a:lnTo>
                    <a:pt x="755397" y="1374412"/>
                  </a:lnTo>
                  <a:lnTo>
                    <a:pt x="755396" y="1374432"/>
                  </a:lnTo>
                  <a:lnTo>
                    <a:pt x="755397" y="1374454"/>
                  </a:lnTo>
                  <a:lnTo>
                    <a:pt x="755405" y="1374468"/>
                  </a:lnTo>
                  <a:lnTo>
                    <a:pt x="755407" y="1374487"/>
                  </a:lnTo>
                  <a:lnTo>
                    <a:pt x="755404" y="1374506"/>
                  </a:lnTo>
                  <a:lnTo>
                    <a:pt x="755397" y="1374522"/>
                  </a:lnTo>
                  <a:lnTo>
                    <a:pt x="755393" y="1374535"/>
                  </a:lnTo>
                  <a:lnTo>
                    <a:pt x="755392" y="1374554"/>
                  </a:lnTo>
                  <a:lnTo>
                    <a:pt x="755391" y="1374592"/>
                  </a:lnTo>
                  <a:lnTo>
                    <a:pt x="755390" y="1374621"/>
                  </a:lnTo>
                  <a:lnTo>
                    <a:pt x="755389" y="1374635"/>
                  </a:lnTo>
                  <a:lnTo>
                    <a:pt x="755381" y="1374647"/>
                  </a:lnTo>
                  <a:lnTo>
                    <a:pt x="755366" y="1374653"/>
                  </a:lnTo>
                  <a:lnTo>
                    <a:pt x="755336" y="1374674"/>
                  </a:lnTo>
                  <a:lnTo>
                    <a:pt x="755321" y="1374701"/>
                  </a:lnTo>
                  <a:lnTo>
                    <a:pt x="755318" y="1374716"/>
                  </a:lnTo>
                  <a:lnTo>
                    <a:pt x="755319" y="1374732"/>
                  </a:lnTo>
                  <a:lnTo>
                    <a:pt x="755325" y="1374762"/>
                  </a:lnTo>
                  <a:lnTo>
                    <a:pt x="755339" y="1374790"/>
                  </a:lnTo>
                  <a:lnTo>
                    <a:pt x="755354" y="1374831"/>
                  </a:lnTo>
                  <a:lnTo>
                    <a:pt x="755358" y="1374849"/>
                  </a:lnTo>
                  <a:lnTo>
                    <a:pt x="755363" y="1374865"/>
                  </a:lnTo>
                  <a:lnTo>
                    <a:pt x="755361" y="1374877"/>
                  </a:lnTo>
                  <a:lnTo>
                    <a:pt x="755353" y="1374885"/>
                  </a:lnTo>
                  <a:lnTo>
                    <a:pt x="755333" y="1374890"/>
                  </a:lnTo>
                  <a:lnTo>
                    <a:pt x="755306" y="1374895"/>
                  </a:lnTo>
                  <a:lnTo>
                    <a:pt x="755286" y="1374920"/>
                  </a:lnTo>
                  <a:lnTo>
                    <a:pt x="755279" y="1374940"/>
                  </a:lnTo>
                  <a:lnTo>
                    <a:pt x="755280" y="1374955"/>
                  </a:lnTo>
                  <a:lnTo>
                    <a:pt x="755286" y="1374965"/>
                  </a:lnTo>
                  <a:lnTo>
                    <a:pt x="755294" y="1374987"/>
                  </a:lnTo>
                  <a:lnTo>
                    <a:pt x="755310" y="1375026"/>
                  </a:lnTo>
                  <a:lnTo>
                    <a:pt x="755328" y="1375077"/>
                  </a:lnTo>
                  <a:lnTo>
                    <a:pt x="755349" y="1375128"/>
                  </a:lnTo>
                  <a:lnTo>
                    <a:pt x="755366" y="1375172"/>
                  </a:lnTo>
                  <a:lnTo>
                    <a:pt x="755372" y="1375213"/>
                  </a:lnTo>
                  <a:lnTo>
                    <a:pt x="755375" y="1375248"/>
                  </a:lnTo>
                  <a:lnTo>
                    <a:pt x="755382" y="1375269"/>
                  </a:lnTo>
                  <a:lnTo>
                    <a:pt x="755392" y="1375301"/>
                  </a:lnTo>
                  <a:lnTo>
                    <a:pt x="755393" y="1375345"/>
                  </a:lnTo>
                  <a:lnTo>
                    <a:pt x="755387" y="1375366"/>
                  </a:lnTo>
                  <a:lnTo>
                    <a:pt x="755366" y="1375411"/>
                  </a:lnTo>
                  <a:lnTo>
                    <a:pt x="755348" y="1375445"/>
                  </a:lnTo>
                  <a:lnTo>
                    <a:pt x="755304" y="1375514"/>
                  </a:lnTo>
                  <a:lnTo>
                    <a:pt x="755238" y="1375575"/>
                  </a:lnTo>
                  <a:lnTo>
                    <a:pt x="755201" y="1375604"/>
                  </a:lnTo>
                  <a:lnTo>
                    <a:pt x="755168" y="1375642"/>
                  </a:lnTo>
                  <a:lnTo>
                    <a:pt x="755140" y="1375669"/>
                  </a:lnTo>
                  <a:lnTo>
                    <a:pt x="755112" y="1375706"/>
                  </a:lnTo>
                  <a:lnTo>
                    <a:pt x="755100" y="1375732"/>
                  </a:lnTo>
                  <a:lnTo>
                    <a:pt x="755087" y="1375775"/>
                  </a:lnTo>
                  <a:lnTo>
                    <a:pt x="755069" y="1375811"/>
                  </a:lnTo>
                  <a:lnTo>
                    <a:pt x="755036" y="1375856"/>
                  </a:lnTo>
                  <a:lnTo>
                    <a:pt x="755001" y="1375891"/>
                  </a:lnTo>
                  <a:lnTo>
                    <a:pt x="754969" y="1375917"/>
                  </a:lnTo>
                  <a:lnTo>
                    <a:pt x="754920" y="1375950"/>
                  </a:lnTo>
                  <a:lnTo>
                    <a:pt x="754848" y="1375993"/>
                  </a:lnTo>
                  <a:lnTo>
                    <a:pt x="754806" y="1376013"/>
                  </a:lnTo>
                  <a:lnTo>
                    <a:pt x="754760" y="1376032"/>
                  </a:lnTo>
                  <a:lnTo>
                    <a:pt x="754750" y="1376042"/>
                  </a:lnTo>
                  <a:lnTo>
                    <a:pt x="754747" y="1376052"/>
                  </a:lnTo>
                  <a:lnTo>
                    <a:pt x="754748" y="1376073"/>
                  </a:lnTo>
                  <a:lnTo>
                    <a:pt x="754754" y="1376091"/>
                  </a:lnTo>
                  <a:lnTo>
                    <a:pt x="754776" y="1376156"/>
                  </a:lnTo>
                  <a:lnTo>
                    <a:pt x="754782" y="1376169"/>
                  </a:lnTo>
                  <a:lnTo>
                    <a:pt x="754790" y="1376189"/>
                  </a:lnTo>
                  <a:lnTo>
                    <a:pt x="754789" y="1376201"/>
                  </a:lnTo>
                  <a:lnTo>
                    <a:pt x="754789" y="1376220"/>
                  </a:lnTo>
                  <a:lnTo>
                    <a:pt x="754784" y="1376239"/>
                  </a:lnTo>
                  <a:lnTo>
                    <a:pt x="754775" y="1376253"/>
                  </a:lnTo>
                  <a:lnTo>
                    <a:pt x="754769" y="1376287"/>
                  </a:lnTo>
                  <a:lnTo>
                    <a:pt x="754768" y="1376335"/>
                  </a:lnTo>
                  <a:lnTo>
                    <a:pt x="754763" y="1376366"/>
                  </a:lnTo>
                  <a:lnTo>
                    <a:pt x="754751" y="1376405"/>
                  </a:lnTo>
                  <a:lnTo>
                    <a:pt x="754746" y="1376461"/>
                  </a:lnTo>
                  <a:lnTo>
                    <a:pt x="754752" y="1376495"/>
                  </a:lnTo>
                  <a:lnTo>
                    <a:pt x="754760" y="1376528"/>
                  </a:lnTo>
                  <a:lnTo>
                    <a:pt x="754767" y="1376559"/>
                  </a:lnTo>
                  <a:lnTo>
                    <a:pt x="754770" y="1376570"/>
                  </a:lnTo>
                  <a:lnTo>
                    <a:pt x="754771" y="1376577"/>
                  </a:lnTo>
                  <a:lnTo>
                    <a:pt x="754771" y="1376584"/>
                  </a:lnTo>
                  <a:lnTo>
                    <a:pt x="754766" y="1376593"/>
                  </a:lnTo>
                  <a:lnTo>
                    <a:pt x="754749" y="1376609"/>
                  </a:lnTo>
                  <a:lnTo>
                    <a:pt x="754711" y="1376633"/>
                  </a:lnTo>
                  <a:lnTo>
                    <a:pt x="754661" y="1376655"/>
                  </a:lnTo>
                  <a:lnTo>
                    <a:pt x="754616" y="1376673"/>
                  </a:lnTo>
                  <a:lnTo>
                    <a:pt x="754569" y="1376700"/>
                  </a:lnTo>
                  <a:lnTo>
                    <a:pt x="754537" y="1376732"/>
                  </a:lnTo>
                  <a:lnTo>
                    <a:pt x="754526" y="1376763"/>
                  </a:lnTo>
                  <a:lnTo>
                    <a:pt x="754527" y="1376788"/>
                  </a:lnTo>
                  <a:lnTo>
                    <a:pt x="754530" y="1376822"/>
                  </a:lnTo>
                  <a:lnTo>
                    <a:pt x="754532" y="1376867"/>
                  </a:lnTo>
                  <a:lnTo>
                    <a:pt x="754530" y="1376902"/>
                  </a:lnTo>
                  <a:lnTo>
                    <a:pt x="754526" y="1376922"/>
                  </a:lnTo>
                  <a:lnTo>
                    <a:pt x="754509" y="1376947"/>
                  </a:lnTo>
                  <a:lnTo>
                    <a:pt x="754463" y="1376981"/>
                  </a:lnTo>
                  <a:lnTo>
                    <a:pt x="754432" y="1377002"/>
                  </a:lnTo>
                  <a:lnTo>
                    <a:pt x="754391" y="1377011"/>
                  </a:lnTo>
                  <a:lnTo>
                    <a:pt x="754357" y="1377016"/>
                  </a:lnTo>
                  <a:lnTo>
                    <a:pt x="754313" y="1377018"/>
                  </a:lnTo>
                  <a:lnTo>
                    <a:pt x="754268" y="1377026"/>
                  </a:lnTo>
                  <a:lnTo>
                    <a:pt x="754232" y="1377031"/>
                  </a:lnTo>
                  <a:lnTo>
                    <a:pt x="754201" y="1377044"/>
                  </a:lnTo>
                  <a:lnTo>
                    <a:pt x="754153" y="1377059"/>
                  </a:lnTo>
                  <a:lnTo>
                    <a:pt x="754129" y="1377062"/>
                  </a:lnTo>
                  <a:lnTo>
                    <a:pt x="754110" y="1377061"/>
                  </a:lnTo>
                  <a:lnTo>
                    <a:pt x="754091" y="1377059"/>
                  </a:lnTo>
                  <a:lnTo>
                    <a:pt x="754073" y="1377056"/>
                  </a:lnTo>
                  <a:lnTo>
                    <a:pt x="754046" y="1377050"/>
                  </a:lnTo>
                  <a:lnTo>
                    <a:pt x="754016" y="1377045"/>
                  </a:lnTo>
                  <a:lnTo>
                    <a:pt x="753977" y="1377050"/>
                  </a:lnTo>
                  <a:lnTo>
                    <a:pt x="753949" y="1377070"/>
                  </a:lnTo>
                  <a:lnTo>
                    <a:pt x="753887" y="1377107"/>
                  </a:lnTo>
                  <a:lnTo>
                    <a:pt x="753848" y="1377140"/>
                  </a:lnTo>
                  <a:lnTo>
                    <a:pt x="753813" y="1377177"/>
                  </a:lnTo>
                  <a:lnTo>
                    <a:pt x="753797" y="1377213"/>
                  </a:lnTo>
                  <a:lnTo>
                    <a:pt x="753741" y="1377334"/>
                  </a:lnTo>
                  <a:lnTo>
                    <a:pt x="753725" y="1377371"/>
                  </a:lnTo>
                  <a:lnTo>
                    <a:pt x="753707" y="1377422"/>
                  </a:lnTo>
                  <a:lnTo>
                    <a:pt x="753691" y="1377460"/>
                  </a:lnTo>
                  <a:lnTo>
                    <a:pt x="753670" y="1377532"/>
                  </a:lnTo>
                  <a:lnTo>
                    <a:pt x="753649" y="1377565"/>
                  </a:lnTo>
                  <a:lnTo>
                    <a:pt x="753613" y="1377602"/>
                  </a:lnTo>
                  <a:lnTo>
                    <a:pt x="753581" y="1377625"/>
                  </a:lnTo>
                  <a:lnTo>
                    <a:pt x="753537" y="1377661"/>
                  </a:lnTo>
                  <a:lnTo>
                    <a:pt x="753513" y="1377687"/>
                  </a:lnTo>
                  <a:lnTo>
                    <a:pt x="753492" y="1377724"/>
                  </a:lnTo>
                  <a:lnTo>
                    <a:pt x="753482" y="1377758"/>
                  </a:lnTo>
                  <a:lnTo>
                    <a:pt x="753477" y="1377798"/>
                  </a:lnTo>
                  <a:lnTo>
                    <a:pt x="753484" y="1377859"/>
                  </a:lnTo>
                  <a:lnTo>
                    <a:pt x="753509" y="1377919"/>
                  </a:lnTo>
                  <a:lnTo>
                    <a:pt x="753533" y="1377981"/>
                  </a:lnTo>
                  <a:lnTo>
                    <a:pt x="753551" y="1378023"/>
                  </a:lnTo>
                  <a:lnTo>
                    <a:pt x="753552" y="1378057"/>
                  </a:lnTo>
                  <a:lnTo>
                    <a:pt x="753545" y="1378084"/>
                  </a:lnTo>
                  <a:lnTo>
                    <a:pt x="753531" y="1378110"/>
                  </a:lnTo>
                  <a:lnTo>
                    <a:pt x="753511" y="1378132"/>
                  </a:lnTo>
                  <a:lnTo>
                    <a:pt x="753490" y="1378143"/>
                  </a:lnTo>
                  <a:lnTo>
                    <a:pt x="753450" y="1378161"/>
                  </a:lnTo>
                  <a:lnTo>
                    <a:pt x="753388" y="1378185"/>
                  </a:lnTo>
                  <a:lnTo>
                    <a:pt x="753355" y="1378210"/>
                  </a:lnTo>
                  <a:lnTo>
                    <a:pt x="753332" y="1378228"/>
                  </a:lnTo>
                  <a:lnTo>
                    <a:pt x="753300" y="1378250"/>
                  </a:lnTo>
                  <a:lnTo>
                    <a:pt x="753253" y="1378277"/>
                  </a:lnTo>
                  <a:lnTo>
                    <a:pt x="753210" y="1378306"/>
                  </a:lnTo>
                  <a:lnTo>
                    <a:pt x="753173" y="1378324"/>
                  </a:lnTo>
                  <a:lnTo>
                    <a:pt x="753138" y="1378329"/>
                  </a:lnTo>
                  <a:lnTo>
                    <a:pt x="753108" y="1378328"/>
                  </a:lnTo>
                  <a:lnTo>
                    <a:pt x="753053" y="1378328"/>
                  </a:lnTo>
                  <a:lnTo>
                    <a:pt x="753028" y="1378339"/>
                  </a:lnTo>
                  <a:lnTo>
                    <a:pt x="753003" y="1378352"/>
                  </a:lnTo>
                  <a:lnTo>
                    <a:pt x="752988" y="1378366"/>
                  </a:lnTo>
                  <a:lnTo>
                    <a:pt x="752973" y="1378379"/>
                  </a:lnTo>
                  <a:lnTo>
                    <a:pt x="752949" y="1378392"/>
                  </a:lnTo>
                  <a:lnTo>
                    <a:pt x="752903" y="1378420"/>
                  </a:lnTo>
                  <a:lnTo>
                    <a:pt x="752870" y="1378455"/>
                  </a:lnTo>
                  <a:lnTo>
                    <a:pt x="752859" y="1378472"/>
                  </a:lnTo>
                  <a:lnTo>
                    <a:pt x="752855" y="1378505"/>
                  </a:lnTo>
                  <a:lnTo>
                    <a:pt x="752843" y="1378563"/>
                  </a:lnTo>
                  <a:lnTo>
                    <a:pt x="752833" y="1378604"/>
                  </a:lnTo>
                  <a:lnTo>
                    <a:pt x="752816" y="1378650"/>
                  </a:lnTo>
                  <a:lnTo>
                    <a:pt x="752804" y="1378695"/>
                  </a:lnTo>
                  <a:lnTo>
                    <a:pt x="752803" y="1378720"/>
                  </a:lnTo>
                  <a:lnTo>
                    <a:pt x="752809" y="1378750"/>
                  </a:lnTo>
                  <a:lnTo>
                    <a:pt x="752842" y="1378831"/>
                  </a:lnTo>
                  <a:lnTo>
                    <a:pt x="752849" y="1378866"/>
                  </a:lnTo>
                  <a:lnTo>
                    <a:pt x="752851" y="1378910"/>
                  </a:lnTo>
                  <a:lnTo>
                    <a:pt x="752849" y="1378938"/>
                  </a:lnTo>
                  <a:lnTo>
                    <a:pt x="752833" y="1378993"/>
                  </a:lnTo>
                  <a:lnTo>
                    <a:pt x="752815" y="1379021"/>
                  </a:lnTo>
                  <a:lnTo>
                    <a:pt x="752779" y="1379052"/>
                  </a:lnTo>
                  <a:lnTo>
                    <a:pt x="752735" y="1379067"/>
                  </a:lnTo>
                  <a:lnTo>
                    <a:pt x="752700" y="1379091"/>
                  </a:lnTo>
                  <a:lnTo>
                    <a:pt x="752666" y="1379120"/>
                  </a:lnTo>
                  <a:lnTo>
                    <a:pt x="752619" y="1379161"/>
                  </a:lnTo>
                  <a:lnTo>
                    <a:pt x="752590" y="1379203"/>
                  </a:lnTo>
                  <a:lnTo>
                    <a:pt x="752559" y="1379270"/>
                  </a:lnTo>
                  <a:lnTo>
                    <a:pt x="752531" y="1379360"/>
                  </a:lnTo>
                  <a:lnTo>
                    <a:pt x="752508" y="1379429"/>
                  </a:lnTo>
                  <a:lnTo>
                    <a:pt x="752493" y="1379487"/>
                  </a:lnTo>
                  <a:lnTo>
                    <a:pt x="752481" y="1379599"/>
                  </a:lnTo>
                  <a:lnTo>
                    <a:pt x="752455" y="1379737"/>
                  </a:lnTo>
                  <a:lnTo>
                    <a:pt x="752453" y="1379821"/>
                  </a:lnTo>
                  <a:lnTo>
                    <a:pt x="752451" y="1379848"/>
                  </a:lnTo>
                  <a:lnTo>
                    <a:pt x="752456" y="1379880"/>
                  </a:lnTo>
                  <a:lnTo>
                    <a:pt x="752461" y="1379906"/>
                  </a:lnTo>
                  <a:lnTo>
                    <a:pt x="752465" y="1379940"/>
                  </a:lnTo>
                  <a:lnTo>
                    <a:pt x="752459" y="1379946"/>
                  </a:lnTo>
                  <a:lnTo>
                    <a:pt x="752439" y="1379949"/>
                  </a:lnTo>
                  <a:lnTo>
                    <a:pt x="752417" y="1379952"/>
                  </a:lnTo>
                  <a:lnTo>
                    <a:pt x="752397" y="1379957"/>
                  </a:lnTo>
                  <a:lnTo>
                    <a:pt x="752376" y="1379976"/>
                  </a:lnTo>
                  <a:lnTo>
                    <a:pt x="752350" y="1379999"/>
                  </a:lnTo>
                  <a:lnTo>
                    <a:pt x="752305" y="1380021"/>
                  </a:lnTo>
                  <a:lnTo>
                    <a:pt x="752246" y="1380052"/>
                  </a:lnTo>
                  <a:lnTo>
                    <a:pt x="752191" y="1380069"/>
                  </a:lnTo>
                  <a:lnTo>
                    <a:pt x="752133" y="1380112"/>
                  </a:lnTo>
                  <a:lnTo>
                    <a:pt x="752076" y="1380152"/>
                  </a:lnTo>
                  <a:lnTo>
                    <a:pt x="752053" y="1380176"/>
                  </a:lnTo>
                  <a:lnTo>
                    <a:pt x="752018" y="1380222"/>
                  </a:lnTo>
                  <a:lnTo>
                    <a:pt x="751994" y="1380252"/>
                  </a:lnTo>
                  <a:lnTo>
                    <a:pt x="751966" y="1380269"/>
                  </a:lnTo>
                  <a:lnTo>
                    <a:pt x="751932" y="1380285"/>
                  </a:lnTo>
                  <a:lnTo>
                    <a:pt x="751880" y="1380301"/>
                  </a:lnTo>
                  <a:lnTo>
                    <a:pt x="751822" y="1380326"/>
                  </a:lnTo>
                  <a:lnTo>
                    <a:pt x="751775" y="1380359"/>
                  </a:lnTo>
                  <a:lnTo>
                    <a:pt x="751749" y="1380381"/>
                  </a:lnTo>
                  <a:lnTo>
                    <a:pt x="751730" y="1380423"/>
                  </a:lnTo>
                  <a:lnTo>
                    <a:pt x="751700" y="1380493"/>
                  </a:lnTo>
                  <a:lnTo>
                    <a:pt x="751676" y="1380523"/>
                  </a:lnTo>
                  <a:lnTo>
                    <a:pt x="751637" y="1380621"/>
                  </a:lnTo>
                  <a:lnTo>
                    <a:pt x="751610" y="1380694"/>
                  </a:lnTo>
                  <a:lnTo>
                    <a:pt x="751591" y="1380740"/>
                  </a:lnTo>
                  <a:lnTo>
                    <a:pt x="751566" y="1380781"/>
                  </a:lnTo>
                  <a:lnTo>
                    <a:pt x="751512" y="1380894"/>
                  </a:lnTo>
                  <a:lnTo>
                    <a:pt x="751465" y="1380963"/>
                  </a:lnTo>
                  <a:lnTo>
                    <a:pt x="751444" y="1380980"/>
                  </a:lnTo>
                  <a:lnTo>
                    <a:pt x="751418" y="1380987"/>
                  </a:lnTo>
                  <a:lnTo>
                    <a:pt x="751381" y="1380984"/>
                  </a:lnTo>
                  <a:lnTo>
                    <a:pt x="751296" y="1380979"/>
                  </a:lnTo>
                  <a:lnTo>
                    <a:pt x="751180" y="1380985"/>
                  </a:lnTo>
                  <a:lnTo>
                    <a:pt x="751062" y="1380991"/>
                  </a:lnTo>
                  <a:lnTo>
                    <a:pt x="750999" y="1381006"/>
                  </a:lnTo>
                  <a:lnTo>
                    <a:pt x="750959" y="1381023"/>
                  </a:lnTo>
                  <a:lnTo>
                    <a:pt x="750899" y="1381055"/>
                  </a:lnTo>
                  <a:lnTo>
                    <a:pt x="750850" y="1381084"/>
                  </a:lnTo>
                  <a:lnTo>
                    <a:pt x="750810" y="1381125"/>
                  </a:lnTo>
                  <a:lnTo>
                    <a:pt x="750761" y="1381162"/>
                  </a:lnTo>
                  <a:lnTo>
                    <a:pt x="750704" y="1381187"/>
                  </a:lnTo>
                  <a:lnTo>
                    <a:pt x="750637" y="1381210"/>
                  </a:lnTo>
                  <a:lnTo>
                    <a:pt x="750601" y="1381229"/>
                  </a:lnTo>
                  <a:lnTo>
                    <a:pt x="750564" y="1381263"/>
                  </a:lnTo>
                  <a:lnTo>
                    <a:pt x="750546" y="1381286"/>
                  </a:lnTo>
                  <a:lnTo>
                    <a:pt x="750527" y="1381304"/>
                  </a:lnTo>
                  <a:lnTo>
                    <a:pt x="750502" y="1381316"/>
                  </a:lnTo>
                  <a:lnTo>
                    <a:pt x="750471" y="1381320"/>
                  </a:lnTo>
                  <a:lnTo>
                    <a:pt x="750422" y="1381320"/>
                  </a:lnTo>
                  <a:lnTo>
                    <a:pt x="750385" y="1381326"/>
                  </a:lnTo>
                  <a:lnTo>
                    <a:pt x="750352" y="1381342"/>
                  </a:lnTo>
                  <a:lnTo>
                    <a:pt x="750324" y="1381359"/>
                  </a:lnTo>
                  <a:lnTo>
                    <a:pt x="750288" y="1381389"/>
                  </a:lnTo>
                  <a:lnTo>
                    <a:pt x="750263" y="1381412"/>
                  </a:lnTo>
                  <a:lnTo>
                    <a:pt x="750235" y="1381419"/>
                  </a:lnTo>
                  <a:lnTo>
                    <a:pt x="750202" y="1381419"/>
                  </a:lnTo>
                  <a:lnTo>
                    <a:pt x="750162" y="1381412"/>
                  </a:lnTo>
                  <a:lnTo>
                    <a:pt x="750129" y="1381415"/>
                  </a:lnTo>
                  <a:lnTo>
                    <a:pt x="750081" y="1381427"/>
                  </a:lnTo>
                  <a:lnTo>
                    <a:pt x="750021" y="1381459"/>
                  </a:lnTo>
                  <a:lnTo>
                    <a:pt x="749950" y="1381505"/>
                  </a:lnTo>
                  <a:lnTo>
                    <a:pt x="749836" y="1381601"/>
                  </a:lnTo>
                  <a:lnTo>
                    <a:pt x="749786" y="1381643"/>
                  </a:lnTo>
                  <a:lnTo>
                    <a:pt x="749773" y="1381666"/>
                  </a:lnTo>
                  <a:lnTo>
                    <a:pt x="749755" y="1381720"/>
                  </a:lnTo>
                  <a:lnTo>
                    <a:pt x="749731" y="1381758"/>
                  </a:lnTo>
                  <a:lnTo>
                    <a:pt x="749689" y="1381814"/>
                  </a:lnTo>
                  <a:lnTo>
                    <a:pt x="749630" y="1381899"/>
                  </a:lnTo>
                  <a:lnTo>
                    <a:pt x="749603" y="1381954"/>
                  </a:lnTo>
                  <a:lnTo>
                    <a:pt x="749596" y="1381994"/>
                  </a:lnTo>
                  <a:lnTo>
                    <a:pt x="749586" y="1382002"/>
                  </a:lnTo>
                  <a:lnTo>
                    <a:pt x="749578" y="1382001"/>
                  </a:lnTo>
                  <a:lnTo>
                    <a:pt x="749558" y="1381988"/>
                  </a:lnTo>
                  <a:lnTo>
                    <a:pt x="749530" y="1381965"/>
                  </a:lnTo>
                  <a:lnTo>
                    <a:pt x="749479" y="1381948"/>
                  </a:lnTo>
                  <a:lnTo>
                    <a:pt x="749442" y="1381939"/>
                  </a:lnTo>
                  <a:lnTo>
                    <a:pt x="749362" y="1381947"/>
                  </a:lnTo>
                  <a:lnTo>
                    <a:pt x="749312" y="1381953"/>
                  </a:lnTo>
                  <a:lnTo>
                    <a:pt x="749259" y="1381970"/>
                  </a:lnTo>
                  <a:lnTo>
                    <a:pt x="749203" y="1381978"/>
                  </a:lnTo>
                  <a:lnTo>
                    <a:pt x="749166" y="1381981"/>
                  </a:lnTo>
                  <a:lnTo>
                    <a:pt x="749143" y="1381981"/>
                  </a:lnTo>
                  <a:lnTo>
                    <a:pt x="749118" y="1381976"/>
                  </a:lnTo>
                  <a:lnTo>
                    <a:pt x="749059" y="1381960"/>
                  </a:lnTo>
                  <a:lnTo>
                    <a:pt x="749002" y="1381952"/>
                  </a:lnTo>
                  <a:lnTo>
                    <a:pt x="748939" y="1381943"/>
                  </a:lnTo>
                  <a:lnTo>
                    <a:pt x="748875" y="1381945"/>
                  </a:lnTo>
                  <a:lnTo>
                    <a:pt x="748757" y="1381950"/>
                  </a:lnTo>
                  <a:lnTo>
                    <a:pt x="748703" y="1381949"/>
                  </a:lnTo>
                  <a:lnTo>
                    <a:pt x="748646" y="1381942"/>
                  </a:lnTo>
                  <a:lnTo>
                    <a:pt x="748596" y="1381930"/>
                  </a:lnTo>
                  <a:lnTo>
                    <a:pt x="748548" y="1381920"/>
                  </a:lnTo>
                  <a:lnTo>
                    <a:pt x="748505" y="1381909"/>
                  </a:lnTo>
                  <a:lnTo>
                    <a:pt x="748460" y="1381910"/>
                  </a:lnTo>
                  <a:lnTo>
                    <a:pt x="748432" y="1381917"/>
                  </a:lnTo>
                  <a:lnTo>
                    <a:pt x="748361" y="1381955"/>
                  </a:lnTo>
                  <a:lnTo>
                    <a:pt x="748318" y="1381976"/>
                  </a:lnTo>
                  <a:lnTo>
                    <a:pt x="748290" y="1381981"/>
                  </a:lnTo>
                  <a:lnTo>
                    <a:pt x="748259" y="1381981"/>
                  </a:lnTo>
                  <a:lnTo>
                    <a:pt x="748231" y="1381979"/>
                  </a:lnTo>
                  <a:lnTo>
                    <a:pt x="748191" y="1381985"/>
                  </a:lnTo>
                  <a:lnTo>
                    <a:pt x="748158" y="1382002"/>
                  </a:lnTo>
                  <a:lnTo>
                    <a:pt x="748110" y="1382042"/>
                  </a:lnTo>
                  <a:lnTo>
                    <a:pt x="748037" y="1382090"/>
                  </a:lnTo>
                  <a:lnTo>
                    <a:pt x="747983" y="1382123"/>
                  </a:lnTo>
                  <a:lnTo>
                    <a:pt x="747940" y="1382157"/>
                  </a:lnTo>
                  <a:lnTo>
                    <a:pt x="747902" y="1382195"/>
                  </a:lnTo>
                  <a:lnTo>
                    <a:pt x="747846" y="1382287"/>
                  </a:lnTo>
                  <a:lnTo>
                    <a:pt x="747823" y="1382331"/>
                  </a:lnTo>
                  <a:lnTo>
                    <a:pt x="747808" y="1382394"/>
                  </a:lnTo>
                  <a:lnTo>
                    <a:pt x="747784" y="1382485"/>
                  </a:lnTo>
                  <a:lnTo>
                    <a:pt x="747763" y="1382583"/>
                  </a:lnTo>
                  <a:lnTo>
                    <a:pt x="747741" y="1382633"/>
                  </a:lnTo>
                  <a:lnTo>
                    <a:pt x="747717" y="1382661"/>
                  </a:lnTo>
                  <a:lnTo>
                    <a:pt x="747667" y="1382700"/>
                  </a:lnTo>
                  <a:lnTo>
                    <a:pt x="747605" y="1382752"/>
                  </a:lnTo>
                  <a:lnTo>
                    <a:pt x="747564" y="1382782"/>
                  </a:lnTo>
                  <a:lnTo>
                    <a:pt x="747512" y="1382800"/>
                  </a:lnTo>
                  <a:lnTo>
                    <a:pt x="747389" y="1382835"/>
                  </a:lnTo>
                  <a:lnTo>
                    <a:pt x="747328" y="1382856"/>
                  </a:lnTo>
                  <a:lnTo>
                    <a:pt x="747287" y="1382877"/>
                  </a:lnTo>
                  <a:lnTo>
                    <a:pt x="747265" y="1382901"/>
                  </a:lnTo>
                  <a:lnTo>
                    <a:pt x="747241" y="1382931"/>
                  </a:lnTo>
                  <a:lnTo>
                    <a:pt x="747218" y="1382959"/>
                  </a:lnTo>
                  <a:lnTo>
                    <a:pt x="747184" y="1383007"/>
                  </a:lnTo>
                  <a:lnTo>
                    <a:pt x="747138" y="1383066"/>
                  </a:lnTo>
                  <a:lnTo>
                    <a:pt x="747130" y="1383077"/>
                  </a:lnTo>
                  <a:lnTo>
                    <a:pt x="747148" y="1383173"/>
                  </a:lnTo>
                  <a:lnTo>
                    <a:pt x="747157" y="1383331"/>
                  </a:lnTo>
                  <a:lnTo>
                    <a:pt x="747093" y="1383602"/>
                  </a:lnTo>
                  <a:lnTo>
                    <a:pt x="747039" y="1383738"/>
                  </a:lnTo>
                  <a:lnTo>
                    <a:pt x="747010" y="1383763"/>
                  </a:lnTo>
                  <a:lnTo>
                    <a:pt x="746869" y="1383936"/>
                  </a:lnTo>
                  <a:lnTo>
                    <a:pt x="746754" y="1384065"/>
                  </a:lnTo>
                  <a:lnTo>
                    <a:pt x="746689" y="1384130"/>
                  </a:lnTo>
                  <a:lnTo>
                    <a:pt x="746643" y="1384176"/>
                  </a:lnTo>
                  <a:lnTo>
                    <a:pt x="746575" y="1384256"/>
                  </a:lnTo>
                  <a:lnTo>
                    <a:pt x="746532" y="1384321"/>
                  </a:lnTo>
                  <a:lnTo>
                    <a:pt x="746462" y="1384387"/>
                  </a:lnTo>
                  <a:lnTo>
                    <a:pt x="746394" y="1384461"/>
                  </a:lnTo>
                  <a:lnTo>
                    <a:pt x="746352" y="1384487"/>
                  </a:lnTo>
                  <a:lnTo>
                    <a:pt x="746305" y="1384525"/>
                  </a:lnTo>
                  <a:lnTo>
                    <a:pt x="746243" y="1384588"/>
                  </a:lnTo>
                  <a:lnTo>
                    <a:pt x="746172" y="1384630"/>
                  </a:lnTo>
                  <a:lnTo>
                    <a:pt x="746081" y="1384650"/>
                  </a:lnTo>
                  <a:lnTo>
                    <a:pt x="745970" y="1384652"/>
                  </a:lnTo>
                  <a:lnTo>
                    <a:pt x="745840" y="1384632"/>
                  </a:lnTo>
                  <a:lnTo>
                    <a:pt x="745794" y="1384625"/>
                  </a:lnTo>
                  <a:lnTo>
                    <a:pt x="745787" y="1384624"/>
                  </a:lnTo>
                  <a:lnTo>
                    <a:pt x="745764" y="1384637"/>
                  </a:lnTo>
                  <a:lnTo>
                    <a:pt x="745736" y="1384650"/>
                  </a:lnTo>
                  <a:lnTo>
                    <a:pt x="745705" y="1384674"/>
                  </a:lnTo>
                  <a:lnTo>
                    <a:pt x="745671" y="1384694"/>
                  </a:lnTo>
                  <a:lnTo>
                    <a:pt x="745642" y="1384716"/>
                  </a:lnTo>
                  <a:lnTo>
                    <a:pt x="745596" y="1384754"/>
                  </a:lnTo>
                  <a:lnTo>
                    <a:pt x="745582" y="1384765"/>
                  </a:lnTo>
                  <a:lnTo>
                    <a:pt x="745568" y="1384769"/>
                  </a:lnTo>
                  <a:lnTo>
                    <a:pt x="745548" y="1384768"/>
                  </a:lnTo>
                  <a:lnTo>
                    <a:pt x="745526" y="1384768"/>
                  </a:lnTo>
                  <a:lnTo>
                    <a:pt x="745489" y="1384762"/>
                  </a:lnTo>
                  <a:lnTo>
                    <a:pt x="745440" y="1384753"/>
                  </a:lnTo>
                  <a:lnTo>
                    <a:pt x="745408" y="1384741"/>
                  </a:lnTo>
                  <a:lnTo>
                    <a:pt x="745382" y="1384730"/>
                  </a:lnTo>
                  <a:lnTo>
                    <a:pt x="745353" y="1384724"/>
                  </a:lnTo>
                  <a:lnTo>
                    <a:pt x="745334" y="1384715"/>
                  </a:lnTo>
                  <a:lnTo>
                    <a:pt x="745309" y="1384700"/>
                  </a:lnTo>
                  <a:lnTo>
                    <a:pt x="745282" y="1384690"/>
                  </a:lnTo>
                  <a:lnTo>
                    <a:pt x="745271" y="1384688"/>
                  </a:lnTo>
                  <a:lnTo>
                    <a:pt x="745255" y="1384689"/>
                  </a:lnTo>
                  <a:lnTo>
                    <a:pt x="745229" y="1384704"/>
                  </a:lnTo>
                  <a:lnTo>
                    <a:pt x="745203" y="1384712"/>
                  </a:lnTo>
                  <a:lnTo>
                    <a:pt x="745193" y="1384719"/>
                  </a:lnTo>
                  <a:lnTo>
                    <a:pt x="745185" y="1384729"/>
                  </a:lnTo>
                  <a:lnTo>
                    <a:pt x="745183" y="1384739"/>
                  </a:lnTo>
                  <a:lnTo>
                    <a:pt x="745183" y="1384749"/>
                  </a:lnTo>
                  <a:lnTo>
                    <a:pt x="745185" y="1384766"/>
                  </a:lnTo>
                  <a:lnTo>
                    <a:pt x="745185" y="1384791"/>
                  </a:lnTo>
                  <a:lnTo>
                    <a:pt x="745182" y="1384820"/>
                  </a:lnTo>
                  <a:lnTo>
                    <a:pt x="745152" y="1384877"/>
                  </a:lnTo>
                  <a:lnTo>
                    <a:pt x="745136" y="1384899"/>
                  </a:lnTo>
                  <a:lnTo>
                    <a:pt x="745114" y="1384925"/>
                  </a:lnTo>
                  <a:lnTo>
                    <a:pt x="745095" y="1384942"/>
                  </a:lnTo>
                  <a:lnTo>
                    <a:pt x="745082" y="1384964"/>
                  </a:lnTo>
                  <a:lnTo>
                    <a:pt x="745077" y="1384977"/>
                  </a:lnTo>
                  <a:lnTo>
                    <a:pt x="745073" y="1384991"/>
                  </a:lnTo>
                  <a:lnTo>
                    <a:pt x="745072" y="1385004"/>
                  </a:lnTo>
                  <a:lnTo>
                    <a:pt x="745073" y="1385015"/>
                  </a:lnTo>
                  <a:lnTo>
                    <a:pt x="745085" y="1385047"/>
                  </a:lnTo>
                  <a:lnTo>
                    <a:pt x="745096" y="1385080"/>
                  </a:lnTo>
                  <a:lnTo>
                    <a:pt x="745102" y="1385135"/>
                  </a:lnTo>
                  <a:lnTo>
                    <a:pt x="745110" y="1385187"/>
                  </a:lnTo>
                  <a:lnTo>
                    <a:pt x="745110" y="1385225"/>
                  </a:lnTo>
                  <a:lnTo>
                    <a:pt x="745104" y="1385263"/>
                  </a:lnTo>
                  <a:lnTo>
                    <a:pt x="745098" y="1385294"/>
                  </a:lnTo>
                  <a:lnTo>
                    <a:pt x="745091" y="1385313"/>
                  </a:lnTo>
                  <a:lnTo>
                    <a:pt x="745079" y="1385336"/>
                  </a:lnTo>
                  <a:lnTo>
                    <a:pt x="745063" y="1385357"/>
                  </a:lnTo>
                  <a:lnTo>
                    <a:pt x="745047" y="1385373"/>
                  </a:lnTo>
                  <a:lnTo>
                    <a:pt x="745024" y="1385394"/>
                  </a:lnTo>
                  <a:lnTo>
                    <a:pt x="745002" y="1385428"/>
                  </a:lnTo>
                  <a:lnTo>
                    <a:pt x="744977" y="1385468"/>
                  </a:lnTo>
                  <a:lnTo>
                    <a:pt x="744962" y="1385510"/>
                  </a:lnTo>
                  <a:lnTo>
                    <a:pt x="744960" y="1385531"/>
                  </a:lnTo>
                  <a:lnTo>
                    <a:pt x="744960" y="1385544"/>
                  </a:lnTo>
                  <a:lnTo>
                    <a:pt x="744963" y="1385557"/>
                  </a:lnTo>
                  <a:lnTo>
                    <a:pt x="744974" y="1385590"/>
                  </a:lnTo>
                  <a:lnTo>
                    <a:pt x="744989" y="1385638"/>
                  </a:lnTo>
                  <a:lnTo>
                    <a:pt x="745004" y="1385683"/>
                  </a:lnTo>
                  <a:lnTo>
                    <a:pt x="745016" y="1385730"/>
                  </a:lnTo>
                  <a:lnTo>
                    <a:pt x="745018" y="1385762"/>
                  </a:lnTo>
                  <a:lnTo>
                    <a:pt x="745021" y="1385776"/>
                  </a:lnTo>
                  <a:lnTo>
                    <a:pt x="745020" y="1385783"/>
                  </a:lnTo>
                  <a:lnTo>
                    <a:pt x="745016" y="1385789"/>
                  </a:lnTo>
                  <a:lnTo>
                    <a:pt x="744997" y="1385793"/>
                  </a:lnTo>
                  <a:lnTo>
                    <a:pt x="744970" y="1385793"/>
                  </a:lnTo>
                  <a:lnTo>
                    <a:pt x="744939" y="1385797"/>
                  </a:lnTo>
                  <a:lnTo>
                    <a:pt x="744912" y="1385804"/>
                  </a:lnTo>
                  <a:lnTo>
                    <a:pt x="744885" y="1385817"/>
                  </a:lnTo>
                  <a:lnTo>
                    <a:pt x="744855" y="1385834"/>
                  </a:lnTo>
                  <a:lnTo>
                    <a:pt x="744831" y="1385849"/>
                  </a:lnTo>
                  <a:lnTo>
                    <a:pt x="744796" y="1385866"/>
                  </a:lnTo>
                  <a:lnTo>
                    <a:pt x="744770" y="1385878"/>
                  </a:lnTo>
                  <a:lnTo>
                    <a:pt x="744742" y="1385884"/>
                  </a:lnTo>
                  <a:lnTo>
                    <a:pt x="744671" y="1385891"/>
                  </a:lnTo>
                  <a:lnTo>
                    <a:pt x="744649" y="1385899"/>
                  </a:lnTo>
                  <a:lnTo>
                    <a:pt x="744636" y="1385912"/>
                  </a:lnTo>
                  <a:lnTo>
                    <a:pt x="744628" y="1385934"/>
                  </a:lnTo>
                  <a:lnTo>
                    <a:pt x="744621" y="1385968"/>
                  </a:lnTo>
                  <a:lnTo>
                    <a:pt x="744617" y="1385988"/>
                  </a:lnTo>
                  <a:lnTo>
                    <a:pt x="744617" y="1386037"/>
                  </a:lnTo>
                  <a:lnTo>
                    <a:pt x="744621" y="1386097"/>
                  </a:lnTo>
                  <a:lnTo>
                    <a:pt x="744620" y="1386149"/>
                  </a:lnTo>
                  <a:lnTo>
                    <a:pt x="744619" y="1386160"/>
                  </a:lnTo>
                  <a:lnTo>
                    <a:pt x="744611" y="1386170"/>
                  </a:lnTo>
                  <a:lnTo>
                    <a:pt x="744594" y="1386182"/>
                  </a:lnTo>
                  <a:lnTo>
                    <a:pt x="744570" y="1386207"/>
                  </a:lnTo>
                  <a:lnTo>
                    <a:pt x="744559" y="1386223"/>
                  </a:lnTo>
                  <a:lnTo>
                    <a:pt x="744547" y="1386254"/>
                  </a:lnTo>
                  <a:lnTo>
                    <a:pt x="744539" y="1386277"/>
                  </a:lnTo>
                  <a:lnTo>
                    <a:pt x="744524" y="1386301"/>
                  </a:lnTo>
                  <a:lnTo>
                    <a:pt x="744503" y="1386346"/>
                  </a:lnTo>
                  <a:lnTo>
                    <a:pt x="744495" y="1386370"/>
                  </a:lnTo>
                  <a:lnTo>
                    <a:pt x="744470" y="1386425"/>
                  </a:lnTo>
                  <a:lnTo>
                    <a:pt x="744458" y="1386449"/>
                  </a:lnTo>
                  <a:lnTo>
                    <a:pt x="744453" y="1386462"/>
                  </a:lnTo>
                  <a:lnTo>
                    <a:pt x="744453" y="1386476"/>
                  </a:lnTo>
                  <a:lnTo>
                    <a:pt x="744458" y="1386493"/>
                  </a:lnTo>
                  <a:lnTo>
                    <a:pt x="744484" y="1386539"/>
                  </a:lnTo>
                  <a:lnTo>
                    <a:pt x="744489" y="1386568"/>
                  </a:lnTo>
                  <a:lnTo>
                    <a:pt x="744493" y="1386589"/>
                  </a:lnTo>
                  <a:lnTo>
                    <a:pt x="744491" y="1386604"/>
                  </a:lnTo>
                  <a:lnTo>
                    <a:pt x="744479" y="1386636"/>
                  </a:lnTo>
                  <a:lnTo>
                    <a:pt x="744477" y="1386689"/>
                  </a:lnTo>
                  <a:lnTo>
                    <a:pt x="744477" y="1386742"/>
                  </a:lnTo>
                  <a:lnTo>
                    <a:pt x="744472" y="1386807"/>
                  </a:lnTo>
                  <a:lnTo>
                    <a:pt x="744468" y="1386835"/>
                  </a:lnTo>
                  <a:lnTo>
                    <a:pt x="744459" y="1386849"/>
                  </a:lnTo>
                  <a:lnTo>
                    <a:pt x="744450" y="1386861"/>
                  </a:lnTo>
                  <a:lnTo>
                    <a:pt x="744426" y="1386884"/>
                  </a:lnTo>
                  <a:lnTo>
                    <a:pt x="744404" y="1386909"/>
                  </a:lnTo>
                  <a:lnTo>
                    <a:pt x="744384" y="1386926"/>
                  </a:lnTo>
                  <a:lnTo>
                    <a:pt x="744372" y="1386946"/>
                  </a:lnTo>
                  <a:lnTo>
                    <a:pt x="744364" y="1386975"/>
                  </a:lnTo>
                  <a:lnTo>
                    <a:pt x="744352" y="1387041"/>
                  </a:lnTo>
                  <a:lnTo>
                    <a:pt x="744340" y="1387104"/>
                  </a:lnTo>
                  <a:lnTo>
                    <a:pt x="744339" y="1387135"/>
                  </a:lnTo>
                  <a:lnTo>
                    <a:pt x="744341" y="1387152"/>
                  </a:lnTo>
                  <a:lnTo>
                    <a:pt x="744344" y="1387160"/>
                  </a:lnTo>
                  <a:lnTo>
                    <a:pt x="744353" y="1387171"/>
                  </a:lnTo>
                  <a:lnTo>
                    <a:pt x="744362" y="1387177"/>
                  </a:lnTo>
                  <a:lnTo>
                    <a:pt x="744393" y="1387177"/>
                  </a:lnTo>
                  <a:lnTo>
                    <a:pt x="744432" y="1387176"/>
                  </a:lnTo>
                  <a:lnTo>
                    <a:pt x="744460" y="1387180"/>
                  </a:lnTo>
                  <a:lnTo>
                    <a:pt x="744483" y="1387186"/>
                  </a:lnTo>
                  <a:lnTo>
                    <a:pt x="744507" y="1387195"/>
                  </a:lnTo>
                  <a:lnTo>
                    <a:pt x="744525" y="1387209"/>
                  </a:lnTo>
                  <a:lnTo>
                    <a:pt x="744541" y="1387238"/>
                  </a:lnTo>
                  <a:lnTo>
                    <a:pt x="744554" y="1387273"/>
                  </a:lnTo>
                  <a:lnTo>
                    <a:pt x="744560" y="1387303"/>
                  </a:lnTo>
                  <a:lnTo>
                    <a:pt x="744559" y="1387345"/>
                  </a:lnTo>
                  <a:lnTo>
                    <a:pt x="744562" y="1387366"/>
                  </a:lnTo>
                  <a:lnTo>
                    <a:pt x="744564" y="1387392"/>
                  </a:lnTo>
                  <a:lnTo>
                    <a:pt x="744572" y="1387468"/>
                  </a:lnTo>
                  <a:lnTo>
                    <a:pt x="744577" y="1387541"/>
                  </a:lnTo>
                  <a:lnTo>
                    <a:pt x="744584" y="1387575"/>
                  </a:lnTo>
                  <a:lnTo>
                    <a:pt x="744589" y="1387596"/>
                  </a:lnTo>
                  <a:lnTo>
                    <a:pt x="744594" y="1387611"/>
                  </a:lnTo>
                  <a:lnTo>
                    <a:pt x="744606" y="1387637"/>
                  </a:lnTo>
                  <a:lnTo>
                    <a:pt x="744632" y="1387676"/>
                  </a:lnTo>
                  <a:lnTo>
                    <a:pt x="744660" y="1387716"/>
                  </a:lnTo>
                  <a:lnTo>
                    <a:pt x="744678" y="1387734"/>
                  </a:lnTo>
                  <a:lnTo>
                    <a:pt x="744683" y="1387743"/>
                  </a:lnTo>
                  <a:lnTo>
                    <a:pt x="744681" y="1387758"/>
                  </a:lnTo>
                  <a:lnTo>
                    <a:pt x="744671" y="1387780"/>
                  </a:lnTo>
                  <a:lnTo>
                    <a:pt x="744656" y="1387794"/>
                  </a:lnTo>
                  <a:lnTo>
                    <a:pt x="744637" y="1387808"/>
                  </a:lnTo>
                  <a:lnTo>
                    <a:pt x="744613" y="1387818"/>
                  </a:lnTo>
                  <a:lnTo>
                    <a:pt x="744590" y="1387821"/>
                  </a:lnTo>
                  <a:lnTo>
                    <a:pt x="744558" y="1387835"/>
                  </a:lnTo>
                  <a:lnTo>
                    <a:pt x="744546" y="1387848"/>
                  </a:lnTo>
                  <a:lnTo>
                    <a:pt x="744536" y="1387866"/>
                  </a:lnTo>
                  <a:lnTo>
                    <a:pt x="744530" y="1387880"/>
                  </a:lnTo>
                  <a:lnTo>
                    <a:pt x="744521" y="1387901"/>
                  </a:lnTo>
                  <a:lnTo>
                    <a:pt x="744513" y="1387927"/>
                  </a:lnTo>
                  <a:lnTo>
                    <a:pt x="744513" y="1387996"/>
                  </a:lnTo>
                  <a:lnTo>
                    <a:pt x="744498" y="1388065"/>
                  </a:lnTo>
                  <a:lnTo>
                    <a:pt x="744475" y="1388167"/>
                  </a:lnTo>
                  <a:lnTo>
                    <a:pt x="744469" y="1388195"/>
                  </a:lnTo>
                  <a:lnTo>
                    <a:pt x="744469" y="1388208"/>
                  </a:lnTo>
                  <a:lnTo>
                    <a:pt x="744470" y="1388221"/>
                  </a:lnTo>
                  <a:lnTo>
                    <a:pt x="744482" y="1388249"/>
                  </a:lnTo>
                  <a:lnTo>
                    <a:pt x="744495" y="1388267"/>
                  </a:lnTo>
                  <a:lnTo>
                    <a:pt x="744506" y="1388274"/>
                  </a:lnTo>
                  <a:lnTo>
                    <a:pt x="744516" y="1388280"/>
                  </a:lnTo>
                  <a:lnTo>
                    <a:pt x="744541" y="1388285"/>
                  </a:lnTo>
                  <a:lnTo>
                    <a:pt x="744583" y="1388290"/>
                  </a:lnTo>
                  <a:lnTo>
                    <a:pt x="744608" y="1388297"/>
                  </a:lnTo>
                  <a:lnTo>
                    <a:pt x="744654" y="1388317"/>
                  </a:lnTo>
                  <a:lnTo>
                    <a:pt x="744676" y="1388329"/>
                  </a:lnTo>
                  <a:lnTo>
                    <a:pt x="744692" y="1388350"/>
                  </a:lnTo>
                  <a:lnTo>
                    <a:pt x="744709" y="1388366"/>
                  </a:lnTo>
                  <a:lnTo>
                    <a:pt x="744724" y="1388376"/>
                  </a:lnTo>
                  <a:lnTo>
                    <a:pt x="744758" y="1388383"/>
                  </a:lnTo>
                  <a:lnTo>
                    <a:pt x="744771" y="1388393"/>
                  </a:lnTo>
                  <a:lnTo>
                    <a:pt x="744777" y="1388400"/>
                  </a:lnTo>
                  <a:lnTo>
                    <a:pt x="744779" y="1388409"/>
                  </a:lnTo>
                  <a:lnTo>
                    <a:pt x="744777" y="1388433"/>
                  </a:lnTo>
                  <a:lnTo>
                    <a:pt x="744779" y="1388462"/>
                  </a:lnTo>
                  <a:lnTo>
                    <a:pt x="744791" y="1388492"/>
                  </a:lnTo>
                  <a:lnTo>
                    <a:pt x="744801" y="1388512"/>
                  </a:lnTo>
                  <a:lnTo>
                    <a:pt x="744815" y="1388539"/>
                  </a:lnTo>
                  <a:lnTo>
                    <a:pt x="744818" y="1388550"/>
                  </a:lnTo>
                  <a:lnTo>
                    <a:pt x="744818" y="1388561"/>
                  </a:lnTo>
                  <a:lnTo>
                    <a:pt x="744814" y="1388569"/>
                  </a:lnTo>
                  <a:lnTo>
                    <a:pt x="744806" y="1388577"/>
                  </a:lnTo>
                  <a:lnTo>
                    <a:pt x="744788" y="1388588"/>
                  </a:lnTo>
                  <a:lnTo>
                    <a:pt x="744754" y="1388599"/>
                  </a:lnTo>
                  <a:lnTo>
                    <a:pt x="744712" y="1388617"/>
                  </a:lnTo>
                  <a:lnTo>
                    <a:pt x="744695" y="1388633"/>
                  </a:lnTo>
                  <a:lnTo>
                    <a:pt x="744681" y="1388643"/>
                  </a:lnTo>
                  <a:lnTo>
                    <a:pt x="744660" y="1388664"/>
                  </a:lnTo>
                  <a:lnTo>
                    <a:pt x="744642" y="1388683"/>
                  </a:lnTo>
                  <a:lnTo>
                    <a:pt x="744628" y="1388704"/>
                  </a:lnTo>
                  <a:lnTo>
                    <a:pt x="744613" y="1388727"/>
                  </a:lnTo>
                  <a:lnTo>
                    <a:pt x="744596" y="1388747"/>
                  </a:lnTo>
                  <a:lnTo>
                    <a:pt x="744576" y="1388764"/>
                  </a:lnTo>
                  <a:lnTo>
                    <a:pt x="744558" y="1388781"/>
                  </a:lnTo>
                  <a:lnTo>
                    <a:pt x="744517" y="1388806"/>
                  </a:lnTo>
                  <a:lnTo>
                    <a:pt x="744468" y="1388832"/>
                  </a:lnTo>
                  <a:lnTo>
                    <a:pt x="744421" y="1388859"/>
                  </a:lnTo>
                  <a:lnTo>
                    <a:pt x="744398" y="1388881"/>
                  </a:lnTo>
                  <a:lnTo>
                    <a:pt x="744377" y="1388902"/>
                  </a:lnTo>
                  <a:lnTo>
                    <a:pt x="744363" y="1388919"/>
                  </a:lnTo>
                  <a:lnTo>
                    <a:pt x="744342" y="1388961"/>
                  </a:lnTo>
                  <a:lnTo>
                    <a:pt x="744323" y="1388988"/>
                  </a:lnTo>
                  <a:lnTo>
                    <a:pt x="744314" y="1388995"/>
                  </a:lnTo>
                  <a:lnTo>
                    <a:pt x="744292" y="1389001"/>
                  </a:lnTo>
                  <a:lnTo>
                    <a:pt x="744235" y="1389006"/>
                  </a:lnTo>
                  <a:lnTo>
                    <a:pt x="744189" y="1389008"/>
                  </a:lnTo>
                  <a:lnTo>
                    <a:pt x="744154" y="1389018"/>
                  </a:lnTo>
                  <a:lnTo>
                    <a:pt x="744118" y="1389023"/>
                  </a:lnTo>
                  <a:lnTo>
                    <a:pt x="744082" y="1389035"/>
                  </a:lnTo>
                  <a:lnTo>
                    <a:pt x="744058" y="1389033"/>
                  </a:lnTo>
                  <a:lnTo>
                    <a:pt x="744042" y="1389035"/>
                  </a:lnTo>
                  <a:lnTo>
                    <a:pt x="744021" y="1389045"/>
                  </a:lnTo>
                  <a:lnTo>
                    <a:pt x="743986" y="1389063"/>
                  </a:lnTo>
                  <a:lnTo>
                    <a:pt x="743948" y="1389078"/>
                  </a:lnTo>
                  <a:lnTo>
                    <a:pt x="743880" y="1389093"/>
                  </a:lnTo>
                  <a:lnTo>
                    <a:pt x="743824" y="1389108"/>
                  </a:lnTo>
                  <a:lnTo>
                    <a:pt x="743776" y="1389117"/>
                  </a:lnTo>
                  <a:lnTo>
                    <a:pt x="743758" y="1389125"/>
                  </a:lnTo>
                  <a:lnTo>
                    <a:pt x="743741" y="1389125"/>
                  </a:lnTo>
                  <a:lnTo>
                    <a:pt x="743721" y="1389124"/>
                  </a:lnTo>
                  <a:lnTo>
                    <a:pt x="743683" y="1389115"/>
                  </a:lnTo>
                  <a:lnTo>
                    <a:pt x="743654" y="1389107"/>
                  </a:lnTo>
                  <a:lnTo>
                    <a:pt x="743615" y="1389099"/>
                  </a:lnTo>
                  <a:lnTo>
                    <a:pt x="743563" y="1389096"/>
                  </a:lnTo>
                  <a:lnTo>
                    <a:pt x="743505" y="1389098"/>
                  </a:lnTo>
                  <a:lnTo>
                    <a:pt x="743446" y="1389101"/>
                  </a:lnTo>
                  <a:lnTo>
                    <a:pt x="743408" y="1389103"/>
                  </a:lnTo>
                  <a:lnTo>
                    <a:pt x="743346" y="1389107"/>
                  </a:lnTo>
                  <a:lnTo>
                    <a:pt x="743330" y="1389107"/>
                  </a:lnTo>
                  <a:lnTo>
                    <a:pt x="743308" y="1389115"/>
                  </a:lnTo>
                  <a:lnTo>
                    <a:pt x="743295" y="1389128"/>
                  </a:lnTo>
                  <a:lnTo>
                    <a:pt x="743284" y="1389144"/>
                  </a:lnTo>
                  <a:lnTo>
                    <a:pt x="743271" y="1389184"/>
                  </a:lnTo>
                  <a:lnTo>
                    <a:pt x="743260" y="1389210"/>
                  </a:lnTo>
                  <a:lnTo>
                    <a:pt x="743257" y="1389223"/>
                  </a:lnTo>
                  <a:lnTo>
                    <a:pt x="743255" y="1389241"/>
                  </a:lnTo>
                  <a:lnTo>
                    <a:pt x="743255" y="1389266"/>
                  </a:lnTo>
                  <a:lnTo>
                    <a:pt x="743257" y="1389299"/>
                  </a:lnTo>
                  <a:lnTo>
                    <a:pt x="743258" y="1389315"/>
                  </a:lnTo>
                  <a:lnTo>
                    <a:pt x="743256" y="1389335"/>
                  </a:lnTo>
                  <a:lnTo>
                    <a:pt x="743253" y="1389347"/>
                  </a:lnTo>
                  <a:lnTo>
                    <a:pt x="743236" y="1389402"/>
                  </a:lnTo>
                  <a:lnTo>
                    <a:pt x="743224" y="1389444"/>
                  </a:lnTo>
                  <a:lnTo>
                    <a:pt x="743205" y="1389512"/>
                  </a:lnTo>
                  <a:lnTo>
                    <a:pt x="743201" y="1389548"/>
                  </a:lnTo>
                  <a:lnTo>
                    <a:pt x="743186" y="1389637"/>
                  </a:lnTo>
                  <a:lnTo>
                    <a:pt x="743178" y="1389664"/>
                  </a:lnTo>
                  <a:lnTo>
                    <a:pt x="743166" y="1389687"/>
                  </a:lnTo>
                  <a:lnTo>
                    <a:pt x="743147" y="1389727"/>
                  </a:lnTo>
                  <a:lnTo>
                    <a:pt x="743137" y="1389760"/>
                  </a:lnTo>
                  <a:lnTo>
                    <a:pt x="743131" y="1389778"/>
                  </a:lnTo>
                  <a:lnTo>
                    <a:pt x="743128" y="1389798"/>
                  </a:lnTo>
                  <a:lnTo>
                    <a:pt x="743127" y="1389827"/>
                  </a:lnTo>
                  <a:lnTo>
                    <a:pt x="743121" y="1389861"/>
                  </a:lnTo>
                  <a:lnTo>
                    <a:pt x="743111" y="1389911"/>
                  </a:lnTo>
                  <a:lnTo>
                    <a:pt x="743108" y="1389941"/>
                  </a:lnTo>
                  <a:lnTo>
                    <a:pt x="743105" y="1390003"/>
                  </a:lnTo>
                  <a:lnTo>
                    <a:pt x="743102" y="1390049"/>
                  </a:lnTo>
                  <a:lnTo>
                    <a:pt x="743106" y="1390112"/>
                  </a:lnTo>
                  <a:lnTo>
                    <a:pt x="743108" y="1390159"/>
                  </a:lnTo>
                  <a:lnTo>
                    <a:pt x="743107" y="1390181"/>
                  </a:lnTo>
                  <a:lnTo>
                    <a:pt x="743105" y="1390191"/>
                  </a:lnTo>
                  <a:lnTo>
                    <a:pt x="743099" y="1390199"/>
                  </a:lnTo>
                  <a:lnTo>
                    <a:pt x="743089" y="1390208"/>
                  </a:lnTo>
                  <a:lnTo>
                    <a:pt x="743052" y="1390232"/>
                  </a:lnTo>
                  <a:lnTo>
                    <a:pt x="743005" y="1390251"/>
                  </a:lnTo>
                  <a:lnTo>
                    <a:pt x="742958" y="1390270"/>
                  </a:lnTo>
                  <a:lnTo>
                    <a:pt x="742934" y="1390281"/>
                  </a:lnTo>
                  <a:lnTo>
                    <a:pt x="742915" y="1390293"/>
                  </a:lnTo>
                  <a:lnTo>
                    <a:pt x="742893" y="1390312"/>
                  </a:lnTo>
                  <a:lnTo>
                    <a:pt x="742867" y="1390342"/>
                  </a:lnTo>
                  <a:lnTo>
                    <a:pt x="742837" y="1390391"/>
                  </a:lnTo>
                  <a:lnTo>
                    <a:pt x="742823" y="1390408"/>
                  </a:lnTo>
                  <a:lnTo>
                    <a:pt x="742808" y="1390424"/>
                  </a:lnTo>
                  <a:lnTo>
                    <a:pt x="742795" y="1390434"/>
                  </a:lnTo>
                  <a:lnTo>
                    <a:pt x="742769" y="1390457"/>
                  </a:lnTo>
                  <a:lnTo>
                    <a:pt x="742723" y="1390499"/>
                  </a:lnTo>
                  <a:lnTo>
                    <a:pt x="742687" y="1390520"/>
                  </a:lnTo>
                  <a:lnTo>
                    <a:pt x="742654" y="1390540"/>
                  </a:lnTo>
                  <a:lnTo>
                    <a:pt x="742649" y="1390546"/>
                  </a:lnTo>
                  <a:lnTo>
                    <a:pt x="742646" y="1390551"/>
                  </a:lnTo>
                  <a:lnTo>
                    <a:pt x="742647" y="1390569"/>
                  </a:lnTo>
                  <a:lnTo>
                    <a:pt x="742649" y="1390585"/>
                  </a:lnTo>
                  <a:lnTo>
                    <a:pt x="742667" y="1390638"/>
                  </a:lnTo>
                  <a:lnTo>
                    <a:pt x="742675" y="1390664"/>
                  </a:lnTo>
                  <a:lnTo>
                    <a:pt x="742685" y="1390715"/>
                  </a:lnTo>
                  <a:lnTo>
                    <a:pt x="742692" y="1390779"/>
                  </a:lnTo>
                  <a:lnTo>
                    <a:pt x="742696" y="1390837"/>
                  </a:lnTo>
                  <a:lnTo>
                    <a:pt x="742702" y="1390885"/>
                  </a:lnTo>
                  <a:lnTo>
                    <a:pt x="742702" y="1390929"/>
                  </a:lnTo>
                  <a:lnTo>
                    <a:pt x="742701" y="1390936"/>
                  </a:lnTo>
                  <a:lnTo>
                    <a:pt x="742687" y="1390945"/>
                  </a:lnTo>
                  <a:lnTo>
                    <a:pt x="742671" y="1390950"/>
                  </a:lnTo>
                  <a:lnTo>
                    <a:pt x="742629" y="1390966"/>
                  </a:lnTo>
                  <a:lnTo>
                    <a:pt x="742613" y="1390969"/>
                  </a:lnTo>
                  <a:lnTo>
                    <a:pt x="742592" y="1390980"/>
                  </a:lnTo>
                  <a:lnTo>
                    <a:pt x="742565" y="1391000"/>
                  </a:lnTo>
                  <a:lnTo>
                    <a:pt x="742519" y="1391035"/>
                  </a:lnTo>
                  <a:lnTo>
                    <a:pt x="742491" y="1391055"/>
                  </a:lnTo>
                  <a:lnTo>
                    <a:pt x="742462" y="1391075"/>
                  </a:lnTo>
                  <a:lnTo>
                    <a:pt x="742444" y="1391088"/>
                  </a:lnTo>
                  <a:lnTo>
                    <a:pt x="742411" y="1391125"/>
                  </a:lnTo>
                  <a:lnTo>
                    <a:pt x="742374" y="1391172"/>
                  </a:lnTo>
                  <a:lnTo>
                    <a:pt x="742355" y="1391194"/>
                  </a:lnTo>
                  <a:lnTo>
                    <a:pt x="742349" y="1391211"/>
                  </a:lnTo>
                  <a:lnTo>
                    <a:pt x="742348" y="1391227"/>
                  </a:lnTo>
                  <a:lnTo>
                    <a:pt x="742349" y="1391239"/>
                  </a:lnTo>
                  <a:lnTo>
                    <a:pt x="742356" y="1391256"/>
                  </a:lnTo>
                  <a:lnTo>
                    <a:pt x="742361" y="1391273"/>
                  </a:lnTo>
                  <a:lnTo>
                    <a:pt x="742366" y="1391285"/>
                  </a:lnTo>
                  <a:lnTo>
                    <a:pt x="742374" y="1391296"/>
                  </a:lnTo>
                  <a:lnTo>
                    <a:pt x="742401" y="1391319"/>
                  </a:lnTo>
                  <a:lnTo>
                    <a:pt x="742415" y="1391340"/>
                  </a:lnTo>
                  <a:lnTo>
                    <a:pt x="742427" y="1391373"/>
                  </a:lnTo>
                  <a:lnTo>
                    <a:pt x="742439" y="1391406"/>
                  </a:lnTo>
                  <a:lnTo>
                    <a:pt x="742447" y="1391438"/>
                  </a:lnTo>
                  <a:lnTo>
                    <a:pt x="742463" y="1391465"/>
                  </a:lnTo>
                  <a:lnTo>
                    <a:pt x="742476" y="1391483"/>
                  </a:lnTo>
                  <a:lnTo>
                    <a:pt x="742492" y="1391497"/>
                  </a:lnTo>
                  <a:lnTo>
                    <a:pt x="742507" y="1391510"/>
                  </a:lnTo>
                  <a:lnTo>
                    <a:pt x="742544" y="1391545"/>
                  </a:lnTo>
                  <a:lnTo>
                    <a:pt x="742563" y="1391566"/>
                  </a:lnTo>
                  <a:lnTo>
                    <a:pt x="742575" y="1391584"/>
                  </a:lnTo>
                  <a:lnTo>
                    <a:pt x="742594" y="1391619"/>
                  </a:lnTo>
                  <a:lnTo>
                    <a:pt x="742596" y="1391627"/>
                  </a:lnTo>
                  <a:lnTo>
                    <a:pt x="742596" y="1391633"/>
                  </a:lnTo>
                  <a:lnTo>
                    <a:pt x="742593" y="1391638"/>
                  </a:lnTo>
                  <a:lnTo>
                    <a:pt x="742584" y="1391644"/>
                  </a:lnTo>
                  <a:lnTo>
                    <a:pt x="742564" y="1391652"/>
                  </a:lnTo>
                  <a:lnTo>
                    <a:pt x="742546" y="1391653"/>
                  </a:lnTo>
                  <a:lnTo>
                    <a:pt x="742523" y="1391660"/>
                  </a:lnTo>
                  <a:lnTo>
                    <a:pt x="742473" y="1391681"/>
                  </a:lnTo>
                  <a:lnTo>
                    <a:pt x="742422" y="1391699"/>
                  </a:lnTo>
                  <a:lnTo>
                    <a:pt x="742383" y="1391712"/>
                  </a:lnTo>
                  <a:lnTo>
                    <a:pt x="742352" y="1391719"/>
                  </a:lnTo>
                  <a:lnTo>
                    <a:pt x="742285" y="1391736"/>
                  </a:lnTo>
                  <a:lnTo>
                    <a:pt x="742247" y="1391747"/>
                  </a:lnTo>
                  <a:lnTo>
                    <a:pt x="742212" y="1391763"/>
                  </a:lnTo>
                  <a:lnTo>
                    <a:pt x="742186" y="1391785"/>
                  </a:lnTo>
                  <a:lnTo>
                    <a:pt x="742165" y="1391806"/>
                  </a:lnTo>
                  <a:lnTo>
                    <a:pt x="742136" y="1391844"/>
                  </a:lnTo>
                  <a:lnTo>
                    <a:pt x="742106" y="1391888"/>
                  </a:lnTo>
                  <a:lnTo>
                    <a:pt x="742077" y="1391925"/>
                  </a:lnTo>
                  <a:lnTo>
                    <a:pt x="742054" y="1391965"/>
                  </a:lnTo>
                  <a:lnTo>
                    <a:pt x="742042" y="1391992"/>
                  </a:lnTo>
                  <a:lnTo>
                    <a:pt x="742033" y="1392024"/>
                  </a:lnTo>
                  <a:lnTo>
                    <a:pt x="742030" y="1392034"/>
                  </a:lnTo>
                  <a:lnTo>
                    <a:pt x="742024" y="1392037"/>
                  </a:lnTo>
                  <a:lnTo>
                    <a:pt x="742009" y="1392044"/>
                  </a:lnTo>
                  <a:lnTo>
                    <a:pt x="741979" y="1392048"/>
                  </a:lnTo>
                  <a:lnTo>
                    <a:pt x="741906" y="1392068"/>
                  </a:lnTo>
                  <a:lnTo>
                    <a:pt x="741881" y="1392069"/>
                  </a:lnTo>
                  <a:lnTo>
                    <a:pt x="741840" y="1392068"/>
                  </a:lnTo>
                  <a:lnTo>
                    <a:pt x="741800" y="1392066"/>
                  </a:lnTo>
                  <a:lnTo>
                    <a:pt x="741774" y="1392065"/>
                  </a:lnTo>
                  <a:lnTo>
                    <a:pt x="741754" y="1392068"/>
                  </a:lnTo>
                  <a:lnTo>
                    <a:pt x="741747" y="1392073"/>
                  </a:lnTo>
                  <a:lnTo>
                    <a:pt x="741734" y="1392089"/>
                  </a:lnTo>
                  <a:lnTo>
                    <a:pt x="741728" y="1392117"/>
                  </a:lnTo>
                  <a:lnTo>
                    <a:pt x="741728" y="1392149"/>
                  </a:lnTo>
                  <a:lnTo>
                    <a:pt x="741724" y="1392163"/>
                  </a:lnTo>
                  <a:lnTo>
                    <a:pt x="741709" y="1392190"/>
                  </a:lnTo>
                  <a:lnTo>
                    <a:pt x="741664" y="1392230"/>
                  </a:lnTo>
                  <a:lnTo>
                    <a:pt x="741607" y="1392275"/>
                  </a:lnTo>
                  <a:lnTo>
                    <a:pt x="741590" y="1392288"/>
                  </a:lnTo>
                  <a:lnTo>
                    <a:pt x="741567" y="1392304"/>
                  </a:lnTo>
                  <a:lnTo>
                    <a:pt x="741535" y="1392339"/>
                  </a:lnTo>
                  <a:lnTo>
                    <a:pt x="741512" y="1392361"/>
                  </a:lnTo>
                  <a:lnTo>
                    <a:pt x="741467" y="1392410"/>
                  </a:lnTo>
                  <a:lnTo>
                    <a:pt x="741432" y="1392446"/>
                  </a:lnTo>
                  <a:lnTo>
                    <a:pt x="741408" y="1392477"/>
                  </a:lnTo>
                  <a:lnTo>
                    <a:pt x="741386" y="1392497"/>
                  </a:lnTo>
                  <a:lnTo>
                    <a:pt x="741361" y="1392521"/>
                  </a:lnTo>
                  <a:lnTo>
                    <a:pt x="741303" y="1392571"/>
                  </a:lnTo>
                  <a:lnTo>
                    <a:pt x="741270" y="1392594"/>
                  </a:lnTo>
                  <a:lnTo>
                    <a:pt x="741234" y="1392608"/>
                  </a:lnTo>
                  <a:lnTo>
                    <a:pt x="741189" y="1392614"/>
                  </a:lnTo>
                  <a:lnTo>
                    <a:pt x="741170" y="1392617"/>
                  </a:lnTo>
                  <a:lnTo>
                    <a:pt x="741139" y="1392622"/>
                  </a:lnTo>
                  <a:lnTo>
                    <a:pt x="741105" y="1392638"/>
                  </a:lnTo>
                  <a:lnTo>
                    <a:pt x="741077" y="1392661"/>
                  </a:lnTo>
                  <a:lnTo>
                    <a:pt x="741057" y="1392676"/>
                  </a:lnTo>
                  <a:lnTo>
                    <a:pt x="740990" y="1392744"/>
                  </a:lnTo>
                  <a:lnTo>
                    <a:pt x="740960" y="1392787"/>
                  </a:lnTo>
                  <a:lnTo>
                    <a:pt x="740933" y="1392836"/>
                  </a:lnTo>
                  <a:lnTo>
                    <a:pt x="740918" y="1392870"/>
                  </a:lnTo>
                  <a:lnTo>
                    <a:pt x="740884" y="1392913"/>
                  </a:lnTo>
                  <a:lnTo>
                    <a:pt x="740857" y="1392945"/>
                  </a:lnTo>
                  <a:lnTo>
                    <a:pt x="740816" y="1392993"/>
                  </a:lnTo>
                  <a:lnTo>
                    <a:pt x="740771" y="1393046"/>
                  </a:lnTo>
                  <a:lnTo>
                    <a:pt x="740743" y="1393079"/>
                  </a:lnTo>
                  <a:lnTo>
                    <a:pt x="740716" y="1393109"/>
                  </a:lnTo>
                  <a:lnTo>
                    <a:pt x="740684" y="1393153"/>
                  </a:lnTo>
                  <a:lnTo>
                    <a:pt x="740657" y="1393190"/>
                  </a:lnTo>
                  <a:lnTo>
                    <a:pt x="740643" y="1393213"/>
                  </a:lnTo>
                  <a:lnTo>
                    <a:pt x="740638" y="1393228"/>
                  </a:lnTo>
                  <a:lnTo>
                    <a:pt x="740638" y="1393247"/>
                  </a:lnTo>
                  <a:lnTo>
                    <a:pt x="740642" y="1393285"/>
                  </a:lnTo>
                  <a:lnTo>
                    <a:pt x="740648" y="1393306"/>
                  </a:lnTo>
                  <a:lnTo>
                    <a:pt x="740662" y="1393327"/>
                  </a:lnTo>
                  <a:lnTo>
                    <a:pt x="740688" y="1393355"/>
                  </a:lnTo>
                  <a:lnTo>
                    <a:pt x="740726" y="1393381"/>
                  </a:lnTo>
                  <a:lnTo>
                    <a:pt x="740749" y="1393402"/>
                  </a:lnTo>
                  <a:lnTo>
                    <a:pt x="740756" y="1393412"/>
                  </a:lnTo>
                  <a:lnTo>
                    <a:pt x="740758" y="1393422"/>
                  </a:lnTo>
                  <a:lnTo>
                    <a:pt x="740757" y="1393434"/>
                  </a:lnTo>
                  <a:lnTo>
                    <a:pt x="740751" y="1393453"/>
                  </a:lnTo>
                  <a:lnTo>
                    <a:pt x="740724" y="1393517"/>
                  </a:lnTo>
                  <a:lnTo>
                    <a:pt x="740695" y="1393568"/>
                  </a:lnTo>
                  <a:lnTo>
                    <a:pt x="740676" y="1393610"/>
                  </a:lnTo>
                  <a:lnTo>
                    <a:pt x="740655" y="1393646"/>
                  </a:lnTo>
                  <a:lnTo>
                    <a:pt x="740648" y="1393661"/>
                  </a:lnTo>
                  <a:lnTo>
                    <a:pt x="740636" y="1393667"/>
                  </a:lnTo>
                  <a:lnTo>
                    <a:pt x="740606" y="1393669"/>
                  </a:lnTo>
                  <a:lnTo>
                    <a:pt x="740583" y="1393671"/>
                  </a:lnTo>
                  <a:lnTo>
                    <a:pt x="740565" y="1393676"/>
                  </a:lnTo>
                  <a:lnTo>
                    <a:pt x="740531" y="1393691"/>
                  </a:lnTo>
                  <a:lnTo>
                    <a:pt x="740507" y="1393700"/>
                  </a:lnTo>
                  <a:lnTo>
                    <a:pt x="740475" y="1393712"/>
                  </a:lnTo>
                  <a:lnTo>
                    <a:pt x="740374" y="1393761"/>
                  </a:lnTo>
                  <a:lnTo>
                    <a:pt x="740318" y="1393790"/>
                  </a:lnTo>
                  <a:lnTo>
                    <a:pt x="740272" y="1393808"/>
                  </a:lnTo>
                  <a:lnTo>
                    <a:pt x="740234" y="1393814"/>
                  </a:lnTo>
                  <a:lnTo>
                    <a:pt x="740187" y="1393820"/>
                  </a:lnTo>
                  <a:lnTo>
                    <a:pt x="740140" y="1393835"/>
                  </a:lnTo>
                  <a:lnTo>
                    <a:pt x="740107" y="1393857"/>
                  </a:lnTo>
                  <a:lnTo>
                    <a:pt x="740084" y="1393883"/>
                  </a:lnTo>
                  <a:lnTo>
                    <a:pt x="740083" y="1393894"/>
                  </a:lnTo>
                  <a:lnTo>
                    <a:pt x="740083" y="1393906"/>
                  </a:lnTo>
                  <a:lnTo>
                    <a:pt x="740092" y="1393934"/>
                  </a:lnTo>
                  <a:lnTo>
                    <a:pt x="740131" y="1393988"/>
                  </a:lnTo>
                  <a:lnTo>
                    <a:pt x="740182" y="1394028"/>
                  </a:lnTo>
                  <a:lnTo>
                    <a:pt x="740212" y="1394051"/>
                  </a:lnTo>
                  <a:lnTo>
                    <a:pt x="740219" y="1394076"/>
                  </a:lnTo>
                  <a:lnTo>
                    <a:pt x="740219" y="1394144"/>
                  </a:lnTo>
                  <a:lnTo>
                    <a:pt x="740219" y="1394196"/>
                  </a:lnTo>
                  <a:lnTo>
                    <a:pt x="740219" y="1394252"/>
                  </a:lnTo>
                  <a:lnTo>
                    <a:pt x="740219" y="1394293"/>
                  </a:lnTo>
                  <a:lnTo>
                    <a:pt x="740201" y="1394333"/>
                  </a:lnTo>
                  <a:lnTo>
                    <a:pt x="740185" y="1394367"/>
                  </a:lnTo>
                  <a:lnTo>
                    <a:pt x="740177" y="1394399"/>
                  </a:lnTo>
                  <a:lnTo>
                    <a:pt x="740171" y="1394438"/>
                  </a:lnTo>
                  <a:lnTo>
                    <a:pt x="740150" y="1394515"/>
                  </a:lnTo>
                  <a:lnTo>
                    <a:pt x="740127" y="1394570"/>
                  </a:lnTo>
                  <a:lnTo>
                    <a:pt x="740111" y="1394621"/>
                  </a:lnTo>
                  <a:lnTo>
                    <a:pt x="740091" y="1394661"/>
                  </a:lnTo>
                  <a:lnTo>
                    <a:pt x="740042" y="1394753"/>
                  </a:lnTo>
                  <a:lnTo>
                    <a:pt x="740019" y="1394803"/>
                  </a:lnTo>
                  <a:lnTo>
                    <a:pt x="740007" y="1394820"/>
                  </a:lnTo>
                  <a:lnTo>
                    <a:pt x="739996" y="1394828"/>
                  </a:lnTo>
                  <a:lnTo>
                    <a:pt x="739978" y="1394834"/>
                  </a:lnTo>
                  <a:lnTo>
                    <a:pt x="739954" y="1394836"/>
                  </a:lnTo>
                  <a:lnTo>
                    <a:pt x="739943" y="1394838"/>
                  </a:lnTo>
                  <a:lnTo>
                    <a:pt x="739941" y="1394844"/>
                  </a:lnTo>
                  <a:lnTo>
                    <a:pt x="739944" y="1394851"/>
                  </a:lnTo>
                  <a:lnTo>
                    <a:pt x="739955" y="1394860"/>
                  </a:lnTo>
                  <a:lnTo>
                    <a:pt x="740036" y="1394908"/>
                  </a:lnTo>
                  <a:lnTo>
                    <a:pt x="740074" y="1394928"/>
                  </a:lnTo>
                  <a:lnTo>
                    <a:pt x="740121" y="1394947"/>
                  </a:lnTo>
                  <a:lnTo>
                    <a:pt x="740149" y="1394971"/>
                  </a:lnTo>
                  <a:lnTo>
                    <a:pt x="740188" y="1395013"/>
                  </a:lnTo>
                  <a:lnTo>
                    <a:pt x="740229" y="1395070"/>
                  </a:lnTo>
                  <a:lnTo>
                    <a:pt x="740256" y="1395107"/>
                  </a:lnTo>
                  <a:lnTo>
                    <a:pt x="740292" y="1395164"/>
                  </a:lnTo>
                  <a:lnTo>
                    <a:pt x="740313" y="1395193"/>
                  </a:lnTo>
                  <a:lnTo>
                    <a:pt x="740337" y="1395221"/>
                  </a:lnTo>
                  <a:lnTo>
                    <a:pt x="740357" y="1395235"/>
                  </a:lnTo>
                  <a:lnTo>
                    <a:pt x="740384" y="1395239"/>
                  </a:lnTo>
                  <a:lnTo>
                    <a:pt x="740414" y="1395237"/>
                  </a:lnTo>
                  <a:lnTo>
                    <a:pt x="740455" y="1395226"/>
                  </a:lnTo>
                  <a:lnTo>
                    <a:pt x="740479" y="1395224"/>
                  </a:lnTo>
                  <a:lnTo>
                    <a:pt x="740512" y="1395226"/>
                  </a:lnTo>
                  <a:lnTo>
                    <a:pt x="740554" y="1395243"/>
                  </a:lnTo>
                  <a:lnTo>
                    <a:pt x="740576" y="1395258"/>
                  </a:lnTo>
                  <a:lnTo>
                    <a:pt x="740600" y="1395287"/>
                  </a:lnTo>
                  <a:lnTo>
                    <a:pt x="740618" y="1395327"/>
                  </a:lnTo>
                  <a:lnTo>
                    <a:pt x="740634" y="1395350"/>
                  </a:lnTo>
                  <a:lnTo>
                    <a:pt x="740654" y="1395372"/>
                  </a:lnTo>
                  <a:lnTo>
                    <a:pt x="740689" y="1395392"/>
                  </a:lnTo>
                  <a:lnTo>
                    <a:pt x="740734" y="1395413"/>
                  </a:lnTo>
                  <a:lnTo>
                    <a:pt x="740800" y="1395434"/>
                  </a:lnTo>
                  <a:lnTo>
                    <a:pt x="740834" y="1395443"/>
                  </a:lnTo>
                  <a:lnTo>
                    <a:pt x="740839" y="1395450"/>
                  </a:lnTo>
                  <a:lnTo>
                    <a:pt x="740841" y="1395462"/>
                  </a:lnTo>
                  <a:lnTo>
                    <a:pt x="740839" y="1395481"/>
                  </a:lnTo>
                  <a:lnTo>
                    <a:pt x="740839" y="1395499"/>
                  </a:lnTo>
                  <a:lnTo>
                    <a:pt x="740848" y="1395519"/>
                  </a:lnTo>
                  <a:lnTo>
                    <a:pt x="740875" y="1395559"/>
                  </a:lnTo>
                  <a:lnTo>
                    <a:pt x="740914" y="1395598"/>
                  </a:lnTo>
                  <a:lnTo>
                    <a:pt x="740954" y="1395636"/>
                  </a:lnTo>
                  <a:lnTo>
                    <a:pt x="741004" y="1395683"/>
                  </a:lnTo>
                  <a:lnTo>
                    <a:pt x="741016" y="1395699"/>
                  </a:lnTo>
                  <a:lnTo>
                    <a:pt x="741028" y="1395720"/>
                  </a:lnTo>
                  <a:lnTo>
                    <a:pt x="741033" y="1395761"/>
                  </a:lnTo>
                  <a:lnTo>
                    <a:pt x="741029" y="1395788"/>
                  </a:lnTo>
                  <a:lnTo>
                    <a:pt x="741022" y="1395806"/>
                  </a:lnTo>
                  <a:lnTo>
                    <a:pt x="741002" y="1395829"/>
                  </a:lnTo>
                  <a:lnTo>
                    <a:pt x="740989" y="1395845"/>
                  </a:lnTo>
                  <a:lnTo>
                    <a:pt x="740981" y="1395857"/>
                  </a:lnTo>
                  <a:lnTo>
                    <a:pt x="740981" y="1395869"/>
                  </a:lnTo>
                  <a:lnTo>
                    <a:pt x="740980" y="1395882"/>
                  </a:lnTo>
                  <a:lnTo>
                    <a:pt x="740992" y="1395902"/>
                  </a:lnTo>
                  <a:lnTo>
                    <a:pt x="741023" y="1395928"/>
                  </a:lnTo>
                  <a:lnTo>
                    <a:pt x="741100" y="1395972"/>
                  </a:lnTo>
                  <a:lnTo>
                    <a:pt x="741154" y="1396014"/>
                  </a:lnTo>
                  <a:lnTo>
                    <a:pt x="741195" y="1396057"/>
                  </a:lnTo>
                  <a:lnTo>
                    <a:pt x="741226" y="1396088"/>
                  </a:lnTo>
                  <a:lnTo>
                    <a:pt x="741233" y="1396107"/>
                  </a:lnTo>
                  <a:lnTo>
                    <a:pt x="741230" y="1396129"/>
                  </a:lnTo>
                  <a:lnTo>
                    <a:pt x="741225" y="1396148"/>
                  </a:lnTo>
                  <a:lnTo>
                    <a:pt x="741196" y="1396194"/>
                  </a:lnTo>
                  <a:lnTo>
                    <a:pt x="741168" y="1396221"/>
                  </a:lnTo>
                  <a:lnTo>
                    <a:pt x="741140" y="1396250"/>
                  </a:lnTo>
                  <a:lnTo>
                    <a:pt x="741118" y="1396275"/>
                  </a:lnTo>
                  <a:lnTo>
                    <a:pt x="741086" y="1396303"/>
                  </a:lnTo>
                  <a:lnTo>
                    <a:pt x="741077" y="1396318"/>
                  </a:lnTo>
                  <a:lnTo>
                    <a:pt x="741080" y="1396329"/>
                  </a:lnTo>
                  <a:lnTo>
                    <a:pt x="741100" y="1396353"/>
                  </a:lnTo>
                  <a:lnTo>
                    <a:pt x="741147" y="1396397"/>
                  </a:lnTo>
                  <a:lnTo>
                    <a:pt x="741183" y="1396429"/>
                  </a:lnTo>
                  <a:lnTo>
                    <a:pt x="741264" y="1396457"/>
                  </a:lnTo>
                  <a:lnTo>
                    <a:pt x="741344" y="1396490"/>
                  </a:lnTo>
                  <a:lnTo>
                    <a:pt x="741398" y="1396503"/>
                  </a:lnTo>
                  <a:lnTo>
                    <a:pt x="741428" y="1396505"/>
                  </a:lnTo>
                  <a:lnTo>
                    <a:pt x="741454" y="1396511"/>
                  </a:lnTo>
                  <a:lnTo>
                    <a:pt x="741496" y="1396524"/>
                  </a:lnTo>
                  <a:lnTo>
                    <a:pt x="741525" y="1396541"/>
                  </a:lnTo>
                  <a:lnTo>
                    <a:pt x="741576" y="1396577"/>
                  </a:lnTo>
                  <a:lnTo>
                    <a:pt x="741611" y="1396612"/>
                  </a:lnTo>
                  <a:lnTo>
                    <a:pt x="741626" y="1396646"/>
                  </a:lnTo>
                  <a:lnTo>
                    <a:pt x="741630" y="1396672"/>
                  </a:lnTo>
                  <a:lnTo>
                    <a:pt x="741634" y="1396733"/>
                  </a:lnTo>
                  <a:lnTo>
                    <a:pt x="741635" y="1396763"/>
                  </a:lnTo>
                  <a:lnTo>
                    <a:pt x="741635" y="1396784"/>
                  </a:lnTo>
                  <a:lnTo>
                    <a:pt x="741633" y="1396830"/>
                  </a:lnTo>
                  <a:lnTo>
                    <a:pt x="741641" y="1396860"/>
                  </a:lnTo>
                  <a:lnTo>
                    <a:pt x="741654" y="1396904"/>
                  </a:lnTo>
                  <a:lnTo>
                    <a:pt x="741665" y="1396939"/>
                  </a:lnTo>
                  <a:lnTo>
                    <a:pt x="741669" y="1396966"/>
                  </a:lnTo>
                  <a:lnTo>
                    <a:pt x="741665" y="1396975"/>
                  </a:lnTo>
                  <a:lnTo>
                    <a:pt x="741649" y="1396993"/>
                  </a:lnTo>
                  <a:lnTo>
                    <a:pt x="741627" y="1397015"/>
                  </a:lnTo>
                  <a:lnTo>
                    <a:pt x="741604" y="1397033"/>
                  </a:lnTo>
                  <a:lnTo>
                    <a:pt x="741544" y="1397071"/>
                  </a:lnTo>
                  <a:lnTo>
                    <a:pt x="741515" y="1397091"/>
                  </a:lnTo>
                  <a:lnTo>
                    <a:pt x="741498" y="1397118"/>
                  </a:lnTo>
                  <a:lnTo>
                    <a:pt x="741484" y="1397140"/>
                  </a:lnTo>
                  <a:lnTo>
                    <a:pt x="741481" y="1397157"/>
                  </a:lnTo>
                  <a:lnTo>
                    <a:pt x="741479" y="1397177"/>
                  </a:lnTo>
                  <a:lnTo>
                    <a:pt x="741476" y="1397253"/>
                  </a:lnTo>
                  <a:lnTo>
                    <a:pt x="741475" y="1397280"/>
                  </a:lnTo>
                  <a:lnTo>
                    <a:pt x="741478" y="1397314"/>
                  </a:lnTo>
                  <a:lnTo>
                    <a:pt x="741475" y="1397337"/>
                  </a:lnTo>
                  <a:lnTo>
                    <a:pt x="741466" y="1397359"/>
                  </a:lnTo>
                  <a:lnTo>
                    <a:pt x="741457" y="1397380"/>
                  </a:lnTo>
                  <a:lnTo>
                    <a:pt x="741446" y="1397397"/>
                  </a:lnTo>
                  <a:lnTo>
                    <a:pt x="741425" y="1397415"/>
                  </a:lnTo>
                  <a:lnTo>
                    <a:pt x="741368" y="1397456"/>
                  </a:lnTo>
                  <a:lnTo>
                    <a:pt x="741340" y="1397472"/>
                  </a:lnTo>
                  <a:lnTo>
                    <a:pt x="741311" y="1397487"/>
                  </a:lnTo>
                  <a:lnTo>
                    <a:pt x="741294" y="1397496"/>
                  </a:lnTo>
                  <a:lnTo>
                    <a:pt x="741277" y="1397507"/>
                  </a:lnTo>
                  <a:lnTo>
                    <a:pt x="741272" y="1397515"/>
                  </a:lnTo>
                  <a:lnTo>
                    <a:pt x="741263" y="1397534"/>
                  </a:lnTo>
                  <a:lnTo>
                    <a:pt x="741246" y="1397574"/>
                  </a:lnTo>
                  <a:lnTo>
                    <a:pt x="741237" y="1397601"/>
                  </a:lnTo>
                  <a:lnTo>
                    <a:pt x="741223" y="1397633"/>
                  </a:lnTo>
                  <a:lnTo>
                    <a:pt x="741204" y="1397671"/>
                  </a:lnTo>
                  <a:lnTo>
                    <a:pt x="741203" y="1397684"/>
                  </a:lnTo>
                  <a:lnTo>
                    <a:pt x="741203" y="1397698"/>
                  </a:lnTo>
                  <a:lnTo>
                    <a:pt x="741207" y="1397715"/>
                  </a:lnTo>
                  <a:lnTo>
                    <a:pt x="741218" y="1397740"/>
                  </a:lnTo>
                  <a:lnTo>
                    <a:pt x="741219" y="1397753"/>
                  </a:lnTo>
                  <a:lnTo>
                    <a:pt x="741218" y="1397773"/>
                  </a:lnTo>
                  <a:lnTo>
                    <a:pt x="741212" y="1397783"/>
                  </a:lnTo>
                  <a:lnTo>
                    <a:pt x="741168" y="1397838"/>
                  </a:lnTo>
                  <a:lnTo>
                    <a:pt x="741154" y="1397866"/>
                  </a:lnTo>
                  <a:lnTo>
                    <a:pt x="741147" y="1397884"/>
                  </a:lnTo>
                  <a:lnTo>
                    <a:pt x="741137" y="1397900"/>
                  </a:lnTo>
                  <a:lnTo>
                    <a:pt x="741123" y="1397916"/>
                  </a:lnTo>
                  <a:lnTo>
                    <a:pt x="741106" y="1397936"/>
                  </a:lnTo>
                  <a:lnTo>
                    <a:pt x="741077" y="1397951"/>
                  </a:lnTo>
                  <a:lnTo>
                    <a:pt x="741048" y="1397971"/>
                  </a:lnTo>
                  <a:lnTo>
                    <a:pt x="741000" y="1397994"/>
                  </a:lnTo>
                  <a:lnTo>
                    <a:pt x="740977" y="1398007"/>
                  </a:lnTo>
                  <a:lnTo>
                    <a:pt x="740950" y="1398016"/>
                  </a:lnTo>
                  <a:lnTo>
                    <a:pt x="740899" y="1398024"/>
                  </a:lnTo>
                  <a:lnTo>
                    <a:pt x="740843" y="1398034"/>
                  </a:lnTo>
                  <a:lnTo>
                    <a:pt x="740806" y="1398051"/>
                  </a:lnTo>
                  <a:lnTo>
                    <a:pt x="740748" y="1398071"/>
                  </a:lnTo>
                  <a:lnTo>
                    <a:pt x="740706" y="1398087"/>
                  </a:lnTo>
                  <a:lnTo>
                    <a:pt x="740646" y="1398100"/>
                  </a:lnTo>
                  <a:lnTo>
                    <a:pt x="740601" y="1398108"/>
                  </a:lnTo>
                  <a:lnTo>
                    <a:pt x="740547" y="1398110"/>
                  </a:lnTo>
                  <a:lnTo>
                    <a:pt x="740478" y="1398115"/>
                  </a:lnTo>
                  <a:lnTo>
                    <a:pt x="740451" y="1398121"/>
                  </a:lnTo>
                  <a:lnTo>
                    <a:pt x="740428" y="1398129"/>
                  </a:lnTo>
                  <a:lnTo>
                    <a:pt x="740419" y="1398139"/>
                  </a:lnTo>
                  <a:lnTo>
                    <a:pt x="740415" y="1398166"/>
                  </a:lnTo>
                  <a:lnTo>
                    <a:pt x="740409" y="1398197"/>
                  </a:lnTo>
                  <a:lnTo>
                    <a:pt x="740397" y="1398224"/>
                  </a:lnTo>
                  <a:lnTo>
                    <a:pt x="740373" y="1398263"/>
                  </a:lnTo>
                  <a:lnTo>
                    <a:pt x="740350" y="1398288"/>
                  </a:lnTo>
                  <a:lnTo>
                    <a:pt x="740323" y="1398311"/>
                  </a:lnTo>
                  <a:lnTo>
                    <a:pt x="740304" y="1398329"/>
                  </a:lnTo>
                  <a:lnTo>
                    <a:pt x="740295" y="1398343"/>
                  </a:lnTo>
                  <a:lnTo>
                    <a:pt x="740276" y="1398409"/>
                  </a:lnTo>
                  <a:lnTo>
                    <a:pt x="740263" y="1398441"/>
                  </a:lnTo>
                  <a:lnTo>
                    <a:pt x="740244" y="1398490"/>
                  </a:lnTo>
                  <a:lnTo>
                    <a:pt x="740225" y="1398515"/>
                  </a:lnTo>
                  <a:lnTo>
                    <a:pt x="740191" y="1398543"/>
                  </a:lnTo>
                  <a:lnTo>
                    <a:pt x="740148" y="1398570"/>
                  </a:lnTo>
                  <a:lnTo>
                    <a:pt x="740117" y="1398600"/>
                  </a:lnTo>
                  <a:lnTo>
                    <a:pt x="740073" y="1398638"/>
                  </a:lnTo>
                  <a:lnTo>
                    <a:pt x="740036" y="1398671"/>
                  </a:lnTo>
                  <a:lnTo>
                    <a:pt x="740014" y="1398684"/>
                  </a:lnTo>
                  <a:lnTo>
                    <a:pt x="739978" y="1398690"/>
                  </a:lnTo>
                  <a:lnTo>
                    <a:pt x="739907" y="1398700"/>
                  </a:lnTo>
                  <a:lnTo>
                    <a:pt x="739838" y="1398712"/>
                  </a:lnTo>
                  <a:lnTo>
                    <a:pt x="739778" y="1398727"/>
                  </a:lnTo>
                  <a:lnTo>
                    <a:pt x="739686" y="1398755"/>
                  </a:lnTo>
                  <a:lnTo>
                    <a:pt x="739650" y="1398763"/>
                  </a:lnTo>
                  <a:lnTo>
                    <a:pt x="739621" y="1398766"/>
                  </a:lnTo>
                  <a:lnTo>
                    <a:pt x="739611" y="1398767"/>
                  </a:lnTo>
                  <a:lnTo>
                    <a:pt x="739592" y="1398758"/>
                  </a:lnTo>
                  <a:lnTo>
                    <a:pt x="739543" y="1398713"/>
                  </a:lnTo>
                  <a:lnTo>
                    <a:pt x="739485" y="1398662"/>
                  </a:lnTo>
                  <a:lnTo>
                    <a:pt x="739471" y="1398645"/>
                  </a:lnTo>
                  <a:lnTo>
                    <a:pt x="739460" y="1398638"/>
                  </a:lnTo>
                  <a:lnTo>
                    <a:pt x="739448" y="1398633"/>
                  </a:lnTo>
                  <a:lnTo>
                    <a:pt x="739439" y="1398633"/>
                  </a:lnTo>
                  <a:lnTo>
                    <a:pt x="739414" y="1398642"/>
                  </a:lnTo>
                  <a:lnTo>
                    <a:pt x="739381" y="1398666"/>
                  </a:lnTo>
                  <a:lnTo>
                    <a:pt x="739319" y="1398716"/>
                  </a:lnTo>
                  <a:lnTo>
                    <a:pt x="739288" y="1398756"/>
                  </a:lnTo>
                  <a:lnTo>
                    <a:pt x="739253" y="1398799"/>
                  </a:lnTo>
                  <a:lnTo>
                    <a:pt x="739233" y="1398817"/>
                  </a:lnTo>
                  <a:lnTo>
                    <a:pt x="739207" y="1398833"/>
                  </a:lnTo>
                  <a:lnTo>
                    <a:pt x="739182" y="1398843"/>
                  </a:lnTo>
                  <a:lnTo>
                    <a:pt x="739134" y="1398863"/>
                  </a:lnTo>
                  <a:lnTo>
                    <a:pt x="739127" y="1398878"/>
                  </a:lnTo>
                  <a:lnTo>
                    <a:pt x="739116" y="1398904"/>
                  </a:lnTo>
                  <a:lnTo>
                    <a:pt x="739104" y="1398931"/>
                  </a:lnTo>
                  <a:lnTo>
                    <a:pt x="739088" y="1398958"/>
                  </a:lnTo>
                  <a:lnTo>
                    <a:pt x="739061" y="1398986"/>
                  </a:lnTo>
                  <a:lnTo>
                    <a:pt x="739027" y="1399018"/>
                  </a:lnTo>
                  <a:lnTo>
                    <a:pt x="739003" y="1399044"/>
                  </a:lnTo>
                  <a:lnTo>
                    <a:pt x="738977" y="1399073"/>
                  </a:lnTo>
                  <a:lnTo>
                    <a:pt x="738973" y="1399086"/>
                  </a:lnTo>
                  <a:lnTo>
                    <a:pt x="738973" y="1399101"/>
                  </a:lnTo>
                  <a:lnTo>
                    <a:pt x="738990" y="1399136"/>
                  </a:lnTo>
                  <a:lnTo>
                    <a:pt x="739016" y="1399193"/>
                  </a:lnTo>
                  <a:lnTo>
                    <a:pt x="739031" y="1399229"/>
                  </a:lnTo>
                  <a:lnTo>
                    <a:pt x="739045" y="1399246"/>
                  </a:lnTo>
                  <a:lnTo>
                    <a:pt x="739047" y="1399256"/>
                  </a:lnTo>
                  <a:lnTo>
                    <a:pt x="739044" y="1399269"/>
                  </a:lnTo>
                  <a:lnTo>
                    <a:pt x="739035" y="1399284"/>
                  </a:lnTo>
                  <a:lnTo>
                    <a:pt x="739012" y="1399305"/>
                  </a:lnTo>
                  <a:lnTo>
                    <a:pt x="738966" y="1399348"/>
                  </a:lnTo>
                  <a:lnTo>
                    <a:pt x="738911" y="1399400"/>
                  </a:lnTo>
                  <a:lnTo>
                    <a:pt x="738898" y="1399422"/>
                  </a:lnTo>
                  <a:lnTo>
                    <a:pt x="738891" y="1399442"/>
                  </a:lnTo>
                  <a:lnTo>
                    <a:pt x="738884" y="1399471"/>
                  </a:lnTo>
                  <a:lnTo>
                    <a:pt x="738869" y="1399524"/>
                  </a:lnTo>
                  <a:lnTo>
                    <a:pt x="738858" y="1399575"/>
                  </a:lnTo>
                  <a:lnTo>
                    <a:pt x="738857" y="1399602"/>
                  </a:lnTo>
                  <a:lnTo>
                    <a:pt x="738850" y="1399658"/>
                  </a:lnTo>
                  <a:lnTo>
                    <a:pt x="738845" y="1399701"/>
                  </a:lnTo>
                  <a:lnTo>
                    <a:pt x="738843" y="1399714"/>
                  </a:lnTo>
                  <a:lnTo>
                    <a:pt x="738847" y="1399725"/>
                  </a:lnTo>
                  <a:lnTo>
                    <a:pt x="738878" y="1399747"/>
                  </a:lnTo>
                  <a:lnTo>
                    <a:pt x="738948" y="1399813"/>
                  </a:lnTo>
                  <a:lnTo>
                    <a:pt x="738987" y="1399861"/>
                  </a:lnTo>
                  <a:lnTo>
                    <a:pt x="739014" y="1399877"/>
                  </a:lnTo>
                  <a:lnTo>
                    <a:pt x="739045" y="1399881"/>
                  </a:lnTo>
                  <a:lnTo>
                    <a:pt x="739115" y="1399900"/>
                  </a:lnTo>
                  <a:lnTo>
                    <a:pt x="739151" y="1399922"/>
                  </a:lnTo>
                  <a:lnTo>
                    <a:pt x="739164" y="1399942"/>
                  </a:lnTo>
                  <a:lnTo>
                    <a:pt x="739175" y="1399965"/>
                  </a:lnTo>
                  <a:lnTo>
                    <a:pt x="739177" y="1399986"/>
                  </a:lnTo>
                  <a:lnTo>
                    <a:pt x="739168" y="1400035"/>
                  </a:lnTo>
                  <a:lnTo>
                    <a:pt x="739148" y="1400082"/>
                  </a:lnTo>
                  <a:lnTo>
                    <a:pt x="739108" y="1400150"/>
                  </a:lnTo>
                  <a:lnTo>
                    <a:pt x="739085" y="1400182"/>
                  </a:lnTo>
                  <a:lnTo>
                    <a:pt x="739051" y="1400229"/>
                  </a:lnTo>
                  <a:lnTo>
                    <a:pt x="739016" y="1400261"/>
                  </a:lnTo>
                  <a:lnTo>
                    <a:pt x="739007" y="1400280"/>
                  </a:lnTo>
                  <a:lnTo>
                    <a:pt x="739006" y="1400299"/>
                  </a:lnTo>
                  <a:lnTo>
                    <a:pt x="739010" y="1400326"/>
                  </a:lnTo>
                  <a:lnTo>
                    <a:pt x="739025" y="1400364"/>
                  </a:lnTo>
                  <a:lnTo>
                    <a:pt x="739044" y="1400404"/>
                  </a:lnTo>
                  <a:lnTo>
                    <a:pt x="739045" y="1400424"/>
                  </a:lnTo>
                  <a:lnTo>
                    <a:pt x="739045" y="1400438"/>
                  </a:lnTo>
                  <a:lnTo>
                    <a:pt x="739040" y="1400454"/>
                  </a:lnTo>
                  <a:lnTo>
                    <a:pt x="739031" y="1400466"/>
                  </a:lnTo>
                  <a:lnTo>
                    <a:pt x="738999" y="1400491"/>
                  </a:lnTo>
                  <a:lnTo>
                    <a:pt x="738980" y="1400511"/>
                  </a:lnTo>
                  <a:lnTo>
                    <a:pt x="738965" y="1400538"/>
                  </a:lnTo>
                  <a:lnTo>
                    <a:pt x="738950" y="1400574"/>
                  </a:lnTo>
                  <a:lnTo>
                    <a:pt x="738943" y="1400594"/>
                  </a:lnTo>
                  <a:lnTo>
                    <a:pt x="738922" y="1400645"/>
                  </a:lnTo>
                  <a:lnTo>
                    <a:pt x="738900" y="1400682"/>
                  </a:lnTo>
                  <a:lnTo>
                    <a:pt x="738851" y="1400720"/>
                  </a:lnTo>
                  <a:lnTo>
                    <a:pt x="738822" y="1400738"/>
                  </a:lnTo>
                  <a:lnTo>
                    <a:pt x="738763" y="1400760"/>
                  </a:lnTo>
                  <a:lnTo>
                    <a:pt x="738673" y="1400793"/>
                  </a:lnTo>
                  <a:lnTo>
                    <a:pt x="738623" y="1400803"/>
                  </a:lnTo>
                  <a:lnTo>
                    <a:pt x="738564" y="1400818"/>
                  </a:lnTo>
                  <a:lnTo>
                    <a:pt x="738543" y="1400833"/>
                  </a:lnTo>
                  <a:lnTo>
                    <a:pt x="738522" y="1400847"/>
                  </a:lnTo>
                  <a:lnTo>
                    <a:pt x="738514" y="1400858"/>
                  </a:lnTo>
                  <a:lnTo>
                    <a:pt x="738509" y="1400887"/>
                  </a:lnTo>
                  <a:lnTo>
                    <a:pt x="738528" y="1400927"/>
                  </a:lnTo>
                  <a:lnTo>
                    <a:pt x="738662" y="1400955"/>
                  </a:lnTo>
                  <a:lnTo>
                    <a:pt x="738814" y="1400984"/>
                  </a:lnTo>
                  <a:lnTo>
                    <a:pt x="738867" y="1400994"/>
                  </a:lnTo>
                  <a:lnTo>
                    <a:pt x="738874" y="1400997"/>
                  </a:lnTo>
                  <a:lnTo>
                    <a:pt x="738997" y="1401054"/>
                  </a:lnTo>
                  <a:lnTo>
                    <a:pt x="739102" y="1401151"/>
                  </a:lnTo>
                  <a:lnTo>
                    <a:pt x="739161" y="1401234"/>
                  </a:lnTo>
                  <a:lnTo>
                    <a:pt x="739228" y="1401339"/>
                  </a:lnTo>
                  <a:lnTo>
                    <a:pt x="739297" y="1401445"/>
                  </a:lnTo>
                  <a:lnTo>
                    <a:pt x="739398" y="1401846"/>
                  </a:lnTo>
                  <a:lnTo>
                    <a:pt x="739474" y="1402101"/>
                  </a:lnTo>
                  <a:lnTo>
                    <a:pt x="739575" y="1402357"/>
                  </a:lnTo>
                  <a:lnTo>
                    <a:pt x="739647" y="1402522"/>
                  </a:lnTo>
                  <a:lnTo>
                    <a:pt x="739728" y="1402737"/>
                  </a:lnTo>
                  <a:lnTo>
                    <a:pt x="739764" y="1402896"/>
                  </a:lnTo>
                  <a:lnTo>
                    <a:pt x="739759" y="1402995"/>
                  </a:lnTo>
                  <a:lnTo>
                    <a:pt x="739712" y="1403168"/>
                  </a:lnTo>
                  <a:lnTo>
                    <a:pt x="739691" y="1403260"/>
                  </a:lnTo>
                  <a:lnTo>
                    <a:pt x="739693" y="1403416"/>
                  </a:lnTo>
                  <a:lnTo>
                    <a:pt x="739694" y="1403602"/>
                  </a:lnTo>
                  <a:lnTo>
                    <a:pt x="739656" y="1403929"/>
                  </a:lnTo>
                  <a:lnTo>
                    <a:pt x="739636" y="1404054"/>
                  </a:lnTo>
                  <a:lnTo>
                    <a:pt x="739610" y="1404188"/>
                  </a:lnTo>
                  <a:lnTo>
                    <a:pt x="739595" y="1404273"/>
                  </a:lnTo>
                  <a:lnTo>
                    <a:pt x="739608" y="1404335"/>
                  </a:lnTo>
                  <a:lnTo>
                    <a:pt x="739684" y="1404429"/>
                  </a:lnTo>
                  <a:lnTo>
                    <a:pt x="739783" y="1404517"/>
                  </a:lnTo>
                  <a:lnTo>
                    <a:pt x="739900" y="1404614"/>
                  </a:lnTo>
                  <a:lnTo>
                    <a:pt x="739995" y="1404704"/>
                  </a:lnTo>
                  <a:lnTo>
                    <a:pt x="740196" y="1404826"/>
                  </a:lnTo>
                  <a:lnTo>
                    <a:pt x="740282" y="1404887"/>
                  </a:lnTo>
                  <a:lnTo>
                    <a:pt x="740445" y="1405004"/>
                  </a:lnTo>
                  <a:lnTo>
                    <a:pt x="740560" y="1405070"/>
                  </a:lnTo>
                  <a:lnTo>
                    <a:pt x="740642" y="1405139"/>
                  </a:lnTo>
                  <a:lnTo>
                    <a:pt x="740700" y="1405193"/>
                  </a:lnTo>
                  <a:lnTo>
                    <a:pt x="740710" y="1405230"/>
                  </a:lnTo>
                  <a:lnTo>
                    <a:pt x="740725" y="1405307"/>
                  </a:lnTo>
                  <a:lnTo>
                    <a:pt x="740733" y="1405366"/>
                  </a:lnTo>
                  <a:lnTo>
                    <a:pt x="740737" y="1405439"/>
                  </a:lnTo>
                  <a:lnTo>
                    <a:pt x="740735" y="1405543"/>
                  </a:lnTo>
                  <a:lnTo>
                    <a:pt x="740714" y="1405766"/>
                  </a:lnTo>
                  <a:lnTo>
                    <a:pt x="740705" y="1405880"/>
                  </a:lnTo>
                  <a:lnTo>
                    <a:pt x="740691" y="1406039"/>
                  </a:lnTo>
                  <a:lnTo>
                    <a:pt x="740674" y="1406130"/>
                  </a:lnTo>
                  <a:lnTo>
                    <a:pt x="740651" y="1406227"/>
                  </a:lnTo>
                  <a:lnTo>
                    <a:pt x="740633" y="1406309"/>
                  </a:lnTo>
                  <a:lnTo>
                    <a:pt x="740623" y="1406346"/>
                  </a:lnTo>
                  <a:lnTo>
                    <a:pt x="740602" y="1406403"/>
                  </a:lnTo>
                  <a:lnTo>
                    <a:pt x="740570" y="1406504"/>
                  </a:lnTo>
                  <a:lnTo>
                    <a:pt x="740534" y="1406612"/>
                  </a:lnTo>
                  <a:lnTo>
                    <a:pt x="740505" y="1406693"/>
                  </a:lnTo>
                  <a:lnTo>
                    <a:pt x="740467" y="1406795"/>
                  </a:lnTo>
                  <a:lnTo>
                    <a:pt x="740431" y="1406927"/>
                  </a:lnTo>
                  <a:lnTo>
                    <a:pt x="740408" y="1407036"/>
                  </a:lnTo>
                  <a:lnTo>
                    <a:pt x="740394" y="1407109"/>
                  </a:lnTo>
                  <a:lnTo>
                    <a:pt x="740371" y="1407242"/>
                  </a:lnTo>
                  <a:lnTo>
                    <a:pt x="740357" y="1407310"/>
                  </a:lnTo>
                  <a:lnTo>
                    <a:pt x="740332" y="1407376"/>
                  </a:lnTo>
                  <a:lnTo>
                    <a:pt x="740302" y="1407444"/>
                  </a:lnTo>
                  <a:lnTo>
                    <a:pt x="740241" y="1407543"/>
                  </a:lnTo>
                  <a:lnTo>
                    <a:pt x="740190" y="1407615"/>
                  </a:lnTo>
                  <a:lnTo>
                    <a:pt x="740129" y="1407709"/>
                  </a:lnTo>
                  <a:lnTo>
                    <a:pt x="740077" y="1407793"/>
                  </a:lnTo>
                  <a:lnTo>
                    <a:pt x="740035" y="1407871"/>
                  </a:lnTo>
                  <a:lnTo>
                    <a:pt x="739994" y="1407946"/>
                  </a:lnTo>
                  <a:lnTo>
                    <a:pt x="739948" y="1408029"/>
                  </a:lnTo>
                  <a:lnTo>
                    <a:pt x="739903" y="1408090"/>
                  </a:lnTo>
                  <a:lnTo>
                    <a:pt x="739843" y="1408184"/>
                  </a:lnTo>
                  <a:lnTo>
                    <a:pt x="739753" y="1408306"/>
                  </a:lnTo>
                  <a:lnTo>
                    <a:pt x="739680" y="1408410"/>
                  </a:lnTo>
                  <a:lnTo>
                    <a:pt x="739610" y="1408514"/>
                  </a:lnTo>
                  <a:lnTo>
                    <a:pt x="739566" y="1408581"/>
                  </a:lnTo>
                  <a:lnTo>
                    <a:pt x="739523" y="1408662"/>
                  </a:lnTo>
                  <a:lnTo>
                    <a:pt x="739500" y="1408718"/>
                  </a:lnTo>
                  <a:lnTo>
                    <a:pt x="739477" y="1408802"/>
                  </a:lnTo>
                  <a:lnTo>
                    <a:pt x="739450" y="1408916"/>
                  </a:lnTo>
                  <a:lnTo>
                    <a:pt x="739435" y="1409004"/>
                  </a:lnTo>
                  <a:lnTo>
                    <a:pt x="739401" y="1409133"/>
                  </a:lnTo>
                  <a:lnTo>
                    <a:pt x="739362" y="1409254"/>
                  </a:lnTo>
                  <a:lnTo>
                    <a:pt x="739328" y="1409335"/>
                  </a:lnTo>
                  <a:lnTo>
                    <a:pt x="739293" y="1409421"/>
                  </a:lnTo>
                  <a:lnTo>
                    <a:pt x="739262" y="1409514"/>
                  </a:lnTo>
                  <a:lnTo>
                    <a:pt x="739237" y="1409621"/>
                  </a:lnTo>
                  <a:lnTo>
                    <a:pt x="739212" y="1409721"/>
                  </a:lnTo>
                  <a:lnTo>
                    <a:pt x="739190" y="1409810"/>
                  </a:lnTo>
                  <a:lnTo>
                    <a:pt x="739162" y="1409895"/>
                  </a:lnTo>
                  <a:lnTo>
                    <a:pt x="739154" y="1409918"/>
                  </a:lnTo>
                  <a:lnTo>
                    <a:pt x="739149" y="1409944"/>
                  </a:lnTo>
                  <a:lnTo>
                    <a:pt x="739146" y="1409955"/>
                  </a:lnTo>
                  <a:lnTo>
                    <a:pt x="739128" y="1410075"/>
                  </a:lnTo>
                  <a:lnTo>
                    <a:pt x="739123" y="1410127"/>
                  </a:lnTo>
                  <a:lnTo>
                    <a:pt x="739102" y="1410197"/>
                  </a:lnTo>
                  <a:lnTo>
                    <a:pt x="739075" y="1410258"/>
                  </a:lnTo>
                  <a:lnTo>
                    <a:pt x="739042" y="1410313"/>
                  </a:lnTo>
                  <a:lnTo>
                    <a:pt x="738986" y="1410390"/>
                  </a:lnTo>
                  <a:lnTo>
                    <a:pt x="738927" y="1410477"/>
                  </a:lnTo>
                  <a:lnTo>
                    <a:pt x="738869" y="1410557"/>
                  </a:lnTo>
                  <a:lnTo>
                    <a:pt x="738801" y="1410661"/>
                  </a:lnTo>
                  <a:lnTo>
                    <a:pt x="738768" y="1410733"/>
                  </a:lnTo>
                  <a:lnTo>
                    <a:pt x="738709" y="1410840"/>
                  </a:lnTo>
                  <a:lnTo>
                    <a:pt x="738643" y="1410978"/>
                  </a:lnTo>
                  <a:lnTo>
                    <a:pt x="738612" y="1411031"/>
                  </a:lnTo>
                  <a:lnTo>
                    <a:pt x="738557" y="1411123"/>
                  </a:lnTo>
                  <a:lnTo>
                    <a:pt x="738515" y="1411185"/>
                  </a:lnTo>
                  <a:lnTo>
                    <a:pt x="738444" y="1411257"/>
                  </a:lnTo>
                  <a:lnTo>
                    <a:pt x="738360" y="1411314"/>
                  </a:lnTo>
                  <a:lnTo>
                    <a:pt x="738295" y="1411358"/>
                  </a:lnTo>
                  <a:lnTo>
                    <a:pt x="738252" y="1411393"/>
                  </a:lnTo>
                  <a:lnTo>
                    <a:pt x="738210" y="1411436"/>
                  </a:lnTo>
                  <a:lnTo>
                    <a:pt x="738140" y="1411525"/>
                  </a:lnTo>
                  <a:lnTo>
                    <a:pt x="738079" y="1411597"/>
                  </a:lnTo>
                  <a:lnTo>
                    <a:pt x="738029" y="1411664"/>
                  </a:lnTo>
                  <a:lnTo>
                    <a:pt x="737986" y="1411751"/>
                  </a:lnTo>
                  <a:lnTo>
                    <a:pt x="737951" y="1411835"/>
                  </a:lnTo>
                  <a:lnTo>
                    <a:pt x="737916" y="1411901"/>
                  </a:lnTo>
                  <a:lnTo>
                    <a:pt x="737851" y="1412031"/>
                  </a:lnTo>
                  <a:lnTo>
                    <a:pt x="737809" y="1412110"/>
                  </a:lnTo>
                  <a:lnTo>
                    <a:pt x="737743" y="1412190"/>
                  </a:lnTo>
                  <a:lnTo>
                    <a:pt x="737668" y="1412265"/>
                  </a:lnTo>
                  <a:lnTo>
                    <a:pt x="737561" y="1412393"/>
                  </a:lnTo>
                  <a:lnTo>
                    <a:pt x="737445" y="1412521"/>
                  </a:lnTo>
                  <a:lnTo>
                    <a:pt x="737348" y="1412602"/>
                  </a:lnTo>
                  <a:lnTo>
                    <a:pt x="737215" y="1412682"/>
                  </a:lnTo>
                  <a:lnTo>
                    <a:pt x="737124" y="1412727"/>
                  </a:lnTo>
                  <a:lnTo>
                    <a:pt x="736952" y="1412816"/>
                  </a:lnTo>
                  <a:lnTo>
                    <a:pt x="736832" y="1412862"/>
                  </a:lnTo>
                  <a:lnTo>
                    <a:pt x="736712" y="1412909"/>
                  </a:lnTo>
                  <a:lnTo>
                    <a:pt x="736611" y="1412950"/>
                  </a:lnTo>
                  <a:lnTo>
                    <a:pt x="736495" y="1412994"/>
                  </a:lnTo>
                  <a:lnTo>
                    <a:pt x="736367" y="1413066"/>
                  </a:lnTo>
                  <a:lnTo>
                    <a:pt x="736279" y="1413126"/>
                  </a:lnTo>
                  <a:lnTo>
                    <a:pt x="736210" y="1413186"/>
                  </a:lnTo>
                  <a:lnTo>
                    <a:pt x="736095" y="1413288"/>
                  </a:lnTo>
                  <a:lnTo>
                    <a:pt x="736019" y="1413351"/>
                  </a:lnTo>
                  <a:lnTo>
                    <a:pt x="735956" y="1413406"/>
                  </a:lnTo>
                  <a:lnTo>
                    <a:pt x="735851" y="1413506"/>
                  </a:lnTo>
                  <a:lnTo>
                    <a:pt x="735742" y="1413601"/>
                  </a:lnTo>
                  <a:lnTo>
                    <a:pt x="735634" y="1413688"/>
                  </a:lnTo>
                  <a:lnTo>
                    <a:pt x="735481" y="1413801"/>
                  </a:lnTo>
                  <a:lnTo>
                    <a:pt x="735426" y="1413843"/>
                  </a:lnTo>
                  <a:lnTo>
                    <a:pt x="735366" y="1413870"/>
                  </a:lnTo>
                  <a:lnTo>
                    <a:pt x="735280" y="1413897"/>
                  </a:lnTo>
                  <a:lnTo>
                    <a:pt x="735188" y="1413937"/>
                  </a:lnTo>
                  <a:lnTo>
                    <a:pt x="735089" y="1414016"/>
                  </a:lnTo>
                  <a:lnTo>
                    <a:pt x="735038" y="1414050"/>
                  </a:lnTo>
                  <a:lnTo>
                    <a:pt x="735019" y="1414064"/>
                  </a:lnTo>
                  <a:lnTo>
                    <a:pt x="735011" y="1414077"/>
                  </a:lnTo>
                  <a:lnTo>
                    <a:pt x="735012" y="1414087"/>
                  </a:lnTo>
                  <a:lnTo>
                    <a:pt x="735015" y="1414117"/>
                  </a:lnTo>
                  <a:lnTo>
                    <a:pt x="735018" y="1414212"/>
                  </a:lnTo>
                  <a:lnTo>
                    <a:pt x="735012" y="1414283"/>
                  </a:lnTo>
                  <a:lnTo>
                    <a:pt x="735001" y="1414371"/>
                  </a:lnTo>
                  <a:lnTo>
                    <a:pt x="734975" y="1414540"/>
                  </a:lnTo>
                  <a:lnTo>
                    <a:pt x="734956" y="1414661"/>
                  </a:lnTo>
                  <a:lnTo>
                    <a:pt x="734928" y="1414800"/>
                  </a:lnTo>
                  <a:lnTo>
                    <a:pt x="734919" y="1414853"/>
                  </a:lnTo>
                  <a:lnTo>
                    <a:pt x="734913" y="1414899"/>
                  </a:lnTo>
                  <a:lnTo>
                    <a:pt x="734912" y="1414946"/>
                  </a:lnTo>
                  <a:lnTo>
                    <a:pt x="734918" y="1415005"/>
                  </a:lnTo>
                  <a:lnTo>
                    <a:pt x="734915" y="1415118"/>
                  </a:lnTo>
                  <a:lnTo>
                    <a:pt x="734907" y="1415309"/>
                  </a:lnTo>
                  <a:lnTo>
                    <a:pt x="734903" y="1415440"/>
                  </a:lnTo>
                  <a:lnTo>
                    <a:pt x="734884" y="1415597"/>
                  </a:lnTo>
                  <a:lnTo>
                    <a:pt x="734877" y="1415686"/>
                  </a:lnTo>
                  <a:lnTo>
                    <a:pt x="734873" y="1415764"/>
                  </a:lnTo>
                  <a:lnTo>
                    <a:pt x="734857" y="1415863"/>
                  </a:lnTo>
                  <a:lnTo>
                    <a:pt x="734832" y="1415963"/>
                  </a:lnTo>
                  <a:lnTo>
                    <a:pt x="734805" y="1416094"/>
                  </a:lnTo>
                  <a:lnTo>
                    <a:pt x="734803" y="1416152"/>
                  </a:lnTo>
                  <a:lnTo>
                    <a:pt x="734800" y="1416189"/>
                  </a:lnTo>
                  <a:lnTo>
                    <a:pt x="734788" y="1416248"/>
                  </a:lnTo>
                  <a:lnTo>
                    <a:pt x="734761" y="1416314"/>
                  </a:lnTo>
                  <a:lnTo>
                    <a:pt x="734745" y="1416372"/>
                  </a:lnTo>
                  <a:lnTo>
                    <a:pt x="734730" y="1416404"/>
                  </a:lnTo>
                  <a:lnTo>
                    <a:pt x="734694" y="1416434"/>
                  </a:lnTo>
                  <a:lnTo>
                    <a:pt x="734621" y="1416454"/>
                  </a:lnTo>
                  <a:lnTo>
                    <a:pt x="734547" y="1416472"/>
                  </a:lnTo>
                  <a:lnTo>
                    <a:pt x="734406" y="1416468"/>
                  </a:lnTo>
                  <a:lnTo>
                    <a:pt x="734301" y="1416465"/>
                  </a:lnTo>
                  <a:lnTo>
                    <a:pt x="734242" y="1416472"/>
                  </a:lnTo>
                  <a:lnTo>
                    <a:pt x="734168" y="1416489"/>
                  </a:lnTo>
                  <a:lnTo>
                    <a:pt x="734086" y="1416517"/>
                  </a:lnTo>
                  <a:lnTo>
                    <a:pt x="734013" y="1416533"/>
                  </a:lnTo>
                  <a:lnTo>
                    <a:pt x="734001" y="1416534"/>
                  </a:lnTo>
                  <a:lnTo>
                    <a:pt x="733955" y="1416538"/>
                  </a:lnTo>
                  <a:lnTo>
                    <a:pt x="733948" y="1416539"/>
                  </a:lnTo>
                  <a:lnTo>
                    <a:pt x="733903" y="1416541"/>
                  </a:lnTo>
                  <a:lnTo>
                    <a:pt x="733875" y="1416541"/>
                  </a:lnTo>
                  <a:lnTo>
                    <a:pt x="733847" y="1416537"/>
                  </a:lnTo>
                  <a:lnTo>
                    <a:pt x="733807" y="1416524"/>
                  </a:lnTo>
                  <a:lnTo>
                    <a:pt x="733716" y="1416491"/>
                  </a:lnTo>
                  <a:lnTo>
                    <a:pt x="733673" y="1416465"/>
                  </a:lnTo>
                  <a:lnTo>
                    <a:pt x="733626" y="1416427"/>
                  </a:lnTo>
                  <a:lnTo>
                    <a:pt x="733585" y="1416375"/>
                  </a:lnTo>
                  <a:lnTo>
                    <a:pt x="733553" y="1416338"/>
                  </a:lnTo>
                  <a:lnTo>
                    <a:pt x="733515" y="1416304"/>
                  </a:lnTo>
                  <a:lnTo>
                    <a:pt x="733474" y="1416271"/>
                  </a:lnTo>
                  <a:lnTo>
                    <a:pt x="733409" y="1416192"/>
                  </a:lnTo>
                  <a:lnTo>
                    <a:pt x="733331" y="1416093"/>
                  </a:lnTo>
                  <a:lnTo>
                    <a:pt x="733279" y="1416014"/>
                  </a:lnTo>
                  <a:lnTo>
                    <a:pt x="733218" y="1415922"/>
                  </a:lnTo>
                  <a:lnTo>
                    <a:pt x="733160" y="1415803"/>
                  </a:lnTo>
                  <a:lnTo>
                    <a:pt x="733127" y="1415743"/>
                  </a:lnTo>
                  <a:lnTo>
                    <a:pt x="733101" y="1415689"/>
                  </a:lnTo>
                  <a:lnTo>
                    <a:pt x="733023" y="1415610"/>
                  </a:lnTo>
                  <a:lnTo>
                    <a:pt x="732965" y="1415532"/>
                  </a:lnTo>
                  <a:lnTo>
                    <a:pt x="732925" y="1415473"/>
                  </a:lnTo>
                  <a:lnTo>
                    <a:pt x="732881" y="1415400"/>
                  </a:lnTo>
                  <a:lnTo>
                    <a:pt x="732851" y="1415367"/>
                  </a:lnTo>
                  <a:lnTo>
                    <a:pt x="732799" y="1415319"/>
                  </a:lnTo>
                  <a:lnTo>
                    <a:pt x="732735" y="1415293"/>
                  </a:lnTo>
                  <a:lnTo>
                    <a:pt x="732680" y="1415255"/>
                  </a:lnTo>
                  <a:lnTo>
                    <a:pt x="732583" y="1415178"/>
                  </a:lnTo>
                  <a:lnTo>
                    <a:pt x="732523" y="1415113"/>
                  </a:lnTo>
                  <a:lnTo>
                    <a:pt x="732470" y="1415035"/>
                  </a:lnTo>
                  <a:lnTo>
                    <a:pt x="732410" y="1414959"/>
                  </a:lnTo>
                  <a:lnTo>
                    <a:pt x="732323" y="1414847"/>
                  </a:lnTo>
                  <a:lnTo>
                    <a:pt x="732237" y="1414737"/>
                  </a:lnTo>
                  <a:lnTo>
                    <a:pt x="732176" y="1414643"/>
                  </a:lnTo>
                  <a:lnTo>
                    <a:pt x="732134" y="1414588"/>
                  </a:lnTo>
                  <a:lnTo>
                    <a:pt x="732064" y="1414515"/>
                  </a:lnTo>
                  <a:lnTo>
                    <a:pt x="731998" y="1414425"/>
                  </a:lnTo>
                  <a:lnTo>
                    <a:pt x="731919" y="1414354"/>
                  </a:lnTo>
                  <a:lnTo>
                    <a:pt x="731848" y="1414282"/>
                  </a:lnTo>
                  <a:lnTo>
                    <a:pt x="731793" y="1414235"/>
                  </a:lnTo>
                  <a:lnTo>
                    <a:pt x="731719" y="1414175"/>
                  </a:lnTo>
                  <a:lnTo>
                    <a:pt x="731608" y="1414083"/>
                  </a:lnTo>
                  <a:lnTo>
                    <a:pt x="731561" y="1414047"/>
                  </a:lnTo>
                  <a:lnTo>
                    <a:pt x="731492" y="1413997"/>
                  </a:lnTo>
                  <a:lnTo>
                    <a:pt x="731418" y="1413932"/>
                  </a:lnTo>
                  <a:lnTo>
                    <a:pt x="731368" y="1413882"/>
                  </a:lnTo>
                  <a:lnTo>
                    <a:pt x="731307" y="1413826"/>
                  </a:lnTo>
                  <a:lnTo>
                    <a:pt x="731271" y="1413788"/>
                  </a:lnTo>
                  <a:lnTo>
                    <a:pt x="731237" y="1413757"/>
                  </a:lnTo>
                  <a:lnTo>
                    <a:pt x="731173" y="1413714"/>
                  </a:lnTo>
                  <a:lnTo>
                    <a:pt x="731138" y="1413697"/>
                  </a:lnTo>
                  <a:lnTo>
                    <a:pt x="731097" y="1413678"/>
                  </a:lnTo>
                  <a:lnTo>
                    <a:pt x="731057" y="1413656"/>
                  </a:lnTo>
                  <a:lnTo>
                    <a:pt x="731020" y="1413625"/>
                  </a:lnTo>
                  <a:lnTo>
                    <a:pt x="730960" y="1413572"/>
                  </a:lnTo>
                  <a:lnTo>
                    <a:pt x="730914" y="1413536"/>
                  </a:lnTo>
                  <a:lnTo>
                    <a:pt x="730853" y="1413515"/>
                  </a:lnTo>
                  <a:lnTo>
                    <a:pt x="730810" y="1413506"/>
                  </a:lnTo>
                  <a:lnTo>
                    <a:pt x="730738" y="1413487"/>
                  </a:lnTo>
                  <a:lnTo>
                    <a:pt x="730679" y="1413469"/>
                  </a:lnTo>
                  <a:lnTo>
                    <a:pt x="730594" y="1413442"/>
                  </a:lnTo>
                  <a:lnTo>
                    <a:pt x="730501" y="1413412"/>
                  </a:lnTo>
                  <a:lnTo>
                    <a:pt x="730426" y="1413381"/>
                  </a:lnTo>
                  <a:lnTo>
                    <a:pt x="730355" y="1413343"/>
                  </a:lnTo>
                  <a:lnTo>
                    <a:pt x="730304" y="1413321"/>
                  </a:lnTo>
                  <a:lnTo>
                    <a:pt x="730242" y="1413299"/>
                  </a:lnTo>
                  <a:lnTo>
                    <a:pt x="730154" y="1413275"/>
                  </a:lnTo>
                  <a:lnTo>
                    <a:pt x="730068" y="1413253"/>
                  </a:lnTo>
                  <a:lnTo>
                    <a:pt x="729988" y="1413230"/>
                  </a:lnTo>
                  <a:lnTo>
                    <a:pt x="729912" y="1413205"/>
                  </a:lnTo>
                  <a:lnTo>
                    <a:pt x="729858" y="1413199"/>
                  </a:lnTo>
                  <a:lnTo>
                    <a:pt x="729807" y="1413190"/>
                  </a:lnTo>
                  <a:lnTo>
                    <a:pt x="729773" y="1413176"/>
                  </a:lnTo>
                  <a:lnTo>
                    <a:pt x="729763" y="1413161"/>
                  </a:lnTo>
                  <a:lnTo>
                    <a:pt x="729761" y="1413131"/>
                  </a:lnTo>
                  <a:lnTo>
                    <a:pt x="729770" y="1413109"/>
                  </a:lnTo>
                  <a:lnTo>
                    <a:pt x="729798" y="1413067"/>
                  </a:lnTo>
                  <a:lnTo>
                    <a:pt x="729825" y="1413003"/>
                  </a:lnTo>
                  <a:lnTo>
                    <a:pt x="729848" y="1412957"/>
                  </a:lnTo>
                  <a:lnTo>
                    <a:pt x="729904" y="1412820"/>
                  </a:lnTo>
                  <a:lnTo>
                    <a:pt x="729937" y="1412753"/>
                  </a:lnTo>
                  <a:lnTo>
                    <a:pt x="729969" y="1412701"/>
                  </a:lnTo>
                  <a:lnTo>
                    <a:pt x="730011" y="1412558"/>
                  </a:lnTo>
                  <a:lnTo>
                    <a:pt x="730045" y="1412495"/>
                  </a:lnTo>
                  <a:lnTo>
                    <a:pt x="730082" y="1412417"/>
                  </a:lnTo>
                  <a:lnTo>
                    <a:pt x="730126" y="1412316"/>
                  </a:lnTo>
                  <a:lnTo>
                    <a:pt x="730208" y="1412173"/>
                  </a:lnTo>
                  <a:lnTo>
                    <a:pt x="730243" y="1412080"/>
                  </a:lnTo>
                  <a:lnTo>
                    <a:pt x="730265" y="1411977"/>
                  </a:lnTo>
                  <a:lnTo>
                    <a:pt x="730287" y="1411880"/>
                  </a:lnTo>
                  <a:lnTo>
                    <a:pt x="730302" y="1411826"/>
                  </a:lnTo>
                  <a:lnTo>
                    <a:pt x="730333" y="1411722"/>
                  </a:lnTo>
                  <a:lnTo>
                    <a:pt x="730393" y="1411553"/>
                  </a:lnTo>
                  <a:lnTo>
                    <a:pt x="730413" y="1411475"/>
                  </a:lnTo>
                  <a:lnTo>
                    <a:pt x="730424" y="1411419"/>
                  </a:lnTo>
                  <a:lnTo>
                    <a:pt x="730427" y="1411332"/>
                  </a:lnTo>
                  <a:lnTo>
                    <a:pt x="730421" y="1411267"/>
                  </a:lnTo>
                  <a:lnTo>
                    <a:pt x="730411" y="1411210"/>
                  </a:lnTo>
                  <a:lnTo>
                    <a:pt x="730377" y="1411130"/>
                  </a:lnTo>
                  <a:lnTo>
                    <a:pt x="730347" y="1411084"/>
                  </a:lnTo>
                  <a:lnTo>
                    <a:pt x="730300" y="1411018"/>
                  </a:lnTo>
                  <a:lnTo>
                    <a:pt x="730273" y="1410975"/>
                  </a:lnTo>
                  <a:lnTo>
                    <a:pt x="730251" y="1410927"/>
                  </a:lnTo>
                  <a:lnTo>
                    <a:pt x="730226" y="1410842"/>
                  </a:lnTo>
                  <a:lnTo>
                    <a:pt x="730200" y="1410749"/>
                  </a:lnTo>
                  <a:lnTo>
                    <a:pt x="730182" y="1410710"/>
                  </a:lnTo>
                  <a:lnTo>
                    <a:pt x="730088" y="1410585"/>
                  </a:lnTo>
                  <a:lnTo>
                    <a:pt x="730049" y="1410547"/>
                  </a:lnTo>
                  <a:lnTo>
                    <a:pt x="729990" y="1410505"/>
                  </a:lnTo>
                  <a:lnTo>
                    <a:pt x="729935" y="1410469"/>
                  </a:lnTo>
                  <a:lnTo>
                    <a:pt x="729903" y="1410447"/>
                  </a:lnTo>
                  <a:lnTo>
                    <a:pt x="729868" y="1410411"/>
                  </a:lnTo>
                  <a:lnTo>
                    <a:pt x="729835" y="1410360"/>
                  </a:lnTo>
                  <a:lnTo>
                    <a:pt x="729786" y="1410301"/>
                  </a:lnTo>
                  <a:lnTo>
                    <a:pt x="729729" y="1410256"/>
                  </a:lnTo>
                  <a:lnTo>
                    <a:pt x="729678" y="1410212"/>
                  </a:lnTo>
                  <a:lnTo>
                    <a:pt x="729605" y="1410133"/>
                  </a:lnTo>
                  <a:lnTo>
                    <a:pt x="729571" y="1410092"/>
                  </a:lnTo>
                  <a:lnTo>
                    <a:pt x="729515" y="1410061"/>
                  </a:lnTo>
                  <a:lnTo>
                    <a:pt x="729462" y="1410032"/>
                  </a:lnTo>
                  <a:lnTo>
                    <a:pt x="729374" y="1410006"/>
                  </a:lnTo>
                  <a:lnTo>
                    <a:pt x="729264" y="1409988"/>
                  </a:lnTo>
                  <a:lnTo>
                    <a:pt x="729228" y="1409985"/>
                  </a:lnTo>
                  <a:lnTo>
                    <a:pt x="729065" y="1409977"/>
                  </a:lnTo>
                  <a:lnTo>
                    <a:pt x="729017" y="1409965"/>
                  </a:lnTo>
                  <a:lnTo>
                    <a:pt x="729005" y="1409957"/>
                  </a:lnTo>
                  <a:lnTo>
                    <a:pt x="729000" y="1409954"/>
                  </a:lnTo>
                  <a:lnTo>
                    <a:pt x="728996" y="1409944"/>
                  </a:lnTo>
                  <a:lnTo>
                    <a:pt x="728981" y="1409909"/>
                  </a:lnTo>
                  <a:lnTo>
                    <a:pt x="728967" y="1409871"/>
                  </a:lnTo>
                  <a:lnTo>
                    <a:pt x="728953" y="1409820"/>
                  </a:lnTo>
                  <a:lnTo>
                    <a:pt x="728950" y="1409782"/>
                  </a:lnTo>
                  <a:lnTo>
                    <a:pt x="728935" y="1409753"/>
                  </a:lnTo>
                  <a:lnTo>
                    <a:pt x="728917" y="1409735"/>
                  </a:lnTo>
                  <a:lnTo>
                    <a:pt x="728905" y="1409721"/>
                  </a:lnTo>
                  <a:lnTo>
                    <a:pt x="728902" y="1409686"/>
                  </a:lnTo>
                  <a:lnTo>
                    <a:pt x="728899" y="1409650"/>
                  </a:lnTo>
                  <a:lnTo>
                    <a:pt x="728895" y="1409635"/>
                  </a:lnTo>
                  <a:lnTo>
                    <a:pt x="728885" y="1409624"/>
                  </a:lnTo>
                  <a:lnTo>
                    <a:pt x="728872" y="1409615"/>
                  </a:lnTo>
                  <a:lnTo>
                    <a:pt x="728844" y="1409600"/>
                  </a:lnTo>
                  <a:lnTo>
                    <a:pt x="728789" y="1409576"/>
                  </a:lnTo>
                  <a:lnTo>
                    <a:pt x="728721" y="1409543"/>
                  </a:lnTo>
                  <a:lnTo>
                    <a:pt x="728640" y="1409508"/>
                  </a:lnTo>
                  <a:lnTo>
                    <a:pt x="728612" y="1409501"/>
                  </a:lnTo>
                  <a:lnTo>
                    <a:pt x="728580" y="1409501"/>
                  </a:lnTo>
                  <a:lnTo>
                    <a:pt x="728550" y="1409495"/>
                  </a:lnTo>
                  <a:lnTo>
                    <a:pt x="728526" y="1409475"/>
                  </a:lnTo>
                  <a:lnTo>
                    <a:pt x="728507" y="1409457"/>
                  </a:lnTo>
                  <a:lnTo>
                    <a:pt x="728462" y="1409399"/>
                  </a:lnTo>
                  <a:lnTo>
                    <a:pt x="728421" y="1409358"/>
                  </a:lnTo>
                  <a:lnTo>
                    <a:pt x="728397" y="1409317"/>
                  </a:lnTo>
                  <a:lnTo>
                    <a:pt x="728384" y="1409288"/>
                  </a:lnTo>
                  <a:lnTo>
                    <a:pt x="728382" y="1409275"/>
                  </a:lnTo>
                  <a:lnTo>
                    <a:pt x="728383" y="1409261"/>
                  </a:lnTo>
                  <a:lnTo>
                    <a:pt x="728403" y="1409219"/>
                  </a:lnTo>
                  <a:lnTo>
                    <a:pt x="728423" y="1409182"/>
                  </a:lnTo>
                  <a:lnTo>
                    <a:pt x="728464" y="1409132"/>
                  </a:lnTo>
                  <a:lnTo>
                    <a:pt x="728484" y="1409090"/>
                  </a:lnTo>
                  <a:lnTo>
                    <a:pt x="728505" y="1409032"/>
                  </a:lnTo>
                  <a:lnTo>
                    <a:pt x="728511" y="1409012"/>
                  </a:lnTo>
                  <a:lnTo>
                    <a:pt x="728509" y="1409004"/>
                  </a:lnTo>
                  <a:lnTo>
                    <a:pt x="728501" y="1408999"/>
                  </a:lnTo>
                  <a:lnTo>
                    <a:pt x="728466" y="1408994"/>
                  </a:lnTo>
                  <a:lnTo>
                    <a:pt x="728408" y="1408986"/>
                  </a:lnTo>
                  <a:lnTo>
                    <a:pt x="728369" y="1408972"/>
                  </a:lnTo>
                  <a:lnTo>
                    <a:pt x="728348" y="1408957"/>
                  </a:lnTo>
                  <a:lnTo>
                    <a:pt x="728315" y="1408929"/>
                  </a:lnTo>
                  <a:lnTo>
                    <a:pt x="728286" y="1408891"/>
                  </a:lnTo>
                  <a:lnTo>
                    <a:pt x="728274" y="1408868"/>
                  </a:lnTo>
                  <a:lnTo>
                    <a:pt x="728274" y="1408857"/>
                  </a:lnTo>
                  <a:lnTo>
                    <a:pt x="728294" y="1408848"/>
                  </a:lnTo>
                  <a:lnTo>
                    <a:pt x="728325" y="1408821"/>
                  </a:lnTo>
                  <a:lnTo>
                    <a:pt x="728338" y="1408804"/>
                  </a:lnTo>
                  <a:lnTo>
                    <a:pt x="728343" y="1408779"/>
                  </a:lnTo>
                  <a:lnTo>
                    <a:pt x="728346" y="1408758"/>
                  </a:lnTo>
                  <a:lnTo>
                    <a:pt x="728350" y="1408714"/>
                  </a:lnTo>
                  <a:lnTo>
                    <a:pt x="728365" y="1408649"/>
                  </a:lnTo>
                  <a:lnTo>
                    <a:pt x="728362" y="1408619"/>
                  </a:lnTo>
                  <a:lnTo>
                    <a:pt x="728356" y="1408572"/>
                  </a:lnTo>
                  <a:lnTo>
                    <a:pt x="728335" y="1408503"/>
                  </a:lnTo>
                  <a:lnTo>
                    <a:pt x="728334" y="1408470"/>
                  </a:lnTo>
                  <a:lnTo>
                    <a:pt x="728325" y="1408468"/>
                  </a:lnTo>
                  <a:lnTo>
                    <a:pt x="728303" y="1408480"/>
                  </a:lnTo>
                  <a:lnTo>
                    <a:pt x="728268" y="1408480"/>
                  </a:lnTo>
                  <a:lnTo>
                    <a:pt x="728240" y="1408484"/>
                  </a:lnTo>
                  <a:lnTo>
                    <a:pt x="728153" y="1408498"/>
                  </a:lnTo>
                  <a:lnTo>
                    <a:pt x="728115" y="1408498"/>
                  </a:lnTo>
                  <a:lnTo>
                    <a:pt x="728094" y="1408491"/>
                  </a:lnTo>
                  <a:lnTo>
                    <a:pt x="728066" y="1408450"/>
                  </a:lnTo>
                  <a:lnTo>
                    <a:pt x="728059" y="1408413"/>
                  </a:lnTo>
                  <a:lnTo>
                    <a:pt x="728052" y="1408401"/>
                  </a:lnTo>
                  <a:lnTo>
                    <a:pt x="728038" y="1408393"/>
                  </a:lnTo>
                  <a:lnTo>
                    <a:pt x="727999" y="1408380"/>
                  </a:lnTo>
                  <a:lnTo>
                    <a:pt x="727961" y="1408359"/>
                  </a:lnTo>
                  <a:lnTo>
                    <a:pt x="727948" y="1408339"/>
                  </a:lnTo>
                  <a:lnTo>
                    <a:pt x="727937" y="1408299"/>
                  </a:lnTo>
                  <a:lnTo>
                    <a:pt x="727931" y="1408283"/>
                  </a:lnTo>
                  <a:lnTo>
                    <a:pt x="727923" y="1408276"/>
                  </a:lnTo>
                  <a:lnTo>
                    <a:pt x="727914" y="1408281"/>
                  </a:lnTo>
                  <a:lnTo>
                    <a:pt x="727905" y="1408290"/>
                  </a:lnTo>
                  <a:lnTo>
                    <a:pt x="727887" y="1408292"/>
                  </a:lnTo>
                  <a:lnTo>
                    <a:pt x="727844" y="1408291"/>
                  </a:lnTo>
                  <a:lnTo>
                    <a:pt x="727804" y="1408287"/>
                  </a:lnTo>
                  <a:lnTo>
                    <a:pt x="727782" y="1408272"/>
                  </a:lnTo>
                  <a:lnTo>
                    <a:pt x="727725" y="1408230"/>
                  </a:lnTo>
                  <a:lnTo>
                    <a:pt x="727652" y="1408190"/>
                  </a:lnTo>
                  <a:lnTo>
                    <a:pt x="727619" y="1408161"/>
                  </a:lnTo>
                  <a:lnTo>
                    <a:pt x="727588" y="1408137"/>
                  </a:lnTo>
                  <a:lnTo>
                    <a:pt x="727567" y="1408109"/>
                  </a:lnTo>
                  <a:lnTo>
                    <a:pt x="727534" y="1408062"/>
                  </a:lnTo>
                  <a:lnTo>
                    <a:pt x="727484" y="1408013"/>
                  </a:lnTo>
                  <a:lnTo>
                    <a:pt x="727467" y="1407990"/>
                  </a:lnTo>
                  <a:lnTo>
                    <a:pt x="727465" y="1407977"/>
                  </a:lnTo>
                  <a:lnTo>
                    <a:pt x="727469" y="1407955"/>
                  </a:lnTo>
                  <a:lnTo>
                    <a:pt x="727478" y="1407913"/>
                  </a:lnTo>
                  <a:lnTo>
                    <a:pt x="727484" y="1407875"/>
                  </a:lnTo>
                  <a:lnTo>
                    <a:pt x="727500" y="1407814"/>
                  </a:lnTo>
                  <a:lnTo>
                    <a:pt x="727500" y="1407794"/>
                  </a:lnTo>
                  <a:lnTo>
                    <a:pt x="727496" y="1407778"/>
                  </a:lnTo>
                  <a:lnTo>
                    <a:pt x="727483" y="1407756"/>
                  </a:lnTo>
                  <a:lnTo>
                    <a:pt x="727474" y="1407740"/>
                  </a:lnTo>
                  <a:lnTo>
                    <a:pt x="727473" y="1407718"/>
                  </a:lnTo>
                  <a:lnTo>
                    <a:pt x="727479" y="1407682"/>
                  </a:lnTo>
                  <a:lnTo>
                    <a:pt x="727489" y="1407624"/>
                  </a:lnTo>
                  <a:lnTo>
                    <a:pt x="727514" y="1407573"/>
                  </a:lnTo>
                  <a:lnTo>
                    <a:pt x="727528" y="1407543"/>
                  </a:lnTo>
                  <a:lnTo>
                    <a:pt x="727531" y="1407516"/>
                  </a:lnTo>
                  <a:lnTo>
                    <a:pt x="727531" y="1407485"/>
                  </a:lnTo>
                  <a:lnTo>
                    <a:pt x="727529" y="1407454"/>
                  </a:lnTo>
                  <a:lnTo>
                    <a:pt x="727521" y="1407439"/>
                  </a:lnTo>
                  <a:lnTo>
                    <a:pt x="727486" y="1407413"/>
                  </a:lnTo>
                  <a:lnTo>
                    <a:pt x="727449" y="1407382"/>
                  </a:lnTo>
                  <a:lnTo>
                    <a:pt x="727427" y="1407348"/>
                  </a:lnTo>
                  <a:lnTo>
                    <a:pt x="727420" y="1407332"/>
                  </a:lnTo>
                  <a:lnTo>
                    <a:pt x="727416" y="1407310"/>
                  </a:lnTo>
                  <a:lnTo>
                    <a:pt x="727419" y="1407294"/>
                  </a:lnTo>
                  <a:lnTo>
                    <a:pt x="727429" y="1407240"/>
                  </a:lnTo>
                  <a:lnTo>
                    <a:pt x="727431" y="1407200"/>
                  </a:lnTo>
                  <a:lnTo>
                    <a:pt x="727417" y="1407177"/>
                  </a:lnTo>
                  <a:lnTo>
                    <a:pt x="727411" y="1407151"/>
                  </a:lnTo>
                  <a:lnTo>
                    <a:pt x="727388" y="1407116"/>
                  </a:lnTo>
                  <a:lnTo>
                    <a:pt x="727380" y="1407108"/>
                  </a:lnTo>
                  <a:lnTo>
                    <a:pt x="727371" y="1407106"/>
                  </a:lnTo>
                  <a:lnTo>
                    <a:pt x="727361" y="1407107"/>
                  </a:lnTo>
                  <a:lnTo>
                    <a:pt x="727350" y="1407119"/>
                  </a:lnTo>
                  <a:lnTo>
                    <a:pt x="727316" y="1407138"/>
                  </a:lnTo>
                  <a:lnTo>
                    <a:pt x="727285" y="1407149"/>
                  </a:lnTo>
                  <a:lnTo>
                    <a:pt x="727207" y="1407170"/>
                  </a:lnTo>
                  <a:lnTo>
                    <a:pt x="727150" y="1407185"/>
                  </a:lnTo>
                  <a:lnTo>
                    <a:pt x="727132" y="1407189"/>
                  </a:lnTo>
                  <a:lnTo>
                    <a:pt x="727113" y="1407187"/>
                  </a:lnTo>
                  <a:lnTo>
                    <a:pt x="727097" y="1407174"/>
                  </a:lnTo>
                  <a:lnTo>
                    <a:pt x="727078" y="1407168"/>
                  </a:lnTo>
                  <a:lnTo>
                    <a:pt x="727058" y="1407167"/>
                  </a:lnTo>
                  <a:lnTo>
                    <a:pt x="727015" y="1407175"/>
                  </a:lnTo>
                  <a:lnTo>
                    <a:pt x="726978" y="1407193"/>
                  </a:lnTo>
                  <a:lnTo>
                    <a:pt x="726920" y="1407213"/>
                  </a:lnTo>
                  <a:lnTo>
                    <a:pt x="726860" y="1407217"/>
                  </a:lnTo>
                  <a:lnTo>
                    <a:pt x="726835" y="1407216"/>
                  </a:lnTo>
                  <a:lnTo>
                    <a:pt x="726812" y="1407203"/>
                  </a:lnTo>
                  <a:lnTo>
                    <a:pt x="726789" y="1407177"/>
                  </a:lnTo>
                  <a:lnTo>
                    <a:pt x="726759" y="1407161"/>
                  </a:lnTo>
                  <a:lnTo>
                    <a:pt x="726747" y="1407159"/>
                  </a:lnTo>
                  <a:lnTo>
                    <a:pt x="726725" y="1407158"/>
                  </a:lnTo>
                  <a:lnTo>
                    <a:pt x="726708" y="1407158"/>
                  </a:lnTo>
                  <a:lnTo>
                    <a:pt x="726695" y="1407156"/>
                  </a:lnTo>
                  <a:lnTo>
                    <a:pt x="726676" y="1407154"/>
                  </a:lnTo>
                  <a:lnTo>
                    <a:pt x="726654" y="1407159"/>
                  </a:lnTo>
                  <a:lnTo>
                    <a:pt x="726639" y="1407171"/>
                  </a:lnTo>
                  <a:lnTo>
                    <a:pt x="726594" y="1407206"/>
                  </a:lnTo>
                  <a:lnTo>
                    <a:pt x="726559" y="1407219"/>
                  </a:lnTo>
                  <a:lnTo>
                    <a:pt x="726530" y="1407230"/>
                  </a:lnTo>
                  <a:lnTo>
                    <a:pt x="726506" y="1407243"/>
                  </a:lnTo>
                  <a:lnTo>
                    <a:pt x="726481" y="1407291"/>
                  </a:lnTo>
                  <a:lnTo>
                    <a:pt x="726463" y="1407325"/>
                  </a:lnTo>
                  <a:lnTo>
                    <a:pt x="726443" y="1407352"/>
                  </a:lnTo>
                  <a:lnTo>
                    <a:pt x="726407" y="1407368"/>
                  </a:lnTo>
                  <a:lnTo>
                    <a:pt x="726316" y="1407450"/>
                  </a:lnTo>
                  <a:lnTo>
                    <a:pt x="726300" y="1407459"/>
                  </a:lnTo>
                  <a:lnTo>
                    <a:pt x="726287" y="1407459"/>
                  </a:lnTo>
                  <a:lnTo>
                    <a:pt x="726281" y="1407454"/>
                  </a:lnTo>
                  <a:lnTo>
                    <a:pt x="726277" y="1407423"/>
                  </a:lnTo>
                  <a:lnTo>
                    <a:pt x="726271" y="1407397"/>
                  </a:lnTo>
                  <a:lnTo>
                    <a:pt x="726252" y="1407338"/>
                  </a:lnTo>
                  <a:lnTo>
                    <a:pt x="726239" y="1407306"/>
                  </a:lnTo>
                  <a:lnTo>
                    <a:pt x="726218" y="1407292"/>
                  </a:lnTo>
                  <a:lnTo>
                    <a:pt x="726200" y="1407288"/>
                  </a:lnTo>
                  <a:lnTo>
                    <a:pt x="726184" y="1407290"/>
                  </a:lnTo>
                  <a:lnTo>
                    <a:pt x="726164" y="1407291"/>
                  </a:lnTo>
                  <a:lnTo>
                    <a:pt x="726148" y="1407284"/>
                  </a:lnTo>
                  <a:lnTo>
                    <a:pt x="726091" y="1407224"/>
                  </a:lnTo>
                  <a:lnTo>
                    <a:pt x="726013" y="1407154"/>
                  </a:lnTo>
                  <a:lnTo>
                    <a:pt x="725951" y="1407111"/>
                  </a:lnTo>
                  <a:lnTo>
                    <a:pt x="725933" y="1407093"/>
                  </a:lnTo>
                  <a:lnTo>
                    <a:pt x="725934" y="1407082"/>
                  </a:lnTo>
                  <a:lnTo>
                    <a:pt x="725939" y="1407068"/>
                  </a:lnTo>
                  <a:lnTo>
                    <a:pt x="725946" y="1407061"/>
                  </a:lnTo>
                  <a:lnTo>
                    <a:pt x="725955" y="1407045"/>
                  </a:lnTo>
                  <a:lnTo>
                    <a:pt x="725956" y="1407031"/>
                  </a:lnTo>
                  <a:lnTo>
                    <a:pt x="725957" y="1407013"/>
                  </a:lnTo>
                  <a:lnTo>
                    <a:pt x="725957" y="1406950"/>
                  </a:lnTo>
                  <a:lnTo>
                    <a:pt x="725956" y="1406925"/>
                  </a:lnTo>
                  <a:lnTo>
                    <a:pt x="725946" y="1406910"/>
                  </a:lnTo>
                  <a:lnTo>
                    <a:pt x="725937" y="1406903"/>
                  </a:lnTo>
                  <a:lnTo>
                    <a:pt x="725897" y="1406891"/>
                  </a:lnTo>
                  <a:lnTo>
                    <a:pt x="725853" y="1406886"/>
                  </a:lnTo>
                  <a:lnTo>
                    <a:pt x="725793" y="1406890"/>
                  </a:lnTo>
                  <a:lnTo>
                    <a:pt x="725745" y="1406888"/>
                  </a:lnTo>
                  <a:lnTo>
                    <a:pt x="725712" y="1406879"/>
                  </a:lnTo>
                  <a:lnTo>
                    <a:pt x="725693" y="1406868"/>
                  </a:lnTo>
                  <a:lnTo>
                    <a:pt x="725675" y="1406846"/>
                  </a:lnTo>
                  <a:lnTo>
                    <a:pt x="725640" y="1406805"/>
                  </a:lnTo>
                  <a:lnTo>
                    <a:pt x="725577" y="1406764"/>
                  </a:lnTo>
                  <a:lnTo>
                    <a:pt x="725531" y="1406733"/>
                  </a:lnTo>
                  <a:lnTo>
                    <a:pt x="725508" y="1406709"/>
                  </a:lnTo>
                  <a:lnTo>
                    <a:pt x="725492" y="1406678"/>
                  </a:lnTo>
                  <a:lnTo>
                    <a:pt x="725485" y="1406639"/>
                  </a:lnTo>
                  <a:lnTo>
                    <a:pt x="725481" y="1406584"/>
                  </a:lnTo>
                  <a:lnTo>
                    <a:pt x="725479" y="1406557"/>
                  </a:lnTo>
                  <a:lnTo>
                    <a:pt x="725470" y="1406512"/>
                  </a:lnTo>
                  <a:lnTo>
                    <a:pt x="725470" y="1406460"/>
                  </a:lnTo>
                  <a:lnTo>
                    <a:pt x="725454" y="1406367"/>
                  </a:lnTo>
                  <a:lnTo>
                    <a:pt x="725440" y="1406311"/>
                  </a:lnTo>
                  <a:lnTo>
                    <a:pt x="725435" y="1406284"/>
                  </a:lnTo>
                  <a:lnTo>
                    <a:pt x="725436" y="1406266"/>
                  </a:lnTo>
                  <a:lnTo>
                    <a:pt x="725441" y="1406251"/>
                  </a:lnTo>
                  <a:lnTo>
                    <a:pt x="725458" y="1406211"/>
                  </a:lnTo>
                  <a:lnTo>
                    <a:pt x="725464" y="1406185"/>
                  </a:lnTo>
                  <a:lnTo>
                    <a:pt x="725466" y="1406165"/>
                  </a:lnTo>
                  <a:lnTo>
                    <a:pt x="725465" y="1406153"/>
                  </a:lnTo>
                  <a:lnTo>
                    <a:pt x="725465" y="1406135"/>
                  </a:lnTo>
                  <a:lnTo>
                    <a:pt x="725469" y="1406123"/>
                  </a:lnTo>
                  <a:lnTo>
                    <a:pt x="725484" y="1406086"/>
                  </a:lnTo>
                  <a:lnTo>
                    <a:pt x="725472" y="1406078"/>
                  </a:lnTo>
                  <a:lnTo>
                    <a:pt x="725458" y="1406078"/>
                  </a:lnTo>
                  <a:lnTo>
                    <a:pt x="725430" y="1406084"/>
                  </a:lnTo>
                  <a:lnTo>
                    <a:pt x="725395" y="1406094"/>
                  </a:lnTo>
                  <a:lnTo>
                    <a:pt x="725374" y="1406094"/>
                  </a:lnTo>
                  <a:lnTo>
                    <a:pt x="725357" y="1406088"/>
                  </a:lnTo>
                  <a:lnTo>
                    <a:pt x="725344" y="1406085"/>
                  </a:lnTo>
                  <a:lnTo>
                    <a:pt x="725321" y="1406084"/>
                  </a:lnTo>
                  <a:lnTo>
                    <a:pt x="725291" y="1406074"/>
                  </a:lnTo>
                  <a:lnTo>
                    <a:pt x="725270" y="1406073"/>
                  </a:lnTo>
                  <a:lnTo>
                    <a:pt x="725236" y="1406076"/>
                  </a:lnTo>
                  <a:lnTo>
                    <a:pt x="725185" y="1406085"/>
                  </a:lnTo>
                  <a:lnTo>
                    <a:pt x="725119" y="1406088"/>
                  </a:lnTo>
                  <a:lnTo>
                    <a:pt x="725039" y="1406085"/>
                  </a:lnTo>
                  <a:lnTo>
                    <a:pt x="724994" y="1406081"/>
                  </a:lnTo>
                  <a:lnTo>
                    <a:pt x="724965" y="1406093"/>
                  </a:lnTo>
                  <a:lnTo>
                    <a:pt x="724919" y="1406113"/>
                  </a:lnTo>
                  <a:lnTo>
                    <a:pt x="724874" y="1406129"/>
                  </a:lnTo>
                  <a:lnTo>
                    <a:pt x="724861" y="1406128"/>
                  </a:lnTo>
                  <a:lnTo>
                    <a:pt x="724839" y="1406114"/>
                  </a:lnTo>
                  <a:lnTo>
                    <a:pt x="724824" y="1406089"/>
                  </a:lnTo>
                  <a:lnTo>
                    <a:pt x="724809" y="1406062"/>
                  </a:lnTo>
                  <a:lnTo>
                    <a:pt x="724766" y="1406018"/>
                  </a:lnTo>
                  <a:lnTo>
                    <a:pt x="724759" y="1406001"/>
                  </a:lnTo>
                  <a:lnTo>
                    <a:pt x="724760" y="1405983"/>
                  </a:lnTo>
                  <a:lnTo>
                    <a:pt x="724768" y="1405938"/>
                  </a:lnTo>
                  <a:lnTo>
                    <a:pt x="724777" y="1405890"/>
                  </a:lnTo>
                  <a:lnTo>
                    <a:pt x="724796" y="1405843"/>
                  </a:lnTo>
                  <a:lnTo>
                    <a:pt x="724815" y="1405806"/>
                  </a:lnTo>
                  <a:lnTo>
                    <a:pt x="724824" y="1405788"/>
                  </a:lnTo>
                  <a:lnTo>
                    <a:pt x="724824" y="1405768"/>
                  </a:lnTo>
                  <a:lnTo>
                    <a:pt x="724819" y="1405743"/>
                  </a:lnTo>
                  <a:lnTo>
                    <a:pt x="724805" y="1405712"/>
                  </a:lnTo>
                  <a:lnTo>
                    <a:pt x="724773" y="1405648"/>
                  </a:lnTo>
                  <a:lnTo>
                    <a:pt x="724738" y="1405595"/>
                  </a:lnTo>
                  <a:lnTo>
                    <a:pt x="724705" y="1405560"/>
                  </a:lnTo>
                  <a:lnTo>
                    <a:pt x="724702" y="1405553"/>
                  </a:lnTo>
                  <a:lnTo>
                    <a:pt x="724702" y="1405543"/>
                  </a:lnTo>
                  <a:lnTo>
                    <a:pt x="724722" y="1405513"/>
                  </a:lnTo>
                  <a:lnTo>
                    <a:pt x="724740" y="1405470"/>
                  </a:lnTo>
                  <a:lnTo>
                    <a:pt x="724763" y="1405430"/>
                  </a:lnTo>
                  <a:lnTo>
                    <a:pt x="724779" y="1405410"/>
                  </a:lnTo>
                  <a:lnTo>
                    <a:pt x="724809" y="1405322"/>
                  </a:lnTo>
                  <a:lnTo>
                    <a:pt x="724818" y="1405295"/>
                  </a:lnTo>
                  <a:lnTo>
                    <a:pt x="724820" y="1405274"/>
                  </a:lnTo>
                  <a:lnTo>
                    <a:pt x="724826" y="1405241"/>
                  </a:lnTo>
                  <a:lnTo>
                    <a:pt x="724832" y="1405217"/>
                  </a:lnTo>
                  <a:lnTo>
                    <a:pt x="724845" y="1405197"/>
                  </a:lnTo>
                  <a:lnTo>
                    <a:pt x="724864" y="1405172"/>
                  </a:lnTo>
                  <a:lnTo>
                    <a:pt x="724907" y="1405106"/>
                  </a:lnTo>
                  <a:lnTo>
                    <a:pt x="724914" y="1405092"/>
                  </a:lnTo>
                  <a:lnTo>
                    <a:pt x="724912" y="1405086"/>
                  </a:lnTo>
                  <a:lnTo>
                    <a:pt x="724900" y="1405084"/>
                  </a:lnTo>
                  <a:lnTo>
                    <a:pt x="724858" y="1405088"/>
                  </a:lnTo>
                  <a:lnTo>
                    <a:pt x="724828" y="1405086"/>
                  </a:lnTo>
                  <a:lnTo>
                    <a:pt x="724799" y="1405085"/>
                  </a:lnTo>
                  <a:lnTo>
                    <a:pt x="724734" y="1405059"/>
                  </a:lnTo>
                  <a:lnTo>
                    <a:pt x="724720" y="1405057"/>
                  </a:lnTo>
                  <a:lnTo>
                    <a:pt x="724701" y="1405061"/>
                  </a:lnTo>
                  <a:lnTo>
                    <a:pt x="724686" y="1405068"/>
                  </a:lnTo>
                  <a:lnTo>
                    <a:pt x="724661" y="1405094"/>
                  </a:lnTo>
                  <a:lnTo>
                    <a:pt x="724637" y="1405116"/>
                  </a:lnTo>
                  <a:lnTo>
                    <a:pt x="724586" y="1405140"/>
                  </a:lnTo>
                  <a:lnTo>
                    <a:pt x="724557" y="1405153"/>
                  </a:lnTo>
                  <a:lnTo>
                    <a:pt x="724525" y="1405150"/>
                  </a:lnTo>
                  <a:lnTo>
                    <a:pt x="724511" y="1405141"/>
                  </a:lnTo>
                  <a:lnTo>
                    <a:pt x="724505" y="1405128"/>
                  </a:lnTo>
                  <a:lnTo>
                    <a:pt x="724501" y="1405112"/>
                  </a:lnTo>
                  <a:lnTo>
                    <a:pt x="724501" y="1405094"/>
                  </a:lnTo>
                  <a:lnTo>
                    <a:pt x="724499" y="1405072"/>
                  </a:lnTo>
                  <a:lnTo>
                    <a:pt x="724481" y="1405039"/>
                  </a:lnTo>
                  <a:lnTo>
                    <a:pt x="724480" y="1405018"/>
                  </a:lnTo>
                  <a:lnTo>
                    <a:pt x="724482" y="1404991"/>
                  </a:lnTo>
                  <a:lnTo>
                    <a:pt x="724484" y="1404941"/>
                  </a:lnTo>
                  <a:lnTo>
                    <a:pt x="724480" y="1404928"/>
                  </a:lnTo>
                  <a:lnTo>
                    <a:pt x="724470" y="1404917"/>
                  </a:lnTo>
                  <a:lnTo>
                    <a:pt x="724446" y="1404909"/>
                  </a:lnTo>
                  <a:lnTo>
                    <a:pt x="724420" y="1404909"/>
                  </a:lnTo>
                  <a:lnTo>
                    <a:pt x="724362" y="1404912"/>
                  </a:lnTo>
                  <a:lnTo>
                    <a:pt x="724333" y="1404911"/>
                  </a:lnTo>
                  <a:lnTo>
                    <a:pt x="724314" y="1404904"/>
                  </a:lnTo>
                  <a:lnTo>
                    <a:pt x="724295" y="1404884"/>
                  </a:lnTo>
                  <a:lnTo>
                    <a:pt x="724270" y="1404854"/>
                  </a:lnTo>
                  <a:lnTo>
                    <a:pt x="724245" y="1404823"/>
                  </a:lnTo>
                  <a:lnTo>
                    <a:pt x="724232" y="1404790"/>
                  </a:lnTo>
                  <a:lnTo>
                    <a:pt x="724220" y="1404746"/>
                  </a:lnTo>
                  <a:lnTo>
                    <a:pt x="724217" y="1404721"/>
                  </a:lnTo>
                  <a:lnTo>
                    <a:pt x="724223" y="1404702"/>
                  </a:lnTo>
                  <a:lnTo>
                    <a:pt x="724229" y="1404664"/>
                  </a:lnTo>
                  <a:lnTo>
                    <a:pt x="724229" y="1404644"/>
                  </a:lnTo>
                  <a:lnTo>
                    <a:pt x="724222" y="1404624"/>
                  </a:lnTo>
                  <a:lnTo>
                    <a:pt x="724208" y="1404607"/>
                  </a:lnTo>
                  <a:lnTo>
                    <a:pt x="724197" y="1404587"/>
                  </a:lnTo>
                  <a:lnTo>
                    <a:pt x="724180" y="1404542"/>
                  </a:lnTo>
                  <a:lnTo>
                    <a:pt x="724154" y="1404459"/>
                  </a:lnTo>
                  <a:lnTo>
                    <a:pt x="724142" y="1404423"/>
                  </a:lnTo>
                  <a:lnTo>
                    <a:pt x="724128" y="1404407"/>
                  </a:lnTo>
                  <a:lnTo>
                    <a:pt x="724101" y="1404390"/>
                  </a:lnTo>
                  <a:lnTo>
                    <a:pt x="724084" y="1404371"/>
                  </a:lnTo>
                  <a:lnTo>
                    <a:pt x="724075" y="1404353"/>
                  </a:lnTo>
                  <a:lnTo>
                    <a:pt x="724071" y="1404330"/>
                  </a:lnTo>
                  <a:lnTo>
                    <a:pt x="724071" y="1404315"/>
                  </a:lnTo>
                  <a:lnTo>
                    <a:pt x="724085" y="1404286"/>
                  </a:lnTo>
                  <a:lnTo>
                    <a:pt x="724097" y="1404277"/>
                  </a:lnTo>
                  <a:lnTo>
                    <a:pt x="724114" y="1404272"/>
                  </a:lnTo>
                  <a:lnTo>
                    <a:pt x="724145" y="1404260"/>
                  </a:lnTo>
                  <a:lnTo>
                    <a:pt x="724167" y="1404249"/>
                  </a:lnTo>
                  <a:lnTo>
                    <a:pt x="724179" y="1404229"/>
                  </a:lnTo>
                  <a:lnTo>
                    <a:pt x="724183" y="1404209"/>
                  </a:lnTo>
                  <a:lnTo>
                    <a:pt x="724180" y="1404184"/>
                  </a:lnTo>
                  <a:lnTo>
                    <a:pt x="724171" y="1404163"/>
                  </a:lnTo>
                  <a:lnTo>
                    <a:pt x="724147" y="1404126"/>
                  </a:lnTo>
                  <a:lnTo>
                    <a:pt x="724138" y="1404093"/>
                  </a:lnTo>
                  <a:lnTo>
                    <a:pt x="724139" y="1404056"/>
                  </a:lnTo>
                  <a:lnTo>
                    <a:pt x="724140" y="1404041"/>
                  </a:lnTo>
                  <a:lnTo>
                    <a:pt x="724140" y="1404018"/>
                  </a:lnTo>
                  <a:lnTo>
                    <a:pt x="724140" y="1403985"/>
                  </a:lnTo>
                  <a:lnTo>
                    <a:pt x="724139" y="1403963"/>
                  </a:lnTo>
                  <a:lnTo>
                    <a:pt x="724133" y="1403946"/>
                  </a:lnTo>
                  <a:lnTo>
                    <a:pt x="724116" y="1403922"/>
                  </a:lnTo>
                  <a:lnTo>
                    <a:pt x="724097" y="1403899"/>
                  </a:lnTo>
                  <a:lnTo>
                    <a:pt x="724090" y="1403890"/>
                  </a:lnTo>
                  <a:lnTo>
                    <a:pt x="724070" y="1403851"/>
                  </a:lnTo>
                  <a:lnTo>
                    <a:pt x="724061" y="1403845"/>
                  </a:lnTo>
                  <a:lnTo>
                    <a:pt x="724042" y="1403839"/>
                  </a:lnTo>
                  <a:lnTo>
                    <a:pt x="723988" y="1403838"/>
                  </a:lnTo>
                  <a:lnTo>
                    <a:pt x="723926" y="1403827"/>
                  </a:lnTo>
                  <a:lnTo>
                    <a:pt x="723870" y="1403803"/>
                  </a:lnTo>
                  <a:lnTo>
                    <a:pt x="723858" y="1403794"/>
                  </a:lnTo>
                  <a:lnTo>
                    <a:pt x="723856" y="1403780"/>
                  </a:lnTo>
                  <a:lnTo>
                    <a:pt x="723859" y="1403764"/>
                  </a:lnTo>
                  <a:lnTo>
                    <a:pt x="723865" y="1403730"/>
                  </a:lnTo>
                  <a:lnTo>
                    <a:pt x="723879" y="1403691"/>
                  </a:lnTo>
                  <a:lnTo>
                    <a:pt x="723896" y="1403666"/>
                  </a:lnTo>
                  <a:lnTo>
                    <a:pt x="723897" y="1403651"/>
                  </a:lnTo>
                  <a:lnTo>
                    <a:pt x="723894" y="1403642"/>
                  </a:lnTo>
                  <a:lnTo>
                    <a:pt x="723882" y="1403634"/>
                  </a:lnTo>
                  <a:lnTo>
                    <a:pt x="723843" y="1403616"/>
                  </a:lnTo>
                  <a:lnTo>
                    <a:pt x="723802" y="1403601"/>
                  </a:lnTo>
                  <a:lnTo>
                    <a:pt x="723772" y="1403588"/>
                  </a:lnTo>
                  <a:lnTo>
                    <a:pt x="723721" y="1403580"/>
                  </a:lnTo>
                  <a:lnTo>
                    <a:pt x="723691" y="1403575"/>
                  </a:lnTo>
                  <a:lnTo>
                    <a:pt x="723687" y="1403569"/>
                  </a:lnTo>
                  <a:lnTo>
                    <a:pt x="723686" y="1403559"/>
                  </a:lnTo>
                  <a:lnTo>
                    <a:pt x="723685" y="1403528"/>
                  </a:lnTo>
                  <a:lnTo>
                    <a:pt x="723670" y="1403499"/>
                  </a:lnTo>
                  <a:lnTo>
                    <a:pt x="723671" y="1403461"/>
                  </a:lnTo>
                  <a:lnTo>
                    <a:pt x="723671" y="1403412"/>
                  </a:lnTo>
                  <a:lnTo>
                    <a:pt x="723674" y="1403338"/>
                  </a:lnTo>
                  <a:lnTo>
                    <a:pt x="723674" y="1403323"/>
                  </a:lnTo>
                  <a:lnTo>
                    <a:pt x="723677" y="1403309"/>
                  </a:lnTo>
                  <a:lnTo>
                    <a:pt x="723691" y="1403288"/>
                  </a:lnTo>
                  <a:lnTo>
                    <a:pt x="723706" y="1403262"/>
                  </a:lnTo>
                  <a:lnTo>
                    <a:pt x="723715" y="1403225"/>
                  </a:lnTo>
                  <a:lnTo>
                    <a:pt x="723717" y="1403211"/>
                  </a:lnTo>
                  <a:lnTo>
                    <a:pt x="723715" y="1403203"/>
                  </a:lnTo>
                  <a:lnTo>
                    <a:pt x="723695" y="1403201"/>
                  </a:lnTo>
                  <a:lnTo>
                    <a:pt x="723676" y="1403189"/>
                  </a:lnTo>
                  <a:lnTo>
                    <a:pt x="723662" y="1403164"/>
                  </a:lnTo>
                  <a:lnTo>
                    <a:pt x="723626" y="1403131"/>
                  </a:lnTo>
                  <a:lnTo>
                    <a:pt x="723602" y="1403104"/>
                  </a:lnTo>
                  <a:lnTo>
                    <a:pt x="723555" y="1403058"/>
                  </a:lnTo>
                  <a:lnTo>
                    <a:pt x="723515" y="1403029"/>
                  </a:lnTo>
                  <a:lnTo>
                    <a:pt x="723491" y="1402997"/>
                  </a:lnTo>
                  <a:lnTo>
                    <a:pt x="723481" y="1402986"/>
                  </a:lnTo>
                  <a:lnTo>
                    <a:pt x="723481" y="1402974"/>
                  </a:lnTo>
                  <a:lnTo>
                    <a:pt x="723484" y="1402952"/>
                  </a:lnTo>
                  <a:lnTo>
                    <a:pt x="723484" y="1402934"/>
                  </a:lnTo>
                  <a:lnTo>
                    <a:pt x="723482" y="1402919"/>
                  </a:lnTo>
                  <a:lnTo>
                    <a:pt x="723474" y="1402902"/>
                  </a:lnTo>
                  <a:lnTo>
                    <a:pt x="723465" y="1402876"/>
                  </a:lnTo>
                  <a:lnTo>
                    <a:pt x="723465" y="1402864"/>
                  </a:lnTo>
                  <a:lnTo>
                    <a:pt x="723465" y="1402835"/>
                  </a:lnTo>
                  <a:lnTo>
                    <a:pt x="723459" y="1402810"/>
                  </a:lnTo>
                  <a:lnTo>
                    <a:pt x="723443" y="1402767"/>
                  </a:lnTo>
                  <a:lnTo>
                    <a:pt x="723430" y="1402739"/>
                  </a:lnTo>
                  <a:lnTo>
                    <a:pt x="723415" y="1402716"/>
                  </a:lnTo>
                  <a:lnTo>
                    <a:pt x="723389" y="1402700"/>
                  </a:lnTo>
                  <a:lnTo>
                    <a:pt x="723379" y="1402686"/>
                  </a:lnTo>
                  <a:lnTo>
                    <a:pt x="723378" y="1402660"/>
                  </a:lnTo>
                  <a:lnTo>
                    <a:pt x="723384" y="1402648"/>
                  </a:lnTo>
                  <a:lnTo>
                    <a:pt x="723395" y="1402637"/>
                  </a:lnTo>
                  <a:lnTo>
                    <a:pt x="723401" y="1402617"/>
                  </a:lnTo>
                  <a:lnTo>
                    <a:pt x="723406" y="1402590"/>
                  </a:lnTo>
                  <a:lnTo>
                    <a:pt x="723417" y="1402565"/>
                  </a:lnTo>
                  <a:lnTo>
                    <a:pt x="723436" y="1402539"/>
                  </a:lnTo>
                  <a:lnTo>
                    <a:pt x="723454" y="1402522"/>
                  </a:lnTo>
                  <a:lnTo>
                    <a:pt x="723483" y="1402501"/>
                  </a:lnTo>
                  <a:lnTo>
                    <a:pt x="723514" y="1402475"/>
                  </a:lnTo>
                  <a:lnTo>
                    <a:pt x="723531" y="1402460"/>
                  </a:lnTo>
                  <a:lnTo>
                    <a:pt x="723552" y="1402445"/>
                  </a:lnTo>
                  <a:lnTo>
                    <a:pt x="723585" y="1402426"/>
                  </a:lnTo>
                  <a:lnTo>
                    <a:pt x="723619" y="1402411"/>
                  </a:lnTo>
                  <a:lnTo>
                    <a:pt x="723648" y="1402389"/>
                  </a:lnTo>
                  <a:lnTo>
                    <a:pt x="723672" y="1402354"/>
                  </a:lnTo>
                  <a:lnTo>
                    <a:pt x="723690" y="1402328"/>
                  </a:lnTo>
                  <a:lnTo>
                    <a:pt x="723693" y="1402319"/>
                  </a:lnTo>
                  <a:lnTo>
                    <a:pt x="723691" y="1402303"/>
                  </a:lnTo>
                  <a:lnTo>
                    <a:pt x="723683" y="1402277"/>
                  </a:lnTo>
                  <a:lnTo>
                    <a:pt x="723681" y="1402265"/>
                  </a:lnTo>
                  <a:lnTo>
                    <a:pt x="723681" y="1402248"/>
                  </a:lnTo>
                  <a:lnTo>
                    <a:pt x="723684" y="1402231"/>
                  </a:lnTo>
                  <a:lnTo>
                    <a:pt x="723682" y="1402214"/>
                  </a:lnTo>
                  <a:lnTo>
                    <a:pt x="723674" y="1402193"/>
                  </a:lnTo>
                  <a:lnTo>
                    <a:pt x="723656" y="1402169"/>
                  </a:lnTo>
                  <a:lnTo>
                    <a:pt x="723618" y="1402112"/>
                  </a:lnTo>
                  <a:lnTo>
                    <a:pt x="723588" y="1402074"/>
                  </a:lnTo>
                  <a:lnTo>
                    <a:pt x="723565" y="1402030"/>
                  </a:lnTo>
                  <a:lnTo>
                    <a:pt x="723553" y="1401986"/>
                  </a:lnTo>
                  <a:lnTo>
                    <a:pt x="723552" y="1401974"/>
                  </a:lnTo>
                  <a:lnTo>
                    <a:pt x="723556" y="1401962"/>
                  </a:lnTo>
                  <a:lnTo>
                    <a:pt x="723575" y="1401948"/>
                  </a:lnTo>
                  <a:lnTo>
                    <a:pt x="723600" y="1401934"/>
                  </a:lnTo>
                  <a:lnTo>
                    <a:pt x="723628" y="1401917"/>
                  </a:lnTo>
                  <a:lnTo>
                    <a:pt x="723676" y="1401859"/>
                  </a:lnTo>
                  <a:lnTo>
                    <a:pt x="723712" y="1401810"/>
                  </a:lnTo>
                  <a:lnTo>
                    <a:pt x="723739" y="1401772"/>
                  </a:lnTo>
                  <a:lnTo>
                    <a:pt x="723756" y="1401750"/>
                  </a:lnTo>
                  <a:lnTo>
                    <a:pt x="723773" y="1401720"/>
                  </a:lnTo>
                  <a:lnTo>
                    <a:pt x="723795" y="1401692"/>
                  </a:lnTo>
                  <a:lnTo>
                    <a:pt x="723812" y="1401676"/>
                  </a:lnTo>
                  <a:lnTo>
                    <a:pt x="723821" y="1401664"/>
                  </a:lnTo>
                  <a:lnTo>
                    <a:pt x="723845" y="1401642"/>
                  </a:lnTo>
                  <a:lnTo>
                    <a:pt x="723850" y="1401620"/>
                  </a:lnTo>
                  <a:lnTo>
                    <a:pt x="723845" y="1401609"/>
                  </a:lnTo>
                  <a:lnTo>
                    <a:pt x="723830" y="1401604"/>
                  </a:lnTo>
                  <a:lnTo>
                    <a:pt x="723805" y="1401592"/>
                  </a:lnTo>
                  <a:lnTo>
                    <a:pt x="723792" y="1401575"/>
                  </a:lnTo>
                  <a:lnTo>
                    <a:pt x="723790" y="1401564"/>
                  </a:lnTo>
                  <a:lnTo>
                    <a:pt x="723790" y="1401550"/>
                  </a:lnTo>
                  <a:lnTo>
                    <a:pt x="723795" y="1401531"/>
                  </a:lnTo>
                  <a:lnTo>
                    <a:pt x="723791" y="1401517"/>
                  </a:lnTo>
                  <a:lnTo>
                    <a:pt x="723781" y="1401497"/>
                  </a:lnTo>
                  <a:lnTo>
                    <a:pt x="723769" y="1401467"/>
                  </a:lnTo>
                  <a:lnTo>
                    <a:pt x="723766" y="1401455"/>
                  </a:lnTo>
                  <a:lnTo>
                    <a:pt x="723767" y="1401441"/>
                  </a:lnTo>
                  <a:lnTo>
                    <a:pt x="723778" y="1401430"/>
                  </a:lnTo>
                  <a:lnTo>
                    <a:pt x="723781" y="1401413"/>
                  </a:lnTo>
                  <a:lnTo>
                    <a:pt x="723772" y="1401372"/>
                  </a:lnTo>
                  <a:lnTo>
                    <a:pt x="723758" y="1401331"/>
                  </a:lnTo>
                  <a:lnTo>
                    <a:pt x="723736" y="1401300"/>
                  </a:lnTo>
                  <a:lnTo>
                    <a:pt x="723705" y="1401267"/>
                  </a:lnTo>
                  <a:lnTo>
                    <a:pt x="723665" y="1401238"/>
                  </a:lnTo>
                  <a:lnTo>
                    <a:pt x="723649" y="1401225"/>
                  </a:lnTo>
                  <a:lnTo>
                    <a:pt x="723648" y="1401210"/>
                  </a:lnTo>
                  <a:lnTo>
                    <a:pt x="723655" y="1401195"/>
                  </a:lnTo>
                  <a:lnTo>
                    <a:pt x="723681" y="1401143"/>
                  </a:lnTo>
                  <a:lnTo>
                    <a:pt x="723685" y="1401129"/>
                  </a:lnTo>
                  <a:lnTo>
                    <a:pt x="723681" y="1401093"/>
                  </a:lnTo>
                  <a:lnTo>
                    <a:pt x="723678" y="1401056"/>
                  </a:lnTo>
                  <a:lnTo>
                    <a:pt x="723678" y="1401036"/>
                  </a:lnTo>
                  <a:lnTo>
                    <a:pt x="723681" y="1401019"/>
                  </a:lnTo>
                  <a:lnTo>
                    <a:pt x="723687" y="1400996"/>
                  </a:lnTo>
                  <a:lnTo>
                    <a:pt x="723688" y="1400985"/>
                  </a:lnTo>
                  <a:lnTo>
                    <a:pt x="723689" y="1400974"/>
                  </a:lnTo>
                  <a:lnTo>
                    <a:pt x="723693" y="1400956"/>
                  </a:lnTo>
                  <a:lnTo>
                    <a:pt x="723710" y="1400935"/>
                  </a:lnTo>
                  <a:lnTo>
                    <a:pt x="723752" y="1400898"/>
                  </a:lnTo>
                  <a:lnTo>
                    <a:pt x="723771" y="1400885"/>
                  </a:lnTo>
                  <a:lnTo>
                    <a:pt x="723806" y="1400867"/>
                  </a:lnTo>
                  <a:lnTo>
                    <a:pt x="723831" y="1400836"/>
                  </a:lnTo>
                  <a:lnTo>
                    <a:pt x="723843" y="1400821"/>
                  </a:lnTo>
                  <a:lnTo>
                    <a:pt x="723852" y="1400803"/>
                  </a:lnTo>
                  <a:lnTo>
                    <a:pt x="723857" y="1400790"/>
                  </a:lnTo>
                  <a:lnTo>
                    <a:pt x="723857" y="1400775"/>
                  </a:lnTo>
                  <a:lnTo>
                    <a:pt x="723834" y="1400724"/>
                  </a:lnTo>
                  <a:lnTo>
                    <a:pt x="723814" y="1400686"/>
                  </a:lnTo>
                  <a:lnTo>
                    <a:pt x="723812" y="1400666"/>
                  </a:lnTo>
                  <a:lnTo>
                    <a:pt x="723812" y="1400638"/>
                  </a:lnTo>
                  <a:lnTo>
                    <a:pt x="723818" y="1400600"/>
                  </a:lnTo>
                  <a:lnTo>
                    <a:pt x="723838" y="1400537"/>
                  </a:lnTo>
                  <a:lnTo>
                    <a:pt x="723860" y="1400470"/>
                  </a:lnTo>
                  <a:lnTo>
                    <a:pt x="723873" y="1400425"/>
                  </a:lnTo>
                  <a:lnTo>
                    <a:pt x="723882" y="1400400"/>
                  </a:lnTo>
                  <a:lnTo>
                    <a:pt x="723891" y="1400382"/>
                  </a:lnTo>
                  <a:lnTo>
                    <a:pt x="723901" y="1400370"/>
                  </a:lnTo>
                  <a:lnTo>
                    <a:pt x="723913" y="1400358"/>
                  </a:lnTo>
                  <a:lnTo>
                    <a:pt x="723933" y="1400346"/>
                  </a:lnTo>
                  <a:lnTo>
                    <a:pt x="723957" y="1400342"/>
                  </a:lnTo>
                  <a:lnTo>
                    <a:pt x="723969" y="1400331"/>
                  </a:lnTo>
                  <a:lnTo>
                    <a:pt x="723980" y="1400319"/>
                  </a:lnTo>
                  <a:lnTo>
                    <a:pt x="723990" y="1400288"/>
                  </a:lnTo>
                  <a:lnTo>
                    <a:pt x="723997" y="1400265"/>
                  </a:lnTo>
                  <a:lnTo>
                    <a:pt x="724001" y="1400237"/>
                  </a:lnTo>
                  <a:lnTo>
                    <a:pt x="724006" y="1400214"/>
                  </a:lnTo>
                  <a:lnTo>
                    <a:pt x="724013" y="1400192"/>
                  </a:lnTo>
                  <a:lnTo>
                    <a:pt x="724020" y="1400183"/>
                  </a:lnTo>
                  <a:lnTo>
                    <a:pt x="724038" y="1400173"/>
                  </a:lnTo>
                  <a:lnTo>
                    <a:pt x="724046" y="1400164"/>
                  </a:lnTo>
                  <a:lnTo>
                    <a:pt x="724047" y="1400155"/>
                  </a:lnTo>
                  <a:lnTo>
                    <a:pt x="724033" y="1400142"/>
                  </a:lnTo>
                  <a:lnTo>
                    <a:pt x="723998" y="1400115"/>
                  </a:lnTo>
                  <a:lnTo>
                    <a:pt x="723973" y="1400094"/>
                  </a:lnTo>
                  <a:lnTo>
                    <a:pt x="723962" y="1400074"/>
                  </a:lnTo>
                  <a:lnTo>
                    <a:pt x="723954" y="1400059"/>
                  </a:lnTo>
                  <a:lnTo>
                    <a:pt x="723952" y="1400030"/>
                  </a:lnTo>
                  <a:lnTo>
                    <a:pt x="723953" y="1399999"/>
                  </a:lnTo>
                  <a:lnTo>
                    <a:pt x="723953" y="1399962"/>
                  </a:lnTo>
                  <a:lnTo>
                    <a:pt x="723953" y="1399934"/>
                  </a:lnTo>
                  <a:lnTo>
                    <a:pt x="723945" y="1399887"/>
                  </a:lnTo>
                  <a:lnTo>
                    <a:pt x="723936" y="1399850"/>
                  </a:lnTo>
                  <a:lnTo>
                    <a:pt x="723934" y="1399834"/>
                  </a:lnTo>
                  <a:lnTo>
                    <a:pt x="723935" y="1399817"/>
                  </a:lnTo>
                  <a:lnTo>
                    <a:pt x="723952" y="1399791"/>
                  </a:lnTo>
                  <a:lnTo>
                    <a:pt x="723969" y="1399774"/>
                  </a:lnTo>
                  <a:lnTo>
                    <a:pt x="723980" y="1399769"/>
                  </a:lnTo>
                  <a:lnTo>
                    <a:pt x="724011" y="1399765"/>
                  </a:lnTo>
                  <a:lnTo>
                    <a:pt x="724042" y="1399758"/>
                  </a:lnTo>
                  <a:lnTo>
                    <a:pt x="724066" y="1399755"/>
                  </a:lnTo>
                  <a:lnTo>
                    <a:pt x="724086" y="1399743"/>
                  </a:lnTo>
                  <a:lnTo>
                    <a:pt x="724104" y="1399730"/>
                  </a:lnTo>
                  <a:lnTo>
                    <a:pt x="724125" y="1399707"/>
                  </a:lnTo>
                  <a:lnTo>
                    <a:pt x="724143" y="1399689"/>
                  </a:lnTo>
                  <a:lnTo>
                    <a:pt x="724144" y="1399668"/>
                  </a:lnTo>
                  <a:lnTo>
                    <a:pt x="724137" y="1399648"/>
                  </a:lnTo>
                  <a:lnTo>
                    <a:pt x="724128" y="1399629"/>
                  </a:lnTo>
                  <a:lnTo>
                    <a:pt x="724109" y="1399594"/>
                  </a:lnTo>
                  <a:lnTo>
                    <a:pt x="724109" y="1399581"/>
                  </a:lnTo>
                  <a:lnTo>
                    <a:pt x="724116" y="1399570"/>
                  </a:lnTo>
                  <a:lnTo>
                    <a:pt x="724131" y="1399559"/>
                  </a:lnTo>
                  <a:lnTo>
                    <a:pt x="724140" y="1399549"/>
                  </a:lnTo>
                  <a:lnTo>
                    <a:pt x="724146" y="1399527"/>
                  </a:lnTo>
                  <a:lnTo>
                    <a:pt x="724149" y="1399515"/>
                  </a:lnTo>
                  <a:lnTo>
                    <a:pt x="724148" y="1399496"/>
                  </a:lnTo>
                  <a:lnTo>
                    <a:pt x="724140" y="1399468"/>
                  </a:lnTo>
                  <a:lnTo>
                    <a:pt x="724125" y="1399399"/>
                  </a:lnTo>
                  <a:lnTo>
                    <a:pt x="724117" y="1399371"/>
                  </a:lnTo>
                  <a:lnTo>
                    <a:pt x="724101" y="1399333"/>
                  </a:lnTo>
                  <a:lnTo>
                    <a:pt x="724073" y="1399306"/>
                  </a:lnTo>
                  <a:lnTo>
                    <a:pt x="724059" y="1399303"/>
                  </a:lnTo>
                  <a:lnTo>
                    <a:pt x="724039" y="1399304"/>
                  </a:lnTo>
                  <a:lnTo>
                    <a:pt x="723992" y="1399317"/>
                  </a:lnTo>
                  <a:lnTo>
                    <a:pt x="723937" y="1399338"/>
                  </a:lnTo>
                  <a:lnTo>
                    <a:pt x="723878" y="1399355"/>
                  </a:lnTo>
                  <a:lnTo>
                    <a:pt x="723824" y="1399361"/>
                  </a:lnTo>
                  <a:lnTo>
                    <a:pt x="723771" y="1399362"/>
                  </a:lnTo>
                  <a:lnTo>
                    <a:pt x="723736" y="1399377"/>
                  </a:lnTo>
                  <a:lnTo>
                    <a:pt x="723690" y="1399428"/>
                  </a:lnTo>
                  <a:lnTo>
                    <a:pt x="723675" y="1399433"/>
                  </a:lnTo>
                  <a:lnTo>
                    <a:pt x="723659" y="1399428"/>
                  </a:lnTo>
                  <a:lnTo>
                    <a:pt x="723641" y="1399417"/>
                  </a:lnTo>
                  <a:lnTo>
                    <a:pt x="723599" y="1399383"/>
                  </a:lnTo>
                  <a:lnTo>
                    <a:pt x="723552" y="1399358"/>
                  </a:lnTo>
                  <a:lnTo>
                    <a:pt x="723494" y="1399332"/>
                  </a:lnTo>
                  <a:lnTo>
                    <a:pt x="723438" y="1399312"/>
                  </a:lnTo>
                  <a:lnTo>
                    <a:pt x="723400" y="1399285"/>
                  </a:lnTo>
                  <a:lnTo>
                    <a:pt x="723385" y="1399265"/>
                  </a:lnTo>
                  <a:lnTo>
                    <a:pt x="723370" y="1399225"/>
                  </a:lnTo>
                  <a:lnTo>
                    <a:pt x="723354" y="1399180"/>
                  </a:lnTo>
                  <a:lnTo>
                    <a:pt x="723339" y="1399110"/>
                  </a:lnTo>
                  <a:lnTo>
                    <a:pt x="723321" y="1399053"/>
                  </a:lnTo>
                  <a:lnTo>
                    <a:pt x="723300" y="1399021"/>
                  </a:lnTo>
                  <a:lnTo>
                    <a:pt x="723264" y="1398984"/>
                  </a:lnTo>
                  <a:lnTo>
                    <a:pt x="723238" y="1398955"/>
                  </a:lnTo>
                  <a:lnTo>
                    <a:pt x="723230" y="1398938"/>
                  </a:lnTo>
                  <a:lnTo>
                    <a:pt x="723226" y="1398876"/>
                  </a:lnTo>
                  <a:lnTo>
                    <a:pt x="723224" y="1398858"/>
                  </a:lnTo>
                  <a:lnTo>
                    <a:pt x="723218" y="1398839"/>
                  </a:lnTo>
                  <a:lnTo>
                    <a:pt x="723198" y="1398819"/>
                  </a:lnTo>
                  <a:lnTo>
                    <a:pt x="723197" y="1398809"/>
                  </a:lnTo>
                  <a:lnTo>
                    <a:pt x="723203" y="1398799"/>
                  </a:lnTo>
                  <a:lnTo>
                    <a:pt x="723219" y="1398784"/>
                  </a:lnTo>
                  <a:lnTo>
                    <a:pt x="723224" y="1398768"/>
                  </a:lnTo>
                  <a:lnTo>
                    <a:pt x="723227" y="1398752"/>
                  </a:lnTo>
                  <a:lnTo>
                    <a:pt x="723229" y="1398731"/>
                  </a:lnTo>
                  <a:lnTo>
                    <a:pt x="723230" y="1398709"/>
                  </a:lnTo>
                  <a:lnTo>
                    <a:pt x="723248" y="1398679"/>
                  </a:lnTo>
                  <a:lnTo>
                    <a:pt x="723273" y="1398650"/>
                  </a:lnTo>
                  <a:lnTo>
                    <a:pt x="723293" y="1398634"/>
                  </a:lnTo>
                  <a:lnTo>
                    <a:pt x="723294" y="1398623"/>
                  </a:lnTo>
                  <a:lnTo>
                    <a:pt x="723289" y="1398609"/>
                  </a:lnTo>
                  <a:lnTo>
                    <a:pt x="723269" y="1398580"/>
                  </a:lnTo>
                  <a:lnTo>
                    <a:pt x="723238" y="1398530"/>
                  </a:lnTo>
                  <a:lnTo>
                    <a:pt x="723212" y="1398473"/>
                  </a:lnTo>
                  <a:lnTo>
                    <a:pt x="723199" y="1398444"/>
                  </a:lnTo>
                  <a:lnTo>
                    <a:pt x="723185" y="1398385"/>
                  </a:lnTo>
                  <a:lnTo>
                    <a:pt x="723184" y="1398363"/>
                  </a:lnTo>
                  <a:lnTo>
                    <a:pt x="723191" y="1398329"/>
                  </a:lnTo>
                  <a:lnTo>
                    <a:pt x="723221" y="1398248"/>
                  </a:lnTo>
                  <a:lnTo>
                    <a:pt x="723236" y="1398205"/>
                  </a:lnTo>
                  <a:lnTo>
                    <a:pt x="723242" y="1398169"/>
                  </a:lnTo>
                  <a:lnTo>
                    <a:pt x="723238" y="1398139"/>
                  </a:lnTo>
                  <a:lnTo>
                    <a:pt x="723215" y="1398064"/>
                  </a:lnTo>
                  <a:lnTo>
                    <a:pt x="723204" y="1398027"/>
                  </a:lnTo>
                  <a:lnTo>
                    <a:pt x="723184" y="1397976"/>
                  </a:lnTo>
                  <a:lnTo>
                    <a:pt x="723141" y="1397904"/>
                  </a:lnTo>
                  <a:lnTo>
                    <a:pt x="723106" y="1397865"/>
                  </a:lnTo>
                  <a:lnTo>
                    <a:pt x="723041" y="1397818"/>
                  </a:lnTo>
                  <a:lnTo>
                    <a:pt x="722973" y="1397772"/>
                  </a:lnTo>
                  <a:lnTo>
                    <a:pt x="722950" y="1397741"/>
                  </a:lnTo>
                  <a:lnTo>
                    <a:pt x="722921" y="1397675"/>
                  </a:lnTo>
                  <a:lnTo>
                    <a:pt x="722908" y="1397654"/>
                  </a:lnTo>
                  <a:lnTo>
                    <a:pt x="722881" y="1397631"/>
                  </a:lnTo>
                  <a:lnTo>
                    <a:pt x="722809" y="1397587"/>
                  </a:lnTo>
                  <a:lnTo>
                    <a:pt x="722771" y="1397558"/>
                  </a:lnTo>
                  <a:lnTo>
                    <a:pt x="722758" y="1397539"/>
                  </a:lnTo>
                  <a:lnTo>
                    <a:pt x="722755" y="1397518"/>
                  </a:lnTo>
                  <a:lnTo>
                    <a:pt x="722753" y="1397492"/>
                  </a:lnTo>
                  <a:lnTo>
                    <a:pt x="722759" y="1397439"/>
                  </a:lnTo>
                  <a:lnTo>
                    <a:pt x="722772" y="1397409"/>
                  </a:lnTo>
                  <a:lnTo>
                    <a:pt x="722800" y="1397360"/>
                  </a:lnTo>
                  <a:lnTo>
                    <a:pt x="722817" y="1397343"/>
                  </a:lnTo>
                  <a:lnTo>
                    <a:pt x="722837" y="1397325"/>
                  </a:lnTo>
                  <a:lnTo>
                    <a:pt x="722867" y="1397282"/>
                  </a:lnTo>
                  <a:lnTo>
                    <a:pt x="722925" y="1397235"/>
                  </a:lnTo>
                  <a:lnTo>
                    <a:pt x="722952" y="1397211"/>
                  </a:lnTo>
                  <a:lnTo>
                    <a:pt x="722987" y="1397190"/>
                  </a:lnTo>
                  <a:lnTo>
                    <a:pt x="723004" y="1397178"/>
                  </a:lnTo>
                  <a:lnTo>
                    <a:pt x="723016" y="1397161"/>
                  </a:lnTo>
                  <a:lnTo>
                    <a:pt x="723025" y="1397150"/>
                  </a:lnTo>
                  <a:lnTo>
                    <a:pt x="723035" y="1397142"/>
                  </a:lnTo>
                  <a:lnTo>
                    <a:pt x="723048" y="1397138"/>
                  </a:lnTo>
                  <a:lnTo>
                    <a:pt x="723059" y="1397141"/>
                  </a:lnTo>
                  <a:lnTo>
                    <a:pt x="723080" y="1397152"/>
                  </a:lnTo>
                  <a:lnTo>
                    <a:pt x="723115" y="1397161"/>
                  </a:lnTo>
                  <a:lnTo>
                    <a:pt x="723218" y="1397186"/>
                  </a:lnTo>
                  <a:lnTo>
                    <a:pt x="723267" y="1397205"/>
                  </a:lnTo>
                  <a:lnTo>
                    <a:pt x="723293" y="1397210"/>
                  </a:lnTo>
                  <a:lnTo>
                    <a:pt x="723317" y="1397210"/>
                  </a:lnTo>
                  <a:lnTo>
                    <a:pt x="723347" y="1397206"/>
                  </a:lnTo>
                  <a:lnTo>
                    <a:pt x="723368" y="1397206"/>
                  </a:lnTo>
                  <a:lnTo>
                    <a:pt x="723407" y="1397210"/>
                  </a:lnTo>
                  <a:lnTo>
                    <a:pt x="723462" y="1397226"/>
                  </a:lnTo>
                  <a:lnTo>
                    <a:pt x="723549" y="1397237"/>
                  </a:lnTo>
                  <a:lnTo>
                    <a:pt x="723589" y="1397242"/>
                  </a:lnTo>
                  <a:lnTo>
                    <a:pt x="723600" y="1397236"/>
                  </a:lnTo>
                  <a:lnTo>
                    <a:pt x="723610" y="1397221"/>
                  </a:lnTo>
                  <a:lnTo>
                    <a:pt x="723613" y="1397206"/>
                  </a:lnTo>
                  <a:lnTo>
                    <a:pt x="723624" y="1397170"/>
                  </a:lnTo>
                  <a:lnTo>
                    <a:pt x="723641" y="1397141"/>
                  </a:lnTo>
                  <a:lnTo>
                    <a:pt x="723661" y="1397113"/>
                  </a:lnTo>
                  <a:lnTo>
                    <a:pt x="723687" y="1397082"/>
                  </a:lnTo>
                  <a:lnTo>
                    <a:pt x="723702" y="1397071"/>
                  </a:lnTo>
                  <a:lnTo>
                    <a:pt x="723727" y="1397059"/>
                  </a:lnTo>
                  <a:lnTo>
                    <a:pt x="723771" y="1397047"/>
                  </a:lnTo>
                  <a:lnTo>
                    <a:pt x="723824" y="1397019"/>
                  </a:lnTo>
                  <a:lnTo>
                    <a:pt x="723871" y="1396993"/>
                  </a:lnTo>
                  <a:lnTo>
                    <a:pt x="723902" y="1396982"/>
                  </a:lnTo>
                  <a:lnTo>
                    <a:pt x="723920" y="1396978"/>
                  </a:lnTo>
                  <a:lnTo>
                    <a:pt x="723942" y="1396977"/>
                  </a:lnTo>
                  <a:lnTo>
                    <a:pt x="723963" y="1396974"/>
                  </a:lnTo>
                  <a:lnTo>
                    <a:pt x="723987" y="1396962"/>
                  </a:lnTo>
                  <a:lnTo>
                    <a:pt x="724001" y="1396951"/>
                  </a:lnTo>
                  <a:lnTo>
                    <a:pt x="724015" y="1396947"/>
                  </a:lnTo>
                  <a:lnTo>
                    <a:pt x="724033" y="1396952"/>
                  </a:lnTo>
                  <a:lnTo>
                    <a:pt x="724054" y="1396965"/>
                  </a:lnTo>
                  <a:lnTo>
                    <a:pt x="724061" y="1396963"/>
                  </a:lnTo>
                  <a:lnTo>
                    <a:pt x="724061" y="1396952"/>
                  </a:lnTo>
                  <a:lnTo>
                    <a:pt x="724056" y="1396902"/>
                  </a:lnTo>
                  <a:lnTo>
                    <a:pt x="724056" y="1396860"/>
                  </a:lnTo>
                  <a:lnTo>
                    <a:pt x="724055" y="1396806"/>
                  </a:lnTo>
                  <a:lnTo>
                    <a:pt x="724056" y="1396743"/>
                  </a:lnTo>
                  <a:lnTo>
                    <a:pt x="724054" y="1396702"/>
                  </a:lnTo>
                  <a:lnTo>
                    <a:pt x="724044" y="1396668"/>
                  </a:lnTo>
                  <a:lnTo>
                    <a:pt x="724035" y="1396649"/>
                  </a:lnTo>
                  <a:lnTo>
                    <a:pt x="724009" y="1396590"/>
                  </a:lnTo>
                  <a:lnTo>
                    <a:pt x="723969" y="1396537"/>
                  </a:lnTo>
                  <a:lnTo>
                    <a:pt x="723919" y="1396450"/>
                  </a:lnTo>
                  <a:lnTo>
                    <a:pt x="723917" y="1396434"/>
                  </a:lnTo>
                  <a:lnTo>
                    <a:pt x="723920" y="1396428"/>
                  </a:lnTo>
                  <a:lnTo>
                    <a:pt x="723934" y="1396428"/>
                  </a:lnTo>
                  <a:lnTo>
                    <a:pt x="723962" y="1396427"/>
                  </a:lnTo>
                  <a:lnTo>
                    <a:pt x="723991" y="1396416"/>
                  </a:lnTo>
                  <a:lnTo>
                    <a:pt x="724025" y="1396388"/>
                  </a:lnTo>
                  <a:lnTo>
                    <a:pt x="724048" y="1396361"/>
                  </a:lnTo>
                  <a:lnTo>
                    <a:pt x="724071" y="1396330"/>
                  </a:lnTo>
                  <a:lnTo>
                    <a:pt x="724115" y="1396260"/>
                  </a:lnTo>
                  <a:lnTo>
                    <a:pt x="724147" y="1396208"/>
                  </a:lnTo>
                  <a:lnTo>
                    <a:pt x="724172" y="1396174"/>
                  </a:lnTo>
                  <a:lnTo>
                    <a:pt x="724197" y="1396145"/>
                  </a:lnTo>
                  <a:lnTo>
                    <a:pt x="724207" y="1396134"/>
                  </a:lnTo>
                  <a:lnTo>
                    <a:pt x="724230" y="1396120"/>
                  </a:lnTo>
                  <a:lnTo>
                    <a:pt x="724260" y="1396105"/>
                  </a:lnTo>
                  <a:lnTo>
                    <a:pt x="724300" y="1396094"/>
                  </a:lnTo>
                  <a:lnTo>
                    <a:pt x="724340" y="1396078"/>
                  </a:lnTo>
                  <a:lnTo>
                    <a:pt x="724363" y="1396062"/>
                  </a:lnTo>
                  <a:lnTo>
                    <a:pt x="724389" y="1396042"/>
                  </a:lnTo>
                  <a:lnTo>
                    <a:pt x="724411" y="1396027"/>
                  </a:lnTo>
                  <a:lnTo>
                    <a:pt x="724457" y="1396004"/>
                  </a:lnTo>
                  <a:lnTo>
                    <a:pt x="724498" y="1395987"/>
                  </a:lnTo>
                  <a:lnTo>
                    <a:pt x="724545" y="1395964"/>
                  </a:lnTo>
                  <a:lnTo>
                    <a:pt x="724595" y="1395945"/>
                  </a:lnTo>
                  <a:lnTo>
                    <a:pt x="724653" y="1395928"/>
                  </a:lnTo>
                  <a:lnTo>
                    <a:pt x="724693" y="1395913"/>
                  </a:lnTo>
                  <a:lnTo>
                    <a:pt x="724699" y="1395900"/>
                  </a:lnTo>
                  <a:lnTo>
                    <a:pt x="724703" y="1395875"/>
                  </a:lnTo>
                  <a:lnTo>
                    <a:pt x="724713" y="1395849"/>
                  </a:lnTo>
                  <a:lnTo>
                    <a:pt x="724734" y="1395819"/>
                  </a:lnTo>
                  <a:lnTo>
                    <a:pt x="724754" y="1395786"/>
                  </a:lnTo>
                  <a:lnTo>
                    <a:pt x="724779" y="1395721"/>
                  </a:lnTo>
                  <a:lnTo>
                    <a:pt x="724792" y="1395692"/>
                  </a:lnTo>
                  <a:lnTo>
                    <a:pt x="724805" y="1395630"/>
                  </a:lnTo>
                  <a:lnTo>
                    <a:pt x="724809" y="1395597"/>
                  </a:lnTo>
                  <a:lnTo>
                    <a:pt x="724813" y="1395569"/>
                  </a:lnTo>
                  <a:lnTo>
                    <a:pt x="724837" y="1395518"/>
                  </a:lnTo>
                  <a:lnTo>
                    <a:pt x="724849" y="1395504"/>
                  </a:lnTo>
                  <a:lnTo>
                    <a:pt x="724865" y="1395490"/>
                  </a:lnTo>
                  <a:lnTo>
                    <a:pt x="724904" y="1395468"/>
                  </a:lnTo>
                  <a:lnTo>
                    <a:pt x="724908" y="1395457"/>
                  </a:lnTo>
                  <a:lnTo>
                    <a:pt x="724904" y="1395446"/>
                  </a:lnTo>
                  <a:lnTo>
                    <a:pt x="724896" y="1395429"/>
                  </a:lnTo>
                  <a:lnTo>
                    <a:pt x="724861" y="1395386"/>
                  </a:lnTo>
                  <a:lnTo>
                    <a:pt x="724834" y="1395332"/>
                  </a:lnTo>
                  <a:lnTo>
                    <a:pt x="724822" y="1395310"/>
                  </a:lnTo>
                  <a:lnTo>
                    <a:pt x="724810" y="1395269"/>
                  </a:lnTo>
                  <a:lnTo>
                    <a:pt x="724801" y="1395234"/>
                  </a:lnTo>
                  <a:lnTo>
                    <a:pt x="724793" y="1395200"/>
                  </a:lnTo>
                  <a:lnTo>
                    <a:pt x="724773" y="1395158"/>
                  </a:lnTo>
                  <a:lnTo>
                    <a:pt x="724764" y="1395145"/>
                  </a:lnTo>
                  <a:lnTo>
                    <a:pt x="724766" y="1395129"/>
                  </a:lnTo>
                  <a:lnTo>
                    <a:pt x="724779" y="1395102"/>
                  </a:lnTo>
                  <a:lnTo>
                    <a:pt x="724803" y="1395066"/>
                  </a:lnTo>
                  <a:lnTo>
                    <a:pt x="724813" y="1395047"/>
                  </a:lnTo>
                  <a:lnTo>
                    <a:pt x="724818" y="1395027"/>
                  </a:lnTo>
                  <a:lnTo>
                    <a:pt x="724829" y="1394948"/>
                  </a:lnTo>
                  <a:lnTo>
                    <a:pt x="724837" y="1394918"/>
                  </a:lnTo>
                  <a:lnTo>
                    <a:pt x="724845" y="1394883"/>
                  </a:lnTo>
                  <a:lnTo>
                    <a:pt x="724852" y="1394867"/>
                  </a:lnTo>
                  <a:lnTo>
                    <a:pt x="724863" y="1394852"/>
                  </a:lnTo>
                  <a:lnTo>
                    <a:pt x="724877" y="1394843"/>
                  </a:lnTo>
                  <a:lnTo>
                    <a:pt x="724896" y="1394836"/>
                  </a:lnTo>
                  <a:lnTo>
                    <a:pt x="724922" y="1394828"/>
                  </a:lnTo>
                  <a:lnTo>
                    <a:pt x="724933" y="1394816"/>
                  </a:lnTo>
                  <a:lnTo>
                    <a:pt x="724937" y="1394807"/>
                  </a:lnTo>
                  <a:lnTo>
                    <a:pt x="724943" y="1394755"/>
                  </a:lnTo>
                  <a:lnTo>
                    <a:pt x="724943" y="1394733"/>
                  </a:lnTo>
                  <a:lnTo>
                    <a:pt x="724950" y="1394704"/>
                  </a:lnTo>
                  <a:lnTo>
                    <a:pt x="724971" y="1394658"/>
                  </a:lnTo>
                  <a:lnTo>
                    <a:pt x="724999" y="1394617"/>
                  </a:lnTo>
                  <a:lnTo>
                    <a:pt x="725018" y="1394583"/>
                  </a:lnTo>
                  <a:lnTo>
                    <a:pt x="725018" y="1394574"/>
                  </a:lnTo>
                  <a:lnTo>
                    <a:pt x="725014" y="1394564"/>
                  </a:lnTo>
                  <a:lnTo>
                    <a:pt x="724986" y="1394540"/>
                  </a:lnTo>
                  <a:lnTo>
                    <a:pt x="724969" y="1394519"/>
                  </a:lnTo>
                  <a:lnTo>
                    <a:pt x="724955" y="1394495"/>
                  </a:lnTo>
                  <a:lnTo>
                    <a:pt x="724937" y="1394484"/>
                  </a:lnTo>
                  <a:lnTo>
                    <a:pt x="724918" y="1394478"/>
                  </a:lnTo>
                  <a:lnTo>
                    <a:pt x="724898" y="1394466"/>
                  </a:lnTo>
                  <a:lnTo>
                    <a:pt x="724886" y="1394455"/>
                  </a:lnTo>
                  <a:lnTo>
                    <a:pt x="724874" y="1394423"/>
                  </a:lnTo>
                  <a:lnTo>
                    <a:pt x="724864" y="1394401"/>
                  </a:lnTo>
                  <a:lnTo>
                    <a:pt x="724854" y="1394397"/>
                  </a:lnTo>
                  <a:lnTo>
                    <a:pt x="724837" y="1394396"/>
                  </a:lnTo>
                  <a:lnTo>
                    <a:pt x="724818" y="1394398"/>
                  </a:lnTo>
                  <a:lnTo>
                    <a:pt x="724798" y="1394399"/>
                  </a:lnTo>
                  <a:lnTo>
                    <a:pt x="724780" y="1394396"/>
                  </a:lnTo>
                  <a:lnTo>
                    <a:pt x="724763" y="1394387"/>
                  </a:lnTo>
                  <a:lnTo>
                    <a:pt x="724735" y="1394363"/>
                  </a:lnTo>
                  <a:lnTo>
                    <a:pt x="724704" y="1394326"/>
                  </a:lnTo>
                  <a:lnTo>
                    <a:pt x="724693" y="1394312"/>
                  </a:lnTo>
                  <a:lnTo>
                    <a:pt x="724691" y="1394293"/>
                  </a:lnTo>
                  <a:lnTo>
                    <a:pt x="724692" y="1394273"/>
                  </a:lnTo>
                  <a:lnTo>
                    <a:pt x="724702" y="1394231"/>
                  </a:lnTo>
                  <a:lnTo>
                    <a:pt x="724726" y="1394162"/>
                  </a:lnTo>
                  <a:lnTo>
                    <a:pt x="724738" y="1394120"/>
                  </a:lnTo>
                  <a:lnTo>
                    <a:pt x="724754" y="1394074"/>
                  </a:lnTo>
                  <a:lnTo>
                    <a:pt x="724778" y="1394014"/>
                  </a:lnTo>
                  <a:lnTo>
                    <a:pt x="724794" y="1393993"/>
                  </a:lnTo>
                  <a:lnTo>
                    <a:pt x="724819" y="1393973"/>
                  </a:lnTo>
                  <a:lnTo>
                    <a:pt x="724835" y="1393960"/>
                  </a:lnTo>
                  <a:lnTo>
                    <a:pt x="724844" y="1393937"/>
                  </a:lnTo>
                  <a:lnTo>
                    <a:pt x="724855" y="1393900"/>
                  </a:lnTo>
                  <a:lnTo>
                    <a:pt x="724854" y="1393871"/>
                  </a:lnTo>
                  <a:lnTo>
                    <a:pt x="724845" y="1393818"/>
                  </a:lnTo>
                  <a:lnTo>
                    <a:pt x="724835" y="1393775"/>
                  </a:lnTo>
                  <a:lnTo>
                    <a:pt x="724836" y="1393765"/>
                  </a:lnTo>
                  <a:lnTo>
                    <a:pt x="724856" y="1393739"/>
                  </a:lnTo>
                  <a:lnTo>
                    <a:pt x="724883" y="1393714"/>
                  </a:lnTo>
                  <a:lnTo>
                    <a:pt x="724916" y="1393687"/>
                  </a:lnTo>
                  <a:lnTo>
                    <a:pt x="724960" y="1393659"/>
                  </a:lnTo>
                  <a:lnTo>
                    <a:pt x="724987" y="1393634"/>
                  </a:lnTo>
                  <a:lnTo>
                    <a:pt x="724995" y="1393624"/>
                  </a:lnTo>
                  <a:lnTo>
                    <a:pt x="724997" y="1393616"/>
                  </a:lnTo>
                  <a:lnTo>
                    <a:pt x="724991" y="1393590"/>
                  </a:lnTo>
                  <a:lnTo>
                    <a:pt x="724993" y="1393571"/>
                  </a:lnTo>
                  <a:lnTo>
                    <a:pt x="725005" y="1393541"/>
                  </a:lnTo>
                  <a:lnTo>
                    <a:pt x="725011" y="1393512"/>
                  </a:lnTo>
                  <a:lnTo>
                    <a:pt x="725026" y="1393490"/>
                  </a:lnTo>
                  <a:lnTo>
                    <a:pt x="725053" y="1393457"/>
                  </a:lnTo>
                  <a:lnTo>
                    <a:pt x="725076" y="1393435"/>
                  </a:lnTo>
                  <a:lnTo>
                    <a:pt x="725097" y="1393411"/>
                  </a:lnTo>
                  <a:lnTo>
                    <a:pt x="725103" y="1393396"/>
                  </a:lnTo>
                  <a:lnTo>
                    <a:pt x="725102" y="1393387"/>
                  </a:lnTo>
                  <a:lnTo>
                    <a:pt x="725111" y="1393361"/>
                  </a:lnTo>
                  <a:lnTo>
                    <a:pt x="725126" y="1393318"/>
                  </a:lnTo>
                  <a:lnTo>
                    <a:pt x="725135" y="1393290"/>
                  </a:lnTo>
                  <a:lnTo>
                    <a:pt x="725149" y="1393242"/>
                  </a:lnTo>
                  <a:lnTo>
                    <a:pt x="725157" y="1393192"/>
                  </a:lnTo>
                  <a:lnTo>
                    <a:pt x="725171" y="1393151"/>
                  </a:lnTo>
                  <a:lnTo>
                    <a:pt x="725195" y="1393116"/>
                  </a:lnTo>
                  <a:lnTo>
                    <a:pt x="725214" y="1393084"/>
                  </a:lnTo>
                  <a:lnTo>
                    <a:pt x="725239" y="1393052"/>
                  </a:lnTo>
                  <a:lnTo>
                    <a:pt x="725250" y="1393039"/>
                  </a:lnTo>
                  <a:lnTo>
                    <a:pt x="725264" y="1393040"/>
                  </a:lnTo>
                  <a:lnTo>
                    <a:pt x="725275" y="1393045"/>
                  </a:lnTo>
                  <a:lnTo>
                    <a:pt x="725288" y="1393056"/>
                  </a:lnTo>
                  <a:lnTo>
                    <a:pt x="725301" y="1393063"/>
                  </a:lnTo>
                  <a:lnTo>
                    <a:pt x="725318" y="1393066"/>
                  </a:lnTo>
                  <a:lnTo>
                    <a:pt x="725359" y="1393068"/>
                  </a:lnTo>
                  <a:lnTo>
                    <a:pt x="725385" y="1393078"/>
                  </a:lnTo>
                  <a:lnTo>
                    <a:pt x="725421" y="1393094"/>
                  </a:lnTo>
                  <a:lnTo>
                    <a:pt x="725452" y="1393112"/>
                  </a:lnTo>
                  <a:lnTo>
                    <a:pt x="725455" y="1393123"/>
                  </a:lnTo>
                  <a:lnTo>
                    <a:pt x="725454" y="1393145"/>
                  </a:lnTo>
                  <a:lnTo>
                    <a:pt x="725457" y="1393163"/>
                  </a:lnTo>
                  <a:lnTo>
                    <a:pt x="725487" y="1393203"/>
                  </a:lnTo>
                  <a:lnTo>
                    <a:pt x="725526" y="1393251"/>
                  </a:lnTo>
                  <a:lnTo>
                    <a:pt x="725544" y="1393261"/>
                  </a:lnTo>
                  <a:lnTo>
                    <a:pt x="725568" y="1393260"/>
                  </a:lnTo>
                  <a:lnTo>
                    <a:pt x="725603" y="1393251"/>
                  </a:lnTo>
                  <a:lnTo>
                    <a:pt x="725625" y="1393236"/>
                  </a:lnTo>
                  <a:lnTo>
                    <a:pt x="725643" y="1393214"/>
                  </a:lnTo>
                  <a:lnTo>
                    <a:pt x="725661" y="1393179"/>
                  </a:lnTo>
                  <a:lnTo>
                    <a:pt x="725686" y="1393144"/>
                  </a:lnTo>
                  <a:lnTo>
                    <a:pt x="725696" y="1393133"/>
                  </a:lnTo>
                  <a:lnTo>
                    <a:pt x="725725" y="1393120"/>
                  </a:lnTo>
                  <a:lnTo>
                    <a:pt x="725755" y="1393113"/>
                  </a:lnTo>
                  <a:lnTo>
                    <a:pt x="725820" y="1393112"/>
                  </a:lnTo>
                  <a:lnTo>
                    <a:pt x="725870" y="1393109"/>
                  </a:lnTo>
                  <a:lnTo>
                    <a:pt x="725912" y="1393095"/>
                  </a:lnTo>
                  <a:lnTo>
                    <a:pt x="725956" y="1393074"/>
                  </a:lnTo>
                  <a:lnTo>
                    <a:pt x="725990" y="1393059"/>
                  </a:lnTo>
                  <a:lnTo>
                    <a:pt x="726002" y="1393044"/>
                  </a:lnTo>
                  <a:lnTo>
                    <a:pt x="726013" y="1393020"/>
                  </a:lnTo>
                  <a:lnTo>
                    <a:pt x="726020" y="1393007"/>
                  </a:lnTo>
                  <a:lnTo>
                    <a:pt x="726029" y="1392989"/>
                  </a:lnTo>
                  <a:lnTo>
                    <a:pt x="726050" y="1392963"/>
                  </a:lnTo>
                  <a:lnTo>
                    <a:pt x="726080" y="1392929"/>
                  </a:lnTo>
                  <a:lnTo>
                    <a:pt x="726105" y="1392910"/>
                  </a:lnTo>
                  <a:lnTo>
                    <a:pt x="726121" y="1392897"/>
                  </a:lnTo>
                  <a:lnTo>
                    <a:pt x="726131" y="1392893"/>
                  </a:lnTo>
                  <a:lnTo>
                    <a:pt x="726157" y="1392882"/>
                  </a:lnTo>
                  <a:lnTo>
                    <a:pt x="726170" y="1392874"/>
                  </a:lnTo>
                  <a:lnTo>
                    <a:pt x="726181" y="1392862"/>
                  </a:lnTo>
                  <a:lnTo>
                    <a:pt x="726197" y="1392838"/>
                  </a:lnTo>
                  <a:lnTo>
                    <a:pt x="726211" y="1392812"/>
                  </a:lnTo>
                  <a:lnTo>
                    <a:pt x="726215" y="1392798"/>
                  </a:lnTo>
                  <a:lnTo>
                    <a:pt x="726213" y="1392785"/>
                  </a:lnTo>
                  <a:lnTo>
                    <a:pt x="726207" y="1392769"/>
                  </a:lnTo>
                  <a:lnTo>
                    <a:pt x="726192" y="1392752"/>
                  </a:lnTo>
                  <a:lnTo>
                    <a:pt x="726182" y="1392722"/>
                  </a:lnTo>
                  <a:lnTo>
                    <a:pt x="726182" y="1392709"/>
                  </a:lnTo>
                  <a:lnTo>
                    <a:pt x="726185" y="1392696"/>
                  </a:lnTo>
                  <a:lnTo>
                    <a:pt x="726190" y="1392691"/>
                  </a:lnTo>
                  <a:lnTo>
                    <a:pt x="726195" y="1392689"/>
                  </a:lnTo>
                  <a:lnTo>
                    <a:pt x="726210" y="1392690"/>
                  </a:lnTo>
                  <a:lnTo>
                    <a:pt x="726230" y="1392686"/>
                  </a:lnTo>
                  <a:lnTo>
                    <a:pt x="726259" y="1392669"/>
                  </a:lnTo>
                  <a:lnTo>
                    <a:pt x="726296" y="1392629"/>
                  </a:lnTo>
                  <a:lnTo>
                    <a:pt x="726312" y="1392613"/>
                  </a:lnTo>
                  <a:lnTo>
                    <a:pt x="726321" y="1392599"/>
                  </a:lnTo>
                  <a:lnTo>
                    <a:pt x="726332" y="1392564"/>
                  </a:lnTo>
                  <a:lnTo>
                    <a:pt x="726342" y="1392534"/>
                  </a:lnTo>
                  <a:lnTo>
                    <a:pt x="726346" y="1392525"/>
                  </a:lnTo>
                  <a:lnTo>
                    <a:pt x="726365" y="1392505"/>
                  </a:lnTo>
                  <a:lnTo>
                    <a:pt x="726388" y="1392483"/>
                  </a:lnTo>
                  <a:lnTo>
                    <a:pt x="726441" y="1392441"/>
                  </a:lnTo>
                  <a:lnTo>
                    <a:pt x="726476" y="1392407"/>
                  </a:lnTo>
                  <a:lnTo>
                    <a:pt x="726511" y="1392387"/>
                  </a:lnTo>
                  <a:lnTo>
                    <a:pt x="726532" y="1392359"/>
                  </a:lnTo>
                  <a:lnTo>
                    <a:pt x="726549" y="1392335"/>
                  </a:lnTo>
                  <a:lnTo>
                    <a:pt x="726578" y="1392279"/>
                  </a:lnTo>
                  <a:lnTo>
                    <a:pt x="726613" y="1392233"/>
                  </a:lnTo>
                  <a:lnTo>
                    <a:pt x="726655" y="1392176"/>
                  </a:lnTo>
                  <a:lnTo>
                    <a:pt x="726697" y="1392105"/>
                  </a:lnTo>
                  <a:lnTo>
                    <a:pt x="726741" y="1392036"/>
                  </a:lnTo>
                  <a:lnTo>
                    <a:pt x="726745" y="1392024"/>
                  </a:lnTo>
                  <a:lnTo>
                    <a:pt x="726762" y="1391974"/>
                  </a:lnTo>
                  <a:lnTo>
                    <a:pt x="726772" y="1391959"/>
                  </a:lnTo>
                  <a:lnTo>
                    <a:pt x="726788" y="1391933"/>
                  </a:lnTo>
                  <a:lnTo>
                    <a:pt x="726795" y="1391923"/>
                  </a:lnTo>
                  <a:lnTo>
                    <a:pt x="726799" y="1391912"/>
                  </a:lnTo>
                  <a:lnTo>
                    <a:pt x="726799" y="1391901"/>
                  </a:lnTo>
                  <a:lnTo>
                    <a:pt x="726797" y="1391883"/>
                  </a:lnTo>
                  <a:lnTo>
                    <a:pt x="726784" y="1391840"/>
                  </a:lnTo>
                  <a:lnTo>
                    <a:pt x="726780" y="1391823"/>
                  </a:lnTo>
                  <a:lnTo>
                    <a:pt x="726770" y="1391794"/>
                  </a:lnTo>
                  <a:lnTo>
                    <a:pt x="726762" y="1391767"/>
                  </a:lnTo>
                  <a:lnTo>
                    <a:pt x="726758" y="1391734"/>
                  </a:lnTo>
                  <a:lnTo>
                    <a:pt x="726759" y="1391676"/>
                  </a:lnTo>
                  <a:lnTo>
                    <a:pt x="726760" y="1391624"/>
                  </a:lnTo>
                  <a:lnTo>
                    <a:pt x="726765" y="1391546"/>
                  </a:lnTo>
                  <a:lnTo>
                    <a:pt x="726764" y="1391524"/>
                  </a:lnTo>
                  <a:lnTo>
                    <a:pt x="726764" y="1391516"/>
                  </a:lnTo>
                  <a:lnTo>
                    <a:pt x="726762" y="1391507"/>
                  </a:lnTo>
                  <a:lnTo>
                    <a:pt x="726756" y="1391503"/>
                  </a:lnTo>
                  <a:lnTo>
                    <a:pt x="726744" y="1391499"/>
                  </a:lnTo>
                  <a:lnTo>
                    <a:pt x="726717" y="1391495"/>
                  </a:lnTo>
                  <a:lnTo>
                    <a:pt x="726685" y="1391487"/>
                  </a:lnTo>
                  <a:lnTo>
                    <a:pt x="726675" y="1391486"/>
                  </a:lnTo>
                  <a:lnTo>
                    <a:pt x="726661" y="1391479"/>
                  </a:lnTo>
                  <a:lnTo>
                    <a:pt x="726648" y="1391465"/>
                  </a:lnTo>
                  <a:lnTo>
                    <a:pt x="726630" y="1391434"/>
                  </a:lnTo>
                  <a:lnTo>
                    <a:pt x="726610" y="1391397"/>
                  </a:lnTo>
                  <a:lnTo>
                    <a:pt x="726601" y="1391374"/>
                  </a:lnTo>
                  <a:lnTo>
                    <a:pt x="726598" y="1391351"/>
                  </a:lnTo>
                  <a:lnTo>
                    <a:pt x="726597" y="1391322"/>
                  </a:lnTo>
                  <a:lnTo>
                    <a:pt x="726600" y="1391298"/>
                  </a:lnTo>
                  <a:lnTo>
                    <a:pt x="726599" y="1391288"/>
                  </a:lnTo>
                  <a:lnTo>
                    <a:pt x="726596" y="1391281"/>
                  </a:lnTo>
                  <a:lnTo>
                    <a:pt x="726574" y="1391271"/>
                  </a:lnTo>
                  <a:lnTo>
                    <a:pt x="726554" y="1391260"/>
                  </a:lnTo>
                  <a:lnTo>
                    <a:pt x="726528" y="1391243"/>
                  </a:lnTo>
                  <a:lnTo>
                    <a:pt x="726507" y="1391222"/>
                  </a:lnTo>
                  <a:lnTo>
                    <a:pt x="726490" y="1391193"/>
                  </a:lnTo>
                  <a:lnTo>
                    <a:pt x="726486" y="1391185"/>
                  </a:lnTo>
                  <a:lnTo>
                    <a:pt x="726482" y="1391157"/>
                  </a:lnTo>
                  <a:lnTo>
                    <a:pt x="726484" y="1391136"/>
                  </a:lnTo>
                  <a:lnTo>
                    <a:pt x="726488" y="1391075"/>
                  </a:lnTo>
                  <a:lnTo>
                    <a:pt x="726492" y="1391039"/>
                  </a:lnTo>
                  <a:lnTo>
                    <a:pt x="726498" y="1391011"/>
                  </a:lnTo>
                  <a:lnTo>
                    <a:pt x="726511" y="1390974"/>
                  </a:lnTo>
                  <a:lnTo>
                    <a:pt x="726523" y="1390953"/>
                  </a:lnTo>
                  <a:lnTo>
                    <a:pt x="726543" y="1390935"/>
                  </a:lnTo>
                  <a:lnTo>
                    <a:pt x="726564" y="1390914"/>
                  </a:lnTo>
                  <a:lnTo>
                    <a:pt x="726581" y="1390893"/>
                  </a:lnTo>
                  <a:lnTo>
                    <a:pt x="726590" y="1390879"/>
                  </a:lnTo>
                  <a:lnTo>
                    <a:pt x="726604" y="1390850"/>
                  </a:lnTo>
                  <a:lnTo>
                    <a:pt x="726619" y="1390818"/>
                  </a:lnTo>
                  <a:lnTo>
                    <a:pt x="726642" y="1390764"/>
                  </a:lnTo>
                  <a:lnTo>
                    <a:pt x="726652" y="1390737"/>
                  </a:lnTo>
                  <a:lnTo>
                    <a:pt x="726663" y="1390723"/>
                  </a:lnTo>
                  <a:lnTo>
                    <a:pt x="726676" y="1390704"/>
                  </a:lnTo>
                  <a:lnTo>
                    <a:pt x="726688" y="1390691"/>
                  </a:lnTo>
                  <a:lnTo>
                    <a:pt x="726704" y="1390679"/>
                  </a:lnTo>
                  <a:lnTo>
                    <a:pt x="726718" y="1390659"/>
                  </a:lnTo>
                  <a:lnTo>
                    <a:pt x="726738" y="1390617"/>
                  </a:lnTo>
                  <a:lnTo>
                    <a:pt x="726749" y="1390596"/>
                  </a:lnTo>
                  <a:lnTo>
                    <a:pt x="726758" y="1390571"/>
                  </a:lnTo>
                  <a:lnTo>
                    <a:pt x="726763" y="1390559"/>
                  </a:lnTo>
                  <a:lnTo>
                    <a:pt x="726763" y="1390550"/>
                  </a:lnTo>
                  <a:lnTo>
                    <a:pt x="726758" y="1390534"/>
                  </a:lnTo>
                  <a:lnTo>
                    <a:pt x="726751" y="1390504"/>
                  </a:lnTo>
                  <a:lnTo>
                    <a:pt x="726748" y="1390486"/>
                  </a:lnTo>
                  <a:lnTo>
                    <a:pt x="726743" y="1390466"/>
                  </a:lnTo>
                  <a:lnTo>
                    <a:pt x="726739" y="1390446"/>
                  </a:lnTo>
                  <a:lnTo>
                    <a:pt x="726725" y="1390420"/>
                  </a:lnTo>
                  <a:lnTo>
                    <a:pt x="726713" y="1390402"/>
                  </a:lnTo>
                  <a:lnTo>
                    <a:pt x="726705" y="1390362"/>
                  </a:lnTo>
                  <a:lnTo>
                    <a:pt x="726691" y="1390311"/>
                  </a:lnTo>
                  <a:lnTo>
                    <a:pt x="726683" y="1390284"/>
                  </a:lnTo>
                  <a:lnTo>
                    <a:pt x="726674" y="1390253"/>
                  </a:lnTo>
                  <a:lnTo>
                    <a:pt x="726664" y="1390236"/>
                  </a:lnTo>
                  <a:lnTo>
                    <a:pt x="726644" y="1390223"/>
                  </a:lnTo>
                  <a:lnTo>
                    <a:pt x="726605" y="1390208"/>
                  </a:lnTo>
                  <a:lnTo>
                    <a:pt x="726584" y="1390193"/>
                  </a:lnTo>
                  <a:lnTo>
                    <a:pt x="726571" y="1390179"/>
                  </a:lnTo>
                  <a:lnTo>
                    <a:pt x="726562" y="1390148"/>
                  </a:lnTo>
                  <a:lnTo>
                    <a:pt x="726554" y="1390121"/>
                  </a:lnTo>
                  <a:lnTo>
                    <a:pt x="726542" y="1390078"/>
                  </a:lnTo>
                  <a:lnTo>
                    <a:pt x="726533" y="1390051"/>
                  </a:lnTo>
                  <a:lnTo>
                    <a:pt x="726527" y="1390036"/>
                  </a:lnTo>
                  <a:lnTo>
                    <a:pt x="726522" y="1390028"/>
                  </a:lnTo>
                  <a:lnTo>
                    <a:pt x="726513" y="1390024"/>
                  </a:lnTo>
                  <a:lnTo>
                    <a:pt x="726498" y="1390023"/>
                  </a:lnTo>
                  <a:lnTo>
                    <a:pt x="726477" y="1390025"/>
                  </a:lnTo>
                  <a:lnTo>
                    <a:pt x="726458" y="1390025"/>
                  </a:lnTo>
                  <a:lnTo>
                    <a:pt x="726443" y="1390024"/>
                  </a:lnTo>
                  <a:lnTo>
                    <a:pt x="726426" y="1390019"/>
                  </a:lnTo>
                  <a:lnTo>
                    <a:pt x="726409" y="1390009"/>
                  </a:lnTo>
                  <a:lnTo>
                    <a:pt x="726379" y="1389998"/>
                  </a:lnTo>
                  <a:lnTo>
                    <a:pt x="726337" y="1389988"/>
                  </a:lnTo>
                  <a:lnTo>
                    <a:pt x="726322" y="1389980"/>
                  </a:lnTo>
                  <a:lnTo>
                    <a:pt x="726316" y="1389974"/>
                  </a:lnTo>
                  <a:lnTo>
                    <a:pt x="726311" y="1389965"/>
                  </a:lnTo>
                  <a:lnTo>
                    <a:pt x="726310" y="1389940"/>
                  </a:lnTo>
                  <a:lnTo>
                    <a:pt x="726312" y="1389894"/>
                  </a:lnTo>
                  <a:lnTo>
                    <a:pt x="726317" y="1389862"/>
                  </a:lnTo>
                  <a:lnTo>
                    <a:pt x="726320" y="1389844"/>
                  </a:lnTo>
                  <a:lnTo>
                    <a:pt x="726328" y="1389823"/>
                  </a:lnTo>
                  <a:lnTo>
                    <a:pt x="726344" y="1389800"/>
                  </a:lnTo>
                  <a:lnTo>
                    <a:pt x="726356" y="1389777"/>
                  </a:lnTo>
                  <a:lnTo>
                    <a:pt x="726363" y="1389751"/>
                  </a:lnTo>
                  <a:lnTo>
                    <a:pt x="726367" y="1389722"/>
                  </a:lnTo>
                  <a:lnTo>
                    <a:pt x="726374" y="1389673"/>
                  </a:lnTo>
                  <a:lnTo>
                    <a:pt x="726383" y="1389632"/>
                  </a:lnTo>
                  <a:lnTo>
                    <a:pt x="726400" y="1389605"/>
                  </a:lnTo>
                  <a:lnTo>
                    <a:pt x="726413" y="1389578"/>
                  </a:lnTo>
                  <a:lnTo>
                    <a:pt x="726431" y="1389563"/>
                  </a:lnTo>
                  <a:lnTo>
                    <a:pt x="726486" y="1389543"/>
                  </a:lnTo>
                  <a:lnTo>
                    <a:pt x="726534" y="1389535"/>
                  </a:lnTo>
                  <a:lnTo>
                    <a:pt x="726574" y="1389526"/>
                  </a:lnTo>
                  <a:lnTo>
                    <a:pt x="726596" y="1389525"/>
                  </a:lnTo>
                  <a:lnTo>
                    <a:pt x="726621" y="1389519"/>
                  </a:lnTo>
                  <a:lnTo>
                    <a:pt x="726657" y="1389505"/>
                  </a:lnTo>
                  <a:lnTo>
                    <a:pt x="726685" y="1389496"/>
                  </a:lnTo>
                  <a:lnTo>
                    <a:pt x="726717" y="1389491"/>
                  </a:lnTo>
                  <a:lnTo>
                    <a:pt x="726762" y="1389472"/>
                  </a:lnTo>
                  <a:lnTo>
                    <a:pt x="726806" y="1389453"/>
                  </a:lnTo>
                  <a:lnTo>
                    <a:pt x="726841" y="1389433"/>
                  </a:lnTo>
                  <a:lnTo>
                    <a:pt x="726884" y="1389414"/>
                  </a:lnTo>
                  <a:lnTo>
                    <a:pt x="726914" y="1389407"/>
                  </a:lnTo>
                  <a:lnTo>
                    <a:pt x="726939" y="1389408"/>
                  </a:lnTo>
                  <a:lnTo>
                    <a:pt x="726956" y="1389409"/>
                  </a:lnTo>
                  <a:lnTo>
                    <a:pt x="727000" y="1389416"/>
                  </a:lnTo>
                  <a:lnTo>
                    <a:pt x="727021" y="1389416"/>
                  </a:lnTo>
                  <a:lnTo>
                    <a:pt x="727034" y="1389412"/>
                  </a:lnTo>
                  <a:lnTo>
                    <a:pt x="727046" y="1389401"/>
                  </a:lnTo>
                  <a:lnTo>
                    <a:pt x="727060" y="1389386"/>
                  </a:lnTo>
                  <a:lnTo>
                    <a:pt x="727077" y="1389350"/>
                  </a:lnTo>
                  <a:lnTo>
                    <a:pt x="727084" y="1389340"/>
                  </a:lnTo>
                  <a:lnTo>
                    <a:pt x="727093" y="1389332"/>
                  </a:lnTo>
                  <a:lnTo>
                    <a:pt x="727105" y="1389326"/>
                  </a:lnTo>
                  <a:lnTo>
                    <a:pt x="727132" y="1389319"/>
                  </a:lnTo>
                  <a:lnTo>
                    <a:pt x="727163" y="1389310"/>
                  </a:lnTo>
                  <a:lnTo>
                    <a:pt x="727184" y="1389298"/>
                  </a:lnTo>
                  <a:lnTo>
                    <a:pt x="727192" y="1389288"/>
                  </a:lnTo>
                  <a:lnTo>
                    <a:pt x="727197" y="1389269"/>
                  </a:lnTo>
                  <a:lnTo>
                    <a:pt x="727200" y="1389260"/>
                  </a:lnTo>
                  <a:lnTo>
                    <a:pt x="727199" y="1389244"/>
                  </a:lnTo>
                  <a:lnTo>
                    <a:pt x="727195" y="1389226"/>
                  </a:lnTo>
                  <a:lnTo>
                    <a:pt x="727187" y="1389205"/>
                  </a:lnTo>
                  <a:lnTo>
                    <a:pt x="727176" y="1389185"/>
                  </a:lnTo>
                  <a:lnTo>
                    <a:pt x="727151" y="1389158"/>
                  </a:lnTo>
                  <a:lnTo>
                    <a:pt x="727133" y="1389134"/>
                  </a:lnTo>
                  <a:lnTo>
                    <a:pt x="727112" y="1389111"/>
                  </a:lnTo>
                  <a:lnTo>
                    <a:pt x="727108" y="1389102"/>
                  </a:lnTo>
                  <a:lnTo>
                    <a:pt x="727106" y="1389092"/>
                  </a:lnTo>
                  <a:lnTo>
                    <a:pt x="727107" y="1389080"/>
                  </a:lnTo>
                  <a:lnTo>
                    <a:pt x="727127" y="1389043"/>
                  </a:lnTo>
                  <a:lnTo>
                    <a:pt x="727152" y="1389015"/>
                  </a:lnTo>
                  <a:lnTo>
                    <a:pt x="727166" y="1388996"/>
                  </a:lnTo>
                  <a:lnTo>
                    <a:pt x="727170" y="1388983"/>
                  </a:lnTo>
                  <a:lnTo>
                    <a:pt x="727171" y="1388967"/>
                  </a:lnTo>
                  <a:lnTo>
                    <a:pt x="727163" y="1388940"/>
                  </a:lnTo>
                  <a:lnTo>
                    <a:pt x="727156" y="1388913"/>
                  </a:lnTo>
                  <a:lnTo>
                    <a:pt x="727156" y="1388893"/>
                  </a:lnTo>
                  <a:lnTo>
                    <a:pt x="727158" y="1388872"/>
                  </a:lnTo>
                  <a:lnTo>
                    <a:pt x="727170" y="1388852"/>
                  </a:lnTo>
                  <a:lnTo>
                    <a:pt x="727190" y="1388812"/>
                  </a:lnTo>
                  <a:lnTo>
                    <a:pt x="727215" y="1388781"/>
                  </a:lnTo>
                  <a:lnTo>
                    <a:pt x="727244" y="1388741"/>
                  </a:lnTo>
                  <a:lnTo>
                    <a:pt x="727257" y="1388713"/>
                  </a:lnTo>
                  <a:lnTo>
                    <a:pt x="727258" y="1388703"/>
                  </a:lnTo>
                  <a:lnTo>
                    <a:pt x="727259" y="1388681"/>
                  </a:lnTo>
                  <a:lnTo>
                    <a:pt x="727256" y="1388663"/>
                  </a:lnTo>
                  <a:lnTo>
                    <a:pt x="727246" y="1388640"/>
                  </a:lnTo>
                  <a:lnTo>
                    <a:pt x="727234" y="1388609"/>
                  </a:lnTo>
                  <a:lnTo>
                    <a:pt x="727224" y="1388576"/>
                  </a:lnTo>
                  <a:lnTo>
                    <a:pt x="727217" y="1388556"/>
                  </a:lnTo>
                  <a:lnTo>
                    <a:pt x="727217" y="1388534"/>
                  </a:lnTo>
                  <a:lnTo>
                    <a:pt x="727218" y="1388516"/>
                  </a:lnTo>
                  <a:lnTo>
                    <a:pt x="727228" y="1388490"/>
                  </a:lnTo>
                  <a:lnTo>
                    <a:pt x="727248" y="1388459"/>
                  </a:lnTo>
                  <a:lnTo>
                    <a:pt x="727266" y="1388446"/>
                  </a:lnTo>
                  <a:lnTo>
                    <a:pt x="727279" y="1388433"/>
                  </a:lnTo>
                  <a:lnTo>
                    <a:pt x="727304" y="1388419"/>
                  </a:lnTo>
                  <a:lnTo>
                    <a:pt x="727324" y="1388401"/>
                  </a:lnTo>
                  <a:lnTo>
                    <a:pt x="727334" y="1388386"/>
                  </a:lnTo>
                  <a:lnTo>
                    <a:pt x="727336" y="1388368"/>
                  </a:lnTo>
                  <a:lnTo>
                    <a:pt x="727334" y="1388342"/>
                  </a:lnTo>
                  <a:lnTo>
                    <a:pt x="727328" y="1388318"/>
                  </a:lnTo>
                  <a:lnTo>
                    <a:pt x="727325" y="1388295"/>
                  </a:lnTo>
                  <a:lnTo>
                    <a:pt x="727328" y="1388272"/>
                  </a:lnTo>
                  <a:lnTo>
                    <a:pt x="727330" y="1388245"/>
                  </a:lnTo>
                  <a:lnTo>
                    <a:pt x="727338" y="1388196"/>
                  </a:lnTo>
                  <a:lnTo>
                    <a:pt x="727345" y="1388173"/>
                  </a:lnTo>
                  <a:lnTo>
                    <a:pt x="727355" y="1388157"/>
                  </a:lnTo>
                  <a:lnTo>
                    <a:pt x="727372" y="1388136"/>
                  </a:lnTo>
                  <a:lnTo>
                    <a:pt x="727400" y="1388107"/>
                  </a:lnTo>
                  <a:lnTo>
                    <a:pt x="727422" y="1388086"/>
                  </a:lnTo>
                  <a:lnTo>
                    <a:pt x="727450" y="1388068"/>
                  </a:lnTo>
                  <a:lnTo>
                    <a:pt x="727504" y="1388039"/>
                  </a:lnTo>
                  <a:lnTo>
                    <a:pt x="727532" y="1388018"/>
                  </a:lnTo>
                  <a:lnTo>
                    <a:pt x="727575" y="1387987"/>
                  </a:lnTo>
                  <a:lnTo>
                    <a:pt x="727593" y="1387974"/>
                  </a:lnTo>
                  <a:lnTo>
                    <a:pt x="727601" y="1387967"/>
                  </a:lnTo>
                  <a:lnTo>
                    <a:pt x="727608" y="1387959"/>
                  </a:lnTo>
                  <a:lnTo>
                    <a:pt x="727609" y="1387951"/>
                  </a:lnTo>
                  <a:lnTo>
                    <a:pt x="727606" y="1387938"/>
                  </a:lnTo>
                  <a:lnTo>
                    <a:pt x="727598" y="1387907"/>
                  </a:lnTo>
                  <a:lnTo>
                    <a:pt x="727593" y="1387890"/>
                  </a:lnTo>
                  <a:lnTo>
                    <a:pt x="727575" y="1387871"/>
                  </a:lnTo>
                  <a:lnTo>
                    <a:pt x="727564" y="1387860"/>
                  </a:lnTo>
                  <a:lnTo>
                    <a:pt x="727546" y="1387847"/>
                  </a:lnTo>
                  <a:lnTo>
                    <a:pt x="727537" y="1387837"/>
                  </a:lnTo>
                  <a:lnTo>
                    <a:pt x="727528" y="1387820"/>
                  </a:lnTo>
                  <a:lnTo>
                    <a:pt x="727526" y="1387790"/>
                  </a:lnTo>
                  <a:lnTo>
                    <a:pt x="727529" y="1387776"/>
                  </a:lnTo>
                  <a:lnTo>
                    <a:pt x="727537" y="1387760"/>
                  </a:lnTo>
                  <a:lnTo>
                    <a:pt x="727545" y="1387743"/>
                  </a:lnTo>
                  <a:lnTo>
                    <a:pt x="727548" y="1387727"/>
                  </a:lnTo>
                  <a:lnTo>
                    <a:pt x="727550" y="1387714"/>
                  </a:lnTo>
                  <a:lnTo>
                    <a:pt x="727553" y="1387696"/>
                  </a:lnTo>
                  <a:lnTo>
                    <a:pt x="727547" y="1387675"/>
                  </a:lnTo>
                  <a:lnTo>
                    <a:pt x="727538" y="1387648"/>
                  </a:lnTo>
                  <a:lnTo>
                    <a:pt x="727525" y="1387617"/>
                  </a:lnTo>
                  <a:lnTo>
                    <a:pt x="727519" y="1387602"/>
                  </a:lnTo>
                  <a:lnTo>
                    <a:pt x="727501" y="1387562"/>
                  </a:lnTo>
                  <a:lnTo>
                    <a:pt x="727483" y="1387524"/>
                  </a:lnTo>
                  <a:lnTo>
                    <a:pt x="727466" y="1387487"/>
                  </a:lnTo>
                  <a:lnTo>
                    <a:pt x="727447" y="1387436"/>
                  </a:lnTo>
                  <a:lnTo>
                    <a:pt x="727421" y="1387375"/>
                  </a:lnTo>
                  <a:lnTo>
                    <a:pt x="727408" y="1387352"/>
                  </a:lnTo>
                  <a:lnTo>
                    <a:pt x="727394" y="1387335"/>
                  </a:lnTo>
                  <a:lnTo>
                    <a:pt x="727373" y="1387318"/>
                  </a:lnTo>
                  <a:lnTo>
                    <a:pt x="727345" y="1387305"/>
                  </a:lnTo>
                  <a:lnTo>
                    <a:pt x="727319" y="1387302"/>
                  </a:lnTo>
                  <a:lnTo>
                    <a:pt x="727308" y="1387303"/>
                  </a:lnTo>
                  <a:lnTo>
                    <a:pt x="727280" y="1387315"/>
                  </a:lnTo>
                  <a:lnTo>
                    <a:pt x="727254" y="1387329"/>
                  </a:lnTo>
                  <a:lnTo>
                    <a:pt x="727224" y="1387348"/>
                  </a:lnTo>
                  <a:lnTo>
                    <a:pt x="727189" y="1387383"/>
                  </a:lnTo>
                  <a:lnTo>
                    <a:pt x="727173" y="1387400"/>
                  </a:lnTo>
                  <a:lnTo>
                    <a:pt x="727166" y="1387401"/>
                  </a:lnTo>
                  <a:lnTo>
                    <a:pt x="727160" y="1387395"/>
                  </a:lnTo>
                  <a:lnTo>
                    <a:pt x="727157" y="1387372"/>
                  </a:lnTo>
                  <a:lnTo>
                    <a:pt x="727156" y="1387354"/>
                  </a:lnTo>
                  <a:lnTo>
                    <a:pt x="727147" y="1387336"/>
                  </a:lnTo>
                  <a:lnTo>
                    <a:pt x="727139" y="1387319"/>
                  </a:lnTo>
                  <a:lnTo>
                    <a:pt x="727123" y="1387295"/>
                  </a:lnTo>
                  <a:lnTo>
                    <a:pt x="727117" y="1387279"/>
                  </a:lnTo>
                  <a:lnTo>
                    <a:pt x="727111" y="1387252"/>
                  </a:lnTo>
                  <a:lnTo>
                    <a:pt x="727113" y="1387226"/>
                  </a:lnTo>
                  <a:lnTo>
                    <a:pt x="727113" y="1387198"/>
                  </a:lnTo>
                  <a:lnTo>
                    <a:pt x="727114" y="1387181"/>
                  </a:lnTo>
                  <a:lnTo>
                    <a:pt x="727109" y="1387161"/>
                  </a:lnTo>
                  <a:lnTo>
                    <a:pt x="727096" y="1387139"/>
                  </a:lnTo>
                  <a:lnTo>
                    <a:pt x="727085" y="1387118"/>
                  </a:lnTo>
                  <a:lnTo>
                    <a:pt x="727082" y="1387103"/>
                  </a:lnTo>
                  <a:lnTo>
                    <a:pt x="727082" y="1387082"/>
                  </a:lnTo>
                  <a:lnTo>
                    <a:pt x="727090" y="1387051"/>
                  </a:lnTo>
                  <a:lnTo>
                    <a:pt x="727104" y="1387013"/>
                  </a:lnTo>
                  <a:lnTo>
                    <a:pt x="727118" y="1386978"/>
                  </a:lnTo>
                  <a:lnTo>
                    <a:pt x="727127" y="1386946"/>
                  </a:lnTo>
                  <a:lnTo>
                    <a:pt x="727127" y="1386923"/>
                  </a:lnTo>
                  <a:lnTo>
                    <a:pt x="727125" y="1386899"/>
                  </a:lnTo>
                  <a:lnTo>
                    <a:pt x="727122" y="1386892"/>
                  </a:lnTo>
                  <a:lnTo>
                    <a:pt x="727114" y="1386880"/>
                  </a:lnTo>
                  <a:lnTo>
                    <a:pt x="727110" y="1386871"/>
                  </a:lnTo>
                  <a:lnTo>
                    <a:pt x="727108" y="1386861"/>
                  </a:lnTo>
                  <a:lnTo>
                    <a:pt x="727108" y="1386846"/>
                  </a:lnTo>
                  <a:lnTo>
                    <a:pt x="727105" y="1386822"/>
                  </a:lnTo>
                  <a:lnTo>
                    <a:pt x="727099" y="1386800"/>
                  </a:lnTo>
                  <a:lnTo>
                    <a:pt x="727091" y="1386776"/>
                  </a:lnTo>
                  <a:lnTo>
                    <a:pt x="727082" y="1386760"/>
                  </a:lnTo>
                  <a:lnTo>
                    <a:pt x="727067" y="1386742"/>
                  </a:lnTo>
                  <a:lnTo>
                    <a:pt x="727058" y="1386720"/>
                  </a:lnTo>
                  <a:lnTo>
                    <a:pt x="727056" y="1386706"/>
                  </a:lnTo>
                  <a:lnTo>
                    <a:pt x="727055" y="1386681"/>
                  </a:lnTo>
                  <a:lnTo>
                    <a:pt x="727059" y="1386662"/>
                  </a:lnTo>
                  <a:lnTo>
                    <a:pt x="727066" y="1386645"/>
                  </a:lnTo>
                  <a:lnTo>
                    <a:pt x="727078" y="1386627"/>
                  </a:lnTo>
                  <a:lnTo>
                    <a:pt x="727083" y="1386608"/>
                  </a:lnTo>
                  <a:lnTo>
                    <a:pt x="727083" y="1386580"/>
                  </a:lnTo>
                  <a:lnTo>
                    <a:pt x="727084" y="1386562"/>
                  </a:lnTo>
                  <a:lnTo>
                    <a:pt x="727081" y="1386538"/>
                  </a:lnTo>
                  <a:lnTo>
                    <a:pt x="727076" y="1386518"/>
                  </a:lnTo>
                  <a:lnTo>
                    <a:pt x="727073" y="1386494"/>
                  </a:lnTo>
                  <a:lnTo>
                    <a:pt x="727074" y="1386471"/>
                  </a:lnTo>
                  <a:lnTo>
                    <a:pt x="727077" y="1386456"/>
                  </a:lnTo>
                  <a:lnTo>
                    <a:pt x="727080" y="1386440"/>
                  </a:lnTo>
                  <a:lnTo>
                    <a:pt x="727087" y="1386428"/>
                  </a:lnTo>
                  <a:lnTo>
                    <a:pt x="727095" y="1386417"/>
                  </a:lnTo>
                  <a:lnTo>
                    <a:pt x="727115" y="1386404"/>
                  </a:lnTo>
                  <a:lnTo>
                    <a:pt x="727137" y="1386391"/>
                  </a:lnTo>
                  <a:lnTo>
                    <a:pt x="727157" y="1386377"/>
                  </a:lnTo>
                  <a:lnTo>
                    <a:pt x="727176" y="1386365"/>
                  </a:lnTo>
                  <a:lnTo>
                    <a:pt x="727181" y="1386358"/>
                  </a:lnTo>
                  <a:lnTo>
                    <a:pt x="727183" y="1386349"/>
                  </a:lnTo>
                  <a:lnTo>
                    <a:pt x="727183" y="1386337"/>
                  </a:lnTo>
                  <a:lnTo>
                    <a:pt x="727176" y="1386318"/>
                  </a:lnTo>
                  <a:lnTo>
                    <a:pt x="727164" y="1386291"/>
                  </a:lnTo>
                  <a:lnTo>
                    <a:pt x="727162" y="1386282"/>
                  </a:lnTo>
                  <a:lnTo>
                    <a:pt x="727163" y="1386271"/>
                  </a:lnTo>
                  <a:lnTo>
                    <a:pt x="727171" y="1386240"/>
                  </a:lnTo>
                  <a:lnTo>
                    <a:pt x="727174" y="1386182"/>
                  </a:lnTo>
                  <a:lnTo>
                    <a:pt x="727170" y="1386157"/>
                  </a:lnTo>
                  <a:lnTo>
                    <a:pt x="727158" y="1386132"/>
                  </a:lnTo>
                  <a:lnTo>
                    <a:pt x="727136" y="1386096"/>
                  </a:lnTo>
                  <a:lnTo>
                    <a:pt x="727129" y="1386080"/>
                  </a:lnTo>
                  <a:lnTo>
                    <a:pt x="727128" y="1386073"/>
                  </a:lnTo>
                  <a:lnTo>
                    <a:pt x="727129" y="1386046"/>
                  </a:lnTo>
                  <a:lnTo>
                    <a:pt x="727132" y="1386010"/>
                  </a:lnTo>
                  <a:lnTo>
                    <a:pt x="727135" y="1385963"/>
                  </a:lnTo>
                  <a:lnTo>
                    <a:pt x="727138" y="1385929"/>
                  </a:lnTo>
                  <a:lnTo>
                    <a:pt x="727138" y="1385871"/>
                  </a:lnTo>
                  <a:lnTo>
                    <a:pt x="727133" y="1385854"/>
                  </a:lnTo>
                  <a:lnTo>
                    <a:pt x="727125" y="1385841"/>
                  </a:lnTo>
                  <a:lnTo>
                    <a:pt x="727113" y="1385831"/>
                  </a:lnTo>
                  <a:lnTo>
                    <a:pt x="727108" y="1385823"/>
                  </a:lnTo>
                  <a:lnTo>
                    <a:pt x="727107" y="1385815"/>
                  </a:lnTo>
                  <a:lnTo>
                    <a:pt x="727109" y="1385801"/>
                  </a:lnTo>
                  <a:lnTo>
                    <a:pt x="727119" y="1385774"/>
                  </a:lnTo>
                  <a:lnTo>
                    <a:pt x="727137" y="1385730"/>
                  </a:lnTo>
                  <a:lnTo>
                    <a:pt x="727146" y="1385703"/>
                  </a:lnTo>
                  <a:lnTo>
                    <a:pt x="727152" y="1385682"/>
                  </a:lnTo>
                  <a:lnTo>
                    <a:pt x="727162" y="1385658"/>
                  </a:lnTo>
                  <a:lnTo>
                    <a:pt x="727187" y="1385615"/>
                  </a:lnTo>
                  <a:lnTo>
                    <a:pt x="727207" y="1385574"/>
                  </a:lnTo>
                  <a:lnTo>
                    <a:pt x="727223" y="1385549"/>
                  </a:lnTo>
                  <a:lnTo>
                    <a:pt x="727250" y="1385503"/>
                  </a:lnTo>
                  <a:lnTo>
                    <a:pt x="727265" y="1385474"/>
                  </a:lnTo>
                  <a:lnTo>
                    <a:pt x="727274" y="1385452"/>
                  </a:lnTo>
                  <a:lnTo>
                    <a:pt x="727299" y="1385394"/>
                  </a:lnTo>
                  <a:lnTo>
                    <a:pt x="727312" y="1385345"/>
                  </a:lnTo>
                  <a:lnTo>
                    <a:pt x="727331" y="1385314"/>
                  </a:lnTo>
                  <a:lnTo>
                    <a:pt x="727342" y="1385285"/>
                  </a:lnTo>
                  <a:lnTo>
                    <a:pt x="727345" y="1385269"/>
                  </a:lnTo>
                  <a:lnTo>
                    <a:pt x="727342" y="1385254"/>
                  </a:lnTo>
                  <a:lnTo>
                    <a:pt x="727337" y="1385242"/>
                  </a:lnTo>
                  <a:lnTo>
                    <a:pt x="727328" y="1385229"/>
                  </a:lnTo>
                  <a:lnTo>
                    <a:pt x="727325" y="1385217"/>
                  </a:lnTo>
                  <a:lnTo>
                    <a:pt x="727324" y="1385202"/>
                  </a:lnTo>
                  <a:lnTo>
                    <a:pt x="727326" y="1385167"/>
                  </a:lnTo>
                  <a:lnTo>
                    <a:pt x="727337" y="1385113"/>
                  </a:lnTo>
                  <a:lnTo>
                    <a:pt x="727343" y="1385078"/>
                  </a:lnTo>
                  <a:lnTo>
                    <a:pt x="727346" y="1385067"/>
                  </a:lnTo>
                  <a:lnTo>
                    <a:pt x="727347" y="1385054"/>
                  </a:lnTo>
                  <a:lnTo>
                    <a:pt x="727343" y="1385034"/>
                  </a:lnTo>
                  <a:lnTo>
                    <a:pt x="727339" y="1384998"/>
                  </a:lnTo>
                  <a:lnTo>
                    <a:pt x="727339" y="1384968"/>
                  </a:lnTo>
                  <a:lnTo>
                    <a:pt x="727344" y="1384946"/>
                  </a:lnTo>
                  <a:lnTo>
                    <a:pt x="727355" y="1384922"/>
                  </a:lnTo>
                  <a:lnTo>
                    <a:pt x="727388" y="1384888"/>
                  </a:lnTo>
                  <a:lnTo>
                    <a:pt x="727398" y="1384881"/>
                  </a:lnTo>
                  <a:lnTo>
                    <a:pt x="727409" y="1384874"/>
                  </a:lnTo>
                  <a:lnTo>
                    <a:pt x="727415" y="1384864"/>
                  </a:lnTo>
                  <a:lnTo>
                    <a:pt x="727415" y="1384856"/>
                  </a:lnTo>
                  <a:lnTo>
                    <a:pt x="727412" y="1384845"/>
                  </a:lnTo>
                  <a:lnTo>
                    <a:pt x="727400" y="1384828"/>
                  </a:lnTo>
                  <a:lnTo>
                    <a:pt x="727377" y="1384803"/>
                  </a:lnTo>
                  <a:lnTo>
                    <a:pt x="727355" y="1384766"/>
                  </a:lnTo>
                  <a:lnTo>
                    <a:pt x="727349" y="1384745"/>
                  </a:lnTo>
                  <a:lnTo>
                    <a:pt x="727350" y="1384728"/>
                  </a:lnTo>
                  <a:lnTo>
                    <a:pt x="727355" y="1384714"/>
                  </a:lnTo>
                  <a:lnTo>
                    <a:pt x="727369" y="1384701"/>
                  </a:lnTo>
                  <a:lnTo>
                    <a:pt x="727375" y="1384692"/>
                  </a:lnTo>
                  <a:lnTo>
                    <a:pt x="727378" y="1384682"/>
                  </a:lnTo>
                  <a:lnTo>
                    <a:pt x="727378" y="1384672"/>
                  </a:lnTo>
                  <a:lnTo>
                    <a:pt x="727375" y="1384661"/>
                  </a:lnTo>
                  <a:lnTo>
                    <a:pt x="727365" y="1384648"/>
                  </a:lnTo>
                  <a:lnTo>
                    <a:pt x="727351" y="1384635"/>
                  </a:lnTo>
                  <a:lnTo>
                    <a:pt x="727325" y="1384616"/>
                  </a:lnTo>
                  <a:lnTo>
                    <a:pt x="727314" y="1384605"/>
                  </a:lnTo>
                  <a:lnTo>
                    <a:pt x="727309" y="1384599"/>
                  </a:lnTo>
                  <a:lnTo>
                    <a:pt x="727309" y="1384592"/>
                  </a:lnTo>
                  <a:lnTo>
                    <a:pt x="727310" y="1384572"/>
                  </a:lnTo>
                  <a:lnTo>
                    <a:pt x="727321" y="1384548"/>
                  </a:lnTo>
                  <a:lnTo>
                    <a:pt x="727333" y="1384523"/>
                  </a:lnTo>
                  <a:lnTo>
                    <a:pt x="727336" y="1384478"/>
                  </a:lnTo>
                  <a:lnTo>
                    <a:pt x="727336" y="1384439"/>
                  </a:lnTo>
                  <a:lnTo>
                    <a:pt x="727334" y="1384424"/>
                  </a:lnTo>
                  <a:lnTo>
                    <a:pt x="727330" y="1384399"/>
                  </a:lnTo>
                  <a:lnTo>
                    <a:pt x="727322" y="1384332"/>
                  </a:lnTo>
                  <a:lnTo>
                    <a:pt x="727317" y="1384298"/>
                  </a:lnTo>
                  <a:lnTo>
                    <a:pt x="727313" y="1384259"/>
                  </a:lnTo>
                  <a:lnTo>
                    <a:pt x="727307" y="1384232"/>
                  </a:lnTo>
                  <a:lnTo>
                    <a:pt x="727303" y="1384208"/>
                  </a:lnTo>
                  <a:lnTo>
                    <a:pt x="727288" y="1384171"/>
                  </a:lnTo>
                  <a:lnTo>
                    <a:pt x="727272" y="1384135"/>
                  </a:lnTo>
                  <a:lnTo>
                    <a:pt x="727256" y="1384113"/>
                  </a:lnTo>
                  <a:lnTo>
                    <a:pt x="727236" y="1384083"/>
                  </a:lnTo>
                  <a:lnTo>
                    <a:pt x="727220" y="1384059"/>
                  </a:lnTo>
                  <a:lnTo>
                    <a:pt x="727217" y="1384047"/>
                  </a:lnTo>
                  <a:lnTo>
                    <a:pt x="727218" y="1384040"/>
                  </a:lnTo>
                  <a:lnTo>
                    <a:pt x="727232" y="1384023"/>
                  </a:lnTo>
                  <a:lnTo>
                    <a:pt x="727254" y="1384005"/>
                  </a:lnTo>
                  <a:lnTo>
                    <a:pt x="727283" y="1383979"/>
                  </a:lnTo>
                  <a:lnTo>
                    <a:pt x="727302" y="1383963"/>
                  </a:lnTo>
                  <a:lnTo>
                    <a:pt x="727319" y="1383942"/>
                  </a:lnTo>
                  <a:lnTo>
                    <a:pt x="727354" y="1383907"/>
                  </a:lnTo>
                  <a:lnTo>
                    <a:pt x="727382" y="1383886"/>
                  </a:lnTo>
                  <a:lnTo>
                    <a:pt x="727409" y="1383868"/>
                  </a:lnTo>
                  <a:lnTo>
                    <a:pt x="727445" y="1383834"/>
                  </a:lnTo>
                  <a:lnTo>
                    <a:pt x="727466" y="1383815"/>
                  </a:lnTo>
                  <a:lnTo>
                    <a:pt x="727480" y="1383804"/>
                  </a:lnTo>
                  <a:lnTo>
                    <a:pt x="727499" y="1383797"/>
                  </a:lnTo>
                  <a:lnTo>
                    <a:pt x="727521" y="1383793"/>
                  </a:lnTo>
                  <a:lnTo>
                    <a:pt x="727539" y="1383787"/>
                  </a:lnTo>
                  <a:lnTo>
                    <a:pt x="727560" y="1383776"/>
                  </a:lnTo>
                  <a:lnTo>
                    <a:pt x="727588" y="1383754"/>
                  </a:lnTo>
                  <a:lnTo>
                    <a:pt x="727632" y="1383721"/>
                  </a:lnTo>
                  <a:lnTo>
                    <a:pt x="727666" y="1383694"/>
                  </a:lnTo>
                  <a:lnTo>
                    <a:pt x="727706" y="1383665"/>
                  </a:lnTo>
                  <a:lnTo>
                    <a:pt x="727770" y="1383626"/>
                  </a:lnTo>
                  <a:lnTo>
                    <a:pt x="727792" y="1383614"/>
                  </a:lnTo>
                  <a:lnTo>
                    <a:pt x="727807" y="1383597"/>
                  </a:lnTo>
                  <a:lnTo>
                    <a:pt x="727820" y="1383572"/>
                  </a:lnTo>
                  <a:lnTo>
                    <a:pt x="727836" y="1383557"/>
                  </a:lnTo>
                  <a:lnTo>
                    <a:pt x="727849" y="1383539"/>
                  </a:lnTo>
                  <a:lnTo>
                    <a:pt x="727860" y="1383511"/>
                  </a:lnTo>
                  <a:lnTo>
                    <a:pt x="727876" y="1383496"/>
                  </a:lnTo>
                  <a:lnTo>
                    <a:pt x="727896" y="1383483"/>
                  </a:lnTo>
                  <a:lnTo>
                    <a:pt x="727915" y="1383471"/>
                  </a:lnTo>
                  <a:lnTo>
                    <a:pt x="727940" y="1383453"/>
                  </a:lnTo>
                  <a:lnTo>
                    <a:pt x="727975" y="1383437"/>
                  </a:lnTo>
                  <a:lnTo>
                    <a:pt x="728016" y="1383420"/>
                  </a:lnTo>
                  <a:lnTo>
                    <a:pt x="728047" y="1383405"/>
                  </a:lnTo>
                  <a:lnTo>
                    <a:pt x="728070" y="1383391"/>
                  </a:lnTo>
                  <a:lnTo>
                    <a:pt x="728115" y="1383355"/>
                  </a:lnTo>
                  <a:lnTo>
                    <a:pt x="728132" y="1383346"/>
                  </a:lnTo>
                  <a:lnTo>
                    <a:pt x="728165" y="1383342"/>
                  </a:lnTo>
                  <a:lnTo>
                    <a:pt x="728213" y="1383332"/>
                  </a:lnTo>
                  <a:lnTo>
                    <a:pt x="728229" y="1383321"/>
                  </a:lnTo>
                  <a:lnTo>
                    <a:pt x="728245" y="1383306"/>
                  </a:lnTo>
                  <a:lnTo>
                    <a:pt x="728288" y="1383285"/>
                  </a:lnTo>
                  <a:lnTo>
                    <a:pt x="728306" y="1383272"/>
                  </a:lnTo>
                  <a:lnTo>
                    <a:pt x="728315" y="1383259"/>
                  </a:lnTo>
                  <a:lnTo>
                    <a:pt x="728316" y="1383242"/>
                  </a:lnTo>
                  <a:lnTo>
                    <a:pt x="728313" y="1383227"/>
                  </a:lnTo>
                  <a:lnTo>
                    <a:pt x="728311" y="1383194"/>
                  </a:lnTo>
                  <a:lnTo>
                    <a:pt x="728313" y="1383173"/>
                  </a:lnTo>
                  <a:lnTo>
                    <a:pt x="728322" y="1383147"/>
                  </a:lnTo>
                  <a:lnTo>
                    <a:pt x="728341" y="1383107"/>
                  </a:lnTo>
                  <a:lnTo>
                    <a:pt x="728368" y="1383076"/>
                  </a:lnTo>
                  <a:lnTo>
                    <a:pt x="728374" y="1383064"/>
                  </a:lnTo>
                  <a:lnTo>
                    <a:pt x="728391" y="1383025"/>
                  </a:lnTo>
                  <a:lnTo>
                    <a:pt x="728405" y="1382998"/>
                  </a:lnTo>
                  <a:lnTo>
                    <a:pt x="728414" y="1382983"/>
                  </a:lnTo>
                  <a:lnTo>
                    <a:pt x="728414" y="1382955"/>
                  </a:lnTo>
                  <a:lnTo>
                    <a:pt x="728415" y="1382915"/>
                  </a:lnTo>
                  <a:lnTo>
                    <a:pt x="728414" y="1382884"/>
                  </a:lnTo>
                  <a:lnTo>
                    <a:pt x="728409" y="1382867"/>
                  </a:lnTo>
                  <a:lnTo>
                    <a:pt x="728398" y="1382832"/>
                  </a:lnTo>
                  <a:lnTo>
                    <a:pt x="728392" y="1382813"/>
                  </a:lnTo>
                  <a:lnTo>
                    <a:pt x="728378" y="1382795"/>
                  </a:lnTo>
                  <a:lnTo>
                    <a:pt x="728360" y="1382763"/>
                  </a:lnTo>
                  <a:lnTo>
                    <a:pt x="728347" y="1382746"/>
                  </a:lnTo>
                  <a:lnTo>
                    <a:pt x="728334" y="1382734"/>
                  </a:lnTo>
                  <a:lnTo>
                    <a:pt x="728325" y="1382717"/>
                  </a:lnTo>
                  <a:lnTo>
                    <a:pt x="728314" y="1382697"/>
                  </a:lnTo>
                  <a:lnTo>
                    <a:pt x="728308" y="1382681"/>
                  </a:lnTo>
                  <a:lnTo>
                    <a:pt x="728307" y="1382671"/>
                  </a:lnTo>
                  <a:lnTo>
                    <a:pt x="728309" y="1382657"/>
                  </a:lnTo>
                  <a:lnTo>
                    <a:pt x="728321" y="1382622"/>
                  </a:lnTo>
                  <a:lnTo>
                    <a:pt x="728327" y="1382602"/>
                  </a:lnTo>
                  <a:lnTo>
                    <a:pt x="728336" y="1382556"/>
                  </a:lnTo>
                  <a:lnTo>
                    <a:pt x="728338" y="1382532"/>
                  </a:lnTo>
                  <a:lnTo>
                    <a:pt x="728336" y="1382517"/>
                  </a:lnTo>
                  <a:lnTo>
                    <a:pt x="728332" y="1382497"/>
                  </a:lnTo>
                  <a:lnTo>
                    <a:pt x="728331" y="1382466"/>
                  </a:lnTo>
                  <a:lnTo>
                    <a:pt x="728331" y="1382455"/>
                  </a:lnTo>
                  <a:lnTo>
                    <a:pt x="728336" y="1382431"/>
                  </a:lnTo>
                  <a:lnTo>
                    <a:pt x="728348" y="1382415"/>
                  </a:lnTo>
                  <a:lnTo>
                    <a:pt x="728361" y="1382401"/>
                  </a:lnTo>
                  <a:lnTo>
                    <a:pt x="728377" y="1382370"/>
                  </a:lnTo>
                  <a:lnTo>
                    <a:pt x="728378" y="1382344"/>
                  </a:lnTo>
                  <a:lnTo>
                    <a:pt x="728377" y="1382320"/>
                  </a:lnTo>
                  <a:lnTo>
                    <a:pt x="728368" y="1382288"/>
                  </a:lnTo>
                  <a:lnTo>
                    <a:pt x="728368" y="1382258"/>
                  </a:lnTo>
                  <a:lnTo>
                    <a:pt x="728366" y="1382224"/>
                  </a:lnTo>
                  <a:lnTo>
                    <a:pt x="728365" y="1382198"/>
                  </a:lnTo>
                  <a:lnTo>
                    <a:pt x="728365" y="1382173"/>
                  </a:lnTo>
                  <a:lnTo>
                    <a:pt x="728369" y="1382147"/>
                  </a:lnTo>
                  <a:lnTo>
                    <a:pt x="728378" y="1382125"/>
                  </a:lnTo>
                  <a:lnTo>
                    <a:pt x="728397" y="1382106"/>
                  </a:lnTo>
                  <a:lnTo>
                    <a:pt x="728427" y="1382087"/>
                  </a:lnTo>
                  <a:lnTo>
                    <a:pt x="728471" y="1382068"/>
                  </a:lnTo>
                  <a:lnTo>
                    <a:pt x="728506" y="1382037"/>
                  </a:lnTo>
                  <a:lnTo>
                    <a:pt x="728532" y="1382007"/>
                  </a:lnTo>
                  <a:lnTo>
                    <a:pt x="728550" y="1381987"/>
                  </a:lnTo>
                  <a:lnTo>
                    <a:pt x="728581" y="1381944"/>
                  </a:lnTo>
                  <a:lnTo>
                    <a:pt x="728614" y="1381909"/>
                  </a:lnTo>
                  <a:lnTo>
                    <a:pt x="728640" y="1381880"/>
                  </a:lnTo>
                  <a:lnTo>
                    <a:pt x="728663" y="1381853"/>
                  </a:lnTo>
                  <a:lnTo>
                    <a:pt x="728678" y="1381830"/>
                  </a:lnTo>
                  <a:lnTo>
                    <a:pt x="728676" y="1381818"/>
                  </a:lnTo>
                  <a:lnTo>
                    <a:pt x="728673" y="1381803"/>
                  </a:lnTo>
                  <a:lnTo>
                    <a:pt x="728665" y="1381774"/>
                  </a:lnTo>
                  <a:lnTo>
                    <a:pt x="728653" y="1381750"/>
                  </a:lnTo>
                  <a:lnTo>
                    <a:pt x="728641" y="1381728"/>
                  </a:lnTo>
                  <a:lnTo>
                    <a:pt x="728623" y="1381704"/>
                  </a:lnTo>
                  <a:lnTo>
                    <a:pt x="728595" y="1381658"/>
                  </a:lnTo>
                  <a:lnTo>
                    <a:pt x="728573" y="1381612"/>
                  </a:lnTo>
                  <a:lnTo>
                    <a:pt x="728563" y="1381590"/>
                  </a:lnTo>
                  <a:lnTo>
                    <a:pt x="728553" y="1381569"/>
                  </a:lnTo>
                  <a:lnTo>
                    <a:pt x="728543" y="1381554"/>
                  </a:lnTo>
                  <a:lnTo>
                    <a:pt x="728539" y="1381545"/>
                  </a:lnTo>
                  <a:lnTo>
                    <a:pt x="728519" y="1381528"/>
                  </a:lnTo>
                  <a:lnTo>
                    <a:pt x="728476" y="1381486"/>
                  </a:lnTo>
                  <a:lnTo>
                    <a:pt x="728440" y="1381463"/>
                  </a:lnTo>
                  <a:lnTo>
                    <a:pt x="728421" y="1381444"/>
                  </a:lnTo>
                  <a:lnTo>
                    <a:pt x="728409" y="1381427"/>
                  </a:lnTo>
                  <a:lnTo>
                    <a:pt x="728366" y="1381371"/>
                  </a:lnTo>
                  <a:lnTo>
                    <a:pt x="728340" y="1381341"/>
                  </a:lnTo>
                  <a:lnTo>
                    <a:pt x="728310" y="1381310"/>
                  </a:lnTo>
                  <a:lnTo>
                    <a:pt x="728295" y="1381291"/>
                  </a:lnTo>
                  <a:lnTo>
                    <a:pt x="728284" y="1381258"/>
                  </a:lnTo>
                  <a:lnTo>
                    <a:pt x="728264" y="1381197"/>
                  </a:lnTo>
                  <a:lnTo>
                    <a:pt x="728255" y="1381146"/>
                  </a:lnTo>
                  <a:lnTo>
                    <a:pt x="728245" y="1381090"/>
                  </a:lnTo>
                  <a:lnTo>
                    <a:pt x="728243" y="1381041"/>
                  </a:lnTo>
                  <a:lnTo>
                    <a:pt x="728244" y="1381000"/>
                  </a:lnTo>
                  <a:lnTo>
                    <a:pt x="728241" y="1380955"/>
                  </a:lnTo>
                  <a:lnTo>
                    <a:pt x="728238" y="1380923"/>
                  </a:lnTo>
                  <a:lnTo>
                    <a:pt x="728236" y="1380898"/>
                  </a:lnTo>
                  <a:lnTo>
                    <a:pt x="728228" y="1380871"/>
                  </a:lnTo>
                  <a:lnTo>
                    <a:pt x="728216" y="1380854"/>
                  </a:lnTo>
                  <a:lnTo>
                    <a:pt x="728196" y="1380784"/>
                  </a:lnTo>
                  <a:lnTo>
                    <a:pt x="728197" y="1380755"/>
                  </a:lnTo>
                  <a:lnTo>
                    <a:pt x="728197" y="1380733"/>
                  </a:lnTo>
                  <a:lnTo>
                    <a:pt x="728201" y="1380712"/>
                  </a:lnTo>
                  <a:lnTo>
                    <a:pt x="728209" y="1380688"/>
                  </a:lnTo>
                  <a:lnTo>
                    <a:pt x="728218" y="1380666"/>
                  </a:lnTo>
                  <a:lnTo>
                    <a:pt x="728222" y="1380639"/>
                  </a:lnTo>
                  <a:lnTo>
                    <a:pt x="728222" y="1380618"/>
                  </a:lnTo>
                  <a:lnTo>
                    <a:pt x="728224" y="1380586"/>
                  </a:lnTo>
                  <a:lnTo>
                    <a:pt x="728227" y="1380558"/>
                  </a:lnTo>
                  <a:lnTo>
                    <a:pt x="728233" y="1380540"/>
                  </a:lnTo>
                  <a:lnTo>
                    <a:pt x="728243" y="1380517"/>
                  </a:lnTo>
                  <a:lnTo>
                    <a:pt x="728276" y="1380473"/>
                  </a:lnTo>
                  <a:lnTo>
                    <a:pt x="728300" y="1380445"/>
                  </a:lnTo>
                  <a:lnTo>
                    <a:pt x="728313" y="1380426"/>
                  </a:lnTo>
                  <a:lnTo>
                    <a:pt x="728319" y="1380404"/>
                  </a:lnTo>
                  <a:lnTo>
                    <a:pt x="728319" y="1380384"/>
                  </a:lnTo>
                  <a:lnTo>
                    <a:pt x="728320" y="1380358"/>
                  </a:lnTo>
                  <a:lnTo>
                    <a:pt x="728308" y="1380318"/>
                  </a:lnTo>
                  <a:lnTo>
                    <a:pt x="728303" y="1380275"/>
                  </a:lnTo>
                  <a:lnTo>
                    <a:pt x="728306" y="1380251"/>
                  </a:lnTo>
                  <a:lnTo>
                    <a:pt x="728311" y="1380217"/>
                  </a:lnTo>
                  <a:lnTo>
                    <a:pt x="728318" y="1380200"/>
                  </a:lnTo>
                  <a:lnTo>
                    <a:pt x="728331" y="1380174"/>
                  </a:lnTo>
                  <a:lnTo>
                    <a:pt x="728356" y="1380146"/>
                  </a:lnTo>
                  <a:lnTo>
                    <a:pt x="728368" y="1380122"/>
                  </a:lnTo>
                  <a:lnTo>
                    <a:pt x="728372" y="1380099"/>
                  </a:lnTo>
                  <a:lnTo>
                    <a:pt x="728373" y="1380073"/>
                  </a:lnTo>
                  <a:lnTo>
                    <a:pt x="728384" y="1380043"/>
                  </a:lnTo>
                  <a:lnTo>
                    <a:pt x="728390" y="1380013"/>
                  </a:lnTo>
                  <a:lnTo>
                    <a:pt x="728393" y="1379986"/>
                  </a:lnTo>
                  <a:lnTo>
                    <a:pt x="728393" y="1379975"/>
                  </a:lnTo>
                  <a:lnTo>
                    <a:pt x="728394" y="1379964"/>
                  </a:lnTo>
                  <a:lnTo>
                    <a:pt x="728391" y="1379947"/>
                  </a:lnTo>
                  <a:lnTo>
                    <a:pt x="728374" y="1379927"/>
                  </a:lnTo>
                  <a:lnTo>
                    <a:pt x="728355" y="1379906"/>
                  </a:lnTo>
                  <a:lnTo>
                    <a:pt x="728328" y="1379878"/>
                  </a:lnTo>
                  <a:lnTo>
                    <a:pt x="728291" y="1379847"/>
                  </a:lnTo>
                  <a:lnTo>
                    <a:pt x="728250" y="1379815"/>
                  </a:lnTo>
                  <a:lnTo>
                    <a:pt x="728222" y="1379792"/>
                  </a:lnTo>
                  <a:lnTo>
                    <a:pt x="728187" y="1379776"/>
                  </a:lnTo>
                  <a:lnTo>
                    <a:pt x="728165" y="1379765"/>
                  </a:lnTo>
                  <a:lnTo>
                    <a:pt x="728148" y="1379750"/>
                  </a:lnTo>
                  <a:lnTo>
                    <a:pt x="728128" y="1379733"/>
                  </a:lnTo>
                  <a:lnTo>
                    <a:pt x="728104" y="1379708"/>
                  </a:lnTo>
                  <a:lnTo>
                    <a:pt x="728081" y="1379686"/>
                  </a:lnTo>
                  <a:lnTo>
                    <a:pt x="728035" y="1379652"/>
                  </a:lnTo>
                  <a:lnTo>
                    <a:pt x="727985" y="1379621"/>
                  </a:lnTo>
                  <a:lnTo>
                    <a:pt x="727954" y="1379584"/>
                  </a:lnTo>
                  <a:lnTo>
                    <a:pt x="727936" y="1379562"/>
                  </a:lnTo>
                  <a:lnTo>
                    <a:pt x="727914" y="1379538"/>
                  </a:lnTo>
                  <a:lnTo>
                    <a:pt x="727898" y="1379527"/>
                  </a:lnTo>
                  <a:lnTo>
                    <a:pt x="727894" y="1379512"/>
                  </a:lnTo>
                  <a:lnTo>
                    <a:pt x="727901" y="1379493"/>
                  </a:lnTo>
                  <a:lnTo>
                    <a:pt x="727909" y="1379460"/>
                  </a:lnTo>
                  <a:lnTo>
                    <a:pt x="727910" y="1379437"/>
                  </a:lnTo>
                  <a:lnTo>
                    <a:pt x="727915" y="1379389"/>
                  </a:lnTo>
                  <a:lnTo>
                    <a:pt x="727915" y="1379357"/>
                  </a:lnTo>
                  <a:lnTo>
                    <a:pt x="727908" y="1379336"/>
                  </a:lnTo>
                  <a:lnTo>
                    <a:pt x="727895" y="1379312"/>
                  </a:lnTo>
                  <a:lnTo>
                    <a:pt x="727881" y="1379277"/>
                  </a:lnTo>
                  <a:lnTo>
                    <a:pt x="727865" y="1379249"/>
                  </a:lnTo>
                  <a:lnTo>
                    <a:pt x="727849" y="1379232"/>
                  </a:lnTo>
                  <a:lnTo>
                    <a:pt x="727830" y="1379201"/>
                  </a:lnTo>
                  <a:lnTo>
                    <a:pt x="727818" y="1379186"/>
                  </a:lnTo>
                  <a:lnTo>
                    <a:pt x="727809" y="1379169"/>
                  </a:lnTo>
                  <a:lnTo>
                    <a:pt x="727795" y="1379132"/>
                  </a:lnTo>
                  <a:lnTo>
                    <a:pt x="727791" y="1379104"/>
                  </a:lnTo>
                  <a:lnTo>
                    <a:pt x="727791" y="1379074"/>
                  </a:lnTo>
                  <a:lnTo>
                    <a:pt x="727792" y="1379029"/>
                  </a:lnTo>
                  <a:lnTo>
                    <a:pt x="727820" y="1378944"/>
                  </a:lnTo>
                  <a:lnTo>
                    <a:pt x="727819" y="1378918"/>
                  </a:lnTo>
                  <a:lnTo>
                    <a:pt x="727816" y="1378904"/>
                  </a:lnTo>
                  <a:lnTo>
                    <a:pt x="727807" y="1378888"/>
                  </a:lnTo>
                  <a:lnTo>
                    <a:pt x="727792" y="1378864"/>
                  </a:lnTo>
                  <a:lnTo>
                    <a:pt x="727772" y="1378838"/>
                  </a:lnTo>
                  <a:lnTo>
                    <a:pt x="727761" y="1378811"/>
                  </a:lnTo>
                  <a:lnTo>
                    <a:pt x="727760" y="1378793"/>
                  </a:lnTo>
                  <a:lnTo>
                    <a:pt x="727764" y="1378773"/>
                  </a:lnTo>
                  <a:lnTo>
                    <a:pt x="727772" y="1378748"/>
                  </a:lnTo>
                  <a:lnTo>
                    <a:pt x="727799" y="1378695"/>
                  </a:lnTo>
                  <a:lnTo>
                    <a:pt x="727808" y="1378676"/>
                  </a:lnTo>
                  <a:lnTo>
                    <a:pt x="727808" y="1378664"/>
                  </a:lnTo>
                  <a:lnTo>
                    <a:pt x="727805" y="1378653"/>
                  </a:lnTo>
                  <a:lnTo>
                    <a:pt x="727797" y="1378643"/>
                  </a:lnTo>
                  <a:lnTo>
                    <a:pt x="727764" y="1378622"/>
                  </a:lnTo>
                  <a:lnTo>
                    <a:pt x="727712" y="1378581"/>
                  </a:lnTo>
                  <a:lnTo>
                    <a:pt x="727685" y="1378554"/>
                  </a:lnTo>
                  <a:lnTo>
                    <a:pt x="727664" y="1378509"/>
                  </a:lnTo>
                  <a:lnTo>
                    <a:pt x="727643" y="1378481"/>
                  </a:lnTo>
                  <a:lnTo>
                    <a:pt x="727628" y="1378463"/>
                  </a:lnTo>
                  <a:lnTo>
                    <a:pt x="727608" y="1378450"/>
                  </a:lnTo>
                  <a:lnTo>
                    <a:pt x="727588" y="1378438"/>
                  </a:lnTo>
                  <a:lnTo>
                    <a:pt x="727568" y="1378422"/>
                  </a:lnTo>
                  <a:lnTo>
                    <a:pt x="727545" y="1378400"/>
                  </a:lnTo>
                  <a:lnTo>
                    <a:pt x="727515" y="1378361"/>
                  </a:lnTo>
                  <a:lnTo>
                    <a:pt x="727501" y="1378328"/>
                  </a:lnTo>
                  <a:lnTo>
                    <a:pt x="727495" y="1378302"/>
                  </a:lnTo>
                  <a:lnTo>
                    <a:pt x="727495" y="1378270"/>
                  </a:lnTo>
                  <a:lnTo>
                    <a:pt x="727499" y="1378243"/>
                  </a:lnTo>
                  <a:lnTo>
                    <a:pt x="727499" y="1378221"/>
                  </a:lnTo>
                  <a:lnTo>
                    <a:pt x="727498" y="1378215"/>
                  </a:lnTo>
                  <a:lnTo>
                    <a:pt x="727493" y="1378202"/>
                  </a:lnTo>
                  <a:lnTo>
                    <a:pt x="727479" y="1378191"/>
                  </a:lnTo>
                  <a:lnTo>
                    <a:pt x="727457" y="1378178"/>
                  </a:lnTo>
                  <a:lnTo>
                    <a:pt x="727435" y="1378163"/>
                  </a:lnTo>
                  <a:lnTo>
                    <a:pt x="727420" y="1378151"/>
                  </a:lnTo>
                  <a:lnTo>
                    <a:pt x="727400" y="1378115"/>
                  </a:lnTo>
                  <a:lnTo>
                    <a:pt x="727392" y="1378095"/>
                  </a:lnTo>
                  <a:lnTo>
                    <a:pt x="727387" y="1378078"/>
                  </a:lnTo>
                  <a:lnTo>
                    <a:pt x="727375" y="1378062"/>
                  </a:lnTo>
                  <a:lnTo>
                    <a:pt x="727362" y="1378053"/>
                  </a:lnTo>
                  <a:lnTo>
                    <a:pt x="727349" y="1378049"/>
                  </a:lnTo>
                  <a:lnTo>
                    <a:pt x="727334" y="1378055"/>
                  </a:lnTo>
                  <a:lnTo>
                    <a:pt x="727299" y="1378066"/>
                  </a:lnTo>
                  <a:lnTo>
                    <a:pt x="727250" y="1378083"/>
                  </a:lnTo>
                  <a:lnTo>
                    <a:pt x="727200" y="1378091"/>
                  </a:lnTo>
                  <a:lnTo>
                    <a:pt x="727103" y="1378098"/>
                  </a:lnTo>
                  <a:lnTo>
                    <a:pt x="727057" y="1378106"/>
                  </a:lnTo>
                  <a:lnTo>
                    <a:pt x="727025" y="1378107"/>
                  </a:lnTo>
                  <a:lnTo>
                    <a:pt x="727000" y="1378106"/>
                  </a:lnTo>
                  <a:lnTo>
                    <a:pt x="726975" y="1378104"/>
                  </a:lnTo>
                  <a:lnTo>
                    <a:pt x="726943" y="1378094"/>
                  </a:lnTo>
                  <a:lnTo>
                    <a:pt x="726916" y="1378084"/>
                  </a:lnTo>
                  <a:lnTo>
                    <a:pt x="726884" y="1378070"/>
                  </a:lnTo>
                  <a:lnTo>
                    <a:pt x="726846" y="1378038"/>
                  </a:lnTo>
                  <a:lnTo>
                    <a:pt x="726830" y="1378024"/>
                  </a:lnTo>
                  <a:lnTo>
                    <a:pt x="726799" y="1378011"/>
                  </a:lnTo>
                  <a:lnTo>
                    <a:pt x="726758" y="1378002"/>
                  </a:lnTo>
                  <a:lnTo>
                    <a:pt x="726729" y="1378001"/>
                  </a:lnTo>
                  <a:lnTo>
                    <a:pt x="726669" y="1378000"/>
                  </a:lnTo>
                  <a:lnTo>
                    <a:pt x="726641" y="1378000"/>
                  </a:lnTo>
                  <a:lnTo>
                    <a:pt x="726614" y="1378000"/>
                  </a:lnTo>
                  <a:lnTo>
                    <a:pt x="726594" y="1377993"/>
                  </a:lnTo>
                  <a:lnTo>
                    <a:pt x="726561" y="1377982"/>
                  </a:lnTo>
                  <a:lnTo>
                    <a:pt x="726534" y="1377970"/>
                  </a:lnTo>
                  <a:lnTo>
                    <a:pt x="726505" y="1377964"/>
                  </a:lnTo>
                  <a:lnTo>
                    <a:pt x="726477" y="1377957"/>
                  </a:lnTo>
                  <a:lnTo>
                    <a:pt x="726455" y="1377952"/>
                  </a:lnTo>
                  <a:lnTo>
                    <a:pt x="726423" y="1377945"/>
                  </a:lnTo>
                  <a:lnTo>
                    <a:pt x="726391" y="1377945"/>
                  </a:lnTo>
                  <a:lnTo>
                    <a:pt x="726365" y="1377944"/>
                  </a:lnTo>
                  <a:lnTo>
                    <a:pt x="726328" y="1377949"/>
                  </a:lnTo>
                  <a:lnTo>
                    <a:pt x="726293" y="1377951"/>
                  </a:lnTo>
                  <a:lnTo>
                    <a:pt x="726256" y="1377955"/>
                  </a:lnTo>
                  <a:lnTo>
                    <a:pt x="726249" y="1377955"/>
                  </a:lnTo>
                  <a:lnTo>
                    <a:pt x="726246" y="1377949"/>
                  </a:lnTo>
                  <a:lnTo>
                    <a:pt x="726246" y="1377927"/>
                  </a:lnTo>
                  <a:lnTo>
                    <a:pt x="726260" y="1377879"/>
                  </a:lnTo>
                  <a:lnTo>
                    <a:pt x="726276" y="1377831"/>
                  </a:lnTo>
                  <a:lnTo>
                    <a:pt x="726281" y="1377782"/>
                  </a:lnTo>
                  <a:lnTo>
                    <a:pt x="726283" y="1377746"/>
                  </a:lnTo>
                  <a:lnTo>
                    <a:pt x="726282" y="1377713"/>
                  </a:lnTo>
                  <a:lnTo>
                    <a:pt x="726279" y="1377681"/>
                  </a:lnTo>
                  <a:lnTo>
                    <a:pt x="726275" y="1377626"/>
                  </a:lnTo>
                  <a:lnTo>
                    <a:pt x="726271" y="1377593"/>
                  </a:lnTo>
                  <a:lnTo>
                    <a:pt x="726270" y="1377577"/>
                  </a:lnTo>
                  <a:lnTo>
                    <a:pt x="726278" y="1377545"/>
                  </a:lnTo>
                  <a:lnTo>
                    <a:pt x="726289" y="1377479"/>
                  </a:lnTo>
                  <a:lnTo>
                    <a:pt x="726294" y="1377435"/>
                  </a:lnTo>
                  <a:lnTo>
                    <a:pt x="726309" y="1377397"/>
                  </a:lnTo>
                  <a:lnTo>
                    <a:pt x="726329" y="1377359"/>
                  </a:lnTo>
                  <a:lnTo>
                    <a:pt x="726339" y="1377332"/>
                  </a:lnTo>
                  <a:lnTo>
                    <a:pt x="726355" y="1377307"/>
                  </a:lnTo>
                  <a:lnTo>
                    <a:pt x="726356" y="1377294"/>
                  </a:lnTo>
                  <a:lnTo>
                    <a:pt x="726357" y="1377281"/>
                  </a:lnTo>
                  <a:lnTo>
                    <a:pt x="726354" y="1377260"/>
                  </a:lnTo>
                  <a:lnTo>
                    <a:pt x="726353" y="1377238"/>
                  </a:lnTo>
                  <a:lnTo>
                    <a:pt x="726357" y="1377216"/>
                  </a:lnTo>
                  <a:lnTo>
                    <a:pt x="726366" y="1377199"/>
                  </a:lnTo>
                  <a:lnTo>
                    <a:pt x="726403" y="1377168"/>
                  </a:lnTo>
                  <a:lnTo>
                    <a:pt x="726431" y="1377142"/>
                  </a:lnTo>
                  <a:lnTo>
                    <a:pt x="726456" y="1377112"/>
                  </a:lnTo>
                  <a:lnTo>
                    <a:pt x="726461" y="1377099"/>
                  </a:lnTo>
                  <a:lnTo>
                    <a:pt x="726462" y="1377082"/>
                  </a:lnTo>
                  <a:lnTo>
                    <a:pt x="726462" y="1377057"/>
                  </a:lnTo>
                  <a:lnTo>
                    <a:pt x="726465" y="1377037"/>
                  </a:lnTo>
                  <a:lnTo>
                    <a:pt x="726465" y="1376990"/>
                  </a:lnTo>
                  <a:lnTo>
                    <a:pt x="726462" y="1376902"/>
                  </a:lnTo>
                  <a:lnTo>
                    <a:pt x="726464" y="1376875"/>
                  </a:lnTo>
                  <a:lnTo>
                    <a:pt x="726469" y="1376851"/>
                  </a:lnTo>
                  <a:lnTo>
                    <a:pt x="726475" y="1376818"/>
                  </a:lnTo>
                  <a:lnTo>
                    <a:pt x="726480" y="1376756"/>
                  </a:lnTo>
                  <a:lnTo>
                    <a:pt x="726490" y="1376732"/>
                  </a:lnTo>
                  <a:lnTo>
                    <a:pt x="726507" y="1376698"/>
                  </a:lnTo>
                  <a:lnTo>
                    <a:pt x="726529" y="1376669"/>
                  </a:lnTo>
                  <a:lnTo>
                    <a:pt x="726536" y="1376655"/>
                  </a:lnTo>
                  <a:lnTo>
                    <a:pt x="726537" y="1376648"/>
                  </a:lnTo>
                  <a:lnTo>
                    <a:pt x="726531" y="1376635"/>
                  </a:lnTo>
                  <a:lnTo>
                    <a:pt x="726519" y="1376603"/>
                  </a:lnTo>
                  <a:lnTo>
                    <a:pt x="726509" y="1376568"/>
                  </a:lnTo>
                  <a:lnTo>
                    <a:pt x="726506" y="1376542"/>
                  </a:lnTo>
                  <a:lnTo>
                    <a:pt x="726508" y="1376489"/>
                  </a:lnTo>
                  <a:lnTo>
                    <a:pt x="726508" y="1376460"/>
                  </a:lnTo>
                  <a:lnTo>
                    <a:pt x="726508" y="1376437"/>
                  </a:lnTo>
                  <a:lnTo>
                    <a:pt x="726501" y="1376416"/>
                  </a:lnTo>
                  <a:lnTo>
                    <a:pt x="726495" y="1376398"/>
                  </a:lnTo>
                  <a:lnTo>
                    <a:pt x="726494" y="1376363"/>
                  </a:lnTo>
                  <a:lnTo>
                    <a:pt x="726490" y="1376321"/>
                  </a:lnTo>
                  <a:lnTo>
                    <a:pt x="726485" y="1376296"/>
                  </a:lnTo>
                  <a:lnTo>
                    <a:pt x="726482" y="1376268"/>
                  </a:lnTo>
                  <a:lnTo>
                    <a:pt x="726483" y="1376248"/>
                  </a:lnTo>
                  <a:lnTo>
                    <a:pt x="726485" y="1376220"/>
                  </a:lnTo>
                  <a:lnTo>
                    <a:pt x="726487" y="1376190"/>
                  </a:lnTo>
                  <a:lnTo>
                    <a:pt x="726494" y="1376155"/>
                  </a:lnTo>
                  <a:lnTo>
                    <a:pt x="726497" y="1376126"/>
                  </a:lnTo>
                  <a:lnTo>
                    <a:pt x="726498" y="1376113"/>
                  </a:lnTo>
                  <a:lnTo>
                    <a:pt x="726489" y="1376082"/>
                  </a:lnTo>
                  <a:lnTo>
                    <a:pt x="726461" y="1375940"/>
                  </a:lnTo>
                  <a:lnTo>
                    <a:pt x="726444" y="1375899"/>
                  </a:lnTo>
                  <a:lnTo>
                    <a:pt x="726429" y="1375858"/>
                  </a:lnTo>
                  <a:lnTo>
                    <a:pt x="726425" y="1375835"/>
                  </a:lnTo>
                  <a:lnTo>
                    <a:pt x="726424" y="1375827"/>
                  </a:lnTo>
                  <a:lnTo>
                    <a:pt x="726424" y="1375817"/>
                  </a:lnTo>
                  <a:lnTo>
                    <a:pt x="726424" y="1375804"/>
                  </a:lnTo>
                  <a:lnTo>
                    <a:pt x="726428" y="1375793"/>
                  </a:lnTo>
                  <a:lnTo>
                    <a:pt x="726451" y="1375768"/>
                  </a:lnTo>
                  <a:lnTo>
                    <a:pt x="726475" y="1375751"/>
                  </a:lnTo>
                  <a:lnTo>
                    <a:pt x="726489" y="1375736"/>
                  </a:lnTo>
                  <a:lnTo>
                    <a:pt x="726491" y="1375719"/>
                  </a:lnTo>
                  <a:lnTo>
                    <a:pt x="726490" y="1375703"/>
                  </a:lnTo>
                  <a:lnTo>
                    <a:pt x="726488" y="1375673"/>
                  </a:lnTo>
                  <a:lnTo>
                    <a:pt x="726476" y="1375635"/>
                  </a:lnTo>
                  <a:lnTo>
                    <a:pt x="726461" y="1375599"/>
                  </a:lnTo>
                  <a:lnTo>
                    <a:pt x="726461" y="1375589"/>
                  </a:lnTo>
                  <a:lnTo>
                    <a:pt x="726466" y="1375577"/>
                  </a:lnTo>
                  <a:lnTo>
                    <a:pt x="726503" y="1375540"/>
                  </a:lnTo>
                  <a:lnTo>
                    <a:pt x="726516" y="1375518"/>
                  </a:lnTo>
                  <a:lnTo>
                    <a:pt x="726525" y="1375496"/>
                  </a:lnTo>
                  <a:lnTo>
                    <a:pt x="726528" y="1375470"/>
                  </a:lnTo>
                  <a:lnTo>
                    <a:pt x="726526" y="1375440"/>
                  </a:lnTo>
                  <a:lnTo>
                    <a:pt x="726521" y="1375418"/>
                  </a:lnTo>
                  <a:lnTo>
                    <a:pt x="726486" y="1375292"/>
                  </a:lnTo>
                  <a:lnTo>
                    <a:pt x="726469" y="1375221"/>
                  </a:lnTo>
                  <a:lnTo>
                    <a:pt x="726458" y="1375159"/>
                  </a:lnTo>
                  <a:lnTo>
                    <a:pt x="726454" y="1375136"/>
                  </a:lnTo>
                  <a:lnTo>
                    <a:pt x="726454" y="1375102"/>
                  </a:lnTo>
                  <a:lnTo>
                    <a:pt x="726461" y="1375061"/>
                  </a:lnTo>
                  <a:lnTo>
                    <a:pt x="726480" y="1375006"/>
                  </a:lnTo>
                  <a:lnTo>
                    <a:pt x="726512" y="1374934"/>
                  </a:lnTo>
                  <a:lnTo>
                    <a:pt x="726523" y="1374909"/>
                  </a:lnTo>
                  <a:lnTo>
                    <a:pt x="726530" y="1374882"/>
                  </a:lnTo>
                  <a:lnTo>
                    <a:pt x="726530" y="1374867"/>
                  </a:lnTo>
                  <a:lnTo>
                    <a:pt x="726502" y="1374822"/>
                  </a:lnTo>
                  <a:lnTo>
                    <a:pt x="726481" y="1374788"/>
                  </a:lnTo>
                  <a:lnTo>
                    <a:pt x="726461" y="1374733"/>
                  </a:lnTo>
                  <a:lnTo>
                    <a:pt x="726440" y="1374683"/>
                  </a:lnTo>
                  <a:lnTo>
                    <a:pt x="726430" y="1374643"/>
                  </a:lnTo>
                  <a:lnTo>
                    <a:pt x="726406" y="1374576"/>
                  </a:lnTo>
                  <a:lnTo>
                    <a:pt x="726388" y="1374520"/>
                  </a:lnTo>
                  <a:lnTo>
                    <a:pt x="726380" y="1374484"/>
                  </a:lnTo>
                  <a:lnTo>
                    <a:pt x="726380" y="1374478"/>
                  </a:lnTo>
                  <a:lnTo>
                    <a:pt x="726379" y="1374444"/>
                  </a:lnTo>
                  <a:lnTo>
                    <a:pt x="726379" y="1374418"/>
                  </a:lnTo>
                  <a:lnTo>
                    <a:pt x="726379" y="1374409"/>
                  </a:lnTo>
                  <a:lnTo>
                    <a:pt x="726380" y="1374397"/>
                  </a:lnTo>
                  <a:lnTo>
                    <a:pt x="726380" y="1374384"/>
                  </a:lnTo>
                  <a:lnTo>
                    <a:pt x="726382" y="1374374"/>
                  </a:lnTo>
                  <a:lnTo>
                    <a:pt x="726395" y="1374359"/>
                  </a:lnTo>
                  <a:lnTo>
                    <a:pt x="726397" y="1374342"/>
                  </a:lnTo>
                  <a:lnTo>
                    <a:pt x="726398" y="1374330"/>
                  </a:lnTo>
                  <a:lnTo>
                    <a:pt x="726390" y="1374318"/>
                  </a:lnTo>
                  <a:lnTo>
                    <a:pt x="726355" y="1374275"/>
                  </a:lnTo>
                  <a:lnTo>
                    <a:pt x="726328" y="1374250"/>
                  </a:lnTo>
                  <a:lnTo>
                    <a:pt x="726305" y="1374225"/>
                  </a:lnTo>
                  <a:lnTo>
                    <a:pt x="726287" y="1374196"/>
                  </a:lnTo>
                  <a:lnTo>
                    <a:pt x="726260" y="1374156"/>
                  </a:lnTo>
                  <a:lnTo>
                    <a:pt x="726219" y="1374126"/>
                  </a:lnTo>
                  <a:lnTo>
                    <a:pt x="726195" y="1374118"/>
                  </a:lnTo>
                  <a:lnTo>
                    <a:pt x="726183" y="1374114"/>
                  </a:lnTo>
                  <a:lnTo>
                    <a:pt x="726173" y="1374103"/>
                  </a:lnTo>
                  <a:lnTo>
                    <a:pt x="726125" y="1374078"/>
                  </a:lnTo>
                  <a:lnTo>
                    <a:pt x="726047" y="1374041"/>
                  </a:lnTo>
                  <a:lnTo>
                    <a:pt x="726038" y="1374028"/>
                  </a:lnTo>
                  <a:lnTo>
                    <a:pt x="726039" y="1374004"/>
                  </a:lnTo>
                  <a:lnTo>
                    <a:pt x="726042" y="1373993"/>
                  </a:lnTo>
                  <a:lnTo>
                    <a:pt x="726051" y="1373975"/>
                  </a:lnTo>
                  <a:lnTo>
                    <a:pt x="726078" y="1373939"/>
                  </a:lnTo>
                  <a:lnTo>
                    <a:pt x="726107" y="1373903"/>
                  </a:lnTo>
                  <a:lnTo>
                    <a:pt x="726136" y="1373851"/>
                  </a:lnTo>
                  <a:lnTo>
                    <a:pt x="726145" y="1373814"/>
                  </a:lnTo>
                  <a:lnTo>
                    <a:pt x="726150" y="1373754"/>
                  </a:lnTo>
                  <a:lnTo>
                    <a:pt x="726166" y="1373669"/>
                  </a:lnTo>
                  <a:lnTo>
                    <a:pt x="726205" y="1373509"/>
                  </a:lnTo>
                  <a:lnTo>
                    <a:pt x="726212" y="1373471"/>
                  </a:lnTo>
                  <a:lnTo>
                    <a:pt x="726213" y="1373432"/>
                  </a:lnTo>
                  <a:lnTo>
                    <a:pt x="726217" y="1373346"/>
                  </a:lnTo>
                  <a:lnTo>
                    <a:pt x="726214" y="1373319"/>
                  </a:lnTo>
                  <a:lnTo>
                    <a:pt x="726205" y="1373303"/>
                  </a:lnTo>
                  <a:lnTo>
                    <a:pt x="726175" y="1373280"/>
                  </a:lnTo>
                  <a:lnTo>
                    <a:pt x="726128" y="1373261"/>
                  </a:lnTo>
                  <a:lnTo>
                    <a:pt x="726062" y="1373235"/>
                  </a:lnTo>
                  <a:lnTo>
                    <a:pt x="725960" y="1373205"/>
                  </a:lnTo>
                  <a:lnTo>
                    <a:pt x="725900" y="1373178"/>
                  </a:lnTo>
                  <a:lnTo>
                    <a:pt x="725851" y="1373144"/>
                  </a:lnTo>
                  <a:lnTo>
                    <a:pt x="725802" y="1373099"/>
                  </a:lnTo>
                  <a:lnTo>
                    <a:pt x="725735" y="1373063"/>
                  </a:lnTo>
                  <a:lnTo>
                    <a:pt x="725687" y="1373034"/>
                  </a:lnTo>
                  <a:lnTo>
                    <a:pt x="725606" y="1372991"/>
                  </a:lnTo>
                  <a:lnTo>
                    <a:pt x="725539" y="1372962"/>
                  </a:lnTo>
                  <a:lnTo>
                    <a:pt x="725477" y="1372940"/>
                  </a:lnTo>
                  <a:lnTo>
                    <a:pt x="725447" y="1372935"/>
                  </a:lnTo>
                  <a:lnTo>
                    <a:pt x="725425" y="1372938"/>
                  </a:lnTo>
                  <a:lnTo>
                    <a:pt x="725353" y="1372967"/>
                  </a:lnTo>
                  <a:lnTo>
                    <a:pt x="725319" y="1372974"/>
                  </a:lnTo>
                  <a:lnTo>
                    <a:pt x="725285" y="1372971"/>
                  </a:lnTo>
                  <a:lnTo>
                    <a:pt x="725241" y="1372961"/>
                  </a:lnTo>
                  <a:lnTo>
                    <a:pt x="725223" y="1372949"/>
                  </a:lnTo>
                  <a:lnTo>
                    <a:pt x="725201" y="1372928"/>
                  </a:lnTo>
                  <a:lnTo>
                    <a:pt x="725185" y="1372916"/>
                  </a:lnTo>
                  <a:lnTo>
                    <a:pt x="725146" y="1372868"/>
                  </a:lnTo>
                  <a:lnTo>
                    <a:pt x="725109" y="1372825"/>
                  </a:lnTo>
                  <a:lnTo>
                    <a:pt x="725084" y="1372806"/>
                  </a:lnTo>
                  <a:lnTo>
                    <a:pt x="725041" y="1372786"/>
                  </a:lnTo>
                  <a:lnTo>
                    <a:pt x="725011" y="1372763"/>
                  </a:lnTo>
                  <a:lnTo>
                    <a:pt x="724970" y="1372701"/>
                  </a:lnTo>
                  <a:lnTo>
                    <a:pt x="724944" y="1372666"/>
                  </a:lnTo>
                  <a:lnTo>
                    <a:pt x="724912" y="1372641"/>
                  </a:lnTo>
                  <a:lnTo>
                    <a:pt x="724863" y="1372597"/>
                  </a:lnTo>
                  <a:lnTo>
                    <a:pt x="724832" y="1372574"/>
                  </a:lnTo>
                  <a:lnTo>
                    <a:pt x="724788" y="1372560"/>
                  </a:lnTo>
                  <a:lnTo>
                    <a:pt x="724731" y="1372535"/>
                  </a:lnTo>
                  <a:lnTo>
                    <a:pt x="724692" y="1372508"/>
                  </a:lnTo>
                  <a:lnTo>
                    <a:pt x="724651" y="1372458"/>
                  </a:lnTo>
                  <a:lnTo>
                    <a:pt x="724612" y="1372399"/>
                  </a:lnTo>
                  <a:lnTo>
                    <a:pt x="724583" y="1372328"/>
                  </a:lnTo>
                  <a:lnTo>
                    <a:pt x="724558" y="1372275"/>
                  </a:lnTo>
                  <a:lnTo>
                    <a:pt x="724507" y="1372185"/>
                  </a:lnTo>
                  <a:lnTo>
                    <a:pt x="724481" y="1372132"/>
                  </a:lnTo>
                  <a:lnTo>
                    <a:pt x="724445" y="1372074"/>
                  </a:lnTo>
                  <a:lnTo>
                    <a:pt x="724417" y="1372015"/>
                  </a:lnTo>
                  <a:lnTo>
                    <a:pt x="724388" y="1371966"/>
                  </a:lnTo>
                  <a:lnTo>
                    <a:pt x="724361" y="1371932"/>
                  </a:lnTo>
                  <a:lnTo>
                    <a:pt x="724327" y="1371891"/>
                  </a:lnTo>
                  <a:lnTo>
                    <a:pt x="724279" y="1371847"/>
                  </a:lnTo>
                  <a:lnTo>
                    <a:pt x="724226" y="1371800"/>
                  </a:lnTo>
                  <a:lnTo>
                    <a:pt x="724197" y="1371777"/>
                  </a:lnTo>
                  <a:lnTo>
                    <a:pt x="724184" y="1371751"/>
                  </a:lnTo>
                  <a:lnTo>
                    <a:pt x="724171" y="1371675"/>
                  </a:lnTo>
                  <a:lnTo>
                    <a:pt x="724161" y="1371625"/>
                  </a:lnTo>
                  <a:lnTo>
                    <a:pt x="724155" y="1371577"/>
                  </a:lnTo>
                  <a:lnTo>
                    <a:pt x="724145" y="1371551"/>
                  </a:lnTo>
                  <a:lnTo>
                    <a:pt x="724118" y="1371515"/>
                  </a:lnTo>
                  <a:lnTo>
                    <a:pt x="724086" y="1371486"/>
                  </a:lnTo>
                  <a:lnTo>
                    <a:pt x="724043" y="1371461"/>
                  </a:lnTo>
                  <a:lnTo>
                    <a:pt x="723996" y="1371451"/>
                  </a:lnTo>
                  <a:lnTo>
                    <a:pt x="723970" y="1371448"/>
                  </a:lnTo>
                  <a:lnTo>
                    <a:pt x="723936" y="1371446"/>
                  </a:lnTo>
                  <a:lnTo>
                    <a:pt x="723871" y="1371444"/>
                  </a:lnTo>
                  <a:lnTo>
                    <a:pt x="723834" y="1371437"/>
                  </a:lnTo>
                  <a:lnTo>
                    <a:pt x="723795" y="1371429"/>
                  </a:lnTo>
                  <a:lnTo>
                    <a:pt x="723775" y="1371419"/>
                  </a:lnTo>
                  <a:lnTo>
                    <a:pt x="723755" y="1371402"/>
                  </a:lnTo>
                  <a:lnTo>
                    <a:pt x="723721" y="1371371"/>
                  </a:lnTo>
                  <a:lnTo>
                    <a:pt x="723698" y="1371348"/>
                  </a:lnTo>
                  <a:lnTo>
                    <a:pt x="723674" y="1371332"/>
                  </a:lnTo>
                  <a:lnTo>
                    <a:pt x="723646" y="1371320"/>
                  </a:lnTo>
                  <a:lnTo>
                    <a:pt x="723564" y="1371292"/>
                  </a:lnTo>
                  <a:lnTo>
                    <a:pt x="723486" y="1371262"/>
                  </a:lnTo>
                  <a:lnTo>
                    <a:pt x="723409" y="1371225"/>
                  </a:lnTo>
                  <a:lnTo>
                    <a:pt x="723384" y="1371216"/>
                  </a:lnTo>
                  <a:lnTo>
                    <a:pt x="723368" y="1371217"/>
                  </a:lnTo>
                  <a:lnTo>
                    <a:pt x="723348" y="1371227"/>
                  </a:lnTo>
                  <a:lnTo>
                    <a:pt x="723314" y="1371230"/>
                  </a:lnTo>
                  <a:lnTo>
                    <a:pt x="723281" y="1371227"/>
                  </a:lnTo>
                  <a:lnTo>
                    <a:pt x="723257" y="1371212"/>
                  </a:lnTo>
                  <a:lnTo>
                    <a:pt x="723230" y="1371171"/>
                  </a:lnTo>
                  <a:lnTo>
                    <a:pt x="723216" y="1371131"/>
                  </a:lnTo>
                  <a:lnTo>
                    <a:pt x="723188" y="1371060"/>
                  </a:lnTo>
                  <a:lnTo>
                    <a:pt x="723154" y="1370960"/>
                  </a:lnTo>
                  <a:lnTo>
                    <a:pt x="723143" y="1370909"/>
                  </a:lnTo>
                  <a:lnTo>
                    <a:pt x="723111" y="1370836"/>
                  </a:lnTo>
                  <a:lnTo>
                    <a:pt x="723048" y="1370713"/>
                  </a:lnTo>
                  <a:lnTo>
                    <a:pt x="723018" y="1370669"/>
                  </a:lnTo>
                  <a:lnTo>
                    <a:pt x="722980" y="1370613"/>
                  </a:lnTo>
                  <a:lnTo>
                    <a:pt x="722918" y="1370518"/>
                  </a:lnTo>
                  <a:lnTo>
                    <a:pt x="722854" y="1370435"/>
                  </a:lnTo>
                  <a:lnTo>
                    <a:pt x="722792" y="1370366"/>
                  </a:lnTo>
                  <a:lnTo>
                    <a:pt x="722734" y="1370318"/>
                  </a:lnTo>
                  <a:lnTo>
                    <a:pt x="722674" y="1370268"/>
                  </a:lnTo>
                  <a:lnTo>
                    <a:pt x="722583" y="1370188"/>
                  </a:lnTo>
                  <a:lnTo>
                    <a:pt x="722551" y="1370155"/>
                  </a:lnTo>
                  <a:lnTo>
                    <a:pt x="722510" y="1370111"/>
                  </a:lnTo>
                  <a:lnTo>
                    <a:pt x="722474" y="1370073"/>
                  </a:lnTo>
                  <a:lnTo>
                    <a:pt x="722436" y="1370021"/>
                  </a:lnTo>
                  <a:lnTo>
                    <a:pt x="722406" y="1369968"/>
                  </a:lnTo>
                  <a:lnTo>
                    <a:pt x="722383" y="1369944"/>
                  </a:lnTo>
                  <a:lnTo>
                    <a:pt x="722365" y="1369933"/>
                  </a:lnTo>
                  <a:lnTo>
                    <a:pt x="722310" y="1369917"/>
                  </a:lnTo>
                  <a:lnTo>
                    <a:pt x="722248" y="1369907"/>
                  </a:lnTo>
                  <a:lnTo>
                    <a:pt x="722162" y="1369897"/>
                  </a:lnTo>
                  <a:lnTo>
                    <a:pt x="722116" y="1369897"/>
                  </a:lnTo>
                  <a:lnTo>
                    <a:pt x="722109" y="1369897"/>
                  </a:lnTo>
                  <a:lnTo>
                    <a:pt x="722060" y="1369909"/>
                  </a:lnTo>
                  <a:lnTo>
                    <a:pt x="721954" y="1369954"/>
                  </a:lnTo>
                  <a:lnTo>
                    <a:pt x="721790" y="1370015"/>
                  </a:lnTo>
                  <a:lnTo>
                    <a:pt x="721624" y="1370031"/>
                  </a:lnTo>
                  <a:lnTo>
                    <a:pt x="721477" y="1370071"/>
                  </a:lnTo>
                  <a:lnTo>
                    <a:pt x="721426" y="1370100"/>
                  </a:lnTo>
                  <a:lnTo>
                    <a:pt x="721381" y="1370168"/>
                  </a:lnTo>
                  <a:lnTo>
                    <a:pt x="721359" y="1370192"/>
                  </a:lnTo>
                  <a:lnTo>
                    <a:pt x="721336" y="1370207"/>
                  </a:lnTo>
                  <a:lnTo>
                    <a:pt x="721297" y="1370208"/>
                  </a:lnTo>
                  <a:lnTo>
                    <a:pt x="721235" y="1370184"/>
                  </a:lnTo>
                  <a:lnTo>
                    <a:pt x="721033" y="1370119"/>
                  </a:lnTo>
                  <a:lnTo>
                    <a:pt x="720575" y="1369993"/>
                  </a:lnTo>
                  <a:lnTo>
                    <a:pt x="720278" y="1369940"/>
                  </a:lnTo>
                  <a:lnTo>
                    <a:pt x="720152" y="1369930"/>
                  </a:lnTo>
                  <a:lnTo>
                    <a:pt x="720071" y="1369949"/>
                  </a:lnTo>
                  <a:lnTo>
                    <a:pt x="719856" y="1369973"/>
                  </a:lnTo>
                  <a:lnTo>
                    <a:pt x="719752" y="1369977"/>
                  </a:lnTo>
                  <a:lnTo>
                    <a:pt x="719525" y="1369958"/>
                  </a:lnTo>
                  <a:lnTo>
                    <a:pt x="719375" y="1369934"/>
                  </a:lnTo>
                  <a:lnTo>
                    <a:pt x="719275" y="1369939"/>
                  </a:lnTo>
                  <a:lnTo>
                    <a:pt x="719169" y="1369962"/>
                  </a:lnTo>
                  <a:lnTo>
                    <a:pt x="719056" y="1369990"/>
                  </a:lnTo>
                  <a:lnTo>
                    <a:pt x="718965" y="1369999"/>
                  </a:lnTo>
                  <a:lnTo>
                    <a:pt x="718880" y="1370030"/>
                  </a:lnTo>
                  <a:lnTo>
                    <a:pt x="718840" y="1370068"/>
                  </a:lnTo>
                  <a:lnTo>
                    <a:pt x="718785" y="1370158"/>
                  </a:lnTo>
                  <a:lnTo>
                    <a:pt x="718767" y="1370252"/>
                  </a:lnTo>
                  <a:lnTo>
                    <a:pt x="718740" y="1370281"/>
                  </a:lnTo>
                  <a:lnTo>
                    <a:pt x="718697" y="1370280"/>
                  </a:lnTo>
                  <a:lnTo>
                    <a:pt x="718667" y="1370265"/>
                  </a:lnTo>
                  <a:lnTo>
                    <a:pt x="718536" y="1370246"/>
                  </a:lnTo>
                  <a:lnTo>
                    <a:pt x="718466" y="1370220"/>
                  </a:lnTo>
                  <a:lnTo>
                    <a:pt x="718355" y="1370163"/>
                  </a:lnTo>
                  <a:lnTo>
                    <a:pt x="718280" y="1370106"/>
                  </a:lnTo>
                  <a:lnTo>
                    <a:pt x="718198" y="1370029"/>
                  </a:lnTo>
                  <a:lnTo>
                    <a:pt x="718179" y="1370006"/>
                  </a:lnTo>
                  <a:lnTo>
                    <a:pt x="718164" y="1369957"/>
                  </a:lnTo>
                  <a:lnTo>
                    <a:pt x="718162" y="1369771"/>
                  </a:lnTo>
                  <a:lnTo>
                    <a:pt x="718178" y="1369679"/>
                  </a:lnTo>
                  <a:lnTo>
                    <a:pt x="718167" y="1369604"/>
                  </a:lnTo>
                  <a:lnTo>
                    <a:pt x="718126" y="1369480"/>
                  </a:lnTo>
                  <a:lnTo>
                    <a:pt x="718096" y="1369403"/>
                  </a:lnTo>
                  <a:lnTo>
                    <a:pt x="718071" y="1369372"/>
                  </a:lnTo>
                  <a:lnTo>
                    <a:pt x="717967" y="1369291"/>
                  </a:lnTo>
                  <a:lnTo>
                    <a:pt x="717890" y="1369261"/>
                  </a:lnTo>
                  <a:lnTo>
                    <a:pt x="717827" y="1369253"/>
                  </a:lnTo>
                  <a:lnTo>
                    <a:pt x="717780" y="1369243"/>
                  </a:lnTo>
                  <a:lnTo>
                    <a:pt x="717739" y="1369216"/>
                  </a:lnTo>
                  <a:lnTo>
                    <a:pt x="717683" y="1369136"/>
                  </a:lnTo>
                  <a:lnTo>
                    <a:pt x="717614" y="1369052"/>
                  </a:lnTo>
                  <a:lnTo>
                    <a:pt x="717510" y="1368958"/>
                  </a:lnTo>
                  <a:lnTo>
                    <a:pt x="717418" y="1368912"/>
                  </a:lnTo>
                  <a:lnTo>
                    <a:pt x="717344" y="1368863"/>
                  </a:lnTo>
                  <a:lnTo>
                    <a:pt x="717280" y="1368808"/>
                  </a:lnTo>
                  <a:lnTo>
                    <a:pt x="717229" y="1368747"/>
                  </a:lnTo>
                  <a:lnTo>
                    <a:pt x="717184" y="1368667"/>
                  </a:lnTo>
                  <a:lnTo>
                    <a:pt x="717128" y="1368473"/>
                  </a:lnTo>
                  <a:lnTo>
                    <a:pt x="717097" y="1368375"/>
                  </a:lnTo>
                  <a:lnTo>
                    <a:pt x="717032" y="1368233"/>
                  </a:lnTo>
                  <a:lnTo>
                    <a:pt x="716916" y="1367947"/>
                  </a:lnTo>
                  <a:lnTo>
                    <a:pt x="716841" y="1367823"/>
                  </a:lnTo>
                  <a:lnTo>
                    <a:pt x="716781" y="1367792"/>
                  </a:lnTo>
                  <a:lnTo>
                    <a:pt x="716743" y="1367795"/>
                  </a:lnTo>
                  <a:lnTo>
                    <a:pt x="716675" y="1367829"/>
                  </a:lnTo>
                  <a:lnTo>
                    <a:pt x="716590" y="1367907"/>
                  </a:lnTo>
                  <a:lnTo>
                    <a:pt x="716512" y="1367975"/>
                  </a:lnTo>
                  <a:lnTo>
                    <a:pt x="716383" y="1368058"/>
                  </a:lnTo>
                  <a:lnTo>
                    <a:pt x="716279" y="1368097"/>
                  </a:lnTo>
                  <a:lnTo>
                    <a:pt x="716118" y="1368142"/>
                  </a:lnTo>
                  <a:lnTo>
                    <a:pt x="716052" y="1368177"/>
                  </a:lnTo>
                  <a:lnTo>
                    <a:pt x="716028" y="1368197"/>
                  </a:lnTo>
                  <a:lnTo>
                    <a:pt x="715984" y="1368264"/>
                  </a:lnTo>
                  <a:lnTo>
                    <a:pt x="715982" y="1368302"/>
                  </a:lnTo>
                  <a:lnTo>
                    <a:pt x="715988" y="1368377"/>
                  </a:lnTo>
                  <a:lnTo>
                    <a:pt x="716001" y="1368501"/>
                  </a:lnTo>
                  <a:lnTo>
                    <a:pt x="716016" y="1368651"/>
                  </a:lnTo>
                  <a:lnTo>
                    <a:pt x="716013" y="1368772"/>
                  </a:lnTo>
                  <a:lnTo>
                    <a:pt x="716002" y="1368817"/>
                  </a:lnTo>
                  <a:lnTo>
                    <a:pt x="715969" y="1368839"/>
                  </a:lnTo>
                  <a:lnTo>
                    <a:pt x="715916" y="1368848"/>
                  </a:lnTo>
                  <a:lnTo>
                    <a:pt x="715696" y="1368838"/>
                  </a:lnTo>
                  <a:lnTo>
                    <a:pt x="715492" y="1368845"/>
                  </a:lnTo>
                  <a:lnTo>
                    <a:pt x="715385" y="1368857"/>
                  </a:lnTo>
                  <a:lnTo>
                    <a:pt x="715320" y="1368874"/>
                  </a:lnTo>
                  <a:lnTo>
                    <a:pt x="715290" y="1368881"/>
                  </a:lnTo>
                  <a:lnTo>
                    <a:pt x="715275" y="1368901"/>
                  </a:lnTo>
                  <a:lnTo>
                    <a:pt x="715261" y="1368938"/>
                  </a:lnTo>
                  <a:lnTo>
                    <a:pt x="715226" y="1368987"/>
                  </a:lnTo>
                  <a:lnTo>
                    <a:pt x="715168" y="1369052"/>
                  </a:lnTo>
                  <a:lnTo>
                    <a:pt x="715141" y="1369143"/>
                  </a:lnTo>
                  <a:lnTo>
                    <a:pt x="715132" y="1369221"/>
                  </a:lnTo>
                  <a:lnTo>
                    <a:pt x="715172" y="1369297"/>
                  </a:lnTo>
                  <a:lnTo>
                    <a:pt x="715178" y="1369317"/>
                  </a:lnTo>
                  <a:lnTo>
                    <a:pt x="715134" y="1369338"/>
                  </a:lnTo>
                  <a:lnTo>
                    <a:pt x="715089" y="1369346"/>
                  </a:lnTo>
                  <a:lnTo>
                    <a:pt x="715010" y="1369350"/>
                  </a:lnTo>
                  <a:lnTo>
                    <a:pt x="714847" y="1369337"/>
                  </a:lnTo>
                  <a:lnTo>
                    <a:pt x="714710" y="1369326"/>
                  </a:lnTo>
                  <a:lnTo>
                    <a:pt x="714640" y="1369351"/>
                  </a:lnTo>
                  <a:lnTo>
                    <a:pt x="714489" y="1369414"/>
                  </a:lnTo>
                  <a:lnTo>
                    <a:pt x="714462" y="1369430"/>
                  </a:lnTo>
                  <a:lnTo>
                    <a:pt x="714437" y="1369473"/>
                  </a:lnTo>
                  <a:lnTo>
                    <a:pt x="714404" y="1369530"/>
                  </a:lnTo>
                  <a:lnTo>
                    <a:pt x="714378" y="1369578"/>
                  </a:lnTo>
                  <a:lnTo>
                    <a:pt x="714301" y="1369598"/>
                  </a:lnTo>
                  <a:lnTo>
                    <a:pt x="714211" y="1369614"/>
                  </a:lnTo>
                  <a:lnTo>
                    <a:pt x="714138" y="1369597"/>
                  </a:lnTo>
                  <a:lnTo>
                    <a:pt x="714004" y="1369569"/>
                  </a:lnTo>
                  <a:lnTo>
                    <a:pt x="713894" y="1369553"/>
                  </a:lnTo>
                  <a:lnTo>
                    <a:pt x="713873" y="1369539"/>
                  </a:lnTo>
                  <a:lnTo>
                    <a:pt x="713829" y="1369475"/>
                  </a:lnTo>
                  <a:lnTo>
                    <a:pt x="713728" y="1369353"/>
                  </a:lnTo>
                  <a:lnTo>
                    <a:pt x="713660" y="1369289"/>
                  </a:lnTo>
                  <a:lnTo>
                    <a:pt x="713590" y="1369238"/>
                  </a:lnTo>
                  <a:lnTo>
                    <a:pt x="713552" y="1369224"/>
                  </a:lnTo>
                  <a:lnTo>
                    <a:pt x="713517" y="1369231"/>
                  </a:lnTo>
                  <a:lnTo>
                    <a:pt x="713391" y="1369279"/>
                  </a:lnTo>
                  <a:lnTo>
                    <a:pt x="713333" y="1369319"/>
                  </a:lnTo>
                  <a:lnTo>
                    <a:pt x="713291" y="1369365"/>
                  </a:lnTo>
                  <a:lnTo>
                    <a:pt x="713255" y="1369414"/>
                  </a:lnTo>
                  <a:lnTo>
                    <a:pt x="713244" y="1369463"/>
                  </a:lnTo>
                  <a:lnTo>
                    <a:pt x="713181" y="1369535"/>
                  </a:lnTo>
                  <a:lnTo>
                    <a:pt x="713140" y="1369573"/>
                  </a:lnTo>
                  <a:lnTo>
                    <a:pt x="713060" y="1369594"/>
                  </a:lnTo>
                  <a:lnTo>
                    <a:pt x="713005" y="1369615"/>
                  </a:lnTo>
                  <a:lnTo>
                    <a:pt x="712925" y="1369640"/>
                  </a:lnTo>
                  <a:lnTo>
                    <a:pt x="712862" y="1369688"/>
                  </a:lnTo>
                  <a:lnTo>
                    <a:pt x="712862" y="1369697"/>
                  </a:lnTo>
                  <a:lnTo>
                    <a:pt x="712883" y="1369759"/>
                  </a:lnTo>
                  <a:lnTo>
                    <a:pt x="712916" y="1369884"/>
                  </a:lnTo>
                  <a:lnTo>
                    <a:pt x="712984" y="1370008"/>
                  </a:lnTo>
                  <a:lnTo>
                    <a:pt x="713008" y="1370048"/>
                  </a:lnTo>
                  <a:lnTo>
                    <a:pt x="713014" y="1370085"/>
                  </a:lnTo>
                  <a:lnTo>
                    <a:pt x="713008" y="1370107"/>
                  </a:lnTo>
                  <a:lnTo>
                    <a:pt x="712983" y="1370163"/>
                  </a:lnTo>
                  <a:lnTo>
                    <a:pt x="712951" y="1370226"/>
                  </a:lnTo>
                  <a:lnTo>
                    <a:pt x="712908" y="1370377"/>
                  </a:lnTo>
                  <a:lnTo>
                    <a:pt x="712897" y="1370436"/>
                  </a:lnTo>
                  <a:lnTo>
                    <a:pt x="712892" y="1370519"/>
                  </a:lnTo>
                  <a:lnTo>
                    <a:pt x="712897" y="1370568"/>
                  </a:lnTo>
                  <a:lnTo>
                    <a:pt x="712917" y="1370625"/>
                  </a:lnTo>
                  <a:lnTo>
                    <a:pt x="712972" y="1370695"/>
                  </a:lnTo>
                  <a:lnTo>
                    <a:pt x="713017" y="1370730"/>
                  </a:lnTo>
                  <a:lnTo>
                    <a:pt x="713035" y="1370752"/>
                  </a:lnTo>
                  <a:lnTo>
                    <a:pt x="713033" y="1370769"/>
                  </a:lnTo>
                  <a:lnTo>
                    <a:pt x="713018" y="1370794"/>
                  </a:lnTo>
                  <a:lnTo>
                    <a:pt x="712990" y="1370826"/>
                  </a:lnTo>
                  <a:lnTo>
                    <a:pt x="712906" y="1370883"/>
                  </a:lnTo>
                  <a:lnTo>
                    <a:pt x="712851" y="1370927"/>
                  </a:lnTo>
                  <a:lnTo>
                    <a:pt x="712827" y="1370959"/>
                  </a:lnTo>
                  <a:lnTo>
                    <a:pt x="712814" y="1371033"/>
                  </a:lnTo>
                  <a:lnTo>
                    <a:pt x="712817" y="1371084"/>
                  </a:lnTo>
                  <a:lnTo>
                    <a:pt x="712820" y="1371151"/>
                  </a:lnTo>
                  <a:lnTo>
                    <a:pt x="712806" y="1371198"/>
                  </a:lnTo>
                  <a:lnTo>
                    <a:pt x="712782" y="1371253"/>
                  </a:lnTo>
                  <a:lnTo>
                    <a:pt x="712763" y="1371278"/>
                  </a:lnTo>
                  <a:lnTo>
                    <a:pt x="712719" y="1371360"/>
                  </a:lnTo>
                  <a:lnTo>
                    <a:pt x="712711" y="1371404"/>
                  </a:lnTo>
                  <a:lnTo>
                    <a:pt x="712684" y="1371484"/>
                  </a:lnTo>
                  <a:lnTo>
                    <a:pt x="712662" y="1371555"/>
                  </a:lnTo>
                  <a:lnTo>
                    <a:pt x="712660" y="1371604"/>
                  </a:lnTo>
                  <a:lnTo>
                    <a:pt x="712674" y="1371711"/>
                  </a:lnTo>
                  <a:lnTo>
                    <a:pt x="712699" y="1371817"/>
                  </a:lnTo>
                  <a:lnTo>
                    <a:pt x="712741" y="1371927"/>
                  </a:lnTo>
                  <a:lnTo>
                    <a:pt x="712777" y="1372001"/>
                  </a:lnTo>
                  <a:lnTo>
                    <a:pt x="712777" y="1372021"/>
                  </a:lnTo>
                  <a:lnTo>
                    <a:pt x="712771" y="1372035"/>
                  </a:lnTo>
                  <a:lnTo>
                    <a:pt x="712729" y="1372068"/>
                  </a:lnTo>
                  <a:lnTo>
                    <a:pt x="712653" y="1372126"/>
                  </a:lnTo>
                  <a:lnTo>
                    <a:pt x="712583" y="1372188"/>
                  </a:lnTo>
                  <a:lnTo>
                    <a:pt x="712490" y="1372279"/>
                  </a:lnTo>
                  <a:lnTo>
                    <a:pt x="712433" y="1372313"/>
                  </a:lnTo>
                  <a:lnTo>
                    <a:pt x="712406" y="1372317"/>
                  </a:lnTo>
                  <a:lnTo>
                    <a:pt x="712279" y="1372309"/>
                  </a:lnTo>
                  <a:lnTo>
                    <a:pt x="712129" y="1372311"/>
                  </a:lnTo>
                  <a:lnTo>
                    <a:pt x="712055" y="1372305"/>
                  </a:lnTo>
                  <a:lnTo>
                    <a:pt x="712000" y="1372282"/>
                  </a:lnTo>
                  <a:lnTo>
                    <a:pt x="711912" y="1372290"/>
                  </a:lnTo>
                  <a:lnTo>
                    <a:pt x="711879" y="1372284"/>
                  </a:lnTo>
                  <a:lnTo>
                    <a:pt x="711848" y="1372261"/>
                  </a:lnTo>
                  <a:lnTo>
                    <a:pt x="711796" y="1372197"/>
                  </a:lnTo>
                  <a:lnTo>
                    <a:pt x="711785" y="1372169"/>
                  </a:lnTo>
                  <a:lnTo>
                    <a:pt x="711761" y="1372107"/>
                  </a:lnTo>
                  <a:lnTo>
                    <a:pt x="711722" y="1372083"/>
                  </a:lnTo>
                  <a:lnTo>
                    <a:pt x="711657" y="1372074"/>
                  </a:lnTo>
                  <a:lnTo>
                    <a:pt x="711595" y="1372078"/>
                  </a:lnTo>
                  <a:lnTo>
                    <a:pt x="711546" y="1372117"/>
                  </a:lnTo>
                  <a:lnTo>
                    <a:pt x="711500" y="1372166"/>
                  </a:lnTo>
                  <a:lnTo>
                    <a:pt x="711457" y="1372216"/>
                  </a:lnTo>
                  <a:lnTo>
                    <a:pt x="711436" y="1372220"/>
                  </a:lnTo>
                  <a:lnTo>
                    <a:pt x="711402" y="1372214"/>
                  </a:lnTo>
                  <a:lnTo>
                    <a:pt x="711373" y="1372181"/>
                  </a:lnTo>
                  <a:lnTo>
                    <a:pt x="711355" y="1372089"/>
                  </a:lnTo>
                  <a:lnTo>
                    <a:pt x="711315" y="1371928"/>
                  </a:lnTo>
                  <a:lnTo>
                    <a:pt x="711293" y="1371879"/>
                  </a:lnTo>
                  <a:lnTo>
                    <a:pt x="711262" y="1371843"/>
                  </a:lnTo>
                  <a:lnTo>
                    <a:pt x="711238" y="1371776"/>
                  </a:lnTo>
                  <a:lnTo>
                    <a:pt x="711231" y="1371762"/>
                  </a:lnTo>
                  <a:lnTo>
                    <a:pt x="711167" y="1371791"/>
                  </a:lnTo>
                  <a:lnTo>
                    <a:pt x="711100" y="1371802"/>
                  </a:lnTo>
                  <a:lnTo>
                    <a:pt x="711025" y="1371817"/>
                  </a:lnTo>
                  <a:lnTo>
                    <a:pt x="710864" y="1371856"/>
                  </a:lnTo>
                  <a:lnTo>
                    <a:pt x="710797" y="1371885"/>
                  </a:lnTo>
                  <a:lnTo>
                    <a:pt x="710791" y="1371883"/>
                  </a:lnTo>
                  <a:lnTo>
                    <a:pt x="710778" y="1371835"/>
                  </a:lnTo>
                  <a:lnTo>
                    <a:pt x="710751" y="1371801"/>
                  </a:lnTo>
                  <a:lnTo>
                    <a:pt x="710711" y="1371767"/>
                  </a:lnTo>
                  <a:lnTo>
                    <a:pt x="710667" y="1371691"/>
                  </a:lnTo>
                  <a:lnTo>
                    <a:pt x="710601" y="1371607"/>
                  </a:lnTo>
                  <a:lnTo>
                    <a:pt x="710548" y="1371539"/>
                  </a:lnTo>
                  <a:lnTo>
                    <a:pt x="710498" y="1371487"/>
                  </a:lnTo>
                  <a:lnTo>
                    <a:pt x="710479" y="1371479"/>
                  </a:lnTo>
                  <a:lnTo>
                    <a:pt x="710451" y="1371482"/>
                  </a:lnTo>
                  <a:lnTo>
                    <a:pt x="710394" y="1371519"/>
                  </a:lnTo>
                  <a:lnTo>
                    <a:pt x="710364" y="1371526"/>
                  </a:lnTo>
                  <a:lnTo>
                    <a:pt x="710353" y="1371526"/>
                  </a:lnTo>
                  <a:lnTo>
                    <a:pt x="710323" y="1371523"/>
                  </a:lnTo>
                  <a:lnTo>
                    <a:pt x="710277" y="1371519"/>
                  </a:lnTo>
                  <a:lnTo>
                    <a:pt x="710269" y="1371518"/>
                  </a:lnTo>
                  <a:lnTo>
                    <a:pt x="710208" y="1371507"/>
                  </a:lnTo>
                  <a:lnTo>
                    <a:pt x="710101" y="1371528"/>
                  </a:lnTo>
                  <a:lnTo>
                    <a:pt x="710019" y="1371546"/>
                  </a:lnTo>
                  <a:lnTo>
                    <a:pt x="709935" y="1371552"/>
                  </a:lnTo>
                  <a:lnTo>
                    <a:pt x="709906" y="1371564"/>
                  </a:lnTo>
                  <a:lnTo>
                    <a:pt x="709838" y="1371613"/>
                  </a:lnTo>
                  <a:lnTo>
                    <a:pt x="709771" y="1371676"/>
                  </a:lnTo>
                  <a:lnTo>
                    <a:pt x="709741" y="1371688"/>
                  </a:lnTo>
                  <a:lnTo>
                    <a:pt x="709632" y="1371695"/>
                  </a:lnTo>
                  <a:lnTo>
                    <a:pt x="709535" y="1371725"/>
                  </a:lnTo>
                  <a:lnTo>
                    <a:pt x="709457" y="1371764"/>
                  </a:lnTo>
                  <a:lnTo>
                    <a:pt x="709395" y="1371817"/>
                  </a:lnTo>
                  <a:lnTo>
                    <a:pt x="709312" y="1371913"/>
                  </a:lnTo>
                  <a:lnTo>
                    <a:pt x="709249" y="1371955"/>
                  </a:lnTo>
                  <a:lnTo>
                    <a:pt x="709153" y="1371997"/>
                  </a:lnTo>
                  <a:lnTo>
                    <a:pt x="709011" y="1372041"/>
                  </a:lnTo>
                  <a:lnTo>
                    <a:pt x="708943" y="1372075"/>
                  </a:lnTo>
                  <a:lnTo>
                    <a:pt x="708916" y="1372091"/>
                  </a:lnTo>
                  <a:lnTo>
                    <a:pt x="708881" y="1372141"/>
                  </a:lnTo>
                  <a:lnTo>
                    <a:pt x="708868" y="1372186"/>
                  </a:lnTo>
                  <a:lnTo>
                    <a:pt x="708873" y="1372206"/>
                  </a:lnTo>
                  <a:lnTo>
                    <a:pt x="708926" y="1372274"/>
                  </a:lnTo>
                  <a:lnTo>
                    <a:pt x="708982" y="1372310"/>
                  </a:lnTo>
                  <a:lnTo>
                    <a:pt x="709033" y="1372337"/>
                  </a:lnTo>
                  <a:lnTo>
                    <a:pt x="709074" y="1372387"/>
                  </a:lnTo>
                  <a:lnTo>
                    <a:pt x="709076" y="1372455"/>
                  </a:lnTo>
                  <a:lnTo>
                    <a:pt x="709073" y="1372492"/>
                  </a:lnTo>
                  <a:lnTo>
                    <a:pt x="709044" y="1372551"/>
                  </a:lnTo>
                  <a:lnTo>
                    <a:pt x="709021" y="1372614"/>
                  </a:lnTo>
                  <a:lnTo>
                    <a:pt x="709005" y="1372642"/>
                  </a:lnTo>
                  <a:lnTo>
                    <a:pt x="708993" y="1372738"/>
                  </a:lnTo>
                  <a:lnTo>
                    <a:pt x="708979" y="1372784"/>
                  </a:lnTo>
                  <a:lnTo>
                    <a:pt x="708938" y="1372823"/>
                  </a:lnTo>
                  <a:lnTo>
                    <a:pt x="708900" y="1372908"/>
                  </a:lnTo>
                  <a:lnTo>
                    <a:pt x="708857" y="1372986"/>
                  </a:lnTo>
                  <a:lnTo>
                    <a:pt x="708783" y="1373120"/>
                  </a:lnTo>
                  <a:lnTo>
                    <a:pt x="708773" y="1373160"/>
                  </a:lnTo>
                  <a:lnTo>
                    <a:pt x="708769" y="1373212"/>
                  </a:lnTo>
                  <a:lnTo>
                    <a:pt x="708760" y="1373218"/>
                  </a:lnTo>
                  <a:lnTo>
                    <a:pt x="708737" y="1373217"/>
                  </a:lnTo>
                  <a:lnTo>
                    <a:pt x="708652" y="1373210"/>
                  </a:lnTo>
                  <a:lnTo>
                    <a:pt x="708528" y="1373223"/>
                  </a:lnTo>
                  <a:lnTo>
                    <a:pt x="708477" y="1373247"/>
                  </a:lnTo>
                  <a:lnTo>
                    <a:pt x="708458" y="1373267"/>
                  </a:lnTo>
                  <a:lnTo>
                    <a:pt x="708430" y="1373314"/>
                  </a:lnTo>
                  <a:lnTo>
                    <a:pt x="708380" y="1373285"/>
                  </a:lnTo>
                  <a:lnTo>
                    <a:pt x="708303" y="1373270"/>
                  </a:lnTo>
                  <a:lnTo>
                    <a:pt x="708208" y="1373263"/>
                  </a:lnTo>
                  <a:lnTo>
                    <a:pt x="708193" y="1373269"/>
                  </a:lnTo>
                  <a:lnTo>
                    <a:pt x="708154" y="1373289"/>
                  </a:lnTo>
                  <a:lnTo>
                    <a:pt x="708142" y="1373301"/>
                  </a:lnTo>
                  <a:lnTo>
                    <a:pt x="708109" y="1373370"/>
                  </a:lnTo>
                  <a:lnTo>
                    <a:pt x="708051" y="1373391"/>
                  </a:lnTo>
                  <a:lnTo>
                    <a:pt x="707965" y="1373435"/>
                  </a:lnTo>
                  <a:lnTo>
                    <a:pt x="707809" y="1373484"/>
                  </a:lnTo>
                  <a:lnTo>
                    <a:pt x="707736" y="1373518"/>
                  </a:lnTo>
                  <a:lnTo>
                    <a:pt x="707663" y="1373588"/>
                  </a:lnTo>
                  <a:lnTo>
                    <a:pt x="707572" y="1373624"/>
                  </a:lnTo>
                  <a:lnTo>
                    <a:pt x="707494" y="1373646"/>
                  </a:lnTo>
                  <a:lnTo>
                    <a:pt x="707410" y="1373658"/>
                  </a:lnTo>
                  <a:lnTo>
                    <a:pt x="707319" y="1373683"/>
                  </a:lnTo>
                  <a:lnTo>
                    <a:pt x="707216" y="1373710"/>
                  </a:lnTo>
                  <a:lnTo>
                    <a:pt x="707177" y="1373712"/>
                  </a:lnTo>
                  <a:lnTo>
                    <a:pt x="707152" y="1373710"/>
                  </a:lnTo>
                  <a:lnTo>
                    <a:pt x="707095" y="1373662"/>
                  </a:lnTo>
                  <a:lnTo>
                    <a:pt x="707046" y="1373641"/>
                  </a:lnTo>
                  <a:lnTo>
                    <a:pt x="707011" y="1373638"/>
                  </a:lnTo>
                  <a:lnTo>
                    <a:pt x="707003" y="1373642"/>
                  </a:lnTo>
                  <a:lnTo>
                    <a:pt x="707002" y="1373657"/>
                  </a:lnTo>
                  <a:lnTo>
                    <a:pt x="706991" y="1373688"/>
                  </a:lnTo>
                  <a:lnTo>
                    <a:pt x="706941" y="1373739"/>
                  </a:lnTo>
                  <a:lnTo>
                    <a:pt x="706896" y="1373769"/>
                  </a:lnTo>
                  <a:lnTo>
                    <a:pt x="706859" y="1373828"/>
                  </a:lnTo>
                  <a:lnTo>
                    <a:pt x="706808" y="1373909"/>
                  </a:lnTo>
                  <a:lnTo>
                    <a:pt x="706769" y="1373943"/>
                  </a:lnTo>
                  <a:lnTo>
                    <a:pt x="706690" y="1374023"/>
                  </a:lnTo>
                  <a:lnTo>
                    <a:pt x="706649" y="1374052"/>
                  </a:lnTo>
                  <a:lnTo>
                    <a:pt x="706601" y="1374063"/>
                  </a:lnTo>
                  <a:lnTo>
                    <a:pt x="706519" y="1374077"/>
                  </a:lnTo>
                  <a:lnTo>
                    <a:pt x="706464" y="1374090"/>
                  </a:lnTo>
                  <a:lnTo>
                    <a:pt x="706404" y="1374092"/>
                  </a:lnTo>
                  <a:lnTo>
                    <a:pt x="706384" y="1374094"/>
                  </a:lnTo>
                  <a:lnTo>
                    <a:pt x="706372" y="1374099"/>
                  </a:lnTo>
                  <a:lnTo>
                    <a:pt x="706368" y="1374104"/>
                  </a:lnTo>
                  <a:lnTo>
                    <a:pt x="706362" y="1374114"/>
                  </a:lnTo>
                  <a:lnTo>
                    <a:pt x="706359" y="1374118"/>
                  </a:lnTo>
                  <a:lnTo>
                    <a:pt x="706299" y="1374180"/>
                  </a:lnTo>
                  <a:lnTo>
                    <a:pt x="706273" y="1374233"/>
                  </a:lnTo>
                  <a:lnTo>
                    <a:pt x="706272" y="1374245"/>
                  </a:lnTo>
                  <a:lnTo>
                    <a:pt x="706262" y="1374260"/>
                  </a:lnTo>
                  <a:lnTo>
                    <a:pt x="706242" y="1374339"/>
                  </a:lnTo>
                  <a:lnTo>
                    <a:pt x="706230" y="1374397"/>
                  </a:lnTo>
                  <a:lnTo>
                    <a:pt x="706224" y="1374479"/>
                  </a:lnTo>
                  <a:lnTo>
                    <a:pt x="706215" y="1374553"/>
                  </a:lnTo>
                  <a:lnTo>
                    <a:pt x="706196" y="1374616"/>
                  </a:lnTo>
                  <a:lnTo>
                    <a:pt x="706171" y="1374730"/>
                  </a:lnTo>
                  <a:lnTo>
                    <a:pt x="706160" y="1374791"/>
                  </a:lnTo>
                  <a:lnTo>
                    <a:pt x="706156" y="1374844"/>
                  </a:lnTo>
                  <a:lnTo>
                    <a:pt x="706168" y="1374922"/>
                  </a:lnTo>
                  <a:lnTo>
                    <a:pt x="706199" y="1374966"/>
                  </a:lnTo>
                  <a:lnTo>
                    <a:pt x="706231" y="1375002"/>
                  </a:lnTo>
                  <a:lnTo>
                    <a:pt x="706238" y="1375019"/>
                  </a:lnTo>
                  <a:lnTo>
                    <a:pt x="706219" y="1375033"/>
                  </a:lnTo>
                  <a:lnTo>
                    <a:pt x="706155" y="1375052"/>
                  </a:lnTo>
                  <a:lnTo>
                    <a:pt x="706095" y="1375071"/>
                  </a:lnTo>
                  <a:lnTo>
                    <a:pt x="706041" y="1375080"/>
                  </a:lnTo>
                  <a:lnTo>
                    <a:pt x="705981" y="1375117"/>
                  </a:lnTo>
                  <a:lnTo>
                    <a:pt x="705952" y="1375136"/>
                  </a:lnTo>
                  <a:lnTo>
                    <a:pt x="705926" y="1375139"/>
                  </a:lnTo>
                  <a:lnTo>
                    <a:pt x="705869" y="1375127"/>
                  </a:lnTo>
                  <a:lnTo>
                    <a:pt x="705821" y="1375115"/>
                  </a:lnTo>
                  <a:lnTo>
                    <a:pt x="705789" y="1375113"/>
                  </a:lnTo>
                  <a:lnTo>
                    <a:pt x="705755" y="1375117"/>
                  </a:lnTo>
                  <a:lnTo>
                    <a:pt x="705705" y="1375140"/>
                  </a:lnTo>
                  <a:lnTo>
                    <a:pt x="705667" y="1375162"/>
                  </a:lnTo>
                  <a:lnTo>
                    <a:pt x="705620" y="1375214"/>
                  </a:lnTo>
                  <a:lnTo>
                    <a:pt x="705588" y="1375284"/>
                  </a:lnTo>
                  <a:lnTo>
                    <a:pt x="705586" y="1375319"/>
                  </a:lnTo>
                  <a:lnTo>
                    <a:pt x="705592" y="1375356"/>
                  </a:lnTo>
                  <a:lnTo>
                    <a:pt x="705596" y="1375383"/>
                  </a:lnTo>
                  <a:lnTo>
                    <a:pt x="705590" y="1375390"/>
                  </a:lnTo>
                  <a:lnTo>
                    <a:pt x="705570" y="1375362"/>
                  </a:lnTo>
                  <a:lnTo>
                    <a:pt x="705525" y="1375330"/>
                  </a:lnTo>
                  <a:lnTo>
                    <a:pt x="705477" y="1375295"/>
                  </a:lnTo>
                  <a:lnTo>
                    <a:pt x="705442" y="1375272"/>
                  </a:lnTo>
                  <a:lnTo>
                    <a:pt x="705410" y="1375270"/>
                  </a:lnTo>
                  <a:lnTo>
                    <a:pt x="705361" y="1375278"/>
                  </a:lnTo>
                  <a:lnTo>
                    <a:pt x="705301" y="1375301"/>
                  </a:lnTo>
                  <a:lnTo>
                    <a:pt x="705211" y="1375334"/>
                  </a:lnTo>
                  <a:lnTo>
                    <a:pt x="705173" y="1375347"/>
                  </a:lnTo>
                  <a:lnTo>
                    <a:pt x="705113" y="1375366"/>
                  </a:lnTo>
                  <a:lnTo>
                    <a:pt x="705078" y="1375366"/>
                  </a:lnTo>
                  <a:lnTo>
                    <a:pt x="705058" y="1375356"/>
                  </a:lnTo>
                  <a:lnTo>
                    <a:pt x="705025" y="1375301"/>
                  </a:lnTo>
                  <a:lnTo>
                    <a:pt x="704991" y="1375229"/>
                  </a:lnTo>
                  <a:lnTo>
                    <a:pt x="704969" y="1375190"/>
                  </a:lnTo>
                  <a:lnTo>
                    <a:pt x="704950" y="1375172"/>
                  </a:lnTo>
                  <a:lnTo>
                    <a:pt x="704902" y="1375157"/>
                  </a:lnTo>
                  <a:lnTo>
                    <a:pt x="704869" y="1375146"/>
                  </a:lnTo>
                  <a:lnTo>
                    <a:pt x="704850" y="1375114"/>
                  </a:lnTo>
                  <a:lnTo>
                    <a:pt x="704819" y="1375098"/>
                  </a:lnTo>
                  <a:lnTo>
                    <a:pt x="704789" y="1375086"/>
                  </a:lnTo>
                  <a:lnTo>
                    <a:pt x="704741" y="1375077"/>
                  </a:lnTo>
                  <a:lnTo>
                    <a:pt x="704693" y="1375064"/>
                  </a:lnTo>
                  <a:lnTo>
                    <a:pt x="704659" y="1375041"/>
                  </a:lnTo>
                  <a:lnTo>
                    <a:pt x="704623" y="1375003"/>
                  </a:lnTo>
                  <a:lnTo>
                    <a:pt x="704599" y="1374959"/>
                  </a:lnTo>
                  <a:lnTo>
                    <a:pt x="704553" y="1374866"/>
                  </a:lnTo>
                  <a:lnTo>
                    <a:pt x="704521" y="1374808"/>
                  </a:lnTo>
                  <a:lnTo>
                    <a:pt x="704502" y="1374764"/>
                  </a:lnTo>
                  <a:lnTo>
                    <a:pt x="704475" y="1374739"/>
                  </a:lnTo>
                  <a:lnTo>
                    <a:pt x="704416" y="1374711"/>
                  </a:lnTo>
                  <a:lnTo>
                    <a:pt x="704360" y="1374685"/>
                  </a:lnTo>
                  <a:lnTo>
                    <a:pt x="704312" y="1374655"/>
                  </a:lnTo>
                  <a:lnTo>
                    <a:pt x="704286" y="1374647"/>
                  </a:lnTo>
                  <a:lnTo>
                    <a:pt x="704257" y="1374647"/>
                  </a:lnTo>
                  <a:lnTo>
                    <a:pt x="704210" y="1374672"/>
                  </a:lnTo>
                  <a:lnTo>
                    <a:pt x="704165" y="1374700"/>
                  </a:lnTo>
                  <a:lnTo>
                    <a:pt x="704131" y="1374702"/>
                  </a:lnTo>
                  <a:lnTo>
                    <a:pt x="704087" y="1374700"/>
                  </a:lnTo>
                  <a:lnTo>
                    <a:pt x="704040" y="1374691"/>
                  </a:lnTo>
                  <a:lnTo>
                    <a:pt x="703994" y="1374681"/>
                  </a:lnTo>
                  <a:lnTo>
                    <a:pt x="703963" y="1374680"/>
                  </a:lnTo>
                  <a:lnTo>
                    <a:pt x="703936" y="1374688"/>
                  </a:lnTo>
                  <a:lnTo>
                    <a:pt x="703807" y="1374749"/>
                  </a:lnTo>
                  <a:lnTo>
                    <a:pt x="703748" y="1374753"/>
                  </a:lnTo>
                  <a:lnTo>
                    <a:pt x="703684" y="1374754"/>
                  </a:lnTo>
                  <a:lnTo>
                    <a:pt x="703616" y="1374757"/>
                  </a:lnTo>
                  <a:lnTo>
                    <a:pt x="703559" y="1374776"/>
                  </a:lnTo>
                  <a:lnTo>
                    <a:pt x="703466" y="1374791"/>
                  </a:lnTo>
                  <a:lnTo>
                    <a:pt x="703408" y="1374801"/>
                  </a:lnTo>
                  <a:lnTo>
                    <a:pt x="703328" y="1374813"/>
                  </a:lnTo>
                  <a:lnTo>
                    <a:pt x="703260" y="1374830"/>
                  </a:lnTo>
                  <a:lnTo>
                    <a:pt x="703214" y="1374846"/>
                  </a:lnTo>
                  <a:lnTo>
                    <a:pt x="703173" y="1374858"/>
                  </a:lnTo>
                  <a:lnTo>
                    <a:pt x="703121" y="1374860"/>
                  </a:lnTo>
                  <a:lnTo>
                    <a:pt x="703039" y="1374849"/>
                  </a:lnTo>
                  <a:lnTo>
                    <a:pt x="702951" y="1374834"/>
                  </a:lnTo>
                  <a:lnTo>
                    <a:pt x="702888" y="1374833"/>
                  </a:lnTo>
                  <a:lnTo>
                    <a:pt x="702833" y="1374833"/>
                  </a:lnTo>
                  <a:lnTo>
                    <a:pt x="702781" y="1374838"/>
                  </a:lnTo>
                  <a:lnTo>
                    <a:pt x="702762" y="1374849"/>
                  </a:lnTo>
                  <a:lnTo>
                    <a:pt x="702747" y="1374876"/>
                  </a:lnTo>
                  <a:lnTo>
                    <a:pt x="702727" y="1374895"/>
                  </a:lnTo>
                  <a:lnTo>
                    <a:pt x="702702" y="1374908"/>
                  </a:lnTo>
                  <a:lnTo>
                    <a:pt x="702568" y="1374947"/>
                  </a:lnTo>
                  <a:lnTo>
                    <a:pt x="702528" y="1374958"/>
                  </a:lnTo>
                  <a:lnTo>
                    <a:pt x="702525" y="1374977"/>
                  </a:lnTo>
                  <a:lnTo>
                    <a:pt x="702523" y="1375040"/>
                  </a:lnTo>
                  <a:lnTo>
                    <a:pt x="702509" y="1375073"/>
                  </a:lnTo>
                  <a:lnTo>
                    <a:pt x="702479" y="1375119"/>
                  </a:lnTo>
                  <a:lnTo>
                    <a:pt x="702449" y="1375204"/>
                  </a:lnTo>
                  <a:lnTo>
                    <a:pt x="702429" y="1375259"/>
                  </a:lnTo>
                  <a:lnTo>
                    <a:pt x="702401" y="1375332"/>
                  </a:lnTo>
                  <a:lnTo>
                    <a:pt x="702384" y="1375356"/>
                  </a:lnTo>
                  <a:lnTo>
                    <a:pt x="702359" y="1375366"/>
                  </a:lnTo>
                  <a:lnTo>
                    <a:pt x="702307" y="1375372"/>
                  </a:lnTo>
                  <a:lnTo>
                    <a:pt x="702234" y="1375393"/>
                  </a:lnTo>
                  <a:lnTo>
                    <a:pt x="702155" y="1375402"/>
                  </a:lnTo>
                  <a:lnTo>
                    <a:pt x="702116" y="1375386"/>
                  </a:lnTo>
                  <a:lnTo>
                    <a:pt x="702077" y="1375350"/>
                  </a:lnTo>
                  <a:lnTo>
                    <a:pt x="702016" y="1375297"/>
                  </a:lnTo>
                  <a:lnTo>
                    <a:pt x="701955" y="1375259"/>
                  </a:lnTo>
                  <a:lnTo>
                    <a:pt x="701869" y="1375233"/>
                  </a:lnTo>
                  <a:lnTo>
                    <a:pt x="701790" y="1375223"/>
                  </a:lnTo>
                  <a:lnTo>
                    <a:pt x="701743" y="1375228"/>
                  </a:lnTo>
                  <a:lnTo>
                    <a:pt x="701697" y="1375245"/>
                  </a:lnTo>
                  <a:lnTo>
                    <a:pt x="701619" y="1375292"/>
                  </a:lnTo>
                  <a:lnTo>
                    <a:pt x="701576" y="1375320"/>
                  </a:lnTo>
                  <a:lnTo>
                    <a:pt x="701552" y="1375346"/>
                  </a:lnTo>
                  <a:lnTo>
                    <a:pt x="701532" y="1375401"/>
                  </a:lnTo>
                  <a:lnTo>
                    <a:pt x="701517" y="1375452"/>
                  </a:lnTo>
                  <a:lnTo>
                    <a:pt x="701506" y="1375505"/>
                  </a:lnTo>
                  <a:lnTo>
                    <a:pt x="701478" y="1375560"/>
                  </a:lnTo>
                  <a:lnTo>
                    <a:pt x="701448" y="1375605"/>
                  </a:lnTo>
                  <a:lnTo>
                    <a:pt x="701411" y="1375665"/>
                  </a:lnTo>
                  <a:lnTo>
                    <a:pt x="701381" y="1375693"/>
                  </a:lnTo>
                  <a:lnTo>
                    <a:pt x="701335" y="1375724"/>
                  </a:lnTo>
                  <a:lnTo>
                    <a:pt x="701246" y="1375788"/>
                  </a:lnTo>
                  <a:lnTo>
                    <a:pt x="701176" y="1375813"/>
                  </a:lnTo>
                  <a:lnTo>
                    <a:pt x="701073" y="1375846"/>
                  </a:lnTo>
                  <a:lnTo>
                    <a:pt x="700997" y="1375873"/>
                  </a:lnTo>
                  <a:lnTo>
                    <a:pt x="700950" y="1375912"/>
                  </a:lnTo>
                  <a:lnTo>
                    <a:pt x="700860" y="1375961"/>
                  </a:lnTo>
                  <a:lnTo>
                    <a:pt x="700796" y="1375958"/>
                  </a:lnTo>
                  <a:lnTo>
                    <a:pt x="700721" y="1375914"/>
                  </a:lnTo>
                  <a:lnTo>
                    <a:pt x="700662" y="1375887"/>
                  </a:lnTo>
                  <a:lnTo>
                    <a:pt x="700625" y="1375894"/>
                  </a:lnTo>
                  <a:lnTo>
                    <a:pt x="700591" y="1375930"/>
                  </a:lnTo>
                  <a:lnTo>
                    <a:pt x="700553" y="1375961"/>
                  </a:lnTo>
                  <a:lnTo>
                    <a:pt x="700522" y="1375963"/>
                  </a:lnTo>
                  <a:lnTo>
                    <a:pt x="700432" y="1375947"/>
                  </a:lnTo>
                  <a:lnTo>
                    <a:pt x="700385" y="1375947"/>
                  </a:lnTo>
                  <a:lnTo>
                    <a:pt x="700331" y="1375963"/>
                  </a:lnTo>
                  <a:lnTo>
                    <a:pt x="700288" y="1375958"/>
                  </a:lnTo>
                  <a:lnTo>
                    <a:pt x="700204" y="1375932"/>
                  </a:lnTo>
                  <a:lnTo>
                    <a:pt x="700150" y="1375910"/>
                  </a:lnTo>
                  <a:lnTo>
                    <a:pt x="700117" y="1375916"/>
                  </a:lnTo>
                  <a:lnTo>
                    <a:pt x="700092" y="1375939"/>
                  </a:lnTo>
                  <a:lnTo>
                    <a:pt x="700035" y="1376030"/>
                  </a:lnTo>
                  <a:lnTo>
                    <a:pt x="699999" y="1376107"/>
                  </a:lnTo>
                  <a:lnTo>
                    <a:pt x="699948" y="1376234"/>
                  </a:lnTo>
                  <a:lnTo>
                    <a:pt x="699925" y="1376276"/>
                  </a:lnTo>
                  <a:lnTo>
                    <a:pt x="699918" y="1376336"/>
                  </a:lnTo>
                  <a:lnTo>
                    <a:pt x="699897" y="1376404"/>
                  </a:lnTo>
                  <a:lnTo>
                    <a:pt x="699877" y="1376439"/>
                  </a:lnTo>
                  <a:lnTo>
                    <a:pt x="699832" y="1376475"/>
                  </a:lnTo>
                  <a:lnTo>
                    <a:pt x="699798" y="1376498"/>
                  </a:lnTo>
                  <a:lnTo>
                    <a:pt x="699752" y="1376521"/>
                  </a:lnTo>
                  <a:lnTo>
                    <a:pt x="699710" y="1376528"/>
                  </a:lnTo>
                  <a:lnTo>
                    <a:pt x="699650" y="1376533"/>
                  </a:lnTo>
                  <a:lnTo>
                    <a:pt x="699598" y="1376543"/>
                  </a:lnTo>
                  <a:lnTo>
                    <a:pt x="699569" y="1376547"/>
                  </a:lnTo>
                  <a:lnTo>
                    <a:pt x="699537" y="1376562"/>
                  </a:lnTo>
                  <a:lnTo>
                    <a:pt x="699499" y="1376583"/>
                  </a:lnTo>
                  <a:lnTo>
                    <a:pt x="699471" y="1376580"/>
                  </a:lnTo>
                  <a:lnTo>
                    <a:pt x="699421" y="1376553"/>
                  </a:lnTo>
                  <a:lnTo>
                    <a:pt x="699380" y="1376520"/>
                  </a:lnTo>
                  <a:lnTo>
                    <a:pt x="699297" y="1376465"/>
                  </a:lnTo>
                  <a:lnTo>
                    <a:pt x="699254" y="1376415"/>
                  </a:lnTo>
                  <a:lnTo>
                    <a:pt x="699228" y="1376384"/>
                  </a:lnTo>
                  <a:lnTo>
                    <a:pt x="699199" y="1376383"/>
                  </a:lnTo>
                  <a:lnTo>
                    <a:pt x="699170" y="1376395"/>
                  </a:lnTo>
                  <a:lnTo>
                    <a:pt x="699111" y="1376418"/>
                  </a:lnTo>
                  <a:lnTo>
                    <a:pt x="699067" y="1376437"/>
                  </a:lnTo>
                  <a:lnTo>
                    <a:pt x="699052" y="1376467"/>
                  </a:lnTo>
                  <a:lnTo>
                    <a:pt x="699039" y="1376548"/>
                  </a:lnTo>
                  <a:lnTo>
                    <a:pt x="699038" y="1376619"/>
                  </a:lnTo>
                  <a:lnTo>
                    <a:pt x="699023" y="1376688"/>
                  </a:lnTo>
                  <a:lnTo>
                    <a:pt x="698992" y="1376792"/>
                  </a:lnTo>
                  <a:lnTo>
                    <a:pt x="698976" y="1376831"/>
                  </a:lnTo>
                  <a:lnTo>
                    <a:pt x="698935" y="1376918"/>
                  </a:lnTo>
                  <a:lnTo>
                    <a:pt x="698904" y="1376980"/>
                  </a:lnTo>
                  <a:lnTo>
                    <a:pt x="698890" y="1376994"/>
                  </a:lnTo>
                  <a:lnTo>
                    <a:pt x="698844" y="1376988"/>
                  </a:lnTo>
                  <a:lnTo>
                    <a:pt x="698805" y="1376991"/>
                  </a:lnTo>
                  <a:lnTo>
                    <a:pt x="698736" y="1377004"/>
                  </a:lnTo>
                  <a:lnTo>
                    <a:pt x="698674" y="1377048"/>
                  </a:lnTo>
                  <a:lnTo>
                    <a:pt x="698618" y="1377106"/>
                  </a:lnTo>
                  <a:lnTo>
                    <a:pt x="698561" y="1377159"/>
                  </a:lnTo>
                  <a:lnTo>
                    <a:pt x="698504" y="1377200"/>
                  </a:lnTo>
                  <a:lnTo>
                    <a:pt x="698484" y="1377202"/>
                  </a:lnTo>
                  <a:lnTo>
                    <a:pt x="698473" y="1377112"/>
                  </a:lnTo>
                  <a:lnTo>
                    <a:pt x="698465" y="1377005"/>
                  </a:lnTo>
                  <a:lnTo>
                    <a:pt x="698453" y="1376925"/>
                  </a:lnTo>
                  <a:lnTo>
                    <a:pt x="698438" y="1376865"/>
                  </a:lnTo>
                  <a:lnTo>
                    <a:pt x="698430" y="1376832"/>
                  </a:lnTo>
                  <a:lnTo>
                    <a:pt x="698392" y="1376620"/>
                  </a:lnTo>
                  <a:lnTo>
                    <a:pt x="698339" y="1376522"/>
                  </a:lnTo>
                  <a:lnTo>
                    <a:pt x="698284" y="1376478"/>
                  </a:lnTo>
                  <a:lnTo>
                    <a:pt x="698175" y="1376399"/>
                  </a:lnTo>
                  <a:lnTo>
                    <a:pt x="698127" y="1376353"/>
                  </a:lnTo>
                  <a:lnTo>
                    <a:pt x="698087" y="1376294"/>
                  </a:lnTo>
                  <a:lnTo>
                    <a:pt x="698039" y="1376186"/>
                  </a:lnTo>
                  <a:lnTo>
                    <a:pt x="698016" y="1376107"/>
                  </a:lnTo>
                  <a:lnTo>
                    <a:pt x="697972" y="1375949"/>
                  </a:lnTo>
                  <a:lnTo>
                    <a:pt x="697944" y="1375860"/>
                  </a:lnTo>
                  <a:lnTo>
                    <a:pt x="697916" y="1375775"/>
                  </a:lnTo>
                  <a:lnTo>
                    <a:pt x="697880" y="1375678"/>
                  </a:lnTo>
                  <a:lnTo>
                    <a:pt x="697868" y="1375661"/>
                  </a:lnTo>
                  <a:lnTo>
                    <a:pt x="697846" y="1375671"/>
                  </a:lnTo>
                  <a:lnTo>
                    <a:pt x="697829" y="1375689"/>
                  </a:lnTo>
                  <a:lnTo>
                    <a:pt x="697797" y="1375725"/>
                  </a:lnTo>
                  <a:lnTo>
                    <a:pt x="697763" y="1375761"/>
                  </a:lnTo>
                  <a:lnTo>
                    <a:pt x="697721" y="1375808"/>
                  </a:lnTo>
                  <a:lnTo>
                    <a:pt x="697654" y="1375844"/>
                  </a:lnTo>
                  <a:lnTo>
                    <a:pt x="697615" y="1375868"/>
                  </a:lnTo>
                  <a:lnTo>
                    <a:pt x="697584" y="1375899"/>
                  </a:lnTo>
                  <a:lnTo>
                    <a:pt x="697528" y="1375957"/>
                  </a:lnTo>
                  <a:lnTo>
                    <a:pt x="697454" y="1376069"/>
                  </a:lnTo>
                  <a:lnTo>
                    <a:pt x="697412" y="1376141"/>
                  </a:lnTo>
                  <a:lnTo>
                    <a:pt x="697347" y="1376239"/>
                  </a:lnTo>
                  <a:lnTo>
                    <a:pt x="697316" y="1376275"/>
                  </a:lnTo>
                  <a:lnTo>
                    <a:pt x="697270" y="1376311"/>
                  </a:lnTo>
                  <a:lnTo>
                    <a:pt x="697219" y="1376320"/>
                  </a:lnTo>
                  <a:lnTo>
                    <a:pt x="697172" y="1376315"/>
                  </a:lnTo>
                  <a:lnTo>
                    <a:pt x="697120" y="1376291"/>
                  </a:lnTo>
                  <a:lnTo>
                    <a:pt x="696970" y="1376215"/>
                  </a:lnTo>
                  <a:lnTo>
                    <a:pt x="696891" y="1376152"/>
                  </a:lnTo>
                  <a:lnTo>
                    <a:pt x="696819" y="1376091"/>
                  </a:lnTo>
                  <a:lnTo>
                    <a:pt x="696742" y="1376026"/>
                  </a:lnTo>
                  <a:lnTo>
                    <a:pt x="696697" y="1375973"/>
                  </a:lnTo>
                  <a:lnTo>
                    <a:pt x="696683" y="1375973"/>
                  </a:lnTo>
                  <a:lnTo>
                    <a:pt x="696676" y="1375993"/>
                  </a:lnTo>
                  <a:lnTo>
                    <a:pt x="696664" y="1376041"/>
                  </a:lnTo>
                  <a:lnTo>
                    <a:pt x="696632" y="1376127"/>
                  </a:lnTo>
                  <a:lnTo>
                    <a:pt x="696602" y="1376185"/>
                  </a:lnTo>
                  <a:lnTo>
                    <a:pt x="696542" y="1376314"/>
                  </a:lnTo>
                  <a:lnTo>
                    <a:pt x="696518" y="1376382"/>
                  </a:lnTo>
                  <a:lnTo>
                    <a:pt x="696492" y="1376513"/>
                  </a:lnTo>
                  <a:lnTo>
                    <a:pt x="696487" y="1376586"/>
                  </a:lnTo>
                  <a:lnTo>
                    <a:pt x="696475" y="1376672"/>
                  </a:lnTo>
                  <a:lnTo>
                    <a:pt x="696473" y="1376720"/>
                  </a:lnTo>
                  <a:lnTo>
                    <a:pt x="696464" y="1376789"/>
                  </a:lnTo>
                  <a:lnTo>
                    <a:pt x="696419" y="1376881"/>
                  </a:lnTo>
                  <a:lnTo>
                    <a:pt x="696359" y="1376940"/>
                  </a:lnTo>
                  <a:lnTo>
                    <a:pt x="696267" y="1377030"/>
                  </a:lnTo>
                  <a:lnTo>
                    <a:pt x="696216" y="1377070"/>
                  </a:lnTo>
                  <a:lnTo>
                    <a:pt x="696159" y="1377114"/>
                  </a:lnTo>
                  <a:lnTo>
                    <a:pt x="696117" y="1377130"/>
                  </a:lnTo>
                  <a:lnTo>
                    <a:pt x="696090" y="1377130"/>
                  </a:lnTo>
                  <a:lnTo>
                    <a:pt x="696054" y="1377122"/>
                  </a:lnTo>
                  <a:lnTo>
                    <a:pt x="695983" y="1377104"/>
                  </a:lnTo>
                  <a:lnTo>
                    <a:pt x="695864" y="1377080"/>
                  </a:lnTo>
                  <a:lnTo>
                    <a:pt x="695810" y="1377086"/>
                  </a:lnTo>
                  <a:lnTo>
                    <a:pt x="695735" y="1377110"/>
                  </a:lnTo>
                  <a:lnTo>
                    <a:pt x="695637" y="1377138"/>
                  </a:lnTo>
                  <a:lnTo>
                    <a:pt x="695537" y="1377150"/>
                  </a:lnTo>
                  <a:lnTo>
                    <a:pt x="695485" y="1377145"/>
                  </a:lnTo>
                  <a:lnTo>
                    <a:pt x="695423" y="1377129"/>
                  </a:lnTo>
                  <a:lnTo>
                    <a:pt x="695366" y="1377098"/>
                  </a:lnTo>
                  <a:lnTo>
                    <a:pt x="695306" y="1377063"/>
                  </a:lnTo>
                  <a:lnTo>
                    <a:pt x="695254" y="1377028"/>
                  </a:lnTo>
                  <a:lnTo>
                    <a:pt x="695215" y="1376969"/>
                  </a:lnTo>
                  <a:lnTo>
                    <a:pt x="695173" y="1376905"/>
                  </a:lnTo>
                  <a:lnTo>
                    <a:pt x="695133" y="1376859"/>
                  </a:lnTo>
                  <a:lnTo>
                    <a:pt x="695084" y="1376810"/>
                  </a:lnTo>
                  <a:lnTo>
                    <a:pt x="695047" y="1376787"/>
                  </a:lnTo>
                  <a:lnTo>
                    <a:pt x="694997" y="1376769"/>
                  </a:lnTo>
                  <a:lnTo>
                    <a:pt x="694906" y="1376733"/>
                  </a:lnTo>
                  <a:lnTo>
                    <a:pt x="694832" y="1376705"/>
                  </a:lnTo>
                  <a:lnTo>
                    <a:pt x="694760" y="1376682"/>
                  </a:lnTo>
                  <a:lnTo>
                    <a:pt x="694723" y="1376663"/>
                  </a:lnTo>
                  <a:lnTo>
                    <a:pt x="694647" y="1376609"/>
                  </a:lnTo>
                  <a:lnTo>
                    <a:pt x="694588" y="1376572"/>
                  </a:lnTo>
                  <a:lnTo>
                    <a:pt x="694535" y="1376546"/>
                  </a:lnTo>
                  <a:lnTo>
                    <a:pt x="694494" y="1376512"/>
                  </a:lnTo>
                  <a:lnTo>
                    <a:pt x="694465" y="1376489"/>
                  </a:lnTo>
                  <a:lnTo>
                    <a:pt x="694429" y="1376470"/>
                  </a:lnTo>
                  <a:lnTo>
                    <a:pt x="694380" y="1376429"/>
                  </a:lnTo>
                  <a:lnTo>
                    <a:pt x="694341" y="1376379"/>
                  </a:lnTo>
                  <a:lnTo>
                    <a:pt x="694326" y="1376347"/>
                  </a:lnTo>
                  <a:lnTo>
                    <a:pt x="694318" y="1376346"/>
                  </a:lnTo>
                  <a:lnTo>
                    <a:pt x="694304" y="1376344"/>
                  </a:lnTo>
                  <a:lnTo>
                    <a:pt x="694252" y="1376362"/>
                  </a:lnTo>
                  <a:lnTo>
                    <a:pt x="694167" y="1376371"/>
                  </a:lnTo>
                  <a:lnTo>
                    <a:pt x="694012" y="1376374"/>
                  </a:lnTo>
                  <a:lnTo>
                    <a:pt x="693935" y="1376375"/>
                  </a:lnTo>
                  <a:lnTo>
                    <a:pt x="693876" y="1376362"/>
                  </a:lnTo>
                  <a:lnTo>
                    <a:pt x="693828" y="1376335"/>
                  </a:lnTo>
                  <a:lnTo>
                    <a:pt x="693761" y="1376291"/>
                  </a:lnTo>
                  <a:lnTo>
                    <a:pt x="693630" y="1376213"/>
                  </a:lnTo>
                  <a:lnTo>
                    <a:pt x="693590" y="1376164"/>
                  </a:lnTo>
                  <a:lnTo>
                    <a:pt x="693540" y="1376092"/>
                  </a:lnTo>
                  <a:lnTo>
                    <a:pt x="693508" y="1376037"/>
                  </a:lnTo>
                  <a:lnTo>
                    <a:pt x="693495" y="1376034"/>
                  </a:lnTo>
                  <a:lnTo>
                    <a:pt x="693470" y="1376050"/>
                  </a:lnTo>
                  <a:lnTo>
                    <a:pt x="693444" y="1376075"/>
                  </a:lnTo>
                  <a:lnTo>
                    <a:pt x="693401" y="1376122"/>
                  </a:lnTo>
                  <a:lnTo>
                    <a:pt x="693385" y="1376160"/>
                  </a:lnTo>
                  <a:lnTo>
                    <a:pt x="693372" y="1376187"/>
                  </a:lnTo>
                  <a:lnTo>
                    <a:pt x="693315" y="1376237"/>
                  </a:lnTo>
                  <a:lnTo>
                    <a:pt x="693266" y="1376273"/>
                  </a:lnTo>
                  <a:lnTo>
                    <a:pt x="693212" y="1376328"/>
                  </a:lnTo>
                  <a:lnTo>
                    <a:pt x="693180" y="1376374"/>
                  </a:lnTo>
                  <a:lnTo>
                    <a:pt x="693120" y="1376435"/>
                  </a:lnTo>
                  <a:lnTo>
                    <a:pt x="693069" y="1376475"/>
                  </a:lnTo>
                  <a:lnTo>
                    <a:pt x="693039" y="1376519"/>
                  </a:lnTo>
                  <a:lnTo>
                    <a:pt x="693023" y="1376562"/>
                  </a:lnTo>
                  <a:lnTo>
                    <a:pt x="692998" y="1376614"/>
                  </a:lnTo>
                  <a:lnTo>
                    <a:pt x="692903" y="1376690"/>
                  </a:lnTo>
                  <a:lnTo>
                    <a:pt x="692848" y="1376731"/>
                  </a:lnTo>
                  <a:lnTo>
                    <a:pt x="692755" y="1376779"/>
                  </a:lnTo>
                  <a:lnTo>
                    <a:pt x="692708" y="1376801"/>
                  </a:lnTo>
                  <a:lnTo>
                    <a:pt x="692710" y="1376816"/>
                  </a:lnTo>
                  <a:lnTo>
                    <a:pt x="692733" y="1376831"/>
                  </a:lnTo>
                  <a:lnTo>
                    <a:pt x="692768" y="1376856"/>
                  </a:lnTo>
                  <a:lnTo>
                    <a:pt x="692826" y="1376909"/>
                  </a:lnTo>
                  <a:lnTo>
                    <a:pt x="692858" y="1376933"/>
                  </a:lnTo>
                  <a:lnTo>
                    <a:pt x="692910" y="1376959"/>
                  </a:lnTo>
                  <a:lnTo>
                    <a:pt x="692934" y="1376981"/>
                  </a:lnTo>
                  <a:lnTo>
                    <a:pt x="692972" y="1377018"/>
                  </a:lnTo>
                  <a:lnTo>
                    <a:pt x="692994" y="1377059"/>
                  </a:lnTo>
                  <a:lnTo>
                    <a:pt x="692996" y="1377085"/>
                  </a:lnTo>
                  <a:lnTo>
                    <a:pt x="692997" y="1377139"/>
                  </a:lnTo>
                  <a:lnTo>
                    <a:pt x="693003" y="1377175"/>
                  </a:lnTo>
                  <a:lnTo>
                    <a:pt x="693028" y="1377229"/>
                  </a:lnTo>
                  <a:lnTo>
                    <a:pt x="693048" y="1377264"/>
                  </a:lnTo>
                  <a:lnTo>
                    <a:pt x="693068" y="1377326"/>
                  </a:lnTo>
                  <a:lnTo>
                    <a:pt x="693086" y="1377396"/>
                  </a:lnTo>
                  <a:lnTo>
                    <a:pt x="693096" y="1377443"/>
                  </a:lnTo>
                  <a:lnTo>
                    <a:pt x="693116" y="1377489"/>
                  </a:lnTo>
                  <a:lnTo>
                    <a:pt x="693065" y="1377514"/>
                  </a:lnTo>
                  <a:lnTo>
                    <a:pt x="693000" y="1377546"/>
                  </a:lnTo>
                  <a:lnTo>
                    <a:pt x="692920" y="1377591"/>
                  </a:lnTo>
                  <a:lnTo>
                    <a:pt x="692849" y="1377637"/>
                  </a:lnTo>
                  <a:lnTo>
                    <a:pt x="692816" y="1377675"/>
                  </a:lnTo>
                  <a:lnTo>
                    <a:pt x="692782" y="1377744"/>
                  </a:lnTo>
                  <a:lnTo>
                    <a:pt x="692755" y="1377827"/>
                  </a:lnTo>
                  <a:lnTo>
                    <a:pt x="692750" y="1377885"/>
                  </a:lnTo>
                  <a:lnTo>
                    <a:pt x="692759" y="1377958"/>
                  </a:lnTo>
                  <a:lnTo>
                    <a:pt x="692759" y="1377999"/>
                  </a:lnTo>
                  <a:lnTo>
                    <a:pt x="692741" y="1378035"/>
                  </a:lnTo>
                  <a:lnTo>
                    <a:pt x="692715" y="1378065"/>
                  </a:lnTo>
                  <a:lnTo>
                    <a:pt x="692615" y="1378110"/>
                  </a:lnTo>
                  <a:lnTo>
                    <a:pt x="692526" y="1378146"/>
                  </a:lnTo>
                  <a:lnTo>
                    <a:pt x="692465" y="1378181"/>
                  </a:lnTo>
                  <a:lnTo>
                    <a:pt x="692406" y="1378212"/>
                  </a:lnTo>
                  <a:lnTo>
                    <a:pt x="692366" y="1378244"/>
                  </a:lnTo>
                  <a:lnTo>
                    <a:pt x="692295" y="1378335"/>
                  </a:lnTo>
                  <a:lnTo>
                    <a:pt x="692256" y="1378403"/>
                  </a:lnTo>
                  <a:lnTo>
                    <a:pt x="692212" y="1378469"/>
                  </a:lnTo>
                  <a:lnTo>
                    <a:pt x="692186" y="1378520"/>
                  </a:lnTo>
                  <a:lnTo>
                    <a:pt x="692187" y="1378551"/>
                  </a:lnTo>
                  <a:lnTo>
                    <a:pt x="692197" y="1378586"/>
                  </a:lnTo>
                  <a:lnTo>
                    <a:pt x="692217" y="1378619"/>
                  </a:lnTo>
                  <a:lnTo>
                    <a:pt x="692239" y="1378657"/>
                  </a:lnTo>
                  <a:lnTo>
                    <a:pt x="692279" y="1378711"/>
                  </a:lnTo>
                  <a:lnTo>
                    <a:pt x="692307" y="1378749"/>
                  </a:lnTo>
                  <a:lnTo>
                    <a:pt x="692333" y="1378792"/>
                  </a:lnTo>
                  <a:lnTo>
                    <a:pt x="692350" y="1378845"/>
                  </a:lnTo>
                  <a:lnTo>
                    <a:pt x="692363" y="1378924"/>
                  </a:lnTo>
                  <a:lnTo>
                    <a:pt x="692365" y="1378966"/>
                  </a:lnTo>
                  <a:lnTo>
                    <a:pt x="692364" y="1379030"/>
                  </a:lnTo>
                  <a:lnTo>
                    <a:pt x="692365" y="1379057"/>
                  </a:lnTo>
                  <a:lnTo>
                    <a:pt x="692392" y="1379089"/>
                  </a:lnTo>
                  <a:lnTo>
                    <a:pt x="692426" y="1379131"/>
                  </a:lnTo>
                  <a:lnTo>
                    <a:pt x="692457" y="1379172"/>
                  </a:lnTo>
                  <a:lnTo>
                    <a:pt x="692484" y="1379209"/>
                  </a:lnTo>
                  <a:lnTo>
                    <a:pt x="692539" y="1379294"/>
                  </a:lnTo>
                  <a:lnTo>
                    <a:pt x="692563" y="1379321"/>
                  </a:lnTo>
                  <a:lnTo>
                    <a:pt x="692599" y="1379339"/>
                  </a:lnTo>
                  <a:lnTo>
                    <a:pt x="692633" y="1379354"/>
                  </a:lnTo>
                  <a:lnTo>
                    <a:pt x="692645" y="1379375"/>
                  </a:lnTo>
                  <a:lnTo>
                    <a:pt x="692663" y="1379417"/>
                  </a:lnTo>
                  <a:lnTo>
                    <a:pt x="692695" y="1379462"/>
                  </a:lnTo>
                  <a:lnTo>
                    <a:pt x="692726" y="1379502"/>
                  </a:lnTo>
                  <a:lnTo>
                    <a:pt x="692750" y="1379546"/>
                  </a:lnTo>
                  <a:lnTo>
                    <a:pt x="692771" y="1379572"/>
                  </a:lnTo>
                  <a:lnTo>
                    <a:pt x="692803" y="1379589"/>
                  </a:lnTo>
                  <a:lnTo>
                    <a:pt x="692841" y="1379603"/>
                  </a:lnTo>
                  <a:lnTo>
                    <a:pt x="692874" y="1379617"/>
                  </a:lnTo>
                  <a:lnTo>
                    <a:pt x="692880" y="1379629"/>
                  </a:lnTo>
                  <a:lnTo>
                    <a:pt x="692916" y="1379679"/>
                  </a:lnTo>
                  <a:lnTo>
                    <a:pt x="692934" y="1379704"/>
                  </a:lnTo>
                  <a:lnTo>
                    <a:pt x="692967" y="1379770"/>
                  </a:lnTo>
                  <a:lnTo>
                    <a:pt x="693002" y="1379818"/>
                  </a:lnTo>
                  <a:lnTo>
                    <a:pt x="693038" y="1379882"/>
                  </a:lnTo>
                  <a:lnTo>
                    <a:pt x="693056" y="1379916"/>
                  </a:lnTo>
                  <a:lnTo>
                    <a:pt x="693076" y="1379961"/>
                  </a:lnTo>
                  <a:lnTo>
                    <a:pt x="693109" y="1380014"/>
                  </a:lnTo>
                  <a:lnTo>
                    <a:pt x="693127" y="1380045"/>
                  </a:lnTo>
                  <a:lnTo>
                    <a:pt x="693159" y="1380067"/>
                  </a:lnTo>
                  <a:lnTo>
                    <a:pt x="693179" y="1380089"/>
                  </a:lnTo>
                  <a:lnTo>
                    <a:pt x="693175" y="1380134"/>
                  </a:lnTo>
                  <a:lnTo>
                    <a:pt x="693160" y="1380171"/>
                  </a:lnTo>
                  <a:lnTo>
                    <a:pt x="693132" y="1380208"/>
                  </a:lnTo>
                  <a:lnTo>
                    <a:pt x="693101" y="1380242"/>
                  </a:lnTo>
                  <a:lnTo>
                    <a:pt x="693090" y="1380316"/>
                  </a:lnTo>
                  <a:lnTo>
                    <a:pt x="693077" y="1380364"/>
                  </a:lnTo>
                  <a:lnTo>
                    <a:pt x="693045" y="1380418"/>
                  </a:lnTo>
                  <a:lnTo>
                    <a:pt x="693031" y="1380464"/>
                  </a:lnTo>
                  <a:lnTo>
                    <a:pt x="693024" y="1380498"/>
                  </a:lnTo>
                  <a:lnTo>
                    <a:pt x="692945" y="1380513"/>
                  </a:lnTo>
                  <a:lnTo>
                    <a:pt x="692916" y="1380515"/>
                  </a:lnTo>
                  <a:lnTo>
                    <a:pt x="692890" y="1380515"/>
                  </a:lnTo>
                  <a:lnTo>
                    <a:pt x="692862" y="1380512"/>
                  </a:lnTo>
                  <a:lnTo>
                    <a:pt x="692825" y="1380504"/>
                  </a:lnTo>
                  <a:lnTo>
                    <a:pt x="692797" y="1380497"/>
                  </a:lnTo>
                  <a:lnTo>
                    <a:pt x="692773" y="1380490"/>
                  </a:lnTo>
                  <a:lnTo>
                    <a:pt x="692761" y="1380488"/>
                  </a:lnTo>
                  <a:lnTo>
                    <a:pt x="692734" y="1380483"/>
                  </a:lnTo>
                  <a:lnTo>
                    <a:pt x="692716" y="1380480"/>
                  </a:lnTo>
                  <a:lnTo>
                    <a:pt x="692688" y="1380479"/>
                  </a:lnTo>
                  <a:lnTo>
                    <a:pt x="692671" y="1380479"/>
                  </a:lnTo>
                  <a:lnTo>
                    <a:pt x="692649" y="1380486"/>
                  </a:lnTo>
                  <a:lnTo>
                    <a:pt x="692630" y="1380494"/>
                  </a:lnTo>
                  <a:lnTo>
                    <a:pt x="692611" y="1380510"/>
                  </a:lnTo>
                  <a:lnTo>
                    <a:pt x="692595" y="1380527"/>
                  </a:lnTo>
                  <a:lnTo>
                    <a:pt x="692582" y="1380541"/>
                  </a:lnTo>
                  <a:lnTo>
                    <a:pt x="692551" y="1380576"/>
                  </a:lnTo>
                  <a:lnTo>
                    <a:pt x="692533" y="1380594"/>
                  </a:lnTo>
                  <a:lnTo>
                    <a:pt x="692516" y="1380613"/>
                  </a:lnTo>
                  <a:lnTo>
                    <a:pt x="692485" y="1380644"/>
                  </a:lnTo>
                  <a:lnTo>
                    <a:pt x="692463" y="1380664"/>
                  </a:lnTo>
                  <a:lnTo>
                    <a:pt x="692446" y="1380679"/>
                  </a:lnTo>
                  <a:lnTo>
                    <a:pt x="692402" y="1380726"/>
                  </a:lnTo>
                  <a:lnTo>
                    <a:pt x="692385" y="1380745"/>
                  </a:lnTo>
                  <a:lnTo>
                    <a:pt x="692334" y="1380791"/>
                  </a:lnTo>
                  <a:lnTo>
                    <a:pt x="692315" y="1380811"/>
                  </a:lnTo>
                  <a:lnTo>
                    <a:pt x="692306" y="1380820"/>
                  </a:lnTo>
                  <a:lnTo>
                    <a:pt x="692280" y="1380853"/>
                  </a:lnTo>
                  <a:lnTo>
                    <a:pt x="692263" y="1380877"/>
                  </a:lnTo>
                  <a:lnTo>
                    <a:pt x="692257" y="1380887"/>
                  </a:lnTo>
                  <a:lnTo>
                    <a:pt x="692228" y="1380932"/>
                  </a:lnTo>
                  <a:lnTo>
                    <a:pt x="692217" y="1380950"/>
                  </a:lnTo>
                  <a:lnTo>
                    <a:pt x="692180" y="1381001"/>
                  </a:lnTo>
                  <a:lnTo>
                    <a:pt x="692164" y="1381022"/>
                  </a:lnTo>
                  <a:lnTo>
                    <a:pt x="692129" y="1381064"/>
                  </a:lnTo>
                  <a:lnTo>
                    <a:pt x="692112" y="1381083"/>
                  </a:lnTo>
                  <a:lnTo>
                    <a:pt x="692100" y="1381094"/>
                  </a:lnTo>
                  <a:lnTo>
                    <a:pt x="692060" y="1381137"/>
                  </a:lnTo>
                  <a:lnTo>
                    <a:pt x="692042" y="1381154"/>
                  </a:lnTo>
                  <a:lnTo>
                    <a:pt x="692032" y="1381161"/>
                  </a:lnTo>
                  <a:lnTo>
                    <a:pt x="691994" y="1381192"/>
                  </a:lnTo>
                  <a:lnTo>
                    <a:pt x="691972" y="1381201"/>
                  </a:lnTo>
                  <a:lnTo>
                    <a:pt x="691951" y="1381209"/>
                  </a:lnTo>
                  <a:lnTo>
                    <a:pt x="691938" y="1381212"/>
                  </a:lnTo>
                  <a:lnTo>
                    <a:pt x="691898" y="1381221"/>
                  </a:lnTo>
                  <a:lnTo>
                    <a:pt x="691874" y="1381225"/>
                  </a:lnTo>
                  <a:lnTo>
                    <a:pt x="691850" y="1381230"/>
                  </a:lnTo>
                  <a:lnTo>
                    <a:pt x="691788" y="1381240"/>
                  </a:lnTo>
                  <a:lnTo>
                    <a:pt x="691756" y="1381247"/>
                  </a:lnTo>
                  <a:lnTo>
                    <a:pt x="691748" y="1381248"/>
                  </a:lnTo>
                  <a:lnTo>
                    <a:pt x="691697" y="1381255"/>
                  </a:lnTo>
                  <a:lnTo>
                    <a:pt x="691664" y="1381258"/>
                  </a:lnTo>
                  <a:lnTo>
                    <a:pt x="691634" y="1381259"/>
                  </a:lnTo>
                  <a:lnTo>
                    <a:pt x="691612" y="1381259"/>
                  </a:lnTo>
                  <a:lnTo>
                    <a:pt x="691576" y="1381258"/>
                  </a:lnTo>
                  <a:lnTo>
                    <a:pt x="691551" y="1381255"/>
                  </a:lnTo>
                  <a:lnTo>
                    <a:pt x="691526" y="1381251"/>
                  </a:lnTo>
                  <a:lnTo>
                    <a:pt x="691515" y="1381249"/>
                  </a:lnTo>
                  <a:lnTo>
                    <a:pt x="691484" y="1381244"/>
                  </a:lnTo>
                  <a:lnTo>
                    <a:pt x="691467" y="1381242"/>
                  </a:lnTo>
                  <a:lnTo>
                    <a:pt x="691447" y="1381244"/>
                  </a:lnTo>
                  <a:lnTo>
                    <a:pt x="691423" y="1381248"/>
                  </a:lnTo>
                  <a:lnTo>
                    <a:pt x="691373" y="1381259"/>
                  </a:lnTo>
                  <a:lnTo>
                    <a:pt x="691347" y="1381264"/>
                  </a:lnTo>
                  <a:lnTo>
                    <a:pt x="691327" y="1381267"/>
                  </a:lnTo>
                  <a:lnTo>
                    <a:pt x="691267" y="1381271"/>
                  </a:lnTo>
                  <a:lnTo>
                    <a:pt x="691245" y="1381274"/>
                  </a:lnTo>
                  <a:lnTo>
                    <a:pt x="691231" y="1381276"/>
                  </a:lnTo>
                  <a:lnTo>
                    <a:pt x="691193" y="1381278"/>
                  </a:lnTo>
                  <a:lnTo>
                    <a:pt x="691175" y="1381277"/>
                  </a:lnTo>
                  <a:lnTo>
                    <a:pt x="691164" y="1381273"/>
                  </a:lnTo>
                  <a:lnTo>
                    <a:pt x="691146" y="1381261"/>
                  </a:lnTo>
                  <a:lnTo>
                    <a:pt x="691137" y="1381253"/>
                  </a:lnTo>
                  <a:lnTo>
                    <a:pt x="691109" y="1381224"/>
                  </a:lnTo>
                  <a:lnTo>
                    <a:pt x="691089" y="1381207"/>
                  </a:lnTo>
                  <a:lnTo>
                    <a:pt x="691070" y="1381193"/>
                  </a:lnTo>
                  <a:lnTo>
                    <a:pt x="691033" y="1381166"/>
                  </a:lnTo>
                  <a:lnTo>
                    <a:pt x="691011" y="1381147"/>
                  </a:lnTo>
                  <a:lnTo>
                    <a:pt x="690990" y="1381130"/>
                  </a:lnTo>
                  <a:lnTo>
                    <a:pt x="690981" y="1381122"/>
                  </a:lnTo>
                  <a:lnTo>
                    <a:pt x="690957" y="1381099"/>
                  </a:lnTo>
                  <a:lnTo>
                    <a:pt x="690950" y="1381089"/>
                  </a:lnTo>
                  <a:lnTo>
                    <a:pt x="690943" y="1381077"/>
                  </a:lnTo>
                  <a:lnTo>
                    <a:pt x="690939" y="1381066"/>
                  </a:lnTo>
                  <a:lnTo>
                    <a:pt x="690936" y="1381053"/>
                  </a:lnTo>
                  <a:lnTo>
                    <a:pt x="690928" y="1381020"/>
                  </a:lnTo>
                  <a:lnTo>
                    <a:pt x="690919" y="1380989"/>
                  </a:lnTo>
                  <a:lnTo>
                    <a:pt x="690916" y="1380982"/>
                  </a:lnTo>
                  <a:lnTo>
                    <a:pt x="690904" y="1380942"/>
                  </a:lnTo>
                  <a:lnTo>
                    <a:pt x="690895" y="1380919"/>
                  </a:lnTo>
                  <a:lnTo>
                    <a:pt x="690889" y="1380888"/>
                  </a:lnTo>
                  <a:lnTo>
                    <a:pt x="690887" y="1380871"/>
                  </a:lnTo>
                  <a:lnTo>
                    <a:pt x="690887" y="1380851"/>
                  </a:lnTo>
                  <a:lnTo>
                    <a:pt x="690886" y="1380811"/>
                  </a:lnTo>
                  <a:lnTo>
                    <a:pt x="690888" y="1380782"/>
                  </a:lnTo>
                  <a:lnTo>
                    <a:pt x="690888" y="1380739"/>
                  </a:lnTo>
                  <a:lnTo>
                    <a:pt x="690887" y="1380712"/>
                  </a:lnTo>
                  <a:lnTo>
                    <a:pt x="690883" y="1380662"/>
                  </a:lnTo>
                  <a:lnTo>
                    <a:pt x="690881" y="1380640"/>
                  </a:lnTo>
                  <a:lnTo>
                    <a:pt x="690873" y="1380587"/>
                  </a:lnTo>
                  <a:lnTo>
                    <a:pt x="690871" y="1380569"/>
                  </a:lnTo>
                  <a:lnTo>
                    <a:pt x="690867" y="1380524"/>
                  </a:lnTo>
                  <a:lnTo>
                    <a:pt x="690866" y="1380503"/>
                  </a:lnTo>
                  <a:lnTo>
                    <a:pt x="690861" y="1380447"/>
                  </a:lnTo>
                  <a:lnTo>
                    <a:pt x="690859" y="1380430"/>
                  </a:lnTo>
                  <a:lnTo>
                    <a:pt x="690856" y="1380372"/>
                  </a:lnTo>
                  <a:lnTo>
                    <a:pt x="690854" y="1380315"/>
                  </a:lnTo>
                  <a:lnTo>
                    <a:pt x="690854" y="1380293"/>
                  </a:lnTo>
                  <a:lnTo>
                    <a:pt x="690850" y="1380233"/>
                  </a:lnTo>
                  <a:lnTo>
                    <a:pt x="690844" y="1380189"/>
                  </a:lnTo>
                  <a:lnTo>
                    <a:pt x="690836" y="1380160"/>
                  </a:lnTo>
                  <a:lnTo>
                    <a:pt x="690820" y="1380112"/>
                  </a:lnTo>
                  <a:lnTo>
                    <a:pt x="690812" y="1380088"/>
                  </a:lnTo>
                  <a:lnTo>
                    <a:pt x="690800" y="1380053"/>
                  </a:lnTo>
                  <a:lnTo>
                    <a:pt x="690790" y="1380028"/>
                  </a:lnTo>
                  <a:lnTo>
                    <a:pt x="690781" y="1380011"/>
                  </a:lnTo>
                  <a:lnTo>
                    <a:pt x="690770" y="1379988"/>
                  </a:lnTo>
                  <a:lnTo>
                    <a:pt x="690761" y="1379974"/>
                  </a:lnTo>
                  <a:lnTo>
                    <a:pt x="690746" y="1379960"/>
                  </a:lnTo>
                  <a:lnTo>
                    <a:pt x="690733" y="1379948"/>
                  </a:lnTo>
                  <a:lnTo>
                    <a:pt x="690726" y="1379942"/>
                  </a:lnTo>
                  <a:lnTo>
                    <a:pt x="690700" y="1379924"/>
                  </a:lnTo>
                  <a:lnTo>
                    <a:pt x="690684" y="1379913"/>
                  </a:lnTo>
                  <a:lnTo>
                    <a:pt x="690669" y="1379904"/>
                  </a:lnTo>
                  <a:lnTo>
                    <a:pt x="690659" y="1379896"/>
                  </a:lnTo>
                  <a:lnTo>
                    <a:pt x="690651" y="1379889"/>
                  </a:lnTo>
                  <a:lnTo>
                    <a:pt x="690646" y="1379885"/>
                  </a:lnTo>
                  <a:lnTo>
                    <a:pt x="690642" y="1379877"/>
                  </a:lnTo>
                  <a:lnTo>
                    <a:pt x="690642" y="1379867"/>
                  </a:lnTo>
                  <a:lnTo>
                    <a:pt x="690647" y="1379851"/>
                  </a:lnTo>
                  <a:lnTo>
                    <a:pt x="690657" y="1379830"/>
                  </a:lnTo>
                  <a:lnTo>
                    <a:pt x="690661" y="1379819"/>
                  </a:lnTo>
                  <a:lnTo>
                    <a:pt x="690661" y="1379809"/>
                  </a:lnTo>
                  <a:lnTo>
                    <a:pt x="690657" y="1379799"/>
                  </a:lnTo>
                  <a:lnTo>
                    <a:pt x="690642" y="1379785"/>
                  </a:lnTo>
                  <a:lnTo>
                    <a:pt x="690621" y="1379768"/>
                  </a:lnTo>
                  <a:lnTo>
                    <a:pt x="690594" y="1379746"/>
                  </a:lnTo>
                  <a:lnTo>
                    <a:pt x="690576" y="1379736"/>
                  </a:lnTo>
                  <a:lnTo>
                    <a:pt x="690563" y="1379730"/>
                  </a:lnTo>
                  <a:lnTo>
                    <a:pt x="690546" y="1379728"/>
                  </a:lnTo>
                  <a:lnTo>
                    <a:pt x="690516" y="1379727"/>
                  </a:lnTo>
                  <a:lnTo>
                    <a:pt x="690490" y="1379728"/>
                  </a:lnTo>
                  <a:lnTo>
                    <a:pt x="690411" y="1379731"/>
                  </a:lnTo>
                  <a:lnTo>
                    <a:pt x="690393" y="1379731"/>
                  </a:lnTo>
                  <a:lnTo>
                    <a:pt x="690383" y="1379730"/>
                  </a:lnTo>
                  <a:lnTo>
                    <a:pt x="690363" y="1379724"/>
                  </a:lnTo>
                  <a:lnTo>
                    <a:pt x="690343" y="1379720"/>
                  </a:lnTo>
                  <a:lnTo>
                    <a:pt x="690324" y="1379719"/>
                  </a:lnTo>
                  <a:lnTo>
                    <a:pt x="690313" y="1379721"/>
                  </a:lnTo>
                  <a:lnTo>
                    <a:pt x="690303" y="1379725"/>
                  </a:lnTo>
                  <a:lnTo>
                    <a:pt x="690293" y="1379734"/>
                  </a:lnTo>
                  <a:lnTo>
                    <a:pt x="690269" y="1379764"/>
                  </a:lnTo>
                  <a:lnTo>
                    <a:pt x="690259" y="1379772"/>
                  </a:lnTo>
                  <a:lnTo>
                    <a:pt x="690248" y="1379779"/>
                  </a:lnTo>
                  <a:lnTo>
                    <a:pt x="690222" y="1379788"/>
                  </a:lnTo>
                  <a:lnTo>
                    <a:pt x="690200" y="1379796"/>
                  </a:lnTo>
                  <a:lnTo>
                    <a:pt x="690162" y="1379811"/>
                  </a:lnTo>
                  <a:lnTo>
                    <a:pt x="690139" y="1379819"/>
                  </a:lnTo>
                  <a:lnTo>
                    <a:pt x="690124" y="1379823"/>
                  </a:lnTo>
                  <a:lnTo>
                    <a:pt x="690107" y="1379824"/>
                  </a:lnTo>
                  <a:lnTo>
                    <a:pt x="690082" y="1379823"/>
                  </a:lnTo>
                  <a:lnTo>
                    <a:pt x="690062" y="1379818"/>
                  </a:lnTo>
                  <a:lnTo>
                    <a:pt x="690053" y="1379817"/>
                  </a:lnTo>
                  <a:lnTo>
                    <a:pt x="690036" y="1379822"/>
                  </a:lnTo>
                  <a:lnTo>
                    <a:pt x="690020" y="1379828"/>
                  </a:lnTo>
                  <a:lnTo>
                    <a:pt x="689994" y="1379847"/>
                  </a:lnTo>
                  <a:lnTo>
                    <a:pt x="689979" y="1379861"/>
                  </a:lnTo>
                  <a:lnTo>
                    <a:pt x="689966" y="1379877"/>
                  </a:lnTo>
                  <a:lnTo>
                    <a:pt x="689941" y="1379911"/>
                  </a:lnTo>
                  <a:lnTo>
                    <a:pt x="689923" y="1379935"/>
                  </a:lnTo>
                  <a:lnTo>
                    <a:pt x="689910" y="1379953"/>
                  </a:lnTo>
                  <a:lnTo>
                    <a:pt x="689884" y="1379985"/>
                  </a:lnTo>
                  <a:lnTo>
                    <a:pt x="689870" y="1380000"/>
                  </a:lnTo>
                  <a:lnTo>
                    <a:pt x="689854" y="1380015"/>
                  </a:lnTo>
                  <a:lnTo>
                    <a:pt x="689842" y="1380024"/>
                  </a:lnTo>
                  <a:lnTo>
                    <a:pt x="689815" y="1380049"/>
                  </a:lnTo>
                  <a:lnTo>
                    <a:pt x="689800" y="1380068"/>
                  </a:lnTo>
                  <a:lnTo>
                    <a:pt x="689790" y="1380082"/>
                  </a:lnTo>
                  <a:lnTo>
                    <a:pt x="689755" y="1380136"/>
                  </a:lnTo>
                  <a:lnTo>
                    <a:pt x="689741" y="1380156"/>
                  </a:lnTo>
                  <a:lnTo>
                    <a:pt x="689714" y="1380196"/>
                  </a:lnTo>
                  <a:lnTo>
                    <a:pt x="689703" y="1380208"/>
                  </a:lnTo>
                  <a:lnTo>
                    <a:pt x="689692" y="1380215"/>
                  </a:lnTo>
                  <a:lnTo>
                    <a:pt x="689681" y="1380217"/>
                  </a:lnTo>
                  <a:lnTo>
                    <a:pt x="689662" y="1380216"/>
                  </a:lnTo>
                  <a:lnTo>
                    <a:pt x="689633" y="1380213"/>
                  </a:lnTo>
                  <a:lnTo>
                    <a:pt x="689607" y="1380203"/>
                  </a:lnTo>
                  <a:lnTo>
                    <a:pt x="689579" y="1380192"/>
                  </a:lnTo>
                  <a:lnTo>
                    <a:pt x="689562" y="1380184"/>
                  </a:lnTo>
                  <a:lnTo>
                    <a:pt x="689528" y="1380165"/>
                  </a:lnTo>
                  <a:lnTo>
                    <a:pt x="689509" y="1380158"/>
                  </a:lnTo>
                  <a:lnTo>
                    <a:pt x="689486" y="1380152"/>
                  </a:lnTo>
                  <a:lnTo>
                    <a:pt x="689471" y="1380150"/>
                  </a:lnTo>
                  <a:lnTo>
                    <a:pt x="689433" y="1380142"/>
                  </a:lnTo>
                  <a:lnTo>
                    <a:pt x="689404" y="1380134"/>
                  </a:lnTo>
                  <a:lnTo>
                    <a:pt x="689381" y="1380126"/>
                  </a:lnTo>
                  <a:lnTo>
                    <a:pt x="689370" y="1380121"/>
                  </a:lnTo>
                  <a:lnTo>
                    <a:pt x="689354" y="1380110"/>
                  </a:lnTo>
                  <a:lnTo>
                    <a:pt x="689347" y="1380099"/>
                  </a:lnTo>
                  <a:lnTo>
                    <a:pt x="689344" y="1380090"/>
                  </a:lnTo>
                  <a:lnTo>
                    <a:pt x="689342" y="1380073"/>
                  </a:lnTo>
                  <a:lnTo>
                    <a:pt x="689340" y="1380054"/>
                  </a:lnTo>
                  <a:lnTo>
                    <a:pt x="689337" y="1380043"/>
                  </a:lnTo>
                  <a:lnTo>
                    <a:pt x="689323" y="1380022"/>
                  </a:lnTo>
                  <a:lnTo>
                    <a:pt x="689313" y="1380007"/>
                  </a:lnTo>
                  <a:lnTo>
                    <a:pt x="689297" y="1379993"/>
                  </a:lnTo>
                  <a:lnTo>
                    <a:pt x="689278" y="1379983"/>
                  </a:lnTo>
                  <a:lnTo>
                    <a:pt x="689267" y="1379974"/>
                  </a:lnTo>
                  <a:lnTo>
                    <a:pt x="689249" y="1379956"/>
                  </a:lnTo>
                  <a:lnTo>
                    <a:pt x="689243" y="1379946"/>
                  </a:lnTo>
                  <a:lnTo>
                    <a:pt x="689237" y="1379932"/>
                  </a:lnTo>
                  <a:lnTo>
                    <a:pt x="689232" y="1379915"/>
                  </a:lnTo>
                  <a:lnTo>
                    <a:pt x="689229" y="1379890"/>
                  </a:lnTo>
                  <a:lnTo>
                    <a:pt x="689227" y="1379881"/>
                  </a:lnTo>
                  <a:lnTo>
                    <a:pt x="689220" y="1379865"/>
                  </a:lnTo>
                  <a:lnTo>
                    <a:pt x="689208" y="1379844"/>
                  </a:lnTo>
                  <a:lnTo>
                    <a:pt x="689186" y="1379811"/>
                  </a:lnTo>
                  <a:lnTo>
                    <a:pt x="689179" y="1379789"/>
                  </a:lnTo>
                  <a:lnTo>
                    <a:pt x="689174" y="1379775"/>
                  </a:lnTo>
                  <a:lnTo>
                    <a:pt x="689170" y="1379749"/>
                  </a:lnTo>
                  <a:lnTo>
                    <a:pt x="689169" y="1379726"/>
                  </a:lnTo>
                  <a:lnTo>
                    <a:pt x="689170" y="1379701"/>
                  </a:lnTo>
                  <a:lnTo>
                    <a:pt x="689170" y="1379683"/>
                  </a:lnTo>
                  <a:lnTo>
                    <a:pt x="689166" y="1379678"/>
                  </a:lnTo>
                  <a:lnTo>
                    <a:pt x="689152" y="1379673"/>
                  </a:lnTo>
                  <a:lnTo>
                    <a:pt x="689119" y="1379672"/>
                  </a:lnTo>
                  <a:lnTo>
                    <a:pt x="689089" y="1379672"/>
                  </a:lnTo>
                  <a:lnTo>
                    <a:pt x="689054" y="1379668"/>
                  </a:lnTo>
                  <a:lnTo>
                    <a:pt x="689040" y="1379663"/>
                  </a:lnTo>
                  <a:lnTo>
                    <a:pt x="689023" y="1379653"/>
                  </a:lnTo>
                  <a:lnTo>
                    <a:pt x="689002" y="1379639"/>
                  </a:lnTo>
                  <a:lnTo>
                    <a:pt x="688961" y="1379621"/>
                  </a:lnTo>
                  <a:lnTo>
                    <a:pt x="688921" y="1379600"/>
                  </a:lnTo>
                  <a:lnTo>
                    <a:pt x="688898" y="1379588"/>
                  </a:lnTo>
                  <a:lnTo>
                    <a:pt x="688866" y="1379573"/>
                  </a:lnTo>
                  <a:lnTo>
                    <a:pt x="688836" y="1379558"/>
                  </a:lnTo>
                  <a:lnTo>
                    <a:pt x="688812" y="1379549"/>
                  </a:lnTo>
                  <a:lnTo>
                    <a:pt x="688781" y="1379537"/>
                  </a:lnTo>
                  <a:lnTo>
                    <a:pt x="688763" y="1379531"/>
                  </a:lnTo>
                  <a:lnTo>
                    <a:pt x="688737" y="1379524"/>
                  </a:lnTo>
                  <a:lnTo>
                    <a:pt x="688718" y="1379521"/>
                  </a:lnTo>
                  <a:lnTo>
                    <a:pt x="688699" y="1379518"/>
                  </a:lnTo>
                  <a:lnTo>
                    <a:pt x="688672" y="1379519"/>
                  </a:lnTo>
                  <a:lnTo>
                    <a:pt x="688646" y="1379517"/>
                  </a:lnTo>
                  <a:lnTo>
                    <a:pt x="688626" y="1379514"/>
                  </a:lnTo>
                  <a:lnTo>
                    <a:pt x="688599" y="1379506"/>
                  </a:lnTo>
                  <a:lnTo>
                    <a:pt x="688583" y="1379498"/>
                  </a:lnTo>
                  <a:lnTo>
                    <a:pt x="688560" y="1379484"/>
                  </a:lnTo>
                  <a:lnTo>
                    <a:pt x="688536" y="1379467"/>
                  </a:lnTo>
                  <a:lnTo>
                    <a:pt x="688516" y="1379451"/>
                  </a:lnTo>
                  <a:lnTo>
                    <a:pt x="688502" y="1379438"/>
                  </a:lnTo>
                  <a:lnTo>
                    <a:pt x="688486" y="1379423"/>
                  </a:lnTo>
                  <a:lnTo>
                    <a:pt x="688471" y="1379404"/>
                  </a:lnTo>
                  <a:lnTo>
                    <a:pt x="688454" y="1379380"/>
                  </a:lnTo>
                  <a:lnTo>
                    <a:pt x="688432" y="1379351"/>
                  </a:lnTo>
                  <a:lnTo>
                    <a:pt x="688421" y="1379334"/>
                  </a:lnTo>
                  <a:lnTo>
                    <a:pt x="688404" y="1379312"/>
                  </a:lnTo>
                  <a:lnTo>
                    <a:pt x="688390" y="1379292"/>
                  </a:lnTo>
                  <a:lnTo>
                    <a:pt x="688379" y="1379279"/>
                  </a:lnTo>
                  <a:lnTo>
                    <a:pt x="688366" y="1379266"/>
                  </a:lnTo>
                  <a:lnTo>
                    <a:pt x="688351" y="1379254"/>
                  </a:lnTo>
                  <a:lnTo>
                    <a:pt x="688330" y="1379241"/>
                  </a:lnTo>
                  <a:lnTo>
                    <a:pt x="688312" y="1379231"/>
                  </a:lnTo>
                  <a:lnTo>
                    <a:pt x="688299" y="1379228"/>
                  </a:lnTo>
                  <a:lnTo>
                    <a:pt x="688278" y="1379223"/>
                  </a:lnTo>
                  <a:lnTo>
                    <a:pt x="688241" y="1379217"/>
                  </a:lnTo>
                  <a:lnTo>
                    <a:pt x="688217" y="1379211"/>
                  </a:lnTo>
                  <a:lnTo>
                    <a:pt x="688190" y="1379207"/>
                  </a:lnTo>
                  <a:lnTo>
                    <a:pt x="688177" y="1379204"/>
                  </a:lnTo>
                  <a:lnTo>
                    <a:pt x="688139" y="1379199"/>
                  </a:lnTo>
                  <a:lnTo>
                    <a:pt x="688107" y="1379192"/>
                  </a:lnTo>
                  <a:lnTo>
                    <a:pt x="688088" y="1379187"/>
                  </a:lnTo>
                  <a:lnTo>
                    <a:pt x="688047" y="1379179"/>
                  </a:lnTo>
                  <a:lnTo>
                    <a:pt x="688022" y="1379175"/>
                  </a:lnTo>
                  <a:lnTo>
                    <a:pt x="688003" y="1379172"/>
                  </a:lnTo>
                  <a:lnTo>
                    <a:pt x="687965" y="1379173"/>
                  </a:lnTo>
                  <a:lnTo>
                    <a:pt x="687943" y="1379176"/>
                  </a:lnTo>
                  <a:lnTo>
                    <a:pt x="687927" y="1379182"/>
                  </a:lnTo>
                  <a:lnTo>
                    <a:pt x="687910" y="1379192"/>
                  </a:lnTo>
                  <a:lnTo>
                    <a:pt x="687881" y="1379221"/>
                  </a:lnTo>
                  <a:lnTo>
                    <a:pt x="687871" y="1379231"/>
                  </a:lnTo>
                  <a:lnTo>
                    <a:pt x="687858" y="1379254"/>
                  </a:lnTo>
                  <a:lnTo>
                    <a:pt x="687845" y="1379288"/>
                  </a:lnTo>
                  <a:lnTo>
                    <a:pt x="687839" y="1379313"/>
                  </a:lnTo>
                  <a:lnTo>
                    <a:pt x="687829" y="1379352"/>
                  </a:lnTo>
                  <a:lnTo>
                    <a:pt x="687821" y="1379368"/>
                  </a:lnTo>
                  <a:lnTo>
                    <a:pt x="687810" y="1379384"/>
                  </a:lnTo>
                  <a:lnTo>
                    <a:pt x="687781" y="1379419"/>
                  </a:lnTo>
                  <a:lnTo>
                    <a:pt x="687762" y="1379442"/>
                  </a:lnTo>
                  <a:lnTo>
                    <a:pt x="687752" y="1379455"/>
                  </a:lnTo>
                  <a:lnTo>
                    <a:pt x="687717" y="1379505"/>
                  </a:lnTo>
                  <a:lnTo>
                    <a:pt x="687706" y="1379521"/>
                  </a:lnTo>
                  <a:lnTo>
                    <a:pt x="687679" y="1379565"/>
                  </a:lnTo>
                  <a:lnTo>
                    <a:pt x="687671" y="1379580"/>
                  </a:lnTo>
                  <a:lnTo>
                    <a:pt x="687668" y="1379593"/>
                  </a:lnTo>
                  <a:lnTo>
                    <a:pt x="687663" y="1379618"/>
                  </a:lnTo>
                  <a:lnTo>
                    <a:pt x="687661" y="1379640"/>
                  </a:lnTo>
                  <a:lnTo>
                    <a:pt x="687661" y="1379661"/>
                  </a:lnTo>
                  <a:lnTo>
                    <a:pt x="687660" y="1379676"/>
                  </a:lnTo>
                  <a:lnTo>
                    <a:pt x="687657" y="1379681"/>
                  </a:lnTo>
                  <a:lnTo>
                    <a:pt x="687651" y="1379681"/>
                  </a:lnTo>
                  <a:lnTo>
                    <a:pt x="687642" y="1379679"/>
                  </a:lnTo>
                  <a:lnTo>
                    <a:pt x="687621" y="1379665"/>
                  </a:lnTo>
                  <a:lnTo>
                    <a:pt x="687601" y="1379657"/>
                  </a:lnTo>
                  <a:lnTo>
                    <a:pt x="687581" y="1379652"/>
                  </a:lnTo>
                  <a:lnTo>
                    <a:pt x="687556" y="1379648"/>
                  </a:lnTo>
                  <a:lnTo>
                    <a:pt x="687539" y="1379641"/>
                  </a:lnTo>
                  <a:lnTo>
                    <a:pt x="687524" y="1379634"/>
                  </a:lnTo>
                  <a:lnTo>
                    <a:pt x="687502" y="1379619"/>
                  </a:lnTo>
                  <a:lnTo>
                    <a:pt x="687486" y="1379602"/>
                  </a:lnTo>
                  <a:lnTo>
                    <a:pt x="687464" y="1379582"/>
                  </a:lnTo>
                  <a:lnTo>
                    <a:pt x="687450" y="1379573"/>
                  </a:lnTo>
                  <a:lnTo>
                    <a:pt x="687434" y="1379568"/>
                  </a:lnTo>
                  <a:lnTo>
                    <a:pt x="687410" y="1379565"/>
                  </a:lnTo>
                  <a:lnTo>
                    <a:pt x="687367" y="1379564"/>
                  </a:lnTo>
                  <a:lnTo>
                    <a:pt x="687332" y="1379566"/>
                  </a:lnTo>
                  <a:lnTo>
                    <a:pt x="687309" y="1379567"/>
                  </a:lnTo>
                  <a:lnTo>
                    <a:pt x="687238" y="1379569"/>
                  </a:lnTo>
                  <a:lnTo>
                    <a:pt x="687175" y="1379573"/>
                  </a:lnTo>
                  <a:lnTo>
                    <a:pt x="687142" y="1379580"/>
                  </a:lnTo>
                  <a:lnTo>
                    <a:pt x="687118" y="1379582"/>
                  </a:lnTo>
                  <a:lnTo>
                    <a:pt x="687095" y="1379583"/>
                  </a:lnTo>
                  <a:lnTo>
                    <a:pt x="687064" y="1379580"/>
                  </a:lnTo>
                  <a:lnTo>
                    <a:pt x="687036" y="1379571"/>
                  </a:lnTo>
                  <a:lnTo>
                    <a:pt x="687012" y="1379565"/>
                  </a:lnTo>
                  <a:lnTo>
                    <a:pt x="686999" y="1379563"/>
                  </a:lnTo>
                  <a:lnTo>
                    <a:pt x="686971" y="1379559"/>
                  </a:lnTo>
                  <a:lnTo>
                    <a:pt x="686942" y="1379556"/>
                  </a:lnTo>
                  <a:lnTo>
                    <a:pt x="686922" y="1379556"/>
                  </a:lnTo>
                  <a:lnTo>
                    <a:pt x="686906" y="1379559"/>
                  </a:lnTo>
                  <a:lnTo>
                    <a:pt x="686873" y="1379567"/>
                  </a:lnTo>
                  <a:lnTo>
                    <a:pt x="686849" y="1379574"/>
                  </a:lnTo>
                  <a:lnTo>
                    <a:pt x="686829" y="1379578"/>
                  </a:lnTo>
                  <a:lnTo>
                    <a:pt x="686813" y="1379579"/>
                  </a:lnTo>
                  <a:lnTo>
                    <a:pt x="686784" y="1379577"/>
                  </a:lnTo>
                  <a:lnTo>
                    <a:pt x="686765" y="1379580"/>
                  </a:lnTo>
                  <a:lnTo>
                    <a:pt x="686744" y="1379586"/>
                  </a:lnTo>
                  <a:lnTo>
                    <a:pt x="686724" y="1379595"/>
                  </a:lnTo>
                  <a:lnTo>
                    <a:pt x="686667" y="1379621"/>
                  </a:lnTo>
                  <a:lnTo>
                    <a:pt x="686645" y="1379633"/>
                  </a:lnTo>
                  <a:lnTo>
                    <a:pt x="686599" y="1379653"/>
                  </a:lnTo>
                  <a:lnTo>
                    <a:pt x="686584" y="1379660"/>
                  </a:lnTo>
                  <a:lnTo>
                    <a:pt x="686577" y="1379663"/>
                  </a:lnTo>
                  <a:lnTo>
                    <a:pt x="686565" y="1379672"/>
                  </a:lnTo>
                  <a:lnTo>
                    <a:pt x="686552" y="1379684"/>
                  </a:lnTo>
                  <a:lnTo>
                    <a:pt x="686534" y="1379705"/>
                  </a:lnTo>
                  <a:lnTo>
                    <a:pt x="686523" y="1379723"/>
                  </a:lnTo>
                  <a:lnTo>
                    <a:pt x="686514" y="1379742"/>
                  </a:lnTo>
                  <a:lnTo>
                    <a:pt x="686499" y="1379772"/>
                  </a:lnTo>
                  <a:lnTo>
                    <a:pt x="686490" y="1379786"/>
                  </a:lnTo>
                  <a:lnTo>
                    <a:pt x="686471" y="1379804"/>
                  </a:lnTo>
                  <a:lnTo>
                    <a:pt x="686453" y="1379820"/>
                  </a:lnTo>
                  <a:lnTo>
                    <a:pt x="686430" y="1379839"/>
                  </a:lnTo>
                  <a:lnTo>
                    <a:pt x="686416" y="1379849"/>
                  </a:lnTo>
                  <a:lnTo>
                    <a:pt x="686395" y="1379865"/>
                  </a:lnTo>
                  <a:lnTo>
                    <a:pt x="686369" y="1379880"/>
                  </a:lnTo>
                  <a:lnTo>
                    <a:pt x="686331" y="1379904"/>
                  </a:lnTo>
                  <a:lnTo>
                    <a:pt x="686309" y="1379920"/>
                  </a:lnTo>
                  <a:lnTo>
                    <a:pt x="686284" y="1379940"/>
                  </a:lnTo>
                  <a:lnTo>
                    <a:pt x="686240" y="1379977"/>
                  </a:lnTo>
                  <a:lnTo>
                    <a:pt x="686215" y="1379998"/>
                  </a:lnTo>
                  <a:lnTo>
                    <a:pt x="686166" y="1380042"/>
                  </a:lnTo>
                  <a:lnTo>
                    <a:pt x="686141" y="1380062"/>
                  </a:lnTo>
                  <a:lnTo>
                    <a:pt x="686088" y="1380103"/>
                  </a:lnTo>
                  <a:lnTo>
                    <a:pt x="686064" y="1380123"/>
                  </a:lnTo>
                  <a:lnTo>
                    <a:pt x="686041" y="1380140"/>
                  </a:lnTo>
                  <a:lnTo>
                    <a:pt x="686010" y="1380159"/>
                  </a:lnTo>
                  <a:lnTo>
                    <a:pt x="685994" y="1380166"/>
                  </a:lnTo>
                  <a:lnTo>
                    <a:pt x="685968" y="1380176"/>
                  </a:lnTo>
                  <a:lnTo>
                    <a:pt x="685941" y="1380186"/>
                  </a:lnTo>
                  <a:lnTo>
                    <a:pt x="685918" y="1380196"/>
                  </a:lnTo>
                  <a:lnTo>
                    <a:pt x="685901" y="1380203"/>
                  </a:lnTo>
                  <a:lnTo>
                    <a:pt x="685882" y="1380217"/>
                  </a:lnTo>
                  <a:lnTo>
                    <a:pt x="685872" y="1380221"/>
                  </a:lnTo>
                  <a:lnTo>
                    <a:pt x="685867" y="1380222"/>
                  </a:lnTo>
                  <a:lnTo>
                    <a:pt x="685860" y="1380220"/>
                  </a:lnTo>
                  <a:lnTo>
                    <a:pt x="685855" y="1380216"/>
                  </a:lnTo>
                  <a:lnTo>
                    <a:pt x="685846" y="1380207"/>
                  </a:lnTo>
                  <a:lnTo>
                    <a:pt x="685826" y="1380187"/>
                  </a:lnTo>
                  <a:lnTo>
                    <a:pt x="685814" y="1380176"/>
                  </a:lnTo>
                  <a:lnTo>
                    <a:pt x="685794" y="1380161"/>
                  </a:lnTo>
                  <a:lnTo>
                    <a:pt x="685766" y="1380146"/>
                  </a:lnTo>
                  <a:lnTo>
                    <a:pt x="685729" y="1380130"/>
                  </a:lnTo>
                  <a:lnTo>
                    <a:pt x="685702" y="1380116"/>
                  </a:lnTo>
                  <a:lnTo>
                    <a:pt x="685678" y="1380104"/>
                  </a:lnTo>
                  <a:lnTo>
                    <a:pt x="685648" y="1380086"/>
                  </a:lnTo>
                  <a:lnTo>
                    <a:pt x="685634" y="1380077"/>
                  </a:lnTo>
                  <a:lnTo>
                    <a:pt x="685615" y="1380065"/>
                  </a:lnTo>
                  <a:lnTo>
                    <a:pt x="685608" y="1380061"/>
                  </a:lnTo>
                  <a:lnTo>
                    <a:pt x="685603" y="1380060"/>
                  </a:lnTo>
                  <a:lnTo>
                    <a:pt x="685597" y="1380062"/>
                  </a:lnTo>
                  <a:lnTo>
                    <a:pt x="685589" y="1380069"/>
                  </a:lnTo>
                  <a:lnTo>
                    <a:pt x="685575" y="1380071"/>
                  </a:lnTo>
                  <a:lnTo>
                    <a:pt x="685555" y="1380069"/>
                  </a:lnTo>
                  <a:lnTo>
                    <a:pt x="685535" y="1380066"/>
                  </a:lnTo>
                  <a:lnTo>
                    <a:pt x="685512" y="1380062"/>
                  </a:lnTo>
                  <a:lnTo>
                    <a:pt x="685490" y="1380053"/>
                  </a:lnTo>
                  <a:lnTo>
                    <a:pt x="685463" y="1380039"/>
                  </a:lnTo>
                  <a:lnTo>
                    <a:pt x="685444" y="1380027"/>
                  </a:lnTo>
                  <a:lnTo>
                    <a:pt x="685418" y="1380011"/>
                  </a:lnTo>
                  <a:lnTo>
                    <a:pt x="685373" y="1379987"/>
                  </a:lnTo>
                  <a:lnTo>
                    <a:pt x="685349" y="1379975"/>
                  </a:lnTo>
                  <a:lnTo>
                    <a:pt x="685331" y="1379965"/>
                  </a:lnTo>
                  <a:lnTo>
                    <a:pt x="685289" y="1379942"/>
                  </a:lnTo>
                  <a:lnTo>
                    <a:pt x="685274" y="1379935"/>
                  </a:lnTo>
                  <a:lnTo>
                    <a:pt x="685252" y="1379928"/>
                  </a:lnTo>
                  <a:lnTo>
                    <a:pt x="685226" y="1379922"/>
                  </a:lnTo>
                  <a:lnTo>
                    <a:pt x="685195" y="1379917"/>
                  </a:lnTo>
                  <a:lnTo>
                    <a:pt x="685186" y="1379914"/>
                  </a:lnTo>
                  <a:lnTo>
                    <a:pt x="685162" y="1379904"/>
                  </a:lnTo>
                  <a:lnTo>
                    <a:pt x="685151" y="1379900"/>
                  </a:lnTo>
                  <a:lnTo>
                    <a:pt x="685143" y="1379901"/>
                  </a:lnTo>
                  <a:lnTo>
                    <a:pt x="685131" y="1379906"/>
                  </a:lnTo>
                  <a:lnTo>
                    <a:pt x="685118" y="1379909"/>
                  </a:lnTo>
                  <a:lnTo>
                    <a:pt x="685105" y="1379908"/>
                  </a:lnTo>
                  <a:lnTo>
                    <a:pt x="685094" y="1379904"/>
                  </a:lnTo>
                  <a:lnTo>
                    <a:pt x="685076" y="1379896"/>
                  </a:lnTo>
                  <a:lnTo>
                    <a:pt x="685054" y="1379882"/>
                  </a:lnTo>
                  <a:lnTo>
                    <a:pt x="685036" y="1379866"/>
                  </a:lnTo>
                  <a:lnTo>
                    <a:pt x="685012" y="1379845"/>
                  </a:lnTo>
                  <a:lnTo>
                    <a:pt x="684993" y="1379829"/>
                  </a:lnTo>
                  <a:lnTo>
                    <a:pt x="684965" y="1379810"/>
                  </a:lnTo>
                  <a:lnTo>
                    <a:pt x="684947" y="1379795"/>
                  </a:lnTo>
                  <a:lnTo>
                    <a:pt x="684936" y="1379778"/>
                  </a:lnTo>
                  <a:lnTo>
                    <a:pt x="684929" y="1379765"/>
                  </a:lnTo>
                  <a:lnTo>
                    <a:pt x="684921" y="1379747"/>
                  </a:lnTo>
                  <a:lnTo>
                    <a:pt x="684901" y="1379708"/>
                  </a:lnTo>
                  <a:lnTo>
                    <a:pt x="684893" y="1379690"/>
                  </a:lnTo>
                  <a:lnTo>
                    <a:pt x="684888" y="1379680"/>
                  </a:lnTo>
                  <a:lnTo>
                    <a:pt x="684888" y="1379666"/>
                  </a:lnTo>
                  <a:lnTo>
                    <a:pt x="684889" y="1379632"/>
                  </a:lnTo>
                  <a:lnTo>
                    <a:pt x="684888" y="1379620"/>
                  </a:lnTo>
                  <a:lnTo>
                    <a:pt x="684887" y="1379614"/>
                  </a:lnTo>
                  <a:lnTo>
                    <a:pt x="684878" y="1379602"/>
                  </a:lnTo>
                  <a:lnTo>
                    <a:pt x="684860" y="1379587"/>
                  </a:lnTo>
                  <a:lnTo>
                    <a:pt x="684846" y="1379574"/>
                  </a:lnTo>
                  <a:lnTo>
                    <a:pt x="684833" y="1379561"/>
                  </a:lnTo>
                  <a:lnTo>
                    <a:pt x="684815" y="1379537"/>
                  </a:lnTo>
                  <a:lnTo>
                    <a:pt x="684808" y="1379522"/>
                  </a:lnTo>
                  <a:lnTo>
                    <a:pt x="684798" y="1379499"/>
                  </a:lnTo>
                  <a:lnTo>
                    <a:pt x="684788" y="1379474"/>
                  </a:lnTo>
                  <a:lnTo>
                    <a:pt x="684779" y="1379450"/>
                  </a:lnTo>
                  <a:lnTo>
                    <a:pt x="684769" y="1379425"/>
                  </a:lnTo>
                  <a:lnTo>
                    <a:pt x="684752" y="1379400"/>
                  </a:lnTo>
                  <a:lnTo>
                    <a:pt x="684725" y="1379363"/>
                  </a:lnTo>
                  <a:lnTo>
                    <a:pt x="684714" y="1379347"/>
                  </a:lnTo>
                  <a:lnTo>
                    <a:pt x="684701" y="1379328"/>
                  </a:lnTo>
                  <a:lnTo>
                    <a:pt x="684677" y="1379288"/>
                  </a:lnTo>
                  <a:lnTo>
                    <a:pt x="684667" y="1379269"/>
                  </a:lnTo>
                  <a:lnTo>
                    <a:pt x="684655" y="1379247"/>
                  </a:lnTo>
                  <a:lnTo>
                    <a:pt x="684637" y="1379210"/>
                  </a:lnTo>
                  <a:lnTo>
                    <a:pt x="684628" y="1379187"/>
                  </a:lnTo>
                  <a:lnTo>
                    <a:pt x="684620" y="1379173"/>
                  </a:lnTo>
                  <a:lnTo>
                    <a:pt x="684602" y="1379148"/>
                  </a:lnTo>
                  <a:lnTo>
                    <a:pt x="684596" y="1379141"/>
                  </a:lnTo>
                  <a:lnTo>
                    <a:pt x="684582" y="1379131"/>
                  </a:lnTo>
                  <a:lnTo>
                    <a:pt x="684561" y="1379118"/>
                  </a:lnTo>
                  <a:lnTo>
                    <a:pt x="684544" y="1379106"/>
                  </a:lnTo>
                  <a:lnTo>
                    <a:pt x="684537" y="1379097"/>
                  </a:lnTo>
                  <a:lnTo>
                    <a:pt x="684537" y="1379083"/>
                  </a:lnTo>
                  <a:lnTo>
                    <a:pt x="684533" y="1379069"/>
                  </a:lnTo>
                  <a:lnTo>
                    <a:pt x="684529" y="1379056"/>
                  </a:lnTo>
                  <a:lnTo>
                    <a:pt x="684521" y="1379041"/>
                  </a:lnTo>
                  <a:lnTo>
                    <a:pt x="684509" y="1379032"/>
                  </a:lnTo>
                  <a:lnTo>
                    <a:pt x="684494" y="1379023"/>
                  </a:lnTo>
                  <a:lnTo>
                    <a:pt x="684481" y="1379014"/>
                  </a:lnTo>
                  <a:lnTo>
                    <a:pt x="684460" y="1379001"/>
                  </a:lnTo>
                  <a:lnTo>
                    <a:pt x="684444" y="1378990"/>
                  </a:lnTo>
                  <a:lnTo>
                    <a:pt x="684427" y="1378979"/>
                  </a:lnTo>
                  <a:lnTo>
                    <a:pt x="684416" y="1378974"/>
                  </a:lnTo>
                  <a:lnTo>
                    <a:pt x="684405" y="1378975"/>
                  </a:lnTo>
                  <a:lnTo>
                    <a:pt x="684385" y="1378981"/>
                  </a:lnTo>
                  <a:lnTo>
                    <a:pt x="684351" y="1378986"/>
                  </a:lnTo>
                  <a:lnTo>
                    <a:pt x="684320" y="1378988"/>
                  </a:lnTo>
                  <a:lnTo>
                    <a:pt x="684299" y="1378984"/>
                  </a:lnTo>
                  <a:lnTo>
                    <a:pt x="684272" y="1378977"/>
                  </a:lnTo>
                  <a:lnTo>
                    <a:pt x="684256" y="1378969"/>
                  </a:lnTo>
                  <a:lnTo>
                    <a:pt x="684244" y="1378966"/>
                  </a:lnTo>
                  <a:lnTo>
                    <a:pt x="684218" y="1378965"/>
                  </a:lnTo>
                  <a:lnTo>
                    <a:pt x="684192" y="1378968"/>
                  </a:lnTo>
                  <a:lnTo>
                    <a:pt x="684171" y="1378970"/>
                  </a:lnTo>
                  <a:lnTo>
                    <a:pt x="684130" y="1378972"/>
                  </a:lnTo>
                  <a:lnTo>
                    <a:pt x="684096" y="1378969"/>
                  </a:lnTo>
                  <a:lnTo>
                    <a:pt x="684060" y="1378963"/>
                  </a:lnTo>
                  <a:lnTo>
                    <a:pt x="684005" y="1378956"/>
                  </a:lnTo>
                  <a:lnTo>
                    <a:pt x="683977" y="1378955"/>
                  </a:lnTo>
                  <a:lnTo>
                    <a:pt x="683946" y="1378955"/>
                  </a:lnTo>
                  <a:lnTo>
                    <a:pt x="683919" y="1378957"/>
                  </a:lnTo>
                  <a:lnTo>
                    <a:pt x="683901" y="1378959"/>
                  </a:lnTo>
                  <a:lnTo>
                    <a:pt x="683872" y="1378964"/>
                  </a:lnTo>
                  <a:lnTo>
                    <a:pt x="683849" y="1378965"/>
                  </a:lnTo>
                  <a:lnTo>
                    <a:pt x="683827" y="1378970"/>
                  </a:lnTo>
                  <a:lnTo>
                    <a:pt x="683821" y="1378969"/>
                  </a:lnTo>
                  <a:lnTo>
                    <a:pt x="683815" y="1378961"/>
                  </a:lnTo>
                  <a:lnTo>
                    <a:pt x="683806" y="1378952"/>
                  </a:lnTo>
                  <a:lnTo>
                    <a:pt x="683788" y="1378947"/>
                  </a:lnTo>
                  <a:lnTo>
                    <a:pt x="683765" y="1378942"/>
                  </a:lnTo>
                  <a:lnTo>
                    <a:pt x="683735" y="1378933"/>
                  </a:lnTo>
                  <a:lnTo>
                    <a:pt x="683709" y="1378924"/>
                  </a:lnTo>
                  <a:lnTo>
                    <a:pt x="683678" y="1378912"/>
                  </a:lnTo>
                  <a:lnTo>
                    <a:pt x="683643" y="1378894"/>
                  </a:lnTo>
                  <a:lnTo>
                    <a:pt x="683623" y="1378879"/>
                  </a:lnTo>
                  <a:lnTo>
                    <a:pt x="683606" y="1378863"/>
                  </a:lnTo>
                  <a:lnTo>
                    <a:pt x="683589" y="1378843"/>
                  </a:lnTo>
                  <a:lnTo>
                    <a:pt x="683571" y="1378816"/>
                  </a:lnTo>
                  <a:lnTo>
                    <a:pt x="683563" y="1378795"/>
                  </a:lnTo>
                  <a:lnTo>
                    <a:pt x="683544" y="1378748"/>
                  </a:lnTo>
                  <a:lnTo>
                    <a:pt x="683538" y="1378724"/>
                  </a:lnTo>
                  <a:lnTo>
                    <a:pt x="683517" y="1378685"/>
                  </a:lnTo>
                  <a:lnTo>
                    <a:pt x="683500" y="1378657"/>
                  </a:lnTo>
                  <a:lnTo>
                    <a:pt x="683470" y="1378611"/>
                  </a:lnTo>
                  <a:lnTo>
                    <a:pt x="683456" y="1378590"/>
                  </a:lnTo>
                  <a:lnTo>
                    <a:pt x="683440" y="1378572"/>
                  </a:lnTo>
                  <a:lnTo>
                    <a:pt x="683407" y="1378544"/>
                  </a:lnTo>
                  <a:lnTo>
                    <a:pt x="683386" y="1378533"/>
                  </a:lnTo>
                  <a:lnTo>
                    <a:pt x="683367" y="1378525"/>
                  </a:lnTo>
                  <a:lnTo>
                    <a:pt x="683352" y="1378524"/>
                  </a:lnTo>
                  <a:lnTo>
                    <a:pt x="683337" y="1378525"/>
                  </a:lnTo>
                  <a:lnTo>
                    <a:pt x="683315" y="1378531"/>
                  </a:lnTo>
                  <a:lnTo>
                    <a:pt x="683290" y="1378538"/>
                  </a:lnTo>
                  <a:lnTo>
                    <a:pt x="683259" y="1378546"/>
                  </a:lnTo>
                  <a:lnTo>
                    <a:pt x="683227" y="1378552"/>
                  </a:lnTo>
                  <a:lnTo>
                    <a:pt x="683193" y="1378557"/>
                  </a:lnTo>
                  <a:lnTo>
                    <a:pt x="683167" y="1378559"/>
                  </a:lnTo>
                  <a:lnTo>
                    <a:pt x="683147" y="1378564"/>
                  </a:lnTo>
                  <a:lnTo>
                    <a:pt x="683133" y="1378567"/>
                  </a:lnTo>
                  <a:lnTo>
                    <a:pt x="683114" y="1378570"/>
                  </a:lnTo>
                  <a:lnTo>
                    <a:pt x="683084" y="1378572"/>
                  </a:lnTo>
                  <a:lnTo>
                    <a:pt x="683052" y="1378575"/>
                  </a:lnTo>
                  <a:lnTo>
                    <a:pt x="683034" y="1378579"/>
                  </a:lnTo>
                  <a:lnTo>
                    <a:pt x="683017" y="1378584"/>
                  </a:lnTo>
                  <a:lnTo>
                    <a:pt x="683000" y="1378588"/>
                  </a:lnTo>
                  <a:lnTo>
                    <a:pt x="682984" y="1378591"/>
                  </a:lnTo>
                  <a:lnTo>
                    <a:pt x="682956" y="1378605"/>
                  </a:lnTo>
                  <a:lnTo>
                    <a:pt x="682936" y="1378611"/>
                  </a:lnTo>
                  <a:lnTo>
                    <a:pt x="682909" y="1378616"/>
                  </a:lnTo>
                  <a:lnTo>
                    <a:pt x="682874" y="1378622"/>
                  </a:lnTo>
                  <a:lnTo>
                    <a:pt x="682855" y="1378626"/>
                  </a:lnTo>
                  <a:lnTo>
                    <a:pt x="682827" y="1378632"/>
                  </a:lnTo>
                  <a:lnTo>
                    <a:pt x="682777" y="1378642"/>
                  </a:lnTo>
                  <a:lnTo>
                    <a:pt x="682736" y="1378648"/>
                  </a:lnTo>
                  <a:lnTo>
                    <a:pt x="682700" y="1378651"/>
                  </a:lnTo>
                  <a:lnTo>
                    <a:pt x="682681" y="1378651"/>
                  </a:lnTo>
                  <a:lnTo>
                    <a:pt x="682673" y="1378650"/>
                  </a:lnTo>
                  <a:lnTo>
                    <a:pt x="682665" y="1378646"/>
                  </a:lnTo>
                  <a:lnTo>
                    <a:pt x="682654" y="1378630"/>
                  </a:lnTo>
                  <a:lnTo>
                    <a:pt x="682644" y="1378608"/>
                  </a:lnTo>
                  <a:lnTo>
                    <a:pt x="682628" y="1378588"/>
                  </a:lnTo>
                  <a:lnTo>
                    <a:pt x="682618" y="1378580"/>
                  </a:lnTo>
                  <a:lnTo>
                    <a:pt x="682612" y="1378577"/>
                  </a:lnTo>
                  <a:lnTo>
                    <a:pt x="682595" y="1378575"/>
                  </a:lnTo>
                  <a:lnTo>
                    <a:pt x="682563" y="1378573"/>
                  </a:lnTo>
                  <a:lnTo>
                    <a:pt x="682527" y="1378570"/>
                  </a:lnTo>
                  <a:lnTo>
                    <a:pt x="682512" y="1378569"/>
                  </a:lnTo>
                  <a:lnTo>
                    <a:pt x="682495" y="1378572"/>
                  </a:lnTo>
                  <a:lnTo>
                    <a:pt x="682481" y="1378576"/>
                  </a:lnTo>
                  <a:lnTo>
                    <a:pt x="682460" y="1378583"/>
                  </a:lnTo>
                  <a:lnTo>
                    <a:pt x="682443" y="1378592"/>
                  </a:lnTo>
                  <a:lnTo>
                    <a:pt x="682421" y="1378606"/>
                  </a:lnTo>
                  <a:lnTo>
                    <a:pt x="682400" y="1378616"/>
                  </a:lnTo>
                  <a:lnTo>
                    <a:pt x="682381" y="1378620"/>
                  </a:lnTo>
                  <a:lnTo>
                    <a:pt x="682356" y="1378622"/>
                  </a:lnTo>
                  <a:lnTo>
                    <a:pt x="682335" y="1378621"/>
                  </a:lnTo>
                  <a:lnTo>
                    <a:pt x="682309" y="1378619"/>
                  </a:lnTo>
                  <a:lnTo>
                    <a:pt x="682290" y="1378614"/>
                  </a:lnTo>
                  <a:lnTo>
                    <a:pt x="682268" y="1378608"/>
                  </a:lnTo>
                  <a:lnTo>
                    <a:pt x="682249" y="1378600"/>
                  </a:lnTo>
                  <a:lnTo>
                    <a:pt x="682236" y="1378598"/>
                  </a:lnTo>
                  <a:lnTo>
                    <a:pt x="682228" y="1378598"/>
                  </a:lnTo>
                  <a:lnTo>
                    <a:pt x="682221" y="1378602"/>
                  </a:lnTo>
                  <a:lnTo>
                    <a:pt x="682206" y="1378613"/>
                  </a:lnTo>
                  <a:lnTo>
                    <a:pt x="682184" y="1378631"/>
                  </a:lnTo>
                  <a:lnTo>
                    <a:pt x="682162" y="1378645"/>
                  </a:lnTo>
                  <a:lnTo>
                    <a:pt x="682157" y="1378648"/>
                  </a:lnTo>
                  <a:lnTo>
                    <a:pt x="682111" y="1378672"/>
                  </a:lnTo>
                  <a:lnTo>
                    <a:pt x="682097" y="1378680"/>
                  </a:lnTo>
                  <a:lnTo>
                    <a:pt x="682077" y="1378689"/>
                  </a:lnTo>
                  <a:lnTo>
                    <a:pt x="682056" y="1378700"/>
                  </a:lnTo>
                  <a:lnTo>
                    <a:pt x="682039" y="1378711"/>
                  </a:lnTo>
                  <a:lnTo>
                    <a:pt x="682020" y="1378726"/>
                  </a:lnTo>
                  <a:lnTo>
                    <a:pt x="682012" y="1378738"/>
                  </a:lnTo>
                  <a:lnTo>
                    <a:pt x="682001" y="1378755"/>
                  </a:lnTo>
                  <a:lnTo>
                    <a:pt x="681988" y="1378776"/>
                  </a:lnTo>
                  <a:lnTo>
                    <a:pt x="681974" y="1378799"/>
                  </a:lnTo>
                  <a:lnTo>
                    <a:pt x="681965" y="1378807"/>
                  </a:lnTo>
                  <a:lnTo>
                    <a:pt x="681953" y="1378815"/>
                  </a:lnTo>
                  <a:lnTo>
                    <a:pt x="681919" y="1378835"/>
                  </a:lnTo>
                  <a:lnTo>
                    <a:pt x="681876" y="1378861"/>
                  </a:lnTo>
                  <a:lnTo>
                    <a:pt x="681856" y="1378874"/>
                  </a:lnTo>
                  <a:lnTo>
                    <a:pt x="681832" y="1378886"/>
                  </a:lnTo>
                  <a:lnTo>
                    <a:pt x="681822" y="1378890"/>
                  </a:lnTo>
                  <a:lnTo>
                    <a:pt x="681810" y="1378890"/>
                  </a:lnTo>
                  <a:lnTo>
                    <a:pt x="681799" y="1378886"/>
                  </a:lnTo>
                  <a:lnTo>
                    <a:pt x="681790" y="1378882"/>
                  </a:lnTo>
                  <a:lnTo>
                    <a:pt x="681770" y="1378880"/>
                  </a:lnTo>
                  <a:lnTo>
                    <a:pt x="681742" y="1378881"/>
                  </a:lnTo>
                  <a:lnTo>
                    <a:pt x="681707" y="1378886"/>
                  </a:lnTo>
                  <a:lnTo>
                    <a:pt x="681685" y="1378891"/>
                  </a:lnTo>
                  <a:lnTo>
                    <a:pt x="681604" y="1378909"/>
                  </a:lnTo>
                  <a:lnTo>
                    <a:pt x="681572" y="1378915"/>
                  </a:lnTo>
                  <a:lnTo>
                    <a:pt x="681514" y="1378925"/>
                  </a:lnTo>
                  <a:lnTo>
                    <a:pt x="681489" y="1378931"/>
                  </a:lnTo>
                  <a:lnTo>
                    <a:pt x="681435" y="1378941"/>
                  </a:lnTo>
                  <a:lnTo>
                    <a:pt x="681419" y="1378944"/>
                  </a:lnTo>
                  <a:lnTo>
                    <a:pt x="681388" y="1378950"/>
                  </a:lnTo>
                  <a:lnTo>
                    <a:pt x="681340" y="1378956"/>
                  </a:lnTo>
                  <a:lnTo>
                    <a:pt x="681319" y="1378955"/>
                  </a:lnTo>
                  <a:lnTo>
                    <a:pt x="681301" y="1378951"/>
                  </a:lnTo>
                  <a:lnTo>
                    <a:pt x="681290" y="1378945"/>
                  </a:lnTo>
                  <a:lnTo>
                    <a:pt x="681256" y="1378926"/>
                  </a:lnTo>
                  <a:lnTo>
                    <a:pt x="681235" y="1378917"/>
                  </a:lnTo>
                  <a:lnTo>
                    <a:pt x="681203" y="1378902"/>
                  </a:lnTo>
                  <a:lnTo>
                    <a:pt x="681184" y="1378892"/>
                  </a:lnTo>
                  <a:lnTo>
                    <a:pt x="681160" y="1378872"/>
                  </a:lnTo>
                  <a:lnTo>
                    <a:pt x="681137" y="1378849"/>
                  </a:lnTo>
                  <a:lnTo>
                    <a:pt x="681120" y="1378833"/>
                  </a:lnTo>
                  <a:lnTo>
                    <a:pt x="681105" y="1378824"/>
                  </a:lnTo>
                  <a:lnTo>
                    <a:pt x="681091" y="1378819"/>
                  </a:lnTo>
                  <a:lnTo>
                    <a:pt x="681071" y="1378816"/>
                  </a:lnTo>
                  <a:lnTo>
                    <a:pt x="681051" y="1378810"/>
                  </a:lnTo>
                  <a:lnTo>
                    <a:pt x="681025" y="1378803"/>
                  </a:lnTo>
                  <a:lnTo>
                    <a:pt x="680974" y="1378785"/>
                  </a:lnTo>
                  <a:lnTo>
                    <a:pt x="680939" y="1378773"/>
                  </a:lnTo>
                  <a:lnTo>
                    <a:pt x="680887" y="1378760"/>
                  </a:lnTo>
                  <a:lnTo>
                    <a:pt x="680860" y="1378748"/>
                  </a:lnTo>
                  <a:lnTo>
                    <a:pt x="680831" y="1378733"/>
                  </a:lnTo>
                  <a:lnTo>
                    <a:pt x="680798" y="1378724"/>
                  </a:lnTo>
                  <a:lnTo>
                    <a:pt x="680775" y="1378721"/>
                  </a:lnTo>
                  <a:lnTo>
                    <a:pt x="680743" y="1378720"/>
                  </a:lnTo>
                  <a:lnTo>
                    <a:pt x="680721" y="1378723"/>
                  </a:lnTo>
                  <a:lnTo>
                    <a:pt x="680707" y="1378727"/>
                  </a:lnTo>
                  <a:lnTo>
                    <a:pt x="680684" y="1378737"/>
                  </a:lnTo>
                  <a:lnTo>
                    <a:pt x="680624" y="1378758"/>
                  </a:lnTo>
                  <a:lnTo>
                    <a:pt x="680602" y="1378765"/>
                  </a:lnTo>
                  <a:lnTo>
                    <a:pt x="680589" y="1378768"/>
                  </a:lnTo>
                  <a:lnTo>
                    <a:pt x="680569" y="1378772"/>
                  </a:lnTo>
                  <a:lnTo>
                    <a:pt x="680535" y="1378779"/>
                  </a:lnTo>
                  <a:lnTo>
                    <a:pt x="680521" y="1378783"/>
                  </a:lnTo>
                  <a:lnTo>
                    <a:pt x="680507" y="1378788"/>
                  </a:lnTo>
                  <a:lnTo>
                    <a:pt x="680486" y="1378799"/>
                  </a:lnTo>
                  <a:lnTo>
                    <a:pt x="680447" y="1378822"/>
                  </a:lnTo>
                  <a:lnTo>
                    <a:pt x="680418" y="1378838"/>
                  </a:lnTo>
                  <a:lnTo>
                    <a:pt x="680357" y="1378869"/>
                  </a:lnTo>
                  <a:lnTo>
                    <a:pt x="680328" y="1378883"/>
                  </a:lnTo>
                  <a:lnTo>
                    <a:pt x="680307" y="1378893"/>
                  </a:lnTo>
                  <a:lnTo>
                    <a:pt x="680276" y="1378904"/>
                  </a:lnTo>
                  <a:lnTo>
                    <a:pt x="680266" y="1378906"/>
                  </a:lnTo>
                  <a:lnTo>
                    <a:pt x="680257" y="1378905"/>
                  </a:lnTo>
                  <a:lnTo>
                    <a:pt x="680242" y="1378899"/>
                  </a:lnTo>
                  <a:lnTo>
                    <a:pt x="680222" y="1378885"/>
                  </a:lnTo>
                  <a:lnTo>
                    <a:pt x="680208" y="1378869"/>
                  </a:lnTo>
                  <a:lnTo>
                    <a:pt x="680198" y="1378855"/>
                  </a:lnTo>
                  <a:lnTo>
                    <a:pt x="680181" y="1378827"/>
                  </a:lnTo>
                  <a:lnTo>
                    <a:pt x="680177" y="1378817"/>
                  </a:lnTo>
                  <a:lnTo>
                    <a:pt x="680170" y="1378795"/>
                  </a:lnTo>
                  <a:lnTo>
                    <a:pt x="680158" y="1378748"/>
                  </a:lnTo>
                  <a:lnTo>
                    <a:pt x="680153" y="1378725"/>
                  </a:lnTo>
                  <a:lnTo>
                    <a:pt x="680147" y="1378684"/>
                  </a:lnTo>
                  <a:lnTo>
                    <a:pt x="680146" y="1378669"/>
                  </a:lnTo>
                  <a:lnTo>
                    <a:pt x="680144" y="1378644"/>
                  </a:lnTo>
                  <a:lnTo>
                    <a:pt x="680146" y="1378612"/>
                  </a:lnTo>
                  <a:lnTo>
                    <a:pt x="680147" y="1378600"/>
                  </a:lnTo>
                  <a:lnTo>
                    <a:pt x="680148" y="1378578"/>
                  </a:lnTo>
                  <a:lnTo>
                    <a:pt x="680146" y="1378559"/>
                  </a:lnTo>
                  <a:lnTo>
                    <a:pt x="680139" y="1378537"/>
                  </a:lnTo>
                  <a:lnTo>
                    <a:pt x="680132" y="1378524"/>
                  </a:lnTo>
                  <a:lnTo>
                    <a:pt x="680117" y="1378503"/>
                  </a:lnTo>
                  <a:lnTo>
                    <a:pt x="680084" y="1378470"/>
                  </a:lnTo>
                  <a:lnTo>
                    <a:pt x="680071" y="1378458"/>
                  </a:lnTo>
                  <a:lnTo>
                    <a:pt x="680051" y="1378439"/>
                  </a:lnTo>
                  <a:lnTo>
                    <a:pt x="680033" y="1378418"/>
                  </a:lnTo>
                  <a:lnTo>
                    <a:pt x="680017" y="1378396"/>
                  </a:lnTo>
                  <a:lnTo>
                    <a:pt x="680002" y="1378367"/>
                  </a:lnTo>
                  <a:lnTo>
                    <a:pt x="679994" y="1378349"/>
                  </a:lnTo>
                  <a:lnTo>
                    <a:pt x="679990" y="1378324"/>
                  </a:lnTo>
                  <a:lnTo>
                    <a:pt x="679990" y="1378308"/>
                  </a:lnTo>
                  <a:lnTo>
                    <a:pt x="679992" y="1378291"/>
                  </a:lnTo>
                  <a:lnTo>
                    <a:pt x="680000" y="1378250"/>
                  </a:lnTo>
                  <a:lnTo>
                    <a:pt x="680001" y="1378237"/>
                  </a:lnTo>
                  <a:lnTo>
                    <a:pt x="680001" y="1378228"/>
                  </a:lnTo>
                  <a:lnTo>
                    <a:pt x="679998" y="1378218"/>
                  </a:lnTo>
                  <a:lnTo>
                    <a:pt x="679982" y="1378196"/>
                  </a:lnTo>
                  <a:lnTo>
                    <a:pt x="679965" y="1378178"/>
                  </a:lnTo>
                  <a:lnTo>
                    <a:pt x="679946" y="1378158"/>
                  </a:lnTo>
                  <a:lnTo>
                    <a:pt x="679912" y="1378125"/>
                  </a:lnTo>
                  <a:lnTo>
                    <a:pt x="679896" y="1378109"/>
                  </a:lnTo>
                  <a:lnTo>
                    <a:pt x="679878" y="1378087"/>
                  </a:lnTo>
                  <a:lnTo>
                    <a:pt x="679853" y="1378056"/>
                  </a:lnTo>
                  <a:lnTo>
                    <a:pt x="679841" y="1378039"/>
                  </a:lnTo>
                  <a:lnTo>
                    <a:pt x="679825" y="1378016"/>
                  </a:lnTo>
                  <a:lnTo>
                    <a:pt x="679809" y="1378000"/>
                  </a:lnTo>
                  <a:lnTo>
                    <a:pt x="679787" y="1377986"/>
                  </a:lnTo>
                  <a:lnTo>
                    <a:pt x="679768" y="1377980"/>
                  </a:lnTo>
                  <a:lnTo>
                    <a:pt x="679743" y="1377973"/>
                  </a:lnTo>
                  <a:lnTo>
                    <a:pt x="679720" y="1377969"/>
                  </a:lnTo>
                  <a:lnTo>
                    <a:pt x="679709" y="1377966"/>
                  </a:lnTo>
                  <a:lnTo>
                    <a:pt x="679706" y="1377962"/>
                  </a:lnTo>
                  <a:lnTo>
                    <a:pt x="679708" y="1377948"/>
                  </a:lnTo>
                  <a:lnTo>
                    <a:pt x="679714" y="1377925"/>
                  </a:lnTo>
                  <a:lnTo>
                    <a:pt x="679719" y="1377913"/>
                  </a:lnTo>
                  <a:lnTo>
                    <a:pt x="679731" y="1377893"/>
                  </a:lnTo>
                  <a:lnTo>
                    <a:pt x="679763" y="1377855"/>
                  </a:lnTo>
                  <a:lnTo>
                    <a:pt x="679776" y="1377842"/>
                  </a:lnTo>
                  <a:lnTo>
                    <a:pt x="679795" y="1377825"/>
                  </a:lnTo>
                  <a:lnTo>
                    <a:pt x="679827" y="1377787"/>
                  </a:lnTo>
                  <a:lnTo>
                    <a:pt x="679842" y="1377769"/>
                  </a:lnTo>
                  <a:lnTo>
                    <a:pt x="679858" y="1377745"/>
                  </a:lnTo>
                  <a:lnTo>
                    <a:pt x="679868" y="1377727"/>
                  </a:lnTo>
                  <a:lnTo>
                    <a:pt x="679874" y="1377712"/>
                  </a:lnTo>
                  <a:lnTo>
                    <a:pt x="679882" y="1377691"/>
                  </a:lnTo>
                  <a:lnTo>
                    <a:pt x="679903" y="1377649"/>
                  </a:lnTo>
                  <a:lnTo>
                    <a:pt x="679908" y="1377639"/>
                  </a:lnTo>
                  <a:lnTo>
                    <a:pt x="679916" y="1377622"/>
                  </a:lnTo>
                  <a:lnTo>
                    <a:pt x="679933" y="1377575"/>
                  </a:lnTo>
                  <a:lnTo>
                    <a:pt x="679938" y="1377556"/>
                  </a:lnTo>
                  <a:lnTo>
                    <a:pt x="679944" y="1377534"/>
                  </a:lnTo>
                  <a:lnTo>
                    <a:pt x="679947" y="1377502"/>
                  </a:lnTo>
                  <a:lnTo>
                    <a:pt x="679947" y="1377486"/>
                  </a:lnTo>
                  <a:lnTo>
                    <a:pt x="679944" y="1377468"/>
                  </a:lnTo>
                  <a:lnTo>
                    <a:pt x="679941" y="1377454"/>
                  </a:lnTo>
                  <a:lnTo>
                    <a:pt x="679926" y="1377431"/>
                  </a:lnTo>
                  <a:lnTo>
                    <a:pt x="679912" y="1377411"/>
                  </a:lnTo>
                  <a:lnTo>
                    <a:pt x="679901" y="1377394"/>
                  </a:lnTo>
                  <a:lnTo>
                    <a:pt x="679896" y="1377384"/>
                  </a:lnTo>
                  <a:lnTo>
                    <a:pt x="679890" y="1377359"/>
                  </a:lnTo>
                  <a:lnTo>
                    <a:pt x="679889" y="1377340"/>
                  </a:lnTo>
                  <a:lnTo>
                    <a:pt x="679886" y="1377290"/>
                  </a:lnTo>
                  <a:lnTo>
                    <a:pt x="679886" y="1377270"/>
                  </a:lnTo>
                  <a:lnTo>
                    <a:pt x="679890" y="1377229"/>
                  </a:lnTo>
                  <a:lnTo>
                    <a:pt x="679891" y="1377214"/>
                  </a:lnTo>
                  <a:lnTo>
                    <a:pt x="679890" y="1377204"/>
                  </a:lnTo>
                  <a:lnTo>
                    <a:pt x="679889" y="1377195"/>
                  </a:lnTo>
                  <a:lnTo>
                    <a:pt x="679882" y="1377180"/>
                  </a:lnTo>
                  <a:lnTo>
                    <a:pt x="679871" y="1377160"/>
                  </a:lnTo>
                  <a:lnTo>
                    <a:pt x="679865" y="1377149"/>
                  </a:lnTo>
                  <a:lnTo>
                    <a:pt x="679861" y="1377134"/>
                  </a:lnTo>
                  <a:lnTo>
                    <a:pt x="679859" y="1377118"/>
                  </a:lnTo>
                  <a:lnTo>
                    <a:pt x="679858" y="1377094"/>
                  </a:lnTo>
                  <a:lnTo>
                    <a:pt x="679859" y="1377084"/>
                  </a:lnTo>
                  <a:lnTo>
                    <a:pt x="679862" y="1377075"/>
                  </a:lnTo>
                  <a:lnTo>
                    <a:pt x="679869" y="1377052"/>
                  </a:lnTo>
                  <a:lnTo>
                    <a:pt x="679875" y="1377034"/>
                  </a:lnTo>
                  <a:lnTo>
                    <a:pt x="679875" y="1377015"/>
                  </a:lnTo>
                  <a:lnTo>
                    <a:pt x="679873" y="1376997"/>
                  </a:lnTo>
                  <a:lnTo>
                    <a:pt x="679866" y="1376975"/>
                  </a:lnTo>
                  <a:lnTo>
                    <a:pt x="679852" y="1376948"/>
                  </a:lnTo>
                  <a:lnTo>
                    <a:pt x="679843" y="1376928"/>
                  </a:lnTo>
                  <a:lnTo>
                    <a:pt x="679831" y="1376913"/>
                  </a:lnTo>
                  <a:lnTo>
                    <a:pt x="679815" y="1376902"/>
                  </a:lnTo>
                  <a:lnTo>
                    <a:pt x="679795" y="1376895"/>
                  </a:lnTo>
                  <a:lnTo>
                    <a:pt x="679774" y="1376893"/>
                  </a:lnTo>
                  <a:lnTo>
                    <a:pt x="679704" y="1376891"/>
                  </a:lnTo>
                  <a:lnTo>
                    <a:pt x="679681" y="1376890"/>
                  </a:lnTo>
                  <a:lnTo>
                    <a:pt x="679613" y="1376892"/>
                  </a:lnTo>
                  <a:lnTo>
                    <a:pt x="679597" y="1376893"/>
                  </a:lnTo>
                  <a:lnTo>
                    <a:pt x="679566" y="1376896"/>
                  </a:lnTo>
                  <a:lnTo>
                    <a:pt x="679520" y="1376906"/>
                  </a:lnTo>
                  <a:lnTo>
                    <a:pt x="679495" y="1376913"/>
                  </a:lnTo>
                  <a:lnTo>
                    <a:pt x="679465" y="1376926"/>
                  </a:lnTo>
                  <a:lnTo>
                    <a:pt x="679432" y="1376945"/>
                  </a:lnTo>
                  <a:lnTo>
                    <a:pt x="679417" y="1376959"/>
                  </a:lnTo>
                  <a:lnTo>
                    <a:pt x="679405" y="1376974"/>
                  </a:lnTo>
                  <a:lnTo>
                    <a:pt x="679402" y="1376990"/>
                  </a:lnTo>
                  <a:lnTo>
                    <a:pt x="679398" y="1377005"/>
                  </a:lnTo>
                  <a:lnTo>
                    <a:pt x="679392" y="1377011"/>
                  </a:lnTo>
                  <a:lnTo>
                    <a:pt x="679384" y="1377013"/>
                  </a:lnTo>
                  <a:lnTo>
                    <a:pt x="679369" y="1377012"/>
                  </a:lnTo>
                  <a:lnTo>
                    <a:pt x="679351" y="1377008"/>
                  </a:lnTo>
                  <a:lnTo>
                    <a:pt x="679342" y="1377006"/>
                  </a:lnTo>
                  <a:lnTo>
                    <a:pt x="679326" y="1376997"/>
                  </a:lnTo>
                  <a:lnTo>
                    <a:pt x="679314" y="1376988"/>
                  </a:lnTo>
                  <a:lnTo>
                    <a:pt x="679293" y="1376970"/>
                  </a:lnTo>
                  <a:lnTo>
                    <a:pt x="679256" y="1376937"/>
                  </a:lnTo>
                  <a:lnTo>
                    <a:pt x="679234" y="1376919"/>
                  </a:lnTo>
                  <a:lnTo>
                    <a:pt x="679173" y="1376879"/>
                  </a:lnTo>
                  <a:lnTo>
                    <a:pt x="679145" y="1376858"/>
                  </a:lnTo>
                  <a:lnTo>
                    <a:pt x="679118" y="1376838"/>
                  </a:lnTo>
                  <a:lnTo>
                    <a:pt x="679089" y="1376817"/>
                  </a:lnTo>
                  <a:lnTo>
                    <a:pt x="679081" y="1376816"/>
                  </a:lnTo>
                  <a:lnTo>
                    <a:pt x="679071" y="1376817"/>
                  </a:lnTo>
                  <a:lnTo>
                    <a:pt x="679054" y="1376822"/>
                  </a:lnTo>
                  <a:lnTo>
                    <a:pt x="679045" y="1376822"/>
                  </a:lnTo>
                  <a:lnTo>
                    <a:pt x="679035" y="1376821"/>
                  </a:lnTo>
                  <a:lnTo>
                    <a:pt x="679025" y="1376816"/>
                  </a:lnTo>
                  <a:lnTo>
                    <a:pt x="679010" y="1376807"/>
                  </a:lnTo>
                  <a:lnTo>
                    <a:pt x="678992" y="1376799"/>
                  </a:lnTo>
                  <a:lnTo>
                    <a:pt x="678963" y="1376790"/>
                  </a:lnTo>
                  <a:lnTo>
                    <a:pt x="678906" y="1376772"/>
                  </a:lnTo>
                  <a:lnTo>
                    <a:pt x="678881" y="1376768"/>
                  </a:lnTo>
                  <a:lnTo>
                    <a:pt x="678852" y="1376761"/>
                  </a:lnTo>
                  <a:lnTo>
                    <a:pt x="678811" y="1376744"/>
                  </a:lnTo>
                  <a:lnTo>
                    <a:pt x="678780" y="1376727"/>
                  </a:lnTo>
                  <a:lnTo>
                    <a:pt x="678733" y="1376700"/>
                  </a:lnTo>
                  <a:lnTo>
                    <a:pt x="678711" y="1376688"/>
                  </a:lnTo>
                  <a:lnTo>
                    <a:pt x="678678" y="1376675"/>
                  </a:lnTo>
                  <a:lnTo>
                    <a:pt x="678648" y="1376664"/>
                  </a:lnTo>
                  <a:lnTo>
                    <a:pt x="678640" y="1376665"/>
                  </a:lnTo>
                  <a:lnTo>
                    <a:pt x="678634" y="1376669"/>
                  </a:lnTo>
                  <a:lnTo>
                    <a:pt x="678632" y="1376674"/>
                  </a:lnTo>
                  <a:lnTo>
                    <a:pt x="678632" y="1376684"/>
                  </a:lnTo>
                  <a:lnTo>
                    <a:pt x="678634" y="1376700"/>
                  </a:lnTo>
                  <a:lnTo>
                    <a:pt x="678645" y="1376734"/>
                  </a:lnTo>
                  <a:lnTo>
                    <a:pt x="678649" y="1376750"/>
                  </a:lnTo>
                  <a:lnTo>
                    <a:pt x="678651" y="1376774"/>
                  </a:lnTo>
                  <a:lnTo>
                    <a:pt x="678650" y="1376790"/>
                  </a:lnTo>
                  <a:lnTo>
                    <a:pt x="678642" y="1376808"/>
                  </a:lnTo>
                  <a:lnTo>
                    <a:pt x="678636" y="1376819"/>
                  </a:lnTo>
                  <a:lnTo>
                    <a:pt x="678620" y="1376838"/>
                  </a:lnTo>
                  <a:lnTo>
                    <a:pt x="678576" y="1376878"/>
                  </a:lnTo>
                  <a:lnTo>
                    <a:pt x="678556" y="1376896"/>
                  </a:lnTo>
                  <a:lnTo>
                    <a:pt x="678536" y="1376916"/>
                  </a:lnTo>
                  <a:lnTo>
                    <a:pt x="678515" y="1376941"/>
                  </a:lnTo>
                  <a:lnTo>
                    <a:pt x="678508" y="1376952"/>
                  </a:lnTo>
                  <a:lnTo>
                    <a:pt x="678504" y="1376967"/>
                  </a:lnTo>
                  <a:lnTo>
                    <a:pt x="678505" y="1376984"/>
                  </a:lnTo>
                  <a:lnTo>
                    <a:pt x="678505" y="1377014"/>
                  </a:lnTo>
                  <a:lnTo>
                    <a:pt x="678504" y="1377034"/>
                  </a:lnTo>
                  <a:lnTo>
                    <a:pt x="678498" y="1377050"/>
                  </a:lnTo>
                  <a:lnTo>
                    <a:pt x="678494" y="1377063"/>
                  </a:lnTo>
                  <a:lnTo>
                    <a:pt x="678488" y="1377080"/>
                  </a:lnTo>
                  <a:lnTo>
                    <a:pt x="678484" y="1377098"/>
                  </a:lnTo>
                  <a:lnTo>
                    <a:pt x="678478" y="1377125"/>
                  </a:lnTo>
                  <a:lnTo>
                    <a:pt x="678469" y="1377151"/>
                  </a:lnTo>
                  <a:lnTo>
                    <a:pt x="678460" y="1377164"/>
                  </a:lnTo>
                  <a:lnTo>
                    <a:pt x="678450" y="1377177"/>
                  </a:lnTo>
                  <a:lnTo>
                    <a:pt x="678435" y="1377199"/>
                  </a:lnTo>
                  <a:lnTo>
                    <a:pt x="678426" y="1377215"/>
                  </a:lnTo>
                  <a:lnTo>
                    <a:pt x="678422" y="1377225"/>
                  </a:lnTo>
                  <a:lnTo>
                    <a:pt x="678414" y="1377257"/>
                  </a:lnTo>
                  <a:lnTo>
                    <a:pt x="678409" y="1377287"/>
                  </a:lnTo>
                  <a:lnTo>
                    <a:pt x="678403" y="1377304"/>
                  </a:lnTo>
                  <a:lnTo>
                    <a:pt x="678397" y="1377317"/>
                  </a:lnTo>
                  <a:lnTo>
                    <a:pt x="678373" y="1377360"/>
                  </a:lnTo>
                  <a:lnTo>
                    <a:pt x="678359" y="1377386"/>
                  </a:lnTo>
                  <a:lnTo>
                    <a:pt x="678342" y="1377428"/>
                  </a:lnTo>
                  <a:lnTo>
                    <a:pt x="678331" y="1377455"/>
                  </a:lnTo>
                  <a:lnTo>
                    <a:pt x="678317" y="1377502"/>
                  </a:lnTo>
                  <a:lnTo>
                    <a:pt x="678309" y="1377533"/>
                  </a:lnTo>
                  <a:lnTo>
                    <a:pt x="678301" y="1377570"/>
                  </a:lnTo>
                  <a:lnTo>
                    <a:pt x="678297" y="1377596"/>
                  </a:lnTo>
                  <a:lnTo>
                    <a:pt x="678296" y="1377622"/>
                  </a:lnTo>
                  <a:lnTo>
                    <a:pt x="678298" y="1377640"/>
                  </a:lnTo>
                  <a:lnTo>
                    <a:pt x="678300" y="1377651"/>
                  </a:lnTo>
                  <a:lnTo>
                    <a:pt x="678306" y="1377660"/>
                  </a:lnTo>
                  <a:lnTo>
                    <a:pt x="678312" y="1377667"/>
                  </a:lnTo>
                  <a:lnTo>
                    <a:pt x="678329" y="1377677"/>
                  </a:lnTo>
                  <a:lnTo>
                    <a:pt x="678350" y="1377688"/>
                  </a:lnTo>
                  <a:lnTo>
                    <a:pt x="678374" y="1377709"/>
                  </a:lnTo>
                  <a:lnTo>
                    <a:pt x="678384" y="1377718"/>
                  </a:lnTo>
                  <a:lnTo>
                    <a:pt x="678397" y="1377736"/>
                  </a:lnTo>
                  <a:lnTo>
                    <a:pt x="678419" y="1377784"/>
                  </a:lnTo>
                  <a:lnTo>
                    <a:pt x="678429" y="1377812"/>
                  </a:lnTo>
                  <a:lnTo>
                    <a:pt x="678435" y="1377853"/>
                  </a:lnTo>
                  <a:lnTo>
                    <a:pt x="678434" y="1377881"/>
                  </a:lnTo>
                  <a:lnTo>
                    <a:pt x="678428" y="1377919"/>
                  </a:lnTo>
                  <a:lnTo>
                    <a:pt x="678426" y="1377930"/>
                  </a:lnTo>
                  <a:lnTo>
                    <a:pt x="678421" y="1377954"/>
                  </a:lnTo>
                  <a:lnTo>
                    <a:pt x="678408" y="1377989"/>
                  </a:lnTo>
                  <a:lnTo>
                    <a:pt x="678400" y="1378011"/>
                  </a:lnTo>
                  <a:lnTo>
                    <a:pt x="678380" y="1378060"/>
                  </a:lnTo>
                  <a:lnTo>
                    <a:pt x="678371" y="1378083"/>
                  </a:lnTo>
                  <a:lnTo>
                    <a:pt x="678354" y="1378125"/>
                  </a:lnTo>
                  <a:lnTo>
                    <a:pt x="678348" y="1378149"/>
                  </a:lnTo>
                  <a:lnTo>
                    <a:pt x="678346" y="1378166"/>
                  </a:lnTo>
                  <a:lnTo>
                    <a:pt x="678346" y="1378192"/>
                  </a:lnTo>
                  <a:lnTo>
                    <a:pt x="678348" y="1378205"/>
                  </a:lnTo>
                  <a:lnTo>
                    <a:pt x="678350" y="1378220"/>
                  </a:lnTo>
                  <a:lnTo>
                    <a:pt x="678355" y="1378258"/>
                  </a:lnTo>
                  <a:lnTo>
                    <a:pt x="678354" y="1378277"/>
                  </a:lnTo>
                  <a:lnTo>
                    <a:pt x="678352" y="1378299"/>
                  </a:lnTo>
                  <a:lnTo>
                    <a:pt x="678344" y="1378331"/>
                  </a:lnTo>
                  <a:lnTo>
                    <a:pt x="678339" y="1378351"/>
                  </a:lnTo>
                  <a:lnTo>
                    <a:pt x="678323" y="1378400"/>
                  </a:lnTo>
                  <a:lnTo>
                    <a:pt x="678316" y="1378414"/>
                  </a:lnTo>
                  <a:lnTo>
                    <a:pt x="678308" y="1378425"/>
                  </a:lnTo>
                  <a:lnTo>
                    <a:pt x="678299" y="1378435"/>
                  </a:lnTo>
                  <a:lnTo>
                    <a:pt x="678285" y="1378444"/>
                  </a:lnTo>
                  <a:lnTo>
                    <a:pt x="678268" y="1378453"/>
                  </a:lnTo>
                  <a:lnTo>
                    <a:pt x="678242" y="1378459"/>
                  </a:lnTo>
                  <a:lnTo>
                    <a:pt x="678218" y="1378466"/>
                  </a:lnTo>
                  <a:lnTo>
                    <a:pt x="678195" y="1378470"/>
                  </a:lnTo>
                  <a:lnTo>
                    <a:pt x="678173" y="1378470"/>
                  </a:lnTo>
                  <a:lnTo>
                    <a:pt x="678152" y="1378467"/>
                  </a:lnTo>
                  <a:lnTo>
                    <a:pt x="678141" y="1378465"/>
                  </a:lnTo>
                  <a:lnTo>
                    <a:pt x="678127" y="1378459"/>
                  </a:lnTo>
                  <a:lnTo>
                    <a:pt x="678111" y="1378449"/>
                  </a:lnTo>
                  <a:lnTo>
                    <a:pt x="678101" y="1378440"/>
                  </a:lnTo>
                  <a:lnTo>
                    <a:pt x="678093" y="1378427"/>
                  </a:lnTo>
                  <a:lnTo>
                    <a:pt x="678079" y="1378394"/>
                  </a:lnTo>
                  <a:lnTo>
                    <a:pt x="678070" y="1378372"/>
                  </a:lnTo>
                  <a:lnTo>
                    <a:pt x="678059" y="1378342"/>
                  </a:lnTo>
                  <a:lnTo>
                    <a:pt x="678052" y="1378333"/>
                  </a:lnTo>
                  <a:lnTo>
                    <a:pt x="678044" y="1378326"/>
                  </a:lnTo>
                  <a:lnTo>
                    <a:pt x="678026" y="1378325"/>
                  </a:lnTo>
                  <a:lnTo>
                    <a:pt x="678019" y="1378326"/>
                  </a:lnTo>
                  <a:lnTo>
                    <a:pt x="678008" y="1378332"/>
                  </a:lnTo>
                  <a:lnTo>
                    <a:pt x="677987" y="1378345"/>
                  </a:lnTo>
                  <a:lnTo>
                    <a:pt x="677970" y="1378356"/>
                  </a:lnTo>
                  <a:lnTo>
                    <a:pt x="677951" y="1378364"/>
                  </a:lnTo>
                  <a:lnTo>
                    <a:pt x="677933" y="1378363"/>
                  </a:lnTo>
                  <a:lnTo>
                    <a:pt x="677913" y="1378357"/>
                  </a:lnTo>
                  <a:lnTo>
                    <a:pt x="677892" y="1378347"/>
                  </a:lnTo>
                  <a:lnTo>
                    <a:pt x="677844" y="1378334"/>
                  </a:lnTo>
                  <a:lnTo>
                    <a:pt x="677830" y="1378331"/>
                  </a:lnTo>
                  <a:lnTo>
                    <a:pt x="677809" y="1378330"/>
                  </a:lnTo>
                  <a:lnTo>
                    <a:pt x="677787" y="1378332"/>
                  </a:lnTo>
                  <a:lnTo>
                    <a:pt x="677769" y="1378340"/>
                  </a:lnTo>
                  <a:lnTo>
                    <a:pt x="677750" y="1378353"/>
                  </a:lnTo>
                  <a:lnTo>
                    <a:pt x="677740" y="1378363"/>
                  </a:lnTo>
                  <a:lnTo>
                    <a:pt x="677727" y="1378377"/>
                  </a:lnTo>
                  <a:lnTo>
                    <a:pt x="677712" y="1378390"/>
                  </a:lnTo>
                  <a:lnTo>
                    <a:pt x="677673" y="1378425"/>
                  </a:lnTo>
                  <a:lnTo>
                    <a:pt x="677661" y="1378437"/>
                  </a:lnTo>
                  <a:lnTo>
                    <a:pt x="677642" y="1378456"/>
                  </a:lnTo>
                  <a:lnTo>
                    <a:pt x="677603" y="1378493"/>
                  </a:lnTo>
                  <a:lnTo>
                    <a:pt x="677586" y="1378510"/>
                  </a:lnTo>
                  <a:lnTo>
                    <a:pt x="677567" y="1378532"/>
                  </a:lnTo>
                  <a:lnTo>
                    <a:pt x="677543" y="1378564"/>
                  </a:lnTo>
                  <a:lnTo>
                    <a:pt x="677534" y="1378580"/>
                  </a:lnTo>
                  <a:lnTo>
                    <a:pt x="677521" y="1378603"/>
                  </a:lnTo>
                  <a:lnTo>
                    <a:pt x="677506" y="1378632"/>
                  </a:lnTo>
                  <a:lnTo>
                    <a:pt x="677497" y="1378646"/>
                  </a:lnTo>
                  <a:lnTo>
                    <a:pt x="677484" y="1378668"/>
                  </a:lnTo>
                  <a:lnTo>
                    <a:pt x="677475" y="1378680"/>
                  </a:lnTo>
                  <a:lnTo>
                    <a:pt x="677463" y="1378688"/>
                  </a:lnTo>
                  <a:lnTo>
                    <a:pt x="677441" y="1378696"/>
                  </a:lnTo>
                  <a:lnTo>
                    <a:pt x="677424" y="1378705"/>
                  </a:lnTo>
                  <a:lnTo>
                    <a:pt x="677408" y="1378720"/>
                  </a:lnTo>
                  <a:lnTo>
                    <a:pt x="677401" y="1378737"/>
                  </a:lnTo>
                  <a:lnTo>
                    <a:pt x="677397" y="1378751"/>
                  </a:lnTo>
                  <a:lnTo>
                    <a:pt x="677397" y="1378766"/>
                  </a:lnTo>
                  <a:lnTo>
                    <a:pt x="677398" y="1378773"/>
                  </a:lnTo>
                  <a:lnTo>
                    <a:pt x="677405" y="1378784"/>
                  </a:lnTo>
                  <a:lnTo>
                    <a:pt x="677417" y="1378799"/>
                  </a:lnTo>
                  <a:lnTo>
                    <a:pt x="677424" y="1378809"/>
                  </a:lnTo>
                  <a:lnTo>
                    <a:pt x="677426" y="1378819"/>
                  </a:lnTo>
                  <a:lnTo>
                    <a:pt x="677425" y="1378840"/>
                  </a:lnTo>
                  <a:lnTo>
                    <a:pt x="677421" y="1378854"/>
                  </a:lnTo>
                  <a:lnTo>
                    <a:pt x="677417" y="1378864"/>
                  </a:lnTo>
                  <a:lnTo>
                    <a:pt x="677406" y="1378879"/>
                  </a:lnTo>
                  <a:lnTo>
                    <a:pt x="677394" y="1378906"/>
                  </a:lnTo>
                  <a:lnTo>
                    <a:pt x="677390" y="1378917"/>
                  </a:lnTo>
                  <a:lnTo>
                    <a:pt x="677379" y="1378937"/>
                  </a:lnTo>
                  <a:lnTo>
                    <a:pt x="677369" y="1378955"/>
                  </a:lnTo>
                  <a:lnTo>
                    <a:pt x="677354" y="1378976"/>
                  </a:lnTo>
                  <a:lnTo>
                    <a:pt x="677347" y="1378986"/>
                  </a:lnTo>
                  <a:lnTo>
                    <a:pt x="677336" y="1379003"/>
                  </a:lnTo>
                  <a:lnTo>
                    <a:pt x="677327" y="1379013"/>
                  </a:lnTo>
                  <a:lnTo>
                    <a:pt x="677310" y="1379025"/>
                  </a:lnTo>
                  <a:lnTo>
                    <a:pt x="677279" y="1379043"/>
                  </a:lnTo>
                  <a:lnTo>
                    <a:pt x="677257" y="1379054"/>
                  </a:lnTo>
                  <a:lnTo>
                    <a:pt x="677235" y="1379067"/>
                  </a:lnTo>
                  <a:lnTo>
                    <a:pt x="677194" y="1379091"/>
                  </a:lnTo>
                  <a:lnTo>
                    <a:pt x="677185" y="1379095"/>
                  </a:lnTo>
                  <a:lnTo>
                    <a:pt x="677169" y="1379104"/>
                  </a:lnTo>
                  <a:lnTo>
                    <a:pt x="677146" y="1379117"/>
                  </a:lnTo>
                  <a:lnTo>
                    <a:pt x="677124" y="1379126"/>
                  </a:lnTo>
                  <a:lnTo>
                    <a:pt x="677098" y="1379137"/>
                  </a:lnTo>
                  <a:lnTo>
                    <a:pt x="677078" y="1379145"/>
                  </a:lnTo>
                  <a:lnTo>
                    <a:pt x="677063" y="1379147"/>
                  </a:lnTo>
                  <a:lnTo>
                    <a:pt x="677041" y="1379146"/>
                  </a:lnTo>
                  <a:lnTo>
                    <a:pt x="677027" y="1379148"/>
                  </a:lnTo>
                  <a:lnTo>
                    <a:pt x="677010" y="1379158"/>
                  </a:lnTo>
                  <a:lnTo>
                    <a:pt x="676993" y="1379172"/>
                  </a:lnTo>
                  <a:lnTo>
                    <a:pt x="676971" y="1379190"/>
                  </a:lnTo>
                  <a:lnTo>
                    <a:pt x="676930" y="1379225"/>
                  </a:lnTo>
                  <a:lnTo>
                    <a:pt x="676919" y="1379236"/>
                  </a:lnTo>
                  <a:lnTo>
                    <a:pt x="676897" y="1379262"/>
                  </a:lnTo>
                  <a:lnTo>
                    <a:pt x="676873" y="1379294"/>
                  </a:lnTo>
                  <a:lnTo>
                    <a:pt x="676861" y="1379308"/>
                  </a:lnTo>
                  <a:lnTo>
                    <a:pt x="676850" y="1379320"/>
                  </a:lnTo>
                  <a:lnTo>
                    <a:pt x="676839" y="1379329"/>
                  </a:lnTo>
                  <a:lnTo>
                    <a:pt x="676824" y="1379334"/>
                  </a:lnTo>
                  <a:lnTo>
                    <a:pt x="676810" y="1379340"/>
                  </a:lnTo>
                  <a:lnTo>
                    <a:pt x="676782" y="1379347"/>
                  </a:lnTo>
                  <a:lnTo>
                    <a:pt x="676772" y="1379349"/>
                  </a:lnTo>
                  <a:lnTo>
                    <a:pt x="676756" y="1379356"/>
                  </a:lnTo>
                  <a:lnTo>
                    <a:pt x="676732" y="1379364"/>
                  </a:lnTo>
                  <a:lnTo>
                    <a:pt x="676717" y="1379369"/>
                  </a:lnTo>
                  <a:lnTo>
                    <a:pt x="676689" y="1379372"/>
                  </a:lnTo>
                  <a:lnTo>
                    <a:pt x="676673" y="1379377"/>
                  </a:lnTo>
                  <a:lnTo>
                    <a:pt x="676656" y="1379383"/>
                  </a:lnTo>
                  <a:lnTo>
                    <a:pt x="676637" y="1379393"/>
                  </a:lnTo>
                  <a:lnTo>
                    <a:pt x="676593" y="1379416"/>
                  </a:lnTo>
                  <a:lnTo>
                    <a:pt x="676574" y="1379431"/>
                  </a:lnTo>
                  <a:lnTo>
                    <a:pt x="676547" y="1379448"/>
                  </a:lnTo>
                  <a:lnTo>
                    <a:pt x="676528" y="1379457"/>
                  </a:lnTo>
                  <a:lnTo>
                    <a:pt x="676500" y="1379463"/>
                  </a:lnTo>
                  <a:lnTo>
                    <a:pt x="676485" y="1379465"/>
                  </a:lnTo>
                  <a:lnTo>
                    <a:pt x="676465" y="1379470"/>
                  </a:lnTo>
                  <a:lnTo>
                    <a:pt x="676443" y="1379484"/>
                  </a:lnTo>
                  <a:lnTo>
                    <a:pt x="676411" y="1379512"/>
                  </a:lnTo>
                  <a:lnTo>
                    <a:pt x="676399" y="1379527"/>
                  </a:lnTo>
                  <a:lnTo>
                    <a:pt x="676391" y="1379543"/>
                  </a:lnTo>
                  <a:lnTo>
                    <a:pt x="676388" y="1379556"/>
                  </a:lnTo>
                  <a:lnTo>
                    <a:pt x="676389" y="1379585"/>
                  </a:lnTo>
                  <a:lnTo>
                    <a:pt x="676387" y="1379603"/>
                  </a:lnTo>
                  <a:lnTo>
                    <a:pt x="676383" y="1379620"/>
                  </a:lnTo>
                  <a:lnTo>
                    <a:pt x="676372" y="1379654"/>
                  </a:lnTo>
                  <a:lnTo>
                    <a:pt x="676365" y="1379675"/>
                  </a:lnTo>
                  <a:lnTo>
                    <a:pt x="676359" y="1379698"/>
                  </a:lnTo>
                  <a:lnTo>
                    <a:pt x="676356" y="1379723"/>
                  </a:lnTo>
                  <a:lnTo>
                    <a:pt x="676355" y="1379733"/>
                  </a:lnTo>
                  <a:lnTo>
                    <a:pt x="676349" y="1379754"/>
                  </a:lnTo>
                  <a:lnTo>
                    <a:pt x="676341" y="1379775"/>
                  </a:lnTo>
                  <a:lnTo>
                    <a:pt x="676334" y="1379798"/>
                  </a:lnTo>
                  <a:lnTo>
                    <a:pt x="676330" y="1379830"/>
                  </a:lnTo>
                  <a:lnTo>
                    <a:pt x="676326" y="1379866"/>
                  </a:lnTo>
                  <a:lnTo>
                    <a:pt x="676320" y="1379889"/>
                  </a:lnTo>
                  <a:lnTo>
                    <a:pt x="676315" y="1379902"/>
                  </a:lnTo>
                  <a:lnTo>
                    <a:pt x="676300" y="1379927"/>
                  </a:lnTo>
                  <a:lnTo>
                    <a:pt x="676289" y="1379943"/>
                  </a:lnTo>
                  <a:lnTo>
                    <a:pt x="676279" y="1379954"/>
                  </a:lnTo>
                  <a:lnTo>
                    <a:pt x="676263" y="1379963"/>
                  </a:lnTo>
                  <a:lnTo>
                    <a:pt x="676237" y="1379978"/>
                  </a:lnTo>
                  <a:lnTo>
                    <a:pt x="676221" y="1379990"/>
                  </a:lnTo>
                  <a:lnTo>
                    <a:pt x="676216" y="1379998"/>
                  </a:lnTo>
                  <a:lnTo>
                    <a:pt x="676202" y="1380025"/>
                  </a:lnTo>
                  <a:lnTo>
                    <a:pt x="676187" y="1380062"/>
                  </a:lnTo>
                  <a:lnTo>
                    <a:pt x="676181" y="1380079"/>
                  </a:lnTo>
                  <a:lnTo>
                    <a:pt x="676178" y="1380099"/>
                  </a:lnTo>
                  <a:lnTo>
                    <a:pt x="676175" y="1380129"/>
                  </a:lnTo>
                  <a:lnTo>
                    <a:pt x="676172" y="1380140"/>
                  </a:lnTo>
                  <a:lnTo>
                    <a:pt x="676167" y="1380151"/>
                  </a:lnTo>
                  <a:lnTo>
                    <a:pt x="676159" y="1380169"/>
                  </a:lnTo>
                  <a:lnTo>
                    <a:pt x="676139" y="1380204"/>
                  </a:lnTo>
                  <a:lnTo>
                    <a:pt x="676124" y="1380229"/>
                  </a:lnTo>
                  <a:lnTo>
                    <a:pt x="676106" y="1380264"/>
                  </a:lnTo>
                  <a:lnTo>
                    <a:pt x="676100" y="1380278"/>
                  </a:lnTo>
                  <a:lnTo>
                    <a:pt x="676091" y="1380299"/>
                  </a:lnTo>
                  <a:lnTo>
                    <a:pt x="676085" y="1380330"/>
                  </a:lnTo>
                  <a:lnTo>
                    <a:pt x="676083" y="1380345"/>
                  </a:lnTo>
                  <a:lnTo>
                    <a:pt x="676082" y="1380363"/>
                  </a:lnTo>
                  <a:lnTo>
                    <a:pt x="676084" y="1380380"/>
                  </a:lnTo>
                  <a:lnTo>
                    <a:pt x="676087" y="1380402"/>
                  </a:lnTo>
                  <a:lnTo>
                    <a:pt x="676084" y="1380422"/>
                  </a:lnTo>
                  <a:lnTo>
                    <a:pt x="676079" y="1380440"/>
                  </a:lnTo>
                  <a:lnTo>
                    <a:pt x="676066" y="1380472"/>
                  </a:lnTo>
                  <a:lnTo>
                    <a:pt x="676055" y="1380496"/>
                  </a:lnTo>
                  <a:lnTo>
                    <a:pt x="676034" y="1380543"/>
                  </a:lnTo>
                  <a:lnTo>
                    <a:pt x="676024" y="1380564"/>
                  </a:lnTo>
                  <a:lnTo>
                    <a:pt x="676006" y="1380609"/>
                  </a:lnTo>
                  <a:lnTo>
                    <a:pt x="675994" y="1380628"/>
                  </a:lnTo>
                  <a:lnTo>
                    <a:pt x="675978" y="1380659"/>
                  </a:lnTo>
                  <a:lnTo>
                    <a:pt x="675966" y="1380694"/>
                  </a:lnTo>
                  <a:lnTo>
                    <a:pt x="675961" y="1380713"/>
                  </a:lnTo>
                  <a:lnTo>
                    <a:pt x="675959" y="1380747"/>
                  </a:lnTo>
                  <a:lnTo>
                    <a:pt x="675961" y="1380766"/>
                  </a:lnTo>
                  <a:lnTo>
                    <a:pt x="675966" y="1380778"/>
                  </a:lnTo>
                  <a:lnTo>
                    <a:pt x="675975" y="1380798"/>
                  </a:lnTo>
                  <a:lnTo>
                    <a:pt x="675998" y="1380830"/>
                  </a:lnTo>
                  <a:lnTo>
                    <a:pt x="676017" y="1380853"/>
                  </a:lnTo>
                  <a:lnTo>
                    <a:pt x="676055" y="1380906"/>
                  </a:lnTo>
                  <a:lnTo>
                    <a:pt x="676066" y="1380920"/>
                  </a:lnTo>
                  <a:lnTo>
                    <a:pt x="676099" y="1380972"/>
                  </a:lnTo>
                  <a:lnTo>
                    <a:pt x="676107" y="1380991"/>
                  </a:lnTo>
                  <a:lnTo>
                    <a:pt x="676110" y="1381011"/>
                  </a:lnTo>
                  <a:lnTo>
                    <a:pt x="676107" y="1381045"/>
                  </a:lnTo>
                  <a:lnTo>
                    <a:pt x="676101" y="1381062"/>
                  </a:lnTo>
                  <a:lnTo>
                    <a:pt x="676094" y="1381080"/>
                  </a:lnTo>
                  <a:lnTo>
                    <a:pt x="676075" y="1381115"/>
                  </a:lnTo>
                  <a:lnTo>
                    <a:pt x="676059" y="1381146"/>
                  </a:lnTo>
                  <a:lnTo>
                    <a:pt x="676051" y="1381171"/>
                  </a:lnTo>
                  <a:lnTo>
                    <a:pt x="676049" y="1381213"/>
                  </a:lnTo>
                  <a:lnTo>
                    <a:pt x="676053" y="1381231"/>
                  </a:lnTo>
                  <a:lnTo>
                    <a:pt x="676061" y="1381262"/>
                  </a:lnTo>
                  <a:lnTo>
                    <a:pt x="676063" y="1381276"/>
                  </a:lnTo>
                  <a:lnTo>
                    <a:pt x="676063" y="1381288"/>
                  </a:lnTo>
                  <a:lnTo>
                    <a:pt x="676064" y="1381301"/>
                  </a:lnTo>
                  <a:lnTo>
                    <a:pt x="676078" y="1381320"/>
                  </a:lnTo>
                  <a:lnTo>
                    <a:pt x="676092" y="1381329"/>
                  </a:lnTo>
                  <a:lnTo>
                    <a:pt x="676104" y="1381337"/>
                  </a:lnTo>
                  <a:lnTo>
                    <a:pt x="676096" y="1381342"/>
                  </a:lnTo>
                  <a:lnTo>
                    <a:pt x="676078" y="1381343"/>
                  </a:lnTo>
                  <a:lnTo>
                    <a:pt x="676057" y="1381347"/>
                  </a:lnTo>
                  <a:lnTo>
                    <a:pt x="676038" y="1381353"/>
                  </a:lnTo>
                  <a:lnTo>
                    <a:pt x="676018" y="1381361"/>
                  </a:lnTo>
                  <a:lnTo>
                    <a:pt x="675997" y="1381372"/>
                  </a:lnTo>
                  <a:lnTo>
                    <a:pt x="675987" y="1381378"/>
                  </a:lnTo>
                  <a:lnTo>
                    <a:pt x="675964" y="1381396"/>
                  </a:lnTo>
                  <a:lnTo>
                    <a:pt x="675940" y="1381414"/>
                  </a:lnTo>
                  <a:lnTo>
                    <a:pt x="675906" y="1381443"/>
                  </a:lnTo>
                  <a:lnTo>
                    <a:pt x="675897" y="1381450"/>
                  </a:lnTo>
                  <a:lnTo>
                    <a:pt x="675877" y="1381463"/>
                  </a:lnTo>
                  <a:lnTo>
                    <a:pt x="675850" y="1381480"/>
                  </a:lnTo>
                  <a:lnTo>
                    <a:pt x="675814" y="1381502"/>
                  </a:lnTo>
                  <a:lnTo>
                    <a:pt x="675805" y="1381506"/>
                  </a:lnTo>
                  <a:lnTo>
                    <a:pt x="675785" y="1381520"/>
                  </a:lnTo>
                  <a:lnTo>
                    <a:pt x="675756" y="1381538"/>
                  </a:lnTo>
                  <a:lnTo>
                    <a:pt x="675720" y="1381558"/>
                  </a:lnTo>
                  <a:lnTo>
                    <a:pt x="675698" y="1381570"/>
                  </a:lnTo>
                  <a:lnTo>
                    <a:pt x="675677" y="1381580"/>
                  </a:lnTo>
                  <a:lnTo>
                    <a:pt x="675661" y="1381587"/>
                  </a:lnTo>
                  <a:lnTo>
                    <a:pt x="675637" y="1381594"/>
                  </a:lnTo>
                  <a:lnTo>
                    <a:pt x="675623" y="1381600"/>
                  </a:lnTo>
                  <a:lnTo>
                    <a:pt x="675603" y="1381610"/>
                  </a:lnTo>
                  <a:lnTo>
                    <a:pt x="675588" y="1381621"/>
                  </a:lnTo>
                  <a:lnTo>
                    <a:pt x="675570" y="1381635"/>
                  </a:lnTo>
                  <a:lnTo>
                    <a:pt x="675545" y="1381658"/>
                  </a:lnTo>
                  <a:lnTo>
                    <a:pt x="675533" y="1381670"/>
                  </a:lnTo>
                  <a:lnTo>
                    <a:pt x="675520" y="1381686"/>
                  </a:lnTo>
                  <a:lnTo>
                    <a:pt x="675511" y="1381701"/>
                  </a:lnTo>
                  <a:lnTo>
                    <a:pt x="675495" y="1381735"/>
                  </a:lnTo>
                  <a:lnTo>
                    <a:pt x="675487" y="1381756"/>
                  </a:lnTo>
                  <a:lnTo>
                    <a:pt x="675479" y="1381779"/>
                  </a:lnTo>
                  <a:lnTo>
                    <a:pt x="675471" y="1381799"/>
                  </a:lnTo>
                  <a:lnTo>
                    <a:pt x="675468" y="1381816"/>
                  </a:lnTo>
                  <a:lnTo>
                    <a:pt x="675460" y="1381843"/>
                  </a:lnTo>
                  <a:lnTo>
                    <a:pt x="675449" y="1381873"/>
                  </a:lnTo>
                  <a:lnTo>
                    <a:pt x="675443" y="1381886"/>
                  </a:lnTo>
                  <a:lnTo>
                    <a:pt x="675432" y="1381905"/>
                  </a:lnTo>
                  <a:lnTo>
                    <a:pt x="675420" y="1381924"/>
                  </a:lnTo>
                  <a:lnTo>
                    <a:pt x="675402" y="1381948"/>
                  </a:lnTo>
                  <a:lnTo>
                    <a:pt x="675394" y="1381960"/>
                  </a:lnTo>
                  <a:lnTo>
                    <a:pt x="675383" y="1381977"/>
                  </a:lnTo>
                  <a:lnTo>
                    <a:pt x="675371" y="1381999"/>
                  </a:lnTo>
                  <a:lnTo>
                    <a:pt x="675358" y="1382025"/>
                  </a:lnTo>
                  <a:lnTo>
                    <a:pt x="675349" y="1382049"/>
                  </a:lnTo>
                  <a:lnTo>
                    <a:pt x="675338" y="1382072"/>
                  </a:lnTo>
                  <a:lnTo>
                    <a:pt x="675326" y="1382095"/>
                  </a:lnTo>
                  <a:lnTo>
                    <a:pt x="675318" y="1382109"/>
                  </a:lnTo>
                  <a:lnTo>
                    <a:pt x="675307" y="1382128"/>
                  </a:lnTo>
                  <a:lnTo>
                    <a:pt x="675293" y="1382148"/>
                  </a:lnTo>
                  <a:lnTo>
                    <a:pt x="675274" y="1382169"/>
                  </a:lnTo>
                  <a:lnTo>
                    <a:pt x="675258" y="1382186"/>
                  </a:lnTo>
                  <a:lnTo>
                    <a:pt x="675246" y="1382194"/>
                  </a:lnTo>
                  <a:lnTo>
                    <a:pt x="675233" y="1382204"/>
                  </a:lnTo>
                  <a:lnTo>
                    <a:pt x="675226" y="1382215"/>
                  </a:lnTo>
                  <a:lnTo>
                    <a:pt x="675208" y="1382243"/>
                  </a:lnTo>
                  <a:lnTo>
                    <a:pt x="675197" y="1382258"/>
                  </a:lnTo>
                  <a:lnTo>
                    <a:pt x="675190" y="1382276"/>
                  </a:lnTo>
                  <a:lnTo>
                    <a:pt x="675181" y="1382293"/>
                  </a:lnTo>
                  <a:lnTo>
                    <a:pt x="675176" y="1382305"/>
                  </a:lnTo>
                  <a:lnTo>
                    <a:pt x="675171" y="1382316"/>
                  </a:lnTo>
                  <a:lnTo>
                    <a:pt x="675165" y="1382335"/>
                  </a:lnTo>
                  <a:lnTo>
                    <a:pt x="675160" y="1382358"/>
                  </a:lnTo>
                  <a:lnTo>
                    <a:pt x="675155" y="1382392"/>
                  </a:lnTo>
                  <a:lnTo>
                    <a:pt x="675150" y="1382425"/>
                  </a:lnTo>
                  <a:lnTo>
                    <a:pt x="675144" y="1382462"/>
                  </a:lnTo>
                  <a:lnTo>
                    <a:pt x="675139" y="1382482"/>
                  </a:lnTo>
                  <a:lnTo>
                    <a:pt x="675133" y="1382509"/>
                  </a:lnTo>
                  <a:lnTo>
                    <a:pt x="675120" y="1382544"/>
                  </a:lnTo>
                  <a:lnTo>
                    <a:pt x="675114" y="1382566"/>
                  </a:lnTo>
                  <a:lnTo>
                    <a:pt x="675109" y="1382592"/>
                  </a:lnTo>
                  <a:lnTo>
                    <a:pt x="675105" y="1382602"/>
                  </a:lnTo>
                  <a:lnTo>
                    <a:pt x="675094" y="1382615"/>
                  </a:lnTo>
                  <a:lnTo>
                    <a:pt x="675071" y="1382633"/>
                  </a:lnTo>
                  <a:lnTo>
                    <a:pt x="675056" y="1382648"/>
                  </a:lnTo>
                  <a:lnTo>
                    <a:pt x="675052" y="1382655"/>
                  </a:lnTo>
                  <a:lnTo>
                    <a:pt x="675042" y="1382690"/>
                  </a:lnTo>
                  <a:lnTo>
                    <a:pt x="675036" y="1382706"/>
                  </a:lnTo>
                  <a:lnTo>
                    <a:pt x="675023" y="1382737"/>
                  </a:lnTo>
                  <a:lnTo>
                    <a:pt x="675006" y="1382776"/>
                  </a:lnTo>
                  <a:lnTo>
                    <a:pt x="674996" y="1382807"/>
                  </a:lnTo>
                  <a:lnTo>
                    <a:pt x="674991" y="1382829"/>
                  </a:lnTo>
                  <a:lnTo>
                    <a:pt x="674985" y="1382874"/>
                  </a:lnTo>
                  <a:lnTo>
                    <a:pt x="674981" y="1382914"/>
                  </a:lnTo>
                  <a:lnTo>
                    <a:pt x="674963" y="1382936"/>
                  </a:lnTo>
                  <a:lnTo>
                    <a:pt x="674936" y="1382962"/>
                  </a:lnTo>
                  <a:lnTo>
                    <a:pt x="674912" y="1382979"/>
                  </a:lnTo>
                  <a:lnTo>
                    <a:pt x="674862" y="1382994"/>
                  </a:lnTo>
                  <a:lnTo>
                    <a:pt x="674832" y="1382998"/>
                  </a:lnTo>
                  <a:lnTo>
                    <a:pt x="674805" y="1382997"/>
                  </a:lnTo>
                  <a:lnTo>
                    <a:pt x="674781" y="1382996"/>
                  </a:lnTo>
                  <a:lnTo>
                    <a:pt x="674760" y="1382988"/>
                  </a:lnTo>
                  <a:lnTo>
                    <a:pt x="674752" y="1382988"/>
                  </a:lnTo>
                  <a:lnTo>
                    <a:pt x="674713" y="1382977"/>
                  </a:lnTo>
                  <a:lnTo>
                    <a:pt x="674651" y="1382957"/>
                  </a:lnTo>
                  <a:lnTo>
                    <a:pt x="674589" y="1382936"/>
                  </a:lnTo>
                  <a:lnTo>
                    <a:pt x="674575" y="1382933"/>
                  </a:lnTo>
                  <a:lnTo>
                    <a:pt x="674555" y="1382934"/>
                  </a:lnTo>
                  <a:lnTo>
                    <a:pt x="674524" y="1382944"/>
                  </a:lnTo>
                  <a:lnTo>
                    <a:pt x="674510" y="1382953"/>
                  </a:lnTo>
                  <a:lnTo>
                    <a:pt x="674490" y="1382969"/>
                  </a:lnTo>
                  <a:lnTo>
                    <a:pt x="674468" y="1382998"/>
                  </a:lnTo>
                  <a:lnTo>
                    <a:pt x="674455" y="1383024"/>
                  </a:lnTo>
                  <a:lnTo>
                    <a:pt x="674443" y="1383048"/>
                  </a:lnTo>
                  <a:lnTo>
                    <a:pt x="674438" y="1383059"/>
                  </a:lnTo>
                  <a:lnTo>
                    <a:pt x="674435" y="1383066"/>
                  </a:lnTo>
                  <a:lnTo>
                    <a:pt x="674430" y="1383077"/>
                  </a:lnTo>
                  <a:lnTo>
                    <a:pt x="674425" y="1383088"/>
                  </a:lnTo>
                  <a:lnTo>
                    <a:pt x="674420" y="1383098"/>
                  </a:lnTo>
                  <a:lnTo>
                    <a:pt x="674396" y="1383154"/>
                  </a:lnTo>
                  <a:lnTo>
                    <a:pt x="674390" y="1383173"/>
                  </a:lnTo>
                  <a:lnTo>
                    <a:pt x="674388" y="1383192"/>
                  </a:lnTo>
                  <a:lnTo>
                    <a:pt x="674395" y="1383227"/>
                  </a:lnTo>
                  <a:lnTo>
                    <a:pt x="674393" y="1383244"/>
                  </a:lnTo>
                  <a:lnTo>
                    <a:pt x="674389" y="1383256"/>
                  </a:lnTo>
                  <a:lnTo>
                    <a:pt x="674363" y="1383285"/>
                  </a:lnTo>
                  <a:lnTo>
                    <a:pt x="674333" y="1383323"/>
                  </a:lnTo>
                  <a:lnTo>
                    <a:pt x="674302" y="1383367"/>
                  </a:lnTo>
                  <a:lnTo>
                    <a:pt x="674295" y="1383379"/>
                  </a:lnTo>
                  <a:lnTo>
                    <a:pt x="674269" y="1383412"/>
                  </a:lnTo>
                  <a:lnTo>
                    <a:pt x="674234" y="1383453"/>
                  </a:lnTo>
                  <a:lnTo>
                    <a:pt x="674206" y="1383480"/>
                  </a:lnTo>
                  <a:lnTo>
                    <a:pt x="674191" y="1383501"/>
                  </a:lnTo>
                  <a:lnTo>
                    <a:pt x="674185" y="1383524"/>
                  </a:lnTo>
                  <a:lnTo>
                    <a:pt x="674179" y="1383539"/>
                  </a:lnTo>
                  <a:lnTo>
                    <a:pt x="674160" y="1383557"/>
                  </a:lnTo>
                  <a:lnTo>
                    <a:pt x="674140" y="1383573"/>
                  </a:lnTo>
                  <a:lnTo>
                    <a:pt x="674113" y="1383600"/>
                  </a:lnTo>
                  <a:lnTo>
                    <a:pt x="674099" y="1383622"/>
                  </a:lnTo>
                  <a:lnTo>
                    <a:pt x="674091" y="1383644"/>
                  </a:lnTo>
                  <a:lnTo>
                    <a:pt x="674072" y="1383717"/>
                  </a:lnTo>
                  <a:lnTo>
                    <a:pt x="674056" y="1383756"/>
                  </a:lnTo>
                  <a:lnTo>
                    <a:pt x="674043" y="1383780"/>
                  </a:lnTo>
                  <a:lnTo>
                    <a:pt x="674028" y="1383799"/>
                  </a:lnTo>
                  <a:lnTo>
                    <a:pt x="674013" y="1383830"/>
                  </a:lnTo>
                  <a:lnTo>
                    <a:pt x="674011" y="1383859"/>
                  </a:lnTo>
                  <a:lnTo>
                    <a:pt x="674012" y="1383911"/>
                  </a:lnTo>
                  <a:lnTo>
                    <a:pt x="674019" y="1383933"/>
                  </a:lnTo>
                  <a:lnTo>
                    <a:pt x="674048" y="1383994"/>
                  </a:lnTo>
                  <a:lnTo>
                    <a:pt x="674060" y="1384021"/>
                  </a:lnTo>
                  <a:lnTo>
                    <a:pt x="674077" y="1384075"/>
                  </a:lnTo>
                  <a:lnTo>
                    <a:pt x="674095" y="1384143"/>
                  </a:lnTo>
                  <a:lnTo>
                    <a:pt x="674106" y="1384183"/>
                  </a:lnTo>
                  <a:lnTo>
                    <a:pt x="674114" y="1384217"/>
                  </a:lnTo>
                  <a:lnTo>
                    <a:pt x="674108" y="1384224"/>
                  </a:lnTo>
                  <a:lnTo>
                    <a:pt x="674068" y="1384247"/>
                  </a:lnTo>
                  <a:lnTo>
                    <a:pt x="674039" y="1384268"/>
                  </a:lnTo>
                  <a:lnTo>
                    <a:pt x="674025" y="1384283"/>
                  </a:lnTo>
                  <a:lnTo>
                    <a:pt x="674010" y="1384308"/>
                  </a:lnTo>
                  <a:lnTo>
                    <a:pt x="673995" y="1384370"/>
                  </a:lnTo>
                  <a:lnTo>
                    <a:pt x="673985" y="1384394"/>
                  </a:lnTo>
                  <a:lnTo>
                    <a:pt x="673969" y="1384410"/>
                  </a:lnTo>
                  <a:lnTo>
                    <a:pt x="673951" y="1384415"/>
                  </a:lnTo>
                  <a:lnTo>
                    <a:pt x="673912" y="1384422"/>
                  </a:lnTo>
                  <a:lnTo>
                    <a:pt x="673886" y="1384433"/>
                  </a:lnTo>
                  <a:lnTo>
                    <a:pt x="673870" y="1384445"/>
                  </a:lnTo>
                  <a:lnTo>
                    <a:pt x="673855" y="1384473"/>
                  </a:lnTo>
                  <a:lnTo>
                    <a:pt x="673844" y="1384484"/>
                  </a:lnTo>
                  <a:lnTo>
                    <a:pt x="673812" y="1384508"/>
                  </a:lnTo>
                  <a:lnTo>
                    <a:pt x="673796" y="1384523"/>
                  </a:lnTo>
                  <a:lnTo>
                    <a:pt x="673780" y="1384533"/>
                  </a:lnTo>
                  <a:lnTo>
                    <a:pt x="673748" y="1384551"/>
                  </a:lnTo>
                  <a:lnTo>
                    <a:pt x="673726" y="1384557"/>
                  </a:lnTo>
                  <a:lnTo>
                    <a:pt x="673701" y="1384560"/>
                  </a:lnTo>
                  <a:lnTo>
                    <a:pt x="673661" y="1384559"/>
                  </a:lnTo>
                  <a:lnTo>
                    <a:pt x="673651" y="1384560"/>
                  </a:lnTo>
                  <a:lnTo>
                    <a:pt x="673638" y="1384564"/>
                  </a:lnTo>
                  <a:lnTo>
                    <a:pt x="673627" y="1384578"/>
                  </a:lnTo>
                  <a:lnTo>
                    <a:pt x="673603" y="1384611"/>
                  </a:lnTo>
                  <a:lnTo>
                    <a:pt x="673583" y="1384621"/>
                  </a:lnTo>
                  <a:lnTo>
                    <a:pt x="673550" y="1384625"/>
                  </a:lnTo>
                  <a:lnTo>
                    <a:pt x="673511" y="1384614"/>
                  </a:lnTo>
                  <a:lnTo>
                    <a:pt x="673475" y="1384602"/>
                  </a:lnTo>
                  <a:lnTo>
                    <a:pt x="673434" y="1384580"/>
                  </a:lnTo>
                  <a:lnTo>
                    <a:pt x="673406" y="1384566"/>
                  </a:lnTo>
                  <a:lnTo>
                    <a:pt x="673369" y="1384539"/>
                  </a:lnTo>
                  <a:lnTo>
                    <a:pt x="673346" y="1384519"/>
                  </a:lnTo>
                  <a:lnTo>
                    <a:pt x="673330" y="1384500"/>
                  </a:lnTo>
                  <a:lnTo>
                    <a:pt x="673311" y="1384475"/>
                  </a:lnTo>
                  <a:lnTo>
                    <a:pt x="673299" y="1384453"/>
                  </a:lnTo>
                  <a:lnTo>
                    <a:pt x="673285" y="1384438"/>
                  </a:lnTo>
                  <a:lnTo>
                    <a:pt x="673271" y="1384432"/>
                  </a:lnTo>
                  <a:lnTo>
                    <a:pt x="673230" y="1384416"/>
                  </a:lnTo>
                  <a:lnTo>
                    <a:pt x="673191" y="1384402"/>
                  </a:lnTo>
                  <a:lnTo>
                    <a:pt x="673143" y="1384385"/>
                  </a:lnTo>
                  <a:lnTo>
                    <a:pt x="673105" y="1384369"/>
                  </a:lnTo>
                  <a:lnTo>
                    <a:pt x="673066" y="1384354"/>
                  </a:lnTo>
                  <a:lnTo>
                    <a:pt x="673022" y="1384345"/>
                  </a:lnTo>
                  <a:lnTo>
                    <a:pt x="672994" y="1384339"/>
                  </a:lnTo>
                  <a:lnTo>
                    <a:pt x="672974" y="1384328"/>
                  </a:lnTo>
                  <a:lnTo>
                    <a:pt x="672949" y="1384311"/>
                  </a:lnTo>
                  <a:lnTo>
                    <a:pt x="672889" y="1384290"/>
                  </a:lnTo>
                  <a:lnTo>
                    <a:pt x="672840" y="1384277"/>
                  </a:lnTo>
                  <a:lnTo>
                    <a:pt x="672808" y="1384268"/>
                  </a:lnTo>
                  <a:lnTo>
                    <a:pt x="672763" y="1384268"/>
                  </a:lnTo>
                  <a:lnTo>
                    <a:pt x="672733" y="1384276"/>
                  </a:lnTo>
                  <a:lnTo>
                    <a:pt x="672674" y="1384302"/>
                  </a:lnTo>
                  <a:lnTo>
                    <a:pt x="672616" y="1384336"/>
                  </a:lnTo>
                  <a:lnTo>
                    <a:pt x="672593" y="1384347"/>
                  </a:lnTo>
                  <a:lnTo>
                    <a:pt x="672568" y="1384350"/>
                  </a:lnTo>
                  <a:lnTo>
                    <a:pt x="672546" y="1384344"/>
                  </a:lnTo>
                  <a:lnTo>
                    <a:pt x="672516" y="1384319"/>
                  </a:lnTo>
                  <a:lnTo>
                    <a:pt x="672492" y="1384307"/>
                  </a:lnTo>
                  <a:lnTo>
                    <a:pt x="672455" y="1384292"/>
                  </a:lnTo>
                  <a:lnTo>
                    <a:pt x="672412" y="1384278"/>
                  </a:lnTo>
                  <a:lnTo>
                    <a:pt x="672378" y="1384262"/>
                  </a:lnTo>
                  <a:lnTo>
                    <a:pt x="672343" y="1384243"/>
                  </a:lnTo>
                  <a:lnTo>
                    <a:pt x="672332" y="1384236"/>
                  </a:lnTo>
                  <a:lnTo>
                    <a:pt x="672323" y="1384236"/>
                  </a:lnTo>
                  <a:lnTo>
                    <a:pt x="672311" y="1384239"/>
                  </a:lnTo>
                  <a:lnTo>
                    <a:pt x="672261" y="1384266"/>
                  </a:lnTo>
                  <a:lnTo>
                    <a:pt x="672219" y="1384287"/>
                  </a:lnTo>
                  <a:lnTo>
                    <a:pt x="672169" y="1384307"/>
                  </a:lnTo>
                  <a:lnTo>
                    <a:pt x="672106" y="1384314"/>
                  </a:lnTo>
                  <a:lnTo>
                    <a:pt x="672069" y="1384317"/>
                  </a:lnTo>
                  <a:lnTo>
                    <a:pt x="672037" y="1384313"/>
                  </a:lnTo>
                  <a:lnTo>
                    <a:pt x="672001" y="1384304"/>
                  </a:lnTo>
                  <a:lnTo>
                    <a:pt x="671952" y="1384280"/>
                  </a:lnTo>
                  <a:lnTo>
                    <a:pt x="671932" y="1384266"/>
                  </a:lnTo>
                  <a:lnTo>
                    <a:pt x="671910" y="1384248"/>
                  </a:lnTo>
                  <a:lnTo>
                    <a:pt x="671892" y="1384238"/>
                  </a:lnTo>
                  <a:lnTo>
                    <a:pt x="671870" y="1384232"/>
                  </a:lnTo>
                  <a:lnTo>
                    <a:pt x="671813" y="1384226"/>
                  </a:lnTo>
                  <a:lnTo>
                    <a:pt x="671754" y="1384227"/>
                  </a:lnTo>
                  <a:lnTo>
                    <a:pt x="671708" y="1384229"/>
                  </a:lnTo>
                  <a:lnTo>
                    <a:pt x="671666" y="1384238"/>
                  </a:lnTo>
                  <a:lnTo>
                    <a:pt x="671624" y="1384250"/>
                  </a:lnTo>
                  <a:lnTo>
                    <a:pt x="671599" y="1384261"/>
                  </a:lnTo>
                  <a:lnTo>
                    <a:pt x="671573" y="1384290"/>
                  </a:lnTo>
                  <a:lnTo>
                    <a:pt x="671546" y="1384319"/>
                  </a:lnTo>
                  <a:lnTo>
                    <a:pt x="671535" y="1384324"/>
                  </a:lnTo>
                  <a:lnTo>
                    <a:pt x="671518" y="1384326"/>
                  </a:lnTo>
                  <a:lnTo>
                    <a:pt x="671497" y="1384331"/>
                  </a:lnTo>
                  <a:lnTo>
                    <a:pt x="671480" y="1384347"/>
                  </a:lnTo>
                  <a:lnTo>
                    <a:pt x="671468" y="1384367"/>
                  </a:lnTo>
                  <a:lnTo>
                    <a:pt x="671457" y="1384372"/>
                  </a:lnTo>
                  <a:lnTo>
                    <a:pt x="671450" y="1384372"/>
                  </a:lnTo>
                  <a:lnTo>
                    <a:pt x="671435" y="1384369"/>
                  </a:lnTo>
                  <a:lnTo>
                    <a:pt x="671407" y="1384364"/>
                  </a:lnTo>
                  <a:lnTo>
                    <a:pt x="671395" y="1384365"/>
                  </a:lnTo>
                  <a:lnTo>
                    <a:pt x="671365" y="1384371"/>
                  </a:lnTo>
                  <a:lnTo>
                    <a:pt x="671346" y="1384376"/>
                  </a:lnTo>
                  <a:lnTo>
                    <a:pt x="671332" y="1384377"/>
                  </a:lnTo>
                  <a:lnTo>
                    <a:pt x="671323" y="1384374"/>
                  </a:lnTo>
                  <a:lnTo>
                    <a:pt x="671302" y="1384350"/>
                  </a:lnTo>
                  <a:lnTo>
                    <a:pt x="671284" y="1384339"/>
                  </a:lnTo>
                  <a:lnTo>
                    <a:pt x="671263" y="1384330"/>
                  </a:lnTo>
                  <a:lnTo>
                    <a:pt x="671250" y="1384328"/>
                  </a:lnTo>
                  <a:lnTo>
                    <a:pt x="671236" y="1384330"/>
                  </a:lnTo>
                  <a:lnTo>
                    <a:pt x="671222" y="1384336"/>
                  </a:lnTo>
                  <a:lnTo>
                    <a:pt x="671208" y="1384350"/>
                  </a:lnTo>
                  <a:lnTo>
                    <a:pt x="671195" y="1384368"/>
                  </a:lnTo>
                  <a:lnTo>
                    <a:pt x="671190" y="1384421"/>
                  </a:lnTo>
                  <a:lnTo>
                    <a:pt x="671188" y="1384428"/>
                  </a:lnTo>
                  <a:lnTo>
                    <a:pt x="671168" y="1384450"/>
                  </a:lnTo>
                  <a:lnTo>
                    <a:pt x="671141" y="1384471"/>
                  </a:lnTo>
                  <a:lnTo>
                    <a:pt x="671115" y="1384490"/>
                  </a:lnTo>
                  <a:lnTo>
                    <a:pt x="671090" y="1384501"/>
                  </a:lnTo>
                  <a:lnTo>
                    <a:pt x="671066" y="1384504"/>
                  </a:lnTo>
                  <a:lnTo>
                    <a:pt x="671041" y="1384504"/>
                  </a:lnTo>
                  <a:lnTo>
                    <a:pt x="670998" y="1384495"/>
                  </a:lnTo>
                  <a:lnTo>
                    <a:pt x="670946" y="1384487"/>
                  </a:lnTo>
                  <a:lnTo>
                    <a:pt x="670902" y="1384485"/>
                  </a:lnTo>
                  <a:lnTo>
                    <a:pt x="670865" y="1384489"/>
                  </a:lnTo>
                  <a:lnTo>
                    <a:pt x="670830" y="1384497"/>
                  </a:lnTo>
                  <a:lnTo>
                    <a:pt x="670803" y="1384507"/>
                  </a:lnTo>
                  <a:lnTo>
                    <a:pt x="670783" y="1384525"/>
                  </a:lnTo>
                  <a:lnTo>
                    <a:pt x="670767" y="1384543"/>
                  </a:lnTo>
                  <a:lnTo>
                    <a:pt x="670756" y="1384507"/>
                  </a:lnTo>
                  <a:lnTo>
                    <a:pt x="670744" y="1384484"/>
                  </a:lnTo>
                  <a:lnTo>
                    <a:pt x="670721" y="1384450"/>
                  </a:lnTo>
                  <a:lnTo>
                    <a:pt x="670708" y="1384429"/>
                  </a:lnTo>
                  <a:lnTo>
                    <a:pt x="670702" y="1384402"/>
                  </a:lnTo>
                  <a:lnTo>
                    <a:pt x="670702" y="1384384"/>
                  </a:lnTo>
                  <a:lnTo>
                    <a:pt x="670709" y="1384361"/>
                  </a:lnTo>
                  <a:lnTo>
                    <a:pt x="670733" y="1384318"/>
                  </a:lnTo>
                  <a:lnTo>
                    <a:pt x="670751" y="1384284"/>
                  </a:lnTo>
                  <a:lnTo>
                    <a:pt x="670761" y="1384253"/>
                  </a:lnTo>
                  <a:lnTo>
                    <a:pt x="670763" y="1384236"/>
                  </a:lnTo>
                  <a:lnTo>
                    <a:pt x="670759" y="1384215"/>
                  </a:lnTo>
                  <a:lnTo>
                    <a:pt x="670743" y="1384188"/>
                  </a:lnTo>
                  <a:lnTo>
                    <a:pt x="670725" y="1384170"/>
                  </a:lnTo>
                  <a:lnTo>
                    <a:pt x="670688" y="1384150"/>
                  </a:lnTo>
                  <a:lnTo>
                    <a:pt x="670673" y="1384136"/>
                  </a:lnTo>
                  <a:lnTo>
                    <a:pt x="670668" y="1384124"/>
                  </a:lnTo>
                  <a:lnTo>
                    <a:pt x="670665" y="1384115"/>
                  </a:lnTo>
                  <a:lnTo>
                    <a:pt x="670667" y="1384071"/>
                  </a:lnTo>
                  <a:lnTo>
                    <a:pt x="670656" y="1384018"/>
                  </a:lnTo>
                  <a:lnTo>
                    <a:pt x="670649" y="1383983"/>
                  </a:lnTo>
                  <a:lnTo>
                    <a:pt x="670649" y="1383961"/>
                  </a:lnTo>
                  <a:lnTo>
                    <a:pt x="670652" y="1383949"/>
                  </a:lnTo>
                  <a:lnTo>
                    <a:pt x="670659" y="1383931"/>
                  </a:lnTo>
                  <a:lnTo>
                    <a:pt x="670677" y="1383903"/>
                  </a:lnTo>
                  <a:lnTo>
                    <a:pt x="670698" y="1383876"/>
                  </a:lnTo>
                  <a:lnTo>
                    <a:pt x="670720" y="1383844"/>
                  </a:lnTo>
                  <a:lnTo>
                    <a:pt x="670733" y="1383826"/>
                  </a:lnTo>
                  <a:lnTo>
                    <a:pt x="670735" y="1383817"/>
                  </a:lnTo>
                  <a:lnTo>
                    <a:pt x="670735" y="1383808"/>
                  </a:lnTo>
                  <a:lnTo>
                    <a:pt x="670729" y="1383801"/>
                  </a:lnTo>
                  <a:lnTo>
                    <a:pt x="670707" y="1383786"/>
                  </a:lnTo>
                  <a:lnTo>
                    <a:pt x="670696" y="1383775"/>
                  </a:lnTo>
                  <a:lnTo>
                    <a:pt x="670674" y="1383744"/>
                  </a:lnTo>
                  <a:lnTo>
                    <a:pt x="670645" y="1383706"/>
                  </a:lnTo>
                  <a:lnTo>
                    <a:pt x="670637" y="1383689"/>
                  </a:lnTo>
                  <a:lnTo>
                    <a:pt x="670635" y="1383679"/>
                  </a:lnTo>
                  <a:lnTo>
                    <a:pt x="670638" y="1383665"/>
                  </a:lnTo>
                  <a:lnTo>
                    <a:pt x="670654" y="1383638"/>
                  </a:lnTo>
                  <a:lnTo>
                    <a:pt x="670672" y="1383613"/>
                  </a:lnTo>
                  <a:lnTo>
                    <a:pt x="670704" y="1383572"/>
                  </a:lnTo>
                  <a:lnTo>
                    <a:pt x="670729" y="1383545"/>
                  </a:lnTo>
                  <a:lnTo>
                    <a:pt x="670750" y="1383520"/>
                  </a:lnTo>
                  <a:lnTo>
                    <a:pt x="670770" y="1383489"/>
                  </a:lnTo>
                  <a:lnTo>
                    <a:pt x="670784" y="1383465"/>
                  </a:lnTo>
                  <a:lnTo>
                    <a:pt x="670795" y="1383441"/>
                  </a:lnTo>
                  <a:lnTo>
                    <a:pt x="670802" y="1383425"/>
                  </a:lnTo>
                  <a:lnTo>
                    <a:pt x="670817" y="1383402"/>
                  </a:lnTo>
                  <a:lnTo>
                    <a:pt x="670837" y="1383379"/>
                  </a:lnTo>
                  <a:lnTo>
                    <a:pt x="670854" y="1383362"/>
                  </a:lnTo>
                  <a:lnTo>
                    <a:pt x="670877" y="1383346"/>
                  </a:lnTo>
                  <a:lnTo>
                    <a:pt x="670920" y="1383310"/>
                  </a:lnTo>
                  <a:lnTo>
                    <a:pt x="670938" y="1383295"/>
                  </a:lnTo>
                  <a:lnTo>
                    <a:pt x="670950" y="1383278"/>
                  </a:lnTo>
                  <a:lnTo>
                    <a:pt x="670956" y="1383263"/>
                  </a:lnTo>
                  <a:lnTo>
                    <a:pt x="670955" y="1383240"/>
                  </a:lnTo>
                  <a:lnTo>
                    <a:pt x="670950" y="1383217"/>
                  </a:lnTo>
                  <a:lnTo>
                    <a:pt x="670941" y="1383189"/>
                  </a:lnTo>
                  <a:lnTo>
                    <a:pt x="670937" y="1383172"/>
                  </a:lnTo>
                  <a:lnTo>
                    <a:pt x="670937" y="1383157"/>
                  </a:lnTo>
                  <a:lnTo>
                    <a:pt x="670939" y="1383125"/>
                  </a:lnTo>
                  <a:lnTo>
                    <a:pt x="670940" y="1383096"/>
                  </a:lnTo>
                  <a:lnTo>
                    <a:pt x="670940" y="1383076"/>
                  </a:lnTo>
                  <a:lnTo>
                    <a:pt x="670942" y="1383064"/>
                  </a:lnTo>
                  <a:lnTo>
                    <a:pt x="670943" y="1383056"/>
                  </a:lnTo>
                  <a:lnTo>
                    <a:pt x="670952" y="1383031"/>
                  </a:lnTo>
                  <a:lnTo>
                    <a:pt x="670956" y="1383005"/>
                  </a:lnTo>
                  <a:lnTo>
                    <a:pt x="670957" y="1382993"/>
                  </a:lnTo>
                  <a:lnTo>
                    <a:pt x="670954" y="1382983"/>
                  </a:lnTo>
                  <a:lnTo>
                    <a:pt x="670944" y="1382975"/>
                  </a:lnTo>
                  <a:lnTo>
                    <a:pt x="670918" y="1382966"/>
                  </a:lnTo>
                  <a:lnTo>
                    <a:pt x="670859" y="1382961"/>
                  </a:lnTo>
                  <a:lnTo>
                    <a:pt x="670835" y="1382956"/>
                  </a:lnTo>
                  <a:lnTo>
                    <a:pt x="670815" y="1382950"/>
                  </a:lnTo>
                  <a:lnTo>
                    <a:pt x="670783" y="1382930"/>
                  </a:lnTo>
                  <a:lnTo>
                    <a:pt x="670753" y="1382913"/>
                  </a:lnTo>
                  <a:lnTo>
                    <a:pt x="670736" y="1382911"/>
                  </a:lnTo>
                  <a:lnTo>
                    <a:pt x="670725" y="1382911"/>
                  </a:lnTo>
                  <a:lnTo>
                    <a:pt x="670706" y="1382916"/>
                  </a:lnTo>
                  <a:lnTo>
                    <a:pt x="670680" y="1382936"/>
                  </a:lnTo>
                  <a:lnTo>
                    <a:pt x="670653" y="1382952"/>
                  </a:lnTo>
                  <a:lnTo>
                    <a:pt x="670632" y="1382960"/>
                  </a:lnTo>
                  <a:lnTo>
                    <a:pt x="670618" y="1382960"/>
                  </a:lnTo>
                  <a:lnTo>
                    <a:pt x="670602" y="1382958"/>
                  </a:lnTo>
                  <a:lnTo>
                    <a:pt x="670580" y="1382951"/>
                  </a:lnTo>
                  <a:lnTo>
                    <a:pt x="670518" y="1382926"/>
                  </a:lnTo>
                  <a:lnTo>
                    <a:pt x="670492" y="1382918"/>
                  </a:lnTo>
                  <a:lnTo>
                    <a:pt x="670464" y="1382916"/>
                  </a:lnTo>
                  <a:lnTo>
                    <a:pt x="670451" y="1382916"/>
                  </a:lnTo>
                  <a:lnTo>
                    <a:pt x="670424" y="1382925"/>
                  </a:lnTo>
                  <a:lnTo>
                    <a:pt x="670381" y="1382935"/>
                  </a:lnTo>
                  <a:lnTo>
                    <a:pt x="670327" y="1382945"/>
                  </a:lnTo>
                  <a:lnTo>
                    <a:pt x="670302" y="1382950"/>
                  </a:lnTo>
                  <a:lnTo>
                    <a:pt x="670232" y="1382951"/>
                  </a:lnTo>
                  <a:lnTo>
                    <a:pt x="670205" y="1382956"/>
                  </a:lnTo>
                  <a:lnTo>
                    <a:pt x="670152" y="1382967"/>
                  </a:lnTo>
                  <a:lnTo>
                    <a:pt x="670095" y="1382974"/>
                  </a:lnTo>
                  <a:lnTo>
                    <a:pt x="670078" y="1382977"/>
                  </a:lnTo>
                  <a:lnTo>
                    <a:pt x="670047" y="1382993"/>
                  </a:lnTo>
                  <a:lnTo>
                    <a:pt x="669954" y="1383040"/>
                  </a:lnTo>
                  <a:lnTo>
                    <a:pt x="669900" y="1383064"/>
                  </a:lnTo>
                  <a:lnTo>
                    <a:pt x="669886" y="1383068"/>
                  </a:lnTo>
                  <a:lnTo>
                    <a:pt x="669871" y="1383066"/>
                  </a:lnTo>
                  <a:lnTo>
                    <a:pt x="669864" y="1383064"/>
                  </a:lnTo>
                  <a:lnTo>
                    <a:pt x="669837" y="1383054"/>
                  </a:lnTo>
                  <a:lnTo>
                    <a:pt x="669784" y="1383029"/>
                  </a:lnTo>
                  <a:lnTo>
                    <a:pt x="669746" y="1383014"/>
                  </a:lnTo>
                  <a:lnTo>
                    <a:pt x="669715" y="1383007"/>
                  </a:lnTo>
                  <a:lnTo>
                    <a:pt x="669678" y="1383003"/>
                  </a:lnTo>
                  <a:lnTo>
                    <a:pt x="669566" y="1383006"/>
                  </a:lnTo>
                  <a:lnTo>
                    <a:pt x="669491" y="1383010"/>
                  </a:lnTo>
                  <a:lnTo>
                    <a:pt x="669460" y="1383013"/>
                  </a:lnTo>
                  <a:lnTo>
                    <a:pt x="669391" y="1383028"/>
                  </a:lnTo>
                  <a:lnTo>
                    <a:pt x="669364" y="1383037"/>
                  </a:lnTo>
                  <a:lnTo>
                    <a:pt x="669346" y="1383045"/>
                  </a:lnTo>
                  <a:lnTo>
                    <a:pt x="669338" y="1383050"/>
                  </a:lnTo>
                  <a:lnTo>
                    <a:pt x="669322" y="1383064"/>
                  </a:lnTo>
                  <a:lnTo>
                    <a:pt x="669311" y="1383074"/>
                  </a:lnTo>
                  <a:lnTo>
                    <a:pt x="669304" y="1383078"/>
                  </a:lnTo>
                  <a:lnTo>
                    <a:pt x="669294" y="1383084"/>
                  </a:lnTo>
                  <a:lnTo>
                    <a:pt x="669278" y="1383095"/>
                  </a:lnTo>
                  <a:lnTo>
                    <a:pt x="669245" y="1383111"/>
                  </a:lnTo>
                  <a:lnTo>
                    <a:pt x="669212" y="1383126"/>
                  </a:lnTo>
                  <a:lnTo>
                    <a:pt x="669206" y="1383130"/>
                  </a:lnTo>
                  <a:lnTo>
                    <a:pt x="669199" y="1383145"/>
                  </a:lnTo>
                  <a:lnTo>
                    <a:pt x="669194" y="1383183"/>
                  </a:lnTo>
                  <a:lnTo>
                    <a:pt x="669191" y="1383235"/>
                  </a:lnTo>
                  <a:lnTo>
                    <a:pt x="669191" y="1383287"/>
                  </a:lnTo>
                  <a:lnTo>
                    <a:pt x="669190" y="1383344"/>
                  </a:lnTo>
                  <a:lnTo>
                    <a:pt x="669193" y="1383403"/>
                  </a:lnTo>
                  <a:lnTo>
                    <a:pt x="669196" y="1383476"/>
                  </a:lnTo>
                  <a:lnTo>
                    <a:pt x="669195" y="1383498"/>
                  </a:lnTo>
                  <a:lnTo>
                    <a:pt x="669190" y="1383504"/>
                  </a:lnTo>
                  <a:lnTo>
                    <a:pt x="669170" y="1383523"/>
                  </a:lnTo>
                  <a:lnTo>
                    <a:pt x="669164" y="1383533"/>
                  </a:lnTo>
                  <a:lnTo>
                    <a:pt x="669155" y="1383561"/>
                  </a:lnTo>
                  <a:lnTo>
                    <a:pt x="669145" y="1383597"/>
                  </a:lnTo>
                  <a:lnTo>
                    <a:pt x="669139" y="1383603"/>
                  </a:lnTo>
                  <a:lnTo>
                    <a:pt x="669115" y="1383605"/>
                  </a:lnTo>
                  <a:lnTo>
                    <a:pt x="669076" y="1383607"/>
                  </a:lnTo>
                  <a:lnTo>
                    <a:pt x="669061" y="1383610"/>
                  </a:lnTo>
                  <a:lnTo>
                    <a:pt x="669048" y="1383621"/>
                  </a:lnTo>
                  <a:lnTo>
                    <a:pt x="669021" y="1383645"/>
                  </a:lnTo>
                  <a:lnTo>
                    <a:pt x="668996" y="1383679"/>
                  </a:lnTo>
                  <a:lnTo>
                    <a:pt x="668963" y="1383729"/>
                  </a:lnTo>
                  <a:lnTo>
                    <a:pt x="668955" y="1383733"/>
                  </a:lnTo>
                  <a:lnTo>
                    <a:pt x="668930" y="1383734"/>
                  </a:lnTo>
                  <a:lnTo>
                    <a:pt x="668895" y="1383729"/>
                  </a:lnTo>
                  <a:lnTo>
                    <a:pt x="668807" y="1383717"/>
                  </a:lnTo>
                  <a:lnTo>
                    <a:pt x="668759" y="1383708"/>
                  </a:lnTo>
                  <a:lnTo>
                    <a:pt x="668737" y="1383709"/>
                  </a:lnTo>
                  <a:lnTo>
                    <a:pt x="668715" y="1383721"/>
                  </a:lnTo>
                  <a:lnTo>
                    <a:pt x="668688" y="1383745"/>
                  </a:lnTo>
                  <a:lnTo>
                    <a:pt x="668661" y="1383762"/>
                  </a:lnTo>
                  <a:lnTo>
                    <a:pt x="668634" y="1383775"/>
                  </a:lnTo>
                  <a:lnTo>
                    <a:pt x="668578" y="1383788"/>
                  </a:lnTo>
                  <a:lnTo>
                    <a:pt x="668561" y="1383795"/>
                  </a:lnTo>
                  <a:lnTo>
                    <a:pt x="668535" y="1383820"/>
                  </a:lnTo>
                  <a:lnTo>
                    <a:pt x="668512" y="1383838"/>
                  </a:lnTo>
                  <a:lnTo>
                    <a:pt x="668493" y="1383846"/>
                  </a:lnTo>
                  <a:lnTo>
                    <a:pt x="668466" y="1383859"/>
                  </a:lnTo>
                  <a:lnTo>
                    <a:pt x="668440" y="1383876"/>
                  </a:lnTo>
                  <a:lnTo>
                    <a:pt x="668428" y="1383890"/>
                  </a:lnTo>
                  <a:lnTo>
                    <a:pt x="668408" y="1383925"/>
                  </a:lnTo>
                  <a:lnTo>
                    <a:pt x="668382" y="1383971"/>
                  </a:lnTo>
                  <a:lnTo>
                    <a:pt x="668367" y="1383999"/>
                  </a:lnTo>
                  <a:lnTo>
                    <a:pt x="668347" y="1384045"/>
                  </a:lnTo>
                  <a:lnTo>
                    <a:pt x="668330" y="1384088"/>
                  </a:lnTo>
                  <a:lnTo>
                    <a:pt x="668320" y="1384112"/>
                  </a:lnTo>
                  <a:lnTo>
                    <a:pt x="668318" y="1384139"/>
                  </a:lnTo>
                  <a:lnTo>
                    <a:pt x="668306" y="1384212"/>
                  </a:lnTo>
                  <a:lnTo>
                    <a:pt x="668299" y="1384250"/>
                  </a:lnTo>
                  <a:lnTo>
                    <a:pt x="668287" y="1384271"/>
                  </a:lnTo>
                  <a:lnTo>
                    <a:pt x="668260" y="1384296"/>
                  </a:lnTo>
                  <a:lnTo>
                    <a:pt x="668224" y="1384326"/>
                  </a:lnTo>
                  <a:lnTo>
                    <a:pt x="668216" y="1384329"/>
                  </a:lnTo>
                  <a:lnTo>
                    <a:pt x="668206" y="1384331"/>
                  </a:lnTo>
                  <a:lnTo>
                    <a:pt x="668191" y="1384327"/>
                  </a:lnTo>
                  <a:lnTo>
                    <a:pt x="668169" y="1384307"/>
                  </a:lnTo>
                  <a:lnTo>
                    <a:pt x="668146" y="1384272"/>
                  </a:lnTo>
                  <a:lnTo>
                    <a:pt x="668131" y="1384249"/>
                  </a:lnTo>
                  <a:lnTo>
                    <a:pt x="668120" y="1384224"/>
                  </a:lnTo>
                  <a:lnTo>
                    <a:pt x="668109" y="1384196"/>
                  </a:lnTo>
                  <a:lnTo>
                    <a:pt x="668102" y="1384164"/>
                  </a:lnTo>
                  <a:lnTo>
                    <a:pt x="668098" y="1384131"/>
                  </a:lnTo>
                  <a:lnTo>
                    <a:pt x="668089" y="1384103"/>
                  </a:lnTo>
                  <a:lnTo>
                    <a:pt x="668070" y="1384061"/>
                  </a:lnTo>
                  <a:lnTo>
                    <a:pt x="668059" y="1384043"/>
                  </a:lnTo>
                  <a:lnTo>
                    <a:pt x="668045" y="1384030"/>
                  </a:lnTo>
                  <a:lnTo>
                    <a:pt x="668023" y="1384019"/>
                  </a:lnTo>
                  <a:lnTo>
                    <a:pt x="668010" y="1384012"/>
                  </a:lnTo>
                  <a:lnTo>
                    <a:pt x="667999" y="1384000"/>
                  </a:lnTo>
                  <a:lnTo>
                    <a:pt x="667984" y="1383978"/>
                  </a:lnTo>
                  <a:lnTo>
                    <a:pt x="667967" y="1383946"/>
                  </a:lnTo>
                  <a:lnTo>
                    <a:pt x="667947" y="1383925"/>
                  </a:lnTo>
                  <a:lnTo>
                    <a:pt x="667921" y="1383907"/>
                  </a:lnTo>
                  <a:lnTo>
                    <a:pt x="667893" y="1383891"/>
                  </a:lnTo>
                  <a:lnTo>
                    <a:pt x="667864" y="1383873"/>
                  </a:lnTo>
                  <a:lnTo>
                    <a:pt x="667830" y="1383853"/>
                  </a:lnTo>
                  <a:lnTo>
                    <a:pt x="667799" y="1383839"/>
                  </a:lnTo>
                  <a:lnTo>
                    <a:pt x="667789" y="1383831"/>
                  </a:lnTo>
                  <a:lnTo>
                    <a:pt x="667782" y="1383800"/>
                  </a:lnTo>
                  <a:lnTo>
                    <a:pt x="667774" y="1383785"/>
                  </a:lnTo>
                  <a:lnTo>
                    <a:pt x="667763" y="1383773"/>
                  </a:lnTo>
                  <a:lnTo>
                    <a:pt x="667738" y="1383759"/>
                  </a:lnTo>
                  <a:lnTo>
                    <a:pt x="667671" y="1383742"/>
                  </a:lnTo>
                  <a:lnTo>
                    <a:pt x="667597" y="1383730"/>
                  </a:lnTo>
                  <a:lnTo>
                    <a:pt x="667564" y="1383725"/>
                  </a:lnTo>
                  <a:lnTo>
                    <a:pt x="667497" y="1383725"/>
                  </a:lnTo>
                  <a:lnTo>
                    <a:pt x="667434" y="1383730"/>
                  </a:lnTo>
                  <a:lnTo>
                    <a:pt x="667418" y="1383734"/>
                  </a:lnTo>
                  <a:lnTo>
                    <a:pt x="667394" y="1383748"/>
                  </a:lnTo>
                  <a:lnTo>
                    <a:pt x="667367" y="1383775"/>
                  </a:lnTo>
                  <a:lnTo>
                    <a:pt x="667355" y="1383784"/>
                  </a:lnTo>
                  <a:lnTo>
                    <a:pt x="667324" y="1383801"/>
                  </a:lnTo>
                  <a:lnTo>
                    <a:pt x="667275" y="1383822"/>
                  </a:lnTo>
                  <a:lnTo>
                    <a:pt x="667243" y="1383831"/>
                  </a:lnTo>
                  <a:lnTo>
                    <a:pt x="667227" y="1383832"/>
                  </a:lnTo>
                  <a:lnTo>
                    <a:pt x="667209" y="1383829"/>
                  </a:lnTo>
                  <a:lnTo>
                    <a:pt x="667172" y="1383805"/>
                  </a:lnTo>
                  <a:lnTo>
                    <a:pt x="667151" y="1383791"/>
                  </a:lnTo>
                  <a:lnTo>
                    <a:pt x="667140" y="1383785"/>
                  </a:lnTo>
                  <a:lnTo>
                    <a:pt x="667138" y="1383780"/>
                  </a:lnTo>
                  <a:lnTo>
                    <a:pt x="667138" y="1383773"/>
                  </a:lnTo>
                  <a:lnTo>
                    <a:pt x="667145" y="1383755"/>
                  </a:lnTo>
                  <a:lnTo>
                    <a:pt x="667152" y="1383727"/>
                  </a:lnTo>
                  <a:lnTo>
                    <a:pt x="667157" y="1383704"/>
                  </a:lnTo>
                  <a:lnTo>
                    <a:pt x="667159" y="1383657"/>
                  </a:lnTo>
                  <a:lnTo>
                    <a:pt x="667155" y="1383603"/>
                  </a:lnTo>
                  <a:lnTo>
                    <a:pt x="667149" y="1383561"/>
                  </a:lnTo>
                  <a:lnTo>
                    <a:pt x="667140" y="1383526"/>
                  </a:lnTo>
                  <a:lnTo>
                    <a:pt x="667133" y="1383502"/>
                  </a:lnTo>
                  <a:lnTo>
                    <a:pt x="667128" y="1383480"/>
                  </a:lnTo>
                  <a:lnTo>
                    <a:pt x="667126" y="1383458"/>
                  </a:lnTo>
                  <a:lnTo>
                    <a:pt x="667128" y="1383431"/>
                  </a:lnTo>
                  <a:lnTo>
                    <a:pt x="667133" y="1383405"/>
                  </a:lnTo>
                  <a:lnTo>
                    <a:pt x="667142" y="1383381"/>
                  </a:lnTo>
                  <a:lnTo>
                    <a:pt x="667159" y="1383349"/>
                  </a:lnTo>
                  <a:lnTo>
                    <a:pt x="667179" y="1383316"/>
                  </a:lnTo>
                  <a:lnTo>
                    <a:pt x="667200" y="1383280"/>
                  </a:lnTo>
                  <a:lnTo>
                    <a:pt x="667208" y="1383256"/>
                  </a:lnTo>
                  <a:lnTo>
                    <a:pt x="667217" y="1383213"/>
                  </a:lnTo>
                  <a:lnTo>
                    <a:pt x="667219" y="1383170"/>
                  </a:lnTo>
                  <a:lnTo>
                    <a:pt x="667222" y="1383127"/>
                  </a:lnTo>
                  <a:lnTo>
                    <a:pt x="667222" y="1383119"/>
                  </a:lnTo>
                  <a:lnTo>
                    <a:pt x="667223" y="1383096"/>
                  </a:lnTo>
                  <a:lnTo>
                    <a:pt x="667223" y="1383089"/>
                  </a:lnTo>
                  <a:lnTo>
                    <a:pt x="667224" y="1383076"/>
                  </a:lnTo>
                  <a:lnTo>
                    <a:pt x="667225" y="1383064"/>
                  </a:lnTo>
                  <a:lnTo>
                    <a:pt x="667226" y="1383053"/>
                  </a:lnTo>
                  <a:lnTo>
                    <a:pt x="667227" y="1383034"/>
                  </a:lnTo>
                  <a:lnTo>
                    <a:pt x="667232" y="1382952"/>
                  </a:lnTo>
                  <a:lnTo>
                    <a:pt x="667232" y="1382901"/>
                  </a:lnTo>
                  <a:lnTo>
                    <a:pt x="667228" y="1382842"/>
                  </a:lnTo>
                  <a:lnTo>
                    <a:pt x="667223" y="1382822"/>
                  </a:lnTo>
                  <a:lnTo>
                    <a:pt x="667217" y="1382805"/>
                  </a:lnTo>
                  <a:lnTo>
                    <a:pt x="667181" y="1382787"/>
                  </a:lnTo>
                  <a:lnTo>
                    <a:pt x="667146" y="1382755"/>
                  </a:lnTo>
                  <a:lnTo>
                    <a:pt x="667126" y="1382728"/>
                  </a:lnTo>
                  <a:lnTo>
                    <a:pt x="667106" y="1382695"/>
                  </a:lnTo>
                  <a:lnTo>
                    <a:pt x="667093" y="1382669"/>
                  </a:lnTo>
                  <a:lnTo>
                    <a:pt x="667086" y="1382639"/>
                  </a:lnTo>
                  <a:lnTo>
                    <a:pt x="667079" y="1382599"/>
                  </a:lnTo>
                  <a:lnTo>
                    <a:pt x="667066" y="1382517"/>
                  </a:lnTo>
                  <a:lnTo>
                    <a:pt x="667044" y="1382405"/>
                  </a:lnTo>
                  <a:lnTo>
                    <a:pt x="667037" y="1382349"/>
                  </a:lnTo>
                  <a:lnTo>
                    <a:pt x="667035" y="1382339"/>
                  </a:lnTo>
                  <a:lnTo>
                    <a:pt x="667039" y="1382293"/>
                  </a:lnTo>
                  <a:lnTo>
                    <a:pt x="667042" y="1382254"/>
                  </a:lnTo>
                  <a:lnTo>
                    <a:pt x="667037" y="1382236"/>
                  </a:lnTo>
                  <a:lnTo>
                    <a:pt x="667014" y="1382202"/>
                  </a:lnTo>
                  <a:lnTo>
                    <a:pt x="666994" y="1382165"/>
                  </a:lnTo>
                  <a:lnTo>
                    <a:pt x="666989" y="1382145"/>
                  </a:lnTo>
                  <a:lnTo>
                    <a:pt x="666988" y="1382121"/>
                  </a:lnTo>
                  <a:lnTo>
                    <a:pt x="666990" y="1382084"/>
                  </a:lnTo>
                  <a:lnTo>
                    <a:pt x="666999" y="1382035"/>
                  </a:lnTo>
                  <a:lnTo>
                    <a:pt x="667007" y="1381996"/>
                  </a:lnTo>
                  <a:lnTo>
                    <a:pt x="667004" y="1381986"/>
                  </a:lnTo>
                  <a:lnTo>
                    <a:pt x="666992" y="1381975"/>
                  </a:lnTo>
                  <a:lnTo>
                    <a:pt x="666954" y="1381959"/>
                  </a:lnTo>
                  <a:lnTo>
                    <a:pt x="666928" y="1381944"/>
                  </a:lnTo>
                  <a:lnTo>
                    <a:pt x="666887" y="1381919"/>
                  </a:lnTo>
                  <a:lnTo>
                    <a:pt x="666863" y="1381903"/>
                  </a:lnTo>
                  <a:lnTo>
                    <a:pt x="666849" y="1381879"/>
                  </a:lnTo>
                  <a:lnTo>
                    <a:pt x="666831" y="1381842"/>
                  </a:lnTo>
                  <a:lnTo>
                    <a:pt x="666814" y="1381814"/>
                  </a:lnTo>
                  <a:lnTo>
                    <a:pt x="666798" y="1381793"/>
                  </a:lnTo>
                  <a:lnTo>
                    <a:pt x="666777" y="1381775"/>
                  </a:lnTo>
                  <a:lnTo>
                    <a:pt x="666767" y="1381764"/>
                  </a:lnTo>
                  <a:lnTo>
                    <a:pt x="666761" y="1381748"/>
                  </a:lnTo>
                  <a:lnTo>
                    <a:pt x="666755" y="1381704"/>
                  </a:lnTo>
                  <a:lnTo>
                    <a:pt x="666731" y="1381649"/>
                  </a:lnTo>
                  <a:lnTo>
                    <a:pt x="666711" y="1381608"/>
                  </a:lnTo>
                  <a:lnTo>
                    <a:pt x="666693" y="1381576"/>
                  </a:lnTo>
                  <a:lnTo>
                    <a:pt x="666674" y="1381549"/>
                  </a:lnTo>
                  <a:lnTo>
                    <a:pt x="666646" y="1381528"/>
                  </a:lnTo>
                  <a:lnTo>
                    <a:pt x="666629" y="1381520"/>
                  </a:lnTo>
                  <a:lnTo>
                    <a:pt x="666584" y="1381518"/>
                  </a:lnTo>
                  <a:lnTo>
                    <a:pt x="666534" y="1381520"/>
                  </a:lnTo>
                  <a:lnTo>
                    <a:pt x="666511" y="1381527"/>
                  </a:lnTo>
                  <a:lnTo>
                    <a:pt x="666469" y="1381541"/>
                  </a:lnTo>
                  <a:lnTo>
                    <a:pt x="666407" y="1381556"/>
                  </a:lnTo>
                  <a:lnTo>
                    <a:pt x="666348" y="1381569"/>
                  </a:lnTo>
                  <a:lnTo>
                    <a:pt x="666319" y="1381572"/>
                  </a:lnTo>
                  <a:lnTo>
                    <a:pt x="666297" y="1381570"/>
                  </a:lnTo>
                  <a:lnTo>
                    <a:pt x="666279" y="1381562"/>
                  </a:lnTo>
                  <a:lnTo>
                    <a:pt x="666265" y="1381547"/>
                  </a:lnTo>
                  <a:lnTo>
                    <a:pt x="666255" y="1381534"/>
                  </a:lnTo>
                  <a:lnTo>
                    <a:pt x="666243" y="1381502"/>
                  </a:lnTo>
                  <a:lnTo>
                    <a:pt x="666225" y="1381463"/>
                  </a:lnTo>
                  <a:lnTo>
                    <a:pt x="666209" y="1381442"/>
                  </a:lnTo>
                  <a:lnTo>
                    <a:pt x="666162" y="1381415"/>
                  </a:lnTo>
                  <a:lnTo>
                    <a:pt x="666112" y="1381388"/>
                  </a:lnTo>
                  <a:lnTo>
                    <a:pt x="666058" y="1381364"/>
                  </a:lnTo>
                  <a:lnTo>
                    <a:pt x="665975" y="1381334"/>
                  </a:lnTo>
                  <a:lnTo>
                    <a:pt x="665952" y="1381323"/>
                  </a:lnTo>
                  <a:lnTo>
                    <a:pt x="665937" y="1381313"/>
                  </a:lnTo>
                  <a:lnTo>
                    <a:pt x="665919" y="1381291"/>
                  </a:lnTo>
                  <a:lnTo>
                    <a:pt x="665900" y="1381275"/>
                  </a:lnTo>
                  <a:lnTo>
                    <a:pt x="665875" y="1381269"/>
                  </a:lnTo>
                  <a:lnTo>
                    <a:pt x="665763" y="1381273"/>
                  </a:lnTo>
                  <a:lnTo>
                    <a:pt x="665752" y="1381278"/>
                  </a:lnTo>
                  <a:lnTo>
                    <a:pt x="665737" y="1381303"/>
                  </a:lnTo>
                  <a:lnTo>
                    <a:pt x="665729" y="1381307"/>
                  </a:lnTo>
                  <a:lnTo>
                    <a:pt x="665710" y="1381305"/>
                  </a:lnTo>
                  <a:lnTo>
                    <a:pt x="665680" y="1381290"/>
                  </a:lnTo>
                  <a:lnTo>
                    <a:pt x="665664" y="1381286"/>
                  </a:lnTo>
                  <a:lnTo>
                    <a:pt x="665645" y="1381288"/>
                  </a:lnTo>
                  <a:lnTo>
                    <a:pt x="665599" y="1381308"/>
                  </a:lnTo>
                  <a:lnTo>
                    <a:pt x="665565" y="1381320"/>
                  </a:lnTo>
                  <a:lnTo>
                    <a:pt x="665533" y="1381325"/>
                  </a:lnTo>
                  <a:lnTo>
                    <a:pt x="665507" y="1381329"/>
                  </a:lnTo>
                  <a:lnTo>
                    <a:pt x="665466" y="1381350"/>
                  </a:lnTo>
                  <a:lnTo>
                    <a:pt x="665417" y="1381361"/>
                  </a:lnTo>
                  <a:lnTo>
                    <a:pt x="665395" y="1381369"/>
                  </a:lnTo>
                  <a:lnTo>
                    <a:pt x="665387" y="1381376"/>
                  </a:lnTo>
                  <a:lnTo>
                    <a:pt x="665377" y="1381421"/>
                  </a:lnTo>
                  <a:lnTo>
                    <a:pt x="665369" y="1381481"/>
                  </a:lnTo>
                  <a:lnTo>
                    <a:pt x="665359" y="1381523"/>
                  </a:lnTo>
                  <a:lnTo>
                    <a:pt x="665351" y="1381554"/>
                  </a:lnTo>
                  <a:lnTo>
                    <a:pt x="665342" y="1381587"/>
                  </a:lnTo>
                  <a:lnTo>
                    <a:pt x="665335" y="1381637"/>
                  </a:lnTo>
                  <a:lnTo>
                    <a:pt x="665333" y="1381699"/>
                  </a:lnTo>
                  <a:lnTo>
                    <a:pt x="665329" y="1381724"/>
                  </a:lnTo>
                  <a:lnTo>
                    <a:pt x="665317" y="1381752"/>
                  </a:lnTo>
                  <a:lnTo>
                    <a:pt x="665299" y="1381788"/>
                  </a:lnTo>
                  <a:lnTo>
                    <a:pt x="665287" y="1381809"/>
                  </a:lnTo>
                  <a:lnTo>
                    <a:pt x="665258" y="1381864"/>
                  </a:lnTo>
                  <a:lnTo>
                    <a:pt x="665233" y="1381918"/>
                  </a:lnTo>
                  <a:lnTo>
                    <a:pt x="665210" y="1381965"/>
                  </a:lnTo>
                  <a:lnTo>
                    <a:pt x="665192" y="1382008"/>
                  </a:lnTo>
                  <a:lnTo>
                    <a:pt x="665181" y="1382025"/>
                  </a:lnTo>
                  <a:lnTo>
                    <a:pt x="665139" y="1382062"/>
                  </a:lnTo>
                  <a:lnTo>
                    <a:pt x="665107" y="1382094"/>
                  </a:lnTo>
                  <a:lnTo>
                    <a:pt x="665067" y="1382131"/>
                  </a:lnTo>
                  <a:lnTo>
                    <a:pt x="665044" y="1382164"/>
                  </a:lnTo>
                  <a:lnTo>
                    <a:pt x="665028" y="1382186"/>
                  </a:lnTo>
                  <a:lnTo>
                    <a:pt x="665007" y="1382220"/>
                  </a:lnTo>
                  <a:lnTo>
                    <a:pt x="664991" y="1382256"/>
                  </a:lnTo>
                  <a:lnTo>
                    <a:pt x="664975" y="1382285"/>
                  </a:lnTo>
                  <a:lnTo>
                    <a:pt x="664958" y="1382302"/>
                  </a:lnTo>
                  <a:lnTo>
                    <a:pt x="664941" y="1382316"/>
                  </a:lnTo>
                  <a:lnTo>
                    <a:pt x="664911" y="1382336"/>
                  </a:lnTo>
                  <a:lnTo>
                    <a:pt x="664882" y="1382348"/>
                  </a:lnTo>
                  <a:lnTo>
                    <a:pt x="664860" y="1382356"/>
                  </a:lnTo>
                  <a:lnTo>
                    <a:pt x="664841" y="1382377"/>
                  </a:lnTo>
                  <a:lnTo>
                    <a:pt x="664825" y="1382395"/>
                  </a:lnTo>
                  <a:lnTo>
                    <a:pt x="664804" y="1382405"/>
                  </a:lnTo>
                  <a:lnTo>
                    <a:pt x="664786" y="1382415"/>
                  </a:lnTo>
                  <a:lnTo>
                    <a:pt x="664762" y="1382434"/>
                  </a:lnTo>
                  <a:lnTo>
                    <a:pt x="664743" y="1382461"/>
                  </a:lnTo>
                  <a:lnTo>
                    <a:pt x="664726" y="1382493"/>
                  </a:lnTo>
                  <a:lnTo>
                    <a:pt x="664723" y="1382516"/>
                  </a:lnTo>
                  <a:lnTo>
                    <a:pt x="664717" y="1382522"/>
                  </a:lnTo>
                  <a:lnTo>
                    <a:pt x="664711" y="1382525"/>
                  </a:lnTo>
                  <a:lnTo>
                    <a:pt x="664698" y="1382528"/>
                  </a:lnTo>
                  <a:lnTo>
                    <a:pt x="664683" y="1382534"/>
                  </a:lnTo>
                  <a:lnTo>
                    <a:pt x="664632" y="1382561"/>
                  </a:lnTo>
                  <a:lnTo>
                    <a:pt x="664614" y="1382567"/>
                  </a:lnTo>
                  <a:lnTo>
                    <a:pt x="664600" y="1382569"/>
                  </a:lnTo>
                  <a:lnTo>
                    <a:pt x="664579" y="1382565"/>
                  </a:lnTo>
                  <a:lnTo>
                    <a:pt x="664561" y="1382553"/>
                  </a:lnTo>
                  <a:lnTo>
                    <a:pt x="664543" y="1382540"/>
                  </a:lnTo>
                  <a:lnTo>
                    <a:pt x="664532" y="1382523"/>
                  </a:lnTo>
                  <a:lnTo>
                    <a:pt x="664519" y="1382497"/>
                  </a:lnTo>
                  <a:lnTo>
                    <a:pt x="664504" y="1382475"/>
                  </a:lnTo>
                  <a:lnTo>
                    <a:pt x="664468" y="1382445"/>
                  </a:lnTo>
                  <a:lnTo>
                    <a:pt x="664438" y="1382428"/>
                  </a:lnTo>
                  <a:lnTo>
                    <a:pt x="664413" y="1382416"/>
                  </a:lnTo>
                  <a:lnTo>
                    <a:pt x="664395" y="1382412"/>
                  </a:lnTo>
                  <a:lnTo>
                    <a:pt x="664371" y="1382417"/>
                  </a:lnTo>
                  <a:lnTo>
                    <a:pt x="664330" y="1382440"/>
                  </a:lnTo>
                  <a:lnTo>
                    <a:pt x="664304" y="1382449"/>
                  </a:lnTo>
                  <a:lnTo>
                    <a:pt x="664255" y="1382451"/>
                  </a:lnTo>
                  <a:lnTo>
                    <a:pt x="664220" y="1382448"/>
                  </a:lnTo>
                  <a:lnTo>
                    <a:pt x="664202" y="1382453"/>
                  </a:lnTo>
                  <a:lnTo>
                    <a:pt x="664166" y="1382476"/>
                  </a:lnTo>
                  <a:lnTo>
                    <a:pt x="664129" y="1382497"/>
                  </a:lnTo>
                  <a:lnTo>
                    <a:pt x="664078" y="1382522"/>
                  </a:lnTo>
                  <a:lnTo>
                    <a:pt x="664057" y="1382529"/>
                  </a:lnTo>
                  <a:lnTo>
                    <a:pt x="663908" y="1382534"/>
                  </a:lnTo>
                  <a:lnTo>
                    <a:pt x="663889" y="1382532"/>
                  </a:lnTo>
                  <a:lnTo>
                    <a:pt x="663843" y="1382508"/>
                  </a:lnTo>
                  <a:lnTo>
                    <a:pt x="663773" y="1382476"/>
                  </a:lnTo>
                  <a:lnTo>
                    <a:pt x="663731" y="1382461"/>
                  </a:lnTo>
                  <a:lnTo>
                    <a:pt x="663720" y="1382456"/>
                  </a:lnTo>
                  <a:lnTo>
                    <a:pt x="663687" y="1382431"/>
                  </a:lnTo>
                  <a:lnTo>
                    <a:pt x="663659" y="1382407"/>
                  </a:lnTo>
                  <a:lnTo>
                    <a:pt x="663634" y="1382395"/>
                  </a:lnTo>
                  <a:lnTo>
                    <a:pt x="663594" y="1382386"/>
                  </a:lnTo>
                  <a:lnTo>
                    <a:pt x="663576" y="1382387"/>
                  </a:lnTo>
                  <a:lnTo>
                    <a:pt x="663546" y="1382398"/>
                  </a:lnTo>
                  <a:lnTo>
                    <a:pt x="663506" y="1382398"/>
                  </a:lnTo>
                  <a:lnTo>
                    <a:pt x="663442" y="1382389"/>
                  </a:lnTo>
                  <a:lnTo>
                    <a:pt x="663412" y="1382382"/>
                  </a:lnTo>
                  <a:lnTo>
                    <a:pt x="663376" y="1382367"/>
                  </a:lnTo>
                  <a:lnTo>
                    <a:pt x="663338" y="1382349"/>
                  </a:lnTo>
                  <a:lnTo>
                    <a:pt x="663323" y="1382344"/>
                  </a:lnTo>
                  <a:lnTo>
                    <a:pt x="663311" y="1382345"/>
                  </a:lnTo>
                  <a:lnTo>
                    <a:pt x="663282" y="1382368"/>
                  </a:lnTo>
                  <a:lnTo>
                    <a:pt x="663254" y="1382395"/>
                  </a:lnTo>
                  <a:lnTo>
                    <a:pt x="663228" y="1382409"/>
                  </a:lnTo>
                  <a:lnTo>
                    <a:pt x="663190" y="1382428"/>
                  </a:lnTo>
                  <a:lnTo>
                    <a:pt x="663160" y="1382441"/>
                  </a:lnTo>
                  <a:lnTo>
                    <a:pt x="663142" y="1382441"/>
                  </a:lnTo>
                  <a:lnTo>
                    <a:pt x="663117" y="1382434"/>
                  </a:lnTo>
                  <a:lnTo>
                    <a:pt x="663104" y="1382428"/>
                  </a:lnTo>
                  <a:lnTo>
                    <a:pt x="663068" y="1382411"/>
                  </a:lnTo>
                  <a:lnTo>
                    <a:pt x="663030" y="1382400"/>
                  </a:lnTo>
                  <a:lnTo>
                    <a:pt x="663000" y="1382398"/>
                  </a:lnTo>
                  <a:lnTo>
                    <a:pt x="662969" y="1382400"/>
                  </a:lnTo>
                  <a:lnTo>
                    <a:pt x="662946" y="1382410"/>
                  </a:lnTo>
                  <a:lnTo>
                    <a:pt x="662920" y="1382381"/>
                  </a:lnTo>
                  <a:lnTo>
                    <a:pt x="662910" y="1382381"/>
                  </a:lnTo>
                  <a:lnTo>
                    <a:pt x="662901" y="1382382"/>
                  </a:lnTo>
                  <a:lnTo>
                    <a:pt x="662897" y="1382385"/>
                  </a:lnTo>
                  <a:lnTo>
                    <a:pt x="662892" y="1382388"/>
                  </a:lnTo>
                  <a:lnTo>
                    <a:pt x="662887" y="1382394"/>
                  </a:lnTo>
                  <a:lnTo>
                    <a:pt x="662883" y="1382401"/>
                  </a:lnTo>
                  <a:lnTo>
                    <a:pt x="662880" y="1382408"/>
                  </a:lnTo>
                  <a:lnTo>
                    <a:pt x="662878" y="1382413"/>
                  </a:lnTo>
                  <a:lnTo>
                    <a:pt x="662875" y="1382420"/>
                  </a:lnTo>
                  <a:lnTo>
                    <a:pt x="662872" y="1382427"/>
                  </a:lnTo>
                  <a:lnTo>
                    <a:pt x="662870" y="1382433"/>
                  </a:lnTo>
                  <a:lnTo>
                    <a:pt x="662868" y="1382440"/>
                  </a:lnTo>
                  <a:lnTo>
                    <a:pt x="662865" y="1382445"/>
                  </a:lnTo>
                  <a:lnTo>
                    <a:pt x="662859" y="1382449"/>
                  </a:lnTo>
                  <a:lnTo>
                    <a:pt x="662854" y="1382449"/>
                  </a:lnTo>
                  <a:lnTo>
                    <a:pt x="662848" y="1382448"/>
                  </a:lnTo>
                  <a:lnTo>
                    <a:pt x="662843" y="1382446"/>
                  </a:lnTo>
                  <a:lnTo>
                    <a:pt x="662833" y="1382444"/>
                  </a:lnTo>
                  <a:lnTo>
                    <a:pt x="662826" y="1382444"/>
                  </a:lnTo>
                  <a:lnTo>
                    <a:pt x="662818" y="1382444"/>
                  </a:lnTo>
                  <a:lnTo>
                    <a:pt x="662810" y="1382447"/>
                  </a:lnTo>
                  <a:lnTo>
                    <a:pt x="662799" y="1382450"/>
                  </a:lnTo>
                  <a:lnTo>
                    <a:pt x="662783" y="1382454"/>
                  </a:lnTo>
                  <a:lnTo>
                    <a:pt x="662772" y="1382455"/>
                  </a:lnTo>
                  <a:lnTo>
                    <a:pt x="662753" y="1382454"/>
                  </a:lnTo>
                  <a:lnTo>
                    <a:pt x="662738" y="1382454"/>
                  </a:lnTo>
                  <a:lnTo>
                    <a:pt x="662722" y="1382458"/>
                  </a:lnTo>
                  <a:lnTo>
                    <a:pt x="662707" y="1382464"/>
                  </a:lnTo>
                  <a:lnTo>
                    <a:pt x="662688" y="1382474"/>
                  </a:lnTo>
                  <a:lnTo>
                    <a:pt x="662667" y="1382486"/>
                  </a:lnTo>
                  <a:lnTo>
                    <a:pt x="662657" y="1382492"/>
                  </a:lnTo>
                  <a:lnTo>
                    <a:pt x="662648" y="1382497"/>
                  </a:lnTo>
                  <a:lnTo>
                    <a:pt x="662630" y="1382505"/>
                  </a:lnTo>
                  <a:lnTo>
                    <a:pt x="662615" y="1382507"/>
                  </a:lnTo>
                  <a:lnTo>
                    <a:pt x="662608" y="1382506"/>
                  </a:lnTo>
                  <a:lnTo>
                    <a:pt x="662596" y="1382505"/>
                  </a:lnTo>
                  <a:lnTo>
                    <a:pt x="662580" y="1382501"/>
                  </a:lnTo>
                  <a:lnTo>
                    <a:pt x="662549" y="1382485"/>
                  </a:lnTo>
                  <a:lnTo>
                    <a:pt x="662513" y="1382469"/>
                  </a:lnTo>
                  <a:lnTo>
                    <a:pt x="662480" y="1382452"/>
                  </a:lnTo>
                  <a:lnTo>
                    <a:pt x="662475" y="1382449"/>
                  </a:lnTo>
                  <a:lnTo>
                    <a:pt x="662470" y="1382443"/>
                  </a:lnTo>
                  <a:lnTo>
                    <a:pt x="662466" y="1382429"/>
                  </a:lnTo>
                  <a:lnTo>
                    <a:pt x="662463" y="1382398"/>
                  </a:lnTo>
                  <a:lnTo>
                    <a:pt x="662459" y="1382389"/>
                  </a:lnTo>
                  <a:lnTo>
                    <a:pt x="662454" y="1382384"/>
                  </a:lnTo>
                  <a:lnTo>
                    <a:pt x="662447" y="1382384"/>
                  </a:lnTo>
                  <a:lnTo>
                    <a:pt x="662433" y="1382390"/>
                  </a:lnTo>
                  <a:lnTo>
                    <a:pt x="662407" y="1382401"/>
                  </a:lnTo>
                  <a:lnTo>
                    <a:pt x="662395" y="1382407"/>
                  </a:lnTo>
                  <a:lnTo>
                    <a:pt x="662377" y="1382415"/>
                  </a:lnTo>
                  <a:lnTo>
                    <a:pt x="662357" y="1382427"/>
                  </a:lnTo>
                  <a:lnTo>
                    <a:pt x="662342" y="1382437"/>
                  </a:lnTo>
                  <a:lnTo>
                    <a:pt x="662327" y="1382449"/>
                  </a:lnTo>
                  <a:lnTo>
                    <a:pt x="662303" y="1382467"/>
                  </a:lnTo>
                  <a:lnTo>
                    <a:pt x="662290" y="1382477"/>
                  </a:lnTo>
                  <a:lnTo>
                    <a:pt x="662278" y="1382485"/>
                  </a:lnTo>
                  <a:lnTo>
                    <a:pt x="662260" y="1382495"/>
                  </a:lnTo>
                  <a:lnTo>
                    <a:pt x="662231" y="1382510"/>
                  </a:lnTo>
                  <a:lnTo>
                    <a:pt x="662213" y="1382518"/>
                  </a:lnTo>
                  <a:lnTo>
                    <a:pt x="662199" y="1382524"/>
                  </a:lnTo>
                  <a:lnTo>
                    <a:pt x="662191" y="1382528"/>
                  </a:lnTo>
                  <a:lnTo>
                    <a:pt x="662182" y="1382532"/>
                  </a:lnTo>
                  <a:lnTo>
                    <a:pt x="662175" y="1382533"/>
                  </a:lnTo>
                  <a:lnTo>
                    <a:pt x="662149" y="1382537"/>
                  </a:lnTo>
                  <a:lnTo>
                    <a:pt x="662132" y="1382543"/>
                  </a:lnTo>
                  <a:lnTo>
                    <a:pt x="662117" y="1382550"/>
                  </a:lnTo>
                  <a:lnTo>
                    <a:pt x="662085" y="1382566"/>
                  </a:lnTo>
                  <a:lnTo>
                    <a:pt x="662063" y="1382581"/>
                  </a:lnTo>
                  <a:lnTo>
                    <a:pt x="662056" y="1382588"/>
                  </a:lnTo>
                  <a:lnTo>
                    <a:pt x="662043" y="1382602"/>
                  </a:lnTo>
                  <a:lnTo>
                    <a:pt x="662028" y="1382621"/>
                  </a:lnTo>
                  <a:lnTo>
                    <a:pt x="662016" y="1382640"/>
                  </a:lnTo>
                  <a:lnTo>
                    <a:pt x="662006" y="1382660"/>
                  </a:lnTo>
                  <a:lnTo>
                    <a:pt x="661999" y="1382671"/>
                  </a:lnTo>
                  <a:lnTo>
                    <a:pt x="661988" y="1382675"/>
                  </a:lnTo>
                  <a:lnTo>
                    <a:pt x="661970" y="1382680"/>
                  </a:lnTo>
                  <a:lnTo>
                    <a:pt x="661949" y="1382687"/>
                  </a:lnTo>
                  <a:lnTo>
                    <a:pt x="661918" y="1382696"/>
                  </a:lnTo>
                  <a:lnTo>
                    <a:pt x="661892" y="1382703"/>
                  </a:lnTo>
                  <a:lnTo>
                    <a:pt x="661872" y="1382709"/>
                  </a:lnTo>
                  <a:lnTo>
                    <a:pt x="661840" y="1382719"/>
                  </a:lnTo>
                  <a:lnTo>
                    <a:pt x="661812" y="1382729"/>
                  </a:lnTo>
                  <a:lnTo>
                    <a:pt x="661800" y="1382737"/>
                  </a:lnTo>
                  <a:lnTo>
                    <a:pt x="661791" y="1382748"/>
                  </a:lnTo>
                  <a:lnTo>
                    <a:pt x="661784" y="1382765"/>
                  </a:lnTo>
                  <a:lnTo>
                    <a:pt x="661779" y="1382782"/>
                  </a:lnTo>
                  <a:lnTo>
                    <a:pt x="661770" y="1382808"/>
                  </a:lnTo>
                  <a:lnTo>
                    <a:pt x="661744" y="1382882"/>
                  </a:lnTo>
                  <a:lnTo>
                    <a:pt x="661734" y="1382908"/>
                  </a:lnTo>
                  <a:lnTo>
                    <a:pt x="661730" y="1382919"/>
                  </a:lnTo>
                  <a:lnTo>
                    <a:pt x="661723" y="1382933"/>
                  </a:lnTo>
                  <a:lnTo>
                    <a:pt x="661717" y="1382938"/>
                  </a:lnTo>
                  <a:lnTo>
                    <a:pt x="661705" y="1382941"/>
                  </a:lnTo>
                  <a:lnTo>
                    <a:pt x="661696" y="1382944"/>
                  </a:lnTo>
                  <a:lnTo>
                    <a:pt x="661681" y="1382951"/>
                  </a:lnTo>
                  <a:lnTo>
                    <a:pt x="661666" y="1382957"/>
                  </a:lnTo>
                  <a:lnTo>
                    <a:pt x="661654" y="1382962"/>
                  </a:lnTo>
                  <a:lnTo>
                    <a:pt x="661636" y="1382972"/>
                  </a:lnTo>
                  <a:lnTo>
                    <a:pt x="661627" y="1382979"/>
                  </a:lnTo>
                  <a:lnTo>
                    <a:pt x="661613" y="1382991"/>
                  </a:lnTo>
                  <a:lnTo>
                    <a:pt x="661608" y="1382995"/>
                  </a:lnTo>
                  <a:lnTo>
                    <a:pt x="661602" y="1382999"/>
                  </a:lnTo>
                  <a:lnTo>
                    <a:pt x="661599" y="1383003"/>
                  </a:lnTo>
                  <a:lnTo>
                    <a:pt x="661581" y="1383008"/>
                  </a:lnTo>
                  <a:lnTo>
                    <a:pt x="661564" y="1383013"/>
                  </a:lnTo>
                  <a:lnTo>
                    <a:pt x="661545" y="1383020"/>
                  </a:lnTo>
                  <a:lnTo>
                    <a:pt x="661530" y="1383029"/>
                  </a:lnTo>
                  <a:lnTo>
                    <a:pt x="661516" y="1383042"/>
                  </a:lnTo>
                  <a:lnTo>
                    <a:pt x="661505" y="1383054"/>
                  </a:lnTo>
                  <a:lnTo>
                    <a:pt x="661492" y="1383069"/>
                  </a:lnTo>
                  <a:lnTo>
                    <a:pt x="661486" y="1383074"/>
                  </a:lnTo>
                  <a:lnTo>
                    <a:pt x="661474" y="1383082"/>
                  </a:lnTo>
                  <a:lnTo>
                    <a:pt x="661451" y="1383102"/>
                  </a:lnTo>
                  <a:lnTo>
                    <a:pt x="661426" y="1383119"/>
                  </a:lnTo>
                  <a:lnTo>
                    <a:pt x="661417" y="1383125"/>
                  </a:lnTo>
                  <a:lnTo>
                    <a:pt x="661395" y="1383139"/>
                  </a:lnTo>
                  <a:lnTo>
                    <a:pt x="661388" y="1383144"/>
                  </a:lnTo>
                  <a:lnTo>
                    <a:pt x="661366" y="1383158"/>
                  </a:lnTo>
                  <a:lnTo>
                    <a:pt x="661352" y="1383167"/>
                  </a:lnTo>
                  <a:lnTo>
                    <a:pt x="661342" y="1383177"/>
                  </a:lnTo>
                  <a:lnTo>
                    <a:pt x="661323" y="1383192"/>
                  </a:lnTo>
                  <a:lnTo>
                    <a:pt x="661306" y="1383207"/>
                  </a:lnTo>
                  <a:lnTo>
                    <a:pt x="661282" y="1383229"/>
                  </a:lnTo>
                  <a:lnTo>
                    <a:pt x="661255" y="1383249"/>
                  </a:lnTo>
                  <a:lnTo>
                    <a:pt x="661230" y="1383268"/>
                  </a:lnTo>
                  <a:lnTo>
                    <a:pt x="661208" y="1383282"/>
                  </a:lnTo>
                  <a:lnTo>
                    <a:pt x="661173" y="1383301"/>
                  </a:lnTo>
                  <a:lnTo>
                    <a:pt x="661145" y="1383314"/>
                  </a:lnTo>
                  <a:lnTo>
                    <a:pt x="661128" y="1383324"/>
                  </a:lnTo>
                  <a:lnTo>
                    <a:pt x="661110" y="1383339"/>
                  </a:lnTo>
                  <a:lnTo>
                    <a:pt x="661092" y="1383358"/>
                  </a:lnTo>
                  <a:lnTo>
                    <a:pt x="661068" y="1383388"/>
                  </a:lnTo>
                  <a:lnTo>
                    <a:pt x="661049" y="1383413"/>
                  </a:lnTo>
                  <a:lnTo>
                    <a:pt x="661024" y="1383442"/>
                  </a:lnTo>
                  <a:lnTo>
                    <a:pt x="661019" y="1383447"/>
                  </a:lnTo>
                  <a:lnTo>
                    <a:pt x="661000" y="1383465"/>
                  </a:lnTo>
                  <a:lnTo>
                    <a:pt x="660979" y="1383480"/>
                  </a:lnTo>
                  <a:lnTo>
                    <a:pt x="660959" y="1383492"/>
                  </a:lnTo>
                  <a:lnTo>
                    <a:pt x="660933" y="1383505"/>
                  </a:lnTo>
                  <a:lnTo>
                    <a:pt x="660928" y="1383507"/>
                  </a:lnTo>
                  <a:lnTo>
                    <a:pt x="660913" y="1383511"/>
                  </a:lnTo>
                  <a:lnTo>
                    <a:pt x="660893" y="1383519"/>
                  </a:lnTo>
                  <a:lnTo>
                    <a:pt x="660871" y="1383529"/>
                  </a:lnTo>
                  <a:lnTo>
                    <a:pt x="660843" y="1383539"/>
                  </a:lnTo>
                  <a:lnTo>
                    <a:pt x="660825" y="1383547"/>
                  </a:lnTo>
                  <a:lnTo>
                    <a:pt x="660799" y="1383557"/>
                  </a:lnTo>
                  <a:lnTo>
                    <a:pt x="660774" y="1383572"/>
                  </a:lnTo>
                  <a:lnTo>
                    <a:pt x="660747" y="1383590"/>
                  </a:lnTo>
                  <a:lnTo>
                    <a:pt x="660723" y="1383605"/>
                  </a:lnTo>
                  <a:lnTo>
                    <a:pt x="660703" y="1383613"/>
                  </a:lnTo>
                  <a:lnTo>
                    <a:pt x="660674" y="1383624"/>
                  </a:lnTo>
                  <a:lnTo>
                    <a:pt x="660636" y="1383637"/>
                  </a:lnTo>
                  <a:lnTo>
                    <a:pt x="660603" y="1383649"/>
                  </a:lnTo>
                  <a:lnTo>
                    <a:pt x="660592" y="1383654"/>
                  </a:lnTo>
                  <a:lnTo>
                    <a:pt x="660579" y="1383660"/>
                  </a:lnTo>
                  <a:lnTo>
                    <a:pt x="660566" y="1383666"/>
                  </a:lnTo>
                  <a:lnTo>
                    <a:pt x="660552" y="1383669"/>
                  </a:lnTo>
                  <a:lnTo>
                    <a:pt x="660540" y="1383667"/>
                  </a:lnTo>
                  <a:lnTo>
                    <a:pt x="660508" y="1383661"/>
                  </a:lnTo>
                  <a:lnTo>
                    <a:pt x="660478" y="1383657"/>
                  </a:lnTo>
                  <a:lnTo>
                    <a:pt x="660448" y="1383650"/>
                  </a:lnTo>
                  <a:lnTo>
                    <a:pt x="660417" y="1383641"/>
                  </a:lnTo>
                  <a:lnTo>
                    <a:pt x="660389" y="1383633"/>
                  </a:lnTo>
                  <a:lnTo>
                    <a:pt x="660367" y="1383629"/>
                  </a:lnTo>
                  <a:lnTo>
                    <a:pt x="660356" y="1383627"/>
                  </a:lnTo>
                  <a:lnTo>
                    <a:pt x="660351" y="1383626"/>
                  </a:lnTo>
                  <a:lnTo>
                    <a:pt x="660340" y="1383622"/>
                  </a:lnTo>
                  <a:lnTo>
                    <a:pt x="660332" y="1383619"/>
                  </a:lnTo>
                  <a:lnTo>
                    <a:pt x="660313" y="1383607"/>
                  </a:lnTo>
                  <a:lnTo>
                    <a:pt x="660306" y="1383604"/>
                  </a:lnTo>
                  <a:lnTo>
                    <a:pt x="660288" y="1383595"/>
                  </a:lnTo>
                  <a:lnTo>
                    <a:pt x="660270" y="1383586"/>
                  </a:lnTo>
                  <a:lnTo>
                    <a:pt x="660264" y="1383585"/>
                  </a:lnTo>
                  <a:lnTo>
                    <a:pt x="660254" y="1383584"/>
                  </a:lnTo>
                  <a:lnTo>
                    <a:pt x="660245" y="1383583"/>
                  </a:lnTo>
                  <a:lnTo>
                    <a:pt x="660238" y="1383580"/>
                  </a:lnTo>
                  <a:lnTo>
                    <a:pt x="660229" y="1383577"/>
                  </a:lnTo>
                  <a:lnTo>
                    <a:pt x="660222" y="1383575"/>
                  </a:lnTo>
                  <a:lnTo>
                    <a:pt x="660217" y="1383573"/>
                  </a:lnTo>
                  <a:lnTo>
                    <a:pt x="660211" y="1383571"/>
                  </a:lnTo>
                  <a:lnTo>
                    <a:pt x="660206" y="1383569"/>
                  </a:lnTo>
                  <a:lnTo>
                    <a:pt x="660198" y="1383567"/>
                  </a:lnTo>
                  <a:lnTo>
                    <a:pt x="660190" y="1383564"/>
                  </a:lnTo>
                  <a:lnTo>
                    <a:pt x="660161" y="1383554"/>
                  </a:lnTo>
                  <a:lnTo>
                    <a:pt x="660119" y="1383533"/>
                  </a:lnTo>
                  <a:lnTo>
                    <a:pt x="660088" y="1383520"/>
                  </a:lnTo>
                  <a:lnTo>
                    <a:pt x="660052" y="1383506"/>
                  </a:lnTo>
                  <a:lnTo>
                    <a:pt x="660043" y="1383503"/>
                  </a:lnTo>
                  <a:lnTo>
                    <a:pt x="660037" y="1383500"/>
                  </a:lnTo>
                  <a:lnTo>
                    <a:pt x="660029" y="1383498"/>
                  </a:lnTo>
                  <a:lnTo>
                    <a:pt x="659993" y="1383490"/>
                  </a:lnTo>
                  <a:lnTo>
                    <a:pt x="659961" y="1383478"/>
                  </a:lnTo>
                  <a:lnTo>
                    <a:pt x="659945" y="1383471"/>
                  </a:lnTo>
                  <a:lnTo>
                    <a:pt x="659920" y="1383458"/>
                  </a:lnTo>
                  <a:lnTo>
                    <a:pt x="659884" y="1383440"/>
                  </a:lnTo>
                  <a:lnTo>
                    <a:pt x="659857" y="1383428"/>
                  </a:lnTo>
                  <a:lnTo>
                    <a:pt x="659843" y="1383421"/>
                  </a:lnTo>
                  <a:lnTo>
                    <a:pt x="659831" y="1383414"/>
                  </a:lnTo>
                  <a:lnTo>
                    <a:pt x="659821" y="1383408"/>
                  </a:lnTo>
                  <a:lnTo>
                    <a:pt x="659814" y="1383403"/>
                  </a:lnTo>
                  <a:lnTo>
                    <a:pt x="659806" y="1383399"/>
                  </a:lnTo>
                  <a:lnTo>
                    <a:pt x="659790" y="1383392"/>
                  </a:lnTo>
                  <a:lnTo>
                    <a:pt x="659781" y="1383390"/>
                  </a:lnTo>
                  <a:lnTo>
                    <a:pt x="659771" y="1383386"/>
                  </a:lnTo>
                  <a:lnTo>
                    <a:pt x="659762" y="1383383"/>
                  </a:lnTo>
                  <a:lnTo>
                    <a:pt x="659755" y="1383381"/>
                  </a:lnTo>
                  <a:lnTo>
                    <a:pt x="659741" y="1383376"/>
                  </a:lnTo>
                  <a:lnTo>
                    <a:pt x="659729" y="1383371"/>
                  </a:lnTo>
                  <a:lnTo>
                    <a:pt x="659720" y="1383366"/>
                  </a:lnTo>
                  <a:lnTo>
                    <a:pt x="659698" y="1383357"/>
                  </a:lnTo>
                  <a:lnTo>
                    <a:pt x="659686" y="1383352"/>
                  </a:lnTo>
                  <a:lnTo>
                    <a:pt x="659656" y="1383340"/>
                  </a:lnTo>
                  <a:lnTo>
                    <a:pt x="659634" y="1383333"/>
                  </a:lnTo>
                  <a:lnTo>
                    <a:pt x="659620" y="1383326"/>
                  </a:lnTo>
                  <a:lnTo>
                    <a:pt x="659610" y="1383318"/>
                  </a:lnTo>
                  <a:lnTo>
                    <a:pt x="659605" y="1383314"/>
                  </a:lnTo>
                  <a:lnTo>
                    <a:pt x="659595" y="1383307"/>
                  </a:lnTo>
                  <a:lnTo>
                    <a:pt x="659585" y="1383302"/>
                  </a:lnTo>
                  <a:lnTo>
                    <a:pt x="659577" y="1383300"/>
                  </a:lnTo>
                  <a:lnTo>
                    <a:pt x="659564" y="1383294"/>
                  </a:lnTo>
                  <a:lnTo>
                    <a:pt x="659555" y="1383289"/>
                  </a:lnTo>
                  <a:lnTo>
                    <a:pt x="659547" y="1383286"/>
                  </a:lnTo>
                  <a:lnTo>
                    <a:pt x="659536" y="1383282"/>
                  </a:lnTo>
                  <a:lnTo>
                    <a:pt x="659526" y="1383279"/>
                  </a:lnTo>
                  <a:lnTo>
                    <a:pt x="659514" y="1383277"/>
                  </a:lnTo>
                  <a:lnTo>
                    <a:pt x="659508" y="1383275"/>
                  </a:lnTo>
                  <a:lnTo>
                    <a:pt x="659492" y="1383273"/>
                  </a:lnTo>
                  <a:lnTo>
                    <a:pt x="659474" y="1383272"/>
                  </a:lnTo>
                  <a:lnTo>
                    <a:pt x="659459" y="1383270"/>
                  </a:lnTo>
                  <a:lnTo>
                    <a:pt x="659450" y="1383265"/>
                  </a:lnTo>
                  <a:lnTo>
                    <a:pt x="659443" y="1383259"/>
                  </a:lnTo>
                  <a:lnTo>
                    <a:pt x="659437" y="1383249"/>
                  </a:lnTo>
                  <a:lnTo>
                    <a:pt x="659431" y="1383241"/>
                  </a:lnTo>
                  <a:lnTo>
                    <a:pt x="659425" y="1383234"/>
                  </a:lnTo>
                  <a:lnTo>
                    <a:pt x="659411" y="1383227"/>
                  </a:lnTo>
                  <a:lnTo>
                    <a:pt x="659388" y="1383218"/>
                  </a:lnTo>
                  <a:lnTo>
                    <a:pt x="659373" y="1383213"/>
                  </a:lnTo>
                  <a:lnTo>
                    <a:pt x="659360" y="1383209"/>
                  </a:lnTo>
                  <a:lnTo>
                    <a:pt x="659342" y="1383203"/>
                  </a:lnTo>
                  <a:lnTo>
                    <a:pt x="659336" y="1383201"/>
                  </a:lnTo>
                  <a:lnTo>
                    <a:pt x="659330" y="1383199"/>
                  </a:lnTo>
                  <a:lnTo>
                    <a:pt x="659316" y="1383193"/>
                  </a:lnTo>
                  <a:lnTo>
                    <a:pt x="659298" y="1383185"/>
                  </a:lnTo>
                  <a:lnTo>
                    <a:pt x="659283" y="1383175"/>
                  </a:lnTo>
                  <a:lnTo>
                    <a:pt x="659267" y="1383168"/>
                  </a:lnTo>
                  <a:lnTo>
                    <a:pt x="659250" y="1383163"/>
                  </a:lnTo>
                  <a:lnTo>
                    <a:pt x="659238" y="1383161"/>
                  </a:lnTo>
                  <a:lnTo>
                    <a:pt x="659226" y="1383160"/>
                  </a:lnTo>
                  <a:lnTo>
                    <a:pt x="659215" y="1383161"/>
                  </a:lnTo>
                  <a:lnTo>
                    <a:pt x="659203" y="1383162"/>
                  </a:lnTo>
                  <a:lnTo>
                    <a:pt x="659190" y="1383160"/>
                  </a:lnTo>
                  <a:lnTo>
                    <a:pt x="659169" y="1383153"/>
                  </a:lnTo>
                  <a:lnTo>
                    <a:pt x="659145" y="1383146"/>
                  </a:lnTo>
                  <a:lnTo>
                    <a:pt x="659131" y="1383142"/>
                  </a:lnTo>
                  <a:lnTo>
                    <a:pt x="659119" y="1383139"/>
                  </a:lnTo>
                  <a:lnTo>
                    <a:pt x="659112" y="1383138"/>
                  </a:lnTo>
                  <a:lnTo>
                    <a:pt x="659106" y="1383139"/>
                  </a:lnTo>
                  <a:lnTo>
                    <a:pt x="659100" y="1383140"/>
                  </a:lnTo>
                  <a:lnTo>
                    <a:pt x="659088" y="1383146"/>
                  </a:lnTo>
                  <a:lnTo>
                    <a:pt x="659079" y="1383148"/>
                  </a:lnTo>
                  <a:lnTo>
                    <a:pt x="659070" y="1383149"/>
                  </a:lnTo>
                  <a:lnTo>
                    <a:pt x="659055" y="1383149"/>
                  </a:lnTo>
                  <a:lnTo>
                    <a:pt x="659037" y="1383149"/>
                  </a:lnTo>
                  <a:lnTo>
                    <a:pt x="659023" y="1383149"/>
                  </a:lnTo>
                  <a:lnTo>
                    <a:pt x="659014" y="1383148"/>
                  </a:lnTo>
                  <a:lnTo>
                    <a:pt x="659007" y="1383146"/>
                  </a:lnTo>
                  <a:lnTo>
                    <a:pt x="658997" y="1383141"/>
                  </a:lnTo>
                  <a:lnTo>
                    <a:pt x="658991" y="1383138"/>
                  </a:lnTo>
                  <a:lnTo>
                    <a:pt x="658985" y="1383134"/>
                  </a:lnTo>
                  <a:lnTo>
                    <a:pt x="658973" y="1383129"/>
                  </a:lnTo>
                  <a:lnTo>
                    <a:pt x="658967" y="1383126"/>
                  </a:lnTo>
                  <a:lnTo>
                    <a:pt x="658960" y="1383123"/>
                  </a:lnTo>
                  <a:lnTo>
                    <a:pt x="658951" y="1383119"/>
                  </a:lnTo>
                  <a:lnTo>
                    <a:pt x="658944" y="1383114"/>
                  </a:lnTo>
                  <a:lnTo>
                    <a:pt x="658940" y="1383111"/>
                  </a:lnTo>
                  <a:lnTo>
                    <a:pt x="658935" y="1383108"/>
                  </a:lnTo>
                  <a:lnTo>
                    <a:pt x="658930" y="1383107"/>
                  </a:lnTo>
                  <a:lnTo>
                    <a:pt x="658924" y="1383106"/>
                  </a:lnTo>
                  <a:lnTo>
                    <a:pt x="658914" y="1383105"/>
                  </a:lnTo>
                  <a:lnTo>
                    <a:pt x="658905" y="1383104"/>
                  </a:lnTo>
                  <a:lnTo>
                    <a:pt x="658893" y="1383103"/>
                  </a:lnTo>
                  <a:lnTo>
                    <a:pt x="658880" y="1383101"/>
                  </a:lnTo>
                  <a:lnTo>
                    <a:pt x="658871" y="1383100"/>
                  </a:lnTo>
                  <a:lnTo>
                    <a:pt x="658857" y="1383098"/>
                  </a:lnTo>
                  <a:lnTo>
                    <a:pt x="658841" y="1383095"/>
                  </a:lnTo>
                  <a:lnTo>
                    <a:pt x="658829" y="1383092"/>
                  </a:lnTo>
                  <a:lnTo>
                    <a:pt x="658810" y="1383089"/>
                  </a:lnTo>
                  <a:lnTo>
                    <a:pt x="658800" y="1383086"/>
                  </a:lnTo>
                  <a:lnTo>
                    <a:pt x="658794" y="1383085"/>
                  </a:lnTo>
                  <a:lnTo>
                    <a:pt x="658785" y="1383081"/>
                  </a:lnTo>
                  <a:lnTo>
                    <a:pt x="658779" y="1383076"/>
                  </a:lnTo>
                  <a:lnTo>
                    <a:pt x="658773" y="1383072"/>
                  </a:lnTo>
                  <a:lnTo>
                    <a:pt x="658766" y="1383067"/>
                  </a:lnTo>
                  <a:lnTo>
                    <a:pt x="658757" y="1383064"/>
                  </a:lnTo>
                  <a:lnTo>
                    <a:pt x="658750" y="1383062"/>
                  </a:lnTo>
                  <a:lnTo>
                    <a:pt x="658745" y="1383061"/>
                  </a:lnTo>
                  <a:lnTo>
                    <a:pt x="658719" y="1383058"/>
                  </a:lnTo>
                  <a:lnTo>
                    <a:pt x="658707" y="1383057"/>
                  </a:lnTo>
                  <a:lnTo>
                    <a:pt x="658696" y="1383056"/>
                  </a:lnTo>
                  <a:lnTo>
                    <a:pt x="658684" y="1383056"/>
                  </a:lnTo>
                  <a:lnTo>
                    <a:pt x="658678" y="1383056"/>
                  </a:lnTo>
                  <a:lnTo>
                    <a:pt x="658638" y="1383055"/>
                  </a:lnTo>
                  <a:lnTo>
                    <a:pt x="658570" y="1383055"/>
                  </a:lnTo>
                  <a:lnTo>
                    <a:pt x="658493" y="1383052"/>
                  </a:lnTo>
                  <a:lnTo>
                    <a:pt x="658456" y="1383052"/>
                  </a:lnTo>
                  <a:lnTo>
                    <a:pt x="658439" y="1383051"/>
                  </a:lnTo>
                  <a:lnTo>
                    <a:pt x="658418" y="1383051"/>
                  </a:lnTo>
                  <a:lnTo>
                    <a:pt x="658397" y="1383052"/>
                  </a:lnTo>
                  <a:lnTo>
                    <a:pt x="658378" y="1383052"/>
                  </a:lnTo>
                  <a:lnTo>
                    <a:pt x="658359" y="1383051"/>
                  </a:lnTo>
                  <a:lnTo>
                    <a:pt x="658347" y="1383047"/>
                  </a:lnTo>
                  <a:lnTo>
                    <a:pt x="658342" y="1383045"/>
                  </a:lnTo>
                  <a:lnTo>
                    <a:pt x="658333" y="1383039"/>
                  </a:lnTo>
                  <a:lnTo>
                    <a:pt x="658327" y="1383033"/>
                  </a:lnTo>
                  <a:lnTo>
                    <a:pt x="658337" y="1383012"/>
                  </a:lnTo>
                  <a:lnTo>
                    <a:pt x="658340" y="1383005"/>
                  </a:lnTo>
                  <a:lnTo>
                    <a:pt x="658346" y="1382989"/>
                  </a:lnTo>
                  <a:lnTo>
                    <a:pt x="658350" y="1382978"/>
                  </a:lnTo>
                  <a:lnTo>
                    <a:pt x="658358" y="1382958"/>
                  </a:lnTo>
                  <a:lnTo>
                    <a:pt x="658365" y="1382942"/>
                  </a:lnTo>
                  <a:lnTo>
                    <a:pt x="658368" y="1382936"/>
                  </a:lnTo>
                  <a:lnTo>
                    <a:pt x="658373" y="1382928"/>
                  </a:lnTo>
                  <a:lnTo>
                    <a:pt x="658379" y="1382921"/>
                  </a:lnTo>
                  <a:lnTo>
                    <a:pt x="658383" y="1382917"/>
                  </a:lnTo>
                  <a:lnTo>
                    <a:pt x="658389" y="1382910"/>
                  </a:lnTo>
                  <a:lnTo>
                    <a:pt x="658392" y="1382903"/>
                  </a:lnTo>
                  <a:lnTo>
                    <a:pt x="658395" y="1382895"/>
                  </a:lnTo>
                  <a:lnTo>
                    <a:pt x="658399" y="1382889"/>
                  </a:lnTo>
                  <a:lnTo>
                    <a:pt x="658405" y="1382880"/>
                  </a:lnTo>
                  <a:lnTo>
                    <a:pt x="658412" y="1382875"/>
                  </a:lnTo>
                  <a:lnTo>
                    <a:pt x="658417" y="1382871"/>
                  </a:lnTo>
                  <a:lnTo>
                    <a:pt x="658425" y="1382865"/>
                  </a:lnTo>
                  <a:lnTo>
                    <a:pt x="658431" y="1382861"/>
                  </a:lnTo>
                  <a:lnTo>
                    <a:pt x="658436" y="1382859"/>
                  </a:lnTo>
                  <a:lnTo>
                    <a:pt x="658460" y="1382850"/>
                  </a:lnTo>
                  <a:lnTo>
                    <a:pt x="658469" y="1382847"/>
                  </a:lnTo>
                  <a:lnTo>
                    <a:pt x="658480" y="1382841"/>
                  </a:lnTo>
                  <a:lnTo>
                    <a:pt x="658496" y="1382831"/>
                  </a:lnTo>
                  <a:lnTo>
                    <a:pt x="658505" y="1382828"/>
                  </a:lnTo>
                  <a:lnTo>
                    <a:pt x="658510" y="1382827"/>
                  </a:lnTo>
                  <a:lnTo>
                    <a:pt x="658520" y="1382825"/>
                  </a:lnTo>
                  <a:lnTo>
                    <a:pt x="658527" y="1382823"/>
                  </a:lnTo>
                  <a:lnTo>
                    <a:pt x="658535" y="1382820"/>
                  </a:lnTo>
                  <a:lnTo>
                    <a:pt x="658544" y="1382813"/>
                  </a:lnTo>
                  <a:lnTo>
                    <a:pt x="658552" y="1382806"/>
                  </a:lnTo>
                  <a:lnTo>
                    <a:pt x="658556" y="1382802"/>
                  </a:lnTo>
                  <a:lnTo>
                    <a:pt x="658561" y="1382797"/>
                  </a:lnTo>
                  <a:lnTo>
                    <a:pt x="658567" y="1382793"/>
                  </a:lnTo>
                  <a:lnTo>
                    <a:pt x="658578" y="1382787"/>
                  </a:lnTo>
                  <a:lnTo>
                    <a:pt x="658591" y="1382781"/>
                  </a:lnTo>
                  <a:lnTo>
                    <a:pt x="658605" y="1382777"/>
                  </a:lnTo>
                  <a:lnTo>
                    <a:pt x="658624" y="1382771"/>
                  </a:lnTo>
                  <a:lnTo>
                    <a:pt x="658645" y="1382768"/>
                  </a:lnTo>
                  <a:lnTo>
                    <a:pt x="658658" y="1382767"/>
                  </a:lnTo>
                  <a:lnTo>
                    <a:pt x="658669" y="1382766"/>
                  </a:lnTo>
                  <a:lnTo>
                    <a:pt x="658689" y="1382766"/>
                  </a:lnTo>
                  <a:lnTo>
                    <a:pt x="658698" y="1382764"/>
                  </a:lnTo>
                  <a:lnTo>
                    <a:pt x="658720" y="1382761"/>
                  </a:lnTo>
                  <a:lnTo>
                    <a:pt x="658734" y="1382758"/>
                  </a:lnTo>
                  <a:lnTo>
                    <a:pt x="658748" y="1382754"/>
                  </a:lnTo>
                  <a:lnTo>
                    <a:pt x="658784" y="1382744"/>
                  </a:lnTo>
                  <a:lnTo>
                    <a:pt x="658791" y="1382742"/>
                  </a:lnTo>
                  <a:lnTo>
                    <a:pt x="658798" y="1382741"/>
                  </a:lnTo>
                  <a:lnTo>
                    <a:pt x="658811" y="1382738"/>
                  </a:lnTo>
                  <a:lnTo>
                    <a:pt x="658828" y="1382737"/>
                  </a:lnTo>
                  <a:lnTo>
                    <a:pt x="658845" y="1382736"/>
                  </a:lnTo>
                  <a:lnTo>
                    <a:pt x="658868" y="1382734"/>
                  </a:lnTo>
                  <a:lnTo>
                    <a:pt x="658892" y="1382731"/>
                  </a:lnTo>
                  <a:lnTo>
                    <a:pt x="658908" y="1382728"/>
                  </a:lnTo>
                  <a:lnTo>
                    <a:pt x="658925" y="1382722"/>
                  </a:lnTo>
                  <a:lnTo>
                    <a:pt x="658943" y="1382717"/>
                  </a:lnTo>
                  <a:lnTo>
                    <a:pt x="658973" y="1382707"/>
                  </a:lnTo>
                  <a:lnTo>
                    <a:pt x="658982" y="1382705"/>
                  </a:lnTo>
                  <a:lnTo>
                    <a:pt x="658987" y="1382704"/>
                  </a:lnTo>
                  <a:lnTo>
                    <a:pt x="658999" y="1382699"/>
                  </a:lnTo>
                  <a:lnTo>
                    <a:pt x="659014" y="1382694"/>
                  </a:lnTo>
                  <a:lnTo>
                    <a:pt x="659027" y="1382687"/>
                  </a:lnTo>
                  <a:lnTo>
                    <a:pt x="659058" y="1382670"/>
                  </a:lnTo>
                  <a:lnTo>
                    <a:pt x="659069" y="1382666"/>
                  </a:lnTo>
                  <a:lnTo>
                    <a:pt x="659076" y="1382664"/>
                  </a:lnTo>
                  <a:lnTo>
                    <a:pt x="659087" y="1382663"/>
                  </a:lnTo>
                  <a:lnTo>
                    <a:pt x="659098" y="1382663"/>
                  </a:lnTo>
                  <a:lnTo>
                    <a:pt x="659120" y="1382664"/>
                  </a:lnTo>
                  <a:lnTo>
                    <a:pt x="659131" y="1382665"/>
                  </a:lnTo>
                  <a:lnTo>
                    <a:pt x="659140" y="1382664"/>
                  </a:lnTo>
                  <a:lnTo>
                    <a:pt x="659154" y="1382664"/>
                  </a:lnTo>
                  <a:lnTo>
                    <a:pt x="659164" y="1382662"/>
                  </a:lnTo>
                  <a:lnTo>
                    <a:pt x="659193" y="1382657"/>
                  </a:lnTo>
                  <a:lnTo>
                    <a:pt x="659211" y="1382655"/>
                  </a:lnTo>
                  <a:lnTo>
                    <a:pt x="659222" y="1382654"/>
                  </a:lnTo>
                  <a:lnTo>
                    <a:pt x="659234" y="1382654"/>
                  </a:lnTo>
                  <a:lnTo>
                    <a:pt x="659248" y="1382656"/>
                  </a:lnTo>
                  <a:lnTo>
                    <a:pt x="659286" y="1382660"/>
                  </a:lnTo>
                  <a:lnTo>
                    <a:pt x="659293" y="1382661"/>
                  </a:lnTo>
                  <a:lnTo>
                    <a:pt x="659330" y="1382670"/>
                  </a:lnTo>
                  <a:lnTo>
                    <a:pt x="659342" y="1382674"/>
                  </a:lnTo>
                  <a:lnTo>
                    <a:pt x="659370" y="1382687"/>
                  </a:lnTo>
                  <a:lnTo>
                    <a:pt x="659394" y="1382695"/>
                  </a:lnTo>
                  <a:lnTo>
                    <a:pt x="659446" y="1382707"/>
                  </a:lnTo>
                  <a:lnTo>
                    <a:pt x="659456" y="1382708"/>
                  </a:lnTo>
                  <a:lnTo>
                    <a:pt x="659497" y="1382692"/>
                  </a:lnTo>
                  <a:lnTo>
                    <a:pt x="659563" y="1382668"/>
                  </a:lnTo>
                  <a:lnTo>
                    <a:pt x="659575" y="1382664"/>
                  </a:lnTo>
                  <a:lnTo>
                    <a:pt x="659619" y="1382652"/>
                  </a:lnTo>
                  <a:lnTo>
                    <a:pt x="659624" y="1382650"/>
                  </a:lnTo>
                  <a:lnTo>
                    <a:pt x="659673" y="1382627"/>
                  </a:lnTo>
                  <a:lnTo>
                    <a:pt x="659676" y="1382620"/>
                  </a:lnTo>
                  <a:lnTo>
                    <a:pt x="659682" y="1382604"/>
                  </a:lnTo>
                  <a:lnTo>
                    <a:pt x="659685" y="1382599"/>
                  </a:lnTo>
                  <a:lnTo>
                    <a:pt x="659693" y="1382590"/>
                  </a:lnTo>
                  <a:lnTo>
                    <a:pt x="659698" y="1382582"/>
                  </a:lnTo>
                  <a:lnTo>
                    <a:pt x="659702" y="1382576"/>
                  </a:lnTo>
                  <a:lnTo>
                    <a:pt x="659704" y="1382569"/>
                  </a:lnTo>
                  <a:lnTo>
                    <a:pt x="659705" y="1382560"/>
                  </a:lnTo>
                  <a:lnTo>
                    <a:pt x="659704" y="1382544"/>
                  </a:lnTo>
                  <a:lnTo>
                    <a:pt x="659704" y="1382533"/>
                  </a:lnTo>
                  <a:lnTo>
                    <a:pt x="659706" y="1382525"/>
                  </a:lnTo>
                  <a:lnTo>
                    <a:pt x="659712" y="1382509"/>
                  </a:lnTo>
                  <a:lnTo>
                    <a:pt x="659720" y="1382492"/>
                  </a:lnTo>
                  <a:lnTo>
                    <a:pt x="659731" y="1382474"/>
                  </a:lnTo>
                  <a:lnTo>
                    <a:pt x="659743" y="1382454"/>
                  </a:lnTo>
                  <a:lnTo>
                    <a:pt x="659757" y="1382428"/>
                  </a:lnTo>
                  <a:lnTo>
                    <a:pt x="659762" y="1382415"/>
                  </a:lnTo>
                  <a:lnTo>
                    <a:pt x="659765" y="1382402"/>
                  </a:lnTo>
                  <a:lnTo>
                    <a:pt x="659766" y="1382394"/>
                  </a:lnTo>
                  <a:lnTo>
                    <a:pt x="659765" y="1382387"/>
                  </a:lnTo>
                  <a:lnTo>
                    <a:pt x="659764" y="1382377"/>
                  </a:lnTo>
                  <a:lnTo>
                    <a:pt x="659760" y="1382368"/>
                  </a:lnTo>
                  <a:lnTo>
                    <a:pt x="659756" y="1382359"/>
                  </a:lnTo>
                  <a:lnTo>
                    <a:pt x="659746" y="1382343"/>
                  </a:lnTo>
                  <a:lnTo>
                    <a:pt x="659738" y="1382332"/>
                  </a:lnTo>
                  <a:lnTo>
                    <a:pt x="659727" y="1382317"/>
                  </a:lnTo>
                  <a:lnTo>
                    <a:pt x="659723" y="1382310"/>
                  </a:lnTo>
                  <a:lnTo>
                    <a:pt x="659720" y="1382302"/>
                  </a:lnTo>
                  <a:lnTo>
                    <a:pt x="659715" y="1382291"/>
                  </a:lnTo>
                  <a:lnTo>
                    <a:pt x="659709" y="1382280"/>
                  </a:lnTo>
                  <a:lnTo>
                    <a:pt x="659702" y="1382270"/>
                  </a:lnTo>
                  <a:lnTo>
                    <a:pt x="659693" y="1382263"/>
                  </a:lnTo>
                  <a:lnTo>
                    <a:pt x="659688" y="1382258"/>
                  </a:lnTo>
                  <a:lnTo>
                    <a:pt x="659679" y="1382251"/>
                  </a:lnTo>
                  <a:lnTo>
                    <a:pt x="659675" y="1382244"/>
                  </a:lnTo>
                  <a:lnTo>
                    <a:pt x="659670" y="1382232"/>
                  </a:lnTo>
                  <a:lnTo>
                    <a:pt x="659668" y="1382226"/>
                  </a:lnTo>
                  <a:lnTo>
                    <a:pt x="659664" y="1382218"/>
                  </a:lnTo>
                  <a:lnTo>
                    <a:pt x="659660" y="1382211"/>
                  </a:lnTo>
                  <a:lnTo>
                    <a:pt x="659652" y="1382197"/>
                  </a:lnTo>
                  <a:lnTo>
                    <a:pt x="659648" y="1382192"/>
                  </a:lnTo>
                  <a:lnTo>
                    <a:pt x="659643" y="1382185"/>
                  </a:lnTo>
                  <a:lnTo>
                    <a:pt x="659638" y="1382177"/>
                  </a:lnTo>
                  <a:lnTo>
                    <a:pt x="659633" y="1382170"/>
                  </a:lnTo>
                  <a:lnTo>
                    <a:pt x="659620" y="1382152"/>
                  </a:lnTo>
                  <a:lnTo>
                    <a:pt x="659615" y="1382147"/>
                  </a:lnTo>
                  <a:lnTo>
                    <a:pt x="659606" y="1382139"/>
                  </a:lnTo>
                  <a:lnTo>
                    <a:pt x="659597" y="1382133"/>
                  </a:lnTo>
                  <a:lnTo>
                    <a:pt x="659586" y="1382128"/>
                  </a:lnTo>
                  <a:lnTo>
                    <a:pt x="659579" y="1382125"/>
                  </a:lnTo>
                  <a:lnTo>
                    <a:pt x="659574" y="1382123"/>
                  </a:lnTo>
                  <a:lnTo>
                    <a:pt x="659561" y="1382117"/>
                  </a:lnTo>
                  <a:lnTo>
                    <a:pt x="659553" y="1382112"/>
                  </a:lnTo>
                  <a:lnTo>
                    <a:pt x="659547" y="1382108"/>
                  </a:lnTo>
                  <a:lnTo>
                    <a:pt x="659536" y="1382100"/>
                  </a:lnTo>
                  <a:lnTo>
                    <a:pt x="659527" y="1382090"/>
                  </a:lnTo>
                  <a:lnTo>
                    <a:pt x="659522" y="1382087"/>
                  </a:lnTo>
                  <a:lnTo>
                    <a:pt x="659516" y="1382084"/>
                  </a:lnTo>
                  <a:lnTo>
                    <a:pt x="659507" y="1382083"/>
                  </a:lnTo>
                  <a:lnTo>
                    <a:pt x="659501" y="1382084"/>
                  </a:lnTo>
                  <a:lnTo>
                    <a:pt x="659492" y="1382085"/>
                  </a:lnTo>
                  <a:lnTo>
                    <a:pt x="659478" y="1382075"/>
                  </a:lnTo>
                  <a:lnTo>
                    <a:pt x="659465" y="1382066"/>
                  </a:lnTo>
                  <a:lnTo>
                    <a:pt x="659449" y="1382057"/>
                  </a:lnTo>
                  <a:lnTo>
                    <a:pt x="659443" y="1382051"/>
                  </a:lnTo>
                  <a:lnTo>
                    <a:pt x="659439" y="1382044"/>
                  </a:lnTo>
                  <a:lnTo>
                    <a:pt x="659441" y="1382033"/>
                  </a:lnTo>
                  <a:lnTo>
                    <a:pt x="659445" y="1382019"/>
                  </a:lnTo>
                  <a:lnTo>
                    <a:pt x="659447" y="1382006"/>
                  </a:lnTo>
                  <a:lnTo>
                    <a:pt x="659445" y="1381992"/>
                  </a:lnTo>
                  <a:lnTo>
                    <a:pt x="659437" y="1381967"/>
                  </a:lnTo>
                  <a:lnTo>
                    <a:pt x="659434" y="1381960"/>
                  </a:lnTo>
                  <a:lnTo>
                    <a:pt x="659429" y="1381945"/>
                  </a:lnTo>
                  <a:lnTo>
                    <a:pt x="659424" y="1381933"/>
                  </a:lnTo>
                  <a:lnTo>
                    <a:pt x="659419" y="1381919"/>
                  </a:lnTo>
                  <a:lnTo>
                    <a:pt x="659418" y="1381912"/>
                  </a:lnTo>
                  <a:lnTo>
                    <a:pt x="659417" y="1381903"/>
                  </a:lnTo>
                  <a:lnTo>
                    <a:pt x="659419" y="1381865"/>
                  </a:lnTo>
                  <a:lnTo>
                    <a:pt x="659419" y="1381829"/>
                  </a:lnTo>
                  <a:lnTo>
                    <a:pt x="659418" y="1381808"/>
                  </a:lnTo>
                  <a:lnTo>
                    <a:pt x="659416" y="1381783"/>
                  </a:lnTo>
                  <a:lnTo>
                    <a:pt x="659415" y="1381757"/>
                  </a:lnTo>
                  <a:lnTo>
                    <a:pt x="659414" y="1381741"/>
                  </a:lnTo>
                  <a:lnTo>
                    <a:pt x="659412" y="1381730"/>
                  </a:lnTo>
                  <a:lnTo>
                    <a:pt x="659410" y="1381724"/>
                  </a:lnTo>
                  <a:lnTo>
                    <a:pt x="659407" y="1381718"/>
                  </a:lnTo>
                  <a:lnTo>
                    <a:pt x="659397" y="1381699"/>
                  </a:lnTo>
                  <a:lnTo>
                    <a:pt x="659385" y="1381676"/>
                  </a:lnTo>
                  <a:lnTo>
                    <a:pt x="659377" y="1381662"/>
                  </a:lnTo>
                  <a:lnTo>
                    <a:pt x="659371" y="1381659"/>
                  </a:lnTo>
                  <a:lnTo>
                    <a:pt x="659366" y="1381656"/>
                  </a:lnTo>
                  <a:lnTo>
                    <a:pt x="659353" y="1381652"/>
                  </a:lnTo>
                  <a:lnTo>
                    <a:pt x="659347" y="1381651"/>
                  </a:lnTo>
                  <a:lnTo>
                    <a:pt x="659338" y="1381649"/>
                  </a:lnTo>
                  <a:lnTo>
                    <a:pt x="659332" y="1381647"/>
                  </a:lnTo>
                  <a:lnTo>
                    <a:pt x="659326" y="1381646"/>
                  </a:lnTo>
                  <a:lnTo>
                    <a:pt x="659315" y="1381642"/>
                  </a:lnTo>
                  <a:lnTo>
                    <a:pt x="659293" y="1381637"/>
                  </a:lnTo>
                  <a:lnTo>
                    <a:pt x="659273" y="1381632"/>
                  </a:lnTo>
                  <a:lnTo>
                    <a:pt x="659268" y="1381631"/>
                  </a:lnTo>
                  <a:lnTo>
                    <a:pt x="659263" y="1381630"/>
                  </a:lnTo>
                  <a:lnTo>
                    <a:pt x="659256" y="1381629"/>
                  </a:lnTo>
                  <a:lnTo>
                    <a:pt x="659249" y="1381629"/>
                  </a:lnTo>
                  <a:lnTo>
                    <a:pt x="659233" y="1381630"/>
                  </a:lnTo>
                  <a:lnTo>
                    <a:pt x="659205" y="1381633"/>
                  </a:lnTo>
                  <a:lnTo>
                    <a:pt x="659182" y="1381635"/>
                  </a:lnTo>
                  <a:lnTo>
                    <a:pt x="659172" y="1381636"/>
                  </a:lnTo>
                  <a:lnTo>
                    <a:pt x="659167" y="1381636"/>
                  </a:lnTo>
                  <a:lnTo>
                    <a:pt x="659157" y="1381634"/>
                  </a:lnTo>
                  <a:lnTo>
                    <a:pt x="659149" y="1381633"/>
                  </a:lnTo>
                  <a:lnTo>
                    <a:pt x="659140" y="1381630"/>
                  </a:lnTo>
                  <a:lnTo>
                    <a:pt x="659134" y="1381628"/>
                  </a:lnTo>
                  <a:lnTo>
                    <a:pt x="659129" y="1381625"/>
                  </a:lnTo>
                  <a:lnTo>
                    <a:pt x="659119" y="1381620"/>
                  </a:lnTo>
                  <a:lnTo>
                    <a:pt x="659112" y="1381616"/>
                  </a:lnTo>
                  <a:lnTo>
                    <a:pt x="659103" y="1381608"/>
                  </a:lnTo>
                  <a:lnTo>
                    <a:pt x="659099" y="1381604"/>
                  </a:lnTo>
                  <a:lnTo>
                    <a:pt x="659095" y="1381598"/>
                  </a:lnTo>
                  <a:lnTo>
                    <a:pt x="659091" y="1381593"/>
                  </a:lnTo>
                  <a:lnTo>
                    <a:pt x="659088" y="1381588"/>
                  </a:lnTo>
                  <a:lnTo>
                    <a:pt x="659086" y="1381582"/>
                  </a:lnTo>
                  <a:lnTo>
                    <a:pt x="659083" y="1381576"/>
                  </a:lnTo>
                  <a:lnTo>
                    <a:pt x="659079" y="1381566"/>
                  </a:lnTo>
                  <a:lnTo>
                    <a:pt x="659078" y="1381554"/>
                  </a:lnTo>
                  <a:lnTo>
                    <a:pt x="659080" y="1381539"/>
                  </a:lnTo>
                  <a:lnTo>
                    <a:pt x="659082" y="1381529"/>
                  </a:lnTo>
                  <a:lnTo>
                    <a:pt x="659081" y="1381520"/>
                  </a:lnTo>
                  <a:lnTo>
                    <a:pt x="659077" y="1381511"/>
                  </a:lnTo>
                  <a:lnTo>
                    <a:pt x="659069" y="1381500"/>
                  </a:lnTo>
                  <a:lnTo>
                    <a:pt x="659065" y="1381496"/>
                  </a:lnTo>
                  <a:lnTo>
                    <a:pt x="659059" y="1381494"/>
                  </a:lnTo>
                  <a:lnTo>
                    <a:pt x="659052" y="1381494"/>
                  </a:lnTo>
                  <a:lnTo>
                    <a:pt x="659046" y="1381500"/>
                  </a:lnTo>
                  <a:lnTo>
                    <a:pt x="659041" y="1381506"/>
                  </a:lnTo>
                  <a:lnTo>
                    <a:pt x="659036" y="1381513"/>
                  </a:lnTo>
                  <a:lnTo>
                    <a:pt x="659029" y="1381524"/>
                  </a:lnTo>
                  <a:lnTo>
                    <a:pt x="659025" y="1381533"/>
                  </a:lnTo>
                  <a:lnTo>
                    <a:pt x="659023" y="1381541"/>
                  </a:lnTo>
                  <a:lnTo>
                    <a:pt x="659018" y="1381551"/>
                  </a:lnTo>
                  <a:lnTo>
                    <a:pt x="659012" y="1381564"/>
                  </a:lnTo>
                  <a:lnTo>
                    <a:pt x="659008" y="1381572"/>
                  </a:lnTo>
                  <a:lnTo>
                    <a:pt x="659004" y="1381579"/>
                  </a:lnTo>
                  <a:lnTo>
                    <a:pt x="658997" y="1381590"/>
                  </a:lnTo>
                  <a:lnTo>
                    <a:pt x="658988" y="1381607"/>
                  </a:lnTo>
                  <a:lnTo>
                    <a:pt x="658982" y="1381615"/>
                  </a:lnTo>
                  <a:lnTo>
                    <a:pt x="658977" y="1381622"/>
                  </a:lnTo>
                  <a:lnTo>
                    <a:pt x="658972" y="1381626"/>
                  </a:lnTo>
                  <a:lnTo>
                    <a:pt x="658967" y="1381630"/>
                  </a:lnTo>
                  <a:lnTo>
                    <a:pt x="658942" y="1381649"/>
                  </a:lnTo>
                  <a:lnTo>
                    <a:pt x="658935" y="1381654"/>
                  </a:lnTo>
                  <a:lnTo>
                    <a:pt x="658926" y="1381660"/>
                  </a:lnTo>
                  <a:lnTo>
                    <a:pt x="658914" y="1381669"/>
                  </a:lnTo>
                  <a:lnTo>
                    <a:pt x="658902" y="1381678"/>
                  </a:lnTo>
                  <a:lnTo>
                    <a:pt x="658898" y="1381681"/>
                  </a:lnTo>
                  <a:lnTo>
                    <a:pt x="658893" y="1381685"/>
                  </a:lnTo>
                  <a:lnTo>
                    <a:pt x="658888" y="1381688"/>
                  </a:lnTo>
                  <a:lnTo>
                    <a:pt x="658880" y="1381693"/>
                  </a:lnTo>
                  <a:lnTo>
                    <a:pt x="658875" y="1381696"/>
                  </a:lnTo>
                  <a:lnTo>
                    <a:pt x="658866" y="1381702"/>
                  </a:lnTo>
                  <a:lnTo>
                    <a:pt x="658849" y="1381712"/>
                  </a:lnTo>
                  <a:lnTo>
                    <a:pt x="658843" y="1381716"/>
                  </a:lnTo>
                  <a:lnTo>
                    <a:pt x="658838" y="1381718"/>
                  </a:lnTo>
                  <a:lnTo>
                    <a:pt x="658832" y="1381720"/>
                  </a:lnTo>
                  <a:lnTo>
                    <a:pt x="658827" y="1381721"/>
                  </a:lnTo>
                  <a:lnTo>
                    <a:pt x="658821" y="1381723"/>
                  </a:lnTo>
                  <a:lnTo>
                    <a:pt x="658812" y="1381725"/>
                  </a:lnTo>
                  <a:lnTo>
                    <a:pt x="658785" y="1381732"/>
                  </a:lnTo>
                  <a:lnTo>
                    <a:pt x="658746" y="1381740"/>
                  </a:lnTo>
                  <a:lnTo>
                    <a:pt x="658733" y="1381742"/>
                  </a:lnTo>
                  <a:lnTo>
                    <a:pt x="658721" y="1381745"/>
                  </a:lnTo>
                  <a:lnTo>
                    <a:pt x="658687" y="1381750"/>
                  </a:lnTo>
                  <a:lnTo>
                    <a:pt x="658647" y="1381755"/>
                  </a:lnTo>
                  <a:lnTo>
                    <a:pt x="658631" y="1381774"/>
                  </a:lnTo>
                  <a:lnTo>
                    <a:pt x="658624" y="1381781"/>
                  </a:lnTo>
                  <a:lnTo>
                    <a:pt x="658618" y="1381787"/>
                  </a:lnTo>
                  <a:lnTo>
                    <a:pt x="658612" y="1381794"/>
                  </a:lnTo>
                  <a:lnTo>
                    <a:pt x="658605" y="1381801"/>
                  </a:lnTo>
                  <a:lnTo>
                    <a:pt x="658599" y="1381808"/>
                  </a:lnTo>
                  <a:lnTo>
                    <a:pt x="658593" y="1381815"/>
                  </a:lnTo>
                  <a:lnTo>
                    <a:pt x="658587" y="1381821"/>
                  </a:lnTo>
                  <a:lnTo>
                    <a:pt x="658581" y="1381826"/>
                  </a:lnTo>
                  <a:lnTo>
                    <a:pt x="658575" y="1381833"/>
                  </a:lnTo>
                  <a:lnTo>
                    <a:pt x="658568" y="1381839"/>
                  </a:lnTo>
                  <a:lnTo>
                    <a:pt x="658558" y="1381847"/>
                  </a:lnTo>
                  <a:lnTo>
                    <a:pt x="658549" y="1381855"/>
                  </a:lnTo>
                  <a:lnTo>
                    <a:pt x="658528" y="1381872"/>
                  </a:lnTo>
                  <a:lnTo>
                    <a:pt x="658512" y="1381886"/>
                  </a:lnTo>
                  <a:lnTo>
                    <a:pt x="658503" y="1381893"/>
                  </a:lnTo>
                  <a:lnTo>
                    <a:pt x="658494" y="1381902"/>
                  </a:lnTo>
                  <a:lnTo>
                    <a:pt x="658485" y="1381911"/>
                  </a:lnTo>
                  <a:lnTo>
                    <a:pt x="658480" y="1381917"/>
                  </a:lnTo>
                  <a:lnTo>
                    <a:pt x="658465" y="1381929"/>
                  </a:lnTo>
                  <a:lnTo>
                    <a:pt x="658460" y="1381932"/>
                  </a:lnTo>
                  <a:lnTo>
                    <a:pt x="658453" y="1381937"/>
                  </a:lnTo>
                  <a:lnTo>
                    <a:pt x="658443" y="1381946"/>
                  </a:lnTo>
                  <a:lnTo>
                    <a:pt x="658439" y="1381951"/>
                  </a:lnTo>
                  <a:lnTo>
                    <a:pt x="658429" y="1381961"/>
                  </a:lnTo>
                  <a:lnTo>
                    <a:pt x="658418" y="1381973"/>
                  </a:lnTo>
                  <a:lnTo>
                    <a:pt x="658411" y="1381981"/>
                  </a:lnTo>
                  <a:lnTo>
                    <a:pt x="658399" y="1381997"/>
                  </a:lnTo>
                  <a:lnTo>
                    <a:pt x="658390" y="1382008"/>
                  </a:lnTo>
                  <a:lnTo>
                    <a:pt x="658384" y="1382019"/>
                  </a:lnTo>
                  <a:lnTo>
                    <a:pt x="658377" y="1382028"/>
                  </a:lnTo>
                  <a:lnTo>
                    <a:pt x="658371" y="1382036"/>
                  </a:lnTo>
                  <a:lnTo>
                    <a:pt x="658364" y="1382044"/>
                  </a:lnTo>
                  <a:lnTo>
                    <a:pt x="658356" y="1382052"/>
                  </a:lnTo>
                  <a:lnTo>
                    <a:pt x="658347" y="1382060"/>
                  </a:lnTo>
                  <a:lnTo>
                    <a:pt x="658341" y="1382065"/>
                  </a:lnTo>
                  <a:lnTo>
                    <a:pt x="658333" y="1382071"/>
                  </a:lnTo>
                  <a:lnTo>
                    <a:pt x="658328" y="1382074"/>
                  </a:lnTo>
                  <a:lnTo>
                    <a:pt x="658310" y="1382082"/>
                  </a:lnTo>
                  <a:lnTo>
                    <a:pt x="658292" y="1382086"/>
                  </a:lnTo>
                  <a:lnTo>
                    <a:pt x="658283" y="1382087"/>
                  </a:lnTo>
                  <a:lnTo>
                    <a:pt x="658265" y="1382088"/>
                  </a:lnTo>
                  <a:lnTo>
                    <a:pt x="658249" y="1382087"/>
                  </a:lnTo>
                  <a:lnTo>
                    <a:pt x="658239" y="1382086"/>
                  </a:lnTo>
                  <a:lnTo>
                    <a:pt x="658212" y="1382084"/>
                  </a:lnTo>
                  <a:lnTo>
                    <a:pt x="658172" y="1382084"/>
                  </a:lnTo>
                  <a:lnTo>
                    <a:pt x="658145" y="1382085"/>
                  </a:lnTo>
                  <a:lnTo>
                    <a:pt x="658119" y="1382087"/>
                  </a:lnTo>
                  <a:lnTo>
                    <a:pt x="658102" y="1382092"/>
                  </a:lnTo>
                  <a:lnTo>
                    <a:pt x="658093" y="1382095"/>
                  </a:lnTo>
                  <a:lnTo>
                    <a:pt x="658087" y="1382097"/>
                  </a:lnTo>
                  <a:lnTo>
                    <a:pt x="658083" y="1382100"/>
                  </a:lnTo>
                  <a:lnTo>
                    <a:pt x="658078" y="1382103"/>
                  </a:lnTo>
                  <a:lnTo>
                    <a:pt x="658071" y="1382107"/>
                  </a:lnTo>
                  <a:lnTo>
                    <a:pt x="658063" y="1382113"/>
                  </a:lnTo>
                  <a:lnTo>
                    <a:pt x="658055" y="1382120"/>
                  </a:lnTo>
                  <a:lnTo>
                    <a:pt x="658048" y="1382126"/>
                  </a:lnTo>
                  <a:lnTo>
                    <a:pt x="658042" y="1382134"/>
                  </a:lnTo>
                  <a:lnTo>
                    <a:pt x="658037" y="1382138"/>
                  </a:lnTo>
                  <a:lnTo>
                    <a:pt x="658029" y="1382145"/>
                  </a:lnTo>
                  <a:lnTo>
                    <a:pt x="658019" y="1382152"/>
                  </a:lnTo>
                  <a:lnTo>
                    <a:pt x="658011" y="1382157"/>
                  </a:lnTo>
                  <a:lnTo>
                    <a:pt x="657985" y="1382168"/>
                  </a:lnTo>
                  <a:lnTo>
                    <a:pt x="657973" y="1382172"/>
                  </a:lnTo>
                  <a:lnTo>
                    <a:pt x="657967" y="1382174"/>
                  </a:lnTo>
                  <a:lnTo>
                    <a:pt x="657962" y="1382176"/>
                  </a:lnTo>
                  <a:lnTo>
                    <a:pt x="657949" y="1382180"/>
                  </a:lnTo>
                  <a:lnTo>
                    <a:pt x="657936" y="1382185"/>
                  </a:lnTo>
                  <a:lnTo>
                    <a:pt x="657930" y="1382188"/>
                  </a:lnTo>
                  <a:lnTo>
                    <a:pt x="657920" y="1382193"/>
                  </a:lnTo>
                  <a:lnTo>
                    <a:pt x="657897" y="1382202"/>
                  </a:lnTo>
                  <a:lnTo>
                    <a:pt x="657882" y="1382208"/>
                  </a:lnTo>
                  <a:lnTo>
                    <a:pt x="657859" y="1382218"/>
                  </a:lnTo>
                  <a:lnTo>
                    <a:pt x="657839" y="1382229"/>
                  </a:lnTo>
                  <a:lnTo>
                    <a:pt x="657806" y="1382244"/>
                  </a:lnTo>
                  <a:lnTo>
                    <a:pt x="657778" y="1382258"/>
                  </a:lnTo>
                  <a:lnTo>
                    <a:pt x="657765" y="1382262"/>
                  </a:lnTo>
                  <a:lnTo>
                    <a:pt x="657758" y="1382262"/>
                  </a:lnTo>
                  <a:lnTo>
                    <a:pt x="657752" y="1382262"/>
                  </a:lnTo>
                  <a:lnTo>
                    <a:pt x="657746" y="1382259"/>
                  </a:lnTo>
                  <a:lnTo>
                    <a:pt x="657738" y="1382256"/>
                  </a:lnTo>
                  <a:lnTo>
                    <a:pt x="657733" y="1382254"/>
                  </a:lnTo>
                  <a:lnTo>
                    <a:pt x="657725" y="1382252"/>
                  </a:lnTo>
                  <a:lnTo>
                    <a:pt x="657717" y="1382249"/>
                  </a:lnTo>
                  <a:lnTo>
                    <a:pt x="657704" y="1382244"/>
                  </a:lnTo>
                  <a:lnTo>
                    <a:pt x="657691" y="1382241"/>
                  </a:lnTo>
                  <a:lnTo>
                    <a:pt x="657683" y="1382240"/>
                  </a:lnTo>
                  <a:lnTo>
                    <a:pt x="657676" y="1382239"/>
                  </a:lnTo>
                  <a:lnTo>
                    <a:pt x="657665" y="1382238"/>
                  </a:lnTo>
                  <a:lnTo>
                    <a:pt x="657658" y="1382238"/>
                  </a:lnTo>
                  <a:lnTo>
                    <a:pt x="657651" y="1382239"/>
                  </a:lnTo>
                  <a:lnTo>
                    <a:pt x="657639" y="1382240"/>
                  </a:lnTo>
                  <a:lnTo>
                    <a:pt x="657630" y="1382241"/>
                  </a:lnTo>
                  <a:lnTo>
                    <a:pt x="657597" y="1382241"/>
                  </a:lnTo>
                  <a:lnTo>
                    <a:pt x="657588" y="1382240"/>
                  </a:lnTo>
                  <a:lnTo>
                    <a:pt x="657581" y="1382241"/>
                  </a:lnTo>
                  <a:lnTo>
                    <a:pt x="657575" y="1382242"/>
                  </a:lnTo>
                  <a:lnTo>
                    <a:pt x="657565" y="1382245"/>
                  </a:lnTo>
                  <a:lnTo>
                    <a:pt x="657554" y="1382248"/>
                  </a:lnTo>
                  <a:lnTo>
                    <a:pt x="657544" y="1382252"/>
                  </a:lnTo>
                  <a:lnTo>
                    <a:pt x="657523" y="1382260"/>
                  </a:lnTo>
                  <a:lnTo>
                    <a:pt x="657514" y="1382265"/>
                  </a:lnTo>
                  <a:lnTo>
                    <a:pt x="657504" y="1382272"/>
                  </a:lnTo>
                  <a:lnTo>
                    <a:pt x="657491" y="1382280"/>
                  </a:lnTo>
                  <a:lnTo>
                    <a:pt x="657476" y="1382289"/>
                  </a:lnTo>
                  <a:lnTo>
                    <a:pt x="657456" y="1382303"/>
                  </a:lnTo>
                  <a:lnTo>
                    <a:pt x="657449" y="1382306"/>
                  </a:lnTo>
                  <a:lnTo>
                    <a:pt x="657436" y="1382309"/>
                  </a:lnTo>
                  <a:lnTo>
                    <a:pt x="657424" y="1382311"/>
                  </a:lnTo>
                  <a:lnTo>
                    <a:pt x="657414" y="1382311"/>
                  </a:lnTo>
                  <a:lnTo>
                    <a:pt x="657406" y="1382312"/>
                  </a:lnTo>
                  <a:lnTo>
                    <a:pt x="657397" y="1382313"/>
                  </a:lnTo>
                  <a:lnTo>
                    <a:pt x="657392" y="1382313"/>
                  </a:lnTo>
                  <a:lnTo>
                    <a:pt x="657382" y="1382315"/>
                  </a:lnTo>
                  <a:lnTo>
                    <a:pt x="657370" y="1382317"/>
                  </a:lnTo>
                  <a:lnTo>
                    <a:pt x="657359" y="1382320"/>
                  </a:lnTo>
                  <a:lnTo>
                    <a:pt x="657353" y="1382324"/>
                  </a:lnTo>
                  <a:lnTo>
                    <a:pt x="657348" y="1382327"/>
                  </a:lnTo>
                  <a:lnTo>
                    <a:pt x="657343" y="1382333"/>
                  </a:lnTo>
                  <a:lnTo>
                    <a:pt x="657337" y="1382340"/>
                  </a:lnTo>
                  <a:lnTo>
                    <a:pt x="657333" y="1382346"/>
                  </a:lnTo>
                  <a:lnTo>
                    <a:pt x="657327" y="1382353"/>
                  </a:lnTo>
                  <a:lnTo>
                    <a:pt x="657320" y="1382361"/>
                  </a:lnTo>
                  <a:lnTo>
                    <a:pt x="657313" y="1382367"/>
                  </a:lnTo>
                  <a:lnTo>
                    <a:pt x="657307" y="1382370"/>
                  </a:lnTo>
                  <a:lnTo>
                    <a:pt x="657300" y="1382373"/>
                  </a:lnTo>
                  <a:lnTo>
                    <a:pt x="657282" y="1382383"/>
                  </a:lnTo>
                  <a:lnTo>
                    <a:pt x="657275" y="1382387"/>
                  </a:lnTo>
                  <a:lnTo>
                    <a:pt x="657264" y="1382394"/>
                  </a:lnTo>
                  <a:lnTo>
                    <a:pt x="657254" y="1382399"/>
                  </a:lnTo>
                  <a:lnTo>
                    <a:pt x="657244" y="1382400"/>
                  </a:lnTo>
                  <a:lnTo>
                    <a:pt x="657237" y="1382399"/>
                  </a:lnTo>
                  <a:lnTo>
                    <a:pt x="657228" y="1382398"/>
                  </a:lnTo>
                  <a:lnTo>
                    <a:pt x="657214" y="1382394"/>
                  </a:lnTo>
                  <a:lnTo>
                    <a:pt x="657202" y="1382392"/>
                  </a:lnTo>
                  <a:lnTo>
                    <a:pt x="657191" y="1382391"/>
                  </a:lnTo>
                  <a:lnTo>
                    <a:pt x="657184" y="1382393"/>
                  </a:lnTo>
                  <a:lnTo>
                    <a:pt x="657178" y="1382395"/>
                  </a:lnTo>
                  <a:lnTo>
                    <a:pt x="657173" y="1382397"/>
                  </a:lnTo>
                  <a:lnTo>
                    <a:pt x="657167" y="1382399"/>
                  </a:lnTo>
                  <a:lnTo>
                    <a:pt x="657157" y="1382403"/>
                  </a:lnTo>
                  <a:lnTo>
                    <a:pt x="657152" y="1382405"/>
                  </a:lnTo>
                  <a:lnTo>
                    <a:pt x="657144" y="1382407"/>
                  </a:lnTo>
                  <a:lnTo>
                    <a:pt x="657136" y="1382408"/>
                  </a:lnTo>
                  <a:lnTo>
                    <a:pt x="657118" y="1382406"/>
                  </a:lnTo>
                  <a:lnTo>
                    <a:pt x="657097" y="1382403"/>
                  </a:lnTo>
                  <a:lnTo>
                    <a:pt x="657091" y="1382403"/>
                  </a:lnTo>
                  <a:lnTo>
                    <a:pt x="657082" y="1382404"/>
                  </a:lnTo>
                  <a:lnTo>
                    <a:pt x="657072" y="1382405"/>
                  </a:lnTo>
                  <a:lnTo>
                    <a:pt x="657063" y="1382406"/>
                  </a:lnTo>
                  <a:lnTo>
                    <a:pt x="657051" y="1382411"/>
                  </a:lnTo>
                  <a:lnTo>
                    <a:pt x="657035" y="1382416"/>
                  </a:lnTo>
                  <a:lnTo>
                    <a:pt x="657019" y="1382423"/>
                  </a:lnTo>
                  <a:lnTo>
                    <a:pt x="657006" y="1382428"/>
                  </a:lnTo>
                  <a:lnTo>
                    <a:pt x="656994" y="1382431"/>
                  </a:lnTo>
                  <a:lnTo>
                    <a:pt x="656979" y="1382435"/>
                  </a:lnTo>
                  <a:lnTo>
                    <a:pt x="656968" y="1382438"/>
                  </a:lnTo>
                  <a:lnTo>
                    <a:pt x="656939" y="1382448"/>
                  </a:lnTo>
                  <a:lnTo>
                    <a:pt x="656923" y="1382454"/>
                  </a:lnTo>
                  <a:lnTo>
                    <a:pt x="656916" y="1382458"/>
                  </a:lnTo>
                  <a:lnTo>
                    <a:pt x="656909" y="1382462"/>
                  </a:lnTo>
                  <a:lnTo>
                    <a:pt x="656903" y="1382468"/>
                  </a:lnTo>
                  <a:lnTo>
                    <a:pt x="656896" y="1382476"/>
                  </a:lnTo>
                  <a:lnTo>
                    <a:pt x="656879" y="1382490"/>
                  </a:lnTo>
                  <a:lnTo>
                    <a:pt x="656873" y="1382496"/>
                  </a:lnTo>
                  <a:lnTo>
                    <a:pt x="656869" y="1382501"/>
                  </a:lnTo>
                  <a:lnTo>
                    <a:pt x="656866" y="1382512"/>
                  </a:lnTo>
                  <a:lnTo>
                    <a:pt x="656863" y="1382522"/>
                  </a:lnTo>
                  <a:lnTo>
                    <a:pt x="656853" y="1382547"/>
                  </a:lnTo>
                  <a:lnTo>
                    <a:pt x="656848" y="1382556"/>
                  </a:lnTo>
                  <a:lnTo>
                    <a:pt x="656843" y="1382564"/>
                  </a:lnTo>
                  <a:lnTo>
                    <a:pt x="656838" y="1382569"/>
                  </a:lnTo>
                  <a:lnTo>
                    <a:pt x="656823" y="1382580"/>
                  </a:lnTo>
                  <a:lnTo>
                    <a:pt x="656819" y="1382583"/>
                  </a:lnTo>
                  <a:lnTo>
                    <a:pt x="656813" y="1382587"/>
                  </a:lnTo>
                  <a:lnTo>
                    <a:pt x="656803" y="1382596"/>
                  </a:lnTo>
                  <a:lnTo>
                    <a:pt x="656796" y="1382603"/>
                  </a:lnTo>
                  <a:lnTo>
                    <a:pt x="656787" y="1382613"/>
                  </a:lnTo>
                  <a:lnTo>
                    <a:pt x="656782" y="1382619"/>
                  </a:lnTo>
                  <a:lnTo>
                    <a:pt x="656773" y="1382632"/>
                  </a:lnTo>
                  <a:lnTo>
                    <a:pt x="656768" y="1382640"/>
                  </a:lnTo>
                  <a:lnTo>
                    <a:pt x="656763" y="1382652"/>
                  </a:lnTo>
                  <a:lnTo>
                    <a:pt x="656756" y="1382666"/>
                  </a:lnTo>
                  <a:lnTo>
                    <a:pt x="656750" y="1382680"/>
                  </a:lnTo>
                  <a:lnTo>
                    <a:pt x="656742" y="1382698"/>
                  </a:lnTo>
                  <a:lnTo>
                    <a:pt x="656736" y="1382713"/>
                  </a:lnTo>
                  <a:lnTo>
                    <a:pt x="656727" y="1382733"/>
                  </a:lnTo>
                  <a:lnTo>
                    <a:pt x="656718" y="1382753"/>
                  </a:lnTo>
                  <a:lnTo>
                    <a:pt x="656710" y="1382769"/>
                  </a:lnTo>
                  <a:lnTo>
                    <a:pt x="656702" y="1382783"/>
                  </a:lnTo>
                  <a:lnTo>
                    <a:pt x="656692" y="1382797"/>
                  </a:lnTo>
                  <a:lnTo>
                    <a:pt x="656688" y="1382804"/>
                  </a:lnTo>
                  <a:lnTo>
                    <a:pt x="656681" y="1382815"/>
                  </a:lnTo>
                  <a:lnTo>
                    <a:pt x="656676" y="1382822"/>
                  </a:lnTo>
                  <a:lnTo>
                    <a:pt x="656673" y="1382827"/>
                  </a:lnTo>
                  <a:lnTo>
                    <a:pt x="656668" y="1382833"/>
                  </a:lnTo>
                  <a:lnTo>
                    <a:pt x="656662" y="1382839"/>
                  </a:lnTo>
                  <a:lnTo>
                    <a:pt x="656655" y="1382845"/>
                  </a:lnTo>
                  <a:lnTo>
                    <a:pt x="656651" y="1382849"/>
                  </a:lnTo>
                  <a:lnTo>
                    <a:pt x="656645" y="1382852"/>
                  </a:lnTo>
                  <a:lnTo>
                    <a:pt x="656639" y="1382854"/>
                  </a:lnTo>
                  <a:lnTo>
                    <a:pt x="656633" y="1382858"/>
                  </a:lnTo>
                  <a:lnTo>
                    <a:pt x="656623" y="1382862"/>
                  </a:lnTo>
                  <a:lnTo>
                    <a:pt x="656616" y="1382864"/>
                  </a:lnTo>
                  <a:lnTo>
                    <a:pt x="656606" y="1382867"/>
                  </a:lnTo>
                  <a:lnTo>
                    <a:pt x="656600" y="1382868"/>
                  </a:lnTo>
                  <a:lnTo>
                    <a:pt x="656592" y="1382872"/>
                  </a:lnTo>
                  <a:lnTo>
                    <a:pt x="656584" y="1382877"/>
                  </a:lnTo>
                  <a:lnTo>
                    <a:pt x="656579" y="1382881"/>
                  </a:lnTo>
                  <a:lnTo>
                    <a:pt x="656574" y="1382885"/>
                  </a:lnTo>
                  <a:lnTo>
                    <a:pt x="656567" y="1382891"/>
                  </a:lnTo>
                  <a:lnTo>
                    <a:pt x="656559" y="1382897"/>
                  </a:lnTo>
                  <a:lnTo>
                    <a:pt x="656548" y="1382906"/>
                  </a:lnTo>
                  <a:lnTo>
                    <a:pt x="656535" y="1382916"/>
                  </a:lnTo>
                  <a:lnTo>
                    <a:pt x="656526" y="1382926"/>
                  </a:lnTo>
                  <a:lnTo>
                    <a:pt x="656520" y="1382935"/>
                  </a:lnTo>
                  <a:lnTo>
                    <a:pt x="656515" y="1382943"/>
                  </a:lnTo>
                  <a:lnTo>
                    <a:pt x="656506" y="1382961"/>
                  </a:lnTo>
                  <a:lnTo>
                    <a:pt x="656500" y="1382975"/>
                  </a:lnTo>
                  <a:lnTo>
                    <a:pt x="656489" y="1382995"/>
                  </a:lnTo>
                  <a:lnTo>
                    <a:pt x="656478" y="1383011"/>
                  </a:lnTo>
                  <a:lnTo>
                    <a:pt x="656471" y="1383020"/>
                  </a:lnTo>
                  <a:lnTo>
                    <a:pt x="656464" y="1383034"/>
                  </a:lnTo>
                  <a:lnTo>
                    <a:pt x="656454" y="1383049"/>
                  </a:lnTo>
                  <a:lnTo>
                    <a:pt x="656451" y="1383054"/>
                  </a:lnTo>
                  <a:lnTo>
                    <a:pt x="656447" y="1383061"/>
                  </a:lnTo>
                  <a:lnTo>
                    <a:pt x="656444" y="1383069"/>
                  </a:lnTo>
                  <a:lnTo>
                    <a:pt x="656441" y="1383075"/>
                  </a:lnTo>
                  <a:lnTo>
                    <a:pt x="656437" y="1383079"/>
                  </a:lnTo>
                  <a:lnTo>
                    <a:pt x="656434" y="1383084"/>
                  </a:lnTo>
                  <a:lnTo>
                    <a:pt x="656430" y="1383090"/>
                  </a:lnTo>
                  <a:lnTo>
                    <a:pt x="656424" y="1383097"/>
                  </a:lnTo>
                  <a:lnTo>
                    <a:pt x="656418" y="1383104"/>
                  </a:lnTo>
                  <a:lnTo>
                    <a:pt x="656415" y="1383113"/>
                  </a:lnTo>
                  <a:lnTo>
                    <a:pt x="656413" y="1383118"/>
                  </a:lnTo>
                  <a:lnTo>
                    <a:pt x="656410" y="1383129"/>
                  </a:lnTo>
                  <a:lnTo>
                    <a:pt x="656408" y="1383139"/>
                  </a:lnTo>
                  <a:lnTo>
                    <a:pt x="656402" y="1383159"/>
                  </a:lnTo>
                  <a:lnTo>
                    <a:pt x="656398" y="1383174"/>
                  </a:lnTo>
                  <a:lnTo>
                    <a:pt x="656389" y="1383193"/>
                  </a:lnTo>
                  <a:lnTo>
                    <a:pt x="656381" y="1383210"/>
                  </a:lnTo>
                  <a:lnTo>
                    <a:pt x="656371" y="1383232"/>
                  </a:lnTo>
                  <a:lnTo>
                    <a:pt x="656362" y="1383251"/>
                  </a:lnTo>
                  <a:lnTo>
                    <a:pt x="656354" y="1383269"/>
                  </a:lnTo>
                  <a:lnTo>
                    <a:pt x="656346" y="1383282"/>
                  </a:lnTo>
                  <a:lnTo>
                    <a:pt x="656341" y="1383290"/>
                  </a:lnTo>
                  <a:lnTo>
                    <a:pt x="656338" y="1383294"/>
                  </a:lnTo>
                  <a:lnTo>
                    <a:pt x="656334" y="1383302"/>
                  </a:lnTo>
                  <a:lnTo>
                    <a:pt x="656327" y="1383317"/>
                  </a:lnTo>
                  <a:lnTo>
                    <a:pt x="656320" y="1383322"/>
                  </a:lnTo>
                  <a:lnTo>
                    <a:pt x="656314" y="1383326"/>
                  </a:lnTo>
                  <a:lnTo>
                    <a:pt x="656307" y="1383328"/>
                  </a:lnTo>
                  <a:lnTo>
                    <a:pt x="656295" y="1383331"/>
                  </a:lnTo>
                  <a:lnTo>
                    <a:pt x="656283" y="1383334"/>
                  </a:lnTo>
                  <a:lnTo>
                    <a:pt x="656274" y="1383336"/>
                  </a:lnTo>
                  <a:lnTo>
                    <a:pt x="656261" y="1383340"/>
                  </a:lnTo>
                  <a:lnTo>
                    <a:pt x="656249" y="1383346"/>
                  </a:lnTo>
                  <a:lnTo>
                    <a:pt x="656233" y="1383354"/>
                  </a:lnTo>
                  <a:lnTo>
                    <a:pt x="656211" y="1383363"/>
                  </a:lnTo>
                  <a:lnTo>
                    <a:pt x="656205" y="1383365"/>
                  </a:lnTo>
                  <a:lnTo>
                    <a:pt x="656199" y="1383369"/>
                  </a:lnTo>
                  <a:lnTo>
                    <a:pt x="656188" y="1383373"/>
                  </a:lnTo>
                  <a:lnTo>
                    <a:pt x="656179" y="1383375"/>
                  </a:lnTo>
                  <a:lnTo>
                    <a:pt x="656173" y="1383376"/>
                  </a:lnTo>
                  <a:lnTo>
                    <a:pt x="656164" y="1383368"/>
                  </a:lnTo>
                  <a:lnTo>
                    <a:pt x="656157" y="1383366"/>
                  </a:lnTo>
                  <a:lnTo>
                    <a:pt x="656147" y="1383363"/>
                  </a:lnTo>
                  <a:lnTo>
                    <a:pt x="656137" y="1383363"/>
                  </a:lnTo>
                  <a:lnTo>
                    <a:pt x="656130" y="1383365"/>
                  </a:lnTo>
                  <a:lnTo>
                    <a:pt x="656122" y="1383367"/>
                  </a:lnTo>
                  <a:lnTo>
                    <a:pt x="656114" y="1383370"/>
                  </a:lnTo>
                  <a:lnTo>
                    <a:pt x="656096" y="1383377"/>
                  </a:lnTo>
                  <a:lnTo>
                    <a:pt x="656081" y="1383382"/>
                  </a:lnTo>
                  <a:lnTo>
                    <a:pt x="656065" y="1383388"/>
                  </a:lnTo>
                  <a:lnTo>
                    <a:pt x="656053" y="1383392"/>
                  </a:lnTo>
                  <a:lnTo>
                    <a:pt x="656043" y="1383396"/>
                  </a:lnTo>
                  <a:lnTo>
                    <a:pt x="656034" y="1383397"/>
                  </a:lnTo>
                  <a:lnTo>
                    <a:pt x="656023" y="1383399"/>
                  </a:lnTo>
                  <a:lnTo>
                    <a:pt x="656014" y="1383399"/>
                  </a:lnTo>
                  <a:lnTo>
                    <a:pt x="656005" y="1383399"/>
                  </a:lnTo>
                  <a:lnTo>
                    <a:pt x="655993" y="1383398"/>
                  </a:lnTo>
                  <a:lnTo>
                    <a:pt x="655986" y="1383398"/>
                  </a:lnTo>
                  <a:lnTo>
                    <a:pt x="655970" y="1383396"/>
                  </a:lnTo>
                  <a:lnTo>
                    <a:pt x="655956" y="1383393"/>
                  </a:lnTo>
                  <a:lnTo>
                    <a:pt x="655948" y="1383390"/>
                  </a:lnTo>
                  <a:lnTo>
                    <a:pt x="655943" y="1383388"/>
                  </a:lnTo>
                  <a:lnTo>
                    <a:pt x="655932" y="1383381"/>
                  </a:lnTo>
                  <a:lnTo>
                    <a:pt x="655924" y="1383377"/>
                  </a:lnTo>
                  <a:lnTo>
                    <a:pt x="655910" y="1383372"/>
                  </a:lnTo>
                  <a:lnTo>
                    <a:pt x="655891" y="1383363"/>
                  </a:lnTo>
                  <a:lnTo>
                    <a:pt x="655885" y="1383359"/>
                  </a:lnTo>
                  <a:lnTo>
                    <a:pt x="655862" y="1383345"/>
                  </a:lnTo>
                  <a:lnTo>
                    <a:pt x="655857" y="1383338"/>
                  </a:lnTo>
                  <a:lnTo>
                    <a:pt x="655854" y="1383331"/>
                  </a:lnTo>
                  <a:lnTo>
                    <a:pt x="655851" y="1383326"/>
                  </a:lnTo>
                  <a:lnTo>
                    <a:pt x="655849" y="1383321"/>
                  </a:lnTo>
                  <a:lnTo>
                    <a:pt x="655846" y="1383317"/>
                  </a:lnTo>
                  <a:lnTo>
                    <a:pt x="655842" y="1383312"/>
                  </a:lnTo>
                  <a:lnTo>
                    <a:pt x="655839" y="1383307"/>
                  </a:lnTo>
                  <a:lnTo>
                    <a:pt x="655835" y="1383304"/>
                  </a:lnTo>
                  <a:lnTo>
                    <a:pt x="655830" y="1383300"/>
                  </a:lnTo>
                  <a:lnTo>
                    <a:pt x="655825" y="1383295"/>
                  </a:lnTo>
                  <a:lnTo>
                    <a:pt x="655819" y="1383289"/>
                  </a:lnTo>
                  <a:lnTo>
                    <a:pt x="655815" y="1383284"/>
                  </a:lnTo>
                  <a:lnTo>
                    <a:pt x="655810" y="1383280"/>
                  </a:lnTo>
                  <a:lnTo>
                    <a:pt x="655804" y="1383275"/>
                  </a:lnTo>
                  <a:lnTo>
                    <a:pt x="655799" y="1383269"/>
                  </a:lnTo>
                  <a:lnTo>
                    <a:pt x="655794" y="1383263"/>
                  </a:lnTo>
                  <a:lnTo>
                    <a:pt x="655788" y="1383258"/>
                  </a:lnTo>
                  <a:lnTo>
                    <a:pt x="655782" y="1383255"/>
                  </a:lnTo>
                  <a:lnTo>
                    <a:pt x="655773" y="1383251"/>
                  </a:lnTo>
                  <a:lnTo>
                    <a:pt x="655764" y="1383248"/>
                  </a:lnTo>
                  <a:lnTo>
                    <a:pt x="655751" y="1383242"/>
                  </a:lnTo>
                  <a:lnTo>
                    <a:pt x="655737" y="1383236"/>
                  </a:lnTo>
                  <a:lnTo>
                    <a:pt x="655729" y="1383234"/>
                  </a:lnTo>
                  <a:lnTo>
                    <a:pt x="655724" y="1383234"/>
                  </a:lnTo>
                  <a:lnTo>
                    <a:pt x="655718" y="1383234"/>
                  </a:lnTo>
                  <a:lnTo>
                    <a:pt x="655714" y="1383236"/>
                  </a:lnTo>
                  <a:lnTo>
                    <a:pt x="655706" y="1383243"/>
                  </a:lnTo>
                  <a:lnTo>
                    <a:pt x="655701" y="1383249"/>
                  </a:lnTo>
                  <a:lnTo>
                    <a:pt x="655697" y="1383254"/>
                  </a:lnTo>
                  <a:lnTo>
                    <a:pt x="655689" y="1383265"/>
                  </a:lnTo>
                  <a:lnTo>
                    <a:pt x="655684" y="1383275"/>
                  </a:lnTo>
                  <a:lnTo>
                    <a:pt x="655682" y="1383282"/>
                  </a:lnTo>
                  <a:lnTo>
                    <a:pt x="655679" y="1383289"/>
                  </a:lnTo>
                  <a:lnTo>
                    <a:pt x="655673" y="1383298"/>
                  </a:lnTo>
                  <a:lnTo>
                    <a:pt x="655661" y="1383313"/>
                  </a:lnTo>
                  <a:lnTo>
                    <a:pt x="655653" y="1383318"/>
                  </a:lnTo>
                  <a:lnTo>
                    <a:pt x="655647" y="1383321"/>
                  </a:lnTo>
                  <a:lnTo>
                    <a:pt x="655634" y="1383331"/>
                  </a:lnTo>
                  <a:lnTo>
                    <a:pt x="655618" y="1383342"/>
                  </a:lnTo>
                  <a:lnTo>
                    <a:pt x="655604" y="1383352"/>
                  </a:lnTo>
                  <a:lnTo>
                    <a:pt x="655596" y="1383358"/>
                  </a:lnTo>
                  <a:lnTo>
                    <a:pt x="655588" y="1383360"/>
                  </a:lnTo>
                  <a:lnTo>
                    <a:pt x="655577" y="1383359"/>
                  </a:lnTo>
                  <a:lnTo>
                    <a:pt x="655557" y="1383357"/>
                  </a:lnTo>
                  <a:lnTo>
                    <a:pt x="655531" y="1383357"/>
                  </a:lnTo>
                  <a:lnTo>
                    <a:pt x="655512" y="1383354"/>
                  </a:lnTo>
                  <a:lnTo>
                    <a:pt x="655485" y="1383351"/>
                  </a:lnTo>
                  <a:lnTo>
                    <a:pt x="655478" y="1383350"/>
                  </a:lnTo>
                  <a:lnTo>
                    <a:pt x="655466" y="1383349"/>
                  </a:lnTo>
                  <a:lnTo>
                    <a:pt x="655459" y="1383348"/>
                  </a:lnTo>
                  <a:lnTo>
                    <a:pt x="655443" y="1383345"/>
                  </a:lnTo>
                  <a:lnTo>
                    <a:pt x="655434" y="1383342"/>
                  </a:lnTo>
                  <a:lnTo>
                    <a:pt x="655416" y="1383334"/>
                  </a:lnTo>
                  <a:lnTo>
                    <a:pt x="655397" y="1383324"/>
                  </a:lnTo>
                  <a:lnTo>
                    <a:pt x="655381" y="1383316"/>
                  </a:lnTo>
                  <a:lnTo>
                    <a:pt x="655372" y="1383312"/>
                  </a:lnTo>
                  <a:lnTo>
                    <a:pt x="655363" y="1383309"/>
                  </a:lnTo>
                  <a:lnTo>
                    <a:pt x="655331" y="1383302"/>
                  </a:lnTo>
                  <a:lnTo>
                    <a:pt x="655325" y="1383300"/>
                  </a:lnTo>
                  <a:lnTo>
                    <a:pt x="655320" y="1383299"/>
                  </a:lnTo>
                  <a:lnTo>
                    <a:pt x="655309" y="1383296"/>
                  </a:lnTo>
                  <a:lnTo>
                    <a:pt x="655303" y="1383295"/>
                  </a:lnTo>
                  <a:lnTo>
                    <a:pt x="655296" y="1383293"/>
                  </a:lnTo>
                  <a:lnTo>
                    <a:pt x="655283" y="1383285"/>
                  </a:lnTo>
                  <a:lnTo>
                    <a:pt x="655279" y="1383282"/>
                  </a:lnTo>
                  <a:lnTo>
                    <a:pt x="655259" y="1383265"/>
                  </a:lnTo>
                  <a:lnTo>
                    <a:pt x="655251" y="1383258"/>
                  </a:lnTo>
                  <a:lnTo>
                    <a:pt x="655246" y="1383253"/>
                  </a:lnTo>
                  <a:lnTo>
                    <a:pt x="655242" y="1383248"/>
                  </a:lnTo>
                  <a:lnTo>
                    <a:pt x="655237" y="1383247"/>
                  </a:lnTo>
                  <a:lnTo>
                    <a:pt x="655235" y="1383252"/>
                  </a:lnTo>
                  <a:lnTo>
                    <a:pt x="655236" y="1383259"/>
                  </a:lnTo>
                  <a:lnTo>
                    <a:pt x="655238" y="1383271"/>
                  </a:lnTo>
                  <a:lnTo>
                    <a:pt x="655237" y="1383286"/>
                  </a:lnTo>
                  <a:lnTo>
                    <a:pt x="655233" y="1383299"/>
                  </a:lnTo>
                  <a:lnTo>
                    <a:pt x="655229" y="1383306"/>
                  </a:lnTo>
                  <a:lnTo>
                    <a:pt x="655213" y="1383322"/>
                  </a:lnTo>
                  <a:lnTo>
                    <a:pt x="655188" y="1383345"/>
                  </a:lnTo>
                  <a:lnTo>
                    <a:pt x="655182" y="1383349"/>
                  </a:lnTo>
                  <a:lnTo>
                    <a:pt x="655171" y="1383358"/>
                  </a:lnTo>
                  <a:lnTo>
                    <a:pt x="655150" y="1383366"/>
                  </a:lnTo>
                  <a:lnTo>
                    <a:pt x="655127" y="1383370"/>
                  </a:lnTo>
                  <a:lnTo>
                    <a:pt x="655111" y="1383370"/>
                  </a:lnTo>
                  <a:lnTo>
                    <a:pt x="655099" y="1383367"/>
                  </a:lnTo>
                  <a:lnTo>
                    <a:pt x="655087" y="1383364"/>
                  </a:lnTo>
                  <a:lnTo>
                    <a:pt x="655081" y="1383362"/>
                  </a:lnTo>
                  <a:lnTo>
                    <a:pt x="655062" y="1383357"/>
                  </a:lnTo>
                  <a:lnTo>
                    <a:pt x="655042" y="1383355"/>
                  </a:lnTo>
                  <a:lnTo>
                    <a:pt x="655034" y="1383354"/>
                  </a:lnTo>
                  <a:lnTo>
                    <a:pt x="655027" y="1383354"/>
                  </a:lnTo>
                  <a:lnTo>
                    <a:pt x="655008" y="1383357"/>
                  </a:lnTo>
                  <a:lnTo>
                    <a:pt x="654996" y="1383360"/>
                  </a:lnTo>
                  <a:lnTo>
                    <a:pt x="654956" y="1383380"/>
                  </a:lnTo>
                  <a:lnTo>
                    <a:pt x="654941" y="1383387"/>
                  </a:lnTo>
                  <a:lnTo>
                    <a:pt x="654930" y="1383390"/>
                  </a:lnTo>
                  <a:lnTo>
                    <a:pt x="654924" y="1383390"/>
                  </a:lnTo>
                  <a:lnTo>
                    <a:pt x="654897" y="1383396"/>
                  </a:lnTo>
                  <a:lnTo>
                    <a:pt x="654870" y="1383402"/>
                  </a:lnTo>
                  <a:lnTo>
                    <a:pt x="654851" y="1383404"/>
                  </a:lnTo>
                  <a:lnTo>
                    <a:pt x="654843" y="1383406"/>
                  </a:lnTo>
                  <a:lnTo>
                    <a:pt x="654826" y="1383410"/>
                  </a:lnTo>
                  <a:lnTo>
                    <a:pt x="654800" y="1383411"/>
                  </a:lnTo>
                  <a:lnTo>
                    <a:pt x="654762" y="1383410"/>
                  </a:lnTo>
                  <a:lnTo>
                    <a:pt x="654752" y="1383410"/>
                  </a:lnTo>
                  <a:lnTo>
                    <a:pt x="654740" y="1383409"/>
                  </a:lnTo>
                  <a:lnTo>
                    <a:pt x="654730" y="1383409"/>
                  </a:lnTo>
                  <a:lnTo>
                    <a:pt x="654712" y="1383414"/>
                  </a:lnTo>
                  <a:lnTo>
                    <a:pt x="654693" y="1383421"/>
                  </a:lnTo>
                  <a:lnTo>
                    <a:pt x="654672" y="1383426"/>
                  </a:lnTo>
                  <a:lnTo>
                    <a:pt x="654667" y="1383431"/>
                  </a:lnTo>
                  <a:lnTo>
                    <a:pt x="654666" y="1383438"/>
                  </a:lnTo>
                  <a:lnTo>
                    <a:pt x="654666" y="1383454"/>
                  </a:lnTo>
                  <a:lnTo>
                    <a:pt x="654662" y="1383461"/>
                  </a:lnTo>
                  <a:lnTo>
                    <a:pt x="654653" y="1383464"/>
                  </a:lnTo>
                  <a:lnTo>
                    <a:pt x="654646" y="1383463"/>
                  </a:lnTo>
                  <a:lnTo>
                    <a:pt x="654640" y="1383461"/>
                  </a:lnTo>
                  <a:lnTo>
                    <a:pt x="654635" y="1383457"/>
                  </a:lnTo>
                  <a:lnTo>
                    <a:pt x="654621" y="1383446"/>
                  </a:lnTo>
                  <a:lnTo>
                    <a:pt x="654610" y="1383438"/>
                  </a:lnTo>
                  <a:lnTo>
                    <a:pt x="654593" y="1383425"/>
                  </a:lnTo>
                  <a:lnTo>
                    <a:pt x="654579" y="1383417"/>
                  </a:lnTo>
                  <a:lnTo>
                    <a:pt x="654570" y="1383411"/>
                  </a:lnTo>
                  <a:lnTo>
                    <a:pt x="654560" y="1383409"/>
                  </a:lnTo>
                  <a:lnTo>
                    <a:pt x="654555" y="1383421"/>
                  </a:lnTo>
                  <a:lnTo>
                    <a:pt x="654552" y="1383430"/>
                  </a:lnTo>
                  <a:lnTo>
                    <a:pt x="654542" y="1383437"/>
                  </a:lnTo>
                  <a:lnTo>
                    <a:pt x="654535" y="1383442"/>
                  </a:lnTo>
                  <a:lnTo>
                    <a:pt x="654525" y="1383451"/>
                  </a:lnTo>
                  <a:lnTo>
                    <a:pt x="654512" y="1383452"/>
                  </a:lnTo>
                  <a:lnTo>
                    <a:pt x="654499" y="1383454"/>
                  </a:lnTo>
                  <a:lnTo>
                    <a:pt x="654489" y="1383455"/>
                  </a:lnTo>
                  <a:lnTo>
                    <a:pt x="654480" y="1383455"/>
                  </a:lnTo>
                  <a:lnTo>
                    <a:pt x="654471" y="1383456"/>
                  </a:lnTo>
                  <a:lnTo>
                    <a:pt x="654464" y="1383455"/>
                  </a:lnTo>
                  <a:lnTo>
                    <a:pt x="654457" y="1383454"/>
                  </a:lnTo>
                  <a:lnTo>
                    <a:pt x="654428" y="1383449"/>
                  </a:lnTo>
                  <a:lnTo>
                    <a:pt x="654412" y="1383448"/>
                  </a:lnTo>
                  <a:lnTo>
                    <a:pt x="654404" y="1383448"/>
                  </a:lnTo>
                  <a:lnTo>
                    <a:pt x="654394" y="1383449"/>
                  </a:lnTo>
                  <a:lnTo>
                    <a:pt x="654385" y="1383451"/>
                  </a:lnTo>
                  <a:lnTo>
                    <a:pt x="654375" y="1383457"/>
                  </a:lnTo>
                  <a:lnTo>
                    <a:pt x="654366" y="1383463"/>
                  </a:lnTo>
                  <a:lnTo>
                    <a:pt x="654359" y="1383468"/>
                  </a:lnTo>
                  <a:lnTo>
                    <a:pt x="654351" y="1383474"/>
                  </a:lnTo>
                  <a:lnTo>
                    <a:pt x="654346" y="1383478"/>
                  </a:lnTo>
                  <a:lnTo>
                    <a:pt x="654340" y="1383479"/>
                  </a:lnTo>
                  <a:lnTo>
                    <a:pt x="654328" y="1383477"/>
                  </a:lnTo>
                  <a:lnTo>
                    <a:pt x="654319" y="1383474"/>
                  </a:lnTo>
                  <a:lnTo>
                    <a:pt x="654308" y="1383473"/>
                  </a:lnTo>
                  <a:lnTo>
                    <a:pt x="654300" y="1383473"/>
                  </a:lnTo>
                  <a:lnTo>
                    <a:pt x="654288" y="1383456"/>
                  </a:lnTo>
                  <a:lnTo>
                    <a:pt x="654284" y="1383448"/>
                  </a:lnTo>
                  <a:lnTo>
                    <a:pt x="654282" y="1383436"/>
                  </a:lnTo>
                  <a:lnTo>
                    <a:pt x="654281" y="1383427"/>
                  </a:lnTo>
                  <a:lnTo>
                    <a:pt x="654278" y="1383416"/>
                  </a:lnTo>
                  <a:lnTo>
                    <a:pt x="654275" y="1383408"/>
                  </a:lnTo>
                  <a:lnTo>
                    <a:pt x="654270" y="1383397"/>
                  </a:lnTo>
                  <a:lnTo>
                    <a:pt x="654268" y="1383387"/>
                  </a:lnTo>
                  <a:lnTo>
                    <a:pt x="654264" y="1383377"/>
                  </a:lnTo>
                  <a:lnTo>
                    <a:pt x="654257" y="1383370"/>
                  </a:lnTo>
                  <a:lnTo>
                    <a:pt x="654247" y="1383363"/>
                  </a:lnTo>
                  <a:lnTo>
                    <a:pt x="654243" y="1383360"/>
                  </a:lnTo>
                  <a:lnTo>
                    <a:pt x="654233" y="1383353"/>
                  </a:lnTo>
                  <a:lnTo>
                    <a:pt x="654224" y="1383346"/>
                  </a:lnTo>
                  <a:lnTo>
                    <a:pt x="654218" y="1383340"/>
                  </a:lnTo>
                  <a:lnTo>
                    <a:pt x="654214" y="1383335"/>
                  </a:lnTo>
                  <a:lnTo>
                    <a:pt x="654209" y="1383331"/>
                  </a:lnTo>
                  <a:lnTo>
                    <a:pt x="654204" y="1383327"/>
                  </a:lnTo>
                  <a:lnTo>
                    <a:pt x="654198" y="1383324"/>
                  </a:lnTo>
                  <a:lnTo>
                    <a:pt x="654188" y="1383320"/>
                  </a:lnTo>
                  <a:lnTo>
                    <a:pt x="654166" y="1383311"/>
                  </a:lnTo>
                  <a:lnTo>
                    <a:pt x="654158" y="1383306"/>
                  </a:lnTo>
                  <a:lnTo>
                    <a:pt x="654152" y="1383298"/>
                  </a:lnTo>
                  <a:lnTo>
                    <a:pt x="654146" y="1383294"/>
                  </a:lnTo>
                  <a:lnTo>
                    <a:pt x="654133" y="1383287"/>
                  </a:lnTo>
                  <a:lnTo>
                    <a:pt x="654122" y="1383279"/>
                  </a:lnTo>
                  <a:lnTo>
                    <a:pt x="654113" y="1383273"/>
                  </a:lnTo>
                  <a:lnTo>
                    <a:pt x="654106" y="1383268"/>
                  </a:lnTo>
                  <a:lnTo>
                    <a:pt x="654100" y="1383264"/>
                  </a:lnTo>
                  <a:lnTo>
                    <a:pt x="654091" y="1383260"/>
                  </a:lnTo>
                  <a:lnTo>
                    <a:pt x="654080" y="1383256"/>
                  </a:lnTo>
                  <a:lnTo>
                    <a:pt x="654070" y="1383251"/>
                  </a:lnTo>
                  <a:lnTo>
                    <a:pt x="654062" y="1383248"/>
                  </a:lnTo>
                  <a:lnTo>
                    <a:pt x="654057" y="1383244"/>
                  </a:lnTo>
                  <a:lnTo>
                    <a:pt x="654052" y="1383239"/>
                  </a:lnTo>
                  <a:lnTo>
                    <a:pt x="654045" y="1383232"/>
                  </a:lnTo>
                  <a:lnTo>
                    <a:pt x="654039" y="1383230"/>
                  </a:lnTo>
                  <a:lnTo>
                    <a:pt x="654031" y="1383228"/>
                  </a:lnTo>
                  <a:lnTo>
                    <a:pt x="654019" y="1383224"/>
                  </a:lnTo>
                  <a:lnTo>
                    <a:pt x="654007" y="1383218"/>
                  </a:lnTo>
                  <a:lnTo>
                    <a:pt x="653998" y="1383214"/>
                  </a:lnTo>
                  <a:lnTo>
                    <a:pt x="653988" y="1383209"/>
                  </a:lnTo>
                  <a:lnTo>
                    <a:pt x="653976" y="1383202"/>
                  </a:lnTo>
                  <a:lnTo>
                    <a:pt x="653962" y="1383196"/>
                  </a:lnTo>
                  <a:lnTo>
                    <a:pt x="653956" y="1383191"/>
                  </a:lnTo>
                  <a:lnTo>
                    <a:pt x="653950" y="1383183"/>
                  </a:lnTo>
                  <a:lnTo>
                    <a:pt x="653945" y="1383174"/>
                  </a:lnTo>
                  <a:lnTo>
                    <a:pt x="653940" y="1383166"/>
                  </a:lnTo>
                  <a:lnTo>
                    <a:pt x="653935" y="1383158"/>
                  </a:lnTo>
                  <a:lnTo>
                    <a:pt x="653932" y="1383151"/>
                  </a:lnTo>
                  <a:lnTo>
                    <a:pt x="653929" y="1383145"/>
                  </a:lnTo>
                  <a:lnTo>
                    <a:pt x="653925" y="1383134"/>
                  </a:lnTo>
                  <a:lnTo>
                    <a:pt x="653920" y="1383127"/>
                  </a:lnTo>
                  <a:lnTo>
                    <a:pt x="653916" y="1383123"/>
                  </a:lnTo>
                  <a:lnTo>
                    <a:pt x="653898" y="1383110"/>
                  </a:lnTo>
                  <a:lnTo>
                    <a:pt x="653890" y="1383103"/>
                  </a:lnTo>
                  <a:lnTo>
                    <a:pt x="653883" y="1383097"/>
                  </a:lnTo>
                  <a:lnTo>
                    <a:pt x="653874" y="1383093"/>
                  </a:lnTo>
                  <a:lnTo>
                    <a:pt x="653863" y="1383090"/>
                  </a:lnTo>
                  <a:lnTo>
                    <a:pt x="653848" y="1383088"/>
                  </a:lnTo>
                  <a:lnTo>
                    <a:pt x="653836" y="1383087"/>
                  </a:lnTo>
                  <a:lnTo>
                    <a:pt x="653823" y="1383086"/>
                  </a:lnTo>
                  <a:lnTo>
                    <a:pt x="653816" y="1383083"/>
                  </a:lnTo>
                  <a:lnTo>
                    <a:pt x="653804" y="1383081"/>
                  </a:lnTo>
                  <a:lnTo>
                    <a:pt x="653795" y="1383080"/>
                  </a:lnTo>
                  <a:lnTo>
                    <a:pt x="653784" y="1383079"/>
                  </a:lnTo>
                  <a:lnTo>
                    <a:pt x="653771" y="1383080"/>
                  </a:lnTo>
                  <a:lnTo>
                    <a:pt x="653764" y="1383079"/>
                  </a:lnTo>
                  <a:lnTo>
                    <a:pt x="653756" y="1383076"/>
                  </a:lnTo>
                  <a:lnTo>
                    <a:pt x="653751" y="1383069"/>
                  </a:lnTo>
                  <a:lnTo>
                    <a:pt x="653744" y="1383056"/>
                  </a:lnTo>
                  <a:lnTo>
                    <a:pt x="653734" y="1383043"/>
                  </a:lnTo>
                  <a:lnTo>
                    <a:pt x="653730" y="1383038"/>
                  </a:lnTo>
                  <a:lnTo>
                    <a:pt x="653726" y="1383033"/>
                  </a:lnTo>
                  <a:lnTo>
                    <a:pt x="653722" y="1383029"/>
                  </a:lnTo>
                  <a:lnTo>
                    <a:pt x="653717" y="1383025"/>
                  </a:lnTo>
                  <a:lnTo>
                    <a:pt x="653708" y="1383020"/>
                  </a:lnTo>
                  <a:lnTo>
                    <a:pt x="653692" y="1383006"/>
                  </a:lnTo>
                  <a:lnTo>
                    <a:pt x="653689" y="1383001"/>
                  </a:lnTo>
                  <a:lnTo>
                    <a:pt x="653686" y="1382996"/>
                  </a:lnTo>
                  <a:lnTo>
                    <a:pt x="653678" y="1382987"/>
                  </a:lnTo>
                  <a:lnTo>
                    <a:pt x="653668" y="1382974"/>
                  </a:lnTo>
                  <a:lnTo>
                    <a:pt x="653662" y="1382961"/>
                  </a:lnTo>
                  <a:lnTo>
                    <a:pt x="653659" y="1382954"/>
                  </a:lnTo>
                  <a:lnTo>
                    <a:pt x="653656" y="1382943"/>
                  </a:lnTo>
                  <a:lnTo>
                    <a:pt x="653656" y="1382936"/>
                  </a:lnTo>
                  <a:lnTo>
                    <a:pt x="653654" y="1382926"/>
                  </a:lnTo>
                  <a:lnTo>
                    <a:pt x="653651" y="1382909"/>
                  </a:lnTo>
                  <a:lnTo>
                    <a:pt x="653648" y="1382896"/>
                  </a:lnTo>
                  <a:lnTo>
                    <a:pt x="653647" y="1382885"/>
                  </a:lnTo>
                  <a:lnTo>
                    <a:pt x="653647" y="1382877"/>
                  </a:lnTo>
                  <a:lnTo>
                    <a:pt x="653650" y="1382867"/>
                  </a:lnTo>
                  <a:lnTo>
                    <a:pt x="653654" y="1382858"/>
                  </a:lnTo>
                  <a:lnTo>
                    <a:pt x="653660" y="1382839"/>
                  </a:lnTo>
                  <a:lnTo>
                    <a:pt x="653663" y="1382826"/>
                  </a:lnTo>
                  <a:lnTo>
                    <a:pt x="653668" y="1382813"/>
                  </a:lnTo>
                  <a:lnTo>
                    <a:pt x="653669" y="1382806"/>
                  </a:lnTo>
                  <a:lnTo>
                    <a:pt x="653668" y="1382795"/>
                  </a:lnTo>
                  <a:lnTo>
                    <a:pt x="653664" y="1382787"/>
                  </a:lnTo>
                  <a:lnTo>
                    <a:pt x="653658" y="1382776"/>
                  </a:lnTo>
                  <a:lnTo>
                    <a:pt x="653651" y="1382766"/>
                  </a:lnTo>
                  <a:lnTo>
                    <a:pt x="653641" y="1382754"/>
                  </a:lnTo>
                  <a:lnTo>
                    <a:pt x="653638" y="1382749"/>
                  </a:lnTo>
                  <a:lnTo>
                    <a:pt x="653635" y="1382743"/>
                  </a:lnTo>
                  <a:lnTo>
                    <a:pt x="653634" y="1382729"/>
                  </a:lnTo>
                  <a:lnTo>
                    <a:pt x="653635" y="1382713"/>
                  </a:lnTo>
                  <a:lnTo>
                    <a:pt x="653636" y="1382691"/>
                  </a:lnTo>
                  <a:lnTo>
                    <a:pt x="653635" y="1382666"/>
                  </a:lnTo>
                  <a:lnTo>
                    <a:pt x="653635" y="1382630"/>
                  </a:lnTo>
                  <a:lnTo>
                    <a:pt x="653637" y="1382606"/>
                  </a:lnTo>
                  <a:lnTo>
                    <a:pt x="653640" y="1382582"/>
                  </a:lnTo>
                  <a:lnTo>
                    <a:pt x="653641" y="1382573"/>
                  </a:lnTo>
                  <a:lnTo>
                    <a:pt x="653642" y="1382558"/>
                  </a:lnTo>
                  <a:lnTo>
                    <a:pt x="653642" y="1382550"/>
                  </a:lnTo>
                  <a:lnTo>
                    <a:pt x="653642" y="1382543"/>
                  </a:lnTo>
                  <a:lnTo>
                    <a:pt x="653640" y="1382537"/>
                  </a:lnTo>
                  <a:lnTo>
                    <a:pt x="653637" y="1382533"/>
                  </a:lnTo>
                  <a:lnTo>
                    <a:pt x="653628" y="1382530"/>
                  </a:lnTo>
                  <a:lnTo>
                    <a:pt x="653621" y="1382528"/>
                  </a:lnTo>
                  <a:lnTo>
                    <a:pt x="653612" y="1382526"/>
                  </a:lnTo>
                  <a:lnTo>
                    <a:pt x="653604" y="1382524"/>
                  </a:lnTo>
                  <a:lnTo>
                    <a:pt x="653597" y="1382523"/>
                  </a:lnTo>
                  <a:lnTo>
                    <a:pt x="653587" y="1382524"/>
                  </a:lnTo>
                  <a:lnTo>
                    <a:pt x="653576" y="1382527"/>
                  </a:lnTo>
                  <a:lnTo>
                    <a:pt x="653566" y="1382529"/>
                  </a:lnTo>
                  <a:lnTo>
                    <a:pt x="653546" y="1382536"/>
                  </a:lnTo>
                  <a:lnTo>
                    <a:pt x="653529" y="1382543"/>
                  </a:lnTo>
                  <a:lnTo>
                    <a:pt x="653511" y="1382551"/>
                  </a:lnTo>
                  <a:lnTo>
                    <a:pt x="653502" y="1382554"/>
                  </a:lnTo>
                  <a:lnTo>
                    <a:pt x="653496" y="1382554"/>
                  </a:lnTo>
                  <a:lnTo>
                    <a:pt x="653485" y="1382552"/>
                  </a:lnTo>
                  <a:lnTo>
                    <a:pt x="653476" y="1382549"/>
                  </a:lnTo>
                  <a:lnTo>
                    <a:pt x="653469" y="1382546"/>
                  </a:lnTo>
                  <a:lnTo>
                    <a:pt x="653458" y="1382538"/>
                  </a:lnTo>
                  <a:lnTo>
                    <a:pt x="653449" y="1382535"/>
                  </a:lnTo>
                  <a:lnTo>
                    <a:pt x="653435" y="1382531"/>
                  </a:lnTo>
                  <a:lnTo>
                    <a:pt x="653425" y="1382528"/>
                  </a:lnTo>
                  <a:lnTo>
                    <a:pt x="653415" y="1382525"/>
                  </a:lnTo>
                  <a:lnTo>
                    <a:pt x="653406" y="1382523"/>
                  </a:lnTo>
                  <a:lnTo>
                    <a:pt x="653393" y="1382522"/>
                  </a:lnTo>
                  <a:lnTo>
                    <a:pt x="653380" y="1382521"/>
                  </a:lnTo>
                  <a:lnTo>
                    <a:pt x="653354" y="1382518"/>
                  </a:lnTo>
                  <a:lnTo>
                    <a:pt x="653340" y="1382516"/>
                  </a:lnTo>
                  <a:lnTo>
                    <a:pt x="653332" y="1382514"/>
                  </a:lnTo>
                  <a:lnTo>
                    <a:pt x="653318" y="1382511"/>
                  </a:lnTo>
                  <a:lnTo>
                    <a:pt x="653301" y="1382508"/>
                  </a:lnTo>
                  <a:lnTo>
                    <a:pt x="653292" y="1382507"/>
                  </a:lnTo>
                  <a:lnTo>
                    <a:pt x="653283" y="1382506"/>
                  </a:lnTo>
                  <a:lnTo>
                    <a:pt x="653262" y="1382503"/>
                  </a:lnTo>
                  <a:lnTo>
                    <a:pt x="653243" y="1382500"/>
                  </a:lnTo>
                  <a:lnTo>
                    <a:pt x="653230" y="1382496"/>
                  </a:lnTo>
                  <a:lnTo>
                    <a:pt x="653221" y="1382494"/>
                  </a:lnTo>
                  <a:lnTo>
                    <a:pt x="653214" y="1382495"/>
                  </a:lnTo>
                  <a:lnTo>
                    <a:pt x="653207" y="1382497"/>
                  </a:lnTo>
                  <a:lnTo>
                    <a:pt x="653200" y="1382499"/>
                  </a:lnTo>
                  <a:lnTo>
                    <a:pt x="653188" y="1382505"/>
                  </a:lnTo>
                  <a:lnTo>
                    <a:pt x="653179" y="1382510"/>
                  </a:lnTo>
                  <a:lnTo>
                    <a:pt x="653166" y="1382517"/>
                  </a:lnTo>
                  <a:lnTo>
                    <a:pt x="653147" y="1382522"/>
                  </a:lnTo>
                  <a:lnTo>
                    <a:pt x="653133" y="1382521"/>
                  </a:lnTo>
                  <a:lnTo>
                    <a:pt x="653116" y="1382517"/>
                  </a:lnTo>
                  <a:lnTo>
                    <a:pt x="653110" y="1382515"/>
                  </a:lnTo>
                  <a:lnTo>
                    <a:pt x="653102" y="1382512"/>
                  </a:lnTo>
                  <a:lnTo>
                    <a:pt x="653095" y="1382509"/>
                  </a:lnTo>
                  <a:lnTo>
                    <a:pt x="653090" y="1382506"/>
                  </a:lnTo>
                  <a:lnTo>
                    <a:pt x="653080" y="1382501"/>
                  </a:lnTo>
                  <a:lnTo>
                    <a:pt x="653059" y="1382488"/>
                  </a:lnTo>
                  <a:lnTo>
                    <a:pt x="653047" y="1382480"/>
                  </a:lnTo>
                  <a:lnTo>
                    <a:pt x="653043" y="1382476"/>
                  </a:lnTo>
                  <a:lnTo>
                    <a:pt x="653035" y="1382470"/>
                  </a:lnTo>
                  <a:lnTo>
                    <a:pt x="653029" y="1382467"/>
                  </a:lnTo>
                  <a:lnTo>
                    <a:pt x="653024" y="1382462"/>
                  </a:lnTo>
                  <a:lnTo>
                    <a:pt x="653019" y="1382456"/>
                  </a:lnTo>
                  <a:lnTo>
                    <a:pt x="653009" y="1382452"/>
                  </a:lnTo>
                  <a:lnTo>
                    <a:pt x="653002" y="1382448"/>
                  </a:lnTo>
                  <a:lnTo>
                    <a:pt x="652996" y="1382442"/>
                  </a:lnTo>
                  <a:lnTo>
                    <a:pt x="652988" y="1382436"/>
                  </a:lnTo>
                  <a:lnTo>
                    <a:pt x="652975" y="1382428"/>
                  </a:lnTo>
                  <a:lnTo>
                    <a:pt x="652970" y="1382426"/>
                  </a:lnTo>
                  <a:lnTo>
                    <a:pt x="652964" y="1382423"/>
                  </a:lnTo>
                  <a:lnTo>
                    <a:pt x="652958" y="1382420"/>
                  </a:lnTo>
                  <a:lnTo>
                    <a:pt x="652952" y="1382418"/>
                  </a:lnTo>
                  <a:lnTo>
                    <a:pt x="652942" y="1382416"/>
                  </a:lnTo>
                  <a:lnTo>
                    <a:pt x="652928" y="1382414"/>
                  </a:lnTo>
                  <a:lnTo>
                    <a:pt x="652920" y="1382413"/>
                  </a:lnTo>
                  <a:lnTo>
                    <a:pt x="652913" y="1382413"/>
                  </a:lnTo>
                  <a:lnTo>
                    <a:pt x="652908" y="1382413"/>
                  </a:lnTo>
                  <a:lnTo>
                    <a:pt x="652900" y="1382412"/>
                  </a:lnTo>
                  <a:lnTo>
                    <a:pt x="652891" y="1382410"/>
                  </a:lnTo>
                  <a:lnTo>
                    <a:pt x="652881" y="1382407"/>
                  </a:lnTo>
                  <a:lnTo>
                    <a:pt x="652868" y="1382398"/>
                  </a:lnTo>
                  <a:lnTo>
                    <a:pt x="652859" y="1382395"/>
                  </a:lnTo>
                  <a:lnTo>
                    <a:pt x="652853" y="1382395"/>
                  </a:lnTo>
                  <a:lnTo>
                    <a:pt x="652847" y="1382396"/>
                  </a:lnTo>
                  <a:lnTo>
                    <a:pt x="652842" y="1382401"/>
                  </a:lnTo>
                  <a:lnTo>
                    <a:pt x="652838" y="1382405"/>
                  </a:lnTo>
                  <a:lnTo>
                    <a:pt x="652831" y="1382410"/>
                  </a:lnTo>
                  <a:lnTo>
                    <a:pt x="652827" y="1382418"/>
                  </a:lnTo>
                  <a:lnTo>
                    <a:pt x="652823" y="1382425"/>
                  </a:lnTo>
                  <a:lnTo>
                    <a:pt x="652817" y="1382432"/>
                  </a:lnTo>
                  <a:lnTo>
                    <a:pt x="652812" y="1382435"/>
                  </a:lnTo>
                  <a:lnTo>
                    <a:pt x="652800" y="1382441"/>
                  </a:lnTo>
                  <a:lnTo>
                    <a:pt x="652786" y="1382446"/>
                  </a:lnTo>
                  <a:lnTo>
                    <a:pt x="652771" y="1382451"/>
                  </a:lnTo>
                  <a:lnTo>
                    <a:pt x="652763" y="1382454"/>
                  </a:lnTo>
                  <a:lnTo>
                    <a:pt x="652758" y="1382458"/>
                  </a:lnTo>
                  <a:lnTo>
                    <a:pt x="652751" y="1382462"/>
                  </a:lnTo>
                  <a:lnTo>
                    <a:pt x="652743" y="1382466"/>
                  </a:lnTo>
                  <a:lnTo>
                    <a:pt x="652737" y="1382468"/>
                  </a:lnTo>
                  <a:lnTo>
                    <a:pt x="652725" y="1382467"/>
                  </a:lnTo>
                  <a:lnTo>
                    <a:pt x="652713" y="1382462"/>
                  </a:lnTo>
                  <a:lnTo>
                    <a:pt x="652707" y="1382460"/>
                  </a:lnTo>
                  <a:lnTo>
                    <a:pt x="652701" y="1382458"/>
                  </a:lnTo>
                  <a:lnTo>
                    <a:pt x="652689" y="1382455"/>
                  </a:lnTo>
                  <a:lnTo>
                    <a:pt x="652681" y="1382455"/>
                  </a:lnTo>
                  <a:lnTo>
                    <a:pt x="652672" y="1382453"/>
                  </a:lnTo>
                  <a:lnTo>
                    <a:pt x="652662" y="1382451"/>
                  </a:lnTo>
                  <a:lnTo>
                    <a:pt x="652654" y="1382447"/>
                  </a:lnTo>
                  <a:lnTo>
                    <a:pt x="652639" y="1382437"/>
                  </a:lnTo>
                  <a:lnTo>
                    <a:pt x="652630" y="1382430"/>
                  </a:lnTo>
                  <a:lnTo>
                    <a:pt x="652624" y="1382424"/>
                  </a:lnTo>
                  <a:lnTo>
                    <a:pt x="652619" y="1382420"/>
                  </a:lnTo>
                  <a:lnTo>
                    <a:pt x="652612" y="1382417"/>
                  </a:lnTo>
                  <a:lnTo>
                    <a:pt x="652603" y="1382415"/>
                  </a:lnTo>
                  <a:lnTo>
                    <a:pt x="652598" y="1382413"/>
                  </a:lnTo>
                  <a:lnTo>
                    <a:pt x="652590" y="1382409"/>
                  </a:lnTo>
                  <a:lnTo>
                    <a:pt x="652582" y="1382406"/>
                  </a:lnTo>
                  <a:lnTo>
                    <a:pt x="652574" y="1382401"/>
                  </a:lnTo>
                  <a:lnTo>
                    <a:pt x="652561" y="1382395"/>
                  </a:lnTo>
                  <a:lnTo>
                    <a:pt x="652540" y="1382389"/>
                  </a:lnTo>
                  <a:lnTo>
                    <a:pt x="652523" y="1382384"/>
                  </a:lnTo>
                  <a:lnTo>
                    <a:pt x="652516" y="1382384"/>
                  </a:lnTo>
                  <a:lnTo>
                    <a:pt x="652487" y="1382384"/>
                  </a:lnTo>
                  <a:lnTo>
                    <a:pt x="652470" y="1382386"/>
                  </a:lnTo>
                  <a:lnTo>
                    <a:pt x="652456" y="1382385"/>
                  </a:lnTo>
                  <a:lnTo>
                    <a:pt x="652435" y="1382381"/>
                  </a:lnTo>
                  <a:lnTo>
                    <a:pt x="652413" y="1382376"/>
                  </a:lnTo>
                  <a:lnTo>
                    <a:pt x="652391" y="1382369"/>
                  </a:lnTo>
                  <a:lnTo>
                    <a:pt x="652378" y="1382364"/>
                  </a:lnTo>
                  <a:lnTo>
                    <a:pt x="652364" y="1382359"/>
                  </a:lnTo>
                  <a:lnTo>
                    <a:pt x="652343" y="1382350"/>
                  </a:lnTo>
                  <a:lnTo>
                    <a:pt x="652322" y="1382340"/>
                  </a:lnTo>
                  <a:lnTo>
                    <a:pt x="652305" y="1382332"/>
                  </a:lnTo>
                  <a:lnTo>
                    <a:pt x="652280" y="1382320"/>
                  </a:lnTo>
                  <a:lnTo>
                    <a:pt x="652268" y="1382314"/>
                  </a:lnTo>
                  <a:lnTo>
                    <a:pt x="652254" y="1382308"/>
                  </a:lnTo>
                  <a:lnTo>
                    <a:pt x="652236" y="1382298"/>
                  </a:lnTo>
                  <a:lnTo>
                    <a:pt x="652211" y="1382285"/>
                  </a:lnTo>
                  <a:lnTo>
                    <a:pt x="652204" y="1382280"/>
                  </a:lnTo>
                  <a:lnTo>
                    <a:pt x="652197" y="1382277"/>
                  </a:lnTo>
                  <a:lnTo>
                    <a:pt x="652184" y="1382274"/>
                  </a:lnTo>
                  <a:lnTo>
                    <a:pt x="652172" y="1382272"/>
                  </a:lnTo>
                  <a:lnTo>
                    <a:pt x="652165" y="1382271"/>
                  </a:lnTo>
                  <a:lnTo>
                    <a:pt x="652145" y="1382270"/>
                  </a:lnTo>
                  <a:lnTo>
                    <a:pt x="652122" y="1382270"/>
                  </a:lnTo>
                  <a:lnTo>
                    <a:pt x="652110" y="1382271"/>
                  </a:lnTo>
                  <a:lnTo>
                    <a:pt x="652102" y="1382272"/>
                  </a:lnTo>
                  <a:lnTo>
                    <a:pt x="652093" y="1382271"/>
                  </a:lnTo>
                  <a:lnTo>
                    <a:pt x="652079" y="1382268"/>
                  </a:lnTo>
                  <a:lnTo>
                    <a:pt x="652069" y="1382264"/>
                  </a:lnTo>
                  <a:lnTo>
                    <a:pt x="652033" y="1382249"/>
                  </a:lnTo>
                  <a:lnTo>
                    <a:pt x="651993" y="1382230"/>
                  </a:lnTo>
                  <a:lnTo>
                    <a:pt x="651967" y="1382221"/>
                  </a:lnTo>
                  <a:lnTo>
                    <a:pt x="651955" y="1382215"/>
                  </a:lnTo>
                  <a:lnTo>
                    <a:pt x="651941" y="1382205"/>
                  </a:lnTo>
                  <a:lnTo>
                    <a:pt x="651917" y="1382187"/>
                  </a:lnTo>
                  <a:lnTo>
                    <a:pt x="651906" y="1382178"/>
                  </a:lnTo>
                  <a:lnTo>
                    <a:pt x="651898" y="1382173"/>
                  </a:lnTo>
                  <a:lnTo>
                    <a:pt x="651887" y="1382166"/>
                  </a:lnTo>
                  <a:lnTo>
                    <a:pt x="651880" y="1382159"/>
                  </a:lnTo>
                  <a:lnTo>
                    <a:pt x="651875" y="1382156"/>
                  </a:lnTo>
                  <a:lnTo>
                    <a:pt x="651871" y="1382154"/>
                  </a:lnTo>
                  <a:lnTo>
                    <a:pt x="651852" y="1382150"/>
                  </a:lnTo>
                  <a:lnTo>
                    <a:pt x="651846" y="1382148"/>
                  </a:lnTo>
                  <a:lnTo>
                    <a:pt x="651840" y="1382147"/>
                  </a:lnTo>
                  <a:lnTo>
                    <a:pt x="651833" y="1382146"/>
                  </a:lnTo>
                  <a:lnTo>
                    <a:pt x="651826" y="1382146"/>
                  </a:lnTo>
                  <a:lnTo>
                    <a:pt x="651820" y="1382148"/>
                  </a:lnTo>
                  <a:lnTo>
                    <a:pt x="651813" y="1382151"/>
                  </a:lnTo>
                  <a:lnTo>
                    <a:pt x="651805" y="1382155"/>
                  </a:lnTo>
                  <a:lnTo>
                    <a:pt x="651799" y="1382158"/>
                  </a:lnTo>
                  <a:lnTo>
                    <a:pt x="651789" y="1382166"/>
                  </a:lnTo>
                  <a:lnTo>
                    <a:pt x="651777" y="1382178"/>
                  </a:lnTo>
                  <a:lnTo>
                    <a:pt x="651771" y="1382183"/>
                  </a:lnTo>
                  <a:lnTo>
                    <a:pt x="651766" y="1382186"/>
                  </a:lnTo>
                  <a:lnTo>
                    <a:pt x="651761" y="1382189"/>
                  </a:lnTo>
                  <a:lnTo>
                    <a:pt x="651754" y="1382190"/>
                  </a:lnTo>
                  <a:lnTo>
                    <a:pt x="651744" y="1382192"/>
                  </a:lnTo>
                  <a:lnTo>
                    <a:pt x="651739" y="1382192"/>
                  </a:lnTo>
                  <a:lnTo>
                    <a:pt x="651728" y="1382191"/>
                  </a:lnTo>
                  <a:lnTo>
                    <a:pt x="651718" y="1382190"/>
                  </a:lnTo>
                  <a:lnTo>
                    <a:pt x="651712" y="1382187"/>
                  </a:lnTo>
                  <a:lnTo>
                    <a:pt x="651707" y="1382184"/>
                  </a:lnTo>
                  <a:lnTo>
                    <a:pt x="651698" y="1382177"/>
                  </a:lnTo>
                  <a:lnTo>
                    <a:pt x="651693" y="1382173"/>
                  </a:lnTo>
                  <a:lnTo>
                    <a:pt x="651689" y="1382169"/>
                  </a:lnTo>
                  <a:lnTo>
                    <a:pt x="651673" y="1382160"/>
                  </a:lnTo>
                  <a:lnTo>
                    <a:pt x="651652" y="1382148"/>
                  </a:lnTo>
                  <a:lnTo>
                    <a:pt x="651630" y="1382136"/>
                  </a:lnTo>
                  <a:lnTo>
                    <a:pt x="651613" y="1382130"/>
                  </a:lnTo>
                  <a:lnTo>
                    <a:pt x="651604" y="1382127"/>
                  </a:lnTo>
                  <a:lnTo>
                    <a:pt x="651595" y="1382127"/>
                  </a:lnTo>
                  <a:lnTo>
                    <a:pt x="651590" y="1382127"/>
                  </a:lnTo>
                  <a:lnTo>
                    <a:pt x="651583" y="1382128"/>
                  </a:lnTo>
                  <a:lnTo>
                    <a:pt x="651576" y="1382129"/>
                  </a:lnTo>
                  <a:lnTo>
                    <a:pt x="651564" y="1382132"/>
                  </a:lnTo>
                  <a:lnTo>
                    <a:pt x="651549" y="1382137"/>
                  </a:lnTo>
                  <a:lnTo>
                    <a:pt x="651534" y="1382142"/>
                  </a:lnTo>
                  <a:lnTo>
                    <a:pt x="651529" y="1382144"/>
                  </a:lnTo>
                  <a:lnTo>
                    <a:pt x="651522" y="1382146"/>
                  </a:lnTo>
                  <a:lnTo>
                    <a:pt x="651514" y="1382150"/>
                  </a:lnTo>
                  <a:lnTo>
                    <a:pt x="651502" y="1382154"/>
                  </a:lnTo>
                  <a:lnTo>
                    <a:pt x="651495" y="1382156"/>
                  </a:lnTo>
                  <a:lnTo>
                    <a:pt x="651475" y="1382164"/>
                  </a:lnTo>
                  <a:lnTo>
                    <a:pt x="651468" y="1382167"/>
                  </a:lnTo>
                  <a:lnTo>
                    <a:pt x="651462" y="1382171"/>
                  </a:lnTo>
                  <a:lnTo>
                    <a:pt x="651458" y="1382176"/>
                  </a:lnTo>
                  <a:lnTo>
                    <a:pt x="651453" y="1382182"/>
                  </a:lnTo>
                  <a:lnTo>
                    <a:pt x="651447" y="1382191"/>
                  </a:lnTo>
                  <a:lnTo>
                    <a:pt x="651435" y="1382202"/>
                  </a:lnTo>
                  <a:lnTo>
                    <a:pt x="651430" y="1382207"/>
                  </a:lnTo>
                  <a:lnTo>
                    <a:pt x="651422" y="1382213"/>
                  </a:lnTo>
                  <a:lnTo>
                    <a:pt x="651414" y="1382222"/>
                  </a:lnTo>
                  <a:lnTo>
                    <a:pt x="651409" y="1382231"/>
                  </a:lnTo>
                  <a:lnTo>
                    <a:pt x="651406" y="1382240"/>
                  </a:lnTo>
                  <a:lnTo>
                    <a:pt x="651405" y="1382247"/>
                  </a:lnTo>
                  <a:lnTo>
                    <a:pt x="651403" y="1382257"/>
                  </a:lnTo>
                  <a:lnTo>
                    <a:pt x="651400" y="1382268"/>
                  </a:lnTo>
                  <a:lnTo>
                    <a:pt x="651396" y="1382286"/>
                  </a:lnTo>
                  <a:lnTo>
                    <a:pt x="651392" y="1382294"/>
                  </a:lnTo>
                  <a:lnTo>
                    <a:pt x="651386" y="1382302"/>
                  </a:lnTo>
                  <a:lnTo>
                    <a:pt x="651378" y="1382309"/>
                  </a:lnTo>
                  <a:lnTo>
                    <a:pt x="651371" y="1382311"/>
                  </a:lnTo>
                  <a:lnTo>
                    <a:pt x="651363" y="1382312"/>
                  </a:lnTo>
                  <a:lnTo>
                    <a:pt x="651358" y="1382313"/>
                  </a:lnTo>
                  <a:lnTo>
                    <a:pt x="651353" y="1382318"/>
                  </a:lnTo>
                  <a:lnTo>
                    <a:pt x="651340" y="1382330"/>
                  </a:lnTo>
                  <a:lnTo>
                    <a:pt x="651335" y="1382335"/>
                  </a:lnTo>
                  <a:lnTo>
                    <a:pt x="651326" y="1382344"/>
                  </a:lnTo>
                  <a:lnTo>
                    <a:pt x="651319" y="1382354"/>
                  </a:lnTo>
                  <a:lnTo>
                    <a:pt x="651309" y="1382367"/>
                  </a:lnTo>
                  <a:lnTo>
                    <a:pt x="651305" y="1382374"/>
                  </a:lnTo>
                  <a:lnTo>
                    <a:pt x="651298" y="1382382"/>
                  </a:lnTo>
                  <a:lnTo>
                    <a:pt x="651293" y="1382390"/>
                  </a:lnTo>
                  <a:lnTo>
                    <a:pt x="651287" y="1382403"/>
                  </a:lnTo>
                  <a:lnTo>
                    <a:pt x="651283" y="1382410"/>
                  </a:lnTo>
                  <a:lnTo>
                    <a:pt x="651279" y="1382415"/>
                  </a:lnTo>
                  <a:lnTo>
                    <a:pt x="651271" y="1382421"/>
                  </a:lnTo>
                  <a:lnTo>
                    <a:pt x="651263" y="1382427"/>
                  </a:lnTo>
                  <a:lnTo>
                    <a:pt x="651255" y="1382433"/>
                  </a:lnTo>
                  <a:lnTo>
                    <a:pt x="651241" y="1382443"/>
                  </a:lnTo>
                  <a:lnTo>
                    <a:pt x="651216" y="1382461"/>
                  </a:lnTo>
                  <a:lnTo>
                    <a:pt x="651208" y="1382466"/>
                  </a:lnTo>
                  <a:lnTo>
                    <a:pt x="651199" y="1382471"/>
                  </a:lnTo>
                  <a:lnTo>
                    <a:pt x="651194" y="1382472"/>
                  </a:lnTo>
                  <a:lnTo>
                    <a:pt x="651187" y="1382472"/>
                  </a:lnTo>
                  <a:lnTo>
                    <a:pt x="651178" y="1382473"/>
                  </a:lnTo>
                  <a:lnTo>
                    <a:pt x="651172" y="1382475"/>
                  </a:lnTo>
                  <a:lnTo>
                    <a:pt x="651159" y="1382480"/>
                  </a:lnTo>
                  <a:lnTo>
                    <a:pt x="651148" y="1382489"/>
                  </a:lnTo>
                  <a:lnTo>
                    <a:pt x="651140" y="1382498"/>
                  </a:lnTo>
                  <a:lnTo>
                    <a:pt x="651130" y="1382508"/>
                  </a:lnTo>
                  <a:lnTo>
                    <a:pt x="651114" y="1382524"/>
                  </a:lnTo>
                  <a:lnTo>
                    <a:pt x="651105" y="1382531"/>
                  </a:lnTo>
                  <a:lnTo>
                    <a:pt x="651099" y="1382536"/>
                  </a:lnTo>
                  <a:lnTo>
                    <a:pt x="651094" y="1382540"/>
                  </a:lnTo>
                  <a:lnTo>
                    <a:pt x="651085" y="1382546"/>
                  </a:lnTo>
                  <a:lnTo>
                    <a:pt x="651075" y="1382550"/>
                  </a:lnTo>
                  <a:lnTo>
                    <a:pt x="651068" y="1382550"/>
                  </a:lnTo>
                  <a:lnTo>
                    <a:pt x="651056" y="1382550"/>
                  </a:lnTo>
                  <a:lnTo>
                    <a:pt x="651051" y="1382549"/>
                  </a:lnTo>
                  <a:lnTo>
                    <a:pt x="651045" y="1382545"/>
                  </a:lnTo>
                  <a:lnTo>
                    <a:pt x="651037" y="1382540"/>
                  </a:lnTo>
                  <a:lnTo>
                    <a:pt x="651032" y="1382538"/>
                  </a:lnTo>
                  <a:lnTo>
                    <a:pt x="651019" y="1382532"/>
                  </a:lnTo>
                  <a:lnTo>
                    <a:pt x="651006" y="1382526"/>
                  </a:lnTo>
                  <a:lnTo>
                    <a:pt x="651001" y="1382525"/>
                  </a:lnTo>
                  <a:lnTo>
                    <a:pt x="650995" y="1382525"/>
                  </a:lnTo>
                  <a:lnTo>
                    <a:pt x="650989" y="1382526"/>
                  </a:lnTo>
                  <a:lnTo>
                    <a:pt x="650978" y="1382529"/>
                  </a:lnTo>
                  <a:lnTo>
                    <a:pt x="650973" y="1382529"/>
                  </a:lnTo>
                  <a:lnTo>
                    <a:pt x="650963" y="1382528"/>
                  </a:lnTo>
                  <a:lnTo>
                    <a:pt x="650947" y="1382525"/>
                  </a:lnTo>
                  <a:lnTo>
                    <a:pt x="650927" y="1382521"/>
                  </a:lnTo>
                  <a:lnTo>
                    <a:pt x="650919" y="1382522"/>
                  </a:lnTo>
                  <a:lnTo>
                    <a:pt x="650913" y="1382525"/>
                  </a:lnTo>
                  <a:lnTo>
                    <a:pt x="650883" y="1382541"/>
                  </a:lnTo>
                  <a:lnTo>
                    <a:pt x="650860" y="1382554"/>
                  </a:lnTo>
                  <a:lnTo>
                    <a:pt x="650843" y="1382562"/>
                  </a:lnTo>
                  <a:lnTo>
                    <a:pt x="650835" y="1382566"/>
                  </a:lnTo>
                  <a:lnTo>
                    <a:pt x="650826" y="1382570"/>
                  </a:lnTo>
                  <a:lnTo>
                    <a:pt x="650800" y="1382576"/>
                  </a:lnTo>
                  <a:lnTo>
                    <a:pt x="650788" y="1382579"/>
                  </a:lnTo>
                  <a:lnTo>
                    <a:pt x="650781" y="1382580"/>
                  </a:lnTo>
                  <a:lnTo>
                    <a:pt x="650773" y="1382583"/>
                  </a:lnTo>
                  <a:lnTo>
                    <a:pt x="650749" y="1382596"/>
                  </a:lnTo>
                  <a:lnTo>
                    <a:pt x="650718" y="1382611"/>
                  </a:lnTo>
                  <a:lnTo>
                    <a:pt x="650677" y="1382637"/>
                  </a:lnTo>
                  <a:lnTo>
                    <a:pt x="650657" y="1382649"/>
                  </a:lnTo>
                  <a:lnTo>
                    <a:pt x="650650" y="1382653"/>
                  </a:lnTo>
                  <a:lnTo>
                    <a:pt x="650634" y="1382658"/>
                  </a:lnTo>
                  <a:lnTo>
                    <a:pt x="650610" y="1382666"/>
                  </a:lnTo>
                  <a:lnTo>
                    <a:pt x="650596" y="1382673"/>
                  </a:lnTo>
                  <a:lnTo>
                    <a:pt x="650575" y="1382688"/>
                  </a:lnTo>
                  <a:lnTo>
                    <a:pt x="650555" y="1382703"/>
                  </a:lnTo>
                  <a:lnTo>
                    <a:pt x="650550" y="1382707"/>
                  </a:lnTo>
                  <a:lnTo>
                    <a:pt x="650542" y="1382716"/>
                  </a:lnTo>
                  <a:lnTo>
                    <a:pt x="650535" y="1382726"/>
                  </a:lnTo>
                  <a:lnTo>
                    <a:pt x="650519" y="1382765"/>
                  </a:lnTo>
                  <a:lnTo>
                    <a:pt x="650503" y="1382805"/>
                  </a:lnTo>
                  <a:lnTo>
                    <a:pt x="650494" y="1382825"/>
                  </a:lnTo>
                  <a:lnTo>
                    <a:pt x="650491" y="1382833"/>
                  </a:lnTo>
                  <a:lnTo>
                    <a:pt x="650489" y="1382843"/>
                  </a:lnTo>
                  <a:lnTo>
                    <a:pt x="650487" y="1382853"/>
                  </a:lnTo>
                  <a:lnTo>
                    <a:pt x="650487" y="1382870"/>
                  </a:lnTo>
                  <a:lnTo>
                    <a:pt x="650485" y="1382887"/>
                  </a:lnTo>
                  <a:lnTo>
                    <a:pt x="650485" y="1382894"/>
                  </a:lnTo>
                  <a:lnTo>
                    <a:pt x="650483" y="1382904"/>
                  </a:lnTo>
                  <a:lnTo>
                    <a:pt x="650480" y="1382914"/>
                  </a:lnTo>
                  <a:lnTo>
                    <a:pt x="650472" y="1382935"/>
                  </a:lnTo>
                  <a:lnTo>
                    <a:pt x="650463" y="1382951"/>
                  </a:lnTo>
                  <a:lnTo>
                    <a:pt x="650448" y="1382980"/>
                  </a:lnTo>
                  <a:lnTo>
                    <a:pt x="650438" y="1383001"/>
                  </a:lnTo>
                  <a:lnTo>
                    <a:pt x="650436" y="1383007"/>
                  </a:lnTo>
                  <a:lnTo>
                    <a:pt x="650434" y="1383013"/>
                  </a:lnTo>
                  <a:lnTo>
                    <a:pt x="650432" y="1383057"/>
                  </a:lnTo>
                  <a:lnTo>
                    <a:pt x="650431" y="1383067"/>
                  </a:lnTo>
                  <a:lnTo>
                    <a:pt x="650427" y="1383076"/>
                  </a:lnTo>
                  <a:lnTo>
                    <a:pt x="650421" y="1383084"/>
                  </a:lnTo>
                  <a:lnTo>
                    <a:pt x="650403" y="1383102"/>
                  </a:lnTo>
                  <a:lnTo>
                    <a:pt x="650393" y="1383111"/>
                  </a:lnTo>
                  <a:lnTo>
                    <a:pt x="650384" y="1383117"/>
                  </a:lnTo>
                  <a:lnTo>
                    <a:pt x="650371" y="1383121"/>
                  </a:lnTo>
                  <a:lnTo>
                    <a:pt x="650359" y="1383124"/>
                  </a:lnTo>
                  <a:lnTo>
                    <a:pt x="650348" y="1383129"/>
                  </a:lnTo>
                  <a:lnTo>
                    <a:pt x="650337" y="1383135"/>
                  </a:lnTo>
                  <a:lnTo>
                    <a:pt x="650333" y="1383138"/>
                  </a:lnTo>
                  <a:lnTo>
                    <a:pt x="650325" y="1383148"/>
                  </a:lnTo>
                  <a:lnTo>
                    <a:pt x="650315" y="1383161"/>
                  </a:lnTo>
                  <a:lnTo>
                    <a:pt x="650303" y="1383176"/>
                  </a:lnTo>
                  <a:lnTo>
                    <a:pt x="650292" y="1383191"/>
                  </a:lnTo>
                  <a:lnTo>
                    <a:pt x="650272" y="1383213"/>
                  </a:lnTo>
                  <a:lnTo>
                    <a:pt x="650261" y="1383225"/>
                  </a:lnTo>
                  <a:lnTo>
                    <a:pt x="650251" y="1383233"/>
                  </a:lnTo>
                  <a:lnTo>
                    <a:pt x="650240" y="1383244"/>
                  </a:lnTo>
                  <a:lnTo>
                    <a:pt x="650226" y="1383259"/>
                  </a:lnTo>
                  <a:lnTo>
                    <a:pt x="650216" y="1383272"/>
                  </a:lnTo>
                  <a:lnTo>
                    <a:pt x="650201" y="1383290"/>
                  </a:lnTo>
                  <a:lnTo>
                    <a:pt x="650186" y="1383308"/>
                  </a:lnTo>
                  <a:lnTo>
                    <a:pt x="650174" y="1383322"/>
                  </a:lnTo>
                  <a:lnTo>
                    <a:pt x="650159" y="1383340"/>
                  </a:lnTo>
                  <a:lnTo>
                    <a:pt x="650134" y="1383367"/>
                  </a:lnTo>
                  <a:lnTo>
                    <a:pt x="650113" y="1383392"/>
                  </a:lnTo>
                  <a:lnTo>
                    <a:pt x="650098" y="1383409"/>
                  </a:lnTo>
                  <a:lnTo>
                    <a:pt x="650083" y="1383432"/>
                  </a:lnTo>
                  <a:lnTo>
                    <a:pt x="650074" y="1383445"/>
                  </a:lnTo>
                  <a:lnTo>
                    <a:pt x="650064" y="1383462"/>
                  </a:lnTo>
                  <a:lnTo>
                    <a:pt x="650059" y="1383477"/>
                  </a:lnTo>
                  <a:lnTo>
                    <a:pt x="650056" y="1383495"/>
                  </a:lnTo>
                  <a:lnTo>
                    <a:pt x="650051" y="1383525"/>
                  </a:lnTo>
                  <a:lnTo>
                    <a:pt x="650047" y="1383551"/>
                  </a:lnTo>
                  <a:lnTo>
                    <a:pt x="650038" y="1383597"/>
                  </a:lnTo>
                  <a:lnTo>
                    <a:pt x="650033" y="1383617"/>
                  </a:lnTo>
                  <a:lnTo>
                    <a:pt x="650022" y="1383644"/>
                  </a:lnTo>
                  <a:lnTo>
                    <a:pt x="650019" y="1383652"/>
                  </a:lnTo>
                  <a:lnTo>
                    <a:pt x="650016" y="1383660"/>
                  </a:lnTo>
                  <a:lnTo>
                    <a:pt x="650011" y="1383670"/>
                  </a:lnTo>
                  <a:lnTo>
                    <a:pt x="650007" y="1383676"/>
                  </a:lnTo>
                  <a:lnTo>
                    <a:pt x="650001" y="1383683"/>
                  </a:lnTo>
                  <a:lnTo>
                    <a:pt x="649996" y="1383689"/>
                  </a:lnTo>
                  <a:lnTo>
                    <a:pt x="649990" y="1383695"/>
                  </a:lnTo>
                  <a:lnTo>
                    <a:pt x="649986" y="1383699"/>
                  </a:lnTo>
                  <a:lnTo>
                    <a:pt x="649980" y="1383709"/>
                  </a:lnTo>
                  <a:lnTo>
                    <a:pt x="649976" y="1383717"/>
                  </a:lnTo>
                  <a:lnTo>
                    <a:pt x="649971" y="1383723"/>
                  </a:lnTo>
                  <a:lnTo>
                    <a:pt x="649967" y="1383731"/>
                  </a:lnTo>
                  <a:lnTo>
                    <a:pt x="649965" y="1383738"/>
                  </a:lnTo>
                  <a:lnTo>
                    <a:pt x="649962" y="1383748"/>
                  </a:lnTo>
                  <a:lnTo>
                    <a:pt x="649958" y="1383755"/>
                  </a:lnTo>
                  <a:lnTo>
                    <a:pt x="649954" y="1383764"/>
                  </a:lnTo>
                  <a:lnTo>
                    <a:pt x="649947" y="1383771"/>
                  </a:lnTo>
                  <a:lnTo>
                    <a:pt x="649942" y="1383776"/>
                  </a:lnTo>
                  <a:lnTo>
                    <a:pt x="649938" y="1383784"/>
                  </a:lnTo>
                  <a:lnTo>
                    <a:pt x="649934" y="1383792"/>
                  </a:lnTo>
                  <a:lnTo>
                    <a:pt x="649933" y="1383800"/>
                  </a:lnTo>
                  <a:lnTo>
                    <a:pt x="649932" y="1383805"/>
                  </a:lnTo>
                  <a:lnTo>
                    <a:pt x="649933" y="1383813"/>
                  </a:lnTo>
                  <a:lnTo>
                    <a:pt x="649929" y="1383818"/>
                  </a:lnTo>
                  <a:lnTo>
                    <a:pt x="649916" y="1383808"/>
                  </a:lnTo>
                  <a:lnTo>
                    <a:pt x="649906" y="1383798"/>
                  </a:lnTo>
                  <a:lnTo>
                    <a:pt x="649894" y="1383781"/>
                  </a:lnTo>
                  <a:lnTo>
                    <a:pt x="649887" y="1383772"/>
                  </a:lnTo>
                  <a:lnTo>
                    <a:pt x="649881" y="1383761"/>
                  </a:lnTo>
                  <a:lnTo>
                    <a:pt x="649877" y="1383753"/>
                  </a:lnTo>
                  <a:lnTo>
                    <a:pt x="649870" y="1383739"/>
                  </a:lnTo>
                  <a:lnTo>
                    <a:pt x="649859" y="1383715"/>
                  </a:lnTo>
                  <a:lnTo>
                    <a:pt x="649854" y="1383701"/>
                  </a:lnTo>
                  <a:lnTo>
                    <a:pt x="649849" y="1383686"/>
                  </a:lnTo>
                  <a:lnTo>
                    <a:pt x="649845" y="1383670"/>
                  </a:lnTo>
                  <a:lnTo>
                    <a:pt x="649844" y="1383661"/>
                  </a:lnTo>
                  <a:lnTo>
                    <a:pt x="649839" y="1383655"/>
                  </a:lnTo>
                  <a:lnTo>
                    <a:pt x="649831" y="1383652"/>
                  </a:lnTo>
                  <a:lnTo>
                    <a:pt x="649823" y="1383652"/>
                  </a:lnTo>
                  <a:lnTo>
                    <a:pt x="649785" y="1383660"/>
                  </a:lnTo>
                  <a:lnTo>
                    <a:pt x="649741" y="1383669"/>
                  </a:lnTo>
                  <a:lnTo>
                    <a:pt x="649732" y="1383670"/>
                  </a:lnTo>
                  <a:lnTo>
                    <a:pt x="649715" y="1383672"/>
                  </a:lnTo>
                  <a:lnTo>
                    <a:pt x="649708" y="1383672"/>
                  </a:lnTo>
                  <a:lnTo>
                    <a:pt x="649684" y="1383674"/>
                  </a:lnTo>
                  <a:lnTo>
                    <a:pt x="649673" y="1383676"/>
                  </a:lnTo>
                  <a:lnTo>
                    <a:pt x="649668" y="1383675"/>
                  </a:lnTo>
                  <a:lnTo>
                    <a:pt x="649664" y="1383672"/>
                  </a:lnTo>
                  <a:lnTo>
                    <a:pt x="649653" y="1383656"/>
                  </a:lnTo>
                  <a:lnTo>
                    <a:pt x="649647" y="1383646"/>
                  </a:lnTo>
                  <a:lnTo>
                    <a:pt x="649637" y="1383634"/>
                  </a:lnTo>
                  <a:lnTo>
                    <a:pt x="649627" y="1383626"/>
                  </a:lnTo>
                  <a:lnTo>
                    <a:pt x="649616" y="1383617"/>
                  </a:lnTo>
                  <a:lnTo>
                    <a:pt x="649607" y="1383613"/>
                  </a:lnTo>
                  <a:lnTo>
                    <a:pt x="649597" y="1383610"/>
                  </a:lnTo>
                  <a:lnTo>
                    <a:pt x="649579" y="1383609"/>
                  </a:lnTo>
                  <a:lnTo>
                    <a:pt x="649553" y="1383610"/>
                  </a:lnTo>
                  <a:lnTo>
                    <a:pt x="649525" y="1383610"/>
                  </a:lnTo>
                  <a:lnTo>
                    <a:pt x="649500" y="1383610"/>
                  </a:lnTo>
                  <a:lnTo>
                    <a:pt x="649494" y="1383610"/>
                  </a:lnTo>
                  <a:lnTo>
                    <a:pt x="649489" y="1383609"/>
                  </a:lnTo>
                  <a:lnTo>
                    <a:pt x="649484" y="1383609"/>
                  </a:lnTo>
                  <a:lnTo>
                    <a:pt x="649476" y="1383611"/>
                  </a:lnTo>
                  <a:lnTo>
                    <a:pt x="649466" y="1383616"/>
                  </a:lnTo>
                  <a:lnTo>
                    <a:pt x="649455" y="1383622"/>
                  </a:lnTo>
                  <a:lnTo>
                    <a:pt x="649439" y="1383629"/>
                  </a:lnTo>
                  <a:lnTo>
                    <a:pt x="649425" y="1383636"/>
                  </a:lnTo>
                  <a:lnTo>
                    <a:pt x="649416" y="1383639"/>
                  </a:lnTo>
                  <a:lnTo>
                    <a:pt x="649403" y="1383642"/>
                  </a:lnTo>
                  <a:lnTo>
                    <a:pt x="649384" y="1383646"/>
                  </a:lnTo>
                  <a:lnTo>
                    <a:pt x="649370" y="1383651"/>
                  </a:lnTo>
                  <a:lnTo>
                    <a:pt x="649359" y="1383656"/>
                  </a:lnTo>
                  <a:lnTo>
                    <a:pt x="649351" y="1383659"/>
                  </a:lnTo>
                  <a:lnTo>
                    <a:pt x="649334" y="1383661"/>
                  </a:lnTo>
                  <a:lnTo>
                    <a:pt x="649322" y="1383662"/>
                  </a:lnTo>
                  <a:lnTo>
                    <a:pt x="649292" y="1383667"/>
                  </a:lnTo>
                  <a:lnTo>
                    <a:pt x="649252" y="1383670"/>
                  </a:lnTo>
                  <a:lnTo>
                    <a:pt x="649230" y="1383671"/>
                  </a:lnTo>
                  <a:lnTo>
                    <a:pt x="649203" y="1383671"/>
                  </a:lnTo>
                  <a:lnTo>
                    <a:pt x="649198" y="1383671"/>
                  </a:lnTo>
                  <a:lnTo>
                    <a:pt x="649187" y="1383672"/>
                  </a:lnTo>
                  <a:lnTo>
                    <a:pt x="649182" y="1383674"/>
                  </a:lnTo>
                  <a:lnTo>
                    <a:pt x="649172" y="1383678"/>
                  </a:lnTo>
                  <a:lnTo>
                    <a:pt x="649151" y="1383687"/>
                  </a:lnTo>
                  <a:lnTo>
                    <a:pt x="649142" y="1383692"/>
                  </a:lnTo>
                  <a:lnTo>
                    <a:pt x="649132" y="1383695"/>
                  </a:lnTo>
                  <a:lnTo>
                    <a:pt x="649123" y="1383697"/>
                  </a:lnTo>
                  <a:lnTo>
                    <a:pt x="649103" y="1383698"/>
                  </a:lnTo>
                  <a:lnTo>
                    <a:pt x="649075" y="1383696"/>
                  </a:lnTo>
                  <a:lnTo>
                    <a:pt x="649063" y="1383694"/>
                  </a:lnTo>
                  <a:lnTo>
                    <a:pt x="649058" y="1383693"/>
                  </a:lnTo>
                  <a:lnTo>
                    <a:pt x="649051" y="1383693"/>
                  </a:lnTo>
                  <a:lnTo>
                    <a:pt x="649046" y="1383692"/>
                  </a:lnTo>
                  <a:lnTo>
                    <a:pt x="649034" y="1383692"/>
                  </a:lnTo>
                  <a:lnTo>
                    <a:pt x="649024" y="1383693"/>
                  </a:lnTo>
                  <a:lnTo>
                    <a:pt x="649014" y="1383697"/>
                  </a:lnTo>
                  <a:lnTo>
                    <a:pt x="649007" y="1383700"/>
                  </a:lnTo>
                  <a:lnTo>
                    <a:pt x="648989" y="1383708"/>
                  </a:lnTo>
                  <a:lnTo>
                    <a:pt x="648973" y="1383714"/>
                  </a:lnTo>
                  <a:lnTo>
                    <a:pt x="648963" y="1383716"/>
                  </a:lnTo>
                  <a:lnTo>
                    <a:pt x="648951" y="1383717"/>
                  </a:lnTo>
                  <a:lnTo>
                    <a:pt x="648942" y="1383717"/>
                  </a:lnTo>
                  <a:lnTo>
                    <a:pt x="648933" y="1383715"/>
                  </a:lnTo>
                  <a:lnTo>
                    <a:pt x="648926" y="1383711"/>
                  </a:lnTo>
                  <a:lnTo>
                    <a:pt x="648918" y="1383706"/>
                  </a:lnTo>
                  <a:lnTo>
                    <a:pt x="648909" y="1383700"/>
                  </a:lnTo>
                  <a:lnTo>
                    <a:pt x="648897" y="1383693"/>
                  </a:lnTo>
                  <a:lnTo>
                    <a:pt x="648884" y="1383687"/>
                  </a:lnTo>
                  <a:lnTo>
                    <a:pt x="648875" y="1383683"/>
                  </a:lnTo>
                  <a:lnTo>
                    <a:pt x="648870" y="1383681"/>
                  </a:lnTo>
                  <a:lnTo>
                    <a:pt x="648847" y="1383672"/>
                  </a:lnTo>
                  <a:lnTo>
                    <a:pt x="648839" y="1383668"/>
                  </a:lnTo>
                  <a:lnTo>
                    <a:pt x="648832" y="1383666"/>
                  </a:lnTo>
                  <a:lnTo>
                    <a:pt x="648827" y="1383665"/>
                  </a:lnTo>
                  <a:lnTo>
                    <a:pt x="648820" y="1383667"/>
                  </a:lnTo>
                  <a:lnTo>
                    <a:pt x="648802" y="1383671"/>
                  </a:lnTo>
                  <a:lnTo>
                    <a:pt x="648784" y="1383677"/>
                  </a:lnTo>
                  <a:lnTo>
                    <a:pt x="648768" y="1383681"/>
                  </a:lnTo>
                  <a:lnTo>
                    <a:pt x="648756" y="1383681"/>
                  </a:lnTo>
                  <a:lnTo>
                    <a:pt x="648749" y="1383683"/>
                  </a:lnTo>
                  <a:lnTo>
                    <a:pt x="648742" y="1383684"/>
                  </a:lnTo>
                  <a:lnTo>
                    <a:pt x="648738" y="1383684"/>
                  </a:lnTo>
                  <a:lnTo>
                    <a:pt x="648730" y="1383681"/>
                  </a:lnTo>
                  <a:lnTo>
                    <a:pt x="648722" y="1383678"/>
                  </a:lnTo>
                  <a:lnTo>
                    <a:pt x="648713" y="1383675"/>
                  </a:lnTo>
                  <a:lnTo>
                    <a:pt x="648706" y="1383673"/>
                  </a:lnTo>
                  <a:lnTo>
                    <a:pt x="648697" y="1383672"/>
                  </a:lnTo>
                  <a:lnTo>
                    <a:pt x="648689" y="1383675"/>
                  </a:lnTo>
                  <a:lnTo>
                    <a:pt x="648682" y="1383677"/>
                  </a:lnTo>
                  <a:lnTo>
                    <a:pt x="648677" y="1383681"/>
                  </a:lnTo>
                  <a:lnTo>
                    <a:pt x="648671" y="1383681"/>
                  </a:lnTo>
                  <a:lnTo>
                    <a:pt x="648665" y="1383680"/>
                  </a:lnTo>
                  <a:lnTo>
                    <a:pt x="648659" y="1383680"/>
                  </a:lnTo>
                  <a:lnTo>
                    <a:pt x="648649" y="1383681"/>
                  </a:lnTo>
                  <a:lnTo>
                    <a:pt x="648641" y="1383680"/>
                  </a:lnTo>
                  <a:lnTo>
                    <a:pt x="648633" y="1383678"/>
                  </a:lnTo>
                  <a:lnTo>
                    <a:pt x="648624" y="1383677"/>
                  </a:lnTo>
                  <a:lnTo>
                    <a:pt x="648615" y="1383677"/>
                  </a:lnTo>
                  <a:lnTo>
                    <a:pt x="648607" y="1383679"/>
                  </a:lnTo>
                  <a:lnTo>
                    <a:pt x="648603" y="1383681"/>
                  </a:lnTo>
                  <a:lnTo>
                    <a:pt x="648598" y="1383684"/>
                  </a:lnTo>
                  <a:lnTo>
                    <a:pt x="648591" y="1383690"/>
                  </a:lnTo>
                  <a:lnTo>
                    <a:pt x="648586" y="1383697"/>
                  </a:lnTo>
                  <a:lnTo>
                    <a:pt x="648583" y="1383704"/>
                  </a:lnTo>
                  <a:lnTo>
                    <a:pt x="648583" y="1383714"/>
                  </a:lnTo>
                  <a:lnTo>
                    <a:pt x="648585" y="1383723"/>
                  </a:lnTo>
                  <a:lnTo>
                    <a:pt x="648575" y="1383725"/>
                  </a:lnTo>
                  <a:lnTo>
                    <a:pt x="648567" y="1383726"/>
                  </a:lnTo>
                  <a:lnTo>
                    <a:pt x="648558" y="1383728"/>
                  </a:lnTo>
                  <a:lnTo>
                    <a:pt x="648550" y="1383731"/>
                  </a:lnTo>
                  <a:lnTo>
                    <a:pt x="648545" y="1383734"/>
                  </a:lnTo>
                  <a:lnTo>
                    <a:pt x="648539" y="1383740"/>
                  </a:lnTo>
                  <a:lnTo>
                    <a:pt x="648535" y="1383744"/>
                  </a:lnTo>
                  <a:lnTo>
                    <a:pt x="648531" y="1383749"/>
                  </a:lnTo>
                  <a:lnTo>
                    <a:pt x="648524" y="1383754"/>
                  </a:lnTo>
                  <a:lnTo>
                    <a:pt x="648515" y="1383760"/>
                  </a:lnTo>
                  <a:lnTo>
                    <a:pt x="648508" y="1383764"/>
                  </a:lnTo>
                  <a:lnTo>
                    <a:pt x="648500" y="1383767"/>
                  </a:lnTo>
                  <a:lnTo>
                    <a:pt x="648494" y="1383769"/>
                  </a:lnTo>
                  <a:lnTo>
                    <a:pt x="648472" y="1383774"/>
                  </a:lnTo>
                  <a:lnTo>
                    <a:pt x="648431" y="1383779"/>
                  </a:lnTo>
                  <a:lnTo>
                    <a:pt x="648402" y="1383783"/>
                  </a:lnTo>
                  <a:lnTo>
                    <a:pt x="648384" y="1383785"/>
                  </a:lnTo>
                  <a:lnTo>
                    <a:pt x="648372" y="1383786"/>
                  </a:lnTo>
                  <a:lnTo>
                    <a:pt x="648358" y="1383785"/>
                  </a:lnTo>
                  <a:lnTo>
                    <a:pt x="648326" y="1383781"/>
                  </a:lnTo>
                  <a:lnTo>
                    <a:pt x="648277" y="1383774"/>
                  </a:lnTo>
                  <a:lnTo>
                    <a:pt x="648260" y="1383773"/>
                  </a:lnTo>
                  <a:lnTo>
                    <a:pt x="648252" y="1383773"/>
                  </a:lnTo>
                  <a:lnTo>
                    <a:pt x="648240" y="1383772"/>
                  </a:lnTo>
                  <a:lnTo>
                    <a:pt x="648221" y="1383772"/>
                  </a:lnTo>
                  <a:lnTo>
                    <a:pt x="648200" y="1383772"/>
                  </a:lnTo>
                  <a:lnTo>
                    <a:pt x="648185" y="1383771"/>
                  </a:lnTo>
                  <a:lnTo>
                    <a:pt x="648178" y="1383770"/>
                  </a:lnTo>
                  <a:lnTo>
                    <a:pt x="648170" y="1383769"/>
                  </a:lnTo>
                  <a:lnTo>
                    <a:pt x="648162" y="1383768"/>
                  </a:lnTo>
                  <a:lnTo>
                    <a:pt x="648145" y="1383765"/>
                  </a:lnTo>
                  <a:lnTo>
                    <a:pt x="648139" y="1383763"/>
                  </a:lnTo>
                  <a:lnTo>
                    <a:pt x="648132" y="1383761"/>
                  </a:lnTo>
                  <a:lnTo>
                    <a:pt x="648118" y="1383757"/>
                  </a:lnTo>
                  <a:lnTo>
                    <a:pt x="648091" y="1383748"/>
                  </a:lnTo>
                  <a:lnTo>
                    <a:pt x="648084" y="1383745"/>
                  </a:lnTo>
                  <a:lnTo>
                    <a:pt x="648068" y="1383733"/>
                  </a:lnTo>
                  <a:lnTo>
                    <a:pt x="648056" y="1383725"/>
                  </a:lnTo>
                  <a:lnTo>
                    <a:pt x="648045" y="1383716"/>
                  </a:lnTo>
                  <a:lnTo>
                    <a:pt x="648035" y="1383708"/>
                  </a:lnTo>
                  <a:lnTo>
                    <a:pt x="648024" y="1383701"/>
                  </a:lnTo>
                  <a:lnTo>
                    <a:pt x="648008" y="1383692"/>
                  </a:lnTo>
                  <a:lnTo>
                    <a:pt x="647998" y="1383686"/>
                  </a:lnTo>
                  <a:lnTo>
                    <a:pt x="647988" y="1383678"/>
                  </a:lnTo>
                  <a:lnTo>
                    <a:pt x="647982" y="1383674"/>
                  </a:lnTo>
                  <a:lnTo>
                    <a:pt x="647973" y="1383670"/>
                  </a:lnTo>
                  <a:lnTo>
                    <a:pt x="647962" y="1383665"/>
                  </a:lnTo>
                  <a:lnTo>
                    <a:pt x="647954" y="1383660"/>
                  </a:lnTo>
                  <a:lnTo>
                    <a:pt x="647945" y="1383654"/>
                  </a:lnTo>
                  <a:lnTo>
                    <a:pt x="647938" y="1383649"/>
                  </a:lnTo>
                  <a:lnTo>
                    <a:pt x="647931" y="1383646"/>
                  </a:lnTo>
                  <a:lnTo>
                    <a:pt x="647923" y="1383641"/>
                  </a:lnTo>
                  <a:lnTo>
                    <a:pt x="647915" y="1383637"/>
                  </a:lnTo>
                  <a:lnTo>
                    <a:pt x="647908" y="1383634"/>
                  </a:lnTo>
                  <a:lnTo>
                    <a:pt x="647903" y="1383635"/>
                  </a:lnTo>
                  <a:lnTo>
                    <a:pt x="647893" y="1383635"/>
                  </a:lnTo>
                  <a:lnTo>
                    <a:pt x="647884" y="1383636"/>
                  </a:lnTo>
                  <a:lnTo>
                    <a:pt x="647880" y="1383640"/>
                  </a:lnTo>
                  <a:lnTo>
                    <a:pt x="647878" y="1383646"/>
                  </a:lnTo>
                  <a:lnTo>
                    <a:pt x="647877" y="1383652"/>
                  </a:lnTo>
                  <a:lnTo>
                    <a:pt x="647877" y="1383658"/>
                  </a:lnTo>
                  <a:lnTo>
                    <a:pt x="647875" y="1383665"/>
                  </a:lnTo>
                  <a:lnTo>
                    <a:pt x="647872" y="1383676"/>
                  </a:lnTo>
                  <a:lnTo>
                    <a:pt x="647867" y="1383684"/>
                  </a:lnTo>
                  <a:lnTo>
                    <a:pt x="647860" y="1383691"/>
                  </a:lnTo>
                  <a:lnTo>
                    <a:pt x="647853" y="1383697"/>
                  </a:lnTo>
                  <a:lnTo>
                    <a:pt x="647845" y="1383702"/>
                  </a:lnTo>
                  <a:lnTo>
                    <a:pt x="647839" y="1383707"/>
                  </a:lnTo>
                  <a:lnTo>
                    <a:pt x="647826" y="1383712"/>
                  </a:lnTo>
                  <a:lnTo>
                    <a:pt x="647817" y="1383716"/>
                  </a:lnTo>
                  <a:lnTo>
                    <a:pt x="647811" y="1383718"/>
                  </a:lnTo>
                  <a:lnTo>
                    <a:pt x="647802" y="1383720"/>
                  </a:lnTo>
                  <a:lnTo>
                    <a:pt x="647794" y="1383722"/>
                  </a:lnTo>
                  <a:lnTo>
                    <a:pt x="647785" y="1383724"/>
                  </a:lnTo>
                  <a:lnTo>
                    <a:pt x="647776" y="1383725"/>
                  </a:lnTo>
                  <a:lnTo>
                    <a:pt x="647771" y="1383726"/>
                  </a:lnTo>
                  <a:lnTo>
                    <a:pt x="647762" y="1383729"/>
                  </a:lnTo>
                  <a:lnTo>
                    <a:pt x="647755" y="1383730"/>
                  </a:lnTo>
                  <a:lnTo>
                    <a:pt x="647748" y="1383730"/>
                  </a:lnTo>
                  <a:lnTo>
                    <a:pt x="647741" y="1383731"/>
                  </a:lnTo>
                  <a:lnTo>
                    <a:pt x="647734" y="1383732"/>
                  </a:lnTo>
                  <a:lnTo>
                    <a:pt x="647728" y="1383732"/>
                  </a:lnTo>
                  <a:lnTo>
                    <a:pt x="647719" y="1383733"/>
                  </a:lnTo>
                  <a:lnTo>
                    <a:pt x="647712" y="1383733"/>
                  </a:lnTo>
                  <a:lnTo>
                    <a:pt x="647705" y="1383734"/>
                  </a:lnTo>
                  <a:lnTo>
                    <a:pt x="647698" y="1383735"/>
                  </a:lnTo>
                  <a:lnTo>
                    <a:pt x="647687" y="1383736"/>
                  </a:lnTo>
                  <a:lnTo>
                    <a:pt x="647678" y="1383737"/>
                  </a:lnTo>
                  <a:lnTo>
                    <a:pt x="647669" y="1383738"/>
                  </a:lnTo>
                  <a:lnTo>
                    <a:pt x="647661" y="1383738"/>
                  </a:lnTo>
                  <a:lnTo>
                    <a:pt x="647654" y="1383739"/>
                  </a:lnTo>
                  <a:lnTo>
                    <a:pt x="647649" y="1383739"/>
                  </a:lnTo>
                  <a:lnTo>
                    <a:pt x="647631" y="1383739"/>
                  </a:lnTo>
                  <a:lnTo>
                    <a:pt x="647622" y="1383739"/>
                  </a:lnTo>
                  <a:lnTo>
                    <a:pt x="647614" y="1383740"/>
                  </a:lnTo>
                  <a:lnTo>
                    <a:pt x="647596" y="1383746"/>
                  </a:lnTo>
                  <a:lnTo>
                    <a:pt x="647587" y="1383748"/>
                  </a:lnTo>
                  <a:lnTo>
                    <a:pt x="647579" y="1383748"/>
                  </a:lnTo>
                  <a:lnTo>
                    <a:pt x="647572" y="1383747"/>
                  </a:lnTo>
                  <a:lnTo>
                    <a:pt x="647562" y="1383744"/>
                  </a:lnTo>
                  <a:lnTo>
                    <a:pt x="647556" y="1383742"/>
                  </a:lnTo>
                  <a:lnTo>
                    <a:pt x="647548" y="1383741"/>
                  </a:lnTo>
                  <a:lnTo>
                    <a:pt x="647527" y="1383740"/>
                  </a:lnTo>
                  <a:lnTo>
                    <a:pt x="647512" y="1383739"/>
                  </a:lnTo>
                  <a:lnTo>
                    <a:pt x="647467" y="1383738"/>
                  </a:lnTo>
                  <a:lnTo>
                    <a:pt x="647425" y="1383738"/>
                  </a:lnTo>
                  <a:lnTo>
                    <a:pt x="647405" y="1383738"/>
                  </a:lnTo>
                  <a:lnTo>
                    <a:pt x="647397" y="1383736"/>
                  </a:lnTo>
                  <a:lnTo>
                    <a:pt x="647388" y="1383734"/>
                  </a:lnTo>
                  <a:lnTo>
                    <a:pt x="647382" y="1383731"/>
                  </a:lnTo>
                  <a:lnTo>
                    <a:pt x="647374" y="1383726"/>
                  </a:lnTo>
                  <a:lnTo>
                    <a:pt x="647367" y="1383720"/>
                  </a:lnTo>
                  <a:lnTo>
                    <a:pt x="647357" y="1383710"/>
                  </a:lnTo>
                  <a:lnTo>
                    <a:pt x="647350" y="1383700"/>
                  </a:lnTo>
                  <a:lnTo>
                    <a:pt x="647346" y="1383694"/>
                  </a:lnTo>
                  <a:lnTo>
                    <a:pt x="647343" y="1383689"/>
                  </a:lnTo>
                  <a:lnTo>
                    <a:pt x="647337" y="1383686"/>
                  </a:lnTo>
                  <a:lnTo>
                    <a:pt x="647328" y="1383685"/>
                  </a:lnTo>
                  <a:lnTo>
                    <a:pt x="647321" y="1383686"/>
                  </a:lnTo>
                  <a:lnTo>
                    <a:pt x="647314" y="1383687"/>
                  </a:lnTo>
                  <a:lnTo>
                    <a:pt x="647304" y="1383688"/>
                  </a:lnTo>
                  <a:lnTo>
                    <a:pt x="647296" y="1383688"/>
                  </a:lnTo>
                  <a:lnTo>
                    <a:pt x="647290" y="1383688"/>
                  </a:lnTo>
                  <a:lnTo>
                    <a:pt x="647281" y="1383688"/>
                  </a:lnTo>
                  <a:lnTo>
                    <a:pt x="647264" y="1383687"/>
                  </a:lnTo>
                  <a:lnTo>
                    <a:pt x="647247" y="1383686"/>
                  </a:lnTo>
                  <a:lnTo>
                    <a:pt x="647225" y="1383684"/>
                  </a:lnTo>
                  <a:lnTo>
                    <a:pt x="647206" y="1383682"/>
                  </a:lnTo>
                  <a:lnTo>
                    <a:pt x="647190" y="1383680"/>
                  </a:lnTo>
                  <a:lnTo>
                    <a:pt x="647174" y="1383678"/>
                  </a:lnTo>
                  <a:lnTo>
                    <a:pt x="647160" y="1383677"/>
                  </a:lnTo>
                  <a:lnTo>
                    <a:pt x="647143" y="1383672"/>
                  </a:lnTo>
                  <a:lnTo>
                    <a:pt x="647135" y="1383670"/>
                  </a:lnTo>
                  <a:lnTo>
                    <a:pt x="647128" y="1383665"/>
                  </a:lnTo>
                  <a:lnTo>
                    <a:pt x="647122" y="1383662"/>
                  </a:lnTo>
                  <a:lnTo>
                    <a:pt x="647114" y="1383654"/>
                  </a:lnTo>
                  <a:lnTo>
                    <a:pt x="647105" y="1383642"/>
                  </a:lnTo>
                  <a:lnTo>
                    <a:pt x="647100" y="1383637"/>
                  </a:lnTo>
                  <a:lnTo>
                    <a:pt x="647090" y="1383628"/>
                  </a:lnTo>
                  <a:lnTo>
                    <a:pt x="647086" y="1383625"/>
                  </a:lnTo>
                  <a:lnTo>
                    <a:pt x="647081" y="1383620"/>
                  </a:lnTo>
                  <a:lnTo>
                    <a:pt x="647072" y="1383615"/>
                  </a:lnTo>
                  <a:lnTo>
                    <a:pt x="647060" y="1383608"/>
                  </a:lnTo>
                  <a:lnTo>
                    <a:pt x="647052" y="1383603"/>
                  </a:lnTo>
                  <a:lnTo>
                    <a:pt x="647043" y="1383599"/>
                  </a:lnTo>
                  <a:lnTo>
                    <a:pt x="647034" y="1383596"/>
                  </a:lnTo>
                  <a:lnTo>
                    <a:pt x="647024" y="1383594"/>
                  </a:lnTo>
                  <a:lnTo>
                    <a:pt x="647013" y="1383593"/>
                  </a:lnTo>
                  <a:lnTo>
                    <a:pt x="647006" y="1383593"/>
                  </a:lnTo>
                  <a:lnTo>
                    <a:pt x="646998" y="1383594"/>
                  </a:lnTo>
                  <a:lnTo>
                    <a:pt x="646992" y="1383594"/>
                  </a:lnTo>
                  <a:lnTo>
                    <a:pt x="646983" y="1383597"/>
                  </a:lnTo>
                  <a:lnTo>
                    <a:pt x="646976" y="1383597"/>
                  </a:lnTo>
                  <a:lnTo>
                    <a:pt x="646967" y="1383598"/>
                  </a:lnTo>
                  <a:lnTo>
                    <a:pt x="646960" y="1383597"/>
                  </a:lnTo>
                  <a:lnTo>
                    <a:pt x="646954" y="1383597"/>
                  </a:lnTo>
                  <a:lnTo>
                    <a:pt x="646948" y="1383599"/>
                  </a:lnTo>
                  <a:lnTo>
                    <a:pt x="646941" y="1383599"/>
                  </a:lnTo>
                  <a:lnTo>
                    <a:pt x="646932" y="1383596"/>
                  </a:lnTo>
                  <a:lnTo>
                    <a:pt x="646924" y="1383594"/>
                  </a:lnTo>
                  <a:lnTo>
                    <a:pt x="646916" y="1383591"/>
                  </a:lnTo>
                  <a:lnTo>
                    <a:pt x="646909" y="1383589"/>
                  </a:lnTo>
                  <a:lnTo>
                    <a:pt x="646902" y="1383586"/>
                  </a:lnTo>
                  <a:lnTo>
                    <a:pt x="646894" y="1383583"/>
                  </a:lnTo>
                  <a:lnTo>
                    <a:pt x="646886" y="1383580"/>
                  </a:lnTo>
                  <a:lnTo>
                    <a:pt x="646877" y="1383578"/>
                  </a:lnTo>
                  <a:lnTo>
                    <a:pt x="646868" y="1383575"/>
                  </a:lnTo>
                  <a:lnTo>
                    <a:pt x="646857" y="1383572"/>
                  </a:lnTo>
                  <a:lnTo>
                    <a:pt x="646849" y="1383570"/>
                  </a:lnTo>
                  <a:lnTo>
                    <a:pt x="646836" y="1383564"/>
                  </a:lnTo>
                  <a:lnTo>
                    <a:pt x="646832" y="1383561"/>
                  </a:lnTo>
                  <a:lnTo>
                    <a:pt x="646826" y="1383557"/>
                  </a:lnTo>
                  <a:lnTo>
                    <a:pt x="646819" y="1383553"/>
                  </a:lnTo>
                  <a:lnTo>
                    <a:pt x="646814" y="1383552"/>
                  </a:lnTo>
                  <a:lnTo>
                    <a:pt x="646806" y="1383550"/>
                  </a:lnTo>
                  <a:lnTo>
                    <a:pt x="646799" y="1383547"/>
                  </a:lnTo>
                  <a:lnTo>
                    <a:pt x="646791" y="1383544"/>
                  </a:lnTo>
                  <a:lnTo>
                    <a:pt x="646784" y="1383542"/>
                  </a:lnTo>
                  <a:lnTo>
                    <a:pt x="646779" y="1383541"/>
                  </a:lnTo>
                  <a:lnTo>
                    <a:pt x="646768" y="1383540"/>
                  </a:lnTo>
                  <a:lnTo>
                    <a:pt x="646760" y="1383541"/>
                  </a:lnTo>
                  <a:lnTo>
                    <a:pt x="646752" y="1383542"/>
                  </a:lnTo>
                  <a:lnTo>
                    <a:pt x="646741" y="1383543"/>
                  </a:lnTo>
                  <a:lnTo>
                    <a:pt x="646732" y="1383544"/>
                  </a:lnTo>
                  <a:lnTo>
                    <a:pt x="646724" y="1383546"/>
                  </a:lnTo>
                  <a:lnTo>
                    <a:pt x="646716" y="1383547"/>
                  </a:lnTo>
                  <a:lnTo>
                    <a:pt x="646708" y="1383547"/>
                  </a:lnTo>
                  <a:lnTo>
                    <a:pt x="646701" y="1383544"/>
                  </a:lnTo>
                  <a:lnTo>
                    <a:pt x="646694" y="1383542"/>
                  </a:lnTo>
                  <a:lnTo>
                    <a:pt x="646688" y="1383541"/>
                  </a:lnTo>
                  <a:lnTo>
                    <a:pt x="646682" y="1383541"/>
                  </a:lnTo>
                  <a:lnTo>
                    <a:pt x="646675" y="1383541"/>
                  </a:lnTo>
                  <a:lnTo>
                    <a:pt x="646668" y="1383539"/>
                  </a:lnTo>
                  <a:lnTo>
                    <a:pt x="646663" y="1383533"/>
                  </a:lnTo>
                  <a:lnTo>
                    <a:pt x="646656" y="1383529"/>
                  </a:lnTo>
                  <a:lnTo>
                    <a:pt x="646648" y="1383523"/>
                  </a:lnTo>
                  <a:lnTo>
                    <a:pt x="646641" y="1383518"/>
                  </a:lnTo>
                  <a:lnTo>
                    <a:pt x="646634" y="1383512"/>
                  </a:lnTo>
                  <a:lnTo>
                    <a:pt x="646622" y="1383501"/>
                  </a:lnTo>
                  <a:lnTo>
                    <a:pt x="646614" y="1383493"/>
                  </a:lnTo>
                  <a:lnTo>
                    <a:pt x="646607" y="1383485"/>
                  </a:lnTo>
                  <a:lnTo>
                    <a:pt x="646600" y="1383477"/>
                  </a:lnTo>
                  <a:lnTo>
                    <a:pt x="646593" y="1383469"/>
                  </a:lnTo>
                  <a:lnTo>
                    <a:pt x="646590" y="1383465"/>
                  </a:lnTo>
                  <a:lnTo>
                    <a:pt x="646587" y="1383459"/>
                  </a:lnTo>
                  <a:lnTo>
                    <a:pt x="646587" y="1383452"/>
                  </a:lnTo>
                  <a:lnTo>
                    <a:pt x="646587" y="1383443"/>
                  </a:lnTo>
                  <a:lnTo>
                    <a:pt x="646587" y="1383422"/>
                  </a:lnTo>
                  <a:lnTo>
                    <a:pt x="646586" y="1383411"/>
                  </a:lnTo>
                  <a:lnTo>
                    <a:pt x="646584" y="1383402"/>
                  </a:lnTo>
                  <a:lnTo>
                    <a:pt x="646581" y="1383392"/>
                  </a:lnTo>
                  <a:lnTo>
                    <a:pt x="646573" y="1383375"/>
                  </a:lnTo>
                  <a:lnTo>
                    <a:pt x="646564" y="1383360"/>
                  </a:lnTo>
                  <a:lnTo>
                    <a:pt x="646559" y="1383353"/>
                  </a:lnTo>
                  <a:lnTo>
                    <a:pt x="646547" y="1383333"/>
                  </a:lnTo>
                  <a:lnTo>
                    <a:pt x="646543" y="1383328"/>
                  </a:lnTo>
                  <a:lnTo>
                    <a:pt x="646529" y="1383308"/>
                  </a:lnTo>
                  <a:lnTo>
                    <a:pt x="646519" y="1383295"/>
                  </a:lnTo>
                  <a:lnTo>
                    <a:pt x="646510" y="1383284"/>
                  </a:lnTo>
                  <a:lnTo>
                    <a:pt x="646505" y="1383278"/>
                  </a:lnTo>
                  <a:lnTo>
                    <a:pt x="646497" y="1383269"/>
                  </a:lnTo>
                  <a:lnTo>
                    <a:pt x="646493" y="1383264"/>
                  </a:lnTo>
                  <a:lnTo>
                    <a:pt x="646487" y="1383259"/>
                  </a:lnTo>
                  <a:lnTo>
                    <a:pt x="646481" y="1383254"/>
                  </a:lnTo>
                  <a:lnTo>
                    <a:pt x="646466" y="1383247"/>
                  </a:lnTo>
                  <a:lnTo>
                    <a:pt x="646456" y="1383241"/>
                  </a:lnTo>
                  <a:lnTo>
                    <a:pt x="646443" y="1383234"/>
                  </a:lnTo>
                  <a:lnTo>
                    <a:pt x="646424" y="1383224"/>
                  </a:lnTo>
                  <a:lnTo>
                    <a:pt x="646414" y="1383218"/>
                  </a:lnTo>
                  <a:lnTo>
                    <a:pt x="646401" y="1383207"/>
                  </a:lnTo>
                  <a:lnTo>
                    <a:pt x="646387" y="1383196"/>
                  </a:lnTo>
                  <a:lnTo>
                    <a:pt x="646371" y="1383187"/>
                  </a:lnTo>
                  <a:lnTo>
                    <a:pt x="646354" y="1383176"/>
                  </a:lnTo>
                  <a:lnTo>
                    <a:pt x="646340" y="1383170"/>
                  </a:lnTo>
                  <a:lnTo>
                    <a:pt x="646330" y="1383164"/>
                  </a:lnTo>
                  <a:lnTo>
                    <a:pt x="646307" y="1383150"/>
                  </a:lnTo>
                  <a:lnTo>
                    <a:pt x="646293" y="1383143"/>
                  </a:lnTo>
                  <a:lnTo>
                    <a:pt x="646273" y="1383133"/>
                  </a:lnTo>
                  <a:lnTo>
                    <a:pt x="646260" y="1383126"/>
                  </a:lnTo>
                  <a:lnTo>
                    <a:pt x="646225" y="1383111"/>
                  </a:lnTo>
                  <a:lnTo>
                    <a:pt x="646214" y="1383106"/>
                  </a:lnTo>
                  <a:lnTo>
                    <a:pt x="646204" y="1383101"/>
                  </a:lnTo>
                  <a:lnTo>
                    <a:pt x="646196" y="1383097"/>
                  </a:lnTo>
                  <a:lnTo>
                    <a:pt x="646186" y="1383091"/>
                  </a:lnTo>
                  <a:lnTo>
                    <a:pt x="646179" y="1383085"/>
                  </a:lnTo>
                  <a:lnTo>
                    <a:pt x="646171" y="1383079"/>
                  </a:lnTo>
                  <a:lnTo>
                    <a:pt x="646166" y="1383075"/>
                  </a:lnTo>
                  <a:lnTo>
                    <a:pt x="646158" y="1383067"/>
                  </a:lnTo>
                  <a:lnTo>
                    <a:pt x="646145" y="1383053"/>
                  </a:lnTo>
                  <a:lnTo>
                    <a:pt x="646137" y="1383045"/>
                  </a:lnTo>
                  <a:lnTo>
                    <a:pt x="646122" y="1383031"/>
                  </a:lnTo>
                  <a:lnTo>
                    <a:pt x="646107" y="1383020"/>
                  </a:lnTo>
                  <a:lnTo>
                    <a:pt x="646094" y="1383011"/>
                  </a:lnTo>
                  <a:lnTo>
                    <a:pt x="646068" y="1382998"/>
                  </a:lnTo>
                  <a:lnTo>
                    <a:pt x="646060" y="1382995"/>
                  </a:lnTo>
                  <a:lnTo>
                    <a:pt x="646053" y="1382993"/>
                  </a:lnTo>
                  <a:lnTo>
                    <a:pt x="646041" y="1382989"/>
                  </a:lnTo>
                  <a:lnTo>
                    <a:pt x="646032" y="1382987"/>
                  </a:lnTo>
                  <a:lnTo>
                    <a:pt x="646023" y="1382983"/>
                  </a:lnTo>
                  <a:lnTo>
                    <a:pt x="646016" y="1382979"/>
                  </a:lnTo>
                  <a:lnTo>
                    <a:pt x="646009" y="1382970"/>
                  </a:lnTo>
                  <a:lnTo>
                    <a:pt x="646004" y="1382963"/>
                  </a:lnTo>
                  <a:lnTo>
                    <a:pt x="645990" y="1382943"/>
                  </a:lnTo>
                  <a:lnTo>
                    <a:pt x="645974" y="1382925"/>
                  </a:lnTo>
                  <a:lnTo>
                    <a:pt x="645970" y="1382920"/>
                  </a:lnTo>
                  <a:lnTo>
                    <a:pt x="645959" y="1382908"/>
                  </a:lnTo>
                  <a:lnTo>
                    <a:pt x="645945" y="1382894"/>
                  </a:lnTo>
                  <a:lnTo>
                    <a:pt x="645928" y="1382882"/>
                  </a:lnTo>
                  <a:lnTo>
                    <a:pt x="645921" y="1382876"/>
                  </a:lnTo>
                  <a:lnTo>
                    <a:pt x="645915" y="1382872"/>
                  </a:lnTo>
                  <a:lnTo>
                    <a:pt x="645904" y="1382866"/>
                  </a:lnTo>
                  <a:lnTo>
                    <a:pt x="645898" y="1382862"/>
                  </a:lnTo>
                  <a:lnTo>
                    <a:pt x="645888" y="1382858"/>
                  </a:lnTo>
                  <a:lnTo>
                    <a:pt x="645881" y="1382856"/>
                  </a:lnTo>
                  <a:lnTo>
                    <a:pt x="645844" y="1382851"/>
                  </a:lnTo>
                  <a:lnTo>
                    <a:pt x="645814" y="1382848"/>
                  </a:lnTo>
                  <a:lnTo>
                    <a:pt x="645805" y="1382848"/>
                  </a:lnTo>
                  <a:lnTo>
                    <a:pt x="645792" y="1382847"/>
                  </a:lnTo>
                  <a:lnTo>
                    <a:pt x="645782" y="1382847"/>
                  </a:lnTo>
                  <a:lnTo>
                    <a:pt x="645764" y="1382849"/>
                  </a:lnTo>
                  <a:lnTo>
                    <a:pt x="645744" y="1382852"/>
                  </a:lnTo>
                  <a:lnTo>
                    <a:pt x="645730" y="1382854"/>
                  </a:lnTo>
                  <a:lnTo>
                    <a:pt x="645711" y="1382854"/>
                  </a:lnTo>
                  <a:lnTo>
                    <a:pt x="645683" y="1382852"/>
                  </a:lnTo>
                  <a:lnTo>
                    <a:pt x="645657" y="1382849"/>
                  </a:lnTo>
                  <a:lnTo>
                    <a:pt x="645636" y="1382849"/>
                  </a:lnTo>
                  <a:lnTo>
                    <a:pt x="645627" y="1382850"/>
                  </a:lnTo>
                  <a:lnTo>
                    <a:pt x="645617" y="1382850"/>
                  </a:lnTo>
                  <a:lnTo>
                    <a:pt x="645603" y="1382852"/>
                  </a:lnTo>
                  <a:lnTo>
                    <a:pt x="645592" y="1382853"/>
                  </a:lnTo>
                  <a:lnTo>
                    <a:pt x="645579" y="1382856"/>
                  </a:lnTo>
                  <a:lnTo>
                    <a:pt x="645558" y="1382863"/>
                  </a:lnTo>
                  <a:lnTo>
                    <a:pt x="645522" y="1382875"/>
                  </a:lnTo>
                  <a:lnTo>
                    <a:pt x="645510" y="1382879"/>
                  </a:lnTo>
                  <a:lnTo>
                    <a:pt x="645478" y="1382889"/>
                  </a:lnTo>
                  <a:lnTo>
                    <a:pt x="645440" y="1382901"/>
                  </a:lnTo>
                  <a:lnTo>
                    <a:pt x="645414" y="1382910"/>
                  </a:lnTo>
                  <a:lnTo>
                    <a:pt x="645409" y="1382911"/>
                  </a:lnTo>
                  <a:lnTo>
                    <a:pt x="645385" y="1382919"/>
                  </a:lnTo>
                  <a:lnTo>
                    <a:pt x="645358" y="1382928"/>
                  </a:lnTo>
                  <a:lnTo>
                    <a:pt x="645346" y="1382934"/>
                  </a:lnTo>
                  <a:lnTo>
                    <a:pt x="645329" y="1382940"/>
                  </a:lnTo>
                  <a:lnTo>
                    <a:pt x="645311" y="1382948"/>
                  </a:lnTo>
                  <a:lnTo>
                    <a:pt x="645298" y="1382955"/>
                  </a:lnTo>
                  <a:lnTo>
                    <a:pt x="645277" y="1382969"/>
                  </a:lnTo>
                  <a:lnTo>
                    <a:pt x="645264" y="1382980"/>
                  </a:lnTo>
                  <a:lnTo>
                    <a:pt x="645253" y="1382988"/>
                  </a:lnTo>
                  <a:lnTo>
                    <a:pt x="645249" y="1382992"/>
                  </a:lnTo>
                  <a:lnTo>
                    <a:pt x="645244" y="1382999"/>
                  </a:lnTo>
                  <a:lnTo>
                    <a:pt x="645240" y="1383006"/>
                  </a:lnTo>
                  <a:lnTo>
                    <a:pt x="645234" y="1383018"/>
                  </a:lnTo>
                  <a:lnTo>
                    <a:pt x="645230" y="1383028"/>
                  </a:lnTo>
                  <a:lnTo>
                    <a:pt x="645224" y="1383032"/>
                  </a:lnTo>
                  <a:lnTo>
                    <a:pt x="645222" y="1383025"/>
                  </a:lnTo>
                  <a:lnTo>
                    <a:pt x="645223" y="1383012"/>
                  </a:lnTo>
                  <a:lnTo>
                    <a:pt x="645224" y="1382989"/>
                  </a:lnTo>
                  <a:lnTo>
                    <a:pt x="645223" y="1382964"/>
                  </a:lnTo>
                  <a:lnTo>
                    <a:pt x="645221" y="1382948"/>
                  </a:lnTo>
                  <a:lnTo>
                    <a:pt x="645219" y="1382942"/>
                  </a:lnTo>
                  <a:lnTo>
                    <a:pt x="645214" y="1382933"/>
                  </a:lnTo>
                  <a:lnTo>
                    <a:pt x="645210" y="1382926"/>
                  </a:lnTo>
                  <a:lnTo>
                    <a:pt x="645204" y="1382920"/>
                  </a:lnTo>
                  <a:lnTo>
                    <a:pt x="645194" y="1382912"/>
                  </a:lnTo>
                  <a:lnTo>
                    <a:pt x="645179" y="1382901"/>
                  </a:lnTo>
                  <a:lnTo>
                    <a:pt x="645166" y="1382891"/>
                  </a:lnTo>
                  <a:lnTo>
                    <a:pt x="645153" y="1382881"/>
                  </a:lnTo>
                  <a:lnTo>
                    <a:pt x="645144" y="1382871"/>
                  </a:lnTo>
                  <a:lnTo>
                    <a:pt x="645135" y="1382861"/>
                  </a:lnTo>
                  <a:lnTo>
                    <a:pt x="645123" y="1382845"/>
                  </a:lnTo>
                  <a:lnTo>
                    <a:pt x="645105" y="1382827"/>
                  </a:lnTo>
                  <a:lnTo>
                    <a:pt x="645088" y="1382811"/>
                  </a:lnTo>
                  <a:lnTo>
                    <a:pt x="645076" y="1382801"/>
                  </a:lnTo>
                  <a:lnTo>
                    <a:pt x="645063" y="1382790"/>
                  </a:lnTo>
                  <a:lnTo>
                    <a:pt x="645049" y="1382778"/>
                  </a:lnTo>
                  <a:lnTo>
                    <a:pt x="645032" y="1382766"/>
                  </a:lnTo>
                  <a:lnTo>
                    <a:pt x="645018" y="1382757"/>
                  </a:lnTo>
                  <a:lnTo>
                    <a:pt x="645003" y="1382750"/>
                  </a:lnTo>
                  <a:lnTo>
                    <a:pt x="644992" y="1382745"/>
                  </a:lnTo>
                  <a:lnTo>
                    <a:pt x="644969" y="1382735"/>
                  </a:lnTo>
                  <a:lnTo>
                    <a:pt x="644933" y="1382719"/>
                  </a:lnTo>
                  <a:lnTo>
                    <a:pt x="644888" y="1382701"/>
                  </a:lnTo>
                  <a:lnTo>
                    <a:pt x="644872" y="1382694"/>
                  </a:lnTo>
                  <a:lnTo>
                    <a:pt x="644861" y="1382692"/>
                  </a:lnTo>
                  <a:lnTo>
                    <a:pt x="644850" y="1382690"/>
                  </a:lnTo>
                  <a:lnTo>
                    <a:pt x="644844" y="1382690"/>
                  </a:lnTo>
                  <a:lnTo>
                    <a:pt x="644831" y="1382693"/>
                  </a:lnTo>
                  <a:lnTo>
                    <a:pt x="644807" y="1382701"/>
                  </a:lnTo>
                  <a:lnTo>
                    <a:pt x="644794" y="1382706"/>
                  </a:lnTo>
                  <a:lnTo>
                    <a:pt x="644787" y="1382709"/>
                  </a:lnTo>
                  <a:lnTo>
                    <a:pt x="644779" y="1382710"/>
                  </a:lnTo>
                  <a:lnTo>
                    <a:pt x="644773" y="1382710"/>
                  </a:lnTo>
                  <a:lnTo>
                    <a:pt x="644768" y="1382710"/>
                  </a:lnTo>
                  <a:lnTo>
                    <a:pt x="644762" y="1382709"/>
                  </a:lnTo>
                  <a:lnTo>
                    <a:pt x="644756" y="1382706"/>
                  </a:lnTo>
                  <a:lnTo>
                    <a:pt x="644749" y="1382702"/>
                  </a:lnTo>
                  <a:lnTo>
                    <a:pt x="644744" y="1382699"/>
                  </a:lnTo>
                  <a:lnTo>
                    <a:pt x="644737" y="1382694"/>
                  </a:lnTo>
                  <a:lnTo>
                    <a:pt x="644731" y="1382688"/>
                  </a:lnTo>
                  <a:lnTo>
                    <a:pt x="644726" y="1382680"/>
                  </a:lnTo>
                  <a:lnTo>
                    <a:pt x="644715" y="1382661"/>
                  </a:lnTo>
                  <a:lnTo>
                    <a:pt x="644703" y="1382639"/>
                  </a:lnTo>
                  <a:lnTo>
                    <a:pt x="644692" y="1382617"/>
                  </a:lnTo>
                  <a:lnTo>
                    <a:pt x="644689" y="1382608"/>
                  </a:lnTo>
                  <a:lnTo>
                    <a:pt x="644682" y="1382595"/>
                  </a:lnTo>
                  <a:lnTo>
                    <a:pt x="644675" y="1382584"/>
                  </a:lnTo>
                  <a:lnTo>
                    <a:pt x="644667" y="1382572"/>
                  </a:lnTo>
                  <a:lnTo>
                    <a:pt x="644659" y="1382562"/>
                  </a:lnTo>
                  <a:lnTo>
                    <a:pt x="644649" y="1382548"/>
                  </a:lnTo>
                  <a:lnTo>
                    <a:pt x="644644" y="1382540"/>
                  </a:lnTo>
                  <a:lnTo>
                    <a:pt x="644639" y="1382534"/>
                  </a:lnTo>
                  <a:lnTo>
                    <a:pt x="644630" y="1382526"/>
                  </a:lnTo>
                  <a:lnTo>
                    <a:pt x="644616" y="1382514"/>
                  </a:lnTo>
                  <a:lnTo>
                    <a:pt x="644600" y="1382499"/>
                  </a:lnTo>
                  <a:lnTo>
                    <a:pt x="644588" y="1382488"/>
                  </a:lnTo>
                  <a:lnTo>
                    <a:pt x="644582" y="1382482"/>
                  </a:lnTo>
                  <a:lnTo>
                    <a:pt x="644575" y="1382474"/>
                  </a:lnTo>
                  <a:lnTo>
                    <a:pt x="644566" y="1382464"/>
                  </a:lnTo>
                  <a:lnTo>
                    <a:pt x="644557" y="1382454"/>
                  </a:lnTo>
                  <a:lnTo>
                    <a:pt x="644552" y="1382447"/>
                  </a:lnTo>
                  <a:lnTo>
                    <a:pt x="644546" y="1382436"/>
                  </a:lnTo>
                  <a:lnTo>
                    <a:pt x="644538" y="1382423"/>
                  </a:lnTo>
                  <a:lnTo>
                    <a:pt x="644534" y="1382414"/>
                  </a:lnTo>
                  <a:lnTo>
                    <a:pt x="644530" y="1382405"/>
                  </a:lnTo>
                  <a:lnTo>
                    <a:pt x="644525" y="1382395"/>
                  </a:lnTo>
                  <a:lnTo>
                    <a:pt x="644518" y="1382382"/>
                  </a:lnTo>
                  <a:lnTo>
                    <a:pt x="644505" y="1382361"/>
                  </a:lnTo>
                  <a:lnTo>
                    <a:pt x="644501" y="1382355"/>
                  </a:lnTo>
                  <a:lnTo>
                    <a:pt x="644494" y="1382343"/>
                  </a:lnTo>
                  <a:lnTo>
                    <a:pt x="644486" y="1382332"/>
                  </a:lnTo>
                  <a:lnTo>
                    <a:pt x="644480" y="1382319"/>
                  </a:lnTo>
                  <a:lnTo>
                    <a:pt x="644475" y="1382311"/>
                  </a:lnTo>
                  <a:lnTo>
                    <a:pt x="644469" y="1382294"/>
                  </a:lnTo>
                  <a:lnTo>
                    <a:pt x="644465" y="1382281"/>
                  </a:lnTo>
                  <a:lnTo>
                    <a:pt x="644463" y="1382271"/>
                  </a:lnTo>
                  <a:lnTo>
                    <a:pt x="644460" y="1382258"/>
                  </a:lnTo>
                  <a:lnTo>
                    <a:pt x="644459" y="1382235"/>
                  </a:lnTo>
                  <a:lnTo>
                    <a:pt x="644459" y="1382225"/>
                  </a:lnTo>
                  <a:lnTo>
                    <a:pt x="644458" y="1382212"/>
                  </a:lnTo>
                  <a:lnTo>
                    <a:pt x="644460" y="1382173"/>
                  </a:lnTo>
                  <a:lnTo>
                    <a:pt x="644461" y="1382139"/>
                  </a:lnTo>
                  <a:lnTo>
                    <a:pt x="644461" y="1382124"/>
                  </a:lnTo>
                  <a:lnTo>
                    <a:pt x="644460" y="1382112"/>
                  </a:lnTo>
                  <a:lnTo>
                    <a:pt x="644456" y="1382104"/>
                  </a:lnTo>
                  <a:lnTo>
                    <a:pt x="644454" y="1382098"/>
                  </a:lnTo>
                  <a:lnTo>
                    <a:pt x="644447" y="1382081"/>
                  </a:lnTo>
                  <a:lnTo>
                    <a:pt x="644444" y="1382075"/>
                  </a:lnTo>
                  <a:lnTo>
                    <a:pt x="644431" y="1382048"/>
                  </a:lnTo>
                  <a:lnTo>
                    <a:pt x="644426" y="1382037"/>
                  </a:lnTo>
                  <a:lnTo>
                    <a:pt x="644416" y="1382016"/>
                  </a:lnTo>
                  <a:lnTo>
                    <a:pt x="644408" y="1381999"/>
                  </a:lnTo>
                  <a:lnTo>
                    <a:pt x="644400" y="1381983"/>
                  </a:lnTo>
                  <a:lnTo>
                    <a:pt x="644393" y="1381967"/>
                  </a:lnTo>
                  <a:lnTo>
                    <a:pt x="644383" y="1381948"/>
                  </a:lnTo>
                  <a:lnTo>
                    <a:pt x="644377" y="1381934"/>
                  </a:lnTo>
                  <a:lnTo>
                    <a:pt x="644374" y="1381928"/>
                  </a:lnTo>
                  <a:lnTo>
                    <a:pt x="644374" y="1381919"/>
                  </a:lnTo>
                  <a:lnTo>
                    <a:pt x="644374" y="1381912"/>
                  </a:lnTo>
                  <a:lnTo>
                    <a:pt x="644379" y="1381895"/>
                  </a:lnTo>
                  <a:lnTo>
                    <a:pt x="644388" y="1381861"/>
                  </a:lnTo>
                  <a:lnTo>
                    <a:pt x="644391" y="1381844"/>
                  </a:lnTo>
                  <a:lnTo>
                    <a:pt x="644395" y="1381819"/>
                  </a:lnTo>
                  <a:lnTo>
                    <a:pt x="644397" y="1381808"/>
                  </a:lnTo>
                  <a:lnTo>
                    <a:pt x="644399" y="1381797"/>
                  </a:lnTo>
                  <a:lnTo>
                    <a:pt x="644399" y="1381789"/>
                  </a:lnTo>
                  <a:lnTo>
                    <a:pt x="644400" y="1381783"/>
                  </a:lnTo>
                  <a:lnTo>
                    <a:pt x="644401" y="1381766"/>
                  </a:lnTo>
                  <a:lnTo>
                    <a:pt x="644401" y="1381736"/>
                  </a:lnTo>
                  <a:lnTo>
                    <a:pt x="644401" y="1381727"/>
                  </a:lnTo>
                  <a:lnTo>
                    <a:pt x="644400" y="1381718"/>
                  </a:lnTo>
                  <a:lnTo>
                    <a:pt x="644400" y="1381705"/>
                  </a:lnTo>
                  <a:lnTo>
                    <a:pt x="644399" y="1381698"/>
                  </a:lnTo>
                  <a:lnTo>
                    <a:pt x="644394" y="1381675"/>
                  </a:lnTo>
                  <a:lnTo>
                    <a:pt x="644389" y="1381652"/>
                  </a:lnTo>
                  <a:lnTo>
                    <a:pt x="644386" y="1381639"/>
                  </a:lnTo>
                  <a:lnTo>
                    <a:pt x="644384" y="1381632"/>
                  </a:lnTo>
                  <a:lnTo>
                    <a:pt x="644380" y="1381613"/>
                  </a:lnTo>
                  <a:lnTo>
                    <a:pt x="644377" y="1381600"/>
                  </a:lnTo>
                  <a:lnTo>
                    <a:pt x="644375" y="1381589"/>
                  </a:lnTo>
                  <a:lnTo>
                    <a:pt x="644375" y="1381562"/>
                  </a:lnTo>
                  <a:lnTo>
                    <a:pt x="644374" y="1381545"/>
                  </a:lnTo>
                  <a:lnTo>
                    <a:pt x="644376" y="1381521"/>
                  </a:lnTo>
                  <a:lnTo>
                    <a:pt x="644378" y="1381494"/>
                  </a:lnTo>
                  <a:lnTo>
                    <a:pt x="644377" y="1381470"/>
                  </a:lnTo>
                  <a:lnTo>
                    <a:pt x="644377" y="1381445"/>
                  </a:lnTo>
                  <a:lnTo>
                    <a:pt x="644376" y="1381419"/>
                  </a:lnTo>
                  <a:lnTo>
                    <a:pt x="644374" y="1381407"/>
                  </a:lnTo>
                  <a:lnTo>
                    <a:pt x="644372" y="1381384"/>
                  </a:lnTo>
                  <a:lnTo>
                    <a:pt x="644370" y="1381374"/>
                  </a:lnTo>
                  <a:lnTo>
                    <a:pt x="644369" y="1381366"/>
                  </a:lnTo>
                  <a:lnTo>
                    <a:pt x="644367" y="1381358"/>
                  </a:lnTo>
                  <a:lnTo>
                    <a:pt x="644362" y="1381345"/>
                  </a:lnTo>
                  <a:lnTo>
                    <a:pt x="644355" y="1381332"/>
                  </a:lnTo>
                  <a:lnTo>
                    <a:pt x="644349" y="1381315"/>
                  </a:lnTo>
                  <a:lnTo>
                    <a:pt x="644342" y="1381294"/>
                  </a:lnTo>
                  <a:lnTo>
                    <a:pt x="644341" y="1381283"/>
                  </a:lnTo>
                  <a:lnTo>
                    <a:pt x="644340" y="1381275"/>
                  </a:lnTo>
                  <a:lnTo>
                    <a:pt x="644337" y="1381263"/>
                  </a:lnTo>
                  <a:lnTo>
                    <a:pt x="644335" y="1381257"/>
                  </a:lnTo>
                  <a:lnTo>
                    <a:pt x="644334" y="1381249"/>
                  </a:lnTo>
                  <a:lnTo>
                    <a:pt x="644333" y="1381234"/>
                  </a:lnTo>
                  <a:lnTo>
                    <a:pt x="644334" y="1381201"/>
                  </a:lnTo>
                  <a:lnTo>
                    <a:pt x="644337" y="1381167"/>
                  </a:lnTo>
                  <a:lnTo>
                    <a:pt x="644341" y="1381136"/>
                  </a:lnTo>
                  <a:lnTo>
                    <a:pt x="644343" y="1381102"/>
                  </a:lnTo>
                  <a:lnTo>
                    <a:pt x="644346" y="1381070"/>
                  </a:lnTo>
                  <a:lnTo>
                    <a:pt x="644348" y="1381036"/>
                  </a:lnTo>
                  <a:lnTo>
                    <a:pt x="644348" y="1381020"/>
                  </a:lnTo>
                  <a:lnTo>
                    <a:pt x="644349" y="1381004"/>
                  </a:lnTo>
                  <a:lnTo>
                    <a:pt x="644349" y="1380986"/>
                  </a:lnTo>
                  <a:lnTo>
                    <a:pt x="644347" y="1380958"/>
                  </a:lnTo>
                  <a:lnTo>
                    <a:pt x="644346" y="1380950"/>
                  </a:lnTo>
                  <a:lnTo>
                    <a:pt x="644344" y="1380928"/>
                  </a:lnTo>
                  <a:lnTo>
                    <a:pt x="644342" y="1380912"/>
                  </a:lnTo>
                  <a:lnTo>
                    <a:pt x="644341" y="1380904"/>
                  </a:lnTo>
                  <a:lnTo>
                    <a:pt x="644340" y="1380894"/>
                  </a:lnTo>
                  <a:lnTo>
                    <a:pt x="644337" y="1380885"/>
                  </a:lnTo>
                  <a:lnTo>
                    <a:pt x="644334" y="1380877"/>
                  </a:lnTo>
                  <a:lnTo>
                    <a:pt x="644331" y="1380870"/>
                  </a:lnTo>
                  <a:lnTo>
                    <a:pt x="644326" y="1380858"/>
                  </a:lnTo>
                  <a:lnTo>
                    <a:pt x="644322" y="1380851"/>
                  </a:lnTo>
                  <a:lnTo>
                    <a:pt x="644319" y="1380844"/>
                  </a:lnTo>
                  <a:lnTo>
                    <a:pt x="644313" y="1380832"/>
                  </a:lnTo>
                  <a:lnTo>
                    <a:pt x="644298" y="1380807"/>
                  </a:lnTo>
                  <a:lnTo>
                    <a:pt x="644286" y="1380791"/>
                  </a:lnTo>
                  <a:lnTo>
                    <a:pt x="644276" y="1380777"/>
                  </a:lnTo>
                  <a:lnTo>
                    <a:pt x="644270" y="1380770"/>
                  </a:lnTo>
                  <a:lnTo>
                    <a:pt x="644252" y="1380745"/>
                  </a:lnTo>
                  <a:lnTo>
                    <a:pt x="644227" y="1380712"/>
                  </a:lnTo>
                  <a:lnTo>
                    <a:pt x="644214" y="1380692"/>
                  </a:lnTo>
                  <a:lnTo>
                    <a:pt x="644204" y="1380681"/>
                  </a:lnTo>
                  <a:lnTo>
                    <a:pt x="644199" y="1380676"/>
                  </a:lnTo>
                  <a:lnTo>
                    <a:pt x="644193" y="1380672"/>
                  </a:lnTo>
                  <a:lnTo>
                    <a:pt x="644185" y="1380669"/>
                  </a:lnTo>
                  <a:lnTo>
                    <a:pt x="644174" y="1380666"/>
                  </a:lnTo>
                  <a:lnTo>
                    <a:pt x="644163" y="1380663"/>
                  </a:lnTo>
                  <a:lnTo>
                    <a:pt x="644123" y="1380660"/>
                  </a:lnTo>
                  <a:lnTo>
                    <a:pt x="644107" y="1380660"/>
                  </a:lnTo>
                  <a:lnTo>
                    <a:pt x="644083" y="1380660"/>
                  </a:lnTo>
                  <a:lnTo>
                    <a:pt x="644073" y="1380659"/>
                  </a:lnTo>
                  <a:lnTo>
                    <a:pt x="644064" y="1380657"/>
                  </a:lnTo>
                  <a:lnTo>
                    <a:pt x="644055" y="1380656"/>
                  </a:lnTo>
                  <a:lnTo>
                    <a:pt x="644042" y="1380652"/>
                  </a:lnTo>
                  <a:lnTo>
                    <a:pt x="644028" y="1380649"/>
                  </a:lnTo>
                  <a:lnTo>
                    <a:pt x="644016" y="1380646"/>
                  </a:lnTo>
                  <a:lnTo>
                    <a:pt x="643999" y="1380641"/>
                  </a:lnTo>
                  <a:lnTo>
                    <a:pt x="643982" y="1380636"/>
                  </a:lnTo>
                  <a:lnTo>
                    <a:pt x="643963" y="1380631"/>
                  </a:lnTo>
                  <a:lnTo>
                    <a:pt x="643945" y="1380628"/>
                  </a:lnTo>
                  <a:lnTo>
                    <a:pt x="643923" y="1380624"/>
                  </a:lnTo>
                  <a:lnTo>
                    <a:pt x="643905" y="1380622"/>
                  </a:lnTo>
                  <a:lnTo>
                    <a:pt x="643883" y="1380618"/>
                  </a:lnTo>
                  <a:lnTo>
                    <a:pt x="643866" y="1380615"/>
                  </a:lnTo>
                  <a:lnTo>
                    <a:pt x="643844" y="1380611"/>
                  </a:lnTo>
                  <a:lnTo>
                    <a:pt x="643829" y="1380609"/>
                  </a:lnTo>
                  <a:lnTo>
                    <a:pt x="643819" y="1380607"/>
                  </a:lnTo>
                  <a:lnTo>
                    <a:pt x="643814" y="1380605"/>
                  </a:lnTo>
                  <a:lnTo>
                    <a:pt x="643808" y="1380603"/>
                  </a:lnTo>
                  <a:lnTo>
                    <a:pt x="643799" y="1380598"/>
                  </a:lnTo>
                  <a:lnTo>
                    <a:pt x="643773" y="1380585"/>
                  </a:lnTo>
                  <a:lnTo>
                    <a:pt x="643761" y="1380580"/>
                  </a:lnTo>
                  <a:lnTo>
                    <a:pt x="643745" y="1380573"/>
                  </a:lnTo>
                  <a:lnTo>
                    <a:pt x="643732" y="1380569"/>
                  </a:lnTo>
                  <a:lnTo>
                    <a:pt x="643717" y="1380566"/>
                  </a:lnTo>
                  <a:lnTo>
                    <a:pt x="643704" y="1380563"/>
                  </a:lnTo>
                  <a:lnTo>
                    <a:pt x="643689" y="1380562"/>
                  </a:lnTo>
                  <a:lnTo>
                    <a:pt x="643677" y="1380559"/>
                  </a:lnTo>
                  <a:lnTo>
                    <a:pt x="643664" y="1380556"/>
                  </a:lnTo>
                  <a:lnTo>
                    <a:pt x="643651" y="1380552"/>
                  </a:lnTo>
                  <a:lnTo>
                    <a:pt x="643638" y="1380547"/>
                  </a:lnTo>
                  <a:lnTo>
                    <a:pt x="643627" y="1380542"/>
                  </a:lnTo>
                  <a:lnTo>
                    <a:pt x="643622" y="1380539"/>
                  </a:lnTo>
                  <a:lnTo>
                    <a:pt x="643612" y="1380530"/>
                  </a:lnTo>
                  <a:lnTo>
                    <a:pt x="643604" y="1380521"/>
                  </a:lnTo>
                  <a:lnTo>
                    <a:pt x="643593" y="1380509"/>
                  </a:lnTo>
                  <a:lnTo>
                    <a:pt x="643579" y="1380498"/>
                  </a:lnTo>
                  <a:lnTo>
                    <a:pt x="643571" y="1380489"/>
                  </a:lnTo>
                  <a:lnTo>
                    <a:pt x="643563" y="1380479"/>
                  </a:lnTo>
                  <a:lnTo>
                    <a:pt x="643553" y="1380466"/>
                  </a:lnTo>
                  <a:lnTo>
                    <a:pt x="643542" y="1380455"/>
                  </a:lnTo>
                  <a:lnTo>
                    <a:pt x="643531" y="1380450"/>
                  </a:lnTo>
                  <a:lnTo>
                    <a:pt x="643509" y="1380442"/>
                  </a:lnTo>
                  <a:lnTo>
                    <a:pt x="643485" y="1380436"/>
                  </a:lnTo>
                  <a:lnTo>
                    <a:pt x="643473" y="1380428"/>
                  </a:lnTo>
                  <a:lnTo>
                    <a:pt x="643459" y="1380416"/>
                  </a:lnTo>
                  <a:lnTo>
                    <a:pt x="643451" y="1380405"/>
                  </a:lnTo>
                  <a:lnTo>
                    <a:pt x="643441" y="1380388"/>
                  </a:lnTo>
                  <a:lnTo>
                    <a:pt x="643432" y="1380372"/>
                  </a:lnTo>
                  <a:lnTo>
                    <a:pt x="643427" y="1380363"/>
                  </a:lnTo>
                  <a:lnTo>
                    <a:pt x="643425" y="1380356"/>
                  </a:lnTo>
                  <a:lnTo>
                    <a:pt x="643421" y="1380343"/>
                  </a:lnTo>
                  <a:lnTo>
                    <a:pt x="643418" y="1380335"/>
                  </a:lnTo>
                  <a:lnTo>
                    <a:pt x="643415" y="1380328"/>
                  </a:lnTo>
                  <a:lnTo>
                    <a:pt x="643413" y="1380318"/>
                  </a:lnTo>
                  <a:lnTo>
                    <a:pt x="643410" y="1380308"/>
                  </a:lnTo>
                  <a:lnTo>
                    <a:pt x="643408" y="1380296"/>
                  </a:lnTo>
                  <a:lnTo>
                    <a:pt x="643407" y="1380286"/>
                  </a:lnTo>
                  <a:lnTo>
                    <a:pt x="643406" y="1380275"/>
                  </a:lnTo>
                  <a:lnTo>
                    <a:pt x="643406" y="1380263"/>
                  </a:lnTo>
                  <a:lnTo>
                    <a:pt x="643406" y="1380253"/>
                  </a:lnTo>
                  <a:lnTo>
                    <a:pt x="643409" y="1380229"/>
                  </a:lnTo>
                  <a:lnTo>
                    <a:pt x="643411" y="1380202"/>
                  </a:lnTo>
                  <a:lnTo>
                    <a:pt x="643412" y="1380192"/>
                  </a:lnTo>
                  <a:lnTo>
                    <a:pt x="643414" y="1380182"/>
                  </a:lnTo>
                  <a:lnTo>
                    <a:pt x="643416" y="1380175"/>
                  </a:lnTo>
                  <a:lnTo>
                    <a:pt x="643423" y="1380148"/>
                  </a:lnTo>
                  <a:lnTo>
                    <a:pt x="643426" y="1380134"/>
                  </a:lnTo>
                  <a:lnTo>
                    <a:pt x="643430" y="1380121"/>
                  </a:lnTo>
                  <a:lnTo>
                    <a:pt x="643431" y="1380114"/>
                  </a:lnTo>
                  <a:lnTo>
                    <a:pt x="643437" y="1380096"/>
                  </a:lnTo>
                  <a:lnTo>
                    <a:pt x="643444" y="1380076"/>
                  </a:lnTo>
                  <a:lnTo>
                    <a:pt x="643451" y="1380061"/>
                  </a:lnTo>
                  <a:lnTo>
                    <a:pt x="643460" y="1380047"/>
                  </a:lnTo>
                  <a:lnTo>
                    <a:pt x="643461" y="1380038"/>
                  </a:lnTo>
                  <a:lnTo>
                    <a:pt x="643456" y="1380032"/>
                  </a:lnTo>
                  <a:lnTo>
                    <a:pt x="643444" y="1380022"/>
                  </a:lnTo>
                  <a:lnTo>
                    <a:pt x="643427" y="1380010"/>
                  </a:lnTo>
                  <a:lnTo>
                    <a:pt x="643419" y="1380005"/>
                  </a:lnTo>
                  <a:lnTo>
                    <a:pt x="643403" y="1379995"/>
                  </a:lnTo>
                  <a:lnTo>
                    <a:pt x="643389" y="1379987"/>
                  </a:lnTo>
                  <a:lnTo>
                    <a:pt x="643376" y="1379980"/>
                  </a:lnTo>
                  <a:lnTo>
                    <a:pt x="643366" y="1379975"/>
                  </a:lnTo>
                  <a:lnTo>
                    <a:pt x="643354" y="1379969"/>
                  </a:lnTo>
                  <a:lnTo>
                    <a:pt x="643342" y="1379962"/>
                  </a:lnTo>
                  <a:lnTo>
                    <a:pt x="643335" y="1379957"/>
                  </a:lnTo>
                  <a:lnTo>
                    <a:pt x="643330" y="1379952"/>
                  </a:lnTo>
                  <a:lnTo>
                    <a:pt x="643323" y="1379945"/>
                  </a:lnTo>
                  <a:lnTo>
                    <a:pt x="643312" y="1379934"/>
                  </a:lnTo>
                  <a:lnTo>
                    <a:pt x="643304" y="1379925"/>
                  </a:lnTo>
                  <a:lnTo>
                    <a:pt x="643298" y="1379918"/>
                  </a:lnTo>
                  <a:lnTo>
                    <a:pt x="643290" y="1379905"/>
                  </a:lnTo>
                  <a:lnTo>
                    <a:pt x="643283" y="1379894"/>
                  </a:lnTo>
                  <a:lnTo>
                    <a:pt x="643278" y="1379885"/>
                  </a:lnTo>
                  <a:lnTo>
                    <a:pt x="643264" y="1379855"/>
                  </a:lnTo>
                  <a:lnTo>
                    <a:pt x="643255" y="1379832"/>
                  </a:lnTo>
                  <a:lnTo>
                    <a:pt x="643244" y="1379804"/>
                  </a:lnTo>
                  <a:lnTo>
                    <a:pt x="643237" y="1379786"/>
                  </a:lnTo>
                  <a:lnTo>
                    <a:pt x="643225" y="1379753"/>
                  </a:lnTo>
                  <a:lnTo>
                    <a:pt x="643217" y="1379726"/>
                  </a:lnTo>
                  <a:lnTo>
                    <a:pt x="643210" y="1379702"/>
                  </a:lnTo>
                  <a:lnTo>
                    <a:pt x="643203" y="1379681"/>
                  </a:lnTo>
                  <a:lnTo>
                    <a:pt x="643200" y="1379672"/>
                  </a:lnTo>
                  <a:lnTo>
                    <a:pt x="643196" y="1379661"/>
                  </a:lnTo>
                  <a:lnTo>
                    <a:pt x="643190" y="1379651"/>
                  </a:lnTo>
                  <a:lnTo>
                    <a:pt x="643181" y="1379634"/>
                  </a:lnTo>
                  <a:lnTo>
                    <a:pt x="643160" y="1379599"/>
                  </a:lnTo>
                  <a:lnTo>
                    <a:pt x="643153" y="1379586"/>
                  </a:lnTo>
                  <a:lnTo>
                    <a:pt x="643136" y="1379549"/>
                  </a:lnTo>
                  <a:lnTo>
                    <a:pt x="643125" y="1379527"/>
                  </a:lnTo>
                  <a:lnTo>
                    <a:pt x="643112" y="1379499"/>
                  </a:lnTo>
                  <a:lnTo>
                    <a:pt x="643107" y="1379488"/>
                  </a:lnTo>
                  <a:lnTo>
                    <a:pt x="643094" y="1379462"/>
                  </a:lnTo>
                  <a:lnTo>
                    <a:pt x="643085" y="1379448"/>
                  </a:lnTo>
                  <a:lnTo>
                    <a:pt x="643078" y="1379439"/>
                  </a:lnTo>
                  <a:lnTo>
                    <a:pt x="643071" y="1379430"/>
                  </a:lnTo>
                  <a:lnTo>
                    <a:pt x="643061" y="1379421"/>
                  </a:lnTo>
                  <a:lnTo>
                    <a:pt x="643048" y="1379410"/>
                  </a:lnTo>
                  <a:lnTo>
                    <a:pt x="643036" y="1379401"/>
                  </a:lnTo>
                  <a:lnTo>
                    <a:pt x="643028" y="1379395"/>
                  </a:lnTo>
                  <a:lnTo>
                    <a:pt x="643002" y="1379380"/>
                  </a:lnTo>
                  <a:lnTo>
                    <a:pt x="642986" y="1379369"/>
                  </a:lnTo>
                  <a:lnTo>
                    <a:pt x="642973" y="1379360"/>
                  </a:lnTo>
                  <a:lnTo>
                    <a:pt x="642967" y="1379356"/>
                  </a:lnTo>
                  <a:lnTo>
                    <a:pt x="642959" y="1379350"/>
                  </a:lnTo>
                  <a:lnTo>
                    <a:pt x="642954" y="1379346"/>
                  </a:lnTo>
                  <a:lnTo>
                    <a:pt x="642946" y="1379338"/>
                  </a:lnTo>
                  <a:lnTo>
                    <a:pt x="642939" y="1379333"/>
                  </a:lnTo>
                  <a:lnTo>
                    <a:pt x="642934" y="1379327"/>
                  </a:lnTo>
                  <a:lnTo>
                    <a:pt x="642931" y="1379322"/>
                  </a:lnTo>
                  <a:lnTo>
                    <a:pt x="642929" y="1379316"/>
                  </a:lnTo>
                  <a:lnTo>
                    <a:pt x="642925" y="1379306"/>
                  </a:lnTo>
                  <a:lnTo>
                    <a:pt x="642922" y="1379288"/>
                  </a:lnTo>
                  <a:lnTo>
                    <a:pt x="642919" y="1379274"/>
                  </a:lnTo>
                  <a:lnTo>
                    <a:pt x="642917" y="1379256"/>
                  </a:lnTo>
                  <a:lnTo>
                    <a:pt x="642917" y="1379230"/>
                  </a:lnTo>
                  <a:lnTo>
                    <a:pt x="642918" y="1379219"/>
                  </a:lnTo>
                  <a:lnTo>
                    <a:pt x="642919" y="1379206"/>
                  </a:lnTo>
                  <a:lnTo>
                    <a:pt x="642921" y="1379186"/>
                  </a:lnTo>
                  <a:lnTo>
                    <a:pt x="642921" y="1379172"/>
                  </a:lnTo>
                  <a:lnTo>
                    <a:pt x="642920" y="1379153"/>
                  </a:lnTo>
                  <a:lnTo>
                    <a:pt x="642916" y="1379122"/>
                  </a:lnTo>
                  <a:lnTo>
                    <a:pt x="642912" y="1379106"/>
                  </a:lnTo>
                  <a:lnTo>
                    <a:pt x="642906" y="1379079"/>
                  </a:lnTo>
                  <a:lnTo>
                    <a:pt x="642900" y="1379059"/>
                  </a:lnTo>
                  <a:lnTo>
                    <a:pt x="642896" y="1379040"/>
                  </a:lnTo>
                  <a:lnTo>
                    <a:pt x="642894" y="1379033"/>
                  </a:lnTo>
                  <a:lnTo>
                    <a:pt x="642895" y="1379026"/>
                  </a:lnTo>
                  <a:lnTo>
                    <a:pt x="642896" y="1379017"/>
                  </a:lnTo>
                  <a:lnTo>
                    <a:pt x="642900" y="1379007"/>
                  </a:lnTo>
                  <a:lnTo>
                    <a:pt x="642919" y="1378959"/>
                  </a:lnTo>
                  <a:lnTo>
                    <a:pt x="642928" y="1378929"/>
                  </a:lnTo>
                  <a:lnTo>
                    <a:pt x="642935" y="1378908"/>
                  </a:lnTo>
                  <a:lnTo>
                    <a:pt x="642948" y="1378858"/>
                  </a:lnTo>
                  <a:lnTo>
                    <a:pt x="642959" y="1378811"/>
                  </a:lnTo>
                  <a:lnTo>
                    <a:pt x="642966" y="1378777"/>
                  </a:lnTo>
                  <a:lnTo>
                    <a:pt x="642971" y="1378758"/>
                  </a:lnTo>
                  <a:lnTo>
                    <a:pt x="642974" y="1378751"/>
                  </a:lnTo>
                  <a:lnTo>
                    <a:pt x="642978" y="1378742"/>
                  </a:lnTo>
                  <a:lnTo>
                    <a:pt x="642981" y="1378731"/>
                  </a:lnTo>
                  <a:lnTo>
                    <a:pt x="642980" y="1378723"/>
                  </a:lnTo>
                  <a:lnTo>
                    <a:pt x="642979" y="1378717"/>
                  </a:lnTo>
                  <a:lnTo>
                    <a:pt x="642974" y="1378708"/>
                  </a:lnTo>
                  <a:lnTo>
                    <a:pt x="642963" y="1378682"/>
                  </a:lnTo>
                  <a:lnTo>
                    <a:pt x="642957" y="1378670"/>
                  </a:lnTo>
                  <a:lnTo>
                    <a:pt x="642950" y="1378654"/>
                  </a:lnTo>
                  <a:lnTo>
                    <a:pt x="642946" y="1378645"/>
                  </a:lnTo>
                  <a:lnTo>
                    <a:pt x="642938" y="1378629"/>
                  </a:lnTo>
                  <a:lnTo>
                    <a:pt x="642932" y="1378621"/>
                  </a:lnTo>
                  <a:lnTo>
                    <a:pt x="642927" y="1378614"/>
                  </a:lnTo>
                  <a:lnTo>
                    <a:pt x="642915" y="1378605"/>
                  </a:lnTo>
                  <a:lnTo>
                    <a:pt x="642911" y="1378602"/>
                  </a:lnTo>
                  <a:lnTo>
                    <a:pt x="642888" y="1378582"/>
                  </a:lnTo>
                  <a:lnTo>
                    <a:pt x="642869" y="1378566"/>
                  </a:lnTo>
                  <a:lnTo>
                    <a:pt x="642864" y="1378561"/>
                  </a:lnTo>
                  <a:lnTo>
                    <a:pt x="642855" y="1378554"/>
                  </a:lnTo>
                  <a:lnTo>
                    <a:pt x="642847" y="1378546"/>
                  </a:lnTo>
                  <a:lnTo>
                    <a:pt x="642824" y="1378527"/>
                  </a:lnTo>
                  <a:lnTo>
                    <a:pt x="642794" y="1378503"/>
                  </a:lnTo>
                  <a:lnTo>
                    <a:pt x="642781" y="1378493"/>
                  </a:lnTo>
                  <a:lnTo>
                    <a:pt x="642751" y="1378468"/>
                  </a:lnTo>
                  <a:lnTo>
                    <a:pt x="642734" y="1378454"/>
                  </a:lnTo>
                  <a:lnTo>
                    <a:pt x="642723" y="1378446"/>
                  </a:lnTo>
                  <a:lnTo>
                    <a:pt x="642702" y="1378430"/>
                  </a:lnTo>
                  <a:lnTo>
                    <a:pt x="642672" y="1378409"/>
                  </a:lnTo>
                  <a:lnTo>
                    <a:pt x="642660" y="1378399"/>
                  </a:lnTo>
                  <a:lnTo>
                    <a:pt x="642638" y="1378385"/>
                  </a:lnTo>
                  <a:lnTo>
                    <a:pt x="642611" y="1378368"/>
                  </a:lnTo>
                  <a:lnTo>
                    <a:pt x="642589" y="1378354"/>
                  </a:lnTo>
                  <a:lnTo>
                    <a:pt x="642568" y="1378340"/>
                  </a:lnTo>
                  <a:lnTo>
                    <a:pt x="642550" y="1378328"/>
                  </a:lnTo>
                  <a:lnTo>
                    <a:pt x="642538" y="1378320"/>
                  </a:lnTo>
                  <a:lnTo>
                    <a:pt x="642511" y="1378302"/>
                  </a:lnTo>
                  <a:lnTo>
                    <a:pt x="642489" y="1378288"/>
                  </a:lnTo>
                  <a:lnTo>
                    <a:pt x="642474" y="1378278"/>
                  </a:lnTo>
                  <a:lnTo>
                    <a:pt x="642460" y="1378268"/>
                  </a:lnTo>
                  <a:lnTo>
                    <a:pt x="642443" y="1378257"/>
                  </a:lnTo>
                  <a:lnTo>
                    <a:pt x="642428" y="1378245"/>
                  </a:lnTo>
                  <a:lnTo>
                    <a:pt x="642395" y="1378218"/>
                  </a:lnTo>
                  <a:lnTo>
                    <a:pt x="642379" y="1378205"/>
                  </a:lnTo>
                  <a:lnTo>
                    <a:pt x="642367" y="1378198"/>
                  </a:lnTo>
                  <a:lnTo>
                    <a:pt x="642356" y="1378192"/>
                  </a:lnTo>
                  <a:lnTo>
                    <a:pt x="642330" y="1378181"/>
                  </a:lnTo>
                  <a:lnTo>
                    <a:pt x="642305" y="1378171"/>
                  </a:lnTo>
                  <a:lnTo>
                    <a:pt x="642287" y="1378166"/>
                  </a:lnTo>
                  <a:lnTo>
                    <a:pt x="642265" y="1378162"/>
                  </a:lnTo>
                  <a:lnTo>
                    <a:pt x="642244" y="1378159"/>
                  </a:lnTo>
                  <a:lnTo>
                    <a:pt x="642232" y="1378158"/>
                  </a:lnTo>
                  <a:lnTo>
                    <a:pt x="642223" y="1378156"/>
                  </a:lnTo>
                  <a:lnTo>
                    <a:pt x="642210" y="1378153"/>
                  </a:lnTo>
                  <a:lnTo>
                    <a:pt x="642201" y="1378150"/>
                  </a:lnTo>
                  <a:lnTo>
                    <a:pt x="642193" y="1378147"/>
                  </a:lnTo>
                  <a:lnTo>
                    <a:pt x="642180" y="1378140"/>
                  </a:lnTo>
                  <a:lnTo>
                    <a:pt x="642158" y="1378127"/>
                  </a:lnTo>
                  <a:lnTo>
                    <a:pt x="642140" y="1378117"/>
                  </a:lnTo>
                  <a:lnTo>
                    <a:pt x="642130" y="1378112"/>
                  </a:lnTo>
                  <a:lnTo>
                    <a:pt x="642118" y="1378108"/>
                  </a:lnTo>
                  <a:lnTo>
                    <a:pt x="642107" y="1378106"/>
                  </a:lnTo>
                  <a:lnTo>
                    <a:pt x="642093" y="1378104"/>
                  </a:lnTo>
                  <a:lnTo>
                    <a:pt x="642085" y="1378104"/>
                  </a:lnTo>
                  <a:lnTo>
                    <a:pt x="642072" y="1378103"/>
                  </a:lnTo>
                  <a:lnTo>
                    <a:pt x="642055" y="1378103"/>
                  </a:lnTo>
                  <a:lnTo>
                    <a:pt x="642045" y="1378102"/>
                  </a:lnTo>
                  <a:lnTo>
                    <a:pt x="642037" y="1378100"/>
                  </a:lnTo>
                  <a:lnTo>
                    <a:pt x="642031" y="1378098"/>
                  </a:lnTo>
                  <a:lnTo>
                    <a:pt x="642023" y="1378094"/>
                  </a:lnTo>
                  <a:lnTo>
                    <a:pt x="642008" y="1378087"/>
                  </a:lnTo>
                  <a:lnTo>
                    <a:pt x="642000" y="1378084"/>
                  </a:lnTo>
                  <a:lnTo>
                    <a:pt x="641990" y="1378081"/>
                  </a:lnTo>
                  <a:lnTo>
                    <a:pt x="641973" y="1378079"/>
                  </a:lnTo>
                  <a:lnTo>
                    <a:pt x="641955" y="1378074"/>
                  </a:lnTo>
                  <a:lnTo>
                    <a:pt x="641935" y="1378070"/>
                  </a:lnTo>
                  <a:lnTo>
                    <a:pt x="641926" y="1378069"/>
                  </a:lnTo>
                  <a:lnTo>
                    <a:pt x="641910" y="1378068"/>
                  </a:lnTo>
                  <a:lnTo>
                    <a:pt x="641887" y="1378070"/>
                  </a:lnTo>
                  <a:lnTo>
                    <a:pt x="641870" y="1378071"/>
                  </a:lnTo>
                  <a:lnTo>
                    <a:pt x="641851" y="1378072"/>
                  </a:lnTo>
                  <a:lnTo>
                    <a:pt x="641845" y="1378073"/>
                  </a:lnTo>
                  <a:lnTo>
                    <a:pt x="641835" y="1378074"/>
                  </a:lnTo>
                  <a:lnTo>
                    <a:pt x="641824" y="1378076"/>
                  </a:lnTo>
                  <a:lnTo>
                    <a:pt x="641808" y="1378079"/>
                  </a:lnTo>
                  <a:lnTo>
                    <a:pt x="641801" y="1378079"/>
                  </a:lnTo>
                  <a:lnTo>
                    <a:pt x="641788" y="1378076"/>
                  </a:lnTo>
                  <a:lnTo>
                    <a:pt x="641779" y="1378073"/>
                  </a:lnTo>
                  <a:lnTo>
                    <a:pt x="641772" y="1378070"/>
                  </a:lnTo>
                  <a:lnTo>
                    <a:pt x="641764" y="1378063"/>
                  </a:lnTo>
                  <a:lnTo>
                    <a:pt x="641757" y="1378057"/>
                  </a:lnTo>
                  <a:lnTo>
                    <a:pt x="641749" y="1378047"/>
                  </a:lnTo>
                  <a:lnTo>
                    <a:pt x="641739" y="1378034"/>
                  </a:lnTo>
                  <a:lnTo>
                    <a:pt x="641731" y="1378018"/>
                  </a:lnTo>
                  <a:lnTo>
                    <a:pt x="641725" y="1378004"/>
                  </a:lnTo>
                  <a:lnTo>
                    <a:pt x="641717" y="1377983"/>
                  </a:lnTo>
                  <a:lnTo>
                    <a:pt x="641707" y="1377964"/>
                  </a:lnTo>
                  <a:lnTo>
                    <a:pt x="641691" y="1377932"/>
                  </a:lnTo>
                  <a:lnTo>
                    <a:pt x="641680" y="1377910"/>
                  </a:lnTo>
                  <a:lnTo>
                    <a:pt x="641671" y="1377889"/>
                  </a:lnTo>
                  <a:lnTo>
                    <a:pt x="641667" y="1377880"/>
                  </a:lnTo>
                  <a:lnTo>
                    <a:pt x="641658" y="1377853"/>
                  </a:lnTo>
                  <a:lnTo>
                    <a:pt x="641651" y="1377830"/>
                  </a:lnTo>
                  <a:lnTo>
                    <a:pt x="641647" y="1377816"/>
                  </a:lnTo>
                  <a:lnTo>
                    <a:pt x="641644" y="1377803"/>
                  </a:lnTo>
                  <a:lnTo>
                    <a:pt x="641641" y="1377786"/>
                  </a:lnTo>
                  <a:lnTo>
                    <a:pt x="641635" y="1377752"/>
                  </a:lnTo>
                  <a:lnTo>
                    <a:pt x="641633" y="1377739"/>
                  </a:lnTo>
                  <a:lnTo>
                    <a:pt x="641632" y="1377725"/>
                  </a:lnTo>
                  <a:lnTo>
                    <a:pt x="641632" y="1377717"/>
                  </a:lnTo>
                  <a:lnTo>
                    <a:pt x="641630" y="1377703"/>
                  </a:lnTo>
                  <a:lnTo>
                    <a:pt x="641631" y="1377684"/>
                  </a:lnTo>
                  <a:lnTo>
                    <a:pt x="641631" y="1377678"/>
                  </a:lnTo>
                  <a:lnTo>
                    <a:pt x="641631" y="1377668"/>
                  </a:lnTo>
                  <a:lnTo>
                    <a:pt x="641631" y="1377658"/>
                  </a:lnTo>
                  <a:lnTo>
                    <a:pt x="641630" y="1377647"/>
                  </a:lnTo>
                  <a:lnTo>
                    <a:pt x="641628" y="1377642"/>
                  </a:lnTo>
                  <a:lnTo>
                    <a:pt x="641622" y="1377635"/>
                  </a:lnTo>
                  <a:lnTo>
                    <a:pt x="641612" y="1377629"/>
                  </a:lnTo>
                  <a:lnTo>
                    <a:pt x="641604" y="1377625"/>
                  </a:lnTo>
                  <a:lnTo>
                    <a:pt x="641590" y="1377618"/>
                  </a:lnTo>
                  <a:lnTo>
                    <a:pt x="641578" y="1377612"/>
                  </a:lnTo>
                  <a:lnTo>
                    <a:pt x="641570" y="1377606"/>
                  </a:lnTo>
                  <a:lnTo>
                    <a:pt x="641562" y="1377600"/>
                  </a:lnTo>
                  <a:lnTo>
                    <a:pt x="641556" y="1377595"/>
                  </a:lnTo>
                  <a:lnTo>
                    <a:pt x="641552" y="1377590"/>
                  </a:lnTo>
                  <a:lnTo>
                    <a:pt x="641550" y="1377585"/>
                  </a:lnTo>
                  <a:lnTo>
                    <a:pt x="641546" y="1377574"/>
                  </a:lnTo>
                  <a:lnTo>
                    <a:pt x="641541" y="1377563"/>
                  </a:lnTo>
                  <a:lnTo>
                    <a:pt x="641537" y="1377554"/>
                  </a:lnTo>
                  <a:lnTo>
                    <a:pt x="641532" y="1377548"/>
                  </a:lnTo>
                  <a:lnTo>
                    <a:pt x="641526" y="1377542"/>
                  </a:lnTo>
                  <a:lnTo>
                    <a:pt x="641519" y="1377538"/>
                  </a:lnTo>
                  <a:lnTo>
                    <a:pt x="641510" y="1377534"/>
                  </a:lnTo>
                  <a:lnTo>
                    <a:pt x="641503" y="1377532"/>
                  </a:lnTo>
                  <a:lnTo>
                    <a:pt x="641489" y="1377527"/>
                  </a:lnTo>
                  <a:lnTo>
                    <a:pt x="641479" y="1377523"/>
                  </a:lnTo>
                  <a:lnTo>
                    <a:pt x="641470" y="1377518"/>
                  </a:lnTo>
                  <a:lnTo>
                    <a:pt x="641464" y="1377514"/>
                  </a:lnTo>
                  <a:lnTo>
                    <a:pt x="641459" y="1377510"/>
                  </a:lnTo>
                  <a:lnTo>
                    <a:pt x="641454" y="1377504"/>
                  </a:lnTo>
                  <a:lnTo>
                    <a:pt x="641450" y="1377499"/>
                  </a:lnTo>
                  <a:lnTo>
                    <a:pt x="641442" y="1377485"/>
                  </a:lnTo>
                  <a:lnTo>
                    <a:pt x="641438" y="1377477"/>
                  </a:lnTo>
                  <a:lnTo>
                    <a:pt x="641432" y="1377466"/>
                  </a:lnTo>
                  <a:lnTo>
                    <a:pt x="641426" y="1377454"/>
                  </a:lnTo>
                  <a:lnTo>
                    <a:pt x="641418" y="1377442"/>
                  </a:lnTo>
                  <a:lnTo>
                    <a:pt x="641408" y="1377427"/>
                  </a:lnTo>
                  <a:lnTo>
                    <a:pt x="641389" y="1377401"/>
                  </a:lnTo>
                  <a:lnTo>
                    <a:pt x="641379" y="1377383"/>
                  </a:lnTo>
                  <a:lnTo>
                    <a:pt x="641364" y="1377359"/>
                  </a:lnTo>
                  <a:lnTo>
                    <a:pt x="641354" y="1377339"/>
                  </a:lnTo>
                  <a:lnTo>
                    <a:pt x="641343" y="1377319"/>
                  </a:lnTo>
                  <a:lnTo>
                    <a:pt x="641338" y="1377306"/>
                  </a:lnTo>
                  <a:lnTo>
                    <a:pt x="641332" y="1377292"/>
                  </a:lnTo>
                  <a:lnTo>
                    <a:pt x="641325" y="1377278"/>
                  </a:lnTo>
                  <a:lnTo>
                    <a:pt x="641323" y="1377271"/>
                  </a:lnTo>
                  <a:lnTo>
                    <a:pt x="641321" y="1377266"/>
                  </a:lnTo>
                  <a:lnTo>
                    <a:pt x="641317" y="1377255"/>
                  </a:lnTo>
                  <a:lnTo>
                    <a:pt x="641311" y="1377236"/>
                  </a:lnTo>
                  <a:lnTo>
                    <a:pt x="641306" y="1377219"/>
                  </a:lnTo>
                  <a:lnTo>
                    <a:pt x="641304" y="1377207"/>
                  </a:lnTo>
                  <a:lnTo>
                    <a:pt x="641301" y="1377197"/>
                  </a:lnTo>
                  <a:lnTo>
                    <a:pt x="641299" y="1377178"/>
                  </a:lnTo>
                  <a:lnTo>
                    <a:pt x="641296" y="1377164"/>
                  </a:lnTo>
                  <a:lnTo>
                    <a:pt x="641294" y="1377147"/>
                  </a:lnTo>
                  <a:lnTo>
                    <a:pt x="641292" y="1377127"/>
                  </a:lnTo>
                  <a:lnTo>
                    <a:pt x="641290" y="1377120"/>
                  </a:lnTo>
                  <a:lnTo>
                    <a:pt x="641288" y="1377110"/>
                  </a:lnTo>
                  <a:lnTo>
                    <a:pt x="641286" y="1377102"/>
                  </a:lnTo>
                  <a:lnTo>
                    <a:pt x="641283" y="1377094"/>
                  </a:lnTo>
                  <a:lnTo>
                    <a:pt x="641278" y="1377084"/>
                  </a:lnTo>
                  <a:lnTo>
                    <a:pt x="641274" y="1377074"/>
                  </a:lnTo>
                  <a:lnTo>
                    <a:pt x="641268" y="1377064"/>
                  </a:lnTo>
                  <a:lnTo>
                    <a:pt x="641266" y="1377059"/>
                  </a:lnTo>
                  <a:lnTo>
                    <a:pt x="641249" y="1377033"/>
                  </a:lnTo>
                  <a:lnTo>
                    <a:pt x="641238" y="1377016"/>
                  </a:lnTo>
                  <a:lnTo>
                    <a:pt x="641220" y="1376990"/>
                  </a:lnTo>
                  <a:lnTo>
                    <a:pt x="641204" y="1376968"/>
                  </a:lnTo>
                  <a:lnTo>
                    <a:pt x="641195" y="1376955"/>
                  </a:lnTo>
                  <a:lnTo>
                    <a:pt x="641189" y="1376946"/>
                  </a:lnTo>
                  <a:lnTo>
                    <a:pt x="641181" y="1376934"/>
                  </a:lnTo>
                  <a:lnTo>
                    <a:pt x="641173" y="1376921"/>
                  </a:lnTo>
                  <a:lnTo>
                    <a:pt x="641162" y="1376901"/>
                  </a:lnTo>
                  <a:lnTo>
                    <a:pt x="641154" y="1376889"/>
                  </a:lnTo>
                  <a:lnTo>
                    <a:pt x="641147" y="1376879"/>
                  </a:lnTo>
                  <a:lnTo>
                    <a:pt x="641143" y="1376873"/>
                  </a:lnTo>
                  <a:lnTo>
                    <a:pt x="641135" y="1376861"/>
                  </a:lnTo>
                  <a:lnTo>
                    <a:pt x="641129" y="1376851"/>
                  </a:lnTo>
                  <a:lnTo>
                    <a:pt x="641116" y="1376828"/>
                  </a:lnTo>
                  <a:lnTo>
                    <a:pt x="641109" y="1376816"/>
                  </a:lnTo>
                  <a:lnTo>
                    <a:pt x="641105" y="1376810"/>
                  </a:lnTo>
                  <a:lnTo>
                    <a:pt x="641101" y="1376802"/>
                  </a:lnTo>
                  <a:lnTo>
                    <a:pt x="641094" y="1376789"/>
                  </a:lnTo>
                  <a:lnTo>
                    <a:pt x="641089" y="1376781"/>
                  </a:lnTo>
                  <a:lnTo>
                    <a:pt x="641084" y="1376777"/>
                  </a:lnTo>
                  <a:lnTo>
                    <a:pt x="641078" y="1376773"/>
                  </a:lnTo>
                  <a:lnTo>
                    <a:pt x="641072" y="1376772"/>
                  </a:lnTo>
                  <a:lnTo>
                    <a:pt x="641050" y="1376768"/>
                  </a:lnTo>
                  <a:lnTo>
                    <a:pt x="641035" y="1376766"/>
                  </a:lnTo>
                  <a:lnTo>
                    <a:pt x="641018" y="1376764"/>
                  </a:lnTo>
                  <a:lnTo>
                    <a:pt x="641009" y="1376764"/>
                  </a:lnTo>
                  <a:lnTo>
                    <a:pt x="640986" y="1376763"/>
                  </a:lnTo>
                  <a:lnTo>
                    <a:pt x="640966" y="1376764"/>
                  </a:lnTo>
                  <a:lnTo>
                    <a:pt x="640954" y="1376764"/>
                  </a:lnTo>
                  <a:lnTo>
                    <a:pt x="640935" y="1376766"/>
                  </a:lnTo>
                  <a:lnTo>
                    <a:pt x="640922" y="1376767"/>
                  </a:lnTo>
                  <a:lnTo>
                    <a:pt x="640917" y="1376767"/>
                  </a:lnTo>
                  <a:lnTo>
                    <a:pt x="640910" y="1376769"/>
                  </a:lnTo>
                  <a:lnTo>
                    <a:pt x="640904" y="1376770"/>
                  </a:lnTo>
                  <a:lnTo>
                    <a:pt x="640894" y="1376773"/>
                  </a:lnTo>
                  <a:lnTo>
                    <a:pt x="640887" y="1376777"/>
                  </a:lnTo>
                  <a:lnTo>
                    <a:pt x="640877" y="1376783"/>
                  </a:lnTo>
                  <a:lnTo>
                    <a:pt x="640857" y="1376797"/>
                  </a:lnTo>
                  <a:lnTo>
                    <a:pt x="640851" y="1376801"/>
                  </a:lnTo>
                  <a:lnTo>
                    <a:pt x="640840" y="1376808"/>
                  </a:lnTo>
                  <a:lnTo>
                    <a:pt x="640828" y="1376815"/>
                  </a:lnTo>
                  <a:lnTo>
                    <a:pt x="640821" y="1376818"/>
                  </a:lnTo>
                  <a:lnTo>
                    <a:pt x="640815" y="1376820"/>
                  </a:lnTo>
                  <a:lnTo>
                    <a:pt x="640810" y="1376820"/>
                  </a:lnTo>
                  <a:lnTo>
                    <a:pt x="640793" y="1376820"/>
                  </a:lnTo>
                  <a:lnTo>
                    <a:pt x="640779" y="1376819"/>
                  </a:lnTo>
                  <a:lnTo>
                    <a:pt x="640761" y="1376818"/>
                  </a:lnTo>
                  <a:lnTo>
                    <a:pt x="640747" y="1376816"/>
                  </a:lnTo>
                  <a:lnTo>
                    <a:pt x="640729" y="1376814"/>
                  </a:lnTo>
                  <a:lnTo>
                    <a:pt x="640715" y="1376812"/>
                  </a:lnTo>
                  <a:lnTo>
                    <a:pt x="640698" y="1376809"/>
                  </a:lnTo>
                  <a:lnTo>
                    <a:pt x="640685" y="1376807"/>
                  </a:lnTo>
                  <a:lnTo>
                    <a:pt x="640666" y="1376803"/>
                  </a:lnTo>
                  <a:lnTo>
                    <a:pt x="640654" y="1376800"/>
                  </a:lnTo>
                  <a:lnTo>
                    <a:pt x="640635" y="1376796"/>
                  </a:lnTo>
                  <a:lnTo>
                    <a:pt x="640618" y="1376794"/>
                  </a:lnTo>
                  <a:lnTo>
                    <a:pt x="640603" y="1376793"/>
                  </a:lnTo>
                  <a:lnTo>
                    <a:pt x="640589" y="1376794"/>
                  </a:lnTo>
                  <a:lnTo>
                    <a:pt x="640570" y="1376795"/>
                  </a:lnTo>
                  <a:lnTo>
                    <a:pt x="640552" y="1376796"/>
                  </a:lnTo>
                  <a:lnTo>
                    <a:pt x="640529" y="1376798"/>
                  </a:lnTo>
                  <a:lnTo>
                    <a:pt x="640505" y="1376798"/>
                  </a:lnTo>
                  <a:lnTo>
                    <a:pt x="640473" y="1376796"/>
                  </a:lnTo>
                  <a:lnTo>
                    <a:pt x="640446" y="1376794"/>
                  </a:lnTo>
                  <a:lnTo>
                    <a:pt x="640428" y="1376793"/>
                  </a:lnTo>
                  <a:lnTo>
                    <a:pt x="640422" y="1376793"/>
                  </a:lnTo>
                  <a:lnTo>
                    <a:pt x="640416" y="1376794"/>
                  </a:lnTo>
                  <a:lnTo>
                    <a:pt x="640410" y="1376795"/>
                  </a:lnTo>
                  <a:lnTo>
                    <a:pt x="640403" y="1376796"/>
                  </a:lnTo>
                  <a:lnTo>
                    <a:pt x="640390" y="1376800"/>
                  </a:lnTo>
                  <a:lnTo>
                    <a:pt x="640378" y="1376803"/>
                  </a:lnTo>
                  <a:lnTo>
                    <a:pt x="640372" y="1376804"/>
                  </a:lnTo>
                  <a:lnTo>
                    <a:pt x="640365" y="1376804"/>
                  </a:lnTo>
                  <a:lnTo>
                    <a:pt x="640356" y="1376803"/>
                  </a:lnTo>
                  <a:lnTo>
                    <a:pt x="640347" y="1376801"/>
                  </a:lnTo>
                  <a:lnTo>
                    <a:pt x="640339" y="1376798"/>
                  </a:lnTo>
                  <a:lnTo>
                    <a:pt x="640333" y="1376794"/>
                  </a:lnTo>
                  <a:lnTo>
                    <a:pt x="640327" y="1376790"/>
                  </a:lnTo>
                  <a:lnTo>
                    <a:pt x="640320" y="1376783"/>
                  </a:lnTo>
                  <a:lnTo>
                    <a:pt x="640313" y="1376775"/>
                  </a:lnTo>
                  <a:lnTo>
                    <a:pt x="640302" y="1376762"/>
                  </a:lnTo>
                  <a:lnTo>
                    <a:pt x="640291" y="1376751"/>
                  </a:lnTo>
                  <a:lnTo>
                    <a:pt x="640283" y="1376744"/>
                  </a:lnTo>
                  <a:lnTo>
                    <a:pt x="640274" y="1376735"/>
                  </a:lnTo>
                  <a:lnTo>
                    <a:pt x="640263" y="1376725"/>
                  </a:lnTo>
                  <a:lnTo>
                    <a:pt x="640255" y="1376719"/>
                  </a:lnTo>
                  <a:lnTo>
                    <a:pt x="640249" y="1376714"/>
                  </a:lnTo>
                  <a:lnTo>
                    <a:pt x="640235" y="1376705"/>
                  </a:lnTo>
                  <a:lnTo>
                    <a:pt x="640226" y="1376698"/>
                  </a:lnTo>
                  <a:lnTo>
                    <a:pt x="640213" y="1376689"/>
                  </a:lnTo>
                  <a:lnTo>
                    <a:pt x="640205" y="1376683"/>
                  </a:lnTo>
                  <a:lnTo>
                    <a:pt x="640199" y="1376677"/>
                  </a:lnTo>
                  <a:lnTo>
                    <a:pt x="640189" y="1376668"/>
                  </a:lnTo>
                  <a:lnTo>
                    <a:pt x="640172" y="1376652"/>
                  </a:lnTo>
                  <a:lnTo>
                    <a:pt x="640160" y="1376639"/>
                  </a:lnTo>
                  <a:lnTo>
                    <a:pt x="640146" y="1376625"/>
                  </a:lnTo>
                  <a:lnTo>
                    <a:pt x="640135" y="1376612"/>
                  </a:lnTo>
                  <a:lnTo>
                    <a:pt x="640127" y="1376604"/>
                  </a:lnTo>
                  <a:lnTo>
                    <a:pt x="640123" y="1376598"/>
                  </a:lnTo>
                  <a:lnTo>
                    <a:pt x="640118" y="1376592"/>
                  </a:lnTo>
                  <a:lnTo>
                    <a:pt x="640112" y="1376583"/>
                  </a:lnTo>
                  <a:lnTo>
                    <a:pt x="640106" y="1376578"/>
                  </a:lnTo>
                  <a:lnTo>
                    <a:pt x="640098" y="1376573"/>
                  </a:lnTo>
                  <a:lnTo>
                    <a:pt x="640088" y="1376564"/>
                  </a:lnTo>
                  <a:lnTo>
                    <a:pt x="640076" y="1376547"/>
                  </a:lnTo>
                  <a:lnTo>
                    <a:pt x="640069" y="1376534"/>
                  </a:lnTo>
                  <a:lnTo>
                    <a:pt x="640060" y="1376518"/>
                  </a:lnTo>
                  <a:lnTo>
                    <a:pt x="640050" y="1376499"/>
                  </a:lnTo>
                  <a:lnTo>
                    <a:pt x="640043" y="1376485"/>
                  </a:lnTo>
                  <a:lnTo>
                    <a:pt x="640036" y="1376471"/>
                  </a:lnTo>
                  <a:lnTo>
                    <a:pt x="640029" y="1376455"/>
                  </a:lnTo>
                  <a:lnTo>
                    <a:pt x="640021" y="1376433"/>
                  </a:lnTo>
                  <a:lnTo>
                    <a:pt x="640014" y="1376414"/>
                  </a:lnTo>
                  <a:lnTo>
                    <a:pt x="640010" y="1376405"/>
                  </a:lnTo>
                  <a:lnTo>
                    <a:pt x="640004" y="1376397"/>
                  </a:lnTo>
                  <a:lnTo>
                    <a:pt x="639996" y="1376389"/>
                  </a:lnTo>
                  <a:lnTo>
                    <a:pt x="639990" y="1376385"/>
                  </a:lnTo>
                  <a:lnTo>
                    <a:pt x="639985" y="1376382"/>
                  </a:lnTo>
                  <a:lnTo>
                    <a:pt x="639977" y="1376381"/>
                  </a:lnTo>
                  <a:lnTo>
                    <a:pt x="639971" y="1376381"/>
                  </a:lnTo>
                  <a:lnTo>
                    <a:pt x="639965" y="1376383"/>
                  </a:lnTo>
                  <a:lnTo>
                    <a:pt x="639959" y="1376386"/>
                  </a:lnTo>
                  <a:lnTo>
                    <a:pt x="639952" y="1376390"/>
                  </a:lnTo>
                  <a:lnTo>
                    <a:pt x="639936" y="1376400"/>
                  </a:lnTo>
                  <a:lnTo>
                    <a:pt x="639921" y="1376411"/>
                  </a:lnTo>
                  <a:lnTo>
                    <a:pt x="639902" y="1376425"/>
                  </a:lnTo>
                  <a:lnTo>
                    <a:pt x="639893" y="1376432"/>
                  </a:lnTo>
                  <a:lnTo>
                    <a:pt x="639870" y="1376449"/>
                  </a:lnTo>
                  <a:lnTo>
                    <a:pt x="639863" y="1376455"/>
                  </a:lnTo>
                  <a:lnTo>
                    <a:pt x="639840" y="1376475"/>
                  </a:lnTo>
                  <a:lnTo>
                    <a:pt x="639833" y="1376480"/>
                  </a:lnTo>
                  <a:lnTo>
                    <a:pt x="639812" y="1376500"/>
                  </a:lnTo>
                  <a:lnTo>
                    <a:pt x="639799" y="1376512"/>
                  </a:lnTo>
                  <a:lnTo>
                    <a:pt x="639784" y="1376526"/>
                  </a:lnTo>
                  <a:lnTo>
                    <a:pt x="639767" y="1376541"/>
                  </a:lnTo>
                  <a:lnTo>
                    <a:pt x="639755" y="1376551"/>
                  </a:lnTo>
                  <a:lnTo>
                    <a:pt x="639745" y="1376559"/>
                  </a:lnTo>
                  <a:lnTo>
                    <a:pt x="639733" y="1376570"/>
                  </a:lnTo>
                  <a:lnTo>
                    <a:pt x="639725" y="1376576"/>
                  </a:lnTo>
                  <a:lnTo>
                    <a:pt x="639710" y="1376585"/>
                  </a:lnTo>
                  <a:lnTo>
                    <a:pt x="639693" y="1376594"/>
                  </a:lnTo>
                  <a:lnTo>
                    <a:pt x="639677" y="1376600"/>
                  </a:lnTo>
                  <a:lnTo>
                    <a:pt x="639660" y="1376607"/>
                  </a:lnTo>
                  <a:lnTo>
                    <a:pt x="639654" y="1376609"/>
                  </a:lnTo>
                  <a:lnTo>
                    <a:pt x="639648" y="1376610"/>
                  </a:lnTo>
                  <a:lnTo>
                    <a:pt x="639627" y="1376617"/>
                  </a:lnTo>
                  <a:lnTo>
                    <a:pt x="639607" y="1376621"/>
                  </a:lnTo>
                  <a:lnTo>
                    <a:pt x="639595" y="1376623"/>
                  </a:lnTo>
                  <a:lnTo>
                    <a:pt x="639588" y="1376623"/>
                  </a:lnTo>
                  <a:lnTo>
                    <a:pt x="639563" y="1376624"/>
                  </a:lnTo>
                  <a:lnTo>
                    <a:pt x="639556" y="1376623"/>
                  </a:lnTo>
                  <a:lnTo>
                    <a:pt x="639531" y="1376622"/>
                  </a:lnTo>
                  <a:lnTo>
                    <a:pt x="639521" y="1376621"/>
                  </a:lnTo>
                  <a:lnTo>
                    <a:pt x="639498" y="1376619"/>
                  </a:lnTo>
                  <a:lnTo>
                    <a:pt x="639480" y="1376616"/>
                  </a:lnTo>
                  <a:lnTo>
                    <a:pt x="639467" y="1376613"/>
                  </a:lnTo>
                  <a:lnTo>
                    <a:pt x="639461" y="1376613"/>
                  </a:lnTo>
                  <a:lnTo>
                    <a:pt x="639452" y="1376611"/>
                  </a:lnTo>
                  <a:lnTo>
                    <a:pt x="639442" y="1376609"/>
                  </a:lnTo>
                  <a:lnTo>
                    <a:pt x="639433" y="1376606"/>
                  </a:lnTo>
                  <a:lnTo>
                    <a:pt x="639426" y="1376604"/>
                  </a:lnTo>
                  <a:lnTo>
                    <a:pt x="639419" y="1376600"/>
                  </a:lnTo>
                  <a:lnTo>
                    <a:pt x="639413" y="1376596"/>
                  </a:lnTo>
                  <a:lnTo>
                    <a:pt x="639402" y="1376590"/>
                  </a:lnTo>
                  <a:lnTo>
                    <a:pt x="639393" y="1376582"/>
                  </a:lnTo>
                  <a:lnTo>
                    <a:pt x="639376" y="1376570"/>
                  </a:lnTo>
                  <a:lnTo>
                    <a:pt x="639370" y="1376566"/>
                  </a:lnTo>
                  <a:lnTo>
                    <a:pt x="639365" y="1376562"/>
                  </a:lnTo>
                  <a:lnTo>
                    <a:pt x="639355" y="1376557"/>
                  </a:lnTo>
                  <a:lnTo>
                    <a:pt x="639344" y="1376553"/>
                  </a:lnTo>
                  <a:lnTo>
                    <a:pt x="639336" y="1376551"/>
                  </a:lnTo>
                  <a:lnTo>
                    <a:pt x="639330" y="1376550"/>
                  </a:lnTo>
                  <a:lnTo>
                    <a:pt x="639319" y="1376550"/>
                  </a:lnTo>
                  <a:lnTo>
                    <a:pt x="639307" y="1376549"/>
                  </a:lnTo>
                  <a:lnTo>
                    <a:pt x="639293" y="1376550"/>
                  </a:lnTo>
                  <a:lnTo>
                    <a:pt x="639275" y="1376552"/>
                  </a:lnTo>
                  <a:lnTo>
                    <a:pt x="639263" y="1376554"/>
                  </a:lnTo>
                  <a:lnTo>
                    <a:pt x="639253" y="1376556"/>
                  </a:lnTo>
                  <a:lnTo>
                    <a:pt x="639245" y="1376559"/>
                  </a:lnTo>
                  <a:lnTo>
                    <a:pt x="639236" y="1376560"/>
                  </a:lnTo>
                  <a:lnTo>
                    <a:pt x="639204" y="1376558"/>
                  </a:lnTo>
                  <a:lnTo>
                    <a:pt x="639199" y="1376557"/>
                  </a:lnTo>
                  <a:lnTo>
                    <a:pt x="639168" y="1376556"/>
                  </a:lnTo>
                  <a:lnTo>
                    <a:pt x="639133" y="1376556"/>
                  </a:lnTo>
                  <a:lnTo>
                    <a:pt x="639120" y="1376556"/>
                  </a:lnTo>
                  <a:lnTo>
                    <a:pt x="639113" y="1376556"/>
                  </a:lnTo>
                  <a:lnTo>
                    <a:pt x="639097" y="1376557"/>
                  </a:lnTo>
                  <a:lnTo>
                    <a:pt x="639073" y="1376558"/>
                  </a:lnTo>
                  <a:lnTo>
                    <a:pt x="639051" y="1376558"/>
                  </a:lnTo>
                  <a:lnTo>
                    <a:pt x="639034" y="1376558"/>
                  </a:lnTo>
                  <a:lnTo>
                    <a:pt x="639026" y="1376556"/>
                  </a:lnTo>
                  <a:lnTo>
                    <a:pt x="639019" y="1376555"/>
                  </a:lnTo>
                  <a:lnTo>
                    <a:pt x="639011" y="1376554"/>
                  </a:lnTo>
                  <a:lnTo>
                    <a:pt x="639000" y="1376552"/>
                  </a:lnTo>
                  <a:lnTo>
                    <a:pt x="638993" y="1376551"/>
                  </a:lnTo>
                  <a:lnTo>
                    <a:pt x="638986" y="1376549"/>
                  </a:lnTo>
                  <a:lnTo>
                    <a:pt x="638982" y="1376548"/>
                  </a:lnTo>
                  <a:lnTo>
                    <a:pt x="638972" y="1376546"/>
                  </a:lnTo>
                  <a:lnTo>
                    <a:pt x="638957" y="1376542"/>
                  </a:lnTo>
                  <a:lnTo>
                    <a:pt x="638945" y="1376540"/>
                  </a:lnTo>
                  <a:lnTo>
                    <a:pt x="638936" y="1376539"/>
                  </a:lnTo>
                  <a:lnTo>
                    <a:pt x="638924" y="1376537"/>
                  </a:lnTo>
                  <a:lnTo>
                    <a:pt x="638912" y="1376536"/>
                  </a:lnTo>
                  <a:lnTo>
                    <a:pt x="638907" y="1376537"/>
                  </a:lnTo>
                  <a:lnTo>
                    <a:pt x="638899" y="1376539"/>
                  </a:lnTo>
                  <a:lnTo>
                    <a:pt x="638889" y="1376544"/>
                  </a:lnTo>
                  <a:lnTo>
                    <a:pt x="638882" y="1376549"/>
                  </a:lnTo>
                  <a:lnTo>
                    <a:pt x="638872" y="1376556"/>
                  </a:lnTo>
                  <a:lnTo>
                    <a:pt x="638861" y="1376566"/>
                  </a:lnTo>
                  <a:lnTo>
                    <a:pt x="638851" y="1376574"/>
                  </a:lnTo>
                  <a:lnTo>
                    <a:pt x="638840" y="1376583"/>
                  </a:lnTo>
                  <a:lnTo>
                    <a:pt x="638831" y="1376593"/>
                  </a:lnTo>
                  <a:lnTo>
                    <a:pt x="638822" y="1376603"/>
                  </a:lnTo>
                  <a:lnTo>
                    <a:pt x="638811" y="1376613"/>
                  </a:lnTo>
                  <a:lnTo>
                    <a:pt x="638802" y="1376620"/>
                  </a:lnTo>
                  <a:lnTo>
                    <a:pt x="638794" y="1376630"/>
                  </a:lnTo>
                  <a:lnTo>
                    <a:pt x="638783" y="1376640"/>
                  </a:lnTo>
                  <a:lnTo>
                    <a:pt x="638774" y="1376649"/>
                  </a:lnTo>
                  <a:lnTo>
                    <a:pt x="638766" y="1376658"/>
                  </a:lnTo>
                  <a:lnTo>
                    <a:pt x="638758" y="1376665"/>
                  </a:lnTo>
                  <a:lnTo>
                    <a:pt x="638745" y="1376674"/>
                  </a:lnTo>
                  <a:lnTo>
                    <a:pt x="638735" y="1376681"/>
                  </a:lnTo>
                  <a:lnTo>
                    <a:pt x="638725" y="1376690"/>
                  </a:lnTo>
                  <a:lnTo>
                    <a:pt x="638711" y="1376702"/>
                  </a:lnTo>
                  <a:lnTo>
                    <a:pt x="638701" y="1376712"/>
                  </a:lnTo>
                  <a:lnTo>
                    <a:pt x="638689" y="1376723"/>
                  </a:lnTo>
                  <a:lnTo>
                    <a:pt x="638679" y="1376737"/>
                  </a:lnTo>
                  <a:lnTo>
                    <a:pt x="638673" y="1376745"/>
                  </a:lnTo>
                  <a:lnTo>
                    <a:pt x="638666" y="1376750"/>
                  </a:lnTo>
                  <a:lnTo>
                    <a:pt x="638658" y="1376756"/>
                  </a:lnTo>
                  <a:lnTo>
                    <a:pt x="638650" y="1376759"/>
                  </a:lnTo>
                  <a:lnTo>
                    <a:pt x="638637" y="1376762"/>
                  </a:lnTo>
                  <a:lnTo>
                    <a:pt x="638627" y="1376766"/>
                  </a:lnTo>
                  <a:lnTo>
                    <a:pt x="638616" y="1376771"/>
                  </a:lnTo>
                  <a:lnTo>
                    <a:pt x="638603" y="1376776"/>
                  </a:lnTo>
                  <a:lnTo>
                    <a:pt x="638586" y="1376779"/>
                  </a:lnTo>
                  <a:lnTo>
                    <a:pt x="638575" y="1376785"/>
                  </a:lnTo>
                  <a:lnTo>
                    <a:pt x="638566" y="1376788"/>
                  </a:lnTo>
                  <a:lnTo>
                    <a:pt x="638558" y="1376790"/>
                  </a:lnTo>
                  <a:lnTo>
                    <a:pt x="638550" y="1376793"/>
                  </a:lnTo>
                  <a:lnTo>
                    <a:pt x="638541" y="1376796"/>
                  </a:lnTo>
                  <a:lnTo>
                    <a:pt x="638529" y="1376800"/>
                  </a:lnTo>
                  <a:lnTo>
                    <a:pt x="638524" y="1376800"/>
                  </a:lnTo>
                  <a:lnTo>
                    <a:pt x="638514" y="1376801"/>
                  </a:lnTo>
                  <a:lnTo>
                    <a:pt x="638506" y="1376804"/>
                  </a:lnTo>
                  <a:lnTo>
                    <a:pt x="638500" y="1376805"/>
                  </a:lnTo>
                  <a:lnTo>
                    <a:pt x="638494" y="1376808"/>
                  </a:lnTo>
                  <a:lnTo>
                    <a:pt x="638489" y="1376812"/>
                  </a:lnTo>
                  <a:lnTo>
                    <a:pt x="638480" y="1376817"/>
                  </a:lnTo>
                  <a:lnTo>
                    <a:pt x="638471" y="1376823"/>
                  </a:lnTo>
                  <a:lnTo>
                    <a:pt x="638467" y="1376826"/>
                  </a:lnTo>
                  <a:lnTo>
                    <a:pt x="638459" y="1376830"/>
                  </a:lnTo>
                  <a:lnTo>
                    <a:pt x="638450" y="1376835"/>
                  </a:lnTo>
                  <a:lnTo>
                    <a:pt x="638438" y="1376837"/>
                  </a:lnTo>
                  <a:lnTo>
                    <a:pt x="638430" y="1376836"/>
                  </a:lnTo>
                  <a:lnTo>
                    <a:pt x="638423" y="1376833"/>
                  </a:lnTo>
                  <a:lnTo>
                    <a:pt x="638418" y="1376830"/>
                  </a:lnTo>
                  <a:lnTo>
                    <a:pt x="638406" y="1376822"/>
                  </a:lnTo>
                  <a:lnTo>
                    <a:pt x="638398" y="1376817"/>
                  </a:lnTo>
                  <a:lnTo>
                    <a:pt x="638392" y="1376814"/>
                  </a:lnTo>
                  <a:lnTo>
                    <a:pt x="638384" y="1376809"/>
                  </a:lnTo>
                  <a:lnTo>
                    <a:pt x="638368" y="1376796"/>
                  </a:lnTo>
                  <a:lnTo>
                    <a:pt x="638359" y="1376788"/>
                  </a:lnTo>
                  <a:lnTo>
                    <a:pt x="638340" y="1376775"/>
                  </a:lnTo>
                  <a:lnTo>
                    <a:pt x="638336" y="1376771"/>
                  </a:lnTo>
                  <a:lnTo>
                    <a:pt x="638324" y="1376763"/>
                  </a:lnTo>
                  <a:lnTo>
                    <a:pt x="638319" y="1376761"/>
                  </a:lnTo>
                  <a:lnTo>
                    <a:pt x="638311" y="1376756"/>
                  </a:lnTo>
                  <a:lnTo>
                    <a:pt x="638300" y="1376750"/>
                  </a:lnTo>
                  <a:lnTo>
                    <a:pt x="638293" y="1376747"/>
                  </a:lnTo>
                  <a:lnTo>
                    <a:pt x="638276" y="1376741"/>
                  </a:lnTo>
                  <a:lnTo>
                    <a:pt x="638268" y="1376738"/>
                  </a:lnTo>
                  <a:lnTo>
                    <a:pt x="638260" y="1376735"/>
                  </a:lnTo>
                  <a:lnTo>
                    <a:pt x="638252" y="1376732"/>
                  </a:lnTo>
                  <a:lnTo>
                    <a:pt x="638230" y="1376725"/>
                  </a:lnTo>
                  <a:lnTo>
                    <a:pt x="638222" y="1376722"/>
                  </a:lnTo>
                  <a:lnTo>
                    <a:pt x="638205" y="1376715"/>
                  </a:lnTo>
                  <a:lnTo>
                    <a:pt x="638196" y="1376711"/>
                  </a:lnTo>
                  <a:lnTo>
                    <a:pt x="638190" y="1376709"/>
                  </a:lnTo>
                  <a:lnTo>
                    <a:pt x="638184" y="1376706"/>
                  </a:lnTo>
                  <a:lnTo>
                    <a:pt x="638178" y="1376704"/>
                  </a:lnTo>
                  <a:lnTo>
                    <a:pt x="638160" y="1376694"/>
                  </a:lnTo>
                  <a:lnTo>
                    <a:pt x="638152" y="1376690"/>
                  </a:lnTo>
                  <a:lnTo>
                    <a:pt x="638137" y="1376681"/>
                  </a:lnTo>
                  <a:lnTo>
                    <a:pt x="638131" y="1376677"/>
                  </a:lnTo>
                  <a:lnTo>
                    <a:pt x="638114" y="1376668"/>
                  </a:lnTo>
                  <a:lnTo>
                    <a:pt x="638110" y="1376665"/>
                  </a:lnTo>
                  <a:lnTo>
                    <a:pt x="638104" y="1376661"/>
                  </a:lnTo>
                  <a:lnTo>
                    <a:pt x="638089" y="1376653"/>
                  </a:lnTo>
                  <a:lnTo>
                    <a:pt x="638082" y="1376650"/>
                  </a:lnTo>
                  <a:lnTo>
                    <a:pt x="638066" y="1376640"/>
                  </a:lnTo>
                  <a:lnTo>
                    <a:pt x="638057" y="1376636"/>
                  </a:lnTo>
                  <a:lnTo>
                    <a:pt x="638044" y="1376626"/>
                  </a:lnTo>
                  <a:lnTo>
                    <a:pt x="638025" y="1376607"/>
                  </a:lnTo>
                  <a:lnTo>
                    <a:pt x="638019" y="1376604"/>
                  </a:lnTo>
                  <a:lnTo>
                    <a:pt x="638014" y="1376598"/>
                  </a:lnTo>
                  <a:lnTo>
                    <a:pt x="638004" y="1376592"/>
                  </a:lnTo>
                  <a:lnTo>
                    <a:pt x="638000" y="1376588"/>
                  </a:lnTo>
                  <a:lnTo>
                    <a:pt x="637992" y="1376585"/>
                  </a:lnTo>
                  <a:lnTo>
                    <a:pt x="637979" y="1376579"/>
                  </a:lnTo>
                  <a:lnTo>
                    <a:pt x="637968" y="1376576"/>
                  </a:lnTo>
                  <a:lnTo>
                    <a:pt x="637952" y="1376572"/>
                  </a:lnTo>
                  <a:lnTo>
                    <a:pt x="637934" y="1376567"/>
                  </a:lnTo>
                  <a:lnTo>
                    <a:pt x="637926" y="1376565"/>
                  </a:lnTo>
                  <a:lnTo>
                    <a:pt x="637919" y="1376563"/>
                  </a:lnTo>
                  <a:lnTo>
                    <a:pt x="637913" y="1376562"/>
                  </a:lnTo>
                  <a:lnTo>
                    <a:pt x="637908" y="1376561"/>
                  </a:lnTo>
                  <a:lnTo>
                    <a:pt x="637889" y="1376557"/>
                  </a:lnTo>
                  <a:lnTo>
                    <a:pt x="637879" y="1376553"/>
                  </a:lnTo>
                  <a:lnTo>
                    <a:pt x="637871" y="1376549"/>
                  </a:lnTo>
                  <a:lnTo>
                    <a:pt x="637864" y="1376544"/>
                  </a:lnTo>
                  <a:lnTo>
                    <a:pt x="637851" y="1376534"/>
                  </a:lnTo>
                  <a:lnTo>
                    <a:pt x="637844" y="1376530"/>
                  </a:lnTo>
                  <a:lnTo>
                    <a:pt x="637839" y="1376529"/>
                  </a:lnTo>
                  <a:lnTo>
                    <a:pt x="637827" y="1376525"/>
                  </a:lnTo>
                  <a:lnTo>
                    <a:pt x="637811" y="1376522"/>
                  </a:lnTo>
                  <a:lnTo>
                    <a:pt x="637802" y="1376522"/>
                  </a:lnTo>
                  <a:lnTo>
                    <a:pt x="637791" y="1376524"/>
                  </a:lnTo>
                  <a:lnTo>
                    <a:pt x="637775" y="1376528"/>
                  </a:lnTo>
                  <a:lnTo>
                    <a:pt x="637761" y="1376533"/>
                  </a:lnTo>
                  <a:lnTo>
                    <a:pt x="637750" y="1376537"/>
                  </a:lnTo>
                  <a:lnTo>
                    <a:pt x="637740" y="1376539"/>
                  </a:lnTo>
                  <a:lnTo>
                    <a:pt x="637725" y="1376540"/>
                  </a:lnTo>
                  <a:lnTo>
                    <a:pt x="637709" y="1376543"/>
                  </a:lnTo>
                  <a:lnTo>
                    <a:pt x="637695" y="1376543"/>
                  </a:lnTo>
                  <a:lnTo>
                    <a:pt x="637685" y="1376541"/>
                  </a:lnTo>
                  <a:lnTo>
                    <a:pt x="637672" y="1376538"/>
                  </a:lnTo>
                  <a:lnTo>
                    <a:pt x="637660" y="1376534"/>
                  </a:lnTo>
                  <a:lnTo>
                    <a:pt x="637643" y="1376530"/>
                  </a:lnTo>
                  <a:lnTo>
                    <a:pt x="637628" y="1376527"/>
                  </a:lnTo>
                  <a:lnTo>
                    <a:pt x="637622" y="1376522"/>
                  </a:lnTo>
                  <a:lnTo>
                    <a:pt x="637608" y="1376511"/>
                  </a:lnTo>
                  <a:lnTo>
                    <a:pt x="637600" y="1376506"/>
                  </a:lnTo>
                  <a:lnTo>
                    <a:pt x="637593" y="1376503"/>
                  </a:lnTo>
                  <a:lnTo>
                    <a:pt x="637588" y="1376502"/>
                  </a:lnTo>
                  <a:lnTo>
                    <a:pt x="637583" y="1376502"/>
                  </a:lnTo>
                  <a:lnTo>
                    <a:pt x="637566" y="1376503"/>
                  </a:lnTo>
                  <a:lnTo>
                    <a:pt x="637553" y="1376503"/>
                  </a:lnTo>
                  <a:lnTo>
                    <a:pt x="637541" y="1376503"/>
                  </a:lnTo>
                  <a:lnTo>
                    <a:pt x="637533" y="1376503"/>
                  </a:lnTo>
                  <a:lnTo>
                    <a:pt x="637523" y="1376501"/>
                  </a:lnTo>
                  <a:lnTo>
                    <a:pt x="637518" y="1376500"/>
                  </a:lnTo>
                  <a:lnTo>
                    <a:pt x="637509" y="1376498"/>
                  </a:lnTo>
                  <a:lnTo>
                    <a:pt x="637493" y="1376494"/>
                  </a:lnTo>
                  <a:lnTo>
                    <a:pt x="637471" y="1376487"/>
                  </a:lnTo>
                  <a:lnTo>
                    <a:pt x="637465" y="1376485"/>
                  </a:lnTo>
                  <a:lnTo>
                    <a:pt x="637449" y="1376482"/>
                  </a:lnTo>
                  <a:lnTo>
                    <a:pt x="637443" y="1376480"/>
                  </a:lnTo>
                  <a:lnTo>
                    <a:pt x="637434" y="1376478"/>
                  </a:lnTo>
                  <a:lnTo>
                    <a:pt x="637425" y="1376476"/>
                  </a:lnTo>
                  <a:lnTo>
                    <a:pt x="637418" y="1376475"/>
                  </a:lnTo>
                  <a:lnTo>
                    <a:pt x="637402" y="1376472"/>
                  </a:lnTo>
                  <a:lnTo>
                    <a:pt x="637395" y="1376471"/>
                  </a:lnTo>
                  <a:lnTo>
                    <a:pt x="637369" y="1376468"/>
                  </a:lnTo>
                  <a:lnTo>
                    <a:pt x="637360" y="1376467"/>
                  </a:lnTo>
                  <a:lnTo>
                    <a:pt x="637346" y="1376467"/>
                  </a:lnTo>
                  <a:lnTo>
                    <a:pt x="637333" y="1376467"/>
                  </a:lnTo>
                  <a:lnTo>
                    <a:pt x="637321" y="1376467"/>
                  </a:lnTo>
                  <a:lnTo>
                    <a:pt x="637309" y="1376466"/>
                  </a:lnTo>
                  <a:lnTo>
                    <a:pt x="637291" y="1376465"/>
                  </a:lnTo>
                  <a:lnTo>
                    <a:pt x="637276" y="1376464"/>
                  </a:lnTo>
                  <a:lnTo>
                    <a:pt x="637262" y="1376463"/>
                  </a:lnTo>
                  <a:lnTo>
                    <a:pt x="637254" y="1376462"/>
                  </a:lnTo>
                  <a:lnTo>
                    <a:pt x="637247" y="1376462"/>
                  </a:lnTo>
                  <a:lnTo>
                    <a:pt x="637239" y="1376462"/>
                  </a:lnTo>
                  <a:lnTo>
                    <a:pt x="637229" y="1376461"/>
                  </a:lnTo>
                  <a:lnTo>
                    <a:pt x="637215" y="1376461"/>
                  </a:lnTo>
                  <a:lnTo>
                    <a:pt x="637203" y="1376461"/>
                  </a:lnTo>
                  <a:lnTo>
                    <a:pt x="637190" y="1376461"/>
                  </a:lnTo>
                  <a:lnTo>
                    <a:pt x="637173" y="1376462"/>
                  </a:lnTo>
                  <a:lnTo>
                    <a:pt x="637161" y="1376460"/>
                  </a:lnTo>
                  <a:lnTo>
                    <a:pt x="637155" y="1376459"/>
                  </a:lnTo>
                  <a:lnTo>
                    <a:pt x="637144" y="1376457"/>
                  </a:lnTo>
                  <a:lnTo>
                    <a:pt x="637131" y="1376453"/>
                  </a:lnTo>
                  <a:lnTo>
                    <a:pt x="637114" y="1376450"/>
                  </a:lnTo>
                  <a:lnTo>
                    <a:pt x="637099" y="1376449"/>
                  </a:lnTo>
                  <a:lnTo>
                    <a:pt x="637093" y="1376449"/>
                  </a:lnTo>
                  <a:lnTo>
                    <a:pt x="637087" y="1376449"/>
                  </a:lnTo>
                  <a:lnTo>
                    <a:pt x="637076" y="1376449"/>
                  </a:lnTo>
                  <a:lnTo>
                    <a:pt x="637065" y="1376449"/>
                  </a:lnTo>
                  <a:lnTo>
                    <a:pt x="637044" y="1376446"/>
                  </a:lnTo>
                  <a:lnTo>
                    <a:pt x="637024" y="1376443"/>
                  </a:lnTo>
                  <a:lnTo>
                    <a:pt x="636999" y="1376442"/>
                  </a:lnTo>
                  <a:lnTo>
                    <a:pt x="636979" y="1376443"/>
                  </a:lnTo>
                  <a:lnTo>
                    <a:pt x="636962" y="1376444"/>
                  </a:lnTo>
                  <a:lnTo>
                    <a:pt x="636941" y="1376445"/>
                  </a:lnTo>
                  <a:lnTo>
                    <a:pt x="636926" y="1376446"/>
                  </a:lnTo>
                  <a:lnTo>
                    <a:pt x="636912" y="1376446"/>
                  </a:lnTo>
                  <a:lnTo>
                    <a:pt x="636901" y="1376445"/>
                  </a:lnTo>
                  <a:lnTo>
                    <a:pt x="636892" y="1376443"/>
                  </a:lnTo>
                  <a:lnTo>
                    <a:pt x="636883" y="1376441"/>
                  </a:lnTo>
                  <a:lnTo>
                    <a:pt x="636871" y="1376437"/>
                  </a:lnTo>
                  <a:lnTo>
                    <a:pt x="636857" y="1376433"/>
                  </a:lnTo>
                  <a:lnTo>
                    <a:pt x="636846" y="1376430"/>
                  </a:lnTo>
                  <a:lnTo>
                    <a:pt x="636836" y="1376425"/>
                  </a:lnTo>
                  <a:lnTo>
                    <a:pt x="636828" y="1376422"/>
                  </a:lnTo>
                  <a:lnTo>
                    <a:pt x="636814" y="1376420"/>
                  </a:lnTo>
                  <a:lnTo>
                    <a:pt x="636805" y="1376418"/>
                  </a:lnTo>
                  <a:lnTo>
                    <a:pt x="636797" y="1376416"/>
                  </a:lnTo>
                  <a:lnTo>
                    <a:pt x="636788" y="1376412"/>
                  </a:lnTo>
                  <a:lnTo>
                    <a:pt x="636777" y="1376405"/>
                  </a:lnTo>
                  <a:lnTo>
                    <a:pt x="636769" y="1376400"/>
                  </a:lnTo>
                  <a:lnTo>
                    <a:pt x="636760" y="1376395"/>
                  </a:lnTo>
                  <a:lnTo>
                    <a:pt x="636747" y="1376389"/>
                  </a:lnTo>
                  <a:lnTo>
                    <a:pt x="636735" y="1376381"/>
                  </a:lnTo>
                  <a:lnTo>
                    <a:pt x="636725" y="1376376"/>
                  </a:lnTo>
                  <a:lnTo>
                    <a:pt x="636713" y="1376369"/>
                  </a:lnTo>
                  <a:lnTo>
                    <a:pt x="636703" y="1376365"/>
                  </a:lnTo>
                  <a:lnTo>
                    <a:pt x="636695" y="1376362"/>
                  </a:lnTo>
                  <a:lnTo>
                    <a:pt x="636685" y="1376359"/>
                  </a:lnTo>
                  <a:lnTo>
                    <a:pt x="636675" y="1376357"/>
                  </a:lnTo>
                  <a:lnTo>
                    <a:pt x="636657" y="1376354"/>
                  </a:lnTo>
                  <a:lnTo>
                    <a:pt x="636643" y="1376352"/>
                  </a:lnTo>
                  <a:lnTo>
                    <a:pt x="636628" y="1376349"/>
                  </a:lnTo>
                  <a:lnTo>
                    <a:pt x="636620" y="1376347"/>
                  </a:lnTo>
                  <a:lnTo>
                    <a:pt x="636613" y="1376345"/>
                  </a:lnTo>
                  <a:lnTo>
                    <a:pt x="636601" y="1376342"/>
                  </a:lnTo>
                  <a:lnTo>
                    <a:pt x="636594" y="1376340"/>
                  </a:lnTo>
                  <a:lnTo>
                    <a:pt x="636583" y="1376340"/>
                  </a:lnTo>
                  <a:lnTo>
                    <a:pt x="636578" y="1376341"/>
                  </a:lnTo>
                  <a:lnTo>
                    <a:pt x="636570" y="1376343"/>
                  </a:lnTo>
                  <a:lnTo>
                    <a:pt x="636560" y="1376344"/>
                  </a:lnTo>
                  <a:lnTo>
                    <a:pt x="636544" y="1376349"/>
                  </a:lnTo>
                  <a:lnTo>
                    <a:pt x="636533" y="1376348"/>
                  </a:lnTo>
                  <a:lnTo>
                    <a:pt x="636526" y="1376340"/>
                  </a:lnTo>
                  <a:lnTo>
                    <a:pt x="636521" y="1376333"/>
                  </a:lnTo>
                  <a:lnTo>
                    <a:pt x="636515" y="1376323"/>
                  </a:lnTo>
                  <a:lnTo>
                    <a:pt x="636511" y="1376319"/>
                  </a:lnTo>
                  <a:lnTo>
                    <a:pt x="636502" y="1376310"/>
                  </a:lnTo>
                  <a:lnTo>
                    <a:pt x="636496" y="1376305"/>
                  </a:lnTo>
                  <a:lnTo>
                    <a:pt x="636492" y="1376301"/>
                  </a:lnTo>
                  <a:lnTo>
                    <a:pt x="636487" y="1376297"/>
                  </a:lnTo>
                  <a:lnTo>
                    <a:pt x="636481" y="1376292"/>
                  </a:lnTo>
                  <a:lnTo>
                    <a:pt x="636472" y="1376282"/>
                  </a:lnTo>
                  <a:lnTo>
                    <a:pt x="636464" y="1376275"/>
                  </a:lnTo>
                  <a:lnTo>
                    <a:pt x="636460" y="1376271"/>
                  </a:lnTo>
                  <a:lnTo>
                    <a:pt x="636453" y="1376267"/>
                  </a:lnTo>
                  <a:lnTo>
                    <a:pt x="636446" y="1376263"/>
                  </a:lnTo>
                  <a:lnTo>
                    <a:pt x="636440" y="1376259"/>
                  </a:lnTo>
                  <a:lnTo>
                    <a:pt x="636429" y="1376253"/>
                  </a:lnTo>
                  <a:lnTo>
                    <a:pt x="636424" y="1376251"/>
                  </a:lnTo>
                  <a:lnTo>
                    <a:pt x="636413" y="1376245"/>
                  </a:lnTo>
                  <a:lnTo>
                    <a:pt x="636401" y="1376242"/>
                  </a:lnTo>
                  <a:lnTo>
                    <a:pt x="636388" y="1376239"/>
                  </a:lnTo>
                  <a:lnTo>
                    <a:pt x="636382" y="1376238"/>
                  </a:lnTo>
                  <a:lnTo>
                    <a:pt x="636375" y="1376235"/>
                  </a:lnTo>
                  <a:lnTo>
                    <a:pt x="636369" y="1376230"/>
                  </a:lnTo>
                  <a:lnTo>
                    <a:pt x="636358" y="1376222"/>
                  </a:lnTo>
                  <a:lnTo>
                    <a:pt x="636345" y="1376217"/>
                  </a:lnTo>
                  <a:lnTo>
                    <a:pt x="636333" y="1376210"/>
                  </a:lnTo>
                  <a:lnTo>
                    <a:pt x="636323" y="1376204"/>
                  </a:lnTo>
                  <a:lnTo>
                    <a:pt x="636314" y="1376201"/>
                  </a:lnTo>
                  <a:lnTo>
                    <a:pt x="636298" y="1376197"/>
                  </a:lnTo>
                  <a:lnTo>
                    <a:pt x="636286" y="1376193"/>
                  </a:lnTo>
                  <a:lnTo>
                    <a:pt x="636278" y="1376189"/>
                  </a:lnTo>
                  <a:lnTo>
                    <a:pt x="636267" y="1376182"/>
                  </a:lnTo>
                  <a:lnTo>
                    <a:pt x="636258" y="1376177"/>
                  </a:lnTo>
                  <a:lnTo>
                    <a:pt x="636246" y="1376174"/>
                  </a:lnTo>
                  <a:lnTo>
                    <a:pt x="636231" y="1376174"/>
                  </a:lnTo>
                  <a:lnTo>
                    <a:pt x="636214" y="1376174"/>
                  </a:lnTo>
                  <a:lnTo>
                    <a:pt x="636197" y="1376173"/>
                  </a:lnTo>
                  <a:lnTo>
                    <a:pt x="636184" y="1376173"/>
                  </a:lnTo>
                  <a:lnTo>
                    <a:pt x="636164" y="1376170"/>
                  </a:lnTo>
                  <a:lnTo>
                    <a:pt x="636148" y="1376167"/>
                  </a:lnTo>
                  <a:lnTo>
                    <a:pt x="636138" y="1376163"/>
                  </a:lnTo>
                  <a:lnTo>
                    <a:pt x="636120" y="1376158"/>
                  </a:lnTo>
                  <a:lnTo>
                    <a:pt x="636111" y="1376154"/>
                  </a:lnTo>
                  <a:lnTo>
                    <a:pt x="636100" y="1376147"/>
                  </a:lnTo>
                  <a:lnTo>
                    <a:pt x="636093" y="1376142"/>
                  </a:lnTo>
                  <a:lnTo>
                    <a:pt x="636086" y="1376135"/>
                  </a:lnTo>
                  <a:lnTo>
                    <a:pt x="636082" y="1376124"/>
                  </a:lnTo>
                  <a:lnTo>
                    <a:pt x="636078" y="1376112"/>
                  </a:lnTo>
                  <a:lnTo>
                    <a:pt x="636074" y="1376096"/>
                  </a:lnTo>
                  <a:lnTo>
                    <a:pt x="636068" y="1376078"/>
                  </a:lnTo>
                  <a:lnTo>
                    <a:pt x="636066" y="1376070"/>
                  </a:lnTo>
                  <a:lnTo>
                    <a:pt x="636060" y="1376046"/>
                  </a:lnTo>
                  <a:lnTo>
                    <a:pt x="636056" y="1376032"/>
                  </a:lnTo>
                  <a:lnTo>
                    <a:pt x="636053" y="1376020"/>
                  </a:lnTo>
                  <a:lnTo>
                    <a:pt x="636052" y="1376013"/>
                  </a:lnTo>
                  <a:lnTo>
                    <a:pt x="636051" y="1376003"/>
                  </a:lnTo>
                  <a:lnTo>
                    <a:pt x="636049" y="1375987"/>
                  </a:lnTo>
                  <a:lnTo>
                    <a:pt x="636050" y="1375972"/>
                  </a:lnTo>
                  <a:lnTo>
                    <a:pt x="636053" y="1375951"/>
                  </a:lnTo>
                  <a:lnTo>
                    <a:pt x="636055" y="1375945"/>
                  </a:lnTo>
                  <a:lnTo>
                    <a:pt x="636057" y="1375933"/>
                  </a:lnTo>
                  <a:lnTo>
                    <a:pt x="636060" y="1375918"/>
                  </a:lnTo>
                  <a:lnTo>
                    <a:pt x="636062" y="1375905"/>
                  </a:lnTo>
                  <a:lnTo>
                    <a:pt x="636068" y="1375858"/>
                  </a:lnTo>
                  <a:lnTo>
                    <a:pt x="636071" y="1375820"/>
                  </a:lnTo>
                  <a:lnTo>
                    <a:pt x="636072" y="1375796"/>
                  </a:lnTo>
                  <a:lnTo>
                    <a:pt x="636073" y="1375769"/>
                  </a:lnTo>
                  <a:lnTo>
                    <a:pt x="636073" y="1375762"/>
                  </a:lnTo>
                  <a:lnTo>
                    <a:pt x="636072" y="1375753"/>
                  </a:lnTo>
                  <a:lnTo>
                    <a:pt x="636070" y="1375743"/>
                  </a:lnTo>
                  <a:lnTo>
                    <a:pt x="636069" y="1375734"/>
                  </a:lnTo>
                  <a:lnTo>
                    <a:pt x="636068" y="1375726"/>
                  </a:lnTo>
                  <a:lnTo>
                    <a:pt x="636067" y="1375713"/>
                  </a:lnTo>
                  <a:lnTo>
                    <a:pt x="636065" y="1375699"/>
                  </a:lnTo>
                  <a:lnTo>
                    <a:pt x="636064" y="1375692"/>
                  </a:lnTo>
                  <a:lnTo>
                    <a:pt x="636061" y="1375676"/>
                  </a:lnTo>
                  <a:lnTo>
                    <a:pt x="636059" y="1375665"/>
                  </a:lnTo>
                  <a:lnTo>
                    <a:pt x="636059" y="1375656"/>
                  </a:lnTo>
                  <a:lnTo>
                    <a:pt x="636060" y="1375645"/>
                  </a:lnTo>
                  <a:lnTo>
                    <a:pt x="636063" y="1375631"/>
                  </a:lnTo>
                  <a:lnTo>
                    <a:pt x="636067" y="1375619"/>
                  </a:lnTo>
                  <a:lnTo>
                    <a:pt x="636074" y="1375602"/>
                  </a:lnTo>
                  <a:lnTo>
                    <a:pt x="636076" y="1375596"/>
                  </a:lnTo>
                  <a:lnTo>
                    <a:pt x="636080" y="1375585"/>
                  </a:lnTo>
                  <a:lnTo>
                    <a:pt x="636084" y="1375572"/>
                  </a:lnTo>
                  <a:lnTo>
                    <a:pt x="636088" y="1375560"/>
                  </a:lnTo>
                  <a:lnTo>
                    <a:pt x="636091" y="1375548"/>
                  </a:lnTo>
                  <a:lnTo>
                    <a:pt x="636095" y="1375539"/>
                  </a:lnTo>
                  <a:lnTo>
                    <a:pt x="636098" y="1375525"/>
                  </a:lnTo>
                  <a:lnTo>
                    <a:pt x="636101" y="1375515"/>
                  </a:lnTo>
                  <a:lnTo>
                    <a:pt x="636104" y="1375504"/>
                  </a:lnTo>
                  <a:lnTo>
                    <a:pt x="636105" y="1375491"/>
                  </a:lnTo>
                  <a:lnTo>
                    <a:pt x="636106" y="1375483"/>
                  </a:lnTo>
                  <a:lnTo>
                    <a:pt x="636106" y="1375477"/>
                  </a:lnTo>
                  <a:lnTo>
                    <a:pt x="636106" y="1375464"/>
                  </a:lnTo>
                  <a:lnTo>
                    <a:pt x="636105" y="1375453"/>
                  </a:lnTo>
                  <a:lnTo>
                    <a:pt x="636104" y="1375441"/>
                  </a:lnTo>
                  <a:lnTo>
                    <a:pt x="636101" y="1375429"/>
                  </a:lnTo>
                  <a:lnTo>
                    <a:pt x="636098" y="1375417"/>
                  </a:lnTo>
                  <a:lnTo>
                    <a:pt x="636096" y="1375402"/>
                  </a:lnTo>
                  <a:lnTo>
                    <a:pt x="636094" y="1375380"/>
                  </a:lnTo>
                  <a:lnTo>
                    <a:pt x="636094" y="1375368"/>
                  </a:lnTo>
                  <a:lnTo>
                    <a:pt x="636094" y="1375358"/>
                  </a:lnTo>
                  <a:lnTo>
                    <a:pt x="636094" y="1375352"/>
                  </a:lnTo>
                  <a:lnTo>
                    <a:pt x="636092" y="1375342"/>
                  </a:lnTo>
                  <a:lnTo>
                    <a:pt x="636089" y="1375332"/>
                  </a:lnTo>
                  <a:lnTo>
                    <a:pt x="636086" y="1375319"/>
                  </a:lnTo>
                  <a:lnTo>
                    <a:pt x="636084" y="1375312"/>
                  </a:lnTo>
                  <a:lnTo>
                    <a:pt x="636082" y="1375306"/>
                  </a:lnTo>
                  <a:lnTo>
                    <a:pt x="636074" y="1375292"/>
                  </a:lnTo>
                  <a:lnTo>
                    <a:pt x="636066" y="1375280"/>
                  </a:lnTo>
                  <a:lnTo>
                    <a:pt x="636062" y="1375274"/>
                  </a:lnTo>
                  <a:lnTo>
                    <a:pt x="636057" y="1375267"/>
                  </a:lnTo>
                  <a:lnTo>
                    <a:pt x="636048" y="1375255"/>
                  </a:lnTo>
                  <a:lnTo>
                    <a:pt x="636044" y="1375248"/>
                  </a:lnTo>
                  <a:lnTo>
                    <a:pt x="636040" y="1375242"/>
                  </a:lnTo>
                  <a:lnTo>
                    <a:pt x="636032" y="1375229"/>
                  </a:lnTo>
                  <a:lnTo>
                    <a:pt x="636025" y="1375217"/>
                  </a:lnTo>
                  <a:lnTo>
                    <a:pt x="636015" y="1375205"/>
                  </a:lnTo>
                  <a:lnTo>
                    <a:pt x="636006" y="1375193"/>
                  </a:lnTo>
                  <a:lnTo>
                    <a:pt x="635994" y="1375178"/>
                  </a:lnTo>
                  <a:lnTo>
                    <a:pt x="635984" y="1375165"/>
                  </a:lnTo>
                  <a:lnTo>
                    <a:pt x="635976" y="1375155"/>
                  </a:lnTo>
                  <a:lnTo>
                    <a:pt x="635969" y="1375148"/>
                  </a:lnTo>
                  <a:lnTo>
                    <a:pt x="635956" y="1375135"/>
                  </a:lnTo>
                  <a:lnTo>
                    <a:pt x="635935" y="1375115"/>
                  </a:lnTo>
                  <a:lnTo>
                    <a:pt x="635924" y="1375103"/>
                  </a:lnTo>
                  <a:lnTo>
                    <a:pt x="635919" y="1375095"/>
                  </a:lnTo>
                  <a:lnTo>
                    <a:pt x="635915" y="1375088"/>
                  </a:lnTo>
                  <a:lnTo>
                    <a:pt x="635912" y="1375081"/>
                  </a:lnTo>
                  <a:lnTo>
                    <a:pt x="635908" y="1375074"/>
                  </a:lnTo>
                  <a:lnTo>
                    <a:pt x="635903" y="1375066"/>
                  </a:lnTo>
                  <a:lnTo>
                    <a:pt x="635897" y="1375060"/>
                  </a:lnTo>
                  <a:lnTo>
                    <a:pt x="635892" y="1375056"/>
                  </a:lnTo>
                  <a:lnTo>
                    <a:pt x="635887" y="1375053"/>
                  </a:lnTo>
                  <a:lnTo>
                    <a:pt x="635881" y="1375051"/>
                  </a:lnTo>
                  <a:lnTo>
                    <a:pt x="635877" y="1375049"/>
                  </a:lnTo>
                  <a:lnTo>
                    <a:pt x="635872" y="1375048"/>
                  </a:lnTo>
                  <a:lnTo>
                    <a:pt x="635863" y="1375047"/>
                  </a:lnTo>
                  <a:lnTo>
                    <a:pt x="635854" y="1375045"/>
                  </a:lnTo>
                  <a:lnTo>
                    <a:pt x="635847" y="1375043"/>
                  </a:lnTo>
                  <a:lnTo>
                    <a:pt x="635841" y="1375041"/>
                  </a:lnTo>
                  <a:lnTo>
                    <a:pt x="635833" y="1375038"/>
                  </a:lnTo>
                  <a:lnTo>
                    <a:pt x="635827" y="1375036"/>
                  </a:lnTo>
                  <a:lnTo>
                    <a:pt x="635821" y="1375034"/>
                  </a:lnTo>
                  <a:lnTo>
                    <a:pt x="635812" y="1375031"/>
                  </a:lnTo>
                  <a:lnTo>
                    <a:pt x="635805" y="1375030"/>
                  </a:lnTo>
                  <a:lnTo>
                    <a:pt x="635789" y="1375024"/>
                  </a:lnTo>
                  <a:lnTo>
                    <a:pt x="635765" y="1375007"/>
                  </a:lnTo>
                  <a:lnTo>
                    <a:pt x="635758" y="1375000"/>
                  </a:lnTo>
                  <a:lnTo>
                    <a:pt x="635748" y="1374990"/>
                  </a:lnTo>
                  <a:lnTo>
                    <a:pt x="635742" y="1374978"/>
                  </a:lnTo>
                  <a:lnTo>
                    <a:pt x="635738" y="1374966"/>
                  </a:lnTo>
                  <a:lnTo>
                    <a:pt x="635736" y="1374961"/>
                  </a:lnTo>
                  <a:lnTo>
                    <a:pt x="635733" y="1374951"/>
                  </a:lnTo>
                  <a:lnTo>
                    <a:pt x="635731" y="1374941"/>
                  </a:lnTo>
                  <a:lnTo>
                    <a:pt x="635728" y="1374926"/>
                  </a:lnTo>
                  <a:lnTo>
                    <a:pt x="635727" y="1374917"/>
                  </a:lnTo>
                  <a:lnTo>
                    <a:pt x="635726" y="1374903"/>
                  </a:lnTo>
                  <a:lnTo>
                    <a:pt x="635724" y="1374892"/>
                  </a:lnTo>
                  <a:lnTo>
                    <a:pt x="635723" y="1374884"/>
                  </a:lnTo>
                  <a:lnTo>
                    <a:pt x="635722" y="1374877"/>
                  </a:lnTo>
                  <a:lnTo>
                    <a:pt x="635721" y="1374869"/>
                  </a:lnTo>
                  <a:lnTo>
                    <a:pt x="635719" y="1374858"/>
                  </a:lnTo>
                  <a:lnTo>
                    <a:pt x="635718" y="1374851"/>
                  </a:lnTo>
                  <a:lnTo>
                    <a:pt x="635715" y="1374838"/>
                  </a:lnTo>
                  <a:lnTo>
                    <a:pt x="635713" y="1374827"/>
                  </a:lnTo>
                  <a:lnTo>
                    <a:pt x="635712" y="1374821"/>
                  </a:lnTo>
                  <a:lnTo>
                    <a:pt x="635711" y="1374815"/>
                  </a:lnTo>
                  <a:lnTo>
                    <a:pt x="635708" y="1374794"/>
                  </a:lnTo>
                  <a:lnTo>
                    <a:pt x="635707" y="1374782"/>
                  </a:lnTo>
                  <a:lnTo>
                    <a:pt x="635705" y="1374773"/>
                  </a:lnTo>
                  <a:lnTo>
                    <a:pt x="635701" y="1374765"/>
                  </a:lnTo>
                  <a:lnTo>
                    <a:pt x="635696" y="1374762"/>
                  </a:lnTo>
                  <a:lnTo>
                    <a:pt x="635690" y="1374761"/>
                  </a:lnTo>
                  <a:lnTo>
                    <a:pt x="635683" y="1374759"/>
                  </a:lnTo>
                  <a:lnTo>
                    <a:pt x="635672" y="1374758"/>
                  </a:lnTo>
                  <a:lnTo>
                    <a:pt x="635665" y="1374757"/>
                  </a:lnTo>
                  <a:lnTo>
                    <a:pt x="635656" y="1374755"/>
                  </a:lnTo>
                  <a:lnTo>
                    <a:pt x="635649" y="1374754"/>
                  </a:lnTo>
                  <a:lnTo>
                    <a:pt x="635639" y="1374752"/>
                  </a:lnTo>
                  <a:lnTo>
                    <a:pt x="635633" y="1374751"/>
                  </a:lnTo>
                  <a:lnTo>
                    <a:pt x="635621" y="1374748"/>
                  </a:lnTo>
                  <a:lnTo>
                    <a:pt x="635602" y="1374743"/>
                  </a:lnTo>
                  <a:lnTo>
                    <a:pt x="635589" y="1374739"/>
                  </a:lnTo>
                  <a:lnTo>
                    <a:pt x="635575" y="1374736"/>
                  </a:lnTo>
                  <a:lnTo>
                    <a:pt x="635558" y="1374731"/>
                  </a:lnTo>
                  <a:lnTo>
                    <a:pt x="635538" y="1374726"/>
                  </a:lnTo>
                  <a:lnTo>
                    <a:pt x="635532" y="1374725"/>
                  </a:lnTo>
                  <a:lnTo>
                    <a:pt x="635520" y="1374721"/>
                  </a:lnTo>
                  <a:lnTo>
                    <a:pt x="635513" y="1374720"/>
                  </a:lnTo>
                  <a:lnTo>
                    <a:pt x="635505" y="1374718"/>
                  </a:lnTo>
                  <a:lnTo>
                    <a:pt x="635496" y="1374716"/>
                  </a:lnTo>
                  <a:lnTo>
                    <a:pt x="635487" y="1374714"/>
                  </a:lnTo>
                  <a:lnTo>
                    <a:pt x="635477" y="1374714"/>
                  </a:lnTo>
                  <a:lnTo>
                    <a:pt x="635469" y="1374714"/>
                  </a:lnTo>
                  <a:lnTo>
                    <a:pt x="635460" y="1374714"/>
                  </a:lnTo>
                  <a:lnTo>
                    <a:pt x="635452" y="1374714"/>
                  </a:lnTo>
                  <a:lnTo>
                    <a:pt x="635430" y="1374716"/>
                  </a:lnTo>
                  <a:lnTo>
                    <a:pt x="635418" y="1374717"/>
                  </a:lnTo>
                  <a:lnTo>
                    <a:pt x="635409" y="1374719"/>
                  </a:lnTo>
                  <a:lnTo>
                    <a:pt x="635401" y="1374719"/>
                  </a:lnTo>
                  <a:lnTo>
                    <a:pt x="635395" y="1374719"/>
                  </a:lnTo>
                  <a:lnTo>
                    <a:pt x="635380" y="1374719"/>
                  </a:lnTo>
                  <a:lnTo>
                    <a:pt x="635364" y="1374718"/>
                  </a:lnTo>
                  <a:lnTo>
                    <a:pt x="635358" y="1374717"/>
                  </a:lnTo>
                  <a:lnTo>
                    <a:pt x="635347" y="1374716"/>
                  </a:lnTo>
                  <a:lnTo>
                    <a:pt x="635342" y="1374714"/>
                  </a:lnTo>
                  <a:lnTo>
                    <a:pt x="635330" y="1374712"/>
                  </a:lnTo>
                  <a:lnTo>
                    <a:pt x="635322" y="1374710"/>
                  </a:lnTo>
                  <a:lnTo>
                    <a:pt x="635316" y="1374707"/>
                  </a:lnTo>
                  <a:lnTo>
                    <a:pt x="635310" y="1374702"/>
                  </a:lnTo>
                  <a:lnTo>
                    <a:pt x="635301" y="1374694"/>
                  </a:lnTo>
                  <a:lnTo>
                    <a:pt x="635292" y="1374684"/>
                  </a:lnTo>
                  <a:lnTo>
                    <a:pt x="635286" y="1374678"/>
                  </a:lnTo>
                  <a:lnTo>
                    <a:pt x="635282" y="1374672"/>
                  </a:lnTo>
                  <a:lnTo>
                    <a:pt x="635275" y="1374659"/>
                  </a:lnTo>
                  <a:lnTo>
                    <a:pt x="635269" y="1374645"/>
                  </a:lnTo>
                  <a:lnTo>
                    <a:pt x="635265" y="1374637"/>
                  </a:lnTo>
                  <a:lnTo>
                    <a:pt x="635258" y="1374631"/>
                  </a:lnTo>
                  <a:lnTo>
                    <a:pt x="635253" y="1374626"/>
                  </a:lnTo>
                  <a:lnTo>
                    <a:pt x="635244" y="1374619"/>
                  </a:lnTo>
                  <a:lnTo>
                    <a:pt x="635237" y="1374615"/>
                  </a:lnTo>
                  <a:lnTo>
                    <a:pt x="635227" y="1374610"/>
                  </a:lnTo>
                  <a:lnTo>
                    <a:pt x="635223" y="1374608"/>
                  </a:lnTo>
                  <a:lnTo>
                    <a:pt x="635216" y="1374604"/>
                  </a:lnTo>
                  <a:lnTo>
                    <a:pt x="635207" y="1374600"/>
                  </a:lnTo>
                  <a:lnTo>
                    <a:pt x="635202" y="1374598"/>
                  </a:lnTo>
                  <a:lnTo>
                    <a:pt x="635193" y="1374595"/>
                  </a:lnTo>
                  <a:lnTo>
                    <a:pt x="635186" y="1374593"/>
                  </a:lnTo>
                  <a:lnTo>
                    <a:pt x="635176" y="1374590"/>
                  </a:lnTo>
                  <a:lnTo>
                    <a:pt x="635170" y="1374588"/>
                  </a:lnTo>
                  <a:lnTo>
                    <a:pt x="635162" y="1374587"/>
                  </a:lnTo>
                  <a:lnTo>
                    <a:pt x="635148" y="1374586"/>
                  </a:lnTo>
                  <a:lnTo>
                    <a:pt x="635132" y="1374585"/>
                  </a:lnTo>
                  <a:lnTo>
                    <a:pt x="635123" y="1374585"/>
                  </a:lnTo>
                  <a:lnTo>
                    <a:pt x="635115" y="1374584"/>
                  </a:lnTo>
                  <a:lnTo>
                    <a:pt x="635099" y="1374583"/>
                  </a:lnTo>
                  <a:lnTo>
                    <a:pt x="635083" y="1374582"/>
                  </a:lnTo>
                  <a:lnTo>
                    <a:pt x="635077" y="1374582"/>
                  </a:lnTo>
                  <a:lnTo>
                    <a:pt x="635067" y="1374581"/>
                  </a:lnTo>
                  <a:lnTo>
                    <a:pt x="635058" y="1374579"/>
                  </a:lnTo>
                  <a:lnTo>
                    <a:pt x="635053" y="1374578"/>
                  </a:lnTo>
                  <a:lnTo>
                    <a:pt x="635041" y="1374574"/>
                  </a:lnTo>
                  <a:lnTo>
                    <a:pt x="635032" y="1374571"/>
                  </a:lnTo>
                  <a:lnTo>
                    <a:pt x="635027" y="1374568"/>
                  </a:lnTo>
                  <a:lnTo>
                    <a:pt x="635020" y="1374565"/>
                  </a:lnTo>
                  <a:lnTo>
                    <a:pt x="635010" y="1374557"/>
                  </a:lnTo>
                  <a:lnTo>
                    <a:pt x="635005" y="1374551"/>
                  </a:lnTo>
                  <a:lnTo>
                    <a:pt x="634997" y="1374544"/>
                  </a:lnTo>
                  <a:lnTo>
                    <a:pt x="634988" y="1374536"/>
                  </a:lnTo>
                  <a:lnTo>
                    <a:pt x="634982" y="1374531"/>
                  </a:lnTo>
                  <a:lnTo>
                    <a:pt x="634968" y="1374523"/>
                  </a:lnTo>
                  <a:lnTo>
                    <a:pt x="634962" y="1374520"/>
                  </a:lnTo>
                  <a:lnTo>
                    <a:pt x="634951" y="1374515"/>
                  </a:lnTo>
                  <a:lnTo>
                    <a:pt x="634935" y="1374509"/>
                  </a:lnTo>
                  <a:lnTo>
                    <a:pt x="634930" y="1374507"/>
                  </a:lnTo>
                  <a:lnTo>
                    <a:pt x="634916" y="1374504"/>
                  </a:lnTo>
                  <a:lnTo>
                    <a:pt x="634902" y="1374500"/>
                  </a:lnTo>
                  <a:lnTo>
                    <a:pt x="634896" y="1374499"/>
                  </a:lnTo>
                  <a:lnTo>
                    <a:pt x="634884" y="1374496"/>
                  </a:lnTo>
                  <a:lnTo>
                    <a:pt x="634876" y="1374494"/>
                  </a:lnTo>
                  <a:lnTo>
                    <a:pt x="634868" y="1374492"/>
                  </a:lnTo>
                  <a:lnTo>
                    <a:pt x="634861" y="1374490"/>
                  </a:lnTo>
                  <a:lnTo>
                    <a:pt x="634852" y="1374488"/>
                  </a:lnTo>
                  <a:lnTo>
                    <a:pt x="634845" y="1374486"/>
                  </a:lnTo>
                  <a:lnTo>
                    <a:pt x="634837" y="1374484"/>
                  </a:lnTo>
                  <a:lnTo>
                    <a:pt x="634831" y="1374483"/>
                  </a:lnTo>
                  <a:lnTo>
                    <a:pt x="634821" y="1374481"/>
                  </a:lnTo>
                  <a:lnTo>
                    <a:pt x="634811" y="1374479"/>
                  </a:lnTo>
                  <a:lnTo>
                    <a:pt x="634797" y="1374476"/>
                  </a:lnTo>
                  <a:lnTo>
                    <a:pt x="634787" y="1374475"/>
                  </a:lnTo>
                  <a:lnTo>
                    <a:pt x="634769" y="1374474"/>
                  </a:lnTo>
                  <a:lnTo>
                    <a:pt x="634755" y="1374474"/>
                  </a:lnTo>
                  <a:lnTo>
                    <a:pt x="634746" y="1374474"/>
                  </a:lnTo>
                  <a:lnTo>
                    <a:pt x="634737" y="1374473"/>
                  </a:lnTo>
                  <a:lnTo>
                    <a:pt x="634732" y="1374473"/>
                  </a:lnTo>
                  <a:lnTo>
                    <a:pt x="634722" y="1374472"/>
                  </a:lnTo>
                  <a:lnTo>
                    <a:pt x="634715" y="1374471"/>
                  </a:lnTo>
                  <a:lnTo>
                    <a:pt x="634705" y="1374469"/>
                  </a:lnTo>
                  <a:lnTo>
                    <a:pt x="634689" y="1374465"/>
                  </a:lnTo>
                  <a:lnTo>
                    <a:pt x="634682" y="1374463"/>
                  </a:lnTo>
                  <a:lnTo>
                    <a:pt x="634670" y="1374459"/>
                  </a:lnTo>
                  <a:lnTo>
                    <a:pt x="634652" y="1374455"/>
                  </a:lnTo>
                  <a:lnTo>
                    <a:pt x="634640" y="1374451"/>
                  </a:lnTo>
                  <a:lnTo>
                    <a:pt x="634634" y="1374449"/>
                  </a:lnTo>
                  <a:lnTo>
                    <a:pt x="634608" y="1374441"/>
                  </a:lnTo>
                  <a:lnTo>
                    <a:pt x="634602" y="1374440"/>
                  </a:lnTo>
                  <a:lnTo>
                    <a:pt x="634597" y="1374440"/>
                  </a:lnTo>
                  <a:lnTo>
                    <a:pt x="634591" y="1374439"/>
                  </a:lnTo>
                  <a:lnTo>
                    <a:pt x="634582" y="1374440"/>
                  </a:lnTo>
                  <a:lnTo>
                    <a:pt x="634576" y="1374441"/>
                  </a:lnTo>
                  <a:lnTo>
                    <a:pt x="634569" y="1374441"/>
                  </a:lnTo>
                  <a:lnTo>
                    <a:pt x="634559" y="1374443"/>
                  </a:lnTo>
                  <a:lnTo>
                    <a:pt x="634550" y="1374445"/>
                  </a:lnTo>
                  <a:lnTo>
                    <a:pt x="634542" y="1374445"/>
                  </a:lnTo>
                  <a:lnTo>
                    <a:pt x="634533" y="1374445"/>
                  </a:lnTo>
                  <a:lnTo>
                    <a:pt x="634520" y="1374444"/>
                  </a:lnTo>
                  <a:lnTo>
                    <a:pt x="634511" y="1374443"/>
                  </a:lnTo>
                  <a:lnTo>
                    <a:pt x="634506" y="1374442"/>
                  </a:lnTo>
                  <a:lnTo>
                    <a:pt x="634497" y="1374439"/>
                  </a:lnTo>
                  <a:lnTo>
                    <a:pt x="634489" y="1374436"/>
                  </a:lnTo>
                  <a:lnTo>
                    <a:pt x="634475" y="1374430"/>
                  </a:lnTo>
                  <a:lnTo>
                    <a:pt x="634461" y="1374425"/>
                  </a:lnTo>
                  <a:lnTo>
                    <a:pt x="634451" y="1374421"/>
                  </a:lnTo>
                  <a:lnTo>
                    <a:pt x="634446" y="1374417"/>
                  </a:lnTo>
                  <a:lnTo>
                    <a:pt x="634441" y="1374415"/>
                  </a:lnTo>
                  <a:lnTo>
                    <a:pt x="634427" y="1374408"/>
                  </a:lnTo>
                  <a:lnTo>
                    <a:pt x="634412" y="1374401"/>
                  </a:lnTo>
                  <a:lnTo>
                    <a:pt x="634402" y="1374396"/>
                  </a:lnTo>
                  <a:lnTo>
                    <a:pt x="634396" y="1374393"/>
                  </a:lnTo>
                  <a:lnTo>
                    <a:pt x="634379" y="1374385"/>
                  </a:lnTo>
                  <a:lnTo>
                    <a:pt x="634370" y="1374382"/>
                  </a:lnTo>
                  <a:lnTo>
                    <a:pt x="634333" y="1374370"/>
                  </a:lnTo>
                  <a:lnTo>
                    <a:pt x="634303" y="1374359"/>
                  </a:lnTo>
                  <a:lnTo>
                    <a:pt x="634288" y="1374355"/>
                  </a:lnTo>
                  <a:lnTo>
                    <a:pt x="634261" y="1374347"/>
                  </a:lnTo>
                  <a:lnTo>
                    <a:pt x="634228" y="1374339"/>
                  </a:lnTo>
                  <a:lnTo>
                    <a:pt x="634195" y="1374331"/>
                  </a:lnTo>
                  <a:lnTo>
                    <a:pt x="634159" y="1374320"/>
                  </a:lnTo>
                  <a:lnTo>
                    <a:pt x="634143" y="1374316"/>
                  </a:lnTo>
                  <a:lnTo>
                    <a:pt x="634138" y="1374314"/>
                  </a:lnTo>
                  <a:lnTo>
                    <a:pt x="634125" y="1374311"/>
                  </a:lnTo>
                  <a:lnTo>
                    <a:pt x="634117" y="1374309"/>
                  </a:lnTo>
                  <a:lnTo>
                    <a:pt x="634107" y="1374307"/>
                  </a:lnTo>
                  <a:lnTo>
                    <a:pt x="634096" y="1374306"/>
                  </a:lnTo>
                  <a:lnTo>
                    <a:pt x="634090" y="1374305"/>
                  </a:lnTo>
                  <a:lnTo>
                    <a:pt x="634079" y="1374305"/>
                  </a:lnTo>
                  <a:lnTo>
                    <a:pt x="634062" y="1374304"/>
                  </a:lnTo>
                  <a:lnTo>
                    <a:pt x="634048" y="1374303"/>
                  </a:lnTo>
                  <a:lnTo>
                    <a:pt x="634029" y="1374301"/>
                  </a:lnTo>
                  <a:lnTo>
                    <a:pt x="634022" y="1374300"/>
                  </a:lnTo>
                  <a:lnTo>
                    <a:pt x="634015" y="1374299"/>
                  </a:lnTo>
                  <a:lnTo>
                    <a:pt x="634010" y="1374297"/>
                  </a:lnTo>
                  <a:lnTo>
                    <a:pt x="634004" y="1374295"/>
                  </a:lnTo>
                  <a:lnTo>
                    <a:pt x="633997" y="1374290"/>
                  </a:lnTo>
                  <a:lnTo>
                    <a:pt x="633993" y="1374285"/>
                  </a:lnTo>
                  <a:lnTo>
                    <a:pt x="633990" y="1374277"/>
                  </a:lnTo>
                  <a:lnTo>
                    <a:pt x="633988" y="1374269"/>
                  </a:lnTo>
                  <a:lnTo>
                    <a:pt x="633986" y="1374263"/>
                  </a:lnTo>
                  <a:lnTo>
                    <a:pt x="633983" y="1374249"/>
                  </a:lnTo>
                  <a:lnTo>
                    <a:pt x="633980" y="1374233"/>
                  </a:lnTo>
                  <a:lnTo>
                    <a:pt x="633977" y="1374210"/>
                  </a:lnTo>
                  <a:lnTo>
                    <a:pt x="633975" y="1374184"/>
                  </a:lnTo>
                  <a:lnTo>
                    <a:pt x="633974" y="1374176"/>
                  </a:lnTo>
                  <a:lnTo>
                    <a:pt x="633973" y="1374169"/>
                  </a:lnTo>
                  <a:lnTo>
                    <a:pt x="633972" y="1374155"/>
                  </a:lnTo>
                  <a:lnTo>
                    <a:pt x="633971" y="1374127"/>
                  </a:lnTo>
                  <a:lnTo>
                    <a:pt x="633969" y="1374116"/>
                  </a:lnTo>
                  <a:lnTo>
                    <a:pt x="633966" y="1374108"/>
                  </a:lnTo>
                  <a:lnTo>
                    <a:pt x="633961" y="1374102"/>
                  </a:lnTo>
                  <a:lnTo>
                    <a:pt x="633955" y="1374100"/>
                  </a:lnTo>
                  <a:lnTo>
                    <a:pt x="633937" y="1374096"/>
                  </a:lnTo>
                  <a:lnTo>
                    <a:pt x="633930" y="1374095"/>
                  </a:lnTo>
                  <a:lnTo>
                    <a:pt x="633915" y="1374092"/>
                  </a:lnTo>
                  <a:lnTo>
                    <a:pt x="633898" y="1374088"/>
                  </a:lnTo>
                  <a:lnTo>
                    <a:pt x="633893" y="1374087"/>
                  </a:lnTo>
                  <a:lnTo>
                    <a:pt x="633883" y="1374085"/>
                  </a:lnTo>
                  <a:lnTo>
                    <a:pt x="633873" y="1374082"/>
                  </a:lnTo>
                  <a:lnTo>
                    <a:pt x="633864" y="1374080"/>
                  </a:lnTo>
                  <a:lnTo>
                    <a:pt x="633855" y="1374077"/>
                  </a:lnTo>
                  <a:lnTo>
                    <a:pt x="633848" y="1374076"/>
                  </a:lnTo>
                  <a:lnTo>
                    <a:pt x="633841" y="1374073"/>
                  </a:lnTo>
                  <a:lnTo>
                    <a:pt x="633832" y="1374069"/>
                  </a:lnTo>
                  <a:lnTo>
                    <a:pt x="633824" y="1374066"/>
                  </a:lnTo>
                  <a:lnTo>
                    <a:pt x="633812" y="1374060"/>
                  </a:lnTo>
                  <a:lnTo>
                    <a:pt x="633796" y="1374051"/>
                  </a:lnTo>
                  <a:lnTo>
                    <a:pt x="633779" y="1374042"/>
                  </a:lnTo>
                  <a:lnTo>
                    <a:pt x="633773" y="1374039"/>
                  </a:lnTo>
                  <a:lnTo>
                    <a:pt x="633761" y="1374033"/>
                  </a:lnTo>
                  <a:lnTo>
                    <a:pt x="633751" y="1374028"/>
                  </a:lnTo>
                  <a:lnTo>
                    <a:pt x="633740" y="1374023"/>
                  </a:lnTo>
                  <a:lnTo>
                    <a:pt x="633730" y="1374019"/>
                  </a:lnTo>
                  <a:lnTo>
                    <a:pt x="633724" y="1374017"/>
                  </a:lnTo>
                  <a:lnTo>
                    <a:pt x="633714" y="1374010"/>
                  </a:lnTo>
                  <a:lnTo>
                    <a:pt x="633700" y="1374002"/>
                  </a:lnTo>
                  <a:lnTo>
                    <a:pt x="633694" y="1373998"/>
                  </a:lnTo>
                  <a:lnTo>
                    <a:pt x="633687" y="1373992"/>
                  </a:lnTo>
                  <a:lnTo>
                    <a:pt x="633678" y="1373986"/>
                  </a:lnTo>
                  <a:lnTo>
                    <a:pt x="633672" y="1373981"/>
                  </a:lnTo>
                  <a:lnTo>
                    <a:pt x="633665" y="1373975"/>
                  </a:lnTo>
                  <a:lnTo>
                    <a:pt x="633661" y="1373970"/>
                  </a:lnTo>
                  <a:lnTo>
                    <a:pt x="633655" y="1373964"/>
                  </a:lnTo>
                  <a:lnTo>
                    <a:pt x="633646" y="1373953"/>
                  </a:lnTo>
                  <a:lnTo>
                    <a:pt x="633638" y="1373943"/>
                  </a:lnTo>
                  <a:lnTo>
                    <a:pt x="633631" y="1373933"/>
                  </a:lnTo>
                  <a:lnTo>
                    <a:pt x="633624" y="1373925"/>
                  </a:lnTo>
                  <a:lnTo>
                    <a:pt x="633619" y="1373919"/>
                  </a:lnTo>
                  <a:lnTo>
                    <a:pt x="633607" y="1373907"/>
                  </a:lnTo>
                  <a:lnTo>
                    <a:pt x="633596" y="1373894"/>
                  </a:lnTo>
                  <a:lnTo>
                    <a:pt x="633591" y="1373888"/>
                  </a:lnTo>
                  <a:lnTo>
                    <a:pt x="633584" y="1373876"/>
                  </a:lnTo>
                  <a:lnTo>
                    <a:pt x="633579" y="1373869"/>
                  </a:lnTo>
                  <a:lnTo>
                    <a:pt x="633575" y="1373862"/>
                  </a:lnTo>
                  <a:lnTo>
                    <a:pt x="633573" y="1373856"/>
                  </a:lnTo>
                  <a:lnTo>
                    <a:pt x="633568" y="1373845"/>
                  </a:lnTo>
                  <a:lnTo>
                    <a:pt x="633565" y="1373838"/>
                  </a:lnTo>
                  <a:lnTo>
                    <a:pt x="633562" y="1373829"/>
                  </a:lnTo>
                  <a:lnTo>
                    <a:pt x="633559" y="1373822"/>
                  </a:lnTo>
                  <a:lnTo>
                    <a:pt x="633558" y="1373817"/>
                  </a:lnTo>
                  <a:lnTo>
                    <a:pt x="633554" y="1373807"/>
                  </a:lnTo>
                  <a:lnTo>
                    <a:pt x="633541" y="1373782"/>
                  </a:lnTo>
                  <a:lnTo>
                    <a:pt x="633538" y="1373777"/>
                  </a:lnTo>
                  <a:lnTo>
                    <a:pt x="633533" y="1373770"/>
                  </a:lnTo>
                  <a:lnTo>
                    <a:pt x="633528" y="1373763"/>
                  </a:lnTo>
                  <a:lnTo>
                    <a:pt x="633523" y="1373757"/>
                  </a:lnTo>
                  <a:lnTo>
                    <a:pt x="633519" y="1373753"/>
                  </a:lnTo>
                  <a:lnTo>
                    <a:pt x="633513" y="1373746"/>
                  </a:lnTo>
                  <a:lnTo>
                    <a:pt x="633504" y="1373740"/>
                  </a:lnTo>
                  <a:lnTo>
                    <a:pt x="633496" y="1373736"/>
                  </a:lnTo>
                  <a:lnTo>
                    <a:pt x="633489" y="1373732"/>
                  </a:lnTo>
                  <a:lnTo>
                    <a:pt x="633482" y="1373728"/>
                  </a:lnTo>
                  <a:lnTo>
                    <a:pt x="633477" y="1373726"/>
                  </a:lnTo>
                  <a:lnTo>
                    <a:pt x="633471" y="1373723"/>
                  </a:lnTo>
                  <a:lnTo>
                    <a:pt x="633460" y="1373716"/>
                  </a:lnTo>
                  <a:lnTo>
                    <a:pt x="633441" y="1373704"/>
                  </a:lnTo>
                  <a:lnTo>
                    <a:pt x="633432" y="1373696"/>
                  </a:lnTo>
                  <a:lnTo>
                    <a:pt x="633423" y="1373690"/>
                  </a:lnTo>
                  <a:lnTo>
                    <a:pt x="633416" y="1373684"/>
                  </a:lnTo>
                  <a:lnTo>
                    <a:pt x="633403" y="1373673"/>
                  </a:lnTo>
                  <a:lnTo>
                    <a:pt x="633394" y="1373664"/>
                  </a:lnTo>
                  <a:lnTo>
                    <a:pt x="633374" y="1373642"/>
                  </a:lnTo>
                  <a:lnTo>
                    <a:pt x="633361" y="1373627"/>
                  </a:lnTo>
                  <a:lnTo>
                    <a:pt x="633354" y="1373619"/>
                  </a:lnTo>
                  <a:lnTo>
                    <a:pt x="633347" y="1373610"/>
                  </a:lnTo>
                  <a:lnTo>
                    <a:pt x="633339" y="1373600"/>
                  </a:lnTo>
                  <a:lnTo>
                    <a:pt x="633334" y="1373595"/>
                  </a:lnTo>
                  <a:lnTo>
                    <a:pt x="633328" y="1373589"/>
                  </a:lnTo>
                  <a:lnTo>
                    <a:pt x="633322" y="1373585"/>
                  </a:lnTo>
                  <a:lnTo>
                    <a:pt x="633312" y="1373578"/>
                  </a:lnTo>
                  <a:lnTo>
                    <a:pt x="633306" y="1373575"/>
                  </a:lnTo>
                  <a:lnTo>
                    <a:pt x="633301" y="1373573"/>
                  </a:lnTo>
                  <a:lnTo>
                    <a:pt x="633296" y="1373572"/>
                  </a:lnTo>
                  <a:lnTo>
                    <a:pt x="633286" y="1373570"/>
                  </a:lnTo>
                  <a:lnTo>
                    <a:pt x="633274" y="1373569"/>
                  </a:lnTo>
                  <a:lnTo>
                    <a:pt x="633260" y="1373566"/>
                  </a:lnTo>
                  <a:lnTo>
                    <a:pt x="633249" y="1373564"/>
                  </a:lnTo>
                  <a:lnTo>
                    <a:pt x="633241" y="1373560"/>
                  </a:lnTo>
                  <a:lnTo>
                    <a:pt x="633234" y="1373555"/>
                  </a:lnTo>
                  <a:lnTo>
                    <a:pt x="633230" y="1373548"/>
                  </a:lnTo>
                  <a:lnTo>
                    <a:pt x="633227" y="1373543"/>
                  </a:lnTo>
                  <a:lnTo>
                    <a:pt x="633217" y="1373523"/>
                  </a:lnTo>
                  <a:lnTo>
                    <a:pt x="633213" y="1373514"/>
                  </a:lnTo>
                  <a:lnTo>
                    <a:pt x="633206" y="1373498"/>
                  </a:lnTo>
                  <a:lnTo>
                    <a:pt x="633202" y="1373491"/>
                  </a:lnTo>
                  <a:lnTo>
                    <a:pt x="633198" y="1373481"/>
                  </a:lnTo>
                  <a:lnTo>
                    <a:pt x="633185" y="1373458"/>
                  </a:lnTo>
                  <a:lnTo>
                    <a:pt x="633179" y="1373450"/>
                  </a:lnTo>
                  <a:lnTo>
                    <a:pt x="633165" y="1373429"/>
                  </a:lnTo>
                  <a:lnTo>
                    <a:pt x="633161" y="1373424"/>
                  </a:lnTo>
                  <a:lnTo>
                    <a:pt x="633153" y="1373412"/>
                  </a:lnTo>
                  <a:lnTo>
                    <a:pt x="633144" y="1373396"/>
                  </a:lnTo>
                  <a:lnTo>
                    <a:pt x="633138" y="1373382"/>
                  </a:lnTo>
                  <a:lnTo>
                    <a:pt x="633133" y="1373366"/>
                  </a:lnTo>
                  <a:lnTo>
                    <a:pt x="633130" y="1373357"/>
                  </a:lnTo>
                  <a:lnTo>
                    <a:pt x="633127" y="1373348"/>
                  </a:lnTo>
                  <a:lnTo>
                    <a:pt x="633126" y="1373343"/>
                  </a:lnTo>
                  <a:lnTo>
                    <a:pt x="633125" y="1373336"/>
                  </a:lnTo>
                  <a:lnTo>
                    <a:pt x="633125" y="1373321"/>
                  </a:lnTo>
                  <a:lnTo>
                    <a:pt x="633125" y="1373314"/>
                  </a:lnTo>
                  <a:lnTo>
                    <a:pt x="633125" y="1373307"/>
                  </a:lnTo>
                  <a:lnTo>
                    <a:pt x="633129" y="1373290"/>
                  </a:lnTo>
                  <a:lnTo>
                    <a:pt x="633135" y="1373268"/>
                  </a:lnTo>
                  <a:lnTo>
                    <a:pt x="633139" y="1373256"/>
                  </a:lnTo>
                  <a:lnTo>
                    <a:pt x="633143" y="1373243"/>
                  </a:lnTo>
                  <a:lnTo>
                    <a:pt x="633148" y="1373232"/>
                  </a:lnTo>
                  <a:lnTo>
                    <a:pt x="633157" y="1373213"/>
                  </a:lnTo>
                  <a:lnTo>
                    <a:pt x="633163" y="1373202"/>
                  </a:lnTo>
                  <a:lnTo>
                    <a:pt x="633173" y="1373183"/>
                  </a:lnTo>
                  <a:lnTo>
                    <a:pt x="633175" y="1373178"/>
                  </a:lnTo>
                  <a:lnTo>
                    <a:pt x="633179" y="1373172"/>
                  </a:lnTo>
                  <a:lnTo>
                    <a:pt x="633185" y="1373162"/>
                  </a:lnTo>
                  <a:lnTo>
                    <a:pt x="633194" y="1373152"/>
                  </a:lnTo>
                  <a:lnTo>
                    <a:pt x="633202" y="1373141"/>
                  </a:lnTo>
                  <a:lnTo>
                    <a:pt x="633205" y="1373135"/>
                  </a:lnTo>
                  <a:lnTo>
                    <a:pt x="633209" y="1373122"/>
                  </a:lnTo>
                  <a:lnTo>
                    <a:pt x="633211" y="1373117"/>
                  </a:lnTo>
                  <a:lnTo>
                    <a:pt x="633215" y="1373092"/>
                  </a:lnTo>
                  <a:lnTo>
                    <a:pt x="633219" y="1373062"/>
                  </a:lnTo>
                  <a:lnTo>
                    <a:pt x="633220" y="1373050"/>
                  </a:lnTo>
                  <a:lnTo>
                    <a:pt x="633221" y="1373034"/>
                  </a:lnTo>
                  <a:lnTo>
                    <a:pt x="633221" y="1373029"/>
                  </a:lnTo>
                  <a:lnTo>
                    <a:pt x="633219" y="1373022"/>
                  </a:lnTo>
                  <a:lnTo>
                    <a:pt x="633217" y="1373015"/>
                  </a:lnTo>
                  <a:lnTo>
                    <a:pt x="633212" y="1372995"/>
                  </a:lnTo>
                  <a:lnTo>
                    <a:pt x="633209" y="1372981"/>
                  </a:lnTo>
                  <a:lnTo>
                    <a:pt x="633206" y="1372970"/>
                  </a:lnTo>
                  <a:lnTo>
                    <a:pt x="633204" y="1372964"/>
                  </a:lnTo>
                  <a:lnTo>
                    <a:pt x="633201" y="1372955"/>
                  </a:lnTo>
                  <a:lnTo>
                    <a:pt x="633198" y="1372947"/>
                  </a:lnTo>
                  <a:lnTo>
                    <a:pt x="633194" y="1372938"/>
                  </a:lnTo>
                  <a:lnTo>
                    <a:pt x="633191" y="1372934"/>
                  </a:lnTo>
                  <a:lnTo>
                    <a:pt x="633187" y="1372929"/>
                  </a:lnTo>
                  <a:lnTo>
                    <a:pt x="633182" y="1372923"/>
                  </a:lnTo>
                  <a:lnTo>
                    <a:pt x="633177" y="1372918"/>
                  </a:lnTo>
                  <a:lnTo>
                    <a:pt x="633169" y="1372911"/>
                  </a:lnTo>
                  <a:lnTo>
                    <a:pt x="633155" y="1372901"/>
                  </a:lnTo>
                  <a:lnTo>
                    <a:pt x="633144" y="1372894"/>
                  </a:lnTo>
                  <a:lnTo>
                    <a:pt x="633135" y="1372887"/>
                  </a:lnTo>
                  <a:lnTo>
                    <a:pt x="633125" y="1372881"/>
                  </a:lnTo>
                  <a:lnTo>
                    <a:pt x="633118" y="1372877"/>
                  </a:lnTo>
                  <a:lnTo>
                    <a:pt x="633105" y="1372871"/>
                  </a:lnTo>
                  <a:lnTo>
                    <a:pt x="633083" y="1372860"/>
                  </a:lnTo>
                  <a:lnTo>
                    <a:pt x="633075" y="1372857"/>
                  </a:lnTo>
                  <a:lnTo>
                    <a:pt x="633068" y="1372853"/>
                  </a:lnTo>
                  <a:lnTo>
                    <a:pt x="633063" y="1372851"/>
                  </a:lnTo>
                  <a:lnTo>
                    <a:pt x="633055" y="1372846"/>
                  </a:lnTo>
                  <a:lnTo>
                    <a:pt x="633046" y="1372840"/>
                  </a:lnTo>
                  <a:lnTo>
                    <a:pt x="633040" y="1372836"/>
                  </a:lnTo>
                  <a:lnTo>
                    <a:pt x="633033" y="1372830"/>
                  </a:lnTo>
                  <a:lnTo>
                    <a:pt x="633020" y="1372818"/>
                  </a:lnTo>
                  <a:lnTo>
                    <a:pt x="633002" y="1372800"/>
                  </a:lnTo>
                  <a:lnTo>
                    <a:pt x="632992" y="1372790"/>
                  </a:lnTo>
                  <a:lnTo>
                    <a:pt x="632986" y="1372784"/>
                  </a:lnTo>
                  <a:lnTo>
                    <a:pt x="632978" y="1372777"/>
                  </a:lnTo>
                  <a:lnTo>
                    <a:pt x="632972" y="1372773"/>
                  </a:lnTo>
                  <a:lnTo>
                    <a:pt x="632964" y="1372767"/>
                  </a:lnTo>
                  <a:lnTo>
                    <a:pt x="632959" y="1372764"/>
                  </a:lnTo>
                  <a:lnTo>
                    <a:pt x="632951" y="1372759"/>
                  </a:lnTo>
                  <a:lnTo>
                    <a:pt x="632936" y="1372754"/>
                  </a:lnTo>
                  <a:lnTo>
                    <a:pt x="632927" y="1372753"/>
                  </a:lnTo>
                  <a:lnTo>
                    <a:pt x="632900" y="1372751"/>
                  </a:lnTo>
                  <a:lnTo>
                    <a:pt x="632889" y="1372751"/>
                  </a:lnTo>
                  <a:lnTo>
                    <a:pt x="632878" y="1372751"/>
                  </a:lnTo>
                  <a:lnTo>
                    <a:pt x="632850" y="1372748"/>
                  </a:lnTo>
                  <a:lnTo>
                    <a:pt x="632839" y="1372747"/>
                  </a:lnTo>
                  <a:lnTo>
                    <a:pt x="632829" y="1372745"/>
                  </a:lnTo>
                  <a:lnTo>
                    <a:pt x="632820" y="1372744"/>
                  </a:lnTo>
                  <a:lnTo>
                    <a:pt x="632809" y="1372742"/>
                  </a:lnTo>
                  <a:lnTo>
                    <a:pt x="632801" y="1372740"/>
                  </a:lnTo>
                  <a:lnTo>
                    <a:pt x="632793" y="1372738"/>
                  </a:lnTo>
                  <a:lnTo>
                    <a:pt x="632781" y="1372734"/>
                  </a:lnTo>
                  <a:lnTo>
                    <a:pt x="632765" y="1372730"/>
                  </a:lnTo>
                  <a:lnTo>
                    <a:pt x="632743" y="1372722"/>
                  </a:lnTo>
                  <a:lnTo>
                    <a:pt x="632736" y="1372720"/>
                  </a:lnTo>
                  <a:lnTo>
                    <a:pt x="632723" y="1372717"/>
                  </a:lnTo>
                  <a:lnTo>
                    <a:pt x="632703" y="1372714"/>
                  </a:lnTo>
                  <a:lnTo>
                    <a:pt x="632693" y="1372712"/>
                  </a:lnTo>
                  <a:lnTo>
                    <a:pt x="632680" y="1372710"/>
                  </a:lnTo>
                  <a:lnTo>
                    <a:pt x="632675" y="1372708"/>
                  </a:lnTo>
                  <a:lnTo>
                    <a:pt x="632668" y="1372706"/>
                  </a:lnTo>
                  <a:lnTo>
                    <a:pt x="632660" y="1372703"/>
                  </a:lnTo>
                  <a:lnTo>
                    <a:pt x="632654" y="1372701"/>
                  </a:lnTo>
                  <a:lnTo>
                    <a:pt x="632648" y="1372698"/>
                  </a:lnTo>
                  <a:lnTo>
                    <a:pt x="632641" y="1372694"/>
                  </a:lnTo>
                  <a:lnTo>
                    <a:pt x="632633" y="1372690"/>
                  </a:lnTo>
                  <a:lnTo>
                    <a:pt x="632616" y="1372679"/>
                  </a:lnTo>
                  <a:lnTo>
                    <a:pt x="632609" y="1372675"/>
                  </a:lnTo>
                  <a:lnTo>
                    <a:pt x="632602" y="1372671"/>
                  </a:lnTo>
                  <a:lnTo>
                    <a:pt x="632596" y="1372668"/>
                  </a:lnTo>
                  <a:lnTo>
                    <a:pt x="632590" y="1372667"/>
                  </a:lnTo>
                  <a:lnTo>
                    <a:pt x="632585" y="1372665"/>
                  </a:lnTo>
                  <a:lnTo>
                    <a:pt x="632579" y="1372665"/>
                  </a:lnTo>
                  <a:lnTo>
                    <a:pt x="632569" y="1372665"/>
                  </a:lnTo>
                  <a:lnTo>
                    <a:pt x="632560" y="1372666"/>
                  </a:lnTo>
                  <a:lnTo>
                    <a:pt x="632539" y="1372667"/>
                  </a:lnTo>
                  <a:lnTo>
                    <a:pt x="632534" y="1372668"/>
                  </a:lnTo>
                  <a:lnTo>
                    <a:pt x="632527" y="1372669"/>
                  </a:lnTo>
                  <a:lnTo>
                    <a:pt x="632515" y="1372672"/>
                  </a:lnTo>
                  <a:lnTo>
                    <a:pt x="632504" y="1372673"/>
                  </a:lnTo>
                  <a:lnTo>
                    <a:pt x="632497" y="1372674"/>
                  </a:lnTo>
                  <a:lnTo>
                    <a:pt x="632487" y="1372674"/>
                  </a:lnTo>
                  <a:lnTo>
                    <a:pt x="632465" y="1372672"/>
                  </a:lnTo>
                  <a:lnTo>
                    <a:pt x="632458" y="1372672"/>
                  </a:lnTo>
                  <a:lnTo>
                    <a:pt x="632447" y="1372670"/>
                  </a:lnTo>
                  <a:lnTo>
                    <a:pt x="632438" y="1372669"/>
                  </a:lnTo>
                  <a:lnTo>
                    <a:pt x="632430" y="1372667"/>
                  </a:lnTo>
                  <a:lnTo>
                    <a:pt x="632421" y="1372665"/>
                  </a:lnTo>
                  <a:lnTo>
                    <a:pt x="632414" y="1372662"/>
                  </a:lnTo>
                  <a:lnTo>
                    <a:pt x="632405" y="1372657"/>
                  </a:lnTo>
                  <a:lnTo>
                    <a:pt x="632386" y="1372645"/>
                  </a:lnTo>
                  <a:lnTo>
                    <a:pt x="632373" y="1372636"/>
                  </a:lnTo>
                  <a:lnTo>
                    <a:pt x="632368" y="1372632"/>
                  </a:lnTo>
                  <a:lnTo>
                    <a:pt x="632355" y="1372616"/>
                  </a:lnTo>
                  <a:lnTo>
                    <a:pt x="632349" y="1372611"/>
                  </a:lnTo>
                  <a:lnTo>
                    <a:pt x="632342" y="1372612"/>
                  </a:lnTo>
                  <a:lnTo>
                    <a:pt x="632330" y="1372614"/>
                  </a:lnTo>
                  <a:lnTo>
                    <a:pt x="632315" y="1372615"/>
                  </a:lnTo>
                  <a:lnTo>
                    <a:pt x="632301" y="1372618"/>
                  </a:lnTo>
                  <a:lnTo>
                    <a:pt x="632279" y="1372622"/>
                  </a:lnTo>
                  <a:lnTo>
                    <a:pt x="632264" y="1372625"/>
                  </a:lnTo>
                  <a:lnTo>
                    <a:pt x="632250" y="1372627"/>
                  </a:lnTo>
                  <a:lnTo>
                    <a:pt x="632237" y="1372630"/>
                  </a:lnTo>
                  <a:lnTo>
                    <a:pt x="632224" y="1372635"/>
                  </a:lnTo>
                  <a:lnTo>
                    <a:pt x="632206" y="1372642"/>
                  </a:lnTo>
                  <a:lnTo>
                    <a:pt x="632190" y="1372651"/>
                  </a:lnTo>
                  <a:lnTo>
                    <a:pt x="632181" y="1372657"/>
                  </a:lnTo>
                  <a:lnTo>
                    <a:pt x="632171" y="1372666"/>
                  </a:lnTo>
                  <a:lnTo>
                    <a:pt x="632157" y="1372675"/>
                  </a:lnTo>
                  <a:lnTo>
                    <a:pt x="632143" y="1372683"/>
                  </a:lnTo>
                  <a:lnTo>
                    <a:pt x="632131" y="1372690"/>
                  </a:lnTo>
                  <a:lnTo>
                    <a:pt x="632122" y="1372696"/>
                  </a:lnTo>
                  <a:lnTo>
                    <a:pt x="632109" y="1372710"/>
                  </a:lnTo>
                  <a:lnTo>
                    <a:pt x="632094" y="1372725"/>
                  </a:lnTo>
                  <a:lnTo>
                    <a:pt x="632080" y="1372738"/>
                  </a:lnTo>
                  <a:lnTo>
                    <a:pt x="632066" y="1372749"/>
                  </a:lnTo>
                  <a:lnTo>
                    <a:pt x="632050" y="1372768"/>
                  </a:lnTo>
                  <a:lnTo>
                    <a:pt x="632038" y="1372785"/>
                  </a:lnTo>
                  <a:lnTo>
                    <a:pt x="632033" y="1372796"/>
                  </a:lnTo>
                  <a:lnTo>
                    <a:pt x="632032" y="1372803"/>
                  </a:lnTo>
                  <a:lnTo>
                    <a:pt x="632033" y="1372811"/>
                  </a:lnTo>
                  <a:lnTo>
                    <a:pt x="632036" y="1372824"/>
                  </a:lnTo>
                  <a:lnTo>
                    <a:pt x="632040" y="1372843"/>
                  </a:lnTo>
                  <a:lnTo>
                    <a:pt x="632041" y="1372856"/>
                  </a:lnTo>
                  <a:lnTo>
                    <a:pt x="632040" y="1372862"/>
                  </a:lnTo>
                  <a:lnTo>
                    <a:pt x="632040" y="1372880"/>
                  </a:lnTo>
                  <a:lnTo>
                    <a:pt x="632040" y="1372887"/>
                  </a:lnTo>
                  <a:lnTo>
                    <a:pt x="632041" y="1372910"/>
                  </a:lnTo>
                  <a:lnTo>
                    <a:pt x="632043" y="1372941"/>
                  </a:lnTo>
                  <a:lnTo>
                    <a:pt x="632043" y="1372960"/>
                  </a:lnTo>
                  <a:lnTo>
                    <a:pt x="632044" y="1372967"/>
                  </a:lnTo>
                  <a:lnTo>
                    <a:pt x="632044" y="1372984"/>
                  </a:lnTo>
                  <a:lnTo>
                    <a:pt x="632044" y="1372993"/>
                  </a:lnTo>
                  <a:lnTo>
                    <a:pt x="632044" y="1372998"/>
                  </a:lnTo>
                  <a:lnTo>
                    <a:pt x="632042" y="1373010"/>
                  </a:lnTo>
                  <a:lnTo>
                    <a:pt x="632038" y="1373022"/>
                  </a:lnTo>
                  <a:lnTo>
                    <a:pt x="632033" y="1373034"/>
                  </a:lnTo>
                  <a:lnTo>
                    <a:pt x="632030" y="1373039"/>
                  </a:lnTo>
                  <a:lnTo>
                    <a:pt x="632025" y="1373045"/>
                  </a:lnTo>
                  <a:lnTo>
                    <a:pt x="632022" y="1373050"/>
                  </a:lnTo>
                  <a:lnTo>
                    <a:pt x="632014" y="1373061"/>
                  </a:lnTo>
                  <a:lnTo>
                    <a:pt x="632007" y="1373068"/>
                  </a:lnTo>
                  <a:lnTo>
                    <a:pt x="632002" y="1373074"/>
                  </a:lnTo>
                  <a:lnTo>
                    <a:pt x="631996" y="1373078"/>
                  </a:lnTo>
                  <a:lnTo>
                    <a:pt x="631986" y="1373084"/>
                  </a:lnTo>
                  <a:lnTo>
                    <a:pt x="631976" y="1373091"/>
                  </a:lnTo>
                  <a:lnTo>
                    <a:pt x="631961" y="1373099"/>
                  </a:lnTo>
                  <a:lnTo>
                    <a:pt x="631946" y="1373105"/>
                  </a:lnTo>
                  <a:lnTo>
                    <a:pt x="631936" y="1373109"/>
                  </a:lnTo>
                  <a:lnTo>
                    <a:pt x="631926" y="1373112"/>
                  </a:lnTo>
                  <a:lnTo>
                    <a:pt x="631919" y="1373114"/>
                  </a:lnTo>
                  <a:lnTo>
                    <a:pt x="631909" y="1373114"/>
                  </a:lnTo>
                  <a:lnTo>
                    <a:pt x="631896" y="1373115"/>
                  </a:lnTo>
                  <a:lnTo>
                    <a:pt x="631883" y="1373115"/>
                  </a:lnTo>
                  <a:lnTo>
                    <a:pt x="631874" y="1373114"/>
                  </a:lnTo>
                  <a:lnTo>
                    <a:pt x="631869" y="1373114"/>
                  </a:lnTo>
                  <a:lnTo>
                    <a:pt x="631864" y="1373113"/>
                  </a:lnTo>
                  <a:lnTo>
                    <a:pt x="631857" y="1373111"/>
                  </a:lnTo>
                  <a:lnTo>
                    <a:pt x="631852" y="1373109"/>
                  </a:lnTo>
                  <a:lnTo>
                    <a:pt x="631842" y="1373107"/>
                  </a:lnTo>
                  <a:lnTo>
                    <a:pt x="631835" y="1373106"/>
                  </a:lnTo>
                  <a:lnTo>
                    <a:pt x="631828" y="1373107"/>
                  </a:lnTo>
                  <a:lnTo>
                    <a:pt x="631822" y="1373109"/>
                  </a:lnTo>
                  <a:lnTo>
                    <a:pt x="631815" y="1373112"/>
                  </a:lnTo>
                  <a:lnTo>
                    <a:pt x="631811" y="1373115"/>
                  </a:lnTo>
                  <a:lnTo>
                    <a:pt x="631807" y="1373119"/>
                  </a:lnTo>
                  <a:lnTo>
                    <a:pt x="631803" y="1373124"/>
                  </a:lnTo>
                  <a:lnTo>
                    <a:pt x="631797" y="1373131"/>
                  </a:lnTo>
                  <a:lnTo>
                    <a:pt x="631791" y="1373141"/>
                  </a:lnTo>
                  <a:lnTo>
                    <a:pt x="631784" y="1373152"/>
                  </a:lnTo>
                  <a:lnTo>
                    <a:pt x="631780" y="1373160"/>
                  </a:lnTo>
                  <a:lnTo>
                    <a:pt x="631775" y="1373167"/>
                  </a:lnTo>
                  <a:lnTo>
                    <a:pt x="631771" y="1373171"/>
                  </a:lnTo>
                  <a:lnTo>
                    <a:pt x="631765" y="1373176"/>
                  </a:lnTo>
                  <a:lnTo>
                    <a:pt x="631757" y="1373182"/>
                  </a:lnTo>
                  <a:lnTo>
                    <a:pt x="631750" y="1373186"/>
                  </a:lnTo>
                  <a:lnTo>
                    <a:pt x="631744" y="1373188"/>
                  </a:lnTo>
                  <a:lnTo>
                    <a:pt x="631738" y="1373190"/>
                  </a:lnTo>
                  <a:lnTo>
                    <a:pt x="631731" y="1373192"/>
                  </a:lnTo>
                  <a:lnTo>
                    <a:pt x="631720" y="1373193"/>
                  </a:lnTo>
                  <a:lnTo>
                    <a:pt x="631711" y="1373194"/>
                  </a:lnTo>
                  <a:lnTo>
                    <a:pt x="631700" y="1373194"/>
                  </a:lnTo>
                  <a:lnTo>
                    <a:pt x="631691" y="1373193"/>
                  </a:lnTo>
                  <a:lnTo>
                    <a:pt x="631668" y="1373190"/>
                  </a:lnTo>
                  <a:lnTo>
                    <a:pt x="631652" y="1373188"/>
                  </a:lnTo>
                  <a:lnTo>
                    <a:pt x="631632" y="1373188"/>
                  </a:lnTo>
                  <a:lnTo>
                    <a:pt x="631624" y="1373189"/>
                  </a:lnTo>
                  <a:lnTo>
                    <a:pt x="631615" y="1373192"/>
                  </a:lnTo>
                  <a:lnTo>
                    <a:pt x="631607" y="1373197"/>
                  </a:lnTo>
                  <a:lnTo>
                    <a:pt x="631599" y="1373205"/>
                  </a:lnTo>
                  <a:lnTo>
                    <a:pt x="631595" y="1373211"/>
                  </a:lnTo>
                  <a:lnTo>
                    <a:pt x="631586" y="1373226"/>
                  </a:lnTo>
                  <a:lnTo>
                    <a:pt x="631582" y="1373236"/>
                  </a:lnTo>
                  <a:lnTo>
                    <a:pt x="631573" y="1373254"/>
                  </a:lnTo>
                  <a:lnTo>
                    <a:pt x="631566" y="1373267"/>
                  </a:lnTo>
                  <a:lnTo>
                    <a:pt x="631554" y="1373287"/>
                  </a:lnTo>
                  <a:lnTo>
                    <a:pt x="631546" y="1373296"/>
                  </a:lnTo>
                  <a:lnTo>
                    <a:pt x="631540" y="1373301"/>
                  </a:lnTo>
                  <a:lnTo>
                    <a:pt x="631534" y="1373304"/>
                  </a:lnTo>
                  <a:lnTo>
                    <a:pt x="631523" y="1373308"/>
                  </a:lnTo>
                  <a:lnTo>
                    <a:pt x="631515" y="1373310"/>
                  </a:lnTo>
                  <a:lnTo>
                    <a:pt x="631508" y="1373311"/>
                  </a:lnTo>
                  <a:lnTo>
                    <a:pt x="631502" y="1373311"/>
                  </a:lnTo>
                  <a:lnTo>
                    <a:pt x="631492" y="1373310"/>
                  </a:lnTo>
                  <a:lnTo>
                    <a:pt x="631475" y="1373310"/>
                  </a:lnTo>
                  <a:lnTo>
                    <a:pt x="631435" y="1373309"/>
                  </a:lnTo>
                  <a:lnTo>
                    <a:pt x="631395" y="1373308"/>
                  </a:lnTo>
                  <a:lnTo>
                    <a:pt x="631354" y="1373307"/>
                  </a:lnTo>
                  <a:lnTo>
                    <a:pt x="631315" y="1373306"/>
                  </a:lnTo>
                  <a:lnTo>
                    <a:pt x="631266" y="1373304"/>
                  </a:lnTo>
                  <a:lnTo>
                    <a:pt x="631234" y="1373303"/>
                  </a:lnTo>
                  <a:lnTo>
                    <a:pt x="631195" y="1373301"/>
                  </a:lnTo>
                  <a:lnTo>
                    <a:pt x="631155" y="1373301"/>
                  </a:lnTo>
                  <a:lnTo>
                    <a:pt x="631128" y="1373300"/>
                  </a:lnTo>
                  <a:lnTo>
                    <a:pt x="631118" y="1373298"/>
                  </a:lnTo>
                  <a:lnTo>
                    <a:pt x="631113" y="1373293"/>
                  </a:lnTo>
                  <a:lnTo>
                    <a:pt x="631105" y="1373286"/>
                  </a:lnTo>
                  <a:lnTo>
                    <a:pt x="631088" y="1373266"/>
                  </a:lnTo>
                  <a:lnTo>
                    <a:pt x="631074" y="1373250"/>
                  </a:lnTo>
                  <a:lnTo>
                    <a:pt x="631061" y="1373235"/>
                  </a:lnTo>
                  <a:lnTo>
                    <a:pt x="631055" y="1373229"/>
                  </a:lnTo>
                  <a:lnTo>
                    <a:pt x="631044" y="1373218"/>
                  </a:lnTo>
                  <a:lnTo>
                    <a:pt x="631040" y="1373214"/>
                  </a:lnTo>
                  <a:lnTo>
                    <a:pt x="631036" y="1373209"/>
                  </a:lnTo>
                  <a:lnTo>
                    <a:pt x="631028" y="1373199"/>
                  </a:lnTo>
                  <a:lnTo>
                    <a:pt x="631021" y="1373192"/>
                  </a:lnTo>
                  <a:lnTo>
                    <a:pt x="631013" y="1373185"/>
                  </a:lnTo>
                  <a:lnTo>
                    <a:pt x="631006" y="1373178"/>
                  </a:lnTo>
                  <a:lnTo>
                    <a:pt x="630999" y="1373172"/>
                  </a:lnTo>
                  <a:lnTo>
                    <a:pt x="630993" y="1373169"/>
                  </a:lnTo>
                  <a:lnTo>
                    <a:pt x="630984" y="1373163"/>
                  </a:lnTo>
                  <a:lnTo>
                    <a:pt x="630978" y="1373160"/>
                  </a:lnTo>
                  <a:lnTo>
                    <a:pt x="630972" y="1373158"/>
                  </a:lnTo>
                  <a:lnTo>
                    <a:pt x="630966" y="1373157"/>
                  </a:lnTo>
                  <a:lnTo>
                    <a:pt x="630960" y="1373156"/>
                  </a:lnTo>
                  <a:lnTo>
                    <a:pt x="630952" y="1373156"/>
                  </a:lnTo>
                  <a:lnTo>
                    <a:pt x="630939" y="1373157"/>
                  </a:lnTo>
                  <a:lnTo>
                    <a:pt x="630930" y="1373158"/>
                  </a:lnTo>
                  <a:lnTo>
                    <a:pt x="630921" y="1373157"/>
                  </a:lnTo>
                  <a:lnTo>
                    <a:pt x="630899" y="1373154"/>
                  </a:lnTo>
                  <a:lnTo>
                    <a:pt x="630881" y="1373152"/>
                  </a:lnTo>
                  <a:lnTo>
                    <a:pt x="630863" y="1373148"/>
                  </a:lnTo>
                  <a:lnTo>
                    <a:pt x="630842" y="1373143"/>
                  </a:lnTo>
                  <a:lnTo>
                    <a:pt x="630831" y="1373137"/>
                  </a:lnTo>
                  <a:lnTo>
                    <a:pt x="630820" y="1373130"/>
                  </a:lnTo>
                  <a:lnTo>
                    <a:pt x="630792" y="1373116"/>
                  </a:lnTo>
                  <a:lnTo>
                    <a:pt x="630772" y="1373105"/>
                  </a:lnTo>
                  <a:lnTo>
                    <a:pt x="630753" y="1373093"/>
                  </a:lnTo>
                  <a:lnTo>
                    <a:pt x="630745" y="1373089"/>
                  </a:lnTo>
                  <a:lnTo>
                    <a:pt x="630731" y="1373080"/>
                  </a:lnTo>
                  <a:lnTo>
                    <a:pt x="630711" y="1373069"/>
                  </a:lnTo>
                  <a:lnTo>
                    <a:pt x="630702" y="1373065"/>
                  </a:lnTo>
                  <a:lnTo>
                    <a:pt x="630689" y="1373061"/>
                  </a:lnTo>
                  <a:lnTo>
                    <a:pt x="630674" y="1373057"/>
                  </a:lnTo>
                  <a:lnTo>
                    <a:pt x="630664" y="1373054"/>
                  </a:lnTo>
                  <a:lnTo>
                    <a:pt x="630653" y="1373052"/>
                  </a:lnTo>
                  <a:lnTo>
                    <a:pt x="630640" y="1373050"/>
                  </a:lnTo>
                  <a:lnTo>
                    <a:pt x="630633" y="1373049"/>
                  </a:lnTo>
                  <a:lnTo>
                    <a:pt x="630616" y="1373049"/>
                  </a:lnTo>
                  <a:lnTo>
                    <a:pt x="630606" y="1373049"/>
                  </a:lnTo>
                  <a:lnTo>
                    <a:pt x="630594" y="1373049"/>
                  </a:lnTo>
                  <a:lnTo>
                    <a:pt x="630587" y="1373049"/>
                  </a:lnTo>
                  <a:lnTo>
                    <a:pt x="630579" y="1373051"/>
                  </a:lnTo>
                  <a:lnTo>
                    <a:pt x="630554" y="1373056"/>
                  </a:lnTo>
                  <a:lnTo>
                    <a:pt x="630545" y="1373059"/>
                  </a:lnTo>
                  <a:lnTo>
                    <a:pt x="630526" y="1373064"/>
                  </a:lnTo>
                  <a:lnTo>
                    <a:pt x="630513" y="1373067"/>
                  </a:lnTo>
                  <a:lnTo>
                    <a:pt x="630501" y="1373070"/>
                  </a:lnTo>
                  <a:lnTo>
                    <a:pt x="630489" y="1373071"/>
                  </a:lnTo>
                  <a:lnTo>
                    <a:pt x="630477" y="1373073"/>
                  </a:lnTo>
                  <a:lnTo>
                    <a:pt x="630469" y="1373075"/>
                  </a:lnTo>
                  <a:lnTo>
                    <a:pt x="630459" y="1373079"/>
                  </a:lnTo>
                  <a:lnTo>
                    <a:pt x="630453" y="1373081"/>
                  </a:lnTo>
                  <a:lnTo>
                    <a:pt x="630443" y="1373087"/>
                  </a:lnTo>
                  <a:lnTo>
                    <a:pt x="630423" y="1373097"/>
                  </a:lnTo>
                  <a:lnTo>
                    <a:pt x="630415" y="1373101"/>
                  </a:lnTo>
                  <a:lnTo>
                    <a:pt x="630407" y="1373103"/>
                  </a:lnTo>
                  <a:lnTo>
                    <a:pt x="630392" y="1373105"/>
                  </a:lnTo>
                  <a:lnTo>
                    <a:pt x="630373" y="1373108"/>
                  </a:lnTo>
                  <a:lnTo>
                    <a:pt x="630353" y="1373111"/>
                  </a:lnTo>
                  <a:lnTo>
                    <a:pt x="630329" y="1373113"/>
                  </a:lnTo>
                  <a:lnTo>
                    <a:pt x="630310" y="1373112"/>
                  </a:lnTo>
                  <a:lnTo>
                    <a:pt x="630301" y="1373110"/>
                  </a:lnTo>
                  <a:lnTo>
                    <a:pt x="630294" y="1373107"/>
                  </a:lnTo>
                  <a:lnTo>
                    <a:pt x="630286" y="1373103"/>
                  </a:lnTo>
                  <a:lnTo>
                    <a:pt x="630273" y="1373096"/>
                  </a:lnTo>
                  <a:lnTo>
                    <a:pt x="630268" y="1373094"/>
                  </a:lnTo>
                  <a:lnTo>
                    <a:pt x="630257" y="1373089"/>
                  </a:lnTo>
                  <a:lnTo>
                    <a:pt x="630249" y="1373084"/>
                  </a:lnTo>
                  <a:lnTo>
                    <a:pt x="630241" y="1373079"/>
                  </a:lnTo>
                  <a:lnTo>
                    <a:pt x="630234" y="1373075"/>
                  </a:lnTo>
                  <a:lnTo>
                    <a:pt x="630219" y="1373064"/>
                  </a:lnTo>
                  <a:lnTo>
                    <a:pt x="630206" y="1373054"/>
                  </a:lnTo>
                  <a:lnTo>
                    <a:pt x="630193" y="1373045"/>
                  </a:lnTo>
                  <a:lnTo>
                    <a:pt x="630169" y="1373030"/>
                  </a:lnTo>
                  <a:lnTo>
                    <a:pt x="630156" y="1373020"/>
                  </a:lnTo>
                  <a:lnTo>
                    <a:pt x="630152" y="1373017"/>
                  </a:lnTo>
                  <a:lnTo>
                    <a:pt x="630141" y="1373009"/>
                  </a:lnTo>
                  <a:lnTo>
                    <a:pt x="630118" y="1372989"/>
                  </a:lnTo>
                  <a:lnTo>
                    <a:pt x="630104" y="1372976"/>
                  </a:lnTo>
                  <a:lnTo>
                    <a:pt x="630084" y="1372957"/>
                  </a:lnTo>
                  <a:lnTo>
                    <a:pt x="630070" y="1372944"/>
                  </a:lnTo>
                  <a:lnTo>
                    <a:pt x="630059" y="1372934"/>
                  </a:lnTo>
                  <a:lnTo>
                    <a:pt x="630050" y="1372926"/>
                  </a:lnTo>
                  <a:lnTo>
                    <a:pt x="630041" y="1372918"/>
                  </a:lnTo>
                  <a:lnTo>
                    <a:pt x="630029" y="1372908"/>
                  </a:lnTo>
                  <a:lnTo>
                    <a:pt x="630022" y="1372903"/>
                  </a:lnTo>
                  <a:lnTo>
                    <a:pt x="630009" y="1372894"/>
                  </a:lnTo>
                  <a:lnTo>
                    <a:pt x="630005" y="1372891"/>
                  </a:lnTo>
                  <a:lnTo>
                    <a:pt x="629998" y="1372888"/>
                  </a:lnTo>
                  <a:lnTo>
                    <a:pt x="629993" y="1372886"/>
                  </a:lnTo>
                  <a:lnTo>
                    <a:pt x="629986" y="1372885"/>
                  </a:lnTo>
                  <a:lnTo>
                    <a:pt x="629972" y="1372885"/>
                  </a:lnTo>
                  <a:lnTo>
                    <a:pt x="629962" y="1372884"/>
                  </a:lnTo>
                  <a:lnTo>
                    <a:pt x="629950" y="1372885"/>
                  </a:lnTo>
                  <a:lnTo>
                    <a:pt x="629930" y="1372886"/>
                  </a:lnTo>
                  <a:lnTo>
                    <a:pt x="629915" y="1372887"/>
                  </a:lnTo>
                  <a:lnTo>
                    <a:pt x="629897" y="1372889"/>
                  </a:lnTo>
                  <a:lnTo>
                    <a:pt x="629891" y="1372890"/>
                  </a:lnTo>
                  <a:lnTo>
                    <a:pt x="629881" y="1372892"/>
                  </a:lnTo>
                  <a:lnTo>
                    <a:pt x="629870" y="1372895"/>
                  </a:lnTo>
                  <a:lnTo>
                    <a:pt x="629860" y="1372897"/>
                  </a:lnTo>
                  <a:lnTo>
                    <a:pt x="629851" y="1372899"/>
                  </a:lnTo>
                  <a:lnTo>
                    <a:pt x="629834" y="1372904"/>
                  </a:lnTo>
                  <a:lnTo>
                    <a:pt x="629799" y="1372916"/>
                  </a:lnTo>
                  <a:lnTo>
                    <a:pt x="629782" y="1372921"/>
                  </a:lnTo>
                  <a:lnTo>
                    <a:pt x="629769" y="1372925"/>
                  </a:lnTo>
                  <a:lnTo>
                    <a:pt x="629755" y="1372930"/>
                  </a:lnTo>
                  <a:lnTo>
                    <a:pt x="629739" y="1372935"/>
                  </a:lnTo>
                  <a:lnTo>
                    <a:pt x="629725" y="1372939"/>
                  </a:lnTo>
                  <a:lnTo>
                    <a:pt x="629703" y="1372947"/>
                  </a:lnTo>
                  <a:lnTo>
                    <a:pt x="629683" y="1372953"/>
                  </a:lnTo>
                  <a:lnTo>
                    <a:pt x="629675" y="1372957"/>
                  </a:lnTo>
                  <a:lnTo>
                    <a:pt x="629650" y="1372966"/>
                  </a:lnTo>
                  <a:lnTo>
                    <a:pt x="629642" y="1372969"/>
                  </a:lnTo>
                  <a:lnTo>
                    <a:pt x="629628" y="1372975"/>
                  </a:lnTo>
                  <a:lnTo>
                    <a:pt x="629611" y="1372982"/>
                  </a:lnTo>
                  <a:lnTo>
                    <a:pt x="629590" y="1372989"/>
                  </a:lnTo>
                  <a:lnTo>
                    <a:pt x="629585" y="1372991"/>
                  </a:lnTo>
                  <a:lnTo>
                    <a:pt x="629571" y="1372995"/>
                  </a:lnTo>
                  <a:lnTo>
                    <a:pt x="629561" y="1372997"/>
                  </a:lnTo>
                  <a:lnTo>
                    <a:pt x="629548" y="1373000"/>
                  </a:lnTo>
                  <a:lnTo>
                    <a:pt x="629541" y="1373002"/>
                  </a:lnTo>
                  <a:lnTo>
                    <a:pt x="629532" y="1373005"/>
                  </a:lnTo>
                  <a:lnTo>
                    <a:pt x="629521" y="1373009"/>
                  </a:lnTo>
                  <a:lnTo>
                    <a:pt x="629510" y="1373013"/>
                  </a:lnTo>
                  <a:lnTo>
                    <a:pt x="629500" y="1373016"/>
                  </a:lnTo>
                  <a:lnTo>
                    <a:pt x="629495" y="1373017"/>
                  </a:lnTo>
                  <a:lnTo>
                    <a:pt x="629488" y="1373021"/>
                  </a:lnTo>
                  <a:lnTo>
                    <a:pt x="629481" y="1373023"/>
                  </a:lnTo>
                  <a:lnTo>
                    <a:pt x="629470" y="1373030"/>
                  </a:lnTo>
                  <a:lnTo>
                    <a:pt x="629462" y="1373033"/>
                  </a:lnTo>
                  <a:lnTo>
                    <a:pt x="629452" y="1373040"/>
                  </a:lnTo>
                  <a:lnTo>
                    <a:pt x="629444" y="1373046"/>
                  </a:lnTo>
                  <a:lnTo>
                    <a:pt x="629434" y="1373053"/>
                  </a:lnTo>
                  <a:lnTo>
                    <a:pt x="629423" y="1373062"/>
                  </a:lnTo>
                  <a:lnTo>
                    <a:pt x="629412" y="1373071"/>
                  </a:lnTo>
                  <a:lnTo>
                    <a:pt x="629403" y="1373077"/>
                  </a:lnTo>
                  <a:lnTo>
                    <a:pt x="629397" y="1373080"/>
                  </a:lnTo>
                  <a:lnTo>
                    <a:pt x="629391" y="1373082"/>
                  </a:lnTo>
                  <a:lnTo>
                    <a:pt x="629384" y="1373085"/>
                  </a:lnTo>
                  <a:lnTo>
                    <a:pt x="629374" y="1373088"/>
                  </a:lnTo>
                  <a:lnTo>
                    <a:pt x="629348" y="1373096"/>
                  </a:lnTo>
                  <a:lnTo>
                    <a:pt x="629343" y="1373098"/>
                  </a:lnTo>
                  <a:lnTo>
                    <a:pt x="629326" y="1373104"/>
                  </a:lnTo>
                  <a:lnTo>
                    <a:pt x="629321" y="1373105"/>
                  </a:lnTo>
                  <a:lnTo>
                    <a:pt x="629303" y="1373113"/>
                  </a:lnTo>
                  <a:lnTo>
                    <a:pt x="629298" y="1373107"/>
                  </a:lnTo>
                  <a:lnTo>
                    <a:pt x="629291" y="1373098"/>
                  </a:lnTo>
                  <a:lnTo>
                    <a:pt x="629283" y="1373086"/>
                  </a:lnTo>
                  <a:lnTo>
                    <a:pt x="629266" y="1373067"/>
                  </a:lnTo>
                  <a:lnTo>
                    <a:pt x="629258" y="1373057"/>
                  </a:lnTo>
                  <a:lnTo>
                    <a:pt x="629249" y="1373048"/>
                  </a:lnTo>
                  <a:lnTo>
                    <a:pt x="629238" y="1373036"/>
                  </a:lnTo>
                  <a:lnTo>
                    <a:pt x="629228" y="1373024"/>
                  </a:lnTo>
                  <a:lnTo>
                    <a:pt x="629213" y="1373005"/>
                  </a:lnTo>
                  <a:lnTo>
                    <a:pt x="629207" y="1372997"/>
                  </a:lnTo>
                  <a:lnTo>
                    <a:pt x="629191" y="1372974"/>
                  </a:lnTo>
                  <a:lnTo>
                    <a:pt x="629183" y="1372961"/>
                  </a:lnTo>
                  <a:lnTo>
                    <a:pt x="629172" y="1372943"/>
                  </a:lnTo>
                  <a:lnTo>
                    <a:pt x="629167" y="1372934"/>
                  </a:lnTo>
                  <a:lnTo>
                    <a:pt x="629154" y="1372912"/>
                  </a:lnTo>
                  <a:lnTo>
                    <a:pt x="629147" y="1372897"/>
                  </a:lnTo>
                  <a:lnTo>
                    <a:pt x="629138" y="1372880"/>
                  </a:lnTo>
                  <a:lnTo>
                    <a:pt x="629128" y="1372864"/>
                  </a:lnTo>
                  <a:lnTo>
                    <a:pt x="629119" y="1372849"/>
                  </a:lnTo>
                  <a:lnTo>
                    <a:pt x="629113" y="1372843"/>
                  </a:lnTo>
                  <a:lnTo>
                    <a:pt x="629105" y="1372837"/>
                  </a:lnTo>
                  <a:lnTo>
                    <a:pt x="629100" y="1372835"/>
                  </a:lnTo>
                  <a:lnTo>
                    <a:pt x="629090" y="1372834"/>
                  </a:lnTo>
                  <a:lnTo>
                    <a:pt x="629079" y="1372831"/>
                  </a:lnTo>
                  <a:lnTo>
                    <a:pt x="629074" y="1372830"/>
                  </a:lnTo>
                  <a:lnTo>
                    <a:pt x="629068" y="1372828"/>
                  </a:lnTo>
                  <a:lnTo>
                    <a:pt x="629063" y="1372827"/>
                  </a:lnTo>
                  <a:lnTo>
                    <a:pt x="629057" y="1372824"/>
                  </a:lnTo>
                  <a:lnTo>
                    <a:pt x="629050" y="1372821"/>
                  </a:lnTo>
                  <a:lnTo>
                    <a:pt x="629045" y="1372818"/>
                  </a:lnTo>
                  <a:lnTo>
                    <a:pt x="629040" y="1372816"/>
                  </a:lnTo>
                  <a:lnTo>
                    <a:pt x="629031" y="1372810"/>
                  </a:lnTo>
                  <a:lnTo>
                    <a:pt x="629023" y="1372804"/>
                  </a:lnTo>
                  <a:lnTo>
                    <a:pt x="629017" y="1372800"/>
                  </a:lnTo>
                  <a:lnTo>
                    <a:pt x="629008" y="1372793"/>
                  </a:lnTo>
                  <a:lnTo>
                    <a:pt x="629000" y="1372786"/>
                  </a:lnTo>
                  <a:lnTo>
                    <a:pt x="628989" y="1372778"/>
                  </a:lnTo>
                  <a:lnTo>
                    <a:pt x="628979" y="1372771"/>
                  </a:lnTo>
                  <a:lnTo>
                    <a:pt x="628972" y="1372767"/>
                  </a:lnTo>
                  <a:lnTo>
                    <a:pt x="628962" y="1372762"/>
                  </a:lnTo>
                  <a:lnTo>
                    <a:pt x="628957" y="1372759"/>
                  </a:lnTo>
                  <a:lnTo>
                    <a:pt x="628952" y="1372756"/>
                  </a:lnTo>
                  <a:lnTo>
                    <a:pt x="628924" y="1372741"/>
                  </a:lnTo>
                  <a:lnTo>
                    <a:pt x="628893" y="1372726"/>
                  </a:lnTo>
                  <a:lnTo>
                    <a:pt x="628877" y="1372718"/>
                  </a:lnTo>
                  <a:lnTo>
                    <a:pt x="628862" y="1372711"/>
                  </a:lnTo>
                  <a:lnTo>
                    <a:pt x="628842" y="1372701"/>
                  </a:lnTo>
                  <a:lnTo>
                    <a:pt x="628837" y="1372699"/>
                  </a:lnTo>
                  <a:lnTo>
                    <a:pt x="628830" y="1372695"/>
                  </a:lnTo>
                  <a:lnTo>
                    <a:pt x="628820" y="1372689"/>
                  </a:lnTo>
                  <a:lnTo>
                    <a:pt x="628810" y="1372683"/>
                  </a:lnTo>
                  <a:lnTo>
                    <a:pt x="628801" y="1372675"/>
                  </a:lnTo>
                  <a:lnTo>
                    <a:pt x="628793" y="1372669"/>
                  </a:lnTo>
                  <a:lnTo>
                    <a:pt x="628789" y="1372662"/>
                  </a:lnTo>
                  <a:lnTo>
                    <a:pt x="628789" y="1372654"/>
                  </a:lnTo>
                  <a:lnTo>
                    <a:pt x="628791" y="1372645"/>
                  </a:lnTo>
                  <a:lnTo>
                    <a:pt x="628793" y="1372637"/>
                  </a:lnTo>
                  <a:lnTo>
                    <a:pt x="628799" y="1372623"/>
                  </a:lnTo>
                  <a:lnTo>
                    <a:pt x="628804" y="1372612"/>
                  </a:lnTo>
                  <a:lnTo>
                    <a:pt x="628816" y="1372582"/>
                  </a:lnTo>
                  <a:lnTo>
                    <a:pt x="628821" y="1372573"/>
                  </a:lnTo>
                  <a:lnTo>
                    <a:pt x="628826" y="1372561"/>
                  </a:lnTo>
                  <a:lnTo>
                    <a:pt x="628830" y="1372542"/>
                  </a:lnTo>
                  <a:lnTo>
                    <a:pt x="628831" y="1372533"/>
                  </a:lnTo>
                  <a:lnTo>
                    <a:pt x="628834" y="1372521"/>
                  </a:lnTo>
                  <a:lnTo>
                    <a:pt x="628835" y="1372500"/>
                  </a:lnTo>
                  <a:lnTo>
                    <a:pt x="628835" y="1372483"/>
                  </a:lnTo>
                  <a:lnTo>
                    <a:pt x="628833" y="1372472"/>
                  </a:lnTo>
                  <a:lnTo>
                    <a:pt x="628832" y="1372460"/>
                  </a:lnTo>
                  <a:lnTo>
                    <a:pt x="628829" y="1372444"/>
                  </a:lnTo>
                  <a:lnTo>
                    <a:pt x="628827" y="1372433"/>
                  </a:lnTo>
                  <a:lnTo>
                    <a:pt x="628824" y="1372426"/>
                  </a:lnTo>
                  <a:lnTo>
                    <a:pt x="628818" y="1372418"/>
                  </a:lnTo>
                  <a:lnTo>
                    <a:pt x="628814" y="1372413"/>
                  </a:lnTo>
                  <a:lnTo>
                    <a:pt x="628809" y="1372409"/>
                  </a:lnTo>
                  <a:lnTo>
                    <a:pt x="628803" y="1372404"/>
                  </a:lnTo>
                  <a:lnTo>
                    <a:pt x="628792" y="1372398"/>
                  </a:lnTo>
                  <a:lnTo>
                    <a:pt x="628781" y="1372392"/>
                  </a:lnTo>
                  <a:lnTo>
                    <a:pt x="628766" y="1372386"/>
                  </a:lnTo>
                  <a:lnTo>
                    <a:pt x="628757" y="1372382"/>
                  </a:lnTo>
                  <a:lnTo>
                    <a:pt x="628748" y="1372378"/>
                  </a:lnTo>
                  <a:lnTo>
                    <a:pt x="628740" y="1372373"/>
                  </a:lnTo>
                  <a:lnTo>
                    <a:pt x="628735" y="1372371"/>
                  </a:lnTo>
                  <a:lnTo>
                    <a:pt x="628731" y="1372367"/>
                  </a:lnTo>
                  <a:lnTo>
                    <a:pt x="628727" y="1372363"/>
                  </a:lnTo>
                  <a:lnTo>
                    <a:pt x="628722" y="1372358"/>
                  </a:lnTo>
                  <a:lnTo>
                    <a:pt x="628714" y="1372348"/>
                  </a:lnTo>
                  <a:lnTo>
                    <a:pt x="628704" y="1372333"/>
                  </a:lnTo>
                  <a:lnTo>
                    <a:pt x="628687" y="1372306"/>
                  </a:lnTo>
                  <a:lnTo>
                    <a:pt x="628673" y="1372284"/>
                  </a:lnTo>
                  <a:lnTo>
                    <a:pt x="628661" y="1372265"/>
                  </a:lnTo>
                  <a:lnTo>
                    <a:pt x="628657" y="1372260"/>
                  </a:lnTo>
                  <a:lnTo>
                    <a:pt x="628652" y="1372253"/>
                  </a:lnTo>
                  <a:lnTo>
                    <a:pt x="628649" y="1372248"/>
                  </a:lnTo>
                  <a:lnTo>
                    <a:pt x="628647" y="1372243"/>
                  </a:lnTo>
                  <a:lnTo>
                    <a:pt x="628645" y="1372236"/>
                  </a:lnTo>
                  <a:lnTo>
                    <a:pt x="628644" y="1372223"/>
                  </a:lnTo>
                  <a:lnTo>
                    <a:pt x="628640" y="1372207"/>
                  </a:lnTo>
                  <a:lnTo>
                    <a:pt x="628638" y="1372198"/>
                  </a:lnTo>
                  <a:lnTo>
                    <a:pt x="628634" y="1372190"/>
                  </a:lnTo>
                  <a:lnTo>
                    <a:pt x="628628" y="1372182"/>
                  </a:lnTo>
                  <a:lnTo>
                    <a:pt x="628620" y="1372175"/>
                  </a:lnTo>
                  <a:lnTo>
                    <a:pt x="628611" y="1372169"/>
                  </a:lnTo>
                  <a:lnTo>
                    <a:pt x="628605" y="1372165"/>
                  </a:lnTo>
                  <a:lnTo>
                    <a:pt x="628595" y="1372155"/>
                  </a:lnTo>
                  <a:lnTo>
                    <a:pt x="628580" y="1372140"/>
                  </a:lnTo>
                  <a:lnTo>
                    <a:pt x="628573" y="1372130"/>
                  </a:lnTo>
                  <a:lnTo>
                    <a:pt x="628565" y="1372121"/>
                  </a:lnTo>
                  <a:lnTo>
                    <a:pt x="628558" y="1372113"/>
                  </a:lnTo>
                  <a:lnTo>
                    <a:pt x="628552" y="1372107"/>
                  </a:lnTo>
                  <a:lnTo>
                    <a:pt x="628542" y="1372099"/>
                  </a:lnTo>
                  <a:lnTo>
                    <a:pt x="628536" y="1372095"/>
                  </a:lnTo>
                  <a:lnTo>
                    <a:pt x="628529" y="1372091"/>
                  </a:lnTo>
                  <a:lnTo>
                    <a:pt x="628523" y="1372089"/>
                  </a:lnTo>
                  <a:lnTo>
                    <a:pt x="628516" y="1372089"/>
                  </a:lnTo>
                  <a:lnTo>
                    <a:pt x="628507" y="1372090"/>
                  </a:lnTo>
                  <a:lnTo>
                    <a:pt x="628500" y="1372092"/>
                  </a:lnTo>
                  <a:lnTo>
                    <a:pt x="628489" y="1372097"/>
                  </a:lnTo>
                  <a:lnTo>
                    <a:pt x="628472" y="1372104"/>
                  </a:lnTo>
                  <a:lnTo>
                    <a:pt x="628449" y="1372115"/>
                  </a:lnTo>
                  <a:lnTo>
                    <a:pt x="628430" y="1372124"/>
                  </a:lnTo>
                  <a:lnTo>
                    <a:pt x="628425" y="1372126"/>
                  </a:lnTo>
                  <a:lnTo>
                    <a:pt x="628416" y="1372129"/>
                  </a:lnTo>
                  <a:lnTo>
                    <a:pt x="628407" y="1372126"/>
                  </a:lnTo>
                  <a:lnTo>
                    <a:pt x="628401" y="1372122"/>
                  </a:lnTo>
                  <a:lnTo>
                    <a:pt x="628396" y="1372120"/>
                  </a:lnTo>
                  <a:lnTo>
                    <a:pt x="628391" y="1372118"/>
                  </a:lnTo>
                  <a:lnTo>
                    <a:pt x="628384" y="1372118"/>
                  </a:lnTo>
                  <a:lnTo>
                    <a:pt x="628361" y="1372119"/>
                  </a:lnTo>
                  <a:lnTo>
                    <a:pt x="628331" y="1372121"/>
                  </a:lnTo>
                  <a:lnTo>
                    <a:pt x="628317" y="1372122"/>
                  </a:lnTo>
                  <a:lnTo>
                    <a:pt x="628307" y="1372121"/>
                  </a:lnTo>
                  <a:lnTo>
                    <a:pt x="628301" y="1372121"/>
                  </a:lnTo>
                  <a:lnTo>
                    <a:pt x="628294" y="1372120"/>
                  </a:lnTo>
                  <a:lnTo>
                    <a:pt x="628286" y="1372119"/>
                  </a:lnTo>
                  <a:lnTo>
                    <a:pt x="628279" y="1372118"/>
                  </a:lnTo>
                  <a:lnTo>
                    <a:pt x="628268" y="1372119"/>
                  </a:lnTo>
                  <a:lnTo>
                    <a:pt x="628261" y="1372119"/>
                  </a:lnTo>
                  <a:lnTo>
                    <a:pt x="628253" y="1372121"/>
                  </a:lnTo>
                  <a:lnTo>
                    <a:pt x="628247" y="1372123"/>
                  </a:lnTo>
                  <a:lnTo>
                    <a:pt x="628225" y="1372129"/>
                  </a:lnTo>
                  <a:lnTo>
                    <a:pt x="628213" y="1372133"/>
                  </a:lnTo>
                  <a:lnTo>
                    <a:pt x="628202" y="1372136"/>
                  </a:lnTo>
                  <a:lnTo>
                    <a:pt x="628174" y="1372143"/>
                  </a:lnTo>
                  <a:lnTo>
                    <a:pt x="628146" y="1372149"/>
                  </a:lnTo>
                  <a:lnTo>
                    <a:pt x="628116" y="1372156"/>
                  </a:lnTo>
                  <a:lnTo>
                    <a:pt x="628109" y="1372158"/>
                  </a:lnTo>
                  <a:lnTo>
                    <a:pt x="628102" y="1372160"/>
                  </a:lnTo>
                  <a:lnTo>
                    <a:pt x="628090" y="1372164"/>
                  </a:lnTo>
                  <a:lnTo>
                    <a:pt x="628064" y="1372175"/>
                  </a:lnTo>
                  <a:lnTo>
                    <a:pt x="628056" y="1372178"/>
                  </a:lnTo>
                  <a:lnTo>
                    <a:pt x="628011" y="1372194"/>
                  </a:lnTo>
                  <a:lnTo>
                    <a:pt x="627983" y="1372205"/>
                  </a:lnTo>
                  <a:lnTo>
                    <a:pt x="627958" y="1372214"/>
                  </a:lnTo>
                  <a:lnTo>
                    <a:pt x="627940" y="1372220"/>
                  </a:lnTo>
                  <a:lnTo>
                    <a:pt x="627925" y="1372225"/>
                  </a:lnTo>
                  <a:lnTo>
                    <a:pt x="627918" y="1372227"/>
                  </a:lnTo>
                  <a:lnTo>
                    <a:pt x="627911" y="1372228"/>
                  </a:lnTo>
                  <a:lnTo>
                    <a:pt x="627905" y="1372228"/>
                  </a:lnTo>
                  <a:lnTo>
                    <a:pt x="627883" y="1372227"/>
                  </a:lnTo>
                  <a:lnTo>
                    <a:pt x="627866" y="1372227"/>
                  </a:lnTo>
                  <a:lnTo>
                    <a:pt x="627851" y="1372228"/>
                  </a:lnTo>
                  <a:lnTo>
                    <a:pt x="627843" y="1372229"/>
                  </a:lnTo>
                  <a:lnTo>
                    <a:pt x="627837" y="1372230"/>
                  </a:lnTo>
                  <a:lnTo>
                    <a:pt x="627830" y="1372235"/>
                  </a:lnTo>
                  <a:lnTo>
                    <a:pt x="627815" y="1372247"/>
                  </a:lnTo>
                  <a:lnTo>
                    <a:pt x="627810" y="1372240"/>
                  </a:lnTo>
                  <a:lnTo>
                    <a:pt x="627804" y="1372233"/>
                  </a:lnTo>
                  <a:lnTo>
                    <a:pt x="627799" y="1372229"/>
                  </a:lnTo>
                  <a:lnTo>
                    <a:pt x="627787" y="1372224"/>
                  </a:lnTo>
                  <a:lnTo>
                    <a:pt x="627781" y="1372221"/>
                  </a:lnTo>
                  <a:lnTo>
                    <a:pt x="627774" y="1372218"/>
                  </a:lnTo>
                  <a:lnTo>
                    <a:pt x="627760" y="1372213"/>
                  </a:lnTo>
                  <a:lnTo>
                    <a:pt x="627748" y="1372209"/>
                  </a:lnTo>
                  <a:lnTo>
                    <a:pt x="627739" y="1372206"/>
                  </a:lnTo>
                  <a:lnTo>
                    <a:pt x="627727" y="1372200"/>
                  </a:lnTo>
                  <a:lnTo>
                    <a:pt x="627719" y="1372196"/>
                  </a:lnTo>
                  <a:lnTo>
                    <a:pt x="627709" y="1372191"/>
                  </a:lnTo>
                  <a:lnTo>
                    <a:pt x="627701" y="1372186"/>
                  </a:lnTo>
                  <a:lnTo>
                    <a:pt x="627687" y="1372179"/>
                  </a:lnTo>
                  <a:lnTo>
                    <a:pt x="627675" y="1372172"/>
                  </a:lnTo>
                  <a:lnTo>
                    <a:pt x="627670" y="1372170"/>
                  </a:lnTo>
                  <a:lnTo>
                    <a:pt x="627661" y="1372164"/>
                  </a:lnTo>
                  <a:lnTo>
                    <a:pt x="627655" y="1372160"/>
                  </a:lnTo>
                  <a:lnTo>
                    <a:pt x="627644" y="1372152"/>
                  </a:lnTo>
                  <a:lnTo>
                    <a:pt x="627634" y="1372145"/>
                  </a:lnTo>
                  <a:lnTo>
                    <a:pt x="627621" y="1372137"/>
                  </a:lnTo>
                  <a:lnTo>
                    <a:pt x="627610" y="1372130"/>
                  </a:lnTo>
                  <a:lnTo>
                    <a:pt x="627603" y="1372126"/>
                  </a:lnTo>
                  <a:lnTo>
                    <a:pt x="627596" y="1372120"/>
                  </a:lnTo>
                  <a:lnTo>
                    <a:pt x="627587" y="1372113"/>
                  </a:lnTo>
                  <a:lnTo>
                    <a:pt x="627579" y="1372105"/>
                  </a:lnTo>
                  <a:lnTo>
                    <a:pt x="627565" y="1372091"/>
                  </a:lnTo>
                  <a:lnTo>
                    <a:pt x="627554" y="1372080"/>
                  </a:lnTo>
                  <a:lnTo>
                    <a:pt x="627536" y="1372064"/>
                  </a:lnTo>
                  <a:lnTo>
                    <a:pt x="627516" y="1372047"/>
                  </a:lnTo>
                  <a:lnTo>
                    <a:pt x="627500" y="1372031"/>
                  </a:lnTo>
                  <a:lnTo>
                    <a:pt x="627490" y="1372024"/>
                  </a:lnTo>
                  <a:lnTo>
                    <a:pt x="627485" y="1372020"/>
                  </a:lnTo>
                  <a:lnTo>
                    <a:pt x="627479" y="1372015"/>
                  </a:lnTo>
                  <a:lnTo>
                    <a:pt x="627472" y="1372008"/>
                  </a:lnTo>
                  <a:lnTo>
                    <a:pt x="627468" y="1372003"/>
                  </a:lnTo>
                  <a:lnTo>
                    <a:pt x="627462" y="1371997"/>
                  </a:lnTo>
                  <a:lnTo>
                    <a:pt x="627451" y="1371987"/>
                  </a:lnTo>
                  <a:lnTo>
                    <a:pt x="627439" y="1371976"/>
                  </a:lnTo>
                  <a:lnTo>
                    <a:pt x="627431" y="1371966"/>
                  </a:lnTo>
                  <a:lnTo>
                    <a:pt x="627423" y="1371955"/>
                  </a:lnTo>
                  <a:lnTo>
                    <a:pt x="627418" y="1371946"/>
                  </a:lnTo>
                  <a:lnTo>
                    <a:pt x="627414" y="1371932"/>
                  </a:lnTo>
                  <a:lnTo>
                    <a:pt x="627409" y="1371918"/>
                  </a:lnTo>
                  <a:lnTo>
                    <a:pt x="627407" y="1371907"/>
                  </a:lnTo>
                  <a:lnTo>
                    <a:pt x="627405" y="1371896"/>
                  </a:lnTo>
                  <a:lnTo>
                    <a:pt x="627400" y="1371885"/>
                  </a:lnTo>
                  <a:lnTo>
                    <a:pt x="627393" y="1371863"/>
                  </a:lnTo>
                  <a:lnTo>
                    <a:pt x="627391" y="1371847"/>
                  </a:lnTo>
                  <a:lnTo>
                    <a:pt x="627389" y="1371830"/>
                  </a:lnTo>
                  <a:lnTo>
                    <a:pt x="627385" y="1371808"/>
                  </a:lnTo>
                  <a:lnTo>
                    <a:pt x="627381" y="1371787"/>
                  </a:lnTo>
                  <a:lnTo>
                    <a:pt x="627378" y="1371775"/>
                  </a:lnTo>
                  <a:lnTo>
                    <a:pt x="627368" y="1371757"/>
                  </a:lnTo>
                  <a:lnTo>
                    <a:pt x="627360" y="1371738"/>
                  </a:lnTo>
                  <a:lnTo>
                    <a:pt x="627354" y="1371722"/>
                  </a:lnTo>
                  <a:lnTo>
                    <a:pt x="627350" y="1371701"/>
                  </a:lnTo>
                  <a:lnTo>
                    <a:pt x="627346" y="1371674"/>
                  </a:lnTo>
                  <a:lnTo>
                    <a:pt x="627347" y="1371653"/>
                  </a:lnTo>
                  <a:lnTo>
                    <a:pt x="627346" y="1371610"/>
                  </a:lnTo>
                  <a:lnTo>
                    <a:pt x="627347" y="1371571"/>
                  </a:lnTo>
                  <a:lnTo>
                    <a:pt x="627347" y="1371550"/>
                  </a:lnTo>
                  <a:lnTo>
                    <a:pt x="627351" y="1371520"/>
                  </a:lnTo>
                  <a:lnTo>
                    <a:pt x="627356" y="1371492"/>
                  </a:lnTo>
                  <a:lnTo>
                    <a:pt x="627361" y="1371465"/>
                  </a:lnTo>
                  <a:lnTo>
                    <a:pt x="627364" y="1371445"/>
                  </a:lnTo>
                  <a:lnTo>
                    <a:pt x="627367" y="1371424"/>
                  </a:lnTo>
                  <a:lnTo>
                    <a:pt x="627373" y="1371406"/>
                  </a:lnTo>
                  <a:lnTo>
                    <a:pt x="627380" y="1371394"/>
                  </a:lnTo>
                  <a:lnTo>
                    <a:pt x="627386" y="1371388"/>
                  </a:lnTo>
                  <a:lnTo>
                    <a:pt x="627395" y="1371381"/>
                  </a:lnTo>
                  <a:lnTo>
                    <a:pt x="627405" y="1371375"/>
                  </a:lnTo>
                  <a:lnTo>
                    <a:pt x="627409" y="1371369"/>
                  </a:lnTo>
                  <a:lnTo>
                    <a:pt x="627421" y="1371349"/>
                  </a:lnTo>
                  <a:lnTo>
                    <a:pt x="627430" y="1371333"/>
                  </a:lnTo>
                  <a:lnTo>
                    <a:pt x="627444" y="1371306"/>
                  </a:lnTo>
                  <a:lnTo>
                    <a:pt x="627451" y="1371292"/>
                  </a:lnTo>
                  <a:lnTo>
                    <a:pt x="627462" y="1371267"/>
                  </a:lnTo>
                  <a:lnTo>
                    <a:pt x="627466" y="1371259"/>
                  </a:lnTo>
                  <a:lnTo>
                    <a:pt x="627469" y="1371249"/>
                  </a:lnTo>
                  <a:lnTo>
                    <a:pt x="627478" y="1371225"/>
                  </a:lnTo>
                  <a:lnTo>
                    <a:pt x="627485" y="1371205"/>
                  </a:lnTo>
                  <a:lnTo>
                    <a:pt x="627492" y="1371185"/>
                  </a:lnTo>
                  <a:lnTo>
                    <a:pt x="627499" y="1371163"/>
                  </a:lnTo>
                  <a:lnTo>
                    <a:pt x="627505" y="1371143"/>
                  </a:lnTo>
                  <a:lnTo>
                    <a:pt x="627507" y="1371136"/>
                  </a:lnTo>
                  <a:lnTo>
                    <a:pt x="627509" y="1371124"/>
                  </a:lnTo>
                  <a:lnTo>
                    <a:pt x="627513" y="1371102"/>
                  </a:lnTo>
                  <a:lnTo>
                    <a:pt x="627515" y="1371096"/>
                  </a:lnTo>
                  <a:lnTo>
                    <a:pt x="627516" y="1371088"/>
                  </a:lnTo>
                  <a:lnTo>
                    <a:pt x="627518" y="1371060"/>
                  </a:lnTo>
                  <a:lnTo>
                    <a:pt x="627520" y="1371018"/>
                  </a:lnTo>
                  <a:lnTo>
                    <a:pt x="627523" y="1370977"/>
                  </a:lnTo>
                  <a:lnTo>
                    <a:pt x="627525" y="1370935"/>
                  </a:lnTo>
                  <a:lnTo>
                    <a:pt x="627527" y="1370906"/>
                  </a:lnTo>
                  <a:lnTo>
                    <a:pt x="627528" y="1370893"/>
                  </a:lnTo>
                  <a:lnTo>
                    <a:pt x="627529" y="1370873"/>
                  </a:lnTo>
                  <a:lnTo>
                    <a:pt x="627530" y="1370860"/>
                  </a:lnTo>
                  <a:lnTo>
                    <a:pt x="627530" y="1370852"/>
                  </a:lnTo>
                  <a:lnTo>
                    <a:pt x="627531" y="1370838"/>
                  </a:lnTo>
                  <a:lnTo>
                    <a:pt x="627533" y="1370810"/>
                  </a:lnTo>
                  <a:lnTo>
                    <a:pt x="627534" y="1370788"/>
                  </a:lnTo>
                  <a:lnTo>
                    <a:pt x="627535" y="1370767"/>
                  </a:lnTo>
                  <a:lnTo>
                    <a:pt x="627537" y="1370749"/>
                  </a:lnTo>
                  <a:lnTo>
                    <a:pt x="627538" y="1370738"/>
                  </a:lnTo>
                  <a:lnTo>
                    <a:pt x="627541" y="1370729"/>
                  </a:lnTo>
                  <a:lnTo>
                    <a:pt x="627543" y="1370719"/>
                  </a:lnTo>
                  <a:lnTo>
                    <a:pt x="627548" y="1370701"/>
                  </a:lnTo>
                  <a:lnTo>
                    <a:pt x="627552" y="1370686"/>
                  </a:lnTo>
                  <a:lnTo>
                    <a:pt x="627555" y="1370672"/>
                  </a:lnTo>
                  <a:lnTo>
                    <a:pt x="627561" y="1370655"/>
                  </a:lnTo>
                  <a:lnTo>
                    <a:pt x="627565" y="1370644"/>
                  </a:lnTo>
                  <a:lnTo>
                    <a:pt x="627567" y="1370638"/>
                  </a:lnTo>
                  <a:lnTo>
                    <a:pt x="627576" y="1370620"/>
                  </a:lnTo>
                  <a:lnTo>
                    <a:pt x="627585" y="1370603"/>
                  </a:lnTo>
                  <a:lnTo>
                    <a:pt x="627599" y="1370587"/>
                  </a:lnTo>
                  <a:lnTo>
                    <a:pt x="627612" y="1370570"/>
                  </a:lnTo>
                  <a:lnTo>
                    <a:pt x="627623" y="1370551"/>
                  </a:lnTo>
                  <a:lnTo>
                    <a:pt x="627633" y="1370534"/>
                  </a:lnTo>
                  <a:lnTo>
                    <a:pt x="627638" y="1370519"/>
                  </a:lnTo>
                  <a:lnTo>
                    <a:pt x="627645" y="1370503"/>
                  </a:lnTo>
                  <a:lnTo>
                    <a:pt x="627654" y="1370482"/>
                  </a:lnTo>
                  <a:lnTo>
                    <a:pt x="627666" y="1370455"/>
                  </a:lnTo>
                  <a:lnTo>
                    <a:pt x="627679" y="1370430"/>
                  </a:lnTo>
                  <a:lnTo>
                    <a:pt x="627688" y="1370417"/>
                  </a:lnTo>
                  <a:lnTo>
                    <a:pt x="627698" y="1370408"/>
                  </a:lnTo>
                  <a:lnTo>
                    <a:pt x="627704" y="1370403"/>
                  </a:lnTo>
                  <a:lnTo>
                    <a:pt x="627713" y="1370398"/>
                  </a:lnTo>
                  <a:lnTo>
                    <a:pt x="627729" y="1370390"/>
                  </a:lnTo>
                  <a:lnTo>
                    <a:pt x="627744" y="1370382"/>
                  </a:lnTo>
                  <a:lnTo>
                    <a:pt x="627774" y="1370367"/>
                  </a:lnTo>
                  <a:lnTo>
                    <a:pt x="627788" y="1370360"/>
                  </a:lnTo>
                  <a:lnTo>
                    <a:pt x="627801" y="1370356"/>
                  </a:lnTo>
                  <a:lnTo>
                    <a:pt x="627828" y="1370346"/>
                  </a:lnTo>
                  <a:lnTo>
                    <a:pt x="627849" y="1370338"/>
                  </a:lnTo>
                  <a:lnTo>
                    <a:pt x="627863" y="1370332"/>
                  </a:lnTo>
                  <a:lnTo>
                    <a:pt x="627882" y="1370322"/>
                  </a:lnTo>
                  <a:lnTo>
                    <a:pt x="627889" y="1370318"/>
                  </a:lnTo>
                  <a:lnTo>
                    <a:pt x="627904" y="1370310"/>
                  </a:lnTo>
                  <a:lnTo>
                    <a:pt x="627915" y="1370304"/>
                  </a:lnTo>
                  <a:lnTo>
                    <a:pt x="627924" y="1370298"/>
                  </a:lnTo>
                  <a:lnTo>
                    <a:pt x="627938" y="1370289"/>
                  </a:lnTo>
                  <a:lnTo>
                    <a:pt x="627965" y="1370269"/>
                  </a:lnTo>
                  <a:lnTo>
                    <a:pt x="627992" y="1370249"/>
                  </a:lnTo>
                  <a:lnTo>
                    <a:pt x="628012" y="1370235"/>
                  </a:lnTo>
                  <a:lnTo>
                    <a:pt x="628024" y="1370225"/>
                  </a:lnTo>
                  <a:lnTo>
                    <a:pt x="628046" y="1370209"/>
                  </a:lnTo>
                  <a:lnTo>
                    <a:pt x="628053" y="1370203"/>
                  </a:lnTo>
                  <a:lnTo>
                    <a:pt x="628060" y="1370196"/>
                  </a:lnTo>
                  <a:lnTo>
                    <a:pt x="628068" y="1370190"/>
                  </a:lnTo>
                  <a:lnTo>
                    <a:pt x="628075" y="1370182"/>
                  </a:lnTo>
                  <a:lnTo>
                    <a:pt x="628080" y="1370176"/>
                  </a:lnTo>
                  <a:lnTo>
                    <a:pt x="628086" y="1370168"/>
                  </a:lnTo>
                  <a:lnTo>
                    <a:pt x="628089" y="1370163"/>
                  </a:lnTo>
                  <a:lnTo>
                    <a:pt x="628093" y="1370156"/>
                  </a:lnTo>
                  <a:lnTo>
                    <a:pt x="628096" y="1370148"/>
                  </a:lnTo>
                  <a:lnTo>
                    <a:pt x="628099" y="1370138"/>
                  </a:lnTo>
                  <a:lnTo>
                    <a:pt x="628102" y="1370131"/>
                  </a:lnTo>
                  <a:lnTo>
                    <a:pt x="628103" y="1370122"/>
                  </a:lnTo>
                  <a:lnTo>
                    <a:pt x="628103" y="1370114"/>
                  </a:lnTo>
                  <a:lnTo>
                    <a:pt x="628098" y="1370109"/>
                  </a:lnTo>
                  <a:lnTo>
                    <a:pt x="628093" y="1370104"/>
                  </a:lnTo>
                  <a:lnTo>
                    <a:pt x="628087" y="1370098"/>
                  </a:lnTo>
                  <a:lnTo>
                    <a:pt x="628077" y="1370088"/>
                  </a:lnTo>
                  <a:lnTo>
                    <a:pt x="628068" y="1370080"/>
                  </a:lnTo>
                  <a:lnTo>
                    <a:pt x="628050" y="1370065"/>
                  </a:lnTo>
                  <a:lnTo>
                    <a:pt x="628021" y="1370042"/>
                  </a:lnTo>
                  <a:lnTo>
                    <a:pt x="628005" y="1370027"/>
                  </a:lnTo>
                  <a:lnTo>
                    <a:pt x="627991" y="1370015"/>
                  </a:lnTo>
                  <a:lnTo>
                    <a:pt x="627978" y="1370003"/>
                  </a:lnTo>
                  <a:lnTo>
                    <a:pt x="627970" y="1369994"/>
                  </a:lnTo>
                  <a:lnTo>
                    <a:pt x="627957" y="1369980"/>
                  </a:lnTo>
                  <a:lnTo>
                    <a:pt x="627949" y="1369972"/>
                  </a:lnTo>
                  <a:lnTo>
                    <a:pt x="627941" y="1369966"/>
                  </a:lnTo>
                  <a:lnTo>
                    <a:pt x="627927" y="1369956"/>
                  </a:lnTo>
                  <a:lnTo>
                    <a:pt x="627921" y="1369953"/>
                  </a:lnTo>
                  <a:lnTo>
                    <a:pt x="627912" y="1369949"/>
                  </a:lnTo>
                  <a:lnTo>
                    <a:pt x="627895" y="1369941"/>
                  </a:lnTo>
                  <a:lnTo>
                    <a:pt x="627873" y="1369929"/>
                  </a:lnTo>
                  <a:lnTo>
                    <a:pt x="627862" y="1369924"/>
                  </a:lnTo>
                  <a:lnTo>
                    <a:pt x="627847" y="1369918"/>
                  </a:lnTo>
                  <a:lnTo>
                    <a:pt x="627819" y="1369909"/>
                  </a:lnTo>
                  <a:lnTo>
                    <a:pt x="627812" y="1369907"/>
                  </a:lnTo>
                  <a:lnTo>
                    <a:pt x="627795" y="1369902"/>
                  </a:lnTo>
                  <a:lnTo>
                    <a:pt x="627781" y="1369898"/>
                  </a:lnTo>
                  <a:lnTo>
                    <a:pt x="627770" y="1369895"/>
                  </a:lnTo>
                  <a:lnTo>
                    <a:pt x="627759" y="1369893"/>
                  </a:lnTo>
                  <a:lnTo>
                    <a:pt x="627753" y="1369892"/>
                  </a:lnTo>
                  <a:lnTo>
                    <a:pt x="627740" y="1369891"/>
                  </a:lnTo>
                  <a:lnTo>
                    <a:pt x="627710" y="1369887"/>
                  </a:lnTo>
                  <a:lnTo>
                    <a:pt x="627702" y="1369886"/>
                  </a:lnTo>
                  <a:lnTo>
                    <a:pt x="627691" y="1369884"/>
                  </a:lnTo>
                  <a:lnTo>
                    <a:pt x="627682" y="1369883"/>
                  </a:lnTo>
                  <a:lnTo>
                    <a:pt x="627671" y="1369880"/>
                  </a:lnTo>
                  <a:lnTo>
                    <a:pt x="627660" y="1369878"/>
                  </a:lnTo>
                  <a:lnTo>
                    <a:pt x="627645" y="1369873"/>
                  </a:lnTo>
                  <a:lnTo>
                    <a:pt x="627622" y="1369866"/>
                  </a:lnTo>
                  <a:lnTo>
                    <a:pt x="627599" y="1369860"/>
                  </a:lnTo>
                  <a:lnTo>
                    <a:pt x="627584" y="1369856"/>
                  </a:lnTo>
                  <a:lnTo>
                    <a:pt x="627568" y="1369852"/>
                  </a:lnTo>
                  <a:lnTo>
                    <a:pt x="627556" y="1369849"/>
                  </a:lnTo>
                  <a:lnTo>
                    <a:pt x="627544" y="1369846"/>
                  </a:lnTo>
                  <a:lnTo>
                    <a:pt x="627535" y="1369843"/>
                  </a:lnTo>
                  <a:lnTo>
                    <a:pt x="627527" y="1369839"/>
                  </a:lnTo>
                  <a:lnTo>
                    <a:pt x="627521" y="1369837"/>
                  </a:lnTo>
                  <a:lnTo>
                    <a:pt x="627515" y="1369833"/>
                  </a:lnTo>
                  <a:lnTo>
                    <a:pt x="627510" y="1369830"/>
                  </a:lnTo>
                  <a:lnTo>
                    <a:pt x="627504" y="1369826"/>
                  </a:lnTo>
                  <a:lnTo>
                    <a:pt x="627495" y="1369818"/>
                  </a:lnTo>
                  <a:lnTo>
                    <a:pt x="627488" y="1369811"/>
                  </a:lnTo>
                  <a:lnTo>
                    <a:pt x="627481" y="1369804"/>
                  </a:lnTo>
                  <a:lnTo>
                    <a:pt x="627472" y="1369793"/>
                  </a:lnTo>
                  <a:lnTo>
                    <a:pt x="627463" y="1369784"/>
                  </a:lnTo>
                  <a:lnTo>
                    <a:pt x="627454" y="1369774"/>
                  </a:lnTo>
                  <a:lnTo>
                    <a:pt x="627448" y="1369767"/>
                  </a:lnTo>
                  <a:lnTo>
                    <a:pt x="627443" y="1369760"/>
                  </a:lnTo>
                  <a:lnTo>
                    <a:pt x="627437" y="1369751"/>
                  </a:lnTo>
                  <a:lnTo>
                    <a:pt x="627432" y="1369745"/>
                  </a:lnTo>
                  <a:lnTo>
                    <a:pt x="627426" y="1369737"/>
                  </a:lnTo>
                  <a:lnTo>
                    <a:pt x="627422" y="1369728"/>
                  </a:lnTo>
                  <a:lnTo>
                    <a:pt x="627417" y="1369717"/>
                  </a:lnTo>
                  <a:lnTo>
                    <a:pt x="627412" y="1369705"/>
                  </a:lnTo>
                  <a:lnTo>
                    <a:pt x="627408" y="1369695"/>
                  </a:lnTo>
                  <a:lnTo>
                    <a:pt x="627405" y="1369687"/>
                  </a:lnTo>
                  <a:lnTo>
                    <a:pt x="627398" y="1369677"/>
                  </a:lnTo>
                  <a:lnTo>
                    <a:pt x="627390" y="1369665"/>
                  </a:lnTo>
                  <a:lnTo>
                    <a:pt x="627386" y="1369659"/>
                  </a:lnTo>
                  <a:lnTo>
                    <a:pt x="627383" y="1369652"/>
                  </a:lnTo>
                  <a:lnTo>
                    <a:pt x="627381" y="1369645"/>
                  </a:lnTo>
                  <a:lnTo>
                    <a:pt x="627378" y="1369638"/>
                  </a:lnTo>
                  <a:lnTo>
                    <a:pt x="627376" y="1369631"/>
                  </a:lnTo>
                  <a:lnTo>
                    <a:pt x="627369" y="1369620"/>
                  </a:lnTo>
                  <a:lnTo>
                    <a:pt x="627362" y="1369609"/>
                  </a:lnTo>
                  <a:lnTo>
                    <a:pt x="627356" y="1369601"/>
                  </a:lnTo>
                  <a:lnTo>
                    <a:pt x="627350" y="1369596"/>
                  </a:lnTo>
                  <a:lnTo>
                    <a:pt x="627340" y="1369590"/>
                  </a:lnTo>
                  <a:lnTo>
                    <a:pt x="627332" y="1369586"/>
                  </a:lnTo>
                  <a:lnTo>
                    <a:pt x="627324" y="1369582"/>
                  </a:lnTo>
                  <a:lnTo>
                    <a:pt x="627311" y="1369577"/>
                  </a:lnTo>
                  <a:lnTo>
                    <a:pt x="627303" y="1369572"/>
                  </a:lnTo>
                  <a:lnTo>
                    <a:pt x="627294" y="1369565"/>
                  </a:lnTo>
                  <a:lnTo>
                    <a:pt x="627287" y="1369560"/>
                  </a:lnTo>
                  <a:lnTo>
                    <a:pt x="627280" y="1369555"/>
                  </a:lnTo>
                  <a:lnTo>
                    <a:pt x="627277" y="1369549"/>
                  </a:lnTo>
                  <a:lnTo>
                    <a:pt x="627274" y="1369540"/>
                  </a:lnTo>
                  <a:lnTo>
                    <a:pt x="627272" y="1369530"/>
                  </a:lnTo>
                  <a:lnTo>
                    <a:pt x="627271" y="1369519"/>
                  </a:lnTo>
                  <a:lnTo>
                    <a:pt x="627270" y="1369513"/>
                  </a:lnTo>
                  <a:lnTo>
                    <a:pt x="627270" y="1369507"/>
                  </a:lnTo>
                  <a:lnTo>
                    <a:pt x="627270" y="1369500"/>
                  </a:lnTo>
                  <a:lnTo>
                    <a:pt x="627270" y="1369493"/>
                  </a:lnTo>
                  <a:lnTo>
                    <a:pt x="627269" y="1369485"/>
                  </a:lnTo>
                  <a:lnTo>
                    <a:pt x="627268" y="1369474"/>
                  </a:lnTo>
                  <a:lnTo>
                    <a:pt x="627269" y="1369462"/>
                  </a:lnTo>
                  <a:lnTo>
                    <a:pt x="627269" y="1369447"/>
                  </a:lnTo>
                  <a:lnTo>
                    <a:pt x="627270" y="1369435"/>
                  </a:lnTo>
                  <a:lnTo>
                    <a:pt x="627270" y="1369425"/>
                  </a:lnTo>
                  <a:lnTo>
                    <a:pt x="627271" y="1369417"/>
                  </a:lnTo>
                  <a:lnTo>
                    <a:pt x="627271" y="1369406"/>
                  </a:lnTo>
                  <a:lnTo>
                    <a:pt x="627272" y="1369398"/>
                  </a:lnTo>
                  <a:lnTo>
                    <a:pt x="627272" y="1369389"/>
                  </a:lnTo>
                  <a:lnTo>
                    <a:pt x="627271" y="1369376"/>
                  </a:lnTo>
                  <a:lnTo>
                    <a:pt x="627269" y="1369368"/>
                  </a:lnTo>
                  <a:lnTo>
                    <a:pt x="627268" y="1369361"/>
                  </a:lnTo>
                  <a:lnTo>
                    <a:pt x="627270" y="1369353"/>
                  </a:lnTo>
                  <a:lnTo>
                    <a:pt x="627272" y="1369348"/>
                  </a:lnTo>
                  <a:lnTo>
                    <a:pt x="627278" y="1369340"/>
                  </a:lnTo>
                  <a:lnTo>
                    <a:pt x="627283" y="1369330"/>
                  </a:lnTo>
                  <a:lnTo>
                    <a:pt x="627287" y="1369323"/>
                  </a:lnTo>
                  <a:lnTo>
                    <a:pt x="627293" y="1369308"/>
                  </a:lnTo>
                  <a:lnTo>
                    <a:pt x="627294" y="1369300"/>
                  </a:lnTo>
                  <a:lnTo>
                    <a:pt x="627296" y="1369288"/>
                  </a:lnTo>
                  <a:lnTo>
                    <a:pt x="627294" y="1369275"/>
                  </a:lnTo>
                  <a:lnTo>
                    <a:pt x="627288" y="1369266"/>
                  </a:lnTo>
                  <a:lnTo>
                    <a:pt x="627287" y="1369261"/>
                  </a:lnTo>
                  <a:lnTo>
                    <a:pt x="627287" y="1369253"/>
                  </a:lnTo>
                  <a:lnTo>
                    <a:pt x="627288" y="1369242"/>
                  </a:lnTo>
                  <a:lnTo>
                    <a:pt x="627288" y="1369233"/>
                  </a:lnTo>
                  <a:lnTo>
                    <a:pt x="627290" y="1369221"/>
                  </a:lnTo>
                  <a:lnTo>
                    <a:pt x="627293" y="1369210"/>
                  </a:lnTo>
                  <a:lnTo>
                    <a:pt x="627295" y="1369201"/>
                  </a:lnTo>
                  <a:lnTo>
                    <a:pt x="627297" y="1369186"/>
                  </a:lnTo>
                  <a:lnTo>
                    <a:pt x="627300" y="1369175"/>
                  </a:lnTo>
                  <a:lnTo>
                    <a:pt x="627301" y="1369165"/>
                  </a:lnTo>
                  <a:lnTo>
                    <a:pt x="627302" y="1369158"/>
                  </a:lnTo>
                  <a:lnTo>
                    <a:pt x="627301" y="1369151"/>
                  </a:lnTo>
                  <a:lnTo>
                    <a:pt x="627301" y="1369145"/>
                  </a:lnTo>
                  <a:lnTo>
                    <a:pt x="627301" y="1369136"/>
                  </a:lnTo>
                  <a:lnTo>
                    <a:pt x="627302" y="1369129"/>
                  </a:lnTo>
                  <a:lnTo>
                    <a:pt x="627305" y="1369121"/>
                  </a:lnTo>
                  <a:lnTo>
                    <a:pt x="627308" y="1369114"/>
                  </a:lnTo>
                  <a:lnTo>
                    <a:pt x="627312" y="1369103"/>
                  </a:lnTo>
                  <a:lnTo>
                    <a:pt x="627315" y="1369095"/>
                  </a:lnTo>
                  <a:lnTo>
                    <a:pt x="627321" y="1369083"/>
                  </a:lnTo>
                  <a:lnTo>
                    <a:pt x="627326" y="1369073"/>
                  </a:lnTo>
                  <a:lnTo>
                    <a:pt x="627328" y="1369067"/>
                  </a:lnTo>
                  <a:lnTo>
                    <a:pt x="627329" y="1369059"/>
                  </a:lnTo>
                  <a:lnTo>
                    <a:pt x="627328" y="1369048"/>
                  </a:lnTo>
                  <a:lnTo>
                    <a:pt x="627327" y="1369037"/>
                  </a:lnTo>
                  <a:lnTo>
                    <a:pt x="627324" y="1369028"/>
                  </a:lnTo>
                  <a:lnTo>
                    <a:pt x="627319" y="1369019"/>
                  </a:lnTo>
                  <a:lnTo>
                    <a:pt x="627298" y="1368995"/>
                  </a:lnTo>
                  <a:lnTo>
                    <a:pt x="627276" y="1368976"/>
                  </a:lnTo>
                  <a:lnTo>
                    <a:pt x="627261" y="1368969"/>
                  </a:lnTo>
                  <a:lnTo>
                    <a:pt x="627244" y="1368962"/>
                  </a:lnTo>
                  <a:lnTo>
                    <a:pt x="627233" y="1368952"/>
                  </a:lnTo>
                  <a:lnTo>
                    <a:pt x="627228" y="1368941"/>
                  </a:lnTo>
                  <a:lnTo>
                    <a:pt x="627219" y="1368908"/>
                  </a:lnTo>
                  <a:lnTo>
                    <a:pt x="627216" y="1368900"/>
                  </a:lnTo>
                  <a:lnTo>
                    <a:pt x="627210" y="1368890"/>
                  </a:lnTo>
                  <a:lnTo>
                    <a:pt x="627203" y="1368881"/>
                  </a:lnTo>
                  <a:lnTo>
                    <a:pt x="627191" y="1368873"/>
                  </a:lnTo>
                  <a:lnTo>
                    <a:pt x="627178" y="1368867"/>
                  </a:lnTo>
                  <a:lnTo>
                    <a:pt x="627166" y="1368864"/>
                  </a:lnTo>
                  <a:lnTo>
                    <a:pt x="627157" y="1368864"/>
                  </a:lnTo>
                  <a:lnTo>
                    <a:pt x="627136" y="1368865"/>
                  </a:lnTo>
                  <a:lnTo>
                    <a:pt x="627119" y="1368866"/>
                  </a:lnTo>
                  <a:lnTo>
                    <a:pt x="627101" y="1368866"/>
                  </a:lnTo>
                  <a:lnTo>
                    <a:pt x="627081" y="1368865"/>
                  </a:lnTo>
                  <a:lnTo>
                    <a:pt x="627075" y="1368865"/>
                  </a:lnTo>
                  <a:lnTo>
                    <a:pt x="627069" y="1368864"/>
                  </a:lnTo>
                  <a:lnTo>
                    <a:pt x="627062" y="1368862"/>
                  </a:lnTo>
                  <a:lnTo>
                    <a:pt x="627043" y="1368856"/>
                  </a:lnTo>
                  <a:lnTo>
                    <a:pt x="627037" y="1368852"/>
                  </a:lnTo>
                  <a:lnTo>
                    <a:pt x="627032" y="1368847"/>
                  </a:lnTo>
                  <a:lnTo>
                    <a:pt x="627028" y="1368842"/>
                  </a:lnTo>
                  <a:lnTo>
                    <a:pt x="627025" y="1368836"/>
                  </a:lnTo>
                  <a:lnTo>
                    <a:pt x="627015" y="1368816"/>
                  </a:lnTo>
                  <a:lnTo>
                    <a:pt x="626994" y="1368771"/>
                  </a:lnTo>
                  <a:lnTo>
                    <a:pt x="626981" y="1368747"/>
                  </a:lnTo>
                  <a:lnTo>
                    <a:pt x="626972" y="1368729"/>
                  </a:lnTo>
                  <a:lnTo>
                    <a:pt x="626966" y="1368719"/>
                  </a:lnTo>
                  <a:lnTo>
                    <a:pt x="626957" y="1368706"/>
                  </a:lnTo>
                  <a:lnTo>
                    <a:pt x="626951" y="1368698"/>
                  </a:lnTo>
                  <a:lnTo>
                    <a:pt x="626942" y="1368686"/>
                  </a:lnTo>
                  <a:lnTo>
                    <a:pt x="626924" y="1368661"/>
                  </a:lnTo>
                  <a:lnTo>
                    <a:pt x="626905" y="1368633"/>
                  </a:lnTo>
                  <a:lnTo>
                    <a:pt x="626882" y="1368598"/>
                  </a:lnTo>
                  <a:lnTo>
                    <a:pt x="626867" y="1368570"/>
                  </a:lnTo>
                  <a:lnTo>
                    <a:pt x="626858" y="1368562"/>
                  </a:lnTo>
                  <a:lnTo>
                    <a:pt x="626846" y="1368560"/>
                  </a:lnTo>
                  <a:lnTo>
                    <a:pt x="626832" y="1368562"/>
                  </a:lnTo>
                  <a:lnTo>
                    <a:pt x="626815" y="1368564"/>
                  </a:lnTo>
                  <a:lnTo>
                    <a:pt x="626783" y="1368572"/>
                  </a:lnTo>
                  <a:lnTo>
                    <a:pt x="626773" y="1368575"/>
                  </a:lnTo>
                  <a:lnTo>
                    <a:pt x="626750" y="1368580"/>
                  </a:lnTo>
                  <a:lnTo>
                    <a:pt x="626737" y="1368585"/>
                  </a:lnTo>
                  <a:lnTo>
                    <a:pt x="626724" y="1368588"/>
                  </a:lnTo>
                  <a:lnTo>
                    <a:pt x="626715" y="1368587"/>
                  </a:lnTo>
                  <a:lnTo>
                    <a:pt x="626697" y="1368581"/>
                  </a:lnTo>
                  <a:lnTo>
                    <a:pt x="626682" y="1368575"/>
                  </a:lnTo>
                  <a:lnTo>
                    <a:pt x="626663" y="1368568"/>
                  </a:lnTo>
                  <a:lnTo>
                    <a:pt x="626658" y="1368567"/>
                  </a:lnTo>
                  <a:lnTo>
                    <a:pt x="626639" y="1368564"/>
                  </a:lnTo>
                  <a:lnTo>
                    <a:pt x="626632" y="1368563"/>
                  </a:lnTo>
                  <a:lnTo>
                    <a:pt x="626612" y="1368563"/>
                  </a:lnTo>
                  <a:lnTo>
                    <a:pt x="626563" y="1368562"/>
                  </a:lnTo>
                  <a:lnTo>
                    <a:pt x="626547" y="1368562"/>
                  </a:lnTo>
                  <a:lnTo>
                    <a:pt x="626536" y="1368562"/>
                  </a:lnTo>
                  <a:lnTo>
                    <a:pt x="626528" y="1368563"/>
                  </a:lnTo>
                  <a:lnTo>
                    <a:pt x="626520" y="1368564"/>
                  </a:lnTo>
                  <a:lnTo>
                    <a:pt x="626479" y="1368570"/>
                  </a:lnTo>
                  <a:lnTo>
                    <a:pt x="626459" y="1368573"/>
                  </a:lnTo>
                  <a:lnTo>
                    <a:pt x="626444" y="1368574"/>
                  </a:lnTo>
                  <a:lnTo>
                    <a:pt x="626425" y="1368574"/>
                  </a:lnTo>
                  <a:lnTo>
                    <a:pt x="626407" y="1368574"/>
                  </a:lnTo>
                  <a:lnTo>
                    <a:pt x="626387" y="1368573"/>
                  </a:lnTo>
                  <a:lnTo>
                    <a:pt x="626340" y="1368569"/>
                  </a:lnTo>
                  <a:lnTo>
                    <a:pt x="626317" y="1368567"/>
                  </a:lnTo>
                  <a:lnTo>
                    <a:pt x="626304" y="1368566"/>
                  </a:lnTo>
                  <a:lnTo>
                    <a:pt x="626289" y="1368564"/>
                  </a:lnTo>
                  <a:lnTo>
                    <a:pt x="626284" y="1368563"/>
                  </a:lnTo>
                  <a:lnTo>
                    <a:pt x="626276" y="1368562"/>
                  </a:lnTo>
                  <a:lnTo>
                    <a:pt x="626268" y="1368561"/>
                  </a:lnTo>
                  <a:lnTo>
                    <a:pt x="626259" y="1368558"/>
                  </a:lnTo>
                  <a:lnTo>
                    <a:pt x="626254" y="1368557"/>
                  </a:lnTo>
                  <a:lnTo>
                    <a:pt x="626247" y="1368554"/>
                  </a:lnTo>
                  <a:lnTo>
                    <a:pt x="626240" y="1368551"/>
                  </a:lnTo>
                  <a:lnTo>
                    <a:pt x="626232" y="1368546"/>
                  </a:lnTo>
                  <a:lnTo>
                    <a:pt x="626224" y="1368541"/>
                  </a:lnTo>
                  <a:lnTo>
                    <a:pt x="626220" y="1368537"/>
                  </a:lnTo>
                  <a:lnTo>
                    <a:pt x="626204" y="1368524"/>
                  </a:lnTo>
                  <a:lnTo>
                    <a:pt x="626181" y="1368504"/>
                  </a:lnTo>
                  <a:lnTo>
                    <a:pt x="626156" y="1368481"/>
                  </a:lnTo>
                  <a:lnTo>
                    <a:pt x="626132" y="1368462"/>
                  </a:lnTo>
                  <a:lnTo>
                    <a:pt x="626117" y="1368449"/>
                  </a:lnTo>
                  <a:lnTo>
                    <a:pt x="626108" y="1368442"/>
                  </a:lnTo>
                  <a:lnTo>
                    <a:pt x="626100" y="1368436"/>
                  </a:lnTo>
                  <a:lnTo>
                    <a:pt x="626085" y="1368428"/>
                  </a:lnTo>
                  <a:lnTo>
                    <a:pt x="626067" y="1368423"/>
                  </a:lnTo>
                  <a:lnTo>
                    <a:pt x="626044" y="1368418"/>
                  </a:lnTo>
                  <a:lnTo>
                    <a:pt x="626013" y="1368412"/>
                  </a:lnTo>
                  <a:lnTo>
                    <a:pt x="625986" y="1368406"/>
                  </a:lnTo>
                  <a:lnTo>
                    <a:pt x="625952" y="1368401"/>
                  </a:lnTo>
                  <a:lnTo>
                    <a:pt x="625924" y="1368396"/>
                  </a:lnTo>
                  <a:lnTo>
                    <a:pt x="625897" y="1368389"/>
                  </a:lnTo>
                  <a:lnTo>
                    <a:pt x="625839" y="1368372"/>
                  </a:lnTo>
                  <a:lnTo>
                    <a:pt x="625833" y="1368370"/>
                  </a:lnTo>
                  <a:lnTo>
                    <a:pt x="625825" y="1368367"/>
                  </a:lnTo>
                  <a:lnTo>
                    <a:pt x="625813" y="1368363"/>
                  </a:lnTo>
                  <a:lnTo>
                    <a:pt x="625775" y="1368352"/>
                  </a:lnTo>
                  <a:lnTo>
                    <a:pt x="625767" y="1368350"/>
                  </a:lnTo>
                  <a:lnTo>
                    <a:pt x="625762" y="1368349"/>
                  </a:lnTo>
                  <a:lnTo>
                    <a:pt x="625757" y="1368349"/>
                  </a:lnTo>
                  <a:lnTo>
                    <a:pt x="625752" y="1368350"/>
                  </a:lnTo>
                  <a:lnTo>
                    <a:pt x="625740" y="1368353"/>
                  </a:lnTo>
                  <a:lnTo>
                    <a:pt x="625728" y="1368357"/>
                  </a:lnTo>
                  <a:lnTo>
                    <a:pt x="625714" y="1368364"/>
                  </a:lnTo>
                  <a:lnTo>
                    <a:pt x="625680" y="1368381"/>
                  </a:lnTo>
                  <a:lnTo>
                    <a:pt x="625664" y="1368388"/>
                  </a:lnTo>
                  <a:lnTo>
                    <a:pt x="625643" y="1368398"/>
                  </a:lnTo>
                  <a:lnTo>
                    <a:pt x="625622" y="1368407"/>
                  </a:lnTo>
                  <a:lnTo>
                    <a:pt x="625614" y="1368410"/>
                  </a:lnTo>
                  <a:lnTo>
                    <a:pt x="625609" y="1368412"/>
                  </a:lnTo>
                  <a:lnTo>
                    <a:pt x="625604" y="1368412"/>
                  </a:lnTo>
                  <a:lnTo>
                    <a:pt x="625586" y="1368413"/>
                  </a:lnTo>
                  <a:lnTo>
                    <a:pt x="625581" y="1368413"/>
                  </a:lnTo>
                  <a:lnTo>
                    <a:pt x="625538" y="1368413"/>
                  </a:lnTo>
                  <a:lnTo>
                    <a:pt x="625524" y="1368413"/>
                  </a:lnTo>
                  <a:lnTo>
                    <a:pt x="625514" y="1368414"/>
                  </a:lnTo>
                  <a:lnTo>
                    <a:pt x="625504" y="1368415"/>
                  </a:lnTo>
                  <a:lnTo>
                    <a:pt x="625494" y="1368416"/>
                  </a:lnTo>
                  <a:lnTo>
                    <a:pt x="625484" y="1368418"/>
                  </a:lnTo>
                  <a:lnTo>
                    <a:pt x="625435" y="1368429"/>
                  </a:lnTo>
                  <a:lnTo>
                    <a:pt x="625421" y="1368432"/>
                  </a:lnTo>
                  <a:lnTo>
                    <a:pt x="625408" y="1368434"/>
                  </a:lnTo>
                  <a:lnTo>
                    <a:pt x="625403" y="1368434"/>
                  </a:lnTo>
                  <a:lnTo>
                    <a:pt x="625397" y="1368434"/>
                  </a:lnTo>
                  <a:lnTo>
                    <a:pt x="625389" y="1368433"/>
                  </a:lnTo>
                  <a:lnTo>
                    <a:pt x="625379" y="1368432"/>
                  </a:lnTo>
                  <a:lnTo>
                    <a:pt x="625355" y="1368429"/>
                  </a:lnTo>
                  <a:lnTo>
                    <a:pt x="625348" y="1368428"/>
                  </a:lnTo>
                  <a:lnTo>
                    <a:pt x="625337" y="1368426"/>
                  </a:lnTo>
                  <a:lnTo>
                    <a:pt x="625329" y="1368424"/>
                  </a:lnTo>
                  <a:lnTo>
                    <a:pt x="625323" y="1368418"/>
                  </a:lnTo>
                  <a:lnTo>
                    <a:pt x="625320" y="1368413"/>
                  </a:lnTo>
                  <a:lnTo>
                    <a:pt x="625316" y="1368408"/>
                  </a:lnTo>
                  <a:lnTo>
                    <a:pt x="625308" y="1368396"/>
                  </a:lnTo>
                  <a:lnTo>
                    <a:pt x="625303" y="1368389"/>
                  </a:lnTo>
                  <a:lnTo>
                    <a:pt x="625297" y="1368384"/>
                  </a:lnTo>
                  <a:lnTo>
                    <a:pt x="625290" y="1368381"/>
                  </a:lnTo>
                  <a:lnTo>
                    <a:pt x="625282" y="1368377"/>
                  </a:lnTo>
                  <a:lnTo>
                    <a:pt x="625274" y="1368375"/>
                  </a:lnTo>
                  <a:lnTo>
                    <a:pt x="625268" y="1368375"/>
                  </a:lnTo>
                  <a:lnTo>
                    <a:pt x="625248" y="1368376"/>
                  </a:lnTo>
                  <a:lnTo>
                    <a:pt x="625238" y="1368377"/>
                  </a:lnTo>
                  <a:lnTo>
                    <a:pt x="625230" y="1368377"/>
                  </a:lnTo>
                  <a:lnTo>
                    <a:pt x="625224" y="1368376"/>
                  </a:lnTo>
                  <a:lnTo>
                    <a:pt x="625219" y="1368375"/>
                  </a:lnTo>
                  <a:lnTo>
                    <a:pt x="625213" y="1368374"/>
                  </a:lnTo>
                  <a:lnTo>
                    <a:pt x="625169" y="1368364"/>
                  </a:lnTo>
                  <a:lnTo>
                    <a:pt x="625161" y="1368362"/>
                  </a:lnTo>
                  <a:lnTo>
                    <a:pt x="625153" y="1368361"/>
                  </a:lnTo>
                  <a:lnTo>
                    <a:pt x="625145" y="1368362"/>
                  </a:lnTo>
                  <a:lnTo>
                    <a:pt x="625138" y="1368362"/>
                  </a:lnTo>
                  <a:lnTo>
                    <a:pt x="625130" y="1368364"/>
                  </a:lnTo>
                  <a:lnTo>
                    <a:pt x="625120" y="1368367"/>
                  </a:lnTo>
                  <a:lnTo>
                    <a:pt x="625112" y="1368368"/>
                  </a:lnTo>
                  <a:lnTo>
                    <a:pt x="625107" y="1368369"/>
                  </a:lnTo>
                  <a:lnTo>
                    <a:pt x="625100" y="1368369"/>
                  </a:lnTo>
                  <a:lnTo>
                    <a:pt x="625090" y="1368368"/>
                  </a:lnTo>
                  <a:lnTo>
                    <a:pt x="625073" y="1368366"/>
                  </a:lnTo>
                  <a:lnTo>
                    <a:pt x="625059" y="1368363"/>
                  </a:lnTo>
                  <a:lnTo>
                    <a:pt x="625050" y="1368361"/>
                  </a:lnTo>
                  <a:lnTo>
                    <a:pt x="625023" y="1368353"/>
                  </a:lnTo>
                  <a:lnTo>
                    <a:pt x="625016" y="1368351"/>
                  </a:lnTo>
                  <a:lnTo>
                    <a:pt x="625009" y="1368350"/>
                  </a:lnTo>
                  <a:lnTo>
                    <a:pt x="624985" y="1368348"/>
                  </a:lnTo>
                  <a:lnTo>
                    <a:pt x="624885" y="1368340"/>
                  </a:lnTo>
                  <a:lnTo>
                    <a:pt x="624860" y="1368338"/>
                  </a:lnTo>
                  <a:lnTo>
                    <a:pt x="624810" y="1368336"/>
                  </a:lnTo>
                  <a:lnTo>
                    <a:pt x="624786" y="1368334"/>
                  </a:lnTo>
                  <a:lnTo>
                    <a:pt x="624769" y="1368332"/>
                  </a:lnTo>
                  <a:lnTo>
                    <a:pt x="624755" y="1368330"/>
                  </a:lnTo>
                  <a:lnTo>
                    <a:pt x="624735" y="1368326"/>
                  </a:lnTo>
                  <a:lnTo>
                    <a:pt x="624707" y="1368320"/>
                  </a:lnTo>
                  <a:lnTo>
                    <a:pt x="624666" y="1368310"/>
                  </a:lnTo>
                  <a:lnTo>
                    <a:pt x="624653" y="1368307"/>
                  </a:lnTo>
                  <a:lnTo>
                    <a:pt x="624639" y="1368305"/>
                  </a:lnTo>
                  <a:lnTo>
                    <a:pt x="624607" y="1368301"/>
                  </a:lnTo>
                  <a:lnTo>
                    <a:pt x="624585" y="1368298"/>
                  </a:lnTo>
                  <a:lnTo>
                    <a:pt x="624575" y="1368298"/>
                  </a:lnTo>
                  <a:lnTo>
                    <a:pt x="624564" y="1368297"/>
                  </a:lnTo>
                  <a:lnTo>
                    <a:pt x="624554" y="1368297"/>
                  </a:lnTo>
                  <a:lnTo>
                    <a:pt x="624546" y="1368298"/>
                  </a:lnTo>
                  <a:lnTo>
                    <a:pt x="624540" y="1368298"/>
                  </a:lnTo>
                  <a:lnTo>
                    <a:pt x="624535" y="1368300"/>
                  </a:lnTo>
                  <a:lnTo>
                    <a:pt x="624524" y="1368303"/>
                  </a:lnTo>
                  <a:lnTo>
                    <a:pt x="624512" y="1368307"/>
                  </a:lnTo>
                  <a:lnTo>
                    <a:pt x="624502" y="1368311"/>
                  </a:lnTo>
                  <a:lnTo>
                    <a:pt x="624491" y="1368315"/>
                  </a:lnTo>
                  <a:lnTo>
                    <a:pt x="624481" y="1368320"/>
                  </a:lnTo>
                  <a:lnTo>
                    <a:pt x="624471" y="1368324"/>
                  </a:lnTo>
                  <a:lnTo>
                    <a:pt x="624457" y="1368332"/>
                  </a:lnTo>
                  <a:lnTo>
                    <a:pt x="624444" y="1368339"/>
                  </a:lnTo>
                  <a:lnTo>
                    <a:pt x="624419" y="1368355"/>
                  </a:lnTo>
                  <a:lnTo>
                    <a:pt x="624378" y="1368380"/>
                  </a:lnTo>
                  <a:lnTo>
                    <a:pt x="624364" y="1368389"/>
                  </a:lnTo>
                  <a:lnTo>
                    <a:pt x="624350" y="1368398"/>
                  </a:lnTo>
                  <a:lnTo>
                    <a:pt x="624288" y="1368441"/>
                  </a:lnTo>
                  <a:lnTo>
                    <a:pt x="624263" y="1368458"/>
                  </a:lnTo>
                  <a:lnTo>
                    <a:pt x="624251" y="1368465"/>
                  </a:lnTo>
                  <a:lnTo>
                    <a:pt x="624236" y="1368474"/>
                  </a:lnTo>
                  <a:lnTo>
                    <a:pt x="624195" y="1368497"/>
                  </a:lnTo>
                  <a:lnTo>
                    <a:pt x="624186" y="1368502"/>
                  </a:lnTo>
                  <a:lnTo>
                    <a:pt x="624179" y="1368506"/>
                  </a:lnTo>
                  <a:lnTo>
                    <a:pt x="624172" y="1368512"/>
                  </a:lnTo>
                  <a:lnTo>
                    <a:pt x="624165" y="1368517"/>
                  </a:lnTo>
                  <a:lnTo>
                    <a:pt x="624144" y="1368535"/>
                  </a:lnTo>
                  <a:lnTo>
                    <a:pt x="624128" y="1368550"/>
                  </a:lnTo>
                  <a:lnTo>
                    <a:pt x="624111" y="1368567"/>
                  </a:lnTo>
                  <a:lnTo>
                    <a:pt x="624106" y="1368571"/>
                  </a:lnTo>
                  <a:lnTo>
                    <a:pt x="624097" y="1368578"/>
                  </a:lnTo>
                  <a:lnTo>
                    <a:pt x="624089" y="1368583"/>
                  </a:lnTo>
                  <a:lnTo>
                    <a:pt x="624081" y="1368587"/>
                  </a:lnTo>
                  <a:lnTo>
                    <a:pt x="624072" y="1368590"/>
                  </a:lnTo>
                  <a:lnTo>
                    <a:pt x="624060" y="1368593"/>
                  </a:lnTo>
                  <a:lnTo>
                    <a:pt x="624050" y="1368595"/>
                  </a:lnTo>
                  <a:lnTo>
                    <a:pt x="624018" y="1368601"/>
                  </a:lnTo>
                  <a:lnTo>
                    <a:pt x="624006" y="1368603"/>
                  </a:lnTo>
                  <a:lnTo>
                    <a:pt x="623998" y="1368604"/>
                  </a:lnTo>
                  <a:lnTo>
                    <a:pt x="623992" y="1368605"/>
                  </a:lnTo>
                  <a:lnTo>
                    <a:pt x="623984" y="1368605"/>
                  </a:lnTo>
                  <a:lnTo>
                    <a:pt x="623974" y="1368603"/>
                  </a:lnTo>
                  <a:lnTo>
                    <a:pt x="623965" y="1368601"/>
                  </a:lnTo>
                  <a:lnTo>
                    <a:pt x="623958" y="1368600"/>
                  </a:lnTo>
                  <a:lnTo>
                    <a:pt x="623950" y="1368599"/>
                  </a:lnTo>
                  <a:lnTo>
                    <a:pt x="623941" y="1368598"/>
                  </a:lnTo>
                  <a:lnTo>
                    <a:pt x="623935" y="1368599"/>
                  </a:lnTo>
                  <a:lnTo>
                    <a:pt x="623929" y="1368600"/>
                  </a:lnTo>
                  <a:lnTo>
                    <a:pt x="623917" y="1368604"/>
                  </a:lnTo>
                  <a:lnTo>
                    <a:pt x="623909" y="1368607"/>
                  </a:lnTo>
                  <a:lnTo>
                    <a:pt x="623903" y="1368609"/>
                  </a:lnTo>
                  <a:lnTo>
                    <a:pt x="623894" y="1368613"/>
                  </a:lnTo>
                  <a:lnTo>
                    <a:pt x="623878" y="1368623"/>
                  </a:lnTo>
                  <a:lnTo>
                    <a:pt x="623870" y="1368628"/>
                  </a:lnTo>
                  <a:lnTo>
                    <a:pt x="623863" y="1368630"/>
                  </a:lnTo>
                  <a:lnTo>
                    <a:pt x="623856" y="1368630"/>
                  </a:lnTo>
                  <a:lnTo>
                    <a:pt x="623849" y="1368629"/>
                  </a:lnTo>
                  <a:lnTo>
                    <a:pt x="623843" y="1368629"/>
                  </a:lnTo>
                  <a:lnTo>
                    <a:pt x="623836" y="1368627"/>
                  </a:lnTo>
                  <a:lnTo>
                    <a:pt x="623815" y="1368620"/>
                  </a:lnTo>
                  <a:lnTo>
                    <a:pt x="623807" y="1368618"/>
                  </a:lnTo>
                  <a:lnTo>
                    <a:pt x="623798" y="1368616"/>
                  </a:lnTo>
                  <a:lnTo>
                    <a:pt x="623791" y="1368616"/>
                  </a:lnTo>
                  <a:lnTo>
                    <a:pt x="623785" y="1368616"/>
                  </a:lnTo>
                  <a:lnTo>
                    <a:pt x="623779" y="1368618"/>
                  </a:lnTo>
                  <a:lnTo>
                    <a:pt x="623771" y="1368620"/>
                  </a:lnTo>
                  <a:lnTo>
                    <a:pt x="623765" y="1368623"/>
                  </a:lnTo>
                  <a:lnTo>
                    <a:pt x="623750" y="1368631"/>
                  </a:lnTo>
                  <a:lnTo>
                    <a:pt x="623723" y="1368647"/>
                  </a:lnTo>
                  <a:lnTo>
                    <a:pt x="623717" y="1368650"/>
                  </a:lnTo>
                  <a:lnTo>
                    <a:pt x="623709" y="1368652"/>
                  </a:lnTo>
                  <a:lnTo>
                    <a:pt x="623675" y="1368662"/>
                  </a:lnTo>
                  <a:lnTo>
                    <a:pt x="623624" y="1368678"/>
                  </a:lnTo>
                  <a:lnTo>
                    <a:pt x="623604" y="1368682"/>
                  </a:lnTo>
                  <a:lnTo>
                    <a:pt x="623592" y="1368685"/>
                  </a:lnTo>
                  <a:lnTo>
                    <a:pt x="623582" y="1368687"/>
                  </a:lnTo>
                  <a:lnTo>
                    <a:pt x="623575" y="1368689"/>
                  </a:lnTo>
                  <a:lnTo>
                    <a:pt x="623568" y="1368692"/>
                  </a:lnTo>
                  <a:lnTo>
                    <a:pt x="623560" y="1368696"/>
                  </a:lnTo>
                  <a:lnTo>
                    <a:pt x="623549" y="1368702"/>
                  </a:lnTo>
                  <a:lnTo>
                    <a:pt x="623540" y="1368707"/>
                  </a:lnTo>
                  <a:lnTo>
                    <a:pt x="623532" y="1368712"/>
                  </a:lnTo>
                  <a:lnTo>
                    <a:pt x="623487" y="1368743"/>
                  </a:lnTo>
                  <a:lnTo>
                    <a:pt x="623465" y="1368758"/>
                  </a:lnTo>
                  <a:lnTo>
                    <a:pt x="623423" y="1368788"/>
                  </a:lnTo>
                  <a:lnTo>
                    <a:pt x="623368" y="1368825"/>
                  </a:lnTo>
                  <a:lnTo>
                    <a:pt x="623351" y="1368837"/>
                  </a:lnTo>
                  <a:lnTo>
                    <a:pt x="623345" y="1368841"/>
                  </a:lnTo>
                  <a:lnTo>
                    <a:pt x="623334" y="1368851"/>
                  </a:lnTo>
                  <a:lnTo>
                    <a:pt x="623323" y="1368861"/>
                  </a:lnTo>
                  <a:lnTo>
                    <a:pt x="623316" y="1368867"/>
                  </a:lnTo>
                  <a:lnTo>
                    <a:pt x="623307" y="1368876"/>
                  </a:lnTo>
                  <a:lnTo>
                    <a:pt x="623296" y="1368887"/>
                  </a:lnTo>
                  <a:lnTo>
                    <a:pt x="623288" y="1368897"/>
                  </a:lnTo>
                  <a:lnTo>
                    <a:pt x="623278" y="1368908"/>
                  </a:lnTo>
                  <a:lnTo>
                    <a:pt x="623269" y="1368919"/>
                  </a:lnTo>
                  <a:lnTo>
                    <a:pt x="623265" y="1368925"/>
                  </a:lnTo>
                  <a:lnTo>
                    <a:pt x="623261" y="1368929"/>
                  </a:lnTo>
                  <a:lnTo>
                    <a:pt x="623256" y="1368937"/>
                  </a:lnTo>
                  <a:lnTo>
                    <a:pt x="623248" y="1368949"/>
                  </a:lnTo>
                  <a:lnTo>
                    <a:pt x="623239" y="1368964"/>
                  </a:lnTo>
                  <a:lnTo>
                    <a:pt x="623231" y="1368977"/>
                  </a:lnTo>
                  <a:lnTo>
                    <a:pt x="623225" y="1368988"/>
                  </a:lnTo>
                  <a:lnTo>
                    <a:pt x="623219" y="1369001"/>
                  </a:lnTo>
                  <a:lnTo>
                    <a:pt x="623215" y="1369009"/>
                  </a:lnTo>
                  <a:lnTo>
                    <a:pt x="623212" y="1369017"/>
                  </a:lnTo>
                  <a:lnTo>
                    <a:pt x="623205" y="1369033"/>
                  </a:lnTo>
                  <a:lnTo>
                    <a:pt x="623201" y="1369046"/>
                  </a:lnTo>
                  <a:lnTo>
                    <a:pt x="623197" y="1369061"/>
                  </a:lnTo>
                  <a:lnTo>
                    <a:pt x="623191" y="1369089"/>
                  </a:lnTo>
                  <a:lnTo>
                    <a:pt x="623191" y="1369106"/>
                  </a:lnTo>
                  <a:lnTo>
                    <a:pt x="623190" y="1369116"/>
                  </a:lnTo>
                  <a:lnTo>
                    <a:pt x="623190" y="1369123"/>
                  </a:lnTo>
                  <a:lnTo>
                    <a:pt x="623188" y="1369130"/>
                  </a:lnTo>
                  <a:lnTo>
                    <a:pt x="623185" y="1369141"/>
                  </a:lnTo>
                  <a:lnTo>
                    <a:pt x="623171" y="1369175"/>
                  </a:lnTo>
                  <a:lnTo>
                    <a:pt x="623162" y="1369202"/>
                  </a:lnTo>
                  <a:lnTo>
                    <a:pt x="623158" y="1369216"/>
                  </a:lnTo>
                  <a:lnTo>
                    <a:pt x="623154" y="1369229"/>
                  </a:lnTo>
                  <a:lnTo>
                    <a:pt x="623152" y="1369238"/>
                  </a:lnTo>
                  <a:lnTo>
                    <a:pt x="623150" y="1369248"/>
                  </a:lnTo>
                  <a:lnTo>
                    <a:pt x="623151" y="1369255"/>
                  </a:lnTo>
                  <a:lnTo>
                    <a:pt x="623153" y="1369272"/>
                  </a:lnTo>
                  <a:lnTo>
                    <a:pt x="623155" y="1369284"/>
                  </a:lnTo>
                  <a:lnTo>
                    <a:pt x="623162" y="1369306"/>
                  </a:lnTo>
                  <a:lnTo>
                    <a:pt x="623163" y="1369313"/>
                  </a:lnTo>
                  <a:lnTo>
                    <a:pt x="623164" y="1369319"/>
                  </a:lnTo>
                  <a:lnTo>
                    <a:pt x="623164" y="1369328"/>
                  </a:lnTo>
                  <a:lnTo>
                    <a:pt x="623162" y="1369338"/>
                  </a:lnTo>
                  <a:lnTo>
                    <a:pt x="623160" y="1369344"/>
                  </a:lnTo>
                  <a:lnTo>
                    <a:pt x="623158" y="1369349"/>
                  </a:lnTo>
                  <a:lnTo>
                    <a:pt x="623155" y="1369355"/>
                  </a:lnTo>
                  <a:lnTo>
                    <a:pt x="623142" y="1369379"/>
                  </a:lnTo>
                  <a:lnTo>
                    <a:pt x="623139" y="1369387"/>
                  </a:lnTo>
                  <a:lnTo>
                    <a:pt x="623139" y="1369393"/>
                  </a:lnTo>
                  <a:lnTo>
                    <a:pt x="623140" y="1369399"/>
                  </a:lnTo>
                  <a:lnTo>
                    <a:pt x="623142" y="1369406"/>
                  </a:lnTo>
                  <a:lnTo>
                    <a:pt x="623146" y="1369415"/>
                  </a:lnTo>
                  <a:lnTo>
                    <a:pt x="623154" y="1369432"/>
                  </a:lnTo>
                  <a:lnTo>
                    <a:pt x="623156" y="1369438"/>
                  </a:lnTo>
                  <a:lnTo>
                    <a:pt x="623158" y="1369447"/>
                  </a:lnTo>
                  <a:lnTo>
                    <a:pt x="623158" y="1369453"/>
                  </a:lnTo>
                  <a:lnTo>
                    <a:pt x="623157" y="1369460"/>
                  </a:lnTo>
                  <a:lnTo>
                    <a:pt x="623156" y="1369468"/>
                  </a:lnTo>
                  <a:lnTo>
                    <a:pt x="623154" y="1369476"/>
                  </a:lnTo>
                  <a:lnTo>
                    <a:pt x="623152" y="1369483"/>
                  </a:lnTo>
                  <a:lnTo>
                    <a:pt x="623149" y="1369489"/>
                  </a:lnTo>
                  <a:lnTo>
                    <a:pt x="623147" y="1369494"/>
                  </a:lnTo>
                  <a:lnTo>
                    <a:pt x="623142" y="1369501"/>
                  </a:lnTo>
                  <a:lnTo>
                    <a:pt x="623130" y="1369517"/>
                  </a:lnTo>
                  <a:lnTo>
                    <a:pt x="623122" y="1369529"/>
                  </a:lnTo>
                  <a:lnTo>
                    <a:pt x="623113" y="1369542"/>
                  </a:lnTo>
                  <a:lnTo>
                    <a:pt x="623105" y="1369556"/>
                  </a:lnTo>
                  <a:lnTo>
                    <a:pt x="623088" y="1369586"/>
                  </a:lnTo>
                  <a:lnTo>
                    <a:pt x="623079" y="1369602"/>
                  </a:lnTo>
                  <a:lnTo>
                    <a:pt x="623062" y="1369635"/>
                  </a:lnTo>
                  <a:lnTo>
                    <a:pt x="623059" y="1369644"/>
                  </a:lnTo>
                  <a:lnTo>
                    <a:pt x="623056" y="1369650"/>
                  </a:lnTo>
                  <a:lnTo>
                    <a:pt x="623054" y="1369656"/>
                  </a:lnTo>
                  <a:lnTo>
                    <a:pt x="623053" y="1369662"/>
                  </a:lnTo>
                  <a:lnTo>
                    <a:pt x="623051" y="1369667"/>
                  </a:lnTo>
                  <a:lnTo>
                    <a:pt x="623051" y="1369673"/>
                  </a:lnTo>
                  <a:lnTo>
                    <a:pt x="623050" y="1369685"/>
                  </a:lnTo>
                  <a:lnTo>
                    <a:pt x="623051" y="1369717"/>
                  </a:lnTo>
                  <a:lnTo>
                    <a:pt x="623050" y="1369746"/>
                  </a:lnTo>
                  <a:lnTo>
                    <a:pt x="623050" y="1369753"/>
                  </a:lnTo>
                  <a:lnTo>
                    <a:pt x="623049" y="1369760"/>
                  </a:lnTo>
                  <a:lnTo>
                    <a:pt x="623045" y="1369769"/>
                  </a:lnTo>
                  <a:lnTo>
                    <a:pt x="623021" y="1369791"/>
                  </a:lnTo>
                  <a:lnTo>
                    <a:pt x="623009" y="1369801"/>
                  </a:lnTo>
                  <a:lnTo>
                    <a:pt x="622993" y="1369815"/>
                  </a:lnTo>
                  <a:lnTo>
                    <a:pt x="622952" y="1369848"/>
                  </a:lnTo>
                  <a:lnTo>
                    <a:pt x="622918" y="1369876"/>
                  </a:lnTo>
                  <a:lnTo>
                    <a:pt x="622905" y="1369886"/>
                  </a:lnTo>
                  <a:lnTo>
                    <a:pt x="622889" y="1369898"/>
                  </a:lnTo>
                  <a:lnTo>
                    <a:pt x="622844" y="1369929"/>
                  </a:lnTo>
                  <a:lnTo>
                    <a:pt x="622833" y="1369938"/>
                  </a:lnTo>
                  <a:lnTo>
                    <a:pt x="622825" y="1369944"/>
                  </a:lnTo>
                  <a:lnTo>
                    <a:pt x="622818" y="1369950"/>
                  </a:lnTo>
                  <a:lnTo>
                    <a:pt x="622811" y="1369957"/>
                  </a:lnTo>
                  <a:lnTo>
                    <a:pt x="622781" y="1369987"/>
                  </a:lnTo>
                  <a:lnTo>
                    <a:pt x="622767" y="1370001"/>
                  </a:lnTo>
                  <a:lnTo>
                    <a:pt x="622738" y="1370029"/>
                  </a:lnTo>
                  <a:lnTo>
                    <a:pt x="622706" y="1370059"/>
                  </a:lnTo>
                  <a:lnTo>
                    <a:pt x="622696" y="1370068"/>
                  </a:lnTo>
                  <a:lnTo>
                    <a:pt x="622687" y="1370076"/>
                  </a:lnTo>
                  <a:lnTo>
                    <a:pt x="622669" y="1370089"/>
                  </a:lnTo>
                  <a:lnTo>
                    <a:pt x="622664" y="1370092"/>
                  </a:lnTo>
                  <a:lnTo>
                    <a:pt x="622658" y="1370095"/>
                  </a:lnTo>
                  <a:lnTo>
                    <a:pt x="622652" y="1370096"/>
                  </a:lnTo>
                  <a:lnTo>
                    <a:pt x="622634" y="1370100"/>
                  </a:lnTo>
                  <a:lnTo>
                    <a:pt x="622623" y="1370101"/>
                  </a:lnTo>
                  <a:lnTo>
                    <a:pt x="622613" y="1370102"/>
                  </a:lnTo>
                  <a:lnTo>
                    <a:pt x="622558" y="1370105"/>
                  </a:lnTo>
                  <a:lnTo>
                    <a:pt x="622505" y="1370106"/>
                  </a:lnTo>
                  <a:lnTo>
                    <a:pt x="622491" y="1370107"/>
                  </a:lnTo>
                  <a:lnTo>
                    <a:pt x="622477" y="1370109"/>
                  </a:lnTo>
                  <a:lnTo>
                    <a:pt x="622424" y="1370117"/>
                  </a:lnTo>
                  <a:lnTo>
                    <a:pt x="622409" y="1370120"/>
                  </a:lnTo>
                  <a:lnTo>
                    <a:pt x="622387" y="1370124"/>
                  </a:lnTo>
                  <a:lnTo>
                    <a:pt x="622348" y="1370134"/>
                  </a:lnTo>
                  <a:lnTo>
                    <a:pt x="622338" y="1370137"/>
                  </a:lnTo>
                  <a:lnTo>
                    <a:pt x="622324" y="1370139"/>
                  </a:lnTo>
                  <a:lnTo>
                    <a:pt x="622301" y="1370141"/>
                  </a:lnTo>
                  <a:lnTo>
                    <a:pt x="622276" y="1370144"/>
                  </a:lnTo>
                  <a:lnTo>
                    <a:pt x="622263" y="1370146"/>
                  </a:lnTo>
                  <a:lnTo>
                    <a:pt x="622249" y="1370148"/>
                  </a:lnTo>
                  <a:lnTo>
                    <a:pt x="622244" y="1370149"/>
                  </a:lnTo>
                  <a:lnTo>
                    <a:pt x="622236" y="1370151"/>
                  </a:lnTo>
                  <a:lnTo>
                    <a:pt x="622224" y="1370154"/>
                  </a:lnTo>
                  <a:lnTo>
                    <a:pt x="622213" y="1370157"/>
                  </a:lnTo>
                  <a:lnTo>
                    <a:pt x="622203" y="1370160"/>
                  </a:lnTo>
                  <a:lnTo>
                    <a:pt x="622193" y="1370164"/>
                  </a:lnTo>
                  <a:lnTo>
                    <a:pt x="622184" y="1370168"/>
                  </a:lnTo>
                  <a:lnTo>
                    <a:pt x="622170" y="1370175"/>
                  </a:lnTo>
                  <a:lnTo>
                    <a:pt x="622160" y="1370181"/>
                  </a:lnTo>
                  <a:lnTo>
                    <a:pt x="622116" y="1370212"/>
                  </a:lnTo>
                  <a:lnTo>
                    <a:pt x="622088" y="1370231"/>
                  </a:lnTo>
                  <a:lnTo>
                    <a:pt x="622060" y="1370251"/>
                  </a:lnTo>
                  <a:lnTo>
                    <a:pt x="622034" y="1370271"/>
                  </a:lnTo>
                  <a:lnTo>
                    <a:pt x="622024" y="1370280"/>
                  </a:lnTo>
                  <a:lnTo>
                    <a:pt x="622017" y="1370286"/>
                  </a:lnTo>
                  <a:lnTo>
                    <a:pt x="622006" y="1370296"/>
                  </a:lnTo>
                  <a:lnTo>
                    <a:pt x="621996" y="1370307"/>
                  </a:lnTo>
                  <a:lnTo>
                    <a:pt x="621989" y="1370315"/>
                  </a:lnTo>
                  <a:lnTo>
                    <a:pt x="621979" y="1370328"/>
                  </a:lnTo>
                  <a:lnTo>
                    <a:pt x="621973" y="1370332"/>
                  </a:lnTo>
                  <a:lnTo>
                    <a:pt x="621967" y="1370332"/>
                  </a:lnTo>
                  <a:lnTo>
                    <a:pt x="621960" y="1370330"/>
                  </a:lnTo>
                  <a:lnTo>
                    <a:pt x="621949" y="1370327"/>
                  </a:lnTo>
                  <a:lnTo>
                    <a:pt x="621936" y="1370322"/>
                  </a:lnTo>
                  <a:lnTo>
                    <a:pt x="621923" y="1370317"/>
                  </a:lnTo>
                  <a:lnTo>
                    <a:pt x="621911" y="1370312"/>
                  </a:lnTo>
                  <a:lnTo>
                    <a:pt x="621900" y="1370308"/>
                  </a:lnTo>
                  <a:lnTo>
                    <a:pt x="621889" y="1370302"/>
                  </a:lnTo>
                  <a:lnTo>
                    <a:pt x="621869" y="1370293"/>
                  </a:lnTo>
                  <a:lnTo>
                    <a:pt x="621859" y="1370287"/>
                  </a:lnTo>
                  <a:lnTo>
                    <a:pt x="621845" y="1370280"/>
                  </a:lnTo>
                  <a:lnTo>
                    <a:pt x="621832" y="1370273"/>
                  </a:lnTo>
                  <a:lnTo>
                    <a:pt x="621743" y="1370225"/>
                  </a:lnTo>
                  <a:lnTo>
                    <a:pt x="621723" y="1370215"/>
                  </a:lnTo>
                  <a:lnTo>
                    <a:pt x="621713" y="1370210"/>
                  </a:lnTo>
                  <a:lnTo>
                    <a:pt x="621702" y="1370205"/>
                  </a:lnTo>
                  <a:lnTo>
                    <a:pt x="621653" y="1370186"/>
                  </a:lnTo>
                  <a:lnTo>
                    <a:pt x="621643" y="1370182"/>
                  </a:lnTo>
                  <a:lnTo>
                    <a:pt x="621634" y="1370178"/>
                  </a:lnTo>
                  <a:lnTo>
                    <a:pt x="621626" y="1370174"/>
                  </a:lnTo>
                  <a:lnTo>
                    <a:pt x="621617" y="1370168"/>
                  </a:lnTo>
                  <a:lnTo>
                    <a:pt x="621578" y="1370145"/>
                  </a:lnTo>
                  <a:lnTo>
                    <a:pt x="621566" y="1370139"/>
                  </a:lnTo>
                  <a:lnTo>
                    <a:pt x="621557" y="1370135"/>
                  </a:lnTo>
                  <a:lnTo>
                    <a:pt x="621551" y="1370133"/>
                  </a:lnTo>
                  <a:lnTo>
                    <a:pt x="621543" y="1370130"/>
                  </a:lnTo>
                  <a:lnTo>
                    <a:pt x="621527" y="1370127"/>
                  </a:lnTo>
                  <a:lnTo>
                    <a:pt x="621507" y="1370123"/>
                  </a:lnTo>
                  <a:lnTo>
                    <a:pt x="621482" y="1370119"/>
                  </a:lnTo>
                  <a:lnTo>
                    <a:pt x="621458" y="1370115"/>
                  </a:lnTo>
                  <a:lnTo>
                    <a:pt x="621413" y="1370107"/>
                  </a:lnTo>
                  <a:lnTo>
                    <a:pt x="621399" y="1370105"/>
                  </a:lnTo>
                  <a:lnTo>
                    <a:pt x="621386" y="1370103"/>
                  </a:lnTo>
                  <a:lnTo>
                    <a:pt x="621357" y="1370100"/>
                  </a:lnTo>
                  <a:lnTo>
                    <a:pt x="621341" y="1370099"/>
                  </a:lnTo>
                  <a:lnTo>
                    <a:pt x="621330" y="1370098"/>
                  </a:lnTo>
                  <a:lnTo>
                    <a:pt x="621323" y="1370098"/>
                  </a:lnTo>
                  <a:lnTo>
                    <a:pt x="621316" y="1370099"/>
                  </a:lnTo>
                  <a:lnTo>
                    <a:pt x="621308" y="1370101"/>
                  </a:lnTo>
                  <a:lnTo>
                    <a:pt x="621285" y="1370106"/>
                  </a:lnTo>
                  <a:lnTo>
                    <a:pt x="621247" y="1370117"/>
                  </a:lnTo>
                  <a:lnTo>
                    <a:pt x="621220" y="1370125"/>
                  </a:lnTo>
                  <a:lnTo>
                    <a:pt x="621203" y="1370129"/>
                  </a:lnTo>
                  <a:lnTo>
                    <a:pt x="621191" y="1370131"/>
                  </a:lnTo>
                  <a:lnTo>
                    <a:pt x="621179" y="1370133"/>
                  </a:lnTo>
                  <a:lnTo>
                    <a:pt x="621167" y="1370135"/>
                  </a:lnTo>
                  <a:lnTo>
                    <a:pt x="621146" y="1370137"/>
                  </a:lnTo>
                  <a:lnTo>
                    <a:pt x="621136" y="1370139"/>
                  </a:lnTo>
                  <a:lnTo>
                    <a:pt x="621125" y="1370141"/>
                  </a:lnTo>
                  <a:lnTo>
                    <a:pt x="621116" y="1370143"/>
                  </a:lnTo>
                  <a:lnTo>
                    <a:pt x="621089" y="1370150"/>
                  </a:lnTo>
                  <a:lnTo>
                    <a:pt x="621069" y="1370155"/>
                  </a:lnTo>
                  <a:lnTo>
                    <a:pt x="621035" y="1370165"/>
                  </a:lnTo>
                  <a:lnTo>
                    <a:pt x="621021" y="1370169"/>
                  </a:lnTo>
                  <a:lnTo>
                    <a:pt x="621014" y="1370170"/>
                  </a:lnTo>
                  <a:lnTo>
                    <a:pt x="621007" y="1370171"/>
                  </a:lnTo>
                  <a:lnTo>
                    <a:pt x="621001" y="1370171"/>
                  </a:lnTo>
                  <a:lnTo>
                    <a:pt x="620988" y="1370168"/>
                  </a:lnTo>
                  <a:lnTo>
                    <a:pt x="620965" y="1370161"/>
                  </a:lnTo>
                  <a:lnTo>
                    <a:pt x="620956" y="1370159"/>
                  </a:lnTo>
                  <a:lnTo>
                    <a:pt x="620948" y="1370157"/>
                  </a:lnTo>
                  <a:lnTo>
                    <a:pt x="620938" y="1370156"/>
                  </a:lnTo>
                  <a:lnTo>
                    <a:pt x="620907" y="1370153"/>
                  </a:lnTo>
                  <a:lnTo>
                    <a:pt x="620898" y="1370152"/>
                  </a:lnTo>
                  <a:lnTo>
                    <a:pt x="620892" y="1370150"/>
                  </a:lnTo>
                  <a:lnTo>
                    <a:pt x="620887" y="1370148"/>
                  </a:lnTo>
                  <a:lnTo>
                    <a:pt x="620876" y="1370143"/>
                  </a:lnTo>
                  <a:lnTo>
                    <a:pt x="620861" y="1370134"/>
                  </a:lnTo>
                  <a:lnTo>
                    <a:pt x="620851" y="1370128"/>
                  </a:lnTo>
                  <a:lnTo>
                    <a:pt x="620810" y="1370105"/>
                  </a:lnTo>
                  <a:lnTo>
                    <a:pt x="620786" y="1370090"/>
                  </a:lnTo>
                  <a:lnTo>
                    <a:pt x="620754" y="1370070"/>
                  </a:lnTo>
                  <a:lnTo>
                    <a:pt x="620728" y="1370054"/>
                  </a:lnTo>
                  <a:lnTo>
                    <a:pt x="620713" y="1370044"/>
                  </a:lnTo>
                  <a:lnTo>
                    <a:pt x="620705" y="1370038"/>
                  </a:lnTo>
                  <a:lnTo>
                    <a:pt x="620700" y="1370034"/>
                  </a:lnTo>
                  <a:lnTo>
                    <a:pt x="620697" y="1370030"/>
                  </a:lnTo>
                  <a:lnTo>
                    <a:pt x="620692" y="1370024"/>
                  </a:lnTo>
                  <a:lnTo>
                    <a:pt x="620687" y="1370015"/>
                  </a:lnTo>
                  <a:lnTo>
                    <a:pt x="620670" y="1369985"/>
                  </a:lnTo>
                  <a:lnTo>
                    <a:pt x="620665" y="1369976"/>
                  </a:lnTo>
                  <a:lnTo>
                    <a:pt x="620645" y="1369939"/>
                  </a:lnTo>
                  <a:lnTo>
                    <a:pt x="620642" y="1369934"/>
                  </a:lnTo>
                  <a:lnTo>
                    <a:pt x="620621" y="1369899"/>
                  </a:lnTo>
                  <a:lnTo>
                    <a:pt x="620611" y="1369884"/>
                  </a:lnTo>
                  <a:lnTo>
                    <a:pt x="620603" y="1369871"/>
                  </a:lnTo>
                  <a:lnTo>
                    <a:pt x="620594" y="1369857"/>
                  </a:lnTo>
                  <a:lnTo>
                    <a:pt x="620584" y="1369843"/>
                  </a:lnTo>
                  <a:lnTo>
                    <a:pt x="620573" y="1369828"/>
                  </a:lnTo>
                  <a:lnTo>
                    <a:pt x="620550" y="1369796"/>
                  </a:lnTo>
                  <a:lnTo>
                    <a:pt x="620536" y="1369777"/>
                  </a:lnTo>
                  <a:lnTo>
                    <a:pt x="620527" y="1369764"/>
                  </a:lnTo>
                  <a:lnTo>
                    <a:pt x="620517" y="1369749"/>
                  </a:lnTo>
                  <a:lnTo>
                    <a:pt x="620509" y="1369736"/>
                  </a:lnTo>
                  <a:lnTo>
                    <a:pt x="620504" y="1369726"/>
                  </a:lnTo>
                  <a:lnTo>
                    <a:pt x="620500" y="1369718"/>
                  </a:lnTo>
                  <a:lnTo>
                    <a:pt x="620496" y="1369709"/>
                  </a:lnTo>
                  <a:lnTo>
                    <a:pt x="620494" y="1369699"/>
                  </a:lnTo>
                  <a:lnTo>
                    <a:pt x="620490" y="1369684"/>
                  </a:lnTo>
                  <a:lnTo>
                    <a:pt x="620489" y="1369675"/>
                  </a:lnTo>
                  <a:lnTo>
                    <a:pt x="620487" y="1369664"/>
                  </a:lnTo>
                  <a:lnTo>
                    <a:pt x="620484" y="1369643"/>
                  </a:lnTo>
                  <a:lnTo>
                    <a:pt x="620481" y="1369614"/>
                  </a:lnTo>
                  <a:lnTo>
                    <a:pt x="620480" y="1369603"/>
                  </a:lnTo>
                  <a:lnTo>
                    <a:pt x="620479" y="1369594"/>
                  </a:lnTo>
                  <a:lnTo>
                    <a:pt x="620477" y="1369567"/>
                  </a:lnTo>
                  <a:lnTo>
                    <a:pt x="620476" y="1369561"/>
                  </a:lnTo>
                  <a:lnTo>
                    <a:pt x="620474" y="1369554"/>
                  </a:lnTo>
                  <a:lnTo>
                    <a:pt x="620471" y="1369541"/>
                  </a:lnTo>
                  <a:lnTo>
                    <a:pt x="620466" y="1369528"/>
                  </a:lnTo>
                  <a:lnTo>
                    <a:pt x="620459" y="1369511"/>
                  </a:lnTo>
                  <a:lnTo>
                    <a:pt x="620444" y="1369476"/>
                  </a:lnTo>
                  <a:lnTo>
                    <a:pt x="620438" y="1369460"/>
                  </a:lnTo>
                  <a:lnTo>
                    <a:pt x="620434" y="1369449"/>
                  </a:lnTo>
                  <a:lnTo>
                    <a:pt x="620430" y="1369438"/>
                  </a:lnTo>
                  <a:lnTo>
                    <a:pt x="620427" y="1369427"/>
                  </a:lnTo>
                  <a:lnTo>
                    <a:pt x="620426" y="1369418"/>
                  </a:lnTo>
                  <a:lnTo>
                    <a:pt x="620427" y="1369410"/>
                  </a:lnTo>
                  <a:lnTo>
                    <a:pt x="620429" y="1369405"/>
                  </a:lnTo>
                  <a:lnTo>
                    <a:pt x="620433" y="1369401"/>
                  </a:lnTo>
                  <a:lnTo>
                    <a:pt x="620437" y="1369397"/>
                  </a:lnTo>
                  <a:lnTo>
                    <a:pt x="620443" y="1369393"/>
                  </a:lnTo>
                  <a:lnTo>
                    <a:pt x="620462" y="1369379"/>
                  </a:lnTo>
                  <a:lnTo>
                    <a:pt x="620476" y="1369368"/>
                  </a:lnTo>
                  <a:lnTo>
                    <a:pt x="620493" y="1369357"/>
                  </a:lnTo>
                  <a:lnTo>
                    <a:pt x="620505" y="1369349"/>
                  </a:lnTo>
                  <a:lnTo>
                    <a:pt x="620518" y="1369342"/>
                  </a:lnTo>
                  <a:lnTo>
                    <a:pt x="620523" y="1369339"/>
                  </a:lnTo>
                  <a:lnTo>
                    <a:pt x="620539" y="1369330"/>
                  </a:lnTo>
                  <a:lnTo>
                    <a:pt x="620584" y="1369305"/>
                  </a:lnTo>
                  <a:lnTo>
                    <a:pt x="620629" y="1369280"/>
                  </a:lnTo>
                  <a:lnTo>
                    <a:pt x="620638" y="1369274"/>
                  </a:lnTo>
                  <a:lnTo>
                    <a:pt x="620647" y="1369268"/>
                  </a:lnTo>
                  <a:lnTo>
                    <a:pt x="620651" y="1369264"/>
                  </a:lnTo>
                  <a:lnTo>
                    <a:pt x="620655" y="1369260"/>
                  </a:lnTo>
                  <a:lnTo>
                    <a:pt x="620668" y="1369246"/>
                  </a:lnTo>
                  <a:lnTo>
                    <a:pt x="620678" y="1369234"/>
                  </a:lnTo>
                  <a:lnTo>
                    <a:pt x="620682" y="1369226"/>
                  </a:lnTo>
                  <a:lnTo>
                    <a:pt x="620685" y="1369220"/>
                  </a:lnTo>
                  <a:lnTo>
                    <a:pt x="620688" y="1369210"/>
                  </a:lnTo>
                  <a:lnTo>
                    <a:pt x="620691" y="1369199"/>
                  </a:lnTo>
                  <a:lnTo>
                    <a:pt x="620693" y="1369189"/>
                  </a:lnTo>
                  <a:lnTo>
                    <a:pt x="620693" y="1369179"/>
                  </a:lnTo>
                  <a:lnTo>
                    <a:pt x="620692" y="1369173"/>
                  </a:lnTo>
                  <a:lnTo>
                    <a:pt x="620690" y="1369166"/>
                  </a:lnTo>
                  <a:lnTo>
                    <a:pt x="620686" y="1369153"/>
                  </a:lnTo>
                  <a:lnTo>
                    <a:pt x="620677" y="1369130"/>
                  </a:lnTo>
                  <a:lnTo>
                    <a:pt x="620659" y="1369084"/>
                  </a:lnTo>
                  <a:lnTo>
                    <a:pt x="620649" y="1369057"/>
                  </a:lnTo>
                  <a:lnTo>
                    <a:pt x="620638" y="1369025"/>
                  </a:lnTo>
                  <a:lnTo>
                    <a:pt x="620615" y="1368957"/>
                  </a:lnTo>
                  <a:lnTo>
                    <a:pt x="620611" y="1368946"/>
                  </a:lnTo>
                  <a:lnTo>
                    <a:pt x="620608" y="1368938"/>
                  </a:lnTo>
                  <a:lnTo>
                    <a:pt x="620604" y="1368929"/>
                  </a:lnTo>
                  <a:lnTo>
                    <a:pt x="620600" y="1368921"/>
                  </a:lnTo>
                  <a:lnTo>
                    <a:pt x="620595" y="1368912"/>
                  </a:lnTo>
                  <a:lnTo>
                    <a:pt x="620590" y="1368903"/>
                  </a:lnTo>
                  <a:lnTo>
                    <a:pt x="620582" y="1368893"/>
                  </a:lnTo>
                  <a:lnTo>
                    <a:pt x="620569" y="1368876"/>
                  </a:lnTo>
                  <a:lnTo>
                    <a:pt x="620558" y="1368861"/>
                  </a:lnTo>
                  <a:lnTo>
                    <a:pt x="620550" y="1368857"/>
                  </a:lnTo>
                  <a:lnTo>
                    <a:pt x="620540" y="1368849"/>
                  </a:lnTo>
                  <a:lnTo>
                    <a:pt x="620533" y="1368840"/>
                  </a:lnTo>
                  <a:lnTo>
                    <a:pt x="620527" y="1368833"/>
                  </a:lnTo>
                  <a:lnTo>
                    <a:pt x="620523" y="1368821"/>
                  </a:lnTo>
                  <a:lnTo>
                    <a:pt x="620520" y="1368808"/>
                  </a:lnTo>
                  <a:lnTo>
                    <a:pt x="620521" y="1368799"/>
                  </a:lnTo>
                  <a:lnTo>
                    <a:pt x="620524" y="1368780"/>
                  </a:lnTo>
                  <a:lnTo>
                    <a:pt x="620524" y="1368768"/>
                  </a:lnTo>
                  <a:lnTo>
                    <a:pt x="620523" y="1368759"/>
                  </a:lnTo>
                  <a:lnTo>
                    <a:pt x="620518" y="1368749"/>
                  </a:lnTo>
                  <a:lnTo>
                    <a:pt x="620506" y="1368733"/>
                  </a:lnTo>
                  <a:lnTo>
                    <a:pt x="620493" y="1368719"/>
                  </a:lnTo>
                  <a:lnTo>
                    <a:pt x="620476" y="1368706"/>
                  </a:lnTo>
                  <a:lnTo>
                    <a:pt x="620460" y="1368696"/>
                  </a:lnTo>
                  <a:lnTo>
                    <a:pt x="620452" y="1368691"/>
                  </a:lnTo>
                  <a:lnTo>
                    <a:pt x="620439" y="1368682"/>
                  </a:lnTo>
                  <a:lnTo>
                    <a:pt x="620428" y="1368671"/>
                  </a:lnTo>
                  <a:lnTo>
                    <a:pt x="620420" y="1368665"/>
                  </a:lnTo>
                  <a:lnTo>
                    <a:pt x="620414" y="1368659"/>
                  </a:lnTo>
                  <a:lnTo>
                    <a:pt x="620390" y="1368625"/>
                  </a:lnTo>
                  <a:lnTo>
                    <a:pt x="620381" y="1368622"/>
                  </a:lnTo>
                  <a:lnTo>
                    <a:pt x="620360" y="1368615"/>
                  </a:lnTo>
                  <a:lnTo>
                    <a:pt x="620305" y="1368603"/>
                  </a:lnTo>
                  <a:lnTo>
                    <a:pt x="620209" y="1368584"/>
                  </a:lnTo>
                  <a:lnTo>
                    <a:pt x="620124" y="1368566"/>
                  </a:lnTo>
                  <a:lnTo>
                    <a:pt x="620109" y="1368563"/>
                  </a:lnTo>
                  <a:lnTo>
                    <a:pt x="620096" y="1368560"/>
                  </a:lnTo>
                  <a:lnTo>
                    <a:pt x="620045" y="1368545"/>
                  </a:lnTo>
                  <a:lnTo>
                    <a:pt x="620035" y="1368542"/>
                  </a:lnTo>
                  <a:lnTo>
                    <a:pt x="619992" y="1368537"/>
                  </a:lnTo>
                  <a:lnTo>
                    <a:pt x="619923" y="1368527"/>
                  </a:lnTo>
                  <a:lnTo>
                    <a:pt x="619815" y="1368517"/>
                  </a:lnTo>
                  <a:lnTo>
                    <a:pt x="619804" y="1368516"/>
                  </a:lnTo>
                  <a:lnTo>
                    <a:pt x="619783" y="1368515"/>
                  </a:lnTo>
                  <a:lnTo>
                    <a:pt x="619753" y="1368326"/>
                  </a:lnTo>
                  <a:lnTo>
                    <a:pt x="619753" y="1368316"/>
                  </a:lnTo>
                  <a:lnTo>
                    <a:pt x="619753" y="1368306"/>
                  </a:lnTo>
                  <a:lnTo>
                    <a:pt x="619684" y="1368281"/>
                  </a:lnTo>
                  <a:lnTo>
                    <a:pt x="619589" y="1368242"/>
                  </a:lnTo>
                  <a:lnTo>
                    <a:pt x="619553" y="1368229"/>
                  </a:lnTo>
                  <a:lnTo>
                    <a:pt x="619446" y="1368192"/>
                  </a:lnTo>
                  <a:lnTo>
                    <a:pt x="619376" y="1368167"/>
                  </a:lnTo>
                  <a:lnTo>
                    <a:pt x="619337" y="1368153"/>
                  </a:lnTo>
                  <a:lnTo>
                    <a:pt x="619324" y="1368148"/>
                  </a:lnTo>
                  <a:lnTo>
                    <a:pt x="619313" y="1368143"/>
                  </a:lnTo>
                  <a:lnTo>
                    <a:pt x="619301" y="1368137"/>
                  </a:lnTo>
                  <a:lnTo>
                    <a:pt x="619287" y="1368129"/>
                  </a:lnTo>
                  <a:lnTo>
                    <a:pt x="619270" y="1368117"/>
                  </a:lnTo>
                  <a:lnTo>
                    <a:pt x="619265" y="1368114"/>
                  </a:lnTo>
                  <a:lnTo>
                    <a:pt x="619259" y="1368109"/>
                  </a:lnTo>
                  <a:lnTo>
                    <a:pt x="619251" y="1368102"/>
                  </a:lnTo>
                  <a:lnTo>
                    <a:pt x="619237" y="1368087"/>
                  </a:lnTo>
                  <a:lnTo>
                    <a:pt x="619230" y="1368079"/>
                  </a:lnTo>
                  <a:lnTo>
                    <a:pt x="619214" y="1368060"/>
                  </a:lnTo>
                  <a:lnTo>
                    <a:pt x="619208" y="1368054"/>
                  </a:lnTo>
                  <a:lnTo>
                    <a:pt x="619203" y="1368050"/>
                  </a:lnTo>
                  <a:lnTo>
                    <a:pt x="619198" y="1368047"/>
                  </a:lnTo>
                  <a:lnTo>
                    <a:pt x="619190" y="1368045"/>
                  </a:lnTo>
                  <a:lnTo>
                    <a:pt x="619131" y="1368041"/>
                  </a:lnTo>
                  <a:lnTo>
                    <a:pt x="619104" y="1368040"/>
                  </a:lnTo>
                  <a:lnTo>
                    <a:pt x="619099" y="1368042"/>
                  </a:lnTo>
                  <a:lnTo>
                    <a:pt x="619094" y="1368045"/>
                  </a:lnTo>
                  <a:lnTo>
                    <a:pt x="619090" y="1368051"/>
                  </a:lnTo>
                  <a:lnTo>
                    <a:pt x="619084" y="1368059"/>
                  </a:lnTo>
                  <a:lnTo>
                    <a:pt x="619066" y="1368088"/>
                  </a:lnTo>
                  <a:lnTo>
                    <a:pt x="619055" y="1368104"/>
                  </a:lnTo>
                  <a:lnTo>
                    <a:pt x="619044" y="1368119"/>
                  </a:lnTo>
                  <a:lnTo>
                    <a:pt x="619032" y="1368134"/>
                  </a:lnTo>
                  <a:lnTo>
                    <a:pt x="619025" y="1368142"/>
                  </a:lnTo>
                  <a:lnTo>
                    <a:pt x="619018" y="1368150"/>
                  </a:lnTo>
                  <a:lnTo>
                    <a:pt x="619010" y="1368159"/>
                  </a:lnTo>
                  <a:lnTo>
                    <a:pt x="619004" y="1368164"/>
                  </a:lnTo>
                  <a:lnTo>
                    <a:pt x="618999" y="1368168"/>
                  </a:lnTo>
                  <a:lnTo>
                    <a:pt x="618992" y="1368172"/>
                  </a:lnTo>
                  <a:lnTo>
                    <a:pt x="618985" y="1368174"/>
                  </a:lnTo>
                  <a:lnTo>
                    <a:pt x="618977" y="1368174"/>
                  </a:lnTo>
                  <a:lnTo>
                    <a:pt x="618969" y="1368172"/>
                  </a:lnTo>
                  <a:lnTo>
                    <a:pt x="618946" y="1368165"/>
                  </a:lnTo>
                  <a:lnTo>
                    <a:pt x="618935" y="1368162"/>
                  </a:lnTo>
                  <a:lnTo>
                    <a:pt x="618907" y="1368153"/>
                  </a:lnTo>
                  <a:lnTo>
                    <a:pt x="618891" y="1368146"/>
                  </a:lnTo>
                  <a:lnTo>
                    <a:pt x="618876" y="1368139"/>
                  </a:lnTo>
                  <a:lnTo>
                    <a:pt x="618863" y="1368132"/>
                  </a:lnTo>
                  <a:lnTo>
                    <a:pt x="618857" y="1368130"/>
                  </a:lnTo>
                  <a:lnTo>
                    <a:pt x="618824" y="1368113"/>
                  </a:lnTo>
                  <a:lnTo>
                    <a:pt x="618816" y="1368116"/>
                  </a:lnTo>
                  <a:lnTo>
                    <a:pt x="618792" y="1368160"/>
                  </a:lnTo>
                  <a:lnTo>
                    <a:pt x="618786" y="1368170"/>
                  </a:lnTo>
                  <a:lnTo>
                    <a:pt x="618781" y="1368177"/>
                  </a:lnTo>
                  <a:lnTo>
                    <a:pt x="618776" y="1368184"/>
                  </a:lnTo>
                  <a:lnTo>
                    <a:pt x="618765" y="1368196"/>
                  </a:lnTo>
                  <a:lnTo>
                    <a:pt x="618757" y="1368205"/>
                  </a:lnTo>
                  <a:lnTo>
                    <a:pt x="618750" y="1368211"/>
                  </a:lnTo>
                  <a:lnTo>
                    <a:pt x="618743" y="1368216"/>
                  </a:lnTo>
                  <a:lnTo>
                    <a:pt x="618735" y="1368220"/>
                  </a:lnTo>
                  <a:lnTo>
                    <a:pt x="618725" y="1368224"/>
                  </a:lnTo>
                  <a:lnTo>
                    <a:pt x="618716" y="1368228"/>
                  </a:lnTo>
                  <a:lnTo>
                    <a:pt x="618709" y="1368229"/>
                  </a:lnTo>
                  <a:lnTo>
                    <a:pt x="618698" y="1368231"/>
                  </a:lnTo>
                  <a:lnTo>
                    <a:pt x="618667" y="1368235"/>
                  </a:lnTo>
                  <a:lnTo>
                    <a:pt x="618646" y="1368244"/>
                  </a:lnTo>
                  <a:lnTo>
                    <a:pt x="618630" y="1368252"/>
                  </a:lnTo>
                  <a:lnTo>
                    <a:pt x="618614" y="1368261"/>
                  </a:lnTo>
                  <a:lnTo>
                    <a:pt x="618596" y="1368272"/>
                  </a:lnTo>
                  <a:lnTo>
                    <a:pt x="618583" y="1368280"/>
                  </a:lnTo>
                  <a:lnTo>
                    <a:pt x="618571" y="1368289"/>
                  </a:lnTo>
                  <a:lnTo>
                    <a:pt x="618559" y="1368299"/>
                  </a:lnTo>
                  <a:lnTo>
                    <a:pt x="618550" y="1368308"/>
                  </a:lnTo>
                  <a:lnTo>
                    <a:pt x="618544" y="1368314"/>
                  </a:lnTo>
                  <a:lnTo>
                    <a:pt x="618538" y="1368321"/>
                  </a:lnTo>
                  <a:lnTo>
                    <a:pt x="618531" y="1368331"/>
                  </a:lnTo>
                  <a:lnTo>
                    <a:pt x="618526" y="1368339"/>
                  </a:lnTo>
                  <a:lnTo>
                    <a:pt x="618522" y="1368345"/>
                  </a:lnTo>
                  <a:lnTo>
                    <a:pt x="618519" y="1368351"/>
                  </a:lnTo>
                  <a:lnTo>
                    <a:pt x="618519" y="1368362"/>
                  </a:lnTo>
                  <a:lnTo>
                    <a:pt x="618525" y="1368371"/>
                  </a:lnTo>
                  <a:lnTo>
                    <a:pt x="618530" y="1368382"/>
                  </a:lnTo>
                  <a:lnTo>
                    <a:pt x="618533" y="1368389"/>
                  </a:lnTo>
                  <a:lnTo>
                    <a:pt x="618536" y="1368401"/>
                  </a:lnTo>
                  <a:lnTo>
                    <a:pt x="618538" y="1368414"/>
                  </a:lnTo>
                  <a:lnTo>
                    <a:pt x="618540" y="1368428"/>
                  </a:lnTo>
                  <a:lnTo>
                    <a:pt x="618540" y="1368441"/>
                  </a:lnTo>
                  <a:lnTo>
                    <a:pt x="618541" y="1368455"/>
                  </a:lnTo>
                  <a:lnTo>
                    <a:pt x="618540" y="1368465"/>
                  </a:lnTo>
                  <a:lnTo>
                    <a:pt x="618540" y="1368474"/>
                  </a:lnTo>
                  <a:lnTo>
                    <a:pt x="618539" y="1368481"/>
                  </a:lnTo>
                  <a:lnTo>
                    <a:pt x="618525" y="1368505"/>
                  </a:lnTo>
                  <a:lnTo>
                    <a:pt x="618504" y="1368525"/>
                  </a:lnTo>
                  <a:lnTo>
                    <a:pt x="618488" y="1368540"/>
                  </a:lnTo>
                  <a:lnTo>
                    <a:pt x="618468" y="1368560"/>
                  </a:lnTo>
                  <a:lnTo>
                    <a:pt x="618458" y="1368576"/>
                  </a:lnTo>
                  <a:lnTo>
                    <a:pt x="618455" y="1368593"/>
                  </a:lnTo>
                  <a:lnTo>
                    <a:pt x="618454" y="1368613"/>
                  </a:lnTo>
                  <a:lnTo>
                    <a:pt x="618460" y="1368629"/>
                  </a:lnTo>
                  <a:lnTo>
                    <a:pt x="618473" y="1368653"/>
                  </a:lnTo>
                  <a:lnTo>
                    <a:pt x="618481" y="1368668"/>
                  </a:lnTo>
                  <a:lnTo>
                    <a:pt x="618490" y="1368681"/>
                  </a:lnTo>
                  <a:lnTo>
                    <a:pt x="618503" y="1368692"/>
                  </a:lnTo>
                  <a:lnTo>
                    <a:pt x="618510" y="1368699"/>
                  </a:lnTo>
                  <a:lnTo>
                    <a:pt x="618516" y="1368706"/>
                  </a:lnTo>
                  <a:lnTo>
                    <a:pt x="618523" y="1368715"/>
                  </a:lnTo>
                  <a:lnTo>
                    <a:pt x="618530" y="1368724"/>
                  </a:lnTo>
                  <a:lnTo>
                    <a:pt x="618540" y="1368737"/>
                  </a:lnTo>
                  <a:lnTo>
                    <a:pt x="618547" y="1368745"/>
                  </a:lnTo>
                  <a:lnTo>
                    <a:pt x="618553" y="1368754"/>
                  </a:lnTo>
                  <a:lnTo>
                    <a:pt x="618558" y="1368762"/>
                  </a:lnTo>
                  <a:lnTo>
                    <a:pt x="618564" y="1368773"/>
                  </a:lnTo>
                  <a:lnTo>
                    <a:pt x="618568" y="1368779"/>
                  </a:lnTo>
                  <a:lnTo>
                    <a:pt x="618573" y="1368786"/>
                  </a:lnTo>
                  <a:lnTo>
                    <a:pt x="618585" y="1368800"/>
                  </a:lnTo>
                  <a:lnTo>
                    <a:pt x="618599" y="1368818"/>
                  </a:lnTo>
                  <a:lnTo>
                    <a:pt x="618609" y="1368831"/>
                  </a:lnTo>
                  <a:lnTo>
                    <a:pt x="618621" y="1368849"/>
                  </a:lnTo>
                  <a:lnTo>
                    <a:pt x="618634" y="1368867"/>
                  </a:lnTo>
                  <a:lnTo>
                    <a:pt x="618643" y="1368883"/>
                  </a:lnTo>
                  <a:lnTo>
                    <a:pt x="618650" y="1368897"/>
                  </a:lnTo>
                  <a:lnTo>
                    <a:pt x="618655" y="1368907"/>
                  </a:lnTo>
                  <a:lnTo>
                    <a:pt x="618658" y="1368916"/>
                  </a:lnTo>
                  <a:lnTo>
                    <a:pt x="618661" y="1368926"/>
                  </a:lnTo>
                  <a:lnTo>
                    <a:pt x="618668" y="1368949"/>
                  </a:lnTo>
                  <a:lnTo>
                    <a:pt x="618671" y="1368958"/>
                  </a:lnTo>
                  <a:lnTo>
                    <a:pt x="618676" y="1368967"/>
                  </a:lnTo>
                  <a:lnTo>
                    <a:pt x="618682" y="1368977"/>
                  </a:lnTo>
                  <a:lnTo>
                    <a:pt x="618705" y="1369009"/>
                  </a:lnTo>
                  <a:lnTo>
                    <a:pt x="618710" y="1369017"/>
                  </a:lnTo>
                  <a:lnTo>
                    <a:pt x="618713" y="1369023"/>
                  </a:lnTo>
                  <a:lnTo>
                    <a:pt x="618716" y="1369032"/>
                  </a:lnTo>
                  <a:lnTo>
                    <a:pt x="618731" y="1369078"/>
                  </a:lnTo>
                  <a:lnTo>
                    <a:pt x="618732" y="1369090"/>
                  </a:lnTo>
                  <a:lnTo>
                    <a:pt x="618729" y="1369103"/>
                  </a:lnTo>
                  <a:lnTo>
                    <a:pt x="618724" y="1369127"/>
                  </a:lnTo>
                  <a:lnTo>
                    <a:pt x="618723" y="1369137"/>
                  </a:lnTo>
                  <a:lnTo>
                    <a:pt x="618725" y="1369155"/>
                  </a:lnTo>
                  <a:lnTo>
                    <a:pt x="618730" y="1369171"/>
                  </a:lnTo>
                  <a:lnTo>
                    <a:pt x="618735" y="1369192"/>
                  </a:lnTo>
                  <a:lnTo>
                    <a:pt x="618734" y="1369203"/>
                  </a:lnTo>
                  <a:lnTo>
                    <a:pt x="618727" y="1369210"/>
                  </a:lnTo>
                  <a:lnTo>
                    <a:pt x="618720" y="1369220"/>
                  </a:lnTo>
                  <a:lnTo>
                    <a:pt x="618709" y="1369234"/>
                  </a:lnTo>
                  <a:lnTo>
                    <a:pt x="618696" y="1369252"/>
                  </a:lnTo>
                  <a:lnTo>
                    <a:pt x="618684" y="1369270"/>
                  </a:lnTo>
                  <a:lnTo>
                    <a:pt x="618673" y="1369287"/>
                  </a:lnTo>
                  <a:lnTo>
                    <a:pt x="618663" y="1369304"/>
                  </a:lnTo>
                  <a:lnTo>
                    <a:pt x="618654" y="1369318"/>
                  </a:lnTo>
                  <a:lnTo>
                    <a:pt x="618650" y="1369324"/>
                  </a:lnTo>
                  <a:lnTo>
                    <a:pt x="618646" y="1369338"/>
                  </a:lnTo>
                  <a:lnTo>
                    <a:pt x="618643" y="1369349"/>
                  </a:lnTo>
                  <a:lnTo>
                    <a:pt x="618641" y="1369365"/>
                  </a:lnTo>
                  <a:lnTo>
                    <a:pt x="618640" y="1369386"/>
                  </a:lnTo>
                  <a:lnTo>
                    <a:pt x="618640" y="1369403"/>
                  </a:lnTo>
                  <a:lnTo>
                    <a:pt x="618640" y="1369414"/>
                  </a:lnTo>
                  <a:lnTo>
                    <a:pt x="618638" y="1369432"/>
                  </a:lnTo>
                  <a:lnTo>
                    <a:pt x="618634" y="1369443"/>
                  </a:lnTo>
                  <a:lnTo>
                    <a:pt x="618628" y="1369458"/>
                  </a:lnTo>
                  <a:lnTo>
                    <a:pt x="618623" y="1369468"/>
                  </a:lnTo>
                  <a:lnTo>
                    <a:pt x="618615" y="1369479"/>
                  </a:lnTo>
                  <a:lnTo>
                    <a:pt x="618602" y="1369490"/>
                  </a:lnTo>
                  <a:lnTo>
                    <a:pt x="618590" y="1369500"/>
                  </a:lnTo>
                  <a:lnTo>
                    <a:pt x="618573" y="1369514"/>
                  </a:lnTo>
                  <a:lnTo>
                    <a:pt x="618551" y="1369525"/>
                  </a:lnTo>
                  <a:lnTo>
                    <a:pt x="618532" y="1369533"/>
                  </a:lnTo>
                  <a:lnTo>
                    <a:pt x="618516" y="1369540"/>
                  </a:lnTo>
                  <a:lnTo>
                    <a:pt x="618498" y="1369551"/>
                  </a:lnTo>
                  <a:lnTo>
                    <a:pt x="618488" y="1369557"/>
                  </a:lnTo>
                  <a:lnTo>
                    <a:pt x="618475" y="1369568"/>
                  </a:lnTo>
                  <a:lnTo>
                    <a:pt x="618464" y="1369577"/>
                  </a:lnTo>
                  <a:lnTo>
                    <a:pt x="618458" y="1369589"/>
                  </a:lnTo>
                  <a:lnTo>
                    <a:pt x="618455" y="1369598"/>
                  </a:lnTo>
                  <a:lnTo>
                    <a:pt x="618456" y="1369605"/>
                  </a:lnTo>
                  <a:lnTo>
                    <a:pt x="618457" y="1369610"/>
                  </a:lnTo>
                  <a:lnTo>
                    <a:pt x="618449" y="1369616"/>
                  </a:lnTo>
                  <a:lnTo>
                    <a:pt x="618437" y="1369624"/>
                  </a:lnTo>
                  <a:lnTo>
                    <a:pt x="618422" y="1369640"/>
                  </a:lnTo>
                  <a:lnTo>
                    <a:pt x="618410" y="1369655"/>
                  </a:lnTo>
                  <a:lnTo>
                    <a:pt x="618398" y="1369673"/>
                  </a:lnTo>
                  <a:lnTo>
                    <a:pt x="618390" y="1369687"/>
                  </a:lnTo>
                  <a:lnTo>
                    <a:pt x="618384" y="1369701"/>
                  </a:lnTo>
                  <a:lnTo>
                    <a:pt x="618379" y="1369719"/>
                  </a:lnTo>
                  <a:lnTo>
                    <a:pt x="618377" y="1369735"/>
                  </a:lnTo>
                  <a:lnTo>
                    <a:pt x="618375" y="1369748"/>
                  </a:lnTo>
                  <a:lnTo>
                    <a:pt x="618374" y="1369763"/>
                  </a:lnTo>
                  <a:lnTo>
                    <a:pt x="618371" y="1369774"/>
                  </a:lnTo>
                  <a:lnTo>
                    <a:pt x="618369" y="1369785"/>
                  </a:lnTo>
                  <a:lnTo>
                    <a:pt x="618368" y="1369794"/>
                  </a:lnTo>
                  <a:lnTo>
                    <a:pt x="618367" y="1369806"/>
                  </a:lnTo>
                  <a:lnTo>
                    <a:pt x="618366" y="1369819"/>
                  </a:lnTo>
                  <a:lnTo>
                    <a:pt x="618365" y="1369826"/>
                  </a:lnTo>
                  <a:lnTo>
                    <a:pt x="618360" y="1369841"/>
                  </a:lnTo>
                  <a:lnTo>
                    <a:pt x="618354" y="1369855"/>
                  </a:lnTo>
                  <a:lnTo>
                    <a:pt x="618352" y="1369866"/>
                  </a:lnTo>
                  <a:lnTo>
                    <a:pt x="618351" y="1369878"/>
                  </a:lnTo>
                  <a:lnTo>
                    <a:pt x="618350" y="1369888"/>
                  </a:lnTo>
                  <a:lnTo>
                    <a:pt x="618347" y="1369896"/>
                  </a:lnTo>
                  <a:lnTo>
                    <a:pt x="618342" y="1369909"/>
                  </a:lnTo>
                  <a:lnTo>
                    <a:pt x="618340" y="1369920"/>
                  </a:lnTo>
                  <a:lnTo>
                    <a:pt x="618340" y="1369929"/>
                  </a:lnTo>
                  <a:lnTo>
                    <a:pt x="618341" y="1369939"/>
                  </a:lnTo>
                  <a:lnTo>
                    <a:pt x="618344" y="1369949"/>
                  </a:lnTo>
                  <a:lnTo>
                    <a:pt x="618346" y="1369956"/>
                  </a:lnTo>
                  <a:lnTo>
                    <a:pt x="618350" y="1369960"/>
                  </a:lnTo>
                  <a:lnTo>
                    <a:pt x="618363" y="1369969"/>
                  </a:lnTo>
                  <a:lnTo>
                    <a:pt x="618372" y="1369975"/>
                  </a:lnTo>
                  <a:lnTo>
                    <a:pt x="618378" y="1369980"/>
                  </a:lnTo>
                  <a:lnTo>
                    <a:pt x="618383" y="1369984"/>
                  </a:lnTo>
                  <a:lnTo>
                    <a:pt x="618391" y="1369990"/>
                  </a:lnTo>
                  <a:lnTo>
                    <a:pt x="618398" y="1369994"/>
                  </a:lnTo>
                  <a:lnTo>
                    <a:pt x="618408" y="1369999"/>
                  </a:lnTo>
                  <a:lnTo>
                    <a:pt x="618415" y="1370004"/>
                  </a:lnTo>
                  <a:lnTo>
                    <a:pt x="618423" y="1370012"/>
                  </a:lnTo>
                  <a:lnTo>
                    <a:pt x="618428" y="1370016"/>
                  </a:lnTo>
                  <a:lnTo>
                    <a:pt x="618435" y="1370020"/>
                  </a:lnTo>
                  <a:lnTo>
                    <a:pt x="618442" y="1370023"/>
                  </a:lnTo>
                  <a:lnTo>
                    <a:pt x="618451" y="1370028"/>
                  </a:lnTo>
                  <a:lnTo>
                    <a:pt x="618455" y="1370033"/>
                  </a:lnTo>
                  <a:lnTo>
                    <a:pt x="618458" y="1370039"/>
                  </a:lnTo>
                  <a:lnTo>
                    <a:pt x="618460" y="1370050"/>
                  </a:lnTo>
                  <a:lnTo>
                    <a:pt x="618463" y="1370068"/>
                  </a:lnTo>
                  <a:lnTo>
                    <a:pt x="618464" y="1370079"/>
                  </a:lnTo>
                  <a:lnTo>
                    <a:pt x="618465" y="1370086"/>
                  </a:lnTo>
                  <a:lnTo>
                    <a:pt x="618470" y="1370101"/>
                  </a:lnTo>
                  <a:lnTo>
                    <a:pt x="618480" y="1370117"/>
                  </a:lnTo>
                  <a:lnTo>
                    <a:pt x="618491" y="1370141"/>
                  </a:lnTo>
                  <a:lnTo>
                    <a:pt x="618498" y="1370154"/>
                  </a:lnTo>
                  <a:lnTo>
                    <a:pt x="618503" y="1370163"/>
                  </a:lnTo>
                  <a:lnTo>
                    <a:pt x="618511" y="1370172"/>
                  </a:lnTo>
                  <a:lnTo>
                    <a:pt x="618517" y="1370179"/>
                  </a:lnTo>
                  <a:lnTo>
                    <a:pt x="618533" y="1370192"/>
                  </a:lnTo>
                  <a:lnTo>
                    <a:pt x="618548" y="1370202"/>
                  </a:lnTo>
                  <a:lnTo>
                    <a:pt x="618587" y="1370222"/>
                  </a:lnTo>
                  <a:lnTo>
                    <a:pt x="618619" y="1370234"/>
                  </a:lnTo>
                  <a:lnTo>
                    <a:pt x="618640" y="1370245"/>
                  </a:lnTo>
                  <a:lnTo>
                    <a:pt x="618647" y="1370249"/>
                  </a:lnTo>
                  <a:lnTo>
                    <a:pt x="618659" y="1370259"/>
                  </a:lnTo>
                  <a:lnTo>
                    <a:pt x="618667" y="1370266"/>
                  </a:lnTo>
                  <a:lnTo>
                    <a:pt x="618675" y="1370274"/>
                  </a:lnTo>
                  <a:lnTo>
                    <a:pt x="618680" y="1370280"/>
                  </a:lnTo>
                  <a:lnTo>
                    <a:pt x="618689" y="1370296"/>
                  </a:lnTo>
                  <a:lnTo>
                    <a:pt x="618693" y="1370303"/>
                  </a:lnTo>
                  <a:lnTo>
                    <a:pt x="618695" y="1370312"/>
                  </a:lnTo>
                  <a:lnTo>
                    <a:pt x="618697" y="1370322"/>
                  </a:lnTo>
                  <a:lnTo>
                    <a:pt x="618698" y="1370332"/>
                  </a:lnTo>
                  <a:lnTo>
                    <a:pt x="618696" y="1370341"/>
                  </a:lnTo>
                  <a:lnTo>
                    <a:pt x="618694" y="1370347"/>
                  </a:lnTo>
                  <a:lnTo>
                    <a:pt x="618692" y="1370353"/>
                  </a:lnTo>
                  <a:lnTo>
                    <a:pt x="618688" y="1370359"/>
                  </a:lnTo>
                  <a:lnTo>
                    <a:pt x="618670" y="1370385"/>
                  </a:lnTo>
                  <a:lnTo>
                    <a:pt x="618658" y="1370402"/>
                  </a:lnTo>
                  <a:lnTo>
                    <a:pt x="618633" y="1370439"/>
                  </a:lnTo>
                  <a:lnTo>
                    <a:pt x="618599" y="1370490"/>
                  </a:lnTo>
                  <a:lnTo>
                    <a:pt x="618595" y="1370496"/>
                  </a:lnTo>
                  <a:lnTo>
                    <a:pt x="618580" y="1370510"/>
                  </a:lnTo>
                  <a:lnTo>
                    <a:pt x="618575" y="1370514"/>
                  </a:lnTo>
                  <a:lnTo>
                    <a:pt x="618570" y="1370520"/>
                  </a:lnTo>
                  <a:lnTo>
                    <a:pt x="618566" y="1370527"/>
                  </a:lnTo>
                  <a:lnTo>
                    <a:pt x="618559" y="1370545"/>
                  </a:lnTo>
                  <a:lnTo>
                    <a:pt x="618555" y="1370551"/>
                  </a:lnTo>
                  <a:lnTo>
                    <a:pt x="618549" y="1370557"/>
                  </a:lnTo>
                  <a:lnTo>
                    <a:pt x="618543" y="1370562"/>
                  </a:lnTo>
                  <a:lnTo>
                    <a:pt x="618538" y="1370567"/>
                  </a:lnTo>
                  <a:lnTo>
                    <a:pt x="618521" y="1370580"/>
                  </a:lnTo>
                  <a:lnTo>
                    <a:pt x="618482" y="1370609"/>
                  </a:lnTo>
                  <a:lnTo>
                    <a:pt x="618457" y="1370627"/>
                  </a:lnTo>
                  <a:lnTo>
                    <a:pt x="618443" y="1370636"/>
                  </a:lnTo>
                  <a:lnTo>
                    <a:pt x="618430" y="1370643"/>
                  </a:lnTo>
                  <a:lnTo>
                    <a:pt x="618419" y="1370649"/>
                  </a:lnTo>
                  <a:lnTo>
                    <a:pt x="618386" y="1370665"/>
                  </a:lnTo>
                  <a:lnTo>
                    <a:pt x="618381" y="1370668"/>
                  </a:lnTo>
                  <a:lnTo>
                    <a:pt x="618377" y="1370670"/>
                  </a:lnTo>
                  <a:lnTo>
                    <a:pt x="618365" y="1370676"/>
                  </a:lnTo>
                  <a:lnTo>
                    <a:pt x="618352" y="1370684"/>
                  </a:lnTo>
                  <a:lnTo>
                    <a:pt x="618339" y="1370694"/>
                  </a:lnTo>
                  <a:lnTo>
                    <a:pt x="618329" y="1370700"/>
                  </a:lnTo>
                  <a:lnTo>
                    <a:pt x="618314" y="1370711"/>
                  </a:lnTo>
                  <a:lnTo>
                    <a:pt x="618306" y="1370719"/>
                  </a:lnTo>
                  <a:lnTo>
                    <a:pt x="618302" y="1370724"/>
                  </a:lnTo>
                  <a:lnTo>
                    <a:pt x="618299" y="1370729"/>
                  </a:lnTo>
                  <a:lnTo>
                    <a:pt x="618297" y="1370738"/>
                  </a:lnTo>
                  <a:lnTo>
                    <a:pt x="618293" y="1370750"/>
                  </a:lnTo>
                  <a:lnTo>
                    <a:pt x="618289" y="1370761"/>
                  </a:lnTo>
                  <a:lnTo>
                    <a:pt x="618288" y="1370773"/>
                  </a:lnTo>
                  <a:lnTo>
                    <a:pt x="618289" y="1370783"/>
                  </a:lnTo>
                  <a:lnTo>
                    <a:pt x="618290" y="1370791"/>
                  </a:lnTo>
                  <a:lnTo>
                    <a:pt x="618293" y="1370805"/>
                  </a:lnTo>
                  <a:lnTo>
                    <a:pt x="618293" y="1370815"/>
                  </a:lnTo>
                  <a:lnTo>
                    <a:pt x="618292" y="1370829"/>
                  </a:lnTo>
                  <a:lnTo>
                    <a:pt x="618289" y="1370839"/>
                  </a:lnTo>
                  <a:lnTo>
                    <a:pt x="618283" y="1370853"/>
                  </a:lnTo>
                  <a:lnTo>
                    <a:pt x="618274" y="1370866"/>
                  </a:lnTo>
                  <a:lnTo>
                    <a:pt x="618268" y="1370877"/>
                  </a:lnTo>
                  <a:lnTo>
                    <a:pt x="618263" y="1370890"/>
                  </a:lnTo>
                  <a:lnTo>
                    <a:pt x="618256" y="1370910"/>
                  </a:lnTo>
                  <a:lnTo>
                    <a:pt x="618247" y="1370932"/>
                  </a:lnTo>
                  <a:lnTo>
                    <a:pt x="618242" y="1370951"/>
                  </a:lnTo>
                  <a:lnTo>
                    <a:pt x="618236" y="1370971"/>
                  </a:lnTo>
                  <a:lnTo>
                    <a:pt x="618228" y="1370995"/>
                  </a:lnTo>
                  <a:lnTo>
                    <a:pt x="618222" y="1371014"/>
                  </a:lnTo>
                  <a:lnTo>
                    <a:pt x="618215" y="1371033"/>
                  </a:lnTo>
                  <a:lnTo>
                    <a:pt x="618207" y="1371052"/>
                  </a:lnTo>
                  <a:lnTo>
                    <a:pt x="618194" y="1371074"/>
                  </a:lnTo>
                  <a:lnTo>
                    <a:pt x="618188" y="1371080"/>
                  </a:lnTo>
                  <a:lnTo>
                    <a:pt x="618180" y="1371086"/>
                  </a:lnTo>
                  <a:lnTo>
                    <a:pt x="618172" y="1371094"/>
                  </a:lnTo>
                  <a:lnTo>
                    <a:pt x="618158" y="1371104"/>
                  </a:lnTo>
                  <a:lnTo>
                    <a:pt x="618146" y="1371113"/>
                  </a:lnTo>
                  <a:lnTo>
                    <a:pt x="618078" y="1371158"/>
                  </a:lnTo>
                  <a:lnTo>
                    <a:pt x="618042" y="1371181"/>
                  </a:lnTo>
                  <a:lnTo>
                    <a:pt x="618035" y="1371187"/>
                  </a:lnTo>
                  <a:lnTo>
                    <a:pt x="618031" y="1371192"/>
                  </a:lnTo>
                  <a:lnTo>
                    <a:pt x="618028" y="1371201"/>
                  </a:lnTo>
                  <a:lnTo>
                    <a:pt x="618025" y="1371218"/>
                  </a:lnTo>
                  <a:lnTo>
                    <a:pt x="618021" y="1371248"/>
                  </a:lnTo>
                  <a:lnTo>
                    <a:pt x="618018" y="1371258"/>
                  </a:lnTo>
                  <a:lnTo>
                    <a:pt x="618016" y="1371266"/>
                  </a:lnTo>
                  <a:lnTo>
                    <a:pt x="618011" y="1371275"/>
                  </a:lnTo>
                  <a:lnTo>
                    <a:pt x="618005" y="1371283"/>
                  </a:lnTo>
                  <a:lnTo>
                    <a:pt x="617996" y="1371292"/>
                  </a:lnTo>
                  <a:lnTo>
                    <a:pt x="617981" y="1371304"/>
                  </a:lnTo>
                  <a:lnTo>
                    <a:pt x="617958" y="1371321"/>
                  </a:lnTo>
                  <a:lnTo>
                    <a:pt x="617950" y="1371328"/>
                  </a:lnTo>
                  <a:lnTo>
                    <a:pt x="617941" y="1371336"/>
                  </a:lnTo>
                  <a:lnTo>
                    <a:pt x="617924" y="1371353"/>
                  </a:lnTo>
                  <a:lnTo>
                    <a:pt x="617920" y="1371357"/>
                  </a:lnTo>
                  <a:lnTo>
                    <a:pt x="617915" y="1371361"/>
                  </a:lnTo>
                  <a:lnTo>
                    <a:pt x="617907" y="1371369"/>
                  </a:lnTo>
                  <a:lnTo>
                    <a:pt x="617898" y="1371376"/>
                  </a:lnTo>
                  <a:lnTo>
                    <a:pt x="617891" y="1371379"/>
                  </a:lnTo>
                  <a:lnTo>
                    <a:pt x="617885" y="1371380"/>
                  </a:lnTo>
                  <a:lnTo>
                    <a:pt x="617880" y="1371379"/>
                  </a:lnTo>
                  <a:lnTo>
                    <a:pt x="617872" y="1371378"/>
                  </a:lnTo>
                  <a:lnTo>
                    <a:pt x="617864" y="1371376"/>
                  </a:lnTo>
                  <a:lnTo>
                    <a:pt x="617837" y="1371366"/>
                  </a:lnTo>
                  <a:lnTo>
                    <a:pt x="617825" y="1371363"/>
                  </a:lnTo>
                  <a:lnTo>
                    <a:pt x="617815" y="1371359"/>
                  </a:lnTo>
                  <a:lnTo>
                    <a:pt x="617808" y="1371358"/>
                  </a:lnTo>
                  <a:lnTo>
                    <a:pt x="617803" y="1371357"/>
                  </a:lnTo>
                  <a:lnTo>
                    <a:pt x="617797" y="1371356"/>
                  </a:lnTo>
                  <a:lnTo>
                    <a:pt x="617790" y="1371355"/>
                  </a:lnTo>
                  <a:lnTo>
                    <a:pt x="617780" y="1371355"/>
                  </a:lnTo>
                  <a:lnTo>
                    <a:pt x="617769" y="1371355"/>
                  </a:lnTo>
                  <a:lnTo>
                    <a:pt x="617757" y="1371356"/>
                  </a:lnTo>
                  <a:lnTo>
                    <a:pt x="617740" y="1371358"/>
                  </a:lnTo>
                  <a:lnTo>
                    <a:pt x="617734" y="1371359"/>
                  </a:lnTo>
                  <a:lnTo>
                    <a:pt x="617716" y="1371359"/>
                  </a:lnTo>
                  <a:lnTo>
                    <a:pt x="617651" y="1371357"/>
                  </a:lnTo>
                  <a:lnTo>
                    <a:pt x="617636" y="1371356"/>
                  </a:lnTo>
                  <a:lnTo>
                    <a:pt x="617609" y="1371354"/>
                  </a:lnTo>
                  <a:lnTo>
                    <a:pt x="617599" y="1371354"/>
                  </a:lnTo>
                  <a:lnTo>
                    <a:pt x="617592" y="1371354"/>
                  </a:lnTo>
                  <a:lnTo>
                    <a:pt x="617574" y="1371359"/>
                  </a:lnTo>
                  <a:lnTo>
                    <a:pt x="617564" y="1371361"/>
                  </a:lnTo>
                  <a:lnTo>
                    <a:pt x="617557" y="1371362"/>
                  </a:lnTo>
                  <a:lnTo>
                    <a:pt x="617549" y="1371363"/>
                  </a:lnTo>
                  <a:lnTo>
                    <a:pt x="617545" y="1371363"/>
                  </a:lnTo>
                  <a:lnTo>
                    <a:pt x="617529" y="1371363"/>
                  </a:lnTo>
                  <a:lnTo>
                    <a:pt x="617513" y="1371363"/>
                  </a:lnTo>
                  <a:lnTo>
                    <a:pt x="617495" y="1371363"/>
                  </a:lnTo>
                  <a:lnTo>
                    <a:pt x="617452" y="1371361"/>
                  </a:lnTo>
                  <a:lnTo>
                    <a:pt x="617443" y="1371361"/>
                  </a:lnTo>
                  <a:lnTo>
                    <a:pt x="617436" y="1371362"/>
                  </a:lnTo>
                  <a:lnTo>
                    <a:pt x="617429" y="1371362"/>
                  </a:lnTo>
                  <a:lnTo>
                    <a:pt x="617422" y="1371364"/>
                  </a:lnTo>
                  <a:lnTo>
                    <a:pt x="617417" y="1371365"/>
                  </a:lnTo>
                  <a:lnTo>
                    <a:pt x="617379" y="1371376"/>
                  </a:lnTo>
                  <a:lnTo>
                    <a:pt x="617372" y="1371378"/>
                  </a:lnTo>
                  <a:lnTo>
                    <a:pt x="617365" y="1371379"/>
                  </a:lnTo>
                  <a:lnTo>
                    <a:pt x="617358" y="1371380"/>
                  </a:lnTo>
                  <a:lnTo>
                    <a:pt x="617353" y="1371380"/>
                  </a:lnTo>
                  <a:lnTo>
                    <a:pt x="617339" y="1371380"/>
                  </a:lnTo>
                  <a:lnTo>
                    <a:pt x="617331" y="1371380"/>
                  </a:lnTo>
                  <a:lnTo>
                    <a:pt x="617322" y="1371380"/>
                  </a:lnTo>
                  <a:lnTo>
                    <a:pt x="617308" y="1371380"/>
                  </a:lnTo>
                  <a:lnTo>
                    <a:pt x="617271" y="1371379"/>
                  </a:lnTo>
                  <a:lnTo>
                    <a:pt x="617262" y="1371383"/>
                  </a:lnTo>
                  <a:lnTo>
                    <a:pt x="617258" y="1371392"/>
                  </a:lnTo>
                  <a:lnTo>
                    <a:pt x="617257" y="1371397"/>
                  </a:lnTo>
                  <a:lnTo>
                    <a:pt x="617244" y="1371457"/>
                  </a:lnTo>
                  <a:lnTo>
                    <a:pt x="617241" y="1371469"/>
                  </a:lnTo>
                  <a:lnTo>
                    <a:pt x="617239" y="1371475"/>
                  </a:lnTo>
                  <a:lnTo>
                    <a:pt x="617238" y="1371480"/>
                  </a:lnTo>
                  <a:lnTo>
                    <a:pt x="617234" y="1371487"/>
                  </a:lnTo>
                  <a:lnTo>
                    <a:pt x="617227" y="1371496"/>
                  </a:lnTo>
                  <a:lnTo>
                    <a:pt x="617219" y="1371500"/>
                  </a:lnTo>
                  <a:lnTo>
                    <a:pt x="617208" y="1371504"/>
                  </a:lnTo>
                  <a:lnTo>
                    <a:pt x="617191" y="1371507"/>
                  </a:lnTo>
                  <a:lnTo>
                    <a:pt x="617184" y="1371511"/>
                  </a:lnTo>
                  <a:lnTo>
                    <a:pt x="617176" y="1371519"/>
                  </a:lnTo>
                  <a:lnTo>
                    <a:pt x="617172" y="1371526"/>
                  </a:lnTo>
                  <a:lnTo>
                    <a:pt x="617167" y="1371534"/>
                  </a:lnTo>
                  <a:lnTo>
                    <a:pt x="617162" y="1371544"/>
                  </a:lnTo>
                  <a:lnTo>
                    <a:pt x="617156" y="1371555"/>
                  </a:lnTo>
                  <a:lnTo>
                    <a:pt x="617150" y="1371567"/>
                  </a:lnTo>
                  <a:lnTo>
                    <a:pt x="617143" y="1371582"/>
                  </a:lnTo>
                  <a:lnTo>
                    <a:pt x="617133" y="1371599"/>
                  </a:lnTo>
                  <a:lnTo>
                    <a:pt x="617126" y="1371614"/>
                  </a:lnTo>
                  <a:lnTo>
                    <a:pt x="617120" y="1371625"/>
                  </a:lnTo>
                  <a:lnTo>
                    <a:pt x="617117" y="1371632"/>
                  </a:lnTo>
                  <a:lnTo>
                    <a:pt x="617115" y="1371642"/>
                  </a:lnTo>
                  <a:lnTo>
                    <a:pt x="617113" y="1371656"/>
                  </a:lnTo>
                  <a:lnTo>
                    <a:pt x="617113" y="1371662"/>
                  </a:lnTo>
                  <a:lnTo>
                    <a:pt x="617116" y="1371673"/>
                  </a:lnTo>
                  <a:lnTo>
                    <a:pt x="617120" y="1371680"/>
                  </a:lnTo>
                  <a:lnTo>
                    <a:pt x="617125" y="1371690"/>
                  </a:lnTo>
                  <a:lnTo>
                    <a:pt x="617131" y="1371705"/>
                  </a:lnTo>
                  <a:lnTo>
                    <a:pt x="617136" y="1371711"/>
                  </a:lnTo>
                  <a:lnTo>
                    <a:pt x="617146" y="1371720"/>
                  </a:lnTo>
                  <a:lnTo>
                    <a:pt x="617158" y="1371731"/>
                  </a:lnTo>
                  <a:lnTo>
                    <a:pt x="617164" y="1371741"/>
                  </a:lnTo>
                  <a:lnTo>
                    <a:pt x="617169" y="1371756"/>
                  </a:lnTo>
                  <a:lnTo>
                    <a:pt x="617172" y="1371764"/>
                  </a:lnTo>
                  <a:lnTo>
                    <a:pt x="617173" y="1371771"/>
                  </a:lnTo>
                  <a:lnTo>
                    <a:pt x="617174" y="1371777"/>
                  </a:lnTo>
                  <a:lnTo>
                    <a:pt x="617173" y="1371789"/>
                  </a:lnTo>
                  <a:lnTo>
                    <a:pt x="617172" y="1371799"/>
                  </a:lnTo>
                  <a:lnTo>
                    <a:pt x="617168" y="1371809"/>
                  </a:lnTo>
                  <a:lnTo>
                    <a:pt x="617163" y="1371820"/>
                  </a:lnTo>
                  <a:lnTo>
                    <a:pt x="617159" y="1371831"/>
                  </a:lnTo>
                  <a:lnTo>
                    <a:pt x="617155" y="1371842"/>
                  </a:lnTo>
                  <a:lnTo>
                    <a:pt x="617152" y="1371853"/>
                  </a:lnTo>
                  <a:lnTo>
                    <a:pt x="617150" y="1371872"/>
                  </a:lnTo>
                  <a:lnTo>
                    <a:pt x="617149" y="1371886"/>
                  </a:lnTo>
                  <a:lnTo>
                    <a:pt x="617146" y="1371905"/>
                  </a:lnTo>
                  <a:lnTo>
                    <a:pt x="617144" y="1371915"/>
                  </a:lnTo>
                  <a:lnTo>
                    <a:pt x="617141" y="1371925"/>
                  </a:lnTo>
                  <a:lnTo>
                    <a:pt x="617138" y="1371938"/>
                  </a:lnTo>
                  <a:lnTo>
                    <a:pt x="617137" y="1371946"/>
                  </a:lnTo>
                  <a:lnTo>
                    <a:pt x="617136" y="1371952"/>
                  </a:lnTo>
                  <a:lnTo>
                    <a:pt x="617139" y="1371959"/>
                  </a:lnTo>
                  <a:lnTo>
                    <a:pt x="617145" y="1371966"/>
                  </a:lnTo>
                  <a:lnTo>
                    <a:pt x="617149" y="1371975"/>
                  </a:lnTo>
                  <a:lnTo>
                    <a:pt x="617151" y="1371983"/>
                  </a:lnTo>
                  <a:lnTo>
                    <a:pt x="617154" y="1371995"/>
                  </a:lnTo>
                  <a:lnTo>
                    <a:pt x="617161" y="1372012"/>
                  </a:lnTo>
                  <a:lnTo>
                    <a:pt x="617166" y="1372025"/>
                  </a:lnTo>
                  <a:lnTo>
                    <a:pt x="617168" y="1372036"/>
                  </a:lnTo>
                  <a:lnTo>
                    <a:pt x="617168" y="1372042"/>
                  </a:lnTo>
                  <a:lnTo>
                    <a:pt x="617165" y="1372048"/>
                  </a:lnTo>
                  <a:lnTo>
                    <a:pt x="617162" y="1372056"/>
                  </a:lnTo>
                  <a:lnTo>
                    <a:pt x="617157" y="1372067"/>
                  </a:lnTo>
                  <a:lnTo>
                    <a:pt x="617147" y="1372083"/>
                  </a:lnTo>
                  <a:lnTo>
                    <a:pt x="617143" y="1372091"/>
                  </a:lnTo>
                  <a:lnTo>
                    <a:pt x="617140" y="1372098"/>
                  </a:lnTo>
                  <a:lnTo>
                    <a:pt x="617130" y="1372127"/>
                  </a:lnTo>
                  <a:lnTo>
                    <a:pt x="617127" y="1372138"/>
                  </a:lnTo>
                  <a:lnTo>
                    <a:pt x="617123" y="1372144"/>
                  </a:lnTo>
                  <a:lnTo>
                    <a:pt x="617115" y="1372159"/>
                  </a:lnTo>
                  <a:lnTo>
                    <a:pt x="617112" y="1372165"/>
                  </a:lnTo>
                  <a:lnTo>
                    <a:pt x="617110" y="1372175"/>
                  </a:lnTo>
                  <a:lnTo>
                    <a:pt x="617110" y="1372182"/>
                  </a:lnTo>
                  <a:lnTo>
                    <a:pt x="617116" y="1372204"/>
                  </a:lnTo>
                  <a:lnTo>
                    <a:pt x="617118" y="1372213"/>
                  </a:lnTo>
                  <a:lnTo>
                    <a:pt x="617117" y="1372221"/>
                  </a:lnTo>
                  <a:lnTo>
                    <a:pt x="617115" y="1372235"/>
                  </a:lnTo>
                  <a:lnTo>
                    <a:pt x="617111" y="1372252"/>
                  </a:lnTo>
                  <a:lnTo>
                    <a:pt x="617101" y="1372292"/>
                  </a:lnTo>
                  <a:lnTo>
                    <a:pt x="617098" y="1372304"/>
                  </a:lnTo>
                  <a:lnTo>
                    <a:pt x="617094" y="1372314"/>
                  </a:lnTo>
                  <a:lnTo>
                    <a:pt x="617090" y="1372321"/>
                  </a:lnTo>
                  <a:lnTo>
                    <a:pt x="617086" y="1372326"/>
                  </a:lnTo>
                  <a:lnTo>
                    <a:pt x="617080" y="1372331"/>
                  </a:lnTo>
                  <a:lnTo>
                    <a:pt x="617061" y="1372348"/>
                  </a:lnTo>
                  <a:lnTo>
                    <a:pt x="617052" y="1372356"/>
                  </a:lnTo>
                  <a:lnTo>
                    <a:pt x="617044" y="1372361"/>
                  </a:lnTo>
                  <a:lnTo>
                    <a:pt x="617034" y="1372367"/>
                  </a:lnTo>
                  <a:lnTo>
                    <a:pt x="617025" y="1372374"/>
                  </a:lnTo>
                  <a:lnTo>
                    <a:pt x="617018" y="1372381"/>
                  </a:lnTo>
                  <a:lnTo>
                    <a:pt x="617010" y="1372392"/>
                  </a:lnTo>
                  <a:lnTo>
                    <a:pt x="617003" y="1372403"/>
                  </a:lnTo>
                  <a:lnTo>
                    <a:pt x="616999" y="1372412"/>
                  </a:lnTo>
                  <a:lnTo>
                    <a:pt x="616997" y="1372424"/>
                  </a:lnTo>
                  <a:lnTo>
                    <a:pt x="616997" y="1372441"/>
                  </a:lnTo>
                  <a:lnTo>
                    <a:pt x="616996" y="1372454"/>
                  </a:lnTo>
                  <a:lnTo>
                    <a:pt x="616996" y="1372462"/>
                  </a:lnTo>
                  <a:lnTo>
                    <a:pt x="616998" y="1372473"/>
                  </a:lnTo>
                  <a:lnTo>
                    <a:pt x="617001" y="1372489"/>
                  </a:lnTo>
                  <a:lnTo>
                    <a:pt x="617004" y="1372500"/>
                  </a:lnTo>
                  <a:lnTo>
                    <a:pt x="617008" y="1372513"/>
                  </a:lnTo>
                  <a:lnTo>
                    <a:pt x="617013" y="1372524"/>
                  </a:lnTo>
                  <a:lnTo>
                    <a:pt x="617019" y="1372536"/>
                  </a:lnTo>
                  <a:lnTo>
                    <a:pt x="617027" y="1372552"/>
                  </a:lnTo>
                  <a:lnTo>
                    <a:pt x="617037" y="1372573"/>
                  </a:lnTo>
                  <a:lnTo>
                    <a:pt x="617051" y="1372593"/>
                  </a:lnTo>
                  <a:lnTo>
                    <a:pt x="617061" y="1372609"/>
                  </a:lnTo>
                  <a:lnTo>
                    <a:pt x="617063" y="1372617"/>
                  </a:lnTo>
                  <a:lnTo>
                    <a:pt x="617064" y="1372628"/>
                  </a:lnTo>
                  <a:lnTo>
                    <a:pt x="617061" y="1372644"/>
                  </a:lnTo>
                  <a:lnTo>
                    <a:pt x="617053" y="1372660"/>
                  </a:lnTo>
                  <a:lnTo>
                    <a:pt x="617035" y="1372675"/>
                  </a:lnTo>
                  <a:lnTo>
                    <a:pt x="617024" y="1372684"/>
                  </a:lnTo>
                  <a:lnTo>
                    <a:pt x="617020" y="1372687"/>
                  </a:lnTo>
                  <a:lnTo>
                    <a:pt x="616999" y="1372705"/>
                  </a:lnTo>
                  <a:lnTo>
                    <a:pt x="616992" y="1372712"/>
                  </a:lnTo>
                  <a:lnTo>
                    <a:pt x="616986" y="1372718"/>
                  </a:lnTo>
                  <a:lnTo>
                    <a:pt x="616981" y="1372724"/>
                  </a:lnTo>
                  <a:lnTo>
                    <a:pt x="616975" y="1372731"/>
                  </a:lnTo>
                  <a:lnTo>
                    <a:pt x="616969" y="1372739"/>
                  </a:lnTo>
                  <a:lnTo>
                    <a:pt x="616965" y="1372745"/>
                  </a:lnTo>
                  <a:lnTo>
                    <a:pt x="616944" y="1372795"/>
                  </a:lnTo>
                  <a:lnTo>
                    <a:pt x="616940" y="1372804"/>
                  </a:lnTo>
                  <a:lnTo>
                    <a:pt x="616937" y="1372811"/>
                  </a:lnTo>
                  <a:lnTo>
                    <a:pt x="616933" y="1372816"/>
                  </a:lnTo>
                  <a:lnTo>
                    <a:pt x="616928" y="1372822"/>
                  </a:lnTo>
                  <a:lnTo>
                    <a:pt x="616921" y="1372830"/>
                  </a:lnTo>
                  <a:lnTo>
                    <a:pt x="616917" y="1372835"/>
                  </a:lnTo>
                  <a:lnTo>
                    <a:pt x="616912" y="1372838"/>
                  </a:lnTo>
                  <a:lnTo>
                    <a:pt x="616907" y="1372842"/>
                  </a:lnTo>
                  <a:lnTo>
                    <a:pt x="616893" y="1372850"/>
                  </a:lnTo>
                  <a:lnTo>
                    <a:pt x="616877" y="1372859"/>
                  </a:lnTo>
                  <a:lnTo>
                    <a:pt x="616872" y="1372861"/>
                  </a:lnTo>
                  <a:lnTo>
                    <a:pt x="616866" y="1372863"/>
                  </a:lnTo>
                  <a:lnTo>
                    <a:pt x="616857" y="1372866"/>
                  </a:lnTo>
                  <a:lnTo>
                    <a:pt x="616846" y="1372869"/>
                  </a:lnTo>
                  <a:lnTo>
                    <a:pt x="616838" y="1372870"/>
                  </a:lnTo>
                  <a:lnTo>
                    <a:pt x="616816" y="1372873"/>
                  </a:lnTo>
                  <a:lnTo>
                    <a:pt x="616800" y="1372876"/>
                  </a:lnTo>
                  <a:lnTo>
                    <a:pt x="616771" y="1372882"/>
                  </a:lnTo>
                  <a:lnTo>
                    <a:pt x="616752" y="1372886"/>
                  </a:lnTo>
                  <a:lnTo>
                    <a:pt x="616743" y="1372889"/>
                  </a:lnTo>
                  <a:lnTo>
                    <a:pt x="616735" y="1372892"/>
                  </a:lnTo>
                  <a:lnTo>
                    <a:pt x="616727" y="1372896"/>
                  </a:lnTo>
                  <a:lnTo>
                    <a:pt x="616719" y="1372901"/>
                  </a:lnTo>
                  <a:lnTo>
                    <a:pt x="616715" y="1372904"/>
                  </a:lnTo>
                  <a:lnTo>
                    <a:pt x="616711" y="1372907"/>
                  </a:lnTo>
                  <a:lnTo>
                    <a:pt x="616703" y="1372916"/>
                  </a:lnTo>
                  <a:lnTo>
                    <a:pt x="616697" y="1372923"/>
                  </a:lnTo>
                  <a:lnTo>
                    <a:pt x="616689" y="1372934"/>
                  </a:lnTo>
                  <a:lnTo>
                    <a:pt x="616667" y="1372963"/>
                  </a:lnTo>
                  <a:lnTo>
                    <a:pt x="616661" y="1372970"/>
                  </a:lnTo>
                  <a:lnTo>
                    <a:pt x="616653" y="1372979"/>
                  </a:lnTo>
                  <a:lnTo>
                    <a:pt x="616624" y="1373010"/>
                  </a:lnTo>
                  <a:lnTo>
                    <a:pt x="616613" y="1373022"/>
                  </a:lnTo>
                  <a:lnTo>
                    <a:pt x="616606" y="1373031"/>
                  </a:lnTo>
                  <a:lnTo>
                    <a:pt x="616599" y="1373042"/>
                  </a:lnTo>
                  <a:lnTo>
                    <a:pt x="616590" y="1373056"/>
                  </a:lnTo>
                  <a:lnTo>
                    <a:pt x="616586" y="1373062"/>
                  </a:lnTo>
                  <a:lnTo>
                    <a:pt x="616583" y="1373069"/>
                  </a:lnTo>
                  <a:lnTo>
                    <a:pt x="616580" y="1373077"/>
                  </a:lnTo>
                  <a:lnTo>
                    <a:pt x="616578" y="1373087"/>
                  </a:lnTo>
                  <a:lnTo>
                    <a:pt x="616576" y="1373096"/>
                  </a:lnTo>
                  <a:lnTo>
                    <a:pt x="616575" y="1373105"/>
                  </a:lnTo>
                  <a:lnTo>
                    <a:pt x="616573" y="1373121"/>
                  </a:lnTo>
                  <a:lnTo>
                    <a:pt x="616573" y="1373130"/>
                  </a:lnTo>
                  <a:lnTo>
                    <a:pt x="616574" y="1373139"/>
                  </a:lnTo>
                  <a:lnTo>
                    <a:pt x="616577" y="1373147"/>
                  </a:lnTo>
                  <a:lnTo>
                    <a:pt x="616581" y="1373153"/>
                  </a:lnTo>
                  <a:lnTo>
                    <a:pt x="616585" y="1373158"/>
                  </a:lnTo>
                  <a:lnTo>
                    <a:pt x="616601" y="1373174"/>
                  </a:lnTo>
                  <a:lnTo>
                    <a:pt x="616608" y="1373183"/>
                  </a:lnTo>
                  <a:lnTo>
                    <a:pt x="616612" y="1373187"/>
                  </a:lnTo>
                  <a:lnTo>
                    <a:pt x="616615" y="1373193"/>
                  </a:lnTo>
                  <a:lnTo>
                    <a:pt x="616617" y="1373201"/>
                  </a:lnTo>
                  <a:lnTo>
                    <a:pt x="616618" y="1373208"/>
                  </a:lnTo>
                  <a:lnTo>
                    <a:pt x="616618" y="1373213"/>
                  </a:lnTo>
                  <a:lnTo>
                    <a:pt x="616618" y="1373220"/>
                  </a:lnTo>
                  <a:lnTo>
                    <a:pt x="616615" y="1373262"/>
                  </a:lnTo>
                  <a:lnTo>
                    <a:pt x="616612" y="1373274"/>
                  </a:lnTo>
                  <a:lnTo>
                    <a:pt x="616606" y="1373284"/>
                  </a:lnTo>
                  <a:lnTo>
                    <a:pt x="616601" y="1373294"/>
                  </a:lnTo>
                  <a:lnTo>
                    <a:pt x="616598" y="1373299"/>
                  </a:lnTo>
                  <a:lnTo>
                    <a:pt x="616596" y="1373304"/>
                  </a:lnTo>
                  <a:lnTo>
                    <a:pt x="616594" y="1373312"/>
                  </a:lnTo>
                  <a:lnTo>
                    <a:pt x="616593" y="1373318"/>
                  </a:lnTo>
                  <a:lnTo>
                    <a:pt x="616588" y="1373326"/>
                  </a:lnTo>
                  <a:lnTo>
                    <a:pt x="616579" y="1373337"/>
                  </a:lnTo>
                  <a:lnTo>
                    <a:pt x="616567" y="1373350"/>
                  </a:lnTo>
                  <a:lnTo>
                    <a:pt x="616558" y="1373358"/>
                  </a:lnTo>
                  <a:lnTo>
                    <a:pt x="616551" y="1373367"/>
                  </a:lnTo>
                  <a:lnTo>
                    <a:pt x="616548" y="1373374"/>
                  </a:lnTo>
                  <a:lnTo>
                    <a:pt x="616546" y="1373380"/>
                  </a:lnTo>
                  <a:lnTo>
                    <a:pt x="616545" y="1373391"/>
                  </a:lnTo>
                  <a:lnTo>
                    <a:pt x="616545" y="1373402"/>
                  </a:lnTo>
                  <a:lnTo>
                    <a:pt x="616544" y="1373411"/>
                  </a:lnTo>
                  <a:lnTo>
                    <a:pt x="616541" y="1373419"/>
                  </a:lnTo>
                  <a:lnTo>
                    <a:pt x="616538" y="1373426"/>
                  </a:lnTo>
                  <a:lnTo>
                    <a:pt x="616537" y="1373434"/>
                  </a:lnTo>
                  <a:lnTo>
                    <a:pt x="616535" y="1373441"/>
                  </a:lnTo>
                  <a:lnTo>
                    <a:pt x="616535" y="1373452"/>
                  </a:lnTo>
                  <a:lnTo>
                    <a:pt x="616533" y="1373466"/>
                  </a:lnTo>
                  <a:lnTo>
                    <a:pt x="616532" y="1373478"/>
                  </a:lnTo>
                  <a:lnTo>
                    <a:pt x="616528" y="1373487"/>
                  </a:lnTo>
                  <a:lnTo>
                    <a:pt x="616523" y="1373497"/>
                  </a:lnTo>
                  <a:lnTo>
                    <a:pt x="616517" y="1373509"/>
                  </a:lnTo>
                  <a:lnTo>
                    <a:pt x="616510" y="1373520"/>
                  </a:lnTo>
                  <a:lnTo>
                    <a:pt x="616508" y="1373526"/>
                  </a:lnTo>
                  <a:lnTo>
                    <a:pt x="616508" y="1373532"/>
                  </a:lnTo>
                  <a:lnTo>
                    <a:pt x="616509" y="1373546"/>
                  </a:lnTo>
                  <a:lnTo>
                    <a:pt x="616510" y="1373559"/>
                  </a:lnTo>
                  <a:lnTo>
                    <a:pt x="616509" y="1373566"/>
                  </a:lnTo>
                  <a:lnTo>
                    <a:pt x="616510" y="1373574"/>
                  </a:lnTo>
                  <a:lnTo>
                    <a:pt x="616511" y="1373582"/>
                  </a:lnTo>
                  <a:lnTo>
                    <a:pt x="616515" y="1373594"/>
                  </a:lnTo>
                  <a:lnTo>
                    <a:pt x="616516" y="1373605"/>
                  </a:lnTo>
                  <a:lnTo>
                    <a:pt x="616516" y="1373614"/>
                  </a:lnTo>
                  <a:lnTo>
                    <a:pt x="616515" y="1373626"/>
                  </a:lnTo>
                  <a:lnTo>
                    <a:pt x="616513" y="1373636"/>
                  </a:lnTo>
                  <a:lnTo>
                    <a:pt x="616511" y="1373644"/>
                  </a:lnTo>
                  <a:lnTo>
                    <a:pt x="616509" y="1373653"/>
                  </a:lnTo>
                  <a:lnTo>
                    <a:pt x="616496" y="1373686"/>
                  </a:lnTo>
                  <a:lnTo>
                    <a:pt x="616495" y="1373692"/>
                  </a:lnTo>
                  <a:lnTo>
                    <a:pt x="616494" y="1373699"/>
                  </a:lnTo>
                  <a:lnTo>
                    <a:pt x="616496" y="1373716"/>
                  </a:lnTo>
                  <a:lnTo>
                    <a:pt x="616498" y="1373730"/>
                  </a:lnTo>
                  <a:lnTo>
                    <a:pt x="616499" y="1373745"/>
                  </a:lnTo>
                  <a:lnTo>
                    <a:pt x="616500" y="1373762"/>
                  </a:lnTo>
                  <a:lnTo>
                    <a:pt x="616500" y="1373774"/>
                  </a:lnTo>
                  <a:lnTo>
                    <a:pt x="616501" y="1373788"/>
                  </a:lnTo>
                  <a:lnTo>
                    <a:pt x="616500" y="1373799"/>
                  </a:lnTo>
                  <a:lnTo>
                    <a:pt x="616499" y="1373808"/>
                  </a:lnTo>
                  <a:lnTo>
                    <a:pt x="616497" y="1373820"/>
                  </a:lnTo>
                  <a:lnTo>
                    <a:pt x="616494" y="1373834"/>
                  </a:lnTo>
                  <a:lnTo>
                    <a:pt x="616486" y="1373864"/>
                  </a:lnTo>
                  <a:lnTo>
                    <a:pt x="616481" y="1373884"/>
                  </a:lnTo>
                  <a:lnTo>
                    <a:pt x="616480" y="1373891"/>
                  </a:lnTo>
                  <a:lnTo>
                    <a:pt x="616476" y="1373901"/>
                  </a:lnTo>
                  <a:lnTo>
                    <a:pt x="616472" y="1373910"/>
                  </a:lnTo>
                  <a:lnTo>
                    <a:pt x="616467" y="1373918"/>
                  </a:lnTo>
                  <a:lnTo>
                    <a:pt x="616462" y="1373925"/>
                  </a:lnTo>
                  <a:lnTo>
                    <a:pt x="616455" y="1373931"/>
                  </a:lnTo>
                  <a:lnTo>
                    <a:pt x="616450" y="1373935"/>
                  </a:lnTo>
                  <a:lnTo>
                    <a:pt x="616442" y="1373939"/>
                  </a:lnTo>
                  <a:lnTo>
                    <a:pt x="616433" y="1373943"/>
                  </a:lnTo>
                  <a:lnTo>
                    <a:pt x="616418" y="1373949"/>
                  </a:lnTo>
                  <a:lnTo>
                    <a:pt x="616409" y="1373953"/>
                  </a:lnTo>
                  <a:lnTo>
                    <a:pt x="616403" y="1373955"/>
                  </a:lnTo>
                  <a:lnTo>
                    <a:pt x="616375" y="1373967"/>
                  </a:lnTo>
                  <a:lnTo>
                    <a:pt x="616354" y="1373975"/>
                  </a:lnTo>
                  <a:lnTo>
                    <a:pt x="616341" y="1373982"/>
                  </a:lnTo>
                  <a:lnTo>
                    <a:pt x="616327" y="1373988"/>
                  </a:lnTo>
                  <a:lnTo>
                    <a:pt x="616319" y="1373993"/>
                  </a:lnTo>
                  <a:lnTo>
                    <a:pt x="616310" y="1373999"/>
                  </a:lnTo>
                  <a:lnTo>
                    <a:pt x="616303" y="1374006"/>
                  </a:lnTo>
                  <a:lnTo>
                    <a:pt x="616295" y="1374012"/>
                  </a:lnTo>
                  <a:lnTo>
                    <a:pt x="616289" y="1374018"/>
                  </a:lnTo>
                  <a:lnTo>
                    <a:pt x="616285" y="1374023"/>
                  </a:lnTo>
                  <a:lnTo>
                    <a:pt x="616281" y="1374029"/>
                  </a:lnTo>
                  <a:lnTo>
                    <a:pt x="616281" y="1374036"/>
                  </a:lnTo>
                  <a:lnTo>
                    <a:pt x="616282" y="1374045"/>
                  </a:lnTo>
                  <a:lnTo>
                    <a:pt x="616284" y="1374051"/>
                  </a:lnTo>
                  <a:lnTo>
                    <a:pt x="616287" y="1374063"/>
                  </a:lnTo>
                  <a:lnTo>
                    <a:pt x="616291" y="1374076"/>
                  </a:lnTo>
                  <a:lnTo>
                    <a:pt x="616297" y="1374091"/>
                  </a:lnTo>
                  <a:lnTo>
                    <a:pt x="616301" y="1374098"/>
                  </a:lnTo>
                  <a:lnTo>
                    <a:pt x="616303" y="1374105"/>
                  </a:lnTo>
                  <a:lnTo>
                    <a:pt x="616307" y="1374115"/>
                  </a:lnTo>
                  <a:lnTo>
                    <a:pt x="616310" y="1374128"/>
                  </a:lnTo>
                  <a:lnTo>
                    <a:pt x="616315" y="1374149"/>
                  </a:lnTo>
                  <a:lnTo>
                    <a:pt x="616317" y="1374168"/>
                  </a:lnTo>
                  <a:lnTo>
                    <a:pt x="616317" y="1374185"/>
                  </a:lnTo>
                  <a:lnTo>
                    <a:pt x="616316" y="1374207"/>
                  </a:lnTo>
                  <a:lnTo>
                    <a:pt x="616316" y="1374217"/>
                  </a:lnTo>
                  <a:lnTo>
                    <a:pt x="616315" y="1374261"/>
                  </a:lnTo>
                  <a:lnTo>
                    <a:pt x="616314" y="1374279"/>
                  </a:lnTo>
                  <a:lnTo>
                    <a:pt x="616312" y="1374308"/>
                  </a:lnTo>
                  <a:lnTo>
                    <a:pt x="616311" y="1374315"/>
                  </a:lnTo>
                  <a:lnTo>
                    <a:pt x="616310" y="1374327"/>
                  </a:lnTo>
                  <a:lnTo>
                    <a:pt x="616307" y="1374340"/>
                  </a:lnTo>
                  <a:lnTo>
                    <a:pt x="616303" y="1374362"/>
                  </a:lnTo>
                  <a:lnTo>
                    <a:pt x="616301" y="1374373"/>
                  </a:lnTo>
                  <a:lnTo>
                    <a:pt x="616299" y="1374382"/>
                  </a:lnTo>
                  <a:lnTo>
                    <a:pt x="616299" y="1374393"/>
                  </a:lnTo>
                  <a:lnTo>
                    <a:pt x="616296" y="1374424"/>
                  </a:lnTo>
                  <a:lnTo>
                    <a:pt x="616294" y="1374449"/>
                  </a:lnTo>
                  <a:lnTo>
                    <a:pt x="616293" y="1374466"/>
                  </a:lnTo>
                  <a:lnTo>
                    <a:pt x="616293" y="1374475"/>
                  </a:lnTo>
                  <a:lnTo>
                    <a:pt x="616293" y="1374484"/>
                  </a:lnTo>
                  <a:lnTo>
                    <a:pt x="616294" y="1374498"/>
                  </a:lnTo>
                  <a:lnTo>
                    <a:pt x="616291" y="1374510"/>
                  </a:lnTo>
                  <a:lnTo>
                    <a:pt x="616286" y="1374522"/>
                  </a:lnTo>
                  <a:lnTo>
                    <a:pt x="616280" y="1374537"/>
                  </a:lnTo>
                  <a:lnTo>
                    <a:pt x="616274" y="1374552"/>
                  </a:lnTo>
                  <a:lnTo>
                    <a:pt x="616273" y="1374561"/>
                  </a:lnTo>
                  <a:lnTo>
                    <a:pt x="616273" y="1374572"/>
                  </a:lnTo>
                  <a:lnTo>
                    <a:pt x="616273" y="1374581"/>
                  </a:lnTo>
                  <a:lnTo>
                    <a:pt x="616275" y="1374588"/>
                  </a:lnTo>
                  <a:lnTo>
                    <a:pt x="616277" y="1374595"/>
                  </a:lnTo>
                  <a:lnTo>
                    <a:pt x="616281" y="1374605"/>
                  </a:lnTo>
                  <a:lnTo>
                    <a:pt x="616287" y="1374618"/>
                  </a:lnTo>
                  <a:lnTo>
                    <a:pt x="616292" y="1374630"/>
                  </a:lnTo>
                  <a:lnTo>
                    <a:pt x="616293" y="1374636"/>
                  </a:lnTo>
                  <a:lnTo>
                    <a:pt x="616294" y="1374644"/>
                  </a:lnTo>
                  <a:lnTo>
                    <a:pt x="616286" y="1374655"/>
                  </a:lnTo>
                  <a:lnTo>
                    <a:pt x="616265" y="1374684"/>
                  </a:lnTo>
                  <a:lnTo>
                    <a:pt x="616260" y="1374691"/>
                  </a:lnTo>
                  <a:lnTo>
                    <a:pt x="616258" y="1374696"/>
                  </a:lnTo>
                  <a:lnTo>
                    <a:pt x="616254" y="1374702"/>
                  </a:lnTo>
                  <a:lnTo>
                    <a:pt x="616250" y="1374711"/>
                  </a:lnTo>
                  <a:lnTo>
                    <a:pt x="616247" y="1374719"/>
                  </a:lnTo>
                  <a:lnTo>
                    <a:pt x="616246" y="1374725"/>
                  </a:lnTo>
                  <a:lnTo>
                    <a:pt x="616244" y="1374733"/>
                  </a:lnTo>
                  <a:lnTo>
                    <a:pt x="616242" y="1374740"/>
                  </a:lnTo>
                  <a:lnTo>
                    <a:pt x="616237" y="1374745"/>
                  </a:lnTo>
                  <a:lnTo>
                    <a:pt x="616228" y="1374750"/>
                  </a:lnTo>
                  <a:lnTo>
                    <a:pt x="616222" y="1374756"/>
                  </a:lnTo>
                  <a:lnTo>
                    <a:pt x="616220" y="1374763"/>
                  </a:lnTo>
                  <a:lnTo>
                    <a:pt x="616219" y="1374771"/>
                  </a:lnTo>
                  <a:lnTo>
                    <a:pt x="616217" y="1374778"/>
                  </a:lnTo>
                  <a:lnTo>
                    <a:pt x="616211" y="1374785"/>
                  </a:lnTo>
                  <a:lnTo>
                    <a:pt x="616203" y="1374794"/>
                  </a:lnTo>
                  <a:lnTo>
                    <a:pt x="616188" y="1374811"/>
                  </a:lnTo>
                  <a:lnTo>
                    <a:pt x="616186" y="1374817"/>
                  </a:lnTo>
                  <a:lnTo>
                    <a:pt x="616186" y="1374834"/>
                  </a:lnTo>
                  <a:lnTo>
                    <a:pt x="616185" y="1374874"/>
                  </a:lnTo>
                  <a:lnTo>
                    <a:pt x="616185" y="1374887"/>
                  </a:lnTo>
                  <a:lnTo>
                    <a:pt x="616183" y="1374901"/>
                  </a:lnTo>
                  <a:lnTo>
                    <a:pt x="616180" y="1374915"/>
                  </a:lnTo>
                  <a:lnTo>
                    <a:pt x="616179" y="1374930"/>
                  </a:lnTo>
                  <a:lnTo>
                    <a:pt x="616179" y="1374941"/>
                  </a:lnTo>
                  <a:lnTo>
                    <a:pt x="616179" y="1374948"/>
                  </a:lnTo>
                  <a:lnTo>
                    <a:pt x="616182" y="1374955"/>
                  </a:lnTo>
                  <a:lnTo>
                    <a:pt x="616188" y="1374977"/>
                  </a:lnTo>
                  <a:lnTo>
                    <a:pt x="616191" y="1374993"/>
                  </a:lnTo>
                  <a:lnTo>
                    <a:pt x="616193" y="1375006"/>
                  </a:lnTo>
                  <a:lnTo>
                    <a:pt x="616192" y="1375022"/>
                  </a:lnTo>
                  <a:lnTo>
                    <a:pt x="616189" y="1375031"/>
                  </a:lnTo>
                  <a:lnTo>
                    <a:pt x="616189" y="1375041"/>
                  </a:lnTo>
                  <a:lnTo>
                    <a:pt x="616190" y="1375050"/>
                  </a:lnTo>
                  <a:lnTo>
                    <a:pt x="616192" y="1375058"/>
                  </a:lnTo>
                  <a:lnTo>
                    <a:pt x="616196" y="1375067"/>
                  </a:lnTo>
                  <a:lnTo>
                    <a:pt x="616199" y="1375079"/>
                  </a:lnTo>
                  <a:lnTo>
                    <a:pt x="616203" y="1375099"/>
                  </a:lnTo>
                  <a:lnTo>
                    <a:pt x="616207" y="1375111"/>
                  </a:lnTo>
                  <a:lnTo>
                    <a:pt x="616210" y="1375122"/>
                  </a:lnTo>
                  <a:lnTo>
                    <a:pt x="616212" y="1375128"/>
                  </a:lnTo>
                  <a:lnTo>
                    <a:pt x="616217" y="1375149"/>
                  </a:lnTo>
                  <a:lnTo>
                    <a:pt x="616219" y="1375155"/>
                  </a:lnTo>
                  <a:lnTo>
                    <a:pt x="616221" y="1375164"/>
                  </a:lnTo>
                  <a:lnTo>
                    <a:pt x="616223" y="1375173"/>
                  </a:lnTo>
                  <a:lnTo>
                    <a:pt x="616225" y="1375181"/>
                  </a:lnTo>
                  <a:lnTo>
                    <a:pt x="616228" y="1375191"/>
                  </a:lnTo>
                  <a:lnTo>
                    <a:pt x="616233" y="1375200"/>
                  </a:lnTo>
                  <a:lnTo>
                    <a:pt x="616236" y="1375206"/>
                  </a:lnTo>
                  <a:lnTo>
                    <a:pt x="616248" y="1375234"/>
                  </a:lnTo>
                  <a:lnTo>
                    <a:pt x="616254" y="1375248"/>
                  </a:lnTo>
                  <a:lnTo>
                    <a:pt x="616263" y="1375266"/>
                  </a:lnTo>
                  <a:lnTo>
                    <a:pt x="616273" y="1375288"/>
                  </a:lnTo>
                  <a:lnTo>
                    <a:pt x="616281" y="1375308"/>
                  </a:lnTo>
                  <a:lnTo>
                    <a:pt x="616288" y="1375317"/>
                  </a:lnTo>
                  <a:lnTo>
                    <a:pt x="616294" y="1375325"/>
                  </a:lnTo>
                  <a:lnTo>
                    <a:pt x="616302" y="1375331"/>
                  </a:lnTo>
                  <a:lnTo>
                    <a:pt x="616323" y="1375345"/>
                  </a:lnTo>
                  <a:lnTo>
                    <a:pt x="616328" y="1375349"/>
                  </a:lnTo>
                  <a:lnTo>
                    <a:pt x="616340" y="1375359"/>
                  </a:lnTo>
                  <a:lnTo>
                    <a:pt x="616352" y="1375369"/>
                  </a:lnTo>
                  <a:lnTo>
                    <a:pt x="616357" y="1375373"/>
                  </a:lnTo>
                  <a:lnTo>
                    <a:pt x="616393" y="1375405"/>
                  </a:lnTo>
                  <a:lnTo>
                    <a:pt x="616400" y="1375412"/>
                  </a:lnTo>
                  <a:lnTo>
                    <a:pt x="616410" y="1375422"/>
                  </a:lnTo>
                  <a:lnTo>
                    <a:pt x="616414" y="1375427"/>
                  </a:lnTo>
                  <a:lnTo>
                    <a:pt x="616421" y="1375436"/>
                  </a:lnTo>
                  <a:lnTo>
                    <a:pt x="616427" y="1375441"/>
                  </a:lnTo>
                  <a:lnTo>
                    <a:pt x="616434" y="1375446"/>
                  </a:lnTo>
                  <a:lnTo>
                    <a:pt x="616441" y="1375450"/>
                  </a:lnTo>
                  <a:lnTo>
                    <a:pt x="616452" y="1375455"/>
                  </a:lnTo>
                  <a:lnTo>
                    <a:pt x="616462" y="1375458"/>
                  </a:lnTo>
                  <a:lnTo>
                    <a:pt x="616472" y="1375461"/>
                  </a:lnTo>
                  <a:lnTo>
                    <a:pt x="616480" y="1375464"/>
                  </a:lnTo>
                  <a:lnTo>
                    <a:pt x="616490" y="1375469"/>
                  </a:lnTo>
                  <a:lnTo>
                    <a:pt x="616499" y="1375471"/>
                  </a:lnTo>
                  <a:lnTo>
                    <a:pt x="616504" y="1375473"/>
                  </a:lnTo>
                  <a:lnTo>
                    <a:pt x="616514" y="1375477"/>
                  </a:lnTo>
                  <a:lnTo>
                    <a:pt x="616503" y="1375487"/>
                  </a:lnTo>
                  <a:lnTo>
                    <a:pt x="616491" y="1375495"/>
                  </a:lnTo>
                  <a:lnTo>
                    <a:pt x="616482" y="1375502"/>
                  </a:lnTo>
                  <a:lnTo>
                    <a:pt x="616471" y="1375517"/>
                  </a:lnTo>
                  <a:lnTo>
                    <a:pt x="616466" y="1375526"/>
                  </a:lnTo>
                  <a:lnTo>
                    <a:pt x="616461" y="1375534"/>
                  </a:lnTo>
                  <a:lnTo>
                    <a:pt x="616457" y="1375545"/>
                  </a:lnTo>
                  <a:lnTo>
                    <a:pt x="616452" y="1375557"/>
                  </a:lnTo>
                  <a:lnTo>
                    <a:pt x="616445" y="1375573"/>
                  </a:lnTo>
                  <a:lnTo>
                    <a:pt x="616439" y="1375592"/>
                  </a:lnTo>
                  <a:lnTo>
                    <a:pt x="616432" y="1375611"/>
                  </a:lnTo>
                  <a:lnTo>
                    <a:pt x="616425" y="1375627"/>
                  </a:lnTo>
                  <a:lnTo>
                    <a:pt x="616415" y="1375643"/>
                  </a:lnTo>
                  <a:lnTo>
                    <a:pt x="616411" y="1375649"/>
                  </a:lnTo>
                  <a:lnTo>
                    <a:pt x="616404" y="1375658"/>
                  </a:lnTo>
                  <a:lnTo>
                    <a:pt x="616388" y="1375677"/>
                  </a:lnTo>
                  <a:lnTo>
                    <a:pt x="616381" y="1375685"/>
                  </a:lnTo>
                  <a:lnTo>
                    <a:pt x="616367" y="1375700"/>
                  </a:lnTo>
                  <a:lnTo>
                    <a:pt x="616357" y="1375711"/>
                  </a:lnTo>
                  <a:lnTo>
                    <a:pt x="616349" y="1375717"/>
                  </a:lnTo>
                  <a:lnTo>
                    <a:pt x="616339" y="1375723"/>
                  </a:lnTo>
                  <a:lnTo>
                    <a:pt x="616325" y="1375730"/>
                  </a:lnTo>
                  <a:lnTo>
                    <a:pt x="616312" y="1375733"/>
                  </a:lnTo>
                  <a:lnTo>
                    <a:pt x="616297" y="1375736"/>
                  </a:lnTo>
                  <a:lnTo>
                    <a:pt x="616274" y="1375739"/>
                  </a:lnTo>
                  <a:lnTo>
                    <a:pt x="616246" y="1375740"/>
                  </a:lnTo>
                  <a:lnTo>
                    <a:pt x="616218" y="1375743"/>
                  </a:lnTo>
                  <a:lnTo>
                    <a:pt x="616193" y="1375747"/>
                  </a:lnTo>
                  <a:lnTo>
                    <a:pt x="616182" y="1375750"/>
                  </a:lnTo>
                  <a:lnTo>
                    <a:pt x="616171" y="1375755"/>
                  </a:lnTo>
                  <a:lnTo>
                    <a:pt x="616164" y="1375759"/>
                  </a:lnTo>
                  <a:lnTo>
                    <a:pt x="616158" y="1375764"/>
                  </a:lnTo>
                  <a:lnTo>
                    <a:pt x="616153" y="1375770"/>
                  </a:lnTo>
                  <a:lnTo>
                    <a:pt x="616148" y="1375778"/>
                  </a:lnTo>
                  <a:lnTo>
                    <a:pt x="616144" y="1375786"/>
                  </a:lnTo>
                  <a:lnTo>
                    <a:pt x="616138" y="1375796"/>
                  </a:lnTo>
                  <a:lnTo>
                    <a:pt x="616134" y="1375807"/>
                  </a:lnTo>
                  <a:lnTo>
                    <a:pt x="616131" y="1375816"/>
                  </a:lnTo>
                  <a:lnTo>
                    <a:pt x="616126" y="1375835"/>
                  </a:lnTo>
                  <a:lnTo>
                    <a:pt x="616124" y="1375845"/>
                  </a:lnTo>
                  <a:lnTo>
                    <a:pt x="616123" y="1375851"/>
                  </a:lnTo>
                  <a:lnTo>
                    <a:pt x="616125" y="1375860"/>
                  </a:lnTo>
                  <a:lnTo>
                    <a:pt x="616132" y="1375875"/>
                  </a:lnTo>
                  <a:lnTo>
                    <a:pt x="616141" y="1375893"/>
                  </a:lnTo>
                  <a:lnTo>
                    <a:pt x="616143" y="1375899"/>
                  </a:lnTo>
                  <a:lnTo>
                    <a:pt x="616154" y="1375935"/>
                  </a:lnTo>
                  <a:lnTo>
                    <a:pt x="616158" y="1375944"/>
                  </a:lnTo>
                  <a:lnTo>
                    <a:pt x="616160" y="1375955"/>
                  </a:lnTo>
                  <a:lnTo>
                    <a:pt x="616163" y="1375977"/>
                  </a:lnTo>
                  <a:lnTo>
                    <a:pt x="616167" y="1376009"/>
                  </a:lnTo>
                  <a:lnTo>
                    <a:pt x="616168" y="1376037"/>
                  </a:lnTo>
                  <a:lnTo>
                    <a:pt x="616167" y="1376048"/>
                  </a:lnTo>
                  <a:lnTo>
                    <a:pt x="616165" y="1376064"/>
                  </a:lnTo>
                  <a:lnTo>
                    <a:pt x="616164" y="1376079"/>
                  </a:lnTo>
                  <a:lnTo>
                    <a:pt x="616163" y="1376092"/>
                  </a:lnTo>
                  <a:lnTo>
                    <a:pt x="616161" y="1376103"/>
                  </a:lnTo>
                  <a:lnTo>
                    <a:pt x="616163" y="1376113"/>
                  </a:lnTo>
                  <a:lnTo>
                    <a:pt x="616165" y="1376124"/>
                  </a:lnTo>
                  <a:lnTo>
                    <a:pt x="616170" y="1376138"/>
                  </a:lnTo>
                  <a:lnTo>
                    <a:pt x="616172" y="1376150"/>
                  </a:lnTo>
                  <a:lnTo>
                    <a:pt x="616173" y="1376161"/>
                  </a:lnTo>
                  <a:lnTo>
                    <a:pt x="616172" y="1376174"/>
                  </a:lnTo>
                  <a:lnTo>
                    <a:pt x="616170" y="1376187"/>
                  </a:lnTo>
                  <a:lnTo>
                    <a:pt x="616170" y="1376199"/>
                  </a:lnTo>
                  <a:lnTo>
                    <a:pt x="616169" y="1376210"/>
                  </a:lnTo>
                  <a:lnTo>
                    <a:pt x="616168" y="1376217"/>
                  </a:lnTo>
                  <a:lnTo>
                    <a:pt x="616168" y="1376228"/>
                  </a:lnTo>
                  <a:lnTo>
                    <a:pt x="616169" y="1376237"/>
                  </a:lnTo>
                  <a:lnTo>
                    <a:pt x="616171" y="1376246"/>
                  </a:lnTo>
                  <a:lnTo>
                    <a:pt x="616179" y="1376254"/>
                  </a:lnTo>
                  <a:lnTo>
                    <a:pt x="616191" y="1376261"/>
                  </a:lnTo>
                  <a:lnTo>
                    <a:pt x="616205" y="1376271"/>
                  </a:lnTo>
                  <a:lnTo>
                    <a:pt x="616209" y="1376274"/>
                  </a:lnTo>
                  <a:lnTo>
                    <a:pt x="616214" y="1376288"/>
                  </a:lnTo>
                  <a:lnTo>
                    <a:pt x="616222" y="1376300"/>
                  </a:lnTo>
                  <a:lnTo>
                    <a:pt x="616237" y="1376327"/>
                  </a:lnTo>
                  <a:lnTo>
                    <a:pt x="616249" y="1376343"/>
                  </a:lnTo>
                  <a:lnTo>
                    <a:pt x="616258" y="1376354"/>
                  </a:lnTo>
                  <a:lnTo>
                    <a:pt x="616266" y="1376362"/>
                  </a:lnTo>
                  <a:lnTo>
                    <a:pt x="616275" y="1376370"/>
                  </a:lnTo>
                  <a:lnTo>
                    <a:pt x="616285" y="1376377"/>
                  </a:lnTo>
                  <a:lnTo>
                    <a:pt x="616296" y="1376383"/>
                  </a:lnTo>
                  <a:lnTo>
                    <a:pt x="616302" y="1376386"/>
                  </a:lnTo>
                  <a:lnTo>
                    <a:pt x="616309" y="1376393"/>
                  </a:lnTo>
                  <a:lnTo>
                    <a:pt x="616311" y="1376402"/>
                  </a:lnTo>
                  <a:lnTo>
                    <a:pt x="616310" y="1376409"/>
                  </a:lnTo>
                  <a:lnTo>
                    <a:pt x="616305" y="1376418"/>
                  </a:lnTo>
                  <a:lnTo>
                    <a:pt x="616298" y="1376428"/>
                  </a:lnTo>
                  <a:lnTo>
                    <a:pt x="616291" y="1376434"/>
                  </a:lnTo>
                  <a:lnTo>
                    <a:pt x="616283" y="1376438"/>
                  </a:lnTo>
                  <a:lnTo>
                    <a:pt x="616278" y="1376439"/>
                  </a:lnTo>
                  <a:lnTo>
                    <a:pt x="616272" y="1376439"/>
                  </a:lnTo>
                  <a:lnTo>
                    <a:pt x="616264" y="1376437"/>
                  </a:lnTo>
                  <a:lnTo>
                    <a:pt x="616253" y="1376427"/>
                  </a:lnTo>
                  <a:lnTo>
                    <a:pt x="616243" y="1376416"/>
                  </a:lnTo>
                  <a:lnTo>
                    <a:pt x="616224" y="1376400"/>
                  </a:lnTo>
                  <a:lnTo>
                    <a:pt x="616216" y="1376396"/>
                  </a:lnTo>
                  <a:lnTo>
                    <a:pt x="616208" y="1376395"/>
                  </a:lnTo>
                  <a:lnTo>
                    <a:pt x="616189" y="1376396"/>
                  </a:lnTo>
                  <a:lnTo>
                    <a:pt x="616165" y="1376399"/>
                  </a:lnTo>
                  <a:lnTo>
                    <a:pt x="616151" y="1376400"/>
                  </a:lnTo>
                  <a:lnTo>
                    <a:pt x="616135" y="1376402"/>
                  </a:lnTo>
                  <a:lnTo>
                    <a:pt x="616123" y="1376403"/>
                  </a:lnTo>
                  <a:lnTo>
                    <a:pt x="616101" y="1376404"/>
                  </a:lnTo>
                  <a:lnTo>
                    <a:pt x="616082" y="1376406"/>
                  </a:lnTo>
                  <a:lnTo>
                    <a:pt x="616029" y="1376410"/>
                  </a:lnTo>
                  <a:lnTo>
                    <a:pt x="616018" y="1376412"/>
                  </a:lnTo>
                  <a:lnTo>
                    <a:pt x="615994" y="1376413"/>
                  </a:lnTo>
                  <a:lnTo>
                    <a:pt x="615973" y="1376413"/>
                  </a:lnTo>
                  <a:lnTo>
                    <a:pt x="615939" y="1376410"/>
                  </a:lnTo>
                  <a:lnTo>
                    <a:pt x="615911" y="1376410"/>
                  </a:lnTo>
                  <a:lnTo>
                    <a:pt x="615889" y="1376412"/>
                  </a:lnTo>
                  <a:lnTo>
                    <a:pt x="615871" y="1376418"/>
                  </a:lnTo>
                  <a:lnTo>
                    <a:pt x="615858" y="1376422"/>
                  </a:lnTo>
                  <a:lnTo>
                    <a:pt x="615844" y="1376424"/>
                  </a:lnTo>
                  <a:lnTo>
                    <a:pt x="615823" y="1376425"/>
                  </a:lnTo>
                  <a:lnTo>
                    <a:pt x="615805" y="1376426"/>
                  </a:lnTo>
                  <a:lnTo>
                    <a:pt x="615782" y="1376426"/>
                  </a:lnTo>
                  <a:lnTo>
                    <a:pt x="615761" y="1376427"/>
                  </a:lnTo>
                  <a:lnTo>
                    <a:pt x="615741" y="1376432"/>
                  </a:lnTo>
                  <a:lnTo>
                    <a:pt x="615727" y="1376433"/>
                  </a:lnTo>
                  <a:lnTo>
                    <a:pt x="615711" y="1376435"/>
                  </a:lnTo>
                  <a:lnTo>
                    <a:pt x="615693" y="1376436"/>
                  </a:lnTo>
                  <a:lnTo>
                    <a:pt x="615674" y="1376437"/>
                  </a:lnTo>
                  <a:lnTo>
                    <a:pt x="615661" y="1376438"/>
                  </a:lnTo>
                  <a:lnTo>
                    <a:pt x="615638" y="1376438"/>
                  </a:lnTo>
                  <a:lnTo>
                    <a:pt x="615622" y="1376438"/>
                  </a:lnTo>
                  <a:lnTo>
                    <a:pt x="615609" y="1376438"/>
                  </a:lnTo>
                  <a:lnTo>
                    <a:pt x="615594" y="1376437"/>
                  </a:lnTo>
                  <a:lnTo>
                    <a:pt x="615584" y="1376439"/>
                  </a:lnTo>
                  <a:lnTo>
                    <a:pt x="615572" y="1376441"/>
                  </a:lnTo>
                  <a:lnTo>
                    <a:pt x="615565" y="1376443"/>
                  </a:lnTo>
                  <a:lnTo>
                    <a:pt x="615558" y="1376446"/>
                  </a:lnTo>
                  <a:lnTo>
                    <a:pt x="615548" y="1376448"/>
                  </a:lnTo>
                  <a:lnTo>
                    <a:pt x="615541" y="1376447"/>
                  </a:lnTo>
                  <a:lnTo>
                    <a:pt x="615529" y="1376444"/>
                  </a:lnTo>
                  <a:lnTo>
                    <a:pt x="615517" y="1376441"/>
                  </a:lnTo>
                  <a:lnTo>
                    <a:pt x="615505" y="1376438"/>
                  </a:lnTo>
                  <a:lnTo>
                    <a:pt x="615486" y="1376435"/>
                  </a:lnTo>
                  <a:lnTo>
                    <a:pt x="615475" y="1376431"/>
                  </a:lnTo>
                  <a:lnTo>
                    <a:pt x="615466" y="1376426"/>
                  </a:lnTo>
                  <a:lnTo>
                    <a:pt x="615452" y="1376418"/>
                  </a:lnTo>
                  <a:lnTo>
                    <a:pt x="615445" y="1376417"/>
                  </a:lnTo>
                  <a:lnTo>
                    <a:pt x="615435" y="1376421"/>
                  </a:lnTo>
                  <a:lnTo>
                    <a:pt x="615424" y="1376433"/>
                  </a:lnTo>
                  <a:lnTo>
                    <a:pt x="615393" y="1376465"/>
                  </a:lnTo>
                  <a:lnTo>
                    <a:pt x="615371" y="1376488"/>
                  </a:lnTo>
                  <a:lnTo>
                    <a:pt x="615352" y="1376506"/>
                  </a:lnTo>
                  <a:lnTo>
                    <a:pt x="615338" y="1376515"/>
                  </a:lnTo>
                  <a:lnTo>
                    <a:pt x="615309" y="1376529"/>
                  </a:lnTo>
                  <a:lnTo>
                    <a:pt x="615295" y="1376535"/>
                  </a:lnTo>
                  <a:lnTo>
                    <a:pt x="615286" y="1376541"/>
                  </a:lnTo>
                  <a:lnTo>
                    <a:pt x="615282" y="1376547"/>
                  </a:lnTo>
                  <a:lnTo>
                    <a:pt x="615279" y="1376551"/>
                  </a:lnTo>
                  <a:lnTo>
                    <a:pt x="615274" y="1376575"/>
                  </a:lnTo>
                  <a:lnTo>
                    <a:pt x="615273" y="1376605"/>
                  </a:lnTo>
                  <a:lnTo>
                    <a:pt x="615271" y="1376627"/>
                  </a:lnTo>
                  <a:lnTo>
                    <a:pt x="615268" y="1376635"/>
                  </a:lnTo>
                  <a:lnTo>
                    <a:pt x="615264" y="1376645"/>
                  </a:lnTo>
                  <a:lnTo>
                    <a:pt x="615255" y="1376651"/>
                  </a:lnTo>
                  <a:lnTo>
                    <a:pt x="615240" y="1376652"/>
                  </a:lnTo>
                  <a:lnTo>
                    <a:pt x="615214" y="1376651"/>
                  </a:lnTo>
                  <a:lnTo>
                    <a:pt x="615185" y="1376654"/>
                  </a:lnTo>
                  <a:lnTo>
                    <a:pt x="615158" y="1376658"/>
                  </a:lnTo>
                  <a:lnTo>
                    <a:pt x="615137" y="1376663"/>
                  </a:lnTo>
                  <a:lnTo>
                    <a:pt x="615112" y="1376677"/>
                  </a:lnTo>
                  <a:lnTo>
                    <a:pt x="615095" y="1376684"/>
                  </a:lnTo>
                  <a:lnTo>
                    <a:pt x="615075" y="1376691"/>
                  </a:lnTo>
                  <a:lnTo>
                    <a:pt x="615057" y="1376694"/>
                  </a:lnTo>
                  <a:lnTo>
                    <a:pt x="615042" y="1376695"/>
                  </a:lnTo>
                  <a:lnTo>
                    <a:pt x="615019" y="1376695"/>
                  </a:lnTo>
                  <a:lnTo>
                    <a:pt x="614981" y="1376701"/>
                  </a:lnTo>
                  <a:lnTo>
                    <a:pt x="614951" y="1376709"/>
                  </a:lnTo>
                  <a:lnTo>
                    <a:pt x="614933" y="1376715"/>
                  </a:lnTo>
                  <a:lnTo>
                    <a:pt x="614894" y="1376732"/>
                  </a:lnTo>
                  <a:lnTo>
                    <a:pt x="614869" y="1376746"/>
                  </a:lnTo>
                  <a:lnTo>
                    <a:pt x="614852" y="1376756"/>
                  </a:lnTo>
                  <a:lnTo>
                    <a:pt x="614817" y="1376781"/>
                  </a:lnTo>
                  <a:lnTo>
                    <a:pt x="614783" y="1376809"/>
                  </a:lnTo>
                  <a:lnTo>
                    <a:pt x="614772" y="1376821"/>
                  </a:lnTo>
                  <a:lnTo>
                    <a:pt x="614751" y="1376842"/>
                  </a:lnTo>
                  <a:lnTo>
                    <a:pt x="614744" y="1376850"/>
                  </a:lnTo>
                  <a:lnTo>
                    <a:pt x="614719" y="1376882"/>
                  </a:lnTo>
                  <a:lnTo>
                    <a:pt x="614708" y="1376899"/>
                  </a:lnTo>
                  <a:lnTo>
                    <a:pt x="614706" y="1376904"/>
                  </a:lnTo>
                  <a:lnTo>
                    <a:pt x="614700" y="1376907"/>
                  </a:lnTo>
                  <a:lnTo>
                    <a:pt x="614691" y="1376909"/>
                  </a:lnTo>
                  <a:lnTo>
                    <a:pt x="614680" y="1376907"/>
                  </a:lnTo>
                  <a:lnTo>
                    <a:pt x="614671" y="1376904"/>
                  </a:lnTo>
                  <a:lnTo>
                    <a:pt x="614665" y="1376902"/>
                  </a:lnTo>
                  <a:lnTo>
                    <a:pt x="614654" y="1376898"/>
                  </a:lnTo>
                  <a:lnTo>
                    <a:pt x="614627" y="1376893"/>
                  </a:lnTo>
                  <a:lnTo>
                    <a:pt x="614608" y="1376890"/>
                  </a:lnTo>
                  <a:lnTo>
                    <a:pt x="614567" y="1376890"/>
                  </a:lnTo>
                  <a:lnTo>
                    <a:pt x="614532" y="1376891"/>
                  </a:lnTo>
                  <a:lnTo>
                    <a:pt x="614509" y="1376893"/>
                  </a:lnTo>
                  <a:lnTo>
                    <a:pt x="614462" y="1376902"/>
                  </a:lnTo>
                  <a:lnTo>
                    <a:pt x="614455" y="1376902"/>
                  </a:lnTo>
                  <a:lnTo>
                    <a:pt x="614438" y="1376904"/>
                  </a:lnTo>
                  <a:lnTo>
                    <a:pt x="614426" y="1376904"/>
                  </a:lnTo>
                  <a:lnTo>
                    <a:pt x="614409" y="1376900"/>
                  </a:lnTo>
                  <a:lnTo>
                    <a:pt x="614393" y="1376893"/>
                  </a:lnTo>
                  <a:lnTo>
                    <a:pt x="614374" y="1376885"/>
                  </a:lnTo>
                  <a:lnTo>
                    <a:pt x="614368" y="1376883"/>
                  </a:lnTo>
                  <a:lnTo>
                    <a:pt x="614359" y="1376884"/>
                  </a:lnTo>
                  <a:lnTo>
                    <a:pt x="614342" y="1376891"/>
                  </a:lnTo>
                  <a:lnTo>
                    <a:pt x="614314" y="1376906"/>
                  </a:lnTo>
                  <a:lnTo>
                    <a:pt x="614308" y="1376910"/>
                  </a:lnTo>
                  <a:lnTo>
                    <a:pt x="614298" y="1376917"/>
                  </a:lnTo>
                  <a:lnTo>
                    <a:pt x="614267" y="1376936"/>
                  </a:lnTo>
                  <a:lnTo>
                    <a:pt x="614257" y="1376942"/>
                  </a:lnTo>
                  <a:lnTo>
                    <a:pt x="614239" y="1376951"/>
                  </a:lnTo>
                  <a:lnTo>
                    <a:pt x="614227" y="1376955"/>
                  </a:lnTo>
                  <a:lnTo>
                    <a:pt x="614214" y="1376959"/>
                  </a:lnTo>
                  <a:lnTo>
                    <a:pt x="614203" y="1376961"/>
                  </a:lnTo>
                  <a:lnTo>
                    <a:pt x="614195" y="1376964"/>
                  </a:lnTo>
                  <a:lnTo>
                    <a:pt x="614182" y="1376967"/>
                  </a:lnTo>
                  <a:lnTo>
                    <a:pt x="614161" y="1376975"/>
                  </a:lnTo>
                  <a:lnTo>
                    <a:pt x="614139" y="1376986"/>
                  </a:lnTo>
                  <a:lnTo>
                    <a:pt x="614117" y="1377000"/>
                  </a:lnTo>
                  <a:lnTo>
                    <a:pt x="614099" y="1377017"/>
                  </a:lnTo>
                  <a:lnTo>
                    <a:pt x="614091" y="1377029"/>
                  </a:lnTo>
                  <a:lnTo>
                    <a:pt x="614087" y="1377035"/>
                  </a:lnTo>
                  <a:lnTo>
                    <a:pt x="614079" y="1377053"/>
                  </a:lnTo>
                  <a:lnTo>
                    <a:pt x="614070" y="1377078"/>
                  </a:lnTo>
                  <a:lnTo>
                    <a:pt x="614065" y="1377089"/>
                  </a:lnTo>
                  <a:lnTo>
                    <a:pt x="614056" y="1377106"/>
                  </a:lnTo>
                  <a:lnTo>
                    <a:pt x="614041" y="1377148"/>
                  </a:lnTo>
                  <a:lnTo>
                    <a:pt x="614039" y="1377154"/>
                  </a:lnTo>
                  <a:lnTo>
                    <a:pt x="614033" y="1377166"/>
                  </a:lnTo>
                  <a:lnTo>
                    <a:pt x="614023" y="1377191"/>
                  </a:lnTo>
                  <a:lnTo>
                    <a:pt x="614010" y="1377217"/>
                  </a:lnTo>
                  <a:lnTo>
                    <a:pt x="614002" y="1377228"/>
                  </a:lnTo>
                  <a:lnTo>
                    <a:pt x="613991" y="1377252"/>
                  </a:lnTo>
                  <a:lnTo>
                    <a:pt x="613986" y="1377269"/>
                  </a:lnTo>
                  <a:lnTo>
                    <a:pt x="613985" y="1377281"/>
                  </a:lnTo>
                  <a:lnTo>
                    <a:pt x="613990" y="1377294"/>
                  </a:lnTo>
                  <a:lnTo>
                    <a:pt x="614001" y="1377315"/>
                  </a:lnTo>
                  <a:lnTo>
                    <a:pt x="614007" y="1377326"/>
                  </a:lnTo>
                  <a:lnTo>
                    <a:pt x="614015" y="1377337"/>
                  </a:lnTo>
                  <a:lnTo>
                    <a:pt x="614025" y="1377349"/>
                  </a:lnTo>
                  <a:lnTo>
                    <a:pt x="614052" y="1377384"/>
                  </a:lnTo>
                  <a:lnTo>
                    <a:pt x="614060" y="1377397"/>
                  </a:lnTo>
                  <a:lnTo>
                    <a:pt x="614080" y="1377425"/>
                  </a:lnTo>
                  <a:lnTo>
                    <a:pt x="614097" y="1377448"/>
                  </a:lnTo>
                  <a:lnTo>
                    <a:pt x="614109" y="1377473"/>
                  </a:lnTo>
                  <a:lnTo>
                    <a:pt x="614125" y="1377502"/>
                  </a:lnTo>
                  <a:lnTo>
                    <a:pt x="614129" y="1377510"/>
                  </a:lnTo>
                  <a:lnTo>
                    <a:pt x="614136" y="1377521"/>
                  </a:lnTo>
                  <a:lnTo>
                    <a:pt x="614141" y="1377528"/>
                  </a:lnTo>
                  <a:lnTo>
                    <a:pt x="614147" y="1377540"/>
                  </a:lnTo>
                  <a:lnTo>
                    <a:pt x="614150" y="1377548"/>
                  </a:lnTo>
                  <a:lnTo>
                    <a:pt x="614151" y="1377559"/>
                  </a:lnTo>
                  <a:lnTo>
                    <a:pt x="614152" y="1377565"/>
                  </a:lnTo>
                  <a:lnTo>
                    <a:pt x="614150" y="1377583"/>
                  </a:lnTo>
                  <a:lnTo>
                    <a:pt x="614150" y="1377615"/>
                  </a:lnTo>
                  <a:lnTo>
                    <a:pt x="614144" y="1377686"/>
                  </a:lnTo>
                  <a:lnTo>
                    <a:pt x="614143" y="1377714"/>
                  </a:lnTo>
                  <a:lnTo>
                    <a:pt x="614143" y="1377729"/>
                  </a:lnTo>
                  <a:lnTo>
                    <a:pt x="614143" y="1377747"/>
                  </a:lnTo>
                  <a:lnTo>
                    <a:pt x="614142" y="1377767"/>
                  </a:lnTo>
                  <a:lnTo>
                    <a:pt x="614143" y="1377786"/>
                  </a:lnTo>
                  <a:lnTo>
                    <a:pt x="614147" y="1377812"/>
                  </a:lnTo>
                  <a:lnTo>
                    <a:pt x="614150" y="1377832"/>
                  </a:lnTo>
                  <a:lnTo>
                    <a:pt x="614150" y="1377853"/>
                  </a:lnTo>
                  <a:lnTo>
                    <a:pt x="614149" y="1377860"/>
                  </a:lnTo>
                  <a:lnTo>
                    <a:pt x="614146" y="1377868"/>
                  </a:lnTo>
                  <a:lnTo>
                    <a:pt x="614126" y="1377874"/>
                  </a:lnTo>
                  <a:lnTo>
                    <a:pt x="614116" y="1377878"/>
                  </a:lnTo>
                  <a:lnTo>
                    <a:pt x="614096" y="1377884"/>
                  </a:lnTo>
                  <a:lnTo>
                    <a:pt x="614080" y="1377891"/>
                  </a:lnTo>
                  <a:lnTo>
                    <a:pt x="614063" y="1377898"/>
                  </a:lnTo>
                  <a:lnTo>
                    <a:pt x="614052" y="1377904"/>
                  </a:lnTo>
                  <a:lnTo>
                    <a:pt x="614043" y="1377911"/>
                  </a:lnTo>
                  <a:lnTo>
                    <a:pt x="614033" y="1377922"/>
                  </a:lnTo>
                  <a:lnTo>
                    <a:pt x="614017" y="1377941"/>
                  </a:lnTo>
                  <a:lnTo>
                    <a:pt x="614002" y="1377961"/>
                  </a:lnTo>
                  <a:lnTo>
                    <a:pt x="613988" y="1377980"/>
                  </a:lnTo>
                  <a:lnTo>
                    <a:pt x="613965" y="1378007"/>
                  </a:lnTo>
                  <a:lnTo>
                    <a:pt x="613942" y="1378028"/>
                  </a:lnTo>
                  <a:lnTo>
                    <a:pt x="613922" y="1378045"/>
                  </a:lnTo>
                  <a:lnTo>
                    <a:pt x="613894" y="1378067"/>
                  </a:lnTo>
                  <a:lnTo>
                    <a:pt x="613860" y="1378092"/>
                  </a:lnTo>
                  <a:lnTo>
                    <a:pt x="613838" y="1378111"/>
                  </a:lnTo>
                  <a:lnTo>
                    <a:pt x="613818" y="1378134"/>
                  </a:lnTo>
                  <a:lnTo>
                    <a:pt x="613795" y="1378155"/>
                  </a:lnTo>
                  <a:lnTo>
                    <a:pt x="613776" y="1378174"/>
                  </a:lnTo>
                  <a:lnTo>
                    <a:pt x="613759" y="1378191"/>
                  </a:lnTo>
                  <a:lnTo>
                    <a:pt x="613735" y="1378210"/>
                  </a:lnTo>
                  <a:lnTo>
                    <a:pt x="613731" y="1378214"/>
                  </a:lnTo>
                  <a:lnTo>
                    <a:pt x="613724" y="1378220"/>
                  </a:lnTo>
                  <a:lnTo>
                    <a:pt x="613713" y="1378231"/>
                  </a:lnTo>
                  <a:lnTo>
                    <a:pt x="613675" y="1378269"/>
                  </a:lnTo>
                  <a:lnTo>
                    <a:pt x="613652" y="1378292"/>
                  </a:lnTo>
                  <a:lnTo>
                    <a:pt x="613634" y="1378316"/>
                  </a:lnTo>
                  <a:lnTo>
                    <a:pt x="613609" y="1378346"/>
                  </a:lnTo>
                  <a:lnTo>
                    <a:pt x="613578" y="1378390"/>
                  </a:lnTo>
                  <a:lnTo>
                    <a:pt x="613566" y="1378406"/>
                  </a:lnTo>
                  <a:lnTo>
                    <a:pt x="613560" y="1378415"/>
                  </a:lnTo>
                  <a:lnTo>
                    <a:pt x="613555" y="1378424"/>
                  </a:lnTo>
                  <a:lnTo>
                    <a:pt x="613552" y="1378429"/>
                  </a:lnTo>
                  <a:lnTo>
                    <a:pt x="613540" y="1378450"/>
                  </a:lnTo>
                  <a:lnTo>
                    <a:pt x="613532" y="1378471"/>
                  </a:lnTo>
                  <a:lnTo>
                    <a:pt x="613521" y="1378500"/>
                  </a:lnTo>
                  <a:lnTo>
                    <a:pt x="613519" y="1378506"/>
                  </a:lnTo>
                  <a:lnTo>
                    <a:pt x="613516" y="1378516"/>
                  </a:lnTo>
                  <a:lnTo>
                    <a:pt x="613507" y="1378544"/>
                  </a:lnTo>
                  <a:lnTo>
                    <a:pt x="613502" y="1378571"/>
                  </a:lnTo>
                  <a:lnTo>
                    <a:pt x="613496" y="1378607"/>
                  </a:lnTo>
                  <a:lnTo>
                    <a:pt x="613492" y="1378623"/>
                  </a:lnTo>
                  <a:lnTo>
                    <a:pt x="613485" y="1378643"/>
                  </a:lnTo>
                  <a:lnTo>
                    <a:pt x="613482" y="1378647"/>
                  </a:lnTo>
                  <a:lnTo>
                    <a:pt x="613476" y="1378655"/>
                  </a:lnTo>
                  <a:lnTo>
                    <a:pt x="613468" y="1378664"/>
                  </a:lnTo>
                  <a:lnTo>
                    <a:pt x="613454" y="1378670"/>
                  </a:lnTo>
                  <a:lnTo>
                    <a:pt x="613438" y="1378673"/>
                  </a:lnTo>
                  <a:lnTo>
                    <a:pt x="613427" y="1378675"/>
                  </a:lnTo>
                  <a:lnTo>
                    <a:pt x="613402" y="1378678"/>
                  </a:lnTo>
                  <a:lnTo>
                    <a:pt x="613366" y="1378679"/>
                  </a:lnTo>
                  <a:lnTo>
                    <a:pt x="613323" y="1378681"/>
                  </a:lnTo>
                  <a:lnTo>
                    <a:pt x="613296" y="1378684"/>
                  </a:lnTo>
                  <a:lnTo>
                    <a:pt x="613264" y="1378691"/>
                  </a:lnTo>
                  <a:lnTo>
                    <a:pt x="613256" y="1378693"/>
                  </a:lnTo>
                  <a:lnTo>
                    <a:pt x="613247" y="1378695"/>
                  </a:lnTo>
                  <a:lnTo>
                    <a:pt x="613240" y="1378698"/>
                  </a:lnTo>
                  <a:lnTo>
                    <a:pt x="613229" y="1378702"/>
                  </a:lnTo>
                  <a:lnTo>
                    <a:pt x="613211" y="1378709"/>
                  </a:lnTo>
                  <a:lnTo>
                    <a:pt x="613181" y="1378729"/>
                  </a:lnTo>
                  <a:lnTo>
                    <a:pt x="613164" y="1378741"/>
                  </a:lnTo>
                  <a:lnTo>
                    <a:pt x="613152" y="1378748"/>
                  </a:lnTo>
                  <a:lnTo>
                    <a:pt x="613137" y="1378757"/>
                  </a:lnTo>
                  <a:lnTo>
                    <a:pt x="613109" y="1378767"/>
                  </a:lnTo>
                  <a:lnTo>
                    <a:pt x="613095" y="1378773"/>
                  </a:lnTo>
                  <a:lnTo>
                    <a:pt x="613058" y="1378792"/>
                  </a:lnTo>
                  <a:lnTo>
                    <a:pt x="613034" y="1378805"/>
                  </a:lnTo>
                  <a:lnTo>
                    <a:pt x="613025" y="1378812"/>
                  </a:lnTo>
                  <a:lnTo>
                    <a:pt x="613011" y="1378822"/>
                  </a:lnTo>
                  <a:lnTo>
                    <a:pt x="613000" y="1378831"/>
                  </a:lnTo>
                  <a:lnTo>
                    <a:pt x="612990" y="1378838"/>
                  </a:lnTo>
                  <a:lnTo>
                    <a:pt x="612981" y="1378842"/>
                  </a:lnTo>
                  <a:lnTo>
                    <a:pt x="612965" y="1378848"/>
                  </a:lnTo>
                  <a:lnTo>
                    <a:pt x="612957" y="1378853"/>
                  </a:lnTo>
                  <a:lnTo>
                    <a:pt x="612950" y="1378861"/>
                  </a:lnTo>
                  <a:lnTo>
                    <a:pt x="612946" y="1378869"/>
                  </a:lnTo>
                  <a:lnTo>
                    <a:pt x="612942" y="1378881"/>
                  </a:lnTo>
                  <a:lnTo>
                    <a:pt x="612939" y="1378894"/>
                  </a:lnTo>
                  <a:lnTo>
                    <a:pt x="612935" y="1378904"/>
                  </a:lnTo>
                  <a:lnTo>
                    <a:pt x="612930" y="1378915"/>
                  </a:lnTo>
                  <a:lnTo>
                    <a:pt x="612912" y="1378936"/>
                  </a:lnTo>
                  <a:lnTo>
                    <a:pt x="612897" y="1378952"/>
                  </a:lnTo>
                  <a:lnTo>
                    <a:pt x="612891" y="1378960"/>
                  </a:lnTo>
                  <a:lnTo>
                    <a:pt x="612886" y="1378971"/>
                  </a:lnTo>
                  <a:lnTo>
                    <a:pt x="612884" y="1378993"/>
                  </a:lnTo>
                  <a:lnTo>
                    <a:pt x="612882" y="1379014"/>
                  </a:lnTo>
                  <a:lnTo>
                    <a:pt x="612880" y="1379038"/>
                  </a:lnTo>
                  <a:lnTo>
                    <a:pt x="612877" y="1379051"/>
                  </a:lnTo>
                  <a:lnTo>
                    <a:pt x="612874" y="1379067"/>
                  </a:lnTo>
                  <a:lnTo>
                    <a:pt x="612871" y="1379078"/>
                  </a:lnTo>
                  <a:lnTo>
                    <a:pt x="612868" y="1379093"/>
                  </a:lnTo>
                  <a:lnTo>
                    <a:pt x="612856" y="1379123"/>
                  </a:lnTo>
                  <a:lnTo>
                    <a:pt x="612850" y="1379133"/>
                  </a:lnTo>
                  <a:lnTo>
                    <a:pt x="612844" y="1379137"/>
                  </a:lnTo>
                  <a:lnTo>
                    <a:pt x="612840" y="1379140"/>
                  </a:lnTo>
                  <a:lnTo>
                    <a:pt x="612832" y="1379132"/>
                  </a:lnTo>
                  <a:lnTo>
                    <a:pt x="612812" y="1379114"/>
                  </a:lnTo>
                  <a:lnTo>
                    <a:pt x="612783" y="1379094"/>
                  </a:lnTo>
                  <a:lnTo>
                    <a:pt x="612769" y="1379087"/>
                  </a:lnTo>
                  <a:lnTo>
                    <a:pt x="612749" y="1379076"/>
                  </a:lnTo>
                  <a:lnTo>
                    <a:pt x="612743" y="1379073"/>
                  </a:lnTo>
                  <a:lnTo>
                    <a:pt x="612715" y="1379063"/>
                  </a:lnTo>
                  <a:lnTo>
                    <a:pt x="612693" y="1379060"/>
                  </a:lnTo>
                  <a:lnTo>
                    <a:pt x="612676" y="1379057"/>
                  </a:lnTo>
                  <a:lnTo>
                    <a:pt x="612663" y="1379055"/>
                  </a:lnTo>
                  <a:lnTo>
                    <a:pt x="612599" y="1379048"/>
                  </a:lnTo>
                  <a:lnTo>
                    <a:pt x="612566" y="1379045"/>
                  </a:lnTo>
                  <a:lnTo>
                    <a:pt x="612555" y="1379043"/>
                  </a:lnTo>
                  <a:lnTo>
                    <a:pt x="612514" y="1379034"/>
                  </a:lnTo>
                  <a:lnTo>
                    <a:pt x="612462" y="1379020"/>
                  </a:lnTo>
                  <a:lnTo>
                    <a:pt x="612443" y="1379018"/>
                  </a:lnTo>
                  <a:lnTo>
                    <a:pt x="612405" y="1379013"/>
                  </a:lnTo>
                  <a:lnTo>
                    <a:pt x="612400" y="1379012"/>
                  </a:lnTo>
                  <a:lnTo>
                    <a:pt x="612364" y="1379003"/>
                  </a:lnTo>
                  <a:lnTo>
                    <a:pt x="612343" y="1378998"/>
                  </a:lnTo>
                  <a:lnTo>
                    <a:pt x="612329" y="1378995"/>
                  </a:lnTo>
                  <a:lnTo>
                    <a:pt x="612294" y="1378985"/>
                  </a:lnTo>
                  <a:lnTo>
                    <a:pt x="612279" y="1378980"/>
                  </a:lnTo>
                  <a:lnTo>
                    <a:pt x="612261" y="1378975"/>
                  </a:lnTo>
                  <a:lnTo>
                    <a:pt x="612239" y="1378970"/>
                  </a:lnTo>
                  <a:lnTo>
                    <a:pt x="612223" y="1378968"/>
                  </a:lnTo>
                  <a:lnTo>
                    <a:pt x="612204" y="1378968"/>
                  </a:lnTo>
                  <a:lnTo>
                    <a:pt x="612179" y="1378972"/>
                  </a:lnTo>
                  <a:lnTo>
                    <a:pt x="612151" y="1378979"/>
                  </a:lnTo>
                  <a:lnTo>
                    <a:pt x="612142" y="1378981"/>
                  </a:lnTo>
                  <a:lnTo>
                    <a:pt x="612122" y="1378987"/>
                  </a:lnTo>
                  <a:lnTo>
                    <a:pt x="612111" y="1378991"/>
                  </a:lnTo>
                  <a:lnTo>
                    <a:pt x="612103" y="1378994"/>
                  </a:lnTo>
                  <a:lnTo>
                    <a:pt x="612083" y="1379001"/>
                  </a:lnTo>
                  <a:lnTo>
                    <a:pt x="612056" y="1379009"/>
                  </a:lnTo>
                  <a:lnTo>
                    <a:pt x="612040" y="1379013"/>
                  </a:lnTo>
                  <a:lnTo>
                    <a:pt x="612023" y="1379016"/>
                  </a:lnTo>
                  <a:lnTo>
                    <a:pt x="612002" y="1379017"/>
                  </a:lnTo>
                  <a:lnTo>
                    <a:pt x="611975" y="1379015"/>
                  </a:lnTo>
                  <a:lnTo>
                    <a:pt x="611965" y="1379015"/>
                  </a:lnTo>
                  <a:lnTo>
                    <a:pt x="611940" y="1379012"/>
                  </a:lnTo>
                  <a:lnTo>
                    <a:pt x="611927" y="1379011"/>
                  </a:lnTo>
                  <a:lnTo>
                    <a:pt x="611911" y="1379010"/>
                  </a:lnTo>
                  <a:lnTo>
                    <a:pt x="611884" y="1379009"/>
                  </a:lnTo>
                  <a:lnTo>
                    <a:pt x="611851" y="1379008"/>
                  </a:lnTo>
                  <a:lnTo>
                    <a:pt x="611824" y="1379009"/>
                  </a:lnTo>
                  <a:lnTo>
                    <a:pt x="611813" y="1379011"/>
                  </a:lnTo>
                  <a:lnTo>
                    <a:pt x="611795" y="1379015"/>
                  </a:lnTo>
                  <a:lnTo>
                    <a:pt x="611768" y="1379021"/>
                  </a:lnTo>
                  <a:lnTo>
                    <a:pt x="611736" y="1379027"/>
                  </a:lnTo>
                  <a:lnTo>
                    <a:pt x="611710" y="1379031"/>
                  </a:lnTo>
                  <a:lnTo>
                    <a:pt x="611679" y="1379036"/>
                  </a:lnTo>
                  <a:lnTo>
                    <a:pt x="611658" y="1379039"/>
                  </a:lnTo>
                  <a:lnTo>
                    <a:pt x="611651" y="1379040"/>
                  </a:lnTo>
                  <a:lnTo>
                    <a:pt x="611628" y="1379044"/>
                  </a:lnTo>
                  <a:lnTo>
                    <a:pt x="611608" y="1379049"/>
                  </a:lnTo>
                  <a:lnTo>
                    <a:pt x="611582" y="1379055"/>
                  </a:lnTo>
                  <a:lnTo>
                    <a:pt x="611566" y="1379061"/>
                  </a:lnTo>
                  <a:lnTo>
                    <a:pt x="611549" y="1379066"/>
                  </a:lnTo>
                  <a:lnTo>
                    <a:pt x="611510" y="1379080"/>
                  </a:lnTo>
                  <a:lnTo>
                    <a:pt x="611493" y="1379088"/>
                  </a:lnTo>
                  <a:lnTo>
                    <a:pt x="611487" y="1379091"/>
                  </a:lnTo>
                  <a:lnTo>
                    <a:pt x="611451" y="1379111"/>
                  </a:lnTo>
                  <a:lnTo>
                    <a:pt x="611418" y="1379128"/>
                  </a:lnTo>
                  <a:lnTo>
                    <a:pt x="611412" y="1379132"/>
                  </a:lnTo>
                  <a:lnTo>
                    <a:pt x="611400" y="1379138"/>
                  </a:lnTo>
                  <a:lnTo>
                    <a:pt x="611382" y="1379146"/>
                  </a:lnTo>
                  <a:lnTo>
                    <a:pt x="611371" y="1379148"/>
                  </a:lnTo>
                  <a:lnTo>
                    <a:pt x="611362" y="1379145"/>
                  </a:lnTo>
                  <a:lnTo>
                    <a:pt x="611355" y="1379141"/>
                  </a:lnTo>
                  <a:lnTo>
                    <a:pt x="611349" y="1379138"/>
                  </a:lnTo>
                  <a:lnTo>
                    <a:pt x="611343" y="1379134"/>
                  </a:lnTo>
                  <a:lnTo>
                    <a:pt x="611337" y="1379129"/>
                  </a:lnTo>
                  <a:lnTo>
                    <a:pt x="611330" y="1379120"/>
                  </a:lnTo>
                  <a:lnTo>
                    <a:pt x="611322" y="1379113"/>
                  </a:lnTo>
                  <a:lnTo>
                    <a:pt x="611311" y="1379106"/>
                  </a:lnTo>
                  <a:lnTo>
                    <a:pt x="611304" y="1379102"/>
                  </a:lnTo>
                  <a:lnTo>
                    <a:pt x="611299" y="1379096"/>
                  </a:lnTo>
                  <a:lnTo>
                    <a:pt x="611296" y="1379087"/>
                  </a:lnTo>
                  <a:lnTo>
                    <a:pt x="611294" y="1379070"/>
                  </a:lnTo>
                  <a:lnTo>
                    <a:pt x="611289" y="1379054"/>
                  </a:lnTo>
                  <a:lnTo>
                    <a:pt x="611284" y="1379040"/>
                  </a:lnTo>
                  <a:lnTo>
                    <a:pt x="611275" y="1379021"/>
                  </a:lnTo>
                  <a:lnTo>
                    <a:pt x="611269" y="1379008"/>
                  </a:lnTo>
                  <a:lnTo>
                    <a:pt x="611265" y="1378989"/>
                  </a:lnTo>
                  <a:lnTo>
                    <a:pt x="611263" y="1378981"/>
                  </a:lnTo>
                  <a:lnTo>
                    <a:pt x="611257" y="1378956"/>
                  </a:lnTo>
                  <a:lnTo>
                    <a:pt x="611240" y="1378926"/>
                  </a:lnTo>
                  <a:lnTo>
                    <a:pt x="611228" y="1378911"/>
                  </a:lnTo>
                  <a:lnTo>
                    <a:pt x="611217" y="1378900"/>
                  </a:lnTo>
                  <a:lnTo>
                    <a:pt x="611188" y="1378875"/>
                  </a:lnTo>
                  <a:lnTo>
                    <a:pt x="611165" y="1378850"/>
                  </a:lnTo>
                  <a:lnTo>
                    <a:pt x="611151" y="1378833"/>
                  </a:lnTo>
                  <a:lnTo>
                    <a:pt x="611141" y="1378818"/>
                  </a:lnTo>
                  <a:lnTo>
                    <a:pt x="611138" y="1378812"/>
                  </a:lnTo>
                  <a:lnTo>
                    <a:pt x="611134" y="1378805"/>
                  </a:lnTo>
                  <a:lnTo>
                    <a:pt x="611133" y="1378799"/>
                  </a:lnTo>
                  <a:lnTo>
                    <a:pt x="611132" y="1378791"/>
                  </a:lnTo>
                  <a:lnTo>
                    <a:pt x="611132" y="1378778"/>
                  </a:lnTo>
                  <a:lnTo>
                    <a:pt x="611135" y="1378752"/>
                  </a:lnTo>
                  <a:lnTo>
                    <a:pt x="611138" y="1378729"/>
                  </a:lnTo>
                  <a:lnTo>
                    <a:pt x="611137" y="1378711"/>
                  </a:lnTo>
                  <a:lnTo>
                    <a:pt x="611136" y="1378706"/>
                  </a:lnTo>
                  <a:lnTo>
                    <a:pt x="611135" y="1378695"/>
                  </a:lnTo>
                  <a:lnTo>
                    <a:pt x="611127" y="1378651"/>
                  </a:lnTo>
                  <a:lnTo>
                    <a:pt x="611126" y="1378646"/>
                  </a:lnTo>
                  <a:lnTo>
                    <a:pt x="611117" y="1378628"/>
                  </a:lnTo>
                  <a:lnTo>
                    <a:pt x="611109" y="1378616"/>
                  </a:lnTo>
                  <a:lnTo>
                    <a:pt x="611102" y="1378606"/>
                  </a:lnTo>
                  <a:lnTo>
                    <a:pt x="611098" y="1378602"/>
                  </a:lnTo>
                  <a:lnTo>
                    <a:pt x="611078" y="1378583"/>
                  </a:lnTo>
                  <a:lnTo>
                    <a:pt x="611052" y="1378559"/>
                  </a:lnTo>
                  <a:lnTo>
                    <a:pt x="611030" y="1378540"/>
                  </a:lnTo>
                  <a:lnTo>
                    <a:pt x="611006" y="1378513"/>
                  </a:lnTo>
                  <a:lnTo>
                    <a:pt x="610990" y="1378498"/>
                  </a:lnTo>
                  <a:lnTo>
                    <a:pt x="610970" y="1378485"/>
                  </a:lnTo>
                  <a:lnTo>
                    <a:pt x="610945" y="1378467"/>
                  </a:lnTo>
                  <a:lnTo>
                    <a:pt x="610917" y="1378444"/>
                  </a:lnTo>
                  <a:lnTo>
                    <a:pt x="610903" y="1378434"/>
                  </a:lnTo>
                  <a:lnTo>
                    <a:pt x="610882" y="1378418"/>
                  </a:lnTo>
                  <a:lnTo>
                    <a:pt x="610858" y="1378398"/>
                  </a:lnTo>
                  <a:lnTo>
                    <a:pt x="610846" y="1378381"/>
                  </a:lnTo>
                  <a:lnTo>
                    <a:pt x="610829" y="1378351"/>
                  </a:lnTo>
                  <a:lnTo>
                    <a:pt x="610817" y="1378329"/>
                  </a:lnTo>
                  <a:lnTo>
                    <a:pt x="610810" y="1378311"/>
                  </a:lnTo>
                  <a:lnTo>
                    <a:pt x="610801" y="1378295"/>
                  </a:lnTo>
                  <a:lnTo>
                    <a:pt x="610780" y="1378259"/>
                  </a:lnTo>
                  <a:lnTo>
                    <a:pt x="610776" y="1378254"/>
                  </a:lnTo>
                  <a:lnTo>
                    <a:pt x="610759" y="1378237"/>
                  </a:lnTo>
                  <a:lnTo>
                    <a:pt x="610743" y="1378220"/>
                  </a:lnTo>
                  <a:lnTo>
                    <a:pt x="610738" y="1378216"/>
                  </a:lnTo>
                  <a:lnTo>
                    <a:pt x="610727" y="1378205"/>
                  </a:lnTo>
                  <a:lnTo>
                    <a:pt x="610689" y="1378179"/>
                  </a:lnTo>
                  <a:lnTo>
                    <a:pt x="610675" y="1378171"/>
                  </a:lnTo>
                  <a:lnTo>
                    <a:pt x="610662" y="1378162"/>
                  </a:lnTo>
                  <a:lnTo>
                    <a:pt x="610651" y="1378155"/>
                  </a:lnTo>
                  <a:lnTo>
                    <a:pt x="610628" y="1378144"/>
                  </a:lnTo>
                  <a:lnTo>
                    <a:pt x="610577" y="1378130"/>
                  </a:lnTo>
                  <a:lnTo>
                    <a:pt x="610551" y="1378122"/>
                  </a:lnTo>
                  <a:lnTo>
                    <a:pt x="610519" y="1378114"/>
                  </a:lnTo>
                  <a:lnTo>
                    <a:pt x="610460" y="1378099"/>
                  </a:lnTo>
                  <a:lnTo>
                    <a:pt x="610440" y="1378094"/>
                  </a:lnTo>
                  <a:lnTo>
                    <a:pt x="610423" y="1378093"/>
                  </a:lnTo>
                  <a:lnTo>
                    <a:pt x="610409" y="1378093"/>
                  </a:lnTo>
                  <a:lnTo>
                    <a:pt x="610395" y="1378095"/>
                  </a:lnTo>
                  <a:lnTo>
                    <a:pt x="610390" y="1378093"/>
                  </a:lnTo>
                  <a:lnTo>
                    <a:pt x="610384" y="1378087"/>
                  </a:lnTo>
                  <a:lnTo>
                    <a:pt x="610380" y="1378077"/>
                  </a:lnTo>
                  <a:lnTo>
                    <a:pt x="610370" y="1378058"/>
                  </a:lnTo>
                  <a:lnTo>
                    <a:pt x="610363" y="1378041"/>
                  </a:lnTo>
                  <a:lnTo>
                    <a:pt x="610361" y="1378030"/>
                  </a:lnTo>
                  <a:lnTo>
                    <a:pt x="610362" y="1378017"/>
                  </a:lnTo>
                  <a:lnTo>
                    <a:pt x="610362" y="1378006"/>
                  </a:lnTo>
                  <a:lnTo>
                    <a:pt x="610354" y="1377990"/>
                  </a:lnTo>
                  <a:lnTo>
                    <a:pt x="610340" y="1377975"/>
                  </a:lnTo>
                  <a:lnTo>
                    <a:pt x="610326" y="1377960"/>
                  </a:lnTo>
                  <a:lnTo>
                    <a:pt x="610314" y="1377945"/>
                  </a:lnTo>
                  <a:lnTo>
                    <a:pt x="610297" y="1377924"/>
                  </a:lnTo>
                  <a:lnTo>
                    <a:pt x="610276" y="1377894"/>
                  </a:lnTo>
                  <a:lnTo>
                    <a:pt x="610261" y="1377869"/>
                  </a:lnTo>
                  <a:lnTo>
                    <a:pt x="610251" y="1377847"/>
                  </a:lnTo>
                  <a:lnTo>
                    <a:pt x="610246" y="1377835"/>
                  </a:lnTo>
                  <a:lnTo>
                    <a:pt x="610242" y="1377818"/>
                  </a:lnTo>
                  <a:lnTo>
                    <a:pt x="610235" y="1377804"/>
                  </a:lnTo>
                  <a:lnTo>
                    <a:pt x="610227" y="1377790"/>
                  </a:lnTo>
                  <a:lnTo>
                    <a:pt x="610217" y="1377775"/>
                  </a:lnTo>
                  <a:lnTo>
                    <a:pt x="610209" y="1377767"/>
                  </a:lnTo>
                  <a:lnTo>
                    <a:pt x="610199" y="1377756"/>
                  </a:lnTo>
                  <a:lnTo>
                    <a:pt x="610187" y="1377747"/>
                  </a:lnTo>
                  <a:lnTo>
                    <a:pt x="610173" y="1377740"/>
                  </a:lnTo>
                  <a:lnTo>
                    <a:pt x="610158" y="1377734"/>
                  </a:lnTo>
                  <a:lnTo>
                    <a:pt x="610146" y="1377728"/>
                  </a:lnTo>
                  <a:lnTo>
                    <a:pt x="610138" y="1377722"/>
                  </a:lnTo>
                  <a:lnTo>
                    <a:pt x="610129" y="1377712"/>
                  </a:lnTo>
                  <a:lnTo>
                    <a:pt x="610119" y="1377700"/>
                  </a:lnTo>
                  <a:lnTo>
                    <a:pt x="610111" y="1377690"/>
                  </a:lnTo>
                  <a:lnTo>
                    <a:pt x="610102" y="1377675"/>
                  </a:lnTo>
                  <a:lnTo>
                    <a:pt x="610094" y="1377663"/>
                  </a:lnTo>
                  <a:lnTo>
                    <a:pt x="610088" y="1377654"/>
                  </a:lnTo>
                  <a:lnTo>
                    <a:pt x="610072" y="1377631"/>
                  </a:lnTo>
                  <a:lnTo>
                    <a:pt x="610049" y="1377606"/>
                  </a:lnTo>
                  <a:lnTo>
                    <a:pt x="610034" y="1377588"/>
                  </a:lnTo>
                  <a:lnTo>
                    <a:pt x="610029" y="1377577"/>
                  </a:lnTo>
                  <a:lnTo>
                    <a:pt x="610018" y="1377552"/>
                  </a:lnTo>
                  <a:lnTo>
                    <a:pt x="610011" y="1377529"/>
                  </a:lnTo>
                  <a:lnTo>
                    <a:pt x="610008" y="1377519"/>
                  </a:lnTo>
                  <a:lnTo>
                    <a:pt x="610004" y="1377509"/>
                  </a:lnTo>
                  <a:lnTo>
                    <a:pt x="609993" y="1377489"/>
                  </a:lnTo>
                  <a:lnTo>
                    <a:pt x="609982" y="1377468"/>
                  </a:lnTo>
                  <a:lnTo>
                    <a:pt x="609965" y="1377450"/>
                  </a:lnTo>
                  <a:lnTo>
                    <a:pt x="609953" y="1377442"/>
                  </a:lnTo>
                  <a:lnTo>
                    <a:pt x="609938" y="1377437"/>
                  </a:lnTo>
                  <a:lnTo>
                    <a:pt x="609931" y="1377435"/>
                  </a:lnTo>
                  <a:lnTo>
                    <a:pt x="609904" y="1377431"/>
                  </a:lnTo>
                  <a:lnTo>
                    <a:pt x="609867" y="1377427"/>
                  </a:lnTo>
                  <a:lnTo>
                    <a:pt x="609853" y="1377424"/>
                  </a:lnTo>
                  <a:lnTo>
                    <a:pt x="609846" y="1377423"/>
                  </a:lnTo>
                  <a:lnTo>
                    <a:pt x="609811" y="1377417"/>
                  </a:lnTo>
                  <a:lnTo>
                    <a:pt x="609783" y="1377410"/>
                  </a:lnTo>
                  <a:lnTo>
                    <a:pt x="609776" y="1377406"/>
                  </a:lnTo>
                  <a:lnTo>
                    <a:pt x="609752" y="1377397"/>
                  </a:lnTo>
                  <a:lnTo>
                    <a:pt x="609734" y="1377390"/>
                  </a:lnTo>
                  <a:lnTo>
                    <a:pt x="609717" y="1377384"/>
                  </a:lnTo>
                  <a:lnTo>
                    <a:pt x="609688" y="1377368"/>
                  </a:lnTo>
                  <a:lnTo>
                    <a:pt x="609683" y="1377365"/>
                  </a:lnTo>
                  <a:lnTo>
                    <a:pt x="609666" y="1377357"/>
                  </a:lnTo>
                  <a:lnTo>
                    <a:pt x="609643" y="1377346"/>
                  </a:lnTo>
                  <a:lnTo>
                    <a:pt x="609621" y="1377341"/>
                  </a:lnTo>
                  <a:lnTo>
                    <a:pt x="609603" y="1377336"/>
                  </a:lnTo>
                  <a:lnTo>
                    <a:pt x="609576" y="1377326"/>
                  </a:lnTo>
                  <a:lnTo>
                    <a:pt x="609546" y="1377312"/>
                  </a:lnTo>
                  <a:lnTo>
                    <a:pt x="609531" y="1377304"/>
                  </a:lnTo>
                  <a:lnTo>
                    <a:pt x="609520" y="1377298"/>
                  </a:lnTo>
                  <a:lnTo>
                    <a:pt x="609511" y="1377293"/>
                  </a:lnTo>
                  <a:lnTo>
                    <a:pt x="609485" y="1377286"/>
                  </a:lnTo>
                  <a:lnTo>
                    <a:pt x="609460" y="1377282"/>
                  </a:lnTo>
                  <a:lnTo>
                    <a:pt x="609411" y="1377280"/>
                  </a:lnTo>
                  <a:lnTo>
                    <a:pt x="609379" y="1377281"/>
                  </a:lnTo>
                  <a:lnTo>
                    <a:pt x="609373" y="1377281"/>
                  </a:lnTo>
                  <a:lnTo>
                    <a:pt x="609347" y="1377282"/>
                  </a:lnTo>
                  <a:lnTo>
                    <a:pt x="609331" y="1377284"/>
                  </a:lnTo>
                  <a:lnTo>
                    <a:pt x="609291" y="1377287"/>
                  </a:lnTo>
                  <a:lnTo>
                    <a:pt x="609259" y="1377291"/>
                  </a:lnTo>
                  <a:lnTo>
                    <a:pt x="609238" y="1377292"/>
                  </a:lnTo>
                  <a:lnTo>
                    <a:pt x="609220" y="1377293"/>
                  </a:lnTo>
                  <a:lnTo>
                    <a:pt x="609206" y="1377294"/>
                  </a:lnTo>
                  <a:lnTo>
                    <a:pt x="609188" y="1377296"/>
                  </a:lnTo>
                  <a:lnTo>
                    <a:pt x="609170" y="1377301"/>
                  </a:lnTo>
                  <a:lnTo>
                    <a:pt x="609152" y="1377305"/>
                  </a:lnTo>
                  <a:lnTo>
                    <a:pt x="609135" y="1377308"/>
                  </a:lnTo>
                  <a:lnTo>
                    <a:pt x="609123" y="1377307"/>
                  </a:lnTo>
                  <a:lnTo>
                    <a:pt x="609110" y="1377304"/>
                  </a:lnTo>
                  <a:lnTo>
                    <a:pt x="609076" y="1377293"/>
                  </a:lnTo>
                  <a:lnTo>
                    <a:pt x="609059" y="1377288"/>
                  </a:lnTo>
                  <a:lnTo>
                    <a:pt x="609024" y="1377280"/>
                  </a:lnTo>
                  <a:lnTo>
                    <a:pt x="608998" y="1377276"/>
                  </a:lnTo>
                  <a:lnTo>
                    <a:pt x="608969" y="1377272"/>
                  </a:lnTo>
                  <a:lnTo>
                    <a:pt x="608939" y="1377271"/>
                  </a:lnTo>
                  <a:lnTo>
                    <a:pt x="608908" y="1377275"/>
                  </a:lnTo>
                  <a:lnTo>
                    <a:pt x="608902" y="1377276"/>
                  </a:lnTo>
                  <a:lnTo>
                    <a:pt x="608876" y="1377277"/>
                  </a:lnTo>
                  <a:lnTo>
                    <a:pt x="608806" y="1377281"/>
                  </a:lnTo>
                  <a:lnTo>
                    <a:pt x="608770" y="1377285"/>
                  </a:lnTo>
                  <a:lnTo>
                    <a:pt x="608752" y="1377288"/>
                  </a:lnTo>
                  <a:lnTo>
                    <a:pt x="608746" y="1377290"/>
                  </a:lnTo>
                  <a:lnTo>
                    <a:pt x="608732" y="1377294"/>
                  </a:lnTo>
                  <a:lnTo>
                    <a:pt x="608726" y="1377297"/>
                  </a:lnTo>
                  <a:lnTo>
                    <a:pt x="608683" y="1377314"/>
                  </a:lnTo>
                  <a:lnTo>
                    <a:pt x="608670" y="1377320"/>
                  </a:lnTo>
                  <a:lnTo>
                    <a:pt x="608661" y="1377324"/>
                  </a:lnTo>
                  <a:lnTo>
                    <a:pt x="608654" y="1377327"/>
                  </a:lnTo>
                  <a:lnTo>
                    <a:pt x="608647" y="1377331"/>
                  </a:lnTo>
                  <a:lnTo>
                    <a:pt x="608603" y="1377353"/>
                  </a:lnTo>
                  <a:lnTo>
                    <a:pt x="608582" y="1377367"/>
                  </a:lnTo>
                  <a:lnTo>
                    <a:pt x="608537" y="1377391"/>
                  </a:lnTo>
                  <a:lnTo>
                    <a:pt x="608525" y="1377397"/>
                  </a:lnTo>
                  <a:lnTo>
                    <a:pt x="608509" y="1377403"/>
                  </a:lnTo>
                  <a:lnTo>
                    <a:pt x="608502" y="1377404"/>
                  </a:lnTo>
                  <a:lnTo>
                    <a:pt x="608487" y="1377407"/>
                  </a:lnTo>
                  <a:lnTo>
                    <a:pt x="608461" y="1377409"/>
                  </a:lnTo>
                  <a:lnTo>
                    <a:pt x="608445" y="1377412"/>
                  </a:lnTo>
                  <a:lnTo>
                    <a:pt x="608431" y="1377420"/>
                  </a:lnTo>
                  <a:lnTo>
                    <a:pt x="608423" y="1377429"/>
                  </a:lnTo>
                  <a:lnTo>
                    <a:pt x="608413" y="1377442"/>
                  </a:lnTo>
                  <a:lnTo>
                    <a:pt x="608404" y="1377456"/>
                  </a:lnTo>
                  <a:lnTo>
                    <a:pt x="608395" y="1377462"/>
                  </a:lnTo>
                  <a:lnTo>
                    <a:pt x="608383" y="1377467"/>
                  </a:lnTo>
                  <a:lnTo>
                    <a:pt x="608368" y="1377473"/>
                  </a:lnTo>
                  <a:lnTo>
                    <a:pt x="608352" y="1377480"/>
                  </a:lnTo>
                  <a:lnTo>
                    <a:pt x="608338" y="1377478"/>
                  </a:lnTo>
                  <a:lnTo>
                    <a:pt x="608328" y="1377474"/>
                  </a:lnTo>
                  <a:lnTo>
                    <a:pt x="608318" y="1377467"/>
                  </a:lnTo>
                  <a:lnTo>
                    <a:pt x="608308" y="1377458"/>
                  </a:lnTo>
                  <a:lnTo>
                    <a:pt x="608300" y="1377446"/>
                  </a:lnTo>
                  <a:lnTo>
                    <a:pt x="608287" y="1377425"/>
                  </a:lnTo>
                  <a:lnTo>
                    <a:pt x="608274" y="1377405"/>
                  </a:lnTo>
                  <a:lnTo>
                    <a:pt x="608262" y="1377390"/>
                  </a:lnTo>
                  <a:lnTo>
                    <a:pt x="608251" y="1377377"/>
                  </a:lnTo>
                  <a:lnTo>
                    <a:pt x="608241" y="1377366"/>
                  </a:lnTo>
                  <a:lnTo>
                    <a:pt x="608234" y="1377349"/>
                  </a:lnTo>
                  <a:lnTo>
                    <a:pt x="608227" y="1377336"/>
                  </a:lnTo>
                  <a:lnTo>
                    <a:pt x="608219" y="1377327"/>
                  </a:lnTo>
                  <a:lnTo>
                    <a:pt x="608209" y="1377320"/>
                  </a:lnTo>
                  <a:lnTo>
                    <a:pt x="608198" y="1377312"/>
                  </a:lnTo>
                  <a:lnTo>
                    <a:pt x="608189" y="1377305"/>
                  </a:lnTo>
                  <a:lnTo>
                    <a:pt x="608182" y="1377295"/>
                  </a:lnTo>
                  <a:lnTo>
                    <a:pt x="608173" y="1377274"/>
                  </a:lnTo>
                  <a:lnTo>
                    <a:pt x="608161" y="1377247"/>
                  </a:lnTo>
                  <a:lnTo>
                    <a:pt x="608154" y="1377234"/>
                  </a:lnTo>
                  <a:lnTo>
                    <a:pt x="608146" y="1377218"/>
                  </a:lnTo>
                  <a:lnTo>
                    <a:pt x="608133" y="1377200"/>
                  </a:lnTo>
                  <a:lnTo>
                    <a:pt x="608115" y="1377179"/>
                  </a:lnTo>
                  <a:lnTo>
                    <a:pt x="608098" y="1377157"/>
                  </a:lnTo>
                  <a:lnTo>
                    <a:pt x="608078" y="1377134"/>
                  </a:lnTo>
                  <a:lnTo>
                    <a:pt x="608074" y="1377126"/>
                  </a:lnTo>
                  <a:lnTo>
                    <a:pt x="608068" y="1377109"/>
                  </a:lnTo>
                  <a:lnTo>
                    <a:pt x="608062" y="1377089"/>
                  </a:lnTo>
                  <a:lnTo>
                    <a:pt x="608062" y="1377077"/>
                  </a:lnTo>
                  <a:lnTo>
                    <a:pt x="608058" y="1377055"/>
                  </a:lnTo>
                  <a:lnTo>
                    <a:pt x="608055" y="1377030"/>
                  </a:lnTo>
                  <a:lnTo>
                    <a:pt x="608051" y="1377011"/>
                  </a:lnTo>
                  <a:lnTo>
                    <a:pt x="608044" y="1376983"/>
                  </a:lnTo>
                  <a:lnTo>
                    <a:pt x="608028" y="1376956"/>
                  </a:lnTo>
                  <a:lnTo>
                    <a:pt x="608006" y="1376924"/>
                  </a:lnTo>
                  <a:lnTo>
                    <a:pt x="607988" y="1376906"/>
                  </a:lnTo>
                  <a:lnTo>
                    <a:pt x="607966" y="1376896"/>
                  </a:lnTo>
                  <a:lnTo>
                    <a:pt x="607947" y="1376890"/>
                  </a:lnTo>
                  <a:lnTo>
                    <a:pt x="607916" y="1376882"/>
                  </a:lnTo>
                  <a:lnTo>
                    <a:pt x="607873" y="1376869"/>
                  </a:lnTo>
                  <a:lnTo>
                    <a:pt x="607847" y="1376859"/>
                  </a:lnTo>
                  <a:lnTo>
                    <a:pt x="607814" y="1376845"/>
                  </a:lnTo>
                  <a:lnTo>
                    <a:pt x="607782" y="1376835"/>
                  </a:lnTo>
                  <a:lnTo>
                    <a:pt x="607814" y="1376817"/>
                  </a:lnTo>
                  <a:lnTo>
                    <a:pt x="607841" y="1376796"/>
                  </a:lnTo>
                  <a:lnTo>
                    <a:pt x="607875" y="1376761"/>
                  </a:lnTo>
                  <a:lnTo>
                    <a:pt x="607903" y="1376730"/>
                  </a:lnTo>
                  <a:lnTo>
                    <a:pt x="607933" y="1376701"/>
                  </a:lnTo>
                  <a:lnTo>
                    <a:pt x="607943" y="1376691"/>
                  </a:lnTo>
                  <a:lnTo>
                    <a:pt x="607953" y="1376676"/>
                  </a:lnTo>
                  <a:lnTo>
                    <a:pt x="607958" y="1376665"/>
                  </a:lnTo>
                  <a:lnTo>
                    <a:pt x="607961" y="1376659"/>
                  </a:lnTo>
                  <a:lnTo>
                    <a:pt x="607964" y="1376639"/>
                  </a:lnTo>
                  <a:lnTo>
                    <a:pt x="607965" y="1376624"/>
                  </a:lnTo>
                  <a:lnTo>
                    <a:pt x="607963" y="1376603"/>
                  </a:lnTo>
                  <a:lnTo>
                    <a:pt x="607959" y="1376582"/>
                  </a:lnTo>
                  <a:lnTo>
                    <a:pt x="607955" y="1376571"/>
                  </a:lnTo>
                  <a:lnTo>
                    <a:pt x="607942" y="1376547"/>
                  </a:lnTo>
                  <a:lnTo>
                    <a:pt x="607933" y="1376531"/>
                  </a:lnTo>
                  <a:lnTo>
                    <a:pt x="607925" y="1376520"/>
                  </a:lnTo>
                  <a:lnTo>
                    <a:pt x="607914" y="1376508"/>
                  </a:lnTo>
                  <a:lnTo>
                    <a:pt x="607902" y="1376499"/>
                  </a:lnTo>
                  <a:lnTo>
                    <a:pt x="607892" y="1376492"/>
                  </a:lnTo>
                  <a:lnTo>
                    <a:pt x="607881" y="1376485"/>
                  </a:lnTo>
                  <a:lnTo>
                    <a:pt x="607867" y="1376477"/>
                  </a:lnTo>
                  <a:lnTo>
                    <a:pt x="607855" y="1376470"/>
                  </a:lnTo>
                  <a:lnTo>
                    <a:pt x="607844" y="1376461"/>
                  </a:lnTo>
                  <a:lnTo>
                    <a:pt x="607836" y="1376449"/>
                  </a:lnTo>
                  <a:lnTo>
                    <a:pt x="607824" y="1376432"/>
                  </a:lnTo>
                  <a:lnTo>
                    <a:pt x="607814" y="1376410"/>
                  </a:lnTo>
                  <a:lnTo>
                    <a:pt x="607803" y="1376383"/>
                  </a:lnTo>
                  <a:lnTo>
                    <a:pt x="607795" y="1376356"/>
                  </a:lnTo>
                  <a:lnTo>
                    <a:pt x="607790" y="1376329"/>
                  </a:lnTo>
                  <a:lnTo>
                    <a:pt x="607785" y="1376312"/>
                  </a:lnTo>
                  <a:lnTo>
                    <a:pt x="607780" y="1376281"/>
                  </a:lnTo>
                  <a:lnTo>
                    <a:pt x="607775" y="1376256"/>
                  </a:lnTo>
                  <a:lnTo>
                    <a:pt x="607767" y="1376221"/>
                  </a:lnTo>
                  <a:lnTo>
                    <a:pt x="607764" y="1376209"/>
                  </a:lnTo>
                  <a:lnTo>
                    <a:pt x="607757" y="1376194"/>
                  </a:lnTo>
                  <a:lnTo>
                    <a:pt x="607750" y="1376185"/>
                  </a:lnTo>
                  <a:lnTo>
                    <a:pt x="607744" y="1376170"/>
                  </a:lnTo>
                  <a:lnTo>
                    <a:pt x="607742" y="1376159"/>
                  </a:lnTo>
                  <a:lnTo>
                    <a:pt x="607743" y="1376141"/>
                  </a:lnTo>
                  <a:lnTo>
                    <a:pt x="607743" y="1376121"/>
                  </a:lnTo>
                  <a:lnTo>
                    <a:pt x="607748" y="1376093"/>
                  </a:lnTo>
                  <a:lnTo>
                    <a:pt x="607757" y="1376067"/>
                  </a:lnTo>
                  <a:lnTo>
                    <a:pt x="607768" y="1376040"/>
                  </a:lnTo>
                  <a:lnTo>
                    <a:pt x="607774" y="1376019"/>
                  </a:lnTo>
                  <a:lnTo>
                    <a:pt x="607776" y="1376003"/>
                  </a:lnTo>
                  <a:lnTo>
                    <a:pt x="607777" y="1375994"/>
                  </a:lnTo>
                  <a:lnTo>
                    <a:pt x="607774" y="1375982"/>
                  </a:lnTo>
                  <a:lnTo>
                    <a:pt x="607770" y="1375973"/>
                  </a:lnTo>
                  <a:lnTo>
                    <a:pt x="607762" y="1375960"/>
                  </a:lnTo>
                  <a:lnTo>
                    <a:pt x="607757" y="1375960"/>
                  </a:lnTo>
                  <a:lnTo>
                    <a:pt x="607718" y="1376004"/>
                  </a:lnTo>
                  <a:lnTo>
                    <a:pt x="607687" y="1376045"/>
                  </a:lnTo>
                  <a:lnTo>
                    <a:pt x="607661" y="1376076"/>
                  </a:lnTo>
                  <a:lnTo>
                    <a:pt x="607649" y="1376091"/>
                  </a:lnTo>
                  <a:lnTo>
                    <a:pt x="607626" y="1376120"/>
                  </a:lnTo>
                  <a:lnTo>
                    <a:pt x="607599" y="1376150"/>
                  </a:lnTo>
                  <a:lnTo>
                    <a:pt x="607564" y="1376194"/>
                  </a:lnTo>
                  <a:lnTo>
                    <a:pt x="607549" y="1376211"/>
                  </a:lnTo>
                  <a:lnTo>
                    <a:pt x="607517" y="1376251"/>
                  </a:lnTo>
                  <a:lnTo>
                    <a:pt x="607497" y="1376275"/>
                  </a:lnTo>
                  <a:lnTo>
                    <a:pt x="607458" y="1376324"/>
                  </a:lnTo>
                  <a:lnTo>
                    <a:pt x="607373" y="1376428"/>
                  </a:lnTo>
                  <a:lnTo>
                    <a:pt x="607358" y="1376445"/>
                  </a:lnTo>
                  <a:lnTo>
                    <a:pt x="607327" y="1376484"/>
                  </a:lnTo>
                  <a:lnTo>
                    <a:pt x="607303" y="1376513"/>
                  </a:lnTo>
                  <a:lnTo>
                    <a:pt x="607278" y="1376544"/>
                  </a:lnTo>
                  <a:lnTo>
                    <a:pt x="607261" y="1376563"/>
                  </a:lnTo>
                  <a:lnTo>
                    <a:pt x="607237" y="1376593"/>
                  </a:lnTo>
                  <a:lnTo>
                    <a:pt x="607217" y="1376616"/>
                  </a:lnTo>
                  <a:lnTo>
                    <a:pt x="607186" y="1376653"/>
                  </a:lnTo>
                  <a:lnTo>
                    <a:pt x="607170" y="1376675"/>
                  </a:lnTo>
                  <a:lnTo>
                    <a:pt x="607162" y="1376684"/>
                  </a:lnTo>
                  <a:lnTo>
                    <a:pt x="607135" y="1376714"/>
                  </a:lnTo>
                  <a:lnTo>
                    <a:pt x="607131" y="1376720"/>
                  </a:lnTo>
                  <a:lnTo>
                    <a:pt x="607122" y="1376731"/>
                  </a:lnTo>
                  <a:lnTo>
                    <a:pt x="607110" y="1376747"/>
                  </a:lnTo>
                  <a:lnTo>
                    <a:pt x="607100" y="1376759"/>
                  </a:lnTo>
                  <a:lnTo>
                    <a:pt x="607083" y="1376779"/>
                  </a:lnTo>
                  <a:lnTo>
                    <a:pt x="607078" y="1376784"/>
                  </a:lnTo>
                  <a:lnTo>
                    <a:pt x="607073" y="1376791"/>
                  </a:lnTo>
                  <a:lnTo>
                    <a:pt x="607066" y="1376800"/>
                  </a:lnTo>
                  <a:lnTo>
                    <a:pt x="607059" y="1376808"/>
                  </a:lnTo>
                  <a:lnTo>
                    <a:pt x="607020" y="1376856"/>
                  </a:lnTo>
                  <a:lnTo>
                    <a:pt x="606996" y="1376886"/>
                  </a:lnTo>
                  <a:lnTo>
                    <a:pt x="606987" y="1376897"/>
                  </a:lnTo>
                  <a:lnTo>
                    <a:pt x="606983" y="1376903"/>
                  </a:lnTo>
                  <a:lnTo>
                    <a:pt x="606977" y="1376907"/>
                  </a:lnTo>
                  <a:lnTo>
                    <a:pt x="606960" y="1376905"/>
                  </a:lnTo>
                  <a:lnTo>
                    <a:pt x="606929" y="1376891"/>
                  </a:lnTo>
                  <a:lnTo>
                    <a:pt x="606909" y="1376885"/>
                  </a:lnTo>
                  <a:lnTo>
                    <a:pt x="606887" y="1376880"/>
                  </a:lnTo>
                  <a:lnTo>
                    <a:pt x="606865" y="1376877"/>
                  </a:lnTo>
                  <a:lnTo>
                    <a:pt x="606834" y="1376877"/>
                  </a:lnTo>
                  <a:lnTo>
                    <a:pt x="606812" y="1376878"/>
                  </a:lnTo>
                  <a:lnTo>
                    <a:pt x="606795" y="1376878"/>
                  </a:lnTo>
                  <a:lnTo>
                    <a:pt x="606769" y="1376876"/>
                  </a:lnTo>
                  <a:lnTo>
                    <a:pt x="606751" y="1376874"/>
                  </a:lnTo>
                  <a:lnTo>
                    <a:pt x="606739" y="1376869"/>
                  </a:lnTo>
                  <a:lnTo>
                    <a:pt x="606732" y="1376866"/>
                  </a:lnTo>
                  <a:lnTo>
                    <a:pt x="606720" y="1376858"/>
                  </a:lnTo>
                  <a:lnTo>
                    <a:pt x="606709" y="1376850"/>
                  </a:lnTo>
                  <a:lnTo>
                    <a:pt x="606701" y="1376842"/>
                  </a:lnTo>
                  <a:lnTo>
                    <a:pt x="606698" y="1376835"/>
                  </a:lnTo>
                  <a:lnTo>
                    <a:pt x="606695" y="1376824"/>
                  </a:lnTo>
                  <a:lnTo>
                    <a:pt x="606691" y="1376813"/>
                  </a:lnTo>
                  <a:lnTo>
                    <a:pt x="606688" y="1376807"/>
                  </a:lnTo>
                  <a:lnTo>
                    <a:pt x="606683" y="1376798"/>
                  </a:lnTo>
                  <a:lnTo>
                    <a:pt x="606676" y="1376791"/>
                  </a:lnTo>
                  <a:lnTo>
                    <a:pt x="606671" y="1376787"/>
                  </a:lnTo>
                  <a:lnTo>
                    <a:pt x="606659" y="1376779"/>
                  </a:lnTo>
                  <a:lnTo>
                    <a:pt x="606651" y="1376769"/>
                  </a:lnTo>
                  <a:lnTo>
                    <a:pt x="606648" y="1376764"/>
                  </a:lnTo>
                  <a:lnTo>
                    <a:pt x="606647" y="1376755"/>
                  </a:lnTo>
                  <a:lnTo>
                    <a:pt x="606647" y="1376745"/>
                  </a:lnTo>
                  <a:lnTo>
                    <a:pt x="606649" y="1376733"/>
                  </a:lnTo>
                  <a:lnTo>
                    <a:pt x="606650" y="1376720"/>
                  </a:lnTo>
                  <a:lnTo>
                    <a:pt x="606646" y="1376712"/>
                  </a:lnTo>
                  <a:lnTo>
                    <a:pt x="606641" y="1376703"/>
                  </a:lnTo>
                  <a:lnTo>
                    <a:pt x="606635" y="1376697"/>
                  </a:lnTo>
                  <a:lnTo>
                    <a:pt x="606626" y="1376693"/>
                  </a:lnTo>
                  <a:lnTo>
                    <a:pt x="606618" y="1376690"/>
                  </a:lnTo>
                  <a:lnTo>
                    <a:pt x="606607" y="1376692"/>
                  </a:lnTo>
                  <a:lnTo>
                    <a:pt x="606592" y="1376693"/>
                  </a:lnTo>
                  <a:lnTo>
                    <a:pt x="606583" y="1376692"/>
                  </a:lnTo>
                  <a:lnTo>
                    <a:pt x="606577" y="1376688"/>
                  </a:lnTo>
                  <a:lnTo>
                    <a:pt x="606570" y="1376681"/>
                  </a:lnTo>
                  <a:lnTo>
                    <a:pt x="606564" y="1376675"/>
                  </a:lnTo>
                  <a:lnTo>
                    <a:pt x="606557" y="1376667"/>
                  </a:lnTo>
                  <a:lnTo>
                    <a:pt x="606551" y="1376655"/>
                  </a:lnTo>
                  <a:lnTo>
                    <a:pt x="606545" y="1376640"/>
                  </a:lnTo>
                  <a:lnTo>
                    <a:pt x="606539" y="1376626"/>
                  </a:lnTo>
                  <a:lnTo>
                    <a:pt x="606529" y="1376614"/>
                  </a:lnTo>
                  <a:lnTo>
                    <a:pt x="606518" y="1376605"/>
                  </a:lnTo>
                  <a:lnTo>
                    <a:pt x="606503" y="1376597"/>
                  </a:lnTo>
                  <a:lnTo>
                    <a:pt x="606495" y="1376592"/>
                  </a:lnTo>
                  <a:lnTo>
                    <a:pt x="606489" y="1376583"/>
                  </a:lnTo>
                  <a:lnTo>
                    <a:pt x="606485" y="1376572"/>
                  </a:lnTo>
                  <a:lnTo>
                    <a:pt x="606479" y="1376558"/>
                  </a:lnTo>
                  <a:lnTo>
                    <a:pt x="606472" y="1376536"/>
                  </a:lnTo>
                  <a:lnTo>
                    <a:pt x="606467" y="1376519"/>
                  </a:lnTo>
                  <a:lnTo>
                    <a:pt x="606458" y="1376503"/>
                  </a:lnTo>
                  <a:lnTo>
                    <a:pt x="606449" y="1376493"/>
                  </a:lnTo>
                  <a:lnTo>
                    <a:pt x="606436" y="1376488"/>
                  </a:lnTo>
                  <a:lnTo>
                    <a:pt x="606426" y="1376486"/>
                  </a:lnTo>
                  <a:lnTo>
                    <a:pt x="606418" y="1376486"/>
                  </a:lnTo>
                  <a:lnTo>
                    <a:pt x="606410" y="1376489"/>
                  </a:lnTo>
                  <a:lnTo>
                    <a:pt x="606385" y="1376499"/>
                  </a:lnTo>
                  <a:lnTo>
                    <a:pt x="606365" y="1376505"/>
                  </a:lnTo>
                  <a:lnTo>
                    <a:pt x="606357" y="1376506"/>
                  </a:lnTo>
                  <a:lnTo>
                    <a:pt x="606336" y="1376508"/>
                  </a:lnTo>
                  <a:lnTo>
                    <a:pt x="606325" y="1376508"/>
                  </a:lnTo>
                  <a:lnTo>
                    <a:pt x="606303" y="1376505"/>
                  </a:lnTo>
                  <a:lnTo>
                    <a:pt x="606297" y="1376502"/>
                  </a:lnTo>
                  <a:lnTo>
                    <a:pt x="606291" y="1376499"/>
                  </a:lnTo>
                  <a:lnTo>
                    <a:pt x="606281" y="1376493"/>
                  </a:lnTo>
                  <a:lnTo>
                    <a:pt x="606266" y="1376486"/>
                  </a:lnTo>
                  <a:lnTo>
                    <a:pt x="606264" y="1376469"/>
                  </a:lnTo>
                  <a:lnTo>
                    <a:pt x="606261" y="1376451"/>
                  </a:lnTo>
                  <a:lnTo>
                    <a:pt x="606258" y="1376441"/>
                  </a:lnTo>
                  <a:lnTo>
                    <a:pt x="606252" y="1376428"/>
                  </a:lnTo>
                  <a:lnTo>
                    <a:pt x="606241" y="1376407"/>
                  </a:lnTo>
                  <a:lnTo>
                    <a:pt x="606228" y="1376379"/>
                  </a:lnTo>
                  <a:lnTo>
                    <a:pt x="606222" y="1376366"/>
                  </a:lnTo>
                  <a:lnTo>
                    <a:pt x="606212" y="1376346"/>
                  </a:lnTo>
                  <a:lnTo>
                    <a:pt x="606206" y="1376333"/>
                  </a:lnTo>
                  <a:lnTo>
                    <a:pt x="606199" y="1376317"/>
                  </a:lnTo>
                  <a:lnTo>
                    <a:pt x="606193" y="1376307"/>
                  </a:lnTo>
                  <a:lnTo>
                    <a:pt x="606186" y="1376298"/>
                  </a:lnTo>
                  <a:lnTo>
                    <a:pt x="606179" y="1376291"/>
                  </a:lnTo>
                  <a:lnTo>
                    <a:pt x="606170" y="1376282"/>
                  </a:lnTo>
                  <a:lnTo>
                    <a:pt x="606157" y="1376272"/>
                  </a:lnTo>
                  <a:lnTo>
                    <a:pt x="606146" y="1376264"/>
                  </a:lnTo>
                  <a:lnTo>
                    <a:pt x="606133" y="1376257"/>
                  </a:lnTo>
                  <a:lnTo>
                    <a:pt x="606115" y="1376249"/>
                  </a:lnTo>
                  <a:lnTo>
                    <a:pt x="606104" y="1376244"/>
                  </a:lnTo>
                  <a:lnTo>
                    <a:pt x="606092" y="1376238"/>
                  </a:lnTo>
                  <a:lnTo>
                    <a:pt x="606084" y="1376235"/>
                  </a:lnTo>
                  <a:lnTo>
                    <a:pt x="606084" y="1376228"/>
                  </a:lnTo>
                  <a:lnTo>
                    <a:pt x="606084" y="1376220"/>
                  </a:lnTo>
                  <a:lnTo>
                    <a:pt x="606084" y="1376208"/>
                  </a:lnTo>
                  <a:lnTo>
                    <a:pt x="606084" y="1376197"/>
                  </a:lnTo>
                  <a:lnTo>
                    <a:pt x="606083" y="1376181"/>
                  </a:lnTo>
                  <a:lnTo>
                    <a:pt x="606083" y="1376168"/>
                  </a:lnTo>
                  <a:lnTo>
                    <a:pt x="606083" y="1376153"/>
                  </a:lnTo>
                  <a:lnTo>
                    <a:pt x="606083" y="1376140"/>
                  </a:lnTo>
                  <a:lnTo>
                    <a:pt x="606084" y="1376130"/>
                  </a:lnTo>
                  <a:lnTo>
                    <a:pt x="606085" y="1376119"/>
                  </a:lnTo>
                  <a:lnTo>
                    <a:pt x="606086" y="1376106"/>
                  </a:lnTo>
                  <a:lnTo>
                    <a:pt x="606087" y="1376096"/>
                  </a:lnTo>
                  <a:lnTo>
                    <a:pt x="606088" y="1376084"/>
                  </a:lnTo>
                  <a:lnTo>
                    <a:pt x="606089" y="1376076"/>
                  </a:lnTo>
                  <a:lnTo>
                    <a:pt x="606094" y="1376048"/>
                  </a:lnTo>
                  <a:lnTo>
                    <a:pt x="606095" y="1376019"/>
                  </a:lnTo>
                  <a:lnTo>
                    <a:pt x="606096" y="1376000"/>
                  </a:lnTo>
                  <a:lnTo>
                    <a:pt x="606093" y="1375975"/>
                  </a:lnTo>
                  <a:lnTo>
                    <a:pt x="606088" y="1375944"/>
                  </a:lnTo>
                  <a:lnTo>
                    <a:pt x="606085" y="1375924"/>
                  </a:lnTo>
                  <a:lnTo>
                    <a:pt x="606083" y="1375916"/>
                  </a:lnTo>
                  <a:lnTo>
                    <a:pt x="606080" y="1375907"/>
                  </a:lnTo>
                  <a:lnTo>
                    <a:pt x="606077" y="1375900"/>
                  </a:lnTo>
                  <a:lnTo>
                    <a:pt x="606076" y="1375893"/>
                  </a:lnTo>
                  <a:lnTo>
                    <a:pt x="606075" y="1375880"/>
                  </a:lnTo>
                  <a:lnTo>
                    <a:pt x="606074" y="1375864"/>
                  </a:lnTo>
                  <a:lnTo>
                    <a:pt x="606072" y="1375853"/>
                  </a:lnTo>
                  <a:lnTo>
                    <a:pt x="606070" y="1375848"/>
                  </a:lnTo>
                  <a:lnTo>
                    <a:pt x="606066" y="1375836"/>
                  </a:lnTo>
                  <a:lnTo>
                    <a:pt x="606059" y="1375821"/>
                  </a:lnTo>
                  <a:lnTo>
                    <a:pt x="606050" y="1375803"/>
                  </a:lnTo>
                  <a:lnTo>
                    <a:pt x="606039" y="1375784"/>
                  </a:lnTo>
                  <a:lnTo>
                    <a:pt x="606035" y="1375777"/>
                  </a:lnTo>
                  <a:lnTo>
                    <a:pt x="606027" y="1375768"/>
                  </a:lnTo>
                  <a:lnTo>
                    <a:pt x="606020" y="1375759"/>
                  </a:lnTo>
                  <a:lnTo>
                    <a:pt x="606008" y="1375746"/>
                  </a:lnTo>
                  <a:lnTo>
                    <a:pt x="605996" y="1375735"/>
                  </a:lnTo>
                  <a:lnTo>
                    <a:pt x="605985" y="1375724"/>
                  </a:lnTo>
                  <a:lnTo>
                    <a:pt x="605974" y="1375714"/>
                  </a:lnTo>
                  <a:lnTo>
                    <a:pt x="605967" y="1375707"/>
                  </a:lnTo>
                  <a:lnTo>
                    <a:pt x="605953" y="1375694"/>
                  </a:lnTo>
                  <a:lnTo>
                    <a:pt x="605947" y="1375688"/>
                  </a:lnTo>
                  <a:lnTo>
                    <a:pt x="605942" y="1375683"/>
                  </a:lnTo>
                  <a:lnTo>
                    <a:pt x="605937" y="1375677"/>
                  </a:lnTo>
                  <a:lnTo>
                    <a:pt x="605933" y="1375671"/>
                  </a:lnTo>
                  <a:lnTo>
                    <a:pt x="605931" y="1375664"/>
                  </a:lnTo>
                  <a:lnTo>
                    <a:pt x="605931" y="1375657"/>
                  </a:lnTo>
                  <a:lnTo>
                    <a:pt x="605930" y="1375645"/>
                  </a:lnTo>
                  <a:lnTo>
                    <a:pt x="605929" y="1375629"/>
                  </a:lnTo>
                  <a:lnTo>
                    <a:pt x="605928" y="1375621"/>
                  </a:lnTo>
                  <a:lnTo>
                    <a:pt x="605926" y="1375611"/>
                  </a:lnTo>
                  <a:lnTo>
                    <a:pt x="605925" y="1375605"/>
                  </a:lnTo>
                  <a:lnTo>
                    <a:pt x="605922" y="1375596"/>
                  </a:lnTo>
                  <a:lnTo>
                    <a:pt x="605918" y="1375588"/>
                  </a:lnTo>
                  <a:lnTo>
                    <a:pt x="605911" y="1375578"/>
                  </a:lnTo>
                  <a:lnTo>
                    <a:pt x="605905" y="1375573"/>
                  </a:lnTo>
                  <a:lnTo>
                    <a:pt x="605897" y="1375567"/>
                  </a:lnTo>
                  <a:lnTo>
                    <a:pt x="605889" y="1375559"/>
                  </a:lnTo>
                  <a:lnTo>
                    <a:pt x="605880" y="1375552"/>
                  </a:lnTo>
                  <a:lnTo>
                    <a:pt x="605872" y="1375543"/>
                  </a:lnTo>
                  <a:lnTo>
                    <a:pt x="605864" y="1375533"/>
                  </a:lnTo>
                  <a:lnTo>
                    <a:pt x="605858" y="1375525"/>
                  </a:lnTo>
                  <a:lnTo>
                    <a:pt x="605850" y="1375512"/>
                  </a:lnTo>
                  <a:lnTo>
                    <a:pt x="605845" y="1375505"/>
                  </a:lnTo>
                  <a:lnTo>
                    <a:pt x="605837" y="1375494"/>
                  </a:lnTo>
                  <a:lnTo>
                    <a:pt x="605830" y="1375485"/>
                  </a:lnTo>
                  <a:lnTo>
                    <a:pt x="605822" y="1375477"/>
                  </a:lnTo>
                  <a:lnTo>
                    <a:pt x="605811" y="1375469"/>
                  </a:lnTo>
                  <a:lnTo>
                    <a:pt x="605802" y="1375463"/>
                  </a:lnTo>
                  <a:lnTo>
                    <a:pt x="605791" y="1375457"/>
                  </a:lnTo>
                  <a:lnTo>
                    <a:pt x="605780" y="1375452"/>
                  </a:lnTo>
                  <a:lnTo>
                    <a:pt x="605766" y="1375444"/>
                  </a:lnTo>
                  <a:lnTo>
                    <a:pt x="605757" y="1375438"/>
                  </a:lnTo>
                  <a:lnTo>
                    <a:pt x="605748" y="1375431"/>
                  </a:lnTo>
                  <a:lnTo>
                    <a:pt x="605739" y="1375422"/>
                  </a:lnTo>
                  <a:lnTo>
                    <a:pt x="605730" y="1375413"/>
                  </a:lnTo>
                  <a:lnTo>
                    <a:pt x="605717" y="1375404"/>
                  </a:lnTo>
                  <a:lnTo>
                    <a:pt x="605704" y="1375393"/>
                  </a:lnTo>
                  <a:lnTo>
                    <a:pt x="605685" y="1375377"/>
                  </a:lnTo>
                  <a:lnTo>
                    <a:pt x="605672" y="1375367"/>
                  </a:lnTo>
                  <a:lnTo>
                    <a:pt x="605665" y="1375360"/>
                  </a:lnTo>
                  <a:lnTo>
                    <a:pt x="605653" y="1375349"/>
                  </a:lnTo>
                  <a:lnTo>
                    <a:pt x="605645" y="1375343"/>
                  </a:lnTo>
                  <a:lnTo>
                    <a:pt x="605631" y="1375333"/>
                  </a:lnTo>
                  <a:lnTo>
                    <a:pt x="605613" y="1375322"/>
                  </a:lnTo>
                  <a:lnTo>
                    <a:pt x="605600" y="1375313"/>
                  </a:lnTo>
                  <a:lnTo>
                    <a:pt x="605585" y="1375301"/>
                  </a:lnTo>
                  <a:lnTo>
                    <a:pt x="605572" y="1375294"/>
                  </a:lnTo>
                  <a:lnTo>
                    <a:pt x="605562" y="1375291"/>
                  </a:lnTo>
                  <a:lnTo>
                    <a:pt x="605548" y="1375289"/>
                  </a:lnTo>
                  <a:lnTo>
                    <a:pt x="605541" y="1375291"/>
                  </a:lnTo>
                  <a:lnTo>
                    <a:pt x="605534" y="1375295"/>
                  </a:lnTo>
                  <a:lnTo>
                    <a:pt x="605526" y="1375301"/>
                  </a:lnTo>
                  <a:lnTo>
                    <a:pt x="605516" y="1375306"/>
                  </a:lnTo>
                  <a:lnTo>
                    <a:pt x="605508" y="1375309"/>
                  </a:lnTo>
                  <a:lnTo>
                    <a:pt x="605495" y="1375310"/>
                  </a:lnTo>
                  <a:lnTo>
                    <a:pt x="605484" y="1375311"/>
                  </a:lnTo>
                  <a:lnTo>
                    <a:pt x="605474" y="1375313"/>
                  </a:lnTo>
                  <a:lnTo>
                    <a:pt x="605465" y="1375319"/>
                  </a:lnTo>
                  <a:lnTo>
                    <a:pt x="605457" y="1375328"/>
                  </a:lnTo>
                  <a:lnTo>
                    <a:pt x="605445" y="1375335"/>
                  </a:lnTo>
                  <a:lnTo>
                    <a:pt x="605436" y="1375340"/>
                  </a:lnTo>
                  <a:lnTo>
                    <a:pt x="605428" y="1375343"/>
                  </a:lnTo>
                  <a:lnTo>
                    <a:pt x="605410" y="1375353"/>
                  </a:lnTo>
                  <a:lnTo>
                    <a:pt x="605405" y="1375354"/>
                  </a:lnTo>
                  <a:lnTo>
                    <a:pt x="605398" y="1375355"/>
                  </a:lnTo>
                  <a:lnTo>
                    <a:pt x="605392" y="1375355"/>
                  </a:lnTo>
                  <a:lnTo>
                    <a:pt x="605385" y="1375355"/>
                  </a:lnTo>
                  <a:lnTo>
                    <a:pt x="605378" y="1375353"/>
                  </a:lnTo>
                  <a:lnTo>
                    <a:pt x="605368" y="1375350"/>
                  </a:lnTo>
                  <a:lnTo>
                    <a:pt x="605358" y="1375347"/>
                  </a:lnTo>
                  <a:lnTo>
                    <a:pt x="605348" y="1375347"/>
                  </a:lnTo>
                  <a:lnTo>
                    <a:pt x="605336" y="1375347"/>
                  </a:lnTo>
                  <a:lnTo>
                    <a:pt x="605327" y="1375348"/>
                  </a:lnTo>
                  <a:lnTo>
                    <a:pt x="605314" y="1375350"/>
                  </a:lnTo>
                  <a:lnTo>
                    <a:pt x="605301" y="1375351"/>
                  </a:lnTo>
                  <a:lnTo>
                    <a:pt x="605290" y="1375351"/>
                  </a:lnTo>
                  <a:lnTo>
                    <a:pt x="605282" y="1375351"/>
                  </a:lnTo>
                  <a:lnTo>
                    <a:pt x="605271" y="1375352"/>
                  </a:lnTo>
                  <a:lnTo>
                    <a:pt x="605250" y="1375355"/>
                  </a:lnTo>
                  <a:lnTo>
                    <a:pt x="605242" y="1375356"/>
                  </a:lnTo>
                  <a:lnTo>
                    <a:pt x="605234" y="1375356"/>
                  </a:lnTo>
                  <a:lnTo>
                    <a:pt x="605223" y="1375358"/>
                  </a:lnTo>
                  <a:lnTo>
                    <a:pt x="605209" y="1375360"/>
                  </a:lnTo>
                  <a:lnTo>
                    <a:pt x="605198" y="1375362"/>
                  </a:lnTo>
                  <a:lnTo>
                    <a:pt x="605191" y="1375362"/>
                  </a:lnTo>
                  <a:lnTo>
                    <a:pt x="605185" y="1375362"/>
                  </a:lnTo>
                  <a:lnTo>
                    <a:pt x="605177" y="1375360"/>
                  </a:lnTo>
                  <a:lnTo>
                    <a:pt x="605170" y="1375357"/>
                  </a:lnTo>
                  <a:lnTo>
                    <a:pt x="605163" y="1375355"/>
                  </a:lnTo>
                  <a:lnTo>
                    <a:pt x="605154" y="1375351"/>
                  </a:lnTo>
                  <a:lnTo>
                    <a:pt x="605143" y="1375346"/>
                  </a:lnTo>
                  <a:lnTo>
                    <a:pt x="605134" y="1375339"/>
                  </a:lnTo>
                  <a:lnTo>
                    <a:pt x="605127" y="1375333"/>
                  </a:lnTo>
                  <a:lnTo>
                    <a:pt x="605120" y="1375326"/>
                  </a:lnTo>
                  <a:lnTo>
                    <a:pt x="605113" y="1375319"/>
                  </a:lnTo>
                  <a:lnTo>
                    <a:pt x="605105" y="1375310"/>
                  </a:lnTo>
                  <a:lnTo>
                    <a:pt x="605098" y="1375302"/>
                  </a:lnTo>
                  <a:lnTo>
                    <a:pt x="605093" y="1375297"/>
                  </a:lnTo>
                  <a:lnTo>
                    <a:pt x="605087" y="1375288"/>
                  </a:lnTo>
                  <a:lnTo>
                    <a:pt x="605082" y="1375284"/>
                  </a:lnTo>
                  <a:lnTo>
                    <a:pt x="605073" y="1375280"/>
                  </a:lnTo>
                  <a:lnTo>
                    <a:pt x="605067" y="1375278"/>
                  </a:lnTo>
                  <a:lnTo>
                    <a:pt x="605059" y="1375275"/>
                  </a:lnTo>
                  <a:lnTo>
                    <a:pt x="605054" y="1375274"/>
                  </a:lnTo>
                  <a:lnTo>
                    <a:pt x="605049" y="1375274"/>
                  </a:lnTo>
                  <a:lnTo>
                    <a:pt x="605043" y="1375274"/>
                  </a:lnTo>
                  <a:lnTo>
                    <a:pt x="605035" y="1375275"/>
                  </a:lnTo>
                  <a:lnTo>
                    <a:pt x="605029" y="1375273"/>
                  </a:lnTo>
                  <a:lnTo>
                    <a:pt x="605018" y="1375270"/>
                  </a:lnTo>
                  <a:lnTo>
                    <a:pt x="605009" y="1375269"/>
                  </a:lnTo>
                  <a:lnTo>
                    <a:pt x="605001" y="1375270"/>
                  </a:lnTo>
                  <a:lnTo>
                    <a:pt x="604989" y="1375273"/>
                  </a:lnTo>
                  <a:lnTo>
                    <a:pt x="604975" y="1375278"/>
                  </a:lnTo>
                  <a:lnTo>
                    <a:pt x="604962" y="1375281"/>
                  </a:lnTo>
                  <a:lnTo>
                    <a:pt x="604949" y="1375282"/>
                  </a:lnTo>
                  <a:lnTo>
                    <a:pt x="604931" y="1375281"/>
                  </a:lnTo>
                  <a:lnTo>
                    <a:pt x="604914" y="1375278"/>
                  </a:lnTo>
                  <a:lnTo>
                    <a:pt x="604905" y="1375276"/>
                  </a:lnTo>
                  <a:lnTo>
                    <a:pt x="604889" y="1375273"/>
                  </a:lnTo>
                  <a:lnTo>
                    <a:pt x="604876" y="1375265"/>
                  </a:lnTo>
                  <a:lnTo>
                    <a:pt x="604861" y="1375257"/>
                  </a:lnTo>
                  <a:lnTo>
                    <a:pt x="604847" y="1375249"/>
                  </a:lnTo>
                  <a:lnTo>
                    <a:pt x="604825" y="1375239"/>
                  </a:lnTo>
                  <a:lnTo>
                    <a:pt x="604814" y="1375235"/>
                  </a:lnTo>
                  <a:lnTo>
                    <a:pt x="604802" y="1375229"/>
                  </a:lnTo>
                  <a:lnTo>
                    <a:pt x="604790" y="1375224"/>
                  </a:lnTo>
                  <a:lnTo>
                    <a:pt x="604779" y="1375218"/>
                  </a:lnTo>
                  <a:lnTo>
                    <a:pt x="604767" y="1375211"/>
                  </a:lnTo>
                  <a:lnTo>
                    <a:pt x="604757" y="1375209"/>
                  </a:lnTo>
                  <a:lnTo>
                    <a:pt x="604747" y="1375208"/>
                  </a:lnTo>
                  <a:lnTo>
                    <a:pt x="604736" y="1375209"/>
                  </a:lnTo>
                  <a:lnTo>
                    <a:pt x="604726" y="1375210"/>
                  </a:lnTo>
                  <a:lnTo>
                    <a:pt x="604714" y="1375211"/>
                  </a:lnTo>
                  <a:lnTo>
                    <a:pt x="604698" y="1375212"/>
                  </a:lnTo>
                  <a:lnTo>
                    <a:pt x="604686" y="1375214"/>
                  </a:lnTo>
                  <a:lnTo>
                    <a:pt x="604677" y="1375213"/>
                  </a:lnTo>
                  <a:lnTo>
                    <a:pt x="604666" y="1375211"/>
                  </a:lnTo>
                  <a:lnTo>
                    <a:pt x="604648" y="1375206"/>
                  </a:lnTo>
                  <a:lnTo>
                    <a:pt x="604642" y="1375204"/>
                  </a:lnTo>
                  <a:lnTo>
                    <a:pt x="604631" y="1375199"/>
                  </a:lnTo>
                  <a:lnTo>
                    <a:pt x="604620" y="1375193"/>
                  </a:lnTo>
                  <a:lnTo>
                    <a:pt x="604614" y="1375190"/>
                  </a:lnTo>
                  <a:lnTo>
                    <a:pt x="604604" y="1375189"/>
                  </a:lnTo>
                  <a:lnTo>
                    <a:pt x="604592" y="1375190"/>
                  </a:lnTo>
                  <a:lnTo>
                    <a:pt x="604580" y="1375192"/>
                  </a:lnTo>
                  <a:lnTo>
                    <a:pt x="604571" y="1375192"/>
                  </a:lnTo>
                  <a:lnTo>
                    <a:pt x="604560" y="1375190"/>
                  </a:lnTo>
                  <a:lnTo>
                    <a:pt x="604548" y="1375184"/>
                  </a:lnTo>
                  <a:lnTo>
                    <a:pt x="604538" y="1375181"/>
                  </a:lnTo>
                  <a:lnTo>
                    <a:pt x="604531" y="1375183"/>
                  </a:lnTo>
                  <a:lnTo>
                    <a:pt x="604524" y="1375187"/>
                  </a:lnTo>
                  <a:lnTo>
                    <a:pt x="604516" y="1375192"/>
                  </a:lnTo>
                  <a:lnTo>
                    <a:pt x="604507" y="1375196"/>
                  </a:lnTo>
                  <a:lnTo>
                    <a:pt x="604497" y="1375201"/>
                  </a:lnTo>
                  <a:lnTo>
                    <a:pt x="604491" y="1375202"/>
                  </a:lnTo>
                  <a:lnTo>
                    <a:pt x="604485" y="1375202"/>
                  </a:lnTo>
                  <a:lnTo>
                    <a:pt x="604474" y="1375201"/>
                  </a:lnTo>
                  <a:lnTo>
                    <a:pt x="604469" y="1375201"/>
                  </a:lnTo>
                  <a:lnTo>
                    <a:pt x="604462" y="1375201"/>
                  </a:lnTo>
                  <a:lnTo>
                    <a:pt x="604455" y="1375201"/>
                  </a:lnTo>
                  <a:lnTo>
                    <a:pt x="604449" y="1375202"/>
                  </a:lnTo>
                  <a:lnTo>
                    <a:pt x="604444" y="1375204"/>
                  </a:lnTo>
                  <a:lnTo>
                    <a:pt x="604435" y="1375207"/>
                  </a:lnTo>
                  <a:lnTo>
                    <a:pt x="604421" y="1375213"/>
                  </a:lnTo>
                  <a:lnTo>
                    <a:pt x="604404" y="1375221"/>
                  </a:lnTo>
                  <a:lnTo>
                    <a:pt x="604385" y="1375230"/>
                  </a:lnTo>
                  <a:lnTo>
                    <a:pt x="604373" y="1375236"/>
                  </a:lnTo>
                  <a:lnTo>
                    <a:pt x="604355" y="1375244"/>
                  </a:lnTo>
                  <a:lnTo>
                    <a:pt x="604337" y="1375251"/>
                  </a:lnTo>
                  <a:lnTo>
                    <a:pt x="604321" y="1375258"/>
                  </a:lnTo>
                  <a:lnTo>
                    <a:pt x="604314" y="1375260"/>
                  </a:lnTo>
                  <a:lnTo>
                    <a:pt x="604308" y="1375261"/>
                  </a:lnTo>
                  <a:lnTo>
                    <a:pt x="604298" y="1375260"/>
                  </a:lnTo>
                  <a:lnTo>
                    <a:pt x="604284" y="1375261"/>
                  </a:lnTo>
                  <a:lnTo>
                    <a:pt x="604270" y="1375260"/>
                  </a:lnTo>
                  <a:lnTo>
                    <a:pt x="604258" y="1375257"/>
                  </a:lnTo>
                  <a:lnTo>
                    <a:pt x="604248" y="1375255"/>
                  </a:lnTo>
                  <a:lnTo>
                    <a:pt x="604234" y="1375255"/>
                  </a:lnTo>
                  <a:lnTo>
                    <a:pt x="604222" y="1375256"/>
                  </a:lnTo>
                  <a:lnTo>
                    <a:pt x="604211" y="1375259"/>
                  </a:lnTo>
                  <a:lnTo>
                    <a:pt x="604197" y="1375267"/>
                  </a:lnTo>
                  <a:lnTo>
                    <a:pt x="604181" y="1375274"/>
                  </a:lnTo>
                  <a:lnTo>
                    <a:pt x="604165" y="1375284"/>
                  </a:lnTo>
                  <a:lnTo>
                    <a:pt x="604150" y="1375291"/>
                  </a:lnTo>
                  <a:lnTo>
                    <a:pt x="604135" y="1375297"/>
                  </a:lnTo>
                  <a:lnTo>
                    <a:pt x="604126" y="1375299"/>
                  </a:lnTo>
                  <a:lnTo>
                    <a:pt x="604121" y="1375300"/>
                  </a:lnTo>
                  <a:lnTo>
                    <a:pt x="604105" y="1375300"/>
                  </a:lnTo>
                  <a:lnTo>
                    <a:pt x="604086" y="1375298"/>
                  </a:lnTo>
                  <a:lnTo>
                    <a:pt x="604066" y="1375294"/>
                  </a:lnTo>
                  <a:lnTo>
                    <a:pt x="604042" y="1375289"/>
                  </a:lnTo>
                  <a:lnTo>
                    <a:pt x="604023" y="1375287"/>
                  </a:lnTo>
                  <a:lnTo>
                    <a:pt x="604003" y="1375284"/>
                  </a:lnTo>
                  <a:lnTo>
                    <a:pt x="603991" y="1375280"/>
                  </a:lnTo>
                  <a:lnTo>
                    <a:pt x="603974" y="1375276"/>
                  </a:lnTo>
                  <a:lnTo>
                    <a:pt x="603957" y="1375275"/>
                  </a:lnTo>
                  <a:lnTo>
                    <a:pt x="603950" y="1375278"/>
                  </a:lnTo>
                  <a:lnTo>
                    <a:pt x="603945" y="1375283"/>
                  </a:lnTo>
                  <a:lnTo>
                    <a:pt x="603939" y="1375290"/>
                  </a:lnTo>
                  <a:lnTo>
                    <a:pt x="603933" y="1375300"/>
                  </a:lnTo>
                  <a:lnTo>
                    <a:pt x="603922" y="1375308"/>
                  </a:lnTo>
                  <a:lnTo>
                    <a:pt x="603911" y="1375312"/>
                  </a:lnTo>
                  <a:lnTo>
                    <a:pt x="603905" y="1375313"/>
                  </a:lnTo>
                  <a:lnTo>
                    <a:pt x="603900" y="1375314"/>
                  </a:lnTo>
                  <a:lnTo>
                    <a:pt x="603883" y="1375310"/>
                  </a:lnTo>
                  <a:lnTo>
                    <a:pt x="603856" y="1375306"/>
                  </a:lnTo>
                  <a:lnTo>
                    <a:pt x="603843" y="1375306"/>
                  </a:lnTo>
                  <a:lnTo>
                    <a:pt x="603836" y="1375310"/>
                  </a:lnTo>
                  <a:lnTo>
                    <a:pt x="603830" y="1375317"/>
                  </a:lnTo>
                  <a:lnTo>
                    <a:pt x="603825" y="1375330"/>
                  </a:lnTo>
                  <a:lnTo>
                    <a:pt x="603820" y="1375344"/>
                  </a:lnTo>
                  <a:lnTo>
                    <a:pt x="603814" y="1375354"/>
                  </a:lnTo>
                  <a:lnTo>
                    <a:pt x="603802" y="1375367"/>
                  </a:lnTo>
                  <a:lnTo>
                    <a:pt x="603794" y="1375374"/>
                  </a:lnTo>
                  <a:lnTo>
                    <a:pt x="603784" y="1375378"/>
                  </a:lnTo>
                  <a:lnTo>
                    <a:pt x="603776" y="1375377"/>
                  </a:lnTo>
                  <a:lnTo>
                    <a:pt x="603756" y="1375378"/>
                  </a:lnTo>
                  <a:lnTo>
                    <a:pt x="603743" y="1375383"/>
                  </a:lnTo>
                  <a:lnTo>
                    <a:pt x="603735" y="1375389"/>
                  </a:lnTo>
                  <a:lnTo>
                    <a:pt x="603727" y="1375396"/>
                  </a:lnTo>
                  <a:lnTo>
                    <a:pt x="603716" y="1375396"/>
                  </a:lnTo>
                  <a:lnTo>
                    <a:pt x="603671" y="1375392"/>
                  </a:lnTo>
                  <a:lnTo>
                    <a:pt x="603633" y="1375395"/>
                  </a:lnTo>
                  <a:lnTo>
                    <a:pt x="603594" y="1375404"/>
                  </a:lnTo>
                  <a:lnTo>
                    <a:pt x="603579" y="1375410"/>
                  </a:lnTo>
                  <a:lnTo>
                    <a:pt x="603527" y="1375440"/>
                  </a:lnTo>
                  <a:lnTo>
                    <a:pt x="603479" y="1375464"/>
                  </a:lnTo>
                  <a:lnTo>
                    <a:pt x="603445" y="1375481"/>
                  </a:lnTo>
                  <a:lnTo>
                    <a:pt x="603431" y="1375485"/>
                  </a:lnTo>
                  <a:lnTo>
                    <a:pt x="603398" y="1375493"/>
                  </a:lnTo>
                  <a:lnTo>
                    <a:pt x="603354" y="1375495"/>
                  </a:lnTo>
                  <a:lnTo>
                    <a:pt x="603338" y="1375495"/>
                  </a:lnTo>
                  <a:lnTo>
                    <a:pt x="603317" y="1375490"/>
                  </a:lnTo>
                  <a:lnTo>
                    <a:pt x="603290" y="1375476"/>
                  </a:lnTo>
                  <a:lnTo>
                    <a:pt x="603269" y="1375463"/>
                  </a:lnTo>
                  <a:lnTo>
                    <a:pt x="603258" y="1375457"/>
                  </a:lnTo>
                  <a:lnTo>
                    <a:pt x="603253" y="1375455"/>
                  </a:lnTo>
                  <a:lnTo>
                    <a:pt x="603247" y="1375454"/>
                  </a:lnTo>
                  <a:lnTo>
                    <a:pt x="603240" y="1375453"/>
                  </a:lnTo>
                  <a:lnTo>
                    <a:pt x="603233" y="1375452"/>
                  </a:lnTo>
                  <a:lnTo>
                    <a:pt x="603227" y="1375451"/>
                  </a:lnTo>
                  <a:lnTo>
                    <a:pt x="603220" y="1375451"/>
                  </a:lnTo>
                  <a:lnTo>
                    <a:pt x="603212" y="1375451"/>
                  </a:lnTo>
                  <a:lnTo>
                    <a:pt x="603203" y="1375454"/>
                  </a:lnTo>
                  <a:lnTo>
                    <a:pt x="603191" y="1375458"/>
                  </a:lnTo>
                  <a:lnTo>
                    <a:pt x="603176" y="1375464"/>
                  </a:lnTo>
                  <a:lnTo>
                    <a:pt x="603158" y="1375473"/>
                  </a:lnTo>
                  <a:lnTo>
                    <a:pt x="603141" y="1375482"/>
                  </a:lnTo>
                  <a:lnTo>
                    <a:pt x="603127" y="1375484"/>
                  </a:lnTo>
                  <a:lnTo>
                    <a:pt x="603094" y="1375488"/>
                  </a:lnTo>
                  <a:lnTo>
                    <a:pt x="603086" y="1375489"/>
                  </a:lnTo>
                  <a:lnTo>
                    <a:pt x="603062" y="1375490"/>
                  </a:lnTo>
                  <a:lnTo>
                    <a:pt x="603043" y="1375491"/>
                  </a:lnTo>
                  <a:lnTo>
                    <a:pt x="603028" y="1375493"/>
                  </a:lnTo>
                  <a:lnTo>
                    <a:pt x="603022" y="1375493"/>
                  </a:lnTo>
                  <a:lnTo>
                    <a:pt x="603011" y="1375492"/>
                  </a:lnTo>
                  <a:lnTo>
                    <a:pt x="602995" y="1375490"/>
                  </a:lnTo>
                  <a:lnTo>
                    <a:pt x="602983" y="1375487"/>
                  </a:lnTo>
                  <a:lnTo>
                    <a:pt x="602966" y="1375483"/>
                  </a:lnTo>
                  <a:lnTo>
                    <a:pt x="602952" y="1375476"/>
                  </a:lnTo>
                  <a:lnTo>
                    <a:pt x="602944" y="1375472"/>
                  </a:lnTo>
                  <a:lnTo>
                    <a:pt x="602933" y="1375466"/>
                  </a:lnTo>
                  <a:lnTo>
                    <a:pt x="602925" y="1375460"/>
                  </a:lnTo>
                  <a:lnTo>
                    <a:pt x="602919" y="1375452"/>
                  </a:lnTo>
                  <a:lnTo>
                    <a:pt x="602912" y="1375442"/>
                  </a:lnTo>
                  <a:lnTo>
                    <a:pt x="602904" y="1375426"/>
                  </a:lnTo>
                  <a:lnTo>
                    <a:pt x="602898" y="1375413"/>
                  </a:lnTo>
                  <a:lnTo>
                    <a:pt x="602891" y="1375397"/>
                  </a:lnTo>
                  <a:lnTo>
                    <a:pt x="602883" y="1375386"/>
                  </a:lnTo>
                  <a:lnTo>
                    <a:pt x="602870" y="1375370"/>
                  </a:lnTo>
                  <a:lnTo>
                    <a:pt x="602859" y="1375359"/>
                  </a:lnTo>
                  <a:lnTo>
                    <a:pt x="602855" y="1375355"/>
                  </a:lnTo>
                  <a:lnTo>
                    <a:pt x="602845" y="1375345"/>
                  </a:lnTo>
                  <a:lnTo>
                    <a:pt x="602835" y="1375333"/>
                  </a:lnTo>
                  <a:lnTo>
                    <a:pt x="602807" y="1375303"/>
                  </a:lnTo>
                  <a:lnTo>
                    <a:pt x="602794" y="1375290"/>
                  </a:lnTo>
                  <a:lnTo>
                    <a:pt x="602784" y="1375282"/>
                  </a:lnTo>
                  <a:lnTo>
                    <a:pt x="602768" y="1375274"/>
                  </a:lnTo>
                  <a:lnTo>
                    <a:pt x="602757" y="1375269"/>
                  </a:lnTo>
                  <a:lnTo>
                    <a:pt x="602737" y="1375263"/>
                  </a:lnTo>
                  <a:lnTo>
                    <a:pt x="602715" y="1375258"/>
                  </a:lnTo>
                  <a:lnTo>
                    <a:pt x="602703" y="1375253"/>
                  </a:lnTo>
                  <a:lnTo>
                    <a:pt x="602692" y="1375246"/>
                  </a:lnTo>
                  <a:lnTo>
                    <a:pt x="602684" y="1375239"/>
                  </a:lnTo>
                  <a:lnTo>
                    <a:pt x="602672" y="1375229"/>
                  </a:lnTo>
                  <a:lnTo>
                    <a:pt x="602665" y="1375221"/>
                  </a:lnTo>
                  <a:lnTo>
                    <a:pt x="602660" y="1375210"/>
                  </a:lnTo>
                  <a:lnTo>
                    <a:pt x="602656" y="1375199"/>
                  </a:lnTo>
                  <a:lnTo>
                    <a:pt x="602651" y="1375184"/>
                  </a:lnTo>
                  <a:lnTo>
                    <a:pt x="602646" y="1375169"/>
                  </a:lnTo>
                  <a:lnTo>
                    <a:pt x="602640" y="1375159"/>
                  </a:lnTo>
                  <a:lnTo>
                    <a:pt x="602636" y="1375154"/>
                  </a:lnTo>
                  <a:lnTo>
                    <a:pt x="602628" y="1375147"/>
                  </a:lnTo>
                  <a:lnTo>
                    <a:pt x="602619" y="1375141"/>
                  </a:lnTo>
                  <a:lnTo>
                    <a:pt x="602614" y="1375136"/>
                  </a:lnTo>
                  <a:lnTo>
                    <a:pt x="602609" y="1375129"/>
                  </a:lnTo>
                  <a:lnTo>
                    <a:pt x="602606" y="1375119"/>
                  </a:lnTo>
                  <a:lnTo>
                    <a:pt x="602604" y="1375110"/>
                  </a:lnTo>
                  <a:lnTo>
                    <a:pt x="602603" y="1375101"/>
                  </a:lnTo>
                  <a:lnTo>
                    <a:pt x="602604" y="1375086"/>
                  </a:lnTo>
                  <a:lnTo>
                    <a:pt x="602605" y="1375069"/>
                  </a:lnTo>
                  <a:lnTo>
                    <a:pt x="602606" y="1375050"/>
                  </a:lnTo>
                  <a:lnTo>
                    <a:pt x="602606" y="1375030"/>
                  </a:lnTo>
                  <a:lnTo>
                    <a:pt x="602604" y="1375025"/>
                  </a:lnTo>
                  <a:lnTo>
                    <a:pt x="602599" y="1375021"/>
                  </a:lnTo>
                  <a:lnTo>
                    <a:pt x="602588" y="1375017"/>
                  </a:lnTo>
                  <a:lnTo>
                    <a:pt x="602578" y="1375012"/>
                  </a:lnTo>
                  <a:lnTo>
                    <a:pt x="602571" y="1375006"/>
                  </a:lnTo>
                  <a:lnTo>
                    <a:pt x="602564" y="1374997"/>
                  </a:lnTo>
                  <a:lnTo>
                    <a:pt x="602557" y="1374986"/>
                  </a:lnTo>
                  <a:lnTo>
                    <a:pt x="602552" y="1374975"/>
                  </a:lnTo>
                  <a:lnTo>
                    <a:pt x="602547" y="1374962"/>
                  </a:lnTo>
                  <a:lnTo>
                    <a:pt x="602542" y="1374947"/>
                  </a:lnTo>
                  <a:lnTo>
                    <a:pt x="602537" y="1374933"/>
                  </a:lnTo>
                  <a:lnTo>
                    <a:pt x="602533" y="1374917"/>
                  </a:lnTo>
                  <a:lnTo>
                    <a:pt x="602532" y="1374903"/>
                  </a:lnTo>
                  <a:lnTo>
                    <a:pt x="602532" y="1374895"/>
                  </a:lnTo>
                  <a:lnTo>
                    <a:pt x="602533" y="1374884"/>
                  </a:lnTo>
                  <a:lnTo>
                    <a:pt x="602535" y="1374873"/>
                  </a:lnTo>
                  <a:lnTo>
                    <a:pt x="602537" y="1374861"/>
                  </a:lnTo>
                  <a:lnTo>
                    <a:pt x="602540" y="1374845"/>
                  </a:lnTo>
                  <a:lnTo>
                    <a:pt x="602541" y="1374832"/>
                  </a:lnTo>
                  <a:lnTo>
                    <a:pt x="602541" y="1374823"/>
                  </a:lnTo>
                  <a:lnTo>
                    <a:pt x="602541" y="1374817"/>
                  </a:lnTo>
                  <a:lnTo>
                    <a:pt x="602539" y="1374797"/>
                  </a:lnTo>
                  <a:lnTo>
                    <a:pt x="602538" y="1374781"/>
                  </a:lnTo>
                  <a:lnTo>
                    <a:pt x="602536" y="1374769"/>
                  </a:lnTo>
                  <a:lnTo>
                    <a:pt x="602534" y="1374758"/>
                  </a:lnTo>
                  <a:lnTo>
                    <a:pt x="602531" y="1374750"/>
                  </a:lnTo>
                  <a:lnTo>
                    <a:pt x="602523" y="1374733"/>
                  </a:lnTo>
                  <a:lnTo>
                    <a:pt x="602518" y="1374725"/>
                  </a:lnTo>
                  <a:lnTo>
                    <a:pt x="602516" y="1374719"/>
                  </a:lnTo>
                  <a:lnTo>
                    <a:pt x="602512" y="1374710"/>
                  </a:lnTo>
                  <a:lnTo>
                    <a:pt x="602507" y="1374695"/>
                  </a:lnTo>
                  <a:lnTo>
                    <a:pt x="602502" y="1374682"/>
                  </a:lnTo>
                  <a:lnTo>
                    <a:pt x="602499" y="1374664"/>
                  </a:lnTo>
                  <a:lnTo>
                    <a:pt x="602496" y="1374651"/>
                  </a:lnTo>
                  <a:lnTo>
                    <a:pt x="602494" y="1374641"/>
                  </a:lnTo>
                  <a:lnTo>
                    <a:pt x="602490" y="1374630"/>
                  </a:lnTo>
                  <a:lnTo>
                    <a:pt x="602485" y="1374616"/>
                  </a:lnTo>
                  <a:lnTo>
                    <a:pt x="602479" y="1374603"/>
                  </a:lnTo>
                  <a:lnTo>
                    <a:pt x="602474" y="1374592"/>
                  </a:lnTo>
                  <a:lnTo>
                    <a:pt x="602470" y="1374583"/>
                  </a:lnTo>
                  <a:lnTo>
                    <a:pt x="602464" y="1374576"/>
                  </a:lnTo>
                  <a:lnTo>
                    <a:pt x="602458" y="1374571"/>
                  </a:lnTo>
                  <a:lnTo>
                    <a:pt x="602450" y="1374564"/>
                  </a:lnTo>
                  <a:lnTo>
                    <a:pt x="602441" y="1374559"/>
                  </a:lnTo>
                  <a:lnTo>
                    <a:pt x="602435" y="1374550"/>
                  </a:lnTo>
                  <a:lnTo>
                    <a:pt x="602433" y="1374540"/>
                  </a:lnTo>
                  <a:lnTo>
                    <a:pt x="602434" y="1374528"/>
                  </a:lnTo>
                  <a:lnTo>
                    <a:pt x="602435" y="1374514"/>
                  </a:lnTo>
                  <a:lnTo>
                    <a:pt x="602437" y="1374497"/>
                  </a:lnTo>
                  <a:lnTo>
                    <a:pt x="602440" y="1374480"/>
                  </a:lnTo>
                  <a:lnTo>
                    <a:pt x="602442" y="1374469"/>
                  </a:lnTo>
                  <a:lnTo>
                    <a:pt x="602439" y="1374454"/>
                  </a:lnTo>
                  <a:lnTo>
                    <a:pt x="602436" y="1374441"/>
                  </a:lnTo>
                  <a:lnTo>
                    <a:pt x="602433" y="1374429"/>
                  </a:lnTo>
                  <a:lnTo>
                    <a:pt x="602430" y="1374414"/>
                  </a:lnTo>
                  <a:lnTo>
                    <a:pt x="602427" y="1374401"/>
                  </a:lnTo>
                  <a:lnTo>
                    <a:pt x="602424" y="1374391"/>
                  </a:lnTo>
                  <a:lnTo>
                    <a:pt x="602423" y="1374381"/>
                  </a:lnTo>
                  <a:lnTo>
                    <a:pt x="602423" y="1374370"/>
                  </a:lnTo>
                  <a:lnTo>
                    <a:pt x="602423" y="1374352"/>
                  </a:lnTo>
                  <a:lnTo>
                    <a:pt x="602421" y="1374338"/>
                  </a:lnTo>
                  <a:lnTo>
                    <a:pt x="602416" y="1374331"/>
                  </a:lnTo>
                  <a:lnTo>
                    <a:pt x="602408" y="1374322"/>
                  </a:lnTo>
                  <a:lnTo>
                    <a:pt x="602403" y="1374316"/>
                  </a:lnTo>
                  <a:lnTo>
                    <a:pt x="602398" y="1374307"/>
                  </a:lnTo>
                  <a:lnTo>
                    <a:pt x="602395" y="1374296"/>
                  </a:lnTo>
                  <a:lnTo>
                    <a:pt x="602394" y="1374285"/>
                  </a:lnTo>
                  <a:lnTo>
                    <a:pt x="602394" y="1374267"/>
                  </a:lnTo>
                  <a:lnTo>
                    <a:pt x="602395" y="1374251"/>
                  </a:lnTo>
                  <a:lnTo>
                    <a:pt x="602395" y="1374230"/>
                  </a:lnTo>
                  <a:lnTo>
                    <a:pt x="602397" y="1374218"/>
                  </a:lnTo>
                  <a:lnTo>
                    <a:pt x="602401" y="1374194"/>
                  </a:lnTo>
                  <a:lnTo>
                    <a:pt x="602403" y="1374180"/>
                  </a:lnTo>
                  <a:lnTo>
                    <a:pt x="602407" y="1374164"/>
                  </a:lnTo>
                  <a:lnTo>
                    <a:pt x="602411" y="1374145"/>
                  </a:lnTo>
                  <a:lnTo>
                    <a:pt x="602416" y="1374124"/>
                  </a:lnTo>
                  <a:lnTo>
                    <a:pt x="602418" y="1374117"/>
                  </a:lnTo>
                  <a:lnTo>
                    <a:pt x="602419" y="1374108"/>
                  </a:lnTo>
                  <a:lnTo>
                    <a:pt x="602422" y="1374094"/>
                  </a:lnTo>
                  <a:lnTo>
                    <a:pt x="602428" y="1374059"/>
                  </a:lnTo>
                  <a:lnTo>
                    <a:pt x="602428" y="1374038"/>
                  </a:lnTo>
                  <a:lnTo>
                    <a:pt x="602427" y="1374019"/>
                  </a:lnTo>
                  <a:lnTo>
                    <a:pt x="602426" y="1374001"/>
                  </a:lnTo>
                  <a:lnTo>
                    <a:pt x="602426" y="1373979"/>
                  </a:lnTo>
                  <a:lnTo>
                    <a:pt x="602429" y="1373954"/>
                  </a:lnTo>
                  <a:lnTo>
                    <a:pt x="602431" y="1373933"/>
                  </a:lnTo>
                  <a:lnTo>
                    <a:pt x="602430" y="1373918"/>
                  </a:lnTo>
                  <a:lnTo>
                    <a:pt x="602428" y="1373905"/>
                  </a:lnTo>
                  <a:lnTo>
                    <a:pt x="602424" y="1373891"/>
                  </a:lnTo>
                  <a:lnTo>
                    <a:pt x="602419" y="1373873"/>
                  </a:lnTo>
                  <a:lnTo>
                    <a:pt x="602412" y="1373847"/>
                  </a:lnTo>
                  <a:lnTo>
                    <a:pt x="602404" y="1373826"/>
                  </a:lnTo>
                  <a:lnTo>
                    <a:pt x="602395" y="1373812"/>
                  </a:lnTo>
                  <a:lnTo>
                    <a:pt x="602380" y="1373801"/>
                  </a:lnTo>
                  <a:lnTo>
                    <a:pt x="602374" y="1373796"/>
                  </a:lnTo>
                  <a:lnTo>
                    <a:pt x="602370" y="1373781"/>
                  </a:lnTo>
                  <a:lnTo>
                    <a:pt x="602367" y="1373763"/>
                  </a:lnTo>
                  <a:lnTo>
                    <a:pt x="602365" y="1373737"/>
                  </a:lnTo>
                  <a:lnTo>
                    <a:pt x="602365" y="1373715"/>
                  </a:lnTo>
                  <a:lnTo>
                    <a:pt x="602363" y="1373701"/>
                  </a:lnTo>
                  <a:lnTo>
                    <a:pt x="602361" y="1373694"/>
                  </a:lnTo>
                  <a:lnTo>
                    <a:pt x="602355" y="1373686"/>
                  </a:lnTo>
                  <a:lnTo>
                    <a:pt x="602348" y="1373680"/>
                  </a:lnTo>
                  <a:lnTo>
                    <a:pt x="602338" y="1373670"/>
                  </a:lnTo>
                  <a:lnTo>
                    <a:pt x="602333" y="1373663"/>
                  </a:lnTo>
                  <a:lnTo>
                    <a:pt x="602327" y="1373653"/>
                  </a:lnTo>
                  <a:lnTo>
                    <a:pt x="602321" y="1373626"/>
                  </a:lnTo>
                  <a:lnTo>
                    <a:pt x="602314" y="1373591"/>
                  </a:lnTo>
                  <a:lnTo>
                    <a:pt x="602311" y="1373571"/>
                  </a:lnTo>
                  <a:lnTo>
                    <a:pt x="602310" y="1373562"/>
                  </a:lnTo>
                  <a:lnTo>
                    <a:pt x="602306" y="1373534"/>
                  </a:lnTo>
                  <a:lnTo>
                    <a:pt x="602305" y="1373525"/>
                  </a:lnTo>
                  <a:lnTo>
                    <a:pt x="602300" y="1373514"/>
                  </a:lnTo>
                  <a:lnTo>
                    <a:pt x="602291" y="1373496"/>
                  </a:lnTo>
                  <a:lnTo>
                    <a:pt x="602288" y="1373488"/>
                  </a:lnTo>
                  <a:lnTo>
                    <a:pt x="602287" y="1373481"/>
                  </a:lnTo>
                  <a:lnTo>
                    <a:pt x="602289" y="1373476"/>
                  </a:lnTo>
                  <a:lnTo>
                    <a:pt x="602297" y="1373458"/>
                  </a:lnTo>
                  <a:lnTo>
                    <a:pt x="602309" y="1373440"/>
                  </a:lnTo>
                  <a:lnTo>
                    <a:pt x="602313" y="1373423"/>
                  </a:lnTo>
                  <a:lnTo>
                    <a:pt x="602318" y="1373402"/>
                  </a:lnTo>
                  <a:lnTo>
                    <a:pt x="602319" y="1373387"/>
                  </a:lnTo>
                  <a:lnTo>
                    <a:pt x="602318" y="1373371"/>
                  </a:lnTo>
                  <a:lnTo>
                    <a:pt x="602319" y="1373363"/>
                  </a:lnTo>
                  <a:lnTo>
                    <a:pt x="602320" y="1373346"/>
                  </a:lnTo>
                  <a:lnTo>
                    <a:pt x="602324" y="1373317"/>
                  </a:lnTo>
                  <a:lnTo>
                    <a:pt x="602328" y="1373292"/>
                  </a:lnTo>
                  <a:lnTo>
                    <a:pt x="602332" y="1373280"/>
                  </a:lnTo>
                  <a:lnTo>
                    <a:pt x="602338" y="1373268"/>
                  </a:lnTo>
                  <a:lnTo>
                    <a:pt x="602340" y="1373255"/>
                  </a:lnTo>
                  <a:lnTo>
                    <a:pt x="602341" y="1373241"/>
                  </a:lnTo>
                  <a:lnTo>
                    <a:pt x="602343" y="1373227"/>
                  </a:lnTo>
                  <a:lnTo>
                    <a:pt x="602347" y="1373205"/>
                  </a:lnTo>
                  <a:lnTo>
                    <a:pt x="602347" y="1373187"/>
                  </a:lnTo>
                  <a:lnTo>
                    <a:pt x="602347" y="1373174"/>
                  </a:lnTo>
                  <a:lnTo>
                    <a:pt x="602346" y="1373163"/>
                  </a:lnTo>
                  <a:lnTo>
                    <a:pt x="602345" y="1373148"/>
                  </a:lnTo>
                  <a:lnTo>
                    <a:pt x="602345" y="1373127"/>
                  </a:lnTo>
                  <a:lnTo>
                    <a:pt x="602345" y="1373114"/>
                  </a:lnTo>
                  <a:lnTo>
                    <a:pt x="602345" y="1373103"/>
                  </a:lnTo>
                  <a:lnTo>
                    <a:pt x="602342" y="1373097"/>
                  </a:lnTo>
                  <a:lnTo>
                    <a:pt x="602336" y="1373082"/>
                  </a:lnTo>
                  <a:lnTo>
                    <a:pt x="602330" y="1373068"/>
                  </a:lnTo>
                  <a:lnTo>
                    <a:pt x="602327" y="1373061"/>
                  </a:lnTo>
                  <a:lnTo>
                    <a:pt x="602326" y="1373050"/>
                  </a:lnTo>
                  <a:lnTo>
                    <a:pt x="602327" y="1373042"/>
                  </a:lnTo>
                  <a:lnTo>
                    <a:pt x="602331" y="1373031"/>
                  </a:lnTo>
                  <a:lnTo>
                    <a:pt x="602337" y="1373014"/>
                  </a:lnTo>
                  <a:lnTo>
                    <a:pt x="602341" y="1372996"/>
                  </a:lnTo>
                  <a:lnTo>
                    <a:pt x="602342" y="1372975"/>
                  </a:lnTo>
                  <a:lnTo>
                    <a:pt x="602341" y="1372954"/>
                  </a:lnTo>
                  <a:lnTo>
                    <a:pt x="602337" y="1372934"/>
                  </a:lnTo>
                  <a:lnTo>
                    <a:pt x="602335" y="1372918"/>
                  </a:lnTo>
                  <a:lnTo>
                    <a:pt x="602331" y="1372886"/>
                  </a:lnTo>
                  <a:lnTo>
                    <a:pt x="602328" y="1372865"/>
                  </a:lnTo>
                  <a:lnTo>
                    <a:pt x="602328" y="1372860"/>
                  </a:lnTo>
                  <a:lnTo>
                    <a:pt x="602331" y="1372854"/>
                  </a:lnTo>
                  <a:lnTo>
                    <a:pt x="602344" y="1372843"/>
                  </a:lnTo>
                  <a:lnTo>
                    <a:pt x="602360" y="1372828"/>
                  </a:lnTo>
                  <a:lnTo>
                    <a:pt x="602371" y="1372822"/>
                  </a:lnTo>
                  <a:lnTo>
                    <a:pt x="602387" y="1372818"/>
                  </a:lnTo>
                  <a:lnTo>
                    <a:pt x="602401" y="1372813"/>
                  </a:lnTo>
                  <a:lnTo>
                    <a:pt x="602408" y="1372804"/>
                  </a:lnTo>
                  <a:lnTo>
                    <a:pt x="602413" y="1372794"/>
                  </a:lnTo>
                  <a:lnTo>
                    <a:pt x="602415" y="1372777"/>
                  </a:lnTo>
                  <a:lnTo>
                    <a:pt x="602416" y="1372764"/>
                  </a:lnTo>
                  <a:lnTo>
                    <a:pt x="602420" y="1372752"/>
                  </a:lnTo>
                  <a:lnTo>
                    <a:pt x="602427" y="1372741"/>
                  </a:lnTo>
                  <a:lnTo>
                    <a:pt x="602437" y="1372727"/>
                  </a:lnTo>
                  <a:lnTo>
                    <a:pt x="602447" y="1372717"/>
                  </a:lnTo>
                  <a:lnTo>
                    <a:pt x="602455" y="1372709"/>
                  </a:lnTo>
                  <a:lnTo>
                    <a:pt x="602459" y="1372704"/>
                  </a:lnTo>
                  <a:lnTo>
                    <a:pt x="602464" y="1372680"/>
                  </a:lnTo>
                  <a:lnTo>
                    <a:pt x="602468" y="1372665"/>
                  </a:lnTo>
                  <a:lnTo>
                    <a:pt x="602472" y="1372653"/>
                  </a:lnTo>
                  <a:lnTo>
                    <a:pt x="602478" y="1372647"/>
                  </a:lnTo>
                  <a:lnTo>
                    <a:pt x="602492" y="1372640"/>
                  </a:lnTo>
                  <a:lnTo>
                    <a:pt x="602511" y="1372632"/>
                  </a:lnTo>
                  <a:lnTo>
                    <a:pt x="602523" y="1372623"/>
                  </a:lnTo>
                  <a:lnTo>
                    <a:pt x="602538" y="1372609"/>
                  </a:lnTo>
                  <a:lnTo>
                    <a:pt x="602546" y="1372595"/>
                  </a:lnTo>
                  <a:lnTo>
                    <a:pt x="602550" y="1372583"/>
                  </a:lnTo>
                  <a:lnTo>
                    <a:pt x="602555" y="1372566"/>
                  </a:lnTo>
                  <a:lnTo>
                    <a:pt x="602558" y="1372549"/>
                  </a:lnTo>
                  <a:lnTo>
                    <a:pt x="602558" y="1372530"/>
                  </a:lnTo>
                  <a:lnTo>
                    <a:pt x="602558" y="1372521"/>
                  </a:lnTo>
                  <a:lnTo>
                    <a:pt x="602558" y="1372510"/>
                  </a:lnTo>
                  <a:lnTo>
                    <a:pt x="602559" y="1372494"/>
                  </a:lnTo>
                  <a:lnTo>
                    <a:pt x="602560" y="1372477"/>
                  </a:lnTo>
                  <a:lnTo>
                    <a:pt x="602558" y="1372460"/>
                  </a:lnTo>
                  <a:lnTo>
                    <a:pt x="602554" y="1372447"/>
                  </a:lnTo>
                  <a:lnTo>
                    <a:pt x="602549" y="1372438"/>
                  </a:lnTo>
                  <a:lnTo>
                    <a:pt x="602542" y="1372427"/>
                  </a:lnTo>
                  <a:lnTo>
                    <a:pt x="602540" y="1372420"/>
                  </a:lnTo>
                  <a:lnTo>
                    <a:pt x="602542" y="1372408"/>
                  </a:lnTo>
                  <a:lnTo>
                    <a:pt x="602545" y="1372397"/>
                  </a:lnTo>
                  <a:lnTo>
                    <a:pt x="602545" y="1372377"/>
                  </a:lnTo>
                  <a:lnTo>
                    <a:pt x="602543" y="1372367"/>
                  </a:lnTo>
                  <a:lnTo>
                    <a:pt x="602534" y="1372348"/>
                  </a:lnTo>
                  <a:lnTo>
                    <a:pt x="602525" y="1372337"/>
                  </a:lnTo>
                  <a:lnTo>
                    <a:pt x="602520" y="1372332"/>
                  </a:lnTo>
                  <a:lnTo>
                    <a:pt x="602513" y="1372321"/>
                  </a:lnTo>
                  <a:lnTo>
                    <a:pt x="602511" y="1372309"/>
                  </a:lnTo>
                  <a:lnTo>
                    <a:pt x="602510" y="1372294"/>
                  </a:lnTo>
                  <a:lnTo>
                    <a:pt x="602510" y="1372281"/>
                  </a:lnTo>
                  <a:lnTo>
                    <a:pt x="602509" y="1372271"/>
                  </a:lnTo>
                  <a:lnTo>
                    <a:pt x="602499" y="1372266"/>
                  </a:lnTo>
                  <a:lnTo>
                    <a:pt x="602476" y="1372257"/>
                  </a:lnTo>
                  <a:lnTo>
                    <a:pt x="602458" y="1372248"/>
                  </a:lnTo>
                  <a:lnTo>
                    <a:pt x="602439" y="1372243"/>
                  </a:lnTo>
                  <a:lnTo>
                    <a:pt x="602406" y="1372240"/>
                  </a:lnTo>
                  <a:lnTo>
                    <a:pt x="602397" y="1372238"/>
                  </a:lnTo>
                  <a:lnTo>
                    <a:pt x="602377" y="1372235"/>
                  </a:lnTo>
                  <a:lnTo>
                    <a:pt x="602359" y="1372233"/>
                  </a:lnTo>
                  <a:lnTo>
                    <a:pt x="602333" y="1372206"/>
                  </a:lnTo>
                  <a:lnTo>
                    <a:pt x="602328" y="1372201"/>
                  </a:lnTo>
                  <a:lnTo>
                    <a:pt x="602312" y="1372187"/>
                  </a:lnTo>
                  <a:lnTo>
                    <a:pt x="602300" y="1372176"/>
                  </a:lnTo>
                  <a:lnTo>
                    <a:pt x="602287" y="1372161"/>
                  </a:lnTo>
                  <a:lnTo>
                    <a:pt x="602269" y="1372141"/>
                  </a:lnTo>
                  <a:lnTo>
                    <a:pt x="602248" y="1372115"/>
                  </a:lnTo>
                  <a:lnTo>
                    <a:pt x="602242" y="1372106"/>
                  </a:lnTo>
                  <a:lnTo>
                    <a:pt x="602234" y="1372090"/>
                  </a:lnTo>
                  <a:lnTo>
                    <a:pt x="602232" y="1372077"/>
                  </a:lnTo>
                  <a:lnTo>
                    <a:pt x="602230" y="1372060"/>
                  </a:lnTo>
                  <a:lnTo>
                    <a:pt x="602227" y="1372043"/>
                  </a:lnTo>
                  <a:lnTo>
                    <a:pt x="602224" y="1372030"/>
                  </a:lnTo>
                  <a:lnTo>
                    <a:pt x="602215" y="1372004"/>
                  </a:lnTo>
                  <a:lnTo>
                    <a:pt x="602206" y="1371981"/>
                  </a:lnTo>
                  <a:lnTo>
                    <a:pt x="602202" y="1371968"/>
                  </a:lnTo>
                  <a:lnTo>
                    <a:pt x="602194" y="1371944"/>
                  </a:lnTo>
                  <a:lnTo>
                    <a:pt x="602182" y="1371916"/>
                  </a:lnTo>
                  <a:lnTo>
                    <a:pt x="602176" y="1371898"/>
                  </a:lnTo>
                  <a:lnTo>
                    <a:pt x="602177" y="1371891"/>
                  </a:lnTo>
                  <a:lnTo>
                    <a:pt x="602181" y="1371873"/>
                  </a:lnTo>
                  <a:lnTo>
                    <a:pt x="602188" y="1371846"/>
                  </a:lnTo>
                  <a:lnTo>
                    <a:pt x="602193" y="1371828"/>
                  </a:lnTo>
                  <a:lnTo>
                    <a:pt x="602197" y="1371813"/>
                  </a:lnTo>
                  <a:lnTo>
                    <a:pt x="602199" y="1371806"/>
                  </a:lnTo>
                  <a:lnTo>
                    <a:pt x="602201" y="1371798"/>
                  </a:lnTo>
                  <a:lnTo>
                    <a:pt x="602202" y="1371792"/>
                  </a:lnTo>
                  <a:lnTo>
                    <a:pt x="602201" y="1371781"/>
                  </a:lnTo>
                  <a:lnTo>
                    <a:pt x="602196" y="1371771"/>
                  </a:lnTo>
                  <a:lnTo>
                    <a:pt x="602190" y="1371760"/>
                  </a:lnTo>
                  <a:lnTo>
                    <a:pt x="602187" y="1371747"/>
                  </a:lnTo>
                  <a:lnTo>
                    <a:pt x="602185" y="1371731"/>
                  </a:lnTo>
                  <a:lnTo>
                    <a:pt x="602183" y="1371724"/>
                  </a:lnTo>
                  <a:lnTo>
                    <a:pt x="602178" y="1371714"/>
                  </a:lnTo>
                  <a:lnTo>
                    <a:pt x="602163" y="1371700"/>
                  </a:lnTo>
                  <a:lnTo>
                    <a:pt x="602156" y="1371693"/>
                  </a:lnTo>
                  <a:lnTo>
                    <a:pt x="602145" y="1371675"/>
                  </a:lnTo>
                  <a:lnTo>
                    <a:pt x="602139" y="1371668"/>
                  </a:lnTo>
                  <a:lnTo>
                    <a:pt x="602130" y="1371662"/>
                  </a:lnTo>
                  <a:lnTo>
                    <a:pt x="602114" y="1371648"/>
                  </a:lnTo>
                  <a:lnTo>
                    <a:pt x="602110" y="1371641"/>
                  </a:lnTo>
                  <a:lnTo>
                    <a:pt x="602095" y="1371621"/>
                  </a:lnTo>
                  <a:lnTo>
                    <a:pt x="602089" y="1371611"/>
                  </a:lnTo>
                  <a:lnTo>
                    <a:pt x="602081" y="1371600"/>
                  </a:lnTo>
                  <a:lnTo>
                    <a:pt x="602099" y="1371564"/>
                  </a:lnTo>
                  <a:lnTo>
                    <a:pt x="602108" y="1371550"/>
                  </a:lnTo>
                  <a:lnTo>
                    <a:pt x="602115" y="1371539"/>
                  </a:lnTo>
                  <a:lnTo>
                    <a:pt x="602121" y="1371527"/>
                  </a:lnTo>
                  <a:lnTo>
                    <a:pt x="602130" y="1371510"/>
                  </a:lnTo>
                  <a:lnTo>
                    <a:pt x="602136" y="1371498"/>
                  </a:lnTo>
                  <a:lnTo>
                    <a:pt x="602142" y="1371480"/>
                  </a:lnTo>
                  <a:lnTo>
                    <a:pt x="602147" y="1371462"/>
                  </a:lnTo>
                  <a:lnTo>
                    <a:pt x="602153" y="1371440"/>
                  </a:lnTo>
                  <a:lnTo>
                    <a:pt x="602156" y="1371433"/>
                  </a:lnTo>
                  <a:lnTo>
                    <a:pt x="602158" y="1371427"/>
                  </a:lnTo>
                  <a:lnTo>
                    <a:pt x="602161" y="1371415"/>
                  </a:lnTo>
                  <a:lnTo>
                    <a:pt x="602161" y="1371401"/>
                  </a:lnTo>
                  <a:lnTo>
                    <a:pt x="602161" y="1371393"/>
                  </a:lnTo>
                  <a:lnTo>
                    <a:pt x="602158" y="1371381"/>
                  </a:lnTo>
                  <a:lnTo>
                    <a:pt x="602152" y="1371359"/>
                  </a:lnTo>
                  <a:lnTo>
                    <a:pt x="602149" y="1371341"/>
                  </a:lnTo>
                  <a:lnTo>
                    <a:pt x="602145" y="1371328"/>
                  </a:lnTo>
                  <a:lnTo>
                    <a:pt x="602141" y="1371315"/>
                  </a:lnTo>
                  <a:lnTo>
                    <a:pt x="602137" y="1371303"/>
                  </a:lnTo>
                  <a:lnTo>
                    <a:pt x="602133" y="1371294"/>
                  </a:lnTo>
                  <a:lnTo>
                    <a:pt x="602127" y="1371285"/>
                  </a:lnTo>
                  <a:lnTo>
                    <a:pt x="602117" y="1371272"/>
                  </a:lnTo>
                  <a:lnTo>
                    <a:pt x="602105" y="1371253"/>
                  </a:lnTo>
                  <a:lnTo>
                    <a:pt x="602096" y="1371240"/>
                  </a:lnTo>
                  <a:lnTo>
                    <a:pt x="602085" y="1371225"/>
                  </a:lnTo>
                  <a:lnTo>
                    <a:pt x="602077" y="1371210"/>
                  </a:lnTo>
                  <a:lnTo>
                    <a:pt x="602070" y="1371201"/>
                  </a:lnTo>
                  <a:lnTo>
                    <a:pt x="602057" y="1371186"/>
                  </a:lnTo>
                  <a:lnTo>
                    <a:pt x="602050" y="1371179"/>
                  </a:lnTo>
                  <a:lnTo>
                    <a:pt x="602041" y="1371175"/>
                  </a:lnTo>
                  <a:lnTo>
                    <a:pt x="602029" y="1371172"/>
                  </a:lnTo>
                  <a:lnTo>
                    <a:pt x="601998" y="1371156"/>
                  </a:lnTo>
                  <a:lnTo>
                    <a:pt x="601991" y="1371150"/>
                  </a:lnTo>
                  <a:lnTo>
                    <a:pt x="601986" y="1371139"/>
                  </a:lnTo>
                  <a:lnTo>
                    <a:pt x="601977" y="1371111"/>
                  </a:lnTo>
                  <a:lnTo>
                    <a:pt x="601973" y="1371090"/>
                  </a:lnTo>
                  <a:lnTo>
                    <a:pt x="601969" y="1371078"/>
                  </a:lnTo>
                  <a:lnTo>
                    <a:pt x="601966" y="1371072"/>
                  </a:lnTo>
                  <a:lnTo>
                    <a:pt x="601952" y="1371040"/>
                  </a:lnTo>
                  <a:lnTo>
                    <a:pt x="601947" y="1371027"/>
                  </a:lnTo>
                  <a:lnTo>
                    <a:pt x="601939" y="1371009"/>
                  </a:lnTo>
                  <a:lnTo>
                    <a:pt x="601935" y="1371003"/>
                  </a:lnTo>
                  <a:lnTo>
                    <a:pt x="601926" y="1370995"/>
                  </a:lnTo>
                  <a:lnTo>
                    <a:pt x="601920" y="1370989"/>
                  </a:lnTo>
                  <a:lnTo>
                    <a:pt x="601910" y="1370969"/>
                  </a:lnTo>
                  <a:lnTo>
                    <a:pt x="601908" y="1370962"/>
                  </a:lnTo>
                  <a:lnTo>
                    <a:pt x="601905" y="1370952"/>
                  </a:lnTo>
                  <a:lnTo>
                    <a:pt x="601904" y="1370937"/>
                  </a:lnTo>
                  <a:lnTo>
                    <a:pt x="601904" y="1370923"/>
                  </a:lnTo>
                  <a:lnTo>
                    <a:pt x="601907" y="1370896"/>
                  </a:lnTo>
                  <a:lnTo>
                    <a:pt x="601906" y="1370876"/>
                  </a:lnTo>
                  <a:lnTo>
                    <a:pt x="601906" y="1370864"/>
                  </a:lnTo>
                  <a:lnTo>
                    <a:pt x="601906" y="1370857"/>
                  </a:lnTo>
                  <a:lnTo>
                    <a:pt x="601907" y="1370839"/>
                  </a:lnTo>
                  <a:lnTo>
                    <a:pt x="601906" y="1370828"/>
                  </a:lnTo>
                  <a:lnTo>
                    <a:pt x="601896" y="1370800"/>
                  </a:lnTo>
                  <a:lnTo>
                    <a:pt x="601890" y="1370785"/>
                  </a:lnTo>
                  <a:lnTo>
                    <a:pt x="601874" y="1370756"/>
                  </a:lnTo>
                  <a:lnTo>
                    <a:pt x="601868" y="1370750"/>
                  </a:lnTo>
                  <a:lnTo>
                    <a:pt x="601865" y="1370744"/>
                  </a:lnTo>
                  <a:lnTo>
                    <a:pt x="601854" y="1370719"/>
                  </a:lnTo>
                  <a:lnTo>
                    <a:pt x="601845" y="1370700"/>
                  </a:lnTo>
                  <a:lnTo>
                    <a:pt x="601833" y="1370677"/>
                  </a:lnTo>
                  <a:lnTo>
                    <a:pt x="601830" y="1370671"/>
                  </a:lnTo>
                  <a:lnTo>
                    <a:pt x="601823" y="1370649"/>
                  </a:lnTo>
                  <a:lnTo>
                    <a:pt x="601819" y="1370637"/>
                  </a:lnTo>
                  <a:lnTo>
                    <a:pt x="601816" y="1370619"/>
                  </a:lnTo>
                  <a:lnTo>
                    <a:pt x="601815" y="1370609"/>
                  </a:lnTo>
                  <a:lnTo>
                    <a:pt x="601814" y="1370596"/>
                  </a:lnTo>
                  <a:lnTo>
                    <a:pt x="601817" y="1370585"/>
                  </a:lnTo>
                  <a:lnTo>
                    <a:pt x="601818" y="1370579"/>
                  </a:lnTo>
                  <a:lnTo>
                    <a:pt x="601820" y="1370566"/>
                  </a:lnTo>
                  <a:lnTo>
                    <a:pt x="601823" y="1370557"/>
                  </a:lnTo>
                  <a:lnTo>
                    <a:pt x="601826" y="1370542"/>
                  </a:lnTo>
                  <a:lnTo>
                    <a:pt x="601829" y="1370524"/>
                  </a:lnTo>
                  <a:lnTo>
                    <a:pt x="601832" y="1370507"/>
                  </a:lnTo>
                  <a:lnTo>
                    <a:pt x="601836" y="1370493"/>
                  </a:lnTo>
                  <a:lnTo>
                    <a:pt x="601840" y="1370477"/>
                  </a:lnTo>
                  <a:lnTo>
                    <a:pt x="601842" y="1370468"/>
                  </a:lnTo>
                  <a:lnTo>
                    <a:pt x="601842" y="1370453"/>
                  </a:lnTo>
                  <a:lnTo>
                    <a:pt x="601841" y="1370440"/>
                  </a:lnTo>
                  <a:lnTo>
                    <a:pt x="601838" y="1370431"/>
                  </a:lnTo>
                  <a:lnTo>
                    <a:pt x="601830" y="1370407"/>
                  </a:lnTo>
                  <a:lnTo>
                    <a:pt x="601818" y="1370377"/>
                  </a:lnTo>
                  <a:lnTo>
                    <a:pt x="601808" y="1370355"/>
                  </a:lnTo>
                  <a:lnTo>
                    <a:pt x="601805" y="1370346"/>
                  </a:lnTo>
                  <a:lnTo>
                    <a:pt x="601806" y="1370338"/>
                  </a:lnTo>
                  <a:lnTo>
                    <a:pt x="601807" y="1370322"/>
                  </a:lnTo>
                  <a:lnTo>
                    <a:pt x="601811" y="1370305"/>
                  </a:lnTo>
                  <a:lnTo>
                    <a:pt x="601814" y="1370292"/>
                  </a:lnTo>
                  <a:lnTo>
                    <a:pt x="601817" y="1370280"/>
                  </a:lnTo>
                  <a:lnTo>
                    <a:pt x="601818" y="1370265"/>
                  </a:lnTo>
                  <a:lnTo>
                    <a:pt x="601819" y="1370251"/>
                  </a:lnTo>
                  <a:lnTo>
                    <a:pt x="601816" y="1370236"/>
                  </a:lnTo>
                  <a:lnTo>
                    <a:pt x="601815" y="1370219"/>
                  </a:lnTo>
                  <a:lnTo>
                    <a:pt x="601811" y="1370211"/>
                  </a:lnTo>
                  <a:lnTo>
                    <a:pt x="601805" y="1370205"/>
                  </a:lnTo>
                  <a:lnTo>
                    <a:pt x="601793" y="1370196"/>
                  </a:lnTo>
                  <a:lnTo>
                    <a:pt x="601781" y="1370188"/>
                  </a:lnTo>
                  <a:lnTo>
                    <a:pt x="601773" y="1370179"/>
                  </a:lnTo>
                  <a:lnTo>
                    <a:pt x="601765" y="1370168"/>
                  </a:lnTo>
                  <a:lnTo>
                    <a:pt x="601761" y="1370155"/>
                  </a:lnTo>
                  <a:lnTo>
                    <a:pt x="601753" y="1370125"/>
                  </a:lnTo>
                  <a:lnTo>
                    <a:pt x="601748" y="1370114"/>
                  </a:lnTo>
                  <a:lnTo>
                    <a:pt x="601737" y="1370091"/>
                  </a:lnTo>
                  <a:lnTo>
                    <a:pt x="601731" y="1370080"/>
                  </a:lnTo>
                  <a:lnTo>
                    <a:pt x="601729" y="1370075"/>
                  </a:lnTo>
                  <a:lnTo>
                    <a:pt x="601719" y="1370059"/>
                  </a:lnTo>
                  <a:lnTo>
                    <a:pt x="601705" y="1370045"/>
                  </a:lnTo>
                  <a:lnTo>
                    <a:pt x="601698" y="1370039"/>
                  </a:lnTo>
                  <a:lnTo>
                    <a:pt x="601690" y="1370038"/>
                  </a:lnTo>
                  <a:lnTo>
                    <a:pt x="601681" y="1370036"/>
                  </a:lnTo>
                  <a:lnTo>
                    <a:pt x="601672" y="1370032"/>
                  </a:lnTo>
                  <a:lnTo>
                    <a:pt x="601666" y="1370026"/>
                  </a:lnTo>
                  <a:lnTo>
                    <a:pt x="601658" y="1370015"/>
                  </a:lnTo>
                  <a:lnTo>
                    <a:pt x="601648" y="1370002"/>
                  </a:lnTo>
                  <a:lnTo>
                    <a:pt x="601643" y="1369993"/>
                  </a:lnTo>
                  <a:lnTo>
                    <a:pt x="601639" y="1369976"/>
                  </a:lnTo>
                  <a:lnTo>
                    <a:pt x="601630" y="1369944"/>
                  </a:lnTo>
                  <a:lnTo>
                    <a:pt x="601629" y="1369927"/>
                  </a:lnTo>
                  <a:lnTo>
                    <a:pt x="601626" y="1369912"/>
                  </a:lnTo>
                  <a:lnTo>
                    <a:pt x="601625" y="1369904"/>
                  </a:lnTo>
                  <a:lnTo>
                    <a:pt x="601624" y="1369860"/>
                  </a:lnTo>
                  <a:lnTo>
                    <a:pt x="601622" y="1369844"/>
                  </a:lnTo>
                  <a:lnTo>
                    <a:pt x="601618" y="1369826"/>
                  </a:lnTo>
                  <a:lnTo>
                    <a:pt x="601611" y="1369805"/>
                  </a:lnTo>
                  <a:lnTo>
                    <a:pt x="601605" y="1369792"/>
                  </a:lnTo>
                  <a:lnTo>
                    <a:pt x="601599" y="1369784"/>
                  </a:lnTo>
                  <a:lnTo>
                    <a:pt x="601591" y="1369772"/>
                  </a:lnTo>
                  <a:lnTo>
                    <a:pt x="601588" y="1369767"/>
                  </a:lnTo>
                  <a:lnTo>
                    <a:pt x="601587" y="1369759"/>
                  </a:lnTo>
                  <a:lnTo>
                    <a:pt x="601588" y="1369747"/>
                  </a:lnTo>
                  <a:lnTo>
                    <a:pt x="601590" y="1369735"/>
                  </a:lnTo>
                  <a:lnTo>
                    <a:pt x="601587" y="1369722"/>
                  </a:lnTo>
                  <a:lnTo>
                    <a:pt x="601583" y="1369712"/>
                  </a:lnTo>
                  <a:lnTo>
                    <a:pt x="601579" y="1369697"/>
                  </a:lnTo>
                  <a:lnTo>
                    <a:pt x="601576" y="1369689"/>
                  </a:lnTo>
                  <a:lnTo>
                    <a:pt x="601575" y="1369680"/>
                  </a:lnTo>
                  <a:lnTo>
                    <a:pt x="601573" y="1369664"/>
                  </a:lnTo>
                  <a:lnTo>
                    <a:pt x="601571" y="1369648"/>
                  </a:lnTo>
                  <a:lnTo>
                    <a:pt x="601568" y="1369632"/>
                  </a:lnTo>
                  <a:lnTo>
                    <a:pt x="601567" y="1369623"/>
                  </a:lnTo>
                  <a:lnTo>
                    <a:pt x="601560" y="1369605"/>
                  </a:lnTo>
                  <a:lnTo>
                    <a:pt x="601556" y="1369594"/>
                  </a:lnTo>
                  <a:lnTo>
                    <a:pt x="601555" y="1369586"/>
                  </a:lnTo>
                  <a:lnTo>
                    <a:pt x="601554" y="1369577"/>
                  </a:lnTo>
                  <a:lnTo>
                    <a:pt x="601555" y="1369569"/>
                  </a:lnTo>
                  <a:lnTo>
                    <a:pt x="601559" y="1369561"/>
                  </a:lnTo>
                  <a:lnTo>
                    <a:pt x="601565" y="1369553"/>
                  </a:lnTo>
                  <a:lnTo>
                    <a:pt x="601575" y="1369541"/>
                  </a:lnTo>
                  <a:lnTo>
                    <a:pt x="601586" y="1369530"/>
                  </a:lnTo>
                  <a:lnTo>
                    <a:pt x="601597" y="1369521"/>
                  </a:lnTo>
                  <a:lnTo>
                    <a:pt x="601610" y="1369507"/>
                  </a:lnTo>
                  <a:lnTo>
                    <a:pt x="601620" y="1369497"/>
                  </a:lnTo>
                  <a:lnTo>
                    <a:pt x="601626" y="1369485"/>
                  </a:lnTo>
                  <a:lnTo>
                    <a:pt x="601630" y="1369468"/>
                  </a:lnTo>
                  <a:lnTo>
                    <a:pt x="601636" y="1369443"/>
                  </a:lnTo>
                  <a:lnTo>
                    <a:pt x="601640" y="1369431"/>
                  </a:lnTo>
                  <a:lnTo>
                    <a:pt x="601649" y="1369406"/>
                  </a:lnTo>
                  <a:lnTo>
                    <a:pt x="601655" y="1369395"/>
                  </a:lnTo>
                  <a:lnTo>
                    <a:pt x="601659" y="1369385"/>
                  </a:lnTo>
                  <a:lnTo>
                    <a:pt x="601666" y="1369375"/>
                  </a:lnTo>
                  <a:lnTo>
                    <a:pt x="601675" y="1369366"/>
                  </a:lnTo>
                  <a:lnTo>
                    <a:pt x="601689" y="1369360"/>
                  </a:lnTo>
                  <a:lnTo>
                    <a:pt x="601703" y="1369359"/>
                  </a:lnTo>
                  <a:lnTo>
                    <a:pt x="601712" y="1369355"/>
                  </a:lnTo>
                  <a:lnTo>
                    <a:pt x="601721" y="1369345"/>
                  </a:lnTo>
                  <a:lnTo>
                    <a:pt x="601729" y="1369332"/>
                  </a:lnTo>
                  <a:lnTo>
                    <a:pt x="601734" y="1369319"/>
                  </a:lnTo>
                  <a:lnTo>
                    <a:pt x="601739" y="1369307"/>
                  </a:lnTo>
                  <a:lnTo>
                    <a:pt x="601740" y="1369296"/>
                  </a:lnTo>
                  <a:lnTo>
                    <a:pt x="601739" y="1369287"/>
                  </a:lnTo>
                  <a:lnTo>
                    <a:pt x="601734" y="1369278"/>
                  </a:lnTo>
                  <a:lnTo>
                    <a:pt x="601728" y="1369271"/>
                  </a:lnTo>
                  <a:lnTo>
                    <a:pt x="601724" y="1369264"/>
                  </a:lnTo>
                  <a:lnTo>
                    <a:pt x="601721" y="1369257"/>
                  </a:lnTo>
                  <a:lnTo>
                    <a:pt x="601716" y="1369245"/>
                  </a:lnTo>
                  <a:lnTo>
                    <a:pt x="601713" y="1369233"/>
                  </a:lnTo>
                  <a:lnTo>
                    <a:pt x="601708" y="1369220"/>
                  </a:lnTo>
                  <a:lnTo>
                    <a:pt x="601705" y="1369209"/>
                  </a:lnTo>
                  <a:lnTo>
                    <a:pt x="601702" y="1369195"/>
                  </a:lnTo>
                  <a:lnTo>
                    <a:pt x="601701" y="1369183"/>
                  </a:lnTo>
                  <a:lnTo>
                    <a:pt x="601698" y="1369172"/>
                  </a:lnTo>
                  <a:lnTo>
                    <a:pt x="601697" y="1369163"/>
                  </a:lnTo>
                  <a:lnTo>
                    <a:pt x="601695" y="1369153"/>
                  </a:lnTo>
                  <a:lnTo>
                    <a:pt x="601693" y="1369143"/>
                  </a:lnTo>
                  <a:lnTo>
                    <a:pt x="601691" y="1369135"/>
                  </a:lnTo>
                  <a:lnTo>
                    <a:pt x="601689" y="1369121"/>
                  </a:lnTo>
                  <a:lnTo>
                    <a:pt x="601688" y="1369112"/>
                  </a:lnTo>
                  <a:lnTo>
                    <a:pt x="601689" y="1369100"/>
                  </a:lnTo>
                  <a:lnTo>
                    <a:pt x="601692" y="1369091"/>
                  </a:lnTo>
                  <a:lnTo>
                    <a:pt x="601694" y="1369081"/>
                  </a:lnTo>
                  <a:lnTo>
                    <a:pt x="601697" y="1369070"/>
                  </a:lnTo>
                  <a:lnTo>
                    <a:pt x="601700" y="1369063"/>
                  </a:lnTo>
                  <a:lnTo>
                    <a:pt x="601706" y="1369058"/>
                  </a:lnTo>
                  <a:lnTo>
                    <a:pt x="601716" y="1369052"/>
                  </a:lnTo>
                  <a:lnTo>
                    <a:pt x="601735" y="1369041"/>
                  </a:lnTo>
                  <a:lnTo>
                    <a:pt x="601771" y="1369014"/>
                  </a:lnTo>
                  <a:lnTo>
                    <a:pt x="601786" y="1369004"/>
                  </a:lnTo>
                  <a:lnTo>
                    <a:pt x="601791" y="1369002"/>
                  </a:lnTo>
                  <a:lnTo>
                    <a:pt x="601798" y="1369000"/>
                  </a:lnTo>
                  <a:lnTo>
                    <a:pt x="601805" y="1368998"/>
                  </a:lnTo>
                  <a:lnTo>
                    <a:pt x="601814" y="1368995"/>
                  </a:lnTo>
                  <a:lnTo>
                    <a:pt x="601826" y="1368994"/>
                  </a:lnTo>
                  <a:lnTo>
                    <a:pt x="601844" y="1368992"/>
                  </a:lnTo>
                  <a:lnTo>
                    <a:pt x="601863" y="1368991"/>
                  </a:lnTo>
                  <a:lnTo>
                    <a:pt x="601874" y="1368989"/>
                  </a:lnTo>
                  <a:lnTo>
                    <a:pt x="601887" y="1368986"/>
                  </a:lnTo>
                  <a:lnTo>
                    <a:pt x="601911" y="1368985"/>
                  </a:lnTo>
                  <a:lnTo>
                    <a:pt x="601938" y="1368984"/>
                  </a:lnTo>
                  <a:lnTo>
                    <a:pt x="601957" y="1368984"/>
                  </a:lnTo>
                  <a:lnTo>
                    <a:pt x="601983" y="1368983"/>
                  </a:lnTo>
                  <a:lnTo>
                    <a:pt x="602005" y="1368983"/>
                  </a:lnTo>
                  <a:lnTo>
                    <a:pt x="602027" y="1368983"/>
                  </a:lnTo>
                  <a:lnTo>
                    <a:pt x="602051" y="1368983"/>
                  </a:lnTo>
                  <a:lnTo>
                    <a:pt x="602075" y="1368984"/>
                  </a:lnTo>
                  <a:lnTo>
                    <a:pt x="602092" y="1368982"/>
                  </a:lnTo>
                  <a:lnTo>
                    <a:pt x="602098" y="1368982"/>
                  </a:lnTo>
                  <a:lnTo>
                    <a:pt x="602105" y="1368982"/>
                  </a:lnTo>
                  <a:lnTo>
                    <a:pt x="602115" y="1368982"/>
                  </a:lnTo>
                  <a:lnTo>
                    <a:pt x="602121" y="1368981"/>
                  </a:lnTo>
                  <a:lnTo>
                    <a:pt x="602127" y="1368981"/>
                  </a:lnTo>
                  <a:lnTo>
                    <a:pt x="602138" y="1368981"/>
                  </a:lnTo>
                  <a:lnTo>
                    <a:pt x="602150" y="1368982"/>
                  </a:lnTo>
                  <a:lnTo>
                    <a:pt x="602159" y="1368986"/>
                  </a:lnTo>
                  <a:lnTo>
                    <a:pt x="602168" y="1368988"/>
                  </a:lnTo>
                  <a:lnTo>
                    <a:pt x="602173" y="1368989"/>
                  </a:lnTo>
                  <a:lnTo>
                    <a:pt x="602183" y="1368992"/>
                  </a:lnTo>
                  <a:lnTo>
                    <a:pt x="602192" y="1368992"/>
                  </a:lnTo>
                  <a:lnTo>
                    <a:pt x="602202" y="1368990"/>
                  </a:lnTo>
                  <a:lnTo>
                    <a:pt x="602207" y="1368990"/>
                  </a:lnTo>
                  <a:lnTo>
                    <a:pt x="602231" y="1368995"/>
                  </a:lnTo>
                  <a:lnTo>
                    <a:pt x="602241" y="1368996"/>
                  </a:lnTo>
                  <a:lnTo>
                    <a:pt x="602261" y="1369000"/>
                  </a:lnTo>
                  <a:lnTo>
                    <a:pt x="602276" y="1369001"/>
                  </a:lnTo>
                  <a:lnTo>
                    <a:pt x="602294" y="1369001"/>
                  </a:lnTo>
                  <a:lnTo>
                    <a:pt x="602321" y="1368995"/>
                  </a:lnTo>
                  <a:lnTo>
                    <a:pt x="602335" y="1368989"/>
                  </a:lnTo>
                  <a:lnTo>
                    <a:pt x="602347" y="1368986"/>
                  </a:lnTo>
                  <a:lnTo>
                    <a:pt x="602360" y="1368985"/>
                  </a:lnTo>
                  <a:lnTo>
                    <a:pt x="602373" y="1368984"/>
                  </a:lnTo>
                  <a:lnTo>
                    <a:pt x="602389" y="1368979"/>
                  </a:lnTo>
                  <a:lnTo>
                    <a:pt x="602397" y="1368973"/>
                  </a:lnTo>
                  <a:lnTo>
                    <a:pt x="602401" y="1368969"/>
                  </a:lnTo>
                  <a:lnTo>
                    <a:pt x="602407" y="1368964"/>
                  </a:lnTo>
                  <a:lnTo>
                    <a:pt x="602414" y="1368962"/>
                  </a:lnTo>
                  <a:lnTo>
                    <a:pt x="602425" y="1368961"/>
                  </a:lnTo>
                  <a:lnTo>
                    <a:pt x="602423" y="1368953"/>
                  </a:lnTo>
                  <a:lnTo>
                    <a:pt x="602423" y="1368933"/>
                  </a:lnTo>
                  <a:lnTo>
                    <a:pt x="602424" y="1368911"/>
                  </a:lnTo>
                  <a:lnTo>
                    <a:pt x="602425" y="1368890"/>
                  </a:lnTo>
                  <a:lnTo>
                    <a:pt x="602426" y="1368875"/>
                  </a:lnTo>
                  <a:lnTo>
                    <a:pt x="602426" y="1368858"/>
                  </a:lnTo>
                  <a:lnTo>
                    <a:pt x="602425" y="1368851"/>
                  </a:lnTo>
                  <a:lnTo>
                    <a:pt x="602422" y="1368838"/>
                  </a:lnTo>
                  <a:lnTo>
                    <a:pt x="602418" y="1368826"/>
                  </a:lnTo>
                  <a:lnTo>
                    <a:pt x="602416" y="1368819"/>
                  </a:lnTo>
                  <a:lnTo>
                    <a:pt x="602414" y="1368811"/>
                  </a:lnTo>
                  <a:lnTo>
                    <a:pt x="602412" y="1368805"/>
                  </a:lnTo>
                  <a:lnTo>
                    <a:pt x="602406" y="1368795"/>
                  </a:lnTo>
                  <a:lnTo>
                    <a:pt x="602402" y="1368787"/>
                  </a:lnTo>
                  <a:lnTo>
                    <a:pt x="602397" y="1368769"/>
                  </a:lnTo>
                  <a:lnTo>
                    <a:pt x="602395" y="1368754"/>
                  </a:lnTo>
                  <a:lnTo>
                    <a:pt x="602393" y="1368734"/>
                  </a:lnTo>
                  <a:lnTo>
                    <a:pt x="602391" y="1368724"/>
                  </a:lnTo>
                  <a:lnTo>
                    <a:pt x="602387" y="1368717"/>
                  </a:lnTo>
                  <a:lnTo>
                    <a:pt x="602382" y="1368711"/>
                  </a:lnTo>
                  <a:lnTo>
                    <a:pt x="602369" y="1368695"/>
                  </a:lnTo>
                  <a:lnTo>
                    <a:pt x="602364" y="1368687"/>
                  </a:lnTo>
                  <a:lnTo>
                    <a:pt x="602357" y="1368667"/>
                  </a:lnTo>
                  <a:lnTo>
                    <a:pt x="602352" y="1368653"/>
                  </a:lnTo>
                  <a:lnTo>
                    <a:pt x="602347" y="1368640"/>
                  </a:lnTo>
                  <a:lnTo>
                    <a:pt x="602343" y="1368616"/>
                  </a:lnTo>
                  <a:lnTo>
                    <a:pt x="602339" y="1368592"/>
                  </a:lnTo>
                  <a:lnTo>
                    <a:pt x="602336" y="1368575"/>
                  </a:lnTo>
                  <a:lnTo>
                    <a:pt x="602328" y="1368552"/>
                  </a:lnTo>
                  <a:lnTo>
                    <a:pt x="602325" y="1368542"/>
                  </a:lnTo>
                  <a:lnTo>
                    <a:pt x="602318" y="1368520"/>
                  </a:lnTo>
                  <a:lnTo>
                    <a:pt x="602316" y="1368506"/>
                  </a:lnTo>
                  <a:lnTo>
                    <a:pt x="602316" y="1368495"/>
                  </a:lnTo>
                  <a:lnTo>
                    <a:pt x="602318" y="1368483"/>
                  </a:lnTo>
                  <a:lnTo>
                    <a:pt x="602321" y="1368470"/>
                  </a:lnTo>
                  <a:lnTo>
                    <a:pt x="602320" y="1368456"/>
                  </a:lnTo>
                  <a:lnTo>
                    <a:pt x="602318" y="1368447"/>
                  </a:lnTo>
                  <a:lnTo>
                    <a:pt x="602315" y="1368441"/>
                  </a:lnTo>
                  <a:lnTo>
                    <a:pt x="602308" y="1368431"/>
                  </a:lnTo>
                  <a:lnTo>
                    <a:pt x="602297" y="1368419"/>
                  </a:lnTo>
                  <a:lnTo>
                    <a:pt x="602288" y="1368408"/>
                  </a:lnTo>
                  <a:lnTo>
                    <a:pt x="602285" y="1368401"/>
                  </a:lnTo>
                  <a:lnTo>
                    <a:pt x="602283" y="1368394"/>
                  </a:lnTo>
                  <a:lnTo>
                    <a:pt x="602281" y="1368385"/>
                  </a:lnTo>
                  <a:lnTo>
                    <a:pt x="602277" y="1368373"/>
                  </a:lnTo>
                  <a:lnTo>
                    <a:pt x="602272" y="1368362"/>
                  </a:lnTo>
                  <a:lnTo>
                    <a:pt x="602268" y="1368353"/>
                  </a:lnTo>
                  <a:lnTo>
                    <a:pt x="602264" y="1368347"/>
                  </a:lnTo>
                  <a:lnTo>
                    <a:pt x="602256" y="1368338"/>
                  </a:lnTo>
                  <a:lnTo>
                    <a:pt x="602248" y="1368328"/>
                  </a:lnTo>
                  <a:lnTo>
                    <a:pt x="602242" y="1368319"/>
                  </a:lnTo>
                  <a:lnTo>
                    <a:pt x="602240" y="1368312"/>
                  </a:lnTo>
                  <a:lnTo>
                    <a:pt x="602238" y="1368300"/>
                  </a:lnTo>
                  <a:lnTo>
                    <a:pt x="602237" y="1368290"/>
                  </a:lnTo>
                  <a:lnTo>
                    <a:pt x="602237" y="1368284"/>
                  </a:lnTo>
                  <a:lnTo>
                    <a:pt x="602236" y="1368268"/>
                  </a:lnTo>
                  <a:lnTo>
                    <a:pt x="602237" y="1368257"/>
                  </a:lnTo>
                  <a:lnTo>
                    <a:pt x="602238" y="1368252"/>
                  </a:lnTo>
                  <a:lnTo>
                    <a:pt x="602242" y="1368236"/>
                  </a:lnTo>
                  <a:lnTo>
                    <a:pt x="602244" y="1368230"/>
                  </a:lnTo>
                  <a:lnTo>
                    <a:pt x="602251" y="1368219"/>
                  </a:lnTo>
                  <a:lnTo>
                    <a:pt x="602273" y="1368186"/>
                  </a:lnTo>
                  <a:lnTo>
                    <a:pt x="602288" y="1368160"/>
                  </a:lnTo>
                  <a:lnTo>
                    <a:pt x="602292" y="1368154"/>
                  </a:lnTo>
                  <a:lnTo>
                    <a:pt x="602293" y="1368145"/>
                  </a:lnTo>
                  <a:lnTo>
                    <a:pt x="602289" y="1368137"/>
                  </a:lnTo>
                  <a:lnTo>
                    <a:pt x="602282" y="1368127"/>
                  </a:lnTo>
                  <a:lnTo>
                    <a:pt x="602273" y="1368115"/>
                  </a:lnTo>
                  <a:lnTo>
                    <a:pt x="602267" y="1368108"/>
                  </a:lnTo>
                  <a:lnTo>
                    <a:pt x="602262" y="1368098"/>
                  </a:lnTo>
                  <a:lnTo>
                    <a:pt x="602259" y="1368087"/>
                  </a:lnTo>
                  <a:lnTo>
                    <a:pt x="602257" y="1368077"/>
                  </a:lnTo>
                  <a:lnTo>
                    <a:pt x="602255" y="1368063"/>
                  </a:lnTo>
                  <a:lnTo>
                    <a:pt x="602253" y="1368045"/>
                  </a:lnTo>
                  <a:lnTo>
                    <a:pt x="602249" y="1368023"/>
                  </a:lnTo>
                  <a:lnTo>
                    <a:pt x="602247" y="1368012"/>
                  </a:lnTo>
                  <a:lnTo>
                    <a:pt x="602245" y="1368006"/>
                  </a:lnTo>
                  <a:lnTo>
                    <a:pt x="602242" y="1367999"/>
                  </a:lnTo>
                  <a:lnTo>
                    <a:pt x="602237" y="1367992"/>
                  </a:lnTo>
                  <a:lnTo>
                    <a:pt x="602233" y="1367987"/>
                  </a:lnTo>
                  <a:lnTo>
                    <a:pt x="602231" y="1367982"/>
                  </a:lnTo>
                  <a:lnTo>
                    <a:pt x="602229" y="1367973"/>
                  </a:lnTo>
                  <a:lnTo>
                    <a:pt x="602226" y="1367964"/>
                  </a:lnTo>
                  <a:lnTo>
                    <a:pt x="602223" y="1367958"/>
                  </a:lnTo>
                  <a:lnTo>
                    <a:pt x="602218" y="1367951"/>
                  </a:lnTo>
                  <a:lnTo>
                    <a:pt x="602207" y="1367940"/>
                  </a:lnTo>
                  <a:lnTo>
                    <a:pt x="602193" y="1367928"/>
                  </a:lnTo>
                  <a:lnTo>
                    <a:pt x="602180" y="1367915"/>
                  </a:lnTo>
                  <a:lnTo>
                    <a:pt x="602171" y="1367903"/>
                  </a:lnTo>
                  <a:lnTo>
                    <a:pt x="602164" y="1367892"/>
                  </a:lnTo>
                  <a:lnTo>
                    <a:pt x="602161" y="1367885"/>
                  </a:lnTo>
                  <a:lnTo>
                    <a:pt x="602157" y="1367878"/>
                  </a:lnTo>
                  <a:lnTo>
                    <a:pt x="602152" y="1367873"/>
                  </a:lnTo>
                  <a:lnTo>
                    <a:pt x="602147" y="1367871"/>
                  </a:lnTo>
                  <a:lnTo>
                    <a:pt x="602136" y="1367870"/>
                  </a:lnTo>
                  <a:lnTo>
                    <a:pt x="602127" y="1367869"/>
                  </a:lnTo>
                  <a:lnTo>
                    <a:pt x="602119" y="1367868"/>
                  </a:lnTo>
                  <a:lnTo>
                    <a:pt x="602112" y="1367866"/>
                  </a:lnTo>
                  <a:lnTo>
                    <a:pt x="602108" y="1367864"/>
                  </a:lnTo>
                  <a:lnTo>
                    <a:pt x="602097" y="1367857"/>
                  </a:lnTo>
                  <a:lnTo>
                    <a:pt x="602087" y="1367851"/>
                  </a:lnTo>
                  <a:lnTo>
                    <a:pt x="602075" y="1367840"/>
                  </a:lnTo>
                  <a:lnTo>
                    <a:pt x="602065" y="1367823"/>
                  </a:lnTo>
                  <a:lnTo>
                    <a:pt x="602054" y="1367813"/>
                  </a:lnTo>
                  <a:lnTo>
                    <a:pt x="602046" y="1367804"/>
                  </a:lnTo>
                  <a:lnTo>
                    <a:pt x="602038" y="1367795"/>
                  </a:lnTo>
                  <a:lnTo>
                    <a:pt x="602030" y="1367791"/>
                  </a:lnTo>
                  <a:lnTo>
                    <a:pt x="602025" y="1367784"/>
                  </a:lnTo>
                  <a:lnTo>
                    <a:pt x="602023" y="1367776"/>
                  </a:lnTo>
                  <a:lnTo>
                    <a:pt x="602019" y="1367759"/>
                  </a:lnTo>
                  <a:lnTo>
                    <a:pt x="602017" y="1367748"/>
                  </a:lnTo>
                  <a:lnTo>
                    <a:pt x="602014" y="1367738"/>
                  </a:lnTo>
                  <a:lnTo>
                    <a:pt x="602011" y="1367732"/>
                  </a:lnTo>
                  <a:lnTo>
                    <a:pt x="602008" y="1367720"/>
                  </a:lnTo>
                  <a:lnTo>
                    <a:pt x="601999" y="1367703"/>
                  </a:lnTo>
                  <a:lnTo>
                    <a:pt x="601993" y="1367691"/>
                  </a:lnTo>
                  <a:lnTo>
                    <a:pt x="601991" y="1367685"/>
                  </a:lnTo>
                  <a:lnTo>
                    <a:pt x="601989" y="1367679"/>
                  </a:lnTo>
                  <a:lnTo>
                    <a:pt x="601984" y="1367666"/>
                  </a:lnTo>
                  <a:lnTo>
                    <a:pt x="601978" y="1367644"/>
                  </a:lnTo>
                  <a:lnTo>
                    <a:pt x="601977" y="1367631"/>
                  </a:lnTo>
                  <a:lnTo>
                    <a:pt x="601978" y="1367619"/>
                  </a:lnTo>
                  <a:lnTo>
                    <a:pt x="601981" y="1367604"/>
                  </a:lnTo>
                  <a:lnTo>
                    <a:pt x="601987" y="1367584"/>
                  </a:lnTo>
                  <a:lnTo>
                    <a:pt x="601991" y="1367564"/>
                  </a:lnTo>
                  <a:lnTo>
                    <a:pt x="601988" y="1367552"/>
                  </a:lnTo>
                  <a:lnTo>
                    <a:pt x="601982" y="1367541"/>
                  </a:lnTo>
                  <a:lnTo>
                    <a:pt x="601967" y="1367518"/>
                  </a:lnTo>
                  <a:lnTo>
                    <a:pt x="601952" y="1367487"/>
                  </a:lnTo>
                  <a:lnTo>
                    <a:pt x="601941" y="1367468"/>
                  </a:lnTo>
                  <a:lnTo>
                    <a:pt x="601937" y="1367463"/>
                  </a:lnTo>
                  <a:lnTo>
                    <a:pt x="601923" y="1367442"/>
                  </a:lnTo>
                  <a:lnTo>
                    <a:pt x="601911" y="1367427"/>
                  </a:lnTo>
                  <a:lnTo>
                    <a:pt x="601907" y="1367422"/>
                  </a:lnTo>
                  <a:lnTo>
                    <a:pt x="601894" y="1367411"/>
                  </a:lnTo>
                  <a:lnTo>
                    <a:pt x="601886" y="1367398"/>
                  </a:lnTo>
                  <a:lnTo>
                    <a:pt x="601882" y="1367383"/>
                  </a:lnTo>
                  <a:lnTo>
                    <a:pt x="601876" y="1367365"/>
                  </a:lnTo>
                  <a:lnTo>
                    <a:pt x="601870" y="1367349"/>
                  </a:lnTo>
                  <a:lnTo>
                    <a:pt x="601867" y="1367342"/>
                  </a:lnTo>
                  <a:lnTo>
                    <a:pt x="601865" y="1367335"/>
                  </a:lnTo>
                  <a:lnTo>
                    <a:pt x="601863" y="1367329"/>
                  </a:lnTo>
                  <a:lnTo>
                    <a:pt x="601861" y="1367324"/>
                  </a:lnTo>
                  <a:lnTo>
                    <a:pt x="601857" y="1367319"/>
                  </a:lnTo>
                  <a:lnTo>
                    <a:pt x="601853" y="1367313"/>
                  </a:lnTo>
                  <a:lnTo>
                    <a:pt x="601848" y="1367303"/>
                  </a:lnTo>
                  <a:lnTo>
                    <a:pt x="601845" y="1367295"/>
                  </a:lnTo>
                  <a:lnTo>
                    <a:pt x="601841" y="1367272"/>
                  </a:lnTo>
                  <a:lnTo>
                    <a:pt x="601835" y="1367261"/>
                  </a:lnTo>
                  <a:lnTo>
                    <a:pt x="601822" y="1367249"/>
                  </a:lnTo>
                  <a:lnTo>
                    <a:pt x="601813" y="1367241"/>
                  </a:lnTo>
                  <a:lnTo>
                    <a:pt x="601798" y="1367228"/>
                  </a:lnTo>
                  <a:lnTo>
                    <a:pt x="601791" y="1367227"/>
                  </a:lnTo>
                  <a:lnTo>
                    <a:pt x="601779" y="1367224"/>
                  </a:lnTo>
                  <a:lnTo>
                    <a:pt x="601762" y="1367223"/>
                  </a:lnTo>
                  <a:lnTo>
                    <a:pt x="601748" y="1367220"/>
                  </a:lnTo>
                  <a:lnTo>
                    <a:pt x="601741" y="1367216"/>
                  </a:lnTo>
                  <a:lnTo>
                    <a:pt x="601735" y="1367210"/>
                  </a:lnTo>
                  <a:lnTo>
                    <a:pt x="601720" y="1367196"/>
                  </a:lnTo>
                  <a:lnTo>
                    <a:pt x="601710" y="1367179"/>
                  </a:lnTo>
                  <a:lnTo>
                    <a:pt x="601700" y="1367162"/>
                  </a:lnTo>
                  <a:lnTo>
                    <a:pt x="601693" y="1367144"/>
                  </a:lnTo>
                  <a:lnTo>
                    <a:pt x="601690" y="1367132"/>
                  </a:lnTo>
                  <a:lnTo>
                    <a:pt x="601686" y="1367111"/>
                  </a:lnTo>
                  <a:lnTo>
                    <a:pt x="601681" y="1367089"/>
                  </a:lnTo>
                  <a:lnTo>
                    <a:pt x="601675" y="1367063"/>
                  </a:lnTo>
                  <a:lnTo>
                    <a:pt x="601670" y="1367040"/>
                  </a:lnTo>
                  <a:lnTo>
                    <a:pt x="601662" y="1367024"/>
                  </a:lnTo>
                  <a:lnTo>
                    <a:pt x="601654" y="1367003"/>
                  </a:lnTo>
                  <a:lnTo>
                    <a:pt x="601650" y="1366997"/>
                  </a:lnTo>
                  <a:lnTo>
                    <a:pt x="601646" y="1366990"/>
                  </a:lnTo>
                  <a:lnTo>
                    <a:pt x="601627" y="1366965"/>
                  </a:lnTo>
                  <a:lnTo>
                    <a:pt x="601611" y="1366953"/>
                  </a:lnTo>
                  <a:lnTo>
                    <a:pt x="601605" y="1366949"/>
                  </a:lnTo>
                  <a:lnTo>
                    <a:pt x="601590" y="1366941"/>
                  </a:lnTo>
                  <a:lnTo>
                    <a:pt x="601576" y="1366934"/>
                  </a:lnTo>
                  <a:lnTo>
                    <a:pt x="601556" y="1366924"/>
                  </a:lnTo>
                  <a:lnTo>
                    <a:pt x="601551" y="1366923"/>
                  </a:lnTo>
                  <a:lnTo>
                    <a:pt x="601542" y="1366922"/>
                  </a:lnTo>
                  <a:lnTo>
                    <a:pt x="601527" y="1366921"/>
                  </a:lnTo>
                  <a:lnTo>
                    <a:pt x="601507" y="1366919"/>
                  </a:lnTo>
                  <a:lnTo>
                    <a:pt x="601491" y="1366918"/>
                  </a:lnTo>
                  <a:lnTo>
                    <a:pt x="601469" y="1366917"/>
                  </a:lnTo>
                  <a:lnTo>
                    <a:pt x="601459" y="1366916"/>
                  </a:lnTo>
                  <a:lnTo>
                    <a:pt x="601437" y="1366914"/>
                  </a:lnTo>
                  <a:lnTo>
                    <a:pt x="601422" y="1366913"/>
                  </a:lnTo>
                  <a:lnTo>
                    <a:pt x="601405" y="1366913"/>
                  </a:lnTo>
                  <a:lnTo>
                    <a:pt x="601399" y="1366911"/>
                  </a:lnTo>
                  <a:lnTo>
                    <a:pt x="601397" y="1366904"/>
                  </a:lnTo>
                  <a:lnTo>
                    <a:pt x="601386" y="1366862"/>
                  </a:lnTo>
                  <a:lnTo>
                    <a:pt x="601382" y="1366854"/>
                  </a:lnTo>
                  <a:lnTo>
                    <a:pt x="601372" y="1366839"/>
                  </a:lnTo>
                  <a:lnTo>
                    <a:pt x="601362" y="1366823"/>
                  </a:lnTo>
                  <a:lnTo>
                    <a:pt x="601350" y="1366806"/>
                  </a:lnTo>
                  <a:lnTo>
                    <a:pt x="601346" y="1366800"/>
                  </a:lnTo>
                  <a:lnTo>
                    <a:pt x="601342" y="1366796"/>
                  </a:lnTo>
                  <a:lnTo>
                    <a:pt x="601333" y="1366788"/>
                  </a:lnTo>
                  <a:lnTo>
                    <a:pt x="601314" y="1366771"/>
                  </a:lnTo>
                  <a:lnTo>
                    <a:pt x="601300" y="1366759"/>
                  </a:lnTo>
                  <a:lnTo>
                    <a:pt x="601280" y="1366743"/>
                  </a:lnTo>
                  <a:lnTo>
                    <a:pt x="601259" y="1366726"/>
                  </a:lnTo>
                  <a:lnTo>
                    <a:pt x="601249" y="1366713"/>
                  </a:lnTo>
                  <a:lnTo>
                    <a:pt x="601244" y="1366706"/>
                  </a:lnTo>
                  <a:lnTo>
                    <a:pt x="601236" y="1366693"/>
                  </a:lnTo>
                  <a:lnTo>
                    <a:pt x="601231" y="1366683"/>
                  </a:lnTo>
                  <a:lnTo>
                    <a:pt x="601228" y="1366673"/>
                  </a:lnTo>
                  <a:lnTo>
                    <a:pt x="601225" y="1366668"/>
                  </a:lnTo>
                  <a:lnTo>
                    <a:pt x="601221" y="1366659"/>
                  </a:lnTo>
                  <a:lnTo>
                    <a:pt x="601219" y="1366654"/>
                  </a:lnTo>
                  <a:lnTo>
                    <a:pt x="601216" y="1366646"/>
                  </a:lnTo>
                  <a:lnTo>
                    <a:pt x="601215" y="1366636"/>
                  </a:lnTo>
                  <a:lnTo>
                    <a:pt x="601215" y="1366628"/>
                  </a:lnTo>
                  <a:lnTo>
                    <a:pt x="601215" y="1366622"/>
                  </a:lnTo>
                  <a:lnTo>
                    <a:pt x="601217" y="1366614"/>
                  </a:lnTo>
                  <a:lnTo>
                    <a:pt x="601221" y="1366590"/>
                  </a:lnTo>
                  <a:lnTo>
                    <a:pt x="601223" y="1366570"/>
                  </a:lnTo>
                  <a:lnTo>
                    <a:pt x="601224" y="1366551"/>
                  </a:lnTo>
                  <a:lnTo>
                    <a:pt x="601224" y="1366531"/>
                  </a:lnTo>
                  <a:lnTo>
                    <a:pt x="601225" y="1366511"/>
                  </a:lnTo>
                  <a:lnTo>
                    <a:pt x="601226" y="1366490"/>
                  </a:lnTo>
                  <a:lnTo>
                    <a:pt x="601227" y="1366465"/>
                  </a:lnTo>
                  <a:lnTo>
                    <a:pt x="601227" y="1366433"/>
                  </a:lnTo>
                  <a:lnTo>
                    <a:pt x="601225" y="1366415"/>
                  </a:lnTo>
                  <a:lnTo>
                    <a:pt x="601225" y="1366401"/>
                  </a:lnTo>
                  <a:lnTo>
                    <a:pt x="601224" y="1366385"/>
                  </a:lnTo>
                  <a:lnTo>
                    <a:pt x="601221" y="1366369"/>
                  </a:lnTo>
                  <a:lnTo>
                    <a:pt x="601218" y="1366351"/>
                  </a:lnTo>
                  <a:lnTo>
                    <a:pt x="601214" y="1366337"/>
                  </a:lnTo>
                  <a:lnTo>
                    <a:pt x="601213" y="1366319"/>
                  </a:lnTo>
                  <a:lnTo>
                    <a:pt x="601210" y="1366286"/>
                  </a:lnTo>
                  <a:lnTo>
                    <a:pt x="601207" y="1366260"/>
                  </a:lnTo>
                  <a:lnTo>
                    <a:pt x="601206" y="1366236"/>
                  </a:lnTo>
                  <a:lnTo>
                    <a:pt x="601206" y="1366230"/>
                  </a:lnTo>
                  <a:lnTo>
                    <a:pt x="601205" y="1366205"/>
                  </a:lnTo>
                  <a:lnTo>
                    <a:pt x="601202" y="1366191"/>
                  </a:lnTo>
                  <a:lnTo>
                    <a:pt x="601196" y="1366180"/>
                  </a:lnTo>
                  <a:lnTo>
                    <a:pt x="601187" y="1366165"/>
                  </a:lnTo>
                  <a:lnTo>
                    <a:pt x="601176" y="1366147"/>
                  </a:lnTo>
                  <a:lnTo>
                    <a:pt x="601171" y="1366136"/>
                  </a:lnTo>
                  <a:lnTo>
                    <a:pt x="601164" y="1366111"/>
                  </a:lnTo>
                  <a:lnTo>
                    <a:pt x="601163" y="1366089"/>
                  </a:lnTo>
                  <a:lnTo>
                    <a:pt x="601162" y="1366064"/>
                  </a:lnTo>
                  <a:lnTo>
                    <a:pt x="601159" y="1366037"/>
                  </a:lnTo>
                  <a:lnTo>
                    <a:pt x="601157" y="1366012"/>
                  </a:lnTo>
                  <a:lnTo>
                    <a:pt x="601154" y="1365996"/>
                  </a:lnTo>
                  <a:lnTo>
                    <a:pt x="601149" y="1365975"/>
                  </a:lnTo>
                  <a:lnTo>
                    <a:pt x="601145" y="1365963"/>
                  </a:lnTo>
                  <a:lnTo>
                    <a:pt x="601148" y="1365953"/>
                  </a:lnTo>
                  <a:lnTo>
                    <a:pt x="601154" y="1365947"/>
                  </a:lnTo>
                  <a:lnTo>
                    <a:pt x="601161" y="1365940"/>
                  </a:lnTo>
                  <a:lnTo>
                    <a:pt x="601172" y="1365933"/>
                  </a:lnTo>
                  <a:lnTo>
                    <a:pt x="601187" y="1365918"/>
                  </a:lnTo>
                  <a:lnTo>
                    <a:pt x="601204" y="1365905"/>
                  </a:lnTo>
                  <a:lnTo>
                    <a:pt x="601232" y="1365882"/>
                  </a:lnTo>
                  <a:lnTo>
                    <a:pt x="601243" y="1365871"/>
                  </a:lnTo>
                  <a:lnTo>
                    <a:pt x="601241" y="1365862"/>
                  </a:lnTo>
                  <a:lnTo>
                    <a:pt x="601237" y="1365851"/>
                  </a:lnTo>
                  <a:lnTo>
                    <a:pt x="601235" y="1365840"/>
                  </a:lnTo>
                  <a:lnTo>
                    <a:pt x="601234" y="1365818"/>
                  </a:lnTo>
                  <a:lnTo>
                    <a:pt x="601234" y="1365800"/>
                  </a:lnTo>
                  <a:lnTo>
                    <a:pt x="601236" y="1365780"/>
                  </a:lnTo>
                  <a:lnTo>
                    <a:pt x="601239" y="1365762"/>
                  </a:lnTo>
                  <a:lnTo>
                    <a:pt x="601242" y="1365751"/>
                  </a:lnTo>
                  <a:lnTo>
                    <a:pt x="601247" y="1365743"/>
                  </a:lnTo>
                  <a:lnTo>
                    <a:pt x="601254" y="1365728"/>
                  </a:lnTo>
                  <a:lnTo>
                    <a:pt x="601255" y="1365719"/>
                  </a:lnTo>
                  <a:lnTo>
                    <a:pt x="601253" y="1365712"/>
                  </a:lnTo>
                  <a:lnTo>
                    <a:pt x="601245" y="1365707"/>
                  </a:lnTo>
                  <a:lnTo>
                    <a:pt x="601238" y="1365704"/>
                  </a:lnTo>
                  <a:lnTo>
                    <a:pt x="601233" y="1365702"/>
                  </a:lnTo>
                  <a:lnTo>
                    <a:pt x="601216" y="1365693"/>
                  </a:lnTo>
                  <a:lnTo>
                    <a:pt x="601210" y="1365688"/>
                  </a:lnTo>
                  <a:lnTo>
                    <a:pt x="601196" y="1365676"/>
                  </a:lnTo>
                  <a:lnTo>
                    <a:pt x="601172" y="1365660"/>
                  </a:lnTo>
                  <a:lnTo>
                    <a:pt x="601165" y="1365656"/>
                  </a:lnTo>
                  <a:lnTo>
                    <a:pt x="601158" y="1365652"/>
                  </a:lnTo>
                  <a:lnTo>
                    <a:pt x="601150" y="1365646"/>
                  </a:lnTo>
                  <a:lnTo>
                    <a:pt x="601130" y="1365631"/>
                  </a:lnTo>
                  <a:lnTo>
                    <a:pt x="601120" y="1365626"/>
                  </a:lnTo>
                  <a:lnTo>
                    <a:pt x="601116" y="1365619"/>
                  </a:lnTo>
                  <a:lnTo>
                    <a:pt x="601109" y="1365600"/>
                  </a:lnTo>
                  <a:lnTo>
                    <a:pt x="601105" y="1365592"/>
                  </a:lnTo>
                  <a:lnTo>
                    <a:pt x="601096" y="1365577"/>
                  </a:lnTo>
                  <a:lnTo>
                    <a:pt x="601087" y="1365558"/>
                  </a:lnTo>
                  <a:lnTo>
                    <a:pt x="601076" y="1365540"/>
                  </a:lnTo>
                  <a:lnTo>
                    <a:pt x="601065" y="1365522"/>
                  </a:lnTo>
                  <a:lnTo>
                    <a:pt x="601056" y="1365514"/>
                  </a:lnTo>
                  <a:lnTo>
                    <a:pt x="601050" y="1365510"/>
                  </a:lnTo>
                  <a:lnTo>
                    <a:pt x="601033" y="1365508"/>
                  </a:lnTo>
                  <a:lnTo>
                    <a:pt x="601016" y="1365504"/>
                  </a:lnTo>
                  <a:lnTo>
                    <a:pt x="601002" y="1365499"/>
                  </a:lnTo>
                  <a:lnTo>
                    <a:pt x="600995" y="1365494"/>
                  </a:lnTo>
                  <a:lnTo>
                    <a:pt x="600988" y="1365488"/>
                  </a:lnTo>
                  <a:lnTo>
                    <a:pt x="600985" y="1365482"/>
                  </a:lnTo>
                  <a:lnTo>
                    <a:pt x="600982" y="1365475"/>
                  </a:lnTo>
                  <a:lnTo>
                    <a:pt x="600982" y="1365463"/>
                  </a:lnTo>
                  <a:lnTo>
                    <a:pt x="600985" y="1365451"/>
                  </a:lnTo>
                  <a:lnTo>
                    <a:pt x="600991" y="1365439"/>
                  </a:lnTo>
                  <a:lnTo>
                    <a:pt x="600992" y="1365429"/>
                  </a:lnTo>
                  <a:lnTo>
                    <a:pt x="600990" y="1365423"/>
                  </a:lnTo>
                  <a:lnTo>
                    <a:pt x="600984" y="1365413"/>
                  </a:lnTo>
                  <a:lnTo>
                    <a:pt x="600980" y="1365403"/>
                  </a:lnTo>
                  <a:lnTo>
                    <a:pt x="600979" y="1365388"/>
                  </a:lnTo>
                  <a:lnTo>
                    <a:pt x="600977" y="1365368"/>
                  </a:lnTo>
                  <a:lnTo>
                    <a:pt x="600975" y="1365347"/>
                  </a:lnTo>
                  <a:lnTo>
                    <a:pt x="600969" y="1365331"/>
                  </a:lnTo>
                  <a:lnTo>
                    <a:pt x="600965" y="1365303"/>
                  </a:lnTo>
                  <a:lnTo>
                    <a:pt x="600964" y="1365281"/>
                  </a:lnTo>
                  <a:lnTo>
                    <a:pt x="600963" y="1365273"/>
                  </a:lnTo>
                  <a:lnTo>
                    <a:pt x="600962" y="1365259"/>
                  </a:lnTo>
                  <a:lnTo>
                    <a:pt x="600962" y="1365243"/>
                  </a:lnTo>
                  <a:lnTo>
                    <a:pt x="600962" y="1365230"/>
                  </a:lnTo>
                  <a:lnTo>
                    <a:pt x="600962" y="1365220"/>
                  </a:lnTo>
                  <a:lnTo>
                    <a:pt x="600964" y="1365214"/>
                  </a:lnTo>
                  <a:lnTo>
                    <a:pt x="600968" y="1365210"/>
                  </a:lnTo>
                  <a:lnTo>
                    <a:pt x="600978" y="1365199"/>
                  </a:lnTo>
                  <a:lnTo>
                    <a:pt x="600984" y="1365196"/>
                  </a:lnTo>
                  <a:lnTo>
                    <a:pt x="600989" y="1365186"/>
                  </a:lnTo>
                  <a:lnTo>
                    <a:pt x="600992" y="1365178"/>
                  </a:lnTo>
                  <a:lnTo>
                    <a:pt x="600992" y="1365167"/>
                  </a:lnTo>
                  <a:lnTo>
                    <a:pt x="600990" y="1365159"/>
                  </a:lnTo>
                  <a:lnTo>
                    <a:pt x="600984" y="1365155"/>
                  </a:lnTo>
                  <a:lnTo>
                    <a:pt x="600975" y="1365152"/>
                  </a:lnTo>
                  <a:lnTo>
                    <a:pt x="600969" y="1365150"/>
                  </a:lnTo>
                  <a:lnTo>
                    <a:pt x="600964" y="1365147"/>
                  </a:lnTo>
                  <a:lnTo>
                    <a:pt x="600956" y="1365138"/>
                  </a:lnTo>
                  <a:lnTo>
                    <a:pt x="600948" y="1365131"/>
                  </a:lnTo>
                  <a:lnTo>
                    <a:pt x="600944" y="1365127"/>
                  </a:lnTo>
                  <a:lnTo>
                    <a:pt x="600936" y="1365120"/>
                  </a:lnTo>
                  <a:lnTo>
                    <a:pt x="600927" y="1365114"/>
                  </a:lnTo>
                  <a:lnTo>
                    <a:pt x="600911" y="1365101"/>
                  </a:lnTo>
                  <a:lnTo>
                    <a:pt x="600900" y="1365096"/>
                  </a:lnTo>
                  <a:lnTo>
                    <a:pt x="600887" y="1365094"/>
                  </a:lnTo>
                  <a:lnTo>
                    <a:pt x="600874" y="1365092"/>
                  </a:lnTo>
                  <a:lnTo>
                    <a:pt x="600867" y="1365090"/>
                  </a:lnTo>
                  <a:lnTo>
                    <a:pt x="600856" y="1365078"/>
                  </a:lnTo>
                  <a:lnTo>
                    <a:pt x="600852" y="1365072"/>
                  </a:lnTo>
                  <a:lnTo>
                    <a:pt x="600845" y="1365062"/>
                  </a:lnTo>
                  <a:lnTo>
                    <a:pt x="600835" y="1365048"/>
                  </a:lnTo>
                  <a:lnTo>
                    <a:pt x="600831" y="1365038"/>
                  </a:lnTo>
                  <a:lnTo>
                    <a:pt x="600829" y="1365025"/>
                  </a:lnTo>
                  <a:lnTo>
                    <a:pt x="600827" y="1365015"/>
                  </a:lnTo>
                  <a:lnTo>
                    <a:pt x="600825" y="1365003"/>
                  </a:lnTo>
                  <a:lnTo>
                    <a:pt x="600824" y="1364990"/>
                  </a:lnTo>
                  <a:lnTo>
                    <a:pt x="600823" y="1364976"/>
                  </a:lnTo>
                  <a:lnTo>
                    <a:pt x="600822" y="1364964"/>
                  </a:lnTo>
                  <a:lnTo>
                    <a:pt x="600822" y="1364950"/>
                  </a:lnTo>
                  <a:lnTo>
                    <a:pt x="600823" y="1364931"/>
                  </a:lnTo>
                  <a:lnTo>
                    <a:pt x="600824" y="1364922"/>
                  </a:lnTo>
                  <a:lnTo>
                    <a:pt x="600826" y="1364901"/>
                  </a:lnTo>
                  <a:lnTo>
                    <a:pt x="600827" y="1364889"/>
                  </a:lnTo>
                  <a:lnTo>
                    <a:pt x="600828" y="1364880"/>
                  </a:lnTo>
                  <a:lnTo>
                    <a:pt x="600832" y="1364867"/>
                  </a:lnTo>
                  <a:lnTo>
                    <a:pt x="600834" y="1364858"/>
                  </a:lnTo>
                  <a:lnTo>
                    <a:pt x="600838" y="1364847"/>
                  </a:lnTo>
                  <a:lnTo>
                    <a:pt x="600841" y="1364834"/>
                  </a:lnTo>
                  <a:lnTo>
                    <a:pt x="600843" y="1364822"/>
                  </a:lnTo>
                  <a:lnTo>
                    <a:pt x="600845" y="1364810"/>
                  </a:lnTo>
                  <a:lnTo>
                    <a:pt x="600836" y="1364801"/>
                  </a:lnTo>
                  <a:lnTo>
                    <a:pt x="600817" y="1364794"/>
                  </a:lnTo>
                  <a:lnTo>
                    <a:pt x="600795" y="1364787"/>
                  </a:lnTo>
                  <a:lnTo>
                    <a:pt x="600789" y="1364786"/>
                  </a:lnTo>
                  <a:lnTo>
                    <a:pt x="600781" y="1364783"/>
                  </a:lnTo>
                  <a:lnTo>
                    <a:pt x="600773" y="1364781"/>
                  </a:lnTo>
                  <a:lnTo>
                    <a:pt x="600765" y="1364777"/>
                  </a:lnTo>
                  <a:lnTo>
                    <a:pt x="600741" y="1364768"/>
                  </a:lnTo>
                  <a:lnTo>
                    <a:pt x="600720" y="1364759"/>
                  </a:lnTo>
                  <a:lnTo>
                    <a:pt x="600708" y="1364763"/>
                  </a:lnTo>
                  <a:lnTo>
                    <a:pt x="600693" y="1364770"/>
                  </a:lnTo>
                  <a:lnTo>
                    <a:pt x="600674" y="1364780"/>
                  </a:lnTo>
                  <a:lnTo>
                    <a:pt x="600652" y="1364791"/>
                  </a:lnTo>
                  <a:lnTo>
                    <a:pt x="600624" y="1364803"/>
                  </a:lnTo>
                  <a:lnTo>
                    <a:pt x="600599" y="1364813"/>
                  </a:lnTo>
                  <a:lnTo>
                    <a:pt x="600594" y="1364817"/>
                  </a:lnTo>
                  <a:lnTo>
                    <a:pt x="600566" y="1364835"/>
                  </a:lnTo>
                  <a:lnTo>
                    <a:pt x="600553" y="1364845"/>
                  </a:lnTo>
                  <a:lnTo>
                    <a:pt x="600539" y="1364858"/>
                  </a:lnTo>
                  <a:lnTo>
                    <a:pt x="600535" y="1364862"/>
                  </a:lnTo>
                  <a:lnTo>
                    <a:pt x="600526" y="1364870"/>
                  </a:lnTo>
                  <a:lnTo>
                    <a:pt x="600515" y="1364877"/>
                  </a:lnTo>
                  <a:lnTo>
                    <a:pt x="600509" y="1364880"/>
                  </a:lnTo>
                  <a:lnTo>
                    <a:pt x="600500" y="1364883"/>
                  </a:lnTo>
                  <a:lnTo>
                    <a:pt x="600492" y="1364884"/>
                  </a:lnTo>
                  <a:lnTo>
                    <a:pt x="600470" y="1364886"/>
                  </a:lnTo>
                  <a:lnTo>
                    <a:pt x="600456" y="1364888"/>
                  </a:lnTo>
                  <a:lnTo>
                    <a:pt x="600446" y="1364889"/>
                  </a:lnTo>
                  <a:lnTo>
                    <a:pt x="600431" y="1364892"/>
                  </a:lnTo>
                  <a:lnTo>
                    <a:pt x="600416" y="1364896"/>
                  </a:lnTo>
                  <a:lnTo>
                    <a:pt x="600397" y="1364902"/>
                  </a:lnTo>
                  <a:lnTo>
                    <a:pt x="600366" y="1364913"/>
                  </a:lnTo>
                  <a:lnTo>
                    <a:pt x="600324" y="1364921"/>
                  </a:lnTo>
                  <a:lnTo>
                    <a:pt x="600319" y="1364922"/>
                  </a:lnTo>
                  <a:lnTo>
                    <a:pt x="600283" y="1364929"/>
                  </a:lnTo>
                  <a:lnTo>
                    <a:pt x="600275" y="1364931"/>
                  </a:lnTo>
                  <a:lnTo>
                    <a:pt x="600261" y="1364938"/>
                  </a:lnTo>
                  <a:lnTo>
                    <a:pt x="600249" y="1364946"/>
                  </a:lnTo>
                  <a:lnTo>
                    <a:pt x="600237" y="1364955"/>
                  </a:lnTo>
                  <a:lnTo>
                    <a:pt x="600226" y="1364961"/>
                  </a:lnTo>
                  <a:lnTo>
                    <a:pt x="600218" y="1364968"/>
                  </a:lnTo>
                  <a:lnTo>
                    <a:pt x="600209" y="1364976"/>
                  </a:lnTo>
                  <a:lnTo>
                    <a:pt x="600204" y="1364981"/>
                  </a:lnTo>
                  <a:lnTo>
                    <a:pt x="600197" y="1364988"/>
                  </a:lnTo>
                  <a:lnTo>
                    <a:pt x="600185" y="1364995"/>
                  </a:lnTo>
                  <a:lnTo>
                    <a:pt x="600176" y="1364998"/>
                  </a:lnTo>
                  <a:lnTo>
                    <a:pt x="600169" y="1365000"/>
                  </a:lnTo>
                  <a:lnTo>
                    <a:pt x="600161" y="1365001"/>
                  </a:lnTo>
                  <a:lnTo>
                    <a:pt x="600150" y="1365002"/>
                  </a:lnTo>
                  <a:lnTo>
                    <a:pt x="600144" y="1365005"/>
                  </a:lnTo>
                  <a:lnTo>
                    <a:pt x="600142" y="1365014"/>
                  </a:lnTo>
                  <a:lnTo>
                    <a:pt x="600142" y="1365020"/>
                  </a:lnTo>
                  <a:lnTo>
                    <a:pt x="600143" y="1365030"/>
                  </a:lnTo>
                  <a:lnTo>
                    <a:pt x="600144" y="1365042"/>
                  </a:lnTo>
                  <a:lnTo>
                    <a:pt x="600145" y="1365051"/>
                  </a:lnTo>
                  <a:lnTo>
                    <a:pt x="600147" y="1365062"/>
                  </a:lnTo>
                  <a:lnTo>
                    <a:pt x="600149" y="1365071"/>
                  </a:lnTo>
                  <a:lnTo>
                    <a:pt x="600152" y="1365082"/>
                  </a:lnTo>
                  <a:lnTo>
                    <a:pt x="600154" y="1365090"/>
                  </a:lnTo>
                  <a:lnTo>
                    <a:pt x="600156" y="1365102"/>
                  </a:lnTo>
                  <a:lnTo>
                    <a:pt x="600158" y="1365122"/>
                  </a:lnTo>
                  <a:lnTo>
                    <a:pt x="600159" y="1365140"/>
                  </a:lnTo>
                  <a:lnTo>
                    <a:pt x="600159" y="1365153"/>
                  </a:lnTo>
                  <a:lnTo>
                    <a:pt x="600161" y="1365162"/>
                  </a:lnTo>
                  <a:lnTo>
                    <a:pt x="600162" y="1365173"/>
                  </a:lnTo>
                  <a:lnTo>
                    <a:pt x="600163" y="1365193"/>
                  </a:lnTo>
                  <a:lnTo>
                    <a:pt x="600163" y="1365202"/>
                  </a:lnTo>
                  <a:lnTo>
                    <a:pt x="600163" y="1365212"/>
                  </a:lnTo>
                  <a:lnTo>
                    <a:pt x="600163" y="1365222"/>
                  </a:lnTo>
                  <a:lnTo>
                    <a:pt x="600164" y="1365232"/>
                  </a:lnTo>
                  <a:lnTo>
                    <a:pt x="600166" y="1365241"/>
                  </a:lnTo>
                  <a:lnTo>
                    <a:pt x="600170" y="1365256"/>
                  </a:lnTo>
                  <a:lnTo>
                    <a:pt x="600175" y="1365268"/>
                  </a:lnTo>
                  <a:lnTo>
                    <a:pt x="600183" y="1365280"/>
                  </a:lnTo>
                  <a:lnTo>
                    <a:pt x="600188" y="1365286"/>
                  </a:lnTo>
                  <a:lnTo>
                    <a:pt x="600193" y="1365293"/>
                  </a:lnTo>
                  <a:lnTo>
                    <a:pt x="600197" y="1365301"/>
                  </a:lnTo>
                  <a:lnTo>
                    <a:pt x="600204" y="1365313"/>
                  </a:lnTo>
                  <a:lnTo>
                    <a:pt x="600208" y="1365320"/>
                  </a:lnTo>
                  <a:lnTo>
                    <a:pt x="600212" y="1365327"/>
                  </a:lnTo>
                  <a:lnTo>
                    <a:pt x="600217" y="1365336"/>
                  </a:lnTo>
                  <a:lnTo>
                    <a:pt x="600220" y="1365342"/>
                  </a:lnTo>
                  <a:lnTo>
                    <a:pt x="600222" y="1365351"/>
                  </a:lnTo>
                  <a:lnTo>
                    <a:pt x="600223" y="1365363"/>
                  </a:lnTo>
                  <a:lnTo>
                    <a:pt x="600224" y="1365369"/>
                  </a:lnTo>
                  <a:lnTo>
                    <a:pt x="600225" y="1365375"/>
                  </a:lnTo>
                  <a:lnTo>
                    <a:pt x="600228" y="1365383"/>
                  </a:lnTo>
                  <a:lnTo>
                    <a:pt x="600235" y="1365402"/>
                  </a:lnTo>
                  <a:lnTo>
                    <a:pt x="600237" y="1365420"/>
                  </a:lnTo>
                  <a:lnTo>
                    <a:pt x="600238" y="1365431"/>
                  </a:lnTo>
                  <a:lnTo>
                    <a:pt x="600242" y="1365445"/>
                  </a:lnTo>
                  <a:lnTo>
                    <a:pt x="600245" y="1365473"/>
                  </a:lnTo>
                  <a:lnTo>
                    <a:pt x="600247" y="1365487"/>
                  </a:lnTo>
                  <a:lnTo>
                    <a:pt x="600246" y="1365499"/>
                  </a:lnTo>
                  <a:lnTo>
                    <a:pt x="600245" y="1365517"/>
                  </a:lnTo>
                  <a:lnTo>
                    <a:pt x="600246" y="1365525"/>
                  </a:lnTo>
                  <a:lnTo>
                    <a:pt x="600248" y="1365533"/>
                  </a:lnTo>
                  <a:lnTo>
                    <a:pt x="600251" y="1365542"/>
                  </a:lnTo>
                  <a:lnTo>
                    <a:pt x="600257" y="1365549"/>
                  </a:lnTo>
                  <a:lnTo>
                    <a:pt x="600266" y="1365558"/>
                  </a:lnTo>
                  <a:lnTo>
                    <a:pt x="600270" y="1365565"/>
                  </a:lnTo>
                  <a:lnTo>
                    <a:pt x="600274" y="1365575"/>
                  </a:lnTo>
                  <a:lnTo>
                    <a:pt x="600277" y="1365583"/>
                  </a:lnTo>
                  <a:lnTo>
                    <a:pt x="600280" y="1365597"/>
                  </a:lnTo>
                  <a:lnTo>
                    <a:pt x="600277" y="1365604"/>
                  </a:lnTo>
                  <a:lnTo>
                    <a:pt x="600273" y="1365610"/>
                  </a:lnTo>
                  <a:lnTo>
                    <a:pt x="600270" y="1365615"/>
                  </a:lnTo>
                  <a:lnTo>
                    <a:pt x="600265" y="1365622"/>
                  </a:lnTo>
                  <a:lnTo>
                    <a:pt x="600255" y="1365634"/>
                  </a:lnTo>
                  <a:lnTo>
                    <a:pt x="600249" y="1365640"/>
                  </a:lnTo>
                  <a:lnTo>
                    <a:pt x="600241" y="1365645"/>
                  </a:lnTo>
                  <a:lnTo>
                    <a:pt x="600232" y="1365649"/>
                  </a:lnTo>
                  <a:lnTo>
                    <a:pt x="600227" y="1365650"/>
                  </a:lnTo>
                  <a:lnTo>
                    <a:pt x="600221" y="1365655"/>
                  </a:lnTo>
                  <a:lnTo>
                    <a:pt x="600215" y="1365663"/>
                  </a:lnTo>
                  <a:lnTo>
                    <a:pt x="600210" y="1365669"/>
                  </a:lnTo>
                  <a:lnTo>
                    <a:pt x="600208" y="1365674"/>
                  </a:lnTo>
                  <a:lnTo>
                    <a:pt x="600207" y="1365681"/>
                  </a:lnTo>
                  <a:lnTo>
                    <a:pt x="600206" y="1365689"/>
                  </a:lnTo>
                  <a:lnTo>
                    <a:pt x="600204" y="1365700"/>
                  </a:lnTo>
                  <a:lnTo>
                    <a:pt x="600203" y="1365712"/>
                  </a:lnTo>
                  <a:lnTo>
                    <a:pt x="600201" y="1365727"/>
                  </a:lnTo>
                  <a:lnTo>
                    <a:pt x="600202" y="1365737"/>
                  </a:lnTo>
                  <a:lnTo>
                    <a:pt x="600204" y="1365745"/>
                  </a:lnTo>
                  <a:lnTo>
                    <a:pt x="600207" y="1365750"/>
                  </a:lnTo>
                  <a:lnTo>
                    <a:pt x="600210" y="1365757"/>
                  </a:lnTo>
                  <a:lnTo>
                    <a:pt x="600213" y="1365764"/>
                  </a:lnTo>
                  <a:lnTo>
                    <a:pt x="600218" y="1365773"/>
                  </a:lnTo>
                  <a:lnTo>
                    <a:pt x="600223" y="1365785"/>
                  </a:lnTo>
                  <a:lnTo>
                    <a:pt x="600227" y="1365794"/>
                  </a:lnTo>
                  <a:lnTo>
                    <a:pt x="600229" y="1365800"/>
                  </a:lnTo>
                  <a:lnTo>
                    <a:pt x="600232" y="1365806"/>
                  </a:lnTo>
                  <a:lnTo>
                    <a:pt x="600234" y="1365814"/>
                  </a:lnTo>
                  <a:lnTo>
                    <a:pt x="600237" y="1365822"/>
                  </a:lnTo>
                  <a:lnTo>
                    <a:pt x="600239" y="1365828"/>
                  </a:lnTo>
                  <a:lnTo>
                    <a:pt x="600240" y="1365844"/>
                  </a:lnTo>
                  <a:lnTo>
                    <a:pt x="600242" y="1365855"/>
                  </a:lnTo>
                  <a:lnTo>
                    <a:pt x="600248" y="1365862"/>
                  </a:lnTo>
                  <a:lnTo>
                    <a:pt x="600252" y="1365865"/>
                  </a:lnTo>
                  <a:lnTo>
                    <a:pt x="600258" y="1365868"/>
                  </a:lnTo>
                  <a:lnTo>
                    <a:pt x="600273" y="1365875"/>
                  </a:lnTo>
                  <a:lnTo>
                    <a:pt x="600294" y="1365883"/>
                  </a:lnTo>
                  <a:lnTo>
                    <a:pt x="600298" y="1365891"/>
                  </a:lnTo>
                  <a:lnTo>
                    <a:pt x="600300" y="1365899"/>
                  </a:lnTo>
                  <a:lnTo>
                    <a:pt x="600301" y="1365908"/>
                  </a:lnTo>
                  <a:lnTo>
                    <a:pt x="600302" y="1365917"/>
                  </a:lnTo>
                  <a:lnTo>
                    <a:pt x="600306" y="1365925"/>
                  </a:lnTo>
                  <a:lnTo>
                    <a:pt x="600313" y="1365939"/>
                  </a:lnTo>
                  <a:lnTo>
                    <a:pt x="600320" y="1365952"/>
                  </a:lnTo>
                  <a:lnTo>
                    <a:pt x="600323" y="1365959"/>
                  </a:lnTo>
                  <a:lnTo>
                    <a:pt x="600325" y="1365970"/>
                  </a:lnTo>
                  <a:lnTo>
                    <a:pt x="600325" y="1365984"/>
                  </a:lnTo>
                  <a:lnTo>
                    <a:pt x="600325" y="1365997"/>
                  </a:lnTo>
                  <a:lnTo>
                    <a:pt x="600326" y="1366009"/>
                  </a:lnTo>
                  <a:lnTo>
                    <a:pt x="600327" y="1366016"/>
                  </a:lnTo>
                  <a:lnTo>
                    <a:pt x="600333" y="1366027"/>
                  </a:lnTo>
                  <a:lnTo>
                    <a:pt x="600339" y="1366036"/>
                  </a:lnTo>
                  <a:lnTo>
                    <a:pt x="600343" y="1366042"/>
                  </a:lnTo>
                  <a:lnTo>
                    <a:pt x="600351" y="1366053"/>
                  </a:lnTo>
                  <a:lnTo>
                    <a:pt x="600358" y="1366065"/>
                  </a:lnTo>
                  <a:lnTo>
                    <a:pt x="600363" y="1366074"/>
                  </a:lnTo>
                  <a:lnTo>
                    <a:pt x="600366" y="1366080"/>
                  </a:lnTo>
                  <a:lnTo>
                    <a:pt x="600370" y="1366086"/>
                  </a:lnTo>
                  <a:lnTo>
                    <a:pt x="600369" y="1366096"/>
                  </a:lnTo>
                  <a:lnTo>
                    <a:pt x="600363" y="1366103"/>
                  </a:lnTo>
                  <a:lnTo>
                    <a:pt x="600356" y="1366108"/>
                  </a:lnTo>
                  <a:lnTo>
                    <a:pt x="600353" y="1366112"/>
                  </a:lnTo>
                  <a:lnTo>
                    <a:pt x="600351" y="1366120"/>
                  </a:lnTo>
                  <a:lnTo>
                    <a:pt x="600351" y="1366126"/>
                  </a:lnTo>
                  <a:lnTo>
                    <a:pt x="600350" y="1366132"/>
                  </a:lnTo>
                  <a:lnTo>
                    <a:pt x="600347" y="1366140"/>
                  </a:lnTo>
                  <a:lnTo>
                    <a:pt x="600347" y="1366149"/>
                  </a:lnTo>
                  <a:lnTo>
                    <a:pt x="600349" y="1366160"/>
                  </a:lnTo>
                  <a:lnTo>
                    <a:pt x="600354" y="1366178"/>
                  </a:lnTo>
                  <a:lnTo>
                    <a:pt x="600355" y="1366190"/>
                  </a:lnTo>
                  <a:lnTo>
                    <a:pt x="600355" y="1366200"/>
                  </a:lnTo>
                  <a:lnTo>
                    <a:pt x="600354" y="1366212"/>
                  </a:lnTo>
                  <a:lnTo>
                    <a:pt x="600350" y="1366224"/>
                  </a:lnTo>
                  <a:lnTo>
                    <a:pt x="600352" y="1366235"/>
                  </a:lnTo>
                  <a:lnTo>
                    <a:pt x="600355" y="1366241"/>
                  </a:lnTo>
                  <a:lnTo>
                    <a:pt x="600359" y="1366250"/>
                  </a:lnTo>
                  <a:lnTo>
                    <a:pt x="600361" y="1366261"/>
                  </a:lnTo>
                  <a:lnTo>
                    <a:pt x="600361" y="1366274"/>
                  </a:lnTo>
                  <a:lnTo>
                    <a:pt x="600360" y="1366288"/>
                  </a:lnTo>
                  <a:lnTo>
                    <a:pt x="600357" y="1366306"/>
                  </a:lnTo>
                  <a:lnTo>
                    <a:pt x="600355" y="1366315"/>
                  </a:lnTo>
                  <a:lnTo>
                    <a:pt x="600343" y="1366345"/>
                  </a:lnTo>
                  <a:lnTo>
                    <a:pt x="600341" y="1366357"/>
                  </a:lnTo>
                  <a:lnTo>
                    <a:pt x="600337" y="1366375"/>
                  </a:lnTo>
                  <a:lnTo>
                    <a:pt x="600337" y="1366385"/>
                  </a:lnTo>
                  <a:lnTo>
                    <a:pt x="600337" y="1366390"/>
                  </a:lnTo>
                  <a:lnTo>
                    <a:pt x="600340" y="1366403"/>
                  </a:lnTo>
                  <a:lnTo>
                    <a:pt x="600344" y="1366415"/>
                  </a:lnTo>
                  <a:lnTo>
                    <a:pt x="600346" y="1366421"/>
                  </a:lnTo>
                  <a:lnTo>
                    <a:pt x="600357" y="1366429"/>
                  </a:lnTo>
                  <a:lnTo>
                    <a:pt x="600367" y="1366438"/>
                  </a:lnTo>
                  <a:lnTo>
                    <a:pt x="600383" y="1366453"/>
                  </a:lnTo>
                  <a:lnTo>
                    <a:pt x="600389" y="1366462"/>
                  </a:lnTo>
                  <a:lnTo>
                    <a:pt x="600400" y="1366475"/>
                  </a:lnTo>
                  <a:lnTo>
                    <a:pt x="600406" y="1366484"/>
                  </a:lnTo>
                  <a:lnTo>
                    <a:pt x="600412" y="1366496"/>
                  </a:lnTo>
                  <a:lnTo>
                    <a:pt x="600417" y="1366503"/>
                  </a:lnTo>
                  <a:lnTo>
                    <a:pt x="600423" y="1366513"/>
                  </a:lnTo>
                  <a:lnTo>
                    <a:pt x="600424" y="1366519"/>
                  </a:lnTo>
                  <a:lnTo>
                    <a:pt x="600424" y="1366529"/>
                  </a:lnTo>
                  <a:lnTo>
                    <a:pt x="600428" y="1366544"/>
                  </a:lnTo>
                  <a:lnTo>
                    <a:pt x="600432" y="1366551"/>
                  </a:lnTo>
                  <a:lnTo>
                    <a:pt x="600448" y="1366565"/>
                  </a:lnTo>
                  <a:lnTo>
                    <a:pt x="600455" y="1366569"/>
                  </a:lnTo>
                  <a:lnTo>
                    <a:pt x="600457" y="1366577"/>
                  </a:lnTo>
                  <a:lnTo>
                    <a:pt x="600457" y="1366584"/>
                  </a:lnTo>
                  <a:lnTo>
                    <a:pt x="600176" y="1366493"/>
                  </a:lnTo>
                  <a:lnTo>
                    <a:pt x="600154" y="1366501"/>
                  </a:lnTo>
                  <a:lnTo>
                    <a:pt x="600138" y="1366507"/>
                  </a:lnTo>
                  <a:lnTo>
                    <a:pt x="600128" y="1366510"/>
                  </a:lnTo>
                  <a:lnTo>
                    <a:pt x="600117" y="1366514"/>
                  </a:lnTo>
                  <a:lnTo>
                    <a:pt x="600104" y="1366519"/>
                  </a:lnTo>
                  <a:lnTo>
                    <a:pt x="600099" y="1366522"/>
                  </a:lnTo>
                  <a:lnTo>
                    <a:pt x="600091" y="1366526"/>
                  </a:lnTo>
                  <a:lnTo>
                    <a:pt x="600080" y="1366530"/>
                  </a:lnTo>
                  <a:lnTo>
                    <a:pt x="600068" y="1366538"/>
                  </a:lnTo>
                  <a:lnTo>
                    <a:pt x="600061" y="1366542"/>
                  </a:lnTo>
                  <a:lnTo>
                    <a:pt x="600049" y="1366548"/>
                  </a:lnTo>
                  <a:lnTo>
                    <a:pt x="600039" y="1366552"/>
                  </a:lnTo>
                  <a:lnTo>
                    <a:pt x="600009" y="1366559"/>
                  </a:lnTo>
                  <a:lnTo>
                    <a:pt x="599998" y="1366562"/>
                  </a:lnTo>
                  <a:lnTo>
                    <a:pt x="599990" y="1366564"/>
                  </a:lnTo>
                  <a:lnTo>
                    <a:pt x="599976" y="1366570"/>
                  </a:lnTo>
                  <a:lnTo>
                    <a:pt x="599925" y="1366597"/>
                  </a:lnTo>
                  <a:lnTo>
                    <a:pt x="599904" y="1366603"/>
                  </a:lnTo>
                  <a:lnTo>
                    <a:pt x="599885" y="1366605"/>
                  </a:lnTo>
                  <a:lnTo>
                    <a:pt x="599859" y="1366615"/>
                  </a:lnTo>
                  <a:lnTo>
                    <a:pt x="599852" y="1366620"/>
                  </a:lnTo>
                  <a:lnTo>
                    <a:pt x="599830" y="1366636"/>
                  </a:lnTo>
                  <a:lnTo>
                    <a:pt x="599819" y="1366643"/>
                  </a:lnTo>
                  <a:lnTo>
                    <a:pt x="599813" y="1366649"/>
                  </a:lnTo>
                  <a:lnTo>
                    <a:pt x="599797" y="1366659"/>
                  </a:lnTo>
                  <a:lnTo>
                    <a:pt x="599790" y="1366663"/>
                  </a:lnTo>
                  <a:lnTo>
                    <a:pt x="599771" y="1366673"/>
                  </a:lnTo>
                  <a:lnTo>
                    <a:pt x="599762" y="1366678"/>
                  </a:lnTo>
                  <a:lnTo>
                    <a:pt x="599754" y="1366682"/>
                  </a:lnTo>
                  <a:lnTo>
                    <a:pt x="599748" y="1366684"/>
                  </a:lnTo>
                  <a:lnTo>
                    <a:pt x="599724" y="1366688"/>
                  </a:lnTo>
                  <a:lnTo>
                    <a:pt x="599705" y="1366693"/>
                  </a:lnTo>
                  <a:lnTo>
                    <a:pt x="599692" y="1366693"/>
                  </a:lnTo>
                  <a:lnTo>
                    <a:pt x="599683" y="1366685"/>
                  </a:lnTo>
                  <a:lnTo>
                    <a:pt x="599675" y="1366672"/>
                  </a:lnTo>
                  <a:lnTo>
                    <a:pt x="599669" y="1366667"/>
                  </a:lnTo>
                  <a:lnTo>
                    <a:pt x="599661" y="1366663"/>
                  </a:lnTo>
                  <a:lnTo>
                    <a:pt x="599648" y="1366658"/>
                  </a:lnTo>
                  <a:lnTo>
                    <a:pt x="599634" y="1366655"/>
                  </a:lnTo>
                  <a:lnTo>
                    <a:pt x="599622" y="1366653"/>
                  </a:lnTo>
                  <a:lnTo>
                    <a:pt x="599598" y="1366651"/>
                  </a:lnTo>
                  <a:lnTo>
                    <a:pt x="599577" y="1366651"/>
                  </a:lnTo>
                  <a:lnTo>
                    <a:pt x="599571" y="1366651"/>
                  </a:lnTo>
                  <a:lnTo>
                    <a:pt x="599562" y="1366653"/>
                  </a:lnTo>
                  <a:lnTo>
                    <a:pt x="599549" y="1366656"/>
                  </a:lnTo>
                  <a:lnTo>
                    <a:pt x="599539" y="1366659"/>
                  </a:lnTo>
                  <a:lnTo>
                    <a:pt x="599529" y="1366663"/>
                  </a:lnTo>
                  <a:lnTo>
                    <a:pt x="599508" y="1366673"/>
                  </a:lnTo>
                  <a:lnTo>
                    <a:pt x="599502" y="1366676"/>
                  </a:lnTo>
                  <a:lnTo>
                    <a:pt x="599491" y="1366680"/>
                  </a:lnTo>
                  <a:lnTo>
                    <a:pt x="599474" y="1366692"/>
                  </a:lnTo>
                  <a:lnTo>
                    <a:pt x="599467" y="1366697"/>
                  </a:lnTo>
                  <a:lnTo>
                    <a:pt x="599453" y="1366707"/>
                  </a:lnTo>
                  <a:lnTo>
                    <a:pt x="599437" y="1366719"/>
                  </a:lnTo>
                  <a:lnTo>
                    <a:pt x="599411" y="1366740"/>
                  </a:lnTo>
                  <a:lnTo>
                    <a:pt x="599396" y="1366752"/>
                  </a:lnTo>
                  <a:lnTo>
                    <a:pt x="599377" y="1366769"/>
                  </a:lnTo>
                  <a:lnTo>
                    <a:pt x="599351" y="1366790"/>
                  </a:lnTo>
                  <a:lnTo>
                    <a:pt x="599322" y="1366813"/>
                  </a:lnTo>
                  <a:lnTo>
                    <a:pt x="599301" y="1366830"/>
                  </a:lnTo>
                  <a:lnTo>
                    <a:pt x="599294" y="1366837"/>
                  </a:lnTo>
                  <a:lnTo>
                    <a:pt x="599278" y="1366850"/>
                  </a:lnTo>
                  <a:lnTo>
                    <a:pt x="599266" y="1366865"/>
                  </a:lnTo>
                  <a:lnTo>
                    <a:pt x="599253" y="1366883"/>
                  </a:lnTo>
                  <a:lnTo>
                    <a:pt x="599247" y="1366895"/>
                  </a:lnTo>
                  <a:lnTo>
                    <a:pt x="599242" y="1366905"/>
                  </a:lnTo>
                  <a:lnTo>
                    <a:pt x="599229" y="1366930"/>
                  </a:lnTo>
                  <a:lnTo>
                    <a:pt x="599222" y="1366941"/>
                  </a:lnTo>
                  <a:lnTo>
                    <a:pt x="599218" y="1366948"/>
                  </a:lnTo>
                  <a:lnTo>
                    <a:pt x="599210" y="1366960"/>
                  </a:lnTo>
                  <a:lnTo>
                    <a:pt x="599204" y="1366968"/>
                  </a:lnTo>
                  <a:lnTo>
                    <a:pt x="599190" y="1366983"/>
                  </a:lnTo>
                  <a:lnTo>
                    <a:pt x="599164" y="1367014"/>
                  </a:lnTo>
                  <a:lnTo>
                    <a:pt x="599126" y="1367060"/>
                  </a:lnTo>
                  <a:lnTo>
                    <a:pt x="599107" y="1367086"/>
                  </a:lnTo>
                  <a:lnTo>
                    <a:pt x="599098" y="1367099"/>
                  </a:lnTo>
                  <a:lnTo>
                    <a:pt x="599091" y="1367104"/>
                  </a:lnTo>
                  <a:lnTo>
                    <a:pt x="599052" y="1367124"/>
                  </a:lnTo>
                  <a:lnTo>
                    <a:pt x="599041" y="1367130"/>
                  </a:lnTo>
                  <a:lnTo>
                    <a:pt x="599025" y="1367135"/>
                  </a:lnTo>
                  <a:lnTo>
                    <a:pt x="599006" y="1367141"/>
                  </a:lnTo>
                  <a:lnTo>
                    <a:pt x="598996" y="1367143"/>
                  </a:lnTo>
                  <a:lnTo>
                    <a:pt x="598976" y="1367142"/>
                  </a:lnTo>
                  <a:lnTo>
                    <a:pt x="598956" y="1367140"/>
                  </a:lnTo>
                  <a:lnTo>
                    <a:pt x="598935" y="1367137"/>
                  </a:lnTo>
                  <a:lnTo>
                    <a:pt x="598926" y="1367137"/>
                  </a:lnTo>
                  <a:lnTo>
                    <a:pt x="598913" y="1367139"/>
                  </a:lnTo>
                  <a:lnTo>
                    <a:pt x="598897" y="1367143"/>
                  </a:lnTo>
                  <a:lnTo>
                    <a:pt x="598888" y="1367146"/>
                  </a:lnTo>
                  <a:lnTo>
                    <a:pt x="598878" y="1367149"/>
                  </a:lnTo>
                  <a:lnTo>
                    <a:pt x="598869" y="1367152"/>
                  </a:lnTo>
                  <a:lnTo>
                    <a:pt x="598862" y="1367154"/>
                  </a:lnTo>
                  <a:lnTo>
                    <a:pt x="598856" y="1367156"/>
                  </a:lnTo>
                  <a:lnTo>
                    <a:pt x="598846" y="1367158"/>
                  </a:lnTo>
                  <a:lnTo>
                    <a:pt x="598834" y="1367161"/>
                  </a:lnTo>
                  <a:lnTo>
                    <a:pt x="598828" y="1367163"/>
                  </a:lnTo>
                  <a:lnTo>
                    <a:pt x="598821" y="1367166"/>
                  </a:lnTo>
                  <a:lnTo>
                    <a:pt x="598811" y="1367172"/>
                  </a:lnTo>
                  <a:lnTo>
                    <a:pt x="598800" y="1367177"/>
                  </a:lnTo>
                  <a:lnTo>
                    <a:pt x="598784" y="1367185"/>
                  </a:lnTo>
                  <a:lnTo>
                    <a:pt x="598775" y="1367191"/>
                  </a:lnTo>
                  <a:lnTo>
                    <a:pt x="598761" y="1367199"/>
                  </a:lnTo>
                  <a:lnTo>
                    <a:pt x="598755" y="1367205"/>
                  </a:lnTo>
                  <a:lnTo>
                    <a:pt x="598752" y="1367209"/>
                  </a:lnTo>
                  <a:lnTo>
                    <a:pt x="598744" y="1367218"/>
                  </a:lnTo>
                  <a:lnTo>
                    <a:pt x="598736" y="1367229"/>
                  </a:lnTo>
                  <a:lnTo>
                    <a:pt x="598726" y="1367242"/>
                  </a:lnTo>
                  <a:lnTo>
                    <a:pt x="598719" y="1367252"/>
                  </a:lnTo>
                  <a:lnTo>
                    <a:pt x="598711" y="1367261"/>
                  </a:lnTo>
                  <a:lnTo>
                    <a:pt x="598704" y="1367268"/>
                  </a:lnTo>
                  <a:lnTo>
                    <a:pt x="598693" y="1367280"/>
                  </a:lnTo>
                  <a:lnTo>
                    <a:pt x="598687" y="1367285"/>
                  </a:lnTo>
                  <a:lnTo>
                    <a:pt x="598680" y="1367291"/>
                  </a:lnTo>
                  <a:lnTo>
                    <a:pt x="598675" y="1367294"/>
                  </a:lnTo>
                  <a:lnTo>
                    <a:pt x="598663" y="1367300"/>
                  </a:lnTo>
                  <a:lnTo>
                    <a:pt x="598657" y="1367303"/>
                  </a:lnTo>
                  <a:lnTo>
                    <a:pt x="598646" y="1367311"/>
                  </a:lnTo>
                  <a:lnTo>
                    <a:pt x="598633" y="1367325"/>
                  </a:lnTo>
                  <a:lnTo>
                    <a:pt x="598629" y="1367329"/>
                  </a:lnTo>
                  <a:lnTo>
                    <a:pt x="598625" y="1367336"/>
                  </a:lnTo>
                  <a:lnTo>
                    <a:pt x="598622" y="1367345"/>
                  </a:lnTo>
                  <a:lnTo>
                    <a:pt x="598608" y="1367382"/>
                  </a:lnTo>
                  <a:lnTo>
                    <a:pt x="598603" y="1367398"/>
                  </a:lnTo>
                  <a:lnTo>
                    <a:pt x="598599" y="1367407"/>
                  </a:lnTo>
                  <a:lnTo>
                    <a:pt x="598597" y="1367416"/>
                  </a:lnTo>
                  <a:lnTo>
                    <a:pt x="598597" y="1367427"/>
                  </a:lnTo>
                  <a:lnTo>
                    <a:pt x="598596" y="1367435"/>
                  </a:lnTo>
                  <a:lnTo>
                    <a:pt x="598596" y="1367445"/>
                  </a:lnTo>
                  <a:lnTo>
                    <a:pt x="598596" y="1367452"/>
                  </a:lnTo>
                  <a:lnTo>
                    <a:pt x="598599" y="1367457"/>
                  </a:lnTo>
                  <a:lnTo>
                    <a:pt x="598603" y="1367463"/>
                  </a:lnTo>
                  <a:lnTo>
                    <a:pt x="598609" y="1367473"/>
                  </a:lnTo>
                  <a:lnTo>
                    <a:pt x="598618" y="1367487"/>
                  </a:lnTo>
                  <a:lnTo>
                    <a:pt x="598623" y="1367502"/>
                  </a:lnTo>
                  <a:lnTo>
                    <a:pt x="598625" y="1367509"/>
                  </a:lnTo>
                  <a:lnTo>
                    <a:pt x="598626" y="1367525"/>
                  </a:lnTo>
                  <a:lnTo>
                    <a:pt x="598627" y="1367535"/>
                  </a:lnTo>
                  <a:lnTo>
                    <a:pt x="598627" y="1367547"/>
                  </a:lnTo>
                  <a:lnTo>
                    <a:pt x="598626" y="1367555"/>
                  </a:lnTo>
                  <a:lnTo>
                    <a:pt x="598626" y="1367568"/>
                  </a:lnTo>
                  <a:lnTo>
                    <a:pt x="598624" y="1367577"/>
                  </a:lnTo>
                  <a:lnTo>
                    <a:pt x="598620" y="1367591"/>
                  </a:lnTo>
                  <a:lnTo>
                    <a:pt x="598618" y="1367597"/>
                  </a:lnTo>
                  <a:lnTo>
                    <a:pt x="598617" y="1367605"/>
                  </a:lnTo>
                  <a:lnTo>
                    <a:pt x="598617" y="1367616"/>
                  </a:lnTo>
                  <a:lnTo>
                    <a:pt x="598616" y="1367632"/>
                  </a:lnTo>
                  <a:lnTo>
                    <a:pt x="598616" y="1367641"/>
                  </a:lnTo>
                  <a:lnTo>
                    <a:pt x="598615" y="1367656"/>
                  </a:lnTo>
                  <a:lnTo>
                    <a:pt x="598612" y="1367669"/>
                  </a:lnTo>
                  <a:lnTo>
                    <a:pt x="598608" y="1367677"/>
                  </a:lnTo>
                  <a:lnTo>
                    <a:pt x="598599" y="1367683"/>
                  </a:lnTo>
                  <a:lnTo>
                    <a:pt x="598594" y="1367686"/>
                  </a:lnTo>
                  <a:lnTo>
                    <a:pt x="598589" y="1367691"/>
                  </a:lnTo>
                  <a:lnTo>
                    <a:pt x="598584" y="1367698"/>
                  </a:lnTo>
                  <a:lnTo>
                    <a:pt x="598578" y="1367705"/>
                  </a:lnTo>
                  <a:lnTo>
                    <a:pt x="598575" y="1367709"/>
                  </a:lnTo>
                  <a:lnTo>
                    <a:pt x="598570" y="1367719"/>
                  </a:lnTo>
                  <a:lnTo>
                    <a:pt x="598556" y="1367748"/>
                  </a:lnTo>
                  <a:lnTo>
                    <a:pt x="598552" y="1367763"/>
                  </a:lnTo>
                  <a:lnTo>
                    <a:pt x="598550" y="1367770"/>
                  </a:lnTo>
                  <a:lnTo>
                    <a:pt x="598544" y="1367791"/>
                  </a:lnTo>
                  <a:lnTo>
                    <a:pt x="598536" y="1367794"/>
                  </a:lnTo>
                  <a:lnTo>
                    <a:pt x="598520" y="1367792"/>
                  </a:lnTo>
                  <a:lnTo>
                    <a:pt x="598513" y="1367788"/>
                  </a:lnTo>
                  <a:lnTo>
                    <a:pt x="598503" y="1367784"/>
                  </a:lnTo>
                  <a:lnTo>
                    <a:pt x="598496" y="1367780"/>
                  </a:lnTo>
                  <a:lnTo>
                    <a:pt x="598479" y="1367767"/>
                  </a:lnTo>
                  <a:lnTo>
                    <a:pt x="598470" y="1367759"/>
                  </a:lnTo>
                  <a:lnTo>
                    <a:pt x="598464" y="1367756"/>
                  </a:lnTo>
                  <a:lnTo>
                    <a:pt x="598443" y="1367753"/>
                  </a:lnTo>
                  <a:lnTo>
                    <a:pt x="598434" y="1367751"/>
                  </a:lnTo>
                  <a:lnTo>
                    <a:pt x="598427" y="1367750"/>
                  </a:lnTo>
                  <a:lnTo>
                    <a:pt x="598417" y="1367750"/>
                  </a:lnTo>
                  <a:lnTo>
                    <a:pt x="598409" y="1367749"/>
                  </a:lnTo>
                  <a:lnTo>
                    <a:pt x="598381" y="1367752"/>
                  </a:lnTo>
                  <a:lnTo>
                    <a:pt x="598376" y="1367753"/>
                  </a:lnTo>
                  <a:lnTo>
                    <a:pt x="598360" y="1367758"/>
                  </a:lnTo>
                  <a:lnTo>
                    <a:pt x="598347" y="1367762"/>
                  </a:lnTo>
                  <a:lnTo>
                    <a:pt x="598341" y="1367764"/>
                  </a:lnTo>
                  <a:lnTo>
                    <a:pt x="598320" y="1367767"/>
                  </a:lnTo>
                  <a:lnTo>
                    <a:pt x="598313" y="1367769"/>
                  </a:lnTo>
                  <a:lnTo>
                    <a:pt x="598294" y="1367774"/>
                  </a:lnTo>
                  <a:lnTo>
                    <a:pt x="598283" y="1367777"/>
                  </a:lnTo>
                  <a:lnTo>
                    <a:pt x="598270" y="1367778"/>
                  </a:lnTo>
                  <a:lnTo>
                    <a:pt x="598262" y="1367778"/>
                  </a:lnTo>
                  <a:lnTo>
                    <a:pt x="598255" y="1367777"/>
                  </a:lnTo>
                  <a:lnTo>
                    <a:pt x="598248" y="1367778"/>
                  </a:lnTo>
                  <a:lnTo>
                    <a:pt x="598239" y="1367781"/>
                  </a:lnTo>
                  <a:lnTo>
                    <a:pt x="598231" y="1367782"/>
                  </a:lnTo>
                  <a:lnTo>
                    <a:pt x="598221" y="1367784"/>
                  </a:lnTo>
                  <a:lnTo>
                    <a:pt x="598211" y="1367786"/>
                  </a:lnTo>
                  <a:lnTo>
                    <a:pt x="598205" y="1367787"/>
                  </a:lnTo>
                  <a:lnTo>
                    <a:pt x="598199" y="1367790"/>
                  </a:lnTo>
                  <a:lnTo>
                    <a:pt x="598193" y="1367793"/>
                  </a:lnTo>
                  <a:lnTo>
                    <a:pt x="598185" y="1367799"/>
                  </a:lnTo>
                  <a:lnTo>
                    <a:pt x="598182" y="1367804"/>
                  </a:lnTo>
                  <a:lnTo>
                    <a:pt x="598179" y="1367810"/>
                  </a:lnTo>
                  <a:lnTo>
                    <a:pt x="598177" y="1367816"/>
                  </a:lnTo>
                  <a:lnTo>
                    <a:pt x="598174" y="1367825"/>
                  </a:lnTo>
                  <a:lnTo>
                    <a:pt x="598170" y="1367837"/>
                  </a:lnTo>
                  <a:lnTo>
                    <a:pt x="598168" y="1367846"/>
                  </a:lnTo>
                  <a:lnTo>
                    <a:pt x="598166" y="1367854"/>
                  </a:lnTo>
                  <a:lnTo>
                    <a:pt x="598164" y="1367863"/>
                  </a:lnTo>
                  <a:lnTo>
                    <a:pt x="598163" y="1367871"/>
                  </a:lnTo>
                  <a:lnTo>
                    <a:pt x="598162" y="1367878"/>
                  </a:lnTo>
                  <a:lnTo>
                    <a:pt x="598161" y="1367890"/>
                  </a:lnTo>
                  <a:lnTo>
                    <a:pt x="598162" y="1367899"/>
                  </a:lnTo>
                  <a:lnTo>
                    <a:pt x="598163" y="1367906"/>
                  </a:lnTo>
                  <a:lnTo>
                    <a:pt x="598165" y="1367915"/>
                  </a:lnTo>
                  <a:lnTo>
                    <a:pt x="598170" y="1367922"/>
                  </a:lnTo>
                  <a:lnTo>
                    <a:pt x="598175" y="1367930"/>
                  </a:lnTo>
                  <a:lnTo>
                    <a:pt x="598178" y="1367936"/>
                  </a:lnTo>
                  <a:lnTo>
                    <a:pt x="598181" y="1367941"/>
                  </a:lnTo>
                  <a:lnTo>
                    <a:pt x="598183" y="1367951"/>
                  </a:lnTo>
                  <a:lnTo>
                    <a:pt x="598184" y="1367961"/>
                  </a:lnTo>
                  <a:lnTo>
                    <a:pt x="598184" y="1367975"/>
                  </a:lnTo>
                  <a:lnTo>
                    <a:pt x="598183" y="1367982"/>
                  </a:lnTo>
                  <a:lnTo>
                    <a:pt x="598182" y="1368015"/>
                  </a:lnTo>
                  <a:lnTo>
                    <a:pt x="598183" y="1368028"/>
                  </a:lnTo>
                  <a:lnTo>
                    <a:pt x="598186" y="1368039"/>
                  </a:lnTo>
                  <a:lnTo>
                    <a:pt x="598187" y="1368058"/>
                  </a:lnTo>
                  <a:lnTo>
                    <a:pt x="598189" y="1368074"/>
                  </a:lnTo>
                  <a:lnTo>
                    <a:pt x="598190" y="1368085"/>
                  </a:lnTo>
                  <a:lnTo>
                    <a:pt x="598191" y="1368105"/>
                  </a:lnTo>
                  <a:lnTo>
                    <a:pt x="598192" y="1368122"/>
                  </a:lnTo>
                  <a:lnTo>
                    <a:pt x="598192" y="1368129"/>
                  </a:lnTo>
                  <a:lnTo>
                    <a:pt x="598191" y="1368137"/>
                  </a:lnTo>
                  <a:lnTo>
                    <a:pt x="598189" y="1368144"/>
                  </a:lnTo>
                  <a:lnTo>
                    <a:pt x="598185" y="1368158"/>
                  </a:lnTo>
                  <a:lnTo>
                    <a:pt x="598179" y="1368172"/>
                  </a:lnTo>
                  <a:lnTo>
                    <a:pt x="598175" y="1368180"/>
                  </a:lnTo>
                  <a:lnTo>
                    <a:pt x="598170" y="1368191"/>
                  </a:lnTo>
                  <a:lnTo>
                    <a:pt x="598162" y="1368209"/>
                  </a:lnTo>
                  <a:lnTo>
                    <a:pt x="598152" y="1368231"/>
                  </a:lnTo>
                  <a:lnTo>
                    <a:pt x="598150" y="1368235"/>
                  </a:lnTo>
                  <a:lnTo>
                    <a:pt x="598137" y="1368259"/>
                  </a:lnTo>
                  <a:lnTo>
                    <a:pt x="598132" y="1368268"/>
                  </a:lnTo>
                  <a:lnTo>
                    <a:pt x="598128" y="1368274"/>
                  </a:lnTo>
                  <a:lnTo>
                    <a:pt x="598124" y="1368282"/>
                  </a:lnTo>
                  <a:lnTo>
                    <a:pt x="598122" y="1368289"/>
                  </a:lnTo>
                  <a:lnTo>
                    <a:pt x="598121" y="1368298"/>
                  </a:lnTo>
                  <a:lnTo>
                    <a:pt x="598120" y="1368308"/>
                  </a:lnTo>
                  <a:lnTo>
                    <a:pt x="598121" y="1368318"/>
                  </a:lnTo>
                  <a:lnTo>
                    <a:pt x="598123" y="1368329"/>
                  </a:lnTo>
                  <a:lnTo>
                    <a:pt x="598126" y="1368337"/>
                  </a:lnTo>
                  <a:lnTo>
                    <a:pt x="598133" y="1368348"/>
                  </a:lnTo>
                  <a:lnTo>
                    <a:pt x="598148" y="1368366"/>
                  </a:lnTo>
                  <a:lnTo>
                    <a:pt x="598157" y="1368377"/>
                  </a:lnTo>
                  <a:lnTo>
                    <a:pt x="598163" y="1368386"/>
                  </a:lnTo>
                  <a:lnTo>
                    <a:pt x="598168" y="1368394"/>
                  </a:lnTo>
                  <a:lnTo>
                    <a:pt x="598180" y="1368405"/>
                  </a:lnTo>
                  <a:lnTo>
                    <a:pt x="598185" y="1368411"/>
                  </a:lnTo>
                  <a:lnTo>
                    <a:pt x="598178" y="1368416"/>
                  </a:lnTo>
                  <a:lnTo>
                    <a:pt x="598168" y="1368417"/>
                  </a:lnTo>
                  <a:lnTo>
                    <a:pt x="598155" y="1368419"/>
                  </a:lnTo>
                  <a:lnTo>
                    <a:pt x="598144" y="1368420"/>
                  </a:lnTo>
                  <a:lnTo>
                    <a:pt x="598130" y="1368421"/>
                  </a:lnTo>
                  <a:lnTo>
                    <a:pt x="598118" y="1368422"/>
                  </a:lnTo>
                  <a:lnTo>
                    <a:pt x="598110" y="1368425"/>
                  </a:lnTo>
                  <a:lnTo>
                    <a:pt x="598105" y="1368427"/>
                  </a:lnTo>
                  <a:lnTo>
                    <a:pt x="598099" y="1368432"/>
                  </a:lnTo>
                  <a:lnTo>
                    <a:pt x="598094" y="1368443"/>
                  </a:lnTo>
                  <a:lnTo>
                    <a:pt x="598092" y="1368452"/>
                  </a:lnTo>
                  <a:lnTo>
                    <a:pt x="598091" y="1368461"/>
                  </a:lnTo>
                  <a:lnTo>
                    <a:pt x="598090" y="1368470"/>
                  </a:lnTo>
                  <a:lnTo>
                    <a:pt x="598089" y="1368478"/>
                  </a:lnTo>
                  <a:lnTo>
                    <a:pt x="598088" y="1368487"/>
                  </a:lnTo>
                  <a:lnTo>
                    <a:pt x="598086" y="1368497"/>
                  </a:lnTo>
                  <a:lnTo>
                    <a:pt x="598085" y="1368504"/>
                  </a:lnTo>
                  <a:lnTo>
                    <a:pt x="598085" y="1368521"/>
                  </a:lnTo>
                  <a:lnTo>
                    <a:pt x="598086" y="1368527"/>
                  </a:lnTo>
                  <a:lnTo>
                    <a:pt x="598089" y="1368541"/>
                  </a:lnTo>
                  <a:lnTo>
                    <a:pt x="598090" y="1368548"/>
                  </a:lnTo>
                  <a:lnTo>
                    <a:pt x="598090" y="1368557"/>
                  </a:lnTo>
                  <a:lnTo>
                    <a:pt x="598090" y="1368573"/>
                  </a:lnTo>
                  <a:lnTo>
                    <a:pt x="598089" y="1368591"/>
                  </a:lnTo>
                  <a:lnTo>
                    <a:pt x="598087" y="1368613"/>
                  </a:lnTo>
                  <a:lnTo>
                    <a:pt x="598085" y="1368635"/>
                  </a:lnTo>
                  <a:lnTo>
                    <a:pt x="598086" y="1368645"/>
                  </a:lnTo>
                  <a:lnTo>
                    <a:pt x="598085" y="1368654"/>
                  </a:lnTo>
                  <a:lnTo>
                    <a:pt x="598084" y="1368660"/>
                  </a:lnTo>
                  <a:lnTo>
                    <a:pt x="598081" y="1368669"/>
                  </a:lnTo>
                  <a:lnTo>
                    <a:pt x="598076" y="1368681"/>
                  </a:lnTo>
                  <a:lnTo>
                    <a:pt x="598072" y="1368688"/>
                  </a:lnTo>
                  <a:lnTo>
                    <a:pt x="598066" y="1368698"/>
                  </a:lnTo>
                  <a:lnTo>
                    <a:pt x="598058" y="1368709"/>
                  </a:lnTo>
                  <a:lnTo>
                    <a:pt x="598052" y="1368716"/>
                  </a:lnTo>
                  <a:lnTo>
                    <a:pt x="598043" y="1368722"/>
                  </a:lnTo>
                  <a:lnTo>
                    <a:pt x="598029" y="1368733"/>
                  </a:lnTo>
                  <a:lnTo>
                    <a:pt x="598025" y="1368735"/>
                  </a:lnTo>
                  <a:lnTo>
                    <a:pt x="598020" y="1368736"/>
                  </a:lnTo>
                  <a:lnTo>
                    <a:pt x="597991" y="1368742"/>
                  </a:lnTo>
                  <a:lnTo>
                    <a:pt x="597973" y="1368746"/>
                  </a:lnTo>
                  <a:lnTo>
                    <a:pt x="597965" y="1368748"/>
                  </a:lnTo>
                  <a:lnTo>
                    <a:pt x="597956" y="1368749"/>
                  </a:lnTo>
                  <a:lnTo>
                    <a:pt x="597946" y="1368750"/>
                  </a:lnTo>
                  <a:lnTo>
                    <a:pt x="597940" y="1368751"/>
                  </a:lnTo>
                  <a:lnTo>
                    <a:pt x="597933" y="1368755"/>
                  </a:lnTo>
                  <a:lnTo>
                    <a:pt x="597924" y="1368760"/>
                  </a:lnTo>
                  <a:lnTo>
                    <a:pt x="597915" y="1368767"/>
                  </a:lnTo>
                  <a:lnTo>
                    <a:pt x="597908" y="1368772"/>
                  </a:lnTo>
                  <a:lnTo>
                    <a:pt x="597904" y="1368777"/>
                  </a:lnTo>
                  <a:lnTo>
                    <a:pt x="597899" y="1368785"/>
                  </a:lnTo>
                  <a:lnTo>
                    <a:pt x="597893" y="1368796"/>
                  </a:lnTo>
                  <a:lnTo>
                    <a:pt x="597878" y="1368819"/>
                  </a:lnTo>
                  <a:lnTo>
                    <a:pt x="597870" y="1368833"/>
                  </a:lnTo>
                  <a:lnTo>
                    <a:pt x="597866" y="1368839"/>
                  </a:lnTo>
                  <a:lnTo>
                    <a:pt x="597856" y="1368856"/>
                  </a:lnTo>
                  <a:lnTo>
                    <a:pt x="597841" y="1368894"/>
                  </a:lnTo>
                  <a:lnTo>
                    <a:pt x="597837" y="1368906"/>
                  </a:lnTo>
                  <a:lnTo>
                    <a:pt x="597835" y="1368914"/>
                  </a:lnTo>
                  <a:lnTo>
                    <a:pt x="597832" y="1368922"/>
                  </a:lnTo>
                  <a:lnTo>
                    <a:pt x="597828" y="1368932"/>
                  </a:lnTo>
                  <a:lnTo>
                    <a:pt x="597810" y="1368961"/>
                  </a:lnTo>
                  <a:lnTo>
                    <a:pt x="597807" y="1368966"/>
                  </a:lnTo>
                  <a:lnTo>
                    <a:pt x="597803" y="1368972"/>
                  </a:lnTo>
                  <a:lnTo>
                    <a:pt x="597800" y="1368978"/>
                  </a:lnTo>
                  <a:lnTo>
                    <a:pt x="597793" y="1368987"/>
                  </a:lnTo>
                  <a:lnTo>
                    <a:pt x="597788" y="1368994"/>
                  </a:lnTo>
                  <a:lnTo>
                    <a:pt x="597783" y="1369001"/>
                  </a:lnTo>
                  <a:lnTo>
                    <a:pt x="597778" y="1369008"/>
                  </a:lnTo>
                  <a:lnTo>
                    <a:pt x="597773" y="1369013"/>
                  </a:lnTo>
                  <a:lnTo>
                    <a:pt x="597763" y="1369022"/>
                  </a:lnTo>
                  <a:lnTo>
                    <a:pt x="597745" y="1369028"/>
                  </a:lnTo>
                  <a:lnTo>
                    <a:pt x="597734" y="1369031"/>
                  </a:lnTo>
                  <a:lnTo>
                    <a:pt x="597727" y="1369033"/>
                  </a:lnTo>
                  <a:lnTo>
                    <a:pt x="597720" y="1369035"/>
                  </a:lnTo>
                  <a:lnTo>
                    <a:pt x="597709" y="1369036"/>
                  </a:lnTo>
                  <a:lnTo>
                    <a:pt x="597696" y="1369038"/>
                  </a:lnTo>
                  <a:lnTo>
                    <a:pt x="597690" y="1369039"/>
                  </a:lnTo>
                  <a:lnTo>
                    <a:pt x="597685" y="1369040"/>
                  </a:lnTo>
                  <a:lnTo>
                    <a:pt x="597676" y="1369045"/>
                  </a:lnTo>
                  <a:lnTo>
                    <a:pt x="597668" y="1369051"/>
                  </a:lnTo>
                  <a:lnTo>
                    <a:pt x="597646" y="1369062"/>
                  </a:lnTo>
                  <a:lnTo>
                    <a:pt x="597641" y="1369063"/>
                  </a:lnTo>
                  <a:lnTo>
                    <a:pt x="597637" y="1369066"/>
                  </a:lnTo>
                  <a:lnTo>
                    <a:pt x="597625" y="1369073"/>
                  </a:lnTo>
                  <a:lnTo>
                    <a:pt x="597616" y="1369079"/>
                  </a:lnTo>
                  <a:lnTo>
                    <a:pt x="597609" y="1369083"/>
                  </a:lnTo>
                  <a:lnTo>
                    <a:pt x="597599" y="1369091"/>
                  </a:lnTo>
                  <a:lnTo>
                    <a:pt x="597590" y="1369099"/>
                  </a:lnTo>
                  <a:lnTo>
                    <a:pt x="597578" y="1369109"/>
                  </a:lnTo>
                  <a:lnTo>
                    <a:pt x="597569" y="1369116"/>
                  </a:lnTo>
                  <a:lnTo>
                    <a:pt x="597558" y="1369126"/>
                  </a:lnTo>
                  <a:lnTo>
                    <a:pt x="597553" y="1369130"/>
                  </a:lnTo>
                  <a:lnTo>
                    <a:pt x="597548" y="1369134"/>
                  </a:lnTo>
                  <a:lnTo>
                    <a:pt x="597543" y="1369141"/>
                  </a:lnTo>
                  <a:lnTo>
                    <a:pt x="597535" y="1369151"/>
                  </a:lnTo>
                  <a:lnTo>
                    <a:pt x="597525" y="1369160"/>
                  </a:lnTo>
                  <a:lnTo>
                    <a:pt x="597516" y="1369166"/>
                  </a:lnTo>
                  <a:lnTo>
                    <a:pt x="597502" y="1369173"/>
                  </a:lnTo>
                  <a:lnTo>
                    <a:pt x="597498" y="1369180"/>
                  </a:lnTo>
                  <a:lnTo>
                    <a:pt x="597493" y="1369191"/>
                  </a:lnTo>
                  <a:lnTo>
                    <a:pt x="597489" y="1369202"/>
                  </a:lnTo>
                  <a:lnTo>
                    <a:pt x="597483" y="1369210"/>
                  </a:lnTo>
                  <a:lnTo>
                    <a:pt x="597475" y="1369215"/>
                  </a:lnTo>
                  <a:lnTo>
                    <a:pt x="597448" y="1369206"/>
                  </a:lnTo>
                  <a:lnTo>
                    <a:pt x="597437" y="1369201"/>
                  </a:lnTo>
                  <a:lnTo>
                    <a:pt x="597425" y="1369191"/>
                  </a:lnTo>
                  <a:lnTo>
                    <a:pt x="597411" y="1369185"/>
                  </a:lnTo>
                  <a:lnTo>
                    <a:pt x="597399" y="1369180"/>
                  </a:lnTo>
                  <a:lnTo>
                    <a:pt x="597391" y="1369177"/>
                  </a:lnTo>
                  <a:lnTo>
                    <a:pt x="597384" y="1369177"/>
                  </a:lnTo>
                  <a:lnTo>
                    <a:pt x="597372" y="1369176"/>
                  </a:lnTo>
                  <a:lnTo>
                    <a:pt x="597364" y="1369177"/>
                  </a:lnTo>
                  <a:lnTo>
                    <a:pt x="597354" y="1369179"/>
                  </a:lnTo>
                  <a:lnTo>
                    <a:pt x="597343" y="1369179"/>
                  </a:lnTo>
                  <a:lnTo>
                    <a:pt x="597334" y="1369179"/>
                  </a:lnTo>
                  <a:lnTo>
                    <a:pt x="597327" y="1369178"/>
                  </a:lnTo>
                  <a:lnTo>
                    <a:pt x="597319" y="1369175"/>
                  </a:lnTo>
                  <a:lnTo>
                    <a:pt x="597311" y="1369172"/>
                  </a:lnTo>
                  <a:lnTo>
                    <a:pt x="597304" y="1369170"/>
                  </a:lnTo>
                  <a:lnTo>
                    <a:pt x="597295" y="1369166"/>
                  </a:lnTo>
                  <a:lnTo>
                    <a:pt x="597285" y="1369164"/>
                  </a:lnTo>
                  <a:lnTo>
                    <a:pt x="597274" y="1369163"/>
                  </a:lnTo>
                  <a:lnTo>
                    <a:pt x="597266" y="1369162"/>
                  </a:lnTo>
                  <a:lnTo>
                    <a:pt x="597257" y="1369161"/>
                  </a:lnTo>
                  <a:lnTo>
                    <a:pt x="597251" y="1369162"/>
                  </a:lnTo>
                  <a:lnTo>
                    <a:pt x="597243" y="1369165"/>
                  </a:lnTo>
                  <a:lnTo>
                    <a:pt x="597236" y="1369167"/>
                  </a:lnTo>
                  <a:lnTo>
                    <a:pt x="597231" y="1369168"/>
                  </a:lnTo>
                  <a:lnTo>
                    <a:pt x="597225" y="1369168"/>
                  </a:lnTo>
                  <a:lnTo>
                    <a:pt x="597219" y="1369169"/>
                  </a:lnTo>
                  <a:lnTo>
                    <a:pt x="597213" y="1369169"/>
                  </a:lnTo>
                  <a:lnTo>
                    <a:pt x="597207" y="1369168"/>
                  </a:lnTo>
                  <a:lnTo>
                    <a:pt x="597198" y="1369168"/>
                  </a:lnTo>
                  <a:lnTo>
                    <a:pt x="597188" y="1369171"/>
                  </a:lnTo>
                  <a:lnTo>
                    <a:pt x="597171" y="1369177"/>
                  </a:lnTo>
                  <a:lnTo>
                    <a:pt x="597160" y="1369182"/>
                  </a:lnTo>
                  <a:lnTo>
                    <a:pt x="597154" y="1369184"/>
                  </a:lnTo>
                  <a:lnTo>
                    <a:pt x="597146" y="1369188"/>
                  </a:lnTo>
                  <a:lnTo>
                    <a:pt x="597135" y="1369192"/>
                  </a:lnTo>
                  <a:lnTo>
                    <a:pt x="597128" y="1369192"/>
                  </a:lnTo>
                  <a:lnTo>
                    <a:pt x="597119" y="1369190"/>
                  </a:lnTo>
                  <a:lnTo>
                    <a:pt x="597112" y="1369189"/>
                  </a:lnTo>
                  <a:lnTo>
                    <a:pt x="597104" y="1369187"/>
                  </a:lnTo>
                  <a:lnTo>
                    <a:pt x="597094" y="1369185"/>
                  </a:lnTo>
                  <a:lnTo>
                    <a:pt x="597086" y="1369182"/>
                  </a:lnTo>
                  <a:lnTo>
                    <a:pt x="597080" y="1369176"/>
                  </a:lnTo>
                  <a:lnTo>
                    <a:pt x="597071" y="1369166"/>
                  </a:lnTo>
                  <a:lnTo>
                    <a:pt x="597064" y="1369158"/>
                  </a:lnTo>
                  <a:lnTo>
                    <a:pt x="597057" y="1369150"/>
                  </a:lnTo>
                  <a:lnTo>
                    <a:pt x="597049" y="1369141"/>
                  </a:lnTo>
                  <a:lnTo>
                    <a:pt x="597044" y="1369135"/>
                  </a:lnTo>
                  <a:lnTo>
                    <a:pt x="597034" y="1369120"/>
                  </a:lnTo>
                  <a:lnTo>
                    <a:pt x="597027" y="1369108"/>
                  </a:lnTo>
                  <a:lnTo>
                    <a:pt x="597020" y="1369096"/>
                  </a:lnTo>
                  <a:lnTo>
                    <a:pt x="597014" y="1369088"/>
                  </a:lnTo>
                  <a:lnTo>
                    <a:pt x="597008" y="1369083"/>
                  </a:lnTo>
                  <a:lnTo>
                    <a:pt x="597003" y="1369081"/>
                  </a:lnTo>
                  <a:lnTo>
                    <a:pt x="596993" y="1369079"/>
                  </a:lnTo>
                  <a:lnTo>
                    <a:pt x="596985" y="1369078"/>
                  </a:lnTo>
                  <a:lnTo>
                    <a:pt x="596979" y="1369078"/>
                  </a:lnTo>
                  <a:lnTo>
                    <a:pt x="596972" y="1369080"/>
                  </a:lnTo>
                  <a:lnTo>
                    <a:pt x="596966" y="1369082"/>
                  </a:lnTo>
                  <a:lnTo>
                    <a:pt x="596946" y="1369089"/>
                  </a:lnTo>
                  <a:lnTo>
                    <a:pt x="596923" y="1369098"/>
                  </a:lnTo>
                  <a:lnTo>
                    <a:pt x="596909" y="1369101"/>
                  </a:lnTo>
                  <a:lnTo>
                    <a:pt x="596894" y="1369104"/>
                  </a:lnTo>
                  <a:lnTo>
                    <a:pt x="596880" y="1369110"/>
                  </a:lnTo>
                  <a:lnTo>
                    <a:pt x="596868" y="1369113"/>
                  </a:lnTo>
                  <a:lnTo>
                    <a:pt x="596853" y="1369117"/>
                  </a:lnTo>
                  <a:lnTo>
                    <a:pt x="596842" y="1369119"/>
                  </a:lnTo>
                  <a:lnTo>
                    <a:pt x="596837" y="1369119"/>
                  </a:lnTo>
                  <a:lnTo>
                    <a:pt x="596828" y="1369119"/>
                  </a:lnTo>
                  <a:lnTo>
                    <a:pt x="596820" y="1369116"/>
                  </a:lnTo>
                  <a:lnTo>
                    <a:pt x="596814" y="1369113"/>
                  </a:lnTo>
                  <a:lnTo>
                    <a:pt x="596804" y="1369101"/>
                  </a:lnTo>
                  <a:lnTo>
                    <a:pt x="596799" y="1369095"/>
                  </a:lnTo>
                  <a:lnTo>
                    <a:pt x="596782" y="1369072"/>
                  </a:lnTo>
                  <a:lnTo>
                    <a:pt x="596774" y="1369061"/>
                  </a:lnTo>
                  <a:lnTo>
                    <a:pt x="596772" y="1369054"/>
                  </a:lnTo>
                  <a:lnTo>
                    <a:pt x="596766" y="1369043"/>
                  </a:lnTo>
                  <a:lnTo>
                    <a:pt x="596763" y="1369037"/>
                  </a:lnTo>
                  <a:lnTo>
                    <a:pt x="596755" y="1369029"/>
                  </a:lnTo>
                  <a:lnTo>
                    <a:pt x="596746" y="1369024"/>
                  </a:lnTo>
                  <a:lnTo>
                    <a:pt x="596733" y="1369018"/>
                  </a:lnTo>
                  <a:lnTo>
                    <a:pt x="596721" y="1369012"/>
                  </a:lnTo>
                  <a:lnTo>
                    <a:pt x="596712" y="1369007"/>
                  </a:lnTo>
                  <a:lnTo>
                    <a:pt x="596695" y="1368998"/>
                  </a:lnTo>
                  <a:lnTo>
                    <a:pt x="596688" y="1368994"/>
                  </a:lnTo>
                  <a:lnTo>
                    <a:pt x="596683" y="1368991"/>
                  </a:lnTo>
                  <a:lnTo>
                    <a:pt x="596677" y="1368987"/>
                  </a:lnTo>
                  <a:lnTo>
                    <a:pt x="596670" y="1368981"/>
                  </a:lnTo>
                  <a:lnTo>
                    <a:pt x="596660" y="1368975"/>
                  </a:lnTo>
                  <a:lnTo>
                    <a:pt x="596652" y="1368972"/>
                  </a:lnTo>
                  <a:lnTo>
                    <a:pt x="596643" y="1368969"/>
                  </a:lnTo>
                  <a:lnTo>
                    <a:pt x="596633" y="1368966"/>
                  </a:lnTo>
                  <a:lnTo>
                    <a:pt x="596624" y="1368959"/>
                  </a:lnTo>
                  <a:lnTo>
                    <a:pt x="596616" y="1368949"/>
                  </a:lnTo>
                  <a:lnTo>
                    <a:pt x="596605" y="1368937"/>
                  </a:lnTo>
                  <a:lnTo>
                    <a:pt x="596602" y="1368934"/>
                  </a:lnTo>
                  <a:lnTo>
                    <a:pt x="596594" y="1368928"/>
                  </a:lnTo>
                  <a:lnTo>
                    <a:pt x="596586" y="1368926"/>
                  </a:lnTo>
                  <a:lnTo>
                    <a:pt x="596574" y="1368924"/>
                  </a:lnTo>
                  <a:lnTo>
                    <a:pt x="596568" y="1368924"/>
                  </a:lnTo>
                  <a:lnTo>
                    <a:pt x="596556" y="1368922"/>
                  </a:lnTo>
                  <a:lnTo>
                    <a:pt x="596547" y="1368921"/>
                  </a:lnTo>
                  <a:lnTo>
                    <a:pt x="596539" y="1368920"/>
                  </a:lnTo>
                  <a:lnTo>
                    <a:pt x="596532" y="1368921"/>
                  </a:lnTo>
                  <a:lnTo>
                    <a:pt x="596523" y="1368921"/>
                  </a:lnTo>
                  <a:lnTo>
                    <a:pt x="596514" y="1368919"/>
                  </a:lnTo>
                  <a:lnTo>
                    <a:pt x="596506" y="1368916"/>
                  </a:lnTo>
                  <a:lnTo>
                    <a:pt x="596493" y="1368912"/>
                  </a:lnTo>
                  <a:lnTo>
                    <a:pt x="596485" y="1368909"/>
                  </a:lnTo>
                  <a:lnTo>
                    <a:pt x="596478" y="1368907"/>
                  </a:lnTo>
                  <a:lnTo>
                    <a:pt x="596466" y="1368904"/>
                  </a:lnTo>
                  <a:lnTo>
                    <a:pt x="596456" y="1368903"/>
                  </a:lnTo>
                  <a:lnTo>
                    <a:pt x="596449" y="1368902"/>
                  </a:lnTo>
                  <a:lnTo>
                    <a:pt x="596438" y="1368899"/>
                  </a:lnTo>
                  <a:lnTo>
                    <a:pt x="596430" y="1368897"/>
                  </a:lnTo>
                  <a:lnTo>
                    <a:pt x="596418" y="1368893"/>
                  </a:lnTo>
                  <a:lnTo>
                    <a:pt x="596409" y="1368891"/>
                  </a:lnTo>
                  <a:lnTo>
                    <a:pt x="596397" y="1368889"/>
                  </a:lnTo>
                  <a:lnTo>
                    <a:pt x="596387" y="1368886"/>
                  </a:lnTo>
                  <a:lnTo>
                    <a:pt x="596367" y="1368882"/>
                  </a:lnTo>
                  <a:lnTo>
                    <a:pt x="596355" y="1368879"/>
                  </a:lnTo>
                  <a:lnTo>
                    <a:pt x="596344" y="1368876"/>
                  </a:lnTo>
                  <a:lnTo>
                    <a:pt x="596331" y="1368873"/>
                  </a:lnTo>
                  <a:lnTo>
                    <a:pt x="596320" y="1368871"/>
                  </a:lnTo>
                  <a:lnTo>
                    <a:pt x="596307" y="1368868"/>
                  </a:lnTo>
                  <a:lnTo>
                    <a:pt x="596295" y="1368866"/>
                  </a:lnTo>
                  <a:lnTo>
                    <a:pt x="596283" y="1368864"/>
                  </a:lnTo>
                  <a:lnTo>
                    <a:pt x="596274" y="1368862"/>
                  </a:lnTo>
                  <a:lnTo>
                    <a:pt x="596265" y="1368860"/>
                  </a:lnTo>
                  <a:lnTo>
                    <a:pt x="596254" y="1368858"/>
                  </a:lnTo>
                  <a:lnTo>
                    <a:pt x="596243" y="1368860"/>
                  </a:lnTo>
                  <a:lnTo>
                    <a:pt x="596233" y="1368866"/>
                  </a:lnTo>
                  <a:lnTo>
                    <a:pt x="596226" y="1368870"/>
                  </a:lnTo>
                  <a:lnTo>
                    <a:pt x="596221" y="1368878"/>
                  </a:lnTo>
                  <a:lnTo>
                    <a:pt x="596217" y="1368887"/>
                  </a:lnTo>
                  <a:lnTo>
                    <a:pt x="596215" y="1368897"/>
                  </a:lnTo>
                  <a:lnTo>
                    <a:pt x="596214" y="1368905"/>
                  </a:lnTo>
                  <a:lnTo>
                    <a:pt x="596213" y="1368920"/>
                  </a:lnTo>
                  <a:lnTo>
                    <a:pt x="596210" y="1368929"/>
                  </a:lnTo>
                  <a:lnTo>
                    <a:pt x="596206" y="1368936"/>
                  </a:lnTo>
                  <a:lnTo>
                    <a:pt x="596197" y="1368945"/>
                  </a:lnTo>
                  <a:lnTo>
                    <a:pt x="596189" y="1368953"/>
                  </a:lnTo>
                  <a:lnTo>
                    <a:pt x="596180" y="1368963"/>
                  </a:lnTo>
                  <a:lnTo>
                    <a:pt x="596171" y="1368974"/>
                  </a:lnTo>
                  <a:lnTo>
                    <a:pt x="596163" y="1368982"/>
                  </a:lnTo>
                  <a:lnTo>
                    <a:pt x="596142" y="1369001"/>
                  </a:lnTo>
                  <a:lnTo>
                    <a:pt x="596134" y="1369016"/>
                  </a:lnTo>
                  <a:lnTo>
                    <a:pt x="596129" y="1369029"/>
                  </a:lnTo>
                  <a:lnTo>
                    <a:pt x="596126" y="1369041"/>
                  </a:lnTo>
                  <a:lnTo>
                    <a:pt x="596120" y="1369049"/>
                  </a:lnTo>
                  <a:lnTo>
                    <a:pt x="596108" y="1369050"/>
                  </a:lnTo>
                  <a:lnTo>
                    <a:pt x="596100" y="1369050"/>
                  </a:lnTo>
                  <a:lnTo>
                    <a:pt x="596092" y="1369052"/>
                  </a:lnTo>
                  <a:lnTo>
                    <a:pt x="596084" y="1369055"/>
                  </a:lnTo>
                  <a:lnTo>
                    <a:pt x="596077" y="1369059"/>
                  </a:lnTo>
                  <a:lnTo>
                    <a:pt x="596066" y="1369063"/>
                  </a:lnTo>
                  <a:lnTo>
                    <a:pt x="596058" y="1369065"/>
                  </a:lnTo>
                  <a:lnTo>
                    <a:pt x="596052" y="1369067"/>
                  </a:lnTo>
                  <a:lnTo>
                    <a:pt x="596045" y="1369069"/>
                  </a:lnTo>
                  <a:lnTo>
                    <a:pt x="596035" y="1369072"/>
                  </a:lnTo>
                  <a:lnTo>
                    <a:pt x="596025" y="1369075"/>
                  </a:lnTo>
                  <a:lnTo>
                    <a:pt x="596014" y="1369079"/>
                  </a:lnTo>
                  <a:lnTo>
                    <a:pt x="596003" y="1369083"/>
                  </a:lnTo>
                  <a:lnTo>
                    <a:pt x="595994" y="1369087"/>
                  </a:lnTo>
                  <a:lnTo>
                    <a:pt x="595990" y="1369090"/>
                  </a:lnTo>
                  <a:lnTo>
                    <a:pt x="595985" y="1369093"/>
                  </a:lnTo>
                  <a:lnTo>
                    <a:pt x="595979" y="1369099"/>
                  </a:lnTo>
                  <a:lnTo>
                    <a:pt x="595973" y="1369104"/>
                  </a:lnTo>
                  <a:lnTo>
                    <a:pt x="595966" y="1369110"/>
                  </a:lnTo>
                  <a:lnTo>
                    <a:pt x="595955" y="1369116"/>
                  </a:lnTo>
                  <a:lnTo>
                    <a:pt x="595949" y="1369120"/>
                  </a:lnTo>
                  <a:lnTo>
                    <a:pt x="595945" y="1369123"/>
                  </a:lnTo>
                  <a:lnTo>
                    <a:pt x="595936" y="1369126"/>
                  </a:lnTo>
                  <a:lnTo>
                    <a:pt x="595928" y="1369129"/>
                  </a:lnTo>
                  <a:lnTo>
                    <a:pt x="595922" y="1369135"/>
                  </a:lnTo>
                  <a:lnTo>
                    <a:pt x="595915" y="1369140"/>
                  </a:lnTo>
                  <a:lnTo>
                    <a:pt x="595906" y="1369145"/>
                  </a:lnTo>
                  <a:lnTo>
                    <a:pt x="595894" y="1369152"/>
                  </a:lnTo>
                  <a:lnTo>
                    <a:pt x="595884" y="1369158"/>
                  </a:lnTo>
                  <a:lnTo>
                    <a:pt x="595879" y="1369160"/>
                  </a:lnTo>
                  <a:lnTo>
                    <a:pt x="595872" y="1369166"/>
                  </a:lnTo>
                  <a:lnTo>
                    <a:pt x="595864" y="1369172"/>
                  </a:lnTo>
                  <a:lnTo>
                    <a:pt x="595855" y="1369180"/>
                  </a:lnTo>
                  <a:lnTo>
                    <a:pt x="595847" y="1369188"/>
                  </a:lnTo>
                  <a:lnTo>
                    <a:pt x="595839" y="1369196"/>
                  </a:lnTo>
                  <a:lnTo>
                    <a:pt x="595830" y="1369201"/>
                  </a:lnTo>
                  <a:lnTo>
                    <a:pt x="595820" y="1369211"/>
                  </a:lnTo>
                  <a:lnTo>
                    <a:pt x="595811" y="1369216"/>
                  </a:lnTo>
                  <a:lnTo>
                    <a:pt x="595802" y="1369219"/>
                  </a:lnTo>
                  <a:lnTo>
                    <a:pt x="595789" y="1369221"/>
                  </a:lnTo>
                  <a:lnTo>
                    <a:pt x="595786" y="1369228"/>
                  </a:lnTo>
                  <a:lnTo>
                    <a:pt x="595794" y="1369230"/>
                  </a:lnTo>
                  <a:lnTo>
                    <a:pt x="595803" y="1369232"/>
                  </a:lnTo>
                  <a:lnTo>
                    <a:pt x="595809" y="1369233"/>
                  </a:lnTo>
                  <a:lnTo>
                    <a:pt x="595816" y="1369235"/>
                  </a:lnTo>
                  <a:lnTo>
                    <a:pt x="595821" y="1369239"/>
                  </a:lnTo>
                  <a:lnTo>
                    <a:pt x="595829" y="1369247"/>
                  </a:lnTo>
                  <a:lnTo>
                    <a:pt x="595835" y="1369254"/>
                  </a:lnTo>
                  <a:lnTo>
                    <a:pt x="595843" y="1369259"/>
                  </a:lnTo>
                  <a:lnTo>
                    <a:pt x="595846" y="1369264"/>
                  </a:lnTo>
                  <a:lnTo>
                    <a:pt x="595850" y="1369269"/>
                  </a:lnTo>
                  <a:lnTo>
                    <a:pt x="595854" y="1369275"/>
                  </a:lnTo>
                  <a:lnTo>
                    <a:pt x="595857" y="1369282"/>
                  </a:lnTo>
                  <a:lnTo>
                    <a:pt x="595861" y="1369289"/>
                  </a:lnTo>
                  <a:lnTo>
                    <a:pt x="595864" y="1369295"/>
                  </a:lnTo>
                  <a:lnTo>
                    <a:pt x="595865" y="1369301"/>
                  </a:lnTo>
                  <a:lnTo>
                    <a:pt x="595867" y="1369307"/>
                  </a:lnTo>
                  <a:lnTo>
                    <a:pt x="595871" y="1369315"/>
                  </a:lnTo>
                  <a:lnTo>
                    <a:pt x="595876" y="1369322"/>
                  </a:lnTo>
                  <a:lnTo>
                    <a:pt x="595882" y="1369331"/>
                  </a:lnTo>
                  <a:lnTo>
                    <a:pt x="595885" y="1369336"/>
                  </a:lnTo>
                  <a:lnTo>
                    <a:pt x="595886" y="1369343"/>
                  </a:lnTo>
                  <a:lnTo>
                    <a:pt x="595886" y="1369351"/>
                  </a:lnTo>
                  <a:lnTo>
                    <a:pt x="595884" y="1369365"/>
                  </a:lnTo>
                  <a:lnTo>
                    <a:pt x="595881" y="1369377"/>
                  </a:lnTo>
                  <a:lnTo>
                    <a:pt x="595877" y="1369391"/>
                  </a:lnTo>
                  <a:lnTo>
                    <a:pt x="595874" y="1369405"/>
                  </a:lnTo>
                  <a:lnTo>
                    <a:pt x="595871" y="1369419"/>
                  </a:lnTo>
                  <a:lnTo>
                    <a:pt x="595869" y="1369433"/>
                  </a:lnTo>
                  <a:lnTo>
                    <a:pt x="595868" y="1369444"/>
                  </a:lnTo>
                  <a:lnTo>
                    <a:pt x="595867" y="1369455"/>
                  </a:lnTo>
                  <a:lnTo>
                    <a:pt x="595867" y="1369462"/>
                  </a:lnTo>
                  <a:lnTo>
                    <a:pt x="595867" y="1369475"/>
                  </a:lnTo>
                  <a:lnTo>
                    <a:pt x="595868" y="1369484"/>
                  </a:lnTo>
                  <a:lnTo>
                    <a:pt x="595867" y="1369494"/>
                  </a:lnTo>
                  <a:lnTo>
                    <a:pt x="595867" y="1369502"/>
                  </a:lnTo>
                  <a:lnTo>
                    <a:pt x="595866" y="1369509"/>
                  </a:lnTo>
                  <a:lnTo>
                    <a:pt x="595868" y="1369515"/>
                  </a:lnTo>
                  <a:lnTo>
                    <a:pt x="595870" y="1369523"/>
                  </a:lnTo>
                  <a:lnTo>
                    <a:pt x="595872" y="1369529"/>
                  </a:lnTo>
                  <a:lnTo>
                    <a:pt x="595875" y="1369539"/>
                  </a:lnTo>
                  <a:lnTo>
                    <a:pt x="595879" y="1369548"/>
                  </a:lnTo>
                  <a:lnTo>
                    <a:pt x="595882" y="1369560"/>
                  </a:lnTo>
                  <a:lnTo>
                    <a:pt x="595885" y="1369567"/>
                  </a:lnTo>
                  <a:lnTo>
                    <a:pt x="595889" y="1369576"/>
                  </a:lnTo>
                  <a:lnTo>
                    <a:pt x="595893" y="1369582"/>
                  </a:lnTo>
                  <a:lnTo>
                    <a:pt x="595897" y="1369589"/>
                  </a:lnTo>
                  <a:lnTo>
                    <a:pt x="595900" y="1369596"/>
                  </a:lnTo>
                  <a:lnTo>
                    <a:pt x="595903" y="1369603"/>
                  </a:lnTo>
                  <a:lnTo>
                    <a:pt x="595907" y="1369607"/>
                  </a:lnTo>
                  <a:lnTo>
                    <a:pt x="595915" y="1369615"/>
                  </a:lnTo>
                  <a:lnTo>
                    <a:pt x="595924" y="1369634"/>
                  </a:lnTo>
                  <a:lnTo>
                    <a:pt x="595927" y="1369646"/>
                  </a:lnTo>
                  <a:lnTo>
                    <a:pt x="595926" y="1369654"/>
                  </a:lnTo>
                  <a:lnTo>
                    <a:pt x="595920" y="1369662"/>
                  </a:lnTo>
                  <a:lnTo>
                    <a:pt x="595915" y="1369670"/>
                  </a:lnTo>
                  <a:lnTo>
                    <a:pt x="595906" y="1369684"/>
                  </a:lnTo>
                  <a:lnTo>
                    <a:pt x="595897" y="1369705"/>
                  </a:lnTo>
                  <a:lnTo>
                    <a:pt x="595896" y="1369723"/>
                  </a:lnTo>
                  <a:lnTo>
                    <a:pt x="595898" y="1369731"/>
                  </a:lnTo>
                  <a:lnTo>
                    <a:pt x="595900" y="1369739"/>
                  </a:lnTo>
                  <a:lnTo>
                    <a:pt x="595904" y="1369751"/>
                  </a:lnTo>
                  <a:lnTo>
                    <a:pt x="595909" y="1369762"/>
                  </a:lnTo>
                  <a:lnTo>
                    <a:pt x="595914" y="1369780"/>
                  </a:lnTo>
                  <a:lnTo>
                    <a:pt x="595916" y="1369789"/>
                  </a:lnTo>
                  <a:lnTo>
                    <a:pt x="595919" y="1369809"/>
                  </a:lnTo>
                  <a:lnTo>
                    <a:pt x="595922" y="1369817"/>
                  </a:lnTo>
                  <a:lnTo>
                    <a:pt x="595925" y="1369825"/>
                  </a:lnTo>
                  <a:lnTo>
                    <a:pt x="595927" y="1369833"/>
                  </a:lnTo>
                  <a:lnTo>
                    <a:pt x="595926" y="1369844"/>
                  </a:lnTo>
                  <a:lnTo>
                    <a:pt x="595925" y="1369850"/>
                  </a:lnTo>
                  <a:lnTo>
                    <a:pt x="595923" y="1369868"/>
                  </a:lnTo>
                  <a:lnTo>
                    <a:pt x="595923" y="1369875"/>
                  </a:lnTo>
                  <a:lnTo>
                    <a:pt x="595928" y="1369899"/>
                  </a:lnTo>
                  <a:lnTo>
                    <a:pt x="595931" y="1369910"/>
                  </a:lnTo>
                  <a:lnTo>
                    <a:pt x="595936" y="1369922"/>
                  </a:lnTo>
                  <a:lnTo>
                    <a:pt x="595941" y="1369931"/>
                  </a:lnTo>
                  <a:lnTo>
                    <a:pt x="595949" y="1369945"/>
                  </a:lnTo>
                  <a:lnTo>
                    <a:pt x="595956" y="1369957"/>
                  </a:lnTo>
                  <a:lnTo>
                    <a:pt x="595967" y="1369980"/>
                  </a:lnTo>
                  <a:lnTo>
                    <a:pt x="595978" y="1370000"/>
                  </a:lnTo>
                  <a:lnTo>
                    <a:pt x="595985" y="1370012"/>
                  </a:lnTo>
                  <a:lnTo>
                    <a:pt x="595989" y="1370018"/>
                  </a:lnTo>
                  <a:lnTo>
                    <a:pt x="595993" y="1370025"/>
                  </a:lnTo>
                  <a:lnTo>
                    <a:pt x="595999" y="1370032"/>
                  </a:lnTo>
                  <a:lnTo>
                    <a:pt x="596005" y="1370039"/>
                  </a:lnTo>
                  <a:lnTo>
                    <a:pt x="596013" y="1370049"/>
                  </a:lnTo>
                  <a:lnTo>
                    <a:pt x="596023" y="1370061"/>
                  </a:lnTo>
                  <a:lnTo>
                    <a:pt x="596027" y="1370068"/>
                  </a:lnTo>
                  <a:lnTo>
                    <a:pt x="596028" y="1370075"/>
                  </a:lnTo>
                  <a:lnTo>
                    <a:pt x="596029" y="1370087"/>
                  </a:lnTo>
                  <a:lnTo>
                    <a:pt x="596030" y="1370101"/>
                  </a:lnTo>
                  <a:lnTo>
                    <a:pt x="596029" y="1370117"/>
                  </a:lnTo>
                  <a:lnTo>
                    <a:pt x="596030" y="1370130"/>
                  </a:lnTo>
                  <a:lnTo>
                    <a:pt x="596031" y="1370141"/>
                  </a:lnTo>
                  <a:lnTo>
                    <a:pt x="596033" y="1370153"/>
                  </a:lnTo>
                  <a:lnTo>
                    <a:pt x="596034" y="1370162"/>
                  </a:lnTo>
                  <a:lnTo>
                    <a:pt x="596037" y="1370171"/>
                  </a:lnTo>
                  <a:lnTo>
                    <a:pt x="596052" y="1370177"/>
                  </a:lnTo>
                  <a:lnTo>
                    <a:pt x="596057" y="1370181"/>
                  </a:lnTo>
                  <a:lnTo>
                    <a:pt x="596068" y="1370192"/>
                  </a:lnTo>
                  <a:lnTo>
                    <a:pt x="596074" y="1370196"/>
                  </a:lnTo>
                  <a:lnTo>
                    <a:pt x="596092" y="1370204"/>
                  </a:lnTo>
                  <a:lnTo>
                    <a:pt x="596114" y="1370210"/>
                  </a:lnTo>
                  <a:lnTo>
                    <a:pt x="596116" y="1370215"/>
                  </a:lnTo>
                  <a:lnTo>
                    <a:pt x="596120" y="1370224"/>
                  </a:lnTo>
                  <a:lnTo>
                    <a:pt x="596123" y="1370230"/>
                  </a:lnTo>
                  <a:lnTo>
                    <a:pt x="596127" y="1370237"/>
                  </a:lnTo>
                  <a:lnTo>
                    <a:pt x="596128" y="1370243"/>
                  </a:lnTo>
                  <a:lnTo>
                    <a:pt x="596130" y="1370250"/>
                  </a:lnTo>
                  <a:lnTo>
                    <a:pt x="596132" y="1370264"/>
                  </a:lnTo>
                  <a:lnTo>
                    <a:pt x="596133" y="1370269"/>
                  </a:lnTo>
                  <a:lnTo>
                    <a:pt x="596136" y="1370275"/>
                  </a:lnTo>
                  <a:lnTo>
                    <a:pt x="596139" y="1370279"/>
                  </a:lnTo>
                  <a:lnTo>
                    <a:pt x="596147" y="1370291"/>
                  </a:lnTo>
                  <a:lnTo>
                    <a:pt x="596150" y="1370297"/>
                  </a:lnTo>
                  <a:lnTo>
                    <a:pt x="596159" y="1370313"/>
                  </a:lnTo>
                  <a:lnTo>
                    <a:pt x="596167" y="1370325"/>
                  </a:lnTo>
                  <a:lnTo>
                    <a:pt x="596177" y="1370339"/>
                  </a:lnTo>
                  <a:lnTo>
                    <a:pt x="596181" y="1370343"/>
                  </a:lnTo>
                  <a:lnTo>
                    <a:pt x="596189" y="1370347"/>
                  </a:lnTo>
                  <a:lnTo>
                    <a:pt x="596198" y="1370354"/>
                  </a:lnTo>
                  <a:lnTo>
                    <a:pt x="596203" y="1370363"/>
                  </a:lnTo>
                  <a:lnTo>
                    <a:pt x="596209" y="1370374"/>
                  </a:lnTo>
                  <a:lnTo>
                    <a:pt x="596212" y="1370383"/>
                  </a:lnTo>
                  <a:lnTo>
                    <a:pt x="596216" y="1370392"/>
                  </a:lnTo>
                  <a:lnTo>
                    <a:pt x="596228" y="1370422"/>
                  </a:lnTo>
                  <a:lnTo>
                    <a:pt x="596234" y="1370440"/>
                  </a:lnTo>
                  <a:lnTo>
                    <a:pt x="596239" y="1370454"/>
                  </a:lnTo>
                  <a:lnTo>
                    <a:pt x="596247" y="1370469"/>
                  </a:lnTo>
                  <a:lnTo>
                    <a:pt x="596252" y="1370475"/>
                  </a:lnTo>
                  <a:lnTo>
                    <a:pt x="596259" y="1370488"/>
                  </a:lnTo>
                  <a:lnTo>
                    <a:pt x="596262" y="1370495"/>
                  </a:lnTo>
                  <a:lnTo>
                    <a:pt x="596266" y="1370509"/>
                  </a:lnTo>
                  <a:lnTo>
                    <a:pt x="596270" y="1370522"/>
                  </a:lnTo>
                  <a:lnTo>
                    <a:pt x="596272" y="1370529"/>
                  </a:lnTo>
                  <a:lnTo>
                    <a:pt x="596276" y="1370539"/>
                  </a:lnTo>
                  <a:lnTo>
                    <a:pt x="596279" y="1370547"/>
                  </a:lnTo>
                  <a:lnTo>
                    <a:pt x="596281" y="1370553"/>
                  </a:lnTo>
                  <a:lnTo>
                    <a:pt x="596285" y="1370566"/>
                  </a:lnTo>
                  <a:lnTo>
                    <a:pt x="596287" y="1370571"/>
                  </a:lnTo>
                  <a:lnTo>
                    <a:pt x="596290" y="1370576"/>
                  </a:lnTo>
                  <a:lnTo>
                    <a:pt x="596292" y="1370582"/>
                  </a:lnTo>
                  <a:lnTo>
                    <a:pt x="596297" y="1370590"/>
                  </a:lnTo>
                  <a:lnTo>
                    <a:pt x="596303" y="1370604"/>
                  </a:lnTo>
                  <a:lnTo>
                    <a:pt x="596307" y="1370612"/>
                  </a:lnTo>
                  <a:lnTo>
                    <a:pt x="596311" y="1370624"/>
                  </a:lnTo>
                  <a:lnTo>
                    <a:pt x="596314" y="1370637"/>
                  </a:lnTo>
                  <a:lnTo>
                    <a:pt x="596315" y="1370645"/>
                  </a:lnTo>
                  <a:lnTo>
                    <a:pt x="596318" y="1370662"/>
                  </a:lnTo>
                  <a:lnTo>
                    <a:pt x="596322" y="1370687"/>
                  </a:lnTo>
                  <a:lnTo>
                    <a:pt x="596324" y="1370697"/>
                  </a:lnTo>
                  <a:lnTo>
                    <a:pt x="596326" y="1370709"/>
                  </a:lnTo>
                  <a:lnTo>
                    <a:pt x="596329" y="1370717"/>
                  </a:lnTo>
                  <a:lnTo>
                    <a:pt x="596333" y="1370723"/>
                  </a:lnTo>
                  <a:lnTo>
                    <a:pt x="596341" y="1370729"/>
                  </a:lnTo>
                  <a:lnTo>
                    <a:pt x="596346" y="1370734"/>
                  </a:lnTo>
                  <a:lnTo>
                    <a:pt x="596350" y="1370738"/>
                  </a:lnTo>
                  <a:lnTo>
                    <a:pt x="596353" y="1370744"/>
                  </a:lnTo>
                  <a:lnTo>
                    <a:pt x="596360" y="1370755"/>
                  </a:lnTo>
                  <a:lnTo>
                    <a:pt x="596364" y="1370760"/>
                  </a:lnTo>
                  <a:lnTo>
                    <a:pt x="596372" y="1370768"/>
                  </a:lnTo>
                  <a:lnTo>
                    <a:pt x="596377" y="1370774"/>
                  </a:lnTo>
                  <a:lnTo>
                    <a:pt x="596382" y="1370779"/>
                  </a:lnTo>
                  <a:lnTo>
                    <a:pt x="596388" y="1370789"/>
                  </a:lnTo>
                  <a:lnTo>
                    <a:pt x="596388" y="1370798"/>
                  </a:lnTo>
                  <a:lnTo>
                    <a:pt x="596387" y="1370807"/>
                  </a:lnTo>
                  <a:lnTo>
                    <a:pt x="596385" y="1370815"/>
                  </a:lnTo>
                  <a:lnTo>
                    <a:pt x="596380" y="1370827"/>
                  </a:lnTo>
                  <a:lnTo>
                    <a:pt x="596376" y="1370836"/>
                  </a:lnTo>
                  <a:lnTo>
                    <a:pt x="596371" y="1370846"/>
                  </a:lnTo>
                  <a:lnTo>
                    <a:pt x="596364" y="1370856"/>
                  </a:lnTo>
                  <a:lnTo>
                    <a:pt x="596351" y="1370869"/>
                  </a:lnTo>
                  <a:lnTo>
                    <a:pt x="596345" y="1370874"/>
                  </a:lnTo>
                  <a:lnTo>
                    <a:pt x="596337" y="1370882"/>
                  </a:lnTo>
                  <a:lnTo>
                    <a:pt x="596324" y="1370892"/>
                  </a:lnTo>
                  <a:lnTo>
                    <a:pt x="596308" y="1370901"/>
                  </a:lnTo>
                  <a:lnTo>
                    <a:pt x="596294" y="1370910"/>
                  </a:lnTo>
                  <a:lnTo>
                    <a:pt x="596286" y="1370914"/>
                  </a:lnTo>
                  <a:lnTo>
                    <a:pt x="596271" y="1370923"/>
                  </a:lnTo>
                  <a:lnTo>
                    <a:pt x="596262" y="1370926"/>
                  </a:lnTo>
                  <a:lnTo>
                    <a:pt x="596253" y="1370925"/>
                  </a:lnTo>
                  <a:lnTo>
                    <a:pt x="596241" y="1370922"/>
                  </a:lnTo>
                  <a:lnTo>
                    <a:pt x="596229" y="1370919"/>
                  </a:lnTo>
                  <a:lnTo>
                    <a:pt x="596224" y="1370919"/>
                  </a:lnTo>
                  <a:lnTo>
                    <a:pt x="596219" y="1370920"/>
                  </a:lnTo>
                  <a:lnTo>
                    <a:pt x="596210" y="1370934"/>
                  </a:lnTo>
                  <a:lnTo>
                    <a:pt x="596191" y="1370958"/>
                  </a:lnTo>
                  <a:lnTo>
                    <a:pt x="596179" y="1370972"/>
                  </a:lnTo>
                  <a:lnTo>
                    <a:pt x="596170" y="1370982"/>
                  </a:lnTo>
                  <a:lnTo>
                    <a:pt x="596163" y="1370988"/>
                  </a:lnTo>
                  <a:lnTo>
                    <a:pt x="596142" y="1370999"/>
                  </a:lnTo>
                  <a:lnTo>
                    <a:pt x="596132" y="1371004"/>
                  </a:lnTo>
                  <a:lnTo>
                    <a:pt x="596123" y="1371006"/>
                  </a:lnTo>
                  <a:lnTo>
                    <a:pt x="596123" y="1371024"/>
                  </a:lnTo>
                  <a:lnTo>
                    <a:pt x="596123" y="1371034"/>
                  </a:lnTo>
                  <a:lnTo>
                    <a:pt x="596116" y="1371069"/>
                  </a:lnTo>
                  <a:lnTo>
                    <a:pt x="596115" y="1371081"/>
                  </a:lnTo>
                  <a:lnTo>
                    <a:pt x="596114" y="1371095"/>
                  </a:lnTo>
                  <a:lnTo>
                    <a:pt x="596111" y="1371109"/>
                  </a:lnTo>
                  <a:lnTo>
                    <a:pt x="596109" y="1371118"/>
                  </a:lnTo>
                  <a:lnTo>
                    <a:pt x="596106" y="1371128"/>
                  </a:lnTo>
                  <a:lnTo>
                    <a:pt x="596105" y="1371138"/>
                  </a:lnTo>
                  <a:lnTo>
                    <a:pt x="596103" y="1371153"/>
                  </a:lnTo>
                  <a:lnTo>
                    <a:pt x="596101" y="1371166"/>
                  </a:lnTo>
                  <a:lnTo>
                    <a:pt x="596103" y="1371180"/>
                  </a:lnTo>
                  <a:lnTo>
                    <a:pt x="596104" y="1371190"/>
                  </a:lnTo>
                  <a:lnTo>
                    <a:pt x="596103" y="1371200"/>
                  </a:lnTo>
                  <a:lnTo>
                    <a:pt x="596102" y="1371224"/>
                  </a:lnTo>
                  <a:lnTo>
                    <a:pt x="596097" y="1371236"/>
                  </a:lnTo>
                  <a:lnTo>
                    <a:pt x="596091" y="1371249"/>
                  </a:lnTo>
                  <a:lnTo>
                    <a:pt x="596084" y="1371270"/>
                  </a:lnTo>
                  <a:lnTo>
                    <a:pt x="596080" y="1371286"/>
                  </a:lnTo>
                  <a:lnTo>
                    <a:pt x="596082" y="1371294"/>
                  </a:lnTo>
                  <a:lnTo>
                    <a:pt x="596087" y="1371297"/>
                  </a:lnTo>
                  <a:lnTo>
                    <a:pt x="596097" y="1371306"/>
                  </a:lnTo>
                  <a:lnTo>
                    <a:pt x="596106" y="1371318"/>
                  </a:lnTo>
                  <a:lnTo>
                    <a:pt x="596113" y="1371331"/>
                  </a:lnTo>
                  <a:lnTo>
                    <a:pt x="596119" y="1371343"/>
                  </a:lnTo>
                  <a:lnTo>
                    <a:pt x="596122" y="1371357"/>
                  </a:lnTo>
                  <a:lnTo>
                    <a:pt x="596124" y="1371364"/>
                  </a:lnTo>
                  <a:lnTo>
                    <a:pt x="596125" y="1371373"/>
                  </a:lnTo>
                  <a:lnTo>
                    <a:pt x="596124" y="1371380"/>
                  </a:lnTo>
                  <a:lnTo>
                    <a:pt x="596122" y="1371388"/>
                  </a:lnTo>
                  <a:lnTo>
                    <a:pt x="596121" y="1371402"/>
                  </a:lnTo>
                  <a:lnTo>
                    <a:pt x="596118" y="1371411"/>
                  </a:lnTo>
                  <a:lnTo>
                    <a:pt x="596108" y="1371418"/>
                  </a:lnTo>
                  <a:lnTo>
                    <a:pt x="596097" y="1371423"/>
                  </a:lnTo>
                  <a:lnTo>
                    <a:pt x="596087" y="1371426"/>
                  </a:lnTo>
                  <a:lnTo>
                    <a:pt x="596073" y="1371432"/>
                  </a:lnTo>
                  <a:lnTo>
                    <a:pt x="596061" y="1371437"/>
                  </a:lnTo>
                  <a:lnTo>
                    <a:pt x="596052" y="1371442"/>
                  </a:lnTo>
                  <a:lnTo>
                    <a:pt x="596045" y="1371449"/>
                  </a:lnTo>
                  <a:lnTo>
                    <a:pt x="596040" y="1371455"/>
                  </a:lnTo>
                  <a:lnTo>
                    <a:pt x="596035" y="1371465"/>
                  </a:lnTo>
                  <a:lnTo>
                    <a:pt x="596032" y="1371472"/>
                  </a:lnTo>
                  <a:lnTo>
                    <a:pt x="596030" y="1371479"/>
                  </a:lnTo>
                  <a:lnTo>
                    <a:pt x="596031" y="1371494"/>
                  </a:lnTo>
                  <a:lnTo>
                    <a:pt x="596033" y="1371501"/>
                  </a:lnTo>
                  <a:lnTo>
                    <a:pt x="596035" y="1371507"/>
                  </a:lnTo>
                  <a:lnTo>
                    <a:pt x="596040" y="1371514"/>
                  </a:lnTo>
                  <a:lnTo>
                    <a:pt x="596047" y="1371523"/>
                  </a:lnTo>
                  <a:lnTo>
                    <a:pt x="596051" y="1371529"/>
                  </a:lnTo>
                  <a:lnTo>
                    <a:pt x="596056" y="1371537"/>
                  </a:lnTo>
                  <a:lnTo>
                    <a:pt x="596063" y="1371544"/>
                  </a:lnTo>
                  <a:lnTo>
                    <a:pt x="596071" y="1371547"/>
                  </a:lnTo>
                  <a:lnTo>
                    <a:pt x="596076" y="1371550"/>
                  </a:lnTo>
                  <a:lnTo>
                    <a:pt x="596082" y="1371557"/>
                  </a:lnTo>
                  <a:lnTo>
                    <a:pt x="596087" y="1371565"/>
                  </a:lnTo>
                  <a:lnTo>
                    <a:pt x="596091" y="1371572"/>
                  </a:lnTo>
                  <a:lnTo>
                    <a:pt x="596093" y="1371578"/>
                  </a:lnTo>
                  <a:lnTo>
                    <a:pt x="596094" y="1371585"/>
                  </a:lnTo>
                  <a:lnTo>
                    <a:pt x="596096" y="1371597"/>
                  </a:lnTo>
                  <a:lnTo>
                    <a:pt x="596097" y="1371613"/>
                  </a:lnTo>
                  <a:lnTo>
                    <a:pt x="596098" y="1371626"/>
                  </a:lnTo>
                  <a:lnTo>
                    <a:pt x="596100" y="1371642"/>
                  </a:lnTo>
                  <a:lnTo>
                    <a:pt x="596101" y="1371650"/>
                  </a:lnTo>
                  <a:lnTo>
                    <a:pt x="596101" y="1371657"/>
                  </a:lnTo>
                  <a:lnTo>
                    <a:pt x="596101" y="1371664"/>
                  </a:lnTo>
                  <a:lnTo>
                    <a:pt x="596102" y="1371673"/>
                  </a:lnTo>
                  <a:lnTo>
                    <a:pt x="596103" y="1371685"/>
                  </a:lnTo>
                  <a:lnTo>
                    <a:pt x="596104" y="1371693"/>
                  </a:lnTo>
                  <a:lnTo>
                    <a:pt x="596105" y="1371703"/>
                  </a:lnTo>
                  <a:lnTo>
                    <a:pt x="596106" y="1371712"/>
                  </a:lnTo>
                  <a:lnTo>
                    <a:pt x="596108" y="1371725"/>
                  </a:lnTo>
                  <a:lnTo>
                    <a:pt x="596108" y="1371733"/>
                  </a:lnTo>
                  <a:lnTo>
                    <a:pt x="596108" y="1371747"/>
                  </a:lnTo>
                  <a:lnTo>
                    <a:pt x="596108" y="1371757"/>
                  </a:lnTo>
                  <a:lnTo>
                    <a:pt x="596107" y="1371764"/>
                  </a:lnTo>
                  <a:lnTo>
                    <a:pt x="596107" y="1371775"/>
                  </a:lnTo>
                  <a:lnTo>
                    <a:pt x="596107" y="1371791"/>
                  </a:lnTo>
                  <a:lnTo>
                    <a:pt x="596109" y="1371803"/>
                  </a:lnTo>
                  <a:lnTo>
                    <a:pt x="596113" y="1371816"/>
                  </a:lnTo>
                  <a:lnTo>
                    <a:pt x="596113" y="1371828"/>
                  </a:lnTo>
                  <a:lnTo>
                    <a:pt x="596111" y="1371838"/>
                  </a:lnTo>
                  <a:lnTo>
                    <a:pt x="596103" y="1371849"/>
                  </a:lnTo>
                  <a:lnTo>
                    <a:pt x="596095" y="1371863"/>
                  </a:lnTo>
                  <a:lnTo>
                    <a:pt x="596092" y="1371875"/>
                  </a:lnTo>
                  <a:lnTo>
                    <a:pt x="596084" y="1371885"/>
                  </a:lnTo>
                  <a:lnTo>
                    <a:pt x="596073" y="1371893"/>
                  </a:lnTo>
                  <a:lnTo>
                    <a:pt x="596067" y="1371896"/>
                  </a:lnTo>
                  <a:lnTo>
                    <a:pt x="596061" y="1371903"/>
                  </a:lnTo>
                  <a:lnTo>
                    <a:pt x="596053" y="1371912"/>
                  </a:lnTo>
                  <a:lnTo>
                    <a:pt x="596045" y="1371925"/>
                  </a:lnTo>
                  <a:lnTo>
                    <a:pt x="596039" y="1371936"/>
                  </a:lnTo>
                  <a:lnTo>
                    <a:pt x="596038" y="1371944"/>
                  </a:lnTo>
                  <a:lnTo>
                    <a:pt x="596037" y="1371949"/>
                  </a:lnTo>
                  <a:lnTo>
                    <a:pt x="596037" y="1371965"/>
                  </a:lnTo>
                  <a:lnTo>
                    <a:pt x="596036" y="1371973"/>
                  </a:lnTo>
                  <a:lnTo>
                    <a:pt x="596034" y="1371987"/>
                  </a:lnTo>
                  <a:lnTo>
                    <a:pt x="596034" y="1371994"/>
                  </a:lnTo>
                  <a:lnTo>
                    <a:pt x="596036" y="1372001"/>
                  </a:lnTo>
                  <a:lnTo>
                    <a:pt x="596038" y="1372009"/>
                  </a:lnTo>
                  <a:lnTo>
                    <a:pt x="596041" y="1372017"/>
                  </a:lnTo>
                  <a:lnTo>
                    <a:pt x="596045" y="1372026"/>
                  </a:lnTo>
                  <a:lnTo>
                    <a:pt x="596055" y="1372040"/>
                  </a:lnTo>
                  <a:lnTo>
                    <a:pt x="596060" y="1372048"/>
                  </a:lnTo>
                  <a:lnTo>
                    <a:pt x="596065" y="1372057"/>
                  </a:lnTo>
                  <a:lnTo>
                    <a:pt x="596067" y="1372064"/>
                  </a:lnTo>
                  <a:lnTo>
                    <a:pt x="596067" y="1372072"/>
                  </a:lnTo>
                  <a:lnTo>
                    <a:pt x="596068" y="1372079"/>
                  </a:lnTo>
                  <a:lnTo>
                    <a:pt x="596070" y="1372087"/>
                  </a:lnTo>
                  <a:lnTo>
                    <a:pt x="596073" y="1372094"/>
                  </a:lnTo>
                  <a:lnTo>
                    <a:pt x="596079" y="1372104"/>
                  </a:lnTo>
                  <a:lnTo>
                    <a:pt x="596085" y="1372115"/>
                  </a:lnTo>
                  <a:lnTo>
                    <a:pt x="596089" y="1372126"/>
                  </a:lnTo>
                  <a:lnTo>
                    <a:pt x="596096" y="1372139"/>
                  </a:lnTo>
                  <a:lnTo>
                    <a:pt x="596099" y="1372152"/>
                  </a:lnTo>
                  <a:lnTo>
                    <a:pt x="596105" y="1372162"/>
                  </a:lnTo>
                  <a:lnTo>
                    <a:pt x="596112" y="1372168"/>
                  </a:lnTo>
                  <a:lnTo>
                    <a:pt x="596122" y="1372174"/>
                  </a:lnTo>
                  <a:lnTo>
                    <a:pt x="596131" y="1372178"/>
                  </a:lnTo>
                  <a:lnTo>
                    <a:pt x="596138" y="1372181"/>
                  </a:lnTo>
                  <a:lnTo>
                    <a:pt x="596144" y="1372186"/>
                  </a:lnTo>
                  <a:lnTo>
                    <a:pt x="596148" y="1372190"/>
                  </a:lnTo>
                  <a:lnTo>
                    <a:pt x="596154" y="1372199"/>
                  </a:lnTo>
                  <a:lnTo>
                    <a:pt x="596159" y="1372221"/>
                  </a:lnTo>
                  <a:lnTo>
                    <a:pt x="596162" y="1372235"/>
                  </a:lnTo>
                  <a:lnTo>
                    <a:pt x="596166" y="1372253"/>
                  </a:lnTo>
                  <a:lnTo>
                    <a:pt x="596170" y="1372264"/>
                  </a:lnTo>
                  <a:lnTo>
                    <a:pt x="596176" y="1372277"/>
                  </a:lnTo>
                  <a:lnTo>
                    <a:pt x="596180" y="1372288"/>
                  </a:lnTo>
                  <a:lnTo>
                    <a:pt x="596187" y="1372308"/>
                  </a:lnTo>
                  <a:lnTo>
                    <a:pt x="596189" y="1372313"/>
                  </a:lnTo>
                  <a:lnTo>
                    <a:pt x="596189" y="1372319"/>
                  </a:lnTo>
                  <a:lnTo>
                    <a:pt x="596186" y="1372334"/>
                  </a:lnTo>
                  <a:lnTo>
                    <a:pt x="596181" y="1372347"/>
                  </a:lnTo>
                  <a:lnTo>
                    <a:pt x="596175" y="1372364"/>
                  </a:lnTo>
                  <a:lnTo>
                    <a:pt x="596173" y="1372370"/>
                  </a:lnTo>
                  <a:lnTo>
                    <a:pt x="596165" y="1372381"/>
                  </a:lnTo>
                  <a:lnTo>
                    <a:pt x="596154" y="1372396"/>
                  </a:lnTo>
                  <a:lnTo>
                    <a:pt x="596143" y="1372414"/>
                  </a:lnTo>
                  <a:lnTo>
                    <a:pt x="596133" y="1372432"/>
                  </a:lnTo>
                  <a:lnTo>
                    <a:pt x="596119" y="1372448"/>
                  </a:lnTo>
                  <a:lnTo>
                    <a:pt x="596115" y="1372454"/>
                  </a:lnTo>
                  <a:lnTo>
                    <a:pt x="596107" y="1372464"/>
                  </a:lnTo>
                  <a:lnTo>
                    <a:pt x="596104" y="1372471"/>
                  </a:lnTo>
                  <a:lnTo>
                    <a:pt x="596102" y="1372480"/>
                  </a:lnTo>
                  <a:lnTo>
                    <a:pt x="596100" y="1372490"/>
                  </a:lnTo>
                  <a:lnTo>
                    <a:pt x="596100" y="1372499"/>
                  </a:lnTo>
                  <a:lnTo>
                    <a:pt x="596101" y="1372509"/>
                  </a:lnTo>
                  <a:lnTo>
                    <a:pt x="596102" y="1372520"/>
                  </a:lnTo>
                  <a:lnTo>
                    <a:pt x="596101" y="1372526"/>
                  </a:lnTo>
                  <a:lnTo>
                    <a:pt x="596099" y="1372538"/>
                  </a:lnTo>
                  <a:lnTo>
                    <a:pt x="596095" y="1372558"/>
                  </a:lnTo>
                  <a:lnTo>
                    <a:pt x="596092" y="1372569"/>
                  </a:lnTo>
                  <a:lnTo>
                    <a:pt x="596086" y="1372583"/>
                  </a:lnTo>
                  <a:lnTo>
                    <a:pt x="596079" y="1372594"/>
                  </a:lnTo>
                  <a:lnTo>
                    <a:pt x="596070" y="1372596"/>
                  </a:lnTo>
                  <a:lnTo>
                    <a:pt x="596062" y="1372595"/>
                  </a:lnTo>
                  <a:lnTo>
                    <a:pt x="596051" y="1372595"/>
                  </a:lnTo>
                  <a:lnTo>
                    <a:pt x="596043" y="1372596"/>
                  </a:lnTo>
                  <a:lnTo>
                    <a:pt x="596037" y="1372602"/>
                  </a:lnTo>
                  <a:lnTo>
                    <a:pt x="596031" y="1372610"/>
                  </a:lnTo>
                  <a:lnTo>
                    <a:pt x="596025" y="1372631"/>
                  </a:lnTo>
                  <a:lnTo>
                    <a:pt x="596022" y="1372642"/>
                  </a:lnTo>
                  <a:lnTo>
                    <a:pt x="596017" y="1372652"/>
                  </a:lnTo>
                  <a:lnTo>
                    <a:pt x="596013" y="1372660"/>
                  </a:lnTo>
                  <a:lnTo>
                    <a:pt x="596002" y="1372675"/>
                  </a:lnTo>
                  <a:lnTo>
                    <a:pt x="595993" y="1372683"/>
                  </a:lnTo>
                  <a:lnTo>
                    <a:pt x="595983" y="1372689"/>
                  </a:lnTo>
                  <a:lnTo>
                    <a:pt x="595962" y="1372700"/>
                  </a:lnTo>
                  <a:lnTo>
                    <a:pt x="595942" y="1372715"/>
                  </a:lnTo>
                  <a:lnTo>
                    <a:pt x="595929" y="1372728"/>
                  </a:lnTo>
                  <a:lnTo>
                    <a:pt x="595916" y="1372739"/>
                  </a:lnTo>
                  <a:lnTo>
                    <a:pt x="595905" y="1372748"/>
                  </a:lnTo>
                  <a:lnTo>
                    <a:pt x="595900" y="1372750"/>
                  </a:lnTo>
                  <a:lnTo>
                    <a:pt x="595894" y="1372754"/>
                  </a:lnTo>
                  <a:lnTo>
                    <a:pt x="595888" y="1372759"/>
                  </a:lnTo>
                  <a:lnTo>
                    <a:pt x="595872" y="1372774"/>
                  </a:lnTo>
                  <a:lnTo>
                    <a:pt x="595868" y="1372779"/>
                  </a:lnTo>
                  <a:lnTo>
                    <a:pt x="595859" y="1372794"/>
                  </a:lnTo>
                  <a:lnTo>
                    <a:pt x="595853" y="1372799"/>
                  </a:lnTo>
                  <a:lnTo>
                    <a:pt x="595837" y="1372811"/>
                  </a:lnTo>
                  <a:lnTo>
                    <a:pt x="595821" y="1372821"/>
                  </a:lnTo>
                  <a:lnTo>
                    <a:pt x="595808" y="1372828"/>
                  </a:lnTo>
                  <a:lnTo>
                    <a:pt x="595794" y="1372835"/>
                  </a:lnTo>
                  <a:lnTo>
                    <a:pt x="595784" y="1372844"/>
                  </a:lnTo>
                  <a:lnTo>
                    <a:pt x="595776" y="1372850"/>
                  </a:lnTo>
                  <a:lnTo>
                    <a:pt x="595769" y="1372863"/>
                  </a:lnTo>
                  <a:lnTo>
                    <a:pt x="595766" y="1372871"/>
                  </a:lnTo>
                  <a:lnTo>
                    <a:pt x="595760" y="1372878"/>
                  </a:lnTo>
                  <a:lnTo>
                    <a:pt x="595754" y="1372882"/>
                  </a:lnTo>
                  <a:lnTo>
                    <a:pt x="595749" y="1372885"/>
                  </a:lnTo>
                  <a:lnTo>
                    <a:pt x="595728" y="1372894"/>
                  </a:lnTo>
                  <a:lnTo>
                    <a:pt x="595714" y="1372899"/>
                  </a:lnTo>
                  <a:lnTo>
                    <a:pt x="595706" y="1372900"/>
                  </a:lnTo>
                  <a:lnTo>
                    <a:pt x="595694" y="1372901"/>
                  </a:lnTo>
                  <a:lnTo>
                    <a:pt x="595685" y="1372902"/>
                  </a:lnTo>
                  <a:lnTo>
                    <a:pt x="595669" y="1372911"/>
                  </a:lnTo>
                  <a:lnTo>
                    <a:pt x="595659" y="1372918"/>
                  </a:lnTo>
                  <a:lnTo>
                    <a:pt x="595657" y="1372928"/>
                  </a:lnTo>
                  <a:lnTo>
                    <a:pt x="595658" y="1372946"/>
                  </a:lnTo>
                  <a:lnTo>
                    <a:pt x="595658" y="1372952"/>
                  </a:lnTo>
                  <a:lnTo>
                    <a:pt x="595657" y="1372962"/>
                  </a:lnTo>
                  <a:lnTo>
                    <a:pt x="595654" y="1372974"/>
                  </a:lnTo>
                  <a:lnTo>
                    <a:pt x="595658" y="1372996"/>
                  </a:lnTo>
                  <a:lnTo>
                    <a:pt x="595660" y="1373006"/>
                  </a:lnTo>
                  <a:lnTo>
                    <a:pt x="595663" y="1373025"/>
                  </a:lnTo>
                  <a:lnTo>
                    <a:pt x="595668" y="1373040"/>
                  </a:lnTo>
                  <a:lnTo>
                    <a:pt x="595674" y="1373052"/>
                  </a:lnTo>
                  <a:lnTo>
                    <a:pt x="595679" y="1373062"/>
                  </a:lnTo>
                  <a:lnTo>
                    <a:pt x="595680" y="1373074"/>
                  </a:lnTo>
                  <a:lnTo>
                    <a:pt x="595684" y="1373099"/>
                  </a:lnTo>
                  <a:lnTo>
                    <a:pt x="595688" y="1373120"/>
                  </a:lnTo>
                  <a:lnTo>
                    <a:pt x="595694" y="1373127"/>
                  </a:lnTo>
                  <a:lnTo>
                    <a:pt x="595698" y="1373135"/>
                  </a:lnTo>
                  <a:lnTo>
                    <a:pt x="595704" y="1373144"/>
                  </a:lnTo>
                  <a:lnTo>
                    <a:pt x="595710" y="1373155"/>
                  </a:lnTo>
                  <a:lnTo>
                    <a:pt x="595715" y="1373165"/>
                  </a:lnTo>
                  <a:lnTo>
                    <a:pt x="595717" y="1373174"/>
                  </a:lnTo>
                  <a:lnTo>
                    <a:pt x="595718" y="1373182"/>
                  </a:lnTo>
                  <a:lnTo>
                    <a:pt x="595717" y="1373193"/>
                  </a:lnTo>
                  <a:lnTo>
                    <a:pt x="595715" y="1373203"/>
                  </a:lnTo>
                  <a:lnTo>
                    <a:pt x="595717" y="1373233"/>
                  </a:lnTo>
                  <a:lnTo>
                    <a:pt x="595718" y="1373239"/>
                  </a:lnTo>
                  <a:lnTo>
                    <a:pt x="595726" y="1373253"/>
                  </a:lnTo>
                  <a:lnTo>
                    <a:pt x="595731" y="1373265"/>
                  </a:lnTo>
                  <a:lnTo>
                    <a:pt x="595742" y="1373282"/>
                  </a:lnTo>
                  <a:lnTo>
                    <a:pt x="595745" y="1373287"/>
                  </a:lnTo>
                  <a:lnTo>
                    <a:pt x="595749" y="1373295"/>
                  </a:lnTo>
                  <a:lnTo>
                    <a:pt x="595754" y="1373307"/>
                  </a:lnTo>
                  <a:lnTo>
                    <a:pt x="595759" y="1373321"/>
                  </a:lnTo>
                  <a:lnTo>
                    <a:pt x="595763" y="1373333"/>
                  </a:lnTo>
                  <a:lnTo>
                    <a:pt x="595769" y="1373347"/>
                  </a:lnTo>
                  <a:lnTo>
                    <a:pt x="595772" y="1373353"/>
                  </a:lnTo>
                  <a:lnTo>
                    <a:pt x="595778" y="1373362"/>
                  </a:lnTo>
                  <a:lnTo>
                    <a:pt x="595786" y="1373378"/>
                  </a:lnTo>
                  <a:lnTo>
                    <a:pt x="595792" y="1373384"/>
                  </a:lnTo>
                  <a:lnTo>
                    <a:pt x="595799" y="1373391"/>
                  </a:lnTo>
                  <a:lnTo>
                    <a:pt x="595807" y="1373401"/>
                  </a:lnTo>
                  <a:lnTo>
                    <a:pt x="595813" y="1373407"/>
                  </a:lnTo>
                  <a:lnTo>
                    <a:pt x="595816" y="1373412"/>
                  </a:lnTo>
                  <a:lnTo>
                    <a:pt x="595819" y="1373419"/>
                  </a:lnTo>
                  <a:lnTo>
                    <a:pt x="595822" y="1373424"/>
                  </a:lnTo>
                  <a:lnTo>
                    <a:pt x="595831" y="1373437"/>
                  </a:lnTo>
                  <a:lnTo>
                    <a:pt x="595846" y="1373450"/>
                  </a:lnTo>
                  <a:lnTo>
                    <a:pt x="595862" y="1373462"/>
                  </a:lnTo>
                  <a:lnTo>
                    <a:pt x="595870" y="1373471"/>
                  </a:lnTo>
                  <a:lnTo>
                    <a:pt x="595879" y="1373475"/>
                  </a:lnTo>
                  <a:lnTo>
                    <a:pt x="595898" y="1373480"/>
                  </a:lnTo>
                  <a:lnTo>
                    <a:pt x="595922" y="1373483"/>
                  </a:lnTo>
                  <a:lnTo>
                    <a:pt x="595928" y="1373483"/>
                  </a:lnTo>
                  <a:lnTo>
                    <a:pt x="595934" y="1373487"/>
                  </a:lnTo>
                  <a:lnTo>
                    <a:pt x="595939" y="1373492"/>
                  </a:lnTo>
                  <a:lnTo>
                    <a:pt x="595948" y="1373508"/>
                  </a:lnTo>
                  <a:lnTo>
                    <a:pt x="595960" y="1373542"/>
                  </a:lnTo>
                  <a:lnTo>
                    <a:pt x="595974" y="1373579"/>
                  </a:lnTo>
                  <a:lnTo>
                    <a:pt x="595978" y="1373593"/>
                  </a:lnTo>
                  <a:lnTo>
                    <a:pt x="595983" y="1373605"/>
                  </a:lnTo>
                  <a:lnTo>
                    <a:pt x="595986" y="1373617"/>
                  </a:lnTo>
                  <a:lnTo>
                    <a:pt x="595990" y="1373631"/>
                  </a:lnTo>
                  <a:lnTo>
                    <a:pt x="595995" y="1373644"/>
                  </a:lnTo>
                  <a:lnTo>
                    <a:pt x="595999" y="1373650"/>
                  </a:lnTo>
                  <a:lnTo>
                    <a:pt x="596003" y="1373655"/>
                  </a:lnTo>
                  <a:lnTo>
                    <a:pt x="596009" y="1373665"/>
                  </a:lnTo>
                  <a:lnTo>
                    <a:pt x="596019" y="1373675"/>
                  </a:lnTo>
                  <a:lnTo>
                    <a:pt x="596028" y="1373687"/>
                  </a:lnTo>
                  <a:lnTo>
                    <a:pt x="596037" y="1373701"/>
                  </a:lnTo>
                  <a:lnTo>
                    <a:pt x="596043" y="1373711"/>
                  </a:lnTo>
                  <a:lnTo>
                    <a:pt x="596051" y="1373720"/>
                  </a:lnTo>
                  <a:lnTo>
                    <a:pt x="596060" y="1373731"/>
                  </a:lnTo>
                  <a:lnTo>
                    <a:pt x="596067" y="1373744"/>
                  </a:lnTo>
                  <a:lnTo>
                    <a:pt x="596073" y="1373755"/>
                  </a:lnTo>
                  <a:lnTo>
                    <a:pt x="596086" y="1373777"/>
                  </a:lnTo>
                  <a:lnTo>
                    <a:pt x="596105" y="1373799"/>
                  </a:lnTo>
                  <a:lnTo>
                    <a:pt x="596113" y="1373808"/>
                  </a:lnTo>
                  <a:lnTo>
                    <a:pt x="596120" y="1373812"/>
                  </a:lnTo>
                  <a:lnTo>
                    <a:pt x="596125" y="1373813"/>
                  </a:lnTo>
                  <a:lnTo>
                    <a:pt x="596134" y="1373813"/>
                  </a:lnTo>
                  <a:lnTo>
                    <a:pt x="596143" y="1373814"/>
                  </a:lnTo>
                  <a:lnTo>
                    <a:pt x="596150" y="1373815"/>
                  </a:lnTo>
                  <a:lnTo>
                    <a:pt x="596158" y="1373816"/>
                  </a:lnTo>
                  <a:lnTo>
                    <a:pt x="596168" y="1373819"/>
                  </a:lnTo>
                  <a:lnTo>
                    <a:pt x="596180" y="1373825"/>
                  </a:lnTo>
                  <a:lnTo>
                    <a:pt x="596185" y="1373828"/>
                  </a:lnTo>
                  <a:lnTo>
                    <a:pt x="596193" y="1373832"/>
                  </a:lnTo>
                  <a:lnTo>
                    <a:pt x="596201" y="1373836"/>
                  </a:lnTo>
                  <a:lnTo>
                    <a:pt x="596208" y="1373841"/>
                  </a:lnTo>
                  <a:lnTo>
                    <a:pt x="596216" y="1373847"/>
                  </a:lnTo>
                  <a:lnTo>
                    <a:pt x="596224" y="1373851"/>
                  </a:lnTo>
                  <a:lnTo>
                    <a:pt x="596233" y="1373856"/>
                  </a:lnTo>
                  <a:lnTo>
                    <a:pt x="596238" y="1373859"/>
                  </a:lnTo>
                  <a:lnTo>
                    <a:pt x="596242" y="1373864"/>
                  </a:lnTo>
                  <a:lnTo>
                    <a:pt x="596244" y="1373869"/>
                  </a:lnTo>
                  <a:lnTo>
                    <a:pt x="596249" y="1373882"/>
                  </a:lnTo>
                  <a:lnTo>
                    <a:pt x="596253" y="1373894"/>
                  </a:lnTo>
                  <a:lnTo>
                    <a:pt x="596254" y="1373906"/>
                  </a:lnTo>
                  <a:lnTo>
                    <a:pt x="596256" y="1373919"/>
                  </a:lnTo>
                  <a:lnTo>
                    <a:pt x="596260" y="1373928"/>
                  </a:lnTo>
                  <a:lnTo>
                    <a:pt x="596264" y="1373938"/>
                  </a:lnTo>
                  <a:lnTo>
                    <a:pt x="596264" y="1373944"/>
                  </a:lnTo>
                  <a:lnTo>
                    <a:pt x="596264" y="1373951"/>
                  </a:lnTo>
                  <a:lnTo>
                    <a:pt x="596266" y="1373966"/>
                  </a:lnTo>
                  <a:lnTo>
                    <a:pt x="596271" y="1373974"/>
                  </a:lnTo>
                  <a:lnTo>
                    <a:pt x="596278" y="1373993"/>
                  </a:lnTo>
                  <a:lnTo>
                    <a:pt x="596282" y="1374000"/>
                  </a:lnTo>
                  <a:lnTo>
                    <a:pt x="596288" y="1374013"/>
                  </a:lnTo>
                  <a:lnTo>
                    <a:pt x="596291" y="1374022"/>
                  </a:lnTo>
                  <a:lnTo>
                    <a:pt x="596294" y="1374047"/>
                  </a:lnTo>
                  <a:lnTo>
                    <a:pt x="596296" y="1374057"/>
                  </a:lnTo>
                  <a:lnTo>
                    <a:pt x="596305" y="1374085"/>
                  </a:lnTo>
                  <a:lnTo>
                    <a:pt x="596310" y="1374095"/>
                  </a:lnTo>
                  <a:lnTo>
                    <a:pt x="596314" y="1374103"/>
                  </a:lnTo>
                  <a:lnTo>
                    <a:pt x="596319" y="1374104"/>
                  </a:lnTo>
                  <a:lnTo>
                    <a:pt x="596331" y="1374102"/>
                  </a:lnTo>
                  <a:lnTo>
                    <a:pt x="596340" y="1374102"/>
                  </a:lnTo>
                  <a:lnTo>
                    <a:pt x="596359" y="1374104"/>
                  </a:lnTo>
                  <a:lnTo>
                    <a:pt x="596374" y="1374104"/>
                  </a:lnTo>
                  <a:lnTo>
                    <a:pt x="596381" y="1374107"/>
                  </a:lnTo>
                  <a:lnTo>
                    <a:pt x="596388" y="1374109"/>
                  </a:lnTo>
                  <a:lnTo>
                    <a:pt x="596395" y="1374114"/>
                  </a:lnTo>
                  <a:lnTo>
                    <a:pt x="596398" y="1374120"/>
                  </a:lnTo>
                  <a:lnTo>
                    <a:pt x="596400" y="1374131"/>
                  </a:lnTo>
                  <a:lnTo>
                    <a:pt x="596402" y="1374139"/>
                  </a:lnTo>
                  <a:lnTo>
                    <a:pt x="596412" y="1374151"/>
                  </a:lnTo>
                  <a:lnTo>
                    <a:pt x="596417" y="1374162"/>
                  </a:lnTo>
                  <a:lnTo>
                    <a:pt x="596418" y="1374168"/>
                  </a:lnTo>
                  <a:lnTo>
                    <a:pt x="596419" y="1374175"/>
                  </a:lnTo>
                  <a:lnTo>
                    <a:pt x="596421" y="1374182"/>
                  </a:lnTo>
                  <a:lnTo>
                    <a:pt x="596423" y="1374188"/>
                  </a:lnTo>
                  <a:lnTo>
                    <a:pt x="596425" y="1374193"/>
                  </a:lnTo>
                  <a:lnTo>
                    <a:pt x="596435" y="1374214"/>
                  </a:lnTo>
                  <a:lnTo>
                    <a:pt x="596440" y="1374225"/>
                  </a:lnTo>
                  <a:lnTo>
                    <a:pt x="596440" y="1374234"/>
                  </a:lnTo>
                  <a:lnTo>
                    <a:pt x="596439" y="1374240"/>
                  </a:lnTo>
                  <a:lnTo>
                    <a:pt x="596434" y="1374259"/>
                  </a:lnTo>
                  <a:lnTo>
                    <a:pt x="596432" y="1374266"/>
                  </a:lnTo>
                  <a:lnTo>
                    <a:pt x="596428" y="1374283"/>
                  </a:lnTo>
                  <a:lnTo>
                    <a:pt x="596422" y="1374299"/>
                  </a:lnTo>
                  <a:lnTo>
                    <a:pt x="596441" y="1374311"/>
                  </a:lnTo>
                  <a:lnTo>
                    <a:pt x="596454" y="1374322"/>
                  </a:lnTo>
                  <a:lnTo>
                    <a:pt x="596459" y="1374326"/>
                  </a:lnTo>
                  <a:lnTo>
                    <a:pt x="596465" y="1374332"/>
                  </a:lnTo>
                  <a:lnTo>
                    <a:pt x="596469" y="1374337"/>
                  </a:lnTo>
                  <a:lnTo>
                    <a:pt x="596473" y="1374347"/>
                  </a:lnTo>
                  <a:lnTo>
                    <a:pt x="596476" y="1374354"/>
                  </a:lnTo>
                  <a:lnTo>
                    <a:pt x="596480" y="1374366"/>
                  </a:lnTo>
                  <a:lnTo>
                    <a:pt x="596485" y="1374376"/>
                  </a:lnTo>
                  <a:lnTo>
                    <a:pt x="596488" y="1374381"/>
                  </a:lnTo>
                  <a:lnTo>
                    <a:pt x="596493" y="1374390"/>
                  </a:lnTo>
                  <a:lnTo>
                    <a:pt x="596497" y="1374398"/>
                  </a:lnTo>
                  <a:lnTo>
                    <a:pt x="596503" y="1374410"/>
                  </a:lnTo>
                  <a:lnTo>
                    <a:pt x="596508" y="1374420"/>
                  </a:lnTo>
                  <a:lnTo>
                    <a:pt x="596516" y="1374433"/>
                  </a:lnTo>
                  <a:lnTo>
                    <a:pt x="596523" y="1374445"/>
                  </a:lnTo>
                  <a:lnTo>
                    <a:pt x="596526" y="1374451"/>
                  </a:lnTo>
                  <a:lnTo>
                    <a:pt x="596531" y="1374452"/>
                  </a:lnTo>
                  <a:lnTo>
                    <a:pt x="596543" y="1374451"/>
                  </a:lnTo>
                  <a:lnTo>
                    <a:pt x="596556" y="1374451"/>
                  </a:lnTo>
                  <a:lnTo>
                    <a:pt x="596566" y="1374452"/>
                  </a:lnTo>
                  <a:lnTo>
                    <a:pt x="596571" y="1374455"/>
                  </a:lnTo>
                  <a:lnTo>
                    <a:pt x="596578" y="1374458"/>
                  </a:lnTo>
                  <a:lnTo>
                    <a:pt x="596585" y="1374464"/>
                  </a:lnTo>
                  <a:lnTo>
                    <a:pt x="596590" y="1374471"/>
                  </a:lnTo>
                  <a:lnTo>
                    <a:pt x="596595" y="1374478"/>
                  </a:lnTo>
                  <a:lnTo>
                    <a:pt x="596597" y="1374484"/>
                  </a:lnTo>
                  <a:lnTo>
                    <a:pt x="596598" y="1374492"/>
                  </a:lnTo>
                  <a:lnTo>
                    <a:pt x="596599" y="1374503"/>
                  </a:lnTo>
                  <a:lnTo>
                    <a:pt x="596601" y="1374515"/>
                  </a:lnTo>
                  <a:lnTo>
                    <a:pt x="596602" y="1374523"/>
                  </a:lnTo>
                  <a:lnTo>
                    <a:pt x="596604" y="1374533"/>
                  </a:lnTo>
                  <a:lnTo>
                    <a:pt x="596612" y="1374564"/>
                  </a:lnTo>
                  <a:lnTo>
                    <a:pt x="596616" y="1374590"/>
                  </a:lnTo>
                  <a:lnTo>
                    <a:pt x="596618" y="1374600"/>
                  </a:lnTo>
                  <a:lnTo>
                    <a:pt x="596621" y="1374608"/>
                  </a:lnTo>
                  <a:lnTo>
                    <a:pt x="596624" y="1374616"/>
                  </a:lnTo>
                  <a:lnTo>
                    <a:pt x="596630" y="1374623"/>
                  </a:lnTo>
                  <a:lnTo>
                    <a:pt x="596635" y="1374628"/>
                  </a:lnTo>
                  <a:lnTo>
                    <a:pt x="596641" y="1374635"/>
                  </a:lnTo>
                  <a:lnTo>
                    <a:pt x="596648" y="1374645"/>
                  </a:lnTo>
                  <a:lnTo>
                    <a:pt x="596651" y="1374652"/>
                  </a:lnTo>
                  <a:lnTo>
                    <a:pt x="596656" y="1374664"/>
                  </a:lnTo>
                  <a:lnTo>
                    <a:pt x="596668" y="1374685"/>
                  </a:lnTo>
                  <a:lnTo>
                    <a:pt x="596670" y="1374692"/>
                  </a:lnTo>
                  <a:lnTo>
                    <a:pt x="596673" y="1374699"/>
                  </a:lnTo>
                  <a:lnTo>
                    <a:pt x="596683" y="1374705"/>
                  </a:lnTo>
                  <a:lnTo>
                    <a:pt x="596695" y="1374709"/>
                  </a:lnTo>
                  <a:lnTo>
                    <a:pt x="596706" y="1374712"/>
                  </a:lnTo>
                  <a:lnTo>
                    <a:pt x="596712" y="1374715"/>
                  </a:lnTo>
                  <a:lnTo>
                    <a:pt x="596716" y="1374721"/>
                  </a:lnTo>
                  <a:lnTo>
                    <a:pt x="596718" y="1374729"/>
                  </a:lnTo>
                  <a:lnTo>
                    <a:pt x="596716" y="1374741"/>
                  </a:lnTo>
                  <a:lnTo>
                    <a:pt x="596713" y="1374757"/>
                  </a:lnTo>
                  <a:lnTo>
                    <a:pt x="596710" y="1374774"/>
                  </a:lnTo>
                  <a:lnTo>
                    <a:pt x="596709" y="1374780"/>
                  </a:lnTo>
                  <a:lnTo>
                    <a:pt x="596709" y="1374794"/>
                  </a:lnTo>
                  <a:lnTo>
                    <a:pt x="596709" y="1374807"/>
                  </a:lnTo>
                  <a:lnTo>
                    <a:pt x="596709" y="1374818"/>
                  </a:lnTo>
                  <a:lnTo>
                    <a:pt x="596711" y="1374829"/>
                  </a:lnTo>
                  <a:lnTo>
                    <a:pt x="596714" y="1374835"/>
                  </a:lnTo>
                  <a:lnTo>
                    <a:pt x="596720" y="1374842"/>
                  </a:lnTo>
                  <a:lnTo>
                    <a:pt x="596724" y="1374847"/>
                  </a:lnTo>
                  <a:lnTo>
                    <a:pt x="596733" y="1374857"/>
                  </a:lnTo>
                  <a:lnTo>
                    <a:pt x="596739" y="1374863"/>
                  </a:lnTo>
                  <a:lnTo>
                    <a:pt x="596744" y="1374869"/>
                  </a:lnTo>
                  <a:lnTo>
                    <a:pt x="596755" y="1374883"/>
                  </a:lnTo>
                  <a:lnTo>
                    <a:pt x="596763" y="1374891"/>
                  </a:lnTo>
                  <a:lnTo>
                    <a:pt x="596772" y="1374900"/>
                  </a:lnTo>
                  <a:lnTo>
                    <a:pt x="596775" y="1374906"/>
                  </a:lnTo>
                  <a:lnTo>
                    <a:pt x="596778" y="1374916"/>
                  </a:lnTo>
                  <a:lnTo>
                    <a:pt x="596779" y="1374933"/>
                  </a:lnTo>
                  <a:lnTo>
                    <a:pt x="596781" y="1374943"/>
                  </a:lnTo>
                  <a:lnTo>
                    <a:pt x="596783" y="1374953"/>
                  </a:lnTo>
                  <a:lnTo>
                    <a:pt x="596785" y="1374963"/>
                  </a:lnTo>
                  <a:lnTo>
                    <a:pt x="596787" y="1374971"/>
                  </a:lnTo>
                  <a:lnTo>
                    <a:pt x="596791" y="1374979"/>
                  </a:lnTo>
                  <a:lnTo>
                    <a:pt x="596800" y="1374984"/>
                  </a:lnTo>
                  <a:lnTo>
                    <a:pt x="596806" y="1374986"/>
                  </a:lnTo>
                  <a:lnTo>
                    <a:pt x="596812" y="1374992"/>
                  </a:lnTo>
                  <a:lnTo>
                    <a:pt x="596816" y="1375002"/>
                  </a:lnTo>
                  <a:lnTo>
                    <a:pt x="596817" y="1375008"/>
                  </a:lnTo>
                  <a:lnTo>
                    <a:pt x="596817" y="1375014"/>
                  </a:lnTo>
                  <a:lnTo>
                    <a:pt x="596814" y="1375034"/>
                  </a:lnTo>
                  <a:lnTo>
                    <a:pt x="596809" y="1375053"/>
                  </a:lnTo>
                  <a:lnTo>
                    <a:pt x="596807" y="1375061"/>
                  </a:lnTo>
                  <a:lnTo>
                    <a:pt x="596806" y="1375072"/>
                  </a:lnTo>
                  <a:lnTo>
                    <a:pt x="596807" y="1375087"/>
                  </a:lnTo>
                  <a:lnTo>
                    <a:pt x="596807" y="1375094"/>
                  </a:lnTo>
                  <a:lnTo>
                    <a:pt x="596808" y="1375116"/>
                  </a:lnTo>
                  <a:lnTo>
                    <a:pt x="596807" y="1375129"/>
                  </a:lnTo>
                  <a:lnTo>
                    <a:pt x="596808" y="1375144"/>
                  </a:lnTo>
                  <a:lnTo>
                    <a:pt x="596811" y="1375155"/>
                  </a:lnTo>
                  <a:lnTo>
                    <a:pt x="596823" y="1375184"/>
                  </a:lnTo>
                  <a:lnTo>
                    <a:pt x="596832" y="1375199"/>
                  </a:lnTo>
                  <a:lnTo>
                    <a:pt x="596833" y="1375206"/>
                  </a:lnTo>
                  <a:lnTo>
                    <a:pt x="596834" y="1375212"/>
                  </a:lnTo>
                  <a:lnTo>
                    <a:pt x="596834" y="1375224"/>
                  </a:lnTo>
                  <a:lnTo>
                    <a:pt x="596838" y="1375249"/>
                  </a:lnTo>
                  <a:lnTo>
                    <a:pt x="596841" y="1375263"/>
                  </a:lnTo>
                  <a:lnTo>
                    <a:pt x="596845" y="1375271"/>
                  </a:lnTo>
                  <a:lnTo>
                    <a:pt x="596856" y="1375290"/>
                  </a:lnTo>
                  <a:lnTo>
                    <a:pt x="596861" y="1375301"/>
                  </a:lnTo>
                  <a:lnTo>
                    <a:pt x="596863" y="1375314"/>
                  </a:lnTo>
                  <a:lnTo>
                    <a:pt x="596865" y="1375338"/>
                  </a:lnTo>
                  <a:lnTo>
                    <a:pt x="596870" y="1375361"/>
                  </a:lnTo>
                  <a:lnTo>
                    <a:pt x="596873" y="1375380"/>
                  </a:lnTo>
                  <a:lnTo>
                    <a:pt x="596876" y="1375407"/>
                  </a:lnTo>
                  <a:lnTo>
                    <a:pt x="596878" y="1375414"/>
                  </a:lnTo>
                  <a:lnTo>
                    <a:pt x="596879" y="1375424"/>
                  </a:lnTo>
                  <a:lnTo>
                    <a:pt x="596880" y="1375432"/>
                  </a:lnTo>
                  <a:lnTo>
                    <a:pt x="596882" y="1375445"/>
                  </a:lnTo>
                  <a:lnTo>
                    <a:pt x="596883" y="1375455"/>
                  </a:lnTo>
                  <a:lnTo>
                    <a:pt x="596885" y="1375465"/>
                  </a:lnTo>
                  <a:lnTo>
                    <a:pt x="596887" y="1375479"/>
                  </a:lnTo>
                  <a:lnTo>
                    <a:pt x="596891" y="1375494"/>
                  </a:lnTo>
                  <a:lnTo>
                    <a:pt x="596896" y="1375509"/>
                  </a:lnTo>
                  <a:lnTo>
                    <a:pt x="596897" y="1375518"/>
                  </a:lnTo>
                  <a:lnTo>
                    <a:pt x="596897" y="1375526"/>
                  </a:lnTo>
                  <a:lnTo>
                    <a:pt x="596898" y="1375549"/>
                  </a:lnTo>
                  <a:lnTo>
                    <a:pt x="596900" y="1375559"/>
                  </a:lnTo>
                  <a:lnTo>
                    <a:pt x="596902" y="1375574"/>
                  </a:lnTo>
                  <a:lnTo>
                    <a:pt x="596903" y="1375582"/>
                  </a:lnTo>
                  <a:lnTo>
                    <a:pt x="596907" y="1375596"/>
                  </a:lnTo>
                  <a:lnTo>
                    <a:pt x="596908" y="1375602"/>
                  </a:lnTo>
                  <a:lnTo>
                    <a:pt x="596910" y="1375612"/>
                  </a:lnTo>
                  <a:lnTo>
                    <a:pt x="596912" y="1375624"/>
                  </a:lnTo>
                  <a:lnTo>
                    <a:pt x="596912" y="1375635"/>
                  </a:lnTo>
                  <a:lnTo>
                    <a:pt x="596912" y="1375649"/>
                  </a:lnTo>
                  <a:lnTo>
                    <a:pt x="596912" y="1375675"/>
                  </a:lnTo>
                  <a:lnTo>
                    <a:pt x="596913" y="1375691"/>
                  </a:lnTo>
                  <a:lnTo>
                    <a:pt x="596916" y="1375701"/>
                  </a:lnTo>
                  <a:lnTo>
                    <a:pt x="596917" y="1375708"/>
                  </a:lnTo>
                  <a:lnTo>
                    <a:pt x="596921" y="1375715"/>
                  </a:lnTo>
                  <a:lnTo>
                    <a:pt x="596925" y="1375724"/>
                  </a:lnTo>
                  <a:lnTo>
                    <a:pt x="596930" y="1375737"/>
                  </a:lnTo>
                  <a:lnTo>
                    <a:pt x="596933" y="1375747"/>
                  </a:lnTo>
                  <a:lnTo>
                    <a:pt x="596939" y="1375761"/>
                  </a:lnTo>
                  <a:lnTo>
                    <a:pt x="596944" y="1375775"/>
                  </a:lnTo>
                  <a:lnTo>
                    <a:pt x="596951" y="1375792"/>
                  </a:lnTo>
                  <a:lnTo>
                    <a:pt x="596955" y="1375800"/>
                  </a:lnTo>
                  <a:lnTo>
                    <a:pt x="596959" y="1375809"/>
                  </a:lnTo>
                  <a:lnTo>
                    <a:pt x="596964" y="1375819"/>
                  </a:lnTo>
                  <a:lnTo>
                    <a:pt x="596967" y="1375827"/>
                  </a:lnTo>
                  <a:lnTo>
                    <a:pt x="596972" y="1375833"/>
                  </a:lnTo>
                  <a:lnTo>
                    <a:pt x="596982" y="1375842"/>
                  </a:lnTo>
                  <a:lnTo>
                    <a:pt x="596990" y="1375850"/>
                  </a:lnTo>
                  <a:lnTo>
                    <a:pt x="597000" y="1375865"/>
                  </a:lnTo>
                  <a:lnTo>
                    <a:pt x="597005" y="1375874"/>
                  </a:lnTo>
                  <a:lnTo>
                    <a:pt x="597008" y="1375879"/>
                  </a:lnTo>
                  <a:lnTo>
                    <a:pt x="597009" y="1375889"/>
                  </a:lnTo>
                  <a:lnTo>
                    <a:pt x="597009" y="1375896"/>
                  </a:lnTo>
                  <a:lnTo>
                    <a:pt x="597009" y="1375904"/>
                  </a:lnTo>
                  <a:lnTo>
                    <a:pt x="597009" y="1375915"/>
                  </a:lnTo>
                  <a:lnTo>
                    <a:pt x="597008" y="1375929"/>
                  </a:lnTo>
                  <a:lnTo>
                    <a:pt x="597008" y="1375941"/>
                  </a:lnTo>
                  <a:lnTo>
                    <a:pt x="597008" y="1375950"/>
                  </a:lnTo>
                  <a:lnTo>
                    <a:pt x="597010" y="1375957"/>
                  </a:lnTo>
                  <a:lnTo>
                    <a:pt x="597018" y="1375965"/>
                  </a:lnTo>
                  <a:lnTo>
                    <a:pt x="597035" y="1375977"/>
                  </a:lnTo>
                  <a:lnTo>
                    <a:pt x="597043" y="1375984"/>
                  </a:lnTo>
                  <a:lnTo>
                    <a:pt x="597051" y="1375991"/>
                  </a:lnTo>
                  <a:lnTo>
                    <a:pt x="597055" y="1375998"/>
                  </a:lnTo>
                  <a:lnTo>
                    <a:pt x="597057" y="1376006"/>
                  </a:lnTo>
                  <a:lnTo>
                    <a:pt x="597056" y="1376014"/>
                  </a:lnTo>
                  <a:lnTo>
                    <a:pt x="597058" y="1376023"/>
                  </a:lnTo>
                  <a:lnTo>
                    <a:pt x="597061" y="1376032"/>
                  </a:lnTo>
                  <a:lnTo>
                    <a:pt x="597062" y="1376039"/>
                  </a:lnTo>
                  <a:lnTo>
                    <a:pt x="597063" y="1376045"/>
                  </a:lnTo>
                  <a:lnTo>
                    <a:pt x="597063" y="1376053"/>
                  </a:lnTo>
                  <a:lnTo>
                    <a:pt x="597063" y="1376062"/>
                  </a:lnTo>
                  <a:lnTo>
                    <a:pt x="597061" y="1376075"/>
                  </a:lnTo>
                  <a:lnTo>
                    <a:pt x="597059" y="1376090"/>
                  </a:lnTo>
                  <a:lnTo>
                    <a:pt x="597057" y="1376104"/>
                  </a:lnTo>
                  <a:lnTo>
                    <a:pt x="597054" y="1376113"/>
                  </a:lnTo>
                  <a:lnTo>
                    <a:pt x="597052" y="1376121"/>
                  </a:lnTo>
                  <a:lnTo>
                    <a:pt x="597053" y="1376128"/>
                  </a:lnTo>
                  <a:lnTo>
                    <a:pt x="597056" y="1376136"/>
                  </a:lnTo>
                  <a:lnTo>
                    <a:pt x="597058" y="1376141"/>
                  </a:lnTo>
                  <a:lnTo>
                    <a:pt x="597065" y="1376154"/>
                  </a:lnTo>
                  <a:lnTo>
                    <a:pt x="597070" y="1376163"/>
                  </a:lnTo>
                  <a:lnTo>
                    <a:pt x="597071" y="1376168"/>
                  </a:lnTo>
                  <a:lnTo>
                    <a:pt x="597076" y="1376182"/>
                  </a:lnTo>
                  <a:lnTo>
                    <a:pt x="597078" y="1376189"/>
                  </a:lnTo>
                  <a:lnTo>
                    <a:pt x="597077" y="1376195"/>
                  </a:lnTo>
                  <a:lnTo>
                    <a:pt x="597074" y="1376202"/>
                  </a:lnTo>
                  <a:lnTo>
                    <a:pt x="597068" y="1376212"/>
                  </a:lnTo>
                  <a:lnTo>
                    <a:pt x="597059" y="1376223"/>
                  </a:lnTo>
                  <a:lnTo>
                    <a:pt x="597052" y="1376234"/>
                  </a:lnTo>
                  <a:lnTo>
                    <a:pt x="597047" y="1376241"/>
                  </a:lnTo>
                  <a:lnTo>
                    <a:pt x="597044" y="1376247"/>
                  </a:lnTo>
                  <a:lnTo>
                    <a:pt x="597038" y="1376262"/>
                  </a:lnTo>
                  <a:lnTo>
                    <a:pt x="597035" y="1376269"/>
                  </a:lnTo>
                  <a:lnTo>
                    <a:pt x="597031" y="1376277"/>
                  </a:lnTo>
                  <a:lnTo>
                    <a:pt x="597026" y="1376288"/>
                  </a:lnTo>
                  <a:lnTo>
                    <a:pt x="597018" y="1376301"/>
                  </a:lnTo>
                  <a:lnTo>
                    <a:pt x="597013" y="1376312"/>
                  </a:lnTo>
                  <a:lnTo>
                    <a:pt x="597012" y="1376318"/>
                  </a:lnTo>
                  <a:lnTo>
                    <a:pt x="597014" y="1376323"/>
                  </a:lnTo>
                  <a:lnTo>
                    <a:pt x="597020" y="1376329"/>
                  </a:lnTo>
                  <a:lnTo>
                    <a:pt x="597025" y="1376336"/>
                  </a:lnTo>
                  <a:lnTo>
                    <a:pt x="597032" y="1376345"/>
                  </a:lnTo>
                  <a:lnTo>
                    <a:pt x="597041" y="1376353"/>
                  </a:lnTo>
                  <a:lnTo>
                    <a:pt x="597049" y="1376361"/>
                  </a:lnTo>
                  <a:lnTo>
                    <a:pt x="597054" y="1376367"/>
                  </a:lnTo>
                  <a:lnTo>
                    <a:pt x="597055" y="1376374"/>
                  </a:lnTo>
                  <a:lnTo>
                    <a:pt x="597053" y="1376379"/>
                  </a:lnTo>
                  <a:lnTo>
                    <a:pt x="597051" y="1376386"/>
                  </a:lnTo>
                  <a:lnTo>
                    <a:pt x="597044" y="1376397"/>
                  </a:lnTo>
                  <a:lnTo>
                    <a:pt x="597030" y="1376415"/>
                  </a:lnTo>
                  <a:lnTo>
                    <a:pt x="597024" y="1376425"/>
                  </a:lnTo>
                  <a:lnTo>
                    <a:pt x="597018" y="1376431"/>
                  </a:lnTo>
                  <a:lnTo>
                    <a:pt x="597011" y="1376438"/>
                  </a:lnTo>
                  <a:lnTo>
                    <a:pt x="596998" y="1376446"/>
                  </a:lnTo>
                  <a:lnTo>
                    <a:pt x="596990" y="1376451"/>
                  </a:lnTo>
                  <a:lnTo>
                    <a:pt x="596985" y="1376455"/>
                  </a:lnTo>
                  <a:lnTo>
                    <a:pt x="596977" y="1376460"/>
                  </a:lnTo>
                  <a:lnTo>
                    <a:pt x="596972" y="1376468"/>
                  </a:lnTo>
                  <a:lnTo>
                    <a:pt x="596968" y="1376476"/>
                  </a:lnTo>
                  <a:lnTo>
                    <a:pt x="596968" y="1376483"/>
                  </a:lnTo>
                  <a:lnTo>
                    <a:pt x="596972" y="1376497"/>
                  </a:lnTo>
                  <a:lnTo>
                    <a:pt x="596974" y="1376509"/>
                  </a:lnTo>
                  <a:lnTo>
                    <a:pt x="596976" y="1376518"/>
                  </a:lnTo>
                  <a:lnTo>
                    <a:pt x="596978" y="1376530"/>
                  </a:lnTo>
                  <a:lnTo>
                    <a:pt x="596979" y="1376536"/>
                  </a:lnTo>
                  <a:lnTo>
                    <a:pt x="596983" y="1376543"/>
                  </a:lnTo>
                  <a:lnTo>
                    <a:pt x="596991" y="1376549"/>
                  </a:lnTo>
                  <a:lnTo>
                    <a:pt x="597000" y="1376555"/>
                  </a:lnTo>
                  <a:lnTo>
                    <a:pt x="597010" y="1376558"/>
                  </a:lnTo>
                  <a:lnTo>
                    <a:pt x="597015" y="1376560"/>
                  </a:lnTo>
                  <a:lnTo>
                    <a:pt x="597022" y="1376562"/>
                  </a:lnTo>
                  <a:lnTo>
                    <a:pt x="597032" y="1376563"/>
                  </a:lnTo>
                  <a:lnTo>
                    <a:pt x="597037" y="1376564"/>
                  </a:lnTo>
                  <a:lnTo>
                    <a:pt x="597041" y="1376566"/>
                  </a:lnTo>
                  <a:lnTo>
                    <a:pt x="597054" y="1376578"/>
                  </a:lnTo>
                  <a:lnTo>
                    <a:pt x="597060" y="1376587"/>
                  </a:lnTo>
                  <a:lnTo>
                    <a:pt x="597064" y="1376596"/>
                  </a:lnTo>
                  <a:lnTo>
                    <a:pt x="597068" y="1376604"/>
                  </a:lnTo>
                  <a:lnTo>
                    <a:pt x="597071" y="1376611"/>
                  </a:lnTo>
                  <a:lnTo>
                    <a:pt x="597074" y="1376618"/>
                  </a:lnTo>
                  <a:lnTo>
                    <a:pt x="597076" y="1376625"/>
                  </a:lnTo>
                  <a:lnTo>
                    <a:pt x="597078" y="1376632"/>
                  </a:lnTo>
                  <a:lnTo>
                    <a:pt x="597081" y="1376637"/>
                  </a:lnTo>
                  <a:lnTo>
                    <a:pt x="597084" y="1376646"/>
                  </a:lnTo>
                  <a:lnTo>
                    <a:pt x="597086" y="1376654"/>
                  </a:lnTo>
                  <a:lnTo>
                    <a:pt x="597089" y="1376663"/>
                  </a:lnTo>
                  <a:lnTo>
                    <a:pt x="597093" y="1376672"/>
                  </a:lnTo>
                  <a:lnTo>
                    <a:pt x="597095" y="1376680"/>
                  </a:lnTo>
                  <a:lnTo>
                    <a:pt x="597099" y="1376688"/>
                  </a:lnTo>
                  <a:lnTo>
                    <a:pt x="597105" y="1376695"/>
                  </a:lnTo>
                  <a:lnTo>
                    <a:pt x="597114" y="1376704"/>
                  </a:lnTo>
                  <a:lnTo>
                    <a:pt x="597118" y="1376707"/>
                  </a:lnTo>
                  <a:lnTo>
                    <a:pt x="597124" y="1376711"/>
                  </a:lnTo>
                  <a:lnTo>
                    <a:pt x="597128" y="1376714"/>
                  </a:lnTo>
                  <a:lnTo>
                    <a:pt x="597133" y="1376718"/>
                  </a:lnTo>
                  <a:lnTo>
                    <a:pt x="597139" y="1376725"/>
                  </a:lnTo>
                  <a:lnTo>
                    <a:pt x="597145" y="1376735"/>
                  </a:lnTo>
                  <a:lnTo>
                    <a:pt x="597152" y="1376746"/>
                  </a:lnTo>
                  <a:lnTo>
                    <a:pt x="597157" y="1376755"/>
                  </a:lnTo>
                  <a:lnTo>
                    <a:pt x="597162" y="1376762"/>
                  </a:lnTo>
                  <a:lnTo>
                    <a:pt x="597167" y="1376769"/>
                  </a:lnTo>
                  <a:lnTo>
                    <a:pt x="597174" y="1376775"/>
                  </a:lnTo>
                  <a:lnTo>
                    <a:pt x="597180" y="1376779"/>
                  </a:lnTo>
                  <a:lnTo>
                    <a:pt x="597184" y="1376783"/>
                  </a:lnTo>
                  <a:lnTo>
                    <a:pt x="597192" y="1376789"/>
                  </a:lnTo>
                  <a:lnTo>
                    <a:pt x="597196" y="1376791"/>
                  </a:lnTo>
                  <a:lnTo>
                    <a:pt x="597201" y="1376793"/>
                  </a:lnTo>
                  <a:lnTo>
                    <a:pt x="597208" y="1376794"/>
                  </a:lnTo>
                  <a:lnTo>
                    <a:pt x="597214" y="1376797"/>
                  </a:lnTo>
                  <a:lnTo>
                    <a:pt x="597222" y="1376802"/>
                  </a:lnTo>
                  <a:lnTo>
                    <a:pt x="597226" y="1376807"/>
                  </a:lnTo>
                  <a:lnTo>
                    <a:pt x="597235" y="1376814"/>
                  </a:lnTo>
                  <a:lnTo>
                    <a:pt x="597242" y="1376821"/>
                  </a:lnTo>
                  <a:lnTo>
                    <a:pt x="597248" y="1376828"/>
                  </a:lnTo>
                  <a:lnTo>
                    <a:pt x="597253" y="1376835"/>
                  </a:lnTo>
                  <a:lnTo>
                    <a:pt x="597260" y="1376845"/>
                  </a:lnTo>
                  <a:lnTo>
                    <a:pt x="597264" y="1376849"/>
                  </a:lnTo>
                  <a:lnTo>
                    <a:pt x="597270" y="1376855"/>
                  </a:lnTo>
                  <a:lnTo>
                    <a:pt x="597277" y="1376861"/>
                  </a:lnTo>
                  <a:lnTo>
                    <a:pt x="597283" y="1376867"/>
                  </a:lnTo>
                  <a:lnTo>
                    <a:pt x="597289" y="1376870"/>
                  </a:lnTo>
                  <a:lnTo>
                    <a:pt x="597298" y="1376874"/>
                  </a:lnTo>
                  <a:lnTo>
                    <a:pt x="597304" y="1376878"/>
                  </a:lnTo>
                  <a:lnTo>
                    <a:pt x="597308" y="1376884"/>
                  </a:lnTo>
                  <a:lnTo>
                    <a:pt x="597310" y="1376891"/>
                  </a:lnTo>
                  <a:lnTo>
                    <a:pt x="597312" y="1376904"/>
                  </a:lnTo>
                  <a:lnTo>
                    <a:pt x="597313" y="1376910"/>
                  </a:lnTo>
                  <a:lnTo>
                    <a:pt x="597314" y="1376917"/>
                  </a:lnTo>
                  <a:lnTo>
                    <a:pt x="597316" y="1376925"/>
                  </a:lnTo>
                  <a:lnTo>
                    <a:pt x="597321" y="1376937"/>
                  </a:lnTo>
                  <a:lnTo>
                    <a:pt x="597324" y="1376947"/>
                  </a:lnTo>
                  <a:lnTo>
                    <a:pt x="597327" y="1376958"/>
                  </a:lnTo>
                  <a:lnTo>
                    <a:pt x="597330" y="1376966"/>
                  </a:lnTo>
                  <a:lnTo>
                    <a:pt x="597334" y="1376974"/>
                  </a:lnTo>
                  <a:lnTo>
                    <a:pt x="597339" y="1376984"/>
                  </a:lnTo>
                  <a:lnTo>
                    <a:pt x="597346" y="1376996"/>
                  </a:lnTo>
                  <a:lnTo>
                    <a:pt x="597353" y="1377009"/>
                  </a:lnTo>
                  <a:lnTo>
                    <a:pt x="597359" y="1377019"/>
                  </a:lnTo>
                  <a:lnTo>
                    <a:pt x="597368" y="1377036"/>
                  </a:lnTo>
                  <a:lnTo>
                    <a:pt x="597377" y="1377051"/>
                  </a:lnTo>
                  <a:lnTo>
                    <a:pt x="597384" y="1377069"/>
                  </a:lnTo>
                  <a:lnTo>
                    <a:pt x="597389" y="1377076"/>
                  </a:lnTo>
                  <a:lnTo>
                    <a:pt x="597394" y="1377079"/>
                  </a:lnTo>
                  <a:lnTo>
                    <a:pt x="597401" y="1377079"/>
                  </a:lnTo>
                  <a:lnTo>
                    <a:pt x="597408" y="1377079"/>
                  </a:lnTo>
                  <a:lnTo>
                    <a:pt x="597416" y="1377080"/>
                  </a:lnTo>
                  <a:lnTo>
                    <a:pt x="597423" y="1377081"/>
                  </a:lnTo>
                  <a:lnTo>
                    <a:pt x="597432" y="1377083"/>
                  </a:lnTo>
                  <a:lnTo>
                    <a:pt x="597446" y="1377088"/>
                  </a:lnTo>
                  <a:lnTo>
                    <a:pt x="597456" y="1377093"/>
                  </a:lnTo>
                  <a:lnTo>
                    <a:pt x="597466" y="1377099"/>
                  </a:lnTo>
                  <a:lnTo>
                    <a:pt x="597471" y="1377102"/>
                  </a:lnTo>
                  <a:lnTo>
                    <a:pt x="597479" y="1377106"/>
                  </a:lnTo>
                  <a:lnTo>
                    <a:pt x="597487" y="1377109"/>
                  </a:lnTo>
                  <a:lnTo>
                    <a:pt x="597495" y="1377113"/>
                  </a:lnTo>
                  <a:lnTo>
                    <a:pt x="597500" y="1377116"/>
                  </a:lnTo>
                  <a:lnTo>
                    <a:pt x="597505" y="1377120"/>
                  </a:lnTo>
                  <a:lnTo>
                    <a:pt x="597510" y="1377127"/>
                  </a:lnTo>
                  <a:lnTo>
                    <a:pt x="597515" y="1377131"/>
                  </a:lnTo>
                  <a:lnTo>
                    <a:pt x="597521" y="1377135"/>
                  </a:lnTo>
                  <a:lnTo>
                    <a:pt x="597534" y="1377142"/>
                  </a:lnTo>
                  <a:lnTo>
                    <a:pt x="597552" y="1377151"/>
                  </a:lnTo>
                  <a:lnTo>
                    <a:pt x="597558" y="1377153"/>
                  </a:lnTo>
                  <a:lnTo>
                    <a:pt x="597579" y="1377159"/>
                  </a:lnTo>
                  <a:lnTo>
                    <a:pt x="597588" y="1377163"/>
                  </a:lnTo>
                  <a:lnTo>
                    <a:pt x="597594" y="1377166"/>
                  </a:lnTo>
                  <a:lnTo>
                    <a:pt x="597600" y="1377169"/>
                  </a:lnTo>
                  <a:lnTo>
                    <a:pt x="597610" y="1377177"/>
                  </a:lnTo>
                  <a:lnTo>
                    <a:pt x="597620" y="1377186"/>
                  </a:lnTo>
                  <a:lnTo>
                    <a:pt x="597626" y="1377192"/>
                  </a:lnTo>
                  <a:lnTo>
                    <a:pt x="597631" y="1377199"/>
                  </a:lnTo>
                  <a:lnTo>
                    <a:pt x="597640" y="1377215"/>
                  </a:lnTo>
                  <a:lnTo>
                    <a:pt x="597645" y="1377222"/>
                  </a:lnTo>
                  <a:lnTo>
                    <a:pt x="597653" y="1377229"/>
                  </a:lnTo>
                  <a:lnTo>
                    <a:pt x="597660" y="1377233"/>
                  </a:lnTo>
                  <a:lnTo>
                    <a:pt x="597665" y="1377236"/>
                  </a:lnTo>
                  <a:lnTo>
                    <a:pt x="597672" y="1377240"/>
                  </a:lnTo>
                  <a:lnTo>
                    <a:pt x="597681" y="1377245"/>
                  </a:lnTo>
                  <a:lnTo>
                    <a:pt x="597692" y="1377247"/>
                  </a:lnTo>
                  <a:lnTo>
                    <a:pt x="597701" y="1377248"/>
                  </a:lnTo>
                  <a:lnTo>
                    <a:pt x="597725" y="1377249"/>
                  </a:lnTo>
                  <a:lnTo>
                    <a:pt x="597740" y="1377250"/>
                  </a:lnTo>
                  <a:lnTo>
                    <a:pt x="597747" y="1377251"/>
                  </a:lnTo>
                  <a:lnTo>
                    <a:pt x="597754" y="1377252"/>
                  </a:lnTo>
                  <a:lnTo>
                    <a:pt x="597757" y="1377264"/>
                  </a:lnTo>
                  <a:lnTo>
                    <a:pt x="597758" y="1377288"/>
                  </a:lnTo>
                  <a:lnTo>
                    <a:pt x="597760" y="1377311"/>
                  </a:lnTo>
                  <a:lnTo>
                    <a:pt x="597762" y="1377327"/>
                  </a:lnTo>
                  <a:lnTo>
                    <a:pt x="597764" y="1377345"/>
                  </a:lnTo>
                  <a:lnTo>
                    <a:pt x="597766" y="1377361"/>
                  </a:lnTo>
                  <a:lnTo>
                    <a:pt x="597767" y="1377383"/>
                  </a:lnTo>
                  <a:lnTo>
                    <a:pt x="597768" y="1377392"/>
                  </a:lnTo>
                  <a:lnTo>
                    <a:pt x="597771" y="1377397"/>
                  </a:lnTo>
                  <a:lnTo>
                    <a:pt x="597775" y="1377400"/>
                  </a:lnTo>
                  <a:lnTo>
                    <a:pt x="597783" y="1377404"/>
                  </a:lnTo>
                  <a:lnTo>
                    <a:pt x="597790" y="1377409"/>
                  </a:lnTo>
                  <a:lnTo>
                    <a:pt x="597796" y="1377415"/>
                  </a:lnTo>
                  <a:lnTo>
                    <a:pt x="597801" y="1377420"/>
                  </a:lnTo>
                  <a:lnTo>
                    <a:pt x="597808" y="1377428"/>
                  </a:lnTo>
                  <a:lnTo>
                    <a:pt x="597815" y="1377436"/>
                  </a:lnTo>
                  <a:lnTo>
                    <a:pt x="597820" y="1377450"/>
                  </a:lnTo>
                  <a:lnTo>
                    <a:pt x="597828" y="1377467"/>
                  </a:lnTo>
                  <a:lnTo>
                    <a:pt x="597834" y="1377478"/>
                  </a:lnTo>
                  <a:lnTo>
                    <a:pt x="597839" y="1377484"/>
                  </a:lnTo>
                  <a:lnTo>
                    <a:pt x="597848" y="1377493"/>
                  </a:lnTo>
                  <a:lnTo>
                    <a:pt x="597853" y="1377498"/>
                  </a:lnTo>
                  <a:lnTo>
                    <a:pt x="597858" y="1377503"/>
                  </a:lnTo>
                  <a:lnTo>
                    <a:pt x="597860" y="1377510"/>
                  </a:lnTo>
                  <a:lnTo>
                    <a:pt x="597861" y="1377522"/>
                  </a:lnTo>
                  <a:lnTo>
                    <a:pt x="597862" y="1377531"/>
                  </a:lnTo>
                  <a:lnTo>
                    <a:pt x="597861" y="1377542"/>
                  </a:lnTo>
                  <a:lnTo>
                    <a:pt x="597859" y="1377549"/>
                  </a:lnTo>
                  <a:lnTo>
                    <a:pt x="597856" y="1377556"/>
                  </a:lnTo>
                  <a:lnTo>
                    <a:pt x="597853" y="1377565"/>
                  </a:lnTo>
                  <a:lnTo>
                    <a:pt x="597850" y="1377574"/>
                  </a:lnTo>
                  <a:lnTo>
                    <a:pt x="597849" y="1377587"/>
                  </a:lnTo>
                  <a:lnTo>
                    <a:pt x="597848" y="1377601"/>
                  </a:lnTo>
                  <a:lnTo>
                    <a:pt x="597850" y="1377614"/>
                  </a:lnTo>
                  <a:lnTo>
                    <a:pt x="597853" y="1377629"/>
                  </a:lnTo>
                  <a:lnTo>
                    <a:pt x="597856" y="1377635"/>
                  </a:lnTo>
                  <a:lnTo>
                    <a:pt x="597860" y="1377643"/>
                  </a:lnTo>
                  <a:lnTo>
                    <a:pt x="597867" y="1377652"/>
                  </a:lnTo>
                  <a:lnTo>
                    <a:pt x="597875" y="1377668"/>
                  </a:lnTo>
                  <a:lnTo>
                    <a:pt x="597879" y="1377681"/>
                  </a:lnTo>
                  <a:lnTo>
                    <a:pt x="597878" y="1377690"/>
                  </a:lnTo>
                  <a:lnTo>
                    <a:pt x="597871" y="1377702"/>
                  </a:lnTo>
                  <a:lnTo>
                    <a:pt x="597866" y="1377711"/>
                  </a:lnTo>
                  <a:lnTo>
                    <a:pt x="597861" y="1377717"/>
                  </a:lnTo>
                  <a:lnTo>
                    <a:pt x="597857" y="1377722"/>
                  </a:lnTo>
                  <a:lnTo>
                    <a:pt x="597848" y="1377732"/>
                  </a:lnTo>
                  <a:lnTo>
                    <a:pt x="597840" y="1377745"/>
                  </a:lnTo>
                  <a:lnTo>
                    <a:pt x="597833" y="1377752"/>
                  </a:lnTo>
                  <a:lnTo>
                    <a:pt x="597826" y="1377756"/>
                  </a:lnTo>
                  <a:lnTo>
                    <a:pt x="597817" y="1377761"/>
                  </a:lnTo>
                  <a:lnTo>
                    <a:pt x="597811" y="1377764"/>
                  </a:lnTo>
                  <a:lnTo>
                    <a:pt x="597807" y="1377767"/>
                  </a:lnTo>
                  <a:lnTo>
                    <a:pt x="597803" y="1377771"/>
                  </a:lnTo>
                  <a:lnTo>
                    <a:pt x="597800" y="1377779"/>
                  </a:lnTo>
                  <a:lnTo>
                    <a:pt x="597794" y="1377795"/>
                  </a:lnTo>
                  <a:lnTo>
                    <a:pt x="597789" y="1377810"/>
                  </a:lnTo>
                  <a:lnTo>
                    <a:pt x="597785" y="1377823"/>
                  </a:lnTo>
                  <a:lnTo>
                    <a:pt x="597782" y="1377834"/>
                  </a:lnTo>
                  <a:lnTo>
                    <a:pt x="597779" y="1377844"/>
                  </a:lnTo>
                  <a:lnTo>
                    <a:pt x="597775" y="1377857"/>
                  </a:lnTo>
                  <a:lnTo>
                    <a:pt x="597772" y="1377870"/>
                  </a:lnTo>
                  <a:lnTo>
                    <a:pt x="597767" y="1377884"/>
                  </a:lnTo>
                  <a:lnTo>
                    <a:pt x="597761" y="1377902"/>
                  </a:lnTo>
                  <a:lnTo>
                    <a:pt x="597755" y="1377918"/>
                  </a:lnTo>
                  <a:lnTo>
                    <a:pt x="597753" y="1377925"/>
                  </a:lnTo>
                  <a:lnTo>
                    <a:pt x="597751" y="1377931"/>
                  </a:lnTo>
                  <a:lnTo>
                    <a:pt x="597750" y="1377946"/>
                  </a:lnTo>
                  <a:lnTo>
                    <a:pt x="597751" y="1377964"/>
                  </a:lnTo>
                  <a:lnTo>
                    <a:pt x="597753" y="1377974"/>
                  </a:lnTo>
                  <a:lnTo>
                    <a:pt x="597754" y="1377988"/>
                  </a:lnTo>
                  <a:lnTo>
                    <a:pt x="597755" y="1377996"/>
                  </a:lnTo>
                  <a:lnTo>
                    <a:pt x="597756" y="1378008"/>
                  </a:lnTo>
                  <a:lnTo>
                    <a:pt x="597755" y="1378017"/>
                  </a:lnTo>
                  <a:lnTo>
                    <a:pt x="597753" y="1378025"/>
                  </a:lnTo>
                  <a:lnTo>
                    <a:pt x="597748" y="1378027"/>
                  </a:lnTo>
                  <a:lnTo>
                    <a:pt x="597728" y="1378033"/>
                  </a:lnTo>
                  <a:lnTo>
                    <a:pt x="597709" y="1378038"/>
                  </a:lnTo>
                  <a:lnTo>
                    <a:pt x="597690" y="1378047"/>
                  </a:lnTo>
                  <a:lnTo>
                    <a:pt x="597682" y="1378050"/>
                  </a:lnTo>
                  <a:lnTo>
                    <a:pt x="597676" y="1378050"/>
                  </a:lnTo>
                  <a:lnTo>
                    <a:pt x="597669" y="1378050"/>
                  </a:lnTo>
                  <a:lnTo>
                    <a:pt x="597660" y="1378048"/>
                  </a:lnTo>
                  <a:lnTo>
                    <a:pt x="597650" y="1378046"/>
                  </a:lnTo>
                  <a:lnTo>
                    <a:pt x="597645" y="1378045"/>
                  </a:lnTo>
                  <a:lnTo>
                    <a:pt x="597640" y="1378045"/>
                  </a:lnTo>
                  <a:lnTo>
                    <a:pt x="597610" y="1378043"/>
                  </a:lnTo>
                  <a:lnTo>
                    <a:pt x="597595" y="1378041"/>
                  </a:lnTo>
                  <a:lnTo>
                    <a:pt x="597585" y="1378040"/>
                  </a:lnTo>
                  <a:lnTo>
                    <a:pt x="597578" y="1378038"/>
                  </a:lnTo>
                  <a:lnTo>
                    <a:pt x="597568" y="1378038"/>
                  </a:lnTo>
                  <a:lnTo>
                    <a:pt x="597550" y="1378035"/>
                  </a:lnTo>
                  <a:lnTo>
                    <a:pt x="597541" y="1378033"/>
                  </a:lnTo>
                  <a:lnTo>
                    <a:pt x="597531" y="1378030"/>
                  </a:lnTo>
                  <a:lnTo>
                    <a:pt x="597514" y="1378026"/>
                  </a:lnTo>
                  <a:lnTo>
                    <a:pt x="597494" y="1378023"/>
                  </a:lnTo>
                  <a:lnTo>
                    <a:pt x="597484" y="1378022"/>
                  </a:lnTo>
                  <a:lnTo>
                    <a:pt x="597473" y="1378021"/>
                  </a:lnTo>
                  <a:lnTo>
                    <a:pt x="597465" y="1378025"/>
                  </a:lnTo>
                  <a:lnTo>
                    <a:pt x="597460" y="1378028"/>
                  </a:lnTo>
                  <a:lnTo>
                    <a:pt x="597455" y="1378032"/>
                  </a:lnTo>
                  <a:lnTo>
                    <a:pt x="597442" y="1378042"/>
                  </a:lnTo>
                  <a:lnTo>
                    <a:pt x="597428" y="1378050"/>
                  </a:lnTo>
                  <a:lnTo>
                    <a:pt x="597409" y="1378056"/>
                  </a:lnTo>
                  <a:lnTo>
                    <a:pt x="597393" y="1378061"/>
                  </a:lnTo>
                  <a:lnTo>
                    <a:pt x="597383" y="1378064"/>
                  </a:lnTo>
                  <a:lnTo>
                    <a:pt x="597378" y="1378067"/>
                  </a:lnTo>
                  <a:lnTo>
                    <a:pt x="597369" y="1378072"/>
                  </a:lnTo>
                  <a:lnTo>
                    <a:pt x="597364" y="1378074"/>
                  </a:lnTo>
                  <a:lnTo>
                    <a:pt x="597356" y="1378075"/>
                  </a:lnTo>
                  <a:lnTo>
                    <a:pt x="597351" y="1378076"/>
                  </a:lnTo>
                  <a:lnTo>
                    <a:pt x="597344" y="1378079"/>
                  </a:lnTo>
                  <a:lnTo>
                    <a:pt x="597339" y="1378081"/>
                  </a:lnTo>
                  <a:lnTo>
                    <a:pt x="597332" y="1378083"/>
                  </a:lnTo>
                  <a:lnTo>
                    <a:pt x="597322" y="1378085"/>
                  </a:lnTo>
                  <a:lnTo>
                    <a:pt x="597313" y="1378087"/>
                  </a:lnTo>
                  <a:lnTo>
                    <a:pt x="597306" y="1378087"/>
                  </a:lnTo>
                  <a:lnTo>
                    <a:pt x="597284" y="1378084"/>
                  </a:lnTo>
                  <a:lnTo>
                    <a:pt x="597275" y="1378084"/>
                  </a:lnTo>
                  <a:lnTo>
                    <a:pt x="597266" y="1378084"/>
                  </a:lnTo>
                  <a:lnTo>
                    <a:pt x="597257" y="1378087"/>
                  </a:lnTo>
                  <a:lnTo>
                    <a:pt x="597251" y="1378090"/>
                  </a:lnTo>
                  <a:lnTo>
                    <a:pt x="597245" y="1378093"/>
                  </a:lnTo>
                  <a:lnTo>
                    <a:pt x="597232" y="1378102"/>
                  </a:lnTo>
                  <a:lnTo>
                    <a:pt x="597222" y="1378109"/>
                  </a:lnTo>
                  <a:lnTo>
                    <a:pt x="597208" y="1378120"/>
                  </a:lnTo>
                  <a:lnTo>
                    <a:pt x="597199" y="1378125"/>
                  </a:lnTo>
                  <a:lnTo>
                    <a:pt x="597189" y="1378129"/>
                  </a:lnTo>
                  <a:lnTo>
                    <a:pt x="597167" y="1378137"/>
                  </a:lnTo>
                  <a:lnTo>
                    <a:pt x="597147" y="1378143"/>
                  </a:lnTo>
                  <a:lnTo>
                    <a:pt x="597130" y="1378150"/>
                  </a:lnTo>
                  <a:lnTo>
                    <a:pt x="597122" y="1378153"/>
                  </a:lnTo>
                  <a:lnTo>
                    <a:pt x="597115" y="1378157"/>
                  </a:lnTo>
                  <a:lnTo>
                    <a:pt x="597104" y="1378162"/>
                  </a:lnTo>
                  <a:lnTo>
                    <a:pt x="597091" y="1378170"/>
                  </a:lnTo>
                  <a:lnTo>
                    <a:pt x="597084" y="1378175"/>
                  </a:lnTo>
                  <a:lnTo>
                    <a:pt x="597079" y="1378178"/>
                  </a:lnTo>
                  <a:lnTo>
                    <a:pt x="597073" y="1378179"/>
                  </a:lnTo>
                  <a:lnTo>
                    <a:pt x="597067" y="1378179"/>
                  </a:lnTo>
                  <a:lnTo>
                    <a:pt x="597061" y="1378179"/>
                  </a:lnTo>
                  <a:lnTo>
                    <a:pt x="597054" y="1378179"/>
                  </a:lnTo>
                  <a:lnTo>
                    <a:pt x="597046" y="1378177"/>
                  </a:lnTo>
                  <a:lnTo>
                    <a:pt x="597039" y="1378174"/>
                  </a:lnTo>
                  <a:lnTo>
                    <a:pt x="597034" y="1378171"/>
                  </a:lnTo>
                  <a:lnTo>
                    <a:pt x="597020" y="1378163"/>
                  </a:lnTo>
                  <a:lnTo>
                    <a:pt x="597008" y="1378157"/>
                  </a:lnTo>
                  <a:lnTo>
                    <a:pt x="596995" y="1378151"/>
                  </a:lnTo>
                  <a:lnTo>
                    <a:pt x="596973" y="1378144"/>
                  </a:lnTo>
                  <a:lnTo>
                    <a:pt x="596968" y="1378143"/>
                  </a:lnTo>
                  <a:lnTo>
                    <a:pt x="596962" y="1378143"/>
                  </a:lnTo>
                  <a:lnTo>
                    <a:pt x="596956" y="1378143"/>
                  </a:lnTo>
                  <a:lnTo>
                    <a:pt x="596944" y="1378145"/>
                  </a:lnTo>
                  <a:lnTo>
                    <a:pt x="596916" y="1378146"/>
                  </a:lnTo>
                  <a:lnTo>
                    <a:pt x="596911" y="1378146"/>
                  </a:lnTo>
                  <a:lnTo>
                    <a:pt x="596896" y="1378147"/>
                  </a:lnTo>
                  <a:lnTo>
                    <a:pt x="596877" y="1378149"/>
                  </a:lnTo>
                  <a:lnTo>
                    <a:pt x="596847" y="1378152"/>
                  </a:lnTo>
                  <a:lnTo>
                    <a:pt x="596835" y="1378152"/>
                  </a:lnTo>
                  <a:lnTo>
                    <a:pt x="596824" y="1378154"/>
                  </a:lnTo>
                  <a:lnTo>
                    <a:pt x="596817" y="1378158"/>
                  </a:lnTo>
                  <a:lnTo>
                    <a:pt x="596811" y="1378162"/>
                  </a:lnTo>
                  <a:lnTo>
                    <a:pt x="596791" y="1378179"/>
                  </a:lnTo>
                  <a:lnTo>
                    <a:pt x="596778" y="1378188"/>
                  </a:lnTo>
                  <a:lnTo>
                    <a:pt x="596764" y="1378196"/>
                  </a:lnTo>
                  <a:lnTo>
                    <a:pt x="596756" y="1378203"/>
                  </a:lnTo>
                  <a:lnTo>
                    <a:pt x="596747" y="1378216"/>
                  </a:lnTo>
                  <a:lnTo>
                    <a:pt x="596735" y="1378231"/>
                  </a:lnTo>
                  <a:lnTo>
                    <a:pt x="596729" y="1378241"/>
                  </a:lnTo>
                  <a:lnTo>
                    <a:pt x="596721" y="1378250"/>
                  </a:lnTo>
                  <a:lnTo>
                    <a:pt x="596713" y="1378258"/>
                  </a:lnTo>
                  <a:lnTo>
                    <a:pt x="596707" y="1378262"/>
                  </a:lnTo>
                  <a:lnTo>
                    <a:pt x="596702" y="1378263"/>
                  </a:lnTo>
                  <a:lnTo>
                    <a:pt x="596693" y="1378261"/>
                  </a:lnTo>
                  <a:lnTo>
                    <a:pt x="596684" y="1378260"/>
                  </a:lnTo>
                  <a:lnTo>
                    <a:pt x="596654" y="1378256"/>
                  </a:lnTo>
                  <a:lnTo>
                    <a:pt x="596641" y="1378255"/>
                  </a:lnTo>
                  <a:lnTo>
                    <a:pt x="596626" y="1378254"/>
                  </a:lnTo>
                  <a:lnTo>
                    <a:pt x="596609" y="1378255"/>
                  </a:lnTo>
                  <a:lnTo>
                    <a:pt x="596593" y="1378257"/>
                  </a:lnTo>
                  <a:lnTo>
                    <a:pt x="596587" y="1378258"/>
                  </a:lnTo>
                  <a:lnTo>
                    <a:pt x="596581" y="1378260"/>
                  </a:lnTo>
                  <a:lnTo>
                    <a:pt x="596552" y="1378274"/>
                  </a:lnTo>
                  <a:lnTo>
                    <a:pt x="596544" y="1378277"/>
                  </a:lnTo>
                  <a:lnTo>
                    <a:pt x="596533" y="1378281"/>
                  </a:lnTo>
                  <a:lnTo>
                    <a:pt x="596516" y="1378287"/>
                  </a:lnTo>
                  <a:lnTo>
                    <a:pt x="596502" y="1378294"/>
                  </a:lnTo>
                  <a:lnTo>
                    <a:pt x="596487" y="1378302"/>
                  </a:lnTo>
                  <a:lnTo>
                    <a:pt x="596476" y="1378311"/>
                  </a:lnTo>
                  <a:lnTo>
                    <a:pt x="596468" y="1378319"/>
                  </a:lnTo>
                  <a:lnTo>
                    <a:pt x="596464" y="1378324"/>
                  </a:lnTo>
                  <a:lnTo>
                    <a:pt x="596439" y="1378350"/>
                  </a:lnTo>
                  <a:lnTo>
                    <a:pt x="596432" y="1378357"/>
                  </a:lnTo>
                  <a:lnTo>
                    <a:pt x="596426" y="1378361"/>
                  </a:lnTo>
                  <a:lnTo>
                    <a:pt x="596416" y="1378362"/>
                  </a:lnTo>
                  <a:lnTo>
                    <a:pt x="596402" y="1378362"/>
                  </a:lnTo>
                  <a:lnTo>
                    <a:pt x="596393" y="1378362"/>
                  </a:lnTo>
                  <a:lnTo>
                    <a:pt x="596384" y="1378362"/>
                  </a:lnTo>
                  <a:lnTo>
                    <a:pt x="596371" y="1378362"/>
                  </a:lnTo>
                  <a:lnTo>
                    <a:pt x="596361" y="1378360"/>
                  </a:lnTo>
                  <a:lnTo>
                    <a:pt x="596355" y="1378359"/>
                  </a:lnTo>
                  <a:lnTo>
                    <a:pt x="596350" y="1378367"/>
                  </a:lnTo>
                  <a:lnTo>
                    <a:pt x="596344" y="1378370"/>
                  </a:lnTo>
                  <a:lnTo>
                    <a:pt x="596340" y="1378372"/>
                  </a:lnTo>
                  <a:lnTo>
                    <a:pt x="596335" y="1378374"/>
                  </a:lnTo>
                  <a:lnTo>
                    <a:pt x="596321" y="1378381"/>
                  </a:lnTo>
                  <a:lnTo>
                    <a:pt x="596309" y="1378387"/>
                  </a:lnTo>
                  <a:lnTo>
                    <a:pt x="596301" y="1378391"/>
                  </a:lnTo>
                  <a:lnTo>
                    <a:pt x="596292" y="1378395"/>
                  </a:lnTo>
                  <a:lnTo>
                    <a:pt x="596279" y="1378396"/>
                  </a:lnTo>
                  <a:lnTo>
                    <a:pt x="596255" y="1378397"/>
                  </a:lnTo>
                  <a:lnTo>
                    <a:pt x="596240" y="1378397"/>
                  </a:lnTo>
                  <a:lnTo>
                    <a:pt x="596228" y="1378397"/>
                  </a:lnTo>
                  <a:lnTo>
                    <a:pt x="596219" y="1378399"/>
                  </a:lnTo>
                  <a:lnTo>
                    <a:pt x="596208" y="1378406"/>
                  </a:lnTo>
                  <a:lnTo>
                    <a:pt x="596199" y="1378414"/>
                  </a:lnTo>
                  <a:lnTo>
                    <a:pt x="596193" y="1378418"/>
                  </a:lnTo>
                  <a:lnTo>
                    <a:pt x="596186" y="1378421"/>
                  </a:lnTo>
                  <a:lnTo>
                    <a:pt x="596173" y="1378426"/>
                  </a:lnTo>
                  <a:lnTo>
                    <a:pt x="596163" y="1378431"/>
                  </a:lnTo>
                  <a:lnTo>
                    <a:pt x="596157" y="1378434"/>
                  </a:lnTo>
                  <a:lnTo>
                    <a:pt x="596149" y="1378440"/>
                  </a:lnTo>
                  <a:lnTo>
                    <a:pt x="596141" y="1378450"/>
                  </a:lnTo>
                  <a:lnTo>
                    <a:pt x="596139" y="1378457"/>
                  </a:lnTo>
                  <a:lnTo>
                    <a:pt x="596135" y="1378466"/>
                  </a:lnTo>
                  <a:lnTo>
                    <a:pt x="596131" y="1378473"/>
                  </a:lnTo>
                  <a:lnTo>
                    <a:pt x="596126" y="1378478"/>
                  </a:lnTo>
                  <a:lnTo>
                    <a:pt x="596114" y="1378488"/>
                  </a:lnTo>
                  <a:lnTo>
                    <a:pt x="596107" y="1378494"/>
                  </a:lnTo>
                  <a:lnTo>
                    <a:pt x="596100" y="1378503"/>
                  </a:lnTo>
                  <a:lnTo>
                    <a:pt x="596094" y="1378513"/>
                  </a:lnTo>
                  <a:lnTo>
                    <a:pt x="596087" y="1378525"/>
                  </a:lnTo>
                  <a:lnTo>
                    <a:pt x="596079" y="1378535"/>
                  </a:lnTo>
                  <a:lnTo>
                    <a:pt x="596068" y="1378553"/>
                  </a:lnTo>
                  <a:lnTo>
                    <a:pt x="596062" y="1378563"/>
                  </a:lnTo>
                  <a:lnTo>
                    <a:pt x="596058" y="1378567"/>
                  </a:lnTo>
                  <a:lnTo>
                    <a:pt x="596053" y="1378570"/>
                  </a:lnTo>
                  <a:lnTo>
                    <a:pt x="596047" y="1378572"/>
                  </a:lnTo>
                  <a:lnTo>
                    <a:pt x="596038" y="1378575"/>
                  </a:lnTo>
                  <a:lnTo>
                    <a:pt x="596030" y="1378579"/>
                  </a:lnTo>
                  <a:lnTo>
                    <a:pt x="596021" y="1378582"/>
                  </a:lnTo>
                  <a:lnTo>
                    <a:pt x="596010" y="1378586"/>
                  </a:lnTo>
                  <a:lnTo>
                    <a:pt x="595999" y="1378591"/>
                  </a:lnTo>
                  <a:lnTo>
                    <a:pt x="595990" y="1378594"/>
                  </a:lnTo>
                  <a:lnTo>
                    <a:pt x="595981" y="1378597"/>
                  </a:lnTo>
                  <a:lnTo>
                    <a:pt x="595967" y="1378602"/>
                  </a:lnTo>
                  <a:lnTo>
                    <a:pt x="595947" y="1378609"/>
                  </a:lnTo>
                  <a:lnTo>
                    <a:pt x="595941" y="1378612"/>
                  </a:lnTo>
                  <a:lnTo>
                    <a:pt x="595928" y="1378618"/>
                  </a:lnTo>
                  <a:lnTo>
                    <a:pt x="595917" y="1378624"/>
                  </a:lnTo>
                  <a:lnTo>
                    <a:pt x="595898" y="1378634"/>
                  </a:lnTo>
                  <a:lnTo>
                    <a:pt x="595884" y="1378642"/>
                  </a:lnTo>
                  <a:lnTo>
                    <a:pt x="595877" y="1378645"/>
                  </a:lnTo>
                  <a:lnTo>
                    <a:pt x="595864" y="1378652"/>
                  </a:lnTo>
                  <a:lnTo>
                    <a:pt x="595845" y="1378663"/>
                  </a:lnTo>
                  <a:lnTo>
                    <a:pt x="595829" y="1378672"/>
                  </a:lnTo>
                  <a:lnTo>
                    <a:pt x="595816" y="1378677"/>
                  </a:lnTo>
                  <a:lnTo>
                    <a:pt x="595801" y="1378682"/>
                  </a:lnTo>
                  <a:lnTo>
                    <a:pt x="595794" y="1378684"/>
                  </a:lnTo>
                  <a:lnTo>
                    <a:pt x="595763" y="1378693"/>
                  </a:lnTo>
                  <a:lnTo>
                    <a:pt x="595753" y="1378696"/>
                  </a:lnTo>
                  <a:lnTo>
                    <a:pt x="595741" y="1378702"/>
                  </a:lnTo>
                  <a:lnTo>
                    <a:pt x="595712" y="1378714"/>
                  </a:lnTo>
                  <a:lnTo>
                    <a:pt x="595674" y="1378723"/>
                  </a:lnTo>
                  <a:lnTo>
                    <a:pt x="595662" y="1378728"/>
                  </a:lnTo>
                  <a:lnTo>
                    <a:pt x="595654" y="1378733"/>
                  </a:lnTo>
                  <a:lnTo>
                    <a:pt x="595650" y="1378737"/>
                  </a:lnTo>
                  <a:lnTo>
                    <a:pt x="595646" y="1378745"/>
                  </a:lnTo>
                  <a:lnTo>
                    <a:pt x="595643" y="1378755"/>
                  </a:lnTo>
                  <a:lnTo>
                    <a:pt x="595638" y="1378769"/>
                  </a:lnTo>
                  <a:lnTo>
                    <a:pt x="595633" y="1378777"/>
                  </a:lnTo>
                  <a:lnTo>
                    <a:pt x="595623" y="1378780"/>
                  </a:lnTo>
                  <a:lnTo>
                    <a:pt x="595606" y="1378780"/>
                  </a:lnTo>
                  <a:lnTo>
                    <a:pt x="595583" y="1378783"/>
                  </a:lnTo>
                  <a:lnTo>
                    <a:pt x="595571" y="1378784"/>
                  </a:lnTo>
                  <a:lnTo>
                    <a:pt x="595561" y="1378784"/>
                  </a:lnTo>
                  <a:lnTo>
                    <a:pt x="595544" y="1378783"/>
                  </a:lnTo>
                  <a:lnTo>
                    <a:pt x="595529" y="1378783"/>
                  </a:lnTo>
                  <a:lnTo>
                    <a:pt x="595521" y="1378786"/>
                  </a:lnTo>
                  <a:lnTo>
                    <a:pt x="595516" y="1378792"/>
                  </a:lnTo>
                  <a:lnTo>
                    <a:pt x="595512" y="1378796"/>
                  </a:lnTo>
                  <a:lnTo>
                    <a:pt x="595501" y="1378814"/>
                  </a:lnTo>
                  <a:lnTo>
                    <a:pt x="595495" y="1378824"/>
                  </a:lnTo>
                  <a:lnTo>
                    <a:pt x="595490" y="1378837"/>
                  </a:lnTo>
                  <a:lnTo>
                    <a:pt x="595487" y="1378848"/>
                  </a:lnTo>
                  <a:lnTo>
                    <a:pt x="595483" y="1378862"/>
                  </a:lnTo>
                  <a:lnTo>
                    <a:pt x="595481" y="1378871"/>
                  </a:lnTo>
                  <a:lnTo>
                    <a:pt x="595477" y="1378878"/>
                  </a:lnTo>
                  <a:lnTo>
                    <a:pt x="595473" y="1378883"/>
                  </a:lnTo>
                  <a:lnTo>
                    <a:pt x="595469" y="1378886"/>
                  </a:lnTo>
                  <a:lnTo>
                    <a:pt x="595464" y="1378888"/>
                  </a:lnTo>
                  <a:lnTo>
                    <a:pt x="595456" y="1378892"/>
                  </a:lnTo>
                  <a:lnTo>
                    <a:pt x="595434" y="1378898"/>
                  </a:lnTo>
                  <a:lnTo>
                    <a:pt x="595408" y="1378906"/>
                  </a:lnTo>
                  <a:lnTo>
                    <a:pt x="595382" y="1378910"/>
                  </a:lnTo>
                  <a:lnTo>
                    <a:pt x="595376" y="1378910"/>
                  </a:lnTo>
                  <a:lnTo>
                    <a:pt x="595368" y="1378908"/>
                  </a:lnTo>
                  <a:lnTo>
                    <a:pt x="595328" y="1378895"/>
                  </a:lnTo>
                  <a:lnTo>
                    <a:pt x="595311" y="1378887"/>
                  </a:lnTo>
                  <a:lnTo>
                    <a:pt x="595302" y="1378885"/>
                  </a:lnTo>
                  <a:lnTo>
                    <a:pt x="595292" y="1378884"/>
                  </a:lnTo>
                  <a:lnTo>
                    <a:pt x="595286" y="1378884"/>
                  </a:lnTo>
                  <a:lnTo>
                    <a:pt x="595271" y="1378885"/>
                  </a:lnTo>
                  <a:lnTo>
                    <a:pt x="595258" y="1378885"/>
                  </a:lnTo>
                  <a:lnTo>
                    <a:pt x="595237" y="1378886"/>
                  </a:lnTo>
                  <a:lnTo>
                    <a:pt x="595213" y="1378887"/>
                  </a:lnTo>
                  <a:lnTo>
                    <a:pt x="595189" y="1378888"/>
                  </a:lnTo>
                  <a:lnTo>
                    <a:pt x="595177" y="1378892"/>
                  </a:lnTo>
                  <a:lnTo>
                    <a:pt x="595167" y="1378894"/>
                  </a:lnTo>
                  <a:lnTo>
                    <a:pt x="595154" y="1378896"/>
                  </a:lnTo>
                  <a:lnTo>
                    <a:pt x="595133" y="1378896"/>
                  </a:lnTo>
                  <a:lnTo>
                    <a:pt x="595124" y="1378895"/>
                  </a:lnTo>
                  <a:lnTo>
                    <a:pt x="595117" y="1378892"/>
                  </a:lnTo>
                  <a:lnTo>
                    <a:pt x="595107" y="1378887"/>
                  </a:lnTo>
                  <a:lnTo>
                    <a:pt x="595098" y="1378883"/>
                  </a:lnTo>
                  <a:lnTo>
                    <a:pt x="595092" y="1378879"/>
                  </a:lnTo>
                  <a:lnTo>
                    <a:pt x="595083" y="1378872"/>
                  </a:lnTo>
                  <a:lnTo>
                    <a:pt x="595077" y="1378867"/>
                  </a:lnTo>
                  <a:lnTo>
                    <a:pt x="595071" y="1378870"/>
                  </a:lnTo>
                  <a:lnTo>
                    <a:pt x="595064" y="1378879"/>
                  </a:lnTo>
                  <a:lnTo>
                    <a:pt x="595057" y="1378887"/>
                  </a:lnTo>
                  <a:lnTo>
                    <a:pt x="595052" y="1378893"/>
                  </a:lnTo>
                  <a:lnTo>
                    <a:pt x="595046" y="1378898"/>
                  </a:lnTo>
                  <a:lnTo>
                    <a:pt x="595042" y="1378901"/>
                  </a:lnTo>
                  <a:lnTo>
                    <a:pt x="595034" y="1378908"/>
                  </a:lnTo>
                  <a:lnTo>
                    <a:pt x="595027" y="1378917"/>
                  </a:lnTo>
                  <a:lnTo>
                    <a:pt x="595025" y="1378923"/>
                  </a:lnTo>
                  <a:lnTo>
                    <a:pt x="595021" y="1378932"/>
                  </a:lnTo>
                  <a:lnTo>
                    <a:pt x="595021" y="1378940"/>
                  </a:lnTo>
                  <a:lnTo>
                    <a:pt x="595022" y="1378949"/>
                  </a:lnTo>
                  <a:lnTo>
                    <a:pt x="595025" y="1378955"/>
                  </a:lnTo>
                  <a:lnTo>
                    <a:pt x="595029" y="1378964"/>
                  </a:lnTo>
                  <a:lnTo>
                    <a:pt x="595038" y="1378981"/>
                  </a:lnTo>
                  <a:lnTo>
                    <a:pt x="595045" y="1378995"/>
                  </a:lnTo>
                  <a:lnTo>
                    <a:pt x="595049" y="1379002"/>
                  </a:lnTo>
                  <a:lnTo>
                    <a:pt x="595056" y="1379010"/>
                  </a:lnTo>
                  <a:lnTo>
                    <a:pt x="595063" y="1379017"/>
                  </a:lnTo>
                  <a:lnTo>
                    <a:pt x="595072" y="1379026"/>
                  </a:lnTo>
                  <a:lnTo>
                    <a:pt x="595076" y="1379030"/>
                  </a:lnTo>
                  <a:lnTo>
                    <a:pt x="595092" y="1379045"/>
                  </a:lnTo>
                  <a:lnTo>
                    <a:pt x="595101" y="1379052"/>
                  </a:lnTo>
                  <a:lnTo>
                    <a:pt x="595107" y="1379058"/>
                  </a:lnTo>
                  <a:lnTo>
                    <a:pt x="595115" y="1379068"/>
                  </a:lnTo>
                  <a:lnTo>
                    <a:pt x="595126" y="1379081"/>
                  </a:lnTo>
                  <a:lnTo>
                    <a:pt x="595138" y="1379096"/>
                  </a:lnTo>
                  <a:lnTo>
                    <a:pt x="595156" y="1379113"/>
                  </a:lnTo>
                  <a:lnTo>
                    <a:pt x="595161" y="1379118"/>
                  </a:lnTo>
                  <a:lnTo>
                    <a:pt x="595168" y="1379127"/>
                  </a:lnTo>
                  <a:lnTo>
                    <a:pt x="595172" y="1379137"/>
                  </a:lnTo>
                  <a:lnTo>
                    <a:pt x="595174" y="1379145"/>
                  </a:lnTo>
                  <a:lnTo>
                    <a:pt x="595175" y="1379153"/>
                  </a:lnTo>
                  <a:lnTo>
                    <a:pt x="595176" y="1379164"/>
                  </a:lnTo>
                  <a:lnTo>
                    <a:pt x="595177" y="1379176"/>
                  </a:lnTo>
                  <a:lnTo>
                    <a:pt x="595179" y="1379193"/>
                  </a:lnTo>
                  <a:lnTo>
                    <a:pt x="595180" y="1379202"/>
                  </a:lnTo>
                  <a:lnTo>
                    <a:pt x="595178" y="1379210"/>
                  </a:lnTo>
                  <a:lnTo>
                    <a:pt x="595154" y="1379218"/>
                  </a:lnTo>
                  <a:lnTo>
                    <a:pt x="595144" y="1379222"/>
                  </a:lnTo>
                  <a:lnTo>
                    <a:pt x="595136" y="1379226"/>
                  </a:lnTo>
                  <a:lnTo>
                    <a:pt x="595125" y="1379231"/>
                  </a:lnTo>
                  <a:lnTo>
                    <a:pt x="595116" y="1379234"/>
                  </a:lnTo>
                  <a:lnTo>
                    <a:pt x="595102" y="1379237"/>
                  </a:lnTo>
                  <a:lnTo>
                    <a:pt x="595094" y="1379240"/>
                  </a:lnTo>
                  <a:lnTo>
                    <a:pt x="595086" y="1379244"/>
                  </a:lnTo>
                  <a:lnTo>
                    <a:pt x="595076" y="1379251"/>
                  </a:lnTo>
                  <a:lnTo>
                    <a:pt x="595060" y="1379264"/>
                  </a:lnTo>
                  <a:lnTo>
                    <a:pt x="595043" y="1379277"/>
                  </a:lnTo>
                  <a:lnTo>
                    <a:pt x="595034" y="1379284"/>
                  </a:lnTo>
                  <a:lnTo>
                    <a:pt x="595020" y="1379295"/>
                  </a:lnTo>
                  <a:lnTo>
                    <a:pt x="595014" y="1379306"/>
                  </a:lnTo>
                  <a:lnTo>
                    <a:pt x="595009" y="1379316"/>
                  </a:lnTo>
                  <a:lnTo>
                    <a:pt x="595003" y="1379338"/>
                  </a:lnTo>
                  <a:lnTo>
                    <a:pt x="594996" y="1379357"/>
                  </a:lnTo>
                  <a:lnTo>
                    <a:pt x="594987" y="1379375"/>
                  </a:lnTo>
                  <a:lnTo>
                    <a:pt x="594982" y="1379384"/>
                  </a:lnTo>
                  <a:lnTo>
                    <a:pt x="594976" y="1379395"/>
                  </a:lnTo>
                  <a:lnTo>
                    <a:pt x="594970" y="1379408"/>
                  </a:lnTo>
                  <a:lnTo>
                    <a:pt x="594966" y="1379417"/>
                  </a:lnTo>
                  <a:lnTo>
                    <a:pt x="594964" y="1379427"/>
                  </a:lnTo>
                  <a:lnTo>
                    <a:pt x="594966" y="1379442"/>
                  </a:lnTo>
                  <a:lnTo>
                    <a:pt x="594969" y="1379452"/>
                  </a:lnTo>
                  <a:lnTo>
                    <a:pt x="594976" y="1379472"/>
                  </a:lnTo>
                  <a:lnTo>
                    <a:pt x="594983" y="1379485"/>
                  </a:lnTo>
                  <a:lnTo>
                    <a:pt x="594988" y="1379497"/>
                  </a:lnTo>
                  <a:lnTo>
                    <a:pt x="594991" y="1379505"/>
                  </a:lnTo>
                  <a:lnTo>
                    <a:pt x="594992" y="1379512"/>
                  </a:lnTo>
                  <a:lnTo>
                    <a:pt x="594992" y="1379522"/>
                  </a:lnTo>
                  <a:lnTo>
                    <a:pt x="594992" y="1379540"/>
                  </a:lnTo>
                  <a:lnTo>
                    <a:pt x="594985" y="1379541"/>
                  </a:lnTo>
                  <a:lnTo>
                    <a:pt x="594973" y="1379536"/>
                  </a:lnTo>
                  <a:lnTo>
                    <a:pt x="594954" y="1379525"/>
                  </a:lnTo>
                  <a:lnTo>
                    <a:pt x="594937" y="1379514"/>
                  </a:lnTo>
                  <a:lnTo>
                    <a:pt x="594912" y="1379499"/>
                  </a:lnTo>
                  <a:lnTo>
                    <a:pt x="594892" y="1379484"/>
                  </a:lnTo>
                  <a:lnTo>
                    <a:pt x="594874" y="1379467"/>
                  </a:lnTo>
                  <a:lnTo>
                    <a:pt x="594866" y="1379457"/>
                  </a:lnTo>
                  <a:lnTo>
                    <a:pt x="594859" y="1379449"/>
                  </a:lnTo>
                  <a:lnTo>
                    <a:pt x="594848" y="1379438"/>
                  </a:lnTo>
                  <a:lnTo>
                    <a:pt x="594838" y="1379427"/>
                  </a:lnTo>
                  <a:lnTo>
                    <a:pt x="594823" y="1379416"/>
                  </a:lnTo>
                  <a:lnTo>
                    <a:pt x="594806" y="1379404"/>
                  </a:lnTo>
                  <a:lnTo>
                    <a:pt x="594800" y="1379400"/>
                  </a:lnTo>
                  <a:lnTo>
                    <a:pt x="594792" y="1379394"/>
                  </a:lnTo>
                  <a:lnTo>
                    <a:pt x="594786" y="1379389"/>
                  </a:lnTo>
                  <a:lnTo>
                    <a:pt x="594772" y="1379381"/>
                  </a:lnTo>
                  <a:lnTo>
                    <a:pt x="594757" y="1379376"/>
                  </a:lnTo>
                  <a:lnTo>
                    <a:pt x="594742" y="1379369"/>
                  </a:lnTo>
                  <a:lnTo>
                    <a:pt x="594737" y="1379367"/>
                  </a:lnTo>
                  <a:lnTo>
                    <a:pt x="594714" y="1379357"/>
                  </a:lnTo>
                  <a:lnTo>
                    <a:pt x="594694" y="1379345"/>
                  </a:lnTo>
                  <a:lnTo>
                    <a:pt x="594675" y="1379335"/>
                  </a:lnTo>
                  <a:lnTo>
                    <a:pt x="594668" y="1379333"/>
                  </a:lnTo>
                  <a:lnTo>
                    <a:pt x="594655" y="1379329"/>
                  </a:lnTo>
                  <a:lnTo>
                    <a:pt x="594631" y="1379323"/>
                  </a:lnTo>
                  <a:lnTo>
                    <a:pt x="594617" y="1379319"/>
                  </a:lnTo>
                  <a:lnTo>
                    <a:pt x="594608" y="1379314"/>
                  </a:lnTo>
                  <a:lnTo>
                    <a:pt x="594587" y="1379303"/>
                  </a:lnTo>
                  <a:lnTo>
                    <a:pt x="594570" y="1379297"/>
                  </a:lnTo>
                  <a:lnTo>
                    <a:pt x="594553" y="1379293"/>
                  </a:lnTo>
                  <a:lnTo>
                    <a:pt x="594536" y="1379290"/>
                  </a:lnTo>
                  <a:lnTo>
                    <a:pt x="594526" y="1379289"/>
                  </a:lnTo>
                  <a:lnTo>
                    <a:pt x="594516" y="1379288"/>
                  </a:lnTo>
                  <a:lnTo>
                    <a:pt x="594495" y="1379285"/>
                  </a:lnTo>
                  <a:lnTo>
                    <a:pt x="594473" y="1379282"/>
                  </a:lnTo>
                  <a:lnTo>
                    <a:pt x="594462" y="1379281"/>
                  </a:lnTo>
                  <a:lnTo>
                    <a:pt x="594447" y="1379281"/>
                  </a:lnTo>
                  <a:lnTo>
                    <a:pt x="594426" y="1379280"/>
                  </a:lnTo>
                  <a:lnTo>
                    <a:pt x="594421" y="1379278"/>
                  </a:lnTo>
                  <a:lnTo>
                    <a:pt x="594412" y="1379274"/>
                  </a:lnTo>
                  <a:lnTo>
                    <a:pt x="594403" y="1379274"/>
                  </a:lnTo>
                  <a:lnTo>
                    <a:pt x="594391" y="1379276"/>
                  </a:lnTo>
                  <a:lnTo>
                    <a:pt x="594384" y="1379276"/>
                  </a:lnTo>
                  <a:lnTo>
                    <a:pt x="594377" y="1379274"/>
                  </a:lnTo>
                  <a:lnTo>
                    <a:pt x="594363" y="1379270"/>
                  </a:lnTo>
                  <a:lnTo>
                    <a:pt x="594351" y="1379264"/>
                  </a:lnTo>
                  <a:lnTo>
                    <a:pt x="594343" y="1379262"/>
                  </a:lnTo>
                  <a:lnTo>
                    <a:pt x="594333" y="1379260"/>
                  </a:lnTo>
                  <a:lnTo>
                    <a:pt x="594322" y="1379256"/>
                  </a:lnTo>
                  <a:lnTo>
                    <a:pt x="594312" y="1379253"/>
                  </a:lnTo>
                  <a:lnTo>
                    <a:pt x="594294" y="1379250"/>
                  </a:lnTo>
                  <a:lnTo>
                    <a:pt x="594280" y="1379246"/>
                  </a:lnTo>
                  <a:lnTo>
                    <a:pt x="594262" y="1379243"/>
                  </a:lnTo>
                  <a:lnTo>
                    <a:pt x="594244" y="1379241"/>
                  </a:lnTo>
                  <a:lnTo>
                    <a:pt x="594234" y="1379239"/>
                  </a:lnTo>
                  <a:lnTo>
                    <a:pt x="594222" y="1379222"/>
                  </a:lnTo>
                  <a:lnTo>
                    <a:pt x="594216" y="1379213"/>
                  </a:lnTo>
                  <a:lnTo>
                    <a:pt x="594212" y="1379206"/>
                  </a:lnTo>
                  <a:lnTo>
                    <a:pt x="594208" y="1379200"/>
                  </a:lnTo>
                  <a:lnTo>
                    <a:pt x="594198" y="1379185"/>
                  </a:lnTo>
                  <a:lnTo>
                    <a:pt x="594188" y="1379170"/>
                  </a:lnTo>
                  <a:lnTo>
                    <a:pt x="594180" y="1379160"/>
                  </a:lnTo>
                  <a:lnTo>
                    <a:pt x="594172" y="1379149"/>
                  </a:lnTo>
                  <a:lnTo>
                    <a:pt x="594163" y="1379140"/>
                  </a:lnTo>
                  <a:lnTo>
                    <a:pt x="594156" y="1379133"/>
                  </a:lnTo>
                  <a:lnTo>
                    <a:pt x="594149" y="1379127"/>
                  </a:lnTo>
                  <a:lnTo>
                    <a:pt x="594143" y="1379124"/>
                  </a:lnTo>
                  <a:lnTo>
                    <a:pt x="594138" y="1379121"/>
                  </a:lnTo>
                  <a:lnTo>
                    <a:pt x="594133" y="1379119"/>
                  </a:lnTo>
                  <a:lnTo>
                    <a:pt x="594127" y="1379118"/>
                  </a:lnTo>
                  <a:lnTo>
                    <a:pt x="594122" y="1379117"/>
                  </a:lnTo>
                  <a:lnTo>
                    <a:pt x="594116" y="1379116"/>
                  </a:lnTo>
                  <a:lnTo>
                    <a:pt x="594110" y="1379115"/>
                  </a:lnTo>
                  <a:lnTo>
                    <a:pt x="594103" y="1379115"/>
                  </a:lnTo>
                  <a:lnTo>
                    <a:pt x="594096" y="1379115"/>
                  </a:lnTo>
                  <a:lnTo>
                    <a:pt x="594090" y="1379116"/>
                  </a:lnTo>
                  <a:lnTo>
                    <a:pt x="594083" y="1379117"/>
                  </a:lnTo>
                  <a:lnTo>
                    <a:pt x="594077" y="1379119"/>
                  </a:lnTo>
                  <a:lnTo>
                    <a:pt x="594072" y="1379121"/>
                  </a:lnTo>
                  <a:lnTo>
                    <a:pt x="594066" y="1379124"/>
                  </a:lnTo>
                  <a:lnTo>
                    <a:pt x="594061" y="1379126"/>
                  </a:lnTo>
                  <a:lnTo>
                    <a:pt x="594041" y="1379138"/>
                  </a:lnTo>
                  <a:lnTo>
                    <a:pt x="594035" y="1379141"/>
                  </a:lnTo>
                  <a:lnTo>
                    <a:pt x="594027" y="1379145"/>
                  </a:lnTo>
                  <a:lnTo>
                    <a:pt x="594019" y="1379147"/>
                  </a:lnTo>
                  <a:lnTo>
                    <a:pt x="594014" y="1379148"/>
                  </a:lnTo>
                  <a:lnTo>
                    <a:pt x="594008" y="1379149"/>
                  </a:lnTo>
                  <a:lnTo>
                    <a:pt x="594001" y="1379148"/>
                  </a:lnTo>
                  <a:lnTo>
                    <a:pt x="593994" y="1379146"/>
                  </a:lnTo>
                  <a:lnTo>
                    <a:pt x="593979" y="1379139"/>
                  </a:lnTo>
                  <a:lnTo>
                    <a:pt x="593973" y="1379136"/>
                  </a:lnTo>
                  <a:lnTo>
                    <a:pt x="593965" y="1379134"/>
                  </a:lnTo>
                  <a:lnTo>
                    <a:pt x="593958" y="1379135"/>
                  </a:lnTo>
                  <a:lnTo>
                    <a:pt x="593952" y="1379136"/>
                  </a:lnTo>
                  <a:lnTo>
                    <a:pt x="593946" y="1379138"/>
                  </a:lnTo>
                  <a:lnTo>
                    <a:pt x="593940" y="1379141"/>
                  </a:lnTo>
                  <a:lnTo>
                    <a:pt x="593932" y="1379146"/>
                  </a:lnTo>
                  <a:lnTo>
                    <a:pt x="593926" y="1379151"/>
                  </a:lnTo>
                  <a:lnTo>
                    <a:pt x="593921" y="1379156"/>
                  </a:lnTo>
                  <a:lnTo>
                    <a:pt x="593914" y="1379165"/>
                  </a:lnTo>
                  <a:lnTo>
                    <a:pt x="593907" y="1379170"/>
                  </a:lnTo>
                  <a:lnTo>
                    <a:pt x="593901" y="1379173"/>
                  </a:lnTo>
                  <a:lnTo>
                    <a:pt x="593895" y="1379174"/>
                  </a:lnTo>
                  <a:lnTo>
                    <a:pt x="593867" y="1379175"/>
                  </a:lnTo>
                  <a:lnTo>
                    <a:pt x="593858" y="1379176"/>
                  </a:lnTo>
                  <a:lnTo>
                    <a:pt x="593850" y="1379177"/>
                  </a:lnTo>
                  <a:lnTo>
                    <a:pt x="593843" y="1379178"/>
                  </a:lnTo>
                  <a:lnTo>
                    <a:pt x="593836" y="1379180"/>
                  </a:lnTo>
                  <a:lnTo>
                    <a:pt x="593829" y="1379183"/>
                  </a:lnTo>
                  <a:lnTo>
                    <a:pt x="593823" y="1379186"/>
                  </a:lnTo>
                  <a:lnTo>
                    <a:pt x="593817" y="1379189"/>
                  </a:lnTo>
                  <a:lnTo>
                    <a:pt x="593812" y="1379193"/>
                  </a:lnTo>
                  <a:lnTo>
                    <a:pt x="593806" y="1379198"/>
                  </a:lnTo>
                  <a:lnTo>
                    <a:pt x="593800" y="1379205"/>
                  </a:lnTo>
                  <a:lnTo>
                    <a:pt x="593797" y="1379211"/>
                  </a:lnTo>
                  <a:lnTo>
                    <a:pt x="593794" y="1379216"/>
                  </a:lnTo>
                  <a:lnTo>
                    <a:pt x="593792" y="1379221"/>
                  </a:lnTo>
                  <a:lnTo>
                    <a:pt x="593787" y="1379239"/>
                  </a:lnTo>
                  <a:lnTo>
                    <a:pt x="593784" y="1379244"/>
                  </a:lnTo>
                  <a:lnTo>
                    <a:pt x="593781" y="1379249"/>
                  </a:lnTo>
                  <a:lnTo>
                    <a:pt x="593776" y="1379253"/>
                  </a:lnTo>
                  <a:lnTo>
                    <a:pt x="593771" y="1379257"/>
                  </a:lnTo>
                  <a:lnTo>
                    <a:pt x="593766" y="1379260"/>
                  </a:lnTo>
                  <a:lnTo>
                    <a:pt x="593758" y="1379262"/>
                  </a:lnTo>
                  <a:lnTo>
                    <a:pt x="593747" y="1379264"/>
                  </a:lnTo>
                  <a:lnTo>
                    <a:pt x="593732" y="1379267"/>
                  </a:lnTo>
                  <a:lnTo>
                    <a:pt x="593723" y="1379266"/>
                  </a:lnTo>
                  <a:lnTo>
                    <a:pt x="593717" y="1379265"/>
                  </a:lnTo>
                  <a:lnTo>
                    <a:pt x="593708" y="1379262"/>
                  </a:lnTo>
                  <a:lnTo>
                    <a:pt x="593696" y="1379259"/>
                  </a:lnTo>
                  <a:lnTo>
                    <a:pt x="593691" y="1379257"/>
                  </a:lnTo>
                  <a:lnTo>
                    <a:pt x="593685" y="1379255"/>
                  </a:lnTo>
                  <a:lnTo>
                    <a:pt x="593679" y="1379253"/>
                  </a:lnTo>
                  <a:lnTo>
                    <a:pt x="593664" y="1379248"/>
                  </a:lnTo>
                  <a:lnTo>
                    <a:pt x="593640" y="1379241"/>
                  </a:lnTo>
                  <a:lnTo>
                    <a:pt x="593610" y="1379234"/>
                  </a:lnTo>
                  <a:lnTo>
                    <a:pt x="593600" y="1379232"/>
                  </a:lnTo>
                  <a:lnTo>
                    <a:pt x="593585" y="1379228"/>
                  </a:lnTo>
                  <a:lnTo>
                    <a:pt x="593579" y="1379227"/>
                  </a:lnTo>
                  <a:lnTo>
                    <a:pt x="593570" y="1379223"/>
                  </a:lnTo>
                  <a:lnTo>
                    <a:pt x="593550" y="1379215"/>
                  </a:lnTo>
                  <a:lnTo>
                    <a:pt x="593543" y="1379211"/>
                  </a:lnTo>
                  <a:lnTo>
                    <a:pt x="593510" y="1379197"/>
                  </a:lnTo>
                  <a:lnTo>
                    <a:pt x="593481" y="1379177"/>
                  </a:lnTo>
                  <a:lnTo>
                    <a:pt x="593475" y="1379174"/>
                  </a:lnTo>
                  <a:lnTo>
                    <a:pt x="593460" y="1379166"/>
                  </a:lnTo>
                  <a:lnTo>
                    <a:pt x="593452" y="1379163"/>
                  </a:lnTo>
                  <a:lnTo>
                    <a:pt x="593445" y="1379160"/>
                  </a:lnTo>
                  <a:lnTo>
                    <a:pt x="593437" y="1379157"/>
                  </a:lnTo>
                  <a:lnTo>
                    <a:pt x="593423" y="1379154"/>
                  </a:lnTo>
                  <a:lnTo>
                    <a:pt x="593408" y="1379150"/>
                  </a:lnTo>
                  <a:lnTo>
                    <a:pt x="593391" y="1379145"/>
                  </a:lnTo>
                  <a:lnTo>
                    <a:pt x="593373" y="1379139"/>
                  </a:lnTo>
                  <a:lnTo>
                    <a:pt x="593349" y="1379129"/>
                  </a:lnTo>
                  <a:lnTo>
                    <a:pt x="593327" y="1379118"/>
                  </a:lnTo>
                  <a:lnTo>
                    <a:pt x="593309" y="1379109"/>
                  </a:lnTo>
                  <a:lnTo>
                    <a:pt x="593282" y="1379097"/>
                  </a:lnTo>
                  <a:lnTo>
                    <a:pt x="593271" y="1379094"/>
                  </a:lnTo>
                  <a:lnTo>
                    <a:pt x="593243" y="1379082"/>
                  </a:lnTo>
                  <a:lnTo>
                    <a:pt x="593218" y="1379074"/>
                  </a:lnTo>
                  <a:lnTo>
                    <a:pt x="593212" y="1379072"/>
                  </a:lnTo>
                  <a:lnTo>
                    <a:pt x="593205" y="1379070"/>
                  </a:lnTo>
                  <a:lnTo>
                    <a:pt x="593191" y="1379066"/>
                  </a:lnTo>
                  <a:lnTo>
                    <a:pt x="593177" y="1379064"/>
                  </a:lnTo>
                  <a:lnTo>
                    <a:pt x="593170" y="1379063"/>
                  </a:lnTo>
                  <a:lnTo>
                    <a:pt x="593163" y="1379062"/>
                  </a:lnTo>
                  <a:lnTo>
                    <a:pt x="593155" y="1379061"/>
                  </a:lnTo>
                  <a:lnTo>
                    <a:pt x="593141" y="1379061"/>
                  </a:lnTo>
                  <a:lnTo>
                    <a:pt x="593127" y="1379061"/>
                  </a:lnTo>
                  <a:lnTo>
                    <a:pt x="593112" y="1379061"/>
                  </a:lnTo>
                  <a:lnTo>
                    <a:pt x="593087" y="1379064"/>
                  </a:lnTo>
                  <a:lnTo>
                    <a:pt x="593079" y="1379065"/>
                  </a:lnTo>
                  <a:lnTo>
                    <a:pt x="593070" y="1379066"/>
                  </a:lnTo>
                  <a:lnTo>
                    <a:pt x="593061" y="1379069"/>
                  </a:lnTo>
                  <a:lnTo>
                    <a:pt x="593050" y="1379073"/>
                  </a:lnTo>
                  <a:lnTo>
                    <a:pt x="593034" y="1379078"/>
                  </a:lnTo>
                  <a:lnTo>
                    <a:pt x="592990" y="1379076"/>
                  </a:lnTo>
                  <a:lnTo>
                    <a:pt x="592978" y="1379075"/>
                  </a:lnTo>
                  <a:lnTo>
                    <a:pt x="592968" y="1379074"/>
                  </a:lnTo>
                  <a:lnTo>
                    <a:pt x="592960" y="1379072"/>
                  </a:lnTo>
                  <a:lnTo>
                    <a:pt x="592947" y="1379069"/>
                  </a:lnTo>
                  <a:lnTo>
                    <a:pt x="592939" y="1379066"/>
                  </a:lnTo>
                  <a:lnTo>
                    <a:pt x="592932" y="1379064"/>
                  </a:lnTo>
                  <a:lnTo>
                    <a:pt x="592924" y="1379061"/>
                  </a:lnTo>
                  <a:lnTo>
                    <a:pt x="592908" y="1379053"/>
                  </a:lnTo>
                  <a:lnTo>
                    <a:pt x="592900" y="1379049"/>
                  </a:lnTo>
                  <a:lnTo>
                    <a:pt x="592892" y="1379045"/>
                  </a:lnTo>
                  <a:lnTo>
                    <a:pt x="592885" y="1379041"/>
                  </a:lnTo>
                  <a:lnTo>
                    <a:pt x="592879" y="1379036"/>
                  </a:lnTo>
                  <a:lnTo>
                    <a:pt x="592874" y="1379031"/>
                  </a:lnTo>
                  <a:lnTo>
                    <a:pt x="592859" y="1379016"/>
                  </a:lnTo>
                  <a:lnTo>
                    <a:pt x="592854" y="1379011"/>
                  </a:lnTo>
                  <a:lnTo>
                    <a:pt x="592844" y="1379002"/>
                  </a:lnTo>
                  <a:lnTo>
                    <a:pt x="592828" y="1378989"/>
                  </a:lnTo>
                  <a:lnTo>
                    <a:pt x="592824" y="1378984"/>
                  </a:lnTo>
                  <a:lnTo>
                    <a:pt x="592815" y="1378976"/>
                  </a:lnTo>
                  <a:lnTo>
                    <a:pt x="592808" y="1378967"/>
                  </a:lnTo>
                  <a:lnTo>
                    <a:pt x="592804" y="1378963"/>
                  </a:lnTo>
                  <a:lnTo>
                    <a:pt x="592801" y="1378958"/>
                  </a:lnTo>
                  <a:lnTo>
                    <a:pt x="592798" y="1378953"/>
                  </a:lnTo>
                  <a:lnTo>
                    <a:pt x="592788" y="1378932"/>
                  </a:lnTo>
                  <a:lnTo>
                    <a:pt x="592783" y="1378924"/>
                  </a:lnTo>
                  <a:lnTo>
                    <a:pt x="592779" y="1378919"/>
                  </a:lnTo>
                  <a:lnTo>
                    <a:pt x="592769" y="1378910"/>
                  </a:lnTo>
                  <a:lnTo>
                    <a:pt x="592762" y="1378904"/>
                  </a:lnTo>
                  <a:lnTo>
                    <a:pt x="592750" y="1378890"/>
                  </a:lnTo>
                  <a:lnTo>
                    <a:pt x="592743" y="1378884"/>
                  </a:lnTo>
                  <a:lnTo>
                    <a:pt x="592732" y="1378878"/>
                  </a:lnTo>
                  <a:lnTo>
                    <a:pt x="592724" y="1378873"/>
                  </a:lnTo>
                  <a:lnTo>
                    <a:pt x="592720" y="1378870"/>
                  </a:lnTo>
                  <a:lnTo>
                    <a:pt x="592710" y="1378863"/>
                  </a:lnTo>
                  <a:lnTo>
                    <a:pt x="592700" y="1378855"/>
                  </a:lnTo>
                  <a:lnTo>
                    <a:pt x="592691" y="1378846"/>
                  </a:lnTo>
                  <a:lnTo>
                    <a:pt x="592682" y="1378838"/>
                  </a:lnTo>
                  <a:lnTo>
                    <a:pt x="592673" y="1378827"/>
                  </a:lnTo>
                  <a:lnTo>
                    <a:pt x="592664" y="1378816"/>
                  </a:lnTo>
                  <a:lnTo>
                    <a:pt x="592657" y="1378805"/>
                  </a:lnTo>
                  <a:lnTo>
                    <a:pt x="592646" y="1378794"/>
                  </a:lnTo>
                  <a:lnTo>
                    <a:pt x="592637" y="1378783"/>
                  </a:lnTo>
                  <a:lnTo>
                    <a:pt x="592632" y="1378777"/>
                  </a:lnTo>
                  <a:lnTo>
                    <a:pt x="592619" y="1378762"/>
                  </a:lnTo>
                  <a:lnTo>
                    <a:pt x="592608" y="1378750"/>
                  </a:lnTo>
                  <a:lnTo>
                    <a:pt x="592595" y="1378739"/>
                  </a:lnTo>
                  <a:lnTo>
                    <a:pt x="592581" y="1378729"/>
                  </a:lnTo>
                  <a:lnTo>
                    <a:pt x="592574" y="1378726"/>
                  </a:lnTo>
                  <a:lnTo>
                    <a:pt x="592561" y="1378717"/>
                  </a:lnTo>
                  <a:lnTo>
                    <a:pt x="592548" y="1378709"/>
                  </a:lnTo>
                  <a:lnTo>
                    <a:pt x="592538" y="1378703"/>
                  </a:lnTo>
                  <a:lnTo>
                    <a:pt x="592531" y="1378697"/>
                  </a:lnTo>
                  <a:lnTo>
                    <a:pt x="592505" y="1378676"/>
                  </a:lnTo>
                  <a:lnTo>
                    <a:pt x="592497" y="1378674"/>
                  </a:lnTo>
                  <a:lnTo>
                    <a:pt x="592485" y="1378679"/>
                  </a:lnTo>
                  <a:lnTo>
                    <a:pt x="592477" y="1378683"/>
                  </a:lnTo>
                  <a:lnTo>
                    <a:pt x="592464" y="1378694"/>
                  </a:lnTo>
                  <a:lnTo>
                    <a:pt x="592454" y="1378701"/>
                  </a:lnTo>
                  <a:lnTo>
                    <a:pt x="592444" y="1378711"/>
                  </a:lnTo>
                  <a:lnTo>
                    <a:pt x="592438" y="1378717"/>
                  </a:lnTo>
                  <a:lnTo>
                    <a:pt x="592434" y="1378722"/>
                  </a:lnTo>
                  <a:lnTo>
                    <a:pt x="592429" y="1378729"/>
                  </a:lnTo>
                  <a:lnTo>
                    <a:pt x="592420" y="1378739"/>
                  </a:lnTo>
                  <a:lnTo>
                    <a:pt x="592407" y="1378748"/>
                  </a:lnTo>
                  <a:lnTo>
                    <a:pt x="592396" y="1378752"/>
                  </a:lnTo>
                  <a:lnTo>
                    <a:pt x="592381" y="1378756"/>
                  </a:lnTo>
                  <a:lnTo>
                    <a:pt x="592356" y="1378759"/>
                  </a:lnTo>
                  <a:lnTo>
                    <a:pt x="592334" y="1378762"/>
                  </a:lnTo>
                  <a:lnTo>
                    <a:pt x="592307" y="1378763"/>
                  </a:lnTo>
                  <a:lnTo>
                    <a:pt x="592289" y="1378765"/>
                  </a:lnTo>
                  <a:lnTo>
                    <a:pt x="592263" y="1378769"/>
                  </a:lnTo>
                  <a:lnTo>
                    <a:pt x="592254" y="1378770"/>
                  </a:lnTo>
                  <a:lnTo>
                    <a:pt x="592246" y="1378772"/>
                  </a:lnTo>
                  <a:lnTo>
                    <a:pt x="592238" y="1378775"/>
                  </a:lnTo>
                  <a:lnTo>
                    <a:pt x="592230" y="1378781"/>
                  </a:lnTo>
                  <a:lnTo>
                    <a:pt x="592224" y="1378785"/>
                  </a:lnTo>
                  <a:lnTo>
                    <a:pt x="592216" y="1378793"/>
                  </a:lnTo>
                  <a:lnTo>
                    <a:pt x="592207" y="1378804"/>
                  </a:lnTo>
                  <a:lnTo>
                    <a:pt x="592196" y="1378818"/>
                  </a:lnTo>
                  <a:lnTo>
                    <a:pt x="592184" y="1378828"/>
                  </a:lnTo>
                  <a:lnTo>
                    <a:pt x="592171" y="1378832"/>
                  </a:lnTo>
                  <a:lnTo>
                    <a:pt x="592163" y="1378834"/>
                  </a:lnTo>
                  <a:lnTo>
                    <a:pt x="592147" y="1378840"/>
                  </a:lnTo>
                  <a:lnTo>
                    <a:pt x="592132" y="1378845"/>
                  </a:lnTo>
                  <a:lnTo>
                    <a:pt x="592117" y="1378851"/>
                  </a:lnTo>
                  <a:lnTo>
                    <a:pt x="592108" y="1378855"/>
                  </a:lnTo>
                  <a:lnTo>
                    <a:pt x="592097" y="1378861"/>
                  </a:lnTo>
                  <a:lnTo>
                    <a:pt x="592093" y="1378863"/>
                  </a:lnTo>
                  <a:lnTo>
                    <a:pt x="592084" y="1378867"/>
                  </a:lnTo>
                  <a:lnTo>
                    <a:pt x="592077" y="1378870"/>
                  </a:lnTo>
                  <a:lnTo>
                    <a:pt x="592070" y="1378872"/>
                  </a:lnTo>
                  <a:lnTo>
                    <a:pt x="592062" y="1378873"/>
                  </a:lnTo>
                  <a:lnTo>
                    <a:pt x="592054" y="1378874"/>
                  </a:lnTo>
                  <a:lnTo>
                    <a:pt x="592036" y="1378878"/>
                  </a:lnTo>
                  <a:lnTo>
                    <a:pt x="592020" y="1378881"/>
                  </a:lnTo>
                  <a:lnTo>
                    <a:pt x="592008" y="1378883"/>
                  </a:lnTo>
                  <a:lnTo>
                    <a:pt x="591992" y="1378884"/>
                  </a:lnTo>
                  <a:lnTo>
                    <a:pt x="591987" y="1378885"/>
                  </a:lnTo>
                  <a:lnTo>
                    <a:pt x="591965" y="1378891"/>
                  </a:lnTo>
                  <a:lnTo>
                    <a:pt x="591951" y="1378895"/>
                  </a:lnTo>
                  <a:lnTo>
                    <a:pt x="591946" y="1378897"/>
                  </a:lnTo>
                  <a:lnTo>
                    <a:pt x="591929" y="1378902"/>
                  </a:lnTo>
                  <a:lnTo>
                    <a:pt x="591919" y="1378900"/>
                  </a:lnTo>
                  <a:lnTo>
                    <a:pt x="591906" y="1378899"/>
                  </a:lnTo>
                  <a:lnTo>
                    <a:pt x="591897" y="1378900"/>
                  </a:lnTo>
                  <a:lnTo>
                    <a:pt x="591890" y="1378901"/>
                  </a:lnTo>
                  <a:lnTo>
                    <a:pt x="591884" y="1378896"/>
                  </a:lnTo>
                  <a:lnTo>
                    <a:pt x="591877" y="1378888"/>
                  </a:lnTo>
                  <a:lnTo>
                    <a:pt x="591874" y="1378880"/>
                  </a:lnTo>
                  <a:lnTo>
                    <a:pt x="591871" y="1378869"/>
                  </a:lnTo>
                  <a:lnTo>
                    <a:pt x="591870" y="1378855"/>
                  </a:lnTo>
                  <a:lnTo>
                    <a:pt x="591868" y="1378844"/>
                  </a:lnTo>
                  <a:lnTo>
                    <a:pt x="591866" y="1378834"/>
                  </a:lnTo>
                  <a:lnTo>
                    <a:pt x="591864" y="1378826"/>
                  </a:lnTo>
                  <a:lnTo>
                    <a:pt x="591857" y="1378821"/>
                  </a:lnTo>
                  <a:lnTo>
                    <a:pt x="591846" y="1378814"/>
                  </a:lnTo>
                  <a:lnTo>
                    <a:pt x="591828" y="1378805"/>
                  </a:lnTo>
                  <a:lnTo>
                    <a:pt x="591818" y="1378799"/>
                  </a:lnTo>
                  <a:lnTo>
                    <a:pt x="591807" y="1378790"/>
                  </a:lnTo>
                  <a:lnTo>
                    <a:pt x="591799" y="1378784"/>
                  </a:lnTo>
                  <a:lnTo>
                    <a:pt x="591788" y="1378774"/>
                  </a:lnTo>
                  <a:lnTo>
                    <a:pt x="591779" y="1378767"/>
                  </a:lnTo>
                  <a:lnTo>
                    <a:pt x="591772" y="1378760"/>
                  </a:lnTo>
                  <a:lnTo>
                    <a:pt x="591764" y="1378750"/>
                  </a:lnTo>
                  <a:lnTo>
                    <a:pt x="591759" y="1378742"/>
                  </a:lnTo>
                  <a:lnTo>
                    <a:pt x="591750" y="1378729"/>
                  </a:lnTo>
                  <a:lnTo>
                    <a:pt x="591743" y="1378718"/>
                  </a:lnTo>
                  <a:lnTo>
                    <a:pt x="591736" y="1378710"/>
                  </a:lnTo>
                  <a:lnTo>
                    <a:pt x="591727" y="1378698"/>
                  </a:lnTo>
                  <a:lnTo>
                    <a:pt x="591720" y="1378692"/>
                  </a:lnTo>
                  <a:lnTo>
                    <a:pt x="591712" y="1378686"/>
                  </a:lnTo>
                  <a:lnTo>
                    <a:pt x="591700" y="1378680"/>
                  </a:lnTo>
                  <a:lnTo>
                    <a:pt x="591690" y="1378676"/>
                  </a:lnTo>
                  <a:lnTo>
                    <a:pt x="591679" y="1378674"/>
                  </a:lnTo>
                  <a:lnTo>
                    <a:pt x="591673" y="1378674"/>
                  </a:lnTo>
                  <a:lnTo>
                    <a:pt x="591663" y="1378674"/>
                  </a:lnTo>
                  <a:lnTo>
                    <a:pt x="591655" y="1378674"/>
                  </a:lnTo>
                  <a:lnTo>
                    <a:pt x="591647" y="1378674"/>
                  </a:lnTo>
                  <a:lnTo>
                    <a:pt x="591638" y="1378675"/>
                  </a:lnTo>
                  <a:lnTo>
                    <a:pt x="591627" y="1378678"/>
                  </a:lnTo>
                  <a:lnTo>
                    <a:pt x="591619" y="1378681"/>
                  </a:lnTo>
                  <a:lnTo>
                    <a:pt x="591614" y="1378681"/>
                  </a:lnTo>
                  <a:lnTo>
                    <a:pt x="591602" y="1378681"/>
                  </a:lnTo>
                  <a:lnTo>
                    <a:pt x="591593" y="1378680"/>
                  </a:lnTo>
                  <a:lnTo>
                    <a:pt x="591585" y="1378677"/>
                  </a:lnTo>
                  <a:lnTo>
                    <a:pt x="591573" y="1378670"/>
                  </a:lnTo>
                  <a:lnTo>
                    <a:pt x="591560" y="1378666"/>
                  </a:lnTo>
                  <a:lnTo>
                    <a:pt x="591550" y="1378660"/>
                  </a:lnTo>
                  <a:lnTo>
                    <a:pt x="591537" y="1378654"/>
                  </a:lnTo>
                  <a:lnTo>
                    <a:pt x="591526" y="1378648"/>
                  </a:lnTo>
                  <a:lnTo>
                    <a:pt x="591516" y="1378641"/>
                  </a:lnTo>
                  <a:lnTo>
                    <a:pt x="591504" y="1378636"/>
                  </a:lnTo>
                  <a:lnTo>
                    <a:pt x="591495" y="1378630"/>
                  </a:lnTo>
                  <a:lnTo>
                    <a:pt x="591482" y="1378621"/>
                  </a:lnTo>
                  <a:lnTo>
                    <a:pt x="591470" y="1378614"/>
                  </a:lnTo>
                  <a:lnTo>
                    <a:pt x="591461" y="1378609"/>
                  </a:lnTo>
                  <a:lnTo>
                    <a:pt x="591451" y="1378604"/>
                  </a:lnTo>
                  <a:lnTo>
                    <a:pt x="591441" y="1378601"/>
                  </a:lnTo>
                  <a:lnTo>
                    <a:pt x="591430" y="1378600"/>
                  </a:lnTo>
                  <a:lnTo>
                    <a:pt x="591421" y="1378602"/>
                  </a:lnTo>
                  <a:lnTo>
                    <a:pt x="591410" y="1378603"/>
                  </a:lnTo>
                  <a:lnTo>
                    <a:pt x="591398" y="1378602"/>
                  </a:lnTo>
                  <a:lnTo>
                    <a:pt x="591392" y="1378593"/>
                  </a:lnTo>
                  <a:lnTo>
                    <a:pt x="591387" y="1378589"/>
                  </a:lnTo>
                  <a:lnTo>
                    <a:pt x="591377" y="1378577"/>
                  </a:lnTo>
                  <a:lnTo>
                    <a:pt x="591368" y="1378568"/>
                  </a:lnTo>
                  <a:lnTo>
                    <a:pt x="591361" y="1378562"/>
                  </a:lnTo>
                  <a:lnTo>
                    <a:pt x="591357" y="1378556"/>
                  </a:lnTo>
                  <a:lnTo>
                    <a:pt x="591352" y="1378552"/>
                  </a:lnTo>
                  <a:lnTo>
                    <a:pt x="591347" y="1378547"/>
                  </a:lnTo>
                  <a:lnTo>
                    <a:pt x="591338" y="1378541"/>
                  </a:lnTo>
                  <a:lnTo>
                    <a:pt x="591329" y="1378531"/>
                  </a:lnTo>
                  <a:lnTo>
                    <a:pt x="591324" y="1378522"/>
                  </a:lnTo>
                  <a:lnTo>
                    <a:pt x="591320" y="1378512"/>
                  </a:lnTo>
                  <a:lnTo>
                    <a:pt x="591314" y="1378503"/>
                  </a:lnTo>
                  <a:lnTo>
                    <a:pt x="591309" y="1378495"/>
                  </a:lnTo>
                  <a:lnTo>
                    <a:pt x="591302" y="1378488"/>
                  </a:lnTo>
                  <a:lnTo>
                    <a:pt x="591291" y="1378481"/>
                  </a:lnTo>
                  <a:lnTo>
                    <a:pt x="591282" y="1378477"/>
                  </a:lnTo>
                  <a:lnTo>
                    <a:pt x="591270" y="1378474"/>
                  </a:lnTo>
                  <a:lnTo>
                    <a:pt x="591262" y="1378472"/>
                  </a:lnTo>
                  <a:lnTo>
                    <a:pt x="591251" y="1378472"/>
                  </a:lnTo>
                  <a:lnTo>
                    <a:pt x="591241" y="1378471"/>
                  </a:lnTo>
                  <a:lnTo>
                    <a:pt x="591233" y="1378470"/>
                  </a:lnTo>
                  <a:lnTo>
                    <a:pt x="591219" y="1378470"/>
                  </a:lnTo>
                  <a:lnTo>
                    <a:pt x="591212" y="1378470"/>
                  </a:lnTo>
                  <a:lnTo>
                    <a:pt x="591202" y="1378470"/>
                  </a:lnTo>
                  <a:lnTo>
                    <a:pt x="591191" y="1378469"/>
                  </a:lnTo>
                  <a:lnTo>
                    <a:pt x="591175" y="1378464"/>
                  </a:lnTo>
                  <a:lnTo>
                    <a:pt x="591167" y="1378461"/>
                  </a:lnTo>
                  <a:lnTo>
                    <a:pt x="591155" y="1378455"/>
                  </a:lnTo>
                  <a:lnTo>
                    <a:pt x="591144" y="1378448"/>
                  </a:lnTo>
                  <a:lnTo>
                    <a:pt x="591137" y="1378442"/>
                  </a:lnTo>
                  <a:lnTo>
                    <a:pt x="591129" y="1378436"/>
                  </a:lnTo>
                  <a:lnTo>
                    <a:pt x="591123" y="1378431"/>
                  </a:lnTo>
                  <a:lnTo>
                    <a:pt x="591117" y="1378426"/>
                  </a:lnTo>
                  <a:lnTo>
                    <a:pt x="591111" y="1378423"/>
                  </a:lnTo>
                  <a:lnTo>
                    <a:pt x="591106" y="1378420"/>
                  </a:lnTo>
                  <a:lnTo>
                    <a:pt x="591101" y="1378418"/>
                  </a:lnTo>
                  <a:lnTo>
                    <a:pt x="591091" y="1378416"/>
                  </a:lnTo>
                  <a:lnTo>
                    <a:pt x="591083" y="1378412"/>
                  </a:lnTo>
                  <a:lnTo>
                    <a:pt x="591076" y="1378407"/>
                  </a:lnTo>
                  <a:lnTo>
                    <a:pt x="591065" y="1378397"/>
                  </a:lnTo>
                  <a:lnTo>
                    <a:pt x="591060" y="1378392"/>
                  </a:lnTo>
                  <a:lnTo>
                    <a:pt x="591054" y="1378386"/>
                  </a:lnTo>
                  <a:lnTo>
                    <a:pt x="591048" y="1378381"/>
                  </a:lnTo>
                  <a:lnTo>
                    <a:pt x="591042" y="1378377"/>
                  </a:lnTo>
                  <a:lnTo>
                    <a:pt x="591033" y="1378369"/>
                  </a:lnTo>
                  <a:lnTo>
                    <a:pt x="591027" y="1378362"/>
                  </a:lnTo>
                  <a:lnTo>
                    <a:pt x="591020" y="1378355"/>
                  </a:lnTo>
                  <a:lnTo>
                    <a:pt x="591014" y="1378348"/>
                  </a:lnTo>
                  <a:lnTo>
                    <a:pt x="591008" y="1378341"/>
                  </a:lnTo>
                  <a:lnTo>
                    <a:pt x="590999" y="1378331"/>
                  </a:lnTo>
                  <a:lnTo>
                    <a:pt x="590992" y="1378323"/>
                  </a:lnTo>
                  <a:lnTo>
                    <a:pt x="590985" y="1378316"/>
                  </a:lnTo>
                  <a:lnTo>
                    <a:pt x="590972" y="1378304"/>
                  </a:lnTo>
                  <a:lnTo>
                    <a:pt x="590968" y="1378300"/>
                  </a:lnTo>
                  <a:lnTo>
                    <a:pt x="590963" y="1378295"/>
                  </a:lnTo>
                  <a:lnTo>
                    <a:pt x="590956" y="1378285"/>
                  </a:lnTo>
                  <a:lnTo>
                    <a:pt x="590946" y="1378271"/>
                  </a:lnTo>
                  <a:lnTo>
                    <a:pt x="590940" y="1378261"/>
                  </a:lnTo>
                  <a:lnTo>
                    <a:pt x="590934" y="1378253"/>
                  </a:lnTo>
                  <a:lnTo>
                    <a:pt x="590927" y="1378243"/>
                  </a:lnTo>
                  <a:lnTo>
                    <a:pt x="590922" y="1378234"/>
                  </a:lnTo>
                  <a:lnTo>
                    <a:pt x="590917" y="1378227"/>
                  </a:lnTo>
                  <a:lnTo>
                    <a:pt x="590912" y="1378221"/>
                  </a:lnTo>
                  <a:lnTo>
                    <a:pt x="590905" y="1378216"/>
                  </a:lnTo>
                  <a:lnTo>
                    <a:pt x="590898" y="1378213"/>
                  </a:lnTo>
                  <a:lnTo>
                    <a:pt x="590892" y="1378211"/>
                  </a:lnTo>
                  <a:lnTo>
                    <a:pt x="590884" y="1378208"/>
                  </a:lnTo>
                  <a:lnTo>
                    <a:pt x="590875" y="1378204"/>
                  </a:lnTo>
                  <a:lnTo>
                    <a:pt x="590869" y="1378202"/>
                  </a:lnTo>
                  <a:lnTo>
                    <a:pt x="590862" y="1378199"/>
                  </a:lnTo>
                  <a:lnTo>
                    <a:pt x="590854" y="1378196"/>
                  </a:lnTo>
                  <a:lnTo>
                    <a:pt x="590843" y="1378189"/>
                  </a:lnTo>
                  <a:lnTo>
                    <a:pt x="590835" y="1378184"/>
                  </a:lnTo>
                  <a:lnTo>
                    <a:pt x="590829" y="1378180"/>
                  </a:lnTo>
                  <a:lnTo>
                    <a:pt x="590823" y="1378175"/>
                  </a:lnTo>
                  <a:lnTo>
                    <a:pt x="590817" y="1378169"/>
                  </a:lnTo>
                  <a:lnTo>
                    <a:pt x="590812" y="1378165"/>
                  </a:lnTo>
                  <a:lnTo>
                    <a:pt x="590804" y="1378156"/>
                  </a:lnTo>
                  <a:lnTo>
                    <a:pt x="590798" y="1378150"/>
                  </a:lnTo>
                  <a:lnTo>
                    <a:pt x="590793" y="1378144"/>
                  </a:lnTo>
                  <a:lnTo>
                    <a:pt x="590787" y="1378135"/>
                  </a:lnTo>
                  <a:lnTo>
                    <a:pt x="590781" y="1378128"/>
                  </a:lnTo>
                  <a:lnTo>
                    <a:pt x="590776" y="1378121"/>
                  </a:lnTo>
                  <a:lnTo>
                    <a:pt x="590772" y="1378118"/>
                  </a:lnTo>
                  <a:lnTo>
                    <a:pt x="590767" y="1378115"/>
                  </a:lnTo>
                  <a:lnTo>
                    <a:pt x="590760" y="1378114"/>
                  </a:lnTo>
                  <a:lnTo>
                    <a:pt x="590751" y="1378114"/>
                  </a:lnTo>
                  <a:lnTo>
                    <a:pt x="590736" y="1378114"/>
                  </a:lnTo>
                  <a:lnTo>
                    <a:pt x="590725" y="1378114"/>
                  </a:lnTo>
                  <a:lnTo>
                    <a:pt x="590714" y="1378112"/>
                  </a:lnTo>
                  <a:lnTo>
                    <a:pt x="590704" y="1378110"/>
                  </a:lnTo>
                  <a:lnTo>
                    <a:pt x="590696" y="1378108"/>
                  </a:lnTo>
                  <a:lnTo>
                    <a:pt x="590686" y="1378104"/>
                  </a:lnTo>
                  <a:lnTo>
                    <a:pt x="590678" y="1378100"/>
                  </a:lnTo>
                  <a:lnTo>
                    <a:pt x="590669" y="1378094"/>
                  </a:lnTo>
                  <a:lnTo>
                    <a:pt x="590662" y="1378088"/>
                  </a:lnTo>
                  <a:lnTo>
                    <a:pt x="590654" y="1378080"/>
                  </a:lnTo>
                  <a:lnTo>
                    <a:pt x="590649" y="1378074"/>
                  </a:lnTo>
                  <a:lnTo>
                    <a:pt x="590642" y="1378064"/>
                  </a:lnTo>
                  <a:lnTo>
                    <a:pt x="590637" y="1378056"/>
                  </a:lnTo>
                  <a:lnTo>
                    <a:pt x="590631" y="1378045"/>
                  </a:lnTo>
                  <a:lnTo>
                    <a:pt x="590625" y="1378036"/>
                  </a:lnTo>
                  <a:lnTo>
                    <a:pt x="590621" y="1378029"/>
                  </a:lnTo>
                  <a:lnTo>
                    <a:pt x="590616" y="1378021"/>
                  </a:lnTo>
                  <a:lnTo>
                    <a:pt x="590612" y="1378014"/>
                  </a:lnTo>
                  <a:lnTo>
                    <a:pt x="590607" y="1378007"/>
                  </a:lnTo>
                  <a:lnTo>
                    <a:pt x="590600" y="1377996"/>
                  </a:lnTo>
                  <a:lnTo>
                    <a:pt x="590594" y="1377987"/>
                  </a:lnTo>
                  <a:lnTo>
                    <a:pt x="590589" y="1377979"/>
                  </a:lnTo>
                  <a:lnTo>
                    <a:pt x="590581" y="1377969"/>
                  </a:lnTo>
                  <a:lnTo>
                    <a:pt x="590572" y="1377959"/>
                  </a:lnTo>
                  <a:lnTo>
                    <a:pt x="590568" y="1377953"/>
                  </a:lnTo>
                  <a:lnTo>
                    <a:pt x="590564" y="1377948"/>
                  </a:lnTo>
                  <a:lnTo>
                    <a:pt x="590557" y="1377938"/>
                  </a:lnTo>
                  <a:lnTo>
                    <a:pt x="590547" y="1377927"/>
                  </a:lnTo>
                  <a:lnTo>
                    <a:pt x="590536" y="1377916"/>
                  </a:lnTo>
                  <a:lnTo>
                    <a:pt x="590528" y="1377908"/>
                  </a:lnTo>
                  <a:lnTo>
                    <a:pt x="590522" y="1377903"/>
                  </a:lnTo>
                  <a:lnTo>
                    <a:pt x="590514" y="1377895"/>
                  </a:lnTo>
                  <a:lnTo>
                    <a:pt x="590505" y="1377886"/>
                  </a:lnTo>
                  <a:lnTo>
                    <a:pt x="590497" y="1377876"/>
                  </a:lnTo>
                  <a:lnTo>
                    <a:pt x="590490" y="1377868"/>
                  </a:lnTo>
                  <a:lnTo>
                    <a:pt x="590485" y="1377861"/>
                  </a:lnTo>
                  <a:lnTo>
                    <a:pt x="590479" y="1377854"/>
                  </a:lnTo>
                  <a:lnTo>
                    <a:pt x="590472" y="1377846"/>
                  </a:lnTo>
                  <a:lnTo>
                    <a:pt x="590466" y="1377840"/>
                  </a:lnTo>
                  <a:lnTo>
                    <a:pt x="590457" y="1377832"/>
                  </a:lnTo>
                  <a:lnTo>
                    <a:pt x="590451" y="1377827"/>
                  </a:lnTo>
                  <a:lnTo>
                    <a:pt x="590445" y="1377823"/>
                  </a:lnTo>
                  <a:lnTo>
                    <a:pt x="590438" y="1377819"/>
                  </a:lnTo>
                  <a:lnTo>
                    <a:pt x="590431" y="1377816"/>
                  </a:lnTo>
                  <a:lnTo>
                    <a:pt x="590423" y="1377813"/>
                  </a:lnTo>
                  <a:lnTo>
                    <a:pt x="590410" y="1377809"/>
                  </a:lnTo>
                  <a:lnTo>
                    <a:pt x="590402" y="1377806"/>
                  </a:lnTo>
                  <a:lnTo>
                    <a:pt x="590394" y="1377803"/>
                  </a:lnTo>
                  <a:lnTo>
                    <a:pt x="590386" y="1377798"/>
                  </a:lnTo>
                  <a:lnTo>
                    <a:pt x="590380" y="1377794"/>
                  </a:lnTo>
                  <a:lnTo>
                    <a:pt x="590374" y="1377787"/>
                  </a:lnTo>
                  <a:lnTo>
                    <a:pt x="590366" y="1377777"/>
                  </a:lnTo>
                  <a:lnTo>
                    <a:pt x="590357" y="1377764"/>
                  </a:lnTo>
                  <a:lnTo>
                    <a:pt x="590346" y="1377750"/>
                  </a:lnTo>
                  <a:lnTo>
                    <a:pt x="590339" y="1377745"/>
                  </a:lnTo>
                  <a:lnTo>
                    <a:pt x="590323" y="1377729"/>
                  </a:lnTo>
                  <a:lnTo>
                    <a:pt x="590307" y="1377718"/>
                  </a:lnTo>
                  <a:lnTo>
                    <a:pt x="590296" y="1377710"/>
                  </a:lnTo>
                  <a:lnTo>
                    <a:pt x="590288" y="1377705"/>
                  </a:lnTo>
                  <a:lnTo>
                    <a:pt x="590281" y="1377704"/>
                  </a:lnTo>
                  <a:lnTo>
                    <a:pt x="590273" y="1377704"/>
                  </a:lnTo>
                  <a:lnTo>
                    <a:pt x="590247" y="1377705"/>
                  </a:lnTo>
                  <a:lnTo>
                    <a:pt x="590231" y="1377705"/>
                  </a:lnTo>
                  <a:lnTo>
                    <a:pt x="590221" y="1377703"/>
                  </a:lnTo>
                  <a:lnTo>
                    <a:pt x="590211" y="1377700"/>
                  </a:lnTo>
                  <a:lnTo>
                    <a:pt x="590203" y="1377696"/>
                  </a:lnTo>
                  <a:lnTo>
                    <a:pt x="590190" y="1377687"/>
                  </a:lnTo>
                  <a:lnTo>
                    <a:pt x="590181" y="1377682"/>
                  </a:lnTo>
                  <a:lnTo>
                    <a:pt x="590167" y="1377674"/>
                  </a:lnTo>
                  <a:lnTo>
                    <a:pt x="590162" y="1377672"/>
                  </a:lnTo>
                  <a:lnTo>
                    <a:pt x="590156" y="1377670"/>
                  </a:lnTo>
                  <a:lnTo>
                    <a:pt x="590146" y="1377668"/>
                  </a:lnTo>
                  <a:lnTo>
                    <a:pt x="590138" y="1377667"/>
                  </a:lnTo>
                  <a:lnTo>
                    <a:pt x="590125" y="1377665"/>
                  </a:lnTo>
                  <a:lnTo>
                    <a:pt x="590114" y="1377664"/>
                  </a:lnTo>
                  <a:lnTo>
                    <a:pt x="590104" y="1377663"/>
                  </a:lnTo>
                  <a:lnTo>
                    <a:pt x="590098" y="1377663"/>
                  </a:lnTo>
                  <a:lnTo>
                    <a:pt x="590090" y="1377661"/>
                  </a:lnTo>
                  <a:lnTo>
                    <a:pt x="590079" y="1377656"/>
                  </a:lnTo>
                  <a:lnTo>
                    <a:pt x="590072" y="1377653"/>
                  </a:lnTo>
                  <a:lnTo>
                    <a:pt x="590065" y="1377648"/>
                  </a:lnTo>
                  <a:lnTo>
                    <a:pt x="590060" y="1377644"/>
                  </a:lnTo>
                  <a:lnTo>
                    <a:pt x="590045" y="1377629"/>
                  </a:lnTo>
                  <a:lnTo>
                    <a:pt x="590036" y="1377620"/>
                  </a:lnTo>
                  <a:lnTo>
                    <a:pt x="590029" y="1377609"/>
                  </a:lnTo>
                  <a:lnTo>
                    <a:pt x="590023" y="1377600"/>
                  </a:lnTo>
                  <a:lnTo>
                    <a:pt x="590015" y="1377591"/>
                  </a:lnTo>
                  <a:lnTo>
                    <a:pt x="590010" y="1377585"/>
                  </a:lnTo>
                  <a:lnTo>
                    <a:pt x="590002" y="1377576"/>
                  </a:lnTo>
                  <a:lnTo>
                    <a:pt x="589995" y="1377570"/>
                  </a:lnTo>
                  <a:lnTo>
                    <a:pt x="589988" y="1377564"/>
                  </a:lnTo>
                  <a:lnTo>
                    <a:pt x="589980" y="1377558"/>
                  </a:lnTo>
                  <a:lnTo>
                    <a:pt x="589970" y="1377553"/>
                  </a:lnTo>
                  <a:lnTo>
                    <a:pt x="589957" y="1377546"/>
                  </a:lnTo>
                  <a:lnTo>
                    <a:pt x="589939" y="1377538"/>
                  </a:lnTo>
                  <a:lnTo>
                    <a:pt x="589926" y="1377532"/>
                  </a:lnTo>
                  <a:lnTo>
                    <a:pt x="589921" y="1377530"/>
                  </a:lnTo>
                  <a:lnTo>
                    <a:pt x="589914" y="1377527"/>
                  </a:lnTo>
                  <a:lnTo>
                    <a:pt x="589908" y="1377524"/>
                  </a:lnTo>
                  <a:lnTo>
                    <a:pt x="589904" y="1377521"/>
                  </a:lnTo>
                  <a:lnTo>
                    <a:pt x="589894" y="1377513"/>
                  </a:lnTo>
                  <a:lnTo>
                    <a:pt x="589882" y="1377504"/>
                  </a:lnTo>
                  <a:lnTo>
                    <a:pt x="589876" y="1377500"/>
                  </a:lnTo>
                  <a:lnTo>
                    <a:pt x="589871" y="1377497"/>
                  </a:lnTo>
                  <a:lnTo>
                    <a:pt x="589864" y="1377495"/>
                  </a:lnTo>
                  <a:lnTo>
                    <a:pt x="589856" y="1377494"/>
                  </a:lnTo>
                  <a:lnTo>
                    <a:pt x="589851" y="1377495"/>
                  </a:lnTo>
                  <a:lnTo>
                    <a:pt x="589845" y="1377497"/>
                  </a:lnTo>
                  <a:lnTo>
                    <a:pt x="589838" y="1377501"/>
                  </a:lnTo>
                  <a:lnTo>
                    <a:pt x="589832" y="1377503"/>
                  </a:lnTo>
                  <a:lnTo>
                    <a:pt x="589824" y="1377504"/>
                  </a:lnTo>
                  <a:lnTo>
                    <a:pt x="589816" y="1377503"/>
                  </a:lnTo>
                  <a:lnTo>
                    <a:pt x="589810" y="1377499"/>
                  </a:lnTo>
                  <a:lnTo>
                    <a:pt x="589806" y="1377495"/>
                  </a:lnTo>
                  <a:lnTo>
                    <a:pt x="589798" y="1377484"/>
                  </a:lnTo>
                  <a:lnTo>
                    <a:pt x="589792" y="1377474"/>
                  </a:lnTo>
                  <a:lnTo>
                    <a:pt x="589787" y="1377463"/>
                  </a:lnTo>
                  <a:lnTo>
                    <a:pt x="589784" y="1377457"/>
                  </a:lnTo>
                  <a:lnTo>
                    <a:pt x="589777" y="1377444"/>
                  </a:lnTo>
                  <a:lnTo>
                    <a:pt x="589769" y="1377429"/>
                  </a:lnTo>
                  <a:lnTo>
                    <a:pt x="589761" y="1377419"/>
                  </a:lnTo>
                  <a:lnTo>
                    <a:pt x="589754" y="1377412"/>
                  </a:lnTo>
                  <a:lnTo>
                    <a:pt x="589748" y="1377406"/>
                  </a:lnTo>
                  <a:lnTo>
                    <a:pt x="589740" y="1377400"/>
                  </a:lnTo>
                  <a:lnTo>
                    <a:pt x="589734" y="1377396"/>
                  </a:lnTo>
                  <a:lnTo>
                    <a:pt x="589726" y="1377393"/>
                  </a:lnTo>
                  <a:lnTo>
                    <a:pt x="589719" y="1377390"/>
                  </a:lnTo>
                  <a:lnTo>
                    <a:pt x="589712" y="1377390"/>
                  </a:lnTo>
                  <a:lnTo>
                    <a:pt x="589702" y="1377392"/>
                  </a:lnTo>
                  <a:lnTo>
                    <a:pt x="589697" y="1377393"/>
                  </a:lnTo>
                  <a:lnTo>
                    <a:pt x="589689" y="1377393"/>
                  </a:lnTo>
                  <a:lnTo>
                    <a:pt x="589679" y="1377389"/>
                  </a:lnTo>
                  <a:lnTo>
                    <a:pt x="589672" y="1377386"/>
                  </a:lnTo>
                  <a:lnTo>
                    <a:pt x="589664" y="1377383"/>
                  </a:lnTo>
                  <a:lnTo>
                    <a:pt x="589658" y="1377382"/>
                  </a:lnTo>
                  <a:lnTo>
                    <a:pt x="589649" y="1377383"/>
                  </a:lnTo>
                  <a:lnTo>
                    <a:pt x="589641" y="1377384"/>
                  </a:lnTo>
                  <a:lnTo>
                    <a:pt x="589633" y="1377386"/>
                  </a:lnTo>
                  <a:lnTo>
                    <a:pt x="589619" y="1377389"/>
                  </a:lnTo>
                  <a:lnTo>
                    <a:pt x="589611" y="1377389"/>
                  </a:lnTo>
                  <a:lnTo>
                    <a:pt x="589603" y="1377389"/>
                  </a:lnTo>
                  <a:lnTo>
                    <a:pt x="589593" y="1377387"/>
                  </a:lnTo>
                  <a:lnTo>
                    <a:pt x="589585" y="1377384"/>
                  </a:lnTo>
                  <a:lnTo>
                    <a:pt x="589575" y="1377379"/>
                  </a:lnTo>
                  <a:lnTo>
                    <a:pt x="589566" y="1377373"/>
                  </a:lnTo>
                  <a:lnTo>
                    <a:pt x="589558" y="1377367"/>
                  </a:lnTo>
                  <a:lnTo>
                    <a:pt x="589549" y="1377361"/>
                  </a:lnTo>
                  <a:lnTo>
                    <a:pt x="589542" y="1377355"/>
                  </a:lnTo>
                  <a:lnTo>
                    <a:pt x="589535" y="1377348"/>
                  </a:lnTo>
                  <a:lnTo>
                    <a:pt x="589528" y="1377341"/>
                  </a:lnTo>
                  <a:lnTo>
                    <a:pt x="589520" y="1377333"/>
                  </a:lnTo>
                  <a:lnTo>
                    <a:pt x="589511" y="1377327"/>
                  </a:lnTo>
                  <a:lnTo>
                    <a:pt x="589502" y="1377321"/>
                  </a:lnTo>
                  <a:lnTo>
                    <a:pt x="589490" y="1377315"/>
                  </a:lnTo>
                  <a:lnTo>
                    <a:pt x="589482" y="1377309"/>
                  </a:lnTo>
                  <a:lnTo>
                    <a:pt x="589472" y="1377303"/>
                  </a:lnTo>
                  <a:lnTo>
                    <a:pt x="589467" y="1377298"/>
                  </a:lnTo>
                  <a:lnTo>
                    <a:pt x="589458" y="1377288"/>
                  </a:lnTo>
                  <a:lnTo>
                    <a:pt x="589452" y="1377281"/>
                  </a:lnTo>
                  <a:lnTo>
                    <a:pt x="589446" y="1377275"/>
                  </a:lnTo>
                  <a:lnTo>
                    <a:pt x="589438" y="1377268"/>
                  </a:lnTo>
                  <a:lnTo>
                    <a:pt x="589431" y="1377262"/>
                  </a:lnTo>
                  <a:lnTo>
                    <a:pt x="589427" y="1377258"/>
                  </a:lnTo>
                  <a:lnTo>
                    <a:pt x="589415" y="1377252"/>
                  </a:lnTo>
                  <a:lnTo>
                    <a:pt x="589409" y="1377248"/>
                  </a:lnTo>
                  <a:lnTo>
                    <a:pt x="589408" y="1377239"/>
                  </a:lnTo>
                  <a:lnTo>
                    <a:pt x="589410" y="1377234"/>
                  </a:lnTo>
                  <a:lnTo>
                    <a:pt x="589417" y="1377219"/>
                  </a:lnTo>
                  <a:lnTo>
                    <a:pt x="589424" y="1377203"/>
                  </a:lnTo>
                  <a:lnTo>
                    <a:pt x="589430" y="1377194"/>
                  </a:lnTo>
                  <a:lnTo>
                    <a:pt x="589437" y="1377184"/>
                  </a:lnTo>
                  <a:lnTo>
                    <a:pt x="589443" y="1377176"/>
                  </a:lnTo>
                  <a:lnTo>
                    <a:pt x="589447" y="1377170"/>
                  </a:lnTo>
                  <a:lnTo>
                    <a:pt x="589463" y="1377151"/>
                  </a:lnTo>
                  <a:lnTo>
                    <a:pt x="589473" y="1377141"/>
                  </a:lnTo>
                  <a:lnTo>
                    <a:pt x="589488" y="1377126"/>
                  </a:lnTo>
                  <a:lnTo>
                    <a:pt x="589500" y="1377113"/>
                  </a:lnTo>
                  <a:lnTo>
                    <a:pt x="589506" y="1377106"/>
                  </a:lnTo>
                  <a:lnTo>
                    <a:pt x="589524" y="1377088"/>
                  </a:lnTo>
                  <a:lnTo>
                    <a:pt x="589534" y="1377078"/>
                  </a:lnTo>
                  <a:lnTo>
                    <a:pt x="589544" y="1377068"/>
                  </a:lnTo>
                  <a:lnTo>
                    <a:pt x="589554" y="1377059"/>
                  </a:lnTo>
                  <a:lnTo>
                    <a:pt x="589562" y="1377050"/>
                  </a:lnTo>
                  <a:lnTo>
                    <a:pt x="589573" y="1377041"/>
                  </a:lnTo>
                  <a:lnTo>
                    <a:pt x="589578" y="1377034"/>
                  </a:lnTo>
                  <a:lnTo>
                    <a:pt x="589584" y="1377026"/>
                  </a:lnTo>
                  <a:lnTo>
                    <a:pt x="589590" y="1377017"/>
                  </a:lnTo>
                  <a:lnTo>
                    <a:pt x="589600" y="1376997"/>
                  </a:lnTo>
                  <a:lnTo>
                    <a:pt x="589604" y="1376990"/>
                  </a:lnTo>
                  <a:lnTo>
                    <a:pt x="589615" y="1376970"/>
                  </a:lnTo>
                  <a:lnTo>
                    <a:pt x="589622" y="1376958"/>
                  </a:lnTo>
                  <a:lnTo>
                    <a:pt x="589625" y="1376949"/>
                  </a:lnTo>
                  <a:lnTo>
                    <a:pt x="589627" y="1376943"/>
                  </a:lnTo>
                  <a:lnTo>
                    <a:pt x="589630" y="1376935"/>
                  </a:lnTo>
                  <a:lnTo>
                    <a:pt x="589634" y="1376926"/>
                  </a:lnTo>
                  <a:lnTo>
                    <a:pt x="589640" y="1376913"/>
                  </a:lnTo>
                  <a:lnTo>
                    <a:pt x="589645" y="1376906"/>
                  </a:lnTo>
                  <a:lnTo>
                    <a:pt x="589651" y="1376892"/>
                  </a:lnTo>
                  <a:lnTo>
                    <a:pt x="589657" y="1376878"/>
                  </a:lnTo>
                  <a:lnTo>
                    <a:pt x="589661" y="1376869"/>
                  </a:lnTo>
                  <a:lnTo>
                    <a:pt x="589662" y="1376859"/>
                  </a:lnTo>
                  <a:lnTo>
                    <a:pt x="589663" y="1376843"/>
                  </a:lnTo>
                  <a:lnTo>
                    <a:pt x="589664" y="1376830"/>
                  </a:lnTo>
                  <a:lnTo>
                    <a:pt x="589664" y="1376816"/>
                  </a:lnTo>
                  <a:lnTo>
                    <a:pt x="589666" y="1376803"/>
                  </a:lnTo>
                  <a:lnTo>
                    <a:pt x="589667" y="1376792"/>
                  </a:lnTo>
                  <a:lnTo>
                    <a:pt x="589669" y="1376780"/>
                  </a:lnTo>
                  <a:lnTo>
                    <a:pt x="589673" y="1376772"/>
                  </a:lnTo>
                  <a:lnTo>
                    <a:pt x="589677" y="1376762"/>
                  </a:lnTo>
                  <a:lnTo>
                    <a:pt x="589685" y="1376747"/>
                  </a:lnTo>
                  <a:lnTo>
                    <a:pt x="589695" y="1376730"/>
                  </a:lnTo>
                  <a:lnTo>
                    <a:pt x="589698" y="1376723"/>
                  </a:lnTo>
                  <a:lnTo>
                    <a:pt x="589706" y="1376706"/>
                  </a:lnTo>
                  <a:lnTo>
                    <a:pt x="589708" y="1376701"/>
                  </a:lnTo>
                  <a:lnTo>
                    <a:pt x="589716" y="1376682"/>
                  </a:lnTo>
                  <a:lnTo>
                    <a:pt x="589722" y="1376668"/>
                  </a:lnTo>
                  <a:lnTo>
                    <a:pt x="589732" y="1376638"/>
                  </a:lnTo>
                  <a:lnTo>
                    <a:pt x="589739" y="1376620"/>
                  </a:lnTo>
                  <a:lnTo>
                    <a:pt x="589746" y="1376598"/>
                  </a:lnTo>
                  <a:lnTo>
                    <a:pt x="589749" y="1376585"/>
                  </a:lnTo>
                  <a:lnTo>
                    <a:pt x="589754" y="1376560"/>
                  </a:lnTo>
                  <a:lnTo>
                    <a:pt x="589758" y="1376546"/>
                  </a:lnTo>
                  <a:lnTo>
                    <a:pt x="589760" y="1376535"/>
                  </a:lnTo>
                  <a:lnTo>
                    <a:pt x="589765" y="1376522"/>
                  </a:lnTo>
                  <a:lnTo>
                    <a:pt x="589768" y="1376517"/>
                  </a:lnTo>
                  <a:lnTo>
                    <a:pt x="589773" y="1376509"/>
                  </a:lnTo>
                  <a:lnTo>
                    <a:pt x="589782" y="1376499"/>
                  </a:lnTo>
                  <a:lnTo>
                    <a:pt x="589790" y="1376491"/>
                  </a:lnTo>
                  <a:lnTo>
                    <a:pt x="589797" y="1376487"/>
                  </a:lnTo>
                  <a:lnTo>
                    <a:pt x="589806" y="1376484"/>
                  </a:lnTo>
                  <a:lnTo>
                    <a:pt x="589822" y="1376480"/>
                  </a:lnTo>
                  <a:lnTo>
                    <a:pt x="589839" y="1376476"/>
                  </a:lnTo>
                  <a:lnTo>
                    <a:pt x="589849" y="1376473"/>
                  </a:lnTo>
                  <a:lnTo>
                    <a:pt x="589858" y="1376469"/>
                  </a:lnTo>
                  <a:lnTo>
                    <a:pt x="589865" y="1376465"/>
                  </a:lnTo>
                  <a:lnTo>
                    <a:pt x="589869" y="1376457"/>
                  </a:lnTo>
                  <a:lnTo>
                    <a:pt x="589870" y="1376443"/>
                  </a:lnTo>
                  <a:lnTo>
                    <a:pt x="589869" y="1376437"/>
                  </a:lnTo>
                  <a:lnTo>
                    <a:pt x="589867" y="1376428"/>
                  </a:lnTo>
                  <a:lnTo>
                    <a:pt x="589865" y="1376421"/>
                  </a:lnTo>
                  <a:lnTo>
                    <a:pt x="589862" y="1376414"/>
                  </a:lnTo>
                  <a:lnTo>
                    <a:pt x="589858" y="1376401"/>
                  </a:lnTo>
                  <a:lnTo>
                    <a:pt x="589860" y="1376390"/>
                  </a:lnTo>
                  <a:lnTo>
                    <a:pt x="589863" y="1376381"/>
                  </a:lnTo>
                  <a:lnTo>
                    <a:pt x="589867" y="1376376"/>
                  </a:lnTo>
                  <a:lnTo>
                    <a:pt x="589878" y="1376365"/>
                  </a:lnTo>
                  <a:lnTo>
                    <a:pt x="589890" y="1376353"/>
                  </a:lnTo>
                  <a:lnTo>
                    <a:pt x="589896" y="1376346"/>
                  </a:lnTo>
                  <a:lnTo>
                    <a:pt x="589899" y="1376337"/>
                  </a:lnTo>
                  <a:lnTo>
                    <a:pt x="589902" y="1376329"/>
                  </a:lnTo>
                  <a:lnTo>
                    <a:pt x="589902" y="1376322"/>
                  </a:lnTo>
                  <a:lnTo>
                    <a:pt x="589904" y="1376311"/>
                  </a:lnTo>
                  <a:lnTo>
                    <a:pt x="589902" y="1376301"/>
                  </a:lnTo>
                  <a:lnTo>
                    <a:pt x="589900" y="1376293"/>
                  </a:lnTo>
                  <a:lnTo>
                    <a:pt x="589897" y="1376284"/>
                  </a:lnTo>
                  <a:lnTo>
                    <a:pt x="589893" y="1376274"/>
                  </a:lnTo>
                  <a:lnTo>
                    <a:pt x="589890" y="1376268"/>
                  </a:lnTo>
                  <a:lnTo>
                    <a:pt x="589888" y="1376262"/>
                  </a:lnTo>
                  <a:lnTo>
                    <a:pt x="589884" y="1376255"/>
                  </a:lnTo>
                  <a:lnTo>
                    <a:pt x="589881" y="1376248"/>
                  </a:lnTo>
                  <a:lnTo>
                    <a:pt x="589877" y="1376238"/>
                  </a:lnTo>
                  <a:lnTo>
                    <a:pt x="589875" y="1376226"/>
                  </a:lnTo>
                  <a:lnTo>
                    <a:pt x="589876" y="1376216"/>
                  </a:lnTo>
                  <a:lnTo>
                    <a:pt x="589877" y="1376208"/>
                  </a:lnTo>
                  <a:lnTo>
                    <a:pt x="589882" y="1376193"/>
                  </a:lnTo>
                  <a:lnTo>
                    <a:pt x="589885" y="1376187"/>
                  </a:lnTo>
                  <a:lnTo>
                    <a:pt x="589890" y="1376177"/>
                  </a:lnTo>
                  <a:lnTo>
                    <a:pt x="589900" y="1376159"/>
                  </a:lnTo>
                  <a:lnTo>
                    <a:pt x="589904" y="1376152"/>
                  </a:lnTo>
                  <a:lnTo>
                    <a:pt x="589909" y="1376142"/>
                  </a:lnTo>
                  <a:lnTo>
                    <a:pt x="589912" y="1376136"/>
                  </a:lnTo>
                  <a:lnTo>
                    <a:pt x="589917" y="1376121"/>
                  </a:lnTo>
                  <a:lnTo>
                    <a:pt x="589924" y="1376091"/>
                  </a:lnTo>
                  <a:lnTo>
                    <a:pt x="589925" y="1376084"/>
                  </a:lnTo>
                  <a:lnTo>
                    <a:pt x="589924" y="1376070"/>
                  </a:lnTo>
                  <a:lnTo>
                    <a:pt x="589923" y="1376055"/>
                  </a:lnTo>
                  <a:lnTo>
                    <a:pt x="589921" y="1376037"/>
                  </a:lnTo>
                  <a:lnTo>
                    <a:pt x="589921" y="1376022"/>
                  </a:lnTo>
                  <a:lnTo>
                    <a:pt x="589921" y="1376010"/>
                  </a:lnTo>
                  <a:lnTo>
                    <a:pt x="589921" y="1375993"/>
                  </a:lnTo>
                  <a:lnTo>
                    <a:pt x="589923" y="1375972"/>
                  </a:lnTo>
                  <a:lnTo>
                    <a:pt x="589924" y="1375966"/>
                  </a:lnTo>
                  <a:lnTo>
                    <a:pt x="589924" y="1375959"/>
                  </a:lnTo>
                  <a:lnTo>
                    <a:pt x="589926" y="1375950"/>
                  </a:lnTo>
                  <a:lnTo>
                    <a:pt x="589931" y="1375936"/>
                  </a:lnTo>
                  <a:lnTo>
                    <a:pt x="589940" y="1375915"/>
                  </a:lnTo>
                  <a:lnTo>
                    <a:pt x="589947" y="1375899"/>
                  </a:lnTo>
                  <a:lnTo>
                    <a:pt x="589954" y="1375883"/>
                  </a:lnTo>
                  <a:lnTo>
                    <a:pt x="589958" y="1375873"/>
                  </a:lnTo>
                  <a:lnTo>
                    <a:pt x="589962" y="1375866"/>
                  </a:lnTo>
                  <a:lnTo>
                    <a:pt x="589968" y="1375852"/>
                  </a:lnTo>
                  <a:lnTo>
                    <a:pt x="589971" y="1375840"/>
                  </a:lnTo>
                  <a:lnTo>
                    <a:pt x="589975" y="1375831"/>
                  </a:lnTo>
                  <a:lnTo>
                    <a:pt x="589981" y="1375820"/>
                  </a:lnTo>
                  <a:lnTo>
                    <a:pt x="589983" y="1375815"/>
                  </a:lnTo>
                  <a:lnTo>
                    <a:pt x="589985" y="1375810"/>
                  </a:lnTo>
                  <a:lnTo>
                    <a:pt x="589993" y="1375793"/>
                  </a:lnTo>
                  <a:lnTo>
                    <a:pt x="590001" y="1375779"/>
                  </a:lnTo>
                  <a:lnTo>
                    <a:pt x="590006" y="1375772"/>
                  </a:lnTo>
                  <a:lnTo>
                    <a:pt x="590011" y="1375760"/>
                  </a:lnTo>
                  <a:lnTo>
                    <a:pt x="590017" y="1375748"/>
                  </a:lnTo>
                  <a:lnTo>
                    <a:pt x="590023" y="1375740"/>
                  </a:lnTo>
                  <a:lnTo>
                    <a:pt x="590028" y="1375733"/>
                  </a:lnTo>
                  <a:lnTo>
                    <a:pt x="590034" y="1375728"/>
                  </a:lnTo>
                  <a:lnTo>
                    <a:pt x="590039" y="1375722"/>
                  </a:lnTo>
                  <a:lnTo>
                    <a:pt x="590055" y="1375708"/>
                  </a:lnTo>
                  <a:lnTo>
                    <a:pt x="590065" y="1375700"/>
                  </a:lnTo>
                  <a:lnTo>
                    <a:pt x="590080" y="1375687"/>
                  </a:lnTo>
                  <a:lnTo>
                    <a:pt x="590088" y="1375681"/>
                  </a:lnTo>
                  <a:lnTo>
                    <a:pt x="590092" y="1375677"/>
                  </a:lnTo>
                  <a:lnTo>
                    <a:pt x="590103" y="1375668"/>
                  </a:lnTo>
                  <a:lnTo>
                    <a:pt x="590118" y="1375656"/>
                  </a:lnTo>
                  <a:lnTo>
                    <a:pt x="590126" y="1375648"/>
                  </a:lnTo>
                  <a:lnTo>
                    <a:pt x="590135" y="1375639"/>
                  </a:lnTo>
                  <a:lnTo>
                    <a:pt x="590143" y="1375631"/>
                  </a:lnTo>
                  <a:lnTo>
                    <a:pt x="590157" y="1375616"/>
                  </a:lnTo>
                  <a:lnTo>
                    <a:pt x="590162" y="1375612"/>
                  </a:lnTo>
                  <a:lnTo>
                    <a:pt x="590168" y="1375607"/>
                  </a:lnTo>
                  <a:lnTo>
                    <a:pt x="590174" y="1375599"/>
                  </a:lnTo>
                  <a:lnTo>
                    <a:pt x="590180" y="1375590"/>
                  </a:lnTo>
                  <a:lnTo>
                    <a:pt x="590183" y="1375582"/>
                  </a:lnTo>
                  <a:lnTo>
                    <a:pt x="590185" y="1375573"/>
                  </a:lnTo>
                  <a:lnTo>
                    <a:pt x="590187" y="1375560"/>
                  </a:lnTo>
                  <a:lnTo>
                    <a:pt x="590189" y="1375540"/>
                  </a:lnTo>
                  <a:lnTo>
                    <a:pt x="590190" y="1375528"/>
                  </a:lnTo>
                  <a:lnTo>
                    <a:pt x="590190" y="1375522"/>
                  </a:lnTo>
                  <a:lnTo>
                    <a:pt x="590194" y="1375508"/>
                  </a:lnTo>
                  <a:lnTo>
                    <a:pt x="590198" y="1375501"/>
                  </a:lnTo>
                  <a:lnTo>
                    <a:pt x="590214" y="1375475"/>
                  </a:lnTo>
                  <a:lnTo>
                    <a:pt x="590225" y="1375458"/>
                  </a:lnTo>
                  <a:lnTo>
                    <a:pt x="590233" y="1375447"/>
                  </a:lnTo>
                  <a:lnTo>
                    <a:pt x="590247" y="1375424"/>
                  </a:lnTo>
                  <a:lnTo>
                    <a:pt x="590253" y="1375416"/>
                  </a:lnTo>
                  <a:lnTo>
                    <a:pt x="590267" y="1375403"/>
                  </a:lnTo>
                  <a:lnTo>
                    <a:pt x="590276" y="1375393"/>
                  </a:lnTo>
                  <a:lnTo>
                    <a:pt x="590287" y="1375383"/>
                  </a:lnTo>
                  <a:lnTo>
                    <a:pt x="590296" y="1375378"/>
                  </a:lnTo>
                  <a:lnTo>
                    <a:pt x="590320" y="1375367"/>
                  </a:lnTo>
                  <a:lnTo>
                    <a:pt x="590326" y="1375364"/>
                  </a:lnTo>
                  <a:lnTo>
                    <a:pt x="590331" y="1375360"/>
                  </a:lnTo>
                  <a:lnTo>
                    <a:pt x="590344" y="1375349"/>
                  </a:lnTo>
                  <a:lnTo>
                    <a:pt x="590353" y="1375342"/>
                  </a:lnTo>
                  <a:lnTo>
                    <a:pt x="590360" y="1375335"/>
                  </a:lnTo>
                  <a:lnTo>
                    <a:pt x="590368" y="1375329"/>
                  </a:lnTo>
                  <a:lnTo>
                    <a:pt x="590376" y="1375321"/>
                  </a:lnTo>
                  <a:lnTo>
                    <a:pt x="590381" y="1375316"/>
                  </a:lnTo>
                  <a:lnTo>
                    <a:pt x="590390" y="1375306"/>
                  </a:lnTo>
                  <a:lnTo>
                    <a:pt x="590393" y="1375302"/>
                  </a:lnTo>
                  <a:lnTo>
                    <a:pt x="590396" y="1375297"/>
                  </a:lnTo>
                  <a:lnTo>
                    <a:pt x="590404" y="1375283"/>
                  </a:lnTo>
                  <a:lnTo>
                    <a:pt x="590422" y="1375247"/>
                  </a:lnTo>
                  <a:lnTo>
                    <a:pt x="590427" y="1375237"/>
                  </a:lnTo>
                  <a:lnTo>
                    <a:pt x="590441" y="1375213"/>
                  </a:lnTo>
                  <a:lnTo>
                    <a:pt x="590449" y="1375200"/>
                  </a:lnTo>
                  <a:lnTo>
                    <a:pt x="590454" y="1375194"/>
                  </a:lnTo>
                  <a:lnTo>
                    <a:pt x="590470" y="1375177"/>
                  </a:lnTo>
                  <a:lnTo>
                    <a:pt x="590481" y="1375166"/>
                  </a:lnTo>
                  <a:lnTo>
                    <a:pt x="590489" y="1375157"/>
                  </a:lnTo>
                  <a:lnTo>
                    <a:pt x="590497" y="1375149"/>
                  </a:lnTo>
                  <a:lnTo>
                    <a:pt x="590507" y="1375137"/>
                  </a:lnTo>
                  <a:lnTo>
                    <a:pt x="590511" y="1375131"/>
                  </a:lnTo>
                  <a:lnTo>
                    <a:pt x="590538" y="1375088"/>
                  </a:lnTo>
                  <a:lnTo>
                    <a:pt x="590545" y="1375083"/>
                  </a:lnTo>
                  <a:lnTo>
                    <a:pt x="590577" y="1375063"/>
                  </a:lnTo>
                  <a:lnTo>
                    <a:pt x="590586" y="1375058"/>
                  </a:lnTo>
                  <a:lnTo>
                    <a:pt x="590605" y="1375044"/>
                  </a:lnTo>
                  <a:lnTo>
                    <a:pt x="590610" y="1375041"/>
                  </a:lnTo>
                  <a:lnTo>
                    <a:pt x="590615" y="1375035"/>
                  </a:lnTo>
                  <a:lnTo>
                    <a:pt x="590636" y="1375012"/>
                  </a:lnTo>
                  <a:lnTo>
                    <a:pt x="590652" y="1374995"/>
                  </a:lnTo>
                  <a:lnTo>
                    <a:pt x="590659" y="1374987"/>
                  </a:lnTo>
                  <a:lnTo>
                    <a:pt x="590671" y="1374974"/>
                  </a:lnTo>
                  <a:lnTo>
                    <a:pt x="590685" y="1374957"/>
                  </a:lnTo>
                  <a:lnTo>
                    <a:pt x="590698" y="1374944"/>
                  </a:lnTo>
                  <a:lnTo>
                    <a:pt x="590712" y="1374929"/>
                  </a:lnTo>
                  <a:lnTo>
                    <a:pt x="590717" y="1374923"/>
                  </a:lnTo>
                  <a:lnTo>
                    <a:pt x="590724" y="1374915"/>
                  </a:lnTo>
                  <a:lnTo>
                    <a:pt x="590732" y="1374906"/>
                  </a:lnTo>
                  <a:lnTo>
                    <a:pt x="590741" y="1374897"/>
                  </a:lnTo>
                  <a:lnTo>
                    <a:pt x="590751" y="1374887"/>
                  </a:lnTo>
                  <a:lnTo>
                    <a:pt x="590758" y="1374881"/>
                  </a:lnTo>
                  <a:lnTo>
                    <a:pt x="590763" y="1374876"/>
                  </a:lnTo>
                  <a:lnTo>
                    <a:pt x="590767" y="1374871"/>
                  </a:lnTo>
                  <a:lnTo>
                    <a:pt x="590773" y="1374865"/>
                  </a:lnTo>
                  <a:lnTo>
                    <a:pt x="590777" y="1374859"/>
                  </a:lnTo>
                  <a:lnTo>
                    <a:pt x="590780" y="1374854"/>
                  </a:lnTo>
                  <a:lnTo>
                    <a:pt x="590783" y="1374846"/>
                  </a:lnTo>
                  <a:lnTo>
                    <a:pt x="590797" y="1374820"/>
                  </a:lnTo>
                  <a:lnTo>
                    <a:pt x="590804" y="1374810"/>
                  </a:lnTo>
                  <a:lnTo>
                    <a:pt x="590811" y="1374802"/>
                  </a:lnTo>
                  <a:lnTo>
                    <a:pt x="590817" y="1374798"/>
                  </a:lnTo>
                  <a:lnTo>
                    <a:pt x="590825" y="1374792"/>
                  </a:lnTo>
                  <a:lnTo>
                    <a:pt x="590832" y="1374787"/>
                  </a:lnTo>
                  <a:lnTo>
                    <a:pt x="590832" y="1374775"/>
                  </a:lnTo>
                  <a:lnTo>
                    <a:pt x="590834" y="1374766"/>
                  </a:lnTo>
                  <a:lnTo>
                    <a:pt x="590841" y="1374746"/>
                  </a:lnTo>
                  <a:lnTo>
                    <a:pt x="590846" y="1374733"/>
                  </a:lnTo>
                  <a:lnTo>
                    <a:pt x="590852" y="1374721"/>
                  </a:lnTo>
                  <a:lnTo>
                    <a:pt x="590855" y="1374713"/>
                  </a:lnTo>
                  <a:lnTo>
                    <a:pt x="590858" y="1374706"/>
                  </a:lnTo>
                  <a:lnTo>
                    <a:pt x="590861" y="1374694"/>
                  </a:lnTo>
                  <a:lnTo>
                    <a:pt x="590863" y="1374682"/>
                  </a:lnTo>
                  <a:lnTo>
                    <a:pt x="590866" y="1374668"/>
                  </a:lnTo>
                  <a:lnTo>
                    <a:pt x="590868" y="1374656"/>
                  </a:lnTo>
                  <a:lnTo>
                    <a:pt x="590868" y="1374648"/>
                  </a:lnTo>
                  <a:lnTo>
                    <a:pt x="590867" y="1374641"/>
                  </a:lnTo>
                  <a:lnTo>
                    <a:pt x="590866" y="1374633"/>
                  </a:lnTo>
                  <a:lnTo>
                    <a:pt x="590862" y="1374626"/>
                  </a:lnTo>
                  <a:lnTo>
                    <a:pt x="590856" y="1374615"/>
                  </a:lnTo>
                  <a:lnTo>
                    <a:pt x="590852" y="1374608"/>
                  </a:lnTo>
                  <a:lnTo>
                    <a:pt x="590848" y="1374600"/>
                  </a:lnTo>
                  <a:lnTo>
                    <a:pt x="590848" y="1374593"/>
                  </a:lnTo>
                  <a:lnTo>
                    <a:pt x="590849" y="1374587"/>
                  </a:lnTo>
                  <a:lnTo>
                    <a:pt x="590851" y="1374581"/>
                  </a:lnTo>
                  <a:lnTo>
                    <a:pt x="590854" y="1374574"/>
                  </a:lnTo>
                  <a:lnTo>
                    <a:pt x="590859" y="1374566"/>
                  </a:lnTo>
                  <a:lnTo>
                    <a:pt x="590860" y="1374559"/>
                  </a:lnTo>
                  <a:lnTo>
                    <a:pt x="590858" y="1374549"/>
                  </a:lnTo>
                  <a:lnTo>
                    <a:pt x="590854" y="1374542"/>
                  </a:lnTo>
                  <a:lnTo>
                    <a:pt x="590850" y="1374534"/>
                  </a:lnTo>
                  <a:lnTo>
                    <a:pt x="590842" y="1374522"/>
                  </a:lnTo>
                  <a:lnTo>
                    <a:pt x="590835" y="1374514"/>
                  </a:lnTo>
                  <a:lnTo>
                    <a:pt x="590824" y="1374504"/>
                  </a:lnTo>
                  <a:lnTo>
                    <a:pt x="590815" y="1374493"/>
                  </a:lnTo>
                  <a:lnTo>
                    <a:pt x="590807" y="1374482"/>
                  </a:lnTo>
                  <a:lnTo>
                    <a:pt x="590802" y="1374476"/>
                  </a:lnTo>
                  <a:lnTo>
                    <a:pt x="590797" y="1374470"/>
                  </a:lnTo>
                  <a:lnTo>
                    <a:pt x="590793" y="1374459"/>
                  </a:lnTo>
                  <a:lnTo>
                    <a:pt x="590788" y="1374446"/>
                  </a:lnTo>
                  <a:lnTo>
                    <a:pt x="590784" y="1374435"/>
                  </a:lnTo>
                  <a:lnTo>
                    <a:pt x="590781" y="1374423"/>
                  </a:lnTo>
                  <a:lnTo>
                    <a:pt x="590778" y="1374412"/>
                  </a:lnTo>
                  <a:lnTo>
                    <a:pt x="590776" y="1374403"/>
                  </a:lnTo>
                  <a:lnTo>
                    <a:pt x="590776" y="1374392"/>
                  </a:lnTo>
                  <a:lnTo>
                    <a:pt x="590777" y="1374379"/>
                  </a:lnTo>
                  <a:lnTo>
                    <a:pt x="590779" y="1374372"/>
                  </a:lnTo>
                  <a:lnTo>
                    <a:pt x="590781" y="1374364"/>
                  </a:lnTo>
                  <a:lnTo>
                    <a:pt x="590787" y="1374345"/>
                  </a:lnTo>
                  <a:lnTo>
                    <a:pt x="590791" y="1374335"/>
                  </a:lnTo>
                  <a:lnTo>
                    <a:pt x="590794" y="1374326"/>
                  </a:lnTo>
                  <a:lnTo>
                    <a:pt x="590795" y="1374317"/>
                  </a:lnTo>
                  <a:lnTo>
                    <a:pt x="590793" y="1374309"/>
                  </a:lnTo>
                  <a:lnTo>
                    <a:pt x="590787" y="1374296"/>
                  </a:lnTo>
                  <a:lnTo>
                    <a:pt x="590783" y="1374288"/>
                  </a:lnTo>
                  <a:lnTo>
                    <a:pt x="590779" y="1374282"/>
                  </a:lnTo>
                  <a:lnTo>
                    <a:pt x="590774" y="1374277"/>
                  </a:lnTo>
                  <a:lnTo>
                    <a:pt x="590764" y="1374265"/>
                  </a:lnTo>
                  <a:lnTo>
                    <a:pt x="590760" y="1374261"/>
                  </a:lnTo>
                  <a:lnTo>
                    <a:pt x="590755" y="1374255"/>
                  </a:lnTo>
                  <a:lnTo>
                    <a:pt x="590751" y="1374251"/>
                  </a:lnTo>
                  <a:lnTo>
                    <a:pt x="590747" y="1374247"/>
                  </a:lnTo>
                  <a:lnTo>
                    <a:pt x="590739" y="1374241"/>
                  </a:lnTo>
                  <a:lnTo>
                    <a:pt x="590732" y="1374234"/>
                  </a:lnTo>
                  <a:lnTo>
                    <a:pt x="590722" y="1374225"/>
                  </a:lnTo>
                  <a:lnTo>
                    <a:pt x="590712" y="1374216"/>
                  </a:lnTo>
                  <a:lnTo>
                    <a:pt x="590705" y="1374209"/>
                  </a:lnTo>
                  <a:lnTo>
                    <a:pt x="590699" y="1374202"/>
                  </a:lnTo>
                  <a:lnTo>
                    <a:pt x="590691" y="1374194"/>
                  </a:lnTo>
                  <a:lnTo>
                    <a:pt x="590688" y="1374189"/>
                  </a:lnTo>
                  <a:lnTo>
                    <a:pt x="590687" y="1374179"/>
                  </a:lnTo>
                  <a:lnTo>
                    <a:pt x="590686" y="1374169"/>
                  </a:lnTo>
                  <a:lnTo>
                    <a:pt x="590683" y="1374159"/>
                  </a:lnTo>
                  <a:lnTo>
                    <a:pt x="590681" y="1374152"/>
                  </a:lnTo>
                  <a:lnTo>
                    <a:pt x="590675" y="1374144"/>
                  </a:lnTo>
                  <a:lnTo>
                    <a:pt x="590672" y="1374137"/>
                  </a:lnTo>
                  <a:lnTo>
                    <a:pt x="590666" y="1374128"/>
                  </a:lnTo>
                  <a:lnTo>
                    <a:pt x="590661" y="1374117"/>
                  </a:lnTo>
                  <a:lnTo>
                    <a:pt x="590655" y="1374103"/>
                  </a:lnTo>
                  <a:lnTo>
                    <a:pt x="590652" y="1374096"/>
                  </a:lnTo>
                  <a:lnTo>
                    <a:pt x="590650" y="1374087"/>
                  </a:lnTo>
                  <a:lnTo>
                    <a:pt x="590649" y="1374080"/>
                  </a:lnTo>
                  <a:lnTo>
                    <a:pt x="590646" y="1374070"/>
                  </a:lnTo>
                  <a:lnTo>
                    <a:pt x="590635" y="1374069"/>
                  </a:lnTo>
                  <a:lnTo>
                    <a:pt x="590628" y="1374071"/>
                  </a:lnTo>
                  <a:lnTo>
                    <a:pt x="590622" y="1374073"/>
                  </a:lnTo>
                  <a:lnTo>
                    <a:pt x="590617" y="1374076"/>
                  </a:lnTo>
                  <a:lnTo>
                    <a:pt x="590608" y="1374081"/>
                  </a:lnTo>
                  <a:lnTo>
                    <a:pt x="590598" y="1374085"/>
                  </a:lnTo>
                  <a:lnTo>
                    <a:pt x="590588" y="1374087"/>
                  </a:lnTo>
                  <a:lnTo>
                    <a:pt x="590582" y="1374088"/>
                  </a:lnTo>
                  <a:lnTo>
                    <a:pt x="590572" y="1374087"/>
                  </a:lnTo>
                  <a:lnTo>
                    <a:pt x="590561" y="1374086"/>
                  </a:lnTo>
                  <a:lnTo>
                    <a:pt x="590547" y="1374085"/>
                  </a:lnTo>
                  <a:lnTo>
                    <a:pt x="590539" y="1374086"/>
                  </a:lnTo>
                  <a:lnTo>
                    <a:pt x="590531" y="1374086"/>
                  </a:lnTo>
                  <a:lnTo>
                    <a:pt x="590520" y="1374088"/>
                  </a:lnTo>
                  <a:lnTo>
                    <a:pt x="590514" y="1374090"/>
                  </a:lnTo>
                  <a:lnTo>
                    <a:pt x="590509" y="1374091"/>
                  </a:lnTo>
                  <a:lnTo>
                    <a:pt x="590503" y="1374096"/>
                  </a:lnTo>
                  <a:lnTo>
                    <a:pt x="590498" y="1374098"/>
                  </a:lnTo>
                  <a:lnTo>
                    <a:pt x="590493" y="1374100"/>
                  </a:lnTo>
                  <a:lnTo>
                    <a:pt x="590484" y="1374102"/>
                  </a:lnTo>
                  <a:lnTo>
                    <a:pt x="590473" y="1374102"/>
                  </a:lnTo>
                  <a:lnTo>
                    <a:pt x="590462" y="1374102"/>
                  </a:lnTo>
                  <a:lnTo>
                    <a:pt x="590454" y="1374102"/>
                  </a:lnTo>
                  <a:lnTo>
                    <a:pt x="590444" y="1374104"/>
                  </a:lnTo>
                  <a:lnTo>
                    <a:pt x="590438" y="1374106"/>
                  </a:lnTo>
                  <a:lnTo>
                    <a:pt x="590431" y="1374111"/>
                  </a:lnTo>
                  <a:lnTo>
                    <a:pt x="590424" y="1374114"/>
                  </a:lnTo>
                  <a:lnTo>
                    <a:pt x="590420" y="1374117"/>
                  </a:lnTo>
                  <a:lnTo>
                    <a:pt x="590414" y="1374121"/>
                  </a:lnTo>
                  <a:lnTo>
                    <a:pt x="590402" y="1374130"/>
                  </a:lnTo>
                  <a:lnTo>
                    <a:pt x="590394" y="1374136"/>
                  </a:lnTo>
                  <a:lnTo>
                    <a:pt x="590385" y="1374140"/>
                  </a:lnTo>
                  <a:lnTo>
                    <a:pt x="590377" y="1374149"/>
                  </a:lnTo>
                  <a:lnTo>
                    <a:pt x="590370" y="1374151"/>
                  </a:lnTo>
                  <a:lnTo>
                    <a:pt x="590358" y="1374151"/>
                  </a:lnTo>
                  <a:lnTo>
                    <a:pt x="590353" y="1374151"/>
                  </a:lnTo>
                  <a:lnTo>
                    <a:pt x="590347" y="1374150"/>
                  </a:lnTo>
                  <a:lnTo>
                    <a:pt x="590342" y="1374148"/>
                  </a:lnTo>
                  <a:lnTo>
                    <a:pt x="590333" y="1374142"/>
                  </a:lnTo>
                  <a:lnTo>
                    <a:pt x="590322" y="1374134"/>
                  </a:lnTo>
                  <a:lnTo>
                    <a:pt x="590312" y="1374129"/>
                  </a:lnTo>
                  <a:lnTo>
                    <a:pt x="590308" y="1374122"/>
                  </a:lnTo>
                  <a:lnTo>
                    <a:pt x="590307" y="1374115"/>
                  </a:lnTo>
                  <a:lnTo>
                    <a:pt x="590305" y="1374107"/>
                  </a:lnTo>
                  <a:lnTo>
                    <a:pt x="590305" y="1374100"/>
                  </a:lnTo>
                  <a:lnTo>
                    <a:pt x="590302" y="1374094"/>
                  </a:lnTo>
                  <a:lnTo>
                    <a:pt x="590296" y="1374087"/>
                  </a:lnTo>
                  <a:lnTo>
                    <a:pt x="590290" y="1374082"/>
                  </a:lnTo>
                  <a:lnTo>
                    <a:pt x="590281" y="1374075"/>
                  </a:lnTo>
                  <a:lnTo>
                    <a:pt x="590275" y="1374072"/>
                  </a:lnTo>
                  <a:lnTo>
                    <a:pt x="590263" y="1374068"/>
                  </a:lnTo>
                  <a:lnTo>
                    <a:pt x="590252" y="1374064"/>
                  </a:lnTo>
                  <a:lnTo>
                    <a:pt x="590240" y="1374058"/>
                  </a:lnTo>
                  <a:lnTo>
                    <a:pt x="590229" y="1374051"/>
                  </a:lnTo>
                  <a:lnTo>
                    <a:pt x="590224" y="1374047"/>
                  </a:lnTo>
                  <a:lnTo>
                    <a:pt x="590215" y="1374041"/>
                  </a:lnTo>
                  <a:lnTo>
                    <a:pt x="590205" y="1374033"/>
                  </a:lnTo>
                  <a:lnTo>
                    <a:pt x="590196" y="1374028"/>
                  </a:lnTo>
                  <a:lnTo>
                    <a:pt x="590188" y="1374024"/>
                  </a:lnTo>
                  <a:lnTo>
                    <a:pt x="590182" y="1374023"/>
                  </a:lnTo>
                  <a:lnTo>
                    <a:pt x="590175" y="1374020"/>
                  </a:lnTo>
                  <a:lnTo>
                    <a:pt x="590167" y="1374014"/>
                  </a:lnTo>
                  <a:lnTo>
                    <a:pt x="590160" y="1374007"/>
                  </a:lnTo>
                  <a:lnTo>
                    <a:pt x="590143" y="1373994"/>
                  </a:lnTo>
                  <a:lnTo>
                    <a:pt x="590139" y="1373990"/>
                  </a:lnTo>
                  <a:lnTo>
                    <a:pt x="590135" y="1373981"/>
                  </a:lnTo>
                  <a:lnTo>
                    <a:pt x="590132" y="1373973"/>
                  </a:lnTo>
                  <a:lnTo>
                    <a:pt x="590130" y="1373964"/>
                  </a:lnTo>
                  <a:lnTo>
                    <a:pt x="590128" y="1373958"/>
                  </a:lnTo>
                  <a:lnTo>
                    <a:pt x="590124" y="1373943"/>
                  </a:lnTo>
                  <a:lnTo>
                    <a:pt x="590124" y="1373934"/>
                  </a:lnTo>
                  <a:lnTo>
                    <a:pt x="590123" y="1373923"/>
                  </a:lnTo>
                  <a:lnTo>
                    <a:pt x="590123" y="1373914"/>
                  </a:lnTo>
                  <a:lnTo>
                    <a:pt x="590121" y="1373907"/>
                  </a:lnTo>
                  <a:lnTo>
                    <a:pt x="590114" y="1373894"/>
                  </a:lnTo>
                  <a:lnTo>
                    <a:pt x="590105" y="1373883"/>
                  </a:lnTo>
                  <a:lnTo>
                    <a:pt x="590094" y="1373872"/>
                  </a:lnTo>
                  <a:lnTo>
                    <a:pt x="590089" y="1373866"/>
                  </a:lnTo>
                  <a:lnTo>
                    <a:pt x="590086" y="1373859"/>
                  </a:lnTo>
                  <a:lnTo>
                    <a:pt x="590082" y="1373851"/>
                  </a:lnTo>
                  <a:lnTo>
                    <a:pt x="590079" y="1373845"/>
                  </a:lnTo>
                  <a:lnTo>
                    <a:pt x="590075" y="1373837"/>
                  </a:lnTo>
                  <a:lnTo>
                    <a:pt x="590072" y="1373833"/>
                  </a:lnTo>
                  <a:lnTo>
                    <a:pt x="590064" y="1373823"/>
                  </a:lnTo>
                  <a:lnTo>
                    <a:pt x="590053" y="1373810"/>
                  </a:lnTo>
                  <a:lnTo>
                    <a:pt x="590042" y="1373800"/>
                  </a:lnTo>
                  <a:lnTo>
                    <a:pt x="590035" y="1373791"/>
                  </a:lnTo>
                  <a:lnTo>
                    <a:pt x="590029" y="1373783"/>
                  </a:lnTo>
                  <a:lnTo>
                    <a:pt x="590024" y="1373774"/>
                  </a:lnTo>
                  <a:lnTo>
                    <a:pt x="590017" y="1373766"/>
                  </a:lnTo>
                  <a:lnTo>
                    <a:pt x="590008" y="1373754"/>
                  </a:lnTo>
                  <a:lnTo>
                    <a:pt x="590003" y="1373750"/>
                  </a:lnTo>
                  <a:lnTo>
                    <a:pt x="589995" y="1373744"/>
                  </a:lnTo>
                  <a:lnTo>
                    <a:pt x="589984" y="1373739"/>
                  </a:lnTo>
                  <a:lnTo>
                    <a:pt x="589975" y="1373736"/>
                  </a:lnTo>
                  <a:lnTo>
                    <a:pt x="589962" y="1373731"/>
                  </a:lnTo>
                  <a:lnTo>
                    <a:pt x="589950" y="1373726"/>
                  </a:lnTo>
                  <a:lnTo>
                    <a:pt x="589945" y="1373723"/>
                  </a:lnTo>
                  <a:lnTo>
                    <a:pt x="589940" y="1373718"/>
                  </a:lnTo>
                  <a:lnTo>
                    <a:pt x="589935" y="1373713"/>
                  </a:lnTo>
                  <a:lnTo>
                    <a:pt x="589930" y="1373705"/>
                  </a:lnTo>
                  <a:lnTo>
                    <a:pt x="589920" y="1373694"/>
                  </a:lnTo>
                  <a:lnTo>
                    <a:pt x="589912" y="1373686"/>
                  </a:lnTo>
                  <a:lnTo>
                    <a:pt x="589904" y="1373675"/>
                  </a:lnTo>
                  <a:lnTo>
                    <a:pt x="589897" y="1373665"/>
                  </a:lnTo>
                  <a:lnTo>
                    <a:pt x="589890" y="1373653"/>
                  </a:lnTo>
                  <a:lnTo>
                    <a:pt x="589887" y="1373646"/>
                  </a:lnTo>
                  <a:lnTo>
                    <a:pt x="589877" y="1373624"/>
                  </a:lnTo>
                  <a:lnTo>
                    <a:pt x="589870" y="1373607"/>
                  </a:lnTo>
                  <a:lnTo>
                    <a:pt x="589866" y="1373603"/>
                  </a:lnTo>
                  <a:lnTo>
                    <a:pt x="589859" y="1373598"/>
                  </a:lnTo>
                  <a:lnTo>
                    <a:pt x="589853" y="1373593"/>
                  </a:lnTo>
                  <a:lnTo>
                    <a:pt x="589845" y="1373585"/>
                  </a:lnTo>
                  <a:lnTo>
                    <a:pt x="589837" y="1373573"/>
                  </a:lnTo>
                  <a:lnTo>
                    <a:pt x="589825" y="1373555"/>
                  </a:lnTo>
                  <a:lnTo>
                    <a:pt x="589821" y="1373547"/>
                  </a:lnTo>
                  <a:lnTo>
                    <a:pt x="589818" y="1373535"/>
                  </a:lnTo>
                  <a:lnTo>
                    <a:pt x="589811" y="1373515"/>
                  </a:lnTo>
                  <a:lnTo>
                    <a:pt x="589807" y="1373506"/>
                  </a:lnTo>
                  <a:lnTo>
                    <a:pt x="589801" y="1373493"/>
                  </a:lnTo>
                  <a:lnTo>
                    <a:pt x="589797" y="1373484"/>
                  </a:lnTo>
                  <a:lnTo>
                    <a:pt x="589789" y="1373473"/>
                  </a:lnTo>
                  <a:lnTo>
                    <a:pt x="589782" y="1373464"/>
                  </a:lnTo>
                  <a:lnTo>
                    <a:pt x="589770" y="1373447"/>
                  </a:lnTo>
                  <a:lnTo>
                    <a:pt x="589765" y="1373440"/>
                  </a:lnTo>
                  <a:lnTo>
                    <a:pt x="589758" y="1373434"/>
                  </a:lnTo>
                  <a:lnTo>
                    <a:pt x="589736" y="1373418"/>
                  </a:lnTo>
                  <a:lnTo>
                    <a:pt x="589724" y="1373410"/>
                  </a:lnTo>
                  <a:lnTo>
                    <a:pt x="589716" y="1373404"/>
                  </a:lnTo>
                  <a:lnTo>
                    <a:pt x="589710" y="1373397"/>
                  </a:lnTo>
                  <a:lnTo>
                    <a:pt x="589707" y="1373392"/>
                  </a:lnTo>
                  <a:lnTo>
                    <a:pt x="589699" y="1373381"/>
                  </a:lnTo>
                  <a:lnTo>
                    <a:pt x="589691" y="1373372"/>
                  </a:lnTo>
                  <a:lnTo>
                    <a:pt x="589686" y="1373367"/>
                  </a:lnTo>
                  <a:lnTo>
                    <a:pt x="589676" y="1373358"/>
                  </a:lnTo>
                  <a:lnTo>
                    <a:pt x="589668" y="1373354"/>
                  </a:lnTo>
                  <a:lnTo>
                    <a:pt x="589659" y="1373349"/>
                  </a:lnTo>
                  <a:lnTo>
                    <a:pt x="589646" y="1373341"/>
                  </a:lnTo>
                  <a:lnTo>
                    <a:pt x="589631" y="1373330"/>
                  </a:lnTo>
                  <a:lnTo>
                    <a:pt x="589620" y="1373319"/>
                  </a:lnTo>
                  <a:lnTo>
                    <a:pt x="589613" y="1373311"/>
                  </a:lnTo>
                  <a:lnTo>
                    <a:pt x="589608" y="1373305"/>
                  </a:lnTo>
                  <a:lnTo>
                    <a:pt x="589601" y="1373302"/>
                  </a:lnTo>
                  <a:lnTo>
                    <a:pt x="589585" y="1373301"/>
                  </a:lnTo>
                  <a:lnTo>
                    <a:pt x="589575" y="1373300"/>
                  </a:lnTo>
                  <a:lnTo>
                    <a:pt x="589562" y="1373297"/>
                  </a:lnTo>
                  <a:lnTo>
                    <a:pt x="589550" y="1373293"/>
                  </a:lnTo>
                  <a:lnTo>
                    <a:pt x="589541" y="1373289"/>
                  </a:lnTo>
                  <a:lnTo>
                    <a:pt x="589530" y="1373283"/>
                  </a:lnTo>
                  <a:lnTo>
                    <a:pt x="589521" y="1373276"/>
                  </a:lnTo>
                  <a:lnTo>
                    <a:pt x="589514" y="1373270"/>
                  </a:lnTo>
                  <a:lnTo>
                    <a:pt x="589506" y="1373263"/>
                  </a:lnTo>
                  <a:lnTo>
                    <a:pt x="589497" y="1373253"/>
                  </a:lnTo>
                  <a:lnTo>
                    <a:pt x="589487" y="1373239"/>
                  </a:lnTo>
                  <a:lnTo>
                    <a:pt x="589478" y="1373224"/>
                  </a:lnTo>
                  <a:lnTo>
                    <a:pt x="589466" y="1373206"/>
                  </a:lnTo>
                  <a:lnTo>
                    <a:pt x="589460" y="1373194"/>
                  </a:lnTo>
                  <a:lnTo>
                    <a:pt x="589454" y="1373184"/>
                  </a:lnTo>
                  <a:lnTo>
                    <a:pt x="589449" y="1373178"/>
                  </a:lnTo>
                  <a:lnTo>
                    <a:pt x="589442" y="1373171"/>
                  </a:lnTo>
                  <a:lnTo>
                    <a:pt x="589429" y="1373161"/>
                  </a:lnTo>
                  <a:lnTo>
                    <a:pt x="589421" y="1373153"/>
                  </a:lnTo>
                  <a:lnTo>
                    <a:pt x="589417" y="1373149"/>
                  </a:lnTo>
                  <a:lnTo>
                    <a:pt x="589411" y="1373145"/>
                  </a:lnTo>
                  <a:lnTo>
                    <a:pt x="589405" y="1373142"/>
                  </a:lnTo>
                  <a:lnTo>
                    <a:pt x="589391" y="1373136"/>
                  </a:lnTo>
                  <a:lnTo>
                    <a:pt x="589382" y="1373131"/>
                  </a:lnTo>
                  <a:lnTo>
                    <a:pt x="589376" y="1373127"/>
                  </a:lnTo>
                  <a:lnTo>
                    <a:pt x="589366" y="1373117"/>
                  </a:lnTo>
                  <a:lnTo>
                    <a:pt x="589355" y="1373104"/>
                  </a:lnTo>
                  <a:lnTo>
                    <a:pt x="589345" y="1373092"/>
                  </a:lnTo>
                  <a:lnTo>
                    <a:pt x="589336" y="1373083"/>
                  </a:lnTo>
                  <a:lnTo>
                    <a:pt x="589329" y="1373078"/>
                  </a:lnTo>
                  <a:lnTo>
                    <a:pt x="589323" y="1373073"/>
                  </a:lnTo>
                  <a:lnTo>
                    <a:pt x="589312" y="1373068"/>
                  </a:lnTo>
                  <a:lnTo>
                    <a:pt x="589303" y="1373063"/>
                  </a:lnTo>
                  <a:lnTo>
                    <a:pt x="589285" y="1373052"/>
                  </a:lnTo>
                  <a:lnTo>
                    <a:pt x="589275" y="1373044"/>
                  </a:lnTo>
                  <a:lnTo>
                    <a:pt x="589259" y="1373029"/>
                  </a:lnTo>
                  <a:lnTo>
                    <a:pt x="589252" y="1373020"/>
                  </a:lnTo>
                  <a:lnTo>
                    <a:pt x="589247" y="1373010"/>
                  </a:lnTo>
                  <a:lnTo>
                    <a:pt x="589242" y="1372998"/>
                  </a:lnTo>
                  <a:lnTo>
                    <a:pt x="589239" y="1372992"/>
                  </a:lnTo>
                  <a:lnTo>
                    <a:pt x="589235" y="1372987"/>
                  </a:lnTo>
                  <a:lnTo>
                    <a:pt x="589219" y="1372977"/>
                  </a:lnTo>
                  <a:lnTo>
                    <a:pt x="589210" y="1372970"/>
                  </a:lnTo>
                  <a:lnTo>
                    <a:pt x="589182" y="1372948"/>
                  </a:lnTo>
                  <a:lnTo>
                    <a:pt x="589156" y="1372930"/>
                  </a:lnTo>
                  <a:lnTo>
                    <a:pt x="589100" y="1372900"/>
                  </a:lnTo>
                  <a:lnTo>
                    <a:pt x="589082" y="1372891"/>
                  </a:lnTo>
                  <a:lnTo>
                    <a:pt x="589053" y="1372881"/>
                  </a:lnTo>
                  <a:lnTo>
                    <a:pt x="589044" y="1372875"/>
                  </a:lnTo>
                  <a:lnTo>
                    <a:pt x="589034" y="1372866"/>
                  </a:lnTo>
                  <a:lnTo>
                    <a:pt x="589020" y="1372854"/>
                  </a:lnTo>
                  <a:lnTo>
                    <a:pt x="589006" y="1372846"/>
                  </a:lnTo>
                  <a:lnTo>
                    <a:pt x="588987" y="1372838"/>
                  </a:lnTo>
                  <a:lnTo>
                    <a:pt x="588960" y="1372822"/>
                  </a:lnTo>
                  <a:lnTo>
                    <a:pt x="588945" y="1372813"/>
                  </a:lnTo>
                  <a:lnTo>
                    <a:pt x="588934" y="1372807"/>
                  </a:lnTo>
                  <a:lnTo>
                    <a:pt x="588924" y="1372801"/>
                  </a:lnTo>
                  <a:lnTo>
                    <a:pt x="588918" y="1372800"/>
                  </a:lnTo>
                  <a:lnTo>
                    <a:pt x="588908" y="1372802"/>
                  </a:lnTo>
                  <a:lnTo>
                    <a:pt x="588902" y="1372805"/>
                  </a:lnTo>
                  <a:lnTo>
                    <a:pt x="588895" y="1372811"/>
                  </a:lnTo>
                  <a:lnTo>
                    <a:pt x="588885" y="1372820"/>
                  </a:lnTo>
                  <a:lnTo>
                    <a:pt x="588872" y="1372832"/>
                  </a:lnTo>
                  <a:lnTo>
                    <a:pt x="588834" y="1372865"/>
                  </a:lnTo>
                  <a:lnTo>
                    <a:pt x="588819" y="1372872"/>
                  </a:lnTo>
                  <a:lnTo>
                    <a:pt x="588805" y="1372875"/>
                  </a:lnTo>
                  <a:lnTo>
                    <a:pt x="588797" y="1372876"/>
                  </a:lnTo>
                  <a:lnTo>
                    <a:pt x="588791" y="1372875"/>
                  </a:lnTo>
                  <a:lnTo>
                    <a:pt x="588784" y="1372868"/>
                  </a:lnTo>
                  <a:lnTo>
                    <a:pt x="588770" y="1372851"/>
                  </a:lnTo>
                  <a:lnTo>
                    <a:pt x="588755" y="1372831"/>
                  </a:lnTo>
                  <a:lnTo>
                    <a:pt x="588746" y="1372822"/>
                  </a:lnTo>
                  <a:lnTo>
                    <a:pt x="588735" y="1372809"/>
                  </a:lnTo>
                  <a:lnTo>
                    <a:pt x="588721" y="1372786"/>
                  </a:lnTo>
                  <a:lnTo>
                    <a:pt x="588707" y="1372766"/>
                  </a:lnTo>
                  <a:lnTo>
                    <a:pt x="588693" y="1372741"/>
                  </a:lnTo>
                  <a:lnTo>
                    <a:pt x="588676" y="1372702"/>
                  </a:lnTo>
                  <a:lnTo>
                    <a:pt x="588670" y="1372684"/>
                  </a:lnTo>
                  <a:lnTo>
                    <a:pt x="588664" y="1372671"/>
                  </a:lnTo>
                  <a:lnTo>
                    <a:pt x="588660" y="1372665"/>
                  </a:lnTo>
                  <a:lnTo>
                    <a:pt x="588648" y="1372649"/>
                  </a:lnTo>
                  <a:lnTo>
                    <a:pt x="588630" y="1372628"/>
                  </a:lnTo>
                  <a:lnTo>
                    <a:pt x="588622" y="1372619"/>
                  </a:lnTo>
                  <a:lnTo>
                    <a:pt x="588615" y="1372609"/>
                  </a:lnTo>
                  <a:lnTo>
                    <a:pt x="588612" y="1372601"/>
                  </a:lnTo>
                  <a:lnTo>
                    <a:pt x="588589" y="1372556"/>
                  </a:lnTo>
                  <a:lnTo>
                    <a:pt x="588586" y="1372547"/>
                  </a:lnTo>
                  <a:lnTo>
                    <a:pt x="588578" y="1372531"/>
                  </a:lnTo>
                  <a:lnTo>
                    <a:pt x="588569" y="1372521"/>
                  </a:lnTo>
                  <a:lnTo>
                    <a:pt x="588561" y="1372514"/>
                  </a:lnTo>
                  <a:lnTo>
                    <a:pt x="588550" y="1372505"/>
                  </a:lnTo>
                  <a:lnTo>
                    <a:pt x="588525" y="1372489"/>
                  </a:lnTo>
                  <a:lnTo>
                    <a:pt x="588518" y="1372484"/>
                  </a:lnTo>
                  <a:lnTo>
                    <a:pt x="588483" y="1372458"/>
                  </a:lnTo>
                  <a:lnTo>
                    <a:pt x="588473" y="1372452"/>
                  </a:lnTo>
                  <a:lnTo>
                    <a:pt x="588463" y="1372445"/>
                  </a:lnTo>
                  <a:lnTo>
                    <a:pt x="588455" y="1372437"/>
                  </a:lnTo>
                  <a:lnTo>
                    <a:pt x="588430" y="1372395"/>
                  </a:lnTo>
                  <a:lnTo>
                    <a:pt x="588404" y="1372361"/>
                  </a:lnTo>
                  <a:lnTo>
                    <a:pt x="588364" y="1372310"/>
                  </a:lnTo>
                  <a:lnTo>
                    <a:pt x="588361" y="1372303"/>
                  </a:lnTo>
                  <a:lnTo>
                    <a:pt x="588355" y="1372274"/>
                  </a:lnTo>
                  <a:lnTo>
                    <a:pt x="588343" y="1372239"/>
                  </a:lnTo>
                  <a:lnTo>
                    <a:pt x="588321" y="1372193"/>
                  </a:lnTo>
                  <a:lnTo>
                    <a:pt x="588290" y="1372135"/>
                  </a:lnTo>
                  <a:lnTo>
                    <a:pt x="588238" y="1372042"/>
                  </a:lnTo>
                  <a:lnTo>
                    <a:pt x="588228" y="1372018"/>
                  </a:lnTo>
                  <a:lnTo>
                    <a:pt x="588216" y="1371976"/>
                  </a:lnTo>
                  <a:lnTo>
                    <a:pt x="588186" y="1371899"/>
                  </a:lnTo>
                  <a:lnTo>
                    <a:pt x="588164" y="1371843"/>
                  </a:lnTo>
                  <a:lnTo>
                    <a:pt x="588145" y="1371809"/>
                  </a:lnTo>
                  <a:lnTo>
                    <a:pt x="588138" y="1371790"/>
                  </a:lnTo>
                  <a:lnTo>
                    <a:pt x="588131" y="1371773"/>
                  </a:lnTo>
                  <a:lnTo>
                    <a:pt x="588125" y="1371765"/>
                  </a:lnTo>
                  <a:lnTo>
                    <a:pt x="588112" y="1371747"/>
                  </a:lnTo>
                  <a:lnTo>
                    <a:pt x="588096" y="1371728"/>
                  </a:lnTo>
                  <a:lnTo>
                    <a:pt x="588061" y="1371698"/>
                  </a:lnTo>
                  <a:lnTo>
                    <a:pt x="588014" y="1371673"/>
                  </a:lnTo>
                  <a:lnTo>
                    <a:pt x="587984" y="1371636"/>
                  </a:lnTo>
                  <a:lnTo>
                    <a:pt x="587947" y="1371599"/>
                  </a:lnTo>
                  <a:lnTo>
                    <a:pt x="587926" y="1371561"/>
                  </a:lnTo>
                  <a:lnTo>
                    <a:pt x="587903" y="1371491"/>
                  </a:lnTo>
                  <a:lnTo>
                    <a:pt x="587882" y="1371460"/>
                  </a:lnTo>
                  <a:lnTo>
                    <a:pt x="587868" y="1371449"/>
                  </a:lnTo>
                  <a:lnTo>
                    <a:pt x="587857" y="1371444"/>
                  </a:lnTo>
                  <a:lnTo>
                    <a:pt x="587848" y="1371442"/>
                  </a:lnTo>
                  <a:lnTo>
                    <a:pt x="587777" y="1371438"/>
                  </a:lnTo>
                  <a:lnTo>
                    <a:pt x="587713" y="1371440"/>
                  </a:lnTo>
                  <a:lnTo>
                    <a:pt x="587707" y="1371440"/>
                  </a:lnTo>
                  <a:lnTo>
                    <a:pt x="587702" y="1371440"/>
                  </a:lnTo>
                  <a:lnTo>
                    <a:pt x="587686" y="1371438"/>
                  </a:lnTo>
                  <a:lnTo>
                    <a:pt x="587655" y="1371436"/>
                  </a:lnTo>
                  <a:lnTo>
                    <a:pt x="587643" y="1371435"/>
                  </a:lnTo>
                  <a:lnTo>
                    <a:pt x="587633" y="1371434"/>
                  </a:lnTo>
                  <a:lnTo>
                    <a:pt x="587627" y="1371434"/>
                  </a:lnTo>
                  <a:lnTo>
                    <a:pt x="587607" y="1371433"/>
                  </a:lnTo>
                  <a:lnTo>
                    <a:pt x="587601" y="1371433"/>
                  </a:lnTo>
                  <a:lnTo>
                    <a:pt x="587596" y="1371433"/>
                  </a:lnTo>
                  <a:lnTo>
                    <a:pt x="587589" y="1371434"/>
                  </a:lnTo>
                  <a:lnTo>
                    <a:pt x="587579" y="1371434"/>
                  </a:lnTo>
                  <a:lnTo>
                    <a:pt x="587575" y="1371434"/>
                  </a:lnTo>
                  <a:lnTo>
                    <a:pt x="587565" y="1371431"/>
                  </a:lnTo>
                  <a:lnTo>
                    <a:pt x="587559" y="1371427"/>
                  </a:lnTo>
                  <a:lnTo>
                    <a:pt x="587553" y="1371423"/>
                  </a:lnTo>
                  <a:lnTo>
                    <a:pt x="587545" y="1371416"/>
                  </a:lnTo>
                  <a:lnTo>
                    <a:pt x="587540" y="1371412"/>
                  </a:lnTo>
                  <a:lnTo>
                    <a:pt x="587526" y="1371398"/>
                  </a:lnTo>
                  <a:lnTo>
                    <a:pt x="587518" y="1371390"/>
                  </a:lnTo>
                  <a:lnTo>
                    <a:pt x="587510" y="1371383"/>
                  </a:lnTo>
                  <a:lnTo>
                    <a:pt x="587498" y="1371373"/>
                  </a:lnTo>
                  <a:lnTo>
                    <a:pt x="587488" y="1371367"/>
                  </a:lnTo>
                  <a:lnTo>
                    <a:pt x="587477" y="1371360"/>
                  </a:lnTo>
                  <a:lnTo>
                    <a:pt x="587469" y="1371357"/>
                  </a:lnTo>
                  <a:lnTo>
                    <a:pt x="587463" y="1371356"/>
                  </a:lnTo>
                  <a:lnTo>
                    <a:pt x="587453" y="1371356"/>
                  </a:lnTo>
                  <a:lnTo>
                    <a:pt x="587438" y="1371355"/>
                  </a:lnTo>
                  <a:lnTo>
                    <a:pt x="587423" y="1371353"/>
                  </a:lnTo>
                  <a:lnTo>
                    <a:pt x="587406" y="1371352"/>
                  </a:lnTo>
                  <a:lnTo>
                    <a:pt x="587392" y="1371350"/>
                  </a:lnTo>
                  <a:lnTo>
                    <a:pt x="587382" y="1371349"/>
                  </a:lnTo>
                  <a:lnTo>
                    <a:pt x="587371" y="1371347"/>
                  </a:lnTo>
                  <a:lnTo>
                    <a:pt x="587365" y="1371345"/>
                  </a:lnTo>
                  <a:lnTo>
                    <a:pt x="587358" y="1371341"/>
                  </a:lnTo>
                  <a:lnTo>
                    <a:pt x="587346" y="1371329"/>
                  </a:lnTo>
                  <a:lnTo>
                    <a:pt x="587332" y="1371320"/>
                  </a:lnTo>
                  <a:lnTo>
                    <a:pt x="587324" y="1371313"/>
                  </a:lnTo>
                  <a:lnTo>
                    <a:pt x="587309" y="1371299"/>
                  </a:lnTo>
                  <a:lnTo>
                    <a:pt x="587296" y="1371288"/>
                  </a:lnTo>
                  <a:lnTo>
                    <a:pt x="587287" y="1371283"/>
                  </a:lnTo>
                  <a:lnTo>
                    <a:pt x="587275" y="1371279"/>
                  </a:lnTo>
                  <a:lnTo>
                    <a:pt x="587268" y="1371276"/>
                  </a:lnTo>
                  <a:lnTo>
                    <a:pt x="587260" y="1371274"/>
                  </a:lnTo>
                  <a:lnTo>
                    <a:pt x="587231" y="1371268"/>
                  </a:lnTo>
                  <a:lnTo>
                    <a:pt x="587204" y="1371266"/>
                  </a:lnTo>
                  <a:lnTo>
                    <a:pt x="587199" y="1371265"/>
                  </a:lnTo>
                  <a:lnTo>
                    <a:pt x="587193" y="1371259"/>
                  </a:lnTo>
                  <a:lnTo>
                    <a:pt x="587186" y="1371250"/>
                  </a:lnTo>
                  <a:lnTo>
                    <a:pt x="587181" y="1371241"/>
                  </a:lnTo>
                  <a:lnTo>
                    <a:pt x="587166" y="1371226"/>
                  </a:lnTo>
                  <a:lnTo>
                    <a:pt x="587154" y="1371214"/>
                  </a:lnTo>
                  <a:lnTo>
                    <a:pt x="587148" y="1371209"/>
                  </a:lnTo>
                  <a:lnTo>
                    <a:pt x="587145" y="1371203"/>
                  </a:lnTo>
                  <a:lnTo>
                    <a:pt x="587141" y="1371194"/>
                  </a:lnTo>
                  <a:lnTo>
                    <a:pt x="587137" y="1371185"/>
                  </a:lnTo>
                  <a:lnTo>
                    <a:pt x="587134" y="1371177"/>
                  </a:lnTo>
                  <a:lnTo>
                    <a:pt x="587132" y="1371172"/>
                  </a:lnTo>
                  <a:lnTo>
                    <a:pt x="587132" y="1371164"/>
                  </a:lnTo>
                  <a:lnTo>
                    <a:pt x="587132" y="1371154"/>
                  </a:lnTo>
                  <a:lnTo>
                    <a:pt x="587131" y="1371143"/>
                  </a:lnTo>
                  <a:lnTo>
                    <a:pt x="587130" y="1371135"/>
                  </a:lnTo>
                  <a:lnTo>
                    <a:pt x="587129" y="1371125"/>
                  </a:lnTo>
                  <a:lnTo>
                    <a:pt x="587128" y="1371112"/>
                  </a:lnTo>
                  <a:lnTo>
                    <a:pt x="587125" y="1371101"/>
                  </a:lnTo>
                  <a:lnTo>
                    <a:pt x="587123" y="1371095"/>
                  </a:lnTo>
                  <a:lnTo>
                    <a:pt x="587121" y="1371086"/>
                  </a:lnTo>
                  <a:lnTo>
                    <a:pt x="587122" y="1371078"/>
                  </a:lnTo>
                  <a:lnTo>
                    <a:pt x="587127" y="1371064"/>
                  </a:lnTo>
                  <a:lnTo>
                    <a:pt x="587130" y="1371055"/>
                  </a:lnTo>
                  <a:lnTo>
                    <a:pt x="587130" y="1371048"/>
                  </a:lnTo>
                  <a:lnTo>
                    <a:pt x="587128" y="1371038"/>
                  </a:lnTo>
                  <a:lnTo>
                    <a:pt x="587125" y="1371030"/>
                  </a:lnTo>
                  <a:lnTo>
                    <a:pt x="587123" y="1371024"/>
                  </a:lnTo>
                  <a:lnTo>
                    <a:pt x="587121" y="1371015"/>
                  </a:lnTo>
                  <a:lnTo>
                    <a:pt x="587119" y="1371007"/>
                  </a:lnTo>
                  <a:lnTo>
                    <a:pt x="587116" y="1370990"/>
                  </a:lnTo>
                  <a:lnTo>
                    <a:pt x="587115" y="1370980"/>
                  </a:lnTo>
                  <a:lnTo>
                    <a:pt x="587113" y="1370973"/>
                  </a:lnTo>
                  <a:lnTo>
                    <a:pt x="587112" y="1370963"/>
                  </a:lnTo>
                  <a:lnTo>
                    <a:pt x="587112" y="1370957"/>
                  </a:lnTo>
                  <a:lnTo>
                    <a:pt x="587112" y="1370952"/>
                  </a:lnTo>
                  <a:lnTo>
                    <a:pt x="587114" y="1370946"/>
                  </a:lnTo>
                  <a:lnTo>
                    <a:pt x="587118" y="1370938"/>
                  </a:lnTo>
                  <a:lnTo>
                    <a:pt x="587123" y="1370932"/>
                  </a:lnTo>
                  <a:lnTo>
                    <a:pt x="587129" y="1370927"/>
                  </a:lnTo>
                  <a:lnTo>
                    <a:pt x="587139" y="1370921"/>
                  </a:lnTo>
                  <a:lnTo>
                    <a:pt x="587145" y="1370917"/>
                  </a:lnTo>
                  <a:lnTo>
                    <a:pt x="587153" y="1370910"/>
                  </a:lnTo>
                  <a:lnTo>
                    <a:pt x="587158" y="1370900"/>
                  </a:lnTo>
                  <a:lnTo>
                    <a:pt x="587159" y="1370891"/>
                  </a:lnTo>
                  <a:lnTo>
                    <a:pt x="587159" y="1370878"/>
                  </a:lnTo>
                  <a:lnTo>
                    <a:pt x="587159" y="1370861"/>
                  </a:lnTo>
                  <a:lnTo>
                    <a:pt x="587157" y="1370840"/>
                  </a:lnTo>
                  <a:lnTo>
                    <a:pt x="587157" y="1370832"/>
                  </a:lnTo>
                  <a:lnTo>
                    <a:pt x="587157" y="1370820"/>
                  </a:lnTo>
                  <a:lnTo>
                    <a:pt x="587157" y="1370811"/>
                  </a:lnTo>
                  <a:lnTo>
                    <a:pt x="587158" y="1370797"/>
                  </a:lnTo>
                  <a:lnTo>
                    <a:pt x="587158" y="1370787"/>
                  </a:lnTo>
                  <a:lnTo>
                    <a:pt x="587157" y="1370781"/>
                  </a:lnTo>
                  <a:lnTo>
                    <a:pt x="587154" y="1370776"/>
                  </a:lnTo>
                  <a:lnTo>
                    <a:pt x="587149" y="1370770"/>
                  </a:lnTo>
                  <a:lnTo>
                    <a:pt x="587142" y="1370763"/>
                  </a:lnTo>
                  <a:lnTo>
                    <a:pt x="587133" y="1370754"/>
                  </a:lnTo>
                  <a:lnTo>
                    <a:pt x="587122" y="1370745"/>
                  </a:lnTo>
                  <a:lnTo>
                    <a:pt x="587115" y="1370739"/>
                  </a:lnTo>
                  <a:lnTo>
                    <a:pt x="587112" y="1370733"/>
                  </a:lnTo>
                  <a:lnTo>
                    <a:pt x="587110" y="1370722"/>
                  </a:lnTo>
                  <a:lnTo>
                    <a:pt x="587108" y="1370715"/>
                  </a:lnTo>
                  <a:lnTo>
                    <a:pt x="587105" y="1370708"/>
                  </a:lnTo>
                  <a:lnTo>
                    <a:pt x="587102" y="1370701"/>
                  </a:lnTo>
                  <a:lnTo>
                    <a:pt x="587096" y="1370691"/>
                  </a:lnTo>
                  <a:lnTo>
                    <a:pt x="587088" y="1370676"/>
                  </a:lnTo>
                  <a:lnTo>
                    <a:pt x="587083" y="1370662"/>
                  </a:lnTo>
                  <a:lnTo>
                    <a:pt x="587078" y="1370649"/>
                  </a:lnTo>
                  <a:lnTo>
                    <a:pt x="587070" y="1370634"/>
                  </a:lnTo>
                  <a:lnTo>
                    <a:pt x="587064" y="1370622"/>
                  </a:lnTo>
                  <a:lnTo>
                    <a:pt x="587060" y="1370612"/>
                  </a:lnTo>
                  <a:lnTo>
                    <a:pt x="587052" y="1370606"/>
                  </a:lnTo>
                  <a:lnTo>
                    <a:pt x="587043" y="1370603"/>
                  </a:lnTo>
                  <a:lnTo>
                    <a:pt x="587035" y="1370600"/>
                  </a:lnTo>
                  <a:lnTo>
                    <a:pt x="587025" y="1370594"/>
                  </a:lnTo>
                  <a:lnTo>
                    <a:pt x="587018" y="1370587"/>
                  </a:lnTo>
                  <a:lnTo>
                    <a:pt x="587007" y="1370578"/>
                  </a:lnTo>
                  <a:lnTo>
                    <a:pt x="587000" y="1370571"/>
                  </a:lnTo>
                  <a:lnTo>
                    <a:pt x="586989" y="1370558"/>
                  </a:lnTo>
                  <a:lnTo>
                    <a:pt x="586981" y="1370549"/>
                  </a:lnTo>
                  <a:lnTo>
                    <a:pt x="586968" y="1370536"/>
                  </a:lnTo>
                  <a:lnTo>
                    <a:pt x="586955" y="1370525"/>
                  </a:lnTo>
                  <a:lnTo>
                    <a:pt x="586950" y="1370518"/>
                  </a:lnTo>
                  <a:lnTo>
                    <a:pt x="586945" y="1370512"/>
                  </a:lnTo>
                  <a:lnTo>
                    <a:pt x="586942" y="1370507"/>
                  </a:lnTo>
                  <a:lnTo>
                    <a:pt x="586940" y="1370501"/>
                  </a:lnTo>
                  <a:lnTo>
                    <a:pt x="586939" y="1370495"/>
                  </a:lnTo>
                  <a:lnTo>
                    <a:pt x="586938" y="1370486"/>
                  </a:lnTo>
                  <a:lnTo>
                    <a:pt x="586941" y="1370474"/>
                  </a:lnTo>
                  <a:lnTo>
                    <a:pt x="586943" y="1370466"/>
                  </a:lnTo>
                  <a:lnTo>
                    <a:pt x="586945" y="1370457"/>
                  </a:lnTo>
                  <a:lnTo>
                    <a:pt x="586947" y="1370444"/>
                  </a:lnTo>
                  <a:lnTo>
                    <a:pt x="586951" y="1370422"/>
                  </a:lnTo>
                  <a:lnTo>
                    <a:pt x="586952" y="1370413"/>
                  </a:lnTo>
                  <a:lnTo>
                    <a:pt x="586953" y="1370405"/>
                  </a:lnTo>
                  <a:lnTo>
                    <a:pt x="586953" y="1370395"/>
                  </a:lnTo>
                  <a:lnTo>
                    <a:pt x="586953" y="1370387"/>
                  </a:lnTo>
                  <a:lnTo>
                    <a:pt x="586952" y="1370379"/>
                  </a:lnTo>
                  <a:lnTo>
                    <a:pt x="586951" y="1370369"/>
                  </a:lnTo>
                  <a:lnTo>
                    <a:pt x="586949" y="1370357"/>
                  </a:lnTo>
                  <a:lnTo>
                    <a:pt x="586947" y="1370346"/>
                  </a:lnTo>
                  <a:lnTo>
                    <a:pt x="586946" y="1370335"/>
                  </a:lnTo>
                  <a:lnTo>
                    <a:pt x="586945" y="1370329"/>
                  </a:lnTo>
                  <a:lnTo>
                    <a:pt x="586943" y="1370322"/>
                  </a:lnTo>
                  <a:lnTo>
                    <a:pt x="586942" y="1370314"/>
                  </a:lnTo>
                  <a:lnTo>
                    <a:pt x="586939" y="1370304"/>
                  </a:lnTo>
                  <a:lnTo>
                    <a:pt x="586937" y="1370293"/>
                  </a:lnTo>
                  <a:lnTo>
                    <a:pt x="586936" y="1370284"/>
                  </a:lnTo>
                  <a:lnTo>
                    <a:pt x="586936" y="1370275"/>
                  </a:lnTo>
                  <a:lnTo>
                    <a:pt x="586936" y="1370266"/>
                  </a:lnTo>
                  <a:lnTo>
                    <a:pt x="586935" y="1370256"/>
                  </a:lnTo>
                  <a:lnTo>
                    <a:pt x="586935" y="1370249"/>
                  </a:lnTo>
                  <a:lnTo>
                    <a:pt x="586934" y="1370241"/>
                  </a:lnTo>
                  <a:lnTo>
                    <a:pt x="586934" y="1370234"/>
                  </a:lnTo>
                  <a:lnTo>
                    <a:pt x="586933" y="1370224"/>
                  </a:lnTo>
                  <a:lnTo>
                    <a:pt x="586932" y="1370214"/>
                  </a:lnTo>
                  <a:lnTo>
                    <a:pt x="586934" y="1370201"/>
                  </a:lnTo>
                  <a:lnTo>
                    <a:pt x="586938" y="1370186"/>
                  </a:lnTo>
                  <a:lnTo>
                    <a:pt x="586940" y="1370175"/>
                  </a:lnTo>
                  <a:lnTo>
                    <a:pt x="586942" y="1370168"/>
                  </a:lnTo>
                  <a:lnTo>
                    <a:pt x="586946" y="1370149"/>
                  </a:lnTo>
                  <a:lnTo>
                    <a:pt x="586947" y="1370139"/>
                  </a:lnTo>
                  <a:lnTo>
                    <a:pt x="586952" y="1370109"/>
                  </a:lnTo>
                  <a:lnTo>
                    <a:pt x="586953" y="1370100"/>
                  </a:lnTo>
                  <a:lnTo>
                    <a:pt x="586952" y="1370094"/>
                  </a:lnTo>
                  <a:lnTo>
                    <a:pt x="586950" y="1370085"/>
                  </a:lnTo>
                  <a:lnTo>
                    <a:pt x="586944" y="1370080"/>
                  </a:lnTo>
                  <a:lnTo>
                    <a:pt x="586937" y="1370077"/>
                  </a:lnTo>
                  <a:lnTo>
                    <a:pt x="586931" y="1370076"/>
                  </a:lnTo>
                  <a:lnTo>
                    <a:pt x="586925" y="1370072"/>
                  </a:lnTo>
                  <a:lnTo>
                    <a:pt x="586926" y="1370065"/>
                  </a:lnTo>
                  <a:lnTo>
                    <a:pt x="586931" y="1370056"/>
                  </a:lnTo>
                  <a:lnTo>
                    <a:pt x="586941" y="1370045"/>
                  </a:lnTo>
                  <a:lnTo>
                    <a:pt x="586948" y="1370040"/>
                  </a:lnTo>
                  <a:lnTo>
                    <a:pt x="586960" y="1370032"/>
                  </a:lnTo>
                  <a:lnTo>
                    <a:pt x="586982" y="1370021"/>
                  </a:lnTo>
                  <a:lnTo>
                    <a:pt x="587005" y="1370008"/>
                  </a:lnTo>
                  <a:lnTo>
                    <a:pt x="587027" y="1369998"/>
                  </a:lnTo>
                  <a:lnTo>
                    <a:pt x="587039" y="1369994"/>
                  </a:lnTo>
                  <a:lnTo>
                    <a:pt x="587050" y="1369991"/>
                  </a:lnTo>
                  <a:lnTo>
                    <a:pt x="587061" y="1369989"/>
                  </a:lnTo>
                  <a:lnTo>
                    <a:pt x="587075" y="1369988"/>
                  </a:lnTo>
                  <a:lnTo>
                    <a:pt x="587085" y="1369987"/>
                  </a:lnTo>
                  <a:lnTo>
                    <a:pt x="587093" y="1369985"/>
                  </a:lnTo>
                  <a:lnTo>
                    <a:pt x="587102" y="1369982"/>
                  </a:lnTo>
                  <a:lnTo>
                    <a:pt x="587109" y="1369980"/>
                  </a:lnTo>
                  <a:lnTo>
                    <a:pt x="587117" y="1369975"/>
                  </a:lnTo>
                  <a:lnTo>
                    <a:pt x="587125" y="1369969"/>
                  </a:lnTo>
                  <a:lnTo>
                    <a:pt x="587129" y="1369964"/>
                  </a:lnTo>
                  <a:lnTo>
                    <a:pt x="587133" y="1369957"/>
                  </a:lnTo>
                  <a:lnTo>
                    <a:pt x="587134" y="1369951"/>
                  </a:lnTo>
                  <a:lnTo>
                    <a:pt x="587135" y="1369943"/>
                  </a:lnTo>
                  <a:lnTo>
                    <a:pt x="587138" y="1369935"/>
                  </a:lnTo>
                  <a:lnTo>
                    <a:pt x="587143" y="1369922"/>
                  </a:lnTo>
                  <a:lnTo>
                    <a:pt x="587149" y="1369912"/>
                  </a:lnTo>
                  <a:lnTo>
                    <a:pt x="587154" y="1369897"/>
                  </a:lnTo>
                  <a:lnTo>
                    <a:pt x="587159" y="1369886"/>
                  </a:lnTo>
                  <a:lnTo>
                    <a:pt x="587164" y="1369874"/>
                  </a:lnTo>
                  <a:lnTo>
                    <a:pt x="587169" y="1369862"/>
                  </a:lnTo>
                  <a:lnTo>
                    <a:pt x="587169" y="1369845"/>
                  </a:lnTo>
                  <a:lnTo>
                    <a:pt x="587168" y="1369836"/>
                  </a:lnTo>
                  <a:lnTo>
                    <a:pt x="587167" y="1369825"/>
                  </a:lnTo>
                  <a:lnTo>
                    <a:pt x="587166" y="1369818"/>
                  </a:lnTo>
                  <a:lnTo>
                    <a:pt x="587163" y="1369806"/>
                  </a:lnTo>
                  <a:lnTo>
                    <a:pt x="587161" y="1369799"/>
                  </a:lnTo>
                  <a:lnTo>
                    <a:pt x="587160" y="1369793"/>
                  </a:lnTo>
                  <a:lnTo>
                    <a:pt x="587160" y="1369785"/>
                  </a:lnTo>
                  <a:lnTo>
                    <a:pt x="587159" y="1369775"/>
                  </a:lnTo>
                  <a:lnTo>
                    <a:pt x="587159" y="1369769"/>
                  </a:lnTo>
                  <a:lnTo>
                    <a:pt x="587158" y="1369757"/>
                  </a:lnTo>
                  <a:lnTo>
                    <a:pt x="587159" y="1369744"/>
                  </a:lnTo>
                  <a:lnTo>
                    <a:pt x="587159" y="1369736"/>
                  </a:lnTo>
                  <a:lnTo>
                    <a:pt x="587158" y="1369729"/>
                  </a:lnTo>
                  <a:lnTo>
                    <a:pt x="587157" y="1369722"/>
                  </a:lnTo>
                  <a:lnTo>
                    <a:pt x="587157" y="1369716"/>
                  </a:lnTo>
                  <a:lnTo>
                    <a:pt x="587160" y="1369708"/>
                  </a:lnTo>
                  <a:lnTo>
                    <a:pt x="587167" y="1369699"/>
                  </a:lnTo>
                  <a:lnTo>
                    <a:pt x="587172" y="1369692"/>
                  </a:lnTo>
                  <a:lnTo>
                    <a:pt x="587176" y="1369684"/>
                  </a:lnTo>
                  <a:lnTo>
                    <a:pt x="587179" y="1369676"/>
                  </a:lnTo>
                  <a:lnTo>
                    <a:pt x="587180" y="1369667"/>
                  </a:lnTo>
                  <a:lnTo>
                    <a:pt x="587181" y="1369657"/>
                  </a:lnTo>
                  <a:lnTo>
                    <a:pt x="587179" y="1369645"/>
                  </a:lnTo>
                  <a:lnTo>
                    <a:pt x="587176" y="1369635"/>
                  </a:lnTo>
                  <a:lnTo>
                    <a:pt x="587174" y="1369628"/>
                  </a:lnTo>
                  <a:lnTo>
                    <a:pt x="587169" y="1369620"/>
                  </a:lnTo>
                  <a:lnTo>
                    <a:pt x="587160" y="1369605"/>
                  </a:lnTo>
                  <a:lnTo>
                    <a:pt x="587156" y="1369596"/>
                  </a:lnTo>
                  <a:lnTo>
                    <a:pt x="587154" y="1369589"/>
                  </a:lnTo>
                  <a:lnTo>
                    <a:pt x="587154" y="1369577"/>
                  </a:lnTo>
                  <a:lnTo>
                    <a:pt x="587155" y="1369566"/>
                  </a:lnTo>
                  <a:lnTo>
                    <a:pt x="587156" y="1369555"/>
                  </a:lnTo>
                  <a:lnTo>
                    <a:pt x="587156" y="1369544"/>
                  </a:lnTo>
                  <a:lnTo>
                    <a:pt x="587157" y="1369536"/>
                  </a:lnTo>
                  <a:lnTo>
                    <a:pt x="587158" y="1369530"/>
                  </a:lnTo>
                  <a:lnTo>
                    <a:pt x="587163" y="1369514"/>
                  </a:lnTo>
                  <a:lnTo>
                    <a:pt x="587165" y="1369506"/>
                  </a:lnTo>
                  <a:lnTo>
                    <a:pt x="587168" y="1369493"/>
                  </a:lnTo>
                  <a:lnTo>
                    <a:pt x="587170" y="1369482"/>
                  </a:lnTo>
                  <a:lnTo>
                    <a:pt x="587172" y="1369474"/>
                  </a:lnTo>
                  <a:lnTo>
                    <a:pt x="587176" y="1369464"/>
                  </a:lnTo>
                  <a:lnTo>
                    <a:pt x="587178" y="1369458"/>
                  </a:lnTo>
                  <a:lnTo>
                    <a:pt x="587183" y="1369452"/>
                  </a:lnTo>
                  <a:lnTo>
                    <a:pt x="587191" y="1369446"/>
                  </a:lnTo>
                  <a:lnTo>
                    <a:pt x="587198" y="1369441"/>
                  </a:lnTo>
                  <a:lnTo>
                    <a:pt x="587211" y="1369435"/>
                  </a:lnTo>
                  <a:lnTo>
                    <a:pt x="587223" y="1369428"/>
                  </a:lnTo>
                  <a:lnTo>
                    <a:pt x="587229" y="1369423"/>
                  </a:lnTo>
                  <a:lnTo>
                    <a:pt x="587235" y="1369416"/>
                  </a:lnTo>
                  <a:lnTo>
                    <a:pt x="587239" y="1369410"/>
                  </a:lnTo>
                  <a:lnTo>
                    <a:pt x="587243" y="1369403"/>
                  </a:lnTo>
                  <a:lnTo>
                    <a:pt x="587248" y="1369399"/>
                  </a:lnTo>
                  <a:lnTo>
                    <a:pt x="587254" y="1369395"/>
                  </a:lnTo>
                  <a:lnTo>
                    <a:pt x="587263" y="1369386"/>
                  </a:lnTo>
                  <a:lnTo>
                    <a:pt x="587273" y="1369378"/>
                  </a:lnTo>
                  <a:lnTo>
                    <a:pt x="587282" y="1369372"/>
                  </a:lnTo>
                  <a:lnTo>
                    <a:pt x="587285" y="1369368"/>
                  </a:lnTo>
                  <a:lnTo>
                    <a:pt x="587290" y="1369357"/>
                  </a:lnTo>
                  <a:lnTo>
                    <a:pt x="587294" y="1369342"/>
                  </a:lnTo>
                  <a:lnTo>
                    <a:pt x="587298" y="1369325"/>
                  </a:lnTo>
                  <a:lnTo>
                    <a:pt x="587301" y="1369318"/>
                  </a:lnTo>
                  <a:lnTo>
                    <a:pt x="587297" y="1369313"/>
                  </a:lnTo>
                  <a:lnTo>
                    <a:pt x="587293" y="1369309"/>
                  </a:lnTo>
                  <a:lnTo>
                    <a:pt x="587285" y="1369302"/>
                  </a:lnTo>
                  <a:lnTo>
                    <a:pt x="587276" y="1369294"/>
                  </a:lnTo>
                  <a:lnTo>
                    <a:pt x="587270" y="1369288"/>
                  </a:lnTo>
                  <a:lnTo>
                    <a:pt x="587263" y="1369283"/>
                  </a:lnTo>
                  <a:lnTo>
                    <a:pt x="587253" y="1369275"/>
                  </a:lnTo>
                  <a:lnTo>
                    <a:pt x="587244" y="1369267"/>
                  </a:lnTo>
                  <a:lnTo>
                    <a:pt x="587240" y="1369261"/>
                  </a:lnTo>
                  <a:lnTo>
                    <a:pt x="587236" y="1369251"/>
                  </a:lnTo>
                  <a:lnTo>
                    <a:pt x="587235" y="1369245"/>
                  </a:lnTo>
                  <a:lnTo>
                    <a:pt x="587233" y="1369237"/>
                  </a:lnTo>
                  <a:lnTo>
                    <a:pt x="587231" y="1369230"/>
                  </a:lnTo>
                  <a:lnTo>
                    <a:pt x="587227" y="1369219"/>
                  </a:lnTo>
                  <a:lnTo>
                    <a:pt x="587223" y="1369210"/>
                  </a:lnTo>
                  <a:lnTo>
                    <a:pt x="587220" y="1369196"/>
                  </a:lnTo>
                  <a:lnTo>
                    <a:pt x="587216" y="1369180"/>
                  </a:lnTo>
                  <a:lnTo>
                    <a:pt x="587215" y="1369171"/>
                  </a:lnTo>
                  <a:lnTo>
                    <a:pt x="587211" y="1369163"/>
                  </a:lnTo>
                  <a:lnTo>
                    <a:pt x="587209" y="1369156"/>
                  </a:lnTo>
                  <a:lnTo>
                    <a:pt x="587206" y="1369150"/>
                  </a:lnTo>
                  <a:lnTo>
                    <a:pt x="587200" y="1369143"/>
                  </a:lnTo>
                  <a:lnTo>
                    <a:pt x="587185" y="1369130"/>
                  </a:lnTo>
                  <a:lnTo>
                    <a:pt x="587181" y="1369124"/>
                  </a:lnTo>
                  <a:lnTo>
                    <a:pt x="587179" y="1369116"/>
                  </a:lnTo>
                  <a:lnTo>
                    <a:pt x="587175" y="1369107"/>
                  </a:lnTo>
                  <a:lnTo>
                    <a:pt x="587168" y="1369094"/>
                  </a:lnTo>
                  <a:lnTo>
                    <a:pt x="587161" y="1369079"/>
                  </a:lnTo>
                  <a:lnTo>
                    <a:pt x="587157" y="1369070"/>
                  </a:lnTo>
                  <a:lnTo>
                    <a:pt x="587156" y="1369061"/>
                  </a:lnTo>
                  <a:lnTo>
                    <a:pt x="587156" y="1369054"/>
                  </a:lnTo>
                  <a:lnTo>
                    <a:pt x="587159" y="1369042"/>
                  </a:lnTo>
                  <a:lnTo>
                    <a:pt x="587160" y="1369033"/>
                  </a:lnTo>
                  <a:lnTo>
                    <a:pt x="587161" y="1369027"/>
                  </a:lnTo>
                  <a:lnTo>
                    <a:pt x="587161" y="1369020"/>
                  </a:lnTo>
                  <a:lnTo>
                    <a:pt x="587161" y="1369008"/>
                  </a:lnTo>
                  <a:lnTo>
                    <a:pt x="587160" y="1369002"/>
                  </a:lnTo>
                  <a:lnTo>
                    <a:pt x="587156" y="1368997"/>
                  </a:lnTo>
                  <a:lnTo>
                    <a:pt x="587150" y="1368993"/>
                  </a:lnTo>
                  <a:lnTo>
                    <a:pt x="587141" y="1368985"/>
                  </a:lnTo>
                  <a:lnTo>
                    <a:pt x="587136" y="1368981"/>
                  </a:lnTo>
                  <a:lnTo>
                    <a:pt x="587131" y="1368976"/>
                  </a:lnTo>
                  <a:lnTo>
                    <a:pt x="587127" y="1368970"/>
                  </a:lnTo>
                  <a:lnTo>
                    <a:pt x="587122" y="1368962"/>
                  </a:lnTo>
                  <a:lnTo>
                    <a:pt x="587119" y="1368955"/>
                  </a:lnTo>
                  <a:lnTo>
                    <a:pt x="587110" y="1368938"/>
                  </a:lnTo>
                  <a:lnTo>
                    <a:pt x="587104" y="1368927"/>
                  </a:lnTo>
                  <a:lnTo>
                    <a:pt x="587098" y="1368917"/>
                  </a:lnTo>
                  <a:lnTo>
                    <a:pt x="587093" y="1368907"/>
                  </a:lnTo>
                  <a:lnTo>
                    <a:pt x="587091" y="1368901"/>
                  </a:lnTo>
                  <a:lnTo>
                    <a:pt x="587085" y="1368874"/>
                  </a:lnTo>
                  <a:lnTo>
                    <a:pt x="587082" y="1368859"/>
                  </a:lnTo>
                  <a:lnTo>
                    <a:pt x="587081" y="1368851"/>
                  </a:lnTo>
                  <a:lnTo>
                    <a:pt x="587080" y="1368841"/>
                  </a:lnTo>
                  <a:lnTo>
                    <a:pt x="587080" y="1368834"/>
                  </a:lnTo>
                  <a:lnTo>
                    <a:pt x="587083" y="1368828"/>
                  </a:lnTo>
                  <a:lnTo>
                    <a:pt x="587087" y="1368821"/>
                  </a:lnTo>
                  <a:lnTo>
                    <a:pt x="587099" y="1368803"/>
                  </a:lnTo>
                  <a:lnTo>
                    <a:pt x="587106" y="1368789"/>
                  </a:lnTo>
                  <a:lnTo>
                    <a:pt x="587114" y="1368769"/>
                  </a:lnTo>
                  <a:lnTo>
                    <a:pt x="587119" y="1368750"/>
                  </a:lnTo>
                  <a:lnTo>
                    <a:pt x="587121" y="1368739"/>
                  </a:lnTo>
                  <a:lnTo>
                    <a:pt x="587120" y="1368717"/>
                  </a:lnTo>
                  <a:lnTo>
                    <a:pt x="587120" y="1368707"/>
                  </a:lnTo>
                  <a:lnTo>
                    <a:pt x="587123" y="1368698"/>
                  </a:lnTo>
                  <a:lnTo>
                    <a:pt x="587123" y="1368690"/>
                  </a:lnTo>
                  <a:lnTo>
                    <a:pt x="587118" y="1368675"/>
                  </a:lnTo>
                  <a:lnTo>
                    <a:pt x="587114" y="1368663"/>
                  </a:lnTo>
                  <a:lnTo>
                    <a:pt x="587111" y="1368646"/>
                  </a:lnTo>
                  <a:lnTo>
                    <a:pt x="587106" y="1368636"/>
                  </a:lnTo>
                  <a:lnTo>
                    <a:pt x="587102" y="1368629"/>
                  </a:lnTo>
                  <a:lnTo>
                    <a:pt x="587096" y="1368622"/>
                  </a:lnTo>
                  <a:lnTo>
                    <a:pt x="587092" y="1368614"/>
                  </a:lnTo>
                  <a:lnTo>
                    <a:pt x="587093" y="1368605"/>
                  </a:lnTo>
                  <a:lnTo>
                    <a:pt x="587094" y="1368598"/>
                  </a:lnTo>
                  <a:lnTo>
                    <a:pt x="587097" y="1368592"/>
                  </a:lnTo>
                  <a:lnTo>
                    <a:pt x="587101" y="1368585"/>
                  </a:lnTo>
                  <a:lnTo>
                    <a:pt x="587108" y="1368575"/>
                  </a:lnTo>
                  <a:lnTo>
                    <a:pt x="587117" y="1368558"/>
                  </a:lnTo>
                  <a:lnTo>
                    <a:pt x="587119" y="1368553"/>
                  </a:lnTo>
                  <a:lnTo>
                    <a:pt x="587121" y="1368546"/>
                  </a:lnTo>
                  <a:lnTo>
                    <a:pt x="587121" y="1368539"/>
                  </a:lnTo>
                  <a:lnTo>
                    <a:pt x="587118" y="1368530"/>
                  </a:lnTo>
                  <a:lnTo>
                    <a:pt x="587112" y="1368520"/>
                  </a:lnTo>
                  <a:lnTo>
                    <a:pt x="587100" y="1368499"/>
                  </a:lnTo>
                  <a:lnTo>
                    <a:pt x="587094" y="1368489"/>
                  </a:lnTo>
                  <a:lnTo>
                    <a:pt x="587090" y="1368479"/>
                  </a:lnTo>
                  <a:lnTo>
                    <a:pt x="587086" y="1368467"/>
                  </a:lnTo>
                  <a:lnTo>
                    <a:pt x="587079" y="1368439"/>
                  </a:lnTo>
                  <a:lnTo>
                    <a:pt x="587078" y="1368429"/>
                  </a:lnTo>
                  <a:lnTo>
                    <a:pt x="587072" y="1368406"/>
                  </a:lnTo>
                  <a:lnTo>
                    <a:pt x="587063" y="1368378"/>
                  </a:lnTo>
                  <a:lnTo>
                    <a:pt x="587052" y="1368352"/>
                  </a:lnTo>
                  <a:lnTo>
                    <a:pt x="587049" y="1368344"/>
                  </a:lnTo>
                  <a:lnTo>
                    <a:pt x="587045" y="1368333"/>
                  </a:lnTo>
                  <a:lnTo>
                    <a:pt x="587044" y="1368325"/>
                  </a:lnTo>
                  <a:lnTo>
                    <a:pt x="587041" y="1368311"/>
                  </a:lnTo>
                  <a:lnTo>
                    <a:pt x="587038" y="1368298"/>
                  </a:lnTo>
                  <a:lnTo>
                    <a:pt x="587036" y="1368290"/>
                  </a:lnTo>
                  <a:lnTo>
                    <a:pt x="587034" y="1368279"/>
                  </a:lnTo>
                  <a:lnTo>
                    <a:pt x="587030" y="1368263"/>
                  </a:lnTo>
                  <a:lnTo>
                    <a:pt x="587023" y="1368245"/>
                  </a:lnTo>
                  <a:lnTo>
                    <a:pt x="587018" y="1368232"/>
                  </a:lnTo>
                  <a:lnTo>
                    <a:pt x="587014" y="1368226"/>
                  </a:lnTo>
                  <a:lnTo>
                    <a:pt x="587000" y="1368211"/>
                  </a:lnTo>
                  <a:lnTo>
                    <a:pt x="586984" y="1368193"/>
                  </a:lnTo>
                  <a:lnTo>
                    <a:pt x="586975" y="1368185"/>
                  </a:lnTo>
                  <a:lnTo>
                    <a:pt x="586965" y="1368177"/>
                  </a:lnTo>
                  <a:lnTo>
                    <a:pt x="586956" y="1368171"/>
                  </a:lnTo>
                  <a:lnTo>
                    <a:pt x="586947" y="1368164"/>
                  </a:lnTo>
                  <a:lnTo>
                    <a:pt x="586935" y="1368157"/>
                  </a:lnTo>
                  <a:lnTo>
                    <a:pt x="586925" y="1368150"/>
                  </a:lnTo>
                  <a:lnTo>
                    <a:pt x="586911" y="1368142"/>
                  </a:lnTo>
                  <a:lnTo>
                    <a:pt x="586901" y="1368136"/>
                  </a:lnTo>
                  <a:lnTo>
                    <a:pt x="586891" y="1368130"/>
                  </a:lnTo>
                  <a:lnTo>
                    <a:pt x="586883" y="1368125"/>
                  </a:lnTo>
                  <a:lnTo>
                    <a:pt x="586874" y="1368118"/>
                  </a:lnTo>
                  <a:lnTo>
                    <a:pt x="586864" y="1368111"/>
                  </a:lnTo>
                  <a:lnTo>
                    <a:pt x="586854" y="1368103"/>
                  </a:lnTo>
                  <a:lnTo>
                    <a:pt x="586842" y="1368095"/>
                  </a:lnTo>
                  <a:lnTo>
                    <a:pt x="586833" y="1368088"/>
                  </a:lnTo>
                  <a:lnTo>
                    <a:pt x="586829" y="1368086"/>
                  </a:lnTo>
                  <a:lnTo>
                    <a:pt x="586824" y="1368083"/>
                  </a:lnTo>
                  <a:lnTo>
                    <a:pt x="586814" y="1368080"/>
                  </a:lnTo>
                  <a:lnTo>
                    <a:pt x="586801" y="1368076"/>
                  </a:lnTo>
                  <a:lnTo>
                    <a:pt x="586792" y="1368074"/>
                  </a:lnTo>
                  <a:lnTo>
                    <a:pt x="586784" y="1368073"/>
                  </a:lnTo>
                  <a:lnTo>
                    <a:pt x="586774" y="1368074"/>
                  </a:lnTo>
                  <a:lnTo>
                    <a:pt x="586763" y="1368074"/>
                  </a:lnTo>
                  <a:lnTo>
                    <a:pt x="586752" y="1368073"/>
                  </a:lnTo>
                  <a:lnTo>
                    <a:pt x="586741" y="1368067"/>
                  </a:lnTo>
                  <a:lnTo>
                    <a:pt x="586733" y="1368062"/>
                  </a:lnTo>
                  <a:lnTo>
                    <a:pt x="586723" y="1368055"/>
                  </a:lnTo>
                  <a:lnTo>
                    <a:pt x="586717" y="1368051"/>
                  </a:lnTo>
                  <a:lnTo>
                    <a:pt x="586707" y="1368046"/>
                  </a:lnTo>
                  <a:lnTo>
                    <a:pt x="586701" y="1368043"/>
                  </a:lnTo>
                  <a:lnTo>
                    <a:pt x="586692" y="1368037"/>
                  </a:lnTo>
                  <a:lnTo>
                    <a:pt x="586676" y="1368024"/>
                  </a:lnTo>
                  <a:lnTo>
                    <a:pt x="586662" y="1368012"/>
                  </a:lnTo>
                  <a:lnTo>
                    <a:pt x="586649" y="1367998"/>
                  </a:lnTo>
                  <a:lnTo>
                    <a:pt x="586636" y="1367982"/>
                  </a:lnTo>
                  <a:lnTo>
                    <a:pt x="586630" y="1367972"/>
                  </a:lnTo>
                  <a:lnTo>
                    <a:pt x="586628" y="1367966"/>
                  </a:lnTo>
                  <a:lnTo>
                    <a:pt x="586627" y="1367960"/>
                  </a:lnTo>
                  <a:lnTo>
                    <a:pt x="586627" y="1367939"/>
                  </a:lnTo>
                  <a:lnTo>
                    <a:pt x="586627" y="1367924"/>
                  </a:lnTo>
                  <a:lnTo>
                    <a:pt x="586625" y="1367912"/>
                  </a:lnTo>
                  <a:lnTo>
                    <a:pt x="586625" y="1367902"/>
                  </a:lnTo>
                  <a:lnTo>
                    <a:pt x="586624" y="1367892"/>
                  </a:lnTo>
                  <a:lnTo>
                    <a:pt x="586619" y="1367885"/>
                  </a:lnTo>
                  <a:lnTo>
                    <a:pt x="586614" y="1367880"/>
                  </a:lnTo>
                  <a:lnTo>
                    <a:pt x="586605" y="1367875"/>
                  </a:lnTo>
                  <a:lnTo>
                    <a:pt x="586596" y="1367871"/>
                  </a:lnTo>
                  <a:lnTo>
                    <a:pt x="586577" y="1367866"/>
                  </a:lnTo>
                  <a:lnTo>
                    <a:pt x="586558" y="1367862"/>
                  </a:lnTo>
                  <a:lnTo>
                    <a:pt x="586540" y="1367858"/>
                  </a:lnTo>
                  <a:lnTo>
                    <a:pt x="586528" y="1367856"/>
                  </a:lnTo>
                  <a:lnTo>
                    <a:pt x="586521" y="1367854"/>
                  </a:lnTo>
                  <a:lnTo>
                    <a:pt x="586510" y="1367851"/>
                  </a:lnTo>
                  <a:lnTo>
                    <a:pt x="586488" y="1367845"/>
                  </a:lnTo>
                  <a:lnTo>
                    <a:pt x="586470" y="1367838"/>
                  </a:lnTo>
                  <a:lnTo>
                    <a:pt x="586445" y="1367829"/>
                  </a:lnTo>
                  <a:lnTo>
                    <a:pt x="586437" y="1367826"/>
                  </a:lnTo>
                  <a:lnTo>
                    <a:pt x="586426" y="1367824"/>
                  </a:lnTo>
                  <a:lnTo>
                    <a:pt x="586415" y="1367823"/>
                  </a:lnTo>
                  <a:lnTo>
                    <a:pt x="586406" y="1367823"/>
                  </a:lnTo>
                  <a:lnTo>
                    <a:pt x="586397" y="1367823"/>
                  </a:lnTo>
                  <a:lnTo>
                    <a:pt x="586385" y="1367822"/>
                  </a:lnTo>
                  <a:lnTo>
                    <a:pt x="586370" y="1367821"/>
                  </a:lnTo>
                  <a:lnTo>
                    <a:pt x="586359" y="1367819"/>
                  </a:lnTo>
                  <a:lnTo>
                    <a:pt x="586352" y="1367818"/>
                  </a:lnTo>
                  <a:lnTo>
                    <a:pt x="586341" y="1367818"/>
                  </a:lnTo>
                  <a:lnTo>
                    <a:pt x="586335" y="1367818"/>
                  </a:lnTo>
                  <a:lnTo>
                    <a:pt x="586328" y="1367819"/>
                  </a:lnTo>
                  <a:lnTo>
                    <a:pt x="586316" y="1367820"/>
                  </a:lnTo>
                  <a:lnTo>
                    <a:pt x="586309" y="1367823"/>
                  </a:lnTo>
                  <a:lnTo>
                    <a:pt x="586303" y="1367826"/>
                  </a:lnTo>
                  <a:lnTo>
                    <a:pt x="586299" y="1367832"/>
                  </a:lnTo>
                  <a:lnTo>
                    <a:pt x="586294" y="1367836"/>
                  </a:lnTo>
                  <a:lnTo>
                    <a:pt x="586288" y="1367837"/>
                  </a:lnTo>
                  <a:lnTo>
                    <a:pt x="586281" y="1367837"/>
                  </a:lnTo>
                  <a:lnTo>
                    <a:pt x="586273" y="1367837"/>
                  </a:lnTo>
                  <a:lnTo>
                    <a:pt x="586264" y="1367835"/>
                  </a:lnTo>
                  <a:lnTo>
                    <a:pt x="586252" y="1367830"/>
                  </a:lnTo>
                  <a:lnTo>
                    <a:pt x="586246" y="1367828"/>
                  </a:lnTo>
                  <a:lnTo>
                    <a:pt x="586239" y="1367827"/>
                  </a:lnTo>
                  <a:lnTo>
                    <a:pt x="586228" y="1367825"/>
                  </a:lnTo>
                  <a:lnTo>
                    <a:pt x="586221" y="1367825"/>
                  </a:lnTo>
                  <a:lnTo>
                    <a:pt x="586211" y="1367825"/>
                  </a:lnTo>
                  <a:lnTo>
                    <a:pt x="586201" y="1367826"/>
                  </a:lnTo>
                  <a:lnTo>
                    <a:pt x="586191" y="1367828"/>
                  </a:lnTo>
                  <a:lnTo>
                    <a:pt x="586183" y="1367829"/>
                  </a:lnTo>
                  <a:lnTo>
                    <a:pt x="586175" y="1367830"/>
                  </a:lnTo>
                  <a:lnTo>
                    <a:pt x="586168" y="1367830"/>
                  </a:lnTo>
                  <a:lnTo>
                    <a:pt x="586156" y="1367829"/>
                  </a:lnTo>
                  <a:lnTo>
                    <a:pt x="586147" y="1367829"/>
                  </a:lnTo>
                  <a:lnTo>
                    <a:pt x="586138" y="1367828"/>
                  </a:lnTo>
                  <a:lnTo>
                    <a:pt x="586128" y="1367827"/>
                  </a:lnTo>
                  <a:lnTo>
                    <a:pt x="586120" y="1367826"/>
                  </a:lnTo>
                  <a:lnTo>
                    <a:pt x="586114" y="1367825"/>
                  </a:lnTo>
                  <a:lnTo>
                    <a:pt x="586105" y="1367823"/>
                  </a:lnTo>
                  <a:lnTo>
                    <a:pt x="586098" y="1367821"/>
                  </a:lnTo>
                  <a:lnTo>
                    <a:pt x="586091" y="1367818"/>
                  </a:lnTo>
                  <a:lnTo>
                    <a:pt x="586085" y="1367814"/>
                  </a:lnTo>
                  <a:lnTo>
                    <a:pt x="586078" y="1367810"/>
                  </a:lnTo>
                  <a:lnTo>
                    <a:pt x="586069" y="1367801"/>
                  </a:lnTo>
                  <a:lnTo>
                    <a:pt x="586057" y="1367786"/>
                  </a:lnTo>
                  <a:lnTo>
                    <a:pt x="586049" y="1367778"/>
                  </a:lnTo>
                  <a:lnTo>
                    <a:pt x="586043" y="1367770"/>
                  </a:lnTo>
                  <a:lnTo>
                    <a:pt x="586034" y="1367762"/>
                  </a:lnTo>
                  <a:lnTo>
                    <a:pt x="586030" y="1367759"/>
                  </a:lnTo>
                  <a:lnTo>
                    <a:pt x="586024" y="1367753"/>
                  </a:lnTo>
                  <a:lnTo>
                    <a:pt x="586018" y="1367749"/>
                  </a:lnTo>
                  <a:lnTo>
                    <a:pt x="586008" y="1367743"/>
                  </a:lnTo>
                  <a:lnTo>
                    <a:pt x="585999" y="1367738"/>
                  </a:lnTo>
                  <a:lnTo>
                    <a:pt x="585991" y="1367732"/>
                  </a:lnTo>
                  <a:lnTo>
                    <a:pt x="585984" y="1367726"/>
                  </a:lnTo>
                  <a:lnTo>
                    <a:pt x="585979" y="1367719"/>
                  </a:lnTo>
                  <a:lnTo>
                    <a:pt x="585963" y="1367705"/>
                  </a:lnTo>
                  <a:lnTo>
                    <a:pt x="585957" y="1367700"/>
                  </a:lnTo>
                  <a:lnTo>
                    <a:pt x="585943" y="1367689"/>
                  </a:lnTo>
                  <a:lnTo>
                    <a:pt x="585933" y="1367683"/>
                  </a:lnTo>
                  <a:lnTo>
                    <a:pt x="585927" y="1367678"/>
                  </a:lnTo>
                  <a:lnTo>
                    <a:pt x="585911" y="1367657"/>
                  </a:lnTo>
                  <a:lnTo>
                    <a:pt x="585904" y="1367648"/>
                  </a:lnTo>
                  <a:lnTo>
                    <a:pt x="585890" y="1367638"/>
                  </a:lnTo>
                  <a:lnTo>
                    <a:pt x="585869" y="1367626"/>
                  </a:lnTo>
                  <a:lnTo>
                    <a:pt x="585862" y="1367620"/>
                  </a:lnTo>
                  <a:lnTo>
                    <a:pt x="585847" y="1367607"/>
                  </a:lnTo>
                  <a:lnTo>
                    <a:pt x="585829" y="1367591"/>
                  </a:lnTo>
                  <a:lnTo>
                    <a:pt x="585809" y="1367572"/>
                  </a:lnTo>
                  <a:lnTo>
                    <a:pt x="585789" y="1367552"/>
                  </a:lnTo>
                  <a:lnTo>
                    <a:pt x="585771" y="1367532"/>
                  </a:lnTo>
                  <a:lnTo>
                    <a:pt x="585764" y="1367526"/>
                  </a:lnTo>
                  <a:lnTo>
                    <a:pt x="585750" y="1367513"/>
                  </a:lnTo>
                  <a:lnTo>
                    <a:pt x="585730" y="1367497"/>
                  </a:lnTo>
                  <a:lnTo>
                    <a:pt x="585721" y="1367487"/>
                  </a:lnTo>
                  <a:lnTo>
                    <a:pt x="585711" y="1367476"/>
                  </a:lnTo>
                  <a:lnTo>
                    <a:pt x="585707" y="1367468"/>
                  </a:lnTo>
                  <a:lnTo>
                    <a:pt x="585705" y="1367460"/>
                  </a:lnTo>
                  <a:lnTo>
                    <a:pt x="585703" y="1367443"/>
                  </a:lnTo>
                  <a:lnTo>
                    <a:pt x="585701" y="1367428"/>
                  </a:lnTo>
                  <a:lnTo>
                    <a:pt x="585700" y="1367421"/>
                  </a:lnTo>
                  <a:lnTo>
                    <a:pt x="585697" y="1367411"/>
                  </a:lnTo>
                  <a:lnTo>
                    <a:pt x="585694" y="1367405"/>
                  </a:lnTo>
                  <a:lnTo>
                    <a:pt x="585691" y="1367394"/>
                  </a:lnTo>
                  <a:lnTo>
                    <a:pt x="585690" y="1367386"/>
                  </a:lnTo>
                  <a:lnTo>
                    <a:pt x="585688" y="1367371"/>
                  </a:lnTo>
                  <a:lnTo>
                    <a:pt x="585687" y="1367357"/>
                  </a:lnTo>
                  <a:lnTo>
                    <a:pt x="585685" y="1367346"/>
                  </a:lnTo>
                  <a:lnTo>
                    <a:pt x="585685" y="1367339"/>
                  </a:lnTo>
                  <a:lnTo>
                    <a:pt x="585684" y="1367327"/>
                  </a:lnTo>
                  <a:lnTo>
                    <a:pt x="585683" y="1367317"/>
                  </a:lnTo>
                  <a:lnTo>
                    <a:pt x="585682" y="1367309"/>
                  </a:lnTo>
                  <a:lnTo>
                    <a:pt x="585678" y="1367290"/>
                  </a:lnTo>
                  <a:lnTo>
                    <a:pt x="585674" y="1367275"/>
                  </a:lnTo>
                  <a:lnTo>
                    <a:pt x="585671" y="1367260"/>
                  </a:lnTo>
                  <a:lnTo>
                    <a:pt x="585668" y="1367245"/>
                  </a:lnTo>
                  <a:lnTo>
                    <a:pt x="585666" y="1367230"/>
                  </a:lnTo>
                  <a:lnTo>
                    <a:pt x="585663" y="1367224"/>
                  </a:lnTo>
                  <a:lnTo>
                    <a:pt x="585661" y="1367217"/>
                  </a:lnTo>
                  <a:lnTo>
                    <a:pt x="585659" y="1367209"/>
                  </a:lnTo>
                  <a:lnTo>
                    <a:pt x="585659" y="1367197"/>
                  </a:lnTo>
                  <a:lnTo>
                    <a:pt x="585662" y="1367179"/>
                  </a:lnTo>
                  <a:lnTo>
                    <a:pt x="585663" y="1367174"/>
                  </a:lnTo>
                  <a:lnTo>
                    <a:pt x="585665" y="1367167"/>
                  </a:lnTo>
                  <a:lnTo>
                    <a:pt x="585673" y="1367145"/>
                  </a:lnTo>
                  <a:lnTo>
                    <a:pt x="585683" y="1367128"/>
                  </a:lnTo>
                  <a:lnTo>
                    <a:pt x="585686" y="1367123"/>
                  </a:lnTo>
                  <a:lnTo>
                    <a:pt x="585699" y="1367116"/>
                  </a:lnTo>
                  <a:lnTo>
                    <a:pt x="585705" y="1367110"/>
                  </a:lnTo>
                  <a:lnTo>
                    <a:pt x="585709" y="1367105"/>
                  </a:lnTo>
                  <a:lnTo>
                    <a:pt x="585714" y="1367092"/>
                  </a:lnTo>
                  <a:lnTo>
                    <a:pt x="585716" y="1367084"/>
                  </a:lnTo>
                  <a:lnTo>
                    <a:pt x="585719" y="1367073"/>
                  </a:lnTo>
                  <a:lnTo>
                    <a:pt x="585721" y="1367062"/>
                  </a:lnTo>
                  <a:lnTo>
                    <a:pt x="585722" y="1367055"/>
                  </a:lnTo>
                  <a:lnTo>
                    <a:pt x="585721" y="1367048"/>
                  </a:lnTo>
                  <a:lnTo>
                    <a:pt x="585718" y="1367040"/>
                  </a:lnTo>
                  <a:lnTo>
                    <a:pt x="585713" y="1367028"/>
                  </a:lnTo>
                  <a:lnTo>
                    <a:pt x="585705" y="1367010"/>
                  </a:lnTo>
                  <a:lnTo>
                    <a:pt x="585700" y="1366999"/>
                  </a:lnTo>
                  <a:lnTo>
                    <a:pt x="585695" y="1366982"/>
                  </a:lnTo>
                  <a:lnTo>
                    <a:pt x="585690" y="1366969"/>
                  </a:lnTo>
                  <a:lnTo>
                    <a:pt x="585684" y="1366954"/>
                  </a:lnTo>
                  <a:lnTo>
                    <a:pt x="585681" y="1366947"/>
                  </a:lnTo>
                  <a:lnTo>
                    <a:pt x="585681" y="1366940"/>
                  </a:lnTo>
                  <a:lnTo>
                    <a:pt x="585681" y="1366931"/>
                  </a:lnTo>
                  <a:lnTo>
                    <a:pt x="585682" y="1366920"/>
                  </a:lnTo>
                  <a:lnTo>
                    <a:pt x="585684" y="1366903"/>
                  </a:lnTo>
                  <a:lnTo>
                    <a:pt x="585687" y="1366888"/>
                  </a:lnTo>
                  <a:lnTo>
                    <a:pt x="585688" y="1366873"/>
                  </a:lnTo>
                  <a:lnTo>
                    <a:pt x="585690" y="1366861"/>
                  </a:lnTo>
                  <a:lnTo>
                    <a:pt x="585692" y="1366844"/>
                  </a:lnTo>
                  <a:lnTo>
                    <a:pt x="585695" y="1366826"/>
                  </a:lnTo>
                  <a:lnTo>
                    <a:pt x="585696" y="1366811"/>
                  </a:lnTo>
                  <a:lnTo>
                    <a:pt x="585698" y="1366796"/>
                  </a:lnTo>
                  <a:lnTo>
                    <a:pt x="585698" y="1366790"/>
                  </a:lnTo>
                  <a:lnTo>
                    <a:pt x="585699" y="1366775"/>
                  </a:lnTo>
                  <a:lnTo>
                    <a:pt x="585698" y="1366764"/>
                  </a:lnTo>
                  <a:lnTo>
                    <a:pt x="585698" y="1366754"/>
                  </a:lnTo>
                  <a:lnTo>
                    <a:pt x="585699" y="1366748"/>
                  </a:lnTo>
                  <a:lnTo>
                    <a:pt x="585700" y="1366735"/>
                  </a:lnTo>
                  <a:lnTo>
                    <a:pt x="585702" y="1366725"/>
                  </a:lnTo>
                  <a:lnTo>
                    <a:pt x="585704" y="1366717"/>
                  </a:lnTo>
                  <a:lnTo>
                    <a:pt x="585708" y="1366709"/>
                  </a:lnTo>
                  <a:lnTo>
                    <a:pt x="585713" y="1366699"/>
                  </a:lnTo>
                  <a:lnTo>
                    <a:pt x="585715" y="1366694"/>
                  </a:lnTo>
                  <a:lnTo>
                    <a:pt x="585718" y="1366687"/>
                  </a:lnTo>
                  <a:lnTo>
                    <a:pt x="585720" y="1366677"/>
                  </a:lnTo>
                  <a:lnTo>
                    <a:pt x="585722" y="1366668"/>
                  </a:lnTo>
                  <a:lnTo>
                    <a:pt x="585725" y="1366658"/>
                  </a:lnTo>
                  <a:lnTo>
                    <a:pt x="585727" y="1366648"/>
                  </a:lnTo>
                  <a:lnTo>
                    <a:pt x="585731" y="1366634"/>
                  </a:lnTo>
                  <a:lnTo>
                    <a:pt x="585733" y="1366623"/>
                  </a:lnTo>
                  <a:lnTo>
                    <a:pt x="585735" y="1366611"/>
                  </a:lnTo>
                  <a:lnTo>
                    <a:pt x="585737" y="1366602"/>
                  </a:lnTo>
                  <a:lnTo>
                    <a:pt x="585737" y="1366589"/>
                  </a:lnTo>
                  <a:lnTo>
                    <a:pt x="585736" y="1366579"/>
                  </a:lnTo>
                  <a:lnTo>
                    <a:pt x="585736" y="1366570"/>
                  </a:lnTo>
                  <a:lnTo>
                    <a:pt x="585737" y="1366563"/>
                  </a:lnTo>
                  <a:lnTo>
                    <a:pt x="585739" y="1366557"/>
                  </a:lnTo>
                  <a:lnTo>
                    <a:pt x="585748" y="1366533"/>
                  </a:lnTo>
                  <a:lnTo>
                    <a:pt x="585762" y="1366506"/>
                  </a:lnTo>
                  <a:lnTo>
                    <a:pt x="585771" y="1366487"/>
                  </a:lnTo>
                  <a:lnTo>
                    <a:pt x="585778" y="1366477"/>
                  </a:lnTo>
                  <a:lnTo>
                    <a:pt x="585789" y="1366460"/>
                  </a:lnTo>
                  <a:lnTo>
                    <a:pt x="585795" y="1366449"/>
                  </a:lnTo>
                  <a:lnTo>
                    <a:pt x="585801" y="1366435"/>
                  </a:lnTo>
                  <a:lnTo>
                    <a:pt x="585805" y="1366423"/>
                  </a:lnTo>
                  <a:lnTo>
                    <a:pt x="585806" y="1366416"/>
                  </a:lnTo>
                  <a:lnTo>
                    <a:pt x="585806" y="1366405"/>
                  </a:lnTo>
                  <a:lnTo>
                    <a:pt x="585806" y="1366398"/>
                  </a:lnTo>
                  <a:lnTo>
                    <a:pt x="585805" y="1366391"/>
                  </a:lnTo>
                  <a:lnTo>
                    <a:pt x="585802" y="1366384"/>
                  </a:lnTo>
                  <a:lnTo>
                    <a:pt x="585800" y="1366379"/>
                  </a:lnTo>
                  <a:lnTo>
                    <a:pt x="585797" y="1366372"/>
                  </a:lnTo>
                  <a:lnTo>
                    <a:pt x="585791" y="1366356"/>
                  </a:lnTo>
                  <a:lnTo>
                    <a:pt x="585788" y="1366349"/>
                  </a:lnTo>
                  <a:lnTo>
                    <a:pt x="585785" y="1366337"/>
                  </a:lnTo>
                  <a:lnTo>
                    <a:pt x="585782" y="1366331"/>
                  </a:lnTo>
                  <a:lnTo>
                    <a:pt x="585780" y="1366320"/>
                  </a:lnTo>
                  <a:lnTo>
                    <a:pt x="585779" y="1366313"/>
                  </a:lnTo>
                  <a:lnTo>
                    <a:pt x="585777" y="1366307"/>
                  </a:lnTo>
                  <a:lnTo>
                    <a:pt x="585773" y="1366301"/>
                  </a:lnTo>
                  <a:lnTo>
                    <a:pt x="585765" y="1366293"/>
                  </a:lnTo>
                  <a:lnTo>
                    <a:pt x="585757" y="1366286"/>
                  </a:lnTo>
                  <a:lnTo>
                    <a:pt x="585749" y="1366278"/>
                  </a:lnTo>
                  <a:lnTo>
                    <a:pt x="585739" y="1366268"/>
                  </a:lnTo>
                  <a:lnTo>
                    <a:pt x="585726" y="1366256"/>
                  </a:lnTo>
                  <a:lnTo>
                    <a:pt x="585718" y="1366250"/>
                  </a:lnTo>
                  <a:lnTo>
                    <a:pt x="585706" y="1366244"/>
                  </a:lnTo>
                  <a:lnTo>
                    <a:pt x="585696" y="1366241"/>
                  </a:lnTo>
                  <a:lnTo>
                    <a:pt x="585680" y="1366237"/>
                  </a:lnTo>
                  <a:lnTo>
                    <a:pt x="585668" y="1366232"/>
                  </a:lnTo>
                  <a:lnTo>
                    <a:pt x="585654" y="1366227"/>
                  </a:lnTo>
                  <a:lnTo>
                    <a:pt x="585638" y="1366222"/>
                  </a:lnTo>
                  <a:lnTo>
                    <a:pt x="585634" y="1366221"/>
                  </a:lnTo>
                  <a:lnTo>
                    <a:pt x="585625" y="1366220"/>
                  </a:lnTo>
                  <a:lnTo>
                    <a:pt x="585610" y="1366218"/>
                  </a:lnTo>
                  <a:lnTo>
                    <a:pt x="585600" y="1366217"/>
                  </a:lnTo>
                  <a:lnTo>
                    <a:pt x="585595" y="1366215"/>
                  </a:lnTo>
                  <a:lnTo>
                    <a:pt x="585585" y="1366210"/>
                  </a:lnTo>
                  <a:lnTo>
                    <a:pt x="585578" y="1366206"/>
                  </a:lnTo>
                  <a:lnTo>
                    <a:pt x="585570" y="1366202"/>
                  </a:lnTo>
                  <a:lnTo>
                    <a:pt x="585561" y="1366198"/>
                  </a:lnTo>
                  <a:lnTo>
                    <a:pt x="585552" y="1366192"/>
                  </a:lnTo>
                  <a:lnTo>
                    <a:pt x="585540" y="1366185"/>
                  </a:lnTo>
                  <a:lnTo>
                    <a:pt x="585531" y="1366180"/>
                  </a:lnTo>
                  <a:lnTo>
                    <a:pt x="585525" y="1366175"/>
                  </a:lnTo>
                  <a:lnTo>
                    <a:pt x="585516" y="1366168"/>
                  </a:lnTo>
                  <a:lnTo>
                    <a:pt x="585510" y="1366162"/>
                  </a:lnTo>
                  <a:lnTo>
                    <a:pt x="585504" y="1366155"/>
                  </a:lnTo>
                  <a:lnTo>
                    <a:pt x="585498" y="1366145"/>
                  </a:lnTo>
                  <a:lnTo>
                    <a:pt x="585491" y="1366133"/>
                  </a:lnTo>
                  <a:lnTo>
                    <a:pt x="585486" y="1366125"/>
                  </a:lnTo>
                  <a:lnTo>
                    <a:pt x="585480" y="1366119"/>
                  </a:lnTo>
                  <a:lnTo>
                    <a:pt x="585474" y="1366117"/>
                  </a:lnTo>
                  <a:lnTo>
                    <a:pt x="585468" y="1366117"/>
                  </a:lnTo>
                  <a:lnTo>
                    <a:pt x="585458" y="1366116"/>
                  </a:lnTo>
                  <a:lnTo>
                    <a:pt x="585448" y="1366116"/>
                  </a:lnTo>
                  <a:lnTo>
                    <a:pt x="585442" y="1366113"/>
                  </a:lnTo>
                  <a:lnTo>
                    <a:pt x="585430" y="1366105"/>
                  </a:lnTo>
                  <a:lnTo>
                    <a:pt x="585424" y="1366100"/>
                  </a:lnTo>
                  <a:lnTo>
                    <a:pt x="585417" y="1366093"/>
                  </a:lnTo>
                  <a:lnTo>
                    <a:pt x="585394" y="1366072"/>
                  </a:lnTo>
                  <a:lnTo>
                    <a:pt x="585383" y="1366065"/>
                  </a:lnTo>
                  <a:lnTo>
                    <a:pt x="585371" y="1366059"/>
                  </a:lnTo>
                  <a:lnTo>
                    <a:pt x="585361" y="1366054"/>
                  </a:lnTo>
                  <a:lnTo>
                    <a:pt x="585355" y="1366050"/>
                  </a:lnTo>
                  <a:lnTo>
                    <a:pt x="585351" y="1366044"/>
                  </a:lnTo>
                  <a:lnTo>
                    <a:pt x="585344" y="1366036"/>
                  </a:lnTo>
                  <a:lnTo>
                    <a:pt x="585336" y="1366023"/>
                  </a:lnTo>
                  <a:lnTo>
                    <a:pt x="585328" y="1366011"/>
                  </a:lnTo>
                  <a:lnTo>
                    <a:pt x="585321" y="1366001"/>
                  </a:lnTo>
                  <a:lnTo>
                    <a:pt x="585313" y="1365988"/>
                  </a:lnTo>
                  <a:lnTo>
                    <a:pt x="585307" y="1365980"/>
                  </a:lnTo>
                  <a:lnTo>
                    <a:pt x="585297" y="1365967"/>
                  </a:lnTo>
                  <a:lnTo>
                    <a:pt x="585285" y="1365951"/>
                  </a:lnTo>
                  <a:lnTo>
                    <a:pt x="585277" y="1365943"/>
                  </a:lnTo>
                  <a:lnTo>
                    <a:pt x="585271" y="1365931"/>
                  </a:lnTo>
                  <a:lnTo>
                    <a:pt x="585268" y="1365925"/>
                  </a:lnTo>
                  <a:lnTo>
                    <a:pt x="585265" y="1365916"/>
                  </a:lnTo>
                  <a:lnTo>
                    <a:pt x="585263" y="1365905"/>
                  </a:lnTo>
                  <a:lnTo>
                    <a:pt x="585262" y="1365888"/>
                  </a:lnTo>
                  <a:lnTo>
                    <a:pt x="585261" y="1365879"/>
                  </a:lnTo>
                  <a:lnTo>
                    <a:pt x="585259" y="1365872"/>
                  </a:lnTo>
                  <a:lnTo>
                    <a:pt x="585249" y="1365865"/>
                  </a:lnTo>
                  <a:lnTo>
                    <a:pt x="585243" y="1365861"/>
                  </a:lnTo>
                  <a:lnTo>
                    <a:pt x="585235" y="1365856"/>
                  </a:lnTo>
                  <a:lnTo>
                    <a:pt x="585228" y="1365850"/>
                  </a:lnTo>
                  <a:lnTo>
                    <a:pt x="585222" y="1365844"/>
                  </a:lnTo>
                  <a:lnTo>
                    <a:pt x="585217" y="1365837"/>
                  </a:lnTo>
                  <a:lnTo>
                    <a:pt x="585214" y="1365830"/>
                  </a:lnTo>
                  <a:lnTo>
                    <a:pt x="585212" y="1365822"/>
                  </a:lnTo>
                  <a:lnTo>
                    <a:pt x="585211" y="1365813"/>
                  </a:lnTo>
                  <a:lnTo>
                    <a:pt x="585211" y="1365799"/>
                  </a:lnTo>
                  <a:lnTo>
                    <a:pt x="585211" y="1365792"/>
                  </a:lnTo>
                  <a:lnTo>
                    <a:pt x="585212" y="1365785"/>
                  </a:lnTo>
                  <a:lnTo>
                    <a:pt x="585216" y="1365772"/>
                  </a:lnTo>
                  <a:lnTo>
                    <a:pt x="585218" y="1365766"/>
                  </a:lnTo>
                  <a:lnTo>
                    <a:pt x="585221" y="1365755"/>
                  </a:lnTo>
                  <a:lnTo>
                    <a:pt x="585225" y="1365745"/>
                  </a:lnTo>
                  <a:lnTo>
                    <a:pt x="585228" y="1365733"/>
                  </a:lnTo>
                  <a:lnTo>
                    <a:pt x="585230" y="1365725"/>
                  </a:lnTo>
                  <a:lnTo>
                    <a:pt x="585231" y="1365718"/>
                  </a:lnTo>
                  <a:lnTo>
                    <a:pt x="585231" y="1365711"/>
                  </a:lnTo>
                  <a:lnTo>
                    <a:pt x="585231" y="1365702"/>
                  </a:lnTo>
                  <a:lnTo>
                    <a:pt x="585229" y="1365697"/>
                  </a:lnTo>
                  <a:lnTo>
                    <a:pt x="585227" y="1365690"/>
                  </a:lnTo>
                  <a:lnTo>
                    <a:pt x="585223" y="1365681"/>
                  </a:lnTo>
                  <a:lnTo>
                    <a:pt x="585211" y="1365649"/>
                  </a:lnTo>
                  <a:lnTo>
                    <a:pt x="585208" y="1365638"/>
                  </a:lnTo>
                  <a:lnTo>
                    <a:pt x="585206" y="1365630"/>
                  </a:lnTo>
                  <a:lnTo>
                    <a:pt x="585205" y="1365617"/>
                  </a:lnTo>
                  <a:lnTo>
                    <a:pt x="585204" y="1365607"/>
                  </a:lnTo>
                  <a:lnTo>
                    <a:pt x="585205" y="1365600"/>
                  </a:lnTo>
                  <a:lnTo>
                    <a:pt x="585206" y="1365589"/>
                  </a:lnTo>
                  <a:lnTo>
                    <a:pt x="585209" y="1365580"/>
                  </a:lnTo>
                  <a:lnTo>
                    <a:pt x="585211" y="1365569"/>
                  </a:lnTo>
                  <a:lnTo>
                    <a:pt x="585211" y="1365558"/>
                  </a:lnTo>
                  <a:lnTo>
                    <a:pt x="585210" y="1365549"/>
                  </a:lnTo>
                  <a:lnTo>
                    <a:pt x="585209" y="1365535"/>
                  </a:lnTo>
                  <a:lnTo>
                    <a:pt x="585208" y="1365527"/>
                  </a:lnTo>
                  <a:lnTo>
                    <a:pt x="585205" y="1365517"/>
                  </a:lnTo>
                  <a:lnTo>
                    <a:pt x="585202" y="1365509"/>
                  </a:lnTo>
                  <a:lnTo>
                    <a:pt x="585197" y="1365487"/>
                  </a:lnTo>
                  <a:lnTo>
                    <a:pt x="585194" y="1365479"/>
                  </a:lnTo>
                  <a:lnTo>
                    <a:pt x="585191" y="1365471"/>
                  </a:lnTo>
                  <a:lnTo>
                    <a:pt x="585187" y="1365464"/>
                  </a:lnTo>
                  <a:lnTo>
                    <a:pt x="585182" y="1365459"/>
                  </a:lnTo>
                  <a:lnTo>
                    <a:pt x="585176" y="1365456"/>
                  </a:lnTo>
                  <a:lnTo>
                    <a:pt x="585170" y="1365454"/>
                  </a:lnTo>
                  <a:lnTo>
                    <a:pt x="585162" y="1365453"/>
                  </a:lnTo>
                  <a:lnTo>
                    <a:pt x="585152" y="1365453"/>
                  </a:lnTo>
                  <a:lnTo>
                    <a:pt x="585143" y="1365452"/>
                  </a:lnTo>
                  <a:lnTo>
                    <a:pt x="585132" y="1365452"/>
                  </a:lnTo>
                  <a:lnTo>
                    <a:pt x="585126" y="1365452"/>
                  </a:lnTo>
                  <a:lnTo>
                    <a:pt x="585119" y="1365453"/>
                  </a:lnTo>
                  <a:lnTo>
                    <a:pt x="585111" y="1365455"/>
                  </a:lnTo>
                  <a:lnTo>
                    <a:pt x="585105" y="1365456"/>
                  </a:lnTo>
                  <a:lnTo>
                    <a:pt x="585100" y="1365456"/>
                  </a:lnTo>
                  <a:lnTo>
                    <a:pt x="585092" y="1365455"/>
                  </a:lnTo>
                  <a:lnTo>
                    <a:pt x="585085" y="1365452"/>
                  </a:lnTo>
                  <a:lnTo>
                    <a:pt x="585081" y="1365448"/>
                  </a:lnTo>
                  <a:lnTo>
                    <a:pt x="585074" y="1365442"/>
                  </a:lnTo>
                  <a:lnTo>
                    <a:pt x="585067" y="1365435"/>
                  </a:lnTo>
                  <a:lnTo>
                    <a:pt x="585064" y="1365431"/>
                  </a:lnTo>
                  <a:lnTo>
                    <a:pt x="585059" y="1365425"/>
                  </a:lnTo>
                  <a:lnTo>
                    <a:pt x="585055" y="1365420"/>
                  </a:lnTo>
                  <a:lnTo>
                    <a:pt x="585047" y="1365413"/>
                  </a:lnTo>
                  <a:lnTo>
                    <a:pt x="585039" y="1365404"/>
                  </a:lnTo>
                  <a:lnTo>
                    <a:pt x="585030" y="1365392"/>
                  </a:lnTo>
                  <a:lnTo>
                    <a:pt x="585024" y="1365388"/>
                  </a:lnTo>
                  <a:lnTo>
                    <a:pt x="585017" y="1365386"/>
                  </a:lnTo>
                  <a:lnTo>
                    <a:pt x="585003" y="1365381"/>
                  </a:lnTo>
                  <a:lnTo>
                    <a:pt x="584980" y="1365369"/>
                  </a:lnTo>
                  <a:lnTo>
                    <a:pt x="584964" y="1365364"/>
                  </a:lnTo>
                  <a:lnTo>
                    <a:pt x="584958" y="1365362"/>
                  </a:lnTo>
                  <a:lnTo>
                    <a:pt x="584950" y="1365358"/>
                  </a:lnTo>
                  <a:lnTo>
                    <a:pt x="584943" y="1365353"/>
                  </a:lnTo>
                  <a:lnTo>
                    <a:pt x="584940" y="1365349"/>
                  </a:lnTo>
                  <a:lnTo>
                    <a:pt x="584937" y="1365337"/>
                  </a:lnTo>
                  <a:lnTo>
                    <a:pt x="584934" y="1365325"/>
                  </a:lnTo>
                  <a:lnTo>
                    <a:pt x="584927" y="1365307"/>
                  </a:lnTo>
                  <a:lnTo>
                    <a:pt x="584923" y="1365293"/>
                  </a:lnTo>
                  <a:lnTo>
                    <a:pt x="584919" y="1365280"/>
                  </a:lnTo>
                  <a:lnTo>
                    <a:pt x="584914" y="1365269"/>
                  </a:lnTo>
                  <a:lnTo>
                    <a:pt x="584911" y="1365262"/>
                  </a:lnTo>
                  <a:lnTo>
                    <a:pt x="584908" y="1365255"/>
                  </a:lnTo>
                  <a:lnTo>
                    <a:pt x="584903" y="1365245"/>
                  </a:lnTo>
                  <a:lnTo>
                    <a:pt x="584894" y="1365231"/>
                  </a:lnTo>
                  <a:lnTo>
                    <a:pt x="584888" y="1365224"/>
                  </a:lnTo>
                  <a:lnTo>
                    <a:pt x="584883" y="1365218"/>
                  </a:lnTo>
                  <a:lnTo>
                    <a:pt x="584875" y="1365209"/>
                  </a:lnTo>
                  <a:lnTo>
                    <a:pt x="584860" y="1365198"/>
                  </a:lnTo>
                  <a:lnTo>
                    <a:pt x="584852" y="1365191"/>
                  </a:lnTo>
                  <a:lnTo>
                    <a:pt x="584838" y="1365177"/>
                  </a:lnTo>
                  <a:lnTo>
                    <a:pt x="584831" y="1365170"/>
                  </a:lnTo>
                  <a:lnTo>
                    <a:pt x="584825" y="1365162"/>
                  </a:lnTo>
                  <a:lnTo>
                    <a:pt x="584819" y="1365155"/>
                  </a:lnTo>
                  <a:lnTo>
                    <a:pt x="584814" y="1365148"/>
                  </a:lnTo>
                  <a:lnTo>
                    <a:pt x="584810" y="1365141"/>
                  </a:lnTo>
                  <a:lnTo>
                    <a:pt x="584806" y="1365135"/>
                  </a:lnTo>
                  <a:lnTo>
                    <a:pt x="584803" y="1365130"/>
                  </a:lnTo>
                  <a:lnTo>
                    <a:pt x="584801" y="1365125"/>
                  </a:lnTo>
                  <a:lnTo>
                    <a:pt x="584798" y="1365118"/>
                  </a:lnTo>
                  <a:lnTo>
                    <a:pt x="584794" y="1365102"/>
                  </a:lnTo>
                  <a:lnTo>
                    <a:pt x="584792" y="1365088"/>
                  </a:lnTo>
                  <a:lnTo>
                    <a:pt x="584790" y="1365078"/>
                  </a:lnTo>
                  <a:lnTo>
                    <a:pt x="584787" y="1365064"/>
                  </a:lnTo>
                  <a:lnTo>
                    <a:pt x="584780" y="1365048"/>
                  </a:lnTo>
                  <a:lnTo>
                    <a:pt x="584773" y="1365026"/>
                  </a:lnTo>
                  <a:lnTo>
                    <a:pt x="584767" y="1365009"/>
                  </a:lnTo>
                  <a:lnTo>
                    <a:pt x="584763" y="1364999"/>
                  </a:lnTo>
                  <a:lnTo>
                    <a:pt x="584760" y="1364988"/>
                  </a:lnTo>
                  <a:lnTo>
                    <a:pt x="584759" y="1364981"/>
                  </a:lnTo>
                  <a:lnTo>
                    <a:pt x="584758" y="1364966"/>
                  </a:lnTo>
                  <a:lnTo>
                    <a:pt x="584755" y="1364944"/>
                  </a:lnTo>
                  <a:lnTo>
                    <a:pt x="584751" y="1364925"/>
                  </a:lnTo>
                  <a:lnTo>
                    <a:pt x="584749" y="1364909"/>
                  </a:lnTo>
                  <a:lnTo>
                    <a:pt x="584746" y="1364889"/>
                  </a:lnTo>
                  <a:lnTo>
                    <a:pt x="584744" y="1364874"/>
                  </a:lnTo>
                  <a:lnTo>
                    <a:pt x="584743" y="1364849"/>
                  </a:lnTo>
                  <a:lnTo>
                    <a:pt x="584741" y="1364834"/>
                  </a:lnTo>
                  <a:lnTo>
                    <a:pt x="584741" y="1364819"/>
                  </a:lnTo>
                  <a:lnTo>
                    <a:pt x="584739" y="1364784"/>
                  </a:lnTo>
                  <a:lnTo>
                    <a:pt x="584739" y="1364753"/>
                  </a:lnTo>
                  <a:lnTo>
                    <a:pt x="584738" y="1364724"/>
                  </a:lnTo>
                  <a:lnTo>
                    <a:pt x="584737" y="1364706"/>
                  </a:lnTo>
                  <a:lnTo>
                    <a:pt x="584736" y="1364693"/>
                  </a:lnTo>
                  <a:lnTo>
                    <a:pt x="584733" y="1364656"/>
                  </a:lnTo>
                  <a:lnTo>
                    <a:pt x="584733" y="1364622"/>
                  </a:lnTo>
                  <a:lnTo>
                    <a:pt x="584732" y="1364603"/>
                  </a:lnTo>
                  <a:lnTo>
                    <a:pt x="584731" y="1364568"/>
                  </a:lnTo>
                  <a:lnTo>
                    <a:pt x="584732" y="1364551"/>
                  </a:lnTo>
                  <a:lnTo>
                    <a:pt x="584734" y="1364531"/>
                  </a:lnTo>
                  <a:lnTo>
                    <a:pt x="584734" y="1364512"/>
                  </a:lnTo>
                  <a:lnTo>
                    <a:pt x="584733" y="1364481"/>
                  </a:lnTo>
                  <a:lnTo>
                    <a:pt x="584731" y="1364461"/>
                  </a:lnTo>
                  <a:lnTo>
                    <a:pt x="584729" y="1364438"/>
                  </a:lnTo>
                  <a:lnTo>
                    <a:pt x="584726" y="1364422"/>
                  </a:lnTo>
                  <a:lnTo>
                    <a:pt x="584722" y="1364394"/>
                  </a:lnTo>
                  <a:lnTo>
                    <a:pt x="584717" y="1364364"/>
                  </a:lnTo>
                  <a:lnTo>
                    <a:pt x="584712" y="1364342"/>
                  </a:lnTo>
                  <a:lnTo>
                    <a:pt x="584709" y="1364331"/>
                  </a:lnTo>
                  <a:lnTo>
                    <a:pt x="584701" y="1364297"/>
                  </a:lnTo>
                  <a:lnTo>
                    <a:pt x="584694" y="1364269"/>
                  </a:lnTo>
                  <a:lnTo>
                    <a:pt x="584690" y="1364255"/>
                  </a:lnTo>
                  <a:lnTo>
                    <a:pt x="584686" y="1364251"/>
                  </a:lnTo>
                  <a:lnTo>
                    <a:pt x="584676" y="1364258"/>
                  </a:lnTo>
                  <a:lnTo>
                    <a:pt x="584665" y="1364267"/>
                  </a:lnTo>
                  <a:lnTo>
                    <a:pt x="584655" y="1364273"/>
                  </a:lnTo>
                  <a:lnTo>
                    <a:pt x="584643" y="1364278"/>
                  </a:lnTo>
                  <a:lnTo>
                    <a:pt x="584632" y="1364280"/>
                  </a:lnTo>
                  <a:lnTo>
                    <a:pt x="584619" y="1364281"/>
                  </a:lnTo>
                  <a:lnTo>
                    <a:pt x="584598" y="1364283"/>
                  </a:lnTo>
                  <a:lnTo>
                    <a:pt x="584587" y="1364283"/>
                  </a:lnTo>
                  <a:lnTo>
                    <a:pt x="584550" y="1364286"/>
                  </a:lnTo>
                  <a:lnTo>
                    <a:pt x="584534" y="1364288"/>
                  </a:lnTo>
                  <a:lnTo>
                    <a:pt x="584517" y="1364290"/>
                  </a:lnTo>
                  <a:lnTo>
                    <a:pt x="584493" y="1364289"/>
                  </a:lnTo>
                  <a:lnTo>
                    <a:pt x="584472" y="1364286"/>
                  </a:lnTo>
                  <a:lnTo>
                    <a:pt x="584463" y="1364284"/>
                  </a:lnTo>
                  <a:lnTo>
                    <a:pt x="584446" y="1364280"/>
                  </a:lnTo>
                  <a:lnTo>
                    <a:pt x="584434" y="1364276"/>
                  </a:lnTo>
                  <a:lnTo>
                    <a:pt x="584419" y="1364270"/>
                  </a:lnTo>
                  <a:lnTo>
                    <a:pt x="584404" y="1364264"/>
                  </a:lnTo>
                  <a:lnTo>
                    <a:pt x="584385" y="1364254"/>
                  </a:lnTo>
                  <a:lnTo>
                    <a:pt x="584369" y="1364247"/>
                  </a:lnTo>
                  <a:lnTo>
                    <a:pt x="584342" y="1364237"/>
                  </a:lnTo>
                  <a:lnTo>
                    <a:pt x="584308" y="1364226"/>
                  </a:lnTo>
                  <a:lnTo>
                    <a:pt x="584296" y="1364222"/>
                  </a:lnTo>
                  <a:lnTo>
                    <a:pt x="584286" y="1364220"/>
                  </a:lnTo>
                  <a:lnTo>
                    <a:pt x="584271" y="1364221"/>
                  </a:lnTo>
                  <a:lnTo>
                    <a:pt x="584256" y="1364226"/>
                  </a:lnTo>
                  <a:lnTo>
                    <a:pt x="584240" y="1364232"/>
                  </a:lnTo>
                  <a:lnTo>
                    <a:pt x="584227" y="1364241"/>
                  </a:lnTo>
                  <a:lnTo>
                    <a:pt x="584220" y="1364245"/>
                  </a:lnTo>
                  <a:lnTo>
                    <a:pt x="584209" y="1364252"/>
                  </a:lnTo>
                  <a:lnTo>
                    <a:pt x="584198" y="1364257"/>
                  </a:lnTo>
                  <a:lnTo>
                    <a:pt x="584188" y="1364262"/>
                  </a:lnTo>
                  <a:lnTo>
                    <a:pt x="584179" y="1364263"/>
                  </a:lnTo>
                  <a:lnTo>
                    <a:pt x="584165" y="1364263"/>
                  </a:lnTo>
                  <a:lnTo>
                    <a:pt x="584153" y="1364261"/>
                  </a:lnTo>
                  <a:lnTo>
                    <a:pt x="584131" y="1364253"/>
                  </a:lnTo>
                  <a:lnTo>
                    <a:pt x="584116" y="1364248"/>
                  </a:lnTo>
                  <a:lnTo>
                    <a:pt x="584098" y="1364242"/>
                  </a:lnTo>
                  <a:lnTo>
                    <a:pt x="584080" y="1364238"/>
                  </a:lnTo>
                  <a:lnTo>
                    <a:pt x="584051" y="1364228"/>
                  </a:lnTo>
                  <a:lnTo>
                    <a:pt x="584015" y="1364218"/>
                  </a:lnTo>
                  <a:lnTo>
                    <a:pt x="583998" y="1364214"/>
                  </a:lnTo>
                  <a:lnTo>
                    <a:pt x="583985" y="1364212"/>
                  </a:lnTo>
                  <a:lnTo>
                    <a:pt x="583976" y="1364212"/>
                  </a:lnTo>
                  <a:lnTo>
                    <a:pt x="583962" y="1364215"/>
                  </a:lnTo>
                  <a:lnTo>
                    <a:pt x="583949" y="1364220"/>
                  </a:lnTo>
                  <a:lnTo>
                    <a:pt x="583936" y="1364228"/>
                  </a:lnTo>
                  <a:lnTo>
                    <a:pt x="583922" y="1364234"/>
                  </a:lnTo>
                  <a:lnTo>
                    <a:pt x="583908" y="1364238"/>
                  </a:lnTo>
                  <a:lnTo>
                    <a:pt x="583888" y="1364237"/>
                  </a:lnTo>
                  <a:lnTo>
                    <a:pt x="583873" y="1364234"/>
                  </a:lnTo>
                  <a:lnTo>
                    <a:pt x="583853" y="1364230"/>
                  </a:lnTo>
                  <a:lnTo>
                    <a:pt x="583845" y="1364228"/>
                  </a:lnTo>
                  <a:lnTo>
                    <a:pt x="583831" y="1364224"/>
                  </a:lnTo>
                  <a:lnTo>
                    <a:pt x="583817" y="1364218"/>
                  </a:lnTo>
                  <a:lnTo>
                    <a:pt x="583798" y="1364211"/>
                  </a:lnTo>
                  <a:lnTo>
                    <a:pt x="583784" y="1364205"/>
                  </a:lnTo>
                  <a:lnTo>
                    <a:pt x="583771" y="1364198"/>
                  </a:lnTo>
                  <a:lnTo>
                    <a:pt x="583749" y="1364183"/>
                  </a:lnTo>
                  <a:lnTo>
                    <a:pt x="583732" y="1364172"/>
                  </a:lnTo>
                  <a:lnTo>
                    <a:pt x="583709" y="1364156"/>
                  </a:lnTo>
                  <a:lnTo>
                    <a:pt x="583683" y="1364139"/>
                  </a:lnTo>
                  <a:lnTo>
                    <a:pt x="583655" y="1364120"/>
                  </a:lnTo>
                  <a:lnTo>
                    <a:pt x="583629" y="1364099"/>
                  </a:lnTo>
                  <a:lnTo>
                    <a:pt x="583612" y="1364087"/>
                  </a:lnTo>
                  <a:lnTo>
                    <a:pt x="583594" y="1364069"/>
                  </a:lnTo>
                  <a:lnTo>
                    <a:pt x="583567" y="1364042"/>
                  </a:lnTo>
                  <a:lnTo>
                    <a:pt x="583543" y="1364017"/>
                  </a:lnTo>
                  <a:lnTo>
                    <a:pt x="583520" y="1363995"/>
                  </a:lnTo>
                  <a:lnTo>
                    <a:pt x="583511" y="1363986"/>
                  </a:lnTo>
                  <a:lnTo>
                    <a:pt x="583500" y="1363980"/>
                  </a:lnTo>
                  <a:lnTo>
                    <a:pt x="583488" y="1363973"/>
                  </a:lnTo>
                  <a:lnTo>
                    <a:pt x="583476" y="1363968"/>
                  </a:lnTo>
                  <a:lnTo>
                    <a:pt x="583465" y="1363962"/>
                  </a:lnTo>
                  <a:lnTo>
                    <a:pt x="583455" y="1363957"/>
                  </a:lnTo>
                  <a:lnTo>
                    <a:pt x="583446" y="1363949"/>
                  </a:lnTo>
                  <a:lnTo>
                    <a:pt x="583432" y="1363935"/>
                  </a:lnTo>
                  <a:lnTo>
                    <a:pt x="583421" y="1363923"/>
                  </a:lnTo>
                  <a:lnTo>
                    <a:pt x="583414" y="1363913"/>
                  </a:lnTo>
                  <a:lnTo>
                    <a:pt x="583407" y="1363903"/>
                  </a:lnTo>
                  <a:lnTo>
                    <a:pt x="583397" y="1363884"/>
                  </a:lnTo>
                  <a:lnTo>
                    <a:pt x="583389" y="1363869"/>
                  </a:lnTo>
                  <a:lnTo>
                    <a:pt x="583382" y="1363854"/>
                  </a:lnTo>
                  <a:lnTo>
                    <a:pt x="583376" y="1363842"/>
                  </a:lnTo>
                  <a:lnTo>
                    <a:pt x="583369" y="1363834"/>
                  </a:lnTo>
                  <a:lnTo>
                    <a:pt x="583359" y="1363824"/>
                  </a:lnTo>
                  <a:lnTo>
                    <a:pt x="583348" y="1363816"/>
                  </a:lnTo>
                  <a:lnTo>
                    <a:pt x="583342" y="1363811"/>
                  </a:lnTo>
                  <a:lnTo>
                    <a:pt x="583328" y="1363803"/>
                  </a:lnTo>
                  <a:lnTo>
                    <a:pt x="583317" y="1363795"/>
                  </a:lnTo>
                  <a:lnTo>
                    <a:pt x="583304" y="1363785"/>
                  </a:lnTo>
                  <a:lnTo>
                    <a:pt x="583285" y="1363771"/>
                  </a:lnTo>
                  <a:lnTo>
                    <a:pt x="583274" y="1363762"/>
                  </a:lnTo>
                  <a:lnTo>
                    <a:pt x="583260" y="1363749"/>
                  </a:lnTo>
                  <a:lnTo>
                    <a:pt x="583250" y="1363737"/>
                  </a:lnTo>
                  <a:lnTo>
                    <a:pt x="583235" y="1363718"/>
                  </a:lnTo>
                  <a:lnTo>
                    <a:pt x="583227" y="1363705"/>
                  </a:lnTo>
                  <a:lnTo>
                    <a:pt x="583221" y="1363694"/>
                  </a:lnTo>
                  <a:lnTo>
                    <a:pt x="583216" y="1363682"/>
                  </a:lnTo>
                  <a:lnTo>
                    <a:pt x="583211" y="1363669"/>
                  </a:lnTo>
                  <a:lnTo>
                    <a:pt x="583206" y="1363650"/>
                  </a:lnTo>
                  <a:lnTo>
                    <a:pt x="583200" y="1363627"/>
                  </a:lnTo>
                  <a:lnTo>
                    <a:pt x="583198" y="1363617"/>
                  </a:lnTo>
                  <a:lnTo>
                    <a:pt x="583190" y="1363602"/>
                  </a:lnTo>
                  <a:lnTo>
                    <a:pt x="583178" y="1363580"/>
                  </a:lnTo>
                  <a:lnTo>
                    <a:pt x="583169" y="1363564"/>
                  </a:lnTo>
                  <a:lnTo>
                    <a:pt x="583162" y="1363548"/>
                  </a:lnTo>
                  <a:lnTo>
                    <a:pt x="583156" y="1363533"/>
                  </a:lnTo>
                  <a:lnTo>
                    <a:pt x="583151" y="1363516"/>
                  </a:lnTo>
                  <a:lnTo>
                    <a:pt x="583145" y="1363502"/>
                  </a:lnTo>
                  <a:lnTo>
                    <a:pt x="583142" y="1363493"/>
                  </a:lnTo>
                  <a:lnTo>
                    <a:pt x="583137" y="1363479"/>
                  </a:lnTo>
                  <a:lnTo>
                    <a:pt x="583133" y="1363466"/>
                  </a:lnTo>
                  <a:lnTo>
                    <a:pt x="583129" y="1363448"/>
                  </a:lnTo>
                  <a:lnTo>
                    <a:pt x="583126" y="1363435"/>
                  </a:lnTo>
                  <a:lnTo>
                    <a:pt x="583125" y="1363418"/>
                  </a:lnTo>
                  <a:lnTo>
                    <a:pt x="583124" y="1363406"/>
                  </a:lnTo>
                  <a:lnTo>
                    <a:pt x="583124" y="1363390"/>
                  </a:lnTo>
                  <a:lnTo>
                    <a:pt x="583123" y="1363370"/>
                  </a:lnTo>
                  <a:lnTo>
                    <a:pt x="583122" y="1363350"/>
                  </a:lnTo>
                  <a:lnTo>
                    <a:pt x="583121" y="1363329"/>
                  </a:lnTo>
                  <a:lnTo>
                    <a:pt x="583120" y="1363308"/>
                  </a:lnTo>
                  <a:lnTo>
                    <a:pt x="583120" y="1363294"/>
                  </a:lnTo>
                  <a:lnTo>
                    <a:pt x="583123" y="1363278"/>
                  </a:lnTo>
                  <a:lnTo>
                    <a:pt x="583127" y="1363268"/>
                  </a:lnTo>
                  <a:lnTo>
                    <a:pt x="583136" y="1363251"/>
                  </a:lnTo>
                  <a:lnTo>
                    <a:pt x="583143" y="1363244"/>
                  </a:lnTo>
                  <a:lnTo>
                    <a:pt x="583153" y="1363238"/>
                  </a:lnTo>
                  <a:lnTo>
                    <a:pt x="583156" y="1363232"/>
                  </a:lnTo>
                  <a:lnTo>
                    <a:pt x="583153" y="1363225"/>
                  </a:lnTo>
                  <a:lnTo>
                    <a:pt x="583147" y="1363222"/>
                  </a:lnTo>
                  <a:lnTo>
                    <a:pt x="583135" y="1363220"/>
                  </a:lnTo>
                  <a:lnTo>
                    <a:pt x="583124" y="1363218"/>
                  </a:lnTo>
                  <a:lnTo>
                    <a:pt x="583111" y="1363217"/>
                  </a:lnTo>
                  <a:lnTo>
                    <a:pt x="583097" y="1363216"/>
                  </a:lnTo>
                  <a:lnTo>
                    <a:pt x="583086" y="1363216"/>
                  </a:lnTo>
                  <a:lnTo>
                    <a:pt x="583074" y="1363216"/>
                  </a:lnTo>
                  <a:lnTo>
                    <a:pt x="583065" y="1363218"/>
                  </a:lnTo>
                  <a:lnTo>
                    <a:pt x="583046" y="1363223"/>
                  </a:lnTo>
                  <a:lnTo>
                    <a:pt x="583023" y="1363229"/>
                  </a:lnTo>
                  <a:lnTo>
                    <a:pt x="583013" y="1363234"/>
                  </a:lnTo>
                  <a:lnTo>
                    <a:pt x="583002" y="1363240"/>
                  </a:lnTo>
                  <a:lnTo>
                    <a:pt x="582985" y="1363253"/>
                  </a:lnTo>
                  <a:lnTo>
                    <a:pt x="582980" y="1363257"/>
                  </a:lnTo>
                  <a:lnTo>
                    <a:pt x="582973" y="1363263"/>
                  </a:lnTo>
                  <a:lnTo>
                    <a:pt x="582962" y="1363269"/>
                  </a:lnTo>
                  <a:lnTo>
                    <a:pt x="582950" y="1363276"/>
                  </a:lnTo>
                  <a:lnTo>
                    <a:pt x="582935" y="1363281"/>
                  </a:lnTo>
                  <a:lnTo>
                    <a:pt x="582929" y="1363285"/>
                  </a:lnTo>
                  <a:lnTo>
                    <a:pt x="582924" y="1363290"/>
                  </a:lnTo>
                  <a:lnTo>
                    <a:pt x="582920" y="1363298"/>
                  </a:lnTo>
                  <a:lnTo>
                    <a:pt x="582916" y="1363310"/>
                  </a:lnTo>
                  <a:lnTo>
                    <a:pt x="582913" y="1363322"/>
                  </a:lnTo>
                  <a:lnTo>
                    <a:pt x="582907" y="1363331"/>
                  </a:lnTo>
                  <a:lnTo>
                    <a:pt x="582903" y="1363336"/>
                  </a:lnTo>
                  <a:lnTo>
                    <a:pt x="582894" y="1363349"/>
                  </a:lnTo>
                  <a:lnTo>
                    <a:pt x="582882" y="1363362"/>
                  </a:lnTo>
                  <a:lnTo>
                    <a:pt x="582870" y="1363378"/>
                  </a:lnTo>
                  <a:lnTo>
                    <a:pt x="582866" y="1363382"/>
                  </a:lnTo>
                  <a:lnTo>
                    <a:pt x="582848" y="1363404"/>
                  </a:lnTo>
                  <a:lnTo>
                    <a:pt x="582840" y="1363413"/>
                  </a:lnTo>
                  <a:lnTo>
                    <a:pt x="582828" y="1363427"/>
                  </a:lnTo>
                  <a:lnTo>
                    <a:pt x="582807" y="1363446"/>
                  </a:lnTo>
                  <a:lnTo>
                    <a:pt x="582801" y="1363450"/>
                  </a:lnTo>
                  <a:lnTo>
                    <a:pt x="582784" y="1363466"/>
                  </a:lnTo>
                  <a:lnTo>
                    <a:pt x="582777" y="1363473"/>
                  </a:lnTo>
                  <a:lnTo>
                    <a:pt x="582768" y="1363479"/>
                  </a:lnTo>
                  <a:lnTo>
                    <a:pt x="582760" y="1363482"/>
                  </a:lnTo>
                  <a:lnTo>
                    <a:pt x="582750" y="1363480"/>
                  </a:lnTo>
                  <a:lnTo>
                    <a:pt x="582733" y="1363476"/>
                  </a:lnTo>
                  <a:lnTo>
                    <a:pt x="582708" y="1363470"/>
                  </a:lnTo>
                  <a:lnTo>
                    <a:pt x="582693" y="1363467"/>
                  </a:lnTo>
                  <a:lnTo>
                    <a:pt x="582686" y="1363466"/>
                  </a:lnTo>
                  <a:lnTo>
                    <a:pt x="582672" y="1363466"/>
                  </a:lnTo>
                  <a:lnTo>
                    <a:pt x="582655" y="1363467"/>
                  </a:lnTo>
                  <a:lnTo>
                    <a:pt x="582632" y="1363470"/>
                  </a:lnTo>
                  <a:lnTo>
                    <a:pt x="582613" y="1363474"/>
                  </a:lnTo>
                  <a:lnTo>
                    <a:pt x="582588" y="1363484"/>
                  </a:lnTo>
                  <a:lnTo>
                    <a:pt x="582558" y="1363498"/>
                  </a:lnTo>
                  <a:lnTo>
                    <a:pt x="582534" y="1363511"/>
                  </a:lnTo>
                  <a:lnTo>
                    <a:pt x="582487" y="1363540"/>
                  </a:lnTo>
                  <a:lnTo>
                    <a:pt x="582453" y="1363560"/>
                  </a:lnTo>
                  <a:lnTo>
                    <a:pt x="582447" y="1363563"/>
                  </a:lnTo>
                  <a:lnTo>
                    <a:pt x="582435" y="1363571"/>
                  </a:lnTo>
                  <a:lnTo>
                    <a:pt x="582412" y="1363587"/>
                  </a:lnTo>
                  <a:lnTo>
                    <a:pt x="582407" y="1363591"/>
                  </a:lnTo>
                  <a:lnTo>
                    <a:pt x="582400" y="1363596"/>
                  </a:lnTo>
                  <a:lnTo>
                    <a:pt x="582403" y="1363588"/>
                  </a:lnTo>
                  <a:lnTo>
                    <a:pt x="582404" y="1363582"/>
                  </a:lnTo>
                  <a:lnTo>
                    <a:pt x="582406" y="1363568"/>
                  </a:lnTo>
                  <a:lnTo>
                    <a:pt x="582407" y="1363557"/>
                  </a:lnTo>
                  <a:lnTo>
                    <a:pt x="582407" y="1363543"/>
                  </a:lnTo>
                  <a:lnTo>
                    <a:pt x="582405" y="1363532"/>
                  </a:lnTo>
                  <a:lnTo>
                    <a:pt x="582400" y="1363520"/>
                  </a:lnTo>
                  <a:lnTo>
                    <a:pt x="582391" y="1363507"/>
                  </a:lnTo>
                  <a:lnTo>
                    <a:pt x="582385" y="1363499"/>
                  </a:lnTo>
                  <a:lnTo>
                    <a:pt x="582377" y="1363492"/>
                  </a:lnTo>
                  <a:lnTo>
                    <a:pt x="582364" y="1363481"/>
                  </a:lnTo>
                  <a:lnTo>
                    <a:pt x="582353" y="1363472"/>
                  </a:lnTo>
                  <a:lnTo>
                    <a:pt x="582340" y="1363464"/>
                  </a:lnTo>
                  <a:lnTo>
                    <a:pt x="582330" y="1363457"/>
                  </a:lnTo>
                  <a:lnTo>
                    <a:pt x="582319" y="1363449"/>
                  </a:lnTo>
                  <a:lnTo>
                    <a:pt x="582305" y="1363440"/>
                  </a:lnTo>
                  <a:lnTo>
                    <a:pt x="582293" y="1363433"/>
                  </a:lnTo>
                  <a:lnTo>
                    <a:pt x="582282" y="1363427"/>
                  </a:lnTo>
                  <a:lnTo>
                    <a:pt x="582267" y="1363419"/>
                  </a:lnTo>
                  <a:lnTo>
                    <a:pt x="582256" y="1363414"/>
                  </a:lnTo>
                  <a:lnTo>
                    <a:pt x="582236" y="1363407"/>
                  </a:lnTo>
                  <a:lnTo>
                    <a:pt x="582206" y="1363398"/>
                  </a:lnTo>
                  <a:lnTo>
                    <a:pt x="582186" y="1363391"/>
                  </a:lnTo>
                  <a:lnTo>
                    <a:pt x="582172" y="1363383"/>
                  </a:lnTo>
                  <a:lnTo>
                    <a:pt x="582160" y="1363375"/>
                  </a:lnTo>
                  <a:lnTo>
                    <a:pt x="582151" y="1363368"/>
                  </a:lnTo>
                  <a:lnTo>
                    <a:pt x="582139" y="1363355"/>
                  </a:lnTo>
                  <a:lnTo>
                    <a:pt x="582127" y="1363340"/>
                  </a:lnTo>
                  <a:lnTo>
                    <a:pt x="582107" y="1363313"/>
                  </a:lnTo>
                  <a:lnTo>
                    <a:pt x="582095" y="1363301"/>
                  </a:lnTo>
                  <a:lnTo>
                    <a:pt x="582085" y="1363292"/>
                  </a:lnTo>
                  <a:lnTo>
                    <a:pt x="582075" y="1363286"/>
                  </a:lnTo>
                  <a:lnTo>
                    <a:pt x="582058" y="1363276"/>
                  </a:lnTo>
                  <a:lnTo>
                    <a:pt x="582037" y="1363263"/>
                  </a:lnTo>
                  <a:lnTo>
                    <a:pt x="582004" y="1363246"/>
                  </a:lnTo>
                  <a:lnTo>
                    <a:pt x="581967" y="1363231"/>
                  </a:lnTo>
                  <a:lnTo>
                    <a:pt x="581937" y="1363219"/>
                  </a:lnTo>
                  <a:lnTo>
                    <a:pt x="581915" y="1363210"/>
                  </a:lnTo>
                  <a:lnTo>
                    <a:pt x="581883" y="1363198"/>
                  </a:lnTo>
                  <a:lnTo>
                    <a:pt x="581865" y="1363193"/>
                  </a:lnTo>
                  <a:lnTo>
                    <a:pt x="581848" y="1363188"/>
                  </a:lnTo>
                  <a:lnTo>
                    <a:pt x="581828" y="1363181"/>
                  </a:lnTo>
                  <a:lnTo>
                    <a:pt x="581810" y="1363172"/>
                  </a:lnTo>
                  <a:lnTo>
                    <a:pt x="581793" y="1363163"/>
                  </a:lnTo>
                  <a:lnTo>
                    <a:pt x="581778" y="1363155"/>
                  </a:lnTo>
                  <a:lnTo>
                    <a:pt x="581763" y="1363146"/>
                  </a:lnTo>
                  <a:lnTo>
                    <a:pt x="581748" y="1363138"/>
                  </a:lnTo>
                  <a:lnTo>
                    <a:pt x="581729" y="1363131"/>
                  </a:lnTo>
                  <a:lnTo>
                    <a:pt x="581709" y="1363125"/>
                  </a:lnTo>
                  <a:lnTo>
                    <a:pt x="581683" y="1363118"/>
                  </a:lnTo>
                  <a:lnTo>
                    <a:pt x="581672" y="1363115"/>
                  </a:lnTo>
                  <a:lnTo>
                    <a:pt x="581657" y="1363111"/>
                  </a:lnTo>
                  <a:lnTo>
                    <a:pt x="581644" y="1363106"/>
                  </a:lnTo>
                  <a:lnTo>
                    <a:pt x="581634" y="1363102"/>
                  </a:lnTo>
                  <a:lnTo>
                    <a:pt x="581624" y="1363095"/>
                  </a:lnTo>
                  <a:lnTo>
                    <a:pt x="581612" y="1363087"/>
                  </a:lnTo>
                  <a:lnTo>
                    <a:pt x="581606" y="1363079"/>
                  </a:lnTo>
                  <a:lnTo>
                    <a:pt x="581598" y="1363068"/>
                  </a:lnTo>
                  <a:lnTo>
                    <a:pt x="581592" y="1363058"/>
                  </a:lnTo>
                  <a:lnTo>
                    <a:pt x="581589" y="1363046"/>
                  </a:lnTo>
                  <a:lnTo>
                    <a:pt x="581586" y="1363028"/>
                  </a:lnTo>
                  <a:lnTo>
                    <a:pt x="581587" y="1363022"/>
                  </a:lnTo>
                  <a:lnTo>
                    <a:pt x="581586" y="1362999"/>
                  </a:lnTo>
                  <a:lnTo>
                    <a:pt x="581585" y="1362984"/>
                  </a:lnTo>
                  <a:lnTo>
                    <a:pt x="581580" y="1362976"/>
                  </a:lnTo>
                  <a:lnTo>
                    <a:pt x="581573" y="1362967"/>
                  </a:lnTo>
                  <a:lnTo>
                    <a:pt x="581562" y="1362959"/>
                  </a:lnTo>
                  <a:lnTo>
                    <a:pt x="581553" y="1362954"/>
                  </a:lnTo>
                  <a:lnTo>
                    <a:pt x="581536" y="1362951"/>
                  </a:lnTo>
                  <a:lnTo>
                    <a:pt x="581513" y="1362949"/>
                  </a:lnTo>
                  <a:lnTo>
                    <a:pt x="581488" y="1362948"/>
                  </a:lnTo>
                  <a:lnTo>
                    <a:pt x="581469" y="1362950"/>
                  </a:lnTo>
                  <a:lnTo>
                    <a:pt x="581448" y="1362950"/>
                  </a:lnTo>
                  <a:lnTo>
                    <a:pt x="581426" y="1362953"/>
                  </a:lnTo>
                  <a:lnTo>
                    <a:pt x="581405" y="1362954"/>
                  </a:lnTo>
                  <a:lnTo>
                    <a:pt x="581386" y="1362957"/>
                  </a:lnTo>
                  <a:lnTo>
                    <a:pt x="581370" y="1362959"/>
                  </a:lnTo>
                  <a:lnTo>
                    <a:pt x="581353" y="1362961"/>
                  </a:lnTo>
                  <a:lnTo>
                    <a:pt x="581335" y="1362962"/>
                  </a:lnTo>
                  <a:lnTo>
                    <a:pt x="581324" y="1362961"/>
                  </a:lnTo>
                  <a:lnTo>
                    <a:pt x="581312" y="1362959"/>
                  </a:lnTo>
                  <a:lnTo>
                    <a:pt x="581303" y="1362957"/>
                  </a:lnTo>
                  <a:lnTo>
                    <a:pt x="581292" y="1362952"/>
                  </a:lnTo>
                  <a:lnTo>
                    <a:pt x="581283" y="1362948"/>
                  </a:lnTo>
                  <a:lnTo>
                    <a:pt x="581272" y="1362940"/>
                  </a:lnTo>
                  <a:lnTo>
                    <a:pt x="581266" y="1362930"/>
                  </a:lnTo>
                  <a:lnTo>
                    <a:pt x="581258" y="1362920"/>
                  </a:lnTo>
                  <a:lnTo>
                    <a:pt x="581255" y="1362910"/>
                  </a:lnTo>
                  <a:lnTo>
                    <a:pt x="581251" y="1362893"/>
                  </a:lnTo>
                  <a:lnTo>
                    <a:pt x="581246" y="1362865"/>
                  </a:lnTo>
                  <a:lnTo>
                    <a:pt x="581243" y="1362852"/>
                  </a:lnTo>
                  <a:lnTo>
                    <a:pt x="581240" y="1362842"/>
                  </a:lnTo>
                  <a:lnTo>
                    <a:pt x="581235" y="1362833"/>
                  </a:lnTo>
                  <a:lnTo>
                    <a:pt x="581226" y="1362825"/>
                  </a:lnTo>
                  <a:lnTo>
                    <a:pt x="581215" y="1362819"/>
                  </a:lnTo>
                  <a:lnTo>
                    <a:pt x="581207" y="1362815"/>
                  </a:lnTo>
                  <a:lnTo>
                    <a:pt x="581196" y="1362807"/>
                  </a:lnTo>
                  <a:lnTo>
                    <a:pt x="581187" y="1362799"/>
                  </a:lnTo>
                  <a:lnTo>
                    <a:pt x="581179" y="1362791"/>
                  </a:lnTo>
                  <a:lnTo>
                    <a:pt x="581173" y="1362781"/>
                  </a:lnTo>
                  <a:lnTo>
                    <a:pt x="581170" y="1362773"/>
                  </a:lnTo>
                  <a:lnTo>
                    <a:pt x="581171" y="1362751"/>
                  </a:lnTo>
                  <a:lnTo>
                    <a:pt x="581173" y="1362737"/>
                  </a:lnTo>
                  <a:lnTo>
                    <a:pt x="581175" y="1362728"/>
                  </a:lnTo>
                  <a:lnTo>
                    <a:pt x="581182" y="1362718"/>
                  </a:lnTo>
                  <a:lnTo>
                    <a:pt x="581192" y="1362702"/>
                  </a:lnTo>
                  <a:lnTo>
                    <a:pt x="581205" y="1362682"/>
                  </a:lnTo>
                  <a:lnTo>
                    <a:pt x="581218" y="1362662"/>
                  </a:lnTo>
                  <a:lnTo>
                    <a:pt x="581229" y="1362645"/>
                  </a:lnTo>
                  <a:lnTo>
                    <a:pt x="581246" y="1362623"/>
                  </a:lnTo>
                  <a:lnTo>
                    <a:pt x="581255" y="1362606"/>
                  </a:lnTo>
                  <a:lnTo>
                    <a:pt x="581260" y="1362594"/>
                  </a:lnTo>
                  <a:lnTo>
                    <a:pt x="581262" y="1362574"/>
                  </a:lnTo>
                  <a:lnTo>
                    <a:pt x="581262" y="1362551"/>
                  </a:lnTo>
                  <a:lnTo>
                    <a:pt x="581260" y="1362543"/>
                  </a:lnTo>
                  <a:lnTo>
                    <a:pt x="581252" y="1362527"/>
                  </a:lnTo>
                  <a:lnTo>
                    <a:pt x="581243" y="1362511"/>
                  </a:lnTo>
                  <a:lnTo>
                    <a:pt x="581236" y="1362501"/>
                  </a:lnTo>
                  <a:lnTo>
                    <a:pt x="581218" y="1362482"/>
                  </a:lnTo>
                  <a:lnTo>
                    <a:pt x="581191" y="1362457"/>
                  </a:lnTo>
                  <a:lnTo>
                    <a:pt x="581168" y="1362436"/>
                  </a:lnTo>
                  <a:lnTo>
                    <a:pt x="581154" y="1362422"/>
                  </a:lnTo>
                  <a:lnTo>
                    <a:pt x="581145" y="1362412"/>
                  </a:lnTo>
                  <a:lnTo>
                    <a:pt x="581141" y="1362405"/>
                  </a:lnTo>
                  <a:lnTo>
                    <a:pt x="581135" y="1362398"/>
                  </a:lnTo>
                  <a:lnTo>
                    <a:pt x="581128" y="1362388"/>
                  </a:lnTo>
                  <a:lnTo>
                    <a:pt x="581120" y="1362377"/>
                  </a:lnTo>
                  <a:lnTo>
                    <a:pt x="581113" y="1362364"/>
                  </a:lnTo>
                  <a:lnTo>
                    <a:pt x="581104" y="1362350"/>
                  </a:lnTo>
                  <a:lnTo>
                    <a:pt x="581096" y="1362339"/>
                  </a:lnTo>
                  <a:lnTo>
                    <a:pt x="581090" y="1362328"/>
                  </a:lnTo>
                  <a:lnTo>
                    <a:pt x="581083" y="1362319"/>
                  </a:lnTo>
                  <a:lnTo>
                    <a:pt x="581076" y="1362312"/>
                  </a:lnTo>
                  <a:lnTo>
                    <a:pt x="581071" y="1362308"/>
                  </a:lnTo>
                  <a:lnTo>
                    <a:pt x="581060" y="1362301"/>
                  </a:lnTo>
                  <a:lnTo>
                    <a:pt x="581051" y="1362294"/>
                  </a:lnTo>
                  <a:lnTo>
                    <a:pt x="581030" y="1362282"/>
                  </a:lnTo>
                  <a:lnTo>
                    <a:pt x="581015" y="1362275"/>
                  </a:lnTo>
                  <a:lnTo>
                    <a:pt x="581006" y="1362270"/>
                  </a:lnTo>
                  <a:lnTo>
                    <a:pt x="580992" y="1362264"/>
                  </a:lnTo>
                  <a:lnTo>
                    <a:pt x="580981" y="1362259"/>
                  </a:lnTo>
                  <a:lnTo>
                    <a:pt x="580972" y="1362253"/>
                  </a:lnTo>
                  <a:lnTo>
                    <a:pt x="580964" y="1362248"/>
                  </a:lnTo>
                  <a:lnTo>
                    <a:pt x="580958" y="1362244"/>
                  </a:lnTo>
                  <a:lnTo>
                    <a:pt x="580948" y="1362237"/>
                  </a:lnTo>
                  <a:lnTo>
                    <a:pt x="580940" y="1362232"/>
                  </a:lnTo>
                  <a:lnTo>
                    <a:pt x="580920" y="1362216"/>
                  </a:lnTo>
                  <a:lnTo>
                    <a:pt x="580909" y="1362206"/>
                  </a:lnTo>
                  <a:lnTo>
                    <a:pt x="580902" y="1362200"/>
                  </a:lnTo>
                  <a:lnTo>
                    <a:pt x="580895" y="1362194"/>
                  </a:lnTo>
                  <a:lnTo>
                    <a:pt x="580885" y="1362184"/>
                  </a:lnTo>
                  <a:lnTo>
                    <a:pt x="580870" y="1362173"/>
                  </a:lnTo>
                  <a:lnTo>
                    <a:pt x="580861" y="1362164"/>
                  </a:lnTo>
                  <a:lnTo>
                    <a:pt x="580851" y="1362152"/>
                  </a:lnTo>
                  <a:lnTo>
                    <a:pt x="580836" y="1362136"/>
                  </a:lnTo>
                  <a:lnTo>
                    <a:pt x="580829" y="1362129"/>
                  </a:lnTo>
                  <a:lnTo>
                    <a:pt x="580825" y="1362122"/>
                  </a:lnTo>
                  <a:lnTo>
                    <a:pt x="580822" y="1362117"/>
                  </a:lnTo>
                  <a:lnTo>
                    <a:pt x="580815" y="1362104"/>
                  </a:lnTo>
                  <a:lnTo>
                    <a:pt x="580812" y="1362099"/>
                  </a:lnTo>
                  <a:lnTo>
                    <a:pt x="580804" y="1362081"/>
                  </a:lnTo>
                  <a:lnTo>
                    <a:pt x="580796" y="1362064"/>
                  </a:lnTo>
                  <a:lnTo>
                    <a:pt x="580788" y="1362045"/>
                  </a:lnTo>
                  <a:lnTo>
                    <a:pt x="580783" y="1362037"/>
                  </a:lnTo>
                  <a:lnTo>
                    <a:pt x="580776" y="1362027"/>
                  </a:lnTo>
                  <a:lnTo>
                    <a:pt x="580767" y="1362011"/>
                  </a:lnTo>
                  <a:lnTo>
                    <a:pt x="580762" y="1362004"/>
                  </a:lnTo>
                  <a:lnTo>
                    <a:pt x="580756" y="1361995"/>
                  </a:lnTo>
                  <a:lnTo>
                    <a:pt x="580752" y="1361990"/>
                  </a:lnTo>
                  <a:lnTo>
                    <a:pt x="580742" y="1361977"/>
                  </a:lnTo>
                  <a:lnTo>
                    <a:pt x="580727" y="1361958"/>
                  </a:lnTo>
                  <a:lnTo>
                    <a:pt x="580714" y="1361939"/>
                  </a:lnTo>
                  <a:lnTo>
                    <a:pt x="580707" y="1361932"/>
                  </a:lnTo>
                  <a:lnTo>
                    <a:pt x="580698" y="1361920"/>
                  </a:lnTo>
                  <a:lnTo>
                    <a:pt x="580690" y="1361913"/>
                  </a:lnTo>
                  <a:lnTo>
                    <a:pt x="580682" y="1361910"/>
                  </a:lnTo>
                  <a:lnTo>
                    <a:pt x="580674" y="1361909"/>
                  </a:lnTo>
                  <a:lnTo>
                    <a:pt x="580666" y="1361910"/>
                  </a:lnTo>
                  <a:lnTo>
                    <a:pt x="580651" y="1361913"/>
                  </a:lnTo>
                  <a:lnTo>
                    <a:pt x="580637" y="1361916"/>
                  </a:lnTo>
                  <a:lnTo>
                    <a:pt x="580626" y="1361918"/>
                  </a:lnTo>
                  <a:lnTo>
                    <a:pt x="580621" y="1361919"/>
                  </a:lnTo>
                  <a:lnTo>
                    <a:pt x="580608" y="1361920"/>
                  </a:lnTo>
                  <a:lnTo>
                    <a:pt x="580595" y="1361922"/>
                  </a:lnTo>
                  <a:lnTo>
                    <a:pt x="580582" y="1361922"/>
                  </a:lnTo>
                  <a:lnTo>
                    <a:pt x="580574" y="1361920"/>
                  </a:lnTo>
                  <a:lnTo>
                    <a:pt x="580561" y="1361916"/>
                  </a:lnTo>
                  <a:lnTo>
                    <a:pt x="580546" y="1361912"/>
                  </a:lnTo>
                  <a:lnTo>
                    <a:pt x="580529" y="1361908"/>
                  </a:lnTo>
                  <a:lnTo>
                    <a:pt x="580515" y="1361903"/>
                  </a:lnTo>
                  <a:lnTo>
                    <a:pt x="580493" y="1361896"/>
                  </a:lnTo>
                  <a:lnTo>
                    <a:pt x="580478" y="1361892"/>
                  </a:lnTo>
                  <a:lnTo>
                    <a:pt x="580453" y="1361887"/>
                  </a:lnTo>
                  <a:lnTo>
                    <a:pt x="580438" y="1361883"/>
                  </a:lnTo>
                  <a:lnTo>
                    <a:pt x="580415" y="1361877"/>
                  </a:lnTo>
                  <a:lnTo>
                    <a:pt x="580401" y="1361871"/>
                  </a:lnTo>
                  <a:lnTo>
                    <a:pt x="580390" y="1361859"/>
                  </a:lnTo>
                  <a:lnTo>
                    <a:pt x="580382" y="1361849"/>
                  </a:lnTo>
                  <a:lnTo>
                    <a:pt x="580366" y="1361832"/>
                  </a:lnTo>
                  <a:lnTo>
                    <a:pt x="580351" y="1361816"/>
                  </a:lnTo>
                  <a:lnTo>
                    <a:pt x="580344" y="1361808"/>
                  </a:lnTo>
                  <a:lnTo>
                    <a:pt x="580328" y="1361783"/>
                  </a:lnTo>
                  <a:lnTo>
                    <a:pt x="580322" y="1361771"/>
                  </a:lnTo>
                  <a:lnTo>
                    <a:pt x="580314" y="1361757"/>
                  </a:lnTo>
                  <a:lnTo>
                    <a:pt x="580309" y="1361747"/>
                  </a:lnTo>
                  <a:lnTo>
                    <a:pt x="580307" y="1361737"/>
                  </a:lnTo>
                  <a:lnTo>
                    <a:pt x="580306" y="1361720"/>
                  </a:lnTo>
                  <a:lnTo>
                    <a:pt x="580304" y="1361715"/>
                  </a:lnTo>
                  <a:lnTo>
                    <a:pt x="580294" y="1361708"/>
                  </a:lnTo>
                  <a:lnTo>
                    <a:pt x="580291" y="1361702"/>
                  </a:lnTo>
                  <a:lnTo>
                    <a:pt x="580287" y="1361695"/>
                  </a:lnTo>
                  <a:lnTo>
                    <a:pt x="580283" y="1361680"/>
                  </a:lnTo>
                  <a:lnTo>
                    <a:pt x="580283" y="1361668"/>
                  </a:lnTo>
                  <a:lnTo>
                    <a:pt x="580285" y="1361661"/>
                  </a:lnTo>
                  <a:lnTo>
                    <a:pt x="580285" y="1361649"/>
                  </a:lnTo>
                  <a:lnTo>
                    <a:pt x="580287" y="1361624"/>
                  </a:lnTo>
                  <a:lnTo>
                    <a:pt x="580283" y="1361613"/>
                  </a:lnTo>
                  <a:lnTo>
                    <a:pt x="580239" y="1361543"/>
                  </a:lnTo>
                  <a:lnTo>
                    <a:pt x="580233" y="1361523"/>
                  </a:lnTo>
                  <a:lnTo>
                    <a:pt x="580230" y="1361513"/>
                  </a:lnTo>
                  <a:lnTo>
                    <a:pt x="580226" y="1361509"/>
                  </a:lnTo>
                  <a:lnTo>
                    <a:pt x="580221" y="1361504"/>
                  </a:lnTo>
                  <a:lnTo>
                    <a:pt x="580215" y="1361500"/>
                  </a:lnTo>
                  <a:lnTo>
                    <a:pt x="580208" y="1361496"/>
                  </a:lnTo>
                  <a:lnTo>
                    <a:pt x="580193" y="1361487"/>
                  </a:lnTo>
                  <a:lnTo>
                    <a:pt x="580166" y="1361476"/>
                  </a:lnTo>
                  <a:lnTo>
                    <a:pt x="580148" y="1361470"/>
                  </a:lnTo>
                  <a:lnTo>
                    <a:pt x="580137" y="1361464"/>
                  </a:lnTo>
                  <a:lnTo>
                    <a:pt x="580110" y="1361447"/>
                  </a:lnTo>
                  <a:lnTo>
                    <a:pt x="580091" y="1361434"/>
                  </a:lnTo>
                  <a:lnTo>
                    <a:pt x="580070" y="1361420"/>
                  </a:lnTo>
                  <a:lnTo>
                    <a:pt x="580053" y="1361409"/>
                  </a:lnTo>
                  <a:lnTo>
                    <a:pt x="580048" y="1361407"/>
                  </a:lnTo>
                  <a:lnTo>
                    <a:pt x="580038" y="1361401"/>
                  </a:lnTo>
                  <a:lnTo>
                    <a:pt x="580030" y="1361396"/>
                  </a:lnTo>
                  <a:lnTo>
                    <a:pt x="580018" y="1361384"/>
                  </a:lnTo>
                  <a:lnTo>
                    <a:pt x="580005" y="1361369"/>
                  </a:lnTo>
                  <a:lnTo>
                    <a:pt x="579996" y="1361357"/>
                  </a:lnTo>
                  <a:lnTo>
                    <a:pt x="579991" y="1361351"/>
                  </a:lnTo>
                  <a:lnTo>
                    <a:pt x="579981" y="1361332"/>
                  </a:lnTo>
                  <a:lnTo>
                    <a:pt x="579976" y="1361321"/>
                  </a:lnTo>
                  <a:lnTo>
                    <a:pt x="579970" y="1361308"/>
                  </a:lnTo>
                  <a:lnTo>
                    <a:pt x="579961" y="1361288"/>
                  </a:lnTo>
                  <a:lnTo>
                    <a:pt x="579954" y="1361266"/>
                  </a:lnTo>
                  <a:lnTo>
                    <a:pt x="579950" y="1361245"/>
                  </a:lnTo>
                  <a:lnTo>
                    <a:pt x="579947" y="1361221"/>
                  </a:lnTo>
                  <a:lnTo>
                    <a:pt x="579944" y="1361188"/>
                  </a:lnTo>
                  <a:lnTo>
                    <a:pt x="579941" y="1361161"/>
                  </a:lnTo>
                  <a:lnTo>
                    <a:pt x="579940" y="1361152"/>
                  </a:lnTo>
                  <a:lnTo>
                    <a:pt x="579937" y="1361140"/>
                  </a:lnTo>
                  <a:lnTo>
                    <a:pt x="579935" y="1361125"/>
                  </a:lnTo>
                  <a:lnTo>
                    <a:pt x="579933" y="1361107"/>
                  </a:lnTo>
                  <a:lnTo>
                    <a:pt x="579932" y="1361101"/>
                  </a:lnTo>
                  <a:lnTo>
                    <a:pt x="579923" y="1361034"/>
                  </a:lnTo>
                  <a:lnTo>
                    <a:pt x="579920" y="1361016"/>
                  </a:lnTo>
                  <a:lnTo>
                    <a:pt x="579915" y="1360996"/>
                  </a:lnTo>
                  <a:lnTo>
                    <a:pt x="579908" y="1360965"/>
                  </a:lnTo>
                  <a:lnTo>
                    <a:pt x="579906" y="1360954"/>
                  </a:lnTo>
                  <a:lnTo>
                    <a:pt x="579907" y="1360936"/>
                  </a:lnTo>
                  <a:lnTo>
                    <a:pt x="579908" y="1360925"/>
                  </a:lnTo>
                  <a:lnTo>
                    <a:pt x="579914" y="1360911"/>
                  </a:lnTo>
                  <a:lnTo>
                    <a:pt x="579918" y="1360896"/>
                  </a:lnTo>
                  <a:lnTo>
                    <a:pt x="579919" y="1360882"/>
                  </a:lnTo>
                  <a:lnTo>
                    <a:pt x="579918" y="1360864"/>
                  </a:lnTo>
                  <a:lnTo>
                    <a:pt x="579917" y="1360848"/>
                  </a:lnTo>
                  <a:lnTo>
                    <a:pt x="579917" y="1360832"/>
                  </a:lnTo>
                  <a:lnTo>
                    <a:pt x="579920" y="1360815"/>
                  </a:lnTo>
                  <a:lnTo>
                    <a:pt x="579926" y="1360800"/>
                  </a:lnTo>
                  <a:lnTo>
                    <a:pt x="579940" y="1360777"/>
                  </a:lnTo>
                  <a:lnTo>
                    <a:pt x="579946" y="1360764"/>
                  </a:lnTo>
                  <a:lnTo>
                    <a:pt x="579957" y="1360737"/>
                  </a:lnTo>
                  <a:lnTo>
                    <a:pt x="579958" y="1360731"/>
                  </a:lnTo>
                  <a:lnTo>
                    <a:pt x="579951" y="1360722"/>
                  </a:lnTo>
                  <a:lnTo>
                    <a:pt x="579943" y="1360708"/>
                  </a:lnTo>
                  <a:lnTo>
                    <a:pt x="579933" y="1360687"/>
                  </a:lnTo>
                  <a:lnTo>
                    <a:pt x="579931" y="1360681"/>
                  </a:lnTo>
                  <a:lnTo>
                    <a:pt x="579928" y="1360668"/>
                  </a:lnTo>
                  <a:lnTo>
                    <a:pt x="579927" y="1360653"/>
                  </a:lnTo>
                  <a:lnTo>
                    <a:pt x="579924" y="1360626"/>
                  </a:lnTo>
                  <a:lnTo>
                    <a:pt x="579921" y="1360611"/>
                  </a:lnTo>
                  <a:lnTo>
                    <a:pt x="579916" y="1360596"/>
                  </a:lnTo>
                  <a:lnTo>
                    <a:pt x="579911" y="1360585"/>
                  </a:lnTo>
                  <a:lnTo>
                    <a:pt x="579903" y="1360570"/>
                  </a:lnTo>
                  <a:lnTo>
                    <a:pt x="579884" y="1360534"/>
                  </a:lnTo>
                  <a:lnTo>
                    <a:pt x="579870" y="1360506"/>
                  </a:lnTo>
                  <a:lnTo>
                    <a:pt x="579859" y="1360490"/>
                  </a:lnTo>
                  <a:lnTo>
                    <a:pt x="579843" y="1360471"/>
                  </a:lnTo>
                  <a:lnTo>
                    <a:pt x="579830" y="1360458"/>
                  </a:lnTo>
                  <a:lnTo>
                    <a:pt x="579823" y="1360450"/>
                  </a:lnTo>
                  <a:lnTo>
                    <a:pt x="579809" y="1360437"/>
                  </a:lnTo>
                  <a:lnTo>
                    <a:pt x="579779" y="1360415"/>
                  </a:lnTo>
                  <a:lnTo>
                    <a:pt x="579759" y="1360397"/>
                  </a:lnTo>
                  <a:lnTo>
                    <a:pt x="579740" y="1360382"/>
                  </a:lnTo>
                  <a:lnTo>
                    <a:pt x="579731" y="1360374"/>
                  </a:lnTo>
                  <a:lnTo>
                    <a:pt x="579723" y="1360368"/>
                  </a:lnTo>
                  <a:lnTo>
                    <a:pt x="579709" y="1360353"/>
                  </a:lnTo>
                  <a:lnTo>
                    <a:pt x="579701" y="1360343"/>
                  </a:lnTo>
                  <a:lnTo>
                    <a:pt x="579698" y="1360336"/>
                  </a:lnTo>
                  <a:lnTo>
                    <a:pt x="579695" y="1360323"/>
                  </a:lnTo>
                  <a:lnTo>
                    <a:pt x="579691" y="1360286"/>
                  </a:lnTo>
                  <a:lnTo>
                    <a:pt x="579690" y="1360271"/>
                  </a:lnTo>
                  <a:lnTo>
                    <a:pt x="579692" y="1360258"/>
                  </a:lnTo>
                  <a:lnTo>
                    <a:pt x="579694" y="1360235"/>
                  </a:lnTo>
                  <a:lnTo>
                    <a:pt x="579694" y="1360225"/>
                  </a:lnTo>
                  <a:lnTo>
                    <a:pt x="579692" y="1360210"/>
                  </a:lnTo>
                  <a:lnTo>
                    <a:pt x="579690" y="1360199"/>
                  </a:lnTo>
                  <a:lnTo>
                    <a:pt x="579682" y="1360169"/>
                  </a:lnTo>
                  <a:lnTo>
                    <a:pt x="579675" y="1360145"/>
                  </a:lnTo>
                  <a:lnTo>
                    <a:pt x="579673" y="1360124"/>
                  </a:lnTo>
                  <a:lnTo>
                    <a:pt x="579670" y="1360097"/>
                  </a:lnTo>
                  <a:lnTo>
                    <a:pt x="579670" y="1360076"/>
                  </a:lnTo>
                  <a:lnTo>
                    <a:pt x="579671" y="1360056"/>
                  </a:lnTo>
                  <a:lnTo>
                    <a:pt x="579672" y="1360036"/>
                  </a:lnTo>
                  <a:lnTo>
                    <a:pt x="579671" y="1360018"/>
                  </a:lnTo>
                  <a:lnTo>
                    <a:pt x="579669" y="1359989"/>
                  </a:lnTo>
                  <a:lnTo>
                    <a:pt x="579669" y="1359975"/>
                  </a:lnTo>
                  <a:lnTo>
                    <a:pt x="579668" y="1359965"/>
                  </a:lnTo>
                  <a:lnTo>
                    <a:pt x="579668" y="1359952"/>
                  </a:lnTo>
                  <a:lnTo>
                    <a:pt x="579668" y="1359932"/>
                  </a:lnTo>
                  <a:lnTo>
                    <a:pt x="579667" y="1359918"/>
                  </a:lnTo>
                  <a:lnTo>
                    <a:pt x="579666" y="1359887"/>
                  </a:lnTo>
                  <a:lnTo>
                    <a:pt x="579665" y="1359876"/>
                  </a:lnTo>
                  <a:lnTo>
                    <a:pt x="579660" y="1359854"/>
                  </a:lnTo>
                  <a:lnTo>
                    <a:pt x="579657" y="1359836"/>
                  </a:lnTo>
                  <a:lnTo>
                    <a:pt x="579655" y="1359810"/>
                  </a:lnTo>
                  <a:lnTo>
                    <a:pt x="579653" y="1359777"/>
                  </a:lnTo>
                  <a:lnTo>
                    <a:pt x="579651" y="1359768"/>
                  </a:lnTo>
                  <a:lnTo>
                    <a:pt x="579651" y="1359762"/>
                  </a:lnTo>
                  <a:lnTo>
                    <a:pt x="579650" y="1359750"/>
                  </a:lnTo>
                  <a:lnTo>
                    <a:pt x="579651" y="1359737"/>
                  </a:lnTo>
                  <a:lnTo>
                    <a:pt x="579654" y="1359725"/>
                  </a:lnTo>
                  <a:lnTo>
                    <a:pt x="579663" y="1359705"/>
                  </a:lnTo>
                  <a:lnTo>
                    <a:pt x="579673" y="1359692"/>
                  </a:lnTo>
                  <a:lnTo>
                    <a:pt x="579680" y="1359667"/>
                  </a:lnTo>
                  <a:lnTo>
                    <a:pt x="579686" y="1359630"/>
                  </a:lnTo>
                  <a:lnTo>
                    <a:pt x="579689" y="1359586"/>
                  </a:lnTo>
                  <a:lnTo>
                    <a:pt x="579686" y="1359566"/>
                  </a:lnTo>
                  <a:lnTo>
                    <a:pt x="579681" y="1359547"/>
                  </a:lnTo>
                  <a:lnTo>
                    <a:pt x="579672" y="1359518"/>
                  </a:lnTo>
                  <a:lnTo>
                    <a:pt x="579667" y="1359500"/>
                  </a:lnTo>
                  <a:lnTo>
                    <a:pt x="579656" y="1359476"/>
                  </a:lnTo>
                  <a:lnTo>
                    <a:pt x="579646" y="1359455"/>
                  </a:lnTo>
                  <a:lnTo>
                    <a:pt x="579635" y="1359433"/>
                  </a:lnTo>
                  <a:lnTo>
                    <a:pt x="579630" y="1359428"/>
                  </a:lnTo>
                  <a:lnTo>
                    <a:pt x="579617" y="1359421"/>
                  </a:lnTo>
                  <a:lnTo>
                    <a:pt x="579608" y="1359414"/>
                  </a:lnTo>
                  <a:lnTo>
                    <a:pt x="579592" y="1359398"/>
                  </a:lnTo>
                  <a:lnTo>
                    <a:pt x="579570" y="1359370"/>
                  </a:lnTo>
                  <a:lnTo>
                    <a:pt x="579543" y="1359337"/>
                  </a:lnTo>
                  <a:lnTo>
                    <a:pt x="579533" y="1359321"/>
                  </a:lnTo>
                  <a:lnTo>
                    <a:pt x="579522" y="1359299"/>
                  </a:lnTo>
                  <a:lnTo>
                    <a:pt x="579513" y="1359276"/>
                  </a:lnTo>
                  <a:lnTo>
                    <a:pt x="579501" y="1359243"/>
                  </a:lnTo>
                  <a:lnTo>
                    <a:pt x="579497" y="1359228"/>
                  </a:lnTo>
                  <a:lnTo>
                    <a:pt x="579493" y="1359212"/>
                  </a:lnTo>
                  <a:lnTo>
                    <a:pt x="579490" y="1359197"/>
                  </a:lnTo>
                  <a:lnTo>
                    <a:pt x="579489" y="1359167"/>
                  </a:lnTo>
                  <a:lnTo>
                    <a:pt x="579487" y="1359148"/>
                  </a:lnTo>
                  <a:lnTo>
                    <a:pt x="579488" y="1359127"/>
                  </a:lnTo>
                  <a:lnTo>
                    <a:pt x="579491" y="1359092"/>
                  </a:lnTo>
                  <a:lnTo>
                    <a:pt x="579491" y="1359078"/>
                  </a:lnTo>
                  <a:lnTo>
                    <a:pt x="579493" y="1359050"/>
                  </a:lnTo>
                  <a:lnTo>
                    <a:pt x="579492" y="1359038"/>
                  </a:lnTo>
                  <a:lnTo>
                    <a:pt x="579484" y="1359014"/>
                  </a:lnTo>
                  <a:lnTo>
                    <a:pt x="579471" y="1358992"/>
                  </a:lnTo>
                  <a:lnTo>
                    <a:pt x="579470" y="1358981"/>
                  </a:lnTo>
                  <a:lnTo>
                    <a:pt x="579474" y="1358940"/>
                  </a:lnTo>
                  <a:lnTo>
                    <a:pt x="579475" y="1358924"/>
                  </a:lnTo>
                  <a:lnTo>
                    <a:pt x="579473" y="1358883"/>
                  </a:lnTo>
                  <a:lnTo>
                    <a:pt x="579470" y="1358864"/>
                  </a:lnTo>
                  <a:lnTo>
                    <a:pt x="579467" y="1358854"/>
                  </a:lnTo>
                  <a:lnTo>
                    <a:pt x="579459" y="1358838"/>
                  </a:lnTo>
                  <a:lnTo>
                    <a:pt x="579447" y="1358823"/>
                  </a:lnTo>
                  <a:lnTo>
                    <a:pt x="579434" y="1358808"/>
                  </a:lnTo>
                  <a:lnTo>
                    <a:pt x="579411" y="1358786"/>
                  </a:lnTo>
                  <a:lnTo>
                    <a:pt x="579394" y="1358761"/>
                  </a:lnTo>
                  <a:lnTo>
                    <a:pt x="579374" y="1358736"/>
                  </a:lnTo>
                  <a:lnTo>
                    <a:pt x="579360" y="1358712"/>
                  </a:lnTo>
                  <a:lnTo>
                    <a:pt x="579351" y="1358689"/>
                  </a:lnTo>
                  <a:lnTo>
                    <a:pt x="579344" y="1358664"/>
                  </a:lnTo>
                  <a:lnTo>
                    <a:pt x="579339" y="1358634"/>
                  </a:lnTo>
                  <a:lnTo>
                    <a:pt x="579334" y="1358611"/>
                  </a:lnTo>
                  <a:lnTo>
                    <a:pt x="579331" y="1358596"/>
                  </a:lnTo>
                  <a:lnTo>
                    <a:pt x="579326" y="1358584"/>
                  </a:lnTo>
                  <a:lnTo>
                    <a:pt x="579319" y="1358575"/>
                  </a:lnTo>
                  <a:lnTo>
                    <a:pt x="579307" y="1358566"/>
                  </a:lnTo>
                  <a:lnTo>
                    <a:pt x="579294" y="1358556"/>
                  </a:lnTo>
                  <a:lnTo>
                    <a:pt x="579283" y="1358549"/>
                  </a:lnTo>
                  <a:lnTo>
                    <a:pt x="579257" y="1358531"/>
                  </a:lnTo>
                  <a:lnTo>
                    <a:pt x="579237" y="1358514"/>
                  </a:lnTo>
                  <a:lnTo>
                    <a:pt x="579225" y="1358504"/>
                  </a:lnTo>
                  <a:lnTo>
                    <a:pt x="579215" y="1358494"/>
                  </a:lnTo>
                  <a:lnTo>
                    <a:pt x="579212" y="1358487"/>
                  </a:lnTo>
                  <a:lnTo>
                    <a:pt x="579212" y="1358480"/>
                  </a:lnTo>
                  <a:lnTo>
                    <a:pt x="579213" y="1358471"/>
                  </a:lnTo>
                  <a:lnTo>
                    <a:pt x="579214" y="1358464"/>
                  </a:lnTo>
                  <a:lnTo>
                    <a:pt x="579222" y="1358450"/>
                  </a:lnTo>
                  <a:lnTo>
                    <a:pt x="579228" y="1358438"/>
                  </a:lnTo>
                  <a:lnTo>
                    <a:pt x="579234" y="1358422"/>
                  </a:lnTo>
                  <a:lnTo>
                    <a:pt x="579237" y="1358406"/>
                  </a:lnTo>
                  <a:lnTo>
                    <a:pt x="579233" y="1358368"/>
                  </a:lnTo>
                  <a:lnTo>
                    <a:pt x="579232" y="1358348"/>
                  </a:lnTo>
                  <a:lnTo>
                    <a:pt x="579229" y="1358332"/>
                  </a:lnTo>
                  <a:lnTo>
                    <a:pt x="579223" y="1358313"/>
                  </a:lnTo>
                  <a:lnTo>
                    <a:pt x="579220" y="1358305"/>
                  </a:lnTo>
                  <a:lnTo>
                    <a:pt x="579221" y="1358299"/>
                  </a:lnTo>
                  <a:lnTo>
                    <a:pt x="579224" y="1358294"/>
                  </a:lnTo>
                  <a:lnTo>
                    <a:pt x="579239" y="1358277"/>
                  </a:lnTo>
                  <a:lnTo>
                    <a:pt x="579259" y="1358254"/>
                  </a:lnTo>
                  <a:lnTo>
                    <a:pt x="579284" y="1358212"/>
                  </a:lnTo>
                  <a:lnTo>
                    <a:pt x="579304" y="1358178"/>
                  </a:lnTo>
                  <a:lnTo>
                    <a:pt x="579329" y="1358134"/>
                  </a:lnTo>
                  <a:lnTo>
                    <a:pt x="579349" y="1358101"/>
                  </a:lnTo>
                  <a:lnTo>
                    <a:pt x="579361" y="1358086"/>
                  </a:lnTo>
                  <a:lnTo>
                    <a:pt x="579386" y="1358055"/>
                  </a:lnTo>
                  <a:lnTo>
                    <a:pt x="579391" y="1358045"/>
                  </a:lnTo>
                  <a:lnTo>
                    <a:pt x="579394" y="1358037"/>
                  </a:lnTo>
                  <a:lnTo>
                    <a:pt x="579395" y="1358028"/>
                  </a:lnTo>
                  <a:lnTo>
                    <a:pt x="579377" y="1358003"/>
                  </a:lnTo>
                  <a:lnTo>
                    <a:pt x="579373" y="1357999"/>
                  </a:lnTo>
                  <a:lnTo>
                    <a:pt x="579366" y="1357985"/>
                  </a:lnTo>
                  <a:lnTo>
                    <a:pt x="579363" y="1357979"/>
                  </a:lnTo>
                  <a:lnTo>
                    <a:pt x="579351" y="1357952"/>
                  </a:lnTo>
                  <a:lnTo>
                    <a:pt x="579346" y="1357941"/>
                  </a:lnTo>
                  <a:lnTo>
                    <a:pt x="579341" y="1357917"/>
                  </a:lnTo>
                  <a:lnTo>
                    <a:pt x="579340" y="1357906"/>
                  </a:lnTo>
                  <a:lnTo>
                    <a:pt x="579341" y="1357888"/>
                  </a:lnTo>
                  <a:lnTo>
                    <a:pt x="579346" y="1357876"/>
                  </a:lnTo>
                  <a:lnTo>
                    <a:pt x="579356" y="1357857"/>
                  </a:lnTo>
                  <a:lnTo>
                    <a:pt x="579365" y="1357827"/>
                  </a:lnTo>
                  <a:lnTo>
                    <a:pt x="579373" y="1357799"/>
                  </a:lnTo>
                  <a:lnTo>
                    <a:pt x="579372" y="1357785"/>
                  </a:lnTo>
                  <a:lnTo>
                    <a:pt x="579370" y="1357773"/>
                  </a:lnTo>
                  <a:lnTo>
                    <a:pt x="579368" y="1357762"/>
                  </a:lnTo>
                  <a:lnTo>
                    <a:pt x="579367" y="1357749"/>
                  </a:lnTo>
                  <a:lnTo>
                    <a:pt x="579364" y="1357737"/>
                  </a:lnTo>
                  <a:lnTo>
                    <a:pt x="579361" y="1357726"/>
                  </a:lnTo>
                  <a:lnTo>
                    <a:pt x="579363" y="1357708"/>
                  </a:lnTo>
                  <a:lnTo>
                    <a:pt x="579364" y="1357693"/>
                  </a:lnTo>
                  <a:lnTo>
                    <a:pt x="579361" y="1357686"/>
                  </a:lnTo>
                  <a:lnTo>
                    <a:pt x="579355" y="1357665"/>
                  </a:lnTo>
                  <a:lnTo>
                    <a:pt x="579348" y="1357648"/>
                  </a:lnTo>
                  <a:lnTo>
                    <a:pt x="579346" y="1357635"/>
                  </a:lnTo>
                  <a:lnTo>
                    <a:pt x="579352" y="1357621"/>
                  </a:lnTo>
                  <a:lnTo>
                    <a:pt x="579356" y="1357615"/>
                  </a:lnTo>
                  <a:lnTo>
                    <a:pt x="579362" y="1357608"/>
                  </a:lnTo>
                  <a:lnTo>
                    <a:pt x="579372" y="1357593"/>
                  </a:lnTo>
                  <a:lnTo>
                    <a:pt x="579379" y="1357581"/>
                  </a:lnTo>
                  <a:lnTo>
                    <a:pt x="579387" y="1357568"/>
                  </a:lnTo>
                  <a:lnTo>
                    <a:pt x="579396" y="1357561"/>
                  </a:lnTo>
                  <a:lnTo>
                    <a:pt x="579404" y="1357547"/>
                  </a:lnTo>
                  <a:lnTo>
                    <a:pt x="579410" y="1357536"/>
                  </a:lnTo>
                  <a:lnTo>
                    <a:pt x="579412" y="1357528"/>
                  </a:lnTo>
                  <a:lnTo>
                    <a:pt x="579414" y="1357511"/>
                  </a:lnTo>
                  <a:lnTo>
                    <a:pt x="579415" y="1357500"/>
                  </a:lnTo>
                  <a:lnTo>
                    <a:pt x="579418" y="1357481"/>
                  </a:lnTo>
                  <a:lnTo>
                    <a:pt x="579418" y="1357469"/>
                  </a:lnTo>
                  <a:lnTo>
                    <a:pt x="579413" y="1357458"/>
                  </a:lnTo>
                  <a:lnTo>
                    <a:pt x="579411" y="1357440"/>
                  </a:lnTo>
                  <a:lnTo>
                    <a:pt x="579407" y="1357429"/>
                  </a:lnTo>
                  <a:lnTo>
                    <a:pt x="579405" y="1357415"/>
                  </a:lnTo>
                  <a:lnTo>
                    <a:pt x="579405" y="1357405"/>
                  </a:lnTo>
                  <a:lnTo>
                    <a:pt x="579404" y="1357388"/>
                  </a:lnTo>
                  <a:lnTo>
                    <a:pt x="579403" y="1357363"/>
                  </a:lnTo>
                  <a:lnTo>
                    <a:pt x="579401" y="1357349"/>
                  </a:lnTo>
                  <a:lnTo>
                    <a:pt x="579399" y="1357340"/>
                  </a:lnTo>
                  <a:lnTo>
                    <a:pt x="579397" y="1357332"/>
                  </a:lnTo>
                  <a:lnTo>
                    <a:pt x="579394" y="1357325"/>
                  </a:lnTo>
                  <a:lnTo>
                    <a:pt x="579392" y="1357319"/>
                  </a:lnTo>
                  <a:lnTo>
                    <a:pt x="579389" y="1357313"/>
                  </a:lnTo>
                  <a:lnTo>
                    <a:pt x="579389" y="1357292"/>
                  </a:lnTo>
                  <a:lnTo>
                    <a:pt x="579391" y="1357284"/>
                  </a:lnTo>
                  <a:lnTo>
                    <a:pt x="579390" y="1357269"/>
                  </a:lnTo>
                  <a:lnTo>
                    <a:pt x="579389" y="1357221"/>
                  </a:lnTo>
                  <a:lnTo>
                    <a:pt x="579389" y="1357208"/>
                  </a:lnTo>
                  <a:lnTo>
                    <a:pt x="579397" y="1357187"/>
                  </a:lnTo>
                  <a:lnTo>
                    <a:pt x="579401" y="1357175"/>
                  </a:lnTo>
                  <a:lnTo>
                    <a:pt x="579404" y="1357158"/>
                  </a:lnTo>
                  <a:lnTo>
                    <a:pt x="579408" y="1357143"/>
                  </a:lnTo>
                  <a:lnTo>
                    <a:pt x="579412" y="1357078"/>
                  </a:lnTo>
                  <a:lnTo>
                    <a:pt x="579412" y="1357068"/>
                  </a:lnTo>
                  <a:lnTo>
                    <a:pt x="579414" y="1357056"/>
                  </a:lnTo>
                  <a:lnTo>
                    <a:pt x="579416" y="1357048"/>
                  </a:lnTo>
                  <a:lnTo>
                    <a:pt x="579416" y="1357041"/>
                  </a:lnTo>
                  <a:lnTo>
                    <a:pt x="579415" y="1357033"/>
                  </a:lnTo>
                  <a:lnTo>
                    <a:pt x="579418" y="1357022"/>
                  </a:lnTo>
                  <a:lnTo>
                    <a:pt x="579417" y="1357009"/>
                  </a:lnTo>
                  <a:lnTo>
                    <a:pt x="579410" y="1356972"/>
                  </a:lnTo>
                  <a:lnTo>
                    <a:pt x="579404" y="1356950"/>
                  </a:lnTo>
                  <a:lnTo>
                    <a:pt x="579393" y="1356933"/>
                  </a:lnTo>
                  <a:lnTo>
                    <a:pt x="579391" y="1356928"/>
                  </a:lnTo>
                  <a:lnTo>
                    <a:pt x="579386" y="1356914"/>
                  </a:lnTo>
                  <a:lnTo>
                    <a:pt x="579384" y="1356906"/>
                  </a:lnTo>
                  <a:lnTo>
                    <a:pt x="579378" y="1356892"/>
                  </a:lnTo>
                  <a:lnTo>
                    <a:pt x="579366" y="1356879"/>
                  </a:lnTo>
                  <a:lnTo>
                    <a:pt x="579362" y="1356866"/>
                  </a:lnTo>
                  <a:lnTo>
                    <a:pt x="579359" y="1356852"/>
                  </a:lnTo>
                  <a:lnTo>
                    <a:pt x="579359" y="1356847"/>
                  </a:lnTo>
                  <a:lnTo>
                    <a:pt x="579359" y="1356833"/>
                  </a:lnTo>
                  <a:lnTo>
                    <a:pt x="579357" y="1356818"/>
                  </a:lnTo>
                  <a:lnTo>
                    <a:pt x="579358" y="1356808"/>
                  </a:lnTo>
                  <a:lnTo>
                    <a:pt x="579357" y="1356791"/>
                  </a:lnTo>
                  <a:lnTo>
                    <a:pt x="579353" y="1356780"/>
                  </a:lnTo>
                  <a:lnTo>
                    <a:pt x="579352" y="1356761"/>
                  </a:lnTo>
                  <a:lnTo>
                    <a:pt x="579351" y="1356752"/>
                  </a:lnTo>
                  <a:lnTo>
                    <a:pt x="579337" y="1356730"/>
                  </a:lnTo>
                  <a:lnTo>
                    <a:pt x="579327" y="1356721"/>
                  </a:lnTo>
                  <a:lnTo>
                    <a:pt x="579314" y="1356713"/>
                  </a:lnTo>
                  <a:lnTo>
                    <a:pt x="579300" y="1356704"/>
                  </a:lnTo>
                  <a:lnTo>
                    <a:pt x="579291" y="1356699"/>
                  </a:lnTo>
                  <a:lnTo>
                    <a:pt x="579280" y="1356691"/>
                  </a:lnTo>
                  <a:lnTo>
                    <a:pt x="579270" y="1356681"/>
                  </a:lnTo>
                  <a:lnTo>
                    <a:pt x="579260" y="1356670"/>
                  </a:lnTo>
                  <a:lnTo>
                    <a:pt x="579250" y="1356660"/>
                  </a:lnTo>
                  <a:lnTo>
                    <a:pt x="579240" y="1356650"/>
                  </a:lnTo>
                  <a:lnTo>
                    <a:pt x="579232" y="1356645"/>
                  </a:lnTo>
                  <a:lnTo>
                    <a:pt x="579221" y="1356641"/>
                  </a:lnTo>
                  <a:lnTo>
                    <a:pt x="579203" y="1356632"/>
                  </a:lnTo>
                  <a:lnTo>
                    <a:pt x="579188" y="1356626"/>
                  </a:lnTo>
                  <a:lnTo>
                    <a:pt x="579166" y="1356615"/>
                  </a:lnTo>
                  <a:lnTo>
                    <a:pt x="579153" y="1356610"/>
                  </a:lnTo>
                  <a:lnTo>
                    <a:pt x="579138" y="1356604"/>
                  </a:lnTo>
                  <a:lnTo>
                    <a:pt x="579128" y="1356598"/>
                  </a:lnTo>
                  <a:lnTo>
                    <a:pt x="579117" y="1356588"/>
                  </a:lnTo>
                  <a:lnTo>
                    <a:pt x="579108" y="1356580"/>
                  </a:lnTo>
                  <a:lnTo>
                    <a:pt x="579094" y="1356568"/>
                  </a:lnTo>
                  <a:lnTo>
                    <a:pt x="579080" y="1356559"/>
                  </a:lnTo>
                  <a:lnTo>
                    <a:pt x="579056" y="1356543"/>
                  </a:lnTo>
                  <a:lnTo>
                    <a:pt x="579049" y="1356538"/>
                  </a:lnTo>
                  <a:lnTo>
                    <a:pt x="579036" y="1356533"/>
                  </a:lnTo>
                  <a:lnTo>
                    <a:pt x="579020" y="1356527"/>
                  </a:lnTo>
                  <a:lnTo>
                    <a:pt x="579007" y="1356521"/>
                  </a:lnTo>
                  <a:lnTo>
                    <a:pt x="578988" y="1356511"/>
                  </a:lnTo>
                  <a:lnTo>
                    <a:pt x="578972" y="1356501"/>
                  </a:lnTo>
                  <a:lnTo>
                    <a:pt x="578956" y="1356491"/>
                  </a:lnTo>
                  <a:lnTo>
                    <a:pt x="578935" y="1356474"/>
                  </a:lnTo>
                  <a:lnTo>
                    <a:pt x="578931" y="1356466"/>
                  </a:lnTo>
                  <a:lnTo>
                    <a:pt x="578933" y="1356452"/>
                  </a:lnTo>
                  <a:lnTo>
                    <a:pt x="578934" y="1356444"/>
                  </a:lnTo>
                  <a:lnTo>
                    <a:pt x="578934" y="1356432"/>
                  </a:lnTo>
                  <a:lnTo>
                    <a:pt x="578935" y="1356420"/>
                  </a:lnTo>
                  <a:lnTo>
                    <a:pt x="578937" y="1356412"/>
                  </a:lnTo>
                  <a:lnTo>
                    <a:pt x="578942" y="1356394"/>
                  </a:lnTo>
                  <a:lnTo>
                    <a:pt x="578948" y="1356376"/>
                  </a:lnTo>
                  <a:lnTo>
                    <a:pt x="578955" y="1356351"/>
                  </a:lnTo>
                  <a:lnTo>
                    <a:pt x="578960" y="1356329"/>
                  </a:lnTo>
                  <a:lnTo>
                    <a:pt x="578963" y="1356315"/>
                  </a:lnTo>
                  <a:lnTo>
                    <a:pt x="578970" y="1356303"/>
                  </a:lnTo>
                  <a:lnTo>
                    <a:pt x="578975" y="1356289"/>
                  </a:lnTo>
                  <a:lnTo>
                    <a:pt x="578979" y="1356279"/>
                  </a:lnTo>
                  <a:lnTo>
                    <a:pt x="578985" y="1356270"/>
                  </a:lnTo>
                  <a:lnTo>
                    <a:pt x="578990" y="1356255"/>
                  </a:lnTo>
                  <a:lnTo>
                    <a:pt x="578996" y="1356243"/>
                  </a:lnTo>
                  <a:lnTo>
                    <a:pt x="579000" y="1356236"/>
                  </a:lnTo>
                  <a:lnTo>
                    <a:pt x="579004" y="1356231"/>
                  </a:lnTo>
                  <a:lnTo>
                    <a:pt x="579011" y="1356223"/>
                  </a:lnTo>
                  <a:lnTo>
                    <a:pt x="579019" y="1356215"/>
                  </a:lnTo>
                  <a:lnTo>
                    <a:pt x="579026" y="1356197"/>
                  </a:lnTo>
                  <a:lnTo>
                    <a:pt x="579030" y="1356193"/>
                  </a:lnTo>
                  <a:lnTo>
                    <a:pt x="579031" y="1356185"/>
                  </a:lnTo>
                  <a:lnTo>
                    <a:pt x="579035" y="1356177"/>
                  </a:lnTo>
                  <a:lnTo>
                    <a:pt x="579041" y="1356169"/>
                  </a:lnTo>
                  <a:lnTo>
                    <a:pt x="579055" y="1356158"/>
                  </a:lnTo>
                  <a:lnTo>
                    <a:pt x="579071" y="1356146"/>
                  </a:lnTo>
                  <a:lnTo>
                    <a:pt x="579085" y="1356132"/>
                  </a:lnTo>
                  <a:lnTo>
                    <a:pt x="579097" y="1356120"/>
                  </a:lnTo>
                  <a:lnTo>
                    <a:pt x="579110" y="1356105"/>
                  </a:lnTo>
                  <a:lnTo>
                    <a:pt x="579130" y="1356086"/>
                  </a:lnTo>
                  <a:lnTo>
                    <a:pt x="579151" y="1356068"/>
                  </a:lnTo>
                  <a:lnTo>
                    <a:pt x="579165" y="1356055"/>
                  </a:lnTo>
                  <a:lnTo>
                    <a:pt x="579174" y="1356044"/>
                  </a:lnTo>
                  <a:lnTo>
                    <a:pt x="579185" y="1356025"/>
                  </a:lnTo>
                  <a:lnTo>
                    <a:pt x="579191" y="1355989"/>
                  </a:lnTo>
                  <a:lnTo>
                    <a:pt x="579194" y="1355980"/>
                  </a:lnTo>
                  <a:lnTo>
                    <a:pt x="579195" y="1355960"/>
                  </a:lnTo>
                  <a:lnTo>
                    <a:pt x="579194" y="1355945"/>
                  </a:lnTo>
                  <a:lnTo>
                    <a:pt x="579193" y="1355936"/>
                  </a:lnTo>
                  <a:lnTo>
                    <a:pt x="579190" y="1355924"/>
                  </a:lnTo>
                  <a:lnTo>
                    <a:pt x="579189" y="1355915"/>
                  </a:lnTo>
                  <a:lnTo>
                    <a:pt x="579187" y="1355907"/>
                  </a:lnTo>
                  <a:lnTo>
                    <a:pt x="579187" y="1355899"/>
                  </a:lnTo>
                  <a:lnTo>
                    <a:pt x="579184" y="1355892"/>
                  </a:lnTo>
                  <a:lnTo>
                    <a:pt x="579181" y="1355883"/>
                  </a:lnTo>
                  <a:lnTo>
                    <a:pt x="579178" y="1355875"/>
                  </a:lnTo>
                  <a:lnTo>
                    <a:pt x="579173" y="1355868"/>
                  </a:lnTo>
                  <a:lnTo>
                    <a:pt x="579168" y="1355861"/>
                  </a:lnTo>
                  <a:lnTo>
                    <a:pt x="579161" y="1355853"/>
                  </a:lnTo>
                  <a:lnTo>
                    <a:pt x="579154" y="1355845"/>
                  </a:lnTo>
                  <a:lnTo>
                    <a:pt x="579147" y="1355835"/>
                  </a:lnTo>
                  <a:lnTo>
                    <a:pt x="579142" y="1355829"/>
                  </a:lnTo>
                  <a:lnTo>
                    <a:pt x="579134" y="1355823"/>
                  </a:lnTo>
                  <a:lnTo>
                    <a:pt x="579120" y="1355812"/>
                  </a:lnTo>
                  <a:lnTo>
                    <a:pt x="579102" y="1355797"/>
                  </a:lnTo>
                  <a:lnTo>
                    <a:pt x="579091" y="1355786"/>
                  </a:lnTo>
                  <a:lnTo>
                    <a:pt x="579068" y="1355759"/>
                  </a:lnTo>
                  <a:lnTo>
                    <a:pt x="579052" y="1355743"/>
                  </a:lnTo>
                  <a:lnTo>
                    <a:pt x="579027" y="1355724"/>
                  </a:lnTo>
                  <a:lnTo>
                    <a:pt x="578998" y="1355706"/>
                  </a:lnTo>
                  <a:lnTo>
                    <a:pt x="578987" y="1355699"/>
                  </a:lnTo>
                  <a:lnTo>
                    <a:pt x="578985" y="1355694"/>
                  </a:lnTo>
                  <a:lnTo>
                    <a:pt x="578985" y="1355682"/>
                  </a:lnTo>
                  <a:lnTo>
                    <a:pt x="578984" y="1355659"/>
                  </a:lnTo>
                  <a:lnTo>
                    <a:pt x="578983" y="1355631"/>
                  </a:lnTo>
                  <a:lnTo>
                    <a:pt x="578983" y="1355605"/>
                  </a:lnTo>
                  <a:lnTo>
                    <a:pt x="578983" y="1355596"/>
                  </a:lnTo>
                  <a:lnTo>
                    <a:pt x="578988" y="1355570"/>
                  </a:lnTo>
                  <a:lnTo>
                    <a:pt x="578991" y="1355554"/>
                  </a:lnTo>
                  <a:lnTo>
                    <a:pt x="578991" y="1355529"/>
                  </a:lnTo>
                  <a:lnTo>
                    <a:pt x="578991" y="1355522"/>
                  </a:lnTo>
                  <a:lnTo>
                    <a:pt x="578990" y="1355507"/>
                  </a:lnTo>
                  <a:lnTo>
                    <a:pt x="578987" y="1355494"/>
                  </a:lnTo>
                  <a:lnTo>
                    <a:pt x="578978" y="1355474"/>
                  </a:lnTo>
                  <a:lnTo>
                    <a:pt x="578960" y="1355453"/>
                  </a:lnTo>
                  <a:lnTo>
                    <a:pt x="578932" y="1355429"/>
                  </a:lnTo>
                  <a:lnTo>
                    <a:pt x="578906" y="1355404"/>
                  </a:lnTo>
                  <a:lnTo>
                    <a:pt x="578899" y="1355395"/>
                  </a:lnTo>
                  <a:lnTo>
                    <a:pt x="578894" y="1355375"/>
                  </a:lnTo>
                  <a:lnTo>
                    <a:pt x="578893" y="1355365"/>
                  </a:lnTo>
                  <a:lnTo>
                    <a:pt x="578893" y="1355351"/>
                  </a:lnTo>
                  <a:lnTo>
                    <a:pt x="578895" y="1355339"/>
                  </a:lnTo>
                  <a:lnTo>
                    <a:pt x="578899" y="1355315"/>
                  </a:lnTo>
                  <a:lnTo>
                    <a:pt x="578899" y="1355303"/>
                  </a:lnTo>
                  <a:lnTo>
                    <a:pt x="578898" y="1355297"/>
                  </a:lnTo>
                  <a:lnTo>
                    <a:pt x="578897" y="1355289"/>
                  </a:lnTo>
                  <a:lnTo>
                    <a:pt x="578894" y="1355277"/>
                  </a:lnTo>
                  <a:lnTo>
                    <a:pt x="578892" y="1355271"/>
                  </a:lnTo>
                  <a:lnTo>
                    <a:pt x="578888" y="1355263"/>
                  </a:lnTo>
                  <a:lnTo>
                    <a:pt x="578884" y="1355250"/>
                  </a:lnTo>
                  <a:lnTo>
                    <a:pt x="578881" y="1355239"/>
                  </a:lnTo>
                  <a:lnTo>
                    <a:pt x="578876" y="1355232"/>
                  </a:lnTo>
                  <a:lnTo>
                    <a:pt x="578873" y="1355227"/>
                  </a:lnTo>
                  <a:lnTo>
                    <a:pt x="578865" y="1355218"/>
                  </a:lnTo>
                  <a:lnTo>
                    <a:pt x="578844" y="1355200"/>
                  </a:lnTo>
                  <a:lnTo>
                    <a:pt x="578831" y="1355190"/>
                  </a:lnTo>
                  <a:lnTo>
                    <a:pt x="578803" y="1355178"/>
                  </a:lnTo>
                  <a:lnTo>
                    <a:pt x="578777" y="1355171"/>
                  </a:lnTo>
                  <a:lnTo>
                    <a:pt x="578772" y="1355170"/>
                  </a:lnTo>
                  <a:lnTo>
                    <a:pt x="578761" y="1355167"/>
                  </a:lnTo>
                  <a:lnTo>
                    <a:pt x="578755" y="1355165"/>
                  </a:lnTo>
                  <a:lnTo>
                    <a:pt x="578739" y="1355163"/>
                  </a:lnTo>
                  <a:lnTo>
                    <a:pt x="578733" y="1355161"/>
                  </a:lnTo>
                  <a:lnTo>
                    <a:pt x="578718" y="1355155"/>
                  </a:lnTo>
                  <a:lnTo>
                    <a:pt x="578704" y="1355147"/>
                  </a:lnTo>
                  <a:lnTo>
                    <a:pt x="578692" y="1355137"/>
                  </a:lnTo>
                  <a:lnTo>
                    <a:pt x="578685" y="1355131"/>
                  </a:lnTo>
                  <a:lnTo>
                    <a:pt x="578682" y="1355126"/>
                  </a:lnTo>
                  <a:lnTo>
                    <a:pt x="578682" y="1355119"/>
                  </a:lnTo>
                  <a:lnTo>
                    <a:pt x="578684" y="1355109"/>
                  </a:lnTo>
                  <a:lnTo>
                    <a:pt x="578687" y="1355093"/>
                  </a:lnTo>
                  <a:lnTo>
                    <a:pt x="578689" y="1355082"/>
                  </a:lnTo>
                  <a:lnTo>
                    <a:pt x="578690" y="1355076"/>
                  </a:lnTo>
                  <a:lnTo>
                    <a:pt x="578689" y="1355067"/>
                  </a:lnTo>
                  <a:lnTo>
                    <a:pt x="578689" y="1355060"/>
                  </a:lnTo>
                  <a:lnTo>
                    <a:pt x="578689" y="1355048"/>
                  </a:lnTo>
                  <a:lnTo>
                    <a:pt x="578689" y="1355036"/>
                  </a:lnTo>
                  <a:lnTo>
                    <a:pt x="578689" y="1355025"/>
                  </a:lnTo>
                  <a:lnTo>
                    <a:pt x="578688" y="1355015"/>
                  </a:lnTo>
                  <a:lnTo>
                    <a:pt x="578687" y="1355002"/>
                  </a:lnTo>
                  <a:lnTo>
                    <a:pt x="578685" y="1354991"/>
                  </a:lnTo>
                  <a:lnTo>
                    <a:pt x="578683" y="1354982"/>
                  </a:lnTo>
                  <a:lnTo>
                    <a:pt x="578682" y="1354975"/>
                  </a:lnTo>
                  <a:lnTo>
                    <a:pt x="578679" y="1354970"/>
                  </a:lnTo>
                  <a:lnTo>
                    <a:pt x="578676" y="1354962"/>
                  </a:lnTo>
                  <a:lnTo>
                    <a:pt x="578675" y="1354956"/>
                  </a:lnTo>
                  <a:lnTo>
                    <a:pt x="578674" y="1354948"/>
                  </a:lnTo>
                  <a:lnTo>
                    <a:pt x="578671" y="1354937"/>
                  </a:lnTo>
                  <a:lnTo>
                    <a:pt x="578667" y="1354927"/>
                  </a:lnTo>
                  <a:lnTo>
                    <a:pt x="578662" y="1354917"/>
                  </a:lnTo>
                  <a:lnTo>
                    <a:pt x="578646" y="1354903"/>
                  </a:lnTo>
                  <a:lnTo>
                    <a:pt x="578636" y="1354893"/>
                  </a:lnTo>
                  <a:lnTo>
                    <a:pt x="578631" y="1354877"/>
                  </a:lnTo>
                  <a:lnTo>
                    <a:pt x="578628" y="1354869"/>
                  </a:lnTo>
                  <a:lnTo>
                    <a:pt x="578625" y="1354855"/>
                  </a:lnTo>
                  <a:lnTo>
                    <a:pt x="578623" y="1354842"/>
                  </a:lnTo>
                  <a:lnTo>
                    <a:pt x="578616" y="1354825"/>
                  </a:lnTo>
                  <a:lnTo>
                    <a:pt x="578609" y="1354812"/>
                  </a:lnTo>
                  <a:lnTo>
                    <a:pt x="578600" y="1354793"/>
                  </a:lnTo>
                  <a:lnTo>
                    <a:pt x="578588" y="1354769"/>
                  </a:lnTo>
                  <a:lnTo>
                    <a:pt x="578591" y="1354762"/>
                  </a:lnTo>
                  <a:lnTo>
                    <a:pt x="578595" y="1354756"/>
                  </a:lnTo>
                  <a:lnTo>
                    <a:pt x="578604" y="1354738"/>
                  </a:lnTo>
                  <a:lnTo>
                    <a:pt x="578616" y="1354713"/>
                  </a:lnTo>
                  <a:lnTo>
                    <a:pt x="578620" y="1354703"/>
                  </a:lnTo>
                  <a:lnTo>
                    <a:pt x="578626" y="1354685"/>
                  </a:lnTo>
                  <a:lnTo>
                    <a:pt x="578628" y="1354675"/>
                  </a:lnTo>
                  <a:lnTo>
                    <a:pt x="578627" y="1354664"/>
                  </a:lnTo>
                  <a:lnTo>
                    <a:pt x="578625" y="1354648"/>
                  </a:lnTo>
                  <a:lnTo>
                    <a:pt x="578623" y="1354639"/>
                  </a:lnTo>
                  <a:lnTo>
                    <a:pt x="578616" y="1354622"/>
                  </a:lnTo>
                  <a:lnTo>
                    <a:pt x="578613" y="1354613"/>
                  </a:lnTo>
                  <a:lnTo>
                    <a:pt x="578606" y="1354586"/>
                  </a:lnTo>
                  <a:lnTo>
                    <a:pt x="578600" y="1354566"/>
                  </a:lnTo>
                  <a:lnTo>
                    <a:pt x="578588" y="1354535"/>
                  </a:lnTo>
                  <a:lnTo>
                    <a:pt x="578572" y="1354490"/>
                  </a:lnTo>
                  <a:lnTo>
                    <a:pt x="578565" y="1354471"/>
                  </a:lnTo>
                  <a:lnTo>
                    <a:pt x="578561" y="1354458"/>
                  </a:lnTo>
                  <a:lnTo>
                    <a:pt x="578559" y="1354451"/>
                  </a:lnTo>
                  <a:lnTo>
                    <a:pt x="578550" y="1354413"/>
                  </a:lnTo>
                  <a:lnTo>
                    <a:pt x="578548" y="1354402"/>
                  </a:lnTo>
                  <a:lnTo>
                    <a:pt x="578545" y="1354386"/>
                  </a:lnTo>
                  <a:lnTo>
                    <a:pt x="578544" y="1354379"/>
                  </a:lnTo>
                  <a:lnTo>
                    <a:pt x="578543" y="1354371"/>
                  </a:lnTo>
                  <a:lnTo>
                    <a:pt x="578542" y="1354345"/>
                  </a:lnTo>
                  <a:lnTo>
                    <a:pt x="578541" y="1354339"/>
                  </a:lnTo>
                  <a:lnTo>
                    <a:pt x="578542" y="1354325"/>
                  </a:lnTo>
                  <a:lnTo>
                    <a:pt x="578547" y="1354296"/>
                  </a:lnTo>
                  <a:lnTo>
                    <a:pt x="578549" y="1354291"/>
                  </a:lnTo>
                  <a:lnTo>
                    <a:pt x="578555" y="1354273"/>
                  </a:lnTo>
                  <a:lnTo>
                    <a:pt x="578560" y="1354262"/>
                  </a:lnTo>
                  <a:lnTo>
                    <a:pt x="578565" y="1354254"/>
                  </a:lnTo>
                  <a:lnTo>
                    <a:pt x="578570" y="1354247"/>
                  </a:lnTo>
                  <a:lnTo>
                    <a:pt x="578579" y="1354240"/>
                  </a:lnTo>
                  <a:lnTo>
                    <a:pt x="578598" y="1354230"/>
                  </a:lnTo>
                  <a:lnTo>
                    <a:pt x="578612" y="1354224"/>
                  </a:lnTo>
                  <a:lnTo>
                    <a:pt x="578624" y="1354214"/>
                  </a:lnTo>
                  <a:lnTo>
                    <a:pt x="578644" y="1354191"/>
                  </a:lnTo>
                  <a:lnTo>
                    <a:pt x="578658" y="1354175"/>
                  </a:lnTo>
                  <a:lnTo>
                    <a:pt x="578664" y="1354167"/>
                  </a:lnTo>
                  <a:lnTo>
                    <a:pt x="578677" y="1354152"/>
                  </a:lnTo>
                  <a:lnTo>
                    <a:pt x="578712" y="1354117"/>
                  </a:lnTo>
                  <a:lnTo>
                    <a:pt x="578719" y="1354109"/>
                  </a:lnTo>
                  <a:lnTo>
                    <a:pt x="578726" y="1354099"/>
                  </a:lnTo>
                  <a:lnTo>
                    <a:pt x="578736" y="1354086"/>
                  </a:lnTo>
                  <a:lnTo>
                    <a:pt x="578741" y="1354076"/>
                  </a:lnTo>
                  <a:lnTo>
                    <a:pt x="578731" y="1354073"/>
                  </a:lnTo>
                  <a:lnTo>
                    <a:pt x="578717" y="1354069"/>
                  </a:lnTo>
                  <a:lnTo>
                    <a:pt x="578696" y="1354061"/>
                  </a:lnTo>
                  <a:lnTo>
                    <a:pt x="578652" y="1354041"/>
                  </a:lnTo>
                  <a:lnTo>
                    <a:pt x="578647" y="1354039"/>
                  </a:lnTo>
                  <a:lnTo>
                    <a:pt x="578611" y="1354026"/>
                  </a:lnTo>
                  <a:lnTo>
                    <a:pt x="578550" y="1354002"/>
                  </a:lnTo>
                  <a:lnTo>
                    <a:pt x="578524" y="1353988"/>
                  </a:lnTo>
                  <a:lnTo>
                    <a:pt x="578511" y="1353980"/>
                  </a:lnTo>
                  <a:lnTo>
                    <a:pt x="578502" y="1353973"/>
                  </a:lnTo>
                  <a:lnTo>
                    <a:pt x="578486" y="1353953"/>
                  </a:lnTo>
                  <a:lnTo>
                    <a:pt x="578468" y="1353926"/>
                  </a:lnTo>
                  <a:lnTo>
                    <a:pt x="578459" y="1353912"/>
                  </a:lnTo>
                  <a:lnTo>
                    <a:pt x="578443" y="1353899"/>
                  </a:lnTo>
                  <a:lnTo>
                    <a:pt x="578434" y="1353891"/>
                  </a:lnTo>
                  <a:lnTo>
                    <a:pt x="578413" y="1353871"/>
                  </a:lnTo>
                  <a:lnTo>
                    <a:pt x="578398" y="1353849"/>
                  </a:lnTo>
                  <a:lnTo>
                    <a:pt x="578378" y="1353812"/>
                  </a:lnTo>
                  <a:lnTo>
                    <a:pt x="578375" y="1353806"/>
                  </a:lnTo>
                  <a:lnTo>
                    <a:pt x="578371" y="1353800"/>
                  </a:lnTo>
                  <a:lnTo>
                    <a:pt x="578367" y="1353792"/>
                  </a:lnTo>
                  <a:lnTo>
                    <a:pt x="578360" y="1353772"/>
                  </a:lnTo>
                  <a:lnTo>
                    <a:pt x="578354" y="1353754"/>
                  </a:lnTo>
                  <a:lnTo>
                    <a:pt x="578348" y="1353733"/>
                  </a:lnTo>
                  <a:lnTo>
                    <a:pt x="578345" y="1353721"/>
                  </a:lnTo>
                  <a:lnTo>
                    <a:pt x="578341" y="1353711"/>
                  </a:lnTo>
                  <a:lnTo>
                    <a:pt x="578336" y="1353696"/>
                  </a:lnTo>
                  <a:lnTo>
                    <a:pt x="578331" y="1353678"/>
                  </a:lnTo>
                  <a:lnTo>
                    <a:pt x="578326" y="1353666"/>
                  </a:lnTo>
                  <a:lnTo>
                    <a:pt x="578319" y="1353656"/>
                  </a:lnTo>
                  <a:lnTo>
                    <a:pt x="578307" y="1353644"/>
                  </a:lnTo>
                  <a:lnTo>
                    <a:pt x="578285" y="1353630"/>
                  </a:lnTo>
                  <a:lnTo>
                    <a:pt x="578275" y="1353621"/>
                  </a:lnTo>
                  <a:lnTo>
                    <a:pt x="578263" y="1353607"/>
                  </a:lnTo>
                  <a:lnTo>
                    <a:pt x="578260" y="1353600"/>
                  </a:lnTo>
                  <a:lnTo>
                    <a:pt x="578257" y="1353590"/>
                  </a:lnTo>
                  <a:lnTo>
                    <a:pt x="578253" y="1353578"/>
                  </a:lnTo>
                  <a:lnTo>
                    <a:pt x="578247" y="1353562"/>
                  </a:lnTo>
                  <a:lnTo>
                    <a:pt x="578237" y="1353547"/>
                  </a:lnTo>
                  <a:lnTo>
                    <a:pt x="578228" y="1353536"/>
                  </a:lnTo>
                  <a:lnTo>
                    <a:pt x="578215" y="1353521"/>
                  </a:lnTo>
                  <a:lnTo>
                    <a:pt x="578201" y="1353508"/>
                  </a:lnTo>
                  <a:lnTo>
                    <a:pt x="578192" y="1353498"/>
                  </a:lnTo>
                  <a:lnTo>
                    <a:pt x="578187" y="1353488"/>
                  </a:lnTo>
                  <a:lnTo>
                    <a:pt x="578182" y="1353479"/>
                  </a:lnTo>
                  <a:lnTo>
                    <a:pt x="578180" y="1353471"/>
                  </a:lnTo>
                  <a:lnTo>
                    <a:pt x="578181" y="1353456"/>
                  </a:lnTo>
                  <a:lnTo>
                    <a:pt x="578184" y="1353443"/>
                  </a:lnTo>
                  <a:lnTo>
                    <a:pt x="578189" y="1353427"/>
                  </a:lnTo>
                  <a:lnTo>
                    <a:pt x="578192" y="1353419"/>
                  </a:lnTo>
                  <a:lnTo>
                    <a:pt x="578196" y="1353410"/>
                  </a:lnTo>
                  <a:lnTo>
                    <a:pt x="578208" y="1353386"/>
                  </a:lnTo>
                  <a:lnTo>
                    <a:pt x="578182" y="1353392"/>
                  </a:lnTo>
                  <a:lnTo>
                    <a:pt x="578152" y="1353398"/>
                  </a:lnTo>
                  <a:lnTo>
                    <a:pt x="578127" y="1353403"/>
                  </a:lnTo>
                  <a:lnTo>
                    <a:pt x="578119" y="1353405"/>
                  </a:lnTo>
                  <a:lnTo>
                    <a:pt x="578095" y="1353412"/>
                  </a:lnTo>
                  <a:lnTo>
                    <a:pt x="578072" y="1353418"/>
                  </a:lnTo>
                  <a:lnTo>
                    <a:pt x="578054" y="1353418"/>
                  </a:lnTo>
                  <a:lnTo>
                    <a:pt x="578030" y="1353417"/>
                  </a:lnTo>
                  <a:lnTo>
                    <a:pt x="578005" y="1353417"/>
                  </a:lnTo>
                  <a:lnTo>
                    <a:pt x="577973" y="1353419"/>
                  </a:lnTo>
                  <a:lnTo>
                    <a:pt x="577940" y="1353423"/>
                  </a:lnTo>
                  <a:lnTo>
                    <a:pt x="577916" y="1353429"/>
                  </a:lnTo>
                  <a:lnTo>
                    <a:pt x="577907" y="1353432"/>
                  </a:lnTo>
                  <a:lnTo>
                    <a:pt x="577895" y="1353438"/>
                  </a:lnTo>
                  <a:lnTo>
                    <a:pt x="577882" y="1353446"/>
                  </a:lnTo>
                  <a:lnTo>
                    <a:pt x="577873" y="1353448"/>
                  </a:lnTo>
                  <a:lnTo>
                    <a:pt x="577862" y="1353450"/>
                  </a:lnTo>
                  <a:lnTo>
                    <a:pt x="577851" y="1353450"/>
                  </a:lnTo>
                  <a:lnTo>
                    <a:pt x="577846" y="1353451"/>
                  </a:lnTo>
                  <a:lnTo>
                    <a:pt x="577831" y="1353452"/>
                  </a:lnTo>
                  <a:lnTo>
                    <a:pt x="577802" y="1353460"/>
                  </a:lnTo>
                  <a:lnTo>
                    <a:pt x="577785" y="1353467"/>
                  </a:lnTo>
                  <a:lnTo>
                    <a:pt x="577767" y="1353474"/>
                  </a:lnTo>
                  <a:lnTo>
                    <a:pt x="577749" y="1353483"/>
                  </a:lnTo>
                  <a:lnTo>
                    <a:pt x="577739" y="1353486"/>
                  </a:lnTo>
                  <a:lnTo>
                    <a:pt x="577731" y="1353485"/>
                  </a:lnTo>
                  <a:lnTo>
                    <a:pt x="577723" y="1353483"/>
                  </a:lnTo>
                  <a:lnTo>
                    <a:pt x="577712" y="1353480"/>
                  </a:lnTo>
                  <a:lnTo>
                    <a:pt x="577693" y="1353467"/>
                  </a:lnTo>
                  <a:lnTo>
                    <a:pt x="577676" y="1353459"/>
                  </a:lnTo>
                  <a:lnTo>
                    <a:pt x="577648" y="1353452"/>
                  </a:lnTo>
                  <a:lnTo>
                    <a:pt x="577631" y="1353447"/>
                  </a:lnTo>
                  <a:lnTo>
                    <a:pt x="577592" y="1353437"/>
                  </a:lnTo>
                  <a:lnTo>
                    <a:pt x="577548" y="1353426"/>
                  </a:lnTo>
                  <a:lnTo>
                    <a:pt x="577536" y="1353423"/>
                  </a:lnTo>
                  <a:lnTo>
                    <a:pt x="577515" y="1353419"/>
                  </a:lnTo>
                  <a:lnTo>
                    <a:pt x="577468" y="1353417"/>
                  </a:lnTo>
                  <a:lnTo>
                    <a:pt x="577446" y="1353418"/>
                  </a:lnTo>
                  <a:lnTo>
                    <a:pt x="577436" y="1353420"/>
                  </a:lnTo>
                  <a:lnTo>
                    <a:pt x="577410" y="1353426"/>
                  </a:lnTo>
                  <a:lnTo>
                    <a:pt x="577405" y="1353429"/>
                  </a:lnTo>
                  <a:lnTo>
                    <a:pt x="577400" y="1353437"/>
                  </a:lnTo>
                  <a:lnTo>
                    <a:pt x="577390" y="1353454"/>
                  </a:lnTo>
                  <a:lnTo>
                    <a:pt x="577382" y="1353464"/>
                  </a:lnTo>
                  <a:lnTo>
                    <a:pt x="577372" y="1353473"/>
                  </a:lnTo>
                  <a:lnTo>
                    <a:pt x="577366" y="1353476"/>
                  </a:lnTo>
                  <a:lnTo>
                    <a:pt x="577345" y="1353477"/>
                  </a:lnTo>
                  <a:lnTo>
                    <a:pt x="577300" y="1353479"/>
                  </a:lnTo>
                  <a:lnTo>
                    <a:pt x="577266" y="1353483"/>
                  </a:lnTo>
                  <a:lnTo>
                    <a:pt x="577245" y="1353487"/>
                  </a:lnTo>
                  <a:lnTo>
                    <a:pt x="577225" y="1353493"/>
                  </a:lnTo>
                  <a:lnTo>
                    <a:pt x="577203" y="1353498"/>
                  </a:lnTo>
                  <a:lnTo>
                    <a:pt x="577184" y="1353499"/>
                  </a:lnTo>
                  <a:lnTo>
                    <a:pt x="577165" y="1353498"/>
                  </a:lnTo>
                  <a:lnTo>
                    <a:pt x="577151" y="1353496"/>
                  </a:lnTo>
                  <a:lnTo>
                    <a:pt x="577146" y="1353498"/>
                  </a:lnTo>
                  <a:lnTo>
                    <a:pt x="577139" y="1353504"/>
                  </a:lnTo>
                  <a:lnTo>
                    <a:pt x="577128" y="1353515"/>
                  </a:lnTo>
                  <a:lnTo>
                    <a:pt x="577118" y="1353523"/>
                  </a:lnTo>
                  <a:lnTo>
                    <a:pt x="577108" y="1353528"/>
                  </a:lnTo>
                  <a:lnTo>
                    <a:pt x="577096" y="1353533"/>
                  </a:lnTo>
                  <a:lnTo>
                    <a:pt x="577085" y="1353539"/>
                  </a:lnTo>
                  <a:lnTo>
                    <a:pt x="577063" y="1353553"/>
                  </a:lnTo>
                  <a:lnTo>
                    <a:pt x="577054" y="1353556"/>
                  </a:lnTo>
                  <a:lnTo>
                    <a:pt x="577045" y="1353558"/>
                  </a:lnTo>
                  <a:lnTo>
                    <a:pt x="577021" y="1353559"/>
                  </a:lnTo>
                  <a:lnTo>
                    <a:pt x="577008" y="1353560"/>
                  </a:lnTo>
                  <a:lnTo>
                    <a:pt x="577000" y="1353562"/>
                  </a:lnTo>
                  <a:lnTo>
                    <a:pt x="576994" y="1353564"/>
                  </a:lnTo>
                  <a:lnTo>
                    <a:pt x="576977" y="1353573"/>
                  </a:lnTo>
                  <a:lnTo>
                    <a:pt x="576962" y="1353578"/>
                  </a:lnTo>
                  <a:lnTo>
                    <a:pt x="576942" y="1353581"/>
                  </a:lnTo>
                  <a:lnTo>
                    <a:pt x="576926" y="1353582"/>
                  </a:lnTo>
                  <a:lnTo>
                    <a:pt x="576918" y="1353580"/>
                  </a:lnTo>
                  <a:lnTo>
                    <a:pt x="576910" y="1353573"/>
                  </a:lnTo>
                  <a:lnTo>
                    <a:pt x="577031" y="1355545"/>
                  </a:lnTo>
                  <a:lnTo>
                    <a:pt x="577024" y="1355546"/>
                  </a:lnTo>
                  <a:lnTo>
                    <a:pt x="577007" y="1355544"/>
                  </a:lnTo>
                  <a:lnTo>
                    <a:pt x="576987" y="1355539"/>
                  </a:lnTo>
                  <a:lnTo>
                    <a:pt x="576974" y="1355533"/>
                  </a:lnTo>
                  <a:lnTo>
                    <a:pt x="576943" y="1355519"/>
                  </a:lnTo>
                  <a:lnTo>
                    <a:pt x="576925" y="1355510"/>
                  </a:lnTo>
                  <a:lnTo>
                    <a:pt x="576908" y="1355499"/>
                  </a:lnTo>
                  <a:lnTo>
                    <a:pt x="576882" y="1355485"/>
                  </a:lnTo>
                  <a:lnTo>
                    <a:pt x="576861" y="1355472"/>
                  </a:lnTo>
                  <a:lnTo>
                    <a:pt x="576846" y="1355462"/>
                  </a:lnTo>
                  <a:lnTo>
                    <a:pt x="576837" y="1355452"/>
                  </a:lnTo>
                  <a:lnTo>
                    <a:pt x="576833" y="1355445"/>
                  </a:lnTo>
                  <a:lnTo>
                    <a:pt x="576827" y="1355437"/>
                  </a:lnTo>
                  <a:lnTo>
                    <a:pt x="576819" y="1355417"/>
                  </a:lnTo>
                  <a:lnTo>
                    <a:pt x="576811" y="1355392"/>
                  </a:lnTo>
                  <a:lnTo>
                    <a:pt x="576808" y="1355384"/>
                  </a:lnTo>
                  <a:lnTo>
                    <a:pt x="576804" y="1355377"/>
                  </a:lnTo>
                  <a:lnTo>
                    <a:pt x="576795" y="1355370"/>
                  </a:lnTo>
                  <a:lnTo>
                    <a:pt x="576780" y="1355365"/>
                  </a:lnTo>
                  <a:lnTo>
                    <a:pt x="576761" y="1355363"/>
                  </a:lnTo>
                  <a:lnTo>
                    <a:pt x="576722" y="1355357"/>
                  </a:lnTo>
                  <a:lnTo>
                    <a:pt x="576699" y="1355357"/>
                  </a:lnTo>
                  <a:lnTo>
                    <a:pt x="576683" y="1355353"/>
                  </a:lnTo>
                  <a:lnTo>
                    <a:pt x="576662" y="1355347"/>
                  </a:lnTo>
                  <a:lnTo>
                    <a:pt x="576627" y="1355332"/>
                  </a:lnTo>
                  <a:lnTo>
                    <a:pt x="576589" y="1355317"/>
                  </a:lnTo>
                  <a:lnTo>
                    <a:pt x="576572" y="1355309"/>
                  </a:lnTo>
                  <a:lnTo>
                    <a:pt x="576563" y="1355303"/>
                  </a:lnTo>
                  <a:lnTo>
                    <a:pt x="576555" y="1355298"/>
                  </a:lnTo>
                  <a:lnTo>
                    <a:pt x="576546" y="1355296"/>
                  </a:lnTo>
                  <a:lnTo>
                    <a:pt x="576535" y="1355298"/>
                  </a:lnTo>
                  <a:lnTo>
                    <a:pt x="576516" y="1355308"/>
                  </a:lnTo>
                  <a:lnTo>
                    <a:pt x="576501" y="1355315"/>
                  </a:lnTo>
                  <a:lnTo>
                    <a:pt x="576479" y="1355321"/>
                  </a:lnTo>
                  <a:lnTo>
                    <a:pt x="576454" y="1355326"/>
                  </a:lnTo>
                  <a:lnTo>
                    <a:pt x="576404" y="1355328"/>
                  </a:lnTo>
                  <a:lnTo>
                    <a:pt x="576366" y="1355332"/>
                  </a:lnTo>
                  <a:lnTo>
                    <a:pt x="576354" y="1355334"/>
                  </a:lnTo>
                  <a:lnTo>
                    <a:pt x="576338" y="1355342"/>
                  </a:lnTo>
                  <a:lnTo>
                    <a:pt x="576319" y="1355351"/>
                  </a:lnTo>
                  <a:lnTo>
                    <a:pt x="576288" y="1355359"/>
                  </a:lnTo>
                  <a:lnTo>
                    <a:pt x="576261" y="1355367"/>
                  </a:lnTo>
                  <a:lnTo>
                    <a:pt x="576242" y="1355374"/>
                  </a:lnTo>
                  <a:lnTo>
                    <a:pt x="576224" y="1355382"/>
                  </a:lnTo>
                  <a:lnTo>
                    <a:pt x="576206" y="1355389"/>
                  </a:lnTo>
                  <a:lnTo>
                    <a:pt x="576185" y="1355396"/>
                  </a:lnTo>
                  <a:lnTo>
                    <a:pt x="576171" y="1355400"/>
                  </a:lnTo>
                  <a:lnTo>
                    <a:pt x="576140" y="1355412"/>
                  </a:lnTo>
                  <a:lnTo>
                    <a:pt x="576092" y="1355431"/>
                  </a:lnTo>
                  <a:lnTo>
                    <a:pt x="576083" y="1355433"/>
                  </a:lnTo>
                  <a:lnTo>
                    <a:pt x="576062" y="1355433"/>
                  </a:lnTo>
                  <a:lnTo>
                    <a:pt x="576053" y="1355437"/>
                  </a:lnTo>
                  <a:lnTo>
                    <a:pt x="576071" y="1355455"/>
                  </a:lnTo>
                  <a:lnTo>
                    <a:pt x="576081" y="1355468"/>
                  </a:lnTo>
                  <a:lnTo>
                    <a:pt x="576102" y="1355494"/>
                  </a:lnTo>
                  <a:lnTo>
                    <a:pt x="576105" y="1355500"/>
                  </a:lnTo>
                  <a:lnTo>
                    <a:pt x="576111" y="1355510"/>
                  </a:lnTo>
                  <a:lnTo>
                    <a:pt x="576116" y="1355523"/>
                  </a:lnTo>
                  <a:lnTo>
                    <a:pt x="576117" y="1355531"/>
                  </a:lnTo>
                  <a:lnTo>
                    <a:pt x="576117" y="1355548"/>
                  </a:lnTo>
                  <a:lnTo>
                    <a:pt x="576116" y="1355557"/>
                  </a:lnTo>
                  <a:lnTo>
                    <a:pt x="576108" y="1355572"/>
                  </a:lnTo>
                  <a:lnTo>
                    <a:pt x="576088" y="1355618"/>
                  </a:lnTo>
                  <a:lnTo>
                    <a:pt x="576081" y="1355633"/>
                  </a:lnTo>
                  <a:lnTo>
                    <a:pt x="576074" y="1355645"/>
                  </a:lnTo>
                  <a:lnTo>
                    <a:pt x="576063" y="1355667"/>
                  </a:lnTo>
                  <a:lnTo>
                    <a:pt x="576061" y="1355679"/>
                  </a:lnTo>
                  <a:lnTo>
                    <a:pt x="576057" y="1355693"/>
                  </a:lnTo>
                  <a:lnTo>
                    <a:pt x="576053" y="1355716"/>
                  </a:lnTo>
                  <a:lnTo>
                    <a:pt x="576052" y="1355733"/>
                  </a:lnTo>
                  <a:lnTo>
                    <a:pt x="576052" y="1355742"/>
                  </a:lnTo>
                  <a:lnTo>
                    <a:pt x="576054" y="1355747"/>
                  </a:lnTo>
                  <a:lnTo>
                    <a:pt x="576061" y="1355764"/>
                  </a:lnTo>
                  <a:lnTo>
                    <a:pt x="576072" y="1355796"/>
                  </a:lnTo>
                  <a:lnTo>
                    <a:pt x="576081" y="1355831"/>
                  </a:lnTo>
                  <a:lnTo>
                    <a:pt x="576084" y="1355849"/>
                  </a:lnTo>
                  <a:lnTo>
                    <a:pt x="576083" y="1355877"/>
                  </a:lnTo>
                  <a:lnTo>
                    <a:pt x="576080" y="1355904"/>
                  </a:lnTo>
                  <a:lnTo>
                    <a:pt x="576072" y="1355930"/>
                  </a:lnTo>
                  <a:lnTo>
                    <a:pt x="576068" y="1355945"/>
                  </a:lnTo>
                  <a:lnTo>
                    <a:pt x="576067" y="1355962"/>
                  </a:lnTo>
                  <a:lnTo>
                    <a:pt x="576066" y="1355978"/>
                  </a:lnTo>
                  <a:lnTo>
                    <a:pt x="576063" y="1355998"/>
                  </a:lnTo>
                  <a:lnTo>
                    <a:pt x="576056" y="1356015"/>
                  </a:lnTo>
                  <a:lnTo>
                    <a:pt x="576050" y="1356030"/>
                  </a:lnTo>
                  <a:lnTo>
                    <a:pt x="576043" y="1356064"/>
                  </a:lnTo>
                  <a:lnTo>
                    <a:pt x="576033" y="1356096"/>
                  </a:lnTo>
                  <a:lnTo>
                    <a:pt x="576019" y="1356128"/>
                  </a:lnTo>
                  <a:lnTo>
                    <a:pt x="576016" y="1356135"/>
                  </a:lnTo>
                  <a:lnTo>
                    <a:pt x="576004" y="1356155"/>
                  </a:lnTo>
                  <a:lnTo>
                    <a:pt x="575998" y="1356166"/>
                  </a:lnTo>
                  <a:lnTo>
                    <a:pt x="576000" y="1356176"/>
                  </a:lnTo>
                  <a:lnTo>
                    <a:pt x="576006" y="1356195"/>
                  </a:lnTo>
                  <a:lnTo>
                    <a:pt x="576012" y="1356213"/>
                  </a:lnTo>
                  <a:lnTo>
                    <a:pt x="576022" y="1356237"/>
                  </a:lnTo>
                  <a:lnTo>
                    <a:pt x="576031" y="1356263"/>
                  </a:lnTo>
                  <a:lnTo>
                    <a:pt x="576034" y="1356284"/>
                  </a:lnTo>
                  <a:lnTo>
                    <a:pt x="576034" y="1356299"/>
                  </a:lnTo>
                  <a:lnTo>
                    <a:pt x="576032" y="1356310"/>
                  </a:lnTo>
                  <a:lnTo>
                    <a:pt x="576027" y="1356321"/>
                  </a:lnTo>
                  <a:lnTo>
                    <a:pt x="576020" y="1356330"/>
                  </a:lnTo>
                  <a:lnTo>
                    <a:pt x="576012" y="1356337"/>
                  </a:lnTo>
                  <a:lnTo>
                    <a:pt x="576002" y="1356346"/>
                  </a:lnTo>
                  <a:lnTo>
                    <a:pt x="575980" y="1356366"/>
                  </a:lnTo>
                  <a:lnTo>
                    <a:pt x="575976" y="1356370"/>
                  </a:lnTo>
                  <a:lnTo>
                    <a:pt x="575964" y="1356384"/>
                  </a:lnTo>
                  <a:lnTo>
                    <a:pt x="575951" y="1356399"/>
                  </a:lnTo>
                  <a:lnTo>
                    <a:pt x="575946" y="1356409"/>
                  </a:lnTo>
                  <a:lnTo>
                    <a:pt x="575941" y="1356423"/>
                  </a:lnTo>
                  <a:lnTo>
                    <a:pt x="575934" y="1356438"/>
                  </a:lnTo>
                  <a:lnTo>
                    <a:pt x="575926" y="1356452"/>
                  </a:lnTo>
                  <a:lnTo>
                    <a:pt x="575921" y="1356464"/>
                  </a:lnTo>
                  <a:lnTo>
                    <a:pt x="575918" y="1356473"/>
                  </a:lnTo>
                  <a:lnTo>
                    <a:pt x="575917" y="1356485"/>
                  </a:lnTo>
                  <a:lnTo>
                    <a:pt x="575916" y="1356503"/>
                  </a:lnTo>
                  <a:lnTo>
                    <a:pt x="575914" y="1356516"/>
                  </a:lnTo>
                  <a:lnTo>
                    <a:pt x="575910" y="1356527"/>
                  </a:lnTo>
                  <a:lnTo>
                    <a:pt x="575902" y="1356542"/>
                  </a:lnTo>
                  <a:lnTo>
                    <a:pt x="575890" y="1356557"/>
                  </a:lnTo>
                  <a:lnTo>
                    <a:pt x="575886" y="1356565"/>
                  </a:lnTo>
                  <a:lnTo>
                    <a:pt x="575883" y="1356578"/>
                  </a:lnTo>
                  <a:lnTo>
                    <a:pt x="575880" y="1356596"/>
                  </a:lnTo>
                  <a:lnTo>
                    <a:pt x="575876" y="1356608"/>
                  </a:lnTo>
                  <a:lnTo>
                    <a:pt x="575870" y="1356619"/>
                  </a:lnTo>
                  <a:lnTo>
                    <a:pt x="575858" y="1356628"/>
                  </a:lnTo>
                  <a:lnTo>
                    <a:pt x="575845" y="1356635"/>
                  </a:lnTo>
                  <a:lnTo>
                    <a:pt x="575838" y="1356637"/>
                  </a:lnTo>
                  <a:lnTo>
                    <a:pt x="575826" y="1356640"/>
                  </a:lnTo>
                  <a:lnTo>
                    <a:pt x="575816" y="1356640"/>
                  </a:lnTo>
                  <a:lnTo>
                    <a:pt x="575801" y="1356640"/>
                  </a:lnTo>
                  <a:lnTo>
                    <a:pt x="575791" y="1356638"/>
                  </a:lnTo>
                  <a:lnTo>
                    <a:pt x="575775" y="1356635"/>
                  </a:lnTo>
                  <a:lnTo>
                    <a:pt x="575768" y="1356636"/>
                  </a:lnTo>
                  <a:lnTo>
                    <a:pt x="575759" y="1356639"/>
                  </a:lnTo>
                  <a:lnTo>
                    <a:pt x="575749" y="1356645"/>
                  </a:lnTo>
                  <a:lnTo>
                    <a:pt x="575737" y="1356658"/>
                  </a:lnTo>
                  <a:lnTo>
                    <a:pt x="575734" y="1356663"/>
                  </a:lnTo>
                  <a:lnTo>
                    <a:pt x="575730" y="1356671"/>
                  </a:lnTo>
                  <a:lnTo>
                    <a:pt x="575724" y="1356678"/>
                  </a:lnTo>
                  <a:lnTo>
                    <a:pt x="575718" y="1356683"/>
                  </a:lnTo>
                  <a:lnTo>
                    <a:pt x="575697" y="1356690"/>
                  </a:lnTo>
                  <a:lnTo>
                    <a:pt x="575673" y="1356699"/>
                  </a:lnTo>
                  <a:lnTo>
                    <a:pt x="575662" y="1356707"/>
                  </a:lnTo>
                  <a:lnTo>
                    <a:pt x="575658" y="1356714"/>
                  </a:lnTo>
                  <a:lnTo>
                    <a:pt x="575656" y="1356720"/>
                  </a:lnTo>
                  <a:lnTo>
                    <a:pt x="575653" y="1356736"/>
                  </a:lnTo>
                  <a:lnTo>
                    <a:pt x="575648" y="1356762"/>
                  </a:lnTo>
                  <a:lnTo>
                    <a:pt x="575645" y="1356783"/>
                  </a:lnTo>
                  <a:lnTo>
                    <a:pt x="575639" y="1356802"/>
                  </a:lnTo>
                  <a:lnTo>
                    <a:pt x="575629" y="1356826"/>
                  </a:lnTo>
                  <a:lnTo>
                    <a:pt x="575622" y="1356841"/>
                  </a:lnTo>
                  <a:lnTo>
                    <a:pt x="575618" y="1356852"/>
                  </a:lnTo>
                  <a:lnTo>
                    <a:pt x="575614" y="1356863"/>
                  </a:lnTo>
                  <a:lnTo>
                    <a:pt x="575605" y="1356880"/>
                  </a:lnTo>
                  <a:lnTo>
                    <a:pt x="575596" y="1356894"/>
                  </a:lnTo>
                  <a:lnTo>
                    <a:pt x="575585" y="1356907"/>
                  </a:lnTo>
                  <a:lnTo>
                    <a:pt x="575570" y="1356917"/>
                  </a:lnTo>
                  <a:lnTo>
                    <a:pt x="575551" y="1356930"/>
                  </a:lnTo>
                  <a:lnTo>
                    <a:pt x="575540" y="1356941"/>
                  </a:lnTo>
                  <a:lnTo>
                    <a:pt x="575534" y="1356948"/>
                  </a:lnTo>
                  <a:lnTo>
                    <a:pt x="575527" y="1356956"/>
                  </a:lnTo>
                  <a:lnTo>
                    <a:pt x="575513" y="1356980"/>
                  </a:lnTo>
                  <a:lnTo>
                    <a:pt x="575499" y="1357007"/>
                  </a:lnTo>
                  <a:lnTo>
                    <a:pt x="575485" y="1357042"/>
                  </a:lnTo>
                  <a:lnTo>
                    <a:pt x="575481" y="1357055"/>
                  </a:lnTo>
                  <a:lnTo>
                    <a:pt x="575478" y="1357068"/>
                  </a:lnTo>
                  <a:lnTo>
                    <a:pt x="575475" y="1357080"/>
                  </a:lnTo>
                  <a:lnTo>
                    <a:pt x="575470" y="1357101"/>
                  </a:lnTo>
                  <a:lnTo>
                    <a:pt x="575470" y="1357117"/>
                  </a:lnTo>
                  <a:lnTo>
                    <a:pt x="575469" y="1357125"/>
                  </a:lnTo>
                  <a:lnTo>
                    <a:pt x="575471" y="1357141"/>
                  </a:lnTo>
                  <a:lnTo>
                    <a:pt x="575474" y="1357148"/>
                  </a:lnTo>
                  <a:lnTo>
                    <a:pt x="575483" y="1357159"/>
                  </a:lnTo>
                  <a:lnTo>
                    <a:pt x="575500" y="1357180"/>
                  </a:lnTo>
                  <a:lnTo>
                    <a:pt x="575512" y="1357195"/>
                  </a:lnTo>
                  <a:lnTo>
                    <a:pt x="575525" y="1357213"/>
                  </a:lnTo>
                  <a:lnTo>
                    <a:pt x="575535" y="1357230"/>
                  </a:lnTo>
                  <a:lnTo>
                    <a:pt x="575547" y="1357248"/>
                  </a:lnTo>
                  <a:lnTo>
                    <a:pt x="575558" y="1357262"/>
                  </a:lnTo>
                  <a:lnTo>
                    <a:pt x="575574" y="1357282"/>
                  </a:lnTo>
                  <a:lnTo>
                    <a:pt x="575580" y="1357289"/>
                  </a:lnTo>
                  <a:lnTo>
                    <a:pt x="575587" y="1357304"/>
                  </a:lnTo>
                  <a:lnTo>
                    <a:pt x="575604" y="1357341"/>
                  </a:lnTo>
                  <a:lnTo>
                    <a:pt x="575626" y="1357384"/>
                  </a:lnTo>
                  <a:lnTo>
                    <a:pt x="575637" y="1357403"/>
                  </a:lnTo>
                  <a:lnTo>
                    <a:pt x="575658" y="1357437"/>
                  </a:lnTo>
                  <a:lnTo>
                    <a:pt x="575664" y="1357444"/>
                  </a:lnTo>
                  <a:lnTo>
                    <a:pt x="575671" y="1357454"/>
                  </a:lnTo>
                  <a:lnTo>
                    <a:pt x="575685" y="1357471"/>
                  </a:lnTo>
                  <a:lnTo>
                    <a:pt x="575695" y="1357483"/>
                  </a:lnTo>
                  <a:lnTo>
                    <a:pt x="575709" y="1357493"/>
                  </a:lnTo>
                  <a:lnTo>
                    <a:pt x="575725" y="1357504"/>
                  </a:lnTo>
                  <a:lnTo>
                    <a:pt x="575736" y="1357514"/>
                  </a:lnTo>
                  <a:lnTo>
                    <a:pt x="575745" y="1357526"/>
                  </a:lnTo>
                  <a:lnTo>
                    <a:pt x="575747" y="1357532"/>
                  </a:lnTo>
                  <a:lnTo>
                    <a:pt x="575750" y="1357537"/>
                  </a:lnTo>
                  <a:lnTo>
                    <a:pt x="575759" y="1357548"/>
                  </a:lnTo>
                  <a:lnTo>
                    <a:pt x="575789" y="1357583"/>
                  </a:lnTo>
                  <a:lnTo>
                    <a:pt x="575804" y="1357600"/>
                  </a:lnTo>
                  <a:lnTo>
                    <a:pt x="575831" y="1357638"/>
                  </a:lnTo>
                  <a:lnTo>
                    <a:pt x="575852" y="1357667"/>
                  </a:lnTo>
                  <a:lnTo>
                    <a:pt x="575862" y="1357685"/>
                  </a:lnTo>
                  <a:lnTo>
                    <a:pt x="575866" y="1357693"/>
                  </a:lnTo>
                  <a:lnTo>
                    <a:pt x="575869" y="1357708"/>
                  </a:lnTo>
                  <a:lnTo>
                    <a:pt x="575871" y="1357722"/>
                  </a:lnTo>
                  <a:lnTo>
                    <a:pt x="575874" y="1357759"/>
                  </a:lnTo>
                  <a:lnTo>
                    <a:pt x="575880" y="1357785"/>
                  </a:lnTo>
                  <a:lnTo>
                    <a:pt x="575884" y="1357796"/>
                  </a:lnTo>
                  <a:lnTo>
                    <a:pt x="575893" y="1357819"/>
                  </a:lnTo>
                  <a:lnTo>
                    <a:pt x="575871" y="1357842"/>
                  </a:lnTo>
                  <a:lnTo>
                    <a:pt x="575826" y="1357884"/>
                  </a:lnTo>
                  <a:lnTo>
                    <a:pt x="575809" y="1357899"/>
                  </a:lnTo>
                  <a:lnTo>
                    <a:pt x="575766" y="1357936"/>
                  </a:lnTo>
                  <a:lnTo>
                    <a:pt x="575749" y="1357948"/>
                  </a:lnTo>
                  <a:lnTo>
                    <a:pt x="575733" y="1357964"/>
                  </a:lnTo>
                  <a:lnTo>
                    <a:pt x="575708" y="1357988"/>
                  </a:lnTo>
                  <a:lnTo>
                    <a:pt x="575688" y="1358002"/>
                  </a:lnTo>
                  <a:lnTo>
                    <a:pt x="575669" y="1358012"/>
                  </a:lnTo>
                  <a:lnTo>
                    <a:pt x="575657" y="1358018"/>
                  </a:lnTo>
                  <a:lnTo>
                    <a:pt x="575632" y="1358032"/>
                  </a:lnTo>
                  <a:lnTo>
                    <a:pt x="575600" y="1358052"/>
                  </a:lnTo>
                  <a:lnTo>
                    <a:pt x="575576" y="1358073"/>
                  </a:lnTo>
                  <a:lnTo>
                    <a:pt x="575550" y="1358100"/>
                  </a:lnTo>
                  <a:lnTo>
                    <a:pt x="575528" y="1358128"/>
                  </a:lnTo>
                  <a:lnTo>
                    <a:pt x="575512" y="1358147"/>
                  </a:lnTo>
                  <a:lnTo>
                    <a:pt x="575503" y="1358159"/>
                  </a:lnTo>
                  <a:lnTo>
                    <a:pt x="575488" y="1358171"/>
                  </a:lnTo>
                  <a:lnTo>
                    <a:pt x="575439" y="1358208"/>
                  </a:lnTo>
                  <a:lnTo>
                    <a:pt x="575417" y="1358226"/>
                  </a:lnTo>
                  <a:lnTo>
                    <a:pt x="575406" y="1358237"/>
                  </a:lnTo>
                  <a:lnTo>
                    <a:pt x="575398" y="1358251"/>
                  </a:lnTo>
                  <a:lnTo>
                    <a:pt x="575388" y="1358271"/>
                  </a:lnTo>
                  <a:lnTo>
                    <a:pt x="575367" y="1358331"/>
                  </a:lnTo>
                  <a:lnTo>
                    <a:pt x="575350" y="1358376"/>
                  </a:lnTo>
                  <a:lnTo>
                    <a:pt x="575339" y="1358396"/>
                  </a:lnTo>
                  <a:lnTo>
                    <a:pt x="575313" y="1358423"/>
                  </a:lnTo>
                  <a:lnTo>
                    <a:pt x="575302" y="1358431"/>
                  </a:lnTo>
                  <a:lnTo>
                    <a:pt x="575290" y="1358440"/>
                  </a:lnTo>
                  <a:lnTo>
                    <a:pt x="575270" y="1358454"/>
                  </a:lnTo>
                  <a:lnTo>
                    <a:pt x="575234" y="1358470"/>
                  </a:lnTo>
                  <a:lnTo>
                    <a:pt x="575227" y="1358473"/>
                  </a:lnTo>
                  <a:lnTo>
                    <a:pt x="575206" y="1358480"/>
                  </a:lnTo>
                  <a:lnTo>
                    <a:pt x="575187" y="1358484"/>
                  </a:lnTo>
                  <a:lnTo>
                    <a:pt x="575168" y="1358486"/>
                  </a:lnTo>
                  <a:lnTo>
                    <a:pt x="575157" y="1358488"/>
                  </a:lnTo>
                  <a:lnTo>
                    <a:pt x="575141" y="1358490"/>
                  </a:lnTo>
                  <a:lnTo>
                    <a:pt x="575124" y="1358490"/>
                  </a:lnTo>
                  <a:lnTo>
                    <a:pt x="575104" y="1358492"/>
                  </a:lnTo>
                  <a:lnTo>
                    <a:pt x="575096" y="1358494"/>
                  </a:lnTo>
                  <a:lnTo>
                    <a:pt x="575094" y="1358499"/>
                  </a:lnTo>
                  <a:lnTo>
                    <a:pt x="575092" y="1358507"/>
                  </a:lnTo>
                  <a:lnTo>
                    <a:pt x="575091" y="1358516"/>
                  </a:lnTo>
                  <a:lnTo>
                    <a:pt x="575091" y="1358526"/>
                  </a:lnTo>
                  <a:lnTo>
                    <a:pt x="575098" y="1358543"/>
                  </a:lnTo>
                  <a:lnTo>
                    <a:pt x="575096" y="1358558"/>
                  </a:lnTo>
                  <a:lnTo>
                    <a:pt x="575083" y="1358598"/>
                  </a:lnTo>
                  <a:lnTo>
                    <a:pt x="575072" y="1358641"/>
                  </a:lnTo>
                  <a:lnTo>
                    <a:pt x="575068" y="1358656"/>
                  </a:lnTo>
                  <a:lnTo>
                    <a:pt x="575066" y="1358666"/>
                  </a:lnTo>
                  <a:lnTo>
                    <a:pt x="575063" y="1358687"/>
                  </a:lnTo>
                  <a:lnTo>
                    <a:pt x="575062" y="1358693"/>
                  </a:lnTo>
                  <a:lnTo>
                    <a:pt x="575061" y="1358707"/>
                  </a:lnTo>
                  <a:lnTo>
                    <a:pt x="575048" y="1358741"/>
                  </a:lnTo>
                  <a:lnTo>
                    <a:pt x="575046" y="1358746"/>
                  </a:lnTo>
                  <a:lnTo>
                    <a:pt x="575039" y="1358763"/>
                  </a:lnTo>
                  <a:lnTo>
                    <a:pt x="575025" y="1358789"/>
                  </a:lnTo>
                  <a:lnTo>
                    <a:pt x="575012" y="1358814"/>
                  </a:lnTo>
                  <a:lnTo>
                    <a:pt x="575001" y="1358840"/>
                  </a:lnTo>
                  <a:lnTo>
                    <a:pt x="574997" y="1358852"/>
                  </a:lnTo>
                  <a:lnTo>
                    <a:pt x="574985" y="1358874"/>
                  </a:lnTo>
                  <a:lnTo>
                    <a:pt x="574970" y="1358894"/>
                  </a:lnTo>
                  <a:lnTo>
                    <a:pt x="574963" y="1358902"/>
                  </a:lnTo>
                  <a:lnTo>
                    <a:pt x="574960" y="1358908"/>
                  </a:lnTo>
                  <a:lnTo>
                    <a:pt x="574957" y="1358917"/>
                  </a:lnTo>
                  <a:lnTo>
                    <a:pt x="574956" y="1358939"/>
                  </a:lnTo>
                  <a:lnTo>
                    <a:pt x="574955" y="1358963"/>
                  </a:lnTo>
                  <a:lnTo>
                    <a:pt x="574951" y="1358975"/>
                  </a:lnTo>
                  <a:lnTo>
                    <a:pt x="574946" y="1358986"/>
                  </a:lnTo>
                  <a:lnTo>
                    <a:pt x="574938" y="1359006"/>
                  </a:lnTo>
                  <a:lnTo>
                    <a:pt x="574936" y="1359012"/>
                  </a:lnTo>
                  <a:lnTo>
                    <a:pt x="574917" y="1359030"/>
                  </a:lnTo>
                  <a:lnTo>
                    <a:pt x="574904" y="1359040"/>
                  </a:lnTo>
                  <a:lnTo>
                    <a:pt x="574894" y="1359048"/>
                  </a:lnTo>
                  <a:lnTo>
                    <a:pt x="574881" y="1359058"/>
                  </a:lnTo>
                  <a:lnTo>
                    <a:pt x="574870" y="1359066"/>
                  </a:lnTo>
                  <a:lnTo>
                    <a:pt x="574861" y="1359073"/>
                  </a:lnTo>
                  <a:lnTo>
                    <a:pt x="574853" y="1359080"/>
                  </a:lnTo>
                  <a:lnTo>
                    <a:pt x="574847" y="1359088"/>
                  </a:lnTo>
                  <a:lnTo>
                    <a:pt x="574839" y="1359097"/>
                  </a:lnTo>
                  <a:lnTo>
                    <a:pt x="574835" y="1359104"/>
                  </a:lnTo>
                  <a:lnTo>
                    <a:pt x="574827" y="1359114"/>
                  </a:lnTo>
                  <a:lnTo>
                    <a:pt x="574822" y="1359124"/>
                  </a:lnTo>
                  <a:lnTo>
                    <a:pt x="574818" y="1359135"/>
                  </a:lnTo>
                  <a:lnTo>
                    <a:pt x="574813" y="1359148"/>
                  </a:lnTo>
                  <a:lnTo>
                    <a:pt x="574810" y="1359160"/>
                  </a:lnTo>
                  <a:lnTo>
                    <a:pt x="574808" y="1359168"/>
                  </a:lnTo>
                  <a:lnTo>
                    <a:pt x="574804" y="1359183"/>
                  </a:lnTo>
                  <a:lnTo>
                    <a:pt x="574800" y="1359197"/>
                  </a:lnTo>
                  <a:lnTo>
                    <a:pt x="574793" y="1359213"/>
                  </a:lnTo>
                  <a:lnTo>
                    <a:pt x="574784" y="1359227"/>
                  </a:lnTo>
                  <a:lnTo>
                    <a:pt x="574774" y="1359239"/>
                  </a:lnTo>
                  <a:lnTo>
                    <a:pt x="574771" y="1359248"/>
                  </a:lnTo>
                  <a:lnTo>
                    <a:pt x="574767" y="1359261"/>
                  </a:lnTo>
                  <a:lnTo>
                    <a:pt x="574760" y="1359276"/>
                  </a:lnTo>
                  <a:lnTo>
                    <a:pt x="574754" y="1359285"/>
                  </a:lnTo>
                  <a:lnTo>
                    <a:pt x="574746" y="1359296"/>
                  </a:lnTo>
                  <a:lnTo>
                    <a:pt x="574734" y="1359308"/>
                  </a:lnTo>
                  <a:lnTo>
                    <a:pt x="574726" y="1359319"/>
                  </a:lnTo>
                  <a:lnTo>
                    <a:pt x="574721" y="1359330"/>
                  </a:lnTo>
                  <a:lnTo>
                    <a:pt x="574714" y="1359342"/>
                  </a:lnTo>
                  <a:lnTo>
                    <a:pt x="574709" y="1359355"/>
                  </a:lnTo>
                  <a:lnTo>
                    <a:pt x="574704" y="1359365"/>
                  </a:lnTo>
                  <a:lnTo>
                    <a:pt x="574697" y="1359375"/>
                  </a:lnTo>
                  <a:lnTo>
                    <a:pt x="574691" y="1359384"/>
                  </a:lnTo>
                  <a:lnTo>
                    <a:pt x="574688" y="1359392"/>
                  </a:lnTo>
                  <a:lnTo>
                    <a:pt x="574687" y="1359402"/>
                  </a:lnTo>
                  <a:lnTo>
                    <a:pt x="574685" y="1359417"/>
                  </a:lnTo>
                  <a:lnTo>
                    <a:pt x="574682" y="1359428"/>
                  </a:lnTo>
                  <a:lnTo>
                    <a:pt x="574671" y="1359434"/>
                  </a:lnTo>
                  <a:lnTo>
                    <a:pt x="574656" y="1359438"/>
                  </a:lnTo>
                  <a:lnTo>
                    <a:pt x="574641" y="1359443"/>
                  </a:lnTo>
                  <a:lnTo>
                    <a:pt x="574628" y="1359448"/>
                  </a:lnTo>
                  <a:lnTo>
                    <a:pt x="574611" y="1359457"/>
                  </a:lnTo>
                  <a:lnTo>
                    <a:pt x="574593" y="1359465"/>
                  </a:lnTo>
                  <a:lnTo>
                    <a:pt x="574579" y="1359473"/>
                  </a:lnTo>
                  <a:lnTo>
                    <a:pt x="574565" y="1359481"/>
                  </a:lnTo>
                  <a:lnTo>
                    <a:pt x="574550" y="1359489"/>
                  </a:lnTo>
                  <a:lnTo>
                    <a:pt x="574537" y="1359494"/>
                  </a:lnTo>
                  <a:lnTo>
                    <a:pt x="574520" y="1359502"/>
                  </a:lnTo>
                  <a:lnTo>
                    <a:pt x="574504" y="1359509"/>
                  </a:lnTo>
                  <a:lnTo>
                    <a:pt x="574486" y="1359517"/>
                  </a:lnTo>
                  <a:lnTo>
                    <a:pt x="574471" y="1359524"/>
                  </a:lnTo>
                  <a:lnTo>
                    <a:pt x="574458" y="1359529"/>
                  </a:lnTo>
                  <a:lnTo>
                    <a:pt x="574450" y="1359530"/>
                  </a:lnTo>
                  <a:lnTo>
                    <a:pt x="574426" y="1359535"/>
                  </a:lnTo>
                  <a:lnTo>
                    <a:pt x="574407" y="1359539"/>
                  </a:lnTo>
                  <a:lnTo>
                    <a:pt x="574391" y="1359544"/>
                  </a:lnTo>
                  <a:lnTo>
                    <a:pt x="574378" y="1359547"/>
                  </a:lnTo>
                  <a:lnTo>
                    <a:pt x="574371" y="1359550"/>
                  </a:lnTo>
                  <a:lnTo>
                    <a:pt x="574367" y="1359555"/>
                  </a:lnTo>
                  <a:lnTo>
                    <a:pt x="574362" y="1359564"/>
                  </a:lnTo>
                  <a:lnTo>
                    <a:pt x="574353" y="1359588"/>
                  </a:lnTo>
                  <a:lnTo>
                    <a:pt x="574346" y="1359612"/>
                  </a:lnTo>
                  <a:lnTo>
                    <a:pt x="574339" y="1359636"/>
                  </a:lnTo>
                  <a:lnTo>
                    <a:pt x="574331" y="1359649"/>
                  </a:lnTo>
                  <a:lnTo>
                    <a:pt x="574323" y="1359657"/>
                  </a:lnTo>
                  <a:lnTo>
                    <a:pt x="574308" y="1359665"/>
                  </a:lnTo>
                  <a:lnTo>
                    <a:pt x="574290" y="1359672"/>
                  </a:lnTo>
                  <a:lnTo>
                    <a:pt x="574273" y="1359678"/>
                  </a:lnTo>
                  <a:lnTo>
                    <a:pt x="574260" y="1359685"/>
                  </a:lnTo>
                  <a:lnTo>
                    <a:pt x="574250" y="1359693"/>
                  </a:lnTo>
                  <a:lnTo>
                    <a:pt x="574243" y="1359704"/>
                  </a:lnTo>
                  <a:lnTo>
                    <a:pt x="574244" y="1359710"/>
                  </a:lnTo>
                  <a:lnTo>
                    <a:pt x="574245" y="1359716"/>
                  </a:lnTo>
                  <a:lnTo>
                    <a:pt x="574245" y="1359738"/>
                  </a:lnTo>
                  <a:lnTo>
                    <a:pt x="574246" y="1359762"/>
                  </a:lnTo>
                  <a:lnTo>
                    <a:pt x="574246" y="1359774"/>
                  </a:lnTo>
                  <a:lnTo>
                    <a:pt x="574244" y="1359781"/>
                  </a:lnTo>
                  <a:lnTo>
                    <a:pt x="574237" y="1359790"/>
                  </a:lnTo>
                  <a:lnTo>
                    <a:pt x="574228" y="1359800"/>
                  </a:lnTo>
                  <a:lnTo>
                    <a:pt x="574222" y="1359808"/>
                  </a:lnTo>
                  <a:lnTo>
                    <a:pt x="574217" y="1359818"/>
                  </a:lnTo>
                  <a:lnTo>
                    <a:pt x="574215" y="1359831"/>
                  </a:lnTo>
                  <a:lnTo>
                    <a:pt x="574214" y="1359840"/>
                  </a:lnTo>
                  <a:lnTo>
                    <a:pt x="574213" y="1359848"/>
                  </a:lnTo>
                  <a:lnTo>
                    <a:pt x="574210" y="1359856"/>
                  </a:lnTo>
                  <a:lnTo>
                    <a:pt x="574208" y="1359861"/>
                  </a:lnTo>
                  <a:lnTo>
                    <a:pt x="574204" y="1359865"/>
                  </a:lnTo>
                  <a:lnTo>
                    <a:pt x="574200" y="1359869"/>
                  </a:lnTo>
                  <a:lnTo>
                    <a:pt x="574195" y="1359873"/>
                  </a:lnTo>
                  <a:lnTo>
                    <a:pt x="574184" y="1359879"/>
                  </a:lnTo>
                  <a:lnTo>
                    <a:pt x="574172" y="1359883"/>
                  </a:lnTo>
                  <a:lnTo>
                    <a:pt x="574165" y="1359886"/>
                  </a:lnTo>
                  <a:lnTo>
                    <a:pt x="574156" y="1359893"/>
                  </a:lnTo>
                  <a:lnTo>
                    <a:pt x="574143" y="1359904"/>
                  </a:lnTo>
                  <a:lnTo>
                    <a:pt x="574127" y="1359914"/>
                  </a:lnTo>
                  <a:lnTo>
                    <a:pt x="574120" y="1359918"/>
                  </a:lnTo>
                  <a:lnTo>
                    <a:pt x="574105" y="1359923"/>
                  </a:lnTo>
                  <a:lnTo>
                    <a:pt x="574096" y="1359925"/>
                  </a:lnTo>
                  <a:lnTo>
                    <a:pt x="574084" y="1359927"/>
                  </a:lnTo>
                  <a:lnTo>
                    <a:pt x="574065" y="1359928"/>
                  </a:lnTo>
                  <a:lnTo>
                    <a:pt x="574038" y="1359928"/>
                  </a:lnTo>
                  <a:lnTo>
                    <a:pt x="574030" y="1359927"/>
                  </a:lnTo>
                  <a:lnTo>
                    <a:pt x="574018" y="1359924"/>
                  </a:lnTo>
                  <a:lnTo>
                    <a:pt x="574005" y="1359924"/>
                  </a:lnTo>
                  <a:lnTo>
                    <a:pt x="573991" y="1359926"/>
                  </a:lnTo>
                  <a:lnTo>
                    <a:pt x="573982" y="1359931"/>
                  </a:lnTo>
                  <a:lnTo>
                    <a:pt x="573975" y="1359937"/>
                  </a:lnTo>
                  <a:lnTo>
                    <a:pt x="573967" y="1359948"/>
                  </a:lnTo>
                  <a:lnTo>
                    <a:pt x="573961" y="1359960"/>
                  </a:lnTo>
                  <a:lnTo>
                    <a:pt x="573952" y="1359977"/>
                  </a:lnTo>
                  <a:lnTo>
                    <a:pt x="573944" y="1359990"/>
                  </a:lnTo>
                  <a:lnTo>
                    <a:pt x="573940" y="1359996"/>
                  </a:lnTo>
                  <a:lnTo>
                    <a:pt x="573935" y="1360002"/>
                  </a:lnTo>
                  <a:lnTo>
                    <a:pt x="573929" y="1360009"/>
                  </a:lnTo>
                  <a:lnTo>
                    <a:pt x="573923" y="1360017"/>
                  </a:lnTo>
                  <a:lnTo>
                    <a:pt x="573918" y="1360026"/>
                  </a:lnTo>
                  <a:lnTo>
                    <a:pt x="573911" y="1360038"/>
                  </a:lnTo>
                  <a:lnTo>
                    <a:pt x="573903" y="1360053"/>
                  </a:lnTo>
                  <a:lnTo>
                    <a:pt x="573894" y="1360066"/>
                  </a:lnTo>
                  <a:lnTo>
                    <a:pt x="573888" y="1360073"/>
                  </a:lnTo>
                  <a:lnTo>
                    <a:pt x="573880" y="1360080"/>
                  </a:lnTo>
                  <a:lnTo>
                    <a:pt x="573874" y="1360084"/>
                  </a:lnTo>
                  <a:lnTo>
                    <a:pt x="573868" y="1360086"/>
                  </a:lnTo>
                  <a:lnTo>
                    <a:pt x="573860" y="1360088"/>
                  </a:lnTo>
                  <a:lnTo>
                    <a:pt x="573850" y="1360089"/>
                  </a:lnTo>
                  <a:lnTo>
                    <a:pt x="573833" y="1360093"/>
                  </a:lnTo>
                  <a:lnTo>
                    <a:pt x="573809" y="1360100"/>
                  </a:lnTo>
                  <a:lnTo>
                    <a:pt x="573795" y="1360105"/>
                  </a:lnTo>
                  <a:lnTo>
                    <a:pt x="573766" y="1360116"/>
                  </a:lnTo>
                  <a:lnTo>
                    <a:pt x="573746" y="1360124"/>
                  </a:lnTo>
                  <a:lnTo>
                    <a:pt x="573736" y="1360128"/>
                  </a:lnTo>
                  <a:lnTo>
                    <a:pt x="573727" y="1360131"/>
                  </a:lnTo>
                  <a:lnTo>
                    <a:pt x="573712" y="1360139"/>
                  </a:lnTo>
                  <a:lnTo>
                    <a:pt x="573698" y="1360145"/>
                  </a:lnTo>
                  <a:lnTo>
                    <a:pt x="573682" y="1360150"/>
                  </a:lnTo>
                  <a:lnTo>
                    <a:pt x="573660" y="1360158"/>
                  </a:lnTo>
                  <a:lnTo>
                    <a:pt x="573651" y="1360161"/>
                  </a:lnTo>
                  <a:lnTo>
                    <a:pt x="573640" y="1360163"/>
                  </a:lnTo>
                  <a:lnTo>
                    <a:pt x="573617" y="1360168"/>
                  </a:lnTo>
                  <a:lnTo>
                    <a:pt x="573604" y="1360174"/>
                  </a:lnTo>
                  <a:lnTo>
                    <a:pt x="573592" y="1360181"/>
                  </a:lnTo>
                  <a:lnTo>
                    <a:pt x="573582" y="1360188"/>
                  </a:lnTo>
                  <a:lnTo>
                    <a:pt x="573571" y="1360196"/>
                  </a:lnTo>
                  <a:lnTo>
                    <a:pt x="573555" y="1360210"/>
                  </a:lnTo>
                  <a:lnTo>
                    <a:pt x="573550" y="1360215"/>
                  </a:lnTo>
                  <a:lnTo>
                    <a:pt x="573539" y="1360222"/>
                  </a:lnTo>
                  <a:lnTo>
                    <a:pt x="573525" y="1360232"/>
                  </a:lnTo>
                  <a:lnTo>
                    <a:pt x="573508" y="1360242"/>
                  </a:lnTo>
                  <a:lnTo>
                    <a:pt x="573491" y="1360250"/>
                  </a:lnTo>
                  <a:lnTo>
                    <a:pt x="573477" y="1360258"/>
                  </a:lnTo>
                  <a:lnTo>
                    <a:pt x="573453" y="1360269"/>
                  </a:lnTo>
                  <a:lnTo>
                    <a:pt x="573438" y="1360275"/>
                  </a:lnTo>
                  <a:lnTo>
                    <a:pt x="573428" y="1360281"/>
                  </a:lnTo>
                  <a:lnTo>
                    <a:pt x="573406" y="1360296"/>
                  </a:lnTo>
                  <a:lnTo>
                    <a:pt x="573393" y="1360306"/>
                  </a:lnTo>
                  <a:lnTo>
                    <a:pt x="573376" y="1360316"/>
                  </a:lnTo>
                  <a:lnTo>
                    <a:pt x="573365" y="1360323"/>
                  </a:lnTo>
                  <a:lnTo>
                    <a:pt x="573336" y="1360335"/>
                  </a:lnTo>
                  <a:lnTo>
                    <a:pt x="573324" y="1360340"/>
                  </a:lnTo>
                  <a:lnTo>
                    <a:pt x="573315" y="1360343"/>
                  </a:lnTo>
                  <a:lnTo>
                    <a:pt x="573300" y="1360344"/>
                  </a:lnTo>
                  <a:lnTo>
                    <a:pt x="573268" y="1360342"/>
                  </a:lnTo>
                  <a:lnTo>
                    <a:pt x="573251" y="1360341"/>
                  </a:lnTo>
                  <a:lnTo>
                    <a:pt x="573244" y="1360338"/>
                  </a:lnTo>
                  <a:lnTo>
                    <a:pt x="573241" y="1360327"/>
                  </a:lnTo>
                  <a:lnTo>
                    <a:pt x="573240" y="1360319"/>
                  </a:lnTo>
                  <a:lnTo>
                    <a:pt x="573238" y="1360295"/>
                  </a:lnTo>
                  <a:lnTo>
                    <a:pt x="573237" y="1360276"/>
                  </a:lnTo>
                  <a:lnTo>
                    <a:pt x="573234" y="1360258"/>
                  </a:lnTo>
                  <a:lnTo>
                    <a:pt x="573231" y="1360233"/>
                  </a:lnTo>
                  <a:lnTo>
                    <a:pt x="573229" y="1360216"/>
                  </a:lnTo>
                  <a:lnTo>
                    <a:pt x="573228" y="1360210"/>
                  </a:lnTo>
                  <a:lnTo>
                    <a:pt x="573228" y="1360194"/>
                  </a:lnTo>
                  <a:lnTo>
                    <a:pt x="573227" y="1360163"/>
                  </a:lnTo>
                  <a:lnTo>
                    <a:pt x="573228" y="1360150"/>
                  </a:lnTo>
                  <a:lnTo>
                    <a:pt x="573228" y="1360138"/>
                  </a:lnTo>
                  <a:lnTo>
                    <a:pt x="573227" y="1360114"/>
                  </a:lnTo>
                  <a:lnTo>
                    <a:pt x="573228" y="1360099"/>
                  </a:lnTo>
                  <a:lnTo>
                    <a:pt x="573228" y="1360090"/>
                  </a:lnTo>
                  <a:lnTo>
                    <a:pt x="573226" y="1360066"/>
                  </a:lnTo>
                  <a:lnTo>
                    <a:pt x="573225" y="1360054"/>
                  </a:lnTo>
                  <a:lnTo>
                    <a:pt x="573223" y="1360036"/>
                  </a:lnTo>
                  <a:lnTo>
                    <a:pt x="573219" y="1360018"/>
                  </a:lnTo>
                  <a:lnTo>
                    <a:pt x="573215" y="1360008"/>
                  </a:lnTo>
                  <a:lnTo>
                    <a:pt x="573211" y="1360001"/>
                  </a:lnTo>
                  <a:lnTo>
                    <a:pt x="573205" y="1359994"/>
                  </a:lnTo>
                  <a:lnTo>
                    <a:pt x="573199" y="1359988"/>
                  </a:lnTo>
                  <a:lnTo>
                    <a:pt x="573190" y="1359984"/>
                  </a:lnTo>
                  <a:lnTo>
                    <a:pt x="573174" y="1359979"/>
                  </a:lnTo>
                  <a:lnTo>
                    <a:pt x="573157" y="1359974"/>
                  </a:lnTo>
                  <a:lnTo>
                    <a:pt x="573147" y="1359971"/>
                  </a:lnTo>
                  <a:lnTo>
                    <a:pt x="573136" y="1359969"/>
                  </a:lnTo>
                  <a:lnTo>
                    <a:pt x="573127" y="1359966"/>
                  </a:lnTo>
                  <a:lnTo>
                    <a:pt x="573118" y="1359962"/>
                  </a:lnTo>
                  <a:lnTo>
                    <a:pt x="573110" y="1359956"/>
                  </a:lnTo>
                  <a:lnTo>
                    <a:pt x="573100" y="1359947"/>
                  </a:lnTo>
                  <a:lnTo>
                    <a:pt x="573095" y="1359940"/>
                  </a:lnTo>
                  <a:lnTo>
                    <a:pt x="573090" y="1359929"/>
                  </a:lnTo>
                  <a:lnTo>
                    <a:pt x="573085" y="1359917"/>
                  </a:lnTo>
                  <a:lnTo>
                    <a:pt x="573078" y="1359890"/>
                  </a:lnTo>
                  <a:lnTo>
                    <a:pt x="573074" y="1359875"/>
                  </a:lnTo>
                  <a:lnTo>
                    <a:pt x="573072" y="1359864"/>
                  </a:lnTo>
                  <a:lnTo>
                    <a:pt x="573071" y="1359843"/>
                  </a:lnTo>
                  <a:lnTo>
                    <a:pt x="573069" y="1359823"/>
                  </a:lnTo>
                  <a:lnTo>
                    <a:pt x="573069" y="1359814"/>
                  </a:lnTo>
                  <a:lnTo>
                    <a:pt x="573067" y="1359799"/>
                  </a:lnTo>
                  <a:lnTo>
                    <a:pt x="573066" y="1359789"/>
                  </a:lnTo>
                  <a:lnTo>
                    <a:pt x="573065" y="1359779"/>
                  </a:lnTo>
                  <a:lnTo>
                    <a:pt x="573059" y="1359769"/>
                  </a:lnTo>
                  <a:lnTo>
                    <a:pt x="573048" y="1359752"/>
                  </a:lnTo>
                  <a:lnTo>
                    <a:pt x="573032" y="1359730"/>
                  </a:lnTo>
                  <a:lnTo>
                    <a:pt x="573014" y="1359701"/>
                  </a:lnTo>
                  <a:lnTo>
                    <a:pt x="573004" y="1359684"/>
                  </a:lnTo>
                  <a:lnTo>
                    <a:pt x="572999" y="1359671"/>
                  </a:lnTo>
                  <a:lnTo>
                    <a:pt x="572997" y="1359662"/>
                  </a:lnTo>
                  <a:lnTo>
                    <a:pt x="572996" y="1359646"/>
                  </a:lnTo>
                  <a:lnTo>
                    <a:pt x="572995" y="1359617"/>
                  </a:lnTo>
                  <a:lnTo>
                    <a:pt x="572993" y="1359599"/>
                  </a:lnTo>
                  <a:lnTo>
                    <a:pt x="572990" y="1359565"/>
                  </a:lnTo>
                  <a:lnTo>
                    <a:pt x="572986" y="1359520"/>
                  </a:lnTo>
                  <a:lnTo>
                    <a:pt x="572985" y="1359506"/>
                  </a:lnTo>
                  <a:lnTo>
                    <a:pt x="572983" y="1359483"/>
                  </a:lnTo>
                  <a:lnTo>
                    <a:pt x="572978" y="1359451"/>
                  </a:lnTo>
                  <a:lnTo>
                    <a:pt x="572976" y="1359427"/>
                  </a:lnTo>
                  <a:lnTo>
                    <a:pt x="572970" y="1359399"/>
                  </a:lnTo>
                  <a:lnTo>
                    <a:pt x="572968" y="1359391"/>
                  </a:lnTo>
                  <a:lnTo>
                    <a:pt x="572965" y="1359370"/>
                  </a:lnTo>
                  <a:lnTo>
                    <a:pt x="572962" y="1359353"/>
                  </a:lnTo>
                  <a:lnTo>
                    <a:pt x="572961" y="1359343"/>
                  </a:lnTo>
                  <a:lnTo>
                    <a:pt x="572957" y="1359335"/>
                  </a:lnTo>
                  <a:lnTo>
                    <a:pt x="572945" y="1359315"/>
                  </a:lnTo>
                  <a:lnTo>
                    <a:pt x="572939" y="1359308"/>
                  </a:lnTo>
                  <a:lnTo>
                    <a:pt x="572929" y="1359285"/>
                  </a:lnTo>
                  <a:lnTo>
                    <a:pt x="572918" y="1359263"/>
                  </a:lnTo>
                  <a:lnTo>
                    <a:pt x="572916" y="1359253"/>
                  </a:lnTo>
                  <a:lnTo>
                    <a:pt x="572915" y="1359246"/>
                  </a:lnTo>
                  <a:lnTo>
                    <a:pt x="572913" y="1359232"/>
                  </a:lnTo>
                  <a:lnTo>
                    <a:pt x="572910" y="1359222"/>
                  </a:lnTo>
                  <a:lnTo>
                    <a:pt x="572900" y="1359179"/>
                  </a:lnTo>
                  <a:lnTo>
                    <a:pt x="572893" y="1359147"/>
                  </a:lnTo>
                  <a:lnTo>
                    <a:pt x="572886" y="1359123"/>
                  </a:lnTo>
                  <a:lnTo>
                    <a:pt x="572883" y="1359112"/>
                  </a:lnTo>
                  <a:lnTo>
                    <a:pt x="572880" y="1359092"/>
                  </a:lnTo>
                  <a:lnTo>
                    <a:pt x="572876" y="1359065"/>
                  </a:lnTo>
                  <a:lnTo>
                    <a:pt x="572873" y="1359042"/>
                  </a:lnTo>
                  <a:lnTo>
                    <a:pt x="572869" y="1359023"/>
                  </a:lnTo>
                  <a:lnTo>
                    <a:pt x="572864" y="1359004"/>
                  </a:lnTo>
                  <a:lnTo>
                    <a:pt x="572860" y="1358991"/>
                  </a:lnTo>
                  <a:lnTo>
                    <a:pt x="572860" y="1358982"/>
                  </a:lnTo>
                  <a:lnTo>
                    <a:pt x="572862" y="1358946"/>
                  </a:lnTo>
                  <a:lnTo>
                    <a:pt x="572862" y="1358921"/>
                  </a:lnTo>
                  <a:lnTo>
                    <a:pt x="572864" y="1358900"/>
                  </a:lnTo>
                  <a:lnTo>
                    <a:pt x="572864" y="1358887"/>
                  </a:lnTo>
                  <a:lnTo>
                    <a:pt x="572864" y="1358870"/>
                  </a:lnTo>
                  <a:lnTo>
                    <a:pt x="572867" y="1358860"/>
                  </a:lnTo>
                  <a:lnTo>
                    <a:pt x="572872" y="1358850"/>
                  </a:lnTo>
                  <a:lnTo>
                    <a:pt x="572881" y="1358836"/>
                  </a:lnTo>
                  <a:lnTo>
                    <a:pt x="572885" y="1358826"/>
                  </a:lnTo>
                  <a:lnTo>
                    <a:pt x="572886" y="1358817"/>
                  </a:lnTo>
                  <a:lnTo>
                    <a:pt x="572884" y="1358798"/>
                  </a:lnTo>
                  <a:lnTo>
                    <a:pt x="572880" y="1358766"/>
                  </a:lnTo>
                  <a:lnTo>
                    <a:pt x="572878" y="1358750"/>
                  </a:lnTo>
                  <a:lnTo>
                    <a:pt x="572872" y="1358733"/>
                  </a:lnTo>
                  <a:lnTo>
                    <a:pt x="572867" y="1358723"/>
                  </a:lnTo>
                  <a:lnTo>
                    <a:pt x="572863" y="1358711"/>
                  </a:lnTo>
                  <a:lnTo>
                    <a:pt x="572860" y="1358694"/>
                  </a:lnTo>
                  <a:lnTo>
                    <a:pt x="572858" y="1358677"/>
                  </a:lnTo>
                  <a:lnTo>
                    <a:pt x="572858" y="1358661"/>
                  </a:lnTo>
                  <a:lnTo>
                    <a:pt x="572860" y="1358650"/>
                  </a:lnTo>
                  <a:lnTo>
                    <a:pt x="572863" y="1358631"/>
                  </a:lnTo>
                  <a:lnTo>
                    <a:pt x="572865" y="1358610"/>
                  </a:lnTo>
                  <a:lnTo>
                    <a:pt x="572865" y="1358600"/>
                  </a:lnTo>
                  <a:lnTo>
                    <a:pt x="572861" y="1358591"/>
                  </a:lnTo>
                  <a:lnTo>
                    <a:pt x="572859" y="1358582"/>
                  </a:lnTo>
                  <a:lnTo>
                    <a:pt x="572858" y="1358567"/>
                  </a:lnTo>
                  <a:lnTo>
                    <a:pt x="572855" y="1358553"/>
                  </a:lnTo>
                  <a:lnTo>
                    <a:pt x="572853" y="1358545"/>
                  </a:lnTo>
                  <a:lnTo>
                    <a:pt x="572847" y="1358538"/>
                  </a:lnTo>
                  <a:lnTo>
                    <a:pt x="572825" y="1358516"/>
                  </a:lnTo>
                  <a:lnTo>
                    <a:pt x="572813" y="1358502"/>
                  </a:lnTo>
                  <a:lnTo>
                    <a:pt x="572809" y="1358497"/>
                  </a:lnTo>
                  <a:lnTo>
                    <a:pt x="572805" y="1358492"/>
                  </a:lnTo>
                  <a:lnTo>
                    <a:pt x="572803" y="1358485"/>
                  </a:lnTo>
                  <a:lnTo>
                    <a:pt x="572798" y="1358468"/>
                  </a:lnTo>
                  <a:lnTo>
                    <a:pt x="572790" y="1358432"/>
                  </a:lnTo>
                  <a:lnTo>
                    <a:pt x="572783" y="1358400"/>
                  </a:lnTo>
                  <a:lnTo>
                    <a:pt x="572779" y="1358389"/>
                  </a:lnTo>
                  <a:lnTo>
                    <a:pt x="572778" y="1358375"/>
                  </a:lnTo>
                  <a:lnTo>
                    <a:pt x="572776" y="1358362"/>
                  </a:lnTo>
                  <a:lnTo>
                    <a:pt x="572777" y="1358349"/>
                  </a:lnTo>
                  <a:lnTo>
                    <a:pt x="572778" y="1358341"/>
                  </a:lnTo>
                  <a:lnTo>
                    <a:pt x="572775" y="1358318"/>
                  </a:lnTo>
                  <a:lnTo>
                    <a:pt x="572775" y="1358311"/>
                  </a:lnTo>
                  <a:lnTo>
                    <a:pt x="572774" y="1358303"/>
                  </a:lnTo>
                  <a:lnTo>
                    <a:pt x="572770" y="1358289"/>
                  </a:lnTo>
                  <a:lnTo>
                    <a:pt x="572767" y="1358276"/>
                  </a:lnTo>
                  <a:lnTo>
                    <a:pt x="572767" y="1358254"/>
                  </a:lnTo>
                  <a:lnTo>
                    <a:pt x="572769" y="1358236"/>
                  </a:lnTo>
                  <a:lnTo>
                    <a:pt x="572771" y="1358228"/>
                  </a:lnTo>
                  <a:lnTo>
                    <a:pt x="572771" y="1358219"/>
                  </a:lnTo>
                  <a:lnTo>
                    <a:pt x="572771" y="1358210"/>
                  </a:lnTo>
                  <a:lnTo>
                    <a:pt x="572770" y="1358202"/>
                  </a:lnTo>
                  <a:lnTo>
                    <a:pt x="572767" y="1358188"/>
                  </a:lnTo>
                  <a:lnTo>
                    <a:pt x="572762" y="1358168"/>
                  </a:lnTo>
                  <a:lnTo>
                    <a:pt x="572760" y="1358160"/>
                  </a:lnTo>
                  <a:lnTo>
                    <a:pt x="572760" y="1358153"/>
                  </a:lnTo>
                  <a:lnTo>
                    <a:pt x="572762" y="1358143"/>
                  </a:lnTo>
                  <a:lnTo>
                    <a:pt x="572764" y="1358135"/>
                  </a:lnTo>
                  <a:lnTo>
                    <a:pt x="572766" y="1358128"/>
                  </a:lnTo>
                  <a:lnTo>
                    <a:pt x="572766" y="1358116"/>
                  </a:lnTo>
                  <a:lnTo>
                    <a:pt x="572771" y="1358073"/>
                  </a:lnTo>
                  <a:lnTo>
                    <a:pt x="572771" y="1358055"/>
                  </a:lnTo>
                  <a:lnTo>
                    <a:pt x="572773" y="1358033"/>
                  </a:lnTo>
                  <a:lnTo>
                    <a:pt x="572777" y="1358018"/>
                  </a:lnTo>
                  <a:lnTo>
                    <a:pt x="572783" y="1358004"/>
                  </a:lnTo>
                  <a:lnTo>
                    <a:pt x="572793" y="1357992"/>
                  </a:lnTo>
                  <a:lnTo>
                    <a:pt x="572800" y="1357983"/>
                  </a:lnTo>
                  <a:lnTo>
                    <a:pt x="572817" y="1357964"/>
                  </a:lnTo>
                  <a:lnTo>
                    <a:pt x="572847" y="1357935"/>
                  </a:lnTo>
                  <a:lnTo>
                    <a:pt x="572875" y="1357910"/>
                  </a:lnTo>
                  <a:lnTo>
                    <a:pt x="572888" y="1357897"/>
                  </a:lnTo>
                  <a:lnTo>
                    <a:pt x="572901" y="1357882"/>
                  </a:lnTo>
                  <a:lnTo>
                    <a:pt x="572921" y="1357857"/>
                  </a:lnTo>
                  <a:lnTo>
                    <a:pt x="572947" y="1357829"/>
                  </a:lnTo>
                  <a:lnTo>
                    <a:pt x="572956" y="1357816"/>
                  </a:lnTo>
                  <a:lnTo>
                    <a:pt x="572963" y="1357806"/>
                  </a:lnTo>
                  <a:lnTo>
                    <a:pt x="572967" y="1357796"/>
                  </a:lnTo>
                  <a:lnTo>
                    <a:pt x="572970" y="1357783"/>
                  </a:lnTo>
                  <a:lnTo>
                    <a:pt x="572968" y="1357776"/>
                  </a:lnTo>
                  <a:lnTo>
                    <a:pt x="572951" y="1357774"/>
                  </a:lnTo>
                  <a:lnTo>
                    <a:pt x="572932" y="1357770"/>
                  </a:lnTo>
                  <a:lnTo>
                    <a:pt x="572910" y="1357762"/>
                  </a:lnTo>
                  <a:lnTo>
                    <a:pt x="572885" y="1357751"/>
                  </a:lnTo>
                  <a:lnTo>
                    <a:pt x="572869" y="1357744"/>
                  </a:lnTo>
                  <a:lnTo>
                    <a:pt x="572865" y="1357742"/>
                  </a:lnTo>
                  <a:lnTo>
                    <a:pt x="572851" y="1357735"/>
                  </a:lnTo>
                  <a:lnTo>
                    <a:pt x="572837" y="1357724"/>
                  </a:lnTo>
                  <a:lnTo>
                    <a:pt x="572822" y="1357713"/>
                  </a:lnTo>
                  <a:lnTo>
                    <a:pt x="572808" y="1357700"/>
                  </a:lnTo>
                  <a:lnTo>
                    <a:pt x="572794" y="1357688"/>
                  </a:lnTo>
                  <a:lnTo>
                    <a:pt x="572783" y="1357680"/>
                  </a:lnTo>
                  <a:lnTo>
                    <a:pt x="572776" y="1357675"/>
                  </a:lnTo>
                  <a:lnTo>
                    <a:pt x="572770" y="1357671"/>
                  </a:lnTo>
                  <a:lnTo>
                    <a:pt x="572762" y="1357667"/>
                  </a:lnTo>
                  <a:lnTo>
                    <a:pt x="572744" y="1357655"/>
                  </a:lnTo>
                  <a:lnTo>
                    <a:pt x="572730" y="1357647"/>
                  </a:lnTo>
                  <a:lnTo>
                    <a:pt x="572701" y="1357630"/>
                  </a:lnTo>
                  <a:lnTo>
                    <a:pt x="572692" y="1357624"/>
                  </a:lnTo>
                  <a:lnTo>
                    <a:pt x="572678" y="1357620"/>
                  </a:lnTo>
                  <a:lnTo>
                    <a:pt x="572660" y="1357617"/>
                  </a:lnTo>
                  <a:lnTo>
                    <a:pt x="572629" y="1357617"/>
                  </a:lnTo>
                  <a:lnTo>
                    <a:pt x="572606" y="1357614"/>
                  </a:lnTo>
                  <a:lnTo>
                    <a:pt x="572591" y="1357611"/>
                  </a:lnTo>
                  <a:lnTo>
                    <a:pt x="572579" y="1357606"/>
                  </a:lnTo>
                  <a:lnTo>
                    <a:pt x="572554" y="1357597"/>
                  </a:lnTo>
                  <a:lnTo>
                    <a:pt x="572526" y="1357590"/>
                  </a:lnTo>
                  <a:lnTo>
                    <a:pt x="572484" y="1357582"/>
                  </a:lnTo>
                  <a:lnTo>
                    <a:pt x="572471" y="1357581"/>
                  </a:lnTo>
                  <a:lnTo>
                    <a:pt x="572458" y="1357580"/>
                  </a:lnTo>
                  <a:lnTo>
                    <a:pt x="572425" y="1357576"/>
                  </a:lnTo>
                  <a:lnTo>
                    <a:pt x="572407" y="1357574"/>
                  </a:lnTo>
                  <a:lnTo>
                    <a:pt x="572396" y="1357574"/>
                  </a:lnTo>
                  <a:lnTo>
                    <a:pt x="572386" y="1357574"/>
                  </a:lnTo>
                  <a:lnTo>
                    <a:pt x="572365" y="1357576"/>
                  </a:lnTo>
                  <a:lnTo>
                    <a:pt x="572351" y="1357577"/>
                  </a:lnTo>
                  <a:lnTo>
                    <a:pt x="572329" y="1357579"/>
                  </a:lnTo>
                  <a:lnTo>
                    <a:pt x="572321" y="1357581"/>
                  </a:lnTo>
                  <a:lnTo>
                    <a:pt x="572304" y="1357585"/>
                  </a:lnTo>
                  <a:lnTo>
                    <a:pt x="572277" y="1357597"/>
                  </a:lnTo>
                  <a:lnTo>
                    <a:pt x="572251" y="1357612"/>
                  </a:lnTo>
                  <a:lnTo>
                    <a:pt x="572217" y="1357633"/>
                  </a:lnTo>
                  <a:lnTo>
                    <a:pt x="572189" y="1357645"/>
                  </a:lnTo>
                  <a:lnTo>
                    <a:pt x="572172" y="1357649"/>
                  </a:lnTo>
                  <a:lnTo>
                    <a:pt x="572162" y="1357652"/>
                  </a:lnTo>
                  <a:lnTo>
                    <a:pt x="572152" y="1357661"/>
                  </a:lnTo>
                  <a:lnTo>
                    <a:pt x="572131" y="1357680"/>
                  </a:lnTo>
                  <a:lnTo>
                    <a:pt x="572107" y="1357700"/>
                  </a:lnTo>
                  <a:lnTo>
                    <a:pt x="572092" y="1357712"/>
                  </a:lnTo>
                  <a:lnTo>
                    <a:pt x="572080" y="1357717"/>
                  </a:lnTo>
                  <a:lnTo>
                    <a:pt x="572070" y="1357720"/>
                  </a:lnTo>
                  <a:lnTo>
                    <a:pt x="572061" y="1357722"/>
                  </a:lnTo>
                  <a:lnTo>
                    <a:pt x="572042" y="1357721"/>
                  </a:lnTo>
                  <a:lnTo>
                    <a:pt x="572027" y="1357718"/>
                  </a:lnTo>
                  <a:lnTo>
                    <a:pt x="572014" y="1357713"/>
                  </a:lnTo>
                  <a:lnTo>
                    <a:pt x="571996" y="1357701"/>
                  </a:lnTo>
                  <a:lnTo>
                    <a:pt x="571988" y="1357693"/>
                  </a:lnTo>
                  <a:lnTo>
                    <a:pt x="571982" y="1357686"/>
                  </a:lnTo>
                  <a:lnTo>
                    <a:pt x="571976" y="1357676"/>
                  </a:lnTo>
                  <a:lnTo>
                    <a:pt x="571968" y="1357662"/>
                  </a:lnTo>
                  <a:lnTo>
                    <a:pt x="571963" y="1357648"/>
                  </a:lnTo>
                  <a:lnTo>
                    <a:pt x="571955" y="1357618"/>
                  </a:lnTo>
                  <a:lnTo>
                    <a:pt x="571952" y="1357607"/>
                  </a:lnTo>
                  <a:lnTo>
                    <a:pt x="571948" y="1357598"/>
                  </a:lnTo>
                  <a:lnTo>
                    <a:pt x="571942" y="1357587"/>
                  </a:lnTo>
                  <a:lnTo>
                    <a:pt x="571934" y="1357573"/>
                  </a:lnTo>
                  <a:lnTo>
                    <a:pt x="571924" y="1357561"/>
                  </a:lnTo>
                  <a:lnTo>
                    <a:pt x="571914" y="1357549"/>
                  </a:lnTo>
                  <a:lnTo>
                    <a:pt x="571901" y="1357537"/>
                  </a:lnTo>
                  <a:lnTo>
                    <a:pt x="571896" y="1357533"/>
                  </a:lnTo>
                  <a:lnTo>
                    <a:pt x="571888" y="1357528"/>
                  </a:lnTo>
                  <a:lnTo>
                    <a:pt x="571881" y="1357524"/>
                  </a:lnTo>
                  <a:lnTo>
                    <a:pt x="571865" y="1357517"/>
                  </a:lnTo>
                  <a:lnTo>
                    <a:pt x="571842" y="1357508"/>
                  </a:lnTo>
                  <a:lnTo>
                    <a:pt x="571830" y="1357503"/>
                  </a:lnTo>
                  <a:lnTo>
                    <a:pt x="571813" y="1357499"/>
                  </a:lnTo>
                  <a:lnTo>
                    <a:pt x="571791" y="1357496"/>
                  </a:lnTo>
                  <a:lnTo>
                    <a:pt x="571777" y="1357494"/>
                  </a:lnTo>
                  <a:lnTo>
                    <a:pt x="571757" y="1357494"/>
                  </a:lnTo>
                  <a:lnTo>
                    <a:pt x="571743" y="1357494"/>
                  </a:lnTo>
                  <a:lnTo>
                    <a:pt x="571730" y="1357495"/>
                  </a:lnTo>
                  <a:lnTo>
                    <a:pt x="571704" y="1357498"/>
                  </a:lnTo>
                  <a:lnTo>
                    <a:pt x="571678" y="1357504"/>
                  </a:lnTo>
                  <a:lnTo>
                    <a:pt x="571670" y="1357506"/>
                  </a:lnTo>
                  <a:lnTo>
                    <a:pt x="571653" y="1357510"/>
                  </a:lnTo>
                  <a:lnTo>
                    <a:pt x="571649" y="1357511"/>
                  </a:lnTo>
                  <a:lnTo>
                    <a:pt x="571643" y="1357512"/>
                  </a:lnTo>
                  <a:lnTo>
                    <a:pt x="571630" y="1357513"/>
                  </a:lnTo>
                  <a:lnTo>
                    <a:pt x="571618" y="1357512"/>
                  </a:lnTo>
                  <a:lnTo>
                    <a:pt x="571603" y="1357511"/>
                  </a:lnTo>
                  <a:lnTo>
                    <a:pt x="571590" y="1357512"/>
                  </a:lnTo>
                  <a:lnTo>
                    <a:pt x="571567" y="1357515"/>
                  </a:lnTo>
                  <a:lnTo>
                    <a:pt x="571562" y="1357517"/>
                  </a:lnTo>
                  <a:lnTo>
                    <a:pt x="571550" y="1357522"/>
                  </a:lnTo>
                  <a:lnTo>
                    <a:pt x="571544" y="1357525"/>
                  </a:lnTo>
                  <a:lnTo>
                    <a:pt x="571527" y="1357534"/>
                  </a:lnTo>
                  <a:lnTo>
                    <a:pt x="571514" y="1357541"/>
                  </a:lnTo>
                  <a:lnTo>
                    <a:pt x="571504" y="1357546"/>
                  </a:lnTo>
                  <a:lnTo>
                    <a:pt x="571494" y="1357550"/>
                  </a:lnTo>
                  <a:lnTo>
                    <a:pt x="571485" y="1357552"/>
                  </a:lnTo>
                  <a:lnTo>
                    <a:pt x="571477" y="1357553"/>
                  </a:lnTo>
                  <a:lnTo>
                    <a:pt x="571466" y="1357552"/>
                  </a:lnTo>
                  <a:lnTo>
                    <a:pt x="571456" y="1357550"/>
                  </a:lnTo>
                  <a:lnTo>
                    <a:pt x="571437" y="1357543"/>
                  </a:lnTo>
                  <a:lnTo>
                    <a:pt x="571424" y="1357537"/>
                  </a:lnTo>
                  <a:lnTo>
                    <a:pt x="571414" y="1357529"/>
                  </a:lnTo>
                  <a:lnTo>
                    <a:pt x="571407" y="1357521"/>
                  </a:lnTo>
                  <a:lnTo>
                    <a:pt x="571395" y="1357506"/>
                  </a:lnTo>
                  <a:lnTo>
                    <a:pt x="571384" y="1357496"/>
                  </a:lnTo>
                  <a:lnTo>
                    <a:pt x="571375" y="1357490"/>
                  </a:lnTo>
                  <a:lnTo>
                    <a:pt x="571365" y="1357486"/>
                  </a:lnTo>
                  <a:lnTo>
                    <a:pt x="571357" y="1357484"/>
                  </a:lnTo>
                  <a:lnTo>
                    <a:pt x="571348" y="1357481"/>
                  </a:lnTo>
                  <a:lnTo>
                    <a:pt x="571336" y="1357481"/>
                  </a:lnTo>
                  <a:lnTo>
                    <a:pt x="571327" y="1357481"/>
                  </a:lnTo>
                  <a:lnTo>
                    <a:pt x="571308" y="1357486"/>
                  </a:lnTo>
                  <a:lnTo>
                    <a:pt x="571286" y="1357495"/>
                  </a:lnTo>
                  <a:lnTo>
                    <a:pt x="571267" y="1357502"/>
                  </a:lnTo>
                  <a:lnTo>
                    <a:pt x="571253" y="1357504"/>
                  </a:lnTo>
                  <a:lnTo>
                    <a:pt x="571238" y="1357505"/>
                  </a:lnTo>
                  <a:lnTo>
                    <a:pt x="571228" y="1357505"/>
                  </a:lnTo>
                  <a:lnTo>
                    <a:pt x="571209" y="1357505"/>
                  </a:lnTo>
                  <a:lnTo>
                    <a:pt x="571188" y="1357505"/>
                  </a:lnTo>
                  <a:lnTo>
                    <a:pt x="571173" y="1357504"/>
                  </a:lnTo>
                  <a:lnTo>
                    <a:pt x="571156" y="1357502"/>
                  </a:lnTo>
                  <a:lnTo>
                    <a:pt x="571143" y="1357502"/>
                  </a:lnTo>
                  <a:lnTo>
                    <a:pt x="571126" y="1357501"/>
                  </a:lnTo>
                  <a:lnTo>
                    <a:pt x="571117" y="1357502"/>
                  </a:lnTo>
                  <a:lnTo>
                    <a:pt x="571103" y="1357502"/>
                  </a:lnTo>
                  <a:lnTo>
                    <a:pt x="571095" y="1357501"/>
                  </a:lnTo>
                  <a:lnTo>
                    <a:pt x="571082" y="1357499"/>
                  </a:lnTo>
                  <a:lnTo>
                    <a:pt x="571072" y="1357497"/>
                  </a:lnTo>
                  <a:lnTo>
                    <a:pt x="571065" y="1357494"/>
                  </a:lnTo>
                  <a:lnTo>
                    <a:pt x="571058" y="1357487"/>
                  </a:lnTo>
                  <a:lnTo>
                    <a:pt x="571052" y="1357479"/>
                  </a:lnTo>
                  <a:lnTo>
                    <a:pt x="571045" y="1357468"/>
                  </a:lnTo>
                  <a:lnTo>
                    <a:pt x="571041" y="1357462"/>
                  </a:lnTo>
                  <a:lnTo>
                    <a:pt x="571038" y="1357456"/>
                  </a:lnTo>
                  <a:lnTo>
                    <a:pt x="571034" y="1357452"/>
                  </a:lnTo>
                  <a:lnTo>
                    <a:pt x="571025" y="1357444"/>
                  </a:lnTo>
                  <a:lnTo>
                    <a:pt x="571018" y="1357442"/>
                  </a:lnTo>
                  <a:lnTo>
                    <a:pt x="571006" y="1357444"/>
                  </a:lnTo>
                  <a:lnTo>
                    <a:pt x="570989" y="1357445"/>
                  </a:lnTo>
                  <a:lnTo>
                    <a:pt x="570976" y="1357443"/>
                  </a:lnTo>
                  <a:lnTo>
                    <a:pt x="570963" y="1357438"/>
                  </a:lnTo>
                  <a:lnTo>
                    <a:pt x="570954" y="1357434"/>
                  </a:lnTo>
                  <a:lnTo>
                    <a:pt x="570949" y="1357431"/>
                  </a:lnTo>
                  <a:lnTo>
                    <a:pt x="570940" y="1357425"/>
                  </a:lnTo>
                  <a:lnTo>
                    <a:pt x="570924" y="1357414"/>
                  </a:lnTo>
                  <a:lnTo>
                    <a:pt x="570892" y="1357391"/>
                  </a:lnTo>
                  <a:lnTo>
                    <a:pt x="570869" y="1357377"/>
                  </a:lnTo>
                  <a:lnTo>
                    <a:pt x="570861" y="1357373"/>
                  </a:lnTo>
                  <a:lnTo>
                    <a:pt x="570855" y="1357370"/>
                  </a:lnTo>
                  <a:lnTo>
                    <a:pt x="570850" y="1357368"/>
                  </a:lnTo>
                  <a:lnTo>
                    <a:pt x="570837" y="1357367"/>
                  </a:lnTo>
                  <a:lnTo>
                    <a:pt x="570832" y="1357365"/>
                  </a:lnTo>
                  <a:lnTo>
                    <a:pt x="570827" y="1357362"/>
                  </a:lnTo>
                  <a:lnTo>
                    <a:pt x="570805" y="1357349"/>
                  </a:lnTo>
                  <a:lnTo>
                    <a:pt x="570770" y="1357330"/>
                  </a:lnTo>
                  <a:lnTo>
                    <a:pt x="570726" y="1357307"/>
                  </a:lnTo>
                  <a:lnTo>
                    <a:pt x="570693" y="1357292"/>
                  </a:lnTo>
                  <a:lnTo>
                    <a:pt x="570684" y="1357287"/>
                  </a:lnTo>
                  <a:lnTo>
                    <a:pt x="570676" y="1357283"/>
                  </a:lnTo>
                  <a:lnTo>
                    <a:pt x="570664" y="1357276"/>
                  </a:lnTo>
                  <a:lnTo>
                    <a:pt x="570655" y="1357271"/>
                  </a:lnTo>
                  <a:lnTo>
                    <a:pt x="570647" y="1357268"/>
                  </a:lnTo>
                  <a:lnTo>
                    <a:pt x="570636" y="1357266"/>
                  </a:lnTo>
                  <a:lnTo>
                    <a:pt x="570621" y="1357263"/>
                  </a:lnTo>
                  <a:lnTo>
                    <a:pt x="570604" y="1357262"/>
                  </a:lnTo>
                  <a:lnTo>
                    <a:pt x="570578" y="1357258"/>
                  </a:lnTo>
                  <a:lnTo>
                    <a:pt x="570568" y="1357256"/>
                  </a:lnTo>
                  <a:lnTo>
                    <a:pt x="570557" y="1357253"/>
                  </a:lnTo>
                  <a:lnTo>
                    <a:pt x="570548" y="1357251"/>
                  </a:lnTo>
                  <a:lnTo>
                    <a:pt x="570511" y="1357236"/>
                  </a:lnTo>
                  <a:lnTo>
                    <a:pt x="570479" y="1357222"/>
                  </a:lnTo>
                  <a:lnTo>
                    <a:pt x="570450" y="1357211"/>
                  </a:lnTo>
                  <a:lnTo>
                    <a:pt x="570441" y="1357206"/>
                  </a:lnTo>
                  <a:lnTo>
                    <a:pt x="570432" y="1357201"/>
                  </a:lnTo>
                  <a:lnTo>
                    <a:pt x="570427" y="1357197"/>
                  </a:lnTo>
                  <a:lnTo>
                    <a:pt x="570420" y="1357189"/>
                  </a:lnTo>
                  <a:lnTo>
                    <a:pt x="570412" y="1357177"/>
                  </a:lnTo>
                  <a:lnTo>
                    <a:pt x="570403" y="1357159"/>
                  </a:lnTo>
                  <a:lnTo>
                    <a:pt x="570397" y="1357150"/>
                  </a:lnTo>
                  <a:lnTo>
                    <a:pt x="570380" y="1357130"/>
                  </a:lnTo>
                  <a:lnTo>
                    <a:pt x="570365" y="1357117"/>
                  </a:lnTo>
                  <a:lnTo>
                    <a:pt x="570344" y="1357098"/>
                  </a:lnTo>
                  <a:lnTo>
                    <a:pt x="570327" y="1357080"/>
                  </a:lnTo>
                  <a:lnTo>
                    <a:pt x="570316" y="1357067"/>
                  </a:lnTo>
                  <a:lnTo>
                    <a:pt x="570302" y="1357049"/>
                  </a:lnTo>
                  <a:lnTo>
                    <a:pt x="570288" y="1357034"/>
                  </a:lnTo>
                  <a:lnTo>
                    <a:pt x="570279" y="1357028"/>
                  </a:lnTo>
                  <a:lnTo>
                    <a:pt x="570263" y="1357018"/>
                  </a:lnTo>
                  <a:lnTo>
                    <a:pt x="570250" y="1357012"/>
                  </a:lnTo>
                  <a:lnTo>
                    <a:pt x="570228" y="1357003"/>
                  </a:lnTo>
                  <a:lnTo>
                    <a:pt x="570218" y="1356999"/>
                  </a:lnTo>
                  <a:lnTo>
                    <a:pt x="570205" y="1356995"/>
                  </a:lnTo>
                  <a:lnTo>
                    <a:pt x="570193" y="1356992"/>
                  </a:lnTo>
                  <a:lnTo>
                    <a:pt x="570181" y="1356989"/>
                  </a:lnTo>
                  <a:lnTo>
                    <a:pt x="570162" y="1356987"/>
                  </a:lnTo>
                  <a:lnTo>
                    <a:pt x="570150" y="1356984"/>
                  </a:lnTo>
                  <a:lnTo>
                    <a:pt x="570142" y="1356983"/>
                  </a:lnTo>
                  <a:lnTo>
                    <a:pt x="570133" y="1356979"/>
                  </a:lnTo>
                  <a:lnTo>
                    <a:pt x="570124" y="1356974"/>
                  </a:lnTo>
                  <a:lnTo>
                    <a:pt x="570107" y="1356966"/>
                  </a:lnTo>
                  <a:lnTo>
                    <a:pt x="570052" y="1356936"/>
                  </a:lnTo>
                  <a:lnTo>
                    <a:pt x="570016" y="1356915"/>
                  </a:lnTo>
                  <a:lnTo>
                    <a:pt x="569997" y="1356904"/>
                  </a:lnTo>
                  <a:lnTo>
                    <a:pt x="569988" y="1356898"/>
                  </a:lnTo>
                  <a:lnTo>
                    <a:pt x="569971" y="1356885"/>
                  </a:lnTo>
                  <a:lnTo>
                    <a:pt x="569958" y="1356876"/>
                  </a:lnTo>
                  <a:lnTo>
                    <a:pt x="569940" y="1356865"/>
                  </a:lnTo>
                  <a:lnTo>
                    <a:pt x="569933" y="1356862"/>
                  </a:lnTo>
                  <a:lnTo>
                    <a:pt x="569925" y="1356858"/>
                  </a:lnTo>
                  <a:lnTo>
                    <a:pt x="569916" y="1356852"/>
                  </a:lnTo>
                  <a:lnTo>
                    <a:pt x="569910" y="1356844"/>
                  </a:lnTo>
                  <a:lnTo>
                    <a:pt x="569907" y="1356840"/>
                  </a:lnTo>
                  <a:lnTo>
                    <a:pt x="569905" y="1356833"/>
                  </a:lnTo>
                  <a:lnTo>
                    <a:pt x="569900" y="1356815"/>
                  </a:lnTo>
                  <a:lnTo>
                    <a:pt x="569897" y="1356807"/>
                  </a:lnTo>
                  <a:lnTo>
                    <a:pt x="569893" y="1356798"/>
                  </a:lnTo>
                  <a:lnTo>
                    <a:pt x="569888" y="1356791"/>
                  </a:lnTo>
                  <a:lnTo>
                    <a:pt x="569880" y="1356784"/>
                  </a:lnTo>
                  <a:lnTo>
                    <a:pt x="569874" y="1356779"/>
                  </a:lnTo>
                  <a:lnTo>
                    <a:pt x="569867" y="1356773"/>
                  </a:lnTo>
                  <a:lnTo>
                    <a:pt x="569849" y="1356762"/>
                  </a:lnTo>
                  <a:lnTo>
                    <a:pt x="569837" y="1356754"/>
                  </a:lnTo>
                  <a:lnTo>
                    <a:pt x="569812" y="1356740"/>
                  </a:lnTo>
                  <a:lnTo>
                    <a:pt x="569788" y="1356725"/>
                  </a:lnTo>
                  <a:lnTo>
                    <a:pt x="569768" y="1356713"/>
                  </a:lnTo>
                  <a:lnTo>
                    <a:pt x="569756" y="1356705"/>
                  </a:lnTo>
                  <a:lnTo>
                    <a:pt x="569750" y="1356701"/>
                  </a:lnTo>
                  <a:lnTo>
                    <a:pt x="569742" y="1356693"/>
                  </a:lnTo>
                  <a:lnTo>
                    <a:pt x="569727" y="1356681"/>
                  </a:lnTo>
                  <a:lnTo>
                    <a:pt x="569714" y="1356672"/>
                  </a:lnTo>
                  <a:lnTo>
                    <a:pt x="569701" y="1356665"/>
                  </a:lnTo>
                  <a:lnTo>
                    <a:pt x="569691" y="1356660"/>
                  </a:lnTo>
                  <a:lnTo>
                    <a:pt x="569662" y="1356647"/>
                  </a:lnTo>
                  <a:lnTo>
                    <a:pt x="569649" y="1356641"/>
                  </a:lnTo>
                  <a:lnTo>
                    <a:pt x="569629" y="1356632"/>
                  </a:lnTo>
                  <a:lnTo>
                    <a:pt x="569609" y="1356620"/>
                  </a:lnTo>
                  <a:lnTo>
                    <a:pt x="569590" y="1356607"/>
                  </a:lnTo>
                  <a:lnTo>
                    <a:pt x="569580" y="1356601"/>
                  </a:lnTo>
                  <a:lnTo>
                    <a:pt x="569569" y="1356595"/>
                  </a:lnTo>
                  <a:lnTo>
                    <a:pt x="569546" y="1356587"/>
                  </a:lnTo>
                  <a:lnTo>
                    <a:pt x="569530" y="1356579"/>
                  </a:lnTo>
                  <a:lnTo>
                    <a:pt x="569515" y="1356572"/>
                  </a:lnTo>
                  <a:lnTo>
                    <a:pt x="569500" y="1356564"/>
                  </a:lnTo>
                  <a:lnTo>
                    <a:pt x="569477" y="1356549"/>
                  </a:lnTo>
                  <a:lnTo>
                    <a:pt x="569469" y="1356542"/>
                  </a:lnTo>
                  <a:lnTo>
                    <a:pt x="569455" y="1356532"/>
                  </a:lnTo>
                  <a:lnTo>
                    <a:pt x="569435" y="1356514"/>
                  </a:lnTo>
                  <a:lnTo>
                    <a:pt x="569415" y="1356502"/>
                  </a:lnTo>
                  <a:lnTo>
                    <a:pt x="569401" y="1356492"/>
                  </a:lnTo>
                  <a:lnTo>
                    <a:pt x="569385" y="1356478"/>
                  </a:lnTo>
                  <a:lnTo>
                    <a:pt x="569376" y="1356474"/>
                  </a:lnTo>
                  <a:lnTo>
                    <a:pt x="569364" y="1356468"/>
                  </a:lnTo>
                  <a:lnTo>
                    <a:pt x="569343" y="1356460"/>
                  </a:lnTo>
                  <a:lnTo>
                    <a:pt x="569338" y="1356458"/>
                  </a:lnTo>
                  <a:lnTo>
                    <a:pt x="569322" y="1356454"/>
                  </a:lnTo>
                  <a:lnTo>
                    <a:pt x="569290" y="1356449"/>
                  </a:lnTo>
                  <a:lnTo>
                    <a:pt x="569275" y="1356447"/>
                  </a:lnTo>
                  <a:lnTo>
                    <a:pt x="569260" y="1356446"/>
                  </a:lnTo>
                  <a:lnTo>
                    <a:pt x="569252" y="1356443"/>
                  </a:lnTo>
                  <a:lnTo>
                    <a:pt x="569220" y="1356428"/>
                  </a:lnTo>
                  <a:lnTo>
                    <a:pt x="569197" y="1356417"/>
                  </a:lnTo>
                  <a:lnTo>
                    <a:pt x="569181" y="1356410"/>
                  </a:lnTo>
                  <a:lnTo>
                    <a:pt x="569170" y="1356407"/>
                  </a:lnTo>
                  <a:lnTo>
                    <a:pt x="569160" y="1356400"/>
                  </a:lnTo>
                  <a:lnTo>
                    <a:pt x="569152" y="1356393"/>
                  </a:lnTo>
                  <a:lnTo>
                    <a:pt x="569142" y="1356383"/>
                  </a:lnTo>
                  <a:lnTo>
                    <a:pt x="569131" y="1356376"/>
                  </a:lnTo>
                  <a:lnTo>
                    <a:pt x="569118" y="1356369"/>
                  </a:lnTo>
                  <a:lnTo>
                    <a:pt x="569104" y="1356365"/>
                  </a:lnTo>
                  <a:lnTo>
                    <a:pt x="569089" y="1356358"/>
                  </a:lnTo>
                  <a:lnTo>
                    <a:pt x="569075" y="1356351"/>
                  </a:lnTo>
                  <a:lnTo>
                    <a:pt x="569063" y="1356348"/>
                  </a:lnTo>
                  <a:lnTo>
                    <a:pt x="569055" y="1356347"/>
                  </a:lnTo>
                  <a:lnTo>
                    <a:pt x="569033" y="1356349"/>
                  </a:lnTo>
                  <a:lnTo>
                    <a:pt x="569010" y="1356350"/>
                  </a:lnTo>
                  <a:lnTo>
                    <a:pt x="568991" y="1356350"/>
                  </a:lnTo>
                  <a:lnTo>
                    <a:pt x="568974" y="1356348"/>
                  </a:lnTo>
                  <a:lnTo>
                    <a:pt x="568965" y="1356348"/>
                  </a:lnTo>
                  <a:lnTo>
                    <a:pt x="568956" y="1356347"/>
                  </a:lnTo>
                  <a:lnTo>
                    <a:pt x="568938" y="1356344"/>
                  </a:lnTo>
                  <a:lnTo>
                    <a:pt x="568916" y="1356340"/>
                  </a:lnTo>
                  <a:lnTo>
                    <a:pt x="568903" y="1356338"/>
                  </a:lnTo>
                  <a:lnTo>
                    <a:pt x="568897" y="1356336"/>
                  </a:lnTo>
                  <a:lnTo>
                    <a:pt x="568887" y="1356333"/>
                  </a:lnTo>
                  <a:lnTo>
                    <a:pt x="568870" y="1356331"/>
                  </a:lnTo>
                  <a:lnTo>
                    <a:pt x="568855" y="1356327"/>
                  </a:lnTo>
                  <a:lnTo>
                    <a:pt x="568823" y="1356314"/>
                  </a:lnTo>
                  <a:lnTo>
                    <a:pt x="568812" y="1356309"/>
                  </a:lnTo>
                  <a:lnTo>
                    <a:pt x="568791" y="1356302"/>
                  </a:lnTo>
                  <a:lnTo>
                    <a:pt x="568770" y="1356296"/>
                  </a:lnTo>
                  <a:lnTo>
                    <a:pt x="568759" y="1356294"/>
                  </a:lnTo>
                  <a:lnTo>
                    <a:pt x="568741" y="1356294"/>
                  </a:lnTo>
                  <a:lnTo>
                    <a:pt x="568730" y="1356296"/>
                  </a:lnTo>
                  <a:lnTo>
                    <a:pt x="568721" y="1356298"/>
                  </a:lnTo>
                  <a:lnTo>
                    <a:pt x="568713" y="1356297"/>
                  </a:lnTo>
                  <a:lnTo>
                    <a:pt x="568699" y="1356288"/>
                  </a:lnTo>
                  <a:lnTo>
                    <a:pt x="568681" y="1356274"/>
                  </a:lnTo>
                  <a:lnTo>
                    <a:pt x="568661" y="1356260"/>
                  </a:lnTo>
                  <a:lnTo>
                    <a:pt x="568651" y="1356251"/>
                  </a:lnTo>
                  <a:lnTo>
                    <a:pt x="568642" y="1356245"/>
                  </a:lnTo>
                  <a:lnTo>
                    <a:pt x="568630" y="1356238"/>
                  </a:lnTo>
                  <a:lnTo>
                    <a:pt x="568624" y="1356235"/>
                  </a:lnTo>
                  <a:lnTo>
                    <a:pt x="568617" y="1356232"/>
                  </a:lnTo>
                  <a:lnTo>
                    <a:pt x="568601" y="1356228"/>
                  </a:lnTo>
                  <a:lnTo>
                    <a:pt x="568590" y="1356225"/>
                  </a:lnTo>
                  <a:lnTo>
                    <a:pt x="568562" y="1356219"/>
                  </a:lnTo>
                  <a:lnTo>
                    <a:pt x="568542" y="1356214"/>
                  </a:lnTo>
                  <a:lnTo>
                    <a:pt x="568530" y="1356211"/>
                  </a:lnTo>
                  <a:lnTo>
                    <a:pt x="568522" y="1356209"/>
                  </a:lnTo>
                  <a:lnTo>
                    <a:pt x="568513" y="1356208"/>
                  </a:lnTo>
                  <a:lnTo>
                    <a:pt x="568499" y="1356206"/>
                  </a:lnTo>
                  <a:lnTo>
                    <a:pt x="568477" y="1356204"/>
                  </a:lnTo>
                  <a:lnTo>
                    <a:pt x="568459" y="1356201"/>
                  </a:lnTo>
                  <a:lnTo>
                    <a:pt x="568446" y="1356198"/>
                  </a:lnTo>
                  <a:lnTo>
                    <a:pt x="568434" y="1356195"/>
                  </a:lnTo>
                  <a:lnTo>
                    <a:pt x="568424" y="1356192"/>
                  </a:lnTo>
                  <a:lnTo>
                    <a:pt x="568404" y="1356184"/>
                  </a:lnTo>
                  <a:lnTo>
                    <a:pt x="568389" y="1356178"/>
                  </a:lnTo>
                  <a:lnTo>
                    <a:pt x="568382" y="1356176"/>
                  </a:lnTo>
                  <a:lnTo>
                    <a:pt x="568371" y="1356174"/>
                  </a:lnTo>
                  <a:lnTo>
                    <a:pt x="568353" y="1356173"/>
                  </a:lnTo>
                  <a:lnTo>
                    <a:pt x="568331" y="1356172"/>
                  </a:lnTo>
                  <a:lnTo>
                    <a:pt x="568320" y="1356174"/>
                  </a:lnTo>
                  <a:lnTo>
                    <a:pt x="568315" y="1356175"/>
                  </a:lnTo>
                  <a:lnTo>
                    <a:pt x="568309" y="1356178"/>
                  </a:lnTo>
                  <a:lnTo>
                    <a:pt x="568291" y="1356188"/>
                  </a:lnTo>
                  <a:lnTo>
                    <a:pt x="568273" y="1356199"/>
                  </a:lnTo>
                  <a:lnTo>
                    <a:pt x="568256" y="1356210"/>
                  </a:lnTo>
                  <a:lnTo>
                    <a:pt x="568239" y="1356219"/>
                  </a:lnTo>
                  <a:lnTo>
                    <a:pt x="568229" y="1356224"/>
                  </a:lnTo>
                  <a:lnTo>
                    <a:pt x="568212" y="1356232"/>
                  </a:lnTo>
                  <a:lnTo>
                    <a:pt x="568204" y="1356234"/>
                  </a:lnTo>
                  <a:lnTo>
                    <a:pt x="568195" y="1356235"/>
                  </a:lnTo>
                  <a:lnTo>
                    <a:pt x="568187" y="1356236"/>
                  </a:lnTo>
                  <a:lnTo>
                    <a:pt x="568176" y="1356236"/>
                  </a:lnTo>
                  <a:lnTo>
                    <a:pt x="568163" y="1356238"/>
                  </a:lnTo>
                  <a:lnTo>
                    <a:pt x="568154" y="1356240"/>
                  </a:lnTo>
                  <a:lnTo>
                    <a:pt x="568142" y="1356243"/>
                  </a:lnTo>
                  <a:lnTo>
                    <a:pt x="568129" y="1356246"/>
                  </a:lnTo>
                  <a:lnTo>
                    <a:pt x="568118" y="1356247"/>
                  </a:lnTo>
                  <a:lnTo>
                    <a:pt x="568100" y="1356249"/>
                  </a:lnTo>
                  <a:lnTo>
                    <a:pt x="568077" y="1356251"/>
                  </a:lnTo>
                  <a:lnTo>
                    <a:pt x="568051" y="1356253"/>
                  </a:lnTo>
                  <a:lnTo>
                    <a:pt x="568033" y="1356253"/>
                  </a:lnTo>
                  <a:lnTo>
                    <a:pt x="568018" y="1356253"/>
                  </a:lnTo>
                  <a:lnTo>
                    <a:pt x="568006" y="1356253"/>
                  </a:lnTo>
                  <a:lnTo>
                    <a:pt x="567989" y="1356253"/>
                  </a:lnTo>
                  <a:lnTo>
                    <a:pt x="567982" y="1356254"/>
                  </a:lnTo>
                  <a:lnTo>
                    <a:pt x="567976" y="1356254"/>
                  </a:lnTo>
                  <a:lnTo>
                    <a:pt x="567958" y="1356257"/>
                  </a:lnTo>
                  <a:lnTo>
                    <a:pt x="567945" y="1356259"/>
                  </a:lnTo>
                  <a:lnTo>
                    <a:pt x="567917" y="1356265"/>
                  </a:lnTo>
                  <a:lnTo>
                    <a:pt x="567905" y="1356268"/>
                  </a:lnTo>
                  <a:lnTo>
                    <a:pt x="567887" y="1356273"/>
                  </a:lnTo>
                  <a:lnTo>
                    <a:pt x="567870" y="1356279"/>
                  </a:lnTo>
                  <a:lnTo>
                    <a:pt x="567835" y="1356291"/>
                  </a:lnTo>
                  <a:lnTo>
                    <a:pt x="567828" y="1356294"/>
                  </a:lnTo>
                  <a:lnTo>
                    <a:pt x="567806" y="1356304"/>
                  </a:lnTo>
                  <a:lnTo>
                    <a:pt x="567799" y="1356307"/>
                  </a:lnTo>
                  <a:lnTo>
                    <a:pt x="567781" y="1356313"/>
                  </a:lnTo>
                  <a:lnTo>
                    <a:pt x="567767" y="1356319"/>
                  </a:lnTo>
                  <a:lnTo>
                    <a:pt x="567758" y="1356322"/>
                  </a:lnTo>
                  <a:lnTo>
                    <a:pt x="567752" y="1356324"/>
                  </a:lnTo>
                  <a:lnTo>
                    <a:pt x="567747" y="1356324"/>
                  </a:lnTo>
                  <a:lnTo>
                    <a:pt x="567733" y="1356321"/>
                  </a:lnTo>
                  <a:lnTo>
                    <a:pt x="567724" y="1356319"/>
                  </a:lnTo>
                  <a:lnTo>
                    <a:pt x="567716" y="1356317"/>
                  </a:lnTo>
                  <a:lnTo>
                    <a:pt x="567711" y="1356317"/>
                  </a:lnTo>
                  <a:lnTo>
                    <a:pt x="567705" y="1356318"/>
                  </a:lnTo>
                  <a:lnTo>
                    <a:pt x="567692" y="1356319"/>
                  </a:lnTo>
                  <a:lnTo>
                    <a:pt x="567680" y="1356320"/>
                  </a:lnTo>
                  <a:lnTo>
                    <a:pt x="567668" y="1356321"/>
                  </a:lnTo>
                  <a:lnTo>
                    <a:pt x="567658" y="1356322"/>
                  </a:lnTo>
                  <a:lnTo>
                    <a:pt x="567651" y="1356326"/>
                  </a:lnTo>
                  <a:lnTo>
                    <a:pt x="567644" y="1356329"/>
                  </a:lnTo>
                  <a:lnTo>
                    <a:pt x="567637" y="1356331"/>
                  </a:lnTo>
                  <a:lnTo>
                    <a:pt x="567626" y="1356329"/>
                  </a:lnTo>
                  <a:lnTo>
                    <a:pt x="567619" y="1356327"/>
                  </a:lnTo>
                  <a:lnTo>
                    <a:pt x="567612" y="1356326"/>
                  </a:lnTo>
                  <a:lnTo>
                    <a:pt x="567606" y="1356324"/>
                  </a:lnTo>
                  <a:lnTo>
                    <a:pt x="567593" y="1356321"/>
                  </a:lnTo>
                  <a:lnTo>
                    <a:pt x="567584" y="1356318"/>
                  </a:lnTo>
                  <a:lnTo>
                    <a:pt x="567577" y="1356313"/>
                  </a:lnTo>
                  <a:lnTo>
                    <a:pt x="567567" y="1356304"/>
                  </a:lnTo>
                  <a:lnTo>
                    <a:pt x="567561" y="1356300"/>
                  </a:lnTo>
                  <a:lnTo>
                    <a:pt x="567554" y="1356293"/>
                  </a:lnTo>
                  <a:lnTo>
                    <a:pt x="567545" y="1356286"/>
                  </a:lnTo>
                  <a:lnTo>
                    <a:pt x="567539" y="1356282"/>
                  </a:lnTo>
                  <a:lnTo>
                    <a:pt x="567533" y="1356277"/>
                  </a:lnTo>
                  <a:lnTo>
                    <a:pt x="567524" y="1356271"/>
                  </a:lnTo>
                  <a:lnTo>
                    <a:pt x="567516" y="1356263"/>
                  </a:lnTo>
                  <a:lnTo>
                    <a:pt x="567510" y="1356255"/>
                  </a:lnTo>
                  <a:lnTo>
                    <a:pt x="567503" y="1356249"/>
                  </a:lnTo>
                  <a:lnTo>
                    <a:pt x="567499" y="1356245"/>
                  </a:lnTo>
                  <a:lnTo>
                    <a:pt x="567492" y="1356240"/>
                  </a:lnTo>
                  <a:lnTo>
                    <a:pt x="567481" y="1356232"/>
                  </a:lnTo>
                  <a:lnTo>
                    <a:pt x="567476" y="1356229"/>
                  </a:lnTo>
                  <a:lnTo>
                    <a:pt x="567471" y="1356227"/>
                  </a:lnTo>
                  <a:lnTo>
                    <a:pt x="567464" y="1356224"/>
                  </a:lnTo>
                  <a:lnTo>
                    <a:pt x="567451" y="1356219"/>
                  </a:lnTo>
                  <a:lnTo>
                    <a:pt x="567445" y="1356217"/>
                  </a:lnTo>
                  <a:lnTo>
                    <a:pt x="567437" y="1356216"/>
                  </a:lnTo>
                  <a:lnTo>
                    <a:pt x="567429" y="1356215"/>
                  </a:lnTo>
                  <a:lnTo>
                    <a:pt x="567421" y="1356215"/>
                  </a:lnTo>
                  <a:lnTo>
                    <a:pt x="567412" y="1356215"/>
                  </a:lnTo>
                  <a:lnTo>
                    <a:pt x="567395" y="1356216"/>
                  </a:lnTo>
                  <a:lnTo>
                    <a:pt x="567388" y="1356217"/>
                  </a:lnTo>
                  <a:lnTo>
                    <a:pt x="567381" y="1356218"/>
                  </a:lnTo>
                  <a:lnTo>
                    <a:pt x="567375" y="1356220"/>
                  </a:lnTo>
                  <a:lnTo>
                    <a:pt x="567365" y="1356224"/>
                  </a:lnTo>
                  <a:lnTo>
                    <a:pt x="567359" y="1356225"/>
                  </a:lnTo>
                  <a:lnTo>
                    <a:pt x="567353" y="1356226"/>
                  </a:lnTo>
                  <a:lnTo>
                    <a:pt x="567347" y="1356227"/>
                  </a:lnTo>
                  <a:lnTo>
                    <a:pt x="567340" y="1356227"/>
                  </a:lnTo>
                  <a:lnTo>
                    <a:pt x="567326" y="1356227"/>
                  </a:lnTo>
                  <a:lnTo>
                    <a:pt x="567313" y="1356225"/>
                  </a:lnTo>
                  <a:lnTo>
                    <a:pt x="567306" y="1356224"/>
                  </a:lnTo>
                  <a:lnTo>
                    <a:pt x="567292" y="1356221"/>
                  </a:lnTo>
                  <a:lnTo>
                    <a:pt x="567285" y="1356219"/>
                  </a:lnTo>
                  <a:lnTo>
                    <a:pt x="567274" y="1356215"/>
                  </a:lnTo>
                  <a:lnTo>
                    <a:pt x="567259" y="1356210"/>
                  </a:lnTo>
                  <a:lnTo>
                    <a:pt x="567253" y="1356210"/>
                  </a:lnTo>
                  <a:lnTo>
                    <a:pt x="567248" y="1356210"/>
                  </a:lnTo>
                  <a:lnTo>
                    <a:pt x="567242" y="1356211"/>
                  </a:lnTo>
                  <a:lnTo>
                    <a:pt x="567237" y="1356212"/>
                  </a:lnTo>
                  <a:lnTo>
                    <a:pt x="567225" y="1356215"/>
                  </a:lnTo>
                  <a:lnTo>
                    <a:pt x="567219" y="1356217"/>
                  </a:lnTo>
                  <a:lnTo>
                    <a:pt x="567212" y="1356218"/>
                  </a:lnTo>
                  <a:lnTo>
                    <a:pt x="567204" y="1356219"/>
                  </a:lnTo>
                  <a:lnTo>
                    <a:pt x="567195" y="1356219"/>
                  </a:lnTo>
                  <a:lnTo>
                    <a:pt x="567176" y="1356220"/>
                  </a:lnTo>
                  <a:lnTo>
                    <a:pt x="567167" y="1356220"/>
                  </a:lnTo>
                  <a:lnTo>
                    <a:pt x="567157" y="1356220"/>
                  </a:lnTo>
                  <a:lnTo>
                    <a:pt x="567148" y="1356220"/>
                  </a:lnTo>
                  <a:lnTo>
                    <a:pt x="567130" y="1356219"/>
                  </a:lnTo>
                  <a:lnTo>
                    <a:pt x="567111" y="1356217"/>
                  </a:lnTo>
                  <a:lnTo>
                    <a:pt x="567101" y="1356217"/>
                  </a:lnTo>
                  <a:lnTo>
                    <a:pt x="567092" y="1356217"/>
                  </a:lnTo>
                  <a:lnTo>
                    <a:pt x="567084" y="1356215"/>
                  </a:lnTo>
                  <a:lnTo>
                    <a:pt x="567046" y="1356205"/>
                  </a:lnTo>
                  <a:lnTo>
                    <a:pt x="567033" y="1356202"/>
                  </a:lnTo>
                  <a:lnTo>
                    <a:pt x="567024" y="1356200"/>
                  </a:lnTo>
                  <a:lnTo>
                    <a:pt x="567005" y="1356197"/>
                  </a:lnTo>
                  <a:lnTo>
                    <a:pt x="566997" y="1356196"/>
                  </a:lnTo>
                  <a:lnTo>
                    <a:pt x="566988" y="1356193"/>
                  </a:lnTo>
                  <a:lnTo>
                    <a:pt x="566932" y="1356183"/>
                  </a:lnTo>
                  <a:lnTo>
                    <a:pt x="566890" y="1356177"/>
                  </a:lnTo>
                  <a:lnTo>
                    <a:pt x="566885" y="1356176"/>
                  </a:lnTo>
                  <a:lnTo>
                    <a:pt x="566879" y="1356176"/>
                  </a:lnTo>
                  <a:lnTo>
                    <a:pt x="566868" y="1356176"/>
                  </a:lnTo>
                  <a:lnTo>
                    <a:pt x="566857" y="1356176"/>
                  </a:lnTo>
                  <a:lnTo>
                    <a:pt x="566848" y="1356175"/>
                  </a:lnTo>
                  <a:lnTo>
                    <a:pt x="566841" y="1356175"/>
                  </a:lnTo>
                  <a:lnTo>
                    <a:pt x="566829" y="1356173"/>
                  </a:lnTo>
                  <a:lnTo>
                    <a:pt x="566818" y="1356171"/>
                  </a:lnTo>
                  <a:lnTo>
                    <a:pt x="566809" y="1356169"/>
                  </a:lnTo>
                  <a:lnTo>
                    <a:pt x="566796" y="1356164"/>
                  </a:lnTo>
                  <a:lnTo>
                    <a:pt x="566789" y="1356158"/>
                  </a:lnTo>
                  <a:lnTo>
                    <a:pt x="566783" y="1356153"/>
                  </a:lnTo>
                  <a:lnTo>
                    <a:pt x="566774" y="1356147"/>
                  </a:lnTo>
                  <a:lnTo>
                    <a:pt x="566763" y="1356143"/>
                  </a:lnTo>
                  <a:lnTo>
                    <a:pt x="566756" y="1356142"/>
                  </a:lnTo>
                  <a:lnTo>
                    <a:pt x="566741" y="1356141"/>
                  </a:lnTo>
                  <a:lnTo>
                    <a:pt x="566730" y="1356140"/>
                  </a:lnTo>
                  <a:lnTo>
                    <a:pt x="566724" y="1356139"/>
                  </a:lnTo>
                  <a:lnTo>
                    <a:pt x="566711" y="1356137"/>
                  </a:lnTo>
                  <a:lnTo>
                    <a:pt x="566703" y="1356136"/>
                  </a:lnTo>
                  <a:lnTo>
                    <a:pt x="566678" y="1356129"/>
                  </a:lnTo>
                  <a:lnTo>
                    <a:pt x="566664" y="1356125"/>
                  </a:lnTo>
                  <a:lnTo>
                    <a:pt x="566652" y="1356120"/>
                  </a:lnTo>
                  <a:lnTo>
                    <a:pt x="566645" y="1356117"/>
                  </a:lnTo>
                  <a:lnTo>
                    <a:pt x="566640" y="1356114"/>
                  </a:lnTo>
                  <a:lnTo>
                    <a:pt x="566634" y="1356110"/>
                  </a:lnTo>
                  <a:lnTo>
                    <a:pt x="566627" y="1356102"/>
                  </a:lnTo>
                  <a:lnTo>
                    <a:pt x="566619" y="1356094"/>
                  </a:lnTo>
                  <a:lnTo>
                    <a:pt x="566613" y="1356087"/>
                  </a:lnTo>
                  <a:lnTo>
                    <a:pt x="566573" y="1356073"/>
                  </a:lnTo>
                  <a:lnTo>
                    <a:pt x="566564" y="1356070"/>
                  </a:lnTo>
                  <a:lnTo>
                    <a:pt x="566558" y="1356069"/>
                  </a:lnTo>
                  <a:lnTo>
                    <a:pt x="566550" y="1356068"/>
                  </a:lnTo>
                  <a:lnTo>
                    <a:pt x="566544" y="1356068"/>
                  </a:lnTo>
                  <a:lnTo>
                    <a:pt x="566537" y="1356068"/>
                  </a:lnTo>
                  <a:lnTo>
                    <a:pt x="566529" y="1356066"/>
                  </a:lnTo>
                  <a:lnTo>
                    <a:pt x="566521" y="1356063"/>
                  </a:lnTo>
                  <a:lnTo>
                    <a:pt x="566513" y="1356062"/>
                  </a:lnTo>
                  <a:lnTo>
                    <a:pt x="566508" y="1356062"/>
                  </a:lnTo>
                  <a:lnTo>
                    <a:pt x="566481" y="1356061"/>
                  </a:lnTo>
                  <a:lnTo>
                    <a:pt x="566458" y="1356059"/>
                  </a:lnTo>
                  <a:lnTo>
                    <a:pt x="566432" y="1356056"/>
                  </a:lnTo>
                  <a:lnTo>
                    <a:pt x="566417" y="1356050"/>
                  </a:lnTo>
                  <a:lnTo>
                    <a:pt x="566403" y="1356041"/>
                  </a:lnTo>
                  <a:lnTo>
                    <a:pt x="566398" y="1356038"/>
                  </a:lnTo>
                  <a:lnTo>
                    <a:pt x="566392" y="1356034"/>
                  </a:lnTo>
                  <a:lnTo>
                    <a:pt x="566386" y="1356031"/>
                  </a:lnTo>
                  <a:lnTo>
                    <a:pt x="566380" y="1356029"/>
                  </a:lnTo>
                  <a:lnTo>
                    <a:pt x="566332" y="1356018"/>
                  </a:lnTo>
                  <a:lnTo>
                    <a:pt x="566325" y="1356016"/>
                  </a:lnTo>
                  <a:lnTo>
                    <a:pt x="566313" y="1356015"/>
                  </a:lnTo>
                  <a:lnTo>
                    <a:pt x="566306" y="1356015"/>
                  </a:lnTo>
                  <a:lnTo>
                    <a:pt x="566297" y="1356016"/>
                  </a:lnTo>
                  <a:lnTo>
                    <a:pt x="566271" y="1356017"/>
                  </a:lnTo>
                  <a:lnTo>
                    <a:pt x="566247" y="1356017"/>
                  </a:lnTo>
                  <a:lnTo>
                    <a:pt x="566224" y="1356019"/>
                  </a:lnTo>
                  <a:lnTo>
                    <a:pt x="566206" y="1356023"/>
                  </a:lnTo>
                  <a:lnTo>
                    <a:pt x="566187" y="1356030"/>
                  </a:lnTo>
                  <a:lnTo>
                    <a:pt x="566169" y="1356035"/>
                  </a:lnTo>
                  <a:lnTo>
                    <a:pt x="566155" y="1356039"/>
                  </a:lnTo>
                  <a:lnTo>
                    <a:pt x="566137" y="1356041"/>
                  </a:lnTo>
                  <a:lnTo>
                    <a:pt x="566117" y="1356042"/>
                  </a:lnTo>
                  <a:lnTo>
                    <a:pt x="566109" y="1356043"/>
                  </a:lnTo>
                  <a:lnTo>
                    <a:pt x="566093" y="1356045"/>
                  </a:lnTo>
                  <a:lnTo>
                    <a:pt x="566080" y="1356046"/>
                  </a:lnTo>
                  <a:lnTo>
                    <a:pt x="566062" y="1356047"/>
                  </a:lnTo>
                  <a:lnTo>
                    <a:pt x="566054" y="1356048"/>
                  </a:lnTo>
                  <a:lnTo>
                    <a:pt x="566048" y="1356050"/>
                  </a:lnTo>
                  <a:lnTo>
                    <a:pt x="566037" y="1356054"/>
                  </a:lnTo>
                  <a:lnTo>
                    <a:pt x="566031" y="1356060"/>
                  </a:lnTo>
                  <a:lnTo>
                    <a:pt x="566023" y="1356067"/>
                  </a:lnTo>
                  <a:lnTo>
                    <a:pt x="566013" y="1356075"/>
                  </a:lnTo>
                  <a:lnTo>
                    <a:pt x="565999" y="1356080"/>
                  </a:lnTo>
                  <a:lnTo>
                    <a:pt x="565985" y="1356085"/>
                  </a:lnTo>
                  <a:lnTo>
                    <a:pt x="565966" y="1356088"/>
                  </a:lnTo>
                  <a:lnTo>
                    <a:pt x="565952" y="1356090"/>
                  </a:lnTo>
                  <a:lnTo>
                    <a:pt x="565941" y="1356091"/>
                  </a:lnTo>
                  <a:lnTo>
                    <a:pt x="565913" y="1356094"/>
                  </a:lnTo>
                  <a:lnTo>
                    <a:pt x="565905" y="1356096"/>
                  </a:lnTo>
                  <a:lnTo>
                    <a:pt x="565895" y="1356098"/>
                  </a:lnTo>
                  <a:lnTo>
                    <a:pt x="565888" y="1356099"/>
                  </a:lnTo>
                  <a:lnTo>
                    <a:pt x="565870" y="1356099"/>
                  </a:lnTo>
                  <a:lnTo>
                    <a:pt x="565861" y="1356100"/>
                  </a:lnTo>
                  <a:lnTo>
                    <a:pt x="565846" y="1356104"/>
                  </a:lnTo>
                  <a:lnTo>
                    <a:pt x="565832" y="1356107"/>
                  </a:lnTo>
                  <a:lnTo>
                    <a:pt x="565824" y="1356108"/>
                  </a:lnTo>
                  <a:lnTo>
                    <a:pt x="565802" y="1356110"/>
                  </a:lnTo>
                  <a:lnTo>
                    <a:pt x="565791" y="1356111"/>
                  </a:lnTo>
                  <a:lnTo>
                    <a:pt x="565782" y="1356111"/>
                  </a:lnTo>
                  <a:lnTo>
                    <a:pt x="565767" y="1356111"/>
                  </a:lnTo>
                  <a:lnTo>
                    <a:pt x="565754" y="1356110"/>
                  </a:lnTo>
                  <a:lnTo>
                    <a:pt x="565741" y="1356108"/>
                  </a:lnTo>
                  <a:lnTo>
                    <a:pt x="565721" y="1356103"/>
                  </a:lnTo>
                  <a:lnTo>
                    <a:pt x="565702" y="1356098"/>
                  </a:lnTo>
                  <a:lnTo>
                    <a:pt x="565694" y="1356094"/>
                  </a:lnTo>
                  <a:lnTo>
                    <a:pt x="565683" y="1356092"/>
                  </a:lnTo>
                  <a:lnTo>
                    <a:pt x="565662" y="1356090"/>
                  </a:lnTo>
                  <a:lnTo>
                    <a:pt x="565657" y="1356089"/>
                  </a:lnTo>
                  <a:lnTo>
                    <a:pt x="565644" y="1356089"/>
                  </a:lnTo>
                  <a:lnTo>
                    <a:pt x="565631" y="1356089"/>
                  </a:lnTo>
                  <a:lnTo>
                    <a:pt x="565610" y="1356090"/>
                  </a:lnTo>
                  <a:lnTo>
                    <a:pt x="565576" y="1356090"/>
                  </a:lnTo>
                  <a:lnTo>
                    <a:pt x="565566" y="1356091"/>
                  </a:lnTo>
                  <a:lnTo>
                    <a:pt x="565552" y="1356092"/>
                  </a:lnTo>
                  <a:lnTo>
                    <a:pt x="565539" y="1356092"/>
                  </a:lnTo>
                  <a:lnTo>
                    <a:pt x="565494" y="1356092"/>
                  </a:lnTo>
                  <a:lnTo>
                    <a:pt x="565488" y="1356092"/>
                  </a:lnTo>
                  <a:lnTo>
                    <a:pt x="565483" y="1356093"/>
                  </a:lnTo>
                  <a:lnTo>
                    <a:pt x="565473" y="1356094"/>
                  </a:lnTo>
                  <a:lnTo>
                    <a:pt x="565455" y="1356095"/>
                  </a:lnTo>
                  <a:lnTo>
                    <a:pt x="565440" y="1356098"/>
                  </a:lnTo>
                  <a:lnTo>
                    <a:pt x="565436" y="1356100"/>
                  </a:lnTo>
                  <a:lnTo>
                    <a:pt x="565428" y="1356103"/>
                  </a:lnTo>
                  <a:lnTo>
                    <a:pt x="565421" y="1356106"/>
                  </a:lnTo>
                  <a:lnTo>
                    <a:pt x="565416" y="1356107"/>
                  </a:lnTo>
                  <a:lnTo>
                    <a:pt x="565402" y="1356103"/>
                  </a:lnTo>
                  <a:lnTo>
                    <a:pt x="565392" y="1356101"/>
                  </a:lnTo>
                  <a:lnTo>
                    <a:pt x="565387" y="1356099"/>
                  </a:lnTo>
                  <a:lnTo>
                    <a:pt x="565382" y="1356097"/>
                  </a:lnTo>
                  <a:lnTo>
                    <a:pt x="565372" y="1356095"/>
                  </a:lnTo>
                  <a:lnTo>
                    <a:pt x="565364" y="1356095"/>
                  </a:lnTo>
                  <a:lnTo>
                    <a:pt x="565359" y="1356097"/>
                  </a:lnTo>
                  <a:lnTo>
                    <a:pt x="565354" y="1356098"/>
                  </a:lnTo>
                  <a:lnTo>
                    <a:pt x="565345" y="1356101"/>
                  </a:lnTo>
                  <a:lnTo>
                    <a:pt x="565327" y="1356102"/>
                  </a:lnTo>
                  <a:lnTo>
                    <a:pt x="565283" y="1356105"/>
                  </a:lnTo>
                  <a:lnTo>
                    <a:pt x="565272" y="1356106"/>
                  </a:lnTo>
                  <a:lnTo>
                    <a:pt x="565254" y="1356114"/>
                  </a:lnTo>
                  <a:lnTo>
                    <a:pt x="565249" y="1356115"/>
                  </a:lnTo>
                  <a:lnTo>
                    <a:pt x="565240" y="1356118"/>
                  </a:lnTo>
                  <a:lnTo>
                    <a:pt x="565222" y="1356125"/>
                  </a:lnTo>
                  <a:lnTo>
                    <a:pt x="565209" y="1356131"/>
                  </a:lnTo>
                  <a:lnTo>
                    <a:pt x="565202" y="1356134"/>
                  </a:lnTo>
                  <a:lnTo>
                    <a:pt x="565190" y="1356141"/>
                  </a:lnTo>
                  <a:lnTo>
                    <a:pt x="565177" y="1356147"/>
                  </a:lnTo>
                  <a:lnTo>
                    <a:pt x="565158" y="1356158"/>
                  </a:lnTo>
                  <a:lnTo>
                    <a:pt x="565148" y="1356164"/>
                  </a:lnTo>
                  <a:lnTo>
                    <a:pt x="565140" y="1356169"/>
                  </a:lnTo>
                  <a:lnTo>
                    <a:pt x="565130" y="1356176"/>
                  </a:lnTo>
                  <a:lnTo>
                    <a:pt x="565125" y="1356180"/>
                  </a:lnTo>
                  <a:lnTo>
                    <a:pt x="565120" y="1356182"/>
                  </a:lnTo>
                  <a:lnTo>
                    <a:pt x="565107" y="1356188"/>
                  </a:lnTo>
                  <a:lnTo>
                    <a:pt x="565102" y="1356191"/>
                  </a:lnTo>
                  <a:lnTo>
                    <a:pt x="565097" y="1356195"/>
                  </a:lnTo>
                  <a:lnTo>
                    <a:pt x="565092" y="1356200"/>
                  </a:lnTo>
                  <a:lnTo>
                    <a:pt x="565085" y="1356209"/>
                  </a:lnTo>
                  <a:lnTo>
                    <a:pt x="565080" y="1356217"/>
                  </a:lnTo>
                  <a:lnTo>
                    <a:pt x="565070" y="1356234"/>
                  </a:lnTo>
                  <a:lnTo>
                    <a:pt x="565061" y="1356246"/>
                  </a:lnTo>
                  <a:lnTo>
                    <a:pt x="565050" y="1356258"/>
                  </a:lnTo>
                  <a:lnTo>
                    <a:pt x="565040" y="1356268"/>
                  </a:lnTo>
                  <a:lnTo>
                    <a:pt x="565033" y="1356275"/>
                  </a:lnTo>
                  <a:lnTo>
                    <a:pt x="565019" y="1356285"/>
                  </a:lnTo>
                  <a:lnTo>
                    <a:pt x="565007" y="1356295"/>
                  </a:lnTo>
                  <a:lnTo>
                    <a:pt x="564996" y="1356304"/>
                  </a:lnTo>
                  <a:lnTo>
                    <a:pt x="564986" y="1356310"/>
                  </a:lnTo>
                  <a:lnTo>
                    <a:pt x="564980" y="1356313"/>
                  </a:lnTo>
                  <a:lnTo>
                    <a:pt x="564976" y="1356316"/>
                  </a:lnTo>
                  <a:lnTo>
                    <a:pt x="564972" y="1356319"/>
                  </a:lnTo>
                  <a:lnTo>
                    <a:pt x="564968" y="1356324"/>
                  </a:lnTo>
                  <a:lnTo>
                    <a:pt x="564964" y="1356328"/>
                  </a:lnTo>
                  <a:lnTo>
                    <a:pt x="564957" y="1356335"/>
                  </a:lnTo>
                  <a:lnTo>
                    <a:pt x="564952" y="1356339"/>
                  </a:lnTo>
                  <a:lnTo>
                    <a:pt x="564944" y="1356342"/>
                  </a:lnTo>
                  <a:lnTo>
                    <a:pt x="564932" y="1356348"/>
                  </a:lnTo>
                  <a:lnTo>
                    <a:pt x="564923" y="1356352"/>
                  </a:lnTo>
                  <a:lnTo>
                    <a:pt x="564909" y="1356357"/>
                  </a:lnTo>
                  <a:lnTo>
                    <a:pt x="564902" y="1356360"/>
                  </a:lnTo>
                  <a:lnTo>
                    <a:pt x="564892" y="1356366"/>
                  </a:lnTo>
                  <a:lnTo>
                    <a:pt x="564881" y="1356371"/>
                  </a:lnTo>
                  <a:lnTo>
                    <a:pt x="564873" y="1356373"/>
                  </a:lnTo>
                  <a:lnTo>
                    <a:pt x="564862" y="1356374"/>
                  </a:lnTo>
                  <a:lnTo>
                    <a:pt x="564854" y="1356374"/>
                  </a:lnTo>
                  <a:lnTo>
                    <a:pt x="564844" y="1356374"/>
                  </a:lnTo>
                  <a:lnTo>
                    <a:pt x="564832" y="1356372"/>
                  </a:lnTo>
                  <a:lnTo>
                    <a:pt x="564820" y="1356369"/>
                  </a:lnTo>
                  <a:lnTo>
                    <a:pt x="564813" y="1356368"/>
                  </a:lnTo>
                  <a:lnTo>
                    <a:pt x="564802" y="1356365"/>
                  </a:lnTo>
                  <a:lnTo>
                    <a:pt x="564788" y="1356362"/>
                  </a:lnTo>
                  <a:lnTo>
                    <a:pt x="564775" y="1356360"/>
                  </a:lnTo>
                  <a:lnTo>
                    <a:pt x="564752" y="1356359"/>
                  </a:lnTo>
                  <a:lnTo>
                    <a:pt x="564737" y="1356358"/>
                  </a:lnTo>
                  <a:lnTo>
                    <a:pt x="564721" y="1356357"/>
                  </a:lnTo>
                  <a:lnTo>
                    <a:pt x="564710" y="1356358"/>
                  </a:lnTo>
                  <a:lnTo>
                    <a:pt x="564686" y="1356360"/>
                  </a:lnTo>
                  <a:lnTo>
                    <a:pt x="564655" y="1356366"/>
                  </a:lnTo>
                  <a:lnTo>
                    <a:pt x="564627" y="1356372"/>
                  </a:lnTo>
                  <a:lnTo>
                    <a:pt x="564610" y="1356377"/>
                  </a:lnTo>
                  <a:lnTo>
                    <a:pt x="564594" y="1356382"/>
                  </a:lnTo>
                  <a:lnTo>
                    <a:pt x="564580" y="1356387"/>
                  </a:lnTo>
                  <a:lnTo>
                    <a:pt x="564562" y="1356392"/>
                  </a:lnTo>
                  <a:lnTo>
                    <a:pt x="564542" y="1356396"/>
                  </a:lnTo>
                  <a:lnTo>
                    <a:pt x="564528" y="1356400"/>
                  </a:lnTo>
                  <a:lnTo>
                    <a:pt x="564518" y="1356403"/>
                  </a:lnTo>
                  <a:lnTo>
                    <a:pt x="564511" y="1356406"/>
                  </a:lnTo>
                  <a:lnTo>
                    <a:pt x="564501" y="1356411"/>
                  </a:lnTo>
                  <a:lnTo>
                    <a:pt x="564492" y="1356417"/>
                  </a:lnTo>
                  <a:lnTo>
                    <a:pt x="564481" y="1356424"/>
                  </a:lnTo>
                  <a:lnTo>
                    <a:pt x="564471" y="1356429"/>
                  </a:lnTo>
                  <a:lnTo>
                    <a:pt x="564465" y="1356432"/>
                  </a:lnTo>
                  <a:lnTo>
                    <a:pt x="564456" y="1356437"/>
                  </a:lnTo>
                  <a:lnTo>
                    <a:pt x="564449" y="1356444"/>
                  </a:lnTo>
                  <a:lnTo>
                    <a:pt x="564435" y="1356455"/>
                  </a:lnTo>
                  <a:lnTo>
                    <a:pt x="564425" y="1356463"/>
                  </a:lnTo>
                  <a:lnTo>
                    <a:pt x="564416" y="1356469"/>
                  </a:lnTo>
                  <a:lnTo>
                    <a:pt x="564407" y="1356474"/>
                  </a:lnTo>
                  <a:lnTo>
                    <a:pt x="564398" y="1356478"/>
                  </a:lnTo>
                  <a:lnTo>
                    <a:pt x="564388" y="1356482"/>
                  </a:lnTo>
                  <a:lnTo>
                    <a:pt x="564378" y="1356487"/>
                  </a:lnTo>
                  <a:lnTo>
                    <a:pt x="564366" y="1356494"/>
                  </a:lnTo>
                  <a:lnTo>
                    <a:pt x="564349" y="1356507"/>
                  </a:lnTo>
                  <a:lnTo>
                    <a:pt x="564331" y="1356519"/>
                  </a:lnTo>
                  <a:lnTo>
                    <a:pt x="564323" y="1356523"/>
                  </a:lnTo>
                  <a:lnTo>
                    <a:pt x="564312" y="1356529"/>
                  </a:lnTo>
                  <a:lnTo>
                    <a:pt x="564302" y="1356532"/>
                  </a:lnTo>
                  <a:lnTo>
                    <a:pt x="564290" y="1356535"/>
                  </a:lnTo>
                  <a:lnTo>
                    <a:pt x="564279" y="1356536"/>
                  </a:lnTo>
                  <a:lnTo>
                    <a:pt x="564273" y="1356535"/>
                  </a:lnTo>
                  <a:lnTo>
                    <a:pt x="564237" y="1356525"/>
                  </a:lnTo>
                  <a:lnTo>
                    <a:pt x="564232" y="1356524"/>
                  </a:lnTo>
                  <a:lnTo>
                    <a:pt x="564226" y="1356523"/>
                  </a:lnTo>
                  <a:lnTo>
                    <a:pt x="564220" y="1356523"/>
                  </a:lnTo>
                  <a:lnTo>
                    <a:pt x="564212" y="1356523"/>
                  </a:lnTo>
                  <a:lnTo>
                    <a:pt x="564203" y="1356525"/>
                  </a:lnTo>
                  <a:lnTo>
                    <a:pt x="564198" y="1356527"/>
                  </a:lnTo>
                  <a:lnTo>
                    <a:pt x="564190" y="1356532"/>
                  </a:lnTo>
                  <a:lnTo>
                    <a:pt x="564184" y="1356538"/>
                  </a:lnTo>
                  <a:lnTo>
                    <a:pt x="564178" y="1356544"/>
                  </a:lnTo>
                  <a:lnTo>
                    <a:pt x="564171" y="1356553"/>
                  </a:lnTo>
                  <a:lnTo>
                    <a:pt x="564160" y="1356568"/>
                  </a:lnTo>
                  <a:lnTo>
                    <a:pt x="564150" y="1356581"/>
                  </a:lnTo>
                  <a:lnTo>
                    <a:pt x="564145" y="1356588"/>
                  </a:lnTo>
                  <a:lnTo>
                    <a:pt x="564138" y="1356598"/>
                  </a:lnTo>
                  <a:lnTo>
                    <a:pt x="564129" y="1356613"/>
                  </a:lnTo>
                  <a:lnTo>
                    <a:pt x="564123" y="1356621"/>
                  </a:lnTo>
                  <a:lnTo>
                    <a:pt x="564118" y="1356626"/>
                  </a:lnTo>
                  <a:lnTo>
                    <a:pt x="564114" y="1356633"/>
                  </a:lnTo>
                  <a:lnTo>
                    <a:pt x="564111" y="1356643"/>
                  </a:lnTo>
                  <a:lnTo>
                    <a:pt x="564109" y="1356654"/>
                  </a:lnTo>
                  <a:lnTo>
                    <a:pt x="564107" y="1356664"/>
                  </a:lnTo>
                  <a:lnTo>
                    <a:pt x="564104" y="1356673"/>
                  </a:lnTo>
                  <a:lnTo>
                    <a:pt x="564099" y="1356689"/>
                  </a:lnTo>
                  <a:lnTo>
                    <a:pt x="564097" y="1356696"/>
                  </a:lnTo>
                  <a:lnTo>
                    <a:pt x="564093" y="1356715"/>
                  </a:lnTo>
                  <a:lnTo>
                    <a:pt x="564090" y="1356727"/>
                  </a:lnTo>
                  <a:lnTo>
                    <a:pt x="564089" y="1356738"/>
                  </a:lnTo>
                  <a:lnTo>
                    <a:pt x="564088" y="1356746"/>
                  </a:lnTo>
                  <a:lnTo>
                    <a:pt x="564088" y="1356752"/>
                  </a:lnTo>
                  <a:lnTo>
                    <a:pt x="564090" y="1356765"/>
                  </a:lnTo>
                  <a:lnTo>
                    <a:pt x="564092" y="1356776"/>
                  </a:lnTo>
                  <a:lnTo>
                    <a:pt x="564093" y="1356791"/>
                  </a:lnTo>
                  <a:lnTo>
                    <a:pt x="564096" y="1356811"/>
                  </a:lnTo>
                  <a:lnTo>
                    <a:pt x="564097" y="1356821"/>
                  </a:lnTo>
                  <a:lnTo>
                    <a:pt x="564099" y="1356832"/>
                  </a:lnTo>
                  <a:lnTo>
                    <a:pt x="564103" y="1356851"/>
                  </a:lnTo>
                  <a:lnTo>
                    <a:pt x="564105" y="1356864"/>
                  </a:lnTo>
                  <a:lnTo>
                    <a:pt x="564107" y="1356887"/>
                  </a:lnTo>
                  <a:lnTo>
                    <a:pt x="564108" y="1356897"/>
                  </a:lnTo>
                  <a:lnTo>
                    <a:pt x="564110" y="1356906"/>
                  </a:lnTo>
                  <a:lnTo>
                    <a:pt x="564112" y="1356919"/>
                  </a:lnTo>
                  <a:lnTo>
                    <a:pt x="564114" y="1356925"/>
                  </a:lnTo>
                  <a:lnTo>
                    <a:pt x="564116" y="1356930"/>
                  </a:lnTo>
                  <a:lnTo>
                    <a:pt x="564118" y="1356936"/>
                  </a:lnTo>
                  <a:lnTo>
                    <a:pt x="564121" y="1356941"/>
                  </a:lnTo>
                  <a:lnTo>
                    <a:pt x="564123" y="1356948"/>
                  </a:lnTo>
                  <a:lnTo>
                    <a:pt x="564125" y="1356960"/>
                  </a:lnTo>
                  <a:lnTo>
                    <a:pt x="564125" y="1356976"/>
                  </a:lnTo>
                  <a:lnTo>
                    <a:pt x="564127" y="1356989"/>
                  </a:lnTo>
                  <a:lnTo>
                    <a:pt x="564131" y="1357002"/>
                  </a:lnTo>
                  <a:lnTo>
                    <a:pt x="564134" y="1357018"/>
                  </a:lnTo>
                  <a:lnTo>
                    <a:pt x="564137" y="1357030"/>
                  </a:lnTo>
                  <a:lnTo>
                    <a:pt x="564139" y="1357038"/>
                  </a:lnTo>
                  <a:lnTo>
                    <a:pt x="564139" y="1357046"/>
                  </a:lnTo>
                  <a:lnTo>
                    <a:pt x="564139" y="1357065"/>
                  </a:lnTo>
                  <a:lnTo>
                    <a:pt x="564137" y="1357081"/>
                  </a:lnTo>
                  <a:lnTo>
                    <a:pt x="564136" y="1357096"/>
                  </a:lnTo>
                  <a:lnTo>
                    <a:pt x="564136" y="1357115"/>
                  </a:lnTo>
                  <a:lnTo>
                    <a:pt x="564134" y="1357135"/>
                  </a:lnTo>
                  <a:lnTo>
                    <a:pt x="564134" y="1357150"/>
                  </a:lnTo>
                  <a:lnTo>
                    <a:pt x="564133" y="1357160"/>
                  </a:lnTo>
                  <a:lnTo>
                    <a:pt x="564131" y="1357171"/>
                  </a:lnTo>
                  <a:lnTo>
                    <a:pt x="564128" y="1357191"/>
                  </a:lnTo>
                  <a:lnTo>
                    <a:pt x="564125" y="1357209"/>
                  </a:lnTo>
                  <a:lnTo>
                    <a:pt x="564122" y="1357234"/>
                  </a:lnTo>
                  <a:lnTo>
                    <a:pt x="564118" y="1357261"/>
                  </a:lnTo>
                  <a:lnTo>
                    <a:pt x="564117" y="1357268"/>
                  </a:lnTo>
                  <a:lnTo>
                    <a:pt x="564114" y="1357286"/>
                  </a:lnTo>
                  <a:lnTo>
                    <a:pt x="564112" y="1357302"/>
                  </a:lnTo>
                  <a:lnTo>
                    <a:pt x="564111" y="1357310"/>
                  </a:lnTo>
                  <a:lnTo>
                    <a:pt x="564108" y="1357322"/>
                  </a:lnTo>
                  <a:lnTo>
                    <a:pt x="564107" y="1357327"/>
                  </a:lnTo>
                  <a:lnTo>
                    <a:pt x="564105" y="1357333"/>
                  </a:lnTo>
                  <a:lnTo>
                    <a:pt x="564099" y="1357349"/>
                  </a:lnTo>
                  <a:lnTo>
                    <a:pt x="564091" y="1357366"/>
                  </a:lnTo>
                  <a:lnTo>
                    <a:pt x="564086" y="1357380"/>
                  </a:lnTo>
                  <a:lnTo>
                    <a:pt x="564083" y="1357387"/>
                  </a:lnTo>
                  <a:lnTo>
                    <a:pt x="564079" y="1357405"/>
                  </a:lnTo>
                  <a:lnTo>
                    <a:pt x="564076" y="1357417"/>
                  </a:lnTo>
                  <a:lnTo>
                    <a:pt x="564074" y="1357425"/>
                  </a:lnTo>
                  <a:lnTo>
                    <a:pt x="564071" y="1357432"/>
                  </a:lnTo>
                  <a:lnTo>
                    <a:pt x="564066" y="1357444"/>
                  </a:lnTo>
                  <a:lnTo>
                    <a:pt x="564063" y="1357453"/>
                  </a:lnTo>
                  <a:lnTo>
                    <a:pt x="564057" y="1357473"/>
                  </a:lnTo>
                  <a:lnTo>
                    <a:pt x="564055" y="1357482"/>
                  </a:lnTo>
                  <a:lnTo>
                    <a:pt x="564052" y="1357499"/>
                  </a:lnTo>
                  <a:lnTo>
                    <a:pt x="564050" y="1357508"/>
                  </a:lnTo>
                  <a:lnTo>
                    <a:pt x="564046" y="1357520"/>
                  </a:lnTo>
                  <a:lnTo>
                    <a:pt x="564043" y="1357527"/>
                  </a:lnTo>
                  <a:lnTo>
                    <a:pt x="564040" y="1357532"/>
                  </a:lnTo>
                  <a:lnTo>
                    <a:pt x="564034" y="1357543"/>
                  </a:lnTo>
                  <a:lnTo>
                    <a:pt x="564023" y="1357558"/>
                  </a:lnTo>
                  <a:lnTo>
                    <a:pt x="564018" y="1357563"/>
                  </a:lnTo>
                  <a:lnTo>
                    <a:pt x="564012" y="1357568"/>
                  </a:lnTo>
                  <a:lnTo>
                    <a:pt x="564007" y="1357572"/>
                  </a:lnTo>
                  <a:lnTo>
                    <a:pt x="563998" y="1357577"/>
                  </a:lnTo>
                  <a:lnTo>
                    <a:pt x="563989" y="1357581"/>
                  </a:lnTo>
                  <a:lnTo>
                    <a:pt x="563982" y="1357584"/>
                  </a:lnTo>
                  <a:lnTo>
                    <a:pt x="563973" y="1357586"/>
                  </a:lnTo>
                  <a:lnTo>
                    <a:pt x="563955" y="1357590"/>
                  </a:lnTo>
                  <a:lnTo>
                    <a:pt x="563949" y="1357592"/>
                  </a:lnTo>
                  <a:lnTo>
                    <a:pt x="563942" y="1357595"/>
                  </a:lnTo>
                  <a:lnTo>
                    <a:pt x="563931" y="1357601"/>
                  </a:lnTo>
                  <a:lnTo>
                    <a:pt x="563922" y="1357607"/>
                  </a:lnTo>
                  <a:lnTo>
                    <a:pt x="563914" y="1357613"/>
                  </a:lnTo>
                  <a:lnTo>
                    <a:pt x="563908" y="1357619"/>
                  </a:lnTo>
                  <a:lnTo>
                    <a:pt x="563903" y="1357627"/>
                  </a:lnTo>
                  <a:lnTo>
                    <a:pt x="563899" y="1357633"/>
                  </a:lnTo>
                  <a:lnTo>
                    <a:pt x="563896" y="1357641"/>
                  </a:lnTo>
                  <a:lnTo>
                    <a:pt x="563891" y="1357652"/>
                  </a:lnTo>
                  <a:lnTo>
                    <a:pt x="563889" y="1357658"/>
                  </a:lnTo>
                  <a:lnTo>
                    <a:pt x="563884" y="1357671"/>
                  </a:lnTo>
                  <a:lnTo>
                    <a:pt x="563878" y="1357687"/>
                  </a:lnTo>
                  <a:lnTo>
                    <a:pt x="563873" y="1357697"/>
                  </a:lnTo>
                  <a:lnTo>
                    <a:pt x="563868" y="1357703"/>
                  </a:lnTo>
                  <a:lnTo>
                    <a:pt x="563857" y="1357711"/>
                  </a:lnTo>
                  <a:lnTo>
                    <a:pt x="563845" y="1357720"/>
                  </a:lnTo>
                  <a:lnTo>
                    <a:pt x="563832" y="1357729"/>
                  </a:lnTo>
                  <a:lnTo>
                    <a:pt x="563815" y="1357739"/>
                  </a:lnTo>
                  <a:lnTo>
                    <a:pt x="563810" y="1357742"/>
                  </a:lnTo>
                  <a:lnTo>
                    <a:pt x="563803" y="1357747"/>
                  </a:lnTo>
                  <a:lnTo>
                    <a:pt x="563797" y="1357752"/>
                  </a:lnTo>
                  <a:lnTo>
                    <a:pt x="563792" y="1357758"/>
                  </a:lnTo>
                  <a:lnTo>
                    <a:pt x="563784" y="1357768"/>
                  </a:lnTo>
                  <a:lnTo>
                    <a:pt x="563779" y="1357775"/>
                  </a:lnTo>
                  <a:lnTo>
                    <a:pt x="563772" y="1357783"/>
                  </a:lnTo>
                  <a:lnTo>
                    <a:pt x="563764" y="1357791"/>
                  </a:lnTo>
                  <a:lnTo>
                    <a:pt x="563757" y="1357798"/>
                  </a:lnTo>
                  <a:lnTo>
                    <a:pt x="563747" y="1357808"/>
                  </a:lnTo>
                  <a:lnTo>
                    <a:pt x="563737" y="1357818"/>
                  </a:lnTo>
                  <a:lnTo>
                    <a:pt x="563724" y="1357830"/>
                  </a:lnTo>
                  <a:lnTo>
                    <a:pt x="563707" y="1357843"/>
                  </a:lnTo>
                  <a:lnTo>
                    <a:pt x="563698" y="1357850"/>
                  </a:lnTo>
                  <a:lnTo>
                    <a:pt x="563680" y="1357864"/>
                  </a:lnTo>
                  <a:lnTo>
                    <a:pt x="563670" y="1357872"/>
                  </a:lnTo>
                  <a:lnTo>
                    <a:pt x="563663" y="1357879"/>
                  </a:lnTo>
                  <a:lnTo>
                    <a:pt x="563651" y="1357888"/>
                  </a:lnTo>
                  <a:lnTo>
                    <a:pt x="563643" y="1357893"/>
                  </a:lnTo>
                  <a:lnTo>
                    <a:pt x="563632" y="1357901"/>
                  </a:lnTo>
                  <a:lnTo>
                    <a:pt x="563615" y="1357911"/>
                  </a:lnTo>
                  <a:lnTo>
                    <a:pt x="563601" y="1357919"/>
                  </a:lnTo>
                  <a:lnTo>
                    <a:pt x="563583" y="1357929"/>
                  </a:lnTo>
                  <a:lnTo>
                    <a:pt x="563572" y="1357936"/>
                  </a:lnTo>
                  <a:lnTo>
                    <a:pt x="563559" y="1357943"/>
                  </a:lnTo>
                  <a:lnTo>
                    <a:pt x="563554" y="1357946"/>
                  </a:lnTo>
                  <a:lnTo>
                    <a:pt x="563540" y="1357960"/>
                  </a:lnTo>
                  <a:lnTo>
                    <a:pt x="563534" y="1357965"/>
                  </a:lnTo>
                  <a:lnTo>
                    <a:pt x="563526" y="1357975"/>
                  </a:lnTo>
                  <a:lnTo>
                    <a:pt x="563510" y="1358002"/>
                  </a:lnTo>
                  <a:lnTo>
                    <a:pt x="563506" y="1358007"/>
                  </a:lnTo>
                  <a:lnTo>
                    <a:pt x="563500" y="1358012"/>
                  </a:lnTo>
                  <a:lnTo>
                    <a:pt x="563493" y="1358019"/>
                  </a:lnTo>
                  <a:lnTo>
                    <a:pt x="563485" y="1358024"/>
                  </a:lnTo>
                  <a:lnTo>
                    <a:pt x="563476" y="1358029"/>
                  </a:lnTo>
                  <a:lnTo>
                    <a:pt x="563465" y="1358034"/>
                  </a:lnTo>
                  <a:lnTo>
                    <a:pt x="563453" y="1358037"/>
                  </a:lnTo>
                  <a:lnTo>
                    <a:pt x="563444" y="1358040"/>
                  </a:lnTo>
                  <a:lnTo>
                    <a:pt x="563427" y="1358046"/>
                  </a:lnTo>
                  <a:lnTo>
                    <a:pt x="563414" y="1358050"/>
                  </a:lnTo>
                  <a:lnTo>
                    <a:pt x="563406" y="1358053"/>
                  </a:lnTo>
                  <a:lnTo>
                    <a:pt x="563401" y="1358056"/>
                  </a:lnTo>
                  <a:lnTo>
                    <a:pt x="563396" y="1358059"/>
                  </a:lnTo>
                  <a:lnTo>
                    <a:pt x="563385" y="1358066"/>
                  </a:lnTo>
                  <a:lnTo>
                    <a:pt x="563381" y="1358070"/>
                  </a:lnTo>
                  <a:lnTo>
                    <a:pt x="563370" y="1358080"/>
                  </a:lnTo>
                  <a:lnTo>
                    <a:pt x="563359" y="1358092"/>
                  </a:lnTo>
                  <a:lnTo>
                    <a:pt x="563351" y="1358104"/>
                  </a:lnTo>
                  <a:lnTo>
                    <a:pt x="563346" y="1358114"/>
                  </a:lnTo>
                  <a:lnTo>
                    <a:pt x="563343" y="1358120"/>
                  </a:lnTo>
                  <a:lnTo>
                    <a:pt x="563340" y="1358131"/>
                  </a:lnTo>
                  <a:lnTo>
                    <a:pt x="563339" y="1358140"/>
                  </a:lnTo>
                  <a:lnTo>
                    <a:pt x="563339" y="1358148"/>
                  </a:lnTo>
                  <a:lnTo>
                    <a:pt x="563342" y="1358168"/>
                  </a:lnTo>
                  <a:lnTo>
                    <a:pt x="563345" y="1358183"/>
                  </a:lnTo>
                  <a:lnTo>
                    <a:pt x="563346" y="1358189"/>
                  </a:lnTo>
                  <a:lnTo>
                    <a:pt x="563347" y="1358195"/>
                  </a:lnTo>
                  <a:lnTo>
                    <a:pt x="563346" y="1358203"/>
                  </a:lnTo>
                  <a:lnTo>
                    <a:pt x="563341" y="1358224"/>
                  </a:lnTo>
                  <a:lnTo>
                    <a:pt x="563336" y="1358249"/>
                  </a:lnTo>
                  <a:lnTo>
                    <a:pt x="563324" y="1358295"/>
                  </a:lnTo>
                  <a:lnTo>
                    <a:pt x="563322" y="1358302"/>
                  </a:lnTo>
                  <a:lnTo>
                    <a:pt x="563318" y="1358309"/>
                  </a:lnTo>
                  <a:lnTo>
                    <a:pt x="563304" y="1358320"/>
                  </a:lnTo>
                  <a:lnTo>
                    <a:pt x="563297" y="1358326"/>
                  </a:lnTo>
                  <a:lnTo>
                    <a:pt x="563289" y="1358333"/>
                  </a:lnTo>
                  <a:lnTo>
                    <a:pt x="563267" y="1358356"/>
                  </a:lnTo>
                  <a:lnTo>
                    <a:pt x="563260" y="1358364"/>
                  </a:lnTo>
                  <a:lnTo>
                    <a:pt x="563254" y="1358372"/>
                  </a:lnTo>
                  <a:lnTo>
                    <a:pt x="563239" y="1358393"/>
                  </a:lnTo>
                  <a:lnTo>
                    <a:pt x="563229" y="1358402"/>
                  </a:lnTo>
                  <a:lnTo>
                    <a:pt x="563221" y="1358409"/>
                  </a:lnTo>
                  <a:lnTo>
                    <a:pt x="563212" y="1358418"/>
                  </a:lnTo>
                  <a:lnTo>
                    <a:pt x="563206" y="1358426"/>
                  </a:lnTo>
                  <a:lnTo>
                    <a:pt x="563200" y="1358434"/>
                  </a:lnTo>
                  <a:lnTo>
                    <a:pt x="563196" y="1358444"/>
                  </a:lnTo>
                  <a:lnTo>
                    <a:pt x="563191" y="1358455"/>
                  </a:lnTo>
                  <a:lnTo>
                    <a:pt x="563184" y="1358466"/>
                  </a:lnTo>
                  <a:lnTo>
                    <a:pt x="563178" y="1358475"/>
                  </a:lnTo>
                  <a:lnTo>
                    <a:pt x="563174" y="1358484"/>
                  </a:lnTo>
                  <a:lnTo>
                    <a:pt x="563165" y="1358503"/>
                  </a:lnTo>
                  <a:lnTo>
                    <a:pt x="563155" y="1358520"/>
                  </a:lnTo>
                  <a:lnTo>
                    <a:pt x="563148" y="1358535"/>
                  </a:lnTo>
                  <a:lnTo>
                    <a:pt x="563142" y="1358548"/>
                  </a:lnTo>
                  <a:lnTo>
                    <a:pt x="563136" y="1358559"/>
                  </a:lnTo>
                  <a:lnTo>
                    <a:pt x="563130" y="1358568"/>
                  </a:lnTo>
                  <a:lnTo>
                    <a:pt x="563123" y="1358577"/>
                  </a:lnTo>
                  <a:lnTo>
                    <a:pt x="563115" y="1358585"/>
                  </a:lnTo>
                  <a:lnTo>
                    <a:pt x="563106" y="1358594"/>
                  </a:lnTo>
                  <a:lnTo>
                    <a:pt x="563097" y="1358603"/>
                  </a:lnTo>
                  <a:lnTo>
                    <a:pt x="563085" y="1358612"/>
                  </a:lnTo>
                  <a:lnTo>
                    <a:pt x="563076" y="1358619"/>
                  </a:lnTo>
                  <a:lnTo>
                    <a:pt x="563067" y="1358625"/>
                  </a:lnTo>
                  <a:lnTo>
                    <a:pt x="563060" y="1358627"/>
                  </a:lnTo>
                  <a:lnTo>
                    <a:pt x="563053" y="1358628"/>
                  </a:lnTo>
                  <a:lnTo>
                    <a:pt x="563045" y="1358631"/>
                  </a:lnTo>
                  <a:lnTo>
                    <a:pt x="563036" y="1358633"/>
                  </a:lnTo>
                  <a:lnTo>
                    <a:pt x="563022" y="1358638"/>
                  </a:lnTo>
                  <a:lnTo>
                    <a:pt x="563011" y="1358641"/>
                  </a:lnTo>
                  <a:lnTo>
                    <a:pt x="563000" y="1358646"/>
                  </a:lnTo>
                  <a:lnTo>
                    <a:pt x="562988" y="1358651"/>
                  </a:lnTo>
                  <a:lnTo>
                    <a:pt x="562977" y="1358656"/>
                  </a:lnTo>
                  <a:lnTo>
                    <a:pt x="562968" y="1358660"/>
                  </a:lnTo>
                  <a:lnTo>
                    <a:pt x="562957" y="1358669"/>
                  </a:lnTo>
                  <a:lnTo>
                    <a:pt x="562946" y="1358675"/>
                  </a:lnTo>
                  <a:lnTo>
                    <a:pt x="562933" y="1358683"/>
                  </a:lnTo>
                  <a:lnTo>
                    <a:pt x="562918" y="1358693"/>
                  </a:lnTo>
                  <a:lnTo>
                    <a:pt x="562900" y="1358705"/>
                  </a:lnTo>
                  <a:lnTo>
                    <a:pt x="562885" y="1358715"/>
                  </a:lnTo>
                  <a:lnTo>
                    <a:pt x="562871" y="1358726"/>
                  </a:lnTo>
                  <a:lnTo>
                    <a:pt x="562866" y="1358731"/>
                  </a:lnTo>
                  <a:lnTo>
                    <a:pt x="562859" y="1358740"/>
                  </a:lnTo>
                  <a:lnTo>
                    <a:pt x="562852" y="1358749"/>
                  </a:lnTo>
                  <a:lnTo>
                    <a:pt x="562848" y="1358757"/>
                  </a:lnTo>
                  <a:lnTo>
                    <a:pt x="562846" y="1358763"/>
                  </a:lnTo>
                  <a:lnTo>
                    <a:pt x="562845" y="1358772"/>
                  </a:lnTo>
                  <a:lnTo>
                    <a:pt x="562845" y="1358780"/>
                  </a:lnTo>
                  <a:lnTo>
                    <a:pt x="562843" y="1358789"/>
                  </a:lnTo>
                  <a:lnTo>
                    <a:pt x="562840" y="1358799"/>
                  </a:lnTo>
                  <a:lnTo>
                    <a:pt x="562836" y="1358806"/>
                  </a:lnTo>
                  <a:lnTo>
                    <a:pt x="562828" y="1358815"/>
                  </a:lnTo>
                  <a:lnTo>
                    <a:pt x="562822" y="1358822"/>
                  </a:lnTo>
                  <a:lnTo>
                    <a:pt x="562816" y="1358827"/>
                  </a:lnTo>
                  <a:lnTo>
                    <a:pt x="562808" y="1358832"/>
                  </a:lnTo>
                  <a:lnTo>
                    <a:pt x="562803" y="1358835"/>
                  </a:lnTo>
                  <a:lnTo>
                    <a:pt x="562798" y="1358839"/>
                  </a:lnTo>
                  <a:lnTo>
                    <a:pt x="562788" y="1358848"/>
                  </a:lnTo>
                  <a:lnTo>
                    <a:pt x="562782" y="1358851"/>
                  </a:lnTo>
                  <a:lnTo>
                    <a:pt x="562772" y="1358855"/>
                  </a:lnTo>
                  <a:lnTo>
                    <a:pt x="562766" y="1358858"/>
                  </a:lnTo>
                  <a:lnTo>
                    <a:pt x="562752" y="1358864"/>
                  </a:lnTo>
                  <a:lnTo>
                    <a:pt x="562746" y="1358869"/>
                  </a:lnTo>
                  <a:lnTo>
                    <a:pt x="562737" y="1358878"/>
                  </a:lnTo>
                  <a:lnTo>
                    <a:pt x="562732" y="1358885"/>
                  </a:lnTo>
                  <a:lnTo>
                    <a:pt x="562723" y="1358894"/>
                  </a:lnTo>
                  <a:lnTo>
                    <a:pt x="562711" y="1358902"/>
                  </a:lnTo>
                  <a:lnTo>
                    <a:pt x="562703" y="1358909"/>
                  </a:lnTo>
                  <a:lnTo>
                    <a:pt x="562696" y="1358912"/>
                  </a:lnTo>
                  <a:lnTo>
                    <a:pt x="562689" y="1358915"/>
                  </a:lnTo>
                  <a:lnTo>
                    <a:pt x="562683" y="1358917"/>
                  </a:lnTo>
                  <a:lnTo>
                    <a:pt x="562676" y="1358920"/>
                  </a:lnTo>
                  <a:lnTo>
                    <a:pt x="562671" y="1358924"/>
                  </a:lnTo>
                  <a:lnTo>
                    <a:pt x="562667" y="1358927"/>
                  </a:lnTo>
                  <a:lnTo>
                    <a:pt x="562662" y="1358933"/>
                  </a:lnTo>
                  <a:lnTo>
                    <a:pt x="562655" y="1358941"/>
                  </a:lnTo>
                  <a:lnTo>
                    <a:pt x="562648" y="1358947"/>
                  </a:lnTo>
                  <a:lnTo>
                    <a:pt x="562639" y="1358953"/>
                  </a:lnTo>
                  <a:lnTo>
                    <a:pt x="562629" y="1358960"/>
                  </a:lnTo>
                  <a:lnTo>
                    <a:pt x="562619" y="1358966"/>
                  </a:lnTo>
                  <a:lnTo>
                    <a:pt x="562610" y="1358973"/>
                  </a:lnTo>
                  <a:lnTo>
                    <a:pt x="562605" y="1358976"/>
                  </a:lnTo>
                  <a:lnTo>
                    <a:pt x="562599" y="1358983"/>
                  </a:lnTo>
                  <a:lnTo>
                    <a:pt x="562594" y="1358990"/>
                  </a:lnTo>
                  <a:lnTo>
                    <a:pt x="562591" y="1358994"/>
                  </a:lnTo>
                  <a:lnTo>
                    <a:pt x="562586" y="1359002"/>
                  </a:lnTo>
                  <a:lnTo>
                    <a:pt x="562578" y="1359017"/>
                  </a:lnTo>
                  <a:lnTo>
                    <a:pt x="562574" y="1359024"/>
                  </a:lnTo>
                  <a:lnTo>
                    <a:pt x="562571" y="1359029"/>
                  </a:lnTo>
                  <a:lnTo>
                    <a:pt x="562566" y="1359039"/>
                  </a:lnTo>
                  <a:lnTo>
                    <a:pt x="562561" y="1359047"/>
                  </a:lnTo>
                  <a:lnTo>
                    <a:pt x="562554" y="1359055"/>
                  </a:lnTo>
                  <a:lnTo>
                    <a:pt x="562547" y="1359060"/>
                  </a:lnTo>
                  <a:lnTo>
                    <a:pt x="562536" y="1359067"/>
                  </a:lnTo>
                  <a:lnTo>
                    <a:pt x="562528" y="1359071"/>
                  </a:lnTo>
                  <a:lnTo>
                    <a:pt x="562521" y="1359074"/>
                  </a:lnTo>
                  <a:lnTo>
                    <a:pt x="562513" y="1359077"/>
                  </a:lnTo>
                  <a:lnTo>
                    <a:pt x="562506" y="1359081"/>
                  </a:lnTo>
                  <a:lnTo>
                    <a:pt x="562502" y="1359084"/>
                  </a:lnTo>
                  <a:lnTo>
                    <a:pt x="562488" y="1359090"/>
                  </a:lnTo>
                  <a:lnTo>
                    <a:pt x="562476" y="1359098"/>
                  </a:lnTo>
                  <a:lnTo>
                    <a:pt x="562469" y="1359104"/>
                  </a:lnTo>
                  <a:lnTo>
                    <a:pt x="562462" y="1359110"/>
                  </a:lnTo>
                  <a:lnTo>
                    <a:pt x="562454" y="1359117"/>
                  </a:lnTo>
                  <a:lnTo>
                    <a:pt x="562448" y="1359123"/>
                  </a:lnTo>
                  <a:lnTo>
                    <a:pt x="562440" y="1359131"/>
                  </a:lnTo>
                  <a:lnTo>
                    <a:pt x="562432" y="1359138"/>
                  </a:lnTo>
                  <a:lnTo>
                    <a:pt x="562427" y="1359141"/>
                  </a:lnTo>
                  <a:lnTo>
                    <a:pt x="562420" y="1359146"/>
                  </a:lnTo>
                  <a:lnTo>
                    <a:pt x="562413" y="1359149"/>
                  </a:lnTo>
                  <a:lnTo>
                    <a:pt x="562406" y="1359153"/>
                  </a:lnTo>
                  <a:lnTo>
                    <a:pt x="562398" y="1359156"/>
                  </a:lnTo>
                  <a:lnTo>
                    <a:pt x="562386" y="1359155"/>
                  </a:lnTo>
                  <a:lnTo>
                    <a:pt x="562389" y="1359150"/>
                  </a:lnTo>
                  <a:lnTo>
                    <a:pt x="562392" y="1359144"/>
                  </a:lnTo>
                  <a:lnTo>
                    <a:pt x="562394" y="1359130"/>
                  </a:lnTo>
                  <a:lnTo>
                    <a:pt x="562392" y="1359122"/>
                  </a:lnTo>
                  <a:lnTo>
                    <a:pt x="562390" y="1359109"/>
                  </a:lnTo>
                  <a:lnTo>
                    <a:pt x="562382" y="1359095"/>
                  </a:lnTo>
                  <a:lnTo>
                    <a:pt x="562377" y="1359083"/>
                  </a:lnTo>
                  <a:lnTo>
                    <a:pt x="562374" y="1359075"/>
                  </a:lnTo>
                  <a:lnTo>
                    <a:pt x="562372" y="1359062"/>
                  </a:lnTo>
                  <a:lnTo>
                    <a:pt x="562370" y="1359046"/>
                  </a:lnTo>
                  <a:lnTo>
                    <a:pt x="562368" y="1359032"/>
                  </a:lnTo>
                  <a:lnTo>
                    <a:pt x="562366" y="1359021"/>
                  </a:lnTo>
                  <a:lnTo>
                    <a:pt x="562361" y="1359012"/>
                  </a:lnTo>
                  <a:lnTo>
                    <a:pt x="562357" y="1359006"/>
                  </a:lnTo>
                  <a:lnTo>
                    <a:pt x="562354" y="1359000"/>
                  </a:lnTo>
                  <a:lnTo>
                    <a:pt x="562348" y="1358985"/>
                  </a:lnTo>
                  <a:lnTo>
                    <a:pt x="562346" y="1358978"/>
                  </a:lnTo>
                  <a:lnTo>
                    <a:pt x="562345" y="1358972"/>
                  </a:lnTo>
                  <a:lnTo>
                    <a:pt x="562340" y="1358957"/>
                  </a:lnTo>
                  <a:lnTo>
                    <a:pt x="562337" y="1358950"/>
                  </a:lnTo>
                  <a:lnTo>
                    <a:pt x="562334" y="1358944"/>
                  </a:lnTo>
                  <a:lnTo>
                    <a:pt x="562328" y="1358934"/>
                  </a:lnTo>
                  <a:lnTo>
                    <a:pt x="562317" y="1358920"/>
                  </a:lnTo>
                  <a:lnTo>
                    <a:pt x="562309" y="1358913"/>
                  </a:lnTo>
                  <a:lnTo>
                    <a:pt x="562299" y="1358906"/>
                  </a:lnTo>
                  <a:lnTo>
                    <a:pt x="562290" y="1358899"/>
                  </a:lnTo>
                  <a:lnTo>
                    <a:pt x="562273" y="1358888"/>
                  </a:lnTo>
                  <a:lnTo>
                    <a:pt x="562267" y="1358883"/>
                  </a:lnTo>
                  <a:lnTo>
                    <a:pt x="562261" y="1358880"/>
                  </a:lnTo>
                  <a:lnTo>
                    <a:pt x="562249" y="1358873"/>
                  </a:lnTo>
                  <a:lnTo>
                    <a:pt x="562244" y="1358869"/>
                  </a:lnTo>
                  <a:lnTo>
                    <a:pt x="562235" y="1358863"/>
                  </a:lnTo>
                  <a:lnTo>
                    <a:pt x="562229" y="1358858"/>
                  </a:lnTo>
                  <a:lnTo>
                    <a:pt x="562224" y="1358852"/>
                  </a:lnTo>
                  <a:lnTo>
                    <a:pt x="562218" y="1358845"/>
                  </a:lnTo>
                  <a:lnTo>
                    <a:pt x="562211" y="1358840"/>
                  </a:lnTo>
                  <a:lnTo>
                    <a:pt x="562207" y="1358836"/>
                  </a:lnTo>
                  <a:lnTo>
                    <a:pt x="562202" y="1358834"/>
                  </a:lnTo>
                  <a:lnTo>
                    <a:pt x="562196" y="1358831"/>
                  </a:lnTo>
                  <a:lnTo>
                    <a:pt x="562187" y="1358827"/>
                  </a:lnTo>
                  <a:lnTo>
                    <a:pt x="562178" y="1358823"/>
                  </a:lnTo>
                  <a:lnTo>
                    <a:pt x="562172" y="1358822"/>
                  </a:lnTo>
                  <a:lnTo>
                    <a:pt x="562162" y="1358820"/>
                  </a:lnTo>
                  <a:lnTo>
                    <a:pt x="562156" y="1358818"/>
                  </a:lnTo>
                  <a:lnTo>
                    <a:pt x="562148" y="1358815"/>
                  </a:lnTo>
                  <a:lnTo>
                    <a:pt x="562143" y="1358812"/>
                  </a:lnTo>
                  <a:lnTo>
                    <a:pt x="562133" y="1358806"/>
                  </a:lnTo>
                  <a:lnTo>
                    <a:pt x="562128" y="1358801"/>
                  </a:lnTo>
                  <a:lnTo>
                    <a:pt x="562120" y="1358795"/>
                  </a:lnTo>
                  <a:lnTo>
                    <a:pt x="562107" y="1358783"/>
                  </a:lnTo>
                  <a:lnTo>
                    <a:pt x="562094" y="1358779"/>
                  </a:lnTo>
                  <a:lnTo>
                    <a:pt x="562085" y="1358777"/>
                  </a:lnTo>
                  <a:lnTo>
                    <a:pt x="562059" y="1358770"/>
                  </a:lnTo>
                  <a:lnTo>
                    <a:pt x="562042" y="1358766"/>
                  </a:lnTo>
                  <a:lnTo>
                    <a:pt x="562033" y="1358764"/>
                  </a:lnTo>
                  <a:lnTo>
                    <a:pt x="562015" y="1358758"/>
                  </a:lnTo>
                  <a:lnTo>
                    <a:pt x="562006" y="1358755"/>
                  </a:lnTo>
                  <a:lnTo>
                    <a:pt x="562001" y="1358754"/>
                  </a:lnTo>
                  <a:lnTo>
                    <a:pt x="561989" y="1358752"/>
                  </a:lnTo>
                  <a:lnTo>
                    <a:pt x="561975" y="1358750"/>
                  </a:lnTo>
                  <a:lnTo>
                    <a:pt x="561967" y="1358748"/>
                  </a:lnTo>
                  <a:lnTo>
                    <a:pt x="561956" y="1358745"/>
                  </a:lnTo>
                  <a:lnTo>
                    <a:pt x="561949" y="1358743"/>
                  </a:lnTo>
                  <a:lnTo>
                    <a:pt x="561941" y="1358742"/>
                  </a:lnTo>
                  <a:lnTo>
                    <a:pt x="561919" y="1358740"/>
                  </a:lnTo>
                  <a:lnTo>
                    <a:pt x="561912" y="1358741"/>
                  </a:lnTo>
                  <a:lnTo>
                    <a:pt x="561893" y="1358745"/>
                  </a:lnTo>
                  <a:lnTo>
                    <a:pt x="561886" y="1358746"/>
                  </a:lnTo>
                  <a:lnTo>
                    <a:pt x="561879" y="1358747"/>
                  </a:lnTo>
                  <a:lnTo>
                    <a:pt x="561860" y="1358748"/>
                  </a:lnTo>
                  <a:lnTo>
                    <a:pt x="561851" y="1358748"/>
                  </a:lnTo>
                  <a:lnTo>
                    <a:pt x="561840" y="1358746"/>
                  </a:lnTo>
                  <a:lnTo>
                    <a:pt x="561831" y="1358744"/>
                  </a:lnTo>
                  <a:lnTo>
                    <a:pt x="561821" y="1358745"/>
                  </a:lnTo>
                  <a:lnTo>
                    <a:pt x="561797" y="1358755"/>
                  </a:lnTo>
                  <a:lnTo>
                    <a:pt x="561790" y="1358758"/>
                  </a:lnTo>
                  <a:lnTo>
                    <a:pt x="561774" y="1358763"/>
                  </a:lnTo>
                  <a:lnTo>
                    <a:pt x="561766" y="1358765"/>
                  </a:lnTo>
                  <a:lnTo>
                    <a:pt x="561758" y="1358766"/>
                  </a:lnTo>
                  <a:lnTo>
                    <a:pt x="561742" y="1358765"/>
                  </a:lnTo>
                  <a:lnTo>
                    <a:pt x="561733" y="1358765"/>
                  </a:lnTo>
                  <a:lnTo>
                    <a:pt x="561725" y="1358765"/>
                  </a:lnTo>
                  <a:lnTo>
                    <a:pt x="561716" y="1358767"/>
                  </a:lnTo>
                  <a:lnTo>
                    <a:pt x="561710" y="1358768"/>
                  </a:lnTo>
                  <a:lnTo>
                    <a:pt x="561704" y="1358769"/>
                  </a:lnTo>
                  <a:lnTo>
                    <a:pt x="561694" y="1358771"/>
                  </a:lnTo>
                  <a:lnTo>
                    <a:pt x="561683" y="1358771"/>
                  </a:lnTo>
                  <a:lnTo>
                    <a:pt x="561676" y="1358770"/>
                  </a:lnTo>
                  <a:lnTo>
                    <a:pt x="561670" y="1358769"/>
                  </a:lnTo>
                  <a:lnTo>
                    <a:pt x="561665" y="1358765"/>
                  </a:lnTo>
                  <a:lnTo>
                    <a:pt x="561652" y="1358755"/>
                  </a:lnTo>
                  <a:lnTo>
                    <a:pt x="561646" y="1358752"/>
                  </a:lnTo>
                  <a:lnTo>
                    <a:pt x="561641" y="1358750"/>
                  </a:lnTo>
                  <a:lnTo>
                    <a:pt x="561634" y="1358750"/>
                  </a:lnTo>
                  <a:lnTo>
                    <a:pt x="561627" y="1358750"/>
                  </a:lnTo>
                  <a:lnTo>
                    <a:pt x="561619" y="1358752"/>
                  </a:lnTo>
                  <a:lnTo>
                    <a:pt x="561601" y="1358758"/>
                  </a:lnTo>
                  <a:lnTo>
                    <a:pt x="561595" y="1358759"/>
                  </a:lnTo>
                  <a:lnTo>
                    <a:pt x="561580" y="1358759"/>
                  </a:lnTo>
                  <a:lnTo>
                    <a:pt x="561572" y="1358758"/>
                  </a:lnTo>
                  <a:lnTo>
                    <a:pt x="561565" y="1358756"/>
                  </a:lnTo>
                  <a:lnTo>
                    <a:pt x="561558" y="1358752"/>
                  </a:lnTo>
                  <a:lnTo>
                    <a:pt x="561550" y="1358748"/>
                  </a:lnTo>
                  <a:lnTo>
                    <a:pt x="561539" y="1358744"/>
                  </a:lnTo>
                  <a:lnTo>
                    <a:pt x="561533" y="1358742"/>
                  </a:lnTo>
                  <a:lnTo>
                    <a:pt x="561513" y="1358738"/>
                  </a:lnTo>
                  <a:lnTo>
                    <a:pt x="561501" y="1358737"/>
                  </a:lnTo>
                  <a:lnTo>
                    <a:pt x="561492" y="1358735"/>
                  </a:lnTo>
                  <a:lnTo>
                    <a:pt x="561481" y="1358732"/>
                  </a:lnTo>
                  <a:lnTo>
                    <a:pt x="561470" y="1358729"/>
                  </a:lnTo>
                  <a:lnTo>
                    <a:pt x="561460" y="1358726"/>
                  </a:lnTo>
                  <a:lnTo>
                    <a:pt x="561453" y="1358724"/>
                  </a:lnTo>
                  <a:lnTo>
                    <a:pt x="561441" y="1358722"/>
                  </a:lnTo>
                  <a:lnTo>
                    <a:pt x="561431" y="1358721"/>
                  </a:lnTo>
                  <a:lnTo>
                    <a:pt x="561409" y="1358717"/>
                  </a:lnTo>
                  <a:lnTo>
                    <a:pt x="561395" y="1358716"/>
                  </a:lnTo>
                  <a:lnTo>
                    <a:pt x="561386" y="1358714"/>
                  </a:lnTo>
                  <a:lnTo>
                    <a:pt x="561365" y="1358707"/>
                  </a:lnTo>
                  <a:lnTo>
                    <a:pt x="561357" y="1358704"/>
                  </a:lnTo>
                  <a:lnTo>
                    <a:pt x="561351" y="1358703"/>
                  </a:lnTo>
                  <a:lnTo>
                    <a:pt x="561345" y="1358701"/>
                  </a:lnTo>
                  <a:lnTo>
                    <a:pt x="561339" y="1358701"/>
                  </a:lnTo>
                  <a:lnTo>
                    <a:pt x="561332" y="1358701"/>
                  </a:lnTo>
                  <a:lnTo>
                    <a:pt x="561321" y="1358704"/>
                  </a:lnTo>
                  <a:lnTo>
                    <a:pt x="561306" y="1358709"/>
                  </a:lnTo>
                  <a:lnTo>
                    <a:pt x="561295" y="1358713"/>
                  </a:lnTo>
                  <a:lnTo>
                    <a:pt x="561287" y="1358717"/>
                  </a:lnTo>
                  <a:lnTo>
                    <a:pt x="561277" y="1358719"/>
                  </a:lnTo>
                  <a:lnTo>
                    <a:pt x="561271" y="1358720"/>
                  </a:lnTo>
                  <a:lnTo>
                    <a:pt x="561261" y="1358722"/>
                  </a:lnTo>
                  <a:lnTo>
                    <a:pt x="561255" y="1358721"/>
                  </a:lnTo>
                  <a:lnTo>
                    <a:pt x="561246" y="1358720"/>
                  </a:lnTo>
                  <a:lnTo>
                    <a:pt x="561233" y="1358717"/>
                  </a:lnTo>
                  <a:lnTo>
                    <a:pt x="561222" y="1358714"/>
                  </a:lnTo>
                  <a:lnTo>
                    <a:pt x="561213" y="1358712"/>
                  </a:lnTo>
                  <a:lnTo>
                    <a:pt x="561204" y="1358710"/>
                  </a:lnTo>
                  <a:lnTo>
                    <a:pt x="561192" y="1358706"/>
                  </a:lnTo>
                  <a:lnTo>
                    <a:pt x="561181" y="1358702"/>
                  </a:lnTo>
                  <a:lnTo>
                    <a:pt x="561170" y="1358698"/>
                  </a:lnTo>
                  <a:lnTo>
                    <a:pt x="561162" y="1358695"/>
                  </a:lnTo>
                  <a:lnTo>
                    <a:pt x="561156" y="1358692"/>
                  </a:lnTo>
                  <a:lnTo>
                    <a:pt x="561150" y="1358687"/>
                  </a:lnTo>
                  <a:lnTo>
                    <a:pt x="561141" y="1358679"/>
                  </a:lnTo>
                  <a:lnTo>
                    <a:pt x="561137" y="1358676"/>
                  </a:lnTo>
                  <a:lnTo>
                    <a:pt x="561131" y="1358671"/>
                  </a:lnTo>
                  <a:lnTo>
                    <a:pt x="561126" y="1358668"/>
                  </a:lnTo>
                  <a:lnTo>
                    <a:pt x="561120" y="1358665"/>
                  </a:lnTo>
                  <a:lnTo>
                    <a:pt x="561110" y="1358662"/>
                  </a:lnTo>
                  <a:lnTo>
                    <a:pt x="561100" y="1358662"/>
                  </a:lnTo>
                  <a:lnTo>
                    <a:pt x="561092" y="1358662"/>
                  </a:lnTo>
                  <a:lnTo>
                    <a:pt x="561086" y="1358661"/>
                  </a:lnTo>
                  <a:lnTo>
                    <a:pt x="561079" y="1358658"/>
                  </a:lnTo>
                  <a:lnTo>
                    <a:pt x="561066" y="1358652"/>
                  </a:lnTo>
                  <a:lnTo>
                    <a:pt x="561056" y="1358648"/>
                  </a:lnTo>
                  <a:lnTo>
                    <a:pt x="561047" y="1358648"/>
                  </a:lnTo>
                  <a:lnTo>
                    <a:pt x="561041" y="1358648"/>
                  </a:lnTo>
                  <a:lnTo>
                    <a:pt x="561034" y="1358645"/>
                  </a:lnTo>
                  <a:lnTo>
                    <a:pt x="561028" y="1358640"/>
                  </a:lnTo>
                  <a:lnTo>
                    <a:pt x="561025" y="1358634"/>
                  </a:lnTo>
                  <a:lnTo>
                    <a:pt x="561024" y="1358626"/>
                  </a:lnTo>
                  <a:lnTo>
                    <a:pt x="561022" y="1358619"/>
                  </a:lnTo>
                  <a:lnTo>
                    <a:pt x="561019" y="1358613"/>
                  </a:lnTo>
                  <a:lnTo>
                    <a:pt x="561012" y="1358605"/>
                  </a:lnTo>
                  <a:lnTo>
                    <a:pt x="561005" y="1358599"/>
                  </a:lnTo>
                  <a:lnTo>
                    <a:pt x="560993" y="1358589"/>
                  </a:lnTo>
                  <a:lnTo>
                    <a:pt x="560986" y="1358582"/>
                  </a:lnTo>
                  <a:lnTo>
                    <a:pt x="560981" y="1358574"/>
                  </a:lnTo>
                  <a:lnTo>
                    <a:pt x="560978" y="1358565"/>
                  </a:lnTo>
                  <a:lnTo>
                    <a:pt x="560973" y="1358550"/>
                  </a:lnTo>
                  <a:lnTo>
                    <a:pt x="560969" y="1358537"/>
                  </a:lnTo>
                  <a:lnTo>
                    <a:pt x="560966" y="1358524"/>
                  </a:lnTo>
                  <a:lnTo>
                    <a:pt x="560965" y="1358517"/>
                  </a:lnTo>
                  <a:lnTo>
                    <a:pt x="560964" y="1358502"/>
                  </a:lnTo>
                  <a:lnTo>
                    <a:pt x="560963" y="1358492"/>
                  </a:lnTo>
                  <a:lnTo>
                    <a:pt x="560961" y="1358475"/>
                  </a:lnTo>
                  <a:lnTo>
                    <a:pt x="560961" y="1358467"/>
                  </a:lnTo>
                  <a:lnTo>
                    <a:pt x="560963" y="1358459"/>
                  </a:lnTo>
                  <a:lnTo>
                    <a:pt x="560968" y="1358444"/>
                  </a:lnTo>
                  <a:lnTo>
                    <a:pt x="560973" y="1358434"/>
                  </a:lnTo>
                  <a:lnTo>
                    <a:pt x="560981" y="1358426"/>
                  </a:lnTo>
                  <a:lnTo>
                    <a:pt x="560989" y="1358420"/>
                  </a:lnTo>
                  <a:lnTo>
                    <a:pt x="560996" y="1358411"/>
                  </a:lnTo>
                  <a:lnTo>
                    <a:pt x="561002" y="1358403"/>
                  </a:lnTo>
                  <a:lnTo>
                    <a:pt x="561007" y="1358395"/>
                  </a:lnTo>
                  <a:lnTo>
                    <a:pt x="561012" y="1358384"/>
                  </a:lnTo>
                  <a:lnTo>
                    <a:pt x="561014" y="1358376"/>
                  </a:lnTo>
                  <a:lnTo>
                    <a:pt x="561016" y="1358368"/>
                  </a:lnTo>
                  <a:lnTo>
                    <a:pt x="561016" y="1358362"/>
                  </a:lnTo>
                  <a:lnTo>
                    <a:pt x="561015" y="1358354"/>
                  </a:lnTo>
                  <a:lnTo>
                    <a:pt x="561013" y="1358346"/>
                  </a:lnTo>
                  <a:lnTo>
                    <a:pt x="561012" y="1358339"/>
                  </a:lnTo>
                  <a:lnTo>
                    <a:pt x="561012" y="1358332"/>
                  </a:lnTo>
                  <a:lnTo>
                    <a:pt x="561012" y="1358320"/>
                  </a:lnTo>
                  <a:lnTo>
                    <a:pt x="561013" y="1358310"/>
                  </a:lnTo>
                  <a:lnTo>
                    <a:pt x="561014" y="1358300"/>
                  </a:lnTo>
                  <a:lnTo>
                    <a:pt x="561014" y="1358292"/>
                  </a:lnTo>
                  <a:lnTo>
                    <a:pt x="561014" y="1358286"/>
                  </a:lnTo>
                  <a:lnTo>
                    <a:pt x="561012" y="1358277"/>
                  </a:lnTo>
                  <a:lnTo>
                    <a:pt x="561010" y="1358263"/>
                  </a:lnTo>
                  <a:lnTo>
                    <a:pt x="561010" y="1358258"/>
                  </a:lnTo>
                  <a:lnTo>
                    <a:pt x="561010" y="1358250"/>
                  </a:lnTo>
                  <a:lnTo>
                    <a:pt x="561011" y="1358234"/>
                  </a:lnTo>
                  <a:lnTo>
                    <a:pt x="561010" y="1358206"/>
                  </a:lnTo>
                  <a:lnTo>
                    <a:pt x="561009" y="1358201"/>
                  </a:lnTo>
                  <a:lnTo>
                    <a:pt x="561008" y="1358190"/>
                  </a:lnTo>
                  <a:lnTo>
                    <a:pt x="561006" y="1358183"/>
                  </a:lnTo>
                  <a:lnTo>
                    <a:pt x="561005" y="1358177"/>
                  </a:lnTo>
                  <a:lnTo>
                    <a:pt x="561005" y="1358166"/>
                  </a:lnTo>
                  <a:lnTo>
                    <a:pt x="561008" y="1358156"/>
                  </a:lnTo>
                  <a:lnTo>
                    <a:pt x="561013" y="1358147"/>
                  </a:lnTo>
                  <a:lnTo>
                    <a:pt x="561018" y="1358140"/>
                  </a:lnTo>
                  <a:lnTo>
                    <a:pt x="561022" y="1358133"/>
                  </a:lnTo>
                  <a:lnTo>
                    <a:pt x="561027" y="1358123"/>
                  </a:lnTo>
                  <a:lnTo>
                    <a:pt x="561028" y="1358117"/>
                  </a:lnTo>
                  <a:lnTo>
                    <a:pt x="561027" y="1358111"/>
                  </a:lnTo>
                  <a:lnTo>
                    <a:pt x="561025" y="1358106"/>
                  </a:lnTo>
                  <a:lnTo>
                    <a:pt x="561022" y="1358101"/>
                  </a:lnTo>
                  <a:lnTo>
                    <a:pt x="561018" y="1358096"/>
                  </a:lnTo>
                  <a:lnTo>
                    <a:pt x="561013" y="1358091"/>
                  </a:lnTo>
                  <a:lnTo>
                    <a:pt x="561009" y="1358087"/>
                  </a:lnTo>
                  <a:lnTo>
                    <a:pt x="561004" y="1358081"/>
                  </a:lnTo>
                  <a:lnTo>
                    <a:pt x="561001" y="1358075"/>
                  </a:lnTo>
                  <a:lnTo>
                    <a:pt x="560999" y="1358069"/>
                  </a:lnTo>
                  <a:lnTo>
                    <a:pt x="561000" y="1358062"/>
                  </a:lnTo>
                  <a:lnTo>
                    <a:pt x="561002" y="1358054"/>
                  </a:lnTo>
                  <a:lnTo>
                    <a:pt x="561010" y="1358032"/>
                  </a:lnTo>
                  <a:lnTo>
                    <a:pt x="561013" y="1358023"/>
                  </a:lnTo>
                  <a:lnTo>
                    <a:pt x="561013" y="1358017"/>
                  </a:lnTo>
                  <a:lnTo>
                    <a:pt x="561014" y="1358006"/>
                  </a:lnTo>
                  <a:lnTo>
                    <a:pt x="561014" y="1357997"/>
                  </a:lnTo>
                  <a:lnTo>
                    <a:pt x="561016" y="1357988"/>
                  </a:lnTo>
                  <a:lnTo>
                    <a:pt x="561017" y="1357980"/>
                  </a:lnTo>
                  <a:lnTo>
                    <a:pt x="561015" y="1357959"/>
                  </a:lnTo>
                  <a:lnTo>
                    <a:pt x="561015" y="1357951"/>
                  </a:lnTo>
                  <a:lnTo>
                    <a:pt x="561014" y="1357945"/>
                  </a:lnTo>
                  <a:lnTo>
                    <a:pt x="561011" y="1357931"/>
                  </a:lnTo>
                  <a:lnTo>
                    <a:pt x="561010" y="1357923"/>
                  </a:lnTo>
                  <a:lnTo>
                    <a:pt x="561010" y="1357914"/>
                  </a:lnTo>
                  <a:lnTo>
                    <a:pt x="561011" y="1357902"/>
                  </a:lnTo>
                  <a:lnTo>
                    <a:pt x="561011" y="1357894"/>
                  </a:lnTo>
                  <a:lnTo>
                    <a:pt x="561004" y="1357890"/>
                  </a:lnTo>
                  <a:lnTo>
                    <a:pt x="560994" y="1357886"/>
                  </a:lnTo>
                  <a:lnTo>
                    <a:pt x="560986" y="1357884"/>
                  </a:lnTo>
                  <a:lnTo>
                    <a:pt x="560975" y="1357880"/>
                  </a:lnTo>
                  <a:lnTo>
                    <a:pt x="560962" y="1357875"/>
                  </a:lnTo>
                  <a:lnTo>
                    <a:pt x="560955" y="1357873"/>
                  </a:lnTo>
                  <a:lnTo>
                    <a:pt x="560949" y="1357872"/>
                  </a:lnTo>
                  <a:lnTo>
                    <a:pt x="560942" y="1357871"/>
                  </a:lnTo>
                  <a:lnTo>
                    <a:pt x="560934" y="1357869"/>
                  </a:lnTo>
                  <a:lnTo>
                    <a:pt x="560925" y="1357869"/>
                  </a:lnTo>
                  <a:lnTo>
                    <a:pt x="560915" y="1357871"/>
                  </a:lnTo>
                  <a:lnTo>
                    <a:pt x="560906" y="1357873"/>
                  </a:lnTo>
                  <a:lnTo>
                    <a:pt x="560897" y="1357875"/>
                  </a:lnTo>
                  <a:lnTo>
                    <a:pt x="560888" y="1357876"/>
                  </a:lnTo>
                  <a:lnTo>
                    <a:pt x="560880" y="1357876"/>
                  </a:lnTo>
                  <a:lnTo>
                    <a:pt x="560870" y="1357876"/>
                  </a:lnTo>
                  <a:lnTo>
                    <a:pt x="560853" y="1357874"/>
                  </a:lnTo>
                  <a:lnTo>
                    <a:pt x="560840" y="1357872"/>
                  </a:lnTo>
                  <a:lnTo>
                    <a:pt x="560828" y="1357870"/>
                  </a:lnTo>
                  <a:lnTo>
                    <a:pt x="560817" y="1357867"/>
                  </a:lnTo>
                  <a:lnTo>
                    <a:pt x="560807" y="1357863"/>
                  </a:lnTo>
                  <a:lnTo>
                    <a:pt x="560797" y="1357860"/>
                  </a:lnTo>
                  <a:lnTo>
                    <a:pt x="560781" y="1357856"/>
                  </a:lnTo>
                  <a:lnTo>
                    <a:pt x="560769" y="1357852"/>
                  </a:lnTo>
                  <a:lnTo>
                    <a:pt x="560759" y="1357849"/>
                  </a:lnTo>
                  <a:lnTo>
                    <a:pt x="560745" y="1357844"/>
                  </a:lnTo>
                  <a:lnTo>
                    <a:pt x="560732" y="1357839"/>
                  </a:lnTo>
                  <a:lnTo>
                    <a:pt x="560717" y="1357829"/>
                  </a:lnTo>
                  <a:lnTo>
                    <a:pt x="560709" y="1357824"/>
                  </a:lnTo>
                  <a:lnTo>
                    <a:pt x="560695" y="1357815"/>
                  </a:lnTo>
                  <a:lnTo>
                    <a:pt x="560680" y="1357807"/>
                  </a:lnTo>
                  <a:lnTo>
                    <a:pt x="560672" y="1357802"/>
                  </a:lnTo>
                  <a:lnTo>
                    <a:pt x="560658" y="1357799"/>
                  </a:lnTo>
                  <a:lnTo>
                    <a:pt x="560648" y="1357798"/>
                  </a:lnTo>
                  <a:lnTo>
                    <a:pt x="560637" y="1357795"/>
                  </a:lnTo>
                  <a:lnTo>
                    <a:pt x="560629" y="1357792"/>
                  </a:lnTo>
                  <a:lnTo>
                    <a:pt x="560623" y="1357791"/>
                  </a:lnTo>
                  <a:lnTo>
                    <a:pt x="560616" y="1357791"/>
                  </a:lnTo>
                  <a:lnTo>
                    <a:pt x="560605" y="1357793"/>
                  </a:lnTo>
                  <a:lnTo>
                    <a:pt x="560597" y="1357797"/>
                  </a:lnTo>
                  <a:lnTo>
                    <a:pt x="560586" y="1357804"/>
                  </a:lnTo>
                  <a:lnTo>
                    <a:pt x="560575" y="1357813"/>
                  </a:lnTo>
                  <a:lnTo>
                    <a:pt x="560566" y="1357818"/>
                  </a:lnTo>
                  <a:lnTo>
                    <a:pt x="560547" y="1357830"/>
                  </a:lnTo>
                  <a:lnTo>
                    <a:pt x="560537" y="1357835"/>
                  </a:lnTo>
                  <a:lnTo>
                    <a:pt x="560531" y="1357838"/>
                  </a:lnTo>
                  <a:lnTo>
                    <a:pt x="560522" y="1357841"/>
                  </a:lnTo>
                  <a:lnTo>
                    <a:pt x="560509" y="1357845"/>
                  </a:lnTo>
                  <a:lnTo>
                    <a:pt x="560495" y="1357849"/>
                  </a:lnTo>
                  <a:lnTo>
                    <a:pt x="560482" y="1357853"/>
                  </a:lnTo>
                  <a:lnTo>
                    <a:pt x="560474" y="1357855"/>
                  </a:lnTo>
                  <a:lnTo>
                    <a:pt x="560457" y="1357858"/>
                  </a:lnTo>
                  <a:lnTo>
                    <a:pt x="560449" y="1357860"/>
                  </a:lnTo>
                  <a:lnTo>
                    <a:pt x="560444" y="1357861"/>
                  </a:lnTo>
                  <a:lnTo>
                    <a:pt x="560433" y="1357867"/>
                  </a:lnTo>
                  <a:lnTo>
                    <a:pt x="560425" y="1357872"/>
                  </a:lnTo>
                  <a:lnTo>
                    <a:pt x="560419" y="1357878"/>
                  </a:lnTo>
                  <a:lnTo>
                    <a:pt x="560409" y="1357888"/>
                  </a:lnTo>
                  <a:lnTo>
                    <a:pt x="560390" y="1357908"/>
                  </a:lnTo>
                  <a:lnTo>
                    <a:pt x="560385" y="1357914"/>
                  </a:lnTo>
                  <a:lnTo>
                    <a:pt x="560374" y="1357920"/>
                  </a:lnTo>
                  <a:lnTo>
                    <a:pt x="560365" y="1357925"/>
                  </a:lnTo>
                  <a:lnTo>
                    <a:pt x="560356" y="1357930"/>
                  </a:lnTo>
                  <a:lnTo>
                    <a:pt x="560343" y="1357936"/>
                  </a:lnTo>
                  <a:lnTo>
                    <a:pt x="560327" y="1357943"/>
                  </a:lnTo>
                  <a:lnTo>
                    <a:pt x="560276" y="1357973"/>
                  </a:lnTo>
                  <a:lnTo>
                    <a:pt x="560268" y="1357978"/>
                  </a:lnTo>
                  <a:lnTo>
                    <a:pt x="560257" y="1357983"/>
                  </a:lnTo>
                  <a:lnTo>
                    <a:pt x="560247" y="1357987"/>
                  </a:lnTo>
                  <a:lnTo>
                    <a:pt x="560237" y="1357991"/>
                  </a:lnTo>
                  <a:lnTo>
                    <a:pt x="560225" y="1357993"/>
                  </a:lnTo>
                  <a:lnTo>
                    <a:pt x="560219" y="1357994"/>
                  </a:lnTo>
                  <a:lnTo>
                    <a:pt x="560213" y="1357995"/>
                  </a:lnTo>
                  <a:lnTo>
                    <a:pt x="560187" y="1357999"/>
                  </a:lnTo>
                  <a:lnTo>
                    <a:pt x="560175" y="1358000"/>
                  </a:lnTo>
                  <a:lnTo>
                    <a:pt x="560161" y="1358002"/>
                  </a:lnTo>
                  <a:lnTo>
                    <a:pt x="560155" y="1358002"/>
                  </a:lnTo>
                  <a:lnTo>
                    <a:pt x="560146" y="1358002"/>
                  </a:lnTo>
                  <a:lnTo>
                    <a:pt x="560139" y="1358001"/>
                  </a:lnTo>
                  <a:lnTo>
                    <a:pt x="560131" y="1358000"/>
                  </a:lnTo>
                  <a:lnTo>
                    <a:pt x="560124" y="1357999"/>
                  </a:lnTo>
                  <a:lnTo>
                    <a:pt x="560116" y="1357998"/>
                  </a:lnTo>
                  <a:lnTo>
                    <a:pt x="560108" y="1357999"/>
                  </a:lnTo>
                  <a:lnTo>
                    <a:pt x="560100" y="1358001"/>
                  </a:lnTo>
                  <a:lnTo>
                    <a:pt x="560092" y="1358006"/>
                  </a:lnTo>
                  <a:lnTo>
                    <a:pt x="560085" y="1358015"/>
                  </a:lnTo>
                  <a:lnTo>
                    <a:pt x="560079" y="1358026"/>
                  </a:lnTo>
                  <a:lnTo>
                    <a:pt x="560074" y="1358032"/>
                  </a:lnTo>
                  <a:lnTo>
                    <a:pt x="560069" y="1358037"/>
                  </a:lnTo>
                  <a:lnTo>
                    <a:pt x="560064" y="1358039"/>
                  </a:lnTo>
                  <a:lnTo>
                    <a:pt x="560059" y="1358041"/>
                  </a:lnTo>
                  <a:lnTo>
                    <a:pt x="560050" y="1358043"/>
                  </a:lnTo>
                  <a:lnTo>
                    <a:pt x="560039" y="1358046"/>
                  </a:lnTo>
                  <a:lnTo>
                    <a:pt x="560029" y="1358047"/>
                  </a:lnTo>
                  <a:lnTo>
                    <a:pt x="560018" y="1358049"/>
                  </a:lnTo>
                  <a:lnTo>
                    <a:pt x="560006" y="1358050"/>
                  </a:lnTo>
                  <a:lnTo>
                    <a:pt x="559996" y="1358050"/>
                  </a:lnTo>
                  <a:lnTo>
                    <a:pt x="559984" y="1358050"/>
                  </a:lnTo>
                  <a:lnTo>
                    <a:pt x="559973" y="1358050"/>
                  </a:lnTo>
                  <a:lnTo>
                    <a:pt x="559959" y="1358050"/>
                  </a:lnTo>
                  <a:lnTo>
                    <a:pt x="559949" y="1358050"/>
                  </a:lnTo>
                  <a:lnTo>
                    <a:pt x="559939" y="1358050"/>
                  </a:lnTo>
                  <a:lnTo>
                    <a:pt x="559931" y="1358051"/>
                  </a:lnTo>
                  <a:lnTo>
                    <a:pt x="559922" y="1358054"/>
                  </a:lnTo>
                  <a:lnTo>
                    <a:pt x="559918" y="1358056"/>
                  </a:lnTo>
                  <a:lnTo>
                    <a:pt x="559912" y="1358061"/>
                  </a:lnTo>
                  <a:lnTo>
                    <a:pt x="559906" y="1358070"/>
                  </a:lnTo>
                  <a:lnTo>
                    <a:pt x="559901" y="1358075"/>
                  </a:lnTo>
                  <a:lnTo>
                    <a:pt x="559897" y="1358080"/>
                  </a:lnTo>
                  <a:lnTo>
                    <a:pt x="559888" y="1358087"/>
                  </a:lnTo>
                  <a:lnTo>
                    <a:pt x="559880" y="1358092"/>
                  </a:lnTo>
                  <a:lnTo>
                    <a:pt x="559874" y="1358096"/>
                  </a:lnTo>
                  <a:lnTo>
                    <a:pt x="559868" y="1358100"/>
                  </a:lnTo>
                  <a:lnTo>
                    <a:pt x="559864" y="1358105"/>
                  </a:lnTo>
                  <a:lnTo>
                    <a:pt x="559853" y="1358118"/>
                  </a:lnTo>
                  <a:lnTo>
                    <a:pt x="559834" y="1358136"/>
                  </a:lnTo>
                  <a:lnTo>
                    <a:pt x="559828" y="1358143"/>
                  </a:lnTo>
                  <a:lnTo>
                    <a:pt x="559810" y="1358168"/>
                  </a:lnTo>
                  <a:lnTo>
                    <a:pt x="559799" y="1358187"/>
                  </a:lnTo>
                  <a:lnTo>
                    <a:pt x="559796" y="1358193"/>
                  </a:lnTo>
                  <a:lnTo>
                    <a:pt x="559793" y="1358199"/>
                  </a:lnTo>
                  <a:lnTo>
                    <a:pt x="559787" y="1358217"/>
                  </a:lnTo>
                  <a:lnTo>
                    <a:pt x="559783" y="1358227"/>
                  </a:lnTo>
                  <a:lnTo>
                    <a:pt x="559779" y="1358233"/>
                  </a:lnTo>
                  <a:lnTo>
                    <a:pt x="559773" y="1358238"/>
                  </a:lnTo>
                  <a:lnTo>
                    <a:pt x="559763" y="1358245"/>
                  </a:lnTo>
                  <a:lnTo>
                    <a:pt x="559751" y="1358252"/>
                  </a:lnTo>
                  <a:lnTo>
                    <a:pt x="559744" y="1358255"/>
                  </a:lnTo>
                  <a:lnTo>
                    <a:pt x="559739" y="1358258"/>
                  </a:lnTo>
                  <a:lnTo>
                    <a:pt x="559727" y="1358264"/>
                  </a:lnTo>
                  <a:lnTo>
                    <a:pt x="559717" y="1358267"/>
                  </a:lnTo>
                  <a:lnTo>
                    <a:pt x="559710" y="1358268"/>
                  </a:lnTo>
                  <a:lnTo>
                    <a:pt x="559702" y="1358267"/>
                  </a:lnTo>
                  <a:lnTo>
                    <a:pt x="559697" y="1358266"/>
                  </a:lnTo>
                  <a:lnTo>
                    <a:pt x="559692" y="1358265"/>
                  </a:lnTo>
                  <a:lnTo>
                    <a:pt x="559685" y="1358264"/>
                  </a:lnTo>
                  <a:lnTo>
                    <a:pt x="559678" y="1358263"/>
                  </a:lnTo>
                  <a:lnTo>
                    <a:pt x="559672" y="1358265"/>
                  </a:lnTo>
                  <a:lnTo>
                    <a:pt x="559664" y="1358269"/>
                  </a:lnTo>
                  <a:lnTo>
                    <a:pt x="559659" y="1358273"/>
                  </a:lnTo>
                  <a:lnTo>
                    <a:pt x="559649" y="1358278"/>
                  </a:lnTo>
                  <a:lnTo>
                    <a:pt x="559635" y="1358287"/>
                  </a:lnTo>
                  <a:lnTo>
                    <a:pt x="559625" y="1358295"/>
                  </a:lnTo>
                  <a:lnTo>
                    <a:pt x="559615" y="1358301"/>
                  </a:lnTo>
                  <a:lnTo>
                    <a:pt x="559604" y="1358307"/>
                  </a:lnTo>
                  <a:lnTo>
                    <a:pt x="559598" y="1358311"/>
                  </a:lnTo>
                  <a:lnTo>
                    <a:pt x="559593" y="1358317"/>
                  </a:lnTo>
                  <a:lnTo>
                    <a:pt x="559588" y="1358322"/>
                  </a:lnTo>
                  <a:lnTo>
                    <a:pt x="559584" y="1358324"/>
                  </a:lnTo>
                  <a:lnTo>
                    <a:pt x="559575" y="1358324"/>
                  </a:lnTo>
                  <a:lnTo>
                    <a:pt x="559567" y="1358324"/>
                  </a:lnTo>
                  <a:lnTo>
                    <a:pt x="559561" y="1358324"/>
                  </a:lnTo>
                  <a:lnTo>
                    <a:pt x="559553" y="1358325"/>
                  </a:lnTo>
                  <a:lnTo>
                    <a:pt x="559545" y="1358327"/>
                  </a:lnTo>
                  <a:lnTo>
                    <a:pt x="559535" y="1358330"/>
                  </a:lnTo>
                  <a:lnTo>
                    <a:pt x="559508" y="1358338"/>
                  </a:lnTo>
                  <a:lnTo>
                    <a:pt x="559489" y="1358343"/>
                  </a:lnTo>
                  <a:lnTo>
                    <a:pt x="559476" y="1358347"/>
                  </a:lnTo>
                  <a:lnTo>
                    <a:pt x="559470" y="1358350"/>
                  </a:lnTo>
                  <a:lnTo>
                    <a:pt x="559437" y="1358363"/>
                  </a:lnTo>
                  <a:lnTo>
                    <a:pt x="559406" y="1358375"/>
                  </a:lnTo>
                  <a:lnTo>
                    <a:pt x="559397" y="1358378"/>
                  </a:lnTo>
                  <a:lnTo>
                    <a:pt x="559388" y="1358382"/>
                  </a:lnTo>
                  <a:lnTo>
                    <a:pt x="559371" y="1358391"/>
                  </a:lnTo>
                  <a:lnTo>
                    <a:pt x="559361" y="1358396"/>
                  </a:lnTo>
                  <a:lnTo>
                    <a:pt x="559356" y="1358398"/>
                  </a:lnTo>
                  <a:lnTo>
                    <a:pt x="559346" y="1358403"/>
                  </a:lnTo>
                  <a:lnTo>
                    <a:pt x="559337" y="1358407"/>
                  </a:lnTo>
                  <a:lnTo>
                    <a:pt x="559324" y="1358413"/>
                  </a:lnTo>
                  <a:lnTo>
                    <a:pt x="559316" y="1358416"/>
                  </a:lnTo>
                  <a:lnTo>
                    <a:pt x="559309" y="1358418"/>
                  </a:lnTo>
                  <a:lnTo>
                    <a:pt x="559302" y="1358419"/>
                  </a:lnTo>
                  <a:lnTo>
                    <a:pt x="559296" y="1358420"/>
                  </a:lnTo>
                  <a:lnTo>
                    <a:pt x="559288" y="1358421"/>
                  </a:lnTo>
                  <a:lnTo>
                    <a:pt x="559276" y="1358422"/>
                  </a:lnTo>
                  <a:lnTo>
                    <a:pt x="559267" y="1358422"/>
                  </a:lnTo>
                  <a:lnTo>
                    <a:pt x="559254" y="1358422"/>
                  </a:lnTo>
                  <a:lnTo>
                    <a:pt x="559240" y="1358422"/>
                  </a:lnTo>
                  <a:lnTo>
                    <a:pt x="559231" y="1358421"/>
                  </a:lnTo>
                  <a:lnTo>
                    <a:pt x="559219" y="1358421"/>
                  </a:lnTo>
                  <a:lnTo>
                    <a:pt x="559213" y="1358422"/>
                  </a:lnTo>
                  <a:lnTo>
                    <a:pt x="559207" y="1358424"/>
                  </a:lnTo>
                  <a:lnTo>
                    <a:pt x="559203" y="1358426"/>
                  </a:lnTo>
                  <a:lnTo>
                    <a:pt x="559195" y="1358431"/>
                  </a:lnTo>
                  <a:lnTo>
                    <a:pt x="559188" y="1358435"/>
                  </a:lnTo>
                  <a:lnTo>
                    <a:pt x="559182" y="1358438"/>
                  </a:lnTo>
                  <a:lnTo>
                    <a:pt x="559172" y="1358443"/>
                  </a:lnTo>
                  <a:lnTo>
                    <a:pt x="559167" y="1358445"/>
                  </a:lnTo>
                  <a:lnTo>
                    <a:pt x="559149" y="1358455"/>
                  </a:lnTo>
                  <a:lnTo>
                    <a:pt x="559139" y="1358459"/>
                  </a:lnTo>
                  <a:lnTo>
                    <a:pt x="559093" y="1358476"/>
                  </a:lnTo>
                  <a:lnTo>
                    <a:pt x="559083" y="1358479"/>
                  </a:lnTo>
                  <a:lnTo>
                    <a:pt x="559076" y="1358480"/>
                  </a:lnTo>
                  <a:lnTo>
                    <a:pt x="559070" y="1358479"/>
                  </a:lnTo>
                  <a:lnTo>
                    <a:pt x="559059" y="1358474"/>
                  </a:lnTo>
                  <a:lnTo>
                    <a:pt x="559050" y="1358470"/>
                  </a:lnTo>
                  <a:lnTo>
                    <a:pt x="559037" y="1358461"/>
                  </a:lnTo>
                  <a:lnTo>
                    <a:pt x="559030" y="1358457"/>
                  </a:lnTo>
                  <a:lnTo>
                    <a:pt x="559020" y="1358454"/>
                  </a:lnTo>
                  <a:lnTo>
                    <a:pt x="559015" y="1358453"/>
                  </a:lnTo>
                  <a:lnTo>
                    <a:pt x="559010" y="1358453"/>
                  </a:lnTo>
                  <a:lnTo>
                    <a:pt x="559005" y="1358454"/>
                  </a:lnTo>
                  <a:lnTo>
                    <a:pt x="558999" y="1358456"/>
                  </a:lnTo>
                  <a:lnTo>
                    <a:pt x="558993" y="1358461"/>
                  </a:lnTo>
                  <a:lnTo>
                    <a:pt x="558983" y="1358468"/>
                  </a:lnTo>
                  <a:lnTo>
                    <a:pt x="558973" y="1358475"/>
                  </a:lnTo>
                  <a:lnTo>
                    <a:pt x="558965" y="1358482"/>
                  </a:lnTo>
                  <a:lnTo>
                    <a:pt x="558954" y="1358490"/>
                  </a:lnTo>
                  <a:lnTo>
                    <a:pt x="558944" y="1358499"/>
                  </a:lnTo>
                  <a:lnTo>
                    <a:pt x="558937" y="1358505"/>
                  </a:lnTo>
                  <a:lnTo>
                    <a:pt x="558927" y="1358511"/>
                  </a:lnTo>
                  <a:lnTo>
                    <a:pt x="558917" y="1358516"/>
                  </a:lnTo>
                  <a:lnTo>
                    <a:pt x="558906" y="1358520"/>
                  </a:lnTo>
                  <a:lnTo>
                    <a:pt x="558896" y="1358524"/>
                  </a:lnTo>
                  <a:lnTo>
                    <a:pt x="558883" y="1358529"/>
                  </a:lnTo>
                  <a:lnTo>
                    <a:pt x="558872" y="1358533"/>
                  </a:lnTo>
                  <a:lnTo>
                    <a:pt x="558861" y="1358537"/>
                  </a:lnTo>
                  <a:lnTo>
                    <a:pt x="558850" y="1358540"/>
                  </a:lnTo>
                  <a:lnTo>
                    <a:pt x="558842" y="1358542"/>
                  </a:lnTo>
                  <a:lnTo>
                    <a:pt x="558835" y="1358542"/>
                  </a:lnTo>
                  <a:lnTo>
                    <a:pt x="558829" y="1358542"/>
                  </a:lnTo>
                  <a:lnTo>
                    <a:pt x="558823" y="1358541"/>
                  </a:lnTo>
                  <a:lnTo>
                    <a:pt x="558815" y="1358537"/>
                  </a:lnTo>
                  <a:lnTo>
                    <a:pt x="558801" y="1358528"/>
                  </a:lnTo>
                  <a:lnTo>
                    <a:pt x="558793" y="1358525"/>
                  </a:lnTo>
                  <a:lnTo>
                    <a:pt x="558787" y="1358525"/>
                  </a:lnTo>
                  <a:lnTo>
                    <a:pt x="558778" y="1358526"/>
                  </a:lnTo>
                  <a:lnTo>
                    <a:pt x="558767" y="1358527"/>
                  </a:lnTo>
                  <a:lnTo>
                    <a:pt x="558757" y="1358527"/>
                  </a:lnTo>
                  <a:lnTo>
                    <a:pt x="558745" y="1358527"/>
                  </a:lnTo>
                  <a:lnTo>
                    <a:pt x="558732" y="1358527"/>
                  </a:lnTo>
                  <a:lnTo>
                    <a:pt x="558724" y="1358527"/>
                  </a:lnTo>
                  <a:lnTo>
                    <a:pt x="558717" y="1358525"/>
                  </a:lnTo>
                  <a:lnTo>
                    <a:pt x="558706" y="1358523"/>
                  </a:lnTo>
                  <a:lnTo>
                    <a:pt x="558698" y="1358520"/>
                  </a:lnTo>
                  <a:lnTo>
                    <a:pt x="558691" y="1358517"/>
                  </a:lnTo>
                  <a:lnTo>
                    <a:pt x="558684" y="1358512"/>
                  </a:lnTo>
                  <a:lnTo>
                    <a:pt x="558677" y="1358508"/>
                  </a:lnTo>
                  <a:lnTo>
                    <a:pt x="558670" y="1358505"/>
                  </a:lnTo>
                  <a:lnTo>
                    <a:pt x="558662" y="1358502"/>
                  </a:lnTo>
                  <a:lnTo>
                    <a:pt x="558657" y="1358501"/>
                  </a:lnTo>
                  <a:lnTo>
                    <a:pt x="558650" y="1358498"/>
                  </a:lnTo>
                  <a:lnTo>
                    <a:pt x="558635" y="1358491"/>
                  </a:lnTo>
                  <a:lnTo>
                    <a:pt x="558624" y="1358484"/>
                  </a:lnTo>
                  <a:lnTo>
                    <a:pt x="558619" y="1358485"/>
                  </a:lnTo>
                  <a:lnTo>
                    <a:pt x="558612" y="1358490"/>
                  </a:lnTo>
                  <a:lnTo>
                    <a:pt x="558607" y="1358496"/>
                  </a:lnTo>
                  <a:lnTo>
                    <a:pt x="558604" y="1358500"/>
                  </a:lnTo>
                  <a:lnTo>
                    <a:pt x="558600" y="1358504"/>
                  </a:lnTo>
                  <a:lnTo>
                    <a:pt x="558598" y="1358509"/>
                  </a:lnTo>
                  <a:lnTo>
                    <a:pt x="558593" y="1358518"/>
                  </a:lnTo>
                  <a:lnTo>
                    <a:pt x="558589" y="1358525"/>
                  </a:lnTo>
                  <a:lnTo>
                    <a:pt x="558585" y="1358530"/>
                  </a:lnTo>
                  <a:lnTo>
                    <a:pt x="558574" y="1358536"/>
                  </a:lnTo>
                  <a:lnTo>
                    <a:pt x="558564" y="1358540"/>
                  </a:lnTo>
                  <a:lnTo>
                    <a:pt x="558556" y="1358543"/>
                  </a:lnTo>
                  <a:lnTo>
                    <a:pt x="558549" y="1358546"/>
                  </a:lnTo>
                  <a:lnTo>
                    <a:pt x="558541" y="1358548"/>
                  </a:lnTo>
                  <a:lnTo>
                    <a:pt x="558536" y="1358549"/>
                  </a:lnTo>
                  <a:lnTo>
                    <a:pt x="558529" y="1358551"/>
                  </a:lnTo>
                  <a:lnTo>
                    <a:pt x="558521" y="1358554"/>
                  </a:lnTo>
                  <a:lnTo>
                    <a:pt x="558516" y="1358556"/>
                  </a:lnTo>
                  <a:lnTo>
                    <a:pt x="558507" y="1358556"/>
                  </a:lnTo>
                  <a:lnTo>
                    <a:pt x="558501" y="1358555"/>
                  </a:lnTo>
                  <a:lnTo>
                    <a:pt x="558495" y="1358554"/>
                  </a:lnTo>
                  <a:lnTo>
                    <a:pt x="558489" y="1358554"/>
                  </a:lnTo>
                  <a:lnTo>
                    <a:pt x="558478" y="1358557"/>
                  </a:lnTo>
                  <a:lnTo>
                    <a:pt x="558470" y="1358560"/>
                  </a:lnTo>
                  <a:lnTo>
                    <a:pt x="558465" y="1358564"/>
                  </a:lnTo>
                  <a:lnTo>
                    <a:pt x="558460" y="1358569"/>
                  </a:lnTo>
                  <a:lnTo>
                    <a:pt x="558455" y="1358576"/>
                  </a:lnTo>
                  <a:lnTo>
                    <a:pt x="558450" y="1358588"/>
                  </a:lnTo>
                  <a:lnTo>
                    <a:pt x="558445" y="1358598"/>
                  </a:lnTo>
                  <a:lnTo>
                    <a:pt x="558439" y="1358606"/>
                  </a:lnTo>
                  <a:lnTo>
                    <a:pt x="558436" y="1358611"/>
                  </a:lnTo>
                  <a:lnTo>
                    <a:pt x="558431" y="1358619"/>
                  </a:lnTo>
                  <a:lnTo>
                    <a:pt x="558429" y="1358623"/>
                  </a:lnTo>
                  <a:lnTo>
                    <a:pt x="558424" y="1358633"/>
                  </a:lnTo>
                  <a:lnTo>
                    <a:pt x="558419" y="1358640"/>
                  </a:lnTo>
                  <a:lnTo>
                    <a:pt x="558414" y="1358646"/>
                  </a:lnTo>
                  <a:lnTo>
                    <a:pt x="558408" y="1358652"/>
                  </a:lnTo>
                  <a:lnTo>
                    <a:pt x="558403" y="1358657"/>
                  </a:lnTo>
                  <a:lnTo>
                    <a:pt x="558396" y="1358662"/>
                  </a:lnTo>
                  <a:lnTo>
                    <a:pt x="558382" y="1358673"/>
                  </a:lnTo>
                  <a:lnTo>
                    <a:pt x="558375" y="1358671"/>
                  </a:lnTo>
                  <a:lnTo>
                    <a:pt x="558371" y="1358666"/>
                  </a:lnTo>
                  <a:lnTo>
                    <a:pt x="558364" y="1358662"/>
                  </a:lnTo>
                  <a:lnTo>
                    <a:pt x="558350" y="1358659"/>
                  </a:lnTo>
                  <a:lnTo>
                    <a:pt x="558332" y="1358659"/>
                  </a:lnTo>
                  <a:lnTo>
                    <a:pt x="558320" y="1358660"/>
                  </a:lnTo>
                  <a:lnTo>
                    <a:pt x="558311" y="1358660"/>
                  </a:lnTo>
                  <a:lnTo>
                    <a:pt x="558299" y="1358662"/>
                  </a:lnTo>
                  <a:lnTo>
                    <a:pt x="558290" y="1358663"/>
                  </a:lnTo>
                  <a:lnTo>
                    <a:pt x="558284" y="1358663"/>
                  </a:lnTo>
                  <a:lnTo>
                    <a:pt x="558276" y="1358662"/>
                  </a:lnTo>
                  <a:lnTo>
                    <a:pt x="558269" y="1358661"/>
                  </a:lnTo>
                  <a:lnTo>
                    <a:pt x="558263" y="1358660"/>
                  </a:lnTo>
                  <a:lnTo>
                    <a:pt x="558254" y="1358656"/>
                  </a:lnTo>
                  <a:lnTo>
                    <a:pt x="558246" y="1358655"/>
                  </a:lnTo>
                  <a:lnTo>
                    <a:pt x="558216" y="1358655"/>
                  </a:lnTo>
                  <a:lnTo>
                    <a:pt x="557916" y="1358660"/>
                  </a:lnTo>
                  <a:lnTo>
                    <a:pt x="557857" y="1358661"/>
                  </a:lnTo>
                  <a:lnTo>
                    <a:pt x="557771" y="1358662"/>
                  </a:lnTo>
                  <a:lnTo>
                    <a:pt x="557704" y="1358663"/>
                  </a:lnTo>
                  <a:lnTo>
                    <a:pt x="557685" y="1358663"/>
                  </a:lnTo>
                  <a:lnTo>
                    <a:pt x="557493" y="1358667"/>
                  </a:lnTo>
                  <a:lnTo>
                    <a:pt x="557469" y="1358666"/>
                  </a:lnTo>
                  <a:lnTo>
                    <a:pt x="557464" y="1358663"/>
                  </a:lnTo>
                  <a:lnTo>
                    <a:pt x="557449" y="1358637"/>
                  </a:lnTo>
                  <a:lnTo>
                    <a:pt x="557445" y="1358630"/>
                  </a:lnTo>
                  <a:lnTo>
                    <a:pt x="557441" y="1358622"/>
                  </a:lnTo>
                  <a:lnTo>
                    <a:pt x="557439" y="1358606"/>
                  </a:lnTo>
                  <a:lnTo>
                    <a:pt x="557436" y="1358594"/>
                  </a:lnTo>
                  <a:lnTo>
                    <a:pt x="557433" y="1358584"/>
                  </a:lnTo>
                  <a:lnTo>
                    <a:pt x="557432" y="1358576"/>
                  </a:lnTo>
                  <a:lnTo>
                    <a:pt x="557427" y="1358558"/>
                  </a:lnTo>
                  <a:lnTo>
                    <a:pt x="557426" y="1358552"/>
                  </a:lnTo>
                  <a:lnTo>
                    <a:pt x="557426" y="1358546"/>
                  </a:lnTo>
                  <a:lnTo>
                    <a:pt x="557433" y="1358539"/>
                  </a:lnTo>
                  <a:lnTo>
                    <a:pt x="557441" y="1358534"/>
                  </a:lnTo>
                  <a:lnTo>
                    <a:pt x="557449" y="1358528"/>
                  </a:lnTo>
                  <a:lnTo>
                    <a:pt x="557455" y="1358523"/>
                  </a:lnTo>
                  <a:lnTo>
                    <a:pt x="557469" y="1358513"/>
                  </a:lnTo>
                  <a:lnTo>
                    <a:pt x="557474" y="1358504"/>
                  </a:lnTo>
                  <a:lnTo>
                    <a:pt x="557477" y="1358497"/>
                  </a:lnTo>
                  <a:lnTo>
                    <a:pt x="557479" y="1358489"/>
                  </a:lnTo>
                  <a:lnTo>
                    <a:pt x="557481" y="1358482"/>
                  </a:lnTo>
                  <a:lnTo>
                    <a:pt x="557483" y="1358475"/>
                  </a:lnTo>
                  <a:lnTo>
                    <a:pt x="557488" y="1358462"/>
                  </a:lnTo>
                  <a:lnTo>
                    <a:pt x="557491" y="1358452"/>
                  </a:lnTo>
                  <a:lnTo>
                    <a:pt x="557493" y="1358442"/>
                  </a:lnTo>
                  <a:lnTo>
                    <a:pt x="557494" y="1358434"/>
                  </a:lnTo>
                  <a:lnTo>
                    <a:pt x="557491" y="1358426"/>
                  </a:lnTo>
                  <a:lnTo>
                    <a:pt x="557482" y="1358416"/>
                  </a:lnTo>
                  <a:lnTo>
                    <a:pt x="557474" y="1358407"/>
                  </a:lnTo>
                  <a:lnTo>
                    <a:pt x="557472" y="1358402"/>
                  </a:lnTo>
                  <a:lnTo>
                    <a:pt x="557469" y="1358393"/>
                  </a:lnTo>
                  <a:lnTo>
                    <a:pt x="557468" y="1358382"/>
                  </a:lnTo>
                  <a:lnTo>
                    <a:pt x="557469" y="1358372"/>
                  </a:lnTo>
                  <a:lnTo>
                    <a:pt x="557470" y="1358357"/>
                  </a:lnTo>
                  <a:lnTo>
                    <a:pt x="557471" y="1358344"/>
                  </a:lnTo>
                  <a:lnTo>
                    <a:pt x="557470" y="1358331"/>
                  </a:lnTo>
                  <a:lnTo>
                    <a:pt x="557469" y="1358323"/>
                  </a:lnTo>
                  <a:lnTo>
                    <a:pt x="557469" y="1358310"/>
                  </a:lnTo>
                  <a:lnTo>
                    <a:pt x="557468" y="1358299"/>
                  </a:lnTo>
                  <a:lnTo>
                    <a:pt x="557468" y="1358293"/>
                  </a:lnTo>
                  <a:lnTo>
                    <a:pt x="557466" y="1358287"/>
                  </a:lnTo>
                  <a:lnTo>
                    <a:pt x="557462" y="1358283"/>
                  </a:lnTo>
                  <a:lnTo>
                    <a:pt x="557458" y="1358279"/>
                  </a:lnTo>
                  <a:lnTo>
                    <a:pt x="557449" y="1358271"/>
                  </a:lnTo>
                  <a:lnTo>
                    <a:pt x="557442" y="1358264"/>
                  </a:lnTo>
                  <a:lnTo>
                    <a:pt x="557430" y="1358255"/>
                  </a:lnTo>
                  <a:lnTo>
                    <a:pt x="557424" y="1358250"/>
                  </a:lnTo>
                  <a:lnTo>
                    <a:pt x="557414" y="1358241"/>
                  </a:lnTo>
                  <a:lnTo>
                    <a:pt x="557406" y="1358233"/>
                  </a:lnTo>
                  <a:lnTo>
                    <a:pt x="557399" y="1358223"/>
                  </a:lnTo>
                  <a:lnTo>
                    <a:pt x="557385" y="1358207"/>
                  </a:lnTo>
                  <a:lnTo>
                    <a:pt x="557367" y="1358189"/>
                  </a:lnTo>
                  <a:lnTo>
                    <a:pt x="557363" y="1358185"/>
                  </a:lnTo>
                  <a:lnTo>
                    <a:pt x="557357" y="1358177"/>
                  </a:lnTo>
                  <a:lnTo>
                    <a:pt x="557350" y="1358168"/>
                  </a:lnTo>
                  <a:lnTo>
                    <a:pt x="557344" y="1358159"/>
                  </a:lnTo>
                  <a:lnTo>
                    <a:pt x="557333" y="1358145"/>
                  </a:lnTo>
                  <a:lnTo>
                    <a:pt x="557328" y="1358140"/>
                  </a:lnTo>
                  <a:lnTo>
                    <a:pt x="557314" y="1358129"/>
                  </a:lnTo>
                  <a:lnTo>
                    <a:pt x="557307" y="1358124"/>
                  </a:lnTo>
                  <a:lnTo>
                    <a:pt x="557285" y="1358110"/>
                  </a:lnTo>
                  <a:lnTo>
                    <a:pt x="557273" y="1358103"/>
                  </a:lnTo>
                  <a:lnTo>
                    <a:pt x="557266" y="1358101"/>
                  </a:lnTo>
                  <a:lnTo>
                    <a:pt x="557254" y="1358100"/>
                  </a:lnTo>
                  <a:lnTo>
                    <a:pt x="557239" y="1358099"/>
                  </a:lnTo>
                  <a:lnTo>
                    <a:pt x="557226" y="1358099"/>
                  </a:lnTo>
                  <a:lnTo>
                    <a:pt x="557207" y="1358099"/>
                  </a:lnTo>
                  <a:lnTo>
                    <a:pt x="557194" y="1358098"/>
                  </a:lnTo>
                  <a:lnTo>
                    <a:pt x="557188" y="1358097"/>
                  </a:lnTo>
                  <a:lnTo>
                    <a:pt x="557177" y="1358100"/>
                  </a:lnTo>
                  <a:lnTo>
                    <a:pt x="557172" y="1358103"/>
                  </a:lnTo>
                  <a:lnTo>
                    <a:pt x="557162" y="1358104"/>
                  </a:lnTo>
                  <a:lnTo>
                    <a:pt x="557155" y="1358104"/>
                  </a:lnTo>
                  <a:lnTo>
                    <a:pt x="557145" y="1358103"/>
                  </a:lnTo>
                  <a:lnTo>
                    <a:pt x="557136" y="1358102"/>
                  </a:lnTo>
                  <a:lnTo>
                    <a:pt x="557116" y="1358105"/>
                  </a:lnTo>
                  <a:lnTo>
                    <a:pt x="557108" y="1358107"/>
                  </a:lnTo>
                  <a:lnTo>
                    <a:pt x="557103" y="1358110"/>
                  </a:lnTo>
                  <a:lnTo>
                    <a:pt x="557097" y="1358114"/>
                  </a:lnTo>
                  <a:lnTo>
                    <a:pt x="557092" y="1358120"/>
                  </a:lnTo>
                  <a:lnTo>
                    <a:pt x="557088" y="1358127"/>
                  </a:lnTo>
                  <a:lnTo>
                    <a:pt x="557084" y="1358135"/>
                  </a:lnTo>
                  <a:lnTo>
                    <a:pt x="557079" y="1358140"/>
                  </a:lnTo>
                  <a:lnTo>
                    <a:pt x="557071" y="1358151"/>
                  </a:lnTo>
                  <a:lnTo>
                    <a:pt x="557058" y="1358163"/>
                  </a:lnTo>
                  <a:lnTo>
                    <a:pt x="557052" y="1358169"/>
                  </a:lnTo>
                  <a:lnTo>
                    <a:pt x="557047" y="1358177"/>
                  </a:lnTo>
                  <a:lnTo>
                    <a:pt x="557042" y="1358180"/>
                  </a:lnTo>
                  <a:lnTo>
                    <a:pt x="557028" y="1358185"/>
                  </a:lnTo>
                  <a:lnTo>
                    <a:pt x="557011" y="1358190"/>
                  </a:lnTo>
                  <a:lnTo>
                    <a:pt x="557001" y="1358191"/>
                  </a:lnTo>
                  <a:lnTo>
                    <a:pt x="556982" y="1358195"/>
                  </a:lnTo>
                  <a:lnTo>
                    <a:pt x="556964" y="1358198"/>
                  </a:lnTo>
                  <a:lnTo>
                    <a:pt x="556951" y="1358199"/>
                  </a:lnTo>
                  <a:lnTo>
                    <a:pt x="556940" y="1358200"/>
                  </a:lnTo>
                  <a:lnTo>
                    <a:pt x="556925" y="1358203"/>
                  </a:lnTo>
                  <a:lnTo>
                    <a:pt x="556920" y="1358205"/>
                  </a:lnTo>
                  <a:lnTo>
                    <a:pt x="556914" y="1358209"/>
                  </a:lnTo>
                  <a:lnTo>
                    <a:pt x="556906" y="1358216"/>
                  </a:lnTo>
                  <a:lnTo>
                    <a:pt x="556899" y="1358224"/>
                  </a:lnTo>
                  <a:lnTo>
                    <a:pt x="556892" y="1358234"/>
                  </a:lnTo>
                  <a:lnTo>
                    <a:pt x="556886" y="1358238"/>
                  </a:lnTo>
                  <a:lnTo>
                    <a:pt x="556872" y="1358242"/>
                  </a:lnTo>
                  <a:lnTo>
                    <a:pt x="556861" y="1358248"/>
                  </a:lnTo>
                  <a:lnTo>
                    <a:pt x="556833" y="1358280"/>
                  </a:lnTo>
                  <a:lnTo>
                    <a:pt x="556826" y="1358292"/>
                  </a:lnTo>
                  <a:lnTo>
                    <a:pt x="556818" y="1358303"/>
                  </a:lnTo>
                  <a:lnTo>
                    <a:pt x="556803" y="1358327"/>
                  </a:lnTo>
                  <a:lnTo>
                    <a:pt x="556793" y="1358336"/>
                  </a:lnTo>
                  <a:lnTo>
                    <a:pt x="556785" y="1358338"/>
                  </a:lnTo>
                  <a:lnTo>
                    <a:pt x="556771" y="1358341"/>
                  </a:lnTo>
                  <a:lnTo>
                    <a:pt x="556763" y="1358343"/>
                  </a:lnTo>
                  <a:lnTo>
                    <a:pt x="556748" y="1358346"/>
                  </a:lnTo>
                  <a:lnTo>
                    <a:pt x="556609" y="1358392"/>
                  </a:lnTo>
                  <a:lnTo>
                    <a:pt x="556602" y="1358380"/>
                  </a:lnTo>
                  <a:lnTo>
                    <a:pt x="556598" y="1358372"/>
                  </a:lnTo>
                  <a:lnTo>
                    <a:pt x="556595" y="1358365"/>
                  </a:lnTo>
                  <a:lnTo>
                    <a:pt x="556593" y="1358357"/>
                  </a:lnTo>
                  <a:lnTo>
                    <a:pt x="556591" y="1358344"/>
                  </a:lnTo>
                  <a:lnTo>
                    <a:pt x="556591" y="1358338"/>
                  </a:lnTo>
                  <a:lnTo>
                    <a:pt x="556592" y="1358328"/>
                  </a:lnTo>
                  <a:lnTo>
                    <a:pt x="556592" y="1358319"/>
                  </a:lnTo>
                  <a:lnTo>
                    <a:pt x="556592" y="1358311"/>
                  </a:lnTo>
                  <a:lnTo>
                    <a:pt x="556591" y="1358302"/>
                  </a:lnTo>
                  <a:lnTo>
                    <a:pt x="556583" y="1358281"/>
                  </a:lnTo>
                  <a:lnTo>
                    <a:pt x="556580" y="1358273"/>
                  </a:lnTo>
                  <a:lnTo>
                    <a:pt x="556579" y="1358266"/>
                  </a:lnTo>
                  <a:lnTo>
                    <a:pt x="556578" y="1358260"/>
                  </a:lnTo>
                  <a:lnTo>
                    <a:pt x="556578" y="1358245"/>
                  </a:lnTo>
                  <a:lnTo>
                    <a:pt x="556578" y="1358227"/>
                  </a:lnTo>
                  <a:lnTo>
                    <a:pt x="556577" y="1358219"/>
                  </a:lnTo>
                  <a:lnTo>
                    <a:pt x="556565" y="1358191"/>
                  </a:lnTo>
                  <a:lnTo>
                    <a:pt x="556563" y="1358187"/>
                  </a:lnTo>
                  <a:lnTo>
                    <a:pt x="556557" y="1358173"/>
                  </a:lnTo>
                  <a:lnTo>
                    <a:pt x="556553" y="1358161"/>
                  </a:lnTo>
                  <a:lnTo>
                    <a:pt x="556552" y="1358154"/>
                  </a:lnTo>
                  <a:lnTo>
                    <a:pt x="556551" y="1358148"/>
                  </a:lnTo>
                  <a:lnTo>
                    <a:pt x="556548" y="1358141"/>
                  </a:lnTo>
                  <a:lnTo>
                    <a:pt x="556545" y="1358135"/>
                  </a:lnTo>
                  <a:lnTo>
                    <a:pt x="556541" y="1358129"/>
                  </a:lnTo>
                  <a:lnTo>
                    <a:pt x="556537" y="1358124"/>
                  </a:lnTo>
                  <a:lnTo>
                    <a:pt x="556532" y="1358118"/>
                  </a:lnTo>
                  <a:lnTo>
                    <a:pt x="556529" y="1358113"/>
                  </a:lnTo>
                  <a:lnTo>
                    <a:pt x="556525" y="1358107"/>
                  </a:lnTo>
                  <a:lnTo>
                    <a:pt x="556521" y="1358101"/>
                  </a:lnTo>
                  <a:lnTo>
                    <a:pt x="556517" y="1358094"/>
                  </a:lnTo>
                  <a:lnTo>
                    <a:pt x="556512" y="1358086"/>
                  </a:lnTo>
                  <a:lnTo>
                    <a:pt x="556507" y="1358077"/>
                  </a:lnTo>
                  <a:lnTo>
                    <a:pt x="556503" y="1358070"/>
                  </a:lnTo>
                  <a:lnTo>
                    <a:pt x="556498" y="1358061"/>
                  </a:lnTo>
                  <a:lnTo>
                    <a:pt x="556491" y="1358053"/>
                  </a:lnTo>
                  <a:lnTo>
                    <a:pt x="556486" y="1358049"/>
                  </a:lnTo>
                  <a:lnTo>
                    <a:pt x="556481" y="1358046"/>
                  </a:lnTo>
                  <a:lnTo>
                    <a:pt x="556474" y="1358041"/>
                  </a:lnTo>
                  <a:lnTo>
                    <a:pt x="556467" y="1358036"/>
                  </a:lnTo>
                  <a:lnTo>
                    <a:pt x="556462" y="1358031"/>
                  </a:lnTo>
                  <a:lnTo>
                    <a:pt x="556456" y="1358026"/>
                  </a:lnTo>
                  <a:lnTo>
                    <a:pt x="556451" y="1358020"/>
                  </a:lnTo>
                  <a:lnTo>
                    <a:pt x="556446" y="1358013"/>
                  </a:lnTo>
                  <a:lnTo>
                    <a:pt x="556443" y="1358009"/>
                  </a:lnTo>
                  <a:lnTo>
                    <a:pt x="556436" y="1358002"/>
                  </a:lnTo>
                  <a:lnTo>
                    <a:pt x="556433" y="1357997"/>
                  </a:lnTo>
                  <a:lnTo>
                    <a:pt x="556428" y="1357991"/>
                  </a:lnTo>
                  <a:lnTo>
                    <a:pt x="556421" y="1357986"/>
                  </a:lnTo>
                  <a:lnTo>
                    <a:pt x="556414" y="1357980"/>
                  </a:lnTo>
                  <a:lnTo>
                    <a:pt x="556406" y="1357974"/>
                  </a:lnTo>
                  <a:lnTo>
                    <a:pt x="556399" y="1357972"/>
                  </a:lnTo>
                  <a:lnTo>
                    <a:pt x="556391" y="1357969"/>
                  </a:lnTo>
                  <a:lnTo>
                    <a:pt x="556383" y="1357964"/>
                  </a:lnTo>
                  <a:lnTo>
                    <a:pt x="556373" y="1357955"/>
                  </a:lnTo>
                  <a:lnTo>
                    <a:pt x="556364" y="1357950"/>
                  </a:lnTo>
                  <a:lnTo>
                    <a:pt x="556358" y="1357947"/>
                  </a:lnTo>
                  <a:lnTo>
                    <a:pt x="556353" y="1357942"/>
                  </a:lnTo>
                  <a:lnTo>
                    <a:pt x="556348" y="1357938"/>
                  </a:lnTo>
                  <a:lnTo>
                    <a:pt x="556341" y="1357932"/>
                  </a:lnTo>
                  <a:lnTo>
                    <a:pt x="556336" y="1357928"/>
                  </a:lnTo>
                  <a:lnTo>
                    <a:pt x="556325" y="1357922"/>
                  </a:lnTo>
                  <a:lnTo>
                    <a:pt x="556320" y="1357919"/>
                  </a:lnTo>
                  <a:lnTo>
                    <a:pt x="556315" y="1357915"/>
                  </a:lnTo>
                  <a:lnTo>
                    <a:pt x="556311" y="1357911"/>
                  </a:lnTo>
                  <a:lnTo>
                    <a:pt x="556306" y="1357906"/>
                  </a:lnTo>
                  <a:lnTo>
                    <a:pt x="556300" y="1357898"/>
                  </a:lnTo>
                  <a:lnTo>
                    <a:pt x="556296" y="1357894"/>
                  </a:lnTo>
                  <a:lnTo>
                    <a:pt x="556292" y="1357889"/>
                  </a:lnTo>
                  <a:lnTo>
                    <a:pt x="556285" y="1357879"/>
                  </a:lnTo>
                  <a:lnTo>
                    <a:pt x="556281" y="1357872"/>
                  </a:lnTo>
                  <a:lnTo>
                    <a:pt x="556277" y="1357868"/>
                  </a:lnTo>
                  <a:lnTo>
                    <a:pt x="556268" y="1357861"/>
                  </a:lnTo>
                  <a:lnTo>
                    <a:pt x="556259" y="1357852"/>
                  </a:lnTo>
                  <a:lnTo>
                    <a:pt x="556249" y="1357843"/>
                  </a:lnTo>
                  <a:lnTo>
                    <a:pt x="556235" y="1357835"/>
                  </a:lnTo>
                  <a:lnTo>
                    <a:pt x="556224" y="1357826"/>
                  </a:lnTo>
                  <a:lnTo>
                    <a:pt x="556220" y="1357819"/>
                  </a:lnTo>
                  <a:lnTo>
                    <a:pt x="556219" y="1357813"/>
                  </a:lnTo>
                  <a:lnTo>
                    <a:pt x="556219" y="1357806"/>
                  </a:lnTo>
                  <a:lnTo>
                    <a:pt x="556219" y="1357798"/>
                  </a:lnTo>
                  <a:lnTo>
                    <a:pt x="556219" y="1357789"/>
                  </a:lnTo>
                  <a:lnTo>
                    <a:pt x="556219" y="1357784"/>
                  </a:lnTo>
                  <a:lnTo>
                    <a:pt x="556218" y="1357772"/>
                  </a:lnTo>
                  <a:lnTo>
                    <a:pt x="556215" y="1357758"/>
                  </a:lnTo>
                  <a:lnTo>
                    <a:pt x="556213" y="1357738"/>
                  </a:lnTo>
                  <a:lnTo>
                    <a:pt x="556211" y="1357715"/>
                  </a:lnTo>
                  <a:lnTo>
                    <a:pt x="556210" y="1357693"/>
                  </a:lnTo>
                  <a:lnTo>
                    <a:pt x="556211" y="1357682"/>
                  </a:lnTo>
                  <a:lnTo>
                    <a:pt x="556211" y="1357665"/>
                  </a:lnTo>
                  <a:lnTo>
                    <a:pt x="556210" y="1357647"/>
                  </a:lnTo>
                  <a:lnTo>
                    <a:pt x="556208" y="1357635"/>
                  </a:lnTo>
                  <a:lnTo>
                    <a:pt x="556203" y="1357620"/>
                  </a:lnTo>
                  <a:lnTo>
                    <a:pt x="556198" y="1357611"/>
                  </a:lnTo>
                  <a:lnTo>
                    <a:pt x="556192" y="1357603"/>
                  </a:lnTo>
                  <a:lnTo>
                    <a:pt x="556188" y="1357598"/>
                  </a:lnTo>
                  <a:lnTo>
                    <a:pt x="556186" y="1357591"/>
                  </a:lnTo>
                  <a:lnTo>
                    <a:pt x="556185" y="1357584"/>
                  </a:lnTo>
                  <a:lnTo>
                    <a:pt x="556184" y="1357575"/>
                  </a:lnTo>
                  <a:lnTo>
                    <a:pt x="556182" y="1357567"/>
                  </a:lnTo>
                  <a:lnTo>
                    <a:pt x="556180" y="1357557"/>
                  </a:lnTo>
                  <a:lnTo>
                    <a:pt x="556178" y="1357550"/>
                  </a:lnTo>
                  <a:lnTo>
                    <a:pt x="556176" y="1357543"/>
                  </a:lnTo>
                  <a:lnTo>
                    <a:pt x="556171" y="1357535"/>
                  </a:lnTo>
                  <a:lnTo>
                    <a:pt x="556163" y="1357526"/>
                  </a:lnTo>
                  <a:lnTo>
                    <a:pt x="556159" y="1357520"/>
                  </a:lnTo>
                  <a:lnTo>
                    <a:pt x="556157" y="1357513"/>
                  </a:lnTo>
                  <a:lnTo>
                    <a:pt x="556154" y="1357502"/>
                  </a:lnTo>
                  <a:lnTo>
                    <a:pt x="556151" y="1357487"/>
                  </a:lnTo>
                  <a:lnTo>
                    <a:pt x="556146" y="1357473"/>
                  </a:lnTo>
                  <a:lnTo>
                    <a:pt x="556141" y="1357456"/>
                  </a:lnTo>
                  <a:lnTo>
                    <a:pt x="556136" y="1357435"/>
                  </a:lnTo>
                  <a:lnTo>
                    <a:pt x="556132" y="1357415"/>
                  </a:lnTo>
                  <a:lnTo>
                    <a:pt x="556128" y="1357400"/>
                  </a:lnTo>
                  <a:lnTo>
                    <a:pt x="556125" y="1357389"/>
                  </a:lnTo>
                  <a:lnTo>
                    <a:pt x="556122" y="1357373"/>
                  </a:lnTo>
                  <a:lnTo>
                    <a:pt x="556119" y="1357358"/>
                  </a:lnTo>
                  <a:lnTo>
                    <a:pt x="556116" y="1357340"/>
                  </a:lnTo>
                  <a:lnTo>
                    <a:pt x="556114" y="1357322"/>
                  </a:lnTo>
                  <a:lnTo>
                    <a:pt x="556112" y="1357311"/>
                  </a:lnTo>
                  <a:lnTo>
                    <a:pt x="556111" y="1357300"/>
                  </a:lnTo>
                  <a:lnTo>
                    <a:pt x="556108" y="1357291"/>
                  </a:lnTo>
                  <a:lnTo>
                    <a:pt x="556106" y="1357279"/>
                  </a:lnTo>
                  <a:lnTo>
                    <a:pt x="556105" y="1357272"/>
                  </a:lnTo>
                  <a:lnTo>
                    <a:pt x="556101" y="1357263"/>
                  </a:lnTo>
                  <a:lnTo>
                    <a:pt x="556095" y="1357251"/>
                  </a:lnTo>
                  <a:lnTo>
                    <a:pt x="556091" y="1357246"/>
                  </a:lnTo>
                  <a:lnTo>
                    <a:pt x="556088" y="1357240"/>
                  </a:lnTo>
                  <a:lnTo>
                    <a:pt x="556082" y="1357229"/>
                  </a:lnTo>
                  <a:lnTo>
                    <a:pt x="556077" y="1357222"/>
                  </a:lnTo>
                  <a:lnTo>
                    <a:pt x="556068" y="1357213"/>
                  </a:lnTo>
                  <a:lnTo>
                    <a:pt x="556064" y="1357207"/>
                  </a:lnTo>
                  <a:lnTo>
                    <a:pt x="556060" y="1357202"/>
                  </a:lnTo>
                  <a:lnTo>
                    <a:pt x="556055" y="1357196"/>
                  </a:lnTo>
                  <a:lnTo>
                    <a:pt x="556048" y="1357185"/>
                  </a:lnTo>
                  <a:lnTo>
                    <a:pt x="556040" y="1357173"/>
                  </a:lnTo>
                  <a:lnTo>
                    <a:pt x="556034" y="1357166"/>
                  </a:lnTo>
                  <a:lnTo>
                    <a:pt x="556029" y="1357158"/>
                  </a:lnTo>
                  <a:lnTo>
                    <a:pt x="556023" y="1357149"/>
                  </a:lnTo>
                  <a:lnTo>
                    <a:pt x="556016" y="1357136"/>
                  </a:lnTo>
                  <a:lnTo>
                    <a:pt x="556012" y="1357129"/>
                  </a:lnTo>
                  <a:lnTo>
                    <a:pt x="556008" y="1357121"/>
                  </a:lnTo>
                  <a:lnTo>
                    <a:pt x="556005" y="1357115"/>
                  </a:lnTo>
                  <a:lnTo>
                    <a:pt x="556004" y="1357108"/>
                  </a:lnTo>
                  <a:lnTo>
                    <a:pt x="556002" y="1357097"/>
                  </a:lnTo>
                  <a:lnTo>
                    <a:pt x="556000" y="1357084"/>
                  </a:lnTo>
                  <a:lnTo>
                    <a:pt x="555997" y="1357074"/>
                  </a:lnTo>
                  <a:lnTo>
                    <a:pt x="555992" y="1357066"/>
                  </a:lnTo>
                  <a:lnTo>
                    <a:pt x="555987" y="1357061"/>
                  </a:lnTo>
                  <a:lnTo>
                    <a:pt x="555979" y="1357052"/>
                  </a:lnTo>
                  <a:lnTo>
                    <a:pt x="555968" y="1357045"/>
                  </a:lnTo>
                  <a:lnTo>
                    <a:pt x="555958" y="1357039"/>
                  </a:lnTo>
                  <a:lnTo>
                    <a:pt x="555951" y="1357033"/>
                  </a:lnTo>
                  <a:lnTo>
                    <a:pt x="555945" y="1357028"/>
                  </a:lnTo>
                  <a:lnTo>
                    <a:pt x="555931" y="1357017"/>
                  </a:lnTo>
                  <a:lnTo>
                    <a:pt x="555921" y="1357008"/>
                  </a:lnTo>
                  <a:lnTo>
                    <a:pt x="555909" y="1356999"/>
                  </a:lnTo>
                  <a:lnTo>
                    <a:pt x="555897" y="1356990"/>
                  </a:lnTo>
                  <a:lnTo>
                    <a:pt x="555881" y="1356978"/>
                  </a:lnTo>
                  <a:lnTo>
                    <a:pt x="555865" y="1356968"/>
                  </a:lnTo>
                  <a:lnTo>
                    <a:pt x="555854" y="1356960"/>
                  </a:lnTo>
                  <a:lnTo>
                    <a:pt x="555837" y="1356947"/>
                  </a:lnTo>
                  <a:lnTo>
                    <a:pt x="555822" y="1356936"/>
                  </a:lnTo>
                  <a:lnTo>
                    <a:pt x="555810" y="1356929"/>
                  </a:lnTo>
                  <a:lnTo>
                    <a:pt x="555798" y="1356921"/>
                  </a:lnTo>
                  <a:lnTo>
                    <a:pt x="555781" y="1356907"/>
                  </a:lnTo>
                  <a:lnTo>
                    <a:pt x="555768" y="1356898"/>
                  </a:lnTo>
                  <a:lnTo>
                    <a:pt x="555748" y="1356886"/>
                  </a:lnTo>
                  <a:lnTo>
                    <a:pt x="555736" y="1356877"/>
                  </a:lnTo>
                  <a:lnTo>
                    <a:pt x="555726" y="1356869"/>
                  </a:lnTo>
                  <a:lnTo>
                    <a:pt x="555712" y="1356862"/>
                  </a:lnTo>
                  <a:lnTo>
                    <a:pt x="555697" y="1356854"/>
                  </a:lnTo>
                  <a:lnTo>
                    <a:pt x="555675" y="1356842"/>
                  </a:lnTo>
                  <a:lnTo>
                    <a:pt x="555656" y="1356833"/>
                  </a:lnTo>
                  <a:lnTo>
                    <a:pt x="555648" y="1356827"/>
                  </a:lnTo>
                  <a:lnTo>
                    <a:pt x="555640" y="1356823"/>
                  </a:lnTo>
                  <a:lnTo>
                    <a:pt x="555633" y="1356820"/>
                  </a:lnTo>
                  <a:lnTo>
                    <a:pt x="555618" y="1356817"/>
                  </a:lnTo>
                  <a:lnTo>
                    <a:pt x="555612" y="1356816"/>
                  </a:lnTo>
                  <a:lnTo>
                    <a:pt x="555596" y="1356817"/>
                  </a:lnTo>
                  <a:lnTo>
                    <a:pt x="555584" y="1356817"/>
                  </a:lnTo>
                  <a:lnTo>
                    <a:pt x="555575" y="1356817"/>
                  </a:lnTo>
                  <a:lnTo>
                    <a:pt x="555568" y="1356817"/>
                  </a:lnTo>
                  <a:lnTo>
                    <a:pt x="555562" y="1356816"/>
                  </a:lnTo>
                  <a:lnTo>
                    <a:pt x="555547" y="1356811"/>
                  </a:lnTo>
                  <a:lnTo>
                    <a:pt x="555538" y="1356807"/>
                  </a:lnTo>
                  <a:lnTo>
                    <a:pt x="555523" y="1356800"/>
                  </a:lnTo>
                  <a:lnTo>
                    <a:pt x="555507" y="1356793"/>
                  </a:lnTo>
                  <a:lnTo>
                    <a:pt x="555495" y="1356788"/>
                  </a:lnTo>
                  <a:lnTo>
                    <a:pt x="555475" y="1356778"/>
                  </a:lnTo>
                  <a:lnTo>
                    <a:pt x="555460" y="1356767"/>
                  </a:lnTo>
                  <a:lnTo>
                    <a:pt x="555444" y="1356757"/>
                  </a:lnTo>
                  <a:lnTo>
                    <a:pt x="555435" y="1356750"/>
                  </a:lnTo>
                  <a:lnTo>
                    <a:pt x="555427" y="1356741"/>
                  </a:lnTo>
                  <a:lnTo>
                    <a:pt x="555416" y="1356734"/>
                  </a:lnTo>
                  <a:lnTo>
                    <a:pt x="555405" y="1356728"/>
                  </a:lnTo>
                  <a:lnTo>
                    <a:pt x="555398" y="1356721"/>
                  </a:lnTo>
                  <a:lnTo>
                    <a:pt x="555395" y="1356713"/>
                  </a:lnTo>
                  <a:lnTo>
                    <a:pt x="555393" y="1356707"/>
                  </a:lnTo>
                  <a:lnTo>
                    <a:pt x="555393" y="1356692"/>
                  </a:lnTo>
                  <a:lnTo>
                    <a:pt x="555391" y="1356682"/>
                  </a:lnTo>
                  <a:lnTo>
                    <a:pt x="555389" y="1356675"/>
                  </a:lnTo>
                  <a:lnTo>
                    <a:pt x="555383" y="1356666"/>
                  </a:lnTo>
                  <a:lnTo>
                    <a:pt x="555380" y="1356660"/>
                  </a:lnTo>
                  <a:lnTo>
                    <a:pt x="555374" y="1356654"/>
                  </a:lnTo>
                  <a:lnTo>
                    <a:pt x="555369" y="1356650"/>
                  </a:lnTo>
                  <a:lnTo>
                    <a:pt x="555364" y="1356646"/>
                  </a:lnTo>
                  <a:lnTo>
                    <a:pt x="555357" y="1356643"/>
                  </a:lnTo>
                  <a:lnTo>
                    <a:pt x="555353" y="1356640"/>
                  </a:lnTo>
                  <a:lnTo>
                    <a:pt x="555346" y="1356638"/>
                  </a:lnTo>
                  <a:lnTo>
                    <a:pt x="555339" y="1356638"/>
                  </a:lnTo>
                  <a:lnTo>
                    <a:pt x="555331" y="1356639"/>
                  </a:lnTo>
                  <a:lnTo>
                    <a:pt x="555323" y="1356639"/>
                  </a:lnTo>
                  <a:lnTo>
                    <a:pt x="555311" y="1356635"/>
                  </a:lnTo>
                  <a:lnTo>
                    <a:pt x="555303" y="1356633"/>
                  </a:lnTo>
                  <a:lnTo>
                    <a:pt x="555295" y="1356631"/>
                  </a:lnTo>
                  <a:lnTo>
                    <a:pt x="555286" y="1356629"/>
                  </a:lnTo>
                  <a:lnTo>
                    <a:pt x="555277" y="1356627"/>
                  </a:lnTo>
                  <a:lnTo>
                    <a:pt x="555270" y="1356625"/>
                  </a:lnTo>
                  <a:lnTo>
                    <a:pt x="555261" y="1356620"/>
                  </a:lnTo>
                  <a:lnTo>
                    <a:pt x="555255" y="1356619"/>
                  </a:lnTo>
                  <a:lnTo>
                    <a:pt x="555243" y="1356616"/>
                  </a:lnTo>
                  <a:lnTo>
                    <a:pt x="555234" y="1356612"/>
                  </a:lnTo>
                  <a:lnTo>
                    <a:pt x="555229" y="1356609"/>
                  </a:lnTo>
                  <a:lnTo>
                    <a:pt x="555216" y="1356599"/>
                  </a:lnTo>
                  <a:lnTo>
                    <a:pt x="555206" y="1356592"/>
                  </a:lnTo>
                  <a:lnTo>
                    <a:pt x="555195" y="1356584"/>
                  </a:lnTo>
                  <a:lnTo>
                    <a:pt x="555182" y="1356572"/>
                  </a:lnTo>
                  <a:lnTo>
                    <a:pt x="555176" y="1356567"/>
                  </a:lnTo>
                  <a:lnTo>
                    <a:pt x="555169" y="1356562"/>
                  </a:lnTo>
                  <a:lnTo>
                    <a:pt x="555150" y="1356552"/>
                  </a:lnTo>
                  <a:lnTo>
                    <a:pt x="555142" y="1356543"/>
                  </a:lnTo>
                  <a:lnTo>
                    <a:pt x="555139" y="1356539"/>
                  </a:lnTo>
                  <a:lnTo>
                    <a:pt x="555137" y="1356531"/>
                  </a:lnTo>
                  <a:lnTo>
                    <a:pt x="555132" y="1356521"/>
                  </a:lnTo>
                  <a:lnTo>
                    <a:pt x="555118" y="1356509"/>
                  </a:lnTo>
                  <a:lnTo>
                    <a:pt x="555113" y="1356505"/>
                  </a:lnTo>
                  <a:lnTo>
                    <a:pt x="555108" y="1356501"/>
                  </a:lnTo>
                  <a:lnTo>
                    <a:pt x="555103" y="1356497"/>
                  </a:lnTo>
                  <a:lnTo>
                    <a:pt x="555097" y="1356491"/>
                  </a:lnTo>
                  <a:lnTo>
                    <a:pt x="555087" y="1356478"/>
                  </a:lnTo>
                  <a:lnTo>
                    <a:pt x="555083" y="1356472"/>
                  </a:lnTo>
                  <a:lnTo>
                    <a:pt x="555075" y="1356462"/>
                  </a:lnTo>
                  <a:lnTo>
                    <a:pt x="555066" y="1356457"/>
                  </a:lnTo>
                  <a:lnTo>
                    <a:pt x="555054" y="1356446"/>
                  </a:lnTo>
                  <a:lnTo>
                    <a:pt x="555043" y="1356436"/>
                  </a:lnTo>
                  <a:lnTo>
                    <a:pt x="555033" y="1356429"/>
                  </a:lnTo>
                  <a:lnTo>
                    <a:pt x="555021" y="1356420"/>
                  </a:lnTo>
                  <a:lnTo>
                    <a:pt x="555015" y="1356415"/>
                  </a:lnTo>
                  <a:lnTo>
                    <a:pt x="555009" y="1356412"/>
                  </a:lnTo>
                  <a:lnTo>
                    <a:pt x="554987" y="1356406"/>
                  </a:lnTo>
                  <a:lnTo>
                    <a:pt x="554978" y="1356403"/>
                  </a:lnTo>
                  <a:lnTo>
                    <a:pt x="554967" y="1356400"/>
                  </a:lnTo>
                  <a:lnTo>
                    <a:pt x="554962" y="1356398"/>
                  </a:lnTo>
                  <a:lnTo>
                    <a:pt x="554955" y="1356394"/>
                  </a:lnTo>
                  <a:lnTo>
                    <a:pt x="554951" y="1356389"/>
                  </a:lnTo>
                  <a:lnTo>
                    <a:pt x="554947" y="1356384"/>
                  </a:lnTo>
                  <a:lnTo>
                    <a:pt x="554942" y="1356380"/>
                  </a:lnTo>
                  <a:lnTo>
                    <a:pt x="554928" y="1356363"/>
                  </a:lnTo>
                  <a:lnTo>
                    <a:pt x="554922" y="1356354"/>
                  </a:lnTo>
                  <a:lnTo>
                    <a:pt x="554913" y="1356342"/>
                  </a:lnTo>
                  <a:lnTo>
                    <a:pt x="554906" y="1356336"/>
                  </a:lnTo>
                  <a:lnTo>
                    <a:pt x="554901" y="1356331"/>
                  </a:lnTo>
                  <a:lnTo>
                    <a:pt x="554896" y="1356327"/>
                  </a:lnTo>
                  <a:lnTo>
                    <a:pt x="554890" y="1356324"/>
                  </a:lnTo>
                  <a:lnTo>
                    <a:pt x="554885" y="1356321"/>
                  </a:lnTo>
                  <a:lnTo>
                    <a:pt x="554880" y="1356319"/>
                  </a:lnTo>
                  <a:lnTo>
                    <a:pt x="554876" y="1356318"/>
                  </a:lnTo>
                  <a:lnTo>
                    <a:pt x="554868" y="1356317"/>
                  </a:lnTo>
                  <a:lnTo>
                    <a:pt x="554856" y="1356314"/>
                  </a:lnTo>
                  <a:lnTo>
                    <a:pt x="554836" y="1356309"/>
                  </a:lnTo>
                  <a:lnTo>
                    <a:pt x="554825" y="1356304"/>
                  </a:lnTo>
                  <a:lnTo>
                    <a:pt x="554813" y="1356300"/>
                  </a:lnTo>
                  <a:lnTo>
                    <a:pt x="554796" y="1356296"/>
                  </a:lnTo>
                  <a:lnTo>
                    <a:pt x="554789" y="1356294"/>
                  </a:lnTo>
                  <a:lnTo>
                    <a:pt x="554781" y="1356292"/>
                  </a:lnTo>
                  <a:lnTo>
                    <a:pt x="554768" y="1356287"/>
                  </a:lnTo>
                  <a:lnTo>
                    <a:pt x="554760" y="1356284"/>
                  </a:lnTo>
                  <a:lnTo>
                    <a:pt x="554755" y="1356280"/>
                  </a:lnTo>
                  <a:lnTo>
                    <a:pt x="554746" y="1356274"/>
                  </a:lnTo>
                  <a:lnTo>
                    <a:pt x="554737" y="1356270"/>
                  </a:lnTo>
                  <a:lnTo>
                    <a:pt x="554729" y="1356266"/>
                  </a:lnTo>
                  <a:lnTo>
                    <a:pt x="554717" y="1356260"/>
                  </a:lnTo>
                  <a:lnTo>
                    <a:pt x="554702" y="1356250"/>
                  </a:lnTo>
                  <a:lnTo>
                    <a:pt x="554695" y="1356246"/>
                  </a:lnTo>
                  <a:lnTo>
                    <a:pt x="554684" y="1356240"/>
                  </a:lnTo>
                  <a:lnTo>
                    <a:pt x="554676" y="1356235"/>
                  </a:lnTo>
                  <a:lnTo>
                    <a:pt x="554670" y="1356231"/>
                  </a:lnTo>
                  <a:lnTo>
                    <a:pt x="554662" y="1356224"/>
                  </a:lnTo>
                  <a:lnTo>
                    <a:pt x="554655" y="1356215"/>
                  </a:lnTo>
                  <a:lnTo>
                    <a:pt x="554651" y="1356211"/>
                  </a:lnTo>
                  <a:lnTo>
                    <a:pt x="554648" y="1356208"/>
                  </a:lnTo>
                  <a:lnTo>
                    <a:pt x="554641" y="1356203"/>
                  </a:lnTo>
                  <a:lnTo>
                    <a:pt x="554630" y="1356196"/>
                  </a:lnTo>
                  <a:lnTo>
                    <a:pt x="554625" y="1356192"/>
                  </a:lnTo>
                  <a:lnTo>
                    <a:pt x="554619" y="1356186"/>
                  </a:lnTo>
                  <a:lnTo>
                    <a:pt x="554613" y="1356179"/>
                  </a:lnTo>
                  <a:lnTo>
                    <a:pt x="554606" y="1356169"/>
                  </a:lnTo>
                  <a:lnTo>
                    <a:pt x="554593" y="1356151"/>
                  </a:lnTo>
                  <a:lnTo>
                    <a:pt x="554587" y="1356144"/>
                  </a:lnTo>
                  <a:lnTo>
                    <a:pt x="554569" y="1356124"/>
                  </a:lnTo>
                  <a:lnTo>
                    <a:pt x="554559" y="1356117"/>
                  </a:lnTo>
                  <a:lnTo>
                    <a:pt x="554548" y="1356108"/>
                  </a:lnTo>
                  <a:lnTo>
                    <a:pt x="554539" y="1356102"/>
                  </a:lnTo>
                  <a:lnTo>
                    <a:pt x="554532" y="1356097"/>
                  </a:lnTo>
                  <a:lnTo>
                    <a:pt x="554519" y="1356089"/>
                  </a:lnTo>
                  <a:lnTo>
                    <a:pt x="554490" y="1356076"/>
                  </a:lnTo>
                  <a:lnTo>
                    <a:pt x="554479" y="1356071"/>
                  </a:lnTo>
                  <a:lnTo>
                    <a:pt x="554451" y="1356051"/>
                  </a:lnTo>
                  <a:lnTo>
                    <a:pt x="554443" y="1356045"/>
                  </a:lnTo>
                  <a:lnTo>
                    <a:pt x="554399" y="1356010"/>
                  </a:lnTo>
                  <a:lnTo>
                    <a:pt x="554352" y="1355977"/>
                  </a:lnTo>
                  <a:lnTo>
                    <a:pt x="554341" y="1355968"/>
                  </a:lnTo>
                  <a:lnTo>
                    <a:pt x="554333" y="1355961"/>
                  </a:lnTo>
                  <a:lnTo>
                    <a:pt x="554329" y="1355957"/>
                  </a:lnTo>
                  <a:lnTo>
                    <a:pt x="554310" y="1355935"/>
                  </a:lnTo>
                  <a:lnTo>
                    <a:pt x="554281" y="1355900"/>
                  </a:lnTo>
                  <a:lnTo>
                    <a:pt x="554275" y="1355893"/>
                  </a:lnTo>
                  <a:lnTo>
                    <a:pt x="554261" y="1355880"/>
                  </a:lnTo>
                  <a:lnTo>
                    <a:pt x="554250" y="1355872"/>
                  </a:lnTo>
                  <a:lnTo>
                    <a:pt x="554245" y="1355869"/>
                  </a:lnTo>
                  <a:lnTo>
                    <a:pt x="554235" y="1355864"/>
                  </a:lnTo>
                  <a:lnTo>
                    <a:pt x="554230" y="1355861"/>
                  </a:lnTo>
                  <a:lnTo>
                    <a:pt x="554225" y="1355859"/>
                  </a:lnTo>
                  <a:lnTo>
                    <a:pt x="554215" y="1355857"/>
                  </a:lnTo>
                  <a:lnTo>
                    <a:pt x="554206" y="1355854"/>
                  </a:lnTo>
                  <a:lnTo>
                    <a:pt x="554194" y="1355851"/>
                  </a:lnTo>
                  <a:lnTo>
                    <a:pt x="554179" y="1355848"/>
                  </a:lnTo>
                  <a:lnTo>
                    <a:pt x="554168" y="1355846"/>
                  </a:lnTo>
                  <a:lnTo>
                    <a:pt x="554162" y="1355845"/>
                  </a:lnTo>
                  <a:lnTo>
                    <a:pt x="554155" y="1355844"/>
                  </a:lnTo>
                  <a:lnTo>
                    <a:pt x="554148" y="1355844"/>
                  </a:lnTo>
                  <a:lnTo>
                    <a:pt x="554137" y="1355844"/>
                  </a:lnTo>
                  <a:lnTo>
                    <a:pt x="554124" y="1355844"/>
                  </a:lnTo>
                  <a:lnTo>
                    <a:pt x="554110" y="1355844"/>
                  </a:lnTo>
                  <a:lnTo>
                    <a:pt x="554094" y="1355842"/>
                  </a:lnTo>
                  <a:lnTo>
                    <a:pt x="554088" y="1355842"/>
                  </a:lnTo>
                  <a:lnTo>
                    <a:pt x="554080" y="1355844"/>
                  </a:lnTo>
                  <a:lnTo>
                    <a:pt x="554076" y="1355846"/>
                  </a:lnTo>
                  <a:lnTo>
                    <a:pt x="554066" y="1355851"/>
                  </a:lnTo>
                  <a:lnTo>
                    <a:pt x="554058" y="1355857"/>
                  </a:lnTo>
                  <a:lnTo>
                    <a:pt x="554049" y="1355865"/>
                  </a:lnTo>
                  <a:lnTo>
                    <a:pt x="554043" y="1355869"/>
                  </a:lnTo>
                  <a:lnTo>
                    <a:pt x="554039" y="1355872"/>
                  </a:lnTo>
                  <a:lnTo>
                    <a:pt x="554026" y="1355879"/>
                  </a:lnTo>
                  <a:lnTo>
                    <a:pt x="554021" y="1355881"/>
                  </a:lnTo>
                  <a:lnTo>
                    <a:pt x="554004" y="1355887"/>
                  </a:lnTo>
                  <a:lnTo>
                    <a:pt x="553985" y="1355895"/>
                  </a:lnTo>
                  <a:lnTo>
                    <a:pt x="553973" y="1355900"/>
                  </a:lnTo>
                  <a:lnTo>
                    <a:pt x="553960" y="1355904"/>
                  </a:lnTo>
                  <a:lnTo>
                    <a:pt x="553939" y="1355910"/>
                  </a:lnTo>
                  <a:lnTo>
                    <a:pt x="553932" y="1355914"/>
                  </a:lnTo>
                  <a:lnTo>
                    <a:pt x="553922" y="1355921"/>
                  </a:lnTo>
                  <a:lnTo>
                    <a:pt x="553915" y="1355928"/>
                  </a:lnTo>
                  <a:lnTo>
                    <a:pt x="553908" y="1355935"/>
                  </a:lnTo>
                  <a:lnTo>
                    <a:pt x="553905" y="1355940"/>
                  </a:lnTo>
                  <a:lnTo>
                    <a:pt x="553899" y="1355949"/>
                  </a:lnTo>
                  <a:lnTo>
                    <a:pt x="553896" y="1355954"/>
                  </a:lnTo>
                  <a:lnTo>
                    <a:pt x="553894" y="1355960"/>
                  </a:lnTo>
                  <a:lnTo>
                    <a:pt x="553891" y="1355965"/>
                  </a:lnTo>
                  <a:lnTo>
                    <a:pt x="553889" y="1355975"/>
                  </a:lnTo>
                  <a:lnTo>
                    <a:pt x="553887" y="1355981"/>
                  </a:lnTo>
                  <a:lnTo>
                    <a:pt x="553882" y="1355988"/>
                  </a:lnTo>
                  <a:lnTo>
                    <a:pt x="553878" y="1355993"/>
                  </a:lnTo>
                  <a:lnTo>
                    <a:pt x="553864" y="1356001"/>
                  </a:lnTo>
                  <a:lnTo>
                    <a:pt x="553856" y="1356005"/>
                  </a:lnTo>
                  <a:lnTo>
                    <a:pt x="553836" y="1356017"/>
                  </a:lnTo>
                  <a:lnTo>
                    <a:pt x="553827" y="1356020"/>
                  </a:lnTo>
                  <a:lnTo>
                    <a:pt x="553819" y="1356022"/>
                  </a:lnTo>
                  <a:lnTo>
                    <a:pt x="553808" y="1356026"/>
                  </a:lnTo>
                  <a:lnTo>
                    <a:pt x="553802" y="1356029"/>
                  </a:lnTo>
                  <a:lnTo>
                    <a:pt x="553791" y="1356039"/>
                  </a:lnTo>
                  <a:lnTo>
                    <a:pt x="553784" y="1356047"/>
                  </a:lnTo>
                  <a:lnTo>
                    <a:pt x="553781" y="1356059"/>
                  </a:lnTo>
                  <a:lnTo>
                    <a:pt x="553779" y="1356065"/>
                  </a:lnTo>
                  <a:lnTo>
                    <a:pt x="553776" y="1356075"/>
                  </a:lnTo>
                  <a:lnTo>
                    <a:pt x="553773" y="1356089"/>
                  </a:lnTo>
                  <a:lnTo>
                    <a:pt x="553767" y="1356108"/>
                  </a:lnTo>
                  <a:lnTo>
                    <a:pt x="553765" y="1356119"/>
                  </a:lnTo>
                  <a:lnTo>
                    <a:pt x="553758" y="1356144"/>
                  </a:lnTo>
                  <a:lnTo>
                    <a:pt x="553754" y="1356160"/>
                  </a:lnTo>
                  <a:lnTo>
                    <a:pt x="553752" y="1356167"/>
                  </a:lnTo>
                  <a:lnTo>
                    <a:pt x="553751" y="1356175"/>
                  </a:lnTo>
                  <a:lnTo>
                    <a:pt x="553750" y="1356182"/>
                  </a:lnTo>
                  <a:lnTo>
                    <a:pt x="553747" y="1356191"/>
                  </a:lnTo>
                  <a:lnTo>
                    <a:pt x="553743" y="1356196"/>
                  </a:lnTo>
                  <a:lnTo>
                    <a:pt x="553737" y="1356203"/>
                  </a:lnTo>
                  <a:lnTo>
                    <a:pt x="553726" y="1356208"/>
                  </a:lnTo>
                  <a:lnTo>
                    <a:pt x="553721" y="1356211"/>
                  </a:lnTo>
                  <a:lnTo>
                    <a:pt x="553711" y="1356219"/>
                  </a:lnTo>
                  <a:lnTo>
                    <a:pt x="553700" y="1356228"/>
                  </a:lnTo>
                  <a:lnTo>
                    <a:pt x="553694" y="1356232"/>
                  </a:lnTo>
                  <a:lnTo>
                    <a:pt x="553683" y="1356235"/>
                  </a:lnTo>
                  <a:lnTo>
                    <a:pt x="553671" y="1356237"/>
                  </a:lnTo>
                  <a:lnTo>
                    <a:pt x="553656" y="1356241"/>
                  </a:lnTo>
                  <a:lnTo>
                    <a:pt x="553648" y="1356244"/>
                  </a:lnTo>
                  <a:lnTo>
                    <a:pt x="553640" y="1356250"/>
                  </a:lnTo>
                  <a:lnTo>
                    <a:pt x="553622" y="1356264"/>
                  </a:lnTo>
                  <a:lnTo>
                    <a:pt x="553608" y="1356275"/>
                  </a:lnTo>
                  <a:lnTo>
                    <a:pt x="553600" y="1356280"/>
                  </a:lnTo>
                  <a:lnTo>
                    <a:pt x="553593" y="1356285"/>
                  </a:lnTo>
                  <a:lnTo>
                    <a:pt x="553588" y="1356290"/>
                  </a:lnTo>
                  <a:lnTo>
                    <a:pt x="553578" y="1356300"/>
                  </a:lnTo>
                  <a:lnTo>
                    <a:pt x="553570" y="1356309"/>
                  </a:lnTo>
                  <a:lnTo>
                    <a:pt x="553551" y="1356325"/>
                  </a:lnTo>
                  <a:lnTo>
                    <a:pt x="553541" y="1356337"/>
                  </a:lnTo>
                  <a:lnTo>
                    <a:pt x="553532" y="1356347"/>
                  </a:lnTo>
                  <a:lnTo>
                    <a:pt x="553522" y="1356356"/>
                  </a:lnTo>
                  <a:lnTo>
                    <a:pt x="553515" y="1356364"/>
                  </a:lnTo>
                  <a:lnTo>
                    <a:pt x="553507" y="1356372"/>
                  </a:lnTo>
                  <a:lnTo>
                    <a:pt x="553498" y="1356382"/>
                  </a:lnTo>
                  <a:lnTo>
                    <a:pt x="553489" y="1356390"/>
                  </a:lnTo>
                  <a:lnTo>
                    <a:pt x="553472" y="1356404"/>
                  </a:lnTo>
                  <a:lnTo>
                    <a:pt x="553457" y="1356417"/>
                  </a:lnTo>
                  <a:lnTo>
                    <a:pt x="553446" y="1356428"/>
                  </a:lnTo>
                  <a:lnTo>
                    <a:pt x="553434" y="1356438"/>
                  </a:lnTo>
                  <a:lnTo>
                    <a:pt x="553425" y="1356446"/>
                  </a:lnTo>
                  <a:lnTo>
                    <a:pt x="553413" y="1356456"/>
                  </a:lnTo>
                  <a:lnTo>
                    <a:pt x="553403" y="1356465"/>
                  </a:lnTo>
                  <a:lnTo>
                    <a:pt x="553394" y="1356473"/>
                  </a:lnTo>
                  <a:lnTo>
                    <a:pt x="553377" y="1356484"/>
                  </a:lnTo>
                  <a:lnTo>
                    <a:pt x="553367" y="1356491"/>
                  </a:lnTo>
                  <a:lnTo>
                    <a:pt x="553356" y="1356497"/>
                  </a:lnTo>
                  <a:lnTo>
                    <a:pt x="553348" y="1356503"/>
                  </a:lnTo>
                  <a:lnTo>
                    <a:pt x="553341" y="1356508"/>
                  </a:lnTo>
                  <a:lnTo>
                    <a:pt x="553322" y="1356523"/>
                  </a:lnTo>
                  <a:lnTo>
                    <a:pt x="553315" y="1356529"/>
                  </a:lnTo>
                  <a:lnTo>
                    <a:pt x="553309" y="1356535"/>
                  </a:lnTo>
                  <a:lnTo>
                    <a:pt x="553303" y="1356542"/>
                  </a:lnTo>
                  <a:lnTo>
                    <a:pt x="553299" y="1356549"/>
                  </a:lnTo>
                  <a:lnTo>
                    <a:pt x="553296" y="1356555"/>
                  </a:lnTo>
                  <a:lnTo>
                    <a:pt x="553294" y="1356566"/>
                  </a:lnTo>
                  <a:lnTo>
                    <a:pt x="553293" y="1356573"/>
                  </a:lnTo>
                  <a:lnTo>
                    <a:pt x="553291" y="1356586"/>
                  </a:lnTo>
                  <a:lnTo>
                    <a:pt x="553288" y="1356594"/>
                  </a:lnTo>
                  <a:lnTo>
                    <a:pt x="553285" y="1356600"/>
                  </a:lnTo>
                  <a:lnTo>
                    <a:pt x="553281" y="1356605"/>
                  </a:lnTo>
                  <a:lnTo>
                    <a:pt x="553274" y="1356613"/>
                  </a:lnTo>
                  <a:lnTo>
                    <a:pt x="553265" y="1356624"/>
                  </a:lnTo>
                  <a:lnTo>
                    <a:pt x="553261" y="1356628"/>
                  </a:lnTo>
                  <a:lnTo>
                    <a:pt x="553252" y="1356637"/>
                  </a:lnTo>
                  <a:lnTo>
                    <a:pt x="553243" y="1356645"/>
                  </a:lnTo>
                  <a:lnTo>
                    <a:pt x="553237" y="1356651"/>
                  </a:lnTo>
                  <a:lnTo>
                    <a:pt x="553230" y="1356659"/>
                  </a:lnTo>
                  <a:lnTo>
                    <a:pt x="553223" y="1356667"/>
                  </a:lnTo>
                  <a:lnTo>
                    <a:pt x="553212" y="1356677"/>
                  </a:lnTo>
                  <a:lnTo>
                    <a:pt x="553203" y="1356684"/>
                  </a:lnTo>
                  <a:lnTo>
                    <a:pt x="553195" y="1356691"/>
                  </a:lnTo>
                  <a:lnTo>
                    <a:pt x="553184" y="1356700"/>
                  </a:lnTo>
                  <a:lnTo>
                    <a:pt x="553176" y="1356706"/>
                  </a:lnTo>
                  <a:lnTo>
                    <a:pt x="553169" y="1356711"/>
                  </a:lnTo>
                  <a:lnTo>
                    <a:pt x="553160" y="1356718"/>
                  </a:lnTo>
                  <a:lnTo>
                    <a:pt x="553154" y="1356721"/>
                  </a:lnTo>
                  <a:lnTo>
                    <a:pt x="553148" y="1356722"/>
                  </a:lnTo>
                  <a:lnTo>
                    <a:pt x="553140" y="1356717"/>
                  </a:lnTo>
                  <a:lnTo>
                    <a:pt x="553131" y="1356708"/>
                  </a:lnTo>
                  <a:lnTo>
                    <a:pt x="553122" y="1356700"/>
                  </a:lnTo>
                  <a:lnTo>
                    <a:pt x="553114" y="1356695"/>
                  </a:lnTo>
                  <a:lnTo>
                    <a:pt x="553108" y="1356689"/>
                  </a:lnTo>
                  <a:lnTo>
                    <a:pt x="553104" y="1356683"/>
                  </a:lnTo>
                  <a:lnTo>
                    <a:pt x="553100" y="1356676"/>
                  </a:lnTo>
                  <a:lnTo>
                    <a:pt x="553095" y="1356668"/>
                  </a:lnTo>
                  <a:lnTo>
                    <a:pt x="553091" y="1356661"/>
                  </a:lnTo>
                  <a:lnTo>
                    <a:pt x="553086" y="1356653"/>
                  </a:lnTo>
                  <a:lnTo>
                    <a:pt x="553084" y="1356648"/>
                  </a:lnTo>
                  <a:lnTo>
                    <a:pt x="553081" y="1356642"/>
                  </a:lnTo>
                  <a:lnTo>
                    <a:pt x="553074" y="1356637"/>
                  </a:lnTo>
                  <a:lnTo>
                    <a:pt x="553066" y="1356634"/>
                  </a:lnTo>
                  <a:lnTo>
                    <a:pt x="553058" y="1356631"/>
                  </a:lnTo>
                  <a:lnTo>
                    <a:pt x="553051" y="1356628"/>
                  </a:lnTo>
                  <a:lnTo>
                    <a:pt x="553043" y="1356627"/>
                  </a:lnTo>
                  <a:lnTo>
                    <a:pt x="553034" y="1356626"/>
                  </a:lnTo>
                  <a:lnTo>
                    <a:pt x="553023" y="1356624"/>
                  </a:lnTo>
                  <a:lnTo>
                    <a:pt x="553014" y="1356623"/>
                  </a:lnTo>
                  <a:lnTo>
                    <a:pt x="553005" y="1356621"/>
                  </a:lnTo>
                  <a:lnTo>
                    <a:pt x="552999" y="1356619"/>
                  </a:lnTo>
                  <a:lnTo>
                    <a:pt x="552993" y="1356617"/>
                  </a:lnTo>
                  <a:lnTo>
                    <a:pt x="552986" y="1356615"/>
                  </a:lnTo>
                  <a:lnTo>
                    <a:pt x="552979" y="1356613"/>
                  </a:lnTo>
                  <a:lnTo>
                    <a:pt x="552967" y="1356609"/>
                  </a:lnTo>
                  <a:lnTo>
                    <a:pt x="552958" y="1356605"/>
                  </a:lnTo>
                  <a:lnTo>
                    <a:pt x="552949" y="1356598"/>
                  </a:lnTo>
                  <a:lnTo>
                    <a:pt x="552943" y="1356591"/>
                  </a:lnTo>
                  <a:lnTo>
                    <a:pt x="552935" y="1356583"/>
                  </a:lnTo>
                  <a:lnTo>
                    <a:pt x="552926" y="1356576"/>
                  </a:lnTo>
                  <a:lnTo>
                    <a:pt x="552920" y="1356572"/>
                  </a:lnTo>
                  <a:lnTo>
                    <a:pt x="552902" y="1356564"/>
                  </a:lnTo>
                  <a:lnTo>
                    <a:pt x="552890" y="1356560"/>
                  </a:lnTo>
                  <a:lnTo>
                    <a:pt x="552875" y="1356554"/>
                  </a:lnTo>
                  <a:lnTo>
                    <a:pt x="552857" y="1356549"/>
                  </a:lnTo>
                  <a:lnTo>
                    <a:pt x="552843" y="1356544"/>
                  </a:lnTo>
                  <a:lnTo>
                    <a:pt x="552829" y="1356536"/>
                  </a:lnTo>
                  <a:lnTo>
                    <a:pt x="552815" y="1356529"/>
                  </a:lnTo>
                  <a:lnTo>
                    <a:pt x="552803" y="1356523"/>
                  </a:lnTo>
                  <a:lnTo>
                    <a:pt x="552791" y="1356519"/>
                  </a:lnTo>
                  <a:lnTo>
                    <a:pt x="552777" y="1356514"/>
                  </a:lnTo>
                  <a:lnTo>
                    <a:pt x="552764" y="1356509"/>
                  </a:lnTo>
                  <a:lnTo>
                    <a:pt x="552751" y="1356505"/>
                  </a:lnTo>
                  <a:lnTo>
                    <a:pt x="552737" y="1356499"/>
                  </a:lnTo>
                  <a:lnTo>
                    <a:pt x="552724" y="1356493"/>
                  </a:lnTo>
                  <a:lnTo>
                    <a:pt x="552716" y="1356489"/>
                  </a:lnTo>
                  <a:lnTo>
                    <a:pt x="552708" y="1356486"/>
                  </a:lnTo>
                  <a:lnTo>
                    <a:pt x="552699" y="1356483"/>
                  </a:lnTo>
                  <a:lnTo>
                    <a:pt x="552690" y="1356480"/>
                  </a:lnTo>
                  <a:lnTo>
                    <a:pt x="552681" y="1356477"/>
                  </a:lnTo>
                  <a:lnTo>
                    <a:pt x="552670" y="1356474"/>
                  </a:lnTo>
                  <a:lnTo>
                    <a:pt x="552659" y="1356471"/>
                  </a:lnTo>
                  <a:lnTo>
                    <a:pt x="552650" y="1356468"/>
                  </a:lnTo>
                  <a:lnTo>
                    <a:pt x="552637" y="1356466"/>
                  </a:lnTo>
                  <a:lnTo>
                    <a:pt x="552621" y="1356461"/>
                  </a:lnTo>
                  <a:lnTo>
                    <a:pt x="552601" y="1356449"/>
                  </a:lnTo>
                  <a:lnTo>
                    <a:pt x="552597" y="1356446"/>
                  </a:lnTo>
                  <a:lnTo>
                    <a:pt x="552587" y="1356439"/>
                  </a:lnTo>
                  <a:lnTo>
                    <a:pt x="552580" y="1356431"/>
                  </a:lnTo>
                  <a:lnTo>
                    <a:pt x="552572" y="1356421"/>
                  </a:lnTo>
                  <a:lnTo>
                    <a:pt x="552565" y="1356413"/>
                  </a:lnTo>
                  <a:lnTo>
                    <a:pt x="552557" y="1356403"/>
                  </a:lnTo>
                  <a:lnTo>
                    <a:pt x="552546" y="1356390"/>
                  </a:lnTo>
                  <a:lnTo>
                    <a:pt x="552537" y="1356379"/>
                  </a:lnTo>
                  <a:lnTo>
                    <a:pt x="552524" y="1356364"/>
                  </a:lnTo>
                  <a:lnTo>
                    <a:pt x="552517" y="1356354"/>
                  </a:lnTo>
                  <a:lnTo>
                    <a:pt x="552511" y="1356337"/>
                  </a:lnTo>
                  <a:lnTo>
                    <a:pt x="552505" y="1356332"/>
                  </a:lnTo>
                  <a:lnTo>
                    <a:pt x="552490" y="1356329"/>
                  </a:lnTo>
                  <a:lnTo>
                    <a:pt x="552475" y="1356325"/>
                  </a:lnTo>
                  <a:lnTo>
                    <a:pt x="552456" y="1356318"/>
                  </a:lnTo>
                  <a:lnTo>
                    <a:pt x="552440" y="1356313"/>
                  </a:lnTo>
                  <a:lnTo>
                    <a:pt x="552420" y="1356304"/>
                  </a:lnTo>
                  <a:lnTo>
                    <a:pt x="552408" y="1356299"/>
                  </a:lnTo>
                  <a:lnTo>
                    <a:pt x="552398" y="1356295"/>
                  </a:lnTo>
                  <a:lnTo>
                    <a:pt x="552393" y="1356293"/>
                  </a:lnTo>
                  <a:lnTo>
                    <a:pt x="552380" y="1356290"/>
                  </a:lnTo>
                  <a:lnTo>
                    <a:pt x="552372" y="1356288"/>
                  </a:lnTo>
                  <a:lnTo>
                    <a:pt x="552363" y="1356286"/>
                  </a:lnTo>
                  <a:lnTo>
                    <a:pt x="552355" y="1356286"/>
                  </a:lnTo>
                  <a:lnTo>
                    <a:pt x="552335" y="1356286"/>
                  </a:lnTo>
                  <a:lnTo>
                    <a:pt x="552324" y="1356288"/>
                  </a:lnTo>
                  <a:lnTo>
                    <a:pt x="552315" y="1356291"/>
                  </a:lnTo>
                  <a:lnTo>
                    <a:pt x="552304" y="1356293"/>
                  </a:lnTo>
                  <a:lnTo>
                    <a:pt x="552295" y="1356295"/>
                  </a:lnTo>
                  <a:lnTo>
                    <a:pt x="552280" y="1356298"/>
                  </a:lnTo>
                  <a:lnTo>
                    <a:pt x="552259" y="1356300"/>
                  </a:lnTo>
                  <a:lnTo>
                    <a:pt x="552248" y="1356301"/>
                  </a:lnTo>
                  <a:lnTo>
                    <a:pt x="552240" y="1356301"/>
                  </a:lnTo>
                  <a:lnTo>
                    <a:pt x="552233" y="1356305"/>
                  </a:lnTo>
                  <a:lnTo>
                    <a:pt x="552218" y="1356310"/>
                  </a:lnTo>
                  <a:lnTo>
                    <a:pt x="552206" y="1356316"/>
                  </a:lnTo>
                  <a:lnTo>
                    <a:pt x="552200" y="1356318"/>
                  </a:lnTo>
                  <a:lnTo>
                    <a:pt x="552193" y="1356318"/>
                  </a:lnTo>
                  <a:lnTo>
                    <a:pt x="552183" y="1356316"/>
                  </a:lnTo>
                  <a:lnTo>
                    <a:pt x="552165" y="1356314"/>
                  </a:lnTo>
                  <a:lnTo>
                    <a:pt x="552152" y="1356311"/>
                  </a:lnTo>
                  <a:lnTo>
                    <a:pt x="552131" y="1356305"/>
                  </a:lnTo>
                  <a:lnTo>
                    <a:pt x="552124" y="1356304"/>
                  </a:lnTo>
                  <a:lnTo>
                    <a:pt x="552114" y="1356301"/>
                  </a:lnTo>
                  <a:lnTo>
                    <a:pt x="552086" y="1356296"/>
                  </a:lnTo>
                  <a:lnTo>
                    <a:pt x="552057" y="1356289"/>
                  </a:lnTo>
                  <a:lnTo>
                    <a:pt x="552046" y="1356286"/>
                  </a:lnTo>
                  <a:lnTo>
                    <a:pt x="552040" y="1356283"/>
                  </a:lnTo>
                  <a:lnTo>
                    <a:pt x="552029" y="1356282"/>
                  </a:lnTo>
                  <a:lnTo>
                    <a:pt x="552016" y="1356283"/>
                  </a:lnTo>
                  <a:lnTo>
                    <a:pt x="552002" y="1356286"/>
                  </a:lnTo>
                  <a:lnTo>
                    <a:pt x="551986" y="1356288"/>
                  </a:lnTo>
                  <a:lnTo>
                    <a:pt x="551972" y="1356294"/>
                  </a:lnTo>
                  <a:lnTo>
                    <a:pt x="551958" y="1356299"/>
                  </a:lnTo>
                  <a:lnTo>
                    <a:pt x="551947" y="1356305"/>
                  </a:lnTo>
                  <a:lnTo>
                    <a:pt x="551935" y="1356311"/>
                  </a:lnTo>
                  <a:lnTo>
                    <a:pt x="551926" y="1356314"/>
                  </a:lnTo>
                  <a:lnTo>
                    <a:pt x="551913" y="1356317"/>
                  </a:lnTo>
                  <a:lnTo>
                    <a:pt x="551898" y="1356319"/>
                  </a:lnTo>
                  <a:lnTo>
                    <a:pt x="551877" y="1356323"/>
                  </a:lnTo>
                  <a:lnTo>
                    <a:pt x="551852" y="1356328"/>
                  </a:lnTo>
                  <a:lnTo>
                    <a:pt x="551846" y="1356329"/>
                  </a:lnTo>
                  <a:lnTo>
                    <a:pt x="551834" y="1356331"/>
                  </a:lnTo>
                  <a:lnTo>
                    <a:pt x="551818" y="1356333"/>
                  </a:lnTo>
                  <a:lnTo>
                    <a:pt x="551800" y="1356334"/>
                  </a:lnTo>
                  <a:lnTo>
                    <a:pt x="551770" y="1356334"/>
                  </a:lnTo>
                  <a:lnTo>
                    <a:pt x="551755" y="1356331"/>
                  </a:lnTo>
                  <a:lnTo>
                    <a:pt x="551739" y="1356328"/>
                  </a:lnTo>
                  <a:lnTo>
                    <a:pt x="551730" y="1356327"/>
                  </a:lnTo>
                  <a:lnTo>
                    <a:pt x="551724" y="1356328"/>
                  </a:lnTo>
                  <a:lnTo>
                    <a:pt x="551716" y="1356329"/>
                  </a:lnTo>
                  <a:lnTo>
                    <a:pt x="551702" y="1356331"/>
                  </a:lnTo>
                  <a:lnTo>
                    <a:pt x="551672" y="1356333"/>
                  </a:lnTo>
                  <a:lnTo>
                    <a:pt x="551655" y="1356333"/>
                  </a:lnTo>
                  <a:lnTo>
                    <a:pt x="551639" y="1356333"/>
                  </a:lnTo>
                  <a:lnTo>
                    <a:pt x="551624" y="1356330"/>
                  </a:lnTo>
                  <a:lnTo>
                    <a:pt x="551605" y="1356325"/>
                  </a:lnTo>
                  <a:lnTo>
                    <a:pt x="551594" y="1356321"/>
                  </a:lnTo>
                  <a:lnTo>
                    <a:pt x="551576" y="1356316"/>
                  </a:lnTo>
                  <a:lnTo>
                    <a:pt x="551556" y="1356317"/>
                  </a:lnTo>
                  <a:lnTo>
                    <a:pt x="551540" y="1356319"/>
                  </a:lnTo>
                  <a:lnTo>
                    <a:pt x="551519" y="1356320"/>
                  </a:lnTo>
                  <a:lnTo>
                    <a:pt x="551502" y="1356322"/>
                  </a:lnTo>
                  <a:lnTo>
                    <a:pt x="551482" y="1356328"/>
                  </a:lnTo>
                  <a:lnTo>
                    <a:pt x="551477" y="1356329"/>
                  </a:lnTo>
                  <a:lnTo>
                    <a:pt x="551457" y="1356334"/>
                  </a:lnTo>
                  <a:lnTo>
                    <a:pt x="551443" y="1356335"/>
                  </a:lnTo>
                  <a:lnTo>
                    <a:pt x="551373" y="1356332"/>
                  </a:lnTo>
                  <a:lnTo>
                    <a:pt x="551361" y="1356329"/>
                  </a:lnTo>
                  <a:lnTo>
                    <a:pt x="551350" y="1356329"/>
                  </a:lnTo>
                  <a:lnTo>
                    <a:pt x="551338" y="1356333"/>
                  </a:lnTo>
                  <a:lnTo>
                    <a:pt x="551330" y="1356338"/>
                  </a:lnTo>
                  <a:lnTo>
                    <a:pt x="551316" y="1356344"/>
                  </a:lnTo>
                  <a:lnTo>
                    <a:pt x="551302" y="1356351"/>
                  </a:lnTo>
                  <a:lnTo>
                    <a:pt x="551288" y="1356354"/>
                  </a:lnTo>
                  <a:lnTo>
                    <a:pt x="551276" y="1356356"/>
                  </a:lnTo>
                  <a:lnTo>
                    <a:pt x="551268" y="1356356"/>
                  </a:lnTo>
                  <a:lnTo>
                    <a:pt x="551250" y="1356357"/>
                  </a:lnTo>
                  <a:lnTo>
                    <a:pt x="551236" y="1356359"/>
                  </a:lnTo>
                  <a:lnTo>
                    <a:pt x="551224" y="1356361"/>
                  </a:lnTo>
                  <a:lnTo>
                    <a:pt x="551214" y="1356363"/>
                  </a:lnTo>
                  <a:lnTo>
                    <a:pt x="551207" y="1356366"/>
                  </a:lnTo>
                  <a:lnTo>
                    <a:pt x="551198" y="1356369"/>
                  </a:lnTo>
                  <a:lnTo>
                    <a:pt x="551191" y="1356372"/>
                  </a:lnTo>
                  <a:lnTo>
                    <a:pt x="551186" y="1356371"/>
                  </a:lnTo>
                  <a:lnTo>
                    <a:pt x="551181" y="1356368"/>
                  </a:lnTo>
                  <a:lnTo>
                    <a:pt x="551177" y="1356365"/>
                  </a:lnTo>
                  <a:lnTo>
                    <a:pt x="551172" y="1356360"/>
                  </a:lnTo>
                  <a:lnTo>
                    <a:pt x="551160" y="1356352"/>
                  </a:lnTo>
                  <a:lnTo>
                    <a:pt x="551150" y="1356347"/>
                  </a:lnTo>
                  <a:lnTo>
                    <a:pt x="551136" y="1356339"/>
                  </a:lnTo>
                  <a:lnTo>
                    <a:pt x="551125" y="1356329"/>
                  </a:lnTo>
                  <a:lnTo>
                    <a:pt x="551111" y="1356319"/>
                  </a:lnTo>
                  <a:lnTo>
                    <a:pt x="551089" y="1356307"/>
                  </a:lnTo>
                  <a:lnTo>
                    <a:pt x="551063" y="1356294"/>
                  </a:lnTo>
                  <a:lnTo>
                    <a:pt x="551050" y="1356285"/>
                  </a:lnTo>
                  <a:lnTo>
                    <a:pt x="551043" y="1356280"/>
                  </a:lnTo>
                  <a:lnTo>
                    <a:pt x="551035" y="1356272"/>
                  </a:lnTo>
                  <a:lnTo>
                    <a:pt x="551029" y="1356271"/>
                  </a:lnTo>
                  <a:lnTo>
                    <a:pt x="551020" y="1356270"/>
                  </a:lnTo>
                  <a:lnTo>
                    <a:pt x="551006" y="1356270"/>
                  </a:lnTo>
                  <a:lnTo>
                    <a:pt x="550990" y="1356274"/>
                  </a:lnTo>
                  <a:lnTo>
                    <a:pt x="550978" y="1356275"/>
                  </a:lnTo>
                  <a:lnTo>
                    <a:pt x="550972" y="1356274"/>
                  </a:lnTo>
                  <a:lnTo>
                    <a:pt x="550967" y="1356273"/>
                  </a:lnTo>
                  <a:lnTo>
                    <a:pt x="550961" y="1356272"/>
                  </a:lnTo>
                  <a:lnTo>
                    <a:pt x="550955" y="1356269"/>
                  </a:lnTo>
                  <a:lnTo>
                    <a:pt x="550945" y="1356263"/>
                  </a:lnTo>
                  <a:lnTo>
                    <a:pt x="550940" y="1356259"/>
                  </a:lnTo>
                  <a:lnTo>
                    <a:pt x="550934" y="1356256"/>
                  </a:lnTo>
                  <a:lnTo>
                    <a:pt x="550928" y="1356254"/>
                  </a:lnTo>
                  <a:lnTo>
                    <a:pt x="550917" y="1356247"/>
                  </a:lnTo>
                  <a:lnTo>
                    <a:pt x="550911" y="1356242"/>
                  </a:lnTo>
                  <a:lnTo>
                    <a:pt x="550904" y="1356237"/>
                  </a:lnTo>
                  <a:lnTo>
                    <a:pt x="550900" y="1356232"/>
                  </a:lnTo>
                  <a:lnTo>
                    <a:pt x="550897" y="1356225"/>
                  </a:lnTo>
                  <a:lnTo>
                    <a:pt x="550892" y="1356212"/>
                  </a:lnTo>
                  <a:lnTo>
                    <a:pt x="550888" y="1356205"/>
                  </a:lnTo>
                  <a:lnTo>
                    <a:pt x="550885" y="1356199"/>
                  </a:lnTo>
                  <a:lnTo>
                    <a:pt x="550882" y="1356194"/>
                  </a:lnTo>
                  <a:lnTo>
                    <a:pt x="550879" y="1356187"/>
                  </a:lnTo>
                  <a:lnTo>
                    <a:pt x="550876" y="1356182"/>
                  </a:lnTo>
                  <a:lnTo>
                    <a:pt x="550872" y="1356175"/>
                  </a:lnTo>
                  <a:lnTo>
                    <a:pt x="550866" y="1356168"/>
                  </a:lnTo>
                  <a:lnTo>
                    <a:pt x="550860" y="1356158"/>
                  </a:lnTo>
                  <a:lnTo>
                    <a:pt x="550857" y="1356152"/>
                  </a:lnTo>
                  <a:lnTo>
                    <a:pt x="550850" y="1356139"/>
                  </a:lnTo>
                  <a:lnTo>
                    <a:pt x="550845" y="1356133"/>
                  </a:lnTo>
                  <a:lnTo>
                    <a:pt x="550840" y="1356126"/>
                  </a:lnTo>
                  <a:lnTo>
                    <a:pt x="550832" y="1356118"/>
                  </a:lnTo>
                  <a:lnTo>
                    <a:pt x="550827" y="1356112"/>
                  </a:lnTo>
                  <a:lnTo>
                    <a:pt x="550824" y="1356106"/>
                  </a:lnTo>
                  <a:lnTo>
                    <a:pt x="550821" y="1356100"/>
                  </a:lnTo>
                  <a:lnTo>
                    <a:pt x="550818" y="1356090"/>
                  </a:lnTo>
                  <a:lnTo>
                    <a:pt x="550815" y="1356083"/>
                  </a:lnTo>
                  <a:lnTo>
                    <a:pt x="550811" y="1356076"/>
                  </a:lnTo>
                  <a:lnTo>
                    <a:pt x="550805" y="1356065"/>
                  </a:lnTo>
                  <a:lnTo>
                    <a:pt x="550799" y="1356049"/>
                  </a:lnTo>
                  <a:lnTo>
                    <a:pt x="550795" y="1356042"/>
                  </a:lnTo>
                  <a:lnTo>
                    <a:pt x="550791" y="1356039"/>
                  </a:lnTo>
                  <a:lnTo>
                    <a:pt x="550784" y="1356036"/>
                  </a:lnTo>
                  <a:lnTo>
                    <a:pt x="550779" y="1356033"/>
                  </a:lnTo>
                  <a:lnTo>
                    <a:pt x="550768" y="1356030"/>
                  </a:lnTo>
                  <a:lnTo>
                    <a:pt x="550757" y="1356026"/>
                  </a:lnTo>
                  <a:lnTo>
                    <a:pt x="550747" y="1356023"/>
                  </a:lnTo>
                  <a:lnTo>
                    <a:pt x="550740" y="1356020"/>
                  </a:lnTo>
                  <a:lnTo>
                    <a:pt x="550733" y="1356018"/>
                  </a:lnTo>
                  <a:lnTo>
                    <a:pt x="550721" y="1356014"/>
                  </a:lnTo>
                  <a:lnTo>
                    <a:pt x="550713" y="1356011"/>
                  </a:lnTo>
                  <a:lnTo>
                    <a:pt x="550704" y="1356009"/>
                  </a:lnTo>
                  <a:lnTo>
                    <a:pt x="550697" y="1356007"/>
                  </a:lnTo>
                  <a:lnTo>
                    <a:pt x="550690" y="1356004"/>
                  </a:lnTo>
                  <a:lnTo>
                    <a:pt x="550684" y="1356001"/>
                  </a:lnTo>
                  <a:lnTo>
                    <a:pt x="550677" y="1355997"/>
                  </a:lnTo>
                  <a:lnTo>
                    <a:pt x="550669" y="1355992"/>
                  </a:lnTo>
                  <a:lnTo>
                    <a:pt x="550662" y="1355989"/>
                  </a:lnTo>
                  <a:lnTo>
                    <a:pt x="550648" y="1355982"/>
                  </a:lnTo>
                  <a:lnTo>
                    <a:pt x="550630" y="1355973"/>
                  </a:lnTo>
                  <a:lnTo>
                    <a:pt x="550621" y="1355969"/>
                  </a:lnTo>
                  <a:lnTo>
                    <a:pt x="550613" y="1355965"/>
                  </a:lnTo>
                  <a:lnTo>
                    <a:pt x="550606" y="1355964"/>
                  </a:lnTo>
                  <a:lnTo>
                    <a:pt x="550600" y="1355962"/>
                  </a:lnTo>
                  <a:lnTo>
                    <a:pt x="550594" y="1355962"/>
                  </a:lnTo>
                  <a:lnTo>
                    <a:pt x="550587" y="1355964"/>
                  </a:lnTo>
                  <a:lnTo>
                    <a:pt x="550578" y="1355969"/>
                  </a:lnTo>
                  <a:lnTo>
                    <a:pt x="550569" y="1355972"/>
                  </a:lnTo>
                  <a:lnTo>
                    <a:pt x="550561" y="1355973"/>
                  </a:lnTo>
                  <a:lnTo>
                    <a:pt x="550555" y="1355974"/>
                  </a:lnTo>
                  <a:lnTo>
                    <a:pt x="550547" y="1355975"/>
                  </a:lnTo>
                  <a:lnTo>
                    <a:pt x="550536" y="1355976"/>
                  </a:lnTo>
                  <a:lnTo>
                    <a:pt x="550531" y="1355978"/>
                  </a:lnTo>
                  <a:lnTo>
                    <a:pt x="550522" y="1355982"/>
                  </a:lnTo>
                  <a:lnTo>
                    <a:pt x="550516" y="1355986"/>
                  </a:lnTo>
                  <a:lnTo>
                    <a:pt x="550510" y="1355992"/>
                  </a:lnTo>
                  <a:lnTo>
                    <a:pt x="550506" y="1355996"/>
                  </a:lnTo>
                  <a:lnTo>
                    <a:pt x="550503" y="1356003"/>
                  </a:lnTo>
                  <a:lnTo>
                    <a:pt x="550499" y="1356008"/>
                  </a:lnTo>
                  <a:lnTo>
                    <a:pt x="550495" y="1356012"/>
                  </a:lnTo>
                  <a:lnTo>
                    <a:pt x="550489" y="1356016"/>
                  </a:lnTo>
                  <a:lnTo>
                    <a:pt x="550480" y="1356020"/>
                  </a:lnTo>
                  <a:lnTo>
                    <a:pt x="550470" y="1356023"/>
                  </a:lnTo>
                  <a:lnTo>
                    <a:pt x="550461" y="1356026"/>
                  </a:lnTo>
                  <a:lnTo>
                    <a:pt x="550455" y="1356030"/>
                  </a:lnTo>
                  <a:lnTo>
                    <a:pt x="550450" y="1356035"/>
                  </a:lnTo>
                  <a:lnTo>
                    <a:pt x="550445" y="1356039"/>
                  </a:lnTo>
                  <a:lnTo>
                    <a:pt x="550436" y="1356045"/>
                  </a:lnTo>
                  <a:lnTo>
                    <a:pt x="550430" y="1356050"/>
                  </a:lnTo>
                  <a:lnTo>
                    <a:pt x="550424" y="1356055"/>
                  </a:lnTo>
                  <a:lnTo>
                    <a:pt x="550419" y="1356061"/>
                  </a:lnTo>
                  <a:lnTo>
                    <a:pt x="550412" y="1356067"/>
                  </a:lnTo>
                  <a:lnTo>
                    <a:pt x="550406" y="1356071"/>
                  </a:lnTo>
                  <a:lnTo>
                    <a:pt x="550398" y="1356074"/>
                  </a:lnTo>
                  <a:lnTo>
                    <a:pt x="550393" y="1356076"/>
                  </a:lnTo>
                  <a:lnTo>
                    <a:pt x="550386" y="1356078"/>
                  </a:lnTo>
                  <a:lnTo>
                    <a:pt x="550378" y="1356081"/>
                  </a:lnTo>
                  <a:lnTo>
                    <a:pt x="550370" y="1356084"/>
                  </a:lnTo>
                  <a:lnTo>
                    <a:pt x="550361" y="1356086"/>
                  </a:lnTo>
                  <a:lnTo>
                    <a:pt x="550354" y="1356088"/>
                  </a:lnTo>
                  <a:lnTo>
                    <a:pt x="550346" y="1356092"/>
                  </a:lnTo>
                  <a:lnTo>
                    <a:pt x="550338" y="1356094"/>
                  </a:lnTo>
                  <a:lnTo>
                    <a:pt x="550328" y="1356096"/>
                  </a:lnTo>
                  <a:lnTo>
                    <a:pt x="550319" y="1356097"/>
                  </a:lnTo>
                  <a:lnTo>
                    <a:pt x="550313" y="1356096"/>
                  </a:lnTo>
                  <a:lnTo>
                    <a:pt x="550306" y="1356095"/>
                  </a:lnTo>
                  <a:lnTo>
                    <a:pt x="550300" y="1356095"/>
                  </a:lnTo>
                  <a:lnTo>
                    <a:pt x="550294" y="1356095"/>
                  </a:lnTo>
                  <a:lnTo>
                    <a:pt x="550285" y="1356095"/>
                  </a:lnTo>
                  <a:lnTo>
                    <a:pt x="550280" y="1356094"/>
                  </a:lnTo>
                  <a:lnTo>
                    <a:pt x="550272" y="1356090"/>
                  </a:lnTo>
                  <a:lnTo>
                    <a:pt x="550264" y="1356086"/>
                  </a:lnTo>
                  <a:lnTo>
                    <a:pt x="550258" y="1356083"/>
                  </a:lnTo>
                  <a:lnTo>
                    <a:pt x="550251" y="1356080"/>
                  </a:lnTo>
                  <a:lnTo>
                    <a:pt x="550231" y="1356070"/>
                  </a:lnTo>
                  <a:lnTo>
                    <a:pt x="550223" y="1356065"/>
                  </a:lnTo>
                  <a:lnTo>
                    <a:pt x="550207" y="1356058"/>
                  </a:lnTo>
                  <a:lnTo>
                    <a:pt x="550199" y="1356054"/>
                  </a:lnTo>
                  <a:lnTo>
                    <a:pt x="550190" y="1356049"/>
                  </a:lnTo>
                  <a:lnTo>
                    <a:pt x="550179" y="1356043"/>
                  </a:lnTo>
                  <a:lnTo>
                    <a:pt x="550170" y="1356038"/>
                  </a:lnTo>
                  <a:lnTo>
                    <a:pt x="550164" y="1356033"/>
                  </a:lnTo>
                  <a:lnTo>
                    <a:pt x="550158" y="1356028"/>
                  </a:lnTo>
                  <a:lnTo>
                    <a:pt x="550152" y="1356023"/>
                  </a:lnTo>
                  <a:lnTo>
                    <a:pt x="550144" y="1356015"/>
                  </a:lnTo>
                  <a:lnTo>
                    <a:pt x="550135" y="1356004"/>
                  </a:lnTo>
                  <a:lnTo>
                    <a:pt x="550129" y="1355999"/>
                  </a:lnTo>
                  <a:lnTo>
                    <a:pt x="550111" y="1355983"/>
                  </a:lnTo>
                  <a:lnTo>
                    <a:pt x="550097" y="1355970"/>
                  </a:lnTo>
                  <a:lnTo>
                    <a:pt x="550089" y="1355963"/>
                  </a:lnTo>
                  <a:lnTo>
                    <a:pt x="550084" y="1355957"/>
                  </a:lnTo>
                  <a:lnTo>
                    <a:pt x="550079" y="1355950"/>
                  </a:lnTo>
                  <a:lnTo>
                    <a:pt x="550075" y="1355944"/>
                  </a:lnTo>
                  <a:lnTo>
                    <a:pt x="550071" y="1355935"/>
                  </a:lnTo>
                  <a:lnTo>
                    <a:pt x="550065" y="1355926"/>
                  </a:lnTo>
                  <a:lnTo>
                    <a:pt x="550061" y="1355919"/>
                  </a:lnTo>
                  <a:lnTo>
                    <a:pt x="550058" y="1355912"/>
                  </a:lnTo>
                  <a:lnTo>
                    <a:pt x="550057" y="1355903"/>
                  </a:lnTo>
                  <a:lnTo>
                    <a:pt x="550056" y="1355892"/>
                  </a:lnTo>
                  <a:lnTo>
                    <a:pt x="550053" y="1355884"/>
                  </a:lnTo>
                  <a:lnTo>
                    <a:pt x="550049" y="1355875"/>
                  </a:lnTo>
                  <a:lnTo>
                    <a:pt x="550044" y="1355867"/>
                  </a:lnTo>
                  <a:lnTo>
                    <a:pt x="550039" y="1355861"/>
                  </a:lnTo>
                  <a:lnTo>
                    <a:pt x="550034" y="1355854"/>
                  </a:lnTo>
                  <a:lnTo>
                    <a:pt x="550028" y="1355850"/>
                  </a:lnTo>
                  <a:lnTo>
                    <a:pt x="550023" y="1355845"/>
                  </a:lnTo>
                  <a:lnTo>
                    <a:pt x="550018" y="1355842"/>
                  </a:lnTo>
                  <a:lnTo>
                    <a:pt x="550009" y="1355836"/>
                  </a:lnTo>
                  <a:lnTo>
                    <a:pt x="549999" y="1355828"/>
                  </a:lnTo>
                  <a:lnTo>
                    <a:pt x="549993" y="1355824"/>
                  </a:lnTo>
                  <a:lnTo>
                    <a:pt x="549987" y="1355818"/>
                  </a:lnTo>
                  <a:lnTo>
                    <a:pt x="549983" y="1355814"/>
                  </a:lnTo>
                  <a:lnTo>
                    <a:pt x="549977" y="1355808"/>
                  </a:lnTo>
                  <a:lnTo>
                    <a:pt x="549972" y="1355801"/>
                  </a:lnTo>
                  <a:lnTo>
                    <a:pt x="549969" y="1355795"/>
                  </a:lnTo>
                  <a:lnTo>
                    <a:pt x="549964" y="1355789"/>
                  </a:lnTo>
                  <a:lnTo>
                    <a:pt x="549960" y="1355783"/>
                  </a:lnTo>
                  <a:lnTo>
                    <a:pt x="549952" y="1355775"/>
                  </a:lnTo>
                  <a:lnTo>
                    <a:pt x="549931" y="1355756"/>
                  </a:lnTo>
                  <a:lnTo>
                    <a:pt x="549925" y="1355752"/>
                  </a:lnTo>
                  <a:lnTo>
                    <a:pt x="549906" y="1355738"/>
                  </a:lnTo>
                  <a:lnTo>
                    <a:pt x="549885" y="1355722"/>
                  </a:lnTo>
                  <a:lnTo>
                    <a:pt x="549878" y="1355718"/>
                  </a:lnTo>
                  <a:lnTo>
                    <a:pt x="549869" y="1355712"/>
                  </a:lnTo>
                  <a:lnTo>
                    <a:pt x="549857" y="1355707"/>
                  </a:lnTo>
                  <a:lnTo>
                    <a:pt x="549851" y="1355701"/>
                  </a:lnTo>
                  <a:lnTo>
                    <a:pt x="549839" y="1355691"/>
                  </a:lnTo>
                  <a:lnTo>
                    <a:pt x="549829" y="1355684"/>
                  </a:lnTo>
                  <a:lnTo>
                    <a:pt x="549816" y="1355676"/>
                  </a:lnTo>
                  <a:lnTo>
                    <a:pt x="549807" y="1355670"/>
                  </a:lnTo>
                  <a:lnTo>
                    <a:pt x="549797" y="1355662"/>
                  </a:lnTo>
                  <a:lnTo>
                    <a:pt x="549784" y="1355653"/>
                  </a:lnTo>
                  <a:lnTo>
                    <a:pt x="549773" y="1355647"/>
                  </a:lnTo>
                  <a:lnTo>
                    <a:pt x="549762" y="1355640"/>
                  </a:lnTo>
                  <a:lnTo>
                    <a:pt x="549747" y="1355632"/>
                  </a:lnTo>
                  <a:lnTo>
                    <a:pt x="549738" y="1355628"/>
                  </a:lnTo>
                  <a:lnTo>
                    <a:pt x="549728" y="1355623"/>
                  </a:lnTo>
                  <a:lnTo>
                    <a:pt x="549719" y="1355617"/>
                  </a:lnTo>
                  <a:lnTo>
                    <a:pt x="549712" y="1355612"/>
                  </a:lnTo>
                  <a:lnTo>
                    <a:pt x="549703" y="1355605"/>
                  </a:lnTo>
                  <a:lnTo>
                    <a:pt x="549694" y="1355596"/>
                  </a:lnTo>
                  <a:lnTo>
                    <a:pt x="549688" y="1355589"/>
                  </a:lnTo>
                  <a:lnTo>
                    <a:pt x="549682" y="1355582"/>
                  </a:lnTo>
                  <a:lnTo>
                    <a:pt x="549677" y="1355573"/>
                  </a:lnTo>
                  <a:lnTo>
                    <a:pt x="549672" y="1355563"/>
                  </a:lnTo>
                  <a:lnTo>
                    <a:pt x="549669" y="1355558"/>
                  </a:lnTo>
                  <a:lnTo>
                    <a:pt x="549664" y="1355552"/>
                  </a:lnTo>
                  <a:lnTo>
                    <a:pt x="549659" y="1355544"/>
                  </a:lnTo>
                  <a:lnTo>
                    <a:pt x="549654" y="1355536"/>
                  </a:lnTo>
                  <a:lnTo>
                    <a:pt x="549651" y="1355528"/>
                  </a:lnTo>
                  <a:lnTo>
                    <a:pt x="549650" y="1355521"/>
                  </a:lnTo>
                  <a:lnTo>
                    <a:pt x="549649" y="1355516"/>
                  </a:lnTo>
                  <a:lnTo>
                    <a:pt x="549646" y="1355507"/>
                  </a:lnTo>
                  <a:lnTo>
                    <a:pt x="549644" y="1355501"/>
                  </a:lnTo>
                  <a:lnTo>
                    <a:pt x="549644" y="1355494"/>
                  </a:lnTo>
                  <a:lnTo>
                    <a:pt x="549645" y="1355489"/>
                  </a:lnTo>
                  <a:lnTo>
                    <a:pt x="549647" y="1355482"/>
                  </a:lnTo>
                  <a:lnTo>
                    <a:pt x="549649" y="1355477"/>
                  </a:lnTo>
                  <a:lnTo>
                    <a:pt x="549651" y="1355471"/>
                  </a:lnTo>
                  <a:lnTo>
                    <a:pt x="549654" y="1355464"/>
                  </a:lnTo>
                  <a:lnTo>
                    <a:pt x="549657" y="1355455"/>
                  </a:lnTo>
                  <a:lnTo>
                    <a:pt x="549659" y="1355448"/>
                  </a:lnTo>
                  <a:lnTo>
                    <a:pt x="549662" y="1355441"/>
                  </a:lnTo>
                  <a:lnTo>
                    <a:pt x="549665" y="1355433"/>
                  </a:lnTo>
                  <a:lnTo>
                    <a:pt x="549669" y="1355426"/>
                  </a:lnTo>
                  <a:lnTo>
                    <a:pt x="549672" y="1355419"/>
                  </a:lnTo>
                  <a:lnTo>
                    <a:pt x="549674" y="1355413"/>
                  </a:lnTo>
                  <a:lnTo>
                    <a:pt x="549676" y="1355407"/>
                  </a:lnTo>
                  <a:lnTo>
                    <a:pt x="549678" y="1355401"/>
                  </a:lnTo>
                  <a:lnTo>
                    <a:pt x="549681" y="1355395"/>
                  </a:lnTo>
                  <a:lnTo>
                    <a:pt x="549683" y="1355389"/>
                  </a:lnTo>
                  <a:lnTo>
                    <a:pt x="549685" y="1355383"/>
                  </a:lnTo>
                  <a:lnTo>
                    <a:pt x="549688" y="1355377"/>
                  </a:lnTo>
                  <a:lnTo>
                    <a:pt x="549691" y="1355370"/>
                  </a:lnTo>
                  <a:lnTo>
                    <a:pt x="549695" y="1355361"/>
                  </a:lnTo>
                  <a:lnTo>
                    <a:pt x="549701" y="1355349"/>
                  </a:lnTo>
                  <a:lnTo>
                    <a:pt x="549704" y="1355341"/>
                  </a:lnTo>
                  <a:lnTo>
                    <a:pt x="549709" y="1355334"/>
                  </a:lnTo>
                  <a:lnTo>
                    <a:pt x="549713" y="1355329"/>
                  </a:lnTo>
                  <a:lnTo>
                    <a:pt x="549717" y="1355323"/>
                  </a:lnTo>
                  <a:lnTo>
                    <a:pt x="549722" y="1355317"/>
                  </a:lnTo>
                  <a:lnTo>
                    <a:pt x="549728" y="1355311"/>
                  </a:lnTo>
                  <a:lnTo>
                    <a:pt x="549731" y="1355303"/>
                  </a:lnTo>
                  <a:lnTo>
                    <a:pt x="549734" y="1355298"/>
                  </a:lnTo>
                  <a:lnTo>
                    <a:pt x="549737" y="1355291"/>
                  </a:lnTo>
                  <a:lnTo>
                    <a:pt x="549740" y="1355285"/>
                  </a:lnTo>
                  <a:lnTo>
                    <a:pt x="549743" y="1355280"/>
                  </a:lnTo>
                  <a:lnTo>
                    <a:pt x="549748" y="1355274"/>
                  </a:lnTo>
                  <a:lnTo>
                    <a:pt x="549752" y="1355269"/>
                  </a:lnTo>
                  <a:lnTo>
                    <a:pt x="549755" y="1355264"/>
                  </a:lnTo>
                  <a:lnTo>
                    <a:pt x="549760" y="1355256"/>
                  </a:lnTo>
                  <a:lnTo>
                    <a:pt x="549763" y="1355249"/>
                  </a:lnTo>
                  <a:lnTo>
                    <a:pt x="549766" y="1355244"/>
                  </a:lnTo>
                  <a:lnTo>
                    <a:pt x="549768" y="1355239"/>
                  </a:lnTo>
                  <a:lnTo>
                    <a:pt x="549770" y="1355232"/>
                  </a:lnTo>
                  <a:lnTo>
                    <a:pt x="549772" y="1355225"/>
                  </a:lnTo>
                  <a:lnTo>
                    <a:pt x="549773" y="1355219"/>
                  </a:lnTo>
                  <a:lnTo>
                    <a:pt x="549777" y="1355205"/>
                  </a:lnTo>
                  <a:lnTo>
                    <a:pt x="549781" y="1355187"/>
                  </a:lnTo>
                  <a:lnTo>
                    <a:pt x="549784" y="1355175"/>
                  </a:lnTo>
                  <a:lnTo>
                    <a:pt x="549785" y="1355167"/>
                  </a:lnTo>
                  <a:lnTo>
                    <a:pt x="549786" y="1355157"/>
                  </a:lnTo>
                  <a:lnTo>
                    <a:pt x="549788" y="1355151"/>
                  </a:lnTo>
                  <a:lnTo>
                    <a:pt x="549790" y="1355145"/>
                  </a:lnTo>
                  <a:lnTo>
                    <a:pt x="549793" y="1355136"/>
                  </a:lnTo>
                  <a:lnTo>
                    <a:pt x="549799" y="1355125"/>
                  </a:lnTo>
                  <a:lnTo>
                    <a:pt x="549806" y="1355112"/>
                  </a:lnTo>
                  <a:lnTo>
                    <a:pt x="549813" y="1355099"/>
                  </a:lnTo>
                  <a:lnTo>
                    <a:pt x="549818" y="1355090"/>
                  </a:lnTo>
                  <a:lnTo>
                    <a:pt x="549822" y="1355081"/>
                  </a:lnTo>
                  <a:lnTo>
                    <a:pt x="549824" y="1355074"/>
                  </a:lnTo>
                  <a:lnTo>
                    <a:pt x="549826" y="1355063"/>
                  </a:lnTo>
                  <a:lnTo>
                    <a:pt x="549826" y="1355055"/>
                  </a:lnTo>
                  <a:lnTo>
                    <a:pt x="549826" y="1355049"/>
                  </a:lnTo>
                  <a:lnTo>
                    <a:pt x="549827" y="1355041"/>
                  </a:lnTo>
                  <a:lnTo>
                    <a:pt x="549830" y="1355037"/>
                  </a:lnTo>
                  <a:lnTo>
                    <a:pt x="549834" y="1355030"/>
                  </a:lnTo>
                  <a:lnTo>
                    <a:pt x="549842" y="1355021"/>
                  </a:lnTo>
                  <a:lnTo>
                    <a:pt x="549847" y="1355016"/>
                  </a:lnTo>
                  <a:lnTo>
                    <a:pt x="549860" y="1355004"/>
                  </a:lnTo>
                  <a:lnTo>
                    <a:pt x="549865" y="1355001"/>
                  </a:lnTo>
                  <a:lnTo>
                    <a:pt x="549876" y="1354991"/>
                  </a:lnTo>
                  <a:lnTo>
                    <a:pt x="549881" y="1354987"/>
                  </a:lnTo>
                  <a:lnTo>
                    <a:pt x="549883" y="1354981"/>
                  </a:lnTo>
                  <a:lnTo>
                    <a:pt x="549882" y="1354972"/>
                  </a:lnTo>
                  <a:lnTo>
                    <a:pt x="549880" y="1354963"/>
                  </a:lnTo>
                  <a:lnTo>
                    <a:pt x="549879" y="1354956"/>
                  </a:lnTo>
                  <a:lnTo>
                    <a:pt x="549879" y="1354949"/>
                  </a:lnTo>
                  <a:lnTo>
                    <a:pt x="549880" y="1354942"/>
                  </a:lnTo>
                  <a:lnTo>
                    <a:pt x="549881" y="1354934"/>
                  </a:lnTo>
                  <a:lnTo>
                    <a:pt x="549882" y="1354923"/>
                  </a:lnTo>
                  <a:lnTo>
                    <a:pt x="549881" y="1354914"/>
                  </a:lnTo>
                  <a:lnTo>
                    <a:pt x="549880" y="1354909"/>
                  </a:lnTo>
                  <a:lnTo>
                    <a:pt x="549881" y="1354900"/>
                  </a:lnTo>
                  <a:lnTo>
                    <a:pt x="549883" y="1354892"/>
                  </a:lnTo>
                  <a:lnTo>
                    <a:pt x="549886" y="1354883"/>
                  </a:lnTo>
                  <a:lnTo>
                    <a:pt x="549891" y="1354875"/>
                  </a:lnTo>
                  <a:lnTo>
                    <a:pt x="549895" y="1354868"/>
                  </a:lnTo>
                  <a:lnTo>
                    <a:pt x="549900" y="1354863"/>
                  </a:lnTo>
                  <a:lnTo>
                    <a:pt x="549904" y="1354853"/>
                  </a:lnTo>
                  <a:lnTo>
                    <a:pt x="549904" y="1354845"/>
                  </a:lnTo>
                  <a:lnTo>
                    <a:pt x="549903" y="1354838"/>
                  </a:lnTo>
                  <a:lnTo>
                    <a:pt x="549903" y="1354833"/>
                  </a:lnTo>
                  <a:lnTo>
                    <a:pt x="549903" y="1354827"/>
                  </a:lnTo>
                  <a:lnTo>
                    <a:pt x="549904" y="1354819"/>
                  </a:lnTo>
                  <a:lnTo>
                    <a:pt x="549907" y="1354812"/>
                  </a:lnTo>
                  <a:lnTo>
                    <a:pt x="549910" y="1354805"/>
                  </a:lnTo>
                  <a:lnTo>
                    <a:pt x="549913" y="1354797"/>
                  </a:lnTo>
                  <a:lnTo>
                    <a:pt x="549915" y="1354791"/>
                  </a:lnTo>
                  <a:lnTo>
                    <a:pt x="549917" y="1354782"/>
                  </a:lnTo>
                  <a:lnTo>
                    <a:pt x="549919" y="1354774"/>
                  </a:lnTo>
                  <a:lnTo>
                    <a:pt x="549921" y="1354768"/>
                  </a:lnTo>
                  <a:lnTo>
                    <a:pt x="549924" y="1354762"/>
                  </a:lnTo>
                  <a:lnTo>
                    <a:pt x="549927" y="1354755"/>
                  </a:lnTo>
                  <a:lnTo>
                    <a:pt x="549929" y="1354750"/>
                  </a:lnTo>
                  <a:lnTo>
                    <a:pt x="549932" y="1354745"/>
                  </a:lnTo>
                  <a:lnTo>
                    <a:pt x="549934" y="1354739"/>
                  </a:lnTo>
                  <a:lnTo>
                    <a:pt x="549937" y="1354732"/>
                  </a:lnTo>
                  <a:lnTo>
                    <a:pt x="549939" y="1354724"/>
                  </a:lnTo>
                  <a:lnTo>
                    <a:pt x="549941" y="1354719"/>
                  </a:lnTo>
                  <a:lnTo>
                    <a:pt x="549942" y="1354713"/>
                  </a:lnTo>
                  <a:lnTo>
                    <a:pt x="549944" y="1354706"/>
                  </a:lnTo>
                  <a:lnTo>
                    <a:pt x="549946" y="1354700"/>
                  </a:lnTo>
                  <a:lnTo>
                    <a:pt x="549947" y="1354693"/>
                  </a:lnTo>
                  <a:lnTo>
                    <a:pt x="549949" y="1354687"/>
                  </a:lnTo>
                  <a:lnTo>
                    <a:pt x="549951" y="1354677"/>
                  </a:lnTo>
                  <a:lnTo>
                    <a:pt x="549952" y="1354670"/>
                  </a:lnTo>
                  <a:lnTo>
                    <a:pt x="549954" y="1354663"/>
                  </a:lnTo>
                  <a:lnTo>
                    <a:pt x="549955" y="1354655"/>
                  </a:lnTo>
                  <a:lnTo>
                    <a:pt x="549957" y="1354645"/>
                  </a:lnTo>
                  <a:lnTo>
                    <a:pt x="549957" y="1354639"/>
                  </a:lnTo>
                  <a:lnTo>
                    <a:pt x="549955" y="1354633"/>
                  </a:lnTo>
                  <a:lnTo>
                    <a:pt x="549954" y="1354627"/>
                  </a:lnTo>
                  <a:lnTo>
                    <a:pt x="549954" y="1354619"/>
                  </a:lnTo>
                  <a:lnTo>
                    <a:pt x="549953" y="1354612"/>
                  </a:lnTo>
                  <a:lnTo>
                    <a:pt x="549952" y="1354604"/>
                  </a:lnTo>
                  <a:lnTo>
                    <a:pt x="549950" y="1354595"/>
                  </a:lnTo>
                  <a:lnTo>
                    <a:pt x="549947" y="1354587"/>
                  </a:lnTo>
                  <a:lnTo>
                    <a:pt x="549946" y="1354582"/>
                  </a:lnTo>
                  <a:lnTo>
                    <a:pt x="549944" y="1354574"/>
                  </a:lnTo>
                  <a:lnTo>
                    <a:pt x="549942" y="1354566"/>
                  </a:lnTo>
                  <a:lnTo>
                    <a:pt x="549941" y="1354558"/>
                  </a:lnTo>
                  <a:lnTo>
                    <a:pt x="549942" y="1354552"/>
                  </a:lnTo>
                  <a:lnTo>
                    <a:pt x="549945" y="1354544"/>
                  </a:lnTo>
                  <a:lnTo>
                    <a:pt x="549945" y="1354539"/>
                  </a:lnTo>
                  <a:lnTo>
                    <a:pt x="549943" y="1354531"/>
                  </a:lnTo>
                  <a:lnTo>
                    <a:pt x="549940" y="1354525"/>
                  </a:lnTo>
                  <a:lnTo>
                    <a:pt x="549937" y="1354517"/>
                  </a:lnTo>
                  <a:lnTo>
                    <a:pt x="549939" y="1354509"/>
                  </a:lnTo>
                  <a:lnTo>
                    <a:pt x="549943" y="1354504"/>
                  </a:lnTo>
                  <a:lnTo>
                    <a:pt x="549946" y="1354499"/>
                  </a:lnTo>
                  <a:lnTo>
                    <a:pt x="549949" y="1354491"/>
                  </a:lnTo>
                  <a:lnTo>
                    <a:pt x="549951" y="1354484"/>
                  </a:lnTo>
                  <a:lnTo>
                    <a:pt x="549952" y="1354477"/>
                  </a:lnTo>
                  <a:lnTo>
                    <a:pt x="549954" y="1354470"/>
                  </a:lnTo>
                  <a:lnTo>
                    <a:pt x="549955" y="1354463"/>
                  </a:lnTo>
                  <a:lnTo>
                    <a:pt x="549955" y="1354457"/>
                  </a:lnTo>
                  <a:lnTo>
                    <a:pt x="549956" y="1354451"/>
                  </a:lnTo>
                  <a:lnTo>
                    <a:pt x="549958" y="1354445"/>
                  </a:lnTo>
                  <a:lnTo>
                    <a:pt x="549961" y="1354439"/>
                  </a:lnTo>
                  <a:lnTo>
                    <a:pt x="549964" y="1354433"/>
                  </a:lnTo>
                  <a:lnTo>
                    <a:pt x="549968" y="1354429"/>
                  </a:lnTo>
                  <a:lnTo>
                    <a:pt x="549971" y="1354424"/>
                  </a:lnTo>
                  <a:lnTo>
                    <a:pt x="549974" y="1354417"/>
                  </a:lnTo>
                  <a:lnTo>
                    <a:pt x="549976" y="1354408"/>
                  </a:lnTo>
                  <a:lnTo>
                    <a:pt x="549978" y="1354402"/>
                  </a:lnTo>
                  <a:lnTo>
                    <a:pt x="549982" y="1354394"/>
                  </a:lnTo>
                  <a:lnTo>
                    <a:pt x="549985" y="1354386"/>
                  </a:lnTo>
                  <a:lnTo>
                    <a:pt x="549988" y="1354377"/>
                  </a:lnTo>
                  <a:lnTo>
                    <a:pt x="549991" y="1354369"/>
                  </a:lnTo>
                  <a:lnTo>
                    <a:pt x="549993" y="1354361"/>
                  </a:lnTo>
                  <a:lnTo>
                    <a:pt x="549995" y="1354354"/>
                  </a:lnTo>
                  <a:lnTo>
                    <a:pt x="549997" y="1354348"/>
                  </a:lnTo>
                  <a:lnTo>
                    <a:pt x="549998" y="1354342"/>
                  </a:lnTo>
                  <a:lnTo>
                    <a:pt x="549999" y="1354335"/>
                  </a:lnTo>
                  <a:lnTo>
                    <a:pt x="550001" y="1354326"/>
                  </a:lnTo>
                  <a:lnTo>
                    <a:pt x="550004" y="1354317"/>
                  </a:lnTo>
                  <a:lnTo>
                    <a:pt x="550007" y="1354309"/>
                  </a:lnTo>
                  <a:lnTo>
                    <a:pt x="550010" y="1354302"/>
                  </a:lnTo>
                  <a:lnTo>
                    <a:pt x="550014" y="1354293"/>
                  </a:lnTo>
                  <a:lnTo>
                    <a:pt x="550020" y="1354289"/>
                  </a:lnTo>
                  <a:lnTo>
                    <a:pt x="550029" y="1354284"/>
                  </a:lnTo>
                  <a:lnTo>
                    <a:pt x="550040" y="1354279"/>
                  </a:lnTo>
                  <a:lnTo>
                    <a:pt x="550068" y="1354273"/>
                  </a:lnTo>
                  <a:lnTo>
                    <a:pt x="550076" y="1354271"/>
                  </a:lnTo>
                  <a:lnTo>
                    <a:pt x="550088" y="1354269"/>
                  </a:lnTo>
                  <a:lnTo>
                    <a:pt x="550122" y="1354262"/>
                  </a:lnTo>
                  <a:lnTo>
                    <a:pt x="550147" y="1354256"/>
                  </a:lnTo>
                  <a:lnTo>
                    <a:pt x="550170" y="1354245"/>
                  </a:lnTo>
                  <a:lnTo>
                    <a:pt x="550178" y="1354235"/>
                  </a:lnTo>
                  <a:lnTo>
                    <a:pt x="550183" y="1354221"/>
                  </a:lnTo>
                  <a:lnTo>
                    <a:pt x="550190" y="1354207"/>
                  </a:lnTo>
                  <a:lnTo>
                    <a:pt x="550195" y="1354196"/>
                  </a:lnTo>
                  <a:lnTo>
                    <a:pt x="550203" y="1354187"/>
                  </a:lnTo>
                  <a:lnTo>
                    <a:pt x="550213" y="1354174"/>
                  </a:lnTo>
                  <a:lnTo>
                    <a:pt x="550233" y="1354158"/>
                  </a:lnTo>
                  <a:lnTo>
                    <a:pt x="550271" y="1354133"/>
                  </a:lnTo>
                  <a:lnTo>
                    <a:pt x="550286" y="1354118"/>
                  </a:lnTo>
                  <a:lnTo>
                    <a:pt x="550305" y="1354099"/>
                  </a:lnTo>
                  <a:lnTo>
                    <a:pt x="550310" y="1354094"/>
                  </a:lnTo>
                  <a:lnTo>
                    <a:pt x="550326" y="1354022"/>
                  </a:lnTo>
                  <a:lnTo>
                    <a:pt x="550327" y="1354013"/>
                  </a:lnTo>
                  <a:lnTo>
                    <a:pt x="550329" y="1354005"/>
                  </a:lnTo>
                  <a:lnTo>
                    <a:pt x="550329" y="1353998"/>
                  </a:lnTo>
                  <a:lnTo>
                    <a:pt x="550328" y="1353982"/>
                  </a:lnTo>
                  <a:lnTo>
                    <a:pt x="550327" y="1353975"/>
                  </a:lnTo>
                  <a:lnTo>
                    <a:pt x="550326" y="1353967"/>
                  </a:lnTo>
                  <a:lnTo>
                    <a:pt x="550325" y="1353959"/>
                  </a:lnTo>
                  <a:lnTo>
                    <a:pt x="550324" y="1353945"/>
                  </a:lnTo>
                  <a:lnTo>
                    <a:pt x="550323" y="1353921"/>
                  </a:lnTo>
                  <a:lnTo>
                    <a:pt x="550321" y="1353910"/>
                  </a:lnTo>
                  <a:lnTo>
                    <a:pt x="550320" y="1353902"/>
                  </a:lnTo>
                  <a:lnTo>
                    <a:pt x="550313" y="1353867"/>
                  </a:lnTo>
                  <a:lnTo>
                    <a:pt x="550308" y="1353845"/>
                  </a:lnTo>
                  <a:lnTo>
                    <a:pt x="550301" y="1353808"/>
                  </a:lnTo>
                  <a:lnTo>
                    <a:pt x="550295" y="1353782"/>
                  </a:lnTo>
                  <a:lnTo>
                    <a:pt x="550293" y="1353768"/>
                  </a:lnTo>
                  <a:lnTo>
                    <a:pt x="550291" y="1353751"/>
                  </a:lnTo>
                  <a:lnTo>
                    <a:pt x="550290" y="1353745"/>
                  </a:lnTo>
                  <a:lnTo>
                    <a:pt x="550291" y="1353736"/>
                  </a:lnTo>
                  <a:lnTo>
                    <a:pt x="550291" y="1353724"/>
                  </a:lnTo>
                  <a:lnTo>
                    <a:pt x="550292" y="1353717"/>
                  </a:lnTo>
                  <a:lnTo>
                    <a:pt x="550293" y="1353708"/>
                  </a:lnTo>
                  <a:lnTo>
                    <a:pt x="550294" y="1353702"/>
                  </a:lnTo>
                  <a:lnTo>
                    <a:pt x="550297" y="1353690"/>
                  </a:lnTo>
                  <a:lnTo>
                    <a:pt x="550301" y="1353675"/>
                  </a:lnTo>
                  <a:lnTo>
                    <a:pt x="550304" y="1353665"/>
                  </a:lnTo>
                  <a:lnTo>
                    <a:pt x="550310" y="1353652"/>
                  </a:lnTo>
                  <a:lnTo>
                    <a:pt x="550320" y="1353629"/>
                  </a:lnTo>
                  <a:lnTo>
                    <a:pt x="550326" y="1353614"/>
                  </a:lnTo>
                  <a:lnTo>
                    <a:pt x="550328" y="1353606"/>
                  </a:lnTo>
                  <a:lnTo>
                    <a:pt x="550330" y="1353600"/>
                  </a:lnTo>
                  <a:lnTo>
                    <a:pt x="550332" y="1353589"/>
                  </a:lnTo>
                  <a:lnTo>
                    <a:pt x="550333" y="1353582"/>
                  </a:lnTo>
                  <a:lnTo>
                    <a:pt x="550333" y="1353569"/>
                  </a:lnTo>
                  <a:lnTo>
                    <a:pt x="550333" y="1353557"/>
                  </a:lnTo>
                  <a:lnTo>
                    <a:pt x="550334" y="1353549"/>
                  </a:lnTo>
                  <a:lnTo>
                    <a:pt x="550334" y="1353543"/>
                  </a:lnTo>
                  <a:lnTo>
                    <a:pt x="550333" y="1353532"/>
                  </a:lnTo>
                  <a:lnTo>
                    <a:pt x="550331" y="1353518"/>
                  </a:lnTo>
                  <a:lnTo>
                    <a:pt x="550329" y="1353509"/>
                  </a:lnTo>
                  <a:lnTo>
                    <a:pt x="550327" y="1353499"/>
                  </a:lnTo>
                  <a:lnTo>
                    <a:pt x="550323" y="1353476"/>
                  </a:lnTo>
                  <a:lnTo>
                    <a:pt x="550321" y="1353471"/>
                  </a:lnTo>
                  <a:lnTo>
                    <a:pt x="550319" y="1353465"/>
                  </a:lnTo>
                  <a:lnTo>
                    <a:pt x="550312" y="1353442"/>
                  </a:lnTo>
                  <a:lnTo>
                    <a:pt x="550308" y="1353429"/>
                  </a:lnTo>
                  <a:lnTo>
                    <a:pt x="550305" y="1353419"/>
                  </a:lnTo>
                  <a:lnTo>
                    <a:pt x="550303" y="1353408"/>
                  </a:lnTo>
                  <a:lnTo>
                    <a:pt x="550298" y="1353387"/>
                  </a:lnTo>
                  <a:lnTo>
                    <a:pt x="550297" y="1353378"/>
                  </a:lnTo>
                  <a:lnTo>
                    <a:pt x="550296" y="1353372"/>
                  </a:lnTo>
                  <a:lnTo>
                    <a:pt x="550295" y="1353364"/>
                  </a:lnTo>
                  <a:lnTo>
                    <a:pt x="550294" y="1353356"/>
                  </a:lnTo>
                  <a:lnTo>
                    <a:pt x="550293" y="1353350"/>
                  </a:lnTo>
                  <a:lnTo>
                    <a:pt x="550293" y="1353341"/>
                  </a:lnTo>
                  <a:lnTo>
                    <a:pt x="550299" y="1353334"/>
                  </a:lnTo>
                  <a:lnTo>
                    <a:pt x="550306" y="1353329"/>
                  </a:lnTo>
                  <a:lnTo>
                    <a:pt x="550312" y="1353326"/>
                  </a:lnTo>
                  <a:lnTo>
                    <a:pt x="550320" y="1353322"/>
                  </a:lnTo>
                  <a:lnTo>
                    <a:pt x="550326" y="1353319"/>
                  </a:lnTo>
                  <a:lnTo>
                    <a:pt x="550332" y="1353317"/>
                  </a:lnTo>
                  <a:lnTo>
                    <a:pt x="550337" y="1353315"/>
                  </a:lnTo>
                  <a:lnTo>
                    <a:pt x="550344" y="1353312"/>
                  </a:lnTo>
                  <a:lnTo>
                    <a:pt x="550353" y="1353309"/>
                  </a:lnTo>
                  <a:lnTo>
                    <a:pt x="550361" y="1353305"/>
                  </a:lnTo>
                  <a:lnTo>
                    <a:pt x="550370" y="1353295"/>
                  </a:lnTo>
                  <a:lnTo>
                    <a:pt x="550378" y="1353285"/>
                  </a:lnTo>
                  <a:lnTo>
                    <a:pt x="550387" y="1353275"/>
                  </a:lnTo>
                  <a:lnTo>
                    <a:pt x="550393" y="1353266"/>
                  </a:lnTo>
                  <a:lnTo>
                    <a:pt x="550395" y="1353261"/>
                  </a:lnTo>
                  <a:lnTo>
                    <a:pt x="550397" y="1353254"/>
                  </a:lnTo>
                  <a:lnTo>
                    <a:pt x="550394" y="1353245"/>
                  </a:lnTo>
                  <a:lnTo>
                    <a:pt x="550396" y="1353235"/>
                  </a:lnTo>
                  <a:lnTo>
                    <a:pt x="550401" y="1353228"/>
                  </a:lnTo>
                  <a:lnTo>
                    <a:pt x="550405" y="1353225"/>
                  </a:lnTo>
                  <a:lnTo>
                    <a:pt x="550411" y="1353222"/>
                  </a:lnTo>
                  <a:lnTo>
                    <a:pt x="550418" y="1353220"/>
                  </a:lnTo>
                  <a:lnTo>
                    <a:pt x="550424" y="1353218"/>
                  </a:lnTo>
                  <a:lnTo>
                    <a:pt x="550429" y="1353216"/>
                  </a:lnTo>
                  <a:lnTo>
                    <a:pt x="550433" y="1353212"/>
                  </a:lnTo>
                  <a:lnTo>
                    <a:pt x="550436" y="1353202"/>
                  </a:lnTo>
                  <a:lnTo>
                    <a:pt x="550441" y="1353195"/>
                  </a:lnTo>
                  <a:lnTo>
                    <a:pt x="550448" y="1353188"/>
                  </a:lnTo>
                  <a:lnTo>
                    <a:pt x="550452" y="1353182"/>
                  </a:lnTo>
                  <a:lnTo>
                    <a:pt x="550455" y="1353175"/>
                  </a:lnTo>
                  <a:lnTo>
                    <a:pt x="550462" y="1353167"/>
                  </a:lnTo>
                  <a:lnTo>
                    <a:pt x="550468" y="1353159"/>
                  </a:lnTo>
                  <a:lnTo>
                    <a:pt x="550471" y="1353154"/>
                  </a:lnTo>
                  <a:lnTo>
                    <a:pt x="550475" y="1353149"/>
                  </a:lnTo>
                  <a:lnTo>
                    <a:pt x="550482" y="1353144"/>
                  </a:lnTo>
                  <a:lnTo>
                    <a:pt x="550488" y="1353140"/>
                  </a:lnTo>
                  <a:lnTo>
                    <a:pt x="550494" y="1353136"/>
                  </a:lnTo>
                  <a:lnTo>
                    <a:pt x="550499" y="1353133"/>
                  </a:lnTo>
                  <a:lnTo>
                    <a:pt x="550505" y="1353128"/>
                  </a:lnTo>
                  <a:lnTo>
                    <a:pt x="550512" y="1353123"/>
                  </a:lnTo>
                  <a:lnTo>
                    <a:pt x="550516" y="1353120"/>
                  </a:lnTo>
                  <a:lnTo>
                    <a:pt x="550524" y="1353115"/>
                  </a:lnTo>
                  <a:lnTo>
                    <a:pt x="550531" y="1353110"/>
                  </a:lnTo>
                  <a:lnTo>
                    <a:pt x="550535" y="1353104"/>
                  </a:lnTo>
                  <a:lnTo>
                    <a:pt x="550537" y="1353099"/>
                  </a:lnTo>
                  <a:lnTo>
                    <a:pt x="550539" y="1353090"/>
                  </a:lnTo>
                  <a:lnTo>
                    <a:pt x="550541" y="1353083"/>
                  </a:lnTo>
                  <a:lnTo>
                    <a:pt x="550542" y="1353075"/>
                  </a:lnTo>
                  <a:lnTo>
                    <a:pt x="550543" y="1353066"/>
                  </a:lnTo>
                  <a:lnTo>
                    <a:pt x="550542" y="1353059"/>
                  </a:lnTo>
                  <a:lnTo>
                    <a:pt x="550540" y="1353049"/>
                  </a:lnTo>
                  <a:lnTo>
                    <a:pt x="550538" y="1353041"/>
                  </a:lnTo>
                  <a:lnTo>
                    <a:pt x="550536" y="1353033"/>
                  </a:lnTo>
                  <a:lnTo>
                    <a:pt x="550533" y="1353026"/>
                  </a:lnTo>
                  <a:lnTo>
                    <a:pt x="550530" y="1353019"/>
                  </a:lnTo>
                  <a:lnTo>
                    <a:pt x="550527" y="1353012"/>
                  </a:lnTo>
                  <a:lnTo>
                    <a:pt x="550523" y="1353004"/>
                  </a:lnTo>
                  <a:lnTo>
                    <a:pt x="550522" y="1352995"/>
                  </a:lnTo>
                  <a:lnTo>
                    <a:pt x="550520" y="1352989"/>
                  </a:lnTo>
                  <a:lnTo>
                    <a:pt x="550519" y="1352983"/>
                  </a:lnTo>
                  <a:lnTo>
                    <a:pt x="550515" y="1352976"/>
                  </a:lnTo>
                  <a:lnTo>
                    <a:pt x="550513" y="1352967"/>
                  </a:lnTo>
                  <a:lnTo>
                    <a:pt x="550513" y="1352960"/>
                  </a:lnTo>
                  <a:lnTo>
                    <a:pt x="550511" y="1352953"/>
                  </a:lnTo>
                  <a:lnTo>
                    <a:pt x="550510" y="1352946"/>
                  </a:lnTo>
                  <a:lnTo>
                    <a:pt x="550509" y="1352940"/>
                  </a:lnTo>
                  <a:lnTo>
                    <a:pt x="550507" y="1352934"/>
                  </a:lnTo>
                  <a:lnTo>
                    <a:pt x="550507" y="1352928"/>
                  </a:lnTo>
                  <a:lnTo>
                    <a:pt x="550506" y="1352919"/>
                  </a:lnTo>
                  <a:lnTo>
                    <a:pt x="550505" y="1352910"/>
                  </a:lnTo>
                  <a:lnTo>
                    <a:pt x="550502" y="1352904"/>
                  </a:lnTo>
                  <a:lnTo>
                    <a:pt x="550500" y="1352899"/>
                  </a:lnTo>
                  <a:lnTo>
                    <a:pt x="550498" y="1352893"/>
                  </a:lnTo>
                  <a:lnTo>
                    <a:pt x="550496" y="1352888"/>
                  </a:lnTo>
                  <a:lnTo>
                    <a:pt x="550494" y="1352880"/>
                  </a:lnTo>
                  <a:lnTo>
                    <a:pt x="550492" y="1352874"/>
                  </a:lnTo>
                  <a:lnTo>
                    <a:pt x="550490" y="1352866"/>
                  </a:lnTo>
                  <a:lnTo>
                    <a:pt x="550488" y="1352858"/>
                  </a:lnTo>
                  <a:lnTo>
                    <a:pt x="550485" y="1352850"/>
                  </a:lnTo>
                  <a:lnTo>
                    <a:pt x="550481" y="1352840"/>
                  </a:lnTo>
                  <a:lnTo>
                    <a:pt x="550478" y="1352833"/>
                  </a:lnTo>
                  <a:lnTo>
                    <a:pt x="550474" y="1352823"/>
                  </a:lnTo>
                  <a:lnTo>
                    <a:pt x="550472" y="1352816"/>
                  </a:lnTo>
                  <a:lnTo>
                    <a:pt x="550468" y="1352807"/>
                  </a:lnTo>
                  <a:lnTo>
                    <a:pt x="550464" y="1352801"/>
                  </a:lnTo>
                  <a:lnTo>
                    <a:pt x="550459" y="1352794"/>
                  </a:lnTo>
                  <a:lnTo>
                    <a:pt x="550454" y="1352789"/>
                  </a:lnTo>
                  <a:lnTo>
                    <a:pt x="550450" y="1352785"/>
                  </a:lnTo>
                  <a:lnTo>
                    <a:pt x="550445" y="1352782"/>
                  </a:lnTo>
                  <a:lnTo>
                    <a:pt x="550441" y="1352777"/>
                  </a:lnTo>
                  <a:lnTo>
                    <a:pt x="550434" y="1352768"/>
                  </a:lnTo>
                  <a:lnTo>
                    <a:pt x="550427" y="1352760"/>
                  </a:lnTo>
                  <a:lnTo>
                    <a:pt x="550419" y="1352751"/>
                  </a:lnTo>
                  <a:lnTo>
                    <a:pt x="550413" y="1352744"/>
                  </a:lnTo>
                  <a:lnTo>
                    <a:pt x="550405" y="1352741"/>
                  </a:lnTo>
                  <a:lnTo>
                    <a:pt x="550397" y="1352739"/>
                  </a:lnTo>
                  <a:lnTo>
                    <a:pt x="550391" y="1352737"/>
                  </a:lnTo>
                  <a:lnTo>
                    <a:pt x="550385" y="1352736"/>
                  </a:lnTo>
                  <a:lnTo>
                    <a:pt x="550379" y="1352735"/>
                  </a:lnTo>
                  <a:lnTo>
                    <a:pt x="550371" y="1352732"/>
                  </a:lnTo>
                  <a:lnTo>
                    <a:pt x="550365" y="1352726"/>
                  </a:lnTo>
                  <a:lnTo>
                    <a:pt x="550362" y="1352722"/>
                  </a:lnTo>
                  <a:lnTo>
                    <a:pt x="550357" y="1352716"/>
                  </a:lnTo>
                  <a:lnTo>
                    <a:pt x="550352" y="1352712"/>
                  </a:lnTo>
                  <a:lnTo>
                    <a:pt x="550346" y="1352707"/>
                  </a:lnTo>
                  <a:lnTo>
                    <a:pt x="550340" y="1352703"/>
                  </a:lnTo>
                  <a:lnTo>
                    <a:pt x="550337" y="1352698"/>
                  </a:lnTo>
                  <a:lnTo>
                    <a:pt x="550331" y="1352691"/>
                  </a:lnTo>
                  <a:lnTo>
                    <a:pt x="550324" y="1352686"/>
                  </a:lnTo>
                  <a:lnTo>
                    <a:pt x="550314" y="1352681"/>
                  </a:lnTo>
                  <a:lnTo>
                    <a:pt x="550309" y="1352675"/>
                  </a:lnTo>
                  <a:lnTo>
                    <a:pt x="550305" y="1352671"/>
                  </a:lnTo>
                  <a:lnTo>
                    <a:pt x="550302" y="1352666"/>
                  </a:lnTo>
                  <a:lnTo>
                    <a:pt x="550299" y="1352658"/>
                  </a:lnTo>
                  <a:lnTo>
                    <a:pt x="550296" y="1352652"/>
                  </a:lnTo>
                  <a:lnTo>
                    <a:pt x="550293" y="1352644"/>
                  </a:lnTo>
                  <a:lnTo>
                    <a:pt x="550291" y="1352635"/>
                  </a:lnTo>
                  <a:lnTo>
                    <a:pt x="550289" y="1352628"/>
                  </a:lnTo>
                  <a:lnTo>
                    <a:pt x="550284" y="1352623"/>
                  </a:lnTo>
                  <a:lnTo>
                    <a:pt x="550279" y="1352620"/>
                  </a:lnTo>
                  <a:lnTo>
                    <a:pt x="550275" y="1352617"/>
                  </a:lnTo>
                  <a:lnTo>
                    <a:pt x="550269" y="1352612"/>
                  </a:lnTo>
                  <a:lnTo>
                    <a:pt x="550263" y="1352609"/>
                  </a:lnTo>
                  <a:lnTo>
                    <a:pt x="550256" y="1352608"/>
                  </a:lnTo>
                  <a:lnTo>
                    <a:pt x="550246" y="1352607"/>
                  </a:lnTo>
                  <a:lnTo>
                    <a:pt x="550234" y="1352605"/>
                  </a:lnTo>
                  <a:lnTo>
                    <a:pt x="550226" y="1352601"/>
                  </a:lnTo>
                  <a:lnTo>
                    <a:pt x="550214" y="1352591"/>
                  </a:lnTo>
                  <a:lnTo>
                    <a:pt x="550208" y="1352583"/>
                  </a:lnTo>
                  <a:lnTo>
                    <a:pt x="550204" y="1352576"/>
                  </a:lnTo>
                  <a:lnTo>
                    <a:pt x="550203" y="1352565"/>
                  </a:lnTo>
                  <a:lnTo>
                    <a:pt x="550203" y="1352558"/>
                  </a:lnTo>
                  <a:lnTo>
                    <a:pt x="550204" y="1352548"/>
                  </a:lnTo>
                  <a:lnTo>
                    <a:pt x="550204" y="1352536"/>
                  </a:lnTo>
                  <a:lnTo>
                    <a:pt x="550203" y="1352528"/>
                  </a:lnTo>
                  <a:lnTo>
                    <a:pt x="550198" y="1352512"/>
                  </a:lnTo>
                  <a:lnTo>
                    <a:pt x="550188" y="1352487"/>
                  </a:lnTo>
                  <a:lnTo>
                    <a:pt x="550177" y="1352462"/>
                  </a:lnTo>
                  <a:lnTo>
                    <a:pt x="550143" y="1352395"/>
                  </a:lnTo>
                  <a:lnTo>
                    <a:pt x="550119" y="1352345"/>
                  </a:lnTo>
                  <a:lnTo>
                    <a:pt x="550077" y="1352269"/>
                  </a:lnTo>
                  <a:lnTo>
                    <a:pt x="550073" y="1352262"/>
                  </a:lnTo>
                  <a:lnTo>
                    <a:pt x="550067" y="1352250"/>
                  </a:lnTo>
                  <a:lnTo>
                    <a:pt x="550055" y="1352225"/>
                  </a:lnTo>
                  <a:lnTo>
                    <a:pt x="550035" y="1352171"/>
                  </a:lnTo>
                  <a:lnTo>
                    <a:pt x="550029" y="1352151"/>
                  </a:lnTo>
                  <a:lnTo>
                    <a:pt x="550028" y="1352137"/>
                  </a:lnTo>
                  <a:lnTo>
                    <a:pt x="550031" y="1352109"/>
                  </a:lnTo>
                  <a:lnTo>
                    <a:pt x="550033" y="1352096"/>
                  </a:lnTo>
                  <a:lnTo>
                    <a:pt x="550038" y="1352065"/>
                  </a:lnTo>
                  <a:lnTo>
                    <a:pt x="550040" y="1352053"/>
                  </a:lnTo>
                  <a:lnTo>
                    <a:pt x="550043" y="1352040"/>
                  </a:lnTo>
                  <a:lnTo>
                    <a:pt x="550054" y="1352013"/>
                  </a:lnTo>
                  <a:lnTo>
                    <a:pt x="550062" y="1351993"/>
                  </a:lnTo>
                  <a:lnTo>
                    <a:pt x="550085" y="1351935"/>
                  </a:lnTo>
                  <a:lnTo>
                    <a:pt x="550100" y="1351895"/>
                  </a:lnTo>
                  <a:lnTo>
                    <a:pt x="550104" y="1351877"/>
                  </a:lnTo>
                  <a:lnTo>
                    <a:pt x="550107" y="1351864"/>
                  </a:lnTo>
                  <a:lnTo>
                    <a:pt x="550111" y="1351841"/>
                  </a:lnTo>
                  <a:lnTo>
                    <a:pt x="550114" y="1351812"/>
                  </a:lnTo>
                  <a:lnTo>
                    <a:pt x="550115" y="1351784"/>
                  </a:lnTo>
                  <a:lnTo>
                    <a:pt x="550114" y="1351771"/>
                  </a:lnTo>
                  <a:lnTo>
                    <a:pt x="550112" y="1351759"/>
                  </a:lnTo>
                  <a:lnTo>
                    <a:pt x="550102" y="1351731"/>
                  </a:lnTo>
                  <a:lnTo>
                    <a:pt x="550087" y="1351699"/>
                  </a:lnTo>
                  <a:lnTo>
                    <a:pt x="550073" y="1351666"/>
                  </a:lnTo>
                  <a:lnTo>
                    <a:pt x="550062" y="1351640"/>
                  </a:lnTo>
                  <a:lnTo>
                    <a:pt x="550043" y="1351599"/>
                  </a:lnTo>
                  <a:lnTo>
                    <a:pt x="550036" y="1351584"/>
                  </a:lnTo>
                  <a:lnTo>
                    <a:pt x="550031" y="1351569"/>
                  </a:lnTo>
                  <a:lnTo>
                    <a:pt x="550027" y="1351549"/>
                  </a:lnTo>
                  <a:lnTo>
                    <a:pt x="550022" y="1351522"/>
                  </a:lnTo>
                  <a:lnTo>
                    <a:pt x="550013" y="1351484"/>
                  </a:lnTo>
                  <a:lnTo>
                    <a:pt x="550011" y="1351461"/>
                  </a:lnTo>
                  <a:lnTo>
                    <a:pt x="550012" y="1351437"/>
                  </a:lnTo>
                  <a:lnTo>
                    <a:pt x="550018" y="1351406"/>
                  </a:lnTo>
                  <a:lnTo>
                    <a:pt x="550016" y="1351397"/>
                  </a:lnTo>
                  <a:lnTo>
                    <a:pt x="550014" y="1351391"/>
                  </a:lnTo>
                  <a:lnTo>
                    <a:pt x="550009" y="1351379"/>
                  </a:lnTo>
                  <a:lnTo>
                    <a:pt x="549992" y="1351345"/>
                  </a:lnTo>
                  <a:lnTo>
                    <a:pt x="549984" y="1351326"/>
                  </a:lnTo>
                  <a:lnTo>
                    <a:pt x="549971" y="1351296"/>
                  </a:lnTo>
                  <a:lnTo>
                    <a:pt x="549967" y="1351288"/>
                  </a:lnTo>
                  <a:lnTo>
                    <a:pt x="549942" y="1351229"/>
                  </a:lnTo>
                  <a:lnTo>
                    <a:pt x="549938" y="1351218"/>
                  </a:lnTo>
                  <a:lnTo>
                    <a:pt x="549934" y="1351210"/>
                  </a:lnTo>
                  <a:lnTo>
                    <a:pt x="549925" y="1351187"/>
                  </a:lnTo>
                  <a:lnTo>
                    <a:pt x="549919" y="1351169"/>
                  </a:lnTo>
                  <a:lnTo>
                    <a:pt x="549912" y="1351142"/>
                  </a:lnTo>
                  <a:lnTo>
                    <a:pt x="549910" y="1351120"/>
                  </a:lnTo>
                  <a:lnTo>
                    <a:pt x="549911" y="1351105"/>
                  </a:lnTo>
                  <a:lnTo>
                    <a:pt x="549911" y="1351089"/>
                  </a:lnTo>
                  <a:lnTo>
                    <a:pt x="549916" y="1351052"/>
                  </a:lnTo>
                  <a:lnTo>
                    <a:pt x="549918" y="1351030"/>
                  </a:lnTo>
                  <a:lnTo>
                    <a:pt x="549916" y="1351013"/>
                  </a:lnTo>
                  <a:lnTo>
                    <a:pt x="549914" y="1351003"/>
                  </a:lnTo>
                  <a:lnTo>
                    <a:pt x="549909" y="1350985"/>
                  </a:lnTo>
                  <a:lnTo>
                    <a:pt x="549900" y="1350964"/>
                  </a:lnTo>
                  <a:lnTo>
                    <a:pt x="549895" y="1350947"/>
                  </a:lnTo>
                  <a:lnTo>
                    <a:pt x="549892" y="1350930"/>
                  </a:lnTo>
                  <a:lnTo>
                    <a:pt x="549890" y="1350922"/>
                  </a:lnTo>
                  <a:lnTo>
                    <a:pt x="549890" y="1350912"/>
                  </a:lnTo>
                  <a:lnTo>
                    <a:pt x="549889" y="1350895"/>
                  </a:lnTo>
                  <a:lnTo>
                    <a:pt x="549886" y="1350879"/>
                  </a:lnTo>
                  <a:lnTo>
                    <a:pt x="549882" y="1350866"/>
                  </a:lnTo>
                  <a:lnTo>
                    <a:pt x="549878" y="1350857"/>
                  </a:lnTo>
                  <a:lnTo>
                    <a:pt x="549872" y="1350846"/>
                  </a:lnTo>
                  <a:lnTo>
                    <a:pt x="549870" y="1350833"/>
                  </a:lnTo>
                  <a:lnTo>
                    <a:pt x="549872" y="1350816"/>
                  </a:lnTo>
                  <a:lnTo>
                    <a:pt x="549881" y="1350786"/>
                  </a:lnTo>
                  <a:lnTo>
                    <a:pt x="549889" y="1350765"/>
                  </a:lnTo>
                  <a:lnTo>
                    <a:pt x="549901" y="1350747"/>
                  </a:lnTo>
                  <a:lnTo>
                    <a:pt x="549908" y="1350728"/>
                  </a:lnTo>
                  <a:lnTo>
                    <a:pt x="549910" y="1350713"/>
                  </a:lnTo>
                  <a:lnTo>
                    <a:pt x="549909" y="1350702"/>
                  </a:lnTo>
                  <a:lnTo>
                    <a:pt x="549906" y="1350690"/>
                  </a:lnTo>
                  <a:lnTo>
                    <a:pt x="549895" y="1350668"/>
                  </a:lnTo>
                  <a:lnTo>
                    <a:pt x="549886" y="1350659"/>
                  </a:lnTo>
                  <a:lnTo>
                    <a:pt x="549882" y="1350655"/>
                  </a:lnTo>
                  <a:lnTo>
                    <a:pt x="549878" y="1350649"/>
                  </a:lnTo>
                  <a:lnTo>
                    <a:pt x="549876" y="1350641"/>
                  </a:lnTo>
                  <a:lnTo>
                    <a:pt x="549873" y="1350631"/>
                  </a:lnTo>
                  <a:lnTo>
                    <a:pt x="549871" y="1350618"/>
                  </a:lnTo>
                  <a:lnTo>
                    <a:pt x="549869" y="1350608"/>
                  </a:lnTo>
                  <a:lnTo>
                    <a:pt x="549870" y="1350598"/>
                  </a:lnTo>
                  <a:lnTo>
                    <a:pt x="549872" y="1350593"/>
                  </a:lnTo>
                  <a:lnTo>
                    <a:pt x="549876" y="1350590"/>
                  </a:lnTo>
                  <a:lnTo>
                    <a:pt x="549883" y="1350586"/>
                  </a:lnTo>
                  <a:lnTo>
                    <a:pt x="549893" y="1350583"/>
                  </a:lnTo>
                  <a:lnTo>
                    <a:pt x="549903" y="1350578"/>
                  </a:lnTo>
                  <a:lnTo>
                    <a:pt x="549905" y="1350553"/>
                  </a:lnTo>
                  <a:lnTo>
                    <a:pt x="549906" y="1350522"/>
                  </a:lnTo>
                  <a:lnTo>
                    <a:pt x="549909" y="1350468"/>
                  </a:lnTo>
                  <a:lnTo>
                    <a:pt x="549913" y="1350446"/>
                  </a:lnTo>
                  <a:lnTo>
                    <a:pt x="549919" y="1350431"/>
                  </a:lnTo>
                  <a:lnTo>
                    <a:pt x="549928" y="1350417"/>
                  </a:lnTo>
                  <a:lnTo>
                    <a:pt x="549941" y="1350406"/>
                  </a:lnTo>
                  <a:lnTo>
                    <a:pt x="549953" y="1350394"/>
                  </a:lnTo>
                  <a:lnTo>
                    <a:pt x="549957" y="1350383"/>
                  </a:lnTo>
                  <a:lnTo>
                    <a:pt x="549956" y="1350366"/>
                  </a:lnTo>
                  <a:lnTo>
                    <a:pt x="549955" y="1350342"/>
                  </a:lnTo>
                  <a:lnTo>
                    <a:pt x="549958" y="1350330"/>
                  </a:lnTo>
                  <a:lnTo>
                    <a:pt x="549967" y="1350315"/>
                  </a:lnTo>
                  <a:lnTo>
                    <a:pt x="549968" y="1350308"/>
                  </a:lnTo>
                  <a:lnTo>
                    <a:pt x="549965" y="1350302"/>
                  </a:lnTo>
                  <a:lnTo>
                    <a:pt x="549950" y="1350288"/>
                  </a:lnTo>
                  <a:lnTo>
                    <a:pt x="549923" y="1350268"/>
                  </a:lnTo>
                  <a:lnTo>
                    <a:pt x="549907" y="1350260"/>
                  </a:lnTo>
                  <a:lnTo>
                    <a:pt x="549896" y="1350255"/>
                  </a:lnTo>
                  <a:lnTo>
                    <a:pt x="549879" y="1350249"/>
                  </a:lnTo>
                  <a:lnTo>
                    <a:pt x="549854" y="1350240"/>
                  </a:lnTo>
                  <a:lnTo>
                    <a:pt x="549845" y="1350236"/>
                  </a:lnTo>
                  <a:lnTo>
                    <a:pt x="549835" y="1350232"/>
                  </a:lnTo>
                  <a:lnTo>
                    <a:pt x="549829" y="1350231"/>
                  </a:lnTo>
                  <a:lnTo>
                    <a:pt x="549820" y="1350228"/>
                  </a:lnTo>
                  <a:lnTo>
                    <a:pt x="549805" y="1350225"/>
                  </a:lnTo>
                  <a:lnTo>
                    <a:pt x="549785" y="1350220"/>
                  </a:lnTo>
                  <a:lnTo>
                    <a:pt x="549762" y="1350218"/>
                  </a:lnTo>
                  <a:lnTo>
                    <a:pt x="549744" y="1350214"/>
                  </a:lnTo>
                  <a:lnTo>
                    <a:pt x="549720" y="1350208"/>
                  </a:lnTo>
                  <a:lnTo>
                    <a:pt x="549684" y="1350195"/>
                  </a:lnTo>
                  <a:lnTo>
                    <a:pt x="549676" y="1350192"/>
                  </a:lnTo>
                  <a:lnTo>
                    <a:pt x="549643" y="1350181"/>
                  </a:lnTo>
                  <a:lnTo>
                    <a:pt x="549630" y="1350178"/>
                  </a:lnTo>
                  <a:lnTo>
                    <a:pt x="549625" y="1350177"/>
                  </a:lnTo>
                  <a:lnTo>
                    <a:pt x="549602" y="1350171"/>
                  </a:lnTo>
                  <a:lnTo>
                    <a:pt x="549595" y="1350169"/>
                  </a:lnTo>
                  <a:lnTo>
                    <a:pt x="549580" y="1350164"/>
                  </a:lnTo>
                  <a:lnTo>
                    <a:pt x="549557" y="1350161"/>
                  </a:lnTo>
                  <a:lnTo>
                    <a:pt x="549542" y="1350160"/>
                  </a:lnTo>
                  <a:lnTo>
                    <a:pt x="549535" y="1350159"/>
                  </a:lnTo>
                  <a:lnTo>
                    <a:pt x="549527" y="1350160"/>
                  </a:lnTo>
                  <a:lnTo>
                    <a:pt x="549519" y="1350161"/>
                  </a:lnTo>
                  <a:lnTo>
                    <a:pt x="549514" y="1350161"/>
                  </a:lnTo>
                  <a:lnTo>
                    <a:pt x="549509" y="1350158"/>
                  </a:lnTo>
                  <a:lnTo>
                    <a:pt x="549506" y="1350154"/>
                  </a:lnTo>
                  <a:lnTo>
                    <a:pt x="549502" y="1350150"/>
                  </a:lnTo>
                  <a:lnTo>
                    <a:pt x="549494" y="1350143"/>
                  </a:lnTo>
                  <a:lnTo>
                    <a:pt x="549487" y="1350137"/>
                  </a:lnTo>
                  <a:lnTo>
                    <a:pt x="549483" y="1350133"/>
                  </a:lnTo>
                  <a:lnTo>
                    <a:pt x="549477" y="1350126"/>
                  </a:lnTo>
                  <a:lnTo>
                    <a:pt x="549471" y="1350120"/>
                  </a:lnTo>
                  <a:lnTo>
                    <a:pt x="549467" y="1350113"/>
                  </a:lnTo>
                  <a:lnTo>
                    <a:pt x="549459" y="1350102"/>
                  </a:lnTo>
                  <a:lnTo>
                    <a:pt x="549455" y="1350094"/>
                  </a:lnTo>
                  <a:lnTo>
                    <a:pt x="549451" y="1350087"/>
                  </a:lnTo>
                  <a:lnTo>
                    <a:pt x="549449" y="1350080"/>
                  </a:lnTo>
                  <a:lnTo>
                    <a:pt x="549447" y="1350071"/>
                  </a:lnTo>
                  <a:lnTo>
                    <a:pt x="549444" y="1350063"/>
                  </a:lnTo>
                  <a:lnTo>
                    <a:pt x="549442" y="1350057"/>
                  </a:lnTo>
                  <a:lnTo>
                    <a:pt x="549439" y="1350052"/>
                  </a:lnTo>
                  <a:lnTo>
                    <a:pt x="549435" y="1350048"/>
                  </a:lnTo>
                  <a:lnTo>
                    <a:pt x="549431" y="1350043"/>
                  </a:lnTo>
                  <a:lnTo>
                    <a:pt x="549424" y="1350038"/>
                  </a:lnTo>
                  <a:lnTo>
                    <a:pt x="549418" y="1350034"/>
                  </a:lnTo>
                  <a:lnTo>
                    <a:pt x="549409" y="1350030"/>
                  </a:lnTo>
                  <a:lnTo>
                    <a:pt x="549403" y="1350027"/>
                  </a:lnTo>
                  <a:lnTo>
                    <a:pt x="549398" y="1350025"/>
                  </a:lnTo>
                  <a:lnTo>
                    <a:pt x="549393" y="1350023"/>
                  </a:lnTo>
                  <a:lnTo>
                    <a:pt x="549388" y="1350020"/>
                  </a:lnTo>
                  <a:lnTo>
                    <a:pt x="549382" y="1350017"/>
                  </a:lnTo>
                  <a:lnTo>
                    <a:pt x="549376" y="1350012"/>
                  </a:lnTo>
                  <a:lnTo>
                    <a:pt x="549371" y="1350008"/>
                  </a:lnTo>
                  <a:lnTo>
                    <a:pt x="549366" y="1350004"/>
                  </a:lnTo>
                  <a:lnTo>
                    <a:pt x="549361" y="1350001"/>
                  </a:lnTo>
                  <a:lnTo>
                    <a:pt x="549354" y="1349995"/>
                  </a:lnTo>
                  <a:lnTo>
                    <a:pt x="549346" y="1349988"/>
                  </a:lnTo>
                  <a:lnTo>
                    <a:pt x="549342" y="1349980"/>
                  </a:lnTo>
                  <a:lnTo>
                    <a:pt x="549341" y="1349975"/>
                  </a:lnTo>
                  <a:lnTo>
                    <a:pt x="549339" y="1349967"/>
                  </a:lnTo>
                  <a:lnTo>
                    <a:pt x="549339" y="1349955"/>
                  </a:lnTo>
                  <a:lnTo>
                    <a:pt x="549340" y="1349946"/>
                  </a:lnTo>
                  <a:lnTo>
                    <a:pt x="549341" y="1349938"/>
                  </a:lnTo>
                  <a:lnTo>
                    <a:pt x="549342" y="1349932"/>
                  </a:lnTo>
                  <a:lnTo>
                    <a:pt x="549342" y="1349923"/>
                  </a:lnTo>
                  <a:lnTo>
                    <a:pt x="549341" y="1349918"/>
                  </a:lnTo>
                  <a:lnTo>
                    <a:pt x="549334" y="1349902"/>
                  </a:lnTo>
                  <a:lnTo>
                    <a:pt x="549316" y="1349863"/>
                  </a:lnTo>
                  <a:lnTo>
                    <a:pt x="549302" y="1349827"/>
                  </a:lnTo>
                  <a:lnTo>
                    <a:pt x="549290" y="1349793"/>
                  </a:lnTo>
                  <a:lnTo>
                    <a:pt x="549279" y="1349777"/>
                  </a:lnTo>
                  <a:lnTo>
                    <a:pt x="549270" y="1349770"/>
                  </a:lnTo>
                  <a:lnTo>
                    <a:pt x="549260" y="1349761"/>
                  </a:lnTo>
                  <a:lnTo>
                    <a:pt x="549253" y="1349757"/>
                  </a:lnTo>
                  <a:lnTo>
                    <a:pt x="549246" y="1349751"/>
                  </a:lnTo>
                  <a:lnTo>
                    <a:pt x="549242" y="1349747"/>
                  </a:lnTo>
                  <a:lnTo>
                    <a:pt x="549236" y="1349740"/>
                  </a:lnTo>
                  <a:lnTo>
                    <a:pt x="549234" y="1349731"/>
                  </a:lnTo>
                  <a:lnTo>
                    <a:pt x="549236" y="1349716"/>
                  </a:lnTo>
                  <a:lnTo>
                    <a:pt x="549241" y="1349697"/>
                  </a:lnTo>
                  <a:lnTo>
                    <a:pt x="549245" y="1349686"/>
                  </a:lnTo>
                  <a:lnTo>
                    <a:pt x="549250" y="1349673"/>
                  </a:lnTo>
                  <a:lnTo>
                    <a:pt x="549255" y="1349661"/>
                  </a:lnTo>
                  <a:lnTo>
                    <a:pt x="549261" y="1349651"/>
                  </a:lnTo>
                  <a:lnTo>
                    <a:pt x="549261" y="1349645"/>
                  </a:lnTo>
                  <a:lnTo>
                    <a:pt x="549262" y="1349628"/>
                  </a:lnTo>
                  <a:lnTo>
                    <a:pt x="549259" y="1349585"/>
                  </a:lnTo>
                  <a:lnTo>
                    <a:pt x="549257" y="1349539"/>
                  </a:lnTo>
                  <a:lnTo>
                    <a:pt x="549258" y="1349528"/>
                  </a:lnTo>
                  <a:lnTo>
                    <a:pt x="549260" y="1349523"/>
                  </a:lnTo>
                  <a:lnTo>
                    <a:pt x="549267" y="1349518"/>
                  </a:lnTo>
                  <a:lnTo>
                    <a:pt x="549271" y="1349515"/>
                  </a:lnTo>
                  <a:lnTo>
                    <a:pt x="549302" y="1349493"/>
                  </a:lnTo>
                  <a:lnTo>
                    <a:pt x="549328" y="1349475"/>
                  </a:lnTo>
                  <a:lnTo>
                    <a:pt x="549341" y="1349463"/>
                  </a:lnTo>
                  <a:lnTo>
                    <a:pt x="549355" y="1349444"/>
                  </a:lnTo>
                  <a:lnTo>
                    <a:pt x="549364" y="1349432"/>
                  </a:lnTo>
                  <a:lnTo>
                    <a:pt x="549370" y="1349429"/>
                  </a:lnTo>
                  <a:lnTo>
                    <a:pt x="549382" y="1349425"/>
                  </a:lnTo>
                  <a:lnTo>
                    <a:pt x="549400" y="1349425"/>
                  </a:lnTo>
                  <a:lnTo>
                    <a:pt x="549420" y="1349424"/>
                  </a:lnTo>
                  <a:lnTo>
                    <a:pt x="549427" y="1349422"/>
                  </a:lnTo>
                  <a:lnTo>
                    <a:pt x="549433" y="1349420"/>
                  </a:lnTo>
                  <a:lnTo>
                    <a:pt x="549438" y="1349418"/>
                  </a:lnTo>
                  <a:lnTo>
                    <a:pt x="549444" y="1349415"/>
                  </a:lnTo>
                  <a:lnTo>
                    <a:pt x="549464" y="1349401"/>
                  </a:lnTo>
                  <a:lnTo>
                    <a:pt x="549474" y="1349387"/>
                  </a:lnTo>
                  <a:lnTo>
                    <a:pt x="549483" y="1349367"/>
                  </a:lnTo>
                  <a:lnTo>
                    <a:pt x="549487" y="1349352"/>
                  </a:lnTo>
                  <a:lnTo>
                    <a:pt x="549493" y="1349332"/>
                  </a:lnTo>
                  <a:lnTo>
                    <a:pt x="549501" y="1349315"/>
                  </a:lnTo>
                  <a:lnTo>
                    <a:pt x="549504" y="1349308"/>
                  </a:lnTo>
                  <a:lnTo>
                    <a:pt x="549507" y="1349304"/>
                  </a:lnTo>
                  <a:lnTo>
                    <a:pt x="549514" y="1349294"/>
                  </a:lnTo>
                  <a:lnTo>
                    <a:pt x="549528" y="1349280"/>
                  </a:lnTo>
                  <a:lnTo>
                    <a:pt x="549549" y="1349263"/>
                  </a:lnTo>
                  <a:lnTo>
                    <a:pt x="549560" y="1349246"/>
                  </a:lnTo>
                  <a:lnTo>
                    <a:pt x="549574" y="1349221"/>
                  </a:lnTo>
                  <a:lnTo>
                    <a:pt x="549577" y="1349212"/>
                  </a:lnTo>
                  <a:lnTo>
                    <a:pt x="549587" y="1349192"/>
                  </a:lnTo>
                  <a:lnTo>
                    <a:pt x="549593" y="1349179"/>
                  </a:lnTo>
                  <a:lnTo>
                    <a:pt x="549604" y="1349157"/>
                  </a:lnTo>
                  <a:lnTo>
                    <a:pt x="549611" y="1349146"/>
                  </a:lnTo>
                  <a:lnTo>
                    <a:pt x="549618" y="1349137"/>
                  </a:lnTo>
                  <a:lnTo>
                    <a:pt x="549639" y="1349110"/>
                  </a:lnTo>
                  <a:lnTo>
                    <a:pt x="549642" y="1349105"/>
                  </a:lnTo>
                  <a:lnTo>
                    <a:pt x="549656" y="1349081"/>
                  </a:lnTo>
                  <a:lnTo>
                    <a:pt x="549667" y="1349064"/>
                  </a:lnTo>
                  <a:lnTo>
                    <a:pt x="549683" y="1349044"/>
                  </a:lnTo>
                  <a:lnTo>
                    <a:pt x="549704" y="1349020"/>
                  </a:lnTo>
                  <a:lnTo>
                    <a:pt x="549716" y="1349001"/>
                  </a:lnTo>
                  <a:lnTo>
                    <a:pt x="549727" y="1348982"/>
                  </a:lnTo>
                  <a:lnTo>
                    <a:pt x="549742" y="1348957"/>
                  </a:lnTo>
                  <a:lnTo>
                    <a:pt x="549753" y="1348940"/>
                  </a:lnTo>
                  <a:lnTo>
                    <a:pt x="549760" y="1348921"/>
                  </a:lnTo>
                  <a:lnTo>
                    <a:pt x="549763" y="1348908"/>
                  </a:lnTo>
                  <a:lnTo>
                    <a:pt x="549768" y="1348878"/>
                  </a:lnTo>
                  <a:lnTo>
                    <a:pt x="549772" y="1348861"/>
                  </a:lnTo>
                  <a:lnTo>
                    <a:pt x="549778" y="1348851"/>
                  </a:lnTo>
                  <a:lnTo>
                    <a:pt x="549784" y="1348841"/>
                  </a:lnTo>
                  <a:lnTo>
                    <a:pt x="549800" y="1348824"/>
                  </a:lnTo>
                  <a:lnTo>
                    <a:pt x="549817" y="1348810"/>
                  </a:lnTo>
                  <a:lnTo>
                    <a:pt x="549833" y="1348797"/>
                  </a:lnTo>
                  <a:lnTo>
                    <a:pt x="549850" y="1348787"/>
                  </a:lnTo>
                  <a:lnTo>
                    <a:pt x="549871" y="1348775"/>
                  </a:lnTo>
                  <a:lnTo>
                    <a:pt x="549890" y="1348765"/>
                  </a:lnTo>
                  <a:lnTo>
                    <a:pt x="549888" y="1348754"/>
                  </a:lnTo>
                  <a:lnTo>
                    <a:pt x="549887" y="1348746"/>
                  </a:lnTo>
                  <a:lnTo>
                    <a:pt x="549886" y="1348736"/>
                  </a:lnTo>
                  <a:lnTo>
                    <a:pt x="549884" y="1348725"/>
                  </a:lnTo>
                  <a:lnTo>
                    <a:pt x="549883" y="1348715"/>
                  </a:lnTo>
                  <a:lnTo>
                    <a:pt x="549881" y="1348705"/>
                  </a:lnTo>
                  <a:lnTo>
                    <a:pt x="549881" y="1348698"/>
                  </a:lnTo>
                  <a:lnTo>
                    <a:pt x="549879" y="1348690"/>
                  </a:lnTo>
                  <a:lnTo>
                    <a:pt x="549878" y="1348680"/>
                  </a:lnTo>
                  <a:lnTo>
                    <a:pt x="549876" y="1348671"/>
                  </a:lnTo>
                  <a:lnTo>
                    <a:pt x="549875" y="1348660"/>
                  </a:lnTo>
                  <a:lnTo>
                    <a:pt x="549873" y="1348650"/>
                  </a:lnTo>
                  <a:lnTo>
                    <a:pt x="549872" y="1348635"/>
                  </a:lnTo>
                  <a:lnTo>
                    <a:pt x="549871" y="1348626"/>
                  </a:lnTo>
                  <a:lnTo>
                    <a:pt x="549871" y="1348620"/>
                  </a:lnTo>
                  <a:lnTo>
                    <a:pt x="549871" y="1348612"/>
                  </a:lnTo>
                  <a:lnTo>
                    <a:pt x="549871" y="1348605"/>
                  </a:lnTo>
                  <a:lnTo>
                    <a:pt x="549872" y="1348597"/>
                  </a:lnTo>
                  <a:lnTo>
                    <a:pt x="549872" y="1348591"/>
                  </a:lnTo>
                  <a:lnTo>
                    <a:pt x="549871" y="1348580"/>
                  </a:lnTo>
                  <a:lnTo>
                    <a:pt x="549870" y="1348571"/>
                  </a:lnTo>
                  <a:lnTo>
                    <a:pt x="549871" y="1348564"/>
                  </a:lnTo>
                  <a:lnTo>
                    <a:pt x="549870" y="1348558"/>
                  </a:lnTo>
                  <a:lnTo>
                    <a:pt x="549870" y="1348549"/>
                  </a:lnTo>
                  <a:lnTo>
                    <a:pt x="549870" y="1348543"/>
                  </a:lnTo>
                  <a:lnTo>
                    <a:pt x="549870" y="1348534"/>
                  </a:lnTo>
                  <a:lnTo>
                    <a:pt x="549868" y="1348522"/>
                  </a:lnTo>
                  <a:lnTo>
                    <a:pt x="549868" y="1348514"/>
                  </a:lnTo>
                  <a:lnTo>
                    <a:pt x="549867" y="1348505"/>
                  </a:lnTo>
                  <a:lnTo>
                    <a:pt x="549866" y="1348497"/>
                  </a:lnTo>
                  <a:lnTo>
                    <a:pt x="549865" y="1348489"/>
                  </a:lnTo>
                  <a:lnTo>
                    <a:pt x="549862" y="1348481"/>
                  </a:lnTo>
                  <a:lnTo>
                    <a:pt x="549857" y="1348468"/>
                  </a:lnTo>
                  <a:lnTo>
                    <a:pt x="549854" y="1348457"/>
                  </a:lnTo>
                  <a:lnTo>
                    <a:pt x="549853" y="1348449"/>
                  </a:lnTo>
                  <a:lnTo>
                    <a:pt x="549860" y="1348437"/>
                  </a:lnTo>
                  <a:lnTo>
                    <a:pt x="549867" y="1348425"/>
                  </a:lnTo>
                  <a:lnTo>
                    <a:pt x="549874" y="1348413"/>
                  </a:lnTo>
                  <a:lnTo>
                    <a:pt x="549880" y="1348396"/>
                  </a:lnTo>
                  <a:lnTo>
                    <a:pt x="549883" y="1348384"/>
                  </a:lnTo>
                  <a:lnTo>
                    <a:pt x="549886" y="1348379"/>
                  </a:lnTo>
                  <a:lnTo>
                    <a:pt x="549890" y="1348372"/>
                  </a:lnTo>
                  <a:lnTo>
                    <a:pt x="549898" y="1348360"/>
                  </a:lnTo>
                  <a:lnTo>
                    <a:pt x="549902" y="1348345"/>
                  </a:lnTo>
                  <a:lnTo>
                    <a:pt x="549903" y="1348340"/>
                  </a:lnTo>
                  <a:lnTo>
                    <a:pt x="549903" y="1348329"/>
                  </a:lnTo>
                  <a:lnTo>
                    <a:pt x="549904" y="1348311"/>
                  </a:lnTo>
                  <a:lnTo>
                    <a:pt x="549908" y="1348301"/>
                  </a:lnTo>
                  <a:lnTo>
                    <a:pt x="549912" y="1348297"/>
                  </a:lnTo>
                  <a:lnTo>
                    <a:pt x="549925" y="1348295"/>
                  </a:lnTo>
                  <a:lnTo>
                    <a:pt x="549943" y="1348295"/>
                  </a:lnTo>
                  <a:lnTo>
                    <a:pt x="549956" y="1348295"/>
                  </a:lnTo>
                  <a:lnTo>
                    <a:pt x="549984" y="1348288"/>
                  </a:lnTo>
                  <a:lnTo>
                    <a:pt x="550011" y="1348279"/>
                  </a:lnTo>
                  <a:lnTo>
                    <a:pt x="550056" y="1348263"/>
                  </a:lnTo>
                  <a:lnTo>
                    <a:pt x="550074" y="1348254"/>
                  </a:lnTo>
                  <a:lnTo>
                    <a:pt x="550090" y="1348245"/>
                  </a:lnTo>
                  <a:lnTo>
                    <a:pt x="550100" y="1348235"/>
                  </a:lnTo>
                  <a:lnTo>
                    <a:pt x="550105" y="1348225"/>
                  </a:lnTo>
                  <a:lnTo>
                    <a:pt x="550106" y="1348218"/>
                  </a:lnTo>
                  <a:lnTo>
                    <a:pt x="550108" y="1348212"/>
                  </a:lnTo>
                  <a:lnTo>
                    <a:pt x="550111" y="1348163"/>
                  </a:lnTo>
                  <a:lnTo>
                    <a:pt x="550114" y="1348129"/>
                  </a:lnTo>
                  <a:lnTo>
                    <a:pt x="550116" y="1348109"/>
                  </a:lnTo>
                  <a:lnTo>
                    <a:pt x="550122" y="1348075"/>
                  </a:lnTo>
                  <a:lnTo>
                    <a:pt x="550126" y="1348047"/>
                  </a:lnTo>
                  <a:lnTo>
                    <a:pt x="550131" y="1348024"/>
                  </a:lnTo>
                  <a:lnTo>
                    <a:pt x="550137" y="1348013"/>
                  </a:lnTo>
                  <a:lnTo>
                    <a:pt x="550146" y="1348009"/>
                  </a:lnTo>
                  <a:lnTo>
                    <a:pt x="550161" y="1348005"/>
                  </a:lnTo>
                  <a:lnTo>
                    <a:pt x="550196" y="1347996"/>
                  </a:lnTo>
                  <a:lnTo>
                    <a:pt x="550226" y="1347985"/>
                  </a:lnTo>
                  <a:lnTo>
                    <a:pt x="550251" y="1347975"/>
                  </a:lnTo>
                  <a:lnTo>
                    <a:pt x="550278" y="1347967"/>
                  </a:lnTo>
                  <a:lnTo>
                    <a:pt x="550292" y="1347964"/>
                  </a:lnTo>
                  <a:lnTo>
                    <a:pt x="550311" y="1347962"/>
                  </a:lnTo>
                  <a:lnTo>
                    <a:pt x="550335" y="1347959"/>
                  </a:lnTo>
                  <a:lnTo>
                    <a:pt x="550351" y="1347955"/>
                  </a:lnTo>
                  <a:lnTo>
                    <a:pt x="550363" y="1347950"/>
                  </a:lnTo>
                  <a:lnTo>
                    <a:pt x="550373" y="1347940"/>
                  </a:lnTo>
                  <a:lnTo>
                    <a:pt x="550379" y="1347928"/>
                  </a:lnTo>
                  <a:lnTo>
                    <a:pt x="550387" y="1347908"/>
                  </a:lnTo>
                  <a:lnTo>
                    <a:pt x="550394" y="1347899"/>
                  </a:lnTo>
                  <a:lnTo>
                    <a:pt x="550406" y="1347893"/>
                  </a:lnTo>
                  <a:lnTo>
                    <a:pt x="550425" y="1347889"/>
                  </a:lnTo>
                  <a:lnTo>
                    <a:pt x="550464" y="1347885"/>
                  </a:lnTo>
                  <a:lnTo>
                    <a:pt x="550488" y="1347884"/>
                  </a:lnTo>
                  <a:lnTo>
                    <a:pt x="550521" y="1347887"/>
                  </a:lnTo>
                  <a:lnTo>
                    <a:pt x="550560" y="1347891"/>
                  </a:lnTo>
                  <a:lnTo>
                    <a:pt x="550588" y="1347893"/>
                  </a:lnTo>
                  <a:lnTo>
                    <a:pt x="550624" y="1347897"/>
                  </a:lnTo>
                  <a:lnTo>
                    <a:pt x="550635" y="1347900"/>
                  </a:lnTo>
                  <a:lnTo>
                    <a:pt x="550645" y="1347907"/>
                  </a:lnTo>
                  <a:lnTo>
                    <a:pt x="550650" y="1347915"/>
                  </a:lnTo>
                  <a:lnTo>
                    <a:pt x="550653" y="1347920"/>
                  </a:lnTo>
                  <a:lnTo>
                    <a:pt x="550662" y="1347938"/>
                  </a:lnTo>
                  <a:lnTo>
                    <a:pt x="550679" y="1347963"/>
                  </a:lnTo>
                  <a:lnTo>
                    <a:pt x="550694" y="1347976"/>
                  </a:lnTo>
                  <a:lnTo>
                    <a:pt x="550704" y="1347979"/>
                  </a:lnTo>
                  <a:lnTo>
                    <a:pt x="550719" y="1347980"/>
                  </a:lnTo>
                  <a:lnTo>
                    <a:pt x="550758" y="1347982"/>
                  </a:lnTo>
                  <a:lnTo>
                    <a:pt x="550774" y="1347986"/>
                  </a:lnTo>
                  <a:lnTo>
                    <a:pt x="550794" y="1347995"/>
                  </a:lnTo>
                  <a:lnTo>
                    <a:pt x="550816" y="1348007"/>
                  </a:lnTo>
                  <a:lnTo>
                    <a:pt x="550832" y="1348015"/>
                  </a:lnTo>
                  <a:lnTo>
                    <a:pt x="550847" y="1348020"/>
                  </a:lnTo>
                  <a:lnTo>
                    <a:pt x="550864" y="1348020"/>
                  </a:lnTo>
                  <a:lnTo>
                    <a:pt x="550894" y="1348019"/>
                  </a:lnTo>
                  <a:lnTo>
                    <a:pt x="550932" y="1348012"/>
                  </a:lnTo>
                  <a:lnTo>
                    <a:pt x="550944" y="1348011"/>
                  </a:lnTo>
                  <a:lnTo>
                    <a:pt x="550962" y="1348009"/>
                  </a:lnTo>
                  <a:lnTo>
                    <a:pt x="550976" y="1348009"/>
                  </a:lnTo>
                  <a:lnTo>
                    <a:pt x="550988" y="1348008"/>
                  </a:lnTo>
                  <a:lnTo>
                    <a:pt x="551010" y="1348006"/>
                  </a:lnTo>
                  <a:lnTo>
                    <a:pt x="551034" y="1348004"/>
                  </a:lnTo>
                  <a:lnTo>
                    <a:pt x="551051" y="1348002"/>
                  </a:lnTo>
                  <a:lnTo>
                    <a:pt x="551071" y="1347999"/>
                  </a:lnTo>
                  <a:lnTo>
                    <a:pt x="551085" y="1347996"/>
                  </a:lnTo>
                  <a:lnTo>
                    <a:pt x="551099" y="1347993"/>
                  </a:lnTo>
                  <a:lnTo>
                    <a:pt x="551111" y="1347988"/>
                  </a:lnTo>
                  <a:lnTo>
                    <a:pt x="551116" y="1347985"/>
                  </a:lnTo>
                  <a:lnTo>
                    <a:pt x="551126" y="1347978"/>
                  </a:lnTo>
                  <a:lnTo>
                    <a:pt x="551132" y="1347974"/>
                  </a:lnTo>
                  <a:lnTo>
                    <a:pt x="551137" y="1347971"/>
                  </a:lnTo>
                  <a:lnTo>
                    <a:pt x="551151" y="1347966"/>
                  </a:lnTo>
                  <a:lnTo>
                    <a:pt x="551166" y="1347965"/>
                  </a:lnTo>
                  <a:lnTo>
                    <a:pt x="551182" y="1347967"/>
                  </a:lnTo>
                  <a:lnTo>
                    <a:pt x="551200" y="1347972"/>
                  </a:lnTo>
                  <a:lnTo>
                    <a:pt x="551226" y="1347984"/>
                  </a:lnTo>
                  <a:lnTo>
                    <a:pt x="551236" y="1347987"/>
                  </a:lnTo>
                  <a:lnTo>
                    <a:pt x="551250" y="1347990"/>
                  </a:lnTo>
                  <a:lnTo>
                    <a:pt x="551260" y="1347994"/>
                  </a:lnTo>
                  <a:lnTo>
                    <a:pt x="551269" y="1347997"/>
                  </a:lnTo>
                  <a:lnTo>
                    <a:pt x="551280" y="1348003"/>
                  </a:lnTo>
                  <a:lnTo>
                    <a:pt x="551287" y="1348009"/>
                  </a:lnTo>
                  <a:lnTo>
                    <a:pt x="551295" y="1348016"/>
                  </a:lnTo>
                  <a:lnTo>
                    <a:pt x="551304" y="1348021"/>
                  </a:lnTo>
                  <a:lnTo>
                    <a:pt x="551311" y="1348025"/>
                  </a:lnTo>
                  <a:lnTo>
                    <a:pt x="551319" y="1348028"/>
                  </a:lnTo>
                  <a:lnTo>
                    <a:pt x="551327" y="1348030"/>
                  </a:lnTo>
                  <a:lnTo>
                    <a:pt x="551334" y="1348032"/>
                  </a:lnTo>
                  <a:lnTo>
                    <a:pt x="551345" y="1348033"/>
                  </a:lnTo>
                  <a:lnTo>
                    <a:pt x="551351" y="1348031"/>
                  </a:lnTo>
                  <a:lnTo>
                    <a:pt x="551363" y="1348029"/>
                  </a:lnTo>
                  <a:lnTo>
                    <a:pt x="551382" y="1348026"/>
                  </a:lnTo>
                  <a:lnTo>
                    <a:pt x="551390" y="1348026"/>
                  </a:lnTo>
                  <a:lnTo>
                    <a:pt x="551404" y="1348026"/>
                  </a:lnTo>
                  <a:lnTo>
                    <a:pt x="551413" y="1348025"/>
                  </a:lnTo>
                  <a:lnTo>
                    <a:pt x="551422" y="1348023"/>
                  </a:lnTo>
                  <a:lnTo>
                    <a:pt x="551432" y="1348021"/>
                  </a:lnTo>
                  <a:lnTo>
                    <a:pt x="551440" y="1348018"/>
                  </a:lnTo>
                  <a:lnTo>
                    <a:pt x="551450" y="1348015"/>
                  </a:lnTo>
                  <a:lnTo>
                    <a:pt x="551455" y="1348011"/>
                  </a:lnTo>
                  <a:lnTo>
                    <a:pt x="551464" y="1348003"/>
                  </a:lnTo>
                  <a:lnTo>
                    <a:pt x="551473" y="1347995"/>
                  </a:lnTo>
                  <a:lnTo>
                    <a:pt x="551482" y="1347988"/>
                  </a:lnTo>
                  <a:lnTo>
                    <a:pt x="551488" y="1347984"/>
                  </a:lnTo>
                  <a:lnTo>
                    <a:pt x="551507" y="1347968"/>
                  </a:lnTo>
                  <a:lnTo>
                    <a:pt x="551520" y="1347959"/>
                  </a:lnTo>
                  <a:lnTo>
                    <a:pt x="551543" y="1347944"/>
                  </a:lnTo>
                  <a:lnTo>
                    <a:pt x="551574" y="1347918"/>
                  </a:lnTo>
                  <a:lnTo>
                    <a:pt x="551589" y="1347903"/>
                  </a:lnTo>
                  <a:lnTo>
                    <a:pt x="551610" y="1347879"/>
                  </a:lnTo>
                  <a:lnTo>
                    <a:pt x="551633" y="1347852"/>
                  </a:lnTo>
                  <a:lnTo>
                    <a:pt x="551645" y="1347843"/>
                  </a:lnTo>
                  <a:lnTo>
                    <a:pt x="551703" y="1347820"/>
                  </a:lnTo>
                  <a:lnTo>
                    <a:pt x="551735" y="1347807"/>
                  </a:lnTo>
                  <a:lnTo>
                    <a:pt x="551775" y="1347789"/>
                  </a:lnTo>
                  <a:lnTo>
                    <a:pt x="551787" y="1347781"/>
                  </a:lnTo>
                  <a:lnTo>
                    <a:pt x="551794" y="1347774"/>
                  </a:lnTo>
                  <a:lnTo>
                    <a:pt x="551803" y="1347759"/>
                  </a:lnTo>
                  <a:lnTo>
                    <a:pt x="551816" y="1347725"/>
                  </a:lnTo>
                  <a:lnTo>
                    <a:pt x="551826" y="1347704"/>
                  </a:lnTo>
                  <a:lnTo>
                    <a:pt x="551836" y="1347683"/>
                  </a:lnTo>
                  <a:lnTo>
                    <a:pt x="551841" y="1347665"/>
                  </a:lnTo>
                  <a:lnTo>
                    <a:pt x="551853" y="1347623"/>
                  </a:lnTo>
                  <a:lnTo>
                    <a:pt x="551863" y="1347595"/>
                  </a:lnTo>
                  <a:lnTo>
                    <a:pt x="551872" y="1347573"/>
                  </a:lnTo>
                  <a:lnTo>
                    <a:pt x="551896" y="1347528"/>
                  </a:lnTo>
                  <a:lnTo>
                    <a:pt x="551912" y="1347495"/>
                  </a:lnTo>
                  <a:lnTo>
                    <a:pt x="551931" y="1347460"/>
                  </a:lnTo>
                  <a:lnTo>
                    <a:pt x="551946" y="1347430"/>
                  </a:lnTo>
                  <a:lnTo>
                    <a:pt x="551965" y="1347397"/>
                  </a:lnTo>
                  <a:lnTo>
                    <a:pt x="551976" y="1347381"/>
                  </a:lnTo>
                  <a:lnTo>
                    <a:pt x="551989" y="1347369"/>
                  </a:lnTo>
                  <a:lnTo>
                    <a:pt x="551995" y="1347362"/>
                  </a:lnTo>
                  <a:lnTo>
                    <a:pt x="551997" y="1347356"/>
                  </a:lnTo>
                  <a:lnTo>
                    <a:pt x="551997" y="1347347"/>
                  </a:lnTo>
                  <a:lnTo>
                    <a:pt x="551981" y="1347314"/>
                  </a:lnTo>
                  <a:lnTo>
                    <a:pt x="551966" y="1347287"/>
                  </a:lnTo>
                  <a:lnTo>
                    <a:pt x="551951" y="1347262"/>
                  </a:lnTo>
                  <a:lnTo>
                    <a:pt x="551935" y="1347236"/>
                  </a:lnTo>
                  <a:lnTo>
                    <a:pt x="551929" y="1347222"/>
                  </a:lnTo>
                  <a:lnTo>
                    <a:pt x="551925" y="1347208"/>
                  </a:lnTo>
                  <a:lnTo>
                    <a:pt x="551924" y="1347195"/>
                  </a:lnTo>
                  <a:lnTo>
                    <a:pt x="551926" y="1347182"/>
                  </a:lnTo>
                  <a:lnTo>
                    <a:pt x="551934" y="1347167"/>
                  </a:lnTo>
                  <a:lnTo>
                    <a:pt x="551949" y="1347136"/>
                  </a:lnTo>
                  <a:lnTo>
                    <a:pt x="551960" y="1347114"/>
                  </a:lnTo>
                  <a:lnTo>
                    <a:pt x="551971" y="1347080"/>
                  </a:lnTo>
                  <a:lnTo>
                    <a:pt x="551976" y="1347058"/>
                  </a:lnTo>
                  <a:lnTo>
                    <a:pt x="551977" y="1347038"/>
                  </a:lnTo>
                  <a:lnTo>
                    <a:pt x="551977" y="1347017"/>
                  </a:lnTo>
                  <a:lnTo>
                    <a:pt x="551971" y="1346986"/>
                  </a:lnTo>
                  <a:lnTo>
                    <a:pt x="551966" y="1346961"/>
                  </a:lnTo>
                  <a:lnTo>
                    <a:pt x="551959" y="1346917"/>
                  </a:lnTo>
                  <a:lnTo>
                    <a:pt x="551957" y="1346880"/>
                  </a:lnTo>
                  <a:lnTo>
                    <a:pt x="551954" y="1346844"/>
                  </a:lnTo>
                  <a:lnTo>
                    <a:pt x="551949" y="1346765"/>
                  </a:lnTo>
                  <a:lnTo>
                    <a:pt x="551950" y="1346751"/>
                  </a:lnTo>
                  <a:lnTo>
                    <a:pt x="551954" y="1346738"/>
                  </a:lnTo>
                  <a:lnTo>
                    <a:pt x="551963" y="1346726"/>
                  </a:lnTo>
                  <a:lnTo>
                    <a:pt x="551978" y="1346711"/>
                  </a:lnTo>
                  <a:lnTo>
                    <a:pt x="552000" y="1346688"/>
                  </a:lnTo>
                  <a:lnTo>
                    <a:pt x="552022" y="1346666"/>
                  </a:lnTo>
                  <a:lnTo>
                    <a:pt x="552045" y="1346646"/>
                  </a:lnTo>
                  <a:lnTo>
                    <a:pt x="552057" y="1346635"/>
                  </a:lnTo>
                  <a:lnTo>
                    <a:pt x="552071" y="1346611"/>
                  </a:lnTo>
                  <a:lnTo>
                    <a:pt x="552082" y="1346593"/>
                  </a:lnTo>
                  <a:lnTo>
                    <a:pt x="552105" y="1346567"/>
                  </a:lnTo>
                  <a:lnTo>
                    <a:pt x="552129" y="1346542"/>
                  </a:lnTo>
                  <a:lnTo>
                    <a:pt x="552145" y="1346523"/>
                  </a:lnTo>
                  <a:lnTo>
                    <a:pt x="552169" y="1346491"/>
                  </a:lnTo>
                  <a:lnTo>
                    <a:pt x="552202" y="1346449"/>
                  </a:lnTo>
                  <a:lnTo>
                    <a:pt x="552218" y="1346424"/>
                  </a:lnTo>
                  <a:lnTo>
                    <a:pt x="552221" y="1346419"/>
                  </a:lnTo>
                  <a:lnTo>
                    <a:pt x="552226" y="1346411"/>
                  </a:lnTo>
                  <a:lnTo>
                    <a:pt x="552232" y="1346400"/>
                  </a:lnTo>
                  <a:lnTo>
                    <a:pt x="552240" y="1346382"/>
                  </a:lnTo>
                  <a:lnTo>
                    <a:pt x="552243" y="1346371"/>
                  </a:lnTo>
                  <a:lnTo>
                    <a:pt x="552248" y="1346342"/>
                  </a:lnTo>
                  <a:lnTo>
                    <a:pt x="552247" y="1346317"/>
                  </a:lnTo>
                  <a:lnTo>
                    <a:pt x="552242" y="1346256"/>
                  </a:lnTo>
                  <a:lnTo>
                    <a:pt x="552243" y="1346237"/>
                  </a:lnTo>
                  <a:lnTo>
                    <a:pt x="552248" y="1346223"/>
                  </a:lnTo>
                  <a:lnTo>
                    <a:pt x="552253" y="1346217"/>
                  </a:lnTo>
                  <a:lnTo>
                    <a:pt x="552263" y="1346210"/>
                  </a:lnTo>
                  <a:lnTo>
                    <a:pt x="552285" y="1346199"/>
                  </a:lnTo>
                  <a:lnTo>
                    <a:pt x="552296" y="1346193"/>
                  </a:lnTo>
                  <a:lnTo>
                    <a:pt x="552320" y="1346179"/>
                  </a:lnTo>
                  <a:lnTo>
                    <a:pt x="552356" y="1346154"/>
                  </a:lnTo>
                  <a:lnTo>
                    <a:pt x="552375" y="1346139"/>
                  </a:lnTo>
                  <a:lnTo>
                    <a:pt x="552387" y="1346127"/>
                  </a:lnTo>
                  <a:lnTo>
                    <a:pt x="552393" y="1346113"/>
                  </a:lnTo>
                  <a:lnTo>
                    <a:pt x="552395" y="1346102"/>
                  </a:lnTo>
                  <a:lnTo>
                    <a:pt x="552394" y="1346090"/>
                  </a:lnTo>
                  <a:lnTo>
                    <a:pt x="552389" y="1346074"/>
                  </a:lnTo>
                  <a:lnTo>
                    <a:pt x="552385" y="1346057"/>
                  </a:lnTo>
                  <a:lnTo>
                    <a:pt x="552378" y="1346023"/>
                  </a:lnTo>
                  <a:lnTo>
                    <a:pt x="552370" y="1345982"/>
                  </a:lnTo>
                  <a:lnTo>
                    <a:pt x="552357" y="1345944"/>
                  </a:lnTo>
                  <a:lnTo>
                    <a:pt x="552347" y="1345907"/>
                  </a:lnTo>
                  <a:lnTo>
                    <a:pt x="552340" y="1345881"/>
                  </a:lnTo>
                  <a:lnTo>
                    <a:pt x="552338" y="1345865"/>
                  </a:lnTo>
                  <a:lnTo>
                    <a:pt x="552337" y="1345847"/>
                  </a:lnTo>
                  <a:lnTo>
                    <a:pt x="552339" y="1345829"/>
                  </a:lnTo>
                  <a:lnTo>
                    <a:pt x="552349" y="1345792"/>
                  </a:lnTo>
                  <a:lnTo>
                    <a:pt x="552359" y="1345752"/>
                  </a:lnTo>
                  <a:lnTo>
                    <a:pt x="552367" y="1345721"/>
                  </a:lnTo>
                  <a:lnTo>
                    <a:pt x="552375" y="1345676"/>
                  </a:lnTo>
                  <a:lnTo>
                    <a:pt x="552384" y="1345637"/>
                  </a:lnTo>
                  <a:lnTo>
                    <a:pt x="552388" y="1345610"/>
                  </a:lnTo>
                  <a:lnTo>
                    <a:pt x="552389" y="1345582"/>
                  </a:lnTo>
                  <a:lnTo>
                    <a:pt x="552391" y="1345561"/>
                  </a:lnTo>
                  <a:lnTo>
                    <a:pt x="552393" y="1345542"/>
                  </a:lnTo>
                  <a:lnTo>
                    <a:pt x="552397" y="1345536"/>
                  </a:lnTo>
                  <a:lnTo>
                    <a:pt x="552405" y="1345526"/>
                  </a:lnTo>
                  <a:lnTo>
                    <a:pt x="552412" y="1345516"/>
                  </a:lnTo>
                  <a:lnTo>
                    <a:pt x="552419" y="1345504"/>
                  </a:lnTo>
                  <a:lnTo>
                    <a:pt x="552428" y="1345487"/>
                  </a:lnTo>
                  <a:lnTo>
                    <a:pt x="552436" y="1345474"/>
                  </a:lnTo>
                  <a:lnTo>
                    <a:pt x="552441" y="1345467"/>
                  </a:lnTo>
                  <a:lnTo>
                    <a:pt x="552448" y="1345462"/>
                  </a:lnTo>
                  <a:lnTo>
                    <a:pt x="552458" y="1345457"/>
                  </a:lnTo>
                  <a:lnTo>
                    <a:pt x="552467" y="1345455"/>
                  </a:lnTo>
                  <a:lnTo>
                    <a:pt x="552478" y="1345454"/>
                  </a:lnTo>
                  <a:lnTo>
                    <a:pt x="552487" y="1345451"/>
                  </a:lnTo>
                  <a:lnTo>
                    <a:pt x="552496" y="1345445"/>
                  </a:lnTo>
                  <a:lnTo>
                    <a:pt x="552505" y="1345439"/>
                  </a:lnTo>
                  <a:lnTo>
                    <a:pt x="552514" y="1345435"/>
                  </a:lnTo>
                  <a:lnTo>
                    <a:pt x="552527" y="1345434"/>
                  </a:lnTo>
                  <a:lnTo>
                    <a:pt x="552543" y="1345433"/>
                  </a:lnTo>
                  <a:lnTo>
                    <a:pt x="552558" y="1345435"/>
                  </a:lnTo>
                  <a:lnTo>
                    <a:pt x="552570" y="1345434"/>
                  </a:lnTo>
                  <a:lnTo>
                    <a:pt x="552578" y="1345433"/>
                  </a:lnTo>
                  <a:lnTo>
                    <a:pt x="552595" y="1345434"/>
                  </a:lnTo>
                  <a:lnTo>
                    <a:pt x="552605" y="1345435"/>
                  </a:lnTo>
                  <a:lnTo>
                    <a:pt x="552615" y="1345436"/>
                  </a:lnTo>
                  <a:lnTo>
                    <a:pt x="552624" y="1345438"/>
                  </a:lnTo>
                  <a:lnTo>
                    <a:pt x="552642" y="1345442"/>
                  </a:lnTo>
                  <a:lnTo>
                    <a:pt x="552652" y="1345444"/>
                  </a:lnTo>
                  <a:lnTo>
                    <a:pt x="552662" y="1345445"/>
                  </a:lnTo>
                  <a:lnTo>
                    <a:pt x="552671" y="1345446"/>
                  </a:lnTo>
                  <a:lnTo>
                    <a:pt x="552680" y="1345447"/>
                  </a:lnTo>
                  <a:lnTo>
                    <a:pt x="552692" y="1345448"/>
                  </a:lnTo>
                  <a:lnTo>
                    <a:pt x="552701" y="1345447"/>
                  </a:lnTo>
                  <a:lnTo>
                    <a:pt x="552717" y="1345448"/>
                  </a:lnTo>
                  <a:lnTo>
                    <a:pt x="552730" y="1345450"/>
                  </a:lnTo>
                  <a:lnTo>
                    <a:pt x="552742" y="1345454"/>
                  </a:lnTo>
                  <a:lnTo>
                    <a:pt x="552755" y="1345457"/>
                  </a:lnTo>
                  <a:lnTo>
                    <a:pt x="552772" y="1345462"/>
                  </a:lnTo>
                  <a:lnTo>
                    <a:pt x="552782" y="1345464"/>
                  </a:lnTo>
                  <a:lnTo>
                    <a:pt x="552795" y="1345467"/>
                  </a:lnTo>
                  <a:lnTo>
                    <a:pt x="552804" y="1345469"/>
                  </a:lnTo>
                  <a:lnTo>
                    <a:pt x="552811" y="1345470"/>
                  </a:lnTo>
                  <a:lnTo>
                    <a:pt x="552820" y="1345469"/>
                  </a:lnTo>
                  <a:lnTo>
                    <a:pt x="552827" y="1345468"/>
                  </a:lnTo>
                  <a:lnTo>
                    <a:pt x="552836" y="1345468"/>
                  </a:lnTo>
                  <a:lnTo>
                    <a:pt x="552846" y="1345469"/>
                  </a:lnTo>
                  <a:lnTo>
                    <a:pt x="552856" y="1345469"/>
                  </a:lnTo>
                  <a:lnTo>
                    <a:pt x="552862" y="1345469"/>
                  </a:lnTo>
                  <a:lnTo>
                    <a:pt x="552868" y="1345468"/>
                  </a:lnTo>
                  <a:lnTo>
                    <a:pt x="552877" y="1345465"/>
                  </a:lnTo>
                  <a:lnTo>
                    <a:pt x="552884" y="1345464"/>
                  </a:lnTo>
                  <a:lnTo>
                    <a:pt x="552891" y="1345465"/>
                  </a:lnTo>
                  <a:lnTo>
                    <a:pt x="552898" y="1345466"/>
                  </a:lnTo>
                  <a:lnTo>
                    <a:pt x="552905" y="1345468"/>
                  </a:lnTo>
                  <a:lnTo>
                    <a:pt x="552911" y="1345467"/>
                  </a:lnTo>
                  <a:lnTo>
                    <a:pt x="552918" y="1345466"/>
                  </a:lnTo>
                  <a:lnTo>
                    <a:pt x="552927" y="1345463"/>
                  </a:lnTo>
                  <a:lnTo>
                    <a:pt x="552935" y="1345461"/>
                  </a:lnTo>
                  <a:lnTo>
                    <a:pt x="552941" y="1345462"/>
                  </a:lnTo>
                  <a:lnTo>
                    <a:pt x="552949" y="1345465"/>
                  </a:lnTo>
                  <a:lnTo>
                    <a:pt x="552959" y="1345469"/>
                  </a:lnTo>
                  <a:lnTo>
                    <a:pt x="552971" y="1345475"/>
                  </a:lnTo>
                  <a:lnTo>
                    <a:pt x="552978" y="1345477"/>
                  </a:lnTo>
                  <a:lnTo>
                    <a:pt x="552986" y="1345476"/>
                  </a:lnTo>
                  <a:lnTo>
                    <a:pt x="552994" y="1345474"/>
                  </a:lnTo>
                  <a:lnTo>
                    <a:pt x="553001" y="1345471"/>
                  </a:lnTo>
                  <a:lnTo>
                    <a:pt x="553010" y="1345465"/>
                  </a:lnTo>
                  <a:lnTo>
                    <a:pt x="553019" y="1345461"/>
                  </a:lnTo>
                  <a:lnTo>
                    <a:pt x="553026" y="1345458"/>
                  </a:lnTo>
                  <a:lnTo>
                    <a:pt x="553037" y="1345455"/>
                  </a:lnTo>
                  <a:lnTo>
                    <a:pt x="553046" y="1345455"/>
                  </a:lnTo>
                  <a:lnTo>
                    <a:pt x="553060" y="1345454"/>
                  </a:lnTo>
                  <a:lnTo>
                    <a:pt x="553069" y="1345454"/>
                  </a:lnTo>
                  <a:lnTo>
                    <a:pt x="553081" y="1345453"/>
                  </a:lnTo>
                  <a:lnTo>
                    <a:pt x="553088" y="1345451"/>
                  </a:lnTo>
                  <a:lnTo>
                    <a:pt x="553104" y="1345446"/>
                  </a:lnTo>
                  <a:lnTo>
                    <a:pt x="553115" y="1345444"/>
                  </a:lnTo>
                  <a:lnTo>
                    <a:pt x="553133" y="1345443"/>
                  </a:lnTo>
                  <a:lnTo>
                    <a:pt x="553142" y="1345444"/>
                  </a:lnTo>
                  <a:lnTo>
                    <a:pt x="553155" y="1345447"/>
                  </a:lnTo>
                  <a:lnTo>
                    <a:pt x="553172" y="1345451"/>
                  </a:lnTo>
                  <a:lnTo>
                    <a:pt x="553181" y="1345453"/>
                  </a:lnTo>
                  <a:lnTo>
                    <a:pt x="553196" y="1345458"/>
                  </a:lnTo>
                  <a:lnTo>
                    <a:pt x="553203" y="1345460"/>
                  </a:lnTo>
                  <a:lnTo>
                    <a:pt x="553216" y="1345460"/>
                  </a:lnTo>
                  <a:lnTo>
                    <a:pt x="553226" y="1345458"/>
                  </a:lnTo>
                  <a:lnTo>
                    <a:pt x="553236" y="1345456"/>
                  </a:lnTo>
                  <a:lnTo>
                    <a:pt x="553253" y="1345454"/>
                  </a:lnTo>
                  <a:lnTo>
                    <a:pt x="553266" y="1345453"/>
                  </a:lnTo>
                  <a:lnTo>
                    <a:pt x="553284" y="1345452"/>
                  </a:lnTo>
                  <a:lnTo>
                    <a:pt x="553297" y="1345450"/>
                  </a:lnTo>
                  <a:lnTo>
                    <a:pt x="553310" y="1345447"/>
                  </a:lnTo>
                  <a:lnTo>
                    <a:pt x="553323" y="1345444"/>
                  </a:lnTo>
                  <a:lnTo>
                    <a:pt x="553337" y="1345439"/>
                  </a:lnTo>
                  <a:lnTo>
                    <a:pt x="553346" y="1345435"/>
                  </a:lnTo>
                  <a:lnTo>
                    <a:pt x="553355" y="1345432"/>
                  </a:lnTo>
                  <a:lnTo>
                    <a:pt x="553361" y="1345428"/>
                  </a:lnTo>
                  <a:lnTo>
                    <a:pt x="553368" y="1345423"/>
                  </a:lnTo>
                  <a:lnTo>
                    <a:pt x="553373" y="1345414"/>
                  </a:lnTo>
                  <a:lnTo>
                    <a:pt x="553377" y="1345404"/>
                  </a:lnTo>
                  <a:lnTo>
                    <a:pt x="553380" y="1345385"/>
                  </a:lnTo>
                  <a:lnTo>
                    <a:pt x="553382" y="1345359"/>
                  </a:lnTo>
                  <a:lnTo>
                    <a:pt x="553383" y="1345350"/>
                  </a:lnTo>
                  <a:lnTo>
                    <a:pt x="553382" y="1345329"/>
                  </a:lnTo>
                  <a:lnTo>
                    <a:pt x="553380" y="1345297"/>
                  </a:lnTo>
                  <a:lnTo>
                    <a:pt x="553376" y="1345269"/>
                  </a:lnTo>
                  <a:lnTo>
                    <a:pt x="553368" y="1345234"/>
                  </a:lnTo>
                  <a:lnTo>
                    <a:pt x="553358" y="1345209"/>
                  </a:lnTo>
                  <a:lnTo>
                    <a:pt x="553353" y="1345196"/>
                  </a:lnTo>
                  <a:lnTo>
                    <a:pt x="553346" y="1345174"/>
                  </a:lnTo>
                  <a:lnTo>
                    <a:pt x="553343" y="1345157"/>
                  </a:lnTo>
                  <a:lnTo>
                    <a:pt x="553343" y="1345131"/>
                  </a:lnTo>
                  <a:lnTo>
                    <a:pt x="553345" y="1345116"/>
                  </a:lnTo>
                  <a:lnTo>
                    <a:pt x="553350" y="1345095"/>
                  </a:lnTo>
                  <a:lnTo>
                    <a:pt x="553360" y="1345069"/>
                  </a:lnTo>
                  <a:lnTo>
                    <a:pt x="553366" y="1345057"/>
                  </a:lnTo>
                  <a:lnTo>
                    <a:pt x="553374" y="1345042"/>
                  </a:lnTo>
                  <a:lnTo>
                    <a:pt x="553394" y="1345008"/>
                  </a:lnTo>
                  <a:lnTo>
                    <a:pt x="553398" y="1345000"/>
                  </a:lnTo>
                  <a:lnTo>
                    <a:pt x="553409" y="1344980"/>
                  </a:lnTo>
                  <a:lnTo>
                    <a:pt x="553412" y="1344972"/>
                  </a:lnTo>
                  <a:lnTo>
                    <a:pt x="553416" y="1344960"/>
                  </a:lnTo>
                  <a:lnTo>
                    <a:pt x="553426" y="1344941"/>
                  </a:lnTo>
                  <a:lnTo>
                    <a:pt x="553435" y="1344924"/>
                  </a:lnTo>
                  <a:lnTo>
                    <a:pt x="553450" y="1344898"/>
                  </a:lnTo>
                  <a:lnTo>
                    <a:pt x="553457" y="1344882"/>
                  </a:lnTo>
                  <a:lnTo>
                    <a:pt x="553463" y="1344866"/>
                  </a:lnTo>
                  <a:lnTo>
                    <a:pt x="553466" y="1344859"/>
                  </a:lnTo>
                  <a:lnTo>
                    <a:pt x="553467" y="1344853"/>
                  </a:lnTo>
                  <a:lnTo>
                    <a:pt x="553468" y="1344840"/>
                  </a:lnTo>
                  <a:lnTo>
                    <a:pt x="553467" y="1344817"/>
                  </a:lnTo>
                  <a:lnTo>
                    <a:pt x="553465" y="1344763"/>
                  </a:lnTo>
                  <a:lnTo>
                    <a:pt x="553465" y="1344699"/>
                  </a:lnTo>
                  <a:lnTo>
                    <a:pt x="553463" y="1344682"/>
                  </a:lnTo>
                  <a:lnTo>
                    <a:pt x="553460" y="1344659"/>
                  </a:lnTo>
                  <a:lnTo>
                    <a:pt x="553460" y="1344643"/>
                  </a:lnTo>
                  <a:lnTo>
                    <a:pt x="553462" y="1344615"/>
                  </a:lnTo>
                  <a:lnTo>
                    <a:pt x="553462" y="1344600"/>
                  </a:lnTo>
                  <a:lnTo>
                    <a:pt x="553462" y="1344580"/>
                  </a:lnTo>
                  <a:lnTo>
                    <a:pt x="553457" y="1344560"/>
                  </a:lnTo>
                  <a:lnTo>
                    <a:pt x="553448" y="1344532"/>
                  </a:lnTo>
                  <a:lnTo>
                    <a:pt x="553446" y="1344526"/>
                  </a:lnTo>
                  <a:lnTo>
                    <a:pt x="553442" y="1344514"/>
                  </a:lnTo>
                  <a:lnTo>
                    <a:pt x="553435" y="1344486"/>
                  </a:lnTo>
                  <a:lnTo>
                    <a:pt x="553428" y="1344458"/>
                  </a:lnTo>
                  <a:lnTo>
                    <a:pt x="553425" y="1344439"/>
                  </a:lnTo>
                  <a:lnTo>
                    <a:pt x="553425" y="1344431"/>
                  </a:lnTo>
                  <a:lnTo>
                    <a:pt x="553427" y="1344406"/>
                  </a:lnTo>
                  <a:lnTo>
                    <a:pt x="553429" y="1344399"/>
                  </a:lnTo>
                  <a:lnTo>
                    <a:pt x="553432" y="1344386"/>
                  </a:lnTo>
                  <a:lnTo>
                    <a:pt x="553439" y="1344364"/>
                  </a:lnTo>
                  <a:lnTo>
                    <a:pt x="553445" y="1344348"/>
                  </a:lnTo>
                  <a:lnTo>
                    <a:pt x="553446" y="1344342"/>
                  </a:lnTo>
                  <a:lnTo>
                    <a:pt x="553444" y="1344335"/>
                  </a:lnTo>
                  <a:lnTo>
                    <a:pt x="553433" y="1344317"/>
                  </a:lnTo>
                  <a:lnTo>
                    <a:pt x="553424" y="1344305"/>
                  </a:lnTo>
                  <a:lnTo>
                    <a:pt x="553412" y="1344291"/>
                  </a:lnTo>
                  <a:lnTo>
                    <a:pt x="553406" y="1344282"/>
                  </a:lnTo>
                  <a:lnTo>
                    <a:pt x="553381" y="1344248"/>
                  </a:lnTo>
                  <a:lnTo>
                    <a:pt x="553373" y="1344233"/>
                  </a:lnTo>
                  <a:lnTo>
                    <a:pt x="553367" y="1344216"/>
                  </a:lnTo>
                  <a:lnTo>
                    <a:pt x="553358" y="1344192"/>
                  </a:lnTo>
                  <a:lnTo>
                    <a:pt x="553353" y="1344175"/>
                  </a:lnTo>
                  <a:lnTo>
                    <a:pt x="553341" y="1344141"/>
                  </a:lnTo>
                  <a:lnTo>
                    <a:pt x="553330" y="1344119"/>
                  </a:lnTo>
                  <a:lnTo>
                    <a:pt x="553317" y="1344098"/>
                  </a:lnTo>
                  <a:lnTo>
                    <a:pt x="553299" y="1344072"/>
                  </a:lnTo>
                  <a:lnTo>
                    <a:pt x="553294" y="1344066"/>
                  </a:lnTo>
                  <a:lnTo>
                    <a:pt x="553290" y="1344059"/>
                  </a:lnTo>
                  <a:lnTo>
                    <a:pt x="553285" y="1344042"/>
                  </a:lnTo>
                  <a:lnTo>
                    <a:pt x="553282" y="1344030"/>
                  </a:lnTo>
                  <a:lnTo>
                    <a:pt x="553280" y="1344013"/>
                  </a:lnTo>
                  <a:lnTo>
                    <a:pt x="553279" y="1344006"/>
                  </a:lnTo>
                  <a:lnTo>
                    <a:pt x="553278" y="1343978"/>
                  </a:lnTo>
                  <a:lnTo>
                    <a:pt x="553276" y="1343947"/>
                  </a:lnTo>
                  <a:lnTo>
                    <a:pt x="553274" y="1343928"/>
                  </a:lnTo>
                  <a:lnTo>
                    <a:pt x="553275" y="1343920"/>
                  </a:lnTo>
                  <a:lnTo>
                    <a:pt x="553279" y="1343915"/>
                  </a:lnTo>
                  <a:lnTo>
                    <a:pt x="553306" y="1343905"/>
                  </a:lnTo>
                  <a:lnTo>
                    <a:pt x="553342" y="1343895"/>
                  </a:lnTo>
                  <a:lnTo>
                    <a:pt x="553362" y="1343887"/>
                  </a:lnTo>
                  <a:lnTo>
                    <a:pt x="553378" y="1343879"/>
                  </a:lnTo>
                  <a:lnTo>
                    <a:pt x="553391" y="1343867"/>
                  </a:lnTo>
                  <a:lnTo>
                    <a:pt x="553404" y="1343850"/>
                  </a:lnTo>
                  <a:lnTo>
                    <a:pt x="553416" y="1343831"/>
                  </a:lnTo>
                  <a:lnTo>
                    <a:pt x="553427" y="1343804"/>
                  </a:lnTo>
                  <a:lnTo>
                    <a:pt x="553435" y="1343786"/>
                  </a:lnTo>
                  <a:lnTo>
                    <a:pt x="553445" y="1343772"/>
                  </a:lnTo>
                  <a:lnTo>
                    <a:pt x="553461" y="1343753"/>
                  </a:lnTo>
                  <a:lnTo>
                    <a:pt x="553470" y="1343738"/>
                  </a:lnTo>
                  <a:lnTo>
                    <a:pt x="553478" y="1343722"/>
                  </a:lnTo>
                  <a:lnTo>
                    <a:pt x="553481" y="1343704"/>
                  </a:lnTo>
                  <a:lnTo>
                    <a:pt x="553487" y="1343688"/>
                  </a:lnTo>
                  <a:lnTo>
                    <a:pt x="553493" y="1343679"/>
                  </a:lnTo>
                  <a:lnTo>
                    <a:pt x="553508" y="1343659"/>
                  </a:lnTo>
                  <a:lnTo>
                    <a:pt x="553515" y="1343650"/>
                  </a:lnTo>
                  <a:lnTo>
                    <a:pt x="553533" y="1343625"/>
                  </a:lnTo>
                  <a:lnTo>
                    <a:pt x="553549" y="1343603"/>
                  </a:lnTo>
                  <a:lnTo>
                    <a:pt x="553564" y="1343586"/>
                  </a:lnTo>
                  <a:lnTo>
                    <a:pt x="553580" y="1343573"/>
                  </a:lnTo>
                  <a:lnTo>
                    <a:pt x="553595" y="1343562"/>
                  </a:lnTo>
                  <a:lnTo>
                    <a:pt x="553597" y="1343557"/>
                  </a:lnTo>
                  <a:lnTo>
                    <a:pt x="553594" y="1343553"/>
                  </a:lnTo>
                  <a:lnTo>
                    <a:pt x="553581" y="1343547"/>
                  </a:lnTo>
                  <a:lnTo>
                    <a:pt x="553570" y="1343540"/>
                  </a:lnTo>
                  <a:lnTo>
                    <a:pt x="553555" y="1343527"/>
                  </a:lnTo>
                  <a:lnTo>
                    <a:pt x="553540" y="1343509"/>
                  </a:lnTo>
                  <a:lnTo>
                    <a:pt x="553526" y="1343487"/>
                  </a:lnTo>
                  <a:lnTo>
                    <a:pt x="553516" y="1343474"/>
                  </a:lnTo>
                  <a:lnTo>
                    <a:pt x="553505" y="1343460"/>
                  </a:lnTo>
                  <a:lnTo>
                    <a:pt x="553483" y="1343438"/>
                  </a:lnTo>
                  <a:lnTo>
                    <a:pt x="553471" y="1343425"/>
                  </a:lnTo>
                  <a:lnTo>
                    <a:pt x="553468" y="1343417"/>
                  </a:lnTo>
                  <a:lnTo>
                    <a:pt x="553466" y="1343411"/>
                  </a:lnTo>
                  <a:lnTo>
                    <a:pt x="553466" y="1343405"/>
                  </a:lnTo>
                  <a:lnTo>
                    <a:pt x="553466" y="1343396"/>
                  </a:lnTo>
                  <a:lnTo>
                    <a:pt x="553466" y="1343371"/>
                  </a:lnTo>
                  <a:lnTo>
                    <a:pt x="553464" y="1343361"/>
                  </a:lnTo>
                  <a:lnTo>
                    <a:pt x="553458" y="1343354"/>
                  </a:lnTo>
                  <a:lnTo>
                    <a:pt x="553448" y="1343345"/>
                  </a:lnTo>
                  <a:lnTo>
                    <a:pt x="553431" y="1343336"/>
                  </a:lnTo>
                  <a:lnTo>
                    <a:pt x="553395" y="1343316"/>
                  </a:lnTo>
                  <a:lnTo>
                    <a:pt x="553368" y="1343301"/>
                  </a:lnTo>
                  <a:lnTo>
                    <a:pt x="553349" y="1343289"/>
                  </a:lnTo>
                  <a:lnTo>
                    <a:pt x="553332" y="1343276"/>
                  </a:lnTo>
                  <a:lnTo>
                    <a:pt x="553316" y="1343263"/>
                  </a:lnTo>
                  <a:lnTo>
                    <a:pt x="553303" y="1343249"/>
                  </a:lnTo>
                  <a:lnTo>
                    <a:pt x="553282" y="1343225"/>
                  </a:lnTo>
                  <a:lnTo>
                    <a:pt x="553259" y="1343201"/>
                  </a:lnTo>
                  <a:lnTo>
                    <a:pt x="553237" y="1343180"/>
                  </a:lnTo>
                  <a:lnTo>
                    <a:pt x="553224" y="1343163"/>
                  </a:lnTo>
                  <a:lnTo>
                    <a:pt x="553215" y="1343148"/>
                  </a:lnTo>
                  <a:lnTo>
                    <a:pt x="553211" y="1343138"/>
                  </a:lnTo>
                  <a:lnTo>
                    <a:pt x="553210" y="1343132"/>
                  </a:lnTo>
                  <a:lnTo>
                    <a:pt x="553207" y="1343121"/>
                  </a:lnTo>
                  <a:lnTo>
                    <a:pt x="553205" y="1343112"/>
                  </a:lnTo>
                  <a:lnTo>
                    <a:pt x="553199" y="1343094"/>
                  </a:lnTo>
                  <a:lnTo>
                    <a:pt x="553193" y="1343079"/>
                  </a:lnTo>
                  <a:lnTo>
                    <a:pt x="553186" y="1343063"/>
                  </a:lnTo>
                  <a:lnTo>
                    <a:pt x="553180" y="1343054"/>
                  </a:lnTo>
                  <a:lnTo>
                    <a:pt x="553173" y="1343047"/>
                  </a:lnTo>
                  <a:lnTo>
                    <a:pt x="553152" y="1343029"/>
                  </a:lnTo>
                  <a:lnTo>
                    <a:pt x="553134" y="1343012"/>
                  </a:lnTo>
                  <a:lnTo>
                    <a:pt x="553121" y="1342997"/>
                  </a:lnTo>
                  <a:lnTo>
                    <a:pt x="553111" y="1342986"/>
                  </a:lnTo>
                  <a:lnTo>
                    <a:pt x="553104" y="1342968"/>
                  </a:lnTo>
                  <a:lnTo>
                    <a:pt x="553103" y="1342955"/>
                  </a:lnTo>
                  <a:lnTo>
                    <a:pt x="553105" y="1342933"/>
                  </a:lnTo>
                  <a:lnTo>
                    <a:pt x="553109" y="1342907"/>
                  </a:lnTo>
                  <a:lnTo>
                    <a:pt x="553114" y="1342883"/>
                  </a:lnTo>
                  <a:lnTo>
                    <a:pt x="553119" y="1342865"/>
                  </a:lnTo>
                  <a:lnTo>
                    <a:pt x="553124" y="1342853"/>
                  </a:lnTo>
                  <a:lnTo>
                    <a:pt x="553134" y="1342837"/>
                  </a:lnTo>
                  <a:lnTo>
                    <a:pt x="553145" y="1342821"/>
                  </a:lnTo>
                  <a:lnTo>
                    <a:pt x="553153" y="1342807"/>
                  </a:lnTo>
                  <a:lnTo>
                    <a:pt x="553156" y="1342797"/>
                  </a:lnTo>
                  <a:lnTo>
                    <a:pt x="553157" y="1342788"/>
                  </a:lnTo>
                  <a:lnTo>
                    <a:pt x="553159" y="1342782"/>
                  </a:lnTo>
                  <a:lnTo>
                    <a:pt x="553159" y="1342774"/>
                  </a:lnTo>
                  <a:lnTo>
                    <a:pt x="553160" y="1342768"/>
                  </a:lnTo>
                  <a:lnTo>
                    <a:pt x="553159" y="1342759"/>
                  </a:lnTo>
                  <a:lnTo>
                    <a:pt x="553158" y="1342749"/>
                  </a:lnTo>
                  <a:lnTo>
                    <a:pt x="553153" y="1342734"/>
                  </a:lnTo>
                  <a:lnTo>
                    <a:pt x="553148" y="1342704"/>
                  </a:lnTo>
                  <a:lnTo>
                    <a:pt x="553144" y="1342687"/>
                  </a:lnTo>
                  <a:lnTo>
                    <a:pt x="553142" y="1342658"/>
                  </a:lnTo>
                  <a:lnTo>
                    <a:pt x="553144" y="1342635"/>
                  </a:lnTo>
                  <a:lnTo>
                    <a:pt x="553149" y="1342603"/>
                  </a:lnTo>
                  <a:lnTo>
                    <a:pt x="553148" y="1342593"/>
                  </a:lnTo>
                  <a:lnTo>
                    <a:pt x="553146" y="1342588"/>
                  </a:lnTo>
                  <a:lnTo>
                    <a:pt x="553140" y="1342582"/>
                  </a:lnTo>
                  <a:lnTo>
                    <a:pt x="553131" y="1342572"/>
                  </a:lnTo>
                  <a:lnTo>
                    <a:pt x="553124" y="1342563"/>
                  </a:lnTo>
                  <a:lnTo>
                    <a:pt x="553120" y="1342554"/>
                  </a:lnTo>
                  <a:lnTo>
                    <a:pt x="553114" y="1342536"/>
                  </a:lnTo>
                  <a:lnTo>
                    <a:pt x="553110" y="1342523"/>
                  </a:lnTo>
                  <a:lnTo>
                    <a:pt x="553106" y="1342516"/>
                  </a:lnTo>
                  <a:lnTo>
                    <a:pt x="553098" y="1342505"/>
                  </a:lnTo>
                  <a:lnTo>
                    <a:pt x="553092" y="1342500"/>
                  </a:lnTo>
                  <a:lnTo>
                    <a:pt x="553084" y="1342493"/>
                  </a:lnTo>
                  <a:lnTo>
                    <a:pt x="553072" y="1342486"/>
                  </a:lnTo>
                  <a:lnTo>
                    <a:pt x="553057" y="1342477"/>
                  </a:lnTo>
                  <a:lnTo>
                    <a:pt x="553049" y="1342472"/>
                  </a:lnTo>
                  <a:lnTo>
                    <a:pt x="553042" y="1342465"/>
                  </a:lnTo>
                  <a:lnTo>
                    <a:pt x="553031" y="1342451"/>
                  </a:lnTo>
                  <a:lnTo>
                    <a:pt x="553018" y="1342429"/>
                  </a:lnTo>
                  <a:lnTo>
                    <a:pt x="553008" y="1342413"/>
                  </a:lnTo>
                  <a:lnTo>
                    <a:pt x="552996" y="1342398"/>
                  </a:lnTo>
                  <a:lnTo>
                    <a:pt x="552981" y="1342382"/>
                  </a:lnTo>
                  <a:lnTo>
                    <a:pt x="552971" y="1342372"/>
                  </a:lnTo>
                  <a:lnTo>
                    <a:pt x="552959" y="1342363"/>
                  </a:lnTo>
                  <a:lnTo>
                    <a:pt x="552948" y="1342357"/>
                  </a:lnTo>
                  <a:lnTo>
                    <a:pt x="552933" y="1342352"/>
                  </a:lnTo>
                  <a:lnTo>
                    <a:pt x="552909" y="1342344"/>
                  </a:lnTo>
                  <a:lnTo>
                    <a:pt x="552887" y="1342337"/>
                  </a:lnTo>
                  <a:lnTo>
                    <a:pt x="552870" y="1342329"/>
                  </a:lnTo>
                  <a:lnTo>
                    <a:pt x="552852" y="1342317"/>
                  </a:lnTo>
                  <a:lnTo>
                    <a:pt x="552836" y="1342301"/>
                  </a:lnTo>
                  <a:lnTo>
                    <a:pt x="552827" y="1342289"/>
                  </a:lnTo>
                  <a:lnTo>
                    <a:pt x="552819" y="1342275"/>
                  </a:lnTo>
                  <a:lnTo>
                    <a:pt x="552812" y="1342256"/>
                  </a:lnTo>
                  <a:lnTo>
                    <a:pt x="552804" y="1342225"/>
                  </a:lnTo>
                  <a:lnTo>
                    <a:pt x="552796" y="1342200"/>
                  </a:lnTo>
                  <a:lnTo>
                    <a:pt x="552788" y="1342181"/>
                  </a:lnTo>
                  <a:lnTo>
                    <a:pt x="552779" y="1342148"/>
                  </a:lnTo>
                  <a:lnTo>
                    <a:pt x="552772" y="1342110"/>
                  </a:lnTo>
                  <a:lnTo>
                    <a:pt x="552765" y="1342073"/>
                  </a:lnTo>
                  <a:lnTo>
                    <a:pt x="552762" y="1342046"/>
                  </a:lnTo>
                  <a:lnTo>
                    <a:pt x="552763" y="1342002"/>
                  </a:lnTo>
                  <a:lnTo>
                    <a:pt x="552768" y="1341998"/>
                  </a:lnTo>
                  <a:lnTo>
                    <a:pt x="552782" y="1341995"/>
                  </a:lnTo>
                  <a:lnTo>
                    <a:pt x="552818" y="1341984"/>
                  </a:lnTo>
                  <a:lnTo>
                    <a:pt x="552863" y="1341969"/>
                  </a:lnTo>
                  <a:lnTo>
                    <a:pt x="552883" y="1341960"/>
                  </a:lnTo>
                  <a:lnTo>
                    <a:pt x="552912" y="1341945"/>
                  </a:lnTo>
                  <a:lnTo>
                    <a:pt x="552937" y="1341931"/>
                  </a:lnTo>
                  <a:lnTo>
                    <a:pt x="552954" y="1341924"/>
                  </a:lnTo>
                  <a:lnTo>
                    <a:pt x="552969" y="1341920"/>
                  </a:lnTo>
                  <a:lnTo>
                    <a:pt x="552991" y="1341918"/>
                  </a:lnTo>
                  <a:lnTo>
                    <a:pt x="553005" y="1341912"/>
                  </a:lnTo>
                  <a:lnTo>
                    <a:pt x="553012" y="1341906"/>
                  </a:lnTo>
                  <a:lnTo>
                    <a:pt x="553021" y="1341898"/>
                  </a:lnTo>
                  <a:lnTo>
                    <a:pt x="553035" y="1341882"/>
                  </a:lnTo>
                  <a:lnTo>
                    <a:pt x="553051" y="1341865"/>
                  </a:lnTo>
                  <a:lnTo>
                    <a:pt x="553061" y="1341856"/>
                  </a:lnTo>
                  <a:lnTo>
                    <a:pt x="553075" y="1341846"/>
                  </a:lnTo>
                  <a:lnTo>
                    <a:pt x="553101" y="1341828"/>
                  </a:lnTo>
                  <a:lnTo>
                    <a:pt x="553127" y="1341811"/>
                  </a:lnTo>
                  <a:lnTo>
                    <a:pt x="553145" y="1341799"/>
                  </a:lnTo>
                  <a:lnTo>
                    <a:pt x="553156" y="1341790"/>
                  </a:lnTo>
                  <a:lnTo>
                    <a:pt x="553164" y="1341781"/>
                  </a:lnTo>
                  <a:lnTo>
                    <a:pt x="553174" y="1341766"/>
                  </a:lnTo>
                  <a:lnTo>
                    <a:pt x="553181" y="1341756"/>
                  </a:lnTo>
                  <a:lnTo>
                    <a:pt x="553196" y="1341740"/>
                  </a:lnTo>
                  <a:lnTo>
                    <a:pt x="553210" y="1341727"/>
                  </a:lnTo>
                  <a:lnTo>
                    <a:pt x="553230" y="1341712"/>
                  </a:lnTo>
                  <a:lnTo>
                    <a:pt x="553251" y="1341696"/>
                  </a:lnTo>
                  <a:lnTo>
                    <a:pt x="553283" y="1341677"/>
                  </a:lnTo>
                  <a:lnTo>
                    <a:pt x="553302" y="1341665"/>
                  </a:lnTo>
                  <a:lnTo>
                    <a:pt x="553316" y="1341658"/>
                  </a:lnTo>
                  <a:lnTo>
                    <a:pt x="553344" y="1341649"/>
                  </a:lnTo>
                  <a:lnTo>
                    <a:pt x="553381" y="1341636"/>
                  </a:lnTo>
                  <a:lnTo>
                    <a:pt x="553411" y="1341623"/>
                  </a:lnTo>
                  <a:lnTo>
                    <a:pt x="553439" y="1341611"/>
                  </a:lnTo>
                  <a:lnTo>
                    <a:pt x="553456" y="1341602"/>
                  </a:lnTo>
                  <a:lnTo>
                    <a:pt x="553464" y="1341595"/>
                  </a:lnTo>
                  <a:lnTo>
                    <a:pt x="553475" y="1341581"/>
                  </a:lnTo>
                  <a:lnTo>
                    <a:pt x="553484" y="1341563"/>
                  </a:lnTo>
                  <a:lnTo>
                    <a:pt x="553494" y="1341543"/>
                  </a:lnTo>
                  <a:lnTo>
                    <a:pt x="553501" y="1341523"/>
                  </a:lnTo>
                  <a:lnTo>
                    <a:pt x="553504" y="1341511"/>
                  </a:lnTo>
                  <a:lnTo>
                    <a:pt x="553507" y="1341486"/>
                  </a:lnTo>
                  <a:lnTo>
                    <a:pt x="553512" y="1341452"/>
                  </a:lnTo>
                  <a:lnTo>
                    <a:pt x="553515" y="1341408"/>
                  </a:lnTo>
                  <a:lnTo>
                    <a:pt x="553514" y="1341369"/>
                  </a:lnTo>
                  <a:lnTo>
                    <a:pt x="553519" y="1341359"/>
                  </a:lnTo>
                  <a:lnTo>
                    <a:pt x="553532" y="1341342"/>
                  </a:lnTo>
                  <a:lnTo>
                    <a:pt x="553553" y="1341321"/>
                  </a:lnTo>
                  <a:lnTo>
                    <a:pt x="553562" y="1341306"/>
                  </a:lnTo>
                  <a:lnTo>
                    <a:pt x="553570" y="1341292"/>
                  </a:lnTo>
                  <a:lnTo>
                    <a:pt x="553576" y="1341281"/>
                  </a:lnTo>
                  <a:lnTo>
                    <a:pt x="553580" y="1341275"/>
                  </a:lnTo>
                  <a:lnTo>
                    <a:pt x="553592" y="1341261"/>
                  </a:lnTo>
                  <a:lnTo>
                    <a:pt x="553603" y="1341252"/>
                  </a:lnTo>
                  <a:lnTo>
                    <a:pt x="553616" y="1341245"/>
                  </a:lnTo>
                  <a:lnTo>
                    <a:pt x="553633" y="1341240"/>
                  </a:lnTo>
                  <a:lnTo>
                    <a:pt x="553656" y="1341237"/>
                  </a:lnTo>
                  <a:lnTo>
                    <a:pt x="553668" y="1341234"/>
                  </a:lnTo>
                  <a:lnTo>
                    <a:pt x="553673" y="1341231"/>
                  </a:lnTo>
                  <a:lnTo>
                    <a:pt x="553678" y="1341219"/>
                  </a:lnTo>
                  <a:lnTo>
                    <a:pt x="553679" y="1341212"/>
                  </a:lnTo>
                  <a:lnTo>
                    <a:pt x="553682" y="1341193"/>
                  </a:lnTo>
                  <a:lnTo>
                    <a:pt x="553689" y="1341163"/>
                  </a:lnTo>
                  <a:lnTo>
                    <a:pt x="553691" y="1341152"/>
                  </a:lnTo>
                  <a:lnTo>
                    <a:pt x="553695" y="1341138"/>
                  </a:lnTo>
                  <a:lnTo>
                    <a:pt x="553704" y="1341114"/>
                  </a:lnTo>
                  <a:lnTo>
                    <a:pt x="553714" y="1341094"/>
                  </a:lnTo>
                  <a:lnTo>
                    <a:pt x="553725" y="1341067"/>
                  </a:lnTo>
                  <a:lnTo>
                    <a:pt x="553729" y="1341057"/>
                  </a:lnTo>
                  <a:lnTo>
                    <a:pt x="553732" y="1341045"/>
                  </a:lnTo>
                  <a:lnTo>
                    <a:pt x="553733" y="1341034"/>
                  </a:lnTo>
                  <a:lnTo>
                    <a:pt x="553736" y="1341004"/>
                  </a:lnTo>
                  <a:lnTo>
                    <a:pt x="553738" y="1340993"/>
                  </a:lnTo>
                  <a:lnTo>
                    <a:pt x="553743" y="1340973"/>
                  </a:lnTo>
                  <a:lnTo>
                    <a:pt x="553745" y="1340967"/>
                  </a:lnTo>
                  <a:lnTo>
                    <a:pt x="553758" y="1340923"/>
                  </a:lnTo>
                  <a:lnTo>
                    <a:pt x="553776" y="1340869"/>
                  </a:lnTo>
                  <a:lnTo>
                    <a:pt x="553781" y="1340851"/>
                  </a:lnTo>
                  <a:lnTo>
                    <a:pt x="553791" y="1340831"/>
                  </a:lnTo>
                  <a:lnTo>
                    <a:pt x="553803" y="1340816"/>
                  </a:lnTo>
                  <a:lnTo>
                    <a:pt x="553808" y="1340811"/>
                  </a:lnTo>
                  <a:lnTo>
                    <a:pt x="553819" y="1340802"/>
                  </a:lnTo>
                  <a:lnTo>
                    <a:pt x="553837" y="1340790"/>
                  </a:lnTo>
                  <a:lnTo>
                    <a:pt x="553861" y="1340774"/>
                  </a:lnTo>
                  <a:lnTo>
                    <a:pt x="553872" y="1340762"/>
                  </a:lnTo>
                  <a:lnTo>
                    <a:pt x="553882" y="1340747"/>
                  </a:lnTo>
                  <a:lnTo>
                    <a:pt x="553886" y="1340735"/>
                  </a:lnTo>
                  <a:lnTo>
                    <a:pt x="553887" y="1340719"/>
                  </a:lnTo>
                  <a:lnTo>
                    <a:pt x="553886" y="1340697"/>
                  </a:lnTo>
                  <a:lnTo>
                    <a:pt x="553882" y="1340675"/>
                  </a:lnTo>
                  <a:lnTo>
                    <a:pt x="553878" y="1340659"/>
                  </a:lnTo>
                  <a:lnTo>
                    <a:pt x="553876" y="1340643"/>
                  </a:lnTo>
                  <a:lnTo>
                    <a:pt x="553878" y="1340631"/>
                  </a:lnTo>
                  <a:lnTo>
                    <a:pt x="553879" y="1340624"/>
                  </a:lnTo>
                  <a:lnTo>
                    <a:pt x="553890" y="1340575"/>
                  </a:lnTo>
                  <a:lnTo>
                    <a:pt x="553891" y="1340564"/>
                  </a:lnTo>
                  <a:lnTo>
                    <a:pt x="553895" y="1340542"/>
                  </a:lnTo>
                  <a:lnTo>
                    <a:pt x="553897" y="1340522"/>
                  </a:lnTo>
                  <a:lnTo>
                    <a:pt x="553898" y="1340508"/>
                  </a:lnTo>
                  <a:lnTo>
                    <a:pt x="553899" y="1340500"/>
                  </a:lnTo>
                  <a:lnTo>
                    <a:pt x="553899" y="1340476"/>
                  </a:lnTo>
                  <a:lnTo>
                    <a:pt x="553893" y="1340450"/>
                  </a:lnTo>
                  <a:lnTo>
                    <a:pt x="553891" y="1340443"/>
                  </a:lnTo>
                  <a:lnTo>
                    <a:pt x="553891" y="1340436"/>
                  </a:lnTo>
                  <a:lnTo>
                    <a:pt x="553890" y="1340423"/>
                  </a:lnTo>
                  <a:lnTo>
                    <a:pt x="553892" y="1340411"/>
                  </a:lnTo>
                  <a:lnTo>
                    <a:pt x="553900" y="1340400"/>
                  </a:lnTo>
                  <a:lnTo>
                    <a:pt x="553907" y="1340395"/>
                  </a:lnTo>
                  <a:lnTo>
                    <a:pt x="553931" y="1340393"/>
                  </a:lnTo>
                  <a:lnTo>
                    <a:pt x="553936" y="1340390"/>
                  </a:lnTo>
                  <a:lnTo>
                    <a:pt x="553929" y="1340386"/>
                  </a:lnTo>
                  <a:lnTo>
                    <a:pt x="553916" y="1340385"/>
                  </a:lnTo>
                  <a:lnTo>
                    <a:pt x="553898" y="1340384"/>
                  </a:lnTo>
                  <a:lnTo>
                    <a:pt x="553883" y="1340384"/>
                  </a:lnTo>
                  <a:lnTo>
                    <a:pt x="553861" y="1340383"/>
                  </a:lnTo>
                  <a:lnTo>
                    <a:pt x="553851" y="1340382"/>
                  </a:lnTo>
                  <a:lnTo>
                    <a:pt x="553830" y="1340378"/>
                  </a:lnTo>
                  <a:lnTo>
                    <a:pt x="553813" y="1340373"/>
                  </a:lnTo>
                  <a:lnTo>
                    <a:pt x="553808" y="1340371"/>
                  </a:lnTo>
                  <a:lnTo>
                    <a:pt x="553797" y="1340365"/>
                  </a:lnTo>
                  <a:lnTo>
                    <a:pt x="553786" y="1340355"/>
                  </a:lnTo>
                  <a:lnTo>
                    <a:pt x="553767" y="1340333"/>
                  </a:lnTo>
                  <a:lnTo>
                    <a:pt x="553744" y="1340312"/>
                  </a:lnTo>
                  <a:lnTo>
                    <a:pt x="553722" y="1340293"/>
                  </a:lnTo>
                  <a:lnTo>
                    <a:pt x="553695" y="1340275"/>
                  </a:lnTo>
                  <a:lnTo>
                    <a:pt x="553663" y="1340250"/>
                  </a:lnTo>
                  <a:lnTo>
                    <a:pt x="553646" y="1340240"/>
                  </a:lnTo>
                  <a:lnTo>
                    <a:pt x="553631" y="1340232"/>
                  </a:lnTo>
                  <a:lnTo>
                    <a:pt x="553626" y="1340229"/>
                  </a:lnTo>
                  <a:lnTo>
                    <a:pt x="553605" y="1340222"/>
                  </a:lnTo>
                  <a:lnTo>
                    <a:pt x="553581" y="1340218"/>
                  </a:lnTo>
                  <a:lnTo>
                    <a:pt x="553547" y="1340218"/>
                  </a:lnTo>
                  <a:lnTo>
                    <a:pt x="553514" y="1340220"/>
                  </a:lnTo>
                  <a:lnTo>
                    <a:pt x="553506" y="1340221"/>
                  </a:lnTo>
                  <a:lnTo>
                    <a:pt x="553500" y="1340221"/>
                  </a:lnTo>
                  <a:lnTo>
                    <a:pt x="553472" y="1340222"/>
                  </a:lnTo>
                  <a:lnTo>
                    <a:pt x="553452" y="1340219"/>
                  </a:lnTo>
                  <a:lnTo>
                    <a:pt x="553418" y="1340214"/>
                  </a:lnTo>
                  <a:lnTo>
                    <a:pt x="553401" y="1340211"/>
                  </a:lnTo>
                  <a:lnTo>
                    <a:pt x="553393" y="1340209"/>
                  </a:lnTo>
                  <a:lnTo>
                    <a:pt x="553380" y="1340204"/>
                  </a:lnTo>
                  <a:lnTo>
                    <a:pt x="553366" y="1340197"/>
                  </a:lnTo>
                  <a:lnTo>
                    <a:pt x="553359" y="1340193"/>
                  </a:lnTo>
                  <a:lnTo>
                    <a:pt x="553340" y="1340183"/>
                  </a:lnTo>
                  <a:lnTo>
                    <a:pt x="553332" y="1340177"/>
                  </a:lnTo>
                  <a:lnTo>
                    <a:pt x="553318" y="1340165"/>
                  </a:lnTo>
                  <a:lnTo>
                    <a:pt x="553314" y="1340161"/>
                  </a:lnTo>
                  <a:lnTo>
                    <a:pt x="553290" y="1340140"/>
                  </a:lnTo>
                  <a:lnTo>
                    <a:pt x="553287" y="1340132"/>
                  </a:lnTo>
                  <a:lnTo>
                    <a:pt x="553285" y="1340122"/>
                  </a:lnTo>
                  <a:lnTo>
                    <a:pt x="553286" y="1340114"/>
                  </a:lnTo>
                  <a:lnTo>
                    <a:pt x="553297" y="1340100"/>
                  </a:lnTo>
                  <a:lnTo>
                    <a:pt x="553313" y="1340078"/>
                  </a:lnTo>
                  <a:lnTo>
                    <a:pt x="553324" y="1340059"/>
                  </a:lnTo>
                  <a:lnTo>
                    <a:pt x="553339" y="1340030"/>
                  </a:lnTo>
                  <a:lnTo>
                    <a:pt x="553345" y="1340015"/>
                  </a:lnTo>
                  <a:lnTo>
                    <a:pt x="553355" y="1339986"/>
                  </a:lnTo>
                  <a:lnTo>
                    <a:pt x="553369" y="1339943"/>
                  </a:lnTo>
                  <a:lnTo>
                    <a:pt x="553371" y="1339935"/>
                  </a:lnTo>
                  <a:lnTo>
                    <a:pt x="553380" y="1339898"/>
                  </a:lnTo>
                  <a:lnTo>
                    <a:pt x="553391" y="1339843"/>
                  </a:lnTo>
                  <a:lnTo>
                    <a:pt x="553394" y="1339829"/>
                  </a:lnTo>
                  <a:lnTo>
                    <a:pt x="553402" y="1339802"/>
                  </a:lnTo>
                  <a:lnTo>
                    <a:pt x="553412" y="1339771"/>
                  </a:lnTo>
                  <a:lnTo>
                    <a:pt x="553417" y="1339757"/>
                  </a:lnTo>
                  <a:lnTo>
                    <a:pt x="553420" y="1339750"/>
                  </a:lnTo>
                  <a:lnTo>
                    <a:pt x="553423" y="1339743"/>
                  </a:lnTo>
                  <a:lnTo>
                    <a:pt x="553428" y="1339734"/>
                  </a:lnTo>
                  <a:lnTo>
                    <a:pt x="553432" y="1339727"/>
                  </a:lnTo>
                  <a:lnTo>
                    <a:pt x="553436" y="1339722"/>
                  </a:lnTo>
                  <a:lnTo>
                    <a:pt x="553444" y="1339712"/>
                  </a:lnTo>
                  <a:lnTo>
                    <a:pt x="553448" y="1339706"/>
                  </a:lnTo>
                  <a:lnTo>
                    <a:pt x="553459" y="1339693"/>
                  </a:lnTo>
                  <a:lnTo>
                    <a:pt x="553465" y="1339681"/>
                  </a:lnTo>
                  <a:lnTo>
                    <a:pt x="553467" y="1339671"/>
                  </a:lnTo>
                  <a:lnTo>
                    <a:pt x="553466" y="1339660"/>
                  </a:lnTo>
                  <a:lnTo>
                    <a:pt x="553459" y="1339650"/>
                  </a:lnTo>
                  <a:lnTo>
                    <a:pt x="553449" y="1339637"/>
                  </a:lnTo>
                  <a:lnTo>
                    <a:pt x="553430" y="1339624"/>
                  </a:lnTo>
                  <a:lnTo>
                    <a:pt x="553411" y="1339612"/>
                  </a:lnTo>
                  <a:lnTo>
                    <a:pt x="553371" y="1339597"/>
                  </a:lnTo>
                  <a:lnTo>
                    <a:pt x="553356" y="1339591"/>
                  </a:lnTo>
                  <a:lnTo>
                    <a:pt x="553350" y="1339589"/>
                  </a:lnTo>
                  <a:lnTo>
                    <a:pt x="553332" y="1339583"/>
                  </a:lnTo>
                  <a:lnTo>
                    <a:pt x="553295" y="1339578"/>
                  </a:lnTo>
                  <a:lnTo>
                    <a:pt x="553270" y="1339576"/>
                  </a:lnTo>
                  <a:lnTo>
                    <a:pt x="553259" y="1339576"/>
                  </a:lnTo>
                  <a:lnTo>
                    <a:pt x="553254" y="1339575"/>
                  </a:lnTo>
                  <a:lnTo>
                    <a:pt x="553240" y="1339573"/>
                  </a:lnTo>
                  <a:lnTo>
                    <a:pt x="553235" y="1339571"/>
                  </a:lnTo>
                  <a:lnTo>
                    <a:pt x="553213" y="1339564"/>
                  </a:lnTo>
                  <a:lnTo>
                    <a:pt x="553193" y="1339553"/>
                  </a:lnTo>
                  <a:lnTo>
                    <a:pt x="553181" y="1339543"/>
                  </a:lnTo>
                  <a:lnTo>
                    <a:pt x="553171" y="1339532"/>
                  </a:lnTo>
                  <a:lnTo>
                    <a:pt x="553158" y="1339514"/>
                  </a:lnTo>
                  <a:lnTo>
                    <a:pt x="553142" y="1339493"/>
                  </a:lnTo>
                  <a:lnTo>
                    <a:pt x="553134" y="1339484"/>
                  </a:lnTo>
                  <a:lnTo>
                    <a:pt x="553127" y="1339474"/>
                  </a:lnTo>
                  <a:lnTo>
                    <a:pt x="553115" y="1339462"/>
                  </a:lnTo>
                  <a:lnTo>
                    <a:pt x="553096" y="1339452"/>
                  </a:lnTo>
                  <a:lnTo>
                    <a:pt x="553084" y="1339450"/>
                  </a:lnTo>
                  <a:lnTo>
                    <a:pt x="553072" y="1339451"/>
                  </a:lnTo>
                  <a:lnTo>
                    <a:pt x="553063" y="1339456"/>
                  </a:lnTo>
                  <a:lnTo>
                    <a:pt x="553046" y="1339474"/>
                  </a:lnTo>
                  <a:lnTo>
                    <a:pt x="553039" y="1339478"/>
                  </a:lnTo>
                  <a:lnTo>
                    <a:pt x="553032" y="1339476"/>
                  </a:lnTo>
                  <a:lnTo>
                    <a:pt x="553025" y="1339467"/>
                  </a:lnTo>
                  <a:lnTo>
                    <a:pt x="553016" y="1339449"/>
                  </a:lnTo>
                  <a:lnTo>
                    <a:pt x="553009" y="1339439"/>
                  </a:lnTo>
                  <a:lnTo>
                    <a:pt x="552993" y="1339429"/>
                  </a:lnTo>
                  <a:lnTo>
                    <a:pt x="552984" y="1339426"/>
                  </a:lnTo>
                  <a:lnTo>
                    <a:pt x="552974" y="1339424"/>
                  </a:lnTo>
                  <a:lnTo>
                    <a:pt x="552963" y="1339423"/>
                  </a:lnTo>
                  <a:lnTo>
                    <a:pt x="552926" y="1339430"/>
                  </a:lnTo>
                  <a:lnTo>
                    <a:pt x="552920" y="1339431"/>
                  </a:lnTo>
                  <a:lnTo>
                    <a:pt x="552909" y="1339433"/>
                  </a:lnTo>
                  <a:lnTo>
                    <a:pt x="552891" y="1339436"/>
                  </a:lnTo>
                  <a:lnTo>
                    <a:pt x="552867" y="1339443"/>
                  </a:lnTo>
                  <a:lnTo>
                    <a:pt x="552819" y="1339457"/>
                  </a:lnTo>
                  <a:lnTo>
                    <a:pt x="552743" y="1339477"/>
                  </a:lnTo>
                  <a:lnTo>
                    <a:pt x="552724" y="1339482"/>
                  </a:lnTo>
                  <a:lnTo>
                    <a:pt x="552697" y="1339491"/>
                  </a:lnTo>
                  <a:lnTo>
                    <a:pt x="552688" y="1339494"/>
                  </a:lnTo>
                  <a:lnTo>
                    <a:pt x="552660" y="1339503"/>
                  </a:lnTo>
                  <a:lnTo>
                    <a:pt x="552642" y="1339510"/>
                  </a:lnTo>
                  <a:lnTo>
                    <a:pt x="552619" y="1339520"/>
                  </a:lnTo>
                  <a:lnTo>
                    <a:pt x="552611" y="1339524"/>
                  </a:lnTo>
                  <a:lnTo>
                    <a:pt x="552606" y="1339526"/>
                  </a:lnTo>
                  <a:lnTo>
                    <a:pt x="552601" y="1339524"/>
                  </a:lnTo>
                  <a:lnTo>
                    <a:pt x="552590" y="1339521"/>
                  </a:lnTo>
                  <a:lnTo>
                    <a:pt x="552581" y="1339517"/>
                  </a:lnTo>
                  <a:lnTo>
                    <a:pt x="552571" y="1339513"/>
                  </a:lnTo>
                  <a:lnTo>
                    <a:pt x="552558" y="1339508"/>
                  </a:lnTo>
                  <a:lnTo>
                    <a:pt x="552546" y="1339506"/>
                  </a:lnTo>
                  <a:lnTo>
                    <a:pt x="552524" y="1339502"/>
                  </a:lnTo>
                  <a:lnTo>
                    <a:pt x="552491" y="1339500"/>
                  </a:lnTo>
                  <a:lnTo>
                    <a:pt x="552469" y="1339499"/>
                  </a:lnTo>
                  <a:lnTo>
                    <a:pt x="552453" y="1339499"/>
                  </a:lnTo>
                  <a:lnTo>
                    <a:pt x="552430" y="1339504"/>
                  </a:lnTo>
                  <a:lnTo>
                    <a:pt x="552400" y="1339511"/>
                  </a:lnTo>
                  <a:lnTo>
                    <a:pt x="552363" y="1339523"/>
                  </a:lnTo>
                  <a:lnTo>
                    <a:pt x="552346" y="1339527"/>
                  </a:lnTo>
                  <a:lnTo>
                    <a:pt x="552326" y="1339531"/>
                  </a:lnTo>
                  <a:lnTo>
                    <a:pt x="552304" y="1339536"/>
                  </a:lnTo>
                  <a:lnTo>
                    <a:pt x="552290" y="1339541"/>
                  </a:lnTo>
                  <a:lnTo>
                    <a:pt x="552281" y="1339548"/>
                  </a:lnTo>
                  <a:lnTo>
                    <a:pt x="552277" y="1339553"/>
                  </a:lnTo>
                  <a:lnTo>
                    <a:pt x="552265" y="1339573"/>
                  </a:lnTo>
                  <a:lnTo>
                    <a:pt x="552261" y="1339577"/>
                  </a:lnTo>
                  <a:lnTo>
                    <a:pt x="552252" y="1339570"/>
                  </a:lnTo>
                  <a:lnTo>
                    <a:pt x="552246" y="1339564"/>
                  </a:lnTo>
                  <a:lnTo>
                    <a:pt x="552232" y="1339549"/>
                  </a:lnTo>
                  <a:lnTo>
                    <a:pt x="552222" y="1339542"/>
                  </a:lnTo>
                  <a:lnTo>
                    <a:pt x="552218" y="1339538"/>
                  </a:lnTo>
                  <a:lnTo>
                    <a:pt x="552213" y="1339535"/>
                  </a:lnTo>
                  <a:lnTo>
                    <a:pt x="552194" y="1339528"/>
                  </a:lnTo>
                  <a:lnTo>
                    <a:pt x="552171" y="1339524"/>
                  </a:lnTo>
                  <a:lnTo>
                    <a:pt x="552148" y="1339523"/>
                  </a:lnTo>
                  <a:lnTo>
                    <a:pt x="552140" y="1339522"/>
                  </a:lnTo>
                  <a:lnTo>
                    <a:pt x="552105" y="1339526"/>
                  </a:lnTo>
                  <a:lnTo>
                    <a:pt x="552084" y="1339528"/>
                  </a:lnTo>
                  <a:lnTo>
                    <a:pt x="552075" y="1339529"/>
                  </a:lnTo>
                  <a:lnTo>
                    <a:pt x="552069" y="1339529"/>
                  </a:lnTo>
                  <a:lnTo>
                    <a:pt x="552053" y="1339529"/>
                  </a:lnTo>
                  <a:lnTo>
                    <a:pt x="552023" y="1339526"/>
                  </a:lnTo>
                  <a:lnTo>
                    <a:pt x="552005" y="1339528"/>
                  </a:lnTo>
                  <a:lnTo>
                    <a:pt x="551997" y="1339531"/>
                  </a:lnTo>
                  <a:lnTo>
                    <a:pt x="551989" y="1339535"/>
                  </a:lnTo>
                  <a:lnTo>
                    <a:pt x="551980" y="1339540"/>
                  </a:lnTo>
                  <a:lnTo>
                    <a:pt x="551974" y="1339543"/>
                  </a:lnTo>
                  <a:lnTo>
                    <a:pt x="551969" y="1339542"/>
                  </a:lnTo>
                  <a:lnTo>
                    <a:pt x="551968" y="1339529"/>
                  </a:lnTo>
                  <a:lnTo>
                    <a:pt x="551971" y="1339513"/>
                  </a:lnTo>
                  <a:lnTo>
                    <a:pt x="551974" y="1339500"/>
                  </a:lnTo>
                  <a:lnTo>
                    <a:pt x="551976" y="1339493"/>
                  </a:lnTo>
                  <a:lnTo>
                    <a:pt x="551976" y="1339487"/>
                  </a:lnTo>
                  <a:lnTo>
                    <a:pt x="551977" y="1339476"/>
                  </a:lnTo>
                  <a:lnTo>
                    <a:pt x="551977" y="1339458"/>
                  </a:lnTo>
                  <a:lnTo>
                    <a:pt x="551972" y="1339440"/>
                  </a:lnTo>
                  <a:lnTo>
                    <a:pt x="551964" y="1339427"/>
                  </a:lnTo>
                  <a:lnTo>
                    <a:pt x="551951" y="1339413"/>
                  </a:lnTo>
                  <a:lnTo>
                    <a:pt x="551945" y="1339408"/>
                  </a:lnTo>
                  <a:lnTo>
                    <a:pt x="551937" y="1339401"/>
                  </a:lnTo>
                  <a:lnTo>
                    <a:pt x="551918" y="1339383"/>
                  </a:lnTo>
                  <a:lnTo>
                    <a:pt x="551896" y="1339359"/>
                  </a:lnTo>
                  <a:lnTo>
                    <a:pt x="551882" y="1339341"/>
                  </a:lnTo>
                  <a:lnTo>
                    <a:pt x="551878" y="1339336"/>
                  </a:lnTo>
                  <a:lnTo>
                    <a:pt x="551871" y="1339328"/>
                  </a:lnTo>
                  <a:lnTo>
                    <a:pt x="551863" y="1339310"/>
                  </a:lnTo>
                  <a:lnTo>
                    <a:pt x="551857" y="1339293"/>
                  </a:lnTo>
                  <a:lnTo>
                    <a:pt x="551855" y="1339285"/>
                  </a:lnTo>
                  <a:lnTo>
                    <a:pt x="551852" y="1339272"/>
                  </a:lnTo>
                  <a:lnTo>
                    <a:pt x="551850" y="1339264"/>
                  </a:lnTo>
                  <a:lnTo>
                    <a:pt x="551848" y="1339250"/>
                  </a:lnTo>
                  <a:lnTo>
                    <a:pt x="551846" y="1339239"/>
                  </a:lnTo>
                  <a:lnTo>
                    <a:pt x="551842" y="1339224"/>
                  </a:lnTo>
                  <a:lnTo>
                    <a:pt x="551836" y="1339216"/>
                  </a:lnTo>
                  <a:lnTo>
                    <a:pt x="551828" y="1339211"/>
                  </a:lnTo>
                  <a:lnTo>
                    <a:pt x="551809" y="1339208"/>
                  </a:lnTo>
                  <a:lnTo>
                    <a:pt x="551793" y="1339202"/>
                  </a:lnTo>
                  <a:lnTo>
                    <a:pt x="551784" y="1339199"/>
                  </a:lnTo>
                  <a:lnTo>
                    <a:pt x="551765" y="1339192"/>
                  </a:lnTo>
                  <a:lnTo>
                    <a:pt x="551747" y="1339182"/>
                  </a:lnTo>
                  <a:lnTo>
                    <a:pt x="551739" y="1339176"/>
                  </a:lnTo>
                  <a:lnTo>
                    <a:pt x="551731" y="1339170"/>
                  </a:lnTo>
                  <a:lnTo>
                    <a:pt x="551726" y="1339166"/>
                  </a:lnTo>
                  <a:lnTo>
                    <a:pt x="551718" y="1339159"/>
                  </a:lnTo>
                  <a:lnTo>
                    <a:pt x="551708" y="1339145"/>
                  </a:lnTo>
                  <a:lnTo>
                    <a:pt x="551700" y="1339135"/>
                  </a:lnTo>
                  <a:lnTo>
                    <a:pt x="551689" y="1339121"/>
                  </a:lnTo>
                  <a:lnTo>
                    <a:pt x="551681" y="1339109"/>
                  </a:lnTo>
                  <a:lnTo>
                    <a:pt x="551673" y="1339096"/>
                  </a:lnTo>
                  <a:lnTo>
                    <a:pt x="551662" y="1339073"/>
                  </a:lnTo>
                  <a:lnTo>
                    <a:pt x="551655" y="1339060"/>
                  </a:lnTo>
                  <a:lnTo>
                    <a:pt x="551644" y="1339044"/>
                  </a:lnTo>
                  <a:lnTo>
                    <a:pt x="551634" y="1339034"/>
                  </a:lnTo>
                  <a:lnTo>
                    <a:pt x="551619" y="1339019"/>
                  </a:lnTo>
                  <a:lnTo>
                    <a:pt x="551607" y="1339004"/>
                  </a:lnTo>
                  <a:lnTo>
                    <a:pt x="551592" y="1338990"/>
                  </a:lnTo>
                  <a:lnTo>
                    <a:pt x="551580" y="1338979"/>
                  </a:lnTo>
                  <a:lnTo>
                    <a:pt x="551566" y="1338968"/>
                  </a:lnTo>
                  <a:lnTo>
                    <a:pt x="551548" y="1338957"/>
                  </a:lnTo>
                  <a:lnTo>
                    <a:pt x="551544" y="1338954"/>
                  </a:lnTo>
                  <a:lnTo>
                    <a:pt x="551531" y="1338943"/>
                  </a:lnTo>
                  <a:lnTo>
                    <a:pt x="551524" y="1338935"/>
                  </a:lnTo>
                  <a:lnTo>
                    <a:pt x="551516" y="1338922"/>
                  </a:lnTo>
                  <a:lnTo>
                    <a:pt x="551512" y="1338915"/>
                  </a:lnTo>
                  <a:lnTo>
                    <a:pt x="551506" y="1338908"/>
                  </a:lnTo>
                  <a:lnTo>
                    <a:pt x="551498" y="1338903"/>
                  </a:lnTo>
                  <a:lnTo>
                    <a:pt x="551492" y="1338900"/>
                  </a:lnTo>
                  <a:lnTo>
                    <a:pt x="551486" y="1338897"/>
                  </a:lnTo>
                  <a:lnTo>
                    <a:pt x="551472" y="1338894"/>
                  </a:lnTo>
                  <a:lnTo>
                    <a:pt x="551452" y="1338891"/>
                  </a:lnTo>
                  <a:lnTo>
                    <a:pt x="551433" y="1338890"/>
                  </a:lnTo>
                  <a:lnTo>
                    <a:pt x="551427" y="1338887"/>
                  </a:lnTo>
                  <a:lnTo>
                    <a:pt x="551418" y="1338881"/>
                  </a:lnTo>
                  <a:lnTo>
                    <a:pt x="551410" y="1338873"/>
                  </a:lnTo>
                  <a:lnTo>
                    <a:pt x="551400" y="1338851"/>
                  </a:lnTo>
                  <a:lnTo>
                    <a:pt x="551397" y="1338840"/>
                  </a:lnTo>
                  <a:lnTo>
                    <a:pt x="551394" y="1338825"/>
                  </a:lnTo>
                  <a:lnTo>
                    <a:pt x="551391" y="1338798"/>
                  </a:lnTo>
                  <a:lnTo>
                    <a:pt x="551390" y="1338768"/>
                  </a:lnTo>
                  <a:lnTo>
                    <a:pt x="551390" y="1338735"/>
                  </a:lnTo>
                  <a:lnTo>
                    <a:pt x="551393" y="1338711"/>
                  </a:lnTo>
                  <a:lnTo>
                    <a:pt x="551396" y="1338692"/>
                  </a:lnTo>
                  <a:lnTo>
                    <a:pt x="551405" y="1338648"/>
                  </a:lnTo>
                  <a:lnTo>
                    <a:pt x="551413" y="1338618"/>
                  </a:lnTo>
                  <a:lnTo>
                    <a:pt x="551422" y="1338585"/>
                  </a:lnTo>
                  <a:lnTo>
                    <a:pt x="551420" y="1338579"/>
                  </a:lnTo>
                  <a:lnTo>
                    <a:pt x="551400" y="1338568"/>
                  </a:lnTo>
                  <a:lnTo>
                    <a:pt x="551362" y="1338549"/>
                  </a:lnTo>
                  <a:lnTo>
                    <a:pt x="551353" y="1338543"/>
                  </a:lnTo>
                  <a:lnTo>
                    <a:pt x="551343" y="1338537"/>
                  </a:lnTo>
                  <a:lnTo>
                    <a:pt x="551333" y="1338531"/>
                  </a:lnTo>
                  <a:lnTo>
                    <a:pt x="551316" y="1338522"/>
                  </a:lnTo>
                  <a:lnTo>
                    <a:pt x="551300" y="1338510"/>
                  </a:lnTo>
                  <a:lnTo>
                    <a:pt x="551283" y="1338495"/>
                  </a:lnTo>
                  <a:lnTo>
                    <a:pt x="551270" y="1338480"/>
                  </a:lnTo>
                  <a:lnTo>
                    <a:pt x="551260" y="1338462"/>
                  </a:lnTo>
                  <a:lnTo>
                    <a:pt x="551247" y="1338447"/>
                  </a:lnTo>
                  <a:lnTo>
                    <a:pt x="551237" y="1338437"/>
                  </a:lnTo>
                  <a:lnTo>
                    <a:pt x="551217" y="1338421"/>
                  </a:lnTo>
                  <a:lnTo>
                    <a:pt x="551203" y="1338411"/>
                  </a:lnTo>
                  <a:lnTo>
                    <a:pt x="551191" y="1338397"/>
                  </a:lnTo>
                  <a:lnTo>
                    <a:pt x="551182" y="1338383"/>
                  </a:lnTo>
                  <a:lnTo>
                    <a:pt x="551178" y="1338374"/>
                  </a:lnTo>
                  <a:lnTo>
                    <a:pt x="551166" y="1338360"/>
                  </a:lnTo>
                  <a:lnTo>
                    <a:pt x="551148" y="1338343"/>
                  </a:lnTo>
                  <a:lnTo>
                    <a:pt x="551135" y="1338336"/>
                  </a:lnTo>
                  <a:lnTo>
                    <a:pt x="551121" y="1338332"/>
                  </a:lnTo>
                  <a:lnTo>
                    <a:pt x="551110" y="1338329"/>
                  </a:lnTo>
                  <a:lnTo>
                    <a:pt x="551086" y="1338322"/>
                  </a:lnTo>
                  <a:lnTo>
                    <a:pt x="551057" y="1338318"/>
                  </a:lnTo>
                  <a:lnTo>
                    <a:pt x="551052" y="1338317"/>
                  </a:lnTo>
                  <a:lnTo>
                    <a:pt x="551044" y="1338317"/>
                  </a:lnTo>
                  <a:lnTo>
                    <a:pt x="551016" y="1338317"/>
                  </a:lnTo>
                  <a:lnTo>
                    <a:pt x="550993" y="1338316"/>
                  </a:lnTo>
                  <a:lnTo>
                    <a:pt x="550987" y="1338316"/>
                  </a:lnTo>
                  <a:lnTo>
                    <a:pt x="550975" y="1338316"/>
                  </a:lnTo>
                  <a:lnTo>
                    <a:pt x="550956" y="1338311"/>
                  </a:lnTo>
                  <a:lnTo>
                    <a:pt x="550939" y="1338303"/>
                  </a:lnTo>
                  <a:lnTo>
                    <a:pt x="550922" y="1338292"/>
                  </a:lnTo>
                  <a:lnTo>
                    <a:pt x="550918" y="1338288"/>
                  </a:lnTo>
                  <a:lnTo>
                    <a:pt x="550913" y="1338283"/>
                  </a:lnTo>
                  <a:lnTo>
                    <a:pt x="550907" y="1338276"/>
                  </a:lnTo>
                  <a:lnTo>
                    <a:pt x="550896" y="1338262"/>
                  </a:lnTo>
                  <a:lnTo>
                    <a:pt x="550889" y="1338248"/>
                  </a:lnTo>
                  <a:lnTo>
                    <a:pt x="550884" y="1338226"/>
                  </a:lnTo>
                  <a:lnTo>
                    <a:pt x="550883" y="1338207"/>
                  </a:lnTo>
                  <a:lnTo>
                    <a:pt x="550885" y="1338170"/>
                  </a:lnTo>
                  <a:lnTo>
                    <a:pt x="550885" y="1338164"/>
                  </a:lnTo>
                  <a:lnTo>
                    <a:pt x="550889" y="1338133"/>
                  </a:lnTo>
                  <a:lnTo>
                    <a:pt x="550890" y="1338112"/>
                  </a:lnTo>
                  <a:lnTo>
                    <a:pt x="550890" y="1338105"/>
                  </a:lnTo>
                  <a:lnTo>
                    <a:pt x="550890" y="1338093"/>
                  </a:lnTo>
                  <a:lnTo>
                    <a:pt x="550885" y="1338061"/>
                  </a:lnTo>
                  <a:lnTo>
                    <a:pt x="550883" y="1338049"/>
                  </a:lnTo>
                  <a:lnTo>
                    <a:pt x="550880" y="1338032"/>
                  </a:lnTo>
                  <a:lnTo>
                    <a:pt x="550873" y="1338013"/>
                  </a:lnTo>
                  <a:lnTo>
                    <a:pt x="550868" y="1338001"/>
                  </a:lnTo>
                  <a:lnTo>
                    <a:pt x="550864" y="1337992"/>
                  </a:lnTo>
                  <a:lnTo>
                    <a:pt x="550849" y="1337969"/>
                  </a:lnTo>
                  <a:lnTo>
                    <a:pt x="550845" y="1337962"/>
                  </a:lnTo>
                  <a:lnTo>
                    <a:pt x="550836" y="1337947"/>
                  </a:lnTo>
                  <a:lnTo>
                    <a:pt x="550828" y="1337932"/>
                  </a:lnTo>
                  <a:lnTo>
                    <a:pt x="550826" y="1337926"/>
                  </a:lnTo>
                  <a:lnTo>
                    <a:pt x="550820" y="1337913"/>
                  </a:lnTo>
                  <a:lnTo>
                    <a:pt x="550814" y="1337894"/>
                  </a:lnTo>
                  <a:lnTo>
                    <a:pt x="550809" y="1337863"/>
                  </a:lnTo>
                  <a:lnTo>
                    <a:pt x="550804" y="1337840"/>
                  </a:lnTo>
                  <a:lnTo>
                    <a:pt x="550801" y="1337826"/>
                  </a:lnTo>
                  <a:lnTo>
                    <a:pt x="550798" y="1337818"/>
                  </a:lnTo>
                  <a:lnTo>
                    <a:pt x="550796" y="1337810"/>
                  </a:lnTo>
                  <a:lnTo>
                    <a:pt x="550792" y="1337803"/>
                  </a:lnTo>
                  <a:lnTo>
                    <a:pt x="550788" y="1337795"/>
                  </a:lnTo>
                  <a:lnTo>
                    <a:pt x="550782" y="1337785"/>
                  </a:lnTo>
                  <a:lnTo>
                    <a:pt x="550778" y="1337778"/>
                  </a:lnTo>
                  <a:lnTo>
                    <a:pt x="550772" y="1337772"/>
                  </a:lnTo>
                  <a:lnTo>
                    <a:pt x="550757" y="1337756"/>
                  </a:lnTo>
                  <a:lnTo>
                    <a:pt x="550739" y="1337740"/>
                  </a:lnTo>
                  <a:lnTo>
                    <a:pt x="550726" y="1337730"/>
                  </a:lnTo>
                  <a:lnTo>
                    <a:pt x="550709" y="1337716"/>
                  </a:lnTo>
                  <a:lnTo>
                    <a:pt x="550695" y="1337701"/>
                  </a:lnTo>
                  <a:lnTo>
                    <a:pt x="550675" y="1337677"/>
                  </a:lnTo>
                  <a:lnTo>
                    <a:pt x="550659" y="1337656"/>
                  </a:lnTo>
                  <a:lnTo>
                    <a:pt x="550646" y="1337638"/>
                  </a:lnTo>
                  <a:lnTo>
                    <a:pt x="550641" y="1337633"/>
                  </a:lnTo>
                  <a:lnTo>
                    <a:pt x="550632" y="1337625"/>
                  </a:lnTo>
                  <a:lnTo>
                    <a:pt x="550623" y="1337621"/>
                  </a:lnTo>
                  <a:lnTo>
                    <a:pt x="550601" y="1337618"/>
                  </a:lnTo>
                  <a:lnTo>
                    <a:pt x="550578" y="1337614"/>
                  </a:lnTo>
                  <a:lnTo>
                    <a:pt x="550564" y="1337609"/>
                  </a:lnTo>
                  <a:lnTo>
                    <a:pt x="550542" y="1337595"/>
                  </a:lnTo>
                  <a:lnTo>
                    <a:pt x="550512" y="1337573"/>
                  </a:lnTo>
                  <a:lnTo>
                    <a:pt x="550470" y="1337546"/>
                  </a:lnTo>
                  <a:lnTo>
                    <a:pt x="550438" y="1337525"/>
                  </a:lnTo>
                  <a:lnTo>
                    <a:pt x="550384" y="1337494"/>
                  </a:lnTo>
                  <a:lnTo>
                    <a:pt x="550370" y="1337488"/>
                  </a:lnTo>
                  <a:lnTo>
                    <a:pt x="550340" y="1337472"/>
                  </a:lnTo>
                  <a:lnTo>
                    <a:pt x="550306" y="1337456"/>
                  </a:lnTo>
                  <a:lnTo>
                    <a:pt x="550292" y="1337448"/>
                  </a:lnTo>
                  <a:lnTo>
                    <a:pt x="550277" y="1337440"/>
                  </a:lnTo>
                  <a:lnTo>
                    <a:pt x="550262" y="1337432"/>
                  </a:lnTo>
                  <a:lnTo>
                    <a:pt x="550251" y="1337424"/>
                  </a:lnTo>
                  <a:lnTo>
                    <a:pt x="550240" y="1337417"/>
                  </a:lnTo>
                  <a:lnTo>
                    <a:pt x="550235" y="1337413"/>
                  </a:lnTo>
                  <a:lnTo>
                    <a:pt x="550227" y="1337407"/>
                  </a:lnTo>
                  <a:lnTo>
                    <a:pt x="550219" y="1337399"/>
                  </a:lnTo>
                  <a:lnTo>
                    <a:pt x="550197" y="1337380"/>
                  </a:lnTo>
                  <a:lnTo>
                    <a:pt x="550174" y="1337358"/>
                  </a:lnTo>
                  <a:lnTo>
                    <a:pt x="550154" y="1337343"/>
                  </a:lnTo>
                  <a:lnTo>
                    <a:pt x="550142" y="1337336"/>
                  </a:lnTo>
                  <a:lnTo>
                    <a:pt x="550122" y="1337326"/>
                  </a:lnTo>
                  <a:lnTo>
                    <a:pt x="550097" y="1337315"/>
                  </a:lnTo>
                  <a:lnTo>
                    <a:pt x="550071" y="1337302"/>
                  </a:lnTo>
                  <a:lnTo>
                    <a:pt x="550058" y="1337292"/>
                  </a:lnTo>
                  <a:lnTo>
                    <a:pt x="550045" y="1337278"/>
                  </a:lnTo>
                  <a:lnTo>
                    <a:pt x="550023" y="1337254"/>
                  </a:lnTo>
                  <a:lnTo>
                    <a:pt x="550001" y="1337233"/>
                  </a:lnTo>
                  <a:lnTo>
                    <a:pt x="549977" y="1337215"/>
                  </a:lnTo>
                  <a:lnTo>
                    <a:pt x="549964" y="1337205"/>
                  </a:lnTo>
                  <a:lnTo>
                    <a:pt x="549955" y="1337204"/>
                  </a:lnTo>
                  <a:lnTo>
                    <a:pt x="549946" y="1337207"/>
                  </a:lnTo>
                  <a:lnTo>
                    <a:pt x="549931" y="1337219"/>
                  </a:lnTo>
                  <a:lnTo>
                    <a:pt x="549899" y="1337243"/>
                  </a:lnTo>
                  <a:lnTo>
                    <a:pt x="549886" y="1337252"/>
                  </a:lnTo>
                  <a:lnTo>
                    <a:pt x="549864" y="1337270"/>
                  </a:lnTo>
                  <a:lnTo>
                    <a:pt x="549845" y="1337289"/>
                  </a:lnTo>
                  <a:lnTo>
                    <a:pt x="549824" y="1337315"/>
                  </a:lnTo>
                  <a:lnTo>
                    <a:pt x="549805" y="1337341"/>
                  </a:lnTo>
                  <a:lnTo>
                    <a:pt x="549796" y="1337353"/>
                  </a:lnTo>
                  <a:lnTo>
                    <a:pt x="549786" y="1337363"/>
                  </a:lnTo>
                  <a:lnTo>
                    <a:pt x="549776" y="1337370"/>
                  </a:lnTo>
                  <a:lnTo>
                    <a:pt x="549763" y="1337374"/>
                  </a:lnTo>
                  <a:lnTo>
                    <a:pt x="549741" y="1337381"/>
                  </a:lnTo>
                  <a:lnTo>
                    <a:pt x="549717" y="1337384"/>
                  </a:lnTo>
                  <a:lnTo>
                    <a:pt x="549683" y="1337388"/>
                  </a:lnTo>
                  <a:lnTo>
                    <a:pt x="549663" y="1337390"/>
                  </a:lnTo>
                  <a:lnTo>
                    <a:pt x="549622" y="1337395"/>
                  </a:lnTo>
                  <a:lnTo>
                    <a:pt x="549594" y="1337400"/>
                  </a:lnTo>
                  <a:lnTo>
                    <a:pt x="549553" y="1337408"/>
                  </a:lnTo>
                  <a:lnTo>
                    <a:pt x="549530" y="1337415"/>
                  </a:lnTo>
                  <a:lnTo>
                    <a:pt x="549487" y="1337426"/>
                  </a:lnTo>
                  <a:lnTo>
                    <a:pt x="549434" y="1337440"/>
                  </a:lnTo>
                  <a:lnTo>
                    <a:pt x="549397" y="1337452"/>
                  </a:lnTo>
                  <a:lnTo>
                    <a:pt x="549366" y="1337464"/>
                  </a:lnTo>
                  <a:lnTo>
                    <a:pt x="549334" y="1337474"/>
                  </a:lnTo>
                  <a:lnTo>
                    <a:pt x="549308" y="1337482"/>
                  </a:lnTo>
                  <a:lnTo>
                    <a:pt x="549292" y="1337489"/>
                  </a:lnTo>
                  <a:lnTo>
                    <a:pt x="549264" y="1337502"/>
                  </a:lnTo>
                  <a:lnTo>
                    <a:pt x="549244" y="1337514"/>
                  </a:lnTo>
                  <a:lnTo>
                    <a:pt x="549224" y="1337528"/>
                  </a:lnTo>
                  <a:lnTo>
                    <a:pt x="549209" y="1337545"/>
                  </a:lnTo>
                  <a:lnTo>
                    <a:pt x="549199" y="1337554"/>
                  </a:lnTo>
                  <a:lnTo>
                    <a:pt x="549185" y="1337564"/>
                  </a:lnTo>
                  <a:lnTo>
                    <a:pt x="549173" y="1337571"/>
                  </a:lnTo>
                  <a:lnTo>
                    <a:pt x="549127" y="1337595"/>
                  </a:lnTo>
                  <a:lnTo>
                    <a:pt x="549092" y="1337613"/>
                  </a:lnTo>
                  <a:lnTo>
                    <a:pt x="549058" y="1337631"/>
                  </a:lnTo>
                  <a:lnTo>
                    <a:pt x="549027" y="1337646"/>
                  </a:lnTo>
                  <a:lnTo>
                    <a:pt x="548993" y="1337660"/>
                  </a:lnTo>
                  <a:lnTo>
                    <a:pt x="548968" y="1337673"/>
                  </a:lnTo>
                  <a:lnTo>
                    <a:pt x="548948" y="1337684"/>
                  </a:lnTo>
                  <a:lnTo>
                    <a:pt x="548929" y="1337701"/>
                  </a:lnTo>
                  <a:lnTo>
                    <a:pt x="548912" y="1337717"/>
                  </a:lnTo>
                  <a:lnTo>
                    <a:pt x="548898" y="1337733"/>
                  </a:lnTo>
                  <a:lnTo>
                    <a:pt x="548884" y="1337750"/>
                  </a:lnTo>
                  <a:lnTo>
                    <a:pt x="548864" y="1337779"/>
                  </a:lnTo>
                  <a:lnTo>
                    <a:pt x="548849" y="1337802"/>
                  </a:lnTo>
                  <a:lnTo>
                    <a:pt x="548839" y="1337821"/>
                  </a:lnTo>
                  <a:lnTo>
                    <a:pt x="548827" y="1337842"/>
                  </a:lnTo>
                  <a:lnTo>
                    <a:pt x="548807" y="1337871"/>
                  </a:lnTo>
                  <a:lnTo>
                    <a:pt x="548788" y="1337903"/>
                  </a:lnTo>
                  <a:lnTo>
                    <a:pt x="548771" y="1337935"/>
                  </a:lnTo>
                  <a:lnTo>
                    <a:pt x="548754" y="1337965"/>
                  </a:lnTo>
                  <a:lnTo>
                    <a:pt x="548742" y="1337997"/>
                  </a:lnTo>
                  <a:lnTo>
                    <a:pt x="548734" y="1338013"/>
                  </a:lnTo>
                  <a:lnTo>
                    <a:pt x="548728" y="1338019"/>
                  </a:lnTo>
                  <a:lnTo>
                    <a:pt x="548721" y="1338022"/>
                  </a:lnTo>
                  <a:lnTo>
                    <a:pt x="548702" y="1338024"/>
                  </a:lnTo>
                  <a:lnTo>
                    <a:pt x="548653" y="1338024"/>
                  </a:lnTo>
                  <a:lnTo>
                    <a:pt x="548618" y="1338022"/>
                  </a:lnTo>
                  <a:lnTo>
                    <a:pt x="548587" y="1338022"/>
                  </a:lnTo>
                  <a:lnTo>
                    <a:pt x="548568" y="1338026"/>
                  </a:lnTo>
                  <a:lnTo>
                    <a:pt x="548550" y="1338029"/>
                  </a:lnTo>
                  <a:lnTo>
                    <a:pt x="548534" y="1338035"/>
                  </a:lnTo>
                  <a:lnTo>
                    <a:pt x="548515" y="1338044"/>
                  </a:lnTo>
                  <a:lnTo>
                    <a:pt x="548501" y="1338045"/>
                  </a:lnTo>
                  <a:lnTo>
                    <a:pt x="548487" y="1338043"/>
                  </a:lnTo>
                  <a:lnTo>
                    <a:pt x="548463" y="1338035"/>
                  </a:lnTo>
                  <a:lnTo>
                    <a:pt x="548448" y="1338034"/>
                  </a:lnTo>
                  <a:lnTo>
                    <a:pt x="548415" y="1338038"/>
                  </a:lnTo>
                  <a:lnTo>
                    <a:pt x="548402" y="1338040"/>
                  </a:lnTo>
                  <a:lnTo>
                    <a:pt x="548392" y="1338041"/>
                  </a:lnTo>
                  <a:lnTo>
                    <a:pt x="548374" y="1338039"/>
                  </a:lnTo>
                  <a:lnTo>
                    <a:pt x="548369" y="1338037"/>
                  </a:lnTo>
                  <a:lnTo>
                    <a:pt x="548356" y="1338033"/>
                  </a:lnTo>
                  <a:lnTo>
                    <a:pt x="548349" y="1338028"/>
                  </a:lnTo>
                  <a:lnTo>
                    <a:pt x="548340" y="1338018"/>
                  </a:lnTo>
                  <a:lnTo>
                    <a:pt x="548324" y="1337998"/>
                  </a:lnTo>
                  <a:lnTo>
                    <a:pt x="548316" y="1337988"/>
                  </a:lnTo>
                  <a:lnTo>
                    <a:pt x="548307" y="1337980"/>
                  </a:lnTo>
                  <a:lnTo>
                    <a:pt x="548293" y="1337973"/>
                  </a:lnTo>
                  <a:lnTo>
                    <a:pt x="548268" y="1337964"/>
                  </a:lnTo>
                  <a:lnTo>
                    <a:pt x="548238" y="1337950"/>
                  </a:lnTo>
                  <a:lnTo>
                    <a:pt x="548230" y="1337945"/>
                  </a:lnTo>
                  <a:lnTo>
                    <a:pt x="548219" y="1337937"/>
                  </a:lnTo>
                  <a:lnTo>
                    <a:pt x="548203" y="1337925"/>
                  </a:lnTo>
                  <a:lnTo>
                    <a:pt x="548193" y="1337912"/>
                  </a:lnTo>
                  <a:lnTo>
                    <a:pt x="548177" y="1337890"/>
                  </a:lnTo>
                  <a:lnTo>
                    <a:pt x="548166" y="1337880"/>
                  </a:lnTo>
                  <a:lnTo>
                    <a:pt x="548156" y="1337874"/>
                  </a:lnTo>
                  <a:lnTo>
                    <a:pt x="548147" y="1337868"/>
                  </a:lnTo>
                  <a:lnTo>
                    <a:pt x="548133" y="1337858"/>
                  </a:lnTo>
                  <a:lnTo>
                    <a:pt x="548123" y="1337851"/>
                  </a:lnTo>
                  <a:lnTo>
                    <a:pt x="548099" y="1337831"/>
                  </a:lnTo>
                  <a:lnTo>
                    <a:pt x="548073" y="1337807"/>
                  </a:lnTo>
                  <a:lnTo>
                    <a:pt x="548056" y="1337789"/>
                  </a:lnTo>
                  <a:lnTo>
                    <a:pt x="548044" y="1337776"/>
                  </a:lnTo>
                  <a:lnTo>
                    <a:pt x="548028" y="1337750"/>
                  </a:lnTo>
                  <a:lnTo>
                    <a:pt x="548021" y="1337735"/>
                  </a:lnTo>
                  <a:lnTo>
                    <a:pt x="548012" y="1337721"/>
                  </a:lnTo>
                  <a:lnTo>
                    <a:pt x="548001" y="1337707"/>
                  </a:lnTo>
                  <a:lnTo>
                    <a:pt x="547987" y="1337695"/>
                  </a:lnTo>
                  <a:lnTo>
                    <a:pt x="547966" y="1337683"/>
                  </a:lnTo>
                  <a:lnTo>
                    <a:pt x="547961" y="1337680"/>
                  </a:lnTo>
                  <a:lnTo>
                    <a:pt x="547938" y="1337667"/>
                  </a:lnTo>
                  <a:lnTo>
                    <a:pt x="547932" y="1337662"/>
                  </a:lnTo>
                  <a:lnTo>
                    <a:pt x="547913" y="1337648"/>
                  </a:lnTo>
                  <a:lnTo>
                    <a:pt x="547879" y="1337621"/>
                  </a:lnTo>
                  <a:lnTo>
                    <a:pt x="547862" y="1337613"/>
                  </a:lnTo>
                  <a:lnTo>
                    <a:pt x="547833" y="1337603"/>
                  </a:lnTo>
                  <a:lnTo>
                    <a:pt x="547791" y="1337586"/>
                  </a:lnTo>
                  <a:lnTo>
                    <a:pt x="547764" y="1337574"/>
                  </a:lnTo>
                  <a:lnTo>
                    <a:pt x="547755" y="1337571"/>
                  </a:lnTo>
                  <a:lnTo>
                    <a:pt x="547745" y="1337567"/>
                  </a:lnTo>
                  <a:lnTo>
                    <a:pt x="547723" y="1337560"/>
                  </a:lnTo>
                  <a:lnTo>
                    <a:pt x="547695" y="1337558"/>
                  </a:lnTo>
                  <a:lnTo>
                    <a:pt x="547664" y="1337559"/>
                  </a:lnTo>
                  <a:lnTo>
                    <a:pt x="547631" y="1337565"/>
                  </a:lnTo>
                  <a:lnTo>
                    <a:pt x="547613" y="1337568"/>
                  </a:lnTo>
                  <a:lnTo>
                    <a:pt x="547593" y="1337565"/>
                  </a:lnTo>
                  <a:lnTo>
                    <a:pt x="547584" y="1337562"/>
                  </a:lnTo>
                  <a:lnTo>
                    <a:pt x="547568" y="1337558"/>
                  </a:lnTo>
                  <a:lnTo>
                    <a:pt x="547542" y="1337545"/>
                  </a:lnTo>
                  <a:lnTo>
                    <a:pt x="547535" y="1337541"/>
                  </a:lnTo>
                  <a:lnTo>
                    <a:pt x="547521" y="1337537"/>
                  </a:lnTo>
                  <a:lnTo>
                    <a:pt x="547515" y="1337537"/>
                  </a:lnTo>
                  <a:lnTo>
                    <a:pt x="547487" y="1337537"/>
                  </a:lnTo>
                  <a:lnTo>
                    <a:pt x="547475" y="1337536"/>
                  </a:lnTo>
                  <a:lnTo>
                    <a:pt x="547471" y="1337536"/>
                  </a:lnTo>
                  <a:lnTo>
                    <a:pt x="547460" y="1337532"/>
                  </a:lnTo>
                  <a:lnTo>
                    <a:pt x="547451" y="1337529"/>
                  </a:lnTo>
                  <a:lnTo>
                    <a:pt x="547443" y="1337524"/>
                  </a:lnTo>
                  <a:lnTo>
                    <a:pt x="547438" y="1337520"/>
                  </a:lnTo>
                  <a:lnTo>
                    <a:pt x="547433" y="1337517"/>
                  </a:lnTo>
                  <a:lnTo>
                    <a:pt x="547423" y="1337507"/>
                  </a:lnTo>
                  <a:lnTo>
                    <a:pt x="547418" y="1337502"/>
                  </a:lnTo>
                  <a:lnTo>
                    <a:pt x="547409" y="1337492"/>
                  </a:lnTo>
                  <a:lnTo>
                    <a:pt x="547400" y="1337477"/>
                  </a:lnTo>
                  <a:lnTo>
                    <a:pt x="547387" y="1337456"/>
                  </a:lnTo>
                  <a:lnTo>
                    <a:pt x="547376" y="1337445"/>
                  </a:lnTo>
                  <a:lnTo>
                    <a:pt x="547360" y="1337432"/>
                  </a:lnTo>
                  <a:lnTo>
                    <a:pt x="547349" y="1337427"/>
                  </a:lnTo>
                  <a:lnTo>
                    <a:pt x="547344" y="1337425"/>
                  </a:lnTo>
                  <a:lnTo>
                    <a:pt x="547328" y="1337422"/>
                  </a:lnTo>
                  <a:lnTo>
                    <a:pt x="547305" y="1337422"/>
                  </a:lnTo>
                  <a:lnTo>
                    <a:pt x="547284" y="1337424"/>
                  </a:lnTo>
                  <a:lnTo>
                    <a:pt x="547269" y="1337429"/>
                  </a:lnTo>
                  <a:lnTo>
                    <a:pt x="547253" y="1337437"/>
                  </a:lnTo>
                  <a:lnTo>
                    <a:pt x="547233" y="1337453"/>
                  </a:lnTo>
                  <a:lnTo>
                    <a:pt x="547219" y="1337461"/>
                  </a:lnTo>
                  <a:lnTo>
                    <a:pt x="547207" y="1337465"/>
                  </a:lnTo>
                  <a:lnTo>
                    <a:pt x="547193" y="1337466"/>
                  </a:lnTo>
                  <a:lnTo>
                    <a:pt x="547184" y="1337468"/>
                  </a:lnTo>
                  <a:lnTo>
                    <a:pt x="547175" y="1337473"/>
                  </a:lnTo>
                  <a:lnTo>
                    <a:pt x="547152" y="1337492"/>
                  </a:lnTo>
                  <a:lnTo>
                    <a:pt x="547132" y="1337505"/>
                  </a:lnTo>
                  <a:lnTo>
                    <a:pt x="547108" y="1337516"/>
                  </a:lnTo>
                  <a:lnTo>
                    <a:pt x="547086" y="1337526"/>
                  </a:lnTo>
                  <a:lnTo>
                    <a:pt x="547071" y="1337531"/>
                  </a:lnTo>
                  <a:lnTo>
                    <a:pt x="547065" y="1337536"/>
                  </a:lnTo>
                  <a:lnTo>
                    <a:pt x="547069" y="1337543"/>
                  </a:lnTo>
                  <a:lnTo>
                    <a:pt x="547073" y="1337548"/>
                  </a:lnTo>
                  <a:lnTo>
                    <a:pt x="547079" y="1337558"/>
                  </a:lnTo>
                  <a:lnTo>
                    <a:pt x="547084" y="1337572"/>
                  </a:lnTo>
                  <a:lnTo>
                    <a:pt x="547091" y="1337593"/>
                  </a:lnTo>
                  <a:lnTo>
                    <a:pt x="547093" y="1337600"/>
                  </a:lnTo>
                  <a:lnTo>
                    <a:pt x="547099" y="1337628"/>
                  </a:lnTo>
                  <a:lnTo>
                    <a:pt x="547107" y="1337650"/>
                  </a:lnTo>
                  <a:lnTo>
                    <a:pt x="547111" y="1337661"/>
                  </a:lnTo>
                  <a:lnTo>
                    <a:pt x="547116" y="1337674"/>
                  </a:lnTo>
                  <a:lnTo>
                    <a:pt x="547121" y="1337693"/>
                  </a:lnTo>
                  <a:lnTo>
                    <a:pt x="547120" y="1337701"/>
                  </a:lnTo>
                  <a:lnTo>
                    <a:pt x="547113" y="1337715"/>
                  </a:lnTo>
                  <a:lnTo>
                    <a:pt x="547105" y="1337729"/>
                  </a:lnTo>
                  <a:lnTo>
                    <a:pt x="547100" y="1337744"/>
                  </a:lnTo>
                  <a:lnTo>
                    <a:pt x="547094" y="1337771"/>
                  </a:lnTo>
                  <a:lnTo>
                    <a:pt x="547091" y="1337795"/>
                  </a:lnTo>
                  <a:lnTo>
                    <a:pt x="547084" y="1337819"/>
                  </a:lnTo>
                  <a:lnTo>
                    <a:pt x="547074" y="1337842"/>
                  </a:lnTo>
                  <a:lnTo>
                    <a:pt x="547056" y="1337874"/>
                  </a:lnTo>
                  <a:lnTo>
                    <a:pt x="547039" y="1337906"/>
                  </a:lnTo>
                  <a:lnTo>
                    <a:pt x="547023" y="1337937"/>
                  </a:lnTo>
                  <a:lnTo>
                    <a:pt x="547015" y="1337952"/>
                  </a:lnTo>
                  <a:lnTo>
                    <a:pt x="547005" y="1337974"/>
                  </a:lnTo>
                  <a:lnTo>
                    <a:pt x="547001" y="1337989"/>
                  </a:lnTo>
                  <a:lnTo>
                    <a:pt x="546999" y="1338008"/>
                  </a:lnTo>
                  <a:lnTo>
                    <a:pt x="546999" y="1338035"/>
                  </a:lnTo>
                  <a:lnTo>
                    <a:pt x="547001" y="1338070"/>
                  </a:lnTo>
                  <a:lnTo>
                    <a:pt x="547000" y="1338094"/>
                  </a:lnTo>
                  <a:lnTo>
                    <a:pt x="546998" y="1338103"/>
                  </a:lnTo>
                  <a:lnTo>
                    <a:pt x="546993" y="1338110"/>
                  </a:lnTo>
                  <a:lnTo>
                    <a:pt x="546984" y="1338115"/>
                  </a:lnTo>
                  <a:lnTo>
                    <a:pt x="546967" y="1338119"/>
                  </a:lnTo>
                  <a:lnTo>
                    <a:pt x="546953" y="1338121"/>
                  </a:lnTo>
                  <a:lnTo>
                    <a:pt x="546926" y="1338125"/>
                  </a:lnTo>
                  <a:lnTo>
                    <a:pt x="546883" y="1338129"/>
                  </a:lnTo>
                  <a:lnTo>
                    <a:pt x="546866" y="1338132"/>
                  </a:lnTo>
                  <a:lnTo>
                    <a:pt x="546799" y="1338137"/>
                  </a:lnTo>
                  <a:lnTo>
                    <a:pt x="546768" y="1338138"/>
                  </a:lnTo>
                  <a:lnTo>
                    <a:pt x="546755" y="1338139"/>
                  </a:lnTo>
                  <a:lnTo>
                    <a:pt x="546738" y="1338140"/>
                  </a:lnTo>
                  <a:lnTo>
                    <a:pt x="546698" y="1338144"/>
                  </a:lnTo>
                  <a:lnTo>
                    <a:pt x="546684" y="1338144"/>
                  </a:lnTo>
                  <a:lnTo>
                    <a:pt x="546668" y="1338143"/>
                  </a:lnTo>
                  <a:lnTo>
                    <a:pt x="546660" y="1338143"/>
                  </a:lnTo>
                  <a:lnTo>
                    <a:pt x="546645" y="1338141"/>
                  </a:lnTo>
                  <a:lnTo>
                    <a:pt x="546625" y="1338135"/>
                  </a:lnTo>
                  <a:lnTo>
                    <a:pt x="546610" y="1338136"/>
                  </a:lnTo>
                  <a:lnTo>
                    <a:pt x="546596" y="1338139"/>
                  </a:lnTo>
                  <a:lnTo>
                    <a:pt x="546591" y="1338140"/>
                  </a:lnTo>
                  <a:lnTo>
                    <a:pt x="546564" y="1338148"/>
                  </a:lnTo>
                  <a:lnTo>
                    <a:pt x="546530" y="1338159"/>
                  </a:lnTo>
                  <a:lnTo>
                    <a:pt x="546523" y="1338162"/>
                  </a:lnTo>
                  <a:lnTo>
                    <a:pt x="546500" y="1338171"/>
                  </a:lnTo>
                  <a:lnTo>
                    <a:pt x="546484" y="1338181"/>
                  </a:lnTo>
                  <a:lnTo>
                    <a:pt x="546480" y="1338187"/>
                  </a:lnTo>
                  <a:lnTo>
                    <a:pt x="546481" y="1338194"/>
                  </a:lnTo>
                  <a:lnTo>
                    <a:pt x="546489" y="1338208"/>
                  </a:lnTo>
                  <a:lnTo>
                    <a:pt x="546496" y="1338224"/>
                  </a:lnTo>
                  <a:lnTo>
                    <a:pt x="546501" y="1338238"/>
                  </a:lnTo>
                  <a:lnTo>
                    <a:pt x="546502" y="1338251"/>
                  </a:lnTo>
                  <a:lnTo>
                    <a:pt x="546501" y="1338264"/>
                  </a:lnTo>
                  <a:lnTo>
                    <a:pt x="546498" y="1338276"/>
                  </a:lnTo>
                  <a:lnTo>
                    <a:pt x="546491" y="1338290"/>
                  </a:lnTo>
                  <a:lnTo>
                    <a:pt x="546485" y="1338307"/>
                  </a:lnTo>
                  <a:lnTo>
                    <a:pt x="546480" y="1338326"/>
                  </a:lnTo>
                  <a:lnTo>
                    <a:pt x="546474" y="1338368"/>
                  </a:lnTo>
                  <a:lnTo>
                    <a:pt x="546470" y="1338392"/>
                  </a:lnTo>
                  <a:lnTo>
                    <a:pt x="546466" y="1338421"/>
                  </a:lnTo>
                  <a:lnTo>
                    <a:pt x="546461" y="1338456"/>
                  </a:lnTo>
                  <a:lnTo>
                    <a:pt x="546462" y="1338479"/>
                  </a:lnTo>
                  <a:lnTo>
                    <a:pt x="546461" y="1338513"/>
                  </a:lnTo>
                  <a:lnTo>
                    <a:pt x="546464" y="1338554"/>
                  </a:lnTo>
                  <a:lnTo>
                    <a:pt x="546463" y="1338588"/>
                  </a:lnTo>
                  <a:lnTo>
                    <a:pt x="546460" y="1338619"/>
                  </a:lnTo>
                  <a:lnTo>
                    <a:pt x="546455" y="1338646"/>
                  </a:lnTo>
                  <a:lnTo>
                    <a:pt x="546449" y="1338676"/>
                  </a:lnTo>
                  <a:lnTo>
                    <a:pt x="546446" y="1338691"/>
                  </a:lnTo>
                  <a:lnTo>
                    <a:pt x="546444" y="1338705"/>
                  </a:lnTo>
                  <a:lnTo>
                    <a:pt x="546441" y="1338725"/>
                  </a:lnTo>
                  <a:lnTo>
                    <a:pt x="546438" y="1338733"/>
                  </a:lnTo>
                  <a:lnTo>
                    <a:pt x="546434" y="1338736"/>
                  </a:lnTo>
                  <a:lnTo>
                    <a:pt x="546400" y="1338745"/>
                  </a:lnTo>
                  <a:lnTo>
                    <a:pt x="546370" y="1338752"/>
                  </a:lnTo>
                  <a:lnTo>
                    <a:pt x="546340" y="1338760"/>
                  </a:lnTo>
                  <a:lnTo>
                    <a:pt x="546316" y="1338766"/>
                  </a:lnTo>
                  <a:lnTo>
                    <a:pt x="546274" y="1338774"/>
                  </a:lnTo>
                  <a:lnTo>
                    <a:pt x="546223" y="1338785"/>
                  </a:lnTo>
                  <a:lnTo>
                    <a:pt x="546204" y="1338788"/>
                  </a:lnTo>
                  <a:lnTo>
                    <a:pt x="546194" y="1338789"/>
                  </a:lnTo>
                  <a:lnTo>
                    <a:pt x="546179" y="1338792"/>
                  </a:lnTo>
                  <a:lnTo>
                    <a:pt x="546147" y="1338796"/>
                  </a:lnTo>
                  <a:lnTo>
                    <a:pt x="546118" y="1338799"/>
                  </a:lnTo>
                  <a:lnTo>
                    <a:pt x="546098" y="1338801"/>
                  </a:lnTo>
                  <a:lnTo>
                    <a:pt x="546055" y="1338806"/>
                  </a:lnTo>
                  <a:lnTo>
                    <a:pt x="546033" y="1338811"/>
                  </a:lnTo>
                  <a:lnTo>
                    <a:pt x="546020" y="1338815"/>
                  </a:lnTo>
                  <a:lnTo>
                    <a:pt x="546004" y="1338824"/>
                  </a:lnTo>
                  <a:lnTo>
                    <a:pt x="545991" y="1338835"/>
                  </a:lnTo>
                  <a:lnTo>
                    <a:pt x="545983" y="1338846"/>
                  </a:lnTo>
                  <a:lnTo>
                    <a:pt x="545976" y="1338862"/>
                  </a:lnTo>
                  <a:lnTo>
                    <a:pt x="545968" y="1338888"/>
                  </a:lnTo>
                  <a:lnTo>
                    <a:pt x="545961" y="1338900"/>
                  </a:lnTo>
                  <a:lnTo>
                    <a:pt x="545951" y="1338913"/>
                  </a:lnTo>
                  <a:lnTo>
                    <a:pt x="545933" y="1338934"/>
                  </a:lnTo>
                  <a:lnTo>
                    <a:pt x="545913" y="1338966"/>
                  </a:lnTo>
                  <a:lnTo>
                    <a:pt x="545905" y="1338977"/>
                  </a:lnTo>
                  <a:lnTo>
                    <a:pt x="545897" y="1338987"/>
                  </a:lnTo>
                  <a:lnTo>
                    <a:pt x="545885" y="1339000"/>
                  </a:lnTo>
                  <a:lnTo>
                    <a:pt x="545876" y="1339011"/>
                  </a:lnTo>
                  <a:lnTo>
                    <a:pt x="545865" y="1339021"/>
                  </a:lnTo>
                  <a:lnTo>
                    <a:pt x="545858" y="1339029"/>
                  </a:lnTo>
                  <a:lnTo>
                    <a:pt x="545846" y="1339042"/>
                  </a:lnTo>
                  <a:lnTo>
                    <a:pt x="545833" y="1339058"/>
                  </a:lnTo>
                  <a:lnTo>
                    <a:pt x="545824" y="1339069"/>
                  </a:lnTo>
                  <a:lnTo>
                    <a:pt x="545796" y="1339103"/>
                  </a:lnTo>
                  <a:lnTo>
                    <a:pt x="545787" y="1339114"/>
                  </a:lnTo>
                  <a:lnTo>
                    <a:pt x="545775" y="1339126"/>
                  </a:lnTo>
                  <a:lnTo>
                    <a:pt x="545769" y="1339130"/>
                  </a:lnTo>
                  <a:lnTo>
                    <a:pt x="545759" y="1339138"/>
                  </a:lnTo>
                  <a:lnTo>
                    <a:pt x="545741" y="1339150"/>
                  </a:lnTo>
                  <a:lnTo>
                    <a:pt x="545721" y="1339163"/>
                  </a:lnTo>
                  <a:lnTo>
                    <a:pt x="545695" y="1339176"/>
                  </a:lnTo>
                  <a:lnTo>
                    <a:pt x="545673" y="1339186"/>
                  </a:lnTo>
                  <a:lnTo>
                    <a:pt x="545653" y="1339196"/>
                  </a:lnTo>
                  <a:lnTo>
                    <a:pt x="545632" y="1339208"/>
                  </a:lnTo>
                  <a:lnTo>
                    <a:pt x="545618" y="1339221"/>
                  </a:lnTo>
                  <a:lnTo>
                    <a:pt x="545610" y="1339233"/>
                  </a:lnTo>
                  <a:lnTo>
                    <a:pt x="545604" y="1339243"/>
                  </a:lnTo>
                  <a:lnTo>
                    <a:pt x="545598" y="1339260"/>
                  </a:lnTo>
                  <a:lnTo>
                    <a:pt x="545593" y="1339277"/>
                  </a:lnTo>
                  <a:lnTo>
                    <a:pt x="545591" y="1339284"/>
                  </a:lnTo>
                  <a:lnTo>
                    <a:pt x="545586" y="1339294"/>
                  </a:lnTo>
                  <a:lnTo>
                    <a:pt x="545581" y="1339302"/>
                  </a:lnTo>
                  <a:lnTo>
                    <a:pt x="545576" y="1339308"/>
                  </a:lnTo>
                  <a:lnTo>
                    <a:pt x="545568" y="1339316"/>
                  </a:lnTo>
                  <a:lnTo>
                    <a:pt x="545561" y="1339322"/>
                  </a:lnTo>
                  <a:lnTo>
                    <a:pt x="545555" y="1339329"/>
                  </a:lnTo>
                  <a:lnTo>
                    <a:pt x="545544" y="1339345"/>
                  </a:lnTo>
                  <a:lnTo>
                    <a:pt x="545535" y="1339365"/>
                  </a:lnTo>
                  <a:lnTo>
                    <a:pt x="545530" y="1339378"/>
                  </a:lnTo>
                  <a:lnTo>
                    <a:pt x="545519" y="1339406"/>
                  </a:lnTo>
                  <a:lnTo>
                    <a:pt x="545507" y="1339437"/>
                  </a:lnTo>
                  <a:lnTo>
                    <a:pt x="545494" y="1339465"/>
                  </a:lnTo>
                  <a:lnTo>
                    <a:pt x="545491" y="1339470"/>
                  </a:lnTo>
                  <a:lnTo>
                    <a:pt x="545483" y="1339485"/>
                  </a:lnTo>
                  <a:lnTo>
                    <a:pt x="545469" y="1339516"/>
                  </a:lnTo>
                  <a:lnTo>
                    <a:pt x="545460" y="1339536"/>
                  </a:lnTo>
                  <a:lnTo>
                    <a:pt x="545449" y="1339553"/>
                  </a:lnTo>
                  <a:lnTo>
                    <a:pt x="545440" y="1339565"/>
                  </a:lnTo>
                  <a:lnTo>
                    <a:pt x="545427" y="1339578"/>
                  </a:lnTo>
                  <a:lnTo>
                    <a:pt x="545423" y="1339582"/>
                  </a:lnTo>
                  <a:lnTo>
                    <a:pt x="545419" y="1339587"/>
                  </a:lnTo>
                  <a:lnTo>
                    <a:pt x="545409" y="1339597"/>
                  </a:lnTo>
                  <a:lnTo>
                    <a:pt x="545405" y="1339603"/>
                  </a:lnTo>
                  <a:lnTo>
                    <a:pt x="545399" y="1339611"/>
                  </a:lnTo>
                  <a:lnTo>
                    <a:pt x="545382" y="1339641"/>
                  </a:lnTo>
                  <a:lnTo>
                    <a:pt x="545368" y="1339666"/>
                  </a:lnTo>
                  <a:lnTo>
                    <a:pt x="545348" y="1339701"/>
                  </a:lnTo>
                  <a:lnTo>
                    <a:pt x="545330" y="1339735"/>
                  </a:lnTo>
                  <a:lnTo>
                    <a:pt x="545325" y="1339742"/>
                  </a:lnTo>
                  <a:lnTo>
                    <a:pt x="545319" y="1339745"/>
                  </a:lnTo>
                  <a:lnTo>
                    <a:pt x="545307" y="1339748"/>
                  </a:lnTo>
                  <a:lnTo>
                    <a:pt x="545291" y="1339749"/>
                  </a:lnTo>
                  <a:lnTo>
                    <a:pt x="545267" y="1339756"/>
                  </a:lnTo>
                  <a:lnTo>
                    <a:pt x="545253" y="1339762"/>
                  </a:lnTo>
                  <a:lnTo>
                    <a:pt x="545235" y="1339771"/>
                  </a:lnTo>
                  <a:lnTo>
                    <a:pt x="545213" y="1339782"/>
                  </a:lnTo>
                  <a:lnTo>
                    <a:pt x="545193" y="1339792"/>
                  </a:lnTo>
                  <a:lnTo>
                    <a:pt x="545174" y="1339797"/>
                  </a:lnTo>
                  <a:lnTo>
                    <a:pt x="545149" y="1339806"/>
                  </a:lnTo>
                  <a:lnTo>
                    <a:pt x="545126" y="1339815"/>
                  </a:lnTo>
                  <a:lnTo>
                    <a:pt x="545107" y="1339827"/>
                  </a:lnTo>
                  <a:lnTo>
                    <a:pt x="545090" y="1339839"/>
                  </a:lnTo>
                  <a:lnTo>
                    <a:pt x="545083" y="1339845"/>
                  </a:lnTo>
                  <a:lnTo>
                    <a:pt x="545070" y="1339857"/>
                  </a:lnTo>
                  <a:lnTo>
                    <a:pt x="545055" y="1339871"/>
                  </a:lnTo>
                  <a:lnTo>
                    <a:pt x="545048" y="1339875"/>
                  </a:lnTo>
                  <a:lnTo>
                    <a:pt x="545041" y="1339877"/>
                  </a:lnTo>
                  <a:lnTo>
                    <a:pt x="545024" y="1339878"/>
                  </a:lnTo>
                  <a:lnTo>
                    <a:pt x="545010" y="1339875"/>
                  </a:lnTo>
                  <a:lnTo>
                    <a:pt x="544988" y="1339869"/>
                  </a:lnTo>
                  <a:lnTo>
                    <a:pt x="544961" y="1339864"/>
                  </a:lnTo>
                  <a:lnTo>
                    <a:pt x="544949" y="1339865"/>
                  </a:lnTo>
                  <a:lnTo>
                    <a:pt x="544945" y="1339869"/>
                  </a:lnTo>
                  <a:lnTo>
                    <a:pt x="544942" y="1339874"/>
                  </a:lnTo>
                  <a:lnTo>
                    <a:pt x="544941" y="1339892"/>
                  </a:lnTo>
                  <a:lnTo>
                    <a:pt x="544937" y="1339910"/>
                  </a:lnTo>
                  <a:lnTo>
                    <a:pt x="544936" y="1339916"/>
                  </a:lnTo>
                  <a:lnTo>
                    <a:pt x="544934" y="1339924"/>
                  </a:lnTo>
                  <a:lnTo>
                    <a:pt x="544931" y="1339929"/>
                  </a:lnTo>
                  <a:lnTo>
                    <a:pt x="544925" y="1339938"/>
                  </a:lnTo>
                  <a:lnTo>
                    <a:pt x="544914" y="1339959"/>
                  </a:lnTo>
                  <a:lnTo>
                    <a:pt x="544906" y="1339977"/>
                  </a:lnTo>
                  <a:lnTo>
                    <a:pt x="544898" y="1339993"/>
                  </a:lnTo>
                  <a:lnTo>
                    <a:pt x="544885" y="1340019"/>
                  </a:lnTo>
                  <a:lnTo>
                    <a:pt x="544869" y="1340049"/>
                  </a:lnTo>
                  <a:lnTo>
                    <a:pt x="544855" y="1340075"/>
                  </a:lnTo>
                  <a:lnTo>
                    <a:pt x="544849" y="1340088"/>
                  </a:lnTo>
                  <a:lnTo>
                    <a:pt x="544844" y="1340096"/>
                  </a:lnTo>
                  <a:lnTo>
                    <a:pt x="544831" y="1340119"/>
                  </a:lnTo>
                  <a:lnTo>
                    <a:pt x="544819" y="1340145"/>
                  </a:lnTo>
                  <a:lnTo>
                    <a:pt x="544811" y="1340163"/>
                  </a:lnTo>
                  <a:lnTo>
                    <a:pt x="544808" y="1340170"/>
                  </a:lnTo>
                  <a:lnTo>
                    <a:pt x="544802" y="1340184"/>
                  </a:lnTo>
                  <a:lnTo>
                    <a:pt x="544800" y="1340189"/>
                  </a:lnTo>
                  <a:lnTo>
                    <a:pt x="544790" y="1340204"/>
                  </a:lnTo>
                  <a:lnTo>
                    <a:pt x="544773" y="1340229"/>
                  </a:lnTo>
                  <a:lnTo>
                    <a:pt x="544758" y="1340249"/>
                  </a:lnTo>
                  <a:lnTo>
                    <a:pt x="544753" y="1340252"/>
                  </a:lnTo>
                  <a:lnTo>
                    <a:pt x="544746" y="1340251"/>
                  </a:lnTo>
                  <a:lnTo>
                    <a:pt x="544729" y="1340241"/>
                  </a:lnTo>
                  <a:lnTo>
                    <a:pt x="544714" y="1340233"/>
                  </a:lnTo>
                  <a:lnTo>
                    <a:pt x="544709" y="1340233"/>
                  </a:lnTo>
                  <a:lnTo>
                    <a:pt x="544704" y="1340243"/>
                  </a:lnTo>
                  <a:lnTo>
                    <a:pt x="544700" y="1340255"/>
                  </a:lnTo>
                  <a:lnTo>
                    <a:pt x="544695" y="1340268"/>
                  </a:lnTo>
                  <a:lnTo>
                    <a:pt x="544688" y="1340289"/>
                  </a:lnTo>
                  <a:lnTo>
                    <a:pt x="544684" y="1340299"/>
                  </a:lnTo>
                  <a:lnTo>
                    <a:pt x="544680" y="1340315"/>
                  </a:lnTo>
                  <a:lnTo>
                    <a:pt x="544672" y="1340336"/>
                  </a:lnTo>
                  <a:lnTo>
                    <a:pt x="544663" y="1340360"/>
                  </a:lnTo>
                  <a:lnTo>
                    <a:pt x="544655" y="1340383"/>
                  </a:lnTo>
                  <a:lnTo>
                    <a:pt x="544645" y="1340403"/>
                  </a:lnTo>
                  <a:lnTo>
                    <a:pt x="544635" y="1340422"/>
                  </a:lnTo>
                  <a:lnTo>
                    <a:pt x="544622" y="1340444"/>
                  </a:lnTo>
                  <a:lnTo>
                    <a:pt x="544611" y="1340461"/>
                  </a:lnTo>
                  <a:lnTo>
                    <a:pt x="544603" y="1340473"/>
                  </a:lnTo>
                  <a:lnTo>
                    <a:pt x="544594" y="1340484"/>
                  </a:lnTo>
                  <a:lnTo>
                    <a:pt x="544581" y="1340498"/>
                  </a:lnTo>
                  <a:lnTo>
                    <a:pt x="544570" y="1340512"/>
                  </a:lnTo>
                  <a:lnTo>
                    <a:pt x="544563" y="1340524"/>
                  </a:lnTo>
                  <a:lnTo>
                    <a:pt x="544556" y="1340542"/>
                  </a:lnTo>
                  <a:lnTo>
                    <a:pt x="544551" y="1340559"/>
                  </a:lnTo>
                  <a:lnTo>
                    <a:pt x="544546" y="1340576"/>
                  </a:lnTo>
                  <a:lnTo>
                    <a:pt x="544540" y="1340591"/>
                  </a:lnTo>
                  <a:lnTo>
                    <a:pt x="544536" y="1340607"/>
                  </a:lnTo>
                  <a:lnTo>
                    <a:pt x="544535" y="1340616"/>
                  </a:lnTo>
                  <a:lnTo>
                    <a:pt x="544533" y="1340627"/>
                  </a:lnTo>
                  <a:lnTo>
                    <a:pt x="544531" y="1340634"/>
                  </a:lnTo>
                  <a:lnTo>
                    <a:pt x="544526" y="1340638"/>
                  </a:lnTo>
                  <a:lnTo>
                    <a:pt x="544520" y="1340641"/>
                  </a:lnTo>
                  <a:lnTo>
                    <a:pt x="544515" y="1340643"/>
                  </a:lnTo>
                  <a:lnTo>
                    <a:pt x="544506" y="1340647"/>
                  </a:lnTo>
                  <a:lnTo>
                    <a:pt x="544475" y="1340671"/>
                  </a:lnTo>
                  <a:lnTo>
                    <a:pt x="544470" y="1340675"/>
                  </a:lnTo>
                  <a:lnTo>
                    <a:pt x="544454" y="1340688"/>
                  </a:lnTo>
                  <a:lnTo>
                    <a:pt x="544433" y="1340711"/>
                  </a:lnTo>
                  <a:lnTo>
                    <a:pt x="544423" y="1340726"/>
                  </a:lnTo>
                  <a:lnTo>
                    <a:pt x="544417" y="1340734"/>
                  </a:lnTo>
                  <a:lnTo>
                    <a:pt x="544410" y="1340744"/>
                  </a:lnTo>
                  <a:lnTo>
                    <a:pt x="544400" y="1340755"/>
                  </a:lnTo>
                  <a:lnTo>
                    <a:pt x="544388" y="1340767"/>
                  </a:lnTo>
                  <a:lnTo>
                    <a:pt x="544376" y="1340779"/>
                  </a:lnTo>
                  <a:lnTo>
                    <a:pt x="544355" y="1340801"/>
                  </a:lnTo>
                  <a:lnTo>
                    <a:pt x="544336" y="1340825"/>
                  </a:lnTo>
                  <a:lnTo>
                    <a:pt x="544315" y="1340854"/>
                  </a:lnTo>
                  <a:lnTo>
                    <a:pt x="544310" y="1340860"/>
                  </a:lnTo>
                  <a:lnTo>
                    <a:pt x="544291" y="1340876"/>
                  </a:lnTo>
                  <a:lnTo>
                    <a:pt x="544274" y="1340891"/>
                  </a:lnTo>
                  <a:lnTo>
                    <a:pt x="544263" y="1340902"/>
                  </a:lnTo>
                  <a:lnTo>
                    <a:pt x="544252" y="1340917"/>
                  </a:lnTo>
                  <a:lnTo>
                    <a:pt x="544245" y="1340928"/>
                  </a:lnTo>
                  <a:lnTo>
                    <a:pt x="544236" y="1340945"/>
                  </a:lnTo>
                  <a:lnTo>
                    <a:pt x="544229" y="1340957"/>
                  </a:lnTo>
                  <a:lnTo>
                    <a:pt x="544224" y="1340967"/>
                  </a:lnTo>
                  <a:lnTo>
                    <a:pt x="544218" y="1340976"/>
                  </a:lnTo>
                  <a:lnTo>
                    <a:pt x="544211" y="1340985"/>
                  </a:lnTo>
                  <a:lnTo>
                    <a:pt x="544201" y="1341001"/>
                  </a:lnTo>
                  <a:lnTo>
                    <a:pt x="544189" y="1341015"/>
                  </a:lnTo>
                  <a:lnTo>
                    <a:pt x="544177" y="1341027"/>
                  </a:lnTo>
                  <a:lnTo>
                    <a:pt x="544161" y="1341038"/>
                  </a:lnTo>
                  <a:lnTo>
                    <a:pt x="544151" y="1341042"/>
                  </a:lnTo>
                  <a:lnTo>
                    <a:pt x="544134" y="1341050"/>
                  </a:lnTo>
                  <a:lnTo>
                    <a:pt x="544126" y="1341054"/>
                  </a:lnTo>
                  <a:lnTo>
                    <a:pt x="544114" y="1341056"/>
                  </a:lnTo>
                  <a:lnTo>
                    <a:pt x="544106" y="1341061"/>
                  </a:lnTo>
                  <a:lnTo>
                    <a:pt x="544092" y="1341073"/>
                  </a:lnTo>
                  <a:lnTo>
                    <a:pt x="544079" y="1341088"/>
                  </a:lnTo>
                  <a:lnTo>
                    <a:pt x="544072" y="1341097"/>
                  </a:lnTo>
                  <a:lnTo>
                    <a:pt x="544066" y="1341103"/>
                  </a:lnTo>
                  <a:lnTo>
                    <a:pt x="544051" y="1341118"/>
                  </a:lnTo>
                  <a:lnTo>
                    <a:pt x="544046" y="1341122"/>
                  </a:lnTo>
                  <a:lnTo>
                    <a:pt x="544034" y="1341134"/>
                  </a:lnTo>
                  <a:lnTo>
                    <a:pt x="544026" y="1341143"/>
                  </a:lnTo>
                  <a:lnTo>
                    <a:pt x="544018" y="1341151"/>
                  </a:lnTo>
                  <a:lnTo>
                    <a:pt x="544008" y="1341165"/>
                  </a:lnTo>
                  <a:lnTo>
                    <a:pt x="544003" y="1341173"/>
                  </a:lnTo>
                  <a:lnTo>
                    <a:pt x="543982" y="1341200"/>
                  </a:lnTo>
                  <a:lnTo>
                    <a:pt x="543964" y="1341223"/>
                  </a:lnTo>
                  <a:lnTo>
                    <a:pt x="543954" y="1341239"/>
                  </a:lnTo>
                  <a:lnTo>
                    <a:pt x="543943" y="1341264"/>
                  </a:lnTo>
                  <a:lnTo>
                    <a:pt x="543940" y="1341281"/>
                  </a:lnTo>
                  <a:lnTo>
                    <a:pt x="543940" y="1341294"/>
                  </a:lnTo>
                  <a:lnTo>
                    <a:pt x="543943" y="1341319"/>
                  </a:lnTo>
                  <a:lnTo>
                    <a:pt x="543943" y="1341331"/>
                  </a:lnTo>
                  <a:lnTo>
                    <a:pt x="543938" y="1341348"/>
                  </a:lnTo>
                  <a:lnTo>
                    <a:pt x="543933" y="1341358"/>
                  </a:lnTo>
                  <a:lnTo>
                    <a:pt x="543930" y="1341364"/>
                  </a:lnTo>
                  <a:lnTo>
                    <a:pt x="543908" y="1341407"/>
                  </a:lnTo>
                  <a:lnTo>
                    <a:pt x="543892" y="1341437"/>
                  </a:lnTo>
                  <a:lnTo>
                    <a:pt x="543888" y="1341444"/>
                  </a:lnTo>
                  <a:lnTo>
                    <a:pt x="543877" y="1341461"/>
                  </a:lnTo>
                  <a:lnTo>
                    <a:pt x="543874" y="1341469"/>
                  </a:lnTo>
                  <a:lnTo>
                    <a:pt x="543871" y="1341482"/>
                  </a:lnTo>
                  <a:lnTo>
                    <a:pt x="543870" y="1341498"/>
                  </a:lnTo>
                  <a:lnTo>
                    <a:pt x="543869" y="1341527"/>
                  </a:lnTo>
                  <a:lnTo>
                    <a:pt x="543869" y="1341576"/>
                  </a:lnTo>
                  <a:lnTo>
                    <a:pt x="543872" y="1341589"/>
                  </a:lnTo>
                  <a:lnTo>
                    <a:pt x="543878" y="1341608"/>
                  </a:lnTo>
                  <a:lnTo>
                    <a:pt x="543882" y="1341616"/>
                  </a:lnTo>
                  <a:lnTo>
                    <a:pt x="543889" y="1341628"/>
                  </a:lnTo>
                  <a:lnTo>
                    <a:pt x="543907" y="1341649"/>
                  </a:lnTo>
                  <a:lnTo>
                    <a:pt x="543914" y="1341657"/>
                  </a:lnTo>
                  <a:lnTo>
                    <a:pt x="543925" y="1341668"/>
                  </a:lnTo>
                  <a:lnTo>
                    <a:pt x="543950" y="1341690"/>
                  </a:lnTo>
                  <a:lnTo>
                    <a:pt x="543957" y="1341695"/>
                  </a:lnTo>
                  <a:lnTo>
                    <a:pt x="543963" y="1341699"/>
                  </a:lnTo>
                  <a:lnTo>
                    <a:pt x="543970" y="1341704"/>
                  </a:lnTo>
                  <a:lnTo>
                    <a:pt x="543975" y="1341707"/>
                  </a:lnTo>
                  <a:lnTo>
                    <a:pt x="543986" y="1341712"/>
                  </a:lnTo>
                  <a:lnTo>
                    <a:pt x="543995" y="1341716"/>
                  </a:lnTo>
                  <a:lnTo>
                    <a:pt x="544003" y="1341719"/>
                  </a:lnTo>
                  <a:lnTo>
                    <a:pt x="544027" y="1341723"/>
                  </a:lnTo>
                  <a:lnTo>
                    <a:pt x="544053" y="1341730"/>
                  </a:lnTo>
                  <a:lnTo>
                    <a:pt x="544059" y="1341732"/>
                  </a:lnTo>
                  <a:lnTo>
                    <a:pt x="544074" y="1341736"/>
                  </a:lnTo>
                  <a:lnTo>
                    <a:pt x="544081" y="1341739"/>
                  </a:lnTo>
                  <a:lnTo>
                    <a:pt x="544094" y="1341745"/>
                  </a:lnTo>
                  <a:lnTo>
                    <a:pt x="544117" y="1341757"/>
                  </a:lnTo>
                  <a:lnTo>
                    <a:pt x="544133" y="1341769"/>
                  </a:lnTo>
                  <a:lnTo>
                    <a:pt x="544157" y="1341787"/>
                  </a:lnTo>
                  <a:lnTo>
                    <a:pt x="544182" y="1341808"/>
                  </a:lnTo>
                  <a:lnTo>
                    <a:pt x="544196" y="1341821"/>
                  </a:lnTo>
                  <a:lnTo>
                    <a:pt x="544196" y="1341827"/>
                  </a:lnTo>
                  <a:lnTo>
                    <a:pt x="544191" y="1341835"/>
                  </a:lnTo>
                  <a:lnTo>
                    <a:pt x="544174" y="1341870"/>
                  </a:lnTo>
                  <a:lnTo>
                    <a:pt x="544165" y="1341885"/>
                  </a:lnTo>
                  <a:lnTo>
                    <a:pt x="544155" y="1341898"/>
                  </a:lnTo>
                  <a:lnTo>
                    <a:pt x="544142" y="1341911"/>
                  </a:lnTo>
                  <a:lnTo>
                    <a:pt x="544134" y="1341919"/>
                  </a:lnTo>
                  <a:lnTo>
                    <a:pt x="544124" y="1341930"/>
                  </a:lnTo>
                  <a:lnTo>
                    <a:pt x="544120" y="1341934"/>
                  </a:lnTo>
                  <a:lnTo>
                    <a:pt x="544105" y="1341951"/>
                  </a:lnTo>
                  <a:lnTo>
                    <a:pt x="544086" y="1341977"/>
                  </a:lnTo>
                  <a:lnTo>
                    <a:pt x="544042" y="1342033"/>
                  </a:lnTo>
                  <a:lnTo>
                    <a:pt x="544008" y="1342076"/>
                  </a:lnTo>
                  <a:lnTo>
                    <a:pt x="543974" y="1342116"/>
                  </a:lnTo>
                  <a:lnTo>
                    <a:pt x="543964" y="1342128"/>
                  </a:lnTo>
                  <a:lnTo>
                    <a:pt x="543943" y="1342149"/>
                  </a:lnTo>
                  <a:lnTo>
                    <a:pt x="543936" y="1342157"/>
                  </a:lnTo>
                  <a:lnTo>
                    <a:pt x="543921" y="1342174"/>
                  </a:lnTo>
                  <a:lnTo>
                    <a:pt x="543918" y="1342178"/>
                  </a:lnTo>
                  <a:lnTo>
                    <a:pt x="543903" y="1342198"/>
                  </a:lnTo>
                  <a:lnTo>
                    <a:pt x="543897" y="1342209"/>
                  </a:lnTo>
                  <a:lnTo>
                    <a:pt x="543891" y="1342218"/>
                  </a:lnTo>
                  <a:lnTo>
                    <a:pt x="543880" y="1342231"/>
                  </a:lnTo>
                  <a:lnTo>
                    <a:pt x="543870" y="1342242"/>
                  </a:lnTo>
                  <a:lnTo>
                    <a:pt x="543866" y="1342247"/>
                  </a:lnTo>
                  <a:lnTo>
                    <a:pt x="543849" y="1342262"/>
                  </a:lnTo>
                  <a:lnTo>
                    <a:pt x="543828" y="1342273"/>
                  </a:lnTo>
                  <a:lnTo>
                    <a:pt x="543814" y="1342278"/>
                  </a:lnTo>
                  <a:lnTo>
                    <a:pt x="543807" y="1342279"/>
                  </a:lnTo>
                  <a:lnTo>
                    <a:pt x="543802" y="1342281"/>
                  </a:lnTo>
                  <a:lnTo>
                    <a:pt x="543788" y="1342284"/>
                  </a:lnTo>
                  <a:lnTo>
                    <a:pt x="543759" y="1342286"/>
                  </a:lnTo>
                  <a:lnTo>
                    <a:pt x="543742" y="1342288"/>
                  </a:lnTo>
                  <a:lnTo>
                    <a:pt x="543732" y="1342290"/>
                  </a:lnTo>
                  <a:lnTo>
                    <a:pt x="543724" y="1342292"/>
                  </a:lnTo>
                  <a:lnTo>
                    <a:pt x="543718" y="1342294"/>
                  </a:lnTo>
                  <a:lnTo>
                    <a:pt x="543710" y="1342298"/>
                  </a:lnTo>
                  <a:lnTo>
                    <a:pt x="543703" y="1342302"/>
                  </a:lnTo>
                  <a:lnTo>
                    <a:pt x="543697" y="1342305"/>
                  </a:lnTo>
                  <a:lnTo>
                    <a:pt x="543656" y="1342337"/>
                  </a:lnTo>
                  <a:lnTo>
                    <a:pt x="543651" y="1342341"/>
                  </a:lnTo>
                  <a:lnTo>
                    <a:pt x="543622" y="1342359"/>
                  </a:lnTo>
                  <a:lnTo>
                    <a:pt x="543599" y="1342373"/>
                  </a:lnTo>
                  <a:lnTo>
                    <a:pt x="543594" y="1342376"/>
                  </a:lnTo>
                  <a:lnTo>
                    <a:pt x="543585" y="1342379"/>
                  </a:lnTo>
                  <a:lnTo>
                    <a:pt x="543580" y="1342380"/>
                  </a:lnTo>
                  <a:lnTo>
                    <a:pt x="543572" y="1342381"/>
                  </a:lnTo>
                  <a:lnTo>
                    <a:pt x="543558" y="1342383"/>
                  </a:lnTo>
                  <a:lnTo>
                    <a:pt x="543545" y="1342383"/>
                  </a:lnTo>
                  <a:lnTo>
                    <a:pt x="543493" y="1342382"/>
                  </a:lnTo>
                  <a:lnTo>
                    <a:pt x="543478" y="1342382"/>
                  </a:lnTo>
                  <a:lnTo>
                    <a:pt x="543439" y="1342384"/>
                  </a:lnTo>
                  <a:lnTo>
                    <a:pt x="543414" y="1342386"/>
                  </a:lnTo>
                  <a:lnTo>
                    <a:pt x="543393" y="1342392"/>
                  </a:lnTo>
                  <a:lnTo>
                    <a:pt x="543384" y="1342395"/>
                  </a:lnTo>
                  <a:lnTo>
                    <a:pt x="543362" y="1342401"/>
                  </a:lnTo>
                  <a:lnTo>
                    <a:pt x="543344" y="1342408"/>
                  </a:lnTo>
                  <a:lnTo>
                    <a:pt x="543327" y="1342412"/>
                  </a:lnTo>
                  <a:lnTo>
                    <a:pt x="543309" y="1342417"/>
                  </a:lnTo>
                  <a:lnTo>
                    <a:pt x="543294" y="1342426"/>
                  </a:lnTo>
                  <a:lnTo>
                    <a:pt x="543289" y="1342429"/>
                  </a:lnTo>
                  <a:lnTo>
                    <a:pt x="543283" y="1342434"/>
                  </a:lnTo>
                  <a:lnTo>
                    <a:pt x="543271" y="1342444"/>
                  </a:lnTo>
                  <a:lnTo>
                    <a:pt x="543257" y="1342460"/>
                  </a:lnTo>
                  <a:lnTo>
                    <a:pt x="543240" y="1342481"/>
                  </a:lnTo>
                  <a:lnTo>
                    <a:pt x="543235" y="1342489"/>
                  </a:lnTo>
                  <a:lnTo>
                    <a:pt x="543232" y="1342495"/>
                  </a:lnTo>
                  <a:lnTo>
                    <a:pt x="543223" y="1342513"/>
                  </a:lnTo>
                  <a:lnTo>
                    <a:pt x="543212" y="1342538"/>
                  </a:lnTo>
                  <a:lnTo>
                    <a:pt x="543204" y="1342554"/>
                  </a:lnTo>
                  <a:lnTo>
                    <a:pt x="543197" y="1342558"/>
                  </a:lnTo>
                  <a:lnTo>
                    <a:pt x="543190" y="1342560"/>
                  </a:lnTo>
                  <a:lnTo>
                    <a:pt x="543179" y="1342561"/>
                  </a:lnTo>
                  <a:lnTo>
                    <a:pt x="543151" y="1342564"/>
                  </a:lnTo>
                  <a:lnTo>
                    <a:pt x="543109" y="1342571"/>
                  </a:lnTo>
                  <a:lnTo>
                    <a:pt x="543075" y="1342578"/>
                  </a:lnTo>
                  <a:lnTo>
                    <a:pt x="543054" y="1342583"/>
                  </a:lnTo>
                  <a:lnTo>
                    <a:pt x="543032" y="1342590"/>
                  </a:lnTo>
                  <a:lnTo>
                    <a:pt x="543020" y="1342593"/>
                  </a:lnTo>
                  <a:lnTo>
                    <a:pt x="543015" y="1342592"/>
                  </a:lnTo>
                  <a:lnTo>
                    <a:pt x="543001" y="1342587"/>
                  </a:lnTo>
                  <a:lnTo>
                    <a:pt x="542986" y="1342580"/>
                  </a:lnTo>
                  <a:lnTo>
                    <a:pt x="542969" y="1342577"/>
                  </a:lnTo>
                  <a:lnTo>
                    <a:pt x="542937" y="1342575"/>
                  </a:lnTo>
                  <a:lnTo>
                    <a:pt x="542925" y="1342575"/>
                  </a:lnTo>
                  <a:lnTo>
                    <a:pt x="542904" y="1342575"/>
                  </a:lnTo>
                  <a:lnTo>
                    <a:pt x="542891" y="1342570"/>
                  </a:lnTo>
                  <a:lnTo>
                    <a:pt x="542876" y="1342567"/>
                  </a:lnTo>
                  <a:lnTo>
                    <a:pt x="542862" y="1342569"/>
                  </a:lnTo>
                  <a:lnTo>
                    <a:pt x="542817" y="1342588"/>
                  </a:lnTo>
                  <a:lnTo>
                    <a:pt x="542805" y="1342593"/>
                  </a:lnTo>
                  <a:lnTo>
                    <a:pt x="542795" y="1342597"/>
                  </a:lnTo>
                  <a:lnTo>
                    <a:pt x="542789" y="1342601"/>
                  </a:lnTo>
                  <a:lnTo>
                    <a:pt x="542772" y="1342611"/>
                  </a:lnTo>
                  <a:lnTo>
                    <a:pt x="542762" y="1342620"/>
                  </a:lnTo>
                  <a:lnTo>
                    <a:pt x="542757" y="1342625"/>
                  </a:lnTo>
                  <a:lnTo>
                    <a:pt x="542749" y="1342633"/>
                  </a:lnTo>
                  <a:lnTo>
                    <a:pt x="542744" y="1342634"/>
                  </a:lnTo>
                  <a:lnTo>
                    <a:pt x="542718" y="1342636"/>
                  </a:lnTo>
                  <a:lnTo>
                    <a:pt x="542708" y="1342637"/>
                  </a:lnTo>
                  <a:lnTo>
                    <a:pt x="542700" y="1342640"/>
                  </a:lnTo>
                  <a:lnTo>
                    <a:pt x="542671" y="1342650"/>
                  </a:lnTo>
                  <a:lnTo>
                    <a:pt x="542662" y="1342653"/>
                  </a:lnTo>
                  <a:lnTo>
                    <a:pt x="542605" y="1342680"/>
                  </a:lnTo>
                  <a:lnTo>
                    <a:pt x="542522" y="1342718"/>
                  </a:lnTo>
                  <a:lnTo>
                    <a:pt x="542469" y="1342747"/>
                  </a:lnTo>
                  <a:lnTo>
                    <a:pt x="542443" y="1342760"/>
                  </a:lnTo>
                  <a:lnTo>
                    <a:pt x="542427" y="1342769"/>
                  </a:lnTo>
                  <a:lnTo>
                    <a:pt x="542416" y="1342776"/>
                  </a:lnTo>
                  <a:lnTo>
                    <a:pt x="542404" y="1342784"/>
                  </a:lnTo>
                  <a:lnTo>
                    <a:pt x="542389" y="1342792"/>
                  </a:lnTo>
                  <a:lnTo>
                    <a:pt x="542374" y="1342802"/>
                  </a:lnTo>
                  <a:lnTo>
                    <a:pt x="542365" y="1342807"/>
                  </a:lnTo>
                  <a:lnTo>
                    <a:pt x="542356" y="1342812"/>
                  </a:lnTo>
                  <a:lnTo>
                    <a:pt x="542317" y="1342836"/>
                  </a:lnTo>
                  <a:lnTo>
                    <a:pt x="542283" y="1342856"/>
                  </a:lnTo>
                  <a:lnTo>
                    <a:pt x="542266" y="1342862"/>
                  </a:lnTo>
                  <a:lnTo>
                    <a:pt x="542260" y="1342864"/>
                  </a:lnTo>
                  <a:lnTo>
                    <a:pt x="542239" y="1342872"/>
                  </a:lnTo>
                  <a:lnTo>
                    <a:pt x="542207" y="1342881"/>
                  </a:lnTo>
                  <a:lnTo>
                    <a:pt x="542178" y="1342891"/>
                  </a:lnTo>
                  <a:lnTo>
                    <a:pt x="542151" y="1342901"/>
                  </a:lnTo>
                  <a:lnTo>
                    <a:pt x="542122" y="1342910"/>
                  </a:lnTo>
                  <a:lnTo>
                    <a:pt x="542111" y="1342909"/>
                  </a:lnTo>
                  <a:lnTo>
                    <a:pt x="542108" y="1342897"/>
                  </a:lnTo>
                  <a:lnTo>
                    <a:pt x="542108" y="1342872"/>
                  </a:lnTo>
                  <a:lnTo>
                    <a:pt x="542107" y="1342845"/>
                  </a:lnTo>
                  <a:lnTo>
                    <a:pt x="542106" y="1342835"/>
                  </a:lnTo>
                  <a:lnTo>
                    <a:pt x="542102" y="1342828"/>
                  </a:lnTo>
                  <a:lnTo>
                    <a:pt x="542095" y="1342821"/>
                  </a:lnTo>
                  <a:lnTo>
                    <a:pt x="542092" y="1342818"/>
                  </a:lnTo>
                  <a:lnTo>
                    <a:pt x="542087" y="1342807"/>
                  </a:lnTo>
                  <a:lnTo>
                    <a:pt x="542081" y="1342783"/>
                  </a:lnTo>
                  <a:lnTo>
                    <a:pt x="542064" y="1342721"/>
                  </a:lnTo>
                  <a:lnTo>
                    <a:pt x="542056" y="1342675"/>
                  </a:lnTo>
                  <a:lnTo>
                    <a:pt x="542054" y="1342668"/>
                  </a:lnTo>
                  <a:lnTo>
                    <a:pt x="542051" y="1342624"/>
                  </a:lnTo>
                  <a:lnTo>
                    <a:pt x="542049" y="1342594"/>
                  </a:lnTo>
                  <a:lnTo>
                    <a:pt x="542040" y="1342565"/>
                  </a:lnTo>
                  <a:lnTo>
                    <a:pt x="542032" y="1342547"/>
                  </a:lnTo>
                  <a:lnTo>
                    <a:pt x="542025" y="1342522"/>
                  </a:lnTo>
                  <a:lnTo>
                    <a:pt x="542024" y="1342512"/>
                  </a:lnTo>
                  <a:lnTo>
                    <a:pt x="542023" y="1342503"/>
                  </a:lnTo>
                  <a:lnTo>
                    <a:pt x="542025" y="1342491"/>
                  </a:lnTo>
                  <a:lnTo>
                    <a:pt x="542036" y="1342453"/>
                  </a:lnTo>
                  <a:lnTo>
                    <a:pt x="542041" y="1342439"/>
                  </a:lnTo>
                  <a:lnTo>
                    <a:pt x="542048" y="1342417"/>
                  </a:lnTo>
                  <a:lnTo>
                    <a:pt x="542050" y="1342398"/>
                  </a:lnTo>
                  <a:lnTo>
                    <a:pt x="542048" y="1342371"/>
                  </a:lnTo>
                  <a:lnTo>
                    <a:pt x="542038" y="1342340"/>
                  </a:lnTo>
                  <a:lnTo>
                    <a:pt x="542034" y="1342327"/>
                  </a:lnTo>
                  <a:lnTo>
                    <a:pt x="542013" y="1342284"/>
                  </a:lnTo>
                  <a:lnTo>
                    <a:pt x="541997" y="1342257"/>
                  </a:lnTo>
                  <a:lnTo>
                    <a:pt x="541986" y="1342232"/>
                  </a:lnTo>
                  <a:lnTo>
                    <a:pt x="541970" y="1342189"/>
                  </a:lnTo>
                  <a:lnTo>
                    <a:pt x="541964" y="1342171"/>
                  </a:lnTo>
                  <a:lnTo>
                    <a:pt x="541959" y="1342160"/>
                  </a:lnTo>
                  <a:lnTo>
                    <a:pt x="541949" y="1342147"/>
                  </a:lnTo>
                  <a:lnTo>
                    <a:pt x="541937" y="1342139"/>
                  </a:lnTo>
                  <a:lnTo>
                    <a:pt x="541922" y="1342132"/>
                  </a:lnTo>
                  <a:lnTo>
                    <a:pt x="541900" y="1342126"/>
                  </a:lnTo>
                  <a:lnTo>
                    <a:pt x="541866" y="1342123"/>
                  </a:lnTo>
                  <a:lnTo>
                    <a:pt x="541847" y="1342120"/>
                  </a:lnTo>
                  <a:lnTo>
                    <a:pt x="541811" y="1342115"/>
                  </a:lnTo>
                  <a:lnTo>
                    <a:pt x="541770" y="1342108"/>
                  </a:lnTo>
                  <a:lnTo>
                    <a:pt x="541728" y="1342102"/>
                  </a:lnTo>
                  <a:lnTo>
                    <a:pt x="541722" y="1342101"/>
                  </a:lnTo>
                  <a:lnTo>
                    <a:pt x="541674" y="1342089"/>
                  </a:lnTo>
                  <a:lnTo>
                    <a:pt x="541646" y="1342082"/>
                  </a:lnTo>
                  <a:lnTo>
                    <a:pt x="541630" y="1342083"/>
                  </a:lnTo>
                  <a:lnTo>
                    <a:pt x="541618" y="1342085"/>
                  </a:lnTo>
                  <a:lnTo>
                    <a:pt x="541591" y="1342105"/>
                  </a:lnTo>
                  <a:lnTo>
                    <a:pt x="541555" y="1342129"/>
                  </a:lnTo>
                  <a:lnTo>
                    <a:pt x="541534" y="1342142"/>
                  </a:lnTo>
                  <a:lnTo>
                    <a:pt x="541514" y="1342154"/>
                  </a:lnTo>
                  <a:lnTo>
                    <a:pt x="541493" y="1342163"/>
                  </a:lnTo>
                  <a:lnTo>
                    <a:pt x="541451" y="1342174"/>
                  </a:lnTo>
                  <a:lnTo>
                    <a:pt x="541412" y="1342182"/>
                  </a:lnTo>
                  <a:lnTo>
                    <a:pt x="541384" y="1342185"/>
                  </a:lnTo>
                  <a:lnTo>
                    <a:pt x="541316" y="1342187"/>
                  </a:lnTo>
                  <a:lnTo>
                    <a:pt x="541266" y="1342186"/>
                  </a:lnTo>
                  <a:lnTo>
                    <a:pt x="541206" y="1342187"/>
                  </a:lnTo>
                  <a:lnTo>
                    <a:pt x="541161" y="1342190"/>
                  </a:lnTo>
                  <a:lnTo>
                    <a:pt x="541146" y="1342188"/>
                  </a:lnTo>
                  <a:lnTo>
                    <a:pt x="541121" y="1342182"/>
                  </a:lnTo>
                  <a:lnTo>
                    <a:pt x="541075" y="1342167"/>
                  </a:lnTo>
                  <a:lnTo>
                    <a:pt x="541048" y="1342159"/>
                  </a:lnTo>
                  <a:lnTo>
                    <a:pt x="541033" y="1342155"/>
                  </a:lnTo>
                  <a:lnTo>
                    <a:pt x="540968" y="1342145"/>
                  </a:lnTo>
                  <a:lnTo>
                    <a:pt x="540933" y="1342140"/>
                  </a:lnTo>
                  <a:lnTo>
                    <a:pt x="540861" y="1342132"/>
                  </a:lnTo>
                  <a:lnTo>
                    <a:pt x="540856" y="1342132"/>
                  </a:lnTo>
                  <a:lnTo>
                    <a:pt x="540841" y="1342130"/>
                  </a:lnTo>
                  <a:lnTo>
                    <a:pt x="540830" y="1342129"/>
                  </a:lnTo>
                  <a:lnTo>
                    <a:pt x="540810" y="1342126"/>
                  </a:lnTo>
                  <a:lnTo>
                    <a:pt x="540802" y="1342123"/>
                  </a:lnTo>
                  <a:lnTo>
                    <a:pt x="540775" y="1342116"/>
                  </a:lnTo>
                  <a:lnTo>
                    <a:pt x="540752" y="1342114"/>
                  </a:lnTo>
                  <a:lnTo>
                    <a:pt x="540743" y="1342114"/>
                  </a:lnTo>
                  <a:lnTo>
                    <a:pt x="540727" y="1342116"/>
                  </a:lnTo>
                  <a:lnTo>
                    <a:pt x="540715" y="1342122"/>
                  </a:lnTo>
                  <a:lnTo>
                    <a:pt x="540696" y="1342131"/>
                  </a:lnTo>
                  <a:lnTo>
                    <a:pt x="540676" y="1342148"/>
                  </a:lnTo>
                  <a:lnTo>
                    <a:pt x="540643" y="1342179"/>
                  </a:lnTo>
                  <a:lnTo>
                    <a:pt x="540631" y="1342196"/>
                  </a:lnTo>
                  <a:lnTo>
                    <a:pt x="540605" y="1342232"/>
                  </a:lnTo>
                  <a:lnTo>
                    <a:pt x="540580" y="1342264"/>
                  </a:lnTo>
                  <a:lnTo>
                    <a:pt x="540575" y="1342269"/>
                  </a:lnTo>
                  <a:lnTo>
                    <a:pt x="540560" y="1342280"/>
                  </a:lnTo>
                  <a:lnTo>
                    <a:pt x="540538" y="1342291"/>
                  </a:lnTo>
                  <a:lnTo>
                    <a:pt x="540517" y="1342304"/>
                  </a:lnTo>
                  <a:lnTo>
                    <a:pt x="540504" y="1342313"/>
                  </a:lnTo>
                  <a:lnTo>
                    <a:pt x="540495" y="1342322"/>
                  </a:lnTo>
                  <a:lnTo>
                    <a:pt x="540470" y="1342351"/>
                  </a:lnTo>
                  <a:lnTo>
                    <a:pt x="540458" y="1342365"/>
                  </a:lnTo>
                  <a:lnTo>
                    <a:pt x="540433" y="1342389"/>
                  </a:lnTo>
                  <a:lnTo>
                    <a:pt x="540414" y="1342409"/>
                  </a:lnTo>
                  <a:lnTo>
                    <a:pt x="540394" y="1342426"/>
                  </a:lnTo>
                  <a:lnTo>
                    <a:pt x="540373" y="1342439"/>
                  </a:lnTo>
                  <a:lnTo>
                    <a:pt x="540360" y="1342445"/>
                  </a:lnTo>
                  <a:lnTo>
                    <a:pt x="540341" y="1342456"/>
                  </a:lnTo>
                  <a:lnTo>
                    <a:pt x="540325" y="1342466"/>
                  </a:lnTo>
                  <a:lnTo>
                    <a:pt x="540317" y="1342470"/>
                  </a:lnTo>
                  <a:lnTo>
                    <a:pt x="540306" y="1342472"/>
                  </a:lnTo>
                  <a:lnTo>
                    <a:pt x="540294" y="1342474"/>
                  </a:lnTo>
                  <a:lnTo>
                    <a:pt x="540263" y="1342475"/>
                  </a:lnTo>
                  <a:lnTo>
                    <a:pt x="540249" y="1342475"/>
                  </a:lnTo>
                  <a:lnTo>
                    <a:pt x="540239" y="1342475"/>
                  </a:lnTo>
                  <a:lnTo>
                    <a:pt x="540234" y="1342475"/>
                  </a:lnTo>
                  <a:lnTo>
                    <a:pt x="540216" y="1342477"/>
                  </a:lnTo>
                  <a:lnTo>
                    <a:pt x="540201" y="1342480"/>
                  </a:lnTo>
                  <a:lnTo>
                    <a:pt x="540187" y="1342488"/>
                  </a:lnTo>
                  <a:lnTo>
                    <a:pt x="540171" y="1342492"/>
                  </a:lnTo>
                  <a:lnTo>
                    <a:pt x="540153" y="1342492"/>
                  </a:lnTo>
                  <a:lnTo>
                    <a:pt x="540133" y="1342494"/>
                  </a:lnTo>
                  <a:lnTo>
                    <a:pt x="540114" y="1342496"/>
                  </a:lnTo>
                  <a:lnTo>
                    <a:pt x="540103" y="1342497"/>
                  </a:lnTo>
                  <a:lnTo>
                    <a:pt x="540096" y="1342497"/>
                  </a:lnTo>
                  <a:lnTo>
                    <a:pt x="540090" y="1342497"/>
                  </a:lnTo>
                  <a:lnTo>
                    <a:pt x="540078" y="1342494"/>
                  </a:lnTo>
                  <a:lnTo>
                    <a:pt x="540063" y="1342487"/>
                  </a:lnTo>
                  <a:lnTo>
                    <a:pt x="540045" y="1342475"/>
                  </a:lnTo>
                  <a:lnTo>
                    <a:pt x="540034" y="1342464"/>
                  </a:lnTo>
                  <a:lnTo>
                    <a:pt x="540023" y="1342451"/>
                  </a:lnTo>
                  <a:lnTo>
                    <a:pt x="540011" y="1342434"/>
                  </a:lnTo>
                  <a:lnTo>
                    <a:pt x="540007" y="1342428"/>
                  </a:lnTo>
                  <a:lnTo>
                    <a:pt x="539998" y="1342413"/>
                  </a:lnTo>
                  <a:lnTo>
                    <a:pt x="539985" y="1342385"/>
                  </a:lnTo>
                  <a:lnTo>
                    <a:pt x="539975" y="1342368"/>
                  </a:lnTo>
                  <a:lnTo>
                    <a:pt x="539960" y="1342347"/>
                  </a:lnTo>
                  <a:lnTo>
                    <a:pt x="539941" y="1342319"/>
                  </a:lnTo>
                  <a:lnTo>
                    <a:pt x="539925" y="1342303"/>
                  </a:lnTo>
                  <a:lnTo>
                    <a:pt x="539918" y="1342296"/>
                  </a:lnTo>
                  <a:lnTo>
                    <a:pt x="539908" y="1342287"/>
                  </a:lnTo>
                  <a:lnTo>
                    <a:pt x="539894" y="1342276"/>
                  </a:lnTo>
                  <a:lnTo>
                    <a:pt x="539882" y="1342263"/>
                  </a:lnTo>
                  <a:lnTo>
                    <a:pt x="539869" y="1342250"/>
                  </a:lnTo>
                  <a:lnTo>
                    <a:pt x="539860" y="1342243"/>
                  </a:lnTo>
                  <a:lnTo>
                    <a:pt x="539851" y="1342235"/>
                  </a:lnTo>
                  <a:lnTo>
                    <a:pt x="539845" y="1342231"/>
                  </a:lnTo>
                  <a:lnTo>
                    <a:pt x="539837" y="1342230"/>
                  </a:lnTo>
                  <a:lnTo>
                    <a:pt x="539832" y="1342234"/>
                  </a:lnTo>
                  <a:lnTo>
                    <a:pt x="539825" y="1342240"/>
                  </a:lnTo>
                  <a:lnTo>
                    <a:pt x="539817" y="1342251"/>
                  </a:lnTo>
                  <a:lnTo>
                    <a:pt x="539814" y="1342263"/>
                  </a:lnTo>
                  <a:lnTo>
                    <a:pt x="539807" y="1342312"/>
                  </a:lnTo>
                  <a:lnTo>
                    <a:pt x="539802" y="1342338"/>
                  </a:lnTo>
                  <a:lnTo>
                    <a:pt x="539795" y="1342359"/>
                  </a:lnTo>
                  <a:lnTo>
                    <a:pt x="539787" y="1342374"/>
                  </a:lnTo>
                  <a:lnTo>
                    <a:pt x="539775" y="1342388"/>
                  </a:lnTo>
                  <a:lnTo>
                    <a:pt x="539761" y="1342398"/>
                  </a:lnTo>
                  <a:lnTo>
                    <a:pt x="539753" y="1342403"/>
                  </a:lnTo>
                  <a:lnTo>
                    <a:pt x="539742" y="1342408"/>
                  </a:lnTo>
                  <a:lnTo>
                    <a:pt x="539718" y="1342416"/>
                  </a:lnTo>
                  <a:lnTo>
                    <a:pt x="539704" y="1342419"/>
                  </a:lnTo>
                  <a:lnTo>
                    <a:pt x="539698" y="1342421"/>
                  </a:lnTo>
                  <a:lnTo>
                    <a:pt x="539685" y="1342423"/>
                  </a:lnTo>
                  <a:lnTo>
                    <a:pt x="539667" y="1342424"/>
                  </a:lnTo>
                  <a:lnTo>
                    <a:pt x="539652" y="1342423"/>
                  </a:lnTo>
                  <a:lnTo>
                    <a:pt x="539645" y="1342423"/>
                  </a:lnTo>
                  <a:lnTo>
                    <a:pt x="539610" y="1342422"/>
                  </a:lnTo>
                  <a:lnTo>
                    <a:pt x="539589" y="1342419"/>
                  </a:lnTo>
                  <a:lnTo>
                    <a:pt x="539543" y="1342415"/>
                  </a:lnTo>
                  <a:lnTo>
                    <a:pt x="539532" y="1342415"/>
                  </a:lnTo>
                  <a:lnTo>
                    <a:pt x="539507" y="1342418"/>
                  </a:lnTo>
                  <a:lnTo>
                    <a:pt x="539496" y="1342420"/>
                  </a:lnTo>
                  <a:lnTo>
                    <a:pt x="539490" y="1342422"/>
                  </a:lnTo>
                  <a:lnTo>
                    <a:pt x="539480" y="1342425"/>
                  </a:lnTo>
                  <a:lnTo>
                    <a:pt x="539457" y="1342438"/>
                  </a:lnTo>
                  <a:lnTo>
                    <a:pt x="539422" y="1342461"/>
                  </a:lnTo>
                  <a:lnTo>
                    <a:pt x="539416" y="1342468"/>
                  </a:lnTo>
                  <a:lnTo>
                    <a:pt x="539403" y="1342483"/>
                  </a:lnTo>
                  <a:lnTo>
                    <a:pt x="539389" y="1342501"/>
                  </a:lnTo>
                  <a:lnTo>
                    <a:pt x="539372" y="1342521"/>
                  </a:lnTo>
                  <a:lnTo>
                    <a:pt x="539355" y="1342541"/>
                  </a:lnTo>
                  <a:lnTo>
                    <a:pt x="539351" y="1342546"/>
                  </a:lnTo>
                  <a:lnTo>
                    <a:pt x="539339" y="1342560"/>
                  </a:lnTo>
                  <a:lnTo>
                    <a:pt x="539324" y="1342573"/>
                  </a:lnTo>
                  <a:lnTo>
                    <a:pt x="539307" y="1342587"/>
                  </a:lnTo>
                  <a:lnTo>
                    <a:pt x="539292" y="1342600"/>
                  </a:lnTo>
                  <a:lnTo>
                    <a:pt x="539278" y="1342612"/>
                  </a:lnTo>
                  <a:lnTo>
                    <a:pt x="539265" y="1342630"/>
                  </a:lnTo>
                  <a:lnTo>
                    <a:pt x="539259" y="1342644"/>
                  </a:lnTo>
                  <a:lnTo>
                    <a:pt x="539252" y="1342664"/>
                  </a:lnTo>
                  <a:lnTo>
                    <a:pt x="539238" y="1342716"/>
                  </a:lnTo>
                  <a:lnTo>
                    <a:pt x="539227" y="1342765"/>
                  </a:lnTo>
                  <a:lnTo>
                    <a:pt x="539223" y="1342791"/>
                  </a:lnTo>
                  <a:lnTo>
                    <a:pt x="539220" y="1342796"/>
                  </a:lnTo>
                  <a:lnTo>
                    <a:pt x="539216" y="1342799"/>
                  </a:lnTo>
                  <a:lnTo>
                    <a:pt x="539209" y="1342801"/>
                  </a:lnTo>
                  <a:lnTo>
                    <a:pt x="539194" y="1342800"/>
                  </a:lnTo>
                  <a:lnTo>
                    <a:pt x="539163" y="1342803"/>
                  </a:lnTo>
                  <a:lnTo>
                    <a:pt x="539157" y="1342803"/>
                  </a:lnTo>
                  <a:lnTo>
                    <a:pt x="539138" y="1342805"/>
                  </a:lnTo>
                  <a:lnTo>
                    <a:pt x="539121" y="1342807"/>
                  </a:lnTo>
                  <a:lnTo>
                    <a:pt x="539091" y="1342810"/>
                  </a:lnTo>
                  <a:lnTo>
                    <a:pt x="539070" y="1342809"/>
                  </a:lnTo>
                  <a:lnTo>
                    <a:pt x="539054" y="1342812"/>
                  </a:lnTo>
                  <a:lnTo>
                    <a:pt x="539039" y="1342814"/>
                  </a:lnTo>
                  <a:lnTo>
                    <a:pt x="539029" y="1342815"/>
                  </a:lnTo>
                  <a:lnTo>
                    <a:pt x="539021" y="1342815"/>
                  </a:lnTo>
                  <a:lnTo>
                    <a:pt x="539015" y="1342812"/>
                  </a:lnTo>
                  <a:lnTo>
                    <a:pt x="539005" y="1342809"/>
                  </a:lnTo>
                  <a:lnTo>
                    <a:pt x="539001" y="1342807"/>
                  </a:lnTo>
                  <a:lnTo>
                    <a:pt x="538987" y="1342804"/>
                  </a:lnTo>
                  <a:lnTo>
                    <a:pt x="538976" y="1342803"/>
                  </a:lnTo>
                  <a:lnTo>
                    <a:pt x="538966" y="1342803"/>
                  </a:lnTo>
                  <a:lnTo>
                    <a:pt x="538943" y="1342810"/>
                  </a:lnTo>
                  <a:lnTo>
                    <a:pt x="538922" y="1342818"/>
                  </a:lnTo>
                  <a:lnTo>
                    <a:pt x="538911" y="1342819"/>
                  </a:lnTo>
                  <a:lnTo>
                    <a:pt x="538897" y="1342819"/>
                  </a:lnTo>
                  <a:lnTo>
                    <a:pt x="538881" y="1342818"/>
                  </a:lnTo>
                  <a:lnTo>
                    <a:pt x="538860" y="1342818"/>
                  </a:lnTo>
                  <a:lnTo>
                    <a:pt x="538852" y="1342819"/>
                  </a:lnTo>
                  <a:lnTo>
                    <a:pt x="538834" y="1342821"/>
                  </a:lnTo>
                  <a:lnTo>
                    <a:pt x="538829" y="1342822"/>
                  </a:lnTo>
                  <a:lnTo>
                    <a:pt x="538811" y="1342827"/>
                  </a:lnTo>
                  <a:lnTo>
                    <a:pt x="538776" y="1342840"/>
                  </a:lnTo>
                  <a:lnTo>
                    <a:pt x="538748" y="1342853"/>
                  </a:lnTo>
                  <a:lnTo>
                    <a:pt x="538723" y="1342867"/>
                  </a:lnTo>
                  <a:lnTo>
                    <a:pt x="538700" y="1342885"/>
                  </a:lnTo>
                  <a:lnTo>
                    <a:pt x="538689" y="1342894"/>
                  </a:lnTo>
                  <a:lnTo>
                    <a:pt x="538683" y="1342899"/>
                  </a:lnTo>
                  <a:lnTo>
                    <a:pt x="538677" y="1342902"/>
                  </a:lnTo>
                  <a:lnTo>
                    <a:pt x="538670" y="1342905"/>
                  </a:lnTo>
                  <a:lnTo>
                    <a:pt x="538656" y="1342910"/>
                  </a:lnTo>
                  <a:lnTo>
                    <a:pt x="538628" y="1342913"/>
                  </a:lnTo>
                  <a:lnTo>
                    <a:pt x="538619" y="1342912"/>
                  </a:lnTo>
                  <a:lnTo>
                    <a:pt x="538605" y="1342912"/>
                  </a:lnTo>
                  <a:lnTo>
                    <a:pt x="538582" y="1342909"/>
                  </a:lnTo>
                  <a:lnTo>
                    <a:pt x="538562" y="1342902"/>
                  </a:lnTo>
                  <a:lnTo>
                    <a:pt x="538525" y="1342885"/>
                  </a:lnTo>
                  <a:lnTo>
                    <a:pt x="538507" y="1342878"/>
                  </a:lnTo>
                  <a:lnTo>
                    <a:pt x="538490" y="1342873"/>
                  </a:lnTo>
                  <a:lnTo>
                    <a:pt x="538470" y="1342874"/>
                  </a:lnTo>
                  <a:lnTo>
                    <a:pt x="538431" y="1342873"/>
                  </a:lnTo>
                  <a:lnTo>
                    <a:pt x="538420" y="1342871"/>
                  </a:lnTo>
                  <a:lnTo>
                    <a:pt x="538399" y="1342863"/>
                  </a:lnTo>
                  <a:lnTo>
                    <a:pt x="538392" y="1342860"/>
                  </a:lnTo>
                  <a:lnTo>
                    <a:pt x="538375" y="1342848"/>
                  </a:lnTo>
                  <a:lnTo>
                    <a:pt x="538370" y="1342842"/>
                  </a:lnTo>
                  <a:lnTo>
                    <a:pt x="538366" y="1342838"/>
                  </a:lnTo>
                  <a:lnTo>
                    <a:pt x="538353" y="1342824"/>
                  </a:lnTo>
                  <a:lnTo>
                    <a:pt x="538338" y="1342810"/>
                  </a:lnTo>
                  <a:lnTo>
                    <a:pt x="538330" y="1342806"/>
                  </a:lnTo>
                  <a:lnTo>
                    <a:pt x="538321" y="1342806"/>
                  </a:lnTo>
                  <a:lnTo>
                    <a:pt x="538311" y="1342807"/>
                  </a:lnTo>
                  <a:lnTo>
                    <a:pt x="538305" y="1342809"/>
                  </a:lnTo>
                  <a:lnTo>
                    <a:pt x="538288" y="1342816"/>
                  </a:lnTo>
                  <a:lnTo>
                    <a:pt x="538274" y="1342823"/>
                  </a:lnTo>
                  <a:lnTo>
                    <a:pt x="538263" y="1342831"/>
                  </a:lnTo>
                  <a:lnTo>
                    <a:pt x="538251" y="1342840"/>
                  </a:lnTo>
                  <a:lnTo>
                    <a:pt x="538242" y="1342847"/>
                  </a:lnTo>
                  <a:lnTo>
                    <a:pt x="538225" y="1342865"/>
                  </a:lnTo>
                  <a:lnTo>
                    <a:pt x="538204" y="1342891"/>
                  </a:lnTo>
                  <a:lnTo>
                    <a:pt x="538196" y="1342902"/>
                  </a:lnTo>
                  <a:lnTo>
                    <a:pt x="538184" y="1342917"/>
                  </a:lnTo>
                  <a:lnTo>
                    <a:pt x="538167" y="1342939"/>
                  </a:lnTo>
                  <a:lnTo>
                    <a:pt x="538159" y="1342953"/>
                  </a:lnTo>
                  <a:lnTo>
                    <a:pt x="538152" y="1342966"/>
                  </a:lnTo>
                  <a:lnTo>
                    <a:pt x="538149" y="1342972"/>
                  </a:lnTo>
                  <a:lnTo>
                    <a:pt x="538144" y="1342981"/>
                  </a:lnTo>
                  <a:lnTo>
                    <a:pt x="538137" y="1342991"/>
                  </a:lnTo>
                  <a:lnTo>
                    <a:pt x="538130" y="1342999"/>
                  </a:lnTo>
                  <a:lnTo>
                    <a:pt x="538120" y="1343006"/>
                  </a:lnTo>
                  <a:lnTo>
                    <a:pt x="538111" y="1343012"/>
                  </a:lnTo>
                  <a:lnTo>
                    <a:pt x="538101" y="1343016"/>
                  </a:lnTo>
                  <a:lnTo>
                    <a:pt x="538091" y="1343021"/>
                  </a:lnTo>
                  <a:lnTo>
                    <a:pt x="538064" y="1343035"/>
                  </a:lnTo>
                  <a:lnTo>
                    <a:pt x="538049" y="1343044"/>
                  </a:lnTo>
                  <a:lnTo>
                    <a:pt x="538032" y="1343059"/>
                  </a:lnTo>
                  <a:lnTo>
                    <a:pt x="538026" y="1343064"/>
                  </a:lnTo>
                  <a:lnTo>
                    <a:pt x="538020" y="1343071"/>
                  </a:lnTo>
                  <a:lnTo>
                    <a:pt x="538011" y="1343086"/>
                  </a:lnTo>
                  <a:lnTo>
                    <a:pt x="538003" y="1343098"/>
                  </a:lnTo>
                  <a:lnTo>
                    <a:pt x="537999" y="1343106"/>
                  </a:lnTo>
                  <a:lnTo>
                    <a:pt x="537993" y="1343119"/>
                  </a:lnTo>
                  <a:lnTo>
                    <a:pt x="537985" y="1343128"/>
                  </a:lnTo>
                  <a:lnTo>
                    <a:pt x="537977" y="1343136"/>
                  </a:lnTo>
                  <a:lnTo>
                    <a:pt x="537961" y="1343147"/>
                  </a:lnTo>
                  <a:lnTo>
                    <a:pt x="537954" y="1343151"/>
                  </a:lnTo>
                  <a:lnTo>
                    <a:pt x="537934" y="1343165"/>
                  </a:lnTo>
                  <a:lnTo>
                    <a:pt x="537924" y="1343174"/>
                  </a:lnTo>
                  <a:lnTo>
                    <a:pt x="537916" y="1343183"/>
                  </a:lnTo>
                  <a:lnTo>
                    <a:pt x="537910" y="1343192"/>
                  </a:lnTo>
                  <a:lnTo>
                    <a:pt x="537880" y="1343238"/>
                  </a:lnTo>
                  <a:lnTo>
                    <a:pt x="537859" y="1343262"/>
                  </a:lnTo>
                  <a:lnTo>
                    <a:pt x="537846" y="1343277"/>
                  </a:lnTo>
                  <a:lnTo>
                    <a:pt x="537836" y="1343286"/>
                  </a:lnTo>
                  <a:lnTo>
                    <a:pt x="537832" y="1343290"/>
                  </a:lnTo>
                  <a:lnTo>
                    <a:pt x="537823" y="1343299"/>
                  </a:lnTo>
                  <a:lnTo>
                    <a:pt x="537816" y="1343306"/>
                  </a:lnTo>
                  <a:lnTo>
                    <a:pt x="537805" y="1343313"/>
                  </a:lnTo>
                  <a:lnTo>
                    <a:pt x="537799" y="1343320"/>
                  </a:lnTo>
                  <a:lnTo>
                    <a:pt x="537794" y="1343327"/>
                  </a:lnTo>
                  <a:lnTo>
                    <a:pt x="537788" y="1343336"/>
                  </a:lnTo>
                  <a:lnTo>
                    <a:pt x="537784" y="1343345"/>
                  </a:lnTo>
                  <a:lnTo>
                    <a:pt x="537780" y="1343355"/>
                  </a:lnTo>
                  <a:lnTo>
                    <a:pt x="537779" y="1343363"/>
                  </a:lnTo>
                  <a:lnTo>
                    <a:pt x="537780" y="1343371"/>
                  </a:lnTo>
                  <a:lnTo>
                    <a:pt x="537781" y="1343380"/>
                  </a:lnTo>
                  <a:lnTo>
                    <a:pt x="537782" y="1343392"/>
                  </a:lnTo>
                  <a:lnTo>
                    <a:pt x="537784" y="1343403"/>
                  </a:lnTo>
                  <a:lnTo>
                    <a:pt x="537786" y="1343416"/>
                  </a:lnTo>
                  <a:lnTo>
                    <a:pt x="537745" y="1343392"/>
                  </a:lnTo>
                  <a:lnTo>
                    <a:pt x="537671" y="1343349"/>
                  </a:lnTo>
                  <a:lnTo>
                    <a:pt x="537664" y="1343344"/>
                  </a:lnTo>
                  <a:lnTo>
                    <a:pt x="537561" y="1343286"/>
                  </a:lnTo>
                  <a:lnTo>
                    <a:pt x="537530" y="1343267"/>
                  </a:lnTo>
                  <a:lnTo>
                    <a:pt x="537451" y="1343223"/>
                  </a:lnTo>
                  <a:lnTo>
                    <a:pt x="537431" y="1343211"/>
                  </a:lnTo>
                  <a:lnTo>
                    <a:pt x="537386" y="1343186"/>
                  </a:lnTo>
                  <a:lnTo>
                    <a:pt x="537341" y="1343160"/>
                  </a:lnTo>
                  <a:lnTo>
                    <a:pt x="537305" y="1343139"/>
                  </a:lnTo>
                  <a:lnTo>
                    <a:pt x="537293" y="1343132"/>
                  </a:lnTo>
                  <a:lnTo>
                    <a:pt x="537232" y="1343099"/>
                  </a:lnTo>
                  <a:lnTo>
                    <a:pt x="537210" y="1343086"/>
                  </a:lnTo>
                  <a:lnTo>
                    <a:pt x="537190" y="1343074"/>
                  </a:lnTo>
                  <a:lnTo>
                    <a:pt x="537122" y="1343035"/>
                  </a:lnTo>
                  <a:lnTo>
                    <a:pt x="537116" y="1343032"/>
                  </a:lnTo>
                  <a:lnTo>
                    <a:pt x="537097" y="1343021"/>
                  </a:lnTo>
                  <a:lnTo>
                    <a:pt x="537055" y="1342997"/>
                  </a:lnTo>
                  <a:lnTo>
                    <a:pt x="537012" y="1342973"/>
                  </a:lnTo>
                  <a:lnTo>
                    <a:pt x="536985" y="1342957"/>
                  </a:lnTo>
                  <a:lnTo>
                    <a:pt x="536904" y="1342912"/>
                  </a:lnTo>
                  <a:lnTo>
                    <a:pt x="536875" y="1342895"/>
                  </a:lnTo>
                  <a:lnTo>
                    <a:pt x="536794" y="1342847"/>
                  </a:lnTo>
                  <a:lnTo>
                    <a:pt x="536782" y="1342840"/>
                  </a:lnTo>
                  <a:lnTo>
                    <a:pt x="536763" y="1342830"/>
                  </a:lnTo>
                  <a:lnTo>
                    <a:pt x="536685" y="1342786"/>
                  </a:lnTo>
                  <a:lnTo>
                    <a:pt x="536649" y="1342766"/>
                  </a:lnTo>
                  <a:lnTo>
                    <a:pt x="536577" y="1342725"/>
                  </a:lnTo>
                  <a:lnTo>
                    <a:pt x="536469" y="1342663"/>
                  </a:lnTo>
                  <a:lnTo>
                    <a:pt x="536404" y="1342626"/>
                  </a:lnTo>
                  <a:lnTo>
                    <a:pt x="536361" y="1342602"/>
                  </a:lnTo>
                  <a:lnTo>
                    <a:pt x="536254" y="1342540"/>
                  </a:lnTo>
                  <a:lnTo>
                    <a:pt x="536186" y="1342501"/>
                  </a:lnTo>
                  <a:lnTo>
                    <a:pt x="536145" y="1342477"/>
                  </a:lnTo>
                  <a:lnTo>
                    <a:pt x="536119" y="1342462"/>
                  </a:lnTo>
                  <a:lnTo>
                    <a:pt x="536038" y="1342417"/>
                  </a:lnTo>
                  <a:lnTo>
                    <a:pt x="536031" y="1342412"/>
                  </a:lnTo>
                  <a:lnTo>
                    <a:pt x="535928" y="1342354"/>
                  </a:lnTo>
                  <a:lnTo>
                    <a:pt x="535818" y="1342292"/>
                  </a:lnTo>
                  <a:lnTo>
                    <a:pt x="535728" y="1342239"/>
                  </a:lnTo>
                  <a:lnTo>
                    <a:pt x="535707" y="1342227"/>
                  </a:lnTo>
                  <a:lnTo>
                    <a:pt x="535699" y="1342223"/>
                  </a:lnTo>
                  <a:lnTo>
                    <a:pt x="535597" y="1342166"/>
                  </a:lnTo>
                  <a:lnTo>
                    <a:pt x="535488" y="1342103"/>
                  </a:lnTo>
                  <a:lnTo>
                    <a:pt x="535482" y="1342100"/>
                  </a:lnTo>
                  <a:lnTo>
                    <a:pt x="535379" y="1342042"/>
                  </a:lnTo>
                  <a:lnTo>
                    <a:pt x="535368" y="1342035"/>
                  </a:lnTo>
                  <a:lnTo>
                    <a:pt x="535270" y="1341979"/>
                  </a:lnTo>
                  <a:lnTo>
                    <a:pt x="535164" y="1341919"/>
                  </a:lnTo>
                  <a:lnTo>
                    <a:pt x="535052" y="1341855"/>
                  </a:lnTo>
                  <a:lnTo>
                    <a:pt x="534946" y="1341796"/>
                  </a:lnTo>
                  <a:lnTo>
                    <a:pt x="534837" y="1341733"/>
                  </a:lnTo>
                  <a:lnTo>
                    <a:pt x="534726" y="1341671"/>
                  </a:lnTo>
                  <a:lnTo>
                    <a:pt x="534622" y="1341611"/>
                  </a:lnTo>
                  <a:lnTo>
                    <a:pt x="534615" y="1341607"/>
                  </a:lnTo>
                  <a:lnTo>
                    <a:pt x="534594" y="1341595"/>
                  </a:lnTo>
                  <a:lnTo>
                    <a:pt x="534507" y="1341547"/>
                  </a:lnTo>
                  <a:lnTo>
                    <a:pt x="534469" y="1341525"/>
                  </a:lnTo>
                  <a:lnTo>
                    <a:pt x="534453" y="1341516"/>
                  </a:lnTo>
                  <a:lnTo>
                    <a:pt x="534397" y="1341483"/>
                  </a:lnTo>
                  <a:lnTo>
                    <a:pt x="534334" y="1341447"/>
                  </a:lnTo>
                  <a:lnTo>
                    <a:pt x="534289" y="1341422"/>
                  </a:lnTo>
                  <a:lnTo>
                    <a:pt x="534253" y="1341402"/>
                  </a:lnTo>
                  <a:lnTo>
                    <a:pt x="534213" y="1341379"/>
                  </a:lnTo>
                  <a:lnTo>
                    <a:pt x="534193" y="1341368"/>
                  </a:lnTo>
                  <a:lnTo>
                    <a:pt x="534179" y="1341359"/>
                  </a:lnTo>
                  <a:lnTo>
                    <a:pt x="534141" y="1341336"/>
                  </a:lnTo>
                  <a:lnTo>
                    <a:pt x="534120" y="1341327"/>
                  </a:lnTo>
                  <a:lnTo>
                    <a:pt x="534104" y="1341323"/>
                  </a:lnTo>
                  <a:lnTo>
                    <a:pt x="534094" y="1341323"/>
                  </a:lnTo>
                  <a:lnTo>
                    <a:pt x="534088" y="1341323"/>
                  </a:lnTo>
                  <a:lnTo>
                    <a:pt x="534073" y="1341326"/>
                  </a:lnTo>
                  <a:lnTo>
                    <a:pt x="534049" y="1341332"/>
                  </a:lnTo>
                  <a:lnTo>
                    <a:pt x="534032" y="1341333"/>
                  </a:lnTo>
                  <a:lnTo>
                    <a:pt x="534020" y="1341333"/>
                  </a:lnTo>
                  <a:lnTo>
                    <a:pt x="534004" y="1341330"/>
                  </a:lnTo>
                  <a:lnTo>
                    <a:pt x="533987" y="1341326"/>
                  </a:lnTo>
                  <a:lnTo>
                    <a:pt x="533964" y="1341319"/>
                  </a:lnTo>
                  <a:lnTo>
                    <a:pt x="533938" y="1341312"/>
                  </a:lnTo>
                  <a:lnTo>
                    <a:pt x="533918" y="1341308"/>
                  </a:lnTo>
                  <a:lnTo>
                    <a:pt x="533906" y="1341305"/>
                  </a:lnTo>
                  <a:lnTo>
                    <a:pt x="533888" y="1341304"/>
                  </a:lnTo>
                  <a:lnTo>
                    <a:pt x="533879" y="1341303"/>
                  </a:lnTo>
                  <a:lnTo>
                    <a:pt x="533866" y="1341302"/>
                  </a:lnTo>
                  <a:lnTo>
                    <a:pt x="533852" y="1341300"/>
                  </a:lnTo>
                  <a:lnTo>
                    <a:pt x="533828" y="1341297"/>
                  </a:lnTo>
                  <a:lnTo>
                    <a:pt x="533813" y="1341295"/>
                  </a:lnTo>
                  <a:lnTo>
                    <a:pt x="533796" y="1341299"/>
                  </a:lnTo>
                  <a:lnTo>
                    <a:pt x="533774" y="1341303"/>
                  </a:lnTo>
                  <a:lnTo>
                    <a:pt x="533750" y="1341312"/>
                  </a:lnTo>
                  <a:lnTo>
                    <a:pt x="533742" y="1341315"/>
                  </a:lnTo>
                  <a:lnTo>
                    <a:pt x="533734" y="1341317"/>
                  </a:lnTo>
                  <a:lnTo>
                    <a:pt x="533721" y="1341320"/>
                  </a:lnTo>
                  <a:lnTo>
                    <a:pt x="533714" y="1341320"/>
                  </a:lnTo>
                  <a:lnTo>
                    <a:pt x="533697" y="1341321"/>
                  </a:lnTo>
                  <a:lnTo>
                    <a:pt x="533686" y="1341320"/>
                  </a:lnTo>
                  <a:lnTo>
                    <a:pt x="533665" y="1341320"/>
                  </a:lnTo>
                  <a:lnTo>
                    <a:pt x="533647" y="1341318"/>
                  </a:lnTo>
                  <a:lnTo>
                    <a:pt x="533636" y="1341316"/>
                  </a:lnTo>
                  <a:lnTo>
                    <a:pt x="533624" y="1341312"/>
                  </a:lnTo>
                  <a:lnTo>
                    <a:pt x="533616" y="1341307"/>
                  </a:lnTo>
                  <a:lnTo>
                    <a:pt x="533599" y="1341299"/>
                  </a:lnTo>
                  <a:lnTo>
                    <a:pt x="533587" y="1341297"/>
                  </a:lnTo>
                  <a:lnTo>
                    <a:pt x="533568" y="1341297"/>
                  </a:lnTo>
                  <a:lnTo>
                    <a:pt x="533524" y="1341298"/>
                  </a:lnTo>
                  <a:lnTo>
                    <a:pt x="533506" y="1341296"/>
                  </a:lnTo>
                  <a:lnTo>
                    <a:pt x="533493" y="1341292"/>
                  </a:lnTo>
                  <a:lnTo>
                    <a:pt x="533487" y="1341290"/>
                  </a:lnTo>
                  <a:lnTo>
                    <a:pt x="533461" y="1341279"/>
                  </a:lnTo>
                  <a:lnTo>
                    <a:pt x="533428" y="1341261"/>
                  </a:lnTo>
                  <a:lnTo>
                    <a:pt x="533414" y="1341250"/>
                  </a:lnTo>
                  <a:lnTo>
                    <a:pt x="533409" y="1341241"/>
                  </a:lnTo>
                  <a:lnTo>
                    <a:pt x="533404" y="1341234"/>
                  </a:lnTo>
                  <a:lnTo>
                    <a:pt x="533397" y="1341222"/>
                  </a:lnTo>
                  <a:lnTo>
                    <a:pt x="533389" y="1341202"/>
                  </a:lnTo>
                  <a:lnTo>
                    <a:pt x="533381" y="1341184"/>
                  </a:lnTo>
                  <a:lnTo>
                    <a:pt x="533374" y="1341179"/>
                  </a:lnTo>
                  <a:lnTo>
                    <a:pt x="533337" y="1341160"/>
                  </a:lnTo>
                  <a:lnTo>
                    <a:pt x="533318" y="1341155"/>
                  </a:lnTo>
                  <a:lnTo>
                    <a:pt x="533304" y="1341162"/>
                  </a:lnTo>
                  <a:lnTo>
                    <a:pt x="533286" y="1341171"/>
                  </a:lnTo>
                  <a:lnTo>
                    <a:pt x="533278" y="1341173"/>
                  </a:lnTo>
                  <a:lnTo>
                    <a:pt x="533259" y="1341178"/>
                  </a:lnTo>
                  <a:lnTo>
                    <a:pt x="533238" y="1341181"/>
                  </a:lnTo>
                  <a:lnTo>
                    <a:pt x="533218" y="1341180"/>
                  </a:lnTo>
                  <a:lnTo>
                    <a:pt x="533203" y="1341178"/>
                  </a:lnTo>
                  <a:lnTo>
                    <a:pt x="533192" y="1341174"/>
                  </a:lnTo>
                  <a:lnTo>
                    <a:pt x="533180" y="1341170"/>
                  </a:lnTo>
                  <a:lnTo>
                    <a:pt x="533174" y="1341167"/>
                  </a:lnTo>
                  <a:lnTo>
                    <a:pt x="533168" y="1341162"/>
                  </a:lnTo>
                  <a:lnTo>
                    <a:pt x="533158" y="1341154"/>
                  </a:lnTo>
                  <a:lnTo>
                    <a:pt x="533141" y="1341142"/>
                  </a:lnTo>
                  <a:lnTo>
                    <a:pt x="533129" y="1341139"/>
                  </a:lnTo>
                  <a:lnTo>
                    <a:pt x="533120" y="1341135"/>
                  </a:lnTo>
                  <a:lnTo>
                    <a:pt x="533107" y="1341133"/>
                  </a:lnTo>
                  <a:lnTo>
                    <a:pt x="533095" y="1341131"/>
                  </a:lnTo>
                  <a:lnTo>
                    <a:pt x="533080" y="1341130"/>
                  </a:lnTo>
                  <a:lnTo>
                    <a:pt x="533061" y="1341129"/>
                  </a:lnTo>
                  <a:lnTo>
                    <a:pt x="533037" y="1341130"/>
                  </a:lnTo>
                  <a:lnTo>
                    <a:pt x="533020" y="1341129"/>
                  </a:lnTo>
                  <a:lnTo>
                    <a:pt x="532976" y="1341126"/>
                  </a:lnTo>
                  <a:lnTo>
                    <a:pt x="532918" y="1341120"/>
                  </a:lnTo>
                  <a:lnTo>
                    <a:pt x="532899" y="1341117"/>
                  </a:lnTo>
                  <a:lnTo>
                    <a:pt x="532891" y="1341116"/>
                  </a:lnTo>
                  <a:lnTo>
                    <a:pt x="532881" y="1341111"/>
                  </a:lnTo>
                  <a:lnTo>
                    <a:pt x="532875" y="1341106"/>
                  </a:lnTo>
                  <a:lnTo>
                    <a:pt x="532863" y="1341098"/>
                  </a:lnTo>
                  <a:lnTo>
                    <a:pt x="532859" y="1341094"/>
                  </a:lnTo>
                  <a:lnTo>
                    <a:pt x="532849" y="1341084"/>
                  </a:lnTo>
                  <a:lnTo>
                    <a:pt x="532845" y="1341079"/>
                  </a:lnTo>
                  <a:lnTo>
                    <a:pt x="532831" y="1341063"/>
                  </a:lnTo>
                  <a:lnTo>
                    <a:pt x="532825" y="1341056"/>
                  </a:lnTo>
                  <a:lnTo>
                    <a:pt x="532813" y="1341045"/>
                  </a:lnTo>
                  <a:lnTo>
                    <a:pt x="532790" y="1341030"/>
                  </a:lnTo>
                  <a:lnTo>
                    <a:pt x="532754" y="1341009"/>
                  </a:lnTo>
                  <a:lnTo>
                    <a:pt x="532694" y="1340977"/>
                  </a:lnTo>
                  <a:lnTo>
                    <a:pt x="532686" y="1340973"/>
                  </a:lnTo>
                  <a:lnTo>
                    <a:pt x="532680" y="1340970"/>
                  </a:lnTo>
                  <a:lnTo>
                    <a:pt x="532673" y="1340963"/>
                  </a:lnTo>
                  <a:lnTo>
                    <a:pt x="532665" y="1340953"/>
                  </a:lnTo>
                  <a:lnTo>
                    <a:pt x="532660" y="1340948"/>
                  </a:lnTo>
                  <a:lnTo>
                    <a:pt x="532653" y="1340939"/>
                  </a:lnTo>
                  <a:lnTo>
                    <a:pt x="532647" y="1340933"/>
                  </a:lnTo>
                  <a:lnTo>
                    <a:pt x="532637" y="1340920"/>
                  </a:lnTo>
                  <a:lnTo>
                    <a:pt x="532631" y="1340912"/>
                  </a:lnTo>
                  <a:lnTo>
                    <a:pt x="532615" y="1340891"/>
                  </a:lnTo>
                  <a:lnTo>
                    <a:pt x="532606" y="1340880"/>
                  </a:lnTo>
                  <a:lnTo>
                    <a:pt x="532590" y="1340867"/>
                  </a:lnTo>
                  <a:lnTo>
                    <a:pt x="532584" y="1340864"/>
                  </a:lnTo>
                  <a:lnTo>
                    <a:pt x="532562" y="1340853"/>
                  </a:lnTo>
                  <a:lnTo>
                    <a:pt x="532543" y="1340847"/>
                  </a:lnTo>
                  <a:lnTo>
                    <a:pt x="532516" y="1340842"/>
                  </a:lnTo>
                  <a:lnTo>
                    <a:pt x="532511" y="1340841"/>
                  </a:lnTo>
                  <a:lnTo>
                    <a:pt x="532504" y="1340841"/>
                  </a:lnTo>
                  <a:lnTo>
                    <a:pt x="532495" y="1340840"/>
                  </a:lnTo>
                  <a:lnTo>
                    <a:pt x="532490" y="1340841"/>
                  </a:lnTo>
                  <a:lnTo>
                    <a:pt x="532485" y="1340842"/>
                  </a:lnTo>
                  <a:lnTo>
                    <a:pt x="532475" y="1340846"/>
                  </a:lnTo>
                  <a:lnTo>
                    <a:pt x="532467" y="1340852"/>
                  </a:lnTo>
                  <a:lnTo>
                    <a:pt x="532432" y="1340876"/>
                  </a:lnTo>
                  <a:lnTo>
                    <a:pt x="532423" y="1340883"/>
                  </a:lnTo>
                  <a:lnTo>
                    <a:pt x="532406" y="1340897"/>
                  </a:lnTo>
                  <a:lnTo>
                    <a:pt x="532379" y="1340916"/>
                  </a:lnTo>
                  <a:lnTo>
                    <a:pt x="532366" y="1340926"/>
                  </a:lnTo>
                  <a:lnTo>
                    <a:pt x="532355" y="1340932"/>
                  </a:lnTo>
                  <a:lnTo>
                    <a:pt x="532341" y="1340938"/>
                  </a:lnTo>
                  <a:lnTo>
                    <a:pt x="532334" y="1340940"/>
                  </a:lnTo>
                  <a:lnTo>
                    <a:pt x="532328" y="1340942"/>
                  </a:lnTo>
                  <a:lnTo>
                    <a:pt x="532320" y="1340943"/>
                  </a:lnTo>
                  <a:lnTo>
                    <a:pt x="532308" y="1340945"/>
                  </a:lnTo>
                  <a:lnTo>
                    <a:pt x="532295" y="1340946"/>
                  </a:lnTo>
                  <a:lnTo>
                    <a:pt x="532261" y="1340949"/>
                  </a:lnTo>
                  <a:lnTo>
                    <a:pt x="532250" y="1340950"/>
                  </a:lnTo>
                  <a:lnTo>
                    <a:pt x="532245" y="1340950"/>
                  </a:lnTo>
                  <a:lnTo>
                    <a:pt x="532240" y="1340951"/>
                  </a:lnTo>
                  <a:lnTo>
                    <a:pt x="532217" y="1340951"/>
                  </a:lnTo>
                  <a:lnTo>
                    <a:pt x="532171" y="1340950"/>
                  </a:lnTo>
                  <a:lnTo>
                    <a:pt x="532165" y="1340950"/>
                  </a:lnTo>
                  <a:lnTo>
                    <a:pt x="532143" y="1340949"/>
                  </a:lnTo>
                  <a:lnTo>
                    <a:pt x="532127" y="1340948"/>
                  </a:lnTo>
                  <a:lnTo>
                    <a:pt x="532089" y="1340947"/>
                  </a:lnTo>
                  <a:lnTo>
                    <a:pt x="532079" y="1340946"/>
                  </a:lnTo>
                  <a:lnTo>
                    <a:pt x="532057" y="1340940"/>
                  </a:lnTo>
                  <a:lnTo>
                    <a:pt x="532018" y="1340929"/>
                  </a:lnTo>
                  <a:lnTo>
                    <a:pt x="532005" y="1340926"/>
                  </a:lnTo>
                  <a:lnTo>
                    <a:pt x="531989" y="1340921"/>
                  </a:lnTo>
                  <a:lnTo>
                    <a:pt x="531975" y="1340916"/>
                  </a:lnTo>
                  <a:lnTo>
                    <a:pt x="531957" y="1340908"/>
                  </a:lnTo>
                  <a:lnTo>
                    <a:pt x="531938" y="1340898"/>
                  </a:lnTo>
                  <a:lnTo>
                    <a:pt x="531913" y="1340884"/>
                  </a:lnTo>
                  <a:lnTo>
                    <a:pt x="531893" y="1340871"/>
                  </a:lnTo>
                  <a:lnTo>
                    <a:pt x="531875" y="1340858"/>
                  </a:lnTo>
                  <a:lnTo>
                    <a:pt x="531857" y="1340842"/>
                  </a:lnTo>
                  <a:lnTo>
                    <a:pt x="531841" y="1340827"/>
                  </a:lnTo>
                  <a:lnTo>
                    <a:pt x="531827" y="1340810"/>
                  </a:lnTo>
                  <a:lnTo>
                    <a:pt x="531817" y="1340796"/>
                  </a:lnTo>
                  <a:lnTo>
                    <a:pt x="531808" y="1340778"/>
                  </a:lnTo>
                  <a:lnTo>
                    <a:pt x="531798" y="1340760"/>
                  </a:lnTo>
                  <a:lnTo>
                    <a:pt x="531785" y="1340757"/>
                  </a:lnTo>
                  <a:lnTo>
                    <a:pt x="531750" y="1340757"/>
                  </a:lnTo>
                  <a:lnTo>
                    <a:pt x="531737" y="1340757"/>
                  </a:lnTo>
                  <a:lnTo>
                    <a:pt x="531726" y="1340757"/>
                  </a:lnTo>
                  <a:lnTo>
                    <a:pt x="531702" y="1340761"/>
                  </a:lnTo>
                  <a:lnTo>
                    <a:pt x="531673" y="1340766"/>
                  </a:lnTo>
                  <a:lnTo>
                    <a:pt x="531655" y="1340768"/>
                  </a:lnTo>
                  <a:lnTo>
                    <a:pt x="531644" y="1340767"/>
                  </a:lnTo>
                  <a:lnTo>
                    <a:pt x="531608" y="1340762"/>
                  </a:lnTo>
                  <a:lnTo>
                    <a:pt x="531591" y="1340758"/>
                  </a:lnTo>
                  <a:lnTo>
                    <a:pt x="531579" y="1340756"/>
                  </a:lnTo>
                  <a:lnTo>
                    <a:pt x="531541" y="1340754"/>
                  </a:lnTo>
                  <a:lnTo>
                    <a:pt x="531535" y="1340753"/>
                  </a:lnTo>
                  <a:lnTo>
                    <a:pt x="531528" y="1340749"/>
                  </a:lnTo>
                  <a:lnTo>
                    <a:pt x="531520" y="1340745"/>
                  </a:lnTo>
                  <a:lnTo>
                    <a:pt x="531513" y="1340740"/>
                  </a:lnTo>
                  <a:lnTo>
                    <a:pt x="531508" y="1340736"/>
                  </a:lnTo>
                  <a:lnTo>
                    <a:pt x="531491" y="1340716"/>
                  </a:lnTo>
                  <a:lnTo>
                    <a:pt x="531482" y="1340705"/>
                  </a:lnTo>
                  <a:lnTo>
                    <a:pt x="531473" y="1340692"/>
                  </a:lnTo>
                  <a:lnTo>
                    <a:pt x="531461" y="1340673"/>
                  </a:lnTo>
                  <a:lnTo>
                    <a:pt x="531443" y="1340642"/>
                  </a:lnTo>
                  <a:lnTo>
                    <a:pt x="531437" y="1340632"/>
                  </a:lnTo>
                  <a:lnTo>
                    <a:pt x="531415" y="1340578"/>
                  </a:lnTo>
                  <a:lnTo>
                    <a:pt x="531410" y="1340560"/>
                  </a:lnTo>
                  <a:lnTo>
                    <a:pt x="531404" y="1340534"/>
                  </a:lnTo>
                  <a:lnTo>
                    <a:pt x="531401" y="1340518"/>
                  </a:lnTo>
                  <a:lnTo>
                    <a:pt x="531397" y="1340494"/>
                  </a:lnTo>
                  <a:lnTo>
                    <a:pt x="531395" y="1340478"/>
                  </a:lnTo>
                  <a:lnTo>
                    <a:pt x="531392" y="1340457"/>
                  </a:lnTo>
                  <a:lnTo>
                    <a:pt x="531390" y="1340451"/>
                  </a:lnTo>
                  <a:lnTo>
                    <a:pt x="531388" y="1340444"/>
                  </a:lnTo>
                  <a:lnTo>
                    <a:pt x="531384" y="1340436"/>
                  </a:lnTo>
                  <a:lnTo>
                    <a:pt x="531379" y="1340427"/>
                  </a:lnTo>
                  <a:lnTo>
                    <a:pt x="531357" y="1340389"/>
                  </a:lnTo>
                  <a:lnTo>
                    <a:pt x="531340" y="1340363"/>
                  </a:lnTo>
                  <a:lnTo>
                    <a:pt x="531321" y="1340341"/>
                  </a:lnTo>
                  <a:lnTo>
                    <a:pt x="531308" y="1340328"/>
                  </a:lnTo>
                  <a:lnTo>
                    <a:pt x="531287" y="1340309"/>
                  </a:lnTo>
                  <a:lnTo>
                    <a:pt x="531263" y="1340289"/>
                  </a:lnTo>
                  <a:lnTo>
                    <a:pt x="531238" y="1340271"/>
                  </a:lnTo>
                  <a:lnTo>
                    <a:pt x="531212" y="1340257"/>
                  </a:lnTo>
                  <a:lnTo>
                    <a:pt x="531191" y="1340244"/>
                  </a:lnTo>
                  <a:lnTo>
                    <a:pt x="531168" y="1340234"/>
                  </a:lnTo>
                  <a:lnTo>
                    <a:pt x="531137" y="1340221"/>
                  </a:lnTo>
                  <a:lnTo>
                    <a:pt x="531131" y="1340220"/>
                  </a:lnTo>
                  <a:lnTo>
                    <a:pt x="531117" y="1340215"/>
                  </a:lnTo>
                  <a:lnTo>
                    <a:pt x="531100" y="1340210"/>
                  </a:lnTo>
                  <a:lnTo>
                    <a:pt x="531084" y="1340205"/>
                  </a:lnTo>
                  <a:lnTo>
                    <a:pt x="531075" y="1340200"/>
                  </a:lnTo>
                  <a:lnTo>
                    <a:pt x="531069" y="1340195"/>
                  </a:lnTo>
                  <a:lnTo>
                    <a:pt x="531058" y="1340185"/>
                  </a:lnTo>
                  <a:lnTo>
                    <a:pt x="531050" y="1340175"/>
                  </a:lnTo>
                  <a:lnTo>
                    <a:pt x="531038" y="1340158"/>
                  </a:lnTo>
                  <a:lnTo>
                    <a:pt x="531014" y="1340125"/>
                  </a:lnTo>
                  <a:lnTo>
                    <a:pt x="531001" y="1340106"/>
                  </a:lnTo>
                  <a:lnTo>
                    <a:pt x="530977" y="1340075"/>
                  </a:lnTo>
                  <a:lnTo>
                    <a:pt x="530971" y="1340069"/>
                  </a:lnTo>
                  <a:lnTo>
                    <a:pt x="530965" y="1340065"/>
                  </a:lnTo>
                  <a:lnTo>
                    <a:pt x="530932" y="1340063"/>
                  </a:lnTo>
                  <a:lnTo>
                    <a:pt x="530921" y="1340063"/>
                  </a:lnTo>
                  <a:lnTo>
                    <a:pt x="530848" y="1340059"/>
                  </a:lnTo>
                  <a:lnTo>
                    <a:pt x="530833" y="1340056"/>
                  </a:lnTo>
                  <a:lnTo>
                    <a:pt x="530816" y="1340054"/>
                  </a:lnTo>
                  <a:lnTo>
                    <a:pt x="530778" y="1340053"/>
                  </a:lnTo>
                  <a:lnTo>
                    <a:pt x="530764" y="1340052"/>
                  </a:lnTo>
                  <a:lnTo>
                    <a:pt x="530740" y="1340052"/>
                  </a:lnTo>
                  <a:lnTo>
                    <a:pt x="530713" y="1340049"/>
                  </a:lnTo>
                  <a:lnTo>
                    <a:pt x="530703" y="1340047"/>
                  </a:lnTo>
                  <a:lnTo>
                    <a:pt x="530697" y="1340046"/>
                  </a:lnTo>
                  <a:lnTo>
                    <a:pt x="530681" y="1340041"/>
                  </a:lnTo>
                  <a:lnTo>
                    <a:pt x="530673" y="1340039"/>
                  </a:lnTo>
                  <a:lnTo>
                    <a:pt x="530666" y="1340038"/>
                  </a:lnTo>
                  <a:lnTo>
                    <a:pt x="530658" y="1340038"/>
                  </a:lnTo>
                  <a:lnTo>
                    <a:pt x="530598" y="1340041"/>
                  </a:lnTo>
                  <a:lnTo>
                    <a:pt x="530585" y="1340041"/>
                  </a:lnTo>
                  <a:lnTo>
                    <a:pt x="530560" y="1340042"/>
                  </a:lnTo>
                  <a:lnTo>
                    <a:pt x="530544" y="1340041"/>
                  </a:lnTo>
                  <a:lnTo>
                    <a:pt x="530512" y="1340036"/>
                  </a:lnTo>
                  <a:lnTo>
                    <a:pt x="530481" y="1340032"/>
                  </a:lnTo>
                  <a:lnTo>
                    <a:pt x="530444" y="1340024"/>
                  </a:lnTo>
                  <a:lnTo>
                    <a:pt x="530400" y="1340016"/>
                  </a:lnTo>
                  <a:lnTo>
                    <a:pt x="530385" y="1340013"/>
                  </a:lnTo>
                  <a:lnTo>
                    <a:pt x="530363" y="1340011"/>
                  </a:lnTo>
                  <a:lnTo>
                    <a:pt x="530350" y="1340009"/>
                  </a:lnTo>
                  <a:lnTo>
                    <a:pt x="530334" y="1340006"/>
                  </a:lnTo>
                  <a:lnTo>
                    <a:pt x="530323" y="1340003"/>
                  </a:lnTo>
                  <a:lnTo>
                    <a:pt x="530312" y="1339998"/>
                  </a:lnTo>
                  <a:lnTo>
                    <a:pt x="530303" y="1339992"/>
                  </a:lnTo>
                  <a:lnTo>
                    <a:pt x="530293" y="1339987"/>
                  </a:lnTo>
                  <a:lnTo>
                    <a:pt x="530276" y="1339981"/>
                  </a:lnTo>
                  <a:lnTo>
                    <a:pt x="530265" y="1339976"/>
                  </a:lnTo>
                  <a:lnTo>
                    <a:pt x="530237" y="1339966"/>
                  </a:lnTo>
                  <a:lnTo>
                    <a:pt x="530232" y="1339965"/>
                  </a:lnTo>
                  <a:lnTo>
                    <a:pt x="530197" y="1339955"/>
                  </a:lnTo>
                  <a:lnTo>
                    <a:pt x="530185" y="1339952"/>
                  </a:lnTo>
                  <a:lnTo>
                    <a:pt x="530159" y="1339944"/>
                  </a:lnTo>
                  <a:lnTo>
                    <a:pt x="530147" y="1339941"/>
                  </a:lnTo>
                  <a:lnTo>
                    <a:pt x="530123" y="1339933"/>
                  </a:lnTo>
                  <a:lnTo>
                    <a:pt x="530115" y="1339929"/>
                  </a:lnTo>
                  <a:lnTo>
                    <a:pt x="530098" y="1339917"/>
                  </a:lnTo>
                  <a:lnTo>
                    <a:pt x="530094" y="1339913"/>
                  </a:lnTo>
                  <a:lnTo>
                    <a:pt x="530096" y="1339908"/>
                  </a:lnTo>
                  <a:lnTo>
                    <a:pt x="530101" y="1339904"/>
                  </a:lnTo>
                  <a:lnTo>
                    <a:pt x="530107" y="1339899"/>
                  </a:lnTo>
                  <a:lnTo>
                    <a:pt x="530117" y="1339888"/>
                  </a:lnTo>
                  <a:lnTo>
                    <a:pt x="530127" y="1339876"/>
                  </a:lnTo>
                  <a:lnTo>
                    <a:pt x="530130" y="1339872"/>
                  </a:lnTo>
                  <a:lnTo>
                    <a:pt x="530135" y="1339864"/>
                  </a:lnTo>
                  <a:lnTo>
                    <a:pt x="530146" y="1339846"/>
                  </a:lnTo>
                  <a:lnTo>
                    <a:pt x="530155" y="1339830"/>
                  </a:lnTo>
                  <a:lnTo>
                    <a:pt x="530163" y="1339817"/>
                  </a:lnTo>
                  <a:lnTo>
                    <a:pt x="530168" y="1339810"/>
                  </a:lnTo>
                  <a:lnTo>
                    <a:pt x="530171" y="1339805"/>
                  </a:lnTo>
                  <a:lnTo>
                    <a:pt x="530176" y="1339800"/>
                  </a:lnTo>
                  <a:lnTo>
                    <a:pt x="530185" y="1339791"/>
                  </a:lnTo>
                  <a:lnTo>
                    <a:pt x="530191" y="1339785"/>
                  </a:lnTo>
                  <a:lnTo>
                    <a:pt x="530206" y="1339772"/>
                  </a:lnTo>
                  <a:lnTo>
                    <a:pt x="530214" y="1339763"/>
                  </a:lnTo>
                  <a:lnTo>
                    <a:pt x="530221" y="1339755"/>
                  </a:lnTo>
                  <a:lnTo>
                    <a:pt x="530231" y="1339740"/>
                  </a:lnTo>
                  <a:lnTo>
                    <a:pt x="530236" y="1339729"/>
                  </a:lnTo>
                  <a:lnTo>
                    <a:pt x="530238" y="1339723"/>
                  </a:lnTo>
                  <a:lnTo>
                    <a:pt x="530240" y="1339716"/>
                  </a:lnTo>
                  <a:lnTo>
                    <a:pt x="530242" y="1339707"/>
                  </a:lnTo>
                  <a:lnTo>
                    <a:pt x="530243" y="1339699"/>
                  </a:lnTo>
                  <a:lnTo>
                    <a:pt x="530247" y="1339667"/>
                  </a:lnTo>
                  <a:lnTo>
                    <a:pt x="530249" y="1339651"/>
                  </a:lnTo>
                  <a:lnTo>
                    <a:pt x="530250" y="1339642"/>
                  </a:lnTo>
                  <a:lnTo>
                    <a:pt x="530253" y="1339629"/>
                  </a:lnTo>
                  <a:lnTo>
                    <a:pt x="530256" y="1339617"/>
                  </a:lnTo>
                  <a:lnTo>
                    <a:pt x="530262" y="1339599"/>
                  </a:lnTo>
                  <a:lnTo>
                    <a:pt x="530264" y="1339592"/>
                  </a:lnTo>
                  <a:lnTo>
                    <a:pt x="530269" y="1339583"/>
                  </a:lnTo>
                  <a:lnTo>
                    <a:pt x="530273" y="1339576"/>
                  </a:lnTo>
                  <a:lnTo>
                    <a:pt x="530278" y="1339567"/>
                  </a:lnTo>
                  <a:lnTo>
                    <a:pt x="530284" y="1339559"/>
                  </a:lnTo>
                  <a:lnTo>
                    <a:pt x="530305" y="1339536"/>
                  </a:lnTo>
                  <a:lnTo>
                    <a:pt x="530317" y="1339520"/>
                  </a:lnTo>
                  <a:lnTo>
                    <a:pt x="530326" y="1339507"/>
                  </a:lnTo>
                  <a:lnTo>
                    <a:pt x="530336" y="1339494"/>
                  </a:lnTo>
                  <a:lnTo>
                    <a:pt x="530345" y="1339485"/>
                  </a:lnTo>
                  <a:lnTo>
                    <a:pt x="530356" y="1339473"/>
                  </a:lnTo>
                  <a:lnTo>
                    <a:pt x="530367" y="1339460"/>
                  </a:lnTo>
                  <a:lnTo>
                    <a:pt x="530373" y="1339451"/>
                  </a:lnTo>
                  <a:lnTo>
                    <a:pt x="530376" y="1339443"/>
                  </a:lnTo>
                  <a:lnTo>
                    <a:pt x="530378" y="1339437"/>
                  </a:lnTo>
                  <a:lnTo>
                    <a:pt x="530379" y="1339428"/>
                  </a:lnTo>
                  <a:lnTo>
                    <a:pt x="530381" y="1339417"/>
                  </a:lnTo>
                  <a:lnTo>
                    <a:pt x="530382" y="1339409"/>
                  </a:lnTo>
                  <a:lnTo>
                    <a:pt x="530383" y="1339402"/>
                  </a:lnTo>
                  <a:lnTo>
                    <a:pt x="530387" y="1339382"/>
                  </a:lnTo>
                  <a:lnTo>
                    <a:pt x="530389" y="1339372"/>
                  </a:lnTo>
                  <a:lnTo>
                    <a:pt x="530394" y="1339361"/>
                  </a:lnTo>
                  <a:lnTo>
                    <a:pt x="530397" y="1339352"/>
                  </a:lnTo>
                  <a:lnTo>
                    <a:pt x="530400" y="1339346"/>
                  </a:lnTo>
                  <a:lnTo>
                    <a:pt x="530402" y="1339340"/>
                  </a:lnTo>
                  <a:lnTo>
                    <a:pt x="530404" y="1339334"/>
                  </a:lnTo>
                  <a:lnTo>
                    <a:pt x="530406" y="1339325"/>
                  </a:lnTo>
                  <a:lnTo>
                    <a:pt x="530407" y="1339314"/>
                  </a:lnTo>
                  <a:lnTo>
                    <a:pt x="530407" y="1339305"/>
                  </a:lnTo>
                  <a:lnTo>
                    <a:pt x="530405" y="1339287"/>
                  </a:lnTo>
                  <a:lnTo>
                    <a:pt x="530403" y="1339279"/>
                  </a:lnTo>
                  <a:lnTo>
                    <a:pt x="530399" y="1339270"/>
                  </a:lnTo>
                  <a:lnTo>
                    <a:pt x="530390" y="1339259"/>
                  </a:lnTo>
                  <a:lnTo>
                    <a:pt x="530386" y="1339254"/>
                  </a:lnTo>
                  <a:lnTo>
                    <a:pt x="530378" y="1339244"/>
                  </a:lnTo>
                  <a:lnTo>
                    <a:pt x="530358" y="1339224"/>
                  </a:lnTo>
                  <a:lnTo>
                    <a:pt x="530342" y="1339207"/>
                  </a:lnTo>
                  <a:lnTo>
                    <a:pt x="530320" y="1339186"/>
                  </a:lnTo>
                  <a:lnTo>
                    <a:pt x="530298" y="1339167"/>
                  </a:lnTo>
                  <a:lnTo>
                    <a:pt x="530284" y="1339155"/>
                  </a:lnTo>
                  <a:lnTo>
                    <a:pt x="530277" y="1339147"/>
                  </a:lnTo>
                  <a:lnTo>
                    <a:pt x="530268" y="1339137"/>
                  </a:lnTo>
                  <a:lnTo>
                    <a:pt x="530260" y="1339128"/>
                  </a:lnTo>
                  <a:lnTo>
                    <a:pt x="530253" y="1339118"/>
                  </a:lnTo>
                  <a:lnTo>
                    <a:pt x="530243" y="1339103"/>
                  </a:lnTo>
                  <a:lnTo>
                    <a:pt x="530233" y="1339081"/>
                  </a:lnTo>
                  <a:lnTo>
                    <a:pt x="530222" y="1339056"/>
                  </a:lnTo>
                  <a:lnTo>
                    <a:pt x="530207" y="1339017"/>
                  </a:lnTo>
                  <a:lnTo>
                    <a:pt x="530204" y="1339010"/>
                  </a:lnTo>
                  <a:lnTo>
                    <a:pt x="530201" y="1339004"/>
                  </a:lnTo>
                  <a:lnTo>
                    <a:pt x="530198" y="1338997"/>
                  </a:lnTo>
                  <a:lnTo>
                    <a:pt x="530193" y="1338983"/>
                  </a:lnTo>
                  <a:lnTo>
                    <a:pt x="530189" y="1338969"/>
                  </a:lnTo>
                  <a:lnTo>
                    <a:pt x="530190" y="1338959"/>
                  </a:lnTo>
                  <a:lnTo>
                    <a:pt x="530194" y="1338951"/>
                  </a:lnTo>
                  <a:lnTo>
                    <a:pt x="530197" y="1338945"/>
                  </a:lnTo>
                  <a:lnTo>
                    <a:pt x="530213" y="1338926"/>
                  </a:lnTo>
                  <a:lnTo>
                    <a:pt x="530217" y="1338921"/>
                  </a:lnTo>
                  <a:lnTo>
                    <a:pt x="530225" y="1338910"/>
                  </a:lnTo>
                  <a:lnTo>
                    <a:pt x="530228" y="1338905"/>
                  </a:lnTo>
                  <a:lnTo>
                    <a:pt x="530237" y="1338890"/>
                  </a:lnTo>
                  <a:lnTo>
                    <a:pt x="530242" y="1338884"/>
                  </a:lnTo>
                  <a:lnTo>
                    <a:pt x="530261" y="1338853"/>
                  </a:lnTo>
                  <a:lnTo>
                    <a:pt x="530267" y="1338843"/>
                  </a:lnTo>
                  <a:lnTo>
                    <a:pt x="530282" y="1338820"/>
                  </a:lnTo>
                  <a:lnTo>
                    <a:pt x="530285" y="1338815"/>
                  </a:lnTo>
                  <a:lnTo>
                    <a:pt x="530291" y="1338804"/>
                  </a:lnTo>
                  <a:lnTo>
                    <a:pt x="530304" y="1338784"/>
                  </a:lnTo>
                  <a:lnTo>
                    <a:pt x="530309" y="1338775"/>
                  </a:lnTo>
                  <a:lnTo>
                    <a:pt x="530314" y="1338765"/>
                  </a:lnTo>
                  <a:lnTo>
                    <a:pt x="530324" y="1338749"/>
                  </a:lnTo>
                  <a:lnTo>
                    <a:pt x="530329" y="1338739"/>
                  </a:lnTo>
                  <a:lnTo>
                    <a:pt x="530333" y="1338730"/>
                  </a:lnTo>
                  <a:lnTo>
                    <a:pt x="530337" y="1338721"/>
                  </a:lnTo>
                  <a:lnTo>
                    <a:pt x="530341" y="1338711"/>
                  </a:lnTo>
                  <a:lnTo>
                    <a:pt x="530343" y="1338704"/>
                  </a:lnTo>
                  <a:lnTo>
                    <a:pt x="530345" y="1338695"/>
                  </a:lnTo>
                  <a:lnTo>
                    <a:pt x="530349" y="1338678"/>
                  </a:lnTo>
                  <a:lnTo>
                    <a:pt x="530351" y="1338669"/>
                  </a:lnTo>
                  <a:lnTo>
                    <a:pt x="530354" y="1338642"/>
                  </a:lnTo>
                  <a:lnTo>
                    <a:pt x="530355" y="1338629"/>
                  </a:lnTo>
                  <a:lnTo>
                    <a:pt x="530357" y="1338610"/>
                  </a:lnTo>
                  <a:lnTo>
                    <a:pt x="530358" y="1338594"/>
                  </a:lnTo>
                  <a:lnTo>
                    <a:pt x="530360" y="1338584"/>
                  </a:lnTo>
                  <a:lnTo>
                    <a:pt x="530361" y="1338572"/>
                  </a:lnTo>
                  <a:lnTo>
                    <a:pt x="530365" y="1338557"/>
                  </a:lnTo>
                  <a:lnTo>
                    <a:pt x="530369" y="1338539"/>
                  </a:lnTo>
                  <a:lnTo>
                    <a:pt x="530370" y="1338531"/>
                  </a:lnTo>
                  <a:lnTo>
                    <a:pt x="530372" y="1338520"/>
                  </a:lnTo>
                  <a:lnTo>
                    <a:pt x="530375" y="1338496"/>
                  </a:lnTo>
                  <a:lnTo>
                    <a:pt x="530378" y="1338467"/>
                  </a:lnTo>
                  <a:lnTo>
                    <a:pt x="530378" y="1338460"/>
                  </a:lnTo>
                  <a:lnTo>
                    <a:pt x="530380" y="1338447"/>
                  </a:lnTo>
                  <a:lnTo>
                    <a:pt x="530381" y="1338437"/>
                  </a:lnTo>
                  <a:lnTo>
                    <a:pt x="530384" y="1338428"/>
                  </a:lnTo>
                  <a:lnTo>
                    <a:pt x="530386" y="1338418"/>
                  </a:lnTo>
                  <a:lnTo>
                    <a:pt x="530388" y="1338409"/>
                  </a:lnTo>
                  <a:lnTo>
                    <a:pt x="530403" y="1338376"/>
                  </a:lnTo>
                  <a:lnTo>
                    <a:pt x="530407" y="1338370"/>
                  </a:lnTo>
                  <a:lnTo>
                    <a:pt x="530414" y="1338356"/>
                  </a:lnTo>
                  <a:lnTo>
                    <a:pt x="530431" y="1338325"/>
                  </a:lnTo>
                  <a:lnTo>
                    <a:pt x="530439" y="1338311"/>
                  </a:lnTo>
                  <a:lnTo>
                    <a:pt x="530442" y="1338304"/>
                  </a:lnTo>
                  <a:lnTo>
                    <a:pt x="530445" y="1338297"/>
                  </a:lnTo>
                  <a:lnTo>
                    <a:pt x="530448" y="1338287"/>
                  </a:lnTo>
                  <a:lnTo>
                    <a:pt x="530451" y="1338277"/>
                  </a:lnTo>
                  <a:lnTo>
                    <a:pt x="530461" y="1338246"/>
                  </a:lnTo>
                  <a:lnTo>
                    <a:pt x="530471" y="1338223"/>
                  </a:lnTo>
                  <a:lnTo>
                    <a:pt x="530478" y="1338206"/>
                  </a:lnTo>
                  <a:lnTo>
                    <a:pt x="530488" y="1338189"/>
                  </a:lnTo>
                  <a:lnTo>
                    <a:pt x="530498" y="1338170"/>
                  </a:lnTo>
                  <a:lnTo>
                    <a:pt x="530518" y="1338131"/>
                  </a:lnTo>
                  <a:lnTo>
                    <a:pt x="530551" y="1338073"/>
                  </a:lnTo>
                  <a:lnTo>
                    <a:pt x="530553" y="1338068"/>
                  </a:lnTo>
                  <a:lnTo>
                    <a:pt x="530565" y="1338041"/>
                  </a:lnTo>
                  <a:lnTo>
                    <a:pt x="530567" y="1338035"/>
                  </a:lnTo>
                  <a:lnTo>
                    <a:pt x="530564" y="1338028"/>
                  </a:lnTo>
                  <a:lnTo>
                    <a:pt x="530558" y="1338024"/>
                  </a:lnTo>
                  <a:lnTo>
                    <a:pt x="530549" y="1338020"/>
                  </a:lnTo>
                  <a:lnTo>
                    <a:pt x="530537" y="1338016"/>
                  </a:lnTo>
                  <a:lnTo>
                    <a:pt x="530529" y="1338014"/>
                  </a:lnTo>
                  <a:lnTo>
                    <a:pt x="530519" y="1338012"/>
                  </a:lnTo>
                  <a:lnTo>
                    <a:pt x="530510" y="1338012"/>
                  </a:lnTo>
                  <a:lnTo>
                    <a:pt x="530497" y="1338012"/>
                  </a:lnTo>
                  <a:lnTo>
                    <a:pt x="530480" y="1338013"/>
                  </a:lnTo>
                  <a:lnTo>
                    <a:pt x="530472" y="1338013"/>
                  </a:lnTo>
                  <a:lnTo>
                    <a:pt x="530465" y="1338010"/>
                  </a:lnTo>
                  <a:lnTo>
                    <a:pt x="530423" y="1338000"/>
                  </a:lnTo>
                  <a:lnTo>
                    <a:pt x="530417" y="1337999"/>
                  </a:lnTo>
                  <a:lnTo>
                    <a:pt x="530393" y="1337997"/>
                  </a:lnTo>
                  <a:lnTo>
                    <a:pt x="530377" y="1337998"/>
                  </a:lnTo>
                  <a:lnTo>
                    <a:pt x="530363" y="1338000"/>
                  </a:lnTo>
                  <a:lnTo>
                    <a:pt x="530352" y="1338004"/>
                  </a:lnTo>
                  <a:lnTo>
                    <a:pt x="530336" y="1338014"/>
                  </a:lnTo>
                  <a:lnTo>
                    <a:pt x="530321" y="1338023"/>
                  </a:lnTo>
                  <a:lnTo>
                    <a:pt x="530315" y="1338026"/>
                  </a:lnTo>
                  <a:lnTo>
                    <a:pt x="530302" y="1338027"/>
                  </a:lnTo>
                  <a:lnTo>
                    <a:pt x="530285" y="1338028"/>
                  </a:lnTo>
                  <a:lnTo>
                    <a:pt x="530268" y="1338026"/>
                  </a:lnTo>
                  <a:lnTo>
                    <a:pt x="530248" y="1338024"/>
                  </a:lnTo>
                  <a:lnTo>
                    <a:pt x="530220" y="1338018"/>
                  </a:lnTo>
                  <a:lnTo>
                    <a:pt x="530201" y="1338016"/>
                  </a:lnTo>
                  <a:lnTo>
                    <a:pt x="530196" y="1338016"/>
                  </a:lnTo>
                  <a:lnTo>
                    <a:pt x="530190" y="1338015"/>
                  </a:lnTo>
                  <a:lnTo>
                    <a:pt x="530182" y="1338013"/>
                  </a:lnTo>
                  <a:lnTo>
                    <a:pt x="530176" y="1338011"/>
                  </a:lnTo>
                  <a:lnTo>
                    <a:pt x="530172" y="1338008"/>
                  </a:lnTo>
                  <a:lnTo>
                    <a:pt x="530167" y="1338004"/>
                  </a:lnTo>
                  <a:lnTo>
                    <a:pt x="530160" y="1337997"/>
                  </a:lnTo>
                  <a:lnTo>
                    <a:pt x="530149" y="1337987"/>
                  </a:lnTo>
                  <a:lnTo>
                    <a:pt x="530113" y="1337951"/>
                  </a:lnTo>
                  <a:lnTo>
                    <a:pt x="530075" y="1337915"/>
                  </a:lnTo>
                  <a:lnTo>
                    <a:pt x="530052" y="1337892"/>
                  </a:lnTo>
                  <a:lnTo>
                    <a:pt x="530015" y="1337860"/>
                  </a:lnTo>
                  <a:lnTo>
                    <a:pt x="530005" y="1337851"/>
                  </a:lnTo>
                  <a:lnTo>
                    <a:pt x="529995" y="1337840"/>
                  </a:lnTo>
                  <a:lnTo>
                    <a:pt x="529991" y="1337835"/>
                  </a:lnTo>
                  <a:lnTo>
                    <a:pt x="529986" y="1337821"/>
                  </a:lnTo>
                  <a:lnTo>
                    <a:pt x="529985" y="1337815"/>
                  </a:lnTo>
                  <a:lnTo>
                    <a:pt x="529982" y="1337804"/>
                  </a:lnTo>
                  <a:lnTo>
                    <a:pt x="529976" y="1337790"/>
                  </a:lnTo>
                  <a:lnTo>
                    <a:pt x="529968" y="1337776"/>
                  </a:lnTo>
                  <a:lnTo>
                    <a:pt x="529962" y="1337767"/>
                  </a:lnTo>
                  <a:lnTo>
                    <a:pt x="529948" y="1337751"/>
                  </a:lnTo>
                  <a:lnTo>
                    <a:pt x="529930" y="1337728"/>
                  </a:lnTo>
                  <a:lnTo>
                    <a:pt x="529921" y="1337720"/>
                  </a:lnTo>
                  <a:lnTo>
                    <a:pt x="529914" y="1337714"/>
                  </a:lnTo>
                  <a:lnTo>
                    <a:pt x="529909" y="1337712"/>
                  </a:lnTo>
                  <a:lnTo>
                    <a:pt x="529901" y="1337709"/>
                  </a:lnTo>
                  <a:lnTo>
                    <a:pt x="529895" y="1337707"/>
                  </a:lnTo>
                  <a:lnTo>
                    <a:pt x="529888" y="1337705"/>
                  </a:lnTo>
                  <a:lnTo>
                    <a:pt x="529884" y="1337703"/>
                  </a:lnTo>
                  <a:lnTo>
                    <a:pt x="529876" y="1337697"/>
                  </a:lnTo>
                  <a:lnTo>
                    <a:pt x="529868" y="1337691"/>
                  </a:lnTo>
                  <a:lnTo>
                    <a:pt x="529856" y="1337681"/>
                  </a:lnTo>
                  <a:lnTo>
                    <a:pt x="529850" y="1337676"/>
                  </a:lnTo>
                  <a:lnTo>
                    <a:pt x="529829" y="1337661"/>
                  </a:lnTo>
                  <a:lnTo>
                    <a:pt x="529807" y="1337649"/>
                  </a:lnTo>
                  <a:lnTo>
                    <a:pt x="529777" y="1337635"/>
                  </a:lnTo>
                  <a:lnTo>
                    <a:pt x="529753" y="1337623"/>
                  </a:lnTo>
                  <a:lnTo>
                    <a:pt x="529720" y="1337608"/>
                  </a:lnTo>
                  <a:lnTo>
                    <a:pt x="529705" y="1337603"/>
                  </a:lnTo>
                  <a:lnTo>
                    <a:pt x="529692" y="1337602"/>
                  </a:lnTo>
                  <a:lnTo>
                    <a:pt x="529682" y="1337602"/>
                  </a:lnTo>
                  <a:lnTo>
                    <a:pt x="529666" y="1337603"/>
                  </a:lnTo>
                  <a:lnTo>
                    <a:pt x="529658" y="1337604"/>
                  </a:lnTo>
                  <a:lnTo>
                    <a:pt x="529645" y="1337606"/>
                  </a:lnTo>
                  <a:lnTo>
                    <a:pt x="529622" y="1337611"/>
                  </a:lnTo>
                  <a:lnTo>
                    <a:pt x="529603" y="1337615"/>
                  </a:lnTo>
                  <a:lnTo>
                    <a:pt x="529561" y="1337628"/>
                  </a:lnTo>
                  <a:lnTo>
                    <a:pt x="529551" y="1337632"/>
                  </a:lnTo>
                  <a:lnTo>
                    <a:pt x="529526" y="1337637"/>
                  </a:lnTo>
                  <a:lnTo>
                    <a:pt x="529489" y="1337642"/>
                  </a:lnTo>
                  <a:lnTo>
                    <a:pt x="529458" y="1337644"/>
                  </a:lnTo>
                  <a:lnTo>
                    <a:pt x="529417" y="1337644"/>
                  </a:lnTo>
                  <a:lnTo>
                    <a:pt x="529402" y="1337643"/>
                  </a:lnTo>
                  <a:lnTo>
                    <a:pt x="529346" y="1337641"/>
                  </a:lnTo>
                  <a:lnTo>
                    <a:pt x="529294" y="1337642"/>
                  </a:lnTo>
                  <a:lnTo>
                    <a:pt x="529263" y="1337639"/>
                  </a:lnTo>
                  <a:lnTo>
                    <a:pt x="529256" y="1337637"/>
                  </a:lnTo>
                  <a:lnTo>
                    <a:pt x="529248" y="1337636"/>
                  </a:lnTo>
                  <a:lnTo>
                    <a:pt x="529240" y="1337634"/>
                  </a:lnTo>
                  <a:lnTo>
                    <a:pt x="529234" y="1337632"/>
                  </a:lnTo>
                  <a:lnTo>
                    <a:pt x="529227" y="1337629"/>
                  </a:lnTo>
                  <a:lnTo>
                    <a:pt x="529220" y="1337625"/>
                  </a:lnTo>
                  <a:lnTo>
                    <a:pt x="529205" y="1337616"/>
                  </a:lnTo>
                  <a:lnTo>
                    <a:pt x="529179" y="1337599"/>
                  </a:lnTo>
                  <a:lnTo>
                    <a:pt x="529162" y="1337586"/>
                  </a:lnTo>
                  <a:lnTo>
                    <a:pt x="529149" y="1337576"/>
                  </a:lnTo>
                  <a:lnTo>
                    <a:pt x="529144" y="1337570"/>
                  </a:lnTo>
                  <a:lnTo>
                    <a:pt x="529132" y="1337557"/>
                  </a:lnTo>
                  <a:lnTo>
                    <a:pt x="529117" y="1337541"/>
                  </a:lnTo>
                  <a:lnTo>
                    <a:pt x="529105" y="1337532"/>
                  </a:lnTo>
                  <a:lnTo>
                    <a:pt x="529094" y="1337528"/>
                  </a:lnTo>
                  <a:lnTo>
                    <a:pt x="529087" y="1337526"/>
                  </a:lnTo>
                  <a:lnTo>
                    <a:pt x="529081" y="1337526"/>
                  </a:lnTo>
                  <a:lnTo>
                    <a:pt x="529075" y="1337527"/>
                  </a:lnTo>
                  <a:lnTo>
                    <a:pt x="529062" y="1337532"/>
                  </a:lnTo>
                  <a:lnTo>
                    <a:pt x="529054" y="1337534"/>
                  </a:lnTo>
                  <a:lnTo>
                    <a:pt x="529046" y="1337533"/>
                  </a:lnTo>
                  <a:lnTo>
                    <a:pt x="529040" y="1337529"/>
                  </a:lnTo>
                  <a:lnTo>
                    <a:pt x="529034" y="1337524"/>
                  </a:lnTo>
                  <a:lnTo>
                    <a:pt x="529027" y="1337518"/>
                  </a:lnTo>
                  <a:lnTo>
                    <a:pt x="529021" y="1337512"/>
                  </a:lnTo>
                  <a:lnTo>
                    <a:pt x="529014" y="1337506"/>
                  </a:lnTo>
                  <a:lnTo>
                    <a:pt x="529006" y="1337501"/>
                  </a:lnTo>
                  <a:lnTo>
                    <a:pt x="528990" y="1337495"/>
                  </a:lnTo>
                  <a:lnTo>
                    <a:pt x="528966" y="1337483"/>
                  </a:lnTo>
                  <a:lnTo>
                    <a:pt x="528951" y="1337474"/>
                  </a:lnTo>
                  <a:lnTo>
                    <a:pt x="528921" y="1337451"/>
                  </a:lnTo>
                  <a:lnTo>
                    <a:pt x="528892" y="1337432"/>
                  </a:lnTo>
                  <a:lnTo>
                    <a:pt x="528873" y="1337419"/>
                  </a:lnTo>
                  <a:lnTo>
                    <a:pt x="528854" y="1337405"/>
                  </a:lnTo>
                  <a:lnTo>
                    <a:pt x="528844" y="1337397"/>
                  </a:lnTo>
                  <a:lnTo>
                    <a:pt x="528838" y="1337394"/>
                  </a:lnTo>
                  <a:lnTo>
                    <a:pt x="528832" y="1337389"/>
                  </a:lnTo>
                  <a:lnTo>
                    <a:pt x="528826" y="1337383"/>
                  </a:lnTo>
                  <a:lnTo>
                    <a:pt x="528822" y="1337377"/>
                  </a:lnTo>
                  <a:lnTo>
                    <a:pt x="528818" y="1337367"/>
                  </a:lnTo>
                  <a:lnTo>
                    <a:pt x="528815" y="1337356"/>
                  </a:lnTo>
                  <a:lnTo>
                    <a:pt x="528813" y="1337342"/>
                  </a:lnTo>
                  <a:lnTo>
                    <a:pt x="528812" y="1337329"/>
                  </a:lnTo>
                  <a:lnTo>
                    <a:pt x="528809" y="1337318"/>
                  </a:lnTo>
                  <a:lnTo>
                    <a:pt x="528804" y="1337300"/>
                  </a:lnTo>
                  <a:lnTo>
                    <a:pt x="528796" y="1337283"/>
                  </a:lnTo>
                  <a:lnTo>
                    <a:pt x="528785" y="1337257"/>
                  </a:lnTo>
                  <a:lnTo>
                    <a:pt x="528783" y="1337251"/>
                  </a:lnTo>
                  <a:lnTo>
                    <a:pt x="528783" y="1337242"/>
                  </a:lnTo>
                  <a:lnTo>
                    <a:pt x="528783" y="1337226"/>
                  </a:lnTo>
                  <a:lnTo>
                    <a:pt x="528784" y="1337214"/>
                  </a:lnTo>
                  <a:lnTo>
                    <a:pt x="528786" y="1337203"/>
                  </a:lnTo>
                  <a:lnTo>
                    <a:pt x="528788" y="1337191"/>
                  </a:lnTo>
                  <a:lnTo>
                    <a:pt x="528792" y="1337179"/>
                  </a:lnTo>
                  <a:lnTo>
                    <a:pt x="528798" y="1337167"/>
                  </a:lnTo>
                  <a:lnTo>
                    <a:pt x="528812" y="1337138"/>
                  </a:lnTo>
                  <a:lnTo>
                    <a:pt x="528829" y="1337107"/>
                  </a:lnTo>
                  <a:lnTo>
                    <a:pt x="528836" y="1337095"/>
                  </a:lnTo>
                  <a:lnTo>
                    <a:pt x="528847" y="1337081"/>
                  </a:lnTo>
                  <a:lnTo>
                    <a:pt x="528858" y="1337067"/>
                  </a:lnTo>
                  <a:lnTo>
                    <a:pt x="528858" y="1337061"/>
                  </a:lnTo>
                  <a:lnTo>
                    <a:pt x="528854" y="1337051"/>
                  </a:lnTo>
                  <a:lnTo>
                    <a:pt x="528837" y="1337019"/>
                  </a:lnTo>
                  <a:lnTo>
                    <a:pt x="528827" y="1336994"/>
                  </a:lnTo>
                  <a:lnTo>
                    <a:pt x="528805" y="1336937"/>
                  </a:lnTo>
                  <a:lnTo>
                    <a:pt x="528781" y="1336879"/>
                  </a:lnTo>
                  <a:lnTo>
                    <a:pt x="528777" y="1336871"/>
                  </a:lnTo>
                  <a:lnTo>
                    <a:pt x="528771" y="1336859"/>
                  </a:lnTo>
                  <a:lnTo>
                    <a:pt x="528758" y="1336842"/>
                  </a:lnTo>
                  <a:lnTo>
                    <a:pt x="528742" y="1336823"/>
                  </a:lnTo>
                  <a:lnTo>
                    <a:pt x="528728" y="1336808"/>
                  </a:lnTo>
                  <a:lnTo>
                    <a:pt x="528717" y="1336797"/>
                  </a:lnTo>
                  <a:lnTo>
                    <a:pt x="528705" y="1336792"/>
                  </a:lnTo>
                  <a:lnTo>
                    <a:pt x="528698" y="1336790"/>
                  </a:lnTo>
                  <a:lnTo>
                    <a:pt x="528686" y="1336790"/>
                  </a:lnTo>
                  <a:lnTo>
                    <a:pt x="528670" y="1336791"/>
                  </a:lnTo>
                  <a:lnTo>
                    <a:pt x="528661" y="1336791"/>
                  </a:lnTo>
                  <a:lnTo>
                    <a:pt x="528653" y="1336789"/>
                  </a:lnTo>
                  <a:lnTo>
                    <a:pt x="528648" y="1336787"/>
                  </a:lnTo>
                  <a:lnTo>
                    <a:pt x="528640" y="1336783"/>
                  </a:lnTo>
                  <a:lnTo>
                    <a:pt x="528634" y="1336779"/>
                  </a:lnTo>
                  <a:lnTo>
                    <a:pt x="528618" y="1336767"/>
                  </a:lnTo>
                  <a:lnTo>
                    <a:pt x="528598" y="1336750"/>
                  </a:lnTo>
                  <a:lnTo>
                    <a:pt x="528586" y="1336738"/>
                  </a:lnTo>
                  <a:lnTo>
                    <a:pt x="528573" y="1336725"/>
                  </a:lnTo>
                  <a:lnTo>
                    <a:pt x="528564" y="1336713"/>
                  </a:lnTo>
                  <a:lnTo>
                    <a:pt x="528549" y="1336691"/>
                  </a:lnTo>
                  <a:lnTo>
                    <a:pt x="528538" y="1336667"/>
                  </a:lnTo>
                  <a:lnTo>
                    <a:pt x="528530" y="1336650"/>
                  </a:lnTo>
                  <a:lnTo>
                    <a:pt x="528525" y="1336634"/>
                  </a:lnTo>
                  <a:lnTo>
                    <a:pt x="528523" y="1336617"/>
                  </a:lnTo>
                  <a:lnTo>
                    <a:pt x="528520" y="1336598"/>
                  </a:lnTo>
                  <a:lnTo>
                    <a:pt x="528515" y="1336584"/>
                  </a:lnTo>
                  <a:lnTo>
                    <a:pt x="528510" y="1336575"/>
                  </a:lnTo>
                  <a:lnTo>
                    <a:pt x="528502" y="1336567"/>
                  </a:lnTo>
                  <a:lnTo>
                    <a:pt x="528495" y="1336562"/>
                  </a:lnTo>
                  <a:lnTo>
                    <a:pt x="528480" y="1336554"/>
                  </a:lnTo>
                  <a:lnTo>
                    <a:pt x="528470" y="1336548"/>
                  </a:lnTo>
                  <a:lnTo>
                    <a:pt x="528463" y="1336542"/>
                  </a:lnTo>
                  <a:lnTo>
                    <a:pt x="528458" y="1336535"/>
                  </a:lnTo>
                  <a:lnTo>
                    <a:pt x="528451" y="1336524"/>
                  </a:lnTo>
                  <a:lnTo>
                    <a:pt x="528445" y="1336517"/>
                  </a:lnTo>
                  <a:lnTo>
                    <a:pt x="528438" y="1336513"/>
                  </a:lnTo>
                  <a:lnTo>
                    <a:pt x="528429" y="1336512"/>
                  </a:lnTo>
                  <a:lnTo>
                    <a:pt x="528418" y="1336513"/>
                  </a:lnTo>
                  <a:lnTo>
                    <a:pt x="528403" y="1336515"/>
                  </a:lnTo>
                  <a:lnTo>
                    <a:pt x="528397" y="1336515"/>
                  </a:lnTo>
                  <a:lnTo>
                    <a:pt x="528389" y="1336513"/>
                  </a:lnTo>
                  <a:lnTo>
                    <a:pt x="528383" y="1336511"/>
                  </a:lnTo>
                  <a:lnTo>
                    <a:pt x="528376" y="1336506"/>
                  </a:lnTo>
                  <a:lnTo>
                    <a:pt x="528369" y="1336502"/>
                  </a:lnTo>
                  <a:lnTo>
                    <a:pt x="528361" y="1336495"/>
                  </a:lnTo>
                  <a:lnTo>
                    <a:pt x="528353" y="1336487"/>
                  </a:lnTo>
                  <a:lnTo>
                    <a:pt x="528345" y="1336478"/>
                  </a:lnTo>
                  <a:lnTo>
                    <a:pt x="528335" y="1336471"/>
                  </a:lnTo>
                  <a:lnTo>
                    <a:pt x="528327" y="1336466"/>
                  </a:lnTo>
                  <a:lnTo>
                    <a:pt x="528317" y="1336465"/>
                  </a:lnTo>
                  <a:lnTo>
                    <a:pt x="528302" y="1336465"/>
                  </a:lnTo>
                  <a:lnTo>
                    <a:pt x="528267" y="1336468"/>
                  </a:lnTo>
                  <a:lnTo>
                    <a:pt x="528229" y="1336471"/>
                  </a:lnTo>
                  <a:lnTo>
                    <a:pt x="528206" y="1336471"/>
                  </a:lnTo>
                  <a:lnTo>
                    <a:pt x="528183" y="1336471"/>
                  </a:lnTo>
                  <a:lnTo>
                    <a:pt x="528159" y="1336467"/>
                  </a:lnTo>
                  <a:lnTo>
                    <a:pt x="528145" y="1336465"/>
                  </a:lnTo>
                  <a:lnTo>
                    <a:pt x="528139" y="1336462"/>
                  </a:lnTo>
                  <a:lnTo>
                    <a:pt x="528128" y="1336459"/>
                  </a:lnTo>
                  <a:lnTo>
                    <a:pt x="528108" y="1336450"/>
                  </a:lnTo>
                  <a:lnTo>
                    <a:pt x="528085" y="1336441"/>
                  </a:lnTo>
                  <a:lnTo>
                    <a:pt x="528065" y="1336435"/>
                  </a:lnTo>
                  <a:lnTo>
                    <a:pt x="528054" y="1336431"/>
                  </a:lnTo>
                  <a:lnTo>
                    <a:pt x="528043" y="1336426"/>
                  </a:lnTo>
                  <a:lnTo>
                    <a:pt x="528033" y="1336418"/>
                  </a:lnTo>
                  <a:lnTo>
                    <a:pt x="528013" y="1336405"/>
                  </a:lnTo>
                  <a:lnTo>
                    <a:pt x="527999" y="1336395"/>
                  </a:lnTo>
                  <a:lnTo>
                    <a:pt x="527983" y="1336385"/>
                  </a:lnTo>
                  <a:lnTo>
                    <a:pt x="527972" y="1336375"/>
                  </a:lnTo>
                  <a:lnTo>
                    <a:pt x="527965" y="1336367"/>
                  </a:lnTo>
                  <a:lnTo>
                    <a:pt x="527959" y="1336359"/>
                  </a:lnTo>
                  <a:lnTo>
                    <a:pt x="527952" y="1336345"/>
                  </a:lnTo>
                  <a:lnTo>
                    <a:pt x="527949" y="1336338"/>
                  </a:lnTo>
                  <a:lnTo>
                    <a:pt x="527947" y="1336331"/>
                  </a:lnTo>
                  <a:lnTo>
                    <a:pt x="527945" y="1336319"/>
                  </a:lnTo>
                  <a:lnTo>
                    <a:pt x="527942" y="1336287"/>
                  </a:lnTo>
                  <a:lnTo>
                    <a:pt x="527942" y="1336266"/>
                  </a:lnTo>
                  <a:lnTo>
                    <a:pt x="527941" y="1336230"/>
                  </a:lnTo>
                  <a:lnTo>
                    <a:pt x="527941" y="1336212"/>
                  </a:lnTo>
                  <a:lnTo>
                    <a:pt x="527942" y="1336190"/>
                  </a:lnTo>
                  <a:lnTo>
                    <a:pt x="527944" y="1336173"/>
                  </a:lnTo>
                  <a:lnTo>
                    <a:pt x="527947" y="1336153"/>
                  </a:lnTo>
                  <a:lnTo>
                    <a:pt x="527952" y="1336133"/>
                  </a:lnTo>
                  <a:lnTo>
                    <a:pt x="527958" y="1336112"/>
                  </a:lnTo>
                  <a:lnTo>
                    <a:pt x="527961" y="1336103"/>
                  </a:lnTo>
                  <a:lnTo>
                    <a:pt x="527963" y="1336097"/>
                  </a:lnTo>
                  <a:lnTo>
                    <a:pt x="527965" y="1336085"/>
                  </a:lnTo>
                  <a:lnTo>
                    <a:pt x="527965" y="1336076"/>
                  </a:lnTo>
                  <a:lnTo>
                    <a:pt x="527965" y="1336063"/>
                  </a:lnTo>
                  <a:lnTo>
                    <a:pt x="527964" y="1336053"/>
                  </a:lnTo>
                  <a:lnTo>
                    <a:pt x="527961" y="1336034"/>
                  </a:lnTo>
                  <a:lnTo>
                    <a:pt x="527958" y="1336001"/>
                  </a:lnTo>
                  <a:lnTo>
                    <a:pt x="527958" y="1335987"/>
                  </a:lnTo>
                  <a:lnTo>
                    <a:pt x="527957" y="1335943"/>
                  </a:lnTo>
                  <a:lnTo>
                    <a:pt x="527958" y="1335925"/>
                  </a:lnTo>
                  <a:lnTo>
                    <a:pt x="527963" y="1335885"/>
                  </a:lnTo>
                  <a:lnTo>
                    <a:pt x="527964" y="1335873"/>
                  </a:lnTo>
                  <a:lnTo>
                    <a:pt x="527973" y="1335827"/>
                  </a:lnTo>
                  <a:lnTo>
                    <a:pt x="527984" y="1335769"/>
                  </a:lnTo>
                  <a:lnTo>
                    <a:pt x="527990" y="1335732"/>
                  </a:lnTo>
                  <a:lnTo>
                    <a:pt x="527993" y="1335711"/>
                  </a:lnTo>
                  <a:lnTo>
                    <a:pt x="527995" y="1335701"/>
                  </a:lnTo>
                  <a:lnTo>
                    <a:pt x="527993" y="1335684"/>
                  </a:lnTo>
                  <a:lnTo>
                    <a:pt x="527993" y="1335673"/>
                  </a:lnTo>
                  <a:lnTo>
                    <a:pt x="527984" y="1335652"/>
                  </a:lnTo>
                  <a:lnTo>
                    <a:pt x="527967" y="1335619"/>
                  </a:lnTo>
                  <a:lnTo>
                    <a:pt x="527953" y="1335594"/>
                  </a:lnTo>
                  <a:lnTo>
                    <a:pt x="527942" y="1335581"/>
                  </a:lnTo>
                  <a:lnTo>
                    <a:pt x="527930" y="1335567"/>
                  </a:lnTo>
                  <a:lnTo>
                    <a:pt x="527920" y="1335556"/>
                  </a:lnTo>
                  <a:lnTo>
                    <a:pt x="527900" y="1335537"/>
                  </a:lnTo>
                  <a:lnTo>
                    <a:pt x="527876" y="1335518"/>
                  </a:lnTo>
                  <a:lnTo>
                    <a:pt x="527864" y="1335509"/>
                  </a:lnTo>
                  <a:lnTo>
                    <a:pt x="527858" y="1335502"/>
                  </a:lnTo>
                  <a:lnTo>
                    <a:pt x="527829" y="1335480"/>
                  </a:lnTo>
                  <a:lnTo>
                    <a:pt x="527820" y="1335475"/>
                  </a:lnTo>
                  <a:lnTo>
                    <a:pt x="527804" y="1335467"/>
                  </a:lnTo>
                  <a:lnTo>
                    <a:pt x="527785" y="1335459"/>
                  </a:lnTo>
                  <a:lnTo>
                    <a:pt x="527758" y="1335450"/>
                  </a:lnTo>
                  <a:lnTo>
                    <a:pt x="527737" y="1335443"/>
                  </a:lnTo>
                  <a:lnTo>
                    <a:pt x="527711" y="1335432"/>
                  </a:lnTo>
                  <a:lnTo>
                    <a:pt x="527699" y="1335426"/>
                  </a:lnTo>
                  <a:lnTo>
                    <a:pt x="527693" y="1335422"/>
                  </a:lnTo>
                  <a:lnTo>
                    <a:pt x="527690" y="1335416"/>
                  </a:lnTo>
                  <a:lnTo>
                    <a:pt x="527688" y="1335410"/>
                  </a:lnTo>
                  <a:lnTo>
                    <a:pt x="527687" y="1335400"/>
                  </a:lnTo>
                  <a:lnTo>
                    <a:pt x="527689" y="1335372"/>
                  </a:lnTo>
                  <a:lnTo>
                    <a:pt x="527690" y="1335342"/>
                  </a:lnTo>
                  <a:lnTo>
                    <a:pt x="527689" y="1335327"/>
                  </a:lnTo>
                  <a:lnTo>
                    <a:pt x="527686" y="1335301"/>
                  </a:lnTo>
                  <a:lnTo>
                    <a:pt x="527681" y="1335284"/>
                  </a:lnTo>
                  <a:lnTo>
                    <a:pt x="527679" y="1335274"/>
                  </a:lnTo>
                  <a:lnTo>
                    <a:pt x="527675" y="1335260"/>
                  </a:lnTo>
                  <a:lnTo>
                    <a:pt x="527674" y="1335244"/>
                  </a:lnTo>
                  <a:lnTo>
                    <a:pt x="527674" y="1335227"/>
                  </a:lnTo>
                  <a:lnTo>
                    <a:pt x="527674" y="1335190"/>
                  </a:lnTo>
                  <a:lnTo>
                    <a:pt x="527673" y="1335177"/>
                  </a:lnTo>
                  <a:lnTo>
                    <a:pt x="527672" y="1335170"/>
                  </a:lnTo>
                  <a:lnTo>
                    <a:pt x="527671" y="1335161"/>
                  </a:lnTo>
                  <a:lnTo>
                    <a:pt x="527669" y="1335153"/>
                  </a:lnTo>
                  <a:lnTo>
                    <a:pt x="527664" y="1335144"/>
                  </a:lnTo>
                  <a:lnTo>
                    <a:pt x="527660" y="1335137"/>
                  </a:lnTo>
                  <a:lnTo>
                    <a:pt x="527653" y="1335132"/>
                  </a:lnTo>
                  <a:lnTo>
                    <a:pt x="527645" y="1335125"/>
                  </a:lnTo>
                  <a:lnTo>
                    <a:pt x="527625" y="1335112"/>
                  </a:lnTo>
                  <a:lnTo>
                    <a:pt x="527613" y="1335106"/>
                  </a:lnTo>
                  <a:lnTo>
                    <a:pt x="527593" y="1335095"/>
                  </a:lnTo>
                  <a:lnTo>
                    <a:pt x="527580" y="1335088"/>
                  </a:lnTo>
                  <a:lnTo>
                    <a:pt x="527571" y="1335082"/>
                  </a:lnTo>
                  <a:lnTo>
                    <a:pt x="527555" y="1335070"/>
                  </a:lnTo>
                  <a:lnTo>
                    <a:pt x="527518" y="1335040"/>
                  </a:lnTo>
                  <a:lnTo>
                    <a:pt x="527511" y="1335034"/>
                  </a:lnTo>
                  <a:lnTo>
                    <a:pt x="527498" y="1335023"/>
                  </a:lnTo>
                  <a:lnTo>
                    <a:pt x="527490" y="1335014"/>
                  </a:lnTo>
                  <a:lnTo>
                    <a:pt x="527485" y="1335004"/>
                  </a:lnTo>
                  <a:lnTo>
                    <a:pt x="527483" y="1334998"/>
                  </a:lnTo>
                  <a:lnTo>
                    <a:pt x="527482" y="1334990"/>
                  </a:lnTo>
                  <a:lnTo>
                    <a:pt x="527480" y="1334973"/>
                  </a:lnTo>
                  <a:lnTo>
                    <a:pt x="527477" y="1334965"/>
                  </a:lnTo>
                  <a:lnTo>
                    <a:pt x="527474" y="1334959"/>
                  </a:lnTo>
                  <a:lnTo>
                    <a:pt x="527467" y="1334952"/>
                  </a:lnTo>
                  <a:lnTo>
                    <a:pt x="527442" y="1334934"/>
                  </a:lnTo>
                  <a:lnTo>
                    <a:pt x="527414" y="1334917"/>
                  </a:lnTo>
                  <a:lnTo>
                    <a:pt x="527395" y="1334903"/>
                  </a:lnTo>
                  <a:lnTo>
                    <a:pt x="527371" y="1334891"/>
                  </a:lnTo>
                  <a:lnTo>
                    <a:pt x="527350" y="1334882"/>
                  </a:lnTo>
                  <a:lnTo>
                    <a:pt x="527322" y="1334873"/>
                  </a:lnTo>
                  <a:lnTo>
                    <a:pt x="527289" y="1334862"/>
                  </a:lnTo>
                  <a:lnTo>
                    <a:pt x="527272" y="1334856"/>
                  </a:lnTo>
                  <a:lnTo>
                    <a:pt x="527250" y="1334845"/>
                  </a:lnTo>
                  <a:lnTo>
                    <a:pt x="527205" y="1334820"/>
                  </a:lnTo>
                  <a:lnTo>
                    <a:pt x="527179" y="1334805"/>
                  </a:lnTo>
                  <a:lnTo>
                    <a:pt x="527155" y="1334792"/>
                  </a:lnTo>
                  <a:lnTo>
                    <a:pt x="527137" y="1334779"/>
                  </a:lnTo>
                  <a:lnTo>
                    <a:pt x="527119" y="1334765"/>
                  </a:lnTo>
                  <a:lnTo>
                    <a:pt x="527106" y="1334754"/>
                  </a:lnTo>
                  <a:lnTo>
                    <a:pt x="527096" y="1334745"/>
                  </a:lnTo>
                  <a:lnTo>
                    <a:pt x="527087" y="1334737"/>
                  </a:lnTo>
                  <a:lnTo>
                    <a:pt x="527079" y="1334733"/>
                  </a:lnTo>
                  <a:lnTo>
                    <a:pt x="527071" y="1334730"/>
                  </a:lnTo>
                  <a:lnTo>
                    <a:pt x="527063" y="1334730"/>
                  </a:lnTo>
                  <a:lnTo>
                    <a:pt x="527054" y="1334731"/>
                  </a:lnTo>
                  <a:lnTo>
                    <a:pt x="527045" y="1334733"/>
                  </a:lnTo>
                  <a:lnTo>
                    <a:pt x="527033" y="1334736"/>
                  </a:lnTo>
                  <a:lnTo>
                    <a:pt x="527015" y="1334742"/>
                  </a:lnTo>
                  <a:lnTo>
                    <a:pt x="527008" y="1334742"/>
                  </a:lnTo>
                  <a:lnTo>
                    <a:pt x="526999" y="1334741"/>
                  </a:lnTo>
                  <a:lnTo>
                    <a:pt x="526994" y="1334738"/>
                  </a:lnTo>
                  <a:lnTo>
                    <a:pt x="526990" y="1334732"/>
                  </a:lnTo>
                  <a:lnTo>
                    <a:pt x="526984" y="1334722"/>
                  </a:lnTo>
                  <a:lnTo>
                    <a:pt x="526977" y="1334716"/>
                  </a:lnTo>
                  <a:lnTo>
                    <a:pt x="526970" y="1334710"/>
                  </a:lnTo>
                  <a:lnTo>
                    <a:pt x="526961" y="1334702"/>
                  </a:lnTo>
                  <a:lnTo>
                    <a:pt x="526950" y="1334686"/>
                  </a:lnTo>
                  <a:lnTo>
                    <a:pt x="526939" y="1334670"/>
                  </a:lnTo>
                  <a:lnTo>
                    <a:pt x="526925" y="1334643"/>
                  </a:lnTo>
                  <a:lnTo>
                    <a:pt x="526919" y="1334632"/>
                  </a:lnTo>
                  <a:lnTo>
                    <a:pt x="526910" y="1334611"/>
                  </a:lnTo>
                  <a:lnTo>
                    <a:pt x="526900" y="1334586"/>
                  </a:lnTo>
                  <a:lnTo>
                    <a:pt x="526895" y="1334573"/>
                  </a:lnTo>
                  <a:lnTo>
                    <a:pt x="526888" y="1334554"/>
                  </a:lnTo>
                  <a:lnTo>
                    <a:pt x="526883" y="1334544"/>
                  </a:lnTo>
                  <a:lnTo>
                    <a:pt x="526869" y="1334529"/>
                  </a:lnTo>
                  <a:lnTo>
                    <a:pt x="526854" y="1334518"/>
                  </a:lnTo>
                  <a:lnTo>
                    <a:pt x="526839" y="1334510"/>
                  </a:lnTo>
                  <a:lnTo>
                    <a:pt x="526832" y="1334509"/>
                  </a:lnTo>
                  <a:lnTo>
                    <a:pt x="526819" y="1334508"/>
                  </a:lnTo>
                  <a:lnTo>
                    <a:pt x="526806" y="1334510"/>
                  </a:lnTo>
                  <a:lnTo>
                    <a:pt x="526798" y="1334512"/>
                  </a:lnTo>
                  <a:lnTo>
                    <a:pt x="526774" y="1334523"/>
                  </a:lnTo>
                  <a:lnTo>
                    <a:pt x="526764" y="1334525"/>
                  </a:lnTo>
                  <a:lnTo>
                    <a:pt x="526751" y="1334526"/>
                  </a:lnTo>
                  <a:lnTo>
                    <a:pt x="526742" y="1334525"/>
                  </a:lnTo>
                  <a:lnTo>
                    <a:pt x="526725" y="1334522"/>
                  </a:lnTo>
                  <a:lnTo>
                    <a:pt x="526714" y="1334521"/>
                  </a:lnTo>
                  <a:lnTo>
                    <a:pt x="526697" y="1334519"/>
                  </a:lnTo>
                  <a:lnTo>
                    <a:pt x="526673" y="1334519"/>
                  </a:lnTo>
                  <a:lnTo>
                    <a:pt x="526662" y="1334520"/>
                  </a:lnTo>
                  <a:lnTo>
                    <a:pt x="526653" y="1334520"/>
                  </a:lnTo>
                  <a:lnTo>
                    <a:pt x="526623" y="1334524"/>
                  </a:lnTo>
                  <a:lnTo>
                    <a:pt x="526582" y="1334533"/>
                  </a:lnTo>
                  <a:lnTo>
                    <a:pt x="526559" y="1334540"/>
                  </a:lnTo>
                  <a:lnTo>
                    <a:pt x="526547" y="1334542"/>
                  </a:lnTo>
                  <a:lnTo>
                    <a:pt x="526528" y="1334545"/>
                  </a:lnTo>
                  <a:lnTo>
                    <a:pt x="526509" y="1334546"/>
                  </a:lnTo>
                  <a:lnTo>
                    <a:pt x="526472" y="1334546"/>
                  </a:lnTo>
                  <a:lnTo>
                    <a:pt x="526453" y="1334544"/>
                  </a:lnTo>
                  <a:lnTo>
                    <a:pt x="526439" y="1334542"/>
                  </a:lnTo>
                  <a:lnTo>
                    <a:pt x="526409" y="1334537"/>
                  </a:lnTo>
                  <a:lnTo>
                    <a:pt x="526366" y="1334529"/>
                  </a:lnTo>
                  <a:lnTo>
                    <a:pt x="526326" y="1334524"/>
                  </a:lnTo>
                  <a:lnTo>
                    <a:pt x="526309" y="1334523"/>
                  </a:lnTo>
                  <a:lnTo>
                    <a:pt x="526295" y="1334524"/>
                  </a:lnTo>
                  <a:lnTo>
                    <a:pt x="526284" y="1334526"/>
                  </a:lnTo>
                  <a:lnTo>
                    <a:pt x="526273" y="1334528"/>
                  </a:lnTo>
                  <a:lnTo>
                    <a:pt x="526259" y="1334531"/>
                  </a:lnTo>
                  <a:lnTo>
                    <a:pt x="526243" y="1334535"/>
                  </a:lnTo>
                  <a:lnTo>
                    <a:pt x="526224" y="1334541"/>
                  </a:lnTo>
                  <a:lnTo>
                    <a:pt x="526195" y="1334553"/>
                  </a:lnTo>
                  <a:lnTo>
                    <a:pt x="526151" y="1334571"/>
                  </a:lnTo>
                  <a:lnTo>
                    <a:pt x="526124" y="1334580"/>
                  </a:lnTo>
                  <a:lnTo>
                    <a:pt x="526101" y="1334586"/>
                  </a:lnTo>
                  <a:lnTo>
                    <a:pt x="526079" y="1334590"/>
                  </a:lnTo>
                  <a:lnTo>
                    <a:pt x="526051" y="1334595"/>
                  </a:lnTo>
                  <a:lnTo>
                    <a:pt x="526037" y="1334598"/>
                  </a:lnTo>
                  <a:lnTo>
                    <a:pt x="526027" y="1334600"/>
                  </a:lnTo>
                  <a:lnTo>
                    <a:pt x="526020" y="1334603"/>
                  </a:lnTo>
                  <a:lnTo>
                    <a:pt x="526006" y="1334611"/>
                  </a:lnTo>
                  <a:lnTo>
                    <a:pt x="525976" y="1334630"/>
                  </a:lnTo>
                  <a:lnTo>
                    <a:pt x="525944" y="1334650"/>
                  </a:lnTo>
                  <a:lnTo>
                    <a:pt x="525933" y="1334657"/>
                  </a:lnTo>
                  <a:lnTo>
                    <a:pt x="525889" y="1334680"/>
                  </a:lnTo>
                  <a:lnTo>
                    <a:pt x="525877" y="1334688"/>
                  </a:lnTo>
                  <a:lnTo>
                    <a:pt x="525869" y="1334690"/>
                  </a:lnTo>
                  <a:lnTo>
                    <a:pt x="525860" y="1334690"/>
                  </a:lnTo>
                  <a:lnTo>
                    <a:pt x="525843" y="1334687"/>
                  </a:lnTo>
                  <a:lnTo>
                    <a:pt x="525824" y="1334683"/>
                  </a:lnTo>
                  <a:lnTo>
                    <a:pt x="525787" y="1334676"/>
                  </a:lnTo>
                  <a:lnTo>
                    <a:pt x="525758" y="1334670"/>
                  </a:lnTo>
                  <a:lnTo>
                    <a:pt x="525715" y="1334664"/>
                  </a:lnTo>
                  <a:lnTo>
                    <a:pt x="525698" y="1334662"/>
                  </a:lnTo>
                  <a:lnTo>
                    <a:pt x="525693" y="1334661"/>
                  </a:lnTo>
                  <a:lnTo>
                    <a:pt x="525662" y="1334657"/>
                  </a:lnTo>
                  <a:lnTo>
                    <a:pt x="525643" y="1334653"/>
                  </a:lnTo>
                  <a:lnTo>
                    <a:pt x="525625" y="1334649"/>
                  </a:lnTo>
                  <a:lnTo>
                    <a:pt x="525618" y="1334648"/>
                  </a:lnTo>
                  <a:lnTo>
                    <a:pt x="525605" y="1334644"/>
                  </a:lnTo>
                  <a:lnTo>
                    <a:pt x="525592" y="1334640"/>
                  </a:lnTo>
                  <a:lnTo>
                    <a:pt x="525581" y="1334636"/>
                  </a:lnTo>
                  <a:lnTo>
                    <a:pt x="525570" y="1334631"/>
                  </a:lnTo>
                  <a:lnTo>
                    <a:pt x="525563" y="1334628"/>
                  </a:lnTo>
                  <a:lnTo>
                    <a:pt x="525557" y="1334624"/>
                  </a:lnTo>
                  <a:lnTo>
                    <a:pt x="525549" y="1334620"/>
                  </a:lnTo>
                  <a:lnTo>
                    <a:pt x="525538" y="1334613"/>
                  </a:lnTo>
                  <a:lnTo>
                    <a:pt x="525527" y="1334605"/>
                  </a:lnTo>
                  <a:lnTo>
                    <a:pt x="525516" y="1334597"/>
                  </a:lnTo>
                  <a:lnTo>
                    <a:pt x="525494" y="1334584"/>
                  </a:lnTo>
                  <a:lnTo>
                    <a:pt x="525471" y="1334572"/>
                  </a:lnTo>
                  <a:lnTo>
                    <a:pt x="525445" y="1334561"/>
                  </a:lnTo>
                  <a:lnTo>
                    <a:pt x="525417" y="1334549"/>
                  </a:lnTo>
                  <a:lnTo>
                    <a:pt x="525400" y="1334545"/>
                  </a:lnTo>
                  <a:lnTo>
                    <a:pt x="525380" y="1334542"/>
                  </a:lnTo>
                  <a:lnTo>
                    <a:pt x="525365" y="1334541"/>
                  </a:lnTo>
                  <a:lnTo>
                    <a:pt x="525342" y="1334541"/>
                  </a:lnTo>
                  <a:lnTo>
                    <a:pt x="525329" y="1334541"/>
                  </a:lnTo>
                  <a:lnTo>
                    <a:pt x="525322" y="1334541"/>
                  </a:lnTo>
                  <a:lnTo>
                    <a:pt x="525312" y="1334539"/>
                  </a:lnTo>
                  <a:lnTo>
                    <a:pt x="525303" y="1334536"/>
                  </a:lnTo>
                  <a:lnTo>
                    <a:pt x="525294" y="1334532"/>
                  </a:lnTo>
                  <a:lnTo>
                    <a:pt x="525284" y="1334526"/>
                  </a:lnTo>
                  <a:lnTo>
                    <a:pt x="525269" y="1334517"/>
                  </a:lnTo>
                  <a:lnTo>
                    <a:pt x="525260" y="1334514"/>
                  </a:lnTo>
                  <a:lnTo>
                    <a:pt x="525250" y="1334513"/>
                  </a:lnTo>
                  <a:lnTo>
                    <a:pt x="525237" y="1334514"/>
                  </a:lnTo>
                  <a:lnTo>
                    <a:pt x="525227" y="1334515"/>
                  </a:lnTo>
                  <a:lnTo>
                    <a:pt x="525218" y="1334517"/>
                  </a:lnTo>
                  <a:lnTo>
                    <a:pt x="525209" y="1334519"/>
                  </a:lnTo>
                  <a:lnTo>
                    <a:pt x="525198" y="1334522"/>
                  </a:lnTo>
                  <a:lnTo>
                    <a:pt x="525171" y="1334532"/>
                  </a:lnTo>
                  <a:lnTo>
                    <a:pt x="525146" y="1334543"/>
                  </a:lnTo>
                  <a:lnTo>
                    <a:pt x="525112" y="1334559"/>
                  </a:lnTo>
                  <a:lnTo>
                    <a:pt x="525094" y="1334570"/>
                  </a:lnTo>
                  <a:lnTo>
                    <a:pt x="525074" y="1334580"/>
                  </a:lnTo>
                  <a:lnTo>
                    <a:pt x="525061" y="1334587"/>
                  </a:lnTo>
                  <a:lnTo>
                    <a:pt x="525053" y="1334591"/>
                  </a:lnTo>
                  <a:lnTo>
                    <a:pt x="525034" y="1334598"/>
                  </a:lnTo>
                  <a:lnTo>
                    <a:pt x="524995" y="1334611"/>
                  </a:lnTo>
                  <a:lnTo>
                    <a:pt x="524983" y="1334615"/>
                  </a:lnTo>
                  <a:lnTo>
                    <a:pt x="524972" y="1334620"/>
                  </a:lnTo>
                  <a:lnTo>
                    <a:pt x="524964" y="1334626"/>
                  </a:lnTo>
                  <a:lnTo>
                    <a:pt x="524954" y="1334632"/>
                  </a:lnTo>
                  <a:lnTo>
                    <a:pt x="524947" y="1334634"/>
                  </a:lnTo>
                  <a:lnTo>
                    <a:pt x="524937" y="1334635"/>
                  </a:lnTo>
                  <a:lnTo>
                    <a:pt x="524924" y="1334635"/>
                  </a:lnTo>
                  <a:lnTo>
                    <a:pt x="524914" y="1334633"/>
                  </a:lnTo>
                  <a:lnTo>
                    <a:pt x="524903" y="1334630"/>
                  </a:lnTo>
                  <a:lnTo>
                    <a:pt x="524889" y="1334628"/>
                  </a:lnTo>
                  <a:lnTo>
                    <a:pt x="524879" y="1334626"/>
                  </a:lnTo>
                  <a:lnTo>
                    <a:pt x="524821" y="1334620"/>
                  </a:lnTo>
                  <a:lnTo>
                    <a:pt x="524765" y="1334617"/>
                  </a:lnTo>
                  <a:lnTo>
                    <a:pt x="524707" y="1334613"/>
                  </a:lnTo>
                  <a:lnTo>
                    <a:pt x="524685" y="1334611"/>
                  </a:lnTo>
                  <a:lnTo>
                    <a:pt x="524648" y="1334608"/>
                  </a:lnTo>
                  <a:lnTo>
                    <a:pt x="524625" y="1334609"/>
                  </a:lnTo>
                  <a:lnTo>
                    <a:pt x="524590" y="1334613"/>
                  </a:lnTo>
                  <a:lnTo>
                    <a:pt x="524575" y="1334615"/>
                  </a:lnTo>
                  <a:lnTo>
                    <a:pt x="524569" y="1334615"/>
                  </a:lnTo>
                  <a:lnTo>
                    <a:pt x="524555" y="1334615"/>
                  </a:lnTo>
                  <a:lnTo>
                    <a:pt x="524532" y="1334613"/>
                  </a:lnTo>
                  <a:lnTo>
                    <a:pt x="524514" y="1334611"/>
                  </a:lnTo>
                  <a:lnTo>
                    <a:pt x="524474" y="1334606"/>
                  </a:lnTo>
                  <a:lnTo>
                    <a:pt x="524438" y="1334601"/>
                  </a:lnTo>
                  <a:lnTo>
                    <a:pt x="524418" y="1334598"/>
                  </a:lnTo>
                  <a:lnTo>
                    <a:pt x="524386" y="1334594"/>
                  </a:lnTo>
                  <a:lnTo>
                    <a:pt x="524361" y="1334592"/>
                  </a:lnTo>
                  <a:lnTo>
                    <a:pt x="524335" y="1334590"/>
                  </a:lnTo>
                  <a:lnTo>
                    <a:pt x="524313" y="1334590"/>
                  </a:lnTo>
                  <a:lnTo>
                    <a:pt x="524303" y="1334591"/>
                  </a:lnTo>
                  <a:lnTo>
                    <a:pt x="524298" y="1334593"/>
                  </a:lnTo>
                  <a:lnTo>
                    <a:pt x="524278" y="1334603"/>
                  </a:lnTo>
                  <a:lnTo>
                    <a:pt x="524266" y="1334605"/>
                  </a:lnTo>
                  <a:lnTo>
                    <a:pt x="524261" y="1334606"/>
                  </a:lnTo>
                  <a:lnTo>
                    <a:pt x="524255" y="1334606"/>
                  </a:lnTo>
                  <a:lnTo>
                    <a:pt x="524250" y="1334604"/>
                  </a:lnTo>
                  <a:lnTo>
                    <a:pt x="524245" y="1334600"/>
                  </a:lnTo>
                  <a:lnTo>
                    <a:pt x="524237" y="1334589"/>
                  </a:lnTo>
                  <a:lnTo>
                    <a:pt x="524228" y="1334574"/>
                  </a:lnTo>
                  <a:lnTo>
                    <a:pt x="524219" y="1334556"/>
                  </a:lnTo>
                  <a:lnTo>
                    <a:pt x="524198" y="1334509"/>
                  </a:lnTo>
                  <a:lnTo>
                    <a:pt x="524182" y="1334482"/>
                  </a:lnTo>
                  <a:lnTo>
                    <a:pt x="524172" y="1334462"/>
                  </a:lnTo>
                  <a:lnTo>
                    <a:pt x="524156" y="1334429"/>
                  </a:lnTo>
                  <a:lnTo>
                    <a:pt x="524148" y="1334416"/>
                  </a:lnTo>
                  <a:lnTo>
                    <a:pt x="524143" y="1334408"/>
                  </a:lnTo>
                  <a:lnTo>
                    <a:pt x="524133" y="1334387"/>
                  </a:lnTo>
                  <a:lnTo>
                    <a:pt x="524123" y="1334369"/>
                  </a:lnTo>
                  <a:lnTo>
                    <a:pt x="524108" y="1334347"/>
                  </a:lnTo>
                  <a:lnTo>
                    <a:pt x="524092" y="1334322"/>
                  </a:lnTo>
                  <a:lnTo>
                    <a:pt x="524072" y="1334297"/>
                  </a:lnTo>
                  <a:lnTo>
                    <a:pt x="524053" y="1334276"/>
                  </a:lnTo>
                  <a:lnTo>
                    <a:pt x="524040" y="1334263"/>
                  </a:lnTo>
                  <a:lnTo>
                    <a:pt x="524018" y="1334244"/>
                  </a:lnTo>
                  <a:lnTo>
                    <a:pt x="524000" y="1334230"/>
                  </a:lnTo>
                  <a:lnTo>
                    <a:pt x="523987" y="1334220"/>
                  </a:lnTo>
                  <a:lnTo>
                    <a:pt x="523967" y="1334209"/>
                  </a:lnTo>
                  <a:lnTo>
                    <a:pt x="523943" y="1334197"/>
                  </a:lnTo>
                  <a:lnTo>
                    <a:pt x="523917" y="1334187"/>
                  </a:lnTo>
                  <a:lnTo>
                    <a:pt x="523902" y="1334179"/>
                  </a:lnTo>
                  <a:lnTo>
                    <a:pt x="523885" y="1334170"/>
                  </a:lnTo>
                  <a:lnTo>
                    <a:pt x="523856" y="1334153"/>
                  </a:lnTo>
                  <a:lnTo>
                    <a:pt x="523827" y="1334137"/>
                  </a:lnTo>
                  <a:lnTo>
                    <a:pt x="523818" y="1334133"/>
                  </a:lnTo>
                  <a:lnTo>
                    <a:pt x="523812" y="1334130"/>
                  </a:lnTo>
                  <a:lnTo>
                    <a:pt x="523782" y="1334116"/>
                  </a:lnTo>
                  <a:lnTo>
                    <a:pt x="523739" y="1334095"/>
                  </a:lnTo>
                  <a:lnTo>
                    <a:pt x="523713" y="1334084"/>
                  </a:lnTo>
                  <a:lnTo>
                    <a:pt x="523692" y="1334075"/>
                  </a:lnTo>
                  <a:lnTo>
                    <a:pt x="523680" y="1334068"/>
                  </a:lnTo>
                  <a:lnTo>
                    <a:pt x="523670" y="1334061"/>
                  </a:lnTo>
                  <a:lnTo>
                    <a:pt x="523655" y="1334052"/>
                  </a:lnTo>
                  <a:lnTo>
                    <a:pt x="523641" y="1334041"/>
                  </a:lnTo>
                  <a:lnTo>
                    <a:pt x="523631" y="1334032"/>
                  </a:lnTo>
                  <a:lnTo>
                    <a:pt x="523619" y="1334018"/>
                  </a:lnTo>
                  <a:lnTo>
                    <a:pt x="523607" y="1334005"/>
                  </a:lnTo>
                  <a:lnTo>
                    <a:pt x="523590" y="1333989"/>
                  </a:lnTo>
                  <a:lnTo>
                    <a:pt x="523578" y="1333977"/>
                  </a:lnTo>
                  <a:lnTo>
                    <a:pt x="523569" y="1333968"/>
                  </a:lnTo>
                  <a:lnTo>
                    <a:pt x="523563" y="1333959"/>
                  </a:lnTo>
                  <a:lnTo>
                    <a:pt x="523557" y="1333950"/>
                  </a:lnTo>
                  <a:lnTo>
                    <a:pt x="523552" y="1333941"/>
                  </a:lnTo>
                  <a:lnTo>
                    <a:pt x="523547" y="1333928"/>
                  </a:lnTo>
                  <a:lnTo>
                    <a:pt x="523540" y="1333910"/>
                  </a:lnTo>
                  <a:lnTo>
                    <a:pt x="523534" y="1333884"/>
                  </a:lnTo>
                  <a:lnTo>
                    <a:pt x="523530" y="1333865"/>
                  </a:lnTo>
                  <a:lnTo>
                    <a:pt x="523525" y="1333844"/>
                  </a:lnTo>
                  <a:lnTo>
                    <a:pt x="523523" y="1333828"/>
                  </a:lnTo>
                  <a:lnTo>
                    <a:pt x="523522" y="1333817"/>
                  </a:lnTo>
                  <a:lnTo>
                    <a:pt x="523523" y="1333809"/>
                  </a:lnTo>
                  <a:lnTo>
                    <a:pt x="523526" y="1333794"/>
                  </a:lnTo>
                  <a:lnTo>
                    <a:pt x="523533" y="1333772"/>
                  </a:lnTo>
                  <a:lnTo>
                    <a:pt x="523535" y="1333761"/>
                  </a:lnTo>
                  <a:lnTo>
                    <a:pt x="523536" y="1333748"/>
                  </a:lnTo>
                  <a:lnTo>
                    <a:pt x="523534" y="1333735"/>
                  </a:lnTo>
                  <a:lnTo>
                    <a:pt x="523533" y="1333727"/>
                  </a:lnTo>
                  <a:lnTo>
                    <a:pt x="523532" y="1333713"/>
                  </a:lnTo>
                  <a:lnTo>
                    <a:pt x="523532" y="1333700"/>
                  </a:lnTo>
                  <a:lnTo>
                    <a:pt x="523534" y="1333689"/>
                  </a:lnTo>
                  <a:lnTo>
                    <a:pt x="523537" y="1333670"/>
                  </a:lnTo>
                  <a:lnTo>
                    <a:pt x="523532" y="1333670"/>
                  </a:lnTo>
                  <a:lnTo>
                    <a:pt x="523520" y="1333682"/>
                  </a:lnTo>
                  <a:lnTo>
                    <a:pt x="523496" y="1333709"/>
                  </a:lnTo>
                  <a:lnTo>
                    <a:pt x="523482" y="1333720"/>
                  </a:lnTo>
                  <a:lnTo>
                    <a:pt x="523476" y="1333723"/>
                  </a:lnTo>
                  <a:lnTo>
                    <a:pt x="523468" y="1333729"/>
                  </a:lnTo>
                  <a:lnTo>
                    <a:pt x="523460" y="1333732"/>
                  </a:lnTo>
                  <a:lnTo>
                    <a:pt x="523447" y="1333738"/>
                  </a:lnTo>
                  <a:lnTo>
                    <a:pt x="523427" y="1333743"/>
                  </a:lnTo>
                  <a:lnTo>
                    <a:pt x="523411" y="1333747"/>
                  </a:lnTo>
                  <a:lnTo>
                    <a:pt x="523401" y="1333749"/>
                  </a:lnTo>
                  <a:lnTo>
                    <a:pt x="523393" y="1333750"/>
                  </a:lnTo>
                  <a:lnTo>
                    <a:pt x="523384" y="1333751"/>
                  </a:lnTo>
                  <a:lnTo>
                    <a:pt x="523373" y="1333752"/>
                  </a:lnTo>
                  <a:lnTo>
                    <a:pt x="523353" y="1333752"/>
                  </a:lnTo>
                  <a:lnTo>
                    <a:pt x="523316" y="1333753"/>
                  </a:lnTo>
                  <a:lnTo>
                    <a:pt x="523306" y="1333754"/>
                  </a:lnTo>
                  <a:lnTo>
                    <a:pt x="523296" y="1333756"/>
                  </a:lnTo>
                  <a:lnTo>
                    <a:pt x="523282" y="1333762"/>
                  </a:lnTo>
                  <a:lnTo>
                    <a:pt x="523272" y="1333767"/>
                  </a:lnTo>
                  <a:lnTo>
                    <a:pt x="523264" y="1333772"/>
                  </a:lnTo>
                  <a:lnTo>
                    <a:pt x="523253" y="1333778"/>
                  </a:lnTo>
                  <a:lnTo>
                    <a:pt x="523238" y="1333789"/>
                  </a:lnTo>
                  <a:lnTo>
                    <a:pt x="523217" y="1333805"/>
                  </a:lnTo>
                  <a:lnTo>
                    <a:pt x="523181" y="1333835"/>
                  </a:lnTo>
                  <a:lnTo>
                    <a:pt x="523163" y="1333852"/>
                  </a:lnTo>
                  <a:lnTo>
                    <a:pt x="523145" y="1333868"/>
                  </a:lnTo>
                  <a:lnTo>
                    <a:pt x="523131" y="1333882"/>
                  </a:lnTo>
                  <a:lnTo>
                    <a:pt x="523125" y="1333890"/>
                  </a:lnTo>
                  <a:lnTo>
                    <a:pt x="523115" y="1333901"/>
                  </a:lnTo>
                  <a:lnTo>
                    <a:pt x="523106" y="1333911"/>
                  </a:lnTo>
                  <a:lnTo>
                    <a:pt x="523086" y="1333930"/>
                  </a:lnTo>
                  <a:lnTo>
                    <a:pt x="523062" y="1333952"/>
                  </a:lnTo>
                  <a:lnTo>
                    <a:pt x="523049" y="1333962"/>
                  </a:lnTo>
                  <a:lnTo>
                    <a:pt x="523029" y="1333976"/>
                  </a:lnTo>
                  <a:lnTo>
                    <a:pt x="523007" y="1333991"/>
                  </a:lnTo>
                  <a:lnTo>
                    <a:pt x="522971" y="1334013"/>
                  </a:lnTo>
                  <a:lnTo>
                    <a:pt x="522945" y="1334027"/>
                  </a:lnTo>
                  <a:lnTo>
                    <a:pt x="522914" y="1334042"/>
                  </a:lnTo>
                  <a:lnTo>
                    <a:pt x="522901" y="1334048"/>
                  </a:lnTo>
                  <a:lnTo>
                    <a:pt x="522891" y="1334051"/>
                  </a:lnTo>
                  <a:lnTo>
                    <a:pt x="522879" y="1334053"/>
                  </a:lnTo>
                  <a:lnTo>
                    <a:pt x="522856" y="1334056"/>
                  </a:lnTo>
                  <a:lnTo>
                    <a:pt x="522843" y="1334058"/>
                  </a:lnTo>
                  <a:lnTo>
                    <a:pt x="522834" y="1334061"/>
                  </a:lnTo>
                  <a:lnTo>
                    <a:pt x="522828" y="1334065"/>
                  </a:lnTo>
                  <a:lnTo>
                    <a:pt x="522821" y="1334069"/>
                  </a:lnTo>
                  <a:lnTo>
                    <a:pt x="522799" y="1334082"/>
                  </a:lnTo>
                  <a:lnTo>
                    <a:pt x="522783" y="1334088"/>
                  </a:lnTo>
                  <a:lnTo>
                    <a:pt x="522765" y="1334092"/>
                  </a:lnTo>
                  <a:lnTo>
                    <a:pt x="522742" y="1334095"/>
                  </a:lnTo>
                  <a:lnTo>
                    <a:pt x="522718" y="1334098"/>
                  </a:lnTo>
                  <a:lnTo>
                    <a:pt x="522695" y="1334099"/>
                  </a:lnTo>
                  <a:lnTo>
                    <a:pt x="522687" y="1334098"/>
                  </a:lnTo>
                  <a:lnTo>
                    <a:pt x="522679" y="1334095"/>
                  </a:lnTo>
                  <a:lnTo>
                    <a:pt x="522672" y="1334093"/>
                  </a:lnTo>
                  <a:lnTo>
                    <a:pt x="522666" y="1334090"/>
                  </a:lnTo>
                  <a:lnTo>
                    <a:pt x="522656" y="1334084"/>
                  </a:lnTo>
                  <a:lnTo>
                    <a:pt x="522627" y="1334068"/>
                  </a:lnTo>
                  <a:lnTo>
                    <a:pt x="522613" y="1334060"/>
                  </a:lnTo>
                  <a:lnTo>
                    <a:pt x="522592" y="1334050"/>
                  </a:lnTo>
                  <a:lnTo>
                    <a:pt x="522569" y="1334042"/>
                  </a:lnTo>
                  <a:lnTo>
                    <a:pt x="522559" y="1334040"/>
                  </a:lnTo>
                  <a:lnTo>
                    <a:pt x="522537" y="1334036"/>
                  </a:lnTo>
                  <a:lnTo>
                    <a:pt x="522513" y="1334034"/>
                  </a:lnTo>
                  <a:lnTo>
                    <a:pt x="522489" y="1334033"/>
                  </a:lnTo>
                  <a:lnTo>
                    <a:pt x="522456" y="1334035"/>
                  </a:lnTo>
                  <a:lnTo>
                    <a:pt x="522439" y="1334037"/>
                  </a:lnTo>
                  <a:lnTo>
                    <a:pt x="522419" y="1334039"/>
                  </a:lnTo>
                  <a:lnTo>
                    <a:pt x="522399" y="1334043"/>
                  </a:lnTo>
                  <a:lnTo>
                    <a:pt x="522385" y="1334048"/>
                  </a:lnTo>
                  <a:lnTo>
                    <a:pt x="522369" y="1334055"/>
                  </a:lnTo>
                  <a:lnTo>
                    <a:pt x="522352" y="1334064"/>
                  </a:lnTo>
                  <a:lnTo>
                    <a:pt x="522342" y="1334070"/>
                  </a:lnTo>
                  <a:lnTo>
                    <a:pt x="522329" y="1334080"/>
                  </a:lnTo>
                  <a:lnTo>
                    <a:pt x="522311" y="1334094"/>
                  </a:lnTo>
                  <a:lnTo>
                    <a:pt x="522285" y="1334115"/>
                  </a:lnTo>
                  <a:lnTo>
                    <a:pt x="522264" y="1334133"/>
                  </a:lnTo>
                  <a:lnTo>
                    <a:pt x="522248" y="1334147"/>
                  </a:lnTo>
                  <a:lnTo>
                    <a:pt x="522238" y="1334154"/>
                  </a:lnTo>
                  <a:lnTo>
                    <a:pt x="522227" y="1334160"/>
                  </a:lnTo>
                  <a:lnTo>
                    <a:pt x="522211" y="1334165"/>
                  </a:lnTo>
                  <a:lnTo>
                    <a:pt x="522199" y="1334168"/>
                  </a:lnTo>
                  <a:lnTo>
                    <a:pt x="522181" y="1334172"/>
                  </a:lnTo>
                  <a:lnTo>
                    <a:pt x="522152" y="1334176"/>
                  </a:lnTo>
                  <a:lnTo>
                    <a:pt x="522120" y="1334180"/>
                  </a:lnTo>
                  <a:lnTo>
                    <a:pt x="522106" y="1334182"/>
                  </a:lnTo>
                  <a:lnTo>
                    <a:pt x="522089" y="1334188"/>
                  </a:lnTo>
                  <a:lnTo>
                    <a:pt x="522078" y="1334192"/>
                  </a:lnTo>
                  <a:lnTo>
                    <a:pt x="522067" y="1334197"/>
                  </a:lnTo>
                  <a:lnTo>
                    <a:pt x="522048" y="1334207"/>
                  </a:lnTo>
                  <a:lnTo>
                    <a:pt x="522038" y="1334211"/>
                  </a:lnTo>
                  <a:lnTo>
                    <a:pt x="522028" y="1334209"/>
                  </a:lnTo>
                  <a:lnTo>
                    <a:pt x="522021" y="1334203"/>
                  </a:lnTo>
                  <a:lnTo>
                    <a:pt x="522018" y="1334191"/>
                  </a:lnTo>
                  <a:lnTo>
                    <a:pt x="522015" y="1334183"/>
                  </a:lnTo>
                  <a:lnTo>
                    <a:pt x="522009" y="1334169"/>
                  </a:lnTo>
                  <a:lnTo>
                    <a:pt x="521998" y="1334152"/>
                  </a:lnTo>
                  <a:lnTo>
                    <a:pt x="521991" y="1334143"/>
                  </a:lnTo>
                  <a:lnTo>
                    <a:pt x="521985" y="1334136"/>
                  </a:lnTo>
                  <a:lnTo>
                    <a:pt x="521978" y="1334128"/>
                  </a:lnTo>
                  <a:lnTo>
                    <a:pt x="521973" y="1334124"/>
                  </a:lnTo>
                  <a:lnTo>
                    <a:pt x="521967" y="1334119"/>
                  </a:lnTo>
                  <a:lnTo>
                    <a:pt x="521953" y="1334110"/>
                  </a:lnTo>
                  <a:lnTo>
                    <a:pt x="521936" y="1334101"/>
                  </a:lnTo>
                  <a:lnTo>
                    <a:pt x="521925" y="1334095"/>
                  </a:lnTo>
                  <a:lnTo>
                    <a:pt x="521898" y="1334081"/>
                  </a:lnTo>
                  <a:lnTo>
                    <a:pt x="521880" y="1334071"/>
                  </a:lnTo>
                  <a:lnTo>
                    <a:pt x="521862" y="1334062"/>
                  </a:lnTo>
                  <a:lnTo>
                    <a:pt x="521841" y="1334049"/>
                  </a:lnTo>
                  <a:lnTo>
                    <a:pt x="521825" y="1334039"/>
                  </a:lnTo>
                  <a:lnTo>
                    <a:pt x="521788" y="1334013"/>
                  </a:lnTo>
                  <a:lnTo>
                    <a:pt x="521751" y="1333986"/>
                  </a:lnTo>
                  <a:lnTo>
                    <a:pt x="521715" y="1333965"/>
                  </a:lnTo>
                  <a:lnTo>
                    <a:pt x="521677" y="1333943"/>
                  </a:lnTo>
                  <a:lnTo>
                    <a:pt x="521641" y="1333920"/>
                  </a:lnTo>
                  <a:lnTo>
                    <a:pt x="521605" y="1333898"/>
                  </a:lnTo>
                  <a:lnTo>
                    <a:pt x="521568" y="1333874"/>
                  </a:lnTo>
                  <a:lnTo>
                    <a:pt x="521551" y="1333865"/>
                  </a:lnTo>
                  <a:lnTo>
                    <a:pt x="521546" y="1333863"/>
                  </a:lnTo>
                  <a:lnTo>
                    <a:pt x="521539" y="1333864"/>
                  </a:lnTo>
                  <a:lnTo>
                    <a:pt x="521532" y="1333869"/>
                  </a:lnTo>
                  <a:lnTo>
                    <a:pt x="521521" y="1333880"/>
                  </a:lnTo>
                  <a:lnTo>
                    <a:pt x="521501" y="1333898"/>
                  </a:lnTo>
                  <a:lnTo>
                    <a:pt x="521492" y="1333906"/>
                  </a:lnTo>
                  <a:lnTo>
                    <a:pt x="521478" y="1333915"/>
                  </a:lnTo>
                  <a:lnTo>
                    <a:pt x="521464" y="1333922"/>
                  </a:lnTo>
                  <a:lnTo>
                    <a:pt x="521444" y="1333934"/>
                  </a:lnTo>
                  <a:lnTo>
                    <a:pt x="521427" y="1333943"/>
                  </a:lnTo>
                  <a:lnTo>
                    <a:pt x="521390" y="1333971"/>
                  </a:lnTo>
                  <a:lnTo>
                    <a:pt x="521367" y="1333987"/>
                  </a:lnTo>
                  <a:lnTo>
                    <a:pt x="521353" y="1333999"/>
                  </a:lnTo>
                  <a:lnTo>
                    <a:pt x="521347" y="1334007"/>
                  </a:lnTo>
                  <a:lnTo>
                    <a:pt x="521343" y="1334013"/>
                  </a:lnTo>
                  <a:lnTo>
                    <a:pt x="521341" y="1334018"/>
                  </a:lnTo>
                  <a:lnTo>
                    <a:pt x="521338" y="1334031"/>
                  </a:lnTo>
                  <a:lnTo>
                    <a:pt x="521333" y="1334040"/>
                  </a:lnTo>
                  <a:lnTo>
                    <a:pt x="521327" y="1334045"/>
                  </a:lnTo>
                  <a:lnTo>
                    <a:pt x="521322" y="1334047"/>
                  </a:lnTo>
                  <a:lnTo>
                    <a:pt x="521301" y="1334049"/>
                  </a:lnTo>
                  <a:lnTo>
                    <a:pt x="521284" y="1334051"/>
                  </a:lnTo>
                  <a:lnTo>
                    <a:pt x="521273" y="1334052"/>
                  </a:lnTo>
                  <a:lnTo>
                    <a:pt x="521264" y="1334052"/>
                  </a:lnTo>
                  <a:lnTo>
                    <a:pt x="521253" y="1334053"/>
                  </a:lnTo>
                  <a:lnTo>
                    <a:pt x="521226" y="1334054"/>
                  </a:lnTo>
                  <a:lnTo>
                    <a:pt x="521189" y="1334054"/>
                  </a:lnTo>
                  <a:lnTo>
                    <a:pt x="521151" y="1334056"/>
                  </a:lnTo>
                  <a:lnTo>
                    <a:pt x="521114" y="1334059"/>
                  </a:lnTo>
                  <a:lnTo>
                    <a:pt x="521103" y="1334061"/>
                  </a:lnTo>
                  <a:lnTo>
                    <a:pt x="521075" y="1334064"/>
                  </a:lnTo>
                  <a:lnTo>
                    <a:pt x="521060" y="1334067"/>
                  </a:lnTo>
                  <a:lnTo>
                    <a:pt x="521040" y="1334072"/>
                  </a:lnTo>
                  <a:lnTo>
                    <a:pt x="521023" y="1334076"/>
                  </a:lnTo>
                  <a:lnTo>
                    <a:pt x="521003" y="1334083"/>
                  </a:lnTo>
                  <a:lnTo>
                    <a:pt x="520995" y="1334086"/>
                  </a:lnTo>
                  <a:lnTo>
                    <a:pt x="520980" y="1334091"/>
                  </a:lnTo>
                  <a:lnTo>
                    <a:pt x="520966" y="1334097"/>
                  </a:lnTo>
                  <a:lnTo>
                    <a:pt x="520930" y="1334117"/>
                  </a:lnTo>
                  <a:lnTo>
                    <a:pt x="520892" y="1334135"/>
                  </a:lnTo>
                  <a:lnTo>
                    <a:pt x="520874" y="1334144"/>
                  </a:lnTo>
                  <a:lnTo>
                    <a:pt x="520856" y="1334154"/>
                  </a:lnTo>
                  <a:lnTo>
                    <a:pt x="520840" y="1334166"/>
                  </a:lnTo>
                  <a:lnTo>
                    <a:pt x="520826" y="1334177"/>
                  </a:lnTo>
                  <a:lnTo>
                    <a:pt x="520798" y="1334205"/>
                  </a:lnTo>
                  <a:lnTo>
                    <a:pt x="520787" y="1334216"/>
                  </a:lnTo>
                  <a:lnTo>
                    <a:pt x="520773" y="1334236"/>
                  </a:lnTo>
                  <a:lnTo>
                    <a:pt x="520761" y="1334253"/>
                  </a:lnTo>
                  <a:lnTo>
                    <a:pt x="520727" y="1334301"/>
                  </a:lnTo>
                  <a:lnTo>
                    <a:pt x="520714" y="1334319"/>
                  </a:lnTo>
                  <a:lnTo>
                    <a:pt x="520694" y="1334349"/>
                  </a:lnTo>
                  <a:lnTo>
                    <a:pt x="520689" y="1334353"/>
                  </a:lnTo>
                  <a:lnTo>
                    <a:pt x="520670" y="1334376"/>
                  </a:lnTo>
                  <a:lnTo>
                    <a:pt x="520659" y="1334390"/>
                  </a:lnTo>
                  <a:lnTo>
                    <a:pt x="520653" y="1334397"/>
                  </a:lnTo>
                  <a:lnTo>
                    <a:pt x="520647" y="1334405"/>
                  </a:lnTo>
                  <a:lnTo>
                    <a:pt x="520640" y="1334416"/>
                  </a:lnTo>
                  <a:lnTo>
                    <a:pt x="520628" y="1334445"/>
                  </a:lnTo>
                  <a:lnTo>
                    <a:pt x="520624" y="1334454"/>
                  </a:lnTo>
                  <a:lnTo>
                    <a:pt x="520605" y="1334492"/>
                  </a:lnTo>
                  <a:lnTo>
                    <a:pt x="520593" y="1334514"/>
                  </a:lnTo>
                  <a:lnTo>
                    <a:pt x="520578" y="1334539"/>
                  </a:lnTo>
                  <a:lnTo>
                    <a:pt x="520566" y="1334554"/>
                  </a:lnTo>
                  <a:lnTo>
                    <a:pt x="520558" y="1334562"/>
                  </a:lnTo>
                  <a:lnTo>
                    <a:pt x="520547" y="1334573"/>
                  </a:lnTo>
                  <a:lnTo>
                    <a:pt x="520529" y="1334586"/>
                  </a:lnTo>
                  <a:lnTo>
                    <a:pt x="520499" y="1334608"/>
                  </a:lnTo>
                  <a:lnTo>
                    <a:pt x="520478" y="1334621"/>
                  </a:lnTo>
                  <a:lnTo>
                    <a:pt x="520467" y="1334627"/>
                  </a:lnTo>
                  <a:lnTo>
                    <a:pt x="520461" y="1334630"/>
                  </a:lnTo>
                  <a:lnTo>
                    <a:pt x="520455" y="1334631"/>
                  </a:lnTo>
                  <a:lnTo>
                    <a:pt x="520449" y="1334630"/>
                  </a:lnTo>
                  <a:lnTo>
                    <a:pt x="520442" y="1334625"/>
                  </a:lnTo>
                  <a:lnTo>
                    <a:pt x="520428" y="1334618"/>
                  </a:lnTo>
                  <a:lnTo>
                    <a:pt x="520413" y="1334608"/>
                  </a:lnTo>
                  <a:lnTo>
                    <a:pt x="520400" y="1334602"/>
                  </a:lnTo>
                  <a:lnTo>
                    <a:pt x="520384" y="1334597"/>
                  </a:lnTo>
                  <a:lnTo>
                    <a:pt x="520365" y="1334589"/>
                  </a:lnTo>
                  <a:lnTo>
                    <a:pt x="520336" y="1334575"/>
                  </a:lnTo>
                  <a:lnTo>
                    <a:pt x="520319" y="1334564"/>
                  </a:lnTo>
                  <a:lnTo>
                    <a:pt x="520306" y="1334549"/>
                  </a:lnTo>
                  <a:lnTo>
                    <a:pt x="520292" y="1334533"/>
                  </a:lnTo>
                  <a:lnTo>
                    <a:pt x="520285" y="1334517"/>
                  </a:lnTo>
                  <a:lnTo>
                    <a:pt x="520275" y="1334484"/>
                  </a:lnTo>
                  <a:lnTo>
                    <a:pt x="520265" y="1334456"/>
                  </a:lnTo>
                  <a:lnTo>
                    <a:pt x="520256" y="1334419"/>
                  </a:lnTo>
                  <a:lnTo>
                    <a:pt x="520250" y="1334395"/>
                  </a:lnTo>
                  <a:lnTo>
                    <a:pt x="520241" y="1334370"/>
                  </a:lnTo>
                  <a:lnTo>
                    <a:pt x="520232" y="1334355"/>
                  </a:lnTo>
                  <a:lnTo>
                    <a:pt x="520220" y="1334339"/>
                  </a:lnTo>
                  <a:lnTo>
                    <a:pt x="520203" y="1334320"/>
                  </a:lnTo>
                  <a:lnTo>
                    <a:pt x="520183" y="1334307"/>
                  </a:lnTo>
                  <a:lnTo>
                    <a:pt x="520172" y="1334300"/>
                  </a:lnTo>
                  <a:lnTo>
                    <a:pt x="520112" y="1334285"/>
                  </a:lnTo>
                  <a:lnTo>
                    <a:pt x="520077" y="1334259"/>
                  </a:lnTo>
                  <a:lnTo>
                    <a:pt x="520047" y="1334186"/>
                  </a:lnTo>
                  <a:lnTo>
                    <a:pt x="520016" y="1334121"/>
                  </a:lnTo>
                  <a:lnTo>
                    <a:pt x="519983" y="1334052"/>
                  </a:lnTo>
                  <a:lnTo>
                    <a:pt x="519967" y="1334016"/>
                  </a:lnTo>
                  <a:lnTo>
                    <a:pt x="519943" y="1333982"/>
                  </a:lnTo>
                  <a:lnTo>
                    <a:pt x="519915" y="1333964"/>
                  </a:lnTo>
                  <a:lnTo>
                    <a:pt x="519892" y="1333949"/>
                  </a:lnTo>
                  <a:lnTo>
                    <a:pt x="519860" y="1333925"/>
                  </a:lnTo>
                  <a:lnTo>
                    <a:pt x="519850" y="1333913"/>
                  </a:lnTo>
                  <a:lnTo>
                    <a:pt x="519841" y="1333908"/>
                  </a:lnTo>
                  <a:lnTo>
                    <a:pt x="519832" y="1333907"/>
                  </a:lnTo>
                  <a:lnTo>
                    <a:pt x="519825" y="1333908"/>
                  </a:lnTo>
                  <a:lnTo>
                    <a:pt x="519810" y="1333916"/>
                  </a:lnTo>
                  <a:lnTo>
                    <a:pt x="519788" y="1333928"/>
                  </a:lnTo>
                  <a:lnTo>
                    <a:pt x="519771" y="1333936"/>
                  </a:lnTo>
                  <a:lnTo>
                    <a:pt x="519724" y="1333947"/>
                  </a:lnTo>
                  <a:lnTo>
                    <a:pt x="519709" y="1333950"/>
                  </a:lnTo>
                  <a:lnTo>
                    <a:pt x="519691" y="1333954"/>
                  </a:lnTo>
                  <a:lnTo>
                    <a:pt x="519670" y="1333955"/>
                  </a:lnTo>
                  <a:lnTo>
                    <a:pt x="519653" y="1333952"/>
                  </a:lnTo>
                  <a:lnTo>
                    <a:pt x="519642" y="1333945"/>
                  </a:lnTo>
                  <a:lnTo>
                    <a:pt x="519636" y="1333938"/>
                  </a:lnTo>
                  <a:lnTo>
                    <a:pt x="519630" y="1333925"/>
                  </a:lnTo>
                  <a:lnTo>
                    <a:pt x="519627" y="1333918"/>
                  </a:lnTo>
                  <a:lnTo>
                    <a:pt x="519620" y="1333901"/>
                  </a:lnTo>
                  <a:lnTo>
                    <a:pt x="519612" y="1333891"/>
                  </a:lnTo>
                  <a:lnTo>
                    <a:pt x="519607" y="1333884"/>
                  </a:lnTo>
                  <a:lnTo>
                    <a:pt x="519576" y="1333860"/>
                  </a:lnTo>
                  <a:lnTo>
                    <a:pt x="519545" y="1333840"/>
                  </a:lnTo>
                  <a:lnTo>
                    <a:pt x="519496" y="1333808"/>
                  </a:lnTo>
                  <a:lnTo>
                    <a:pt x="519475" y="1333793"/>
                  </a:lnTo>
                  <a:lnTo>
                    <a:pt x="519459" y="1333781"/>
                  </a:lnTo>
                  <a:lnTo>
                    <a:pt x="519417" y="1333757"/>
                  </a:lnTo>
                  <a:lnTo>
                    <a:pt x="519392" y="1333744"/>
                  </a:lnTo>
                  <a:lnTo>
                    <a:pt x="519338" y="1333722"/>
                  </a:lnTo>
                  <a:lnTo>
                    <a:pt x="519297" y="1333699"/>
                  </a:lnTo>
                  <a:lnTo>
                    <a:pt x="519273" y="1333688"/>
                  </a:lnTo>
                  <a:lnTo>
                    <a:pt x="519248" y="1333683"/>
                  </a:lnTo>
                  <a:lnTo>
                    <a:pt x="519217" y="1333679"/>
                  </a:lnTo>
                  <a:lnTo>
                    <a:pt x="519195" y="1333680"/>
                  </a:lnTo>
                  <a:lnTo>
                    <a:pt x="519178" y="1333681"/>
                  </a:lnTo>
                  <a:lnTo>
                    <a:pt x="519158" y="1333684"/>
                  </a:lnTo>
                  <a:lnTo>
                    <a:pt x="519135" y="1333687"/>
                  </a:lnTo>
                  <a:lnTo>
                    <a:pt x="519121" y="1333692"/>
                  </a:lnTo>
                  <a:lnTo>
                    <a:pt x="519098" y="1333700"/>
                  </a:lnTo>
                  <a:lnTo>
                    <a:pt x="519082" y="1333709"/>
                  </a:lnTo>
                  <a:lnTo>
                    <a:pt x="519061" y="1333723"/>
                  </a:lnTo>
                  <a:lnTo>
                    <a:pt x="519046" y="1333730"/>
                  </a:lnTo>
                  <a:lnTo>
                    <a:pt x="519035" y="1333733"/>
                  </a:lnTo>
                  <a:lnTo>
                    <a:pt x="519018" y="1333731"/>
                  </a:lnTo>
                  <a:lnTo>
                    <a:pt x="519008" y="1333728"/>
                  </a:lnTo>
                  <a:lnTo>
                    <a:pt x="518988" y="1333716"/>
                  </a:lnTo>
                  <a:lnTo>
                    <a:pt x="518967" y="1333701"/>
                  </a:lnTo>
                  <a:lnTo>
                    <a:pt x="518953" y="1333686"/>
                  </a:lnTo>
                  <a:lnTo>
                    <a:pt x="518939" y="1333668"/>
                  </a:lnTo>
                  <a:lnTo>
                    <a:pt x="518923" y="1333642"/>
                  </a:lnTo>
                  <a:lnTo>
                    <a:pt x="518907" y="1333615"/>
                  </a:lnTo>
                  <a:lnTo>
                    <a:pt x="518900" y="1333602"/>
                  </a:lnTo>
                  <a:lnTo>
                    <a:pt x="518890" y="1333577"/>
                  </a:lnTo>
                  <a:lnTo>
                    <a:pt x="518877" y="1333537"/>
                  </a:lnTo>
                  <a:lnTo>
                    <a:pt x="518861" y="1333472"/>
                  </a:lnTo>
                  <a:lnTo>
                    <a:pt x="518854" y="1333445"/>
                  </a:lnTo>
                  <a:lnTo>
                    <a:pt x="518849" y="1333420"/>
                  </a:lnTo>
                  <a:lnTo>
                    <a:pt x="518848" y="1333407"/>
                  </a:lnTo>
                  <a:lnTo>
                    <a:pt x="518848" y="1333401"/>
                  </a:lnTo>
                  <a:lnTo>
                    <a:pt x="518850" y="1333394"/>
                  </a:lnTo>
                  <a:lnTo>
                    <a:pt x="518852" y="1333388"/>
                  </a:lnTo>
                  <a:lnTo>
                    <a:pt x="518861" y="1333380"/>
                  </a:lnTo>
                  <a:lnTo>
                    <a:pt x="518861" y="1333374"/>
                  </a:lnTo>
                  <a:lnTo>
                    <a:pt x="518852" y="1333367"/>
                  </a:lnTo>
                  <a:lnTo>
                    <a:pt x="518813" y="1333342"/>
                  </a:lnTo>
                  <a:lnTo>
                    <a:pt x="518801" y="1333332"/>
                  </a:lnTo>
                  <a:lnTo>
                    <a:pt x="518794" y="1333327"/>
                  </a:lnTo>
                  <a:lnTo>
                    <a:pt x="518773" y="1333307"/>
                  </a:lnTo>
                  <a:lnTo>
                    <a:pt x="518747" y="1333276"/>
                  </a:lnTo>
                  <a:lnTo>
                    <a:pt x="518731" y="1333257"/>
                  </a:lnTo>
                  <a:lnTo>
                    <a:pt x="518705" y="1333211"/>
                  </a:lnTo>
                  <a:lnTo>
                    <a:pt x="518696" y="1333197"/>
                  </a:lnTo>
                  <a:lnTo>
                    <a:pt x="518673" y="1333160"/>
                  </a:lnTo>
                  <a:lnTo>
                    <a:pt x="518664" y="1333147"/>
                  </a:lnTo>
                  <a:lnTo>
                    <a:pt x="518626" y="1333081"/>
                  </a:lnTo>
                  <a:lnTo>
                    <a:pt x="518612" y="1333056"/>
                  </a:lnTo>
                  <a:lnTo>
                    <a:pt x="518602" y="1333037"/>
                  </a:lnTo>
                  <a:lnTo>
                    <a:pt x="518599" y="1333032"/>
                  </a:lnTo>
                  <a:lnTo>
                    <a:pt x="518593" y="1333027"/>
                  </a:lnTo>
                  <a:lnTo>
                    <a:pt x="518580" y="1333015"/>
                  </a:lnTo>
                  <a:lnTo>
                    <a:pt x="518548" y="1332999"/>
                  </a:lnTo>
                  <a:lnTo>
                    <a:pt x="518514" y="1332983"/>
                  </a:lnTo>
                  <a:lnTo>
                    <a:pt x="518497" y="1332977"/>
                  </a:lnTo>
                  <a:lnTo>
                    <a:pt x="518485" y="1332974"/>
                  </a:lnTo>
                  <a:lnTo>
                    <a:pt x="518469" y="1332974"/>
                  </a:lnTo>
                  <a:lnTo>
                    <a:pt x="518460" y="1332971"/>
                  </a:lnTo>
                  <a:lnTo>
                    <a:pt x="518426" y="1332959"/>
                  </a:lnTo>
                  <a:lnTo>
                    <a:pt x="518402" y="1332949"/>
                  </a:lnTo>
                  <a:lnTo>
                    <a:pt x="518346" y="1332926"/>
                  </a:lnTo>
                  <a:lnTo>
                    <a:pt x="518322" y="1332915"/>
                  </a:lnTo>
                  <a:lnTo>
                    <a:pt x="518308" y="1332907"/>
                  </a:lnTo>
                  <a:lnTo>
                    <a:pt x="518296" y="1332904"/>
                  </a:lnTo>
                  <a:lnTo>
                    <a:pt x="518266" y="1332897"/>
                  </a:lnTo>
                  <a:lnTo>
                    <a:pt x="518227" y="1332885"/>
                  </a:lnTo>
                  <a:lnTo>
                    <a:pt x="518185" y="1332872"/>
                  </a:lnTo>
                  <a:lnTo>
                    <a:pt x="518154" y="1332866"/>
                  </a:lnTo>
                  <a:lnTo>
                    <a:pt x="518142" y="1332864"/>
                  </a:lnTo>
                  <a:lnTo>
                    <a:pt x="518106" y="1332853"/>
                  </a:lnTo>
                  <a:lnTo>
                    <a:pt x="518056" y="1332841"/>
                  </a:lnTo>
                  <a:lnTo>
                    <a:pt x="518037" y="1332837"/>
                  </a:lnTo>
                  <a:lnTo>
                    <a:pt x="518027" y="1332833"/>
                  </a:lnTo>
                  <a:lnTo>
                    <a:pt x="517995" y="1332816"/>
                  </a:lnTo>
                  <a:lnTo>
                    <a:pt x="517964" y="1332799"/>
                  </a:lnTo>
                  <a:lnTo>
                    <a:pt x="517925" y="1332785"/>
                  </a:lnTo>
                  <a:lnTo>
                    <a:pt x="517709" y="1332708"/>
                  </a:lnTo>
                  <a:lnTo>
                    <a:pt x="517733" y="1332669"/>
                  </a:lnTo>
                  <a:lnTo>
                    <a:pt x="517770" y="1332626"/>
                  </a:lnTo>
                  <a:lnTo>
                    <a:pt x="517785" y="1332615"/>
                  </a:lnTo>
                  <a:lnTo>
                    <a:pt x="517851" y="1332559"/>
                  </a:lnTo>
                  <a:lnTo>
                    <a:pt x="517990" y="1332389"/>
                  </a:lnTo>
                  <a:lnTo>
                    <a:pt x="518052" y="1332310"/>
                  </a:lnTo>
                  <a:lnTo>
                    <a:pt x="518069" y="1332287"/>
                  </a:lnTo>
                  <a:lnTo>
                    <a:pt x="518087" y="1332269"/>
                  </a:lnTo>
                  <a:lnTo>
                    <a:pt x="518134" y="1332223"/>
                  </a:lnTo>
                  <a:lnTo>
                    <a:pt x="518153" y="1332202"/>
                  </a:lnTo>
                  <a:lnTo>
                    <a:pt x="518189" y="1332160"/>
                  </a:lnTo>
                  <a:lnTo>
                    <a:pt x="518219" y="1332124"/>
                  </a:lnTo>
                  <a:lnTo>
                    <a:pt x="518241" y="1332096"/>
                  </a:lnTo>
                  <a:lnTo>
                    <a:pt x="518254" y="1332075"/>
                  </a:lnTo>
                  <a:lnTo>
                    <a:pt x="518262" y="1332059"/>
                  </a:lnTo>
                  <a:lnTo>
                    <a:pt x="518273" y="1332032"/>
                  </a:lnTo>
                  <a:lnTo>
                    <a:pt x="518275" y="1332023"/>
                  </a:lnTo>
                  <a:lnTo>
                    <a:pt x="518280" y="1332005"/>
                  </a:lnTo>
                  <a:lnTo>
                    <a:pt x="518282" y="1331991"/>
                  </a:lnTo>
                  <a:lnTo>
                    <a:pt x="518282" y="1331977"/>
                  </a:lnTo>
                  <a:lnTo>
                    <a:pt x="518280" y="1331967"/>
                  </a:lnTo>
                  <a:lnTo>
                    <a:pt x="518267" y="1331940"/>
                  </a:lnTo>
                  <a:lnTo>
                    <a:pt x="518259" y="1331923"/>
                  </a:lnTo>
                  <a:lnTo>
                    <a:pt x="518244" y="1331902"/>
                  </a:lnTo>
                  <a:lnTo>
                    <a:pt x="518237" y="1331894"/>
                  </a:lnTo>
                  <a:lnTo>
                    <a:pt x="518216" y="1331860"/>
                  </a:lnTo>
                  <a:lnTo>
                    <a:pt x="518207" y="1331840"/>
                  </a:lnTo>
                  <a:lnTo>
                    <a:pt x="518203" y="1331818"/>
                  </a:lnTo>
                  <a:lnTo>
                    <a:pt x="518201" y="1331794"/>
                  </a:lnTo>
                  <a:lnTo>
                    <a:pt x="518202" y="1331777"/>
                  </a:lnTo>
                  <a:lnTo>
                    <a:pt x="518203" y="1331746"/>
                  </a:lnTo>
                  <a:lnTo>
                    <a:pt x="518207" y="1331712"/>
                  </a:lnTo>
                  <a:lnTo>
                    <a:pt x="518210" y="1331678"/>
                  </a:lnTo>
                  <a:lnTo>
                    <a:pt x="518213" y="1331649"/>
                  </a:lnTo>
                  <a:lnTo>
                    <a:pt x="518220" y="1331610"/>
                  </a:lnTo>
                  <a:lnTo>
                    <a:pt x="518226" y="1331586"/>
                  </a:lnTo>
                  <a:lnTo>
                    <a:pt x="518232" y="1331556"/>
                  </a:lnTo>
                  <a:lnTo>
                    <a:pt x="518239" y="1331522"/>
                  </a:lnTo>
                  <a:lnTo>
                    <a:pt x="518242" y="1331512"/>
                  </a:lnTo>
                  <a:lnTo>
                    <a:pt x="518247" y="1331494"/>
                  </a:lnTo>
                  <a:lnTo>
                    <a:pt x="518254" y="1331482"/>
                  </a:lnTo>
                  <a:lnTo>
                    <a:pt x="518261" y="1331473"/>
                  </a:lnTo>
                  <a:lnTo>
                    <a:pt x="518268" y="1331469"/>
                  </a:lnTo>
                  <a:lnTo>
                    <a:pt x="518271" y="1331463"/>
                  </a:lnTo>
                  <a:lnTo>
                    <a:pt x="518266" y="1331460"/>
                  </a:lnTo>
                  <a:lnTo>
                    <a:pt x="518254" y="1331459"/>
                  </a:lnTo>
                  <a:lnTo>
                    <a:pt x="518233" y="1331456"/>
                  </a:lnTo>
                  <a:lnTo>
                    <a:pt x="518218" y="1331453"/>
                  </a:lnTo>
                  <a:lnTo>
                    <a:pt x="518204" y="1331446"/>
                  </a:lnTo>
                  <a:lnTo>
                    <a:pt x="518197" y="1331442"/>
                  </a:lnTo>
                  <a:lnTo>
                    <a:pt x="518174" y="1331427"/>
                  </a:lnTo>
                  <a:lnTo>
                    <a:pt x="518168" y="1331422"/>
                  </a:lnTo>
                  <a:lnTo>
                    <a:pt x="518149" y="1331408"/>
                  </a:lnTo>
                  <a:lnTo>
                    <a:pt x="518136" y="1331398"/>
                  </a:lnTo>
                  <a:lnTo>
                    <a:pt x="518124" y="1331388"/>
                  </a:lnTo>
                  <a:lnTo>
                    <a:pt x="518094" y="1331371"/>
                  </a:lnTo>
                  <a:lnTo>
                    <a:pt x="518063" y="1331358"/>
                  </a:lnTo>
                  <a:lnTo>
                    <a:pt x="518014" y="1331336"/>
                  </a:lnTo>
                  <a:lnTo>
                    <a:pt x="517972" y="1331317"/>
                  </a:lnTo>
                  <a:lnTo>
                    <a:pt x="517933" y="1331295"/>
                  </a:lnTo>
                  <a:lnTo>
                    <a:pt x="517911" y="1331280"/>
                  </a:lnTo>
                  <a:lnTo>
                    <a:pt x="517893" y="1331268"/>
                  </a:lnTo>
                  <a:lnTo>
                    <a:pt x="517884" y="1331258"/>
                  </a:lnTo>
                  <a:lnTo>
                    <a:pt x="517871" y="1331246"/>
                  </a:lnTo>
                  <a:lnTo>
                    <a:pt x="517854" y="1331235"/>
                  </a:lnTo>
                  <a:lnTo>
                    <a:pt x="517831" y="1331222"/>
                  </a:lnTo>
                  <a:lnTo>
                    <a:pt x="517808" y="1331206"/>
                  </a:lnTo>
                  <a:lnTo>
                    <a:pt x="517775" y="1331180"/>
                  </a:lnTo>
                  <a:lnTo>
                    <a:pt x="517728" y="1331138"/>
                  </a:lnTo>
                  <a:lnTo>
                    <a:pt x="517702" y="1331116"/>
                  </a:lnTo>
                  <a:lnTo>
                    <a:pt x="517671" y="1331088"/>
                  </a:lnTo>
                  <a:lnTo>
                    <a:pt x="517653" y="1331071"/>
                  </a:lnTo>
                  <a:lnTo>
                    <a:pt x="517639" y="1331052"/>
                  </a:lnTo>
                  <a:lnTo>
                    <a:pt x="517630" y="1331033"/>
                  </a:lnTo>
                  <a:lnTo>
                    <a:pt x="517622" y="1331007"/>
                  </a:lnTo>
                  <a:lnTo>
                    <a:pt x="517619" y="1330987"/>
                  </a:lnTo>
                  <a:lnTo>
                    <a:pt x="517616" y="1330955"/>
                  </a:lnTo>
                  <a:lnTo>
                    <a:pt x="517618" y="1330922"/>
                  </a:lnTo>
                  <a:lnTo>
                    <a:pt x="517620" y="1330884"/>
                  </a:lnTo>
                  <a:lnTo>
                    <a:pt x="517622" y="1330875"/>
                  </a:lnTo>
                  <a:lnTo>
                    <a:pt x="517626" y="1330865"/>
                  </a:lnTo>
                  <a:lnTo>
                    <a:pt x="517630" y="1330845"/>
                  </a:lnTo>
                  <a:lnTo>
                    <a:pt x="517637" y="1330829"/>
                  </a:lnTo>
                  <a:lnTo>
                    <a:pt x="517651" y="1330803"/>
                  </a:lnTo>
                  <a:lnTo>
                    <a:pt x="517665" y="1330775"/>
                  </a:lnTo>
                  <a:lnTo>
                    <a:pt x="517669" y="1330755"/>
                  </a:lnTo>
                  <a:lnTo>
                    <a:pt x="517670" y="1330729"/>
                  </a:lnTo>
                  <a:lnTo>
                    <a:pt x="517666" y="1330684"/>
                  </a:lnTo>
                  <a:lnTo>
                    <a:pt x="517656" y="1330640"/>
                  </a:lnTo>
                  <a:lnTo>
                    <a:pt x="517645" y="1330613"/>
                  </a:lnTo>
                  <a:lnTo>
                    <a:pt x="517623" y="1330583"/>
                  </a:lnTo>
                  <a:lnTo>
                    <a:pt x="517597" y="1330551"/>
                  </a:lnTo>
                  <a:lnTo>
                    <a:pt x="517580" y="1330538"/>
                  </a:lnTo>
                  <a:lnTo>
                    <a:pt x="517566" y="1330529"/>
                  </a:lnTo>
                  <a:lnTo>
                    <a:pt x="517560" y="1330523"/>
                  </a:lnTo>
                  <a:lnTo>
                    <a:pt x="517554" y="1330507"/>
                  </a:lnTo>
                  <a:lnTo>
                    <a:pt x="517547" y="1330461"/>
                  </a:lnTo>
                  <a:lnTo>
                    <a:pt x="517544" y="1330433"/>
                  </a:lnTo>
                  <a:lnTo>
                    <a:pt x="517545" y="1330418"/>
                  </a:lnTo>
                  <a:lnTo>
                    <a:pt x="517546" y="1330410"/>
                  </a:lnTo>
                  <a:lnTo>
                    <a:pt x="517548" y="1330401"/>
                  </a:lnTo>
                  <a:lnTo>
                    <a:pt x="517550" y="1330395"/>
                  </a:lnTo>
                  <a:lnTo>
                    <a:pt x="517563" y="1330372"/>
                  </a:lnTo>
                  <a:lnTo>
                    <a:pt x="517575" y="1330344"/>
                  </a:lnTo>
                  <a:lnTo>
                    <a:pt x="517581" y="1330326"/>
                  </a:lnTo>
                  <a:lnTo>
                    <a:pt x="517586" y="1330312"/>
                  </a:lnTo>
                  <a:lnTo>
                    <a:pt x="517592" y="1330302"/>
                  </a:lnTo>
                  <a:lnTo>
                    <a:pt x="517597" y="1330293"/>
                  </a:lnTo>
                  <a:lnTo>
                    <a:pt x="517601" y="1330287"/>
                  </a:lnTo>
                  <a:lnTo>
                    <a:pt x="517605" y="1330279"/>
                  </a:lnTo>
                  <a:lnTo>
                    <a:pt x="517613" y="1330268"/>
                  </a:lnTo>
                  <a:lnTo>
                    <a:pt x="517627" y="1330252"/>
                  </a:lnTo>
                  <a:lnTo>
                    <a:pt x="517643" y="1330232"/>
                  </a:lnTo>
                  <a:lnTo>
                    <a:pt x="517655" y="1330217"/>
                  </a:lnTo>
                  <a:lnTo>
                    <a:pt x="517662" y="1330202"/>
                  </a:lnTo>
                  <a:lnTo>
                    <a:pt x="517669" y="1330185"/>
                  </a:lnTo>
                  <a:lnTo>
                    <a:pt x="517675" y="1330166"/>
                  </a:lnTo>
                  <a:lnTo>
                    <a:pt x="517679" y="1330154"/>
                  </a:lnTo>
                  <a:lnTo>
                    <a:pt x="517683" y="1330146"/>
                  </a:lnTo>
                  <a:lnTo>
                    <a:pt x="517689" y="1330134"/>
                  </a:lnTo>
                  <a:lnTo>
                    <a:pt x="517701" y="1330120"/>
                  </a:lnTo>
                  <a:lnTo>
                    <a:pt x="517713" y="1330107"/>
                  </a:lnTo>
                  <a:lnTo>
                    <a:pt x="517728" y="1330091"/>
                  </a:lnTo>
                  <a:lnTo>
                    <a:pt x="517753" y="1330065"/>
                  </a:lnTo>
                  <a:lnTo>
                    <a:pt x="517767" y="1330046"/>
                  </a:lnTo>
                  <a:lnTo>
                    <a:pt x="517781" y="1330028"/>
                  </a:lnTo>
                  <a:lnTo>
                    <a:pt x="517796" y="1330009"/>
                  </a:lnTo>
                  <a:lnTo>
                    <a:pt x="517817" y="1329986"/>
                  </a:lnTo>
                  <a:lnTo>
                    <a:pt x="517825" y="1329980"/>
                  </a:lnTo>
                  <a:lnTo>
                    <a:pt x="517832" y="1329975"/>
                  </a:lnTo>
                  <a:lnTo>
                    <a:pt x="517839" y="1329969"/>
                  </a:lnTo>
                  <a:lnTo>
                    <a:pt x="517821" y="1329966"/>
                  </a:lnTo>
                  <a:lnTo>
                    <a:pt x="517805" y="1329965"/>
                  </a:lnTo>
                  <a:lnTo>
                    <a:pt x="517788" y="1329963"/>
                  </a:lnTo>
                  <a:lnTo>
                    <a:pt x="517770" y="1329957"/>
                  </a:lnTo>
                  <a:lnTo>
                    <a:pt x="517750" y="1329949"/>
                  </a:lnTo>
                  <a:lnTo>
                    <a:pt x="517707" y="1329926"/>
                  </a:lnTo>
                  <a:lnTo>
                    <a:pt x="517685" y="1329915"/>
                  </a:lnTo>
                  <a:lnTo>
                    <a:pt x="517667" y="1329907"/>
                  </a:lnTo>
                  <a:lnTo>
                    <a:pt x="517627" y="1329887"/>
                  </a:lnTo>
                  <a:lnTo>
                    <a:pt x="517610" y="1329877"/>
                  </a:lnTo>
                  <a:lnTo>
                    <a:pt x="517583" y="1329867"/>
                  </a:lnTo>
                  <a:lnTo>
                    <a:pt x="517564" y="1329860"/>
                  </a:lnTo>
                  <a:lnTo>
                    <a:pt x="517546" y="1329856"/>
                  </a:lnTo>
                  <a:lnTo>
                    <a:pt x="517531" y="1329855"/>
                  </a:lnTo>
                  <a:lnTo>
                    <a:pt x="517499" y="1329852"/>
                  </a:lnTo>
                  <a:lnTo>
                    <a:pt x="517487" y="1329849"/>
                  </a:lnTo>
                  <a:lnTo>
                    <a:pt x="517465" y="1329842"/>
                  </a:lnTo>
                  <a:lnTo>
                    <a:pt x="517455" y="1329837"/>
                  </a:lnTo>
                  <a:lnTo>
                    <a:pt x="517442" y="1329830"/>
                  </a:lnTo>
                  <a:lnTo>
                    <a:pt x="517426" y="1329820"/>
                  </a:lnTo>
                  <a:lnTo>
                    <a:pt x="517415" y="1329812"/>
                  </a:lnTo>
                  <a:lnTo>
                    <a:pt x="517386" y="1329784"/>
                  </a:lnTo>
                  <a:lnTo>
                    <a:pt x="517357" y="1329755"/>
                  </a:lnTo>
                  <a:lnTo>
                    <a:pt x="517323" y="1329720"/>
                  </a:lnTo>
                  <a:lnTo>
                    <a:pt x="517298" y="1329694"/>
                  </a:lnTo>
                  <a:lnTo>
                    <a:pt x="517264" y="1329655"/>
                  </a:lnTo>
                  <a:lnTo>
                    <a:pt x="517253" y="1329644"/>
                  </a:lnTo>
                  <a:lnTo>
                    <a:pt x="517240" y="1329628"/>
                  </a:lnTo>
                  <a:lnTo>
                    <a:pt x="517232" y="1329614"/>
                  </a:lnTo>
                  <a:lnTo>
                    <a:pt x="517219" y="1329590"/>
                  </a:lnTo>
                  <a:lnTo>
                    <a:pt x="517208" y="1329573"/>
                  </a:lnTo>
                  <a:lnTo>
                    <a:pt x="517202" y="1329565"/>
                  </a:lnTo>
                  <a:lnTo>
                    <a:pt x="517193" y="1329560"/>
                  </a:lnTo>
                  <a:lnTo>
                    <a:pt x="517182" y="1329553"/>
                  </a:lnTo>
                  <a:lnTo>
                    <a:pt x="517166" y="1329545"/>
                  </a:lnTo>
                  <a:lnTo>
                    <a:pt x="517157" y="1329540"/>
                  </a:lnTo>
                  <a:lnTo>
                    <a:pt x="517148" y="1329533"/>
                  </a:lnTo>
                  <a:lnTo>
                    <a:pt x="517143" y="1329525"/>
                  </a:lnTo>
                  <a:lnTo>
                    <a:pt x="517134" y="1329506"/>
                  </a:lnTo>
                  <a:lnTo>
                    <a:pt x="517123" y="1329481"/>
                  </a:lnTo>
                  <a:lnTo>
                    <a:pt x="517111" y="1329461"/>
                  </a:lnTo>
                  <a:lnTo>
                    <a:pt x="517102" y="1329450"/>
                  </a:lnTo>
                  <a:lnTo>
                    <a:pt x="517086" y="1329440"/>
                  </a:lnTo>
                  <a:lnTo>
                    <a:pt x="517060" y="1329429"/>
                  </a:lnTo>
                  <a:lnTo>
                    <a:pt x="517030" y="1329419"/>
                  </a:lnTo>
                  <a:lnTo>
                    <a:pt x="517021" y="1329417"/>
                  </a:lnTo>
                  <a:lnTo>
                    <a:pt x="517002" y="1329412"/>
                  </a:lnTo>
                  <a:lnTo>
                    <a:pt x="516985" y="1329410"/>
                  </a:lnTo>
                  <a:lnTo>
                    <a:pt x="516970" y="1329410"/>
                  </a:lnTo>
                  <a:lnTo>
                    <a:pt x="516949" y="1329415"/>
                  </a:lnTo>
                  <a:lnTo>
                    <a:pt x="516941" y="1329418"/>
                  </a:lnTo>
                  <a:lnTo>
                    <a:pt x="516905" y="1329430"/>
                  </a:lnTo>
                  <a:lnTo>
                    <a:pt x="516870" y="1329439"/>
                  </a:lnTo>
                  <a:lnTo>
                    <a:pt x="516853" y="1329445"/>
                  </a:lnTo>
                  <a:lnTo>
                    <a:pt x="516820" y="1329457"/>
                  </a:lnTo>
                  <a:lnTo>
                    <a:pt x="516790" y="1329468"/>
                  </a:lnTo>
                  <a:lnTo>
                    <a:pt x="516775" y="1329474"/>
                  </a:lnTo>
                  <a:lnTo>
                    <a:pt x="516726" y="1329491"/>
                  </a:lnTo>
                  <a:lnTo>
                    <a:pt x="516698" y="1329503"/>
                  </a:lnTo>
                  <a:lnTo>
                    <a:pt x="516672" y="1329515"/>
                  </a:lnTo>
                  <a:lnTo>
                    <a:pt x="516648" y="1329522"/>
                  </a:lnTo>
                  <a:lnTo>
                    <a:pt x="516632" y="1329525"/>
                  </a:lnTo>
                  <a:lnTo>
                    <a:pt x="516623" y="1329526"/>
                  </a:lnTo>
                  <a:lnTo>
                    <a:pt x="516598" y="1329528"/>
                  </a:lnTo>
                  <a:lnTo>
                    <a:pt x="516582" y="1329531"/>
                  </a:lnTo>
                  <a:lnTo>
                    <a:pt x="516566" y="1329538"/>
                  </a:lnTo>
                  <a:lnTo>
                    <a:pt x="516551" y="1329547"/>
                  </a:lnTo>
                  <a:lnTo>
                    <a:pt x="516545" y="1329552"/>
                  </a:lnTo>
                  <a:lnTo>
                    <a:pt x="516532" y="1329559"/>
                  </a:lnTo>
                  <a:lnTo>
                    <a:pt x="516515" y="1329563"/>
                  </a:lnTo>
                  <a:lnTo>
                    <a:pt x="516490" y="1329568"/>
                  </a:lnTo>
                  <a:lnTo>
                    <a:pt x="516471" y="1329569"/>
                  </a:lnTo>
                  <a:lnTo>
                    <a:pt x="516443" y="1329567"/>
                  </a:lnTo>
                  <a:lnTo>
                    <a:pt x="516420" y="1329563"/>
                  </a:lnTo>
                  <a:lnTo>
                    <a:pt x="516392" y="1329557"/>
                  </a:lnTo>
                  <a:lnTo>
                    <a:pt x="516380" y="1329552"/>
                  </a:lnTo>
                  <a:lnTo>
                    <a:pt x="516365" y="1329545"/>
                  </a:lnTo>
                  <a:lnTo>
                    <a:pt x="516344" y="1329533"/>
                  </a:lnTo>
                  <a:lnTo>
                    <a:pt x="516331" y="1329522"/>
                  </a:lnTo>
                  <a:lnTo>
                    <a:pt x="516312" y="1329504"/>
                  </a:lnTo>
                  <a:lnTo>
                    <a:pt x="516296" y="1329493"/>
                  </a:lnTo>
                  <a:lnTo>
                    <a:pt x="516277" y="1329484"/>
                  </a:lnTo>
                  <a:lnTo>
                    <a:pt x="516266" y="1329481"/>
                  </a:lnTo>
                  <a:lnTo>
                    <a:pt x="516231" y="1329480"/>
                  </a:lnTo>
                  <a:lnTo>
                    <a:pt x="516211" y="1329480"/>
                  </a:lnTo>
                  <a:lnTo>
                    <a:pt x="516185" y="1329480"/>
                  </a:lnTo>
                  <a:lnTo>
                    <a:pt x="516174" y="1329483"/>
                  </a:lnTo>
                  <a:lnTo>
                    <a:pt x="516166" y="1329487"/>
                  </a:lnTo>
                  <a:lnTo>
                    <a:pt x="516158" y="1329493"/>
                  </a:lnTo>
                  <a:lnTo>
                    <a:pt x="516150" y="1329496"/>
                  </a:lnTo>
                  <a:lnTo>
                    <a:pt x="516150" y="1329486"/>
                  </a:lnTo>
                  <a:lnTo>
                    <a:pt x="516151" y="1329462"/>
                  </a:lnTo>
                  <a:lnTo>
                    <a:pt x="516148" y="1329432"/>
                  </a:lnTo>
                  <a:lnTo>
                    <a:pt x="516144" y="1329402"/>
                  </a:lnTo>
                  <a:lnTo>
                    <a:pt x="516143" y="1329368"/>
                  </a:lnTo>
                  <a:lnTo>
                    <a:pt x="516143" y="1329334"/>
                  </a:lnTo>
                  <a:lnTo>
                    <a:pt x="516142" y="1329316"/>
                  </a:lnTo>
                  <a:lnTo>
                    <a:pt x="516141" y="1329304"/>
                  </a:lnTo>
                  <a:lnTo>
                    <a:pt x="516136" y="1329268"/>
                  </a:lnTo>
                  <a:lnTo>
                    <a:pt x="516129" y="1329245"/>
                  </a:lnTo>
                  <a:lnTo>
                    <a:pt x="516128" y="1329225"/>
                  </a:lnTo>
                  <a:lnTo>
                    <a:pt x="516128" y="1329209"/>
                  </a:lnTo>
                  <a:lnTo>
                    <a:pt x="516120" y="1329163"/>
                  </a:lnTo>
                  <a:lnTo>
                    <a:pt x="516116" y="1329145"/>
                  </a:lnTo>
                  <a:lnTo>
                    <a:pt x="516113" y="1329136"/>
                  </a:lnTo>
                  <a:lnTo>
                    <a:pt x="516102" y="1329123"/>
                  </a:lnTo>
                  <a:lnTo>
                    <a:pt x="516087" y="1329098"/>
                  </a:lnTo>
                  <a:lnTo>
                    <a:pt x="516085" y="1329086"/>
                  </a:lnTo>
                  <a:lnTo>
                    <a:pt x="516090" y="1329076"/>
                  </a:lnTo>
                  <a:lnTo>
                    <a:pt x="516098" y="1329065"/>
                  </a:lnTo>
                  <a:lnTo>
                    <a:pt x="516108" y="1329056"/>
                  </a:lnTo>
                  <a:lnTo>
                    <a:pt x="516119" y="1329049"/>
                  </a:lnTo>
                  <a:lnTo>
                    <a:pt x="516127" y="1329043"/>
                  </a:lnTo>
                  <a:lnTo>
                    <a:pt x="516152" y="1329022"/>
                  </a:lnTo>
                  <a:lnTo>
                    <a:pt x="516167" y="1329009"/>
                  </a:lnTo>
                  <a:lnTo>
                    <a:pt x="516185" y="1328994"/>
                  </a:lnTo>
                  <a:lnTo>
                    <a:pt x="516197" y="1328984"/>
                  </a:lnTo>
                  <a:lnTo>
                    <a:pt x="516207" y="1328975"/>
                  </a:lnTo>
                  <a:lnTo>
                    <a:pt x="516220" y="1328965"/>
                  </a:lnTo>
                  <a:lnTo>
                    <a:pt x="516232" y="1328957"/>
                  </a:lnTo>
                  <a:lnTo>
                    <a:pt x="516243" y="1328951"/>
                  </a:lnTo>
                  <a:lnTo>
                    <a:pt x="516252" y="1328946"/>
                  </a:lnTo>
                  <a:lnTo>
                    <a:pt x="516277" y="1328937"/>
                  </a:lnTo>
                  <a:lnTo>
                    <a:pt x="516292" y="1328933"/>
                  </a:lnTo>
                  <a:lnTo>
                    <a:pt x="516327" y="1328923"/>
                  </a:lnTo>
                  <a:lnTo>
                    <a:pt x="516357" y="1328912"/>
                  </a:lnTo>
                  <a:lnTo>
                    <a:pt x="516365" y="1328909"/>
                  </a:lnTo>
                  <a:lnTo>
                    <a:pt x="516383" y="1328900"/>
                  </a:lnTo>
                  <a:lnTo>
                    <a:pt x="516397" y="1328893"/>
                  </a:lnTo>
                  <a:lnTo>
                    <a:pt x="516413" y="1328880"/>
                  </a:lnTo>
                  <a:lnTo>
                    <a:pt x="516426" y="1328869"/>
                  </a:lnTo>
                  <a:lnTo>
                    <a:pt x="516437" y="1328858"/>
                  </a:lnTo>
                  <a:lnTo>
                    <a:pt x="516450" y="1328843"/>
                  </a:lnTo>
                  <a:lnTo>
                    <a:pt x="516463" y="1328826"/>
                  </a:lnTo>
                  <a:lnTo>
                    <a:pt x="516475" y="1328807"/>
                  </a:lnTo>
                  <a:lnTo>
                    <a:pt x="516481" y="1328797"/>
                  </a:lnTo>
                  <a:lnTo>
                    <a:pt x="516486" y="1328789"/>
                  </a:lnTo>
                  <a:lnTo>
                    <a:pt x="516490" y="1328778"/>
                  </a:lnTo>
                  <a:lnTo>
                    <a:pt x="516496" y="1328756"/>
                  </a:lnTo>
                  <a:lnTo>
                    <a:pt x="516502" y="1328734"/>
                  </a:lnTo>
                  <a:lnTo>
                    <a:pt x="516506" y="1328711"/>
                  </a:lnTo>
                  <a:lnTo>
                    <a:pt x="516510" y="1328687"/>
                  </a:lnTo>
                  <a:lnTo>
                    <a:pt x="516514" y="1328670"/>
                  </a:lnTo>
                  <a:lnTo>
                    <a:pt x="516516" y="1328660"/>
                  </a:lnTo>
                  <a:lnTo>
                    <a:pt x="516520" y="1328645"/>
                  </a:lnTo>
                  <a:lnTo>
                    <a:pt x="516522" y="1328627"/>
                  </a:lnTo>
                  <a:lnTo>
                    <a:pt x="516524" y="1328606"/>
                  </a:lnTo>
                  <a:lnTo>
                    <a:pt x="516526" y="1328574"/>
                  </a:lnTo>
                  <a:lnTo>
                    <a:pt x="516528" y="1328558"/>
                  </a:lnTo>
                  <a:lnTo>
                    <a:pt x="516529" y="1328550"/>
                  </a:lnTo>
                  <a:lnTo>
                    <a:pt x="516530" y="1328542"/>
                  </a:lnTo>
                  <a:lnTo>
                    <a:pt x="516533" y="1328530"/>
                  </a:lnTo>
                  <a:lnTo>
                    <a:pt x="516537" y="1328513"/>
                  </a:lnTo>
                  <a:lnTo>
                    <a:pt x="516540" y="1328496"/>
                  </a:lnTo>
                  <a:lnTo>
                    <a:pt x="516541" y="1328483"/>
                  </a:lnTo>
                  <a:lnTo>
                    <a:pt x="516539" y="1328455"/>
                  </a:lnTo>
                  <a:lnTo>
                    <a:pt x="516537" y="1328431"/>
                  </a:lnTo>
                  <a:lnTo>
                    <a:pt x="516533" y="1328419"/>
                  </a:lnTo>
                  <a:lnTo>
                    <a:pt x="516530" y="1328410"/>
                  </a:lnTo>
                  <a:lnTo>
                    <a:pt x="516530" y="1328380"/>
                  </a:lnTo>
                  <a:lnTo>
                    <a:pt x="516531" y="1328369"/>
                  </a:lnTo>
                  <a:lnTo>
                    <a:pt x="516533" y="1328361"/>
                  </a:lnTo>
                  <a:lnTo>
                    <a:pt x="516535" y="1328347"/>
                  </a:lnTo>
                  <a:lnTo>
                    <a:pt x="516538" y="1328334"/>
                  </a:lnTo>
                  <a:lnTo>
                    <a:pt x="516542" y="1328317"/>
                  </a:lnTo>
                  <a:lnTo>
                    <a:pt x="516547" y="1328299"/>
                  </a:lnTo>
                  <a:lnTo>
                    <a:pt x="516552" y="1328287"/>
                  </a:lnTo>
                  <a:lnTo>
                    <a:pt x="516555" y="1328276"/>
                  </a:lnTo>
                  <a:lnTo>
                    <a:pt x="516561" y="1328259"/>
                  </a:lnTo>
                  <a:lnTo>
                    <a:pt x="516566" y="1328246"/>
                  </a:lnTo>
                  <a:lnTo>
                    <a:pt x="516566" y="1328240"/>
                  </a:lnTo>
                  <a:lnTo>
                    <a:pt x="516559" y="1328235"/>
                  </a:lnTo>
                  <a:lnTo>
                    <a:pt x="516545" y="1328229"/>
                  </a:lnTo>
                  <a:lnTo>
                    <a:pt x="516535" y="1328227"/>
                  </a:lnTo>
                  <a:lnTo>
                    <a:pt x="516521" y="1328223"/>
                  </a:lnTo>
                  <a:lnTo>
                    <a:pt x="516513" y="1328222"/>
                  </a:lnTo>
                  <a:lnTo>
                    <a:pt x="516500" y="1328219"/>
                  </a:lnTo>
                  <a:lnTo>
                    <a:pt x="516488" y="1328218"/>
                  </a:lnTo>
                  <a:lnTo>
                    <a:pt x="516475" y="1328217"/>
                  </a:lnTo>
                  <a:lnTo>
                    <a:pt x="516464" y="1328216"/>
                  </a:lnTo>
                  <a:lnTo>
                    <a:pt x="516449" y="1328216"/>
                  </a:lnTo>
                  <a:lnTo>
                    <a:pt x="516429" y="1328214"/>
                  </a:lnTo>
                  <a:lnTo>
                    <a:pt x="516409" y="1328214"/>
                  </a:lnTo>
                  <a:lnTo>
                    <a:pt x="516383" y="1328213"/>
                  </a:lnTo>
                  <a:lnTo>
                    <a:pt x="516364" y="1328211"/>
                  </a:lnTo>
                  <a:lnTo>
                    <a:pt x="516359" y="1328211"/>
                  </a:lnTo>
                  <a:lnTo>
                    <a:pt x="516352" y="1328209"/>
                  </a:lnTo>
                  <a:lnTo>
                    <a:pt x="516343" y="1328207"/>
                  </a:lnTo>
                  <a:lnTo>
                    <a:pt x="516335" y="1328205"/>
                  </a:lnTo>
                  <a:lnTo>
                    <a:pt x="516329" y="1328204"/>
                  </a:lnTo>
                  <a:lnTo>
                    <a:pt x="516323" y="1328202"/>
                  </a:lnTo>
                  <a:lnTo>
                    <a:pt x="516316" y="1328199"/>
                  </a:lnTo>
                  <a:lnTo>
                    <a:pt x="516309" y="1328194"/>
                  </a:lnTo>
                  <a:lnTo>
                    <a:pt x="516302" y="1328190"/>
                  </a:lnTo>
                  <a:lnTo>
                    <a:pt x="516295" y="1328185"/>
                  </a:lnTo>
                  <a:lnTo>
                    <a:pt x="516286" y="1328177"/>
                  </a:lnTo>
                  <a:lnTo>
                    <a:pt x="516272" y="1328164"/>
                  </a:lnTo>
                  <a:lnTo>
                    <a:pt x="516257" y="1328150"/>
                  </a:lnTo>
                  <a:lnTo>
                    <a:pt x="516246" y="1328141"/>
                  </a:lnTo>
                  <a:lnTo>
                    <a:pt x="516230" y="1328129"/>
                  </a:lnTo>
                  <a:lnTo>
                    <a:pt x="516215" y="1328118"/>
                  </a:lnTo>
                  <a:lnTo>
                    <a:pt x="516193" y="1328102"/>
                  </a:lnTo>
                  <a:lnTo>
                    <a:pt x="516184" y="1328095"/>
                  </a:lnTo>
                  <a:lnTo>
                    <a:pt x="516168" y="1328084"/>
                  </a:lnTo>
                  <a:lnTo>
                    <a:pt x="516154" y="1328075"/>
                  </a:lnTo>
                  <a:lnTo>
                    <a:pt x="516138" y="1328065"/>
                  </a:lnTo>
                  <a:lnTo>
                    <a:pt x="516117" y="1328051"/>
                  </a:lnTo>
                  <a:lnTo>
                    <a:pt x="516103" y="1328042"/>
                  </a:lnTo>
                  <a:lnTo>
                    <a:pt x="516092" y="1328035"/>
                  </a:lnTo>
                  <a:lnTo>
                    <a:pt x="516070" y="1328021"/>
                  </a:lnTo>
                  <a:lnTo>
                    <a:pt x="516046" y="1328005"/>
                  </a:lnTo>
                  <a:lnTo>
                    <a:pt x="516022" y="1327991"/>
                  </a:lnTo>
                  <a:lnTo>
                    <a:pt x="516007" y="1327982"/>
                  </a:lnTo>
                  <a:lnTo>
                    <a:pt x="516000" y="1327978"/>
                  </a:lnTo>
                  <a:lnTo>
                    <a:pt x="515984" y="1327969"/>
                  </a:lnTo>
                  <a:lnTo>
                    <a:pt x="515966" y="1327960"/>
                  </a:lnTo>
                  <a:lnTo>
                    <a:pt x="515955" y="1327955"/>
                  </a:lnTo>
                  <a:lnTo>
                    <a:pt x="515935" y="1327943"/>
                  </a:lnTo>
                  <a:lnTo>
                    <a:pt x="515927" y="1327939"/>
                  </a:lnTo>
                  <a:lnTo>
                    <a:pt x="515917" y="1327935"/>
                  </a:lnTo>
                  <a:lnTo>
                    <a:pt x="515909" y="1327932"/>
                  </a:lnTo>
                  <a:lnTo>
                    <a:pt x="515899" y="1327928"/>
                  </a:lnTo>
                  <a:lnTo>
                    <a:pt x="515887" y="1327922"/>
                  </a:lnTo>
                  <a:lnTo>
                    <a:pt x="515875" y="1327917"/>
                  </a:lnTo>
                  <a:lnTo>
                    <a:pt x="515867" y="1327915"/>
                  </a:lnTo>
                  <a:lnTo>
                    <a:pt x="515858" y="1327912"/>
                  </a:lnTo>
                  <a:lnTo>
                    <a:pt x="515848" y="1327909"/>
                  </a:lnTo>
                  <a:lnTo>
                    <a:pt x="515838" y="1327904"/>
                  </a:lnTo>
                  <a:lnTo>
                    <a:pt x="515819" y="1327897"/>
                  </a:lnTo>
                  <a:lnTo>
                    <a:pt x="515799" y="1327889"/>
                  </a:lnTo>
                  <a:lnTo>
                    <a:pt x="515781" y="1327881"/>
                  </a:lnTo>
                  <a:lnTo>
                    <a:pt x="515773" y="1327878"/>
                  </a:lnTo>
                  <a:lnTo>
                    <a:pt x="515759" y="1327873"/>
                  </a:lnTo>
                  <a:lnTo>
                    <a:pt x="515745" y="1327866"/>
                  </a:lnTo>
                  <a:lnTo>
                    <a:pt x="515730" y="1327859"/>
                  </a:lnTo>
                  <a:lnTo>
                    <a:pt x="515717" y="1327854"/>
                  </a:lnTo>
                  <a:lnTo>
                    <a:pt x="515708" y="1327851"/>
                  </a:lnTo>
                  <a:lnTo>
                    <a:pt x="515697" y="1327848"/>
                  </a:lnTo>
                  <a:lnTo>
                    <a:pt x="515689" y="1327846"/>
                  </a:lnTo>
                  <a:lnTo>
                    <a:pt x="515682" y="1327844"/>
                  </a:lnTo>
                  <a:lnTo>
                    <a:pt x="515669" y="1327841"/>
                  </a:lnTo>
                  <a:lnTo>
                    <a:pt x="515654" y="1327838"/>
                  </a:lnTo>
                  <a:lnTo>
                    <a:pt x="515644" y="1327837"/>
                  </a:lnTo>
                  <a:lnTo>
                    <a:pt x="515633" y="1327836"/>
                  </a:lnTo>
                  <a:lnTo>
                    <a:pt x="515619" y="1327834"/>
                  </a:lnTo>
                  <a:lnTo>
                    <a:pt x="515606" y="1327832"/>
                  </a:lnTo>
                  <a:lnTo>
                    <a:pt x="515596" y="1327830"/>
                  </a:lnTo>
                  <a:lnTo>
                    <a:pt x="515589" y="1327828"/>
                  </a:lnTo>
                  <a:lnTo>
                    <a:pt x="515579" y="1327826"/>
                  </a:lnTo>
                  <a:lnTo>
                    <a:pt x="515571" y="1327824"/>
                  </a:lnTo>
                  <a:lnTo>
                    <a:pt x="515563" y="1327822"/>
                  </a:lnTo>
                  <a:lnTo>
                    <a:pt x="515552" y="1327821"/>
                  </a:lnTo>
                  <a:lnTo>
                    <a:pt x="515544" y="1327821"/>
                  </a:lnTo>
                  <a:lnTo>
                    <a:pt x="515519" y="1327820"/>
                  </a:lnTo>
                  <a:lnTo>
                    <a:pt x="515499" y="1327820"/>
                  </a:lnTo>
                  <a:lnTo>
                    <a:pt x="515472" y="1327820"/>
                  </a:lnTo>
                  <a:lnTo>
                    <a:pt x="515465" y="1327822"/>
                  </a:lnTo>
                  <a:lnTo>
                    <a:pt x="515453" y="1327825"/>
                  </a:lnTo>
                  <a:lnTo>
                    <a:pt x="515448" y="1327826"/>
                  </a:lnTo>
                  <a:lnTo>
                    <a:pt x="515442" y="1327826"/>
                  </a:lnTo>
                  <a:lnTo>
                    <a:pt x="515437" y="1327826"/>
                  </a:lnTo>
                  <a:lnTo>
                    <a:pt x="515432" y="1327826"/>
                  </a:lnTo>
                  <a:lnTo>
                    <a:pt x="515425" y="1327825"/>
                  </a:lnTo>
                  <a:lnTo>
                    <a:pt x="515415" y="1327822"/>
                  </a:lnTo>
                  <a:lnTo>
                    <a:pt x="515406" y="1327819"/>
                  </a:lnTo>
                  <a:lnTo>
                    <a:pt x="515395" y="1327816"/>
                  </a:lnTo>
                  <a:lnTo>
                    <a:pt x="515385" y="1327812"/>
                  </a:lnTo>
                  <a:lnTo>
                    <a:pt x="515378" y="1327810"/>
                  </a:lnTo>
                  <a:lnTo>
                    <a:pt x="515369" y="1327807"/>
                  </a:lnTo>
                  <a:lnTo>
                    <a:pt x="515360" y="1327805"/>
                  </a:lnTo>
                  <a:lnTo>
                    <a:pt x="515341" y="1327802"/>
                  </a:lnTo>
                  <a:lnTo>
                    <a:pt x="515329" y="1327799"/>
                  </a:lnTo>
                  <a:lnTo>
                    <a:pt x="515320" y="1327797"/>
                  </a:lnTo>
                  <a:lnTo>
                    <a:pt x="515315" y="1327796"/>
                  </a:lnTo>
                  <a:lnTo>
                    <a:pt x="515304" y="1327792"/>
                  </a:lnTo>
                  <a:lnTo>
                    <a:pt x="515293" y="1327788"/>
                  </a:lnTo>
                  <a:lnTo>
                    <a:pt x="515284" y="1327784"/>
                  </a:lnTo>
                  <a:lnTo>
                    <a:pt x="515277" y="1327781"/>
                  </a:lnTo>
                  <a:lnTo>
                    <a:pt x="515269" y="1327777"/>
                  </a:lnTo>
                  <a:lnTo>
                    <a:pt x="515253" y="1327768"/>
                  </a:lnTo>
                  <a:lnTo>
                    <a:pt x="515241" y="1327761"/>
                  </a:lnTo>
                  <a:lnTo>
                    <a:pt x="515229" y="1327755"/>
                  </a:lnTo>
                  <a:lnTo>
                    <a:pt x="515224" y="1327752"/>
                  </a:lnTo>
                  <a:lnTo>
                    <a:pt x="515204" y="1327742"/>
                  </a:lnTo>
                  <a:lnTo>
                    <a:pt x="515190" y="1327736"/>
                  </a:lnTo>
                  <a:lnTo>
                    <a:pt x="515179" y="1327731"/>
                  </a:lnTo>
                  <a:lnTo>
                    <a:pt x="515159" y="1327724"/>
                  </a:lnTo>
                  <a:lnTo>
                    <a:pt x="515146" y="1327718"/>
                  </a:lnTo>
                  <a:lnTo>
                    <a:pt x="515132" y="1327711"/>
                  </a:lnTo>
                  <a:lnTo>
                    <a:pt x="515111" y="1327703"/>
                  </a:lnTo>
                  <a:lnTo>
                    <a:pt x="515095" y="1327696"/>
                  </a:lnTo>
                  <a:lnTo>
                    <a:pt x="515086" y="1327693"/>
                  </a:lnTo>
                  <a:lnTo>
                    <a:pt x="515064" y="1327684"/>
                  </a:lnTo>
                  <a:lnTo>
                    <a:pt x="515053" y="1327678"/>
                  </a:lnTo>
                  <a:lnTo>
                    <a:pt x="515040" y="1327672"/>
                  </a:lnTo>
                  <a:lnTo>
                    <a:pt x="515019" y="1327663"/>
                  </a:lnTo>
                  <a:lnTo>
                    <a:pt x="515004" y="1327657"/>
                  </a:lnTo>
                  <a:lnTo>
                    <a:pt x="514995" y="1327653"/>
                  </a:lnTo>
                  <a:lnTo>
                    <a:pt x="514971" y="1327643"/>
                  </a:lnTo>
                  <a:lnTo>
                    <a:pt x="514960" y="1327638"/>
                  </a:lnTo>
                  <a:lnTo>
                    <a:pt x="514954" y="1327635"/>
                  </a:lnTo>
                  <a:lnTo>
                    <a:pt x="514945" y="1327630"/>
                  </a:lnTo>
                  <a:lnTo>
                    <a:pt x="514939" y="1327625"/>
                  </a:lnTo>
                  <a:lnTo>
                    <a:pt x="514933" y="1327619"/>
                  </a:lnTo>
                  <a:lnTo>
                    <a:pt x="514930" y="1327614"/>
                  </a:lnTo>
                  <a:lnTo>
                    <a:pt x="514910" y="1327603"/>
                  </a:lnTo>
                  <a:lnTo>
                    <a:pt x="514848" y="1327605"/>
                  </a:lnTo>
                  <a:lnTo>
                    <a:pt x="514792" y="1327622"/>
                  </a:lnTo>
                  <a:lnTo>
                    <a:pt x="514737" y="1327644"/>
                  </a:lnTo>
                  <a:lnTo>
                    <a:pt x="514676" y="1327678"/>
                  </a:lnTo>
                  <a:lnTo>
                    <a:pt x="514569" y="1327717"/>
                  </a:lnTo>
                  <a:lnTo>
                    <a:pt x="514474" y="1327740"/>
                  </a:lnTo>
                  <a:lnTo>
                    <a:pt x="514371" y="1327785"/>
                  </a:lnTo>
                  <a:lnTo>
                    <a:pt x="514269" y="1327813"/>
                  </a:lnTo>
                  <a:lnTo>
                    <a:pt x="514147" y="1327835"/>
                  </a:lnTo>
                  <a:lnTo>
                    <a:pt x="514060" y="1327824"/>
                  </a:lnTo>
                  <a:lnTo>
                    <a:pt x="514006" y="1327787"/>
                  </a:lnTo>
                  <a:lnTo>
                    <a:pt x="513992" y="1327767"/>
                  </a:lnTo>
                  <a:lnTo>
                    <a:pt x="513981" y="1327753"/>
                  </a:lnTo>
                  <a:lnTo>
                    <a:pt x="513975" y="1327746"/>
                  </a:lnTo>
                  <a:lnTo>
                    <a:pt x="513964" y="1327732"/>
                  </a:lnTo>
                  <a:lnTo>
                    <a:pt x="513953" y="1327721"/>
                  </a:lnTo>
                  <a:lnTo>
                    <a:pt x="513944" y="1327710"/>
                  </a:lnTo>
                  <a:lnTo>
                    <a:pt x="513926" y="1327692"/>
                  </a:lnTo>
                  <a:lnTo>
                    <a:pt x="513915" y="1327682"/>
                  </a:lnTo>
                  <a:lnTo>
                    <a:pt x="513908" y="1327674"/>
                  </a:lnTo>
                  <a:lnTo>
                    <a:pt x="513892" y="1327661"/>
                  </a:lnTo>
                  <a:lnTo>
                    <a:pt x="513883" y="1327653"/>
                  </a:lnTo>
                  <a:lnTo>
                    <a:pt x="513874" y="1327647"/>
                  </a:lnTo>
                  <a:lnTo>
                    <a:pt x="513856" y="1327629"/>
                  </a:lnTo>
                  <a:lnTo>
                    <a:pt x="513843" y="1327618"/>
                  </a:lnTo>
                  <a:lnTo>
                    <a:pt x="513830" y="1327606"/>
                  </a:lnTo>
                  <a:lnTo>
                    <a:pt x="513823" y="1327602"/>
                  </a:lnTo>
                  <a:lnTo>
                    <a:pt x="513816" y="1327597"/>
                  </a:lnTo>
                  <a:lnTo>
                    <a:pt x="513810" y="1327593"/>
                  </a:lnTo>
                  <a:lnTo>
                    <a:pt x="513806" y="1327589"/>
                  </a:lnTo>
                  <a:lnTo>
                    <a:pt x="513798" y="1327581"/>
                  </a:lnTo>
                  <a:lnTo>
                    <a:pt x="513793" y="1327576"/>
                  </a:lnTo>
                  <a:lnTo>
                    <a:pt x="513783" y="1327568"/>
                  </a:lnTo>
                  <a:lnTo>
                    <a:pt x="513767" y="1327557"/>
                  </a:lnTo>
                  <a:lnTo>
                    <a:pt x="513763" y="1327553"/>
                  </a:lnTo>
                  <a:lnTo>
                    <a:pt x="513759" y="1327548"/>
                  </a:lnTo>
                  <a:lnTo>
                    <a:pt x="513753" y="1327540"/>
                  </a:lnTo>
                  <a:lnTo>
                    <a:pt x="513747" y="1327534"/>
                  </a:lnTo>
                  <a:lnTo>
                    <a:pt x="513734" y="1327520"/>
                  </a:lnTo>
                  <a:lnTo>
                    <a:pt x="513727" y="1327514"/>
                  </a:lnTo>
                  <a:lnTo>
                    <a:pt x="513719" y="1327507"/>
                  </a:lnTo>
                  <a:lnTo>
                    <a:pt x="513709" y="1327498"/>
                  </a:lnTo>
                  <a:lnTo>
                    <a:pt x="513687" y="1327479"/>
                  </a:lnTo>
                  <a:lnTo>
                    <a:pt x="513676" y="1327470"/>
                  </a:lnTo>
                  <a:lnTo>
                    <a:pt x="513668" y="1327463"/>
                  </a:lnTo>
                  <a:lnTo>
                    <a:pt x="513645" y="1327447"/>
                  </a:lnTo>
                  <a:lnTo>
                    <a:pt x="513638" y="1327443"/>
                  </a:lnTo>
                  <a:lnTo>
                    <a:pt x="513623" y="1327434"/>
                  </a:lnTo>
                  <a:lnTo>
                    <a:pt x="513612" y="1327426"/>
                  </a:lnTo>
                  <a:lnTo>
                    <a:pt x="513600" y="1327414"/>
                  </a:lnTo>
                  <a:lnTo>
                    <a:pt x="513592" y="1327407"/>
                  </a:lnTo>
                  <a:lnTo>
                    <a:pt x="513580" y="1327393"/>
                  </a:lnTo>
                  <a:lnTo>
                    <a:pt x="513575" y="1327386"/>
                  </a:lnTo>
                  <a:lnTo>
                    <a:pt x="513567" y="1327374"/>
                  </a:lnTo>
                  <a:lnTo>
                    <a:pt x="513560" y="1327364"/>
                  </a:lnTo>
                  <a:lnTo>
                    <a:pt x="513554" y="1327354"/>
                  </a:lnTo>
                  <a:lnTo>
                    <a:pt x="513547" y="1327344"/>
                  </a:lnTo>
                  <a:lnTo>
                    <a:pt x="513542" y="1327336"/>
                  </a:lnTo>
                  <a:lnTo>
                    <a:pt x="513528" y="1327311"/>
                  </a:lnTo>
                  <a:lnTo>
                    <a:pt x="513519" y="1327294"/>
                  </a:lnTo>
                  <a:lnTo>
                    <a:pt x="513513" y="1327283"/>
                  </a:lnTo>
                  <a:lnTo>
                    <a:pt x="513500" y="1327260"/>
                  </a:lnTo>
                  <a:lnTo>
                    <a:pt x="513494" y="1327249"/>
                  </a:lnTo>
                  <a:lnTo>
                    <a:pt x="513487" y="1327240"/>
                  </a:lnTo>
                  <a:lnTo>
                    <a:pt x="513482" y="1327232"/>
                  </a:lnTo>
                  <a:lnTo>
                    <a:pt x="513477" y="1327225"/>
                  </a:lnTo>
                  <a:lnTo>
                    <a:pt x="513470" y="1327219"/>
                  </a:lnTo>
                  <a:lnTo>
                    <a:pt x="513465" y="1327215"/>
                  </a:lnTo>
                  <a:lnTo>
                    <a:pt x="513459" y="1327211"/>
                  </a:lnTo>
                  <a:lnTo>
                    <a:pt x="513452" y="1327207"/>
                  </a:lnTo>
                  <a:lnTo>
                    <a:pt x="513445" y="1327204"/>
                  </a:lnTo>
                  <a:lnTo>
                    <a:pt x="513440" y="1327202"/>
                  </a:lnTo>
                  <a:lnTo>
                    <a:pt x="513430" y="1327200"/>
                  </a:lnTo>
                  <a:lnTo>
                    <a:pt x="513422" y="1327199"/>
                  </a:lnTo>
                  <a:lnTo>
                    <a:pt x="513413" y="1327199"/>
                  </a:lnTo>
                  <a:lnTo>
                    <a:pt x="513404" y="1327199"/>
                  </a:lnTo>
                  <a:lnTo>
                    <a:pt x="513394" y="1327202"/>
                  </a:lnTo>
                  <a:lnTo>
                    <a:pt x="513385" y="1327206"/>
                  </a:lnTo>
                  <a:lnTo>
                    <a:pt x="513365" y="1327214"/>
                  </a:lnTo>
                  <a:lnTo>
                    <a:pt x="513337" y="1327228"/>
                  </a:lnTo>
                  <a:lnTo>
                    <a:pt x="513311" y="1327242"/>
                  </a:lnTo>
                  <a:lnTo>
                    <a:pt x="513291" y="1327253"/>
                  </a:lnTo>
                  <a:lnTo>
                    <a:pt x="513269" y="1327267"/>
                  </a:lnTo>
                  <a:lnTo>
                    <a:pt x="513245" y="1327282"/>
                  </a:lnTo>
                  <a:lnTo>
                    <a:pt x="513228" y="1327295"/>
                  </a:lnTo>
                  <a:lnTo>
                    <a:pt x="513199" y="1327316"/>
                  </a:lnTo>
                  <a:lnTo>
                    <a:pt x="513180" y="1327332"/>
                  </a:lnTo>
                  <a:lnTo>
                    <a:pt x="513168" y="1327341"/>
                  </a:lnTo>
                  <a:lnTo>
                    <a:pt x="513155" y="1327351"/>
                  </a:lnTo>
                  <a:lnTo>
                    <a:pt x="513134" y="1327367"/>
                  </a:lnTo>
                  <a:lnTo>
                    <a:pt x="513118" y="1327378"/>
                  </a:lnTo>
                  <a:lnTo>
                    <a:pt x="513109" y="1327386"/>
                  </a:lnTo>
                  <a:lnTo>
                    <a:pt x="513098" y="1327395"/>
                  </a:lnTo>
                  <a:lnTo>
                    <a:pt x="513088" y="1327404"/>
                  </a:lnTo>
                  <a:lnTo>
                    <a:pt x="513077" y="1327415"/>
                  </a:lnTo>
                  <a:lnTo>
                    <a:pt x="513069" y="1327421"/>
                  </a:lnTo>
                  <a:lnTo>
                    <a:pt x="513055" y="1327434"/>
                  </a:lnTo>
                  <a:lnTo>
                    <a:pt x="513049" y="1327439"/>
                  </a:lnTo>
                  <a:lnTo>
                    <a:pt x="513045" y="1327445"/>
                  </a:lnTo>
                  <a:lnTo>
                    <a:pt x="513043" y="1327450"/>
                  </a:lnTo>
                  <a:lnTo>
                    <a:pt x="513040" y="1327456"/>
                  </a:lnTo>
                  <a:lnTo>
                    <a:pt x="513039" y="1327464"/>
                  </a:lnTo>
                  <a:lnTo>
                    <a:pt x="513039" y="1327476"/>
                  </a:lnTo>
                  <a:lnTo>
                    <a:pt x="513039" y="1327491"/>
                  </a:lnTo>
                  <a:lnTo>
                    <a:pt x="513040" y="1327526"/>
                  </a:lnTo>
                  <a:lnTo>
                    <a:pt x="513039" y="1327541"/>
                  </a:lnTo>
                  <a:lnTo>
                    <a:pt x="513038" y="1327547"/>
                  </a:lnTo>
                  <a:lnTo>
                    <a:pt x="513036" y="1327554"/>
                  </a:lnTo>
                  <a:lnTo>
                    <a:pt x="513034" y="1327560"/>
                  </a:lnTo>
                  <a:lnTo>
                    <a:pt x="513028" y="1327572"/>
                  </a:lnTo>
                  <a:lnTo>
                    <a:pt x="513024" y="1327580"/>
                  </a:lnTo>
                  <a:lnTo>
                    <a:pt x="513020" y="1327585"/>
                  </a:lnTo>
                  <a:lnTo>
                    <a:pt x="513014" y="1327592"/>
                  </a:lnTo>
                  <a:lnTo>
                    <a:pt x="513010" y="1327598"/>
                  </a:lnTo>
                  <a:lnTo>
                    <a:pt x="513005" y="1327602"/>
                  </a:lnTo>
                  <a:lnTo>
                    <a:pt x="512998" y="1327608"/>
                  </a:lnTo>
                  <a:lnTo>
                    <a:pt x="512992" y="1327615"/>
                  </a:lnTo>
                  <a:lnTo>
                    <a:pt x="512983" y="1327621"/>
                  </a:lnTo>
                  <a:lnTo>
                    <a:pt x="512977" y="1327626"/>
                  </a:lnTo>
                  <a:lnTo>
                    <a:pt x="512971" y="1327630"/>
                  </a:lnTo>
                  <a:lnTo>
                    <a:pt x="512967" y="1327633"/>
                  </a:lnTo>
                  <a:lnTo>
                    <a:pt x="512961" y="1327636"/>
                  </a:lnTo>
                  <a:lnTo>
                    <a:pt x="512953" y="1327640"/>
                  </a:lnTo>
                  <a:lnTo>
                    <a:pt x="512942" y="1327645"/>
                  </a:lnTo>
                  <a:lnTo>
                    <a:pt x="512933" y="1327649"/>
                  </a:lnTo>
                  <a:lnTo>
                    <a:pt x="512927" y="1327651"/>
                  </a:lnTo>
                  <a:lnTo>
                    <a:pt x="512917" y="1327655"/>
                  </a:lnTo>
                  <a:lnTo>
                    <a:pt x="512905" y="1327658"/>
                  </a:lnTo>
                  <a:lnTo>
                    <a:pt x="512888" y="1327663"/>
                  </a:lnTo>
                  <a:lnTo>
                    <a:pt x="512880" y="1327665"/>
                  </a:lnTo>
                  <a:lnTo>
                    <a:pt x="512872" y="1327667"/>
                  </a:lnTo>
                  <a:lnTo>
                    <a:pt x="512862" y="1327668"/>
                  </a:lnTo>
                  <a:lnTo>
                    <a:pt x="512855" y="1327669"/>
                  </a:lnTo>
                  <a:lnTo>
                    <a:pt x="512844" y="1327670"/>
                  </a:lnTo>
                  <a:lnTo>
                    <a:pt x="512834" y="1327671"/>
                  </a:lnTo>
                  <a:lnTo>
                    <a:pt x="512810" y="1327672"/>
                  </a:lnTo>
                  <a:lnTo>
                    <a:pt x="512801" y="1327674"/>
                  </a:lnTo>
                  <a:lnTo>
                    <a:pt x="512788" y="1327677"/>
                  </a:lnTo>
                  <a:lnTo>
                    <a:pt x="512770" y="1327681"/>
                  </a:lnTo>
                  <a:lnTo>
                    <a:pt x="512763" y="1327684"/>
                  </a:lnTo>
                  <a:lnTo>
                    <a:pt x="512756" y="1327686"/>
                  </a:lnTo>
                  <a:lnTo>
                    <a:pt x="512749" y="1327690"/>
                  </a:lnTo>
                  <a:lnTo>
                    <a:pt x="512744" y="1327693"/>
                  </a:lnTo>
                  <a:lnTo>
                    <a:pt x="512739" y="1327697"/>
                  </a:lnTo>
                  <a:lnTo>
                    <a:pt x="512730" y="1327705"/>
                  </a:lnTo>
                  <a:lnTo>
                    <a:pt x="512719" y="1327714"/>
                  </a:lnTo>
                  <a:lnTo>
                    <a:pt x="512710" y="1327723"/>
                  </a:lnTo>
                  <a:lnTo>
                    <a:pt x="512705" y="1327730"/>
                  </a:lnTo>
                  <a:lnTo>
                    <a:pt x="512692" y="1327744"/>
                  </a:lnTo>
                  <a:lnTo>
                    <a:pt x="512684" y="1327750"/>
                  </a:lnTo>
                  <a:lnTo>
                    <a:pt x="512678" y="1327754"/>
                  </a:lnTo>
                  <a:lnTo>
                    <a:pt x="512673" y="1327758"/>
                  </a:lnTo>
                  <a:lnTo>
                    <a:pt x="512666" y="1327760"/>
                  </a:lnTo>
                  <a:lnTo>
                    <a:pt x="512658" y="1327760"/>
                  </a:lnTo>
                  <a:lnTo>
                    <a:pt x="512650" y="1327760"/>
                  </a:lnTo>
                  <a:lnTo>
                    <a:pt x="512644" y="1327760"/>
                  </a:lnTo>
                  <a:lnTo>
                    <a:pt x="512633" y="1327757"/>
                  </a:lnTo>
                  <a:lnTo>
                    <a:pt x="512626" y="1327755"/>
                  </a:lnTo>
                  <a:lnTo>
                    <a:pt x="512612" y="1327750"/>
                  </a:lnTo>
                  <a:lnTo>
                    <a:pt x="512605" y="1327748"/>
                  </a:lnTo>
                  <a:lnTo>
                    <a:pt x="512598" y="1327746"/>
                  </a:lnTo>
                  <a:lnTo>
                    <a:pt x="512591" y="1327746"/>
                  </a:lnTo>
                  <a:lnTo>
                    <a:pt x="512579" y="1327745"/>
                  </a:lnTo>
                  <a:lnTo>
                    <a:pt x="512567" y="1327745"/>
                  </a:lnTo>
                  <a:lnTo>
                    <a:pt x="512520" y="1327745"/>
                  </a:lnTo>
                  <a:lnTo>
                    <a:pt x="512512" y="1327744"/>
                  </a:lnTo>
                  <a:lnTo>
                    <a:pt x="512501" y="1327741"/>
                  </a:lnTo>
                  <a:lnTo>
                    <a:pt x="512495" y="1327740"/>
                  </a:lnTo>
                  <a:lnTo>
                    <a:pt x="512489" y="1327737"/>
                  </a:lnTo>
                  <a:lnTo>
                    <a:pt x="512483" y="1327733"/>
                  </a:lnTo>
                  <a:lnTo>
                    <a:pt x="512477" y="1327728"/>
                  </a:lnTo>
                  <a:lnTo>
                    <a:pt x="512470" y="1327722"/>
                  </a:lnTo>
                  <a:lnTo>
                    <a:pt x="512463" y="1327714"/>
                  </a:lnTo>
                  <a:lnTo>
                    <a:pt x="512459" y="1327707"/>
                  </a:lnTo>
                  <a:lnTo>
                    <a:pt x="512455" y="1327700"/>
                  </a:lnTo>
                  <a:lnTo>
                    <a:pt x="512452" y="1327693"/>
                  </a:lnTo>
                  <a:lnTo>
                    <a:pt x="512450" y="1327685"/>
                  </a:lnTo>
                  <a:lnTo>
                    <a:pt x="512448" y="1327676"/>
                  </a:lnTo>
                  <a:lnTo>
                    <a:pt x="512447" y="1327668"/>
                  </a:lnTo>
                  <a:lnTo>
                    <a:pt x="512446" y="1327662"/>
                  </a:lnTo>
                  <a:lnTo>
                    <a:pt x="512444" y="1327656"/>
                  </a:lnTo>
                  <a:lnTo>
                    <a:pt x="512439" y="1327640"/>
                  </a:lnTo>
                  <a:lnTo>
                    <a:pt x="512436" y="1327621"/>
                  </a:lnTo>
                  <a:lnTo>
                    <a:pt x="512430" y="1327601"/>
                  </a:lnTo>
                  <a:lnTo>
                    <a:pt x="512427" y="1327593"/>
                  </a:lnTo>
                  <a:lnTo>
                    <a:pt x="512424" y="1327586"/>
                  </a:lnTo>
                  <a:lnTo>
                    <a:pt x="512417" y="1327570"/>
                  </a:lnTo>
                  <a:lnTo>
                    <a:pt x="512412" y="1327557"/>
                  </a:lnTo>
                  <a:lnTo>
                    <a:pt x="512410" y="1327551"/>
                  </a:lnTo>
                  <a:lnTo>
                    <a:pt x="512404" y="1327536"/>
                  </a:lnTo>
                  <a:lnTo>
                    <a:pt x="512401" y="1327525"/>
                  </a:lnTo>
                  <a:lnTo>
                    <a:pt x="512400" y="1327516"/>
                  </a:lnTo>
                  <a:lnTo>
                    <a:pt x="512398" y="1327505"/>
                  </a:lnTo>
                  <a:lnTo>
                    <a:pt x="512395" y="1327500"/>
                  </a:lnTo>
                  <a:lnTo>
                    <a:pt x="512393" y="1327495"/>
                  </a:lnTo>
                  <a:lnTo>
                    <a:pt x="512390" y="1327491"/>
                  </a:lnTo>
                  <a:lnTo>
                    <a:pt x="512384" y="1327486"/>
                  </a:lnTo>
                  <a:lnTo>
                    <a:pt x="512377" y="1327482"/>
                  </a:lnTo>
                  <a:lnTo>
                    <a:pt x="512368" y="1327477"/>
                  </a:lnTo>
                  <a:lnTo>
                    <a:pt x="512361" y="1327476"/>
                  </a:lnTo>
                  <a:lnTo>
                    <a:pt x="512354" y="1327474"/>
                  </a:lnTo>
                  <a:lnTo>
                    <a:pt x="512337" y="1327468"/>
                  </a:lnTo>
                  <a:lnTo>
                    <a:pt x="512319" y="1327461"/>
                  </a:lnTo>
                  <a:lnTo>
                    <a:pt x="512286" y="1327447"/>
                  </a:lnTo>
                  <a:lnTo>
                    <a:pt x="512267" y="1327440"/>
                  </a:lnTo>
                  <a:lnTo>
                    <a:pt x="512240" y="1327428"/>
                  </a:lnTo>
                  <a:lnTo>
                    <a:pt x="512223" y="1327421"/>
                  </a:lnTo>
                  <a:lnTo>
                    <a:pt x="512214" y="1327417"/>
                  </a:lnTo>
                  <a:lnTo>
                    <a:pt x="512206" y="1327413"/>
                  </a:lnTo>
                  <a:lnTo>
                    <a:pt x="512193" y="1327405"/>
                  </a:lnTo>
                  <a:lnTo>
                    <a:pt x="512184" y="1327400"/>
                  </a:lnTo>
                  <a:lnTo>
                    <a:pt x="512175" y="1327392"/>
                  </a:lnTo>
                  <a:lnTo>
                    <a:pt x="512158" y="1327380"/>
                  </a:lnTo>
                  <a:lnTo>
                    <a:pt x="512148" y="1327372"/>
                  </a:lnTo>
                  <a:lnTo>
                    <a:pt x="512140" y="1327366"/>
                  </a:lnTo>
                  <a:lnTo>
                    <a:pt x="512132" y="1327363"/>
                  </a:lnTo>
                  <a:lnTo>
                    <a:pt x="512126" y="1327360"/>
                  </a:lnTo>
                  <a:lnTo>
                    <a:pt x="512119" y="1327357"/>
                  </a:lnTo>
                  <a:lnTo>
                    <a:pt x="512112" y="1327357"/>
                  </a:lnTo>
                  <a:lnTo>
                    <a:pt x="512102" y="1327357"/>
                  </a:lnTo>
                  <a:lnTo>
                    <a:pt x="512094" y="1327357"/>
                  </a:lnTo>
                  <a:lnTo>
                    <a:pt x="512083" y="1327360"/>
                  </a:lnTo>
                  <a:lnTo>
                    <a:pt x="512068" y="1327364"/>
                  </a:lnTo>
                  <a:lnTo>
                    <a:pt x="512056" y="1327369"/>
                  </a:lnTo>
                  <a:lnTo>
                    <a:pt x="512038" y="1327375"/>
                  </a:lnTo>
                  <a:lnTo>
                    <a:pt x="512032" y="1327377"/>
                  </a:lnTo>
                  <a:lnTo>
                    <a:pt x="512024" y="1327379"/>
                  </a:lnTo>
                  <a:lnTo>
                    <a:pt x="512012" y="1327380"/>
                  </a:lnTo>
                  <a:lnTo>
                    <a:pt x="511987" y="1327385"/>
                  </a:lnTo>
                  <a:lnTo>
                    <a:pt x="511978" y="1327387"/>
                  </a:lnTo>
                  <a:lnTo>
                    <a:pt x="511964" y="1327390"/>
                  </a:lnTo>
                  <a:lnTo>
                    <a:pt x="511949" y="1327392"/>
                  </a:lnTo>
                  <a:lnTo>
                    <a:pt x="511932" y="1327395"/>
                  </a:lnTo>
                  <a:lnTo>
                    <a:pt x="511919" y="1327396"/>
                  </a:lnTo>
                  <a:lnTo>
                    <a:pt x="511901" y="1327397"/>
                  </a:lnTo>
                  <a:lnTo>
                    <a:pt x="511879" y="1327399"/>
                  </a:lnTo>
                  <a:lnTo>
                    <a:pt x="511873" y="1327399"/>
                  </a:lnTo>
                  <a:lnTo>
                    <a:pt x="511856" y="1327399"/>
                  </a:lnTo>
                  <a:lnTo>
                    <a:pt x="511829" y="1327397"/>
                  </a:lnTo>
                  <a:lnTo>
                    <a:pt x="511805" y="1327394"/>
                  </a:lnTo>
                  <a:lnTo>
                    <a:pt x="511782" y="1327389"/>
                  </a:lnTo>
                  <a:lnTo>
                    <a:pt x="511764" y="1327385"/>
                  </a:lnTo>
                  <a:lnTo>
                    <a:pt x="511750" y="1327380"/>
                  </a:lnTo>
                  <a:lnTo>
                    <a:pt x="511737" y="1327375"/>
                  </a:lnTo>
                  <a:lnTo>
                    <a:pt x="511715" y="1327365"/>
                  </a:lnTo>
                  <a:lnTo>
                    <a:pt x="511706" y="1327360"/>
                  </a:lnTo>
                  <a:lnTo>
                    <a:pt x="511697" y="1327355"/>
                  </a:lnTo>
                  <a:lnTo>
                    <a:pt x="511690" y="1327351"/>
                  </a:lnTo>
                  <a:lnTo>
                    <a:pt x="511680" y="1327345"/>
                  </a:lnTo>
                  <a:lnTo>
                    <a:pt x="511668" y="1327338"/>
                  </a:lnTo>
                  <a:lnTo>
                    <a:pt x="511660" y="1327333"/>
                  </a:lnTo>
                  <a:lnTo>
                    <a:pt x="511655" y="1327329"/>
                  </a:lnTo>
                  <a:lnTo>
                    <a:pt x="511650" y="1327326"/>
                  </a:lnTo>
                  <a:lnTo>
                    <a:pt x="511645" y="1327322"/>
                  </a:lnTo>
                  <a:lnTo>
                    <a:pt x="511640" y="1327318"/>
                  </a:lnTo>
                  <a:lnTo>
                    <a:pt x="511633" y="1327312"/>
                  </a:lnTo>
                  <a:lnTo>
                    <a:pt x="511626" y="1327305"/>
                  </a:lnTo>
                  <a:lnTo>
                    <a:pt x="511618" y="1327299"/>
                  </a:lnTo>
                  <a:lnTo>
                    <a:pt x="511614" y="1327296"/>
                  </a:lnTo>
                  <a:lnTo>
                    <a:pt x="511609" y="1327293"/>
                  </a:lnTo>
                  <a:lnTo>
                    <a:pt x="511603" y="1327289"/>
                  </a:lnTo>
                  <a:lnTo>
                    <a:pt x="511597" y="1327286"/>
                  </a:lnTo>
                  <a:lnTo>
                    <a:pt x="511592" y="1327284"/>
                  </a:lnTo>
                  <a:lnTo>
                    <a:pt x="511585" y="1327282"/>
                  </a:lnTo>
                  <a:lnTo>
                    <a:pt x="511574" y="1327280"/>
                  </a:lnTo>
                  <a:lnTo>
                    <a:pt x="511563" y="1327280"/>
                  </a:lnTo>
                  <a:lnTo>
                    <a:pt x="511555" y="1327279"/>
                  </a:lnTo>
                  <a:lnTo>
                    <a:pt x="511530" y="1327279"/>
                  </a:lnTo>
                  <a:lnTo>
                    <a:pt x="511507" y="1327278"/>
                  </a:lnTo>
                  <a:lnTo>
                    <a:pt x="511483" y="1327277"/>
                  </a:lnTo>
                  <a:lnTo>
                    <a:pt x="511477" y="1327276"/>
                  </a:lnTo>
                  <a:lnTo>
                    <a:pt x="511461" y="1327273"/>
                  </a:lnTo>
                  <a:lnTo>
                    <a:pt x="511439" y="1327270"/>
                  </a:lnTo>
                  <a:lnTo>
                    <a:pt x="511414" y="1327263"/>
                  </a:lnTo>
                  <a:lnTo>
                    <a:pt x="511396" y="1327258"/>
                  </a:lnTo>
                  <a:lnTo>
                    <a:pt x="511381" y="1327254"/>
                  </a:lnTo>
                  <a:lnTo>
                    <a:pt x="511369" y="1327249"/>
                  </a:lnTo>
                  <a:lnTo>
                    <a:pt x="511360" y="1327246"/>
                  </a:lnTo>
                  <a:lnTo>
                    <a:pt x="511352" y="1327242"/>
                  </a:lnTo>
                  <a:lnTo>
                    <a:pt x="511342" y="1327237"/>
                  </a:lnTo>
                  <a:lnTo>
                    <a:pt x="511333" y="1327230"/>
                  </a:lnTo>
                  <a:lnTo>
                    <a:pt x="511323" y="1327224"/>
                  </a:lnTo>
                  <a:lnTo>
                    <a:pt x="511311" y="1327214"/>
                  </a:lnTo>
                  <a:lnTo>
                    <a:pt x="511301" y="1327208"/>
                  </a:lnTo>
                  <a:lnTo>
                    <a:pt x="511292" y="1327203"/>
                  </a:lnTo>
                  <a:lnTo>
                    <a:pt x="511280" y="1327198"/>
                  </a:lnTo>
                  <a:lnTo>
                    <a:pt x="511261" y="1327191"/>
                  </a:lnTo>
                  <a:lnTo>
                    <a:pt x="511245" y="1327186"/>
                  </a:lnTo>
                  <a:lnTo>
                    <a:pt x="511233" y="1327182"/>
                  </a:lnTo>
                  <a:lnTo>
                    <a:pt x="511212" y="1327177"/>
                  </a:lnTo>
                  <a:lnTo>
                    <a:pt x="511196" y="1327173"/>
                  </a:lnTo>
                  <a:lnTo>
                    <a:pt x="511187" y="1327170"/>
                  </a:lnTo>
                  <a:lnTo>
                    <a:pt x="511175" y="1327165"/>
                  </a:lnTo>
                  <a:lnTo>
                    <a:pt x="511156" y="1327158"/>
                  </a:lnTo>
                  <a:lnTo>
                    <a:pt x="511140" y="1327152"/>
                  </a:lnTo>
                  <a:lnTo>
                    <a:pt x="511114" y="1327141"/>
                  </a:lnTo>
                  <a:lnTo>
                    <a:pt x="511095" y="1327132"/>
                  </a:lnTo>
                  <a:lnTo>
                    <a:pt x="511078" y="1327125"/>
                  </a:lnTo>
                  <a:lnTo>
                    <a:pt x="511061" y="1327118"/>
                  </a:lnTo>
                  <a:lnTo>
                    <a:pt x="511046" y="1327110"/>
                  </a:lnTo>
                  <a:lnTo>
                    <a:pt x="511026" y="1327101"/>
                  </a:lnTo>
                  <a:lnTo>
                    <a:pt x="511003" y="1327090"/>
                  </a:lnTo>
                  <a:lnTo>
                    <a:pt x="510986" y="1327081"/>
                  </a:lnTo>
                  <a:lnTo>
                    <a:pt x="510976" y="1327076"/>
                  </a:lnTo>
                  <a:lnTo>
                    <a:pt x="510967" y="1327070"/>
                  </a:lnTo>
                  <a:lnTo>
                    <a:pt x="510957" y="1327064"/>
                  </a:lnTo>
                  <a:lnTo>
                    <a:pt x="510940" y="1327054"/>
                  </a:lnTo>
                  <a:lnTo>
                    <a:pt x="510927" y="1327045"/>
                  </a:lnTo>
                  <a:lnTo>
                    <a:pt x="510916" y="1327038"/>
                  </a:lnTo>
                  <a:lnTo>
                    <a:pt x="510911" y="1327035"/>
                  </a:lnTo>
                  <a:lnTo>
                    <a:pt x="510898" y="1327025"/>
                  </a:lnTo>
                  <a:lnTo>
                    <a:pt x="510887" y="1327019"/>
                  </a:lnTo>
                  <a:lnTo>
                    <a:pt x="510876" y="1327010"/>
                  </a:lnTo>
                  <a:lnTo>
                    <a:pt x="510864" y="1327000"/>
                  </a:lnTo>
                  <a:lnTo>
                    <a:pt x="510858" y="1326995"/>
                  </a:lnTo>
                  <a:lnTo>
                    <a:pt x="510847" y="1326985"/>
                  </a:lnTo>
                  <a:lnTo>
                    <a:pt x="510830" y="1326971"/>
                  </a:lnTo>
                  <a:lnTo>
                    <a:pt x="510817" y="1326959"/>
                  </a:lnTo>
                  <a:lnTo>
                    <a:pt x="510805" y="1326949"/>
                  </a:lnTo>
                  <a:lnTo>
                    <a:pt x="510792" y="1326938"/>
                  </a:lnTo>
                  <a:lnTo>
                    <a:pt x="510778" y="1326926"/>
                  </a:lnTo>
                  <a:lnTo>
                    <a:pt x="510773" y="1326921"/>
                  </a:lnTo>
                  <a:lnTo>
                    <a:pt x="510768" y="1326915"/>
                  </a:lnTo>
                  <a:lnTo>
                    <a:pt x="510762" y="1326909"/>
                  </a:lnTo>
                  <a:lnTo>
                    <a:pt x="510758" y="1326903"/>
                  </a:lnTo>
                  <a:lnTo>
                    <a:pt x="510754" y="1326896"/>
                  </a:lnTo>
                  <a:lnTo>
                    <a:pt x="510749" y="1326885"/>
                  </a:lnTo>
                  <a:lnTo>
                    <a:pt x="510747" y="1326880"/>
                  </a:lnTo>
                  <a:lnTo>
                    <a:pt x="510745" y="1326873"/>
                  </a:lnTo>
                  <a:lnTo>
                    <a:pt x="510744" y="1326862"/>
                  </a:lnTo>
                  <a:lnTo>
                    <a:pt x="510744" y="1326842"/>
                  </a:lnTo>
                  <a:lnTo>
                    <a:pt x="510744" y="1326825"/>
                  </a:lnTo>
                  <a:lnTo>
                    <a:pt x="510745" y="1326803"/>
                  </a:lnTo>
                  <a:lnTo>
                    <a:pt x="510744" y="1326796"/>
                  </a:lnTo>
                  <a:lnTo>
                    <a:pt x="510743" y="1326789"/>
                  </a:lnTo>
                  <a:lnTo>
                    <a:pt x="510740" y="1326781"/>
                  </a:lnTo>
                  <a:lnTo>
                    <a:pt x="510737" y="1326776"/>
                  </a:lnTo>
                  <a:lnTo>
                    <a:pt x="510733" y="1326772"/>
                  </a:lnTo>
                  <a:lnTo>
                    <a:pt x="510728" y="1326766"/>
                  </a:lnTo>
                  <a:lnTo>
                    <a:pt x="510722" y="1326762"/>
                  </a:lnTo>
                  <a:lnTo>
                    <a:pt x="510716" y="1326758"/>
                  </a:lnTo>
                  <a:lnTo>
                    <a:pt x="510705" y="1326749"/>
                  </a:lnTo>
                  <a:lnTo>
                    <a:pt x="510696" y="1326740"/>
                  </a:lnTo>
                  <a:lnTo>
                    <a:pt x="510685" y="1326729"/>
                  </a:lnTo>
                  <a:lnTo>
                    <a:pt x="510677" y="1326719"/>
                  </a:lnTo>
                  <a:lnTo>
                    <a:pt x="510666" y="1326705"/>
                  </a:lnTo>
                  <a:lnTo>
                    <a:pt x="510661" y="1326698"/>
                  </a:lnTo>
                  <a:lnTo>
                    <a:pt x="510655" y="1326689"/>
                  </a:lnTo>
                  <a:lnTo>
                    <a:pt x="510641" y="1326674"/>
                  </a:lnTo>
                  <a:lnTo>
                    <a:pt x="510633" y="1326664"/>
                  </a:lnTo>
                  <a:lnTo>
                    <a:pt x="510625" y="1326656"/>
                  </a:lnTo>
                  <a:lnTo>
                    <a:pt x="510617" y="1326649"/>
                  </a:lnTo>
                  <a:lnTo>
                    <a:pt x="510604" y="1326639"/>
                  </a:lnTo>
                  <a:lnTo>
                    <a:pt x="510593" y="1326633"/>
                  </a:lnTo>
                  <a:lnTo>
                    <a:pt x="510586" y="1326629"/>
                  </a:lnTo>
                  <a:lnTo>
                    <a:pt x="510582" y="1326625"/>
                  </a:lnTo>
                  <a:lnTo>
                    <a:pt x="510575" y="1326623"/>
                  </a:lnTo>
                  <a:lnTo>
                    <a:pt x="510555" y="1326615"/>
                  </a:lnTo>
                  <a:lnTo>
                    <a:pt x="510537" y="1326607"/>
                  </a:lnTo>
                  <a:lnTo>
                    <a:pt x="510525" y="1326602"/>
                  </a:lnTo>
                  <a:lnTo>
                    <a:pt x="510514" y="1326597"/>
                  </a:lnTo>
                  <a:lnTo>
                    <a:pt x="510504" y="1326592"/>
                  </a:lnTo>
                  <a:lnTo>
                    <a:pt x="510493" y="1326587"/>
                  </a:lnTo>
                  <a:lnTo>
                    <a:pt x="510479" y="1326579"/>
                  </a:lnTo>
                  <a:lnTo>
                    <a:pt x="510455" y="1326568"/>
                  </a:lnTo>
                  <a:lnTo>
                    <a:pt x="510443" y="1326561"/>
                  </a:lnTo>
                  <a:lnTo>
                    <a:pt x="510432" y="1326555"/>
                  </a:lnTo>
                  <a:lnTo>
                    <a:pt x="510418" y="1326545"/>
                  </a:lnTo>
                  <a:lnTo>
                    <a:pt x="510409" y="1326536"/>
                  </a:lnTo>
                  <a:lnTo>
                    <a:pt x="510389" y="1326519"/>
                  </a:lnTo>
                  <a:lnTo>
                    <a:pt x="510376" y="1326507"/>
                  </a:lnTo>
                  <a:lnTo>
                    <a:pt x="510369" y="1326502"/>
                  </a:lnTo>
                  <a:lnTo>
                    <a:pt x="510362" y="1326498"/>
                  </a:lnTo>
                  <a:lnTo>
                    <a:pt x="510356" y="1326494"/>
                  </a:lnTo>
                  <a:lnTo>
                    <a:pt x="510350" y="1326493"/>
                  </a:lnTo>
                  <a:lnTo>
                    <a:pt x="510333" y="1326490"/>
                  </a:lnTo>
                  <a:lnTo>
                    <a:pt x="510326" y="1326489"/>
                  </a:lnTo>
                  <a:lnTo>
                    <a:pt x="510320" y="1326488"/>
                  </a:lnTo>
                  <a:lnTo>
                    <a:pt x="510313" y="1326486"/>
                  </a:lnTo>
                  <a:lnTo>
                    <a:pt x="510308" y="1326485"/>
                  </a:lnTo>
                  <a:lnTo>
                    <a:pt x="510300" y="1326484"/>
                  </a:lnTo>
                  <a:lnTo>
                    <a:pt x="510290" y="1326483"/>
                  </a:lnTo>
                  <a:lnTo>
                    <a:pt x="510281" y="1326482"/>
                  </a:lnTo>
                  <a:lnTo>
                    <a:pt x="510272" y="1326479"/>
                  </a:lnTo>
                  <a:lnTo>
                    <a:pt x="510253" y="1326475"/>
                  </a:lnTo>
                  <a:lnTo>
                    <a:pt x="510244" y="1326473"/>
                  </a:lnTo>
                  <a:lnTo>
                    <a:pt x="510229" y="1326469"/>
                  </a:lnTo>
                  <a:lnTo>
                    <a:pt x="510185" y="1326456"/>
                  </a:lnTo>
                  <a:lnTo>
                    <a:pt x="510173" y="1326456"/>
                  </a:lnTo>
                  <a:lnTo>
                    <a:pt x="510167" y="1326454"/>
                  </a:lnTo>
                  <a:lnTo>
                    <a:pt x="510162" y="1326452"/>
                  </a:lnTo>
                  <a:lnTo>
                    <a:pt x="510158" y="1326446"/>
                  </a:lnTo>
                  <a:lnTo>
                    <a:pt x="510158" y="1326440"/>
                  </a:lnTo>
                  <a:lnTo>
                    <a:pt x="510158" y="1326423"/>
                  </a:lnTo>
                  <a:lnTo>
                    <a:pt x="510163" y="1326383"/>
                  </a:lnTo>
                  <a:lnTo>
                    <a:pt x="510166" y="1326335"/>
                  </a:lnTo>
                  <a:lnTo>
                    <a:pt x="510162" y="1326308"/>
                  </a:lnTo>
                  <a:lnTo>
                    <a:pt x="510149" y="1326247"/>
                  </a:lnTo>
                  <a:lnTo>
                    <a:pt x="510109" y="1326156"/>
                  </a:lnTo>
                  <a:lnTo>
                    <a:pt x="510100" y="1326141"/>
                  </a:lnTo>
                  <a:lnTo>
                    <a:pt x="510061" y="1326099"/>
                  </a:lnTo>
                  <a:lnTo>
                    <a:pt x="510031" y="1326083"/>
                  </a:lnTo>
                  <a:lnTo>
                    <a:pt x="510023" y="1326079"/>
                  </a:lnTo>
                  <a:lnTo>
                    <a:pt x="510012" y="1326075"/>
                  </a:lnTo>
                  <a:lnTo>
                    <a:pt x="509998" y="1326067"/>
                  </a:lnTo>
                  <a:lnTo>
                    <a:pt x="509982" y="1326059"/>
                  </a:lnTo>
                  <a:lnTo>
                    <a:pt x="509974" y="1326056"/>
                  </a:lnTo>
                  <a:lnTo>
                    <a:pt x="509968" y="1326053"/>
                  </a:lnTo>
                  <a:lnTo>
                    <a:pt x="509953" y="1326046"/>
                  </a:lnTo>
                  <a:lnTo>
                    <a:pt x="509942" y="1326040"/>
                  </a:lnTo>
                  <a:lnTo>
                    <a:pt x="509930" y="1326034"/>
                  </a:lnTo>
                  <a:lnTo>
                    <a:pt x="509919" y="1326027"/>
                  </a:lnTo>
                  <a:lnTo>
                    <a:pt x="509904" y="1326016"/>
                  </a:lnTo>
                  <a:lnTo>
                    <a:pt x="509897" y="1326011"/>
                  </a:lnTo>
                  <a:lnTo>
                    <a:pt x="509892" y="1326007"/>
                  </a:lnTo>
                  <a:lnTo>
                    <a:pt x="509888" y="1326002"/>
                  </a:lnTo>
                  <a:lnTo>
                    <a:pt x="509884" y="1325997"/>
                  </a:lnTo>
                  <a:lnTo>
                    <a:pt x="509877" y="1325988"/>
                  </a:lnTo>
                  <a:lnTo>
                    <a:pt x="509871" y="1325977"/>
                  </a:lnTo>
                  <a:lnTo>
                    <a:pt x="509863" y="1325965"/>
                  </a:lnTo>
                  <a:lnTo>
                    <a:pt x="509858" y="1325957"/>
                  </a:lnTo>
                  <a:lnTo>
                    <a:pt x="509846" y="1325938"/>
                  </a:lnTo>
                  <a:lnTo>
                    <a:pt x="509840" y="1325929"/>
                  </a:lnTo>
                  <a:lnTo>
                    <a:pt x="509835" y="1325922"/>
                  </a:lnTo>
                  <a:lnTo>
                    <a:pt x="509819" y="1325903"/>
                  </a:lnTo>
                  <a:lnTo>
                    <a:pt x="509809" y="1325891"/>
                  </a:lnTo>
                  <a:lnTo>
                    <a:pt x="509804" y="1325887"/>
                  </a:lnTo>
                  <a:lnTo>
                    <a:pt x="509787" y="1325871"/>
                  </a:lnTo>
                  <a:lnTo>
                    <a:pt x="509778" y="1325863"/>
                  </a:lnTo>
                  <a:lnTo>
                    <a:pt x="509772" y="1325859"/>
                  </a:lnTo>
                  <a:lnTo>
                    <a:pt x="509764" y="1325855"/>
                  </a:lnTo>
                  <a:lnTo>
                    <a:pt x="509750" y="1325849"/>
                  </a:lnTo>
                  <a:lnTo>
                    <a:pt x="509745" y="1325847"/>
                  </a:lnTo>
                  <a:lnTo>
                    <a:pt x="509738" y="1325846"/>
                  </a:lnTo>
                  <a:lnTo>
                    <a:pt x="509730" y="1325845"/>
                  </a:lnTo>
                  <a:lnTo>
                    <a:pt x="509721" y="1325844"/>
                  </a:lnTo>
                  <a:lnTo>
                    <a:pt x="509714" y="1325844"/>
                  </a:lnTo>
                  <a:lnTo>
                    <a:pt x="509705" y="1325845"/>
                  </a:lnTo>
                  <a:lnTo>
                    <a:pt x="509690" y="1325847"/>
                  </a:lnTo>
                  <a:lnTo>
                    <a:pt x="509679" y="1325850"/>
                  </a:lnTo>
                  <a:lnTo>
                    <a:pt x="509668" y="1325852"/>
                  </a:lnTo>
                  <a:lnTo>
                    <a:pt x="509641" y="1325860"/>
                  </a:lnTo>
                  <a:lnTo>
                    <a:pt x="509623" y="1325867"/>
                  </a:lnTo>
                  <a:lnTo>
                    <a:pt x="509592" y="1325878"/>
                  </a:lnTo>
                  <a:lnTo>
                    <a:pt x="509577" y="1325884"/>
                  </a:lnTo>
                  <a:lnTo>
                    <a:pt x="509552" y="1325896"/>
                  </a:lnTo>
                  <a:lnTo>
                    <a:pt x="509531" y="1325905"/>
                  </a:lnTo>
                  <a:lnTo>
                    <a:pt x="509511" y="1325912"/>
                  </a:lnTo>
                  <a:lnTo>
                    <a:pt x="509491" y="1325919"/>
                  </a:lnTo>
                  <a:lnTo>
                    <a:pt x="509485" y="1325921"/>
                  </a:lnTo>
                  <a:lnTo>
                    <a:pt x="509456" y="1325932"/>
                  </a:lnTo>
                  <a:lnTo>
                    <a:pt x="509438" y="1325938"/>
                  </a:lnTo>
                  <a:lnTo>
                    <a:pt x="509427" y="1325943"/>
                  </a:lnTo>
                  <a:lnTo>
                    <a:pt x="509421" y="1325946"/>
                  </a:lnTo>
                  <a:lnTo>
                    <a:pt x="509415" y="1325952"/>
                  </a:lnTo>
                  <a:lnTo>
                    <a:pt x="509406" y="1325961"/>
                  </a:lnTo>
                  <a:lnTo>
                    <a:pt x="509398" y="1325970"/>
                  </a:lnTo>
                  <a:lnTo>
                    <a:pt x="509387" y="1325987"/>
                  </a:lnTo>
                  <a:lnTo>
                    <a:pt x="509381" y="1325997"/>
                  </a:lnTo>
                  <a:lnTo>
                    <a:pt x="509377" y="1326007"/>
                  </a:lnTo>
                  <a:lnTo>
                    <a:pt x="509370" y="1326021"/>
                  </a:lnTo>
                  <a:lnTo>
                    <a:pt x="509365" y="1326029"/>
                  </a:lnTo>
                  <a:lnTo>
                    <a:pt x="509357" y="1326042"/>
                  </a:lnTo>
                  <a:lnTo>
                    <a:pt x="509344" y="1326064"/>
                  </a:lnTo>
                  <a:lnTo>
                    <a:pt x="509335" y="1326077"/>
                  </a:lnTo>
                  <a:lnTo>
                    <a:pt x="509318" y="1326106"/>
                  </a:lnTo>
                  <a:lnTo>
                    <a:pt x="509314" y="1326112"/>
                  </a:lnTo>
                  <a:lnTo>
                    <a:pt x="509300" y="1326131"/>
                  </a:lnTo>
                  <a:lnTo>
                    <a:pt x="509294" y="1326142"/>
                  </a:lnTo>
                  <a:lnTo>
                    <a:pt x="509291" y="1326147"/>
                  </a:lnTo>
                  <a:lnTo>
                    <a:pt x="509280" y="1326165"/>
                  </a:lnTo>
                  <a:lnTo>
                    <a:pt x="509269" y="1326181"/>
                  </a:lnTo>
                  <a:lnTo>
                    <a:pt x="509257" y="1326202"/>
                  </a:lnTo>
                  <a:lnTo>
                    <a:pt x="509250" y="1326215"/>
                  </a:lnTo>
                  <a:lnTo>
                    <a:pt x="509243" y="1326227"/>
                  </a:lnTo>
                  <a:lnTo>
                    <a:pt x="509239" y="1326233"/>
                  </a:lnTo>
                  <a:lnTo>
                    <a:pt x="509234" y="1326239"/>
                  </a:lnTo>
                  <a:lnTo>
                    <a:pt x="509230" y="1326243"/>
                  </a:lnTo>
                  <a:lnTo>
                    <a:pt x="509225" y="1326247"/>
                  </a:lnTo>
                  <a:lnTo>
                    <a:pt x="509220" y="1326250"/>
                  </a:lnTo>
                  <a:lnTo>
                    <a:pt x="509214" y="1326253"/>
                  </a:lnTo>
                  <a:lnTo>
                    <a:pt x="509207" y="1326256"/>
                  </a:lnTo>
                  <a:lnTo>
                    <a:pt x="509198" y="1326258"/>
                  </a:lnTo>
                  <a:lnTo>
                    <a:pt x="509187" y="1326260"/>
                  </a:lnTo>
                  <a:lnTo>
                    <a:pt x="509180" y="1326261"/>
                  </a:lnTo>
                  <a:lnTo>
                    <a:pt x="509171" y="1326261"/>
                  </a:lnTo>
                  <a:lnTo>
                    <a:pt x="509156" y="1326261"/>
                  </a:lnTo>
                  <a:lnTo>
                    <a:pt x="509143" y="1326261"/>
                  </a:lnTo>
                  <a:lnTo>
                    <a:pt x="509132" y="1326259"/>
                  </a:lnTo>
                  <a:lnTo>
                    <a:pt x="509126" y="1326258"/>
                  </a:lnTo>
                  <a:lnTo>
                    <a:pt x="509097" y="1326251"/>
                  </a:lnTo>
                  <a:lnTo>
                    <a:pt x="509086" y="1326249"/>
                  </a:lnTo>
                  <a:lnTo>
                    <a:pt x="509080" y="1326248"/>
                  </a:lnTo>
                  <a:lnTo>
                    <a:pt x="509056" y="1326244"/>
                  </a:lnTo>
                  <a:lnTo>
                    <a:pt x="509045" y="1326243"/>
                  </a:lnTo>
                  <a:lnTo>
                    <a:pt x="509035" y="1326242"/>
                  </a:lnTo>
                  <a:lnTo>
                    <a:pt x="509018" y="1326241"/>
                  </a:lnTo>
                  <a:lnTo>
                    <a:pt x="509000" y="1326243"/>
                  </a:lnTo>
                  <a:lnTo>
                    <a:pt x="508992" y="1326242"/>
                  </a:lnTo>
                  <a:lnTo>
                    <a:pt x="508983" y="1326240"/>
                  </a:lnTo>
                  <a:lnTo>
                    <a:pt x="508977" y="1326240"/>
                  </a:lnTo>
                  <a:lnTo>
                    <a:pt x="508971" y="1326239"/>
                  </a:lnTo>
                  <a:lnTo>
                    <a:pt x="508961" y="1326240"/>
                  </a:lnTo>
                  <a:lnTo>
                    <a:pt x="508949" y="1326242"/>
                  </a:lnTo>
                  <a:lnTo>
                    <a:pt x="508937" y="1326248"/>
                  </a:lnTo>
                  <a:lnTo>
                    <a:pt x="508927" y="1326252"/>
                  </a:lnTo>
                  <a:lnTo>
                    <a:pt x="508920" y="1326254"/>
                  </a:lnTo>
                  <a:lnTo>
                    <a:pt x="508910" y="1326256"/>
                  </a:lnTo>
                  <a:lnTo>
                    <a:pt x="508901" y="1326256"/>
                  </a:lnTo>
                  <a:lnTo>
                    <a:pt x="508891" y="1326256"/>
                  </a:lnTo>
                  <a:lnTo>
                    <a:pt x="508879" y="1326255"/>
                  </a:lnTo>
                  <a:lnTo>
                    <a:pt x="508848" y="1326250"/>
                  </a:lnTo>
                  <a:lnTo>
                    <a:pt x="508828" y="1326249"/>
                  </a:lnTo>
                  <a:lnTo>
                    <a:pt x="508817" y="1326248"/>
                  </a:lnTo>
                  <a:lnTo>
                    <a:pt x="508807" y="1326248"/>
                  </a:lnTo>
                  <a:lnTo>
                    <a:pt x="508793" y="1326250"/>
                  </a:lnTo>
                  <a:lnTo>
                    <a:pt x="508782" y="1326250"/>
                  </a:lnTo>
                  <a:lnTo>
                    <a:pt x="508772" y="1326250"/>
                  </a:lnTo>
                  <a:lnTo>
                    <a:pt x="508764" y="1326248"/>
                  </a:lnTo>
                  <a:lnTo>
                    <a:pt x="508739" y="1326240"/>
                  </a:lnTo>
                  <a:lnTo>
                    <a:pt x="508720" y="1326231"/>
                  </a:lnTo>
                  <a:lnTo>
                    <a:pt x="508702" y="1326226"/>
                  </a:lnTo>
                  <a:lnTo>
                    <a:pt x="508688" y="1326221"/>
                  </a:lnTo>
                  <a:lnTo>
                    <a:pt x="508675" y="1326216"/>
                  </a:lnTo>
                  <a:lnTo>
                    <a:pt x="508655" y="1326211"/>
                  </a:lnTo>
                  <a:lnTo>
                    <a:pt x="508647" y="1326208"/>
                  </a:lnTo>
                  <a:lnTo>
                    <a:pt x="508631" y="1326202"/>
                  </a:lnTo>
                  <a:lnTo>
                    <a:pt x="508610" y="1326198"/>
                  </a:lnTo>
                  <a:lnTo>
                    <a:pt x="508601" y="1326197"/>
                  </a:lnTo>
                  <a:lnTo>
                    <a:pt x="508585" y="1326196"/>
                  </a:lnTo>
                  <a:lnTo>
                    <a:pt x="508574" y="1326196"/>
                  </a:lnTo>
                  <a:lnTo>
                    <a:pt x="508567" y="1326196"/>
                  </a:lnTo>
                  <a:lnTo>
                    <a:pt x="508553" y="1326200"/>
                  </a:lnTo>
                  <a:lnTo>
                    <a:pt x="508539" y="1326204"/>
                  </a:lnTo>
                  <a:lnTo>
                    <a:pt x="508522" y="1326207"/>
                  </a:lnTo>
                  <a:lnTo>
                    <a:pt x="508502" y="1326210"/>
                  </a:lnTo>
                  <a:lnTo>
                    <a:pt x="508490" y="1326210"/>
                  </a:lnTo>
                  <a:lnTo>
                    <a:pt x="508476" y="1326210"/>
                  </a:lnTo>
                  <a:lnTo>
                    <a:pt x="508465" y="1326209"/>
                  </a:lnTo>
                  <a:lnTo>
                    <a:pt x="508455" y="1326207"/>
                  </a:lnTo>
                  <a:lnTo>
                    <a:pt x="508447" y="1326203"/>
                  </a:lnTo>
                  <a:lnTo>
                    <a:pt x="508436" y="1326195"/>
                  </a:lnTo>
                  <a:lnTo>
                    <a:pt x="508424" y="1326186"/>
                  </a:lnTo>
                  <a:lnTo>
                    <a:pt x="508419" y="1326182"/>
                  </a:lnTo>
                  <a:lnTo>
                    <a:pt x="508406" y="1326173"/>
                  </a:lnTo>
                  <a:lnTo>
                    <a:pt x="508396" y="1326167"/>
                  </a:lnTo>
                  <a:lnTo>
                    <a:pt x="508384" y="1326161"/>
                  </a:lnTo>
                  <a:lnTo>
                    <a:pt x="508375" y="1326157"/>
                  </a:lnTo>
                  <a:lnTo>
                    <a:pt x="508361" y="1326151"/>
                  </a:lnTo>
                  <a:lnTo>
                    <a:pt x="508344" y="1326146"/>
                  </a:lnTo>
                  <a:lnTo>
                    <a:pt x="508316" y="1326138"/>
                  </a:lnTo>
                  <a:lnTo>
                    <a:pt x="508304" y="1326134"/>
                  </a:lnTo>
                  <a:lnTo>
                    <a:pt x="508294" y="1326132"/>
                  </a:lnTo>
                  <a:lnTo>
                    <a:pt x="508284" y="1326130"/>
                  </a:lnTo>
                  <a:lnTo>
                    <a:pt x="508276" y="1326130"/>
                  </a:lnTo>
                  <a:lnTo>
                    <a:pt x="508268" y="1326130"/>
                  </a:lnTo>
                  <a:lnTo>
                    <a:pt x="508255" y="1326134"/>
                  </a:lnTo>
                  <a:lnTo>
                    <a:pt x="508236" y="1326140"/>
                  </a:lnTo>
                  <a:lnTo>
                    <a:pt x="508218" y="1326143"/>
                  </a:lnTo>
                  <a:lnTo>
                    <a:pt x="508207" y="1326144"/>
                  </a:lnTo>
                  <a:lnTo>
                    <a:pt x="508194" y="1326145"/>
                  </a:lnTo>
                  <a:lnTo>
                    <a:pt x="508176" y="1326146"/>
                  </a:lnTo>
                  <a:lnTo>
                    <a:pt x="508157" y="1326146"/>
                  </a:lnTo>
                  <a:lnTo>
                    <a:pt x="508128" y="1326145"/>
                  </a:lnTo>
                  <a:lnTo>
                    <a:pt x="508105" y="1326144"/>
                  </a:lnTo>
                  <a:lnTo>
                    <a:pt x="508080" y="1326143"/>
                  </a:lnTo>
                  <a:lnTo>
                    <a:pt x="508058" y="1326141"/>
                  </a:lnTo>
                  <a:lnTo>
                    <a:pt x="508036" y="1326137"/>
                  </a:lnTo>
                  <a:lnTo>
                    <a:pt x="508017" y="1326133"/>
                  </a:lnTo>
                  <a:lnTo>
                    <a:pt x="507998" y="1326129"/>
                  </a:lnTo>
                  <a:lnTo>
                    <a:pt x="507980" y="1326124"/>
                  </a:lnTo>
                  <a:lnTo>
                    <a:pt x="507966" y="1326118"/>
                  </a:lnTo>
                  <a:lnTo>
                    <a:pt x="507959" y="1326115"/>
                  </a:lnTo>
                  <a:lnTo>
                    <a:pt x="507947" y="1326109"/>
                  </a:lnTo>
                  <a:lnTo>
                    <a:pt x="507935" y="1326102"/>
                  </a:lnTo>
                  <a:lnTo>
                    <a:pt x="507926" y="1326096"/>
                  </a:lnTo>
                  <a:lnTo>
                    <a:pt x="507917" y="1326088"/>
                  </a:lnTo>
                  <a:lnTo>
                    <a:pt x="507907" y="1326079"/>
                  </a:lnTo>
                  <a:lnTo>
                    <a:pt x="507896" y="1326066"/>
                  </a:lnTo>
                  <a:lnTo>
                    <a:pt x="507882" y="1326045"/>
                  </a:lnTo>
                  <a:lnTo>
                    <a:pt x="507871" y="1326028"/>
                  </a:lnTo>
                  <a:lnTo>
                    <a:pt x="507860" y="1326006"/>
                  </a:lnTo>
                  <a:lnTo>
                    <a:pt x="507853" y="1325990"/>
                  </a:lnTo>
                  <a:lnTo>
                    <a:pt x="507847" y="1325973"/>
                  </a:lnTo>
                  <a:lnTo>
                    <a:pt x="507844" y="1325959"/>
                  </a:lnTo>
                  <a:lnTo>
                    <a:pt x="507842" y="1325947"/>
                  </a:lnTo>
                  <a:lnTo>
                    <a:pt x="507839" y="1325928"/>
                  </a:lnTo>
                  <a:lnTo>
                    <a:pt x="507838" y="1325919"/>
                  </a:lnTo>
                  <a:lnTo>
                    <a:pt x="507853" y="1325837"/>
                  </a:lnTo>
                  <a:lnTo>
                    <a:pt x="507872" y="1325749"/>
                  </a:lnTo>
                  <a:lnTo>
                    <a:pt x="507890" y="1325640"/>
                  </a:lnTo>
                  <a:lnTo>
                    <a:pt x="507895" y="1325600"/>
                  </a:lnTo>
                  <a:lnTo>
                    <a:pt x="507878" y="1325544"/>
                  </a:lnTo>
                  <a:lnTo>
                    <a:pt x="507872" y="1325510"/>
                  </a:lnTo>
                  <a:lnTo>
                    <a:pt x="507854" y="1325463"/>
                  </a:lnTo>
                  <a:lnTo>
                    <a:pt x="507808" y="1325411"/>
                  </a:lnTo>
                  <a:lnTo>
                    <a:pt x="507802" y="1325403"/>
                  </a:lnTo>
                  <a:lnTo>
                    <a:pt x="507793" y="1325391"/>
                  </a:lnTo>
                  <a:lnTo>
                    <a:pt x="507782" y="1325380"/>
                  </a:lnTo>
                  <a:lnTo>
                    <a:pt x="507764" y="1325365"/>
                  </a:lnTo>
                  <a:lnTo>
                    <a:pt x="507748" y="1325350"/>
                  </a:lnTo>
                  <a:lnTo>
                    <a:pt x="507726" y="1325327"/>
                  </a:lnTo>
                  <a:lnTo>
                    <a:pt x="507707" y="1325304"/>
                  </a:lnTo>
                  <a:lnTo>
                    <a:pt x="507696" y="1325292"/>
                  </a:lnTo>
                  <a:lnTo>
                    <a:pt x="507685" y="1325276"/>
                  </a:lnTo>
                  <a:lnTo>
                    <a:pt x="507679" y="1325266"/>
                  </a:lnTo>
                  <a:lnTo>
                    <a:pt x="507672" y="1325254"/>
                  </a:lnTo>
                  <a:lnTo>
                    <a:pt x="507666" y="1325242"/>
                  </a:lnTo>
                  <a:lnTo>
                    <a:pt x="507660" y="1325229"/>
                  </a:lnTo>
                  <a:lnTo>
                    <a:pt x="507654" y="1325210"/>
                  </a:lnTo>
                  <a:lnTo>
                    <a:pt x="507650" y="1325201"/>
                  </a:lnTo>
                  <a:lnTo>
                    <a:pt x="507648" y="1325190"/>
                  </a:lnTo>
                  <a:lnTo>
                    <a:pt x="507646" y="1325180"/>
                  </a:lnTo>
                  <a:lnTo>
                    <a:pt x="507646" y="1325161"/>
                  </a:lnTo>
                  <a:lnTo>
                    <a:pt x="507647" y="1325130"/>
                  </a:lnTo>
                  <a:lnTo>
                    <a:pt x="507648" y="1325095"/>
                  </a:lnTo>
                  <a:lnTo>
                    <a:pt x="507646" y="1325049"/>
                  </a:lnTo>
                  <a:lnTo>
                    <a:pt x="507645" y="1325032"/>
                  </a:lnTo>
                  <a:lnTo>
                    <a:pt x="507641" y="1325011"/>
                  </a:lnTo>
                  <a:lnTo>
                    <a:pt x="507637" y="1324993"/>
                  </a:lnTo>
                  <a:lnTo>
                    <a:pt x="507633" y="1324979"/>
                  </a:lnTo>
                  <a:lnTo>
                    <a:pt x="507632" y="1324967"/>
                  </a:lnTo>
                  <a:lnTo>
                    <a:pt x="507631" y="1324948"/>
                  </a:lnTo>
                  <a:lnTo>
                    <a:pt x="507631" y="1324927"/>
                  </a:lnTo>
                  <a:lnTo>
                    <a:pt x="507633" y="1324907"/>
                  </a:lnTo>
                  <a:lnTo>
                    <a:pt x="507635" y="1324892"/>
                  </a:lnTo>
                  <a:lnTo>
                    <a:pt x="507637" y="1324885"/>
                  </a:lnTo>
                  <a:lnTo>
                    <a:pt x="507641" y="1324870"/>
                  </a:lnTo>
                  <a:lnTo>
                    <a:pt x="507650" y="1324846"/>
                  </a:lnTo>
                  <a:lnTo>
                    <a:pt x="507656" y="1324827"/>
                  </a:lnTo>
                  <a:lnTo>
                    <a:pt x="507665" y="1324806"/>
                  </a:lnTo>
                  <a:lnTo>
                    <a:pt x="507673" y="1324794"/>
                  </a:lnTo>
                  <a:lnTo>
                    <a:pt x="507678" y="1324785"/>
                  </a:lnTo>
                  <a:lnTo>
                    <a:pt x="507687" y="1324773"/>
                  </a:lnTo>
                  <a:lnTo>
                    <a:pt x="507698" y="1324757"/>
                  </a:lnTo>
                  <a:lnTo>
                    <a:pt x="507716" y="1324734"/>
                  </a:lnTo>
                  <a:lnTo>
                    <a:pt x="507727" y="1324718"/>
                  </a:lnTo>
                  <a:lnTo>
                    <a:pt x="507736" y="1324703"/>
                  </a:lnTo>
                  <a:lnTo>
                    <a:pt x="507742" y="1324692"/>
                  </a:lnTo>
                  <a:lnTo>
                    <a:pt x="507747" y="1324683"/>
                  </a:lnTo>
                  <a:lnTo>
                    <a:pt x="507753" y="1324671"/>
                  </a:lnTo>
                  <a:lnTo>
                    <a:pt x="507757" y="1324658"/>
                  </a:lnTo>
                  <a:lnTo>
                    <a:pt x="507760" y="1324646"/>
                  </a:lnTo>
                  <a:lnTo>
                    <a:pt x="507761" y="1324630"/>
                  </a:lnTo>
                  <a:lnTo>
                    <a:pt x="507761" y="1324612"/>
                  </a:lnTo>
                  <a:lnTo>
                    <a:pt x="507759" y="1324596"/>
                  </a:lnTo>
                  <a:lnTo>
                    <a:pt x="507758" y="1324586"/>
                  </a:lnTo>
                  <a:lnTo>
                    <a:pt x="507757" y="1324555"/>
                  </a:lnTo>
                  <a:lnTo>
                    <a:pt x="507753" y="1324523"/>
                  </a:lnTo>
                  <a:lnTo>
                    <a:pt x="507750" y="1324493"/>
                  </a:lnTo>
                  <a:lnTo>
                    <a:pt x="507750" y="1324486"/>
                  </a:lnTo>
                  <a:lnTo>
                    <a:pt x="507751" y="1324479"/>
                  </a:lnTo>
                  <a:lnTo>
                    <a:pt x="507754" y="1324473"/>
                  </a:lnTo>
                  <a:lnTo>
                    <a:pt x="507756" y="1324468"/>
                  </a:lnTo>
                  <a:lnTo>
                    <a:pt x="507770" y="1324451"/>
                  </a:lnTo>
                  <a:lnTo>
                    <a:pt x="507792" y="1324422"/>
                  </a:lnTo>
                  <a:lnTo>
                    <a:pt x="507809" y="1324399"/>
                  </a:lnTo>
                  <a:lnTo>
                    <a:pt x="507818" y="1324388"/>
                  </a:lnTo>
                  <a:lnTo>
                    <a:pt x="507824" y="1324375"/>
                  </a:lnTo>
                  <a:lnTo>
                    <a:pt x="507828" y="1324363"/>
                  </a:lnTo>
                  <a:lnTo>
                    <a:pt x="507834" y="1324344"/>
                  </a:lnTo>
                  <a:lnTo>
                    <a:pt x="507841" y="1324316"/>
                  </a:lnTo>
                  <a:lnTo>
                    <a:pt x="507844" y="1324296"/>
                  </a:lnTo>
                  <a:lnTo>
                    <a:pt x="507846" y="1324274"/>
                  </a:lnTo>
                  <a:lnTo>
                    <a:pt x="507847" y="1324244"/>
                  </a:lnTo>
                  <a:lnTo>
                    <a:pt x="507846" y="1324192"/>
                  </a:lnTo>
                  <a:lnTo>
                    <a:pt x="507846" y="1324157"/>
                  </a:lnTo>
                  <a:lnTo>
                    <a:pt x="507846" y="1324119"/>
                  </a:lnTo>
                  <a:lnTo>
                    <a:pt x="507846" y="1324084"/>
                  </a:lnTo>
                  <a:lnTo>
                    <a:pt x="507846" y="1324068"/>
                  </a:lnTo>
                  <a:lnTo>
                    <a:pt x="507843" y="1324020"/>
                  </a:lnTo>
                  <a:lnTo>
                    <a:pt x="507841" y="1323987"/>
                  </a:lnTo>
                  <a:lnTo>
                    <a:pt x="507840" y="1323961"/>
                  </a:lnTo>
                  <a:lnTo>
                    <a:pt x="507840" y="1323940"/>
                  </a:lnTo>
                  <a:lnTo>
                    <a:pt x="507840" y="1323928"/>
                  </a:lnTo>
                  <a:lnTo>
                    <a:pt x="507841" y="1323919"/>
                  </a:lnTo>
                  <a:lnTo>
                    <a:pt x="507843" y="1323904"/>
                  </a:lnTo>
                  <a:lnTo>
                    <a:pt x="507849" y="1323874"/>
                  </a:lnTo>
                  <a:lnTo>
                    <a:pt x="507853" y="1323851"/>
                  </a:lnTo>
                  <a:lnTo>
                    <a:pt x="507857" y="1323819"/>
                  </a:lnTo>
                  <a:lnTo>
                    <a:pt x="507861" y="1323788"/>
                  </a:lnTo>
                  <a:lnTo>
                    <a:pt x="507863" y="1323775"/>
                  </a:lnTo>
                  <a:lnTo>
                    <a:pt x="507865" y="1323762"/>
                  </a:lnTo>
                  <a:lnTo>
                    <a:pt x="507868" y="1323746"/>
                  </a:lnTo>
                  <a:lnTo>
                    <a:pt x="507870" y="1323732"/>
                  </a:lnTo>
                  <a:lnTo>
                    <a:pt x="507875" y="1323712"/>
                  </a:lnTo>
                  <a:lnTo>
                    <a:pt x="507876" y="1323696"/>
                  </a:lnTo>
                  <a:lnTo>
                    <a:pt x="507877" y="1323681"/>
                  </a:lnTo>
                  <a:lnTo>
                    <a:pt x="507875" y="1323660"/>
                  </a:lnTo>
                  <a:lnTo>
                    <a:pt x="507873" y="1323646"/>
                  </a:lnTo>
                  <a:lnTo>
                    <a:pt x="507872" y="1323635"/>
                  </a:lnTo>
                  <a:lnTo>
                    <a:pt x="507873" y="1323627"/>
                  </a:lnTo>
                  <a:lnTo>
                    <a:pt x="507874" y="1323617"/>
                  </a:lnTo>
                  <a:lnTo>
                    <a:pt x="507876" y="1323609"/>
                  </a:lnTo>
                  <a:lnTo>
                    <a:pt x="507879" y="1323602"/>
                  </a:lnTo>
                  <a:lnTo>
                    <a:pt x="507883" y="1323592"/>
                  </a:lnTo>
                  <a:lnTo>
                    <a:pt x="507887" y="1323581"/>
                  </a:lnTo>
                  <a:lnTo>
                    <a:pt x="507889" y="1323566"/>
                  </a:lnTo>
                  <a:lnTo>
                    <a:pt x="507888" y="1323560"/>
                  </a:lnTo>
                  <a:lnTo>
                    <a:pt x="507885" y="1323541"/>
                  </a:lnTo>
                  <a:lnTo>
                    <a:pt x="507880" y="1323522"/>
                  </a:lnTo>
                  <a:lnTo>
                    <a:pt x="507874" y="1323508"/>
                  </a:lnTo>
                  <a:lnTo>
                    <a:pt x="507871" y="1323499"/>
                  </a:lnTo>
                  <a:lnTo>
                    <a:pt x="507868" y="1323489"/>
                  </a:lnTo>
                  <a:lnTo>
                    <a:pt x="507869" y="1323483"/>
                  </a:lnTo>
                  <a:lnTo>
                    <a:pt x="507876" y="1323481"/>
                  </a:lnTo>
                  <a:lnTo>
                    <a:pt x="507893" y="1323477"/>
                  </a:lnTo>
                  <a:lnTo>
                    <a:pt x="507913" y="1323473"/>
                  </a:lnTo>
                  <a:lnTo>
                    <a:pt x="507925" y="1323469"/>
                  </a:lnTo>
                  <a:lnTo>
                    <a:pt x="507933" y="1323464"/>
                  </a:lnTo>
                  <a:lnTo>
                    <a:pt x="507949" y="1323454"/>
                  </a:lnTo>
                  <a:lnTo>
                    <a:pt x="507956" y="1323445"/>
                  </a:lnTo>
                  <a:lnTo>
                    <a:pt x="507968" y="1323431"/>
                  </a:lnTo>
                  <a:lnTo>
                    <a:pt x="507979" y="1323414"/>
                  </a:lnTo>
                  <a:lnTo>
                    <a:pt x="507990" y="1323389"/>
                  </a:lnTo>
                  <a:lnTo>
                    <a:pt x="507997" y="1323369"/>
                  </a:lnTo>
                  <a:lnTo>
                    <a:pt x="508002" y="1323352"/>
                  </a:lnTo>
                  <a:lnTo>
                    <a:pt x="508007" y="1323332"/>
                  </a:lnTo>
                  <a:lnTo>
                    <a:pt x="508017" y="1323304"/>
                  </a:lnTo>
                  <a:lnTo>
                    <a:pt x="508024" y="1323282"/>
                  </a:lnTo>
                  <a:lnTo>
                    <a:pt x="508031" y="1323259"/>
                  </a:lnTo>
                  <a:lnTo>
                    <a:pt x="508039" y="1323235"/>
                  </a:lnTo>
                  <a:lnTo>
                    <a:pt x="508043" y="1323219"/>
                  </a:lnTo>
                  <a:lnTo>
                    <a:pt x="508048" y="1323194"/>
                  </a:lnTo>
                  <a:lnTo>
                    <a:pt x="508054" y="1323173"/>
                  </a:lnTo>
                  <a:lnTo>
                    <a:pt x="508057" y="1323152"/>
                  </a:lnTo>
                  <a:lnTo>
                    <a:pt x="508060" y="1323136"/>
                  </a:lnTo>
                  <a:lnTo>
                    <a:pt x="508068" y="1323101"/>
                  </a:lnTo>
                  <a:lnTo>
                    <a:pt x="508073" y="1323083"/>
                  </a:lnTo>
                  <a:lnTo>
                    <a:pt x="508078" y="1323065"/>
                  </a:lnTo>
                  <a:lnTo>
                    <a:pt x="508082" y="1323054"/>
                  </a:lnTo>
                  <a:lnTo>
                    <a:pt x="508085" y="1323036"/>
                  </a:lnTo>
                  <a:lnTo>
                    <a:pt x="508088" y="1323020"/>
                  </a:lnTo>
                  <a:lnTo>
                    <a:pt x="508094" y="1322975"/>
                  </a:lnTo>
                  <a:lnTo>
                    <a:pt x="508097" y="1322943"/>
                  </a:lnTo>
                  <a:lnTo>
                    <a:pt x="508099" y="1322915"/>
                  </a:lnTo>
                  <a:lnTo>
                    <a:pt x="508100" y="1322902"/>
                  </a:lnTo>
                  <a:lnTo>
                    <a:pt x="508102" y="1322892"/>
                  </a:lnTo>
                  <a:lnTo>
                    <a:pt x="508105" y="1322882"/>
                  </a:lnTo>
                  <a:lnTo>
                    <a:pt x="508109" y="1322872"/>
                  </a:lnTo>
                  <a:lnTo>
                    <a:pt x="508115" y="1322864"/>
                  </a:lnTo>
                  <a:lnTo>
                    <a:pt x="508122" y="1322857"/>
                  </a:lnTo>
                  <a:lnTo>
                    <a:pt x="508126" y="1322850"/>
                  </a:lnTo>
                  <a:lnTo>
                    <a:pt x="508129" y="1322842"/>
                  </a:lnTo>
                  <a:lnTo>
                    <a:pt x="508131" y="1322825"/>
                  </a:lnTo>
                  <a:lnTo>
                    <a:pt x="508130" y="1322810"/>
                  </a:lnTo>
                  <a:lnTo>
                    <a:pt x="508127" y="1322796"/>
                  </a:lnTo>
                  <a:lnTo>
                    <a:pt x="508123" y="1322782"/>
                  </a:lnTo>
                  <a:lnTo>
                    <a:pt x="508122" y="1322769"/>
                  </a:lnTo>
                  <a:lnTo>
                    <a:pt x="508120" y="1322750"/>
                  </a:lnTo>
                  <a:lnTo>
                    <a:pt x="508117" y="1322720"/>
                  </a:lnTo>
                  <a:lnTo>
                    <a:pt x="508114" y="1322709"/>
                  </a:lnTo>
                  <a:lnTo>
                    <a:pt x="508111" y="1322701"/>
                  </a:lnTo>
                  <a:lnTo>
                    <a:pt x="508108" y="1322688"/>
                  </a:lnTo>
                  <a:lnTo>
                    <a:pt x="508106" y="1322678"/>
                  </a:lnTo>
                  <a:lnTo>
                    <a:pt x="508104" y="1322670"/>
                  </a:lnTo>
                  <a:lnTo>
                    <a:pt x="508104" y="1322661"/>
                  </a:lnTo>
                  <a:lnTo>
                    <a:pt x="508104" y="1322654"/>
                  </a:lnTo>
                  <a:lnTo>
                    <a:pt x="508105" y="1322646"/>
                  </a:lnTo>
                  <a:lnTo>
                    <a:pt x="508110" y="1322632"/>
                  </a:lnTo>
                  <a:lnTo>
                    <a:pt x="508113" y="1322624"/>
                  </a:lnTo>
                  <a:lnTo>
                    <a:pt x="508124" y="1322602"/>
                  </a:lnTo>
                  <a:lnTo>
                    <a:pt x="508132" y="1322580"/>
                  </a:lnTo>
                  <a:lnTo>
                    <a:pt x="508140" y="1322557"/>
                  </a:lnTo>
                  <a:lnTo>
                    <a:pt x="508146" y="1322539"/>
                  </a:lnTo>
                  <a:lnTo>
                    <a:pt x="508157" y="1322503"/>
                  </a:lnTo>
                  <a:lnTo>
                    <a:pt x="508164" y="1322482"/>
                  </a:lnTo>
                  <a:lnTo>
                    <a:pt x="508171" y="1322461"/>
                  </a:lnTo>
                  <a:lnTo>
                    <a:pt x="508175" y="1322452"/>
                  </a:lnTo>
                  <a:lnTo>
                    <a:pt x="508186" y="1322433"/>
                  </a:lnTo>
                  <a:lnTo>
                    <a:pt x="508192" y="1322421"/>
                  </a:lnTo>
                  <a:lnTo>
                    <a:pt x="508198" y="1322412"/>
                  </a:lnTo>
                  <a:lnTo>
                    <a:pt x="508204" y="1322405"/>
                  </a:lnTo>
                  <a:lnTo>
                    <a:pt x="508213" y="1322396"/>
                  </a:lnTo>
                  <a:lnTo>
                    <a:pt x="508235" y="1322373"/>
                  </a:lnTo>
                  <a:lnTo>
                    <a:pt x="508266" y="1322341"/>
                  </a:lnTo>
                  <a:lnTo>
                    <a:pt x="508276" y="1322329"/>
                  </a:lnTo>
                  <a:lnTo>
                    <a:pt x="508288" y="1322315"/>
                  </a:lnTo>
                  <a:lnTo>
                    <a:pt x="508298" y="1322304"/>
                  </a:lnTo>
                  <a:lnTo>
                    <a:pt x="508307" y="1322291"/>
                  </a:lnTo>
                  <a:lnTo>
                    <a:pt x="508311" y="1322281"/>
                  </a:lnTo>
                  <a:lnTo>
                    <a:pt x="508311" y="1322276"/>
                  </a:lnTo>
                  <a:lnTo>
                    <a:pt x="508306" y="1322266"/>
                  </a:lnTo>
                  <a:lnTo>
                    <a:pt x="508301" y="1322258"/>
                  </a:lnTo>
                  <a:lnTo>
                    <a:pt x="508297" y="1322250"/>
                  </a:lnTo>
                  <a:lnTo>
                    <a:pt x="508294" y="1322239"/>
                  </a:lnTo>
                  <a:lnTo>
                    <a:pt x="508290" y="1322229"/>
                  </a:lnTo>
                  <a:lnTo>
                    <a:pt x="508287" y="1322210"/>
                  </a:lnTo>
                  <a:lnTo>
                    <a:pt x="508287" y="1322199"/>
                  </a:lnTo>
                  <a:lnTo>
                    <a:pt x="508287" y="1322186"/>
                  </a:lnTo>
                  <a:lnTo>
                    <a:pt x="508289" y="1322175"/>
                  </a:lnTo>
                  <a:lnTo>
                    <a:pt x="508291" y="1322165"/>
                  </a:lnTo>
                  <a:lnTo>
                    <a:pt x="508298" y="1322146"/>
                  </a:lnTo>
                  <a:lnTo>
                    <a:pt x="508306" y="1322119"/>
                  </a:lnTo>
                  <a:lnTo>
                    <a:pt x="508307" y="1322112"/>
                  </a:lnTo>
                  <a:lnTo>
                    <a:pt x="508310" y="1322100"/>
                  </a:lnTo>
                  <a:lnTo>
                    <a:pt x="508312" y="1322087"/>
                  </a:lnTo>
                  <a:lnTo>
                    <a:pt x="508313" y="1322076"/>
                  </a:lnTo>
                  <a:lnTo>
                    <a:pt x="508315" y="1322065"/>
                  </a:lnTo>
                  <a:lnTo>
                    <a:pt x="508318" y="1322058"/>
                  </a:lnTo>
                  <a:lnTo>
                    <a:pt x="508322" y="1322052"/>
                  </a:lnTo>
                  <a:lnTo>
                    <a:pt x="508327" y="1322049"/>
                  </a:lnTo>
                  <a:lnTo>
                    <a:pt x="508335" y="1322049"/>
                  </a:lnTo>
                  <a:lnTo>
                    <a:pt x="508361" y="1322051"/>
                  </a:lnTo>
                  <a:lnTo>
                    <a:pt x="508406" y="1322054"/>
                  </a:lnTo>
                  <a:lnTo>
                    <a:pt x="508422" y="1322054"/>
                  </a:lnTo>
                  <a:lnTo>
                    <a:pt x="508447" y="1322053"/>
                  </a:lnTo>
                  <a:lnTo>
                    <a:pt x="508460" y="1322053"/>
                  </a:lnTo>
                  <a:lnTo>
                    <a:pt x="508469" y="1322051"/>
                  </a:lnTo>
                  <a:lnTo>
                    <a:pt x="508479" y="1322047"/>
                  </a:lnTo>
                  <a:lnTo>
                    <a:pt x="508489" y="1322041"/>
                  </a:lnTo>
                  <a:lnTo>
                    <a:pt x="508495" y="1322034"/>
                  </a:lnTo>
                  <a:lnTo>
                    <a:pt x="508502" y="1322022"/>
                  </a:lnTo>
                  <a:lnTo>
                    <a:pt x="508510" y="1322005"/>
                  </a:lnTo>
                  <a:lnTo>
                    <a:pt x="508513" y="1321991"/>
                  </a:lnTo>
                  <a:lnTo>
                    <a:pt x="508509" y="1321982"/>
                  </a:lnTo>
                  <a:lnTo>
                    <a:pt x="508505" y="1321970"/>
                  </a:lnTo>
                  <a:lnTo>
                    <a:pt x="508501" y="1321950"/>
                  </a:lnTo>
                  <a:lnTo>
                    <a:pt x="508496" y="1321931"/>
                  </a:lnTo>
                  <a:lnTo>
                    <a:pt x="508493" y="1321914"/>
                  </a:lnTo>
                  <a:lnTo>
                    <a:pt x="508492" y="1321902"/>
                  </a:lnTo>
                  <a:lnTo>
                    <a:pt x="508493" y="1321887"/>
                  </a:lnTo>
                  <a:lnTo>
                    <a:pt x="508494" y="1321874"/>
                  </a:lnTo>
                  <a:lnTo>
                    <a:pt x="508497" y="1321864"/>
                  </a:lnTo>
                  <a:lnTo>
                    <a:pt x="508502" y="1321854"/>
                  </a:lnTo>
                  <a:lnTo>
                    <a:pt x="508508" y="1321845"/>
                  </a:lnTo>
                  <a:lnTo>
                    <a:pt x="508521" y="1321834"/>
                  </a:lnTo>
                  <a:lnTo>
                    <a:pt x="508536" y="1321821"/>
                  </a:lnTo>
                  <a:lnTo>
                    <a:pt x="508545" y="1321811"/>
                  </a:lnTo>
                  <a:lnTo>
                    <a:pt x="508554" y="1321800"/>
                  </a:lnTo>
                  <a:lnTo>
                    <a:pt x="508558" y="1321789"/>
                  </a:lnTo>
                  <a:lnTo>
                    <a:pt x="508563" y="1321771"/>
                  </a:lnTo>
                  <a:lnTo>
                    <a:pt x="508569" y="1321719"/>
                  </a:lnTo>
                  <a:lnTo>
                    <a:pt x="508571" y="1321707"/>
                  </a:lnTo>
                  <a:lnTo>
                    <a:pt x="508573" y="1321700"/>
                  </a:lnTo>
                  <a:lnTo>
                    <a:pt x="508576" y="1321693"/>
                  </a:lnTo>
                  <a:lnTo>
                    <a:pt x="508580" y="1321688"/>
                  </a:lnTo>
                  <a:lnTo>
                    <a:pt x="508589" y="1321680"/>
                  </a:lnTo>
                  <a:lnTo>
                    <a:pt x="508600" y="1321671"/>
                  </a:lnTo>
                  <a:lnTo>
                    <a:pt x="508608" y="1321664"/>
                  </a:lnTo>
                  <a:lnTo>
                    <a:pt x="508615" y="1321654"/>
                  </a:lnTo>
                  <a:lnTo>
                    <a:pt x="508618" y="1321645"/>
                  </a:lnTo>
                  <a:lnTo>
                    <a:pt x="508622" y="1321630"/>
                  </a:lnTo>
                  <a:lnTo>
                    <a:pt x="508622" y="1321618"/>
                  </a:lnTo>
                  <a:lnTo>
                    <a:pt x="508621" y="1321609"/>
                  </a:lnTo>
                  <a:lnTo>
                    <a:pt x="508617" y="1321597"/>
                  </a:lnTo>
                  <a:lnTo>
                    <a:pt x="508604" y="1321568"/>
                  </a:lnTo>
                  <a:lnTo>
                    <a:pt x="508591" y="1321544"/>
                  </a:lnTo>
                  <a:lnTo>
                    <a:pt x="508584" y="1321531"/>
                  </a:lnTo>
                  <a:lnTo>
                    <a:pt x="508575" y="1321518"/>
                  </a:lnTo>
                  <a:lnTo>
                    <a:pt x="508563" y="1321499"/>
                  </a:lnTo>
                  <a:lnTo>
                    <a:pt x="508549" y="1321475"/>
                  </a:lnTo>
                  <a:lnTo>
                    <a:pt x="508539" y="1321459"/>
                  </a:lnTo>
                  <a:lnTo>
                    <a:pt x="508519" y="1321425"/>
                  </a:lnTo>
                  <a:lnTo>
                    <a:pt x="508498" y="1321390"/>
                  </a:lnTo>
                  <a:lnTo>
                    <a:pt x="508488" y="1321374"/>
                  </a:lnTo>
                  <a:lnTo>
                    <a:pt x="508484" y="1321366"/>
                  </a:lnTo>
                  <a:lnTo>
                    <a:pt x="508479" y="1321355"/>
                  </a:lnTo>
                  <a:lnTo>
                    <a:pt x="508474" y="1321343"/>
                  </a:lnTo>
                  <a:lnTo>
                    <a:pt x="508470" y="1321333"/>
                  </a:lnTo>
                  <a:lnTo>
                    <a:pt x="508467" y="1321323"/>
                  </a:lnTo>
                  <a:lnTo>
                    <a:pt x="508464" y="1321308"/>
                  </a:lnTo>
                  <a:lnTo>
                    <a:pt x="508464" y="1321298"/>
                  </a:lnTo>
                  <a:lnTo>
                    <a:pt x="508466" y="1321286"/>
                  </a:lnTo>
                  <a:lnTo>
                    <a:pt x="508470" y="1321275"/>
                  </a:lnTo>
                  <a:lnTo>
                    <a:pt x="508477" y="1321260"/>
                  </a:lnTo>
                  <a:lnTo>
                    <a:pt x="508483" y="1321248"/>
                  </a:lnTo>
                  <a:lnTo>
                    <a:pt x="508487" y="1321236"/>
                  </a:lnTo>
                  <a:lnTo>
                    <a:pt x="508491" y="1321225"/>
                  </a:lnTo>
                  <a:lnTo>
                    <a:pt x="508492" y="1321215"/>
                  </a:lnTo>
                  <a:lnTo>
                    <a:pt x="508493" y="1321205"/>
                  </a:lnTo>
                  <a:lnTo>
                    <a:pt x="508493" y="1321190"/>
                  </a:lnTo>
                  <a:lnTo>
                    <a:pt x="508492" y="1321174"/>
                  </a:lnTo>
                  <a:lnTo>
                    <a:pt x="508489" y="1321165"/>
                  </a:lnTo>
                  <a:lnTo>
                    <a:pt x="508484" y="1321145"/>
                  </a:lnTo>
                  <a:lnTo>
                    <a:pt x="508475" y="1321118"/>
                  </a:lnTo>
                  <a:lnTo>
                    <a:pt x="508469" y="1321103"/>
                  </a:lnTo>
                  <a:lnTo>
                    <a:pt x="508466" y="1321093"/>
                  </a:lnTo>
                  <a:lnTo>
                    <a:pt x="508462" y="1321081"/>
                  </a:lnTo>
                  <a:lnTo>
                    <a:pt x="508458" y="1321071"/>
                  </a:lnTo>
                  <a:lnTo>
                    <a:pt x="508455" y="1321060"/>
                  </a:lnTo>
                  <a:lnTo>
                    <a:pt x="508454" y="1321049"/>
                  </a:lnTo>
                  <a:lnTo>
                    <a:pt x="508453" y="1321034"/>
                  </a:lnTo>
                  <a:lnTo>
                    <a:pt x="508454" y="1321017"/>
                  </a:lnTo>
                  <a:lnTo>
                    <a:pt x="508455" y="1321006"/>
                  </a:lnTo>
                  <a:lnTo>
                    <a:pt x="508460" y="1320991"/>
                  </a:lnTo>
                  <a:lnTo>
                    <a:pt x="508470" y="1320971"/>
                  </a:lnTo>
                  <a:lnTo>
                    <a:pt x="508489" y="1320940"/>
                  </a:lnTo>
                  <a:lnTo>
                    <a:pt x="508514" y="1320904"/>
                  </a:lnTo>
                  <a:lnTo>
                    <a:pt x="508536" y="1320873"/>
                  </a:lnTo>
                  <a:lnTo>
                    <a:pt x="508542" y="1320863"/>
                  </a:lnTo>
                  <a:lnTo>
                    <a:pt x="508552" y="1320845"/>
                  </a:lnTo>
                  <a:lnTo>
                    <a:pt x="508560" y="1320831"/>
                  </a:lnTo>
                  <a:lnTo>
                    <a:pt x="508567" y="1320818"/>
                  </a:lnTo>
                  <a:lnTo>
                    <a:pt x="508572" y="1320805"/>
                  </a:lnTo>
                  <a:lnTo>
                    <a:pt x="508577" y="1320791"/>
                  </a:lnTo>
                  <a:lnTo>
                    <a:pt x="508579" y="1320779"/>
                  </a:lnTo>
                  <a:lnTo>
                    <a:pt x="508583" y="1320760"/>
                  </a:lnTo>
                  <a:lnTo>
                    <a:pt x="508586" y="1320744"/>
                  </a:lnTo>
                  <a:lnTo>
                    <a:pt x="508586" y="1320732"/>
                  </a:lnTo>
                  <a:lnTo>
                    <a:pt x="508584" y="1320721"/>
                  </a:lnTo>
                  <a:lnTo>
                    <a:pt x="508581" y="1320706"/>
                  </a:lnTo>
                  <a:lnTo>
                    <a:pt x="508577" y="1320693"/>
                  </a:lnTo>
                  <a:lnTo>
                    <a:pt x="508559" y="1320655"/>
                  </a:lnTo>
                  <a:lnTo>
                    <a:pt x="508533" y="1320608"/>
                  </a:lnTo>
                  <a:lnTo>
                    <a:pt x="508523" y="1320588"/>
                  </a:lnTo>
                  <a:lnTo>
                    <a:pt x="508517" y="1320573"/>
                  </a:lnTo>
                  <a:lnTo>
                    <a:pt x="508514" y="1320562"/>
                  </a:lnTo>
                  <a:lnTo>
                    <a:pt x="508511" y="1320552"/>
                  </a:lnTo>
                  <a:lnTo>
                    <a:pt x="508510" y="1320542"/>
                  </a:lnTo>
                  <a:lnTo>
                    <a:pt x="508510" y="1320522"/>
                  </a:lnTo>
                  <a:lnTo>
                    <a:pt x="508510" y="1320505"/>
                  </a:lnTo>
                  <a:lnTo>
                    <a:pt x="508513" y="1320488"/>
                  </a:lnTo>
                  <a:lnTo>
                    <a:pt x="508515" y="1320476"/>
                  </a:lnTo>
                  <a:lnTo>
                    <a:pt x="508518" y="1320465"/>
                  </a:lnTo>
                  <a:lnTo>
                    <a:pt x="508525" y="1320447"/>
                  </a:lnTo>
                  <a:lnTo>
                    <a:pt x="508545" y="1320405"/>
                  </a:lnTo>
                  <a:lnTo>
                    <a:pt x="508562" y="1320370"/>
                  </a:lnTo>
                  <a:lnTo>
                    <a:pt x="508567" y="1320359"/>
                  </a:lnTo>
                  <a:lnTo>
                    <a:pt x="508571" y="1320351"/>
                  </a:lnTo>
                  <a:lnTo>
                    <a:pt x="508586" y="1320316"/>
                  </a:lnTo>
                  <a:lnTo>
                    <a:pt x="508594" y="1320294"/>
                  </a:lnTo>
                  <a:lnTo>
                    <a:pt x="508601" y="1320269"/>
                  </a:lnTo>
                  <a:lnTo>
                    <a:pt x="508603" y="1320263"/>
                  </a:lnTo>
                  <a:lnTo>
                    <a:pt x="508618" y="1320208"/>
                  </a:lnTo>
                  <a:lnTo>
                    <a:pt x="508625" y="1320178"/>
                  </a:lnTo>
                  <a:lnTo>
                    <a:pt x="508629" y="1320156"/>
                  </a:lnTo>
                  <a:lnTo>
                    <a:pt x="508632" y="1320137"/>
                  </a:lnTo>
                  <a:lnTo>
                    <a:pt x="508635" y="1320116"/>
                  </a:lnTo>
                  <a:lnTo>
                    <a:pt x="508640" y="1320095"/>
                  </a:lnTo>
                  <a:lnTo>
                    <a:pt x="508646" y="1320063"/>
                  </a:lnTo>
                  <a:lnTo>
                    <a:pt x="508651" y="1320046"/>
                  </a:lnTo>
                  <a:lnTo>
                    <a:pt x="508656" y="1320030"/>
                  </a:lnTo>
                  <a:lnTo>
                    <a:pt x="508662" y="1320008"/>
                  </a:lnTo>
                  <a:lnTo>
                    <a:pt x="508676" y="1319961"/>
                  </a:lnTo>
                  <a:lnTo>
                    <a:pt x="508684" y="1319936"/>
                  </a:lnTo>
                  <a:lnTo>
                    <a:pt x="508689" y="1319921"/>
                  </a:lnTo>
                  <a:lnTo>
                    <a:pt x="508697" y="1319899"/>
                  </a:lnTo>
                  <a:lnTo>
                    <a:pt x="508701" y="1319891"/>
                  </a:lnTo>
                  <a:lnTo>
                    <a:pt x="508708" y="1319877"/>
                  </a:lnTo>
                  <a:lnTo>
                    <a:pt x="508717" y="1319862"/>
                  </a:lnTo>
                  <a:lnTo>
                    <a:pt x="508727" y="1319848"/>
                  </a:lnTo>
                  <a:lnTo>
                    <a:pt x="508734" y="1319838"/>
                  </a:lnTo>
                  <a:lnTo>
                    <a:pt x="508746" y="1319827"/>
                  </a:lnTo>
                  <a:lnTo>
                    <a:pt x="508760" y="1319814"/>
                  </a:lnTo>
                  <a:lnTo>
                    <a:pt x="508803" y="1319775"/>
                  </a:lnTo>
                  <a:lnTo>
                    <a:pt x="508827" y="1319752"/>
                  </a:lnTo>
                  <a:lnTo>
                    <a:pt x="508881" y="1319695"/>
                  </a:lnTo>
                  <a:lnTo>
                    <a:pt x="508904" y="1319667"/>
                  </a:lnTo>
                  <a:lnTo>
                    <a:pt x="508954" y="1319607"/>
                  </a:lnTo>
                  <a:lnTo>
                    <a:pt x="508975" y="1319581"/>
                  </a:lnTo>
                  <a:lnTo>
                    <a:pt x="508982" y="1319568"/>
                  </a:lnTo>
                  <a:lnTo>
                    <a:pt x="508988" y="1319557"/>
                  </a:lnTo>
                  <a:lnTo>
                    <a:pt x="508993" y="1319545"/>
                  </a:lnTo>
                  <a:lnTo>
                    <a:pt x="508997" y="1319535"/>
                  </a:lnTo>
                  <a:lnTo>
                    <a:pt x="509002" y="1319523"/>
                  </a:lnTo>
                  <a:lnTo>
                    <a:pt x="509006" y="1319518"/>
                  </a:lnTo>
                  <a:lnTo>
                    <a:pt x="509018" y="1319506"/>
                  </a:lnTo>
                  <a:lnTo>
                    <a:pt x="509032" y="1319486"/>
                  </a:lnTo>
                  <a:lnTo>
                    <a:pt x="509042" y="1319465"/>
                  </a:lnTo>
                  <a:lnTo>
                    <a:pt x="509045" y="1319460"/>
                  </a:lnTo>
                  <a:lnTo>
                    <a:pt x="509049" y="1319452"/>
                  </a:lnTo>
                  <a:lnTo>
                    <a:pt x="509052" y="1319444"/>
                  </a:lnTo>
                  <a:lnTo>
                    <a:pt x="509061" y="1319433"/>
                  </a:lnTo>
                  <a:lnTo>
                    <a:pt x="509069" y="1319416"/>
                  </a:lnTo>
                  <a:lnTo>
                    <a:pt x="509077" y="1319397"/>
                  </a:lnTo>
                  <a:lnTo>
                    <a:pt x="509093" y="1319359"/>
                  </a:lnTo>
                  <a:lnTo>
                    <a:pt x="509101" y="1319332"/>
                  </a:lnTo>
                  <a:lnTo>
                    <a:pt x="509104" y="1319310"/>
                  </a:lnTo>
                  <a:lnTo>
                    <a:pt x="509105" y="1319302"/>
                  </a:lnTo>
                  <a:lnTo>
                    <a:pt x="509108" y="1319272"/>
                  </a:lnTo>
                  <a:lnTo>
                    <a:pt x="509108" y="1319254"/>
                  </a:lnTo>
                  <a:lnTo>
                    <a:pt x="509106" y="1319229"/>
                  </a:lnTo>
                  <a:lnTo>
                    <a:pt x="509100" y="1319182"/>
                  </a:lnTo>
                  <a:lnTo>
                    <a:pt x="509099" y="1319170"/>
                  </a:lnTo>
                  <a:lnTo>
                    <a:pt x="509093" y="1319149"/>
                  </a:lnTo>
                  <a:lnTo>
                    <a:pt x="509091" y="1319141"/>
                  </a:lnTo>
                  <a:lnTo>
                    <a:pt x="509083" y="1319116"/>
                  </a:lnTo>
                  <a:lnTo>
                    <a:pt x="509075" y="1319095"/>
                  </a:lnTo>
                  <a:lnTo>
                    <a:pt x="509073" y="1319090"/>
                  </a:lnTo>
                  <a:lnTo>
                    <a:pt x="509071" y="1319084"/>
                  </a:lnTo>
                  <a:lnTo>
                    <a:pt x="509058" y="1319058"/>
                  </a:lnTo>
                  <a:lnTo>
                    <a:pt x="509049" y="1319039"/>
                  </a:lnTo>
                  <a:lnTo>
                    <a:pt x="509038" y="1319021"/>
                  </a:lnTo>
                  <a:lnTo>
                    <a:pt x="509028" y="1319007"/>
                  </a:lnTo>
                  <a:lnTo>
                    <a:pt x="509016" y="1318993"/>
                  </a:lnTo>
                  <a:lnTo>
                    <a:pt x="508988" y="1318964"/>
                  </a:lnTo>
                  <a:lnTo>
                    <a:pt x="508934" y="1318902"/>
                  </a:lnTo>
                  <a:lnTo>
                    <a:pt x="508928" y="1318895"/>
                  </a:lnTo>
                  <a:lnTo>
                    <a:pt x="508902" y="1318865"/>
                  </a:lnTo>
                  <a:lnTo>
                    <a:pt x="508882" y="1318845"/>
                  </a:lnTo>
                  <a:lnTo>
                    <a:pt x="508867" y="1318826"/>
                  </a:lnTo>
                  <a:lnTo>
                    <a:pt x="508856" y="1318806"/>
                  </a:lnTo>
                  <a:lnTo>
                    <a:pt x="508852" y="1318796"/>
                  </a:lnTo>
                  <a:lnTo>
                    <a:pt x="508850" y="1318785"/>
                  </a:lnTo>
                  <a:lnTo>
                    <a:pt x="508849" y="1318770"/>
                  </a:lnTo>
                  <a:lnTo>
                    <a:pt x="508849" y="1318759"/>
                  </a:lnTo>
                  <a:lnTo>
                    <a:pt x="508851" y="1318750"/>
                  </a:lnTo>
                  <a:lnTo>
                    <a:pt x="508852" y="1318742"/>
                  </a:lnTo>
                  <a:lnTo>
                    <a:pt x="508855" y="1318736"/>
                  </a:lnTo>
                  <a:lnTo>
                    <a:pt x="508858" y="1318728"/>
                  </a:lnTo>
                  <a:lnTo>
                    <a:pt x="508863" y="1318713"/>
                  </a:lnTo>
                  <a:lnTo>
                    <a:pt x="508867" y="1318698"/>
                  </a:lnTo>
                  <a:lnTo>
                    <a:pt x="508881" y="1318664"/>
                  </a:lnTo>
                  <a:lnTo>
                    <a:pt x="508900" y="1318609"/>
                  </a:lnTo>
                  <a:lnTo>
                    <a:pt x="508911" y="1318577"/>
                  </a:lnTo>
                  <a:lnTo>
                    <a:pt x="508919" y="1318555"/>
                  </a:lnTo>
                  <a:lnTo>
                    <a:pt x="508932" y="1318525"/>
                  </a:lnTo>
                  <a:lnTo>
                    <a:pt x="508934" y="1318518"/>
                  </a:lnTo>
                  <a:lnTo>
                    <a:pt x="508952" y="1318483"/>
                  </a:lnTo>
                  <a:lnTo>
                    <a:pt x="508975" y="1318430"/>
                  </a:lnTo>
                  <a:lnTo>
                    <a:pt x="508984" y="1318410"/>
                  </a:lnTo>
                  <a:lnTo>
                    <a:pt x="508985" y="1318399"/>
                  </a:lnTo>
                  <a:lnTo>
                    <a:pt x="508980" y="1318393"/>
                  </a:lnTo>
                  <a:lnTo>
                    <a:pt x="508973" y="1318390"/>
                  </a:lnTo>
                  <a:lnTo>
                    <a:pt x="508957" y="1318383"/>
                  </a:lnTo>
                  <a:lnTo>
                    <a:pt x="508929" y="1318369"/>
                  </a:lnTo>
                  <a:lnTo>
                    <a:pt x="508906" y="1318355"/>
                  </a:lnTo>
                  <a:lnTo>
                    <a:pt x="508879" y="1318338"/>
                  </a:lnTo>
                  <a:lnTo>
                    <a:pt x="508867" y="1318327"/>
                  </a:lnTo>
                  <a:lnTo>
                    <a:pt x="508851" y="1318312"/>
                  </a:lnTo>
                  <a:lnTo>
                    <a:pt x="508838" y="1318296"/>
                  </a:lnTo>
                  <a:lnTo>
                    <a:pt x="508830" y="1318285"/>
                  </a:lnTo>
                  <a:lnTo>
                    <a:pt x="508827" y="1318276"/>
                  </a:lnTo>
                  <a:lnTo>
                    <a:pt x="508823" y="1318263"/>
                  </a:lnTo>
                  <a:lnTo>
                    <a:pt x="508815" y="1318243"/>
                  </a:lnTo>
                  <a:lnTo>
                    <a:pt x="508812" y="1318235"/>
                  </a:lnTo>
                  <a:lnTo>
                    <a:pt x="508799" y="1318203"/>
                  </a:lnTo>
                  <a:lnTo>
                    <a:pt x="508785" y="1318172"/>
                  </a:lnTo>
                  <a:lnTo>
                    <a:pt x="508772" y="1318145"/>
                  </a:lnTo>
                  <a:lnTo>
                    <a:pt x="508760" y="1318123"/>
                  </a:lnTo>
                  <a:lnTo>
                    <a:pt x="508739" y="1318092"/>
                  </a:lnTo>
                  <a:lnTo>
                    <a:pt x="508723" y="1318067"/>
                  </a:lnTo>
                  <a:lnTo>
                    <a:pt x="508693" y="1318027"/>
                  </a:lnTo>
                  <a:lnTo>
                    <a:pt x="508688" y="1318022"/>
                  </a:lnTo>
                  <a:lnTo>
                    <a:pt x="508674" y="1318007"/>
                  </a:lnTo>
                  <a:lnTo>
                    <a:pt x="508658" y="1317993"/>
                  </a:lnTo>
                  <a:lnTo>
                    <a:pt x="508637" y="1317980"/>
                  </a:lnTo>
                  <a:lnTo>
                    <a:pt x="508614" y="1317968"/>
                  </a:lnTo>
                  <a:lnTo>
                    <a:pt x="508599" y="1317961"/>
                  </a:lnTo>
                  <a:lnTo>
                    <a:pt x="508587" y="1317956"/>
                  </a:lnTo>
                  <a:lnTo>
                    <a:pt x="508570" y="1317949"/>
                  </a:lnTo>
                  <a:lnTo>
                    <a:pt x="508553" y="1317945"/>
                  </a:lnTo>
                  <a:lnTo>
                    <a:pt x="508537" y="1317942"/>
                  </a:lnTo>
                  <a:lnTo>
                    <a:pt x="508527" y="1317942"/>
                  </a:lnTo>
                  <a:lnTo>
                    <a:pt x="508512" y="1317943"/>
                  </a:lnTo>
                  <a:lnTo>
                    <a:pt x="508501" y="1317946"/>
                  </a:lnTo>
                  <a:lnTo>
                    <a:pt x="508489" y="1317951"/>
                  </a:lnTo>
                  <a:lnTo>
                    <a:pt x="508468" y="1317960"/>
                  </a:lnTo>
                  <a:lnTo>
                    <a:pt x="508450" y="1317967"/>
                  </a:lnTo>
                  <a:lnTo>
                    <a:pt x="508432" y="1317974"/>
                  </a:lnTo>
                  <a:lnTo>
                    <a:pt x="508416" y="1317977"/>
                  </a:lnTo>
                  <a:lnTo>
                    <a:pt x="508394" y="1317979"/>
                  </a:lnTo>
                  <a:lnTo>
                    <a:pt x="508381" y="1317979"/>
                  </a:lnTo>
                  <a:lnTo>
                    <a:pt x="508373" y="1317979"/>
                  </a:lnTo>
                  <a:lnTo>
                    <a:pt x="508360" y="1317977"/>
                  </a:lnTo>
                  <a:lnTo>
                    <a:pt x="508353" y="1317973"/>
                  </a:lnTo>
                  <a:lnTo>
                    <a:pt x="508340" y="1317965"/>
                  </a:lnTo>
                  <a:lnTo>
                    <a:pt x="508324" y="1317953"/>
                  </a:lnTo>
                  <a:lnTo>
                    <a:pt x="508305" y="1317938"/>
                  </a:lnTo>
                  <a:lnTo>
                    <a:pt x="508295" y="1317930"/>
                  </a:lnTo>
                  <a:lnTo>
                    <a:pt x="508269" y="1317908"/>
                  </a:lnTo>
                  <a:lnTo>
                    <a:pt x="508243" y="1317886"/>
                  </a:lnTo>
                  <a:lnTo>
                    <a:pt x="508221" y="1317869"/>
                  </a:lnTo>
                  <a:lnTo>
                    <a:pt x="508210" y="1317862"/>
                  </a:lnTo>
                  <a:lnTo>
                    <a:pt x="508192" y="1317851"/>
                  </a:lnTo>
                  <a:lnTo>
                    <a:pt x="508182" y="1317844"/>
                  </a:lnTo>
                  <a:lnTo>
                    <a:pt x="508178" y="1317841"/>
                  </a:lnTo>
                  <a:lnTo>
                    <a:pt x="508173" y="1317837"/>
                  </a:lnTo>
                  <a:lnTo>
                    <a:pt x="508169" y="1317833"/>
                  </a:lnTo>
                  <a:lnTo>
                    <a:pt x="508159" y="1317823"/>
                  </a:lnTo>
                  <a:lnTo>
                    <a:pt x="508153" y="1317816"/>
                  </a:lnTo>
                  <a:lnTo>
                    <a:pt x="508143" y="1317804"/>
                  </a:lnTo>
                  <a:lnTo>
                    <a:pt x="508106" y="1317762"/>
                  </a:lnTo>
                  <a:lnTo>
                    <a:pt x="508087" y="1317742"/>
                  </a:lnTo>
                  <a:lnTo>
                    <a:pt x="508032" y="1317686"/>
                  </a:lnTo>
                  <a:lnTo>
                    <a:pt x="508020" y="1317673"/>
                  </a:lnTo>
                  <a:lnTo>
                    <a:pt x="507991" y="1317647"/>
                  </a:lnTo>
                  <a:lnTo>
                    <a:pt x="507970" y="1317631"/>
                  </a:lnTo>
                  <a:lnTo>
                    <a:pt x="507956" y="1317621"/>
                  </a:lnTo>
                  <a:lnTo>
                    <a:pt x="507951" y="1317618"/>
                  </a:lnTo>
                  <a:lnTo>
                    <a:pt x="507912" y="1317595"/>
                  </a:lnTo>
                  <a:lnTo>
                    <a:pt x="507902" y="1317588"/>
                  </a:lnTo>
                  <a:lnTo>
                    <a:pt x="507892" y="1317581"/>
                  </a:lnTo>
                  <a:lnTo>
                    <a:pt x="507858" y="1317562"/>
                  </a:lnTo>
                  <a:lnTo>
                    <a:pt x="507841" y="1317552"/>
                  </a:lnTo>
                  <a:lnTo>
                    <a:pt x="507829" y="1317545"/>
                  </a:lnTo>
                  <a:lnTo>
                    <a:pt x="507784" y="1317522"/>
                  </a:lnTo>
                  <a:lnTo>
                    <a:pt x="507754" y="1317508"/>
                  </a:lnTo>
                  <a:lnTo>
                    <a:pt x="507729" y="1317500"/>
                  </a:lnTo>
                  <a:lnTo>
                    <a:pt x="507698" y="1317490"/>
                  </a:lnTo>
                  <a:lnTo>
                    <a:pt x="507674" y="1317483"/>
                  </a:lnTo>
                  <a:lnTo>
                    <a:pt x="507663" y="1317481"/>
                  </a:lnTo>
                  <a:lnTo>
                    <a:pt x="507644" y="1317479"/>
                  </a:lnTo>
                  <a:lnTo>
                    <a:pt x="507599" y="1317474"/>
                  </a:lnTo>
                  <a:lnTo>
                    <a:pt x="507533" y="1317467"/>
                  </a:lnTo>
                  <a:lnTo>
                    <a:pt x="507521" y="1317467"/>
                  </a:lnTo>
                  <a:lnTo>
                    <a:pt x="507479" y="1317464"/>
                  </a:lnTo>
                  <a:lnTo>
                    <a:pt x="507436" y="1317463"/>
                  </a:lnTo>
                  <a:lnTo>
                    <a:pt x="507416" y="1317463"/>
                  </a:lnTo>
                  <a:lnTo>
                    <a:pt x="507406" y="1317463"/>
                  </a:lnTo>
                  <a:lnTo>
                    <a:pt x="507399" y="1317463"/>
                  </a:lnTo>
                  <a:lnTo>
                    <a:pt x="507373" y="1317466"/>
                  </a:lnTo>
                  <a:lnTo>
                    <a:pt x="507348" y="1317467"/>
                  </a:lnTo>
                  <a:lnTo>
                    <a:pt x="507329" y="1317469"/>
                  </a:lnTo>
                  <a:lnTo>
                    <a:pt x="507308" y="1317472"/>
                  </a:lnTo>
                  <a:lnTo>
                    <a:pt x="507280" y="1317476"/>
                  </a:lnTo>
                  <a:lnTo>
                    <a:pt x="507268" y="1317478"/>
                  </a:lnTo>
                  <a:lnTo>
                    <a:pt x="507243" y="1317480"/>
                  </a:lnTo>
                  <a:lnTo>
                    <a:pt x="507208" y="1317481"/>
                  </a:lnTo>
                  <a:lnTo>
                    <a:pt x="507153" y="1317477"/>
                  </a:lnTo>
                  <a:lnTo>
                    <a:pt x="507127" y="1317475"/>
                  </a:lnTo>
                  <a:lnTo>
                    <a:pt x="507113" y="1317474"/>
                  </a:lnTo>
                  <a:lnTo>
                    <a:pt x="507083" y="1317473"/>
                  </a:lnTo>
                  <a:lnTo>
                    <a:pt x="507071" y="1317472"/>
                  </a:lnTo>
                  <a:lnTo>
                    <a:pt x="507060" y="1317473"/>
                  </a:lnTo>
                  <a:lnTo>
                    <a:pt x="507054" y="1317477"/>
                  </a:lnTo>
                  <a:lnTo>
                    <a:pt x="507048" y="1317487"/>
                  </a:lnTo>
                  <a:lnTo>
                    <a:pt x="507044" y="1317493"/>
                  </a:lnTo>
                  <a:lnTo>
                    <a:pt x="507030" y="1317513"/>
                  </a:lnTo>
                  <a:lnTo>
                    <a:pt x="507018" y="1317527"/>
                  </a:lnTo>
                  <a:lnTo>
                    <a:pt x="507012" y="1317532"/>
                  </a:lnTo>
                  <a:lnTo>
                    <a:pt x="507007" y="1317538"/>
                  </a:lnTo>
                  <a:lnTo>
                    <a:pt x="507000" y="1317544"/>
                  </a:lnTo>
                  <a:lnTo>
                    <a:pt x="506994" y="1317548"/>
                  </a:lnTo>
                  <a:lnTo>
                    <a:pt x="506977" y="1317558"/>
                  </a:lnTo>
                  <a:lnTo>
                    <a:pt x="506956" y="1317569"/>
                  </a:lnTo>
                  <a:lnTo>
                    <a:pt x="506931" y="1317580"/>
                  </a:lnTo>
                  <a:lnTo>
                    <a:pt x="506903" y="1317593"/>
                  </a:lnTo>
                  <a:lnTo>
                    <a:pt x="506879" y="1317605"/>
                  </a:lnTo>
                  <a:lnTo>
                    <a:pt x="506872" y="1317608"/>
                  </a:lnTo>
                  <a:lnTo>
                    <a:pt x="506847" y="1317621"/>
                  </a:lnTo>
                  <a:lnTo>
                    <a:pt x="506823" y="1317632"/>
                  </a:lnTo>
                  <a:lnTo>
                    <a:pt x="506808" y="1317639"/>
                  </a:lnTo>
                  <a:lnTo>
                    <a:pt x="506793" y="1317644"/>
                  </a:lnTo>
                  <a:lnTo>
                    <a:pt x="506777" y="1317649"/>
                  </a:lnTo>
                  <a:lnTo>
                    <a:pt x="506756" y="1317654"/>
                  </a:lnTo>
                  <a:lnTo>
                    <a:pt x="506737" y="1317661"/>
                  </a:lnTo>
                  <a:lnTo>
                    <a:pt x="506720" y="1317670"/>
                  </a:lnTo>
                  <a:lnTo>
                    <a:pt x="506711" y="1317676"/>
                  </a:lnTo>
                  <a:lnTo>
                    <a:pt x="506703" y="1317681"/>
                  </a:lnTo>
                  <a:lnTo>
                    <a:pt x="506686" y="1317695"/>
                  </a:lnTo>
                  <a:lnTo>
                    <a:pt x="506663" y="1317716"/>
                  </a:lnTo>
                  <a:lnTo>
                    <a:pt x="506653" y="1317725"/>
                  </a:lnTo>
                  <a:lnTo>
                    <a:pt x="506633" y="1317737"/>
                  </a:lnTo>
                  <a:lnTo>
                    <a:pt x="506619" y="1317746"/>
                  </a:lnTo>
                  <a:lnTo>
                    <a:pt x="506601" y="1317757"/>
                  </a:lnTo>
                  <a:lnTo>
                    <a:pt x="506585" y="1317767"/>
                  </a:lnTo>
                  <a:lnTo>
                    <a:pt x="506558" y="1317782"/>
                  </a:lnTo>
                  <a:lnTo>
                    <a:pt x="506542" y="1317793"/>
                  </a:lnTo>
                  <a:lnTo>
                    <a:pt x="506526" y="1317806"/>
                  </a:lnTo>
                  <a:lnTo>
                    <a:pt x="506493" y="1317832"/>
                  </a:lnTo>
                  <a:lnTo>
                    <a:pt x="506469" y="1317849"/>
                  </a:lnTo>
                  <a:lnTo>
                    <a:pt x="506461" y="1317853"/>
                  </a:lnTo>
                  <a:lnTo>
                    <a:pt x="506455" y="1317855"/>
                  </a:lnTo>
                  <a:lnTo>
                    <a:pt x="506447" y="1317855"/>
                  </a:lnTo>
                  <a:lnTo>
                    <a:pt x="506437" y="1317855"/>
                  </a:lnTo>
                  <a:lnTo>
                    <a:pt x="506422" y="1317853"/>
                  </a:lnTo>
                  <a:lnTo>
                    <a:pt x="506417" y="1317853"/>
                  </a:lnTo>
                  <a:lnTo>
                    <a:pt x="506396" y="1317851"/>
                  </a:lnTo>
                  <a:lnTo>
                    <a:pt x="506378" y="1317851"/>
                  </a:lnTo>
                  <a:lnTo>
                    <a:pt x="506356" y="1317847"/>
                  </a:lnTo>
                  <a:lnTo>
                    <a:pt x="506335" y="1317845"/>
                  </a:lnTo>
                  <a:lnTo>
                    <a:pt x="506313" y="1317842"/>
                  </a:lnTo>
                  <a:lnTo>
                    <a:pt x="506280" y="1317836"/>
                  </a:lnTo>
                  <a:lnTo>
                    <a:pt x="506273" y="1317835"/>
                  </a:lnTo>
                  <a:lnTo>
                    <a:pt x="506259" y="1317834"/>
                  </a:lnTo>
                  <a:lnTo>
                    <a:pt x="506249" y="1317834"/>
                  </a:lnTo>
                  <a:lnTo>
                    <a:pt x="506226" y="1317835"/>
                  </a:lnTo>
                  <a:lnTo>
                    <a:pt x="506178" y="1317836"/>
                  </a:lnTo>
                  <a:lnTo>
                    <a:pt x="506167" y="1317836"/>
                  </a:lnTo>
                  <a:lnTo>
                    <a:pt x="506160" y="1317836"/>
                  </a:lnTo>
                  <a:lnTo>
                    <a:pt x="506153" y="1317836"/>
                  </a:lnTo>
                  <a:lnTo>
                    <a:pt x="506145" y="1317834"/>
                  </a:lnTo>
                  <a:lnTo>
                    <a:pt x="506143" y="1317826"/>
                  </a:lnTo>
                  <a:lnTo>
                    <a:pt x="506145" y="1317811"/>
                  </a:lnTo>
                  <a:lnTo>
                    <a:pt x="506148" y="1317785"/>
                  </a:lnTo>
                  <a:lnTo>
                    <a:pt x="506152" y="1317757"/>
                  </a:lnTo>
                  <a:lnTo>
                    <a:pt x="506152" y="1317750"/>
                  </a:lnTo>
                  <a:lnTo>
                    <a:pt x="506154" y="1317713"/>
                  </a:lnTo>
                  <a:lnTo>
                    <a:pt x="506155" y="1317696"/>
                  </a:lnTo>
                  <a:lnTo>
                    <a:pt x="506157" y="1317673"/>
                  </a:lnTo>
                  <a:lnTo>
                    <a:pt x="506157" y="1317659"/>
                  </a:lnTo>
                  <a:lnTo>
                    <a:pt x="506154" y="1317624"/>
                  </a:lnTo>
                  <a:lnTo>
                    <a:pt x="506150" y="1317591"/>
                  </a:lnTo>
                  <a:lnTo>
                    <a:pt x="506144" y="1317539"/>
                  </a:lnTo>
                  <a:lnTo>
                    <a:pt x="506140" y="1317516"/>
                  </a:lnTo>
                  <a:lnTo>
                    <a:pt x="506136" y="1317492"/>
                  </a:lnTo>
                  <a:lnTo>
                    <a:pt x="506132" y="1317472"/>
                  </a:lnTo>
                  <a:lnTo>
                    <a:pt x="506126" y="1317448"/>
                  </a:lnTo>
                  <a:lnTo>
                    <a:pt x="506122" y="1317436"/>
                  </a:lnTo>
                  <a:lnTo>
                    <a:pt x="506114" y="1317403"/>
                  </a:lnTo>
                  <a:lnTo>
                    <a:pt x="506102" y="1317353"/>
                  </a:lnTo>
                  <a:lnTo>
                    <a:pt x="506097" y="1317325"/>
                  </a:lnTo>
                  <a:lnTo>
                    <a:pt x="506089" y="1317290"/>
                  </a:lnTo>
                  <a:lnTo>
                    <a:pt x="506086" y="1317263"/>
                  </a:lnTo>
                  <a:lnTo>
                    <a:pt x="506085" y="1317249"/>
                  </a:lnTo>
                  <a:lnTo>
                    <a:pt x="506086" y="1317242"/>
                  </a:lnTo>
                  <a:lnTo>
                    <a:pt x="506087" y="1317230"/>
                  </a:lnTo>
                  <a:lnTo>
                    <a:pt x="506089" y="1317214"/>
                  </a:lnTo>
                  <a:lnTo>
                    <a:pt x="506092" y="1317202"/>
                  </a:lnTo>
                  <a:lnTo>
                    <a:pt x="506097" y="1317183"/>
                  </a:lnTo>
                  <a:lnTo>
                    <a:pt x="506099" y="1317172"/>
                  </a:lnTo>
                  <a:lnTo>
                    <a:pt x="506102" y="1317158"/>
                  </a:lnTo>
                  <a:lnTo>
                    <a:pt x="506105" y="1317141"/>
                  </a:lnTo>
                  <a:lnTo>
                    <a:pt x="506105" y="1317136"/>
                  </a:lnTo>
                  <a:lnTo>
                    <a:pt x="506105" y="1317124"/>
                  </a:lnTo>
                  <a:lnTo>
                    <a:pt x="506104" y="1317078"/>
                  </a:lnTo>
                  <a:lnTo>
                    <a:pt x="506103" y="1317055"/>
                  </a:lnTo>
                  <a:lnTo>
                    <a:pt x="506102" y="1316986"/>
                  </a:lnTo>
                  <a:lnTo>
                    <a:pt x="506102" y="1316958"/>
                  </a:lnTo>
                  <a:lnTo>
                    <a:pt x="506100" y="1316895"/>
                  </a:lnTo>
                  <a:lnTo>
                    <a:pt x="506100" y="1316886"/>
                  </a:lnTo>
                  <a:lnTo>
                    <a:pt x="506099" y="1316867"/>
                  </a:lnTo>
                  <a:lnTo>
                    <a:pt x="506094" y="1316843"/>
                  </a:lnTo>
                  <a:lnTo>
                    <a:pt x="506093" y="1316837"/>
                  </a:lnTo>
                  <a:lnTo>
                    <a:pt x="506091" y="1316831"/>
                  </a:lnTo>
                  <a:lnTo>
                    <a:pt x="506084" y="1316810"/>
                  </a:lnTo>
                  <a:lnTo>
                    <a:pt x="506082" y="1316802"/>
                  </a:lnTo>
                  <a:lnTo>
                    <a:pt x="506075" y="1316786"/>
                  </a:lnTo>
                  <a:lnTo>
                    <a:pt x="506063" y="1316767"/>
                  </a:lnTo>
                  <a:lnTo>
                    <a:pt x="506053" y="1316754"/>
                  </a:lnTo>
                  <a:lnTo>
                    <a:pt x="506049" y="1316749"/>
                  </a:lnTo>
                  <a:lnTo>
                    <a:pt x="506045" y="1316745"/>
                  </a:lnTo>
                  <a:lnTo>
                    <a:pt x="506040" y="1316742"/>
                  </a:lnTo>
                  <a:lnTo>
                    <a:pt x="506033" y="1316737"/>
                  </a:lnTo>
                  <a:lnTo>
                    <a:pt x="506015" y="1316727"/>
                  </a:lnTo>
                  <a:lnTo>
                    <a:pt x="506004" y="1316720"/>
                  </a:lnTo>
                  <a:lnTo>
                    <a:pt x="505997" y="1316711"/>
                  </a:lnTo>
                  <a:lnTo>
                    <a:pt x="505995" y="1316696"/>
                  </a:lnTo>
                  <a:lnTo>
                    <a:pt x="505997" y="1316671"/>
                  </a:lnTo>
                  <a:lnTo>
                    <a:pt x="505998" y="1316650"/>
                  </a:lnTo>
                  <a:lnTo>
                    <a:pt x="506000" y="1316633"/>
                  </a:lnTo>
                  <a:lnTo>
                    <a:pt x="506003" y="1316611"/>
                  </a:lnTo>
                  <a:lnTo>
                    <a:pt x="506004" y="1316602"/>
                  </a:lnTo>
                  <a:lnTo>
                    <a:pt x="506004" y="1316592"/>
                  </a:lnTo>
                  <a:lnTo>
                    <a:pt x="506004" y="1316580"/>
                  </a:lnTo>
                  <a:lnTo>
                    <a:pt x="506004" y="1316558"/>
                  </a:lnTo>
                  <a:lnTo>
                    <a:pt x="506001" y="1316517"/>
                  </a:lnTo>
                  <a:lnTo>
                    <a:pt x="506000" y="1316507"/>
                  </a:lnTo>
                  <a:lnTo>
                    <a:pt x="505998" y="1316496"/>
                  </a:lnTo>
                  <a:lnTo>
                    <a:pt x="505992" y="1316465"/>
                  </a:lnTo>
                  <a:lnTo>
                    <a:pt x="505992" y="1316458"/>
                  </a:lnTo>
                  <a:lnTo>
                    <a:pt x="505987" y="1316422"/>
                  </a:lnTo>
                  <a:lnTo>
                    <a:pt x="505983" y="1316395"/>
                  </a:lnTo>
                  <a:lnTo>
                    <a:pt x="505984" y="1316372"/>
                  </a:lnTo>
                  <a:lnTo>
                    <a:pt x="505986" y="1316360"/>
                  </a:lnTo>
                  <a:lnTo>
                    <a:pt x="505988" y="1316349"/>
                  </a:lnTo>
                  <a:lnTo>
                    <a:pt x="505993" y="1316334"/>
                  </a:lnTo>
                  <a:lnTo>
                    <a:pt x="506009" y="1316294"/>
                  </a:lnTo>
                  <a:lnTo>
                    <a:pt x="506024" y="1316260"/>
                  </a:lnTo>
                  <a:lnTo>
                    <a:pt x="506032" y="1316241"/>
                  </a:lnTo>
                  <a:lnTo>
                    <a:pt x="506043" y="1316216"/>
                  </a:lnTo>
                  <a:lnTo>
                    <a:pt x="506050" y="1316199"/>
                  </a:lnTo>
                  <a:lnTo>
                    <a:pt x="506052" y="1316188"/>
                  </a:lnTo>
                  <a:lnTo>
                    <a:pt x="506053" y="1316177"/>
                  </a:lnTo>
                  <a:lnTo>
                    <a:pt x="506052" y="1316164"/>
                  </a:lnTo>
                  <a:lnTo>
                    <a:pt x="506048" y="1316147"/>
                  </a:lnTo>
                  <a:lnTo>
                    <a:pt x="506045" y="1316138"/>
                  </a:lnTo>
                  <a:lnTo>
                    <a:pt x="506036" y="1316118"/>
                  </a:lnTo>
                  <a:lnTo>
                    <a:pt x="506022" y="1316091"/>
                  </a:lnTo>
                  <a:lnTo>
                    <a:pt x="506004" y="1316057"/>
                  </a:lnTo>
                  <a:lnTo>
                    <a:pt x="505997" y="1316046"/>
                  </a:lnTo>
                  <a:lnTo>
                    <a:pt x="505983" y="1316020"/>
                  </a:lnTo>
                  <a:lnTo>
                    <a:pt x="505982" y="1316010"/>
                  </a:lnTo>
                  <a:lnTo>
                    <a:pt x="505986" y="1316004"/>
                  </a:lnTo>
                  <a:lnTo>
                    <a:pt x="505995" y="1315994"/>
                  </a:lnTo>
                  <a:lnTo>
                    <a:pt x="506006" y="1315984"/>
                  </a:lnTo>
                  <a:lnTo>
                    <a:pt x="506031" y="1315961"/>
                  </a:lnTo>
                  <a:lnTo>
                    <a:pt x="506039" y="1315954"/>
                  </a:lnTo>
                  <a:lnTo>
                    <a:pt x="506058" y="1315935"/>
                  </a:lnTo>
                  <a:lnTo>
                    <a:pt x="506067" y="1315926"/>
                  </a:lnTo>
                  <a:lnTo>
                    <a:pt x="506130" y="1315865"/>
                  </a:lnTo>
                  <a:lnTo>
                    <a:pt x="506150" y="1315846"/>
                  </a:lnTo>
                  <a:lnTo>
                    <a:pt x="506177" y="1315815"/>
                  </a:lnTo>
                  <a:lnTo>
                    <a:pt x="506212" y="1315770"/>
                  </a:lnTo>
                  <a:lnTo>
                    <a:pt x="506230" y="1315741"/>
                  </a:lnTo>
                  <a:lnTo>
                    <a:pt x="506237" y="1315729"/>
                  </a:lnTo>
                  <a:lnTo>
                    <a:pt x="506256" y="1315695"/>
                  </a:lnTo>
                  <a:lnTo>
                    <a:pt x="506259" y="1315689"/>
                  </a:lnTo>
                  <a:lnTo>
                    <a:pt x="506267" y="1315675"/>
                  </a:lnTo>
                  <a:lnTo>
                    <a:pt x="506283" y="1315643"/>
                  </a:lnTo>
                  <a:lnTo>
                    <a:pt x="506291" y="1315625"/>
                  </a:lnTo>
                  <a:lnTo>
                    <a:pt x="506311" y="1315582"/>
                  </a:lnTo>
                  <a:lnTo>
                    <a:pt x="506317" y="1315568"/>
                  </a:lnTo>
                  <a:lnTo>
                    <a:pt x="506321" y="1315561"/>
                  </a:lnTo>
                  <a:lnTo>
                    <a:pt x="506324" y="1315552"/>
                  </a:lnTo>
                  <a:lnTo>
                    <a:pt x="506332" y="1315536"/>
                  </a:lnTo>
                  <a:lnTo>
                    <a:pt x="506347" y="1315505"/>
                  </a:lnTo>
                  <a:lnTo>
                    <a:pt x="506357" y="1315490"/>
                  </a:lnTo>
                  <a:lnTo>
                    <a:pt x="506374" y="1315461"/>
                  </a:lnTo>
                  <a:lnTo>
                    <a:pt x="506392" y="1315429"/>
                  </a:lnTo>
                  <a:lnTo>
                    <a:pt x="506409" y="1315397"/>
                  </a:lnTo>
                  <a:lnTo>
                    <a:pt x="506418" y="1315381"/>
                  </a:lnTo>
                  <a:lnTo>
                    <a:pt x="506428" y="1315356"/>
                  </a:lnTo>
                  <a:lnTo>
                    <a:pt x="506438" y="1315324"/>
                  </a:lnTo>
                  <a:lnTo>
                    <a:pt x="506443" y="1315296"/>
                  </a:lnTo>
                  <a:lnTo>
                    <a:pt x="506443" y="1315283"/>
                  </a:lnTo>
                  <a:lnTo>
                    <a:pt x="506441" y="1315268"/>
                  </a:lnTo>
                  <a:lnTo>
                    <a:pt x="506436" y="1315254"/>
                  </a:lnTo>
                  <a:lnTo>
                    <a:pt x="506429" y="1315240"/>
                  </a:lnTo>
                  <a:lnTo>
                    <a:pt x="506420" y="1315225"/>
                  </a:lnTo>
                  <a:lnTo>
                    <a:pt x="506408" y="1315195"/>
                  </a:lnTo>
                  <a:lnTo>
                    <a:pt x="506404" y="1315180"/>
                  </a:lnTo>
                  <a:lnTo>
                    <a:pt x="506403" y="1315161"/>
                  </a:lnTo>
                  <a:lnTo>
                    <a:pt x="506402" y="1315137"/>
                  </a:lnTo>
                  <a:lnTo>
                    <a:pt x="506403" y="1315112"/>
                  </a:lnTo>
                  <a:lnTo>
                    <a:pt x="506405" y="1315103"/>
                  </a:lnTo>
                  <a:lnTo>
                    <a:pt x="506410" y="1315077"/>
                  </a:lnTo>
                  <a:lnTo>
                    <a:pt x="506417" y="1315055"/>
                  </a:lnTo>
                  <a:lnTo>
                    <a:pt x="506425" y="1315040"/>
                  </a:lnTo>
                  <a:lnTo>
                    <a:pt x="506433" y="1315028"/>
                  </a:lnTo>
                  <a:lnTo>
                    <a:pt x="506442" y="1315021"/>
                  </a:lnTo>
                  <a:lnTo>
                    <a:pt x="506451" y="1315019"/>
                  </a:lnTo>
                  <a:lnTo>
                    <a:pt x="506456" y="1315020"/>
                  </a:lnTo>
                  <a:lnTo>
                    <a:pt x="506464" y="1315023"/>
                  </a:lnTo>
                  <a:lnTo>
                    <a:pt x="506473" y="1315024"/>
                  </a:lnTo>
                  <a:lnTo>
                    <a:pt x="506481" y="1315024"/>
                  </a:lnTo>
                  <a:lnTo>
                    <a:pt x="506494" y="1315022"/>
                  </a:lnTo>
                  <a:lnTo>
                    <a:pt x="506503" y="1315019"/>
                  </a:lnTo>
                  <a:lnTo>
                    <a:pt x="506512" y="1315015"/>
                  </a:lnTo>
                  <a:lnTo>
                    <a:pt x="506525" y="1315008"/>
                  </a:lnTo>
                  <a:lnTo>
                    <a:pt x="506544" y="1314995"/>
                  </a:lnTo>
                  <a:lnTo>
                    <a:pt x="506552" y="1314986"/>
                  </a:lnTo>
                  <a:lnTo>
                    <a:pt x="506559" y="1314972"/>
                  </a:lnTo>
                  <a:lnTo>
                    <a:pt x="506563" y="1314960"/>
                  </a:lnTo>
                  <a:lnTo>
                    <a:pt x="506564" y="1314953"/>
                  </a:lnTo>
                  <a:lnTo>
                    <a:pt x="506566" y="1314940"/>
                  </a:lnTo>
                  <a:lnTo>
                    <a:pt x="506570" y="1314923"/>
                  </a:lnTo>
                  <a:lnTo>
                    <a:pt x="506573" y="1314915"/>
                  </a:lnTo>
                  <a:lnTo>
                    <a:pt x="506580" y="1314904"/>
                  </a:lnTo>
                  <a:lnTo>
                    <a:pt x="506589" y="1314890"/>
                  </a:lnTo>
                  <a:lnTo>
                    <a:pt x="506600" y="1314880"/>
                  </a:lnTo>
                  <a:lnTo>
                    <a:pt x="506616" y="1314868"/>
                  </a:lnTo>
                  <a:lnTo>
                    <a:pt x="506629" y="1314858"/>
                  </a:lnTo>
                  <a:lnTo>
                    <a:pt x="506643" y="1314847"/>
                  </a:lnTo>
                  <a:lnTo>
                    <a:pt x="506669" y="1314827"/>
                  </a:lnTo>
                  <a:lnTo>
                    <a:pt x="506679" y="1314817"/>
                  </a:lnTo>
                  <a:lnTo>
                    <a:pt x="506688" y="1314805"/>
                  </a:lnTo>
                  <a:lnTo>
                    <a:pt x="506695" y="1314791"/>
                  </a:lnTo>
                  <a:lnTo>
                    <a:pt x="506701" y="1314778"/>
                  </a:lnTo>
                  <a:lnTo>
                    <a:pt x="506705" y="1314758"/>
                  </a:lnTo>
                  <a:lnTo>
                    <a:pt x="506709" y="1314737"/>
                  </a:lnTo>
                  <a:lnTo>
                    <a:pt x="506710" y="1314719"/>
                  </a:lnTo>
                  <a:lnTo>
                    <a:pt x="506710" y="1314697"/>
                  </a:lnTo>
                  <a:lnTo>
                    <a:pt x="506710" y="1314677"/>
                  </a:lnTo>
                  <a:lnTo>
                    <a:pt x="506710" y="1314665"/>
                  </a:lnTo>
                  <a:lnTo>
                    <a:pt x="506709" y="1314658"/>
                  </a:lnTo>
                  <a:lnTo>
                    <a:pt x="506705" y="1314625"/>
                  </a:lnTo>
                  <a:lnTo>
                    <a:pt x="506704" y="1314617"/>
                  </a:lnTo>
                  <a:lnTo>
                    <a:pt x="506699" y="1314597"/>
                  </a:lnTo>
                  <a:lnTo>
                    <a:pt x="506696" y="1314576"/>
                  </a:lnTo>
                  <a:lnTo>
                    <a:pt x="506687" y="1314545"/>
                  </a:lnTo>
                  <a:lnTo>
                    <a:pt x="506685" y="1314537"/>
                  </a:lnTo>
                  <a:lnTo>
                    <a:pt x="506678" y="1314509"/>
                  </a:lnTo>
                  <a:lnTo>
                    <a:pt x="506665" y="1314448"/>
                  </a:lnTo>
                  <a:lnTo>
                    <a:pt x="506661" y="1314427"/>
                  </a:lnTo>
                  <a:lnTo>
                    <a:pt x="506654" y="1314396"/>
                  </a:lnTo>
                  <a:lnTo>
                    <a:pt x="506650" y="1314380"/>
                  </a:lnTo>
                  <a:lnTo>
                    <a:pt x="506646" y="1314367"/>
                  </a:lnTo>
                  <a:lnTo>
                    <a:pt x="506640" y="1314356"/>
                  </a:lnTo>
                  <a:lnTo>
                    <a:pt x="506631" y="1314336"/>
                  </a:lnTo>
                  <a:lnTo>
                    <a:pt x="506626" y="1314323"/>
                  </a:lnTo>
                  <a:lnTo>
                    <a:pt x="506624" y="1314311"/>
                  </a:lnTo>
                  <a:lnTo>
                    <a:pt x="506622" y="1314302"/>
                  </a:lnTo>
                  <a:lnTo>
                    <a:pt x="506622" y="1314293"/>
                  </a:lnTo>
                  <a:lnTo>
                    <a:pt x="506622" y="1314278"/>
                  </a:lnTo>
                  <a:lnTo>
                    <a:pt x="506623" y="1314259"/>
                  </a:lnTo>
                  <a:lnTo>
                    <a:pt x="506627" y="1314224"/>
                  </a:lnTo>
                  <a:lnTo>
                    <a:pt x="506631" y="1314188"/>
                  </a:lnTo>
                  <a:lnTo>
                    <a:pt x="506636" y="1314128"/>
                  </a:lnTo>
                  <a:lnTo>
                    <a:pt x="506637" y="1314095"/>
                  </a:lnTo>
                  <a:lnTo>
                    <a:pt x="506638" y="1314056"/>
                  </a:lnTo>
                  <a:lnTo>
                    <a:pt x="506640" y="1314017"/>
                  </a:lnTo>
                  <a:lnTo>
                    <a:pt x="506641" y="1313968"/>
                  </a:lnTo>
                  <a:lnTo>
                    <a:pt x="506643" y="1313910"/>
                  </a:lnTo>
                  <a:lnTo>
                    <a:pt x="506643" y="1313849"/>
                  </a:lnTo>
                  <a:lnTo>
                    <a:pt x="506643" y="1313833"/>
                  </a:lnTo>
                  <a:lnTo>
                    <a:pt x="506643" y="1313811"/>
                  </a:lnTo>
                  <a:lnTo>
                    <a:pt x="506643" y="1313789"/>
                  </a:lnTo>
                  <a:lnTo>
                    <a:pt x="506644" y="1313771"/>
                  </a:lnTo>
                  <a:lnTo>
                    <a:pt x="506646" y="1313756"/>
                  </a:lnTo>
                  <a:lnTo>
                    <a:pt x="506648" y="1313735"/>
                  </a:lnTo>
                  <a:lnTo>
                    <a:pt x="506651" y="1313717"/>
                  </a:lnTo>
                  <a:lnTo>
                    <a:pt x="506654" y="1313704"/>
                  </a:lnTo>
                  <a:lnTo>
                    <a:pt x="506659" y="1313691"/>
                  </a:lnTo>
                  <a:lnTo>
                    <a:pt x="506663" y="1313686"/>
                  </a:lnTo>
                  <a:lnTo>
                    <a:pt x="506666" y="1313681"/>
                  </a:lnTo>
                  <a:lnTo>
                    <a:pt x="506672" y="1313676"/>
                  </a:lnTo>
                  <a:lnTo>
                    <a:pt x="506678" y="1313671"/>
                  </a:lnTo>
                  <a:lnTo>
                    <a:pt x="506674" y="1313666"/>
                  </a:lnTo>
                  <a:lnTo>
                    <a:pt x="506666" y="1313664"/>
                  </a:lnTo>
                  <a:lnTo>
                    <a:pt x="506649" y="1313662"/>
                  </a:lnTo>
                  <a:lnTo>
                    <a:pt x="506604" y="1313658"/>
                  </a:lnTo>
                  <a:lnTo>
                    <a:pt x="506563" y="1313655"/>
                  </a:lnTo>
                  <a:lnTo>
                    <a:pt x="506532" y="1313651"/>
                  </a:lnTo>
                  <a:lnTo>
                    <a:pt x="506494" y="1313647"/>
                  </a:lnTo>
                  <a:lnTo>
                    <a:pt x="506464" y="1313642"/>
                  </a:lnTo>
                  <a:lnTo>
                    <a:pt x="506437" y="1313639"/>
                  </a:lnTo>
                  <a:lnTo>
                    <a:pt x="506397" y="1313635"/>
                  </a:lnTo>
                  <a:lnTo>
                    <a:pt x="506374" y="1313633"/>
                  </a:lnTo>
                  <a:lnTo>
                    <a:pt x="506321" y="1313628"/>
                  </a:lnTo>
                  <a:lnTo>
                    <a:pt x="506264" y="1313623"/>
                  </a:lnTo>
                  <a:lnTo>
                    <a:pt x="506235" y="1313619"/>
                  </a:lnTo>
                  <a:lnTo>
                    <a:pt x="506203" y="1313614"/>
                  </a:lnTo>
                  <a:lnTo>
                    <a:pt x="506169" y="1313606"/>
                  </a:lnTo>
                  <a:lnTo>
                    <a:pt x="506128" y="1313598"/>
                  </a:lnTo>
                  <a:lnTo>
                    <a:pt x="506100" y="1313593"/>
                  </a:lnTo>
                  <a:lnTo>
                    <a:pt x="506069" y="1313587"/>
                  </a:lnTo>
                  <a:lnTo>
                    <a:pt x="506049" y="1313582"/>
                  </a:lnTo>
                  <a:lnTo>
                    <a:pt x="506021" y="1313574"/>
                  </a:lnTo>
                  <a:lnTo>
                    <a:pt x="506004" y="1313569"/>
                  </a:lnTo>
                  <a:lnTo>
                    <a:pt x="505985" y="1313563"/>
                  </a:lnTo>
                  <a:lnTo>
                    <a:pt x="505964" y="1313554"/>
                  </a:lnTo>
                  <a:lnTo>
                    <a:pt x="505895" y="1313526"/>
                  </a:lnTo>
                  <a:lnTo>
                    <a:pt x="505873" y="1313517"/>
                  </a:lnTo>
                  <a:lnTo>
                    <a:pt x="505833" y="1313503"/>
                  </a:lnTo>
                  <a:lnTo>
                    <a:pt x="505770" y="1313482"/>
                  </a:lnTo>
                  <a:lnTo>
                    <a:pt x="505755" y="1313477"/>
                  </a:lnTo>
                  <a:lnTo>
                    <a:pt x="505747" y="1313474"/>
                  </a:lnTo>
                  <a:lnTo>
                    <a:pt x="505690" y="1313452"/>
                  </a:lnTo>
                  <a:lnTo>
                    <a:pt x="505638" y="1313431"/>
                  </a:lnTo>
                  <a:lnTo>
                    <a:pt x="505605" y="1313418"/>
                  </a:lnTo>
                  <a:lnTo>
                    <a:pt x="505540" y="1313395"/>
                  </a:lnTo>
                  <a:lnTo>
                    <a:pt x="505506" y="1313383"/>
                  </a:lnTo>
                  <a:lnTo>
                    <a:pt x="505489" y="1313375"/>
                  </a:lnTo>
                  <a:lnTo>
                    <a:pt x="505472" y="1313360"/>
                  </a:lnTo>
                  <a:lnTo>
                    <a:pt x="505460" y="1313348"/>
                  </a:lnTo>
                  <a:lnTo>
                    <a:pt x="505449" y="1313334"/>
                  </a:lnTo>
                  <a:lnTo>
                    <a:pt x="505441" y="1313322"/>
                  </a:lnTo>
                  <a:lnTo>
                    <a:pt x="505433" y="1313307"/>
                  </a:lnTo>
                  <a:lnTo>
                    <a:pt x="505417" y="1313269"/>
                  </a:lnTo>
                  <a:lnTo>
                    <a:pt x="505410" y="1313251"/>
                  </a:lnTo>
                  <a:lnTo>
                    <a:pt x="505404" y="1313234"/>
                  </a:lnTo>
                  <a:lnTo>
                    <a:pt x="505400" y="1313219"/>
                  </a:lnTo>
                  <a:lnTo>
                    <a:pt x="505397" y="1313203"/>
                  </a:lnTo>
                  <a:lnTo>
                    <a:pt x="505395" y="1313187"/>
                  </a:lnTo>
                  <a:lnTo>
                    <a:pt x="505394" y="1313179"/>
                  </a:lnTo>
                  <a:lnTo>
                    <a:pt x="505394" y="1313162"/>
                  </a:lnTo>
                  <a:lnTo>
                    <a:pt x="505394" y="1313140"/>
                  </a:lnTo>
                  <a:lnTo>
                    <a:pt x="505397" y="1313116"/>
                  </a:lnTo>
                  <a:lnTo>
                    <a:pt x="505397" y="1313109"/>
                  </a:lnTo>
                  <a:lnTo>
                    <a:pt x="505399" y="1313093"/>
                  </a:lnTo>
                  <a:lnTo>
                    <a:pt x="505400" y="1313084"/>
                  </a:lnTo>
                  <a:lnTo>
                    <a:pt x="505401" y="1313075"/>
                  </a:lnTo>
                  <a:lnTo>
                    <a:pt x="505402" y="1313068"/>
                  </a:lnTo>
                  <a:lnTo>
                    <a:pt x="505403" y="1313061"/>
                  </a:lnTo>
                  <a:lnTo>
                    <a:pt x="505405" y="1313050"/>
                  </a:lnTo>
                  <a:lnTo>
                    <a:pt x="505405" y="1313042"/>
                  </a:lnTo>
                  <a:lnTo>
                    <a:pt x="505406" y="1313033"/>
                  </a:lnTo>
                  <a:lnTo>
                    <a:pt x="505406" y="1313027"/>
                  </a:lnTo>
                  <a:lnTo>
                    <a:pt x="505407" y="1313021"/>
                  </a:lnTo>
                  <a:lnTo>
                    <a:pt x="505406" y="1313014"/>
                  </a:lnTo>
                  <a:lnTo>
                    <a:pt x="505404" y="1313002"/>
                  </a:lnTo>
                  <a:lnTo>
                    <a:pt x="505404" y="1312996"/>
                  </a:lnTo>
                  <a:lnTo>
                    <a:pt x="505399" y="1312970"/>
                  </a:lnTo>
                  <a:lnTo>
                    <a:pt x="505393" y="1312948"/>
                  </a:lnTo>
                  <a:lnTo>
                    <a:pt x="505386" y="1312927"/>
                  </a:lnTo>
                  <a:lnTo>
                    <a:pt x="505379" y="1312906"/>
                  </a:lnTo>
                  <a:lnTo>
                    <a:pt x="505375" y="1312897"/>
                  </a:lnTo>
                  <a:lnTo>
                    <a:pt x="505374" y="1312892"/>
                  </a:lnTo>
                  <a:lnTo>
                    <a:pt x="505367" y="1312875"/>
                  </a:lnTo>
                  <a:lnTo>
                    <a:pt x="505360" y="1312859"/>
                  </a:lnTo>
                  <a:lnTo>
                    <a:pt x="505347" y="1312829"/>
                  </a:lnTo>
                  <a:lnTo>
                    <a:pt x="505341" y="1312814"/>
                  </a:lnTo>
                  <a:lnTo>
                    <a:pt x="505340" y="1312801"/>
                  </a:lnTo>
                  <a:lnTo>
                    <a:pt x="505338" y="1312784"/>
                  </a:lnTo>
                  <a:lnTo>
                    <a:pt x="505338" y="1312770"/>
                  </a:lnTo>
                  <a:lnTo>
                    <a:pt x="505340" y="1312760"/>
                  </a:lnTo>
                  <a:lnTo>
                    <a:pt x="505343" y="1312746"/>
                  </a:lnTo>
                  <a:lnTo>
                    <a:pt x="505350" y="1312729"/>
                  </a:lnTo>
                  <a:lnTo>
                    <a:pt x="505366" y="1312695"/>
                  </a:lnTo>
                  <a:lnTo>
                    <a:pt x="505388" y="1312645"/>
                  </a:lnTo>
                  <a:lnTo>
                    <a:pt x="505394" y="1312626"/>
                  </a:lnTo>
                  <a:lnTo>
                    <a:pt x="505396" y="1312610"/>
                  </a:lnTo>
                  <a:lnTo>
                    <a:pt x="505395" y="1312587"/>
                  </a:lnTo>
                  <a:lnTo>
                    <a:pt x="505393" y="1312573"/>
                  </a:lnTo>
                  <a:lnTo>
                    <a:pt x="505393" y="1312567"/>
                  </a:lnTo>
                  <a:lnTo>
                    <a:pt x="505391" y="1312543"/>
                  </a:lnTo>
                  <a:lnTo>
                    <a:pt x="505385" y="1312514"/>
                  </a:lnTo>
                  <a:lnTo>
                    <a:pt x="505380" y="1312488"/>
                  </a:lnTo>
                  <a:lnTo>
                    <a:pt x="505375" y="1312465"/>
                  </a:lnTo>
                  <a:lnTo>
                    <a:pt x="505371" y="1312442"/>
                  </a:lnTo>
                  <a:lnTo>
                    <a:pt x="505370" y="1312429"/>
                  </a:lnTo>
                  <a:lnTo>
                    <a:pt x="505370" y="1312420"/>
                  </a:lnTo>
                  <a:lnTo>
                    <a:pt x="505369" y="1312412"/>
                  </a:lnTo>
                  <a:lnTo>
                    <a:pt x="505369" y="1312403"/>
                  </a:lnTo>
                  <a:lnTo>
                    <a:pt x="505369" y="1312384"/>
                  </a:lnTo>
                  <a:lnTo>
                    <a:pt x="505370" y="1312355"/>
                  </a:lnTo>
                  <a:lnTo>
                    <a:pt x="505371" y="1312328"/>
                  </a:lnTo>
                  <a:lnTo>
                    <a:pt x="505369" y="1312305"/>
                  </a:lnTo>
                  <a:lnTo>
                    <a:pt x="505365" y="1312289"/>
                  </a:lnTo>
                  <a:lnTo>
                    <a:pt x="505359" y="1312273"/>
                  </a:lnTo>
                  <a:lnTo>
                    <a:pt x="505353" y="1312262"/>
                  </a:lnTo>
                  <a:lnTo>
                    <a:pt x="505344" y="1312245"/>
                  </a:lnTo>
                  <a:lnTo>
                    <a:pt x="505337" y="1312235"/>
                  </a:lnTo>
                  <a:lnTo>
                    <a:pt x="505325" y="1312218"/>
                  </a:lnTo>
                  <a:lnTo>
                    <a:pt x="505311" y="1312199"/>
                  </a:lnTo>
                  <a:lnTo>
                    <a:pt x="505301" y="1312188"/>
                  </a:lnTo>
                  <a:lnTo>
                    <a:pt x="505297" y="1312181"/>
                  </a:lnTo>
                  <a:lnTo>
                    <a:pt x="505291" y="1312173"/>
                  </a:lnTo>
                  <a:lnTo>
                    <a:pt x="505283" y="1312157"/>
                  </a:lnTo>
                  <a:lnTo>
                    <a:pt x="505271" y="1312137"/>
                  </a:lnTo>
                  <a:lnTo>
                    <a:pt x="505265" y="1312124"/>
                  </a:lnTo>
                  <a:lnTo>
                    <a:pt x="505258" y="1312108"/>
                  </a:lnTo>
                  <a:lnTo>
                    <a:pt x="505254" y="1312095"/>
                  </a:lnTo>
                  <a:lnTo>
                    <a:pt x="505252" y="1312084"/>
                  </a:lnTo>
                  <a:lnTo>
                    <a:pt x="505250" y="1312072"/>
                  </a:lnTo>
                  <a:lnTo>
                    <a:pt x="505247" y="1312060"/>
                  </a:lnTo>
                  <a:lnTo>
                    <a:pt x="505241" y="1312047"/>
                  </a:lnTo>
                  <a:lnTo>
                    <a:pt x="505236" y="1312038"/>
                  </a:lnTo>
                  <a:lnTo>
                    <a:pt x="505227" y="1312029"/>
                  </a:lnTo>
                  <a:lnTo>
                    <a:pt x="505203" y="1312008"/>
                  </a:lnTo>
                  <a:lnTo>
                    <a:pt x="505156" y="1311964"/>
                  </a:lnTo>
                  <a:lnTo>
                    <a:pt x="505113" y="1311923"/>
                  </a:lnTo>
                  <a:lnTo>
                    <a:pt x="505102" y="1311911"/>
                  </a:lnTo>
                  <a:lnTo>
                    <a:pt x="505096" y="1311899"/>
                  </a:lnTo>
                  <a:lnTo>
                    <a:pt x="505091" y="1311891"/>
                  </a:lnTo>
                  <a:lnTo>
                    <a:pt x="505088" y="1311882"/>
                  </a:lnTo>
                  <a:lnTo>
                    <a:pt x="505086" y="1311872"/>
                  </a:lnTo>
                  <a:lnTo>
                    <a:pt x="505085" y="1311859"/>
                  </a:lnTo>
                  <a:lnTo>
                    <a:pt x="505081" y="1311808"/>
                  </a:lnTo>
                  <a:lnTo>
                    <a:pt x="505079" y="1311777"/>
                  </a:lnTo>
                  <a:lnTo>
                    <a:pt x="505074" y="1311743"/>
                  </a:lnTo>
                  <a:lnTo>
                    <a:pt x="505067" y="1311710"/>
                  </a:lnTo>
                  <a:lnTo>
                    <a:pt x="505059" y="1311676"/>
                  </a:lnTo>
                  <a:lnTo>
                    <a:pt x="505051" y="1311641"/>
                  </a:lnTo>
                  <a:lnTo>
                    <a:pt x="505039" y="1311603"/>
                  </a:lnTo>
                  <a:lnTo>
                    <a:pt x="505031" y="1311579"/>
                  </a:lnTo>
                  <a:lnTo>
                    <a:pt x="505019" y="1311549"/>
                  </a:lnTo>
                  <a:lnTo>
                    <a:pt x="505015" y="1311529"/>
                  </a:lnTo>
                  <a:lnTo>
                    <a:pt x="505016" y="1311518"/>
                  </a:lnTo>
                  <a:lnTo>
                    <a:pt x="505017" y="1311509"/>
                  </a:lnTo>
                  <a:lnTo>
                    <a:pt x="505020" y="1311502"/>
                  </a:lnTo>
                  <a:lnTo>
                    <a:pt x="505028" y="1311488"/>
                  </a:lnTo>
                  <a:lnTo>
                    <a:pt x="505048" y="1311463"/>
                  </a:lnTo>
                  <a:lnTo>
                    <a:pt x="505057" y="1311450"/>
                  </a:lnTo>
                  <a:lnTo>
                    <a:pt x="505069" y="1311430"/>
                  </a:lnTo>
                  <a:lnTo>
                    <a:pt x="505074" y="1311416"/>
                  </a:lnTo>
                  <a:lnTo>
                    <a:pt x="505077" y="1311399"/>
                  </a:lnTo>
                  <a:lnTo>
                    <a:pt x="505079" y="1311387"/>
                  </a:lnTo>
                  <a:lnTo>
                    <a:pt x="505084" y="1311367"/>
                  </a:lnTo>
                  <a:lnTo>
                    <a:pt x="505098" y="1311320"/>
                  </a:lnTo>
                  <a:lnTo>
                    <a:pt x="505115" y="1311274"/>
                  </a:lnTo>
                  <a:lnTo>
                    <a:pt x="505146" y="1311177"/>
                  </a:lnTo>
                  <a:lnTo>
                    <a:pt x="505148" y="1311167"/>
                  </a:lnTo>
                  <a:lnTo>
                    <a:pt x="505161" y="1311126"/>
                  </a:lnTo>
                  <a:lnTo>
                    <a:pt x="505164" y="1311108"/>
                  </a:lnTo>
                  <a:lnTo>
                    <a:pt x="505164" y="1311096"/>
                  </a:lnTo>
                  <a:lnTo>
                    <a:pt x="505162" y="1311090"/>
                  </a:lnTo>
                  <a:lnTo>
                    <a:pt x="505156" y="1311084"/>
                  </a:lnTo>
                  <a:lnTo>
                    <a:pt x="505146" y="1311077"/>
                  </a:lnTo>
                  <a:lnTo>
                    <a:pt x="505130" y="1311065"/>
                  </a:lnTo>
                  <a:lnTo>
                    <a:pt x="505114" y="1311049"/>
                  </a:lnTo>
                  <a:lnTo>
                    <a:pt x="505098" y="1311033"/>
                  </a:lnTo>
                  <a:lnTo>
                    <a:pt x="505077" y="1311012"/>
                  </a:lnTo>
                  <a:lnTo>
                    <a:pt x="505064" y="1310997"/>
                  </a:lnTo>
                  <a:lnTo>
                    <a:pt x="505057" y="1310986"/>
                  </a:lnTo>
                  <a:lnTo>
                    <a:pt x="505055" y="1310977"/>
                  </a:lnTo>
                  <a:lnTo>
                    <a:pt x="505054" y="1310968"/>
                  </a:lnTo>
                  <a:lnTo>
                    <a:pt x="505054" y="1310957"/>
                  </a:lnTo>
                  <a:lnTo>
                    <a:pt x="505055" y="1310942"/>
                  </a:lnTo>
                  <a:lnTo>
                    <a:pt x="505056" y="1310924"/>
                  </a:lnTo>
                  <a:lnTo>
                    <a:pt x="505058" y="1310896"/>
                  </a:lnTo>
                  <a:lnTo>
                    <a:pt x="505061" y="1310878"/>
                  </a:lnTo>
                  <a:lnTo>
                    <a:pt x="505063" y="1310850"/>
                  </a:lnTo>
                  <a:lnTo>
                    <a:pt x="505063" y="1310826"/>
                  </a:lnTo>
                  <a:lnTo>
                    <a:pt x="505059" y="1310807"/>
                  </a:lnTo>
                  <a:lnTo>
                    <a:pt x="505052" y="1310792"/>
                  </a:lnTo>
                  <a:lnTo>
                    <a:pt x="505039" y="1310774"/>
                  </a:lnTo>
                  <a:lnTo>
                    <a:pt x="505028" y="1310762"/>
                  </a:lnTo>
                  <a:lnTo>
                    <a:pt x="505016" y="1310754"/>
                  </a:lnTo>
                  <a:lnTo>
                    <a:pt x="504983" y="1310734"/>
                  </a:lnTo>
                  <a:lnTo>
                    <a:pt x="504963" y="1310720"/>
                  </a:lnTo>
                  <a:lnTo>
                    <a:pt x="504957" y="1310711"/>
                  </a:lnTo>
                  <a:lnTo>
                    <a:pt x="504954" y="1310698"/>
                  </a:lnTo>
                  <a:lnTo>
                    <a:pt x="504951" y="1310682"/>
                  </a:lnTo>
                  <a:lnTo>
                    <a:pt x="504947" y="1310658"/>
                  </a:lnTo>
                  <a:lnTo>
                    <a:pt x="504941" y="1310632"/>
                  </a:lnTo>
                  <a:lnTo>
                    <a:pt x="504933" y="1310606"/>
                  </a:lnTo>
                  <a:lnTo>
                    <a:pt x="504925" y="1310582"/>
                  </a:lnTo>
                  <a:lnTo>
                    <a:pt x="504915" y="1310561"/>
                  </a:lnTo>
                  <a:lnTo>
                    <a:pt x="504904" y="1310539"/>
                  </a:lnTo>
                  <a:lnTo>
                    <a:pt x="504890" y="1310515"/>
                  </a:lnTo>
                  <a:lnTo>
                    <a:pt x="504883" y="1310503"/>
                  </a:lnTo>
                  <a:lnTo>
                    <a:pt x="504864" y="1310440"/>
                  </a:lnTo>
                  <a:lnTo>
                    <a:pt x="504845" y="1310391"/>
                  </a:lnTo>
                  <a:lnTo>
                    <a:pt x="504844" y="1310386"/>
                  </a:lnTo>
                  <a:lnTo>
                    <a:pt x="504864" y="1310368"/>
                  </a:lnTo>
                  <a:lnTo>
                    <a:pt x="504910" y="1310328"/>
                  </a:lnTo>
                  <a:lnTo>
                    <a:pt x="504928" y="1310310"/>
                  </a:lnTo>
                  <a:lnTo>
                    <a:pt x="504984" y="1310260"/>
                  </a:lnTo>
                  <a:lnTo>
                    <a:pt x="504989" y="1310256"/>
                  </a:lnTo>
                  <a:lnTo>
                    <a:pt x="504994" y="1310251"/>
                  </a:lnTo>
                  <a:lnTo>
                    <a:pt x="504999" y="1310243"/>
                  </a:lnTo>
                  <a:lnTo>
                    <a:pt x="505010" y="1310228"/>
                  </a:lnTo>
                  <a:lnTo>
                    <a:pt x="505027" y="1310202"/>
                  </a:lnTo>
                  <a:lnTo>
                    <a:pt x="505040" y="1310179"/>
                  </a:lnTo>
                  <a:lnTo>
                    <a:pt x="505043" y="1310166"/>
                  </a:lnTo>
                  <a:lnTo>
                    <a:pt x="505046" y="1310154"/>
                  </a:lnTo>
                  <a:lnTo>
                    <a:pt x="505047" y="1310147"/>
                  </a:lnTo>
                  <a:lnTo>
                    <a:pt x="505048" y="1310140"/>
                  </a:lnTo>
                  <a:lnTo>
                    <a:pt x="505049" y="1310121"/>
                  </a:lnTo>
                  <a:lnTo>
                    <a:pt x="505048" y="1310116"/>
                  </a:lnTo>
                  <a:lnTo>
                    <a:pt x="505043" y="1310108"/>
                  </a:lnTo>
                  <a:lnTo>
                    <a:pt x="505038" y="1310101"/>
                  </a:lnTo>
                  <a:lnTo>
                    <a:pt x="505034" y="1310095"/>
                  </a:lnTo>
                  <a:lnTo>
                    <a:pt x="505030" y="1310089"/>
                  </a:lnTo>
                  <a:lnTo>
                    <a:pt x="505020" y="1310075"/>
                  </a:lnTo>
                  <a:lnTo>
                    <a:pt x="505014" y="1310063"/>
                  </a:lnTo>
                  <a:lnTo>
                    <a:pt x="505009" y="1310056"/>
                  </a:lnTo>
                  <a:lnTo>
                    <a:pt x="505006" y="1310049"/>
                  </a:lnTo>
                  <a:lnTo>
                    <a:pt x="505002" y="1310044"/>
                  </a:lnTo>
                  <a:lnTo>
                    <a:pt x="504997" y="1310039"/>
                  </a:lnTo>
                  <a:lnTo>
                    <a:pt x="504990" y="1310032"/>
                  </a:lnTo>
                  <a:lnTo>
                    <a:pt x="504986" y="1310028"/>
                  </a:lnTo>
                  <a:lnTo>
                    <a:pt x="504982" y="1310024"/>
                  </a:lnTo>
                  <a:lnTo>
                    <a:pt x="504973" y="1310013"/>
                  </a:lnTo>
                  <a:lnTo>
                    <a:pt x="504963" y="1310001"/>
                  </a:lnTo>
                  <a:lnTo>
                    <a:pt x="504956" y="1309991"/>
                  </a:lnTo>
                  <a:lnTo>
                    <a:pt x="504950" y="1309982"/>
                  </a:lnTo>
                  <a:lnTo>
                    <a:pt x="504943" y="1309971"/>
                  </a:lnTo>
                  <a:lnTo>
                    <a:pt x="504931" y="1309954"/>
                  </a:lnTo>
                  <a:lnTo>
                    <a:pt x="504929" y="1309949"/>
                  </a:lnTo>
                  <a:lnTo>
                    <a:pt x="504922" y="1309933"/>
                  </a:lnTo>
                  <a:lnTo>
                    <a:pt x="504918" y="1309924"/>
                  </a:lnTo>
                  <a:lnTo>
                    <a:pt x="504919" y="1309917"/>
                  </a:lnTo>
                  <a:lnTo>
                    <a:pt x="504929" y="1309905"/>
                  </a:lnTo>
                  <a:lnTo>
                    <a:pt x="504949" y="1309873"/>
                  </a:lnTo>
                  <a:lnTo>
                    <a:pt x="504967" y="1309844"/>
                  </a:lnTo>
                  <a:lnTo>
                    <a:pt x="504971" y="1309837"/>
                  </a:lnTo>
                  <a:lnTo>
                    <a:pt x="504976" y="1309831"/>
                  </a:lnTo>
                  <a:lnTo>
                    <a:pt x="504985" y="1309819"/>
                  </a:lnTo>
                  <a:lnTo>
                    <a:pt x="504995" y="1309805"/>
                  </a:lnTo>
                  <a:lnTo>
                    <a:pt x="505008" y="1309791"/>
                  </a:lnTo>
                  <a:lnTo>
                    <a:pt x="505019" y="1309778"/>
                  </a:lnTo>
                  <a:lnTo>
                    <a:pt x="505030" y="1309765"/>
                  </a:lnTo>
                  <a:lnTo>
                    <a:pt x="505040" y="1309752"/>
                  </a:lnTo>
                  <a:lnTo>
                    <a:pt x="505044" y="1309745"/>
                  </a:lnTo>
                  <a:lnTo>
                    <a:pt x="505053" y="1309732"/>
                  </a:lnTo>
                  <a:lnTo>
                    <a:pt x="505065" y="1309714"/>
                  </a:lnTo>
                  <a:lnTo>
                    <a:pt x="505069" y="1309708"/>
                  </a:lnTo>
                  <a:lnTo>
                    <a:pt x="505073" y="1309702"/>
                  </a:lnTo>
                  <a:lnTo>
                    <a:pt x="505081" y="1309692"/>
                  </a:lnTo>
                  <a:lnTo>
                    <a:pt x="505097" y="1309671"/>
                  </a:lnTo>
                  <a:lnTo>
                    <a:pt x="505121" y="1309640"/>
                  </a:lnTo>
                  <a:lnTo>
                    <a:pt x="505134" y="1309625"/>
                  </a:lnTo>
                  <a:lnTo>
                    <a:pt x="505141" y="1309616"/>
                  </a:lnTo>
                  <a:lnTo>
                    <a:pt x="505149" y="1309608"/>
                  </a:lnTo>
                  <a:lnTo>
                    <a:pt x="505159" y="1309598"/>
                  </a:lnTo>
                  <a:lnTo>
                    <a:pt x="505163" y="1309595"/>
                  </a:lnTo>
                  <a:lnTo>
                    <a:pt x="505168" y="1309593"/>
                  </a:lnTo>
                  <a:lnTo>
                    <a:pt x="505175" y="1309594"/>
                  </a:lnTo>
                  <a:lnTo>
                    <a:pt x="505180" y="1309595"/>
                  </a:lnTo>
                  <a:lnTo>
                    <a:pt x="505188" y="1309595"/>
                  </a:lnTo>
                  <a:lnTo>
                    <a:pt x="505201" y="1309595"/>
                  </a:lnTo>
                  <a:lnTo>
                    <a:pt x="505207" y="1309595"/>
                  </a:lnTo>
                  <a:lnTo>
                    <a:pt x="505214" y="1309594"/>
                  </a:lnTo>
                  <a:lnTo>
                    <a:pt x="505220" y="1309594"/>
                  </a:lnTo>
                  <a:lnTo>
                    <a:pt x="505250" y="1309593"/>
                  </a:lnTo>
                  <a:lnTo>
                    <a:pt x="505277" y="1309590"/>
                  </a:lnTo>
                  <a:lnTo>
                    <a:pt x="505285" y="1309588"/>
                  </a:lnTo>
                  <a:lnTo>
                    <a:pt x="505306" y="1309578"/>
                  </a:lnTo>
                  <a:lnTo>
                    <a:pt x="505313" y="1309573"/>
                  </a:lnTo>
                  <a:lnTo>
                    <a:pt x="505319" y="1309568"/>
                  </a:lnTo>
                  <a:lnTo>
                    <a:pt x="505325" y="1309563"/>
                  </a:lnTo>
                  <a:lnTo>
                    <a:pt x="505342" y="1309549"/>
                  </a:lnTo>
                  <a:lnTo>
                    <a:pt x="505349" y="1309542"/>
                  </a:lnTo>
                  <a:lnTo>
                    <a:pt x="505360" y="1309532"/>
                  </a:lnTo>
                  <a:lnTo>
                    <a:pt x="505372" y="1309521"/>
                  </a:lnTo>
                  <a:lnTo>
                    <a:pt x="505399" y="1309493"/>
                  </a:lnTo>
                  <a:lnTo>
                    <a:pt x="505425" y="1309466"/>
                  </a:lnTo>
                  <a:lnTo>
                    <a:pt x="505435" y="1309455"/>
                  </a:lnTo>
                  <a:lnTo>
                    <a:pt x="505441" y="1309447"/>
                  </a:lnTo>
                  <a:lnTo>
                    <a:pt x="505445" y="1309441"/>
                  </a:lnTo>
                  <a:lnTo>
                    <a:pt x="505454" y="1309427"/>
                  </a:lnTo>
                  <a:lnTo>
                    <a:pt x="505470" y="1309399"/>
                  </a:lnTo>
                  <a:lnTo>
                    <a:pt x="505479" y="1309385"/>
                  </a:lnTo>
                  <a:lnTo>
                    <a:pt x="505485" y="1309376"/>
                  </a:lnTo>
                  <a:lnTo>
                    <a:pt x="505489" y="1309372"/>
                  </a:lnTo>
                  <a:lnTo>
                    <a:pt x="505497" y="1309364"/>
                  </a:lnTo>
                  <a:lnTo>
                    <a:pt x="505509" y="1309352"/>
                  </a:lnTo>
                  <a:lnTo>
                    <a:pt x="505522" y="1309336"/>
                  </a:lnTo>
                  <a:lnTo>
                    <a:pt x="505534" y="1309314"/>
                  </a:lnTo>
                  <a:lnTo>
                    <a:pt x="505539" y="1309302"/>
                  </a:lnTo>
                  <a:lnTo>
                    <a:pt x="505546" y="1309285"/>
                  </a:lnTo>
                  <a:lnTo>
                    <a:pt x="505549" y="1309268"/>
                  </a:lnTo>
                  <a:lnTo>
                    <a:pt x="505551" y="1309251"/>
                  </a:lnTo>
                  <a:lnTo>
                    <a:pt x="505553" y="1309233"/>
                  </a:lnTo>
                  <a:lnTo>
                    <a:pt x="505554" y="1309223"/>
                  </a:lnTo>
                  <a:lnTo>
                    <a:pt x="505568" y="1309223"/>
                  </a:lnTo>
                  <a:lnTo>
                    <a:pt x="505574" y="1309223"/>
                  </a:lnTo>
                  <a:lnTo>
                    <a:pt x="505583" y="1309223"/>
                  </a:lnTo>
                  <a:lnTo>
                    <a:pt x="505591" y="1309222"/>
                  </a:lnTo>
                  <a:lnTo>
                    <a:pt x="505599" y="1309221"/>
                  </a:lnTo>
                  <a:lnTo>
                    <a:pt x="505606" y="1309220"/>
                  </a:lnTo>
                  <a:lnTo>
                    <a:pt x="505613" y="1309218"/>
                  </a:lnTo>
                  <a:lnTo>
                    <a:pt x="505621" y="1309215"/>
                  </a:lnTo>
                  <a:lnTo>
                    <a:pt x="505654" y="1309203"/>
                  </a:lnTo>
                  <a:lnTo>
                    <a:pt x="505671" y="1309196"/>
                  </a:lnTo>
                  <a:lnTo>
                    <a:pt x="505740" y="1309172"/>
                  </a:lnTo>
                  <a:lnTo>
                    <a:pt x="505748" y="1309171"/>
                  </a:lnTo>
                  <a:lnTo>
                    <a:pt x="505758" y="1309170"/>
                  </a:lnTo>
                  <a:lnTo>
                    <a:pt x="505766" y="1309173"/>
                  </a:lnTo>
                  <a:lnTo>
                    <a:pt x="505774" y="1309179"/>
                  </a:lnTo>
                  <a:lnTo>
                    <a:pt x="505787" y="1309185"/>
                  </a:lnTo>
                  <a:lnTo>
                    <a:pt x="505805" y="1309196"/>
                  </a:lnTo>
                  <a:lnTo>
                    <a:pt x="505817" y="1309202"/>
                  </a:lnTo>
                  <a:lnTo>
                    <a:pt x="505829" y="1309208"/>
                  </a:lnTo>
                  <a:lnTo>
                    <a:pt x="505865" y="1309223"/>
                  </a:lnTo>
                  <a:lnTo>
                    <a:pt x="505894" y="1309236"/>
                  </a:lnTo>
                  <a:lnTo>
                    <a:pt x="505911" y="1309243"/>
                  </a:lnTo>
                  <a:lnTo>
                    <a:pt x="505927" y="1309251"/>
                  </a:lnTo>
                  <a:lnTo>
                    <a:pt x="505939" y="1309256"/>
                  </a:lnTo>
                  <a:lnTo>
                    <a:pt x="505957" y="1309266"/>
                  </a:lnTo>
                  <a:lnTo>
                    <a:pt x="505963" y="1309269"/>
                  </a:lnTo>
                  <a:lnTo>
                    <a:pt x="505968" y="1309271"/>
                  </a:lnTo>
                  <a:lnTo>
                    <a:pt x="505976" y="1309274"/>
                  </a:lnTo>
                  <a:lnTo>
                    <a:pt x="505982" y="1309276"/>
                  </a:lnTo>
                  <a:lnTo>
                    <a:pt x="505990" y="1309280"/>
                  </a:lnTo>
                  <a:lnTo>
                    <a:pt x="506007" y="1309287"/>
                  </a:lnTo>
                  <a:lnTo>
                    <a:pt x="506016" y="1309290"/>
                  </a:lnTo>
                  <a:lnTo>
                    <a:pt x="506029" y="1309294"/>
                  </a:lnTo>
                  <a:lnTo>
                    <a:pt x="506035" y="1309294"/>
                  </a:lnTo>
                  <a:lnTo>
                    <a:pt x="506046" y="1309293"/>
                  </a:lnTo>
                  <a:lnTo>
                    <a:pt x="506057" y="1309290"/>
                  </a:lnTo>
                  <a:lnTo>
                    <a:pt x="506065" y="1309286"/>
                  </a:lnTo>
                  <a:lnTo>
                    <a:pt x="506078" y="1309278"/>
                  </a:lnTo>
                  <a:lnTo>
                    <a:pt x="506087" y="1309272"/>
                  </a:lnTo>
                  <a:lnTo>
                    <a:pt x="506100" y="1309265"/>
                  </a:lnTo>
                  <a:lnTo>
                    <a:pt x="506116" y="1309257"/>
                  </a:lnTo>
                  <a:lnTo>
                    <a:pt x="506131" y="1309247"/>
                  </a:lnTo>
                  <a:lnTo>
                    <a:pt x="506150" y="1309235"/>
                  </a:lnTo>
                  <a:lnTo>
                    <a:pt x="506159" y="1309229"/>
                  </a:lnTo>
                  <a:lnTo>
                    <a:pt x="506175" y="1309217"/>
                  </a:lnTo>
                  <a:lnTo>
                    <a:pt x="506184" y="1309203"/>
                  </a:lnTo>
                  <a:lnTo>
                    <a:pt x="506187" y="1309194"/>
                  </a:lnTo>
                  <a:lnTo>
                    <a:pt x="506189" y="1309187"/>
                  </a:lnTo>
                  <a:lnTo>
                    <a:pt x="506192" y="1309180"/>
                  </a:lnTo>
                  <a:lnTo>
                    <a:pt x="506194" y="1309168"/>
                  </a:lnTo>
                  <a:lnTo>
                    <a:pt x="506197" y="1309160"/>
                  </a:lnTo>
                  <a:lnTo>
                    <a:pt x="506199" y="1309155"/>
                  </a:lnTo>
                  <a:lnTo>
                    <a:pt x="506203" y="1309147"/>
                  </a:lnTo>
                  <a:lnTo>
                    <a:pt x="506208" y="1309138"/>
                  </a:lnTo>
                  <a:lnTo>
                    <a:pt x="506212" y="1309130"/>
                  </a:lnTo>
                  <a:lnTo>
                    <a:pt x="506218" y="1309122"/>
                  </a:lnTo>
                  <a:lnTo>
                    <a:pt x="506222" y="1309117"/>
                  </a:lnTo>
                  <a:lnTo>
                    <a:pt x="506228" y="1309110"/>
                  </a:lnTo>
                  <a:lnTo>
                    <a:pt x="506235" y="1309102"/>
                  </a:lnTo>
                  <a:lnTo>
                    <a:pt x="506240" y="1309097"/>
                  </a:lnTo>
                  <a:lnTo>
                    <a:pt x="506245" y="1309090"/>
                  </a:lnTo>
                  <a:lnTo>
                    <a:pt x="506257" y="1309078"/>
                  </a:lnTo>
                  <a:lnTo>
                    <a:pt x="506265" y="1309069"/>
                  </a:lnTo>
                  <a:lnTo>
                    <a:pt x="506324" y="1309029"/>
                  </a:lnTo>
                  <a:lnTo>
                    <a:pt x="506342" y="1309014"/>
                  </a:lnTo>
                  <a:lnTo>
                    <a:pt x="506378" y="1308985"/>
                  </a:lnTo>
                  <a:lnTo>
                    <a:pt x="506395" y="1308973"/>
                  </a:lnTo>
                  <a:lnTo>
                    <a:pt x="506404" y="1308967"/>
                  </a:lnTo>
                  <a:lnTo>
                    <a:pt x="506411" y="1308962"/>
                  </a:lnTo>
                  <a:lnTo>
                    <a:pt x="506477" y="1308918"/>
                  </a:lnTo>
                  <a:lnTo>
                    <a:pt x="506511" y="1308901"/>
                  </a:lnTo>
                  <a:lnTo>
                    <a:pt x="506521" y="1308896"/>
                  </a:lnTo>
                  <a:lnTo>
                    <a:pt x="506543" y="1308887"/>
                  </a:lnTo>
                  <a:lnTo>
                    <a:pt x="506559" y="1308882"/>
                  </a:lnTo>
                  <a:lnTo>
                    <a:pt x="506577" y="1308875"/>
                  </a:lnTo>
                  <a:lnTo>
                    <a:pt x="506615" y="1308868"/>
                  </a:lnTo>
                  <a:lnTo>
                    <a:pt x="506626" y="1308863"/>
                  </a:lnTo>
                  <a:lnTo>
                    <a:pt x="506622" y="1308847"/>
                  </a:lnTo>
                  <a:lnTo>
                    <a:pt x="506620" y="1308836"/>
                  </a:lnTo>
                  <a:lnTo>
                    <a:pt x="506619" y="1308823"/>
                  </a:lnTo>
                  <a:lnTo>
                    <a:pt x="506618" y="1308804"/>
                  </a:lnTo>
                  <a:lnTo>
                    <a:pt x="506618" y="1308794"/>
                  </a:lnTo>
                  <a:lnTo>
                    <a:pt x="506616" y="1308772"/>
                  </a:lnTo>
                  <a:lnTo>
                    <a:pt x="506614" y="1308760"/>
                  </a:lnTo>
                  <a:lnTo>
                    <a:pt x="506614" y="1308754"/>
                  </a:lnTo>
                  <a:lnTo>
                    <a:pt x="506612" y="1308738"/>
                  </a:lnTo>
                  <a:lnTo>
                    <a:pt x="506611" y="1308730"/>
                  </a:lnTo>
                  <a:lnTo>
                    <a:pt x="506607" y="1308693"/>
                  </a:lnTo>
                  <a:lnTo>
                    <a:pt x="506606" y="1308680"/>
                  </a:lnTo>
                  <a:lnTo>
                    <a:pt x="506602" y="1308651"/>
                  </a:lnTo>
                  <a:lnTo>
                    <a:pt x="506598" y="1308624"/>
                  </a:lnTo>
                  <a:lnTo>
                    <a:pt x="506596" y="1308610"/>
                  </a:lnTo>
                  <a:lnTo>
                    <a:pt x="506593" y="1308597"/>
                  </a:lnTo>
                  <a:lnTo>
                    <a:pt x="506590" y="1308586"/>
                  </a:lnTo>
                  <a:lnTo>
                    <a:pt x="506588" y="1308581"/>
                  </a:lnTo>
                  <a:lnTo>
                    <a:pt x="506585" y="1308573"/>
                  </a:lnTo>
                  <a:lnTo>
                    <a:pt x="506580" y="1308564"/>
                  </a:lnTo>
                  <a:lnTo>
                    <a:pt x="506573" y="1308552"/>
                  </a:lnTo>
                  <a:lnTo>
                    <a:pt x="506559" y="1308532"/>
                  </a:lnTo>
                  <a:lnTo>
                    <a:pt x="506540" y="1308509"/>
                  </a:lnTo>
                  <a:lnTo>
                    <a:pt x="506529" y="1308492"/>
                  </a:lnTo>
                  <a:lnTo>
                    <a:pt x="506529" y="1308483"/>
                  </a:lnTo>
                  <a:lnTo>
                    <a:pt x="506532" y="1308475"/>
                  </a:lnTo>
                  <a:lnTo>
                    <a:pt x="506535" y="1308464"/>
                  </a:lnTo>
                  <a:lnTo>
                    <a:pt x="506539" y="1308451"/>
                  </a:lnTo>
                  <a:lnTo>
                    <a:pt x="506546" y="1308429"/>
                  </a:lnTo>
                  <a:lnTo>
                    <a:pt x="506552" y="1308404"/>
                  </a:lnTo>
                  <a:lnTo>
                    <a:pt x="506555" y="1308386"/>
                  </a:lnTo>
                  <a:lnTo>
                    <a:pt x="506558" y="1308365"/>
                  </a:lnTo>
                  <a:lnTo>
                    <a:pt x="506558" y="1308359"/>
                  </a:lnTo>
                  <a:lnTo>
                    <a:pt x="506559" y="1308342"/>
                  </a:lnTo>
                  <a:lnTo>
                    <a:pt x="506558" y="1308330"/>
                  </a:lnTo>
                  <a:lnTo>
                    <a:pt x="506556" y="1308305"/>
                  </a:lnTo>
                  <a:lnTo>
                    <a:pt x="506555" y="1308295"/>
                  </a:lnTo>
                  <a:lnTo>
                    <a:pt x="506554" y="1308284"/>
                  </a:lnTo>
                  <a:lnTo>
                    <a:pt x="506552" y="1308264"/>
                  </a:lnTo>
                  <a:lnTo>
                    <a:pt x="506548" y="1308235"/>
                  </a:lnTo>
                  <a:lnTo>
                    <a:pt x="506547" y="1308219"/>
                  </a:lnTo>
                  <a:lnTo>
                    <a:pt x="506544" y="1308188"/>
                  </a:lnTo>
                  <a:lnTo>
                    <a:pt x="506546" y="1308131"/>
                  </a:lnTo>
                  <a:lnTo>
                    <a:pt x="506547" y="1308123"/>
                  </a:lnTo>
                  <a:lnTo>
                    <a:pt x="506548" y="1308098"/>
                  </a:lnTo>
                  <a:lnTo>
                    <a:pt x="506548" y="1308091"/>
                  </a:lnTo>
                  <a:lnTo>
                    <a:pt x="506548" y="1308079"/>
                  </a:lnTo>
                  <a:lnTo>
                    <a:pt x="506549" y="1308069"/>
                  </a:lnTo>
                  <a:lnTo>
                    <a:pt x="506548" y="1308036"/>
                  </a:lnTo>
                  <a:lnTo>
                    <a:pt x="506552" y="1308011"/>
                  </a:lnTo>
                  <a:lnTo>
                    <a:pt x="506559" y="1307997"/>
                  </a:lnTo>
                  <a:lnTo>
                    <a:pt x="506566" y="1307986"/>
                  </a:lnTo>
                  <a:lnTo>
                    <a:pt x="506591" y="1307943"/>
                  </a:lnTo>
                  <a:lnTo>
                    <a:pt x="506603" y="1307916"/>
                  </a:lnTo>
                  <a:lnTo>
                    <a:pt x="506608" y="1307906"/>
                  </a:lnTo>
                  <a:lnTo>
                    <a:pt x="506623" y="1307878"/>
                  </a:lnTo>
                  <a:lnTo>
                    <a:pt x="506627" y="1307871"/>
                  </a:lnTo>
                  <a:lnTo>
                    <a:pt x="506633" y="1307862"/>
                  </a:lnTo>
                  <a:lnTo>
                    <a:pt x="506662" y="1307820"/>
                  </a:lnTo>
                  <a:lnTo>
                    <a:pt x="506693" y="1307773"/>
                  </a:lnTo>
                  <a:lnTo>
                    <a:pt x="506698" y="1307766"/>
                  </a:lnTo>
                  <a:lnTo>
                    <a:pt x="506703" y="1307756"/>
                  </a:lnTo>
                  <a:lnTo>
                    <a:pt x="506711" y="1307741"/>
                  </a:lnTo>
                  <a:lnTo>
                    <a:pt x="506736" y="1307698"/>
                  </a:lnTo>
                  <a:lnTo>
                    <a:pt x="506741" y="1307691"/>
                  </a:lnTo>
                  <a:lnTo>
                    <a:pt x="506747" y="1307681"/>
                  </a:lnTo>
                  <a:lnTo>
                    <a:pt x="506753" y="1307674"/>
                  </a:lnTo>
                  <a:lnTo>
                    <a:pt x="506757" y="1307670"/>
                  </a:lnTo>
                  <a:lnTo>
                    <a:pt x="506761" y="1307667"/>
                  </a:lnTo>
                  <a:lnTo>
                    <a:pt x="506789" y="1307646"/>
                  </a:lnTo>
                  <a:lnTo>
                    <a:pt x="506788" y="1307639"/>
                  </a:lnTo>
                  <a:lnTo>
                    <a:pt x="506783" y="1307629"/>
                  </a:lnTo>
                  <a:lnTo>
                    <a:pt x="506777" y="1307618"/>
                  </a:lnTo>
                  <a:lnTo>
                    <a:pt x="506774" y="1307612"/>
                  </a:lnTo>
                  <a:lnTo>
                    <a:pt x="506766" y="1307603"/>
                  </a:lnTo>
                  <a:lnTo>
                    <a:pt x="506754" y="1307586"/>
                  </a:lnTo>
                  <a:lnTo>
                    <a:pt x="506744" y="1307572"/>
                  </a:lnTo>
                  <a:lnTo>
                    <a:pt x="506737" y="1307563"/>
                  </a:lnTo>
                  <a:lnTo>
                    <a:pt x="506734" y="1307558"/>
                  </a:lnTo>
                  <a:lnTo>
                    <a:pt x="506729" y="1307549"/>
                  </a:lnTo>
                  <a:lnTo>
                    <a:pt x="506723" y="1307536"/>
                  </a:lnTo>
                  <a:lnTo>
                    <a:pt x="506716" y="1307512"/>
                  </a:lnTo>
                  <a:lnTo>
                    <a:pt x="506712" y="1307498"/>
                  </a:lnTo>
                  <a:lnTo>
                    <a:pt x="506709" y="1307489"/>
                  </a:lnTo>
                  <a:lnTo>
                    <a:pt x="506687" y="1307428"/>
                  </a:lnTo>
                  <a:lnTo>
                    <a:pt x="506684" y="1307422"/>
                  </a:lnTo>
                  <a:lnTo>
                    <a:pt x="506681" y="1307417"/>
                  </a:lnTo>
                  <a:lnTo>
                    <a:pt x="506678" y="1307413"/>
                  </a:lnTo>
                  <a:lnTo>
                    <a:pt x="506670" y="1307407"/>
                  </a:lnTo>
                  <a:lnTo>
                    <a:pt x="506662" y="1307402"/>
                  </a:lnTo>
                  <a:lnTo>
                    <a:pt x="506656" y="1307399"/>
                  </a:lnTo>
                  <a:lnTo>
                    <a:pt x="506638" y="1307395"/>
                  </a:lnTo>
                  <a:lnTo>
                    <a:pt x="506618" y="1307390"/>
                  </a:lnTo>
                  <a:lnTo>
                    <a:pt x="506532" y="1307369"/>
                  </a:lnTo>
                  <a:lnTo>
                    <a:pt x="506507" y="1307361"/>
                  </a:lnTo>
                  <a:lnTo>
                    <a:pt x="506502" y="1307359"/>
                  </a:lnTo>
                  <a:lnTo>
                    <a:pt x="506489" y="1307352"/>
                  </a:lnTo>
                  <a:lnTo>
                    <a:pt x="506462" y="1307339"/>
                  </a:lnTo>
                  <a:lnTo>
                    <a:pt x="506451" y="1307333"/>
                  </a:lnTo>
                  <a:lnTo>
                    <a:pt x="506443" y="1307328"/>
                  </a:lnTo>
                  <a:lnTo>
                    <a:pt x="506437" y="1307323"/>
                  </a:lnTo>
                  <a:lnTo>
                    <a:pt x="506432" y="1307318"/>
                  </a:lnTo>
                  <a:lnTo>
                    <a:pt x="506427" y="1307313"/>
                  </a:lnTo>
                  <a:lnTo>
                    <a:pt x="506424" y="1307304"/>
                  </a:lnTo>
                  <a:lnTo>
                    <a:pt x="506423" y="1307285"/>
                  </a:lnTo>
                  <a:lnTo>
                    <a:pt x="506421" y="1307273"/>
                  </a:lnTo>
                  <a:lnTo>
                    <a:pt x="506420" y="1307265"/>
                  </a:lnTo>
                  <a:lnTo>
                    <a:pt x="506417" y="1307255"/>
                  </a:lnTo>
                  <a:lnTo>
                    <a:pt x="506414" y="1307246"/>
                  </a:lnTo>
                  <a:lnTo>
                    <a:pt x="506410" y="1307243"/>
                  </a:lnTo>
                  <a:lnTo>
                    <a:pt x="506400" y="1307237"/>
                  </a:lnTo>
                  <a:lnTo>
                    <a:pt x="506391" y="1307234"/>
                  </a:lnTo>
                  <a:lnTo>
                    <a:pt x="506371" y="1307226"/>
                  </a:lnTo>
                  <a:lnTo>
                    <a:pt x="506363" y="1307224"/>
                  </a:lnTo>
                  <a:lnTo>
                    <a:pt x="506346" y="1307219"/>
                  </a:lnTo>
                  <a:lnTo>
                    <a:pt x="506327" y="1307214"/>
                  </a:lnTo>
                  <a:lnTo>
                    <a:pt x="506320" y="1307213"/>
                  </a:lnTo>
                  <a:lnTo>
                    <a:pt x="506313" y="1307212"/>
                  </a:lnTo>
                  <a:lnTo>
                    <a:pt x="506297" y="1307210"/>
                  </a:lnTo>
                  <a:lnTo>
                    <a:pt x="506284" y="1307209"/>
                  </a:lnTo>
                  <a:lnTo>
                    <a:pt x="506261" y="1307207"/>
                  </a:lnTo>
                  <a:lnTo>
                    <a:pt x="506245" y="1307206"/>
                  </a:lnTo>
                  <a:lnTo>
                    <a:pt x="506227" y="1307205"/>
                  </a:lnTo>
                  <a:lnTo>
                    <a:pt x="506219" y="1307205"/>
                  </a:lnTo>
                  <a:lnTo>
                    <a:pt x="506192" y="1307211"/>
                  </a:lnTo>
                  <a:lnTo>
                    <a:pt x="506180" y="1307215"/>
                  </a:lnTo>
                  <a:lnTo>
                    <a:pt x="506157" y="1307224"/>
                  </a:lnTo>
                  <a:lnTo>
                    <a:pt x="506136" y="1307234"/>
                  </a:lnTo>
                  <a:lnTo>
                    <a:pt x="506114" y="1307248"/>
                  </a:lnTo>
                  <a:lnTo>
                    <a:pt x="506078" y="1307273"/>
                  </a:lnTo>
                  <a:lnTo>
                    <a:pt x="506056" y="1307286"/>
                  </a:lnTo>
                  <a:lnTo>
                    <a:pt x="506042" y="1307295"/>
                  </a:lnTo>
                  <a:lnTo>
                    <a:pt x="506027" y="1307302"/>
                  </a:lnTo>
                  <a:lnTo>
                    <a:pt x="506003" y="1307314"/>
                  </a:lnTo>
                  <a:lnTo>
                    <a:pt x="505986" y="1307322"/>
                  </a:lnTo>
                  <a:lnTo>
                    <a:pt x="505962" y="1307328"/>
                  </a:lnTo>
                  <a:lnTo>
                    <a:pt x="505927" y="1307336"/>
                  </a:lnTo>
                  <a:lnTo>
                    <a:pt x="505879" y="1307346"/>
                  </a:lnTo>
                  <a:lnTo>
                    <a:pt x="505865" y="1307347"/>
                  </a:lnTo>
                  <a:lnTo>
                    <a:pt x="505857" y="1307347"/>
                  </a:lnTo>
                  <a:lnTo>
                    <a:pt x="505843" y="1307347"/>
                  </a:lnTo>
                  <a:lnTo>
                    <a:pt x="505836" y="1307348"/>
                  </a:lnTo>
                  <a:lnTo>
                    <a:pt x="505828" y="1307354"/>
                  </a:lnTo>
                  <a:lnTo>
                    <a:pt x="505818" y="1307367"/>
                  </a:lnTo>
                  <a:lnTo>
                    <a:pt x="505767" y="1307449"/>
                  </a:lnTo>
                  <a:lnTo>
                    <a:pt x="505755" y="1307463"/>
                  </a:lnTo>
                  <a:lnTo>
                    <a:pt x="505741" y="1307481"/>
                  </a:lnTo>
                  <a:lnTo>
                    <a:pt x="505731" y="1307491"/>
                  </a:lnTo>
                  <a:lnTo>
                    <a:pt x="505720" y="1307505"/>
                  </a:lnTo>
                  <a:lnTo>
                    <a:pt x="505713" y="1307514"/>
                  </a:lnTo>
                  <a:lnTo>
                    <a:pt x="505701" y="1307528"/>
                  </a:lnTo>
                  <a:lnTo>
                    <a:pt x="505695" y="1307537"/>
                  </a:lnTo>
                  <a:lnTo>
                    <a:pt x="505689" y="1307546"/>
                  </a:lnTo>
                  <a:lnTo>
                    <a:pt x="505684" y="1307553"/>
                  </a:lnTo>
                  <a:lnTo>
                    <a:pt x="505679" y="1307560"/>
                  </a:lnTo>
                  <a:lnTo>
                    <a:pt x="505666" y="1307571"/>
                  </a:lnTo>
                  <a:lnTo>
                    <a:pt x="505655" y="1307578"/>
                  </a:lnTo>
                  <a:lnTo>
                    <a:pt x="505647" y="1307581"/>
                  </a:lnTo>
                  <a:lnTo>
                    <a:pt x="505636" y="1307581"/>
                  </a:lnTo>
                  <a:lnTo>
                    <a:pt x="505629" y="1307580"/>
                  </a:lnTo>
                  <a:lnTo>
                    <a:pt x="505615" y="1307578"/>
                  </a:lnTo>
                  <a:lnTo>
                    <a:pt x="505583" y="1307574"/>
                  </a:lnTo>
                  <a:lnTo>
                    <a:pt x="505577" y="1307574"/>
                  </a:lnTo>
                  <a:lnTo>
                    <a:pt x="505566" y="1307573"/>
                  </a:lnTo>
                  <a:lnTo>
                    <a:pt x="505560" y="1307572"/>
                  </a:lnTo>
                  <a:lnTo>
                    <a:pt x="505544" y="1307569"/>
                  </a:lnTo>
                  <a:lnTo>
                    <a:pt x="505535" y="1307567"/>
                  </a:lnTo>
                  <a:lnTo>
                    <a:pt x="505528" y="1307565"/>
                  </a:lnTo>
                  <a:lnTo>
                    <a:pt x="505521" y="1307561"/>
                  </a:lnTo>
                  <a:lnTo>
                    <a:pt x="505515" y="1307559"/>
                  </a:lnTo>
                  <a:lnTo>
                    <a:pt x="505480" y="1307537"/>
                  </a:lnTo>
                  <a:lnTo>
                    <a:pt x="505472" y="1307535"/>
                  </a:lnTo>
                  <a:lnTo>
                    <a:pt x="505426" y="1307526"/>
                  </a:lnTo>
                  <a:lnTo>
                    <a:pt x="505397" y="1307520"/>
                  </a:lnTo>
                  <a:lnTo>
                    <a:pt x="505390" y="1307520"/>
                  </a:lnTo>
                  <a:lnTo>
                    <a:pt x="505382" y="1307518"/>
                  </a:lnTo>
                  <a:lnTo>
                    <a:pt x="505366" y="1307515"/>
                  </a:lnTo>
                  <a:lnTo>
                    <a:pt x="505360" y="1307512"/>
                  </a:lnTo>
                  <a:lnTo>
                    <a:pt x="505350" y="1307504"/>
                  </a:lnTo>
                  <a:lnTo>
                    <a:pt x="505346" y="1307500"/>
                  </a:lnTo>
                  <a:lnTo>
                    <a:pt x="505328" y="1307484"/>
                  </a:lnTo>
                  <a:lnTo>
                    <a:pt x="505319" y="1307477"/>
                  </a:lnTo>
                  <a:lnTo>
                    <a:pt x="505313" y="1307474"/>
                  </a:lnTo>
                  <a:lnTo>
                    <a:pt x="505303" y="1307467"/>
                  </a:lnTo>
                  <a:lnTo>
                    <a:pt x="505298" y="1307462"/>
                  </a:lnTo>
                  <a:lnTo>
                    <a:pt x="505239" y="1307414"/>
                  </a:lnTo>
                  <a:lnTo>
                    <a:pt x="505206" y="1307398"/>
                  </a:lnTo>
                  <a:lnTo>
                    <a:pt x="505199" y="1307395"/>
                  </a:lnTo>
                  <a:lnTo>
                    <a:pt x="505191" y="1307393"/>
                  </a:lnTo>
                  <a:lnTo>
                    <a:pt x="505089" y="1307371"/>
                  </a:lnTo>
                  <a:lnTo>
                    <a:pt x="505078" y="1307371"/>
                  </a:lnTo>
                  <a:lnTo>
                    <a:pt x="505065" y="1307371"/>
                  </a:lnTo>
                  <a:lnTo>
                    <a:pt x="505056" y="1307371"/>
                  </a:lnTo>
                  <a:lnTo>
                    <a:pt x="505037" y="1307371"/>
                  </a:lnTo>
                  <a:lnTo>
                    <a:pt x="505025" y="1307370"/>
                  </a:lnTo>
                  <a:lnTo>
                    <a:pt x="505014" y="1307370"/>
                  </a:lnTo>
                  <a:lnTo>
                    <a:pt x="505005" y="1307370"/>
                  </a:lnTo>
                  <a:lnTo>
                    <a:pt x="504978" y="1307370"/>
                  </a:lnTo>
                  <a:lnTo>
                    <a:pt x="504947" y="1307370"/>
                  </a:lnTo>
                  <a:lnTo>
                    <a:pt x="504940" y="1307371"/>
                  </a:lnTo>
                  <a:lnTo>
                    <a:pt x="504935" y="1307370"/>
                  </a:lnTo>
                  <a:lnTo>
                    <a:pt x="504928" y="1307371"/>
                  </a:lnTo>
                  <a:lnTo>
                    <a:pt x="504911" y="1307373"/>
                  </a:lnTo>
                  <a:lnTo>
                    <a:pt x="504893" y="1307375"/>
                  </a:lnTo>
                  <a:lnTo>
                    <a:pt x="504877" y="1307375"/>
                  </a:lnTo>
                  <a:lnTo>
                    <a:pt x="504860" y="1307376"/>
                  </a:lnTo>
                  <a:lnTo>
                    <a:pt x="504851" y="1307376"/>
                  </a:lnTo>
                  <a:lnTo>
                    <a:pt x="504842" y="1307377"/>
                  </a:lnTo>
                  <a:lnTo>
                    <a:pt x="504828" y="1307377"/>
                  </a:lnTo>
                  <a:lnTo>
                    <a:pt x="504809" y="1307376"/>
                  </a:lnTo>
                  <a:lnTo>
                    <a:pt x="504642" y="1307375"/>
                  </a:lnTo>
                  <a:lnTo>
                    <a:pt x="504567" y="1307378"/>
                  </a:lnTo>
                  <a:lnTo>
                    <a:pt x="504468" y="1307383"/>
                  </a:lnTo>
                  <a:lnTo>
                    <a:pt x="504366" y="1307387"/>
                  </a:lnTo>
                  <a:lnTo>
                    <a:pt x="504352" y="1307391"/>
                  </a:lnTo>
                  <a:lnTo>
                    <a:pt x="504325" y="1307408"/>
                  </a:lnTo>
                  <a:lnTo>
                    <a:pt x="504307" y="1307423"/>
                  </a:lnTo>
                  <a:lnTo>
                    <a:pt x="504280" y="1307449"/>
                  </a:lnTo>
                  <a:lnTo>
                    <a:pt x="504257" y="1307466"/>
                  </a:lnTo>
                  <a:lnTo>
                    <a:pt x="504244" y="1307474"/>
                  </a:lnTo>
                  <a:lnTo>
                    <a:pt x="504213" y="1307487"/>
                  </a:lnTo>
                  <a:lnTo>
                    <a:pt x="504146" y="1307511"/>
                  </a:lnTo>
                  <a:lnTo>
                    <a:pt x="504112" y="1307527"/>
                  </a:lnTo>
                  <a:lnTo>
                    <a:pt x="504067" y="1307548"/>
                  </a:lnTo>
                  <a:lnTo>
                    <a:pt x="504019" y="1307571"/>
                  </a:lnTo>
                  <a:lnTo>
                    <a:pt x="503977" y="1307591"/>
                  </a:lnTo>
                  <a:lnTo>
                    <a:pt x="503944" y="1307614"/>
                  </a:lnTo>
                  <a:lnTo>
                    <a:pt x="503894" y="1307646"/>
                  </a:lnTo>
                  <a:lnTo>
                    <a:pt x="503885" y="1307650"/>
                  </a:lnTo>
                  <a:lnTo>
                    <a:pt x="503876" y="1307652"/>
                  </a:lnTo>
                  <a:lnTo>
                    <a:pt x="503868" y="1307650"/>
                  </a:lnTo>
                  <a:lnTo>
                    <a:pt x="503860" y="1307648"/>
                  </a:lnTo>
                  <a:lnTo>
                    <a:pt x="503790" y="1307582"/>
                  </a:lnTo>
                  <a:lnTo>
                    <a:pt x="503736" y="1307541"/>
                  </a:lnTo>
                  <a:lnTo>
                    <a:pt x="503668" y="1307511"/>
                  </a:lnTo>
                  <a:lnTo>
                    <a:pt x="503588" y="1307478"/>
                  </a:lnTo>
                  <a:lnTo>
                    <a:pt x="503545" y="1307463"/>
                  </a:lnTo>
                  <a:lnTo>
                    <a:pt x="503526" y="1307450"/>
                  </a:lnTo>
                  <a:lnTo>
                    <a:pt x="503503" y="1307426"/>
                  </a:lnTo>
                  <a:lnTo>
                    <a:pt x="503479" y="1307398"/>
                  </a:lnTo>
                  <a:lnTo>
                    <a:pt x="503456" y="1307377"/>
                  </a:lnTo>
                  <a:lnTo>
                    <a:pt x="503428" y="1307358"/>
                  </a:lnTo>
                  <a:lnTo>
                    <a:pt x="503411" y="1307350"/>
                  </a:lnTo>
                  <a:lnTo>
                    <a:pt x="503294" y="1307305"/>
                  </a:lnTo>
                  <a:lnTo>
                    <a:pt x="503244" y="1307288"/>
                  </a:lnTo>
                  <a:lnTo>
                    <a:pt x="503201" y="1307274"/>
                  </a:lnTo>
                  <a:lnTo>
                    <a:pt x="503142" y="1307257"/>
                  </a:lnTo>
                  <a:lnTo>
                    <a:pt x="503051" y="1307233"/>
                  </a:lnTo>
                  <a:lnTo>
                    <a:pt x="502999" y="1307219"/>
                  </a:lnTo>
                  <a:lnTo>
                    <a:pt x="502951" y="1307205"/>
                  </a:lnTo>
                  <a:lnTo>
                    <a:pt x="502937" y="1307201"/>
                  </a:lnTo>
                  <a:lnTo>
                    <a:pt x="502916" y="1307194"/>
                  </a:lnTo>
                  <a:lnTo>
                    <a:pt x="502879" y="1307174"/>
                  </a:lnTo>
                  <a:lnTo>
                    <a:pt x="502859" y="1307159"/>
                  </a:lnTo>
                  <a:lnTo>
                    <a:pt x="502835" y="1307144"/>
                  </a:lnTo>
                  <a:lnTo>
                    <a:pt x="502822" y="1307142"/>
                  </a:lnTo>
                  <a:lnTo>
                    <a:pt x="502809" y="1307148"/>
                  </a:lnTo>
                  <a:lnTo>
                    <a:pt x="502702" y="1307216"/>
                  </a:lnTo>
                  <a:lnTo>
                    <a:pt x="502677" y="1307225"/>
                  </a:lnTo>
                  <a:lnTo>
                    <a:pt x="502666" y="1307224"/>
                  </a:lnTo>
                  <a:lnTo>
                    <a:pt x="502654" y="1307214"/>
                  </a:lnTo>
                  <a:lnTo>
                    <a:pt x="502556" y="1307110"/>
                  </a:lnTo>
                  <a:lnTo>
                    <a:pt x="502500" y="1307052"/>
                  </a:lnTo>
                  <a:lnTo>
                    <a:pt x="502494" y="1307038"/>
                  </a:lnTo>
                  <a:lnTo>
                    <a:pt x="502493" y="1307028"/>
                  </a:lnTo>
                  <a:lnTo>
                    <a:pt x="502498" y="1307000"/>
                  </a:lnTo>
                  <a:lnTo>
                    <a:pt x="502503" y="1306986"/>
                  </a:lnTo>
                  <a:lnTo>
                    <a:pt x="502523" y="1306952"/>
                  </a:lnTo>
                  <a:lnTo>
                    <a:pt x="502553" y="1306893"/>
                  </a:lnTo>
                  <a:lnTo>
                    <a:pt x="502568" y="1306859"/>
                  </a:lnTo>
                  <a:lnTo>
                    <a:pt x="502576" y="1306842"/>
                  </a:lnTo>
                  <a:lnTo>
                    <a:pt x="502578" y="1306823"/>
                  </a:lnTo>
                  <a:lnTo>
                    <a:pt x="502576" y="1306816"/>
                  </a:lnTo>
                  <a:lnTo>
                    <a:pt x="502572" y="1306810"/>
                  </a:lnTo>
                  <a:lnTo>
                    <a:pt x="502566" y="1306804"/>
                  </a:lnTo>
                  <a:lnTo>
                    <a:pt x="502529" y="1306778"/>
                  </a:lnTo>
                  <a:lnTo>
                    <a:pt x="502490" y="1306743"/>
                  </a:lnTo>
                  <a:lnTo>
                    <a:pt x="502481" y="1306732"/>
                  </a:lnTo>
                  <a:lnTo>
                    <a:pt x="502476" y="1306724"/>
                  </a:lnTo>
                  <a:lnTo>
                    <a:pt x="502477" y="1306717"/>
                  </a:lnTo>
                  <a:lnTo>
                    <a:pt x="502493" y="1306691"/>
                  </a:lnTo>
                  <a:lnTo>
                    <a:pt x="502552" y="1306612"/>
                  </a:lnTo>
                  <a:lnTo>
                    <a:pt x="502611" y="1306518"/>
                  </a:lnTo>
                  <a:lnTo>
                    <a:pt x="502625" y="1306489"/>
                  </a:lnTo>
                  <a:lnTo>
                    <a:pt x="502629" y="1306461"/>
                  </a:lnTo>
                  <a:lnTo>
                    <a:pt x="502625" y="1306436"/>
                  </a:lnTo>
                  <a:lnTo>
                    <a:pt x="502616" y="1306418"/>
                  </a:lnTo>
                  <a:lnTo>
                    <a:pt x="502598" y="1306400"/>
                  </a:lnTo>
                  <a:lnTo>
                    <a:pt x="502537" y="1306335"/>
                  </a:lnTo>
                  <a:lnTo>
                    <a:pt x="502507" y="1306281"/>
                  </a:lnTo>
                  <a:lnTo>
                    <a:pt x="502497" y="1306258"/>
                  </a:lnTo>
                  <a:lnTo>
                    <a:pt x="502495" y="1306241"/>
                  </a:lnTo>
                  <a:lnTo>
                    <a:pt x="502496" y="1306228"/>
                  </a:lnTo>
                  <a:lnTo>
                    <a:pt x="502501" y="1306219"/>
                  </a:lnTo>
                  <a:lnTo>
                    <a:pt x="502567" y="1306185"/>
                  </a:lnTo>
                  <a:lnTo>
                    <a:pt x="502614" y="1306159"/>
                  </a:lnTo>
                  <a:lnTo>
                    <a:pt x="502662" y="1306142"/>
                  </a:lnTo>
                  <a:lnTo>
                    <a:pt x="502701" y="1306129"/>
                  </a:lnTo>
                  <a:lnTo>
                    <a:pt x="502747" y="1306110"/>
                  </a:lnTo>
                  <a:lnTo>
                    <a:pt x="502752" y="1306107"/>
                  </a:lnTo>
                  <a:lnTo>
                    <a:pt x="502787" y="1306088"/>
                  </a:lnTo>
                  <a:lnTo>
                    <a:pt x="502800" y="1306079"/>
                  </a:lnTo>
                  <a:lnTo>
                    <a:pt x="502823" y="1306064"/>
                  </a:lnTo>
                  <a:lnTo>
                    <a:pt x="502837" y="1306047"/>
                  </a:lnTo>
                  <a:lnTo>
                    <a:pt x="502853" y="1306022"/>
                  </a:lnTo>
                  <a:lnTo>
                    <a:pt x="502855" y="1306009"/>
                  </a:lnTo>
                  <a:lnTo>
                    <a:pt x="502843" y="1305979"/>
                  </a:lnTo>
                  <a:lnTo>
                    <a:pt x="502839" y="1305955"/>
                  </a:lnTo>
                  <a:lnTo>
                    <a:pt x="502841" y="1305945"/>
                  </a:lnTo>
                  <a:lnTo>
                    <a:pt x="502866" y="1305907"/>
                  </a:lnTo>
                  <a:lnTo>
                    <a:pt x="502880" y="1305882"/>
                  </a:lnTo>
                  <a:lnTo>
                    <a:pt x="502897" y="1305854"/>
                  </a:lnTo>
                  <a:lnTo>
                    <a:pt x="502913" y="1305831"/>
                  </a:lnTo>
                  <a:lnTo>
                    <a:pt x="502921" y="1305812"/>
                  </a:lnTo>
                  <a:lnTo>
                    <a:pt x="502942" y="1305773"/>
                  </a:lnTo>
                  <a:lnTo>
                    <a:pt x="502952" y="1305747"/>
                  </a:lnTo>
                  <a:lnTo>
                    <a:pt x="502955" y="1305729"/>
                  </a:lnTo>
                  <a:lnTo>
                    <a:pt x="502956" y="1305709"/>
                  </a:lnTo>
                  <a:lnTo>
                    <a:pt x="502955" y="1305689"/>
                  </a:lnTo>
                  <a:lnTo>
                    <a:pt x="502949" y="1305671"/>
                  </a:lnTo>
                  <a:lnTo>
                    <a:pt x="502911" y="1305624"/>
                  </a:lnTo>
                  <a:lnTo>
                    <a:pt x="502897" y="1305614"/>
                  </a:lnTo>
                  <a:lnTo>
                    <a:pt x="502887" y="1305610"/>
                  </a:lnTo>
                  <a:lnTo>
                    <a:pt x="502875" y="1305606"/>
                  </a:lnTo>
                  <a:lnTo>
                    <a:pt x="502867" y="1305603"/>
                  </a:lnTo>
                  <a:lnTo>
                    <a:pt x="502858" y="1305601"/>
                  </a:lnTo>
                  <a:lnTo>
                    <a:pt x="502846" y="1305597"/>
                  </a:lnTo>
                  <a:lnTo>
                    <a:pt x="502837" y="1305592"/>
                  </a:lnTo>
                  <a:lnTo>
                    <a:pt x="502821" y="1305584"/>
                  </a:lnTo>
                  <a:lnTo>
                    <a:pt x="502751" y="1305532"/>
                  </a:lnTo>
                  <a:lnTo>
                    <a:pt x="502744" y="1305524"/>
                  </a:lnTo>
                  <a:lnTo>
                    <a:pt x="502739" y="1305517"/>
                  </a:lnTo>
                  <a:lnTo>
                    <a:pt x="502736" y="1305510"/>
                  </a:lnTo>
                  <a:lnTo>
                    <a:pt x="502732" y="1305500"/>
                  </a:lnTo>
                  <a:lnTo>
                    <a:pt x="502730" y="1305490"/>
                  </a:lnTo>
                  <a:lnTo>
                    <a:pt x="502727" y="1305476"/>
                  </a:lnTo>
                  <a:lnTo>
                    <a:pt x="502726" y="1305466"/>
                  </a:lnTo>
                  <a:lnTo>
                    <a:pt x="502727" y="1305441"/>
                  </a:lnTo>
                  <a:lnTo>
                    <a:pt x="502728" y="1305434"/>
                  </a:lnTo>
                  <a:lnTo>
                    <a:pt x="502729" y="1305426"/>
                  </a:lnTo>
                  <a:lnTo>
                    <a:pt x="502739" y="1305399"/>
                  </a:lnTo>
                  <a:lnTo>
                    <a:pt x="502745" y="1305390"/>
                  </a:lnTo>
                  <a:lnTo>
                    <a:pt x="502759" y="1305378"/>
                  </a:lnTo>
                  <a:lnTo>
                    <a:pt x="502768" y="1305374"/>
                  </a:lnTo>
                  <a:lnTo>
                    <a:pt x="502792" y="1305363"/>
                  </a:lnTo>
                  <a:lnTo>
                    <a:pt x="502808" y="1305357"/>
                  </a:lnTo>
                  <a:lnTo>
                    <a:pt x="502815" y="1305353"/>
                  </a:lnTo>
                  <a:lnTo>
                    <a:pt x="502822" y="1305349"/>
                  </a:lnTo>
                  <a:lnTo>
                    <a:pt x="502832" y="1305341"/>
                  </a:lnTo>
                  <a:lnTo>
                    <a:pt x="502837" y="1305338"/>
                  </a:lnTo>
                  <a:lnTo>
                    <a:pt x="502849" y="1305333"/>
                  </a:lnTo>
                  <a:lnTo>
                    <a:pt x="502853" y="1305331"/>
                  </a:lnTo>
                  <a:lnTo>
                    <a:pt x="502858" y="1305327"/>
                  </a:lnTo>
                  <a:lnTo>
                    <a:pt x="502865" y="1305321"/>
                  </a:lnTo>
                  <a:lnTo>
                    <a:pt x="502869" y="1305317"/>
                  </a:lnTo>
                  <a:lnTo>
                    <a:pt x="502876" y="1305310"/>
                  </a:lnTo>
                  <a:lnTo>
                    <a:pt x="502882" y="1305298"/>
                  </a:lnTo>
                  <a:lnTo>
                    <a:pt x="502869" y="1305301"/>
                  </a:lnTo>
                  <a:lnTo>
                    <a:pt x="502854" y="1305307"/>
                  </a:lnTo>
                  <a:lnTo>
                    <a:pt x="502835" y="1305314"/>
                  </a:lnTo>
                  <a:lnTo>
                    <a:pt x="502809" y="1305319"/>
                  </a:lnTo>
                  <a:lnTo>
                    <a:pt x="502789" y="1305322"/>
                  </a:lnTo>
                  <a:lnTo>
                    <a:pt x="502759" y="1305324"/>
                  </a:lnTo>
                  <a:lnTo>
                    <a:pt x="502723" y="1305324"/>
                  </a:lnTo>
                  <a:lnTo>
                    <a:pt x="502697" y="1305320"/>
                  </a:lnTo>
                  <a:lnTo>
                    <a:pt x="502687" y="1305316"/>
                  </a:lnTo>
                  <a:lnTo>
                    <a:pt x="502673" y="1305313"/>
                  </a:lnTo>
                  <a:lnTo>
                    <a:pt x="502664" y="1305309"/>
                  </a:lnTo>
                  <a:lnTo>
                    <a:pt x="502657" y="1305308"/>
                  </a:lnTo>
                  <a:lnTo>
                    <a:pt x="502613" y="1305291"/>
                  </a:lnTo>
                  <a:lnTo>
                    <a:pt x="502608" y="1305289"/>
                  </a:lnTo>
                  <a:lnTo>
                    <a:pt x="502597" y="1305283"/>
                  </a:lnTo>
                  <a:lnTo>
                    <a:pt x="502582" y="1305274"/>
                  </a:lnTo>
                  <a:lnTo>
                    <a:pt x="502550" y="1305244"/>
                  </a:lnTo>
                  <a:lnTo>
                    <a:pt x="502531" y="1305225"/>
                  </a:lnTo>
                  <a:lnTo>
                    <a:pt x="502514" y="1305207"/>
                  </a:lnTo>
                  <a:lnTo>
                    <a:pt x="502506" y="1305199"/>
                  </a:lnTo>
                  <a:lnTo>
                    <a:pt x="502484" y="1305178"/>
                  </a:lnTo>
                  <a:lnTo>
                    <a:pt x="502462" y="1305157"/>
                  </a:lnTo>
                  <a:lnTo>
                    <a:pt x="502455" y="1305151"/>
                  </a:lnTo>
                  <a:lnTo>
                    <a:pt x="502432" y="1305132"/>
                  </a:lnTo>
                  <a:lnTo>
                    <a:pt x="502411" y="1305109"/>
                  </a:lnTo>
                  <a:lnTo>
                    <a:pt x="502403" y="1305101"/>
                  </a:lnTo>
                  <a:lnTo>
                    <a:pt x="502400" y="1305097"/>
                  </a:lnTo>
                  <a:lnTo>
                    <a:pt x="502393" y="1305090"/>
                  </a:lnTo>
                  <a:lnTo>
                    <a:pt x="502387" y="1305084"/>
                  </a:lnTo>
                  <a:lnTo>
                    <a:pt x="502383" y="1305079"/>
                  </a:lnTo>
                  <a:lnTo>
                    <a:pt x="502376" y="1305075"/>
                  </a:lnTo>
                  <a:lnTo>
                    <a:pt x="502319" y="1305046"/>
                  </a:lnTo>
                  <a:lnTo>
                    <a:pt x="502258" y="1305024"/>
                  </a:lnTo>
                  <a:lnTo>
                    <a:pt x="502223" y="1305009"/>
                  </a:lnTo>
                  <a:lnTo>
                    <a:pt x="502172" y="1304991"/>
                  </a:lnTo>
                  <a:lnTo>
                    <a:pt x="502135" y="1304980"/>
                  </a:lnTo>
                  <a:lnTo>
                    <a:pt x="502105" y="1304973"/>
                  </a:lnTo>
                  <a:lnTo>
                    <a:pt x="502074" y="1304963"/>
                  </a:lnTo>
                  <a:lnTo>
                    <a:pt x="502058" y="1304958"/>
                  </a:lnTo>
                  <a:lnTo>
                    <a:pt x="502048" y="1304954"/>
                  </a:lnTo>
                  <a:lnTo>
                    <a:pt x="502039" y="1304951"/>
                  </a:lnTo>
                  <a:lnTo>
                    <a:pt x="502030" y="1304946"/>
                  </a:lnTo>
                  <a:lnTo>
                    <a:pt x="502022" y="1304941"/>
                  </a:lnTo>
                  <a:lnTo>
                    <a:pt x="502018" y="1304935"/>
                  </a:lnTo>
                  <a:lnTo>
                    <a:pt x="501972" y="1304838"/>
                  </a:lnTo>
                  <a:lnTo>
                    <a:pt x="501942" y="1304781"/>
                  </a:lnTo>
                  <a:lnTo>
                    <a:pt x="501935" y="1304773"/>
                  </a:lnTo>
                  <a:lnTo>
                    <a:pt x="501925" y="1304764"/>
                  </a:lnTo>
                  <a:lnTo>
                    <a:pt x="501920" y="1304760"/>
                  </a:lnTo>
                  <a:lnTo>
                    <a:pt x="501912" y="1304755"/>
                  </a:lnTo>
                  <a:lnTo>
                    <a:pt x="501884" y="1304742"/>
                  </a:lnTo>
                  <a:lnTo>
                    <a:pt x="501868" y="1304732"/>
                  </a:lnTo>
                  <a:lnTo>
                    <a:pt x="501862" y="1304729"/>
                  </a:lnTo>
                  <a:lnTo>
                    <a:pt x="501821" y="1304707"/>
                  </a:lnTo>
                  <a:lnTo>
                    <a:pt x="501740" y="1304673"/>
                  </a:lnTo>
                  <a:lnTo>
                    <a:pt x="501722" y="1304664"/>
                  </a:lnTo>
                  <a:lnTo>
                    <a:pt x="501718" y="1304662"/>
                  </a:lnTo>
                  <a:lnTo>
                    <a:pt x="501711" y="1304658"/>
                  </a:lnTo>
                  <a:lnTo>
                    <a:pt x="501692" y="1304645"/>
                  </a:lnTo>
                  <a:lnTo>
                    <a:pt x="501677" y="1304635"/>
                  </a:lnTo>
                  <a:lnTo>
                    <a:pt x="501662" y="1304628"/>
                  </a:lnTo>
                  <a:lnTo>
                    <a:pt x="501645" y="1304621"/>
                  </a:lnTo>
                  <a:lnTo>
                    <a:pt x="501617" y="1304615"/>
                  </a:lnTo>
                  <a:lnTo>
                    <a:pt x="501584" y="1304607"/>
                  </a:lnTo>
                  <a:lnTo>
                    <a:pt x="501575" y="1304604"/>
                  </a:lnTo>
                  <a:lnTo>
                    <a:pt x="501569" y="1304602"/>
                  </a:lnTo>
                  <a:lnTo>
                    <a:pt x="501557" y="1304596"/>
                  </a:lnTo>
                  <a:lnTo>
                    <a:pt x="501520" y="1304584"/>
                  </a:lnTo>
                  <a:lnTo>
                    <a:pt x="501509" y="1304579"/>
                  </a:lnTo>
                  <a:lnTo>
                    <a:pt x="501495" y="1304571"/>
                  </a:lnTo>
                  <a:lnTo>
                    <a:pt x="501485" y="1304565"/>
                  </a:lnTo>
                  <a:lnTo>
                    <a:pt x="501462" y="1304556"/>
                  </a:lnTo>
                  <a:lnTo>
                    <a:pt x="501433" y="1304550"/>
                  </a:lnTo>
                  <a:lnTo>
                    <a:pt x="501392" y="1304541"/>
                  </a:lnTo>
                  <a:lnTo>
                    <a:pt x="501354" y="1304531"/>
                  </a:lnTo>
                  <a:lnTo>
                    <a:pt x="501321" y="1304525"/>
                  </a:lnTo>
                  <a:lnTo>
                    <a:pt x="501298" y="1304528"/>
                  </a:lnTo>
                  <a:lnTo>
                    <a:pt x="501257" y="1304533"/>
                  </a:lnTo>
                  <a:lnTo>
                    <a:pt x="501234" y="1304536"/>
                  </a:lnTo>
                  <a:lnTo>
                    <a:pt x="501216" y="1304539"/>
                  </a:lnTo>
                  <a:lnTo>
                    <a:pt x="501207" y="1304542"/>
                  </a:lnTo>
                  <a:lnTo>
                    <a:pt x="501197" y="1304549"/>
                  </a:lnTo>
                  <a:lnTo>
                    <a:pt x="501192" y="1304554"/>
                  </a:lnTo>
                  <a:lnTo>
                    <a:pt x="501186" y="1304559"/>
                  </a:lnTo>
                  <a:lnTo>
                    <a:pt x="501180" y="1304568"/>
                  </a:lnTo>
                  <a:lnTo>
                    <a:pt x="501178" y="1304573"/>
                  </a:lnTo>
                  <a:lnTo>
                    <a:pt x="501172" y="1304585"/>
                  </a:lnTo>
                  <a:lnTo>
                    <a:pt x="501164" y="1304602"/>
                  </a:lnTo>
                  <a:lnTo>
                    <a:pt x="501160" y="1304607"/>
                  </a:lnTo>
                  <a:lnTo>
                    <a:pt x="501154" y="1304610"/>
                  </a:lnTo>
                  <a:lnTo>
                    <a:pt x="501148" y="1304614"/>
                  </a:lnTo>
                  <a:lnTo>
                    <a:pt x="501136" y="1304622"/>
                  </a:lnTo>
                  <a:lnTo>
                    <a:pt x="501127" y="1304628"/>
                  </a:lnTo>
                  <a:lnTo>
                    <a:pt x="501121" y="1304634"/>
                  </a:lnTo>
                  <a:lnTo>
                    <a:pt x="501117" y="1304639"/>
                  </a:lnTo>
                  <a:lnTo>
                    <a:pt x="501110" y="1304649"/>
                  </a:lnTo>
                  <a:lnTo>
                    <a:pt x="501105" y="1304656"/>
                  </a:lnTo>
                  <a:lnTo>
                    <a:pt x="501099" y="1304665"/>
                  </a:lnTo>
                  <a:lnTo>
                    <a:pt x="501093" y="1304677"/>
                  </a:lnTo>
                  <a:lnTo>
                    <a:pt x="501089" y="1304683"/>
                  </a:lnTo>
                  <a:lnTo>
                    <a:pt x="501081" y="1304697"/>
                  </a:lnTo>
                  <a:lnTo>
                    <a:pt x="501072" y="1304712"/>
                  </a:lnTo>
                  <a:lnTo>
                    <a:pt x="501065" y="1304723"/>
                  </a:lnTo>
                  <a:lnTo>
                    <a:pt x="501061" y="1304731"/>
                  </a:lnTo>
                  <a:lnTo>
                    <a:pt x="501055" y="1304743"/>
                  </a:lnTo>
                  <a:lnTo>
                    <a:pt x="501045" y="1304769"/>
                  </a:lnTo>
                  <a:lnTo>
                    <a:pt x="501044" y="1304774"/>
                  </a:lnTo>
                  <a:lnTo>
                    <a:pt x="501042" y="1304780"/>
                  </a:lnTo>
                  <a:lnTo>
                    <a:pt x="501039" y="1304787"/>
                  </a:lnTo>
                  <a:lnTo>
                    <a:pt x="501034" y="1304795"/>
                  </a:lnTo>
                  <a:lnTo>
                    <a:pt x="501031" y="1304800"/>
                  </a:lnTo>
                  <a:lnTo>
                    <a:pt x="501027" y="1304806"/>
                  </a:lnTo>
                  <a:lnTo>
                    <a:pt x="501016" y="1304819"/>
                  </a:lnTo>
                  <a:lnTo>
                    <a:pt x="501001" y="1304836"/>
                  </a:lnTo>
                  <a:lnTo>
                    <a:pt x="500994" y="1304845"/>
                  </a:lnTo>
                  <a:lnTo>
                    <a:pt x="500978" y="1304860"/>
                  </a:lnTo>
                  <a:lnTo>
                    <a:pt x="500959" y="1304871"/>
                  </a:lnTo>
                  <a:lnTo>
                    <a:pt x="500924" y="1304887"/>
                  </a:lnTo>
                  <a:lnTo>
                    <a:pt x="500860" y="1304915"/>
                  </a:lnTo>
                  <a:lnTo>
                    <a:pt x="500814" y="1304937"/>
                  </a:lnTo>
                  <a:lnTo>
                    <a:pt x="500765" y="1304960"/>
                  </a:lnTo>
                  <a:lnTo>
                    <a:pt x="500750" y="1304966"/>
                  </a:lnTo>
                  <a:lnTo>
                    <a:pt x="500734" y="1304970"/>
                  </a:lnTo>
                  <a:lnTo>
                    <a:pt x="500723" y="1304973"/>
                  </a:lnTo>
                  <a:lnTo>
                    <a:pt x="500716" y="1304974"/>
                  </a:lnTo>
                  <a:lnTo>
                    <a:pt x="500711" y="1304975"/>
                  </a:lnTo>
                  <a:lnTo>
                    <a:pt x="500698" y="1304979"/>
                  </a:lnTo>
                  <a:lnTo>
                    <a:pt x="500675" y="1304987"/>
                  </a:lnTo>
                  <a:lnTo>
                    <a:pt x="500655" y="1304994"/>
                  </a:lnTo>
                  <a:lnTo>
                    <a:pt x="500647" y="1304997"/>
                  </a:lnTo>
                  <a:lnTo>
                    <a:pt x="500575" y="1305019"/>
                  </a:lnTo>
                  <a:lnTo>
                    <a:pt x="500499" y="1305042"/>
                  </a:lnTo>
                  <a:lnTo>
                    <a:pt x="500483" y="1305045"/>
                  </a:lnTo>
                  <a:lnTo>
                    <a:pt x="500474" y="1305044"/>
                  </a:lnTo>
                  <a:lnTo>
                    <a:pt x="500457" y="1305037"/>
                  </a:lnTo>
                  <a:lnTo>
                    <a:pt x="500414" y="1305011"/>
                  </a:lnTo>
                  <a:lnTo>
                    <a:pt x="500393" y="1304996"/>
                  </a:lnTo>
                  <a:lnTo>
                    <a:pt x="500373" y="1304975"/>
                  </a:lnTo>
                  <a:lnTo>
                    <a:pt x="500359" y="1304958"/>
                  </a:lnTo>
                  <a:lnTo>
                    <a:pt x="500347" y="1304936"/>
                  </a:lnTo>
                  <a:lnTo>
                    <a:pt x="500343" y="1304929"/>
                  </a:lnTo>
                  <a:lnTo>
                    <a:pt x="500339" y="1304923"/>
                  </a:lnTo>
                  <a:lnTo>
                    <a:pt x="500331" y="1304912"/>
                  </a:lnTo>
                  <a:lnTo>
                    <a:pt x="500328" y="1304908"/>
                  </a:lnTo>
                  <a:lnTo>
                    <a:pt x="500322" y="1304902"/>
                  </a:lnTo>
                  <a:lnTo>
                    <a:pt x="500317" y="1304898"/>
                  </a:lnTo>
                  <a:lnTo>
                    <a:pt x="500294" y="1304879"/>
                  </a:lnTo>
                  <a:lnTo>
                    <a:pt x="500279" y="1304865"/>
                  </a:lnTo>
                  <a:lnTo>
                    <a:pt x="500270" y="1304855"/>
                  </a:lnTo>
                  <a:lnTo>
                    <a:pt x="500260" y="1304845"/>
                  </a:lnTo>
                  <a:lnTo>
                    <a:pt x="500239" y="1304826"/>
                  </a:lnTo>
                  <a:lnTo>
                    <a:pt x="500200" y="1304803"/>
                  </a:lnTo>
                  <a:lnTo>
                    <a:pt x="500175" y="1304790"/>
                  </a:lnTo>
                  <a:lnTo>
                    <a:pt x="500158" y="1304782"/>
                  </a:lnTo>
                  <a:lnTo>
                    <a:pt x="500139" y="1304773"/>
                  </a:lnTo>
                  <a:lnTo>
                    <a:pt x="500105" y="1304762"/>
                  </a:lnTo>
                  <a:lnTo>
                    <a:pt x="500085" y="1304761"/>
                  </a:lnTo>
                  <a:lnTo>
                    <a:pt x="500066" y="1304765"/>
                  </a:lnTo>
                  <a:lnTo>
                    <a:pt x="500043" y="1304770"/>
                  </a:lnTo>
                  <a:lnTo>
                    <a:pt x="500030" y="1304773"/>
                  </a:lnTo>
                  <a:lnTo>
                    <a:pt x="500016" y="1304775"/>
                  </a:lnTo>
                  <a:lnTo>
                    <a:pt x="499997" y="1304778"/>
                  </a:lnTo>
                  <a:lnTo>
                    <a:pt x="499986" y="1304777"/>
                  </a:lnTo>
                  <a:lnTo>
                    <a:pt x="499971" y="1304775"/>
                  </a:lnTo>
                  <a:lnTo>
                    <a:pt x="499950" y="1304773"/>
                  </a:lnTo>
                  <a:lnTo>
                    <a:pt x="499926" y="1304770"/>
                  </a:lnTo>
                  <a:lnTo>
                    <a:pt x="499921" y="1304769"/>
                  </a:lnTo>
                  <a:lnTo>
                    <a:pt x="499886" y="1304767"/>
                  </a:lnTo>
                  <a:lnTo>
                    <a:pt x="499873" y="1304760"/>
                  </a:lnTo>
                  <a:lnTo>
                    <a:pt x="499863" y="1304750"/>
                  </a:lnTo>
                  <a:lnTo>
                    <a:pt x="499844" y="1304726"/>
                  </a:lnTo>
                  <a:lnTo>
                    <a:pt x="499837" y="1304716"/>
                  </a:lnTo>
                  <a:lnTo>
                    <a:pt x="499832" y="1304707"/>
                  </a:lnTo>
                  <a:lnTo>
                    <a:pt x="499807" y="1304661"/>
                  </a:lnTo>
                  <a:lnTo>
                    <a:pt x="499783" y="1304621"/>
                  </a:lnTo>
                  <a:lnTo>
                    <a:pt x="499772" y="1304604"/>
                  </a:lnTo>
                  <a:lnTo>
                    <a:pt x="499754" y="1304590"/>
                  </a:lnTo>
                  <a:lnTo>
                    <a:pt x="499728" y="1304570"/>
                  </a:lnTo>
                  <a:lnTo>
                    <a:pt x="499721" y="1304567"/>
                  </a:lnTo>
                  <a:lnTo>
                    <a:pt x="499712" y="1304559"/>
                  </a:lnTo>
                  <a:lnTo>
                    <a:pt x="499694" y="1304543"/>
                  </a:lnTo>
                  <a:lnTo>
                    <a:pt x="499680" y="1304532"/>
                  </a:lnTo>
                  <a:lnTo>
                    <a:pt x="499677" y="1304528"/>
                  </a:lnTo>
                  <a:lnTo>
                    <a:pt x="499676" y="1304523"/>
                  </a:lnTo>
                  <a:lnTo>
                    <a:pt x="499676" y="1304517"/>
                  </a:lnTo>
                  <a:lnTo>
                    <a:pt x="499678" y="1304506"/>
                  </a:lnTo>
                  <a:lnTo>
                    <a:pt x="499683" y="1304470"/>
                  </a:lnTo>
                  <a:lnTo>
                    <a:pt x="499685" y="1304455"/>
                  </a:lnTo>
                  <a:lnTo>
                    <a:pt x="499689" y="1304431"/>
                  </a:lnTo>
                  <a:lnTo>
                    <a:pt x="499691" y="1304412"/>
                  </a:lnTo>
                  <a:lnTo>
                    <a:pt x="499694" y="1304405"/>
                  </a:lnTo>
                  <a:lnTo>
                    <a:pt x="499700" y="1304380"/>
                  </a:lnTo>
                  <a:lnTo>
                    <a:pt x="499701" y="1304367"/>
                  </a:lnTo>
                  <a:lnTo>
                    <a:pt x="499699" y="1304358"/>
                  </a:lnTo>
                  <a:lnTo>
                    <a:pt x="499685" y="1304350"/>
                  </a:lnTo>
                  <a:lnTo>
                    <a:pt x="499656" y="1304343"/>
                  </a:lnTo>
                  <a:lnTo>
                    <a:pt x="499644" y="1304341"/>
                  </a:lnTo>
                  <a:lnTo>
                    <a:pt x="499623" y="1304333"/>
                  </a:lnTo>
                  <a:lnTo>
                    <a:pt x="499572" y="1304315"/>
                  </a:lnTo>
                  <a:lnTo>
                    <a:pt x="499534" y="1304305"/>
                  </a:lnTo>
                  <a:lnTo>
                    <a:pt x="499489" y="1304293"/>
                  </a:lnTo>
                  <a:lnTo>
                    <a:pt x="499474" y="1304287"/>
                  </a:lnTo>
                  <a:lnTo>
                    <a:pt x="499457" y="1304279"/>
                  </a:lnTo>
                  <a:lnTo>
                    <a:pt x="499428" y="1304261"/>
                  </a:lnTo>
                  <a:lnTo>
                    <a:pt x="499383" y="1304235"/>
                  </a:lnTo>
                  <a:lnTo>
                    <a:pt x="499368" y="1304227"/>
                  </a:lnTo>
                  <a:lnTo>
                    <a:pt x="499358" y="1304220"/>
                  </a:lnTo>
                  <a:lnTo>
                    <a:pt x="499345" y="1304212"/>
                  </a:lnTo>
                  <a:lnTo>
                    <a:pt x="499330" y="1304204"/>
                  </a:lnTo>
                  <a:lnTo>
                    <a:pt x="499323" y="1304200"/>
                  </a:lnTo>
                  <a:lnTo>
                    <a:pt x="499289" y="1304186"/>
                  </a:lnTo>
                  <a:lnTo>
                    <a:pt x="499247" y="1304172"/>
                  </a:lnTo>
                  <a:lnTo>
                    <a:pt x="499240" y="1304171"/>
                  </a:lnTo>
                  <a:lnTo>
                    <a:pt x="499231" y="1304171"/>
                  </a:lnTo>
                  <a:lnTo>
                    <a:pt x="499221" y="1304172"/>
                  </a:lnTo>
                  <a:lnTo>
                    <a:pt x="499212" y="1304174"/>
                  </a:lnTo>
                  <a:lnTo>
                    <a:pt x="499197" y="1304180"/>
                  </a:lnTo>
                  <a:lnTo>
                    <a:pt x="499189" y="1304185"/>
                  </a:lnTo>
                  <a:lnTo>
                    <a:pt x="499185" y="1304189"/>
                  </a:lnTo>
                  <a:lnTo>
                    <a:pt x="499131" y="1304236"/>
                  </a:lnTo>
                  <a:lnTo>
                    <a:pt x="499062" y="1304297"/>
                  </a:lnTo>
                  <a:lnTo>
                    <a:pt x="499041" y="1304312"/>
                  </a:lnTo>
                  <a:lnTo>
                    <a:pt x="499036" y="1304316"/>
                  </a:lnTo>
                  <a:lnTo>
                    <a:pt x="499018" y="1304328"/>
                  </a:lnTo>
                  <a:lnTo>
                    <a:pt x="499010" y="1304334"/>
                  </a:lnTo>
                  <a:lnTo>
                    <a:pt x="498991" y="1304345"/>
                  </a:lnTo>
                  <a:lnTo>
                    <a:pt x="498977" y="1304354"/>
                  </a:lnTo>
                  <a:lnTo>
                    <a:pt x="498954" y="1304368"/>
                  </a:lnTo>
                  <a:lnTo>
                    <a:pt x="498930" y="1304383"/>
                  </a:lnTo>
                  <a:lnTo>
                    <a:pt x="498918" y="1304391"/>
                  </a:lnTo>
                  <a:lnTo>
                    <a:pt x="498912" y="1304395"/>
                  </a:lnTo>
                  <a:lnTo>
                    <a:pt x="498887" y="1304410"/>
                  </a:lnTo>
                  <a:lnTo>
                    <a:pt x="498877" y="1304417"/>
                  </a:lnTo>
                  <a:lnTo>
                    <a:pt x="498854" y="1304432"/>
                  </a:lnTo>
                  <a:lnTo>
                    <a:pt x="498838" y="1304442"/>
                  </a:lnTo>
                  <a:lnTo>
                    <a:pt x="498820" y="1304453"/>
                  </a:lnTo>
                  <a:lnTo>
                    <a:pt x="498803" y="1304464"/>
                  </a:lnTo>
                  <a:lnTo>
                    <a:pt x="498785" y="1304476"/>
                  </a:lnTo>
                  <a:lnTo>
                    <a:pt x="498757" y="1304494"/>
                  </a:lnTo>
                  <a:lnTo>
                    <a:pt x="498739" y="1304507"/>
                  </a:lnTo>
                  <a:lnTo>
                    <a:pt x="498718" y="1304525"/>
                  </a:lnTo>
                  <a:lnTo>
                    <a:pt x="498689" y="1304556"/>
                  </a:lnTo>
                  <a:lnTo>
                    <a:pt x="498674" y="1304576"/>
                  </a:lnTo>
                  <a:lnTo>
                    <a:pt x="498670" y="1304581"/>
                  </a:lnTo>
                  <a:lnTo>
                    <a:pt x="498656" y="1304598"/>
                  </a:lnTo>
                  <a:lnTo>
                    <a:pt x="498634" y="1304625"/>
                  </a:lnTo>
                  <a:lnTo>
                    <a:pt x="498629" y="1304631"/>
                  </a:lnTo>
                  <a:lnTo>
                    <a:pt x="498623" y="1304640"/>
                  </a:lnTo>
                  <a:lnTo>
                    <a:pt x="498609" y="1304657"/>
                  </a:lnTo>
                  <a:lnTo>
                    <a:pt x="498588" y="1304688"/>
                  </a:lnTo>
                  <a:lnTo>
                    <a:pt x="498572" y="1304712"/>
                  </a:lnTo>
                  <a:lnTo>
                    <a:pt x="498557" y="1304740"/>
                  </a:lnTo>
                  <a:lnTo>
                    <a:pt x="498547" y="1304765"/>
                  </a:lnTo>
                  <a:lnTo>
                    <a:pt x="498538" y="1304787"/>
                  </a:lnTo>
                  <a:lnTo>
                    <a:pt x="498533" y="1304798"/>
                  </a:lnTo>
                  <a:lnTo>
                    <a:pt x="498514" y="1304842"/>
                  </a:lnTo>
                  <a:lnTo>
                    <a:pt x="498505" y="1304865"/>
                  </a:lnTo>
                  <a:lnTo>
                    <a:pt x="498488" y="1304904"/>
                  </a:lnTo>
                  <a:lnTo>
                    <a:pt x="498474" y="1304941"/>
                  </a:lnTo>
                  <a:lnTo>
                    <a:pt x="498470" y="1304955"/>
                  </a:lnTo>
                  <a:lnTo>
                    <a:pt x="498463" y="1304979"/>
                  </a:lnTo>
                  <a:lnTo>
                    <a:pt x="498455" y="1305002"/>
                  </a:lnTo>
                  <a:lnTo>
                    <a:pt x="498451" y="1305008"/>
                  </a:lnTo>
                  <a:lnTo>
                    <a:pt x="498444" y="1305015"/>
                  </a:lnTo>
                  <a:lnTo>
                    <a:pt x="498439" y="1305017"/>
                  </a:lnTo>
                  <a:lnTo>
                    <a:pt x="498434" y="1305014"/>
                  </a:lnTo>
                  <a:lnTo>
                    <a:pt x="498430" y="1305011"/>
                  </a:lnTo>
                  <a:lnTo>
                    <a:pt x="498426" y="1305006"/>
                  </a:lnTo>
                  <a:lnTo>
                    <a:pt x="498414" y="1304988"/>
                  </a:lnTo>
                  <a:lnTo>
                    <a:pt x="498398" y="1304960"/>
                  </a:lnTo>
                  <a:lnTo>
                    <a:pt x="498394" y="1304949"/>
                  </a:lnTo>
                  <a:lnTo>
                    <a:pt x="498390" y="1304942"/>
                  </a:lnTo>
                  <a:lnTo>
                    <a:pt x="498384" y="1304930"/>
                  </a:lnTo>
                  <a:lnTo>
                    <a:pt x="498371" y="1304910"/>
                  </a:lnTo>
                  <a:lnTo>
                    <a:pt x="498357" y="1304892"/>
                  </a:lnTo>
                  <a:lnTo>
                    <a:pt x="498324" y="1304867"/>
                  </a:lnTo>
                  <a:lnTo>
                    <a:pt x="498308" y="1304857"/>
                  </a:lnTo>
                  <a:lnTo>
                    <a:pt x="498294" y="1304849"/>
                  </a:lnTo>
                  <a:lnTo>
                    <a:pt x="498274" y="1304843"/>
                  </a:lnTo>
                  <a:lnTo>
                    <a:pt x="498237" y="1304827"/>
                  </a:lnTo>
                  <a:lnTo>
                    <a:pt x="498195" y="1304816"/>
                  </a:lnTo>
                  <a:lnTo>
                    <a:pt x="498159" y="1304813"/>
                  </a:lnTo>
                  <a:lnTo>
                    <a:pt x="498054" y="1304816"/>
                  </a:lnTo>
                  <a:lnTo>
                    <a:pt x="498007" y="1304822"/>
                  </a:lnTo>
                  <a:lnTo>
                    <a:pt x="497997" y="1304825"/>
                  </a:lnTo>
                  <a:lnTo>
                    <a:pt x="497983" y="1304825"/>
                  </a:lnTo>
                  <a:lnTo>
                    <a:pt x="497973" y="1304826"/>
                  </a:lnTo>
                  <a:lnTo>
                    <a:pt x="497962" y="1304827"/>
                  </a:lnTo>
                  <a:lnTo>
                    <a:pt x="497954" y="1304828"/>
                  </a:lnTo>
                  <a:lnTo>
                    <a:pt x="497921" y="1304832"/>
                  </a:lnTo>
                  <a:lnTo>
                    <a:pt x="497909" y="1304830"/>
                  </a:lnTo>
                  <a:lnTo>
                    <a:pt x="497903" y="1304823"/>
                  </a:lnTo>
                  <a:lnTo>
                    <a:pt x="497890" y="1304799"/>
                  </a:lnTo>
                  <a:lnTo>
                    <a:pt x="497888" y="1304794"/>
                  </a:lnTo>
                  <a:lnTo>
                    <a:pt x="497862" y="1304739"/>
                  </a:lnTo>
                  <a:lnTo>
                    <a:pt x="497834" y="1304705"/>
                  </a:lnTo>
                  <a:lnTo>
                    <a:pt x="497829" y="1304699"/>
                  </a:lnTo>
                  <a:lnTo>
                    <a:pt x="497795" y="1304660"/>
                  </a:lnTo>
                  <a:lnTo>
                    <a:pt x="497775" y="1304637"/>
                  </a:lnTo>
                  <a:lnTo>
                    <a:pt x="497747" y="1304607"/>
                  </a:lnTo>
                  <a:lnTo>
                    <a:pt x="497725" y="1304597"/>
                  </a:lnTo>
                  <a:lnTo>
                    <a:pt x="497658" y="1304574"/>
                  </a:lnTo>
                  <a:lnTo>
                    <a:pt x="497597" y="1304550"/>
                  </a:lnTo>
                  <a:lnTo>
                    <a:pt x="497545" y="1304531"/>
                  </a:lnTo>
                  <a:lnTo>
                    <a:pt x="497496" y="1304515"/>
                  </a:lnTo>
                  <a:lnTo>
                    <a:pt x="497486" y="1304511"/>
                  </a:lnTo>
                  <a:lnTo>
                    <a:pt x="497477" y="1304508"/>
                  </a:lnTo>
                  <a:lnTo>
                    <a:pt x="497443" y="1304496"/>
                  </a:lnTo>
                  <a:lnTo>
                    <a:pt x="497387" y="1304476"/>
                  </a:lnTo>
                  <a:lnTo>
                    <a:pt x="497361" y="1304471"/>
                  </a:lnTo>
                  <a:lnTo>
                    <a:pt x="497331" y="1304470"/>
                  </a:lnTo>
                  <a:lnTo>
                    <a:pt x="497217" y="1304496"/>
                  </a:lnTo>
                  <a:lnTo>
                    <a:pt x="497182" y="1304502"/>
                  </a:lnTo>
                  <a:lnTo>
                    <a:pt x="497175" y="1304504"/>
                  </a:lnTo>
                  <a:lnTo>
                    <a:pt x="497168" y="1304505"/>
                  </a:lnTo>
                  <a:lnTo>
                    <a:pt x="497124" y="1304514"/>
                  </a:lnTo>
                  <a:lnTo>
                    <a:pt x="497110" y="1304515"/>
                  </a:lnTo>
                  <a:lnTo>
                    <a:pt x="497098" y="1304515"/>
                  </a:lnTo>
                  <a:lnTo>
                    <a:pt x="497090" y="1304515"/>
                  </a:lnTo>
                  <a:lnTo>
                    <a:pt x="497083" y="1304512"/>
                  </a:lnTo>
                  <a:lnTo>
                    <a:pt x="497068" y="1304504"/>
                  </a:lnTo>
                  <a:lnTo>
                    <a:pt x="497041" y="1304490"/>
                  </a:lnTo>
                  <a:lnTo>
                    <a:pt x="497006" y="1304474"/>
                  </a:lnTo>
                  <a:lnTo>
                    <a:pt x="496981" y="1304462"/>
                  </a:lnTo>
                  <a:lnTo>
                    <a:pt x="496948" y="1304446"/>
                  </a:lnTo>
                  <a:lnTo>
                    <a:pt x="496930" y="1304438"/>
                  </a:lnTo>
                  <a:lnTo>
                    <a:pt x="496910" y="1304428"/>
                  </a:lnTo>
                  <a:lnTo>
                    <a:pt x="496861" y="1304404"/>
                  </a:lnTo>
                  <a:lnTo>
                    <a:pt x="496853" y="1304401"/>
                  </a:lnTo>
                  <a:lnTo>
                    <a:pt x="496838" y="1304395"/>
                  </a:lnTo>
                  <a:lnTo>
                    <a:pt x="496831" y="1304391"/>
                  </a:lnTo>
                  <a:lnTo>
                    <a:pt x="496813" y="1304383"/>
                  </a:lnTo>
                  <a:lnTo>
                    <a:pt x="496781" y="1304368"/>
                  </a:lnTo>
                  <a:lnTo>
                    <a:pt x="496744" y="1304351"/>
                  </a:lnTo>
                  <a:lnTo>
                    <a:pt x="496731" y="1304343"/>
                  </a:lnTo>
                  <a:lnTo>
                    <a:pt x="496703" y="1304330"/>
                  </a:lnTo>
                  <a:lnTo>
                    <a:pt x="496694" y="1304325"/>
                  </a:lnTo>
                  <a:lnTo>
                    <a:pt x="496667" y="1304292"/>
                  </a:lnTo>
                  <a:lnTo>
                    <a:pt x="496606" y="1304235"/>
                  </a:lnTo>
                  <a:lnTo>
                    <a:pt x="496601" y="1304231"/>
                  </a:lnTo>
                  <a:lnTo>
                    <a:pt x="496596" y="1304222"/>
                  </a:lnTo>
                  <a:lnTo>
                    <a:pt x="496592" y="1304204"/>
                  </a:lnTo>
                  <a:lnTo>
                    <a:pt x="496592" y="1304198"/>
                  </a:lnTo>
                  <a:lnTo>
                    <a:pt x="496593" y="1304184"/>
                  </a:lnTo>
                  <a:lnTo>
                    <a:pt x="496594" y="1304179"/>
                  </a:lnTo>
                  <a:lnTo>
                    <a:pt x="496598" y="1304173"/>
                  </a:lnTo>
                  <a:lnTo>
                    <a:pt x="496603" y="1304166"/>
                  </a:lnTo>
                  <a:lnTo>
                    <a:pt x="496611" y="1304156"/>
                  </a:lnTo>
                  <a:lnTo>
                    <a:pt x="496620" y="1304144"/>
                  </a:lnTo>
                  <a:lnTo>
                    <a:pt x="496645" y="1304118"/>
                  </a:lnTo>
                  <a:lnTo>
                    <a:pt x="496684" y="1304071"/>
                  </a:lnTo>
                  <a:lnTo>
                    <a:pt x="496738" y="1304072"/>
                  </a:lnTo>
                  <a:lnTo>
                    <a:pt x="496799" y="1304067"/>
                  </a:lnTo>
                  <a:lnTo>
                    <a:pt x="496829" y="1304063"/>
                  </a:lnTo>
                  <a:lnTo>
                    <a:pt x="496869" y="1304057"/>
                  </a:lnTo>
                  <a:lnTo>
                    <a:pt x="496947" y="1304036"/>
                  </a:lnTo>
                  <a:lnTo>
                    <a:pt x="496985" y="1304016"/>
                  </a:lnTo>
                  <a:lnTo>
                    <a:pt x="497019" y="1303997"/>
                  </a:lnTo>
                  <a:lnTo>
                    <a:pt x="497051" y="1303976"/>
                  </a:lnTo>
                  <a:lnTo>
                    <a:pt x="497081" y="1303954"/>
                  </a:lnTo>
                  <a:lnTo>
                    <a:pt x="497097" y="1303941"/>
                  </a:lnTo>
                  <a:lnTo>
                    <a:pt x="497107" y="1303933"/>
                  </a:lnTo>
                  <a:lnTo>
                    <a:pt x="497112" y="1303927"/>
                  </a:lnTo>
                  <a:lnTo>
                    <a:pt x="497121" y="1303915"/>
                  </a:lnTo>
                  <a:lnTo>
                    <a:pt x="497126" y="1303908"/>
                  </a:lnTo>
                  <a:lnTo>
                    <a:pt x="497148" y="1303886"/>
                  </a:lnTo>
                  <a:lnTo>
                    <a:pt x="497171" y="1303860"/>
                  </a:lnTo>
                  <a:lnTo>
                    <a:pt x="497178" y="1303850"/>
                  </a:lnTo>
                  <a:lnTo>
                    <a:pt x="497183" y="1303842"/>
                  </a:lnTo>
                  <a:lnTo>
                    <a:pt x="497199" y="1303808"/>
                  </a:lnTo>
                  <a:lnTo>
                    <a:pt x="497214" y="1303768"/>
                  </a:lnTo>
                  <a:lnTo>
                    <a:pt x="497224" y="1303708"/>
                  </a:lnTo>
                  <a:lnTo>
                    <a:pt x="497224" y="1303669"/>
                  </a:lnTo>
                  <a:lnTo>
                    <a:pt x="497218" y="1303626"/>
                  </a:lnTo>
                  <a:lnTo>
                    <a:pt x="497205" y="1303586"/>
                  </a:lnTo>
                  <a:lnTo>
                    <a:pt x="497182" y="1303536"/>
                  </a:lnTo>
                  <a:lnTo>
                    <a:pt x="497178" y="1303527"/>
                  </a:lnTo>
                  <a:lnTo>
                    <a:pt x="497173" y="1303518"/>
                  </a:lnTo>
                  <a:lnTo>
                    <a:pt x="497167" y="1303506"/>
                  </a:lnTo>
                  <a:lnTo>
                    <a:pt x="497158" y="1303494"/>
                  </a:lnTo>
                  <a:lnTo>
                    <a:pt x="497144" y="1303485"/>
                  </a:lnTo>
                  <a:lnTo>
                    <a:pt x="497131" y="1303475"/>
                  </a:lnTo>
                  <a:lnTo>
                    <a:pt x="497112" y="1303459"/>
                  </a:lnTo>
                  <a:lnTo>
                    <a:pt x="497098" y="1303447"/>
                  </a:lnTo>
                  <a:lnTo>
                    <a:pt x="497084" y="1303435"/>
                  </a:lnTo>
                  <a:lnTo>
                    <a:pt x="497074" y="1303426"/>
                  </a:lnTo>
                  <a:lnTo>
                    <a:pt x="497053" y="1303411"/>
                  </a:lnTo>
                  <a:lnTo>
                    <a:pt x="497034" y="1303400"/>
                  </a:lnTo>
                  <a:lnTo>
                    <a:pt x="497022" y="1303394"/>
                  </a:lnTo>
                  <a:lnTo>
                    <a:pt x="497010" y="1303387"/>
                  </a:lnTo>
                  <a:lnTo>
                    <a:pt x="496991" y="1303377"/>
                  </a:lnTo>
                  <a:lnTo>
                    <a:pt x="496981" y="1303372"/>
                  </a:lnTo>
                  <a:lnTo>
                    <a:pt x="496951" y="1303367"/>
                  </a:lnTo>
                  <a:lnTo>
                    <a:pt x="496940" y="1303363"/>
                  </a:lnTo>
                  <a:lnTo>
                    <a:pt x="496929" y="1303354"/>
                  </a:lnTo>
                  <a:lnTo>
                    <a:pt x="496920" y="1303341"/>
                  </a:lnTo>
                  <a:lnTo>
                    <a:pt x="496914" y="1303326"/>
                  </a:lnTo>
                  <a:lnTo>
                    <a:pt x="496906" y="1303312"/>
                  </a:lnTo>
                  <a:lnTo>
                    <a:pt x="496897" y="1303288"/>
                  </a:lnTo>
                  <a:lnTo>
                    <a:pt x="496875" y="1303254"/>
                  </a:lnTo>
                  <a:lnTo>
                    <a:pt x="496831" y="1303202"/>
                  </a:lnTo>
                  <a:lnTo>
                    <a:pt x="496813" y="1303179"/>
                  </a:lnTo>
                  <a:lnTo>
                    <a:pt x="496800" y="1303165"/>
                  </a:lnTo>
                  <a:lnTo>
                    <a:pt x="496793" y="1303157"/>
                  </a:lnTo>
                  <a:lnTo>
                    <a:pt x="496784" y="1303153"/>
                  </a:lnTo>
                  <a:lnTo>
                    <a:pt x="496774" y="1303150"/>
                  </a:lnTo>
                  <a:lnTo>
                    <a:pt x="496755" y="1303150"/>
                  </a:lnTo>
                  <a:lnTo>
                    <a:pt x="496724" y="1303150"/>
                  </a:lnTo>
                  <a:lnTo>
                    <a:pt x="496713" y="1303148"/>
                  </a:lnTo>
                  <a:lnTo>
                    <a:pt x="496702" y="1303142"/>
                  </a:lnTo>
                  <a:lnTo>
                    <a:pt x="496691" y="1303137"/>
                  </a:lnTo>
                  <a:lnTo>
                    <a:pt x="496680" y="1303134"/>
                  </a:lnTo>
                  <a:lnTo>
                    <a:pt x="496655" y="1303134"/>
                  </a:lnTo>
                  <a:lnTo>
                    <a:pt x="496634" y="1303132"/>
                  </a:lnTo>
                  <a:lnTo>
                    <a:pt x="496627" y="1303131"/>
                  </a:lnTo>
                  <a:lnTo>
                    <a:pt x="496621" y="1303127"/>
                  </a:lnTo>
                  <a:lnTo>
                    <a:pt x="496612" y="1303117"/>
                  </a:lnTo>
                  <a:lnTo>
                    <a:pt x="496605" y="1303102"/>
                  </a:lnTo>
                  <a:lnTo>
                    <a:pt x="496601" y="1303089"/>
                  </a:lnTo>
                  <a:lnTo>
                    <a:pt x="496596" y="1303075"/>
                  </a:lnTo>
                  <a:lnTo>
                    <a:pt x="496584" y="1303056"/>
                  </a:lnTo>
                  <a:lnTo>
                    <a:pt x="496561" y="1303033"/>
                  </a:lnTo>
                  <a:lnTo>
                    <a:pt x="496543" y="1303019"/>
                  </a:lnTo>
                  <a:lnTo>
                    <a:pt x="496537" y="1303018"/>
                  </a:lnTo>
                  <a:lnTo>
                    <a:pt x="496532" y="1303015"/>
                  </a:lnTo>
                  <a:lnTo>
                    <a:pt x="496521" y="1303008"/>
                  </a:lnTo>
                  <a:lnTo>
                    <a:pt x="496035" y="1302714"/>
                  </a:lnTo>
                  <a:lnTo>
                    <a:pt x="495529" y="1302598"/>
                  </a:lnTo>
                  <a:lnTo>
                    <a:pt x="495510" y="1302595"/>
                  </a:lnTo>
                  <a:lnTo>
                    <a:pt x="495496" y="1302597"/>
                  </a:lnTo>
                  <a:lnTo>
                    <a:pt x="495478" y="1302598"/>
                  </a:lnTo>
                  <a:lnTo>
                    <a:pt x="495435" y="1302585"/>
                  </a:lnTo>
                  <a:lnTo>
                    <a:pt x="495420" y="1302574"/>
                  </a:lnTo>
                  <a:lnTo>
                    <a:pt x="495404" y="1302572"/>
                  </a:lnTo>
                  <a:lnTo>
                    <a:pt x="495390" y="1302579"/>
                  </a:lnTo>
                  <a:lnTo>
                    <a:pt x="495367" y="1302597"/>
                  </a:lnTo>
                  <a:lnTo>
                    <a:pt x="495340" y="1302608"/>
                  </a:lnTo>
                  <a:lnTo>
                    <a:pt x="495324" y="1302616"/>
                  </a:lnTo>
                  <a:lnTo>
                    <a:pt x="495313" y="1302623"/>
                  </a:lnTo>
                  <a:lnTo>
                    <a:pt x="495305" y="1302633"/>
                  </a:lnTo>
                  <a:lnTo>
                    <a:pt x="495300" y="1302645"/>
                  </a:lnTo>
                  <a:lnTo>
                    <a:pt x="495283" y="1302674"/>
                  </a:lnTo>
                  <a:lnTo>
                    <a:pt x="495267" y="1302693"/>
                  </a:lnTo>
                  <a:lnTo>
                    <a:pt x="495250" y="1302706"/>
                  </a:lnTo>
                  <a:lnTo>
                    <a:pt x="495236" y="1302722"/>
                  </a:lnTo>
                  <a:lnTo>
                    <a:pt x="495216" y="1302740"/>
                  </a:lnTo>
                  <a:lnTo>
                    <a:pt x="495206" y="1302745"/>
                  </a:lnTo>
                  <a:lnTo>
                    <a:pt x="495201" y="1302751"/>
                  </a:lnTo>
                  <a:lnTo>
                    <a:pt x="495197" y="1302760"/>
                  </a:lnTo>
                  <a:lnTo>
                    <a:pt x="495195" y="1302770"/>
                  </a:lnTo>
                  <a:lnTo>
                    <a:pt x="495187" y="1302777"/>
                  </a:lnTo>
                  <a:lnTo>
                    <a:pt x="495087" y="1302840"/>
                  </a:lnTo>
                  <a:lnTo>
                    <a:pt x="495053" y="1302873"/>
                  </a:lnTo>
                  <a:lnTo>
                    <a:pt x="495009" y="1302954"/>
                  </a:lnTo>
                  <a:lnTo>
                    <a:pt x="494945" y="1303061"/>
                  </a:lnTo>
                  <a:lnTo>
                    <a:pt x="494845" y="1303165"/>
                  </a:lnTo>
                  <a:lnTo>
                    <a:pt x="494837" y="1303180"/>
                  </a:lnTo>
                  <a:lnTo>
                    <a:pt x="494832" y="1303205"/>
                  </a:lnTo>
                  <a:lnTo>
                    <a:pt x="494832" y="1303223"/>
                  </a:lnTo>
                  <a:lnTo>
                    <a:pt x="494821" y="1303246"/>
                  </a:lnTo>
                  <a:lnTo>
                    <a:pt x="494796" y="1303271"/>
                  </a:lnTo>
                  <a:lnTo>
                    <a:pt x="494745" y="1303310"/>
                  </a:lnTo>
                  <a:lnTo>
                    <a:pt x="494694" y="1303344"/>
                  </a:lnTo>
                  <a:lnTo>
                    <a:pt x="494679" y="1303352"/>
                  </a:lnTo>
                  <a:lnTo>
                    <a:pt x="494663" y="1303360"/>
                  </a:lnTo>
                  <a:lnTo>
                    <a:pt x="494641" y="1303360"/>
                  </a:lnTo>
                  <a:lnTo>
                    <a:pt x="494596" y="1303358"/>
                  </a:lnTo>
                  <a:lnTo>
                    <a:pt x="494543" y="1303375"/>
                  </a:lnTo>
                  <a:lnTo>
                    <a:pt x="494521" y="1303381"/>
                  </a:lnTo>
                  <a:lnTo>
                    <a:pt x="494501" y="1303380"/>
                  </a:lnTo>
                  <a:lnTo>
                    <a:pt x="494483" y="1303375"/>
                  </a:lnTo>
                  <a:lnTo>
                    <a:pt x="494453" y="1303366"/>
                  </a:lnTo>
                  <a:lnTo>
                    <a:pt x="494423" y="1303363"/>
                  </a:lnTo>
                  <a:lnTo>
                    <a:pt x="494378" y="1303358"/>
                  </a:lnTo>
                  <a:lnTo>
                    <a:pt x="494360" y="1303352"/>
                  </a:lnTo>
                  <a:lnTo>
                    <a:pt x="494323" y="1303325"/>
                  </a:lnTo>
                  <a:lnTo>
                    <a:pt x="494288" y="1303294"/>
                  </a:lnTo>
                  <a:lnTo>
                    <a:pt x="494247" y="1303270"/>
                  </a:lnTo>
                  <a:lnTo>
                    <a:pt x="494195" y="1303251"/>
                  </a:lnTo>
                  <a:lnTo>
                    <a:pt x="494138" y="1303227"/>
                  </a:lnTo>
                  <a:lnTo>
                    <a:pt x="494101" y="1303203"/>
                  </a:lnTo>
                  <a:lnTo>
                    <a:pt x="494095" y="1303199"/>
                  </a:lnTo>
                  <a:lnTo>
                    <a:pt x="494053" y="1303173"/>
                  </a:lnTo>
                  <a:lnTo>
                    <a:pt x="494026" y="1303159"/>
                  </a:lnTo>
                  <a:lnTo>
                    <a:pt x="494008" y="1303158"/>
                  </a:lnTo>
                  <a:lnTo>
                    <a:pt x="493973" y="1303159"/>
                  </a:lnTo>
                  <a:lnTo>
                    <a:pt x="493934" y="1303172"/>
                  </a:lnTo>
                  <a:lnTo>
                    <a:pt x="493902" y="1303185"/>
                  </a:lnTo>
                  <a:lnTo>
                    <a:pt x="493818" y="1303215"/>
                  </a:lnTo>
                  <a:lnTo>
                    <a:pt x="493766" y="1303229"/>
                  </a:lnTo>
                  <a:lnTo>
                    <a:pt x="493724" y="1303232"/>
                  </a:lnTo>
                  <a:lnTo>
                    <a:pt x="493711" y="1303234"/>
                  </a:lnTo>
                  <a:lnTo>
                    <a:pt x="493625" y="1303142"/>
                  </a:lnTo>
                  <a:lnTo>
                    <a:pt x="493612" y="1303132"/>
                  </a:lnTo>
                  <a:lnTo>
                    <a:pt x="493597" y="1303125"/>
                  </a:lnTo>
                  <a:lnTo>
                    <a:pt x="493581" y="1303121"/>
                  </a:lnTo>
                  <a:lnTo>
                    <a:pt x="493541" y="1303113"/>
                  </a:lnTo>
                  <a:lnTo>
                    <a:pt x="493532" y="1303111"/>
                  </a:lnTo>
                  <a:lnTo>
                    <a:pt x="493527" y="1303110"/>
                  </a:lnTo>
                  <a:lnTo>
                    <a:pt x="493522" y="1303108"/>
                  </a:lnTo>
                  <a:lnTo>
                    <a:pt x="493513" y="1303103"/>
                  </a:lnTo>
                  <a:lnTo>
                    <a:pt x="493494" y="1303088"/>
                  </a:lnTo>
                  <a:lnTo>
                    <a:pt x="493481" y="1303078"/>
                  </a:lnTo>
                  <a:lnTo>
                    <a:pt x="493442" y="1303046"/>
                  </a:lnTo>
                  <a:lnTo>
                    <a:pt x="493408" y="1303022"/>
                  </a:lnTo>
                  <a:lnTo>
                    <a:pt x="493376" y="1303009"/>
                  </a:lnTo>
                  <a:lnTo>
                    <a:pt x="493356" y="1303005"/>
                  </a:lnTo>
                  <a:lnTo>
                    <a:pt x="493332" y="1303003"/>
                  </a:lnTo>
                  <a:lnTo>
                    <a:pt x="493299" y="1303001"/>
                  </a:lnTo>
                  <a:lnTo>
                    <a:pt x="493227" y="1303012"/>
                  </a:lnTo>
                  <a:lnTo>
                    <a:pt x="493201" y="1303014"/>
                  </a:lnTo>
                  <a:lnTo>
                    <a:pt x="493130" y="1303010"/>
                  </a:lnTo>
                  <a:lnTo>
                    <a:pt x="493115" y="1303005"/>
                  </a:lnTo>
                  <a:lnTo>
                    <a:pt x="493047" y="1302998"/>
                  </a:lnTo>
                  <a:lnTo>
                    <a:pt x="492936" y="1302977"/>
                  </a:lnTo>
                  <a:lnTo>
                    <a:pt x="492912" y="1302972"/>
                  </a:lnTo>
                  <a:lnTo>
                    <a:pt x="492890" y="1302965"/>
                  </a:lnTo>
                  <a:lnTo>
                    <a:pt x="492844" y="1302951"/>
                  </a:lnTo>
                  <a:lnTo>
                    <a:pt x="492807" y="1302934"/>
                  </a:lnTo>
                  <a:lnTo>
                    <a:pt x="492744" y="1302901"/>
                  </a:lnTo>
                  <a:lnTo>
                    <a:pt x="492720" y="1302889"/>
                  </a:lnTo>
                  <a:lnTo>
                    <a:pt x="492673" y="1302868"/>
                  </a:lnTo>
                  <a:lnTo>
                    <a:pt x="492655" y="1302860"/>
                  </a:lnTo>
                  <a:lnTo>
                    <a:pt x="492615" y="1302837"/>
                  </a:lnTo>
                  <a:lnTo>
                    <a:pt x="492605" y="1302848"/>
                  </a:lnTo>
                  <a:lnTo>
                    <a:pt x="492600" y="1302854"/>
                  </a:lnTo>
                  <a:lnTo>
                    <a:pt x="492587" y="1302864"/>
                  </a:lnTo>
                  <a:lnTo>
                    <a:pt x="492525" y="1302911"/>
                  </a:lnTo>
                  <a:lnTo>
                    <a:pt x="492508" y="1302926"/>
                  </a:lnTo>
                  <a:lnTo>
                    <a:pt x="492463" y="1302964"/>
                  </a:lnTo>
                  <a:lnTo>
                    <a:pt x="492442" y="1302989"/>
                  </a:lnTo>
                  <a:lnTo>
                    <a:pt x="492429" y="1303003"/>
                  </a:lnTo>
                  <a:lnTo>
                    <a:pt x="492407" y="1303037"/>
                  </a:lnTo>
                  <a:lnTo>
                    <a:pt x="492371" y="1303123"/>
                  </a:lnTo>
                  <a:lnTo>
                    <a:pt x="492330" y="1303223"/>
                  </a:lnTo>
                  <a:lnTo>
                    <a:pt x="492318" y="1303242"/>
                  </a:lnTo>
                  <a:lnTo>
                    <a:pt x="492284" y="1303234"/>
                  </a:lnTo>
                  <a:lnTo>
                    <a:pt x="492184" y="1303208"/>
                  </a:lnTo>
                  <a:lnTo>
                    <a:pt x="492149" y="1303203"/>
                  </a:lnTo>
                  <a:lnTo>
                    <a:pt x="492139" y="1303202"/>
                  </a:lnTo>
                  <a:lnTo>
                    <a:pt x="492128" y="1303201"/>
                  </a:lnTo>
                  <a:lnTo>
                    <a:pt x="492077" y="1303200"/>
                  </a:lnTo>
                  <a:lnTo>
                    <a:pt x="492024" y="1303195"/>
                  </a:lnTo>
                  <a:lnTo>
                    <a:pt x="491886" y="1303161"/>
                  </a:lnTo>
                  <a:lnTo>
                    <a:pt x="491827" y="1303157"/>
                  </a:lnTo>
                  <a:lnTo>
                    <a:pt x="491805" y="1303158"/>
                  </a:lnTo>
                  <a:lnTo>
                    <a:pt x="491795" y="1303159"/>
                  </a:lnTo>
                  <a:lnTo>
                    <a:pt x="491788" y="1303164"/>
                  </a:lnTo>
                  <a:lnTo>
                    <a:pt x="491769" y="1303178"/>
                  </a:lnTo>
                  <a:lnTo>
                    <a:pt x="491750" y="1303190"/>
                  </a:lnTo>
                  <a:lnTo>
                    <a:pt x="491743" y="1303193"/>
                  </a:lnTo>
                  <a:lnTo>
                    <a:pt x="491732" y="1303199"/>
                  </a:lnTo>
                  <a:lnTo>
                    <a:pt x="491713" y="1303210"/>
                  </a:lnTo>
                  <a:lnTo>
                    <a:pt x="491704" y="1303215"/>
                  </a:lnTo>
                  <a:lnTo>
                    <a:pt x="491699" y="1303218"/>
                  </a:lnTo>
                  <a:lnTo>
                    <a:pt x="491691" y="1303222"/>
                  </a:lnTo>
                  <a:lnTo>
                    <a:pt x="491668" y="1303234"/>
                  </a:lnTo>
                  <a:lnTo>
                    <a:pt x="491643" y="1303247"/>
                  </a:lnTo>
                  <a:lnTo>
                    <a:pt x="491601" y="1303270"/>
                  </a:lnTo>
                  <a:lnTo>
                    <a:pt x="491594" y="1303276"/>
                  </a:lnTo>
                  <a:lnTo>
                    <a:pt x="491583" y="1303285"/>
                  </a:lnTo>
                  <a:lnTo>
                    <a:pt x="491576" y="1303292"/>
                  </a:lnTo>
                  <a:lnTo>
                    <a:pt x="491561" y="1303310"/>
                  </a:lnTo>
                  <a:lnTo>
                    <a:pt x="491557" y="1303314"/>
                  </a:lnTo>
                  <a:lnTo>
                    <a:pt x="491548" y="1303322"/>
                  </a:lnTo>
                  <a:lnTo>
                    <a:pt x="491532" y="1303336"/>
                  </a:lnTo>
                  <a:lnTo>
                    <a:pt x="491514" y="1303353"/>
                  </a:lnTo>
                  <a:lnTo>
                    <a:pt x="491501" y="1303363"/>
                  </a:lnTo>
                  <a:lnTo>
                    <a:pt x="491471" y="1303381"/>
                  </a:lnTo>
                  <a:lnTo>
                    <a:pt x="491411" y="1303404"/>
                  </a:lnTo>
                  <a:lnTo>
                    <a:pt x="491393" y="1303411"/>
                  </a:lnTo>
                  <a:lnTo>
                    <a:pt x="491379" y="1303415"/>
                  </a:lnTo>
                  <a:lnTo>
                    <a:pt x="491362" y="1303416"/>
                  </a:lnTo>
                  <a:lnTo>
                    <a:pt x="491353" y="1303417"/>
                  </a:lnTo>
                  <a:lnTo>
                    <a:pt x="491343" y="1303419"/>
                  </a:lnTo>
                  <a:lnTo>
                    <a:pt x="491322" y="1303423"/>
                  </a:lnTo>
                  <a:lnTo>
                    <a:pt x="491296" y="1303430"/>
                  </a:lnTo>
                  <a:lnTo>
                    <a:pt x="491273" y="1303443"/>
                  </a:lnTo>
                  <a:lnTo>
                    <a:pt x="491261" y="1303452"/>
                  </a:lnTo>
                  <a:lnTo>
                    <a:pt x="491250" y="1303461"/>
                  </a:lnTo>
                  <a:lnTo>
                    <a:pt x="491238" y="1303473"/>
                  </a:lnTo>
                  <a:lnTo>
                    <a:pt x="491232" y="1303478"/>
                  </a:lnTo>
                  <a:lnTo>
                    <a:pt x="491215" y="1303490"/>
                  </a:lnTo>
                  <a:lnTo>
                    <a:pt x="491143" y="1303538"/>
                  </a:lnTo>
                  <a:lnTo>
                    <a:pt x="491136" y="1303543"/>
                  </a:lnTo>
                  <a:lnTo>
                    <a:pt x="491120" y="1303552"/>
                  </a:lnTo>
                  <a:lnTo>
                    <a:pt x="491109" y="1303560"/>
                  </a:lnTo>
                  <a:lnTo>
                    <a:pt x="491095" y="1303570"/>
                  </a:lnTo>
                  <a:lnTo>
                    <a:pt x="491089" y="1303573"/>
                  </a:lnTo>
                  <a:lnTo>
                    <a:pt x="491081" y="1303575"/>
                  </a:lnTo>
                  <a:lnTo>
                    <a:pt x="491076" y="1303575"/>
                  </a:lnTo>
                  <a:lnTo>
                    <a:pt x="491062" y="1303575"/>
                  </a:lnTo>
                  <a:lnTo>
                    <a:pt x="491044" y="1303571"/>
                  </a:lnTo>
                  <a:lnTo>
                    <a:pt x="491031" y="1303570"/>
                  </a:lnTo>
                  <a:lnTo>
                    <a:pt x="491020" y="1303570"/>
                  </a:lnTo>
                  <a:lnTo>
                    <a:pt x="491010" y="1303571"/>
                  </a:lnTo>
                  <a:lnTo>
                    <a:pt x="490989" y="1303572"/>
                  </a:lnTo>
                  <a:lnTo>
                    <a:pt x="490981" y="1303573"/>
                  </a:lnTo>
                  <a:lnTo>
                    <a:pt x="490969" y="1303574"/>
                  </a:lnTo>
                  <a:lnTo>
                    <a:pt x="490962" y="1303574"/>
                  </a:lnTo>
                  <a:lnTo>
                    <a:pt x="490951" y="1303576"/>
                  </a:lnTo>
                  <a:lnTo>
                    <a:pt x="490935" y="1303577"/>
                  </a:lnTo>
                  <a:lnTo>
                    <a:pt x="490917" y="1303578"/>
                  </a:lnTo>
                  <a:lnTo>
                    <a:pt x="490912" y="1303577"/>
                  </a:lnTo>
                  <a:lnTo>
                    <a:pt x="490901" y="1303575"/>
                  </a:lnTo>
                  <a:lnTo>
                    <a:pt x="490886" y="1303574"/>
                  </a:lnTo>
                  <a:lnTo>
                    <a:pt x="490870" y="1303576"/>
                  </a:lnTo>
                  <a:lnTo>
                    <a:pt x="490860" y="1303578"/>
                  </a:lnTo>
                  <a:lnTo>
                    <a:pt x="490839" y="1303588"/>
                  </a:lnTo>
                  <a:lnTo>
                    <a:pt x="490833" y="1303591"/>
                  </a:lnTo>
                  <a:lnTo>
                    <a:pt x="490827" y="1303592"/>
                  </a:lnTo>
                  <a:lnTo>
                    <a:pt x="490822" y="1303593"/>
                  </a:lnTo>
                  <a:lnTo>
                    <a:pt x="490795" y="1303597"/>
                  </a:lnTo>
                  <a:lnTo>
                    <a:pt x="490787" y="1303598"/>
                  </a:lnTo>
                  <a:lnTo>
                    <a:pt x="490781" y="1303599"/>
                  </a:lnTo>
                  <a:lnTo>
                    <a:pt x="490761" y="1303603"/>
                  </a:lnTo>
                  <a:lnTo>
                    <a:pt x="490754" y="1303605"/>
                  </a:lnTo>
                  <a:lnTo>
                    <a:pt x="490749" y="1303605"/>
                  </a:lnTo>
                  <a:lnTo>
                    <a:pt x="490739" y="1303606"/>
                  </a:lnTo>
                  <a:lnTo>
                    <a:pt x="490729" y="1303610"/>
                  </a:lnTo>
                  <a:lnTo>
                    <a:pt x="490716" y="1303615"/>
                  </a:lnTo>
                  <a:lnTo>
                    <a:pt x="490699" y="1303623"/>
                  </a:lnTo>
                  <a:lnTo>
                    <a:pt x="490681" y="1303631"/>
                  </a:lnTo>
                  <a:lnTo>
                    <a:pt x="490661" y="1303638"/>
                  </a:lnTo>
                  <a:lnTo>
                    <a:pt x="490645" y="1303643"/>
                  </a:lnTo>
                  <a:lnTo>
                    <a:pt x="490605" y="1303657"/>
                  </a:lnTo>
                  <a:lnTo>
                    <a:pt x="490579" y="1303665"/>
                  </a:lnTo>
                  <a:lnTo>
                    <a:pt x="490558" y="1303668"/>
                  </a:lnTo>
                  <a:lnTo>
                    <a:pt x="490545" y="1303670"/>
                  </a:lnTo>
                  <a:lnTo>
                    <a:pt x="490540" y="1303673"/>
                  </a:lnTo>
                  <a:lnTo>
                    <a:pt x="490530" y="1303677"/>
                  </a:lnTo>
                  <a:lnTo>
                    <a:pt x="490522" y="1303679"/>
                  </a:lnTo>
                  <a:lnTo>
                    <a:pt x="490515" y="1303680"/>
                  </a:lnTo>
                  <a:lnTo>
                    <a:pt x="490500" y="1303682"/>
                  </a:lnTo>
                  <a:lnTo>
                    <a:pt x="490483" y="1303684"/>
                  </a:lnTo>
                  <a:lnTo>
                    <a:pt x="490454" y="1303687"/>
                  </a:lnTo>
                  <a:lnTo>
                    <a:pt x="490439" y="1303692"/>
                  </a:lnTo>
                  <a:lnTo>
                    <a:pt x="490426" y="1303697"/>
                  </a:lnTo>
                  <a:lnTo>
                    <a:pt x="490398" y="1303710"/>
                  </a:lnTo>
                  <a:lnTo>
                    <a:pt x="490375" y="1303720"/>
                  </a:lnTo>
                  <a:lnTo>
                    <a:pt x="490358" y="1303730"/>
                  </a:lnTo>
                  <a:lnTo>
                    <a:pt x="490352" y="1303736"/>
                  </a:lnTo>
                  <a:lnTo>
                    <a:pt x="490349" y="1303743"/>
                  </a:lnTo>
                  <a:lnTo>
                    <a:pt x="490347" y="1303754"/>
                  </a:lnTo>
                  <a:lnTo>
                    <a:pt x="490345" y="1303765"/>
                  </a:lnTo>
                  <a:lnTo>
                    <a:pt x="490341" y="1303784"/>
                  </a:lnTo>
                  <a:lnTo>
                    <a:pt x="490340" y="1303790"/>
                  </a:lnTo>
                  <a:lnTo>
                    <a:pt x="490337" y="1303806"/>
                  </a:lnTo>
                  <a:lnTo>
                    <a:pt x="490335" y="1303820"/>
                  </a:lnTo>
                  <a:lnTo>
                    <a:pt x="490333" y="1303829"/>
                  </a:lnTo>
                  <a:lnTo>
                    <a:pt x="490328" y="1303862"/>
                  </a:lnTo>
                  <a:lnTo>
                    <a:pt x="490327" y="1303873"/>
                  </a:lnTo>
                  <a:lnTo>
                    <a:pt x="490325" y="1303887"/>
                  </a:lnTo>
                  <a:lnTo>
                    <a:pt x="490321" y="1303901"/>
                  </a:lnTo>
                  <a:lnTo>
                    <a:pt x="490317" y="1303914"/>
                  </a:lnTo>
                  <a:lnTo>
                    <a:pt x="490315" y="1303926"/>
                  </a:lnTo>
                  <a:lnTo>
                    <a:pt x="490314" y="1303931"/>
                  </a:lnTo>
                  <a:lnTo>
                    <a:pt x="490314" y="1303948"/>
                  </a:lnTo>
                  <a:lnTo>
                    <a:pt x="490313" y="1303963"/>
                  </a:lnTo>
                  <a:lnTo>
                    <a:pt x="490310" y="1303992"/>
                  </a:lnTo>
                  <a:lnTo>
                    <a:pt x="490308" y="1303998"/>
                  </a:lnTo>
                  <a:lnTo>
                    <a:pt x="490304" y="1304012"/>
                  </a:lnTo>
                  <a:lnTo>
                    <a:pt x="490300" y="1304032"/>
                  </a:lnTo>
                  <a:lnTo>
                    <a:pt x="490295" y="1304049"/>
                  </a:lnTo>
                  <a:lnTo>
                    <a:pt x="490293" y="1304056"/>
                  </a:lnTo>
                  <a:lnTo>
                    <a:pt x="490285" y="1304076"/>
                  </a:lnTo>
                  <a:lnTo>
                    <a:pt x="490280" y="1304091"/>
                  </a:lnTo>
                  <a:lnTo>
                    <a:pt x="490277" y="1304099"/>
                  </a:lnTo>
                  <a:lnTo>
                    <a:pt x="490271" y="1304118"/>
                  </a:lnTo>
                  <a:lnTo>
                    <a:pt x="490265" y="1304143"/>
                  </a:lnTo>
                  <a:lnTo>
                    <a:pt x="490262" y="1304158"/>
                  </a:lnTo>
                  <a:lnTo>
                    <a:pt x="490260" y="1304166"/>
                  </a:lnTo>
                  <a:lnTo>
                    <a:pt x="490254" y="1304174"/>
                  </a:lnTo>
                  <a:lnTo>
                    <a:pt x="490228" y="1304186"/>
                  </a:lnTo>
                  <a:lnTo>
                    <a:pt x="490210" y="1304194"/>
                  </a:lnTo>
                  <a:lnTo>
                    <a:pt x="490195" y="1304200"/>
                  </a:lnTo>
                  <a:lnTo>
                    <a:pt x="490189" y="1304203"/>
                  </a:lnTo>
                  <a:lnTo>
                    <a:pt x="490184" y="1304206"/>
                  </a:lnTo>
                  <a:lnTo>
                    <a:pt x="490168" y="1304221"/>
                  </a:lnTo>
                  <a:lnTo>
                    <a:pt x="490162" y="1304227"/>
                  </a:lnTo>
                  <a:lnTo>
                    <a:pt x="490157" y="1304232"/>
                  </a:lnTo>
                  <a:lnTo>
                    <a:pt x="490153" y="1304237"/>
                  </a:lnTo>
                  <a:lnTo>
                    <a:pt x="490136" y="1304258"/>
                  </a:lnTo>
                  <a:lnTo>
                    <a:pt x="490127" y="1304271"/>
                  </a:lnTo>
                  <a:lnTo>
                    <a:pt x="490083" y="1304313"/>
                  </a:lnTo>
                  <a:lnTo>
                    <a:pt x="490079" y="1304318"/>
                  </a:lnTo>
                  <a:lnTo>
                    <a:pt x="490070" y="1304328"/>
                  </a:lnTo>
                  <a:lnTo>
                    <a:pt x="490066" y="1304332"/>
                  </a:lnTo>
                  <a:lnTo>
                    <a:pt x="490048" y="1304344"/>
                  </a:lnTo>
                  <a:lnTo>
                    <a:pt x="490036" y="1304347"/>
                  </a:lnTo>
                  <a:lnTo>
                    <a:pt x="490026" y="1304350"/>
                  </a:lnTo>
                  <a:lnTo>
                    <a:pt x="490007" y="1304359"/>
                  </a:lnTo>
                  <a:lnTo>
                    <a:pt x="489984" y="1304370"/>
                  </a:lnTo>
                  <a:lnTo>
                    <a:pt x="489979" y="1304371"/>
                  </a:lnTo>
                  <a:lnTo>
                    <a:pt x="489948" y="1304374"/>
                  </a:lnTo>
                  <a:lnTo>
                    <a:pt x="489941" y="1304373"/>
                  </a:lnTo>
                  <a:lnTo>
                    <a:pt x="489928" y="1304369"/>
                  </a:lnTo>
                  <a:lnTo>
                    <a:pt x="489923" y="1304367"/>
                  </a:lnTo>
                  <a:lnTo>
                    <a:pt x="489914" y="1304363"/>
                  </a:lnTo>
                  <a:lnTo>
                    <a:pt x="489909" y="1304360"/>
                  </a:lnTo>
                  <a:lnTo>
                    <a:pt x="489895" y="1304354"/>
                  </a:lnTo>
                  <a:lnTo>
                    <a:pt x="489871" y="1304336"/>
                  </a:lnTo>
                  <a:lnTo>
                    <a:pt x="489837" y="1304306"/>
                  </a:lnTo>
                  <a:lnTo>
                    <a:pt x="489821" y="1304296"/>
                  </a:lnTo>
                  <a:lnTo>
                    <a:pt x="489816" y="1304294"/>
                  </a:lnTo>
                  <a:lnTo>
                    <a:pt x="489809" y="1304291"/>
                  </a:lnTo>
                  <a:lnTo>
                    <a:pt x="489793" y="1304295"/>
                  </a:lnTo>
                  <a:lnTo>
                    <a:pt x="489745" y="1304309"/>
                  </a:lnTo>
                  <a:lnTo>
                    <a:pt x="489737" y="1304312"/>
                  </a:lnTo>
                  <a:lnTo>
                    <a:pt x="489704" y="1304318"/>
                  </a:lnTo>
                  <a:lnTo>
                    <a:pt x="489697" y="1304319"/>
                  </a:lnTo>
                  <a:lnTo>
                    <a:pt x="489691" y="1304320"/>
                  </a:lnTo>
                  <a:lnTo>
                    <a:pt x="489683" y="1304321"/>
                  </a:lnTo>
                  <a:lnTo>
                    <a:pt x="489666" y="1304321"/>
                  </a:lnTo>
                  <a:lnTo>
                    <a:pt x="489659" y="1304320"/>
                  </a:lnTo>
                  <a:lnTo>
                    <a:pt x="489651" y="1304319"/>
                  </a:lnTo>
                  <a:lnTo>
                    <a:pt x="489642" y="1304320"/>
                  </a:lnTo>
                  <a:lnTo>
                    <a:pt x="489634" y="1304321"/>
                  </a:lnTo>
                  <a:lnTo>
                    <a:pt x="489614" y="1304324"/>
                  </a:lnTo>
                  <a:lnTo>
                    <a:pt x="489597" y="1304328"/>
                  </a:lnTo>
                  <a:lnTo>
                    <a:pt x="489574" y="1304335"/>
                  </a:lnTo>
                  <a:lnTo>
                    <a:pt x="489566" y="1304337"/>
                  </a:lnTo>
                  <a:lnTo>
                    <a:pt x="489561" y="1304338"/>
                  </a:lnTo>
                  <a:lnTo>
                    <a:pt x="489550" y="1304341"/>
                  </a:lnTo>
                  <a:lnTo>
                    <a:pt x="489545" y="1304341"/>
                  </a:lnTo>
                  <a:lnTo>
                    <a:pt x="489533" y="1304334"/>
                  </a:lnTo>
                  <a:lnTo>
                    <a:pt x="489527" y="1304331"/>
                  </a:lnTo>
                  <a:lnTo>
                    <a:pt x="489514" y="1304324"/>
                  </a:lnTo>
                  <a:lnTo>
                    <a:pt x="489507" y="1304320"/>
                  </a:lnTo>
                  <a:lnTo>
                    <a:pt x="489498" y="1304315"/>
                  </a:lnTo>
                  <a:lnTo>
                    <a:pt x="489489" y="1304308"/>
                  </a:lnTo>
                  <a:lnTo>
                    <a:pt x="489473" y="1304293"/>
                  </a:lnTo>
                  <a:lnTo>
                    <a:pt x="489464" y="1304281"/>
                  </a:lnTo>
                  <a:lnTo>
                    <a:pt x="489448" y="1304266"/>
                  </a:lnTo>
                  <a:lnTo>
                    <a:pt x="489427" y="1304246"/>
                  </a:lnTo>
                  <a:lnTo>
                    <a:pt x="489410" y="1304230"/>
                  </a:lnTo>
                  <a:lnTo>
                    <a:pt x="489379" y="1304198"/>
                  </a:lnTo>
                  <a:lnTo>
                    <a:pt x="489364" y="1304186"/>
                  </a:lnTo>
                  <a:lnTo>
                    <a:pt x="489355" y="1304190"/>
                  </a:lnTo>
                  <a:lnTo>
                    <a:pt x="489345" y="1304197"/>
                  </a:lnTo>
                  <a:lnTo>
                    <a:pt x="489334" y="1304202"/>
                  </a:lnTo>
                  <a:lnTo>
                    <a:pt x="489315" y="1304214"/>
                  </a:lnTo>
                  <a:lnTo>
                    <a:pt x="489292" y="1304230"/>
                  </a:lnTo>
                  <a:lnTo>
                    <a:pt x="489276" y="1304252"/>
                  </a:lnTo>
                  <a:lnTo>
                    <a:pt x="489257" y="1304275"/>
                  </a:lnTo>
                  <a:lnTo>
                    <a:pt x="489251" y="1304281"/>
                  </a:lnTo>
                  <a:lnTo>
                    <a:pt x="489234" y="1304291"/>
                  </a:lnTo>
                  <a:lnTo>
                    <a:pt x="489229" y="1304293"/>
                  </a:lnTo>
                  <a:lnTo>
                    <a:pt x="489187" y="1304317"/>
                  </a:lnTo>
                  <a:lnTo>
                    <a:pt x="489175" y="1304326"/>
                  </a:lnTo>
                  <a:lnTo>
                    <a:pt x="489171" y="1304329"/>
                  </a:lnTo>
                  <a:lnTo>
                    <a:pt x="489162" y="1304333"/>
                  </a:lnTo>
                  <a:lnTo>
                    <a:pt x="489148" y="1304336"/>
                  </a:lnTo>
                  <a:lnTo>
                    <a:pt x="489115" y="1304335"/>
                  </a:lnTo>
                  <a:lnTo>
                    <a:pt x="489105" y="1304335"/>
                  </a:lnTo>
                  <a:lnTo>
                    <a:pt x="489100" y="1304334"/>
                  </a:lnTo>
                  <a:lnTo>
                    <a:pt x="489077" y="1304325"/>
                  </a:lnTo>
                  <a:lnTo>
                    <a:pt x="489059" y="1304320"/>
                  </a:lnTo>
                  <a:lnTo>
                    <a:pt x="489017" y="1304308"/>
                  </a:lnTo>
                  <a:lnTo>
                    <a:pt x="489010" y="1304305"/>
                  </a:lnTo>
                  <a:lnTo>
                    <a:pt x="488993" y="1304296"/>
                  </a:lnTo>
                  <a:lnTo>
                    <a:pt x="488972" y="1304284"/>
                  </a:lnTo>
                  <a:lnTo>
                    <a:pt x="488967" y="1304282"/>
                  </a:lnTo>
                  <a:lnTo>
                    <a:pt x="488954" y="1304276"/>
                  </a:lnTo>
                  <a:lnTo>
                    <a:pt x="488944" y="1304272"/>
                  </a:lnTo>
                  <a:lnTo>
                    <a:pt x="488940" y="1304268"/>
                  </a:lnTo>
                  <a:lnTo>
                    <a:pt x="488928" y="1304250"/>
                  </a:lnTo>
                  <a:lnTo>
                    <a:pt x="488920" y="1304228"/>
                  </a:lnTo>
                  <a:lnTo>
                    <a:pt x="488910" y="1304210"/>
                  </a:lnTo>
                  <a:lnTo>
                    <a:pt x="488905" y="1304204"/>
                  </a:lnTo>
                  <a:lnTo>
                    <a:pt x="488892" y="1304183"/>
                  </a:lnTo>
                  <a:lnTo>
                    <a:pt x="488886" y="1304173"/>
                  </a:lnTo>
                  <a:lnTo>
                    <a:pt x="488873" y="1304156"/>
                  </a:lnTo>
                  <a:lnTo>
                    <a:pt x="488869" y="1304151"/>
                  </a:lnTo>
                  <a:lnTo>
                    <a:pt x="488863" y="1304146"/>
                  </a:lnTo>
                  <a:lnTo>
                    <a:pt x="488857" y="1304142"/>
                  </a:lnTo>
                  <a:lnTo>
                    <a:pt x="488850" y="1304138"/>
                  </a:lnTo>
                  <a:lnTo>
                    <a:pt x="488828" y="1304129"/>
                  </a:lnTo>
                  <a:lnTo>
                    <a:pt x="488820" y="1304125"/>
                  </a:lnTo>
                  <a:lnTo>
                    <a:pt x="488787" y="1304117"/>
                  </a:lnTo>
                  <a:lnTo>
                    <a:pt x="488760" y="1304111"/>
                  </a:lnTo>
                  <a:lnTo>
                    <a:pt x="488742" y="1304107"/>
                  </a:lnTo>
                  <a:lnTo>
                    <a:pt x="488716" y="1304101"/>
                  </a:lnTo>
                  <a:lnTo>
                    <a:pt x="488691" y="1304094"/>
                  </a:lnTo>
                  <a:lnTo>
                    <a:pt x="488673" y="1304091"/>
                  </a:lnTo>
                  <a:lnTo>
                    <a:pt x="488654" y="1304087"/>
                  </a:lnTo>
                  <a:lnTo>
                    <a:pt x="488629" y="1304086"/>
                  </a:lnTo>
                  <a:lnTo>
                    <a:pt x="488606" y="1304086"/>
                  </a:lnTo>
                  <a:lnTo>
                    <a:pt x="488593" y="1304087"/>
                  </a:lnTo>
                  <a:lnTo>
                    <a:pt x="488577" y="1304088"/>
                  </a:lnTo>
                  <a:lnTo>
                    <a:pt x="488559" y="1304090"/>
                  </a:lnTo>
                  <a:lnTo>
                    <a:pt x="488539" y="1304091"/>
                  </a:lnTo>
                  <a:lnTo>
                    <a:pt x="488518" y="1304092"/>
                  </a:lnTo>
                  <a:lnTo>
                    <a:pt x="488493" y="1304094"/>
                  </a:lnTo>
                  <a:lnTo>
                    <a:pt x="488477" y="1304098"/>
                  </a:lnTo>
                  <a:lnTo>
                    <a:pt x="488457" y="1304104"/>
                  </a:lnTo>
                  <a:lnTo>
                    <a:pt x="488440" y="1304108"/>
                  </a:lnTo>
                  <a:lnTo>
                    <a:pt x="488428" y="1304111"/>
                  </a:lnTo>
                  <a:lnTo>
                    <a:pt x="488411" y="1304117"/>
                  </a:lnTo>
                  <a:lnTo>
                    <a:pt x="488400" y="1304122"/>
                  </a:lnTo>
                  <a:lnTo>
                    <a:pt x="488391" y="1304124"/>
                  </a:lnTo>
                  <a:lnTo>
                    <a:pt x="488382" y="1304126"/>
                  </a:lnTo>
                  <a:lnTo>
                    <a:pt x="488370" y="1304128"/>
                  </a:lnTo>
                  <a:lnTo>
                    <a:pt x="488359" y="1304127"/>
                  </a:lnTo>
                  <a:lnTo>
                    <a:pt x="488349" y="1304127"/>
                  </a:lnTo>
                  <a:lnTo>
                    <a:pt x="488328" y="1304125"/>
                  </a:lnTo>
                  <a:lnTo>
                    <a:pt x="488320" y="1304124"/>
                  </a:lnTo>
                  <a:lnTo>
                    <a:pt x="488302" y="1304123"/>
                  </a:lnTo>
                  <a:lnTo>
                    <a:pt x="488295" y="1304124"/>
                  </a:lnTo>
                  <a:lnTo>
                    <a:pt x="488289" y="1304130"/>
                  </a:lnTo>
                  <a:lnTo>
                    <a:pt x="488286" y="1304139"/>
                  </a:lnTo>
                  <a:lnTo>
                    <a:pt x="488284" y="1304162"/>
                  </a:lnTo>
                  <a:lnTo>
                    <a:pt x="488284" y="1304175"/>
                  </a:lnTo>
                  <a:lnTo>
                    <a:pt x="488285" y="1304194"/>
                  </a:lnTo>
                  <a:lnTo>
                    <a:pt x="488289" y="1304208"/>
                  </a:lnTo>
                  <a:lnTo>
                    <a:pt x="488290" y="1304215"/>
                  </a:lnTo>
                  <a:lnTo>
                    <a:pt x="488295" y="1304249"/>
                  </a:lnTo>
                  <a:lnTo>
                    <a:pt x="488296" y="1304264"/>
                  </a:lnTo>
                  <a:lnTo>
                    <a:pt x="488295" y="1304276"/>
                  </a:lnTo>
                  <a:lnTo>
                    <a:pt x="488295" y="1304286"/>
                  </a:lnTo>
                  <a:lnTo>
                    <a:pt x="488295" y="1304294"/>
                  </a:lnTo>
                  <a:lnTo>
                    <a:pt x="488292" y="1304324"/>
                  </a:lnTo>
                  <a:lnTo>
                    <a:pt x="488290" y="1304334"/>
                  </a:lnTo>
                  <a:lnTo>
                    <a:pt x="488276" y="1304361"/>
                  </a:lnTo>
                  <a:lnTo>
                    <a:pt x="488274" y="1304366"/>
                  </a:lnTo>
                  <a:lnTo>
                    <a:pt x="488266" y="1304380"/>
                  </a:lnTo>
                  <a:lnTo>
                    <a:pt x="488261" y="1304388"/>
                  </a:lnTo>
                  <a:lnTo>
                    <a:pt x="488250" y="1304400"/>
                  </a:lnTo>
                  <a:lnTo>
                    <a:pt x="488223" y="1304433"/>
                  </a:lnTo>
                  <a:lnTo>
                    <a:pt x="488201" y="1304458"/>
                  </a:lnTo>
                  <a:lnTo>
                    <a:pt x="488170" y="1304476"/>
                  </a:lnTo>
                  <a:lnTo>
                    <a:pt x="488125" y="1304495"/>
                  </a:lnTo>
                  <a:lnTo>
                    <a:pt x="488091" y="1304516"/>
                  </a:lnTo>
                  <a:lnTo>
                    <a:pt x="488083" y="1304521"/>
                  </a:lnTo>
                  <a:lnTo>
                    <a:pt x="488078" y="1304526"/>
                  </a:lnTo>
                  <a:lnTo>
                    <a:pt x="488082" y="1304531"/>
                  </a:lnTo>
                  <a:lnTo>
                    <a:pt x="488094" y="1304541"/>
                  </a:lnTo>
                  <a:lnTo>
                    <a:pt x="488100" y="1304543"/>
                  </a:lnTo>
                  <a:lnTo>
                    <a:pt x="488106" y="1304551"/>
                  </a:lnTo>
                  <a:lnTo>
                    <a:pt x="488110" y="1304564"/>
                  </a:lnTo>
                  <a:lnTo>
                    <a:pt x="488113" y="1304571"/>
                  </a:lnTo>
                  <a:lnTo>
                    <a:pt x="488117" y="1304576"/>
                  </a:lnTo>
                  <a:lnTo>
                    <a:pt x="488124" y="1304584"/>
                  </a:lnTo>
                  <a:lnTo>
                    <a:pt x="488135" y="1304602"/>
                  </a:lnTo>
                  <a:lnTo>
                    <a:pt x="488141" y="1304612"/>
                  </a:lnTo>
                  <a:lnTo>
                    <a:pt x="488145" y="1304618"/>
                  </a:lnTo>
                  <a:lnTo>
                    <a:pt x="488149" y="1304627"/>
                  </a:lnTo>
                  <a:lnTo>
                    <a:pt x="488153" y="1304637"/>
                  </a:lnTo>
                  <a:lnTo>
                    <a:pt x="488157" y="1304643"/>
                  </a:lnTo>
                  <a:lnTo>
                    <a:pt x="488161" y="1304648"/>
                  </a:lnTo>
                  <a:lnTo>
                    <a:pt x="488165" y="1304652"/>
                  </a:lnTo>
                  <a:lnTo>
                    <a:pt x="488169" y="1304659"/>
                  </a:lnTo>
                  <a:lnTo>
                    <a:pt x="488174" y="1304668"/>
                  </a:lnTo>
                  <a:lnTo>
                    <a:pt x="488185" y="1304688"/>
                  </a:lnTo>
                  <a:lnTo>
                    <a:pt x="488198" y="1304721"/>
                  </a:lnTo>
                  <a:lnTo>
                    <a:pt x="488202" y="1304726"/>
                  </a:lnTo>
                  <a:lnTo>
                    <a:pt x="488206" y="1304731"/>
                  </a:lnTo>
                  <a:lnTo>
                    <a:pt x="488205" y="1304737"/>
                  </a:lnTo>
                  <a:lnTo>
                    <a:pt x="488201" y="1304752"/>
                  </a:lnTo>
                  <a:lnTo>
                    <a:pt x="488195" y="1304762"/>
                  </a:lnTo>
                  <a:lnTo>
                    <a:pt x="488189" y="1304768"/>
                  </a:lnTo>
                  <a:lnTo>
                    <a:pt x="488178" y="1304776"/>
                  </a:lnTo>
                  <a:lnTo>
                    <a:pt x="488165" y="1304793"/>
                  </a:lnTo>
                  <a:lnTo>
                    <a:pt x="488162" y="1304802"/>
                  </a:lnTo>
                  <a:lnTo>
                    <a:pt x="488160" y="1304815"/>
                  </a:lnTo>
                  <a:lnTo>
                    <a:pt x="488157" y="1304825"/>
                  </a:lnTo>
                  <a:lnTo>
                    <a:pt x="488152" y="1304848"/>
                  </a:lnTo>
                  <a:lnTo>
                    <a:pt x="488150" y="1304855"/>
                  </a:lnTo>
                  <a:lnTo>
                    <a:pt x="488148" y="1304863"/>
                  </a:lnTo>
                  <a:lnTo>
                    <a:pt x="488140" y="1304878"/>
                  </a:lnTo>
                  <a:lnTo>
                    <a:pt x="488128" y="1304893"/>
                  </a:lnTo>
                  <a:lnTo>
                    <a:pt x="488100" y="1304929"/>
                  </a:lnTo>
                  <a:lnTo>
                    <a:pt x="488089" y="1304946"/>
                  </a:lnTo>
                  <a:lnTo>
                    <a:pt x="488075" y="1304975"/>
                  </a:lnTo>
                  <a:lnTo>
                    <a:pt x="488066" y="1304994"/>
                  </a:lnTo>
                  <a:lnTo>
                    <a:pt x="488055" y="1305006"/>
                  </a:lnTo>
                  <a:lnTo>
                    <a:pt x="488033" y="1305029"/>
                  </a:lnTo>
                  <a:lnTo>
                    <a:pt x="488026" y="1305034"/>
                  </a:lnTo>
                  <a:lnTo>
                    <a:pt x="488017" y="1305039"/>
                  </a:lnTo>
                  <a:lnTo>
                    <a:pt x="488008" y="1305044"/>
                  </a:lnTo>
                  <a:lnTo>
                    <a:pt x="487997" y="1305052"/>
                  </a:lnTo>
                  <a:lnTo>
                    <a:pt x="487993" y="1305055"/>
                  </a:lnTo>
                  <a:lnTo>
                    <a:pt x="487986" y="1305060"/>
                  </a:lnTo>
                  <a:lnTo>
                    <a:pt x="487981" y="1305062"/>
                  </a:lnTo>
                  <a:lnTo>
                    <a:pt x="487973" y="1305064"/>
                  </a:lnTo>
                  <a:lnTo>
                    <a:pt x="487965" y="1305065"/>
                  </a:lnTo>
                  <a:lnTo>
                    <a:pt x="487959" y="1305067"/>
                  </a:lnTo>
                  <a:lnTo>
                    <a:pt x="487950" y="1305074"/>
                  </a:lnTo>
                  <a:lnTo>
                    <a:pt x="487942" y="1305078"/>
                  </a:lnTo>
                  <a:lnTo>
                    <a:pt x="487915" y="1305089"/>
                  </a:lnTo>
                  <a:lnTo>
                    <a:pt x="487906" y="1305093"/>
                  </a:lnTo>
                  <a:lnTo>
                    <a:pt x="487881" y="1305109"/>
                  </a:lnTo>
                  <a:lnTo>
                    <a:pt x="487874" y="1305128"/>
                  </a:lnTo>
                  <a:lnTo>
                    <a:pt x="487866" y="1305153"/>
                  </a:lnTo>
                  <a:lnTo>
                    <a:pt x="487854" y="1305175"/>
                  </a:lnTo>
                  <a:lnTo>
                    <a:pt x="487832" y="1305194"/>
                  </a:lnTo>
                  <a:lnTo>
                    <a:pt x="487799" y="1305215"/>
                  </a:lnTo>
                  <a:lnTo>
                    <a:pt x="487791" y="1305223"/>
                  </a:lnTo>
                  <a:lnTo>
                    <a:pt x="487781" y="1305225"/>
                  </a:lnTo>
                  <a:lnTo>
                    <a:pt x="487762" y="1305227"/>
                  </a:lnTo>
                  <a:lnTo>
                    <a:pt x="487748" y="1305227"/>
                  </a:lnTo>
                  <a:lnTo>
                    <a:pt x="487734" y="1305226"/>
                  </a:lnTo>
                  <a:lnTo>
                    <a:pt x="487729" y="1305226"/>
                  </a:lnTo>
                  <a:lnTo>
                    <a:pt x="487724" y="1305226"/>
                  </a:lnTo>
                  <a:lnTo>
                    <a:pt x="487717" y="1305225"/>
                  </a:lnTo>
                  <a:lnTo>
                    <a:pt x="487709" y="1305224"/>
                  </a:lnTo>
                  <a:lnTo>
                    <a:pt x="487699" y="1305222"/>
                  </a:lnTo>
                  <a:lnTo>
                    <a:pt x="487690" y="1305222"/>
                  </a:lnTo>
                  <a:lnTo>
                    <a:pt x="487685" y="1305222"/>
                  </a:lnTo>
                  <a:lnTo>
                    <a:pt x="487679" y="1305223"/>
                  </a:lnTo>
                  <a:lnTo>
                    <a:pt x="487668" y="1305223"/>
                  </a:lnTo>
                  <a:lnTo>
                    <a:pt x="487661" y="1305223"/>
                  </a:lnTo>
                  <a:lnTo>
                    <a:pt x="487651" y="1305221"/>
                  </a:lnTo>
                  <a:lnTo>
                    <a:pt x="487641" y="1305218"/>
                  </a:lnTo>
                  <a:lnTo>
                    <a:pt x="487621" y="1305216"/>
                  </a:lnTo>
                  <a:lnTo>
                    <a:pt x="487608" y="1305216"/>
                  </a:lnTo>
                  <a:lnTo>
                    <a:pt x="487599" y="1305215"/>
                  </a:lnTo>
                  <a:lnTo>
                    <a:pt x="487572" y="1305213"/>
                  </a:lnTo>
                  <a:lnTo>
                    <a:pt x="487566" y="1305215"/>
                  </a:lnTo>
                  <a:lnTo>
                    <a:pt x="487563" y="1305224"/>
                  </a:lnTo>
                  <a:lnTo>
                    <a:pt x="487560" y="1305237"/>
                  </a:lnTo>
                  <a:lnTo>
                    <a:pt x="487559" y="1305246"/>
                  </a:lnTo>
                  <a:lnTo>
                    <a:pt x="487560" y="1305256"/>
                  </a:lnTo>
                  <a:lnTo>
                    <a:pt x="487559" y="1305275"/>
                  </a:lnTo>
                  <a:lnTo>
                    <a:pt x="487556" y="1305310"/>
                  </a:lnTo>
                  <a:lnTo>
                    <a:pt x="487553" y="1305334"/>
                  </a:lnTo>
                  <a:lnTo>
                    <a:pt x="487540" y="1305353"/>
                  </a:lnTo>
                  <a:lnTo>
                    <a:pt x="487532" y="1305371"/>
                  </a:lnTo>
                  <a:lnTo>
                    <a:pt x="487502" y="1305397"/>
                  </a:lnTo>
                  <a:lnTo>
                    <a:pt x="487487" y="1305412"/>
                  </a:lnTo>
                  <a:lnTo>
                    <a:pt x="487476" y="1305418"/>
                  </a:lnTo>
                  <a:lnTo>
                    <a:pt x="487463" y="1305425"/>
                  </a:lnTo>
                  <a:lnTo>
                    <a:pt x="487455" y="1305430"/>
                  </a:lnTo>
                  <a:lnTo>
                    <a:pt x="487446" y="1305441"/>
                  </a:lnTo>
                  <a:lnTo>
                    <a:pt x="487443" y="1305450"/>
                  </a:lnTo>
                  <a:lnTo>
                    <a:pt x="487443" y="1305462"/>
                  </a:lnTo>
                  <a:lnTo>
                    <a:pt x="487445" y="1305484"/>
                  </a:lnTo>
                  <a:lnTo>
                    <a:pt x="487444" y="1305508"/>
                  </a:lnTo>
                  <a:lnTo>
                    <a:pt x="487438" y="1305545"/>
                  </a:lnTo>
                  <a:lnTo>
                    <a:pt x="487437" y="1305553"/>
                  </a:lnTo>
                  <a:lnTo>
                    <a:pt x="487436" y="1305565"/>
                  </a:lnTo>
                  <a:lnTo>
                    <a:pt x="487435" y="1305571"/>
                  </a:lnTo>
                  <a:lnTo>
                    <a:pt x="487431" y="1305581"/>
                  </a:lnTo>
                  <a:lnTo>
                    <a:pt x="487427" y="1305595"/>
                  </a:lnTo>
                  <a:lnTo>
                    <a:pt x="487423" y="1305612"/>
                  </a:lnTo>
                  <a:lnTo>
                    <a:pt x="487421" y="1305621"/>
                  </a:lnTo>
                  <a:lnTo>
                    <a:pt x="487411" y="1305665"/>
                  </a:lnTo>
                  <a:lnTo>
                    <a:pt x="487413" y="1305671"/>
                  </a:lnTo>
                  <a:lnTo>
                    <a:pt x="487433" y="1305687"/>
                  </a:lnTo>
                  <a:lnTo>
                    <a:pt x="487447" y="1305698"/>
                  </a:lnTo>
                  <a:lnTo>
                    <a:pt x="487459" y="1305709"/>
                  </a:lnTo>
                  <a:lnTo>
                    <a:pt x="487469" y="1305718"/>
                  </a:lnTo>
                  <a:lnTo>
                    <a:pt x="487474" y="1305723"/>
                  </a:lnTo>
                  <a:lnTo>
                    <a:pt x="487481" y="1305732"/>
                  </a:lnTo>
                  <a:lnTo>
                    <a:pt x="487494" y="1305749"/>
                  </a:lnTo>
                  <a:lnTo>
                    <a:pt x="487498" y="1305756"/>
                  </a:lnTo>
                  <a:lnTo>
                    <a:pt x="487502" y="1305763"/>
                  </a:lnTo>
                  <a:lnTo>
                    <a:pt x="487505" y="1305769"/>
                  </a:lnTo>
                  <a:lnTo>
                    <a:pt x="487509" y="1305778"/>
                  </a:lnTo>
                  <a:lnTo>
                    <a:pt x="487517" y="1305804"/>
                  </a:lnTo>
                  <a:lnTo>
                    <a:pt x="487520" y="1305836"/>
                  </a:lnTo>
                  <a:lnTo>
                    <a:pt x="487528" y="1305871"/>
                  </a:lnTo>
                  <a:lnTo>
                    <a:pt x="487530" y="1305878"/>
                  </a:lnTo>
                  <a:lnTo>
                    <a:pt x="487532" y="1305888"/>
                  </a:lnTo>
                  <a:lnTo>
                    <a:pt x="487532" y="1305894"/>
                  </a:lnTo>
                  <a:lnTo>
                    <a:pt x="487535" y="1305904"/>
                  </a:lnTo>
                  <a:lnTo>
                    <a:pt x="487544" y="1305931"/>
                  </a:lnTo>
                  <a:lnTo>
                    <a:pt x="487550" y="1305944"/>
                  </a:lnTo>
                  <a:lnTo>
                    <a:pt x="487568" y="1305974"/>
                  </a:lnTo>
                  <a:lnTo>
                    <a:pt x="487578" y="1305988"/>
                  </a:lnTo>
                  <a:lnTo>
                    <a:pt x="487592" y="1306008"/>
                  </a:lnTo>
                  <a:lnTo>
                    <a:pt x="487606" y="1306033"/>
                  </a:lnTo>
                  <a:lnTo>
                    <a:pt x="487614" y="1306057"/>
                  </a:lnTo>
                  <a:lnTo>
                    <a:pt x="487619" y="1306068"/>
                  </a:lnTo>
                  <a:lnTo>
                    <a:pt x="487625" y="1306078"/>
                  </a:lnTo>
                  <a:lnTo>
                    <a:pt x="487633" y="1306099"/>
                  </a:lnTo>
                  <a:lnTo>
                    <a:pt x="487636" y="1306108"/>
                  </a:lnTo>
                  <a:lnTo>
                    <a:pt x="487638" y="1306113"/>
                  </a:lnTo>
                  <a:lnTo>
                    <a:pt x="487642" y="1306124"/>
                  </a:lnTo>
                  <a:lnTo>
                    <a:pt x="487644" y="1306132"/>
                  </a:lnTo>
                  <a:lnTo>
                    <a:pt x="487646" y="1306142"/>
                  </a:lnTo>
                  <a:lnTo>
                    <a:pt x="487652" y="1306155"/>
                  </a:lnTo>
                  <a:lnTo>
                    <a:pt x="487656" y="1306164"/>
                  </a:lnTo>
                  <a:lnTo>
                    <a:pt x="487659" y="1306174"/>
                  </a:lnTo>
                  <a:lnTo>
                    <a:pt x="487662" y="1306181"/>
                  </a:lnTo>
                  <a:lnTo>
                    <a:pt x="487665" y="1306196"/>
                  </a:lnTo>
                  <a:lnTo>
                    <a:pt x="487669" y="1306217"/>
                  </a:lnTo>
                  <a:lnTo>
                    <a:pt x="487675" y="1306234"/>
                  </a:lnTo>
                  <a:lnTo>
                    <a:pt x="487678" y="1306241"/>
                  </a:lnTo>
                  <a:lnTo>
                    <a:pt x="487679" y="1306250"/>
                  </a:lnTo>
                  <a:lnTo>
                    <a:pt x="487679" y="1306257"/>
                  </a:lnTo>
                  <a:lnTo>
                    <a:pt x="487678" y="1306272"/>
                  </a:lnTo>
                  <a:lnTo>
                    <a:pt x="487680" y="1306288"/>
                  </a:lnTo>
                  <a:lnTo>
                    <a:pt x="487680" y="1306294"/>
                  </a:lnTo>
                  <a:lnTo>
                    <a:pt x="487680" y="1306310"/>
                  </a:lnTo>
                  <a:lnTo>
                    <a:pt x="487680" y="1306320"/>
                  </a:lnTo>
                  <a:lnTo>
                    <a:pt x="487679" y="1306326"/>
                  </a:lnTo>
                  <a:lnTo>
                    <a:pt x="487678" y="1306332"/>
                  </a:lnTo>
                  <a:lnTo>
                    <a:pt x="487677" y="1306338"/>
                  </a:lnTo>
                  <a:lnTo>
                    <a:pt x="487681" y="1306348"/>
                  </a:lnTo>
                  <a:lnTo>
                    <a:pt x="487686" y="1306365"/>
                  </a:lnTo>
                  <a:lnTo>
                    <a:pt x="487690" y="1306375"/>
                  </a:lnTo>
                  <a:lnTo>
                    <a:pt x="487692" y="1306381"/>
                  </a:lnTo>
                  <a:lnTo>
                    <a:pt x="487703" y="1306414"/>
                  </a:lnTo>
                  <a:lnTo>
                    <a:pt x="487711" y="1306446"/>
                  </a:lnTo>
                  <a:lnTo>
                    <a:pt x="487716" y="1306456"/>
                  </a:lnTo>
                  <a:lnTo>
                    <a:pt x="487722" y="1306468"/>
                  </a:lnTo>
                  <a:lnTo>
                    <a:pt x="487729" y="1306476"/>
                  </a:lnTo>
                  <a:lnTo>
                    <a:pt x="487736" y="1306484"/>
                  </a:lnTo>
                  <a:lnTo>
                    <a:pt x="487741" y="1306488"/>
                  </a:lnTo>
                  <a:lnTo>
                    <a:pt x="487750" y="1306494"/>
                  </a:lnTo>
                  <a:lnTo>
                    <a:pt x="487759" y="1306500"/>
                  </a:lnTo>
                  <a:lnTo>
                    <a:pt x="487772" y="1306509"/>
                  </a:lnTo>
                  <a:lnTo>
                    <a:pt x="487778" y="1306516"/>
                  </a:lnTo>
                  <a:lnTo>
                    <a:pt x="487784" y="1306525"/>
                  </a:lnTo>
                  <a:lnTo>
                    <a:pt x="487790" y="1306532"/>
                  </a:lnTo>
                  <a:lnTo>
                    <a:pt x="487797" y="1306539"/>
                  </a:lnTo>
                  <a:lnTo>
                    <a:pt x="487800" y="1306543"/>
                  </a:lnTo>
                  <a:lnTo>
                    <a:pt x="487803" y="1306548"/>
                  </a:lnTo>
                  <a:lnTo>
                    <a:pt x="487804" y="1306555"/>
                  </a:lnTo>
                  <a:lnTo>
                    <a:pt x="487805" y="1306563"/>
                  </a:lnTo>
                  <a:lnTo>
                    <a:pt x="487807" y="1306583"/>
                  </a:lnTo>
                  <a:lnTo>
                    <a:pt x="487804" y="1306592"/>
                  </a:lnTo>
                  <a:lnTo>
                    <a:pt x="487794" y="1306600"/>
                  </a:lnTo>
                  <a:lnTo>
                    <a:pt x="487783" y="1306605"/>
                  </a:lnTo>
                  <a:lnTo>
                    <a:pt x="487779" y="1306610"/>
                  </a:lnTo>
                  <a:lnTo>
                    <a:pt x="487762" y="1306625"/>
                  </a:lnTo>
                  <a:lnTo>
                    <a:pt x="487755" y="1306631"/>
                  </a:lnTo>
                  <a:lnTo>
                    <a:pt x="487747" y="1306637"/>
                  </a:lnTo>
                  <a:lnTo>
                    <a:pt x="487739" y="1306642"/>
                  </a:lnTo>
                  <a:lnTo>
                    <a:pt x="487706" y="1306666"/>
                  </a:lnTo>
                  <a:lnTo>
                    <a:pt x="487679" y="1306683"/>
                  </a:lnTo>
                  <a:lnTo>
                    <a:pt x="487664" y="1306692"/>
                  </a:lnTo>
                  <a:lnTo>
                    <a:pt x="487652" y="1306700"/>
                  </a:lnTo>
                  <a:lnTo>
                    <a:pt x="487645" y="1306703"/>
                  </a:lnTo>
                  <a:lnTo>
                    <a:pt x="487637" y="1306706"/>
                  </a:lnTo>
                  <a:lnTo>
                    <a:pt x="487629" y="1306707"/>
                  </a:lnTo>
                  <a:lnTo>
                    <a:pt x="487616" y="1306706"/>
                  </a:lnTo>
                  <a:lnTo>
                    <a:pt x="487594" y="1306709"/>
                  </a:lnTo>
                  <a:lnTo>
                    <a:pt x="487579" y="1306717"/>
                  </a:lnTo>
                  <a:lnTo>
                    <a:pt x="487574" y="1306721"/>
                  </a:lnTo>
                  <a:lnTo>
                    <a:pt x="487563" y="1306731"/>
                  </a:lnTo>
                  <a:lnTo>
                    <a:pt x="487557" y="1306741"/>
                  </a:lnTo>
                  <a:lnTo>
                    <a:pt x="487555" y="1306747"/>
                  </a:lnTo>
                  <a:lnTo>
                    <a:pt x="487553" y="1306759"/>
                  </a:lnTo>
                  <a:lnTo>
                    <a:pt x="487552" y="1306764"/>
                  </a:lnTo>
                  <a:lnTo>
                    <a:pt x="487561" y="1306794"/>
                  </a:lnTo>
                  <a:lnTo>
                    <a:pt x="487563" y="1306807"/>
                  </a:lnTo>
                  <a:lnTo>
                    <a:pt x="487565" y="1306817"/>
                  </a:lnTo>
                  <a:lnTo>
                    <a:pt x="487570" y="1306839"/>
                  </a:lnTo>
                  <a:lnTo>
                    <a:pt x="487574" y="1306880"/>
                  </a:lnTo>
                  <a:lnTo>
                    <a:pt x="487572" y="1306917"/>
                  </a:lnTo>
                  <a:lnTo>
                    <a:pt x="487567" y="1306926"/>
                  </a:lnTo>
                  <a:lnTo>
                    <a:pt x="487559" y="1306928"/>
                  </a:lnTo>
                  <a:lnTo>
                    <a:pt x="487525" y="1306924"/>
                  </a:lnTo>
                  <a:lnTo>
                    <a:pt x="487487" y="1306921"/>
                  </a:lnTo>
                  <a:lnTo>
                    <a:pt x="487430" y="1306921"/>
                  </a:lnTo>
                  <a:lnTo>
                    <a:pt x="487411" y="1306923"/>
                  </a:lnTo>
                  <a:lnTo>
                    <a:pt x="487404" y="1306923"/>
                  </a:lnTo>
                  <a:lnTo>
                    <a:pt x="487389" y="1306923"/>
                  </a:lnTo>
                  <a:lnTo>
                    <a:pt x="487383" y="1306923"/>
                  </a:lnTo>
                  <a:lnTo>
                    <a:pt x="487374" y="1306925"/>
                  </a:lnTo>
                  <a:lnTo>
                    <a:pt x="487369" y="1306927"/>
                  </a:lnTo>
                  <a:lnTo>
                    <a:pt x="487355" y="1306936"/>
                  </a:lnTo>
                  <a:lnTo>
                    <a:pt x="487349" y="1306938"/>
                  </a:lnTo>
                  <a:lnTo>
                    <a:pt x="487340" y="1306944"/>
                  </a:lnTo>
                  <a:lnTo>
                    <a:pt x="487321" y="1306962"/>
                  </a:lnTo>
                  <a:lnTo>
                    <a:pt x="487305" y="1306981"/>
                  </a:lnTo>
                  <a:lnTo>
                    <a:pt x="487289" y="1307010"/>
                  </a:lnTo>
                  <a:lnTo>
                    <a:pt x="487277" y="1307035"/>
                  </a:lnTo>
                  <a:lnTo>
                    <a:pt x="487268" y="1307056"/>
                  </a:lnTo>
                  <a:lnTo>
                    <a:pt x="487254" y="1307072"/>
                  </a:lnTo>
                  <a:lnTo>
                    <a:pt x="487248" y="1307074"/>
                  </a:lnTo>
                  <a:lnTo>
                    <a:pt x="487242" y="1307074"/>
                  </a:lnTo>
                  <a:lnTo>
                    <a:pt x="487237" y="1307074"/>
                  </a:lnTo>
                  <a:lnTo>
                    <a:pt x="487215" y="1307070"/>
                  </a:lnTo>
                  <a:lnTo>
                    <a:pt x="487192" y="1307066"/>
                  </a:lnTo>
                  <a:lnTo>
                    <a:pt x="487186" y="1307066"/>
                  </a:lnTo>
                  <a:lnTo>
                    <a:pt x="487177" y="1307068"/>
                  </a:lnTo>
                  <a:lnTo>
                    <a:pt x="487152" y="1307076"/>
                  </a:lnTo>
                  <a:lnTo>
                    <a:pt x="487140" y="1307080"/>
                  </a:lnTo>
                  <a:lnTo>
                    <a:pt x="487128" y="1307086"/>
                  </a:lnTo>
                  <a:lnTo>
                    <a:pt x="487114" y="1307095"/>
                  </a:lnTo>
                  <a:lnTo>
                    <a:pt x="487100" y="1307108"/>
                  </a:lnTo>
                  <a:lnTo>
                    <a:pt x="487094" y="1307115"/>
                  </a:lnTo>
                  <a:lnTo>
                    <a:pt x="487082" y="1307128"/>
                  </a:lnTo>
                  <a:lnTo>
                    <a:pt x="487076" y="1307135"/>
                  </a:lnTo>
                  <a:lnTo>
                    <a:pt x="487065" y="1307145"/>
                  </a:lnTo>
                  <a:lnTo>
                    <a:pt x="487058" y="1307150"/>
                  </a:lnTo>
                  <a:lnTo>
                    <a:pt x="487049" y="1307154"/>
                  </a:lnTo>
                  <a:lnTo>
                    <a:pt x="487043" y="1307156"/>
                  </a:lnTo>
                  <a:lnTo>
                    <a:pt x="487026" y="1307161"/>
                  </a:lnTo>
                  <a:lnTo>
                    <a:pt x="486995" y="1307170"/>
                  </a:lnTo>
                  <a:lnTo>
                    <a:pt x="486990" y="1307172"/>
                  </a:lnTo>
                  <a:lnTo>
                    <a:pt x="486970" y="1307179"/>
                  </a:lnTo>
                  <a:lnTo>
                    <a:pt x="486914" y="1307192"/>
                  </a:lnTo>
                  <a:lnTo>
                    <a:pt x="486884" y="1307198"/>
                  </a:lnTo>
                  <a:lnTo>
                    <a:pt x="486848" y="1307209"/>
                  </a:lnTo>
                  <a:lnTo>
                    <a:pt x="486826" y="1307217"/>
                  </a:lnTo>
                  <a:lnTo>
                    <a:pt x="486814" y="1307221"/>
                  </a:lnTo>
                  <a:lnTo>
                    <a:pt x="486809" y="1307219"/>
                  </a:lnTo>
                  <a:lnTo>
                    <a:pt x="486795" y="1307216"/>
                  </a:lnTo>
                  <a:lnTo>
                    <a:pt x="486788" y="1307214"/>
                  </a:lnTo>
                  <a:lnTo>
                    <a:pt x="486766" y="1307210"/>
                  </a:lnTo>
                  <a:lnTo>
                    <a:pt x="486754" y="1307207"/>
                  </a:lnTo>
                  <a:lnTo>
                    <a:pt x="486748" y="1307203"/>
                  </a:lnTo>
                  <a:lnTo>
                    <a:pt x="486746" y="1307198"/>
                  </a:lnTo>
                  <a:lnTo>
                    <a:pt x="486737" y="1307173"/>
                  </a:lnTo>
                  <a:lnTo>
                    <a:pt x="486734" y="1307167"/>
                  </a:lnTo>
                  <a:lnTo>
                    <a:pt x="486730" y="1307159"/>
                  </a:lnTo>
                  <a:lnTo>
                    <a:pt x="486722" y="1307140"/>
                  </a:lnTo>
                  <a:lnTo>
                    <a:pt x="486714" y="1307120"/>
                  </a:lnTo>
                  <a:lnTo>
                    <a:pt x="486696" y="1307092"/>
                  </a:lnTo>
                  <a:lnTo>
                    <a:pt x="486690" y="1307083"/>
                  </a:lnTo>
                  <a:lnTo>
                    <a:pt x="486686" y="1307076"/>
                  </a:lnTo>
                  <a:lnTo>
                    <a:pt x="486684" y="1307070"/>
                  </a:lnTo>
                  <a:lnTo>
                    <a:pt x="486676" y="1307060"/>
                  </a:lnTo>
                  <a:lnTo>
                    <a:pt x="486666" y="1307053"/>
                  </a:lnTo>
                  <a:lnTo>
                    <a:pt x="486650" y="1307043"/>
                  </a:lnTo>
                  <a:lnTo>
                    <a:pt x="486635" y="1307035"/>
                  </a:lnTo>
                  <a:lnTo>
                    <a:pt x="486629" y="1307042"/>
                  </a:lnTo>
                  <a:lnTo>
                    <a:pt x="486622" y="1307051"/>
                  </a:lnTo>
                  <a:lnTo>
                    <a:pt x="486617" y="1307056"/>
                  </a:lnTo>
                  <a:lnTo>
                    <a:pt x="486611" y="1307061"/>
                  </a:lnTo>
                  <a:lnTo>
                    <a:pt x="486601" y="1307068"/>
                  </a:lnTo>
                  <a:lnTo>
                    <a:pt x="486595" y="1307070"/>
                  </a:lnTo>
                  <a:lnTo>
                    <a:pt x="486590" y="1307071"/>
                  </a:lnTo>
                  <a:lnTo>
                    <a:pt x="486584" y="1307071"/>
                  </a:lnTo>
                  <a:lnTo>
                    <a:pt x="486570" y="1307068"/>
                  </a:lnTo>
                  <a:lnTo>
                    <a:pt x="486562" y="1307067"/>
                  </a:lnTo>
                  <a:lnTo>
                    <a:pt x="486537" y="1307070"/>
                  </a:lnTo>
                  <a:lnTo>
                    <a:pt x="486519" y="1307073"/>
                  </a:lnTo>
                  <a:lnTo>
                    <a:pt x="486514" y="1307075"/>
                  </a:lnTo>
                  <a:lnTo>
                    <a:pt x="486508" y="1307079"/>
                  </a:lnTo>
                  <a:lnTo>
                    <a:pt x="486502" y="1307081"/>
                  </a:lnTo>
                  <a:lnTo>
                    <a:pt x="486490" y="1307085"/>
                  </a:lnTo>
                  <a:lnTo>
                    <a:pt x="486477" y="1307092"/>
                  </a:lnTo>
                  <a:lnTo>
                    <a:pt x="486471" y="1307096"/>
                  </a:lnTo>
                  <a:lnTo>
                    <a:pt x="486462" y="1307099"/>
                  </a:lnTo>
                  <a:lnTo>
                    <a:pt x="486451" y="1307102"/>
                  </a:lnTo>
                  <a:lnTo>
                    <a:pt x="486444" y="1307102"/>
                  </a:lnTo>
                  <a:lnTo>
                    <a:pt x="486408" y="1307097"/>
                  </a:lnTo>
                  <a:lnTo>
                    <a:pt x="486386" y="1307094"/>
                  </a:lnTo>
                  <a:lnTo>
                    <a:pt x="486356" y="1307086"/>
                  </a:lnTo>
                  <a:lnTo>
                    <a:pt x="486346" y="1307083"/>
                  </a:lnTo>
                  <a:lnTo>
                    <a:pt x="486334" y="1307080"/>
                  </a:lnTo>
                  <a:lnTo>
                    <a:pt x="486325" y="1307078"/>
                  </a:lnTo>
                  <a:lnTo>
                    <a:pt x="486324" y="1307085"/>
                  </a:lnTo>
                  <a:lnTo>
                    <a:pt x="486325" y="1307100"/>
                  </a:lnTo>
                  <a:lnTo>
                    <a:pt x="486326" y="1307109"/>
                  </a:lnTo>
                  <a:lnTo>
                    <a:pt x="486328" y="1307131"/>
                  </a:lnTo>
                  <a:lnTo>
                    <a:pt x="486327" y="1307150"/>
                  </a:lnTo>
                  <a:lnTo>
                    <a:pt x="486327" y="1307158"/>
                  </a:lnTo>
                  <a:lnTo>
                    <a:pt x="486326" y="1307165"/>
                  </a:lnTo>
                  <a:lnTo>
                    <a:pt x="486321" y="1307190"/>
                  </a:lnTo>
                  <a:lnTo>
                    <a:pt x="486313" y="1307216"/>
                  </a:lnTo>
                  <a:lnTo>
                    <a:pt x="486312" y="1307224"/>
                  </a:lnTo>
                  <a:lnTo>
                    <a:pt x="486308" y="1307234"/>
                  </a:lnTo>
                  <a:lnTo>
                    <a:pt x="486279" y="1307282"/>
                  </a:lnTo>
                  <a:lnTo>
                    <a:pt x="486270" y="1307297"/>
                  </a:lnTo>
                  <a:lnTo>
                    <a:pt x="486256" y="1307313"/>
                  </a:lnTo>
                  <a:lnTo>
                    <a:pt x="486252" y="1307317"/>
                  </a:lnTo>
                  <a:lnTo>
                    <a:pt x="486232" y="1307334"/>
                  </a:lnTo>
                  <a:lnTo>
                    <a:pt x="486224" y="1307341"/>
                  </a:lnTo>
                  <a:lnTo>
                    <a:pt x="486220" y="1307348"/>
                  </a:lnTo>
                  <a:lnTo>
                    <a:pt x="486212" y="1307362"/>
                  </a:lnTo>
                  <a:lnTo>
                    <a:pt x="486196" y="1307388"/>
                  </a:lnTo>
                  <a:lnTo>
                    <a:pt x="486191" y="1307397"/>
                  </a:lnTo>
                  <a:lnTo>
                    <a:pt x="486185" y="1307407"/>
                  </a:lnTo>
                  <a:lnTo>
                    <a:pt x="486166" y="1307426"/>
                  </a:lnTo>
                  <a:lnTo>
                    <a:pt x="486159" y="1307430"/>
                  </a:lnTo>
                  <a:lnTo>
                    <a:pt x="486150" y="1307432"/>
                  </a:lnTo>
                  <a:lnTo>
                    <a:pt x="486138" y="1307432"/>
                  </a:lnTo>
                  <a:lnTo>
                    <a:pt x="486125" y="1307431"/>
                  </a:lnTo>
                  <a:lnTo>
                    <a:pt x="486119" y="1307432"/>
                  </a:lnTo>
                  <a:lnTo>
                    <a:pt x="486062" y="1307448"/>
                  </a:lnTo>
                  <a:lnTo>
                    <a:pt x="486043" y="1307452"/>
                  </a:lnTo>
                  <a:lnTo>
                    <a:pt x="486033" y="1307455"/>
                  </a:lnTo>
                  <a:lnTo>
                    <a:pt x="486004" y="1307455"/>
                  </a:lnTo>
                  <a:lnTo>
                    <a:pt x="485990" y="1307455"/>
                  </a:lnTo>
                  <a:lnTo>
                    <a:pt x="485962" y="1307455"/>
                  </a:lnTo>
                  <a:lnTo>
                    <a:pt x="485956" y="1307455"/>
                  </a:lnTo>
                  <a:lnTo>
                    <a:pt x="485947" y="1307456"/>
                  </a:lnTo>
                  <a:lnTo>
                    <a:pt x="485940" y="1307456"/>
                  </a:lnTo>
                  <a:lnTo>
                    <a:pt x="485919" y="1307454"/>
                  </a:lnTo>
                  <a:lnTo>
                    <a:pt x="485895" y="1307451"/>
                  </a:lnTo>
                  <a:lnTo>
                    <a:pt x="485885" y="1307450"/>
                  </a:lnTo>
                  <a:lnTo>
                    <a:pt x="485874" y="1307448"/>
                  </a:lnTo>
                  <a:lnTo>
                    <a:pt x="485866" y="1307445"/>
                  </a:lnTo>
                  <a:lnTo>
                    <a:pt x="485856" y="1307442"/>
                  </a:lnTo>
                  <a:lnTo>
                    <a:pt x="485839" y="1307434"/>
                  </a:lnTo>
                  <a:lnTo>
                    <a:pt x="485830" y="1307428"/>
                  </a:lnTo>
                  <a:lnTo>
                    <a:pt x="485822" y="1307423"/>
                  </a:lnTo>
                  <a:lnTo>
                    <a:pt x="485806" y="1307407"/>
                  </a:lnTo>
                  <a:lnTo>
                    <a:pt x="485797" y="1307398"/>
                  </a:lnTo>
                  <a:lnTo>
                    <a:pt x="485756" y="1307365"/>
                  </a:lnTo>
                  <a:lnTo>
                    <a:pt x="485751" y="1307362"/>
                  </a:lnTo>
                  <a:lnTo>
                    <a:pt x="485743" y="1307358"/>
                  </a:lnTo>
                  <a:lnTo>
                    <a:pt x="485735" y="1307355"/>
                  </a:lnTo>
                  <a:lnTo>
                    <a:pt x="485729" y="1307352"/>
                  </a:lnTo>
                  <a:lnTo>
                    <a:pt x="485684" y="1307333"/>
                  </a:lnTo>
                  <a:lnTo>
                    <a:pt x="485655" y="1307321"/>
                  </a:lnTo>
                  <a:lnTo>
                    <a:pt x="485645" y="1307319"/>
                  </a:lnTo>
                  <a:lnTo>
                    <a:pt x="485637" y="1307318"/>
                  </a:lnTo>
                  <a:lnTo>
                    <a:pt x="485622" y="1307317"/>
                  </a:lnTo>
                  <a:lnTo>
                    <a:pt x="485615" y="1307318"/>
                  </a:lnTo>
                  <a:lnTo>
                    <a:pt x="485608" y="1307318"/>
                  </a:lnTo>
                  <a:lnTo>
                    <a:pt x="485573" y="1307323"/>
                  </a:lnTo>
                  <a:lnTo>
                    <a:pt x="485565" y="1307325"/>
                  </a:lnTo>
                  <a:lnTo>
                    <a:pt x="485551" y="1307328"/>
                  </a:lnTo>
                  <a:lnTo>
                    <a:pt x="485538" y="1307330"/>
                  </a:lnTo>
                  <a:lnTo>
                    <a:pt x="485526" y="1307330"/>
                  </a:lnTo>
                  <a:lnTo>
                    <a:pt x="485516" y="1307331"/>
                  </a:lnTo>
                  <a:lnTo>
                    <a:pt x="485507" y="1307329"/>
                  </a:lnTo>
                  <a:lnTo>
                    <a:pt x="485502" y="1307327"/>
                  </a:lnTo>
                  <a:lnTo>
                    <a:pt x="485494" y="1307322"/>
                  </a:lnTo>
                  <a:lnTo>
                    <a:pt x="485490" y="1307318"/>
                  </a:lnTo>
                  <a:lnTo>
                    <a:pt x="485481" y="1307304"/>
                  </a:lnTo>
                  <a:lnTo>
                    <a:pt x="485476" y="1307299"/>
                  </a:lnTo>
                  <a:lnTo>
                    <a:pt x="485462" y="1307284"/>
                  </a:lnTo>
                  <a:lnTo>
                    <a:pt x="485454" y="1307278"/>
                  </a:lnTo>
                  <a:lnTo>
                    <a:pt x="485441" y="1307267"/>
                  </a:lnTo>
                  <a:lnTo>
                    <a:pt x="485423" y="1307256"/>
                  </a:lnTo>
                  <a:lnTo>
                    <a:pt x="485417" y="1307253"/>
                  </a:lnTo>
                  <a:lnTo>
                    <a:pt x="485403" y="1307250"/>
                  </a:lnTo>
                  <a:lnTo>
                    <a:pt x="485395" y="1307249"/>
                  </a:lnTo>
                  <a:lnTo>
                    <a:pt x="485353" y="1307239"/>
                  </a:lnTo>
                  <a:lnTo>
                    <a:pt x="485339" y="1307236"/>
                  </a:lnTo>
                  <a:lnTo>
                    <a:pt x="485330" y="1307234"/>
                  </a:lnTo>
                  <a:lnTo>
                    <a:pt x="485325" y="1307233"/>
                  </a:lnTo>
                  <a:lnTo>
                    <a:pt x="485312" y="1307230"/>
                  </a:lnTo>
                  <a:lnTo>
                    <a:pt x="485302" y="1307228"/>
                  </a:lnTo>
                  <a:lnTo>
                    <a:pt x="485294" y="1307226"/>
                  </a:lnTo>
                  <a:lnTo>
                    <a:pt x="485278" y="1307225"/>
                  </a:lnTo>
                  <a:lnTo>
                    <a:pt x="485270" y="1307225"/>
                  </a:lnTo>
                  <a:lnTo>
                    <a:pt x="485259" y="1307227"/>
                  </a:lnTo>
                  <a:lnTo>
                    <a:pt x="485252" y="1307230"/>
                  </a:lnTo>
                  <a:lnTo>
                    <a:pt x="485244" y="1307235"/>
                  </a:lnTo>
                  <a:lnTo>
                    <a:pt x="485236" y="1307244"/>
                  </a:lnTo>
                  <a:lnTo>
                    <a:pt x="485225" y="1307260"/>
                  </a:lnTo>
                  <a:lnTo>
                    <a:pt x="485216" y="1307271"/>
                  </a:lnTo>
                  <a:lnTo>
                    <a:pt x="485209" y="1307277"/>
                  </a:lnTo>
                  <a:lnTo>
                    <a:pt x="485202" y="1307281"/>
                  </a:lnTo>
                  <a:lnTo>
                    <a:pt x="485188" y="1307282"/>
                  </a:lnTo>
                  <a:lnTo>
                    <a:pt x="485175" y="1307281"/>
                  </a:lnTo>
                  <a:lnTo>
                    <a:pt x="485167" y="1307279"/>
                  </a:lnTo>
                  <a:lnTo>
                    <a:pt x="485156" y="1307276"/>
                  </a:lnTo>
                  <a:lnTo>
                    <a:pt x="485121" y="1307260"/>
                  </a:lnTo>
                  <a:lnTo>
                    <a:pt x="485100" y="1307251"/>
                  </a:lnTo>
                  <a:lnTo>
                    <a:pt x="485061" y="1307231"/>
                  </a:lnTo>
                  <a:lnTo>
                    <a:pt x="485051" y="1307226"/>
                  </a:lnTo>
                  <a:lnTo>
                    <a:pt x="485044" y="1307223"/>
                  </a:lnTo>
                  <a:lnTo>
                    <a:pt x="485033" y="1307217"/>
                  </a:lnTo>
                  <a:lnTo>
                    <a:pt x="485020" y="1307210"/>
                  </a:lnTo>
                  <a:lnTo>
                    <a:pt x="484998" y="1307201"/>
                  </a:lnTo>
                  <a:lnTo>
                    <a:pt x="484983" y="1307196"/>
                  </a:lnTo>
                  <a:lnTo>
                    <a:pt x="484969" y="1307190"/>
                  </a:lnTo>
                  <a:lnTo>
                    <a:pt x="484961" y="1307187"/>
                  </a:lnTo>
                  <a:lnTo>
                    <a:pt x="484944" y="1307181"/>
                  </a:lnTo>
                  <a:lnTo>
                    <a:pt x="484935" y="1307178"/>
                  </a:lnTo>
                  <a:lnTo>
                    <a:pt x="484926" y="1307178"/>
                  </a:lnTo>
                  <a:lnTo>
                    <a:pt x="484913" y="1307178"/>
                  </a:lnTo>
                  <a:lnTo>
                    <a:pt x="484906" y="1307179"/>
                  </a:lnTo>
                  <a:lnTo>
                    <a:pt x="484901" y="1307182"/>
                  </a:lnTo>
                  <a:lnTo>
                    <a:pt x="484891" y="1307189"/>
                  </a:lnTo>
                  <a:lnTo>
                    <a:pt x="484872" y="1307203"/>
                  </a:lnTo>
                  <a:lnTo>
                    <a:pt x="484854" y="1307215"/>
                  </a:lnTo>
                  <a:lnTo>
                    <a:pt x="484838" y="1307225"/>
                  </a:lnTo>
                  <a:lnTo>
                    <a:pt x="484822" y="1307232"/>
                  </a:lnTo>
                  <a:lnTo>
                    <a:pt x="484810" y="1307237"/>
                  </a:lnTo>
                  <a:lnTo>
                    <a:pt x="484800" y="1307240"/>
                  </a:lnTo>
                  <a:lnTo>
                    <a:pt x="484790" y="1307242"/>
                  </a:lnTo>
                  <a:lnTo>
                    <a:pt x="484781" y="1307243"/>
                  </a:lnTo>
                  <a:lnTo>
                    <a:pt x="484767" y="1307243"/>
                  </a:lnTo>
                  <a:lnTo>
                    <a:pt x="484758" y="1307242"/>
                  </a:lnTo>
                  <a:lnTo>
                    <a:pt x="484745" y="1307240"/>
                  </a:lnTo>
                  <a:lnTo>
                    <a:pt x="484734" y="1307239"/>
                  </a:lnTo>
                  <a:lnTo>
                    <a:pt x="484728" y="1307238"/>
                  </a:lnTo>
                  <a:lnTo>
                    <a:pt x="484720" y="1307237"/>
                  </a:lnTo>
                  <a:lnTo>
                    <a:pt x="484698" y="1307234"/>
                  </a:lnTo>
                  <a:lnTo>
                    <a:pt x="484681" y="1307231"/>
                  </a:lnTo>
                  <a:lnTo>
                    <a:pt x="484669" y="1307229"/>
                  </a:lnTo>
                  <a:lnTo>
                    <a:pt x="484652" y="1307225"/>
                  </a:lnTo>
                  <a:lnTo>
                    <a:pt x="484639" y="1307222"/>
                  </a:lnTo>
                  <a:lnTo>
                    <a:pt x="484632" y="1307219"/>
                  </a:lnTo>
                  <a:lnTo>
                    <a:pt x="484621" y="1307214"/>
                  </a:lnTo>
                  <a:lnTo>
                    <a:pt x="484612" y="1307211"/>
                  </a:lnTo>
                  <a:lnTo>
                    <a:pt x="484596" y="1307207"/>
                  </a:lnTo>
                  <a:lnTo>
                    <a:pt x="484581" y="1307204"/>
                  </a:lnTo>
                  <a:lnTo>
                    <a:pt x="484564" y="1307201"/>
                  </a:lnTo>
                  <a:lnTo>
                    <a:pt x="484549" y="1307197"/>
                  </a:lnTo>
                  <a:lnTo>
                    <a:pt x="484536" y="1307196"/>
                  </a:lnTo>
                  <a:lnTo>
                    <a:pt x="484496" y="1307196"/>
                  </a:lnTo>
                  <a:lnTo>
                    <a:pt x="484475" y="1307196"/>
                  </a:lnTo>
                  <a:lnTo>
                    <a:pt x="484443" y="1307196"/>
                  </a:lnTo>
                  <a:lnTo>
                    <a:pt x="484434" y="1307197"/>
                  </a:lnTo>
                  <a:lnTo>
                    <a:pt x="484425" y="1307200"/>
                  </a:lnTo>
                  <a:lnTo>
                    <a:pt x="484420" y="1307201"/>
                  </a:lnTo>
                  <a:lnTo>
                    <a:pt x="484415" y="1307203"/>
                  </a:lnTo>
                  <a:lnTo>
                    <a:pt x="484404" y="1307209"/>
                  </a:lnTo>
                  <a:lnTo>
                    <a:pt x="484394" y="1307214"/>
                  </a:lnTo>
                  <a:lnTo>
                    <a:pt x="484372" y="1307230"/>
                  </a:lnTo>
                  <a:lnTo>
                    <a:pt x="484365" y="1307234"/>
                  </a:lnTo>
                  <a:lnTo>
                    <a:pt x="484354" y="1307241"/>
                  </a:lnTo>
                  <a:lnTo>
                    <a:pt x="484325" y="1307263"/>
                  </a:lnTo>
                  <a:lnTo>
                    <a:pt x="484309" y="1307275"/>
                  </a:lnTo>
                  <a:lnTo>
                    <a:pt x="484302" y="1307279"/>
                  </a:lnTo>
                  <a:lnTo>
                    <a:pt x="484286" y="1307290"/>
                  </a:lnTo>
                  <a:lnTo>
                    <a:pt x="484281" y="1307292"/>
                  </a:lnTo>
                  <a:lnTo>
                    <a:pt x="484269" y="1307298"/>
                  </a:lnTo>
                  <a:lnTo>
                    <a:pt x="484262" y="1307301"/>
                  </a:lnTo>
                  <a:lnTo>
                    <a:pt x="484256" y="1307303"/>
                  </a:lnTo>
                  <a:lnTo>
                    <a:pt x="484247" y="1307305"/>
                  </a:lnTo>
                  <a:lnTo>
                    <a:pt x="484242" y="1307306"/>
                  </a:lnTo>
                  <a:lnTo>
                    <a:pt x="484217" y="1307309"/>
                  </a:lnTo>
                  <a:lnTo>
                    <a:pt x="484204" y="1307311"/>
                  </a:lnTo>
                  <a:lnTo>
                    <a:pt x="484194" y="1307313"/>
                  </a:lnTo>
                  <a:lnTo>
                    <a:pt x="484182" y="1307318"/>
                  </a:lnTo>
                  <a:lnTo>
                    <a:pt x="484160" y="1307328"/>
                  </a:lnTo>
                  <a:lnTo>
                    <a:pt x="484120" y="1307347"/>
                  </a:lnTo>
                  <a:lnTo>
                    <a:pt x="484111" y="1307351"/>
                  </a:lnTo>
                  <a:lnTo>
                    <a:pt x="484093" y="1307359"/>
                  </a:lnTo>
                  <a:lnTo>
                    <a:pt x="484076" y="1307366"/>
                  </a:lnTo>
                  <a:lnTo>
                    <a:pt x="484069" y="1307368"/>
                  </a:lnTo>
                  <a:lnTo>
                    <a:pt x="484056" y="1307371"/>
                  </a:lnTo>
                  <a:lnTo>
                    <a:pt x="484042" y="1307373"/>
                  </a:lnTo>
                  <a:lnTo>
                    <a:pt x="484019" y="1307373"/>
                  </a:lnTo>
                  <a:lnTo>
                    <a:pt x="484004" y="1307373"/>
                  </a:lnTo>
                  <a:lnTo>
                    <a:pt x="483997" y="1307372"/>
                  </a:lnTo>
                  <a:lnTo>
                    <a:pt x="483981" y="1307367"/>
                  </a:lnTo>
                  <a:lnTo>
                    <a:pt x="483969" y="1307361"/>
                  </a:lnTo>
                  <a:lnTo>
                    <a:pt x="483947" y="1307350"/>
                  </a:lnTo>
                  <a:lnTo>
                    <a:pt x="483919" y="1307336"/>
                  </a:lnTo>
                  <a:lnTo>
                    <a:pt x="483897" y="1307319"/>
                  </a:lnTo>
                  <a:lnTo>
                    <a:pt x="483883" y="1307314"/>
                  </a:lnTo>
                  <a:lnTo>
                    <a:pt x="483866" y="1307305"/>
                  </a:lnTo>
                  <a:lnTo>
                    <a:pt x="483855" y="1307299"/>
                  </a:lnTo>
                  <a:lnTo>
                    <a:pt x="483849" y="1307295"/>
                  </a:lnTo>
                  <a:lnTo>
                    <a:pt x="483843" y="1307292"/>
                  </a:lnTo>
                  <a:lnTo>
                    <a:pt x="483827" y="1307285"/>
                  </a:lnTo>
                  <a:lnTo>
                    <a:pt x="483803" y="1307276"/>
                  </a:lnTo>
                  <a:lnTo>
                    <a:pt x="483790" y="1307272"/>
                  </a:lnTo>
                  <a:lnTo>
                    <a:pt x="483772" y="1307266"/>
                  </a:lnTo>
                  <a:lnTo>
                    <a:pt x="483740" y="1307256"/>
                  </a:lnTo>
                  <a:lnTo>
                    <a:pt x="483727" y="1307252"/>
                  </a:lnTo>
                  <a:lnTo>
                    <a:pt x="483677" y="1307238"/>
                  </a:lnTo>
                  <a:lnTo>
                    <a:pt x="483665" y="1307234"/>
                  </a:lnTo>
                  <a:lnTo>
                    <a:pt x="483637" y="1307228"/>
                  </a:lnTo>
                  <a:lnTo>
                    <a:pt x="483617" y="1307223"/>
                  </a:lnTo>
                  <a:lnTo>
                    <a:pt x="483603" y="1307220"/>
                  </a:lnTo>
                  <a:lnTo>
                    <a:pt x="483591" y="1307217"/>
                  </a:lnTo>
                  <a:lnTo>
                    <a:pt x="483562" y="1307212"/>
                  </a:lnTo>
                  <a:lnTo>
                    <a:pt x="483547" y="1307211"/>
                  </a:lnTo>
                  <a:lnTo>
                    <a:pt x="483534" y="1307211"/>
                  </a:lnTo>
                  <a:lnTo>
                    <a:pt x="483527" y="1307211"/>
                  </a:lnTo>
                  <a:lnTo>
                    <a:pt x="483521" y="1307212"/>
                  </a:lnTo>
                  <a:lnTo>
                    <a:pt x="483511" y="1307216"/>
                  </a:lnTo>
                  <a:lnTo>
                    <a:pt x="483504" y="1307223"/>
                  </a:lnTo>
                  <a:lnTo>
                    <a:pt x="483498" y="1307231"/>
                  </a:lnTo>
                  <a:lnTo>
                    <a:pt x="483488" y="1307247"/>
                  </a:lnTo>
                  <a:lnTo>
                    <a:pt x="483485" y="1307256"/>
                  </a:lnTo>
                  <a:lnTo>
                    <a:pt x="483475" y="1307292"/>
                  </a:lnTo>
                  <a:lnTo>
                    <a:pt x="483472" y="1307302"/>
                  </a:lnTo>
                  <a:lnTo>
                    <a:pt x="483468" y="1307316"/>
                  </a:lnTo>
                  <a:lnTo>
                    <a:pt x="483460" y="1307342"/>
                  </a:lnTo>
                  <a:lnTo>
                    <a:pt x="483457" y="1307350"/>
                  </a:lnTo>
                  <a:lnTo>
                    <a:pt x="483453" y="1307365"/>
                  </a:lnTo>
                  <a:lnTo>
                    <a:pt x="483450" y="1307374"/>
                  </a:lnTo>
                  <a:lnTo>
                    <a:pt x="483440" y="1307395"/>
                  </a:lnTo>
                  <a:lnTo>
                    <a:pt x="483430" y="1307412"/>
                  </a:lnTo>
                  <a:lnTo>
                    <a:pt x="483417" y="1307433"/>
                  </a:lnTo>
                  <a:lnTo>
                    <a:pt x="483412" y="1307441"/>
                  </a:lnTo>
                  <a:lnTo>
                    <a:pt x="483404" y="1307455"/>
                  </a:lnTo>
                  <a:lnTo>
                    <a:pt x="483385" y="1307481"/>
                  </a:lnTo>
                  <a:lnTo>
                    <a:pt x="483379" y="1307493"/>
                  </a:lnTo>
                  <a:lnTo>
                    <a:pt x="483357" y="1307529"/>
                  </a:lnTo>
                  <a:lnTo>
                    <a:pt x="483346" y="1307546"/>
                  </a:lnTo>
                  <a:lnTo>
                    <a:pt x="483334" y="1307562"/>
                  </a:lnTo>
                  <a:lnTo>
                    <a:pt x="483321" y="1307578"/>
                  </a:lnTo>
                  <a:lnTo>
                    <a:pt x="483307" y="1307594"/>
                  </a:lnTo>
                  <a:lnTo>
                    <a:pt x="483295" y="1307606"/>
                  </a:lnTo>
                  <a:lnTo>
                    <a:pt x="483281" y="1307617"/>
                  </a:lnTo>
                  <a:lnTo>
                    <a:pt x="483274" y="1307622"/>
                  </a:lnTo>
                  <a:lnTo>
                    <a:pt x="483266" y="1307624"/>
                  </a:lnTo>
                  <a:lnTo>
                    <a:pt x="483242" y="1307630"/>
                  </a:lnTo>
                  <a:lnTo>
                    <a:pt x="483229" y="1307632"/>
                  </a:lnTo>
                  <a:lnTo>
                    <a:pt x="483204" y="1307638"/>
                  </a:lnTo>
                  <a:lnTo>
                    <a:pt x="483195" y="1307640"/>
                  </a:lnTo>
                  <a:lnTo>
                    <a:pt x="483182" y="1307644"/>
                  </a:lnTo>
                  <a:lnTo>
                    <a:pt x="483170" y="1307648"/>
                  </a:lnTo>
                  <a:lnTo>
                    <a:pt x="483154" y="1307654"/>
                  </a:lnTo>
                  <a:lnTo>
                    <a:pt x="483141" y="1307660"/>
                  </a:lnTo>
                  <a:lnTo>
                    <a:pt x="483126" y="1307667"/>
                  </a:lnTo>
                  <a:lnTo>
                    <a:pt x="483106" y="1307675"/>
                  </a:lnTo>
                  <a:lnTo>
                    <a:pt x="483097" y="1307680"/>
                  </a:lnTo>
                  <a:lnTo>
                    <a:pt x="483077" y="1307693"/>
                  </a:lnTo>
                  <a:lnTo>
                    <a:pt x="483058" y="1307707"/>
                  </a:lnTo>
                  <a:lnTo>
                    <a:pt x="483047" y="1307716"/>
                  </a:lnTo>
                  <a:lnTo>
                    <a:pt x="483039" y="1307723"/>
                  </a:lnTo>
                  <a:lnTo>
                    <a:pt x="483025" y="1307737"/>
                  </a:lnTo>
                  <a:lnTo>
                    <a:pt x="483016" y="1307746"/>
                  </a:lnTo>
                  <a:lnTo>
                    <a:pt x="483010" y="1307756"/>
                  </a:lnTo>
                  <a:lnTo>
                    <a:pt x="483003" y="1307768"/>
                  </a:lnTo>
                  <a:lnTo>
                    <a:pt x="482998" y="1307778"/>
                  </a:lnTo>
                  <a:lnTo>
                    <a:pt x="482993" y="1307792"/>
                  </a:lnTo>
                  <a:lnTo>
                    <a:pt x="482990" y="1307799"/>
                  </a:lnTo>
                  <a:lnTo>
                    <a:pt x="482981" y="1307821"/>
                  </a:lnTo>
                  <a:lnTo>
                    <a:pt x="482972" y="1307842"/>
                  </a:lnTo>
                  <a:lnTo>
                    <a:pt x="482968" y="1307852"/>
                  </a:lnTo>
                  <a:lnTo>
                    <a:pt x="482960" y="1307879"/>
                  </a:lnTo>
                  <a:lnTo>
                    <a:pt x="482951" y="1307909"/>
                  </a:lnTo>
                  <a:lnTo>
                    <a:pt x="482950" y="1307915"/>
                  </a:lnTo>
                  <a:lnTo>
                    <a:pt x="482938" y="1307942"/>
                  </a:lnTo>
                  <a:lnTo>
                    <a:pt x="482924" y="1307971"/>
                  </a:lnTo>
                  <a:lnTo>
                    <a:pt x="482919" y="1307980"/>
                  </a:lnTo>
                  <a:lnTo>
                    <a:pt x="482909" y="1308003"/>
                  </a:lnTo>
                  <a:lnTo>
                    <a:pt x="482903" y="1308017"/>
                  </a:lnTo>
                  <a:lnTo>
                    <a:pt x="482900" y="1308025"/>
                  </a:lnTo>
                  <a:lnTo>
                    <a:pt x="482895" y="1308034"/>
                  </a:lnTo>
                  <a:lnTo>
                    <a:pt x="482888" y="1308047"/>
                  </a:lnTo>
                  <a:lnTo>
                    <a:pt x="482877" y="1308064"/>
                  </a:lnTo>
                  <a:lnTo>
                    <a:pt x="482866" y="1308077"/>
                  </a:lnTo>
                  <a:lnTo>
                    <a:pt x="482850" y="1308099"/>
                  </a:lnTo>
                  <a:lnTo>
                    <a:pt x="482844" y="1308110"/>
                  </a:lnTo>
                  <a:lnTo>
                    <a:pt x="482837" y="1308121"/>
                  </a:lnTo>
                  <a:lnTo>
                    <a:pt x="482831" y="1308132"/>
                  </a:lnTo>
                  <a:lnTo>
                    <a:pt x="482821" y="1308157"/>
                  </a:lnTo>
                  <a:lnTo>
                    <a:pt x="482818" y="1308165"/>
                  </a:lnTo>
                  <a:lnTo>
                    <a:pt x="482814" y="1308174"/>
                  </a:lnTo>
                  <a:lnTo>
                    <a:pt x="482807" y="1308190"/>
                  </a:lnTo>
                  <a:lnTo>
                    <a:pt x="482798" y="1308205"/>
                  </a:lnTo>
                  <a:lnTo>
                    <a:pt x="482790" y="1308216"/>
                  </a:lnTo>
                  <a:lnTo>
                    <a:pt x="482777" y="1308232"/>
                  </a:lnTo>
                  <a:lnTo>
                    <a:pt x="482765" y="1308244"/>
                  </a:lnTo>
                  <a:lnTo>
                    <a:pt x="482754" y="1308253"/>
                  </a:lnTo>
                  <a:lnTo>
                    <a:pt x="482736" y="1308267"/>
                  </a:lnTo>
                  <a:lnTo>
                    <a:pt x="482726" y="1308277"/>
                  </a:lnTo>
                  <a:lnTo>
                    <a:pt x="482721" y="1308285"/>
                  </a:lnTo>
                  <a:lnTo>
                    <a:pt x="482714" y="1308296"/>
                  </a:lnTo>
                  <a:lnTo>
                    <a:pt x="482705" y="1308314"/>
                  </a:lnTo>
                  <a:lnTo>
                    <a:pt x="482702" y="1308321"/>
                  </a:lnTo>
                  <a:lnTo>
                    <a:pt x="482695" y="1308335"/>
                  </a:lnTo>
                  <a:lnTo>
                    <a:pt x="482688" y="1308347"/>
                  </a:lnTo>
                  <a:lnTo>
                    <a:pt x="482679" y="1308363"/>
                  </a:lnTo>
                  <a:lnTo>
                    <a:pt x="482671" y="1308374"/>
                  </a:lnTo>
                  <a:lnTo>
                    <a:pt x="482655" y="1308394"/>
                  </a:lnTo>
                  <a:lnTo>
                    <a:pt x="482643" y="1308409"/>
                  </a:lnTo>
                  <a:lnTo>
                    <a:pt x="482634" y="1308419"/>
                  </a:lnTo>
                  <a:lnTo>
                    <a:pt x="482618" y="1308440"/>
                  </a:lnTo>
                  <a:lnTo>
                    <a:pt x="482613" y="1308448"/>
                  </a:lnTo>
                  <a:lnTo>
                    <a:pt x="482601" y="1308465"/>
                  </a:lnTo>
                  <a:lnTo>
                    <a:pt x="482583" y="1308488"/>
                  </a:lnTo>
                  <a:lnTo>
                    <a:pt x="482578" y="1308497"/>
                  </a:lnTo>
                  <a:lnTo>
                    <a:pt x="482567" y="1308511"/>
                  </a:lnTo>
                  <a:lnTo>
                    <a:pt x="482551" y="1308535"/>
                  </a:lnTo>
                  <a:lnTo>
                    <a:pt x="482541" y="1308550"/>
                  </a:lnTo>
                  <a:lnTo>
                    <a:pt x="482522" y="1308576"/>
                  </a:lnTo>
                  <a:lnTo>
                    <a:pt x="482516" y="1308585"/>
                  </a:lnTo>
                  <a:lnTo>
                    <a:pt x="482505" y="1308603"/>
                  </a:lnTo>
                  <a:lnTo>
                    <a:pt x="482491" y="1308621"/>
                  </a:lnTo>
                  <a:lnTo>
                    <a:pt x="482480" y="1308636"/>
                  </a:lnTo>
                  <a:lnTo>
                    <a:pt x="482465" y="1308652"/>
                  </a:lnTo>
                  <a:lnTo>
                    <a:pt x="482450" y="1308666"/>
                  </a:lnTo>
                  <a:lnTo>
                    <a:pt x="482432" y="1308682"/>
                  </a:lnTo>
                  <a:lnTo>
                    <a:pt x="482420" y="1308693"/>
                  </a:lnTo>
                  <a:lnTo>
                    <a:pt x="482415" y="1308698"/>
                  </a:lnTo>
                  <a:lnTo>
                    <a:pt x="482407" y="1308706"/>
                  </a:lnTo>
                  <a:lnTo>
                    <a:pt x="482405" y="1308715"/>
                  </a:lnTo>
                  <a:lnTo>
                    <a:pt x="482386" y="1308738"/>
                  </a:lnTo>
                  <a:lnTo>
                    <a:pt x="482360" y="1308761"/>
                  </a:lnTo>
                  <a:lnTo>
                    <a:pt x="482329" y="1308789"/>
                  </a:lnTo>
                  <a:lnTo>
                    <a:pt x="482306" y="1308811"/>
                  </a:lnTo>
                  <a:lnTo>
                    <a:pt x="482285" y="1308831"/>
                  </a:lnTo>
                  <a:lnTo>
                    <a:pt x="482232" y="1308875"/>
                  </a:lnTo>
                  <a:lnTo>
                    <a:pt x="482202" y="1308902"/>
                  </a:lnTo>
                  <a:lnTo>
                    <a:pt x="482178" y="1308925"/>
                  </a:lnTo>
                  <a:lnTo>
                    <a:pt x="482127" y="1308959"/>
                  </a:lnTo>
                  <a:lnTo>
                    <a:pt x="482096" y="1308980"/>
                  </a:lnTo>
                  <a:lnTo>
                    <a:pt x="482022" y="1309033"/>
                  </a:lnTo>
                  <a:lnTo>
                    <a:pt x="481984" y="1309057"/>
                  </a:lnTo>
                  <a:lnTo>
                    <a:pt x="481916" y="1309097"/>
                  </a:lnTo>
                  <a:lnTo>
                    <a:pt x="481865" y="1309124"/>
                  </a:lnTo>
                  <a:lnTo>
                    <a:pt x="481809" y="1309155"/>
                  </a:lnTo>
                  <a:lnTo>
                    <a:pt x="481794" y="1309165"/>
                  </a:lnTo>
                  <a:lnTo>
                    <a:pt x="481753" y="1309196"/>
                  </a:lnTo>
                  <a:lnTo>
                    <a:pt x="481743" y="1309203"/>
                  </a:lnTo>
                  <a:lnTo>
                    <a:pt x="481738" y="1309206"/>
                  </a:lnTo>
                  <a:lnTo>
                    <a:pt x="481733" y="1309209"/>
                  </a:lnTo>
                  <a:lnTo>
                    <a:pt x="481703" y="1309219"/>
                  </a:lnTo>
                  <a:lnTo>
                    <a:pt x="481694" y="1309220"/>
                  </a:lnTo>
                  <a:lnTo>
                    <a:pt x="481667" y="1309223"/>
                  </a:lnTo>
                  <a:lnTo>
                    <a:pt x="481638" y="1309226"/>
                  </a:lnTo>
                  <a:lnTo>
                    <a:pt x="481592" y="1309229"/>
                  </a:lnTo>
                  <a:lnTo>
                    <a:pt x="481566" y="1309232"/>
                  </a:lnTo>
                  <a:lnTo>
                    <a:pt x="481521" y="1309233"/>
                  </a:lnTo>
                  <a:lnTo>
                    <a:pt x="481492" y="1309231"/>
                  </a:lnTo>
                  <a:lnTo>
                    <a:pt x="481479" y="1309230"/>
                  </a:lnTo>
                  <a:lnTo>
                    <a:pt x="481460" y="1309226"/>
                  </a:lnTo>
                  <a:lnTo>
                    <a:pt x="481453" y="1309225"/>
                  </a:lnTo>
                  <a:lnTo>
                    <a:pt x="481448" y="1309224"/>
                  </a:lnTo>
                  <a:lnTo>
                    <a:pt x="481439" y="1309222"/>
                  </a:lnTo>
                  <a:lnTo>
                    <a:pt x="481425" y="1309232"/>
                  </a:lnTo>
                  <a:lnTo>
                    <a:pt x="481419" y="1309238"/>
                  </a:lnTo>
                  <a:lnTo>
                    <a:pt x="481395" y="1309260"/>
                  </a:lnTo>
                  <a:lnTo>
                    <a:pt x="481384" y="1309269"/>
                  </a:lnTo>
                  <a:lnTo>
                    <a:pt x="481365" y="1309278"/>
                  </a:lnTo>
                  <a:lnTo>
                    <a:pt x="481345" y="1309287"/>
                  </a:lnTo>
                  <a:lnTo>
                    <a:pt x="481334" y="1309290"/>
                  </a:lnTo>
                  <a:lnTo>
                    <a:pt x="481316" y="1309293"/>
                  </a:lnTo>
                  <a:lnTo>
                    <a:pt x="481307" y="1309294"/>
                  </a:lnTo>
                  <a:lnTo>
                    <a:pt x="481302" y="1309295"/>
                  </a:lnTo>
                  <a:lnTo>
                    <a:pt x="481276" y="1309302"/>
                  </a:lnTo>
                  <a:lnTo>
                    <a:pt x="481269" y="1309305"/>
                  </a:lnTo>
                  <a:lnTo>
                    <a:pt x="481240" y="1309315"/>
                  </a:lnTo>
                  <a:lnTo>
                    <a:pt x="481211" y="1309327"/>
                  </a:lnTo>
                  <a:lnTo>
                    <a:pt x="481171" y="1309350"/>
                  </a:lnTo>
                  <a:lnTo>
                    <a:pt x="481135" y="1309370"/>
                  </a:lnTo>
                  <a:lnTo>
                    <a:pt x="481110" y="1309388"/>
                  </a:lnTo>
                  <a:lnTo>
                    <a:pt x="481081" y="1309407"/>
                  </a:lnTo>
                  <a:lnTo>
                    <a:pt x="481066" y="1309413"/>
                  </a:lnTo>
                  <a:lnTo>
                    <a:pt x="481060" y="1309416"/>
                  </a:lnTo>
                  <a:lnTo>
                    <a:pt x="481047" y="1309416"/>
                  </a:lnTo>
                  <a:lnTo>
                    <a:pt x="481036" y="1309415"/>
                  </a:lnTo>
                  <a:lnTo>
                    <a:pt x="481014" y="1309411"/>
                  </a:lnTo>
                  <a:lnTo>
                    <a:pt x="480991" y="1309404"/>
                  </a:lnTo>
                  <a:lnTo>
                    <a:pt x="480959" y="1309399"/>
                  </a:lnTo>
                  <a:lnTo>
                    <a:pt x="480940" y="1309396"/>
                  </a:lnTo>
                  <a:lnTo>
                    <a:pt x="480909" y="1309397"/>
                  </a:lnTo>
                  <a:lnTo>
                    <a:pt x="480888" y="1309401"/>
                  </a:lnTo>
                  <a:lnTo>
                    <a:pt x="480867" y="1309408"/>
                  </a:lnTo>
                  <a:lnTo>
                    <a:pt x="480860" y="1309414"/>
                  </a:lnTo>
                  <a:lnTo>
                    <a:pt x="480856" y="1309424"/>
                  </a:lnTo>
                  <a:lnTo>
                    <a:pt x="480855" y="1309431"/>
                  </a:lnTo>
                  <a:lnTo>
                    <a:pt x="480854" y="1309438"/>
                  </a:lnTo>
                  <a:lnTo>
                    <a:pt x="480854" y="1309463"/>
                  </a:lnTo>
                  <a:lnTo>
                    <a:pt x="480855" y="1309474"/>
                  </a:lnTo>
                  <a:lnTo>
                    <a:pt x="480855" y="1309485"/>
                  </a:lnTo>
                  <a:lnTo>
                    <a:pt x="480857" y="1309522"/>
                  </a:lnTo>
                  <a:lnTo>
                    <a:pt x="480857" y="1309535"/>
                  </a:lnTo>
                  <a:lnTo>
                    <a:pt x="480858" y="1309566"/>
                  </a:lnTo>
                  <a:lnTo>
                    <a:pt x="480858" y="1309595"/>
                  </a:lnTo>
                  <a:lnTo>
                    <a:pt x="480862" y="1309609"/>
                  </a:lnTo>
                  <a:lnTo>
                    <a:pt x="480865" y="1309614"/>
                  </a:lnTo>
                  <a:lnTo>
                    <a:pt x="480872" y="1309623"/>
                  </a:lnTo>
                  <a:lnTo>
                    <a:pt x="480901" y="1309652"/>
                  </a:lnTo>
                  <a:lnTo>
                    <a:pt x="480929" y="1309681"/>
                  </a:lnTo>
                  <a:lnTo>
                    <a:pt x="480947" y="1309705"/>
                  </a:lnTo>
                  <a:lnTo>
                    <a:pt x="480953" y="1309716"/>
                  </a:lnTo>
                  <a:lnTo>
                    <a:pt x="480960" y="1309735"/>
                  </a:lnTo>
                  <a:lnTo>
                    <a:pt x="480966" y="1309751"/>
                  </a:lnTo>
                  <a:lnTo>
                    <a:pt x="480976" y="1309791"/>
                  </a:lnTo>
                  <a:lnTo>
                    <a:pt x="480979" y="1309803"/>
                  </a:lnTo>
                  <a:lnTo>
                    <a:pt x="480981" y="1309809"/>
                  </a:lnTo>
                  <a:lnTo>
                    <a:pt x="480982" y="1309815"/>
                  </a:lnTo>
                  <a:lnTo>
                    <a:pt x="480987" y="1309846"/>
                  </a:lnTo>
                  <a:lnTo>
                    <a:pt x="480988" y="1309865"/>
                  </a:lnTo>
                  <a:lnTo>
                    <a:pt x="480988" y="1309872"/>
                  </a:lnTo>
                  <a:lnTo>
                    <a:pt x="480989" y="1309881"/>
                  </a:lnTo>
                  <a:lnTo>
                    <a:pt x="480987" y="1309895"/>
                  </a:lnTo>
                  <a:lnTo>
                    <a:pt x="480986" y="1309901"/>
                  </a:lnTo>
                  <a:lnTo>
                    <a:pt x="480982" y="1309923"/>
                  </a:lnTo>
                  <a:lnTo>
                    <a:pt x="480980" y="1309934"/>
                  </a:lnTo>
                  <a:lnTo>
                    <a:pt x="480978" y="1309941"/>
                  </a:lnTo>
                  <a:lnTo>
                    <a:pt x="480976" y="1309947"/>
                  </a:lnTo>
                  <a:lnTo>
                    <a:pt x="480969" y="1309963"/>
                  </a:lnTo>
                  <a:lnTo>
                    <a:pt x="480965" y="1309971"/>
                  </a:lnTo>
                  <a:lnTo>
                    <a:pt x="480956" y="1309989"/>
                  </a:lnTo>
                  <a:lnTo>
                    <a:pt x="480951" y="1310010"/>
                  </a:lnTo>
                  <a:lnTo>
                    <a:pt x="480958" y="1310033"/>
                  </a:lnTo>
                  <a:lnTo>
                    <a:pt x="480983" y="1310076"/>
                  </a:lnTo>
                  <a:lnTo>
                    <a:pt x="480992" y="1310104"/>
                  </a:lnTo>
                  <a:lnTo>
                    <a:pt x="480994" y="1310126"/>
                  </a:lnTo>
                  <a:lnTo>
                    <a:pt x="480993" y="1310153"/>
                  </a:lnTo>
                  <a:lnTo>
                    <a:pt x="480982" y="1310191"/>
                  </a:lnTo>
                  <a:lnTo>
                    <a:pt x="480976" y="1310220"/>
                  </a:lnTo>
                  <a:lnTo>
                    <a:pt x="480991" y="1310251"/>
                  </a:lnTo>
                  <a:lnTo>
                    <a:pt x="481013" y="1310281"/>
                  </a:lnTo>
                  <a:lnTo>
                    <a:pt x="481025" y="1310301"/>
                  </a:lnTo>
                  <a:lnTo>
                    <a:pt x="481030" y="1310317"/>
                  </a:lnTo>
                  <a:lnTo>
                    <a:pt x="481051" y="1310341"/>
                  </a:lnTo>
                  <a:lnTo>
                    <a:pt x="481080" y="1310365"/>
                  </a:lnTo>
                  <a:lnTo>
                    <a:pt x="481122" y="1310406"/>
                  </a:lnTo>
                  <a:lnTo>
                    <a:pt x="481134" y="1310416"/>
                  </a:lnTo>
                  <a:lnTo>
                    <a:pt x="481184" y="1310442"/>
                  </a:lnTo>
                  <a:lnTo>
                    <a:pt x="481214" y="1310456"/>
                  </a:lnTo>
                  <a:lnTo>
                    <a:pt x="481239" y="1310471"/>
                  </a:lnTo>
                  <a:lnTo>
                    <a:pt x="481219" y="1310529"/>
                  </a:lnTo>
                  <a:lnTo>
                    <a:pt x="481216" y="1310538"/>
                  </a:lnTo>
                  <a:lnTo>
                    <a:pt x="481212" y="1310551"/>
                  </a:lnTo>
                  <a:lnTo>
                    <a:pt x="481204" y="1310568"/>
                  </a:lnTo>
                  <a:lnTo>
                    <a:pt x="481180" y="1310607"/>
                  </a:lnTo>
                  <a:lnTo>
                    <a:pt x="481168" y="1310624"/>
                  </a:lnTo>
                  <a:lnTo>
                    <a:pt x="481155" y="1310641"/>
                  </a:lnTo>
                  <a:lnTo>
                    <a:pt x="481138" y="1310661"/>
                  </a:lnTo>
                  <a:lnTo>
                    <a:pt x="481126" y="1310676"/>
                  </a:lnTo>
                  <a:lnTo>
                    <a:pt x="481120" y="1310682"/>
                  </a:lnTo>
                  <a:lnTo>
                    <a:pt x="481101" y="1310705"/>
                  </a:lnTo>
                  <a:lnTo>
                    <a:pt x="481064" y="1310745"/>
                  </a:lnTo>
                  <a:lnTo>
                    <a:pt x="481049" y="1310760"/>
                  </a:lnTo>
                  <a:lnTo>
                    <a:pt x="481028" y="1310783"/>
                  </a:lnTo>
                  <a:lnTo>
                    <a:pt x="481023" y="1310791"/>
                  </a:lnTo>
                  <a:lnTo>
                    <a:pt x="481012" y="1310805"/>
                  </a:lnTo>
                  <a:lnTo>
                    <a:pt x="481005" y="1310814"/>
                  </a:lnTo>
                  <a:lnTo>
                    <a:pt x="480996" y="1310831"/>
                  </a:lnTo>
                  <a:lnTo>
                    <a:pt x="480981" y="1310853"/>
                  </a:lnTo>
                  <a:lnTo>
                    <a:pt x="480970" y="1310865"/>
                  </a:lnTo>
                  <a:lnTo>
                    <a:pt x="480965" y="1310870"/>
                  </a:lnTo>
                  <a:lnTo>
                    <a:pt x="480959" y="1310874"/>
                  </a:lnTo>
                  <a:lnTo>
                    <a:pt x="480942" y="1310884"/>
                  </a:lnTo>
                  <a:lnTo>
                    <a:pt x="480926" y="1310893"/>
                  </a:lnTo>
                  <a:lnTo>
                    <a:pt x="480910" y="1310901"/>
                  </a:lnTo>
                  <a:lnTo>
                    <a:pt x="480902" y="1310906"/>
                  </a:lnTo>
                  <a:lnTo>
                    <a:pt x="480874" y="1310923"/>
                  </a:lnTo>
                  <a:lnTo>
                    <a:pt x="480859" y="1310937"/>
                  </a:lnTo>
                  <a:lnTo>
                    <a:pt x="480855" y="1310941"/>
                  </a:lnTo>
                  <a:lnTo>
                    <a:pt x="480851" y="1310947"/>
                  </a:lnTo>
                  <a:lnTo>
                    <a:pt x="480842" y="1310964"/>
                  </a:lnTo>
                  <a:lnTo>
                    <a:pt x="480841" y="1310972"/>
                  </a:lnTo>
                  <a:lnTo>
                    <a:pt x="480839" y="1311005"/>
                  </a:lnTo>
                  <a:lnTo>
                    <a:pt x="480836" y="1311022"/>
                  </a:lnTo>
                  <a:lnTo>
                    <a:pt x="480830" y="1311047"/>
                  </a:lnTo>
                  <a:lnTo>
                    <a:pt x="480826" y="1311060"/>
                  </a:lnTo>
                  <a:lnTo>
                    <a:pt x="480818" y="1311071"/>
                  </a:lnTo>
                  <a:lnTo>
                    <a:pt x="480811" y="1311079"/>
                  </a:lnTo>
                  <a:lnTo>
                    <a:pt x="480805" y="1311085"/>
                  </a:lnTo>
                  <a:lnTo>
                    <a:pt x="480797" y="1311092"/>
                  </a:lnTo>
                  <a:lnTo>
                    <a:pt x="480781" y="1311102"/>
                  </a:lnTo>
                  <a:lnTo>
                    <a:pt x="480763" y="1311112"/>
                  </a:lnTo>
                  <a:lnTo>
                    <a:pt x="480749" y="1311118"/>
                  </a:lnTo>
                  <a:lnTo>
                    <a:pt x="480734" y="1311125"/>
                  </a:lnTo>
                  <a:lnTo>
                    <a:pt x="480727" y="1311128"/>
                  </a:lnTo>
                  <a:lnTo>
                    <a:pt x="480719" y="1311132"/>
                  </a:lnTo>
                  <a:lnTo>
                    <a:pt x="480707" y="1311138"/>
                  </a:lnTo>
                  <a:lnTo>
                    <a:pt x="480701" y="1311144"/>
                  </a:lnTo>
                  <a:lnTo>
                    <a:pt x="480687" y="1311158"/>
                  </a:lnTo>
                  <a:lnTo>
                    <a:pt x="480673" y="1311169"/>
                  </a:lnTo>
                  <a:lnTo>
                    <a:pt x="480651" y="1311192"/>
                  </a:lnTo>
                  <a:lnTo>
                    <a:pt x="480628" y="1311224"/>
                  </a:lnTo>
                  <a:lnTo>
                    <a:pt x="480601" y="1311260"/>
                  </a:lnTo>
                  <a:lnTo>
                    <a:pt x="480566" y="1311306"/>
                  </a:lnTo>
                  <a:lnTo>
                    <a:pt x="480558" y="1311313"/>
                  </a:lnTo>
                  <a:lnTo>
                    <a:pt x="480551" y="1311314"/>
                  </a:lnTo>
                  <a:lnTo>
                    <a:pt x="480546" y="1311314"/>
                  </a:lnTo>
                  <a:lnTo>
                    <a:pt x="480516" y="1311302"/>
                  </a:lnTo>
                  <a:lnTo>
                    <a:pt x="480497" y="1311293"/>
                  </a:lnTo>
                  <a:lnTo>
                    <a:pt x="480464" y="1311281"/>
                  </a:lnTo>
                  <a:lnTo>
                    <a:pt x="480447" y="1311276"/>
                  </a:lnTo>
                  <a:lnTo>
                    <a:pt x="480430" y="1311275"/>
                  </a:lnTo>
                  <a:lnTo>
                    <a:pt x="480421" y="1311275"/>
                  </a:lnTo>
                  <a:lnTo>
                    <a:pt x="480416" y="1311277"/>
                  </a:lnTo>
                  <a:lnTo>
                    <a:pt x="480402" y="1311286"/>
                  </a:lnTo>
                  <a:lnTo>
                    <a:pt x="480382" y="1311302"/>
                  </a:lnTo>
                  <a:lnTo>
                    <a:pt x="480345" y="1311338"/>
                  </a:lnTo>
                  <a:lnTo>
                    <a:pt x="480322" y="1311361"/>
                  </a:lnTo>
                  <a:lnTo>
                    <a:pt x="480310" y="1311373"/>
                  </a:lnTo>
                  <a:lnTo>
                    <a:pt x="480302" y="1311382"/>
                  </a:lnTo>
                  <a:lnTo>
                    <a:pt x="480298" y="1311386"/>
                  </a:lnTo>
                  <a:lnTo>
                    <a:pt x="480291" y="1311396"/>
                  </a:lnTo>
                  <a:lnTo>
                    <a:pt x="480285" y="1311405"/>
                  </a:lnTo>
                  <a:lnTo>
                    <a:pt x="480282" y="1311411"/>
                  </a:lnTo>
                  <a:lnTo>
                    <a:pt x="480281" y="1311416"/>
                  </a:lnTo>
                  <a:lnTo>
                    <a:pt x="480282" y="1311422"/>
                  </a:lnTo>
                  <a:lnTo>
                    <a:pt x="480285" y="1311430"/>
                  </a:lnTo>
                  <a:lnTo>
                    <a:pt x="480303" y="1311471"/>
                  </a:lnTo>
                  <a:lnTo>
                    <a:pt x="480308" y="1311479"/>
                  </a:lnTo>
                  <a:lnTo>
                    <a:pt x="480322" y="1311508"/>
                  </a:lnTo>
                  <a:lnTo>
                    <a:pt x="480326" y="1311522"/>
                  </a:lnTo>
                  <a:lnTo>
                    <a:pt x="480325" y="1311542"/>
                  </a:lnTo>
                  <a:lnTo>
                    <a:pt x="480324" y="1311548"/>
                  </a:lnTo>
                  <a:lnTo>
                    <a:pt x="480321" y="1311562"/>
                  </a:lnTo>
                  <a:lnTo>
                    <a:pt x="480314" y="1311576"/>
                  </a:lnTo>
                  <a:lnTo>
                    <a:pt x="480288" y="1311610"/>
                  </a:lnTo>
                  <a:lnTo>
                    <a:pt x="480273" y="1311624"/>
                  </a:lnTo>
                  <a:lnTo>
                    <a:pt x="480248" y="1311646"/>
                  </a:lnTo>
                  <a:lnTo>
                    <a:pt x="480208" y="1311676"/>
                  </a:lnTo>
                  <a:lnTo>
                    <a:pt x="480179" y="1311697"/>
                  </a:lnTo>
                  <a:lnTo>
                    <a:pt x="480155" y="1311711"/>
                  </a:lnTo>
                  <a:lnTo>
                    <a:pt x="480137" y="1311715"/>
                  </a:lnTo>
                  <a:lnTo>
                    <a:pt x="480125" y="1311715"/>
                  </a:lnTo>
                  <a:lnTo>
                    <a:pt x="480112" y="1311714"/>
                  </a:lnTo>
                  <a:lnTo>
                    <a:pt x="480085" y="1311713"/>
                  </a:lnTo>
                  <a:lnTo>
                    <a:pt x="480068" y="1311716"/>
                  </a:lnTo>
                  <a:lnTo>
                    <a:pt x="480038" y="1311724"/>
                  </a:lnTo>
                  <a:lnTo>
                    <a:pt x="480010" y="1311736"/>
                  </a:lnTo>
                  <a:lnTo>
                    <a:pt x="479954" y="1311763"/>
                  </a:lnTo>
                  <a:lnTo>
                    <a:pt x="479926" y="1311777"/>
                  </a:lnTo>
                  <a:lnTo>
                    <a:pt x="479869" y="1311805"/>
                  </a:lnTo>
                  <a:lnTo>
                    <a:pt x="479828" y="1311828"/>
                  </a:lnTo>
                  <a:lnTo>
                    <a:pt x="479820" y="1311829"/>
                  </a:lnTo>
                  <a:lnTo>
                    <a:pt x="479809" y="1311830"/>
                  </a:lnTo>
                  <a:lnTo>
                    <a:pt x="479793" y="1311829"/>
                  </a:lnTo>
                  <a:lnTo>
                    <a:pt x="479783" y="1311824"/>
                  </a:lnTo>
                  <a:lnTo>
                    <a:pt x="479775" y="1311820"/>
                  </a:lnTo>
                  <a:lnTo>
                    <a:pt x="479749" y="1311806"/>
                  </a:lnTo>
                  <a:lnTo>
                    <a:pt x="479696" y="1311777"/>
                  </a:lnTo>
                  <a:lnTo>
                    <a:pt x="479675" y="1311764"/>
                  </a:lnTo>
                  <a:lnTo>
                    <a:pt x="479655" y="1311751"/>
                  </a:lnTo>
                  <a:lnTo>
                    <a:pt x="479615" y="1311709"/>
                  </a:lnTo>
                  <a:lnTo>
                    <a:pt x="479591" y="1311681"/>
                  </a:lnTo>
                  <a:lnTo>
                    <a:pt x="479572" y="1311654"/>
                  </a:lnTo>
                  <a:lnTo>
                    <a:pt x="479546" y="1311613"/>
                  </a:lnTo>
                  <a:lnTo>
                    <a:pt x="479529" y="1311586"/>
                  </a:lnTo>
                  <a:lnTo>
                    <a:pt x="479514" y="1311560"/>
                  </a:lnTo>
                  <a:lnTo>
                    <a:pt x="479510" y="1311555"/>
                  </a:lnTo>
                  <a:lnTo>
                    <a:pt x="479501" y="1311541"/>
                  </a:lnTo>
                  <a:lnTo>
                    <a:pt x="479497" y="1311528"/>
                  </a:lnTo>
                  <a:lnTo>
                    <a:pt x="479497" y="1311522"/>
                  </a:lnTo>
                  <a:lnTo>
                    <a:pt x="479499" y="1311506"/>
                  </a:lnTo>
                  <a:lnTo>
                    <a:pt x="479498" y="1311495"/>
                  </a:lnTo>
                  <a:lnTo>
                    <a:pt x="479494" y="1311480"/>
                  </a:lnTo>
                  <a:lnTo>
                    <a:pt x="479492" y="1311473"/>
                  </a:lnTo>
                  <a:lnTo>
                    <a:pt x="479486" y="1311463"/>
                  </a:lnTo>
                  <a:lnTo>
                    <a:pt x="479478" y="1311451"/>
                  </a:lnTo>
                  <a:lnTo>
                    <a:pt x="479462" y="1311436"/>
                  </a:lnTo>
                  <a:lnTo>
                    <a:pt x="479447" y="1311426"/>
                  </a:lnTo>
                  <a:lnTo>
                    <a:pt x="479434" y="1311419"/>
                  </a:lnTo>
                  <a:lnTo>
                    <a:pt x="479408" y="1311409"/>
                  </a:lnTo>
                  <a:lnTo>
                    <a:pt x="479380" y="1311401"/>
                  </a:lnTo>
                  <a:lnTo>
                    <a:pt x="479369" y="1311396"/>
                  </a:lnTo>
                  <a:lnTo>
                    <a:pt x="479363" y="1311393"/>
                  </a:lnTo>
                  <a:lnTo>
                    <a:pt x="479355" y="1311387"/>
                  </a:lnTo>
                  <a:lnTo>
                    <a:pt x="479348" y="1311381"/>
                  </a:lnTo>
                  <a:lnTo>
                    <a:pt x="479338" y="1311367"/>
                  </a:lnTo>
                  <a:lnTo>
                    <a:pt x="479332" y="1311360"/>
                  </a:lnTo>
                  <a:lnTo>
                    <a:pt x="479320" y="1311343"/>
                  </a:lnTo>
                  <a:lnTo>
                    <a:pt x="479313" y="1311331"/>
                  </a:lnTo>
                  <a:lnTo>
                    <a:pt x="479310" y="1311326"/>
                  </a:lnTo>
                  <a:lnTo>
                    <a:pt x="479302" y="1311317"/>
                  </a:lnTo>
                  <a:lnTo>
                    <a:pt x="479298" y="1311312"/>
                  </a:lnTo>
                  <a:lnTo>
                    <a:pt x="479292" y="1311302"/>
                  </a:lnTo>
                  <a:lnTo>
                    <a:pt x="479285" y="1311295"/>
                  </a:lnTo>
                  <a:lnTo>
                    <a:pt x="479281" y="1311291"/>
                  </a:lnTo>
                  <a:lnTo>
                    <a:pt x="479272" y="1311284"/>
                  </a:lnTo>
                  <a:lnTo>
                    <a:pt x="479254" y="1311272"/>
                  </a:lnTo>
                  <a:lnTo>
                    <a:pt x="479232" y="1311258"/>
                  </a:lnTo>
                  <a:lnTo>
                    <a:pt x="479217" y="1311250"/>
                  </a:lnTo>
                  <a:lnTo>
                    <a:pt x="479180" y="1311231"/>
                  </a:lnTo>
                  <a:lnTo>
                    <a:pt x="479168" y="1311226"/>
                  </a:lnTo>
                  <a:lnTo>
                    <a:pt x="479125" y="1311206"/>
                  </a:lnTo>
                  <a:lnTo>
                    <a:pt x="479109" y="1311199"/>
                  </a:lnTo>
                  <a:lnTo>
                    <a:pt x="479070" y="1311186"/>
                  </a:lnTo>
                  <a:lnTo>
                    <a:pt x="479050" y="1311179"/>
                  </a:lnTo>
                  <a:lnTo>
                    <a:pt x="479017" y="1311165"/>
                  </a:lnTo>
                  <a:lnTo>
                    <a:pt x="479004" y="1311160"/>
                  </a:lnTo>
                  <a:lnTo>
                    <a:pt x="478962" y="1311142"/>
                  </a:lnTo>
                  <a:lnTo>
                    <a:pt x="478951" y="1311137"/>
                  </a:lnTo>
                  <a:lnTo>
                    <a:pt x="478930" y="1311125"/>
                  </a:lnTo>
                  <a:lnTo>
                    <a:pt x="478925" y="1311122"/>
                  </a:lnTo>
                  <a:lnTo>
                    <a:pt x="478920" y="1311119"/>
                  </a:lnTo>
                  <a:lnTo>
                    <a:pt x="478926" y="1311086"/>
                  </a:lnTo>
                  <a:lnTo>
                    <a:pt x="478929" y="1311054"/>
                  </a:lnTo>
                  <a:lnTo>
                    <a:pt x="478929" y="1311044"/>
                  </a:lnTo>
                  <a:lnTo>
                    <a:pt x="478927" y="1311009"/>
                  </a:lnTo>
                  <a:lnTo>
                    <a:pt x="478927" y="1310991"/>
                  </a:lnTo>
                  <a:lnTo>
                    <a:pt x="478921" y="1310967"/>
                  </a:lnTo>
                  <a:lnTo>
                    <a:pt x="478920" y="1310962"/>
                  </a:lnTo>
                  <a:lnTo>
                    <a:pt x="478917" y="1310952"/>
                  </a:lnTo>
                  <a:lnTo>
                    <a:pt x="478914" y="1310945"/>
                  </a:lnTo>
                  <a:lnTo>
                    <a:pt x="478899" y="1310923"/>
                  </a:lnTo>
                  <a:lnTo>
                    <a:pt x="478882" y="1310907"/>
                  </a:lnTo>
                  <a:lnTo>
                    <a:pt x="478855" y="1310880"/>
                  </a:lnTo>
                  <a:lnTo>
                    <a:pt x="478849" y="1310872"/>
                  </a:lnTo>
                  <a:lnTo>
                    <a:pt x="478840" y="1310859"/>
                  </a:lnTo>
                  <a:lnTo>
                    <a:pt x="478824" y="1310838"/>
                  </a:lnTo>
                  <a:lnTo>
                    <a:pt x="478820" y="1310828"/>
                  </a:lnTo>
                  <a:lnTo>
                    <a:pt x="478805" y="1310793"/>
                  </a:lnTo>
                  <a:lnTo>
                    <a:pt x="478803" y="1310785"/>
                  </a:lnTo>
                  <a:lnTo>
                    <a:pt x="478788" y="1310750"/>
                  </a:lnTo>
                  <a:lnTo>
                    <a:pt x="478781" y="1310735"/>
                  </a:lnTo>
                  <a:lnTo>
                    <a:pt x="478779" y="1310729"/>
                  </a:lnTo>
                  <a:lnTo>
                    <a:pt x="478771" y="1310708"/>
                  </a:lnTo>
                  <a:lnTo>
                    <a:pt x="478764" y="1310688"/>
                  </a:lnTo>
                  <a:lnTo>
                    <a:pt x="478753" y="1310664"/>
                  </a:lnTo>
                  <a:lnTo>
                    <a:pt x="478744" y="1310650"/>
                  </a:lnTo>
                  <a:lnTo>
                    <a:pt x="478734" y="1310636"/>
                  </a:lnTo>
                  <a:lnTo>
                    <a:pt x="478727" y="1310629"/>
                  </a:lnTo>
                  <a:lnTo>
                    <a:pt x="478721" y="1310626"/>
                  </a:lnTo>
                  <a:lnTo>
                    <a:pt x="478712" y="1310622"/>
                  </a:lnTo>
                  <a:lnTo>
                    <a:pt x="478707" y="1310619"/>
                  </a:lnTo>
                  <a:lnTo>
                    <a:pt x="478695" y="1310616"/>
                  </a:lnTo>
                  <a:lnTo>
                    <a:pt x="478681" y="1310617"/>
                  </a:lnTo>
                  <a:lnTo>
                    <a:pt x="478651" y="1310620"/>
                  </a:lnTo>
                  <a:lnTo>
                    <a:pt x="478639" y="1310620"/>
                  </a:lnTo>
                  <a:lnTo>
                    <a:pt x="478624" y="1310619"/>
                  </a:lnTo>
                  <a:lnTo>
                    <a:pt x="478615" y="1310617"/>
                  </a:lnTo>
                  <a:lnTo>
                    <a:pt x="478604" y="1310615"/>
                  </a:lnTo>
                  <a:lnTo>
                    <a:pt x="478595" y="1310613"/>
                  </a:lnTo>
                  <a:lnTo>
                    <a:pt x="478588" y="1310612"/>
                  </a:lnTo>
                  <a:lnTo>
                    <a:pt x="478575" y="1310613"/>
                  </a:lnTo>
                  <a:lnTo>
                    <a:pt x="478550" y="1310639"/>
                  </a:lnTo>
                  <a:lnTo>
                    <a:pt x="478544" y="1310645"/>
                  </a:lnTo>
                  <a:lnTo>
                    <a:pt x="478510" y="1310686"/>
                  </a:lnTo>
                  <a:lnTo>
                    <a:pt x="478493" y="1310704"/>
                  </a:lnTo>
                  <a:lnTo>
                    <a:pt x="478470" y="1310728"/>
                  </a:lnTo>
                  <a:lnTo>
                    <a:pt x="478459" y="1310741"/>
                  </a:lnTo>
                  <a:lnTo>
                    <a:pt x="478435" y="1310759"/>
                  </a:lnTo>
                  <a:lnTo>
                    <a:pt x="478417" y="1310772"/>
                  </a:lnTo>
                  <a:lnTo>
                    <a:pt x="478410" y="1310777"/>
                  </a:lnTo>
                  <a:lnTo>
                    <a:pt x="478394" y="1310784"/>
                  </a:lnTo>
                  <a:lnTo>
                    <a:pt x="478375" y="1310791"/>
                  </a:lnTo>
                  <a:lnTo>
                    <a:pt x="478361" y="1310795"/>
                  </a:lnTo>
                  <a:lnTo>
                    <a:pt x="478347" y="1310799"/>
                  </a:lnTo>
                  <a:lnTo>
                    <a:pt x="478337" y="1310802"/>
                  </a:lnTo>
                  <a:lnTo>
                    <a:pt x="478308" y="1310818"/>
                  </a:lnTo>
                  <a:lnTo>
                    <a:pt x="478293" y="1310828"/>
                  </a:lnTo>
                  <a:lnTo>
                    <a:pt x="478253" y="1310850"/>
                  </a:lnTo>
                  <a:lnTo>
                    <a:pt x="478249" y="1310853"/>
                  </a:lnTo>
                  <a:lnTo>
                    <a:pt x="478234" y="1310863"/>
                  </a:lnTo>
                  <a:lnTo>
                    <a:pt x="478199" y="1310879"/>
                  </a:lnTo>
                  <a:lnTo>
                    <a:pt x="478184" y="1310886"/>
                  </a:lnTo>
                  <a:lnTo>
                    <a:pt x="478144" y="1310904"/>
                  </a:lnTo>
                  <a:lnTo>
                    <a:pt x="478114" y="1310918"/>
                  </a:lnTo>
                  <a:lnTo>
                    <a:pt x="478090" y="1310928"/>
                  </a:lnTo>
                  <a:lnTo>
                    <a:pt x="478083" y="1310931"/>
                  </a:lnTo>
                  <a:lnTo>
                    <a:pt x="478065" y="1310938"/>
                  </a:lnTo>
                  <a:lnTo>
                    <a:pt x="478035" y="1310946"/>
                  </a:lnTo>
                  <a:lnTo>
                    <a:pt x="478028" y="1310948"/>
                  </a:lnTo>
                  <a:lnTo>
                    <a:pt x="478007" y="1310953"/>
                  </a:lnTo>
                  <a:lnTo>
                    <a:pt x="477981" y="1310959"/>
                  </a:lnTo>
                  <a:lnTo>
                    <a:pt x="477972" y="1310960"/>
                  </a:lnTo>
                  <a:lnTo>
                    <a:pt x="477956" y="1310962"/>
                  </a:lnTo>
                  <a:lnTo>
                    <a:pt x="477950" y="1310963"/>
                  </a:lnTo>
                  <a:lnTo>
                    <a:pt x="477933" y="1310965"/>
                  </a:lnTo>
                  <a:lnTo>
                    <a:pt x="477926" y="1310966"/>
                  </a:lnTo>
                  <a:lnTo>
                    <a:pt x="477913" y="1310968"/>
                  </a:lnTo>
                  <a:lnTo>
                    <a:pt x="477871" y="1310974"/>
                  </a:lnTo>
                  <a:lnTo>
                    <a:pt x="477853" y="1310976"/>
                  </a:lnTo>
                  <a:lnTo>
                    <a:pt x="477817" y="1310981"/>
                  </a:lnTo>
                  <a:lnTo>
                    <a:pt x="477810" y="1310981"/>
                  </a:lnTo>
                  <a:lnTo>
                    <a:pt x="477787" y="1310983"/>
                  </a:lnTo>
                  <a:lnTo>
                    <a:pt x="477771" y="1310983"/>
                  </a:lnTo>
                  <a:lnTo>
                    <a:pt x="477762" y="1310983"/>
                  </a:lnTo>
                  <a:lnTo>
                    <a:pt x="477755" y="1310983"/>
                  </a:lnTo>
                  <a:lnTo>
                    <a:pt x="477745" y="1310981"/>
                  </a:lnTo>
                  <a:lnTo>
                    <a:pt x="477725" y="1310976"/>
                  </a:lnTo>
                  <a:lnTo>
                    <a:pt x="477701" y="1310970"/>
                  </a:lnTo>
                  <a:lnTo>
                    <a:pt x="477668" y="1310957"/>
                  </a:lnTo>
                  <a:lnTo>
                    <a:pt x="477652" y="1310951"/>
                  </a:lnTo>
                  <a:lnTo>
                    <a:pt x="477644" y="1310947"/>
                  </a:lnTo>
                  <a:lnTo>
                    <a:pt x="477598" y="1310926"/>
                  </a:lnTo>
                  <a:lnTo>
                    <a:pt x="477588" y="1310922"/>
                  </a:lnTo>
                  <a:lnTo>
                    <a:pt x="477543" y="1310902"/>
                  </a:lnTo>
                  <a:lnTo>
                    <a:pt x="477537" y="1310899"/>
                  </a:lnTo>
                  <a:lnTo>
                    <a:pt x="477521" y="1310892"/>
                  </a:lnTo>
                  <a:lnTo>
                    <a:pt x="477488" y="1310876"/>
                  </a:lnTo>
                  <a:lnTo>
                    <a:pt x="477463" y="1310865"/>
                  </a:lnTo>
                  <a:lnTo>
                    <a:pt x="477428" y="1310850"/>
                  </a:lnTo>
                  <a:lnTo>
                    <a:pt x="477380" y="1310828"/>
                  </a:lnTo>
                  <a:lnTo>
                    <a:pt x="477372" y="1310824"/>
                  </a:lnTo>
                  <a:lnTo>
                    <a:pt x="477324" y="1310800"/>
                  </a:lnTo>
                  <a:lnTo>
                    <a:pt x="477270" y="1310773"/>
                  </a:lnTo>
                  <a:lnTo>
                    <a:pt x="477258" y="1310766"/>
                  </a:lnTo>
                  <a:lnTo>
                    <a:pt x="477229" y="1310750"/>
                  </a:lnTo>
                  <a:lnTo>
                    <a:pt x="477216" y="1310742"/>
                  </a:lnTo>
                  <a:lnTo>
                    <a:pt x="477199" y="1310732"/>
                  </a:lnTo>
                  <a:lnTo>
                    <a:pt x="477190" y="1310725"/>
                  </a:lnTo>
                  <a:lnTo>
                    <a:pt x="477162" y="1310706"/>
                  </a:lnTo>
                  <a:lnTo>
                    <a:pt x="477144" y="1310693"/>
                  </a:lnTo>
                  <a:lnTo>
                    <a:pt x="477121" y="1310678"/>
                  </a:lnTo>
                  <a:lnTo>
                    <a:pt x="477110" y="1310671"/>
                  </a:lnTo>
                  <a:lnTo>
                    <a:pt x="477103" y="1310669"/>
                  </a:lnTo>
                  <a:lnTo>
                    <a:pt x="477095" y="1310662"/>
                  </a:lnTo>
                  <a:lnTo>
                    <a:pt x="477090" y="1310651"/>
                  </a:lnTo>
                  <a:lnTo>
                    <a:pt x="477104" y="1310629"/>
                  </a:lnTo>
                  <a:lnTo>
                    <a:pt x="477109" y="1310622"/>
                  </a:lnTo>
                  <a:lnTo>
                    <a:pt x="477113" y="1310615"/>
                  </a:lnTo>
                  <a:lnTo>
                    <a:pt x="477129" y="1310577"/>
                  </a:lnTo>
                  <a:lnTo>
                    <a:pt x="477131" y="1310570"/>
                  </a:lnTo>
                  <a:lnTo>
                    <a:pt x="477135" y="1310562"/>
                  </a:lnTo>
                  <a:lnTo>
                    <a:pt x="477143" y="1310535"/>
                  </a:lnTo>
                  <a:lnTo>
                    <a:pt x="477146" y="1310523"/>
                  </a:lnTo>
                  <a:lnTo>
                    <a:pt x="477148" y="1310511"/>
                  </a:lnTo>
                  <a:lnTo>
                    <a:pt x="477149" y="1310490"/>
                  </a:lnTo>
                  <a:lnTo>
                    <a:pt x="477148" y="1310480"/>
                  </a:lnTo>
                  <a:lnTo>
                    <a:pt x="477144" y="1310447"/>
                  </a:lnTo>
                  <a:lnTo>
                    <a:pt x="477143" y="1310436"/>
                  </a:lnTo>
                  <a:lnTo>
                    <a:pt x="477137" y="1310402"/>
                  </a:lnTo>
                  <a:lnTo>
                    <a:pt x="477135" y="1310390"/>
                  </a:lnTo>
                  <a:lnTo>
                    <a:pt x="477127" y="1310358"/>
                  </a:lnTo>
                  <a:lnTo>
                    <a:pt x="477125" y="1310347"/>
                  </a:lnTo>
                  <a:lnTo>
                    <a:pt x="477114" y="1310316"/>
                  </a:lnTo>
                  <a:lnTo>
                    <a:pt x="477111" y="1310308"/>
                  </a:lnTo>
                  <a:lnTo>
                    <a:pt x="477104" y="1310293"/>
                  </a:lnTo>
                  <a:lnTo>
                    <a:pt x="477092" y="1310272"/>
                  </a:lnTo>
                  <a:lnTo>
                    <a:pt x="477089" y="1310267"/>
                  </a:lnTo>
                  <a:lnTo>
                    <a:pt x="477077" y="1310249"/>
                  </a:lnTo>
                  <a:lnTo>
                    <a:pt x="477072" y="1310244"/>
                  </a:lnTo>
                  <a:lnTo>
                    <a:pt x="477059" y="1310229"/>
                  </a:lnTo>
                  <a:lnTo>
                    <a:pt x="477053" y="1310224"/>
                  </a:lnTo>
                  <a:lnTo>
                    <a:pt x="477048" y="1310220"/>
                  </a:lnTo>
                  <a:lnTo>
                    <a:pt x="477035" y="1310211"/>
                  </a:lnTo>
                  <a:lnTo>
                    <a:pt x="477004" y="1310195"/>
                  </a:lnTo>
                  <a:lnTo>
                    <a:pt x="476996" y="1310192"/>
                  </a:lnTo>
                  <a:lnTo>
                    <a:pt x="476949" y="1310176"/>
                  </a:lnTo>
                  <a:lnTo>
                    <a:pt x="476923" y="1310165"/>
                  </a:lnTo>
                  <a:lnTo>
                    <a:pt x="476913" y="1310162"/>
                  </a:lnTo>
                  <a:lnTo>
                    <a:pt x="476895" y="1310156"/>
                  </a:lnTo>
                  <a:lnTo>
                    <a:pt x="476887" y="1310153"/>
                  </a:lnTo>
                  <a:lnTo>
                    <a:pt x="476875" y="1310148"/>
                  </a:lnTo>
                  <a:lnTo>
                    <a:pt x="476841" y="1310136"/>
                  </a:lnTo>
                  <a:lnTo>
                    <a:pt x="476834" y="1310133"/>
                  </a:lnTo>
                  <a:lnTo>
                    <a:pt x="476829" y="1310131"/>
                  </a:lnTo>
                  <a:lnTo>
                    <a:pt x="476821" y="1310126"/>
                  </a:lnTo>
                  <a:lnTo>
                    <a:pt x="476818" y="1310117"/>
                  </a:lnTo>
                  <a:lnTo>
                    <a:pt x="476819" y="1310092"/>
                  </a:lnTo>
                  <a:lnTo>
                    <a:pt x="476819" y="1310086"/>
                  </a:lnTo>
                  <a:lnTo>
                    <a:pt x="476820" y="1310075"/>
                  </a:lnTo>
                  <a:lnTo>
                    <a:pt x="476821" y="1310046"/>
                  </a:lnTo>
                  <a:lnTo>
                    <a:pt x="476821" y="1310039"/>
                  </a:lnTo>
                  <a:lnTo>
                    <a:pt x="476819" y="1310031"/>
                  </a:lnTo>
                  <a:lnTo>
                    <a:pt x="476808" y="1310011"/>
                  </a:lnTo>
                  <a:lnTo>
                    <a:pt x="476805" y="1310004"/>
                  </a:lnTo>
                  <a:lnTo>
                    <a:pt x="476799" y="1309992"/>
                  </a:lnTo>
                  <a:lnTo>
                    <a:pt x="476791" y="1309974"/>
                  </a:lnTo>
                  <a:lnTo>
                    <a:pt x="476787" y="1309960"/>
                  </a:lnTo>
                  <a:lnTo>
                    <a:pt x="476785" y="1309950"/>
                  </a:lnTo>
                  <a:lnTo>
                    <a:pt x="476784" y="1309941"/>
                  </a:lnTo>
                  <a:lnTo>
                    <a:pt x="476782" y="1309931"/>
                  </a:lnTo>
                  <a:lnTo>
                    <a:pt x="476782" y="1309915"/>
                  </a:lnTo>
                  <a:lnTo>
                    <a:pt x="476782" y="1309908"/>
                  </a:lnTo>
                  <a:lnTo>
                    <a:pt x="476781" y="1309874"/>
                  </a:lnTo>
                  <a:lnTo>
                    <a:pt x="476781" y="1309860"/>
                  </a:lnTo>
                  <a:lnTo>
                    <a:pt x="476782" y="1309830"/>
                  </a:lnTo>
                  <a:lnTo>
                    <a:pt x="476782" y="1309824"/>
                  </a:lnTo>
                  <a:lnTo>
                    <a:pt x="476782" y="1309800"/>
                  </a:lnTo>
                  <a:lnTo>
                    <a:pt x="476785" y="1309789"/>
                  </a:lnTo>
                  <a:lnTo>
                    <a:pt x="476789" y="1309783"/>
                  </a:lnTo>
                  <a:lnTo>
                    <a:pt x="476794" y="1309779"/>
                  </a:lnTo>
                  <a:lnTo>
                    <a:pt x="476812" y="1309767"/>
                  </a:lnTo>
                  <a:lnTo>
                    <a:pt x="476840" y="1309746"/>
                  </a:lnTo>
                  <a:lnTo>
                    <a:pt x="476846" y="1309741"/>
                  </a:lnTo>
                  <a:lnTo>
                    <a:pt x="476862" y="1309728"/>
                  </a:lnTo>
                  <a:lnTo>
                    <a:pt x="476884" y="1309701"/>
                  </a:lnTo>
                  <a:lnTo>
                    <a:pt x="476891" y="1309691"/>
                  </a:lnTo>
                  <a:lnTo>
                    <a:pt x="476910" y="1309658"/>
                  </a:lnTo>
                  <a:lnTo>
                    <a:pt x="476913" y="1309652"/>
                  </a:lnTo>
                  <a:lnTo>
                    <a:pt x="476918" y="1309635"/>
                  </a:lnTo>
                  <a:lnTo>
                    <a:pt x="476924" y="1309614"/>
                  </a:lnTo>
                  <a:lnTo>
                    <a:pt x="476927" y="1309601"/>
                  </a:lnTo>
                  <a:lnTo>
                    <a:pt x="476929" y="1309590"/>
                  </a:lnTo>
                  <a:lnTo>
                    <a:pt x="476929" y="1309570"/>
                  </a:lnTo>
                  <a:lnTo>
                    <a:pt x="476927" y="1309554"/>
                  </a:lnTo>
                  <a:lnTo>
                    <a:pt x="476924" y="1309527"/>
                  </a:lnTo>
                  <a:lnTo>
                    <a:pt x="476923" y="1309517"/>
                  </a:lnTo>
                  <a:lnTo>
                    <a:pt x="476919" y="1309498"/>
                  </a:lnTo>
                  <a:lnTo>
                    <a:pt x="476917" y="1309492"/>
                  </a:lnTo>
                  <a:lnTo>
                    <a:pt x="476913" y="1309484"/>
                  </a:lnTo>
                  <a:lnTo>
                    <a:pt x="476909" y="1309478"/>
                  </a:lnTo>
                  <a:lnTo>
                    <a:pt x="476892" y="1309462"/>
                  </a:lnTo>
                  <a:lnTo>
                    <a:pt x="476880" y="1309456"/>
                  </a:lnTo>
                  <a:lnTo>
                    <a:pt x="476859" y="1309451"/>
                  </a:lnTo>
                  <a:lnTo>
                    <a:pt x="476843" y="1309448"/>
                  </a:lnTo>
                  <a:lnTo>
                    <a:pt x="476805" y="1309439"/>
                  </a:lnTo>
                  <a:lnTo>
                    <a:pt x="476777" y="1309431"/>
                  </a:lnTo>
                  <a:lnTo>
                    <a:pt x="476751" y="1309424"/>
                  </a:lnTo>
                  <a:lnTo>
                    <a:pt x="476734" y="1309420"/>
                  </a:lnTo>
                  <a:lnTo>
                    <a:pt x="476712" y="1309415"/>
                  </a:lnTo>
                  <a:lnTo>
                    <a:pt x="476694" y="1309411"/>
                  </a:lnTo>
                  <a:lnTo>
                    <a:pt x="476669" y="1309403"/>
                  </a:lnTo>
                  <a:lnTo>
                    <a:pt x="476640" y="1309393"/>
                  </a:lnTo>
                  <a:lnTo>
                    <a:pt x="476623" y="1309386"/>
                  </a:lnTo>
                  <a:lnTo>
                    <a:pt x="476606" y="1309377"/>
                  </a:lnTo>
                  <a:lnTo>
                    <a:pt x="476587" y="1309365"/>
                  </a:lnTo>
                  <a:lnTo>
                    <a:pt x="476579" y="1309357"/>
                  </a:lnTo>
                  <a:lnTo>
                    <a:pt x="476567" y="1309343"/>
                  </a:lnTo>
                  <a:lnTo>
                    <a:pt x="476551" y="1309321"/>
                  </a:lnTo>
                  <a:lnTo>
                    <a:pt x="476541" y="1309306"/>
                  </a:lnTo>
                  <a:lnTo>
                    <a:pt x="476535" y="1309297"/>
                  </a:lnTo>
                  <a:lnTo>
                    <a:pt x="476520" y="1309279"/>
                  </a:lnTo>
                  <a:lnTo>
                    <a:pt x="476515" y="1309273"/>
                  </a:lnTo>
                  <a:lnTo>
                    <a:pt x="476508" y="1309271"/>
                  </a:lnTo>
                  <a:lnTo>
                    <a:pt x="476502" y="1309274"/>
                  </a:lnTo>
                  <a:lnTo>
                    <a:pt x="476492" y="1309279"/>
                  </a:lnTo>
                  <a:lnTo>
                    <a:pt x="476465" y="1309294"/>
                  </a:lnTo>
                  <a:lnTo>
                    <a:pt x="476438" y="1309309"/>
                  </a:lnTo>
                  <a:lnTo>
                    <a:pt x="476412" y="1309322"/>
                  </a:lnTo>
                  <a:lnTo>
                    <a:pt x="476396" y="1309332"/>
                  </a:lnTo>
                  <a:lnTo>
                    <a:pt x="476378" y="1309343"/>
                  </a:lnTo>
                  <a:lnTo>
                    <a:pt x="476359" y="1309353"/>
                  </a:lnTo>
                  <a:lnTo>
                    <a:pt x="476349" y="1309359"/>
                  </a:lnTo>
                  <a:lnTo>
                    <a:pt x="476332" y="1309362"/>
                  </a:lnTo>
                  <a:lnTo>
                    <a:pt x="476304" y="1309367"/>
                  </a:lnTo>
                  <a:lnTo>
                    <a:pt x="476288" y="1309369"/>
                  </a:lnTo>
                  <a:lnTo>
                    <a:pt x="476273" y="1309371"/>
                  </a:lnTo>
                  <a:lnTo>
                    <a:pt x="476259" y="1309374"/>
                  </a:lnTo>
                  <a:lnTo>
                    <a:pt x="476248" y="1309375"/>
                  </a:lnTo>
                  <a:lnTo>
                    <a:pt x="476231" y="1309376"/>
                  </a:lnTo>
                  <a:lnTo>
                    <a:pt x="476219" y="1309376"/>
                  </a:lnTo>
                  <a:lnTo>
                    <a:pt x="476196" y="1309375"/>
                  </a:lnTo>
                  <a:lnTo>
                    <a:pt x="476187" y="1309374"/>
                  </a:lnTo>
                  <a:lnTo>
                    <a:pt x="476172" y="1309374"/>
                  </a:lnTo>
                  <a:lnTo>
                    <a:pt x="476160" y="1309374"/>
                  </a:lnTo>
                  <a:lnTo>
                    <a:pt x="476150" y="1309376"/>
                  </a:lnTo>
                  <a:lnTo>
                    <a:pt x="476141" y="1309380"/>
                  </a:lnTo>
                  <a:lnTo>
                    <a:pt x="476133" y="1309386"/>
                  </a:lnTo>
                  <a:lnTo>
                    <a:pt x="476127" y="1309393"/>
                  </a:lnTo>
                  <a:lnTo>
                    <a:pt x="476110" y="1309424"/>
                  </a:lnTo>
                  <a:lnTo>
                    <a:pt x="476092" y="1309467"/>
                  </a:lnTo>
                  <a:lnTo>
                    <a:pt x="476085" y="1309482"/>
                  </a:lnTo>
                  <a:lnTo>
                    <a:pt x="476082" y="1309489"/>
                  </a:lnTo>
                  <a:lnTo>
                    <a:pt x="476071" y="1309511"/>
                  </a:lnTo>
                  <a:lnTo>
                    <a:pt x="476061" y="1309526"/>
                  </a:lnTo>
                  <a:lnTo>
                    <a:pt x="476046" y="1309549"/>
                  </a:lnTo>
                  <a:lnTo>
                    <a:pt x="476042" y="1309556"/>
                  </a:lnTo>
                  <a:lnTo>
                    <a:pt x="476030" y="1309571"/>
                  </a:lnTo>
                  <a:lnTo>
                    <a:pt x="476026" y="1309577"/>
                  </a:lnTo>
                  <a:lnTo>
                    <a:pt x="476015" y="1309586"/>
                  </a:lnTo>
                  <a:lnTo>
                    <a:pt x="475992" y="1309599"/>
                  </a:lnTo>
                  <a:lnTo>
                    <a:pt x="475983" y="1309604"/>
                  </a:lnTo>
                  <a:lnTo>
                    <a:pt x="475973" y="1309608"/>
                  </a:lnTo>
                  <a:lnTo>
                    <a:pt x="475962" y="1309610"/>
                  </a:lnTo>
                  <a:lnTo>
                    <a:pt x="475948" y="1309613"/>
                  </a:lnTo>
                  <a:lnTo>
                    <a:pt x="475937" y="1309615"/>
                  </a:lnTo>
                  <a:lnTo>
                    <a:pt x="475931" y="1309615"/>
                  </a:lnTo>
                  <a:lnTo>
                    <a:pt x="475917" y="1309615"/>
                  </a:lnTo>
                  <a:lnTo>
                    <a:pt x="475903" y="1309614"/>
                  </a:lnTo>
                  <a:lnTo>
                    <a:pt x="475895" y="1309613"/>
                  </a:lnTo>
                  <a:lnTo>
                    <a:pt x="475884" y="1309608"/>
                  </a:lnTo>
                  <a:lnTo>
                    <a:pt x="475874" y="1309602"/>
                  </a:lnTo>
                  <a:lnTo>
                    <a:pt x="475858" y="1309589"/>
                  </a:lnTo>
                  <a:lnTo>
                    <a:pt x="475843" y="1309579"/>
                  </a:lnTo>
                  <a:lnTo>
                    <a:pt x="475829" y="1309569"/>
                  </a:lnTo>
                  <a:lnTo>
                    <a:pt x="475824" y="1309566"/>
                  </a:lnTo>
                  <a:lnTo>
                    <a:pt x="475816" y="1309560"/>
                  </a:lnTo>
                  <a:lnTo>
                    <a:pt x="475805" y="1309553"/>
                  </a:lnTo>
                  <a:lnTo>
                    <a:pt x="475793" y="1309548"/>
                  </a:lnTo>
                  <a:lnTo>
                    <a:pt x="475783" y="1309545"/>
                  </a:lnTo>
                  <a:lnTo>
                    <a:pt x="475774" y="1309542"/>
                  </a:lnTo>
                  <a:lnTo>
                    <a:pt x="475764" y="1309541"/>
                  </a:lnTo>
                  <a:lnTo>
                    <a:pt x="475756" y="1309540"/>
                  </a:lnTo>
                  <a:lnTo>
                    <a:pt x="475720" y="1309540"/>
                  </a:lnTo>
                  <a:lnTo>
                    <a:pt x="475712" y="1309540"/>
                  </a:lnTo>
                  <a:lnTo>
                    <a:pt x="475663" y="1309539"/>
                  </a:lnTo>
                  <a:lnTo>
                    <a:pt x="475645" y="1309539"/>
                  </a:lnTo>
                  <a:lnTo>
                    <a:pt x="475609" y="1309532"/>
                  </a:lnTo>
                  <a:lnTo>
                    <a:pt x="475589" y="1309528"/>
                  </a:lnTo>
                  <a:lnTo>
                    <a:pt x="475555" y="1309522"/>
                  </a:lnTo>
                  <a:lnTo>
                    <a:pt x="475537" y="1309518"/>
                  </a:lnTo>
                  <a:lnTo>
                    <a:pt x="475498" y="1309509"/>
                  </a:lnTo>
                  <a:lnTo>
                    <a:pt x="475474" y="1309503"/>
                  </a:lnTo>
                  <a:lnTo>
                    <a:pt x="475445" y="1309499"/>
                  </a:lnTo>
                  <a:lnTo>
                    <a:pt x="475428" y="1309497"/>
                  </a:lnTo>
                  <a:lnTo>
                    <a:pt x="475405" y="1309494"/>
                  </a:lnTo>
                  <a:lnTo>
                    <a:pt x="475391" y="1309491"/>
                  </a:lnTo>
                  <a:lnTo>
                    <a:pt x="475376" y="1309488"/>
                  </a:lnTo>
                  <a:lnTo>
                    <a:pt x="475367" y="1309486"/>
                  </a:lnTo>
                  <a:lnTo>
                    <a:pt x="475337" y="1309476"/>
                  </a:lnTo>
                  <a:lnTo>
                    <a:pt x="475315" y="1309466"/>
                  </a:lnTo>
                  <a:lnTo>
                    <a:pt x="475280" y="1309451"/>
                  </a:lnTo>
                  <a:lnTo>
                    <a:pt x="475258" y="1309444"/>
                  </a:lnTo>
                  <a:lnTo>
                    <a:pt x="475226" y="1309431"/>
                  </a:lnTo>
                  <a:lnTo>
                    <a:pt x="475219" y="1309428"/>
                  </a:lnTo>
                  <a:lnTo>
                    <a:pt x="475205" y="1309421"/>
                  </a:lnTo>
                  <a:lnTo>
                    <a:pt x="475193" y="1309412"/>
                  </a:lnTo>
                  <a:lnTo>
                    <a:pt x="475176" y="1309396"/>
                  </a:lnTo>
                  <a:lnTo>
                    <a:pt x="475164" y="1309381"/>
                  </a:lnTo>
                  <a:lnTo>
                    <a:pt x="475160" y="1309373"/>
                  </a:lnTo>
                  <a:lnTo>
                    <a:pt x="475148" y="1309347"/>
                  </a:lnTo>
                  <a:lnTo>
                    <a:pt x="475143" y="1309337"/>
                  </a:lnTo>
                  <a:lnTo>
                    <a:pt x="475140" y="1309326"/>
                  </a:lnTo>
                  <a:lnTo>
                    <a:pt x="475132" y="1309304"/>
                  </a:lnTo>
                  <a:lnTo>
                    <a:pt x="475130" y="1309297"/>
                  </a:lnTo>
                  <a:lnTo>
                    <a:pt x="475126" y="1309287"/>
                  </a:lnTo>
                  <a:lnTo>
                    <a:pt x="475120" y="1309277"/>
                  </a:lnTo>
                  <a:lnTo>
                    <a:pt x="475114" y="1309269"/>
                  </a:lnTo>
                  <a:lnTo>
                    <a:pt x="475103" y="1309260"/>
                  </a:lnTo>
                  <a:lnTo>
                    <a:pt x="475094" y="1309255"/>
                  </a:lnTo>
                  <a:lnTo>
                    <a:pt x="475079" y="1309249"/>
                  </a:lnTo>
                  <a:lnTo>
                    <a:pt x="475063" y="1309244"/>
                  </a:lnTo>
                  <a:lnTo>
                    <a:pt x="475049" y="1309241"/>
                  </a:lnTo>
                  <a:lnTo>
                    <a:pt x="475038" y="1309238"/>
                  </a:lnTo>
                  <a:lnTo>
                    <a:pt x="475017" y="1309229"/>
                  </a:lnTo>
                  <a:lnTo>
                    <a:pt x="474996" y="1309220"/>
                  </a:lnTo>
                  <a:lnTo>
                    <a:pt x="474990" y="1309217"/>
                  </a:lnTo>
                  <a:lnTo>
                    <a:pt x="474977" y="1309209"/>
                  </a:lnTo>
                  <a:lnTo>
                    <a:pt x="474962" y="1309194"/>
                  </a:lnTo>
                  <a:lnTo>
                    <a:pt x="474948" y="1309176"/>
                  </a:lnTo>
                  <a:lnTo>
                    <a:pt x="474942" y="1309167"/>
                  </a:lnTo>
                  <a:lnTo>
                    <a:pt x="474936" y="1309156"/>
                  </a:lnTo>
                  <a:lnTo>
                    <a:pt x="474927" y="1309132"/>
                  </a:lnTo>
                  <a:lnTo>
                    <a:pt x="474926" y="1309127"/>
                  </a:lnTo>
                  <a:lnTo>
                    <a:pt x="474921" y="1309108"/>
                  </a:lnTo>
                  <a:lnTo>
                    <a:pt x="474916" y="1309087"/>
                  </a:lnTo>
                  <a:lnTo>
                    <a:pt x="474915" y="1309070"/>
                  </a:lnTo>
                  <a:lnTo>
                    <a:pt x="474915" y="1309055"/>
                  </a:lnTo>
                  <a:lnTo>
                    <a:pt x="474916" y="1309049"/>
                  </a:lnTo>
                  <a:lnTo>
                    <a:pt x="474916" y="1309042"/>
                  </a:lnTo>
                  <a:lnTo>
                    <a:pt x="474917" y="1309036"/>
                  </a:lnTo>
                  <a:lnTo>
                    <a:pt x="474919" y="1309028"/>
                  </a:lnTo>
                  <a:lnTo>
                    <a:pt x="474923" y="1309017"/>
                  </a:lnTo>
                  <a:lnTo>
                    <a:pt x="474934" y="1309001"/>
                  </a:lnTo>
                  <a:lnTo>
                    <a:pt x="474939" y="1308992"/>
                  </a:lnTo>
                  <a:lnTo>
                    <a:pt x="474943" y="1308986"/>
                  </a:lnTo>
                  <a:lnTo>
                    <a:pt x="474947" y="1308979"/>
                  </a:lnTo>
                  <a:lnTo>
                    <a:pt x="474953" y="1308967"/>
                  </a:lnTo>
                  <a:lnTo>
                    <a:pt x="474954" y="1308956"/>
                  </a:lnTo>
                  <a:lnTo>
                    <a:pt x="474953" y="1308948"/>
                  </a:lnTo>
                  <a:lnTo>
                    <a:pt x="474951" y="1308941"/>
                  </a:lnTo>
                  <a:lnTo>
                    <a:pt x="474947" y="1308935"/>
                  </a:lnTo>
                  <a:lnTo>
                    <a:pt x="474936" y="1308925"/>
                  </a:lnTo>
                  <a:lnTo>
                    <a:pt x="474920" y="1308916"/>
                  </a:lnTo>
                  <a:lnTo>
                    <a:pt x="474908" y="1308907"/>
                  </a:lnTo>
                  <a:lnTo>
                    <a:pt x="474893" y="1308896"/>
                  </a:lnTo>
                  <a:lnTo>
                    <a:pt x="474880" y="1308886"/>
                  </a:lnTo>
                  <a:lnTo>
                    <a:pt x="474866" y="1308872"/>
                  </a:lnTo>
                  <a:lnTo>
                    <a:pt x="474860" y="1308866"/>
                  </a:lnTo>
                  <a:lnTo>
                    <a:pt x="474847" y="1308854"/>
                  </a:lnTo>
                  <a:lnTo>
                    <a:pt x="474831" y="1308843"/>
                  </a:lnTo>
                  <a:lnTo>
                    <a:pt x="474811" y="1308831"/>
                  </a:lnTo>
                  <a:lnTo>
                    <a:pt x="474795" y="1308822"/>
                  </a:lnTo>
                  <a:lnTo>
                    <a:pt x="474777" y="1308812"/>
                  </a:lnTo>
                  <a:lnTo>
                    <a:pt x="474758" y="1308802"/>
                  </a:lnTo>
                  <a:lnTo>
                    <a:pt x="474753" y="1308800"/>
                  </a:lnTo>
                  <a:lnTo>
                    <a:pt x="474732" y="1308792"/>
                  </a:lnTo>
                  <a:lnTo>
                    <a:pt x="474702" y="1308782"/>
                  </a:lnTo>
                  <a:lnTo>
                    <a:pt x="474681" y="1308775"/>
                  </a:lnTo>
                  <a:lnTo>
                    <a:pt x="474649" y="1308762"/>
                  </a:lnTo>
                  <a:lnTo>
                    <a:pt x="474629" y="1308751"/>
                  </a:lnTo>
                  <a:lnTo>
                    <a:pt x="474609" y="1308740"/>
                  </a:lnTo>
                  <a:lnTo>
                    <a:pt x="474595" y="1308733"/>
                  </a:lnTo>
                  <a:lnTo>
                    <a:pt x="474583" y="1308728"/>
                  </a:lnTo>
                  <a:lnTo>
                    <a:pt x="474570" y="1308721"/>
                  </a:lnTo>
                  <a:lnTo>
                    <a:pt x="474561" y="1308717"/>
                  </a:lnTo>
                  <a:lnTo>
                    <a:pt x="474555" y="1308718"/>
                  </a:lnTo>
                  <a:lnTo>
                    <a:pt x="474539" y="1308719"/>
                  </a:lnTo>
                  <a:lnTo>
                    <a:pt x="474504" y="1308718"/>
                  </a:lnTo>
                  <a:lnTo>
                    <a:pt x="474473" y="1308718"/>
                  </a:lnTo>
                  <a:lnTo>
                    <a:pt x="474459" y="1308707"/>
                  </a:lnTo>
                  <a:lnTo>
                    <a:pt x="474446" y="1308689"/>
                  </a:lnTo>
                  <a:lnTo>
                    <a:pt x="474435" y="1308675"/>
                  </a:lnTo>
                  <a:lnTo>
                    <a:pt x="474421" y="1308659"/>
                  </a:lnTo>
                  <a:lnTo>
                    <a:pt x="474409" y="1308639"/>
                  </a:lnTo>
                  <a:lnTo>
                    <a:pt x="474398" y="1308622"/>
                  </a:lnTo>
                  <a:lnTo>
                    <a:pt x="474390" y="1308603"/>
                  </a:lnTo>
                  <a:lnTo>
                    <a:pt x="474378" y="1308575"/>
                  </a:lnTo>
                  <a:lnTo>
                    <a:pt x="474366" y="1308551"/>
                  </a:lnTo>
                  <a:lnTo>
                    <a:pt x="474356" y="1308521"/>
                  </a:lnTo>
                  <a:lnTo>
                    <a:pt x="474344" y="1308503"/>
                  </a:lnTo>
                  <a:lnTo>
                    <a:pt x="474330" y="1308481"/>
                  </a:lnTo>
                  <a:lnTo>
                    <a:pt x="474325" y="1308474"/>
                  </a:lnTo>
                  <a:lnTo>
                    <a:pt x="474322" y="1308465"/>
                  </a:lnTo>
                  <a:lnTo>
                    <a:pt x="474323" y="1308445"/>
                  </a:lnTo>
                  <a:lnTo>
                    <a:pt x="474324" y="1308433"/>
                  </a:lnTo>
                  <a:lnTo>
                    <a:pt x="474326" y="1308421"/>
                  </a:lnTo>
                  <a:lnTo>
                    <a:pt x="474331" y="1308393"/>
                  </a:lnTo>
                  <a:lnTo>
                    <a:pt x="474332" y="1308378"/>
                  </a:lnTo>
                  <a:lnTo>
                    <a:pt x="474334" y="1308367"/>
                  </a:lnTo>
                  <a:lnTo>
                    <a:pt x="474336" y="1308351"/>
                  </a:lnTo>
                  <a:lnTo>
                    <a:pt x="474340" y="1308320"/>
                  </a:lnTo>
                  <a:lnTo>
                    <a:pt x="474343" y="1308301"/>
                  </a:lnTo>
                  <a:lnTo>
                    <a:pt x="474345" y="1308286"/>
                  </a:lnTo>
                  <a:lnTo>
                    <a:pt x="474345" y="1308278"/>
                  </a:lnTo>
                  <a:lnTo>
                    <a:pt x="474346" y="1308260"/>
                  </a:lnTo>
                  <a:lnTo>
                    <a:pt x="474346" y="1308252"/>
                  </a:lnTo>
                  <a:lnTo>
                    <a:pt x="474345" y="1308238"/>
                  </a:lnTo>
                  <a:lnTo>
                    <a:pt x="474343" y="1308218"/>
                  </a:lnTo>
                  <a:lnTo>
                    <a:pt x="474342" y="1308208"/>
                  </a:lnTo>
                  <a:lnTo>
                    <a:pt x="474339" y="1308193"/>
                  </a:lnTo>
                  <a:lnTo>
                    <a:pt x="474336" y="1308178"/>
                  </a:lnTo>
                  <a:lnTo>
                    <a:pt x="474335" y="1308173"/>
                  </a:lnTo>
                  <a:lnTo>
                    <a:pt x="474332" y="1308164"/>
                  </a:lnTo>
                  <a:lnTo>
                    <a:pt x="474326" y="1308157"/>
                  </a:lnTo>
                  <a:lnTo>
                    <a:pt x="474321" y="1308154"/>
                  </a:lnTo>
                  <a:lnTo>
                    <a:pt x="474313" y="1308149"/>
                  </a:lnTo>
                  <a:lnTo>
                    <a:pt x="474299" y="1308145"/>
                  </a:lnTo>
                  <a:lnTo>
                    <a:pt x="474293" y="1308143"/>
                  </a:lnTo>
                  <a:lnTo>
                    <a:pt x="474281" y="1308142"/>
                  </a:lnTo>
                  <a:lnTo>
                    <a:pt x="474267" y="1308141"/>
                  </a:lnTo>
                  <a:lnTo>
                    <a:pt x="474258" y="1308139"/>
                  </a:lnTo>
                  <a:lnTo>
                    <a:pt x="474253" y="1308138"/>
                  </a:lnTo>
                  <a:lnTo>
                    <a:pt x="474246" y="1308135"/>
                  </a:lnTo>
                  <a:lnTo>
                    <a:pt x="474237" y="1308131"/>
                  </a:lnTo>
                  <a:lnTo>
                    <a:pt x="474217" y="1308122"/>
                  </a:lnTo>
                  <a:lnTo>
                    <a:pt x="474208" y="1308116"/>
                  </a:lnTo>
                  <a:lnTo>
                    <a:pt x="474204" y="1308111"/>
                  </a:lnTo>
                  <a:lnTo>
                    <a:pt x="474205" y="1308105"/>
                  </a:lnTo>
                  <a:lnTo>
                    <a:pt x="474210" y="1308096"/>
                  </a:lnTo>
                  <a:lnTo>
                    <a:pt x="474218" y="1308081"/>
                  </a:lnTo>
                  <a:lnTo>
                    <a:pt x="474221" y="1308075"/>
                  </a:lnTo>
                  <a:lnTo>
                    <a:pt x="474225" y="1308066"/>
                  </a:lnTo>
                  <a:lnTo>
                    <a:pt x="474228" y="1308059"/>
                  </a:lnTo>
                  <a:lnTo>
                    <a:pt x="474230" y="1308050"/>
                  </a:lnTo>
                  <a:lnTo>
                    <a:pt x="474232" y="1308042"/>
                  </a:lnTo>
                  <a:lnTo>
                    <a:pt x="474234" y="1308034"/>
                  </a:lnTo>
                  <a:lnTo>
                    <a:pt x="474235" y="1308026"/>
                  </a:lnTo>
                  <a:lnTo>
                    <a:pt x="474237" y="1308015"/>
                  </a:lnTo>
                  <a:lnTo>
                    <a:pt x="474238" y="1308007"/>
                  </a:lnTo>
                  <a:lnTo>
                    <a:pt x="474240" y="1307999"/>
                  </a:lnTo>
                  <a:lnTo>
                    <a:pt x="474242" y="1307992"/>
                  </a:lnTo>
                  <a:lnTo>
                    <a:pt x="474243" y="1307983"/>
                  </a:lnTo>
                  <a:lnTo>
                    <a:pt x="474246" y="1307974"/>
                  </a:lnTo>
                  <a:lnTo>
                    <a:pt x="474251" y="1307963"/>
                  </a:lnTo>
                  <a:lnTo>
                    <a:pt x="474256" y="1307954"/>
                  </a:lnTo>
                  <a:lnTo>
                    <a:pt x="474261" y="1307946"/>
                  </a:lnTo>
                  <a:lnTo>
                    <a:pt x="474265" y="1307940"/>
                  </a:lnTo>
                  <a:lnTo>
                    <a:pt x="474271" y="1307933"/>
                  </a:lnTo>
                  <a:lnTo>
                    <a:pt x="474277" y="1307924"/>
                  </a:lnTo>
                  <a:lnTo>
                    <a:pt x="474289" y="1307906"/>
                  </a:lnTo>
                  <a:lnTo>
                    <a:pt x="474296" y="1307896"/>
                  </a:lnTo>
                  <a:lnTo>
                    <a:pt x="474307" y="1307882"/>
                  </a:lnTo>
                  <a:lnTo>
                    <a:pt x="474317" y="1307871"/>
                  </a:lnTo>
                  <a:lnTo>
                    <a:pt x="474324" y="1307864"/>
                  </a:lnTo>
                  <a:lnTo>
                    <a:pt x="474333" y="1307854"/>
                  </a:lnTo>
                  <a:lnTo>
                    <a:pt x="474342" y="1307847"/>
                  </a:lnTo>
                  <a:lnTo>
                    <a:pt x="474355" y="1307836"/>
                  </a:lnTo>
                  <a:lnTo>
                    <a:pt x="474365" y="1307828"/>
                  </a:lnTo>
                  <a:lnTo>
                    <a:pt x="474403" y="1307800"/>
                  </a:lnTo>
                  <a:lnTo>
                    <a:pt x="474420" y="1307787"/>
                  </a:lnTo>
                  <a:lnTo>
                    <a:pt x="474445" y="1307765"/>
                  </a:lnTo>
                  <a:lnTo>
                    <a:pt x="474460" y="1307752"/>
                  </a:lnTo>
                  <a:lnTo>
                    <a:pt x="474483" y="1307731"/>
                  </a:lnTo>
                  <a:lnTo>
                    <a:pt x="474490" y="1307723"/>
                  </a:lnTo>
                  <a:lnTo>
                    <a:pt x="474499" y="1307715"/>
                  </a:lnTo>
                  <a:lnTo>
                    <a:pt x="474506" y="1307707"/>
                  </a:lnTo>
                  <a:lnTo>
                    <a:pt x="474513" y="1307699"/>
                  </a:lnTo>
                  <a:lnTo>
                    <a:pt x="474518" y="1307691"/>
                  </a:lnTo>
                  <a:lnTo>
                    <a:pt x="474521" y="1307684"/>
                  </a:lnTo>
                  <a:lnTo>
                    <a:pt x="474526" y="1307671"/>
                  </a:lnTo>
                  <a:lnTo>
                    <a:pt x="474528" y="1307664"/>
                  </a:lnTo>
                  <a:lnTo>
                    <a:pt x="474530" y="1307654"/>
                  </a:lnTo>
                  <a:lnTo>
                    <a:pt x="474531" y="1307647"/>
                  </a:lnTo>
                  <a:lnTo>
                    <a:pt x="474532" y="1307640"/>
                  </a:lnTo>
                  <a:lnTo>
                    <a:pt x="474534" y="1307633"/>
                  </a:lnTo>
                  <a:lnTo>
                    <a:pt x="474538" y="1307622"/>
                  </a:lnTo>
                  <a:lnTo>
                    <a:pt x="474548" y="1307599"/>
                  </a:lnTo>
                  <a:lnTo>
                    <a:pt x="474552" y="1307589"/>
                  </a:lnTo>
                  <a:lnTo>
                    <a:pt x="474554" y="1307583"/>
                  </a:lnTo>
                  <a:lnTo>
                    <a:pt x="474557" y="1307573"/>
                  </a:lnTo>
                  <a:lnTo>
                    <a:pt x="474558" y="1307562"/>
                  </a:lnTo>
                  <a:lnTo>
                    <a:pt x="474557" y="1307553"/>
                  </a:lnTo>
                  <a:lnTo>
                    <a:pt x="474555" y="1307545"/>
                  </a:lnTo>
                  <a:lnTo>
                    <a:pt x="474549" y="1307524"/>
                  </a:lnTo>
                  <a:lnTo>
                    <a:pt x="474544" y="1307512"/>
                  </a:lnTo>
                  <a:lnTo>
                    <a:pt x="474540" y="1307506"/>
                  </a:lnTo>
                  <a:lnTo>
                    <a:pt x="474536" y="1307502"/>
                  </a:lnTo>
                  <a:lnTo>
                    <a:pt x="474530" y="1307500"/>
                  </a:lnTo>
                  <a:lnTo>
                    <a:pt x="474525" y="1307499"/>
                  </a:lnTo>
                  <a:lnTo>
                    <a:pt x="474505" y="1307497"/>
                  </a:lnTo>
                  <a:lnTo>
                    <a:pt x="474470" y="1307493"/>
                  </a:lnTo>
                  <a:lnTo>
                    <a:pt x="474463" y="1307492"/>
                  </a:lnTo>
                  <a:lnTo>
                    <a:pt x="474453" y="1307490"/>
                  </a:lnTo>
                  <a:lnTo>
                    <a:pt x="474400" y="1307476"/>
                  </a:lnTo>
                  <a:lnTo>
                    <a:pt x="474383" y="1307471"/>
                  </a:lnTo>
                  <a:lnTo>
                    <a:pt x="474360" y="1307464"/>
                  </a:lnTo>
                  <a:lnTo>
                    <a:pt x="474350" y="1307461"/>
                  </a:lnTo>
                  <a:lnTo>
                    <a:pt x="474341" y="1307456"/>
                  </a:lnTo>
                  <a:lnTo>
                    <a:pt x="474334" y="1307451"/>
                  </a:lnTo>
                  <a:lnTo>
                    <a:pt x="474326" y="1307442"/>
                  </a:lnTo>
                  <a:lnTo>
                    <a:pt x="474322" y="1307437"/>
                  </a:lnTo>
                  <a:lnTo>
                    <a:pt x="474319" y="1307431"/>
                  </a:lnTo>
                  <a:lnTo>
                    <a:pt x="474319" y="1307425"/>
                  </a:lnTo>
                  <a:lnTo>
                    <a:pt x="474319" y="1307415"/>
                  </a:lnTo>
                  <a:lnTo>
                    <a:pt x="474320" y="1307399"/>
                  </a:lnTo>
                  <a:lnTo>
                    <a:pt x="474325" y="1307385"/>
                  </a:lnTo>
                  <a:lnTo>
                    <a:pt x="474336" y="1307360"/>
                  </a:lnTo>
                  <a:lnTo>
                    <a:pt x="474340" y="1307352"/>
                  </a:lnTo>
                  <a:lnTo>
                    <a:pt x="474365" y="1307312"/>
                  </a:lnTo>
                  <a:lnTo>
                    <a:pt x="474374" y="1307296"/>
                  </a:lnTo>
                  <a:lnTo>
                    <a:pt x="474390" y="1307265"/>
                  </a:lnTo>
                  <a:lnTo>
                    <a:pt x="474395" y="1307255"/>
                  </a:lnTo>
                  <a:lnTo>
                    <a:pt x="474410" y="1307218"/>
                  </a:lnTo>
                  <a:lnTo>
                    <a:pt x="474417" y="1307197"/>
                  </a:lnTo>
                  <a:lnTo>
                    <a:pt x="474414" y="1307191"/>
                  </a:lnTo>
                  <a:lnTo>
                    <a:pt x="474401" y="1307189"/>
                  </a:lnTo>
                  <a:lnTo>
                    <a:pt x="474388" y="1307186"/>
                  </a:lnTo>
                  <a:lnTo>
                    <a:pt x="474378" y="1307182"/>
                  </a:lnTo>
                  <a:lnTo>
                    <a:pt x="474371" y="1307179"/>
                  </a:lnTo>
                  <a:lnTo>
                    <a:pt x="474363" y="1307174"/>
                  </a:lnTo>
                  <a:lnTo>
                    <a:pt x="474357" y="1307170"/>
                  </a:lnTo>
                  <a:lnTo>
                    <a:pt x="474342" y="1307162"/>
                  </a:lnTo>
                  <a:lnTo>
                    <a:pt x="474328" y="1307152"/>
                  </a:lnTo>
                  <a:lnTo>
                    <a:pt x="474316" y="1307144"/>
                  </a:lnTo>
                  <a:lnTo>
                    <a:pt x="474308" y="1307138"/>
                  </a:lnTo>
                  <a:lnTo>
                    <a:pt x="474304" y="1307133"/>
                  </a:lnTo>
                  <a:lnTo>
                    <a:pt x="474298" y="1307127"/>
                  </a:lnTo>
                  <a:lnTo>
                    <a:pt x="474293" y="1307121"/>
                  </a:lnTo>
                  <a:lnTo>
                    <a:pt x="474288" y="1307114"/>
                  </a:lnTo>
                  <a:lnTo>
                    <a:pt x="474282" y="1307106"/>
                  </a:lnTo>
                  <a:lnTo>
                    <a:pt x="474276" y="1307096"/>
                  </a:lnTo>
                  <a:lnTo>
                    <a:pt x="474267" y="1307080"/>
                  </a:lnTo>
                  <a:lnTo>
                    <a:pt x="474262" y="1307069"/>
                  </a:lnTo>
                  <a:lnTo>
                    <a:pt x="474246" y="1307032"/>
                  </a:lnTo>
                  <a:lnTo>
                    <a:pt x="474243" y="1307024"/>
                  </a:lnTo>
                  <a:lnTo>
                    <a:pt x="474236" y="1307009"/>
                  </a:lnTo>
                  <a:lnTo>
                    <a:pt x="474230" y="1306988"/>
                  </a:lnTo>
                  <a:lnTo>
                    <a:pt x="474226" y="1306976"/>
                  </a:lnTo>
                  <a:lnTo>
                    <a:pt x="474210" y="1306936"/>
                  </a:lnTo>
                  <a:lnTo>
                    <a:pt x="474202" y="1306919"/>
                  </a:lnTo>
                  <a:lnTo>
                    <a:pt x="474188" y="1306889"/>
                  </a:lnTo>
                  <a:lnTo>
                    <a:pt x="474186" y="1306883"/>
                  </a:lnTo>
                  <a:lnTo>
                    <a:pt x="474179" y="1306869"/>
                  </a:lnTo>
                  <a:lnTo>
                    <a:pt x="474169" y="1306841"/>
                  </a:lnTo>
                  <a:lnTo>
                    <a:pt x="474166" y="1306833"/>
                  </a:lnTo>
                  <a:lnTo>
                    <a:pt x="474159" y="1306810"/>
                  </a:lnTo>
                  <a:lnTo>
                    <a:pt x="474154" y="1306793"/>
                  </a:lnTo>
                  <a:lnTo>
                    <a:pt x="474152" y="1306784"/>
                  </a:lnTo>
                  <a:lnTo>
                    <a:pt x="474150" y="1306773"/>
                  </a:lnTo>
                  <a:lnTo>
                    <a:pt x="474149" y="1306765"/>
                  </a:lnTo>
                  <a:lnTo>
                    <a:pt x="474149" y="1306756"/>
                  </a:lnTo>
                  <a:lnTo>
                    <a:pt x="474149" y="1306738"/>
                  </a:lnTo>
                  <a:lnTo>
                    <a:pt x="474150" y="1306727"/>
                  </a:lnTo>
                  <a:lnTo>
                    <a:pt x="474151" y="1306719"/>
                  </a:lnTo>
                  <a:lnTo>
                    <a:pt x="474152" y="1306713"/>
                  </a:lnTo>
                  <a:lnTo>
                    <a:pt x="474154" y="1306700"/>
                  </a:lnTo>
                  <a:lnTo>
                    <a:pt x="474157" y="1306687"/>
                  </a:lnTo>
                  <a:lnTo>
                    <a:pt x="474160" y="1306674"/>
                  </a:lnTo>
                  <a:lnTo>
                    <a:pt x="474166" y="1306658"/>
                  </a:lnTo>
                  <a:lnTo>
                    <a:pt x="474172" y="1306645"/>
                  </a:lnTo>
                  <a:lnTo>
                    <a:pt x="474178" y="1306634"/>
                  </a:lnTo>
                  <a:lnTo>
                    <a:pt x="474191" y="1306614"/>
                  </a:lnTo>
                  <a:lnTo>
                    <a:pt x="474186" y="1306611"/>
                  </a:lnTo>
                  <a:lnTo>
                    <a:pt x="474181" y="1306612"/>
                  </a:lnTo>
                  <a:lnTo>
                    <a:pt x="474158" y="1306619"/>
                  </a:lnTo>
                  <a:lnTo>
                    <a:pt x="474141" y="1306625"/>
                  </a:lnTo>
                  <a:lnTo>
                    <a:pt x="474130" y="1306627"/>
                  </a:lnTo>
                  <a:lnTo>
                    <a:pt x="474119" y="1306628"/>
                  </a:lnTo>
                  <a:lnTo>
                    <a:pt x="474112" y="1306628"/>
                  </a:lnTo>
                  <a:lnTo>
                    <a:pt x="474082" y="1306627"/>
                  </a:lnTo>
                  <a:lnTo>
                    <a:pt x="474074" y="1306626"/>
                  </a:lnTo>
                  <a:lnTo>
                    <a:pt x="474065" y="1306624"/>
                  </a:lnTo>
                  <a:lnTo>
                    <a:pt x="474053" y="1306622"/>
                  </a:lnTo>
                  <a:lnTo>
                    <a:pt x="474043" y="1306619"/>
                  </a:lnTo>
                  <a:lnTo>
                    <a:pt x="474027" y="1306613"/>
                  </a:lnTo>
                  <a:lnTo>
                    <a:pt x="474019" y="1306610"/>
                  </a:lnTo>
                  <a:lnTo>
                    <a:pt x="474001" y="1306600"/>
                  </a:lnTo>
                  <a:lnTo>
                    <a:pt x="473986" y="1306592"/>
                  </a:lnTo>
                  <a:lnTo>
                    <a:pt x="473979" y="1306589"/>
                  </a:lnTo>
                  <a:lnTo>
                    <a:pt x="473966" y="1306580"/>
                  </a:lnTo>
                  <a:lnTo>
                    <a:pt x="473929" y="1306554"/>
                  </a:lnTo>
                  <a:lnTo>
                    <a:pt x="473922" y="1306549"/>
                  </a:lnTo>
                  <a:lnTo>
                    <a:pt x="473911" y="1306541"/>
                  </a:lnTo>
                  <a:lnTo>
                    <a:pt x="473902" y="1306535"/>
                  </a:lnTo>
                  <a:lnTo>
                    <a:pt x="473896" y="1306534"/>
                  </a:lnTo>
                  <a:lnTo>
                    <a:pt x="473891" y="1306534"/>
                  </a:lnTo>
                  <a:lnTo>
                    <a:pt x="473885" y="1306535"/>
                  </a:lnTo>
                  <a:lnTo>
                    <a:pt x="473879" y="1306537"/>
                  </a:lnTo>
                  <a:lnTo>
                    <a:pt x="473873" y="1306540"/>
                  </a:lnTo>
                  <a:lnTo>
                    <a:pt x="473867" y="1306543"/>
                  </a:lnTo>
                  <a:lnTo>
                    <a:pt x="473858" y="1306549"/>
                  </a:lnTo>
                  <a:lnTo>
                    <a:pt x="473829" y="1306570"/>
                  </a:lnTo>
                  <a:lnTo>
                    <a:pt x="473804" y="1306588"/>
                  </a:lnTo>
                  <a:lnTo>
                    <a:pt x="473787" y="1306598"/>
                  </a:lnTo>
                  <a:lnTo>
                    <a:pt x="473780" y="1306603"/>
                  </a:lnTo>
                  <a:lnTo>
                    <a:pt x="473753" y="1306618"/>
                  </a:lnTo>
                  <a:lnTo>
                    <a:pt x="473742" y="1306622"/>
                  </a:lnTo>
                  <a:lnTo>
                    <a:pt x="473730" y="1306626"/>
                  </a:lnTo>
                  <a:lnTo>
                    <a:pt x="473722" y="1306628"/>
                  </a:lnTo>
                  <a:lnTo>
                    <a:pt x="473709" y="1306628"/>
                  </a:lnTo>
                  <a:lnTo>
                    <a:pt x="473703" y="1306627"/>
                  </a:lnTo>
                  <a:lnTo>
                    <a:pt x="473698" y="1306625"/>
                  </a:lnTo>
                  <a:lnTo>
                    <a:pt x="473689" y="1306620"/>
                  </a:lnTo>
                  <a:lnTo>
                    <a:pt x="473683" y="1306616"/>
                  </a:lnTo>
                  <a:lnTo>
                    <a:pt x="473676" y="1306606"/>
                  </a:lnTo>
                  <a:lnTo>
                    <a:pt x="473668" y="1306592"/>
                  </a:lnTo>
                  <a:lnTo>
                    <a:pt x="473661" y="1306576"/>
                  </a:lnTo>
                  <a:lnTo>
                    <a:pt x="473659" y="1306567"/>
                  </a:lnTo>
                  <a:lnTo>
                    <a:pt x="473658" y="1306559"/>
                  </a:lnTo>
                  <a:lnTo>
                    <a:pt x="473657" y="1306528"/>
                  </a:lnTo>
                  <a:lnTo>
                    <a:pt x="473657" y="1306508"/>
                  </a:lnTo>
                  <a:lnTo>
                    <a:pt x="473657" y="1306502"/>
                  </a:lnTo>
                  <a:lnTo>
                    <a:pt x="473657" y="1306482"/>
                  </a:lnTo>
                  <a:lnTo>
                    <a:pt x="473656" y="1306459"/>
                  </a:lnTo>
                  <a:lnTo>
                    <a:pt x="473655" y="1306450"/>
                  </a:lnTo>
                  <a:lnTo>
                    <a:pt x="473652" y="1306434"/>
                  </a:lnTo>
                  <a:lnTo>
                    <a:pt x="473649" y="1306425"/>
                  </a:lnTo>
                  <a:lnTo>
                    <a:pt x="473641" y="1306415"/>
                  </a:lnTo>
                  <a:lnTo>
                    <a:pt x="473631" y="1306407"/>
                  </a:lnTo>
                  <a:lnTo>
                    <a:pt x="473617" y="1306398"/>
                  </a:lnTo>
                  <a:lnTo>
                    <a:pt x="473597" y="1306389"/>
                  </a:lnTo>
                  <a:lnTo>
                    <a:pt x="473573" y="1306379"/>
                  </a:lnTo>
                  <a:lnTo>
                    <a:pt x="473554" y="1306373"/>
                  </a:lnTo>
                  <a:lnTo>
                    <a:pt x="473529" y="1306366"/>
                  </a:lnTo>
                  <a:lnTo>
                    <a:pt x="473500" y="1306358"/>
                  </a:lnTo>
                  <a:lnTo>
                    <a:pt x="473487" y="1306344"/>
                  </a:lnTo>
                  <a:lnTo>
                    <a:pt x="473474" y="1306330"/>
                  </a:lnTo>
                  <a:lnTo>
                    <a:pt x="473453" y="1306309"/>
                  </a:lnTo>
                  <a:lnTo>
                    <a:pt x="473432" y="1306297"/>
                  </a:lnTo>
                  <a:lnTo>
                    <a:pt x="473418" y="1306289"/>
                  </a:lnTo>
                  <a:lnTo>
                    <a:pt x="473397" y="1306278"/>
                  </a:lnTo>
                  <a:lnTo>
                    <a:pt x="473376" y="1306262"/>
                  </a:lnTo>
                  <a:lnTo>
                    <a:pt x="473356" y="1306247"/>
                  </a:lnTo>
                  <a:lnTo>
                    <a:pt x="473338" y="1306238"/>
                  </a:lnTo>
                  <a:lnTo>
                    <a:pt x="473323" y="1306235"/>
                  </a:lnTo>
                  <a:lnTo>
                    <a:pt x="473309" y="1306234"/>
                  </a:lnTo>
                  <a:lnTo>
                    <a:pt x="473283" y="1306233"/>
                  </a:lnTo>
                  <a:lnTo>
                    <a:pt x="473238" y="1306235"/>
                  </a:lnTo>
                  <a:lnTo>
                    <a:pt x="473210" y="1306240"/>
                  </a:lnTo>
                  <a:lnTo>
                    <a:pt x="473206" y="1306221"/>
                  </a:lnTo>
                  <a:lnTo>
                    <a:pt x="473194" y="1306187"/>
                  </a:lnTo>
                  <a:lnTo>
                    <a:pt x="473191" y="1306167"/>
                  </a:lnTo>
                  <a:lnTo>
                    <a:pt x="473184" y="1306154"/>
                  </a:lnTo>
                  <a:lnTo>
                    <a:pt x="473179" y="1306148"/>
                  </a:lnTo>
                  <a:lnTo>
                    <a:pt x="473163" y="1306144"/>
                  </a:lnTo>
                  <a:lnTo>
                    <a:pt x="473144" y="1306137"/>
                  </a:lnTo>
                  <a:lnTo>
                    <a:pt x="473099" y="1306113"/>
                  </a:lnTo>
                  <a:lnTo>
                    <a:pt x="473084" y="1306099"/>
                  </a:lnTo>
                  <a:lnTo>
                    <a:pt x="473078" y="1306092"/>
                  </a:lnTo>
                  <a:lnTo>
                    <a:pt x="473071" y="1306073"/>
                  </a:lnTo>
                  <a:lnTo>
                    <a:pt x="473069" y="1306063"/>
                  </a:lnTo>
                  <a:lnTo>
                    <a:pt x="473069" y="1306056"/>
                  </a:lnTo>
                  <a:lnTo>
                    <a:pt x="473069" y="1306045"/>
                  </a:lnTo>
                  <a:lnTo>
                    <a:pt x="473071" y="1306037"/>
                  </a:lnTo>
                  <a:lnTo>
                    <a:pt x="473079" y="1306023"/>
                  </a:lnTo>
                  <a:lnTo>
                    <a:pt x="473086" y="1306010"/>
                  </a:lnTo>
                  <a:lnTo>
                    <a:pt x="473105" y="1305981"/>
                  </a:lnTo>
                  <a:lnTo>
                    <a:pt x="473117" y="1305962"/>
                  </a:lnTo>
                  <a:lnTo>
                    <a:pt x="473133" y="1305938"/>
                  </a:lnTo>
                  <a:lnTo>
                    <a:pt x="473143" y="1305919"/>
                  </a:lnTo>
                  <a:lnTo>
                    <a:pt x="473152" y="1305897"/>
                  </a:lnTo>
                  <a:lnTo>
                    <a:pt x="473158" y="1305881"/>
                  </a:lnTo>
                  <a:lnTo>
                    <a:pt x="473162" y="1305864"/>
                  </a:lnTo>
                  <a:lnTo>
                    <a:pt x="473166" y="1305836"/>
                  </a:lnTo>
                  <a:lnTo>
                    <a:pt x="473168" y="1305815"/>
                  </a:lnTo>
                  <a:lnTo>
                    <a:pt x="473169" y="1305807"/>
                  </a:lnTo>
                  <a:lnTo>
                    <a:pt x="473175" y="1305774"/>
                  </a:lnTo>
                  <a:lnTo>
                    <a:pt x="473178" y="1305736"/>
                  </a:lnTo>
                  <a:lnTo>
                    <a:pt x="473180" y="1305712"/>
                  </a:lnTo>
                  <a:lnTo>
                    <a:pt x="473179" y="1305689"/>
                  </a:lnTo>
                  <a:lnTo>
                    <a:pt x="473176" y="1305681"/>
                  </a:lnTo>
                  <a:lnTo>
                    <a:pt x="473172" y="1305664"/>
                  </a:lnTo>
                  <a:lnTo>
                    <a:pt x="473169" y="1305652"/>
                  </a:lnTo>
                  <a:lnTo>
                    <a:pt x="473165" y="1305642"/>
                  </a:lnTo>
                  <a:lnTo>
                    <a:pt x="473159" y="1305634"/>
                  </a:lnTo>
                  <a:lnTo>
                    <a:pt x="473153" y="1305627"/>
                  </a:lnTo>
                  <a:lnTo>
                    <a:pt x="473148" y="1305621"/>
                  </a:lnTo>
                  <a:lnTo>
                    <a:pt x="473131" y="1305606"/>
                  </a:lnTo>
                  <a:lnTo>
                    <a:pt x="473103" y="1305588"/>
                  </a:lnTo>
                  <a:lnTo>
                    <a:pt x="473095" y="1305584"/>
                  </a:lnTo>
                  <a:lnTo>
                    <a:pt x="473082" y="1305579"/>
                  </a:lnTo>
                  <a:lnTo>
                    <a:pt x="473058" y="1305570"/>
                  </a:lnTo>
                  <a:lnTo>
                    <a:pt x="473024" y="1305560"/>
                  </a:lnTo>
                  <a:lnTo>
                    <a:pt x="472983" y="1305550"/>
                  </a:lnTo>
                  <a:lnTo>
                    <a:pt x="472947" y="1305540"/>
                  </a:lnTo>
                  <a:lnTo>
                    <a:pt x="472926" y="1305534"/>
                  </a:lnTo>
                  <a:lnTo>
                    <a:pt x="472909" y="1305528"/>
                  </a:lnTo>
                  <a:lnTo>
                    <a:pt x="472895" y="1305522"/>
                  </a:lnTo>
                  <a:lnTo>
                    <a:pt x="472887" y="1305517"/>
                  </a:lnTo>
                  <a:lnTo>
                    <a:pt x="472881" y="1305512"/>
                  </a:lnTo>
                  <a:lnTo>
                    <a:pt x="472875" y="1305504"/>
                  </a:lnTo>
                  <a:lnTo>
                    <a:pt x="472870" y="1305496"/>
                  </a:lnTo>
                  <a:lnTo>
                    <a:pt x="472868" y="1305487"/>
                  </a:lnTo>
                  <a:lnTo>
                    <a:pt x="472867" y="1305480"/>
                  </a:lnTo>
                  <a:lnTo>
                    <a:pt x="472867" y="1305471"/>
                  </a:lnTo>
                  <a:lnTo>
                    <a:pt x="472871" y="1305455"/>
                  </a:lnTo>
                  <a:lnTo>
                    <a:pt x="472880" y="1305426"/>
                  </a:lnTo>
                  <a:lnTo>
                    <a:pt x="472886" y="1305405"/>
                  </a:lnTo>
                  <a:lnTo>
                    <a:pt x="472896" y="1305363"/>
                  </a:lnTo>
                  <a:lnTo>
                    <a:pt x="472897" y="1305358"/>
                  </a:lnTo>
                  <a:lnTo>
                    <a:pt x="472902" y="1305334"/>
                  </a:lnTo>
                  <a:lnTo>
                    <a:pt x="472905" y="1305318"/>
                  </a:lnTo>
                  <a:lnTo>
                    <a:pt x="472906" y="1305309"/>
                  </a:lnTo>
                  <a:lnTo>
                    <a:pt x="472900" y="1305305"/>
                  </a:lnTo>
                  <a:lnTo>
                    <a:pt x="472882" y="1305301"/>
                  </a:lnTo>
                  <a:lnTo>
                    <a:pt x="472864" y="1305298"/>
                  </a:lnTo>
                  <a:lnTo>
                    <a:pt x="472804" y="1305291"/>
                  </a:lnTo>
                  <a:lnTo>
                    <a:pt x="472778" y="1305289"/>
                  </a:lnTo>
                  <a:lnTo>
                    <a:pt x="472725" y="1305284"/>
                  </a:lnTo>
                  <a:lnTo>
                    <a:pt x="472715" y="1305283"/>
                  </a:lnTo>
                  <a:lnTo>
                    <a:pt x="472648" y="1305276"/>
                  </a:lnTo>
                  <a:lnTo>
                    <a:pt x="472633" y="1305274"/>
                  </a:lnTo>
                  <a:lnTo>
                    <a:pt x="472570" y="1305264"/>
                  </a:lnTo>
                  <a:lnTo>
                    <a:pt x="472538" y="1305258"/>
                  </a:lnTo>
                  <a:lnTo>
                    <a:pt x="472513" y="1305253"/>
                  </a:lnTo>
                  <a:lnTo>
                    <a:pt x="472492" y="1305251"/>
                  </a:lnTo>
                  <a:lnTo>
                    <a:pt x="472484" y="1305252"/>
                  </a:lnTo>
                  <a:lnTo>
                    <a:pt x="472478" y="1305254"/>
                  </a:lnTo>
                  <a:lnTo>
                    <a:pt x="472469" y="1305260"/>
                  </a:lnTo>
                  <a:lnTo>
                    <a:pt x="472460" y="1305266"/>
                  </a:lnTo>
                  <a:lnTo>
                    <a:pt x="472453" y="1305271"/>
                  </a:lnTo>
                  <a:lnTo>
                    <a:pt x="472442" y="1305280"/>
                  </a:lnTo>
                  <a:lnTo>
                    <a:pt x="472416" y="1305300"/>
                  </a:lnTo>
                  <a:lnTo>
                    <a:pt x="472391" y="1305318"/>
                  </a:lnTo>
                  <a:lnTo>
                    <a:pt x="472371" y="1305333"/>
                  </a:lnTo>
                  <a:lnTo>
                    <a:pt x="472338" y="1305361"/>
                  </a:lnTo>
                  <a:lnTo>
                    <a:pt x="472326" y="1305367"/>
                  </a:lnTo>
                  <a:lnTo>
                    <a:pt x="472315" y="1305379"/>
                  </a:lnTo>
                  <a:lnTo>
                    <a:pt x="472300" y="1305390"/>
                  </a:lnTo>
                  <a:lnTo>
                    <a:pt x="472280" y="1305407"/>
                  </a:lnTo>
                  <a:lnTo>
                    <a:pt x="472264" y="1305424"/>
                  </a:lnTo>
                  <a:lnTo>
                    <a:pt x="472255" y="1305433"/>
                  </a:lnTo>
                  <a:lnTo>
                    <a:pt x="472243" y="1305448"/>
                  </a:lnTo>
                  <a:lnTo>
                    <a:pt x="472228" y="1305469"/>
                  </a:lnTo>
                  <a:lnTo>
                    <a:pt x="472215" y="1305488"/>
                  </a:lnTo>
                  <a:lnTo>
                    <a:pt x="472208" y="1305498"/>
                  </a:lnTo>
                  <a:lnTo>
                    <a:pt x="472202" y="1305526"/>
                  </a:lnTo>
                  <a:lnTo>
                    <a:pt x="472191" y="1305559"/>
                  </a:lnTo>
                  <a:lnTo>
                    <a:pt x="472167" y="1305606"/>
                  </a:lnTo>
                  <a:lnTo>
                    <a:pt x="472144" y="1305623"/>
                  </a:lnTo>
                  <a:lnTo>
                    <a:pt x="472109" y="1305637"/>
                  </a:lnTo>
                  <a:lnTo>
                    <a:pt x="472061" y="1305650"/>
                  </a:lnTo>
                  <a:lnTo>
                    <a:pt x="472047" y="1305651"/>
                  </a:lnTo>
                  <a:lnTo>
                    <a:pt x="471975" y="1305650"/>
                  </a:lnTo>
                  <a:lnTo>
                    <a:pt x="471951" y="1305645"/>
                  </a:lnTo>
                  <a:lnTo>
                    <a:pt x="471937" y="1305639"/>
                  </a:lnTo>
                  <a:lnTo>
                    <a:pt x="471894" y="1305622"/>
                  </a:lnTo>
                  <a:lnTo>
                    <a:pt x="471866" y="1305606"/>
                  </a:lnTo>
                  <a:lnTo>
                    <a:pt x="471836" y="1305584"/>
                  </a:lnTo>
                  <a:lnTo>
                    <a:pt x="471821" y="1305571"/>
                  </a:lnTo>
                  <a:lnTo>
                    <a:pt x="471805" y="1305558"/>
                  </a:lnTo>
                  <a:lnTo>
                    <a:pt x="471790" y="1305543"/>
                  </a:lnTo>
                  <a:lnTo>
                    <a:pt x="471781" y="1305535"/>
                  </a:lnTo>
                  <a:lnTo>
                    <a:pt x="471751" y="1305512"/>
                  </a:lnTo>
                  <a:lnTo>
                    <a:pt x="471745" y="1305506"/>
                  </a:lnTo>
                  <a:lnTo>
                    <a:pt x="471728" y="1305485"/>
                  </a:lnTo>
                  <a:lnTo>
                    <a:pt x="471717" y="1305458"/>
                  </a:lnTo>
                  <a:lnTo>
                    <a:pt x="471709" y="1305439"/>
                  </a:lnTo>
                  <a:lnTo>
                    <a:pt x="471708" y="1305430"/>
                  </a:lnTo>
                  <a:lnTo>
                    <a:pt x="471710" y="1305423"/>
                  </a:lnTo>
                  <a:lnTo>
                    <a:pt x="471726" y="1305398"/>
                  </a:lnTo>
                  <a:lnTo>
                    <a:pt x="471735" y="1305373"/>
                  </a:lnTo>
                  <a:lnTo>
                    <a:pt x="471739" y="1305332"/>
                  </a:lnTo>
                  <a:lnTo>
                    <a:pt x="471734" y="1305285"/>
                  </a:lnTo>
                  <a:lnTo>
                    <a:pt x="471724" y="1305271"/>
                  </a:lnTo>
                  <a:lnTo>
                    <a:pt x="471712" y="1305259"/>
                  </a:lnTo>
                  <a:lnTo>
                    <a:pt x="471701" y="1305238"/>
                  </a:lnTo>
                  <a:lnTo>
                    <a:pt x="471702" y="1305203"/>
                  </a:lnTo>
                  <a:lnTo>
                    <a:pt x="471705" y="1305169"/>
                  </a:lnTo>
                  <a:lnTo>
                    <a:pt x="471705" y="1305146"/>
                  </a:lnTo>
                  <a:lnTo>
                    <a:pt x="471679" y="1305131"/>
                  </a:lnTo>
                  <a:lnTo>
                    <a:pt x="471651" y="1305112"/>
                  </a:lnTo>
                  <a:lnTo>
                    <a:pt x="471634" y="1305102"/>
                  </a:lnTo>
                  <a:lnTo>
                    <a:pt x="471628" y="1305096"/>
                  </a:lnTo>
                  <a:lnTo>
                    <a:pt x="471625" y="1305078"/>
                  </a:lnTo>
                  <a:lnTo>
                    <a:pt x="471621" y="1305041"/>
                  </a:lnTo>
                  <a:lnTo>
                    <a:pt x="471616" y="1305004"/>
                  </a:lnTo>
                  <a:lnTo>
                    <a:pt x="471615" y="1304996"/>
                  </a:lnTo>
                  <a:lnTo>
                    <a:pt x="471610" y="1304977"/>
                  </a:lnTo>
                  <a:lnTo>
                    <a:pt x="471609" y="1304971"/>
                  </a:lnTo>
                  <a:lnTo>
                    <a:pt x="471594" y="1304970"/>
                  </a:lnTo>
                  <a:lnTo>
                    <a:pt x="471576" y="1304968"/>
                  </a:lnTo>
                  <a:lnTo>
                    <a:pt x="471544" y="1304968"/>
                  </a:lnTo>
                  <a:lnTo>
                    <a:pt x="471527" y="1304969"/>
                  </a:lnTo>
                  <a:lnTo>
                    <a:pt x="471510" y="1304965"/>
                  </a:lnTo>
                  <a:lnTo>
                    <a:pt x="471480" y="1304961"/>
                  </a:lnTo>
                  <a:lnTo>
                    <a:pt x="471463" y="1304958"/>
                  </a:lnTo>
                  <a:lnTo>
                    <a:pt x="471371" y="1304944"/>
                  </a:lnTo>
                  <a:lnTo>
                    <a:pt x="471348" y="1304925"/>
                  </a:lnTo>
                  <a:lnTo>
                    <a:pt x="471343" y="1304916"/>
                  </a:lnTo>
                  <a:lnTo>
                    <a:pt x="471344" y="1304904"/>
                  </a:lnTo>
                  <a:lnTo>
                    <a:pt x="471352" y="1304882"/>
                  </a:lnTo>
                  <a:lnTo>
                    <a:pt x="471368" y="1304842"/>
                  </a:lnTo>
                  <a:lnTo>
                    <a:pt x="471383" y="1304811"/>
                  </a:lnTo>
                  <a:lnTo>
                    <a:pt x="471396" y="1304778"/>
                  </a:lnTo>
                  <a:lnTo>
                    <a:pt x="471400" y="1304768"/>
                  </a:lnTo>
                  <a:lnTo>
                    <a:pt x="471405" y="1304752"/>
                  </a:lnTo>
                  <a:lnTo>
                    <a:pt x="471407" y="1304741"/>
                  </a:lnTo>
                  <a:lnTo>
                    <a:pt x="471405" y="1304736"/>
                  </a:lnTo>
                  <a:lnTo>
                    <a:pt x="471398" y="1304729"/>
                  </a:lnTo>
                  <a:lnTo>
                    <a:pt x="471390" y="1304723"/>
                  </a:lnTo>
                  <a:lnTo>
                    <a:pt x="471378" y="1304715"/>
                  </a:lnTo>
                  <a:lnTo>
                    <a:pt x="471359" y="1304701"/>
                  </a:lnTo>
                  <a:lnTo>
                    <a:pt x="471338" y="1304685"/>
                  </a:lnTo>
                  <a:lnTo>
                    <a:pt x="471320" y="1304668"/>
                  </a:lnTo>
                  <a:lnTo>
                    <a:pt x="471302" y="1304654"/>
                  </a:lnTo>
                  <a:lnTo>
                    <a:pt x="471284" y="1304643"/>
                  </a:lnTo>
                  <a:lnTo>
                    <a:pt x="471270" y="1304635"/>
                  </a:lnTo>
                  <a:lnTo>
                    <a:pt x="471254" y="1304628"/>
                  </a:lnTo>
                  <a:lnTo>
                    <a:pt x="471224" y="1304617"/>
                  </a:lnTo>
                  <a:lnTo>
                    <a:pt x="471197" y="1304608"/>
                  </a:lnTo>
                  <a:lnTo>
                    <a:pt x="471173" y="1304600"/>
                  </a:lnTo>
                  <a:lnTo>
                    <a:pt x="471160" y="1304596"/>
                  </a:lnTo>
                  <a:lnTo>
                    <a:pt x="471155" y="1304592"/>
                  </a:lnTo>
                  <a:lnTo>
                    <a:pt x="471152" y="1304588"/>
                  </a:lnTo>
                  <a:lnTo>
                    <a:pt x="471148" y="1304579"/>
                  </a:lnTo>
                  <a:lnTo>
                    <a:pt x="471145" y="1304563"/>
                  </a:lnTo>
                  <a:lnTo>
                    <a:pt x="471145" y="1304551"/>
                  </a:lnTo>
                  <a:lnTo>
                    <a:pt x="471145" y="1304544"/>
                  </a:lnTo>
                  <a:lnTo>
                    <a:pt x="471147" y="1304536"/>
                  </a:lnTo>
                  <a:lnTo>
                    <a:pt x="471151" y="1304528"/>
                  </a:lnTo>
                  <a:lnTo>
                    <a:pt x="471161" y="1304502"/>
                  </a:lnTo>
                  <a:lnTo>
                    <a:pt x="471172" y="1304474"/>
                  </a:lnTo>
                  <a:lnTo>
                    <a:pt x="471176" y="1304465"/>
                  </a:lnTo>
                  <a:lnTo>
                    <a:pt x="471188" y="1304439"/>
                  </a:lnTo>
                  <a:lnTo>
                    <a:pt x="471192" y="1304429"/>
                  </a:lnTo>
                  <a:lnTo>
                    <a:pt x="471195" y="1304423"/>
                  </a:lnTo>
                  <a:lnTo>
                    <a:pt x="471206" y="1304397"/>
                  </a:lnTo>
                  <a:lnTo>
                    <a:pt x="471208" y="1304390"/>
                  </a:lnTo>
                  <a:lnTo>
                    <a:pt x="471208" y="1304383"/>
                  </a:lnTo>
                  <a:lnTo>
                    <a:pt x="471204" y="1304377"/>
                  </a:lnTo>
                  <a:lnTo>
                    <a:pt x="471193" y="1304367"/>
                  </a:lnTo>
                  <a:lnTo>
                    <a:pt x="471152" y="1304341"/>
                  </a:lnTo>
                  <a:lnTo>
                    <a:pt x="471135" y="1304329"/>
                  </a:lnTo>
                  <a:lnTo>
                    <a:pt x="471125" y="1304320"/>
                  </a:lnTo>
                  <a:lnTo>
                    <a:pt x="471108" y="1304310"/>
                  </a:lnTo>
                  <a:lnTo>
                    <a:pt x="471083" y="1304298"/>
                  </a:lnTo>
                  <a:lnTo>
                    <a:pt x="471055" y="1304290"/>
                  </a:lnTo>
                  <a:lnTo>
                    <a:pt x="471032" y="1304285"/>
                  </a:lnTo>
                  <a:lnTo>
                    <a:pt x="471010" y="1304282"/>
                  </a:lnTo>
                  <a:lnTo>
                    <a:pt x="470970" y="1304280"/>
                  </a:lnTo>
                  <a:lnTo>
                    <a:pt x="470927" y="1304278"/>
                  </a:lnTo>
                  <a:lnTo>
                    <a:pt x="470893" y="1304274"/>
                  </a:lnTo>
                  <a:lnTo>
                    <a:pt x="470871" y="1304273"/>
                  </a:lnTo>
                  <a:lnTo>
                    <a:pt x="470858" y="1304270"/>
                  </a:lnTo>
                  <a:lnTo>
                    <a:pt x="470842" y="1304266"/>
                  </a:lnTo>
                  <a:lnTo>
                    <a:pt x="470833" y="1304260"/>
                  </a:lnTo>
                  <a:lnTo>
                    <a:pt x="470825" y="1304253"/>
                  </a:lnTo>
                  <a:lnTo>
                    <a:pt x="470815" y="1304238"/>
                  </a:lnTo>
                  <a:lnTo>
                    <a:pt x="470812" y="1304229"/>
                  </a:lnTo>
                  <a:lnTo>
                    <a:pt x="470808" y="1304217"/>
                  </a:lnTo>
                  <a:lnTo>
                    <a:pt x="470808" y="1304210"/>
                  </a:lnTo>
                  <a:lnTo>
                    <a:pt x="470809" y="1304203"/>
                  </a:lnTo>
                  <a:lnTo>
                    <a:pt x="470810" y="1304190"/>
                  </a:lnTo>
                  <a:lnTo>
                    <a:pt x="470817" y="1304174"/>
                  </a:lnTo>
                  <a:lnTo>
                    <a:pt x="470826" y="1304157"/>
                  </a:lnTo>
                  <a:lnTo>
                    <a:pt x="470837" y="1304136"/>
                  </a:lnTo>
                  <a:lnTo>
                    <a:pt x="470849" y="1304117"/>
                  </a:lnTo>
                  <a:lnTo>
                    <a:pt x="470859" y="1304099"/>
                  </a:lnTo>
                  <a:lnTo>
                    <a:pt x="470861" y="1304094"/>
                  </a:lnTo>
                  <a:lnTo>
                    <a:pt x="470863" y="1304085"/>
                  </a:lnTo>
                  <a:lnTo>
                    <a:pt x="470865" y="1304070"/>
                  </a:lnTo>
                  <a:lnTo>
                    <a:pt x="470868" y="1304048"/>
                  </a:lnTo>
                  <a:lnTo>
                    <a:pt x="470867" y="1304015"/>
                  </a:lnTo>
                  <a:lnTo>
                    <a:pt x="470864" y="1303986"/>
                  </a:lnTo>
                  <a:lnTo>
                    <a:pt x="470862" y="1303975"/>
                  </a:lnTo>
                  <a:lnTo>
                    <a:pt x="470857" y="1303944"/>
                  </a:lnTo>
                  <a:lnTo>
                    <a:pt x="470855" y="1303934"/>
                  </a:lnTo>
                  <a:lnTo>
                    <a:pt x="470849" y="1303876"/>
                  </a:lnTo>
                  <a:lnTo>
                    <a:pt x="470844" y="1303867"/>
                  </a:lnTo>
                  <a:lnTo>
                    <a:pt x="470837" y="1303859"/>
                  </a:lnTo>
                  <a:lnTo>
                    <a:pt x="470812" y="1303850"/>
                  </a:lnTo>
                  <a:lnTo>
                    <a:pt x="470794" y="1303842"/>
                  </a:lnTo>
                  <a:lnTo>
                    <a:pt x="470766" y="1303833"/>
                  </a:lnTo>
                  <a:lnTo>
                    <a:pt x="470694" y="1303818"/>
                  </a:lnTo>
                  <a:lnTo>
                    <a:pt x="470666" y="1303809"/>
                  </a:lnTo>
                  <a:lnTo>
                    <a:pt x="470630" y="1303797"/>
                  </a:lnTo>
                  <a:lnTo>
                    <a:pt x="470601" y="1303791"/>
                  </a:lnTo>
                  <a:lnTo>
                    <a:pt x="470591" y="1303789"/>
                  </a:lnTo>
                  <a:lnTo>
                    <a:pt x="470578" y="1303788"/>
                  </a:lnTo>
                  <a:lnTo>
                    <a:pt x="470564" y="1303780"/>
                  </a:lnTo>
                  <a:lnTo>
                    <a:pt x="470557" y="1303771"/>
                  </a:lnTo>
                  <a:lnTo>
                    <a:pt x="470558" y="1303763"/>
                  </a:lnTo>
                  <a:lnTo>
                    <a:pt x="470571" y="1303740"/>
                  </a:lnTo>
                  <a:lnTo>
                    <a:pt x="470575" y="1303734"/>
                  </a:lnTo>
                  <a:lnTo>
                    <a:pt x="470596" y="1303698"/>
                  </a:lnTo>
                  <a:lnTo>
                    <a:pt x="470608" y="1303672"/>
                  </a:lnTo>
                  <a:lnTo>
                    <a:pt x="470612" y="1303663"/>
                  </a:lnTo>
                  <a:lnTo>
                    <a:pt x="470623" y="1303631"/>
                  </a:lnTo>
                  <a:lnTo>
                    <a:pt x="470631" y="1303609"/>
                  </a:lnTo>
                  <a:lnTo>
                    <a:pt x="470635" y="1303593"/>
                  </a:lnTo>
                  <a:lnTo>
                    <a:pt x="470640" y="1303570"/>
                  </a:lnTo>
                  <a:lnTo>
                    <a:pt x="470643" y="1303545"/>
                  </a:lnTo>
                  <a:lnTo>
                    <a:pt x="470645" y="1303528"/>
                  </a:lnTo>
                  <a:lnTo>
                    <a:pt x="470646" y="1303515"/>
                  </a:lnTo>
                  <a:lnTo>
                    <a:pt x="470645" y="1303505"/>
                  </a:lnTo>
                  <a:lnTo>
                    <a:pt x="470642" y="1303500"/>
                  </a:lnTo>
                  <a:lnTo>
                    <a:pt x="470635" y="1303493"/>
                  </a:lnTo>
                  <a:lnTo>
                    <a:pt x="470627" y="1303486"/>
                  </a:lnTo>
                  <a:lnTo>
                    <a:pt x="470618" y="1303476"/>
                  </a:lnTo>
                  <a:lnTo>
                    <a:pt x="470613" y="1303468"/>
                  </a:lnTo>
                  <a:lnTo>
                    <a:pt x="470604" y="1303450"/>
                  </a:lnTo>
                  <a:lnTo>
                    <a:pt x="470600" y="1303435"/>
                  </a:lnTo>
                  <a:lnTo>
                    <a:pt x="470598" y="1303424"/>
                  </a:lnTo>
                  <a:lnTo>
                    <a:pt x="470598" y="1303412"/>
                  </a:lnTo>
                  <a:lnTo>
                    <a:pt x="470598" y="1303406"/>
                  </a:lnTo>
                  <a:lnTo>
                    <a:pt x="470599" y="1303390"/>
                  </a:lnTo>
                  <a:lnTo>
                    <a:pt x="470601" y="1303375"/>
                  </a:lnTo>
                  <a:lnTo>
                    <a:pt x="470604" y="1303362"/>
                  </a:lnTo>
                  <a:lnTo>
                    <a:pt x="470606" y="1303355"/>
                  </a:lnTo>
                  <a:lnTo>
                    <a:pt x="470614" y="1303338"/>
                  </a:lnTo>
                  <a:lnTo>
                    <a:pt x="470618" y="1303329"/>
                  </a:lnTo>
                  <a:lnTo>
                    <a:pt x="470632" y="1303303"/>
                  </a:lnTo>
                  <a:lnTo>
                    <a:pt x="470636" y="1303297"/>
                  </a:lnTo>
                  <a:lnTo>
                    <a:pt x="470643" y="1303286"/>
                  </a:lnTo>
                  <a:lnTo>
                    <a:pt x="470659" y="1303264"/>
                  </a:lnTo>
                  <a:lnTo>
                    <a:pt x="470681" y="1303234"/>
                  </a:lnTo>
                  <a:lnTo>
                    <a:pt x="470701" y="1303211"/>
                  </a:lnTo>
                  <a:lnTo>
                    <a:pt x="470709" y="1303203"/>
                  </a:lnTo>
                  <a:lnTo>
                    <a:pt x="470715" y="1303198"/>
                  </a:lnTo>
                  <a:lnTo>
                    <a:pt x="470724" y="1303193"/>
                  </a:lnTo>
                  <a:lnTo>
                    <a:pt x="470737" y="1303186"/>
                  </a:lnTo>
                  <a:lnTo>
                    <a:pt x="470750" y="1303178"/>
                  </a:lnTo>
                  <a:lnTo>
                    <a:pt x="470762" y="1303168"/>
                  </a:lnTo>
                  <a:lnTo>
                    <a:pt x="470779" y="1303145"/>
                  </a:lnTo>
                  <a:lnTo>
                    <a:pt x="470789" y="1303124"/>
                  </a:lnTo>
                  <a:lnTo>
                    <a:pt x="470793" y="1303112"/>
                  </a:lnTo>
                  <a:lnTo>
                    <a:pt x="470797" y="1303101"/>
                  </a:lnTo>
                  <a:lnTo>
                    <a:pt x="470805" y="1303074"/>
                  </a:lnTo>
                  <a:lnTo>
                    <a:pt x="470807" y="1303068"/>
                  </a:lnTo>
                  <a:lnTo>
                    <a:pt x="470809" y="1303058"/>
                  </a:lnTo>
                  <a:lnTo>
                    <a:pt x="470810" y="1303050"/>
                  </a:lnTo>
                  <a:lnTo>
                    <a:pt x="470813" y="1303026"/>
                  </a:lnTo>
                  <a:lnTo>
                    <a:pt x="470816" y="1303006"/>
                  </a:lnTo>
                  <a:lnTo>
                    <a:pt x="470820" y="1302983"/>
                  </a:lnTo>
                  <a:lnTo>
                    <a:pt x="470826" y="1302950"/>
                  </a:lnTo>
                  <a:lnTo>
                    <a:pt x="470831" y="1302927"/>
                  </a:lnTo>
                  <a:lnTo>
                    <a:pt x="470833" y="1302916"/>
                  </a:lnTo>
                  <a:lnTo>
                    <a:pt x="470839" y="1302891"/>
                  </a:lnTo>
                  <a:lnTo>
                    <a:pt x="470844" y="1302875"/>
                  </a:lnTo>
                  <a:lnTo>
                    <a:pt x="470852" y="1302856"/>
                  </a:lnTo>
                  <a:lnTo>
                    <a:pt x="470860" y="1302841"/>
                  </a:lnTo>
                  <a:lnTo>
                    <a:pt x="470873" y="1302822"/>
                  </a:lnTo>
                  <a:lnTo>
                    <a:pt x="470888" y="1302803"/>
                  </a:lnTo>
                  <a:lnTo>
                    <a:pt x="470897" y="1302793"/>
                  </a:lnTo>
                  <a:lnTo>
                    <a:pt x="470912" y="1302772"/>
                  </a:lnTo>
                  <a:lnTo>
                    <a:pt x="470924" y="1302754"/>
                  </a:lnTo>
                  <a:lnTo>
                    <a:pt x="470934" y="1302739"/>
                  </a:lnTo>
                  <a:lnTo>
                    <a:pt x="470943" y="1302722"/>
                  </a:lnTo>
                  <a:lnTo>
                    <a:pt x="470954" y="1302693"/>
                  </a:lnTo>
                  <a:lnTo>
                    <a:pt x="470959" y="1302677"/>
                  </a:lnTo>
                  <a:lnTo>
                    <a:pt x="470961" y="1302666"/>
                  </a:lnTo>
                  <a:lnTo>
                    <a:pt x="470961" y="1302650"/>
                  </a:lnTo>
                  <a:lnTo>
                    <a:pt x="470958" y="1302632"/>
                  </a:lnTo>
                  <a:lnTo>
                    <a:pt x="470954" y="1302615"/>
                  </a:lnTo>
                  <a:lnTo>
                    <a:pt x="470946" y="1302595"/>
                  </a:lnTo>
                  <a:lnTo>
                    <a:pt x="470939" y="1302582"/>
                  </a:lnTo>
                  <a:lnTo>
                    <a:pt x="470922" y="1302559"/>
                  </a:lnTo>
                  <a:lnTo>
                    <a:pt x="470902" y="1302533"/>
                  </a:lnTo>
                  <a:lnTo>
                    <a:pt x="470875" y="1302493"/>
                  </a:lnTo>
                  <a:lnTo>
                    <a:pt x="470858" y="1302462"/>
                  </a:lnTo>
                  <a:lnTo>
                    <a:pt x="470846" y="1302437"/>
                  </a:lnTo>
                  <a:lnTo>
                    <a:pt x="470840" y="1302424"/>
                  </a:lnTo>
                  <a:lnTo>
                    <a:pt x="470836" y="1302415"/>
                  </a:lnTo>
                  <a:lnTo>
                    <a:pt x="470825" y="1302395"/>
                  </a:lnTo>
                  <a:lnTo>
                    <a:pt x="470815" y="1302378"/>
                  </a:lnTo>
                  <a:lnTo>
                    <a:pt x="470802" y="1302361"/>
                  </a:lnTo>
                  <a:lnTo>
                    <a:pt x="470792" y="1302348"/>
                  </a:lnTo>
                  <a:lnTo>
                    <a:pt x="470782" y="1302336"/>
                  </a:lnTo>
                  <a:lnTo>
                    <a:pt x="470777" y="1302327"/>
                  </a:lnTo>
                  <a:lnTo>
                    <a:pt x="470777" y="1302318"/>
                  </a:lnTo>
                  <a:lnTo>
                    <a:pt x="470783" y="1302302"/>
                  </a:lnTo>
                  <a:lnTo>
                    <a:pt x="470792" y="1302282"/>
                  </a:lnTo>
                  <a:lnTo>
                    <a:pt x="470800" y="1302266"/>
                  </a:lnTo>
                  <a:lnTo>
                    <a:pt x="470808" y="1302254"/>
                  </a:lnTo>
                  <a:lnTo>
                    <a:pt x="470819" y="1302239"/>
                  </a:lnTo>
                  <a:lnTo>
                    <a:pt x="470828" y="1302226"/>
                  </a:lnTo>
                  <a:lnTo>
                    <a:pt x="470840" y="1302209"/>
                  </a:lnTo>
                  <a:lnTo>
                    <a:pt x="470852" y="1302192"/>
                  </a:lnTo>
                  <a:lnTo>
                    <a:pt x="470864" y="1302175"/>
                  </a:lnTo>
                  <a:lnTo>
                    <a:pt x="470876" y="1302158"/>
                  </a:lnTo>
                  <a:lnTo>
                    <a:pt x="470883" y="1302144"/>
                  </a:lnTo>
                  <a:lnTo>
                    <a:pt x="470888" y="1302135"/>
                  </a:lnTo>
                  <a:lnTo>
                    <a:pt x="470890" y="1302128"/>
                  </a:lnTo>
                  <a:lnTo>
                    <a:pt x="470893" y="1302120"/>
                  </a:lnTo>
                  <a:lnTo>
                    <a:pt x="470895" y="1302108"/>
                  </a:lnTo>
                  <a:lnTo>
                    <a:pt x="470896" y="1302094"/>
                  </a:lnTo>
                  <a:lnTo>
                    <a:pt x="470895" y="1302082"/>
                  </a:lnTo>
                  <a:lnTo>
                    <a:pt x="470893" y="1302071"/>
                  </a:lnTo>
                  <a:lnTo>
                    <a:pt x="470887" y="1302060"/>
                  </a:lnTo>
                  <a:lnTo>
                    <a:pt x="470876" y="1302044"/>
                  </a:lnTo>
                  <a:lnTo>
                    <a:pt x="470867" y="1302029"/>
                  </a:lnTo>
                  <a:lnTo>
                    <a:pt x="470853" y="1302005"/>
                  </a:lnTo>
                  <a:lnTo>
                    <a:pt x="470843" y="1301988"/>
                  </a:lnTo>
                  <a:lnTo>
                    <a:pt x="470832" y="1301969"/>
                  </a:lnTo>
                  <a:lnTo>
                    <a:pt x="470821" y="1301948"/>
                  </a:lnTo>
                  <a:lnTo>
                    <a:pt x="470809" y="1301926"/>
                  </a:lnTo>
                  <a:lnTo>
                    <a:pt x="470800" y="1301908"/>
                  </a:lnTo>
                  <a:lnTo>
                    <a:pt x="470791" y="1301889"/>
                  </a:lnTo>
                  <a:lnTo>
                    <a:pt x="470783" y="1301870"/>
                  </a:lnTo>
                  <a:lnTo>
                    <a:pt x="470776" y="1301855"/>
                  </a:lnTo>
                  <a:lnTo>
                    <a:pt x="470766" y="1301836"/>
                  </a:lnTo>
                  <a:lnTo>
                    <a:pt x="470757" y="1301818"/>
                  </a:lnTo>
                  <a:lnTo>
                    <a:pt x="470749" y="1301804"/>
                  </a:lnTo>
                  <a:lnTo>
                    <a:pt x="470733" y="1301779"/>
                  </a:lnTo>
                  <a:lnTo>
                    <a:pt x="470719" y="1301755"/>
                  </a:lnTo>
                  <a:lnTo>
                    <a:pt x="470707" y="1301735"/>
                  </a:lnTo>
                  <a:lnTo>
                    <a:pt x="470694" y="1301712"/>
                  </a:lnTo>
                  <a:lnTo>
                    <a:pt x="470682" y="1301689"/>
                  </a:lnTo>
                  <a:lnTo>
                    <a:pt x="470674" y="1301676"/>
                  </a:lnTo>
                  <a:lnTo>
                    <a:pt x="470659" y="1301653"/>
                  </a:lnTo>
                  <a:lnTo>
                    <a:pt x="470646" y="1301633"/>
                  </a:lnTo>
                  <a:lnTo>
                    <a:pt x="470636" y="1301617"/>
                  </a:lnTo>
                  <a:lnTo>
                    <a:pt x="470623" y="1301602"/>
                  </a:lnTo>
                  <a:lnTo>
                    <a:pt x="470609" y="1301588"/>
                  </a:lnTo>
                  <a:lnTo>
                    <a:pt x="470598" y="1301577"/>
                  </a:lnTo>
                  <a:lnTo>
                    <a:pt x="470580" y="1301562"/>
                  </a:lnTo>
                  <a:lnTo>
                    <a:pt x="470565" y="1301549"/>
                  </a:lnTo>
                  <a:lnTo>
                    <a:pt x="470546" y="1301536"/>
                  </a:lnTo>
                  <a:lnTo>
                    <a:pt x="470531" y="1301529"/>
                  </a:lnTo>
                  <a:lnTo>
                    <a:pt x="470517" y="1301525"/>
                  </a:lnTo>
                  <a:lnTo>
                    <a:pt x="470509" y="1301524"/>
                  </a:lnTo>
                  <a:lnTo>
                    <a:pt x="470495" y="1301524"/>
                  </a:lnTo>
                  <a:lnTo>
                    <a:pt x="470470" y="1301526"/>
                  </a:lnTo>
                  <a:lnTo>
                    <a:pt x="470444" y="1301529"/>
                  </a:lnTo>
                  <a:lnTo>
                    <a:pt x="470413" y="1301533"/>
                  </a:lnTo>
                  <a:lnTo>
                    <a:pt x="470390" y="1301538"/>
                  </a:lnTo>
                  <a:lnTo>
                    <a:pt x="470375" y="1301540"/>
                  </a:lnTo>
                  <a:lnTo>
                    <a:pt x="470330" y="1301545"/>
                  </a:lnTo>
                  <a:lnTo>
                    <a:pt x="470291" y="1301554"/>
                  </a:lnTo>
                  <a:lnTo>
                    <a:pt x="470260" y="1301562"/>
                  </a:lnTo>
                  <a:lnTo>
                    <a:pt x="470255" y="1301563"/>
                  </a:lnTo>
                  <a:lnTo>
                    <a:pt x="470241" y="1301565"/>
                  </a:lnTo>
                  <a:lnTo>
                    <a:pt x="470236" y="1301566"/>
                  </a:lnTo>
                  <a:lnTo>
                    <a:pt x="470221" y="1301568"/>
                  </a:lnTo>
                  <a:lnTo>
                    <a:pt x="470201" y="1301570"/>
                  </a:lnTo>
                  <a:lnTo>
                    <a:pt x="470186" y="1301569"/>
                  </a:lnTo>
                  <a:lnTo>
                    <a:pt x="470166" y="1301568"/>
                  </a:lnTo>
                  <a:lnTo>
                    <a:pt x="470145" y="1301564"/>
                  </a:lnTo>
                  <a:lnTo>
                    <a:pt x="470133" y="1301562"/>
                  </a:lnTo>
                  <a:lnTo>
                    <a:pt x="470121" y="1301557"/>
                  </a:lnTo>
                  <a:lnTo>
                    <a:pt x="470115" y="1301553"/>
                  </a:lnTo>
                  <a:lnTo>
                    <a:pt x="470111" y="1301547"/>
                  </a:lnTo>
                  <a:lnTo>
                    <a:pt x="470108" y="1301538"/>
                  </a:lnTo>
                  <a:lnTo>
                    <a:pt x="470104" y="1301519"/>
                  </a:lnTo>
                  <a:lnTo>
                    <a:pt x="470099" y="1301503"/>
                  </a:lnTo>
                  <a:lnTo>
                    <a:pt x="470093" y="1301486"/>
                  </a:lnTo>
                  <a:lnTo>
                    <a:pt x="470088" y="1301473"/>
                  </a:lnTo>
                  <a:lnTo>
                    <a:pt x="470080" y="1301452"/>
                  </a:lnTo>
                  <a:lnTo>
                    <a:pt x="470073" y="1301438"/>
                  </a:lnTo>
                  <a:lnTo>
                    <a:pt x="470065" y="1301424"/>
                  </a:lnTo>
                  <a:lnTo>
                    <a:pt x="470055" y="1301408"/>
                  </a:lnTo>
                  <a:lnTo>
                    <a:pt x="470041" y="1301392"/>
                  </a:lnTo>
                  <a:lnTo>
                    <a:pt x="470025" y="1301377"/>
                  </a:lnTo>
                  <a:lnTo>
                    <a:pt x="470009" y="1301362"/>
                  </a:lnTo>
                  <a:lnTo>
                    <a:pt x="469993" y="1301347"/>
                  </a:lnTo>
                  <a:lnTo>
                    <a:pt x="469979" y="1301332"/>
                  </a:lnTo>
                  <a:lnTo>
                    <a:pt x="469967" y="1301316"/>
                  </a:lnTo>
                  <a:lnTo>
                    <a:pt x="469958" y="1301303"/>
                  </a:lnTo>
                  <a:lnTo>
                    <a:pt x="469946" y="1301285"/>
                  </a:lnTo>
                  <a:lnTo>
                    <a:pt x="469930" y="1301264"/>
                  </a:lnTo>
                  <a:lnTo>
                    <a:pt x="469914" y="1301243"/>
                  </a:lnTo>
                  <a:lnTo>
                    <a:pt x="469898" y="1301225"/>
                  </a:lnTo>
                  <a:lnTo>
                    <a:pt x="469886" y="1301211"/>
                  </a:lnTo>
                  <a:lnTo>
                    <a:pt x="469874" y="1301200"/>
                  </a:lnTo>
                  <a:lnTo>
                    <a:pt x="469862" y="1301192"/>
                  </a:lnTo>
                  <a:lnTo>
                    <a:pt x="469855" y="1301190"/>
                  </a:lnTo>
                  <a:lnTo>
                    <a:pt x="469845" y="1301190"/>
                  </a:lnTo>
                  <a:lnTo>
                    <a:pt x="469832" y="1301191"/>
                  </a:lnTo>
                  <a:lnTo>
                    <a:pt x="469816" y="1301194"/>
                  </a:lnTo>
                  <a:lnTo>
                    <a:pt x="469796" y="1301199"/>
                  </a:lnTo>
                  <a:lnTo>
                    <a:pt x="469776" y="1301202"/>
                  </a:lnTo>
                  <a:lnTo>
                    <a:pt x="469754" y="1301206"/>
                  </a:lnTo>
                  <a:lnTo>
                    <a:pt x="469745" y="1301207"/>
                  </a:lnTo>
                  <a:lnTo>
                    <a:pt x="469714" y="1301211"/>
                  </a:lnTo>
                  <a:lnTo>
                    <a:pt x="469688" y="1301215"/>
                  </a:lnTo>
                  <a:lnTo>
                    <a:pt x="469669" y="1301217"/>
                  </a:lnTo>
                  <a:lnTo>
                    <a:pt x="469648" y="1301219"/>
                  </a:lnTo>
                  <a:lnTo>
                    <a:pt x="469627" y="1301219"/>
                  </a:lnTo>
                  <a:lnTo>
                    <a:pt x="469606" y="1301218"/>
                  </a:lnTo>
                  <a:lnTo>
                    <a:pt x="469586" y="1301215"/>
                  </a:lnTo>
                  <a:lnTo>
                    <a:pt x="469574" y="1301212"/>
                  </a:lnTo>
                  <a:lnTo>
                    <a:pt x="469567" y="1301209"/>
                  </a:lnTo>
                  <a:lnTo>
                    <a:pt x="469562" y="1301205"/>
                  </a:lnTo>
                  <a:lnTo>
                    <a:pt x="469558" y="1301200"/>
                  </a:lnTo>
                  <a:lnTo>
                    <a:pt x="469554" y="1301195"/>
                  </a:lnTo>
                  <a:lnTo>
                    <a:pt x="469543" y="1301176"/>
                  </a:lnTo>
                  <a:lnTo>
                    <a:pt x="469529" y="1301153"/>
                  </a:lnTo>
                  <a:lnTo>
                    <a:pt x="469526" y="1301148"/>
                  </a:lnTo>
                  <a:lnTo>
                    <a:pt x="469522" y="1301140"/>
                  </a:lnTo>
                  <a:lnTo>
                    <a:pt x="469518" y="1301131"/>
                  </a:lnTo>
                  <a:lnTo>
                    <a:pt x="469508" y="1301111"/>
                  </a:lnTo>
                  <a:lnTo>
                    <a:pt x="469502" y="1301097"/>
                  </a:lnTo>
                  <a:lnTo>
                    <a:pt x="469498" y="1301090"/>
                  </a:lnTo>
                  <a:lnTo>
                    <a:pt x="469495" y="1301081"/>
                  </a:lnTo>
                  <a:lnTo>
                    <a:pt x="469492" y="1301073"/>
                  </a:lnTo>
                  <a:lnTo>
                    <a:pt x="469486" y="1301057"/>
                  </a:lnTo>
                  <a:lnTo>
                    <a:pt x="469484" y="1301047"/>
                  </a:lnTo>
                  <a:lnTo>
                    <a:pt x="469484" y="1301041"/>
                  </a:lnTo>
                  <a:lnTo>
                    <a:pt x="469487" y="1301033"/>
                  </a:lnTo>
                  <a:lnTo>
                    <a:pt x="469492" y="1301027"/>
                  </a:lnTo>
                  <a:lnTo>
                    <a:pt x="469509" y="1301010"/>
                  </a:lnTo>
                  <a:lnTo>
                    <a:pt x="469516" y="1301001"/>
                  </a:lnTo>
                  <a:lnTo>
                    <a:pt x="469520" y="1300998"/>
                  </a:lnTo>
                  <a:lnTo>
                    <a:pt x="469526" y="1300992"/>
                  </a:lnTo>
                  <a:lnTo>
                    <a:pt x="469535" y="1300980"/>
                  </a:lnTo>
                  <a:lnTo>
                    <a:pt x="469545" y="1300966"/>
                  </a:lnTo>
                  <a:lnTo>
                    <a:pt x="469553" y="1300954"/>
                  </a:lnTo>
                  <a:lnTo>
                    <a:pt x="469558" y="1300944"/>
                  </a:lnTo>
                  <a:lnTo>
                    <a:pt x="469562" y="1300934"/>
                  </a:lnTo>
                  <a:lnTo>
                    <a:pt x="469565" y="1300929"/>
                  </a:lnTo>
                  <a:lnTo>
                    <a:pt x="469570" y="1300914"/>
                  </a:lnTo>
                  <a:lnTo>
                    <a:pt x="469576" y="1300894"/>
                  </a:lnTo>
                  <a:lnTo>
                    <a:pt x="469579" y="1300886"/>
                  </a:lnTo>
                  <a:lnTo>
                    <a:pt x="469582" y="1300876"/>
                  </a:lnTo>
                  <a:lnTo>
                    <a:pt x="469587" y="1300862"/>
                  </a:lnTo>
                  <a:lnTo>
                    <a:pt x="469590" y="1300842"/>
                  </a:lnTo>
                  <a:lnTo>
                    <a:pt x="469593" y="1300825"/>
                  </a:lnTo>
                  <a:lnTo>
                    <a:pt x="469594" y="1300805"/>
                  </a:lnTo>
                  <a:lnTo>
                    <a:pt x="469594" y="1300798"/>
                  </a:lnTo>
                  <a:lnTo>
                    <a:pt x="469592" y="1300791"/>
                  </a:lnTo>
                  <a:lnTo>
                    <a:pt x="469589" y="1300786"/>
                  </a:lnTo>
                  <a:lnTo>
                    <a:pt x="469578" y="1300773"/>
                  </a:lnTo>
                  <a:lnTo>
                    <a:pt x="469565" y="1300759"/>
                  </a:lnTo>
                  <a:lnTo>
                    <a:pt x="469548" y="1300745"/>
                  </a:lnTo>
                  <a:lnTo>
                    <a:pt x="469532" y="1300731"/>
                  </a:lnTo>
                  <a:lnTo>
                    <a:pt x="469512" y="1300717"/>
                  </a:lnTo>
                  <a:lnTo>
                    <a:pt x="469490" y="1300704"/>
                  </a:lnTo>
                  <a:lnTo>
                    <a:pt x="469462" y="1300689"/>
                  </a:lnTo>
                  <a:lnTo>
                    <a:pt x="469438" y="1300677"/>
                  </a:lnTo>
                  <a:lnTo>
                    <a:pt x="469411" y="1300663"/>
                  </a:lnTo>
                  <a:lnTo>
                    <a:pt x="469400" y="1300656"/>
                  </a:lnTo>
                  <a:lnTo>
                    <a:pt x="469395" y="1300652"/>
                  </a:lnTo>
                  <a:lnTo>
                    <a:pt x="469392" y="1300647"/>
                  </a:lnTo>
                  <a:lnTo>
                    <a:pt x="469390" y="1300640"/>
                  </a:lnTo>
                  <a:lnTo>
                    <a:pt x="469388" y="1300630"/>
                  </a:lnTo>
                  <a:lnTo>
                    <a:pt x="469388" y="1300620"/>
                  </a:lnTo>
                  <a:lnTo>
                    <a:pt x="469390" y="1300606"/>
                  </a:lnTo>
                  <a:lnTo>
                    <a:pt x="469393" y="1300596"/>
                  </a:lnTo>
                  <a:lnTo>
                    <a:pt x="469400" y="1300584"/>
                  </a:lnTo>
                  <a:lnTo>
                    <a:pt x="469411" y="1300566"/>
                  </a:lnTo>
                  <a:lnTo>
                    <a:pt x="469424" y="1300545"/>
                  </a:lnTo>
                  <a:lnTo>
                    <a:pt x="469435" y="1300523"/>
                  </a:lnTo>
                  <a:lnTo>
                    <a:pt x="469449" y="1300494"/>
                  </a:lnTo>
                  <a:lnTo>
                    <a:pt x="469455" y="1300480"/>
                  </a:lnTo>
                  <a:lnTo>
                    <a:pt x="469460" y="1300470"/>
                  </a:lnTo>
                  <a:lnTo>
                    <a:pt x="469463" y="1300464"/>
                  </a:lnTo>
                  <a:lnTo>
                    <a:pt x="469469" y="1300452"/>
                  </a:lnTo>
                  <a:lnTo>
                    <a:pt x="469474" y="1300439"/>
                  </a:lnTo>
                  <a:lnTo>
                    <a:pt x="469485" y="1300415"/>
                  </a:lnTo>
                  <a:lnTo>
                    <a:pt x="469491" y="1300402"/>
                  </a:lnTo>
                  <a:lnTo>
                    <a:pt x="469497" y="1300383"/>
                  </a:lnTo>
                  <a:lnTo>
                    <a:pt x="469500" y="1300368"/>
                  </a:lnTo>
                  <a:lnTo>
                    <a:pt x="469502" y="1300357"/>
                  </a:lnTo>
                  <a:lnTo>
                    <a:pt x="469507" y="1300336"/>
                  </a:lnTo>
                  <a:lnTo>
                    <a:pt x="469509" y="1300322"/>
                  </a:lnTo>
                  <a:lnTo>
                    <a:pt x="469510" y="1300315"/>
                  </a:lnTo>
                  <a:lnTo>
                    <a:pt x="469511" y="1300304"/>
                  </a:lnTo>
                  <a:lnTo>
                    <a:pt x="469511" y="1300288"/>
                  </a:lnTo>
                  <a:lnTo>
                    <a:pt x="469511" y="1300267"/>
                  </a:lnTo>
                  <a:lnTo>
                    <a:pt x="469510" y="1300233"/>
                  </a:lnTo>
                  <a:lnTo>
                    <a:pt x="469510" y="1300222"/>
                  </a:lnTo>
                  <a:lnTo>
                    <a:pt x="469509" y="1300199"/>
                  </a:lnTo>
                  <a:lnTo>
                    <a:pt x="469508" y="1300179"/>
                  </a:lnTo>
                  <a:lnTo>
                    <a:pt x="469507" y="1300168"/>
                  </a:lnTo>
                  <a:lnTo>
                    <a:pt x="469505" y="1300155"/>
                  </a:lnTo>
                  <a:lnTo>
                    <a:pt x="469502" y="1300146"/>
                  </a:lnTo>
                  <a:lnTo>
                    <a:pt x="469500" y="1300140"/>
                  </a:lnTo>
                  <a:lnTo>
                    <a:pt x="469491" y="1300124"/>
                  </a:lnTo>
                  <a:lnTo>
                    <a:pt x="469482" y="1300111"/>
                  </a:lnTo>
                  <a:lnTo>
                    <a:pt x="469467" y="1300095"/>
                  </a:lnTo>
                  <a:lnTo>
                    <a:pt x="469450" y="1300076"/>
                  </a:lnTo>
                  <a:lnTo>
                    <a:pt x="469433" y="1300057"/>
                  </a:lnTo>
                  <a:lnTo>
                    <a:pt x="469417" y="1300040"/>
                  </a:lnTo>
                  <a:lnTo>
                    <a:pt x="469404" y="1300025"/>
                  </a:lnTo>
                  <a:lnTo>
                    <a:pt x="469391" y="1300010"/>
                  </a:lnTo>
                  <a:lnTo>
                    <a:pt x="469377" y="1299994"/>
                  </a:lnTo>
                  <a:lnTo>
                    <a:pt x="469363" y="1299977"/>
                  </a:lnTo>
                  <a:lnTo>
                    <a:pt x="469346" y="1299960"/>
                  </a:lnTo>
                  <a:lnTo>
                    <a:pt x="469328" y="1299942"/>
                  </a:lnTo>
                  <a:lnTo>
                    <a:pt x="469312" y="1299928"/>
                  </a:lnTo>
                  <a:lnTo>
                    <a:pt x="469304" y="1299917"/>
                  </a:lnTo>
                  <a:lnTo>
                    <a:pt x="469312" y="1299910"/>
                  </a:lnTo>
                  <a:lnTo>
                    <a:pt x="469332" y="1299905"/>
                  </a:lnTo>
                  <a:lnTo>
                    <a:pt x="469353" y="1299902"/>
                  </a:lnTo>
                  <a:lnTo>
                    <a:pt x="469375" y="1299899"/>
                  </a:lnTo>
                  <a:lnTo>
                    <a:pt x="469396" y="1299896"/>
                  </a:lnTo>
                  <a:lnTo>
                    <a:pt x="469425" y="1299891"/>
                  </a:lnTo>
                  <a:lnTo>
                    <a:pt x="469440" y="1299886"/>
                  </a:lnTo>
                  <a:lnTo>
                    <a:pt x="469458" y="1299879"/>
                  </a:lnTo>
                  <a:lnTo>
                    <a:pt x="469474" y="1299873"/>
                  </a:lnTo>
                  <a:lnTo>
                    <a:pt x="469490" y="1299866"/>
                  </a:lnTo>
                  <a:lnTo>
                    <a:pt x="469518" y="1299852"/>
                  </a:lnTo>
                  <a:lnTo>
                    <a:pt x="469559" y="1299833"/>
                  </a:lnTo>
                  <a:lnTo>
                    <a:pt x="469603" y="1299812"/>
                  </a:lnTo>
                  <a:lnTo>
                    <a:pt x="469629" y="1299800"/>
                  </a:lnTo>
                  <a:lnTo>
                    <a:pt x="469664" y="1299785"/>
                  </a:lnTo>
                  <a:lnTo>
                    <a:pt x="469692" y="1299773"/>
                  </a:lnTo>
                  <a:lnTo>
                    <a:pt x="469720" y="1299759"/>
                  </a:lnTo>
                  <a:lnTo>
                    <a:pt x="469743" y="1299747"/>
                  </a:lnTo>
                  <a:lnTo>
                    <a:pt x="469764" y="1299736"/>
                  </a:lnTo>
                  <a:lnTo>
                    <a:pt x="469783" y="1299725"/>
                  </a:lnTo>
                  <a:lnTo>
                    <a:pt x="469792" y="1299720"/>
                  </a:lnTo>
                  <a:lnTo>
                    <a:pt x="469804" y="1299711"/>
                  </a:lnTo>
                  <a:lnTo>
                    <a:pt x="469814" y="1299702"/>
                  </a:lnTo>
                  <a:lnTo>
                    <a:pt x="469822" y="1299693"/>
                  </a:lnTo>
                  <a:lnTo>
                    <a:pt x="469830" y="1299682"/>
                  </a:lnTo>
                  <a:lnTo>
                    <a:pt x="469837" y="1299672"/>
                  </a:lnTo>
                  <a:lnTo>
                    <a:pt x="469846" y="1299656"/>
                  </a:lnTo>
                  <a:lnTo>
                    <a:pt x="469851" y="1299646"/>
                  </a:lnTo>
                  <a:lnTo>
                    <a:pt x="469855" y="1299638"/>
                  </a:lnTo>
                  <a:lnTo>
                    <a:pt x="469859" y="1299626"/>
                  </a:lnTo>
                  <a:lnTo>
                    <a:pt x="469862" y="1299612"/>
                  </a:lnTo>
                  <a:lnTo>
                    <a:pt x="469868" y="1299590"/>
                  </a:lnTo>
                  <a:lnTo>
                    <a:pt x="469872" y="1299574"/>
                  </a:lnTo>
                  <a:lnTo>
                    <a:pt x="469873" y="1299563"/>
                  </a:lnTo>
                  <a:lnTo>
                    <a:pt x="469872" y="1299551"/>
                  </a:lnTo>
                  <a:lnTo>
                    <a:pt x="469870" y="1299535"/>
                  </a:lnTo>
                  <a:lnTo>
                    <a:pt x="469865" y="1299515"/>
                  </a:lnTo>
                  <a:lnTo>
                    <a:pt x="469859" y="1299496"/>
                  </a:lnTo>
                  <a:lnTo>
                    <a:pt x="469851" y="1299473"/>
                  </a:lnTo>
                  <a:lnTo>
                    <a:pt x="469844" y="1299455"/>
                  </a:lnTo>
                  <a:lnTo>
                    <a:pt x="469838" y="1299441"/>
                  </a:lnTo>
                  <a:lnTo>
                    <a:pt x="469831" y="1299425"/>
                  </a:lnTo>
                  <a:lnTo>
                    <a:pt x="469822" y="1299407"/>
                  </a:lnTo>
                  <a:lnTo>
                    <a:pt x="469811" y="1299386"/>
                  </a:lnTo>
                  <a:lnTo>
                    <a:pt x="469799" y="1299366"/>
                  </a:lnTo>
                  <a:lnTo>
                    <a:pt x="469791" y="1299350"/>
                  </a:lnTo>
                  <a:lnTo>
                    <a:pt x="469785" y="1299336"/>
                  </a:lnTo>
                  <a:lnTo>
                    <a:pt x="469781" y="1299320"/>
                  </a:lnTo>
                  <a:lnTo>
                    <a:pt x="469777" y="1299303"/>
                  </a:lnTo>
                  <a:lnTo>
                    <a:pt x="469775" y="1299296"/>
                  </a:lnTo>
                  <a:lnTo>
                    <a:pt x="469773" y="1299286"/>
                  </a:lnTo>
                  <a:lnTo>
                    <a:pt x="469771" y="1299270"/>
                  </a:lnTo>
                  <a:lnTo>
                    <a:pt x="469768" y="1299240"/>
                  </a:lnTo>
                  <a:lnTo>
                    <a:pt x="469765" y="1299208"/>
                  </a:lnTo>
                  <a:lnTo>
                    <a:pt x="469762" y="1299179"/>
                  </a:lnTo>
                  <a:lnTo>
                    <a:pt x="469758" y="1299147"/>
                  </a:lnTo>
                  <a:lnTo>
                    <a:pt x="469754" y="1299122"/>
                  </a:lnTo>
                  <a:lnTo>
                    <a:pt x="469747" y="1299085"/>
                  </a:lnTo>
                  <a:lnTo>
                    <a:pt x="469742" y="1299061"/>
                  </a:lnTo>
                  <a:lnTo>
                    <a:pt x="469736" y="1299033"/>
                  </a:lnTo>
                  <a:lnTo>
                    <a:pt x="469732" y="1299009"/>
                  </a:lnTo>
                  <a:lnTo>
                    <a:pt x="469731" y="1299003"/>
                  </a:lnTo>
                  <a:lnTo>
                    <a:pt x="469729" y="1298991"/>
                  </a:lnTo>
                  <a:lnTo>
                    <a:pt x="469728" y="1298970"/>
                  </a:lnTo>
                  <a:lnTo>
                    <a:pt x="469730" y="1298959"/>
                  </a:lnTo>
                  <a:lnTo>
                    <a:pt x="469734" y="1298951"/>
                  </a:lnTo>
                  <a:lnTo>
                    <a:pt x="469742" y="1298944"/>
                  </a:lnTo>
                  <a:lnTo>
                    <a:pt x="469753" y="1298934"/>
                  </a:lnTo>
                  <a:lnTo>
                    <a:pt x="469773" y="1298921"/>
                  </a:lnTo>
                  <a:lnTo>
                    <a:pt x="469790" y="1298909"/>
                  </a:lnTo>
                  <a:lnTo>
                    <a:pt x="469798" y="1298901"/>
                  </a:lnTo>
                  <a:lnTo>
                    <a:pt x="469806" y="1298892"/>
                  </a:lnTo>
                  <a:lnTo>
                    <a:pt x="469814" y="1298882"/>
                  </a:lnTo>
                  <a:lnTo>
                    <a:pt x="469820" y="1298871"/>
                  </a:lnTo>
                  <a:lnTo>
                    <a:pt x="469830" y="1298856"/>
                  </a:lnTo>
                  <a:lnTo>
                    <a:pt x="469843" y="1298838"/>
                  </a:lnTo>
                  <a:lnTo>
                    <a:pt x="469853" y="1298827"/>
                  </a:lnTo>
                  <a:lnTo>
                    <a:pt x="469863" y="1298817"/>
                  </a:lnTo>
                  <a:lnTo>
                    <a:pt x="469878" y="1298806"/>
                  </a:lnTo>
                  <a:lnTo>
                    <a:pt x="469896" y="1298796"/>
                  </a:lnTo>
                  <a:lnTo>
                    <a:pt x="469920" y="1298782"/>
                  </a:lnTo>
                  <a:lnTo>
                    <a:pt x="469937" y="1298774"/>
                  </a:lnTo>
                  <a:lnTo>
                    <a:pt x="469958" y="1298762"/>
                  </a:lnTo>
                  <a:lnTo>
                    <a:pt x="469975" y="1298752"/>
                  </a:lnTo>
                  <a:lnTo>
                    <a:pt x="469992" y="1298742"/>
                  </a:lnTo>
                  <a:lnTo>
                    <a:pt x="470005" y="1298732"/>
                  </a:lnTo>
                  <a:lnTo>
                    <a:pt x="470002" y="1298723"/>
                  </a:lnTo>
                  <a:lnTo>
                    <a:pt x="469982" y="1298699"/>
                  </a:lnTo>
                  <a:lnTo>
                    <a:pt x="469966" y="1298679"/>
                  </a:lnTo>
                  <a:lnTo>
                    <a:pt x="469955" y="1298666"/>
                  </a:lnTo>
                  <a:lnTo>
                    <a:pt x="469941" y="1298652"/>
                  </a:lnTo>
                  <a:lnTo>
                    <a:pt x="469927" y="1298639"/>
                  </a:lnTo>
                  <a:lnTo>
                    <a:pt x="469911" y="1298627"/>
                  </a:lnTo>
                  <a:lnTo>
                    <a:pt x="469899" y="1298619"/>
                  </a:lnTo>
                  <a:lnTo>
                    <a:pt x="469882" y="1298611"/>
                  </a:lnTo>
                  <a:lnTo>
                    <a:pt x="469868" y="1298607"/>
                  </a:lnTo>
                  <a:lnTo>
                    <a:pt x="469853" y="1298605"/>
                  </a:lnTo>
                  <a:lnTo>
                    <a:pt x="469834" y="1298602"/>
                  </a:lnTo>
                  <a:lnTo>
                    <a:pt x="469819" y="1298600"/>
                  </a:lnTo>
                  <a:lnTo>
                    <a:pt x="469804" y="1298596"/>
                  </a:lnTo>
                  <a:lnTo>
                    <a:pt x="469778" y="1298587"/>
                  </a:lnTo>
                  <a:lnTo>
                    <a:pt x="469763" y="1298581"/>
                  </a:lnTo>
                  <a:lnTo>
                    <a:pt x="469753" y="1298576"/>
                  </a:lnTo>
                  <a:lnTo>
                    <a:pt x="469743" y="1298568"/>
                  </a:lnTo>
                  <a:lnTo>
                    <a:pt x="469734" y="1298559"/>
                  </a:lnTo>
                  <a:lnTo>
                    <a:pt x="469726" y="1298548"/>
                  </a:lnTo>
                  <a:lnTo>
                    <a:pt x="469714" y="1298532"/>
                  </a:lnTo>
                  <a:lnTo>
                    <a:pt x="469699" y="1298508"/>
                  </a:lnTo>
                  <a:lnTo>
                    <a:pt x="469685" y="1298489"/>
                  </a:lnTo>
                  <a:lnTo>
                    <a:pt x="469676" y="1298475"/>
                  </a:lnTo>
                  <a:lnTo>
                    <a:pt x="469665" y="1298457"/>
                  </a:lnTo>
                  <a:lnTo>
                    <a:pt x="469651" y="1298439"/>
                  </a:lnTo>
                  <a:lnTo>
                    <a:pt x="469642" y="1298425"/>
                  </a:lnTo>
                  <a:lnTo>
                    <a:pt x="469630" y="1298407"/>
                  </a:lnTo>
                  <a:lnTo>
                    <a:pt x="469619" y="1298391"/>
                  </a:lnTo>
                  <a:lnTo>
                    <a:pt x="469606" y="1298375"/>
                  </a:lnTo>
                  <a:lnTo>
                    <a:pt x="469602" y="1298371"/>
                  </a:lnTo>
                  <a:lnTo>
                    <a:pt x="469596" y="1298364"/>
                  </a:lnTo>
                  <a:lnTo>
                    <a:pt x="469584" y="1298353"/>
                  </a:lnTo>
                  <a:lnTo>
                    <a:pt x="469567" y="1298341"/>
                  </a:lnTo>
                  <a:lnTo>
                    <a:pt x="469551" y="1298331"/>
                  </a:lnTo>
                  <a:lnTo>
                    <a:pt x="469536" y="1298323"/>
                  </a:lnTo>
                  <a:lnTo>
                    <a:pt x="469527" y="1298316"/>
                  </a:lnTo>
                  <a:lnTo>
                    <a:pt x="469527" y="1298302"/>
                  </a:lnTo>
                  <a:lnTo>
                    <a:pt x="469526" y="1298276"/>
                  </a:lnTo>
                  <a:lnTo>
                    <a:pt x="469526" y="1298247"/>
                  </a:lnTo>
                  <a:lnTo>
                    <a:pt x="469526" y="1298236"/>
                  </a:lnTo>
                  <a:lnTo>
                    <a:pt x="469526" y="1298226"/>
                  </a:lnTo>
                  <a:lnTo>
                    <a:pt x="469525" y="1298218"/>
                  </a:lnTo>
                  <a:lnTo>
                    <a:pt x="469524" y="1298200"/>
                  </a:lnTo>
                  <a:lnTo>
                    <a:pt x="469523" y="1298190"/>
                  </a:lnTo>
                  <a:lnTo>
                    <a:pt x="469521" y="1298174"/>
                  </a:lnTo>
                  <a:lnTo>
                    <a:pt x="469518" y="1298154"/>
                  </a:lnTo>
                  <a:lnTo>
                    <a:pt x="469515" y="1298139"/>
                  </a:lnTo>
                  <a:lnTo>
                    <a:pt x="469506" y="1298106"/>
                  </a:lnTo>
                  <a:lnTo>
                    <a:pt x="469503" y="1298086"/>
                  </a:lnTo>
                  <a:lnTo>
                    <a:pt x="469498" y="1298057"/>
                  </a:lnTo>
                  <a:lnTo>
                    <a:pt x="469495" y="1298036"/>
                  </a:lnTo>
                  <a:lnTo>
                    <a:pt x="469491" y="1298013"/>
                  </a:lnTo>
                  <a:lnTo>
                    <a:pt x="469490" y="1298001"/>
                  </a:lnTo>
                  <a:lnTo>
                    <a:pt x="469489" y="1297994"/>
                  </a:lnTo>
                  <a:lnTo>
                    <a:pt x="469486" y="1297975"/>
                  </a:lnTo>
                  <a:lnTo>
                    <a:pt x="469483" y="1297951"/>
                  </a:lnTo>
                  <a:lnTo>
                    <a:pt x="469480" y="1297933"/>
                  </a:lnTo>
                  <a:lnTo>
                    <a:pt x="469475" y="1297907"/>
                  </a:lnTo>
                  <a:lnTo>
                    <a:pt x="469472" y="1297892"/>
                  </a:lnTo>
                  <a:lnTo>
                    <a:pt x="469471" y="1297886"/>
                  </a:lnTo>
                  <a:lnTo>
                    <a:pt x="469469" y="1297878"/>
                  </a:lnTo>
                  <a:lnTo>
                    <a:pt x="469469" y="1297872"/>
                  </a:lnTo>
                  <a:lnTo>
                    <a:pt x="469467" y="1297861"/>
                  </a:lnTo>
                  <a:lnTo>
                    <a:pt x="469466" y="1297851"/>
                  </a:lnTo>
                  <a:lnTo>
                    <a:pt x="469465" y="1297836"/>
                  </a:lnTo>
                  <a:lnTo>
                    <a:pt x="469464" y="1297809"/>
                  </a:lnTo>
                  <a:lnTo>
                    <a:pt x="469464" y="1297794"/>
                  </a:lnTo>
                  <a:lnTo>
                    <a:pt x="469462" y="1297782"/>
                  </a:lnTo>
                  <a:lnTo>
                    <a:pt x="469459" y="1297770"/>
                  </a:lnTo>
                  <a:lnTo>
                    <a:pt x="469456" y="1297763"/>
                  </a:lnTo>
                  <a:lnTo>
                    <a:pt x="469450" y="1297750"/>
                  </a:lnTo>
                  <a:lnTo>
                    <a:pt x="469446" y="1297745"/>
                  </a:lnTo>
                  <a:lnTo>
                    <a:pt x="469441" y="1297738"/>
                  </a:lnTo>
                  <a:lnTo>
                    <a:pt x="469430" y="1297726"/>
                  </a:lnTo>
                  <a:lnTo>
                    <a:pt x="469426" y="1297722"/>
                  </a:lnTo>
                  <a:lnTo>
                    <a:pt x="469417" y="1297712"/>
                  </a:lnTo>
                  <a:lnTo>
                    <a:pt x="469407" y="1297701"/>
                  </a:lnTo>
                  <a:lnTo>
                    <a:pt x="469398" y="1297694"/>
                  </a:lnTo>
                  <a:lnTo>
                    <a:pt x="469389" y="1297689"/>
                  </a:lnTo>
                  <a:lnTo>
                    <a:pt x="469383" y="1297686"/>
                  </a:lnTo>
                  <a:lnTo>
                    <a:pt x="469369" y="1297685"/>
                  </a:lnTo>
                  <a:lnTo>
                    <a:pt x="469347" y="1297683"/>
                  </a:lnTo>
                  <a:lnTo>
                    <a:pt x="469329" y="1297683"/>
                  </a:lnTo>
                  <a:lnTo>
                    <a:pt x="469300" y="1297685"/>
                  </a:lnTo>
                  <a:lnTo>
                    <a:pt x="469272" y="1297687"/>
                  </a:lnTo>
                  <a:lnTo>
                    <a:pt x="469267" y="1297688"/>
                  </a:lnTo>
                  <a:lnTo>
                    <a:pt x="469253" y="1297688"/>
                  </a:lnTo>
                  <a:lnTo>
                    <a:pt x="469236" y="1297688"/>
                  </a:lnTo>
                  <a:lnTo>
                    <a:pt x="469223" y="1297686"/>
                  </a:lnTo>
                  <a:lnTo>
                    <a:pt x="469210" y="1297683"/>
                  </a:lnTo>
                  <a:lnTo>
                    <a:pt x="469199" y="1297679"/>
                  </a:lnTo>
                  <a:lnTo>
                    <a:pt x="469181" y="1297674"/>
                  </a:lnTo>
                  <a:lnTo>
                    <a:pt x="469165" y="1297670"/>
                  </a:lnTo>
                  <a:lnTo>
                    <a:pt x="469152" y="1297667"/>
                  </a:lnTo>
                  <a:lnTo>
                    <a:pt x="469124" y="1297668"/>
                  </a:lnTo>
                  <a:lnTo>
                    <a:pt x="469100" y="1297667"/>
                  </a:lnTo>
                  <a:lnTo>
                    <a:pt x="469075" y="1297665"/>
                  </a:lnTo>
                  <a:lnTo>
                    <a:pt x="469049" y="1297662"/>
                  </a:lnTo>
                  <a:lnTo>
                    <a:pt x="469020" y="1297661"/>
                  </a:lnTo>
                  <a:lnTo>
                    <a:pt x="468993" y="1297659"/>
                  </a:lnTo>
                  <a:lnTo>
                    <a:pt x="468974" y="1297659"/>
                  </a:lnTo>
                  <a:lnTo>
                    <a:pt x="468963" y="1297661"/>
                  </a:lnTo>
                  <a:lnTo>
                    <a:pt x="468953" y="1297665"/>
                  </a:lnTo>
                  <a:lnTo>
                    <a:pt x="468936" y="1297673"/>
                  </a:lnTo>
                  <a:lnTo>
                    <a:pt x="468928" y="1297678"/>
                  </a:lnTo>
                  <a:lnTo>
                    <a:pt x="468920" y="1297680"/>
                  </a:lnTo>
                  <a:lnTo>
                    <a:pt x="468912" y="1297680"/>
                  </a:lnTo>
                  <a:lnTo>
                    <a:pt x="468905" y="1297678"/>
                  </a:lnTo>
                  <a:lnTo>
                    <a:pt x="468893" y="1297674"/>
                  </a:lnTo>
                  <a:lnTo>
                    <a:pt x="468880" y="1297671"/>
                  </a:lnTo>
                  <a:lnTo>
                    <a:pt x="468870" y="1297669"/>
                  </a:lnTo>
                  <a:lnTo>
                    <a:pt x="468859" y="1297670"/>
                  </a:lnTo>
                  <a:lnTo>
                    <a:pt x="468845" y="1297673"/>
                  </a:lnTo>
                  <a:lnTo>
                    <a:pt x="468836" y="1297675"/>
                  </a:lnTo>
                  <a:lnTo>
                    <a:pt x="468815" y="1297683"/>
                  </a:lnTo>
                  <a:lnTo>
                    <a:pt x="468795" y="1297690"/>
                  </a:lnTo>
                  <a:lnTo>
                    <a:pt x="468788" y="1297692"/>
                  </a:lnTo>
                  <a:lnTo>
                    <a:pt x="468770" y="1297696"/>
                  </a:lnTo>
                  <a:lnTo>
                    <a:pt x="468752" y="1297699"/>
                  </a:lnTo>
                  <a:lnTo>
                    <a:pt x="468730" y="1297701"/>
                  </a:lnTo>
                  <a:lnTo>
                    <a:pt x="468703" y="1297703"/>
                  </a:lnTo>
                  <a:lnTo>
                    <a:pt x="468693" y="1297704"/>
                  </a:lnTo>
                  <a:lnTo>
                    <a:pt x="468685" y="1297704"/>
                  </a:lnTo>
                  <a:lnTo>
                    <a:pt x="468655" y="1297704"/>
                  </a:lnTo>
                  <a:lnTo>
                    <a:pt x="468625" y="1297704"/>
                  </a:lnTo>
                  <a:lnTo>
                    <a:pt x="468617" y="1297705"/>
                  </a:lnTo>
                  <a:lnTo>
                    <a:pt x="468597" y="1297704"/>
                  </a:lnTo>
                  <a:lnTo>
                    <a:pt x="468589" y="1297703"/>
                  </a:lnTo>
                  <a:lnTo>
                    <a:pt x="468579" y="1297702"/>
                  </a:lnTo>
                  <a:lnTo>
                    <a:pt x="468562" y="1297700"/>
                  </a:lnTo>
                  <a:lnTo>
                    <a:pt x="468555" y="1297699"/>
                  </a:lnTo>
                  <a:lnTo>
                    <a:pt x="468526" y="1297690"/>
                  </a:lnTo>
                  <a:lnTo>
                    <a:pt x="468502" y="1297682"/>
                  </a:lnTo>
                  <a:lnTo>
                    <a:pt x="468482" y="1297674"/>
                  </a:lnTo>
                  <a:lnTo>
                    <a:pt x="468452" y="1297662"/>
                  </a:lnTo>
                  <a:lnTo>
                    <a:pt x="468431" y="1297654"/>
                  </a:lnTo>
                  <a:lnTo>
                    <a:pt x="468408" y="1297645"/>
                  </a:lnTo>
                  <a:lnTo>
                    <a:pt x="468388" y="1297638"/>
                  </a:lnTo>
                  <a:lnTo>
                    <a:pt x="468371" y="1297633"/>
                  </a:lnTo>
                  <a:lnTo>
                    <a:pt x="468360" y="1297632"/>
                  </a:lnTo>
                  <a:lnTo>
                    <a:pt x="468346" y="1297631"/>
                  </a:lnTo>
                  <a:lnTo>
                    <a:pt x="468334" y="1297631"/>
                  </a:lnTo>
                  <a:lnTo>
                    <a:pt x="468329" y="1297633"/>
                  </a:lnTo>
                  <a:lnTo>
                    <a:pt x="468310" y="1297636"/>
                  </a:lnTo>
                  <a:lnTo>
                    <a:pt x="468290" y="1297640"/>
                  </a:lnTo>
                  <a:lnTo>
                    <a:pt x="468268" y="1297644"/>
                  </a:lnTo>
                  <a:lnTo>
                    <a:pt x="468247" y="1297647"/>
                  </a:lnTo>
                  <a:lnTo>
                    <a:pt x="468238" y="1297648"/>
                  </a:lnTo>
                  <a:lnTo>
                    <a:pt x="468228" y="1297649"/>
                  </a:lnTo>
                  <a:lnTo>
                    <a:pt x="468213" y="1297651"/>
                  </a:lnTo>
                  <a:lnTo>
                    <a:pt x="468189" y="1297658"/>
                  </a:lnTo>
                  <a:lnTo>
                    <a:pt x="468180" y="1297659"/>
                  </a:lnTo>
                  <a:lnTo>
                    <a:pt x="468173" y="1297657"/>
                  </a:lnTo>
                  <a:lnTo>
                    <a:pt x="468165" y="1297647"/>
                  </a:lnTo>
                  <a:lnTo>
                    <a:pt x="468159" y="1297637"/>
                  </a:lnTo>
                  <a:lnTo>
                    <a:pt x="468150" y="1297628"/>
                  </a:lnTo>
                  <a:lnTo>
                    <a:pt x="468145" y="1297624"/>
                  </a:lnTo>
                  <a:lnTo>
                    <a:pt x="468137" y="1297619"/>
                  </a:lnTo>
                  <a:lnTo>
                    <a:pt x="468126" y="1297616"/>
                  </a:lnTo>
                  <a:lnTo>
                    <a:pt x="468111" y="1297613"/>
                  </a:lnTo>
                  <a:lnTo>
                    <a:pt x="468093" y="1297609"/>
                  </a:lnTo>
                  <a:lnTo>
                    <a:pt x="468087" y="1297608"/>
                  </a:lnTo>
                  <a:lnTo>
                    <a:pt x="468077" y="1297607"/>
                  </a:lnTo>
                  <a:lnTo>
                    <a:pt x="468071" y="1297608"/>
                  </a:lnTo>
                  <a:lnTo>
                    <a:pt x="468063" y="1297610"/>
                  </a:lnTo>
                  <a:lnTo>
                    <a:pt x="468051" y="1297616"/>
                  </a:lnTo>
                  <a:lnTo>
                    <a:pt x="468043" y="1297621"/>
                  </a:lnTo>
                  <a:lnTo>
                    <a:pt x="468037" y="1297622"/>
                  </a:lnTo>
                  <a:lnTo>
                    <a:pt x="468020" y="1297624"/>
                  </a:lnTo>
                  <a:lnTo>
                    <a:pt x="468006" y="1297624"/>
                  </a:lnTo>
                  <a:lnTo>
                    <a:pt x="467977" y="1297620"/>
                  </a:lnTo>
                  <a:lnTo>
                    <a:pt x="467952" y="1297618"/>
                  </a:lnTo>
                  <a:lnTo>
                    <a:pt x="467927" y="1297616"/>
                  </a:lnTo>
                  <a:lnTo>
                    <a:pt x="467912" y="1297614"/>
                  </a:lnTo>
                  <a:lnTo>
                    <a:pt x="467895" y="1297610"/>
                  </a:lnTo>
                  <a:lnTo>
                    <a:pt x="467874" y="1297607"/>
                  </a:lnTo>
                  <a:lnTo>
                    <a:pt x="467853" y="1297602"/>
                  </a:lnTo>
                  <a:lnTo>
                    <a:pt x="467836" y="1297598"/>
                  </a:lnTo>
                  <a:lnTo>
                    <a:pt x="467825" y="1297595"/>
                  </a:lnTo>
                  <a:lnTo>
                    <a:pt x="467819" y="1297592"/>
                  </a:lnTo>
                  <a:lnTo>
                    <a:pt x="467812" y="1297587"/>
                  </a:lnTo>
                  <a:lnTo>
                    <a:pt x="467806" y="1297582"/>
                  </a:lnTo>
                  <a:lnTo>
                    <a:pt x="467803" y="1297566"/>
                  </a:lnTo>
                  <a:lnTo>
                    <a:pt x="467801" y="1297552"/>
                  </a:lnTo>
                  <a:lnTo>
                    <a:pt x="467796" y="1297534"/>
                  </a:lnTo>
                  <a:lnTo>
                    <a:pt x="467790" y="1297519"/>
                  </a:lnTo>
                  <a:lnTo>
                    <a:pt x="467785" y="1297506"/>
                  </a:lnTo>
                  <a:lnTo>
                    <a:pt x="467779" y="1297492"/>
                  </a:lnTo>
                  <a:lnTo>
                    <a:pt x="467772" y="1297482"/>
                  </a:lnTo>
                  <a:lnTo>
                    <a:pt x="467761" y="1297469"/>
                  </a:lnTo>
                  <a:lnTo>
                    <a:pt x="467749" y="1297457"/>
                  </a:lnTo>
                  <a:lnTo>
                    <a:pt x="467737" y="1297446"/>
                  </a:lnTo>
                  <a:lnTo>
                    <a:pt x="467726" y="1297437"/>
                  </a:lnTo>
                  <a:lnTo>
                    <a:pt x="467700" y="1297421"/>
                  </a:lnTo>
                  <a:lnTo>
                    <a:pt x="467687" y="1297413"/>
                  </a:lnTo>
                  <a:lnTo>
                    <a:pt x="467671" y="1297404"/>
                  </a:lnTo>
                  <a:lnTo>
                    <a:pt x="467663" y="1297400"/>
                  </a:lnTo>
                  <a:lnTo>
                    <a:pt x="467655" y="1297396"/>
                  </a:lnTo>
                  <a:lnTo>
                    <a:pt x="467647" y="1297392"/>
                  </a:lnTo>
                  <a:lnTo>
                    <a:pt x="467633" y="1297387"/>
                  </a:lnTo>
                  <a:lnTo>
                    <a:pt x="467628" y="1297385"/>
                  </a:lnTo>
                  <a:lnTo>
                    <a:pt x="467588" y="1297372"/>
                  </a:lnTo>
                  <a:lnTo>
                    <a:pt x="467562" y="1297365"/>
                  </a:lnTo>
                  <a:lnTo>
                    <a:pt x="467535" y="1297358"/>
                  </a:lnTo>
                  <a:lnTo>
                    <a:pt x="467513" y="1297353"/>
                  </a:lnTo>
                  <a:lnTo>
                    <a:pt x="467489" y="1297348"/>
                  </a:lnTo>
                  <a:lnTo>
                    <a:pt x="467475" y="1297345"/>
                  </a:lnTo>
                  <a:lnTo>
                    <a:pt x="467459" y="1297342"/>
                  </a:lnTo>
                  <a:lnTo>
                    <a:pt x="467439" y="1297337"/>
                  </a:lnTo>
                  <a:lnTo>
                    <a:pt x="467424" y="1297331"/>
                  </a:lnTo>
                  <a:lnTo>
                    <a:pt x="467416" y="1297328"/>
                  </a:lnTo>
                  <a:lnTo>
                    <a:pt x="467411" y="1297324"/>
                  </a:lnTo>
                  <a:lnTo>
                    <a:pt x="467409" y="1297318"/>
                  </a:lnTo>
                  <a:lnTo>
                    <a:pt x="467406" y="1297308"/>
                  </a:lnTo>
                  <a:lnTo>
                    <a:pt x="467403" y="1297279"/>
                  </a:lnTo>
                  <a:lnTo>
                    <a:pt x="467403" y="1297257"/>
                  </a:lnTo>
                  <a:lnTo>
                    <a:pt x="467403" y="1297226"/>
                  </a:lnTo>
                  <a:lnTo>
                    <a:pt x="467404" y="1297207"/>
                  </a:lnTo>
                  <a:lnTo>
                    <a:pt x="467404" y="1297200"/>
                  </a:lnTo>
                  <a:lnTo>
                    <a:pt x="467405" y="1297188"/>
                  </a:lnTo>
                  <a:lnTo>
                    <a:pt x="467405" y="1297177"/>
                  </a:lnTo>
                  <a:lnTo>
                    <a:pt x="467405" y="1297151"/>
                  </a:lnTo>
                  <a:lnTo>
                    <a:pt x="467405" y="1297129"/>
                  </a:lnTo>
                  <a:lnTo>
                    <a:pt x="467403" y="1297098"/>
                  </a:lnTo>
                  <a:lnTo>
                    <a:pt x="467403" y="1297091"/>
                  </a:lnTo>
                  <a:lnTo>
                    <a:pt x="467403" y="1297081"/>
                  </a:lnTo>
                  <a:lnTo>
                    <a:pt x="467402" y="1297068"/>
                  </a:lnTo>
                  <a:lnTo>
                    <a:pt x="467401" y="1297054"/>
                  </a:lnTo>
                  <a:lnTo>
                    <a:pt x="467399" y="1297043"/>
                  </a:lnTo>
                  <a:lnTo>
                    <a:pt x="467395" y="1297032"/>
                  </a:lnTo>
                  <a:lnTo>
                    <a:pt x="467392" y="1297025"/>
                  </a:lnTo>
                  <a:lnTo>
                    <a:pt x="467388" y="1297018"/>
                  </a:lnTo>
                  <a:lnTo>
                    <a:pt x="467384" y="1297011"/>
                  </a:lnTo>
                  <a:lnTo>
                    <a:pt x="467374" y="1296996"/>
                  </a:lnTo>
                  <a:lnTo>
                    <a:pt x="467365" y="1296982"/>
                  </a:lnTo>
                  <a:lnTo>
                    <a:pt x="467360" y="1296976"/>
                  </a:lnTo>
                  <a:lnTo>
                    <a:pt x="467350" y="1296965"/>
                  </a:lnTo>
                  <a:lnTo>
                    <a:pt x="467339" y="1296955"/>
                  </a:lnTo>
                  <a:lnTo>
                    <a:pt x="467323" y="1296943"/>
                  </a:lnTo>
                  <a:lnTo>
                    <a:pt x="467308" y="1296932"/>
                  </a:lnTo>
                  <a:lnTo>
                    <a:pt x="467303" y="1296928"/>
                  </a:lnTo>
                  <a:lnTo>
                    <a:pt x="467289" y="1296917"/>
                  </a:lnTo>
                  <a:lnTo>
                    <a:pt x="467283" y="1296912"/>
                  </a:lnTo>
                  <a:lnTo>
                    <a:pt x="467275" y="1296904"/>
                  </a:lnTo>
                  <a:lnTo>
                    <a:pt x="467256" y="1296885"/>
                  </a:lnTo>
                  <a:lnTo>
                    <a:pt x="467241" y="1296868"/>
                  </a:lnTo>
                  <a:lnTo>
                    <a:pt x="467219" y="1296846"/>
                  </a:lnTo>
                  <a:lnTo>
                    <a:pt x="467198" y="1296825"/>
                  </a:lnTo>
                  <a:lnTo>
                    <a:pt x="467177" y="1296806"/>
                  </a:lnTo>
                  <a:lnTo>
                    <a:pt x="467153" y="1296782"/>
                  </a:lnTo>
                  <a:lnTo>
                    <a:pt x="467139" y="1296771"/>
                  </a:lnTo>
                  <a:lnTo>
                    <a:pt x="467124" y="1296759"/>
                  </a:lnTo>
                  <a:lnTo>
                    <a:pt x="467109" y="1296748"/>
                  </a:lnTo>
                  <a:lnTo>
                    <a:pt x="467101" y="1296741"/>
                  </a:lnTo>
                  <a:lnTo>
                    <a:pt x="467095" y="1296733"/>
                  </a:lnTo>
                  <a:lnTo>
                    <a:pt x="467093" y="1296727"/>
                  </a:lnTo>
                  <a:lnTo>
                    <a:pt x="467090" y="1296716"/>
                  </a:lnTo>
                  <a:lnTo>
                    <a:pt x="467087" y="1296697"/>
                  </a:lnTo>
                  <a:lnTo>
                    <a:pt x="467084" y="1296675"/>
                  </a:lnTo>
                  <a:lnTo>
                    <a:pt x="467082" y="1296660"/>
                  </a:lnTo>
                  <a:lnTo>
                    <a:pt x="467077" y="1296632"/>
                  </a:lnTo>
                  <a:lnTo>
                    <a:pt x="467073" y="1296609"/>
                  </a:lnTo>
                  <a:lnTo>
                    <a:pt x="467069" y="1296591"/>
                  </a:lnTo>
                  <a:lnTo>
                    <a:pt x="467068" y="1296585"/>
                  </a:lnTo>
                  <a:lnTo>
                    <a:pt x="467062" y="1296555"/>
                  </a:lnTo>
                  <a:lnTo>
                    <a:pt x="467058" y="1296529"/>
                  </a:lnTo>
                  <a:lnTo>
                    <a:pt x="467054" y="1296505"/>
                  </a:lnTo>
                  <a:lnTo>
                    <a:pt x="467049" y="1296482"/>
                  </a:lnTo>
                  <a:lnTo>
                    <a:pt x="467044" y="1296458"/>
                  </a:lnTo>
                  <a:lnTo>
                    <a:pt x="467042" y="1296449"/>
                  </a:lnTo>
                  <a:lnTo>
                    <a:pt x="467040" y="1296441"/>
                  </a:lnTo>
                  <a:lnTo>
                    <a:pt x="467035" y="1296421"/>
                  </a:lnTo>
                  <a:lnTo>
                    <a:pt x="467030" y="1296402"/>
                  </a:lnTo>
                  <a:lnTo>
                    <a:pt x="467028" y="1296392"/>
                  </a:lnTo>
                  <a:lnTo>
                    <a:pt x="467027" y="1296386"/>
                  </a:lnTo>
                  <a:lnTo>
                    <a:pt x="467027" y="1296375"/>
                  </a:lnTo>
                  <a:lnTo>
                    <a:pt x="467028" y="1296367"/>
                  </a:lnTo>
                  <a:lnTo>
                    <a:pt x="467030" y="1296359"/>
                  </a:lnTo>
                  <a:lnTo>
                    <a:pt x="467036" y="1296350"/>
                  </a:lnTo>
                  <a:lnTo>
                    <a:pt x="467046" y="1296340"/>
                  </a:lnTo>
                  <a:lnTo>
                    <a:pt x="467055" y="1296330"/>
                  </a:lnTo>
                  <a:lnTo>
                    <a:pt x="467066" y="1296319"/>
                  </a:lnTo>
                  <a:lnTo>
                    <a:pt x="467075" y="1296312"/>
                  </a:lnTo>
                  <a:lnTo>
                    <a:pt x="467084" y="1296306"/>
                  </a:lnTo>
                  <a:lnTo>
                    <a:pt x="467093" y="1296302"/>
                  </a:lnTo>
                  <a:lnTo>
                    <a:pt x="467107" y="1296297"/>
                  </a:lnTo>
                  <a:lnTo>
                    <a:pt x="467116" y="1296293"/>
                  </a:lnTo>
                  <a:lnTo>
                    <a:pt x="467124" y="1296288"/>
                  </a:lnTo>
                  <a:lnTo>
                    <a:pt x="467132" y="1296282"/>
                  </a:lnTo>
                  <a:lnTo>
                    <a:pt x="467138" y="1296276"/>
                  </a:lnTo>
                  <a:lnTo>
                    <a:pt x="467146" y="1296265"/>
                  </a:lnTo>
                  <a:lnTo>
                    <a:pt x="467154" y="1296252"/>
                  </a:lnTo>
                  <a:lnTo>
                    <a:pt x="467163" y="1296234"/>
                  </a:lnTo>
                  <a:lnTo>
                    <a:pt x="467168" y="1296223"/>
                  </a:lnTo>
                  <a:lnTo>
                    <a:pt x="467174" y="1296205"/>
                  </a:lnTo>
                  <a:lnTo>
                    <a:pt x="467179" y="1296187"/>
                  </a:lnTo>
                  <a:lnTo>
                    <a:pt x="467183" y="1296176"/>
                  </a:lnTo>
                  <a:lnTo>
                    <a:pt x="467183" y="1296165"/>
                  </a:lnTo>
                  <a:lnTo>
                    <a:pt x="467167" y="1296159"/>
                  </a:lnTo>
                  <a:lnTo>
                    <a:pt x="467152" y="1296154"/>
                  </a:lnTo>
                  <a:lnTo>
                    <a:pt x="467133" y="1296147"/>
                  </a:lnTo>
                  <a:lnTo>
                    <a:pt x="467122" y="1296142"/>
                  </a:lnTo>
                  <a:lnTo>
                    <a:pt x="467116" y="1296139"/>
                  </a:lnTo>
                  <a:lnTo>
                    <a:pt x="467100" y="1296132"/>
                  </a:lnTo>
                  <a:lnTo>
                    <a:pt x="467079" y="1296122"/>
                  </a:lnTo>
                  <a:lnTo>
                    <a:pt x="467057" y="1296114"/>
                  </a:lnTo>
                  <a:lnTo>
                    <a:pt x="467040" y="1296108"/>
                  </a:lnTo>
                  <a:lnTo>
                    <a:pt x="467020" y="1296101"/>
                  </a:lnTo>
                  <a:lnTo>
                    <a:pt x="466997" y="1296092"/>
                  </a:lnTo>
                  <a:lnTo>
                    <a:pt x="466985" y="1296087"/>
                  </a:lnTo>
                  <a:lnTo>
                    <a:pt x="466976" y="1296084"/>
                  </a:lnTo>
                  <a:lnTo>
                    <a:pt x="466970" y="1296081"/>
                  </a:lnTo>
                  <a:lnTo>
                    <a:pt x="466960" y="1296078"/>
                  </a:lnTo>
                  <a:lnTo>
                    <a:pt x="466950" y="1296076"/>
                  </a:lnTo>
                  <a:lnTo>
                    <a:pt x="466937" y="1296074"/>
                  </a:lnTo>
                  <a:lnTo>
                    <a:pt x="466924" y="1296074"/>
                  </a:lnTo>
                  <a:lnTo>
                    <a:pt x="466906" y="1296076"/>
                  </a:lnTo>
                  <a:lnTo>
                    <a:pt x="466897" y="1296078"/>
                  </a:lnTo>
                  <a:lnTo>
                    <a:pt x="466883" y="1296083"/>
                  </a:lnTo>
                  <a:lnTo>
                    <a:pt x="466860" y="1296091"/>
                  </a:lnTo>
                  <a:lnTo>
                    <a:pt x="466855" y="1296093"/>
                  </a:lnTo>
                  <a:lnTo>
                    <a:pt x="466841" y="1296098"/>
                  </a:lnTo>
                  <a:lnTo>
                    <a:pt x="466822" y="1296105"/>
                  </a:lnTo>
                  <a:lnTo>
                    <a:pt x="466796" y="1296115"/>
                  </a:lnTo>
                  <a:lnTo>
                    <a:pt x="466781" y="1296120"/>
                  </a:lnTo>
                  <a:lnTo>
                    <a:pt x="466767" y="1296123"/>
                  </a:lnTo>
                  <a:lnTo>
                    <a:pt x="466751" y="1296126"/>
                  </a:lnTo>
                  <a:lnTo>
                    <a:pt x="466743" y="1296126"/>
                  </a:lnTo>
                  <a:lnTo>
                    <a:pt x="466737" y="1296127"/>
                  </a:lnTo>
                  <a:lnTo>
                    <a:pt x="466724" y="1296127"/>
                  </a:lnTo>
                  <a:lnTo>
                    <a:pt x="466700" y="1296126"/>
                  </a:lnTo>
                  <a:lnTo>
                    <a:pt x="466683" y="1296125"/>
                  </a:lnTo>
                  <a:lnTo>
                    <a:pt x="466668" y="1296123"/>
                  </a:lnTo>
                  <a:lnTo>
                    <a:pt x="466653" y="1296120"/>
                  </a:lnTo>
                  <a:lnTo>
                    <a:pt x="466645" y="1296118"/>
                  </a:lnTo>
                  <a:lnTo>
                    <a:pt x="466638" y="1296116"/>
                  </a:lnTo>
                  <a:lnTo>
                    <a:pt x="466623" y="1296110"/>
                  </a:lnTo>
                  <a:lnTo>
                    <a:pt x="466607" y="1296102"/>
                  </a:lnTo>
                  <a:lnTo>
                    <a:pt x="466593" y="1296094"/>
                  </a:lnTo>
                  <a:lnTo>
                    <a:pt x="466584" y="1296089"/>
                  </a:lnTo>
                  <a:lnTo>
                    <a:pt x="466580" y="1296084"/>
                  </a:lnTo>
                  <a:lnTo>
                    <a:pt x="466575" y="1296073"/>
                  </a:lnTo>
                  <a:lnTo>
                    <a:pt x="466572" y="1296065"/>
                  </a:lnTo>
                  <a:lnTo>
                    <a:pt x="466566" y="1296044"/>
                  </a:lnTo>
                  <a:lnTo>
                    <a:pt x="466563" y="1296029"/>
                  </a:lnTo>
                  <a:lnTo>
                    <a:pt x="466559" y="1296010"/>
                  </a:lnTo>
                  <a:lnTo>
                    <a:pt x="466553" y="1295988"/>
                  </a:lnTo>
                  <a:lnTo>
                    <a:pt x="466547" y="1295968"/>
                  </a:lnTo>
                  <a:lnTo>
                    <a:pt x="466536" y="1295939"/>
                  </a:lnTo>
                  <a:lnTo>
                    <a:pt x="466533" y="1295933"/>
                  </a:lnTo>
                  <a:lnTo>
                    <a:pt x="466530" y="1295927"/>
                  </a:lnTo>
                  <a:lnTo>
                    <a:pt x="466526" y="1295917"/>
                  </a:lnTo>
                  <a:lnTo>
                    <a:pt x="466519" y="1295897"/>
                  </a:lnTo>
                  <a:lnTo>
                    <a:pt x="466515" y="1295885"/>
                  </a:lnTo>
                  <a:lnTo>
                    <a:pt x="466514" y="1295874"/>
                  </a:lnTo>
                  <a:lnTo>
                    <a:pt x="466514" y="1295860"/>
                  </a:lnTo>
                  <a:lnTo>
                    <a:pt x="466513" y="1295840"/>
                  </a:lnTo>
                  <a:lnTo>
                    <a:pt x="466511" y="1295820"/>
                  </a:lnTo>
                  <a:lnTo>
                    <a:pt x="466507" y="1295795"/>
                  </a:lnTo>
                  <a:lnTo>
                    <a:pt x="466502" y="1295770"/>
                  </a:lnTo>
                  <a:lnTo>
                    <a:pt x="466501" y="1295763"/>
                  </a:lnTo>
                  <a:lnTo>
                    <a:pt x="466500" y="1295757"/>
                  </a:lnTo>
                  <a:lnTo>
                    <a:pt x="466499" y="1295750"/>
                  </a:lnTo>
                  <a:lnTo>
                    <a:pt x="466497" y="1295734"/>
                  </a:lnTo>
                  <a:lnTo>
                    <a:pt x="466495" y="1295722"/>
                  </a:lnTo>
                  <a:lnTo>
                    <a:pt x="466492" y="1295714"/>
                  </a:lnTo>
                  <a:lnTo>
                    <a:pt x="466488" y="1295706"/>
                  </a:lnTo>
                  <a:lnTo>
                    <a:pt x="466484" y="1295699"/>
                  </a:lnTo>
                  <a:lnTo>
                    <a:pt x="466479" y="1295696"/>
                  </a:lnTo>
                  <a:lnTo>
                    <a:pt x="466471" y="1295690"/>
                  </a:lnTo>
                  <a:lnTo>
                    <a:pt x="466460" y="1295683"/>
                  </a:lnTo>
                  <a:lnTo>
                    <a:pt x="466451" y="1295678"/>
                  </a:lnTo>
                  <a:lnTo>
                    <a:pt x="466442" y="1295676"/>
                  </a:lnTo>
                  <a:lnTo>
                    <a:pt x="466429" y="1295672"/>
                  </a:lnTo>
                  <a:lnTo>
                    <a:pt x="466409" y="1295669"/>
                  </a:lnTo>
                  <a:lnTo>
                    <a:pt x="466397" y="1295666"/>
                  </a:lnTo>
                  <a:lnTo>
                    <a:pt x="466387" y="1295663"/>
                  </a:lnTo>
                  <a:lnTo>
                    <a:pt x="466378" y="1295656"/>
                  </a:lnTo>
                  <a:lnTo>
                    <a:pt x="466370" y="1295648"/>
                  </a:lnTo>
                  <a:lnTo>
                    <a:pt x="466360" y="1295637"/>
                  </a:lnTo>
                  <a:lnTo>
                    <a:pt x="466352" y="1295627"/>
                  </a:lnTo>
                  <a:lnTo>
                    <a:pt x="466345" y="1295616"/>
                  </a:lnTo>
                  <a:lnTo>
                    <a:pt x="466336" y="1295600"/>
                  </a:lnTo>
                  <a:lnTo>
                    <a:pt x="466328" y="1295584"/>
                  </a:lnTo>
                  <a:lnTo>
                    <a:pt x="466317" y="1295569"/>
                  </a:lnTo>
                  <a:lnTo>
                    <a:pt x="466312" y="1295562"/>
                  </a:lnTo>
                  <a:lnTo>
                    <a:pt x="466305" y="1295553"/>
                  </a:lnTo>
                  <a:lnTo>
                    <a:pt x="466292" y="1295536"/>
                  </a:lnTo>
                  <a:lnTo>
                    <a:pt x="466285" y="1295528"/>
                  </a:lnTo>
                  <a:lnTo>
                    <a:pt x="466278" y="1295519"/>
                  </a:lnTo>
                  <a:lnTo>
                    <a:pt x="466268" y="1295508"/>
                  </a:lnTo>
                  <a:lnTo>
                    <a:pt x="466260" y="1295501"/>
                  </a:lnTo>
                  <a:lnTo>
                    <a:pt x="466246" y="1295488"/>
                  </a:lnTo>
                  <a:lnTo>
                    <a:pt x="466227" y="1295472"/>
                  </a:lnTo>
                  <a:lnTo>
                    <a:pt x="466221" y="1295467"/>
                  </a:lnTo>
                  <a:lnTo>
                    <a:pt x="466197" y="1295447"/>
                  </a:lnTo>
                  <a:lnTo>
                    <a:pt x="466175" y="1295431"/>
                  </a:lnTo>
                  <a:lnTo>
                    <a:pt x="466147" y="1295409"/>
                  </a:lnTo>
                  <a:lnTo>
                    <a:pt x="466129" y="1295395"/>
                  </a:lnTo>
                  <a:lnTo>
                    <a:pt x="466111" y="1295379"/>
                  </a:lnTo>
                  <a:lnTo>
                    <a:pt x="466100" y="1295369"/>
                  </a:lnTo>
                  <a:lnTo>
                    <a:pt x="466086" y="1295356"/>
                  </a:lnTo>
                  <a:lnTo>
                    <a:pt x="466075" y="1295343"/>
                  </a:lnTo>
                  <a:lnTo>
                    <a:pt x="466064" y="1295330"/>
                  </a:lnTo>
                  <a:lnTo>
                    <a:pt x="466056" y="1295321"/>
                  </a:lnTo>
                  <a:lnTo>
                    <a:pt x="466051" y="1295311"/>
                  </a:lnTo>
                  <a:lnTo>
                    <a:pt x="466050" y="1295305"/>
                  </a:lnTo>
                  <a:lnTo>
                    <a:pt x="466052" y="1295297"/>
                  </a:lnTo>
                  <a:lnTo>
                    <a:pt x="466059" y="1295290"/>
                  </a:lnTo>
                  <a:lnTo>
                    <a:pt x="466067" y="1295281"/>
                  </a:lnTo>
                  <a:lnTo>
                    <a:pt x="466082" y="1295264"/>
                  </a:lnTo>
                  <a:lnTo>
                    <a:pt x="466094" y="1295249"/>
                  </a:lnTo>
                  <a:lnTo>
                    <a:pt x="466105" y="1295236"/>
                  </a:lnTo>
                  <a:lnTo>
                    <a:pt x="466114" y="1295226"/>
                  </a:lnTo>
                  <a:lnTo>
                    <a:pt x="466119" y="1295217"/>
                  </a:lnTo>
                  <a:lnTo>
                    <a:pt x="466122" y="1295210"/>
                  </a:lnTo>
                  <a:lnTo>
                    <a:pt x="466124" y="1295202"/>
                  </a:lnTo>
                  <a:lnTo>
                    <a:pt x="466125" y="1295193"/>
                  </a:lnTo>
                  <a:lnTo>
                    <a:pt x="466124" y="1295172"/>
                  </a:lnTo>
                  <a:lnTo>
                    <a:pt x="466121" y="1295150"/>
                  </a:lnTo>
                  <a:lnTo>
                    <a:pt x="466117" y="1295129"/>
                  </a:lnTo>
                  <a:lnTo>
                    <a:pt x="466114" y="1295110"/>
                  </a:lnTo>
                  <a:lnTo>
                    <a:pt x="466112" y="1295096"/>
                  </a:lnTo>
                  <a:lnTo>
                    <a:pt x="466108" y="1295079"/>
                  </a:lnTo>
                  <a:lnTo>
                    <a:pt x="466105" y="1295068"/>
                  </a:lnTo>
                  <a:lnTo>
                    <a:pt x="466100" y="1295050"/>
                  </a:lnTo>
                  <a:lnTo>
                    <a:pt x="466097" y="1295037"/>
                  </a:lnTo>
                  <a:lnTo>
                    <a:pt x="466096" y="1295019"/>
                  </a:lnTo>
                  <a:lnTo>
                    <a:pt x="466097" y="1295006"/>
                  </a:lnTo>
                  <a:lnTo>
                    <a:pt x="466098" y="1294991"/>
                  </a:lnTo>
                  <a:lnTo>
                    <a:pt x="466099" y="1294984"/>
                  </a:lnTo>
                  <a:lnTo>
                    <a:pt x="466102" y="1294967"/>
                  </a:lnTo>
                  <a:lnTo>
                    <a:pt x="466105" y="1294943"/>
                  </a:lnTo>
                  <a:lnTo>
                    <a:pt x="466106" y="1294937"/>
                  </a:lnTo>
                  <a:lnTo>
                    <a:pt x="466107" y="1294925"/>
                  </a:lnTo>
                  <a:lnTo>
                    <a:pt x="466108" y="1294915"/>
                  </a:lnTo>
                  <a:lnTo>
                    <a:pt x="466107" y="1294906"/>
                  </a:lnTo>
                  <a:lnTo>
                    <a:pt x="466106" y="1294899"/>
                  </a:lnTo>
                  <a:lnTo>
                    <a:pt x="466103" y="1294893"/>
                  </a:lnTo>
                  <a:lnTo>
                    <a:pt x="466098" y="1294883"/>
                  </a:lnTo>
                  <a:lnTo>
                    <a:pt x="466091" y="1294873"/>
                  </a:lnTo>
                  <a:lnTo>
                    <a:pt x="466083" y="1294864"/>
                  </a:lnTo>
                  <a:lnTo>
                    <a:pt x="466070" y="1294852"/>
                  </a:lnTo>
                  <a:lnTo>
                    <a:pt x="466063" y="1294846"/>
                  </a:lnTo>
                  <a:lnTo>
                    <a:pt x="466056" y="1294840"/>
                  </a:lnTo>
                  <a:lnTo>
                    <a:pt x="466044" y="1294829"/>
                  </a:lnTo>
                  <a:lnTo>
                    <a:pt x="466029" y="1294813"/>
                  </a:lnTo>
                  <a:lnTo>
                    <a:pt x="466028" y="1294807"/>
                  </a:lnTo>
                  <a:lnTo>
                    <a:pt x="466036" y="1294803"/>
                  </a:lnTo>
                  <a:lnTo>
                    <a:pt x="466050" y="1294799"/>
                  </a:lnTo>
                  <a:lnTo>
                    <a:pt x="466063" y="1294794"/>
                  </a:lnTo>
                  <a:lnTo>
                    <a:pt x="466078" y="1294788"/>
                  </a:lnTo>
                  <a:lnTo>
                    <a:pt x="466090" y="1294782"/>
                  </a:lnTo>
                  <a:lnTo>
                    <a:pt x="466103" y="1294775"/>
                  </a:lnTo>
                  <a:lnTo>
                    <a:pt x="466119" y="1294767"/>
                  </a:lnTo>
                  <a:lnTo>
                    <a:pt x="466133" y="1294760"/>
                  </a:lnTo>
                  <a:lnTo>
                    <a:pt x="466143" y="1294756"/>
                  </a:lnTo>
                  <a:lnTo>
                    <a:pt x="466150" y="1294752"/>
                  </a:lnTo>
                  <a:lnTo>
                    <a:pt x="466167" y="1294745"/>
                  </a:lnTo>
                  <a:lnTo>
                    <a:pt x="466181" y="1294739"/>
                  </a:lnTo>
                  <a:lnTo>
                    <a:pt x="466195" y="1294733"/>
                  </a:lnTo>
                  <a:lnTo>
                    <a:pt x="466208" y="1294726"/>
                  </a:lnTo>
                  <a:lnTo>
                    <a:pt x="466213" y="1294723"/>
                  </a:lnTo>
                  <a:lnTo>
                    <a:pt x="466220" y="1294719"/>
                  </a:lnTo>
                  <a:lnTo>
                    <a:pt x="466225" y="1294715"/>
                  </a:lnTo>
                  <a:lnTo>
                    <a:pt x="466230" y="1294711"/>
                  </a:lnTo>
                  <a:lnTo>
                    <a:pt x="466240" y="1294701"/>
                  </a:lnTo>
                  <a:lnTo>
                    <a:pt x="466248" y="1294693"/>
                  </a:lnTo>
                  <a:lnTo>
                    <a:pt x="466252" y="1294687"/>
                  </a:lnTo>
                  <a:lnTo>
                    <a:pt x="466259" y="1294678"/>
                  </a:lnTo>
                  <a:lnTo>
                    <a:pt x="466266" y="1294667"/>
                  </a:lnTo>
                  <a:lnTo>
                    <a:pt x="466273" y="1294657"/>
                  </a:lnTo>
                  <a:lnTo>
                    <a:pt x="466284" y="1294646"/>
                  </a:lnTo>
                  <a:lnTo>
                    <a:pt x="466292" y="1294638"/>
                  </a:lnTo>
                  <a:lnTo>
                    <a:pt x="466297" y="1294631"/>
                  </a:lnTo>
                  <a:lnTo>
                    <a:pt x="466298" y="1294625"/>
                  </a:lnTo>
                  <a:lnTo>
                    <a:pt x="466297" y="1294618"/>
                  </a:lnTo>
                  <a:lnTo>
                    <a:pt x="466296" y="1294611"/>
                  </a:lnTo>
                  <a:lnTo>
                    <a:pt x="466290" y="1294587"/>
                  </a:lnTo>
                  <a:lnTo>
                    <a:pt x="466288" y="1294576"/>
                  </a:lnTo>
                  <a:lnTo>
                    <a:pt x="466283" y="1294556"/>
                  </a:lnTo>
                  <a:lnTo>
                    <a:pt x="466280" y="1294540"/>
                  </a:lnTo>
                  <a:lnTo>
                    <a:pt x="466276" y="1294521"/>
                  </a:lnTo>
                  <a:lnTo>
                    <a:pt x="466273" y="1294503"/>
                  </a:lnTo>
                  <a:lnTo>
                    <a:pt x="466272" y="1294489"/>
                  </a:lnTo>
                  <a:lnTo>
                    <a:pt x="466272" y="1294473"/>
                  </a:lnTo>
                  <a:lnTo>
                    <a:pt x="466274" y="1294453"/>
                  </a:lnTo>
                  <a:lnTo>
                    <a:pt x="466276" y="1294439"/>
                  </a:lnTo>
                  <a:lnTo>
                    <a:pt x="466280" y="1294421"/>
                  </a:lnTo>
                  <a:lnTo>
                    <a:pt x="466286" y="1294399"/>
                  </a:lnTo>
                  <a:lnTo>
                    <a:pt x="466288" y="1294385"/>
                  </a:lnTo>
                  <a:lnTo>
                    <a:pt x="466291" y="1294362"/>
                  </a:lnTo>
                  <a:lnTo>
                    <a:pt x="466292" y="1294335"/>
                  </a:lnTo>
                  <a:lnTo>
                    <a:pt x="466293" y="1294312"/>
                  </a:lnTo>
                  <a:lnTo>
                    <a:pt x="466291" y="1294286"/>
                  </a:lnTo>
                  <a:lnTo>
                    <a:pt x="466289" y="1294264"/>
                  </a:lnTo>
                  <a:lnTo>
                    <a:pt x="466287" y="1294247"/>
                  </a:lnTo>
                  <a:lnTo>
                    <a:pt x="466284" y="1294231"/>
                  </a:lnTo>
                  <a:lnTo>
                    <a:pt x="466280" y="1294214"/>
                  </a:lnTo>
                  <a:lnTo>
                    <a:pt x="466277" y="1294202"/>
                  </a:lnTo>
                  <a:lnTo>
                    <a:pt x="466270" y="1294180"/>
                  </a:lnTo>
                  <a:lnTo>
                    <a:pt x="466263" y="1294162"/>
                  </a:lnTo>
                  <a:lnTo>
                    <a:pt x="466256" y="1294145"/>
                  </a:lnTo>
                  <a:lnTo>
                    <a:pt x="466247" y="1294131"/>
                  </a:lnTo>
                  <a:lnTo>
                    <a:pt x="466234" y="1294113"/>
                  </a:lnTo>
                  <a:lnTo>
                    <a:pt x="466222" y="1294094"/>
                  </a:lnTo>
                  <a:lnTo>
                    <a:pt x="466210" y="1294079"/>
                  </a:lnTo>
                  <a:lnTo>
                    <a:pt x="466201" y="1294068"/>
                  </a:lnTo>
                  <a:lnTo>
                    <a:pt x="466187" y="1294057"/>
                  </a:lnTo>
                  <a:lnTo>
                    <a:pt x="466184" y="1294053"/>
                  </a:lnTo>
                  <a:lnTo>
                    <a:pt x="466183" y="1294046"/>
                  </a:lnTo>
                  <a:lnTo>
                    <a:pt x="466185" y="1294039"/>
                  </a:lnTo>
                  <a:lnTo>
                    <a:pt x="466194" y="1294023"/>
                  </a:lnTo>
                  <a:lnTo>
                    <a:pt x="466204" y="1294007"/>
                  </a:lnTo>
                  <a:lnTo>
                    <a:pt x="466215" y="1293992"/>
                  </a:lnTo>
                  <a:lnTo>
                    <a:pt x="466226" y="1293977"/>
                  </a:lnTo>
                  <a:lnTo>
                    <a:pt x="466232" y="1293967"/>
                  </a:lnTo>
                  <a:lnTo>
                    <a:pt x="466240" y="1293956"/>
                  </a:lnTo>
                  <a:lnTo>
                    <a:pt x="466246" y="1293947"/>
                  </a:lnTo>
                  <a:lnTo>
                    <a:pt x="466249" y="1293942"/>
                  </a:lnTo>
                  <a:lnTo>
                    <a:pt x="466256" y="1293927"/>
                  </a:lnTo>
                  <a:lnTo>
                    <a:pt x="466263" y="1293910"/>
                  </a:lnTo>
                  <a:lnTo>
                    <a:pt x="466267" y="1293895"/>
                  </a:lnTo>
                  <a:lnTo>
                    <a:pt x="466268" y="1293889"/>
                  </a:lnTo>
                  <a:lnTo>
                    <a:pt x="466269" y="1293880"/>
                  </a:lnTo>
                  <a:lnTo>
                    <a:pt x="466268" y="1293875"/>
                  </a:lnTo>
                  <a:lnTo>
                    <a:pt x="466263" y="1293868"/>
                  </a:lnTo>
                  <a:lnTo>
                    <a:pt x="466255" y="1293859"/>
                  </a:lnTo>
                  <a:lnTo>
                    <a:pt x="466244" y="1293848"/>
                  </a:lnTo>
                  <a:lnTo>
                    <a:pt x="466228" y="1293834"/>
                  </a:lnTo>
                  <a:lnTo>
                    <a:pt x="466208" y="1293817"/>
                  </a:lnTo>
                  <a:lnTo>
                    <a:pt x="466184" y="1293795"/>
                  </a:lnTo>
                  <a:lnTo>
                    <a:pt x="466179" y="1293790"/>
                  </a:lnTo>
                  <a:lnTo>
                    <a:pt x="466163" y="1293775"/>
                  </a:lnTo>
                  <a:lnTo>
                    <a:pt x="466149" y="1293764"/>
                  </a:lnTo>
                  <a:lnTo>
                    <a:pt x="466133" y="1293753"/>
                  </a:lnTo>
                  <a:lnTo>
                    <a:pt x="466120" y="1293744"/>
                  </a:lnTo>
                  <a:lnTo>
                    <a:pt x="466104" y="1293733"/>
                  </a:lnTo>
                  <a:lnTo>
                    <a:pt x="466088" y="1293722"/>
                  </a:lnTo>
                  <a:lnTo>
                    <a:pt x="466071" y="1293712"/>
                  </a:lnTo>
                  <a:lnTo>
                    <a:pt x="466047" y="1293700"/>
                  </a:lnTo>
                  <a:lnTo>
                    <a:pt x="466024" y="1293689"/>
                  </a:lnTo>
                  <a:lnTo>
                    <a:pt x="466007" y="1293681"/>
                  </a:lnTo>
                  <a:lnTo>
                    <a:pt x="465990" y="1293675"/>
                  </a:lnTo>
                  <a:lnTo>
                    <a:pt x="465982" y="1293672"/>
                  </a:lnTo>
                  <a:lnTo>
                    <a:pt x="465964" y="1293665"/>
                  </a:lnTo>
                  <a:lnTo>
                    <a:pt x="465944" y="1293658"/>
                  </a:lnTo>
                  <a:lnTo>
                    <a:pt x="465924" y="1293652"/>
                  </a:lnTo>
                  <a:lnTo>
                    <a:pt x="465908" y="1293647"/>
                  </a:lnTo>
                  <a:lnTo>
                    <a:pt x="465890" y="1293641"/>
                  </a:lnTo>
                  <a:lnTo>
                    <a:pt x="465870" y="1293635"/>
                  </a:lnTo>
                  <a:lnTo>
                    <a:pt x="465848" y="1293627"/>
                  </a:lnTo>
                  <a:lnTo>
                    <a:pt x="465830" y="1293622"/>
                  </a:lnTo>
                  <a:lnTo>
                    <a:pt x="465816" y="1293617"/>
                  </a:lnTo>
                  <a:lnTo>
                    <a:pt x="465804" y="1293612"/>
                  </a:lnTo>
                  <a:lnTo>
                    <a:pt x="465798" y="1293610"/>
                  </a:lnTo>
                  <a:lnTo>
                    <a:pt x="465793" y="1293608"/>
                  </a:lnTo>
                  <a:lnTo>
                    <a:pt x="465782" y="1293602"/>
                  </a:lnTo>
                  <a:lnTo>
                    <a:pt x="465772" y="1293596"/>
                  </a:lnTo>
                  <a:lnTo>
                    <a:pt x="465764" y="1293591"/>
                  </a:lnTo>
                  <a:lnTo>
                    <a:pt x="465756" y="1293586"/>
                  </a:lnTo>
                  <a:lnTo>
                    <a:pt x="465748" y="1293580"/>
                  </a:lnTo>
                  <a:lnTo>
                    <a:pt x="465738" y="1293571"/>
                  </a:lnTo>
                  <a:lnTo>
                    <a:pt x="465723" y="1293559"/>
                  </a:lnTo>
                  <a:lnTo>
                    <a:pt x="465710" y="1293548"/>
                  </a:lnTo>
                  <a:lnTo>
                    <a:pt x="465706" y="1293544"/>
                  </a:lnTo>
                  <a:lnTo>
                    <a:pt x="465697" y="1293537"/>
                  </a:lnTo>
                  <a:lnTo>
                    <a:pt x="465684" y="1293529"/>
                  </a:lnTo>
                  <a:lnTo>
                    <a:pt x="465671" y="1293523"/>
                  </a:lnTo>
                  <a:lnTo>
                    <a:pt x="465666" y="1293522"/>
                  </a:lnTo>
                  <a:lnTo>
                    <a:pt x="465656" y="1293518"/>
                  </a:lnTo>
                  <a:lnTo>
                    <a:pt x="465643" y="1293516"/>
                  </a:lnTo>
                  <a:lnTo>
                    <a:pt x="465635" y="1293515"/>
                  </a:lnTo>
                  <a:lnTo>
                    <a:pt x="465621" y="1293513"/>
                  </a:lnTo>
                  <a:lnTo>
                    <a:pt x="465615" y="1293512"/>
                  </a:lnTo>
                  <a:lnTo>
                    <a:pt x="465609" y="1293510"/>
                  </a:lnTo>
                  <a:lnTo>
                    <a:pt x="465597" y="1293508"/>
                  </a:lnTo>
                  <a:lnTo>
                    <a:pt x="465589" y="1293504"/>
                  </a:lnTo>
                  <a:lnTo>
                    <a:pt x="465584" y="1293502"/>
                  </a:lnTo>
                  <a:lnTo>
                    <a:pt x="465568" y="1293496"/>
                  </a:lnTo>
                  <a:lnTo>
                    <a:pt x="465557" y="1293491"/>
                  </a:lnTo>
                  <a:lnTo>
                    <a:pt x="465552" y="1293489"/>
                  </a:lnTo>
                  <a:lnTo>
                    <a:pt x="465546" y="1293483"/>
                  </a:lnTo>
                  <a:lnTo>
                    <a:pt x="465542" y="1293477"/>
                  </a:lnTo>
                  <a:lnTo>
                    <a:pt x="465538" y="1293466"/>
                  </a:lnTo>
                  <a:lnTo>
                    <a:pt x="465535" y="1293457"/>
                  </a:lnTo>
                  <a:lnTo>
                    <a:pt x="465527" y="1293444"/>
                  </a:lnTo>
                  <a:lnTo>
                    <a:pt x="465513" y="1293420"/>
                  </a:lnTo>
                  <a:lnTo>
                    <a:pt x="465497" y="1293398"/>
                  </a:lnTo>
                  <a:lnTo>
                    <a:pt x="465479" y="1293373"/>
                  </a:lnTo>
                  <a:lnTo>
                    <a:pt x="465471" y="1293362"/>
                  </a:lnTo>
                  <a:lnTo>
                    <a:pt x="465463" y="1293353"/>
                  </a:lnTo>
                  <a:lnTo>
                    <a:pt x="465449" y="1293334"/>
                  </a:lnTo>
                  <a:lnTo>
                    <a:pt x="465438" y="1293319"/>
                  </a:lnTo>
                  <a:lnTo>
                    <a:pt x="465428" y="1293303"/>
                  </a:lnTo>
                  <a:lnTo>
                    <a:pt x="465420" y="1293291"/>
                  </a:lnTo>
                  <a:lnTo>
                    <a:pt x="465415" y="1293284"/>
                  </a:lnTo>
                  <a:lnTo>
                    <a:pt x="465409" y="1293282"/>
                  </a:lnTo>
                  <a:lnTo>
                    <a:pt x="465403" y="1293284"/>
                  </a:lnTo>
                  <a:lnTo>
                    <a:pt x="465383" y="1293292"/>
                  </a:lnTo>
                  <a:lnTo>
                    <a:pt x="465366" y="1293298"/>
                  </a:lnTo>
                  <a:lnTo>
                    <a:pt x="465360" y="1293299"/>
                  </a:lnTo>
                  <a:lnTo>
                    <a:pt x="465345" y="1293302"/>
                  </a:lnTo>
                  <a:lnTo>
                    <a:pt x="465326" y="1293304"/>
                  </a:lnTo>
                  <a:lnTo>
                    <a:pt x="465298" y="1293304"/>
                  </a:lnTo>
                  <a:lnTo>
                    <a:pt x="465269" y="1293304"/>
                  </a:lnTo>
                  <a:lnTo>
                    <a:pt x="465258" y="1293303"/>
                  </a:lnTo>
                  <a:lnTo>
                    <a:pt x="465238" y="1293301"/>
                  </a:lnTo>
                  <a:lnTo>
                    <a:pt x="465219" y="1293297"/>
                  </a:lnTo>
                  <a:lnTo>
                    <a:pt x="465207" y="1293294"/>
                  </a:lnTo>
                  <a:lnTo>
                    <a:pt x="465200" y="1293292"/>
                  </a:lnTo>
                  <a:lnTo>
                    <a:pt x="465184" y="1293288"/>
                  </a:lnTo>
                  <a:lnTo>
                    <a:pt x="465178" y="1293286"/>
                  </a:lnTo>
                  <a:lnTo>
                    <a:pt x="465146" y="1293276"/>
                  </a:lnTo>
                  <a:lnTo>
                    <a:pt x="465128" y="1293274"/>
                  </a:lnTo>
                  <a:lnTo>
                    <a:pt x="465110" y="1293270"/>
                  </a:lnTo>
                  <a:lnTo>
                    <a:pt x="465096" y="1293265"/>
                  </a:lnTo>
                  <a:lnTo>
                    <a:pt x="465076" y="1293260"/>
                  </a:lnTo>
                  <a:lnTo>
                    <a:pt x="465061" y="1293257"/>
                  </a:lnTo>
                  <a:lnTo>
                    <a:pt x="465048" y="1293253"/>
                  </a:lnTo>
                  <a:lnTo>
                    <a:pt x="465033" y="1293246"/>
                  </a:lnTo>
                  <a:lnTo>
                    <a:pt x="465011" y="1293241"/>
                  </a:lnTo>
                  <a:lnTo>
                    <a:pt x="465000" y="1293236"/>
                  </a:lnTo>
                  <a:lnTo>
                    <a:pt x="464993" y="1293232"/>
                  </a:lnTo>
                  <a:lnTo>
                    <a:pt x="464986" y="1293225"/>
                  </a:lnTo>
                  <a:lnTo>
                    <a:pt x="464976" y="1293212"/>
                  </a:lnTo>
                  <a:lnTo>
                    <a:pt x="464962" y="1293195"/>
                  </a:lnTo>
                  <a:lnTo>
                    <a:pt x="464947" y="1293177"/>
                  </a:lnTo>
                  <a:lnTo>
                    <a:pt x="464927" y="1293157"/>
                  </a:lnTo>
                  <a:lnTo>
                    <a:pt x="464921" y="1293151"/>
                  </a:lnTo>
                  <a:lnTo>
                    <a:pt x="464908" y="1293137"/>
                  </a:lnTo>
                  <a:lnTo>
                    <a:pt x="464896" y="1293124"/>
                  </a:lnTo>
                  <a:lnTo>
                    <a:pt x="464862" y="1293100"/>
                  </a:lnTo>
                  <a:lnTo>
                    <a:pt x="464833" y="1293078"/>
                  </a:lnTo>
                  <a:lnTo>
                    <a:pt x="464815" y="1293061"/>
                  </a:lnTo>
                  <a:lnTo>
                    <a:pt x="464803" y="1293048"/>
                  </a:lnTo>
                  <a:lnTo>
                    <a:pt x="464785" y="1293020"/>
                  </a:lnTo>
                  <a:lnTo>
                    <a:pt x="464777" y="1293009"/>
                  </a:lnTo>
                  <a:lnTo>
                    <a:pt x="464773" y="1293004"/>
                  </a:lnTo>
                  <a:lnTo>
                    <a:pt x="464766" y="1293005"/>
                  </a:lnTo>
                  <a:lnTo>
                    <a:pt x="464759" y="1293010"/>
                  </a:lnTo>
                  <a:lnTo>
                    <a:pt x="464745" y="1293020"/>
                  </a:lnTo>
                  <a:lnTo>
                    <a:pt x="464733" y="1293027"/>
                  </a:lnTo>
                  <a:lnTo>
                    <a:pt x="464717" y="1293036"/>
                  </a:lnTo>
                  <a:lnTo>
                    <a:pt x="464696" y="1293046"/>
                  </a:lnTo>
                  <a:lnTo>
                    <a:pt x="464668" y="1293060"/>
                  </a:lnTo>
                  <a:lnTo>
                    <a:pt x="464648" y="1293069"/>
                  </a:lnTo>
                  <a:lnTo>
                    <a:pt x="464634" y="1293077"/>
                  </a:lnTo>
                  <a:lnTo>
                    <a:pt x="464622" y="1293085"/>
                  </a:lnTo>
                  <a:lnTo>
                    <a:pt x="464610" y="1293096"/>
                  </a:lnTo>
                  <a:lnTo>
                    <a:pt x="464606" y="1293101"/>
                  </a:lnTo>
                  <a:lnTo>
                    <a:pt x="464599" y="1293110"/>
                  </a:lnTo>
                  <a:lnTo>
                    <a:pt x="464588" y="1293126"/>
                  </a:lnTo>
                  <a:lnTo>
                    <a:pt x="464578" y="1293141"/>
                  </a:lnTo>
                  <a:lnTo>
                    <a:pt x="464570" y="1293155"/>
                  </a:lnTo>
                  <a:lnTo>
                    <a:pt x="464563" y="1293170"/>
                  </a:lnTo>
                  <a:lnTo>
                    <a:pt x="464557" y="1293187"/>
                  </a:lnTo>
                  <a:lnTo>
                    <a:pt x="464551" y="1293201"/>
                  </a:lnTo>
                  <a:lnTo>
                    <a:pt x="464545" y="1293217"/>
                  </a:lnTo>
                  <a:lnTo>
                    <a:pt x="464539" y="1293232"/>
                  </a:lnTo>
                  <a:lnTo>
                    <a:pt x="464534" y="1293244"/>
                  </a:lnTo>
                  <a:lnTo>
                    <a:pt x="464529" y="1293254"/>
                  </a:lnTo>
                  <a:lnTo>
                    <a:pt x="464523" y="1293263"/>
                  </a:lnTo>
                  <a:lnTo>
                    <a:pt x="464517" y="1293272"/>
                  </a:lnTo>
                  <a:lnTo>
                    <a:pt x="464506" y="1293283"/>
                  </a:lnTo>
                  <a:lnTo>
                    <a:pt x="464493" y="1293299"/>
                  </a:lnTo>
                  <a:lnTo>
                    <a:pt x="464483" y="1293311"/>
                  </a:lnTo>
                  <a:lnTo>
                    <a:pt x="464474" y="1293321"/>
                  </a:lnTo>
                  <a:lnTo>
                    <a:pt x="464467" y="1293328"/>
                  </a:lnTo>
                  <a:lnTo>
                    <a:pt x="464459" y="1293334"/>
                  </a:lnTo>
                  <a:lnTo>
                    <a:pt x="464447" y="1293341"/>
                  </a:lnTo>
                  <a:lnTo>
                    <a:pt x="464439" y="1293344"/>
                  </a:lnTo>
                  <a:lnTo>
                    <a:pt x="464425" y="1293350"/>
                  </a:lnTo>
                  <a:lnTo>
                    <a:pt x="464408" y="1293356"/>
                  </a:lnTo>
                  <a:lnTo>
                    <a:pt x="464389" y="1293362"/>
                  </a:lnTo>
                  <a:lnTo>
                    <a:pt x="464359" y="1293369"/>
                  </a:lnTo>
                  <a:lnTo>
                    <a:pt x="464354" y="1293370"/>
                  </a:lnTo>
                  <a:lnTo>
                    <a:pt x="464349" y="1293371"/>
                  </a:lnTo>
                  <a:lnTo>
                    <a:pt x="464338" y="1293374"/>
                  </a:lnTo>
                  <a:lnTo>
                    <a:pt x="464317" y="1293379"/>
                  </a:lnTo>
                  <a:lnTo>
                    <a:pt x="464302" y="1293384"/>
                  </a:lnTo>
                  <a:lnTo>
                    <a:pt x="464280" y="1293393"/>
                  </a:lnTo>
                  <a:lnTo>
                    <a:pt x="464259" y="1293401"/>
                  </a:lnTo>
                  <a:lnTo>
                    <a:pt x="464243" y="1293408"/>
                  </a:lnTo>
                  <a:lnTo>
                    <a:pt x="464228" y="1293416"/>
                  </a:lnTo>
                  <a:lnTo>
                    <a:pt x="464214" y="1293424"/>
                  </a:lnTo>
                  <a:lnTo>
                    <a:pt x="464203" y="1293431"/>
                  </a:lnTo>
                  <a:lnTo>
                    <a:pt x="464193" y="1293438"/>
                  </a:lnTo>
                  <a:lnTo>
                    <a:pt x="464182" y="1293445"/>
                  </a:lnTo>
                  <a:lnTo>
                    <a:pt x="464173" y="1293453"/>
                  </a:lnTo>
                  <a:lnTo>
                    <a:pt x="464161" y="1293465"/>
                  </a:lnTo>
                  <a:lnTo>
                    <a:pt x="464150" y="1293478"/>
                  </a:lnTo>
                  <a:lnTo>
                    <a:pt x="464145" y="1293484"/>
                  </a:lnTo>
                  <a:lnTo>
                    <a:pt x="464139" y="1293492"/>
                  </a:lnTo>
                  <a:lnTo>
                    <a:pt x="464131" y="1293499"/>
                  </a:lnTo>
                  <a:lnTo>
                    <a:pt x="464123" y="1293500"/>
                  </a:lnTo>
                  <a:lnTo>
                    <a:pt x="464118" y="1293497"/>
                  </a:lnTo>
                  <a:lnTo>
                    <a:pt x="464110" y="1293486"/>
                  </a:lnTo>
                  <a:lnTo>
                    <a:pt x="464106" y="1293479"/>
                  </a:lnTo>
                  <a:lnTo>
                    <a:pt x="464095" y="1293469"/>
                  </a:lnTo>
                  <a:lnTo>
                    <a:pt x="464083" y="1293459"/>
                  </a:lnTo>
                  <a:lnTo>
                    <a:pt x="464070" y="1293451"/>
                  </a:lnTo>
                  <a:lnTo>
                    <a:pt x="464055" y="1293442"/>
                  </a:lnTo>
                  <a:lnTo>
                    <a:pt x="464016" y="1293421"/>
                  </a:lnTo>
                  <a:lnTo>
                    <a:pt x="463982" y="1293403"/>
                  </a:lnTo>
                  <a:lnTo>
                    <a:pt x="463951" y="1293385"/>
                  </a:lnTo>
                  <a:lnTo>
                    <a:pt x="463930" y="1293373"/>
                  </a:lnTo>
                  <a:lnTo>
                    <a:pt x="463906" y="1293360"/>
                  </a:lnTo>
                  <a:lnTo>
                    <a:pt x="463874" y="1293345"/>
                  </a:lnTo>
                  <a:lnTo>
                    <a:pt x="463848" y="1293332"/>
                  </a:lnTo>
                  <a:lnTo>
                    <a:pt x="463815" y="1293314"/>
                  </a:lnTo>
                  <a:lnTo>
                    <a:pt x="463789" y="1293299"/>
                  </a:lnTo>
                  <a:lnTo>
                    <a:pt x="463768" y="1293287"/>
                  </a:lnTo>
                  <a:lnTo>
                    <a:pt x="463748" y="1293272"/>
                  </a:lnTo>
                  <a:lnTo>
                    <a:pt x="463737" y="1293262"/>
                  </a:lnTo>
                  <a:lnTo>
                    <a:pt x="463721" y="1293248"/>
                  </a:lnTo>
                  <a:lnTo>
                    <a:pt x="463714" y="1293242"/>
                  </a:lnTo>
                  <a:lnTo>
                    <a:pt x="463710" y="1293244"/>
                  </a:lnTo>
                  <a:lnTo>
                    <a:pt x="463703" y="1293252"/>
                  </a:lnTo>
                  <a:lnTo>
                    <a:pt x="463690" y="1293272"/>
                  </a:lnTo>
                  <a:lnTo>
                    <a:pt x="463681" y="1293284"/>
                  </a:lnTo>
                  <a:lnTo>
                    <a:pt x="463667" y="1293298"/>
                  </a:lnTo>
                  <a:lnTo>
                    <a:pt x="463654" y="1293310"/>
                  </a:lnTo>
                  <a:lnTo>
                    <a:pt x="463639" y="1293320"/>
                  </a:lnTo>
                  <a:lnTo>
                    <a:pt x="463624" y="1293329"/>
                  </a:lnTo>
                  <a:lnTo>
                    <a:pt x="463618" y="1293331"/>
                  </a:lnTo>
                  <a:lnTo>
                    <a:pt x="463613" y="1293334"/>
                  </a:lnTo>
                  <a:lnTo>
                    <a:pt x="463601" y="1293339"/>
                  </a:lnTo>
                  <a:lnTo>
                    <a:pt x="463596" y="1293341"/>
                  </a:lnTo>
                  <a:lnTo>
                    <a:pt x="463578" y="1293349"/>
                  </a:lnTo>
                  <a:lnTo>
                    <a:pt x="463564" y="1293356"/>
                  </a:lnTo>
                  <a:lnTo>
                    <a:pt x="463545" y="1293368"/>
                  </a:lnTo>
                  <a:lnTo>
                    <a:pt x="463531" y="1293378"/>
                  </a:lnTo>
                  <a:lnTo>
                    <a:pt x="463520" y="1293387"/>
                  </a:lnTo>
                  <a:lnTo>
                    <a:pt x="463509" y="1293394"/>
                  </a:lnTo>
                  <a:lnTo>
                    <a:pt x="463502" y="1293398"/>
                  </a:lnTo>
                  <a:lnTo>
                    <a:pt x="463490" y="1293405"/>
                  </a:lnTo>
                  <a:lnTo>
                    <a:pt x="463471" y="1293416"/>
                  </a:lnTo>
                  <a:lnTo>
                    <a:pt x="463457" y="1293426"/>
                  </a:lnTo>
                  <a:lnTo>
                    <a:pt x="463446" y="1293434"/>
                  </a:lnTo>
                  <a:lnTo>
                    <a:pt x="463431" y="1293441"/>
                  </a:lnTo>
                  <a:lnTo>
                    <a:pt x="463419" y="1293447"/>
                  </a:lnTo>
                  <a:lnTo>
                    <a:pt x="463405" y="1293451"/>
                  </a:lnTo>
                  <a:lnTo>
                    <a:pt x="463385" y="1293457"/>
                  </a:lnTo>
                  <a:lnTo>
                    <a:pt x="463365" y="1293462"/>
                  </a:lnTo>
                  <a:lnTo>
                    <a:pt x="463346" y="1293466"/>
                  </a:lnTo>
                  <a:lnTo>
                    <a:pt x="463333" y="1293471"/>
                  </a:lnTo>
                  <a:lnTo>
                    <a:pt x="463326" y="1293475"/>
                  </a:lnTo>
                  <a:lnTo>
                    <a:pt x="463322" y="1293478"/>
                  </a:lnTo>
                  <a:lnTo>
                    <a:pt x="463314" y="1293483"/>
                  </a:lnTo>
                  <a:lnTo>
                    <a:pt x="463304" y="1293489"/>
                  </a:lnTo>
                  <a:lnTo>
                    <a:pt x="463291" y="1293496"/>
                  </a:lnTo>
                  <a:lnTo>
                    <a:pt x="463275" y="1293505"/>
                  </a:lnTo>
                  <a:lnTo>
                    <a:pt x="463259" y="1293514"/>
                  </a:lnTo>
                  <a:lnTo>
                    <a:pt x="463226" y="1293532"/>
                  </a:lnTo>
                  <a:lnTo>
                    <a:pt x="463210" y="1293539"/>
                  </a:lnTo>
                  <a:lnTo>
                    <a:pt x="463196" y="1293544"/>
                  </a:lnTo>
                  <a:lnTo>
                    <a:pt x="463184" y="1293545"/>
                  </a:lnTo>
                  <a:lnTo>
                    <a:pt x="463175" y="1293544"/>
                  </a:lnTo>
                  <a:lnTo>
                    <a:pt x="463157" y="1293538"/>
                  </a:lnTo>
                  <a:lnTo>
                    <a:pt x="463143" y="1293533"/>
                  </a:lnTo>
                  <a:lnTo>
                    <a:pt x="463125" y="1293524"/>
                  </a:lnTo>
                  <a:lnTo>
                    <a:pt x="463104" y="1293511"/>
                  </a:lnTo>
                  <a:lnTo>
                    <a:pt x="463096" y="1293504"/>
                  </a:lnTo>
                  <a:lnTo>
                    <a:pt x="463080" y="1293489"/>
                  </a:lnTo>
                  <a:lnTo>
                    <a:pt x="463076" y="1293484"/>
                  </a:lnTo>
                  <a:lnTo>
                    <a:pt x="463072" y="1293478"/>
                  </a:lnTo>
                  <a:lnTo>
                    <a:pt x="463061" y="1293467"/>
                  </a:lnTo>
                  <a:lnTo>
                    <a:pt x="463054" y="1293460"/>
                  </a:lnTo>
                  <a:lnTo>
                    <a:pt x="463037" y="1293447"/>
                  </a:lnTo>
                  <a:lnTo>
                    <a:pt x="463025" y="1293438"/>
                  </a:lnTo>
                  <a:lnTo>
                    <a:pt x="463004" y="1293424"/>
                  </a:lnTo>
                  <a:lnTo>
                    <a:pt x="462985" y="1293411"/>
                  </a:lnTo>
                  <a:lnTo>
                    <a:pt x="462966" y="1293401"/>
                  </a:lnTo>
                  <a:lnTo>
                    <a:pt x="462946" y="1293392"/>
                  </a:lnTo>
                  <a:lnTo>
                    <a:pt x="462930" y="1293384"/>
                  </a:lnTo>
                  <a:lnTo>
                    <a:pt x="462918" y="1293380"/>
                  </a:lnTo>
                  <a:lnTo>
                    <a:pt x="462901" y="1293378"/>
                  </a:lnTo>
                  <a:lnTo>
                    <a:pt x="462887" y="1293375"/>
                  </a:lnTo>
                  <a:lnTo>
                    <a:pt x="462877" y="1293372"/>
                  </a:lnTo>
                  <a:lnTo>
                    <a:pt x="462865" y="1293368"/>
                  </a:lnTo>
                  <a:lnTo>
                    <a:pt x="462857" y="1293364"/>
                  </a:lnTo>
                  <a:lnTo>
                    <a:pt x="462850" y="1293359"/>
                  </a:lnTo>
                  <a:lnTo>
                    <a:pt x="462843" y="1293350"/>
                  </a:lnTo>
                  <a:lnTo>
                    <a:pt x="462832" y="1293337"/>
                  </a:lnTo>
                  <a:lnTo>
                    <a:pt x="462821" y="1293318"/>
                  </a:lnTo>
                  <a:lnTo>
                    <a:pt x="462812" y="1293299"/>
                  </a:lnTo>
                  <a:lnTo>
                    <a:pt x="462804" y="1293281"/>
                  </a:lnTo>
                  <a:lnTo>
                    <a:pt x="462795" y="1293263"/>
                  </a:lnTo>
                  <a:lnTo>
                    <a:pt x="462786" y="1293241"/>
                  </a:lnTo>
                  <a:lnTo>
                    <a:pt x="462775" y="1293217"/>
                  </a:lnTo>
                  <a:lnTo>
                    <a:pt x="462768" y="1293199"/>
                  </a:lnTo>
                  <a:lnTo>
                    <a:pt x="462763" y="1293186"/>
                  </a:lnTo>
                  <a:lnTo>
                    <a:pt x="462757" y="1293175"/>
                  </a:lnTo>
                  <a:lnTo>
                    <a:pt x="462747" y="1293157"/>
                  </a:lnTo>
                  <a:lnTo>
                    <a:pt x="462740" y="1293146"/>
                  </a:lnTo>
                  <a:lnTo>
                    <a:pt x="462737" y="1293140"/>
                  </a:lnTo>
                  <a:lnTo>
                    <a:pt x="462724" y="1293124"/>
                  </a:lnTo>
                  <a:lnTo>
                    <a:pt x="462713" y="1293110"/>
                  </a:lnTo>
                  <a:lnTo>
                    <a:pt x="462700" y="1293096"/>
                  </a:lnTo>
                  <a:lnTo>
                    <a:pt x="462688" y="1293083"/>
                  </a:lnTo>
                  <a:lnTo>
                    <a:pt x="462677" y="1293074"/>
                  </a:lnTo>
                  <a:lnTo>
                    <a:pt x="462660" y="1293064"/>
                  </a:lnTo>
                  <a:lnTo>
                    <a:pt x="462652" y="1293060"/>
                  </a:lnTo>
                  <a:lnTo>
                    <a:pt x="462643" y="1293058"/>
                  </a:lnTo>
                  <a:lnTo>
                    <a:pt x="462634" y="1293058"/>
                  </a:lnTo>
                  <a:lnTo>
                    <a:pt x="462611" y="1293062"/>
                  </a:lnTo>
                  <a:lnTo>
                    <a:pt x="462580" y="1293067"/>
                  </a:lnTo>
                  <a:lnTo>
                    <a:pt x="462557" y="1293071"/>
                  </a:lnTo>
                  <a:lnTo>
                    <a:pt x="462531" y="1293077"/>
                  </a:lnTo>
                  <a:lnTo>
                    <a:pt x="462510" y="1293083"/>
                  </a:lnTo>
                  <a:lnTo>
                    <a:pt x="462499" y="1293087"/>
                  </a:lnTo>
                  <a:lnTo>
                    <a:pt x="462490" y="1293090"/>
                  </a:lnTo>
                  <a:lnTo>
                    <a:pt x="462476" y="1293094"/>
                  </a:lnTo>
                  <a:lnTo>
                    <a:pt x="462480" y="1293084"/>
                  </a:lnTo>
                  <a:lnTo>
                    <a:pt x="462491" y="1293071"/>
                  </a:lnTo>
                  <a:lnTo>
                    <a:pt x="462500" y="1293059"/>
                  </a:lnTo>
                  <a:lnTo>
                    <a:pt x="462507" y="1293048"/>
                  </a:lnTo>
                  <a:lnTo>
                    <a:pt x="462513" y="1293034"/>
                  </a:lnTo>
                  <a:lnTo>
                    <a:pt x="462519" y="1293020"/>
                  </a:lnTo>
                  <a:lnTo>
                    <a:pt x="462523" y="1293008"/>
                  </a:lnTo>
                  <a:lnTo>
                    <a:pt x="462527" y="1292992"/>
                  </a:lnTo>
                  <a:lnTo>
                    <a:pt x="462529" y="1292980"/>
                  </a:lnTo>
                  <a:lnTo>
                    <a:pt x="462531" y="1292966"/>
                  </a:lnTo>
                  <a:lnTo>
                    <a:pt x="462531" y="1292949"/>
                  </a:lnTo>
                  <a:lnTo>
                    <a:pt x="462530" y="1292921"/>
                  </a:lnTo>
                  <a:lnTo>
                    <a:pt x="462529" y="1292901"/>
                  </a:lnTo>
                  <a:lnTo>
                    <a:pt x="462529" y="1292892"/>
                  </a:lnTo>
                  <a:lnTo>
                    <a:pt x="462528" y="1292882"/>
                  </a:lnTo>
                  <a:lnTo>
                    <a:pt x="462526" y="1292873"/>
                  </a:lnTo>
                  <a:lnTo>
                    <a:pt x="462521" y="1292863"/>
                  </a:lnTo>
                  <a:lnTo>
                    <a:pt x="462515" y="1292852"/>
                  </a:lnTo>
                  <a:lnTo>
                    <a:pt x="462507" y="1292844"/>
                  </a:lnTo>
                  <a:lnTo>
                    <a:pt x="462496" y="1292833"/>
                  </a:lnTo>
                  <a:lnTo>
                    <a:pt x="462483" y="1292822"/>
                  </a:lnTo>
                  <a:lnTo>
                    <a:pt x="462461" y="1292802"/>
                  </a:lnTo>
                  <a:lnTo>
                    <a:pt x="462447" y="1292790"/>
                  </a:lnTo>
                  <a:lnTo>
                    <a:pt x="462439" y="1292781"/>
                  </a:lnTo>
                  <a:lnTo>
                    <a:pt x="462437" y="1292774"/>
                  </a:lnTo>
                  <a:lnTo>
                    <a:pt x="462436" y="1292766"/>
                  </a:lnTo>
                  <a:lnTo>
                    <a:pt x="462436" y="1292758"/>
                  </a:lnTo>
                  <a:lnTo>
                    <a:pt x="462438" y="1292751"/>
                  </a:lnTo>
                  <a:lnTo>
                    <a:pt x="462443" y="1292740"/>
                  </a:lnTo>
                  <a:lnTo>
                    <a:pt x="462450" y="1292724"/>
                  </a:lnTo>
                  <a:lnTo>
                    <a:pt x="462458" y="1292710"/>
                  </a:lnTo>
                  <a:lnTo>
                    <a:pt x="462465" y="1292696"/>
                  </a:lnTo>
                  <a:lnTo>
                    <a:pt x="462474" y="1292681"/>
                  </a:lnTo>
                  <a:lnTo>
                    <a:pt x="462485" y="1292664"/>
                  </a:lnTo>
                  <a:lnTo>
                    <a:pt x="462495" y="1292649"/>
                  </a:lnTo>
                  <a:lnTo>
                    <a:pt x="462506" y="1292633"/>
                  </a:lnTo>
                  <a:lnTo>
                    <a:pt x="462517" y="1292618"/>
                  </a:lnTo>
                  <a:lnTo>
                    <a:pt x="462531" y="1292601"/>
                  </a:lnTo>
                  <a:lnTo>
                    <a:pt x="462539" y="1292589"/>
                  </a:lnTo>
                  <a:lnTo>
                    <a:pt x="462545" y="1292578"/>
                  </a:lnTo>
                  <a:lnTo>
                    <a:pt x="462547" y="1292569"/>
                  </a:lnTo>
                  <a:lnTo>
                    <a:pt x="462547" y="1292562"/>
                  </a:lnTo>
                  <a:lnTo>
                    <a:pt x="462546" y="1292553"/>
                  </a:lnTo>
                  <a:lnTo>
                    <a:pt x="462544" y="1292542"/>
                  </a:lnTo>
                  <a:lnTo>
                    <a:pt x="462539" y="1292525"/>
                  </a:lnTo>
                  <a:lnTo>
                    <a:pt x="462536" y="1292518"/>
                  </a:lnTo>
                  <a:lnTo>
                    <a:pt x="462534" y="1292508"/>
                  </a:lnTo>
                  <a:lnTo>
                    <a:pt x="462534" y="1292495"/>
                  </a:lnTo>
                  <a:lnTo>
                    <a:pt x="462533" y="1292489"/>
                  </a:lnTo>
                  <a:lnTo>
                    <a:pt x="462529" y="1292479"/>
                  </a:lnTo>
                  <a:lnTo>
                    <a:pt x="462521" y="1292462"/>
                  </a:lnTo>
                  <a:lnTo>
                    <a:pt x="462516" y="1292454"/>
                  </a:lnTo>
                  <a:lnTo>
                    <a:pt x="462515" y="1292447"/>
                  </a:lnTo>
                  <a:lnTo>
                    <a:pt x="462515" y="1292435"/>
                  </a:lnTo>
                  <a:lnTo>
                    <a:pt x="462519" y="1292420"/>
                  </a:lnTo>
                  <a:lnTo>
                    <a:pt x="462524" y="1292407"/>
                  </a:lnTo>
                  <a:lnTo>
                    <a:pt x="462532" y="1292387"/>
                  </a:lnTo>
                  <a:lnTo>
                    <a:pt x="462536" y="1292372"/>
                  </a:lnTo>
                  <a:lnTo>
                    <a:pt x="462540" y="1292357"/>
                  </a:lnTo>
                  <a:lnTo>
                    <a:pt x="462543" y="1292342"/>
                  </a:lnTo>
                  <a:lnTo>
                    <a:pt x="462544" y="1292328"/>
                  </a:lnTo>
                  <a:lnTo>
                    <a:pt x="462545" y="1292316"/>
                  </a:lnTo>
                  <a:lnTo>
                    <a:pt x="462543" y="1292302"/>
                  </a:lnTo>
                  <a:lnTo>
                    <a:pt x="462542" y="1292294"/>
                  </a:lnTo>
                  <a:lnTo>
                    <a:pt x="462539" y="1292287"/>
                  </a:lnTo>
                  <a:lnTo>
                    <a:pt x="462532" y="1292273"/>
                  </a:lnTo>
                  <a:lnTo>
                    <a:pt x="462522" y="1292256"/>
                  </a:lnTo>
                  <a:lnTo>
                    <a:pt x="462507" y="1292233"/>
                  </a:lnTo>
                  <a:lnTo>
                    <a:pt x="462494" y="1292216"/>
                  </a:lnTo>
                  <a:lnTo>
                    <a:pt x="462475" y="1292193"/>
                  </a:lnTo>
                  <a:lnTo>
                    <a:pt x="462455" y="1292170"/>
                  </a:lnTo>
                  <a:lnTo>
                    <a:pt x="462443" y="1292158"/>
                  </a:lnTo>
                  <a:lnTo>
                    <a:pt x="462421" y="1292138"/>
                  </a:lnTo>
                  <a:lnTo>
                    <a:pt x="462396" y="1292116"/>
                  </a:lnTo>
                  <a:lnTo>
                    <a:pt x="462386" y="1292105"/>
                  </a:lnTo>
                  <a:lnTo>
                    <a:pt x="462378" y="1292095"/>
                  </a:lnTo>
                  <a:lnTo>
                    <a:pt x="462375" y="1292089"/>
                  </a:lnTo>
                  <a:lnTo>
                    <a:pt x="462373" y="1292082"/>
                  </a:lnTo>
                  <a:lnTo>
                    <a:pt x="462371" y="1292074"/>
                  </a:lnTo>
                  <a:lnTo>
                    <a:pt x="462370" y="1292061"/>
                  </a:lnTo>
                  <a:lnTo>
                    <a:pt x="462370" y="1292041"/>
                  </a:lnTo>
                  <a:lnTo>
                    <a:pt x="462370" y="1292009"/>
                  </a:lnTo>
                  <a:lnTo>
                    <a:pt x="462371" y="1291985"/>
                  </a:lnTo>
                  <a:lnTo>
                    <a:pt x="462370" y="1291966"/>
                  </a:lnTo>
                  <a:lnTo>
                    <a:pt x="462370" y="1291945"/>
                  </a:lnTo>
                  <a:lnTo>
                    <a:pt x="462369" y="1291936"/>
                  </a:lnTo>
                  <a:lnTo>
                    <a:pt x="462368" y="1291923"/>
                  </a:lnTo>
                  <a:lnTo>
                    <a:pt x="462366" y="1291907"/>
                  </a:lnTo>
                  <a:lnTo>
                    <a:pt x="462364" y="1291890"/>
                  </a:lnTo>
                  <a:lnTo>
                    <a:pt x="462361" y="1291880"/>
                  </a:lnTo>
                  <a:lnTo>
                    <a:pt x="462355" y="1291866"/>
                  </a:lnTo>
                  <a:lnTo>
                    <a:pt x="462348" y="1291853"/>
                  </a:lnTo>
                  <a:lnTo>
                    <a:pt x="462338" y="1291830"/>
                  </a:lnTo>
                  <a:lnTo>
                    <a:pt x="462335" y="1291821"/>
                  </a:lnTo>
                  <a:lnTo>
                    <a:pt x="462337" y="1291807"/>
                  </a:lnTo>
                  <a:lnTo>
                    <a:pt x="462341" y="1291792"/>
                  </a:lnTo>
                  <a:lnTo>
                    <a:pt x="462341" y="1291777"/>
                  </a:lnTo>
                  <a:lnTo>
                    <a:pt x="462340" y="1291769"/>
                  </a:lnTo>
                  <a:lnTo>
                    <a:pt x="462338" y="1291759"/>
                  </a:lnTo>
                  <a:lnTo>
                    <a:pt x="462334" y="1291750"/>
                  </a:lnTo>
                  <a:lnTo>
                    <a:pt x="462327" y="1291740"/>
                  </a:lnTo>
                  <a:lnTo>
                    <a:pt x="462303" y="1291710"/>
                  </a:lnTo>
                  <a:lnTo>
                    <a:pt x="462282" y="1291682"/>
                  </a:lnTo>
                  <a:lnTo>
                    <a:pt x="462267" y="1291661"/>
                  </a:lnTo>
                  <a:lnTo>
                    <a:pt x="462253" y="1291642"/>
                  </a:lnTo>
                  <a:lnTo>
                    <a:pt x="462237" y="1291621"/>
                  </a:lnTo>
                  <a:lnTo>
                    <a:pt x="462218" y="1291596"/>
                  </a:lnTo>
                  <a:lnTo>
                    <a:pt x="462201" y="1291573"/>
                  </a:lnTo>
                  <a:lnTo>
                    <a:pt x="462190" y="1291558"/>
                  </a:lnTo>
                  <a:lnTo>
                    <a:pt x="462179" y="1291543"/>
                  </a:lnTo>
                  <a:lnTo>
                    <a:pt x="462165" y="1291525"/>
                  </a:lnTo>
                  <a:lnTo>
                    <a:pt x="462153" y="1291508"/>
                  </a:lnTo>
                  <a:lnTo>
                    <a:pt x="462137" y="1291491"/>
                  </a:lnTo>
                  <a:lnTo>
                    <a:pt x="462118" y="1291471"/>
                  </a:lnTo>
                  <a:lnTo>
                    <a:pt x="462104" y="1291458"/>
                  </a:lnTo>
                  <a:lnTo>
                    <a:pt x="462090" y="1291443"/>
                  </a:lnTo>
                  <a:lnTo>
                    <a:pt x="462077" y="1291432"/>
                  </a:lnTo>
                  <a:lnTo>
                    <a:pt x="462065" y="1291424"/>
                  </a:lnTo>
                  <a:lnTo>
                    <a:pt x="462051" y="1291417"/>
                  </a:lnTo>
                  <a:lnTo>
                    <a:pt x="462035" y="1291409"/>
                  </a:lnTo>
                  <a:lnTo>
                    <a:pt x="462011" y="1291398"/>
                  </a:lnTo>
                  <a:lnTo>
                    <a:pt x="461991" y="1291391"/>
                  </a:lnTo>
                  <a:lnTo>
                    <a:pt x="461970" y="1291383"/>
                  </a:lnTo>
                  <a:lnTo>
                    <a:pt x="461957" y="1291380"/>
                  </a:lnTo>
                  <a:lnTo>
                    <a:pt x="461947" y="1291379"/>
                  </a:lnTo>
                  <a:lnTo>
                    <a:pt x="461943" y="1291376"/>
                  </a:lnTo>
                  <a:lnTo>
                    <a:pt x="461943" y="1291369"/>
                  </a:lnTo>
                  <a:lnTo>
                    <a:pt x="461944" y="1291345"/>
                  </a:lnTo>
                  <a:lnTo>
                    <a:pt x="461947" y="1291325"/>
                  </a:lnTo>
                  <a:lnTo>
                    <a:pt x="461949" y="1291306"/>
                  </a:lnTo>
                  <a:lnTo>
                    <a:pt x="461949" y="1291293"/>
                  </a:lnTo>
                  <a:lnTo>
                    <a:pt x="461948" y="1291277"/>
                  </a:lnTo>
                  <a:lnTo>
                    <a:pt x="461945" y="1291267"/>
                  </a:lnTo>
                  <a:lnTo>
                    <a:pt x="461942" y="1291257"/>
                  </a:lnTo>
                  <a:lnTo>
                    <a:pt x="461938" y="1291247"/>
                  </a:lnTo>
                  <a:lnTo>
                    <a:pt x="461935" y="1291240"/>
                  </a:lnTo>
                  <a:lnTo>
                    <a:pt x="461930" y="1291222"/>
                  </a:lnTo>
                  <a:lnTo>
                    <a:pt x="461923" y="1291198"/>
                  </a:lnTo>
                  <a:lnTo>
                    <a:pt x="461919" y="1291182"/>
                  </a:lnTo>
                  <a:lnTo>
                    <a:pt x="461914" y="1291169"/>
                  </a:lnTo>
                  <a:lnTo>
                    <a:pt x="461908" y="1291158"/>
                  </a:lnTo>
                  <a:lnTo>
                    <a:pt x="461901" y="1291146"/>
                  </a:lnTo>
                  <a:lnTo>
                    <a:pt x="461895" y="1291137"/>
                  </a:lnTo>
                  <a:lnTo>
                    <a:pt x="461883" y="1291125"/>
                  </a:lnTo>
                  <a:lnTo>
                    <a:pt x="461872" y="1291113"/>
                  </a:lnTo>
                  <a:lnTo>
                    <a:pt x="461865" y="1291102"/>
                  </a:lnTo>
                  <a:lnTo>
                    <a:pt x="461863" y="1291095"/>
                  </a:lnTo>
                  <a:lnTo>
                    <a:pt x="461864" y="1291089"/>
                  </a:lnTo>
                  <a:lnTo>
                    <a:pt x="461866" y="1291081"/>
                  </a:lnTo>
                  <a:lnTo>
                    <a:pt x="461873" y="1291067"/>
                  </a:lnTo>
                  <a:lnTo>
                    <a:pt x="461882" y="1291049"/>
                  </a:lnTo>
                  <a:lnTo>
                    <a:pt x="461890" y="1291035"/>
                  </a:lnTo>
                  <a:lnTo>
                    <a:pt x="461901" y="1291017"/>
                  </a:lnTo>
                  <a:lnTo>
                    <a:pt x="461911" y="1291002"/>
                  </a:lnTo>
                  <a:lnTo>
                    <a:pt x="461921" y="1290988"/>
                  </a:lnTo>
                  <a:lnTo>
                    <a:pt x="461935" y="1290967"/>
                  </a:lnTo>
                  <a:lnTo>
                    <a:pt x="461951" y="1290946"/>
                  </a:lnTo>
                  <a:lnTo>
                    <a:pt x="461965" y="1290924"/>
                  </a:lnTo>
                  <a:lnTo>
                    <a:pt x="461979" y="1290905"/>
                  </a:lnTo>
                  <a:lnTo>
                    <a:pt x="461994" y="1290884"/>
                  </a:lnTo>
                  <a:lnTo>
                    <a:pt x="462008" y="1290863"/>
                  </a:lnTo>
                  <a:lnTo>
                    <a:pt x="462029" y="1290832"/>
                  </a:lnTo>
                  <a:lnTo>
                    <a:pt x="462039" y="1290816"/>
                  </a:lnTo>
                  <a:lnTo>
                    <a:pt x="462048" y="1290801"/>
                  </a:lnTo>
                  <a:lnTo>
                    <a:pt x="462065" y="1290772"/>
                  </a:lnTo>
                  <a:lnTo>
                    <a:pt x="462072" y="1290757"/>
                  </a:lnTo>
                  <a:lnTo>
                    <a:pt x="462079" y="1290748"/>
                  </a:lnTo>
                  <a:lnTo>
                    <a:pt x="462080" y="1290742"/>
                  </a:lnTo>
                  <a:lnTo>
                    <a:pt x="462078" y="1290734"/>
                  </a:lnTo>
                  <a:lnTo>
                    <a:pt x="462074" y="1290727"/>
                  </a:lnTo>
                  <a:lnTo>
                    <a:pt x="462058" y="1290706"/>
                  </a:lnTo>
                  <a:lnTo>
                    <a:pt x="462054" y="1290702"/>
                  </a:lnTo>
                  <a:lnTo>
                    <a:pt x="462040" y="1290683"/>
                  </a:lnTo>
                  <a:lnTo>
                    <a:pt x="462032" y="1290672"/>
                  </a:lnTo>
                  <a:lnTo>
                    <a:pt x="462022" y="1290659"/>
                  </a:lnTo>
                  <a:lnTo>
                    <a:pt x="462002" y="1290632"/>
                  </a:lnTo>
                  <a:lnTo>
                    <a:pt x="461981" y="1290607"/>
                  </a:lnTo>
                  <a:lnTo>
                    <a:pt x="461965" y="1290585"/>
                  </a:lnTo>
                  <a:lnTo>
                    <a:pt x="461951" y="1290563"/>
                  </a:lnTo>
                  <a:lnTo>
                    <a:pt x="461936" y="1290538"/>
                  </a:lnTo>
                  <a:lnTo>
                    <a:pt x="461933" y="1290530"/>
                  </a:lnTo>
                  <a:lnTo>
                    <a:pt x="461926" y="1290515"/>
                  </a:lnTo>
                  <a:lnTo>
                    <a:pt x="461919" y="1290496"/>
                  </a:lnTo>
                  <a:lnTo>
                    <a:pt x="461915" y="1290482"/>
                  </a:lnTo>
                  <a:lnTo>
                    <a:pt x="461914" y="1290470"/>
                  </a:lnTo>
                  <a:lnTo>
                    <a:pt x="461913" y="1290459"/>
                  </a:lnTo>
                  <a:lnTo>
                    <a:pt x="461914" y="1290450"/>
                  </a:lnTo>
                  <a:lnTo>
                    <a:pt x="461917" y="1290440"/>
                  </a:lnTo>
                  <a:lnTo>
                    <a:pt x="461918" y="1290435"/>
                  </a:lnTo>
                  <a:lnTo>
                    <a:pt x="461922" y="1290429"/>
                  </a:lnTo>
                  <a:lnTo>
                    <a:pt x="461928" y="1290421"/>
                  </a:lnTo>
                  <a:lnTo>
                    <a:pt x="461938" y="1290412"/>
                  </a:lnTo>
                  <a:lnTo>
                    <a:pt x="461948" y="1290405"/>
                  </a:lnTo>
                  <a:lnTo>
                    <a:pt x="461965" y="1290396"/>
                  </a:lnTo>
                  <a:lnTo>
                    <a:pt x="461978" y="1290392"/>
                  </a:lnTo>
                  <a:lnTo>
                    <a:pt x="461992" y="1290390"/>
                  </a:lnTo>
                  <a:lnTo>
                    <a:pt x="462006" y="1290390"/>
                  </a:lnTo>
                  <a:lnTo>
                    <a:pt x="462018" y="1290392"/>
                  </a:lnTo>
                  <a:lnTo>
                    <a:pt x="462036" y="1290395"/>
                  </a:lnTo>
                  <a:lnTo>
                    <a:pt x="462054" y="1290402"/>
                  </a:lnTo>
                  <a:lnTo>
                    <a:pt x="462073" y="1290411"/>
                  </a:lnTo>
                  <a:lnTo>
                    <a:pt x="462091" y="1290421"/>
                  </a:lnTo>
                  <a:lnTo>
                    <a:pt x="462112" y="1290432"/>
                  </a:lnTo>
                  <a:lnTo>
                    <a:pt x="462136" y="1290442"/>
                  </a:lnTo>
                  <a:lnTo>
                    <a:pt x="462157" y="1290449"/>
                  </a:lnTo>
                  <a:lnTo>
                    <a:pt x="462184" y="1290457"/>
                  </a:lnTo>
                  <a:lnTo>
                    <a:pt x="462200" y="1290464"/>
                  </a:lnTo>
                  <a:lnTo>
                    <a:pt x="462222" y="1290472"/>
                  </a:lnTo>
                  <a:lnTo>
                    <a:pt x="462234" y="1290479"/>
                  </a:lnTo>
                  <a:lnTo>
                    <a:pt x="462244" y="1290487"/>
                  </a:lnTo>
                  <a:lnTo>
                    <a:pt x="462249" y="1290491"/>
                  </a:lnTo>
                  <a:lnTo>
                    <a:pt x="462254" y="1290498"/>
                  </a:lnTo>
                  <a:lnTo>
                    <a:pt x="462265" y="1290512"/>
                  </a:lnTo>
                  <a:lnTo>
                    <a:pt x="462275" y="1290527"/>
                  </a:lnTo>
                  <a:lnTo>
                    <a:pt x="462279" y="1290533"/>
                  </a:lnTo>
                  <a:lnTo>
                    <a:pt x="462286" y="1290541"/>
                  </a:lnTo>
                  <a:lnTo>
                    <a:pt x="462293" y="1290546"/>
                  </a:lnTo>
                  <a:lnTo>
                    <a:pt x="462301" y="1290549"/>
                  </a:lnTo>
                  <a:lnTo>
                    <a:pt x="462311" y="1290551"/>
                  </a:lnTo>
                  <a:lnTo>
                    <a:pt x="462322" y="1290551"/>
                  </a:lnTo>
                  <a:lnTo>
                    <a:pt x="462331" y="1290547"/>
                  </a:lnTo>
                  <a:lnTo>
                    <a:pt x="462344" y="1290541"/>
                  </a:lnTo>
                  <a:lnTo>
                    <a:pt x="462350" y="1290536"/>
                  </a:lnTo>
                  <a:lnTo>
                    <a:pt x="462358" y="1290531"/>
                  </a:lnTo>
                  <a:lnTo>
                    <a:pt x="462373" y="1290519"/>
                  </a:lnTo>
                  <a:lnTo>
                    <a:pt x="462386" y="1290505"/>
                  </a:lnTo>
                  <a:lnTo>
                    <a:pt x="462403" y="1290486"/>
                  </a:lnTo>
                  <a:lnTo>
                    <a:pt x="462425" y="1290460"/>
                  </a:lnTo>
                  <a:lnTo>
                    <a:pt x="462438" y="1290443"/>
                  </a:lnTo>
                  <a:lnTo>
                    <a:pt x="462444" y="1290440"/>
                  </a:lnTo>
                  <a:lnTo>
                    <a:pt x="462449" y="1290438"/>
                  </a:lnTo>
                  <a:lnTo>
                    <a:pt x="462466" y="1290439"/>
                  </a:lnTo>
                  <a:lnTo>
                    <a:pt x="462483" y="1290440"/>
                  </a:lnTo>
                  <a:lnTo>
                    <a:pt x="462504" y="1290443"/>
                  </a:lnTo>
                  <a:lnTo>
                    <a:pt x="462527" y="1290447"/>
                  </a:lnTo>
                  <a:lnTo>
                    <a:pt x="462554" y="1290456"/>
                  </a:lnTo>
                  <a:lnTo>
                    <a:pt x="462578" y="1290463"/>
                  </a:lnTo>
                  <a:lnTo>
                    <a:pt x="462606" y="1290473"/>
                  </a:lnTo>
                  <a:lnTo>
                    <a:pt x="462624" y="1290481"/>
                  </a:lnTo>
                  <a:lnTo>
                    <a:pt x="462642" y="1290491"/>
                  </a:lnTo>
                  <a:lnTo>
                    <a:pt x="462660" y="1290502"/>
                  </a:lnTo>
                  <a:lnTo>
                    <a:pt x="462676" y="1290513"/>
                  </a:lnTo>
                  <a:lnTo>
                    <a:pt x="462695" y="1290525"/>
                  </a:lnTo>
                  <a:lnTo>
                    <a:pt x="462711" y="1290536"/>
                  </a:lnTo>
                  <a:lnTo>
                    <a:pt x="462731" y="1290547"/>
                  </a:lnTo>
                  <a:lnTo>
                    <a:pt x="462752" y="1290559"/>
                  </a:lnTo>
                  <a:lnTo>
                    <a:pt x="462765" y="1290565"/>
                  </a:lnTo>
                  <a:lnTo>
                    <a:pt x="462771" y="1290567"/>
                  </a:lnTo>
                  <a:lnTo>
                    <a:pt x="462778" y="1290567"/>
                  </a:lnTo>
                  <a:lnTo>
                    <a:pt x="462783" y="1290565"/>
                  </a:lnTo>
                  <a:lnTo>
                    <a:pt x="462790" y="1290559"/>
                  </a:lnTo>
                  <a:lnTo>
                    <a:pt x="462804" y="1290543"/>
                  </a:lnTo>
                  <a:lnTo>
                    <a:pt x="462818" y="1290527"/>
                  </a:lnTo>
                  <a:lnTo>
                    <a:pt x="462828" y="1290516"/>
                  </a:lnTo>
                  <a:lnTo>
                    <a:pt x="462840" y="1290506"/>
                  </a:lnTo>
                  <a:lnTo>
                    <a:pt x="462852" y="1290498"/>
                  </a:lnTo>
                  <a:lnTo>
                    <a:pt x="462868" y="1290489"/>
                  </a:lnTo>
                  <a:lnTo>
                    <a:pt x="462893" y="1290475"/>
                  </a:lnTo>
                  <a:lnTo>
                    <a:pt x="462910" y="1290464"/>
                  </a:lnTo>
                  <a:lnTo>
                    <a:pt x="462926" y="1290453"/>
                  </a:lnTo>
                  <a:lnTo>
                    <a:pt x="462943" y="1290439"/>
                  </a:lnTo>
                  <a:lnTo>
                    <a:pt x="462967" y="1290418"/>
                  </a:lnTo>
                  <a:lnTo>
                    <a:pt x="462989" y="1290395"/>
                  </a:lnTo>
                  <a:lnTo>
                    <a:pt x="463000" y="1290387"/>
                  </a:lnTo>
                  <a:lnTo>
                    <a:pt x="463008" y="1290386"/>
                  </a:lnTo>
                  <a:lnTo>
                    <a:pt x="463016" y="1290386"/>
                  </a:lnTo>
                  <a:lnTo>
                    <a:pt x="463025" y="1290388"/>
                  </a:lnTo>
                  <a:lnTo>
                    <a:pt x="463041" y="1290393"/>
                  </a:lnTo>
                  <a:lnTo>
                    <a:pt x="463057" y="1290397"/>
                  </a:lnTo>
                  <a:lnTo>
                    <a:pt x="463078" y="1290402"/>
                  </a:lnTo>
                  <a:lnTo>
                    <a:pt x="463097" y="1290405"/>
                  </a:lnTo>
                  <a:lnTo>
                    <a:pt x="463111" y="1290405"/>
                  </a:lnTo>
                  <a:lnTo>
                    <a:pt x="463128" y="1290404"/>
                  </a:lnTo>
                  <a:lnTo>
                    <a:pt x="463146" y="1290402"/>
                  </a:lnTo>
                  <a:lnTo>
                    <a:pt x="463158" y="1290397"/>
                  </a:lnTo>
                  <a:lnTo>
                    <a:pt x="463167" y="1290391"/>
                  </a:lnTo>
                  <a:lnTo>
                    <a:pt x="463175" y="1290383"/>
                  </a:lnTo>
                  <a:lnTo>
                    <a:pt x="463181" y="1290372"/>
                  </a:lnTo>
                  <a:lnTo>
                    <a:pt x="463186" y="1290359"/>
                  </a:lnTo>
                  <a:lnTo>
                    <a:pt x="463190" y="1290342"/>
                  </a:lnTo>
                  <a:lnTo>
                    <a:pt x="463193" y="1290324"/>
                  </a:lnTo>
                  <a:lnTo>
                    <a:pt x="463195" y="1290306"/>
                  </a:lnTo>
                  <a:lnTo>
                    <a:pt x="463197" y="1290289"/>
                  </a:lnTo>
                  <a:lnTo>
                    <a:pt x="463197" y="1290263"/>
                  </a:lnTo>
                  <a:lnTo>
                    <a:pt x="463196" y="1290240"/>
                  </a:lnTo>
                  <a:lnTo>
                    <a:pt x="463196" y="1290224"/>
                  </a:lnTo>
                  <a:lnTo>
                    <a:pt x="463198" y="1290212"/>
                  </a:lnTo>
                  <a:lnTo>
                    <a:pt x="463204" y="1290196"/>
                  </a:lnTo>
                  <a:lnTo>
                    <a:pt x="463210" y="1290182"/>
                  </a:lnTo>
                  <a:lnTo>
                    <a:pt x="463216" y="1290170"/>
                  </a:lnTo>
                  <a:lnTo>
                    <a:pt x="463228" y="1290151"/>
                  </a:lnTo>
                  <a:lnTo>
                    <a:pt x="463242" y="1290136"/>
                  </a:lnTo>
                  <a:lnTo>
                    <a:pt x="463254" y="1290122"/>
                  </a:lnTo>
                  <a:lnTo>
                    <a:pt x="463258" y="1290116"/>
                  </a:lnTo>
                  <a:lnTo>
                    <a:pt x="463259" y="1290108"/>
                  </a:lnTo>
                  <a:lnTo>
                    <a:pt x="463253" y="1290101"/>
                  </a:lnTo>
                  <a:lnTo>
                    <a:pt x="463242" y="1290092"/>
                  </a:lnTo>
                  <a:lnTo>
                    <a:pt x="463230" y="1290081"/>
                  </a:lnTo>
                  <a:lnTo>
                    <a:pt x="463218" y="1290068"/>
                  </a:lnTo>
                  <a:lnTo>
                    <a:pt x="463201" y="1290044"/>
                  </a:lnTo>
                  <a:lnTo>
                    <a:pt x="463181" y="1290018"/>
                  </a:lnTo>
                  <a:lnTo>
                    <a:pt x="463155" y="1289987"/>
                  </a:lnTo>
                  <a:lnTo>
                    <a:pt x="463146" y="1289976"/>
                  </a:lnTo>
                  <a:lnTo>
                    <a:pt x="463137" y="1289965"/>
                  </a:lnTo>
                  <a:lnTo>
                    <a:pt x="463129" y="1289956"/>
                  </a:lnTo>
                  <a:lnTo>
                    <a:pt x="463108" y="1289931"/>
                  </a:lnTo>
                  <a:lnTo>
                    <a:pt x="463093" y="1289914"/>
                  </a:lnTo>
                  <a:lnTo>
                    <a:pt x="463083" y="1289902"/>
                  </a:lnTo>
                  <a:lnTo>
                    <a:pt x="463075" y="1289891"/>
                  </a:lnTo>
                  <a:lnTo>
                    <a:pt x="463060" y="1289873"/>
                  </a:lnTo>
                  <a:lnTo>
                    <a:pt x="463040" y="1289847"/>
                  </a:lnTo>
                  <a:lnTo>
                    <a:pt x="463021" y="1289822"/>
                  </a:lnTo>
                  <a:lnTo>
                    <a:pt x="463004" y="1289803"/>
                  </a:lnTo>
                  <a:lnTo>
                    <a:pt x="462992" y="1289791"/>
                  </a:lnTo>
                  <a:lnTo>
                    <a:pt x="462971" y="1289771"/>
                  </a:lnTo>
                  <a:lnTo>
                    <a:pt x="462962" y="1289765"/>
                  </a:lnTo>
                  <a:lnTo>
                    <a:pt x="462954" y="1289762"/>
                  </a:lnTo>
                  <a:lnTo>
                    <a:pt x="462949" y="1289762"/>
                  </a:lnTo>
                  <a:lnTo>
                    <a:pt x="462942" y="1289764"/>
                  </a:lnTo>
                  <a:lnTo>
                    <a:pt x="462937" y="1289767"/>
                  </a:lnTo>
                  <a:lnTo>
                    <a:pt x="462930" y="1289770"/>
                  </a:lnTo>
                  <a:lnTo>
                    <a:pt x="462916" y="1289783"/>
                  </a:lnTo>
                  <a:lnTo>
                    <a:pt x="462895" y="1289804"/>
                  </a:lnTo>
                  <a:lnTo>
                    <a:pt x="462874" y="1289817"/>
                  </a:lnTo>
                  <a:lnTo>
                    <a:pt x="462856" y="1289822"/>
                  </a:lnTo>
                  <a:lnTo>
                    <a:pt x="462835" y="1289825"/>
                  </a:lnTo>
                  <a:lnTo>
                    <a:pt x="462807" y="1289826"/>
                  </a:lnTo>
                  <a:lnTo>
                    <a:pt x="462763" y="1289829"/>
                  </a:lnTo>
                  <a:lnTo>
                    <a:pt x="462713" y="1289833"/>
                  </a:lnTo>
                  <a:lnTo>
                    <a:pt x="462670" y="1289836"/>
                  </a:lnTo>
                  <a:lnTo>
                    <a:pt x="462639" y="1289837"/>
                  </a:lnTo>
                  <a:lnTo>
                    <a:pt x="462618" y="1289836"/>
                  </a:lnTo>
                  <a:lnTo>
                    <a:pt x="462610" y="1289835"/>
                  </a:lnTo>
                  <a:lnTo>
                    <a:pt x="462598" y="1289834"/>
                  </a:lnTo>
                  <a:lnTo>
                    <a:pt x="462580" y="1289829"/>
                  </a:lnTo>
                  <a:lnTo>
                    <a:pt x="462567" y="1289825"/>
                  </a:lnTo>
                  <a:lnTo>
                    <a:pt x="462557" y="1289820"/>
                  </a:lnTo>
                  <a:lnTo>
                    <a:pt x="462550" y="1289817"/>
                  </a:lnTo>
                  <a:lnTo>
                    <a:pt x="462537" y="1289808"/>
                  </a:lnTo>
                  <a:lnTo>
                    <a:pt x="462527" y="1289799"/>
                  </a:lnTo>
                  <a:lnTo>
                    <a:pt x="462515" y="1289788"/>
                  </a:lnTo>
                  <a:lnTo>
                    <a:pt x="462510" y="1289781"/>
                  </a:lnTo>
                  <a:lnTo>
                    <a:pt x="462499" y="1289769"/>
                  </a:lnTo>
                  <a:lnTo>
                    <a:pt x="462487" y="1289753"/>
                  </a:lnTo>
                  <a:lnTo>
                    <a:pt x="462482" y="1289748"/>
                  </a:lnTo>
                  <a:lnTo>
                    <a:pt x="462477" y="1289739"/>
                  </a:lnTo>
                  <a:lnTo>
                    <a:pt x="462474" y="1289735"/>
                  </a:lnTo>
                  <a:lnTo>
                    <a:pt x="462463" y="1289721"/>
                  </a:lnTo>
                  <a:lnTo>
                    <a:pt x="462451" y="1289708"/>
                  </a:lnTo>
                  <a:lnTo>
                    <a:pt x="462441" y="1289700"/>
                  </a:lnTo>
                  <a:lnTo>
                    <a:pt x="462426" y="1289688"/>
                  </a:lnTo>
                  <a:lnTo>
                    <a:pt x="462412" y="1289679"/>
                  </a:lnTo>
                  <a:lnTo>
                    <a:pt x="462407" y="1289677"/>
                  </a:lnTo>
                  <a:lnTo>
                    <a:pt x="462397" y="1289671"/>
                  </a:lnTo>
                  <a:lnTo>
                    <a:pt x="462381" y="1289664"/>
                  </a:lnTo>
                  <a:lnTo>
                    <a:pt x="462374" y="1289660"/>
                  </a:lnTo>
                  <a:lnTo>
                    <a:pt x="462363" y="1289654"/>
                  </a:lnTo>
                  <a:lnTo>
                    <a:pt x="462343" y="1289643"/>
                  </a:lnTo>
                  <a:lnTo>
                    <a:pt x="462328" y="1289635"/>
                  </a:lnTo>
                  <a:lnTo>
                    <a:pt x="462314" y="1289624"/>
                  </a:lnTo>
                  <a:lnTo>
                    <a:pt x="462303" y="1289613"/>
                  </a:lnTo>
                  <a:lnTo>
                    <a:pt x="462293" y="1289603"/>
                  </a:lnTo>
                  <a:lnTo>
                    <a:pt x="462281" y="1289594"/>
                  </a:lnTo>
                  <a:lnTo>
                    <a:pt x="462265" y="1289583"/>
                  </a:lnTo>
                  <a:lnTo>
                    <a:pt x="462242" y="1289570"/>
                  </a:lnTo>
                  <a:lnTo>
                    <a:pt x="462223" y="1289560"/>
                  </a:lnTo>
                  <a:lnTo>
                    <a:pt x="462205" y="1289550"/>
                  </a:lnTo>
                  <a:lnTo>
                    <a:pt x="462189" y="1289537"/>
                  </a:lnTo>
                  <a:lnTo>
                    <a:pt x="462180" y="1289527"/>
                  </a:lnTo>
                  <a:lnTo>
                    <a:pt x="462174" y="1289519"/>
                  </a:lnTo>
                  <a:lnTo>
                    <a:pt x="462167" y="1289506"/>
                  </a:lnTo>
                  <a:lnTo>
                    <a:pt x="462164" y="1289493"/>
                  </a:lnTo>
                  <a:lnTo>
                    <a:pt x="462162" y="1289478"/>
                  </a:lnTo>
                  <a:lnTo>
                    <a:pt x="462163" y="1289453"/>
                  </a:lnTo>
                  <a:lnTo>
                    <a:pt x="462167" y="1289426"/>
                  </a:lnTo>
                  <a:lnTo>
                    <a:pt x="462171" y="1289392"/>
                  </a:lnTo>
                  <a:lnTo>
                    <a:pt x="462175" y="1289375"/>
                  </a:lnTo>
                  <a:lnTo>
                    <a:pt x="462178" y="1289361"/>
                  </a:lnTo>
                  <a:lnTo>
                    <a:pt x="462182" y="1289348"/>
                  </a:lnTo>
                  <a:lnTo>
                    <a:pt x="462187" y="1289330"/>
                  </a:lnTo>
                  <a:lnTo>
                    <a:pt x="462187" y="1289323"/>
                  </a:lnTo>
                  <a:lnTo>
                    <a:pt x="462182" y="1289321"/>
                  </a:lnTo>
                  <a:lnTo>
                    <a:pt x="462171" y="1289326"/>
                  </a:lnTo>
                  <a:lnTo>
                    <a:pt x="462158" y="1289330"/>
                  </a:lnTo>
                  <a:lnTo>
                    <a:pt x="462142" y="1289331"/>
                  </a:lnTo>
                  <a:lnTo>
                    <a:pt x="462129" y="1289331"/>
                  </a:lnTo>
                  <a:lnTo>
                    <a:pt x="462097" y="1289330"/>
                  </a:lnTo>
                  <a:lnTo>
                    <a:pt x="462044" y="1289331"/>
                  </a:lnTo>
                  <a:lnTo>
                    <a:pt x="462012" y="1289331"/>
                  </a:lnTo>
                  <a:lnTo>
                    <a:pt x="461989" y="1289329"/>
                  </a:lnTo>
                  <a:lnTo>
                    <a:pt x="461971" y="1289329"/>
                  </a:lnTo>
                  <a:lnTo>
                    <a:pt x="461948" y="1289330"/>
                  </a:lnTo>
                  <a:lnTo>
                    <a:pt x="461913" y="1289332"/>
                  </a:lnTo>
                  <a:lnTo>
                    <a:pt x="461891" y="1289334"/>
                  </a:lnTo>
                  <a:lnTo>
                    <a:pt x="461879" y="1289334"/>
                  </a:lnTo>
                  <a:lnTo>
                    <a:pt x="461864" y="1289333"/>
                  </a:lnTo>
                  <a:lnTo>
                    <a:pt x="461842" y="1289328"/>
                  </a:lnTo>
                  <a:lnTo>
                    <a:pt x="461821" y="1289324"/>
                  </a:lnTo>
                  <a:lnTo>
                    <a:pt x="461793" y="1289321"/>
                  </a:lnTo>
                  <a:lnTo>
                    <a:pt x="461765" y="1289319"/>
                  </a:lnTo>
                  <a:lnTo>
                    <a:pt x="461734" y="1289320"/>
                  </a:lnTo>
                  <a:lnTo>
                    <a:pt x="461703" y="1289321"/>
                  </a:lnTo>
                  <a:lnTo>
                    <a:pt x="461676" y="1289322"/>
                  </a:lnTo>
                  <a:lnTo>
                    <a:pt x="461660" y="1289324"/>
                  </a:lnTo>
                  <a:lnTo>
                    <a:pt x="461650" y="1289324"/>
                  </a:lnTo>
                  <a:lnTo>
                    <a:pt x="461635" y="1289325"/>
                  </a:lnTo>
                  <a:lnTo>
                    <a:pt x="461611" y="1289324"/>
                  </a:lnTo>
                  <a:lnTo>
                    <a:pt x="461584" y="1289335"/>
                  </a:lnTo>
                  <a:lnTo>
                    <a:pt x="461548" y="1289351"/>
                  </a:lnTo>
                  <a:lnTo>
                    <a:pt x="461515" y="1289362"/>
                  </a:lnTo>
                  <a:lnTo>
                    <a:pt x="461501" y="1289364"/>
                  </a:lnTo>
                  <a:lnTo>
                    <a:pt x="461486" y="1289359"/>
                  </a:lnTo>
                  <a:lnTo>
                    <a:pt x="461469" y="1289349"/>
                  </a:lnTo>
                  <a:lnTo>
                    <a:pt x="461460" y="1289347"/>
                  </a:lnTo>
                  <a:lnTo>
                    <a:pt x="461432" y="1289338"/>
                  </a:lnTo>
                  <a:lnTo>
                    <a:pt x="461417" y="1289335"/>
                  </a:lnTo>
                  <a:lnTo>
                    <a:pt x="461394" y="1289332"/>
                  </a:lnTo>
                  <a:lnTo>
                    <a:pt x="461368" y="1289328"/>
                  </a:lnTo>
                  <a:lnTo>
                    <a:pt x="461339" y="1289314"/>
                  </a:lnTo>
                  <a:lnTo>
                    <a:pt x="461321" y="1289298"/>
                  </a:lnTo>
                  <a:lnTo>
                    <a:pt x="461311" y="1289289"/>
                  </a:lnTo>
                  <a:lnTo>
                    <a:pt x="461298" y="1289276"/>
                  </a:lnTo>
                  <a:lnTo>
                    <a:pt x="461288" y="1289273"/>
                  </a:lnTo>
                  <a:lnTo>
                    <a:pt x="461263" y="1289285"/>
                  </a:lnTo>
                  <a:lnTo>
                    <a:pt x="461236" y="1289290"/>
                  </a:lnTo>
                  <a:lnTo>
                    <a:pt x="461188" y="1289307"/>
                  </a:lnTo>
                  <a:lnTo>
                    <a:pt x="461167" y="1289311"/>
                  </a:lnTo>
                  <a:lnTo>
                    <a:pt x="461147" y="1289311"/>
                  </a:lnTo>
                  <a:lnTo>
                    <a:pt x="461126" y="1289309"/>
                  </a:lnTo>
                  <a:lnTo>
                    <a:pt x="461105" y="1289309"/>
                  </a:lnTo>
                  <a:lnTo>
                    <a:pt x="461079" y="1289309"/>
                  </a:lnTo>
                  <a:lnTo>
                    <a:pt x="461061" y="1289308"/>
                  </a:lnTo>
                  <a:lnTo>
                    <a:pt x="461036" y="1289306"/>
                  </a:lnTo>
                  <a:lnTo>
                    <a:pt x="461020" y="1289301"/>
                  </a:lnTo>
                  <a:lnTo>
                    <a:pt x="461006" y="1289300"/>
                  </a:lnTo>
                  <a:lnTo>
                    <a:pt x="460981" y="1289304"/>
                  </a:lnTo>
                  <a:lnTo>
                    <a:pt x="460960" y="1289311"/>
                  </a:lnTo>
                  <a:lnTo>
                    <a:pt x="460945" y="1289307"/>
                  </a:lnTo>
                  <a:lnTo>
                    <a:pt x="460918" y="1289304"/>
                  </a:lnTo>
                  <a:lnTo>
                    <a:pt x="460879" y="1289303"/>
                  </a:lnTo>
                  <a:lnTo>
                    <a:pt x="460835" y="1289304"/>
                  </a:lnTo>
                  <a:lnTo>
                    <a:pt x="460819" y="1289302"/>
                  </a:lnTo>
                  <a:lnTo>
                    <a:pt x="460810" y="1289293"/>
                  </a:lnTo>
                  <a:lnTo>
                    <a:pt x="460804" y="1289283"/>
                  </a:lnTo>
                  <a:lnTo>
                    <a:pt x="460796" y="1289255"/>
                  </a:lnTo>
                  <a:lnTo>
                    <a:pt x="460790" y="1289245"/>
                  </a:lnTo>
                  <a:lnTo>
                    <a:pt x="460781" y="1289226"/>
                  </a:lnTo>
                  <a:lnTo>
                    <a:pt x="460773" y="1289197"/>
                  </a:lnTo>
                  <a:lnTo>
                    <a:pt x="460770" y="1289183"/>
                  </a:lnTo>
                  <a:lnTo>
                    <a:pt x="460766" y="1289163"/>
                  </a:lnTo>
                  <a:lnTo>
                    <a:pt x="460757" y="1289157"/>
                  </a:lnTo>
                  <a:lnTo>
                    <a:pt x="460742" y="1289148"/>
                  </a:lnTo>
                  <a:lnTo>
                    <a:pt x="460727" y="1289134"/>
                  </a:lnTo>
                  <a:lnTo>
                    <a:pt x="460714" y="1289115"/>
                  </a:lnTo>
                  <a:lnTo>
                    <a:pt x="460703" y="1289102"/>
                  </a:lnTo>
                  <a:lnTo>
                    <a:pt x="460689" y="1289096"/>
                  </a:lnTo>
                  <a:lnTo>
                    <a:pt x="460664" y="1289081"/>
                  </a:lnTo>
                  <a:lnTo>
                    <a:pt x="460645" y="1289074"/>
                  </a:lnTo>
                  <a:lnTo>
                    <a:pt x="460629" y="1289067"/>
                  </a:lnTo>
                  <a:lnTo>
                    <a:pt x="460609" y="1289063"/>
                  </a:lnTo>
                  <a:lnTo>
                    <a:pt x="460598" y="1289056"/>
                  </a:lnTo>
                  <a:lnTo>
                    <a:pt x="460594" y="1289051"/>
                  </a:lnTo>
                  <a:lnTo>
                    <a:pt x="460591" y="1289040"/>
                  </a:lnTo>
                  <a:lnTo>
                    <a:pt x="460586" y="1289035"/>
                  </a:lnTo>
                  <a:lnTo>
                    <a:pt x="460571" y="1289027"/>
                  </a:lnTo>
                  <a:lnTo>
                    <a:pt x="460552" y="1289016"/>
                  </a:lnTo>
                  <a:lnTo>
                    <a:pt x="460537" y="1289010"/>
                  </a:lnTo>
                  <a:lnTo>
                    <a:pt x="460524" y="1289001"/>
                  </a:lnTo>
                  <a:lnTo>
                    <a:pt x="460504" y="1288981"/>
                  </a:lnTo>
                  <a:lnTo>
                    <a:pt x="460493" y="1288977"/>
                  </a:lnTo>
                  <a:lnTo>
                    <a:pt x="460471" y="1288972"/>
                  </a:lnTo>
                  <a:lnTo>
                    <a:pt x="460461" y="1288964"/>
                  </a:lnTo>
                  <a:lnTo>
                    <a:pt x="460446" y="1288954"/>
                  </a:lnTo>
                  <a:lnTo>
                    <a:pt x="460438" y="1288953"/>
                  </a:lnTo>
                  <a:lnTo>
                    <a:pt x="460431" y="1288950"/>
                  </a:lnTo>
                  <a:lnTo>
                    <a:pt x="460421" y="1288939"/>
                  </a:lnTo>
                  <a:lnTo>
                    <a:pt x="460407" y="1288929"/>
                  </a:lnTo>
                  <a:lnTo>
                    <a:pt x="460384" y="1288918"/>
                  </a:lnTo>
                  <a:lnTo>
                    <a:pt x="460365" y="1288913"/>
                  </a:lnTo>
                  <a:lnTo>
                    <a:pt x="460345" y="1288905"/>
                  </a:lnTo>
                  <a:lnTo>
                    <a:pt x="460329" y="1288896"/>
                  </a:lnTo>
                  <a:lnTo>
                    <a:pt x="460300" y="1288874"/>
                  </a:lnTo>
                  <a:lnTo>
                    <a:pt x="460279" y="1288867"/>
                  </a:lnTo>
                  <a:lnTo>
                    <a:pt x="460258" y="1288856"/>
                  </a:lnTo>
                  <a:lnTo>
                    <a:pt x="460249" y="1288854"/>
                  </a:lnTo>
                  <a:lnTo>
                    <a:pt x="460237" y="1288852"/>
                  </a:lnTo>
                  <a:lnTo>
                    <a:pt x="460222" y="1288849"/>
                  </a:lnTo>
                  <a:lnTo>
                    <a:pt x="460199" y="1288826"/>
                  </a:lnTo>
                  <a:lnTo>
                    <a:pt x="460184" y="1288814"/>
                  </a:lnTo>
                  <a:lnTo>
                    <a:pt x="460164" y="1288803"/>
                  </a:lnTo>
                  <a:lnTo>
                    <a:pt x="460148" y="1288795"/>
                  </a:lnTo>
                  <a:lnTo>
                    <a:pt x="460107" y="1288772"/>
                  </a:lnTo>
                  <a:lnTo>
                    <a:pt x="460087" y="1288762"/>
                  </a:lnTo>
                  <a:lnTo>
                    <a:pt x="460053" y="1288740"/>
                  </a:lnTo>
                  <a:lnTo>
                    <a:pt x="460028" y="1288722"/>
                  </a:lnTo>
                  <a:lnTo>
                    <a:pt x="459999" y="1288708"/>
                  </a:lnTo>
                  <a:lnTo>
                    <a:pt x="459985" y="1288692"/>
                  </a:lnTo>
                  <a:lnTo>
                    <a:pt x="459980" y="1288678"/>
                  </a:lnTo>
                  <a:lnTo>
                    <a:pt x="459983" y="1288666"/>
                  </a:lnTo>
                  <a:lnTo>
                    <a:pt x="459986" y="1288656"/>
                  </a:lnTo>
                  <a:lnTo>
                    <a:pt x="459989" y="1288646"/>
                  </a:lnTo>
                  <a:lnTo>
                    <a:pt x="459995" y="1288636"/>
                  </a:lnTo>
                  <a:lnTo>
                    <a:pt x="460003" y="1288622"/>
                  </a:lnTo>
                  <a:lnTo>
                    <a:pt x="460010" y="1288608"/>
                  </a:lnTo>
                  <a:lnTo>
                    <a:pt x="460018" y="1288593"/>
                  </a:lnTo>
                  <a:lnTo>
                    <a:pt x="460023" y="1288581"/>
                  </a:lnTo>
                  <a:lnTo>
                    <a:pt x="460029" y="1288570"/>
                  </a:lnTo>
                  <a:lnTo>
                    <a:pt x="460036" y="1288555"/>
                  </a:lnTo>
                  <a:lnTo>
                    <a:pt x="460042" y="1288540"/>
                  </a:lnTo>
                  <a:lnTo>
                    <a:pt x="460049" y="1288524"/>
                  </a:lnTo>
                  <a:lnTo>
                    <a:pt x="460055" y="1288509"/>
                  </a:lnTo>
                  <a:lnTo>
                    <a:pt x="460062" y="1288497"/>
                  </a:lnTo>
                  <a:lnTo>
                    <a:pt x="460070" y="1288479"/>
                  </a:lnTo>
                  <a:lnTo>
                    <a:pt x="460081" y="1288455"/>
                  </a:lnTo>
                  <a:lnTo>
                    <a:pt x="460084" y="1288448"/>
                  </a:lnTo>
                  <a:lnTo>
                    <a:pt x="460088" y="1288438"/>
                  </a:lnTo>
                  <a:lnTo>
                    <a:pt x="460091" y="1288428"/>
                  </a:lnTo>
                  <a:lnTo>
                    <a:pt x="460092" y="1288418"/>
                  </a:lnTo>
                  <a:lnTo>
                    <a:pt x="460093" y="1288407"/>
                  </a:lnTo>
                  <a:lnTo>
                    <a:pt x="460093" y="1288395"/>
                  </a:lnTo>
                  <a:lnTo>
                    <a:pt x="460092" y="1288384"/>
                  </a:lnTo>
                  <a:lnTo>
                    <a:pt x="460090" y="1288375"/>
                  </a:lnTo>
                  <a:lnTo>
                    <a:pt x="460087" y="1288361"/>
                  </a:lnTo>
                  <a:lnTo>
                    <a:pt x="460082" y="1288345"/>
                  </a:lnTo>
                  <a:lnTo>
                    <a:pt x="460078" y="1288328"/>
                  </a:lnTo>
                  <a:lnTo>
                    <a:pt x="460074" y="1288307"/>
                  </a:lnTo>
                  <a:lnTo>
                    <a:pt x="460070" y="1288286"/>
                  </a:lnTo>
                  <a:lnTo>
                    <a:pt x="460066" y="1288262"/>
                  </a:lnTo>
                  <a:lnTo>
                    <a:pt x="460064" y="1288245"/>
                  </a:lnTo>
                  <a:lnTo>
                    <a:pt x="460064" y="1288224"/>
                  </a:lnTo>
                  <a:lnTo>
                    <a:pt x="460064" y="1288207"/>
                  </a:lnTo>
                  <a:lnTo>
                    <a:pt x="460066" y="1288195"/>
                  </a:lnTo>
                  <a:lnTo>
                    <a:pt x="460069" y="1288183"/>
                  </a:lnTo>
                  <a:lnTo>
                    <a:pt x="460074" y="1288172"/>
                  </a:lnTo>
                  <a:lnTo>
                    <a:pt x="460082" y="1288158"/>
                  </a:lnTo>
                  <a:lnTo>
                    <a:pt x="460090" y="1288146"/>
                  </a:lnTo>
                  <a:lnTo>
                    <a:pt x="460100" y="1288133"/>
                  </a:lnTo>
                  <a:lnTo>
                    <a:pt x="460109" y="1288116"/>
                  </a:lnTo>
                  <a:lnTo>
                    <a:pt x="460118" y="1288103"/>
                  </a:lnTo>
                  <a:lnTo>
                    <a:pt x="460129" y="1288087"/>
                  </a:lnTo>
                  <a:lnTo>
                    <a:pt x="460137" y="1288078"/>
                  </a:lnTo>
                  <a:lnTo>
                    <a:pt x="460145" y="1288066"/>
                  </a:lnTo>
                  <a:lnTo>
                    <a:pt x="460153" y="1288053"/>
                  </a:lnTo>
                  <a:lnTo>
                    <a:pt x="460158" y="1288045"/>
                  </a:lnTo>
                  <a:lnTo>
                    <a:pt x="460161" y="1288039"/>
                  </a:lnTo>
                  <a:lnTo>
                    <a:pt x="460162" y="1288033"/>
                  </a:lnTo>
                  <a:lnTo>
                    <a:pt x="460161" y="1288025"/>
                  </a:lnTo>
                  <a:lnTo>
                    <a:pt x="460159" y="1288013"/>
                  </a:lnTo>
                  <a:lnTo>
                    <a:pt x="460156" y="1287997"/>
                  </a:lnTo>
                  <a:lnTo>
                    <a:pt x="460152" y="1287979"/>
                  </a:lnTo>
                  <a:lnTo>
                    <a:pt x="460147" y="1287965"/>
                  </a:lnTo>
                  <a:lnTo>
                    <a:pt x="460143" y="1287952"/>
                  </a:lnTo>
                  <a:lnTo>
                    <a:pt x="460139" y="1287938"/>
                  </a:lnTo>
                  <a:lnTo>
                    <a:pt x="460137" y="1287927"/>
                  </a:lnTo>
                  <a:lnTo>
                    <a:pt x="460136" y="1287918"/>
                  </a:lnTo>
                  <a:lnTo>
                    <a:pt x="460137" y="1287913"/>
                  </a:lnTo>
                  <a:lnTo>
                    <a:pt x="460138" y="1287907"/>
                  </a:lnTo>
                  <a:lnTo>
                    <a:pt x="460141" y="1287892"/>
                  </a:lnTo>
                  <a:lnTo>
                    <a:pt x="460143" y="1287879"/>
                  </a:lnTo>
                  <a:lnTo>
                    <a:pt x="460149" y="1287864"/>
                  </a:lnTo>
                  <a:lnTo>
                    <a:pt x="460153" y="1287852"/>
                  </a:lnTo>
                  <a:lnTo>
                    <a:pt x="460158" y="1287844"/>
                  </a:lnTo>
                  <a:lnTo>
                    <a:pt x="460161" y="1287838"/>
                  </a:lnTo>
                  <a:lnTo>
                    <a:pt x="460162" y="1287831"/>
                  </a:lnTo>
                  <a:lnTo>
                    <a:pt x="460158" y="1287828"/>
                  </a:lnTo>
                  <a:lnTo>
                    <a:pt x="460144" y="1287826"/>
                  </a:lnTo>
                  <a:lnTo>
                    <a:pt x="460122" y="1287824"/>
                  </a:lnTo>
                  <a:lnTo>
                    <a:pt x="460089" y="1287823"/>
                  </a:lnTo>
                  <a:lnTo>
                    <a:pt x="460055" y="1287822"/>
                  </a:lnTo>
                  <a:lnTo>
                    <a:pt x="460035" y="1287820"/>
                  </a:lnTo>
                  <a:lnTo>
                    <a:pt x="460013" y="1287818"/>
                  </a:lnTo>
                  <a:lnTo>
                    <a:pt x="459988" y="1287814"/>
                  </a:lnTo>
                  <a:lnTo>
                    <a:pt x="459964" y="1287810"/>
                  </a:lnTo>
                  <a:lnTo>
                    <a:pt x="459938" y="1287807"/>
                  </a:lnTo>
                  <a:lnTo>
                    <a:pt x="459912" y="1287803"/>
                  </a:lnTo>
                  <a:lnTo>
                    <a:pt x="459889" y="1287800"/>
                  </a:lnTo>
                  <a:lnTo>
                    <a:pt x="459866" y="1287796"/>
                  </a:lnTo>
                  <a:lnTo>
                    <a:pt x="459845" y="1287792"/>
                  </a:lnTo>
                  <a:lnTo>
                    <a:pt x="459824" y="1287785"/>
                  </a:lnTo>
                  <a:lnTo>
                    <a:pt x="459805" y="1287779"/>
                  </a:lnTo>
                  <a:lnTo>
                    <a:pt x="459783" y="1287770"/>
                  </a:lnTo>
                  <a:lnTo>
                    <a:pt x="459754" y="1287761"/>
                  </a:lnTo>
                  <a:lnTo>
                    <a:pt x="459742" y="1287758"/>
                  </a:lnTo>
                  <a:lnTo>
                    <a:pt x="459711" y="1287749"/>
                  </a:lnTo>
                  <a:lnTo>
                    <a:pt x="459678" y="1287739"/>
                  </a:lnTo>
                  <a:lnTo>
                    <a:pt x="459647" y="1287729"/>
                  </a:lnTo>
                  <a:lnTo>
                    <a:pt x="459615" y="1287722"/>
                  </a:lnTo>
                  <a:lnTo>
                    <a:pt x="459582" y="1287714"/>
                  </a:lnTo>
                  <a:lnTo>
                    <a:pt x="459559" y="1287710"/>
                  </a:lnTo>
                  <a:lnTo>
                    <a:pt x="459540" y="1287708"/>
                  </a:lnTo>
                  <a:lnTo>
                    <a:pt x="459522" y="1287707"/>
                  </a:lnTo>
                  <a:lnTo>
                    <a:pt x="459505" y="1287708"/>
                  </a:lnTo>
                  <a:lnTo>
                    <a:pt x="459486" y="1287709"/>
                  </a:lnTo>
                  <a:lnTo>
                    <a:pt x="459469" y="1287711"/>
                  </a:lnTo>
                  <a:lnTo>
                    <a:pt x="459461" y="1287712"/>
                  </a:lnTo>
                  <a:lnTo>
                    <a:pt x="459445" y="1287715"/>
                  </a:lnTo>
                  <a:lnTo>
                    <a:pt x="459420" y="1287720"/>
                  </a:lnTo>
                  <a:lnTo>
                    <a:pt x="459403" y="1287725"/>
                  </a:lnTo>
                  <a:lnTo>
                    <a:pt x="459381" y="1287731"/>
                  </a:lnTo>
                  <a:lnTo>
                    <a:pt x="459360" y="1287737"/>
                  </a:lnTo>
                  <a:lnTo>
                    <a:pt x="459340" y="1287743"/>
                  </a:lnTo>
                  <a:lnTo>
                    <a:pt x="459327" y="1287747"/>
                  </a:lnTo>
                  <a:lnTo>
                    <a:pt x="459313" y="1287752"/>
                  </a:lnTo>
                  <a:lnTo>
                    <a:pt x="459291" y="1287761"/>
                  </a:lnTo>
                  <a:lnTo>
                    <a:pt x="459267" y="1287770"/>
                  </a:lnTo>
                  <a:lnTo>
                    <a:pt x="459253" y="1287777"/>
                  </a:lnTo>
                  <a:lnTo>
                    <a:pt x="459246" y="1287778"/>
                  </a:lnTo>
                  <a:lnTo>
                    <a:pt x="459241" y="1287775"/>
                  </a:lnTo>
                  <a:lnTo>
                    <a:pt x="459234" y="1287760"/>
                  </a:lnTo>
                  <a:lnTo>
                    <a:pt x="459226" y="1287744"/>
                  </a:lnTo>
                  <a:lnTo>
                    <a:pt x="459219" y="1287724"/>
                  </a:lnTo>
                  <a:lnTo>
                    <a:pt x="459216" y="1287710"/>
                  </a:lnTo>
                  <a:lnTo>
                    <a:pt x="459212" y="1287694"/>
                  </a:lnTo>
                  <a:lnTo>
                    <a:pt x="459208" y="1287673"/>
                  </a:lnTo>
                  <a:lnTo>
                    <a:pt x="459207" y="1287662"/>
                  </a:lnTo>
                  <a:lnTo>
                    <a:pt x="459205" y="1287649"/>
                  </a:lnTo>
                  <a:lnTo>
                    <a:pt x="459202" y="1287639"/>
                  </a:lnTo>
                  <a:lnTo>
                    <a:pt x="459198" y="1287624"/>
                  </a:lnTo>
                  <a:lnTo>
                    <a:pt x="459194" y="1287611"/>
                  </a:lnTo>
                  <a:lnTo>
                    <a:pt x="459188" y="1287597"/>
                  </a:lnTo>
                  <a:lnTo>
                    <a:pt x="459180" y="1287581"/>
                  </a:lnTo>
                  <a:lnTo>
                    <a:pt x="459171" y="1287565"/>
                  </a:lnTo>
                  <a:lnTo>
                    <a:pt x="459163" y="1287548"/>
                  </a:lnTo>
                  <a:lnTo>
                    <a:pt x="459159" y="1287535"/>
                  </a:lnTo>
                  <a:lnTo>
                    <a:pt x="459155" y="1287523"/>
                  </a:lnTo>
                  <a:lnTo>
                    <a:pt x="459153" y="1287504"/>
                  </a:lnTo>
                  <a:lnTo>
                    <a:pt x="459148" y="1287500"/>
                  </a:lnTo>
                  <a:lnTo>
                    <a:pt x="459140" y="1287507"/>
                  </a:lnTo>
                  <a:lnTo>
                    <a:pt x="459133" y="1287511"/>
                  </a:lnTo>
                  <a:lnTo>
                    <a:pt x="459126" y="1287515"/>
                  </a:lnTo>
                  <a:lnTo>
                    <a:pt x="459115" y="1287519"/>
                  </a:lnTo>
                  <a:lnTo>
                    <a:pt x="459098" y="1287524"/>
                  </a:lnTo>
                  <a:lnTo>
                    <a:pt x="459077" y="1287530"/>
                  </a:lnTo>
                  <a:lnTo>
                    <a:pt x="459065" y="1287532"/>
                  </a:lnTo>
                  <a:lnTo>
                    <a:pt x="459041" y="1287536"/>
                  </a:lnTo>
                  <a:lnTo>
                    <a:pt x="459034" y="1287539"/>
                  </a:lnTo>
                  <a:lnTo>
                    <a:pt x="459025" y="1287543"/>
                  </a:lnTo>
                  <a:lnTo>
                    <a:pt x="459013" y="1287550"/>
                  </a:lnTo>
                  <a:lnTo>
                    <a:pt x="459002" y="1287557"/>
                  </a:lnTo>
                  <a:lnTo>
                    <a:pt x="458988" y="1287567"/>
                  </a:lnTo>
                  <a:lnTo>
                    <a:pt x="458973" y="1287578"/>
                  </a:lnTo>
                  <a:lnTo>
                    <a:pt x="458962" y="1287586"/>
                  </a:lnTo>
                  <a:lnTo>
                    <a:pt x="458950" y="1287594"/>
                  </a:lnTo>
                  <a:lnTo>
                    <a:pt x="458939" y="1287604"/>
                  </a:lnTo>
                  <a:lnTo>
                    <a:pt x="458927" y="1287614"/>
                  </a:lnTo>
                  <a:lnTo>
                    <a:pt x="458919" y="1287622"/>
                  </a:lnTo>
                  <a:lnTo>
                    <a:pt x="458903" y="1287639"/>
                  </a:lnTo>
                  <a:lnTo>
                    <a:pt x="458893" y="1287651"/>
                  </a:lnTo>
                  <a:lnTo>
                    <a:pt x="458883" y="1287661"/>
                  </a:lnTo>
                  <a:lnTo>
                    <a:pt x="458878" y="1287666"/>
                  </a:lnTo>
                  <a:lnTo>
                    <a:pt x="458871" y="1287671"/>
                  </a:lnTo>
                  <a:lnTo>
                    <a:pt x="458857" y="1287670"/>
                  </a:lnTo>
                  <a:lnTo>
                    <a:pt x="458846" y="1287667"/>
                  </a:lnTo>
                  <a:lnTo>
                    <a:pt x="458829" y="1287663"/>
                  </a:lnTo>
                  <a:lnTo>
                    <a:pt x="458804" y="1287656"/>
                  </a:lnTo>
                  <a:lnTo>
                    <a:pt x="458786" y="1287651"/>
                  </a:lnTo>
                  <a:lnTo>
                    <a:pt x="458770" y="1287644"/>
                  </a:lnTo>
                  <a:lnTo>
                    <a:pt x="458753" y="1287639"/>
                  </a:lnTo>
                  <a:lnTo>
                    <a:pt x="458745" y="1287637"/>
                  </a:lnTo>
                  <a:lnTo>
                    <a:pt x="458738" y="1287638"/>
                  </a:lnTo>
                  <a:lnTo>
                    <a:pt x="458728" y="1287647"/>
                  </a:lnTo>
                  <a:lnTo>
                    <a:pt x="458719" y="1287658"/>
                  </a:lnTo>
                  <a:lnTo>
                    <a:pt x="458711" y="1287668"/>
                  </a:lnTo>
                  <a:lnTo>
                    <a:pt x="458701" y="1287683"/>
                  </a:lnTo>
                  <a:lnTo>
                    <a:pt x="458693" y="1287697"/>
                  </a:lnTo>
                  <a:lnTo>
                    <a:pt x="458684" y="1287710"/>
                  </a:lnTo>
                  <a:lnTo>
                    <a:pt x="458675" y="1287722"/>
                  </a:lnTo>
                  <a:lnTo>
                    <a:pt x="458661" y="1287741"/>
                  </a:lnTo>
                  <a:lnTo>
                    <a:pt x="458648" y="1287756"/>
                  </a:lnTo>
                  <a:lnTo>
                    <a:pt x="458643" y="1287765"/>
                  </a:lnTo>
                  <a:lnTo>
                    <a:pt x="458640" y="1287772"/>
                  </a:lnTo>
                  <a:lnTo>
                    <a:pt x="458639" y="1287779"/>
                  </a:lnTo>
                  <a:lnTo>
                    <a:pt x="458640" y="1287788"/>
                  </a:lnTo>
                  <a:lnTo>
                    <a:pt x="458643" y="1287798"/>
                  </a:lnTo>
                  <a:lnTo>
                    <a:pt x="458648" y="1287808"/>
                  </a:lnTo>
                  <a:lnTo>
                    <a:pt x="458653" y="1287816"/>
                  </a:lnTo>
                  <a:lnTo>
                    <a:pt x="458663" y="1287830"/>
                  </a:lnTo>
                  <a:lnTo>
                    <a:pt x="458679" y="1287853"/>
                  </a:lnTo>
                  <a:lnTo>
                    <a:pt x="458687" y="1287867"/>
                  </a:lnTo>
                  <a:lnTo>
                    <a:pt x="458696" y="1287882"/>
                  </a:lnTo>
                  <a:lnTo>
                    <a:pt x="458702" y="1287895"/>
                  </a:lnTo>
                  <a:lnTo>
                    <a:pt x="458710" y="1287914"/>
                  </a:lnTo>
                  <a:lnTo>
                    <a:pt x="458714" y="1287924"/>
                  </a:lnTo>
                  <a:lnTo>
                    <a:pt x="458717" y="1287938"/>
                  </a:lnTo>
                  <a:lnTo>
                    <a:pt x="458719" y="1287949"/>
                  </a:lnTo>
                  <a:lnTo>
                    <a:pt x="458721" y="1287970"/>
                  </a:lnTo>
                  <a:lnTo>
                    <a:pt x="458722" y="1287987"/>
                  </a:lnTo>
                  <a:lnTo>
                    <a:pt x="458725" y="1288006"/>
                  </a:lnTo>
                  <a:lnTo>
                    <a:pt x="458726" y="1288022"/>
                  </a:lnTo>
                  <a:lnTo>
                    <a:pt x="458729" y="1288039"/>
                  </a:lnTo>
                  <a:lnTo>
                    <a:pt x="458732" y="1288050"/>
                  </a:lnTo>
                  <a:lnTo>
                    <a:pt x="458735" y="1288062"/>
                  </a:lnTo>
                  <a:lnTo>
                    <a:pt x="458741" y="1288078"/>
                  </a:lnTo>
                  <a:lnTo>
                    <a:pt x="458742" y="1288085"/>
                  </a:lnTo>
                  <a:lnTo>
                    <a:pt x="458743" y="1288094"/>
                  </a:lnTo>
                  <a:lnTo>
                    <a:pt x="458742" y="1288104"/>
                  </a:lnTo>
                  <a:lnTo>
                    <a:pt x="458739" y="1288116"/>
                  </a:lnTo>
                  <a:lnTo>
                    <a:pt x="458734" y="1288131"/>
                  </a:lnTo>
                  <a:lnTo>
                    <a:pt x="458730" y="1288143"/>
                  </a:lnTo>
                  <a:lnTo>
                    <a:pt x="458725" y="1288156"/>
                  </a:lnTo>
                  <a:lnTo>
                    <a:pt x="458722" y="1288166"/>
                  </a:lnTo>
                  <a:lnTo>
                    <a:pt x="458720" y="1288178"/>
                  </a:lnTo>
                  <a:lnTo>
                    <a:pt x="458719" y="1288192"/>
                  </a:lnTo>
                  <a:lnTo>
                    <a:pt x="458719" y="1288207"/>
                  </a:lnTo>
                  <a:lnTo>
                    <a:pt x="458722" y="1288229"/>
                  </a:lnTo>
                  <a:lnTo>
                    <a:pt x="458723" y="1288248"/>
                  </a:lnTo>
                  <a:lnTo>
                    <a:pt x="458723" y="1288255"/>
                  </a:lnTo>
                  <a:lnTo>
                    <a:pt x="458721" y="1288264"/>
                  </a:lnTo>
                  <a:lnTo>
                    <a:pt x="458715" y="1288272"/>
                  </a:lnTo>
                  <a:lnTo>
                    <a:pt x="458708" y="1288278"/>
                  </a:lnTo>
                  <a:lnTo>
                    <a:pt x="458697" y="1288285"/>
                  </a:lnTo>
                  <a:lnTo>
                    <a:pt x="458680" y="1288293"/>
                  </a:lnTo>
                  <a:lnTo>
                    <a:pt x="458662" y="1288302"/>
                  </a:lnTo>
                  <a:lnTo>
                    <a:pt x="458645" y="1288310"/>
                  </a:lnTo>
                  <a:lnTo>
                    <a:pt x="458625" y="1288321"/>
                  </a:lnTo>
                  <a:lnTo>
                    <a:pt x="458601" y="1288333"/>
                  </a:lnTo>
                  <a:lnTo>
                    <a:pt x="458583" y="1288343"/>
                  </a:lnTo>
                  <a:lnTo>
                    <a:pt x="458571" y="1288350"/>
                  </a:lnTo>
                  <a:lnTo>
                    <a:pt x="458560" y="1288359"/>
                  </a:lnTo>
                  <a:lnTo>
                    <a:pt x="458542" y="1288370"/>
                  </a:lnTo>
                  <a:lnTo>
                    <a:pt x="458529" y="1288380"/>
                  </a:lnTo>
                  <a:lnTo>
                    <a:pt x="458517" y="1288389"/>
                  </a:lnTo>
                  <a:lnTo>
                    <a:pt x="458501" y="1288400"/>
                  </a:lnTo>
                  <a:lnTo>
                    <a:pt x="458486" y="1288409"/>
                  </a:lnTo>
                  <a:lnTo>
                    <a:pt x="458472" y="1288416"/>
                  </a:lnTo>
                  <a:lnTo>
                    <a:pt x="458455" y="1288423"/>
                  </a:lnTo>
                  <a:lnTo>
                    <a:pt x="458441" y="1288428"/>
                  </a:lnTo>
                  <a:lnTo>
                    <a:pt x="458422" y="1288435"/>
                  </a:lnTo>
                  <a:lnTo>
                    <a:pt x="458404" y="1288441"/>
                  </a:lnTo>
                  <a:lnTo>
                    <a:pt x="458395" y="1288447"/>
                  </a:lnTo>
                  <a:lnTo>
                    <a:pt x="458386" y="1288452"/>
                  </a:lnTo>
                  <a:lnTo>
                    <a:pt x="458379" y="1288459"/>
                  </a:lnTo>
                  <a:lnTo>
                    <a:pt x="458372" y="1288468"/>
                  </a:lnTo>
                  <a:lnTo>
                    <a:pt x="458364" y="1288478"/>
                  </a:lnTo>
                  <a:lnTo>
                    <a:pt x="458357" y="1288482"/>
                  </a:lnTo>
                  <a:lnTo>
                    <a:pt x="458348" y="1288488"/>
                  </a:lnTo>
                  <a:lnTo>
                    <a:pt x="458336" y="1288493"/>
                  </a:lnTo>
                  <a:lnTo>
                    <a:pt x="458323" y="1288498"/>
                  </a:lnTo>
                  <a:lnTo>
                    <a:pt x="458307" y="1288503"/>
                  </a:lnTo>
                  <a:lnTo>
                    <a:pt x="458284" y="1288509"/>
                  </a:lnTo>
                  <a:lnTo>
                    <a:pt x="458260" y="1288516"/>
                  </a:lnTo>
                  <a:lnTo>
                    <a:pt x="458241" y="1288520"/>
                  </a:lnTo>
                  <a:lnTo>
                    <a:pt x="458226" y="1288523"/>
                  </a:lnTo>
                  <a:lnTo>
                    <a:pt x="458207" y="1288525"/>
                  </a:lnTo>
                  <a:lnTo>
                    <a:pt x="458178" y="1288524"/>
                  </a:lnTo>
                  <a:lnTo>
                    <a:pt x="458157" y="1288523"/>
                  </a:lnTo>
                  <a:lnTo>
                    <a:pt x="458138" y="1288521"/>
                  </a:lnTo>
                  <a:lnTo>
                    <a:pt x="458123" y="1288518"/>
                  </a:lnTo>
                  <a:lnTo>
                    <a:pt x="458108" y="1288514"/>
                  </a:lnTo>
                  <a:lnTo>
                    <a:pt x="458087" y="1288509"/>
                  </a:lnTo>
                  <a:lnTo>
                    <a:pt x="458068" y="1288504"/>
                  </a:lnTo>
                  <a:lnTo>
                    <a:pt x="458053" y="1288500"/>
                  </a:lnTo>
                  <a:lnTo>
                    <a:pt x="458041" y="1288495"/>
                  </a:lnTo>
                  <a:lnTo>
                    <a:pt x="458028" y="1288490"/>
                  </a:lnTo>
                  <a:lnTo>
                    <a:pt x="458021" y="1288484"/>
                  </a:lnTo>
                  <a:lnTo>
                    <a:pt x="458007" y="1288473"/>
                  </a:lnTo>
                  <a:lnTo>
                    <a:pt x="457992" y="1288461"/>
                  </a:lnTo>
                  <a:lnTo>
                    <a:pt x="457973" y="1288445"/>
                  </a:lnTo>
                  <a:lnTo>
                    <a:pt x="457951" y="1288426"/>
                  </a:lnTo>
                  <a:lnTo>
                    <a:pt x="457939" y="1288416"/>
                  </a:lnTo>
                  <a:lnTo>
                    <a:pt x="457927" y="1288408"/>
                  </a:lnTo>
                  <a:lnTo>
                    <a:pt x="457917" y="1288404"/>
                  </a:lnTo>
                  <a:lnTo>
                    <a:pt x="457903" y="1288398"/>
                  </a:lnTo>
                  <a:lnTo>
                    <a:pt x="457889" y="1288392"/>
                  </a:lnTo>
                  <a:lnTo>
                    <a:pt x="457878" y="1288385"/>
                  </a:lnTo>
                  <a:lnTo>
                    <a:pt x="457865" y="1288377"/>
                  </a:lnTo>
                  <a:lnTo>
                    <a:pt x="457851" y="1288369"/>
                  </a:lnTo>
                  <a:lnTo>
                    <a:pt x="457834" y="1288360"/>
                  </a:lnTo>
                  <a:lnTo>
                    <a:pt x="457810" y="1288350"/>
                  </a:lnTo>
                  <a:lnTo>
                    <a:pt x="457787" y="1288341"/>
                  </a:lnTo>
                  <a:lnTo>
                    <a:pt x="457767" y="1288335"/>
                  </a:lnTo>
                  <a:lnTo>
                    <a:pt x="457754" y="1288332"/>
                  </a:lnTo>
                  <a:lnTo>
                    <a:pt x="457738" y="1288331"/>
                  </a:lnTo>
                  <a:lnTo>
                    <a:pt x="457724" y="1288331"/>
                  </a:lnTo>
                  <a:lnTo>
                    <a:pt x="457711" y="1288333"/>
                  </a:lnTo>
                  <a:lnTo>
                    <a:pt x="457696" y="1288337"/>
                  </a:lnTo>
                  <a:lnTo>
                    <a:pt x="457679" y="1288341"/>
                  </a:lnTo>
                  <a:lnTo>
                    <a:pt x="457668" y="1288345"/>
                  </a:lnTo>
                  <a:lnTo>
                    <a:pt x="457656" y="1288350"/>
                  </a:lnTo>
                  <a:lnTo>
                    <a:pt x="457644" y="1288357"/>
                  </a:lnTo>
                  <a:lnTo>
                    <a:pt x="457627" y="1288369"/>
                  </a:lnTo>
                  <a:lnTo>
                    <a:pt x="457604" y="1288385"/>
                  </a:lnTo>
                  <a:lnTo>
                    <a:pt x="457586" y="1288399"/>
                  </a:lnTo>
                  <a:lnTo>
                    <a:pt x="457578" y="1288404"/>
                  </a:lnTo>
                  <a:lnTo>
                    <a:pt x="457571" y="1288407"/>
                  </a:lnTo>
                  <a:lnTo>
                    <a:pt x="457563" y="1288408"/>
                  </a:lnTo>
                  <a:lnTo>
                    <a:pt x="457557" y="1288406"/>
                  </a:lnTo>
                  <a:lnTo>
                    <a:pt x="457545" y="1288400"/>
                  </a:lnTo>
                  <a:lnTo>
                    <a:pt x="457519" y="1288385"/>
                  </a:lnTo>
                  <a:lnTo>
                    <a:pt x="457508" y="1288378"/>
                  </a:lnTo>
                  <a:lnTo>
                    <a:pt x="457493" y="1288367"/>
                  </a:lnTo>
                  <a:lnTo>
                    <a:pt x="457477" y="1288356"/>
                  </a:lnTo>
                  <a:lnTo>
                    <a:pt x="457465" y="1288349"/>
                  </a:lnTo>
                  <a:lnTo>
                    <a:pt x="457449" y="1288340"/>
                  </a:lnTo>
                  <a:lnTo>
                    <a:pt x="457417" y="1288326"/>
                  </a:lnTo>
                  <a:lnTo>
                    <a:pt x="457395" y="1288317"/>
                  </a:lnTo>
                  <a:lnTo>
                    <a:pt x="457376" y="1288308"/>
                  </a:lnTo>
                  <a:lnTo>
                    <a:pt x="457357" y="1288301"/>
                  </a:lnTo>
                  <a:lnTo>
                    <a:pt x="457348" y="1288296"/>
                  </a:lnTo>
                  <a:lnTo>
                    <a:pt x="457343" y="1288293"/>
                  </a:lnTo>
                  <a:lnTo>
                    <a:pt x="457337" y="1288286"/>
                  </a:lnTo>
                  <a:lnTo>
                    <a:pt x="457334" y="1288279"/>
                  </a:lnTo>
                  <a:lnTo>
                    <a:pt x="457334" y="1288267"/>
                  </a:lnTo>
                  <a:lnTo>
                    <a:pt x="457336" y="1288254"/>
                  </a:lnTo>
                  <a:lnTo>
                    <a:pt x="457339" y="1288241"/>
                  </a:lnTo>
                  <a:lnTo>
                    <a:pt x="457345" y="1288216"/>
                  </a:lnTo>
                  <a:lnTo>
                    <a:pt x="457351" y="1288191"/>
                  </a:lnTo>
                  <a:lnTo>
                    <a:pt x="457357" y="1288171"/>
                  </a:lnTo>
                  <a:lnTo>
                    <a:pt x="457364" y="1288147"/>
                  </a:lnTo>
                  <a:lnTo>
                    <a:pt x="457368" y="1288131"/>
                  </a:lnTo>
                  <a:lnTo>
                    <a:pt x="457374" y="1288111"/>
                  </a:lnTo>
                  <a:lnTo>
                    <a:pt x="457380" y="1288096"/>
                  </a:lnTo>
                  <a:lnTo>
                    <a:pt x="457388" y="1288081"/>
                  </a:lnTo>
                  <a:lnTo>
                    <a:pt x="457391" y="1288072"/>
                  </a:lnTo>
                  <a:lnTo>
                    <a:pt x="457392" y="1288066"/>
                  </a:lnTo>
                  <a:lnTo>
                    <a:pt x="457392" y="1288055"/>
                  </a:lnTo>
                  <a:lnTo>
                    <a:pt x="457392" y="1288038"/>
                  </a:lnTo>
                  <a:lnTo>
                    <a:pt x="457391" y="1288026"/>
                  </a:lnTo>
                  <a:lnTo>
                    <a:pt x="457389" y="1288013"/>
                  </a:lnTo>
                  <a:lnTo>
                    <a:pt x="457386" y="1287996"/>
                  </a:lnTo>
                  <a:lnTo>
                    <a:pt x="457385" y="1287986"/>
                  </a:lnTo>
                  <a:lnTo>
                    <a:pt x="457381" y="1287975"/>
                  </a:lnTo>
                  <a:lnTo>
                    <a:pt x="457375" y="1287958"/>
                  </a:lnTo>
                  <a:lnTo>
                    <a:pt x="457374" y="1287950"/>
                  </a:lnTo>
                  <a:lnTo>
                    <a:pt x="457378" y="1287940"/>
                  </a:lnTo>
                  <a:lnTo>
                    <a:pt x="457381" y="1287933"/>
                  </a:lnTo>
                  <a:lnTo>
                    <a:pt x="457387" y="1287925"/>
                  </a:lnTo>
                  <a:lnTo>
                    <a:pt x="457399" y="1287912"/>
                  </a:lnTo>
                  <a:lnTo>
                    <a:pt x="457406" y="1287903"/>
                  </a:lnTo>
                  <a:lnTo>
                    <a:pt x="457413" y="1287889"/>
                  </a:lnTo>
                  <a:lnTo>
                    <a:pt x="457420" y="1287872"/>
                  </a:lnTo>
                  <a:lnTo>
                    <a:pt x="457424" y="1287858"/>
                  </a:lnTo>
                  <a:lnTo>
                    <a:pt x="457428" y="1287842"/>
                  </a:lnTo>
                  <a:lnTo>
                    <a:pt x="457434" y="1287825"/>
                  </a:lnTo>
                  <a:lnTo>
                    <a:pt x="457439" y="1287812"/>
                  </a:lnTo>
                  <a:lnTo>
                    <a:pt x="457443" y="1287802"/>
                  </a:lnTo>
                  <a:lnTo>
                    <a:pt x="457449" y="1287792"/>
                  </a:lnTo>
                  <a:lnTo>
                    <a:pt x="457466" y="1287766"/>
                  </a:lnTo>
                  <a:lnTo>
                    <a:pt x="457475" y="1287750"/>
                  </a:lnTo>
                  <a:lnTo>
                    <a:pt x="457483" y="1287735"/>
                  </a:lnTo>
                  <a:lnTo>
                    <a:pt x="457493" y="1287717"/>
                  </a:lnTo>
                  <a:lnTo>
                    <a:pt x="457499" y="1287706"/>
                  </a:lnTo>
                  <a:lnTo>
                    <a:pt x="457505" y="1287696"/>
                  </a:lnTo>
                  <a:lnTo>
                    <a:pt x="457515" y="1287683"/>
                  </a:lnTo>
                  <a:lnTo>
                    <a:pt x="457525" y="1287670"/>
                  </a:lnTo>
                  <a:lnTo>
                    <a:pt x="457537" y="1287656"/>
                  </a:lnTo>
                  <a:lnTo>
                    <a:pt x="457544" y="1287646"/>
                  </a:lnTo>
                  <a:lnTo>
                    <a:pt x="457551" y="1287636"/>
                  </a:lnTo>
                  <a:lnTo>
                    <a:pt x="457556" y="1287627"/>
                  </a:lnTo>
                  <a:lnTo>
                    <a:pt x="457561" y="1287616"/>
                  </a:lnTo>
                  <a:lnTo>
                    <a:pt x="457565" y="1287607"/>
                  </a:lnTo>
                  <a:lnTo>
                    <a:pt x="457571" y="1287588"/>
                  </a:lnTo>
                  <a:lnTo>
                    <a:pt x="457573" y="1287579"/>
                  </a:lnTo>
                  <a:lnTo>
                    <a:pt x="457575" y="1287571"/>
                  </a:lnTo>
                  <a:lnTo>
                    <a:pt x="457576" y="1287562"/>
                  </a:lnTo>
                  <a:lnTo>
                    <a:pt x="457578" y="1287546"/>
                  </a:lnTo>
                  <a:lnTo>
                    <a:pt x="457578" y="1287530"/>
                  </a:lnTo>
                  <a:lnTo>
                    <a:pt x="457578" y="1287510"/>
                  </a:lnTo>
                  <a:lnTo>
                    <a:pt x="457579" y="1287494"/>
                  </a:lnTo>
                  <a:lnTo>
                    <a:pt x="457578" y="1287483"/>
                  </a:lnTo>
                  <a:lnTo>
                    <a:pt x="457576" y="1287474"/>
                  </a:lnTo>
                  <a:lnTo>
                    <a:pt x="457573" y="1287464"/>
                  </a:lnTo>
                  <a:lnTo>
                    <a:pt x="457569" y="1287452"/>
                  </a:lnTo>
                  <a:lnTo>
                    <a:pt x="457565" y="1287444"/>
                  </a:lnTo>
                  <a:lnTo>
                    <a:pt x="457561" y="1287437"/>
                  </a:lnTo>
                  <a:lnTo>
                    <a:pt x="457553" y="1287425"/>
                  </a:lnTo>
                  <a:lnTo>
                    <a:pt x="457551" y="1287416"/>
                  </a:lnTo>
                  <a:lnTo>
                    <a:pt x="457552" y="1287406"/>
                  </a:lnTo>
                  <a:lnTo>
                    <a:pt x="457555" y="1287399"/>
                  </a:lnTo>
                  <a:lnTo>
                    <a:pt x="457563" y="1287385"/>
                  </a:lnTo>
                  <a:lnTo>
                    <a:pt x="457573" y="1287368"/>
                  </a:lnTo>
                  <a:lnTo>
                    <a:pt x="457585" y="1287351"/>
                  </a:lnTo>
                  <a:lnTo>
                    <a:pt x="457601" y="1287331"/>
                  </a:lnTo>
                  <a:lnTo>
                    <a:pt x="457613" y="1287315"/>
                  </a:lnTo>
                  <a:lnTo>
                    <a:pt x="457625" y="1287297"/>
                  </a:lnTo>
                  <a:lnTo>
                    <a:pt x="457638" y="1287277"/>
                  </a:lnTo>
                  <a:lnTo>
                    <a:pt x="457643" y="1287268"/>
                  </a:lnTo>
                  <a:lnTo>
                    <a:pt x="457649" y="1287256"/>
                  </a:lnTo>
                  <a:lnTo>
                    <a:pt x="457655" y="1287243"/>
                  </a:lnTo>
                  <a:lnTo>
                    <a:pt x="457656" y="1287236"/>
                  </a:lnTo>
                  <a:lnTo>
                    <a:pt x="457656" y="1287229"/>
                  </a:lnTo>
                  <a:lnTo>
                    <a:pt x="457648" y="1287223"/>
                  </a:lnTo>
                  <a:lnTo>
                    <a:pt x="457633" y="1287212"/>
                  </a:lnTo>
                  <a:lnTo>
                    <a:pt x="457625" y="1287206"/>
                  </a:lnTo>
                  <a:lnTo>
                    <a:pt x="457613" y="1287197"/>
                  </a:lnTo>
                  <a:lnTo>
                    <a:pt x="457590" y="1287180"/>
                  </a:lnTo>
                  <a:lnTo>
                    <a:pt x="457579" y="1287173"/>
                  </a:lnTo>
                  <a:lnTo>
                    <a:pt x="457556" y="1287159"/>
                  </a:lnTo>
                  <a:lnTo>
                    <a:pt x="457548" y="1287155"/>
                  </a:lnTo>
                  <a:lnTo>
                    <a:pt x="457514" y="1287132"/>
                  </a:lnTo>
                  <a:lnTo>
                    <a:pt x="457488" y="1287118"/>
                  </a:lnTo>
                  <a:lnTo>
                    <a:pt x="457465" y="1287104"/>
                  </a:lnTo>
                  <a:lnTo>
                    <a:pt x="457438" y="1287092"/>
                  </a:lnTo>
                  <a:lnTo>
                    <a:pt x="457415" y="1287080"/>
                  </a:lnTo>
                  <a:lnTo>
                    <a:pt x="457366" y="1287053"/>
                  </a:lnTo>
                  <a:lnTo>
                    <a:pt x="457345" y="1287042"/>
                  </a:lnTo>
                  <a:lnTo>
                    <a:pt x="457317" y="1287028"/>
                  </a:lnTo>
                  <a:lnTo>
                    <a:pt x="457295" y="1287018"/>
                  </a:lnTo>
                  <a:lnTo>
                    <a:pt x="457266" y="1287004"/>
                  </a:lnTo>
                  <a:lnTo>
                    <a:pt x="457242" y="1286992"/>
                  </a:lnTo>
                  <a:lnTo>
                    <a:pt x="457218" y="1286979"/>
                  </a:lnTo>
                  <a:lnTo>
                    <a:pt x="457186" y="1286963"/>
                  </a:lnTo>
                  <a:lnTo>
                    <a:pt x="457151" y="1286945"/>
                  </a:lnTo>
                  <a:lnTo>
                    <a:pt x="457128" y="1286933"/>
                  </a:lnTo>
                  <a:lnTo>
                    <a:pt x="457086" y="1286912"/>
                  </a:lnTo>
                  <a:lnTo>
                    <a:pt x="457051" y="1286892"/>
                  </a:lnTo>
                  <a:lnTo>
                    <a:pt x="457023" y="1286876"/>
                  </a:lnTo>
                  <a:lnTo>
                    <a:pt x="456999" y="1286864"/>
                  </a:lnTo>
                  <a:lnTo>
                    <a:pt x="456975" y="1286852"/>
                  </a:lnTo>
                  <a:lnTo>
                    <a:pt x="456956" y="1286842"/>
                  </a:lnTo>
                  <a:lnTo>
                    <a:pt x="456939" y="1286836"/>
                  </a:lnTo>
                  <a:lnTo>
                    <a:pt x="456925" y="1286832"/>
                  </a:lnTo>
                  <a:lnTo>
                    <a:pt x="456916" y="1286831"/>
                  </a:lnTo>
                  <a:lnTo>
                    <a:pt x="456903" y="1286830"/>
                  </a:lnTo>
                  <a:lnTo>
                    <a:pt x="456893" y="1286831"/>
                  </a:lnTo>
                  <a:lnTo>
                    <a:pt x="456883" y="1286834"/>
                  </a:lnTo>
                  <a:lnTo>
                    <a:pt x="456858" y="1286840"/>
                  </a:lnTo>
                  <a:lnTo>
                    <a:pt x="456832" y="1286845"/>
                  </a:lnTo>
                  <a:lnTo>
                    <a:pt x="456814" y="1286850"/>
                  </a:lnTo>
                  <a:lnTo>
                    <a:pt x="456789" y="1286857"/>
                  </a:lnTo>
                  <a:lnTo>
                    <a:pt x="456776" y="1286862"/>
                  </a:lnTo>
                  <a:lnTo>
                    <a:pt x="456754" y="1286870"/>
                  </a:lnTo>
                  <a:lnTo>
                    <a:pt x="456726" y="1286878"/>
                  </a:lnTo>
                  <a:lnTo>
                    <a:pt x="456707" y="1286884"/>
                  </a:lnTo>
                  <a:lnTo>
                    <a:pt x="456694" y="1286886"/>
                  </a:lnTo>
                  <a:lnTo>
                    <a:pt x="456687" y="1286887"/>
                  </a:lnTo>
                  <a:lnTo>
                    <a:pt x="456679" y="1286886"/>
                  </a:lnTo>
                  <a:lnTo>
                    <a:pt x="456666" y="1286882"/>
                  </a:lnTo>
                  <a:lnTo>
                    <a:pt x="456651" y="1286875"/>
                  </a:lnTo>
                  <a:lnTo>
                    <a:pt x="456631" y="1286864"/>
                  </a:lnTo>
                  <a:lnTo>
                    <a:pt x="456613" y="1286851"/>
                  </a:lnTo>
                  <a:lnTo>
                    <a:pt x="456598" y="1286838"/>
                  </a:lnTo>
                  <a:lnTo>
                    <a:pt x="456582" y="1286822"/>
                  </a:lnTo>
                  <a:lnTo>
                    <a:pt x="456557" y="1286794"/>
                  </a:lnTo>
                  <a:lnTo>
                    <a:pt x="456541" y="1286775"/>
                  </a:lnTo>
                  <a:lnTo>
                    <a:pt x="456536" y="1286773"/>
                  </a:lnTo>
                  <a:lnTo>
                    <a:pt x="456530" y="1286772"/>
                  </a:lnTo>
                  <a:lnTo>
                    <a:pt x="456525" y="1286775"/>
                  </a:lnTo>
                  <a:lnTo>
                    <a:pt x="456505" y="1286789"/>
                  </a:lnTo>
                  <a:lnTo>
                    <a:pt x="456485" y="1286802"/>
                  </a:lnTo>
                  <a:lnTo>
                    <a:pt x="456455" y="1286816"/>
                  </a:lnTo>
                  <a:lnTo>
                    <a:pt x="456423" y="1286832"/>
                  </a:lnTo>
                  <a:lnTo>
                    <a:pt x="456401" y="1286846"/>
                  </a:lnTo>
                  <a:lnTo>
                    <a:pt x="456376" y="1286858"/>
                  </a:lnTo>
                  <a:lnTo>
                    <a:pt x="456339" y="1286871"/>
                  </a:lnTo>
                  <a:lnTo>
                    <a:pt x="456323" y="1286877"/>
                  </a:lnTo>
                  <a:lnTo>
                    <a:pt x="456304" y="1286883"/>
                  </a:lnTo>
                  <a:lnTo>
                    <a:pt x="456290" y="1286888"/>
                  </a:lnTo>
                  <a:lnTo>
                    <a:pt x="456280" y="1286892"/>
                  </a:lnTo>
                  <a:lnTo>
                    <a:pt x="456262" y="1286902"/>
                  </a:lnTo>
                  <a:lnTo>
                    <a:pt x="456249" y="1286910"/>
                  </a:lnTo>
                  <a:lnTo>
                    <a:pt x="456239" y="1286917"/>
                  </a:lnTo>
                  <a:lnTo>
                    <a:pt x="456221" y="1286934"/>
                  </a:lnTo>
                  <a:lnTo>
                    <a:pt x="456206" y="1286948"/>
                  </a:lnTo>
                  <a:lnTo>
                    <a:pt x="456185" y="1286972"/>
                  </a:lnTo>
                  <a:lnTo>
                    <a:pt x="456171" y="1286988"/>
                  </a:lnTo>
                  <a:lnTo>
                    <a:pt x="456152" y="1287008"/>
                  </a:lnTo>
                  <a:lnTo>
                    <a:pt x="456138" y="1287022"/>
                  </a:lnTo>
                  <a:lnTo>
                    <a:pt x="456125" y="1287037"/>
                  </a:lnTo>
                  <a:lnTo>
                    <a:pt x="456107" y="1287058"/>
                  </a:lnTo>
                  <a:lnTo>
                    <a:pt x="456096" y="1287071"/>
                  </a:lnTo>
                  <a:lnTo>
                    <a:pt x="456085" y="1287084"/>
                  </a:lnTo>
                  <a:lnTo>
                    <a:pt x="456074" y="1287097"/>
                  </a:lnTo>
                  <a:lnTo>
                    <a:pt x="456066" y="1287104"/>
                  </a:lnTo>
                  <a:lnTo>
                    <a:pt x="456059" y="1287109"/>
                  </a:lnTo>
                  <a:lnTo>
                    <a:pt x="456052" y="1287113"/>
                  </a:lnTo>
                  <a:lnTo>
                    <a:pt x="456045" y="1287114"/>
                  </a:lnTo>
                  <a:lnTo>
                    <a:pt x="456038" y="1287113"/>
                  </a:lnTo>
                  <a:lnTo>
                    <a:pt x="456031" y="1287110"/>
                  </a:lnTo>
                  <a:lnTo>
                    <a:pt x="456021" y="1287103"/>
                  </a:lnTo>
                  <a:lnTo>
                    <a:pt x="456005" y="1287089"/>
                  </a:lnTo>
                  <a:lnTo>
                    <a:pt x="455995" y="1287079"/>
                  </a:lnTo>
                  <a:lnTo>
                    <a:pt x="455978" y="1287061"/>
                  </a:lnTo>
                  <a:lnTo>
                    <a:pt x="455966" y="1287046"/>
                  </a:lnTo>
                  <a:lnTo>
                    <a:pt x="455953" y="1287031"/>
                  </a:lnTo>
                  <a:lnTo>
                    <a:pt x="455946" y="1287026"/>
                  </a:lnTo>
                  <a:lnTo>
                    <a:pt x="455940" y="1287018"/>
                  </a:lnTo>
                  <a:lnTo>
                    <a:pt x="455933" y="1287013"/>
                  </a:lnTo>
                  <a:lnTo>
                    <a:pt x="455909" y="1286997"/>
                  </a:lnTo>
                  <a:lnTo>
                    <a:pt x="455893" y="1286989"/>
                  </a:lnTo>
                  <a:lnTo>
                    <a:pt x="455882" y="1286982"/>
                  </a:lnTo>
                  <a:lnTo>
                    <a:pt x="455870" y="1286974"/>
                  </a:lnTo>
                  <a:lnTo>
                    <a:pt x="455859" y="1286965"/>
                  </a:lnTo>
                  <a:lnTo>
                    <a:pt x="455846" y="1286953"/>
                  </a:lnTo>
                  <a:lnTo>
                    <a:pt x="455835" y="1286940"/>
                  </a:lnTo>
                  <a:lnTo>
                    <a:pt x="455817" y="1286920"/>
                  </a:lnTo>
                  <a:lnTo>
                    <a:pt x="455802" y="1286902"/>
                  </a:lnTo>
                  <a:lnTo>
                    <a:pt x="455787" y="1286883"/>
                  </a:lnTo>
                  <a:lnTo>
                    <a:pt x="455773" y="1286865"/>
                  </a:lnTo>
                  <a:lnTo>
                    <a:pt x="455764" y="1286855"/>
                  </a:lnTo>
                  <a:lnTo>
                    <a:pt x="455753" y="1286840"/>
                  </a:lnTo>
                  <a:lnTo>
                    <a:pt x="455743" y="1286826"/>
                  </a:lnTo>
                  <a:lnTo>
                    <a:pt x="455732" y="1286810"/>
                  </a:lnTo>
                  <a:lnTo>
                    <a:pt x="455724" y="1286797"/>
                  </a:lnTo>
                  <a:lnTo>
                    <a:pt x="455716" y="1286782"/>
                  </a:lnTo>
                  <a:lnTo>
                    <a:pt x="455709" y="1286768"/>
                  </a:lnTo>
                  <a:lnTo>
                    <a:pt x="455699" y="1286748"/>
                  </a:lnTo>
                  <a:lnTo>
                    <a:pt x="455687" y="1286723"/>
                  </a:lnTo>
                  <a:lnTo>
                    <a:pt x="455679" y="1286710"/>
                  </a:lnTo>
                  <a:lnTo>
                    <a:pt x="455672" y="1286696"/>
                  </a:lnTo>
                  <a:lnTo>
                    <a:pt x="455665" y="1286686"/>
                  </a:lnTo>
                  <a:lnTo>
                    <a:pt x="455656" y="1286674"/>
                  </a:lnTo>
                  <a:lnTo>
                    <a:pt x="455646" y="1286664"/>
                  </a:lnTo>
                  <a:lnTo>
                    <a:pt x="455636" y="1286653"/>
                  </a:lnTo>
                  <a:lnTo>
                    <a:pt x="455624" y="1286642"/>
                  </a:lnTo>
                  <a:lnTo>
                    <a:pt x="455613" y="1286632"/>
                  </a:lnTo>
                  <a:lnTo>
                    <a:pt x="455601" y="1286623"/>
                  </a:lnTo>
                  <a:lnTo>
                    <a:pt x="455588" y="1286614"/>
                  </a:lnTo>
                  <a:lnTo>
                    <a:pt x="455569" y="1286601"/>
                  </a:lnTo>
                  <a:lnTo>
                    <a:pt x="455555" y="1286595"/>
                  </a:lnTo>
                  <a:lnTo>
                    <a:pt x="455537" y="1286586"/>
                  </a:lnTo>
                  <a:lnTo>
                    <a:pt x="455528" y="1286582"/>
                  </a:lnTo>
                  <a:lnTo>
                    <a:pt x="455523" y="1286580"/>
                  </a:lnTo>
                  <a:lnTo>
                    <a:pt x="455518" y="1286582"/>
                  </a:lnTo>
                  <a:lnTo>
                    <a:pt x="455511" y="1286592"/>
                  </a:lnTo>
                  <a:lnTo>
                    <a:pt x="455504" y="1286601"/>
                  </a:lnTo>
                  <a:lnTo>
                    <a:pt x="455495" y="1286611"/>
                  </a:lnTo>
                  <a:lnTo>
                    <a:pt x="455486" y="1286620"/>
                  </a:lnTo>
                  <a:lnTo>
                    <a:pt x="455475" y="1286630"/>
                  </a:lnTo>
                  <a:lnTo>
                    <a:pt x="455457" y="1286644"/>
                  </a:lnTo>
                  <a:lnTo>
                    <a:pt x="455443" y="1286655"/>
                  </a:lnTo>
                  <a:lnTo>
                    <a:pt x="455424" y="1286668"/>
                  </a:lnTo>
                  <a:lnTo>
                    <a:pt x="455410" y="1286678"/>
                  </a:lnTo>
                  <a:lnTo>
                    <a:pt x="455400" y="1286686"/>
                  </a:lnTo>
                  <a:lnTo>
                    <a:pt x="455391" y="1286696"/>
                  </a:lnTo>
                  <a:lnTo>
                    <a:pt x="455383" y="1286706"/>
                  </a:lnTo>
                  <a:lnTo>
                    <a:pt x="455378" y="1286713"/>
                  </a:lnTo>
                  <a:lnTo>
                    <a:pt x="455374" y="1286720"/>
                  </a:lnTo>
                  <a:lnTo>
                    <a:pt x="455370" y="1286729"/>
                  </a:lnTo>
                  <a:lnTo>
                    <a:pt x="455368" y="1286737"/>
                  </a:lnTo>
                  <a:lnTo>
                    <a:pt x="455366" y="1286750"/>
                  </a:lnTo>
                  <a:lnTo>
                    <a:pt x="455365" y="1286770"/>
                  </a:lnTo>
                  <a:lnTo>
                    <a:pt x="455364" y="1286794"/>
                  </a:lnTo>
                  <a:lnTo>
                    <a:pt x="455361" y="1286822"/>
                  </a:lnTo>
                  <a:lnTo>
                    <a:pt x="455360" y="1286842"/>
                  </a:lnTo>
                  <a:lnTo>
                    <a:pt x="455361" y="1286867"/>
                  </a:lnTo>
                  <a:lnTo>
                    <a:pt x="455360" y="1286900"/>
                  </a:lnTo>
                  <a:lnTo>
                    <a:pt x="455360" y="1286933"/>
                  </a:lnTo>
                  <a:lnTo>
                    <a:pt x="455360" y="1286968"/>
                  </a:lnTo>
                  <a:lnTo>
                    <a:pt x="455360" y="1286998"/>
                  </a:lnTo>
                  <a:lnTo>
                    <a:pt x="455360" y="1287019"/>
                  </a:lnTo>
                  <a:lnTo>
                    <a:pt x="455359" y="1287050"/>
                  </a:lnTo>
                  <a:lnTo>
                    <a:pt x="455358" y="1287067"/>
                  </a:lnTo>
                  <a:lnTo>
                    <a:pt x="455357" y="1287080"/>
                  </a:lnTo>
                  <a:lnTo>
                    <a:pt x="455353" y="1287101"/>
                  </a:lnTo>
                  <a:lnTo>
                    <a:pt x="455348" y="1287124"/>
                  </a:lnTo>
                  <a:lnTo>
                    <a:pt x="455345" y="1287145"/>
                  </a:lnTo>
                  <a:lnTo>
                    <a:pt x="455341" y="1287162"/>
                  </a:lnTo>
                  <a:lnTo>
                    <a:pt x="455340" y="1287179"/>
                  </a:lnTo>
                  <a:lnTo>
                    <a:pt x="455339" y="1287192"/>
                  </a:lnTo>
                  <a:lnTo>
                    <a:pt x="455341" y="1287199"/>
                  </a:lnTo>
                  <a:lnTo>
                    <a:pt x="455343" y="1287207"/>
                  </a:lnTo>
                  <a:lnTo>
                    <a:pt x="455333" y="1287219"/>
                  </a:lnTo>
                  <a:lnTo>
                    <a:pt x="455320" y="1287228"/>
                  </a:lnTo>
                  <a:lnTo>
                    <a:pt x="455307" y="1287236"/>
                  </a:lnTo>
                  <a:lnTo>
                    <a:pt x="455288" y="1287244"/>
                  </a:lnTo>
                  <a:lnTo>
                    <a:pt x="455268" y="1287249"/>
                  </a:lnTo>
                  <a:lnTo>
                    <a:pt x="455248" y="1287249"/>
                  </a:lnTo>
                  <a:lnTo>
                    <a:pt x="455227" y="1287247"/>
                  </a:lnTo>
                  <a:lnTo>
                    <a:pt x="455200" y="1287242"/>
                  </a:lnTo>
                  <a:lnTo>
                    <a:pt x="455184" y="1287235"/>
                  </a:lnTo>
                  <a:lnTo>
                    <a:pt x="455168" y="1287226"/>
                  </a:lnTo>
                  <a:lnTo>
                    <a:pt x="455151" y="1287215"/>
                  </a:lnTo>
                  <a:lnTo>
                    <a:pt x="455132" y="1287206"/>
                  </a:lnTo>
                  <a:lnTo>
                    <a:pt x="455125" y="1287202"/>
                  </a:lnTo>
                  <a:lnTo>
                    <a:pt x="455112" y="1287193"/>
                  </a:lnTo>
                  <a:lnTo>
                    <a:pt x="455099" y="1287186"/>
                  </a:lnTo>
                  <a:lnTo>
                    <a:pt x="455087" y="1287183"/>
                  </a:lnTo>
                  <a:lnTo>
                    <a:pt x="455075" y="1287181"/>
                  </a:lnTo>
                  <a:lnTo>
                    <a:pt x="455060" y="1287180"/>
                  </a:lnTo>
                  <a:lnTo>
                    <a:pt x="455045" y="1287182"/>
                  </a:lnTo>
                  <a:lnTo>
                    <a:pt x="455032" y="1287184"/>
                  </a:lnTo>
                  <a:lnTo>
                    <a:pt x="455016" y="1287187"/>
                  </a:lnTo>
                  <a:lnTo>
                    <a:pt x="454977" y="1287188"/>
                  </a:lnTo>
                  <a:lnTo>
                    <a:pt x="454950" y="1287189"/>
                  </a:lnTo>
                  <a:lnTo>
                    <a:pt x="454939" y="1287187"/>
                  </a:lnTo>
                  <a:lnTo>
                    <a:pt x="454925" y="1287183"/>
                  </a:lnTo>
                  <a:lnTo>
                    <a:pt x="454906" y="1287175"/>
                  </a:lnTo>
                  <a:lnTo>
                    <a:pt x="454890" y="1287168"/>
                  </a:lnTo>
                  <a:lnTo>
                    <a:pt x="454877" y="1287160"/>
                  </a:lnTo>
                  <a:lnTo>
                    <a:pt x="454862" y="1287149"/>
                  </a:lnTo>
                  <a:lnTo>
                    <a:pt x="454844" y="1287136"/>
                  </a:lnTo>
                  <a:lnTo>
                    <a:pt x="454827" y="1287123"/>
                  </a:lnTo>
                  <a:lnTo>
                    <a:pt x="454819" y="1287119"/>
                  </a:lnTo>
                  <a:lnTo>
                    <a:pt x="454812" y="1287117"/>
                  </a:lnTo>
                  <a:lnTo>
                    <a:pt x="454805" y="1287118"/>
                  </a:lnTo>
                  <a:lnTo>
                    <a:pt x="454796" y="1287124"/>
                  </a:lnTo>
                  <a:lnTo>
                    <a:pt x="454781" y="1287137"/>
                  </a:lnTo>
                  <a:lnTo>
                    <a:pt x="454764" y="1287153"/>
                  </a:lnTo>
                  <a:lnTo>
                    <a:pt x="454751" y="1287163"/>
                  </a:lnTo>
                  <a:lnTo>
                    <a:pt x="454736" y="1287174"/>
                  </a:lnTo>
                  <a:lnTo>
                    <a:pt x="454724" y="1287183"/>
                  </a:lnTo>
                  <a:lnTo>
                    <a:pt x="454713" y="1287195"/>
                  </a:lnTo>
                  <a:lnTo>
                    <a:pt x="454703" y="1287206"/>
                  </a:lnTo>
                  <a:lnTo>
                    <a:pt x="454688" y="1287217"/>
                  </a:lnTo>
                  <a:lnTo>
                    <a:pt x="454668" y="1287230"/>
                  </a:lnTo>
                  <a:lnTo>
                    <a:pt x="454659" y="1287237"/>
                  </a:lnTo>
                  <a:lnTo>
                    <a:pt x="454653" y="1287243"/>
                  </a:lnTo>
                  <a:lnTo>
                    <a:pt x="454649" y="1287248"/>
                  </a:lnTo>
                  <a:lnTo>
                    <a:pt x="454641" y="1287261"/>
                  </a:lnTo>
                  <a:lnTo>
                    <a:pt x="454634" y="1287274"/>
                  </a:lnTo>
                  <a:lnTo>
                    <a:pt x="454628" y="1287287"/>
                  </a:lnTo>
                  <a:lnTo>
                    <a:pt x="454622" y="1287302"/>
                  </a:lnTo>
                  <a:lnTo>
                    <a:pt x="454617" y="1287317"/>
                  </a:lnTo>
                  <a:lnTo>
                    <a:pt x="454613" y="1287329"/>
                  </a:lnTo>
                  <a:lnTo>
                    <a:pt x="454609" y="1287338"/>
                  </a:lnTo>
                  <a:lnTo>
                    <a:pt x="454606" y="1287342"/>
                  </a:lnTo>
                  <a:lnTo>
                    <a:pt x="454601" y="1287347"/>
                  </a:lnTo>
                  <a:lnTo>
                    <a:pt x="454595" y="1287350"/>
                  </a:lnTo>
                  <a:lnTo>
                    <a:pt x="454588" y="1287353"/>
                  </a:lnTo>
                  <a:lnTo>
                    <a:pt x="454579" y="1287354"/>
                  </a:lnTo>
                  <a:lnTo>
                    <a:pt x="454560" y="1287356"/>
                  </a:lnTo>
                  <a:lnTo>
                    <a:pt x="454548" y="1287359"/>
                  </a:lnTo>
                  <a:lnTo>
                    <a:pt x="454531" y="1287363"/>
                  </a:lnTo>
                  <a:lnTo>
                    <a:pt x="454516" y="1287367"/>
                  </a:lnTo>
                  <a:lnTo>
                    <a:pt x="454498" y="1287371"/>
                  </a:lnTo>
                  <a:lnTo>
                    <a:pt x="454475" y="1287378"/>
                  </a:lnTo>
                  <a:lnTo>
                    <a:pt x="454453" y="1287384"/>
                  </a:lnTo>
                  <a:lnTo>
                    <a:pt x="454434" y="1287391"/>
                  </a:lnTo>
                  <a:lnTo>
                    <a:pt x="454416" y="1287398"/>
                  </a:lnTo>
                  <a:lnTo>
                    <a:pt x="454393" y="1287408"/>
                  </a:lnTo>
                  <a:lnTo>
                    <a:pt x="454375" y="1287416"/>
                  </a:lnTo>
                  <a:lnTo>
                    <a:pt x="454352" y="1287424"/>
                  </a:lnTo>
                  <a:lnTo>
                    <a:pt x="454340" y="1287428"/>
                  </a:lnTo>
                  <a:lnTo>
                    <a:pt x="454320" y="1287434"/>
                  </a:lnTo>
                  <a:lnTo>
                    <a:pt x="454301" y="1287437"/>
                  </a:lnTo>
                  <a:lnTo>
                    <a:pt x="454276" y="1287440"/>
                  </a:lnTo>
                  <a:lnTo>
                    <a:pt x="454254" y="1287443"/>
                  </a:lnTo>
                  <a:lnTo>
                    <a:pt x="454231" y="1287447"/>
                  </a:lnTo>
                  <a:lnTo>
                    <a:pt x="454206" y="1287453"/>
                  </a:lnTo>
                  <a:lnTo>
                    <a:pt x="454177" y="1287458"/>
                  </a:lnTo>
                  <a:lnTo>
                    <a:pt x="454157" y="1287459"/>
                  </a:lnTo>
                  <a:lnTo>
                    <a:pt x="454136" y="1287461"/>
                  </a:lnTo>
                  <a:lnTo>
                    <a:pt x="454118" y="1287462"/>
                  </a:lnTo>
                  <a:lnTo>
                    <a:pt x="454101" y="1287465"/>
                  </a:lnTo>
                  <a:lnTo>
                    <a:pt x="454088" y="1287469"/>
                  </a:lnTo>
                  <a:lnTo>
                    <a:pt x="454080" y="1287473"/>
                  </a:lnTo>
                  <a:lnTo>
                    <a:pt x="454074" y="1287477"/>
                  </a:lnTo>
                  <a:lnTo>
                    <a:pt x="454072" y="1287482"/>
                  </a:lnTo>
                  <a:lnTo>
                    <a:pt x="454067" y="1287494"/>
                  </a:lnTo>
                  <a:lnTo>
                    <a:pt x="454064" y="1287505"/>
                  </a:lnTo>
                  <a:lnTo>
                    <a:pt x="454061" y="1287516"/>
                  </a:lnTo>
                  <a:lnTo>
                    <a:pt x="454060" y="1287530"/>
                  </a:lnTo>
                  <a:lnTo>
                    <a:pt x="454059" y="1287545"/>
                  </a:lnTo>
                  <a:lnTo>
                    <a:pt x="454059" y="1287556"/>
                  </a:lnTo>
                  <a:lnTo>
                    <a:pt x="454058" y="1287578"/>
                  </a:lnTo>
                  <a:lnTo>
                    <a:pt x="454059" y="1287595"/>
                  </a:lnTo>
                  <a:lnTo>
                    <a:pt x="454059" y="1287616"/>
                  </a:lnTo>
                  <a:lnTo>
                    <a:pt x="454061" y="1287639"/>
                  </a:lnTo>
                  <a:lnTo>
                    <a:pt x="454063" y="1287651"/>
                  </a:lnTo>
                  <a:lnTo>
                    <a:pt x="454064" y="1287658"/>
                  </a:lnTo>
                  <a:lnTo>
                    <a:pt x="454067" y="1287672"/>
                  </a:lnTo>
                  <a:lnTo>
                    <a:pt x="454073" y="1287686"/>
                  </a:lnTo>
                  <a:lnTo>
                    <a:pt x="454078" y="1287696"/>
                  </a:lnTo>
                  <a:lnTo>
                    <a:pt x="454084" y="1287705"/>
                  </a:lnTo>
                  <a:lnTo>
                    <a:pt x="454090" y="1287712"/>
                  </a:lnTo>
                  <a:lnTo>
                    <a:pt x="454098" y="1287722"/>
                  </a:lnTo>
                  <a:lnTo>
                    <a:pt x="454104" y="1287729"/>
                  </a:lnTo>
                  <a:lnTo>
                    <a:pt x="454111" y="1287739"/>
                  </a:lnTo>
                  <a:lnTo>
                    <a:pt x="454118" y="1287749"/>
                  </a:lnTo>
                  <a:lnTo>
                    <a:pt x="454127" y="1287763"/>
                  </a:lnTo>
                  <a:lnTo>
                    <a:pt x="454138" y="1287779"/>
                  </a:lnTo>
                  <a:lnTo>
                    <a:pt x="454144" y="1287787"/>
                  </a:lnTo>
                  <a:lnTo>
                    <a:pt x="454150" y="1287794"/>
                  </a:lnTo>
                  <a:lnTo>
                    <a:pt x="454159" y="1287802"/>
                  </a:lnTo>
                  <a:lnTo>
                    <a:pt x="454170" y="1287810"/>
                  </a:lnTo>
                  <a:lnTo>
                    <a:pt x="454180" y="1287817"/>
                  </a:lnTo>
                  <a:lnTo>
                    <a:pt x="454183" y="1287822"/>
                  </a:lnTo>
                  <a:lnTo>
                    <a:pt x="454179" y="1287826"/>
                  </a:lnTo>
                  <a:lnTo>
                    <a:pt x="454162" y="1287829"/>
                  </a:lnTo>
                  <a:lnTo>
                    <a:pt x="454150" y="1287831"/>
                  </a:lnTo>
                  <a:lnTo>
                    <a:pt x="454138" y="1287836"/>
                  </a:lnTo>
                  <a:lnTo>
                    <a:pt x="454120" y="1287843"/>
                  </a:lnTo>
                  <a:lnTo>
                    <a:pt x="454104" y="1287850"/>
                  </a:lnTo>
                  <a:lnTo>
                    <a:pt x="454088" y="1287855"/>
                  </a:lnTo>
                  <a:lnTo>
                    <a:pt x="454073" y="1287860"/>
                  </a:lnTo>
                  <a:lnTo>
                    <a:pt x="454053" y="1287866"/>
                  </a:lnTo>
                  <a:lnTo>
                    <a:pt x="454041" y="1287871"/>
                  </a:lnTo>
                  <a:lnTo>
                    <a:pt x="454034" y="1287877"/>
                  </a:lnTo>
                  <a:lnTo>
                    <a:pt x="454023" y="1287885"/>
                  </a:lnTo>
                  <a:lnTo>
                    <a:pt x="454013" y="1287894"/>
                  </a:lnTo>
                  <a:lnTo>
                    <a:pt x="454000" y="1287906"/>
                  </a:lnTo>
                  <a:lnTo>
                    <a:pt x="453990" y="1287913"/>
                  </a:lnTo>
                  <a:lnTo>
                    <a:pt x="453977" y="1287922"/>
                  </a:lnTo>
                  <a:lnTo>
                    <a:pt x="453963" y="1287930"/>
                  </a:lnTo>
                  <a:lnTo>
                    <a:pt x="453945" y="1287940"/>
                  </a:lnTo>
                  <a:lnTo>
                    <a:pt x="453929" y="1287949"/>
                  </a:lnTo>
                  <a:lnTo>
                    <a:pt x="453912" y="1287958"/>
                  </a:lnTo>
                  <a:lnTo>
                    <a:pt x="453895" y="1287967"/>
                  </a:lnTo>
                  <a:lnTo>
                    <a:pt x="453889" y="1287969"/>
                  </a:lnTo>
                  <a:lnTo>
                    <a:pt x="453884" y="1287969"/>
                  </a:lnTo>
                  <a:lnTo>
                    <a:pt x="453875" y="1287966"/>
                  </a:lnTo>
                  <a:lnTo>
                    <a:pt x="453860" y="1287958"/>
                  </a:lnTo>
                  <a:lnTo>
                    <a:pt x="453837" y="1287945"/>
                  </a:lnTo>
                  <a:lnTo>
                    <a:pt x="453812" y="1287928"/>
                  </a:lnTo>
                  <a:lnTo>
                    <a:pt x="453792" y="1287913"/>
                  </a:lnTo>
                  <a:lnTo>
                    <a:pt x="453779" y="1287901"/>
                  </a:lnTo>
                  <a:lnTo>
                    <a:pt x="453773" y="1287894"/>
                  </a:lnTo>
                  <a:lnTo>
                    <a:pt x="453766" y="1287878"/>
                  </a:lnTo>
                  <a:lnTo>
                    <a:pt x="453757" y="1287857"/>
                  </a:lnTo>
                  <a:lnTo>
                    <a:pt x="453753" y="1287845"/>
                  </a:lnTo>
                  <a:lnTo>
                    <a:pt x="453745" y="1287828"/>
                  </a:lnTo>
                  <a:lnTo>
                    <a:pt x="453737" y="1287815"/>
                  </a:lnTo>
                  <a:lnTo>
                    <a:pt x="453726" y="1287796"/>
                  </a:lnTo>
                  <a:lnTo>
                    <a:pt x="453712" y="1287776"/>
                  </a:lnTo>
                  <a:lnTo>
                    <a:pt x="453703" y="1287766"/>
                  </a:lnTo>
                  <a:lnTo>
                    <a:pt x="453697" y="1287761"/>
                  </a:lnTo>
                  <a:lnTo>
                    <a:pt x="453690" y="1287756"/>
                  </a:lnTo>
                  <a:lnTo>
                    <a:pt x="453684" y="1287753"/>
                  </a:lnTo>
                  <a:lnTo>
                    <a:pt x="453665" y="1287744"/>
                  </a:lnTo>
                  <a:lnTo>
                    <a:pt x="453645" y="1287734"/>
                  </a:lnTo>
                  <a:lnTo>
                    <a:pt x="453627" y="1287726"/>
                  </a:lnTo>
                  <a:lnTo>
                    <a:pt x="453608" y="1287720"/>
                  </a:lnTo>
                  <a:lnTo>
                    <a:pt x="453589" y="1287715"/>
                  </a:lnTo>
                  <a:lnTo>
                    <a:pt x="453573" y="1287709"/>
                  </a:lnTo>
                  <a:lnTo>
                    <a:pt x="453559" y="1287703"/>
                  </a:lnTo>
                  <a:lnTo>
                    <a:pt x="453538" y="1287694"/>
                  </a:lnTo>
                  <a:lnTo>
                    <a:pt x="453509" y="1287682"/>
                  </a:lnTo>
                  <a:lnTo>
                    <a:pt x="453490" y="1287675"/>
                  </a:lnTo>
                  <a:lnTo>
                    <a:pt x="453469" y="1287667"/>
                  </a:lnTo>
                  <a:lnTo>
                    <a:pt x="453449" y="1287661"/>
                  </a:lnTo>
                  <a:lnTo>
                    <a:pt x="453436" y="1287658"/>
                  </a:lnTo>
                  <a:lnTo>
                    <a:pt x="453413" y="1287655"/>
                  </a:lnTo>
                  <a:lnTo>
                    <a:pt x="453392" y="1287652"/>
                  </a:lnTo>
                  <a:lnTo>
                    <a:pt x="453380" y="1287650"/>
                  </a:lnTo>
                  <a:lnTo>
                    <a:pt x="453355" y="1287646"/>
                  </a:lnTo>
                  <a:lnTo>
                    <a:pt x="453330" y="1287644"/>
                  </a:lnTo>
                  <a:lnTo>
                    <a:pt x="453320" y="1287643"/>
                  </a:lnTo>
                  <a:lnTo>
                    <a:pt x="453309" y="1287640"/>
                  </a:lnTo>
                  <a:lnTo>
                    <a:pt x="453297" y="1287635"/>
                  </a:lnTo>
                  <a:lnTo>
                    <a:pt x="453280" y="1287628"/>
                  </a:lnTo>
                  <a:lnTo>
                    <a:pt x="453258" y="1287619"/>
                  </a:lnTo>
                  <a:lnTo>
                    <a:pt x="453237" y="1287611"/>
                  </a:lnTo>
                  <a:lnTo>
                    <a:pt x="453217" y="1287603"/>
                  </a:lnTo>
                  <a:lnTo>
                    <a:pt x="453194" y="1287595"/>
                  </a:lnTo>
                  <a:lnTo>
                    <a:pt x="453179" y="1287591"/>
                  </a:lnTo>
                  <a:lnTo>
                    <a:pt x="453157" y="1287586"/>
                  </a:lnTo>
                  <a:lnTo>
                    <a:pt x="453136" y="1287581"/>
                  </a:lnTo>
                  <a:lnTo>
                    <a:pt x="453121" y="1287578"/>
                  </a:lnTo>
                  <a:lnTo>
                    <a:pt x="453114" y="1287575"/>
                  </a:lnTo>
                  <a:lnTo>
                    <a:pt x="453108" y="1287572"/>
                  </a:lnTo>
                  <a:lnTo>
                    <a:pt x="453105" y="1287567"/>
                  </a:lnTo>
                  <a:lnTo>
                    <a:pt x="453103" y="1287558"/>
                  </a:lnTo>
                  <a:lnTo>
                    <a:pt x="453103" y="1287542"/>
                  </a:lnTo>
                  <a:lnTo>
                    <a:pt x="453104" y="1287524"/>
                  </a:lnTo>
                  <a:lnTo>
                    <a:pt x="453104" y="1287514"/>
                  </a:lnTo>
                  <a:lnTo>
                    <a:pt x="453102" y="1287503"/>
                  </a:lnTo>
                  <a:lnTo>
                    <a:pt x="453101" y="1287494"/>
                  </a:lnTo>
                  <a:lnTo>
                    <a:pt x="453099" y="1287487"/>
                  </a:lnTo>
                  <a:lnTo>
                    <a:pt x="453094" y="1287476"/>
                  </a:lnTo>
                  <a:lnTo>
                    <a:pt x="453088" y="1287460"/>
                  </a:lnTo>
                  <a:lnTo>
                    <a:pt x="453086" y="1287453"/>
                  </a:lnTo>
                  <a:lnTo>
                    <a:pt x="453082" y="1287444"/>
                  </a:lnTo>
                  <a:lnTo>
                    <a:pt x="453075" y="1287432"/>
                  </a:lnTo>
                  <a:lnTo>
                    <a:pt x="453067" y="1287419"/>
                  </a:lnTo>
                  <a:lnTo>
                    <a:pt x="453060" y="1287406"/>
                  </a:lnTo>
                  <a:lnTo>
                    <a:pt x="453052" y="1287395"/>
                  </a:lnTo>
                  <a:lnTo>
                    <a:pt x="453039" y="1287377"/>
                  </a:lnTo>
                  <a:lnTo>
                    <a:pt x="453025" y="1287357"/>
                  </a:lnTo>
                  <a:lnTo>
                    <a:pt x="453014" y="1287341"/>
                  </a:lnTo>
                  <a:lnTo>
                    <a:pt x="453007" y="1287332"/>
                  </a:lnTo>
                  <a:lnTo>
                    <a:pt x="452996" y="1287319"/>
                  </a:lnTo>
                  <a:lnTo>
                    <a:pt x="452977" y="1287298"/>
                  </a:lnTo>
                  <a:lnTo>
                    <a:pt x="452958" y="1287276"/>
                  </a:lnTo>
                  <a:lnTo>
                    <a:pt x="452951" y="1287266"/>
                  </a:lnTo>
                  <a:lnTo>
                    <a:pt x="452941" y="1287249"/>
                  </a:lnTo>
                  <a:lnTo>
                    <a:pt x="452931" y="1287233"/>
                  </a:lnTo>
                  <a:lnTo>
                    <a:pt x="452924" y="1287220"/>
                  </a:lnTo>
                  <a:lnTo>
                    <a:pt x="452923" y="1287213"/>
                  </a:lnTo>
                  <a:lnTo>
                    <a:pt x="452923" y="1287204"/>
                  </a:lnTo>
                  <a:lnTo>
                    <a:pt x="452925" y="1287190"/>
                  </a:lnTo>
                  <a:lnTo>
                    <a:pt x="452929" y="1287177"/>
                  </a:lnTo>
                  <a:lnTo>
                    <a:pt x="452934" y="1287164"/>
                  </a:lnTo>
                  <a:lnTo>
                    <a:pt x="452940" y="1287155"/>
                  </a:lnTo>
                  <a:lnTo>
                    <a:pt x="452947" y="1287145"/>
                  </a:lnTo>
                  <a:lnTo>
                    <a:pt x="452953" y="1287138"/>
                  </a:lnTo>
                  <a:lnTo>
                    <a:pt x="452965" y="1287125"/>
                  </a:lnTo>
                  <a:lnTo>
                    <a:pt x="452969" y="1287118"/>
                  </a:lnTo>
                  <a:lnTo>
                    <a:pt x="452970" y="1287109"/>
                  </a:lnTo>
                  <a:lnTo>
                    <a:pt x="452967" y="1287094"/>
                  </a:lnTo>
                  <a:lnTo>
                    <a:pt x="452958" y="1287062"/>
                  </a:lnTo>
                  <a:lnTo>
                    <a:pt x="452956" y="1287043"/>
                  </a:lnTo>
                  <a:lnTo>
                    <a:pt x="452954" y="1287025"/>
                  </a:lnTo>
                  <a:lnTo>
                    <a:pt x="452952" y="1287007"/>
                  </a:lnTo>
                  <a:lnTo>
                    <a:pt x="452950" y="1286969"/>
                  </a:lnTo>
                  <a:lnTo>
                    <a:pt x="452948" y="1286942"/>
                  </a:lnTo>
                  <a:lnTo>
                    <a:pt x="452947" y="1286930"/>
                  </a:lnTo>
                  <a:lnTo>
                    <a:pt x="452947" y="1286906"/>
                  </a:lnTo>
                  <a:lnTo>
                    <a:pt x="452946" y="1286883"/>
                  </a:lnTo>
                  <a:lnTo>
                    <a:pt x="452946" y="1286863"/>
                  </a:lnTo>
                  <a:lnTo>
                    <a:pt x="452946" y="1286839"/>
                  </a:lnTo>
                  <a:lnTo>
                    <a:pt x="452948" y="1286818"/>
                  </a:lnTo>
                  <a:lnTo>
                    <a:pt x="452947" y="1286795"/>
                  </a:lnTo>
                  <a:lnTo>
                    <a:pt x="452945" y="1286779"/>
                  </a:lnTo>
                  <a:lnTo>
                    <a:pt x="452941" y="1286757"/>
                  </a:lnTo>
                  <a:lnTo>
                    <a:pt x="452937" y="1286739"/>
                  </a:lnTo>
                  <a:lnTo>
                    <a:pt x="452932" y="1286728"/>
                  </a:lnTo>
                  <a:lnTo>
                    <a:pt x="452926" y="1286716"/>
                  </a:lnTo>
                  <a:lnTo>
                    <a:pt x="452922" y="1286705"/>
                  </a:lnTo>
                  <a:lnTo>
                    <a:pt x="452912" y="1286699"/>
                  </a:lnTo>
                  <a:lnTo>
                    <a:pt x="452895" y="1286693"/>
                  </a:lnTo>
                  <a:lnTo>
                    <a:pt x="452875" y="1286687"/>
                  </a:lnTo>
                  <a:lnTo>
                    <a:pt x="452862" y="1286681"/>
                  </a:lnTo>
                  <a:lnTo>
                    <a:pt x="452839" y="1286670"/>
                  </a:lnTo>
                  <a:lnTo>
                    <a:pt x="452821" y="1286661"/>
                  </a:lnTo>
                  <a:lnTo>
                    <a:pt x="452804" y="1286647"/>
                  </a:lnTo>
                  <a:lnTo>
                    <a:pt x="452779" y="1286628"/>
                  </a:lnTo>
                  <a:lnTo>
                    <a:pt x="452766" y="1286626"/>
                  </a:lnTo>
                  <a:lnTo>
                    <a:pt x="452755" y="1286627"/>
                  </a:lnTo>
                  <a:lnTo>
                    <a:pt x="452739" y="1286631"/>
                  </a:lnTo>
                  <a:lnTo>
                    <a:pt x="452727" y="1286634"/>
                  </a:lnTo>
                  <a:lnTo>
                    <a:pt x="452706" y="1286636"/>
                  </a:lnTo>
                  <a:lnTo>
                    <a:pt x="452697" y="1286636"/>
                  </a:lnTo>
                  <a:lnTo>
                    <a:pt x="452673" y="1286638"/>
                  </a:lnTo>
                  <a:lnTo>
                    <a:pt x="452665" y="1286637"/>
                  </a:lnTo>
                  <a:lnTo>
                    <a:pt x="452657" y="1286640"/>
                  </a:lnTo>
                  <a:lnTo>
                    <a:pt x="452647" y="1286640"/>
                  </a:lnTo>
                  <a:lnTo>
                    <a:pt x="452621" y="1286643"/>
                  </a:lnTo>
                  <a:lnTo>
                    <a:pt x="452608" y="1286643"/>
                  </a:lnTo>
                  <a:lnTo>
                    <a:pt x="452602" y="1286641"/>
                  </a:lnTo>
                  <a:lnTo>
                    <a:pt x="452580" y="1286642"/>
                  </a:lnTo>
                  <a:lnTo>
                    <a:pt x="452558" y="1286646"/>
                  </a:lnTo>
                  <a:lnTo>
                    <a:pt x="452547" y="1286649"/>
                  </a:lnTo>
                  <a:lnTo>
                    <a:pt x="452532" y="1286655"/>
                  </a:lnTo>
                  <a:lnTo>
                    <a:pt x="452524" y="1286657"/>
                  </a:lnTo>
                  <a:lnTo>
                    <a:pt x="452506" y="1286659"/>
                  </a:lnTo>
                  <a:lnTo>
                    <a:pt x="452491" y="1286662"/>
                  </a:lnTo>
                  <a:lnTo>
                    <a:pt x="452471" y="1286669"/>
                  </a:lnTo>
                  <a:lnTo>
                    <a:pt x="452448" y="1286677"/>
                  </a:lnTo>
                  <a:lnTo>
                    <a:pt x="452439" y="1286682"/>
                  </a:lnTo>
                  <a:lnTo>
                    <a:pt x="452433" y="1286682"/>
                  </a:lnTo>
                  <a:lnTo>
                    <a:pt x="452422" y="1286680"/>
                  </a:lnTo>
                  <a:lnTo>
                    <a:pt x="452412" y="1286676"/>
                  </a:lnTo>
                  <a:lnTo>
                    <a:pt x="452399" y="1286670"/>
                  </a:lnTo>
                  <a:lnTo>
                    <a:pt x="452380" y="1286658"/>
                  </a:lnTo>
                  <a:lnTo>
                    <a:pt x="452359" y="1286644"/>
                  </a:lnTo>
                  <a:lnTo>
                    <a:pt x="452339" y="1286627"/>
                  </a:lnTo>
                  <a:lnTo>
                    <a:pt x="452324" y="1286611"/>
                  </a:lnTo>
                  <a:lnTo>
                    <a:pt x="452306" y="1286594"/>
                  </a:lnTo>
                  <a:lnTo>
                    <a:pt x="452289" y="1286577"/>
                  </a:lnTo>
                  <a:lnTo>
                    <a:pt x="452273" y="1286562"/>
                  </a:lnTo>
                  <a:lnTo>
                    <a:pt x="452256" y="1286545"/>
                  </a:lnTo>
                  <a:lnTo>
                    <a:pt x="452239" y="1286528"/>
                  </a:lnTo>
                  <a:lnTo>
                    <a:pt x="452227" y="1286517"/>
                  </a:lnTo>
                  <a:lnTo>
                    <a:pt x="452215" y="1286510"/>
                  </a:lnTo>
                  <a:lnTo>
                    <a:pt x="452197" y="1286499"/>
                  </a:lnTo>
                  <a:lnTo>
                    <a:pt x="452187" y="1286493"/>
                  </a:lnTo>
                  <a:lnTo>
                    <a:pt x="452182" y="1286490"/>
                  </a:lnTo>
                  <a:lnTo>
                    <a:pt x="452167" y="1286482"/>
                  </a:lnTo>
                  <a:lnTo>
                    <a:pt x="452147" y="1286475"/>
                  </a:lnTo>
                  <a:lnTo>
                    <a:pt x="452140" y="1286476"/>
                  </a:lnTo>
                  <a:lnTo>
                    <a:pt x="452134" y="1286481"/>
                  </a:lnTo>
                  <a:lnTo>
                    <a:pt x="452125" y="1286484"/>
                  </a:lnTo>
                  <a:lnTo>
                    <a:pt x="452108" y="1286479"/>
                  </a:lnTo>
                  <a:lnTo>
                    <a:pt x="452094" y="1286474"/>
                  </a:lnTo>
                  <a:lnTo>
                    <a:pt x="452082" y="1286470"/>
                  </a:lnTo>
                  <a:lnTo>
                    <a:pt x="452073" y="1286468"/>
                  </a:lnTo>
                  <a:lnTo>
                    <a:pt x="452063" y="1286466"/>
                  </a:lnTo>
                  <a:lnTo>
                    <a:pt x="452051" y="1286465"/>
                  </a:lnTo>
                  <a:lnTo>
                    <a:pt x="452037" y="1286467"/>
                  </a:lnTo>
                  <a:lnTo>
                    <a:pt x="452024" y="1286468"/>
                  </a:lnTo>
                  <a:lnTo>
                    <a:pt x="452009" y="1286467"/>
                  </a:lnTo>
                  <a:lnTo>
                    <a:pt x="451990" y="1286463"/>
                  </a:lnTo>
                  <a:lnTo>
                    <a:pt x="451974" y="1286461"/>
                  </a:lnTo>
                  <a:lnTo>
                    <a:pt x="451956" y="1286463"/>
                  </a:lnTo>
                  <a:lnTo>
                    <a:pt x="451945" y="1286458"/>
                  </a:lnTo>
                  <a:lnTo>
                    <a:pt x="451933" y="1286449"/>
                  </a:lnTo>
                  <a:lnTo>
                    <a:pt x="451917" y="1286445"/>
                  </a:lnTo>
                  <a:lnTo>
                    <a:pt x="451905" y="1286446"/>
                  </a:lnTo>
                  <a:lnTo>
                    <a:pt x="451894" y="1286448"/>
                  </a:lnTo>
                  <a:lnTo>
                    <a:pt x="451880" y="1286450"/>
                  </a:lnTo>
                  <a:lnTo>
                    <a:pt x="451865" y="1286449"/>
                  </a:lnTo>
                  <a:lnTo>
                    <a:pt x="451862" y="1286438"/>
                  </a:lnTo>
                  <a:lnTo>
                    <a:pt x="451859" y="1286432"/>
                  </a:lnTo>
                  <a:lnTo>
                    <a:pt x="451853" y="1286413"/>
                  </a:lnTo>
                  <a:lnTo>
                    <a:pt x="451846" y="1286392"/>
                  </a:lnTo>
                  <a:lnTo>
                    <a:pt x="451838" y="1286371"/>
                  </a:lnTo>
                  <a:lnTo>
                    <a:pt x="451835" y="1286359"/>
                  </a:lnTo>
                  <a:lnTo>
                    <a:pt x="451828" y="1286337"/>
                  </a:lnTo>
                  <a:lnTo>
                    <a:pt x="451823" y="1286323"/>
                  </a:lnTo>
                  <a:lnTo>
                    <a:pt x="451821" y="1286312"/>
                  </a:lnTo>
                  <a:lnTo>
                    <a:pt x="451818" y="1286301"/>
                  </a:lnTo>
                  <a:lnTo>
                    <a:pt x="451817" y="1286294"/>
                  </a:lnTo>
                  <a:lnTo>
                    <a:pt x="451815" y="1286280"/>
                  </a:lnTo>
                  <a:lnTo>
                    <a:pt x="451813" y="1286266"/>
                  </a:lnTo>
                  <a:lnTo>
                    <a:pt x="451809" y="1286248"/>
                  </a:lnTo>
                  <a:lnTo>
                    <a:pt x="451808" y="1286229"/>
                  </a:lnTo>
                  <a:lnTo>
                    <a:pt x="451807" y="1286215"/>
                  </a:lnTo>
                  <a:lnTo>
                    <a:pt x="451803" y="1286192"/>
                  </a:lnTo>
                  <a:lnTo>
                    <a:pt x="451801" y="1286170"/>
                  </a:lnTo>
                  <a:lnTo>
                    <a:pt x="451798" y="1286149"/>
                  </a:lnTo>
                  <a:lnTo>
                    <a:pt x="451796" y="1286131"/>
                  </a:lnTo>
                  <a:lnTo>
                    <a:pt x="451795" y="1286113"/>
                  </a:lnTo>
                  <a:lnTo>
                    <a:pt x="451795" y="1286097"/>
                  </a:lnTo>
                  <a:lnTo>
                    <a:pt x="451796" y="1286085"/>
                  </a:lnTo>
                  <a:lnTo>
                    <a:pt x="451802" y="1286073"/>
                  </a:lnTo>
                  <a:lnTo>
                    <a:pt x="451809" y="1286064"/>
                  </a:lnTo>
                  <a:lnTo>
                    <a:pt x="451808" y="1286056"/>
                  </a:lnTo>
                  <a:lnTo>
                    <a:pt x="451796" y="1286032"/>
                  </a:lnTo>
                  <a:lnTo>
                    <a:pt x="451781" y="1286008"/>
                  </a:lnTo>
                  <a:lnTo>
                    <a:pt x="451761" y="1285983"/>
                  </a:lnTo>
                  <a:lnTo>
                    <a:pt x="451739" y="1285953"/>
                  </a:lnTo>
                  <a:lnTo>
                    <a:pt x="451734" y="1285944"/>
                  </a:lnTo>
                  <a:lnTo>
                    <a:pt x="451729" y="1285923"/>
                  </a:lnTo>
                  <a:lnTo>
                    <a:pt x="451727" y="1285909"/>
                  </a:lnTo>
                  <a:lnTo>
                    <a:pt x="451723" y="1285886"/>
                  </a:lnTo>
                  <a:lnTo>
                    <a:pt x="451719" y="1285866"/>
                  </a:lnTo>
                  <a:lnTo>
                    <a:pt x="451718" y="1285857"/>
                  </a:lnTo>
                  <a:lnTo>
                    <a:pt x="451713" y="1285839"/>
                  </a:lnTo>
                  <a:lnTo>
                    <a:pt x="451711" y="1285826"/>
                  </a:lnTo>
                  <a:lnTo>
                    <a:pt x="451710" y="1285806"/>
                  </a:lnTo>
                  <a:lnTo>
                    <a:pt x="451707" y="1285796"/>
                  </a:lnTo>
                  <a:lnTo>
                    <a:pt x="451703" y="1285786"/>
                  </a:lnTo>
                  <a:lnTo>
                    <a:pt x="451696" y="1285779"/>
                  </a:lnTo>
                  <a:lnTo>
                    <a:pt x="451684" y="1285771"/>
                  </a:lnTo>
                  <a:lnTo>
                    <a:pt x="451671" y="1285763"/>
                  </a:lnTo>
                  <a:lnTo>
                    <a:pt x="451664" y="1285757"/>
                  </a:lnTo>
                  <a:lnTo>
                    <a:pt x="451661" y="1285751"/>
                  </a:lnTo>
                  <a:lnTo>
                    <a:pt x="451660" y="1285737"/>
                  </a:lnTo>
                  <a:lnTo>
                    <a:pt x="451661" y="1285707"/>
                  </a:lnTo>
                  <a:lnTo>
                    <a:pt x="451663" y="1285684"/>
                  </a:lnTo>
                  <a:lnTo>
                    <a:pt x="451664" y="1285666"/>
                  </a:lnTo>
                  <a:lnTo>
                    <a:pt x="451664" y="1285654"/>
                  </a:lnTo>
                  <a:lnTo>
                    <a:pt x="451663" y="1285633"/>
                  </a:lnTo>
                  <a:lnTo>
                    <a:pt x="451659" y="1285610"/>
                  </a:lnTo>
                  <a:lnTo>
                    <a:pt x="451655" y="1285588"/>
                  </a:lnTo>
                  <a:lnTo>
                    <a:pt x="451651" y="1285570"/>
                  </a:lnTo>
                  <a:lnTo>
                    <a:pt x="451646" y="1285555"/>
                  </a:lnTo>
                  <a:lnTo>
                    <a:pt x="451640" y="1285541"/>
                  </a:lnTo>
                  <a:lnTo>
                    <a:pt x="451630" y="1285526"/>
                  </a:lnTo>
                  <a:lnTo>
                    <a:pt x="451621" y="1285508"/>
                  </a:lnTo>
                  <a:lnTo>
                    <a:pt x="451613" y="1285491"/>
                  </a:lnTo>
                  <a:lnTo>
                    <a:pt x="451604" y="1285478"/>
                  </a:lnTo>
                  <a:lnTo>
                    <a:pt x="451592" y="1285463"/>
                  </a:lnTo>
                  <a:lnTo>
                    <a:pt x="451579" y="1285443"/>
                  </a:lnTo>
                  <a:lnTo>
                    <a:pt x="451564" y="1285424"/>
                  </a:lnTo>
                  <a:lnTo>
                    <a:pt x="451560" y="1285417"/>
                  </a:lnTo>
                  <a:lnTo>
                    <a:pt x="451554" y="1285405"/>
                  </a:lnTo>
                  <a:lnTo>
                    <a:pt x="451530" y="1285375"/>
                  </a:lnTo>
                  <a:lnTo>
                    <a:pt x="451504" y="1285341"/>
                  </a:lnTo>
                  <a:lnTo>
                    <a:pt x="451482" y="1285310"/>
                  </a:lnTo>
                  <a:lnTo>
                    <a:pt x="451445" y="1285269"/>
                  </a:lnTo>
                  <a:lnTo>
                    <a:pt x="451416" y="1285231"/>
                  </a:lnTo>
                  <a:lnTo>
                    <a:pt x="451411" y="1285222"/>
                  </a:lnTo>
                  <a:lnTo>
                    <a:pt x="451404" y="1285200"/>
                  </a:lnTo>
                  <a:lnTo>
                    <a:pt x="451397" y="1285189"/>
                  </a:lnTo>
                  <a:lnTo>
                    <a:pt x="451389" y="1285190"/>
                  </a:lnTo>
                  <a:lnTo>
                    <a:pt x="451376" y="1285196"/>
                  </a:lnTo>
                  <a:lnTo>
                    <a:pt x="451362" y="1285205"/>
                  </a:lnTo>
                  <a:lnTo>
                    <a:pt x="451344" y="1285218"/>
                  </a:lnTo>
                  <a:lnTo>
                    <a:pt x="451333" y="1285224"/>
                  </a:lnTo>
                  <a:lnTo>
                    <a:pt x="451326" y="1285230"/>
                  </a:lnTo>
                  <a:lnTo>
                    <a:pt x="451313" y="1285238"/>
                  </a:lnTo>
                  <a:lnTo>
                    <a:pt x="451300" y="1285245"/>
                  </a:lnTo>
                  <a:lnTo>
                    <a:pt x="451290" y="1285250"/>
                  </a:lnTo>
                  <a:lnTo>
                    <a:pt x="451280" y="1285257"/>
                  </a:lnTo>
                  <a:lnTo>
                    <a:pt x="451271" y="1285261"/>
                  </a:lnTo>
                  <a:lnTo>
                    <a:pt x="451258" y="1285264"/>
                  </a:lnTo>
                  <a:lnTo>
                    <a:pt x="451251" y="1285269"/>
                  </a:lnTo>
                  <a:lnTo>
                    <a:pt x="451241" y="1285274"/>
                  </a:lnTo>
                  <a:lnTo>
                    <a:pt x="451232" y="1285281"/>
                  </a:lnTo>
                  <a:lnTo>
                    <a:pt x="451225" y="1285286"/>
                  </a:lnTo>
                  <a:lnTo>
                    <a:pt x="451214" y="1285291"/>
                  </a:lnTo>
                  <a:lnTo>
                    <a:pt x="451200" y="1285300"/>
                  </a:lnTo>
                  <a:lnTo>
                    <a:pt x="451191" y="1285303"/>
                  </a:lnTo>
                  <a:lnTo>
                    <a:pt x="451183" y="1285303"/>
                  </a:lnTo>
                  <a:lnTo>
                    <a:pt x="451173" y="1285300"/>
                  </a:lnTo>
                  <a:lnTo>
                    <a:pt x="451167" y="1285300"/>
                  </a:lnTo>
                  <a:lnTo>
                    <a:pt x="451162" y="1285301"/>
                  </a:lnTo>
                  <a:lnTo>
                    <a:pt x="451156" y="1285306"/>
                  </a:lnTo>
                  <a:lnTo>
                    <a:pt x="451145" y="1285314"/>
                  </a:lnTo>
                  <a:lnTo>
                    <a:pt x="451139" y="1285318"/>
                  </a:lnTo>
                  <a:lnTo>
                    <a:pt x="451119" y="1285327"/>
                  </a:lnTo>
                  <a:lnTo>
                    <a:pt x="451112" y="1285331"/>
                  </a:lnTo>
                  <a:lnTo>
                    <a:pt x="451105" y="1285337"/>
                  </a:lnTo>
                  <a:lnTo>
                    <a:pt x="451098" y="1285343"/>
                  </a:lnTo>
                  <a:lnTo>
                    <a:pt x="451090" y="1285344"/>
                  </a:lnTo>
                  <a:lnTo>
                    <a:pt x="451078" y="1285342"/>
                  </a:lnTo>
                  <a:lnTo>
                    <a:pt x="451071" y="1285342"/>
                  </a:lnTo>
                  <a:lnTo>
                    <a:pt x="451064" y="1285345"/>
                  </a:lnTo>
                  <a:lnTo>
                    <a:pt x="451051" y="1285348"/>
                  </a:lnTo>
                  <a:lnTo>
                    <a:pt x="451032" y="1285351"/>
                  </a:lnTo>
                  <a:lnTo>
                    <a:pt x="451025" y="1285356"/>
                  </a:lnTo>
                  <a:lnTo>
                    <a:pt x="450999" y="1285373"/>
                  </a:lnTo>
                  <a:lnTo>
                    <a:pt x="450989" y="1285379"/>
                  </a:lnTo>
                  <a:lnTo>
                    <a:pt x="450970" y="1285391"/>
                  </a:lnTo>
                  <a:lnTo>
                    <a:pt x="450946" y="1285401"/>
                  </a:lnTo>
                  <a:lnTo>
                    <a:pt x="450920" y="1285406"/>
                  </a:lnTo>
                  <a:lnTo>
                    <a:pt x="450908" y="1285409"/>
                  </a:lnTo>
                  <a:lnTo>
                    <a:pt x="450894" y="1285409"/>
                  </a:lnTo>
                  <a:lnTo>
                    <a:pt x="450886" y="1285407"/>
                  </a:lnTo>
                  <a:lnTo>
                    <a:pt x="450869" y="1285399"/>
                  </a:lnTo>
                  <a:lnTo>
                    <a:pt x="450861" y="1285398"/>
                  </a:lnTo>
                  <a:lnTo>
                    <a:pt x="450856" y="1285397"/>
                  </a:lnTo>
                  <a:lnTo>
                    <a:pt x="450846" y="1285391"/>
                  </a:lnTo>
                  <a:lnTo>
                    <a:pt x="450836" y="1285387"/>
                  </a:lnTo>
                  <a:lnTo>
                    <a:pt x="450829" y="1285385"/>
                  </a:lnTo>
                  <a:lnTo>
                    <a:pt x="450819" y="1285378"/>
                  </a:lnTo>
                  <a:lnTo>
                    <a:pt x="450811" y="1285373"/>
                  </a:lnTo>
                  <a:lnTo>
                    <a:pt x="450808" y="1285364"/>
                  </a:lnTo>
                  <a:lnTo>
                    <a:pt x="450804" y="1285352"/>
                  </a:lnTo>
                  <a:lnTo>
                    <a:pt x="450799" y="1285333"/>
                  </a:lnTo>
                  <a:lnTo>
                    <a:pt x="450794" y="1285314"/>
                  </a:lnTo>
                  <a:lnTo>
                    <a:pt x="450790" y="1285291"/>
                  </a:lnTo>
                  <a:lnTo>
                    <a:pt x="450789" y="1285283"/>
                  </a:lnTo>
                  <a:lnTo>
                    <a:pt x="450788" y="1285264"/>
                  </a:lnTo>
                  <a:lnTo>
                    <a:pt x="450787" y="1285245"/>
                  </a:lnTo>
                  <a:lnTo>
                    <a:pt x="450787" y="1285221"/>
                  </a:lnTo>
                  <a:lnTo>
                    <a:pt x="450787" y="1285203"/>
                  </a:lnTo>
                  <a:lnTo>
                    <a:pt x="450789" y="1285184"/>
                  </a:lnTo>
                  <a:lnTo>
                    <a:pt x="450792" y="1285160"/>
                  </a:lnTo>
                  <a:lnTo>
                    <a:pt x="450794" y="1285146"/>
                  </a:lnTo>
                  <a:lnTo>
                    <a:pt x="450797" y="1285130"/>
                  </a:lnTo>
                  <a:lnTo>
                    <a:pt x="450800" y="1285118"/>
                  </a:lnTo>
                  <a:lnTo>
                    <a:pt x="450805" y="1285101"/>
                  </a:lnTo>
                  <a:lnTo>
                    <a:pt x="450812" y="1285075"/>
                  </a:lnTo>
                  <a:lnTo>
                    <a:pt x="450817" y="1285057"/>
                  </a:lnTo>
                  <a:lnTo>
                    <a:pt x="450821" y="1285037"/>
                  </a:lnTo>
                  <a:lnTo>
                    <a:pt x="450823" y="1285026"/>
                  </a:lnTo>
                  <a:lnTo>
                    <a:pt x="450824" y="1285018"/>
                  </a:lnTo>
                  <a:lnTo>
                    <a:pt x="450823" y="1285011"/>
                  </a:lnTo>
                  <a:lnTo>
                    <a:pt x="450817" y="1285003"/>
                  </a:lnTo>
                  <a:lnTo>
                    <a:pt x="450804" y="1284992"/>
                  </a:lnTo>
                  <a:lnTo>
                    <a:pt x="450792" y="1284982"/>
                  </a:lnTo>
                  <a:lnTo>
                    <a:pt x="450781" y="1284973"/>
                  </a:lnTo>
                  <a:lnTo>
                    <a:pt x="450771" y="1284968"/>
                  </a:lnTo>
                  <a:lnTo>
                    <a:pt x="450752" y="1284959"/>
                  </a:lnTo>
                  <a:lnTo>
                    <a:pt x="450731" y="1284950"/>
                  </a:lnTo>
                  <a:lnTo>
                    <a:pt x="450711" y="1284942"/>
                  </a:lnTo>
                  <a:lnTo>
                    <a:pt x="450690" y="1284934"/>
                  </a:lnTo>
                  <a:lnTo>
                    <a:pt x="450671" y="1284927"/>
                  </a:lnTo>
                  <a:lnTo>
                    <a:pt x="450652" y="1284922"/>
                  </a:lnTo>
                  <a:lnTo>
                    <a:pt x="450639" y="1284918"/>
                  </a:lnTo>
                  <a:lnTo>
                    <a:pt x="450619" y="1284912"/>
                  </a:lnTo>
                  <a:lnTo>
                    <a:pt x="450601" y="1284907"/>
                  </a:lnTo>
                  <a:lnTo>
                    <a:pt x="450579" y="1284900"/>
                  </a:lnTo>
                  <a:lnTo>
                    <a:pt x="450550" y="1284892"/>
                  </a:lnTo>
                  <a:lnTo>
                    <a:pt x="450539" y="1284890"/>
                  </a:lnTo>
                  <a:lnTo>
                    <a:pt x="450523" y="1284885"/>
                  </a:lnTo>
                  <a:lnTo>
                    <a:pt x="450511" y="1284882"/>
                  </a:lnTo>
                  <a:lnTo>
                    <a:pt x="450499" y="1284876"/>
                  </a:lnTo>
                  <a:lnTo>
                    <a:pt x="450491" y="1284870"/>
                  </a:lnTo>
                  <a:lnTo>
                    <a:pt x="450488" y="1284862"/>
                  </a:lnTo>
                  <a:lnTo>
                    <a:pt x="450488" y="1284854"/>
                  </a:lnTo>
                  <a:lnTo>
                    <a:pt x="450491" y="1284839"/>
                  </a:lnTo>
                  <a:lnTo>
                    <a:pt x="450493" y="1284828"/>
                  </a:lnTo>
                  <a:lnTo>
                    <a:pt x="450494" y="1284819"/>
                  </a:lnTo>
                  <a:lnTo>
                    <a:pt x="450495" y="1284810"/>
                  </a:lnTo>
                  <a:lnTo>
                    <a:pt x="450494" y="1284792"/>
                  </a:lnTo>
                  <a:lnTo>
                    <a:pt x="450492" y="1284768"/>
                  </a:lnTo>
                  <a:lnTo>
                    <a:pt x="450491" y="1284745"/>
                  </a:lnTo>
                  <a:lnTo>
                    <a:pt x="450488" y="1284717"/>
                  </a:lnTo>
                  <a:lnTo>
                    <a:pt x="450487" y="1284690"/>
                  </a:lnTo>
                  <a:lnTo>
                    <a:pt x="450486" y="1284669"/>
                  </a:lnTo>
                  <a:lnTo>
                    <a:pt x="450485" y="1284655"/>
                  </a:lnTo>
                  <a:lnTo>
                    <a:pt x="450482" y="1284640"/>
                  </a:lnTo>
                  <a:lnTo>
                    <a:pt x="450480" y="1284630"/>
                  </a:lnTo>
                  <a:lnTo>
                    <a:pt x="450477" y="1284622"/>
                  </a:lnTo>
                  <a:lnTo>
                    <a:pt x="450473" y="1284611"/>
                  </a:lnTo>
                  <a:lnTo>
                    <a:pt x="450468" y="1284602"/>
                  </a:lnTo>
                  <a:lnTo>
                    <a:pt x="450462" y="1284592"/>
                  </a:lnTo>
                  <a:lnTo>
                    <a:pt x="450453" y="1284580"/>
                  </a:lnTo>
                  <a:lnTo>
                    <a:pt x="450445" y="1284571"/>
                  </a:lnTo>
                  <a:lnTo>
                    <a:pt x="450435" y="1284563"/>
                  </a:lnTo>
                  <a:lnTo>
                    <a:pt x="450425" y="1284558"/>
                  </a:lnTo>
                  <a:lnTo>
                    <a:pt x="450416" y="1284553"/>
                  </a:lnTo>
                  <a:lnTo>
                    <a:pt x="450401" y="1284545"/>
                  </a:lnTo>
                  <a:lnTo>
                    <a:pt x="450389" y="1284536"/>
                  </a:lnTo>
                  <a:lnTo>
                    <a:pt x="450377" y="1284526"/>
                  </a:lnTo>
                  <a:lnTo>
                    <a:pt x="450370" y="1284520"/>
                  </a:lnTo>
                  <a:lnTo>
                    <a:pt x="450361" y="1284510"/>
                  </a:lnTo>
                  <a:lnTo>
                    <a:pt x="450352" y="1284500"/>
                  </a:lnTo>
                  <a:lnTo>
                    <a:pt x="450339" y="1284484"/>
                  </a:lnTo>
                  <a:lnTo>
                    <a:pt x="450327" y="1284467"/>
                  </a:lnTo>
                  <a:lnTo>
                    <a:pt x="450317" y="1284451"/>
                  </a:lnTo>
                  <a:lnTo>
                    <a:pt x="450303" y="1284426"/>
                  </a:lnTo>
                  <a:lnTo>
                    <a:pt x="450295" y="1284410"/>
                  </a:lnTo>
                  <a:lnTo>
                    <a:pt x="450287" y="1284388"/>
                  </a:lnTo>
                  <a:lnTo>
                    <a:pt x="450282" y="1284372"/>
                  </a:lnTo>
                  <a:lnTo>
                    <a:pt x="450276" y="1284346"/>
                  </a:lnTo>
                  <a:lnTo>
                    <a:pt x="450273" y="1284324"/>
                  </a:lnTo>
                  <a:lnTo>
                    <a:pt x="450271" y="1284299"/>
                  </a:lnTo>
                  <a:lnTo>
                    <a:pt x="450269" y="1284285"/>
                  </a:lnTo>
                  <a:lnTo>
                    <a:pt x="450265" y="1284271"/>
                  </a:lnTo>
                  <a:lnTo>
                    <a:pt x="450260" y="1284258"/>
                  </a:lnTo>
                  <a:lnTo>
                    <a:pt x="450254" y="1284247"/>
                  </a:lnTo>
                  <a:lnTo>
                    <a:pt x="450245" y="1284233"/>
                  </a:lnTo>
                  <a:lnTo>
                    <a:pt x="450236" y="1284221"/>
                  </a:lnTo>
                  <a:lnTo>
                    <a:pt x="450227" y="1284212"/>
                  </a:lnTo>
                  <a:lnTo>
                    <a:pt x="450222" y="1284212"/>
                  </a:lnTo>
                  <a:lnTo>
                    <a:pt x="450214" y="1284222"/>
                  </a:lnTo>
                  <a:lnTo>
                    <a:pt x="450203" y="1284239"/>
                  </a:lnTo>
                  <a:lnTo>
                    <a:pt x="450195" y="1284254"/>
                  </a:lnTo>
                  <a:lnTo>
                    <a:pt x="450186" y="1284267"/>
                  </a:lnTo>
                  <a:lnTo>
                    <a:pt x="450175" y="1284282"/>
                  </a:lnTo>
                  <a:lnTo>
                    <a:pt x="450154" y="1284300"/>
                  </a:lnTo>
                  <a:lnTo>
                    <a:pt x="450143" y="1284310"/>
                  </a:lnTo>
                  <a:lnTo>
                    <a:pt x="450136" y="1284318"/>
                  </a:lnTo>
                  <a:lnTo>
                    <a:pt x="450124" y="1284330"/>
                  </a:lnTo>
                  <a:lnTo>
                    <a:pt x="450103" y="1284352"/>
                  </a:lnTo>
                  <a:lnTo>
                    <a:pt x="450081" y="1284371"/>
                  </a:lnTo>
                  <a:lnTo>
                    <a:pt x="450058" y="1284391"/>
                  </a:lnTo>
                  <a:lnTo>
                    <a:pt x="450041" y="1284404"/>
                  </a:lnTo>
                  <a:lnTo>
                    <a:pt x="450027" y="1284416"/>
                  </a:lnTo>
                  <a:lnTo>
                    <a:pt x="449995" y="1284442"/>
                  </a:lnTo>
                  <a:lnTo>
                    <a:pt x="449976" y="1284457"/>
                  </a:lnTo>
                  <a:lnTo>
                    <a:pt x="449971" y="1284462"/>
                  </a:lnTo>
                  <a:lnTo>
                    <a:pt x="449962" y="1284478"/>
                  </a:lnTo>
                  <a:lnTo>
                    <a:pt x="449953" y="1284503"/>
                  </a:lnTo>
                  <a:lnTo>
                    <a:pt x="449945" y="1284520"/>
                  </a:lnTo>
                  <a:lnTo>
                    <a:pt x="449935" y="1284533"/>
                  </a:lnTo>
                  <a:lnTo>
                    <a:pt x="449929" y="1284546"/>
                  </a:lnTo>
                  <a:lnTo>
                    <a:pt x="449919" y="1284572"/>
                  </a:lnTo>
                  <a:lnTo>
                    <a:pt x="449908" y="1284594"/>
                  </a:lnTo>
                  <a:lnTo>
                    <a:pt x="449894" y="1284613"/>
                  </a:lnTo>
                  <a:lnTo>
                    <a:pt x="449881" y="1284622"/>
                  </a:lnTo>
                  <a:lnTo>
                    <a:pt x="449873" y="1284625"/>
                  </a:lnTo>
                  <a:lnTo>
                    <a:pt x="449862" y="1284629"/>
                  </a:lnTo>
                  <a:lnTo>
                    <a:pt x="449849" y="1284634"/>
                  </a:lnTo>
                  <a:lnTo>
                    <a:pt x="449834" y="1284638"/>
                  </a:lnTo>
                  <a:lnTo>
                    <a:pt x="449829" y="1284642"/>
                  </a:lnTo>
                  <a:lnTo>
                    <a:pt x="449824" y="1284648"/>
                  </a:lnTo>
                  <a:lnTo>
                    <a:pt x="449815" y="1284646"/>
                  </a:lnTo>
                  <a:lnTo>
                    <a:pt x="449806" y="1284641"/>
                  </a:lnTo>
                  <a:lnTo>
                    <a:pt x="449795" y="1284636"/>
                  </a:lnTo>
                  <a:lnTo>
                    <a:pt x="449787" y="1284633"/>
                  </a:lnTo>
                  <a:lnTo>
                    <a:pt x="449773" y="1284632"/>
                  </a:lnTo>
                  <a:lnTo>
                    <a:pt x="449749" y="1284631"/>
                  </a:lnTo>
                  <a:lnTo>
                    <a:pt x="449713" y="1284630"/>
                  </a:lnTo>
                  <a:lnTo>
                    <a:pt x="449692" y="1284629"/>
                  </a:lnTo>
                  <a:lnTo>
                    <a:pt x="449678" y="1284628"/>
                  </a:lnTo>
                  <a:lnTo>
                    <a:pt x="449663" y="1284629"/>
                  </a:lnTo>
                  <a:lnTo>
                    <a:pt x="449640" y="1284631"/>
                  </a:lnTo>
                  <a:lnTo>
                    <a:pt x="449626" y="1284633"/>
                  </a:lnTo>
                  <a:lnTo>
                    <a:pt x="449610" y="1284637"/>
                  </a:lnTo>
                  <a:lnTo>
                    <a:pt x="449590" y="1284643"/>
                  </a:lnTo>
                  <a:lnTo>
                    <a:pt x="449545" y="1284657"/>
                  </a:lnTo>
                  <a:lnTo>
                    <a:pt x="449513" y="1284663"/>
                  </a:lnTo>
                  <a:lnTo>
                    <a:pt x="449472" y="1284666"/>
                  </a:lnTo>
                  <a:lnTo>
                    <a:pt x="449445" y="1284670"/>
                  </a:lnTo>
                  <a:lnTo>
                    <a:pt x="449421" y="1284659"/>
                  </a:lnTo>
                  <a:lnTo>
                    <a:pt x="449398" y="1284641"/>
                  </a:lnTo>
                  <a:lnTo>
                    <a:pt x="449375" y="1284619"/>
                  </a:lnTo>
                  <a:lnTo>
                    <a:pt x="449332" y="1284590"/>
                  </a:lnTo>
                  <a:lnTo>
                    <a:pt x="449325" y="1284583"/>
                  </a:lnTo>
                  <a:lnTo>
                    <a:pt x="449310" y="1284569"/>
                  </a:lnTo>
                  <a:lnTo>
                    <a:pt x="449297" y="1284557"/>
                  </a:lnTo>
                  <a:lnTo>
                    <a:pt x="449284" y="1284546"/>
                  </a:lnTo>
                  <a:lnTo>
                    <a:pt x="449269" y="1284534"/>
                  </a:lnTo>
                  <a:lnTo>
                    <a:pt x="449257" y="1284524"/>
                  </a:lnTo>
                  <a:lnTo>
                    <a:pt x="449252" y="1284519"/>
                  </a:lnTo>
                  <a:lnTo>
                    <a:pt x="449239" y="1284508"/>
                  </a:lnTo>
                  <a:lnTo>
                    <a:pt x="449218" y="1284490"/>
                  </a:lnTo>
                  <a:lnTo>
                    <a:pt x="449200" y="1284473"/>
                  </a:lnTo>
                  <a:lnTo>
                    <a:pt x="449184" y="1284458"/>
                  </a:lnTo>
                  <a:lnTo>
                    <a:pt x="449170" y="1284444"/>
                  </a:lnTo>
                  <a:lnTo>
                    <a:pt x="449156" y="1284438"/>
                  </a:lnTo>
                  <a:lnTo>
                    <a:pt x="449148" y="1284435"/>
                  </a:lnTo>
                  <a:lnTo>
                    <a:pt x="449137" y="1284434"/>
                  </a:lnTo>
                  <a:lnTo>
                    <a:pt x="449117" y="1284435"/>
                  </a:lnTo>
                  <a:lnTo>
                    <a:pt x="449082" y="1284439"/>
                  </a:lnTo>
                  <a:lnTo>
                    <a:pt x="449062" y="1284441"/>
                  </a:lnTo>
                  <a:lnTo>
                    <a:pt x="449044" y="1284445"/>
                  </a:lnTo>
                  <a:lnTo>
                    <a:pt x="449020" y="1284451"/>
                  </a:lnTo>
                  <a:lnTo>
                    <a:pt x="449004" y="1284456"/>
                  </a:lnTo>
                  <a:lnTo>
                    <a:pt x="448990" y="1284462"/>
                  </a:lnTo>
                  <a:lnTo>
                    <a:pt x="448978" y="1284466"/>
                  </a:lnTo>
                  <a:lnTo>
                    <a:pt x="448967" y="1284472"/>
                  </a:lnTo>
                  <a:lnTo>
                    <a:pt x="448955" y="1284480"/>
                  </a:lnTo>
                  <a:lnTo>
                    <a:pt x="448945" y="1284488"/>
                  </a:lnTo>
                  <a:lnTo>
                    <a:pt x="448935" y="1284495"/>
                  </a:lnTo>
                  <a:lnTo>
                    <a:pt x="448929" y="1284498"/>
                  </a:lnTo>
                  <a:lnTo>
                    <a:pt x="448924" y="1284498"/>
                  </a:lnTo>
                  <a:lnTo>
                    <a:pt x="448911" y="1284496"/>
                  </a:lnTo>
                  <a:lnTo>
                    <a:pt x="448884" y="1284492"/>
                  </a:lnTo>
                  <a:lnTo>
                    <a:pt x="448860" y="1284489"/>
                  </a:lnTo>
                  <a:lnTo>
                    <a:pt x="448843" y="1284487"/>
                  </a:lnTo>
                  <a:lnTo>
                    <a:pt x="448822" y="1284488"/>
                  </a:lnTo>
                  <a:lnTo>
                    <a:pt x="448788" y="1284489"/>
                  </a:lnTo>
                  <a:lnTo>
                    <a:pt x="448750" y="1284490"/>
                  </a:lnTo>
                  <a:lnTo>
                    <a:pt x="448710" y="1284490"/>
                  </a:lnTo>
                  <a:lnTo>
                    <a:pt x="448672" y="1284491"/>
                  </a:lnTo>
                  <a:lnTo>
                    <a:pt x="448643" y="1284492"/>
                  </a:lnTo>
                  <a:lnTo>
                    <a:pt x="448615" y="1284495"/>
                  </a:lnTo>
                  <a:lnTo>
                    <a:pt x="448592" y="1284499"/>
                  </a:lnTo>
                  <a:lnTo>
                    <a:pt x="448571" y="1284505"/>
                  </a:lnTo>
                  <a:lnTo>
                    <a:pt x="448549" y="1284510"/>
                  </a:lnTo>
                  <a:lnTo>
                    <a:pt x="448530" y="1284518"/>
                  </a:lnTo>
                  <a:lnTo>
                    <a:pt x="448518" y="1284522"/>
                  </a:lnTo>
                  <a:lnTo>
                    <a:pt x="448511" y="1284524"/>
                  </a:lnTo>
                  <a:lnTo>
                    <a:pt x="448502" y="1284526"/>
                  </a:lnTo>
                  <a:lnTo>
                    <a:pt x="448496" y="1284528"/>
                  </a:lnTo>
                  <a:lnTo>
                    <a:pt x="448488" y="1284531"/>
                  </a:lnTo>
                  <a:lnTo>
                    <a:pt x="448481" y="1284533"/>
                  </a:lnTo>
                  <a:lnTo>
                    <a:pt x="448475" y="1284536"/>
                  </a:lnTo>
                  <a:lnTo>
                    <a:pt x="448464" y="1284540"/>
                  </a:lnTo>
                  <a:lnTo>
                    <a:pt x="448452" y="1284545"/>
                  </a:lnTo>
                  <a:lnTo>
                    <a:pt x="448437" y="1284553"/>
                  </a:lnTo>
                  <a:lnTo>
                    <a:pt x="448429" y="1284563"/>
                  </a:lnTo>
                  <a:lnTo>
                    <a:pt x="448423" y="1284572"/>
                  </a:lnTo>
                  <a:lnTo>
                    <a:pt x="448418" y="1284587"/>
                  </a:lnTo>
                  <a:lnTo>
                    <a:pt x="448413" y="1284607"/>
                  </a:lnTo>
                  <a:lnTo>
                    <a:pt x="448411" y="1284616"/>
                  </a:lnTo>
                  <a:lnTo>
                    <a:pt x="448407" y="1284640"/>
                  </a:lnTo>
                  <a:lnTo>
                    <a:pt x="448403" y="1284660"/>
                  </a:lnTo>
                  <a:lnTo>
                    <a:pt x="448401" y="1284668"/>
                  </a:lnTo>
                  <a:lnTo>
                    <a:pt x="448396" y="1284675"/>
                  </a:lnTo>
                  <a:lnTo>
                    <a:pt x="448384" y="1284681"/>
                  </a:lnTo>
                  <a:lnTo>
                    <a:pt x="448367" y="1284688"/>
                  </a:lnTo>
                  <a:lnTo>
                    <a:pt x="448346" y="1284694"/>
                  </a:lnTo>
                  <a:lnTo>
                    <a:pt x="448326" y="1284702"/>
                  </a:lnTo>
                  <a:lnTo>
                    <a:pt x="448302" y="1284710"/>
                  </a:lnTo>
                  <a:lnTo>
                    <a:pt x="448277" y="1284718"/>
                  </a:lnTo>
                  <a:lnTo>
                    <a:pt x="448252" y="1284727"/>
                  </a:lnTo>
                  <a:lnTo>
                    <a:pt x="448212" y="1284740"/>
                  </a:lnTo>
                  <a:lnTo>
                    <a:pt x="448189" y="1284747"/>
                  </a:lnTo>
                  <a:lnTo>
                    <a:pt x="448180" y="1284751"/>
                  </a:lnTo>
                  <a:lnTo>
                    <a:pt x="448162" y="1284754"/>
                  </a:lnTo>
                  <a:lnTo>
                    <a:pt x="448145" y="1284756"/>
                  </a:lnTo>
                  <a:lnTo>
                    <a:pt x="448124" y="1284757"/>
                  </a:lnTo>
                  <a:lnTo>
                    <a:pt x="448096" y="1284757"/>
                  </a:lnTo>
                  <a:lnTo>
                    <a:pt x="448055" y="1284756"/>
                  </a:lnTo>
                  <a:lnTo>
                    <a:pt x="448001" y="1284756"/>
                  </a:lnTo>
                  <a:lnTo>
                    <a:pt x="447952" y="1284757"/>
                  </a:lnTo>
                  <a:lnTo>
                    <a:pt x="447926" y="1284758"/>
                  </a:lnTo>
                  <a:lnTo>
                    <a:pt x="447886" y="1284758"/>
                  </a:lnTo>
                  <a:lnTo>
                    <a:pt x="447852" y="1284761"/>
                  </a:lnTo>
                  <a:lnTo>
                    <a:pt x="447807" y="1284765"/>
                  </a:lnTo>
                  <a:lnTo>
                    <a:pt x="447780" y="1284768"/>
                  </a:lnTo>
                  <a:lnTo>
                    <a:pt x="447768" y="1284769"/>
                  </a:lnTo>
                  <a:lnTo>
                    <a:pt x="447759" y="1284769"/>
                  </a:lnTo>
                  <a:lnTo>
                    <a:pt x="447751" y="1284768"/>
                  </a:lnTo>
                  <a:lnTo>
                    <a:pt x="447744" y="1284765"/>
                  </a:lnTo>
                  <a:lnTo>
                    <a:pt x="447739" y="1284762"/>
                  </a:lnTo>
                  <a:lnTo>
                    <a:pt x="447733" y="1284757"/>
                  </a:lnTo>
                  <a:lnTo>
                    <a:pt x="447719" y="1284744"/>
                  </a:lnTo>
                  <a:lnTo>
                    <a:pt x="447710" y="1284734"/>
                  </a:lnTo>
                  <a:lnTo>
                    <a:pt x="447703" y="1284725"/>
                  </a:lnTo>
                  <a:lnTo>
                    <a:pt x="447692" y="1284710"/>
                  </a:lnTo>
                  <a:lnTo>
                    <a:pt x="447678" y="1284689"/>
                  </a:lnTo>
                  <a:lnTo>
                    <a:pt x="447666" y="1284673"/>
                  </a:lnTo>
                  <a:lnTo>
                    <a:pt x="447655" y="1284663"/>
                  </a:lnTo>
                  <a:lnTo>
                    <a:pt x="447640" y="1284650"/>
                  </a:lnTo>
                  <a:lnTo>
                    <a:pt x="447627" y="1284642"/>
                  </a:lnTo>
                  <a:lnTo>
                    <a:pt x="447611" y="1284633"/>
                  </a:lnTo>
                  <a:lnTo>
                    <a:pt x="447591" y="1284622"/>
                  </a:lnTo>
                  <a:lnTo>
                    <a:pt x="447569" y="1284612"/>
                  </a:lnTo>
                  <a:lnTo>
                    <a:pt x="447543" y="1284599"/>
                  </a:lnTo>
                  <a:lnTo>
                    <a:pt x="447530" y="1284591"/>
                  </a:lnTo>
                  <a:lnTo>
                    <a:pt x="447517" y="1284582"/>
                  </a:lnTo>
                  <a:lnTo>
                    <a:pt x="447499" y="1284568"/>
                  </a:lnTo>
                  <a:lnTo>
                    <a:pt x="447480" y="1284549"/>
                  </a:lnTo>
                  <a:lnTo>
                    <a:pt x="447465" y="1284532"/>
                  </a:lnTo>
                  <a:lnTo>
                    <a:pt x="447454" y="1284518"/>
                  </a:lnTo>
                  <a:lnTo>
                    <a:pt x="447446" y="1284509"/>
                  </a:lnTo>
                  <a:lnTo>
                    <a:pt x="447430" y="1284490"/>
                  </a:lnTo>
                  <a:lnTo>
                    <a:pt x="447416" y="1284476"/>
                  </a:lnTo>
                  <a:lnTo>
                    <a:pt x="447404" y="1284466"/>
                  </a:lnTo>
                  <a:lnTo>
                    <a:pt x="447391" y="1284457"/>
                  </a:lnTo>
                  <a:lnTo>
                    <a:pt x="447365" y="1284441"/>
                  </a:lnTo>
                  <a:lnTo>
                    <a:pt x="447352" y="1284433"/>
                  </a:lnTo>
                  <a:lnTo>
                    <a:pt x="447340" y="1284425"/>
                  </a:lnTo>
                  <a:lnTo>
                    <a:pt x="447333" y="1284417"/>
                  </a:lnTo>
                  <a:lnTo>
                    <a:pt x="447329" y="1284412"/>
                  </a:lnTo>
                  <a:lnTo>
                    <a:pt x="447326" y="1284406"/>
                  </a:lnTo>
                  <a:lnTo>
                    <a:pt x="447323" y="1284398"/>
                  </a:lnTo>
                  <a:lnTo>
                    <a:pt x="447321" y="1284384"/>
                  </a:lnTo>
                  <a:lnTo>
                    <a:pt x="447321" y="1284365"/>
                  </a:lnTo>
                  <a:lnTo>
                    <a:pt x="447325" y="1284347"/>
                  </a:lnTo>
                  <a:lnTo>
                    <a:pt x="447327" y="1284333"/>
                  </a:lnTo>
                  <a:lnTo>
                    <a:pt x="447330" y="1284312"/>
                  </a:lnTo>
                  <a:lnTo>
                    <a:pt x="447331" y="1284291"/>
                  </a:lnTo>
                  <a:lnTo>
                    <a:pt x="447332" y="1284270"/>
                  </a:lnTo>
                  <a:lnTo>
                    <a:pt x="447332" y="1284256"/>
                  </a:lnTo>
                  <a:lnTo>
                    <a:pt x="447332" y="1284243"/>
                  </a:lnTo>
                  <a:lnTo>
                    <a:pt x="447331" y="1284234"/>
                  </a:lnTo>
                  <a:lnTo>
                    <a:pt x="447328" y="1284221"/>
                  </a:lnTo>
                  <a:lnTo>
                    <a:pt x="447325" y="1284213"/>
                  </a:lnTo>
                  <a:lnTo>
                    <a:pt x="447319" y="1284201"/>
                  </a:lnTo>
                  <a:lnTo>
                    <a:pt x="447313" y="1284192"/>
                  </a:lnTo>
                  <a:lnTo>
                    <a:pt x="447304" y="1284182"/>
                  </a:lnTo>
                  <a:lnTo>
                    <a:pt x="447296" y="1284176"/>
                  </a:lnTo>
                  <a:lnTo>
                    <a:pt x="447290" y="1284172"/>
                  </a:lnTo>
                  <a:lnTo>
                    <a:pt x="447277" y="1284168"/>
                  </a:lnTo>
                  <a:lnTo>
                    <a:pt x="447250" y="1284160"/>
                  </a:lnTo>
                  <a:lnTo>
                    <a:pt x="447219" y="1284153"/>
                  </a:lnTo>
                  <a:lnTo>
                    <a:pt x="447191" y="1284147"/>
                  </a:lnTo>
                  <a:lnTo>
                    <a:pt x="447171" y="1284143"/>
                  </a:lnTo>
                  <a:lnTo>
                    <a:pt x="447151" y="1284140"/>
                  </a:lnTo>
                  <a:lnTo>
                    <a:pt x="447114" y="1284136"/>
                  </a:lnTo>
                  <a:lnTo>
                    <a:pt x="447082" y="1284135"/>
                  </a:lnTo>
                  <a:lnTo>
                    <a:pt x="447055" y="1284133"/>
                  </a:lnTo>
                  <a:lnTo>
                    <a:pt x="447035" y="1284131"/>
                  </a:lnTo>
                  <a:lnTo>
                    <a:pt x="447020" y="1284129"/>
                  </a:lnTo>
                  <a:lnTo>
                    <a:pt x="447016" y="1284125"/>
                  </a:lnTo>
                  <a:lnTo>
                    <a:pt x="447025" y="1284119"/>
                  </a:lnTo>
                  <a:lnTo>
                    <a:pt x="447034" y="1284113"/>
                  </a:lnTo>
                  <a:lnTo>
                    <a:pt x="447042" y="1284108"/>
                  </a:lnTo>
                  <a:lnTo>
                    <a:pt x="447051" y="1284097"/>
                  </a:lnTo>
                  <a:lnTo>
                    <a:pt x="447056" y="1284092"/>
                  </a:lnTo>
                  <a:lnTo>
                    <a:pt x="447062" y="1284085"/>
                  </a:lnTo>
                  <a:lnTo>
                    <a:pt x="447066" y="1284077"/>
                  </a:lnTo>
                  <a:lnTo>
                    <a:pt x="447072" y="1284067"/>
                  </a:lnTo>
                  <a:lnTo>
                    <a:pt x="447078" y="1284052"/>
                  </a:lnTo>
                  <a:lnTo>
                    <a:pt x="447083" y="1284040"/>
                  </a:lnTo>
                  <a:lnTo>
                    <a:pt x="447087" y="1284028"/>
                  </a:lnTo>
                  <a:lnTo>
                    <a:pt x="447089" y="1284019"/>
                  </a:lnTo>
                  <a:lnTo>
                    <a:pt x="447092" y="1283999"/>
                  </a:lnTo>
                  <a:lnTo>
                    <a:pt x="447095" y="1283987"/>
                  </a:lnTo>
                  <a:lnTo>
                    <a:pt x="447099" y="1283969"/>
                  </a:lnTo>
                  <a:lnTo>
                    <a:pt x="447102" y="1283957"/>
                  </a:lnTo>
                  <a:lnTo>
                    <a:pt x="447107" y="1283947"/>
                  </a:lnTo>
                  <a:lnTo>
                    <a:pt x="447112" y="1283936"/>
                  </a:lnTo>
                  <a:lnTo>
                    <a:pt x="447123" y="1283913"/>
                  </a:lnTo>
                  <a:lnTo>
                    <a:pt x="447131" y="1283893"/>
                  </a:lnTo>
                  <a:lnTo>
                    <a:pt x="447136" y="1283880"/>
                  </a:lnTo>
                  <a:lnTo>
                    <a:pt x="447146" y="1283856"/>
                  </a:lnTo>
                  <a:lnTo>
                    <a:pt x="447154" y="1283841"/>
                  </a:lnTo>
                  <a:lnTo>
                    <a:pt x="447162" y="1283821"/>
                  </a:lnTo>
                  <a:lnTo>
                    <a:pt x="447170" y="1283803"/>
                  </a:lnTo>
                  <a:lnTo>
                    <a:pt x="447179" y="1283780"/>
                  </a:lnTo>
                  <a:lnTo>
                    <a:pt x="447184" y="1283767"/>
                  </a:lnTo>
                  <a:lnTo>
                    <a:pt x="447188" y="1283754"/>
                  </a:lnTo>
                  <a:lnTo>
                    <a:pt x="447193" y="1283735"/>
                  </a:lnTo>
                  <a:lnTo>
                    <a:pt x="447195" y="1283720"/>
                  </a:lnTo>
                  <a:lnTo>
                    <a:pt x="447196" y="1283708"/>
                  </a:lnTo>
                  <a:lnTo>
                    <a:pt x="447198" y="1283681"/>
                  </a:lnTo>
                  <a:lnTo>
                    <a:pt x="447197" y="1283651"/>
                  </a:lnTo>
                  <a:lnTo>
                    <a:pt x="447198" y="1283629"/>
                  </a:lnTo>
                  <a:lnTo>
                    <a:pt x="447199" y="1283610"/>
                  </a:lnTo>
                  <a:lnTo>
                    <a:pt x="447201" y="1283593"/>
                  </a:lnTo>
                  <a:lnTo>
                    <a:pt x="447205" y="1283573"/>
                  </a:lnTo>
                  <a:lnTo>
                    <a:pt x="447209" y="1283559"/>
                  </a:lnTo>
                  <a:lnTo>
                    <a:pt x="447214" y="1283546"/>
                  </a:lnTo>
                  <a:lnTo>
                    <a:pt x="447221" y="1283535"/>
                  </a:lnTo>
                  <a:lnTo>
                    <a:pt x="447232" y="1283521"/>
                  </a:lnTo>
                  <a:lnTo>
                    <a:pt x="447241" y="1283512"/>
                  </a:lnTo>
                  <a:lnTo>
                    <a:pt x="447257" y="1283496"/>
                  </a:lnTo>
                  <a:lnTo>
                    <a:pt x="447271" y="1283481"/>
                  </a:lnTo>
                  <a:lnTo>
                    <a:pt x="447293" y="1283461"/>
                  </a:lnTo>
                  <a:lnTo>
                    <a:pt x="447306" y="1283449"/>
                  </a:lnTo>
                  <a:lnTo>
                    <a:pt x="447320" y="1283437"/>
                  </a:lnTo>
                  <a:lnTo>
                    <a:pt x="447329" y="1283429"/>
                  </a:lnTo>
                  <a:lnTo>
                    <a:pt x="447333" y="1283424"/>
                  </a:lnTo>
                  <a:lnTo>
                    <a:pt x="447336" y="1283417"/>
                  </a:lnTo>
                  <a:lnTo>
                    <a:pt x="447339" y="1283409"/>
                  </a:lnTo>
                  <a:lnTo>
                    <a:pt x="447343" y="1283386"/>
                  </a:lnTo>
                  <a:lnTo>
                    <a:pt x="447347" y="1283361"/>
                  </a:lnTo>
                  <a:lnTo>
                    <a:pt x="447351" y="1283339"/>
                  </a:lnTo>
                  <a:lnTo>
                    <a:pt x="447355" y="1283308"/>
                  </a:lnTo>
                  <a:lnTo>
                    <a:pt x="447362" y="1283276"/>
                  </a:lnTo>
                  <a:lnTo>
                    <a:pt x="447368" y="1283247"/>
                  </a:lnTo>
                  <a:lnTo>
                    <a:pt x="447376" y="1283220"/>
                  </a:lnTo>
                  <a:lnTo>
                    <a:pt x="447382" y="1283201"/>
                  </a:lnTo>
                  <a:lnTo>
                    <a:pt x="447386" y="1283186"/>
                  </a:lnTo>
                  <a:lnTo>
                    <a:pt x="447383" y="1283177"/>
                  </a:lnTo>
                  <a:lnTo>
                    <a:pt x="447379" y="1283171"/>
                  </a:lnTo>
                  <a:lnTo>
                    <a:pt x="447371" y="1283162"/>
                  </a:lnTo>
                  <a:lnTo>
                    <a:pt x="447356" y="1283149"/>
                  </a:lnTo>
                  <a:lnTo>
                    <a:pt x="447338" y="1283134"/>
                  </a:lnTo>
                  <a:lnTo>
                    <a:pt x="447322" y="1283120"/>
                  </a:lnTo>
                  <a:lnTo>
                    <a:pt x="447307" y="1283109"/>
                  </a:lnTo>
                  <a:lnTo>
                    <a:pt x="447293" y="1283099"/>
                  </a:lnTo>
                  <a:lnTo>
                    <a:pt x="447275" y="1283089"/>
                  </a:lnTo>
                  <a:lnTo>
                    <a:pt x="447255" y="1283078"/>
                  </a:lnTo>
                  <a:lnTo>
                    <a:pt x="447234" y="1283069"/>
                  </a:lnTo>
                  <a:lnTo>
                    <a:pt x="447216" y="1283061"/>
                  </a:lnTo>
                  <a:lnTo>
                    <a:pt x="447201" y="1283054"/>
                  </a:lnTo>
                  <a:lnTo>
                    <a:pt x="447185" y="1283045"/>
                  </a:lnTo>
                  <a:lnTo>
                    <a:pt x="447161" y="1283032"/>
                  </a:lnTo>
                  <a:lnTo>
                    <a:pt x="447139" y="1283018"/>
                  </a:lnTo>
                  <a:lnTo>
                    <a:pt x="447129" y="1283011"/>
                  </a:lnTo>
                  <a:lnTo>
                    <a:pt x="447119" y="1283005"/>
                  </a:lnTo>
                  <a:lnTo>
                    <a:pt x="447106" y="1282995"/>
                  </a:lnTo>
                  <a:lnTo>
                    <a:pt x="447097" y="1282986"/>
                  </a:lnTo>
                  <a:lnTo>
                    <a:pt x="447090" y="1282979"/>
                  </a:lnTo>
                  <a:lnTo>
                    <a:pt x="447086" y="1282974"/>
                  </a:lnTo>
                  <a:lnTo>
                    <a:pt x="447083" y="1282968"/>
                  </a:lnTo>
                  <a:lnTo>
                    <a:pt x="447079" y="1282959"/>
                  </a:lnTo>
                  <a:lnTo>
                    <a:pt x="447074" y="1282942"/>
                  </a:lnTo>
                  <a:lnTo>
                    <a:pt x="447068" y="1282924"/>
                  </a:lnTo>
                  <a:lnTo>
                    <a:pt x="447061" y="1282908"/>
                  </a:lnTo>
                  <a:lnTo>
                    <a:pt x="447059" y="1282901"/>
                  </a:lnTo>
                  <a:lnTo>
                    <a:pt x="447053" y="1282891"/>
                  </a:lnTo>
                  <a:lnTo>
                    <a:pt x="447044" y="1282877"/>
                  </a:lnTo>
                  <a:lnTo>
                    <a:pt x="447035" y="1282862"/>
                  </a:lnTo>
                  <a:lnTo>
                    <a:pt x="447021" y="1282844"/>
                  </a:lnTo>
                  <a:lnTo>
                    <a:pt x="447009" y="1282828"/>
                  </a:lnTo>
                  <a:lnTo>
                    <a:pt x="446998" y="1282814"/>
                  </a:lnTo>
                  <a:lnTo>
                    <a:pt x="446985" y="1282799"/>
                  </a:lnTo>
                  <a:lnTo>
                    <a:pt x="446975" y="1282787"/>
                  </a:lnTo>
                  <a:lnTo>
                    <a:pt x="446962" y="1282774"/>
                  </a:lnTo>
                  <a:lnTo>
                    <a:pt x="446953" y="1282765"/>
                  </a:lnTo>
                  <a:lnTo>
                    <a:pt x="446937" y="1282751"/>
                  </a:lnTo>
                  <a:lnTo>
                    <a:pt x="446928" y="1282743"/>
                  </a:lnTo>
                  <a:lnTo>
                    <a:pt x="446916" y="1282732"/>
                  </a:lnTo>
                  <a:lnTo>
                    <a:pt x="446910" y="1282726"/>
                  </a:lnTo>
                  <a:lnTo>
                    <a:pt x="446895" y="1282708"/>
                  </a:lnTo>
                  <a:lnTo>
                    <a:pt x="446888" y="1282700"/>
                  </a:lnTo>
                  <a:lnTo>
                    <a:pt x="446884" y="1282695"/>
                  </a:lnTo>
                  <a:lnTo>
                    <a:pt x="446856" y="1282665"/>
                  </a:lnTo>
                  <a:lnTo>
                    <a:pt x="446833" y="1282639"/>
                  </a:lnTo>
                  <a:lnTo>
                    <a:pt x="446814" y="1282614"/>
                  </a:lnTo>
                  <a:lnTo>
                    <a:pt x="446796" y="1282589"/>
                  </a:lnTo>
                  <a:lnTo>
                    <a:pt x="446781" y="1282564"/>
                  </a:lnTo>
                  <a:lnTo>
                    <a:pt x="446772" y="1282544"/>
                  </a:lnTo>
                  <a:lnTo>
                    <a:pt x="446766" y="1282524"/>
                  </a:lnTo>
                  <a:lnTo>
                    <a:pt x="446763" y="1282508"/>
                  </a:lnTo>
                  <a:lnTo>
                    <a:pt x="446761" y="1282490"/>
                  </a:lnTo>
                  <a:lnTo>
                    <a:pt x="446761" y="1282474"/>
                  </a:lnTo>
                  <a:lnTo>
                    <a:pt x="446766" y="1282452"/>
                  </a:lnTo>
                  <a:lnTo>
                    <a:pt x="446761" y="1282450"/>
                  </a:lnTo>
                  <a:lnTo>
                    <a:pt x="446751" y="1282462"/>
                  </a:lnTo>
                  <a:lnTo>
                    <a:pt x="446739" y="1282477"/>
                  </a:lnTo>
                  <a:lnTo>
                    <a:pt x="446728" y="1282488"/>
                  </a:lnTo>
                  <a:lnTo>
                    <a:pt x="446719" y="1282495"/>
                  </a:lnTo>
                  <a:lnTo>
                    <a:pt x="446711" y="1282500"/>
                  </a:lnTo>
                  <a:lnTo>
                    <a:pt x="446691" y="1282510"/>
                  </a:lnTo>
                  <a:lnTo>
                    <a:pt x="446664" y="1282520"/>
                  </a:lnTo>
                  <a:lnTo>
                    <a:pt x="446635" y="1282531"/>
                  </a:lnTo>
                  <a:lnTo>
                    <a:pt x="446605" y="1282542"/>
                  </a:lnTo>
                  <a:lnTo>
                    <a:pt x="446576" y="1282556"/>
                  </a:lnTo>
                  <a:lnTo>
                    <a:pt x="446546" y="1282569"/>
                  </a:lnTo>
                  <a:lnTo>
                    <a:pt x="446516" y="1282582"/>
                  </a:lnTo>
                  <a:lnTo>
                    <a:pt x="446497" y="1282591"/>
                  </a:lnTo>
                  <a:lnTo>
                    <a:pt x="446471" y="1282605"/>
                  </a:lnTo>
                  <a:lnTo>
                    <a:pt x="446449" y="1282621"/>
                  </a:lnTo>
                  <a:lnTo>
                    <a:pt x="446432" y="1282635"/>
                  </a:lnTo>
                  <a:lnTo>
                    <a:pt x="446413" y="1282651"/>
                  </a:lnTo>
                  <a:lnTo>
                    <a:pt x="446378" y="1282684"/>
                  </a:lnTo>
                  <a:lnTo>
                    <a:pt x="446362" y="1282699"/>
                  </a:lnTo>
                  <a:lnTo>
                    <a:pt x="446356" y="1282700"/>
                  </a:lnTo>
                  <a:lnTo>
                    <a:pt x="446349" y="1282697"/>
                  </a:lnTo>
                  <a:lnTo>
                    <a:pt x="446334" y="1282687"/>
                  </a:lnTo>
                  <a:lnTo>
                    <a:pt x="446283" y="1282652"/>
                  </a:lnTo>
                  <a:lnTo>
                    <a:pt x="446254" y="1282632"/>
                  </a:lnTo>
                  <a:lnTo>
                    <a:pt x="446230" y="1282615"/>
                  </a:lnTo>
                  <a:lnTo>
                    <a:pt x="446206" y="1282598"/>
                  </a:lnTo>
                  <a:lnTo>
                    <a:pt x="446175" y="1282572"/>
                  </a:lnTo>
                  <a:lnTo>
                    <a:pt x="446152" y="1282553"/>
                  </a:lnTo>
                  <a:lnTo>
                    <a:pt x="446120" y="1282526"/>
                  </a:lnTo>
                  <a:lnTo>
                    <a:pt x="446100" y="1282508"/>
                  </a:lnTo>
                  <a:lnTo>
                    <a:pt x="446081" y="1282489"/>
                  </a:lnTo>
                  <a:lnTo>
                    <a:pt x="446063" y="1282470"/>
                  </a:lnTo>
                  <a:lnTo>
                    <a:pt x="446045" y="1282449"/>
                  </a:lnTo>
                  <a:lnTo>
                    <a:pt x="446030" y="1282431"/>
                  </a:lnTo>
                  <a:lnTo>
                    <a:pt x="446019" y="1282415"/>
                  </a:lnTo>
                  <a:lnTo>
                    <a:pt x="446014" y="1282411"/>
                  </a:lnTo>
                  <a:lnTo>
                    <a:pt x="446009" y="1282407"/>
                  </a:lnTo>
                  <a:lnTo>
                    <a:pt x="445985" y="1282403"/>
                  </a:lnTo>
                  <a:lnTo>
                    <a:pt x="445950" y="1282399"/>
                  </a:lnTo>
                  <a:lnTo>
                    <a:pt x="445928" y="1282398"/>
                  </a:lnTo>
                  <a:lnTo>
                    <a:pt x="445877" y="1282398"/>
                  </a:lnTo>
                  <a:lnTo>
                    <a:pt x="445844" y="1282396"/>
                  </a:lnTo>
                  <a:lnTo>
                    <a:pt x="445824" y="1282393"/>
                  </a:lnTo>
                  <a:lnTo>
                    <a:pt x="445799" y="1282390"/>
                  </a:lnTo>
                  <a:lnTo>
                    <a:pt x="445789" y="1282390"/>
                  </a:lnTo>
                  <a:lnTo>
                    <a:pt x="445783" y="1282394"/>
                  </a:lnTo>
                  <a:lnTo>
                    <a:pt x="445772" y="1282411"/>
                  </a:lnTo>
                  <a:lnTo>
                    <a:pt x="445762" y="1282425"/>
                  </a:lnTo>
                  <a:lnTo>
                    <a:pt x="445751" y="1282438"/>
                  </a:lnTo>
                  <a:lnTo>
                    <a:pt x="445743" y="1282448"/>
                  </a:lnTo>
                  <a:lnTo>
                    <a:pt x="445727" y="1282463"/>
                  </a:lnTo>
                  <a:lnTo>
                    <a:pt x="445717" y="1282474"/>
                  </a:lnTo>
                  <a:lnTo>
                    <a:pt x="445708" y="1282485"/>
                  </a:lnTo>
                  <a:lnTo>
                    <a:pt x="445694" y="1282504"/>
                  </a:lnTo>
                  <a:lnTo>
                    <a:pt x="445685" y="1282518"/>
                  </a:lnTo>
                  <a:lnTo>
                    <a:pt x="445676" y="1282532"/>
                  </a:lnTo>
                  <a:lnTo>
                    <a:pt x="445664" y="1282553"/>
                  </a:lnTo>
                  <a:lnTo>
                    <a:pt x="445653" y="1282574"/>
                  </a:lnTo>
                  <a:lnTo>
                    <a:pt x="445645" y="1282590"/>
                  </a:lnTo>
                  <a:lnTo>
                    <a:pt x="445637" y="1282601"/>
                  </a:lnTo>
                  <a:lnTo>
                    <a:pt x="445622" y="1282618"/>
                  </a:lnTo>
                  <a:lnTo>
                    <a:pt x="445613" y="1282626"/>
                  </a:lnTo>
                  <a:lnTo>
                    <a:pt x="445609" y="1282629"/>
                  </a:lnTo>
                  <a:lnTo>
                    <a:pt x="445596" y="1282635"/>
                  </a:lnTo>
                  <a:lnTo>
                    <a:pt x="445537" y="1282658"/>
                  </a:lnTo>
                  <a:lnTo>
                    <a:pt x="445504" y="1282675"/>
                  </a:lnTo>
                  <a:lnTo>
                    <a:pt x="445474" y="1282699"/>
                  </a:lnTo>
                  <a:lnTo>
                    <a:pt x="445449" y="1282711"/>
                  </a:lnTo>
                  <a:lnTo>
                    <a:pt x="445430" y="1282716"/>
                  </a:lnTo>
                  <a:lnTo>
                    <a:pt x="445422" y="1282717"/>
                  </a:lnTo>
                  <a:lnTo>
                    <a:pt x="445416" y="1282714"/>
                  </a:lnTo>
                  <a:lnTo>
                    <a:pt x="445397" y="1282706"/>
                  </a:lnTo>
                  <a:lnTo>
                    <a:pt x="445389" y="1282701"/>
                  </a:lnTo>
                  <a:lnTo>
                    <a:pt x="445367" y="1282689"/>
                  </a:lnTo>
                  <a:lnTo>
                    <a:pt x="445347" y="1282679"/>
                  </a:lnTo>
                  <a:lnTo>
                    <a:pt x="445314" y="1282667"/>
                  </a:lnTo>
                  <a:lnTo>
                    <a:pt x="445296" y="1282664"/>
                  </a:lnTo>
                  <a:lnTo>
                    <a:pt x="445281" y="1282663"/>
                  </a:lnTo>
                  <a:lnTo>
                    <a:pt x="445265" y="1282664"/>
                  </a:lnTo>
                  <a:lnTo>
                    <a:pt x="445245" y="1282664"/>
                  </a:lnTo>
                  <a:lnTo>
                    <a:pt x="445214" y="1282662"/>
                  </a:lnTo>
                  <a:lnTo>
                    <a:pt x="445175" y="1282658"/>
                  </a:lnTo>
                  <a:lnTo>
                    <a:pt x="445170" y="1282656"/>
                  </a:lnTo>
                  <a:lnTo>
                    <a:pt x="445152" y="1282646"/>
                  </a:lnTo>
                  <a:lnTo>
                    <a:pt x="445129" y="1282633"/>
                  </a:lnTo>
                  <a:lnTo>
                    <a:pt x="445104" y="1282620"/>
                  </a:lnTo>
                  <a:lnTo>
                    <a:pt x="445081" y="1282610"/>
                  </a:lnTo>
                  <a:lnTo>
                    <a:pt x="445057" y="1282593"/>
                  </a:lnTo>
                  <a:lnTo>
                    <a:pt x="445034" y="1282579"/>
                  </a:lnTo>
                  <a:lnTo>
                    <a:pt x="445008" y="1282573"/>
                  </a:lnTo>
                  <a:lnTo>
                    <a:pt x="444987" y="1282575"/>
                  </a:lnTo>
                  <a:lnTo>
                    <a:pt x="444967" y="1282577"/>
                  </a:lnTo>
                  <a:lnTo>
                    <a:pt x="444950" y="1282579"/>
                  </a:lnTo>
                  <a:lnTo>
                    <a:pt x="444934" y="1282582"/>
                  </a:lnTo>
                  <a:lnTo>
                    <a:pt x="444926" y="1282586"/>
                  </a:lnTo>
                  <a:lnTo>
                    <a:pt x="444918" y="1282593"/>
                  </a:lnTo>
                  <a:lnTo>
                    <a:pt x="444898" y="1282607"/>
                  </a:lnTo>
                  <a:lnTo>
                    <a:pt x="444886" y="1282611"/>
                  </a:lnTo>
                  <a:lnTo>
                    <a:pt x="444859" y="1282613"/>
                  </a:lnTo>
                  <a:lnTo>
                    <a:pt x="444844" y="1282615"/>
                  </a:lnTo>
                  <a:lnTo>
                    <a:pt x="444820" y="1282620"/>
                  </a:lnTo>
                  <a:lnTo>
                    <a:pt x="444788" y="1282630"/>
                  </a:lnTo>
                  <a:lnTo>
                    <a:pt x="444767" y="1282636"/>
                  </a:lnTo>
                  <a:lnTo>
                    <a:pt x="444750" y="1282640"/>
                  </a:lnTo>
                  <a:lnTo>
                    <a:pt x="444734" y="1282643"/>
                  </a:lnTo>
                  <a:lnTo>
                    <a:pt x="444715" y="1282645"/>
                  </a:lnTo>
                  <a:lnTo>
                    <a:pt x="444698" y="1282648"/>
                  </a:lnTo>
                  <a:lnTo>
                    <a:pt x="444674" y="1282652"/>
                  </a:lnTo>
                  <a:lnTo>
                    <a:pt x="444651" y="1282657"/>
                  </a:lnTo>
                  <a:lnTo>
                    <a:pt x="444633" y="1282664"/>
                  </a:lnTo>
                  <a:lnTo>
                    <a:pt x="444614" y="1282671"/>
                  </a:lnTo>
                  <a:lnTo>
                    <a:pt x="444596" y="1282681"/>
                  </a:lnTo>
                  <a:lnTo>
                    <a:pt x="444579" y="1282691"/>
                  </a:lnTo>
                  <a:lnTo>
                    <a:pt x="444560" y="1282704"/>
                  </a:lnTo>
                  <a:lnTo>
                    <a:pt x="444540" y="1282718"/>
                  </a:lnTo>
                  <a:lnTo>
                    <a:pt x="444530" y="1282726"/>
                  </a:lnTo>
                  <a:lnTo>
                    <a:pt x="444525" y="1282732"/>
                  </a:lnTo>
                  <a:lnTo>
                    <a:pt x="444516" y="1282746"/>
                  </a:lnTo>
                  <a:lnTo>
                    <a:pt x="444510" y="1282755"/>
                  </a:lnTo>
                  <a:lnTo>
                    <a:pt x="444503" y="1282771"/>
                  </a:lnTo>
                  <a:lnTo>
                    <a:pt x="444499" y="1282782"/>
                  </a:lnTo>
                  <a:lnTo>
                    <a:pt x="444496" y="1282796"/>
                  </a:lnTo>
                  <a:lnTo>
                    <a:pt x="444495" y="1282813"/>
                  </a:lnTo>
                  <a:lnTo>
                    <a:pt x="444493" y="1282830"/>
                  </a:lnTo>
                  <a:lnTo>
                    <a:pt x="444493" y="1282847"/>
                  </a:lnTo>
                  <a:lnTo>
                    <a:pt x="444493" y="1282866"/>
                  </a:lnTo>
                  <a:lnTo>
                    <a:pt x="444493" y="1282888"/>
                  </a:lnTo>
                  <a:lnTo>
                    <a:pt x="444495" y="1282913"/>
                  </a:lnTo>
                  <a:lnTo>
                    <a:pt x="444498" y="1282931"/>
                  </a:lnTo>
                  <a:lnTo>
                    <a:pt x="444499" y="1282945"/>
                  </a:lnTo>
                  <a:lnTo>
                    <a:pt x="444499" y="1282955"/>
                  </a:lnTo>
                  <a:lnTo>
                    <a:pt x="444498" y="1282973"/>
                  </a:lnTo>
                  <a:lnTo>
                    <a:pt x="444498" y="1282989"/>
                  </a:lnTo>
                  <a:lnTo>
                    <a:pt x="444495" y="1283003"/>
                  </a:lnTo>
                  <a:lnTo>
                    <a:pt x="444492" y="1283018"/>
                  </a:lnTo>
                  <a:lnTo>
                    <a:pt x="444487" y="1283034"/>
                  </a:lnTo>
                  <a:lnTo>
                    <a:pt x="444482" y="1283048"/>
                  </a:lnTo>
                  <a:lnTo>
                    <a:pt x="444479" y="1283059"/>
                  </a:lnTo>
                  <a:lnTo>
                    <a:pt x="444474" y="1283069"/>
                  </a:lnTo>
                  <a:lnTo>
                    <a:pt x="444470" y="1283079"/>
                  </a:lnTo>
                  <a:lnTo>
                    <a:pt x="444461" y="1283091"/>
                  </a:lnTo>
                  <a:lnTo>
                    <a:pt x="444450" y="1283100"/>
                  </a:lnTo>
                  <a:lnTo>
                    <a:pt x="444438" y="1283107"/>
                  </a:lnTo>
                  <a:lnTo>
                    <a:pt x="444428" y="1283114"/>
                  </a:lnTo>
                  <a:lnTo>
                    <a:pt x="444418" y="1283119"/>
                  </a:lnTo>
                  <a:lnTo>
                    <a:pt x="444401" y="1283126"/>
                  </a:lnTo>
                  <a:lnTo>
                    <a:pt x="444390" y="1283129"/>
                  </a:lnTo>
                  <a:lnTo>
                    <a:pt x="444373" y="1283135"/>
                  </a:lnTo>
                  <a:lnTo>
                    <a:pt x="444350" y="1283142"/>
                  </a:lnTo>
                  <a:lnTo>
                    <a:pt x="444318" y="1283152"/>
                  </a:lnTo>
                  <a:lnTo>
                    <a:pt x="444297" y="1283159"/>
                  </a:lnTo>
                  <a:lnTo>
                    <a:pt x="444275" y="1283164"/>
                  </a:lnTo>
                  <a:lnTo>
                    <a:pt x="444244" y="1283171"/>
                  </a:lnTo>
                  <a:lnTo>
                    <a:pt x="444225" y="1283175"/>
                  </a:lnTo>
                  <a:lnTo>
                    <a:pt x="444204" y="1283176"/>
                  </a:lnTo>
                  <a:lnTo>
                    <a:pt x="444179" y="1283179"/>
                  </a:lnTo>
                  <a:lnTo>
                    <a:pt x="444150" y="1283177"/>
                  </a:lnTo>
                  <a:lnTo>
                    <a:pt x="444125" y="1283175"/>
                  </a:lnTo>
                  <a:lnTo>
                    <a:pt x="444104" y="1283172"/>
                  </a:lnTo>
                  <a:lnTo>
                    <a:pt x="444074" y="1283164"/>
                  </a:lnTo>
                  <a:lnTo>
                    <a:pt x="444051" y="1283157"/>
                  </a:lnTo>
                  <a:lnTo>
                    <a:pt x="444035" y="1283154"/>
                  </a:lnTo>
                  <a:lnTo>
                    <a:pt x="444023" y="1283153"/>
                  </a:lnTo>
                  <a:lnTo>
                    <a:pt x="444006" y="1283155"/>
                  </a:lnTo>
                  <a:lnTo>
                    <a:pt x="443997" y="1283158"/>
                  </a:lnTo>
                  <a:lnTo>
                    <a:pt x="443984" y="1283164"/>
                  </a:lnTo>
                  <a:lnTo>
                    <a:pt x="443963" y="1283175"/>
                  </a:lnTo>
                  <a:lnTo>
                    <a:pt x="443937" y="1283190"/>
                  </a:lnTo>
                  <a:lnTo>
                    <a:pt x="443910" y="1283207"/>
                  </a:lnTo>
                  <a:lnTo>
                    <a:pt x="443892" y="1283226"/>
                  </a:lnTo>
                  <a:lnTo>
                    <a:pt x="443879" y="1283242"/>
                  </a:lnTo>
                  <a:lnTo>
                    <a:pt x="443865" y="1283271"/>
                  </a:lnTo>
                  <a:lnTo>
                    <a:pt x="443858" y="1283281"/>
                  </a:lnTo>
                  <a:lnTo>
                    <a:pt x="443841" y="1283301"/>
                  </a:lnTo>
                  <a:lnTo>
                    <a:pt x="443829" y="1283312"/>
                  </a:lnTo>
                  <a:lnTo>
                    <a:pt x="443812" y="1283323"/>
                  </a:lnTo>
                  <a:lnTo>
                    <a:pt x="443792" y="1283328"/>
                  </a:lnTo>
                  <a:lnTo>
                    <a:pt x="443772" y="1283337"/>
                  </a:lnTo>
                  <a:lnTo>
                    <a:pt x="443747" y="1283355"/>
                  </a:lnTo>
                  <a:lnTo>
                    <a:pt x="443696" y="1283392"/>
                  </a:lnTo>
                  <a:lnTo>
                    <a:pt x="443646" y="1283426"/>
                  </a:lnTo>
                  <a:lnTo>
                    <a:pt x="443633" y="1283437"/>
                  </a:lnTo>
                  <a:lnTo>
                    <a:pt x="443626" y="1283445"/>
                  </a:lnTo>
                  <a:lnTo>
                    <a:pt x="443619" y="1283452"/>
                  </a:lnTo>
                  <a:lnTo>
                    <a:pt x="443611" y="1283458"/>
                  </a:lnTo>
                  <a:lnTo>
                    <a:pt x="443603" y="1283462"/>
                  </a:lnTo>
                  <a:lnTo>
                    <a:pt x="443590" y="1283467"/>
                  </a:lnTo>
                  <a:lnTo>
                    <a:pt x="443571" y="1283474"/>
                  </a:lnTo>
                  <a:lnTo>
                    <a:pt x="443538" y="1283484"/>
                  </a:lnTo>
                  <a:lnTo>
                    <a:pt x="443511" y="1283492"/>
                  </a:lnTo>
                  <a:lnTo>
                    <a:pt x="443494" y="1283496"/>
                  </a:lnTo>
                  <a:lnTo>
                    <a:pt x="443475" y="1283502"/>
                  </a:lnTo>
                  <a:lnTo>
                    <a:pt x="443453" y="1283507"/>
                  </a:lnTo>
                  <a:lnTo>
                    <a:pt x="443428" y="1283513"/>
                  </a:lnTo>
                  <a:lnTo>
                    <a:pt x="443399" y="1283521"/>
                  </a:lnTo>
                  <a:lnTo>
                    <a:pt x="443371" y="1283528"/>
                  </a:lnTo>
                  <a:lnTo>
                    <a:pt x="443349" y="1283534"/>
                  </a:lnTo>
                  <a:lnTo>
                    <a:pt x="443328" y="1283540"/>
                  </a:lnTo>
                  <a:lnTo>
                    <a:pt x="443310" y="1283545"/>
                  </a:lnTo>
                  <a:lnTo>
                    <a:pt x="443288" y="1283550"/>
                  </a:lnTo>
                  <a:lnTo>
                    <a:pt x="443265" y="1283554"/>
                  </a:lnTo>
                  <a:lnTo>
                    <a:pt x="443240" y="1283559"/>
                  </a:lnTo>
                  <a:lnTo>
                    <a:pt x="443206" y="1283564"/>
                  </a:lnTo>
                  <a:lnTo>
                    <a:pt x="443181" y="1283565"/>
                  </a:lnTo>
                  <a:lnTo>
                    <a:pt x="443149" y="1283566"/>
                  </a:lnTo>
                  <a:lnTo>
                    <a:pt x="443122" y="1283566"/>
                  </a:lnTo>
                  <a:lnTo>
                    <a:pt x="443112" y="1283564"/>
                  </a:lnTo>
                  <a:lnTo>
                    <a:pt x="443101" y="1283559"/>
                  </a:lnTo>
                  <a:lnTo>
                    <a:pt x="443093" y="1283555"/>
                  </a:lnTo>
                  <a:lnTo>
                    <a:pt x="443085" y="1283548"/>
                  </a:lnTo>
                  <a:lnTo>
                    <a:pt x="443077" y="1283540"/>
                  </a:lnTo>
                  <a:lnTo>
                    <a:pt x="443071" y="1283532"/>
                  </a:lnTo>
                  <a:lnTo>
                    <a:pt x="443064" y="1283518"/>
                  </a:lnTo>
                  <a:lnTo>
                    <a:pt x="443054" y="1283500"/>
                  </a:lnTo>
                  <a:lnTo>
                    <a:pt x="443046" y="1283486"/>
                  </a:lnTo>
                  <a:lnTo>
                    <a:pt x="443035" y="1283469"/>
                  </a:lnTo>
                  <a:lnTo>
                    <a:pt x="443028" y="1283459"/>
                  </a:lnTo>
                  <a:lnTo>
                    <a:pt x="443022" y="1283452"/>
                  </a:lnTo>
                  <a:lnTo>
                    <a:pt x="443016" y="1283450"/>
                  </a:lnTo>
                  <a:lnTo>
                    <a:pt x="442975" y="1283443"/>
                  </a:lnTo>
                  <a:lnTo>
                    <a:pt x="442941" y="1283437"/>
                  </a:lnTo>
                  <a:lnTo>
                    <a:pt x="442912" y="1283432"/>
                  </a:lnTo>
                  <a:lnTo>
                    <a:pt x="442886" y="1283428"/>
                  </a:lnTo>
                  <a:lnTo>
                    <a:pt x="442858" y="1283425"/>
                  </a:lnTo>
                  <a:lnTo>
                    <a:pt x="442824" y="1283421"/>
                  </a:lnTo>
                  <a:lnTo>
                    <a:pt x="442802" y="1283418"/>
                  </a:lnTo>
                  <a:lnTo>
                    <a:pt x="442783" y="1283416"/>
                  </a:lnTo>
                  <a:lnTo>
                    <a:pt x="442766" y="1283412"/>
                  </a:lnTo>
                  <a:lnTo>
                    <a:pt x="442751" y="1283408"/>
                  </a:lnTo>
                  <a:lnTo>
                    <a:pt x="442733" y="1283401"/>
                  </a:lnTo>
                  <a:lnTo>
                    <a:pt x="442713" y="1283394"/>
                  </a:lnTo>
                  <a:lnTo>
                    <a:pt x="442695" y="1283385"/>
                  </a:lnTo>
                  <a:lnTo>
                    <a:pt x="442679" y="1283377"/>
                  </a:lnTo>
                  <a:lnTo>
                    <a:pt x="442661" y="1283366"/>
                  </a:lnTo>
                  <a:lnTo>
                    <a:pt x="442645" y="1283354"/>
                  </a:lnTo>
                  <a:lnTo>
                    <a:pt x="442632" y="1283343"/>
                  </a:lnTo>
                  <a:lnTo>
                    <a:pt x="442620" y="1283332"/>
                  </a:lnTo>
                  <a:lnTo>
                    <a:pt x="442607" y="1283320"/>
                  </a:lnTo>
                  <a:lnTo>
                    <a:pt x="442590" y="1283304"/>
                  </a:lnTo>
                  <a:lnTo>
                    <a:pt x="442567" y="1283286"/>
                  </a:lnTo>
                  <a:lnTo>
                    <a:pt x="442552" y="1283273"/>
                  </a:lnTo>
                  <a:lnTo>
                    <a:pt x="442542" y="1283264"/>
                  </a:lnTo>
                  <a:lnTo>
                    <a:pt x="442537" y="1283263"/>
                  </a:lnTo>
                  <a:lnTo>
                    <a:pt x="442530" y="1283263"/>
                  </a:lnTo>
                  <a:lnTo>
                    <a:pt x="442521" y="1283265"/>
                  </a:lnTo>
                  <a:lnTo>
                    <a:pt x="442500" y="1283274"/>
                  </a:lnTo>
                  <a:lnTo>
                    <a:pt x="442482" y="1283279"/>
                  </a:lnTo>
                  <a:lnTo>
                    <a:pt x="442470" y="1283281"/>
                  </a:lnTo>
                  <a:lnTo>
                    <a:pt x="442458" y="1283281"/>
                  </a:lnTo>
                  <a:lnTo>
                    <a:pt x="442450" y="1283279"/>
                  </a:lnTo>
                  <a:lnTo>
                    <a:pt x="442437" y="1283275"/>
                  </a:lnTo>
                  <a:lnTo>
                    <a:pt x="442408" y="1283264"/>
                  </a:lnTo>
                  <a:lnTo>
                    <a:pt x="442387" y="1283257"/>
                  </a:lnTo>
                  <a:lnTo>
                    <a:pt x="442358" y="1283247"/>
                  </a:lnTo>
                  <a:lnTo>
                    <a:pt x="442331" y="1283238"/>
                  </a:lnTo>
                  <a:lnTo>
                    <a:pt x="442303" y="1283228"/>
                  </a:lnTo>
                  <a:lnTo>
                    <a:pt x="442278" y="1283219"/>
                  </a:lnTo>
                  <a:lnTo>
                    <a:pt x="442262" y="1283213"/>
                  </a:lnTo>
                  <a:lnTo>
                    <a:pt x="442237" y="1283203"/>
                  </a:lnTo>
                  <a:lnTo>
                    <a:pt x="442219" y="1283195"/>
                  </a:lnTo>
                  <a:lnTo>
                    <a:pt x="442206" y="1283191"/>
                  </a:lnTo>
                  <a:lnTo>
                    <a:pt x="442197" y="1283189"/>
                  </a:lnTo>
                  <a:lnTo>
                    <a:pt x="442184" y="1283187"/>
                  </a:lnTo>
                  <a:lnTo>
                    <a:pt x="442164" y="1283189"/>
                  </a:lnTo>
                  <a:lnTo>
                    <a:pt x="442144" y="1283191"/>
                  </a:lnTo>
                  <a:lnTo>
                    <a:pt x="442131" y="1283195"/>
                  </a:lnTo>
                  <a:lnTo>
                    <a:pt x="442118" y="1283200"/>
                  </a:lnTo>
                  <a:lnTo>
                    <a:pt x="442108" y="1283206"/>
                  </a:lnTo>
                  <a:lnTo>
                    <a:pt x="442098" y="1283213"/>
                  </a:lnTo>
                  <a:lnTo>
                    <a:pt x="442092" y="1283219"/>
                  </a:lnTo>
                  <a:lnTo>
                    <a:pt x="442085" y="1283228"/>
                  </a:lnTo>
                  <a:lnTo>
                    <a:pt x="442077" y="1283241"/>
                  </a:lnTo>
                  <a:lnTo>
                    <a:pt x="442068" y="1283254"/>
                  </a:lnTo>
                  <a:lnTo>
                    <a:pt x="442055" y="1283269"/>
                  </a:lnTo>
                  <a:lnTo>
                    <a:pt x="442044" y="1283278"/>
                  </a:lnTo>
                  <a:lnTo>
                    <a:pt x="442034" y="1283285"/>
                  </a:lnTo>
                  <a:lnTo>
                    <a:pt x="442026" y="1283289"/>
                  </a:lnTo>
                  <a:lnTo>
                    <a:pt x="442015" y="1283293"/>
                  </a:lnTo>
                  <a:lnTo>
                    <a:pt x="441998" y="1283299"/>
                  </a:lnTo>
                  <a:lnTo>
                    <a:pt x="441974" y="1283307"/>
                  </a:lnTo>
                  <a:lnTo>
                    <a:pt x="441960" y="1283311"/>
                  </a:lnTo>
                  <a:lnTo>
                    <a:pt x="441946" y="1283313"/>
                  </a:lnTo>
                  <a:lnTo>
                    <a:pt x="441931" y="1283317"/>
                  </a:lnTo>
                  <a:lnTo>
                    <a:pt x="441911" y="1283320"/>
                  </a:lnTo>
                  <a:lnTo>
                    <a:pt x="441887" y="1283323"/>
                  </a:lnTo>
                  <a:lnTo>
                    <a:pt x="441865" y="1283324"/>
                  </a:lnTo>
                  <a:lnTo>
                    <a:pt x="441836" y="1283325"/>
                  </a:lnTo>
                  <a:lnTo>
                    <a:pt x="441815" y="1283324"/>
                  </a:lnTo>
                  <a:lnTo>
                    <a:pt x="441799" y="1283323"/>
                  </a:lnTo>
                  <a:lnTo>
                    <a:pt x="441778" y="1283319"/>
                  </a:lnTo>
                  <a:lnTo>
                    <a:pt x="441750" y="1283315"/>
                  </a:lnTo>
                  <a:lnTo>
                    <a:pt x="441730" y="1283312"/>
                  </a:lnTo>
                  <a:lnTo>
                    <a:pt x="441705" y="1283308"/>
                  </a:lnTo>
                  <a:lnTo>
                    <a:pt x="441678" y="1283304"/>
                  </a:lnTo>
                  <a:lnTo>
                    <a:pt x="441662" y="1283303"/>
                  </a:lnTo>
                  <a:lnTo>
                    <a:pt x="441650" y="1283301"/>
                  </a:lnTo>
                  <a:lnTo>
                    <a:pt x="441641" y="1283297"/>
                  </a:lnTo>
                  <a:lnTo>
                    <a:pt x="441628" y="1283291"/>
                  </a:lnTo>
                  <a:lnTo>
                    <a:pt x="441613" y="1283285"/>
                  </a:lnTo>
                  <a:lnTo>
                    <a:pt x="441600" y="1283278"/>
                  </a:lnTo>
                  <a:lnTo>
                    <a:pt x="441590" y="1283272"/>
                  </a:lnTo>
                  <a:lnTo>
                    <a:pt x="441580" y="1283266"/>
                  </a:lnTo>
                  <a:lnTo>
                    <a:pt x="441569" y="1283258"/>
                  </a:lnTo>
                  <a:lnTo>
                    <a:pt x="441559" y="1283250"/>
                  </a:lnTo>
                  <a:lnTo>
                    <a:pt x="441548" y="1283241"/>
                  </a:lnTo>
                  <a:lnTo>
                    <a:pt x="441538" y="1283231"/>
                  </a:lnTo>
                  <a:lnTo>
                    <a:pt x="441528" y="1283222"/>
                  </a:lnTo>
                  <a:lnTo>
                    <a:pt x="441521" y="1283213"/>
                  </a:lnTo>
                  <a:lnTo>
                    <a:pt x="441508" y="1283199"/>
                  </a:lnTo>
                  <a:lnTo>
                    <a:pt x="441494" y="1283184"/>
                  </a:lnTo>
                  <a:lnTo>
                    <a:pt x="441479" y="1283168"/>
                  </a:lnTo>
                  <a:lnTo>
                    <a:pt x="441466" y="1283154"/>
                  </a:lnTo>
                  <a:lnTo>
                    <a:pt x="441456" y="1283143"/>
                  </a:lnTo>
                  <a:lnTo>
                    <a:pt x="441446" y="1283131"/>
                  </a:lnTo>
                  <a:lnTo>
                    <a:pt x="441432" y="1283116"/>
                  </a:lnTo>
                  <a:lnTo>
                    <a:pt x="441419" y="1283102"/>
                  </a:lnTo>
                  <a:lnTo>
                    <a:pt x="441408" y="1283089"/>
                  </a:lnTo>
                  <a:lnTo>
                    <a:pt x="441391" y="1283070"/>
                  </a:lnTo>
                  <a:lnTo>
                    <a:pt x="441380" y="1283058"/>
                  </a:lnTo>
                  <a:lnTo>
                    <a:pt x="441368" y="1283045"/>
                  </a:lnTo>
                  <a:lnTo>
                    <a:pt x="441358" y="1283034"/>
                  </a:lnTo>
                  <a:lnTo>
                    <a:pt x="441347" y="1283026"/>
                  </a:lnTo>
                  <a:lnTo>
                    <a:pt x="441337" y="1283018"/>
                  </a:lnTo>
                  <a:lnTo>
                    <a:pt x="441325" y="1283012"/>
                  </a:lnTo>
                  <a:lnTo>
                    <a:pt x="441309" y="1283004"/>
                  </a:lnTo>
                  <a:lnTo>
                    <a:pt x="441294" y="1282995"/>
                  </a:lnTo>
                  <a:lnTo>
                    <a:pt x="441279" y="1282986"/>
                  </a:lnTo>
                  <a:lnTo>
                    <a:pt x="441268" y="1282978"/>
                  </a:lnTo>
                  <a:lnTo>
                    <a:pt x="441256" y="1282967"/>
                  </a:lnTo>
                  <a:lnTo>
                    <a:pt x="441246" y="1282959"/>
                  </a:lnTo>
                  <a:lnTo>
                    <a:pt x="441233" y="1282943"/>
                  </a:lnTo>
                  <a:lnTo>
                    <a:pt x="441225" y="1282918"/>
                  </a:lnTo>
                  <a:lnTo>
                    <a:pt x="441212" y="1282889"/>
                  </a:lnTo>
                  <a:lnTo>
                    <a:pt x="441201" y="1282847"/>
                  </a:lnTo>
                  <a:lnTo>
                    <a:pt x="441197" y="1282815"/>
                  </a:lnTo>
                  <a:lnTo>
                    <a:pt x="441192" y="1282784"/>
                  </a:lnTo>
                  <a:lnTo>
                    <a:pt x="441189" y="1282763"/>
                  </a:lnTo>
                  <a:lnTo>
                    <a:pt x="441179" y="1282733"/>
                  </a:lnTo>
                  <a:lnTo>
                    <a:pt x="441169" y="1282721"/>
                  </a:lnTo>
                  <a:lnTo>
                    <a:pt x="441144" y="1282700"/>
                  </a:lnTo>
                  <a:lnTo>
                    <a:pt x="441123" y="1282684"/>
                  </a:lnTo>
                  <a:lnTo>
                    <a:pt x="441114" y="1282674"/>
                  </a:lnTo>
                  <a:lnTo>
                    <a:pt x="441105" y="1282656"/>
                  </a:lnTo>
                  <a:lnTo>
                    <a:pt x="441100" y="1282643"/>
                  </a:lnTo>
                  <a:lnTo>
                    <a:pt x="441099" y="1282626"/>
                  </a:lnTo>
                  <a:lnTo>
                    <a:pt x="441098" y="1282568"/>
                  </a:lnTo>
                  <a:lnTo>
                    <a:pt x="441095" y="1282549"/>
                  </a:lnTo>
                  <a:lnTo>
                    <a:pt x="441074" y="1282486"/>
                  </a:lnTo>
                  <a:lnTo>
                    <a:pt x="441059" y="1282456"/>
                  </a:lnTo>
                  <a:lnTo>
                    <a:pt x="441054" y="1282442"/>
                  </a:lnTo>
                  <a:lnTo>
                    <a:pt x="441057" y="1282437"/>
                  </a:lnTo>
                  <a:lnTo>
                    <a:pt x="441081" y="1282411"/>
                  </a:lnTo>
                  <a:lnTo>
                    <a:pt x="441104" y="1282387"/>
                  </a:lnTo>
                  <a:lnTo>
                    <a:pt x="441130" y="1282363"/>
                  </a:lnTo>
                  <a:lnTo>
                    <a:pt x="441157" y="1282339"/>
                  </a:lnTo>
                  <a:lnTo>
                    <a:pt x="441193" y="1282302"/>
                  </a:lnTo>
                  <a:lnTo>
                    <a:pt x="441221" y="1282275"/>
                  </a:lnTo>
                  <a:lnTo>
                    <a:pt x="441242" y="1282253"/>
                  </a:lnTo>
                  <a:lnTo>
                    <a:pt x="441258" y="1282236"/>
                  </a:lnTo>
                  <a:lnTo>
                    <a:pt x="441275" y="1282218"/>
                  </a:lnTo>
                  <a:lnTo>
                    <a:pt x="441288" y="1282199"/>
                  </a:lnTo>
                  <a:lnTo>
                    <a:pt x="441301" y="1282178"/>
                  </a:lnTo>
                  <a:lnTo>
                    <a:pt x="441312" y="1282157"/>
                  </a:lnTo>
                  <a:lnTo>
                    <a:pt x="441322" y="1282136"/>
                  </a:lnTo>
                  <a:lnTo>
                    <a:pt x="441329" y="1282117"/>
                  </a:lnTo>
                  <a:lnTo>
                    <a:pt x="441335" y="1282096"/>
                  </a:lnTo>
                  <a:lnTo>
                    <a:pt x="441341" y="1282071"/>
                  </a:lnTo>
                  <a:lnTo>
                    <a:pt x="441350" y="1282042"/>
                  </a:lnTo>
                  <a:lnTo>
                    <a:pt x="441356" y="1282017"/>
                  </a:lnTo>
                  <a:lnTo>
                    <a:pt x="441361" y="1281995"/>
                  </a:lnTo>
                  <a:lnTo>
                    <a:pt x="441362" y="1281978"/>
                  </a:lnTo>
                  <a:lnTo>
                    <a:pt x="441361" y="1281956"/>
                  </a:lnTo>
                  <a:lnTo>
                    <a:pt x="441359" y="1281928"/>
                  </a:lnTo>
                  <a:lnTo>
                    <a:pt x="441355" y="1281909"/>
                  </a:lnTo>
                  <a:lnTo>
                    <a:pt x="441347" y="1281880"/>
                  </a:lnTo>
                  <a:lnTo>
                    <a:pt x="441336" y="1281854"/>
                  </a:lnTo>
                  <a:lnTo>
                    <a:pt x="441328" y="1281835"/>
                  </a:lnTo>
                  <a:lnTo>
                    <a:pt x="441316" y="1281803"/>
                  </a:lnTo>
                  <a:lnTo>
                    <a:pt x="441306" y="1281780"/>
                  </a:lnTo>
                  <a:lnTo>
                    <a:pt x="441288" y="1281743"/>
                  </a:lnTo>
                  <a:lnTo>
                    <a:pt x="441273" y="1281717"/>
                  </a:lnTo>
                  <a:lnTo>
                    <a:pt x="441261" y="1281700"/>
                  </a:lnTo>
                  <a:lnTo>
                    <a:pt x="441244" y="1281675"/>
                  </a:lnTo>
                  <a:lnTo>
                    <a:pt x="441228" y="1281655"/>
                  </a:lnTo>
                  <a:lnTo>
                    <a:pt x="441215" y="1281639"/>
                  </a:lnTo>
                  <a:lnTo>
                    <a:pt x="441198" y="1281615"/>
                  </a:lnTo>
                  <a:lnTo>
                    <a:pt x="441183" y="1281594"/>
                  </a:lnTo>
                  <a:lnTo>
                    <a:pt x="441173" y="1281584"/>
                  </a:lnTo>
                  <a:lnTo>
                    <a:pt x="441163" y="1281576"/>
                  </a:lnTo>
                  <a:lnTo>
                    <a:pt x="441152" y="1281570"/>
                  </a:lnTo>
                  <a:lnTo>
                    <a:pt x="441143" y="1281568"/>
                  </a:lnTo>
                  <a:lnTo>
                    <a:pt x="441133" y="1281566"/>
                  </a:lnTo>
                  <a:lnTo>
                    <a:pt x="441123" y="1281568"/>
                  </a:lnTo>
                  <a:lnTo>
                    <a:pt x="441092" y="1281574"/>
                  </a:lnTo>
                  <a:lnTo>
                    <a:pt x="441072" y="1281577"/>
                  </a:lnTo>
                  <a:lnTo>
                    <a:pt x="441039" y="1281579"/>
                  </a:lnTo>
                  <a:lnTo>
                    <a:pt x="440996" y="1281579"/>
                  </a:lnTo>
                  <a:lnTo>
                    <a:pt x="440965" y="1281577"/>
                  </a:lnTo>
                  <a:lnTo>
                    <a:pt x="440924" y="1281574"/>
                  </a:lnTo>
                  <a:lnTo>
                    <a:pt x="440883" y="1281571"/>
                  </a:lnTo>
                  <a:lnTo>
                    <a:pt x="440861" y="1281571"/>
                  </a:lnTo>
                  <a:lnTo>
                    <a:pt x="440819" y="1281573"/>
                  </a:lnTo>
                  <a:lnTo>
                    <a:pt x="440781" y="1281575"/>
                  </a:lnTo>
                  <a:lnTo>
                    <a:pt x="440750" y="1281576"/>
                  </a:lnTo>
                  <a:lnTo>
                    <a:pt x="440708" y="1281576"/>
                  </a:lnTo>
                  <a:lnTo>
                    <a:pt x="440684" y="1281579"/>
                  </a:lnTo>
                  <a:lnTo>
                    <a:pt x="440661" y="1281583"/>
                  </a:lnTo>
                  <a:lnTo>
                    <a:pt x="440656" y="1281585"/>
                  </a:lnTo>
                  <a:lnTo>
                    <a:pt x="440642" y="1281586"/>
                  </a:lnTo>
                  <a:lnTo>
                    <a:pt x="440613" y="1281586"/>
                  </a:lnTo>
                  <a:lnTo>
                    <a:pt x="440594" y="1281586"/>
                  </a:lnTo>
                  <a:lnTo>
                    <a:pt x="440572" y="1281592"/>
                  </a:lnTo>
                  <a:lnTo>
                    <a:pt x="440540" y="1281603"/>
                  </a:lnTo>
                  <a:lnTo>
                    <a:pt x="440517" y="1281605"/>
                  </a:lnTo>
                  <a:lnTo>
                    <a:pt x="440494" y="1281610"/>
                  </a:lnTo>
                  <a:lnTo>
                    <a:pt x="440477" y="1281615"/>
                  </a:lnTo>
                  <a:lnTo>
                    <a:pt x="440456" y="1281622"/>
                  </a:lnTo>
                  <a:lnTo>
                    <a:pt x="440442" y="1281630"/>
                  </a:lnTo>
                  <a:lnTo>
                    <a:pt x="440419" y="1281639"/>
                  </a:lnTo>
                  <a:lnTo>
                    <a:pt x="440384" y="1281653"/>
                  </a:lnTo>
                  <a:lnTo>
                    <a:pt x="440346" y="1281665"/>
                  </a:lnTo>
                  <a:lnTo>
                    <a:pt x="440319" y="1281674"/>
                  </a:lnTo>
                  <a:lnTo>
                    <a:pt x="440287" y="1281686"/>
                  </a:lnTo>
                  <a:lnTo>
                    <a:pt x="440237" y="1281703"/>
                  </a:lnTo>
                  <a:lnTo>
                    <a:pt x="440203" y="1281711"/>
                  </a:lnTo>
                  <a:lnTo>
                    <a:pt x="440177" y="1281701"/>
                  </a:lnTo>
                  <a:lnTo>
                    <a:pt x="440145" y="1281680"/>
                  </a:lnTo>
                  <a:lnTo>
                    <a:pt x="440132" y="1281675"/>
                  </a:lnTo>
                  <a:lnTo>
                    <a:pt x="440103" y="1281662"/>
                  </a:lnTo>
                  <a:lnTo>
                    <a:pt x="440086" y="1281657"/>
                  </a:lnTo>
                  <a:lnTo>
                    <a:pt x="440059" y="1281651"/>
                  </a:lnTo>
                  <a:lnTo>
                    <a:pt x="440039" y="1281648"/>
                  </a:lnTo>
                  <a:lnTo>
                    <a:pt x="440020" y="1281644"/>
                  </a:lnTo>
                  <a:lnTo>
                    <a:pt x="439998" y="1281641"/>
                  </a:lnTo>
                  <a:lnTo>
                    <a:pt x="439972" y="1281635"/>
                  </a:lnTo>
                  <a:lnTo>
                    <a:pt x="439964" y="1281631"/>
                  </a:lnTo>
                  <a:lnTo>
                    <a:pt x="439945" y="1281617"/>
                  </a:lnTo>
                  <a:lnTo>
                    <a:pt x="439922" y="1281601"/>
                  </a:lnTo>
                  <a:lnTo>
                    <a:pt x="439902" y="1281587"/>
                  </a:lnTo>
                  <a:lnTo>
                    <a:pt x="439872" y="1281566"/>
                  </a:lnTo>
                  <a:lnTo>
                    <a:pt x="439845" y="1281547"/>
                  </a:lnTo>
                  <a:lnTo>
                    <a:pt x="439817" y="1281529"/>
                  </a:lnTo>
                  <a:lnTo>
                    <a:pt x="439794" y="1281515"/>
                  </a:lnTo>
                  <a:lnTo>
                    <a:pt x="439772" y="1281503"/>
                  </a:lnTo>
                  <a:lnTo>
                    <a:pt x="439737" y="1281488"/>
                  </a:lnTo>
                  <a:lnTo>
                    <a:pt x="439711" y="1281476"/>
                  </a:lnTo>
                  <a:lnTo>
                    <a:pt x="439678" y="1281461"/>
                  </a:lnTo>
                  <a:lnTo>
                    <a:pt x="439663" y="1281453"/>
                  </a:lnTo>
                  <a:lnTo>
                    <a:pt x="439630" y="1281436"/>
                  </a:lnTo>
                  <a:lnTo>
                    <a:pt x="439600" y="1281419"/>
                  </a:lnTo>
                  <a:lnTo>
                    <a:pt x="439570" y="1281401"/>
                  </a:lnTo>
                  <a:lnTo>
                    <a:pt x="439553" y="1281392"/>
                  </a:lnTo>
                  <a:lnTo>
                    <a:pt x="439530" y="1281380"/>
                  </a:lnTo>
                  <a:lnTo>
                    <a:pt x="439509" y="1281371"/>
                  </a:lnTo>
                  <a:lnTo>
                    <a:pt x="439473" y="1281346"/>
                  </a:lnTo>
                  <a:lnTo>
                    <a:pt x="439450" y="1281342"/>
                  </a:lnTo>
                  <a:lnTo>
                    <a:pt x="439440" y="1281343"/>
                  </a:lnTo>
                  <a:lnTo>
                    <a:pt x="439432" y="1281346"/>
                  </a:lnTo>
                  <a:lnTo>
                    <a:pt x="439419" y="1281349"/>
                  </a:lnTo>
                  <a:lnTo>
                    <a:pt x="439402" y="1281353"/>
                  </a:lnTo>
                  <a:lnTo>
                    <a:pt x="439379" y="1281361"/>
                  </a:lnTo>
                  <a:lnTo>
                    <a:pt x="439357" y="1281363"/>
                  </a:lnTo>
                  <a:lnTo>
                    <a:pt x="439344" y="1281362"/>
                  </a:lnTo>
                  <a:lnTo>
                    <a:pt x="439335" y="1281358"/>
                  </a:lnTo>
                  <a:lnTo>
                    <a:pt x="439310" y="1281344"/>
                  </a:lnTo>
                  <a:lnTo>
                    <a:pt x="439286" y="1281336"/>
                  </a:lnTo>
                  <a:lnTo>
                    <a:pt x="439267" y="1281331"/>
                  </a:lnTo>
                  <a:lnTo>
                    <a:pt x="439249" y="1281321"/>
                  </a:lnTo>
                  <a:lnTo>
                    <a:pt x="439228" y="1281307"/>
                  </a:lnTo>
                  <a:lnTo>
                    <a:pt x="439206" y="1281293"/>
                  </a:lnTo>
                  <a:lnTo>
                    <a:pt x="439183" y="1281280"/>
                  </a:lnTo>
                  <a:lnTo>
                    <a:pt x="439160" y="1281268"/>
                  </a:lnTo>
                  <a:lnTo>
                    <a:pt x="439146" y="1281261"/>
                  </a:lnTo>
                  <a:lnTo>
                    <a:pt x="439129" y="1281257"/>
                  </a:lnTo>
                  <a:lnTo>
                    <a:pt x="439101" y="1281252"/>
                  </a:lnTo>
                  <a:lnTo>
                    <a:pt x="439066" y="1281247"/>
                  </a:lnTo>
                  <a:lnTo>
                    <a:pt x="439032" y="1281243"/>
                  </a:lnTo>
                  <a:lnTo>
                    <a:pt x="439008" y="1281239"/>
                  </a:lnTo>
                  <a:lnTo>
                    <a:pt x="438985" y="1281235"/>
                  </a:lnTo>
                  <a:lnTo>
                    <a:pt x="438965" y="1281227"/>
                  </a:lnTo>
                  <a:lnTo>
                    <a:pt x="438924" y="1281209"/>
                  </a:lnTo>
                  <a:lnTo>
                    <a:pt x="438898" y="1281199"/>
                  </a:lnTo>
                  <a:lnTo>
                    <a:pt x="438846" y="1281180"/>
                  </a:lnTo>
                  <a:lnTo>
                    <a:pt x="438808" y="1281164"/>
                  </a:lnTo>
                  <a:lnTo>
                    <a:pt x="438767" y="1281148"/>
                  </a:lnTo>
                  <a:lnTo>
                    <a:pt x="438730" y="1281134"/>
                  </a:lnTo>
                  <a:lnTo>
                    <a:pt x="438664" y="1281108"/>
                  </a:lnTo>
                  <a:lnTo>
                    <a:pt x="438627" y="1281090"/>
                  </a:lnTo>
                  <a:lnTo>
                    <a:pt x="438597" y="1281075"/>
                  </a:lnTo>
                  <a:lnTo>
                    <a:pt x="438594" y="1281070"/>
                  </a:lnTo>
                  <a:lnTo>
                    <a:pt x="438606" y="1281066"/>
                  </a:lnTo>
                  <a:lnTo>
                    <a:pt x="438630" y="1281058"/>
                  </a:lnTo>
                  <a:lnTo>
                    <a:pt x="438647" y="1281051"/>
                  </a:lnTo>
                  <a:lnTo>
                    <a:pt x="438661" y="1281042"/>
                  </a:lnTo>
                  <a:lnTo>
                    <a:pt x="438672" y="1281032"/>
                  </a:lnTo>
                  <a:lnTo>
                    <a:pt x="438684" y="1281021"/>
                  </a:lnTo>
                  <a:lnTo>
                    <a:pt x="438697" y="1281008"/>
                  </a:lnTo>
                  <a:lnTo>
                    <a:pt x="438707" y="1280995"/>
                  </a:lnTo>
                  <a:lnTo>
                    <a:pt x="438717" y="1280982"/>
                  </a:lnTo>
                  <a:lnTo>
                    <a:pt x="438727" y="1280967"/>
                  </a:lnTo>
                  <a:lnTo>
                    <a:pt x="438736" y="1280951"/>
                  </a:lnTo>
                  <a:lnTo>
                    <a:pt x="438741" y="1280939"/>
                  </a:lnTo>
                  <a:lnTo>
                    <a:pt x="438749" y="1280917"/>
                  </a:lnTo>
                  <a:lnTo>
                    <a:pt x="438759" y="1280884"/>
                  </a:lnTo>
                  <a:lnTo>
                    <a:pt x="438767" y="1280847"/>
                  </a:lnTo>
                  <a:lnTo>
                    <a:pt x="438772" y="1280826"/>
                  </a:lnTo>
                  <a:lnTo>
                    <a:pt x="438774" y="1280814"/>
                  </a:lnTo>
                  <a:lnTo>
                    <a:pt x="438775" y="1280787"/>
                  </a:lnTo>
                  <a:lnTo>
                    <a:pt x="438777" y="1280758"/>
                  </a:lnTo>
                  <a:lnTo>
                    <a:pt x="438776" y="1280742"/>
                  </a:lnTo>
                  <a:lnTo>
                    <a:pt x="438775" y="1280708"/>
                  </a:lnTo>
                  <a:lnTo>
                    <a:pt x="438772" y="1280669"/>
                  </a:lnTo>
                  <a:lnTo>
                    <a:pt x="438769" y="1280630"/>
                  </a:lnTo>
                  <a:lnTo>
                    <a:pt x="438768" y="1280600"/>
                  </a:lnTo>
                  <a:lnTo>
                    <a:pt x="438768" y="1280573"/>
                  </a:lnTo>
                  <a:lnTo>
                    <a:pt x="438771" y="1280551"/>
                  </a:lnTo>
                  <a:lnTo>
                    <a:pt x="438774" y="1280525"/>
                  </a:lnTo>
                  <a:lnTo>
                    <a:pt x="438776" y="1280503"/>
                  </a:lnTo>
                  <a:lnTo>
                    <a:pt x="438775" y="1280477"/>
                  </a:lnTo>
                  <a:lnTo>
                    <a:pt x="438771" y="1280465"/>
                  </a:lnTo>
                  <a:lnTo>
                    <a:pt x="438765" y="1280452"/>
                  </a:lnTo>
                  <a:lnTo>
                    <a:pt x="438759" y="1280438"/>
                  </a:lnTo>
                  <a:lnTo>
                    <a:pt x="438745" y="1280416"/>
                  </a:lnTo>
                  <a:lnTo>
                    <a:pt x="438735" y="1280401"/>
                  </a:lnTo>
                  <a:lnTo>
                    <a:pt x="438725" y="1280388"/>
                  </a:lnTo>
                  <a:lnTo>
                    <a:pt x="438710" y="1280370"/>
                  </a:lnTo>
                  <a:lnTo>
                    <a:pt x="438691" y="1280352"/>
                  </a:lnTo>
                  <a:lnTo>
                    <a:pt x="438669" y="1280332"/>
                  </a:lnTo>
                  <a:lnTo>
                    <a:pt x="438642" y="1280309"/>
                  </a:lnTo>
                  <a:lnTo>
                    <a:pt x="438629" y="1280297"/>
                  </a:lnTo>
                  <a:lnTo>
                    <a:pt x="438609" y="1280279"/>
                  </a:lnTo>
                  <a:lnTo>
                    <a:pt x="438595" y="1280267"/>
                  </a:lnTo>
                  <a:lnTo>
                    <a:pt x="438566" y="1280242"/>
                  </a:lnTo>
                  <a:lnTo>
                    <a:pt x="438540" y="1280222"/>
                  </a:lnTo>
                  <a:lnTo>
                    <a:pt x="438531" y="1280213"/>
                  </a:lnTo>
                  <a:lnTo>
                    <a:pt x="438525" y="1280205"/>
                  </a:lnTo>
                  <a:lnTo>
                    <a:pt x="438523" y="1280199"/>
                  </a:lnTo>
                  <a:lnTo>
                    <a:pt x="438524" y="1280187"/>
                  </a:lnTo>
                  <a:lnTo>
                    <a:pt x="438526" y="1280176"/>
                  </a:lnTo>
                  <a:lnTo>
                    <a:pt x="438534" y="1280150"/>
                  </a:lnTo>
                  <a:lnTo>
                    <a:pt x="438539" y="1280130"/>
                  </a:lnTo>
                  <a:lnTo>
                    <a:pt x="438543" y="1280107"/>
                  </a:lnTo>
                  <a:lnTo>
                    <a:pt x="438544" y="1280095"/>
                  </a:lnTo>
                  <a:lnTo>
                    <a:pt x="438544" y="1280072"/>
                  </a:lnTo>
                  <a:lnTo>
                    <a:pt x="438542" y="1280060"/>
                  </a:lnTo>
                  <a:lnTo>
                    <a:pt x="438538" y="1280047"/>
                  </a:lnTo>
                  <a:lnTo>
                    <a:pt x="438530" y="1280023"/>
                  </a:lnTo>
                  <a:lnTo>
                    <a:pt x="438520" y="1279996"/>
                  </a:lnTo>
                  <a:lnTo>
                    <a:pt x="438507" y="1279965"/>
                  </a:lnTo>
                  <a:lnTo>
                    <a:pt x="438501" y="1279949"/>
                  </a:lnTo>
                  <a:lnTo>
                    <a:pt x="438495" y="1279927"/>
                  </a:lnTo>
                  <a:lnTo>
                    <a:pt x="438490" y="1279907"/>
                  </a:lnTo>
                  <a:lnTo>
                    <a:pt x="438484" y="1279889"/>
                  </a:lnTo>
                  <a:lnTo>
                    <a:pt x="438479" y="1279877"/>
                  </a:lnTo>
                  <a:lnTo>
                    <a:pt x="438472" y="1279866"/>
                  </a:lnTo>
                  <a:lnTo>
                    <a:pt x="438460" y="1279849"/>
                  </a:lnTo>
                  <a:lnTo>
                    <a:pt x="438445" y="1279834"/>
                  </a:lnTo>
                  <a:lnTo>
                    <a:pt x="438431" y="1279821"/>
                  </a:lnTo>
                  <a:lnTo>
                    <a:pt x="438420" y="1279810"/>
                  </a:lnTo>
                  <a:lnTo>
                    <a:pt x="438413" y="1279800"/>
                  </a:lnTo>
                  <a:lnTo>
                    <a:pt x="438408" y="1279786"/>
                  </a:lnTo>
                  <a:lnTo>
                    <a:pt x="438402" y="1279765"/>
                  </a:lnTo>
                  <a:lnTo>
                    <a:pt x="438397" y="1279743"/>
                  </a:lnTo>
                  <a:lnTo>
                    <a:pt x="438395" y="1279717"/>
                  </a:lnTo>
                  <a:lnTo>
                    <a:pt x="438394" y="1279692"/>
                  </a:lnTo>
                  <a:lnTo>
                    <a:pt x="438394" y="1279657"/>
                  </a:lnTo>
                  <a:lnTo>
                    <a:pt x="438398" y="1279635"/>
                  </a:lnTo>
                  <a:lnTo>
                    <a:pt x="438398" y="1279621"/>
                  </a:lnTo>
                  <a:lnTo>
                    <a:pt x="438397" y="1279604"/>
                  </a:lnTo>
                  <a:lnTo>
                    <a:pt x="438395" y="1279576"/>
                  </a:lnTo>
                  <a:lnTo>
                    <a:pt x="438393" y="1279557"/>
                  </a:lnTo>
                  <a:lnTo>
                    <a:pt x="438390" y="1279541"/>
                  </a:lnTo>
                  <a:lnTo>
                    <a:pt x="438387" y="1279529"/>
                  </a:lnTo>
                  <a:lnTo>
                    <a:pt x="438382" y="1279515"/>
                  </a:lnTo>
                  <a:lnTo>
                    <a:pt x="438376" y="1279500"/>
                  </a:lnTo>
                  <a:lnTo>
                    <a:pt x="438370" y="1279489"/>
                  </a:lnTo>
                  <a:lnTo>
                    <a:pt x="438363" y="1279477"/>
                  </a:lnTo>
                  <a:lnTo>
                    <a:pt x="438350" y="1279461"/>
                  </a:lnTo>
                  <a:lnTo>
                    <a:pt x="438331" y="1279437"/>
                  </a:lnTo>
                  <a:lnTo>
                    <a:pt x="438315" y="1279416"/>
                  </a:lnTo>
                  <a:lnTo>
                    <a:pt x="438298" y="1279393"/>
                  </a:lnTo>
                  <a:lnTo>
                    <a:pt x="438286" y="1279380"/>
                  </a:lnTo>
                  <a:lnTo>
                    <a:pt x="438279" y="1279373"/>
                  </a:lnTo>
                  <a:lnTo>
                    <a:pt x="438266" y="1279355"/>
                  </a:lnTo>
                  <a:lnTo>
                    <a:pt x="438254" y="1279337"/>
                  </a:lnTo>
                  <a:lnTo>
                    <a:pt x="438240" y="1279325"/>
                  </a:lnTo>
                  <a:lnTo>
                    <a:pt x="438232" y="1279317"/>
                  </a:lnTo>
                  <a:lnTo>
                    <a:pt x="438222" y="1279310"/>
                  </a:lnTo>
                  <a:lnTo>
                    <a:pt x="438206" y="1279302"/>
                  </a:lnTo>
                  <a:lnTo>
                    <a:pt x="438197" y="1279298"/>
                  </a:lnTo>
                  <a:lnTo>
                    <a:pt x="438165" y="1279290"/>
                  </a:lnTo>
                  <a:lnTo>
                    <a:pt x="438140" y="1279282"/>
                  </a:lnTo>
                  <a:lnTo>
                    <a:pt x="438127" y="1279275"/>
                  </a:lnTo>
                  <a:lnTo>
                    <a:pt x="438116" y="1279268"/>
                  </a:lnTo>
                  <a:lnTo>
                    <a:pt x="438097" y="1279242"/>
                  </a:lnTo>
                  <a:lnTo>
                    <a:pt x="438080" y="1279215"/>
                  </a:lnTo>
                  <a:lnTo>
                    <a:pt x="438075" y="1279198"/>
                  </a:lnTo>
                  <a:lnTo>
                    <a:pt x="438072" y="1279180"/>
                  </a:lnTo>
                  <a:lnTo>
                    <a:pt x="438069" y="1279166"/>
                  </a:lnTo>
                  <a:lnTo>
                    <a:pt x="438051" y="1279169"/>
                  </a:lnTo>
                  <a:lnTo>
                    <a:pt x="438033" y="1279173"/>
                  </a:lnTo>
                  <a:lnTo>
                    <a:pt x="438017" y="1279177"/>
                  </a:lnTo>
                  <a:lnTo>
                    <a:pt x="437995" y="1279179"/>
                  </a:lnTo>
                  <a:lnTo>
                    <a:pt x="437984" y="1279179"/>
                  </a:lnTo>
                  <a:lnTo>
                    <a:pt x="437967" y="1279178"/>
                  </a:lnTo>
                  <a:lnTo>
                    <a:pt x="437949" y="1279176"/>
                  </a:lnTo>
                  <a:lnTo>
                    <a:pt x="437935" y="1279174"/>
                  </a:lnTo>
                  <a:lnTo>
                    <a:pt x="437921" y="1279171"/>
                  </a:lnTo>
                  <a:lnTo>
                    <a:pt x="437903" y="1279168"/>
                  </a:lnTo>
                  <a:lnTo>
                    <a:pt x="437890" y="1279165"/>
                  </a:lnTo>
                  <a:lnTo>
                    <a:pt x="437883" y="1279163"/>
                  </a:lnTo>
                  <a:lnTo>
                    <a:pt x="437875" y="1279158"/>
                  </a:lnTo>
                  <a:lnTo>
                    <a:pt x="437867" y="1279152"/>
                  </a:lnTo>
                  <a:lnTo>
                    <a:pt x="437855" y="1279138"/>
                  </a:lnTo>
                  <a:lnTo>
                    <a:pt x="437838" y="1279119"/>
                  </a:lnTo>
                  <a:lnTo>
                    <a:pt x="437819" y="1279104"/>
                  </a:lnTo>
                  <a:lnTo>
                    <a:pt x="437798" y="1279082"/>
                  </a:lnTo>
                  <a:lnTo>
                    <a:pt x="437793" y="1279074"/>
                  </a:lnTo>
                  <a:lnTo>
                    <a:pt x="437785" y="1279057"/>
                  </a:lnTo>
                  <a:lnTo>
                    <a:pt x="437777" y="1279046"/>
                  </a:lnTo>
                  <a:lnTo>
                    <a:pt x="437770" y="1279036"/>
                  </a:lnTo>
                  <a:lnTo>
                    <a:pt x="437760" y="1279023"/>
                  </a:lnTo>
                  <a:lnTo>
                    <a:pt x="437750" y="1279009"/>
                  </a:lnTo>
                  <a:lnTo>
                    <a:pt x="437742" y="1278995"/>
                  </a:lnTo>
                  <a:lnTo>
                    <a:pt x="437735" y="1278982"/>
                  </a:lnTo>
                  <a:lnTo>
                    <a:pt x="437730" y="1278977"/>
                  </a:lnTo>
                  <a:lnTo>
                    <a:pt x="437724" y="1278973"/>
                  </a:lnTo>
                  <a:lnTo>
                    <a:pt x="437717" y="1278971"/>
                  </a:lnTo>
                  <a:lnTo>
                    <a:pt x="437709" y="1278971"/>
                  </a:lnTo>
                  <a:lnTo>
                    <a:pt x="437697" y="1278973"/>
                  </a:lnTo>
                  <a:lnTo>
                    <a:pt x="437682" y="1278977"/>
                  </a:lnTo>
                  <a:lnTo>
                    <a:pt x="437666" y="1278981"/>
                  </a:lnTo>
                  <a:lnTo>
                    <a:pt x="437647" y="1278983"/>
                  </a:lnTo>
                  <a:lnTo>
                    <a:pt x="437626" y="1278987"/>
                  </a:lnTo>
                  <a:lnTo>
                    <a:pt x="437601" y="1278992"/>
                  </a:lnTo>
                  <a:lnTo>
                    <a:pt x="437572" y="1278998"/>
                  </a:lnTo>
                  <a:lnTo>
                    <a:pt x="437550" y="1279001"/>
                  </a:lnTo>
                  <a:lnTo>
                    <a:pt x="437532" y="1279003"/>
                  </a:lnTo>
                  <a:lnTo>
                    <a:pt x="437505" y="1279005"/>
                  </a:lnTo>
                  <a:lnTo>
                    <a:pt x="437467" y="1279004"/>
                  </a:lnTo>
                  <a:lnTo>
                    <a:pt x="437442" y="1279002"/>
                  </a:lnTo>
                  <a:lnTo>
                    <a:pt x="437420" y="1278998"/>
                  </a:lnTo>
                  <a:lnTo>
                    <a:pt x="437406" y="1278994"/>
                  </a:lnTo>
                  <a:lnTo>
                    <a:pt x="437387" y="1278985"/>
                  </a:lnTo>
                  <a:lnTo>
                    <a:pt x="437364" y="1278971"/>
                  </a:lnTo>
                  <a:lnTo>
                    <a:pt x="437332" y="1278949"/>
                  </a:lnTo>
                  <a:lnTo>
                    <a:pt x="437308" y="1278935"/>
                  </a:lnTo>
                  <a:lnTo>
                    <a:pt x="437289" y="1278924"/>
                  </a:lnTo>
                  <a:lnTo>
                    <a:pt x="437273" y="1278918"/>
                  </a:lnTo>
                  <a:lnTo>
                    <a:pt x="437256" y="1278911"/>
                  </a:lnTo>
                  <a:lnTo>
                    <a:pt x="437242" y="1278908"/>
                  </a:lnTo>
                  <a:lnTo>
                    <a:pt x="437224" y="1278906"/>
                  </a:lnTo>
                  <a:lnTo>
                    <a:pt x="437210" y="1278905"/>
                  </a:lnTo>
                  <a:lnTo>
                    <a:pt x="437194" y="1278906"/>
                  </a:lnTo>
                  <a:lnTo>
                    <a:pt x="437171" y="1278909"/>
                  </a:lnTo>
                  <a:lnTo>
                    <a:pt x="437151" y="1278913"/>
                  </a:lnTo>
                  <a:lnTo>
                    <a:pt x="437134" y="1278917"/>
                  </a:lnTo>
                  <a:lnTo>
                    <a:pt x="437109" y="1278924"/>
                  </a:lnTo>
                  <a:lnTo>
                    <a:pt x="437091" y="1278929"/>
                  </a:lnTo>
                  <a:lnTo>
                    <a:pt x="437064" y="1278938"/>
                  </a:lnTo>
                  <a:lnTo>
                    <a:pt x="437039" y="1278947"/>
                  </a:lnTo>
                  <a:lnTo>
                    <a:pt x="437015" y="1278954"/>
                  </a:lnTo>
                  <a:lnTo>
                    <a:pt x="436991" y="1278960"/>
                  </a:lnTo>
                  <a:lnTo>
                    <a:pt x="436973" y="1278965"/>
                  </a:lnTo>
                  <a:lnTo>
                    <a:pt x="436957" y="1278971"/>
                  </a:lnTo>
                  <a:lnTo>
                    <a:pt x="436941" y="1278977"/>
                  </a:lnTo>
                  <a:lnTo>
                    <a:pt x="436933" y="1278979"/>
                  </a:lnTo>
                  <a:lnTo>
                    <a:pt x="436920" y="1278981"/>
                  </a:lnTo>
                  <a:lnTo>
                    <a:pt x="436910" y="1278982"/>
                  </a:lnTo>
                  <a:lnTo>
                    <a:pt x="436895" y="1278981"/>
                  </a:lnTo>
                  <a:lnTo>
                    <a:pt x="436885" y="1278979"/>
                  </a:lnTo>
                  <a:lnTo>
                    <a:pt x="436866" y="1278975"/>
                  </a:lnTo>
                  <a:lnTo>
                    <a:pt x="436850" y="1278970"/>
                  </a:lnTo>
                  <a:lnTo>
                    <a:pt x="436835" y="1278962"/>
                  </a:lnTo>
                  <a:lnTo>
                    <a:pt x="436818" y="1278952"/>
                  </a:lnTo>
                  <a:lnTo>
                    <a:pt x="436792" y="1278938"/>
                  </a:lnTo>
                  <a:lnTo>
                    <a:pt x="436768" y="1278927"/>
                  </a:lnTo>
                  <a:lnTo>
                    <a:pt x="436752" y="1278920"/>
                  </a:lnTo>
                  <a:lnTo>
                    <a:pt x="436741" y="1278916"/>
                  </a:lnTo>
                  <a:lnTo>
                    <a:pt x="436733" y="1278915"/>
                  </a:lnTo>
                  <a:lnTo>
                    <a:pt x="436725" y="1278914"/>
                  </a:lnTo>
                  <a:lnTo>
                    <a:pt x="436720" y="1278915"/>
                  </a:lnTo>
                  <a:lnTo>
                    <a:pt x="436710" y="1278921"/>
                  </a:lnTo>
                  <a:lnTo>
                    <a:pt x="436704" y="1278928"/>
                  </a:lnTo>
                  <a:lnTo>
                    <a:pt x="436695" y="1278939"/>
                  </a:lnTo>
                  <a:lnTo>
                    <a:pt x="436684" y="1278957"/>
                  </a:lnTo>
                  <a:lnTo>
                    <a:pt x="436677" y="1278967"/>
                  </a:lnTo>
                  <a:lnTo>
                    <a:pt x="436662" y="1278991"/>
                  </a:lnTo>
                  <a:lnTo>
                    <a:pt x="436650" y="1279009"/>
                  </a:lnTo>
                  <a:lnTo>
                    <a:pt x="436629" y="1279041"/>
                  </a:lnTo>
                  <a:lnTo>
                    <a:pt x="436621" y="1279053"/>
                  </a:lnTo>
                  <a:lnTo>
                    <a:pt x="436610" y="1279071"/>
                  </a:lnTo>
                  <a:lnTo>
                    <a:pt x="436596" y="1279093"/>
                  </a:lnTo>
                  <a:lnTo>
                    <a:pt x="436588" y="1279106"/>
                  </a:lnTo>
                  <a:lnTo>
                    <a:pt x="436578" y="1279120"/>
                  </a:lnTo>
                  <a:lnTo>
                    <a:pt x="436568" y="1279134"/>
                  </a:lnTo>
                  <a:lnTo>
                    <a:pt x="436552" y="1279155"/>
                  </a:lnTo>
                  <a:lnTo>
                    <a:pt x="436541" y="1279170"/>
                  </a:lnTo>
                  <a:lnTo>
                    <a:pt x="436533" y="1279178"/>
                  </a:lnTo>
                  <a:lnTo>
                    <a:pt x="436523" y="1279179"/>
                  </a:lnTo>
                  <a:lnTo>
                    <a:pt x="436519" y="1279175"/>
                  </a:lnTo>
                  <a:lnTo>
                    <a:pt x="436509" y="1279161"/>
                  </a:lnTo>
                  <a:lnTo>
                    <a:pt x="436500" y="1279148"/>
                  </a:lnTo>
                  <a:lnTo>
                    <a:pt x="436494" y="1279141"/>
                  </a:lnTo>
                  <a:lnTo>
                    <a:pt x="436482" y="1279128"/>
                  </a:lnTo>
                  <a:lnTo>
                    <a:pt x="436470" y="1279117"/>
                  </a:lnTo>
                  <a:lnTo>
                    <a:pt x="436456" y="1279106"/>
                  </a:lnTo>
                  <a:lnTo>
                    <a:pt x="436437" y="1279094"/>
                  </a:lnTo>
                  <a:lnTo>
                    <a:pt x="436405" y="1279071"/>
                  </a:lnTo>
                  <a:lnTo>
                    <a:pt x="436382" y="1279056"/>
                  </a:lnTo>
                  <a:lnTo>
                    <a:pt x="436362" y="1279048"/>
                  </a:lnTo>
                  <a:lnTo>
                    <a:pt x="436347" y="1279043"/>
                  </a:lnTo>
                  <a:lnTo>
                    <a:pt x="436331" y="1279040"/>
                  </a:lnTo>
                  <a:lnTo>
                    <a:pt x="436318" y="1279039"/>
                  </a:lnTo>
                  <a:lnTo>
                    <a:pt x="436302" y="1279038"/>
                  </a:lnTo>
                  <a:lnTo>
                    <a:pt x="436279" y="1279038"/>
                  </a:lnTo>
                  <a:lnTo>
                    <a:pt x="436261" y="1279040"/>
                  </a:lnTo>
                  <a:lnTo>
                    <a:pt x="436237" y="1279042"/>
                  </a:lnTo>
                  <a:lnTo>
                    <a:pt x="436219" y="1279042"/>
                  </a:lnTo>
                  <a:lnTo>
                    <a:pt x="436203" y="1279040"/>
                  </a:lnTo>
                  <a:lnTo>
                    <a:pt x="436191" y="1279036"/>
                  </a:lnTo>
                  <a:lnTo>
                    <a:pt x="436174" y="1279031"/>
                  </a:lnTo>
                  <a:lnTo>
                    <a:pt x="436161" y="1279029"/>
                  </a:lnTo>
                  <a:lnTo>
                    <a:pt x="436153" y="1279029"/>
                  </a:lnTo>
                  <a:lnTo>
                    <a:pt x="436139" y="1279032"/>
                  </a:lnTo>
                  <a:lnTo>
                    <a:pt x="436125" y="1279038"/>
                  </a:lnTo>
                  <a:lnTo>
                    <a:pt x="436111" y="1279045"/>
                  </a:lnTo>
                  <a:lnTo>
                    <a:pt x="436094" y="1279057"/>
                  </a:lnTo>
                  <a:lnTo>
                    <a:pt x="436081" y="1279070"/>
                  </a:lnTo>
                  <a:lnTo>
                    <a:pt x="436063" y="1279089"/>
                  </a:lnTo>
                  <a:lnTo>
                    <a:pt x="436049" y="1279107"/>
                  </a:lnTo>
                  <a:lnTo>
                    <a:pt x="436036" y="1279127"/>
                  </a:lnTo>
                  <a:lnTo>
                    <a:pt x="436027" y="1279143"/>
                  </a:lnTo>
                  <a:lnTo>
                    <a:pt x="436020" y="1279157"/>
                  </a:lnTo>
                  <a:lnTo>
                    <a:pt x="436014" y="1279170"/>
                  </a:lnTo>
                  <a:lnTo>
                    <a:pt x="436008" y="1279190"/>
                  </a:lnTo>
                  <a:lnTo>
                    <a:pt x="436002" y="1279200"/>
                  </a:lnTo>
                  <a:lnTo>
                    <a:pt x="435997" y="1279208"/>
                  </a:lnTo>
                  <a:lnTo>
                    <a:pt x="435990" y="1279214"/>
                  </a:lnTo>
                  <a:lnTo>
                    <a:pt x="435980" y="1279222"/>
                  </a:lnTo>
                  <a:lnTo>
                    <a:pt x="435967" y="1279229"/>
                  </a:lnTo>
                  <a:lnTo>
                    <a:pt x="435941" y="1279244"/>
                  </a:lnTo>
                  <a:lnTo>
                    <a:pt x="435930" y="1279250"/>
                  </a:lnTo>
                  <a:lnTo>
                    <a:pt x="435918" y="1279254"/>
                  </a:lnTo>
                  <a:lnTo>
                    <a:pt x="435902" y="1279259"/>
                  </a:lnTo>
                  <a:lnTo>
                    <a:pt x="435879" y="1279267"/>
                  </a:lnTo>
                  <a:lnTo>
                    <a:pt x="435859" y="1279275"/>
                  </a:lnTo>
                  <a:lnTo>
                    <a:pt x="435834" y="1279283"/>
                  </a:lnTo>
                  <a:lnTo>
                    <a:pt x="435815" y="1279289"/>
                  </a:lnTo>
                  <a:lnTo>
                    <a:pt x="435796" y="1279294"/>
                  </a:lnTo>
                  <a:lnTo>
                    <a:pt x="435778" y="1279297"/>
                  </a:lnTo>
                  <a:lnTo>
                    <a:pt x="435765" y="1279301"/>
                  </a:lnTo>
                  <a:lnTo>
                    <a:pt x="435740" y="1279308"/>
                  </a:lnTo>
                  <a:lnTo>
                    <a:pt x="435716" y="1279314"/>
                  </a:lnTo>
                  <a:lnTo>
                    <a:pt x="435701" y="1279319"/>
                  </a:lnTo>
                  <a:lnTo>
                    <a:pt x="435681" y="1279326"/>
                  </a:lnTo>
                  <a:lnTo>
                    <a:pt x="435667" y="1279332"/>
                  </a:lnTo>
                  <a:lnTo>
                    <a:pt x="435656" y="1279338"/>
                  </a:lnTo>
                  <a:lnTo>
                    <a:pt x="435646" y="1279345"/>
                  </a:lnTo>
                  <a:lnTo>
                    <a:pt x="435635" y="1279356"/>
                  </a:lnTo>
                  <a:lnTo>
                    <a:pt x="435619" y="1279373"/>
                  </a:lnTo>
                  <a:lnTo>
                    <a:pt x="435612" y="1279378"/>
                  </a:lnTo>
                  <a:lnTo>
                    <a:pt x="435604" y="1279384"/>
                  </a:lnTo>
                  <a:lnTo>
                    <a:pt x="435585" y="1279394"/>
                  </a:lnTo>
                  <a:lnTo>
                    <a:pt x="435566" y="1279404"/>
                  </a:lnTo>
                  <a:lnTo>
                    <a:pt x="435558" y="1279408"/>
                  </a:lnTo>
                  <a:lnTo>
                    <a:pt x="435551" y="1279411"/>
                  </a:lnTo>
                  <a:lnTo>
                    <a:pt x="435542" y="1279413"/>
                  </a:lnTo>
                  <a:lnTo>
                    <a:pt x="435526" y="1279414"/>
                  </a:lnTo>
                  <a:lnTo>
                    <a:pt x="435507" y="1279418"/>
                  </a:lnTo>
                  <a:lnTo>
                    <a:pt x="435496" y="1279421"/>
                  </a:lnTo>
                  <a:lnTo>
                    <a:pt x="435483" y="1279426"/>
                  </a:lnTo>
                  <a:lnTo>
                    <a:pt x="435471" y="1279430"/>
                  </a:lnTo>
                  <a:lnTo>
                    <a:pt x="435459" y="1279432"/>
                  </a:lnTo>
                  <a:lnTo>
                    <a:pt x="435445" y="1279433"/>
                  </a:lnTo>
                  <a:lnTo>
                    <a:pt x="435418" y="1279431"/>
                  </a:lnTo>
                  <a:lnTo>
                    <a:pt x="435380" y="1279431"/>
                  </a:lnTo>
                  <a:lnTo>
                    <a:pt x="435361" y="1279432"/>
                  </a:lnTo>
                  <a:lnTo>
                    <a:pt x="435335" y="1279436"/>
                  </a:lnTo>
                  <a:lnTo>
                    <a:pt x="435317" y="1279440"/>
                  </a:lnTo>
                  <a:lnTo>
                    <a:pt x="435308" y="1279440"/>
                  </a:lnTo>
                  <a:lnTo>
                    <a:pt x="435303" y="1279440"/>
                  </a:lnTo>
                  <a:lnTo>
                    <a:pt x="435295" y="1279434"/>
                  </a:lnTo>
                  <a:lnTo>
                    <a:pt x="435286" y="1279424"/>
                  </a:lnTo>
                  <a:lnTo>
                    <a:pt x="435275" y="1279412"/>
                  </a:lnTo>
                  <a:lnTo>
                    <a:pt x="435264" y="1279398"/>
                  </a:lnTo>
                  <a:lnTo>
                    <a:pt x="435258" y="1279394"/>
                  </a:lnTo>
                  <a:lnTo>
                    <a:pt x="435245" y="1279389"/>
                  </a:lnTo>
                  <a:lnTo>
                    <a:pt x="435231" y="1279383"/>
                  </a:lnTo>
                  <a:lnTo>
                    <a:pt x="435215" y="1279374"/>
                  </a:lnTo>
                  <a:lnTo>
                    <a:pt x="435196" y="1279363"/>
                  </a:lnTo>
                  <a:lnTo>
                    <a:pt x="435181" y="1279353"/>
                  </a:lnTo>
                  <a:lnTo>
                    <a:pt x="435171" y="1279345"/>
                  </a:lnTo>
                  <a:lnTo>
                    <a:pt x="435166" y="1279339"/>
                  </a:lnTo>
                  <a:lnTo>
                    <a:pt x="435161" y="1279330"/>
                  </a:lnTo>
                  <a:lnTo>
                    <a:pt x="435158" y="1279317"/>
                  </a:lnTo>
                  <a:lnTo>
                    <a:pt x="435156" y="1279298"/>
                  </a:lnTo>
                  <a:lnTo>
                    <a:pt x="435155" y="1279283"/>
                  </a:lnTo>
                  <a:lnTo>
                    <a:pt x="435154" y="1279265"/>
                  </a:lnTo>
                  <a:lnTo>
                    <a:pt x="435151" y="1279243"/>
                  </a:lnTo>
                  <a:lnTo>
                    <a:pt x="435148" y="1279229"/>
                  </a:lnTo>
                  <a:lnTo>
                    <a:pt x="435142" y="1279205"/>
                  </a:lnTo>
                  <a:lnTo>
                    <a:pt x="435137" y="1279189"/>
                  </a:lnTo>
                  <a:lnTo>
                    <a:pt x="435134" y="1279174"/>
                  </a:lnTo>
                  <a:lnTo>
                    <a:pt x="435132" y="1279150"/>
                  </a:lnTo>
                  <a:lnTo>
                    <a:pt x="435129" y="1279127"/>
                  </a:lnTo>
                  <a:lnTo>
                    <a:pt x="435128" y="1279110"/>
                  </a:lnTo>
                  <a:lnTo>
                    <a:pt x="435128" y="1279094"/>
                  </a:lnTo>
                  <a:lnTo>
                    <a:pt x="435130" y="1279077"/>
                  </a:lnTo>
                  <a:lnTo>
                    <a:pt x="435133" y="1279058"/>
                  </a:lnTo>
                  <a:lnTo>
                    <a:pt x="435135" y="1279041"/>
                  </a:lnTo>
                  <a:lnTo>
                    <a:pt x="435136" y="1279022"/>
                  </a:lnTo>
                  <a:lnTo>
                    <a:pt x="435135" y="1278997"/>
                  </a:lnTo>
                  <a:lnTo>
                    <a:pt x="435134" y="1278987"/>
                  </a:lnTo>
                  <a:lnTo>
                    <a:pt x="435131" y="1278979"/>
                  </a:lnTo>
                  <a:lnTo>
                    <a:pt x="435119" y="1278953"/>
                  </a:lnTo>
                  <a:lnTo>
                    <a:pt x="435111" y="1278937"/>
                  </a:lnTo>
                  <a:lnTo>
                    <a:pt x="435103" y="1278920"/>
                  </a:lnTo>
                  <a:lnTo>
                    <a:pt x="435090" y="1278897"/>
                  </a:lnTo>
                  <a:lnTo>
                    <a:pt x="435079" y="1278877"/>
                  </a:lnTo>
                  <a:lnTo>
                    <a:pt x="435069" y="1278858"/>
                  </a:lnTo>
                  <a:lnTo>
                    <a:pt x="435057" y="1278837"/>
                  </a:lnTo>
                  <a:lnTo>
                    <a:pt x="435046" y="1278814"/>
                  </a:lnTo>
                  <a:lnTo>
                    <a:pt x="435037" y="1278802"/>
                  </a:lnTo>
                  <a:lnTo>
                    <a:pt x="435023" y="1278785"/>
                  </a:lnTo>
                  <a:lnTo>
                    <a:pt x="435019" y="1278776"/>
                  </a:lnTo>
                  <a:lnTo>
                    <a:pt x="435023" y="1278767"/>
                  </a:lnTo>
                  <a:lnTo>
                    <a:pt x="435038" y="1278751"/>
                  </a:lnTo>
                  <a:lnTo>
                    <a:pt x="435062" y="1278732"/>
                  </a:lnTo>
                  <a:lnTo>
                    <a:pt x="435084" y="1278715"/>
                  </a:lnTo>
                  <a:lnTo>
                    <a:pt x="435109" y="1278694"/>
                  </a:lnTo>
                  <a:lnTo>
                    <a:pt x="435128" y="1278677"/>
                  </a:lnTo>
                  <a:lnTo>
                    <a:pt x="435145" y="1278664"/>
                  </a:lnTo>
                  <a:lnTo>
                    <a:pt x="435164" y="1278651"/>
                  </a:lnTo>
                  <a:lnTo>
                    <a:pt x="435184" y="1278636"/>
                  </a:lnTo>
                  <a:lnTo>
                    <a:pt x="435208" y="1278619"/>
                  </a:lnTo>
                  <a:lnTo>
                    <a:pt x="435219" y="1278609"/>
                  </a:lnTo>
                  <a:lnTo>
                    <a:pt x="435232" y="1278598"/>
                  </a:lnTo>
                  <a:lnTo>
                    <a:pt x="435248" y="1278583"/>
                  </a:lnTo>
                  <a:lnTo>
                    <a:pt x="435267" y="1278568"/>
                  </a:lnTo>
                  <a:lnTo>
                    <a:pt x="435281" y="1278558"/>
                  </a:lnTo>
                  <a:lnTo>
                    <a:pt x="435294" y="1278545"/>
                  </a:lnTo>
                  <a:lnTo>
                    <a:pt x="435316" y="1278522"/>
                  </a:lnTo>
                  <a:lnTo>
                    <a:pt x="435334" y="1278506"/>
                  </a:lnTo>
                  <a:lnTo>
                    <a:pt x="435345" y="1278495"/>
                  </a:lnTo>
                  <a:lnTo>
                    <a:pt x="435365" y="1278473"/>
                  </a:lnTo>
                  <a:lnTo>
                    <a:pt x="435381" y="1278456"/>
                  </a:lnTo>
                  <a:lnTo>
                    <a:pt x="435394" y="1278442"/>
                  </a:lnTo>
                  <a:lnTo>
                    <a:pt x="435406" y="1278425"/>
                  </a:lnTo>
                  <a:lnTo>
                    <a:pt x="435421" y="1278407"/>
                  </a:lnTo>
                  <a:lnTo>
                    <a:pt x="435427" y="1278397"/>
                  </a:lnTo>
                  <a:lnTo>
                    <a:pt x="435433" y="1278388"/>
                  </a:lnTo>
                  <a:lnTo>
                    <a:pt x="435436" y="1278380"/>
                  </a:lnTo>
                  <a:lnTo>
                    <a:pt x="435443" y="1278363"/>
                  </a:lnTo>
                  <a:lnTo>
                    <a:pt x="435448" y="1278344"/>
                  </a:lnTo>
                  <a:lnTo>
                    <a:pt x="435452" y="1278329"/>
                  </a:lnTo>
                  <a:lnTo>
                    <a:pt x="435455" y="1278313"/>
                  </a:lnTo>
                  <a:lnTo>
                    <a:pt x="435457" y="1278299"/>
                  </a:lnTo>
                  <a:lnTo>
                    <a:pt x="435458" y="1278283"/>
                  </a:lnTo>
                  <a:lnTo>
                    <a:pt x="435457" y="1278266"/>
                  </a:lnTo>
                  <a:lnTo>
                    <a:pt x="435455" y="1278247"/>
                  </a:lnTo>
                  <a:lnTo>
                    <a:pt x="435454" y="1278229"/>
                  </a:lnTo>
                  <a:lnTo>
                    <a:pt x="435450" y="1278203"/>
                  </a:lnTo>
                  <a:lnTo>
                    <a:pt x="435447" y="1278181"/>
                  </a:lnTo>
                  <a:lnTo>
                    <a:pt x="435441" y="1278152"/>
                  </a:lnTo>
                  <a:lnTo>
                    <a:pt x="435438" y="1278137"/>
                  </a:lnTo>
                  <a:lnTo>
                    <a:pt x="435430" y="1278109"/>
                  </a:lnTo>
                  <a:lnTo>
                    <a:pt x="435423" y="1278087"/>
                  </a:lnTo>
                  <a:lnTo>
                    <a:pt x="435419" y="1278074"/>
                  </a:lnTo>
                  <a:lnTo>
                    <a:pt x="435411" y="1278050"/>
                  </a:lnTo>
                  <a:lnTo>
                    <a:pt x="435404" y="1278027"/>
                  </a:lnTo>
                  <a:lnTo>
                    <a:pt x="435398" y="1278004"/>
                  </a:lnTo>
                  <a:lnTo>
                    <a:pt x="435390" y="1277984"/>
                  </a:lnTo>
                  <a:lnTo>
                    <a:pt x="435380" y="1277958"/>
                  </a:lnTo>
                  <a:lnTo>
                    <a:pt x="435373" y="1277939"/>
                  </a:lnTo>
                  <a:lnTo>
                    <a:pt x="435368" y="1277923"/>
                  </a:lnTo>
                  <a:lnTo>
                    <a:pt x="435360" y="1277899"/>
                  </a:lnTo>
                  <a:lnTo>
                    <a:pt x="435352" y="1277873"/>
                  </a:lnTo>
                  <a:lnTo>
                    <a:pt x="435343" y="1277851"/>
                  </a:lnTo>
                  <a:lnTo>
                    <a:pt x="435337" y="1277835"/>
                  </a:lnTo>
                  <a:lnTo>
                    <a:pt x="435337" y="1277825"/>
                  </a:lnTo>
                  <a:lnTo>
                    <a:pt x="435344" y="1277819"/>
                  </a:lnTo>
                  <a:lnTo>
                    <a:pt x="435364" y="1277807"/>
                  </a:lnTo>
                  <a:lnTo>
                    <a:pt x="435390" y="1277790"/>
                  </a:lnTo>
                  <a:lnTo>
                    <a:pt x="435416" y="1277772"/>
                  </a:lnTo>
                  <a:lnTo>
                    <a:pt x="435431" y="1277762"/>
                  </a:lnTo>
                  <a:lnTo>
                    <a:pt x="435448" y="1277749"/>
                  </a:lnTo>
                  <a:lnTo>
                    <a:pt x="435465" y="1277737"/>
                  </a:lnTo>
                  <a:lnTo>
                    <a:pt x="435483" y="1277725"/>
                  </a:lnTo>
                  <a:lnTo>
                    <a:pt x="435498" y="1277717"/>
                  </a:lnTo>
                  <a:lnTo>
                    <a:pt x="435527" y="1277706"/>
                  </a:lnTo>
                  <a:lnTo>
                    <a:pt x="435547" y="1277698"/>
                  </a:lnTo>
                  <a:lnTo>
                    <a:pt x="435566" y="1277689"/>
                  </a:lnTo>
                  <a:lnTo>
                    <a:pt x="435587" y="1277676"/>
                  </a:lnTo>
                  <a:lnTo>
                    <a:pt x="435610" y="1277665"/>
                  </a:lnTo>
                  <a:lnTo>
                    <a:pt x="435630" y="1277653"/>
                  </a:lnTo>
                  <a:lnTo>
                    <a:pt x="435643" y="1277648"/>
                  </a:lnTo>
                  <a:lnTo>
                    <a:pt x="435654" y="1277646"/>
                  </a:lnTo>
                  <a:lnTo>
                    <a:pt x="435664" y="1277646"/>
                  </a:lnTo>
                  <a:lnTo>
                    <a:pt x="435671" y="1277648"/>
                  </a:lnTo>
                  <a:lnTo>
                    <a:pt x="435681" y="1277653"/>
                  </a:lnTo>
                  <a:lnTo>
                    <a:pt x="435693" y="1277660"/>
                  </a:lnTo>
                  <a:lnTo>
                    <a:pt x="435710" y="1277671"/>
                  </a:lnTo>
                  <a:lnTo>
                    <a:pt x="435725" y="1277682"/>
                  </a:lnTo>
                  <a:lnTo>
                    <a:pt x="435745" y="1277695"/>
                  </a:lnTo>
                  <a:lnTo>
                    <a:pt x="435756" y="1277702"/>
                  </a:lnTo>
                  <a:lnTo>
                    <a:pt x="435779" y="1277715"/>
                  </a:lnTo>
                  <a:lnTo>
                    <a:pt x="435807" y="1277730"/>
                  </a:lnTo>
                  <a:lnTo>
                    <a:pt x="435826" y="1277740"/>
                  </a:lnTo>
                  <a:lnTo>
                    <a:pt x="435841" y="1277748"/>
                  </a:lnTo>
                  <a:lnTo>
                    <a:pt x="435865" y="1277760"/>
                  </a:lnTo>
                  <a:lnTo>
                    <a:pt x="435881" y="1277767"/>
                  </a:lnTo>
                  <a:lnTo>
                    <a:pt x="435895" y="1277772"/>
                  </a:lnTo>
                  <a:lnTo>
                    <a:pt x="435908" y="1277773"/>
                  </a:lnTo>
                  <a:lnTo>
                    <a:pt x="435922" y="1277774"/>
                  </a:lnTo>
                  <a:lnTo>
                    <a:pt x="435946" y="1277774"/>
                  </a:lnTo>
                  <a:lnTo>
                    <a:pt x="435977" y="1277772"/>
                  </a:lnTo>
                  <a:lnTo>
                    <a:pt x="435990" y="1277773"/>
                  </a:lnTo>
                  <a:lnTo>
                    <a:pt x="436010" y="1277774"/>
                  </a:lnTo>
                  <a:lnTo>
                    <a:pt x="436028" y="1277775"/>
                  </a:lnTo>
                  <a:lnTo>
                    <a:pt x="436048" y="1277774"/>
                  </a:lnTo>
                  <a:lnTo>
                    <a:pt x="436061" y="1277772"/>
                  </a:lnTo>
                  <a:lnTo>
                    <a:pt x="436075" y="1277768"/>
                  </a:lnTo>
                  <a:lnTo>
                    <a:pt x="436093" y="1277760"/>
                  </a:lnTo>
                  <a:lnTo>
                    <a:pt x="436105" y="1277754"/>
                  </a:lnTo>
                  <a:lnTo>
                    <a:pt x="436120" y="1277744"/>
                  </a:lnTo>
                  <a:lnTo>
                    <a:pt x="436131" y="1277736"/>
                  </a:lnTo>
                  <a:lnTo>
                    <a:pt x="436140" y="1277726"/>
                  </a:lnTo>
                  <a:lnTo>
                    <a:pt x="436147" y="1277719"/>
                  </a:lnTo>
                  <a:lnTo>
                    <a:pt x="436156" y="1277707"/>
                  </a:lnTo>
                  <a:lnTo>
                    <a:pt x="436165" y="1277699"/>
                  </a:lnTo>
                  <a:lnTo>
                    <a:pt x="436174" y="1277692"/>
                  </a:lnTo>
                  <a:lnTo>
                    <a:pt x="436188" y="1277684"/>
                  </a:lnTo>
                  <a:lnTo>
                    <a:pt x="436199" y="1277680"/>
                  </a:lnTo>
                  <a:lnTo>
                    <a:pt x="436212" y="1277677"/>
                  </a:lnTo>
                  <a:lnTo>
                    <a:pt x="436229" y="1277673"/>
                  </a:lnTo>
                  <a:lnTo>
                    <a:pt x="436240" y="1277670"/>
                  </a:lnTo>
                  <a:lnTo>
                    <a:pt x="436247" y="1277665"/>
                  </a:lnTo>
                  <a:lnTo>
                    <a:pt x="436251" y="1277658"/>
                  </a:lnTo>
                  <a:lnTo>
                    <a:pt x="436254" y="1277650"/>
                  </a:lnTo>
                  <a:lnTo>
                    <a:pt x="436260" y="1277635"/>
                  </a:lnTo>
                  <a:lnTo>
                    <a:pt x="436266" y="1277618"/>
                  </a:lnTo>
                  <a:lnTo>
                    <a:pt x="436276" y="1277600"/>
                  </a:lnTo>
                  <a:lnTo>
                    <a:pt x="436282" y="1277586"/>
                  </a:lnTo>
                  <a:lnTo>
                    <a:pt x="436292" y="1277571"/>
                  </a:lnTo>
                  <a:lnTo>
                    <a:pt x="436304" y="1277552"/>
                  </a:lnTo>
                  <a:lnTo>
                    <a:pt x="436312" y="1277541"/>
                  </a:lnTo>
                  <a:lnTo>
                    <a:pt x="436323" y="1277526"/>
                  </a:lnTo>
                  <a:lnTo>
                    <a:pt x="436338" y="1277507"/>
                  </a:lnTo>
                  <a:lnTo>
                    <a:pt x="436350" y="1277493"/>
                  </a:lnTo>
                  <a:lnTo>
                    <a:pt x="436360" y="1277484"/>
                  </a:lnTo>
                  <a:lnTo>
                    <a:pt x="436375" y="1277472"/>
                  </a:lnTo>
                  <a:lnTo>
                    <a:pt x="436388" y="1277462"/>
                  </a:lnTo>
                  <a:lnTo>
                    <a:pt x="436398" y="1277458"/>
                  </a:lnTo>
                  <a:lnTo>
                    <a:pt x="436418" y="1277453"/>
                  </a:lnTo>
                  <a:lnTo>
                    <a:pt x="436428" y="1277449"/>
                  </a:lnTo>
                  <a:lnTo>
                    <a:pt x="436442" y="1277442"/>
                  </a:lnTo>
                  <a:lnTo>
                    <a:pt x="436456" y="1277434"/>
                  </a:lnTo>
                  <a:lnTo>
                    <a:pt x="436466" y="1277426"/>
                  </a:lnTo>
                  <a:lnTo>
                    <a:pt x="436475" y="1277419"/>
                  </a:lnTo>
                  <a:lnTo>
                    <a:pt x="436488" y="1277408"/>
                  </a:lnTo>
                  <a:lnTo>
                    <a:pt x="436502" y="1277395"/>
                  </a:lnTo>
                  <a:lnTo>
                    <a:pt x="436518" y="1277381"/>
                  </a:lnTo>
                  <a:lnTo>
                    <a:pt x="436534" y="1277365"/>
                  </a:lnTo>
                  <a:lnTo>
                    <a:pt x="436546" y="1277355"/>
                  </a:lnTo>
                  <a:lnTo>
                    <a:pt x="436564" y="1277345"/>
                  </a:lnTo>
                  <a:lnTo>
                    <a:pt x="436583" y="1277336"/>
                  </a:lnTo>
                  <a:lnTo>
                    <a:pt x="436598" y="1277331"/>
                  </a:lnTo>
                  <a:lnTo>
                    <a:pt x="436616" y="1277326"/>
                  </a:lnTo>
                  <a:lnTo>
                    <a:pt x="436632" y="1277322"/>
                  </a:lnTo>
                  <a:lnTo>
                    <a:pt x="436644" y="1277317"/>
                  </a:lnTo>
                  <a:lnTo>
                    <a:pt x="436656" y="1277313"/>
                  </a:lnTo>
                  <a:lnTo>
                    <a:pt x="436668" y="1277307"/>
                  </a:lnTo>
                  <a:lnTo>
                    <a:pt x="436682" y="1277302"/>
                  </a:lnTo>
                  <a:lnTo>
                    <a:pt x="436694" y="1277298"/>
                  </a:lnTo>
                  <a:lnTo>
                    <a:pt x="436710" y="1277294"/>
                  </a:lnTo>
                  <a:lnTo>
                    <a:pt x="436742" y="1277287"/>
                  </a:lnTo>
                  <a:lnTo>
                    <a:pt x="436755" y="1277284"/>
                  </a:lnTo>
                  <a:lnTo>
                    <a:pt x="436769" y="1277279"/>
                  </a:lnTo>
                  <a:lnTo>
                    <a:pt x="436794" y="1277270"/>
                  </a:lnTo>
                  <a:lnTo>
                    <a:pt x="436821" y="1277262"/>
                  </a:lnTo>
                  <a:lnTo>
                    <a:pt x="436835" y="1277259"/>
                  </a:lnTo>
                  <a:lnTo>
                    <a:pt x="436846" y="1277256"/>
                  </a:lnTo>
                  <a:lnTo>
                    <a:pt x="436862" y="1277249"/>
                  </a:lnTo>
                  <a:lnTo>
                    <a:pt x="436876" y="1277243"/>
                  </a:lnTo>
                  <a:lnTo>
                    <a:pt x="436896" y="1277232"/>
                  </a:lnTo>
                  <a:lnTo>
                    <a:pt x="436911" y="1277223"/>
                  </a:lnTo>
                  <a:lnTo>
                    <a:pt x="436929" y="1277212"/>
                  </a:lnTo>
                  <a:lnTo>
                    <a:pt x="436940" y="1277204"/>
                  </a:lnTo>
                  <a:lnTo>
                    <a:pt x="436952" y="1277194"/>
                  </a:lnTo>
                  <a:lnTo>
                    <a:pt x="436964" y="1277181"/>
                  </a:lnTo>
                  <a:lnTo>
                    <a:pt x="436971" y="1277174"/>
                  </a:lnTo>
                  <a:lnTo>
                    <a:pt x="436980" y="1277165"/>
                  </a:lnTo>
                  <a:lnTo>
                    <a:pt x="436986" y="1277156"/>
                  </a:lnTo>
                  <a:lnTo>
                    <a:pt x="436991" y="1277144"/>
                  </a:lnTo>
                  <a:lnTo>
                    <a:pt x="436993" y="1277134"/>
                  </a:lnTo>
                  <a:lnTo>
                    <a:pt x="436995" y="1277123"/>
                  </a:lnTo>
                  <a:lnTo>
                    <a:pt x="436994" y="1277107"/>
                  </a:lnTo>
                  <a:lnTo>
                    <a:pt x="436991" y="1277079"/>
                  </a:lnTo>
                  <a:lnTo>
                    <a:pt x="436989" y="1277058"/>
                  </a:lnTo>
                  <a:lnTo>
                    <a:pt x="436989" y="1277042"/>
                  </a:lnTo>
                  <a:lnTo>
                    <a:pt x="436990" y="1277032"/>
                  </a:lnTo>
                  <a:lnTo>
                    <a:pt x="436990" y="1277017"/>
                  </a:lnTo>
                  <a:lnTo>
                    <a:pt x="436991" y="1277000"/>
                  </a:lnTo>
                  <a:lnTo>
                    <a:pt x="436990" y="1276981"/>
                  </a:lnTo>
                  <a:lnTo>
                    <a:pt x="436988" y="1276964"/>
                  </a:lnTo>
                  <a:lnTo>
                    <a:pt x="436987" y="1276945"/>
                  </a:lnTo>
                  <a:lnTo>
                    <a:pt x="436986" y="1276927"/>
                  </a:lnTo>
                  <a:lnTo>
                    <a:pt x="436987" y="1276904"/>
                  </a:lnTo>
                  <a:lnTo>
                    <a:pt x="436983" y="1276889"/>
                  </a:lnTo>
                  <a:lnTo>
                    <a:pt x="436979" y="1276878"/>
                  </a:lnTo>
                  <a:lnTo>
                    <a:pt x="436977" y="1276868"/>
                  </a:lnTo>
                  <a:lnTo>
                    <a:pt x="436983" y="1276866"/>
                  </a:lnTo>
                  <a:lnTo>
                    <a:pt x="436991" y="1276873"/>
                  </a:lnTo>
                  <a:lnTo>
                    <a:pt x="436998" y="1276877"/>
                  </a:lnTo>
                  <a:lnTo>
                    <a:pt x="437007" y="1276879"/>
                  </a:lnTo>
                  <a:lnTo>
                    <a:pt x="437016" y="1276881"/>
                  </a:lnTo>
                  <a:lnTo>
                    <a:pt x="437030" y="1276882"/>
                  </a:lnTo>
                  <a:lnTo>
                    <a:pt x="437042" y="1276881"/>
                  </a:lnTo>
                  <a:lnTo>
                    <a:pt x="437050" y="1276880"/>
                  </a:lnTo>
                  <a:lnTo>
                    <a:pt x="437058" y="1276877"/>
                  </a:lnTo>
                  <a:lnTo>
                    <a:pt x="437069" y="1276872"/>
                  </a:lnTo>
                  <a:lnTo>
                    <a:pt x="437083" y="1276863"/>
                  </a:lnTo>
                  <a:lnTo>
                    <a:pt x="437096" y="1276854"/>
                  </a:lnTo>
                  <a:lnTo>
                    <a:pt x="437110" y="1276843"/>
                  </a:lnTo>
                  <a:lnTo>
                    <a:pt x="437119" y="1276834"/>
                  </a:lnTo>
                  <a:lnTo>
                    <a:pt x="437128" y="1276825"/>
                  </a:lnTo>
                  <a:lnTo>
                    <a:pt x="437136" y="1276816"/>
                  </a:lnTo>
                  <a:lnTo>
                    <a:pt x="437142" y="1276811"/>
                  </a:lnTo>
                  <a:lnTo>
                    <a:pt x="437155" y="1276802"/>
                  </a:lnTo>
                  <a:lnTo>
                    <a:pt x="437174" y="1276791"/>
                  </a:lnTo>
                  <a:lnTo>
                    <a:pt x="437192" y="1276778"/>
                  </a:lnTo>
                  <a:lnTo>
                    <a:pt x="437211" y="1276767"/>
                  </a:lnTo>
                  <a:lnTo>
                    <a:pt x="437236" y="1276754"/>
                  </a:lnTo>
                  <a:lnTo>
                    <a:pt x="437250" y="1276746"/>
                  </a:lnTo>
                  <a:lnTo>
                    <a:pt x="437265" y="1276735"/>
                  </a:lnTo>
                  <a:lnTo>
                    <a:pt x="437279" y="1276724"/>
                  </a:lnTo>
                  <a:lnTo>
                    <a:pt x="437291" y="1276712"/>
                  </a:lnTo>
                  <a:lnTo>
                    <a:pt x="437305" y="1276699"/>
                  </a:lnTo>
                  <a:lnTo>
                    <a:pt x="437313" y="1276690"/>
                  </a:lnTo>
                  <a:lnTo>
                    <a:pt x="437326" y="1276677"/>
                  </a:lnTo>
                  <a:lnTo>
                    <a:pt x="437338" y="1276663"/>
                  </a:lnTo>
                  <a:lnTo>
                    <a:pt x="437344" y="1276654"/>
                  </a:lnTo>
                  <a:lnTo>
                    <a:pt x="437353" y="1276642"/>
                  </a:lnTo>
                  <a:lnTo>
                    <a:pt x="437359" y="1276631"/>
                  </a:lnTo>
                  <a:lnTo>
                    <a:pt x="437365" y="1276618"/>
                  </a:lnTo>
                  <a:lnTo>
                    <a:pt x="437371" y="1276603"/>
                  </a:lnTo>
                  <a:lnTo>
                    <a:pt x="437377" y="1276586"/>
                  </a:lnTo>
                  <a:lnTo>
                    <a:pt x="437382" y="1276573"/>
                  </a:lnTo>
                  <a:lnTo>
                    <a:pt x="437370" y="1276567"/>
                  </a:lnTo>
                  <a:lnTo>
                    <a:pt x="437356" y="1276563"/>
                  </a:lnTo>
                  <a:lnTo>
                    <a:pt x="437345" y="1276558"/>
                  </a:lnTo>
                  <a:lnTo>
                    <a:pt x="437331" y="1276552"/>
                  </a:lnTo>
                  <a:lnTo>
                    <a:pt x="437318" y="1276546"/>
                  </a:lnTo>
                  <a:lnTo>
                    <a:pt x="437300" y="1276536"/>
                  </a:lnTo>
                  <a:lnTo>
                    <a:pt x="437286" y="1276527"/>
                  </a:lnTo>
                  <a:lnTo>
                    <a:pt x="437273" y="1276520"/>
                  </a:lnTo>
                  <a:lnTo>
                    <a:pt x="437265" y="1276514"/>
                  </a:lnTo>
                  <a:lnTo>
                    <a:pt x="437255" y="1276506"/>
                  </a:lnTo>
                  <a:lnTo>
                    <a:pt x="437242" y="1276495"/>
                  </a:lnTo>
                  <a:lnTo>
                    <a:pt x="437230" y="1276484"/>
                  </a:lnTo>
                  <a:lnTo>
                    <a:pt x="437223" y="1276475"/>
                  </a:lnTo>
                  <a:lnTo>
                    <a:pt x="437212" y="1276462"/>
                  </a:lnTo>
                  <a:lnTo>
                    <a:pt x="437200" y="1276448"/>
                  </a:lnTo>
                  <a:lnTo>
                    <a:pt x="437194" y="1276437"/>
                  </a:lnTo>
                  <a:lnTo>
                    <a:pt x="437181" y="1276417"/>
                  </a:lnTo>
                  <a:lnTo>
                    <a:pt x="437171" y="1276399"/>
                  </a:lnTo>
                  <a:lnTo>
                    <a:pt x="437163" y="1276382"/>
                  </a:lnTo>
                  <a:lnTo>
                    <a:pt x="437151" y="1276357"/>
                  </a:lnTo>
                  <a:lnTo>
                    <a:pt x="437145" y="1276342"/>
                  </a:lnTo>
                  <a:lnTo>
                    <a:pt x="437138" y="1276327"/>
                  </a:lnTo>
                  <a:lnTo>
                    <a:pt x="437132" y="1276314"/>
                  </a:lnTo>
                  <a:lnTo>
                    <a:pt x="437128" y="1276305"/>
                  </a:lnTo>
                  <a:lnTo>
                    <a:pt x="437122" y="1276295"/>
                  </a:lnTo>
                  <a:lnTo>
                    <a:pt x="437114" y="1276282"/>
                  </a:lnTo>
                  <a:lnTo>
                    <a:pt x="437097" y="1276260"/>
                  </a:lnTo>
                  <a:lnTo>
                    <a:pt x="437081" y="1276244"/>
                  </a:lnTo>
                  <a:lnTo>
                    <a:pt x="437067" y="1276225"/>
                  </a:lnTo>
                  <a:lnTo>
                    <a:pt x="437060" y="1276216"/>
                  </a:lnTo>
                  <a:lnTo>
                    <a:pt x="437053" y="1276206"/>
                  </a:lnTo>
                  <a:lnTo>
                    <a:pt x="437048" y="1276195"/>
                  </a:lnTo>
                  <a:lnTo>
                    <a:pt x="437042" y="1276180"/>
                  </a:lnTo>
                  <a:lnTo>
                    <a:pt x="437036" y="1276162"/>
                  </a:lnTo>
                  <a:lnTo>
                    <a:pt x="437029" y="1276145"/>
                  </a:lnTo>
                  <a:lnTo>
                    <a:pt x="437022" y="1276131"/>
                  </a:lnTo>
                  <a:lnTo>
                    <a:pt x="437017" y="1276118"/>
                  </a:lnTo>
                  <a:lnTo>
                    <a:pt x="437014" y="1276106"/>
                  </a:lnTo>
                  <a:lnTo>
                    <a:pt x="437012" y="1276093"/>
                  </a:lnTo>
                  <a:lnTo>
                    <a:pt x="437011" y="1276058"/>
                  </a:lnTo>
                  <a:lnTo>
                    <a:pt x="437010" y="1276047"/>
                  </a:lnTo>
                  <a:lnTo>
                    <a:pt x="437009" y="1276038"/>
                  </a:lnTo>
                  <a:lnTo>
                    <a:pt x="437006" y="1276029"/>
                  </a:lnTo>
                  <a:lnTo>
                    <a:pt x="437000" y="1276012"/>
                  </a:lnTo>
                  <a:lnTo>
                    <a:pt x="436996" y="1276001"/>
                  </a:lnTo>
                  <a:lnTo>
                    <a:pt x="436987" y="1275981"/>
                  </a:lnTo>
                  <a:lnTo>
                    <a:pt x="436975" y="1275961"/>
                  </a:lnTo>
                  <a:lnTo>
                    <a:pt x="436964" y="1275940"/>
                  </a:lnTo>
                  <a:lnTo>
                    <a:pt x="436954" y="1275920"/>
                  </a:lnTo>
                  <a:lnTo>
                    <a:pt x="436945" y="1275901"/>
                  </a:lnTo>
                  <a:lnTo>
                    <a:pt x="436934" y="1275876"/>
                  </a:lnTo>
                  <a:lnTo>
                    <a:pt x="436930" y="1275867"/>
                  </a:lnTo>
                  <a:lnTo>
                    <a:pt x="436924" y="1275849"/>
                  </a:lnTo>
                  <a:lnTo>
                    <a:pt x="436919" y="1275832"/>
                  </a:lnTo>
                  <a:lnTo>
                    <a:pt x="436912" y="1275810"/>
                  </a:lnTo>
                  <a:lnTo>
                    <a:pt x="436906" y="1275788"/>
                  </a:lnTo>
                  <a:lnTo>
                    <a:pt x="436900" y="1275768"/>
                  </a:lnTo>
                  <a:lnTo>
                    <a:pt x="436895" y="1275746"/>
                  </a:lnTo>
                  <a:lnTo>
                    <a:pt x="436890" y="1275721"/>
                  </a:lnTo>
                  <a:lnTo>
                    <a:pt x="436886" y="1275699"/>
                  </a:lnTo>
                  <a:lnTo>
                    <a:pt x="436879" y="1275661"/>
                  </a:lnTo>
                  <a:lnTo>
                    <a:pt x="436875" y="1275629"/>
                  </a:lnTo>
                  <a:lnTo>
                    <a:pt x="436874" y="1275611"/>
                  </a:lnTo>
                  <a:lnTo>
                    <a:pt x="436874" y="1275590"/>
                  </a:lnTo>
                  <a:lnTo>
                    <a:pt x="436876" y="1275569"/>
                  </a:lnTo>
                  <a:lnTo>
                    <a:pt x="436877" y="1275560"/>
                  </a:lnTo>
                  <a:lnTo>
                    <a:pt x="436880" y="1275545"/>
                  </a:lnTo>
                  <a:lnTo>
                    <a:pt x="436881" y="1275532"/>
                  </a:lnTo>
                  <a:lnTo>
                    <a:pt x="436882" y="1275520"/>
                  </a:lnTo>
                  <a:lnTo>
                    <a:pt x="436882" y="1275508"/>
                  </a:lnTo>
                  <a:lnTo>
                    <a:pt x="436881" y="1275495"/>
                  </a:lnTo>
                  <a:lnTo>
                    <a:pt x="436878" y="1275483"/>
                  </a:lnTo>
                  <a:lnTo>
                    <a:pt x="436877" y="1275477"/>
                  </a:lnTo>
                  <a:lnTo>
                    <a:pt x="436875" y="1275471"/>
                  </a:lnTo>
                  <a:lnTo>
                    <a:pt x="436871" y="1275462"/>
                  </a:lnTo>
                  <a:lnTo>
                    <a:pt x="436864" y="1275450"/>
                  </a:lnTo>
                  <a:lnTo>
                    <a:pt x="436858" y="1275440"/>
                  </a:lnTo>
                  <a:lnTo>
                    <a:pt x="436847" y="1275426"/>
                  </a:lnTo>
                  <a:lnTo>
                    <a:pt x="436837" y="1275412"/>
                  </a:lnTo>
                  <a:lnTo>
                    <a:pt x="436822" y="1275396"/>
                  </a:lnTo>
                  <a:lnTo>
                    <a:pt x="436812" y="1275383"/>
                  </a:lnTo>
                  <a:lnTo>
                    <a:pt x="436799" y="1275368"/>
                  </a:lnTo>
                  <a:lnTo>
                    <a:pt x="436782" y="1275350"/>
                  </a:lnTo>
                  <a:lnTo>
                    <a:pt x="436771" y="1275337"/>
                  </a:lnTo>
                  <a:lnTo>
                    <a:pt x="436758" y="1275324"/>
                  </a:lnTo>
                  <a:lnTo>
                    <a:pt x="436749" y="1275315"/>
                  </a:lnTo>
                  <a:lnTo>
                    <a:pt x="436738" y="1275306"/>
                  </a:lnTo>
                  <a:lnTo>
                    <a:pt x="436727" y="1275297"/>
                  </a:lnTo>
                  <a:lnTo>
                    <a:pt x="436717" y="1275291"/>
                  </a:lnTo>
                  <a:lnTo>
                    <a:pt x="436703" y="1275283"/>
                  </a:lnTo>
                  <a:lnTo>
                    <a:pt x="436690" y="1275277"/>
                  </a:lnTo>
                  <a:lnTo>
                    <a:pt x="436674" y="1275270"/>
                  </a:lnTo>
                  <a:lnTo>
                    <a:pt x="436661" y="1275265"/>
                  </a:lnTo>
                  <a:lnTo>
                    <a:pt x="436646" y="1275261"/>
                  </a:lnTo>
                  <a:lnTo>
                    <a:pt x="436627" y="1275257"/>
                  </a:lnTo>
                  <a:lnTo>
                    <a:pt x="436605" y="1275251"/>
                  </a:lnTo>
                  <a:lnTo>
                    <a:pt x="436591" y="1275248"/>
                  </a:lnTo>
                  <a:lnTo>
                    <a:pt x="436577" y="1275245"/>
                  </a:lnTo>
                  <a:lnTo>
                    <a:pt x="436562" y="1275244"/>
                  </a:lnTo>
                  <a:lnTo>
                    <a:pt x="436542" y="1275243"/>
                  </a:lnTo>
                  <a:lnTo>
                    <a:pt x="436523" y="1275245"/>
                  </a:lnTo>
                  <a:lnTo>
                    <a:pt x="436503" y="1275248"/>
                  </a:lnTo>
                  <a:lnTo>
                    <a:pt x="436480" y="1275252"/>
                  </a:lnTo>
                  <a:lnTo>
                    <a:pt x="436463" y="1275256"/>
                  </a:lnTo>
                  <a:lnTo>
                    <a:pt x="436450" y="1275259"/>
                  </a:lnTo>
                  <a:lnTo>
                    <a:pt x="436436" y="1275264"/>
                  </a:lnTo>
                  <a:lnTo>
                    <a:pt x="436425" y="1275269"/>
                  </a:lnTo>
                  <a:lnTo>
                    <a:pt x="436413" y="1275277"/>
                  </a:lnTo>
                  <a:lnTo>
                    <a:pt x="436399" y="1275285"/>
                  </a:lnTo>
                  <a:lnTo>
                    <a:pt x="436389" y="1275289"/>
                  </a:lnTo>
                  <a:lnTo>
                    <a:pt x="436373" y="1275296"/>
                  </a:lnTo>
                  <a:lnTo>
                    <a:pt x="436354" y="1275303"/>
                  </a:lnTo>
                  <a:lnTo>
                    <a:pt x="436344" y="1275306"/>
                  </a:lnTo>
                  <a:lnTo>
                    <a:pt x="436336" y="1275307"/>
                  </a:lnTo>
                  <a:lnTo>
                    <a:pt x="436326" y="1275306"/>
                  </a:lnTo>
                  <a:lnTo>
                    <a:pt x="436311" y="1275302"/>
                  </a:lnTo>
                  <a:lnTo>
                    <a:pt x="436299" y="1275300"/>
                  </a:lnTo>
                  <a:lnTo>
                    <a:pt x="436278" y="1275297"/>
                  </a:lnTo>
                  <a:lnTo>
                    <a:pt x="436252" y="1275295"/>
                  </a:lnTo>
                  <a:lnTo>
                    <a:pt x="436223" y="1275292"/>
                  </a:lnTo>
                  <a:lnTo>
                    <a:pt x="436194" y="1275291"/>
                  </a:lnTo>
                  <a:lnTo>
                    <a:pt x="436176" y="1275289"/>
                  </a:lnTo>
                  <a:lnTo>
                    <a:pt x="436167" y="1275286"/>
                  </a:lnTo>
                  <a:lnTo>
                    <a:pt x="436155" y="1275280"/>
                  </a:lnTo>
                  <a:lnTo>
                    <a:pt x="436134" y="1275270"/>
                  </a:lnTo>
                  <a:lnTo>
                    <a:pt x="436121" y="1275264"/>
                  </a:lnTo>
                  <a:lnTo>
                    <a:pt x="436113" y="1275260"/>
                  </a:lnTo>
                  <a:lnTo>
                    <a:pt x="436106" y="1275254"/>
                  </a:lnTo>
                  <a:lnTo>
                    <a:pt x="436101" y="1275249"/>
                  </a:lnTo>
                  <a:lnTo>
                    <a:pt x="436093" y="1275239"/>
                  </a:lnTo>
                  <a:lnTo>
                    <a:pt x="436083" y="1275227"/>
                  </a:lnTo>
                  <a:lnTo>
                    <a:pt x="436071" y="1275210"/>
                  </a:lnTo>
                  <a:lnTo>
                    <a:pt x="436060" y="1275195"/>
                  </a:lnTo>
                  <a:lnTo>
                    <a:pt x="436048" y="1275179"/>
                  </a:lnTo>
                  <a:lnTo>
                    <a:pt x="436041" y="1275172"/>
                  </a:lnTo>
                  <a:lnTo>
                    <a:pt x="436031" y="1275161"/>
                  </a:lnTo>
                  <a:lnTo>
                    <a:pt x="436019" y="1275148"/>
                  </a:lnTo>
                  <a:lnTo>
                    <a:pt x="435996" y="1275128"/>
                  </a:lnTo>
                  <a:lnTo>
                    <a:pt x="435984" y="1275117"/>
                  </a:lnTo>
                  <a:lnTo>
                    <a:pt x="435958" y="1275097"/>
                  </a:lnTo>
                  <a:lnTo>
                    <a:pt x="435948" y="1275088"/>
                  </a:lnTo>
                  <a:lnTo>
                    <a:pt x="435931" y="1275075"/>
                  </a:lnTo>
                  <a:lnTo>
                    <a:pt x="435912" y="1275059"/>
                  </a:lnTo>
                  <a:lnTo>
                    <a:pt x="435897" y="1275046"/>
                  </a:lnTo>
                  <a:lnTo>
                    <a:pt x="435882" y="1275030"/>
                  </a:lnTo>
                  <a:lnTo>
                    <a:pt x="435865" y="1275009"/>
                  </a:lnTo>
                  <a:lnTo>
                    <a:pt x="435853" y="1274992"/>
                  </a:lnTo>
                  <a:lnTo>
                    <a:pt x="435842" y="1274977"/>
                  </a:lnTo>
                  <a:lnTo>
                    <a:pt x="435832" y="1274965"/>
                  </a:lnTo>
                  <a:lnTo>
                    <a:pt x="435817" y="1274943"/>
                  </a:lnTo>
                  <a:lnTo>
                    <a:pt x="435801" y="1274920"/>
                  </a:lnTo>
                  <a:lnTo>
                    <a:pt x="435792" y="1274906"/>
                  </a:lnTo>
                  <a:lnTo>
                    <a:pt x="435784" y="1274895"/>
                  </a:lnTo>
                  <a:lnTo>
                    <a:pt x="435776" y="1274878"/>
                  </a:lnTo>
                  <a:lnTo>
                    <a:pt x="435769" y="1274862"/>
                  </a:lnTo>
                  <a:lnTo>
                    <a:pt x="435759" y="1274831"/>
                  </a:lnTo>
                  <a:lnTo>
                    <a:pt x="435752" y="1274812"/>
                  </a:lnTo>
                  <a:lnTo>
                    <a:pt x="435746" y="1274792"/>
                  </a:lnTo>
                  <a:lnTo>
                    <a:pt x="435743" y="1274781"/>
                  </a:lnTo>
                  <a:lnTo>
                    <a:pt x="435741" y="1274769"/>
                  </a:lnTo>
                  <a:lnTo>
                    <a:pt x="435737" y="1274746"/>
                  </a:lnTo>
                  <a:lnTo>
                    <a:pt x="435735" y="1274725"/>
                  </a:lnTo>
                  <a:lnTo>
                    <a:pt x="435733" y="1274709"/>
                  </a:lnTo>
                  <a:lnTo>
                    <a:pt x="435731" y="1274697"/>
                  </a:lnTo>
                  <a:lnTo>
                    <a:pt x="435728" y="1274684"/>
                  </a:lnTo>
                  <a:lnTo>
                    <a:pt x="435723" y="1274672"/>
                  </a:lnTo>
                  <a:lnTo>
                    <a:pt x="435715" y="1274654"/>
                  </a:lnTo>
                  <a:lnTo>
                    <a:pt x="435704" y="1274632"/>
                  </a:lnTo>
                  <a:lnTo>
                    <a:pt x="435693" y="1274611"/>
                  </a:lnTo>
                  <a:lnTo>
                    <a:pt x="435680" y="1274588"/>
                  </a:lnTo>
                  <a:lnTo>
                    <a:pt x="435668" y="1274567"/>
                  </a:lnTo>
                  <a:lnTo>
                    <a:pt x="435659" y="1274551"/>
                  </a:lnTo>
                  <a:lnTo>
                    <a:pt x="435647" y="1274530"/>
                  </a:lnTo>
                  <a:lnTo>
                    <a:pt x="435638" y="1274514"/>
                  </a:lnTo>
                  <a:lnTo>
                    <a:pt x="435631" y="1274503"/>
                  </a:lnTo>
                  <a:lnTo>
                    <a:pt x="435622" y="1274491"/>
                  </a:lnTo>
                  <a:lnTo>
                    <a:pt x="435615" y="1274483"/>
                  </a:lnTo>
                  <a:lnTo>
                    <a:pt x="435605" y="1274473"/>
                  </a:lnTo>
                  <a:lnTo>
                    <a:pt x="435589" y="1274460"/>
                  </a:lnTo>
                  <a:lnTo>
                    <a:pt x="435571" y="1274446"/>
                  </a:lnTo>
                  <a:lnTo>
                    <a:pt x="435558" y="1274435"/>
                  </a:lnTo>
                  <a:lnTo>
                    <a:pt x="435538" y="1274422"/>
                  </a:lnTo>
                  <a:lnTo>
                    <a:pt x="435522" y="1274411"/>
                  </a:lnTo>
                  <a:lnTo>
                    <a:pt x="435508" y="1274403"/>
                  </a:lnTo>
                  <a:lnTo>
                    <a:pt x="435493" y="1274391"/>
                  </a:lnTo>
                  <a:lnTo>
                    <a:pt x="435481" y="1274379"/>
                  </a:lnTo>
                  <a:lnTo>
                    <a:pt x="435473" y="1274372"/>
                  </a:lnTo>
                  <a:lnTo>
                    <a:pt x="435469" y="1274370"/>
                  </a:lnTo>
                  <a:lnTo>
                    <a:pt x="435463" y="1274370"/>
                  </a:lnTo>
                  <a:lnTo>
                    <a:pt x="435449" y="1274374"/>
                  </a:lnTo>
                  <a:lnTo>
                    <a:pt x="435431" y="1274381"/>
                  </a:lnTo>
                  <a:lnTo>
                    <a:pt x="435421" y="1274386"/>
                  </a:lnTo>
                  <a:lnTo>
                    <a:pt x="435406" y="1274394"/>
                  </a:lnTo>
                  <a:lnTo>
                    <a:pt x="435396" y="1274401"/>
                  </a:lnTo>
                  <a:lnTo>
                    <a:pt x="435384" y="1274411"/>
                  </a:lnTo>
                  <a:lnTo>
                    <a:pt x="435370" y="1274426"/>
                  </a:lnTo>
                  <a:lnTo>
                    <a:pt x="435352" y="1274445"/>
                  </a:lnTo>
                  <a:lnTo>
                    <a:pt x="435341" y="1274455"/>
                  </a:lnTo>
                  <a:lnTo>
                    <a:pt x="435328" y="1274464"/>
                  </a:lnTo>
                  <a:lnTo>
                    <a:pt x="435314" y="1274470"/>
                  </a:lnTo>
                  <a:lnTo>
                    <a:pt x="435308" y="1274472"/>
                  </a:lnTo>
                  <a:lnTo>
                    <a:pt x="435295" y="1274472"/>
                  </a:lnTo>
                  <a:lnTo>
                    <a:pt x="435278" y="1274470"/>
                  </a:lnTo>
                  <a:lnTo>
                    <a:pt x="435263" y="1274467"/>
                  </a:lnTo>
                  <a:lnTo>
                    <a:pt x="435242" y="1274460"/>
                  </a:lnTo>
                  <a:lnTo>
                    <a:pt x="435222" y="1274453"/>
                  </a:lnTo>
                  <a:lnTo>
                    <a:pt x="435202" y="1274447"/>
                  </a:lnTo>
                  <a:lnTo>
                    <a:pt x="435189" y="1274444"/>
                  </a:lnTo>
                  <a:lnTo>
                    <a:pt x="435177" y="1274443"/>
                  </a:lnTo>
                  <a:lnTo>
                    <a:pt x="435170" y="1274444"/>
                  </a:lnTo>
                  <a:lnTo>
                    <a:pt x="435163" y="1274445"/>
                  </a:lnTo>
                  <a:lnTo>
                    <a:pt x="435151" y="1274453"/>
                  </a:lnTo>
                  <a:lnTo>
                    <a:pt x="435140" y="1274459"/>
                  </a:lnTo>
                  <a:lnTo>
                    <a:pt x="435130" y="1274464"/>
                  </a:lnTo>
                  <a:lnTo>
                    <a:pt x="435112" y="1274469"/>
                  </a:lnTo>
                  <a:lnTo>
                    <a:pt x="435104" y="1274474"/>
                  </a:lnTo>
                  <a:lnTo>
                    <a:pt x="435099" y="1274477"/>
                  </a:lnTo>
                  <a:lnTo>
                    <a:pt x="435095" y="1274482"/>
                  </a:lnTo>
                  <a:lnTo>
                    <a:pt x="435092" y="1274490"/>
                  </a:lnTo>
                  <a:lnTo>
                    <a:pt x="435087" y="1274500"/>
                  </a:lnTo>
                  <a:lnTo>
                    <a:pt x="435082" y="1274509"/>
                  </a:lnTo>
                  <a:lnTo>
                    <a:pt x="435074" y="1274518"/>
                  </a:lnTo>
                  <a:lnTo>
                    <a:pt x="435066" y="1274526"/>
                  </a:lnTo>
                  <a:lnTo>
                    <a:pt x="435057" y="1274533"/>
                  </a:lnTo>
                  <a:lnTo>
                    <a:pt x="435048" y="1274538"/>
                  </a:lnTo>
                  <a:lnTo>
                    <a:pt x="435034" y="1274542"/>
                  </a:lnTo>
                  <a:lnTo>
                    <a:pt x="435018" y="1274545"/>
                  </a:lnTo>
                  <a:lnTo>
                    <a:pt x="434999" y="1274547"/>
                  </a:lnTo>
                  <a:lnTo>
                    <a:pt x="434974" y="1274549"/>
                  </a:lnTo>
                  <a:lnTo>
                    <a:pt x="434961" y="1274552"/>
                  </a:lnTo>
                  <a:lnTo>
                    <a:pt x="434954" y="1274556"/>
                  </a:lnTo>
                  <a:lnTo>
                    <a:pt x="434950" y="1274562"/>
                  </a:lnTo>
                  <a:lnTo>
                    <a:pt x="434945" y="1274572"/>
                  </a:lnTo>
                  <a:lnTo>
                    <a:pt x="434940" y="1274588"/>
                  </a:lnTo>
                  <a:lnTo>
                    <a:pt x="434937" y="1274608"/>
                  </a:lnTo>
                  <a:lnTo>
                    <a:pt x="434933" y="1274629"/>
                  </a:lnTo>
                  <a:lnTo>
                    <a:pt x="434930" y="1274641"/>
                  </a:lnTo>
                  <a:lnTo>
                    <a:pt x="434925" y="1274652"/>
                  </a:lnTo>
                  <a:lnTo>
                    <a:pt x="434915" y="1274671"/>
                  </a:lnTo>
                  <a:lnTo>
                    <a:pt x="434908" y="1274683"/>
                  </a:lnTo>
                  <a:lnTo>
                    <a:pt x="434900" y="1274695"/>
                  </a:lnTo>
                  <a:lnTo>
                    <a:pt x="434894" y="1274708"/>
                  </a:lnTo>
                  <a:lnTo>
                    <a:pt x="434888" y="1274725"/>
                  </a:lnTo>
                  <a:lnTo>
                    <a:pt x="434888" y="1274740"/>
                  </a:lnTo>
                  <a:lnTo>
                    <a:pt x="434889" y="1274753"/>
                  </a:lnTo>
                  <a:lnTo>
                    <a:pt x="434888" y="1274784"/>
                  </a:lnTo>
                  <a:lnTo>
                    <a:pt x="434885" y="1274796"/>
                  </a:lnTo>
                  <a:lnTo>
                    <a:pt x="434881" y="1274802"/>
                  </a:lnTo>
                  <a:lnTo>
                    <a:pt x="434876" y="1274807"/>
                  </a:lnTo>
                  <a:lnTo>
                    <a:pt x="434869" y="1274813"/>
                  </a:lnTo>
                  <a:lnTo>
                    <a:pt x="434857" y="1274822"/>
                  </a:lnTo>
                  <a:lnTo>
                    <a:pt x="434836" y="1274834"/>
                  </a:lnTo>
                  <a:lnTo>
                    <a:pt x="434817" y="1274845"/>
                  </a:lnTo>
                  <a:lnTo>
                    <a:pt x="434791" y="1274860"/>
                  </a:lnTo>
                  <a:lnTo>
                    <a:pt x="434769" y="1274871"/>
                  </a:lnTo>
                  <a:lnTo>
                    <a:pt x="434751" y="1274881"/>
                  </a:lnTo>
                  <a:lnTo>
                    <a:pt x="434736" y="1274889"/>
                  </a:lnTo>
                  <a:lnTo>
                    <a:pt x="434721" y="1274896"/>
                  </a:lnTo>
                  <a:lnTo>
                    <a:pt x="434705" y="1274902"/>
                  </a:lnTo>
                  <a:lnTo>
                    <a:pt x="434684" y="1274910"/>
                  </a:lnTo>
                  <a:lnTo>
                    <a:pt x="434662" y="1274919"/>
                  </a:lnTo>
                  <a:lnTo>
                    <a:pt x="434649" y="1274924"/>
                  </a:lnTo>
                  <a:lnTo>
                    <a:pt x="434631" y="1274933"/>
                  </a:lnTo>
                  <a:lnTo>
                    <a:pt x="434615" y="1274941"/>
                  </a:lnTo>
                  <a:lnTo>
                    <a:pt x="434585" y="1274957"/>
                  </a:lnTo>
                  <a:lnTo>
                    <a:pt x="434557" y="1274973"/>
                  </a:lnTo>
                  <a:lnTo>
                    <a:pt x="434529" y="1274989"/>
                  </a:lnTo>
                  <a:lnTo>
                    <a:pt x="434500" y="1275003"/>
                  </a:lnTo>
                  <a:lnTo>
                    <a:pt x="434474" y="1275016"/>
                  </a:lnTo>
                  <a:lnTo>
                    <a:pt x="434457" y="1275024"/>
                  </a:lnTo>
                  <a:lnTo>
                    <a:pt x="434450" y="1275025"/>
                  </a:lnTo>
                  <a:lnTo>
                    <a:pt x="434442" y="1275026"/>
                  </a:lnTo>
                  <a:lnTo>
                    <a:pt x="434434" y="1275025"/>
                  </a:lnTo>
                  <a:lnTo>
                    <a:pt x="434423" y="1275022"/>
                  </a:lnTo>
                  <a:lnTo>
                    <a:pt x="434412" y="1275017"/>
                  </a:lnTo>
                  <a:lnTo>
                    <a:pt x="434393" y="1275009"/>
                  </a:lnTo>
                  <a:lnTo>
                    <a:pt x="434381" y="1275003"/>
                  </a:lnTo>
                  <a:lnTo>
                    <a:pt x="434366" y="1274993"/>
                  </a:lnTo>
                  <a:lnTo>
                    <a:pt x="434350" y="1274985"/>
                  </a:lnTo>
                  <a:lnTo>
                    <a:pt x="434338" y="1274980"/>
                  </a:lnTo>
                  <a:lnTo>
                    <a:pt x="434326" y="1274977"/>
                  </a:lnTo>
                  <a:lnTo>
                    <a:pt x="434308" y="1274974"/>
                  </a:lnTo>
                  <a:lnTo>
                    <a:pt x="434290" y="1274973"/>
                  </a:lnTo>
                  <a:lnTo>
                    <a:pt x="434257" y="1274973"/>
                  </a:lnTo>
                  <a:lnTo>
                    <a:pt x="434234" y="1274974"/>
                  </a:lnTo>
                  <a:lnTo>
                    <a:pt x="434215" y="1274977"/>
                  </a:lnTo>
                  <a:lnTo>
                    <a:pt x="434194" y="1274981"/>
                  </a:lnTo>
                  <a:lnTo>
                    <a:pt x="434178" y="1274984"/>
                  </a:lnTo>
                  <a:lnTo>
                    <a:pt x="434164" y="1274990"/>
                  </a:lnTo>
                  <a:lnTo>
                    <a:pt x="434156" y="1274994"/>
                  </a:lnTo>
                  <a:lnTo>
                    <a:pt x="434146" y="1275003"/>
                  </a:lnTo>
                  <a:lnTo>
                    <a:pt x="434136" y="1275010"/>
                  </a:lnTo>
                  <a:lnTo>
                    <a:pt x="434123" y="1275019"/>
                  </a:lnTo>
                  <a:lnTo>
                    <a:pt x="434112" y="1275024"/>
                  </a:lnTo>
                  <a:lnTo>
                    <a:pt x="434104" y="1275028"/>
                  </a:lnTo>
                  <a:lnTo>
                    <a:pt x="434086" y="1275034"/>
                  </a:lnTo>
                  <a:lnTo>
                    <a:pt x="434073" y="1275041"/>
                  </a:lnTo>
                  <a:lnTo>
                    <a:pt x="434063" y="1275048"/>
                  </a:lnTo>
                  <a:lnTo>
                    <a:pt x="434054" y="1275056"/>
                  </a:lnTo>
                  <a:lnTo>
                    <a:pt x="434047" y="1275064"/>
                  </a:lnTo>
                  <a:lnTo>
                    <a:pt x="434041" y="1275073"/>
                  </a:lnTo>
                  <a:lnTo>
                    <a:pt x="434034" y="1275085"/>
                  </a:lnTo>
                  <a:lnTo>
                    <a:pt x="434026" y="1275105"/>
                  </a:lnTo>
                  <a:lnTo>
                    <a:pt x="434017" y="1275124"/>
                  </a:lnTo>
                  <a:lnTo>
                    <a:pt x="434012" y="1275133"/>
                  </a:lnTo>
                  <a:lnTo>
                    <a:pt x="434007" y="1275136"/>
                  </a:lnTo>
                  <a:lnTo>
                    <a:pt x="434000" y="1275132"/>
                  </a:lnTo>
                  <a:lnTo>
                    <a:pt x="433992" y="1275127"/>
                  </a:lnTo>
                  <a:lnTo>
                    <a:pt x="433978" y="1275119"/>
                  </a:lnTo>
                  <a:lnTo>
                    <a:pt x="433967" y="1275114"/>
                  </a:lnTo>
                  <a:lnTo>
                    <a:pt x="433957" y="1275112"/>
                  </a:lnTo>
                  <a:lnTo>
                    <a:pt x="433944" y="1275110"/>
                  </a:lnTo>
                  <a:lnTo>
                    <a:pt x="433930" y="1275108"/>
                  </a:lnTo>
                  <a:lnTo>
                    <a:pt x="433919" y="1275105"/>
                  </a:lnTo>
                  <a:lnTo>
                    <a:pt x="433904" y="1275100"/>
                  </a:lnTo>
                  <a:lnTo>
                    <a:pt x="433893" y="1275094"/>
                  </a:lnTo>
                  <a:lnTo>
                    <a:pt x="433884" y="1275088"/>
                  </a:lnTo>
                  <a:lnTo>
                    <a:pt x="433874" y="1275079"/>
                  </a:lnTo>
                  <a:lnTo>
                    <a:pt x="433864" y="1275072"/>
                  </a:lnTo>
                  <a:lnTo>
                    <a:pt x="433854" y="1275066"/>
                  </a:lnTo>
                  <a:lnTo>
                    <a:pt x="433844" y="1275063"/>
                  </a:lnTo>
                  <a:lnTo>
                    <a:pt x="433827" y="1275061"/>
                  </a:lnTo>
                  <a:lnTo>
                    <a:pt x="433807" y="1275059"/>
                  </a:lnTo>
                  <a:lnTo>
                    <a:pt x="433797" y="1275059"/>
                  </a:lnTo>
                  <a:lnTo>
                    <a:pt x="433787" y="1275060"/>
                  </a:lnTo>
                  <a:lnTo>
                    <a:pt x="433775" y="1275064"/>
                  </a:lnTo>
                  <a:lnTo>
                    <a:pt x="433765" y="1275068"/>
                  </a:lnTo>
                  <a:lnTo>
                    <a:pt x="433759" y="1275072"/>
                  </a:lnTo>
                  <a:lnTo>
                    <a:pt x="433748" y="1275081"/>
                  </a:lnTo>
                  <a:lnTo>
                    <a:pt x="433739" y="1275090"/>
                  </a:lnTo>
                  <a:lnTo>
                    <a:pt x="433729" y="1275103"/>
                  </a:lnTo>
                  <a:lnTo>
                    <a:pt x="433717" y="1275117"/>
                  </a:lnTo>
                  <a:lnTo>
                    <a:pt x="433707" y="1275128"/>
                  </a:lnTo>
                  <a:lnTo>
                    <a:pt x="433700" y="1275133"/>
                  </a:lnTo>
                  <a:lnTo>
                    <a:pt x="433693" y="1275137"/>
                  </a:lnTo>
                  <a:lnTo>
                    <a:pt x="433669" y="1275140"/>
                  </a:lnTo>
                  <a:lnTo>
                    <a:pt x="433647" y="1275140"/>
                  </a:lnTo>
                  <a:lnTo>
                    <a:pt x="433633" y="1275142"/>
                  </a:lnTo>
                  <a:lnTo>
                    <a:pt x="433624" y="1275145"/>
                  </a:lnTo>
                  <a:lnTo>
                    <a:pt x="433614" y="1275148"/>
                  </a:lnTo>
                  <a:lnTo>
                    <a:pt x="433608" y="1275152"/>
                  </a:lnTo>
                  <a:lnTo>
                    <a:pt x="433603" y="1275159"/>
                  </a:lnTo>
                  <a:lnTo>
                    <a:pt x="433601" y="1275170"/>
                  </a:lnTo>
                  <a:lnTo>
                    <a:pt x="433601" y="1275186"/>
                  </a:lnTo>
                  <a:lnTo>
                    <a:pt x="433599" y="1275198"/>
                  </a:lnTo>
                  <a:lnTo>
                    <a:pt x="433597" y="1275208"/>
                  </a:lnTo>
                  <a:lnTo>
                    <a:pt x="433593" y="1275218"/>
                  </a:lnTo>
                  <a:lnTo>
                    <a:pt x="433589" y="1275226"/>
                  </a:lnTo>
                  <a:lnTo>
                    <a:pt x="433583" y="1275234"/>
                  </a:lnTo>
                  <a:lnTo>
                    <a:pt x="433578" y="1275241"/>
                  </a:lnTo>
                  <a:lnTo>
                    <a:pt x="433572" y="1275247"/>
                  </a:lnTo>
                  <a:lnTo>
                    <a:pt x="433565" y="1275253"/>
                  </a:lnTo>
                  <a:lnTo>
                    <a:pt x="433552" y="1275263"/>
                  </a:lnTo>
                  <a:lnTo>
                    <a:pt x="433541" y="1275270"/>
                  </a:lnTo>
                  <a:lnTo>
                    <a:pt x="433528" y="1275278"/>
                  </a:lnTo>
                  <a:lnTo>
                    <a:pt x="433516" y="1275285"/>
                  </a:lnTo>
                  <a:lnTo>
                    <a:pt x="433509" y="1275287"/>
                  </a:lnTo>
                  <a:lnTo>
                    <a:pt x="433501" y="1275289"/>
                  </a:lnTo>
                  <a:lnTo>
                    <a:pt x="433487" y="1275289"/>
                  </a:lnTo>
                  <a:lnTo>
                    <a:pt x="433472" y="1275288"/>
                  </a:lnTo>
                  <a:lnTo>
                    <a:pt x="433461" y="1275286"/>
                  </a:lnTo>
                  <a:lnTo>
                    <a:pt x="433442" y="1275283"/>
                  </a:lnTo>
                  <a:lnTo>
                    <a:pt x="433428" y="1275280"/>
                  </a:lnTo>
                  <a:lnTo>
                    <a:pt x="433420" y="1275280"/>
                  </a:lnTo>
                  <a:lnTo>
                    <a:pt x="433407" y="1275281"/>
                  </a:lnTo>
                  <a:lnTo>
                    <a:pt x="433384" y="1275287"/>
                  </a:lnTo>
                  <a:lnTo>
                    <a:pt x="433368" y="1275290"/>
                  </a:lnTo>
                  <a:lnTo>
                    <a:pt x="433350" y="1275291"/>
                  </a:lnTo>
                  <a:lnTo>
                    <a:pt x="433306" y="1275293"/>
                  </a:lnTo>
                  <a:lnTo>
                    <a:pt x="433283" y="1275294"/>
                  </a:lnTo>
                  <a:lnTo>
                    <a:pt x="433239" y="1275293"/>
                  </a:lnTo>
                  <a:lnTo>
                    <a:pt x="433214" y="1275292"/>
                  </a:lnTo>
                  <a:lnTo>
                    <a:pt x="433194" y="1275292"/>
                  </a:lnTo>
                  <a:lnTo>
                    <a:pt x="433183" y="1275293"/>
                  </a:lnTo>
                  <a:lnTo>
                    <a:pt x="433177" y="1275294"/>
                  </a:lnTo>
                  <a:lnTo>
                    <a:pt x="433171" y="1275299"/>
                  </a:lnTo>
                  <a:lnTo>
                    <a:pt x="433163" y="1275308"/>
                  </a:lnTo>
                  <a:lnTo>
                    <a:pt x="433154" y="1275320"/>
                  </a:lnTo>
                  <a:lnTo>
                    <a:pt x="433145" y="1275332"/>
                  </a:lnTo>
                  <a:lnTo>
                    <a:pt x="433135" y="1275344"/>
                  </a:lnTo>
                  <a:lnTo>
                    <a:pt x="433126" y="1275353"/>
                  </a:lnTo>
                  <a:lnTo>
                    <a:pt x="433111" y="1275365"/>
                  </a:lnTo>
                  <a:lnTo>
                    <a:pt x="433099" y="1275374"/>
                  </a:lnTo>
                  <a:lnTo>
                    <a:pt x="433091" y="1275380"/>
                  </a:lnTo>
                  <a:lnTo>
                    <a:pt x="433080" y="1275386"/>
                  </a:lnTo>
                  <a:lnTo>
                    <a:pt x="433070" y="1275392"/>
                  </a:lnTo>
                  <a:lnTo>
                    <a:pt x="433063" y="1275400"/>
                  </a:lnTo>
                  <a:lnTo>
                    <a:pt x="433049" y="1275409"/>
                  </a:lnTo>
                  <a:lnTo>
                    <a:pt x="433036" y="1275413"/>
                  </a:lnTo>
                  <a:lnTo>
                    <a:pt x="433015" y="1275416"/>
                  </a:lnTo>
                  <a:lnTo>
                    <a:pt x="432986" y="1275417"/>
                  </a:lnTo>
                  <a:lnTo>
                    <a:pt x="432965" y="1275420"/>
                  </a:lnTo>
                  <a:lnTo>
                    <a:pt x="432953" y="1275422"/>
                  </a:lnTo>
                  <a:lnTo>
                    <a:pt x="432938" y="1275425"/>
                  </a:lnTo>
                  <a:lnTo>
                    <a:pt x="432930" y="1275430"/>
                  </a:lnTo>
                  <a:lnTo>
                    <a:pt x="432917" y="1275435"/>
                  </a:lnTo>
                  <a:lnTo>
                    <a:pt x="432897" y="1275444"/>
                  </a:lnTo>
                  <a:lnTo>
                    <a:pt x="432878" y="1275452"/>
                  </a:lnTo>
                  <a:lnTo>
                    <a:pt x="432868" y="1275457"/>
                  </a:lnTo>
                  <a:lnTo>
                    <a:pt x="432856" y="1275464"/>
                  </a:lnTo>
                  <a:lnTo>
                    <a:pt x="432846" y="1275471"/>
                  </a:lnTo>
                  <a:lnTo>
                    <a:pt x="432835" y="1275480"/>
                  </a:lnTo>
                  <a:lnTo>
                    <a:pt x="432824" y="1275488"/>
                  </a:lnTo>
                  <a:lnTo>
                    <a:pt x="432812" y="1275494"/>
                  </a:lnTo>
                  <a:lnTo>
                    <a:pt x="432795" y="1275502"/>
                  </a:lnTo>
                  <a:lnTo>
                    <a:pt x="432783" y="1275508"/>
                  </a:lnTo>
                  <a:lnTo>
                    <a:pt x="432771" y="1275512"/>
                  </a:lnTo>
                  <a:lnTo>
                    <a:pt x="432764" y="1275514"/>
                  </a:lnTo>
                  <a:lnTo>
                    <a:pt x="432759" y="1275514"/>
                  </a:lnTo>
                  <a:lnTo>
                    <a:pt x="432753" y="1275513"/>
                  </a:lnTo>
                  <a:lnTo>
                    <a:pt x="432741" y="1275508"/>
                  </a:lnTo>
                  <a:lnTo>
                    <a:pt x="432717" y="1275500"/>
                  </a:lnTo>
                  <a:lnTo>
                    <a:pt x="432694" y="1275493"/>
                  </a:lnTo>
                  <a:lnTo>
                    <a:pt x="432674" y="1275488"/>
                  </a:lnTo>
                  <a:lnTo>
                    <a:pt x="432652" y="1275483"/>
                  </a:lnTo>
                  <a:lnTo>
                    <a:pt x="432621" y="1275480"/>
                  </a:lnTo>
                  <a:lnTo>
                    <a:pt x="432597" y="1275477"/>
                  </a:lnTo>
                  <a:lnTo>
                    <a:pt x="432576" y="1275473"/>
                  </a:lnTo>
                  <a:lnTo>
                    <a:pt x="432554" y="1275469"/>
                  </a:lnTo>
                  <a:lnTo>
                    <a:pt x="432528" y="1275467"/>
                  </a:lnTo>
                  <a:lnTo>
                    <a:pt x="432505" y="1275462"/>
                  </a:lnTo>
                  <a:lnTo>
                    <a:pt x="432487" y="1275459"/>
                  </a:lnTo>
                  <a:lnTo>
                    <a:pt x="432470" y="1275455"/>
                  </a:lnTo>
                  <a:lnTo>
                    <a:pt x="432442" y="1275447"/>
                  </a:lnTo>
                  <a:lnTo>
                    <a:pt x="432418" y="1275440"/>
                  </a:lnTo>
                  <a:lnTo>
                    <a:pt x="432399" y="1275435"/>
                  </a:lnTo>
                  <a:lnTo>
                    <a:pt x="432376" y="1275431"/>
                  </a:lnTo>
                  <a:lnTo>
                    <a:pt x="432349" y="1275427"/>
                  </a:lnTo>
                  <a:lnTo>
                    <a:pt x="432325" y="1275422"/>
                  </a:lnTo>
                  <a:lnTo>
                    <a:pt x="432305" y="1275416"/>
                  </a:lnTo>
                  <a:lnTo>
                    <a:pt x="432280" y="1275408"/>
                  </a:lnTo>
                  <a:lnTo>
                    <a:pt x="432256" y="1275401"/>
                  </a:lnTo>
                  <a:lnTo>
                    <a:pt x="432221" y="1275391"/>
                  </a:lnTo>
                  <a:lnTo>
                    <a:pt x="432205" y="1275387"/>
                  </a:lnTo>
                  <a:lnTo>
                    <a:pt x="432196" y="1275383"/>
                  </a:lnTo>
                  <a:lnTo>
                    <a:pt x="432173" y="1275374"/>
                  </a:lnTo>
                  <a:lnTo>
                    <a:pt x="432158" y="1275368"/>
                  </a:lnTo>
                  <a:lnTo>
                    <a:pt x="432147" y="1275365"/>
                  </a:lnTo>
                  <a:lnTo>
                    <a:pt x="432129" y="1275363"/>
                  </a:lnTo>
                  <a:lnTo>
                    <a:pt x="432109" y="1275360"/>
                  </a:lnTo>
                  <a:lnTo>
                    <a:pt x="432091" y="1275359"/>
                  </a:lnTo>
                  <a:lnTo>
                    <a:pt x="432068" y="1275359"/>
                  </a:lnTo>
                  <a:lnTo>
                    <a:pt x="432040" y="1275359"/>
                  </a:lnTo>
                  <a:lnTo>
                    <a:pt x="432012" y="1275358"/>
                  </a:lnTo>
                  <a:lnTo>
                    <a:pt x="431997" y="1275356"/>
                  </a:lnTo>
                  <a:lnTo>
                    <a:pt x="431981" y="1275354"/>
                  </a:lnTo>
                  <a:lnTo>
                    <a:pt x="431962" y="1275350"/>
                  </a:lnTo>
                  <a:lnTo>
                    <a:pt x="431947" y="1275346"/>
                  </a:lnTo>
                  <a:lnTo>
                    <a:pt x="431932" y="1275341"/>
                  </a:lnTo>
                  <a:lnTo>
                    <a:pt x="431914" y="1275335"/>
                  </a:lnTo>
                  <a:lnTo>
                    <a:pt x="431907" y="1275332"/>
                  </a:lnTo>
                  <a:lnTo>
                    <a:pt x="431901" y="1275328"/>
                  </a:lnTo>
                  <a:lnTo>
                    <a:pt x="431890" y="1275319"/>
                  </a:lnTo>
                  <a:lnTo>
                    <a:pt x="431878" y="1275309"/>
                  </a:lnTo>
                  <a:lnTo>
                    <a:pt x="431870" y="1275301"/>
                  </a:lnTo>
                  <a:lnTo>
                    <a:pt x="431861" y="1275291"/>
                  </a:lnTo>
                  <a:lnTo>
                    <a:pt x="431853" y="1275281"/>
                  </a:lnTo>
                  <a:lnTo>
                    <a:pt x="431844" y="1275266"/>
                  </a:lnTo>
                  <a:lnTo>
                    <a:pt x="431837" y="1275252"/>
                  </a:lnTo>
                  <a:lnTo>
                    <a:pt x="431835" y="1275246"/>
                  </a:lnTo>
                  <a:lnTo>
                    <a:pt x="431831" y="1275233"/>
                  </a:lnTo>
                  <a:lnTo>
                    <a:pt x="431826" y="1275209"/>
                  </a:lnTo>
                  <a:lnTo>
                    <a:pt x="431820" y="1275185"/>
                  </a:lnTo>
                  <a:lnTo>
                    <a:pt x="431815" y="1275166"/>
                  </a:lnTo>
                  <a:lnTo>
                    <a:pt x="431811" y="1275150"/>
                  </a:lnTo>
                  <a:lnTo>
                    <a:pt x="431809" y="1275133"/>
                  </a:lnTo>
                  <a:lnTo>
                    <a:pt x="431808" y="1275119"/>
                  </a:lnTo>
                  <a:lnTo>
                    <a:pt x="431805" y="1275095"/>
                  </a:lnTo>
                  <a:lnTo>
                    <a:pt x="431804" y="1275077"/>
                  </a:lnTo>
                  <a:lnTo>
                    <a:pt x="431805" y="1275056"/>
                  </a:lnTo>
                  <a:lnTo>
                    <a:pt x="431806" y="1275033"/>
                  </a:lnTo>
                  <a:lnTo>
                    <a:pt x="431807" y="1275022"/>
                  </a:lnTo>
                  <a:lnTo>
                    <a:pt x="431809" y="1275013"/>
                  </a:lnTo>
                  <a:lnTo>
                    <a:pt x="431817" y="1274992"/>
                  </a:lnTo>
                  <a:lnTo>
                    <a:pt x="431821" y="1274983"/>
                  </a:lnTo>
                  <a:lnTo>
                    <a:pt x="431829" y="1274969"/>
                  </a:lnTo>
                  <a:lnTo>
                    <a:pt x="431847" y="1274939"/>
                  </a:lnTo>
                  <a:lnTo>
                    <a:pt x="431858" y="1274917"/>
                  </a:lnTo>
                  <a:lnTo>
                    <a:pt x="431865" y="1274904"/>
                  </a:lnTo>
                  <a:lnTo>
                    <a:pt x="431872" y="1274889"/>
                  </a:lnTo>
                  <a:lnTo>
                    <a:pt x="431880" y="1274875"/>
                  </a:lnTo>
                  <a:lnTo>
                    <a:pt x="431895" y="1274851"/>
                  </a:lnTo>
                  <a:lnTo>
                    <a:pt x="431904" y="1274836"/>
                  </a:lnTo>
                  <a:lnTo>
                    <a:pt x="431919" y="1274814"/>
                  </a:lnTo>
                  <a:lnTo>
                    <a:pt x="431928" y="1274802"/>
                  </a:lnTo>
                  <a:lnTo>
                    <a:pt x="431937" y="1274787"/>
                  </a:lnTo>
                  <a:lnTo>
                    <a:pt x="431941" y="1274783"/>
                  </a:lnTo>
                  <a:lnTo>
                    <a:pt x="431945" y="1274781"/>
                  </a:lnTo>
                  <a:lnTo>
                    <a:pt x="431957" y="1274780"/>
                  </a:lnTo>
                  <a:lnTo>
                    <a:pt x="431970" y="1274779"/>
                  </a:lnTo>
                  <a:lnTo>
                    <a:pt x="431990" y="1274777"/>
                  </a:lnTo>
                  <a:lnTo>
                    <a:pt x="432011" y="1274774"/>
                  </a:lnTo>
                  <a:lnTo>
                    <a:pt x="432033" y="1274769"/>
                  </a:lnTo>
                  <a:lnTo>
                    <a:pt x="432052" y="1274763"/>
                  </a:lnTo>
                  <a:lnTo>
                    <a:pt x="432075" y="1274756"/>
                  </a:lnTo>
                  <a:lnTo>
                    <a:pt x="432092" y="1274751"/>
                  </a:lnTo>
                  <a:lnTo>
                    <a:pt x="432110" y="1274748"/>
                  </a:lnTo>
                  <a:lnTo>
                    <a:pt x="432128" y="1274743"/>
                  </a:lnTo>
                  <a:lnTo>
                    <a:pt x="432150" y="1274736"/>
                  </a:lnTo>
                  <a:lnTo>
                    <a:pt x="432169" y="1274732"/>
                  </a:lnTo>
                  <a:lnTo>
                    <a:pt x="432180" y="1274731"/>
                  </a:lnTo>
                  <a:lnTo>
                    <a:pt x="432192" y="1274731"/>
                  </a:lnTo>
                  <a:lnTo>
                    <a:pt x="432205" y="1274734"/>
                  </a:lnTo>
                  <a:lnTo>
                    <a:pt x="432217" y="1274740"/>
                  </a:lnTo>
                  <a:lnTo>
                    <a:pt x="432233" y="1274752"/>
                  </a:lnTo>
                  <a:lnTo>
                    <a:pt x="432241" y="1274755"/>
                  </a:lnTo>
                  <a:lnTo>
                    <a:pt x="432251" y="1274758"/>
                  </a:lnTo>
                  <a:lnTo>
                    <a:pt x="432263" y="1274759"/>
                  </a:lnTo>
                  <a:lnTo>
                    <a:pt x="432278" y="1274757"/>
                  </a:lnTo>
                  <a:lnTo>
                    <a:pt x="432293" y="1274752"/>
                  </a:lnTo>
                  <a:lnTo>
                    <a:pt x="432307" y="1274745"/>
                  </a:lnTo>
                  <a:lnTo>
                    <a:pt x="432322" y="1274737"/>
                  </a:lnTo>
                  <a:lnTo>
                    <a:pt x="432333" y="1274727"/>
                  </a:lnTo>
                  <a:lnTo>
                    <a:pt x="432342" y="1274716"/>
                  </a:lnTo>
                  <a:lnTo>
                    <a:pt x="432349" y="1274708"/>
                  </a:lnTo>
                  <a:lnTo>
                    <a:pt x="432355" y="1274698"/>
                  </a:lnTo>
                  <a:lnTo>
                    <a:pt x="432361" y="1274685"/>
                  </a:lnTo>
                  <a:lnTo>
                    <a:pt x="432366" y="1274672"/>
                  </a:lnTo>
                  <a:lnTo>
                    <a:pt x="432372" y="1274650"/>
                  </a:lnTo>
                  <a:lnTo>
                    <a:pt x="432375" y="1274634"/>
                  </a:lnTo>
                  <a:lnTo>
                    <a:pt x="432377" y="1274625"/>
                  </a:lnTo>
                  <a:lnTo>
                    <a:pt x="432378" y="1274612"/>
                  </a:lnTo>
                  <a:lnTo>
                    <a:pt x="432379" y="1274598"/>
                  </a:lnTo>
                  <a:lnTo>
                    <a:pt x="432378" y="1274588"/>
                  </a:lnTo>
                  <a:lnTo>
                    <a:pt x="432376" y="1274577"/>
                  </a:lnTo>
                  <a:lnTo>
                    <a:pt x="432375" y="1274570"/>
                  </a:lnTo>
                  <a:lnTo>
                    <a:pt x="432371" y="1274559"/>
                  </a:lnTo>
                  <a:lnTo>
                    <a:pt x="432365" y="1274545"/>
                  </a:lnTo>
                  <a:lnTo>
                    <a:pt x="432358" y="1274528"/>
                  </a:lnTo>
                  <a:lnTo>
                    <a:pt x="432353" y="1274512"/>
                  </a:lnTo>
                  <a:lnTo>
                    <a:pt x="432349" y="1274497"/>
                  </a:lnTo>
                  <a:lnTo>
                    <a:pt x="432347" y="1274473"/>
                  </a:lnTo>
                  <a:lnTo>
                    <a:pt x="432347" y="1274448"/>
                  </a:lnTo>
                  <a:lnTo>
                    <a:pt x="432348" y="1274413"/>
                  </a:lnTo>
                  <a:lnTo>
                    <a:pt x="432349" y="1274396"/>
                  </a:lnTo>
                  <a:lnTo>
                    <a:pt x="432352" y="1274374"/>
                  </a:lnTo>
                  <a:lnTo>
                    <a:pt x="432354" y="1274357"/>
                  </a:lnTo>
                  <a:lnTo>
                    <a:pt x="432358" y="1274341"/>
                  </a:lnTo>
                  <a:lnTo>
                    <a:pt x="432360" y="1274333"/>
                  </a:lnTo>
                  <a:lnTo>
                    <a:pt x="432366" y="1274322"/>
                  </a:lnTo>
                  <a:lnTo>
                    <a:pt x="432376" y="1274301"/>
                  </a:lnTo>
                  <a:lnTo>
                    <a:pt x="432386" y="1274279"/>
                  </a:lnTo>
                  <a:lnTo>
                    <a:pt x="432394" y="1274265"/>
                  </a:lnTo>
                  <a:lnTo>
                    <a:pt x="432404" y="1274249"/>
                  </a:lnTo>
                  <a:lnTo>
                    <a:pt x="432411" y="1274239"/>
                  </a:lnTo>
                  <a:lnTo>
                    <a:pt x="432420" y="1274228"/>
                  </a:lnTo>
                  <a:lnTo>
                    <a:pt x="432430" y="1274217"/>
                  </a:lnTo>
                  <a:lnTo>
                    <a:pt x="432440" y="1274209"/>
                  </a:lnTo>
                  <a:lnTo>
                    <a:pt x="432452" y="1274198"/>
                  </a:lnTo>
                  <a:lnTo>
                    <a:pt x="432466" y="1274188"/>
                  </a:lnTo>
                  <a:lnTo>
                    <a:pt x="432481" y="1274179"/>
                  </a:lnTo>
                  <a:lnTo>
                    <a:pt x="432496" y="1274170"/>
                  </a:lnTo>
                  <a:lnTo>
                    <a:pt x="432516" y="1274159"/>
                  </a:lnTo>
                  <a:lnTo>
                    <a:pt x="432536" y="1274147"/>
                  </a:lnTo>
                  <a:lnTo>
                    <a:pt x="432550" y="1274136"/>
                  </a:lnTo>
                  <a:lnTo>
                    <a:pt x="432571" y="1274122"/>
                  </a:lnTo>
                  <a:lnTo>
                    <a:pt x="432585" y="1274113"/>
                  </a:lnTo>
                  <a:lnTo>
                    <a:pt x="432604" y="1274103"/>
                  </a:lnTo>
                  <a:lnTo>
                    <a:pt x="432617" y="1274096"/>
                  </a:lnTo>
                  <a:lnTo>
                    <a:pt x="432637" y="1274084"/>
                  </a:lnTo>
                  <a:lnTo>
                    <a:pt x="432650" y="1274075"/>
                  </a:lnTo>
                  <a:lnTo>
                    <a:pt x="432664" y="1274065"/>
                  </a:lnTo>
                  <a:lnTo>
                    <a:pt x="432675" y="1274056"/>
                  </a:lnTo>
                  <a:lnTo>
                    <a:pt x="432686" y="1274048"/>
                  </a:lnTo>
                  <a:lnTo>
                    <a:pt x="432697" y="1274041"/>
                  </a:lnTo>
                  <a:lnTo>
                    <a:pt x="432713" y="1274031"/>
                  </a:lnTo>
                  <a:lnTo>
                    <a:pt x="432729" y="1274022"/>
                  </a:lnTo>
                  <a:lnTo>
                    <a:pt x="432743" y="1274014"/>
                  </a:lnTo>
                  <a:lnTo>
                    <a:pt x="432755" y="1274004"/>
                  </a:lnTo>
                  <a:lnTo>
                    <a:pt x="432769" y="1273994"/>
                  </a:lnTo>
                  <a:lnTo>
                    <a:pt x="432780" y="1273983"/>
                  </a:lnTo>
                  <a:lnTo>
                    <a:pt x="432788" y="1273975"/>
                  </a:lnTo>
                  <a:lnTo>
                    <a:pt x="432794" y="1273967"/>
                  </a:lnTo>
                  <a:lnTo>
                    <a:pt x="432803" y="1273958"/>
                  </a:lnTo>
                  <a:lnTo>
                    <a:pt x="432810" y="1273948"/>
                  </a:lnTo>
                  <a:lnTo>
                    <a:pt x="432817" y="1273937"/>
                  </a:lnTo>
                  <a:lnTo>
                    <a:pt x="432823" y="1273926"/>
                  </a:lnTo>
                  <a:lnTo>
                    <a:pt x="432827" y="1273916"/>
                  </a:lnTo>
                  <a:lnTo>
                    <a:pt x="432830" y="1273907"/>
                  </a:lnTo>
                  <a:lnTo>
                    <a:pt x="432833" y="1273897"/>
                  </a:lnTo>
                  <a:lnTo>
                    <a:pt x="432837" y="1273882"/>
                  </a:lnTo>
                  <a:lnTo>
                    <a:pt x="432840" y="1273867"/>
                  </a:lnTo>
                  <a:lnTo>
                    <a:pt x="432845" y="1273847"/>
                  </a:lnTo>
                  <a:lnTo>
                    <a:pt x="432850" y="1273833"/>
                  </a:lnTo>
                  <a:lnTo>
                    <a:pt x="432855" y="1273825"/>
                  </a:lnTo>
                  <a:lnTo>
                    <a:pt x="432863" y="1273815"/>
                  </a:lnTo>
                  <a:lnTo>
                    <a:pt x="432867" y="1273809"/>
                  </a:lnTo>
                  <a:lnTo>
                    <a:pt x="432872" y="1273799"/>
                  </a:lnTo>
                  <a:lnTo>
                    <a:pt x="432877" y="1273791"/>
                  </a:lnTo>
                  <a:lnTo>
                    <a:pt x="432881" y="1273780"/>
                  </a:lnTo>
                  <a:lnTo>
                    <a:pt x="432884" y="1273766"/>
                  </a:lnTo>
                  <a:lnTo>
                    <a:pt x="432884" y="1273757"/>
                  </a:lnTo>
                  <a:lnTo>
                    <a:pt x="432885" y="1273747"/>
                  </a:lnTo>
                  <a:lnTo>
                    <a:pt x="432888" y="1273732"/>
                  </a:lnTo>
                  <a:lnTo>
                    <a:pt x="432894" y="1273704"/>
                  </a:lnTo>
                  <a:lnTo>
                    <a:pt x="432896" y="1273686"/>
                  </a:lnTo>
                  <a:lnTo>
                    <a:pt x="432901" y="1273664"/>
                  </a:lnTo>
                  <a:lnTo>
                    <a:pt x="432903" y="1273651"/>
                  </a:lnTo>
                  <a:lnTo>
                    <a:pt x="432903" y="1273643"/>
                  </a:lnTo>
                  <a:lnTo>
                    <a:pt x="432902" y="1273633"/>
                  </a:lnTo>
                  <a:lnTo>
                    <a:pt x="432900" y="1273624"/>
                  </a:lnTo>
                  <a:lnTo>
                    <a:pt x="432892" y="1273607"/>
                  </a:lnTo>
                  <a:lnTo>
                    <a:pt x="432880" y="1273587"/>
                  </a:lnTo>
                  <a:lnTo>
                    <a:pt x="432866" y="1273567"/>
                  </a:lnTo>
                  <a:lnTo>
                    <a:pt x="432851" y="1273546"/>
                  </a:lnTo>
                  <a:lnTo>
                    <a:pt x="432827" y="1273515"/>
                  </a:lnTo>
                  <a:lnTo>
                    <a:pt x="432806" y="1273486"/>
                  </a:lnTo>
                  <a:lnTo>
                    <a:pt x="432795" y="1273473"/>
                  </a:lnTo>
                  <a:lnTo>
                    <a:pt x="432773" y="1273447"/>
                  </a:lnTo>
                  <a:lnTo>
                    <a:pt x="432756" y="1273428"/>
                  </a:lnTo>
                  <a:lnTo>
                    <a:pt x="432738" y="1273409"/>
                  </a:lnTo>
                  <a:lnTo>
                    <a:pt x="432719" y="1273390"/>
                  </a:lnTo>
                  <a:lnTo>
                    <a:pt x="432703" y="1273373"/>
                  </a:lnTo>
                  <a:lnTo>
                    <a:pt x="432681" y="1273353"/>
                  </a:lnTo>
                  <a:lnTo>
                    <a:pt x="432662" y="1273334"/>
                  </a:lnTo>
                  <a:lnTo>
                    <a:pt x="432644" y="1273318"/>
                  </a:lnTo>
                  <a:lnTo>
                    <a:pt x="432628" y="1273304"/>
                  </a:lnTo>
                  <a:lnTo>
                    <a:pt x="432616" y="1273295"/>
                  </a:lnTo>
                  <a:lnTo>
                    <a:pt x="432600" y="1273286"/>
                  </a:lnTo>
                  <a:lnTo>
                    <a:pt x="432582" y="1273279"/>
                  </a:lnTo>
                  <a:lnTo>
                    <a:pt x="432565" y="1273273"/>
                  </a:lnTo>
                  <a:lnTo>
                    <a:pt x="432537" y="1273266"/>
                  </a:lnTo>
                  <a:lnTo>
                    <a:pt x="432508" y="1273258"/>
                  </a:lnTo>
                  <a:lnTo>
                    <a:pt x="432479" y="1273248"/>
                  </a:lnTo>
                  <a:lnTo>
                    <a:pt x="432454" y="1273239"/>
                  </a:lnTo>
                  <a:lnTo>
                    <a:pt x="432421" y="1273225"/>
                  </a:lnTo>
                  <a:lnTo>
                    <a:pt x="432393" y="1273211"/>
                  </a:lnTo>
                  <a:lnTo>
                    <a:pt x="432373" y="1273200"/>
                  </a:lnTo>
                  <a:lnTo>
                    <a:pt x="432339" y="1273180"/>
                  </a:lnTo>
                  <a:lnTo>
                    <a:pt x="432307" y="1273165"/>
                  </a:lnTo>
                  <a:lnTo>
                    <a:pt x="432292" y="1273161"/>
                  </a:lnTo>
                  <a:lnTo>
                    <a:pt x="432275" y="1273159"/>
                  </a:lnTo>
                  <a:lnTo>
                    <a:pt x="432251" y="1273159"/>
                  </a:lnTo>
                  <a:lnTo>
                    <a:pt x="432215" y="1273163"/>
                  </a:lnTo>
                  <a:lnTo>
                    <a:pt x="432184" y="1273163"/>
                  </a:lnTo>
                  <a:lnTo>
                    <a:pt x="432162" y="1273160"/>
                  </a:lnTo>
                  <a:lnTo>
                    <a:pt x="432146" y="1273156"/>
                  </a:lnTo>
                  <a:lnTo>
                    <a:pt x="432125" y="1273149"/>
                  </a:lnTo>
                  <a:lnTo>
                    <a:pt x="432097" y="1273141"/>
                  </a:lnTo>
                  <a:lnTo>
                    <a:pt x="432061" y="1273131"/>
                  </a:lnTo>
                  <a:lnTo>
                    <a:pt x="432027" y="1273121"/>
                  </a:lnTo>
                  <a:lnTo>
                    <a:pt x="432003" y="1273116"/>
                  </a:lnTo>
                  <a:lnTo>
                    <a:pt x="431971" y="1273112"/>
                  </a:lnTo>
                  <a:lnTo>
                    <a:pt x="431939" y="1273108"/>
                  </a:lnTo>
                  <a:lnTo>
                    <a:pt x="431915" y="1273105"/>
                  </a:lnTo>
                  <a:lnTo>
                    <a:pt x="431887" y="1273104"/>
                  </a:lnTo>
                  <a:lnTo>
                    <a:pt x="431863" y="1273102"/>
                  </a:lnTo>
                  <a:lnTo>
                    <a:pt x="431844" y="1273098"/>
                  </a:lnTo>
                  <a:lnTo>
                    <a:pt x="431822" y="1273094"/>
                  </a:lnTo>
                  <a:lnTo>
                    <a:pt x="431808" y="1273090"/>
                  </a:lnTo>
                  <a:lnTo>
                    <a:pt x="431799" y="1273085"/>
                  </a:lnTo>
                  <a:lnTo>
                    <a:pt x="431791" y="1273079"/>
                  </a:lnTo>
                  <a:lnTo>
                    <a:pt x="431783" y="1273069"/>
                  </a:lnTo>
                  <a:lnTo>
                    <a:pt x="431774" y="1273063"/>
                  </a:lnTo>
                  <a:lnTo>
                    <a:pt x="431755" y="1273053"/>
                  </a:lnTo>
                  <a:lnTo>
                    <a:pt x="431731" y="1273043"/>
                  </a:lnTo>
                  <a:lnTo>
                    <a:pt x="431712" y="1273030"/>
                  </a:lnTo>
                  <a:lnTo>
                    <a:pt x="431696" y="1273020"/>
                  </a:lnTo>
                  <a:lnTo>
                    <a:pt x="431682" y="1273014"/>
                  </a:lnTo>
                  <a:lnTo>
                    <a:pt x="431664" y="1273009"/>
                  </a:lnTo>
                  <a:lnTo>
                    <a:pt x="431655" y="1273004"/>
                  </a:lnTo>
                  <a:lnTo>
                    <a:pt x="431632" y="1272993"/>
                  </a:lnTo>
                  <a:lnTo>
                    <a:pt x="431612" y="1272985"/>
                  </a:lnTo>
                  <a:lnTo>
                    <a:pt x="431597" y="1272980"/>
                  </a:lnTo>
                  <a:lnTo>
                    <a:pt x="431586" y="1272979"/>
                  </a:lnTo>
                  <a:lnTo>
                    <a:pt x="431573" y="1272979"/>
                  </a:lnTo>
                  <a:lnTo>
                    <a:pt x="431562" y="1272976"/>
                  </a:lnTo>
                  <a:lnTo>
                    <a:pt x="431552" y="1272972"/>
                  </a:lnTo>
                  <a:lnTo>
                    <a:pt x="431542" y="1272965"/>
                  </a:lnTo>
                  <a:lnTo>
                    <a:pt x="431527" y="1272951"/>
                  </a:lnTo>
                  <a:lnTo>
                    <a:pt x="431516" y="1272943"/>
                  </a:lnTo>
                  <a:lnTo>
                    <a:pt x="431494" y="1272934"/>
                  </a:lnTo>
                  <a:lnTo>
                    <a:pt x="431480" y="1272927"/>
                  </a:lnTo>
                  <a:lnTo>
                    <a:pt x="431461" y="1272917"/>
                  </a:lnTo>
                  <a:lnTo>
                    <a:pt x="431450" y="1272911"/>
                  </a:lnTo>
                  <a:lnTo>
                    <a:pt x="431438" y="1272901"/>
                  </a:lnTo>
                  <a:lnTo>
                    <a:pt x="431418" y="1272886"/>
                  </a:lnTo>
                  <a:lnTo>
                    <a:pt x="431397" y="1272872"/>
                  </a:lnTo>
                  <a:lnTo>
                    <a:pt x="431371" y="1272857"/>
                  </a:lnTo>
                  <a:lnTo>
                    <a:pt x="431354" y="1272847"/>
                  </a:lnTo>
                  <a:lnTo>
                    <a:pt x="431332" y="1272836"/>
                  </a:lnTo>
                  <a:lnTo>
                    <a:pt x="431308" y="1272826"/>
                  </a:lnTo>
                  <a:lnTo>
                    <a:pt x="431285" y="1272815"/>
                  </a:lnTo>
                  <a:lnTo>
                    <a:pt x="431275" y="1272810"/>
                  </a:lnTo>
                  <a:lnTo>
                    <a:pt x="431265" y="1272802"/>
                  </a:lnTo>
                  <a:lnTo>
                    <a:pt x="431258" y="1272792"/>
                  </a:lnTo>
                  <a:lnTo>
                    <a:pt x="431254" y="1272785"/>
                  </a:lnTo>
                  <a:lnTo>
                    <a:pt x="431250" y="1272780"/>
                  </a:lnTo>
                  <a:lnTo>
                    <a:pt x="431236" y="1272771"/>
                  </a:lnTo>
                  <a:lnTo>
                    <a:pt x="431215" y="1272755"/>
                  </a:lnTo>
                  <a:lnTo>
                    <a:pt x="431197" y="1272740"/>
                  </a:lnTo>
                  <a:lnTo>
                    <a:pt x="431175" y="1272720"/>
                  </a:lnTo>
                  <a:lnTo>
                    <a:pt x="431149" y="1272696"/>
                  </a:lnTo>
                  <a:lnTo>
                    <a:pt x="431124" y="1272672"/>
                  </a:lnTo>
                  <a:lnTo>
                    <a:pt x="431101" y="1272650"/>
                  </a:lnTo>
                  <a:lnTo>
                    <a:pt x="431079" y="1272630"/>
                  </a:lnTo>
                  <a:lnTo>
                    <a:pt x="431058" y="1272613"/>
                  </a:lnTo>
                  <a:lnTo>
                    <a:pt x="431040" y="1272600"/>
                  </a:lnTo>
                  <a:lnTo>
                    <a:pt x="431012" y="1272583"/>
                  </a:lnTo>
                  <a:lnTo>
                    <a:pt x="431001" y="1272576"/>
                  </a:lnTo>
                  <a:lnTo>
                    <a:pt x="430993" y="1272568"/>
                  </a:lnTo>
                  <a:lnTo>
                    <a:pt x="430987" y="1272560"/>
                  </a:lnTo>
                  <a:lnTo>
                    <a:pt x="430979" y="1272547"/>
                  </a:lnTo>
                  <a:lnTo>
                    <a:pt x="430972" y="1272533"/>
                  </a:lnTo>
                  <a:lnTo>
                    <a:pt x="430965" y="1272513"/>
                  </a:lnTo>
                  <a:lnTo>
                    <a:pt x="430961" y="1272498"/>
                  </a:lnTo>
                  <a:lnTo>
                    <a:pt x="430955" y="1272472"/>
                  </a:lnTo>
                  <a:lnTo>
                    <a:pt x="430950" y="1272449"/>
                  </a:lnTo>
                  <a:lnTo>
                    <a:pt x="430947" y="1272426"/>
                  </a:lnTo>
                  <a:lnTo>
                    <a:pt x="430945" y="1272405"/>
                  </a:lnTo>
                  <a:lnTo>
                    <a:pt x="430947" y="1272391"/>
                  </a:lnTo>
                  <a:lnTo>
                    <a:pt x="430951" y="1272373"/>
                  </a:lnTo>
                  <a:lnTo>
                    <a:pt x="430955" y="1272359"/>
                  </a:lnTo>
                  <a:lnTo>
                    <a:pt x="430956" y="1272349"/>
                  </a:lnTo>
                  <a:lnTo>
                    <a:pt x="430955" y="1272341"/>
                  </a:lnTo>
                  <a:lnTo>
                    <a:pt x="430951" y="1272333"/>
                  </a:lnTo>
                  <a:lnTo>
                    <a:pt x="430941" y="1272314"/>
                  </a:lnTo>
                  <a:lnTo>
                    <a:pt x="430931" y="1272303"/>
                  </a:lnTo>
                  <a:lnTo>
                    <a:pt x="430916" y="1272290"/>
                  </a:lnTo>
                  <a:lnTo>
                    <a:pt x="430907" y="1272283"/>
                  </a:lnTo>
                  <a:lnTo>
                    <a:pt x="430901" y="1272277"/>
                  </a:lnTo>
                  <a:lnTo>
                    <a:pt x="430887" y="1272262"/>
                  </a:lnTo>
                  <a:lnTo>
                    <a:pt x="430869" y="1272242"/>
                  </a:lnTo>
                  <a:lnTo>
                    <a:pt x="430854" y="1272225"/>
                  </a:lnTo>
                  <a:lnTo>
                    <a:pt x="430843" y="1272209"/>
                  </a:lnTo>
                  <a:lnTo>
                    <a:pt x="430827" y="1272184"/>
                  </a:lnTo>
                  <a:lnTo>
                    <a:pt x="430808" y="1272155"/>
                  </a:lnTo>
                  <a:lnTo>
                    <a:pt x="430787" y="1272128"/>
                  </a:lnTo>
                  <a:lnTo>
                    <a:pt x="430768" y="1272100"/>
                  </a:lnTo>
                  <a:lnTo>
                    <a:pt x="430754" y="1272077"/>
                  </a:lnTo>
                  <a:lnTo>
                    <a:pt x="430736" y="1272053"/>
                  </a:lnTo>
                  <a:lnTo>
                    <a:pt x="430722" y="1272034"/>
                  </a:lnTo>
                  <a:lnTo>
                    <a:pt x="430716" y="1272022"/>
                  </a:lnTo>
                  <a:lnTo>
                    <a:pt x="430711" y="1272010"/>
                  </a:lnTo>
                  <a:lnTo>
                    <a:pt x="430707" y="1271994"/>
                  </a:lnTo>
                  <a:lnTo>
                    <a:pt x="430702" y="1271980"/>
                  </a:lnTo>
                  <a:lnTo>
                    <a:pt x="430695" y="1271969"/>
                  </a:lnTo>
                  <a:lnTo>
                    <a:pt x="430683" y="1271958"/>
                  </a:lnTo>
                  <a:lnTo>
                    <a:pt x="430674" y="1271948"/>
                  </a:lnTo>
                  <a:lnTo>
                    <a:pt x="430669" y="1271939"/>
                  </a:lnTo>
                  <a:lnTo>
                    <a:pt x="430665" y="1271926"/>
                  </a:lnTo>
                  <a:lnTo>
                    <a:pt x="430662" y="1271906"/>
                  </a:lnTo>
                  <a:lnTo>
                    <a:pt x="430661" y="1271883"/>
                  </a:lnTo>
                  <a:lnTo>
                    <a:pt x="430662" y="1271857"/>
                  </a:lnTo>
                  <a:lnTo>
                    <a:pt x="430666" y="1271839"/>
                  </a:lnTo>
                  <a:lnTo>
                    <a:pt x="430672" y="1271818"/>
                  </a:lnTo>
                  <a:lnTo>
                    <a:pt x="430675" y="1271806"/>
                  </a:lnTo>
                  <a:lnTo>
                    <a:pt x="430675" y="1271794"/>
                  </a:lnTo>
                  <a:lnTo>
                    <a:pt x="430673" y="1271785"/>
                  </a:lnTo>
                  <a:lnTo>
                    <a:pt x="430671" y="1271776"/>
                  </a:lnTo>
                  <a:lnTo>
                    <a:pt x="430661" y="1271757"/>
                  </a:lnTo>
                  <a:lnTo>
                    <a:pt x="430651" y="1271738"/>
                  </a:lnTo>
                  <a:lnTo>
                    <a:pt x="430637" y="1271717"/>
                  </a:lnTo>
                  <a:lnTo>
                    <a:pt x="430625" y="1271696"/>
                  </a:lnTo>
                  <a:lnTo>
                    <a:pt x="430616" y="1271682"/>
                  </a:lnTo>
                  <a:lnTo>
                    <a:pt x="430603" y="1271668"/>
                  </a:lnTo>
                  <a:lnTo>
                    <a:pt x="430595" y="1271657"/>
                  </a:lnTo>
                  <a:lnTo>
                    <a:pt x="430582" y="1271636"/>
                  </a:lnTo>
                  <a:lnTo>
                    <a:pt x="430576" y="1271628"/>
                  </a:lnTo>
                  <a:lnTo>
                    <a:pt x="430567" y="1271618"/>
                  </a:lnTo>
                  <a:lnTo>
                    <a:pt x="430563" y="1271613"/>
                  </a:lnTo>
                  <a:lnTo>
                    <a:pt x="430550" y="1271599"/>
                  </a:lnTo>
                  <a:lnTo>
                    <a:pt x="430538" y="1271585"/>
                  </a:lnTo>
                  <a:lnTo>
                    <a:pt x="430526" y="1271572"/>
                  </a:lnTo>
                  <a:lnTo>
                    <a:pt x="430511" y="1271560"/>
                  </a:lnTo>
                  <a:lnTo>
                    <a:pt x="430497" y="1271553"/>
                  </a:lnTo>
                  <a:lnTo>
                    <a:pt x="430475" y="1271543"/>
                  </a:lnTo>
                  <a:lnTo>
                    <a:pt x="430454" y="1271533"/>
                  </a:lnTo>
                  <a:lnTo>
                    <a:pt x="430438" y="1271524"/>
                  </a:lnTo>
                  <a:lnTo>
                    <a:pt x="430427" y="1271516"/>
                  </a:lnTo>
                  <a:lnTo>
                    <a:pt x="430418" y="1271508"/>
                  </a:lnTo>
                  <a:lnTo>
                    <a:pt x="430412" y="1271500"/>
                  </a:lnTo>
                  <a:lnTo>
                    <a:pt x="430403" y="1271484"/>
                  </a:lnTo>
                  <a:lnTo>
                    <a:pt x="430396" y="1271470"/>
                  </a:lnTo>
                  <a:lnTo>
                    <a:pt x="430385" y="1271447"/>
                  </a:lnTo>
                  <a:lnTo>
                    <a:pt x="430375" y="1271422"/>
                  </a:lnTo>
                  <a:lnTo>
                    <a:pt x="430370" y="1271405"/>
                  </a:lnTo>
                  <a:lnTo>
                    <a:pt x="430365" y="1271380"/>
                  </a:lnTo>
                  <a:lnTo>
                    <a:pt x="430362" y="1271355"/>
                  </a:lnTo>
                  <a:lnTo>
                    <a:pt x="430358" y="1271323"/>
                  </a:lnTo>
                  <a:lnTo>
                    <a:pt x="430353" y="1271297"/>
                  </a:lnTo>
                  <a:lnTo>
                    <a:pt x="430345" y="1271264"/>
                  </a:lnTo>
                  <a:lnTo>
                    <a:pt x="430342" y="1271245"/>
                  </a:lnTo>
                  <a:lnTo>
                    <a:pt x="430335" y="1271213"/>
                  </a:lnTo>
                  <a:lnTo>
                    <a:pt x="430327" y="1271185"/>
                  </a:lnTo>
                  <a:lnTo>
                    <a:pt x="430319" y="1271167"/>
                  </a:lnTo>
                  <a:lnTo>
                    <a:pt x="430313" y="1271155"/>
                  </a:lnTo>
                  <a:lnTo>
                    <a:pt x="430301" y="1271133"/>
                  </a:lnTo>
                  <a:lnTo>
                    <a:pt x="430286" y="1271108"/>
                  </a:lnTo>
                  <a:lnTo>
                    <a:pt x="430266" y="1271070"/>
                  </a:lnTo>
                  <a:lnTo>
                    <a:pt x="430261" y="1271058"/>
                  </a:lnTo>
                  <a:lnTo>
                    <a:pt x="430252" y="1271036"/>
                  </a:lnTo>
                  <a:lnTo>
                    <a:pt x="430243" y="1271017"/>
                  </a:lnTo>
                  <a:lnTo>
                    <a:pt x="430230" y="1270992"/>
                  </a:lnTo>
                  <a:lnTo>
                    <a:pt x="430223" y="1270981"/>
                  </a:lnTo>
                  <a:lnTo>
                    <a:pt x="430214" y="1270969"/>
                  </a:lnTo>
                  <a:lnTo>
                    <a:pt x="430204" y="1270959"/>
                  </a:lnTo>
                  <a:lnTo>
                    <a:pt x="430202" y="1270953"/>
                  </a:lnTo>
                  <a:lnTo>
                    <a:pt x="430201" y="1270939"/>
                  </a:lnTo>
                  <a:lnTo>
                    <a:pt x="430201" y="1270906"/>
                  </a:lnTo>
                  <a:lnTo>
                    <a:pt x="430199" y="1270894"/>
                  </a:lnTo>
                  <a:lnTo>
                    <a:pt x="430195" y="1270882"/>
                  </a:lnTo>
                  <a:lnTo>
                    <a:pt x="430183" y="1270857"/>
                  </a:lnTo>
                  <a:lnTo>
                    <a:pt x="430167" y="1270829"/>
                  </a:lnTo>
                  <a:lnTo>
                    <a:pt x="430153" y="1270809"/>
                  </a:lnTo>
                  <a:lnTo>
                    <a:pt x="430146" y="1270800"/>
                  </a:lnTo>
                  <a:lnTo>
                    <a:pt x="430139" y="1270795"/>
                  </a:lnTo>
                  <a:lnTo>
                    <a:pt x="430130" y="1270790"/>
                  </a:lnTo>
                  <a:lnTo>
                    <a:pt x="430121" y="1270789"/>
                  </a:lnTo>
                  <a:lnTo>
                    <a:pt x="430104" y="1270789"/>
                  </a:lnTo>
                  <a:lnTo>
                    <a:pt x="430095" y="1270789"/>
                  </a:lnTo>
                  <a:lnTo>
                    <a:pt x="430046" y="1270787"/>
                  </a:lnTo>
                  <a:lnTo>
                    <a:pt x="430026" y="1270789"/>
                  </a:lnTo>
                  <a:lnTo>
                    <a:pt x="430008" y="1270793"/>
                  </a:lnTo>
                  <a:lnTo>
                    <a:pt x="429986" y="1270800"/>
                  </a:lnTo>
                  <a:lnTo>
                    <a:pt x="429959" y="1270811"/>
                  </a:lnTo>
                  <a:lnTo>
                    <a:pt x="429949" y="1270813"/>
                  </a:lnTo>
                  <a:lnTo>
                    <a:pt x="429937" y="1270812"/>
                  </a:lnTo>
                  <a:lnTo>
                    <a:pt x="429928" y="1270809"/>
                  </a:lnTo>
                  <a:lnTo>
                    <a:pt x="429916" y="1270802"/>
                  </a:lnTo>
                  <a:lnTo>
                    <a:pt x="429906" y="1270793"/>
                  </a:lnTo>
                  <a:lnTo>
                    <a:pt x="429892" y="1270780"/>
                  </a:lnTo>
                  <a:lnTo>
                    <a:pt x="429880" y="1270767"/>
                  </a:lnTo>
                  <a:lnTo>
                    <a:pt x="429872" y="1270753"/>
                  </a:lnTo>
                  <a:lnTo>
                    <a:pt x="429864" y="1270742"/>
                  </a:lnTo>
                  <a:lnTo>
                    <a:pt x="429856" y="1270734"/>
                  </a:lnTo>
                  <a:lnTo>
                    <a:pt x="429846" y="1270728"/>
                  </a:lnTo>
                  <a:lnTo>
                    <a:pt x="429828" y="1270720"/>
                  </a:lnTo>
                  <a:lnTo>
                    <a:pt x="429819" y="1270713"/>
                  </a:lnTo>
                  <a:lnTo>
                    <a:pt x="429812" y="1270706"/>
                  </a:lnTo>
                  <a:lnTo>
                    <a:pt x="429805" y="1270696"/>
                  </a:lnTo>
                  <a:lnTo>
                    <a:pt x="429801" y="1270687"/>
                  </a:lnTo>
                  <a:lnTo>
                    <a:pt x="429796" y="1270672"/>
                  </a:lnTo>
                  <a:lnTo>
                    <a:pt x="429790" y="1270654"/>
                  </a:lnTo>
                  <a:lnTo>
                    <a:pt x="429785" y="1270646"/>
                  </a:lnTo>
                  <a:lnTo>
                    <a:pt x="429779" y="1270640"/>
                  </a:lnTo>
                  <a:lnTo>
                    <a:pt x="429768" y="1270632"/>
                  </a:lnTo>
                  <a:lnTo>
                    <a:pt x="429747" y="1270623"/>
                  </a:lnTo>
                  <a:lnTo>
                    <a:pt x="429728" y="1270617"/>
                  </a:lnTo>
                  <a:lnTo>
                    <a:pt x="429707" y="1270613"/>
                  </a:lnTo>
                  <a:lnTo>
                    <a:pt x="429689" y="1270610"/>
                  </a:lnTo>
                  <a:lnTo>
                    <a:pt x="429677" y="1270606"/>
                  </a:lnTo>
                  <a:lnTo>
                    <a:pt x="429659" y="1270601"/>
                  </a:lnTo>
                  <a:lnTo>
                    <a:pt x="429636" y="1270590"/>
                  </a:lnTo>
                  <a:lnTo>
                    <a:pt x="429622" y="1270582"/>
                  </a:lnTo>
                  <a:lnTo>
                    <a:pt x="429605" y="1270569"/>
                  </a:lnTo>
                  <a:lnTo>
                    <a:pt x="429591" y="1270559"/>
                  </a:lnTo>
                  <a:lnTo>
                    <a:pt x="429568" y="1270544"/>
                  </a:lnTo>
                  <a:lnTo>
                    <a:pt x="429552" y="1270533"/>
                  </a:lnTo>
                  <a:lnTo>
                    <a:pt x="429541" y="1270523"/>
                  </a:lnTo>
                  <a:lnTo>
                    <a:pt x="429532" y="1270509"/>
                  </a:lnTo>
                  <a:lnTo>
                    <a:pt x="429529" y="1270500"/>
                  </a:lnTo>
                  <a:lnTo>
                    <a:pt x="429528" y="1270480"/>
                  </a:lnTo>
                  <a:lnTo>
                    <a:pt x="429527" y="1270466"/>
                  </a:lnTo>
                  <a:lnTo>
                    <a:pt x="429525" y="1270456"/>
                  </a:lnTo>
                  <a:lnTo>
                    <a:pt x="429522" y="1270448"/>
                  </a:lnTo>
                  <a:lnTo>
                    <a:pt x="429517" y="1270438"/>
                  </a:lnTo>
                  <a:lnTo>
                    <a:pt x="429498" y="1270418"/>
                  </a:lnTo>
                  <a:lnTo>
                    <a:pt x="429487" y="1270403"/>
                  </a:lnTo>
                  <a:lnTo>
                    <a:pt x="429478" y="1270388"/>
                  </a:lnTo>
                  <a:lnTo>
                    <a:pt x="429474" y="1270377"/>
                  </a:lnTo>
                  <a:lnTo>
                    <a:pt x="429470" y="1270365"/>
                  </a:lnTo>
                  <a:lnTo>
                    <a:pt x="429468" y="1270353"/>
                  </a:lnTo>
                  <a:lnTo>
                    <a:pt x="429466" y="1270343"/>
                  </a:lnTo>
                  <a:lnTo>
                    <a:pt x="429463" y="1270336"/>
                  </a:lnTo>
                  <a:lnTo>
                    <a:pt x="429458" y="1270329"/>
                  </a:lnTo>
                  <a:lnTo>
                    <a:pt x="429453" y="1270324"/>
                  </a:lnTo>
                  <a:lnTo>
                    <a:pt x="429448" y="1270322"/>
                  </a:lnTo>
                  <a:lnTo>
                    <a:pt x="429431" y="1270320"/>
                  </a:lnTo>
                  <a:lnTo>
                    <a:pt x="429419" y="1270317"/>
                  </a:lnTo>
                  <a:lnTo>
                    <a:pt x="429408" y="1270313"/>
                  </a:lnTo>
                  <a:lnTo>
                    <a:pt x="429392" y="1270303"/>
                  </a:lnTo>
                  <a:lnTo>
                    <a:pt x="429365" y="1270284"/>
                  </a:lnTo>
                  <a:lnTo>
                    <a:pt x="429336" y="1270264"/>
                  </a:lnTo>
                  <a:lnTo>
                    <a:pt x="429319" y="1270249"/>
                  </a:lnTo>
                  <a:lnTo>
                    <a:pt x="429302" y="1270234"/>
                  </a:lnTo>
                  <a:lnTo>
                    <a:pt x="429297" y="1270227"/>
                  </a:lnTo>
                  <a:lnTo>
                    <a:pt x="429294" y="1270217"/>
                  </a:lnTo>
                  <a:lnTo>
                    <a:pt x="429291" y="1270195"/>
                  </a:lnTo>
                  <a:lnTo>
                    <a:pt x="429292" y="1270179"/>
                  </a:lnTo>
                  <a:lnTo>
                    <a:pt x="429293" y="1270167"/>
                  </a:lnTo>
                  <a:lnTo>
                    <a:pt x="429299" y="1270147"/>
                  </a:lnTo>
                  <a:lnTo>
                    <a:pt x="429303" y="1270132"/>
                  </a:lnTo>
                  <a:lnTo>
                    <a:pt x="429305" y="1270121"/>
                  </a:lnTo>
                  <a:lnTo>
                    <a:pt x="429306" y="1270112"/>
                  </a:lnTo>
                  <a:lnTo>
                    <a:pt x="429306" y="1270101"/>
                  </a:lnTo>
                  <a:lnTo>
                    <a:pt x="429305" y="1270087"/>
                  </a:lnTo>
                  <a:lnTo>
                    <a:pt x="429300" y="1270072"/>
                  </a:lnTo>
                  <a:lnTo>
                    <a:pt x="429298" y="1270064"/>
                  </a:lnTo>
                  <a:lnTo>
                    <a:pt x="429291" y="1270053"/>
                  </a:lnTo>
                  <a:lnTo>
                    <a:pt x="429285" y="1270042"/>
                  </a:lnTo>
                  <a:lnTo>
                    <a:pt x="429275" y="1270025"/>
                  </a:lnTo>
                  <a:lnTo>
                    <a:pt x="429274" y="1270016"/>
                  </a:lnTo>
                  <a:lnTo>
                    <a:pt x="429273" y="1270003"/>
                  </a:lnTo>
                  <a:lnTo>
                    <a:pt x="429269" y="1269976"/>
                  </a:lnTo>
                  <a:lnTo>
                    <a:pt x="429266" y="1269952"/>
                  </a:lnTo>
                  <a:lnTo>
                    <a:pt x="429263" y="1269937"/>
                  </a:lnTo>
                  <a:lnTo>
                    <a:pt x="429257" y="1269904"/>
                  </a:lnTo>
                  <a:lnTo>
                    <a:pt x="429253" y="1269885"/>
                  </a:lnTo>
                  <a:lnTo>
                    <a:pt x="429250" y="1269871"/>
                  </a:lnTo>
                  <a:lnTo>
                    <a:pt x="429246" y="1269857"/>
                  </a:lnTo>
                  <a:lnTo>
                    <a:pt x="429242" y="1269849"/>
                  </a:lnTo>
                  <a:lnTo>
                    <a:pt x="429237" y="1269841"/>
                  </a:lnTo>
                  <a:lnTo>
                    <a:pt x="429224" y="1269827"/>
                  </a:lnTo>
                  <a:lnTo>
                    <a:pt x="429208" y="1269808"/>
                  </a:lnTo>
                  <a:lnTo>
                    <a:pt x="429193" y="1269789"/>
                  </a:lnTo>
                  <a:lnTo>
                    <a:pt x="429180" y="1269768"/>
                  </a:lnTo>
                  <a:lnTo>
                    <a:pt x="429172" y="1269755"/>
                  </a:lnTo>
                  <a:lnTo>
                    <a:pt x="429166" y="1269739"/>
                  </a:lnTo>
                  <a:lnTo>
                    <a:pt x="429156" y="1269711"/>
                  </a:lnTo>
                  <a:lnTo>
                    <a:pt x="429146" y="1269687"/>
                  </a:lnTo>
                  <a:lnTo>
                    <a:pt x="429143" y="1269676"/>
                  </a:lnTo>
                  <a:lnTo>
                    <a:pt x="429142" y="1269666"/>
                  </a:lnTo>
                  <a:lnTo>
                    <a:pt x="429143" y="1269654"/>
                  </a:lnTo>
                  <a:lnTo>
                    <a:pt x="429146" y="1269640"/>
                  </a:lnTo>
                  <a:lnTo>
                    <a:pt x="429155" y="1269620"/>
                  </a:lnTo>
                  <a:lnTo>
                    <a:pt x="429163" y="1269602"/>
                  </a:lnTo>
                  <a:lnTo>
                    <a:pt x="429170" y="1269582"/>
                  </a:lnTo>
                  <a:lnTo>
                    <a:pt x="429174" y="1269562"/>
                  </a:lnTo>
                  <a:lnTo>
                    <a:pt x="429179" y="1269544"/>
                  </a:lnTo>
                  <a:lnTo>
                    <a:pt x="429188" y="1269517"/>
                  </a:lnTo>
                  <a:lnTo>
                    <a:pt x="429198" y="1269490"/>
                  </a:lnTo>
                  <a:lnTo>
                    <a:pt x="429204" y="1269468"/>
                  </a:lnTo>
                  <a:lnTo>
                    <a:pt x="429206" y="1269459"/>
                  </a:lnTo>
                  <a:lnTo>
                    <a:pt x="429204" y="1269453"/>
                  </a:lnTo>
                  <a:lnTo>
                    <a:pt x="429193" y="1269441"/>
                  </a:lnTo>
                  <a:lnTo>
                    <a:pt x="429179" y="1269427"/>
                  </a:lnTo>
                  <a:lnTo>
                    <a:pt x="429170" y="1269413"/>
                  </a:lnTo>
                  <a:lnTo>
                    <a:pt x="429155" y="1269386"/>
                  </a:lnTo>
                  <a:lnTo>
                    <a:pt x="429143" y="1269358"/>
                  </a:lnTo>
                  <a:lnTo>
                    <a:pt x="429135" y="1269343"/>
                  </a:lnTo>
                  <a:lnTo>
                    <a:pt x="429131" y="1269338"/>
                  </a:lnTo>
                  <a:lnTo>
                    <a:pt x="429121" y="1269327"/>
                  </a:lnTo>
                  <a:lnTo>
                    <a:pt x="429113" y="1269317"/>
                  </a:lnTo>
                  <a:lnTo>
                    <a:pt x="429108" y="1269306"/>
                  </a:lnTo>
                  <a:lnTo>
                    <a:pt x="429103" y="1269291"/>
                  </a:lnTo>
                  <a:lnTo>
                    <a:pt x="429100" y="1269269"/>
                  </a:lnTo>
                  <a:lnTo>
                    <a:pt x="429098" y="1269234"/>
                  </a:lnTo>
                  <a:lnTo>
                    <a:pt x="429096" y="1269200"/>
                  </a:lnTo>
                  <a:lnTo>
                    <a:pt x="429096" y="1269175"/>
                  </a:lnTo>
                  <a:lnTo>
                    <a:pt x="429098" y="1269148"/>
                  </a:lnTo>
                  <a:lnTo>
                    <a:pt x="429101" y="1269128"/>
                  </a:lnTo>
                  <a:lnTo>
                    <a:pt x="429105" y="1269110"/>
                  </a:lnTo>
                  <a:lnTo>
                    <a:pt x="429112" y="1269086"/>
                  </a:lnTo>
                  <a:lnTo>
                    <a:pt x="429118" y="1269069"/>
                  </a:lnTo>
                  <a:lnTo>
                    <a:pt x="429122" y="1269044"/>
                  </a:lnTo>
                  <a:lnTo>
                    <a:pt x="429125" y="1269023"/>
                  </a:lnTo>
                  <a:lnTo>
                    <a:pt x="429126" y="1268997"/>
                  </a:lnTo>
                  <a:lnTo>
                    <a:pt x="429125" y="1268987"/>
                  </a:lnTo>
                  <a:lnTo>
                    <a:pt x="429119" y="1268984"/>
                  </a:lnTo>
                  <a:lnTo>
                    <a:pt x="429106" y="1268982"/>
                  </a:lnTo>
                  <a:lnTo>
                    <a:pt x="429078" y="1268977"/>
                  </a:lnTo>
                  <a:lnTo>
                    <a:pt x="429055" y="1268974"/>
                  </a:lnTo>
                  <a:lnTo>
                    <a:pt x="429039" y="1268970"/>
                  </a:lnTo>
                  <a:lnTo>
                    <a:pt x="429023" y="1268964"/>
                  </a:lnTo>
                  <a:lnTo>
                    <a:pt x="429005" y="1268954"/>
                  </a:lnTo>
                  <a:lnTo>
                    <a:pt x="428976" y="1268936"/>
                  </a:lnTo>
                  <a:lnTo>
                    <a:pt x="428955" y="1268925"/>
                  </a:lnTo>
                  <a:lnTo>
                    <a:pt x="428925" y="1268911"/>
                  </a:lnTo>
                  <a:lnTo>
                    <a:pt x="428905" y="1268899"/>
                  </a:lnTo>
                  <a:lnTo>
                    <a:pt x="428895" y="1268892"/>
                  </a:lnTo>
                  <a:lnTo>
                    <a:pt x="428885" y="1268883"/>
                  </a:lnTo>
                  <a:lnTo>
                    <a:pt x="428878" y="1268875"/>
                  </a:lnTo>
                  <a:lnTo>
                    <a:pt x="428863" y="1268866"/>
                  </a:lnTo>
                  <a:lnTo>
                    <a:pt x="428849" y="1268859"/>
                  </a:lnTo>
                  <a:lnTo>
                    <a:pt x="428831" y="1268851"/>
                  </a:lnTo>
                  <a:lnTo>
                    <a:pt x="428810" y="1268844"/>
                  </a:lnTo>
                  <a:lnTo>
                    <a:pt x="428778" y="1268837"/>
                  </a:lnTo>
                  <a:lnTo>
                    <a:pt x="428748" y="1268829"/>
                  </a:lnTo>
                  <a:lnTo>
                    <a:pt x="428721" y="1268821"/>
                  </a:lnTo>
                  <a:lnTo>
                    <a:pt x="428686" y="1268808"/>
                  </a:lnTo>
                  <a:lnTo>
                    <a:pt x="428666" y="1268800"/>
                  </a:lnTo>
                  <a:lnTo>
                    <a:pt x="428647" y="1268791"/>
                  </a:lnTo>
                  <a:lnTo>
                    <a:pt x="428629" y="1268780"/>
                  </a:lnTo>
                  <a:lnTo>
                    <a:pt x="428611" y="1268769"/>
                  </a:lnTo>
                  <a:lnTo>
                    <a:pt x="428595" y="1268758"/>
                  </a:lnTo>
                  <a:lnTo>
                    <a:pt x="428577" y="1268744"/>
                  </a:lnTo>
                  <a:lnTo>
                    <a:pt x="428560" y="1268729"/>
                  </a:lnTo>
                  <a:lnTo>
                    <a:pt x="428543" y="1268709"/>
                  </a:lnTo>
                  <a:lnTo>
                    <a:pt x="428529" y="1268692"/>
                  </a:lnTo>
                  <a:lnTo>
                    <a:pt x="428517" y="1268675"/>
                  </a:lnTo>
                  <a:lnTo>
                    <a:pt x="428505" y="1268664"/>
                  </a:lnTo>
                  <a:lnTo>
                    <a:pt x="428504" y="1268657"/>
                  </a:lnTo>
                  <a:lnTo>
                    <a:pt x="428503" y="1268645"/>
                  </a:lnTo>
                  <a:lnTo>
                    <a:pt x="428504" y="1268630"/>
                  </a:lnTo>
                  <a:lnTo>
                    <a:pt x="428504" y="1268617"/>
                  </a:lnTo>
                  <a:lnTo>
                    <a:pt x="428501" y="1268600"/>
                  </a:lnTo>
                  <a:lnTo>
                    <a:pt x="428498" y="1268592"/>
                  </a:lnTo>
                  <a:lnTo>
                    <a:pt x="428487" y="1268575"/>
                  </a:lnTo>
                  <a:lnTo>
                    <a:pt x="428482" y="1268570"/>
                  </a:lnTo>
                  <a:lnTo>
                    <a:pt x="428475" y="1268566"/>
                  </a:lnTo>
                  <a:lnTo>
                    <a:pt x="428461" y="1268559"/>
                  </a:lnTo>
                  <a:lnTo>
                    <a:pt x="428441" y="1268552"/>
                  </a:lnTo>
                  <a:lnTo>
                    <a:pt x="428415" y="1268544"/>
                  </a:lnTo>
                  <a:lnTo>
                    <a:pt x="428387" y="1268536"/>
                  </a:lnTo>
                  <a:lnTo>
                    <a:pt x="428360" y="1268529"/>
                  </a:lnTo>
                  <a:lnTo>
                    <a:pt x="428320" y="1268521"/>
                  </a:lnTo>
                  <a:lnTo>
                    <a:pt x="428285" y="1268513"/>
                  </a:lnTo>
                  <a:lnTo>
                    <a:pt x="428255" y="1268505"/>
                  </a:lnTo>
                  <a:lnTo>
                    <a:pt x="428224" y="1268495"/>
                  </a:lnTo>
                  <a:lnTo>
                    <a:pt x="428203" y="1268489"/>
                  </a:lnTo>
                  <a:lnTo>
                    <a:pt x="428187" y="1268482"/>
                  </a:lnTo>
                  <a:lnTo>
                    <a:pt x="428171" y="1268473"/>
                  </a:lnTo>
                  <a:lnTo>
                    <a:pt x="428148" y="1268458"/>
                  </a:lnTo>
                  <a:lnTo>
                    <a:pt x="428122" y="1268440"/>
                  </a:lnTo>
                  <a:lnTo>
                    <a:pt x="428091" y="1268417"/>
                  </a:lnTo>
                  <a:lnTo>
                    <a:pt x="428066" y="1268399"/>
                  </a:lnTo>
                  <a:lnTo>
                    <a:pt x="428038" y="1268382"/>
                  </a:lnTo>
                  <a:lnTo>
                    <a:pt x="428020" y="1268371"/>
                  </a:lnTo>
                  <a:lnTo>
                    <a:pt x="427985" y="1268347"/>
                  </a:lnTo>
                  <a:lnTo>
                    <a:pt x="427967" y="1268341"/>
                  </a:lnTo>
                  <a:lnTo>
                    <a:pt x="427949" y="1268337"/>
                  </a:lnTo>
                  <a:lnTo>
                    <a:pt x="427929" y="1268330"/>
                  </a:lnTo>
                  <a:lnTo>
                    <a:pt x="427914" y="1268325"/>
                  </a:lnTo>
                  <a:lnTo>
                    <a:pt x="427887" y="1268316"/>
                  </a:lnTo>
                  <a:lnTo>
                    <a:pt x="427866" y="1268308"/>
                  </a:lnTo>
                  <a:lnTo>
                    <a:pt x="427859" y="1268304"/>
                  </a:lnTo>
                  <a:lnTo>
                    <a:pt x="427841" y="1268293"/>
                  </a:lnTo>
                  <a:lnTo>
                    <a:pt x="427824" y="1268280"/>
                  </a:lnTo>
                  <a:lnTo>
                    <a:pt x="427806" y="1268263"/>
                  </a:lnTo>
                  <a:lnTo>
                    <a:pt x="427788" y="1268246"/>
                  </a:lnTo>
                  <a:lnTo>
                    <a:pt x="427767" y="1268227"/>
                  </a:lnTo>
                  <a:lnTo>
                    <a:pt x="427745" y="1268207"/>
                  </a:lnTo>
                  <a:lnTo>
                    <a:pt x="427729" y="1268191"/>
                  </a:lnTo>
                  <a:lnTo>
                    <a:pt x="427711" y="1268178"/>
                  </a:lnTo>
                  <a:lnTo>
                    <a:pt x="427686" y="1268164"/>
                  </a:lnTo>
                  <a:lnTo>
                    <a:pt x="427660" y="1268153"/>
                  </a:lnTo>
                  <a:lnTo>
                    <a:pt x="427638" y="1268144"/>
                  </a:lnTo>
                  <a:lnTo>
                    <a:pt x="427618" y="1268140"/>
                  </a:lnTo>
                  <a:lnTo>
                    <a:pt x="427597" y="1268139"/>
                  </a:lnTo>
                  <a:lnTo>
                    <a:pt x="427570" y="1268141"/>
                  </a:lnTo>
                  <a:lnTo>
                    <a:pt x="427552" y="1268143"/>
                  </a:lnTo>
                  <a:lnTo>
                    <a:pt x="427539" y="1268147"/>
                  </a:lnTo>
                  <a:lnTo>
                    <a:pt x="427527" y="1268154"/>
                  </a:lnTo>
                  <a:lnTo>
                    <a:pt x="427507" y="1268170"/>
                  </a:lnTo>
                  <a:lnTo>
                    <a:pt x="427494" y="1268182"/>
                  </a:lnTo>
                  <a:lnTo>
                    <a:pt x="427477" y="1268202"/>
                  </a:lnTo>
                  <a:lnTo>
                    <a:pt x="427461" y="1268226"/>
                  </a:lnTo>
                  <a:lnTo>
                    <a:pt x="427439" y="1268257"/>
                  </a:lnTo>
                  <a:lnTo>
                    <a:pt x="427422" y="1268280"/>
                  </a:lnTo>
                  <a:lnTo>
                    <a:pt x="427403" y="1268304"/>
                  </a:lnTo>
                  <a:lnTo>
                    <a:pt x="427383" y="1268331"/>
                  </a:lnTo>
                  <a:lnTo>
                    <a:pt x="427370" y="1268355"/>
                  </a:lnTo>
                  <a:lnTo>
                    <a:pt x="427358" y="1268384"/>
                  </a:lnTo>
                  <a:lnTo>
                    <a:pt x="427344" y="1268409"/>
                  </a:lnTo>
                  <a:lnTo>
                    <a:pt x="427327" y="1268440"/>
                  </a:lnTo>
                  <a:lnTo>
                    <a:pt x="427314" y="1268464"/>
                  </a:lnTo>
                  <a:lnTo>
                    <a:pt x="427302" y="1268488"/>
                  </a:lnTo>
                  <a:lnTo>
                    <a:pt x="427291" y="1268514"/>
                  </a:lnTo>
                  <a:lnTo>
                    <a:pt x="427278" y="1268539"/>
                  </a:lnTo>
                  <a:lnTo>
                    <a:pt x="427263" y="1268568"/>
                  </a:lnTo>
                  <a:lnTo>
                    <a:pt x="427254" y="1268589"/>
                  </a:lnTo>
                  <a:lnTo>
                    <a:pt x="427250" y="1268606"/>
                  </a:lnTo>
                  <a:lnTo>
                    <a:pt x="427245" y="1268630"/>
                  </a:lnTo>
                  <a:lnTo>
                    <a:pt x="427242" y="1268642"/>
                  </a:lnTo>
                  <a:lnTo>
                    <a:pt x="427238" y="1268646"/>
                  </a:lnTo>
                  <a:lnTo>
                    <a:pt x="427223" y="1268651"/>
                  </a:lnTo>
                  <a:lnTo>
                    <a:pt x="427198" y="1268659"/>
                  </a:lnTo>
                  <a:lnTo>
                    <a:pt x="427191" y="1268664"/>
                  </a:lnTo>
                  <a:lnTo>
                    <a:pt x="427184" y="1268671"/>
                  </a:lnTo>
                  <a:lnTo>
                    <a:pt x="427174" y="1268684"/>
                  </a:lnTo>
                  <a:lnTo>
                    <a:pt x="427166" y="1268700"/>
                  </a:lnTo>
                  <a:lnTo>
                    <a:pt x="427159" y="1268720"/>
                  </a:lnTo>
                  <a:lnTo>
                    <a:pt x="427153" y="1268742"/>
                  </a:lnTo>
                  <a:lnTo>
                    <a:pt x="427151" y="1268750"/>
                  </a:lnTo>
                  <a:lnTo>
                    <a:pt x="427146" y="1268759"/>
                  </a:lnTo>
                  <a:lnTo>
                    <a:pt x="427134" y="1268777"/>
                  </a:lnTo>
                  <a:lnTo>
                    <a:pt x="427111" y="1268802"/>
                  </a:lnTo>
                  <a:lnTo>
                    <a:pt x="427100" y="1268815"/>
                  </a:lnTo>
                  <a:lnTo>
                    <a:pt x="427094" y="1268824"/>
                  </a:lnTo>
                  <a:lnTo>
                    <a:pt x="427085" y="1268847"/>
                  </a:lnTo>
                  <a:lnTo>
                    <a:pt x="427074" y="1268875"/>
                  </a:lnTo>
                  <a:lnTo>
                    <a:pt x="427069" y="1268893"/>
                  </a:lnTo>
                  <a:lnTo>
                    <a:pt x="427064" y="1268913"/>
                  </a:lnTo>
                  <a:lnTo>
                    <a:pt x="427061" y="1268921"/>
                  </a:lnTo>
                  <a:lnTo>
                    <a:pt x="427057" y="1268927"/>
                  </a:lnTo>
                  <a:lnTo>
                    <a:pt x="427051" y="1268932"/>
                  </a:lnTo>
                  <a:lnTo>
                    <a:pt x="427038" y="1268941"/>
                  </a:lnTo>
                  <a:lnTo>
                    <a:pt x="427018" y="1268953"/>
                  </a:lnTo>
                  <a:lnTo>
                    <a:pt x="426996" y="1268963"/>
                  </a:lnTo>
                  <a:lnTo>
                    <a:pt x="426951" y="1268987"/>
                  </a:lnTo>
                  <a:lnTo>
                    <a:pt x="426944" y="1268992"/>
                  </a:lnTo>
                  <a:lnTo>
                    <a:pt x="426934" y="1269002"/>
                  </a:lnTo>
                  <a:lnTo>
                    <a:pt x="426926" y="1269013"/>
                  </a:lnTo>
                  <a:lnTo>
                    <a:pt x="426920" y="1269027"/>
                  </a:lnTo>
                  <a:lnTo>
                    <a:pt x="426912" y="1269047"/>
                  </a:lnTo>
                  <a:lnTo>
                    <a:pt x="426903" y="1269063"/>
                  </a:lnTo>
                  <a:lnTo>
                    <a:pt x="426895" y="1269077"/>
                  </a:lnTo>
                  <a:lnTo>
                    <a:pt x="426884" y="1269091"/>
                  </a:lnTo>
                  <a:lnTo>
                    <a:pt x="426870" y="1269109"/>
                  </a:lnTo>
                  <a:lnTo>
                    <a:pt x="426859" y="1269122"/>
                  </a:lnTo>
                  <a:lnTo>
                    <a:pt x="426844" y="1269138"/>
                  </a:lnTo>
                  <a:lnTo>
                    <a:pt x="426832" y="1269152"/>
                  </a:lnTo>
                  <a:lnTo>
                    <a:pt x="426825" y="1269158"/>
                  </a:lnTo>
                  <a:lnTo>
                    <a:pt x="426807" y="1269173"/>
                  </a:lnTo>
                  <a:lnTo>
                    <a:pt x="426782" y="1269190"/>
                  </a:lnTo>
                  <a:lnTo>
                    <a:pt x="426769" y="1269199"/>
                  </a:lnTo>
                  <a:lnTo>
                    <a:pt x="426740" y="1269216"/>
                  </a:lnTo>
                  <a:lnTo>
                    <a:pt x="426720" y="1269227"/>
                  </a:lnTo>
                  <a:lnTo>
                    <a:pt x="426692" y="1269244"/>
                  </a:lnTo>
                  <a:lnTo>
                    <a:pt x="426671" y="1269259"/>
                  </a:lnTo>
                  <a:lnTo>
                    <a:pt x="426646" y="1269278"/>
                  </a:lnTo>
                  <a:lnTo>
                    <a:pt x="426632" y="1269290"/>
                  </a:lnTo>
                  <a:lnTo>
                    <a:pt x="426622" y="1269296"/>
                  </a:lnTo>
                  <a:lnTo>
                    <a:pt x="426609" y="1269303"/>
                  </a:lnTo>
                  <a:lnTo>
                    <a:pt x="426587" y="1269315"/>
                  </a:lnTo>
                  <a:lnTo>
                    <a:pt x="426561" y="1269328"/>
                  </a:lnTo>
                  <a:lnTo>
                    <a:pt x="426538" y="1269337"/>
                  </a:lnTo>
                  <a:lnTo>
                    <a:pt x="426512" y="1269345"/>
                  </a:lnTo>
                  <a:lnTo>
                    <a:pt x="426479" y="1269354"/>
                  </a:lnTo>
                  <a:lnTo>
                    <a:pt x="426444" y="1269364"/>
                  </a:lnTo>
                  <a:lnTo>
                    <a:pt x="426420" y="1269370"/>
                  </a:lnTo>
                  <a:lnTo>
                    <a:pt x="426397" y="1269374"/>
                  </a:lnTo>
                  <a:lnTo>
                    <a:pt x="426369" y="1269378"/>
                  </a:lnTo>
                  <a:lnTo>
                    <a:pt x="426342" y="1269385"/>
                  </a:lnTo>
                  <a:lnTo>
                    <a:pt x="426314" y="1269393"/>
                  </a:lnTo>
                  <a:lnTo>
                    <a:pt x="426297" y="1269399"/>
                  </a:lnTo>
                  <a:lnTo>
                    <a:pt x="426286" y="1269406"/>
                  </a:lnTo>
                  <a:lnTo>
                    <a:pt x="426277" y="1269412"/>
                  </a:lnTo>
                  <a:lnTo>
                    <a:pt x="426266" y="1269421"/>
                  </a:lnTo>
                  <a:lnTo>
                    <a:pt x="426258" y="1269428"/>
                  </a:lnTo>
                  <a:lnTo>
                    <a:pt x="426242" y="1269437"/>
                  </a:lnTo>
                  <a:lnTo>
                    <a:pt x="426225" y="1269445"/>
                  </a:lnTo>
                  <a:lnTo>
                    <a:pt x="426187" y="1269463"/>
                  </a:lnTo>
                  <a:lnTo>
                    <a:pt x="426169" y="1269470"/>
                  </a:lnTo>
                  <a:lnTo>
                    <a:pt x="426143" y="1269478"/>
                  </a:lnTo>
                  <a:lnTo>
                    <a:pt x="426135" y="1269482"/>
                  </a:lnTo>
                  <a:lnTo>
                    <a:pt x="426127" y="1269486"/>
                  </a:lnTo>
                  <a:lnTo>
                    <a:pt x="426122" y="1269489"/>
                  </a:lnTo>
                  <a:lnTo>
                    <a:pt x="426115" y="1269492"/>
                  </a:lnTo>
                  <a:lnTo>
                    <a:pt x="426106" y="1269494"/>
                  </a:lnTo>
                  <a:lnTo>
                    <a:pt x="426090" y="1269493"/>
                  </a:lnTo>
                  <a:lnTo>
                    <a:pt x="426069" y="1269492"/>
                  </a:lnTo>
                  <a:lnTo>
                    <a:pt x="426054" y="1269490"/>
                  </a:lnTo>
                  <a:lnTo>
                    <a:pt x="426043" y="1269487"/>
                  </a:lnTo>
                  <a:lnTo>
                    <a:pt x="426034" y="1269483"/>
                  </a:lnTo>
                  <a:lnTo>
                    <a:pt x="426025" y="1269479"/>
                  </a:lnTo>
                  <a:lnTo>
                    <a:pt x="426020" y="1269474"/>
                  </a:lnTo>
                  <a:lnTo>
                    <a:pt x="426016" y="1269469"/>
                  </a:lnTo>
                  <a:lnTo>
                    <a:pt x="426013" y="1269463"/>
                  </a:lnTo>
                  <a:lnTo>
                    <a:pt x="426009" y="1269454"/>
                  </a:lnTo>
                  <a:lnTo>
                    <a:pt x="426006" y="1269440"/>
                  </a:lnTo>
                  <a:lnTo>
                    <a:pt x="426001" y="1269421"/>
                  </a:lnTo>
                  <a:lnTo>
                    <a:pt x="425996" y="1269405"/>
                  </a:lnTo>
                  <a:lnTo>
                    <a:pt x="425994" y="1269400"/>
                  </a:lnTo>
                  <a:lnTo>
                    <a:pt x="425991" y="1269390"/>
                  </a:lnTo>
                  <a:lnTo>
                    <a:pt x="425986" y="1269377"/>
                  </a:lnTo>
                  <a:lnTo>
                    <a:pt x="425981" y="1269370"/>
                  </a:lnTo>
                  <a:lnTo>
                    <a:pt x="425969" y="1269356"/>
                  </a:lnTo>
                  <a:lnTo>
                    <a:pt x="425959" y="1269341"/>
                  </a:lnTo>
                  <a:lnTo>
                    <a:pt x="425951" y="1269329"/>
                  </a:lnTo>
                  <a:lnTo>
                    <a:pt x="425943" y="1269318"/>
                  </a:lnTo>
                  <a:lnTo>
                    <a:pt x="425931" y="1269305"/>
                  </a:lnTo>
                  <a:lnTo>
                    <a:pt x="425918" y="1269290"/>
                  </a:lnTo>
                  <a:lnTo>
                    <a:pt x="425907" y="1269277"/>
                  </a:lnTo>
                  <a:lnTo>
                    <a:pt x="425891" y="1269256"/>
                  </a:lnTo>
                  <a:lnTo>
                    <a:pt x="425881" y="1269242"/>
                  </a:lnTo>
                  <a:lnTo>
                    <a:pt x="425870" y="1269229"/>
                  </a:lnTo>
                  <a:lnTo>
                    <a:pt x="425862" y="1269222"/>
                  </a:lnTo>
                  <a:lnTo>
                    <a:pt x="425857" y="1269217"/>
                  </a:lnTo>
                  <a:lnTo>
                    <a:pt x="425846" y="1269208"/>
                  </a:lnTo>
                  <a:lnTo>
                    <a:pt x="425838" y="1269204"/>
                  </a:lnTo>
                  <a:lnTo>
                    <a:pt x="425828" y="1269200"/>
                  </a:lnTo>
                  <a:lnTo>
                    <a:pt x="425817" y="1269198"/>
                  </a:lnTo>
                  <a:lnTo>
                    <a:pt x="425806" y="1269197"/>
                  </a:lnTo>
                  <a:lnTo>
                    <a:pt x="425796" y="1269196"/>
                  </a:lnTo>
                  <a:lnTo>
                    <a:pt x="425774" y="1269194"/>
                  </a:lnTo>
                  <a:lnTo>
                    <a:pt x="425756" y="1269192"/>
                  </a:lnTo>
                  <a:lnTo>
                    <a:pt x="425738" y="1269188"/>
                  </a:lnTo>
                  <a:lnTo>
                    <a:pt x="425726" y="1269185"/>
                  </a:lnTo>
                  <a:lnTo>
                    <a:pt x="425714" y="1269180"/>
                  </a:lnTo>
                  <a:lnTo>
                    <a:pt x="425702" y="1269173"/>
                  </a:lnTo>
                  <a:lnTo>
                    <a:pt x="425683" y="1269160"/>
                  </a:lnTo>
                  <a:lnTo>
                    <a:pt x="425675" y="1269156"/>
                  </a:lnTo>
                  <a:lnTo>
                    <a:pt x="425663" y="1269150"/>
                  </a:lnTo>
                  <a:lnTo>
                    <a:pt x="425654" y="1269148"/>
                  </a:lnTo>
                  <a:lnTo>
                    <a:pt x="425648" y="1269146"/>
                  </a:lnTo>
                  <a:lnTo>
                    <a:pt x="425628" y="1269140"/>
                  </a:lnTo>
                  <a:lnTo>
                    <a:pt x="425620" y="1269137"/>
                  </a:lnTo>
                  <a:lnTo>
                    <a:pt x="425608" y="1269131"/>
                  </a:lnTo>
                  <a:lnTo>
                    <a:pt x="425602" y="1269125"/>
                  </a:lnTo>
                  <a:lnTo>
                    <a:pt x="425589" y="1269115"/>
                  </a:lnTo>
                  <a:lnTo>
                    <a:pt x="425581" y="1269106"/>
                  </a:lnTo>
                  <a:lnTo>
                    <a:pt x="425572" y="1269094"/>
                  </a:lnTo>
                  <a:lnTo>
                    <a:pt x="425565" y="1269084"/>
                  </a:lnTo>
                  <a:lnTo>
                    <a:pt x="425560" y="1269076"/>
                  </a:lnTo>
                  <a:lnTo>
                    <a:pt x="425554" y="1269063"/>
                  </a:lnTo>
                  <a:lnTo>
                    <a:pt x="425549" y="1269047"/>
                  </a:lnTo>
                  <a:lnTo>
                    <a:pt x="425544" y="1269033"/>
                  </a:lnTo>
                  <a:lnTo>
                    <a:pt x="425539" y="1269020"/>
                  </a:lnTo>
                  <a:lnTo>
                    <a:pt x="425534" y="1269005"/>
                  </a:lnTo>
                  <a:lnTo>
                    <a:pt x="425530" y="1268994"/>
                  </a:lnTo>
                  <a:lnTo>
                    <a:pt x="425525" y="1268984"/>
                  </a:lnTo>
                  <a:lnTo>
                    <a:pt x="425514" y="1268966"/>
                  </a:lnTo>
                  <a:lnTo>
                    <a:pt x="425503" y="1268949"/>
                  </a:lnTo>
                  <a:lnTo>
                    <a:pt x="425499" y="1268941"/>
                  </a:lnTo>
                  <a:lnTo>
                    <a:pt x="425489" y="1268926"/>
                  </a:lnTo>
                  <a:lnTo>
                    <a:pt x="425483" y="1268917"/>
                  </a:lnTo>
                  <a:lnTo>
                    <a:pt x="425476" y="1268908"/>
                  </a:lnTo>
                  <a:lnTo>
                    <a:pt x="425468" y="1268899"/>
                  </a:lnTo>
                  <a:lnTo>
                    <a:pt x="425459" y="1268890"/>
                  </a:lnTo>
                  <a:lnTo>
                    <a:pt x="425451" y="1268884"/>
                  </a:lnTo>
                  <a:lnTo>
                    <a:pt x="425433" y="1268874"/>
                  </a:lnTo>
                  <a:lnTo>
                    <a:pt x="425416" y="1268865"/>
                  </a:lnTo>
                  <a:lnTo>
                    <a:pt x="425398" y="1268856"/>
                  </a:lnTo>
                  <a:lnTo>
                    <a:pt x="425392" y="1268853"/>
                  </a:lnTo>
                  <a:lnTo>
                    <a:pt x="425378" y="1268845"/>
                  </a:lnTo>
                  <a:lnTo>
                    <a:pt x="425359" y="1268835"/>
                  </a:lnTo>
                  <a:lnTo>
                    <a:pt x="425335" y="1268823"/>
                  </a:lnTo>
                  <a:lnTo>
                    <a:pt x="425324" y="1268817"/>
                  </a:lnTo>
                  <a:lnTo>
                    <a:pt x="425310" y="1268811"/>
                  </a:lnTo>
                  <a:lnTo>
                    <a:pt x="425301" y="1268807"/>
                  </a:lnTo>
                  <a:lnTo>
                    <a:pt x="425282" y="1268805"/>
                  </a:lnTo>
                  <a:lnTo>
                    <a:pt x="425269" y="1268803"/>
                  </a:lnTo>
                  <a:lnTo>
                    <a:pt x="425259" y="1268800"/>
                  </a:lnTo>
                  <a:lnTo>
                    <a:pt x="425247" y="1268796"/>
                  </a:lnTo>
                  <a:lnTo>
                    <a:pt x="425233" y="1268790"/>
                  </a:lnTo>
                  <a:lnTo>
                    <a:pt x="425221" y="1268783"/>
                  </a:lnTo>
                  <a:lnTo>
                    <a:pt x="425212" y="1268778"/>
                  </a:lnTo>
                  <a:lnTo>
                    <a:pt x="425204" y="1268772"/>
                  </a:lnTo>
                  <a:lnTo>
                    <a:pt x="425191" y="1268759"/>
                  </a:lnTo>
                  <a:lnTo>
                    <a:pt x="425176" y="1268747"/>
                  </a:lnTo>
                  <a:lnTo>
                    <a:pt x="425167" y="1268738"/>
                  </a:lnTo>
                  <a:lnTo>
                    <a:pt x="425164" y="1268734"/>
                  </a:lnTo>
                  <a:lnTo>
                    <a:pt x="425157" y="1268726"/>
                  </a:lnTo>
                  <a:lnTo>
                    <a:pt x="425151" y="1268718"/>
                  </a:lnTo>
                  <a:lnTo>
                    <a:pt x="425146" y="1268708"/>
                  </a:lnTo>
                  <a:lnTo>
                    <a:pt x="425143" y="1268699"/>
                  </a:lnTo>
                  <a:lnTo>
                    <a:pt x="425143" y="1268688"/>
                  </a:lnTo>
                  <a:lnTo>
                    <a:pt x="425142" y="1268669"/>
                  </a:lnTo>
                  <a:lnTo>
                    <a:pt x="425141" y="1268661"/>
                  </a:lnTo>
                  <a:lnTo>
                    <a:pt x="425138" y="1268655"/>
                  </a:lnTo>
                  <a:lnTo>
                    <a:pt x="425132" y="1268647"/>
                  </a:lnTo>
                  <a:lnTo>
                    <a:pt x="425123" y="1268640"/>
                  </a:lnTo>
                  <a:lnTo>
                    <a:pt x="425110" y="1268632"/>
                  </a:lnTo>
                  <a:lnTo>
                    <a:pt x="425095" y="1268624"/>
                  </a:lnTo>
                  <a:lnTo>
                    <a:pt x="425080" y="1268617"/>
                  </a:lnTo>
                  <a:lnTo>
                    <a:pt x="425060" y="1268608"/>
                  </a:lnTo>
                  <a:lnTo>
                    <a:pt x="425043" y="1268599"/>
                  </a:lnTo>
                  <a:lnTo>
                    <a:pt x="425023" y="1268589"/>
                  </a:lnTo>
                  <a:lnTo>
                    <a:pt x="425009" y="1268582"/>
                  </a:lnTo>
                  <a:lnTo>
                    <a:pt x="425001" y="1268576"/>
                  </a:lnTo>
                  <a:lnTo>
                    <a:pt x="424995" y="1268571"/>
                  </a:lnTo>
                  <a:lnTo>
                    <a:pt x="424987" y="1268562"/>
                  </a:lnTo>
                  <a:lnTo>
                    <a:pt x="424977" y="1268548"/>
                  </a:lnTo>
                  <a:lnTo>
                    <a:pt x="424965" y="1268533"/>
                  </a:lnTo>
                  <a:lnTo>
                    <a:pt x="424948" y="1268516"/>
                  </a:lnTo>
                  <a:lnTo>
                    <a:pt x="424926" y="1268499"/>
                  </a:lnTo>
                  <a:lnTo>
                    <a:pt x="424912" y="1268486"/>
                  </a:lnTo>
                  <a:lnTo>
                    <a:pt x="424904" y="1268478"/>
                  </a:lnTo>
                  <a:lnTo>
                    <a:pt x="424899" y="1268470"/>
                  </a:lnTo>
                  <a:lnTo>
                    <a:pt x="424896" y="1268464"/>
                  </a:lnTo>
                  <a:lnTo>
                    <a:pt x="424895" y="1268458"/>
                  </a:lnTo>
                  <a:lnTo>
                    <a:pt x="424897" y="1268452"/>
                  </a:lnTo>
                  <a:lnTo>
                    <a:pt x="424902" y="1268444"/>
                  </a:lnTo>
                  <a:lnTo>
                    <a:pt x="424913" y="1268430"/>
                  </a:lnTo>
                  <a:lnTo>
                    <a:pt x="424924" y="1268416"/>
                  </a:lnTo>
                  <a:lnTo>
                    <a:pt x="424937" y="1268400"/>
                  </a:lnTo>
                  <a:lnTo>
                    <a:pt x="424951" y="1268385"/>
                  </a:lnTo>
                  <a:lnTo>
                    <a:pt x="424963" y="1268373"/>
                  </a:lnTo>
                  <a:lnTo>
                    <a:pt x="424975" y="1268362"/>
                  </a:lnTo>
                  <a:lnTo>
                    <a:pt x="424994" y="1268346"/>
                  </a:lnTo>
                  <a:lnTo>
                    <a:pt x="425007" y="1268334"/>
                  </a:lnTo>
                  <a:lnTo>
                    <a:pt x="425021" y="1268323"/>
                  </a:lnTo>
                  <a:lnTo>
                    <a:pt x="425034" y="1268312"/>
                  </a:lnTo>
                  <a:lnTo>
                    <a:pt x="425043" y="1268304"/>
                  </a:lnTo>
                  <a:lnTo>
                    <a:pt x="425050" y="1268297"/>
                  </a:lnTo>
                  <a:lnTo>
                    <a:pt x="425057" y="1268289"/>
                  </a:lnTo>
                  <a:lnTo>
                    <a:pt x="425060" y="1268283"/>
                  </a:lnTo>
                  <a:lnTo>
                    <a:pt x="425063" y="1268276"/>
                  </a:lnTo>
                  <a:lnTo>
                    <a:pt x="425067" y="1268259"/>
                  </a:lnTo>
                  <a:lnTo>
                    <a:pt x="425071" y="1268241"/>
                  </a:lnTo>
                  <a:lnTo>
                    <a:pt x="425073" y="1268229"/>
                  </a:lnTo>
                  <a:lnTo>
                    <a:pt x="425073" y="1268218"/>
                  </a:lnTo>
                  <a:lnTo>
                    <a:pt x="425072" y="1268203"/>
                  </a:lnTo>
                  <a:lnTo>
                    <a:pt x="425070" y="1268186"/>
                  </a:lnTo>
                  <a:lnTo>
                    <a:pt x="425068" y="1268173"/>
                  </a:lnTo>
                  <a:lnTo>
                    <a:pt x="425065" y="1268159"/>
                  </a:lnTo>
                  <a:lnTo>
                    <a:pt x="425060" y="1268144"/>
                  </a:lnTo>
                  <a:lnTo>
                    <a:pt x="425055" y="1268127"/>
                  </a:lnTo>
                  <a:lnTo>
                    <a:pt x="425048" y="1268110"/>
                  </a:lnTo>
                  <a:lnTo>
                    <a:pt x="425039" y="1268092"/>
                  </a:lnTo>
                  <a:lnTo>
                    <a:pt x="425031" y="1268076"/>
                  </a:lnTo>
                  <a:lnTo>
                    <a:pt x="425020" y="1268054"/>
                  </a:lnTo>
                  <a:lnTo>
                    <a:pt x="425012" y="1268040"/>
                  </a:lnTo>
                  <a:lnTo>
                    <a:pt x="425004" y="1268027"/>
                  </a:lnTo>
                  <a:lnTo>
                    <a:pt x="424999" y="1268020"/>
                  </a:lnTo>
                  <a:lnTo>
                    <a:pt x="424995" y="1268016"/>
                  </a:lnTo>
                  <a:lnTo>
                    <a:pt x="424988" y="1268008"/>
                  </a:lnTo>
                  <a:lnTo>
                    <a:pt x="424975" y="1267996"/>
                  </a:lnTo>
                  <a:lnTo>
                    <a:pt x="424961" y="1267983"/>
                  </a:lnTo>
                  <a:lnTo>
                    <a:pt x="424949" y="1267973"/>
                  </a:lnTo>
                  <a:lnTo>
                    <a:pt x="424931" y="1267962"/>
                  </a:lnTo>
                  <a:lnTo>
                    <a:pt x="424924" y="1267957"/>
                  </a:lnTo>
                  <a:lnTo>
                    <a:pt x="424913" y="1267950"/>
                  </a:lnTo>
                  <a:lnTo>
                    <a:pt x="424892" y="1267937"/>
                  </a:lnTo>
                  <a:lnTo>
                    <a:pt x="424877" y="1267928"/>
                  </a:lnTo>
                  <a:lnTo>
                    <a:pt x="424850" y="1267917"/>
                  </a:lnTo>
                  <a:lnTo>
                    <a:pt x="424817" y="1267906"/>
                  </a:lnTo>
                  <a:lnTo>
                    <a:pt x="424788" y="1267896"/>
                  </a:lnTo>
                  <a:lnTo>
                    <a:pt x="424759" y="1267888"/>
                  </a:lnTo>
                  <a:lnTo>
                    <a:pt x="424737" y="1267883"/>
                  </a:lnTo>
                  <a:lnTo>
                    <a:pt x="424730" y="1267881"/>
                  </a:lnTo>
                  <a:lnTo>
                    <a:pt x="424705" y="1267875"/>
                  </a:lnTo>
                  <a:lnTo>
                    <a:pt x="424689" y="1267871"/>
                  </a:lnTo>
                  <a:lnTo>
                    <a:pt x="424675" y="1267867"/>
                  </a:lnTo>
                  <a:lnTo>
                    <a:pt x="424657" y="1267860"/>
                  </a:lnTo>
                  <a:lnTo>
                    <a:pt x="424652" y="1267857"/>
                  </a:lnTo>
                  <a:lnTo>
                    <a:pt x="424646" y="1267854"/>
                  </a:lnTo>
                  <a:lnTo>
                    <a:pt x="424632" y="1267845"/>
                  </a:lnTo>
                  <a:lnTo>
                    <a:pt x="424616" y="1267834"/>
                  </a:lnTo>
                  <a:lnTo>
                    <a:pt x="424591" y="1267816"/>
                  </a:lnTo>
                  <a:lnTo>
                    <a:pt x="424578" y="1267807"/>
                  </a:lnTo>
                  <a:lnTo>
                    <a:pt x="424565" y="1267798"/>
                  </a:lnTo>
                  <a:lnTo>
                    <a:pt x="424538" y="1267778"/>
                  </a:lnTo>
                  <a:lnTo>
                    <a:pt x="424529" y="1267772"/>
                  </a:lnTo>
                  <a:lnTo>
                    <a:pt x="424525" y="1267769"/>
                  </a:lnTo>
                  <a:lnTo>
                    <a:pt x="424514" y="1267761"/>
                  </a:lnTo>
                  <a:lnTo>
                    <a:pt x="424491" y="1267743"/>
                  </a:lnTo>
                  <a:lnTo>
                    <a:pt x="424487" y="1267740"/>
                  </a:lnTo>
                  <a:lnTo>
                    <a:pt x="424472" y="1267727"/>
                  </a:lnTo>
                  <a:lnTo>
                    <a:pt x="424457" y="1267714"/>
                  </a:lnTo>
                  <a:lnTo>
                    <a:pt x="424447" y="1267703"/>
                  </a:lnTo>
                  <a:lnTo>
                    <a:pt x="424437" y="1267689"/>
                  </a:lnTo>
                  <a:lnTo>
                    <a:pt x="424429" y="1267675"/>
                  </a:lnTo>
                  <a:lnTo>
                    <a:pt x="424422" y="1267661"/>
                  </a:lnTo>
                  <a:lnTo>
                    <a:pt x="424414" y="1267640"/>
                  </a:lnTo>
                  <a:lnTo>
                    <a:pt x="424404" y="1267613"/>
                  </a:lnTo>
                  <a:lnTo>
                    <a:pt x="424400" y="1267599"/>
                  </a:lnTo>
                  <a:lnTo>
                    <a:pt x="424398" y="1267584"/>
                  </a:lnTo>
                  <a:lnTo>
                    <a:pt x="424397" y="1267562"/>
                  </a:lnTo>
                  <a:lnTo>
                    <a:pt x="424391" y="1267562"/>
                  </a:lnTo>
                  <a:lnTo>
                    <a:pt x="424384" y="1267566"/>
                  </a:lnTo>
                  <a:lnTo>
                    <a:pt x="424367" y="1267582"/>
                  </a:lnTo>
                  <a:lnTo>
                    <a:pt x="424351" y="1267597"/>
                  </a:lnTo>
                  <a:lnTo>
                    <a:pt x="424337" y="1267612"/>
                  </a:lnTo>
                  <a:lnTo>
                    <a:pt x="424320" y="1267627"/>
                  </a:lnTo>
                  <a:lnTo>
                    <a:pt x="424303" y="1267640"/>
                  </a:lnTo>
                  <a:lnTo>
                    <a:pt x="424286" y="1267650"/>
                  </a:lnTo>
                  <a:lnTo>
                    <a:pt x="424273" y="1267658"/>
                  </a:lnTo>
                  <a:lnTo>
                    <a:pt x="424261" y="1267662"/>
                  </a:lnTo>
                  <a:lnTo>
                    <a:pt x="424251" y="1267664"/>
                  </a:lnTo>
                  <a:lnTo>
                    <a:pt x="424237" y="1267665"/>
                  </a:lnTo>
                  <a:lnTo>
                    <a:pt x="424215" y="1267664"/>
                  </a:lnTo>
                  <a:lnTo>
                    <a:pt x="424195" y="1267665"/>
                  </a:lnTo>
                  <a:lnTo>
                    <a:pt x="424180" y="1267671"/>
                  </a:lnTo>
                  <a:lnTo>
                    <a:pt x="424163" y="1267679"/>
                  </a:lnTo>
                  <a:lnTo>
                    <a:pt x="424150" y="1267687"/>
                  </a:lnTo>
                  <a:lnTo>
                    <a:pt x="424137" y="1267696"/>
                  </a:lnTo>
                  <a:lnTo>
                    <a:pt x="424127" y="1267706"/>
                  </a:lnTo>
                  <a:lnTo>
                    <a:pt x="424119" y="1267718"/>
                  </a:lnTo>
                  <a:lnTo>
                    <a:pt x="424114" y="1267728"/>
                  </a:lnTo>
                  <a:lnTo>
                    <a:pt x="424112" y="1267735"/>
                  </a:lnTo>
                  <a:lnTo>
                    <a:pt x="424111" y="1267741"/>
                  </a:lnTo>
                  <a:lnTo>
                    <a:pt x="424110" y="1267750"/>
                  </a:lnTo>
                  <a:lnTo>
                    <a:pt x="424110" y="1267770"/>
                  </a:lnTo>
                  <a:lnTo>
                    <a:pt x="424109" y="1267796"/>
                  </a:lnTo>
                  <a:lnTo>
                    <a:pt x="424108" y="1267811"/>
                  </a:lnTo>
                  <a:lnTo>
                    <a:pt x="424106" y="1267822"/>
                  </a:lnTo>
                  <a:lnTo>
                    <a:pt x="424104" y="1267829"/>
                  </a:lnTo>
                  <a:lnTo>
                    <a:pt x="424098" y="1267838"/>
                  </a:lnTo>
                  <a:lnTo>
                    <a:pt x="424090" y="1267846"/>
                  </a:lnTo>
                  <a:lnTo>
                    <a:pt x="424080" y="1267855"/>
                  </a:lnTo>
                  <a:lnTo>
                    <a:pt x="424069" y="1267863"/>
                  </a:lnTo>
                  <a:lnTo>
                    <a:pt x="424063" y="1267849"/>
                  </a:lnTo>
                  <a:lnTo>
                    <a:pt x="424060" y="1267834"/>
                  </a:lnTo>
                  <a:lnTo>
                    <a:pt x="424058" y="1267829"/>
                  </a:lnTo>
                  <a:lnTo>
                    <a:pt x="424055" y="1267823"/>
                  </a:lnTo>
                  <a:lnTo>
                    <a:pt x="424045" y="1267811"/>
                  </a:lnTo>
                  <a:lnTo>
                    <a:pt x="424039" y="1267805"/>
                  </a:lnTo>
                  <a:lnTo>
                    <a:pt x="424034" y="1267799"/>
                  </a:lnTo>
                  <a:lnTo>
                    <a:pt x="424019" y="1267781"/>
                  </a:lnTo>
                  <a:lnTo>
                    <a:pt x="424010" y="1267766"/>
                  </a:lnTo>
                  <a:lnTo>
                    <a:pt x="424006" y="1267757"/>
                  </a:lnTo>
                  <a:lnTo>
                    <a:pt x="424001" y="1267739"/>
                  </a:lnTo>
                  <a:lnTo>
                    <a:pt x="423994" y="1267725"/>
                  </a:lnTo>
                  <a:lnTo>
                    <a:pt x="423987" y="1267711"/>
                  </a:lnTo>
                  <a:lnTo>
                    <a:pt x="423981" y="1267703"/>
                  </a:lnTo>
                  <a:lnTo>
                    <a:pt x="423976" y="1267698"/>
                  </a:lnTo>
                  <a:lnTo>
                    <a:pt x="423969" y="1267692"/>
                  </a:lnTo>
                  <a:lnTo>
                    <a:pt x="423960" y="1267687"/>
                  </a:lnTo>
                  <a:lnTo>
                    <a:pt x="423944" y="1267683"/>
                  </a:lnTo>
                  <a:lnTo>
                    <a:pt x="423914" y="1267674"/>
                  </a:lnTo>
                  <a:lnTo>
                    <a:pt x="423886" y="1267667"/>
                  </a:lnTo>
                  <a:lnTo>
                    <a:pt x="423874" y="1267664"/>
                  </a:lnTo>
                  <a:lnTo>
                    <a:pt x="423865" y="1267661"/>
                  </a:lnTo>
                  <a:lnTo>
                    <a:pt x="423857" y="1267656"/>
                  </a:lnTo>
                  <a:lnTo>
                    <a:pt x="423848" y="1267647"/>
                  </a:lnTo>
                  <a:lnTo>
                    <a:pt x="423836" y="1267635"/>
                  </a:lnTo>
                  <a:lnTo>
                    <a:pt x="423830" y="1267631"/>
                  </a:lnTo>
                  <a:lnTo>
                    <a:pt x="423820" y="1267625"/>
                  </a:lnTo>
                  <a:lnTo>
                    <a:pt x="423798" y="1267617"/>
                  </a:lnTo>
                  <a:lnTo>
                    <a:pt x="423771" y="1267606"/>
                  </a:lnTo>
                  <a:lnTo>
                    <a:pt x="423741" y="1267597"/>
                  </a:lnTo>
                  <a:lnTo>
                    <a:pt x="423713" y="1267588"/>
                  </a:lnTo>
                  <a:lnTo>
                    <a:pt x="423704" y="1267585"/>
                  </a:lnTo>
                  <a:lnTo>
                    <a:pt x="423691" y="1267581"/>
                  </a:lnTo>
                  <a:lnTo>
                    <a:pt x="423668" y="1267572"/>
                  </a:lnTo>
                  <a:lnTo>
                    <a:pt x="423653" y="1267565"/>
                  </a:lnTo>
                  <a:lnTo>
                    <a:pt x="423635" y="1267557"/>
                  </a:lnTo>
                  <a:lnTo>
                    <a:pt x="423619" y="1267548"/>
                  </a:lnTo>
                  <a:lnTo>
                    <a:pt x="423604" y="1267538"/>
                  </a:lnTo>
                  <a:lnTo>
                    <a:pt x="423599" y="1267535"/>
                  </a:lnTo>
                  <a:lnTo>
                    <a:pt x="423594" y="1267532"/>
                  </a:lnTo>
                  <a:lnTo>
                    <a:pt x="423586" y="1267525"/>
                  </a:lnTo>
                  <a:lnTo>
                    <a:pt x="423580" y="1267520"/>
                  </a:lnTo>
                  <a:lnTo>
                    <a:pt x="423574" y="1267512"/>
                  </a:lnTo>
                  <a:lnTo>
                    <a:pt x="423564" y="1267500"/>
                  </a:lnTo>
                  <a:lnTo>
                    <a:pt x="423553" y="1267484"/>
                  </a:lnTo>
                  <a:lnTo>
                    <a:pt x="423547" y="1267475"/>
                  </a:lnTo>
                  <a:lnTo>
                    <a:pt x="423538" y="1267462"/>
                  </a:lnTo>
                  <a:lnTo>
                    <a:pt x="423529" y="1267451"/>
                  </a:lnTo>
                  <a:lnTo>
                    <a:pt x="423516" y="1267439"/>
                  </a:lnTo>
                  <a:lnTo>
                    <a:pt x="423503" y="1267428"/>
                  </a:lnTo>
                  <a:lnTo>
                    <a:pt x="423485" y="1267415"/>
                  </a:lnTo>
                  <a:lnTo>
                    <a:pt x="423460" y="1267398"/>
                  </a:lnTo>
                  <a:lnTo>
                    <a:pt x="423442" y="1267383"/>
                  </a:lnTo>
                  <a:lnTo>
                    <a:pt x="423427" y="1267370"/>
                  </a:lnTo>
                  <a:lnTo>
                    <a:pt x="423416" y="1267360"/>
                  </a:lnTo>
                  <a:lnTo>
                    <a:pt x="423405" y="1267348"/>
                  </a:lnTo>
                  <a:lnTo>
                    <a:pt x="423394" y="1267334"/>
                  </a:lnTo>
                  <a:lnTo>
                    <a:pt x="423385" y="1267320"/>
                  </a:lnTo>
                  <a:lnTo>
                    <a:pt x="423381" y="1267313"/>
                  </a:lnTo>
                  <a:lnTo>
                    <a:pt x="423378" y="1267309"/>
                  </a:lnTo>
                  <a:lnTo>
                    <a:pt x="423371" y="1267298"/>
                  </a:lnTo>
                  <a:lnTo>
                    <a:pt x="423364" y="1267289"/>
                  </a:lnTo>
                  <a:lnTo>
                    <a:pt x="423350" y="1267276"/>
                  </a:lnTo>
                  <a:lnTo>
                    <a:pt x="423340" y="1267268"/>
                  </a:lnTo>
                  <a:lnTo>
                    <a:pt x="423329" y="1267262"/>
                  </a:lnTo>
                  <a:lnTo>
                    <a:pt x="423315" y="1267256"/>
                  </a:lnTo>
                  <a:lnTo>
                    <a:pt x="423303" y="1267252"/>
                  </a:lnTo>
                  <a:lnTo>
                    <a:pt x="423290" y="1267249"/>
                  </a:lnTo>
                  <a:lnTo>
                    <a:pt x="423274" y="1267249"/>
                  </a:lnTo>
                  <a:lnTo>
                    <a:pt x="423249" y="1267251"/>
                  </a:lnTo>
                  <a:lnTo>
                    <a:pt x="423216" y="1267256"/>
                  </a:lnTo>
                  <a:lnTo>
                    <a:pt x="423209" y="1267257"/>
                  </a:lnTo>
                  <a:lnTo>
                    <a:pt x="423180" y="1267259"/>
                  </a:lnTo>
                  <a:lnTo>
                    <a:pt x="423163" y="1267259"/>
                  </a:lnTo>
                  <a:lnTo>
                    <a:pt x="423149" y="1267257"/>
                  </a:lnTo>
                  <a:lnTo>
                    <a:pt x="423138" y="1267253"/>
                  </a:lnTo>
                  <a:lnTo>
                    <a:pt x="423124" y="1267245"/>
                  </a:lnTo>
                  <a:lnTo>
                    <a:pt x="423110" y="1267235"/>
                  </a:lnTo>
                  <a:lnTo>
                    <a:pt x="423098" y="1267223"/>
                  </a:lnTo>
                  <a:lnTo>
                    <a:pt x="423088" y="1267210"/>
                  </a:lnTo>
                  <a:lnTo>
                    <a:pt x="423080" y="1267195"/>
                  </a:lnTo>
                  <a:lnTo>
                    <a:pt x="423074" y="1267182"/>
                  </a:lnTo>
                  <a:lnTo>
                    <a:pt x="423064" y="1267159"/>
                  </a:lnTo>
                  <a:lnTo>
                    <a:pt x="423061" y="1267154"/>
                  </a:lnTo>
                  <a:lnTo>
                    <a:pt x="423054" y="1267145"/>
                  </a:lnTo>
                  <a:lnTo>
                    <a:pt x="423045" y="1267153"/>
                  </a:lnTo>
                  <a:lnTo>
                    <a:pt x="423039" y="1267160"/>
                  </a:lnTo>
                  <a:lnTo>
                    <a:pt x="423031" y="1267166"/>
                  </a:lnTo>
                  <a:lnTo>
                    <a:pt x="423026" y="1267169"/>
                  </a:lnTo>
                  <a:lnTo>
                    <a:pt x="423021" y="1267171"/>
                  </a:lnTo>
                  <a:lnTo>
                    <a:pt x="423007" y="1267176"/>
                  </a:lnTo>
                  <a:lnTo>
                    <a:pt x="422995" y="1267178"/>
                  </a:lnTo>
                  <a:lnTo>
                    <a:pt x="422988" y="1267179"/>
                  </a:lnTo>
                  <a:lnTo>
                    <a:pt x="422978" y="1267178"/>
                  </a:lnTo>
                  <a:lnTo>
                    <a:pt x="422967" y="1267175"/>
                  </a:lnTo>
                  <a:lnTo>
                    <a:pt x="422952" y="1267167"/>
                  </a:lnTo>
                  <a:lnTo>
                    <a:pt x="422935" y="1267157"/>
                  </a:lnTo>
                  <a:lnTo>
                    <a:pt x="422915" y="1267142"/>
                  </a:lnTo>
                  <a:lnTo>
                    <a:pt x="422894" y="1267128"/>
                  </a:lnTo>
                  <a:lnTo>
                    <a:pt x="422877" y="1267118"/>
                  </a:lnTo>
                  <a:lnTo>
                    <a:pt x="422867" y="1267114"/>
                  </a:lnTo>
                  <a:lnTo>
                    <a:pt x="422858" y="1267111"/>
                  </a:lnTo>
                  <a:lnTo>
                    <a:pt x="422844" y="1267109"/>
                  </a:lnTo>
                  <a:lnTo>
                    <a:pt x="422833" y="1267108"/>
                  </a:lnTo>
                  <a:lnTo>
                    <a:pt x="422829" y="1267105"/>
                  </a:lnTo>
                  <a:lnTo>
                    <a:pt x="422824" y="1267099"/>
                  </a:lnTo>
                  <a:lnTo>
                    <a:pt x="422821" y="1267087"/>
                  </a:lnTo>
                  <a:lnTo>
                    <a:pt x="422819" y="1267072"/>
                  </a:lnTo>
                  <a:lnTo>
                    <a:pt x="422816" y="1267060"/>
                  </a:lnTo>
                  <a:lnTo>
                    <a:pt x="422812" y="1267049"/>
                  </a:lnTo>
                  <a:lnTo>
                    <a:pt x="422807" y="1267040"/>
                  </a:lnTo>
                  <a:lnTo>
                    <a:pt x="422803" y="1267034"/>
                  </a:lnTo>
                  <a:lnTo>
                    <a:pt x="422796" y="1267028"/>
                  </a:lnTo>
                  <a:lnTo>
                    <a:pt x="422784" y="1267020"/>
                  </a:lnTo>
                  <a:lnTo>
                    <a:pt x="422778" y="1267016"/>
                  </a:lnTo>
                  <a:lnTo>
                    <a:pt x="422772" y="1267011"/>
                  </a:lnTo>
                  <a:lnTo>
                    <a:pt x="422763" y="1267002"/>
                  </a:lnTo>
                  <a:lnTo>
                    <a:pt x="422759" y="1266995"/>
                  </a:lnTo>
                  <a:lnTo>
                    <a:pt x="422756" y="1266985"/>
                  </a:lnTo>
                  <a:lnTo>
                    <a:pt x="422752" y="1266975"/>
                  </a:lnTo>
                  <a:lnTo>
                    <a:pt x="422748" y="1266967"/>
                  </a:lnTo>
                  <a:lnTo>
                    <a:pt x="422743" y="1266962"/>
                  </a:lnTo>
                  <a:lnTo>
                    <a:pt x="422739" y="1266958"/>
                  </a:lnTo>
                  <a:lnTo>
                    <a:pt x="422731" y="1266951"/>
                  </a:lnTo>
                  <a:lnTo>
                    <a:pt x="422718" y="1266945"/>
                  </a:lnTo>
                  <a:lnTo>
                    <a:pt x="422706" y="1266941"/>
                  </a:lnTo>
                  <a:lnTo>
                    <a:pt x="422681" y="1266939"/>
                  </a:lnTo>
                  <a:lnTo>
                    <a:pt x="422671" y="1266938"/>
                  </a:lnTo>
                  <a:lnTo>
                    <a:pt x="422663" y="1266935"/>
                  </a:lnTo>
                  <a:lnTo>
                    <a:pt x="422655" y="1266931"/>
                  </a:lnTo>
                  <a:lnTo>
                    <a:pt x="422645" y="1266924"/>
                  </a:lnTo>
                  <a:lnTo>
                    <a:pt x="422641" y="1266920"/>
                  </a:lnTo>
                  <a:lnTo>
                    <a:pt x="422624" y="1266906"/>
                  </a:lnTo>
                  <a:lnTo>
                    <a:pt x="422605" y="1266889"/>
                  </a:lnTo>
                  <a:lnTo>
                    <a:pt x="422593" y="1266875"/>
                  </a:lnTo>
                  <a:lnTo>
                    <a:pt x="422579" y="1266860"/>
                  </a:lnTo>
                  <a:lnTo>
                    <a:pt x="422567" y="1266844"/>
                  </a:lnTo>
                  <a:lnTo>
                    <a:pt x="422552" y="1266827"/>
                  </a:lnTo>
                  <a:lnTo>
                    <a:pt x="422543" y="1266815"/>
                  </a:lnTo>
                  <a:lnTo>
                    <a:pt x="422539" y="1266808"/>
                  </a:lnTo>
                  <a:lnTo>
                    <a:pt x="422533" y="1266796"/>
                  </a:lnTo>
                  <a:lnTo>
                    <a:pt x="422525" y="1266778"/>
                  </a:lnTo>
                  <a:lnTo>
                    <a:pt x="422518" y="1266763"/>
                  </a:lnTo>
                  <a:lnTo>
                    <a:pt x="422507" y="1266744"/>
                  </a:lnTo>
                  <a:lnTo>
                    <a:pt x="422501" y="1266731"/>
                  </a:lnTo>
                  <a:lnTo>
                    <a:pt x="422496" y="1266722"/>
                  </a:lnTo>
                  <a:lnTo>
                    <a:pt x="422490" y="1266713"/>
                  </a:lnTo>
                  <a:lnTo>
                    <a:pt x="422483" y="1266703"/>
                  </a:lnTo>
                  <a:lnTo>
                    <a:pt x="422474" y="1266692"/>
                  </a:lnTo>
                  <a:lnTo>
                    <a:pt x="422461" y="1266678"/>
                  </a:lnTo>
                  <a:lnTo>
                    <a:pt x="422455" y="1266671"/>
                  </a:lnTo>
                  <a:lnTo>
                    <a:pt x="422448" y="1266663"/>
                  </a:lnTo>
                  <a:lnTo>
                    <a:pt x="422442" y="1266653"/>
                  </a:lnTo>
                  <a:lnTo>
                    <a:pt x="422436" y="1266639"/>
                  </a:lnTo>
                  <a:lnTo>
                    <a:pt x="422432" y="1266622"/>
                  </a:lnTo>
                  <a:lnTo>
                    <a:pt x="422428" y="1266607"/>
                  </a:lnTo>
                  <a:lnTo>
                    <a:pt x="422427" y="1266599"/>
                  </a:lnTo>
                  <a:lnTo>
                    <a:pt x="422425" y="1266583"/>
                  </a:lnTo>
                  <a:lnTo>
                    <a:pt x="422422" y="1266569"/>
                  </a:lnTo>
                  <a:lnTo>
                    <a:pt x="422419" y="1266550"/>
                  </a:lnTo>
                  <a:lnTo>
                    <a:pt x="422417" y="1266539"/>
                  </a:lnTo>
                  <a:lnTo>
                    <a:pt x="422416" y="1266522"/>
                  </a:lnTo>
                  <a:lnTo>
                    <a:pt x="422414" y="1266491"/>
                  </a:lnTo>
                  <a:lnTo>
                    <a:pt x="422412" y="1266462"/>
                  </a:lnTo>
                  <a:lnTo>
                    <a:pt x="422410" y="1266448"/>
                  </a:lnTo>
                  <a:lnTo>
                    <a:pt x="422405" y="1266424"/>
                  </a:lnTo>
                  <a:lnTo>
                    <a:pt x="422398" y="1266402"/>
                  </a:lnTo>
                  <a:lnTo>
                    <a:pt x="422392" y="1266388"/>
                  </a:lnTo>
                  <a:lnTo>
                    <a:pt x="422387" y="1266382"/>
                  </a:lnTo>
                  <a:lnTo>
                    <a:pt x="422382" y="1266378"/>
                  </a:lnTo>
                  <a:lnTo>
                    <a:pt x="422372" y="1266372"/>
                  </a:lnTo>
                  <a:lnTo>
                    <a:pt x="422359" y="1266369"/>
                  </a:lnTo>
                  <a:lnTo>
                    <a:pt x="422349" y="1266367"/>
                  </a:lnTo>
                  <a:lnTo>
                    <a:pt x="422323" y="1266367"/>
                  </a:lnTo>
                  <a:lnTo>
                    <a:pt x="422306" y="1266366"/>
                  </a:lnTo>
                  <a:lnTo>
                    <a:pt x="422294" y="1266364"/>
                  </a:lnTo>
                  <a:lnTo>
                    <a:pt x="422281" y="1266361"/>
                  </a:lnTo>
                  <a:lnTo>
                    <a:pt x="422266" y="1266356"/>
                  </a:lnTo>
                  <a:lnTo>
                    <a:pt x="422255" y="1266350"/>
                  </a:lnTo>
                  <a:lnTo>
                    <a:pt x="422248" y="1266344"/>
                  </a:lnTo>
                  <a:lnTo>
                    <a:pt x="422236" y="1266334"/>
                  </a:lnTo>
                  <a:lnTo>
                    <a:pt x="422216" y="1266318"/>
                  </a:lnTo>
                  <a:lnTo>
                    <a:pt x="422198" y="1266301"/>
                  </a:lnTo>
                  <a:lnTo>
                    <a:pt x="422194" y="1266297"/>
                  </a:lnTo>
                  <a:lnTo>
                    <a:pt x="422187" y="1266290"/>
                  </a:lnTo>
                  <a:lnTo>
                    <a:pt x="422172" y="1266273"/>
                  </a:lnTo>
                  <a:lnTo>
                    <a:pt x="422155" y="1266251"/>
                  </a:lnTo>
                  <a:lnTo>
                    <a:pt x="422130" y="1266219"/>
                  </a:lnTo>
                  <a:lnTo>
                    <a:pt x="422114" y="1266198"/>
                  </a:lnTo>
                  <a:lnTo>
                    <a:pt x="422103" y="1266184"/>
                  </a:lnTo>
                  <a:lnTo>
                    <a:pt x="422094" y="1266169"/>
                  </a:lnTo>
                  <a:lnTo>
                    <a:pt x="422087" y="1266161"/>
                  </a:lnTo>
                  <a:lnTo>
                    <a:pt x="422078" y="1266153"/>
                  </a:lnTo>
                  <a:lnTo>
                    <a:pt x="422065" y="1266146"/>
                  </a:lnTo>
                  <a:lnTo>
                    <a:pt x="422042" y="1266135"/>
                  </a:lnTo>
                  <a:lnTo>
                    <a:pt x="422018" y="1266124"/>
                  </a:lnTo>
                  <a:lnTo>
                    <a:pt x="421986" y="1266111"/>
                  </a:lnTo>
                  <a:lnTo>
                    <a:pt x="421966" y="1266105"/>
                  </a:lnTo>
                  <a:lnTo>
                    <a:pt x="421941" y="1266098"/>
                  </a:lnTo>
                  <a:lnTo>
                    <a:pt x="421924" y="1266091"/>
                  </a:lnTo>
                  <a:lnTo>
                    <a:pt x="421897" y="1266079"/>
                  </a:lnTo>
                  <a:lnTo>
                    <a:pt x="421875" y="1266068"/>
                  </a:lnTo>
                  <a:lnTo>
                    <a:pt x="421852" y="1266054"/>
                  </a:lnTo>
                  <a:lnTo>
                    <a:pt x="421846" y="1266051"/>
                  </a:lnTo>
                  <a:lnTo>
                    <a:pt x="421832" y="1266042"/>
                  </a:lnTo>
                  <a:lnTo>
                    <a:pt x="421818" y="1266030"/>
                  </a:lnTo>
                  <a:lnTo>
                    <a:pt x="421806" y="1266019"/>
                  </a:lnTo>
                  <a:lnTo>
                    <a:pt x="421799" y="1266010"/>
                  </a:lnTo>
                  <a:lnTo>
                    <a:pt x="421793" y="1265999"/>
                  </a:lnTo>
                  <a:lnTo>
                    <a:pt x="421786" y="1265985"/>
                  </a:lnTo>
                  <a:lnTo>
                    <a:pt x="421778" y="1265964"/>
                  </a:lnTo>
                  <a:lnTo>
                    <a:pt x="421771" y="1265942"/>
                  </a:lnTo>
                  <a:lnTo>
                    <a:pt x="421763" y="1265918"/>
                  </a:lnTo>
                  <a:lnTo>
                    <a:pt x="421758" y="1265900"/>
                  </a:lnTo>
                  <a:lnTo>
                    <a:pt x="421751" y="1265883"/>
                  </a:lnTo>
                  <a:lnTo>
                    <a:pt x="421739" y="1265858"/>
                  </a:lnTo>
                  <a:lnTo>
                    <a:pt x="421726" y="1265830"/>
                  </a:lnTo>
                  <a:lnTo>
                    <a:pt x="421713" y="1265802"/>
                  </a:lnTo>
                  <a:lnTo>
                    <a:pt x="421704" y="1265794"/>
                  </a:lnTo>
                  <a:lnTo>
                    <a:pt x="421699" y="1265792"/>
                  </a:lnTo>
                  <a:lnTo>
                    <a:pt x="421681" y="1265789"/>
                  </a:lnTo>
                  <a:lnTo>
                    <a:pt x="421670" y="1265785"/>
                  </a:lnTo>
                  <a:lnTo>
                    <a:pt x="421655" y="1265777"/>
                  </a:lnTo>
                  <a:lnTo>
                    <a:pt x="421637" y="1265765"/>
                  </a:lnTo>
                  <a:lnTo>
                    <a:pt x="421622" y="1265756"/>
                  </a:lnTo>
                  <a:lnTo>
                    <a:pt x="421615" y="1265753"/>
                  </a:lnTo>
                  <a:lnTo>
                    <a:pt x="421605" y="1265754"/>
                  </a:lnTo>
                  <a:lnTo>
                    <a:pt x="421595" y="1265757"/>
                  </a:lnTo>
                  <a:lnTo>
                    <a:pt x="421581" y="1265763"/>
                  </a:lnTo>
                  <a:lnTo>
                    <a:pt x="421557" y="1265780"/>
                  </a:lnTo>
                  <a:lnTo>
                    <a:pt x="421536" y="1265794"/>
                  </a:lnTo>
                  <a:lnTo>
                    <a:pt x="421531" y="1265796"/>
                  </a:lnTo>
                  <a:lnTo>
                    <a:pt x="421524" y="1265800"/>
                  </a:lnTo>
                  <a:lnTo>
                    <a:pt x="421516" y="1265801"/>
                  </a:lnTo>
                  <a:lnTo>
                    <a:pt x="421509" y="1265798"/>
                  </a:lnTo>
                  <a:lnTo>
                    <a:pt x="421506" y="1265794"/>
                  </a:lnTo>
                  <a:lnTo>
                    <a:pt x="421503" y="1265784"/>
                  </a:lnTo>
                  <a:lnTo>
                    <a:pt x="421500" y="1265757"/>
                  </a:lnTo>
                  <a:lnTo>
                    <a:pt x="421497" y="1265745"/>
                  </a:lnTo>
                  <a:lnTo>
                    <a:pt x="421491" y="1265735"/>
                  </a:lnTo>
                  <a:lnTo>
                    <a:pt x="421481" y="1265727"/>
                  </a:lnTo>
                  <a:lnTo>
                    <a:pt x="421461" y="1265713"/>
                  </a:lnTo>
                  <a:lnTo>
                    <a:pt x="421436" y="1265696"/>
                  </a:lnTo>
                  <a:lnTo>
                    <a:pt x="421425" y="1265688"/>
                  </a:lnTo>
                  <a:lnTo>
                    <a:pt x="421419" y="1265682"/>
                  </a:lnTo>
                  <a:lnTo>
                    <a:pt x="421415" y="1265673"/>
                  </a:lnTo>
                  <a:lnTo>
                    <a:pt x="421411" y="1265658"/>
                  </a:lnTo>
                  <a:lnTo>
                    <a:pt x="421409" y="1265640"/>
                  </a:lnTo>
                  <a:lnTo>
                    <a:pt x="421407" y="1265621"/>
                  </a:lnTo>
                  <a:lnTo>
                    <a:pt x="421405" y="1265613"/>
                  </a:lnTo>
                  <a:lnTo>
                    <a:pt x="421398" y="1265593"/>
                  </a:lnTo>
                  <a:lnTo>
                    <a:pt x="421392" y="1265578"/>
                  </a:lnTo>
                  <a:lnTo>
                    <a:pt x="421383" y="1265561"/>
                  </a:lnTo>
                  <a:lnTo>
                    <a:pt x="421371" y="1265542"/>
                  </a:lnTo>
                  <a:lnTo>
                    <a:pt x="421358" y="1265524"/>
                  </a:lnTo>
                  <a:lnTo>
                    <a:pt x="421349" y="1265511"/>
                  </a:lnTo>
                  <a:lnTo>
                    <a:pt x="421341" y="1265497"/>
                  </a:lnTo>
                  <a:lnTo>
                    <a:pt x="421333" y="1265481"/>
                  </a:lnTo>
                  <a:lnTo>
                    <a:pt x="421326" y="1265466"/>
                  </a:lnTo>
                  <a:lnTo>
                    <a:pt x="421320" y="1265453"/>
                  </a:lnTo>
                  <a:lnTo>
                    <a:pt x="421311" y="1265436"/>
                  </a:lnTo>
                  <a:lnTo>
                    <a:pt x="421301" y="1265420"/>
                  </a:lnTo>
                  <a:lnTo>
                    <a:pt x="421291" y="1265405"/>
                  </a:lnTo>
                  <a:lnTo>
                    <a:pt x="421280" y="1265393"/>
                  </a:lnTo>
                  <a:lnTo>
                    <a:pt x="421263" y="1265378"/>
                  </a:lnTo>
                  <a:lnTo>
                    <a:pt x="421246" y="1265365"/>
                  </a:lnTo>
                  <a:lnTo>
                    <a:pt x="421226" y="1265353"/>
                  </a:lnTo>
                  <a:lnTo>
                    <a:pt x="421210" y="1265342"/>
                  </a:lnTo>
                  <a:lnTo>
                    <a:pt x="421193" y="1265334"/>
                  </a:lnTo>
                  <a:lnTo>
                    <a:pt x="421172" y="1265325"/>
                  </a:lnTo>
                  <a:lnTo>
                    <a:pt x="421147" y="1265316"/>
                  </a:lnTo>
                  <a:lnTo>
                    <a:pt x="421125" y="1265309"/>
                  </a:lnTo>
                  <a:lnTo>
                    <a:pt x="421106" y="1265304"/>
                  </a:lnTo>
                  <a:lnTo>
                    <a:pt x="421081" y="1265298"/>
                  </a:lnTo>
                  <a:lnTo>
                    <a:pt x="421068" y="1265296"/>
                  </a:lnTo>
                  <a:lnTo>
                    <a:pt x="421056" y="1265295"/>
                  </a:lnTo>
                  <a:lnTo>
                    <a:pt x="421046" y="1265295"/>
                  </a:lnTo>
                  <a:lnTo>
                    <a:pt x="421027" y="1265300"/>
                  </a:lnTo>
                  <a:lnTo>
                    <a:pt x="421008" y="1265307"/>
                  </a:lnTo>
                  <a:lnTo>
                    <a:pt x="420988" y="1265316"/>
                  </a:lnTo>
                  <a:lnTo>
                    <a:pt x="420967" y="1265326"/>
                  </a:lnTo>
                  <a:lnTo>
                    <a:pt x="420953" y="1265334"/>
                  </a:lnTo>
                  <a:lnTo>
                    <a:pt x="420923" y="1265353"/>
                  </a:lnTo>
                  <a:lnTo>
                    <a:pt x="420906" y="1265367"/>
                  </a:lnTo>
                  <a:lnTo>
                    <a:pt x="420891" y="1265381"/>
                  </a:lnTo>
                  <a:lnTo>
                    <a:pt x="420878" y="1265395"/>
                  </a:lnTo>
                  <a:lnTo>
                    <a:pt x="420855" y="1265422"/>
                  </a:lnTo>
                  <a:lnTo>
                    <a:pt x="420833" y="1265446"/>
                  </a:lnTo>
                  <a:lnTo>
                    <a:pt x="420816" y="1265466"/>
                  </a:lnTo>
                  <a:lnTo>
                    <a:pt x="420801" y="1265486"/>
                  </a:lnTo>
                  <a:lnTo>
                    <a:pt x="420788" y="1265504"/>
                  </a:lnTo>
                  <a:lnTo>
                    <a:pt x="420783" y="1265510"/>
                  </a:lnTo>
                  <a:lnTo>
                    <a:pt x="420778" y="1265509"/>
                  </a:lnTo>
                  <a:lnTo>
                    <a:pt x="420754" y="1265492"/>
                  </a:lnTo>
                  <a:lnTo>
                    <a:pt x="420728" y="1265474"/>
                  </a:lnTo>
                  <a:lnTo>
                    <a:pt x="420709" y="1265460"/>
                  </a:lnTo>
                  <a:lnTo>
                    <a:pt x="420678" y="1265440"/>
                  </a:lnTo>
                  <a:lnTo>
                    <a:pt x="420658" y="1265424"/>
                  </a:lnTo>
                  <a:lnTo>
                    <a:pt x="420643" y="1265411"/>
                  </a:lnTo>
                  <a:lnTo>
                    <a:pt x="420633" y="1265401"/>
                  </a:lnTo>
                  <a:lnTo>
                    <a:pt x="420628" y="1265394"/>
                  </a:lnTo>
                  <a:lnTo>
                    <a:pt x="420624" y="1265387"/>
                  </a:lnTo>
                  <a:lnTo>
                    <a:pt x="420619" y="1265375"/>
                  </a:lnTo>
                  <a:lnTo>
                    <a:pt x="420615" y="1265362"/>
                  </a:lnTo>
                  <a:lnTo>
                    <a:pt x="420610" y="1265343"/>
                  </a:lnTo>
                  <a:lnTo>
                    <a:pt x="420606" y="1265326"/>
                  </a:lnTo>
                  <a:lnTo>
                    <a:pt x="420598" y="1265295"/>
                  </a:lnTo>
                  <a:lnTo>
                    <a:pt x="420590" y="1265267"/>
                  </a:lnTo>
                  <a:lnTo>
                    <a:pt x="420581" y="1265240"/>
                  </a:lnTo>
                  <a:lnTo>
                    <a:pt x="420574" y="1265221"/>
                  </a:lnTo>
                  <a:lnTo>
                    <a:pt x="420565" y="1265199"/>
                  </a:lnTo>
                  <a:lnTo>
                    <a:pt x="420555" y="1265178"/>
                  </a:lnTo>
                  <a:lnTo>
                    <a:pt x="420547" y="1265165"/>
                  </a:lnTo>
                  <a:lnTo>
                    <a:pt x="420540" y="1265156"/>
                  </a:lnTo>
                  <a:lnTo>
                    <a:pt x="420535" y="1265150"/>
                  </a:lnTo>
                  <a:lnTo>
                    <a:pt x="420529" y="1265147"/>
                  </a:lnTo>
                  <a:lnTo>
                    <a:pt x="420518" y="1265146"/>
                  </a:lnTo>
                  <a:lnTo>
                    <a:pt x="420502" y="1265145"/>
                  </a:lnTo>
                  <a:lnTo>
                    <a:pt x="420466" y="1265144"/>
                  </a:lnTo>
                  <a:lnTo>
                    <a:pt x="420457" y="1265144"/>
                  </a:lnTo>
                  <a:lnTo>
                    <a:pt x="420431" y="1265143"/>
                  </a:lnTo>
                  <a:lnTo>
                    <a:pt x="420406" y="1265144"/>
                  </a:lnTo>
                  <a:lnTo>
                    <a:pt x="420382" y="1265146"/>
                  </a:lnTo>
                  <a:lnTo>
                    <a:pt x="420355" y="1265152"/>
                  </a:lnTo>
                  <a:lnTo>
                    <a:pt x="420317" y="1265162"/>
                  </a:lnTo>
                  <a:lnTo>
                    <a:pt x="420309" y="1265164"/>
                  </a:lnTo>
                  <a:lnTo>
                    <a:pt x="420294" y="1265168"/>
                  </a:lnTo>
                  <a:lnTo>
                    <a:pt x="420287" y="1265170"/>
                  </a:lnTo>
                  <a:lnTo>
                    <a:pt x="420269" y="1265175"/>
                  </a:lnTo>
                  <a:lnTo>
                    <a:pt x="420259" y="1265181"/>
                  </a:lnTo>
                  <a:lnTo>
                    <a:pt x="420250" y="1265188"/>
                  </a:lnTo>
                  <a:lnTo>
                    <a:pt x="420246" y="1265198"/>
                  </a:lnTo>
                  <a:lnTo>
                    <a:pt x="420244" y="1265210"/>
                  </a:lnTo>
                  <a:lnTo>
                    <a:pt x="420241" y="1265235"/>
                  </a:lnTo>
                  <a:lnTo>
                    <a:pt x="420239" y="1265245"/>
                  </a:lnTo>
                  <a:lnTo>
                    <a:pt x="420238" y="1265254"/>
                  </a:lnTo>
                  <a:lnTo>
                    <a:pt x="420237" y="1265272"/>
                  </a:lnTo>
                  <a:lnTo>
                    <a:pt x="420237" y="1265289"/>
                  </a:lnTo>
                  <a:lnTo>
                    <a:pt x="420239" y="1265309"/>
                  </a:lnTo>
                  <a:lnTo>
                    <a:pt x="420243" y="1265329"/>
                  </a:lnTo>
                  <a:lnTo>
                    <a:pt x="420247" y="1265347"/>
                  </a:lnTo>
                  <a:lnTo>
                    <a:pt x="420252" y="1265358"/>
                  </a:lnTo>
                  <a:lnTo>
                    <a:pt x="420260" y="1265373"/>
                  </a:lnTo>
                  <a:lnTo>
                    <a:pt x="420267" y="1265383"/>
                  </a:lnTo>
                  <a:lnTo>
                    <a:pt x="420275" y="1265397"/>
                  </a:lnTo>
                  <a:lnTo>
                    <a:pt x="420290" y="1265422"/>
                  </a:lnTo>
                  <a:lnTo>
                    <a:pt x="420294" y="1265427"/>
                  </a:lnTo>
                  <a:lnTo>
                    <a:pt x="420312" y="1265453"/>
                  </a:lnTo>
                  <a:lnTo>
                    <a:pt x="420320" y="1265465"/>
                  </a:lnTo>
                  <a:lnTo>
                    <a:pt x="420325" y="1265473"/>
                  </a:lnTo>
                  <a:lnTo>
                    <a:pt x="420327" y="1265483"/>
                  </a:lnTo>
                  <a:lnTo>
                    <a:pt x="420326" y="1265493"/>
                  </a:lnTo>
                  <a:lnTo>
                    <a:pt x="420323" y="1265508"/>
                  </a:lnTo>
                  <a:lnTo>
                    <a:pt x="420318" y="1265530"/>
                  </a:lnTo>
                  <a:lnTo>
                    <a:pt x="420313" y="1265544"/>
                  </a:lnTo>
                  <a:lnTo>
                    <a:pt x="420306" y="1265558"/>
                  </a:lnTo>
                  <a:lnTo>
                    <a:pt x="420300" y="1265571"/>
                  </a:lnTo>
                  <a:lnTo>
                    <a:pt x="420288" y="1265589"/>
                  </a:lnTo>
                  <a:lnTo>
                    <a:pt x="420272" y="1265611"/>
                  </a:lnTo>
                  <a:lnTo>
                    <a:pt x="420252" y="1265639"/>
                  </a:lnTo>
                  <a:lnTo>
                    <a:pt x="420241" y="1265653"/>
                  </a:lnTo>
                  <a:lnTo>
                    <a:pt x="420238" y="1265657"/>
                  </a:lnTo>
                  <a:lnTo>
                    <a:pt x="420232" y="1265669"/>
                  </a:lnTo>
                  <a:lnTo>
                    <a:pt x="420229" y="1265680"/>
                  </a:lnTo>
                  <a:lnTo>
                    <a:pt x="420230" y="1265692"/>
                  </a:lnTo>
                  <a:lnTo>
                    <a:pt x="420234" y="1265705"/>
                  </a:lnTo>
                  <a:lnTo>
                    <a:pt x="420239" y="1265716"/>
                  </a:lnTo>
                  <a:lnTo>
                    <a:pt x="420246" y="1265729"/>
                  </a:lnTo>
                  <a:lnTo>
                    <a:pt x="420260" y="1265753"/>
                  </a:lnTo>
                  <a:lnTo>
                    <a:pt x="420270" y="1265770"/>
                  </a:lnTo>
                  <a:lnTo>
                    <a:pt x="420281" y="1265794"/>
                  </a:lnTo>
                  <a:lnTo>
                    <a:pt x="420289" y="1265817"/>
                  </a:lnTo>
                  <a:lnTo>
                    <a:pt x="420294" y="1265839"/>
                  </a:lnTo>
                  <a:lnTo>
                    <a:pt x="420298" y="1265860"/>
                  </a:lnTo>
                  <a:lnTo>
                    <a:pt x="420302" y="1265891"/>
                  </a:lnTo>
                  <a:lnTo>
                    <a:pt x="420304" y="1265911"/>
                  </a:lnTo>
                  <a:lnTo>
                    <a:pt x="420307" y="1265924"/>
                  </a:lnTo>
                  <a:lnTo>
                    <a:pt x="420312" y="1265938"/>
                  </a:lnTo>
                  <a:lnTo>
                    <a:pt x="420319" y="1265954"/>
                  </a:lnTo>
                  <a:lnTo>
                    <a:pt x="420328" y="1265972"/>
                  </a:lnTo>
                  <a:lnTo>
                    <a:pt x="420339" y="1265995"/>
                  </a:lnTo>
                  <a:lnTo>
                    <a:pt x="420340" y="1266001"/>
                  </a:lnTo>
                  <a:lnTo>
                    <a:pt x="420335" y="1266002"/>
                  </a:lnTo>
                  <a:lnTo>
                    <a:pt x="420308" y="1265993"/>
                  </a:lnTo>
                  <a:lnTo>
                    <a:pt x="420278" y="1265982"/>
                  </a:lnTo>
                  <a:lnTo>
                    <a:pt x="420263" y="1265976"/>
                  </a:lnTo>
                  <a:lnTo>
                    <a:pt x="420244" y="1265965"/>
                  </a:lnTo>
                  <a:lnTo>
                    <a:pt x="420225" y="1265953"/>
                  </a:lnTo>
                  <a:lnTo>
                    <a:pt x="420210" y="1265942"/>
                  </a:lnTo>
                  <a:lnTo>
                    <a:pt x="420198" y="1265931"/>
                  </a:lnTo>
                  <a:lnTo>
                    <a:pt x="420190" y="1265920"/>
                  </a:lnTo>
                  <a:lnTo>
                    <a:pt x="420179" y="1265906"/>
                  </a:lnTo>
                  <a:lnTo>
                    <a:pt x="420173" y="1265894"/>
                  </a:lnTo>
                  <a:lnTo>
                    <a:pt x="420165" y="1265878"/>
                  </a:lnTo>
                  <a:lnTo>
                    <a:pt x="420157" y="1265853"/>
                  </a:lnTo>
                  <a:lnTo>
                    <a:pt x="420150" y="1265836"/>
                  </a:lnTo>
                  <a:lnTo>
                    <a:pt x="420142" y="1265815"/>
                  </a:lnTo>
                  <a:lnTo>
                    <a:pt x="420134" y="1265798"/>
                  </a:lnTo>
                  <a:lnTo>
                    <a:pt x="420130" y="1265791"/>
                  </a:lnTo>
                  <a:lnTo>
                    <a:pt x="420126" y="1265787"/>
                  </a:lnTo>
                  <a:lnTo>
                    <a:pt x="420119" y="1265784"/>
                  </a:lnTo>
                  <a:lnTo>
                    <a:pt x="420110" y="1265782"/>
                  </a:lnTo>
                  <a:lnTo>
                    <a:pt x="420095" y="1265783"/>
                  </a:lnTo>
                  <a:lnTo>
                    <a:pt x="420074" y="1265789"/>
                  </a:lnTo>
                  <a:lnTo>
                    <a:pt x="420050" y="1265799"/>
                  </a:lnTo>
                  <a:lnTo>
                    <a:pt x="420022" y="1265813"/>
                  </a:lnTo>
                  <a:lnTo>
                    <a:pt x="419993" y="1265828"/>
                  </a:lnTo>
                  <a:lnTo>
                    <a:pt x="419981" y="1265835"/>
                  </a:lnTo>
                  <a:lnTo>
                    <a:pt x="419970" y="1265842"/>
                  </a:lnTo>
                  <a:lnTo>
                    <a:pt x="419945" y="1265859"/>
                  </a:lnTo>
                  <a:lnTo>
                    <a:pt x="419916" y="1265879"/>
                  </a:lnTo>
                  <a:lnTo>
                    <a:pt x="419888" y="1265899"/>
                  </a:lnTo>
                  <a:lnTo>
                    <a:pt x="419865" y="1265915"/>
                  </a:lnTo>
                  <a:lnTo>
                    <a:pt x="419833" y="1265935"/>
                  </a:lnTo>
                  <a:lnTo>
                    <a:pt x="419802" y="1265955"/>
                  </a:lnTo>
                  <a:lnTo>
                    <a:pt x="419771" y="1265974"/>
                  </a:lnTo>
                  <a:lnTo>
                    <a:pt x="419736" y="1265999"/>
                  </a:lnTo>
                  <a:lnTo>
                    <a:pt x="419716" y="1266014"/>
                  </a:lnTo>
                  <a:lnTo>
                    <a:pt x="419687" y="1266031"/>
                  </a:lnTo>
                  <a:lnTo>
                    <a:pt x="419654" y="1266051"/>
                  </a:lnTo>
                  <a:lnTo>
                    <a:pt x="419636" y="1266059"/>
                  </a:lnTo>
                  <a:lnTo>
                    <a:pt x="419639" y="1266031"/>
                  </a:lnTo>
                  <a:lnTo>
                    <a:pt x="419640" y="1266024"/>
                  </a:lnTo>
                  <a:lnTo>
                    <a:pt x="419641" y="1266007"/>
                  </a:lnTo>
                  <a:lnTo>
                    <a:pt x="419642" y="1265991"/>
                  </a:lnTo>
                  <a:lnTo>
                    <a:pt x="419642" y="1265972"/>
                  </a:lnTo>
                  <a:lnTo>
                    <a:pt x="419640" y="1265947"/>
                  </a:lnTo>
                  <a:lnTo>
                    <a:pt x="419639" y="1265929"/>
                  </a:lnTo>
                  <a:lnTo>
                    <a:pt x="419637" y="1265913"/>
                  </a:lnTo>
                  <a:lnTo>
                    <a:pt x="419632" y="1265892"/>
                  </a:lnTo>
                  <a:lnTo>
                    <a:pt x="419628" y="1265876"/>
                  </a:lnTo>
                  <a:lnTo>
                    <a:pt x="419623" y="1265851"/>
                  </a:lnTo>
                  <a:lnTo>
                    <a:pt x="419617" y="1265814"/>
                  </a:lnTo>
                  <a:lnTo>
                    <a:pt x="419613" y="1265783"/>
                  </a:lnTo>
                  <a:lnTo>
                    <a:pt x="419611" y="1265771"/>
                  </a:lnTo>
                  <a:lnTo>
                    <a:pt x="419607" y="1265752"/>
                  </a:lnTo>
                  <a:lnTo>
                    <a:pt x="419602" y="1265737"/>
                  </a:lnTo>
                  <a:lnTo>
                    <a:pt x="419593" y="1265712"/>
                  </a:lnTo>
                  <a:lnTo>
                    <a:pt x="419584" y="1265692"/>
                  </a:lnTo>
                  <a:lnTo>
                    <a:pt x="419579" y="1265679"/>
                  </a:lnTo>
                  <a:lnTo>
                    <a:pt x="419573" y="1265666"/>
                  </a:lnTo>
                  <a:lnTo>
                    <a:pt x="419562" y="1265641"/>
                  </a:lnTo>
                  <a:lnTo>
                    <a:pt x="419550" y="1265619"/>
                  </a:lnTo>
                  <a:lnTo>
                    <a:pt x="419541" y="1265603"/>
                  </a:lnTo>
                  <a:lnTo>
                    <a:pt x="419530" y="1265588"/>
                  </a:lnTo>
                  <a:lnTo>
                    <a:pt x="419517" y="1265573"/>
                  </a:lnTo>
                  <a:lnTo>
                    <a:pt x="419505" y="1265557"/>
                  </a:lnTo>
                  <a:lnTo>
                    <a:pt x="419492" y="1265539"/>
                  </a:lnTo>
                  <a:lnTo>
                    <a:pt x="419487" y="1265531"/>
                  </a:lnTo>
                  <a:lnTo>
                    <a:pt x="419481" y="1265519"/>
                  </a:lnTo>
                  <a:lnTo>
                    <a:pt x="419477" y="1265509"/>
                  </a:lnTo>
                  <a:lnTo>
                    <a:pt x="419475" y="1265499"/>
                  </a:lnTo>
                  <a:lnTo>
                    <a:pt x="419473" y="1265478"/>
                  </a:lnTo>
                  <a:lnTo>
                    <a:pt x="419471" y="1265466"/>
                  </a:lnTo>
                  <a:lnTo>
                    <a:pt x="419467" y="1265454"/>
                  </a:lnTo>
                  <a:lnTo>
                    <a:pt x="419464" y="1265445"/>
                  </a:lnTo>
                  <a:lnTo>
                    <a:pt x="419458" y="1265437"/>
                  </a:lnTo>
                  <a:lnTo>
                    <a:pt x="419450" y="1265427"/>
                  </a:lnTo>
                  <a:lnTo>
                    <a:pt x="419436" y="1265415"/>
                  </a:lnTo>
                  <a:lnTo>
                    <a:pt x="419420" y="1265403"/>
                  </a:lnTo>
                  <a:lnTo>
                    <a:pt x="419404" y="1265391"/>
                  </a:lnTo>
                  <a:lnTo>
                    <a:pt x="419380" y="1265374"/>
                  </a:lnTo>
                  <a:lnTo>
                    <a:pt x="419368" y="1265363"/>
                  </a:lnTo>
                  <a:lnTo>
                    <a:pt x="419351" y="1265345"/>
                  </a:lnTo>
                  <a:lnTo>
                    <a:pt x="419330" y="1265320"/>
                  </a:lnTo>
                  <a:lnTo>
                    <a:pt x="419307" y="1265295"/>
                  </a:lnTo>
                  <a:lnTo>
                    <a:pt x="419295" y="1265280"/>
                  </a:lnTo>
                  <a:lnTo>
                    <a:pt x="419279" y="1265260"/>
                  </a:lnTo>
                  <a:lnTo>
                    <a:pt x="419269" y="1265247"/>
                  </a:lnTo>
                  <a:lnTo>
                    <a:pt x="419259" y="1265237"/>
                  </a:lnTo>
                  <a:lnTo>
                    <a:pt x="419246" y="1265226"/>
                  </a:lnTo>
                  <a:lnTo>
                    <a:pt x="419233" y="1265218"/>
                  </a:lnTo>
                  <a:lnTo>
                    <a:pt x="419222" y="1265213"/>
                  </a:lnTo>
                  <a:lnTo>
                    <a:pt x="419204" y="1265207"/>
                  </a:lnTo>
                  <a:lnTo>
                    <a:pt x="419189" y="1265205"/>
                  </a:lnTo>
                  <a:lnTo>
                    <a:pt x="419163" y="1265203"/>
                  </a:lnTo>
                  <a:lnTo>
                    <a:pt x="419130" y="1265204"/>
                  </a:lnTo>
                  <a:lnTo>
                    <a:pt x="419112" y="1265206"/>
                  </a:lnTo>
                  <a:lnTo>
                    <a:pt x="419098" y="1265210"/>
                  </a:lnTo>
                  <a:lnTo>
                    <a:pt x="419081" y="1265219"/>
                  </a:lnTo>
                  <a:lnTo>
                    <a:pt x="419075" y="1265223"/>
                  </a:lnTo>
                  <a:lnTo>
                    <a:pt x="419067" y="1265228"/>
                  </a:lnTo>
                  <a:lnTo>
                    <a:pt x="419059" y="1265235"/>
                  </a:lnTo>
                  <a:lnTo>
                    <a:pt x="419048" y="1265252"/>
                  </a:lnTo>
                  <a:lnTo>
                    <a:pt x="419039" y="1265261"/>
                  </a:lnTo>
                  <a:lnTo>
                    <a:pt x="419032" y="1265266"/>
                  </a:lnTo>
                  <a:lnTo>
                    <a:pt x="419019" y="1265271"/>
                  </a:lnTo>
                  <a:lnTo>
                    <a:pt x="419005" y="1265274"/>
                  </a:lnTo>
                  <a:lnTo>
                    <a:pt x="418993" y="1265275"/>
                  </a:lnTo>
                  <a:lnTo>
                    <a:pt x="418985" y="1265274"/>
                  </a:lnTo>
                  <a:lnTo>
                    <a:pt x="418980" y="1265262"/>
                  </a:lnTo>
                  <a:lnTo>
                    <a:pt x="418972" y="1265241"/>
                  </a:lnTo>
                  <a:lnTo>
                    <a:pt x="418969" y="1265232"/>
                  </a:lnTo>
                  <a:lnTo>
                    <a:pt x="418963" y="1265218"/>
                  </a:lnTo>
                  <a:lnTo>
                    <a:pt x="418954" y="1265198"/>
                  </a:lnTo>
                  <a:lnTo>
                    <a:pt x="418939" y="1265171"/>
                  </a:lnTo>
                  <a:lnTo>
                    <a:pt x="418927" y="1265150"/>
                  </a:lnTo>
                  <a:lnTo>
                    <a:pt x="418921" y="1265140"/>
                  </a:lnTo>
                  <a:lnTo>
                    <a:pt x="418915" y="1265128"/>
                  </a:lnTo>
                  <a:lnTo>
                    <a:pt x="418909" y="1265122"/>
                  </a:lnTo>
                  <a:lnTo>
                    <a:pt x="418900" y="1265115"/>
                  </a:lnTo>
                  <a:lnTo>
                    <a:pt x="418889" y="1265105"/>
                  </a:lnTo>
                  <a:lnTo>
                    <a:pt x="418872" y="1265094"/>
                  </a:lnTo>
                  <a:lnTo>
                    <a:pt x="418853" y="1265082"/>
                  </a:lnTo>
                  <a:lnTo>
                    <a:pt x="418836" y="1265071"/>
                  </a:lnTo>
                  <a:lnTo>
                    <a:pt x="418821" y="1265062"/>
                  </a:lnTo>
                  <a:lnTo>
                    <a:pt x="418811" y="1265053"/>
                  </a:lnTo>
                  <a:lnTo>
                    <a:pt x="418798" y="1265041"/>
                  </a:lnTo>
                  <a:lnTo>
                    <a:pt x="418785" y="1265029"/>
                  </a:lnTo>
                  <a:lnTo>
                    <a:pt x="418772" y="1265012"/>
                  </a:lnTo>
                  <a:lnTo>
                    <a:pt x="418765" y="1264998"/>
                  </a:lnTo>
                  <a:lnTo>
                    <a:pt x="418759" y="1264983"/>
                  </a:lnTo>
                  <a:lnTo>
                    <a:pt x="418754" y="1264966"/>
                  </a:lnTo>
                  <a:lnTo>
                    <a:pt x="418751" y="1264947"/>
                  </a:lnTo>
                  <a:lnTo>
                    <a:pt x="418750" y="1264925"/>
                  </a:lnTo>
                  <a:lnTo>
                    <a:pt x="418751" y="1264906"/>
                  </a:lnTo>
                  <a:lnTo>
                    <a:pt x="418753" y="1264881"/>
                  </a:lnTo>
                  <a:lnTo>
                    <a:pt x="418755" y="1264867"/>
                  </a:lnTo>
                  <a:lnTo>
                    <a:pt x="418755" y="1264850"/>
                  </a:lnTo>
                  <a:lnTo>
                    <a:pt x="418754" y="1264824"/>
                  </a:lnTo>
                  <a:lnTo>
                    <a:pt x="418752" y="1264795"/>
                  </a:lnTo>
                  <a:lnTo>
                    <a:pt x="418751" y="1264775"/>
                  </a:lnTo>
                  <a:lnTo>
                    <a:pt x="418749" y="1264767"/>
                  </a:lnTo>
                  <a:lnTo>
                    <a:pt x="418747" y="1264752"/>
                  </a:lnTo>
                  <a:lnTo>
                    <a:pt x="418744" y="1264731"/>
                  </a:lnTo>
                  <a:lnTo>
                    <a:pt x="418739" y="1264711"/>
                  </a:lnTo>
                  <a:lnTo>
                    <a:pt x="418734" y="1264687"/>
                  </a:lnTo>
                  <a:lnTo>
                    <a:pt x="418731" y="1264667"/>
                  </a:lnTo>
                  <a:lnTo>
                    <a:pt x="418728" y="1264654"/>
                  </a:lnTo>
                  <a:lnTo>
                    <a:pt x="418725" y="1264644"/>
                  </a:lnTo>
                  <a:lnTo>
                    <a:pt x="418720" y="1264634"/>
                  </a:lnTo>
                  <a:lnTo>
                    <a:pt x="418713" y="1264622"/>
                  </a:lnTo>
                  <a:lnTo>
                    <a:pt x="418700" y="1264608"/>
                  </a:lnTo>
                  <a:lnTo>
                    <a:pt x="418680" y="1264586"/>
                  </a:lnTo>
                  <a:lnTo>
                    <a:pt x="418669" y="1264572"/>
                  </a:lnTo>
                  <a:lnTo>
                    <a:pt x="418661" y="1264560"/>
                  </a:lnTo>
                  <a:lnTo>
                    <a:pt x="418653" y="1264547"/>
                  </a:lnTo>
                  <a:lnTo>
                    <a:pt x="418648" y="1264542"/>
                  </a:lnTo>
                  <a:lnTo>
                    <a:pt x="418634" y="1264532"/>
                  </a:lnTo>
                  <a:lnTo>
                    <a:pt x="418617" y="1264520"/>
                  </a:lnTo>
                  <a:lnTo>
                    <a:pt x="418590" y="1264505"/>
                  </a:lnTo>
                  <a:lnTo>
                    <a:pt x="418560" y="1264490"/>
                  </a:lnTo>
                  <a:lnTo>
                    <a:pt x="418540" y="1264480"/>
                  </a:lnTo>
                  <a:lnTo>
                    <a:pt x="418525" y="1264472"/>
                  </a:lnTo>
                  <a:lnTo>
                    <a:pt x="418510" y="1264461"/>
                  </a:lnTo>
                  <a:lnTo>
                    <a:pt x="418497" y="1264451"/>
                  </a:lnTo>
                  <a:lnTo>
                    <a:pt x="418489" y="1264443"/>
                  </a:lnTo>
                  <a:lnTo>
                    <a:pt x="418479" y="1264432"/>
                  </a:lnTo>
                  <a:lnTo>
                    <a:pt x="418471" y="1264422"/>
                  </a:lnTo>
                  <a:lnTo>
                    <a:pt x="418467" y="1264414"/>
                  </a:lnTo>
                  <a:lnTo>
                    <a:pt x="418460" y="1264393"/>
                  </a:lnTo>
                  <a:lnTo>
                    <a:pt x="418455" y="1264371"/>
                  </a:lnTo>
                  <a:lnTo>
                    <a:pt x="418451" y="1264354"/>
                  </a:lnTo>
                  <a:lnTo>
                    <a:pt x="418446" y="1264339"/>
                  </a:lnTo>
                  <a:lnTo>
                    <a:pt x="418442" y="1264329"/>
                  </a:lnTo>
                  <a:lnTo>
                    <a:pt x="418437" y="1264318"/>
                  </a:lnTo>
                  <a:lnTo>
                    <a:pt x="418431" y="1264308"/>
                  </a:lnTo>
                  <a:lnTo>
                    <a:pt x="418423" y="1264297"/>
                  </a:lnTo>
                  <a:lnTo>
                    <a:pt x="418413" y="1264286"/>
                  </a:lnTo>
                  <a:lnTo>
                    <a:pt x="418401" y="1264273"/>
                  </a:lnTo>
                  <a:lnTo>
                    <a:pt x="418388" y="1264261"/>
                  </a:lnTo>
                  <a:lnTo>
                    <a:pt x="418375" y="1264248"/>
                  </a:lnTo>
                  <a:lnTo>
                    <a:pt x="418364" y="1264240"/>
                  </a:lnTo>
                  <a:lnTo>
                    <a:pt x="418358" y="1264235"/>
                  </a:lnTo>
                  <a:lnTo>
                    <a:pt x="418351" y="1264222"/>
                  </a:lnTo>
                  <a:lnTo>
                    <a:pt x="418343" y="1264207"/>
                  </a:lnTo>
                  <a:lnTo>
                    <a:pt x="418336" y="1264191"/>
                  </a:lnTo>
                  <a:lnTo>
                    <a:pt x="418328" y="1264171"/>
                  </a:lnTo>
                  <a:lnTo>
                    <a:pt x="418321" y="1264155"/>
                  </a:lnTo>
                  <a:lnTo>
                    <a:pt x="418313" y="1264141"/>
                  </a:lnTo>
                  <a:lnTo>
                    <a:pt x="418305" y="1264128"/>
                  </a:lnTo>
                  <a:lnTo>
                    <a:pt x="418298" y="1264119"/>
                  </a:lnTo>
                  <a:lnTo>
                    <a:pt x="418294" y="1264113"/>
                  </a:lnTo>
                  <a:lnTo>
                    <a:pt x="418284" y="1264100"/>
                  </a:lnTo>
                  <a:lnTo>
                    <a:pt x="418276" y="1264092"/>
                  </a:lnTo>
                  <a:lnTo>
                    <a:pt x="418267" y="1264085"/>
                  </a:lnTo>
                  <a:lnTo>
                    <a:pt x="418260" y="1264082"/>
                  </a:lnTo>
                  <a:lnTo>
                    <a:pt x="418247" y="1264079"/>
                  </a:lnTo>
                  <a:lnTo>
                    <a:pt x="418222" y="1264073"/>
                  </a:lnTo>
                  <a:lnTo>
                    <a:pt x="418197" y="1264070"/>
                  </a:lnTo>
                  <a:lnTo>
                    <a:pt x="418173" y="1264064"/>
                  </a:lnTo>
                  <a:lnTo>
                    <a:pt x="418144" y="1264058"/>
                  </a:lnTo>
                  <a:lnTo>
                    <a:pt x="418129" y="1264055"/>
                  </a:lnTo>
                  <a:lnTo>
                    <a:pt x="418107" y="1264055"/>
                  </a:lnTo>
                  <a:lnTo>
                    <a:pt x="418084" y="1264057"/>
                  </a:lnTo>
                  <a:lnTo>
                    <a:pt x="418059" y="1264062"/>
                  </a:lnTo>
                  <a:lnTo>
                    <a:pt x="418033" y="1264068"/>
                  </a:lnTo>
                  <a:lnTo>
                    <a:pt x="418006" y="1264074"/>
                  </a:lnTo>
                  <a:lnTo>
                    <a:pt x="417988" y="1264077"/>
                  </a:lnTo>
                  <a:lnTo>
                    <a:pt x="417969" y="1264078"/>
                  </a:lnTo>
                  <a:lnTo>
                    <a:pt x="417951" y="1264077"/>
                  </a:lnTo>
                  <a:lnTo>
                    <a:pt x="417939" y="1264075"/>
                  </a:lnTo>
                  <a:lnTo>
                    <a:pt x="417926" y="1264069"/>
                  </a:lnTo>
                  <a:lnTo>
                    <a:pt x="417906" y="1264057"/>
                  </a:lnTo>
                  <a:lnTo>
                    <a:pt x="417885" y="1264045"/>
                  </a:lnTo>
                  <a:lnTo>
                    <a:pt x="417869" y="1264037"/>
                  </a:lnTo>
                  <a:lnTo>
                    <a:pt x="417862" y="1264033"/>
                  </a:lnTo>
                  <a:lnTo>
                    <a:pt x="417838" y="1264023"/>
                  </a:lnTo>
                  <a:lnTo>
                    <a:pt x="417822" y="1264019"/>
                  </a:lnTo>
                  <a:lnTo>
                    <a:pt x="417815" y="1264017"/>
                  </a:lnTo>
                  <a:lnTo>
                    <a:pt x="417810" y="1264016"/>
                  </a:lnTo>
                  <a:lnTo>
                    <a:pt x="417796" y="1264014"/>
                  </a:lnTo>
                  <a:lnTo>
                    <a:pt x="417778" y="1264014"/>
                  </a:lnTo>
                  <a:lnTo>
                    <a:pt x="417769" y="1264013"/>
                  </a:lnTo>
                  <a:lnTo>
                    <a:pt x="417762" y="1264009"/>
                  </a:lnTo>
                  <a:lnTo>
                    <a:pt x="417754" y="1264002"/>
                  </a:lnTo>
                  <a:lnTo>
                    <a:pt x="417748" y="1263996"/>
                  </a:lnTo>
                  <a:lnTo>
                    <a:pt x="417737" y="1263990"/>
                  </a:lnTo>
                  <a:lnTo>
                    <a:pt x="417713" y="1263978"/>
                  </a:lnTo>
                  <a:lnTo>
                    <a:pt x="417693" y="1263972"/>
                  </a:lnTo>
                  <a:lnTo>
                    <a:pt x="417662" y="1263965"/>
                  </a:lnTo>
                  <a:lnTo>
                    <a:pt x="417644" y="1263962"/>
                  </a:lnTo>
                  <a:lnTo>
                    <a:pt x="417636" y="1263963"/>
                  </a:lnTo>
                  <a:lnTo>
                    <a:pt x="417625" y="1263967"/>
                  </a:lnTo>
                  <a:lnTo>
                    <a:pt x="417611" y="1263976"/>
                  </a:lnTo>
                  <a:lnTo>
                    <a:pt x="417600" y="1263988"/>
                  </a:lnTo>
                  <a:lnTo>
                    <a:pt x="417588" y="1264004"/>
                  </a:lnTo>
                  <a:lnTo>
                    <a:pt x="417579" y="1264023"/>
                  </a:lnTo>
                  <a:lnTo>
                    <a:pt x="417572" y="1264041"/>
                  </a:lnTo>
                  <a:lnTo>
                    <a:pt x="417566" y="1264064"/>
                  </a:lnTo>
                  <a:lnTo>
                    <a:pt x="417564" y="1264074"/>
                  </a:lnTo>
                  <a:lnTo>
                    <a:pt x="417561" y="1264087"/>
                  </a:lnTo>
                  <a:lnTo>
                    <a:pt x="417556" y="1264116"/>
                  </a:lnTo>
                  <a:lnTo>
                    <a:pt x="417552" y="1264157"/>
                  </a:lnTo>
                  <a:lnTo>
                    <a:pt x="417548" y="1264191"/>
                  </a:lnTo>
                  <a:lnTo>
                    <a:pt x="417543" y="1264222"/>
                  </a:lnTo>
                  <a:lnTo>
                    <a:pt x="417538" y="1264244"/>
                  </a:lnTo>
                  <a:lnTo>
                    <a:pt x="417533" y="1264262"/>
                  </a:lnTo>
                  <a:lnTo>
                    <a:pt x="417527" y="1264280"/>
                  </a:lnTo>
                  <a:lnTo>
                    <a:pt x="417520" y="1264296"/>
                  </a:lnTo>
                  <a:lnTo>
                    <a:pt x="417514" y="1264306"/>
                  </a:lnTo>
                  <a:lnTo>
                    <a:pt x="417500" y="1264325"/>
                  </a:lnTo>
                  <a:lnTo>
                    <a:pt x="417486" y="1264344"/>
                  </a:lnTo>
                  <a:lnTo>
                    <a:pt x="417470" y="1264365"/>
                  </a:lnTo>
                  <a:lnTo>
                    <a:pt x="417454" y="1264383"/>
                  </a:lnTo>
                  <a:lnTo>
                    <a:pt x="417433" y="1264405"/>
                  </a:lnTo>
                  <a:lnTo>
                    <a:pt x="417409" y="1264427"/>
                  </a:lnTo>
                  <a:lnTo>
                    <a:pt x="417402" y="1264432"/>
                  </a:lnTo>
                  <a:lnTo>
                    <a:pt x="417398" y="1264436"/>
                  </a:lnTo>
                  <a:lnTo>
                    <a:pt x="417370" y="1264456"/>
                  </a:lnTo>
                  <a:lnTo>
                    <a:pt x="417353" y="1264466"/>
                  </a:lnTo>
                  <a:lnTo>
                    <a:pt x="417334" y="1264477"/>
                  </a:lnTo>
                  <a:lnTo>
                    <a:pt x="417314" y="1264487"/>
                  </a:lnTo>
                  <a:lnTo>
                    <a:pt x="417291" y="1264498"/>
                  </a:lnTo>
                  <a:lnTo>
                    <a:pt x="417277" y="1264504"/>
                  </a:lnTo>
                  <a:lnTo>
                    <a:pt x="417262" y="1264514"/>
                  </a:lnTo>
                  <a:lnTo>
                    <a:pt x="417239" y="1264530"/>
                  </a:lnTo>
                  <a:lnTo>
                    <a:pt x="417218" y="1264546"/>
                  </a:lnTo>
                  <a:lnTo>
                    <a:pt x="417203" y="1264555"/>
                  </a:lnTo>
                  <a:lnTo>
                    <a:pt x="417191" y="1264562"/>
                  </a:lnTo>
                  <a:lnTo>
                    <a:pt x="417179" y="1264568"/>
                  </a:lnTo>
                  <a:lnTo>
                    <a:pt x="417169" y="1264573"/>
                  </a:lnTo>
                  <a:lnTo>
                    <a:pt x="417154" y="1264576"/>
                  </a:lnTo>
                  <a:lnTo>
                    <a:pt x="417141" y="1264578"/>
                  </a:lnTo>
                  <a:lnTo>
                    <a:pt x="417117" y="1264580"/>
                  </a:lnTo>
                  <a:lnTo>
                    <a:pt x="417084" y="1264582"/>
                  </a:lnTo>
                  <a:lnTo>
                    <a:pt x="417055" y="1264584"/>
                  </a:lnTo>
                  <a:lnTo>
                    <a:pt x="417031" y="1264586"/>
                  </a:lnTo>
                  <a:lnTo>
                    <a:pt x="417001" y="1264592"/>
                  </a:lnTo>
                  <a:lnTo>
                    <a:pt x="416983" y="1264594"/>
                  </a:lnTo>
                  <a:lnTo>
                    <a:pt x="416961" y="1264595"/>
                  </a:lnTo>
                  <a:lnTo>
                    <a:pt x="416931" y="1264595"/>
                  </a:lnTo>
                  <a:lnTo>
                    <a:pt x="416898" y="1264593"/>
                  </a:lnTo>
                  <a:lnTo>
                    <a:pt x="416871" y="1264590"/>
                  </a:lnTo>
                  <a:lnTo>
                    <a:pt x="416842" y="1264585"/>
                  </a:lnTo>
                  <a:lnTo>
                    <a:pt x="416820" y="1264582"/>
                  </a:lnTo>
                  <a:lnTo>
                    <a:pt x="416803" y="1264578"/>
                  </a:lnTo>
                  <a:lnTo>
                    <a:pt x="416787" y="1264571"/>
                  </a:lnTo>
                  <a:lnTo>
                    <a:pt x="416771" y="1264563"/>
                  </a:lnTo>
                  <a:lnTo>
                    <a:pt x="416753" y="1264551"/>
                  </a:lnTo>
                  <a:lnTo>
                    <a:pt x="416731" y="1264537"/>
                  </a:lnTo>
                  <a:lnTo>
                    <a:pt x="416711" y="1264528"/>
                  </a:lnTo>
                  <a:lnTo>
                    <a:pt x="416697" y="1264525"/>
                  </a:lnTo>
                  <a:lnTo>
                    <a:pt x="416684" y="1264524"/>
                  </a:lnTo>
                  <a:lnTo>
                    <a:pt x="416667" y="1264527"/>
                  </a:lnTo>
                  <a:lnTo>
                    <a:pt x="416644" y="1264536"/>
                  </a:lnTo>
                  <a:lnTo>
                    <a:pt x="416620" y="1264545"/>
                  </a:lnTo>
                  <a:lnTo>
                    <a:pt x="416585" y="1264563"/>
                  </a:lnTo>
                  <a:lnTo>
                    <a:pt x="416578" y="1264564"/>
                  </a:lnTo>
                  <a:lnTo>
                    <a:pt x="416575" y="1264560"/>
                  </a:lnTo>
                  <a:lnTo>
                    <a:pt x="416570" y="1264541"/>
                  </a:lnTo>
                  <a:lnTo>
                    <a:pt x="416561" y="1264517"/>
                  </a:lnTo>
                  <a:lnTo>
                    <a:pt x="416552" y="1264499"/>
                  </a:lnTo>
                  <a:lnTo>
                    <a:pt x="416541" y="1264473"/>
                  </a:lnTo>
                  <a:lnTo>
                    <a:pt x="416534" y="1264457"/>
                  </a:lnTo>
                  <a:lnTo>
                    <a:pt x="416527" y="1264443"/>
                  </a:lnTo>
                  <a:lnTo>
                    <a:pt x="416520" y="1264435"/>
                  </a:lnTo>
                  <a:lnTo>
                    <a:pt x="416514" y="1264428"/>
                  </a:lnTo>
                  <a:lnTo>
                    <a:pt x="416507" y="1264424"/>
                  </a:lnTo>
                  <a:lnTo>
                    <a:pt x="416489" y="1264417"/>
                  </a:lnTo>
                  <a:lnTo>
                    <a:pt x="416464" y="1264407"/>
                  </a:lnTo>
                  <a:lnTo>
                    <a:pt x="416426" y="1264393"/>
                  </a:lnTo>
                  <a:lnTo>
                    <a:pt x="416393" y="1264383"/>
                  </a:lnTo>
                  <a:lnTo>
                    <a:pt x="416361" y="1264373"/>
                  </a:lnTo>
                  <a:lnTo>
                    <a:pt x="416337" y="1264365"/>
                  </a:lnTo>
                  <a:lnTo>
                    <a:pt x="416313" y="1264355"/>
                  </a:lnTo>
                  <a:lnTo>
                    <a:pt x="416282" y="1264338"/>
                  </a:lnTo>
                  <a:lnTo>
                    <a:pt x="416253" y="1264323"/>
                  </a:lnTo>
                  <a:lnTo>
                    <a:pt x="416235" y="1264312"/>
                  </a:lnTo>
                  <a:lnTo>
                    <a:pt x="416215" y="1264300"/>
                  </a:lnTo>
                  <a:lnTo>
                    <a:pt x="416200" y="1264289"/>
                  </a:lnTo>
                  <a:lnTo>
                    <a:pt x="416180" y="1264274"/>
                  </a:lnTo>
                  <a:lnTo>
                    <a:pt x="416176" y="1264271"/>
                  </a:lnTo>
                  <a:lnTo>
                    <a:pt x="416162" y="1264258"/>
                  </a:lnTo>
                  <a:lnTo>
                    <a:pt x="416144" y="1264240"/>
                  </a:lnTo>
                  <a:lnTo>
                    <a:pt x="416118" y="1264214"/>
                  </a:lnTo>
                  <a:lnTo>
                    <a:pt x="416098" y="1264194"/>
                  </a:lnTo>
                  <a:lnTo>
                    <a:pt x="416090" y="1264184"/>
                  </a:lnTo>
                  <a:lnTo>
                    <a:pt x="416082" y="1264175"/>
                  </a:lnTo>
                  <a:lnTo>
                    <a:pt x="416069" y="1264159"/>
                  </a:lnTo>
                  <a:lnTo>
                    <a:pt x="416056" y="1264146"/>
                  </a:lnTo>
                  <a:lnTo>
                    <a:pt x="416040" y="1264130"/>
                  </a:lnTo>
                  <a:lnTo>
                    <a:pt x="416026" y="1264117"/>
                  </a:lnTo>
                  <a:lnTo>
                    <a:pt x="416013" y="1264107"/>
                  </a:lnTo>
                  <a:lnTo>
                    <a:pt x="415996" y="1264096"/>
                  </a:lnTo>
                  <a:lnTo>
                    <a:pt x="415978" y="1264089"/>
                  </a:lnTo>
                  <a:lnTo>
                    <a:pt x="415969" y="1264085"/>
                  </a:lnTo>
                  <a:lnTo>
                    <a:pt x="415969" y="1264077"/>
                  </a:lnTo>
                  <a:lnTo>
                    <a:pt x="415971" y="1264060"/>
                  </a:lnTo>
                  <a:lnTo>
                    <a:pt x="415971" y="1264046"/>
                  </a:lnTo>
                  <a:lnTo>
                    <a:pt x="415970" y="1264009"/>
                  </a:lnTo>
                  <a:lnTo>
                    <a:pt x="415968" y="1263987"/>
                  </a:lnTo>
                  <a:lnTo>
                    <a:pt x="415967" y="1263954"/>
                  </a:lnTo>
                  <a:lnTo>
                    <a:pt x="415966" y="1263923"/>
                  </a:lnTo>
                  <a:lnTo>
                    <a:pt x="415968" y="1263900"/>
                  </a:lnTo>
                  <a:lnTo>
                    <a:pt x="415972" y="1263869"/>
                  </a:lnTo>
                  <a:lnTo>
                    <a:pt x="415973" y="1263854"/>
                  </a:lnTo>
                  <a:lnTo>
                    <a:pt x="415973" y="1263837"/>
                  </a:lnTo>
                  <a:lnTo>
                    <a:pt x="415972" y="1263825"/>
                  </a:lnTo>
                  <a:lnTo>
                    <a:pt x="415970" y="1263816"/>
                  </a:lnTo>
                  <a:lnTo>
                    <a:pt x="415963" y="1263793"/>
                  </a:lnTo>
                  <a:lnTo>
                    <a:pt x="415956" y="1263776"/>
                  </a:lnTo>
                  <a:lnTo>
                    <a:pt x="415948" y="1263761"/>
                  </a:lnTo>
                  <a:lnTo>
                    <a:pt x="415939" y="1263746"/>
                  </a:lnTo>
                  <a:lnTo>
                    <a:pt x="415926" y="1263725"/>
                  </a:lnTo>
                  <a:lnTo>
                    <a:pt x="415921" y="1263718"/>
                  </a:lnTo>
                  <a:lnTo>
                    <a:pt x="415907" y="1263699"/>
                  </a:lnTo>
                  <a:lnTo>
                    <a:pt x="415884" y="1263664"/>
                  </a:lnTo>
                  <a:lnTo>
                    <a:pt x="415871" y="1263641"/>
                  </a:lnTo>
                  <a:lnTo>
                    <a:pt x="415858" y="1263608"/>
                  </a:lnTo>
                  <a:lnTo>
                    <a:pt x="415848" y="1263581"/>
                  </a:lnTo>
                  <a:lnTo>
                    <a:pt x="415845" y="1263569"/>
                  </a:lnTo>
                  <a:lnTo>
                    <a:pt x="415843" y="1263555"/>
                  </a:lnTo>
                  <a:lnTo>
                    <a:pt x="415843" y="1263540"/>
                  </a:lnTo>
                  <a:lnTo>
                    <a:pt x="415844" y="1263524"/>
                  </a:lnTo>
                  <a:lnTo>
                    <a:pt x="415847" y="1263511"/>
                  </a:lnTo>
                  <a:lnTo>
                    <a:pt x="415852" y="1263498"/>
                  </a:lnTo>
                  <a:lnTo>
                    <a:pt x="415857" y="1263488"/>
                  </a:lnTo>
                  <a:lnTo>
                    <a:pt x="415861" y="1263477"/>
                  </a:lnTo>
                  <a:lnTo>
                    <a:pt x="415863" y="1263469"/>
                  </a:lnTo>
                  <a:lnTo>
                    <a:pt x="415865" y="1263444"/>
                  </a:lnTo>
                  <a:lnTo>
                    <a:pt x="415866" y="1263420"/>
                  </a:lnTo>
                  <a:lnTo>
                    <a:pt x="415866" y="1263404"/>
                  </a:lnTo>
                  <a:lnTo>
                    <a:pt x="415863" y="1263397"/>
                  </a:lnTo>
                  <a:lnTo>
                    <a:pt x="415856" y="1263390"/>
                  </a:lnTo>
                  <a:lnTo>
                    <a:pt x="415845" y="1263385"/>
                  </a:lnTo>
                  <a:lnTo>
                    <a:pt x="415822" y="1263376"/>
                  </a:lnTo>
                  <a:lnTo>
                    <a:pt x="415802" y="1263366"/>
                  </a:lnTo>
                  <a:lnTo>
                    <a:pt x="415778" y="1263355"/>
                  </a:lnTo>
                  <a:lnTo>
                    <a:pt x="415760" y="1263342"/>
                  </a:lnTo>
                  <a:lnTo>
                    <a:pt x="415745" y="1263332"/>
                  </a:lnTo>
                  <a:lnTo>
                    <a:pt x="415727" y="1263315"/>
                  </a:lnTo>
                  <a:lnTo>
                    <a:pt x="415709" y="1263296"/>
                  </a:lnTo>
                  <a:lnTo>
                    <a:pt x="415685" y="1263275"/>
                  </a:lnTo>
                  <a:lnTo>
                    <a:pt x="415666" y="1263261"/>
                  </a:lnTo>
                  <a:lnTo>
                    <a:pt x="415655" y="1263254"/>
                  </a:lnTo>
                  <a:lnTo>
                    <a:pt x="415647" y="1263252"/>
                  </a:lnTo>
                  <a:lnTo>
                    <a:pt x="415639" y="1263251"/>
                  </a:lnTo>
                  <a:lnTo>
                    <a:pt x="415582" y="1263255"/>
                  </a:lnTo>
                  <a:lnTo>
                    <a:pt x="415524" y="1263255"/>
                  </a:lnTo>
                  <a:lnTo>
                    <a:pt x="415466" y="1263253"/>
                  </a:lnTo>
                  <a:lnTo>
                    <a:pt x="415441" y="1263252"/>
                  </a:lnTo>
                  <a:lnTo>
                    <a:pt x="415414" y="1263252"/>
                  </a:lnTo>
                  <a:lnTo>
                    <a:pt x="415401" y="1263254"/>
                  </a:lnTo>
                  <a:lnTo>
                    <a:pt x="415385" y="1263259"/>
                  </a:lnTo>
                  <a:lnTo>
                    <a:pt x="415363" y="1263269"/>
                  </a:lnTo>
                  <a:lnTo>
                    <a:pt x="415344" y="1263277"/>
                  </a:lnTo>
                  <a:lnTo>
                    <a:pt x="415319" y="1263283"/>
                  </a:lnTo>
                  <a:lnTo>
                    <a:pt x="415307" y="1263286"/>
                  </a:lnTo>
                  <a:lnTo>
                    <a:pt x="415298" y="1263286"/>
                  </a:lnTo>
                  <a:lnTo>
                    <a:pt x="415279" y="1263281"/>
                  </a:lnTo>
                  <a:lnTo>
                    <a:pt x="415262" y="1263279"/>
                  </a:lnTo>
                  <a:lnTo>
                    <a:pt x="415235" y="1263274"/>
                  </a:lnTo>
                  <a:lnTo>
                    <a:pt x="415210" y="1263269"/>
                  </a:lnTo>
                  <a:lnTo>
                    <a:pt x="415188" y="1263267"/>
                  </a:lnTo>
                  <a:lnTo>
                    <a:pt x="415164" y="1263267"/>
                  </a:lnTo>
                  <a:lnTo>
                    <a:pt x="415138" y="1263269"/>
                  </a:lnTo>
                  <a:lnTo>
                    <a:pt x="415113" y="1263271"/>
                  </a:lnTo>
                  <a:lnTo>
                    <a:pt x="415095" y="1263270"/>
                  </a:lnTo>
                  <a:lnTo>
                    <a:pt x="415076" y="1263267"/>
                  </a:lnTo>
                  <a:lnTo>
                    <a:pt x="415062" y="1263263"/>
                  </a:lnTo>
                  <a:lnTo>
                    <a:pt x="415050" y="1263257"/>
                  </a:lnTo>
                  <a:lnTo>
                    <a:pt x="415035" y="1263248"/>
                  </a:lnTo>
                  <a:lnTo>
                    <a:pt x="415018" y="1263238"/>
                  </a:lnTo>
                  <a:lnTo>
                    <a:pt x="415013" y="1263236"/>
                  </a:lnTo>
                  <a:lnTo>
                    <a:pt x="415004" y="1263233"/>
                  </a:lnTo>
                  <a:lnTo>
                    <a:pt x="414983" y="1263230"/>
                  </a:lnTo>
                  <a:lnTo>
                    <a:pt x="414968" y="1263228"/>
                  </a:lnTo>
                  <a:lnTo>
                    <a:pt x="414963" y="1263225"/>
                  </a:lnTo>
                  <a:lnTo>
                    <a:pt x="414956" y="1263213"/>
                  </a:lnTo>
                  <a:lnTo>
                    <a:pt x="414951" y="1263204"/>
                  </a:lnTo>
                  <a:lnTo>
                    <a:pt x="414944" y="1263195"/>
                  </a:lnTo>
                  <a:lnTo>
                    <a:pt x="414938" y="1263189"/>
                  </a:lnTo>
                  <a:lnTo>
                    <a:pt x="414929" y="1263183"/>
                  </a:lnTo>
                  <a:lnTo>
                    <a:pt x="414925" y="1263180"/>
                  </a:lnTo>
                  <a:lnTo>
                    <a:pt x="414901" y="1263167"/>
                  </a:lnTo>
                  <a:lnTo>
                    <a:pt x="414882" y="1263158"/>
                  </a:lnTo>
                  <a:lnTo>
                    <a:pt x="414860" y="1263149"/>
                  </a:lnTo>
                  <a:lnTo>
                    <a:pt x="414838" y="1263141"/>
                  </a:lnTo>
                  <a:lnTo>
                    <a:pt x="414810" y="1263133"/>
                  </a:lnTo>
                  <a:lnTo>
                    <a:pt x="414777" y="1263123"/>
                  </a:lnTo>
                  <a:lnTo>
                    <a:pt x="414755" y="1263118"/>
                  </a:lnTo>
                  <a:lnTo>
                    <a:pt x="414736" y="1263111"/>
                  </a:lnTo>
                  <a:lnTo>
                    <a:pt x="414723" y="1263103"/>
                  </a:lnTo>
                  <a:lnTo>
                    <a:pt x="414708" y="1263093"/>
                  </a:lnTo>
                  <a:lnTo>
                    <a:pt x="414695" y="1263081"/>
                  </a:lnTo>
                  <a:lnTo>
                    <a:pt x="414685" y="1263069"/>
                  </a:lnTo>
                  <a:lnTo>
                    <a:pt x="414677" y="1263057"/>
                  </a:lnTo>
                  <a:lnTo>
                    <a:pt x="414669" y="1263042"/>
                  </a:lnTo>
                  <a:lnTo>
                    <a:pt x="414659" y="1263021"/>
                  </a:lnTo>
                  <a:lnTo>
                    <a:pt x="414651" y="1263001"/>
                  </a:lnTo>
                  <a:lnTo>
                    <a:pt x="414643" y="1262984"/>
                  </a:lnTo>
                  <a:lnTo>
                    <a:pt x="414636" y="1262972"/>
                  </a:lnTo>
                  <a:lnTo>
                    <a:pt x="414622" y="1262952"/>
                  </a:lnTo>
                  <a:lnTo>
                    <a:pt x="414609" y="1262936"/>
                  </a:lnTo>
                  <a:lnTo>
                    <a:pt x="414596" y="1262922"/>
                  </a:lnTo>
                  <a:lnTo>
                    <a:pt x="414581" y="1262909"/>
                  </a:lnTo>
                  <a:lnTo>
                    <a:pt x="414565" y="1262900"/>
                  </a:lnTo>
                  <a:lnTo>
                    <a:pt x="414548" y="1262894"/>
                  </a:lnTo>
                  <a:lnTo>
                    <a:pt x="414535" y="1262892"/>
                  </a:lnTo>
                  <a:lnTo>
                    <a:pt x="414524" y="1262893"/>
                  </a:lnTo>
                  <a:lnTo>
                    <a:pt x="414516" y="1262895"/>
                  </a:lnTo>
                  <a:lnTo>
                    <a:pt x="414510" y="1262897"/>
                  </a:lnTo>
                  <a:lnTo>
                    <a:pt x="414493" y="1262906"/>
                  </a:lnTo>
                  <a:lnTo>
                    <a:pt x="414472" y="1262920"/>
                  </a:lnTo>
                  <a:lnTo>
                    <a:pt x="414456" y="1262934"/>
                  </a:lnTo>
                  <a:lnTo>
                    <a:pt x="414441" y="1262947"/>
                  </a:lnTo>
                  <a:lnTo>
                    <a:pt x="414435" y="1262942"/>
                  </a:lnTo>
                  <a:lnTo>
                    <a:pt x="414432" y="1262928"/>
                  </a:lnTo>
                  <a:lnTo>
                    <a:pt x="414430" y="1262907"/>
                  </a:lnTo>
                  <a:lnTo>
                    <a:pt x="414429" y="1262878"/>
                  </a:lnTo>
                  <a:lnTo>
                    <a:pt x="414429" y="1262853"/>
                  </a:lnTo>
                  <a:lnTo>
                    <a:pt x="414429" y="1262827"/>
                  </a:lnTo>
                  <a:lnTo>
                    <a:pt x="414428" y="1262808"/>
                  </a:lnTo>
                  <a:lnTo>
                    <a:pt x="414426" y="1262795"/>
                  </a:lnTo>
                  <a:lnTo>
                    <a:pt x="414422" y="1262783"/>
                  </a:lnTo>
                  <a:lnTo>
                    <a:pt x="414417" y="1262768"/>
                  </a:lnTo>
                  <a:lnTo>
                    <a:pt x="414411" y="1262754"/>
                  </a:lnTo>
                  <a:lnTo>
                    <a:pt x="414403" y="1262737"/>
                  </a:lnTo>
                  <a:lnTo>
                    <a:pt x="414394" y="1262720"/>
                  </a:lnTo>
                  <a:lnTo>
                    <a:pt x="414385" y="1262705"/>
                  </a:lnTo>
                  <a:lnTo>
                    <a:pt x="414379" y="1262695"/>
                  </a:lnTo>
                  <a:lnTo>
                    <a:pt x="414374" y="1262689"/>
                  </a:lnTo>
                  <a:lnTo>
                    <a:pt x="414350" y="1262665"/>
                  </a:lnTo>
                  <a:lnTo>
                    <a:pt x="414330" y="1262646"/>
                  </a:lnTo>
                  <a:lnTo>
                    <a:pt x="414311" y="1262629"/>
                  </a:lnTo>
                  <a:lnTo>
                    <a:pt x="414306" y="1262624"/>
                  </a:lnTo>
                  <a:lnTo>
                    <a:pt x="414288" y="1262607"/>
                  </a:lnTo>
                  <a:lnTo>
                    <a:pt x="414275" y="1262592"/>
                  </a:lnTo>
                  <a:lnTo>
                    <a:pt x="414270" y="1262588"/>
                  </a:lnTo>
                  <a:lnTo>
                    <a:pt x="414262" y="1262584"/>
                  </a:lnTo>
                  <a:lnTo>
                    <a:pt x="414251" y="1262581"/>
                  </a:lnTo>
                  <a:lnTo>
                    <a:pt x="414229" y="1262575"/>
                  </a:lnTo>
                  <a:lnTo>
                    <a:pt x="414200" y="1262569"/>
                  </a:lnTo>
                  <a:lnTo>
                    <a:pt x="414188" y="1262565"/>
                  </a:lnTo>
                  <a:lnTo>
                    <a:pt x="414176" y="1262561"/>
                  </a:lnTo>
                  <a:lnTo>
                    <a:pt x="414166" y="1262558"/>
                  </a:lnTo>
                  <a:lnTo>
                    <a:pt x="414152" y="1262555"/>
                  </a:lnTo>
                  <a:lnTo>
                    <a:pt x="414127" y="1262552"/>
                  </a:lnTo>
                  <a:lnTo>
                    <a:pt x="414097" y="1262550"/>
                  </a:lnTo>
                  <a:lnTo>
                    <a:pt x="414074" y="1262549"/>
                  </a:lnTo>
                  <a:lnTo>
                    <a:pt x="414043" y="1262547"/>
                  </a:lnTo>
                  <a:lnTo>
                    <a:pt x="414019" y="1262545"/>
                  </a:lnTo>
                  <a:lnTo>
                    <a:pt x="414006" y="1262544"/>
                  </a:lnTo>
                  <a:lnTo>
                    <a:pt x="413990" y="1262542"/>
                  </a:lnTo>
                  <a:lnTo>
                    <a:pt x="413978" y="1262540"/>
                  </a:lnTo>
                  <a:lnTo>
                    <a:pt x="413969" y="1262541"/>
                  </a:lnTo>
                  <a:lnTo>
                    <a:pt x="413963" y="1262542"/>
                  </a:lnTo>
                  <a:lnTo>
                    <a:pt x="413942" y="1262554"/>
                  </a:lnTo>
                  <a:lnTo>
                    <a:pt x="413915" y="1262570"/>
                  </a:lnTo>
                  <a:lnTo>
                    <a:pt x="413891" y="1262589"/>
                  </a:lnTo>
                  <a:lnTo>
                    <a:pt x="413875" y="1262604"/>
                  </a:lnTo>
                  <a:lnTo>
                    <a:pt x="413854" y="1262625"/>
                  </a:lnTo>
                  <a:lnTo>
                    <a:pt x="413837" y="1262642"/>
                  </a:lnTo>
                  <a:lnTo>
                    <a:pt x="413819" y="1262663"/>
                  </a:lnTo>
                  <a:lnTo>
                    <a:pt x="413801" y="1262684"/>
                  </a:lnTo>
                  <a:lnTo>
                    <a:pt x="413784" y="1262704"/>
                  </a:lnTo>
                  <a:lnTo>
                    <a:pt x="413773" y="1262718"/>
                  </a:lnTo>
                  <a:lnTo>
                    <a:pt x="413764" y="1262726"/>
                  </a:lnTo>
                  <a:lnTo>
                    <a:pt x="413750" y="1262738"/>
                  </a:lnTo>
                  <a:lnTo>
                    <a:pt x="413736" y="1262748"/>
                  </a:lnTo>
                  <a:lnTo>
                    <a:pt x="413719" y="1262759"/>
                  </a:lnTo>
                  <a:lnTo>
                    <a:pt x="413700" y="1262772"/>
                  </a:lnTo>
                  <a:lnTo>
                    <a:pt x="413685" y="1262782"/>
                  </a:lnTo>
                  <a:lnTo>
                    <a:pt x="413666" y="1262792"/>
                  </a:lnTo>
                  <a:lnTo>
                    <a:pt x="413650" y="1262800"/>
                  </a:lnTo>
                  <a:lnTo>
                    <a:pt x="413630" y="1262811"/>
                  </a:lnTo>
                  <a:lnTo>
                    <a:pt x="413605" y="1262825"/>
                  </a:lnTo>
                  <a:lnTo>
                    <a:pt x="413577" y="1262839"/>
                  </a:lnTo>
                  <a:lnTo>
                    <a:pt x="413553" y="1262850"/>
                  </a:lnTo>
                  <a:lnTo>
                    <a:pt x="413539" y="1262857"/>
                  </a:lnTo>
                  <a:lnTo>
                    <a:pt x="413529" y="1262863"/>
                  </a:lnTo>
                  <a:lnTo>
                    <a:pt x="413518" y="1262872"/>
                  </a:lnTo>
                  <a:lnTo>
                    <a:pt x="413507" y="1262881"/>
                  </a:lnTo>
                  <a:lnTo>
                    <a:pt x="413494" y="1262897"/>
                  </a:lnTo>
                  <a:lnTo>
                    <a:pt x="413487" y="1262911"/>
                  </a:lnTo>
                  <a:lnTo>
                    <a:pt x="413479" y="1262932"/>
                  </a:lnTo>
                  <a:lnTo>
                    <a:pt x="413471" y="1262956"/>
                  </a:lnTo>
                  <a:lnTo>
                    <a:pt x="413464" y="1262972"/>
                  </a:lnTo>
                  <a:lnTo>
                    <a:pt x="413457" y="1262990"/>
                  </a:lnTo>
                  <a:lnTo>
                    <a:pt x="413452" y="1263007"/>
                  </a:lnTo>
                  <a:lnTo>
                    <a:pt x="413446" y="1263028"/>
                  </a:lnTo>
                  <a:lnTo>
                    <a:pt x="413437" y="1263057"/>
                  </a:lnTo>
                  <a:lnTo>
                    <a:pt x="413432" y="1263075"/>
                  </a:lnTo>
                  <a:lnTo>
                    <a:pt x="413429" y="1263090"/>
                  </a:lnTo>
                  <a:lnTo>
                    <a:pt x="413426" y="1263097"/>
                  </a:lnTo>
                  <a:lnTo>
                    <a:pt x="413422" y="1263102"/>
                  </a:lnTo>
                  <a:lnTo>
                    <a:pt x="413410" y="1263103"/>
                  </a:lnTo>
                  <a:lnTo>
                    <a:pt x="413389" y="1263099"/>
                  </a:lnTo>
                  <a:lnTo>
                    <a:pt x="413363" y="1263091"/>
                  </a:lnTo>
                  <a:lnTo>
                    <a:pt x="413339" y="1263083"/>
                  </a:lnTo>
                  <a:lnTo>
                    <a:pt x="413323" y="1263079"/>
                  </a:lnTo>
                  <a:lnTo>
                    <a:pt x="413312" y="1263075"/>
                  </a:lnTo>
                  <a:lnTo>
                    <a:pt x="413287" y="1263068"/>
                  </a:lnTo>
                  <a:lnTo>
                    <a:pt x="413264" y="1263060"/>
                  </a:lnTo>
                  <a:lnTo>
                    <a:pt x="413240" y="1263056"/>
                  </a:lnTo>
                  <a:lnTo>
                    <a:pt x="413229" y="1263054"/>
                  </a:lnTo>
                  <a:lnTo>
                    <a:pt x="413212" y="1263052"/>
                  </a:lnTo>
                  <a:lnTo>
                    <a:pt x="413198" y="1263050"/>
                  </a:lnTo>
                  <a:lnTo>
                    <a:pt x="413178" y="1263048"/>
                  </a:lnTo>
                  <a:lnTo>
                    <a:pt x="413147" y="1263044"/>
                  </a:lnTo>
                  <a:lnTo>
                    <a:pt x="413120" y="1263039"/>
                  </a:lnTo>
                  <a:lnTo>
                    <a:pt x="413102" y="1263034"/>
                  </a:lnTo>
                  <a:lnTo>
                    <a:pt x="413091" y="1263028"/>
                  </a:lnTo>
                  <a:lnTo>
                    <a:pt x="413070" y="1263016"/>
                  </a:lnTo>
                  <a:lnTo>
                    <a:pt x="413055" y="1263008"/>
                  </a:lnTo>
                  <a:lnTo>
                    <a:pt x="413049" y="1263005"/>
                  </a:lnTo>
                  <a:lnTo>
                    <a:pt x="413033" y="1262999"/>
                  </a:lnTo>
                  <a:lnTo>
                    <a:pt x="413011" y="1262992"/>
                  </a:lnTo>
                  <a:lnTo>
                    <a:pt x="412992" y="1262987"/>
                  </a:lnTo>
                  <a:lnTo>
                    <a:pt x="412981" y="1262983"/>
                  </a:lnTo>
                  <a:lnTo>
                    <a:pt x="412967" y="1262975"/>
                  </a:lnTo>
                  <a:lnTo>
                    <a:pt x="412962" y="1262973"/>
                  </a:lnTo>
                  <a:lnTo>
                    <a:pt x="412954" y="1262970"/>
                  </a:lnTo>
                  <a:lnTo>
                    <a:pt x="412935" y="1262965"/>
                  </a:lnTo>
                  <a:lnTo>
                    <a:pt x="412916" y="1262961"/>
                  </a:lnTo>
                  <a:lnTo>
                    <a:pt x="412894" y="1262958"/>
                  </a:lnTo>
                  <a:lnTo>
                    <a:pt x="412873" y="1262955"/>
                  </a:lnTo>
                  <a:lnTo>
                    <a:pt x="412860" y="1262955"/>
                  </a:lnTo>
                  <a:lnTo>
                    <a:pt x="412851" y="1262957"/>
                  </a:lnTo>
                  <a:lnTo>
                    <a:pt x="412838" y="1262961"/>
                  </a:lnTo>
                  <a:lnTo>
                    <a:pt x="412829" y="1262962"/>
                  </a:lnTo>
                  <a:lnTo>
                    <a:pt x="412817" y="1262963"/>
                  </a:lnTo>
                  <a:lnTo>
                    <a:pt x="412793" y="1262962"/>
                  </a:lnTo>
                  <a:lnTo>
                    <a:pt x="412777" y="1262960"/>
                  </a:lnTo>
                  <a:lnTo>
                    <a:pt x="412768" y="1262959"/>
                  </a:lnTo>
                  <a:lnTo>
                    <a:pt x="412751" y="1262957"/>
                  </a:lnTo>
                  <a:lnTo>
                    <a:pt x="412737" y="1262954"/>
                  </a:lnTo>
                  <a:lnTo>
                    <a:pt x="412730" y="1262950"/>
                  </a:lnTo>
                  <a:lnTo>
                    <a:pt x="412722" y="1262943"/>
                  </a:lnTo>
                  <a:lnTo>
                    <a:pt x="412716" y="1262937"/>
                  </a:lnTo>
                  <a:lnTo>
                    <a:pt x="412710" y="1262931"/>
                  </a:lnTo>
                  <a:lnTo>
                    <a:pt x="412702" y="1262929"/>
                  </a:lnTo>
                  <a:lnTo>
                    <a:pt x="412689" y="1262927"/>
                  </a:lnTo>
                  <a:lnTo>
                    <a:pt x="412678" y="1262929"/>
                  </a:lnTo>
                  <a:lnTo>
                    <a:pt x="412665" y="1262934"/>
                  </a:lnTo>
                  <a:lnTo>
                    <a:pt x="412649" y="1262943"/>
                  </a:lnTo>
                  <a:lnTo>
                    <a:pt x="412639" y="1262950"/>
                  </a:lnTo>
                  <a:lnTo>
                    <a:pt x="412624" y="1262960"/>
                  </a:lnTo>
                  <a:lnTo>
                    <a:pt x="412595" y="1262979"/>
                  </a:lnTo>
                  <a:lnTo>
                    <a:pt x="412570" y="1262994"/>
                  </a:lnTo>
                  <a:lnTo>
                    <a:pt x="412546" y="1263008"/>
                  </a:lnTo>
                  <a:lnTo>
                    <a:pt x="412528" y="1263018"/>
                  </a:lnTo>
                  <a:lnTo>
                    <a:pt x="412508" y="1263032"/>
                  </a:lnTo>
                  <a:lnTo>
                    <a:pt x="412495" y="1263041"/>
                  </a:lnTo>
                  <a:lnTo>
                    <a:pt x="412483" y="1263054"/>
                  </a:lnTo>
                  <a:lnTo>
                    <a:pt x="412472" y="1263066"/>
                  </a:lnTo>
                  <a:lnTo>
                    <a:pt x="412462" y="1263073"/>
                  </a:lnTo>
                  <a:lnTo>
                    <a:pt x="412455" y="1263076"/>
                  </a:lnTo>
                  <a:lnTo>
                    <a:pt x="412450" y="1263077"/>
                  </a:lnTo>
                  <a:lnTo>
                    <a:pt x="412444" y="1263075"/>
                  </a:lnTo>
                  <a:lnTo>
                    <a:pt x="412437" y="1263072"/>
                  </a:lnTo>
                  <a:lnTo>
                    <a:pt x="412432" y="1263066"/>
                  </a:lnTo>
                  <a:lnTo>
                    <a:pt x="412428" y="1263062"/>
                  </a:lnTo>
                  <a:lnTo>
                    <a:pt x="412416" y="1263051"/>
                  </a:lnTo>
                  <a:lnTo>
                    <a:pt x="412410" y="1263045"/>
                  </a:lnTo>
                  <a:lnTo>
                    <a:pt x="412397" y="1263036"/>
                  </a:lnTo>
                  <a:lnTo>
                    <a:pt x="412381" y="1263028"/>
                  </a:lnTo>
                  <a:lnTo>
                    <a:pt x="412366" y="1263025"/>
                  </a:lnTo>
                  <a:lnTo>
                    <a:pt x="412341" y="1263023"/>
                  </a:lnTo>
                  <a:lnTo>
                    <a:pt x="412294" y="1263020"/>
                  </a:lnTo>
                  <a:lnTo>
                    <a:pt x="412257" y="1263018"/>
                  </a:lnTo>
                  <a:lnTo>
                    <a:pt x="412232" y="1263016"/>
                  </a:lnTo>
                  <a:lnTo>
                    <a:pt x="412197" y="1263010"/>
                  </a:lnTo>
                  <a:lnTo>
                    <a:pt x="412164" y="1263003"/>
                  </a:lnTo>
                  <a:lnTo>
                    <a:pt x="412134" y="1262998"/>
                  </a:lnTo>
                  <a:lnTo>
                    <a:pt x="412116" y="1262997"/>
                  </a:lnTo>
                  <a:lnTo>
                    <a:pt x="412096" y="1262996"/>
                  </a:lnTo>
                  <a:lnTo>
                    <a:pt x="412076" y="1262997"/>
                  </a:lnTo>
                  <a:lnTo>
                    <a:pt x="412061" y="1263003"/>
                  </a:lnTo>
                  <a:lnTo>
                    <a:pt x="412045" y="1263010"/>
                  </a:lnTo>
                  <a:lnTo>
                    <a:pt x="412027" y="1263017"/>
                  </a:lnTo>
                  <a:lnTo>
                    <a:pt x="412018" y="1263018"/>
                  </a:lnTo>
                  <a:lnTo>
                    <a:pt x="412005" y="1263018"/>
                  </a:lnTo>
                  <a:lnTo>
                    <a:pt x="411989" y="1263016"/>
                  </a:lnTo>
                  <a:lnTo>
                    <a:pt x="411979" y="1263013"/>
                  </a:lnTo>
                  <a:lnTo>
                    <a:pt x="411973" y="1263011"/>
                  </a:lnTo>
                  <a:lnTo>
                    <a:pt x="411952" y="1263003"/>
                  </a:lnTo>
                  <a:lnTo>
                    <a:pt x="411938" y="1262996"/>
                  </a:lnTo>
                  <a:lnTo>
                    <a:pt x="411924" y="1262989"/>
                  </a:lnTo>
                  <a:lnTo>
                    <a:pt x="411906" y="1262981"/>
                  </a:lnTo>
                  <a:lnTo>
                    <a:pt x="411897" y="1262976"/>
                  </a:lnTo>
                  <a:lnTo>
                    <a:pt x="411863" y="1262959"/>
                  </a:lnTo>
                  <a:lnTo>
                    <a:pt x="411832" y="1262942"/>
                  </a:lnTo>
                  <a:lnTo>
                    <a:pt x="411799" y="1262928"/>
                  </a:lnTo>
                  <a:lnTo>
                    <a:pt x="411772" y="1262915"/>
                  </a:lnTo>
                  <a:lnTo>
                    <a:pt x="411749" y="1262907"/>
                  </a:lnTo>
                  <a:lnTo>
                    <a:pt x="411718" y="1262898"/>
                  </a:lnTo>
                  <a:lnTo>
                    <a:pt x="411683" y="1262893"/>
                  </a:lnTo>
                  <a:lnTo>
                    <a:pt x="411654" y="1262890"/>
                  </a:lnTo>
                  <a:lnTo>
                    <a:pt x="411648" y="1262890"/>
                  </a:lnTo>
                  <a:lnTo>
                    <a:pt x="411640" y="1262889"/>
                  </a:lnTo>
                  <a:lnTo>
                    <a:pt x="411625" y="1262888"/>
                  </a:lnTo>
                  <a:lnTo>
                    <a:pt x="411606" y="1262888"/>
                  </a:lnTo>
                  <a:lnTo>
                    <a:pt x="411593" y="1262888"/>
                  </a:lnTo>
                  <a:lnTo>
                    <a:pt x="411566" y="1262888"/>
                  </a:lnTo>
                  <a:lnTo>
                    <a:pt x="411519" y="1262887"/>
                  </a:lnTo>
                  <a:lnTo>
                    <a:pt x="411469" y="1262885"/>
                  </a:lnTo>
                  <a:lnTo>
                    <a:pt x="411427" y="1262884"/>
                  </a:lnTo>
                  <a:lnTo>
                    <a:pt x="411420" y="1262884"/>
                  </a:lnTo>
                  <a:lnTo>
                    <a:pt x="411395" y="1262884"/>
                  </a:lnTo>
                  <a:lnTo>
                    <a:pt x="411375" y="1262884"/>
                  </a:lnTo>
                  <a:lnTo>
                    <a:pt x="411343" y="1262889"/>
                  </a:lnTo>
                  <a:lnTo>
                    <a:pt x="411320" y="1262895"/>
                  </a:lnTo>
                  <a:lnTo>
                    <a:pt x="411311" y="1262899"/>
                  </a:lnTo>
                  <a:lnTo>
                    <a:pt x="411304" y="1262902"/>
                  </a:lnTo>
                  <a:lnTo>
                    <a:pt x="411282" y="1262915"/>
                  </a:lnTo>
                  <a:lnTo>
                    <a:pt x="411269" y="1262922"/>
                  </a:lnTo>
                  <a:lnTo>
                    <a:pt x="411244" y="1262932"/>
                  </a:lnTo>
                  <a:lnTo>
                    <a:pt x="411235" y="1262936"/>
                  </a:lnTo>
                  <a:lnTo>
                    <a:pt x="411199" y="1262952"/>
                  </a:lnTo>
                  <a:lnTo>
                    <a:pt x="411170" y="1262967"/>
                  </a:lnTo>
                  <a:lnTo>
                    <a:pt x="411151" y="1262979"/>
                  </a:lnTo>
                  <a:lnTo>
                    <a:pt x="411134" y="1262988"/>
                  </a:lnTo>
                  <a:lnTo>
                    <a:pt x="411124" y="1262992"/>
                  </a:lnTo>
                  <a:lnTo>
                    <a:pt x="411114" y="1262993"/>
                  </a:lnTo>
                  <a:lnTo>
                    <a:pt x="411103" y="1262993"/>
                  </a:lnTo>
                  <a:lnTo>
                    <a:pt x="411088" y="1262991"/>
                  </a:lnTo>
                  <a:lnTo>
                    <a:pt x="411059" y="1262990"/>
                  </a:lnTo>
                  <a:lnTo>
                    <a:pt x="411036" y="1262991"/>
                  </a:lnTo>
                  <a:lnTo>
                    <a:pt x="411009" y="1262995"/>
                  </a:lnTo>
                  <a:lnTo>
                    <a:pt x="410985" y="1263000"/>
                  </a:lnTo>
                  <a:lnTo>
                    <a:pt x="410957" y="1263008"/>
                  </a:lnTo>
                  <a:lnTo>
                    <a:pt x="410913" y="1263020"/>
                  </a:lnTo>
                  <a:lnTo>
                    <a:pt x="410869" y="1263032"/>
                  </a:lnTo>
                  <a:lnTo>
                    <a:pt x="410829" y="1263042"/>
                  </a:lnTo>
                  <a:lnTo>
                    <a:pt x="410796" y="1263049"/>
                  </a:lnTo>
                  <a:lnTo>
                    <a:pt x="410768" y="1263054"/>
                  </a:lnTo>
                  <a:lnTo>
                    <a:pt x="410752" y="1263056"/>
                  </a:lnTo>
                  <a:lnTo>
                    <a:pt x="410732" y="1263059"/>
                  </a:lnTo>
                  <a:lnTo>
                    <a:pt x="410690" y="1263067"/>
                  </a:lnTo>
                  <a:lnTo>
                    <a:pt x="410658" y="1263074"/>
                  </a:lnTo>
                  <a:lnTo>
                    <a:pt x="410639" y="1263078"/>
                  </a:lnTo>
                  <a:lnTo>
                    <a:pt x="410629" y="1263082"/>
                  </a:lnTo>
                  <a:lnTo>
                    <a:pt x="410614" y="1263089"/>
                  </a:lnTo>
                  <a:lnTo>
                    <a:pt x="410606" y="1263092"/>
                  </a:lnTo>
                  <a:lnTo>
                    <a:pt x="410601" y="1263077"/>
                  </a:lnTo>
                  <a:lnTo>
                    <a:pt x="410598" y="1263068"/>
                  </a:lnTo>
                  <a:lnTo>
                    <a:pt x="410590" y="1263046"/>
                  </a:lnTo>
                  <a:lnTo>
                    <a:pt x="410579" y="1263022"/>
                  </a:lnTo>
                  <a:lnTo>
                    <a:pt x="410558" y="1262977"/>
                  </a:lnTo>
                  <a:lnTo>
                    <a:pt x="410550" y="1262961"/>
                  </a:lnTo>
                  <a:lnTo>
                    <a:pt x="410548" y="1262951"/>
                  </a:lnTo>
                  <a:lnTo>
                    <a:pt x="410544" y="1262927"/>
                  </a:lnTo>
                  <a:lnTo>
                    <a:pt x="410541" y="1262912"/>
                  </a:lnTo>
                  <a:lnTo>
                    <a:pt x="410539" y="1262891"/>
                  </a:lnTo>
                  <a:lnTo>
                    <a:pt x="410536" y="1262876"/>
                  </a:lnTo>
                  <a:lnTo>
                    <a:pt x="410531" y="1262862"/>
                  </a:lnTo>
                  <a:lnTo>
                    <a:pt x="410526" y="1262847"/>
                  </a:lnTo>
                  <a:lnTo>
                    <a:pt x="410515" y="1262828"/>
                  </a:lnTo>
                  <a:lnTo>
                    <a:pt x="410505" y="1262810"/>
                  </a:lnTo>
                  <a:lnTo>
                    <a:pt x="410493" y="1262787"/>
                  </a:lnTo>
                  <a:lnTo>
                    <a:pt x="410480" y="1262762"/>
                  </a:lnTo>
                  <a:lnTo>
                    <a:pt x="410473" y="1262743"/>
                  </a:lnTo>
                  <a:lnTo>
                    <a:pt x="410465" y="1262728"/>
                  </a:lnTo>
                  <a:lnTo>
                    <a:pt x="410457" y="1262709"/>
                  </a:lnTo>
                  <a:lnTo>
                    <a:pt x="410448" y="1262684"/>
                  </a:lnTo>
                  <a:lnTo>
                    <a:pt x="410438" y="1262655"/>
                  </a:lnTo>
                  <a:lnTo>
                    <a:pt x="410431" y="1262635"/>
                  </a:lnTo>
                  <a:lnTo>
                    <a:pt x="410428" y="1262627"/>
                  </a:lnTo>
                  <a:lnTo>
                    <a:pt x="410425" y="1262618"/>
                  </a:lnTo>
                  <a:lnTo>
                    <a:pt x="410420" y="1262609"/>
                  </a:lnTo>
                  <a:lnTo>
                    <a:pt x="410410" y="1262592"/>
                  </a:lnTo>
                  <a:lnTo>
                    <a:pt x="410397" y="1262567"/>
                  </a:lnTo>
                  <a:lnTo>
                    <a:pt x="410394" y="1262563"/>
                  </a:lnTo>
                  <a:lnTo>
                    <a:pt x="410375" y="1262527"/>
                  </a:lnTo>
                  <a:lnTo>
                    <a:pt x="410370" y="1262517"/>
                  </a:lnTo>
                  <a:lnTo>
                    <a:pt x="410368" y="1262509"/>
                  </a:lnTo>
                  <a:lnTo>
                    <a:pt x="410365" y="1262494"/>
                  </a:lnTo>
                  <a:lnTo>
                    <a:pt x="410363" y="1262459"/>
                  </a:lnTo>
                  <a:lnTo>
                    <a:pt x="410361" y="1262448"/>
                  </a:lnTo>
                  <a:lnTo>
                    <a:pt x="410356" y="1262427"/>
                  </a:lnTo>
                  <a:lnTo>
                    <a:pt x="410351" y="1262399"/>
                  </a:lnTo>
                  <a:lnTo>
                    <a:pt x="410349" y="1262383"/>
                  </a:lnTo>
                  <a:lnTo>
                    <a:pt x="410347" y="1262357"/>
                  </a:lnTo>
                  <a:lnTo>
                    <a:pt x="410348" y="1262332"/>
                  </a:lnTo>
                  <a:lnTo>
                    <a:pt x="410349" y="1262315"/>
                  </a:lnTo>
                  <a:lnTo>
                    <a:pt x="410348" y="1262308"/>
                  </a:lnTo>
                  <a:lnTo>
                    <a:pt x="410345" y="1262298"/>
                  </a:lnTo>
                  <a:lnTo>
                    <a:pt x="410339" y="1262278"/>
                  </a:lnTo>
                  <a:lnTo>
                    <a:pt x="410338" y="1262268"/>
                  </a:lnTo>
                  <a:lnTo>
                    <a:pt x="410337" y="1262253"/>
                  </a:lnTo>
                  <a:lnTo>
                    <a:pt x="410338" y="1262240"/>
                  </a:lnTo>
                  <a:lnTo>
                    <a:pt x="410342" y="1262219"/>
                  </a:lnTo>
                  <a:lnTo>
                    <a:pt x="410349" y="1262203"/>
                  </a:lnTo>
                  <a:lnTo>
                    <a:pt x="410355" y="1262187"/>
                  </a:lnTo>
                  <a:lnTo>
                    <a:pt x="410362" y="1262175"/>
                  </a:lnTo>
                  <a:lnTo>
                    <a:pt x="410374" y="1262159"/>
                  </a:lnTo>
                  <a:lnTo>
                    <a:pt x="410390" y="1262136"/>
                  </a:lnTo>
                  <a:lnTo>
                    <a:pt x="410400" y="1262122"/>
                  </a:lnTo>
                  <a:lnTo>
                    <a:pt x="410409" y="1262109"/>
                  </a:lnTo>
                  <a:lnTo>
                    <a:pt x="410415" y="1262098"/>
                  </a:lnTo>
                  <a:lnTo>
                    <a:pt x="410418" y="1262088"/>
                  </a:lnTo>
                  <a:lnTo>
                    <a:pt x="410420" y="1262077"/>
                  </a:lnTo>
                  <a:lnTo>
                    <a:pt x="410420" y="1262068"/>
                  </a:lnTo>
                  <a:lnTo>
                    <a:pt x="410419" y="1262052"/>
                  </a:lnTo>
                  <a:lnTo>
                    <a:pt x="410421" y="1262040"/>
                  </a:lnTo>
                  <a:lnTo>
                    <a:pt x="410425" y="1262025"/>
                  </a:lnTo>
                  <a:lnTo>
                    <a:pt x="410435" y="1262004"/>
                  </a:lnTo>
                  <a:lnTo>
                    <a:pt x="410440" y="1261992"/>
                  </a:lnTo>
                  <a:lnTo>
                    <a:pt x="410444" y="1261987"/>
                  </a:lnTo>
                  <a:lnTo>
                    <a:pt x="410448" y="1261982"/>
                  </a:lnTo>
                  <a:lnTo>
                    <a:pt x="410455" y="1261974"/>
                  </a:lnTo>
                  <a:lnTo>
                    <a:pt x="410466" y="1261967"/>
                  </a:lnTo>
                  <a:lnTo>
                    <a:pt x="410489" y="1261952"/>
                  </a:lnTo>
                  <a:lnTo>
                    <a:pt x="410512" y="1261937"/>
                  </a:lnTo>
                  <a:lnTo>
                    <a:pt x="410528" y="1261928"/>
                  </a:lnTo>
                  <a:lnTo>
                    <a:pt x="410540" y="1261924"/>
                  </a:lnTo>
                  <a:lnTo>
                    <a:pt x="410557" y="1261921"/>
                  </a:lnTo>
                  <a:lnTo>
                    <a:pt x="410574" y="1261922"/>
                  </a:lnTo>
                  <a:lnTo>
                    <a:pt x="410599" y="1261928"/>
                  </a:lnTo>
                  <a:lnTo>
                    <a:pt x="410618" y="1261932"/>
                  </a:lnTo>
                  <a:lnTo>
                    <a:pt x="410640" y="1261934"/>
                  </a:lnTo>
                  <a:lnTo>
                    <a:pt x="410658" y="1261934"/>
                  </a:lnTo>
                  <a:lnTo>
                    <a:pt x="410684" y="1261935"/>
                  </a:lnTo>
                  <a:lnTo>
                    <a:pt x="410695" y="1261934"/>
                  </a:lnTo>
                  <a:lnTo>
                    <a:pt x="410711" y="1261929"/>
                  </a:lnTo>
                  <a:lnTo>
                    <a:pt x="410725" y="1261923"/>
                  </a:lnTo>
                  <a:lnTo>
                    <a:pt x="410733" y="1261920"/>
                  </a:lnTo>
                  <a:lnTo>
                    <a:pt x="410750" y="1261912"/>
                  </a:lnTo>
                  <a:lnTo>
                    <a:pt x="410759" y="1261907"/>
                  </a:lnTo>
                  <a:lnTo>
                    <a:pt x="410775" y="1261897"/>
                  </a:lnTo>
                  <a:lnTo>
                    <a:pt x="410791" y="1261884"/>
                  </a:lnTo>
                  <a:lnTo>
                    <a:pt x="410801" y="1261875"/>
                  </a:lnTo>
                  <a:lnTo>
                    <a:pt x="410807" y="1261868"/>
                  </a:lnTo>
                  <a:lnTo>
                    <a:pt x="410818" y="1261855"/>
                  </a:lnTo>
                  <a:lnTo>
                    <a:pt x="410829" y="1261842"/>
                  </a:lnTo>
                  <a:lnTo>
                    <a:pt x="410840" y="1261824"/>
                  </a:lnTo>
                  <a:lnTo>
                    <a:pt x="410853" y="1261797"/>
                  </a:lnTo>
                  <a:lnTo>
                    <a:pt x="410863" y="1261777"/>
                  </a:lnTo>
                  <a:lnTo>
                    <a:pt x="410875" y="1261755"/>
                  </a:lnTo>
                  <a:lnTo>
                    <a:pt x="410885" y="1261737"/>
                  </a:lnTo>
                  <a:lnTo>
                    <a:pt x="410894" y="1261724"/>
                  </a:lnTo>
                  <a:lnTo>
                    <a:pt x="410913" y="1261698"/>
                  </a:lnTo>
                  <a:lnTo>
                    <a:pt x="410926" y="1261679"/>
                  </a:lnTo>
                  <a:lnTo>
                    <a:pt x="410934" y="1261666"/>
                  </a:lnTo>
                  <a:lnTo>
                    <a:pt x="410938" y="1261657"/>
                  </a:lnTo>
                  <a:lnTo>
                    <a:pt x="410940" y="1261651"/>
                  </a:lnTo>
                  <a:lnTo>
                    <a:pt x="410947" y="1261631"/>
                  </a:lnTo>
                  <a:lnTo>
                    <a:pt x="410956" y="1261610"/>
                  </a:lnTo>
                  <a:lnTo>
                    <a:pt x="410959" y="1261604"/>
                  </a:lnTo>
                  <a:lnTo>
                    <a:pt x="410969" y="1261580"/>
                  </a:lnTo>
                  <a:lnTo>
                    <a:pt x="410981" y="1261557"/>
                  </a:lnTo>
                  <a:lnTo>
                    <a:pt x="410992" y="1261541"/>
                  </a:lnTo>
                  <a:lnTo>
                    <a:pt x="411006" y="1261520"/>
                  </a:lnTo>
                  <a:lnTo>
                    <a:pt x="411023" y="1261498"/>
                  </a:lnTo>
                  <a:lnTo>
                    <a:pt x="411045" y="1261470"/>
                  </a:lnTo>
                  <a:lnTo>
                    <a:pt x="411052" y="1261460"/>
                  </a:lnTo>
                  <a:lnTo>
                    <a:pt x="411066" y="1261440"/>
                  </a:lnTo>
                  <a:lnTo>
                    <a:pt x="411070" y="1261432"/>
                  </a:lnTo>
                  <a:lnTo>
                    <a:pt x="411066" y="1261425"/>
                  </a:lnTo>
                  <a:lnTo>
                    <a:pt x="411060" y="1261420"/>
                  </a:lnTo>
                  <a:lnTo>
                    <a:pt x="411045" y="1261408"/>
                  </a:lnTo>
                  <a:lnTo>
                    <a:pt x="411029" y="1261392"/>
                  </a:lnTo>
                  <a:lnTo>
                    <a:pt x="411009" y="1261371"/>
                  </a:lnTo>
                  <a:lnTo>
                    <a:pt x="410992" y="1261353"/>
                  </a:lnTo>
                  <a:lnTo>
                    <a:pt x="410981" y="1261337"/>
                  </a:lnTo>
                  <a:lnTo>
                    <a:pt x="410971" y="1261321"/>
                  </a:lnTo>
                  <a:lnTo>
                    <a:pt x="410963" y="1261306"/>
                  </a:lnTo>
                  <a:lnTo>
                    <a:pt x="410956" y="1261287"/>
                  </a:lnTo>
                  <a:lnTo>
                    <a:pt x="410949" y="1261269"/>
                  </a:lnTo>
                  <a:lnTo>
                    <a:pt x="410944" y="1261250"/>
                  </a:lnTo>
                  <a:lnTo>
                    <a:pt x="410940" y="1261229"/>
                  </a:lnTo>
                  <a:lnTo>
                    <a:pt x="410938" y="1261207"/>
                  </a:lnTo>
                  <a:lnTo>
                    <a:pt x="410939" y="1261190"/>
                  </a:lnTo>
                  <a:lnTo>
                    <a:pt x="410944" y="1261167"/>
                  </a:lnTo>
                  <a:lnTo>
                    <a:pt x="410945" y="1261160"/>
                  </a:lnTo>
                  <a:lnTo>
                    <a:pt x="410951" y="1261137"/>
                  </a:lnTo>
                  <a:lnTo>
                    <a:pt x="410953" y="1261126"/>
                  </a:lnTo>
                  <a:lnTo>
                    <a:pt x="410955" y="1261108"/>
                  </a:lnTo>
                  <a:lnTo>
                    <a:pt x="410957" y="1261098"/>
                  </a:lnTo>
                  <a:lnTo>
                    <a:pt x="410961" y="1261089"/>
                  </a:lnTo>
                  <a:lnTo>
                    <a:pt x="410965" y="1261080"/>
                  </a:lnTo>
                  <a:lnTo>
                    <a:pt x="410969" y="1261073"/>
                  </a:lnTo>
                  <a:lnTo>
                    <a:pt x="410989" y="1261048"/>
                  </a:lnTo>
                  <a:lnTo>
                    <a:pt x="411004" y="1261028"/>
                  </a:lnTo>
                  <a:lnTo>
                    <a:pt x="411017" y="1261008"/>
                  </a:lnTo>
                  <a:lnTo>
                    <a:pt x="411024" y="1260996"/>
                  </a:lnTo>
                  <a:lnTo>
                    <a:pt x="411025" y="1260990"/>
                  </a:lnTo>
                  <a:lnTo>
                    <a:pt x="411026" y="1260979"/>
                  </a:lnTo>
                  <a:lnTo>
                    <a:pt x="411028" y="1260966"/>
                  </a:lnTo>
                  <a:lnTo>
                    <a:pt x="411029" y="1260955"/>
                  </a:lnTo>
                  <a:lnTo>
                    <a:pt x="411033" y="1260941"/>
                  </a:lnTo>
                  <a:lnTo>
                    <a:pt x="411035" y="1260932"/>
                  </a:lnTo>
                  <a:lnTo>
                    <a:pt x="411040" y="1260916"/>
                  </a:lnTo>
                  <a:lnTo>
                    <a:pt x="411045" y="1260904"/>
                  </a:lnTo>
                  <a:lnTo>
                    <a:pt x="411051" y="1260891"/>
                  </a:lnTo>
                  <a:lnTo>
                    <a:pt x="411060" y="1260877"/>
                  </a:lnTo>
                  <a:lnTo>
                    <a:pt x="411070" y="1260864"/>
                  </a:lnTo>
                  <a:lnTo>
                    <a:pt x="411083" y="1260846"/>
                  </a:lnTo>
                  <a:lnTo>
                    <a:pt x="411105" y="1260820"/>
                  </a:lnTo>
                  <a:lnTo>
                    <a:pt x="411121" y="1260801"/>
                  </a:lnTo>
                  <a:lnTo>
                    <a:pt x="411139" y="1260782"/>
                  </a:lnTo>
                  <a:lnTo>
                    <a:pt x="411150" y="1260768"/>
                  </a:lnTo>
                  <a:lnTo>
                    <a:pt x="411166" y="1260748"/>
                  </a:lnTo>
                  <a:lnTo>
                    <a:pt x="411174" y="1260736"/>
                  </a:lnTo>
                  <a:lnTo>
                    <a:pt x="411183" y="1260721"/>
                  </a:lnTo>
                  <a:lnTo>
                    <a:pt x="411193" y="1260702"/>
                  </a:lnTo>
                  <a:lnTo>
                    <a:pt x="411200" y="1260691"/>
                  </a:lnTo>
                  <a:lnTo>
                    <a:pt x="411206" y="1260683"/>
                  </a:lnTo>
                  <a:lnTo>
                    <a:pt x="411216" y="1260676"/>
                  </a:lnTo>
                  <a:lnTo>
                    <a:pt x="411234" y="1260664"/>
                  </a:lnTo>
                  <a:lnTo>
                    <a:pt x="411254" y="1260654"/>
                  </a:lnTo>
                  <a:lnTo>
                    <a:pt x="411269" y="1260650"/>
                  </a:lnTo>
                  <a:lnTo>
                    <a:pt x="411283" y="1260649"/>
                  </a:lnTo>
                  <a:lnTo>
                    <a:pt x="411310" y="1260649"/>
                  </a:lnTo>
                  <a:lnTo>
                    <a:pt x="411332" y="1260650"/>
                  </a:lnTo>
                  <a:lnTo>
                    <a:pt x="411317" y="1260639"/>
                  </a:lnTo>
                  <a:lnTo>
                    <a:pt x="411296" y="1260628"/>
                  </a:lnTo>
                  <a:lnTo>
                    <a:pt x="411280" y="1260619"/>
                  </a:lnTo>
                  <a:lnTo>
                    <a:pt x="411264" y="1260606"/>
                  </a:lnTo>
                  <a:lnTo>
                    <a:pt x="411247" y="1260592"/>
                  </a:lnTo>
                  <a:lnTo>
                    <a:pt x="411228" y="1260575"/>
                  </a:lnTo>
                  <a:lnTo>
                    <a:pt x="411210" y="1260562"/>
                  </a:lnTo>
                  <a:lnTo>
                    <a:pt x="411184" y="1260545"/>
                  </a:lnTo>
                  <a:lnTo>
                    <a:pt x="411168" y="1260534"/>
                  </a:lnTo>
                  <a:lnTo>
                    <a:pt x="411149" y="1260522"/>
                  </a:lnTo>
                  <a:lnTo>
                    <a:pt x="411130" y="1260511"/>
                  </a:lnTo>
                  <a:lnTo>
                    <a:pt x="411124" y="1260506"/>
                  </a:lnTo>
                  <a:lnTo>
                    <a:pt x="411107" y="1260491"/>
                  </a:lnTo>
                  <a:lnTo>
                    <a:pt x="411089" y="1260470"/>
                  </a:lnTo>
                  <a:lnTo>
                    <a:pt x="411071" y="1260449"/>
                  </a:lnTo>
                  <a:lnTo>
                    <a:pt x="411053" y="1260432"/>
                  </a:lnTo>
                  <a:lnTo>
                    <a:pt x="411042" y="1260418"/>
                  </a:lnTo>
                  <a:lnTo>
                    <a:pt x="411031" y="1260404"/>
                  </a:lnTo>
                  <a:lnTo>
                    <a:pt x="411025" y="1260397"/>
                  </a:lnTo>
                  <a:lnTo>
                    <a:pt x="411011" y="1260381"/>
                  </a:lnTo>
                  <a:lnTo>
                    <a:pt x="410993" y="1260362"/>
                  </a:lnTo>
                  <a:lnTo>
                    <a:pt x="410976" y="1260342"/>
                  </a:lnTo>
                  <a:lnTo>
                    <a:pt x="410971" y="1260337"/>
                  </a:lnTo>
                  <a:lnTo>
                    <a:pt x="410961" y="1260326"/>
                  </a:lnTo>
                  <a:lnTo>
                    <a:pt x="410950" y="1260312"/>
                  </a:lnTo>
                  <a:lnTo>
                    <a:pt x="410938" y="1260296"/>
                  </a:lnTo>
                  <a:lnTo>
                    <a:pt x="410930" y="1260289"/>
                  </a:lnTo>
                  <a:lnTo>
                    <a:pt x="410918" y="1260281"/>
                  </a:lnTo>
                  <a:lnTo>
                    <a:pt x="410905" y="1260276"/>
                  </a:lnTo>
                  <a:lnTo>
                    <a:pt x="410890" y="1260271"/>
                  </a:lnTo>
                  <a:lnTo>
                    <a:pt x="410873" y="1260266"/>
                  </a:lnTo>
                  <a:lnTo>
                    <a:pt x="410858" y="1260263"/>
                  </a:lnTo>
                  <a:lnTo>
                    <a:pt x="410841" y="1260261"/>
                  </a:lnTo>
                  <a:lnTo>
                    <a:pt x="410818" y="1260259"/>
                  </a:lnTo>
                  <a:lnTo>
                    <a:pt x="410790" y="1260259"/>
                  </a:lnTo>
                  <a:lnTo>
                    <a:pt x="410764" y="1260259"/>
                  </a:lnTo>
                  <a:lnTo>
                    <a:pt x="410739" y="1260260"/>
                  </a:lnTo>
                  <a:lnTo>
                    <a:pt x="410712" y="1260263"/>
                  </a:lnTo>
                  <a:lnTo>
                    <a:pt x="410690" y="1260265"/>
                  </a:lnTo>
                  <a:lnTo>
                    <a:pt x="410672" y="1260266"/>
                  </a:lnTo>
                  <a:lnTo>
                    <a:pt x="410639" y="1260265"/>
                  </a:lnTo>
                  <a:lnTo>
                    <a:pt x="410609" y="1260264"/>
                  </a:lnTo>
                  <a:lnTo>
                    <a:pt x="410595" y="1260263"/>
                  </a:lnTo>
                  <a:lnTo>
                    <a:pt x="410586" y="1260260"/>
                  </a:lnTo>
                  <a:lnTo>
                    <a:pt x="410576" y="1260255"/>
                  </a:lnTo>
                  <a:lnTo>
                    <a:pt x="410570" y="1260250"/>
                  </a:lnTo>
                  <a:lnTo>
                    <a:pt x="410567" y="1260245"/>
                  </a:lnTo>
                  <a:lnTo>
                    <a:pt x="410564" y="1260239"/>
                  </a:lnTo>
                  <a:lnTo>
                    <a:pt x="410562" y="1260218"/>
                  </a:lnTo>
                  <a:lnTo>
                    <a:pt x="410560" y="1260192"/>
                  </a:lnTo>
                  <a:lnTo>
                    <a:pt x="410558" y="1260162"/>
                  </a:lnTo>
                  <a:lnTo>
                    <a:pt x="410556" y="1260134"/>
                  </a:lnTo>
                  <a:lnTo>
                    <a:pt x="410554" y="1260109"/>
                  </a:lnTo>
                  <a:lnTo>
                    <a:pt x="410554" y="1260096"/>
                  </a:lnTo>
                  <a:lnTo>
                    <a:pt x="410553" y="1260090"/>
                  </a:lnTo>
                  <a:lnTo>
                    <a:pt x="410554" y="1260067"/>
                  </a:lnTo>
                  <a:lnTo>
                    <a:pt x="410556" y="1260052"/>
                  </a:lnTo>
                  <a:lnTo>
                    <a:pt x="410559" y="1260044"/>
                  </a:lnTo>
                  <a:lnTo>
                    <a:pt x="410567" y="1260039"/>
                  </a:lnTo>
                  <a:lnTo>
                    <a:pt x="410598" y="1260041"/>
                  </a:lnTo>
                  <a:lnTo>
                    <a:pt x="410623" y="1260044"/>
                  </a:lnTo>
                  <a:lnTo>
                    <a:pt x="410649" y="1260050"/>
                  </a:lnTo>
                  <a:lnTo>
                    <a:pt x="410667" y="1260053"/>
                  </a:lnTo>
                  <a:lnTo>
                    <a:pt x="410693" y="1260057"/>
                  </a:lnTo>
                  <a:lnTo>
                    <a:pt x="410704" y="1260057"/>
                  </a:lnTo>
                  <a:lnTo>
                    <a:pt x="410720" y="1260058"/>
                  </a:lnTo>
                  <a:lnTo>
                    <a:pt x="410740" y="1260057"/>
                  </a:lnTo>
                  <a:lnTo>
                    <a:pt x="410762" y="1260054"/>
                  </a:lnTo>
                  <a:lnTo>
                    <a:pt x="410773" y="1260052"/>
                  </a:lnTo>
                  <a:lnTo>
                    <a:pt x="410788" y="1260047"/>
                  </a:lnTo>
                  <a:lnTo>
                    <a:pt x="410805" y="1260041"/>
                  </a:lnTo>
                  <a:lnTo>
                    <a:pt x="410816" y="1260038"/>
                  </a:lnTo>
                  <a:lnTo>
                    <a:pt x="410822" y="1260034"/>
                  </a:lnTo>
                  <a:lnTo>
                    <a:pt x="410826" y="1260029"/>
                  </a:lnTo>
                  <a:lnTo>
                    <a:pt x="410828" y="1260022"/>
                  </a:lnTo>
                  <a:lnTo>
                    <a:pt x="410831" y="1260012"/>
                  </a:lnTo>
                  <a:lnTo>
                    <a:pt x="410833" y="1260000"/>
                  </a:lnTo>
                  <a:lnTo>
                    <a:pt x="410832" y="1259978"/>
                  </a:lnTo>
                  <a:lnTo>
                    <a:pt x="410831" y="1259958"/>
                  </a:lnTo>
                  <a:lnTo>
                    <a:pt x="410830" y="1259943"/>
                  </a:lnTo>
                  <a:lnTo>
                    <a:pt x="410832" y="1259926"/>
                  </a:lnTo>
                  <a:lnTo>
                    <a:pt x="410834" y="1259913"/>
                  </a:lnTo>
                  <a:lnTo>
                    <a:pt x="410840" y="1259895"/>
                  </a:lnTo>
                  <a:lnTo>
                    <a:pt x="410847" y="1259876"/>
                  </a:lnTo>
                  <a:lnTo>
                    <a:pt x="410849" y="1259868"/>
                  </a:lnTo>
                  <a:lnTo>
                    <a:pt x="410857" y="1259837"/>
                  </a:lnTo>
                  <a:lnTo>
                    <a:pt x="410862" y="1259819"/>
                  </a:lnTo>
                  <a:lnTo>
                    <a:pt x="410869" y="1259800"/>
                  </a:lnTo>
                  <a:lnTo>
                    <a:pt x="410876" y="1259781"/>
                  </a:lnTo>
                  <a:lnTo>
                    <a:pt x="410880" y="1259771"/>
                  </a:lnTo>
                  <a:lnTo>
                    <a:pt x="410883" y="1259762"/>
                  </a:lnTo>
                  <a:lnTo>
                    <a:pt x="410891" y="1259740"/>
                  </a:lnTo>
                  <a:lnTo>
                    <a:pt x="410898" y="1259724"/>
                  </a:lnTo>
                  <a:lnTo>
                    <a:pt x="410904" y="1259710"/>
                  </a:lnTo>
                  <a:lnTo>
                    <a:pt x="410908" y="1259701"/>
                  </a:lnTo>
                  <a:lnTo>
                    <a:pt x="410915" y="1259690"/>
                  </a:lnTo>
                  <a:lnTo>
                    <a:pt x="410922" y="1259680"/>
                  </a:lnTo>
                  <a:lnTo>
                    <a:pt x="410931" y="1259671"/>
                  </a:lnTo>
                  <a:lnTo>
                    <a:pt x="410944" y="1259658"/>
                  </a:lnTo>
                  <a:lnTo>
                    <a:pt x="410957" y="1259646"/>
                  </a:lnTo>
                  <a:lnTo>
                    <a:pt x="410971" y="1259635"/>
                  </a:lnTo>
                  <a:lnTo>
                    <a:pt x="410989" y="1259620"/>
                  </a:lnTo>
                  <a:lnTo>
                    <a:pt x="411003" y="1259609"/>
                  </a:lnTo>
                  <a:lnTo>
                    <a:pt x="411021" y="1259594"/>
                  </a:lnTo>
                  <a:lnTo>
                    <a:pt x="411031" y="1259586"/>
                  </a:lnTo>
                  <a:lnTo>
                    <a:pt x="411036" y="1259582"/>
                  </a:lnTo>
                  <a:lnTo>
                    <a:pt x="411049" y="1259571"/>
                  </a:lnTo>
                  <a:lnTo>
                    <a:pt x="411060" y="1259563"/>
                  </a:lnTo>
                  <a:lnTo>
                    <a:pt x="411069" y="1259556"/>
                  </a:lnTo>
                  <a:lnTo>
                    <a:pt x="411082" y="1259551"/>
                  </a:lnTo>
                  <a:lnTo>
                    <a:pt x="411091" y="1259547"/>
                  </a:lnTo>
                  <a:lnTo>
                    <a:pt x="411100" y="1259544"/>
                  </a:lnTo>
                  <a:lnTo>
                    <a:pt x="411125" y="1259536"/>
                  </a:lnTo>
                  <a:lnTo>
                    <a:pt x="411150" y="1259531"/>
                  </a:lnTo>
                  <a:lnTo>
                    <a:pt x="411179" y="1259525"/>
                  </a:lnTo>
                  <a:lnTo>
                    <a:pt x="411186" y="1259524"/>
                  </a:lnTo>
                  <a:lnTo>
                    <a:pt x="411204" y="1259519"/>
                  </a:lnTo>
                  <a:lnTo>
                    <a:pt x="411216" y="1259516"/>
                  </a:lnTo>
                  <a:lnTo>
                    <a:pt x="411223" y="1259513"/>
                  </a:lnTo>
                  <a:lnTo>
                    <a:pt x="411230" y="1259508"/>
                  </a:lnTo>
                  <a:lnTo>
                    <a:pt x="411244" y="1259496"/>
                  </a:lnTo>
                  <a:lnTo>
                    <a:pt x="411258" y="1259480"/>
                  </a:lnTo>
                  <a:lnTo>
                    <a:pt x="411273" y="1259466"/>
                  </a:lnTo>
                  <a:lnTo>
                    <a:pt x="411290" y="1259450"/>
                  </a:lnTo>
                  <a:lnTo>
                    <a:pt x="411306" y="1259436"/>
                  </a:lnTo>
                  <a:lnTo>
                    <a:pt x="411323" y="1259423"/>
                  </a:lnTo>
                  <a:lnTo>
                    <a:pt x="411336" y="1259415"/>
                  </a:lnTo>
                  <a:lnTo>
                    <a:pt x="411351" y="1259407"/>
                  </a:lnTo>
                  <a:lnTo>
                    <a:pt x="411371" y="1259398"/>
                  </a:lnTo>
                  <a:lnTo>
                    <a:pt x="411387" y="1259392"/>
                  </a:lnTo>
                  <a:lnTo>
                    <a:pt x="411400" y="1259388"/>
                  </a:lnTo>
                  <a:lnTo>
                    <a:pt x="411407" y="1259387"/>
                  </a:lnTo>
                  <a:lnTo>
                    <a:pt x="411424" y="1259383"/>
                  </a:lnTo>
                  <a:lnTo>
                    <a:pt x="411430" y="1259381"/>
                  </a:lnTo>
                  <a:lnTo>
                    <a:pt x="411453" y="1259377"/>
                  </a:lnTo>
                  <a:lnTo>
                    <a:pt x="411477" y="1259374"/>
                  </a:lnTo>
                  <a:lnTo>
                    <a:pt x="411499" y="1259372"/>
                  </a:lnTo>
                  <a:lnTo>
                    <a:pt x="411527" y="1259370"/>
                  </a:lnTo>
                  <a:lnTo>
                    <a:pt x="411546" y="1259369"/>
                  </a:lnTo>
                  <a:lnTo>
                    <a:pt x="411579" y="1259365"/>
                  </a:lnTo>
                  <a:lnTo>
                    <a:pt x="411590" y="1259364"/>
                  </a:lnTo>
                  <a:lnTo>
                    <a:pt x="411606" y="1259360"/>
                  </a:lnTo>
                  <a:lnTo>
                    <a:pt x="411619" y="1259357"/>
                  </a:lnTo>
                  <a:lnTo>
                    <a:pt x="411633" y="1259351"/>
                  </a:lnTo>
                  <a:lnTo>
                    <a:pt x="411649" y="1259344"/>
                  </a:lnTo>
                  <a:lnTo>
                    <a:pt x="411663" y="1259337"/>
                  </a:lnTo>
                  <a:lnTo>
                    <a:pt x="411679" y="1259327"/>
                  </a:lnTo>
                  <a:lnTo>
                    <a:pt x="411697" y="1259316"/>
                  </a:lnTo>
                  <a:lnTo>
                    <a:pt x="411712" y="1259306"/>
                  </a:lnTo>
                  <a:lnTo>
                    <a:pt x="411728" y="1259296"/>
                  </a:lnTo>
                  <a:lnTo>
                    <a:pt x="411743" y="1259287"/>
                  </a:lnTo>
                  <a:lnTo>
                    <a:pt x="411755" y="1259280"/>
                  </a:lnTo>
                  <a:lnTo>
                    <a:pt x="411766" y="1259276"/>
                  </a:lnTo>
                  <a:lnTo>
                    <a:pt x="411780" y="1259272"/>
                  </a:lnTo>
                  <a:lnTo>
                    <a:pt x="411790" y="1259270"/>
                  </a:lnTo>
                  <a:lnTo>
                    <a:pt x="411805" y="1259269"/>
                  </a:lnTo>
                  <a:lnTo>
                    <a:pt x="411816" y="1259269"/>
                  </a:lnTo>
                  <a:lnTo>
                    <a:pt x="411825" y="1259272"/>
                  </a:lnTo>
                  <a:lnTo>
                    <a:pt x="411838" y="1259278"/>
                  </a:lnTo>
                  <a:lnTo>
                    <a:pt x="411856" y="1259288"/>
                  </a:lnTo>
                  <a:lnTo>
                    <a:pt x="411870" y="1259294"/>
                  </a:lnTo>
                  <a:lnTo>
                    <a:pt x="411880" y="1259297"/>
                  </a:lnTo>
                  <a:lnTo>
                    <a:pt x="411881" y="1259291"/>
                  </a:lnTo>
                  <a:lnTo>
                    <a:pt x="411877" y="1259283"/>
                  </a:lnTo>
                  <a:lnTo>
                    <a:pt x="411870" y="1259277"/>
                  </a:lnTo>
                  <a:lnTo>
                    <a:pt x="411858" y="1259268"/>
                  </a:lnTo>
                  <a:lnTo>
                    <a:pt x="411851" y="1259264"/>
                  </a:lnTo>
                  <a:lnTo>
                    <a:pt x="411842" y="1259258"/>
                  </a:lnTo>
                  <a:lnTo>
                    <a:pt x="411830" y="1259251"/>
                  </a:lnTo>
                  <a:lnTo>
                    <a:pt x="411824" y="1259245"/>
                  </a:lnTo>
                  <a:lnTo>
                    <a:pt x="411820" y="1259239"/>
                  </a:lnTo>
                  <a:lnTo>
                    <a:pt x="411818" y="1259233"/>
                  </a:lnTo>
                  <a:lnTo>
                    <a:pt x="411817" y="1259221"/>
                  </a:lnTo>
                  <a:lnTo>
                    <a:pt x="411815" y="1259211"/>
                  </a:lnTo>
                  <a:lnTo>
                    <a:pt x="411812" y="1259195"/>
                  </a:lnTo>
                  <a:lnTo>
                    <a:pt x="411807" y="1259175"/>
                  </a:lnTo>
                  <a:lnTo>
                    <a:pt x="411804" y="1259161"/>
                  </a:lnTo>
                  <a:lnTo>
                    <a:pt x="411802" y="1259150"/>
                  </a:lnTo>
                  <a:lnTo>
                    <a:pt x="411802" y="1259140"/>
                  </a:lnTo>
                  <a:lnTo>
                    <a:pt x="411804" y="1259122"/>
                  </a:lnTo>
                  <a:lnTo>
                    <a:pt x="411808" y="1259102"/>
                  </a:lnTo>
                  <a:lnTo>
                    <a:pt x="411811" y="1259083"/>
                  </a:lnTo>
                  <a:lnTo>
                    <a:pt x="411813" y="1259070"/>
                  </a:lnTo>
                  <a:lnTo>
                    <a:pt x="411814" y="1259055"/>
                  </a:lnTo>
                  <a:lnTo>
                    <a:pt x="411817" y="1259043"/>
                  </a:lnTo>
                  <a:lnTo>
                    <a:pt x="411818" y="1259036"/>
                  </a:lnTo>
                  <a:lnTo>
                    <a:pt x="411821" y="1259023"/>
                  </a:lnTo>
                  <a:lnTo>
                    <a:pt x="411825" y="1259011"/>
                  </a:lnTo>
                  <a:lnTo>
                    <a:pt x="411830" y="1258991"/>
                  </a:lnTo>
                  <a:lnTo>
                    <a:pt x="411835" y="1258973"/>
                  </a:lnTo>
                  <a:lnTo>
                    <a:pt x="411838" y="1258960"/>
                  </a:lnTo>
                  <a:lnTo>
                    <a:pt x="411841" y="1258951"/>
                  </a:lnTo>
                  <a:lnTo>
                    <a:pt x="411847" y="1258939"/>
                  </a:lnTo>
                  <a:lnTo>
                    <a:pt x="411856" y="1258927"/>
                  </a:lnTo>
                  <a:lnTo>
                    <a:pt x="411863" y="1258919"/>
                  </a:lnTo>
                  <a:lnTo>
                    <a:pt x="411873" y="1258910"/>
                  </a:lnTo>
                  <a:lnTo>
                    <a:pt x="411885" y="1258901"/>
                  </a:lnTo>
                  <a:lnTo>
                    <a:pt x="411899" y="1258892"/>
                  </a:lnTo>
                  <a:lnTo>
                    <a:pt x="411910" y="1258883"/>
                  </a:lnTo>
                  <a:lnTo>
                    <a:pt x="411919" y="1258874"/>
                  </a:lnTo>
                  <a:lnTo>
                    <a:pt x="411929" y="1258860"/>
                  </a:lnTo>
                  <a:lnTo>
                    <a:pt x="411936" y="1258847"/>
                  </a:lnTo>
                  <a:lnTo>
                    <a:pt x="411945" y="1258831"/>
                  </a:lnTo>
                  <a:lnTo>
                    <a:pt x="411956" y="1258818"/>
                  </a:lnTo>
                  <a:lnTo>
                    <a:pt x="411965" y="1258804"/>
                  </a:lnTo>
                  <a:lnTo>
                    <a:pt x="411974" y="1258791"/>
                  </a:lnTo>
                  <a:lnTo>
                    <a:pt x="411985" y="1258773"/>
                  </a:lnTo>
                  <a:lnTo>
                    <a:pt x="411996" y="1258756"/>
                  </a:lnTo>
                  <a:lnTo>
                    <a:pt x="412010" y="1258732"/>
                  </a:lnTo>
                  <a:lnTo>
                    <a:pt x="412021" y="1258714"/>
                  </a:lnTo>
                  <a:lnTo>
                    <a:pt x="412029" y="1258701"/>
                  </a:lnTo>
                  <a:lnTo>
                    <a:pt x="412040" y="1258683"/>
                  </a:lnTo>
                  <a:lnTo>
                    <a:pt x="412050" y="1258666"/>
                  </a:lnTo>
                  <a:lnTo>
                    <a:pt x="412058" y="1258651"/>
                  </a:lnTo>
                  <a:lnTo>
                    <a:pt x="412067" y="1258638"/>
                  </a:lnTo>
                  <a:lnTo>
                    <a:pt x="412077" y="1258618"/>
                  </a:lnTo>
                  <a:lnTo>
                    <a:pt x="412083" y="1258604"/>
                  </a:lnTo>
                  <a:lnTo>
                    <a:pt x="412086" y="1258593"/>
                  </a:lnTo>
                  <a:lnTo>
                    <a:pt x="412089" y="1258586"/>
                  </a:lnTo>
                  <a:lnTo>
                    <a:pt x="412092" y="1258581"/>
                  </a:lnTo>
                  <a:lnTo>
                    <a:pt x="412098" y="1258576"/>
                  </a:lnTo>
                  <a:lnTo>
                    <a:pt x="412107" y="1258571"/>
                  </a:lnTo>
                  <a:lnTo>
                    <a:pt x="412125" y="1258562"/>
                  </a:lnTo>
                  <a:lnTo>
                    <a:pt x="412133" y="1258557"/>
                  </a:lnTo>
                  <a:lnTo>
                    <a:pt x="412137" y="1258552"/>
                  </a:lnTo>
                  <a:lnTo>
                    <a:pt x="412141" y="1258547"/>
                  </a:lnTo>
                  <a:lnTo>
                    <a:pt x="412147" y="1258534"/>
                  </a:lnTo>
                  <a:lnTo>
                    <a:pt x="412156" y="1258512"/>
                  </a:lnTo>
                  <a:lnTo>
                    <a:pt x="412162" y="1258494"/>
                  </a:lnTo>
                  <a:lnTo>
                    <a:pt x="412165" y="1258484"/>
                  </a:lnTo>
                  <a:lnTo>
                    <a:pt x="412171" y="1258464"/>
                  </a:lnTo>
                  <a:lnTo>
                    <a:pt x="412176" y="1258445"/>
                  </a:lnTo>
                  <a:lnTo>
                    <a:pt x="412179" y="1258424"/>
                  </a:lnTo>
                  <a:lnTo>
                    <a:pt x="412184" y="1258406"/>
                  </a:lnTo>
                  <a:lnTo>
                    <a:pt x="412188" y="1258391"/>
                  </a:lnTo>
                  <a:lnTo>
                    <a:pt x="412194" y="1258367"/>
                  </a:lnTo>
                  <a:lnTo>
                    <a:pt x="412198" y="1258343"/>
                  </a:lnTo>
                  <a:lnTo>
                    <a:pt x="412197" y="1258336"/>
                  </a:lnTo>
                  <a:lnTo>
                    <a:pt x="412192" y="1258333"/>
                  </a:lnTo>
                  <a:lnTo>
                    <a:pt x="412186" y="1258330"/>
                  </a:lnTo>
                  <a:lnTo>
                    <a:pt x="412154" y="1258316"/>
                  </a:lnTo>
                  <a:lnTo>
                    <a:pt x="412127" y="1258302"/>
                  </a:lnTo>
                  <a:lnTo>
                    <a:pt x="412108" y="1258291"/>
                  </a:lnTo>
                  <a:lnTo>
                    <a:pt x="412096" y="1258283"/>
                  </a:lnTo>
                  <a:lnTo>
                    <a:pt x="412085" y="1258275"/>
                  </a:lnTo>
                  <a:lnTo>
                    <a:pt x="412078" y="1258267"/>
                  </a:lnTo>
                  <a:lnTo>
                    <a:pt x="412071" y="1258259"/>
                  </a:lnTo>
                  <a:lnTo>
                    <a:pt x="412061" y="1258243"/>
                  </a:lnTo>
                  <a:lnTo>
                    <a:pt x="412052" y="1258229"/>
                  </a:lnTo>
                  <a:lnTo>
                    <a:pt x="412044" y="1258219"/>
                  </a:lnTo>
                  <a:lnTo>
                    <a:pt x="412034" y="1258209"/>
                  </a:lnTo>
                  <a:lnTo>
                    <a:pt x="412024" y="1258202"/>
                  </a:lnTo>
                  <a:lnTo>
                    <a:pt x="412017" y="1258199"/>
                  </a:lnTo>
                  <a:lnTo>
                    <a:pt x="412006" y="1258196"/>
                  </a:lnTo>
                  <a:lnTo>
                    <a:pt x="411990" y="1258194"/>
                  </a:lnTo>
                  <a:lnTo>
                    <a:pt x="411971" y="1258193"/>
                  </a:lnTo>
                  <a:lnTo>
                    <a:pt x="411954" y="1258191"/>
                  </a:lnTo>
                  <a:lnTo>
                    <a:pt x="411946" y="1258189"/>
                  </a:lnTo>
                  <a:lnTo>
                    <a:pt x="411937" y="1258185"/>
                  </a:lnTo>
                  <a:lnTo>
                    <a:pt x="411923" y="1258179"/>
                  </a:lnTo>
                  <a:lnTo>
                    <a:pt x="411901" y="1258170"/>
                  </a:lnTo>
                  <a:lnTo>
                    <a:pt x="411876" y="1258161"/>
                  </a:lnTo>
                  <a:lnTo>
                    <a:pt x="411857" y="1258154"/>
                  </a:lnTo>
                  <a:lnTo>
                    <a:pt x="411839" y="1258148"/>
                  </a:lnTo>
                  <a:lnTo>
                    <a:pt x="411821" y="1258142"/>
                  </a:lnTo>
                  <a:lnTo>
                    <a:pt x="411802" y="1258138"/>
                  </a:lnTo>
                  <a:lnTo>
                    <a:pt x="411780" y="1258135"/>
                  </a:lnTo>
                  <a:lnTo>
                    <a:pt x="411761" y="1258134"/>
                  </a:lnTo>
                  <a:lnTo>
                    <a:pt x="411734" y="1258135"/>
                  </a:lnTo>
                  <a:lnTo>
                    <a:pt x="411699" y="1258137"/>
                  </a:lnTo>
                  <a:lnTo>
                    <a:pt x="411684" y="1258138"/>
                  </a:lnTo>
                  <a:lnTo>
                    <a:pt x="411675" y="1258134"/>
                  </a:lnTo>
                  <a:lnTo>
                    <a:pt x="411675" y="1258116"/>
                  </a:lnTo>
                  <a:lnTo>
                    <a:pt x="411677" y="1258093"/>
                  </a:lnTo>
                  <a:lnTo>
                    <a:pt x="411676" y="1258080"/>
                  </a:lnTo>
                  <a:lnTo>
                    <a:pt x="411673" y="1258072"/>
                  </a:lnTo>
                  <a:lnTo>
                    <a:pt x="411666" y="1258062"/>
                  </a:lnTo>
                  <a:lnTo>
                    <a:pt x="411657" y="1258053"/>
                  </a:lnTo>
                  <a:lnTo>
                    <a:pt x="411646" y="1258044"/>
                  </a:lnTo>
                  <a:lnTo>
                    <a:pt x="411637" y="1258040"/>
                  </a:lnTo>
                  <a:lnTo>
                    <a:pt x="411630" y="1258036"/>
                  </a:lnTo>
                  <a:lnTo>
                    <a:pt x="411617" y="1258034"/>
                  </a:lnTo>
                  <a:lnTo>
                    <a:pt x="411600" y="1258033"/>
                  </a:lnTo>
                  <a:lnTo>
                    <a:pt x="411575" y="1258033"/>
                  </a:lnTo>
                  <a:lnTo>
                    <a:pt x="411545" y="1258033"/>
                  </a:lnTo>
                  <a:lnTo>
                    <a:pt x="411530" y="1258034"/>
                  </a:lnTo>
                  <a:lnTo>
                    <a:pt x="411514" y="1258033"/>
                  </a:lnTo>
                  <a:lnTo>
                    <a:pt x="411492" y="1258030"/>
                  </a:lnTo>
                  <a:lnTo>
                    <a:pt x="411472" y="1258028"/>
                  </a:lnTo>
                  <a:lnTo>
                    <a:pt x="411459" y="1258027"/>
                  </a:lnTo>
                  <a:lnTo>
                    <a:pt x="411428" y="1258027"/>
                  </a:lnTo>
                  <a:lnTo>
                    <a:pt x="411397" y="1258026"/>
                  </a:lnTo>
                  <a:lnTo>
                    <a:pt x="411378" y="1258025"/>
                  </a:lnTo>
                  <a:lnTo>
                    <a:pt x="411354" y="1258023"/>
                  </a:lnTo>
                  <a:lnTo>
                    <a:pt x="411332" y="1258020"/>
                  </a:lnTo>
                  <a:lnTo>
                    <a:pt x="411312" y="1258017"/>
                  </a:lnTo>
                  <a:lnTo>
                    <a:pt x="411287" y="1258014"/>
                  </a:lnTo>
                  <a:lnTo>
                    <a:pt x="411263" y="1258012"/>
                  </a:lnTo>
                  <a:lnTo>
                    <a:pt x="411238" y="1258011"/>
                  </a:lnTo>
                  <a:lnTo>
                    <a:pt x="411210" y="1258010"/>
                  </a:lnTo>
                  <a:lnTo>
                    <a:pt x="411188" y="1258010"/>
                  </a:lnTo>
                  <a:lnTo>
                    <a:pt x="411175" y="1258008"/>
                  </a:lnTo>
                  <a:lnTo>
                    <a:pt x="411156" y="1258004"/>
                  </a:lnTo>
                  <a:lnTo>
                    <a:pt x="411138" y="1257999"/>
                  </a:lnTo>
                  <a:lnTo>
                    <a:pt x="411117" y="1257995"/>
                  </a:lnTo>
                  <a:lnTo>
                    <a:pt x="411100" y="1257992"/>
                  </a:lnTo>
                  <a:lnTo>
                    <a:pt x="411084" y="1257992"/>
                  </a:lnTo>
                  <a:lnTo>
                    <a:pt x="411077" y="1257990"/>
                  </a:lnTo>
                  <a:lnTo>
                    <a:pt x="411075" y="1257984"/>
                  </a:lnTo>
                  <a:lnTo>
                    <a:pt x="411075" y="1257966"/>
                  </a:lnTo>
                  <a:lnTo>
                    <a:pt x="411077" y="1257944"/>
                  </a:lnTo>
                  <a:lnTo>
                    <a:pt x="411077" y="1257929"/>
                  </a:lnTo>
                  <a:lnTo>
                    <a:pt x="411075" y="1257916"/>
                  </a:lnTo>
                  <a:lnTo>
                    <a:pt x="411071" y="1257900"/>
                  </a:lnTo>
                  <a:lnTo>
                    <a:pt x="411067" y="1257883"/>
                  </a:lnTo>
                  <a:lnTo>
                    <a:pt x="411060" y="1257863"/>
                  </a:lnTo>
                  <a:lnTo>
                    <a:pt x="411054" y="1257844"/>
                  </a:lnTo>
                  <a:lnTo>
                    <a:pt x="411051" y="1257832"/>
                  </a:lnTo>
                  <a:lnTo>
                    <a:pt x="411048" y="1257818"/>
                  </a:lnTo>
                  <a:lnTo>
                    <a:pt x="411046" y="1257811"/>
                  </a:lnTo>
                  <a:lnTo>
                    <a:pt x="411045" y="1257806"/>
                  </a:lnTo>
                  <a:lnTo>
                    <a:pt x="411044" y="1257781"/>
                  </a:lnTo>
                  <a:lnTo>
                    <a:pt x="411043" y="1257768"/>
                  </a:lnTo>
                  <a:lnTo>
                    <a:pt x="411046" y="1257751"/>
                  </a:lnTo>
                  <a:lnTo>
                    <a:pt x="411049" y="1257735"/>
                  </a:lnTo>
                  <a:lnTo>
                    <a:pt x="411052" y="1257719"/>
                  </a:lnTo>
                  <a:lnTo>
                    <a:pt x="411053" y="1257712"/>
                  </a:lnTo>
                  <a:lnTo>
                    <a:pt x="411058" y="1257691"/>
                  </a:lnTo>
                  <a:lnTo>
                    <a:pt x="411066" y="1257672"/>
                  </a:lnTo>
                  <a:lnTo>
                    <a:pt x="411073" y="1257658"/>
                  </a:lnTo>
                  <a:lnTo>
                    <a:pt x="411083" y="1257644"/>
                  </a:lnTo>
                  <a:lnTo>
                    <a:pt x="411092" y="1257637"/>
                  </a:lnTo>
                  <a:lnTo>
                    <a:pt x="411109" y="1257626"/>
                  </a:lnTo>
                  <a:lnTo>
                    <a:pt x="411128" y="1257615"/>
                  </a:lnTo>
                  <a:lnTo>
                    <a:pt x="411147" y="1257604"/>
                  </a:lnTo>
                  <a:lnTo>
                    <a:pt x="411167" y="1257595"/>
                  </a:lnTo>
                  <a:lnTo>
                    <a:pt x="411177" y="1257589"/>
                  </a:lnTo>
                  <a:lnTo>
                    <a:pt x="411184" y="1257584"/>
                  </a:lnTo>
                  <a:lnTo>
                    <a:pt x="411192" y="1257576"/>
                  </a:lnTo>
                  <a:lnTo>
                    <a:pt x="411197" y="1257568"/>
                  </a:lnTo>
                  <a:lnTo>
                    <a:pt x="411201" y="1257558"/>
                  </a:lnTo>
                  <a:lnTo>
                    <a:pt x="411207" y="1257540"/>
                  </a:lnTo>
                  <a:lnTo>
                    <a:pt x="411211" y="1257530"/>
                  </a:lnTo>
                  <a:lnTo>
                    <a:pt x="411216" y="1257522"/>
                  </a:lnTo>
                  <a:lnTo>
                    <a:pt x="411223" y="1257506"/>
                  </a:lnTo>
                  <a:lnTo>
                    <a:pt x="411227" y="1257496"/>
                  </a:lnTo>
                  <a:lnTo>
                    <a:pt x="411230" y="1257483"/>
                  </a:lnTo>
                  <a:lnTo>
                    <a:pt x="411231" y="1257472"/>
                  </a:lnTo>
                  <a:lnTo>
                    <a:pt x="411234" y="1257461"/>
                  </a:lnTo>
                  <a:lnTo>
                    <a:pt x="411238" y="1257452"/>
                  </a:lnTo>
                  <a:lnTo>
                    <a:pt x="411245" y="1257439"/>
                  </a:lnTo>
                  <a:lnTo>
                    <a:pt x="411255" y="1257423"/>
                  </a:lnTo>
                  <a:lnTo>
                    <a:pt x="411264" y="1257407"/>
                  </a:lnTo>
                  <a:lnTo>
                    <a:pt x="411274" y="1257388"/>
                  </a:lnTo>
                  <a:lnTo>
                    <a:pt x="411286" y="1257369"/>
                  </a:lnTo>
                  <a:lnTo>
                    <a:pt x="411295" y="1257350"/>
                  </a:lnTo>
                  <a:lnTo>
                    <a:pt x="411304" y="1257333"/>
                  </a:lnTo>
                  <a:lnTo>
                    <a:pt x="411311" y="1257318"/>
                  </a:lnTo>
                  <a:lnTo>
                    <a:pt x="411314" y="1257306"/>
                  </a:lnTo>
                  <a:lnTo>
                    <a:pt x="411317" y="1257292"/>
                  </a:lnTo>
                  <a:lnTo>
                    <a:pt x="411318" y="1257278"/>
                  </a:lnTo>
                  <a:lnTo>
                    <a:pt x="411317" y="1257265"/>
                  </a:lnTo>
                  <a:lnTo>
                    <a:pt x="411316" y="1257248"/>
                  </a:lnTo>
                  <a:lnTo>
                    <a:pt x="411315" y="1257228"/>
                  </a:lnTo>
                  <a:lnTo>
                    <a:pt x="411314" y="1257204"/>
                  </a:lnTo>
                  <a:lnTo>
                    <a:pt x="411315" y="1257178"/>
                  </a:lnTo>
                  <a:lnTo>
                    <a:pt x="411314" y="1257163"/>
                  </a:lnTo>
                  <a:lnTo>
                    <a:pt x="411312" y="1257156"/>
                  </a:lnTo>
                  <a:lnTo>
                    <a:pt x="411309" y="1257151"/>
                  </a:lnTo>
                  <a:lnTo>
                    <a:pt x="411303" y="1257145"/>
                  </a:lnTo>
                  <a:lnTo>
                    <a:pt x="411296" y="1257141"/>
                  </a:lnTo>
                  <a:lnTo>
                    <a:pt x="411287" y="1257140"/>
                  </a:lnTo>
                  <a:lnTo>
                    <a:pt x="411277" y="1257136"/>
                  </a:lnTo>
                  <a:lnTo>
                    <a:pt x="411269" y="1257129"/>
                  </a:lnTo>
                  <a:lnTo>
                    <a:pt x="411259" y="1257121"/>
                  </a:lnTo>
                  <a:lnTo>
                    <a:pt x="411252" y="1257113"/>
                  </a:lnTo>
                  <a:lnTo>
                    <a:pt x="411242" y="1257102"/>
                  </a:lnTo>
                  <a:lnTo>
                    <a:pt x="411233" y="1257089"/>
                  </a:lnTo>
                  <a:lnTo>
                    <a:pt x="411225" y="1257076"/>
                  </a:lnTo>
                  <a:lnTo>
                    <a:pt x="411214" y="1257060"/>
                  </a:lnTo>
                  <a:lnTo>
                    <a:pt x="411203" y="1257044"/>
                  </a:lnTo>
                  <a:lnTo>
                    <a:pt x="411192" y="1257028"/>
                  </a:lnTo>
                  <a:lnTo>
                    <a:pt x="411182" y="1257013"/>
                  </a:lnTo>
                  <a:lnTo>
                    <a:pt x="411176" y="1257001"/>
                  </a:lnTo>
                  <a:lnTo>
                    <a:pt x="411171" y="1256991"/>
                  </a:lnTo>
                  <a:lnTo>
                    <a:pt x="411170" y="1256980"/>
                  </a:lnTo>
                  <a:lnTo>
                    <a:pt x="411169" y="1256967"/>
                  </a:lnTo>
                  <a:lnTo>
                    <a:pt x="411170" y="1256947"/>
                  </a:lnTo>
                  <a:lnTo>
                    <a:pt x="411172" y="1256935"/>
                  </a:lnTo>
                  <a:lnTo>
                    <a:pt x="411176" y="1256920"/>
                  </a:lnTo>
                  <a:lnTo>
                    <a:pt x="411181" y="1256903"/>
                  </a:lnTo>
                  <a:lnTo>
                    <a:pt x="411188" y="1256882"/>
                  </a:lnTo>
                  <a:lnTo>
                    <a:pt x="411194" y="1256865"/>
                  </a:lnTo>
                  <a:lnTo>
                    <a:pt x="411203" y="1256844"/>
                  </a:lnTo>
                  <a:lnTo>
                    <a:pt x="411212" y="1256825"/>
                  </a:lnTo>
                  <a:lnTo>
                    <a:pt x="411223" y="1256806"/>
                  </a:lnTo>
                  <a:lnTo>
                    <a:pt x="411236" y="1256785"/>
                  </a:lnTo>
                  <a:lnTo>
                    <a:pt x="411243" y="1256775"/>
                  </a:lnTo>
                  <a:lnTo>
                    <a:pt x="411252" y="1256764"/>
                  </a:lnTo>
                  <a:lnTo>
                    <a:pt x="411264" y="1256754"/>
                  </a:lnTo>
                  <a:lnTo>
                    <a:pt x="411272" y="1256747"/>
                  </a:lnTo>
                  <a:lnTo>
                    <a:pt x="411281" y="1256739"/>
                  </a:lnTo>
                  <a:lnTo>
                    <a:pt x="411285" y="1256733"/>
                  </a:lnTo>
                  <a:lnTo>
                    <a:pt x="411288" y="1256727"/>
                  </a:lnTo>
                  <a:lnTo>
                    <a:pt x="411290" y="1256715"/>
                  </a:lnTo>
                  <a:lnTo>
                    <a:pt x="411291" y="1256704"/>
                  </a:lnTo>
                  <a:lnTo>
                    <a:pt x="411288" y="1256685"/>
                  </a:lnTo>
                  <a:lnTo>
                    <a:pt x="411284" y="1256663"/>
                  </a:lnTo>
                  <a:lnTo>
                    <a:pt x="411278" y="1256636"/>
                  </a:lnTo>
                  <a:lnTo>
                    <a:pt x="411275" y="1256622"/>
                  </a:lnTo>
                  <a:lnTo>
                    <a:pt x="411273" y="1256615"/>
                  </a:lnTo>
                  <a:lnTo>
                    <a:pt x="411270" y="1256601"/>
                  </a:lnTo>
                  <a:lnTo>
                    <a:pt x="411261" y="1256573"/>
                  </a:lnTo>
                  <a:lnTo>
                    <a:pt x="411256" y="1256556"/>
                  </a:lnTo>
                  <a:lnTo>
                    <a:pt x="411254" y="1256550"/>
                  </a:lnTo>
                  <a:lnTo>
                    <a:pt x="411244" y="1256519"/>
                  </a:lnTo>
                  <a:lnTo>
                    <a:pt x="411233" y="1256486"/>
                  </a:lnTo>
                  <a:lnTo>
                    <a:pt x="411221" y="1256454"/>
                  </a:lnTo>
                  <a:lnTo>
                    <a:pt x="411213" y="1256437"/>
                  </a:lnTo>
                  <a:lnTo>
                    <a:pt x="411204" y="1256413"/>
                  </a:lnTo>
                  <a:lnTo>
                    <a:pt x="411197" y="1256395"/>
                  </a:lnTo>
                  <a:lnTo>
                    <a:pt x="411191" y="1256383"/>
                  </a:lnTo>
                  <a:lnTo>
                    <a:pt x="411184" y="1256381"/>
                  </a:lnTo>
                  <a:lnTo>
                    <a:pt x="411177" y="1256382"/>
                  </a:lnTo>
                  <a:lnTo>
                    <a:pt x="411163" y="1256388"/>
                  </a:lnTo>
                  <a:lnTo>
                    <a:pt x="411156" y="1256389"/>
                  </a:lnTo>
                  <a:lnTo>
                    <a:pt x="411150" y="1256389"/>
                  </a:lnTo>
                  <a:lnTo>
                    <a:pt x="411144" y="1256387"/>
                  </a:lnTo>
                  <a:lnTo>
                    <a:pt x="411135" y="1256382"/>
                  </a:lnTo>
                  <a:lnTo>
                    <a:pt x="411116" y="1256372"/>
                  </a:lnTo>
                  <a:lnTo>
                    <a:pt x="411096" y="1256362"/>
                  </a:lnTo>
                  <a:lnTo>
                    <a:pt x="411077" y="1256354"/>
                  </a:lnTo>
                  <a:lnTo>
                    <a:pt x="411062" y="1256348"/>
                  </a:lnTo>
                  <a:lnTo>
                    <a:pt x="411031" y="1256337"/>
                  </a:lnTo>
                  <a:lnTo>
                    <a:pt x="411007" y="1256330"/>
                  </a:lnTo>
                  <a:lnTo>
                    <a:pt x="410982" y="1256323"/>
                  </a:lnTo>
                  <a:lnTo>
                    <a:pt x="410961" y="1256319"/>
                  </a:lnTo>
                  <a:lnTo>
                    <a:pt x="410944" y="1256318"/>
                  </a:lnTo>
                  <a:lnTo>
                    <a:pt x="410926" y="1256318"/>
                  </a:lnTo>
                  <a:lnTo>
                    <a:pt x="410912" y="1256317"/>
                  </a:lnTo>
                  <a:lnTo>
                    <a:pt x="410905" y="1256316"/>
                  </a:lnTo>
                  <a:lnTo>
                    <a:pt x="410881" y="1256312"/>
                  </a:lnTo>
                  <a:lnTo>
                    <a:pt x="410864" y="1256309"/>
                  </a:lnTo>
                  <a:lnTo>
                    <a:pt x="410847" y="1256310"/>
                  </a:lnTo>
                  <a:lnTo>
                    <a:pt x="410825" y="1256313"/>
                  </a:lnTo>
                  <a:lnTo>
                    <a:pt x="410801" y="1256316"/>
                  </a:lnTo>
                  <a:lnTo>
                    <a:pt x="410778" y="1256320"/>
                  </a:lnTo>
                  <a:lnTo>
                    <a:pt x="410749" y="1256325"/>
                  </a:lnTo>
                  <a:lnTo>
                    <a:pt x="410714" y="1256331"/>
                  </a:lnTo>
                  <a:lnTo>
                    <a:pt x="410695" y="1256335"/>
                  </a:lnTo>
                  <a:lnTo>
                    <a:pt x="410681" y="1256338"/>
                  </a:lnTo>
                  <a:lnTo>
                    <a:pt x="410664" y="1256341"/>
                  </a:lnTo>
                  <a:lnTo>
                    <a:pt x="410641" y="1256345"/>
                  </a:lnTo>
                  <a:lnTo>
                    <a:pt x="410620" y="1256348"/>
                  </a:lnTo>
                  <a:lnTo>
                    <a:pt x="410597" y="1256352"/>
                  </a:lnTo>
                  <a:lnTo>
                    <a:pt x="410571" y="1256357"/>
                  </a:lnTo>
                  <a:lnTo>
                    <a:pt x="410553" y="1256359"/>
                  </a:lnTo>
                  <a:lnTo>
                    <a:pt x="410542" y="1256359"/>
                  </a:lnTo>
                  <a:lnTo>
                    <a:pt x="410529" y="1256356"/>
                  </a:lnTo>
                  <a:lnTo>
                    <a:pt x="410521" y="1256356"/>
                  </a:lnTo>
                  <a:lnTo>
                    <a:pt x="410515" y="1256357"/>
                  </a:lnTo>
                  <a:lnTo>
                    <a:pt x="410508" y="1256361"/>
                  </a:lnTo>
                  <a:lnTo>
                    <a:pt x="410492" y="1256371"/>
                  </a:lnTo>
                  <a:lnTo>
                    <a:pt x="410480" y="1256377"/>
                  </a:lnTo>
                  <a:lnTo>
                    <a:pt x="410472" y="1256379"/>
                  </a:lnTo>
                  <a:lnTo>
                    <a:pt x="410455" y="1256384"/>
                  </a:lnTo>
                  <a:lnTo>
                    <a:pt x="410438" y="1256389"/>
                  </a:lnTo>
                  <a:lnTo>
                    <a:pt x="410422" y="1256392"/>
                  </a:lnTo>
                  <a:lnTo>
                    <a:pt x="410397" y="1256396"/>
                  </a:lnTo>
                  <a:lnTo>
                    <a:pt x="410363" y="1256401"/>
                  </a:lnTo>
                  <a:lnTo>
                    <a:pt x="410329" y="1256407"/>
                  </a:lnTo>
                  <a:lnTo>
                    <a:pt x="410293" y="1256413"/>
                  </a:lnTo>
                  <a:lnTo>
                    <a:pt x="410271" y="1256415"/>
                  </a:lnTo>
                  <a:lnTo>
                    <a:pt x="410246" y="1256419"/>
                  </a:lnTo>
                  <a:lnTo>
                    <a:pt x="410227" y="1256422"/>
                  </a:lnTo>
                  <a:lnTo>
                    <a:pt x="410215" y="1256424"/>
                  </a:lnTo>
                  <a:lnTo>
                    <a:pt x="410201" y="1256430"/>
                  </a:lnTo>
                  <a:lnTo>
                    <a:pt x="410186" y="1256437"/>
                  </a:lnTo>
                  <a:lnTo>
                    <a:pt x="410169" y="1256446"/>
                  </a:lnTo>
                  <a:lnTo>
                    <a:pt x="410154" y="1256452"/>
                  </a:lnTo>
                  <a:lnTo>
                    <a:pt x="410148" y="1256455"/>
                  </a:lnTo>
                  <a:lnTo>
                    <a:pt x="410139" y="1256456"/>
                  </a:lnTo>
                  <a:lnTo>
                    <a:pt x="410121" y="1256458"/>
                  </a:lnTo>
                  <a:lnTo>
                    <a:pt x="410103" y="1256460"/>
                  </a:lnTo>
                  <a:lnTo>
                    <a:pt x="410074" y="1256461"/>
                  </a:lnTo>
                  <a:lnTo>
                    <a:pt x="410045" y="1256463"/>
                  </a:lnTo>
                  <a:lnTo>
                    <a:pt x="410017" y="1256464"/>
                  </a:lnTo>
                  <a:lnTo>
                    <a:pt x="409992" y="1256463"/>
                  </a:lnTo>
                  <a:lnTo>
                    <a:pt x="409976" y="1256463"/>
                  </a:lnTo>
                  <a:lnTo>
                    <a:pt x="409966" y="1256461"/>
                  </a:lnTo>
                  <a:lnTo>
                    <a:pt x="409959" y="1256459"/>
                  </a:lnTo>
                  <a:lnTo>
                    <a:pt x="409953" y="1256454"/>
                  </a:lnTo>
                  <a:lnTo>
                    <a:pt x="409945" y="1256446"/>
                  </a:lnTo>
                  <a:lnTo>
                    <a:pt x="409936" y="1256437"/>
                  </a:lnTo>
                  <a:lnTo>
                    <a:pt x="409924" y="1256422"/>
                  </a:lnTo>
                  <a:lnTo>
                    <a:pt x="409913" y="1256410"/>
                  </a:lnTo>
                  <a:lnTo>
                    <a:pt x="409905" y="1256401"/>
                  </a:lnTo>
                  <a:lnTo>
                    <a:pt x="409894" y="1256395"/>
                  </a:lnTo>
                  <a:lnTo>
                    <a:pt x="409884" y="1256389"/>
                  </a:lnTo>
                  <a:lnTo>
                    <a:pt x="409874" y="1256385"/>
                  </a:lnTo>
                  <a:lnTo>
                    <a:pt x="409860" y="1256381"/>
                  </a:lnTo>
                  <a:lnTo>
                    <a:pt x="409846" y="1256378"/>
                  </a:lnTo>
                  <a:lnTo>
                    <a:pt x="409830" y="1256377"/>
                  </a:lnTo>
                  <a:lnTo>
                    <a:pt x="409817" y="1256379"/>
                  </a:lnTo>
                  <a:lnTo>
                    <a:pt x="409800" y="1256383"/>
                  </a:lnTo>
                  <a:lnTo>
                    <a:pt x="409791" y="1256385"/>
                  </a:lnTo>
                  <a:lnTo>
                    <a:pt x="409784" y="1256386"/>
                  </a:lnTo>
                  <a:lnTo>
                    <a:pt x="409778" y="1256383"/>
                  </a:lnTo>
                  <a:lnTo>
                    <a:pt x="409775" y="1256378"/>
                  </a:lnTo>
                  <a:lnTo>
                    <a:pt x="409769" y="1256368"/>
                  </a:lnTo>
                  <a:lnTo>
                    <a:pt x="409761" y="1256351"/>
                  </a:lnTo>
                  <a:lnTo>
                    <a:pt x="409751" y="1256332"/>
                  </a:lnTo>
                  <a:lnTo>
                    <a:pt x="409738" y="1256309"/>
                  </a:lnTo>
                  <a:lnTo>
                    <a:pt x="409729" y="1256292"/>
                  </a:lnTo>
                  <a:lnTo>
                    <a:pt x="409717" y="1256265"/>
                  </a:lnTo>
                  <a:lnTo>
                    <a:pt x="409706" y="1256246"/>
                  </a:lnTo>
                  <a:lnTo>
                    <a:pt x="409698" y="1256230"/>
                  </a:lnTo>
                  <a:lnTo>
                    <a:pt x="409687" y="1256211"/>
                  </a:lnTo>
                  <a:lnTo>
                    <a:pt x="409675" y="1256191"/>
                  </a:lnTo>
                  <a:lnTo>
                    <a:pt x="409668" y="1256180"/>
                  </a:lnTo>
                  <a:lnTo>
                    <a:pt x="409661" y="1256172"/>
                  </a:lnTo>
                  <a:lnTo>
                    <a:pt x="409653" y="1256165"/>
                  </a:lnTo>
                  <a:lnTo>
                    <a:pt x="409644" y="1256161"/>
                  </a:lnTo>
                  <a:lnTo>
                    <a:pt x="409630" y="1256156"/>
                  </a:lnTo>
                  <a:lnTo>
                    <a:pt x="409611" y="1256151"/>
                  </a:lnTo>
                  <a:lnTo>
                    <a:pt x="409593" y="1256146"/>
                  </a:lnTo>
                  <a:lnTo>
                    <a:pt x="409576" y="1256144"/>
                  </a:lnTo>
                  <a:lnTo>
                    <a:pt x="409558" y="1256145"/>
                  </a:lnTo>
                  <a:lnTo>
                    <a:pt x="409551" y="1256146"/>
                  </a:lnTo>
                  <a:lnTo>
                    <a:pt x="409534" y="1256146"/>
                  </a:lnTo>
                  <a:lnTo>
                    <a:pt x="409520" y="1256144"/>
                  </a:lnTo>
                  <a:lnTo>
                    <a:pt x="409509" y="1256141"/>
                  </a:lnTo>
                  <a:lnTo>
                    <a:pt x="409500" y="1256138"/>
                  </a:lnTo>
                  <a:lnTo>
                    <a:pt x="409493" y="1256134"/>
                  </a:lnTo>
                  <a:lnTo>
                    <a:pt x="409476" y="1256123"/>
                  </a:lnTo>
                  <a:lnTo>
                    <a:pt x="409455" y="1256109"/>
                  </a:lnTo>
                  <a:lnTo>
                    <a:pt x="409449" y="1256105"/>
                  </a:lnTo>
                  <a:lnTo>
                    <a:pt x="409436" y="1256096"/>
                  </a:lnTo>
                  <a:lnTo>
                    <a:pt x="409422" y="1256085"/>
                  </a:lnTo>
                  <a:lnTo>
                    <a:pt x="409404" y="1256070"/>
                  </a:lnTo>
                  <a:lnTo>
                    <a:pt x="409385" y="1256053"/>
                  </a:lnTo>
                  <a:lnTo>
                    <a:pt x="409369" y="1256040"/>
                  </a:lnTo>
                  <a:lnTo>
                    <a:pt x="409356" y="1256031"/>
                  </a:lnTo>
                  <a:lnTo>
                    <a:pt x="409344" y="1256023"/>
                  </a:lnTo>
                  <a:lnTo>
                    <a:pt x="409327" y="1256015"/>
                  </a:lnTo>
                  <a:lnTo>
                    <a:pt x="409312" y="1256009"/>
                  </a:lnTo>
                  <a:lnTo>
                    <a:pt x="409290" y="1256001"/>
                  </a:lnTo>
                  <a:lnTo>
                    <a:pt x="409269" y="1255995"/>
                  </a:lnTo>
                  <a:lnTo>
                    <a:pt x="409247" y="1255991"/>
                  </a:lnTo>
                  <a:lnTo>
                    <a:pt x="409225" y="1255987"/>
                  </a:lnTo>
                  <a:lnTo>
                    <a:pt x="409200" y="1255984"/>
                  </a:lnTo>
                  <a:lnTo>
                    <a:pt x="409180" y="1255980"/>
                  </a:lnTo>
                  <a:lnTo>
                    <a:pt x="409169" y="1255977"/>
                  </a:lnTo>
                  <a:lnTo>
                    <a:pt x="409162" y="1255973"/>
                  </a:lnTo>
                  <a:lnTo>
                    <a:pt x="409150" y="1255967"/>
                  </a:lnTo>
                  <a:lnTo>
                    <a:pt x="409136" y="1255958"/>
                  </a:lnTo>
                  <a:lnTo>
                    <a:pt x="409123" y="1255949"/>
                  </a:lnTo>
                  <a:lnTo>
                    <a:pt x="409113" y="1255941"/>
                  </a:lnTo>
                  <a:lnTo>
                    <a:pt x="409101" y="1255926"/>
                  </a:lnTo>
                  <a:lnTo>
                    <a:pt x="409086" y="1255909"/>
                  </a:lnTo>
                  <a:lnTo>
                    <a:pt x="409069" y="1255890"/>
                  </a:lnTo>
                  <a:lnTo>
                    <a:pt x="409052" y="1255871"/>
                  </a:lnTo>
                  <a:lnTo>
                    <a:pt x="409037" y="1255855"/>
                  </a:lnTo>
                  <a:lnTo>
                    <a:pt x="409022" y="1255836"/>
                  </a:lnTo>
                  <a:lnTo>
                    <a:pt x="409010" y="1255820"/>
                  </a:lnTo>
                  <a:lnTo>
                    <a:pt x="409006" y="1255813"/>
                  </a:lnTo>
                  <a:lnTo>
                    <a:pt x="409006" y="1255805"/>
                  </a:lnTo>
                  <a:lnTo>
                    <a:pt x="409009" y="1255795"/>
                  </a:lnTo>
                  <a:lnTo>
                    <a:pt x="409017" y="1255780"/>
                  </a:lnTo>
                  <a:lnTo>
                    <a:pt x="409031" y="1255764"/>
                  </a:lnTo>
                  <a:lnTo>
                    <a:pt x="409055" y="1255741"/>
                  </a:lnTo>
                  <a:lnTo>
                    <a:pt x="409062" y="1255733"/>
                  </a:lnTo>
                  <a:lnTo>
                    <a:pt x="409063" y="1255726"/>
                  </a:lnTo>
                  <a:lnTo>
                    <a:pt x="409056" y="1255721"/>
                  </a:lnTo>
                  <a:lnTo>
                    <a:pt x="409046" y="1255719"/>
                  </a:lnTo>
                  <a:lnTo>
                    <a:pt x="409038" y="1255715"/>
                  </a:lnTo>
                  <a:lnTo>
                    <a:pt x="409028" y="1255708"/>
                  </a:lnTo>
                  <a:lnTo>
                    <a:pt x="409015" y="1255694"/>
                  </a:lnTo>
                  <a:lnTo>
                    <a:pt x="409003" y="1255682"/>
                  </a:lnTo>
                  <a:lnTo>
                    <a:pt x="408989" y="1255670"/>
                  </a:lnTo>
                  <a:lnTo>
                    <a:pt x="408969" y="1255652"/>
                  </a:lnTo>
                  <a:lnTo>
                    <a:pt x="408945" y="1255631"/>
                  </a:lnTo>
                  <a:lnTo>
                    <a:pt x="408927" y="1255617"/>
                  </a:lnTo>
                  <a:lnTo>
                    <a:pt x="408909" y="1255604"/>
                  </a:lnTo>
                  <a:lnTo>
                    <a:pt x="408890" y="1255589"/>
                  </a:lnTo>
                  <a:lnTo>
                    <a:pt x="408865" y="1255571"/>
                  </a:lnTo>
                  <a:lnTo>
                    <a:pt x="408847" y="1255559"/>
                  </a:lnTo>
                  <a:lnTo>
                    <a:pt x="408833" y="1255550"/>
                  </a:lnTo>
                  <a:lnTo>
                    <a:pt x="408822" y="1255542"/>
                  </a:lnTo>
                  <a:lnTo>
                    <a:pt x="408812" y="1255533"/>
                  </a:lnTo>
                  <a:lnTo>
                    <a:pt x="408802" y="1255521"/>
                  </a:lnTo>
                  <a:lnTo>
                    <a:pt x="408788" y="1255501"/>
                  </a:lnTo>
                  <a:lnTo>
                    <a:pt x="408780" y="1255491"/>
                  </a:lnTo>
                  <a:lnTo>
                    <a:pt x="408772" y="1255481"/>
                  </a:lnTo>
                  <a:lnTo>
                    <a:pt x="408761" y="1255467"/>
                  </a:lnTo>
                  <a:lnTo>
                    <a:pt x="408756" y="1255459"/>
                  </a:lnTo>
                  <a:lnTo>
                    <a:pt x="408755" y="1255454"/>
                  </a:lnTo>
                  <a:lnTo>
                    <a:pt x="408755" y="1255447"/>
                  </a:lnTo>
                  <a:lnTo>
                    <a:pt x="408759" y="1255437"/>
                  </a:lnTo>
                  <a:lnTo>
                    <a:pt x="408767" y="1255418"/>
                  </a:lnTo>
                  <a:lnTo>
                    <a:pt x="408771" y="1255406"/>
                  </a:lnTo>
                  <a:lnTo>
                    <a:pt x="408774" y="1255395"/>
                  </a:lnTo>
                  <a:lnTo>
                    <a:pt x="408775" y="1255385"/>
                  </a:lnTo>
                  <a:lnTo>
                    <a:pt x="408775" y="1255374"/>
                  </a:lnTo>
                  <a:lnTo>
                    <a:pt x="408772" y="1255365"/>
                  </a:lnTo>
                  <a:lnTo>
                    <a:pt x="408767" y="1255354"/>
                  </a:lnTo>
                  <a:lnTo>
                    <a:pt x="408756" y="1255337"/>
                  </a:lnTo>
                  <a:lnTo>
                    <a:pt x="408750" y="1255327"/>
                  </a:lnTo>
                  <a:lnTo>
                    <a:pt x="408742" y="1255318"/>
                  </a:lnTo>
                  <a:lnTo>
                    <a:pt x="408736" y="1255312"/>
                  </a:lnTo>
                  <a:lnTo>
                    <a:pt x="408730" y="1255302"/>
                  </a:lnTo>
                  <a:lnTo>
                    <a:pt x="408726" y="1255293"/>
                  </a:lnTo>
                  <a:lnTo>
                    <a:pt x="408723" y="1255277"/>
                  </a:lnTo>
                  <a:lnTo>
                    <a:pt x="408721" y="1255269"/>
                  </a:lnTo>
                  <a:lnTo>
                    <a:pt x="408719" y="1255258"/>
                  </a:lnTo>
                  <a:lnTo>
                    <a:pt x="408716" y="1255246"/>
                  </a:lnTo>
                  <a:lnTo>
                    <a:pt x="408715" y="1255240"/>
                  </a:lnTo>
                  <a:lnTo>
                    <a:pt x="408713" y="1255224"/>
                  </a:lnTo>
                  <a:lnTo>
                    <a:pt x="408709" y="1255204"/>
                  </a:lnTo>
                  <a:lnTo>
                    <a:pt x="408705" y="1255184"/>
                  </a:lnTo>
                  <a:lnTo>
                    <a:pt x="408699" y="1255160"/>
                  </a:lnTo>
                  <a:lnTo>
                    <a:pt x="408693" y="1255144"/>
                  </a:lnTo>
                  <a:lnTo>
                    <a:pt x="408687" y="1255128"/>
                  </a:lnTo>
                  <a:lnTo>
                    <a:pt x="408682" y="1255120"/>
                  </a:lnTo>
                  <a:lnTo>
                    <a:pt x="408671" y="1255105"/>
                  </a:lnTo>
                  <a:lnTo>
                    <a:pt x="408664" y="1255097"/>
                  </a:lnTo>
                  <a:lnTo>
                    <a:pt x="408662" y="1255091"/>
                  </a:lnTo>
                  <a:lnTo>
                    <a:pt x="408664" y="1255084"/>
                  </a:lnTo>
                  <a:lnTo>
                    <a:pt x="408671" y="1255075"/>
                  </a:lnTo>
                  <a:lnTo>
                    <a:pt x="408683" y="1255063"/>
                  </a:lnTo>
                  <a:lnTo>
                    <a:pt x="408696" y="1255050"/>
                  </a:lnTo>
                  <a:lnTo>
                    <a:pt x="408704" y="1255042"/>
                  </a:lnTo>
                  <a:lnTo>
                    <a:pt x="408710" y="1255035"/>
                  </a:lnTo>
                  <a:lnTo>
                    <a:pt x="408715" y="1255027"/>
                  </a:lnTo>
                  <a:lnTo>
                    <a:pt x="408720" y="1255018"/>
                  </a:lnTo>
                  <a:lnTo>
                    <a:pt x="408725" y="1255006"/>
                  </a:lnTo>
                  <a:lnTo>
                    <a:pt x="408729" y="1254995"/>
                  </a:lnTo>
                  <a:lnTo>
                    <a:pt x="408733" y="1254982"/>
                  </a:lnTo>
                  <a:lnTo>
                    <a:pt x="408737" y="1254969"/>
                  </a:lnTo>
                  <a:lnTo>
                    <a:pt x="408744" y="1254955"/>
                  </a:lnTo>
                  <a:lnTo>
                    <a:pt x="408752" y="1254941"/>
                  </a:lnTo>
                  <a:lnTo>
                    <a:pt x="408759" y="1254929"/>
                  </a:lnTo>
                  <a:lnTo>
                    <a:pt x="408765" y="1254916"/>
                  </a:lnTo>
                  <a:lnTo>
                    <a:pt x="408770" y="1254904"/>
                  </a:lnTo>
                  <a:lnTo>
                    <a:pt x="408772" y="1254896"/>
                  </a:lnTo>
                  <a:lnTo>
                    <a:pt x="408773" y="1254878"/>
                  </a:lnTo>
                  <a:lnTo>
                    <a:pt x="408773" y="1254860"/>
                  </a:lnTo>
                  <a:lnTo>
                    <a:pt x="408771" y="1254842"/>
                  </a:lnTo>
                  <a:lnTo>
                    <a:pt x="408770" y="1254834"/>
                  </a:lnTo>
                  <a:lnTo>
                    <a:pt x="408765" y="1254821"/>
                  </a:lnTo>
                  <a:lnTo>
                    <a:pt x="408762" y="1254809"/>
                  </a:lnTo>
                  <a:lnTo>
                    <a:pt x="408761" y="1254797"/>
                  </a:lnTo>
                  <a:lnTo>
                    <a:pt x="408761" y="1254778"/>
                  </a:lnTo>
                  <a:lnTo>
                    <a:pt x="408760" y="1254766"/>
                  </a:lnTo>
                  <a:lnTo>
                    <a:pt x="408758" y="1254758"/>
                  </a:lnTo>
                  <a:lnTo>
                    <a:pt x="408755" y="1254751"/>
                  </a:lnTo>
                  <a:lnTo>
                    <a:pt x="408747" y="1254734"/>
                  </a:lnTo>
                  <a:lnTo>
                    <a:pt x="408737" y="1254716"/>
                  </a:lnTo>
                  <a:lnTo>
                    <a:pt x="408730" y="1254702"/>
                  </a:lnTo>
                  <a:lnTo>
                    <a:pt x="408716" y="1254681"/>
                  </a:lnTo>
                  <a:lnTo>
                    <a:pt x="408705" y="1254663"/>
                  </a:lnTo>
                  <a:lnTo>
                    <a:pt x="408696" y="1254650"/>
                  </a:lnTo>
                  <a:lnTo>
                    <a:pt x="408680" y="1254628"/>
                  </a:lnTo>
                  <a:lnTo>
                    <a:pt x="408668" y="1254614"/>
                  </a:lnTo>
                  <a:lnTo>
                    <a:pt x="408657" y="1254605"/>
                  </a:lnTo>
                  <a:lnTo>
                    <a:pt x="408647" y="1254598"/>
                  </a:lnTo>
                  <a:lnTo>
                    <a:pt x="408637" y="1254592"/>
                  </a:lnTo>
                  <a:lnTo>
                    <a:pt x="408619" y="1254584"/>
                  </a:lnTo>
                  <a:lnTo>
                    <a:pt x="408599" y="1254577"/>
                  </a:lnTo>
                  <a:lnTo>
                    <a:pt x="408587" y="1254572"/>
                  </a:lnTo>
                  <a:lnTo>
                    <a:pt x="408562" y="1254562"/>
                  </a:lnTo>
                  <a:lnTo>
                    <a:pt x="408548" y="1254555"/>
                  </a:lnTo>
                  <a:lnTo>
                    <a:pt x="408539" y="1254548"/>
                  </a:lnTo>
                  <a:lnTo>
                    <a:pt x="408530" y="1254541"/>
                  </a:lnTo>
                  <a:lnTo>
                    <a:pt x="408524" y="1254532"/>
                  </a:lnTo>
                  <a:lnTo>
                    <a:pt x="408523" y="1254523"/>
                  </a:lnTo>
                  <a:lnTo>
                    <a:pt x="408522" y="1254507"/>
                  </a:lnTo>
                  <a:lnTo>
                    <a:pt x="408521" y="1254487"/>
                  </a:lnTo>
                  <a:lnTo>
                    <a:pt x="408518" y="1254476"/>
                  </a:lnTo>
                  <a:lnTo>
                    <a:pt x="408511" y="1254471"/>
                  </a:lnTo>
                  <a:lnTo>
                    <a:pt x="408501" y="1254468"/>
                  </a:lnTo>
                  <a:lnTo>
                    <a:pt x="408477" y="1254464"/>
                  </a:lnTo>
                  <a:lnTo>
                    <a:pt x="408451" y="1254460"/>
                  </a:lnTo>
                  <a:lnTo>
                    <a:pt x="408421" y="1254458"/>
                  </a:lnTo>
                  <a:lnTo>
                    <a:pt x="408390" y="1254457"/>
                  </a:lnTo>
                  <a:lnTo>
                    <a:pt x="408370" y="1254459"/>
                  </a:lnTo>
                  <a:lnTo>
                    <a:pt x="408353" y="1254464"/>
                  </a:lnTo>
                  <a:lnTo>
                    <a:pt x="408335" y="1254467"/>
                  </a:lnTo>
                  <a:lnTo>
                    <a:pt x="408315" y="1254468"/>
                  </a:lnTo>
                  <a:lnTo>
                    <a:pt x="408289" y="1254468"/>
                  </a:lnTo>
                  <a:lnTo>
                    <a:pt x="408254" y="1254466"/>
                  </a:lnTo>
                  <a:lnTo>
                    <a:pt x="408224" y="1254464"/>
                  </a:lnTo>
                  <a:lnTo>
                    <a:pt x="408203" y="1254464"/>
                  </a:lnTo>
                  <a:lnTo>
                    <a:pt x="408191" y="1254466"/>
                  </a:lnTo>
                  <a:lnTo>
                    <a:pt x="408177" y="1254470"/>
                  </a:lnTo>
                  <a:lnTo>
                    <a:pt x="408150" y="1254480"/>
                  </a:lnTo>
                  <a:lnTo>
                    <a:pt x="408127" y="1254486"/>
                  </a:lnTo>
                  <a:lnTo>
                    <a:pt x="408109" y="1254490"/>
                  </a:lnTo>
                  <a:lnTo>
                    <a:pt x="408084" y="1254493"/>
                  </a:lnTo>
                  <a:lnTo>
                    <a:pt x="408048" y="1254498"/>
                  </a:lnTo>
                  <a:lnTo>
                    <a:pt x="408032" y="1254501"/>
                  </a:lnTo>
                  <a:lnTo>
                    <a:pt x="408004" y="1254503"/>
                  </a:lnTo>
                  <a:lnTo>
                    <a:pt x="407979" y="1254506"/>
                  </a:lnTo>
                  <a:lnTo>
                    <a:pt x="407954" y="1254507"/>
                  </a:lnTo>
                  <a:lnTo>
                    <a:pt x="407919" y="1254507"/>
                  </a:lnTo>
                  <a:lnTo>
                    <a:pt x="407882" y="1254508"/>
                  </a:lnTo>
                  <a:lnTo>
                    <a:pt x="407855" y="1254510"/>
                  </a:lnTo>
                  <a:lnTo>
                    <a:pt x="407846" y="1254511"/>
                  </a:lnTo>
                  <a:lnTo>
                    <a:pt x="407834" y="1254512"/>
                  </a:lnTo>
                  <a:lnTo>
                    <a:pt x="407808" y="1254515"/>
                  </a:lnTo>
                  <a:lnTo>
                    <a:pt x="407794" y="1254516"/>
                  </a:lnTo>
                  <a:lnTo>
                    <a:pt x="407782" y="1254515"/>
                  </a:lnTo>
                  <a:lnTo>
                    <a:pt x="407775" y="1254513"/>
                  </a:lnTo>
                  <a:lnTo>
                    <a:pt x="407763" y="1254506"/>
                  </a:lnTo>
                  <a:lnTo>
                    <a:pt x="407750" y="1254497"/>
                  </a:lnTo>
                  <a:lnTo>
                    <a:pt x="407730" y="1254482"/>
                  </a:lnTo>
                  <a:lnTo>
                    <a:pt x="407707" y="1254468"/>
                  </a:lnTo>
                  <a:lnTo>
                    <a:pt x="407691" y="1254460"/>
                  </a:lnTo>
                  <a:lnTo>
                    <a:pt x="407675" y="1254454"/>
                  </a:lnTo>
                  <a:lnTo>
                    <a:pt x="407665" y="1254451"/>
                  </a:lnTo>
                  <a:lnTo>
                    <a:pt x="407652" y="1254449"/>
                  </a:lnTo>
                  <a:lnTo>
                    <a:pt x="407640" y="1254444"/>
                  </a:lnTo>
                  <a:lnTo>
                    <a:pt x="407629" y="1254438"/>
                  </a:lnTo>
                  <a:lnTo>
                    <a:pt x="407614" y="1254427"/>
                  </a:lnTo>
                  <a:lnTo>
                    <a:pt x="407605" y="1254419"/>
                  </a:lnTo>
                  <a:lnTo>
                    <a:pt x="407601" y="1254412"/>
                  </a:lnTo>
                  <a:lnTo>
                    <a:pt x="407599" y="1254400"/>
                  </a:lnTo>
                  <a:lnTo>
                    <a:pt x="407601" y="1254377"/>
                  </a:lnTo>
                  <a:lnTo>
                    <a:pt x="407601" y="1254358"/>
                  </a:lnTo>
                  <a:lnTo>
                    <a:pt x="407601" y="1254347"/>
                  </a:lnTo>
                  <a:lnTo>
                    <a:pt x="407598" y="1254333"/>
                  </a:lnTo>
                  <a:lnTo>
                    <a:pt x="407593" y="1254321"/>
                  </a:lnTo>
                  <a:lnTo>
                    <a:pt x="407583" y="1254302"/>
                  </a:lnTo>
                  <a:lnTo>
                    <a:pt x="407565" y="1254275"/>
                  </a:lnTo>
                  <a:lnTo>
                    <a:pt x="407552" y="1254255"/>
                  </a:lnTo>
                  <a:lnTo>
                    <a:pt x="407540" y="1254236"/>
                  </a:lnTo>
                  <a:lnTo>
                    <a:pt x="407527" y="1254218"/>
                  </a:lnTo>
                  <a:lnTo>
                    <a:pt x="407511" y="1254198"/>
                  </a:lnTo>
                  <a:lnTo>
                    <a:pt x="407498" y="1254181"/>
                  </a:lnTo>
                  <a:lnTo>
                    <a:pt x="407495" y="1254176"/>
                  </a:lnTo>
                  <a:lnTo>
                    <a:pt x="407479" y="1254155"/>
                  </a:lnTo>
                  <a:lnTo>
                    <a:pt x="407461" y="1254131"/>
                  </a:lnTo>
                  <a:lnTo>
                    <a:pt x="407440" y="1254105"/>
                  </a:lnTo>
                  <a:lnTo>
                    <a:pt x="407420" y="1254081"/>
                  </a:lnTo>
                  <a:lnTo>
                    <a:pt x="407405" y="1254066"/>
                  </a:lnTo>
                  <a:lnTo>
                    <a:pt x="407392" y="1254053"/>
                  </a:lnTo>
                  <a:lnTo>
                    <a:pt x="407369" y="1254035"/>
                  </a:lnTo>
                  <a:lnTo>
                    <a:pt x="407351" y="1254022"/>
                  </a:lnTo>
                  <a:lnTo>
                    <a:pt x="407330" y="1254008"/>
                  </a:lnTo>
                  <a:lnTo>
                    <a:pt x="407306" y="1253994"/>
                  </a:lnTo>
                  <a:lnTo>
                    <a:pt x="407286" y="1253984"/>
                  </a:lnTo>
                  <a:lnTo>
                    <a:pt x="407266" y="1253973"/>
                  </a:lnTo>
                  <a:lnTo>
                    <a:pt x="407245" y="1253963"/>
                  </a:lnTo>
                  <a:lnTo>
                    <a:pt x="407237" y="1253956"/>
                  </a:lnTo>
                  <a:lnTo>
                    <a:pt x="407227" y="1253945"/>
                  </a:lnTo>
                  <a:lnTo>
                    <a:pt x="407215" y="1253930"/>
                  </a:lnTo>
                  <a:lnTo>
                    <a:pt x="407201" y="1253914"/>
                  </a:lnTo>
                  <a:lnTo>
                    <a:pt x="407197" y="1253907"/>
                  </a:lnTo>
                  <a:lnTo>
                    <a:pt x="407193" y="1253896"/>
                  </a:lnTo>
                  <a:lnTo>
                    <a:pt x="407187" y="1253879"/>
                  </a:lnTo>
                  <a:lnTo>
                    <a:pt x="407176" y="1253853"/>
                  </a:lnTo>
                  <a:lnTo>
                    <a:pt x="407164" y="1253828"/>
                  </a:lnTo>
                  <a:lnTo>
                    <a:pt x="407156" y="1253811"/>
                  </a:lnTo>
                  <a:lnTo>
                    <a:pt x="407146" y="1253790"/>
                  </a:lnTo>
                  <a:lnTo>
                    <a:pt x="407141" y="1253779"/>
                  </a:lnTo>
                  <a:lnTo>
                    <a:pt x="407139" y="1253771"/>
                  </a:lnTo>
                  <a:lnTo>
                    <a:pt x="407138" y="1253760"/>
                  </a:lnTo>
                  <a:lnTo>
                    <a:pt x="407141" y="1253749"/>
                  </a:lnTo>
                  <a:lnTo>
                    <a:pt x="407148" y="1253733"/>
                  </a:lnTo>
                  <a:lnTo>
                    <a:pt x="407153" y="1253721"/>
                  </a:lnTo>
                  <a:lnTo>
                    <a:pt x="407160" y="1253711"/>
                  </a:lnTo>
                  <a:lnTo>
                    <a:pt x="407169" y="1253702"/>
                  </a:lnTo>
                  <a:lnTo>
                    <a:pt x="407190" y="1253681"/>
                  </a:lnTo>
                  <a:lnTo>
                    <a:pt x="407209" y="1253663"/>
                  </a:lnTo>
                  <a:lnTo>
                    <a:pt x="407224" y="1253651"/>
                  </a:lnTo>
                  <a:lnTo>
                    <a:pt x="407241" y="1253641"/>
                  </a:lnTo>
                  <a:lnTo>
                    <a:pt x="407266" y="1253626"/>
                  </a:lnTo>
                  <a:lnTo>
                    <a:pt x="407283" y="1253616"/>
                  </a:lnTo>
                  <a:lnTo>
                    <a:pt x="407295" y="1253609"/>
                  </a:lnTo>
                  <a:lnTo>
                    <a:pt x="407311" y="1253601"/>
                  </a:lnTo>
                  <a:lnTo>
                    <a:pt x="407334" y="1253586"/>
                  </a:lnTo>
                  <a:lnTo>
                    <a:pt x="407355" y="1253572"/>
                  </a:lnTo>
                  <a:lnTo>
                    <a:pt x="407369" y="1253561"/>
                  </a:lnTo>
                  <a:lnTo>
                    <a:pt x="407384" y="1253548"/>
                  </a:lnTo>
                  <a:lnTo>
                    <a:pt x="407400" y="1253532"/>
                  </a:lnTo>
                  <a:lnTo>
                    <a:pt x="407413" y="1253519"/>
                  </a:lnTo>
                  <a:lnTo>
                    <a:pt x="407429" y="1253500"/>
                  </a:lnTo>
                  <a:lnTo>
                    <a:pt x="407443" y="1253484"/>
                  </a:lnTo>
                  <a:lnTo>
                    <a:pt x="407449" y="1253476"/>
                  </a:lnTo>
                  <a:lnTo>
                    <a:pt x="407455" y="1253464"/>
                  </a:lnTo>
                  <a:lnTo>
                    <a:pt x="407459" y="1253454"/>
                  </a:lnTo>
                  <a:lnTo>
                    <a:pt x="407460" y="1253443"/>
                  </a:lnTo>
                  <a:lnTo>
                    <a:pt x="407458" y="1253430"/>
                  </a:lnTo>
                  <a:lnTo>
                    <a:pt x="407452" y="1253412"/>
                  </a:lnTo>
                  <a:lnTo>
                    <a:pt x="407444" y="1253393"/>
                  </a:lnTo>
                  <a:lnTo>
                    <a:pt x="407440" y="1253381"/>
                  </a:lnTo>
                  <a:lnTo>
                    <a:pt x="407438" y="1253369"/>
                  </a:lnTo>
                  <a:lnTo>
                    <a:pt x="407436" y="1253352"/>
                  </a:lnTo>
                  <a:lnTo>
                    <a:pt x="407435" y="1253324"/>
                  </a:lnTo>
                  <a:lnTo>
                    <a:pt x="407431" y="1253293"/>
                  </a:lnTo>
                  <a:lnTo>
                    <a:pt x="407429" y="1253269"/>
                  </a:lnTo>
                  <a:lnTo>
                    <a:pt x="407425" y="1253243"/>
                  </a:lnTo>
                  <a:lnTo>
                    <a:pt x="407425" y="1253231"/>
                  </a:lnTo>
                  <a:lnTo>
                    <a:pt x="407427" y="1253224"/>
                  </a:lnTo>
                  <a:lnTo>
                    <a:pt x="407429" y="1253218"/>
                  </a:lnTo>
                  <a:lnTo>
                    <a:pt x="407434" y="1253206"/>
                  </a:lnTo>
                  <a:lnTo>
                    <a:pt x="407444" y="1253189"/>
                  </a:lnTo>
                  <a:lnTo>
                    <a:pt x="407454" y="1253176"/>
                  </a:lnTo>
                  <a:lnTo>
                    <a:pt x="407467" y="1253162"/>
                  </a:lnTo>
                  <a:lnTo>
                    <a:pt x="407480" y="1253147"/>
                  </a:lnTo>
                  <a:lnTo>
                    <a:pt x="407488" y="1253138"/>
                  </a:lnTo>
                  <a:lnTo>
                    <a:pt x="407497" y="1253127"/>
                  </a:lnTo>
                  <a:lnTo>
                    <a:pt x="407513" y="1253107"/>
                  </a:lnTo>
                  <a:lnTo>
                    <a:pt x="407523" y="1253092"/>
                  </a:lnTo>
                  <a:lnTo>
                    <a:pt x="407530" y="1253080"/>
                  </a:lnTo>
                  <a:lnTo>
                    <a:pt x="407536" y="1253064"/>
                  </a:lnTo>
                  <a:lnTo>
                    <a:pt x="407541" y="1253051"/>
                  </a:lnTo>
                  <a:lnTo>
                    <a:pt x="407543" y="1253039"/>
                  </a:lnTo>
                  <a:lnTo>
                    <a:pt x="407543" y="1253024"/>
                  </a:lnTo>
                  <a:lnTo>
                    <a:pt x="407542" y="1253007"/>
                  </a:lnTo>
                  <a:lnTo>
                    <a:pt x="407540" y="1252998"/>
                  </a:lnTo>
                  <a:lnTo>
                    <a:pt x="407534" y="1252984"/>
                  </a:lnTo>
                  <a:lnTo>
                    <a:pt x="407533" y="1252978"/>
                  </a:lnTo>
                  <a:lnTo>
                    <a:pt x="407535" y="1252971"/>
                  </a:lnTo>
                  <a:lnTo>
                    <a:pt x="407540" y="1252961"/>
                  </a:lnTo>
                  <a:lnTo>
                    <a:pt x="407541" y="1252954"/>
                  </a:lnTo>
                  <a:lnTo>
                    <a:pt x="407540" y="1252946"/>
                  </a:lnTo>
                  <a:lnTo>
                    <a:pt x="407532" y="1252935"/>
                  </a:lnTo>
                  <a:lnTo>
                    <a:pt x="407528" y="1252925"/>
                  </a:lnTo>
                  <a:lnTo>
                    <a:pt x="407528" y="1252915"/>
                  </a:lnTo>
                  <a:lnTo>
                    <a:pt x="407530" y="1252905"/>
                  </a:lnTo>
                  <a:lnTo>
                    <a:pt x="407536" y="1252894"/>
                  </a:lnTo>
                  <a:lnTo>
                    <a:pt x="407543" y="1252887"/>
                  </a:lnTo>
                  <a:lnTo>
                    <a:pt x="407551" y="1252882"/>
                  </a:lnTo>
                  <a:lnTo>
                    <a:pt x="407576" y="1252870"/>
                  </a:lnTo>
                  <a:lnTo>
                    <a:pt x="407602" y="1252858"/>
                  </a:lnTo>
                  <a:lnTo>
                    <a:pt x="407632" y="1252845"/>
                  </a:lnTo>
                  <a:lnTo>
                    <a:pt x="407656" y="1252836"/>
                  </a:lnTo>
                  <a:lnTo>
                    <a:pt x="407685" y="1252826"/>
                  </a:lnTo>
                  <a:lnTo>
                    <a:pt x="407715" y="1252815"/>
                  </a:lnTo>
                  <a:lnTo>
                    <a:pt x="407732" y="1252810"/>
                  </a:lnTo>
                  <a:lnTo>
                    <a:pt x="407753" y="1252807"/>
                  </a:lnTo>
                  <a:lnTo>
                    <a:pt x="407776" y="1252806"/>
                  </a:lnTo>
                  <a:lnTo>
                    <a:pt x="407798" y="1252807"/>
                  </a:lnTo>
                  <a:lnTo>
                    <a:pt x="407826" y="1252808"/>
                  </a:lnTo>
                  <a:lnTo>
                    <a:pt x="407851" y="1252807"/>
                  </a:lnTo>
                  <a:lnTo>
                    <a:pt x="407869" y="1252805"/>
                  </a:lnTo>
                  <a:lnTo>
                    <a:pt x="407884" y="1252802"/>
                  </a:lnTo>
                  <a:lnTo>
                    <a:pt x="407908" y="1252796"/>
                  </a:lnTo>
                  <a:lnTo>
                    <a:pt x="407930" y="1252788"/>
                  </a:lnTo>
                  <a:lnTo>
                    <a:pt x="407948" y="1252780"/>
                  </a:lnTo>
                  <a:lnTo>
                    <a:pt x="407966" y="1252770"/>
                  </a:lnTo>
                  <a:lnTo>
                    <a:pt x="407985" y="1252760"/>
                  </a:lnTo>
                  <a:lnTo>
                    <a:pt x="407998" y="1252753"/>
                  </a:lnTo>
                  <a:lnTo>
                    <a:pt x="408009" y="1252744"/>
                  </a:lnTo>
                  <a:lnTo>
                    <a:pt x="408019" y="1252735"/>
                  </a:lnTo>
                  <a:lnTo>
                    <a:pt x="408026" y="1252727"/>
                  </a:lnTo>
                  <a:lnTo>
                    <a:pt x="408033" y="1252716"/>
                  </a:lnTo>
                  <a:lnTo>
                    <a:pt x="408043" y="1252693"/>
                  </a:lnTo>
                  <a:lnTo>
                    <a:pt x="408051" y="1252670"/>
                  </a:lnTo>
                  <a:lnTo>
                    <a:pt x="408056" y="1252646"/>
                  </a:lnTo>
                  <a:lnTo>
                    <a:pt x="408059" y="1252633"/>
                  </a:lnTo>
                  <a:lnTo>
                    <a:pt x="408063" y="1252605"/>
                  </a:lnTo>
                  <a:lnTo>
                    <a:pt x="408067" y="1252581"/>
                  </a:lnTo>
                  <a:lnTo>
                    <a:pt x="408068" y="1252565"/>
                  </a:lnTo>
                  <a:lnTo>
                    <a:pt x="408069" y="1252545"/>
                  </a:lnTo>
                  <a:lnTo>
                    <a:pt x="408067" y="1252532"/>
                  </a:lnTo>
                  <a:lnTo>
                    <a:pt x="408064" y="1252519"/>
                  </a:lnTo>
                  <a:lnTo>
                    <a:pt x="408060" y="1252507"/>
                  </a:lnTo>
                  <a:lnTo>
                    <a:pt x="408053" y="1252497"/>
                  </a:lnTo>
                  <a:lnTo>
                    <a:pt x="408048" y="1252489"/>
                  </a:lnTo>
                  <a:lnTo>
                    <a:pt x="408040" y="1252482"/>
                  </a:lnTo>
                  <a:lnTo>
                    <a:pt x="408025" y="1252473"/>
                  </a:lnTo>
                  <a:lnTo>
                    <a:pt x="407999" y="1252459"/>
                  </a:lnTo>
                  <a:lnTo>
                    <a:pt x="407977" y="1252449"/>
                  </a:lnTo>
                  <a:lnTo>
                    <a:pt x="407963" y="1252443"/>
                  </a:lnTo>
                  <a:lnTo>
                    <a:pt x="407943" y="1252437"/>
                  </a:lnTo>
                  <a:lnTo>
                    <a:pt x="407930" y="1252432"/>
                  </a:lnTo>
                  <a:lnTo>
                    <a:pt x="407925" y="1252427"/>
                  </a:lnTo>
                  <a:lnTo>
                    <a:pt x="407928" y="1252413"/>
                  </a:lnTo>
                  <a:lnTo>
                    <a:pt x="407938" y="1252392"/>
                  </a:lnTo>
                  <a:lnTo>
                    <a:pt x="407949" y="1252362"/>
                  </a:lnTo>
                  <a:lnTo>
                    <a:pt x="407958" y="1252339"/>
                  </a:lnTo>
                  <a:lnTo>
                    <a:pt x="407969" y="1252306"/>
                  </a:lnTo>
                  <a:lnTo>
                    <a:pt x="407982" y="1252264"/>
                  </a:lnTo>
                  <a:lnTo>
                    <a:pt x="407984" y="1252256"/>
                  </a:lnTo>
                  <a:lnTo>
                    <a:pt x="407989" y="1252237"/>
                  </a:lnTo>
                  <a:lnTo>
                    <a:pt x="407995" y="1252213"/>
                  </a:lnTo>
                  <a:lnTo>
                    <a:pt x="408002" y="1252187"/>
                  </a:lnTo>
                  <a:lnTo>
                    <a:pt x="408005" y="1252163"/>
                  </a:lnTo>
                  <a:lnTo>
                    <a:pt x="408008" y="1252148"/>
                  </a:lnTo>
                  <a:lnTo>
                    <a:pt x="408009" y="1252129"/>
                  </a:lnTo>
                  <a:lnTo>
                    <a:pt x="408009" y="1252109"/>
                  </a:lnTo>
                  <a:lnTo>
                    <a:pt x="408008" y="1252095"/>
                  </a:lnTo>
                  <a:lnTo>
                    <a:pt x="408007" y="1252089"/>
                  </a:lnTo>
                  <a:lnTo>
                    <a:pt x="408005" y="1252077"/>
                  </a:lnTo>
                  <a:lnTo>
                    <a:pt x="407999" y="1252049"/>
                  </a:lnTo>
                  <a:lnTo>
                    <a:pt x="407994" y="1252030"/>
                  </a:lnTo>
                  <a:lnTo>
                    <a:pt x="407987" y="1252008"/>
                  </a:lnTo>
                  <a:lnTo>
                    <a:pt x="407978" y="1251984"/>
                  </a:lnTo>
                  <a:lnTo>
                    <a:pt x="407973" y="1251970"/>
                  </a:lnTo>
                  <a:lnTo>
                    <a:pt x="407965" y="1251947"/>
                  </a:lnTo>
                  <a:lnTo>
                    <a:pt x="407960" y="1251933"/>
                  </a:lnTo>
                  <a:lnTo>
                    <a:pt x="407956" y="1251921"/>
                  </a:lnTo>
                  <a:lnTo>
                    <a:pt x="407948" y="1251902"/>
                  </a:lnTo>
                  <a:lnTo>
                    <a:pt x="407941" y="1251889"/>
                  </a:lnTo>
                  <a:lnTo>
                    <a:pt x="407932" y="1251874"/>
                  </a:lnTo>
                  <a:lnTo>
                    <a:pt x="407926" y="1251864"/>
                  </a:lnTo>
                  <a:lnTo>
                    <a:pt x="407918" y="1251855"/>
                  </a:lnTo>
                  <a:lnTo>
                    <a:pt x="407907" y="1251844"/>
                  </a:lnTo>
                  <a:lnTo>
                    <a:pt x="407892" y="1251831"/>
                  </a:lnTo>
                  <a:lnTo>
                    <a:pt x="407875" y="1251819"/>
                  </a:lnTo>
                  <a:lnTo>
                    <a:pt x="407858" y="1251808"/>
                  </a:lnTo>
                  <a:lnTo>
                    <a:pt x="407845" y="1251802"/>
                  </a:lnTo>
                  <a:lnTo>
                    <a:pt x="407835" y="1251798"/>
                  </a:lnTo>
                  <a:lnTo>
                    <a:pt x="407824" y="1251795"/>
                  </a:lnTo>
                  <a:lnTo>
                    <a:pt x="407813" y="1251793"/>
                  </a:lnTo>
                  <a:lnTo>
                    <a:pt x="407794" y="1251793"/>
                  </a:lnTo>
                  <a:lnTo>
                    <a:pt x="407766" y="1251795"/>
                  </a:lnTo>
                  <a:lnTo>
                    <a:pt x="407752" y="1251796"/>
                  </a:lnTo>
                  <a:lnTo>
                    <a:pt x="407747" y="1251796"/>
                  </a:lnTo>
                  <a:lnTo>
                    <a:pt x="407736" y="1251795"/>
                  </a:lnTo>
                  <a:lnTo>
                    <a:pt x="407728" y="1251792"/>
                  </a:lnTo>
                  <a:lnTo>
                    <a:pt x="407718" y="1251784"/>
                  </a:lnTo>
                  <a:lnTo>
                    <a:pt x="407710" y="1251777"/>
                  </a:lnTo>
                  <a:lnTo>
                    <a:pt x="407694" y="1251760"/>
                  </a:lnTo>
                  <a:lnTo>
                    <a:pt x="407681" y="1251747"/>
                  </a:lnTo>
                  <a:lnTo>
                    <a:pt x="407674" y="1251738"/>
                  </a:lnTo>
                  <a:lnTo>
                    <a:pt x="407669" y="1251733"/>
                  </a:lnTo>
                  <a:lnTo>
                    <a:pt x="407659" y="1251723"/>
                  </a:lnTo>
                  <a:lnTo>
                    <a:pt x="407634" y="1251700"/>
                  </a:lnTo>
                  <a:lnTo>
                    <a:pt x="407652" y="1251696"/>
                  </a:lnTo>
                  <a:lnTo>
                    <a:pt x="407669" y="1251694"/>
                  </a:lnTo>
                  <a:lnTo>
                    <a:pt x="407696" y="1251690"/>
                  </a:lnTo>
                  <a:lnTo>
                    <a:pt x="407717" y="1251686"/>
                  </a:lnTo>
                  <a:lnTo>
                    <a:pt x="407735" y="1251681"/>
                  </a:lnTo>
                  <a:lnTo>
                    <a:pt x="407747" y="1251677"/>
                  </a:lnTo>
                  <a:lnTo>
                    <a:pt x="407767" y="1251668"/>
                  </a:lnTo>
                  <a:lnTo>
                    <a:pt x="407777" y="1251662"/>
                  </a:lnTo>
                  <a:lnTo>
                    <a:pt x="407785" y="1251656"/>
                  </a:lnTo>
                  <a:lnTo>
                    <a:pt x="407794" y="1251646"/>
                  </a:lnTo>
                  <a:lnTo>
                    <a:pt x="407804" y="1251636"/>
                  </a:lnTo>
                  <a:lnTo>
                    <a:pt x="407811" y="1251625"/>
                  </a:lnTo>
                  <a:lnTo>
                    <a:pt x="407816" y="1251613"/>
                  </a:lnTo>
                  <a:lnTo>
                    <a:pt x="407825" y="1251593"/>
                  </a:lnTo>
                  <a:lnTo>
                    <a:pt x="407835" y="1251569"/>
                  </a:lnTo>
                  <a:lnTo>
                    <a:pt x="407841" y="1251549"/>
                  </a:lnTo>
                  <a:lnTo>
                    <a:pt x="407847" y="1251528"/>
                  </a:lnTo>
                  <a:lnTo>
                    <a:pt x="407850" y="1251511"/>
                  </a:lnTo>
                  <a:lnTo>
                    <a:pt x="407852" y="1251490"/>
                  </a:lnTo>
                  <a:lnTo>
                    <a:pt x="407852" y="1251472"/>
                  </a:lnTo>
                  <a:lnTo>
                    <a:pt x="407852" y="1251457"/>
                  </a:lnTo>
                  <a:lnTo>
                    <a:pt x="407851" y="1251422"/>
                  </a:lnTo>
                  <a:lnTo>
                    <a:pt x="407850" y="1251393"/>
                  </a:lnTo>
                  <a:lnTo>
                    <a:pt x="407849" y="1251374"/>
                  </a:lnTo>
                  <a:lnTo>
                    <a:pt x="407849" y="1251363"/>
                  </a:lnTo>
                  <a:lnTo>
                    <a:pt x="407850" y="1251340"/>
                  </a:lnTo>
                  <a:lnTo>
                    <a:pt x="407849" y="1251325"/>
                  </a:lnTo>
                  <a:lnTo>
                    <a:pt x="407850" y="1251318"/>
                  </a:lnTo>
                  <a:lnTo>
                    <a:pt x="407853" y="1251312"/>
                  </a:lnTo>
                  <a:lnTo>
                    <a:pt x="407860" y="1251305"/>
                  </a:lnTo>
                  <a:lnTo>
                    <a:pt x="407876" y="1251292"/>
                  </a:lnTo>
                  <a:lnTo>
                    <a:pt x="407898" y="1251277"/>
                  </a:lnTo>
                  <a:lnTo>
                    <a:pt x="407919" y="1251264"/>
                  </a:lnTo>
                  <a:lnTo>
                    <a:pt x="407934" y="1251254"/>
                  </a:lnTo>
                  <a:lnTo>
                    <a:pt x="407943" y="1251246"/>
                  </a:lnTo>
                  <a:lnTo>
                    <a:pt x="407951" y="1251237"/>
                  </a:lnTo>
                  <a:lnTo>
                    <a:pt x="407960" y="1251227"/>
                  </a:lnTo>
                  <a:lnTo>
                    <a:pt x="407968" y="1251216"/>
                  </a:lnTo>
                  <a:lnTo>
                    <a:pt x="407978" y="1251198"/>
                  </a:lnTo>
                  <a:lnTo>
                    <a:pt x="407985" y="1251184"/>
                  </a:lnTo>
                  <a:lnTo>
                    <a:pt x="407996" y="1251160"/>
                  </a:lnTo>
                  <a:lnTo>
                    <a:pt x="408004" y="1251138"/>
                  </a:lnTo>
                  <a:lnTo>
                    <a:pt x="408008" y="1251128"/>
                  </a:lnTo>
                  <a:lnTo>
                    <a:pt x="408017" y="1251100"/>
                  </a:lnTo>
                  <a:lnTo>
                    <a:pt x="408025" y="1251074"/>
                  </a:lnTo>
                  <a:lnTo>
                    <a:pt x="408029" y="1251060"/>
                  </a:lnTo>
                  <a:lnTo>
                    <a:pt x="408032" y="1251043"/>
                  </a:lnTo>
                  <a:lnTo>
                    <a:pt x="408036" y="1251019"/>
                  </a:lnTo>
                  <a:lnTo>
                    <a:pt x="408038" y="1250998"/>
                  </a:lnTo>
                  <a:lnTo>
                    <a:pt x="408040" y="1250987"/>
                  </a:lnTo>
                  <a:lnTo>
                    <a:pt x="408042" y="1250975"/>
                  </a:lnTo>
                  <a:lnTo>
                    <a:pt x="408044" y="1250953"/>
                  </a:lnTo>
                  <a:lnTo>
                    <a:pt x="408045" y="1250930"/>
                  </a:lnTo>
                  <a:lnTo>
                    <a:pt x="408045" y="1250921"/>
                  </a:lnTo>
                  <a:lnTo>
                    <a:pt x="408042" y="1250915"/>
                  </a:lnTo>
                  <a:lnTo>
                    <a:pt x="408035" y="1250910"/>
                  </a:lnTo>
                  <a:lnTo>
                    <a:pt x="408023" y="1250903"/>
                  </a:lnTo>
                  <a:lnTo>
                    <a:pt x="408015" y="1250897"/>
                  </a:lnTo>
                  <a:lnTo>
                    <a:pt x="408008" y="1250890"/>
                  </a:lnTo>
                  <a:lnTo>
                    <a:pt x="407999" y="1250879"/>
                  </a:lnTo>
                  <a:lnTo>
                    <a:pt x="407990" y="1250867"/>
                  </a:lnTo>
                  <a:lnTo>
                    <a:pt x="407980" y="1250853"/>
                  </a:lnTo>
                  <a:lnTo>
                    <a:pt x="407969" y="1250836"/>
                  </a:lnTo>
                  <a:lnTo>
                    <a:pt x="407964" y="1250823"/>
                  </a:lnTo>
                  <a:lnTo>
                    <a:pt x="407960" y="1250811"/>
                  </a:lnTo>
                  <a:lnTo>
                    <a:pt x="407959" y="1250798"/>
                  </a:lnTo>
                  <a:lnTo>
                    <a:pt x="407960" y="1250788"/>
                  </a:lnTo>
                  <a:lnTo>
                    <a:pt x="407963" y="1250782"/>
                  </a:lnTo>
                  <a:lnTo>
                    <a:pt x="407976" y="1250771"/>
                  </a:lnTo>
                  <a:lnTo>
                    <a:pt x="407994" y="1250758"/>
                  </a:lnTo>
                  <a:lnTo>
                    <a:pt x="408017" y="1250741"/>
                  </a:lnTo>
                  <a:lnTo>
                    <a:pt x="408035" y="1250728"/>
                  </a:lnTo>
                  <a:lnTo>
                    <a:pt x="408048" y="1250717"/>
                  </a:lnTo>
                  <a:lnTo>
                    <a:pt x="408054" y="1250711"/>
                  </a:lnTo>
                  <a:lnTo>
                    <a:pt x="408066" y="1250694"/>
                  </a:lnTo>
                  <a:lnTo>
                    <a:pt x="408078" y="1250680"/>
                  </a:lnTo>
                  <a:lnTo>
                    <a:pt x="408092" y="1250663"/>
                  </a:lnTo>
                  <a:lnTo>
                    <a:pt x="408107" y="1250648"/>
                  </a:lnTo>
                  <a:lnTo>
                    <a:pt x="408121" y="1250637"/>
                  </a:lnTo>
                  <a:lnTo>
                    <a:pt x="408143" y="1250623"/>
                  </a:lnTo>
                  <a:lnTo>
                    <a:pt x="408164" y="1250611"/>
                  </a:lnTo>
                  <a:lnTo>
                    <a:pt x="408177" y="1250602"/>
                  </a:lnTo>
                  <a:lnTo>
                    <a:pt x="408190" y="1250592"/>
                  </a:lnTo>
                  <a:lnTo>
                    <a:pt x="408206" y="1250578"/>
                  </a:lnTo>
                  <a:lnTo>
                    <a:pt x="408219" y="1250566"/>
                  </a:lnTo>
                  <a:lnTo>
                    <a:pt x="408228" y="1250555"/>
                  </a:lnTo>
                  <a:lnTo>
                    <a:pt x="408235" y="1250545"/>
                  </a:lnTo>
                  <a:lnTo>
                    <a:pt x="408241" y="1250531"/>
                  </a:lnTo>
                  <a:lnTo>
                    <a:pt x="408254" y="1250504"/>
                  </a:lnTo>
                  <a:lnTo>
                    <a:pt x="408268" y="1250481"/>
                  </a:lnTo>
                  <a:lnTo>
                    <a:pt x="408280" y="1250463"/>
                  </a:lnTo>
                  <a:lnTo>
                    <a:pt x="408295" y="1250445"/>
                  </a:lnTo>
                  <a:lnTo>
                    <a:pt x="408310" y="1250425"/>
                  </a:lnTo>
                  <a:lnTo>
                    <a:pt x="408325" y="1250410"/>
                  </a:lnTo>
                  <a:lnTo>
                    <a:pt x="408335" y="1250400"/>
                  </a:lnTo>
                  <a:lnTo>
                    <a:pt x="408343" y="1250395"/>
                  </a:lnTo>
                  <a:lnTo>
                    <a:pt x="408365" y="1250385"/>
                  </a:lnTo>
                  <a:lnTo>
                    <a:pt x="408384" y="1250376"/>
                  </a:lnTo>
                  <a:lnTo>
                    <a:pt x="408398" y="1250367"/>
                  </a:lnTo>
                  <a:lnTo>
                    <a:pt x="408411" y="1250359"/>
                  </a:lnTo>
                  <a:lnTo>
                    <a:pt x="408426" y="1250349"/>
                  </a:lnTo>
                  <a:lnTo>
                    <a:pt x="408434" y="1250345"/>
                  </a:lnTo>
                  <a:lnTo>
                    <a:pt x="408445" y="1250339"/>
                  </a:lnTo>
                  <a:lnTo>
                    <a:pt x="408469" y="1250332"/>
                  </a:lnTo>
                  <a:lnTo>
                    <a:pt x="408495" y="1250326"/>
                  </a:lnTo>
                  <a:lnTo>
                    <a:pt x="408525" y="1250318"/>
                  </a:lnTo>
                  <a:lnTo>
                    <a:pt x="408529" y="1250312"/>
                  </a:lnTo>
                  <a:lnTo>
                    <a:pt x="408528" y="1250304"/>
                  </a:lnTo>
                  <a:lnTo>
                    <a:pt x="408525" y="1250292"/>
                  </a:lnTo>
                  <a:lnTo>
                    <a:pt x="408517" y="1250269"/>
                  </a:lnTo>
                  <a:lnTo>
                    <a:pt x="408508" y="1250251"/>
                  </a:lnTo>
                  <a:lnTo>
                    <a:pt x="408497" y="1250234"/>
                  </a:lnTo>
                  <a:lnTo>
                    <a:pt x="408484" y="1250218"/>
                  </a:lnTo>
                  <a:lnTo>
                    <a:pt x="408471" y="1250203"/>
                  </a:lnTo>
                  <a:lnTo>
                    <a:pt x="408461" y="1250192"/>
                  </a:lnTo>
                  <a:lnTo>
                    <a:pt x="408443" y="1250176"/>
                  </a:lnTo>
                  <a:lnTo>
                    <a:pt x="408422" y="1250158"/>
                  </a:lnTo>
                  <a:lnTo>
                    <a:pt x="408403" y="1250139"/>
                  </a:lnTo>
                  <a:lnTo>
                    <a:pt x="408392" y="1250127"/>
                  </a:lnTo>
                  <a:lnTo>
                    <a:pt x="408376" y="1250108"/>
                  </a:lnTo>
                  <a:lnTo>
                    <a:pt x="408367" y="1250093"/>
                  </a:lnTo>
                  <a:lnTo>
                    <a:pt x="408360" y="1250081"/>
                  </a:lnTo>
                  <a:lnTo>
                    <a:pt x="408357" y="1250072"/>
                  </a:lnTo>
                  <a:lnTo>
                    <a:pt x="408355" y="1250063"/>
                  </a:lnTo>
                  <a:lnTo>
                    <a:pt x="408354" y="1250036"/>
                  </a:lnTo>
                  <a:lnTo>
                    <a:pt x="408353" y="1250015"/>
                  </a:lnTo>
                  <a:lnTo>
                    <a:pt x="408348" y="1249992"/>
                  </a:lnTo>
                  <a:lnTo>
                    <a:pt x="408341" y="1249977"/>
                  </a:lnTo>
                  <a:lnTo>
                    <a:pt x="408332" y="1249965"/>
                  </a:lnTo>
                  <a:lnTo>
                    <a:pt x="408325" y="1249956"/>
                  </a:lnTo>
                  <a:lnTo>
                    <a:pt x="408314" y="1249945"/>
                  </a:lnTo>
                  <a:lnTo>
                    <a:pt x="408302" y="1249931"/>
                  </a:lnTo>
                  <a:lnTo>
                    <a:pt x="408294" y="1249920"/>
                  </a:lnTo>
                  <a:lnTo>
                    <a:pt x="408284" y="1249906"/>
                  </a:lnTo>
                  <a:lnTo>
                    <a:pt x="408279" y="1249896"/>
                  </a:lnTo>
                  <a:lnTo>
                    <a:pt x="408275" y="1249885"/>
                  </a:lnTo>
                  <a:lnTo>
                    <a:pt x="408273" y="1249872"/>
                  </a:lnTo>
                  <a:lnTo>
                    <a:pt x="408271" y="1249853"/>
                  </a:lnTo>
                  <a:lnTo>
                    <a:pt x="408266" y="1249827"/>
                  </a:lnTo>
                  <a:lnTo>
                    <a:pt x="408262" y="1249816"/>
                  </a:lnTo>
                  <a:lnTo>
                    <a:pt x="408254" y="1249804"/>
                  </a:lnTo>
                  <a:lnTo>
                    <a:pt x="408245" y="1249790"/>
                  </a:lnTo>
                  <a:lnTo>
                    <a:pt x="408241" y="1249784"/>
                  </a:lnTo>
                  <a:lnTo>
                    <a:pt x="408236" y="1249776"/>
                  </a:lnTo>
                  <a:lnTo>
                    <a:pt x="408234" y="1249769"/>
                  </a:lnTo>
                  <a:lnTo>
                    <a:pt x="408233" y="1249763"/>
                  </a:lnTo>
                  <a:lnTo>
                    <a:pt x="408229" y="1249740"/>
                  </a:lnTo>
                  <a:lnTo>
                    <a:pt x="408224" y="1249716"/>
                  </a:lnTo>
                  <a:lnTo>
                    <a:pt x="408216" y="1249700"/>
                  </a:lnTo>
                  <a:lnTo>
                    <a:pt x="408206" y="1249681"/>
                  </a:lnTo>
                  <a:lnTo>
                    <a:pt x="408191" y="1249656"/>
                  </a:lnTo>
                  <a:lnTo>
                    <a:pt x="408180" y="1249637"/>
                  </a:lnTo>
                  <a:lnTo>
                    <a:pt x="408170" y="1249619"/>
                  </a:lnTo>
                  <a:lnTo>
                    <a:pt x="408160" y="1249598"/>
                  </a:lnTo>
                  <a:lnTo>
                    <a:pt x="408152" y="1249582"/>
                  </a:lnTo>
                  <a:lnTo>
                    <a:pt x="408148" y="1249568"/>
                  </a:lnTo>
                  <a:lnTo>
                    <a:pt x="408147" y="1249553"/>
                  </a:lnTo>
                  <a:lnTo>
                    <a:pt x="408144" y="1249531"/>
                  </a:lnTo>
                  <a:lnTo>
                    <a:pt x="408145" y="1249516"/>
                  </a:lnTo>
                  <a:lnTo>
                    <a:pt x="408149" y="1249500"/>
                  </a:lnTo>
                  <a:lnTo>
                    <a:pt x="408150" y="1249492"/>
                  </a:lnTo>
                  <a:lnTo>
                    <a:pt x="408147" y="1249486"/>
                  </a:lnTo>
                  <a:lnTo>
                    <a:pt x="408140" y="1249482"/>
                  </a:lnTo>
                  <a:lnTo>
                    <a:pt x="408123" y="1249480"/>
                  </a:lnTo>
                  <a:lnTo>
                    <a:pt x="408107" y="1249477"/>
                  </a:lnTo>
                  <a:lnTo>
                    <a:pt x="408094" y="1249471"/>
                  </a:lnTo>
                  <a:lnTo>
                    <a:pt x="408080" y="1249463"/>
                  </a:lnTo>
                  <a:lnTo>
                    <a:pt x="408062" y="1249450"/>
                  </a:lnTo>
                  <a:lnTo>
                    <a:pt x="408046" y="1249437"/>
                  </a:lnTo>
                  <a:lnTo>
                    <a:pt x="408039" y="1249428"/>
                  </a:lnTo>
                  <a:lnTo>
                    <a:pt x="408036" y="1249421"/>
                  </a:lnTo>
                  <a:lnTo>
                    <a:pt x="408036" y="1249415"/>
                  </a:lnTo>
                  <a:lnTo>
                    <a:pt x="408040" y="1249407"/>
                  </a:lnTo>
                  <a:lnTo>
                    <a:pt x="408051" y="1249397"/>
                  </a:lnTo>
                  <a:lnTo>
                    <a:pt x="408066" y="1249386"/>
                  </a:lnTo>
                  <a:lnTo>
                    <a:pt x="408076" y="1249378"/>
                  </a:lnTo>
                  <a:lnTo>
                    <a:pt x="408095" y="1249363"/>
                  </a:lnTo>
                  <a:lnTo>
                    <a:pt x="408121" y="1249345"/>
                  </a:lnTo>
                  <a:lnTo>
                    <a:pt x="408143" y="1249329"/>
                  </a:lnTo>
                  <a:lnTo>
                    <a:pt x="408156" y="1249319"/>
                  </a:lnTo>
                  <a:lnTo>
                    <a:pt x="408166" y="1249309"/>
                  </a:lnTo>
                  <a:lnTo>
                    <a:pt x="408170" y="1249302"/>
                  </a:lnTo>
                  <a:lnTo>
                    <a:pt x="408173" y="1249296"/>
                  </a:lnTo>
                  <a:lnTo>
                    <a:pt x="408174" y="1249290"/>
                  </a:lnTo>
                  <a:lnTo>
                    <a:pt x="408171" y="1249276"/>
                  </a:lnTo>
                  <a:lnTo>
                    <a:pt x="408165" y="1249248"/>
                  </a:lnTo>
                  <a:lnTo>
                    <a:pt x="408157" y="1249224"/>
                  </a:lnTo>
                  <a:lnTo>
                    <a:pt x="408149" y="1249203"/>
                  </a:lnTo>
                  <a:lnTo>
                    <a:pt x="408139" y="1249181"/>
                  </a:lnTo>
                  <a:lnTo>
                    <a:pt x="408130" y="1249162"/>
                  </a:lnTo>
                  <a:lnTo>
                    <a:pt x="408123" y="1249152"/>
                  </a:lnTo>
                  <a:lnTo>
                    <a:pt x="408109" y="1249135"/>
                  </a:lnTo>
                  <a:lnTo>
                    <a:pt x="408104" y="1249127"/>
                  </a:lnTo>
                  <a:lnTo>
                    <a:pt x="408101" y="1249118"/>
                  </a:lnTo>
                  <a:lnTo>
                    <a:pt x="408098" y="1249099"/>
                  </a:lnTo>
                  <a:lnTo>
                    <a:pt x="408097" y="1249086"/>
                  </a:lnTo>
                  <a:lnTo>
                    <a:pt x="408094" y="1249060"/>
                  </a:lnTo>
                  <a:lnTo>
                    <a:pt x="408090" y="1249051"/>
                  </a:lnTo>
                  <a:lnTo>
                    <a:pt x="408086" y="1249045"/>
                  </a:lnTo>
                  <a:lnTo>
                    <a:pt x="408077" y="1249038"/>
                  </a:lnTo>
                  <a:lnTo>
                    <a:pt x="408058" y="1249024"/>
                  </a:lnTo>
                  <a:lnTo>
                    <a:pt x="408032" y="1249006"/>
                  </a:lnTo>
                  <a:lnTo>
                    <a:pt x="408011" y="1248992"/>
                  </a:lnTo>
                  <a:lnTo>
                    <a:pt x="407986" y="1248978"/>
                  </a:lnTo>
                  <a:lnTo>
                    <a:pt x="407964" y="1248966"/>
                  </a:lnTo>
                  <a:lnTo>
                    <a:pt x="407949" y="1248957"/>
                  </a:lnTo>
                  <a:lnTo>
                    <a:pt x="407933" y="1248947"/>
                  </a:lnTo>
                  <a:lnTo>
                    <a:pt x="407918" y="1248941"/>
                  </a:lnTo>
                  <a:lnTo>
                    <a:pt x="407903" y="1248937"/>
                  </a:lnTo>
                  <a:lnTo>
                    <a:pt x="407883" y="1248935"/>
                  </a:lnTo>
                  <a:lnTo>
                    <a:pt x="407862" y="1248931"/>
                  </a:lnTo>
                  <a:lnTo>
                    <a:pt x="407844" y="1248920"/>
                  </a:lnTo>
                  <a:lnTo>
                    <a:pt x="407828" y="1248906"/>
                  </a:lnTo>
                  <a:lnTo>
                    <a:pt x="407818" y="1248897"/>
                  </a:lnTo>
                  <a:lnTo>
                    <a:pt x="407814" y="1248893"/>
                  </a:lnTo>
                  <a:lnTo>
                    <a:pt x="407805" y="1248880"/>
                  </a:lnTo>
                  <a:lnTo>
                    <a:pt x="407798" y="1248863"/>
                  </a:lnTo>
                  <a:lnTo>
                    <a:pt x="407795" y="1248851"/>
                  </a:lnTo>
                  <a:lnTo>
                    <a:pt x="407790" y="1248832"/>
                  </a:lnTo>
                  <a:lnTo>
                    <a:pt x="407788" y="1248814"/>
                  </a:lnTo>
                  <a:lnTo>
                    <a:pt x="407784" y="1248798"/>
                  </a:lnTo>
                  <a:lnTo>
                    <a:pt x="407780" y="1248789"/>
                  </a:lnTo>
                  <a:lnTo>
                    <a:pt x="407771" y="1248779"/>
                  </a:lnTo>
                  <a:lnTo>
                    <a:pt x="407763" y="1248766"/>
                  </a:lnTo>
                  <a:lnTo>
                    <a:pt x="407759" y="1248754"/>
                  </a:lnTo>
                  <a:lnTo>
                    <a:pt x="407756" y="1248742"/>
                  </a:lnTo>
                  <a:lnTo>
                    <a:pt x="407756" y="1248726"/>
                  </a:lnTo>
                  <a:lnTo>
                    <a:pt x="407759" y="1248706"/>
                  </a:lnTo>
                  <a:lnTo>
                    <a:pt x="407759" y="1248699"/>
                  </a:lnTo>
                  <a:lnTo>
                    <a:pt x="407756" y="1248691"/>
                  </a:lnTo>
                  <a:lnTo>
                    <a:pt x="407748" y="1248680"/>
                  </a:lnTo>
                  <a:lnTo>
                    <a:pt x="407735" y="1248661"/>
                  </a:lnTo>
                  <a:lnTo>
                    <a:pt x="407724" y="1248640"/>
                  </a:lnTo>
                  <a:lnTo>
                    <a:pt x="407714" y="1248622"/>
                  </a:lnTo>
                  <a:lnTo>
                    <a:pt x="407705" y="1248604"/>
                  </a:lnTo>
                  <a:lnTo>
                    <a:pt x="407698" y="1248587"/>
                  </a:lnTo>
                  <a:lnTo>
                    <a:pt x="407694" y="1248575"/>
                  </a:lnTo>
                  <a:lnTo>
                    <a:pt x="407692" y="1248562"/>
                  </a:lnTo>
                  <a:lnTo>
                    <a:pt x="407690" y="1248532"/>
                  </a:lnTo>
                  <a:lnTo>
                    <a:pt x="407690" y="1248503"/>
                  </a:lnTo>
                  <a:lnTo>
                    <a:pt x="407689" y="1248459"/>
                  </a:lnTo>
                  <a:lnTo>
                    <a:pt x="407688" y="1248440"/>
                  </a:lnTo>
                  <a:lnTo>
                    <a:pt x="407685" y="1248428"/>
                  </a:lnTo>
                  <a:lnTo>
                    <a:pt x="407681" y="1248411"/>
                  </a:lnTo>
                  <a:lnTo>
                    <a:pt x="407679" y="1248395"/>
                  </a:lnTo>
                  <a:lnTo>
                    <a:pt x="407680" y="1248383"/>
                  </a:lnTo>
                  <a:lnTo>
                    <a:pt x="407683" y="1248372"/>
                  </a:lnTo>
                  <a:lnTo>
                    <a:pt x="407695" y="1248343"/>
                  </a:lnTo>
                  <a:lnTo>
                    <a:pt x="407699" y="1248330"/>
                  </a:lnTo>
                  <a:lnTo>
                    <a:pt x="407706" y="1248309"/>
                  </a:lnTo>
                  <a:lnTo>
                    <a:pt x="407715" y="1248280"/>
                  </a:lnTo>
                  <a:lnTo>
                    <a:pt x="407719" y="1248265"/>
                  </a:lnTo>
                  <a:lnTo>
                    <a:pt x="407724" y="1248244"/>
                  </a:lnTo>
                  <a:lnTo>
                    <a:pt x="407728" y="1248213"/>
                  </a:lnTo>
                  <a:lnTo>
                    <a:pt x="407731" y="1248183"/>
                  </a:lnTo>
                  <a:lnTo>
                    <a:pt x="407732" y="1248167"/>
                  </a:lnTo>
                  <a:lnTo>
                    <a:pt x="407730" y="1248154"/>
                  </a:lnTo>
                  <a:lnTo>
                    <a:pt x="407724" y="1248126"/>
                  </a:lnTo>
                  <a:lnTo>
                    <a:pt x="407721" y="1248118"/>
                  </a:lnTo>
                  <a:lnTo>
                    <a:pt x="407713" y="1248100"/>
                  </a:lnTo>
                  <a:lnTo>
                    <a:pt x="407697" y="1248075"/>
                  </a:lnTo>
                  <a:lnTo>
                    <a:pt x="407683" y="1248051"/>
                  </a:lnTo>
                  <a:lnTo>
                    <a:pt x="407666" y="1248027"/>
                  </a:lnTo>
                  <a:lnTo>
                    <a:pt x="407650" y="1248010"/>
                  </a:lnTo>
                  <a:lnTo>
                    <a:pt x="407633" y="1247996"/>
                  </a:lnTo>
                  <a:lnTo>
                    <a:pt x="407612" y="1247981"/>
                  </a:lnTo>
                  <a:lnTo>
                    <a:pt x="407597" y="1247969"/>
                  </a:lnTo>
                  <a:lnTo>
                    <a:pt x="407585" y="1247957"/>
                  </a:lnTo>
                  <a:lnTo>
                    <a:pt x="407569" y="1247940"/>
                  </a:lnTo>
                  <a:lnTo>
                    <a:pt x="407556" y="1247925"/>
                  </a:lnTo>
                  <a:lnTo>
                    <a:pt x="407541" y="1247909"/>
                  </a:lnTo>
                  <a:lnTo>
                    <a:pt x="407536" y="1247904"/>
                  </a:lnTo>
                  <a:lnTo>
                    <a:pt x="407507" y="1247878"/>
                  </a:lnTo>
                  <a:lnTo>
                    <a:pt x="407494" y="1247866"/>
                  </a:lnTo>
                  <a:lnTo>
                    <a:pt x="407474" y="1247849"/>
                  </a:lnTo>
                  <a:lnTo>
                    <a:pt x="407456" y="1247835"/>
                  </a:lnTo>
                  <a:lnTo>
                    <a:pt x="407439" y="1247825"/>
                  </a:lnTo>
                  <a:lnTo>
                    <a:pt x="407422" y="1247818"/>
                  </a:lnTo>
                  <a:lnTo>
                    <a:pt x="407403" y="1247813"/>
                  </a:lnTo>
                  <a:lnTo>
                    <a:pt x="407387" y="1247810"/>
                  </a:lnTo>
                  <a:lnTo>
                    <a:pt x="407370" y="1247810"/>
                  </a:lnTo>
                  <a:lnTo>
                    <a:pt x="407352" y="1247812"/>
                  </a:lnTo>
                  <a:lnTo>
                    <a:pt x="407331" y="1247817"/>
                  </a:lnTo>
                  <a:lnTo>
                    <a:pt x="407319" y="1247822"/>
                  </a:lnTo>
                  <a:lnTo>
                    <a:pt x="407301" y="1247829"/>
                  </a:lnTo>
                  <a:lnTo>
                    <a:pt x="407282" y="1247837"/>
                  </a:lnTo>
                  <a:lnTo>
                    <a:pt x="407266" y="1247844"/>
                  </a:lnTo>
                  <a:lnTo>
                    <a:pt x="407239" y="1247856"/>
                  </a:lnTo>
                  <a:lnTo>
                    <a:pt x="407229" y="1247862"/>
                  </a:lnTo>
                  <a:lnTo>
                    <a:pt x="407215" y="1247870"/>
                  </a:lnTo>
                  <a:lnTo>
                    <a:pt x="407205" y="1247875"/>
                  </a:lnTo>
                  <a:lnTo>
                    <a:pt x="407197" y="1247876"/>
                  </a:lnTo>
                  <a:lnTo>
                    <a:pt x="407184" y="1247875"/>
                  </a:lnTo>
                  <a:lnTo>
                    <a:pt x="407168" y="1247870"/>
                  </a:lnTo>
                  <a:lnTo>
                    <a:pt x="407136" y="1247855"/>
                  </a:lnTo>
                  <a:lnTo>
                    <a:pt x="407117" y="1247845"/>
                  </a:lnTo>
                  <a:lnTo>
                    <a:pt x="407080" y="1247828"/>
                  </a:lnTo>
                  <a:lnTo>
                    <a:pt x="407051" y="1247816"/>
                  </a:lnTo>
                  <a:lnTo>
                    <a:pt x="407037" y="1247812"/>
                  </a:lnTo>
                  <a:lnTo>
                    <a:pt x="407021" y="1247810"/>
                  </a:lnTo>
                  <a:lnTo>
                    <a:pt x="406996" y="1247809"/>
                  </a:lnTo>
                  <a:lnTo>
                    <a:pt x="406985" y="1247808"/>
                  </a:lnTo>
                  <a:lnTo>
                    <a:pt x="406966" y="1247804"/>
                  </a:lnTo>
                  <a:lnTo>
                    <a:pt x="406943" y="1247798"/>
                  </a:lnTo>
                  <a:lnTo>
                    <a:pt x="406913" y="1247790"/>
                  </a:lnTo>
                  <a:lnTo>
                    <a:pt x="406902" y="1247788"/>
                  </a:lnTo>
                  <a:lnTo>
                    <a:pt x="406883" y="1247784"/>
                  </a:lnTo>
                  <a:lnTo>
                    <a:pt x="406852" y="1247777"/>
                  </a:lnTo>
                  <a:lnTo>
                    <a:pt x="406824" y="1247771"/>
                  </a:lnTo>
                  <a:lnTo>
                    <a:pt x="406814" y="1247767"/>
                  </a:lnTo>
                  <a:lnTo>
                    <a:pt x="406809" y="1247762"/>
                  </a:lnTo>
                  <a:lnTo>
                    <a:pt x="406803" y="1247753"/>
                  </a:lnTo>
                  <a:lnTo>
                    <a:pt x="406801" y="1247744"/>
                  </a:lnTo>
                  <a:lnTo>
                    <a:pt x="406800" y="1247729"/>
                  </a:lnTo>
                  <a:lnTo>
                    <a:pt x="406802" y="1247703"/>
                  </a:lnTo>
                  <a:lnTo>
                    <a:pt x="406802" y="1247694"/>
                  </a:lnTo>
                  <a:lnTo>
                    <a:pt x="406799" y="1247687"/>
                  </a:lnTo>
                  <a:lnTo>
                    <a:pt x="406790" y="1247676"/>
                  </a:lnTo>
                  <a:lnTo>
                    <a:pt x="406772" y="1247657"/>
                  </a:lnTo>
                  <a:lnTo>
                    <a:pt x="406764" y="1247647"/>
                  </a:lnTo>
                  <a:lnTo>
                    <a:pt x="406754" y="1247630"/>
                  </a:lnTo>
                  <a:lnTo>
                    <a:pt x="406744" y="1247611"/>
                  </a:lnTo>
                  <a:lnTo>
                    <a:pt x="406736" y="1247594"/>
                  </a:lnTo>
                  <a:lnTo>
                    <a:pt x="406731" y="1247576"/>
                  </a:lnTo>
                  <a:lnTo>
                    <a:pt x="406725" y="1247552"/>
                  </a:lnTo>
                  <a:lnTo>
                    <a:pt x="406720" y="1247527"/>
                  </a:lnTo>
                  <a:lnTo>
                    <a:pt x="406716" y="1247508"/>
                  </a:lnTo>
                  <a:lnTo>
                    <a:pt x="406710" y="1247497"/>
                  </a:lnTo>
                  <a:lnTo>
                    <a:pt x="406700" y="1247495"/>
                  </a:lnTo>
                  <a:lnTo>
                    <a:pt x="406677" y="1247494"/>
                  </a:lnTo>
                  <a:lnTo>
                    <a:pt x="406665" y="1247491"/>
                  </a:lnTo>
                  <a:lnTo>
                    <a:pt x="406655" y="1247488"/>
                  </a:lnTo>
                  <a:lnTo>
                    <a:pt x="406644" y="1247482"/>
                  </a:lnTo>
                  <a:lnTo>
                    <a:pt x="406637" y="1247475"/>
                  </a:lnTo>
                  <a:lnTo>
                    <a:pt x="406631" y="1247467"/>
                  </a:lnTo>
                  <a:lnTo>
                    <a:pt x="406627" y="1247457"/>
                  </a:lnTo>
                  <a:lnTo>
                    <a:pt x="406622" y="1247435"/>
                  </a:lnTo>
                  <a:lnTo>
                    <a:pt x="406617" y="1247418"/>
                  </a:lnTo>
                  <a:lnTo>
                    <a:pt x="406606" y="1247397"/>
                  </a:lnTo>
                  <a:lnTo>
                    <a:pt x="406595" y="1247380"/>
                  </a:lnTo>
                  <a:lnTo>
                    <a:pt x="406579" y="1247361"/>
                  </a:lnTo>
                  <a:lnTo>
                    <a:pt x="406564" y="1247345"/>
                  </a:lnTo>
                  <a:lnTo>
                    <a:pt x="406550" y="1247334"/>
                  </a:lnTo>
                  <a:lnTo>
                    <a:pt x="406535" y="1247324"/>
                  </a:lnTo>
                  <a:lnTo>
                    <a:pt x="406519" y="1247318"/>
                  </a:lnTo>
                  <a:lnTo>
                    <a:pt x="406500" y="1247312"/>
                  </a:lnTo>
                  <a:lnTo>
                    <a:pt x="406481" y="1247309"/>
                  </a:lnTo>
                  <a:lnTo>
                    <a:pt x="406455" y="1247309"/>
                  </a:lnTo>
                  <a:lnTo>
                    <a:pt x="406400" y="1247308"/>
                  </a:lnTo>
                  <a:lnTo>
                    <a:pt x="406380" y="1247305"/>
                  </a:lnTo>
                  <a:lnTo>
                    <a:pt x="406365" y="1247301"/>
                  </a:lnTo>
                  <a:lnTo>
                    <a:pt x="406352" y="1247293"/>
                  </a:lnTo>
                  <a:lnTo>
                    <a:pt x="406341" y="1247282"/>
                  </a:lnTo>
                  <a:lnTo>
                    <a:pt x="406329" y="1247267"/>
                  </a:lnTo>
                  <a:lnTo>
                    <a:pt x="406318" y="1247248"/>
                  </a:lnTo>
                  <a:lnTo>
                    <a:pt x="406306" y="1247233"/>
                  </a:lnTo>
                  <a:lnTo>
                    <a:pt x="406292" y="1247220"/>
                  </a:lnTo>
                  <a:lnTo>
                    <a:pt x="406283" y="1247217"/>
                  </a:lnTo>
                  <a:lnTo>
                    <a:pt x="406277" y="1247218"/>
                  </a:lnTo>
                  <a:lnTo>
                    <a:pt x="406270" y="1247222"/>
                  </a:lnTo>
                  <a:lnTo>
                    <a:pt x="406266" y="1247227"/>
                  </a:lnTo>
                  <a:lnTo>
                    <a:pt x="406255" y="1247238"/>
                  </a:lnTo>
                  <a:lnTo>
                    <a:pt x="406235" y="1247262"/>
                  </a:lnTo>
                  <a:lnTo>
                    <a:pt x="406226" y="1247271"/>
                  </a:lnTo>
                  <a:lnTo>
                    <a:pt x="406221" y="1247275"/>
                  </a:lnTo>
                  <a:lnTo>
                    <a:pt x="406214" y="1247278"/>
                  </a:lnTo>
                  <a:lnTo>
                    <a:pt x="406195" y="1247283"/>
                  </a:lnTo>
                  <a:lnTo>
                    <a:pt x="406159" y="1247289"/>
                  </a:lnTo>
                  <a:lnTo>
                    <a:pt x="406147" y="1247292"/>
                  </a:lnTo>
                  <a:lnTo>
                    <a:pt x="406110" y="1247298"/>
                  </a:lnTo>
                  <a:lnTo>
                    <a:pt x="406073" y="1247305"/>
                  </a:lnTo>
                  <a:lnTo>
                    <a:pt x="406034" y="1247313"/>
                  </a:lnTo>
                  <a:lnTo>
                    <a:pt x="406028" y="1247314"/>
                  </a:lnTo>
                  <a:lnTo>
                    <a:pt x="405991" y="1247320"/>
                  </a:lnTo>
                  <a:lnTo>
                    <a:pt x="405955" y="1247328"/>
                  </a:lnTo>
                  <a:lnTo>
                    <a:pt x="405934" y="1247335"/>
                  </a:lnTo>
                  <a:lnTo>
                    <a:pt x="405926" y="1247339"/>
                  </a:lnTo>
                  <a:lnTo>
                    <a:pt x="405910" y="1247347"/>
                  </a:lnTo>
                  <a:lnTo>
                    <a:pt x="405896" y="1247356"/>
                  </a:lnTo>
                  <a:lnTo>
                    <a:pt x="405885" y="1247364"/>
                  </a:lnTo>
                  <a:lnTo>
                    <a:pt x="405881" y="1247368"/>
                  </a:lnTo>
                  <a:lnTo>
                    <a:pt x="405867" y="1247381"/>
                  </a:lnTo>
                  <a:lnTo>
                    <a:pt x="405853" y="1247396"/>
                  </a:lnTo>
                  <a:lnTo>
                    <a:pt x="405838" y="1247414"/>
                  </a:lnTo>
                  <a:lnTo>
                    <a:pt x="405820" y="1247436"/>
                  </a:lnTo>
                  <a:lnTo>
                    <a:pt x="405806" y="1247450"/>
                  </a:lnTo>
                  <a:lnTo>
                    <a:pt x="405795" y="1247457"/>
                  </a:lnTo>
                  <a:lnTo>
                    <a:pt x="405787" y="1247459"/>
                  </a:lnTo>
                  <a:lnTo>
                    <a:pt x="405778" y="1247458"/>
                  </a:lnTo>
                  <a:lnTo>
                    <a:pt x="405771" y="1247457"/>
                  </a:lnTo>
                  <a:lnTo>
                    <a:pt x="405757" y="1247451"/>
                  </a:lnTo>
                  <a:lnTo>
                    <a:pt x="405728" y="1247439"/>
                  </a:lnTo>
                  <a:lnTo>
                    <a:pt x="405710" y="1247435"/>
                  </a:lnTo>
                  <a:lnTo>
                    <a:pt x="405690" y="1247431"/>
                  </a:lnTo>
                  <a:lnTo>
                    <a:pt x="405677" y="1247430"/>
                  </a:lnTo>
                  <a:lnTo>
                    <a:pt x="405669" y="1247431"/>
                  </a:lnTo>
                  <a:lnTo>
                    <a:pt x="405655" y="1247441"/>
                  </a:lnTo>
                  <a:lnTo>
                    <a:pt x="405637" y="1247458"/>
                  </a:lnTo>
                  <a:lnTo>
                    <a:pt x="405615" y="1247476"/>
                  </a:lnTo>
                  <a:lnTo>
                    <a:pt x="405595" y="1247499"/>
                  </a:lnTo>
                  <a:lnTo>
                    <a:pt x="405587" y="1247513"/>
                  </a:lnTo>
                  <a:lnTo>
                    <a:pt x="405577" y="1247536"/>
                  </a:lnTo>
                  <a:lnTo>
                    <a:pt x="405566" y="1247557"/>
                  </a:lnTo>
                  <a:lnTo>
                    <a:pt x="405554" y="1247582"/>
                  </a:lnTo>
                  <a:lnTo>
                    <a:pt x="405544" y="1247602"/>
                  </a:lnTo>
                  <a:lnTo>
                    <a:pt x="405531" y="1247625"/>
                  </a:lnTo>
                  <a:lnTo>
                    <a:pt x="405519" y="1247652"/>
                  </a:lnTo>
                  <a:lnTo>
                    <a:pt x="405504" y="1247679"/>
                  </a:lnTo>
                  <a:lnTo>
                    <a:pt x="405502" y="1247684"/>
                  </a:lnTo>
                  <a:lnTo>
                    <a:pt x="405497" y="1247695"/>
                  </a:lnTo>
                  <a:lnTo>
                    <a:pt x="405497" y="1247704"/>
                  </a:lnTo>
                  <a:lnTo>
                    <a:pt x="405497" y="1247714"/>
                  </a:lnTo>
                  <a:lnTo>
                    <a:pt x="405506" y="1247736"/>
                  </a:lnTo>
                  <a:lnTo>
                    <a:pt x="405525" y="1247769"/>
                  </a:lnTo>
                  <a:lnTo>
                    <a:pt x="405533" y="1247783"/>
                  </a:lnTo>
                  <a:lnTo>
                    <a:pt x="405536" y="1247796"/>
                  </a:lnTo>
                  <a:lnTo>
                    <a:pt x="405537" y="1247810"/>
                  </a:lnTo>
                  <a:lnTo>
                    <a:pt x="405539" y="1247836"/>
                  </a:lnTo>
                  <a:lnTo>
                    <a:pt x="405540" y="1247860"/>
                  </a:lnTo>
                  <a:lnTo>
                    <a:pt x="405541" y="1247893"/>
                  </a:lnTo>
                  <a:lnTo>
                    <a:pt x="405543" y="1247915"/>
                  </a:lnTo>
                  <a:lnTo>
                    <a:pt x="405545" y="1247942"/>
                  </a:lnTo>
                  <a:lnTo>
                    <a:pt x="405544" y="1247949"/>
                  </a:lnTo>
                  <a:lnTo>
                    <a:pt x="405541" y="1247958"/>
                  </a:lnTo>
                  <a:lnTo>
                    <a:pt x="405531" y="1247972"/>
                  </a:lnTo>
                  <a:lnTo>
                    <a:pt x="405522" y="1247982"/>
                  </a:lnTo>
                  <a:lnTo>
                    <a:pt x="405506" y="1247998"/>
                  </a:lnTo>
                  <a:lnTo>
                    <a:pt x="405492" y="1248011"/>
                  </a:lnTo>
                  <a:lnTo>
                    <a:pt x="405473" y="1248024"/>
                  </a:lnTo>
                  <a:lnTo>
                    <a:pt x="405454" y="1248036"/>
                  </a:lnTo>
                  <a:lnTo>
                    <a:pt x="405438" y="1248043"/>
                  </a:lnTo>
                  <a:lnTo>
                    <a:pt x="405422" y="1248047"/>
                  </a:lnTo>
                  <a:lnTo>
                    <a:pt x="405399" y="1248049"/>
                  </a:lnTo>
                  <a:lnTo>
                    <a:pt x="405361" y="1248053"/>
                  </a:lnTo>
                  <a:lnTo>
                    <a:pt x="405338" y="1248057"/>
                  </a:lnTo>
                  <a:lnTo>
                    <a:pt x="405327" y="1248062"/>
                  </a:lnTo>
                  <a:lnTo>
                    <a:pt x="405316" y="1248070"/>
                  </a:lnTo>
                  <a:lnTo>
                    <a:pt x="405301" y="1248084"/>
                  </a:lnTo>
                  <a:lnTo>
                    <a:pt x="405291" y="1248097"/>
                  </a:lnTo>
                  <a:lnTo>
                    <a:pt x="405280" y="1248113"/>
                  </a:lnTo>
                  <a:lnTo>
                    <a:pt x="405271" y="1248129"/>
                  </a:lnTo>
                  <a:lnTo>
                    <a:pt x="405266" y="1248145"/>
                  </a:lnTo>
                  <a:lnTo>
                    <a:pt x="405257" y="1248171"/>
                  </a:lnTo>
                  <a:lnTo>
                    <a:pt x="405251" y="1248190"/>
                  </a:lnTo>
                  <a:lnTo>
                    <a:pt x="405242" y="1248216"/>
                  </a:lnTo>
                  <a:lnTo>
                    <a:pt x="405236" y="1248231"/>
                  </a:lnTo>
                  <a:lnTo>
                    <a:pt x="405231" y="1248242"/>
                  </a:lnTo>
                  <a:lnTo>
                    <a:pt x="405227" y="1248253"/>
                  </a:lnTo>
                  <a:lnTo>
                    <a:pt x="405220" y="1248264"/>
                  </a:lnTo>
                  <a:lnTo>
                    <a:pt x="405212" y="1248272"/>
                  </a:lnTo>
                  <a:lnTo>
                    <a:pt x="405202" y="1248279"/>
                  </a:lnTo>
                  <a:lnTo>
                    <a:pt x="405184" y="1248291"/>
                  </a:lnTo>
                  <a:lnTo>
                    <a:pt x="405159" y="1248305"/>
                  </a:lnTo>
                  <a:lnTo>
                    <a:pt x="405146" y="1248314"/>
                  </a:lnTo>
                  <a:lnTo>
                    <a:pt x="405138" y="1248323"/>
                  </a:lnTo>
                  <a:lnTo>
                    <a:pt x="405132" y="1248333"/>
                  </a:lnTo>
                  <a:lnTo>
                    <a:pt x="405128" y="1248343"/>
                  </a:lnTo>
                  <a:lnTo>
                    <a:pt x="405126" y="1248356"/>
                  </a:lnTo>
                  <a:lnTo>
                    <a:pt x="405125" y="1248376"/>
                  </a:lnTo>
                  <a:lnTo>
                    <a:pt x="405126" y="1248403"/>
                  </a:lnTo>
                  <a:lnTo>
                    <a:pt x="405128" y="1248425"/>
                  </a:lnTo>
                  <a:lnTo>
                    <a:pt x="405131" y="1248455"/>
                  </a:lnTo>
                  <a:lnTo>
                    <a:pt x="405132" y="1248471"/>
                  </a:lnTo>
                  <a:lnTo>
                    <a:pt x="405131" y="1248484"/>
                  </a:lnTo>
                  <a:lnTo>
                    <a:pt x="405130" y="1248507"/>
                  </a:lnTo>
                  <a:lnTo>
                    <a:pt x="405125" y="1248540"/>
                  </a:lnTo>
                  <a:lnTo>
                    <a:pt x="405120" y="1248572"/>
                  </a:lnTo>
                  <a:lnTo>
                    <a:pt x="405116" y="1248598"/>
                  </a:lnTo>
                  <a:lnTo>
                    <a:pt x="405111" y="1248629"/>
                  </a:lnTo>
                  <a:lnTo>
                    <a:pt x="405108" y="1248653"/>
                  </a:lnTo>
                  <a:lnTo>
                    <a:pt x="405105" y="1248662"/>
                  </a:lnTo>
                  <a:lnTo>
                    <a:pt x="405092" y="1248659"/>
                  </a:lnTo>
                  <a:lnTo>
                    <a:pt x="405057" y="1248643"/>
                  </a:lnTo>
                  <a:lnTo>
                    <a:pt x="405031" y="1248630"/>
                  </a:lnTo>
                  <a:lnTo>
                    <a:pt x="405003" y="1248617"/>
                  </a:lnTo>
                  <a:lnTo>
                    <a:pt x="404987" y="1248609"/>
                  </a:lnTo>
                  <a:lnTo>
                    <a:pt x="404963" y="1248596"/>
                  </a:lnTo>
                  <a:lnTo>
                    <a:pt x="404940" y="1248583"/>
                  </a:lnTo>
                  <a:lnTo>
                    <a:pt x="404915" y="1248568"/>
                  </a:lnTo>
                  <a:lnTo>
                    <a:pt x="404884" y="1248551"/>
                  </a:lnTo>
                  <a:lnTo>
                    <a:pt x="404848" y="1248530"/>
                  </a:lnTo>
                  <a:lnTo>
                    <a:pt x="404819" y="1248514"/>
                  </a:lnTo>
                  <a:lnTo>
                    <a:pt x="404790" y="1248497"/>
                  </a:lnTo>
                  <a:lnTo>
                    <a:pt x="404759" y="1248478"/>
                  </a:lnTo>
                  <a:lnTo>
                    <a:pt x="404730" y="1248462"/>
                  </a:lnTo>
                  <a:lnTo>
                    <a:pt x="404702" y="1248446"/>
                  </a:lnTo>
                  <a:lnTo>
                    <a:pt x="404678" y="1248430"/>
                  </a:lnTo>
                  <a:lnTo>
                    <a:pt x="404650" y="1248411"/>
                  </a:lnTo>
                  <a:lnTo>
                    <a:pt x="404623" y="1248393"/>
                  </a:lnTo>
                  <a:lnTo>
                    <a:pt x="404593" y="1248373"/>
                  </a:lnTo>
                  <a:lnTo>
                    <a:pt x="404563" y="1248353"/>
                  </a:lnTo>
                  <a:lnTo>
                    <a:pt x="404544" y="1248341"/>
                  </a:lnTo>
                  <a:lnTo>
                    <a:pt x="404536" y="1248337"/>
                  </a:lnTo>
                  <a:lnTo>
                    <a:pt x="404516" y="1248327"/>
                  </a:lnTo>
                  <a:lnTo>
                    <a:pt x="404492" y="1248318"/>
                  </a:lnTo>
                  <a:lnTo>
                    <a:pt x="404458" y="1248305"/>
                  </a:lnTo>
                  <a:lnTo>
                    <a:pt x="404420" y="1248290"/>
                  </a:lnTo>
                  <a:lnTo>
                    <a:pt x="404399" y="1248282"/>
                  </a:lnTo>
                  <a:lnTo>
                    <a:pt x="404377" y="1248276"/>
                  </a:lnTo>
                  <a:lnTo>
                    <a:pt x="404357" y="1248272"/>
                  </a:lnTo>
                  <a:lnTo>
                    <a:pt x="404342" y="1248271"/>
                  </a:lnTo>
                  <a:lnTo>
                    <a:pt x="404317" y="1248272"/>
                  </a:lnTo>
                  <a:lnTo>
                    <a:pt x="404296" y="1248276"/>
                  </a:lnTo>
                  <a:lnTo>
                    <a:pt x="404276" y="1248283"/>
                  </a:lnTo>
                  <a:lnTo>
                    <a:pt x="404249" y="1248297"/>
                  </a:lnTo>
                  <a:lnTo>
                    <a:pt x="404221" y="1248314"/>
                  </a:lnTo>
                  <a:lnTo>
                    <a:pt x="404185" y="1248339"/>
                  </a:lnTo>
                  <a:lnTo>
                    <a:pt x="404158" y="1248358"/>
                  </a:lnTo>
                  <a:lnTo>
                    <a:pt x="404135" y="1248373"/>
                  </a:lnTo>
                  <a:lnTo>
                    <a:pt x="404095" y="1248398"/>
                  </a:lnTo>
                  <a:lnTo>
                    <a:pt x="404066" y="1248416"/>
                  </a:lnTo>
                  <a:lnTo>
                    <a:pt x="404049" y="1248426"/>
                  </a:lnTo>
                  <a:lnTo>
                    <a:pt x="404039" y="1248431"/>
                  </a:lnTo>
                  <a:lnTo>
                    <a:pt x="404011" y="1248443"/>
                  </a:lnTo>
                  <a:lnTo>
                    <a:pt x="403980" y="1248455"/>
                  </a:lnTo>
                  <a:lnTo>
                    <a:pt x="403953" y="1248463"/>
                  </a:lnTo>
                  <a:lnTo>
                    <a:pt x="403935" y="1248467"/>
                  </a:lnTo>
                  <a:lnTo>
                    <a:pt x="403915" y="1248468"/>
                  </a:lnTo>
                  <a:lnTo>
                    <a:pt x="403901" y="1248466"/>
                  </a:lnTo>
                  <a:lnTo>
                    <a:pt x="403894" y="1248463"/>
                  </a:lnTo>
                  <a:lnTo>
                    <a:pt x="403890" y="1248458"/>
                  </a:lnTo>
                  <a:lnTo>
                    <a:pt x="403877" y="1248438"/>
                  </a:lnTo>
                  <a:lnTo>
                    <a:pt x="403868" y="1248428"/>
                  </a:lnTo>
                  <a:lnTo>
                    <a:pt x="403857" y="1248413"/>
                  </a:lnTo>
                  <a:lnTo>
                    <a:pt x="403836" y="1248390"/>
                  </a:lnTo>
                  <a:lnTo>
                    <a:pt x="403824" y="1248379"/>
                  </a:lnTo>
                  <a:lnTo>
                    <a:pt x="403818" y="1248372"/>
                  </a:lnTo>
                  <a:lnTo>
                    <a:pt x="403801" y="1248355"/>
                  </a:lnTo>
                  <a:lnTo>
                    <a:pt x="403785" y="1248340"/>
                  </a:lnTo>
                  <a:lnTo>
                    <a:pt x="403767" y="1248320"/>
                  </a:lnTo>
                  <a:lnTo>
                    <a:pt x="403754" y="1248309"/>
                  </a:lnTo>
                  <a:lnTo>
                    <a:pt x="403738" y="1248301"/>
                  </a:lnTo>
                  <a:lnTo>
                    <a:pt x="403709" y="1248292"/>
                  </a:lnTo>
                  <a:lnTo>
                    <a:pt x="403675" y="1248281"/>
                  </a:lnTo>
                  <a:lnTo>
                    <a:pt x="403655" y="1248272"/>
                  </a:lnTo>
                  <a:lnTo>
                    <a:pt x="403639" y="1248265"/>
                  </a:lnTo>
                  <a:lnTo>
                    <a:pt x="403610" y="1248246"/>
                  </a:lnTo>
                  <a:lnTo>
                    <a:pt x="403582" y="1248229"/>
                  </a:lnTo>
                  <a:lnTo>
                    <a:pt x="403551" y="1248207"/>
                  </a:lnTo>
                  <a:lnTo>
                    <a:pt x="403533" y="1248194"/>
                  </a:lnTo>
                  <a:lnTo>
                    <a:pt x="403521" y="1248185"/>
                  </a:lnTo>
                  <a:lnTo>
                    <a:pt x="403507" y="1248170"/>
                  </a:lnTo>
                  <a:lnTo>
                    <a:pt x="403497" y="1248152"/>
                  </a:lnTo>
                  <a:lnTo>
                    <a:pt x="403494" y="1248142"/>
                  </a:lnTo>
                  <a:lnTo>
                    <a:pt x="403491" y="1248113"/>
                  </a:lnTo>
                  <a:lnTo>
                    <a:pt x="403489" y="1248104"/>
                  </a:lnTo>
                  <a:lnTo>
                    <a:pt x="403481" y="1248099"/>
                  </a:lnTo>
                  <a:lnTo>
                    <a:pt x="403458" y="1248094"/>
                  </a:lnTo>
                  <a:lnTo>
                    <a:pt x="403439" y="1248093"/>
                  </a:lnTo>
                  <a:lnTo>
                    <a:pt x="403430" y="1248093"/>
                  </a:lnTo>
                  <a:lnTo>
                    <a:pt x="403411" y="1248097"/>
                  </a:lnTo>
                  <a:lnTo>
                    <a:pt x="403360" y="1248109"/>
                  </a:lnTo>
                  <a:lnTo>
                    <a:pt x="403314" y="1248119"/>
                  </a:lnTo>
                  <a:lnTo>
                    <a:pt x="403287" y="1248124"/>
                  </a:lnTo>
                  <a:lnTo>
                    <a:pt x="403263" y="1248127"/>
                  </a:lnTo>
                  <a:lnTo>
                    <a:pt x="403216" y="1248131"/>
                  </a:lnTo>
                  <a:lnTo>
                    <a:pt x="403185" y="1248136"/>
                  </a:lnTo>
                  <a:lnTo>
                    <a:pt x="403147" y="1248145"/>
                  </a:lnTo>
                  <a:lnTo>
                    <a:pt x="403091" y="1248159"/>
                  </a:lnTo>
                  <a:lnTo>
                    <a:pt x="403063" y="1248166"/>
                  </a:lnTo>
                  <a:lnTo>
                    <a:pt x="403038" y="1248174"/>
                  </a:lnTo>
                  <a:lnTo>
                    <a:pt x="403007" y="1248188"/>
                  </a:lnTo>
                  <a:lnTo>
                    <a:pt x="402993" y="1248196"/>
                  </a:lnTo>
                  <a:lnTo>
                    <a:pt x="402990" y="1248201"/>
                  </a:lnTo>
                  <a:lnTo>
                    <a:pt x="402990" y="1248207"/>
                  </a:lnTo>
                  <a:lnTo>
                    <a:pt x="402992" y="1248220"/>
                  </a:lnTo>
                  <a:lnTo>
                    <a:pt x="402994" y="1248251"/>
                  </a:lnTo>
                  <a:lnTo>
                    <a:pt x="403000" y="1248303"/>
                  </a:lnTo>
                  <a:lnTo>
                    <a:pt x="403004" y="1248345"/>
                  </a:lnTo>
                  <a:lnTo>
                    <a:pt x="403005" y="1248358"/>
                  </a:lnTo>
                  <a:lnTo>
                    <a:pt x="403006" y="1248366"/>
                  </a:lnTo>
                  <a:lnTo>
                    <a:pt x="403007" y="1248377"/>
                  </a:lnTo>
                  <a:lnTo>
                    <a:pt x="403010" y="1248405"/>
                  </a:lnTo>
                  <a:lnTo>
                    <a:pt x="403015" y="1248435"/>
                  </a:lnTo>
                  <a:lnTo>
                    <a:pt x="403019" y="1248467"/>
                  </a:lnTo>
                  <a:lnTo>
                    <a:pt x="403025" y="1248505"/>
                  </a:lnTo>
                  <a:lnTo>
                    <a:pt x="403029" y="1248536"/>
                  </a:lnTo>
                  <a:lnTo>
                    <a:pt x="403033" y="1248563"/>
                  </a:lnTo>
                  <a:lnTo>
                    <a:pt x="403038" y="1248589"/>
                  </a:lnTo>
                  <a:lnTo>
                    <a:pt x="403044" y="1248619"/>
                  </a:lnTo>
                  <a:lnTo>
                    <a:pt x="403049" y="1248651"/>
                  </a:lnTo>
                  <a:lnTo>
                    <a:pt x="403054" y="1248679"/>
                  </a:lnTo>
                  <a:lnTo>
                    <a:pt x="403056" y="1248686"/>
                  </a:lnTo>
                  <a:lnTo>
                    <a:pt x="403059" y="1248707"/>
                  </a:lnTo>
                  <a:lnTo>
                    <a:pt x="403064" y="1248731"/>
                  </a:lnTo>
                  <a:lnTo>
                    <a:pt x="403065" y="1248738"/>
                  </a:lnTo>
                  <a:lnTo>
                    <a:pt x="403065" y="1248745"/>
                  </a:lnTo>
                  <a:lnTo>
                    <a:pt x="403064" y="1248763"/>
                  </a:lnTo>
                  <a:lnTo>
                    <a:pt x="403057" y="1248786"/>
                  </a:lnTo>
                  <a:lnTo>
                    <a:pt x="403050" y="1248815"/>
                  </a:lnTo>
                  <a:lnTo>
                    <a:pt x="403042" y="1248844"/>
                  </a:lnTo>
                  <a:lnTo>
                    <a:pt x="403035" y="1248876"/>
                  </a:lnTo>
                  <a:lnTo>
                    <a:pt x="403031" y="1248888"/>
                  </a:lnTo>
                  <a:lnTo>
                    <a:pt x="403026" y="1248893"/>
                  </a:lnTo>
                  <a:lnTo>
                    <a:pt x="403018" y="1248893"/>
                  </a:lnTo>
                  <a:lnTo>
                    <a:pt x="403002" y="1248889"/>
                  </a:lnTo>
                  <a:lnTo>
                    <a:pt x="402984" y="1248884"/>
                  </a:lnTo>
                  <a:lnTo>
                    <a:pt x="402975" y="1248881"/>
                  </a:lnTo>
                  <a:lnTo>
                    <a:pt x="402962" y="1248876"/>
                  </a:lnTo>
                  <a:lnTo>
                    <a:pt x="402942" y="1248869"/>
                  </a:lnTo>
                  <a:lnTo>
                    <a:pt x="402922" y="1248865"/>
                  </a:lnTo>
                  <a:lnTo>
                    <a:pt x="402898" y="1248866"/>
                  </a:lnTo>
                  <a:lnTo>
                    <a:pt x="402873" y="1248869"/>
                  </a:lnTo>
                  <a:lnTo>
                    <a:pt x="402848" y="1248875"/>
                  </a:lnTo>
                  <a:lnTo>
                    <a:pt x="402822" y="1248882"/>
                  </a:lnTo>
                  <a:lnTo>
                    <a:pt x="402785" y="1248893"/>
                  </a:lnTo>
                  <a:lnTo>
                    <a:pt x="402760" y="1248903"/>
                  </a:lnTo>
                  <a:lnTo>
                    <a:pt x="402737" y="1248915"/>
                  </a:lnTo>
                  <a:lnTo>
                    <a:pt x="402716" y="1248927"/>
                  </a:lnTo>
                  <a:lnTo>
                    <a:pt x="402693" y="1248942"/>
                  </a:lnTo>
                  <a:lnTo>
                    <a:pt x="402672" y="1248958"/>
                  </a:lnTo>
                  <a:lnTo>
                    <a:pt x="402654" y="1248975"/>
                  </a:lnTo>
                  <a:lnTo>
                    <a:pt x="402633" y="1248996"/>
                  </a:lnTo>
                  <a:lnTo>
                    <a:pt x="402610" y="1249018"/>
                  </a:lnTo>
                  <a:lnTo>
                    <a:pt x="402597" y="1249033"/>
                  </a:lnTo>
                  <a:lnTo>
                    <a:pt x="402591" y="1249042"/>
                  </a:lnTo>
                  <a:lnTo>
                    <a:pt x="402578" y="1249067"/>
                  </a:lnTo>
                  <a:lnTo>
                    <a:pt x="402575" y="1249072"/>
                  </a:lnTo>
                  <a:lnTo>
                    <a:pt x="402565" y="1249089"/>
                  </a:lnTo>
                  <a:lnTo>
                    <a:pt x="402549" y="1249116"/>
                  </a:lnTo>
                  <a:lnTo>
                    <a:pt x="402535" y="1249138"/>
                  </a:lnTo>
                  <a:lnTo>
                    <a:pt x="402522" y="1249160"/>
                  </a:lnTo>
                  <a:lnTo>
                    <a:pt x="402511" y="1249181"/>
                  </a:lnTo>
                  <a:lnTo>
                    <a:pt x="402497" y="1249203"/>
                  </a:lnTo>
                  <a:lnTo>
                    <a:pt x="402486" y="1249222"/>
                  </a:lnTo>
                  <a:lnTo>
                    <a:pt x="402478" y="1249237"/>
                  </a:lnTo>
                  <a:lnTo>
                    <a:pt x="402468" y="1249250"/>
                  </a:lnTo>
                  <a:lnTo>
                    <a:pt x="402462" y="1249257"/>
                  </a:lnTo>
                  <a:lnTo>
                    <a:pt x="402454" y="1249267"/>
                  </a:lnTo>
                  <a:lnTo>
                    <a:pt x="402449" y="1249272"/>
                  </a:lnTo>
                  <a:lnTo>
                    <a:pt x="402438" y="1249283"/>
                  </a:lnTo>
                  <a:lnTo>
                    <a:pt x="402423" y="1249297"/>
                  </a:lnTo>
                  <a:lnTo>
                    <a:pt x="402404" y="1249313"/>
                  </a:lnTo>
                  <a:lnTo>
                    <a:pt x="402390" y="1249326"/>
                  </a:lnTo>
                  <a:lnTo>
                    <a:pt x="402382" y="1249332"/>
                  </a:lnTo>
                  <a:lnTo>
                    <a:pt x="402374" y="1249339"/>
                  </a:lnTo>
                  <a:lnTo>
                    <a:pt x="402366" y="1249344"/>
                  </a:lnTo>
                  <a:lnTo>
                    <a:pt x="402357" y="1249350"/>
                  </a:lnTo>
                  <a:lnTo>
                    <a:pt x="402349" y="1249353"/>
                  </a:lnTo>
                  <a:lnTo>
                    <a:pt x="402341" y="1249355"/>
                  </a:lnTo>
                  <a:lnTo>
                    <a:pt x="402326" y="1249357"/>
                  </a:lnTo>
                  <a:lnTo>
                    <a:pt x="402311" y="1249358"/>
                  </a:lnTo>
                  <a:lnTo>
                    <a:pt x="402297" y="1249359"/>
                  </a:lnTo>
                  <a:lnTo>
                    <a:pt x="402286" y="1249358"/>
                  </a:lnTo>
                  <a:lnTo>
                    <a:pt x="402274" y="1249356"/>
                  </a:lnTo>
                  <a:lnTo>
                    <a:pt x="402263" y="1249353"/>
                  </a:lnTo>
                  <a:lnTo>
                    <a:pt x="402254" y="1249350"/>
                  </a:lnTo>
                  <a:lnTo>
                    <a:pt x="402247" y="1249345"/>
                  </a:lnTo>
                  <a:lnTo>
                    <a:pt x="402241" y="1249340"/>
                  </a:lnTo>
                  <a:lnTo>
                    <a:pt x="402234" y="1249333"/>
                  </a:lnTo>
                  <a:lnTo>
                    <a:pt x="402226" y="1249322"/>
                  </a:lnTo>
                  <a:lnTo>
                    <a:pt x="402221" y="1249314"/>
                  </a:lnTo>
                  <a:lnTo>
                    <a:pt x="402216" y="1249304"/>
                  </a:lnTo>
                  <a:lnTo>
                    <a:pt x="402208" y="1249294"/>
                  </a:lnTo>
                  <a:lnTo>
                    <a:pt x="402201" y="1249287"/>
                  </a:lnTo>
                  <a:lnTo>
                    <a:pt x="402192" y="1249282"/>
                  </a:lnTo>
                  <a:lnTo>
                    <a:pt x="402182" y="1249278"/>
                  </a:lnTo>
                  <a:lnTo>
                    <a:pt x="402174" y="1249276"/>
                  </a:lnTo>
                  <a:lnTo>
                    <a:pt x="402163" y="1249275"/>
                  </a:lnTo>
                  <a:lnTo>
                    <a:pt x="402153" y="1249277"/>
                  </a:lnTo>
                  <a:lnTo>
                    <a:pt x="402137" y="1249280"/>
                  </a:lnTo>
                  <a:lnTo>
                    <a:pt x="402121" y="1249284"/>
                  </a:lnTo>
                  <a:lnTo>
                    <a:pt x="402107" y="1249290"/>
                  </a:lnTo>
                  <a:lnTo>
                    <a:pt x="402087" y="1249302"/>
                  </a:lnTo>
                  <a:lnTo>
                    <a:pt x="402081" y="1249305"/>
                  </a:lnTo>
                  <a:lnTo>
                    <a:pt x="402071" y="1249310"/>
                  </a:lnTo>
                  <a:lnTo>
                    <a:pt x="402058" y="1249317"/>
                  </a:lnTo>
                  <a:lnTo>
                    <a:pt x="402047" y="1249323"/>
                  </a:lnTo>
                  <a:lnTo>
                    <a:pt x="402042" y="1249326"/>
                  </a:lnTo>
                  <a:lnTo>
                    <a:pt x="402033" y="1249332"/>
                  </a:lnTo>
                  <a:lnTo>
                    <a:pt x="402020" y="1249339"/>
                  </a:lnTo>
                  <a:lnTo>
                    <a:pt x="402008" y="1249344"/>
                  </a:lnTo>
                  <a:lnTo>
                    <a:pt x="401997" y="1249348"/>
                  </a:lnTo>
                  <a:lnTo>
                    <a:pt x="401985" y="1249351"/>
                  </a:lnTo>
                  <a:lnTo>
                    <a:pt x="401976" y="1249354"/>
                  </a:lnTo>
                  <a:lnTo>
                    <a:pt x="401967" y="1249356"/>
                  </a:lnTo>
                  <a:lnTo>
                    <a:pt x="401959" y="1249357"/>
                  </a:lnTo>
                  <a:lnTo>
                    <a:pt x="401952" y="1249357"/>
                  </a:lnTo>
                  <a:lnTo>
                    <a:pt x="401940" y="1249354"/>
                  </a:lnTo>
                  <a:lnTo>
                    <a:pt x="401933" y="1249352"/>
                  </a:lnTo>
                  <a:lnTo>
                    <a:pt x="401926" y="1249350"/>
                  </a:lnTo>
                  <a:lnTo>
                    <a:pt x="401905" y="1249341"/>
                  </a:lnTo>
                  <a:lnTo>
                    <a:pt x="401887" y="1249334"/>
                  </a:lnTo>
                  <a:lnTo>
                    <a:pt x="401879" y="1249331"/>
                  </a:lnTo>
                  <a:lnTo>
                    <a:pt x="401870" y="1249328"/>
                  </a:lnTo>
                  <a:lnTo>
                    <a:pt x="401867" y="1249324"/>
                  </a:lnTo>
                  <a:lnTo>
                    <a:pt x="401867" y="1249316"/>
                  </a:lnTo>
                  <a:lnTo>
                    <a:pt x="401871" y="1249305"/>
                  </a:lnTo>
                  <a:lnTo>
                    <a:pt x="401872" y="1249294"/>
                  </a:lnTo>
                  <a:lnTo>
                    <a:pt x="401871" y="1249271"/>
                  </a:lnTo>
                  <a:lnTo>
                    <a:pt x="401869" y="1249249"/>
                  </a:lnTo>
                  <a:lnTo>
                    <a:pt x="401867" y="1249229"/>
                  </a:lnTo>
                  <a:lnTo>
                    <a:pt x="401863" y="1249212"/>
                  </a:lnTo>
                  <a:lnTo>
                    <a:pt x="401860" y="1249199"/>
                  </a:lnTo>
                  <a:lnTo>
                    <a:pt x="401855" y="1249183"/>
                  </a:lnTo>
                  <a:lnTo>
                    <a:pt x="401848" y="1249165"/>
                  </a:lnTo>
                  <a:lnTo>
                    <a:pt x="401842" y="1249150"/>
                  </a:lnTo>
                  <a:lnTo>
                    <a:pt x="401837" y="1249139"/>
                  </a:lnTo>
                  <a:lnTo>
                    <a:pt x="401828" y="1249121"/>
                  </a:lnTo>
                  <a:lnTo>
                    <a:pt x="401824" y="1249112"/>
                  </a:lnTo>
                  <a:lnTo>
                    <a:pt x="401820" y="1249104"/>
                  </a:lnTo>
                  <a:lnTo>
                    <a:pt x="401812" y="1249088"/>
                  </a:lnTo>
                  <a:lnTo>
                    <a:pt x="401809" y="1249082"/>
                  </a:lnTo>
                  <a:lnTo>
                    <a:pt x="401805" y="1249075"/>
                  </a:lnTo>
                  <a:lnTo>
                    <a:pt x="401798" y="1249067"/>
                  </a:lnTo>
                  <a:lnTo>
                    <a:pt x="401791" y="1249061"/>
                  </a:lnTo>
                  <a:lnTo>
                    <a:pt x="401783" y="1249055"/>
                  </a:lnTo>
                  <a:lnTo>
                    <a:pt x="401772" y="1249048"/>
                  </a:lnTo>
                  <a:lnTo>
                    <a:pt x="401758" y="1249040"/>
                  </a:lnTo>
                  <a:lnTo>
                    <a:pt x="401745" y="1249032"/>
                  </a:lnTo>
                  <a:lnTo>
                    <a:pt x="401737" y="1249028"/>
                  </a:lnTo>
                  <a:lnTo>
                    <a:pt x="401731" y="1249026"/>
                  </a:lnTo>
                  <a:lnTo>
                    <a:pt x="401722" y="1249025"/>
                  </a:lnTo>
                  <a:lnTo>
                    <a:pt x="401713" y="1249024"/>
                  </a:lnTo>
                  <a:lnTo>
                    <a:pt x="401708" y="1249022"/>
                  </a:lnTo>
                  <a:lnTo>
                    <a:pt x="401702" y="1249018"/>
                  </a:lnTo>
                  <a:lnTo>
                    <a:pt x="401696" y="1249012"/>
                  </a:lnTo>
                  <a:lnTo>
                    <a:pt x="401686" y="1249000"/>
                  </a:lnTo>
                  <a:lnTo>
                    <a:pt x="401679" y="1248990"/>
                  </a:lnTo>
                  <a:lnTo>
                    <a:pt x="401673" y="1248980"/>
                  </a:lnTo>
                  <a:lnTo>
                    <a:pt x="401667" y="1248969"/>
                  </a:lnTo>
                  <a:lnTo>
                    <a:pt x="401655" y="1248948"/>
                  </a:lnTo>
                  <a:lnTo>
                    <a:pt x="401648" y="1248935"/>
                  </a:lnTo>
                  <a:lnTo>
                    <a:pt x="401643" y="1248926"/>
                  </a:lnTo>
                  <a:lnTo>
                    <a:pt x="401636" y="1248911"/>
                  </a:lnTo>
                  <a:lnTo>
                    <a:pt x="401631" y="1248898"/>
                  </a:lnTo>
                  <a:lnTo>
                    <a:pt x="401625" y="1248882"/>
                  </a:lnTo>
                  <a:lnTo>
                    <a:pt x="401619" y="1248876"/>
                  </a:lnTo>
                  <a:lnTo>
                    <a:pt x="401611" y="1248874"/>
                  </a:lnTo>
                  <a:lnTo>
                    <a:pt x="401580" y="1248874"/>
                  </a:lnTo>
                  <a:lnTo>
                    <a:pt x="401540" y="1248874"/>
                  </a:lnTo>
                  <a:lnTo>
                    <a:pt x="401523" y="1248874"/>
                  </a:lnTo>
                  <a:lnTo>
                    <a:pt x="401495" y="1248874"/>
                  </a:lnTo>
                  <a:lnTo>
                    <a:pt x="401454" y="1248875"/>
                  </a:lnTo>
                  <a:lnTo>
                    <a:pt x="401429" y="1248876"/>
                  </a:lnTo>
                  <a:lnTo>
                    <a:pt x="401414" y="1248876"/>
                  </a:lnTo>
                  <a:lnTo>
                    <a:pt x="401409" y="1248877"/>
                  </a:lnTo>
                  <a:lnTo>
                    <a:pt x="401393" y="1248875"/>
                  </a:lnTo>
                  <a:lnTo>
                    <a:pt x="401369" y="1248872"/>
                  </a:lnTo>
                  <a:lnTo>
                    <a:pt x="401361" y="1248871"/>
                  </a:lnTo>
                  <a:lnTo>
                    <a:pt x="401333" y="1248867"/>
                  </a:lnTo>
                  <a:lnTo>
                    <a:pt x="401305" y="1248864"/>
                  </a:lnTo>
                  <a:lnTo>
                    <a:pt x="401293" y="1248862"/>
                  </a:lnTo>
                  <a:lnTo>
                    <a:pt x="401283" y="1248862"/>
                  </a:lnTo>
                  <a:lnTo>
                    <a:pt x="401269" y="1248860"/>
                  </a:lnTo>
                  <a:lnTo>
                    <a:pt x="401258" y="1248858"/>
                  </a:lnTo>
                  <a:lnTo>
                    <a:pt x="401252" y="1248856"/>
                  </a:lnTo>
                  <a:lnTo>
                    <a:pt x="401247" y="1248852"/>
                  </a:lnTo>
                  <a:lnTo>
                    <a:pt x="401241" y="1248845"/>
                  </a:lnTo>
                  <a:lnTo>
                    <a:pt x="401236" y="1248839"/>
                  </a:lnTo>
                  <a:lnTo>
                    <a:pt x="401232" y="1248832"/>
                  </a:lnTo>
                  <a:lnTo>
                    <a:pt x="401228" y="1248821"/>
                  </a:lnTo>
                  <a:lnTo>
                    <a:pt x="401223" y="1248809"/>
                  </a:lnTo>
                  <a:lnTo>
                    <a:pt x="401219" y="1248793"/>
                  </a:lnTo>
                  <a:lnTo>
                    <a:pt x="401213" y="1248771"/>
                  </a:lnTo>
                  <a:lnTo>
                    <a:pt x="401208" y="1248757"/>
                  </a:lnTo>
                  <a:lnTo>
                    <a:pt x="401201" y="1248738"/>
                  </a:lnTo>
                  <a:lnTo>
                    <a:pt x="401193" y="1248718"/>
                  </a:lnTo>
                  <a:lnTo>
                    <a:pt x="401186" y="1248702"/>
                  </a:lnTo>
                  <a:lnTo>
                    <a:pt x="401178" y="1248685"/>
                  </a:lnTo>
                  <a:lnTo>
                    <a:pt x="401175" y="1248679"/>
                  </a:lnTo>
                  <a:lnTo>
                    <a:pt x="401169" y="1248666"/>
                  </a:lnTo>
                  <a:lnTo>
                    <a:pt x="401160" y="1248652"/>
                  </a:lnTo>
                  <a:lnTo>
                    <a:pt x="401153" y="1248642"/>
                  </a:lnTo>
                  <a:lnTo>
                    <a:pt x="401145" y="1248629"/>
                  </a:lnTo>
                  <a:lnTo>
                    <a:pt x="401136" y="1248619"/>
                  </a:lnTo>
                  <a:lnTo>
                    <a:pt x="401130" y="1248610"/>
                  </a:lnTo>
                  <a:lnTo>
                    <a:pt x="401123" y="1248602"/>
                  </a:lnTo>
                  <a:lnTo>
                    <a:pt x="401119" y="1248595"/>
                  </a:lnTo>
                  <a:lnTo>
                    <a:pt x="401114" y="1248586"/>
                  </a:lnTo>
                  <a:lnTo>
                    <a:pt x="401111" y="1248580"/>
                  </a:lnTo>
                  <a:lnTo>
                    <a:pt x="401106" y="1248565"/>
                  </a:lnTo>
                  <a:lnTo>
                    <a:pt x="401100" y="1248553"/>
                  </a:lnTo>
                  <a:lnTo>
                    <a:pt x="401089" y="1248543"/>
                  </a:lnTo>
                  <a:lnTo>
                    <a:pt x="401076" y="1248532"/>
                  </a:lnTo>
                  <a:lnTo>
                    <a:pt x="401070" y="1248526"/>
                  </a:lnTo>
                  <a:lnTo>
                    <a:pt x="401054" y="1248509"/>
                  </a:lnTo>
                  <a:lnTo>
                    <a:pt x="401043" y="1248497"/>
                  </a:lnTo>
                  <a:lnTo>
                    <a:pt x="401034" y="1248486"/>
                  </a:lnTo>
                  <a:lnTo>
                    <a:pt x="401022" y="1248471"/>
                  </a:lnTo>
                  <a:lnTo>
                    <a:pt x="401010" y="1248457"/>
                  </a:lnTo>
                  <a:lnTo>
                    <a:pt x="401001" y="1248449"/>
                  </a:lnTo>
                  <a:lnTo>
                    <a:pt x="400990" y="1248440"/>
                  </a:lnTo>
                  <a:lnTo>
                    <a:pt x="400978" y="1248431"/>
                  </a:lnTo>
                  <a:lnTo>
                    <a:pt x="400967" y="1248425"/>
                  </a:lnTo>
                  <a:lnTo>
                    <a:pt x="400956" y="1248421"/>
                  </a:lnTo>
                  <a:lnTo>
                    <a:pt x="400938" y="1248416"/>
                  </a:lnTo>
                  <a:lnTo>
                    <a:pt x="400921" y="1248412"/>
                  </a:lnTo>
                  <a:lnTo>
                    <a:pt x="400904" y="1248407"/>
                  </a:lnTo>
                  <a:lnTo>
                    <a:pt x="400890" y="1248404"/>
                  </a:lnTo>
                  <a:lnTo>
                    <a:pt x="400873" y="1248399"/>
                  </a:lnTo>
                  <a:lnTo>
                    <a:pt x="400861" y="1248396"/>
                  </a:lnTo>
                  <a:lnTo>
                    <a:pt x="400848" y="1248391"/>
                  </a:lnTo>
                  <a:lnTo>
                    <a:pt x="400835" y="1248386"/>
                  </a:lnTo>
                  <a:lnTo>
                    <a:pt x="400821" y="1248380"/>
                  </a:lnTo>
                  <a:lnTo>
                    <a:pt x="400805" y="1248373"/>
                  </a:lnTo>
                  <a:lnTo>
                    <a:pt x="400798" y="1248369"/>
                  </a:lnTo>
                  <a:lnTo>
                    <a:pt x="400787" y="1248361"/>
                  </a:lnTo>
                  <a:lnTo>
                    <a:pt x="400772" y="1248361"/>
                  </a:lnTo>
                  <a:lnTo>
                    <a:pt x="400757" y="1248363"/>
                  </a:lnTo>
                  <a:lnTo>
                    <a:pt x="400741" y="1248367"/>
                  </a:lnTo>
                  <a:lnTo>
                    <a:pt x="400725" y="1248368"/>
                  </a:lnTo>
                  <a:lnTo>
                    <a:pt x="400699" y="1248368"/>
                  </a:lnTo>
                  <a:lnTo>
                    <a:pt x="400686" y="1248368"/>
                  </a:lnTo>
                  <a:lnTo>
                    <a:pt x="400680" y="1248367"/>
                  </a:lnTo>
                  <a:lnTo>
                    <a:pt x="400674" y="1248364"/>
                  </a:lnTo>
                  <a:lnTo>
                    <a:pt x="400662" y="1248355"/>
                  </a:lnTo>
                  <a:lnTo>
                    <a:pt x="400646" y="1248346"/>
                  </a:lnTo>
                  <a:lnTo>
                    <a:pt x="400630" y="1248338"/>
                  </a:lnTo>
                  <a:lnTo>
                    <a:pt x="400615" y="1248333"/>
                  </a:lnTo>
                  <a:lnTo>
                    <a:pt x="400601" y="1248328"/>
                  </a:lnTo>
                  <a:lnTo>
                    <a:pt x="400589" y="1248326"/>
                  </a:lnTo>
                  <a:lnTo>
                    <a:pt x="400576" y="1248322"/>
                  </a:lnTo>
                  <a:lnTo>
                    <a:pt x="400549" y="1248317"/>
                  </a:lnTo>
                  <a:lnTo>
                    <a:pt x="400541" y="1248315"/>
                  </a:lnTo>
                  <a:lnTo>
                    <a:pt x="400533" y="1248311"/>
                  </a:lnTo>
                  <a:lnTo>
                    <a:pt x="400522" y="1248306"/>
                  </a:lnTo>
                  <a:lnTo>
                    <a:pt x="400511" y="1248300"/>
                  </a:lnTo>
                  <a:lnTo>
                    <a:pt x="400496" y="1248291"/>
                  </a:lnTo>
                  <a:lnTo>
                    <a:pt x="400482" y="1248283"/>
                  </a:lnTo>
                  <a:lnTo>
                    <a:pt x="400470" y="1248275"/>
                  </a:lnTo>
                  <a:lnTo>
                    <a:pt x="400455" y="1248269"/>
                  </a:lnTo>
                  <a:lnTo>
                    <a:pt x="400443" y="1248265"/>
                  </a:lnTo>
                  <a:lnTo>
                    <a:pt x="400429" y="1248260"/>
                  </a:lnTo>
                  <a:lnTo>
                    <a:pt x="400415" y="1248257"/>
                  </a:lnTo>
                  <a:lnTo>
                    <a:pt x="400406" y="1248252"/>
                  </a:lnTo>
                  <a:lnTo>
                    <a:pt x="400411" y="1248241"/>
                  </a:lnTo>
                  <a:lnTo>
                    <a:pt x="400428" y="1248222"/>
                  </a:lnTo>
                  <a:lnTo>
                    <a:pt x="400445" y="1248202"/>
                  </a:lnTo>
                  <a:lnTo>
                    <a:pt x="400453" y="1248195"/>
                  </a:lnTo>
                  <a:lnTo>
                    <a:pt x="400459" y="1248190"/>
                  </a:lnTo>
                  <a:lnTo>
                    <a:pt x="400474" y="1248176"/>
                  </a:lnTo>
                  <a:lnTo>
                    <a:pt x="400493" y="1248162"/>
                  </a:lnTo>
                  <a:lnTo>
                    <a:pt x="400507" y="1248151"/>
                  </a:lnTo>
                  <a:lnTo>
                    <a:pt x="400525" y="1248137"/>
                  </a:lnTo>
                  <a:lnTo>
                    <a:pt x="400550" y="1248118"/>
                  </a:lnTo>
                  <a:lnTo>
                    <a:pt x="400571" y="1248102"/>
                  </a:lnTo>
                  <a:lnTo>
                    <a:pt x="400589" y="1248087"/>
                  </a:lnTo>
                  <a:lnTo>
                    <a:pt x="400610" y="1248070"/>
                  </a:lnTo>
                  <a:lnTo>
                    <a:pt x="400622" y="1248059"/>
                  </a:lnTo>
                  <a:lnTo>
                    <a:pt x="400631" y="1248050"/>
                  </a:lnTo>
                  <a:lnTo>
                    <a:pt x="400637" y="1248041"/>
                  </a:lnTo>
                  <a:lnTo>
                    <a:pt x="400645" y="1248028"/>
                  </a:lnTo>
                  <a:lnTo>
                    <a:pt x="400652" y="1248014"/>
                  </a:lnTo>
                  <a:lnTo>
                    <a:pt x="400659" y="1247998"/>
                  </a:lnTo>
                  <a:lnTo>
                    <a:pt x="400666" y="1247980"/>
                  </a:lnTo>
                  <a:lnTo>
                    <a:pt x="400671" y="1247961"/>
                  </a:lnTo>
                  <a:lnTo>
                    <a:pt x="400673" y="1247952"/>
                  </a:lnTo>
                  <a:lnTo>
                    <a:pt x="400676" y="1247940"/>
                  </a:lnTo>
                  <a:lnTo>
                    <a:pt x="400679" y="1247925"/>
                  </a:lnTo>
                  <a:lnTo>
                    <a:pt x="400680" y="1247906"/>
                  </a:lnTo>
                  <a:lnTo>
                    <a:pt x="400681" y="1247900"/>
                  </a:lnTo>
                  <a:lnTo>
                    <a:pt x="400681" y="1247878"/>
                  </a:lnTo>
                  <a:lnTo>
                    <a:pt x="400681" y="1247873"/>
                  </a:lnTo>
                  <a:lnTo>
                    <a:pt x="400680" y="1247854"/>
                  </a:lnTo>
                  <a:lnTo>
                    <a:pt x="400678" y="1247829"/>
                  </a:lnTo>
                  <a:lnTo>
                    <a:pt x="400676" y="1247801"/>
                  </a:lnTo>
                  <a:lnTo>
                    <a:pt x="400673" y="1247772"/>
                  </a:lnTo>
                  <a:lnTo>
                    <a:pt x="400669" y="1247746"/>
                  </a:lnTo>
                  <a:lnTo>
                    <a:pt x="400664" y="1247723"/>
                  </a:lnTo>
                  <a:lnTo>
                    <a:pt x="400657" y="1247708"/>
                  </a:lnTo>
                  <a:lnTo>
                    <a:pt x="400649" y="1247693"/>
                  </a:lnTo>
                  <a:lnTo>
                    <a:pt x="400638" y="1247677"/>
                  </a:lnTo>
                  <a:lnTo>
                    <a:pt x="400625" y="1247660"/>
                  </a:lnTo>
                  <a:lnTo>
                    <a:pt x="400615" y="1247647"/>
                  </a:lnTo>
                  <a:lnTo>
                    <a:pt x="400607" y="1247639"/>
                  </a:lnTo>
                  <a:lnTo>
                    <a:pt x="400597" y="1247631"/>
                  </a:lnTo>
                  <a:lnTo>
                    <a:pt x="400589" y="1247625"/>
                  </a:lnTo>
                  <a:lnTo>
                    <a:pt x="400582" y="1247620"/>
                  </a:lnTo>
                  <a:lnTo>
                    <a:pt x="400568" y="1247613"/>
                  </a:lnTo>
                  <a:lnTo>
                    <a:pt x="400552" y="1247607"/>
                  </a:lnTo>
                  <a:lnTo>
                    <a:pt x="400540" y="1247604"/>
                  </a:lnTo>
                  <a:lnTo>
                    <a:pt x="400528" y="1247601"/>
                  </a:lnTo>
                  <a:lnTo>
                    <a:pt x="400508" y="1247599"/>
                  </a:lnTo>
                  <a:lnTo>
                    <a:pt x="400490" y="1247597"/>
                  </a:lnTo>
                  <a:lnTo>
                    <a:pt x="400470" y="1247596"/>
                  </a:lnTo>
                  <a:lnTo>
                    <a:pt x="400433" y="1247595"/>
                  </a:lnTo>
                  <a:lnTo>
                    <a:pt x="400388" y="1247594"/>
                  </a:lnTo>
                  <a:lnTo>
                    <a:pt x="400372" y="1247593"/>
                  </a:lnTo>
                  <a:lnTo>
                    <a:pt x="400367" y="1247592"/>
                  </a:lnTo>
                  <a:lnTo>
                    <a:pt x="400362" y="1247591"/>
                  </a:lnTo>
                  <a:lnTo>
                    <a:pt x="400353" y="1247588"/>
                  </a:lnTo>
                  <a:lnTo>
                    <a:pt x="400342" y="1247582"/>
                  </a:lnTo>
                  <a:lnTo>
                    <a:pt x="400318" y="1247567"/>
                  </a:lnTo>
                  <a:lnTo>
                    <a:pt x="400300" y="1247553"/>
                  </a:lnTo>
                  <a:lnTo>
                    <a:pt x="400289" y="1247544"/>
                  </a:lnTo>
                  <a:lnTo>
                    <a:pt x="400267" y="1247528"/>
                  </a:lnTo>
                  <a:lnTo>
                    <a:pt x="400245" y="1247511"/>
                  </a:lnTo>
                  <a:lnTo>
                    <a:pt x="400233" y="1247501"/>
                  </a:lnTo>
                  <a:lnTo>
                    <a:pt x="400213" y="1247483"/>
                  </a:lnTo>
                  <a:lnTo>
                    <a:pt x="400186" y="1247461"/>
                  </a:lnTo>
                  <a:lnTo>
                    <a:pt x="400165" y="1247445"/>
                  </a:lnTo>
                  <a:lnTo>
                    <a:pt x="400151" y="1247431"/>
                  </a:lnTo>
                  <a:lnTo>
                    <a:pt x="400142" y="1247422"/>
                  </a:lnTo>
                  <a:lnTo>
                    <a:pt x="400130" y="1247410"/>
                  </a:lnTo>
                  <a:lnTo>
                    <a:pt x="400118" y="1247395"/>
                  </a:lnTo>
                  <a:lnTo>
                    <a:pt x="400106" y="1247379"/>
                  </a:lnTo>
                  <a:lnTo>
                    <a:pt x="400097" y="1247367"/>
                  </a:lnTo>
                  <a:lnTo>
                    <a:pt x="400087" y="1247352"/>
                  </a:lnTo>
                  <a:lnTo>
                    <a:pt x="400078" y="1247336"/>
                  </a:lnTo>
                  <a:lnTo>
                    <a:pt x="400070" y="1247322"/>
                  </a:lnTo>
                  <a:lnTo>
                    <a:pt x="400062" y="1247310"/>
                  </a:lnTo>
                  <a:lnTo>
                    <a:pt x="400058" y="1247306"/>
                  </a:lnTo>
                  <a:lnTo>
                    <a:pt x="400048" y="1247305"/>
                  </a:lnTo>
                  <a:lnTo>
                    <a:pt x="400039" y="1247306"/>
                  </a:lnTo>
                  <a:lnTo>
                    <a:pt x="400033" y="1247308"/>
                  </a:lnTo>
                  <a:lnTo>
                    <a:pt x="400026" y="1247309"/>
                  </a:lnTo>
                  <a:lnTo>
                    <a:pt x="400013" y="1247315"/>
                  </a:lnTo>
                  <a:lnTo>
                    <a:pt x="399992" y="1247327"/>
                  </a:lnTo>
                  <a:lnTo>
                    <a:pt x="399979" y="1247336"/>
                  </a:lnTo>
                  <a:lnTo>
                    <a:pt x="399963" y="1247347"/>
                  </a:lnTo>
                  <a:lnTo>
                    <a:pt x="399948" y="1247356"/>
                  </a:lnTo>
                  <a:lnTo>
                    <a:pt x="399933" y="1247369"/>
                  </a:lnTo>
                  <a:lnTo>
                    <a:pt x="399919" y="1247381"/>
                  </a:lnTo>
                  <a:lnTo>
                    <a:pt x="399913" y="1247389"/>
                  </a:lnTo>
                  <a:lnTo>
                    <a:pt x="399909" y="1247395"/>
                  </a:lnTo>
                  <a:lnTo>
                    <a:pt x="399904" y="1247405"/>
                  </a:lnTo>
                  <a:lnTo>
                    <a:pt x="399900" y="1247415"/>
                  </a:lnTo>
                  <a:lnTo>
                    <a:pt x="399897" y="1247425"/>
                  </a:lnTo>
                  <a:lnTo>
                    <a:pt x="399892" y="1247447"/>
                  </a:lnTo>
                  <a:lnTo>
                    <a:pt x="399890" y="1247465"/>
                  </a:lnTo>
                  <a:lnTo>
                    <a:pt x="399888" y="1247483"/>
                  </a:lnTo>
                  <a:lnTo>
                    <a:pt x="399885" y="1247499"/>
                  </a:lnTo>
                  <a:lnTo>
                    <a:pt x="399883" y="1247520"/>
                  </a:lnTo>
                  <a:lnTo>
                    <a:pt x="399880" y="1247550"/>
                  </a:lnTo>
                  <a:lnTo>
                    <a:pt x="399879" y="1247578"/>
                  </a:lnTo>
                  <a:lnTo>
                    <a:pt x="399878" y="1247587"/>
                  </a:lnTo>
                  <a:lnTo>
                    <a:pt x="399875" y="1247595"/>
                  </a:lnTo>
                  <a:lnTo>
                    <a:pt x="399870" y="1247606"/>
                  </a:lnTo>
                  <a:lnTo>
                    <a:pt x="399864" y="1247620"/>
                  </a:lnTo>
                  <a:lnTo>
                    <a:pt x="399859" y="1247629"/>
                  </a:lnTo>
                  <a:lnTo>
                    <a:pt x="399852" y="1247642"/>
                  </a:lnTo>
                  <a:lnTo>
                    <a:pt x="399845" y="1247654"/>
                  </a:lnTo>
                  <a:lnTo>
                    <a:pt x="399841" y="1247664"/>
                  </a:lnTo>
                  <a:lnTo>
                    <a:pt x="399834" y="1247682"/>
                  </a:lnTo>
                  <a:lnTo>
                    <a:pt x="399832" y="1247688"/>
                  </a:lnTo>
                  <a:lnTo>
                    <a:pt x="399831" y="1247698"/>
                  </a:lnTo>
                  <a:lnTo>
                    <a:pt x="399831" y="1247709"/>
                  </a:lnTo>
                  <a:lnTo>
                    <a:pt x="399835" y="1247729"/>
                  </a:lnTo>
                  <a:lnTo>
                    <a:pt x="399839" y="1247744"/>
                  </a:lnTo>
                  <a:lnTo>
                    <a:pt x="399845" y="1247760"/>
                  </a:lnTo>
                  <a:lnTo>
                    <a:pt x="399851" y="1247776"/>
                  </a:lnTo>
                  <a:lnTo>
                    <a:pt x="399854" y="1247784"/>
                  </a:lnTo>
                  <a:lnTo>
                    <a:pt x="399852" y="1247793"/>
                  </a:lnTo>
                  <a:lnTo>
                    <a:pt x="399847" y="1247798"/>
                  </a:lnTo>
                  <a:lnTo>
                    <a:pt x="399840" y="1247800"/>
                  </a:lnTo>
                  <a:lnTo>
                    <a:pt x="399829" y="1247804"/>
                  </a:lnTo>
                  <a:lnTo>
                    <a:pt x="399809" y="1247813"/>
                  </a:lnTo>
                  <a:lnTo>
                    <a:pt x="399788" y="1247823"/>
                  </a:lnTo>
                  <a:lnTo>
                    <a:pt x="399765" y="1247833"/>
                  </a:lnTo>
                  <a:lnTo>
                    <a:pt x="399743" y="1247845"/>
                  </a:lnTo>
                  <a:lnTo>
                    <a:pt x="399718" y="1247857"/>
                  </a:lnTo>
                  <a:lnTo>
                    <a:pt x="399697" y="1247868"/>
                  </a:lnTo>
                  <a:lnTo>
                    <a:pt x="399677" y="1247876"/>
                  </a:lnTo>
                  <a:lnTo>
                    <a:pt x="399656" y="1247885"/>
                  </a:lnTo>
                  <a:lnTo>
                    <a:pt x="399642" y="1247892"/>
                  </a:lnTo>
                  <a:lnTo>
                    <a:pt x="399629" y="1247900"/>
                  </a:lnTo>
                  <a:lnTo>
                    <a:pt x="399618" y="1247907"/>
                  </a:lnTo>
                  <a:lnTo>
                    <a:pt x="399607" y="1247911"/>
                  </a:lnTo>
                  <a:lnTo>
                    <a:pt x="399593" y="1247916"/>
                  </a:lnTo>
                  <a:lnTo>
                    <a:pt x="399573" y="1247920"/>
                  </a:lnTo>
                  <a:lnTo>
                    <a:pt x="399557" y="1247922"/>
                  </a:lnTo>
                  <a:lnTo>
                    <a:pt x="399531" y="1247922"/>
                  </a:lnTo>
                  <a:lnTo>
                    <a:pt x="399514" y="1247922"/>
                  </a:lnTo>
                  <a:lnTo>
                    <a:pt x="399486" y="1247921"/>
                  </a:lnTo>
                  <a:lnTo>
                    <a:pt x="399479" y="1247920"/>
                  </a:lnTo>
                  <a:lnTo>
                    <a:pt x="399465" y="1247919"/>
                  </a:lnTo>
                  <a:lnTo>
                    <a:pt x="399447" y="1247916"/>
                  </a:lnTo>
                  <a:lnTo>
                    <a:pt x="399424" y="1247911"/>
                  </a:lnTo>
                  <a:lnTo>
                    <a:pt x="399407" y="1247908"/>
                  </a:lnTo>
                  <a:lnTo>
                    <a:pt x="399386" y="1247905"/>
                  </a:lnTo>
                  <a:lnTo>
                    <a:pt x="399362" y="1247903"/>
                  </a:lnTo>
                  <a:lnTo>
                    <a:pt x="399338" y="1247901"/>
                  </a:lnTo>
                  <a:lnTo>
                    <a:pt x="399313" y="1247900"/>
                  </a:lnTo>
                  <a:lnTo>
                    <a:pt x="399306" y="1247899"/>
                  </a:lnTo>
                  <a:lnTo>
                    <a:pt x="399299" y="1247898"/>
                  </a:lnTo>
                  <a:lnTo>
                    <a:pt x="399281" y="1247894"/>
                  </a:lnTo>
                  <a:lnTo>
                    <a:pt x="399267" y="1247890"/>
                  </a:lnTo>
                  <a:lnTo>
                    <a:pt x="399252" y="1247884"/>
                  </a:lnTo>
                  <a:lnTo>
                    <a:pt x="399243" y="1247881"/>
                  </a:lnTo>
                  <a:lnTo>
                    <a:pt x="399233" y="1247880"/>
                  </a:lnTo>
                  <a:lnTo>
                    <a:pt x="399212" y="1247879"/>
                  </a:lnTo>
                  <a:lnTo>
                    <a:pt x="399191" y="1247881"/>
                  </a:lnTo>
                  <a:lnTo>
                    <a:pt x="399168" y="1247881"/>
                  </a:lnTo>
                  <a:lnTo>
                    <a:pt x="399151" y="1247881"/>
                  </a:lnTo>
                  <a:lnTo>
                    <a:pt x="399136" y="1247880"/>
                  </a:lnTo>
                  <a:lnTo>
                    <a:pt x="399129" y="1247878"/>
                  </a:lnTo>
                  <a:lnTo>
                    <a:pt x="399118" y="1247874"/>
                  </a:lnTo>
                  <a:lnTo>
                    <a:pt x="399111" y="1247870"/>
                  </a:lnTo>
                  <a:lnTo>
                    <a:pt x="399107" y="1247868"/>
                  </a:lnTo>
                  <a:lnTo>
                    <a:pt x="399086" y="1247859"/>
                  </a:lnTo>
                  <a:lnTo>
                    <a:pt x="399067" y="1247853"/>
                  </a:lnTo>
                  <a:lnTo>
                    <a:pt x="399052" y="1247848"/>
                  </a:lnTo>
                  <a:lnTo>
                    <a:pt x="399034" y="1247844"/>
                  </a:lnTo>
                  <a:lnTo>
                    <a:pt x="399021" y="1247842"/>
                  </a:lnTo>
                  <a:lnTo>
                    <a:pt x="399005" y="1247838"/>
                  </a:lnTo>
                  <a:lnTo>
                    <a:pt x="398980" y="1247835"/>
                  </a:lnTo>
                  <a:lnTo>
                    <a:pt x="398959" y="1247833"/>
                  </a:lnTo>
                  <a:lnTo>
                    <a:pt x="398937" y="1247832"/>
                  </a:lnTo>
                  <a:lnTo>
                    <a:pt x="398915" y="1247833"/>
                  </a:lnTo>
                  <a:lnTo>
                    <a:pt x="398870" y="1247834"/>
                  </a:lnTo>
                  <a:lnTo>
                    <a:pt x="398848" y="1247836"/>
                  </a:lnTo>
                  <a:lnTo>
                    <a:pt x="398829" y="1247835"/>
                  </a:lnTo>
                  <a:lnTo>
                    <a:pt x="398817" y="1247834"/>
                  </a:lnTo>
                  <a:lnTo>
                    <a:pt x="398809" y="1247832"/>
                  </a:lnTo>
                  <a:lnTo>
                    <a:pt x="398802" y="1247828"/>
                  </a:lnTo>
                  <a:lnTo>
                    <a:pt x="398791" y="1247819"/>
                  </a:lnTo>
                  <a:lnTo>
                    <a:pt x="398776" y="1247806"/>
                  </a:lnTo>
                  <a:lnTo>
                    <a:pt x="398761" y="1247795"/>
                  </a:lnTo>
                  <a:lnTo>
                    <a:pt x="398747" y="1247784"/>
                  </a:lnTo>
                  <a:lnTo>
                    <a:pt x="398734" y="1247774"/>
                  </a:lnTo>
                  <a:lnTo>
                    <a:pt x="398726" y="1247767"/>
                  </a:lnTo>
                  <a:lnTo>
                    <a:pt x="398710" y="1247757"/>
                  </a:lnTo>
                  <a:lnTo>
                    <a:pt x="398694" y="1247749"/>
                  </a:lnTo>
                  <a:lnTo>
                    <a:pt x="398679" y="1247742"/>
                  </a:lnTo>
                  <a:lnTo>
                    <a:pt x="398672" y="1247738"/>
                  </a:lnTo>
                  <a:lnTo>
                    <a:pt x="398664" y="1247734"/>
                  </a:lnTo>
                  <a:lnTo>
                    <a:pt x="398652" y="1247738"/>
                  </a:lnTo>
                  <a:lnTo>
                    <a:pt x="398642" y="1247740"/>
                  </a:lnTo>
                  <a:lnTo>
                    <a:pt x="398637" y="1247741"/>
                  </a:lnTo>
                  <a:lnTo>
                    <a:pt x="398616" y="1247746"/>
                  </a:lnTo>
                  <a:lnTo>
                    <a:pt x="398595" y="1247752"/>
                  </a:lnTo>
                  <a:lnTo>
                    <a:pt x="398580" y="1247756"/>
                  </a:lnTo>
                  <a:lnTo>
                    <a:pt x="398569" y="1247759"/>
                  </a:lnTo>
                  <a:lnTo>
                    <a:pt x="398545" y="1247765"/>
                  </a:lnTo>
                  <a:lnTo>
                    <a:pt x="398530" y="1247769"/>
                  </a:lnTo>
                  <a:lnTo>
                    <a:pt x="398514" y="1247773"/>
                  </a:lnTo>
                  <a:lnTo>
                    <a:pt x="398500" y="1247777"/>
                  </a:lnTo>
                  <a:lnTo>
                    <a:pt x="398490" y="1247780"/>
                  </a:lnTo>
                  <a:lnTo>
                    <a:pt x="398483" y="1247781"/>
                  </a:lnTo>
                  <a:lnTo>
                    <a:pt x="398477" y="1247781"/>
                  </a:lnTo>
                  <a:lnTo>
                    <a:pt x="398467" y="1247780"/>
                  </a:lnTo>
                  <a:lnTo>
                    <a:pt x="398457" y="1247777"/>
                  </a:lnTo>
                  <a:lnTo>
                    <a:pt x="398422" y="1247765"/>
                  </a:lnTo>
                  <a:lnTo>
                    <a:pt x="398390" y="1247754"/>
                  </a:lnTo>
                  <a:lnTo>
                    <a:pt x="398361" y="1247745"/>
                  </a:lnTo>
                  <a:lnTo>
                    <a:pt x="398336" y="1247737"/>
                  </a:lnTo>
                  <a:lnTo>
                    <a:pt x="398306" y="1247729"/>
                  </a:lnTo>
                  <a:lnTo>
                    <a:pt x="398285" y="1247724"/>
                  </a:lnTo>
                  <a:lnTo>
                    <a:pt x="398271" y="1247718"/>
                  </a:lnTo>
                  <a:lnTo>
                    <a:pt x="398265" y="1247714"/>
                  </a:lnTo>
                  <a:lnTo>
                    <a:pt x="398261" y="1247709"/>
                  </a:lnTo>
                  <a:lnTo>
                    <a:pt x="398255" y="1247692"/>
                  </a:lnTo>
                  <a:lnTo>
                    <a:pt x="398248" y="1247676"/>
                  </a:lnTo>
                  <a:lnTo>
                    <a:pt x="398240" y="1247658"/>
                  </a:lnTo>
                  <a:lnTo>
                    <a:pt x="398232" y="1247640"/>
                  </a:lnTo>
                  <a:lnTo>
                    <a:pt x="398224" y="1247627"/>
                  </a:lnTo>
                  <a:lnTo>
                    <a:pt x="398214" y="1247613"/>
                  </a:lnTo>
                  <a:lnTo>
                    <a:pt x="398202" y="1247598"/>
                  </a:lnTo>
                  <a:lnTo>
                    <a:pt x="398194" y="1247589"/>
                  </a:lnTo>
                  <a:lnTo>
                    <a:pt x="398189" y="1247585"/>
                  </a:lnTo>
                  <a:lnTo>
                    <a:pt x="398183" y="1247583"/>
                  </a:lnTo>
                  <a:lnTo>
                    <a:pt x="398174" y="1247583"/>
                  </a:lnTo>
                  <a:lnTo>
                    <a:pt x="398151" y="1247584"/>
                  </a:lnTo>
                  <a:lnTo>
                    <a:pt x="398106" y="1247587"/>
                  </a:lnTo>
                  <a:lnTo>
                    <a:pt x="398059" y="1247591"/>
                  </a:lnTo>
                  <a:lnTo>
                    <a:pt x="398031" y="1247593"/>
                  </a:lnTo>
                  <a:lnTo>
                    <a:pt x="398001" y="1247596"/>
                  </a:lnTo>
                  <a:lnTo>
                    <a:pt x="397971" y="1247598"/>
                  </a:lnTo>
                  <a:lnTo>
                    <a:pt x="397938" y="1247601"/>
                  </a:lnTo>
                  <a:lnTo>
                    <a:pt x="397919" y="1247601"/>
                  </a:lnTo>
                  <a:lnTo>
                    <a:pt x="397912" y="1247601"/>
                  </a:lnTo>
                  <a:lnTo>
                    <a:pt x="397905" y="1247599"/>
                  </a:lnTo>
                  <a:lnTo>
                    <a:pt x="397891" y="1247592"/>
                  </a:lnTo>
                  <a:lnTo>
                    <a:pt x="397867" y="1247581"/>
                  </a:lnTo>
                  <a:lnTo>
                    <a:pt x="397849" y="1247571"/>
                  </a:lnTo>
                  <a:lnTo>
                    <a:pt x="397834" y="1247565"/>
                  </a:lnTo>
                  <a:lnTo>
                    <a:pt x="397819" y="1247559"/>
                  </a:lnTo>
                  <a:lnTo>
                    <a:pt x="397802" y="1247554"/>
                  </a:lnTo>
                  <a:lnTo>
                    <a:pt x="397780" y="1247547"/>
                  </a:lnTo>
                  <a:lnTo>
                    <a:pt x="397755" y="1247537"/>
                  </a:lnTo>
                  <a:lnTo>
                    <a:pt x="397739" y="1247530"/>
                  </a:lnTo>
                  <a:lnTo>
                    <a:pt x="397726" y="1247524"/>
                  </a:lnTo>
                  <a:lnTo>
                    <a:pt x="397714" y="1247516"/>
                  </a:lnTo>
                  <a:lnTo>
                    <a:pt x="397703" y="1247510"/>
                  </a:lnTo>
                  <a:lnTo>
                    <a:pt x="397699" y="1247507"/>
                  </a:lnTo>
                  <a:lnTo>
                    <a:pt x="397685" y="1247497"/>
                  </a:lnTo>
                  <a:lnTo>
                    <a:pt x="397672" y="1247490"/>
                  </a:lnTo>
                  <a:lnTo>
                    <a:pt x="397646" y="1247475"/>
                  </a:lnTo>
                  <a:lnTo>
                    <a:pt x="397628" y="1247464"/>
                  </a:lnTo>
                  <a:lnTo>
                    <a:pt x="397603" y="1247450"/>
                  </a:lnTo>
                  <a:lnTo>
                    <a:pt x="397583" y="1247439"/>
                  </a:lnTo>
                  <a:lnTo>
                    <a:pt x="397572" y="1247433"/>
                  </a:lnTo>
                  <a:lnTo>
                    <a:pt x="397558" y="1247428"/>
                  </a:lnTo>
                  <a:lnTo>
                    <a:pt x="397533" y="1247420"/>
                  </a:lnTo>
                  <a:lnTo>
                    <a:pt x="397510" y="1247412"/>
                  </a:lnTo>
                  <a:lnTo>
                    <a:pt x="397493" y="1247407"/>
                  </a:lnTo>
                  <a:lnTo>
                    <a:pt x="397469" y="1247399"/>
                  </a:lnTo>
                  <a:lnTo>
                    <a:pt x="397442" y="1247390"/>
                  </a:lnTo>
                  <a:lnTo>
                    <a:pt x="397415" y="1247381"/>
                  </a:lnTo>
                  <a:lnTo>
                    <a:pt x="397392" y="1247372"/>
                  </a:lnTo>
                  <a:lnTo>
                    <a:pt x="397366" y="1247364"/>
                  </a:lnTo>
                  <a:lnTo>
                    <a:pt x="397347" y="1247358"/>
                  </a:lnTo>
                  <a:lnTo>
                    <a:pt x="397335" y="1247353"/>
                  </a:lnTo>
                  <a:lnTo>
                    <a:pt x="397325" y="1247348"/>
                  </a:lnTo>
                  <a:lnTo>
                    <a:pt x="397313" y="1247341"/>
                  </a:lnTo>
                  <a:lnTo>
                    <a:pt x="397303" y="1247333"/>
                  </a:lnTo>
                  <a:lnTo>
                    <a:pt x="397294" y="1247326"/>
                  </a:lnTo>
                  <a:lnTo>
                    <a:pt x="397286" y="1247317"/>
                  </a:lnTo>
                  <a:lnTo>
                    <a:pt x="397279" y="1247308"/>
                  </a:lnTo>
                  <a:lnTo>
                    <a:pt x="397273" y="1247300"/>
                  </a:lnTo>
                  <a:lnTo>
                    <a:pt x="397267" y="1247290"/>
                  </a:lnTo>
                  <a:lnTo>
                    <a:pt x="397262" y="1247281"/>
                  </a:lnTo>
                  <a:lnTo>
                    <a:pt x="397257" y="1247269"/>
                  </a:lnTo>
                  <a:lnTo>
                    <a:pt x="397252" y="1247254"/>
                  </a:lnTo>
                  <a:lnTo>
                    <a:pt x="397246" y="1247240"/>
                  </a:lnTo>
                  <a:lnTo>
                    <a:pt x="397240" y="1247230"/>
                  </a:lnTo>
                  <a:lnTo>
                    <a:pt x="397231" y="1247217"/>
                  </a:lnTo>
                  <a:lnTo>
                    <a:pt x="397219" y="1247206"/>
                  </a:lnTo>
                  <a:lnTo>
                    <a:pt x="397209" y="1247195"/>
                  </a:lnTo>
                  <a:lnTo>
                    <a:pt x="397197" y="1247187"/>
                  </a:lnTo>
                  <a:lnTo>
                    <a:pt x="397186" y="1247181"/>
                  </a:lnTo>
                  <a:lnTo>
                    <a:pt x="397178" y="1247178"/>
                  </a:lnTo>
                  <a:lnTo>
                    <a:pt x="397162" y="1247175"/>
                  </a:lnTo>
                  <a:lnTo>
                    <a:pt x="397152" y="1247175"/>
                  </a:lnTo>
                  <a:lnTo>
                    <a:pt x="397132" y="1247177"/>
                  </a:lnTo>
                  <a:lnTo>
                    <a:pt x="397119" y="1247179"/>
                  </a:lnTo>
                  <a:lnTo>
                    <a:pt x="397102" y="1247182"/>
                  </a:lnTo>
                  <a:lnTo>
                    <a:pt x="397080" y="1247187"/>
                  </a:lnTo>
                  <a:lnTo>
                    <a:pt x="397072" y="1247188"/>
                  </a:lnTo>
                  <a:lnTo>
                    <a:pt x="397067" y="1247189"/>
                  </a:lnTo>
                  <a:lnTo>
                    <a:pt x="397046" y="1247193"/>
                  </a:lnTo>
                  <a:lnTo>
                    <a:pt x="397025" y="1247194"/>
                  </a:lnTo>
                  <a:lnTo>
                    <a:pt x="396998" y="1247195"/>
                  </a:lnTo>
                  <a:lnTo>
                    <a:pt x="396973" y="1247192"/>
                  </a:lnTo>
                  <a:lnTo>
                    <a:pt x="396954" y="1247189"/>
                  </a:lnTo>
                  <a:lnTo>
                    <a:pt x="396943" y="1247185"/>
                  </a:lnTo>
                  <a:lnTo>
                    <a:pt x="396930" y="1247178"/>
                  </a:lnTo>
                  <a:lnTo>
                    <a:pt x="396914" y="1247169"/>
                  </a:lnTo>
                  <a:lnTo>
                    <a:pt x="396897" y="1247159"/>
                  </a:lnTo>
                  <a:lnTo>
                    <a:pt x="396876" y="1247147"/>
                  </a:lnTo>
                  <a:lnTo>
                    <a:pt x="396860" y="1247138"/>
                  </a:lnTo>
                  <a:lnTo>
                    <a:pt x="396846" y="1247130"/>
                  </a:lnTo>
                  <a:lnTo>
                    <a:pt x="396837" y="1247123"/>
                  </a:lnTo>
                  <a:lnTo>
                    <a:pt x="396830" y="1247114"/>
                  </a:lnTo>
                  <a:lnTo>
                    <a:pt x="396817" y="1247097"/>
                  </a:lnTo>
                  <a:lnTo>
                    <a:pt x="396802" y="1247074"/>
                  </a:lnTo>
                  <a:lnTo>
                    <a:pt x="396783" y="1247047"/>
                  </a:lnTo>
                  <a:lnTo>
                    <a:pt x="396770" y="1247031"/>
                  </a:lnTo>
                  <a:lnTo>
                    <a:pt x="396759" y="1247020"/>
                  </a:lnTo>
                  <a:lnTo>
                    <a:pt x="396747" y="1247006"/>
                  </a:lnTo>
                  <a:lnTo>
                    <a:pt x="396743" y="1246999"/>
                  </a:lnTo>
                  <a:lnTo>
                    <a:pt x="396737" y="1246988"/>
                  </a:lnTo>
                  <a:lnTo>
                    <a:pt x="396734" y="1246977"/>
                  </a:lnTo>
                  <a:lnTo>
                    <a:pt x="396732" y="1246965"/>
                  </a:lnTo>
                  <a:lnTo>
                    <a:pt x="396731" y="1246952"/>
                  </a:lnTo>
                  <a:lnTo>
                    <a:pt x="396731" y="1246929"/>
                  </a:lnTo>
                  <a:lnTo>
                    <a:pt x="396731" y="1246901"/>
                  </a:lnTo>
                  <a:lnTo>
                    <a:pt x="396732" y="1246872"/>
                  </a:lnTo>
                  <a:lnTo>
                    <a:pt x="396734" y="1246842"/>
                  </a:lnTo>
                  <a:lnTo>
                    <a:pt x="396735" y="1246835"/>
                  </a:lnTo>
                  <a:lnTo>
                    <a:pt x="396734" y="1246825"/>
                  </a:lnTo>
                  <a:lnTo>
                    <a:pt x="396730" y="1246816"/>
                  </a:lnTo>
                  <a:lnTo>
                    <a:pt x="396722" y="1246804"/>
                  </a:lnTo>
                  <a:lnTo>
                    <a:pt x="396707" y="1246783"/>
                  </a:lnTo>
                  <a:lnTo>
                    <a:pt x="396697" y="1246768"/>
                  </a:lnTo>
                  <a:lnTo>
                    <a:pt x="396685" y="1246751"/>
                  </a:lnTo>
                  <a:lnTo>
                    <a:pt x="396671" y="1246731"/>
                  </a:lnTo>
                  <a:lnTo>
                    <a:pt x="396661" y="1246718"/>
                  </a:lnTo>
                  <a:lnTo>
                    <a:pt x="396653" y="1246707"/>
                  </a:lnTo>
                  <a:lnTo>
                    <a:pt x="396646" y="1246700"/>
                  </a:lnTo>
                  <a:lnTo>
                    <a:pt x="396640" y="1246694"/>
                  </a:lnTo>
                  <a:lnTo>
                    <a:pt x="396630" y="1246688"/>
                  </a:lnTo>
                  <a:lnTo>
                    <a:pt x="396618" y="1246682"/>
                  </a:lnTo>
                  <a:lnTo>
                    <a:pt x="396596" y="1246676"/>
                  </a:lnTo>
                  <a:lnTo>
                    <a:pt x="396572" y="1246668"/>
                  </a:lnTo>
                  <a:lnTo>
                    <a:pt x="396561" y="1246664"/>
                  </a:lnTo>
                  <a:lnTo>
                    <a:pt x="396556" y="1246663"/>
                  </a:lnTo>
                  <a:lnTo>
                    <a:pt x="396549" y="1246660"/>
                  </a:lnTo>
                  <a:lnTo>
                    <a:pt x="396537" y="1246657"/>
                  </a:lnTo>
                  <a:lnTo>
                    <a:pt x="396522" y="1246651"/>
                  </a:lnTo>
                  <a:lnTo>
                    <a:pt x="396507" y="1246643"/>
                  </a:lnTo>
                  <a:lnTo>
                    <a:pt x="396494" y="1246636"/>
                  </a:lnTo>
                  <a:lnTo>
                    <a:pt x="396479" y="1246626"/>
                  </a:lnTo>
                  <a:lnTo>
                    <a:pt x="396472" y="1246621"/>
                  </a:lnTo>
                  <a:lnTo>
                    <a:pt x="396465" y="1246615"/>
                  </a:lnTo>
                  <a:lnTo>
                    <a:pt x="396457" y="1246608"/>
                  </a:lnTo>
                  <a:lnTo>
                    <a:pt x="396450" y="1246599"/>
                  </a:lnTo>
                  <a:lnTo>
                    <a:pt x="396445" y="1246591"/>
                  </a:lnTo>
                  <a:lnTo>
                    <a:pt x="396441" y="1246584"/>
                  </a:lnTo>
                  <a:lnTo>
                    <a:pt x="396437" y="1246573"/>
                  </a:lnTo>
                  <a:lnTo>
                    <a:pt x="396434" y="1246558"/>
                  </a:lnTo>
                  <a:lnTo>
                    <a:pt x="396432" y="1246547"/>
                  </a:lnTo>
                  <a:lnTo>
                    <a:pt x="396424" y="1246517"/>
                  </a:lnTo>
                  <a:lnTo>
                    <a:pt x="396420" y="1246503"/>
                  </a:lnTo>
                  <a:lnTo>
                    <a:pt x="396415" y="1246485"/>
                  </a:lnTo>
                  <a:lnTo>
                    <a:pt x="396410" y="1246472"/>
                  </a:lnTo>
                  <a:lnTo>
                    <a:pt x="396406" y="1246461"/>
                  </a:lnTo>
                  <a:lnTo>
                    <a:pt x="396397" y="1246447"/>
                  </a:lnTo>
                  <a:lnTo>
                    <a:pt x="396389" y="1246435"/>
                  </a:lnTo>
                  <a:lnTo>
                    <a:pt x="396379" y="1246421"/>
                  </a:lnTo>
                  <a:lnTo>
                    <a:pt x="396372" y="1246412"/>
                  </a:lnTo>
                  <a:lnTo>
                    <a:pt x="396365" y="1246405"/>
                  </a:lnTo>
                  <a:lnTo>
                    <a:pt x="396351" y="1246393"/>
                  </a:lnTo>
                  <a:lnTo>
                    <a:pt x="396338" y="1246384"/>
                  </a:lnTo>
                  <a:lnTo>
                    <a:pt x="396321" y="1246373"/>
                  </a:lnTo>
                  <a:lnTo>
                    <a:pt x="396302" y="1246362"/>
                  </a:lnTo>
                  <a:lnTo>
                    <a:pt x="396283" y="1246352"/>
                  </a:lnTo>
                  <a:lnTo>
                    <a:pt x="396265" y="1246341"/>
                  </a:lnTo>
                  <a:lnTo>
                    <a:pt x="396246" y="1246329"/>
                  </a:lnTo>
                  <a:lnTo>
                    <a:pt x="396223" y="1246317"/>
                  </a:lnTo>
                  <a:lnTo>
                    <a:pt x="396204" y="1246306"/>
                  </a:lnTo>
                  <a:lnTo>
                    <a:pt x="396191" y="1246299"/>
                  </a:lnTo>
                  <a:lnTo>
                    <a:pt x="396176" y="1246294"/>
                  </a:lnTo>
                  <a:lnTo>
                    <a:pt x="396168" y="1246292"/>
                  </a:lnTo>
                  <a:lnTo>
                    <a:pt x="396156" y="1246292"/>
                  </a:lnTo>
                  <a:lnTo>
                    <a:pt x="396142" y="1246294"/>
                  </a:lnTo>
                  <a:lnTo>
                    <a:pt x="396116" y="1246299"/>
                  </a:lnTo>
                  <a:lnTo>
                    <a:pt x="396092" y="1246303"/>
                  </a:lnTo>
                  <a:lnTo>
                    <a:pt x="396080" y="1246304"/>
                  </a:lnTo>
                  <a:lnTo>
                    <a:pt x="396061" y="1246305"/>
                  </a:lnTo>
                  <a:lnTo>
                    <a:pt x="396035" y="1246304"/>
                  </a:lnTo>
                  <a:lnTo>
                    <a:pt x="396005" y="1246304"/>
                  </a:lnTo>
                  <a:lnTo>
                    <a:pt x="395990" y="1246304"/>
                  </a:lnTo>
                  <a:lnTo>
                    <a:pt x="395976" y="1246303"/>
                  </a:lnTo>
                  <a:lnTo>
                    <a:pt x="395959" y="1246301"/>
                  </a:lnTo>
                  <a:lnTo>
                    <a:pt x="395941" y="1246299"/>
                  </a:lnTo>
                  <a:lnTo>
                    <a:pt x="395926" y="1246298"/>
                  </a:lnTo>
                  <a:lnTo>
                    <a:pt x="395907" y="1246295"/>
                  </a:lnTo>
                  <a:lnTo>
                    <a:pt x="395901" y="1246294"/>
                  </a:lnTo>
                  <a:lnTo>
                    <a:pt x="395883" y="1246291"/>
                  </a:lnTo>
                  <a:lnTo>
                    <a:pt x="395864" y="1246286"/>
                  </a:lnTo>
                  <a:lnTo>
                    <a:pt x="395845" y="1246280"/>
                  </a:lnTo>
                  <a:lnTo>
                    <a:pt x="395840" y="1246279"/>
                  </a:lnTo>
                  <a:lnTo>
                    <a:pt x="395821" y="1246272"/>
                  </a:lnTo>
                  <a:lnTo>
                    <a:pt x="395786" y="1246257"/>
                  </a:lnTo>
                  <a:lnTo>
                    <a:pt x="395759" y="1246244"/>
                  </a:lnTo>
                  <a:lnTo>
                    <a:pt x="395740" y="1246236"/>
                  </a:lnTo>
                  <a:lnTo>
                    <a:pt x="395721" y="1246228"/>
                  </a:lnTo>
                  <a:lnTo>
                    <a:pt x="395693" y="1246216"/>
                  </a:lnTo>
                  <a:lnTo>
                    <a:pt x="395671" y="1246208"/>
                  </a:lnTo>
                  <a:lnTo>
                    <a:pt x="395651" y="1246202"/>
                  </a:lnTo>
                  <a:lnTo>
                    <a:pt x="395627" y="1246196"/>
                  </a:lnTo>
                  <a:lnTo>
                    <a:pt x="395608" y="1246192"/>
                  </a:lnTo>
                  <a:lnTo>
                    <a:pt x="395591" y="1246190"/>
                  </a:lnTo>
                  <a:lnTo>
                    <a:pt x="395578" y="1246190"/>
                  </a:lnTo>
                  <a:lnTo>
                    <a:pt x="395563" y="1246190"/>
                  </a:lnTo>
                  <a:lnTo>
                    <a:pt x="395550" y="1246192"/>
                  </a:lnTo>
                  <a:lnTo>
                    <a:pt x="395536" y="1246195"/>
                  </a:lnTo>
                  <a:lnTo>
                    <a:pt x="395521" y="1246199"/>
                  </a:lnTo>
                  <a:lnTo>
                    <a:pt x="395505" y="1246207"/>
                  </a:lnTo>
                  <a:lnTo>
                    <a:pt x="395496" y="1246212"/>
                  </a:lnTo>
                  <a:lnTo>
                    <a:pt x="395471" y="1246228"/>
                  </a:lnTo>
                  <a:lnTo>
                    <a:pt x="395447" y="1246244"/>
                  </a:lnTo>
                  <a:lnTo>
                    <a:pt x="395429" y="1246259"/>
                  </a:lnTo>
                  <a:lnTo>
                    <a:pt x="395411" y="1246273"/>
                  </a:lnTo>
                  <a:lnTo>
                    <a:pt x="395397" y="1246284"/>
                  </a:lnTo>
                  <a:lnTo>
                    <a:pt x="395385" y="1246294"/>
                  </a:lnTo>
                  <a:lnTo>
                    <a:pt x="395375" y="1246306"/>
                  </a:lnTo>
                  <a:lnTo>
                    <a:pt x="395365" y="1246319"/>
                  </a:lnTo>
                  <a:lnTo>
                    <a:pt x="395358" y="1246332"/>
                  </a:lnTo>
                  <a:lnTo>
                    <a:pt x="395354" y="1246345"/>
                  </a:lnTo>
                  <a:lnTo>
                    <a:pt x="395350" y="1246359"/>
                  </a:lnTo>
                  <a:lnTo>
                    <a:pt x="395347" y="1246375"/>
                  </a:lnTo>
                  <a:lnTo>
                    <a:pt x="395347" y="1246381"/>
                  </a:lnTo>
                  <a:lnTo>
                    <a:pt x="395347" y="1246387"/>
                  </a:lnTo>
                  <a:lnTo>
                    <a:pt x="395347" y="1246397"/>
                  </a:lnTo>
                  <a:lnTo>
                    <a:pt x="395347" y="1246416"/>
                  </a:lnTo>
                  <a:lnTo>
                    <a:pt x="395347" y="1246443"/>
                  </a:lnTo>
                  <a:lnTo>
                    <a:pt x="395347" y="1246466"/>
                  </a:lnTo>
                  <a:lnTo>
                    <a:pt x="395348" y="1246479"/>
                  </a:lnTo>
                  <a:lnTo>
                    <a:pt x="395351" y="1246493"/>
                  </a:lnTo>
                  <a:lnTo>
                    <a:pt x="395353" y="1246504"/>
                  </a:lnTo>
                  <a:lnTo>
                    <a:pt x="395356" y="1246513"/>
                  </a:lnTo>
                  <a:lnTo>
                    <a:pt x="395358" y="1246519"/>
                  </a:lnTo>
                  <a:lnTo>
                    <a:pt x="395360" y="1246525"/>
                  </a:lnTo>
                  <a:lnTo>
                    <a:pt x="395365" y="1246538"/>
                  </a:lnTo>
                  <a:lnTo>
                    <a:pt x="395358" y="1246543"/>
                  </a:lnTo>
                  <a:lnTo>
                    <a:pt x="395349" y="1246541"/>
                  </a:lnTo>
                  <a:lnTo>
                    <a:pt x="395328" y="1246533"/>
                  </a:lnTo>
                  <a:lnTo>
                    <a:pt x="395305" y="1246526"/>
                  </a:lnTo>
                  <a:lnTo>
                    <a:pt x="395284" y="1246520"/>
                  </a:lnTo>
                  <a:lnTo>
                    <a:pt x="395263" y="1246515"/>
                  </a:lnTo>
                  <a:lnTo>
                    <a:pt x="395241" y="1246512"/>
                  </a:lnTo>
                  <a:lnTo>
                    <a:pt x="395214" y="1246509"/>
                  </a:lnTo>
                  <a:lnTo>
                    <a:pt x="395184" y="1246508"/>
                  </a:lnTo>
                  <a:lnTo>
                    <a:pt x="395169" y="1246506"/>
                  </a:lnTo>
                  <a:lnTo>
                    <a:pt x="395152" y="1246503"/>
                  </a:lnTo>
                  <a:lnTo>
                    <a:pt x="395129" y="1246496"/>
                  </a:lnTo>
                  <a:lnTo>
                    <a:pt x="395110" y="1246490"/>
                  </a:lnTo>
                  <a:lnTo>
                    <a:pt x="395080" y="1246480"/>
                  </a:lnTo>
                  <a:lnTo>
                    <a:pt x="395062" y="1246473"/>
                  </a:lnTo>
                  <a:lnTo>
                    <a:pt x="395048" y="1246467"/>
                  </a:lnTo>
                  <a:lnTo>
                    <a:pt x="395034" y="1246459"/>
                  </a:lnTo>
                  <a:lnTo>
                    <a:pt x="395020" y="1246452"/>
                  </a:lnTo>
                  <a:lnTo>
                    <a:pt x="395001" y="1246440"/>
                  </a:lnTo>
                  <a:lnTo>
                    <a:pt x="394993" y="1246433"/>
                  </a:lnTo>
                  <a:lnTo>
                    <a:pt x="394984" y="1246425"/>
                  </a:lnTo>
                  <a:lnTo>
                    <a:pt x="394976" y="1246419"/>
                  </a:lnTo>
                  <a:lnTo>
                    <a:pt x="394969" y="1246411"/>
                  </a:lnTo>
                  <a:lnTo>
                    <a:pt x="394963" y="1246406"/>
                  </a:lnTo>
                  <a:lnTo>
                    <a:pt x="394954" y="1246398"/>
                  </a:lnTo>
                  <a:lnTo>
                    <a:pt x="394942" y="1246388"/>
                  </a:lnTo>
                  <a:lnTo>
                    <a:pt x="394932" y="1246380"/>
                  </a:lnTo>
                  <a:lnTo>
                    <a:pt x="394921" y="1246375"/>
                  </a:lnTo>
                  <a:lnTo>
                    <a:pt x="394911" y="1246372"/>
                  </a:lnTo>
                  <a:lnTo>
                    <a:pt x="394902" y="1246370"/>
                  </a:lnTo>
                  <a:lnTo>
                    <a:pt x="394890" y="1246370"/>
                  </a:lnTo>
                  <a:lnTo>
                    <a:pt x="394878" y="1246371"/>
                  </a:lnTo>
                  <a:lnTo>
                    <a:pt x="394867" y="1246374"/>
                  </a:lnTo>
                  <a:lnTo>
                    <a:pt x="394854" y="1246379"/>
                  </a:lnTo>
                  <a:lnTo>
                    <a:pt x="394847" y="1246383"/>
                  </a:lnTo>
                  <a:lnTo>
                    <a:pt x="394836" y="1246389"/>
                  </a:lnTo>
                  <a:lnTo>
                    <a:pt x="394829" y="1246393"/>
                  </a:lnTo>
                  <a:lnTo>
                    <a:pt x="394820" y="1246396"/>
                  </a:lnTo>
                  <a:lnTo>
                    <a:pt x="394806" y="1246401"/>
                  </a:lnTo>
                  <a:lnTo>
                    <a:pt x="394789" y="1246406"/>
                  </a:lnTo>
                  <a:lnTo>
                    <a:pt x="394761" y="1246411"/>
                  </a:lnTo>
                  <a:lnTo>
                    <a:pt x="394730" y="1246418"/>
                  </a:lnTo>
                  <a:lnTo>
                    <a:pt x="394702" y="1246424"/>
                  </a:lnTo>
                  <a:lnTo>
                    <a:pt x="394676" y="1246429"/>
                  </a:lnTo>
                  <a:lnTo>
                    <a:pt x="394650" y="1246434"/>
                  </a:lnTo>
                  <a:lnTo>
                    <a:pt x="394629" y="1246438"/>
                  </a:lnTo>
                  <a:lnTo>
                    <a:pt x="394605" y="1246443"/>
                  </a:lnTo>
                  <a:lnTo>
                    <a:pt x="394583" y="1246447"/>
                  </a:lnTo>
                  <a:lnTo>
                    <a:pt x="394552" y="1246452"/>
                  </a:lnTo>
                  <a:lnTo>
                    <a:pt x="394526" y="1246456"/>
                  </a:lnTo>
                  <a:lnTo>
                    <a:pt x="394514" y="1246457"/>
                  </a:lnTo>
                  <a:lnTo>
                    <a:pt x="394504" y="1246457"/>
                  </a:lnTo>
                  <a:lnTo>
                    <a:pt x="394494" y="1246454"/>
                  </a:lnTo>
                  <a:lnTo>
                    <a:pt x="394477" y="1246448"/>
                  </a:lnTo>
                  <a:lnTo>
                    <a:pt x="394462" y="1246443"/>
                  </a:lnTo>
                  <a:lnTo>
                    <a:pt x="394453" y="1246439"/>
                  </a:lnTo>
                  <a:lnTo>
                    <a:pt x="394437" y="1246429"/>
                  </a:lnTo>
                  <a:lnTo>
                    <a:pt x="394421" y="1246419"/>
                  </a:lnTo>
                  <a:lnTo>
                    <a:pt x="394407" y="1246412"/>
                  </a:lnTo>
                  <a:lnTo>
                    <a:pt x="394402" y="1246410"/>
                  </a:lnTo>
                  <a:lnTo>
                    <a:pt x="394396" y="1246410"/>
                  </a:lnTo>
                  <a:lnTo>
                    <a:pt x="394390" y="1246411"/>
                  </a:lnTo>
                  <a:lnTo>
                    <a:pt x="394385" y="1246413"/>
                  </a:lnTo>
                  <a:lnTo>
                    <a:pt x="394376" y="1246421"/>
                  </a:lnTo>
                  <a:lnTo>
                    <a:pt x="394362" y="1246433"/>
                  </a:lnTo>
                  <a:lnTo>
                    <a:pt x="394351" y="1246440"/>
                  </a:lnTo>
                  <a:lnTo>
                    <a:pt x="394340" y="1246445"/>
                  </a:lnTo>
                  <a:lnTo>
                    <a:pt x="394330" y="1246448"/>
                  </a:lnTo>
                  <a:lnTo>
                    <a:pt x="394321" y="1246451"/>
                  </a:lnTo>
                  <a:lnTo>
                    <a:pt x="394302" y="1246454"/>
                  </a:lnTo>
                  <a:lnTo>
                    <a:pt x="394287" y="1246455"/>
                  </a:lnTo>
                  <a:lnTo>
                    <a:pt x="394269" y="1246455"/>
                  </a:lnTo>
                  <a:lnTo>
                    <a:pt x="394258" y="1246454"/>
                  </a:lnTo>
                  <a:lnTo>
                    <a:pt x="394246" y="1246452"/>
                  </a:lnTo>
                  <a:lnTo>
                    <a:pt x="394231" y="1246448"/>
                  </a:lnTo>
                  <a:lnTo>
                    <a:pt x="394216" y="1246443"/>
                  </a:lnTo>
                  <a:lnTo>
                    <a:pt x="394202" y="1246438"/>
                  </a:lnTo>
                  <a:lnTo>
                    <a:pt x="394186" y="1246432"/>
                  </a:lnTo>
                  <a:lnTo>
                    <a:pt x="394178" y="1246429"/>
                  </a:lnTo>
                  <a:lnTo>
                    <a:pt x="394168" y="1246423"/>
                  </a:lnTo>
                  <a:lnTo>
                    <a:pt x="394148" y="1246411"/>
                  </a:lnTo>
                  <a:lnTo>
                    <a:pt x="394120" y="1246397"/>
                  </a:lnTo>
                  <a:lnTo>
                    <a:pt x="394100" y="1246387"/>
                  </a:lnTo>
                  <a:lnTo>
                    <a:pt x="394077" y="1246374"/>
                  </a:lnTo>
                  <a:lnTo>
                    <a:pt x="394055" y="1246363"/>
                  </a:lnTo>
                  <a:lnTo>
                    <a:pt x="394028" y="1246348"/>
                  </a:lnTo>
                  <a:lnTo>
                    <a:pt x="394012" y="1246339"/>
                  </a:lnTo>
                  <a:lnTo>
                    <a:pt x="393999" y="1246332"/>
                  </a:lnTo>
                  <a:lnTo>
                    <a:pt x="393978" y="1246320"/>
                  </a:lnTo>
                  <a:lnTo>
                    <a:pt x="393960" y="1246308"/>
                  </a:lnTo>
                  <a:lnTo>
                    <a:pt x="393943" y="1246296"/>
                  </a:lnTo>
                  <a:lnTo>
                    <a:pt x="393930" y="1246286"/>
                  </a:lnTo>
                  <a:lnTo>
                    <a:pt x="393916" y="1246274"/>
                  </a:lnTo>
                  <a:lnTo>
                    <a:pt x="393902" y="1246262"/>
                  </a:lnTo>
                  <a:lnTo>
                    <a:pt x="393880" y="1246242"/>
                  </a:lnTo>
                  <a:lnTo>
                    <a:pt x="393863" y="1246225"/>
                  </a:lnTo>
                  <a:lnTo>
                    <a:pt x="393847" y="1246210"/>
                  </a:lnTo>
                  <a:lnTo>
                    <a:pt x="393834" y="1246195"/>
                  </a:lnTo>
                  <a:lnTo>
                    <a:pt x="393823" y="1246180"/>
                  </a:lnTo>
                  <a:lnTo>
                    <a:pt x="393815" y="1246169"/>
                  </a:lnTo>
                  <a:lnTo>
                    <a:pt x="393809" y="1246159"/>
                  </a:lnTo>
                  <a:lnTo>
                    <a:pt x="393804" y="1246150"/>
                  </a:lnTo>
                  <a:lnTo>
                    <a:pt x="393800" y="1246138"/>
                  </a:lnTo>
                  <a:lnTo>
                    <a:pt x="393798" y="1246128"/>
                  </a:lnTo>
                  <a:lnTo>
                    <a:pt x="393797" y="1246114"/>
                  </a:lnTo>
                  <a:lnTo>
                    <a:pt x="393796" y="1246103"/>
                  </a:lnTo>
                  <a:lnTo>
                    <a:pt x="393795" y="1246091"/>
                  </a:lnTo>
                  <a:lnTo>
                    <a:pt x="393794" y="1246084"/>
                  </a:lnTo>
                  <a:lnTo>
                    <a:pt x="393792" y="1246077"/>
                  </a:lnTo>
                  <a:lnTo>
                    <a:pt x="393784" y="1246064"/>
                  </a:lnTo>
                  <a:lnTo>
                    <a:pt x="393774" y="1246049"/>
                  </a:lnTo>
                  <a:lnTo>
                    <a:pt x="393769" y="1246042"/>
                  </a:lnTo>
                  <a:lnTo>
                    <a:pt x="393752" y="1246023"/>
                  </a:lnTo>
                  <a:lnTo>
                    <a:pt x="393746" y="1246017"/>
                  </a:lnTo>
                  <a:lnTo>
                    <a:pt x="393735" y="1246007"/>
                  </a:lnTo>
                  <a:lnTo>
                    <a:pt x="393724" y="1245996"/>
                  </a:lnTo>
                  <a:lnTo>
                    <a:pt x="393705" y="1245981"/>
                  </a:lnTo>
                  <a:lnTo>
                    <a:pt x="393689" y="1245972"/>
                  </a:lnTo>
                  <a:lnTo>
                    <a:pt x="393676" y="1245967"/>
                  </a:lnTo>
                  <a:lnTo>
                    <a:pt x="393664" y="1245965"/>
                  </a:lnTo>
                  <a:lnTo>
                    <a:pt x="393656" y="1245964"/>
                  </a:lnTo>
                  <a:lnTo>
                    <a:pt x="393649" y="1245964"/>
                  </a:lnTo>
                  <a:lnTo>
                    <a:pt x="393625" y="1245965"/>
                  </a:lnTo>
                  <a:lnTo>
                    <a:pt x="393603" y="1245968"/>
                  </a:lnTo>
                  <a:lnTo>
                    <a:pt x="393590" y="1245968"/>
                  </a:lnTo>
                  <a:lnTo>
                    <a:pt x="393574" y="1245966"/>
                  </a:lnTo>
                  <a:lnTo>
                    <a:pt x="393558" y="1245962"/>
                  </a:lnTo>
                  <a:lnTo>
                    <a:pt x="393543" y="1245957"/>
                  </a:lnTo>
                  <a:lnTo>
                    <a:pt x="393531" y="1245951"/>
                  </a:lnTo>
                  <a:lnTo>
                    <a:pt x="393518" y="1245944"/>
                  </a:lnTo>
                  <a:lnTo>
                    <a:pt x="393505" y="1245935"/>
                  </a:lnTo>
                  <a:lnTo>
                    <a:pt x="393497" y="1245927"/>
                  </a:lnTo>
                  <a:lnTo>
                    <a:pt x="393487" y="1245914"/>
                  </a:lnTo>
                  <a:lnTo>
                    <a:pt x="393482" y="1245906"/>
                  </a:lnTo>
                  <a:lnTo>
                    <a:pt x="393478" y="1245900"/>
                  </a:lnTo>
                  <a:lnTo>
                    <a:pt x="393473" y="1245890"/>
                  </a:lnTo>
                  <a:lnTo>
                    <a:pt x="393470" y="1245884"/>
                  </a:lnTo>
                  <a:lnTo>
                    <a:pt x="393465" y="1245873"/>
                  </a:lnTo>
                  <a:lnTo>
                    <a:pt x="393460" y="1245860"/>
                  </a:lnTo>
                  <a:lnTo>
                    <a:pt x="393451" y="1245844"/>
                  </a:lnTo>
                  <a:lnTo>
                    <a:pt x="393444" y="1245828"/>
                  </a:lnTo>
                  <a:lnTo>
                    <a:pt x="393439" y="1245812"/>
                  </a:lnTo>
                  <a:lnTo>
                    <a:pt x="393432" y="1245800"/>
                  </a:lnTo>
                  <a:lnTo>
                    <a:pt x="393429" y="1245796"/>
                  </a:lnTo>
                  <a:lnTo>
                    <a:pt x="393423" y="1245795"/>
                  </a:lnTo>
                  <a:lnTo>
                    <a:pt x="393414" y="1245797"/>
                  </a:lnTo>
                  <a:lnTo>
                    <a:pt x="393408" y="1245799"/>
                  </a:lnTo>
                  <a:lnTo>
                    <a:pt x="393397" y="1245803"/>
                  </a:lnTo>
                  <a:lnTo>
                    <a:pt x="393379" y="1245808"/>
                  </a:lnTo>
                  <a:lnTo>
                    <a:pt x="393353" y="1245816"/>
                  </a:lnTo>
                  <a:lnTo>
                    <a:pt x="393323" y="1245825"/>
                  </a:lnTo>
                  <a:lnTo>
                    <a:pt x="393306" y="1245830"/>
                  </a:lnTo>
                  <a:lnTo>
                    <a:pt x="393280" y="1245836"/>
                  </a:lnTo>
                  <a:lnTo>
                    <a:pt x="393258" y="1245841"/>
                  </a:lnTo>
                  <a:lnTo>
                    <a:pt x="393246" y="1245843"/>
                  </a:lnTo>
                  <a:lnTo>
                    <a:pt x="393241" y="1245844"/>
                  </a:lnTo>
                  <a:lnTo>
                    <a:pt x="393218" y="1245848"/>
                  </a:lnTo>
                  <a:lnTo>
                    <a:pt x="393196" y="1245850"/>
                  </a:lnTo>
                  <a:lnTo>
                    <a:pt x="393171" y="1245850"/>
                  </a:lnTo>
                  <a:lnTo>
                    <a:pt x="393144" y="1245850"/>
                  </a:lnTo>
                  <a:lnTo>
                    <a:pt x="393115" y="1245848"/>
                  </a:lnTo>
                  <a:lnTo>
                    <a:pt x="393083" y="1245845"/>
                  </a:lnTo>
                  <a:lnTo>
                    <a:pt x="393071" y="1245843"/>
                  </a:lnTo>
                  <a:lnTo>
                    <a:pt x="393056" y="1245840"/>
                  </a:lnTo>
                  <a:lnTo>
                    <a:pt x="393037" y="1245833"/>
                  </a:lnTo>
                  <a:lnTo>
                    <a:pt x="393018" y="1245827"/>
                  </a:lnTo>
                  <a:lnTo>
                    <a:pt x="393006" y="1245823"/>
                  </a:lnTo>
                  <a:lnTo>
                    <a:pt x="392991" y="1245818"/>
                  </a:lnTo>
                  <a:lnTo>
                    <a:pt x="392977" y="1245814"/>
                  </a:lnTo>
                  <a:lnTo>
                    <a:pt x="392961" y="1245812"/>
                  </a:lnTo>
                  <a:lnTo>
                    <a:pt x="392949" y="1245813"/>
                  </a:lnTo>
                  <a:lnTo>
                    <a:pt x="392940" y="1245815"/>
                  </a:lnTo>
                  <a:lnTo>
                    <a:pt x="392925" y="1245822"/>
                  </a:lnTo>
                  <a:lnTo>
                    <a:pt x="392918" y="1245824"/>
                  </a:lnTo>
                  <a:lnTo>
                    <a:pt x="392903" y="1245825"/>
                  </a:lnTo>
                  <a:lnTo>
                    <a:pt x="392892" y="1245825"/>
                  </a:lnTo>
                  <a:lnTo>
                    <a:pt x="392885" y="1245823"/>
                  </a:lnTo>
                  <a:lnTo>
                    <a:pt x="392878" y="1245821"/>
                  </a:lnTo>
                  <a:lnTo>
                    <a:pt x="392870" y="1245817"/>
                  </a:lnTo>
                  <a:lnTo>
                    <a:pt x="392857" y="1245811"/>
                  </a:lnTo>
                  <a:lnTo>
                    <a:pt x="392841" y="1245800"/>
                  </a:lnTo>
                  <a:lnTo>
                    <a:pt x="392828" y="1245794"/>
                  </a:lnTo>
                  <a:lnTo>
                    <a:pt x="392804" y="1245783"/>
                  </a:lnTo>
                  <a:lnTo>
                    <a:pt x="392776" y="1245772"/>
                  </a:lnTo>
                  <a:lnTo>
                    <a:pt x="392765" y="1245768"/>
                  </a:lnTo>
                  <a:lnTo>
                    <a:pt x="392756" y="1245766"/>
                  </a:lnTo>
                  <a:lnTo>
                    <a:pt x="392733" y="1245762"/>
                  </a:lnTo>
                  <a:lnTo>
                    <a:pt x="392714" y="1245758"/>
                  </a:lnTo>
                  <a:lnTo>
                    <a:pt x="392702" y="1245755"/>
                  </a:lnTo>
                  <a:lnTo>
                    <a:pt x="392686" y="1245749"/>
                  </a:lnTo>
                  <a:lnTo>
                    <a:pt x="392658" y="1245739"/>
                  </a:lnTo>
                  <a:lnTo>
                    <a:pt x="392638" y="1245731"/>
                  </a:lnTo>
                  <a:lnTo>
                    <a:pt x="392617" y="1245723"/>
                  </a:lnTo>
                  <a:lnTo>
                    <a:pt x="392594" y="1245716"/>
                  </a:lnTo>
                  <a:lnTo>
                    <a:pt x="392579" y="1245712"/>
                  </a:lnTo>
                  <a:lnTo>
                    <a:pt x="392568" y="1245711"/>
                  </a:lnTo>
                  <a:lnTo>
                    <a:pt x="392555" y="1245711"/>
                  </a:lnTo>
                  <a:lnTo>
                    <a:pt x="392547" y="1245714"/>
                  </a:lnTo>
                  <a:lnTo>
                    <a:pt x="392535" y="1245723"/>
                  </a:lnTo>
                  <a:lnTo>
                    <a:pt x="392522" y="1245734"/>
                  </a:lnTo>
                  <a:lnTo>
                    <a:pt x="392511" y="1245743"/>
                  </a:lnTo>
                  <a:lnTo>
                    <a:pt x="392501" y="1245753"/>
                  </a:lnTo>
                  <a:lnTo>
                    <a:pt x="392492" y="1245764"/>
                  </a:lnTo>
                  <a:lnTo>
                    <a:pt x="392485" y="1245772"/>
                  </a:lnTo>
                  <a:lnTo>
                    <a:pt x="392478" y="1245777"/>
                  </a:lnTo>
                  <a:lnTo>
                    <a:pt x="392468" y="1245785"/>
                  </a:lnTo>
                  <a:lnTo>
                    <a:pt x="392462" y="1245788"/>
                  </a:lnTo>
                  <a:lnTo>
                    <a:pt x="392454" y="1245791"/>
                  </a:lnTo>
                  <a:lnTo>
                    <a:pt x="392437" y="1245797"/>
                  </a:lnTo>
                  <a:lnTo>
                    <a:pt x="392409" y="1245806"/>
                  </a:lnTo>
                  <a:lnTo>
                    <a:pt x="392384" y="1245813"/>
                  </a:lnTo>
                  <a:lnTo>
                    <a:pt x="392364" y="1245819"/>
                  </a:lnTo>
                  <a:lnTo>
                    <a:pt x="392344" y="1245825"/>
                  </a:lnTo>
                  <a:lnTo>
                    <a:pt x="392316" y="1245836"/>
                  </a:lnTo>
                  <a:lnTo>
                    <a:pt x="392291" y="1245846"/>
                  </a:lnTo>
                  <a:lnTo>
                    <a:pt x="392269" y="1245855"/>
                  </a:lnTo>
                  <a:lnTo>
                    <a:pt x="392248" y="1245864"/>
                  </a:lnTo>
                  <a:lnTo>
                    <a:pt x="392229" y="1245872"/>
                  </a:lnTo>
                  <a:lnTo>
                    <a:pt x="392215" y="1245879"/>
                  </a:lnTo>
                  <a:lnTo>
                    <a:pt x="392202" y="1245885"/>
                  </a:lnTo>
                  <a:lnTo>
                    <a:pt x="392184" y="1245890"/>
                  </a:lnTo>
                  <a:lnTo>
                    <a:pt x="392164" y="1245895"/>
                  </a:lnTo>
                  <a:lnTo>
                    <a:pt x="392149" y="1245899"/>
                  </a:lnTo>
                  <a:lnTo>
                    <a:pt x="392121" y="1245902"/>
                  </a:lnTo>
                  <a:lnTo>
                    <a:pt x="392084" y="1245905"/>
                  </a:lnTo>
                  <a:lnTo>
                    <a:pt x="392058" y="1245906"/>
                  </a:lnTo>
                  <a:lnTo>
                    <a:pt x="392030" y="1245907"/>
                  </a:lnTo>
                  <a:lnTo>
                    <a:pt x="392014" y="1245906"/>
                  </a:lnTo>
                  <a:lnTo>
                    <a:pt x="392003" y="1245904"/>
                  </a:lnTo>
                  <a:lnTo>
                    <a:pt x="391991" y="1245900"/>
                  </a:lnTo>
                  <a:lnTo>
                    <a:pt x="391979" y="1245896"/>
                  </a:lnTo>
                  <a:lnTo>
                    <a:pt x="391965" y="1245889"/>
                  </a:lnTo>
                  <a:lnTo>
                    <a:pt x="391957" y="1245887"/>
                  </a:lnTo>
                  <a:lnTo>
                    <a:pt x="391950" y="1245886"/>
                  </a:lnTo>
                  <a:lnTo>
                    <a:pt x="391943" y="1245887"/>
                  </a:lnTo>
                  <a:lnTo>
                    <a:pt x="391932" y="1245892"/>
                  </a:lnTo>
                  <a:lnTo>
                    <a:pt x="391923" y="1245897"/>
                  </a:lnTo>
                  <a:lnTo>
                    <a:pt x="391909" y="1245907"/>
                  </a:lnTo>
                  <a:lnTo>
                    <a:pt x="391896" y="1245917"/>
                  </a:lnTo>
                  <a:lnTo>
                    <a:pt x="391888" y="1245923"/>
                  </a:lnTo>
                  <a:lnTo>
                    <a:pt x="391884" y="1245926"/>
                  </a:lnTo>
                  <a:lnTo>
                    <a:pt x="391873" y="1245933"/>
                  </a:lnTo>
                  <a:lnTo>
                    <a:pt x="391861" y="1245938"/>
                  </a:lnTo>
                  <a:lnTo>
                    <a:pt x="391846" y="1245943"/>
                  </a:lnTo>
                  <a:lnTo>
                    <a:pt x="391823" y="1245949"/>
                  </a:lnTo>
                  <a:lnTo>
                    <a:pt x="391802" y="1245955"/>
                  </a:lnTo>
                  <a:lnTo>
                    <a:pt x="391793" y="1245956"/>
                  </a:lnTo>
                  <a:lnTo>
                    <a:pt x="391781" y="1245956"/>
                  </a:lnTo>
                  <a:lnTo>
                    <a:pt x="391764" y="1245951"/>
                  </a:lnTo>
                  <a:lnTo>
                    <a:pt x="391745" y="1245947"/>
                  </a:lnTo>
                  <a:lnTo>
                    <a:pt x="391729" y="1245943"/>
                  </a:lnTo>
                  <a:lnTo>
                    <a:pt x="391716" y="1245937"/>
                  </a:lnTo>
                  <a:lnTo>
                    <a:pt x="391702" y="1245930"/>
                  </a:lnTo>
                  <a:lnTo>
                    <a:pt x="391692" y="1245922"/>
                  </a:lnTo>
                  <a:lnTo>
                    <a:pt x="391679" y="1245911"/>
                  </a:lnTo>
                  <a:lnTo>
                    <a:pt x="391664" y="1245895"/>
                  </a:lnTo>
                  <a:lnTo>
                    <a:pt x="391659" y="1245891"/>
                  </a:lnTo>
                  <a:lnTo>
                    <a:pt x="391650" y="1245887"/>
                  </a:lnTo>
                  <a:lnTo>
                    <a:pt x="391641" y="1245885"/>
                  </a:lnTo>
                  <a:lnTo>
                    <a:pt x="391609" y="1245881"/>
                  </a:lnTo>
                  <a:lnTo>
                    <a:pt x="391596" y="1245879"/>
                  </a:lnTo>
                  <a:lnTo>
                    <a:pt x="391580" y="1245876"/>
                  </a:lnTo>
                  <a:lnTo>
                    <a:pt x="391559" y="1245870"/>
                  </a:lnTo>
                  <a:lnTo>
                    <a:pt x="391546" y="1245864"/>
                  </a:lnTo>
                  <a:lnTo>
                    <a:pt x="391535" y="1245857"/>
                  </a:lnTo>
                  <a:lnTo>
                    <a:pt x="391522" y="1245846"/>
                  </a:lnTo>
                  <a:lnTo>
                    <a:pt x="391512" y="1245835"/>
                  </a:lnTo>
                  <a:lnTo>
                    <a:pt x="391503" y="1245825"/>
                  </a:lnTo>
                  <a:lnTo>
                    <a:pt x="391498" y="1245820"/>
                  </a:lnTo>
                  <a:lnTo>
                    <a:pt x="391491" y="1245817"/>
                  </a:lnTo>
                  <a:lnTo>
                    <a:pt x="391481" y="1245816"/>
                  </a:lnTo>
                  <a:lnTo>
                    <a:pt x="391469" y="1245816"/>
                  </a:lnTo>
                  <a:lnTo>
                    <a:pt x="391444" y="1245816"/>
                  </a:lnTo>
                  <a:lnTo>
                    <a:pt x="391424" y="1245815"/>
                  </a:lnTo>
                  <a:lnTo>
                    <a:pt x="391410" y="1245813"/>
                  </a:lnTo>
                  <a:lnTo>
                    <a:pt x="391393" y="1245809"/>
                  </a:lnTo>
                  <a:lnTo>
                    <a:pt x="391379" y="1245805"/>
                  </a:lnTo>
                  <a:lnTo>
                    <a:pt x="391365" y="1245799"/>
                  </a:lnTo>
                  <a:lnTo>
                    <a:pt x="391351" y="1245794"/>
                  </a:lnTo>
                  <a:lnTo>
                    <a:pt x="391340" y="1245788"/>
                  </a:lnTo>
                  <a:lnTo>
                    <a:pt x="391329" y="1245782"/>
                  </a:lnTo>
                  <a:lnTo>
                    <a:pt x="391315" y="1245773"/>
                  </a:lnTo>
                  <a:lnTo>
                    <a:pt x="391304" y="1245765"/>
                  </a:lnTo>
                  <a:lnTo>
                    <a:pt x="391292" y="1245756"/>
                  </a:lnTo>
                  <a:lnTo>
                    <a:pt x="391279" y="1245744"/>
                  </a:lnTo>
                  <a:lnTo>
                    <a:pt x="391264" y="1245729"/>
                  </a:lnTo>
                  <a:lnTo>
                    <a:pt x="391250" y="1245713"/>
                  </a:lnTo>
                  <a:lnTo>
                    <a:pt x="391239" y="1245705"/>
                  </a:lnTo>
                  <a:lnTo>
                    <a:pt x="391230" y="1245699"/>
                  </a:lnTo>
                  <a:lnTo>
                    <a:pt x="391221" y="1245695"/>
                  </a:lnTo>
                  <a:lnTo>
                    <a:pt x="391208" y="1245691"/>
                  </a:lnTo>
                  <a:lnTo>
                    <a:pt x="391198" y="1245689"/>
                  </a:lnTo>
                  <a:lnTo>
                    <a:pt x="391186" y="1245690"/>
                  </a:lnTo>
                  <a:lnTo>
                    <a:pt x="391172" y="1245692"/>
                  </a:lnTo>
                  <a:lnTo>
                    <a:pt x="391153" y="1245696"/>
                  </a:lnTo>
                  <a:lnTo>
                    <a:pt x="391133" y="1245701"/>
                  </a:lnTo>
                  <a:lnTo>
                    <a:pt x="391107" y="1245709"/>
                  </a:lnTo>
                  <a:lnTo>
                    <a:pt x="391090" y="1245713"/>
                  </a:lnTo>
                  <a:lnTo>
                    <a:pt x="391075" y="1245716"/>
                  </a:lnTo>
                  <a:lnTo>
                    <a:pt x="391042" y="1245718"/>
                  </a:lnTo>
                  <a:lnTo>
                    <a:pt x="391000" y="1245721"/>
                  </a:lnTo>
                  <a:lnTo>
                    <a:pt x="390980" y="1245722"/>
                  </a:lnTo>
                  <a:lnTo>
                    <a:pt x="390967" y="1245722"/>
                  </a:lnTo>
                  <a:lnTo>
                    <a:pt x="390934" y="1245722"/>
                  </a:lnTo>
                  <a:lnTo>
                    <a:pt x="390917" y="1245721"/>
                  </a:lnTo>
                  <a:lnTo>
                    <a:pt x="390897" y="1245720"/>
                  </a:lnTo>
                  <a:lnTo>
                    <a:pt x="390880" y="1245717"/>
                  </a:lnTo>
                  <a:lnTo>
                    <a:pt x="390860" y="1245714"/>
                  </a:lnTo>
                  <a:lnTo>
                    <a:pt x="390850" y="1245712"/>
                  </a:lnTo>
                  <a:lnTo>
                    <a:pt x="390840" y="1245708"/>
                  </a:lnTo>
                  <a:lnTo>
                    <a:pt x="390828" y="1245703"/>
                  </a:lnTo>
                  <a:lnTo>
                    <a:pt x="390821" y="1245700"/>
                  </a:lnTo>
                  <a:lnTo>
                    <a:pt x="390816" y="1245699"/>
                  </a:lnTo>
                  <a:lnTo>
                    <a:pt x="390790" y="1245696"/>
                  </a:lnTo>
                  <a:lnTo>
                    <a:pt x="390774" y="1245695"/>
                  </a:lnTo>
                  <a:lnTo>
                    <a:pt x="390761" y="1245694"/>
                  </a:lnTo>
                  <a:lnTo>
                    <a:pt x="390744" y="1245693"/>
                  </a:lnTo>
                  <a:lnTo>
                    <a:pt x="390723" y="1245693"/>
                  </a:lnTo>
                  <a:lnTo>
                    <a:pt x="390711" y="1245694"/>
                  </a:lnTo>
                  <a:lnTo>
                    <a:pt x="390698" y="1245694"/>
                  </a:lnTo>
                  <a:lnTo>
                    <a:pt x="390692" y="1245695"/>
                  </a:lnTo>
                  <a:lnTo>
                    <a:pt x="390673" y="1245693"/>
                  </a:lnTo>
                  <a:lnTo>
                    <a:pt x="390662" y="1245693"/>
                  </a:lnTo>
                  <a:lnTo>
                    <a:pt x="390652" y="1245692"/>
                  </a:lnTo>
                  <a:lnTo>
                    <a:pt x="390642" y="1245691"/>
                  </a:lnTo>
                  <a:lnTo>
                    <a:pt x="390636" y="1245690"/>
                  </a:lnTo>
                  <a:lnTo>
                    <a:pt x="390626" y="1245689"/>
                  </a:lnTo>
                  <a:lnTo>
                    <a:pt x="390618" y="1245689"/>
                  </a:lnTo>
                  <a:lnTo>
                    <a:pt x="390608" y="1245687"/>
                  </a:lnTo>
                  <a:lnTo>
                    <a:pt x="390601" y="1245685"/>
                  </a:lnTo>
                  <a:lnTo>
                    <a:pt x="390595" y="1245681"/>
                  </a:lnTo>
                  <a:lnTo>
                    <a:pt x="390580" y="1245669"/>
                  </a:lnTo>
                  <a:lnTo>
                    <a:pt x="390567" y="1245658"/>
                  </a:lnTo>
                  <a:lnTo>
                    <a:pt x="390556" y="1245651"/>
                  </a:lnTo>
                  <a:lnTo>
                    <a:pt x="390550" y="1245646"/>
                  </a:lnTo>
                  <a:lnTo>
                    <a:pt x="390543" y="1245638"/>
                  </a:lnTo>
                  <a:lnTo>
                    <a:pt x="390533" y="1245627"/>
                  </a:lnTo>
                  <a:lnTo>
                    <a:pt x="390525" y="1245618"/>
                  </a:lnTo>
                  <a:lnTo>
                    <a:pt x="390516" y="1245606"/>
                  </a:lnTo>
                  <a:lnTo>
                    <a:pt x="390509" y="1245596"/>
                  </a:lnTo>
                  <a:lnTo>
                    <a:pt x="390502" y="1245587"/>
                  </a:lnTo>
                  <a:lnTo>
                    <a:pt x="390494" y="1245575"/>
                  </a:lnTo>
                  <a:lnTo>
                    <a:pt x="390485" y="1245562"/>
                  </a:lnTo>
                  <a:lnTo>
                    <a:pt x="390473" y="1245545"/>
                  </a:lnTo>
                  <a:lnTo>
                    <a:pt x="390460" y="1245530"/>
                  </a:lnTo>
                  <a:lnTo>
                    <a:pt x="390447" y="1245517"/>
                  </a:lnTo>
                  <a:lnTo>
                    <a:pt x="390441" y="1245510"/>
                  </a:lnTo>
                  <a:lnTo>
                    <a:pt x="390434" y="1245504"/>
                  </a:lnTo>
                  <a:lnTo>
                    <a:pt x="390422" y="1245497"/>
                  </a:lnTo>
                  <a:lnTo>
                    <a:pt x="390411" y="1245492"/>
                  </a:lnTo>
                  <a:lnTo>
                    <a:pt x="390398" y="1245487"/>
                  </a:lnTo>
                  <a:lnTo>
                    <a:pt x="390386" y="1245482"/>
                  </a:lnTo>
                  <a:lnTo>
                    <a:pt x="390367" y="1245478"/>
                  </a:lnTo>
                  <a:lnTo>
                    <a:pt x="390350" y="1245474"/>
                  </a:lnTo>
                  <a:lnTo>
                    <a:pt x="390334" y="1245472"/>
                  </a:lnTo>
                  <a:lnTo>
                    <a:pt x="390312" y="1245468"/>
                  </a:lnTo>
                  <a:lnTo>
                    <a:pt x="390295" y="1245465"/>
                  </a:lnTo>
                  <a:lnTo>
                    <a:pt x="390276" y="1245463"/>
                  </a:lnTo>
                  <a:lnTo>
                    <a:pt x="390254" y="1245462"/>
                  </a:lnTo>
                  <a:lnTo>
                    <a:pt x="390236" y="1245460"/>
                  </a:lnTo>
                  <a:lnTo>
                    <a:pt x="390215" y="1245460"/>
                  </a:lnTo>
                  <a:lnTo>
                    <a:pt x="390192" y="1245460"/>
                  </a:lnTo>
                  <a:lnTo>
                    <a:pt x="390171" y="1245459"/>
                  </a:lnTo>
                  <a:lnTo>
                    <a:pt x="390148" y="1245461"/>
                  </a:lnTo>
                  <a:lnTo>
                    <a:pt x="390132" y="1245461"/>
                  </a:lnTo>
                  <a:lnTo>
                    <a:pt x="390122" y="1245461"/>
                  </a:lnTo>
                  <a:lnTo>
                    <a:pt x="390115" y="1245459"/>
                  </a:lnTo>
                  <a:lnTo>
                    <a:pt x="390111" y="1245456"/>
                  </a:lnTo>
                  <a:lnTo>
                    <a:pt x="390104" y="1245444"/>
                  </a:lnTo>
                  <a:lnTo>
                    <a:pt x="390096" y="1245426"/>
                  </a:lnTo>
                  <a:lnTo>
                    <a:pt x="390089" y="1245414"/>
                  </a:lnTo>
                  <a:lnTo>
                    <a:pt x="390082" y="1245398"/>
                  </a:lnTo>
                  <a:lnTo>
                    <a:pt x="390073" y="1245384"/>
                  </a:lnTo>
                  <a:lnTo>
                    <a:pt x="390063" y="1245371"/>
                  </a:lnTo>
                  <a:lnTo>
                    <a:pt x="390054" y="1245359"/>
                  </a:lnTo>
                  <a:lnTo>
                    <a:pt x="390043" y="1245346"/>
                  </a:lnTo>
                  <a:lnTo>
                    <a:pt x="390030" y="1245333"/>
                  </a:lnTo>
                  <a:lnTo>
                    <a:pt x="390018" y="1245322"/>
                  </a:lnTo>
                  <a:lnTo>
                    <a:pt x="390009" y="1245313"/>
                  </a:lnTo>
                  <a:lnTo>
                    <a:pt x="389997" y="1245303"/>
                  </a:lnTo>
                  <a:lnTo>
                    <a:pt x="389984" y="1245294"/>
                  </a:lnTo>
                  <a:lnTo>
                    <a:pt x="389967" y="1245284"/>
                  </a:lnTo>
                  <a:lnTo>
                    <a:pt x="389951" y="1245276"/>
                  </a:lnTo>
                  <a:lnTo>
                    <a:pt x="389933" y="1245268"/>
                  </a:lnTo>
                  <a:lnTo>
                    <a:pt x="389905" y="1245257"/>
                  </a:lnTo>
                  <a:lnTo>
                    <a:pt x="389885" y="1245250"/>
                  </a:lnTo>
                  <a:lnTo>
                    <a:pt x="389864" y="1245243"/>
                  </a:lnTo>
                  <a:lnTo>
                    <a:pt x="389845" y="1245238"/>
                  </a:lnTo>
                  <a:lnTo>
                    <a:pt x="389826" y="1245232"/>
                  </a:lnTo>
                  <a:lnTo>
                    <a:pt x="389809" y="1245226"/>
                  </a:lnTo>
                  <a:lnTo>
                    <a:pt x="389795" y="1245220"/>
                  </a:lnTo>
                  <a:lnTo>
                    <a:pt x="389787" y="1245217"/>
                  </a:lnTo>
                  <a:lnTo>
                    <a:pt x="389780" y="1245213"/>
                  </a:lnTo>
                  <a:lnTo>
                    <a:pt x="389774" y="1245208"/>
                  </a:lnTo>
                  <a:lnTo>
                    <a:pt x="389765" y="1245201"/>
                  </a:lnTo>
                  <a:lnTo>
                    <a:pt x="389758" y="1245195"/>
                  </a:lnTo>
                  <a:lnTo>
                    <a:pt x="389750" y="1245186"/>
                  </a:lnTo>
                  <a:lnTo>
                    <a:pt x="389743" y="1245176"/>
                  </a:lnTo>
                  <a:lnTo>
                    <a:pt x="389736" y="1245166"/>
                  </a:lnTo>
                  <a:lnTo>
                    <a:pt x="389730" y="1245153"/>
                  </a:lnTo>
                  <a:lnTo>
                    <a:pt x="389721" y="1245133"/>
                  </a:lnTo>
                  <a:lnTo>
                    <a:pt x="389713" y="1245115"/>
                  </a:lnTo>
                  <a:lnTo>
                    <a:pt x="389700" y="1245088"/>
                  </a:lnTo>
                  <a:lnTo>
                    <a:pt x="389690" y="1245068"/>
                  </a:lnTo>
                  <a:lnTo>
                    <a:pt x="389680" y="1245047"/>
                  </a:lnTo>
                  <a:lnTo>
                    <a:pt x="389671" y="1245031"/>
                  </a:lnTo>
                  <a:lnTo>
                    <a:pt x="389661" y="1245013"/>
                  </a:lnTo>
                  <a:lnTo>
                    <a:pt x="389654" y="1245001"/>
                  </a:lnTo>
                  <a:lnTo>
                    <a:pt x="389650" y="1244989"/>
                  </a:lnTo>
                  <a:lnTo>
                    <a:pt x="389647" y="1244978"/>
                  </a:lnTo>
                  <a:lnTo>
                    <a:pt x="389647" y="1244972"/>
                  </a:lnTo>
                  <a:lnTo>
                    <a:pt x="389649" y="1244964"/>
                  </a:lnTo>
                  <a:lnTo>
                    <a:pt x="389657" y="1244945"/>
                  </a:lnTo>
                  <a:lnTo>
                    <a:pt x="389664" y="1244926"/>
                  </a:lnTo>
                  <a:lnTo>
                    <a:pt x="389668" y="1244911"/>
                  </a:lnTo>
                  <a:lnTo>
                    <a:pt x="389672" y="1244897"/>
                  </a:lnTo>
                  <a:lnTo>
                    <a:pt x="389673" y="1244885"/>
                  </a:lnTo>
                  <a:lnTo>
                    <a:pt x="389674" y="1244870"/>
                  </a:lnTo>
                  <a:lnTo>
                    <a:pt x="389675" y="1244855"/>
                  </a:lnTo>
                  <a:lnTo>
                    <a:pt x="389673" y="1244829"/>
                  </a:lnTo>
                  <a:lnTo>
                    <a:pt x="389670" y="1244801"/>
                  </a:lnTo>
                  <a:lnTo>
                    <a:pt x="389667" y="1244777"/>
                  </a:lnTo>
                  <a:lnTo>
                    <a:pt x="389664" y="1244757"/>
                  </a:lnTo>
                  <a:lnTo>
                    <a:pt x="389661" y="1244740"/>
                  </a:lnTo>
                  <a:lnTo>
                    <a:pt x="389659" y="1244724"/>
                  </a:lnTo>
                  <a:lnTo>
                    <a:pt x="389657" y="1244700"/>
                  </a:lnTo>
                  <a:lnTo>
                    <a:pt x="389654" y="1244673"/>
                  </a:lnTo>
                  <a:lnTo>
                    <a:pt x="389651" y="1244643"/>
                  </a:lnTo>
                  <a:lnTo>
                    <a:pt x="389649" y="1244630"/>
                  </a:lnTo>
                  <a:lnTo>
                    <a:pt x="389647" y="1244622"/>
                  </a:lnTo>
                  <a:lnTo>
                    <a:pt x="389641" y="1244609"/>
                  </a:lnTo>
                  <a:lnTo>
                    <a:pt x="389637" y="1244603"/>
                  </a:lnTo>
                  <a:lnTo>
                    <a:pt x="389628" y="1244594"/>
                  </a:lnTo>
                  <a:lnTo>
                    <a:pt x="389611" y="1244580"/>
                  </a:lnTo>
                  <a:lnTo>
                    <a:pt x="389599" y="1244571"/>
                  </a:lnTo>
                  <a:lnTo>
                    <a:pt x="389586" y="1244560"/>
                  </a:lnTo>
                  <a:lnTo>
                    <a:pt x="389575" y="1244550"/>
                  </a:lnTo>
                  <a:lnTo>
                    <a:pt x="389562" y="1244536"/>
                  </a:lnTo>
                  <a:lnTo>
                    <a:pt x="389549" y="1244522"/>
                  </a:lnTo>
                  <a:lnTo>
                    <a:pt x="389533" y="1244505"/>
                  </a:lnTo>
                  <a:lnTo>
                    <a:pt x="389517" y="1244488"/>
                  </a:lnTo>
                  <a:lnTo>
                    <a:pt x="389503" y="1244475"/>
                  </a:lnTo>
                  <a:lnTo>
                    <a:pt x="389497" y="1244473"/>
                  </a:lnTo>
                  <a:lnTo>
                    <a:pt x="389476" y="1244471"/>
                  </a:lnTo>
                  <a:lnTo>
                    <a:pt x="389451" y="1244471"/>
                  </a:lnTo>
                  <a:lnTo>
                    <a:pt x="389431" y="1244471"/>
                  </a:lnTo>
                  <a:lnTo>
                    <a:pt x="389413" y="1244472"/>
                  </a:lnTo>
                  <a:lnTo>
                    <a:pt x="389388" y="1244475"/>
                  </a:lnTo>
                  <a:lnTo>
                    <a:pt x="389364" y="1244480"/>
                  </a:lnTo>
                  <a:lnTo>
                    <a:pt x="389340" y="1244485"/>
                  </a:lnTo>
                  <a:lnTo>
                    <a:pt x="389319" y="1244489"/>
                  </a:lnTo>
                  <a:lnTo>
                    <a:pt x="389301" y="1244492"/>
                  </a:lnTo>
                  <a:lnTo>
                    <a:pt x="389285" y="1244492"/>
                  </a:lnTo>
                  <a:lnTo>
                    <a:pt x="389261" y="1244491"/>
                  </a:lnTo>
                  <a:lnTo>
                    <a:pt x="389232" y="1244489"/>
                  </a:lnTo>
                  <a:lnTo>
                    <a:pt x="389196" y="1244488"/>
                  </a:lnTo>
                  <a:lnTo>
                    <a:pt x="389173" y="1244488"/>
                  </a:lnTo>
                  <a:lnTo>
                    <a:pt x="389135" y="1244488"/>
                  </a:lnTo>
                  <a:lnTo>
                    <a:pt x="389105" y="1244487"/>
                  </a:lnTo>
                  <a:lnTo>
                    <a:pt x="389075" y="1244486"/>
                  </a:lnTo>
                  <a:lnTo>
                    <a:pt x="389049" y="1244485"/>
                  </a:lnTo>
                  <a:lnTo>
                    <a:pt x="389037" y="1244484"/>
                  </a:lnTo>
                  <a:lnTo>
                    <a:pt x="389001" y="1244483"/>
                  </a:lnTo>
                  <a:lnTo>
                    <a:pt x="388971" y="1244482"/>
                  </a:lnTo>
                  <a:lnTo>
                    <a:pt x="388955" y="1244481"/>
                  </a:lnTo>
                  <a:lnTo>
                    <a:pt x="388947" y="1244481"/>
                  </a:lnTo>
                  <a:lnTo>
                    <a:pt x="388941" y="1244480"/>
                  </a:lnTo>
                  <a:lnTo>
                    <a:pt x="388935" y="1244478"/>
                  </a:lnTo>
                  <a:lnTo>
                    <a:pt x="388923" y="1244469"/>
                  </a:lnTo>
                  <a:lnTo>
                    <a:pt x="388903" y="1244456"/>
                  </a:lnTo>
                  <a:lnTo>
                    <a:pt x="388894" y="1244451"/>
                  </a:lnTo>
                  <a:lnTo>
                    <a:pt x="388886" y="1244446"/>
                  </a:lnTo>
                  <a:lnTo>
                    <a:pt x="388871" y="1244439"/>
                  </a:lnTo>
                  <a:lnTo>
                    <a:pt x="388856" y="1244432"/>
                  </a:lnTo>
                  <a:lnTo>
                    <a:pt x="388837" y="1244423"/>
                  </a:lnTo>
                  <a:lnTo>
                    <a:pt x="388821" y="1244415"/>
                  </a:lnTo>
                  <a:lnTo>
                    <a:pt x="388810" y="1244408"/>
                  </a:lnTo>
                  <a:lnTo>
                    <a:pt x="388793" y="1244397"/>
                  </a:lnTo>
                  <a:lnTo>
                    <a:pt x="388780" y="1244388"/>
                  </a:lnTo>
                  <a:lnTo>
                    <a:pt x="388766" y="1244377"/>
                  </a:lnTo>
                  <a:lnTo>
                    <a:pt x="388749" y="1244363"/>
                  </a:lnTo>
                  <a:lnTo>
                    <a:pt x="388734" y="1244351"/>
                  </a:lnTo>
                  <a:lnTo>
                    <a:pt x="388719" y="1244338"/>
                  </a:lnTo>
                  <a:lnTo>
                    <a:pt x="388706" y="1244325"/>
                  </a:lnTo>
                  <a:lnTo>
                    <a:pt x="388702" y="1244321"/>
                  </a:lnTo>
                  <a:lnTo>
                    <a:pt x="388689" y="1244308"/>
                  </a:lnTo>
                  <a:lnTo>
                    <a:pt x="388669" y="1244289"/>
                  </a:lnTo>
                  <a:lnTo>
                    <a:pt x="388650" y="1244272"/>
                  </a:lnTo>
                  <a:lnTo>
                    <a:pt x="388635" y="1244258"/>
                  </a:lnTo>
                  <a:lnTo>
                    <a:pt x="388618" y="1244242"/>
                  </a:lnTo>
                  <a:lnTo>
                    <a:pt x="388601" y="1244227"/>
                  </a:lnTo>
                  <a:lnTo>
                    <a:pt x="388582" y="1244211"/>
                  </a:lnTo>
                  <a:lnTo>
                    <a:pt x="388562" y="1244195"/>
                  </a:lnTo>
                  <a:lnTo>
                    <a:pt x="388551" y="1244188"/>
                  </a:lnTo>
                  <a:lnTo>
                    <a:pt x="388540" y="1244182"/>
                  </a:lnTo>
                  <a:lnTo>
                    <a:pt x="388533" y="1244181"/>
                  </a:lnTo>
                  <a:lnTo>
                    <a:pt x="388525" y="1244180"/>
                  </a:lnTo>
                  <a:lnTo>
                    <a:pt x="388509" y="1244180"/>
                  </a:lnTo>
                  <a:lnTo>
                    <a:pt x="388500" y="1244179"/>
                  </a:lnTo>
                  <a:lnTo>
                    <a:pt x="388488" y="1244177"/>
                  </a:lnTo>
                  <a:lnTo>
                    <a:pt x="388475" y="1244175"/>
                  </a:lnTo>
                  <a:lnTo>
                    <a:pt x="388465" y="1244172"/>
                  </a:lnTo>
                  <a:lnTo>
                    <a:pt x="388448" y="1244167"/>
                  </a:lnTo>
                  <a:lnTo>
                    <a:pt x="388430" y="1244161"/>
                  </a:lnTo>
                  <a:lnTo>
                    <a:pt x="388414" y="1244156"/>
                  </a:lnTo>
                  <a:lnTo>
                    <a:pt x="388395" y="1244149"/>
                  </a:lnTo>
                  <a:lnTo>
                    <a:pt x="388379" y="1244143"/>
                  </a:lnTo>
                  <a:lnTo>
                    <a:pt x="388368" y="1244139"/>
                  </a:lnTo>
                  <a:lnTo>
                    <a:pt x="388352" y="1244131"/>
                  </a:lnTo>
                  <a:lnTo>
                    <a:pt x="388336" y="1244122"/>
                  </a:lnTo>
                  <a:lnTo>
                    <a:pt x="388319" y="1244112"/>
                  </a:lnTo>
                  <a:lnTo>
                    <a:pt x="388303" y="1244102"/>
                  </a:lnTo>
                  <a:lnTo>
                    <a:pt x="388286" y="1244092"/>
                  </a:lnTo>
                  <a:lnTo>
                    <a:pt x="388271" y="1244081"/>
                  </a:lnTo>
                  <a:lnTo>
                    <a:pt x="388256" y="1244071"/>
                  </a:lnTo>
                  <a:lnTo>
                    <a:pt x="388237" y="1244056"/>
                  </a:lnTo>
                  <a:lnTo>
                    <a:pt x="388226" y="1244047"/>
                  </a:lnTo>
                  <a:lnTo>
                    <a:pt x="388213" y="1244035"/>
                  </a:lnTo>
                  <a:lnTo>
                    <a:pt x="388193" y="1244017"/>
                  </a:lnTo>
                  <a:lnTo>
                    <a:pt x="388180" y="1244004"/>
                  </a:lnTo>
                  <a:lnTo>
                    <a:pt x="388169" y="1243993"/>
                  </a:lnTo>
                  <a:lnTo>
                    <a:pt x="388152" y="1243978"/>
                  </a:lnTo>
                  <a:lnTo>
                    <a:pt x="388138" y="1243963"/>
                  </a:lnTo>
                  <a:lnTo>
                    <a:pt x="388124" y="1243950"/>
                  </a:lnTo>
                  <a:lnTo>
                    <a:pt x="388114" y="1243941"/>
                  </a:lnTo>
                  <a:lnTo>
                    <a:pt x="388107" y="1243933"/>
                  </a:lnTo>
                  <a:lnTo>
                    <a:pt x="388100" y="1243925"/>
                  </a:lnTo>
                  <a:lnTo>
                    <a:pt x="388094" y="1243917"/>
                  </a:lnTo>
                  <a:lnTo>
                    <a:pt x="388091" y="1243909"/>
                  </a:lnTo>
                  <a:lnTo>
                    <a:pt x="388083" y="1243892"/>
                  </a:lnTo>
                  <a:lnTo>
                    <a:pt x="388075" y="1243879"/>
                  </a:lnTo>
                  <a:lnTo>
                    <a:pt x="388070" y="1243873"/>
                  </a:lnTo>
                  <a:lnTo>
                    <a:pt x="388059" y="1243862"/>
                  </a:lnTo>
                  <a:lnTo>
                    <a:pt x="388048" y="1243854"/>
                  </a:lnTo>
                  <a:lnTo>
                    <a:pt x="388036" y="1243846"/>
                  </a:lnTo>
                  <a:lnTo>
                    <a:pt x="388021" y="1243837"/>
                  </a:lnTo>
                  <a:lnTo>
                    <a:pt x="388006" y="1243830"/>
                  </a:lnTo>
                  <a:lnTo>
                    <a:pt x="387992" y="1243825"/>
                  </a:lnTo>
                  <a:lnTo>
                    <a:pt x="387980" y="1243822"/>
                  </a:lnTo>
                  <a:lnTo>
                    <a:pt x="387965" y="1243817"/>
                  </a:lnTo>
                  <a:lnTo>
                    <a:pt x="387946" y="1243810"/>
                  </a:lnTo>
                  <a:lnTo>
                    <a:pt x="387923" y="1243802"/>
                  </a:lnTo>
                  <a:lnTo>
                    <a:pt x="387905" y="1243796"/>
                  </a:lnTo>
                  <a:lnTo>
                    <a:pt x="387879" y="1243788"/>
                  </a:lnTo>
                  <a:lnTo>
                    <a:pt x="387856" y="1243778"/>
                  </a:lnTo>
                  <a:lnTo>
                    <a:pt x="387831" y="1243768"/>
                  </a:lnTo>
                  <a:lnTo>
                    <a:pt x="387803" y="1243757"/>
                  </a:lnTo>
                  <a:lnTo>
                    <a:pt x="387787" y="1243751"/>
                  </a:lnTo>
                  <a:lnTo>
                    <a:pt x="387771" y="1243746"/>
                  </a:lnTo>
                  <a:lnTo>
                    <a:pt x="387758" y="1243744"/>
                  </a:lnTo>
                  <a:lnTo>
                    <a:pt x="387751" y="1243744"/>
                  </a:lnTo>
                  <a:lnTo>
                    <a:pt x="387732" y="1243746"/>
                  </a:lnTo>
                  <a:lnTo>
                    <a:pt x="387713" y="1243748"/>
                  </a:lnTo>
                  <a:lnTo>
                    <a:pt x="387697" y="1243749"/>
                  </a:lnTo>
                  <a:lnTo>
                    <a:pt x="387685" y="1243747"/>
                  </a:lnTo>
                  <a:lnTo>
                    <a:pt x="387659" y="1243743"/>
                  </a:lnTo>
                  <a:lnTo>
                    <a:pt x="387644" y="1243740"/>
                  </a:lnTo>
                  <a:lnTo>
                    <a:pt x="387622" y="1243736"/>
                  </a:lnTo>
                  <a:lnTo>
                    <a:pt x="387590" y="1243729"/>
                  </a:lnTo>
                  <a:lnTo>
                    <a:pt x="387563" y="1243723"/>
                  </a:lnTo>
                  <a:lnTo>
                    <a:pt x="387540" y="1243717"/>
                  </a:lnTo>
                  <a:lnTo>
                    <a:pt x="387524" y="1243713"/>
                  </a:lnTo>
                  <a:lnTo>
                    <a:pt x="387499" y="1243707"/>
                  </a:lnTo>
                  <a:lnTo>
                    <a:pt x="387473" y="1243701"/>
                  </a:lnTo>
                  <a:lnTo>
                    <a:pt x="387447" y="1243696"/>
                  </a:lnTo>
                  <a:lnTo>
                    <a:pt x="387431" y="1243694"/>
                  </a:lnTo>
                  <a:lnTo>
                    <a:pt x="387407" y="1243689"/>
                  </a:lnTo>
                  <a:lnTo>
                    <a:pt x="387386" y="1243686"/>
                  </a:lnTo>
                  <a:lnTo>
                    <a:pt x="387374" y="1243684"/>
                  </a:lnTo>
                  <a:lnTo>
                    <a:pt x="387353" y="1243681"/>
                  </a:lnTo>
                  <a:lnTo>
                    <a:pt x="387327" y="1243677"/>
                  </a:lnTo>
                  <a:lnTo>
                    <a:pt x="387307" y="1243676"/>
                  </a:lnTo>
                  <a:lnTo>
                    <a:pt x="387285" y="1243675"/>
                  </a:lnTo>
                  <a:lnTo>
                    <a:pt x="387264" y="1243676"/>
                  </a:lnTo>
                  <a:lnTo>
                    <a:pt x="387240" y="1243679"/>
                  </a:lnTo>
                  <a:lnTo>
                    <a:pt x="387215" y="1243682"/>
                  </a:lnTo>
                  <a:lnTo>
                    <a:pt x="387202" y="1243683"/>
                  </a:lnTo>
                  <a:lnTo>
                    <a:pt x="387188" y="1243683"/>
                  </a:lnTo>
                  <a:lnTo>
                    <a:pt x="387180" y="1243682"/>
                  </a:lnTo>
                  <a:lnTo>
                    <a:pt x="387175" y="1243681"/>
                  </a:lnTo>
                  <a:lnTo>
                    <a:pt x="387162" y="1243677"/>
                  </a:lnTo>
                  <a:lnTo>
                    <a:pt x="387148" y="1243671"/>
                  </a:lnTo>
                  <a:lnTo>
                    <a:pt x="387135" y="1243664"/>
                  </a:lnTo>
                  <a:lnTo>
                    <a:pt x="387121" y="1243658"/>
                  </a:lnTo>
                  <a:lnTo>
                    <a:pt x="387102" y="1243652"/>
                  </a:lnTo>
                  <a:lnTo>
                    <a:pt x="387087" y="1243648"/>
                  </a:lnTo>
                  <a:lnTo>
                    <a:pt x="387071" y="1243646"/>
                  </a:lnTo>
                  <a:lnTo>
                    <a:pt x="387041" y="1243645"/>
                  </a:lnTo>
                  <a:lnTo>
                    <a:pt x="387025" y="1243642"/>
                  </a:lnTo>
                  <a:lnTo>
                    <a:pt x="387002" y="1243637"/>
                  </a:lnTo>
                  <a:lnTo>
                    <a:pt x="386983" y="1243633"/>
                  </a:lnTo>
                  <a:lnTo>
                    <a:pt x="386967" y="1243629"/>
                  </a:lnTo>
                  <a:lnTo>
                    <a:pt x="386959" y="1243626"/>
                  </a:lnTo>
                  <a:lnTo>
                    <a:pt x="386946" y="1243622"/>
                  </a:lnTo>
                  <a:lnTo>
                    <a:pt x="386938" y="1243618"/>
                  </a:lnTo>
                  <a:lnTo>
                    <a:pt x="386933" y="1243614"/>
                  </a:lnTo>
                  <a:lnTo>
                    <a:pt x="386920" y="1243602"/>
                  </a:lnTo>
                  <a:lnTo>
                    <a:pt x="386907" y="1243590"/>
                  </a:lnTo>
                  <a:lnTo>
                    <a:pt x="386890" y="1243578"/>
                  </a:lnTo>
                  <a:lnTo>
                    <a:pt x="386877" y="1243569"/>
                  </a:lnTo>
                  <a:lnTo>
                    <a:pt x="386862" y="1243558"/>
                  </a:lnTo>
                  <a:lnTo>
                    <a:pt x="386846" y="1243549"/>
                  </a:lnTo>
                  <a:lnTo>
                    <a:pt x="386827" y="1243538"/>
                  </a:lnTo>
                  <a:lnTo>
                    <a:pt x="386810" y="1243529"/>
                  </a:lnTo>
                  <a:lnTo>
                    <a:pt x="386794" y="1243519"/>
                  </a:lnTo>
                  <a:lnTo>
                    <a:pt x="386777" y="1243509"/>
                  </a:lnTo>
                  <a:lnTo>
                    <a:pt x="386764" y="1243501"/>
                  </a:lnTo>
                  <a:lnTo>
                    <a:pt x="386752" y="1243491"/>
                  </a:lnTo>
                  <a:lnTo>
                    <a:pt x="386735" y="1243477"/>
                  </a:lnTo>
                  <a:lnTo>
                    <a:pt x="386728" y="1243472"/>
                  </a:lnTo>
                  <a:lnTo>
                    <a:pt x="386724" y="1243469"/>
                  </a:lnTo>
                  <a:lnTo>
                    <a:pt x="386714" y="1243464"/>
                  </a:lnTo>
                  <a:lnTo>
                    <a:pt x="386701" y="1243461"/>
                  </a:lnTo>
                  <a:lnTo>
                    <a:pt x="386693" y="1243461"/>
                  </a:lnTo>
                  <a:lnTo>
                    <a:pt x="386680" y="1243462"/>
                  </a:lnTo>
                  <a:lnTo>
                    <a:pt x="386666" y="1243467"/>
                  </a:lnTo>
                  <a:lnTo>
                    <a:pt x="386642" y="1243473"/>
                  </a:lnTo>
                  <a:lnTo>
                    <a:pt x="386630" y="1243476"/>
                  </a:lnTo>
                  <a:lnTo>
                    <a:pt x="386620" y="1243476"/>
                  </a:lnTo>
                  <a:lnTo>
                    <a:pt x="386608" y="1243476"/>
                  </a:lnTo>
                  <a:lnTo>
                    <a:pt x="386600" y="1243475"/>
                  </a:lnTo>
                  <a:lnTo>
                    <a:pt x="386594" y="1243474"/>
                  </a:lnTo>
                  <a:lnTo>
                    <a:pt x="386580" y="1243467"/>
                  </a:lnTo>
                  <a:lnTo>
                    <a:pt x="386564" y="1243457"/>
                  </a:lnTo>
                  <a:lnTo>
                    <a:pt x="386554" y="1243450"/>
                  </a:lnTo>
                  <a:lnTo>
                    <a:pt x="386529" y="1243432"/>
                  </a:lnTo>
                  <a:lnTo>
                    <a:pt x="386502" y="1243413"/>
                  </a:lnTo>
                  <a:lnTo>
                    <a:pt x="386479" y="1243395"/>
                  </a:lnTo>
                  <a:lnTo>
                    <a:pt x="386461" y="1243384"/>
                  </a:lnTo>
                  <a:lnTo>
                    <a:pt x="386434" y="1243370"/>
                  </a:lnTo>
                  <a:lnTo>
                    <a:pt x="386415" y="1243360"/>
                  </a:lnTo>
                  <a:lnTo>
                    <a:pt x="386391" y="1243350"/>
                  </a:lnTo>
                  <a:lnTo>
                    <a:pt x="386372" y="1243343"/>
                  </a:lnTo>
                  <a:lnTo>
                    <a:pt x="386345" y="1243334"/>
                  </a:lnTo>
                  <a:lnTo>
                    <a:pt x="386319" y="1243326"/>
                  </a:lnTo>
                  <a:lnTo>
                    <a:pt x="386296" y="1243320"/>
                  </a:lnTo>
                  <a:lnTo>
                    <a:pt x="386269" y="1243314"/>
                  </a:lnTo>
                  <a:lnTo>
                    <a:pt x="386246" y="1243309"/>
                  </a:lnTo>
                  <a:lnTo>
                    <a:pt x="386230" y="1243306"/>
                  </a:lnTo>
                  <a:lnTo>
                    <a:pt x="386212" y="1243300"/>
                  </a:lnTo>
                  <a:lnTo>
                    <a:pt x="386187" y="1243289"/>
                  </a:lnTo>
                  <a:lnTo>
                    <a:pt x="386157" y="1243276"/>
                  </a:lnTo>
                  <a:lnTo>
                    <a:pt x="386128" y="1243263"/>
                  </a:lnTo>
                  <a:lnTo>
                    <a:pt x="386112" y="1243255"/>
                  </a:lnTo>
                  <a:lnTo>
                    <a:pt x="386098" y="1243247"/>
                  </a:lnTo>
                  <a:lnTo>
                    <a:pt x="386082" y="1243238"/>
                  </a:lnTo>
                  <a:lnTo>
                    <a:pt x="386072" y="1243232"/>
                  </a:lnTo>
                  <a:lnTo>
                    <a:pt x="386058" y="1243221"/>
                  </a:lnTo>
                  <a:lnTo>
                    <a:pt x="386032" y="1243203"/>
                  </a:lnTo>
                  <a:lnTo>
                    <a:pt x="386015" y="1243191"/>
                  </a:lnTo>
                  <a:lnTo>
                    <a:pt x="386001" y="1243183"/>
                  </a:lnTo>
                  <a:lnTo>
                    <a:pt x="385985" y="1243172"/>
                  </a:lnTo>
                  <a:lnTo>
                    <a:pt x="385962" y="1243156"/>
                  </a:lnTo>
                  <a:lnTo>
                    <a:pt x="385942" y="1243143"/>
                  </a:lnTo>
                  <a:lnTo>
                    <a:pt x="385925" y="1243131"/>
                  </a:lnTo>
                  <a:lnTo>
                    <a:pt x="385904" y="1243115"/>
                  </a:lnTo>
                  <a:lnTo>
                    <a:pt x="385882" y="1243098"/>
                  </a:lnTo>
                  <a:lnTo>
                    <a:pt x="385865" y="1243085"/>
                  </a:lnTo>
                  <a:lnTo>
                    <a:pt x="385851" y="1243074"/>
                  </a:lnTo>
                  <a:lnTo>
                    <a:pt x="385838" y="1243062"/>
                  </a:lnTo>
                  <a:lnTo>
                    <a:pt x="385815" y="1243041"/>
                  </a:lnTo>
                  <a:lnTo>
                    <a:pt x="385807" y="1243032"/>
                  </a:lnTo>
                  <a:lnTo>
                    <a:pt x="385781" y="1243008"/>
                  </a:lnTo>
                  <a:lnTo>
                    <a:pt x="385753" y="1242985"/>
                  </a:lnTo>
                  <a:lnTo>
                    <a:pt x="385737" y="1242975"/>
                  </a:lnTo>
                  <a:lnTo>
                    <a:pt x="385722" y="1242968"/>
                  </a:lnTo>
                  <a:lnTo>
                    <a:pt x="385702" y="1242962"/>
                  </a:lnTo>
                  <a:lnTo>
                    <a:pt x="385689" y="1242960"/>
                  </a:lnTo>
                  <a:lnTo>
                    <a:pt x="385661" y="1242955"/>
                  </a:lnTo>
                  <a:lnTo>
                    <a:pt x="385632" y="1242953"/>
                  </a:lnTo>
                  <a:lnTo>
                    <a:pt x="385626" y="1242952"/>
                  </a:lnTo>
                  <a:lnTo>
                    <a:pt x="385614" y="1242951"/>
                  </a:lnTo>
                  <a:lnTo>
                    <a:pt x="385590" y="1242948"/>
                  </a:lnTo>
                  <a:lnTo>
                    <a:pt x="385559" y="1242944"/>
                  </a:lnTo>
                  <a:lnTo>
                    <a:pt x="385534" y="1242942"/>
                  </a:lnTo>
                  <a:lnTo>
                    <a:pt x="385507" y="1242939"/>
                  </a:lnTo>
                  <a:lnTo>
                    <a:pt x="385478" y="1242936"/>
                  </a:lnTo>
                  <a:lnTo>
                    <a:pt x="385455" y="1242934"/>
                  </a:lnTo>
                  <a:lnTo>
                    <a:pt x="385433" y="1242931"/>
                  </a:lnTo>
                  <a:lnTo>
                    <a:pt x="385417" y="1242928"/>
                  </a:lnTo>
                  <a:lnTo>
                    <a:pt x="385402" y="1242925"/>
                  </a:lnTo>
                  <a:lnTo>
                    <a:pt x="385393" y="1242922"/>
                  </a:lnTo>
                  <a:lnTo>
                    <a:pt x="385387" y="1242919"/>
                  </a:lnTo>
                  <a:lnTo>
                    <a:pt x="385380" y="1242913"/>
                  </a:lnTo>
                  <a:lnTo>
                    <a:pt x="385373" y="1242908"/>
                  </a:lnTo>
                  <a:lnTo>
                    <a:pt x="385359" y="1242894"/>
                  </a:lnTo>
                  <a:lnTo>
                    <a:pt x="385340" y="1242876"/>
                  </a:lnTo>
                  <a:lnTo>
                    <a:pt x="385321" y="1242856"/>
                  </a:lnTo>
                  <a:lnTo>
                    <a:pt x="385303" y="1242837"/>
                  </a:lnTo>
                  <a:lnTo>
                    <a:pt x="385281" y="1242812"/>
                  </a:lnTo>
                  <a:lnTo>
                    <a:pt x="385265" y="1242794"/>
                  </a:lnTo>
                  <a:lnTo>
                    <a:pt x="385248" y="1242775"/>
                  </a:lnTo>
                  <a:lnTo>
                    <a:pt x="385235" y="1242761"/>
                  </a:lnTo>
                  <a:lnTo>
                    <a:pt x="385216" y="1242741"/>
                  </a:lnTo>
                  <a:lnTo>
                    <a:pt x="385198" y="1242724"/>
                  </a:lnTo>
                  <a:lnTo>
                    <a:pt x="385181" y="1242707"/>
                  </a:lnTo>
                  <a:lnTo>
                    <a:pt x="385166" y="1242693"/>
                  </a:lnTo>
                  <a:lnTo>
                    <a:pt x="385153" y="1242682"/>
                  </a:lnTo>
                  <a:lnTo>
                    <a:pt x="385145" y="1242679"/>
                  </a:lnTo>
                  <a:lnTo>
                    <a:pt x="385136" y="1242678"/>
                  </a:lnTo>
                  <a:lnTo>
                    <a:pt x="385120" y="1242678"/>
                  </a:lnTo>
                  <a:lnTo>
                    <a:pt x="385089" y="1242685"/>
                  </a:lnTo>
                  <a:lnTo>
                    <a:pt x="385081" y="1242685"/>
                  </a:lnTo>
                  <a:lnTo>
                    <a:pt x="385068" y="1242688"/>
                  </a:lnTo>
                  <a:lnTo>
                    <a:pt x="385051" y="1242689"/>
                  </a:lnTo>
                  <a:lnTo>
                    <a:pt x="385024" y="1242691"/>
                  </a:lnTo>
                  <a:lnTo>
                    <a:pt x="385001" y="1242692"/>
                  </a:lnTo>
                  <a:lnTo>
                    <a:pt x="384982" y="1242692"/>
                  </a:lnTo>
                  <a:lnTo>
                    <a:pt x="384964" y="1242692"/>
                  </a:lnTo>
                  <a:lnTo>
                    <a:pt x="384939" y="1242692"/>
                  </a:lnTo>
                  <a:lnTo>
                    <a:pt x="384918" y="1242689"/>
                  </a:lnTo>
                  <a:lnTo>
                    <a:pt x="384892" y="1242685"/>
                  </a:lnTo>
                  <a:lnTo>
                    <a:pt x="384877" y="1242682"/>
                  </a:lnTo>
                  <a:lnTo>
                    <a:pt x="384855" y="1242678"/>
                  </a:lnTo>
                  <a:lnTo>
                    <a:pt x="384835" y="1242675"/>
                  </a:lnTo>
                  <a:lnTo>
                    <a:pt x="384808" y="1242669"/>
                  </a:lnTo>
                  <a:lnTo>
                    <a:pt x="384774" y="1242661"/>
                  </a:lnTo>
                  <a:lnTo>
                    <a:pt x="384752" y="1242654"/>
                  </a:lnTo>
                  <a:lnTo>
                    <a:pt x="384736" y="1242650"/>
                  </a:lnTo>
                  <a:lnTo>
                    <a:pt x="384719" y="1242644"/>
                  </a:lnTo>
                  <a:lnTo>
                    <a:pt x="384697" y="1242635"/>
                  </a:lnTo>
                  <a:lnTo>
                    <a:pt x="384679" y="1242627"/>
                  </a:lnTo>
                  <a:lnTo>
                    <a:pt x="384666" y="1242621"/>
                  </a:lnTo>
                  <a:lnTo>
                    <a:pt x="384658" y="1242617"/>
                  </a:lnTo>
                  <a:lnTo>
                    <a:pt x="384650" y="1242612"/>
                  </a:lnTo>
                  <a:lnTo>
                    <a:pt x="384618" y="1242602"/>
                  </a:lnTo>
                  <a:lnTo>
                    <a:pt x="384596" y="1242595"/>
                  </a:lnTo>
                  <a:lnTo>
                    <a:pt x="384570" y="1242585"/>
                  </a:lnTo>
                  <a:lnTo>
                    <a:pt x="384543" y="1242576"/>
                  </a:lnTo>
                  <a:lnTo>
                    <a:pt x="384521" y="1242567"/>
                  </a:lnTo>
                  <a:lnTo>
                    <a:pt x="384505" y="1242563"/>
                  </a:lnTo>
                  <a:lnTo>
                    <a:pt x="384494" y="1242562"/>
                  </a:lnTo>
                  <a:lnTo>
                    <a:pt x="384483" y="1242564"/>
                  </a:lnTo>
                  <a:lnTo>
                    <a:pt x="384468" y="1242569"/>
                  </a:lnTo>
                  <a:lnTo>
                    <a:pt x="384446" y="1242578"/>
                  </a:lnTo>
                  <a:lnTo>
                    <a:pt x="384430" y="1242585"/>
                  </a:lnTo>
                  <a:lnTo>
                    <a:pt x="384418" y="1242591"/>
                  </a:lnTo>
                  <a:lnTo>
                    <a:pt x="384406" y="1242599"/>
                  </a:lnTo>
                  <a:lnTo>
                    <a:pt x="384397" y="1242608"/>
                  </a:lnTo>
                  <a:lnTo>
                    <a:pt x="384388" y="1242617"/>
                  </a:lnTo>
                  <a:lnTo>
                    <a:pt x="384380" y="1242628"/>
                  </a:lnTo>
                  <a:lnTo>
                    <a:pt x="384371" y="1242642"/>
                  </a:lnTo>
                  <a:lnTo>
                    <a:pt x="384365" y="1242653"/>
                  </a:lnTo>
                  <a:lnTo>
                    <a:pt x="384361" y="1242664"/>
                  </a:lnTo>
                  <a:lnTo>
                    <a:pt x="384357" y="1242676"/>
                  </a:lnTo>
                  <a:lnTo>
                    <a:pt x="384354" y="1242690"/>
                  </a:lnTo>
                  <a:lnTo>
                    <a:pt x="384353" y="1242705"/>
                  </a:lnTo>
                  <a:lnTo>
                    <a:pt x="384351" y="1242723"/>
                  </a:lnTo>
                  <a:lnTo>
                    <a:pt x="384349" y="1242745"/>
                  </a:lnTo>
                  <a:lnTo>
                    <a:pt x="384348" y="1242763"/>
                  </a:lnTo>
                  <a:lnTo>
                    <a:pt x="384349" y="1242800"/>
                  </a:lnTo>
                  <a:lnTo>
                    <a:pt x="384351" y="1242837"/>
                  </a:lnTo>
                  <a:lnTo>
                    <a:pt x="384355" y="1242864"/>
                  </a:lnTo>
                  <a:lnTo>
                    <a:pt x="384359" y="1242890"/>
                  </a:lnTo>
                  <a:lnTo>
                    <a:pt x="384365" y="1242920"/>
                  </a:lnTo>
                  <a:lnTo>
                    <a:pt x="384371" y="1242945"/>
                  </a:lnTo>
                  <a:lnTo>
                    <a:pt x="384374" y="1242958"/>
                  </a:lnTo>
                  <a:lnTo>
                    <a:pt x="384380" y="1242980"/>
                  </a:lnTo>
                  <a:lnTo>
                    <a:pt x="384387" y="1243007"/>
                  </a:lnTo>
                  <a:lnTo>
                    <a:pt x="384394" y="1243032"/>
                  </a:lnTo>
                  <a:lnTo>
                    <a:pt x="384398" y="1243047"/>
                  </a:lnTo>
                  <a:lnTo>
                    <a:pt x="384402" y="1243066"/>
                  </a:lnTo>
                  <a:lnTo>
                    <a:pt x="384406" y="1243090"/>
                  </a:lnTo>
                  <a:lnTo>
                    <a:pt x="384412" y="1243118"/>
                  </a:lnTo>
                  <a:lnTo>
                    <a:pt x="384419" y="1243152"/>
                  </a:lnTo>
                  <a:lnTo>
                    <a:pt x="384423" y="1243173"/>
                  </a:lnTo>
                  <a:lnTo>
                    <a:pt x="384425" y="1243188"/>
                  </a:lnTo>
                  <a:lnTo>
                    <a:pt x="384428" y="1243218"/>
                  </a:lnTo>
                  <a:lnTo>
                    <a:pt x="384430" y="1243246"/>
                  </a:lnTo>
                  <a:lnTo>
                    <a:pt x="384433" y="1243278"/>
                  </a:lnTo>
                  <a:lnTo>
                    <a:pt x="384435" y="1243309"/>
                  </a:lnTo>
                  <a:lnTo>
                    <a:pt x="384437" y="1243330"/>
                  </a:lnTo>
                  <a:lnTo>
                    <a:pt x="384442" y="1243356"/>
                  </a:lnTo>
                  <a:lnTo>
                    <a:pt x="384450" y="1243388"/>
                  </a:lnTo>
                  <a:lnTo>
                    <a:pt x="384458" y="1243420"/>
                  </a:lnTo>
                  <a:lnTo>
                    <a:pt x="384465" y="1243444"/>
                  </a:lnTo>
                  <a:lnTo>
                    <a:pt x="384477" y="1243477"/>
                  </a:lnTo>
                  <a:lnTo>
                    <a:pt x="384488" y="1243509"/>
                  </a:lnTo>
                  <a:lnTo>
                    <a:pt x="384499" y="1243533"/>
                  </a:lnTo>
                  <a:lnTo>
                    <a:pt x="384514" y="1243563"/>
                  </a:lnTo>
                  <a:lnTo>
                    <a:pt x="384529" y="1243593"/>
                  </a:lnTo>
                  <a:lnTo>
                    <a:pt x="384539" y="1243618"/>
                  </a:lnTo>
                  <a:lnTo>
                    <a:pt x="384547" y="1243640"/>
                  </a:lnTo>
                  <a:lnTo>
                    <a:pt x="384554" y="1243658"/>
                  </a:lnTo>
                  <a:lnTo>
                    <a:pt x="384560" y="1243676"/>
                  </a:lnTo>
                  <a:lnTo>
                    <a:pt x="384565" y="1243693"/>
                  </a:lnTo>
                  <a:lnTo>
                    <a:pt x="384569" y="1243711"/>
                  </a:lnTo>
                  <a:lnTo>
                    <a:pt x="384572" y="1243726"/>
                  </a:lnTo>
                  <a:lnTo>
                    <a:pt x="384574" y="1243746"/>
                  </a:lnTo>
                  <a:lnTo>
                    <a:pt x="384573" y="1243758"/>
                  </a:lnTo>
                  <a:lnTo>
                    <a:pt x="384572" y="1243773"/>
                  </a:lnTo>
                  <a:lnTo>
                    <a:pt x="384569" y="1243786"/>
                  </a:lnTo>
                  <a:lnTo>
                    <a:pt x="384565" y="1243799"/>
                  </a:lnTo>
                  <a:lnTo>
                    <a:pt x="384561" y="1243808"/>
                  </a:lnTo>
                  <a:lnTo>
                    <a:pt x="384554" y="1243821"/>
                  </a:lnTo>
                  <a:lnTo>
                    <a:pt x="384545" y="1243834"/>
                  </a:lnTo>
                  <a:lnTo>
                    <a:pt x="384542" y="1243838"/>
                  </a:lnTo>
                  <a:lnTo>
                    <a:pt x="384535" y="1243848"/>
                  </a:lnTo>
                  <a:lnTo>
                    <a:pt x="384522" y="1243862"/>
                  </a:lnTo>
                  <a:lnTo>
                    <a:pt x="384508" y="1243876"/>
                  </a:lnTo>
                  <a:lnTo>
                    <a:pt x="384494" y="1243888"/>
                  </a:lnTo>
                  <a:lnTo>
                    <a:pt x="384483" y="1243897"/>
                  </a:lnTo>
                  <a:lnTo>
                    <a:pt x="384468" y="1243910"/>
                  </a:lnTo>
                  <a:lnTo>
                    <a:pt x="384450" y="1243923"/>
                  </a:lnTo>
                  <a:lnTo>
                    <a:pt x="384434" y="1243934"/>
                  </a:lnTo>
                  <a:lnTo>
                    <a:pt x="384414" y="1243945"/>
                  </a:lnTo>
                  <a:lnTo>
                    <a:pt x="384393" y="1243955"/>
                  </a:lnTo>
                  <a:lnTo>
                    <a:pt x="384367" y="1243964"/>
                  </a:lnTo>
                  <a:lnTo>
                    <a:pt x="384338" y="1243973"/>
                  </a:lnTo>
                  <a:lnTo>
                    <a:pt x="384323" y="1243979"/>
                  </a:lnTo>
                  <a:lnTo>
                    <a:pt x="384312" y="1243986"/>
                  </a:lnTo>
                  <a:lnTo>
                    <a:pt x="384308" y="1243990"/>
                  </a:lnTo>
                  <a:lnTo>
                    <a:pt x="384303" y="1243996"/>
                  </a:lnTo>
                  <a:lnTo>
                    <a:pt x="384298" y="1244005"/>
                  </a:lnTo>
                  <a:lnTo>
                    <a:pt x="384292" y="1244019"/>
                  </a:lnTo>
                  <a:lnTo>
                    <a:pt x="384288" y="1244031"/>
                  </a:lnTo>
                  <a:lnTo>
                    <a:pt x="384277" y="1244057"/>
                  </a:lnTo>
                  <a:lnTo>
                    <a:pt x="384269" y="1244074"/>
                  </a:lnTo>
                  <a:lnTo>
                    <a:pt x="384259" y="1244098"/>
                  </a:lnTo>
                  <a:lnTo>
                    <a:pt x="384246" y="1244125"/>
                  </a:lnTo>
                  <a:lnTo>
                    <a:pt x="384235" y="1244147"/>
                  </a:lnTo>
                  <a:lnTo>
                    <a:pt x="384225" y="1244161"/>
                  </a:lnTo>
                  <a:lnTo>
                    <a:pt x="384215" y="1244177"/>
                  </a:lnTo>
                  <a:lnTo>
                    <a:pt x="384202" y="1244193"/>
                  </a:lnTo>
                  <a:lnTo>
                    <a:pt x="384187" y="1244214"/>
                  </a:lnTo>
                  <a:lnTo>
                    <a:pt x="384171" y="1244236"/>
                  </a:lnTo>
                  <a:lnTo>
                    <a:pt x="384163" y="1244247"/>
                  </a:lnTo>
                  <a:lnTo>
                    <a:pt x="384154" y="1244260"/>
                  </a:lnTo>
                  <a:lnTo>
                    <a:pt x="384150" y="1244265"/>
                  </a:lnTo>
                  <a:lnTo>
                    <a:pt x="384142" y="1244276"/>
                  </a:lnTo>
                  <a:lnTo>
                    <a:pt x="384133" y="1244288"/>
                  </a:lnTo>
                  <a:lnTo>
                    <a:pt x="384122" y="1244300"/>
                  </a:lnTo>
                  <a:lnTo>
                    <a:pt x="384109" y="1244311"/>
                  </a:lnTo>
                  <a:lnTo>
                    <a:pt x="384096" y="1244322"/>
                  </a:lnTo>
                  <a:lnTo>
                    <a:pt x="384076" y="1244335"/>
                  </a:lnTo>
                  <a:lnTo>
                    <a:pt x="384060" y="1244346"/>
                  </a:lnTo>
                  <a:lnTo>
                    <a:pt x="384042" y="1244359"/>
                  </a:lnTo>
                  <a:lnTo>
                    <a:pt x="384029" y="1244366"/>
                  </a:lnTo>
                  <a:lnTo>
                    <a:pt x="384007" y="1244378"/>
                  </a:lnTo>
                  <a:lnTo>
                    <a:pt x="383980" y="1244392"/>
                  </a:lnTo>
                  <a:lnTo>
                    <a:pt x="383956" y="1244405"/>
                  </a:lnTo>
                  <a:lnTo>
                    <a:pt x="383934" y="1244414"/>
                  </a:lnTo>
                  <a:lnTo>
                    <a:pt x="383910" y="1244425"/>
                  </a:lnTo>
                  <a:lnTo>
                    <a:pt x="383878" y="1244437"/>
                  </a:lnTo>
                  <a:lnTo>
                    <a:pt x="383858" y="1244444"/>
                  </a:lnTo>
                  <a:lnTo>
                    <a:pt x="383841" y="1244448"/>
                  </a:lnTo>
                  <a:lnTo>
                    <a:pt x="383831" y="1244449"/>
                  </a:lnTo>
                  <a:lnTo>
                    <a:pt x="383821" y="1244449"/>
                  </a:lnTo>
                  <a:lnTo>
                    <a:pt x="383813" y="1244447"/>
                  </a:lnTo>
                  <a:lnTo>
                    <a:pt x="383802" y="1244441"/>
                  </a:lnTo>
                  <a:lnTo>
                    <a:pt x="383775" y="1244426"/>
                  </a:lnTo>
                  <a:lnTo>
                    <a:pt x="383751" y="1244410"/>
                  </a:lnTo>
                  <a:lnTo>
                    <a:pt x="383730" y="1244396"/>
                  </a:lnTo>
                  <a:lnTo>
                    <a:pt x="383707" y="1244380"/>
                  </a:lnTo>
                  <a:lnTo>
                    <a:pt x="383684" y="1244366"/>
                  </a:lnTo>
                  <a:lnTo>
                    <a:pt x="383663" y="1244354"/>
                  </a:lnTo>
                  <a:lnTo>
                    <a:pt x="383649" y="1244348"/>
                  </a:lnTo>
                  <a:lnTo>
                    <a:pt x="383637" y="1244343"/>
                  </a:lnTo>
                  <a:lnTo>
                    <a:pt x="383617" y="1244338"/>
                  </a:lnTo>
                  <a:lnTo>
                    <a:pt x="383601" y="1244336"/>
                  </a:lnTo>
                  <a:lnTo>
                    <a:pt x="383590" y="1244337"/>
                  </a:lnTo>
                  <a:lnTo>
                    <a:pt x="383574" y="1244340"/>
                  </a:lnTo>
                  <a:lnTo>
                    <a:pt x="383555" y="1244345"/>
                  </a:lnTo>
                  <a:lnTo>
                    <a:pt x="383537" y="1244348"/>
                  </a:lnTo>
                  <a:lnTo>
                    <a:pt x="383521" y="1244350"/>
                  </a:lnTo>
                  <a:lnTo>
                    <a:pt x="383507" y="1244349"/>
                  </a:lnTo>
                  <a:lnTo>
                    <a:pt x="383498" y="1244349"/>
                  </a:lnTo>
                  <a:lnTo>
                    <a:pt x="383487" y="1244346"/>
                  </a:lnTo>
                  <a:lnTo>
                    <a:pt x="383476" y="1244344"/>
                  </a:lnTo>
                  <a:lnTo>
                    <a:pt x="383445" y="1244336"/>
                  </a:lnTo>
                  <a:lnTo>
                    <a:pt x="383406" y="1244326"/>
                  </a:lnTo>
                  <a:lnTo>
                    <a:pt x="383367" y="1244316"/>
                  </a:lnTo>
                  <a:lnTo>
                    <a:pt x="383336" y="1244308"/>
                  </a:lnTo>
                  <a:lnTo>
                    <a:pt x="383310" y="1244302"/>
                  </a:lnTo>
                  <a:lnTo>
                    <a:pt x="383280" y="1244294"/>
                  </a:lnTo>
                  <a:lnTo>
                    <a:pt x="383259" y="1244290"/>
                  </a:lnTo>
                  <a:lnTo>
                    <a:pt x="383249" y="1244287"/>
                  </a:lnTo>
                  <a:lnTo>
                    <a:pt x="383239" y="1244283"/>
                  </a:lnTo>
                  <a:lnTo>
                    <a:pt x="383222" y="1244273"/>
                  </a:lnTo>
                  <a:lnTo>
                    <a:pt x="383213" y="1244268"/>
                  </a:lnTo>
                  <a:lnTo>
                    <a:pt x="383199" y="1244260"/>
                  </a:lnTo>
                  <a:lnTo>
                    <a:pt x="383174" y="1244245"/>
                  </a:lnTo>
                  <a:lnTo>
                    <a:pt x="383159" y="1244237"/>
                  </a:lnTo>
                  <a:lnTo>
                    <a:pt x="383143" y="1244229"/>
                  </a:lnTo>
                  <a:lnTo>
                    <a:pt x="383130" y="1244225"/>
                  </a:lnTo>
                  <a:lnTo>
                    <a:pt x="383108" y="1244220"/>
                  </a:lnTo>
                  <a:lnTo>
                    <a:pt x="383076" y="1244214"/>
                  </a:lnTo>
                  <a:lnTo>
                    <a:pt x="383053" y="1244208"/>
                  </a:lnTo>
                  <a:lnTo>
                    <a:pt x="383026" y="1244201"/>
                  </a:lnTo>
                  <a:lnTo>
                    <a:pt x="383002" y="1244193"/>
                  </a:lnTo>
                  <a:lnTo>
                    <a:pt x="382985" y="1244185"/>
                  </a:lnTo>
                  <a:lnTo>
                    <a:pt x="382969" y="1244176"/>
                  </a:lnTo>
                  <a:lnTo>
                    <a:pt x="382956" y="1244167"/>
                  </a:lnTo>
                  <a:lnTo>
                    <a:pt x="382945" y="1244158"/>
                  </a:lnTo>
                  <a:lnTo>
                    <a:pt x="382934" y="1244147"/>
                  </a:lnTo>
                  <a:lnTo>
                    <a:pt x="382924" y="1244137"/>
                  </a:lnTo>
                  <a:lnTo>
                    <a:pt x="382921" y="1244132"/>
                  </a:lnTo>
                  <a:lnTo>
                    <a:pt x="382912" y="1244117"/>
                  </a:lnTo>
                  <a:lnTo>
                    <a:pt x="382903" y="1244102"/>
                  </a:lnTo>
                  <a:lnTo>
                    <a:pt x="382887" y="1244076"/>
                  </a:lnTo>
                  <a:lnTo>
                    <a:pt x="382872" y="1244052"/>
                  </a:lnTo>
                  <a:lnTo>
                    <a:pt x="382858" y="1244029"/>
                  </a:lnTo>
                  <a:lnTo>
                    <a:pt x="382847" y="1244013"/>
                  </a:lnTo>
                  <a:lnTo>
                    <a:pt x="382840" y="1244002"/>
                  </a:lnTo>
                  <a:lnTo>
                    <a:pt x="382827" y="1243983"/>
                  </a:lnTo>
                  <a:lnTo>
                    <a:pt x="382811" y="1243963"/>
                  </a:lnTo>
                  <a:lnTo>
                    <a:pt x="382799" y="1243947"/>
                  </a:lnTo>
                  <a:lnTo>
                    <a:pt x="382785" y="1243931"/>
                  </a:lnTo>
                  <a:lnTo>
                    <a:pt x="382770" y="1243917"/>
                  </a:lnTo>
                  <a:lnTo>
                    <a:pt x="382757" y="1243904"/>
                  </a:lnTo>
                  <a:lnTo>
                    <a:pt x="382744" y="1243893"/>
                  </a:lnTo>
                  <a:lnTo>
                    <a:pt x="382724" y="1243877"/>
                  </a:lnTo>
                  <a:lnTo>
                    <a:pt x="382702" y="1243862"/>
                  </a:lnTo>
                  <a:lnTo>
                    <a:pt x="382680" y="1243848"/>
                  </a:lnTo>
                  <a:lnTo>
                    <a:pt x="382655" y="1243834"/>
                  </a:lnTo>
                  <a:lnTo>
                    <a:pt x="382645" y="1243829"/>
                  </a:lnTo>
                  <a:lnTo>
                    <a:pt x="382633" y="1243827"/>
                  </a:lnTo>
                  <a:lnTo>
                    <a:pt x="382604" y="1243823"/>
                  </a:lnTo>
                  <a:lnTo>
                    <a:pt x="382594" y="1243821"/>
                  </a:lnTo>
                  <a:lnTo>
                    <a:pt x="382580" y="1243818"/>
                  </a:lnTo>
                  <a:lnTo>
                    <a:pt x="382561" y="1243812"/>
                  </a:lnTo>
                  <a:lnTo>
                    <a:pt x="382541" y="1243806"/>
                  </a:lnTo>
                  <a:lnTo>
                    <a:pt x="382520" y="1243797"/>
                  </a:lnTo>
                  <a:lnTo>
                    <a:pt x="382500" y="1243789"/>
                  </a:lnTo>
                  <a:lnTo>
                    <a:pt x="382479" y="1243781"/>
                  </a:lnTo>
                  <a:lnTo>
                    <a:pt x="382467" y="1243774"/>
                  </a:lnTo>
                  <a:lnTo>
                    <a:pt x="382450" y="1243766"/>
                  </a:lnTo>
                  <a:lnTo>
                    <a:pt x="382434" y="1243757"/>
                  </a:lnTo>
                  <a:lnTo>
                    <a:pt x="382410" y="1243743"/>
                  </a:lnTo>
                  <a:lnTo>
                    <a:pt x="382399" y="1243735"/>
                  </a:lnTo>
                  <a:lnTo>
                    <a:pt x="382384" y="1243724"/>
                  </a:lnTo>
                  <a:lnTo>
                    <a:pt x="382365" y="1243709"/>
                  </a:lnTo>
                  <a:lnTo>
                    <a:pt x="382348" y="1243695"/>
                  </a:lnTo>
                  <a:lnTo>
                    <a:pt x="382334" y="1243684"/>
                  </a:lnTo>
                  <a:lnTo>
                    <a:pt x="382323" y="1243676"/>
                  </a:lnTo>
                  <a:lnTo>
                    <a:pt x="382309" y="1243668"/>
                  </a:lnTo>
                  <a:lnTo>
                    <a:pt x="382287" y="1243660"/>
                  </a:lnTo>
                  <a:lnTo>
                    <a:pt x="382253" y="1243651"/>
                  </a:lnTo>
                  <a:lnTo>
                    <a:pt x="382218" y="1243641"/>
                  </a:lnTo>
                  <a:lnTo>
                    <a:pt x="382187" y="1243632"/>
                  </a:lnTo>
                  <a:lnTo>
                    <a:pt x="382151" y="1243623"/>
                  </a:lnTo>
                  <a:lnTo>
                    <a:pt x="382120" y="1243615"/>
                  </a:lnTo>
                  <a:lnTo>
                    <a:pt x="382086" y="1243605"/>
                  </a:lnTo>
                  <a:lnTo>
                    <a:pt x="382066" y="1243599"/>
                  </a:lnTo>
                  <a:lnTo>
                    <a:pt x="382042" y="1243590"/>
                  </a:lnTo>
                  <a:lnTo>
                    <a:pt x="382015" y="1243580"/>
                  </a:lnTo>
                  <a:lnTo>
                    <a:pt x="381983" y="1243569"/>
                  </a:lnTo>
                  <a:lnTo>
                    <a:pt x="381958" y="1243560"/>
                  </a:lnTo>
                  <a:lnTo>
                    <a:pt x="381939" y="1243551"/>
                  </a:lnTo>
                  <a:lnTo>
                    <a:pt x="381914" y="1243539"/>
                  </a:lnTo>
                  <a:lnTo>
                    <a:pt x="381894" y="1243529"/>
                  </a:lnTo>
                  <a:lnTo>
                    <a:pt x="381875" y="1243517"/>
                  </a:lnTo>
                  <a:lnTo>
                    <a:pt x="381868" y="1243514"/>
                  </a:lnTo>
                  <a:lnTo>
                    <a:pt x="381863" y="1243511"/>
                  </a:lnTo>
                  <a:lnTo>
                    <a:pt x="381855" y="1243508"/>
                  </a:lnTo>
                  <a:lnTo>
                    <a:pt x="381846" y="1243508"/>
                  </a:lnTo>
                  <a:lnTo>
                    <a:pt x="381834" y="1243510"/>
                  </a:lnTo>
                  <a:lnTo>
                    <a:pt x="381816" y="1243514"/>
                  </a:lnTo>
                  <a:lnTo>
                    <a:pt x="381793" y="1243523"/>
                  </a:lnTo>
                  <a:lnTo>
                    <a:pt x="381763" y="1243535"/>
                  </a:lnTo>
                  <a:lnTo>
                    <a:pt x="381739" y="1243547"/>
                  </a:lnTo>
                  <a:lnTo>
                    <a:pt x="381721" y="1243557"/>
                  </a:lnTo>
                  <a:lnTo>
                    <a:pt x="381705" y="1243566"/>
                  </a:lnTo>
                  <a:lnTo>
                    <a:pt x="381691" y="1243577"/>
                  </a:lnTo>
                  <a:lnTo>
                    <a:pt x="381680" y="1243587"/>
                  </a:lnTo>
                  <a:lnTo>
                    <a:pt x="381669" y="1243598"/>
                  </a:lnTo>
                  <a:lnTo>
                    <a:pt x="381659" y="1243612"/>
                  </a:lnTo>
                  <a:lnTo>
                    <a:pt x="381650" y="1243623"/>
                  </a:lnTo>
                  <a:lnTo>
                    <a:pt x="381639" y="1243641"/>
                  </a:lnTo>
                  <a:lnTo>
                    <a:pt x="381629" y="1243658"/>
                  </a:lnTo>
                  <a:lnTo>
                    <a:pt x="381620" y="1243676"/>
                  </a:lnTo>
                  <a:lnTo>
                    <a:pt x="381609" y="1243698"/>
                  </a:lnTo>
                  <a:lnTo>
                    <a:pt x="381599" y="1243721"/>
                  </a:lnTo>
                  <a:lnTo>
                    <a:pt x="381590" y="1243743"/>
                  </a:lnTo>
                  <a:lnTo>
                    <a:pt x="381588" y="1243750"/>
                  </a:lnTo>
                  <a:lnTo>
                    <a:pt x="381580" y="1243772"/>
                  </a:lnTo>
                  <a:lnTo>
                    <a:pt x="381570" y="1243802"/>
                  </a:lnTo>
                  <a:lnTo>
                    <a:pt x="381563" y="1243823"/>
                  </a:lnTo>
                  <a:lnTo>
                    <a:pt x="381557" y="1243846"/>
                  </a:lnTo>
                  <a:lnTo>
                    <a:pt x="381553" y="1243866"/>
                  </a:lnTo>
                  <a:lnTo>
                    <a:pt x="381547" y="1243895"/>
                  </a:lnTo>
                  <a:lnTo>
                    <a:pt x="381543" y="1243918"/>
                  </a:lnTo>
                  <a:lnTo>
                    <a:pt x="381540" y="1243941"/>
                  </a:lnTo>
                  <a:lnTo>
                    <a:pt x="381537" y="1243962"/>
                  </a:lnTo>
                  <a:lnTo>
                    <a:pt x="381536" y="1243983"/>
                  </a:lnTo>
                  <a:lnTo>
                    <a:pt x="381532" y="1244012"/>
                  </a:lnTo>
                  <a:lnTo>
                    <a:pt x="381531" y="1244035"/>
                  </a:lnTo>
                  <a:lnTo>
                    <a:pt x="381529" y="1244055"/>
                  </a:lnTo>
                  <a:lnTo>
                    <a:pt x="381528" y="1244086"/>
                  </a:lnTo>
                  <a:lnTo>
                    <a:pt x="381528" y="1244103"/>
                  </a:lnTo>
                  <a:lnTo>
                    <a:pt x="381527" y="1244126"/>
                  </a:lnTo>
                  <a:lnTo>
                    <a:pt x="381527" y="1244153"/>
                  </a:lnTo>
                  <a:lnTo>
                    <a:pt x="381526" y="1244173"/>
                  </a:lnTo>
                  <a:lnTo>
                    <a:pt x="381527" y="1244206"/>
                  </a:lnTo>
                  <a:lnTo>
                    <a:pt x="381529" y="1244245"/>
                  </a:lnTo>
                  <a:lnTo>
                    <a:pt x="381531" y="1244274"/>
                  </a:lnTo>
                  <a:lnTo>
                    <a:pt x="381535" y="1244303"/>
                  </a:lnTo>
                  <a:lnTo>
                    <a:pt x="381538" y="1244330"/>
                  </a:lnTo>
                  <a:lnTo>
                    <a:pt x="381543" y="1244357"/>
                  </a:lnTo>
                  <a:lnTo>
                    <a:pt x="381550" y="1244393"/>
                  </a:lnTo>
                  <a:lnTo>
                    <a:pt x="381554" y="1244415"/>
                  </a:lnTo>
                  <a:lnTo>
                    <a:pt x="381558" y="1244442"/>
                  </a:lnTo>
                  <a:lnTo>
                    <a:pt x="381561" y="1244460"/>
                  </a:lnTo>
                  <a:lnTo>
                    <a:pt x="381567" y="1244481"/>
                  </a:lnTo>
                  <a:lnTo>
                    <a:pt x="381573" y="1244507"/>
                  </a:lnTo>
                  <a:lnTo>
                    <a:pt x="381576" y="1244521"/>
                  </a:lnTo>
                  <a:lnTo>
                    <a:pt x="381581" y="1244544"/>
                  </a:lnTo>
                  <a:lnTo>
                    <a:pt x="381585" y="1244567"/>
                  </a:lnTo>
                  <a:lnTo>
                    <a:pt x="381590" y="1244589"/>
                  </a:lnTo>
                  <a:lnTo>
                    <a:pt x="381596" y="1244616"/>
                  </a:lnTo>
                  <a:lnTo>
                    <a:pt x="381601" y="1244643"/>
                  </a:lnTo>
                  <a:lnTo>
                    <a:pt x="381606" y="1244673"/>
                  </a:lnTo>
                  <a:lnTo>
                    <a:pt x="381608" y="1244685"/>
                  </a:lnTo>
                  <a:lnTo>
                    <a:pt x="381606" y="1244692"/>
                  </a:lnTo>
                  <a:lnTo>
                    <a:pt x="381602" y="1244697"/>
                  </a:lnTo>
                  <a:lnTo>
                    <a:pt x="381596" y="1244701"/>
                  </a:lnTo>
                  <a:lnTo>
                    <a:pt x="381586" y="1244705"/>
                  </a:lnTo>
                  <a:lnTo>
                    <a:pt x="381572" y="1244708"/>
                  </a:lnTo>
                  <a:lnTo>
                    <a:pt x="381550" y="1244711"/>
                  </a:lnTo>
                  <a:lnTo>
                    <a:pt x="381524" y="1244714"/>
                  </a:lnTo>
                  <a:lnTo>
                    <a:pt x="381477" y="1244717"/>
                  </a:lnTo>
                  <a:lnTo>
                    <a:pt x="381426" y="1244719"/>
                  </a:lnTo>
                  <a:lnTo>
                    <a:pt x="381395" y="1244721"/>
                  </a:lnTo>
                  <a:lnTo>
                    <a:pt x="381371" y="1244724"/>
                  </a:lnTo>
                  <a:lnTo>
                    <a:pt x="381352" y="1244727"/>
                  </a:lnTo>
                  <a:lnTo>
                    <a:pt x="381334" y="1244733"/>
                  </a:lnTo>
                  <a:lnTo>
                    <a:pt x="381318" y="1244740"/>
                  </a:lnTo>
                  <a:lnTo>
                    <a:pt x="381295" y="1244752"/>
                  </a:lnTo>
                  <a:lnTo>
                    <a:pt x="381278" y="1244763"/>
                  </a:lnTo>
                  <a:lnTo>
                    <a:pt x="381262" y="1244774"/>
                  </a:lnTo>
                  <a:lnTo>
                    <a:pt x="381251" y="1244784"/>
                  </a:lnTo>
                  <a:lnTo>
                    <a:pt x="381241" y="1244796"/>
                  </a:lnTo>
                  <a:lnTo>
                    <a:pt x="381234" y="1244807"/>
                  </a:lnTo>
                  <a:lnTo>
                    <a:pt x="381225" y="1244825"/>
                  </a:lnTo>
                  <a:lnTo>
                    <a:pt x="381217" y="1244846"/>
                  </a:lnTo>
                  <a:lnTo>
                    <a:pt x="381209" y="1244869"/>
                  </a:lnTo>
                  <a:lnTo>
                    <a:pt x="381204" y="1244886"/>
                  </a:lnTo>
                  <a:lnTo>
                    <a:pt x="381200" y="1244909"/>
                  </a:lnTo>
                  <a:lnTo>
                    <a:pt x="381197" y="1244920"/>
                  </a:lnTo>
                  <a:lnTo>
                    <a:pt x="381193" y="1244935"/>
                  </a:lnTo>
                  <a:lnTo>
                    <a:pt x="381190" y="1244951"/>
                  </a:lnTo>
                  <a:lnTo>
                    <a:pt x="381188" y="1244973"/>
                  </a:lnTo>
                  <a:lnTo>
                    <a:pt x="381186" y="1244994"/>
                  </a:lnTo>
                  <a:lnTo>
                    <a:pt x="381185" y="1245037"/>
                  </a:lnTo>
                  <a:lnTo>
                    <a:pt x="381184" y="1245069"/>
                  </a:lnTo>
                  <a:lnTo>
                    <a:pt x="381183" y="1245098"/>
                  </a:lnTo>
                  <a:lnTo>
                    <a:pt x="381182" y="1245140"/>
                  </a:lnTo>
                  <a:lnTo>
                    <a:pt x="381182" y="1245156"/>
                  </a:lnTo>
                  <a:lnTo>
                    <a:pt x="381182" y="1245175"/>
                  </a:lnTo>
                  <a:lnTo>
                    <a:pt x="381182" y="1245181"/>
                  </a:lnTo>
                  <a:lnTo>
                    <a:pt x="381180" y="1245226"/>
                  </a:lnTo>
                  <a:lnTo>
                    <a:pt x="381179" y="1245241"/>
                  </a:lnTo>
                  <a:lnTo>
                    <a:pt x="381179" y="1245250"/>
                  </a:lnTo>
                  <a:lnTo>
                    <a:pt x="381177" y="1245279"/>
                  </a:lnTo>
                  <a:lnTo>
                    <a:pt x="381174" y="1245314"/>
                  </a:lnTo>
                  <a:lnTo>
                    <a:pt x="381172" y="1245337"/>
                  </a:lnTo>
                  <a:lnTo>
                    <a:pt x="381172" y="1245363"/>
                  </a:lnTo>
                  <a:lnTo>
                    <a:pt x="381172" y="1245381"/>
                  </a:lnTo>
                  <a:lnTo>
                    <a:pt x="381175" y="1245407"/>
                  </a:lnTo>
                  <a:lnTo>
                    <a:pt x="381179" y="1245438"/>
                  </a:lnTo>
                  <a:lnTo>
                    <a:pt x="381181" y="1245465"/>
                  </a:lnTo>
                  <a:lnTo>
                    <a:pt x="381182" y="1245507"/>
                  </a:lnTo>
                  <a:lnTo>
                    <a:pt x="381181" y="1245542"/>
                  </a:lnTo>
                  <a:lnTo>
                    <a:pt x="381180" y="1245568"/>
                  </a:lnTo>
                  <a:lnTo>
                    <a:pt x="381178" y="1245596"/>
                  </a:lnTo>
                  <a:lnTo>
                    <a:pt x="381176" y="1245624"/>
                  </a:lnTo>
                  <a:lnTo>
                    <a:pt x="381174" y="1245649"/>
                  </a:lnTo>
                  <a:lnTo>
                    <a:pt x="381170" y="1245679"/>
                  </a:lnTo>
                  <a:lnTo>
                    <a:pt x="381166" y="1245718"/>
                  </a:lnTo>
                  <a:lnTo>
                    <a:pt x="381161" y="1245752"/>
                  </a:lnTo>
                  <a:lnTo>
                    <a:pt x="381156" y="1245782"/>
                  </a:lnTo>
                  <a:lnTo>
                    <a:pt x="381151" y="1245812"/>
                  </a:lnTo>
                  <a:lnTo>
                    <a:pt x="381147" y="1245838"/>
                  </a:lnTo>
                  <a:lnTo>
                    <a:pt x="381142" y="1245867"/>
                  </a:lnTo>
                  <a:lnTo>
                    <a:pt x="381139" y="1245892"/>
                  </a:lnTo>
                  <a:lnTo>
                    <a:pt x="381136" y="1245913"/>
                  </a:lnTo>
                  <a:lnTo>
                    <a:pt x="381135" y="1245931"/>
                  </a:lnTo>
                  <a:lnTo>
                    <a:pt x="381135" y="1245963"/>
                  </a:lnTo>
                  <a:lnTo>
                    <a:pt x="381136" y="1245991"/>
                  </a:lnTo>
                  <a:lnTo>
                    <a:pt x="381137" y="1246016"/>
                  </a:lnTo>
                  <a:lnTo>
                    <a:pt x="381140" y="1246051"/>
                  </a:lnTo>
                  <a:lnTo>
                    <a:pt x="381142" y="1246077"/>
                  </a:lnTo>
                  <a:lnTo>
                    <a:pt x="381144" y="1246096"/>
                  </a:lnTo>
                  <a:lnTo>
                    <a:pt x="381148" y="1246120"/>
                  </a:lnTo>
                  <a:lnTo>
                    <a:pt x="381149" y="1246131"/>
                  </a:lnTo>
                  <a:lnTo>
                    <a:pt x="381153" y="1246155"/>
                  </a:lnTo>
                  <a:lnTo>
                    <a:pt x="381158" y="1246176"/>
                  </a:lnTo>
                  <a:lnTo>
                    <a:pt x="381161" y="1246187"/>
                  </a:lnTo>
                  <a:lnTo>
                    <a:pt x="381166" y="1246202"/>
                  </a:lnTo>
                  <a:lnTo>
                    <a:pt x="381173" y="1246218"/>
                  </a:lnTo>
                  <a:lnTo>
                    <a:pt x="381180" y="1246231"/>
                  </a:lnTo>
                  <a:lnTo>
                    <a:pt x="381188" y="1246243"/>
                  </a:lnTo>
                  <a:lnTo>
                    <a:pt x="381197" y="1246255"/>
                  </a:lnTo>
                  <a:lnTo>
                    <a:pt x="381205" y="1246264"/>
                  </a:lnTo>
                  <a:lnTo>
                    <a:pt x="381220" y="1246277"/>
                  </a:lnTo>
                  <a:lnTo>
                    <a:pt x="381238" y="1246291"/>
                  </a:lnTo>
                  <a:lnTo>
                    <a:pt x="381260" y="1246308"/>
                  </a:lnTo>
                  <a:lnTo>
                    <a:pt x="381280" y="1246323"/>
                  </a:lnTo>
                  <a:lnTo>
                    <a:pt x="381307" y="1246343"/>
                  </a:lnTo>
                  <a:lnTo>
                    <a:pt x="381333" y="1246361"/>
                  </a:lnTo>
                  <a:lnTo>
                    <a:pt x="381359" y="1246380"/>
                  </a:lnTo>
                  <a:lnTo>
                    <a:pt x="381376" y="1246393"/>
                  </a:lnTo>
                  <a:lnTo>
                    <a:pt x="381385" y="1246403"/>
                  </a:lnTo>
                  <a:lnTo>
                    <a:pt x="381398" y="1246417"/>
                  </a:lnTo>
                  <a:lnTo>
                    <a:pt x="381407" y="1246430"/>
                  </a:lnTo>
                  <a:lnTo>
                    <a:pt x="381413" y="1246442"/>
                  </a:lnTo>
                  <a:lnTo>
                    <a:pt x="381417" y="1246450"/>
                  </a:lnTo>
                  <a:lnTo>
                    <a:pt x="381418" y="1246461"/>
                  </a:lnTo>
                  <a:lnTo>
                    <a:pt x="381418" y="1246475"/>
                  </a:lnTo>
                  <a:lnTo>
                    <a:pt x="381414" y="1246490"/>
                  </a:lnTo>
                  <a:lnTo>
                    <a:pt x="381407" y="1246511"/>
                  </a:lnTo>
                  <a:lnTo>
                    <a:pt x="381400" y="1246529"/>
                  </a:lnTo>
                  <a:lnTo>
                    <a:pt x="381394" y="1246545"/>
                  </a:lnTo>
                  <a:lnTo>
                    <a:pt x="381385" y="1246564"/>
                  </a:lnTo>
                  <a:lnTo>
                    <a:pt x="381374" y="1246583"/>
                  </a:lnTo>
                  <a:lnTo>
                    <a:pt x="381365" y="1246597"/>
                  </a:lnTo>
                  <a:lnTo>
                    <a:pt x="381353" y="1246613"/>
                  </a:lnTo>
                  <a:lnTo>
                    <a:pt x="381338" y="1246633"/>
                  </a:lnTo>
                  <a:lnTo>
                    <a:pt x="381324" y="1246650"/>
                  </a:lnTo>
                  <a:lnTo>
                    <a:pt x="381305" y="1246668"/>
                  </a:lnTo>
                  <a:lnTo>
                    <a:pt x="381290" y="1246680"/>
                  </a:lnTo>
                  <a:lnTo>
                    <a:pt x="381273" y="1246692"/>
                  </a:lnTo>
                  <a:lnTo>
                    <a:pt x="381257" y="1246701"/>
                  </a:lnTo>
                  <a:lnTo>
                    <a:pt x="381243" y="1246706"/>
                  </a:lnTo>
                  <a:lnTo>
                    <a:pt x="381233" y="1246708"/>
                  </a:lnTo>
                  <a:lnTo>
                    <a:pt x="381226" y="1246708"/>
                  </a:lnTo>
                  <a:lnTo>
                    <a:pt x="381218" y="1246707"/>
                  </a:lnTo>
                  <a:lnTo>
                    <a:pt x="381208" y="1246702"/>
                  </a:lnTo>
                  <a:lnTo>
                    <a:pt x="381196" y="1246694"/>
                  </a:lnTo>
                  <a:lnTo>
                    <a:pt x="381171" y="1246676"/>
                  </a:lnTo>
                  <a:lnTo>
                    <a:pt x="381146" y="1246658"/>
                  </a:lnTo>
                  <a:lnTo>
                    <a:pt x="381116" y="1246637"/>
                  </a:lnTo>
                  <a:lnTo>
                    <a:pt x="381092" y="1246622"/>
                  </a:lnTo>
                  <a:lnTo>
                    <a:pt x="381072" y="1246610"/>
                  </a:lnTo>
                  <a:lnTo>
                    <a:pt x="381054" y="1246599"/>
                  </a:lnTo>
                  <a:lnTo>
                    <a:pt x="381034" y="1246591"/>
                  </a:lnTo>
                  <a:lnTo>
                    <a:pt x="381021" y="1246587"/>
                  </a:lnTo>
                  <a:lnTo>
                    <a:pt x="381009" y="1246584"/>
                  </a:lnTo>
                  <a:lnTo>
                    <a:pt x="380994" y="1246583"/>
                  </a:lnTo>
                  <a:lnTo>
                    <a:pt x="380976" y="1246583"/>
                  </a:lnTo>
                  <a:lnTo>
                    <a:pt x="380956" y="1246585"/>
                  </a:lnTo>
                  <a:lnTo>
                    <a:pt x="380932" y="1246590"/>
                  </a:lnTo>
                  <a:lnTo>
                    <a:pt x="380905" y="1246597"/>
                  </a:lnTo>
                  <a:lnTo>
                    <a:pt x="380888" y="1246602"/>
                  </a:lnTo>
                  <a:lnTo>
                    <a:pt x="380850" y="1246611"/>
                  </a:lnTo>
                  <a:lnTo>
                    <a:pt x="380820" y="1246619"/>
                  </a:lnTo>
                  <a:lnTo>
                    <a:pt x="380797" y="1246625"/>
                  </a:lnTo>
                  <a:lnTo>
                    <a:pt x="380776" y="1246630"/>
                  </a:lnTo>
                  <a:lnTo>
                    <a:pt x="380743" y="1246635"/>
                  </a:lnTo>
                  <a:lnTo>
                    <a:pt x="380719" y="1246637"/>
                  </a:lnTo>
                  <a:lnTo>
                    <a:pt x="380693" y="1246640"/>
                  </a:lnTo>
                  <a:lnTo>
                    <a:pt x="380659" y="1246642"/>
                  </a:lnTo>
                  <a:lnTo>
                    <a:pt x="380633" y="1246642"/>
                  </a:lnTo>
                  <a:lnTo>
                    <a:pt x="380602" y="1246642"/>
                  </a:lnTo>
                  <a:lnTo>
                    <a:pt x="380571" y="1246641"/>
                  </a:lnTo>
                  <a:lnTo>
                    <a:pt x="380545" y="1246639"/>
                  </a:lnTo>
                  <a:lnTo>
                    <a:pt x="380518" y="1246636"/>
                  </a:lnTo>
                  <a:lnTo>
                    <a:pt x="380489" y="1246632"/>
                  </a:lnTo>
                  <a:lnTo>
                    <a:pt x="380463" y="1246629"/>
                  </a:lnTo>
                  <a:lnTo>
                    <a:pt x="380439" y="1246624"/>
                  </a:lnTo>
                  <a:lnTo>
                    <a:pt x="380417" y="1246620"/>
                  </a:lnTo>
                  <a:lnTo>
                    <a:pt x="380401" y="1246616"/>
                  </a:lnTo>
                  <a:lnTo>
                    <a:pt x="380373" y="1246609"/>
                  </a:lnTo>
                  <a:lnTo>
                    <a:pt x="380350" y="1246601"/>
                  </a:lnTo>
                  <a:lnTo>
                    <a:pt x="380315" y="1246590"/>
                  </a:lnTo>
                  <a:lnTo>
                    <a:pt x="380288" y="1246580"/>
                  </a:lnTo>
                  <a:lnTo>
                    <a:pt x="380268" y="1246573"/>
                  </a:lnTo>
                  <a:lnTo>
                    <a:pt x="380245" y="1246564"/>
                  </a:lnTo>
                  <a:lnTo>
                    <a:pt x="380213" y="1246552"/>
                  </a:lnTo>
                  <a:lnTo>
                    <a:pt x="380174" y="1246538"/>
                  </a:lnTo>
                  <a:lnTo>
                    <a:pt x="380127" y="1246520"/>
                  </a:lnTo>
                  <a:lnTo>
                    <a:pt x="380090" y="1246505"/>
                  </a:lnTo>
                  <a:lnTo>
                    <a:pt x="380048" y="1246488"/>
                  </a:lnTo>
                  <a:lnTo>
                    <a:pt x="380013" y="1246474"/>
                  </a:lnTo>
                  <a:lnTo>
                    <a:pt x="379989" y="1246463"/>
                  </a:lnTo>
                  <a:lnTo>
                    <a:pt x="379965" y="1246451"/>
                  </a:lnTo>
                  <a:lnTo>
                    <a:pt x="379930" y="1246433"/>
                  </a:lnTo>
                  <a:lnTo>
                    <a:pt x="379896" y="1246414"/>
                  </a:lnTo>
                  <a:lnTo>
                    <a:pt x="379850" y="1246389"/>
                  </a:lnTo>
                  <a:lnTo>
                    <a:pt x="379819" y="1246373"/>
                  </a:lnTo>
                  <a:lnTo>
                    <a:pt x="379779" y="1246356"/>
                  </a:lnTo>
                  <a:lnTo>
                    <a:pt x="379735" y="1246337"/>
                  </a:lnTo>
                  <a:lnTo>
                    <a:pt x="379702" y="1246323"/>
                  </a:lnTo>
                  <a:lnTo>
                    <a:pt x="379674" y="1246313"/>
                  </a:lnTo>
                  <a:lnTo>
                    <a:pt x="379640" y="1246298"/>
                  </a:lnTo>
                  <a:lnTo>
                    <a:pt x="379605" y="1246282"/>
                  </a:lnTo>
                  <a:lnTo>
                    <a:pt x="379572" y="1246268"/>
                  </a:lnTo>
                  <a:lnTo>
                    <a:pt x="379550" y="1246259"/>
                  </a:lnTo>
                  <a:lnTo>
                    <a:pt x="379528" y="1246250"/>
                  </a:lnTo>
                  <a:lnTo>
                    <a:pt x="379503" y="1246242"/>
                  </a:lnTo>
                  <a:lnTo>
                    <a:pt x="379481" y="1246234"/>
                  </a:lnTo>
                  <a:lnTo>
                    <a:pt x="379454" y="1246224"/>
                  </a:lnTo>
                  <a:lnTo>
                    <a:pt x="379437" y="1246217"/>
                  </a:lnTo>
                  <a:lnTo>
                    <a:pt x="379417" y="1246211"/>
                  </a:lnTo>
                  <a:lnTo>
                    <a:pt x="379393" y="1246204"/>
                  </a:lnTo>
                  <a:lnTo>
                    <a:pt x="379357" y="1246195"/>
                  </a:lnTo>
                  <a:lnTo>
                    <a:pt x="379316" y="1246187"/>
                  </a:lnTo>
                  <a:lnTo>
                    <a:pt x="379284" y="1246181"/>
                  </a:lnTo>
                  <a:lnTo>
                    <a:pt x="379258" y="1246178"/>
                  </a:lnTo>
                  <a:lnTo>
                    <a:pt x="379226" y="1246171"/>
                  </a:lnTo>
                  <a:lnTo>
                    <a:pt x="379204" y="1246167"/>
                  </a:lnTo>
                  <a:lnTo>
                    <a:pt x="379179" y="1246160"/>
                  </a:lnTo>
                  <a:lnTo>
                    <a:pt x="379147" y="1246150"/>
                  </a:lnTo>
                  <a:lnTo>
                    <a:pt x="379121" y="1246140"/>
                  </a:lnTo>
                  <a:lnTo>
                    <a:pt x="379093" y="1246131"/>
                  </a:lnTo>
                  <a:lnTo>
                    <a:pt x="379067" y="1246124"/>
                  </a:lnTo>
                  <a:lnTo>
                    <a:pt x="379046" y="1246119"/>
                  </a:lnTo>
                  <a:lnTo>
                    <a:pt x="379029" y="1246115"/>
                  </a:lnTo>
                  <a:lnTo>
                    <a:pt x="379012" y="1246113"/>
                  </a:lnTo>
                  <a:lnTo>
                    <a:pt x="378982" y="1246111"/>
                  </a:lnTo>
                  <a:lnTo>
                    <a:pt x="378952" y="1246111"/>
                  </a:lnTo>
                  <a:lnTo>
                    <a:pt x="378930" y="1246113"/>
                  </a:lnTo>
                  <a:lnTo>
                    <a:pt x="378904" y="1246114"/>
                  </a:lnTo>
                  <a:lnTo>
                    <a:pt x="378885" y="1246114"/>
                  </a:lnTo>
                  <a:lnTo>
                    <a:pt x="378863" y="1246112"/>
                  </a:lnTo>
                  <a:lnTo>
                    <a:pt x="378836" y="1246110"/>
                  </a:lnTo>
                  <a:lnTo>
                    <a:pt x="378812" y="1246107"/>
                  </a:lnTo>
                  <a:lnTo>
                    <a:pt x="378794" y="1246104"/>
                  </a:lnTo>
                  <a:lnTo>
                    <a:pt x="378789" y="1246103"/>
                  </a:lnTo>
                  <a:lnTo>
                    <a:pt x="378771" y="1246095"/>
                  </a:lnTo>
                  <a:lnTo>
                    <a:pt x="378668" y="1246072"/>
                  </a:lnTo>
                  <a:lnTo>
                    <a:pt x="378608" y="1246057"/>
                  </a:lnTo>
                  <a:lnTo>
                    <a:pt x="378571" y="1246049"/>
                  </a:lnTo>
                  <a:lnTo>
                    <a:pt x="378560" y="1246049"/>
                  </a:lnTo>
                  <a:lnTo>
                    <a:pt x="378549" y="1246050"/>
                  </a:lnTo>
                  <a:lnTo>
                    <a:pt x="378538" y="1246055"/>
                  </a:lnTo>
                  <a:lnTo>
                    <a:pt x="378510" y="1246076"/>
                  </a:lnTo>
                  <a:lnTo>
                    <a:pt x="378492" y="1246091"/>
                  </a:lnTo>
                  <a:lnTo>
                    <a:pt x="378478" y="1246102"/>
                  </a:lnTo>
                  <a:lnTo>
                    <a:pt x="378459" y="1246110"/>
                  </a:lnTo>
                  <a:lnTo>
                    <a:pt x="378441" y="1246114"/>
                  </a:lnTo>
                  <a:lnTo>
                    <a:pt x="378412" y="1246118"/>
                  </a:lnTo>
                  <a:lnTo>
                    <a:pt x="378337" y="1246121"/>
                  </a:lnTo>
                  <a:lnTo>
                    <a:pt x="378261" y="1246124"/>
                  </a:lnTo>
                  <a:lnTo>
                    <a:pt x="378254" y="1246124"/>
                  </a:lnTo>
                  <a:lnTo>
                    <a:pt x="378243" y="1246121"/>
                  </a:lnTo>
                  <a:lnTo>
                    <a:pt x="378235" y="1246114"/>
                  </a:lnTo>
                  <a:lnTo>
                    <a:pt x="378223" y="1246096"/>
                  </a:lnTo>
                  <a:lnTo>
                    <a:pt x="378204" y="1246070"/>
                  </a:lnTo>
                  <a:lnTo>
                    <a:pt x="378186" y="1246053"/>
                  </a:lnTo>
                  <a:lnTo>
                    <a:pt x="378154" y="1246026"/>
                  </a:lnTo>
                  <a:lnTo>
                    <a:pt x="378081" y="1245966"/>
                  </a:lnTo>
                  <a:lnTo>
                    <a:pt x="377990" y="1245901"/>
                  </a:lnTo>
                  <a:lnTo>
                    <a:pt x="377931" y="1245864"/>
                  </a:lnTo>
                  <a:lnTo>
                    <a:pt x="377849" y="1245816"/>
                  </a:lnTo>
                  <a:lnTo>
                    <a:pt x="377788" y="1245784"/>
                  </a:lnTo>
                  <a:lnTo>
                    <a:pt x="377723" y="1245754"/>
                  </a:lnTo>
                  <a:lnTo>
                    <a:pt x="377683" y="1245736"/>
                  </a:lnTo>
                  <a:lnTo>
                    <a:pt x="377662" y="1245724"/>
                  </a:lnTo>
                  <a:lnTo>
                    <a:pt x="377642" y="1245704"/>
                  </a:lnTo>
                  <a:lnTo>
                    <a:pt x="377620" y="1245677"/>
                  </a:lnTo>
                  <a:lnTo>
                    <a:pt x="377601" y="1245646"/>
                  </a:lnTo>
                  <a:lnTo>
                    <a:pt x="377585" y="1245615"/>
                  </a:lnTo>
                  <a:lnTo>
                    <a:pt x="377559" y="1245569"/>
                  </a:lnTo>
                  <a:lnTo>
                    <a:pt x="377538" y="1245527"/>
                  </a:lnTo>
                  <a:lnTo>
                    <a:pt x="377522" y="1245483"/>
                  </a:lnTo>
                  <a:lnTo>
                    <a:pt x="377512" y="1245449"/>
                  </a:lnTo>
                  <a:lnTo>
                    <a:pt x="377499" y="1245415"/>
                  </a:lnTo>
                  <a:lnTo>
                    <a:pt x="377489" y="1245378"/>
                  </a:lnTo>
                  <a:lnTo>
                    <a:pt x="377472" y="1245329"/>
                  </a:lnTo>
                  <a:lnTo>
                    <a:pt x="377455" y="1245280"/>
                  </a:lnTo>
                  <a:lnTo>
                    <a:pt x="377433" y="1245228"/>
                  </a:lnTo>
                  <a:lnTo>
                    <a:pt x="377414" y="1245177"/>
                  </a:lnTo>
                  <a:lnTo>
                    <a:pt x="377400" y="1245142"/>
                  </a:lnTo>
                  <a:lnTo>
                    <a:pt x="377396" y="1245132"/>
                  </a:lnTo>
                  <a:lnTo>
                    <a:pt x="377389" y="1245120"/>
                  </a:lnTo>
                  <a:lnTo>
                    <a:pt x="377376" y="1245089"/>
                  </a:lnTo>
                  <a:lnTo>
                    <a:pt x="377349" y="1245039"/>
                  </a:lnTo>
                  <a:lnTo>
                    <a:pt x="377322" y="1245000"/>
                  </a:lnTo>
                  <a:lnTo>
                    <a:pt x="377298" y="1244970"/>
                  </a:lnTo>
                  <a:lnTo>
                    <a:pt x="377275" y="1244949"/>
                  </a:lnTo>
                  <a:lnTo>
                    <a:pt x="377223" y="1244910"/>
                  </a:lnTo>
                  <a:lnTo>
                    <a:pt x="377172" y="1244878"/>
                  </a:lnTo>
                  <a:lnTo>
                    <a:pt x="377134" y="1244859"/>
                  </a:lnTo>
                  <a:lnTo>
                    <a:pt x="377088" y="1244841"/>
                  </a:lnTo>
                  <a:lnTo>
                    <a:pt x="377048" y="1244829"/>
                  </a:lnTo>
                  <a:lnTo>
                    <a:pt x="376989" y="1244812"/>
                  </a:lnTo>
                  <a:lnTo>
                    <a:pt x="376942" y="1244802"/>
                  </a:lnTo>
                  <a:lnTo>
                    <a:pt x="376881" y="1244789"/>
                  </a:lnTo>
                  <a:lnTo>
                    <a:pt x="376834" y="1244778"/>
                  </a:lnTo>
                  <a:lnTo>
                    <a:pt x="376782" y="1244769"/>
                  </a:lnTo>
                  <a:lnTo>
                    <a:pt x="376739" y="1244758"/>
                  </a:lnTo>
                  <a:lnTo>
                    <a:pt x="376704" y="1244752"/>
                  </a:lnTo>
                  <a:lnTo>
                    <a:pt x="376686" y="1244744"/>
                  </a:lnTo>
                  <a:lnTo>
                    <a:pt x="376675" y="1244737"/>
                  </a:lnTo>
                  <a:lnTo>
                    <a:pt x="376664" y="1244731"/>
                  </a:lnTo>
                  <a:lnTo>
                    <a:pt x="376655" y="1244721"/>
                  </a:lnTo>
                  <a:lnTo>
                    <a:pt x="376646" y="1244711"/>
                  </a:lnTo>
                  <a:lnTo>
                    <a:pt x="376638" y="1244699"/>
                  </a:lnTo>
                  <a:lnTo>
                    <a:pt x="376628" y="1244663"/>
                  </a:lnTo>
                  <a:lnTo>
                    <a:pt x="376622" y="1244649"/>
                  </a:lnTo>
                  <a:lnTo>
                    <a:pt x="376616" y="1244641"/>
                  </a:lnTo>
                  <a:lnTo>
                    <a:pt x="376605" y="1244624"/>
                  </a:lnTo>
                  <a:lnTo>
                    <a:pt x="376598" y="1244612"/>
                  </a:lnTo>
                  <a:lnTo>
                    <a:pt x="376591" y="1244596"/>
                  </a:lnTo>
                  <a:lnTo>
                    <a:pt x="376575" y="1244561"/>
                  </a:lnTo>
                  <a:lnTo>
                    <a:pt x="376555" y="1244528"/>
                  </a:lnTo>
                  <a:lnTo>
                    <a:pt x="376546" y="1244515"/>
                  </a:lnTo>
                  <a:lnTo>
                    <a:pt x="376541" y="1244510"/>
                  </a:lnTo>
                  <a:lnTo>
                    <a:pt x="376531" y="1244505"/>
                  </a:lnTo>
                  <a:lnTo>
                    <a:pt x="376520" y="1244500"/>
                  </a:lnTo>
                  <a:lnTo>
                    <a:pt x="376504" y="1244496"/>
                  </a:lnTo>
                  <a:lnTo>
                    <a:pt x="376463" y="1244486"/>
                  </a:lnTo>
                  <a:lnTo>
                    <a:pt x="376418" y="1244476"/>
                  </a:lnTo>
                  <a:lnTo>
                    <a:pt x="376396" y="1244468"/>
                  </a:lnTo>
                  <a:lnTo>
                    <a:pt x="376381" y="1244459"/>
                  </a:lnTo>
                  <a:lnTo>
                    <a:pt x="376365" y="1244447"/>
                  </a:lnTo>
                  <a:lnTo>
                    <a:pt x="376353" y="1244435"/>
                  </a:lnTo>
                  <a:lnTo>
                    <a:pt x="376333" y="1244415"/>
                  </a:lnTo>
                  <a:lnTo>
                    <a:pt x="376305" y="1244386"/>
                  </a:lnTo>
                  <a:lnTo>
                    <a:pt x="376275" y="1244359"/>
                  </a:lnTo>
                  <a:lnTo>
                    <a:pt x="376247" y="1244335"/>
                  </a:lnTo>
                  <a:lnTo>
                    <a:pt x="376217" y="1244312"/>
                  </a:lnTo>
                  <a:lnTo>
                    <a:pt x="376205" y="1244299"/>
                  </a:lnTo>
                  <a:lnTo>
                    <a:pt x="376201" y="1244291"/>
                  </a:lnTo>
                  <a:lnTo>
                    <a:pt x="376198" y="1244276"/>
                  </a:lnTo>
                  <a:lnTo>
                    <a:pt x="376196" y="1244261"/>
                  </a:lnTo>
                  <a:lnTo>
                    <a:pt x="376193" y="1244250"/>
                  </a:lnTo>
                  <a:lnTo>
                    <a:pt x="376183" y="1244251"/>
                  </a:lnTo>
                  <a:lnTo>
                    <a:pt x="376169" y="1244254"/>
                  </a:lnTo>
                  <a:lnTo>
                    <a:pt x="376154" y="1244256"/>
                  </a:lnTo>
                  <a:lnTo>
                    <a:pt x="376141" y="1244255"/>
                  </a:lnTo>
                  <a:lnTo>
                    <a:pt x="376125" y="1244251"/>
                  </a:lnTo>
                  <a:lnTo>
                    <a:pt x="376104" y="1244242"/>
                  </a:lnTo>
                  <a:lnTo>
                    <a:pt x="376085" y="1244234"/>
                  </a:lnTo>
                  <a:lnTo>
                    <a:pt x="376059" y="1244221"/>
                  </a:lnTo>
                  <a:lnTo>
                    <a:pt x="376025" y="1244202"/>
                  </a:lnTo>
                  <a:lnTo>
                    <a:pt x="375998" y="1244185"/>
                  </a:lnTo>
                  <a:lnTo>
                    <a:pt x="375955" y="1244157"/>
                  </a:lnTo>
                  <a:lnTo>
                    <a:pt x="375919" y="1244134"/>
                  </a:lnTo>
                  <a:lnTo>
                    <a:pt x="375897" y="1244119"/>
                  </a:lnTo>
                  <a:lnTo>
                    <a:pt x="375882" y="1244104"/>
                  </a:lnTo>
                  <a:lnTo>
                    <a:pt x="375874" y="1244097"/>
                  </a:lnTo>
                  <a:lnTo>
                    <a:pt x="375867" y="1244097"/>
                  </a:lnTo>
                  <a:lnTo>
                    <a:pt x="375862" y="1244103"/>
                  </a:lnTo>
                  <a:lnTo>
                    <a:pt x="375855" y="1244124"/>
                  </a:lnTo>
                  <a:lnTo>
                    <a:pt x="375841" y="1244170"/>
                  </a:lnTo>
                  <a:lnTo>
                    <a:pt x="375832" y="1244201"/>
                  </a:lnTo>
                  <a:lnTo>
                    <a:pt x="375821" y="1244249"/>
                  </a:lnTo>
                  <a:lnTo>
                    <a:pt x="375811" y="1244279"/>
                  </a:lnTo>
                  <a:lnTo>
                    <a:pt x="375800" y="1244309"/>
                  </a:lnTo>
                  <a:lnTo>
                    <a:pt x="375785" y="1244341"/>
                  </a:lnTo>
                  <a:lnTo>
                    <a:pt x="375765" y="1244379"/>
                  </a:lnTo>
                  <a:lnTo>
                    <a:pt x="375753" y="1244398"/>
                  </a:lnTo>
                  <a:lnTo>
                    <a:pt x="375740" y="1244411"/>
                  </a:lnTo>
                  <a:lnTo>
                    <a:pt x="375731" y="1244418"/>
                  </a:lnTo>
                  <a:lnTo>
                    <a:pt x="375719" y="1244424"/>
                  </a:lnTo>
                  <a:lnTo>
                    <a:pt x="375709" y="1244427"/>
                  </a:lnTo>
                  <a:lnTo>
                    <a:pt x="375697" y="1244428"/>
                  </a:lnTo>
                  <a:lnTo>
                    <a:pt x="375683" y="1244426"/>
                  </a:lnTo>
                  <a:lnTo>
                    <a:pt x="375666" y="1244424"/>
                  </a:lnTo>
                  <a:lnTo>
                    <a:pt x="375640" y="1244416"/>
                  </a:lnTo>
                  <a:lnTo>
                    <a:pt x="375606" y="1244400"/>
                  </a:lnTo>
                  <a:lnTo>
                    <a:pt x="375587" y="1244385"/>
                  </a:lnTo>
                  <a:lnTo>
                    <a:pt x="375574" y="1244369"/>
                  </a:lnTo>
                  <a:lnTo>
                    <a:pt x="375567" y="1244357"/>
                  </a:lnTo>
                  <a:lnTo>
                    <a:pt x="375563" y="1244349"/>
                  </a:lnTo>
                  <a:lnTo>
                    <a:pt x="375561" y="1244340"/>
                  </a:lnTo>
                  <a:lnTo>
                    <a:pt x="375560" y="1244324"/>
                  </a:lnTo>
                  <a:lnTo>
                    <a:pt x="375561" y="1244294"/>
                  </a:lnTo>
                  <a:lnTo>
                    <a:pt x="375564" y="1244267"/>
                  </a:lnTo>
                  <a:lnTo>
                    <a:pt x="375568" y="1244246"/>
                  </a:lnTo>
                  <a:lnTo>
                    <a:pt x="375573" y="1244231"/>
                  </a:lnTo>
                  <a:lnTo>
                    <a:pt x="375578" y="1244218"/>
                  </a:lnTo>
                  <a:lnTo>
                    <a:pt x="375582" y="1244187"/>
                  </a:lnTo>
                  <a:lnTo>
                    <a:pt x="375581" y="1244181"/>
                  </a:lnTo>
                  <a:lnTo>
                    <a:pt x="375573" y="1244171"/>
                  </a:lnTo>
                  <a:lnTo>
                    <a:pt x="375559" y="1244164"/>
                  </a:lnTo>
                  <a:lnTo>
                    <a:pt x="375540" y="1244157"/>
                  </a:lnTo>
                  <a:lnTo>
                    <a:pt x="375525" y="1244148"/>
                  </a:lnTo>
                  <a:lnTo>
                    <a:pt x="375511" y="1244137"/>
                  </a:lnTo>
                  <a:lnTo>
                    <a:pt x="375497" y="1244123"/>
                  </a:lnTo>
                  <a:lnTo>
                    <a:pt x="375483" y="1244102"/>
                  </a:lnTo>
                  <a:lnTo>
                    <a:pt x="375459" y="1244065"/>
                  </a:lnTo>
                  <a:lnTo>
                    <a:pt x="375445" y="1244040"/>
                  </a:lnTo>
                  <a:lnTo>
                    <a:pt x="375428" y="1244005"/>
                  </a:lnTo>
                  <a:lnTo>
                    <a:pt x="375417" y="1243976"/>
                  </a:lnTo>
                  <a:lnTo>
                    <a:pt x="375400" y="1243946"/>
                  </a:lnTo>
                  <a:lnTo>
                    <a:pt x="375389" y="1243933"/>
                  </a:lnTo>
                  <a:lnTo>
                    <a:pt x="375378" y="1243927"/>
                  </a:lnTo>
                  <a:lnTo>
                    <a:pt x="375371" y="1243924"/>
                  </a:lnTo>
                  <a:lnTo>
                    <a:pt x="375361" y="1243926"/>
                  </a:lnTo>
                  <a:lnTo>
                    <a:pt x="375338" y="1243938"/>
                  </a:lnTo>
                  <a:lnTo>
                    <a:pt x="375298" y="1243958"/>
                  </a:lnTo>
                  <a:lnTo>
                    <a:pt x="375270" y="1243971"/>
                  </a:lnTo>
                  <a:lnTo>
                    <a:pt x="375249" y="1243981"/>
                  </a:lnTo>
                  <a:lnTo>
                    <a:pt x="375218" y="1243990"/>
                  </a:lnTo>
                  <a:lnTo>
                    <a:pt x="375182" y="1243994"/>
                  </a:lnTo>
                  <a:lnTo>
                    <a:pt x="375136" y="1243994"/>
                  </a:lnTo>
                  <a:lnTo>
                    <a:pt x="375058" y="1244001"/>
                  </a:lnTo>
                  <a:lnTo>
                    <a:pt x="375012" y="1244007"/>
                  </a:lnTo>
                  <a:lnTo>
                    <a:pt x="374967" y="1244008"/>
                  </a:lnTo>
                  <a:lnTo>
                    <a:pt x="374939" y="1244005"/>
                  </a:lnTo>
                  <a:lnTo>
                    <a:pt x="374905" y="1243999"/>
                  </a:lnTo>
                  <a:lnTo>
                    <a:pt x="374886" y="1243997"/>
                  </a:lnTo>
                  <a:lnTo>
                    <a:pt x="374866" y="1243996"/>
                  </a:lnTo>
                  <a:lnTo>
                    <a:pt x="374840" y="1243998"/>
                  </a:lnTo>
                  <a:lnTo>
                    <a:pt x="374811" y="1244002"/>
                  </a:lnTo>
                  <a:lnTo>
                    <a:pt x="374762" y="1244008"/>
                  </a:lnTo>
                  <a:lnTo>
                    <a:pt x="374729" y="1244009"/>
                  </a:lnTo>
                  <a:lnTo>
                    <a:pt x="374685" y="1244008"/>
                  </a:lnTo>
                  <a:lnTo>
                    <a:pt x="374650" y="1244003"/>
                  </a:lnTo>
                  <a:lnTo>
                    <a:pt x="374611" y="1243995"/>
                  </a:lnTo>
                  <a:lnTo>
                    <a:pt x="374567" y="1243983"/>
                  </a:lnTo>
                  <a:lnTo>
                    <a:pt x="374520" y="1243971"/>
                  </a:lnTo>
                  <a:lnTo>
                    <a:pt x="374488" y="1243963"/>
                  </a:lnTo>
                  <a:lnTo>
                    <a:pt x="374469" y="1243959"/>
                  </a:lnTo>
                  <a:lnTo>
                    <a:pt x="374456" y="1243958"/>
                  </a:lnTo>
                  <a:lnTo>
                    <a:pt x="374446" y="1243958"/>
                  </a:lnTo>
                  <a:lnTo>
                    <a:pt x="374439" y="1243961"/>
                  </a:lnTo>
                  <a:lnTo>
                    <a:pt x="374430" y="1243966"/>
                  </a:lnTo>
                  <a:lnTo>
                    <a:pt x="374411" y="1243987"/>
                  </a:lnTo>
                  <a:lnTo>
                    <a:pt x="374373" y="1244036"/>
                  </a:lnTo>
                  <a:lnTo>
                    <a:pt x="374343" y="1244075"/>
                  </a:lnTo>
                  <a:lnTo>
                    <a:pt x="374333" y="1244088"/>
                  </a:lnTo>
                  <a:lnTo>
                    <a:pt x="374330" y="1244096"/>
                  </a:lnTo>
                  <a:lnTo>
                    <a:pt x="374329" y="1244105"/>
                  </a:lnTo>
                  <a:lnTo>
                    <a:pt x="374332" y="1244115"/>
                  </a:lnTo>
                  <a:lnTo>
                    <a:pt x="374340" y="1244141"/>
                  </a:lnTo>
                  <a:lnTo>
                    <a:pt x="374351" y="1244182"/>
                  </a:lnTo>
                  <a:lnTo>
                    <a:pt x="374361" y="1244216"/>
                  </a:lnTo>
                  <a:lnTo>
                    <a:pt x="374371" y="1244255"/>
                  </a:lnTo>
                  <a:lnTo>
                    <a:pt x="374377" y="1244284"/>
                  </a:lnTo>
                  <a:lnTo>
                    <a:pt x="374377" y="1244295"/>
                  </a:lnTo>
                  <a:lnTo>
                    <a:pt x="374374" y="1244313"/>
                  </a:lnTo>
                  <a:lnTo>
                    <a:pt x="374367" y="1244329"/>
                  </a:lnTo>
                  <a:lnTo>
                    <a:pt x="374347" y="1244351"/>
                  </a:lnTo>
                  <a:lnTo>
                    <a:pt x="374304" y="1244394"/>
                  </a:lnTo>
                  <a:lnTo>
                    <a:pt x="374275" y="1244426"/>
                  </a:lnTo>
                  <a:lnTo>
                    <a:pt x="374235" y="1244474"/>
                  </a:lnTo>
                  <a:lnTo>
                    <a:pt x="374216" y="1244501"/>
                  </a:lnTo>
                  <a:lnTo>
                    <a:pt x="374201" y="1244531"/>
                  </a:lnTo>
                  <a:lnTo>
                    <a:pt x="374190" y="1244560"/>
                  </a:lnTo>
                  <a:lnTo>
                    <a:pt x="374186" y="1244571"/>
                  </a:lnTo>
                  <a:lnTo>
                    <a:pt x="374186" y="1244587"/>
                  </a:lnTo>
                  <a:lnTo>
                    <a:pt x="374191" y="1244605"/>
                  </a:lnTo>
                  <a:lnTo>
                    <a:pt x="374208" y="1244645"/>
                  </a:lnTo>
                  <a:lnTo>
                    <a:pt x="374223" y="1244670"/>
                  </a:lnTo>
                  <a:lnTo>
                    <a:pt x="374233" y="1244687"/>
                  </a:lnTo>
                  <a:lnTo>
                    <a:pt x="374256" y="1244709"/>
                  </a:lnTo>
                  <a:lnTo>
                    <a:pt x="374273" y="1244726"/>
                  </a:lnTo>
                  <a:lnTo>
                    <a:pt x="374278" y="1244733"/>
                  </a:lnTo>
                  <a:lnTo>
                    <a:pt x="374282" y="1244741"/>
                  </a:lnTo>
                  <a:lnTo>
                    <a:pt x="374282" y="1244750"/>
                  </a:lnTo>
                  <a:lnTo>
                    <a:pt x="374280" y="1244770"/>
                  </a:lnTo>
                  <a:lnTo>
                    <a:pt x="374274" y="1244797"/>
                  </a:lnTo>
                  <a:lnTo>
                    <a:pt x="374262" y="1244839"/>
                  </a:lnTo>
                  <a:lnTo>
                    <a:pt x="374245" y="1244893"/>
                  </a:lnTo>
                  <a:lnTo>
                    <a:pt x="374231" y="1244943"/>
                  </a:lnTo>
                  <a:lnTo>
                    <a:pt x="374221" y="1244972"/>
                  </a:lnTo>
                  <a:lnTo>
                    <a:pt x="374202" y="1245024"/>
                  </a:lnTo>
                  <a:lnTo>
                    <a:pt x="374194" y="1245043"/>
                  </a:lnTo>
                  <a:lnTo>
                    <a:pt x="374183" y="1245065"/>
                  </a:lnTo>
                  <a:lnTo>
                    <a:pt x="374174" y="1245081"/>
                  </a:lnTo>
                  <a:lnTo>
                    <a:pt x="374139" y="1245126"/>
                  </a:lnTo>
                  <a:lnTo>
                    <a:pt x="374117" y="1245156"/>
                  </a:lnTo>
                  <a:lnTo>
                    <a:pt x="374097" y="1245188"/>
                  </a:lnTo>
                  <a:lnTo>
                    <a:pt x="374082" y="1245217"/>
                  </a:lnTo>
                  <a:lnTo>
                    <a:pt x="374072" y="1245242"/>
                  </a:lnTo>
                  <a:lnTo>
                    <a:pt x="374069" y="1245262"/>
                  </a:lnTo>
                  <a:lnTo>
                    <a:pt x="374069" y="1245292"/>
                  </a:lnTo>
                  <a:lnTo>
                    <a:pt x="374070" y="1245306"/>
                  </a:lnTo>
                  <a:lnTo>
                    <a:pt x="374071" y="1245313"/>
                  </a:lnTo>
                  <a:lnTo>
                    <a:pt x="374074" y="1245320"/>
                  </a:lnTo>
                  <a:lnTo>
                    <a:pt x="374082" y="1245326"/>
                  </a:lnTo>
                  <a:lnTo>
                    <a:pt x="374104" y="1245337"/>
                  </a:lnTo>
                  <a:lnTo>
                    <a:pt x="374128" y="1245346"/>
                  </a:lnTo>
                  <a:lnTo>
                    <a:pt x="374157" y="1245351"/>
                  </a:lnTo>
                  <a:lnTo>
                    <a:pt x="374213" y="1245351"/>
                  </a:lnTo>
                  <a:lnTo>
                    <a:pt x="374279" y="1245350"/>
                  </a:lnTo>
                  <a:lnTo>
                    <a:pt x="374325" y="1245347"/>
                  </a:lnTo>
                  <a:lnTo>
                    <a:pt x="374350" y="1245349"/>
                  </a:lnTo>
                  <a:lnTo>
                    <a:pt x="374368" y="1245352"/>
                  </a:lnTo>
                  <a:lnTo>
                    <a:pt x="374384" y="1245357"/>
                  </a:lnTo>
                  <a:lnTo>
                    <a:pt x="374394" y="1245367"/>
                  </a:lnTo>
                  <a:lnTo>
                    <a:pt x="374405" y="1245382"/>
                  </a:lnTo>
                  <a:lnTo>
                    <a:pt x="374422" y="1245410"/>
                  </a:lnTo>
                  <a:lnTo>
                    <a:pt x="374437" y="1245426"/>
                  </a:lnTo>
                  <a:lnTo>
                    <a:pt x="374451" y="1245436"/>
                  </a:lnTo>
                  <a:lnTo>
                    <a:pt x="374463" y="1245441"/>
                  </a:lnTo>
                  <a:lnTo>
                    <a:pt x="374474" y="1245444"/>
                  </a:lnTo>
                  <a:lnTo>
                    <a:pt x="374486" y="1245447"/>
                  </a:lnTo>
                  <a:lnTo>
                    <a:pt x="374514" y="1245448"/>
                  </a:lnTo>
                  <a:lnTo>
                    <a:pt x="374539" y="1245448"/>
                  </a:lnTo>
                  <a:lnTo>
                    <a:pt x="374566" y="1245448"/>
                  </a:lnTo>
                  <a:lnTo>
                    <a:pt x="374586" y="1245452"/>
                  </a:lnTo>
                  <a:lnTo>
                    <a:pt x="374605" y="1245461"/>
                  </a:lnTo>
                  <a:lnTo>
                    <a:pt x="374623" y="1245474"/>
                  </a:lnTo>
                  <a:lnTo>
                    <a:pt x="374641" y="1245494"/>
                  </a:lnTo>
                  <a:lnTo>
                    <a:pt x="374654" y="1245513"/>
                  </a:lnTo>
                  <a:lnTo>
                    <a:pt x="374672" y="1245537"/>
                  </a:lnTo>
                  <a:lnTo>
                    <a:pt x="374704" y="1245580"/>
                  </a:lnTo>
                  <a:lnTo>
                    <a:pt x="374721" y="1245599"/>
                  </a:lnTo>
                  <a:lnTo>
                    <a:pt x="374744" y="1245619"/>
                  </a:lnTo>
                  <a:lnTo>
                    <a:pt x="374768" y="1245636"/>
                  </a:lnTo>
                  <a:lnTo>
                    <a:pt x="374790" y="1245652"/>
                  </a:lnTo>
                  <a:lnTo>
                    <a:pt x="374809" y="1245663"/>
                  </a:lnTo>
                  <a:lnTo>
                    <a:pt x="374830" y="1245672"/>
                  </a:lnTo>
                  <a:lnTo>
                    <a:pt x="374858" y="1245681"/>
                  </a:lnTo>
                  <a:lnTo>
                    <a:pt x="374883" y="1245684"/>
                  </a:lnTo>
                  <a:lnTo>
                    <a:pt x="374901" y="1245685"/>
                  </a:lnTo>
                  <a:lnTo>
                    <a:pt x="374956" y="1245684"/>
                  </a:lnTo>
                  <a:lnTo>
                    <a:pt x="374975" y="1245685"/>
                  </a:lnTo>
                  <a:lnTo>
                    <a:pt x="374990" y="1245691"/>
                  </a:lnTo>
                  <a:lnTo>
                    <a:pt x="375001" y="1245699"/>
                  </a:lnTo>
                  <a:lnTo>
                    <a:pt x="375013" y="1245712"/>
                  </a:lnTo>
                  <a:lnTo>
                    <a:pt x="375021" y="1245724"/>
                  </a:lnTo>
                  <a:lnTo>
                    <a:pt x="375024" y="1245738"/>
                  </a:lnTo>
                  <a:lnTo>
                    <a:pt x="375025" y="1245769"/>
                  </a:lnTo>
                  <a:lnTo>
                    <a:pt x="375020" y="1245819"/>
                  </a:lnTo>
                  <a:lnTo>
                    <a:pt x="375020" y="1245857"/>
                  </a:lnTo>
                  <a:lnTo>
                    <a:pt x="375021" y="1245875"/>
                  </a:lnTo>
                  <a:lnTo>
                    <a:pt x="375024" y="1245884"/>
                  </a:lnTo>
                  <a:lnTo>
                    <a:pt x="375027" y="1245891"/>
                  </a:lnTo>
                  <a:lnTo>
                    <a:pt x="375031" y="1245896"/>
                  </a:lnTo>
                  <a:lnTo>
                    <a:pt x="375042" y="1245902"/>
                  </a:lnTo>
                  <a:lnTo>
                    <a:pt x="375073" y="1245912"/>
                  </a:lnTo>
                  <a:lnTo>
                    <a:pt x="375120" y="1245928"/>
                  </a:lnTo>
                  <a:lnTo>
                    <a:pt x="375166" y="1245942"/>
                  </a:lnTo>
                  <a:lnTo>
                    <a:pt x="375213" y="1245954"/>
                  </a:lnTo>
                  <a:lnTo>
                    <a:pt x="375256" y="1245961"/>
                  </a:lnTo>
                  <a:lnTo>
                    <a:pt x="375290" y="1245968"/>
                  </a:lnTo>
                  <a:lnTo>
                    <a:pt x="375306" y="1245968"/>
                  </a:lnTo>
                  <a:lnTo>
                    <a:pt x="375329" y="1245966"/>
                  </a:lnTo>
                  <a:lnTo>
                    <a:pt x="375347" y="1245961"/>
                  </a:lnTo>
                  <a:lnTo>
                    <a:pt x="375380" y="1245953"/>
                  </a:lnTo>
                  <a:lnTo>
                    <a:pt x="375392" y="1245950"/>
                  </a:lnTo>
                  <a:lnTo>
                    <a:pt x="375400" y="1245950"/>
                  </a:lnTo>
                  <a:lnTo>
                    <a:pt x="375406" y="1245951"/>
                  </a:lnTo>
                  <a:lnTo>
                    <a:pt x="375412" y="1245958"/>
                  </a:lnTo>
                  <a:lnTo>
                    <a:pt x="375419" y="1245972"/>
                  </a:lnTo>
                  <a:lnTo>
                    <a:pt x="375425" y="1245988"/>
                  </a:lnTo>
                  <a:lnTo>
                    <a:pt x="375426" y="1245994"/>
                  </a:lnTo>
                  <a:lnTo>
                    <a:pt x="375425" y="1246001"/>
                  </a:lnTo>
                  <a:lnTo>
                    <a:pt x="375423" y="1246006"/>
                  </a:lnTo>
                  <a:lnTo>
                    <a:pt x="375417" y="1246015"/>
                  </a:lnTo>
                  <a:lnTo>
                    <a:pt x="375399" y="1246032"/>
                  </a:lnTo>
                  <a:lnTo>
                    <a:pt x="375369" y="1246057"/>
                  </a:lnTo>
                  <a:lnTo>
                    <a:pt x="375328" y="1246092"/>
                  </a:lnTo>
                  <a:lnTo>
                    <a:pt x="375307" y="1246113"/>
                  </a:lnTo>
                  <a:lnTo>
                    <a:pt x="375290" y="1246131"/>
                  </a:lnTo>
                  <a:lnTo>
                    <a:pt x="375267" y="1246162"/>
                  </a:lnTo>
                  <a:lnTo>
                    <a:pt x="375243" y="1246198"/>
                  </a:lnTo>
                  <a:lnTo>
                    <a:pt x="375206" y="1246257"/>
                  </a:lnTo>
                  <a:lnTo>
                    <a:pt x="375198" y="1246268"/>
                  </a:lnTo>
                  <a:lnTo>
                    <a:pt x="375195" y="1246274"/>
                  </a:lnTo>
                  <a:lnTo>
                    <a:pt x="375173" y="1246309"/>
                  </a:lnTo>
                  <a:lnTo>
                    <a:pt x="375154" y="1246343"/>
                  </a:lnTo>
                  <a:lnTo>
                    <a:pt x="375142" y="1246374"/>
                  </a:lnTo>
                  <a:lnTo>
                    <a:pt x="375123" y="1246432"/>
                  </a:lnTo>
                  <a:lnTo>
                    <a:pt x="375104" y="1246501"/>
                  </a:lnTo>
                  <a:lnTo>
                    <a:pt x="375088" y="1246563"/>
                  </a:lnTo>
                  <a:lnTo>
                    <a:pt x="375078" y="1246595"/>
                  </a:lnTo>
                  <a:lnTo>
                    <a:pt x="375069" y="1246611"/>
                  </a:lnTo>
                  <a:lnTo>
                    <a:pt x="375055" y="1246631"/>
                  </a:lnTo>
                  <a:lnTo>
                    <a:pt x="375036" y="1246650"/>
                  </a:lnTo>
                  <a:lnTo>
                    <a:pt x="375011" y="1246672"/>
                  </a:lnTo>
                  <a:lnTo>
                    <a:pt x="374992" y="1246682"/>
                  </a:lnTo>
                  <a:lnTo>
                    <a:pt x="374974" y="1246689"/>
                  </a:lnTo>
                  <a:lnTo>
                    <a:pt x="374959" y="1246693"/>
                  </a:lnTo>
                  <a:lnTo>
                    <a:pt x="374927" y="1246695"/>
                  </a:lnTo>
                  <a:lnTo>
                    <a:pt x="374893" y="1246695"/>
                  </a:lnTo>
                  <a:lnTo>
                    <a:pt x="374878" y="1246693"/>
                  </a:lnTo>
                  <a:lnTo>
                    <a:pt x="374858" y="1246687"/>
                  </a:lnTo>
                  <a:lnTo>
                    <a:pt x="374835" y="1246686"/>
                  </a:lnTo>
                  <a:lnTo>
                    <a:pt x="374788" y="1246687"/>
                  </a:lnTo>
                  <a:lnTo>
                    <a:pt x="374741" y="1246683"/>
                  </a:lnTo>
                  <a:lnTo>
                    <a:pt x="374714" y="1246681"/>
                  </a:lnTo>
                  <a:lnTo>
                    <a:pt x="374705" y="1246681"/>
                  </a:lnTo>
                  <a:lnTo>
                    <a:pt x="374693" y="1246676"/>
                  </a:lnTo>
                  <a:lnTo>
                    <a:pt x="374677" y="1246664"/>
                  </a:lnTo>
                  <a:lnTo>
                    <a:pt x="374649" y="1246644"/>
                  </a:lnTo>
                  <a:lnTo>
                    <a:pt x="374615" y="1246616"/>
                  </a:lnTo>
                  <a:lnTo>
                    <a:pt x="374594" y="1246605"/>
                  </a:lnTo>
                  <a:lnTo>
                    <a:pt x="374587" y="1246602"/>
                  </a:lnTo>
                  <a:lnTo>
                    <a:pt x="374581" y="1246603"/>
                  </a:lnTo>
                  <a:lnTo>
                    <a:pt x="374577" y="1246607"/>
                  </a:lnTo>
                  <a:lnTo>
                    <a:pt x="374570" y="1246617"/>
                  </a:lnTo>
                  <a:lnTo>
                    <a:pt x="374557" y="1246633"/>
                  </a:lnTo>
                  <a:lnTo>
                    <a:pt x="374534" y="1246655"/>
                  </a:lnTo>
                  <a:lnTo>
                    <a:pt x="374516" y="1246666"/>
                  </a:lnTo>
                  <a:lnTo>
                    <a:pt x="374504" y="1246671"/>
                  </a:lnTo>
                  <a:lnTo>
                    <a:pt x="374493" y="1246674"/>
                  </a:lnTo>
                  <a:lnTo>
                    <a:pt x="374485" y="1246675"/>
                  </a:lnTo>
                  <a:lnTo>
                    <a:pt x="374470" y="1246673"/>
                  </a:lnTo>
                  <a:lnTo>
                    <a:pt x="374457" y="1246669"/>
                  </a:lnTo>
                  <a:lnTo>
                    <a:pt x="374437" y="1246661"/>
                  </a:lnTo>
                  <a:lnTo>
                    <a:pt x="374418" y="1246649"/>
                  </a:lnTo>
                  <a:lnTo>
                    <a:pt x="374406" y="1246643"/>
                  </a:lnTo>
                  <a:lnTo>
                    <a:pt x="374398" y="1246642"/>
                  </a:lnTo>
                  <a:lnTo>
                    <a:pt x="374387" y="1246641"/>
                  </a:lnTo>
                  <a:lnTo>
                    <a:pt x="374367" y="1246642"/>
                  </a:lnTo>
                  <a:lnTo>
                    <a:pt x="374352" y="1246646"/>
                  </a:lnTo>
                  <a:lnTo>
                    <a:pt x="374333" y="1246655"/>
                  </a:lnTo>
                  <a:lnTo>
                    <a:pt x="374299" y="1246673"/>
                  </a:lnTo>
                  <a:lnTo>
                    <a:pt x="374287" y="1246678"/>
                  </a:lnTo>
                  <a:lnTo>
                    <a:pt x="374280" y="1246680"/>
                  </a:lnTo>
                  <a:lnTo>
                    <a:pt x="374271" y="1246680"/>
                  </a:lnTo>
                  <a:lnTo>
                    <a:pt x="374258" y="1246677"/>
                  </a:lnTo>
                  <a:lnTo>
                    <a:pt x="374240" y="1246675"/>
                  </a:lnTo>
                  <a:lnTo>
                    <a:pt x="374231" y="1246675"/>
                  </a:lnTo>
                  <a:lnTo>
                    <a:pt x="374222" y="1246677"/>
                  </a:lnTo>
                  <a:lnTo>
                    <a:pt x="374203" y="1246685"/>
                  </a:lnTo>
                  <a:lnTo>
                    <a:pt x="374182" y="1246692"/>
                  </a:lnTo>
                  <a:lnTo>
                    <a:pt x="374169" y="1246697"/>
                  </a:lnTo>
                  <a:lnTo>
                    <a:pt x="374156" y="1246700"/>
                  </a:lnTo>
                  <a:lnTo>
                    <a:pt x="374142" y="1246701"/>
                  </a:lnTo>
                  <a:lnTo>
                    <a:pt x="374124" y="1246700"/>
                  </a:lnTo>
                  <a:lnTo>
                    <a:pt x="374107" y="1246697"/>
                  </a:lnTo>
                  <a:lnTo>
                    <a:pt x="374088" y="1246693"/>
                  </a:lnTo>
                  <a:lnTo>
                    <a:pt x="374069" y="1246684"/>
                  </a:lnTo>
                  <a:lnTo>
                    <a:pt x="374047" y="1246675"/>
                  </a:lnTo>
                  <a:lnTo>
                    <a:pt x="374026" y="1246667"/>
                  </a:lnTo>
                  <a:lnTo>
                    <a:pt x="374003" y="1246662"/>
                  </a:lnTo>
                  <a:lnTo>
                    <a:pt x="373983" y="1246659"/>
                  </a:lnTo>
                  <a:lnTo>
                    <a:pt x="373966" y="1246659"/>
                  </a:lnTo>
                  <a:lnTo>
                    <a:pt x="373954" y="1246659"/>
                  </a:lnTo>
                  <a:lnTo>
                    <a:pt x="373944" y="1246660"/>
                  </a:lnTo>
                  <a:lnTo>
                    <a:pt x="373934" y="1246665"/>
                  </a:lnTo>
                  <a:lnTo>
                    <a:pt x="373912" y="1246678"/>
                  </a:lnTo>
                  <a:lnTo>
                    <a:pt x="373886" y="1246693"/>
                  </a:lnTo>
                  <a:lnTo>
                    <a:pt x="373866" y="1246703"/>
                  </a:lnTo>
                  <a:lnTo>
                    <a:pt x="373855" y="1246712"/>
                  </a:lnTo>
                  <a:lnTo>
                    <a:pt x="373840" y="1246730"/>
                  </a:lnTo>
                  <a:lnTo>
                    <a:pt x="373821" y="1246759"/>
                  </a:lnTo>
                  <a:lnTo>
                    <a:pt x="373808" y="1246786"/>
                  </a:lnTo>
                  <a:lnTo>
                    <a:pt x="373797" y="1246805"/>
                  </a:lnTo>
                  <a:lnTo>
                    <a:pt x="373791" y="1246816"/>
                  </a:lnTo>
                  <a:lnTo>
                    <a:pt x="373790" y="1246824"/>
                  </a:lnTo>
                  <a:lnTo>
                    <a:pt x="373791" y="1246830"/>
                  </a:lnTo>
                  <a:lnTo>
                    <a:pt x="373795" y="1246835"/>
                  </a:lnTo>
                  <a:lnTo>
                    <a:pt x="373804" y="1246842"/>
                  </a:lnTo>
                  <a:lnTo>
                    <a:pt x="373851" y="1246872"/>
                  </a:lnTo>
                  <a:lnTo>
                    <a:pt x="373885" y="1246896"/>
                  </a:lnTo>
                  <a:lnTo>
                    <a:pt x="373914" y="1246917"/>
                  </a:lnTo>
                  <a:lnTo>
                    <a:pt x="373934" y="1246933"/>
                  </a:lnTo>
                  <a:lnTo>
                    <a:pt x="373958" y="1246956"/>
                  </a:lnTo>
                  <a:lnTo>
                    <a:pt x="373982" y="1246977"/>
                  </a:lnTo>
                  <a:lnTo>
                    <a:pt x="373995" y="1246988"/>
                  </a:lnTo>
                  <a:lnTo>
                    <a:pt x="374012" y="1246998"/>
                  </a:lnTo>
                  <a:lnTo>
                    <a:pt x="374030" y="1247009"/>
                  </a:lnTo>
                  <a:lnTo>
                    <a:pt x="374032" y="1247016"/>
                  </a:lnTo>
                  <a:lnTo>
                    <a:pt x="374032" y="1247023"/>
                  </a:lnTo>
                  <a:lnTo>
                    <a:pt x="374029" y="1247038"/>
                  </a:lnTo>
                  <a:lnTo>
                    <a:pt x="374022" y="1247083"/>
                  </a:lnTo>
                  <a:lnTo>
                    <a:pt x="374018" y="1247145"/>
                  </a:lnTo>
                  <a:lnTo>
                    <a:pt x="374016" y="1247191"/>
                  </a:lnTo>
                  <a:lnTo>
                    <a:pt x="374018" y="1247232"/>
                  </a:lnTo>
                  <a:lnTo>
                    <a:pt x="374019" y="1247285"/>
                  </a:lnTo>
                  <a:lnTo>
                    <a:pt x="374018" y="1247322"/>
                  </a:lnTo>
                  <a:lnTo>
                    <a:pt x="374013" y="1247356"/>
                  </a:lnTo>
                  <a:lnTo>
                    <a:pt x="374006" y="1247383"/>
                  </a:lnTo>
                  <a:lnTo>
                    <a:pt x="374006" y="1247389"/>
                  </a:lnTo>
                  <a:lnTo>
                    <a:pt x="374013" y="1247395"/>
                  </a:lnTo>
                  <a:lnTo>
                    <a:pt x="374041" y="1247409"/>
                  </a:lnTo>
                  <a:lnTo>
                    <a:pt x="374066" y="1247424"/>
                  </a:lnTo>
                  <a:lnTo>
                    <a:pt x="374094" y="1247442"/>
                  </a:lnTo>
                  <a:lnTo>
                    <a:pt x="374121" y="1247463"/>
                  </a:lnTo>
                  <a:lnTo>
                    <a:pt x="374147" y="1247483"/>
                  </a:lnTo>
                  <a:lnTo>
                    <a:pt x="374177" y="1247510"/>
                  </a:lnTo>
                  <a:lnTo>
                    <a:pt x="374196" y="1247527"/>
                  </a:lnTo>
                  <a:lnTo>
                    <a:pt x="374213" y="1247536"/>
                  </a:lnTo>
                  <a:lnTo>
                    <a:pt x="374232" y="1247544"/>
                  </a:lnTo>
                  <a:lnTo>
                    <a:pt x="374259" y="1247553"/>
                  </a:lnTo>
                  <a:lnTo>
                    <a:pt x="374280" y="1247560"/>
                  </a:lnTo>
                  <a:lnTo>
                    <a:pt x="374294" y="1247568"/>
                  </a:lnTo>
                  <a:lnTo>
                    <a:pt x="374308" y="1247580"/>
                  </a:lnTo>
                  <a:lnTo>
                    <a:pt x="374319" y="1247597"/>
                  </a:lnTo>
                  <a:lnTo>
                    <a:pt x="374329" y="1247619"/>
                  </a:lnTo>
                  <a:lnTo>
                    <a:pt x="374329" y="1247626"/>
                  </a:lnTo>
                  <a:lnTo>
                    <a:pt x="374321" y="1247638"/>
                  </a:lnTo>
                  <a:lnTo>
                    <a:pt x="374290" y="1247675"/>
                  </a:lnTo>
                  <a:lnTo>
                    <a:pt x="374276" y="1247696"/>
                  </a:lnTo>
                  <a:lnTo>
                    <a:pt x="374263" y="1247722"/>
                  </a:lnTo>
                  <a:lnTo>
                    <a:pt x="374246" y="1247755"/>
                  </a:lnTo>
                  <a:lnTo>
                    <a:pt x="374233" y="1247797"/>
                  </a:lnTo>
                  <a:lnTo>
                    <a:pt x="374216" y="1247853"/>
                  </a:lnTo>
                  <a:lnTo>
                    <a:pt x="374202" y="1247901"/>
                  </a:lnTo>
                  <a:lnTo>
                    <a:pt x="374178" y="1247989"/>
                  </a:lnTo>
                  <a:lnTo>
                    <a:pt x="374167" y="1248029"/>
                  </a:lnTo>
                  <a:lnTo>
                    <a:pt x="374159" y="1248069"/>
                  </a:lnTo>
                  <a:lnTo>
                    <a:pt x="374152" y="1248101"/>
                  </a:lnTo>
                  <a:lnTo>
                    <a:pt x="374150" y="1248125"/>
                  </a:lnTo>
                  <a:lnTo>
                    <a:pt x="374151" y="1248140"/>
                  </a:lnTo>
                  <a:lnTo>
                    <a:pt x="374154" y="1248152"/>
                  </a:lnTo>
                  <a:lnTo>
                    <a:pt x="374158" y="1248168"/>
                  </a:lnTo>
                  <a:lnTo>
                    <a:pt x="374167" y="1248185"/>
                  </a:lnTo>
                  <a:lnTo>
                    <a:pt x="374178" y="1248202"/>
                  </a:lnTo>
                  <a:lnTo>
                    <a:pt x="374192" y="1248219"/>
                  </a:lnTo>
                  <a:lnTo>
                    <a:pt x="374200" y="1248225"/>
                  </a:lnTo>
                  <a:lnTo>
                    <a:pt x="374224" y="1248249"/>
                  </a:lnTo>
                  <a:lnTo>
                    <a:pt x="374235" y="1248256"/>
                  </a:lnTo>
                  <a:lnTo>
                    <a:pt x="374239" y="1248260"/>
                  </a:lnTo>
                  <a:lnTo>
                    <a:pt x="374265" y="1248285"/>
                  </a:lnTo>
                  <a:lnTo>
                    <a:pt x="374283" y="1248306"/>
                  </a:lnTo>
                  <a:lnTo>
                    <a:pt x="374299" y="1248326"/>
                  </a:lnTo>
                  <a:lnTo>
                    <a:pt x="374312" y="1248348"/>
                  </a:lnTo>
                  <a:lnTo>
                    <a:pt x="374319" y="1248365"/>
                  </a:lnTo>
                  <a:lnTo>
                    <a:pt x="374327" y="1248392"/>
                  </a:lnTo>
                  <a:lnTo>
                    <a:pt x="374331" y="1248428"/>
                  </a:lnTo>
                  <a:lnTo>
                    <a:pt x="374331" y="1248450"/>
                  </a:lnTo>
                  <a:lnTo>
                    <a:pt x="374326" y="1248467"/>
                  </a:lnTo>
                  <a:lnTo>
                    <a:pt x="374319" y="1248492"/>
                  </a:lnTo>
                  <a:lnTo>
                    <a:pt x="374314" y="1248507"/>
                  </a:lnTo>
                  <a:lnTo>
                    <a:pt x="374305" y="1248525"/>
                  </a:lnTo>
                  <a:lnTo>
                    <a:pt x="374289" y="1248550"/>
                  </a:lnTo>
                  <a:lnTo>
                    <a:pt x="374269" y="1248577"/>
                  </a:lnTo>
                  <a:lnTo>
                    <a:pt x="374242" y="1248613"/>
                  </a:lnTo>
                  <a:lnTo>
                    <a:pt x="374206" y="1248653"/>
                  </a:lnTo>
                  <a:lnTo>
                    <a:pt x="374196" y="1248663"/>
                  </a:lnTo>
                  <a:lnTo>
                    <a:pt x="374192" y="1248667"/>
                  </a:lnTo>
                  <a:lnTo>
                    <a:pt x="374187" y="1248675"/>
                  </a:lnTo>
                  <a:lnTo>
                    <a:pt x="374182" y="1248681"/>
                  </a:lnTo>
                  <a:lnTo>
                    <a:pt x="374139" y="1248726"/>
                  </a:lnTo>
                  <a:lnTo>
                    <a:pt x="374125" y="1248743"/>
                  </a:lnTo>
                  <a:lnTo>
                    <a:pt x="374098" y="1248778"/>
                  </a:lnTo>
                  <a:lnTo>
                    <a:pt x="374086" y="1248798"/>
                  </a:lnTo>
                  <a:lnTo>
                    <a:pt x="374077" y="1248820"/>
                  </a:lnTo>
                  <a:lnTo>
                    <a:pt x="374065" y="1248837"/>
                  </a:lnTo>
                  <a:lnTo>
                    <a:pt x="374056" y="1248846"/>
                  </a:lnTo>
                  <a:lnTo>
                    <a:pt x="374048" y="1248852"/>
                  </a:lnTo>
                  <a:lnTo>
                    <a:pt x="374031" y="1248863"/>
                  </a:lnTo>
                  <a:lnTo>
                    <a:pt x="374003" y="1248882"/>
                  </a:lnTo>
                  <a:lnTo>
                    <a:pt x="373989" y="1248893"/>
                  </a:lnTo>
                  <a:lnTo>
                    <a:pt x="373982" y="1248903"/>
                  </a:lnTo>
                  <a:lnTo>
                    <a:pt x="373978" y="1248910"/>
                  </a:lnTo>
                  <a:lnTo>
                    <a:pt x="373978" y="1248919"/>
                  </a:lnTo>
                  <a:lnTo>
                    <a:pt x="373979" y="1248945"/>
                  </a:lnTo>
                  <a:lnTo>
                    <a:pt x="373978" y="1248996"/>
                  </a:lnTo>
                  <a:lnTo>
                    <a:pt x="373977" y="1249006"/>
                  </a:lnTo>
                  <a:lnTo>
                    <a:pt x="373968" y="1249027"/>
                  </a:lnTo>
                  <a:lnTo>
                    <a:pt x="373947" y="1249075"/>
                  </a:lnTo>
                  <a:lnTo>
                    <a:pt x="373923" y="1249114"/>
                  </a:lnTo>
                  <a:lnTo>
                    <a:pt x="373893" y="1249164"/>
                  </a:lnTo>
                  <a:lnTo>
                    <a:pt x="373875" y="1249189"/>
                  </a:lnTo>
                  <a:lnTo>
                    <a:pt x="373859" y="1249208"/>
                  </a:lnTo>
                  <a:lnTo>
                    <a:pt x="373852" y="1249217"/>
                  </a:lnTo>
                  <a:lnTo>
                    <a:pt x="373851" y="1249224"/>
                  </a:lnTo>
                  <a:lnTo>
                    <a:pt x="373865" y="1249232"/>
                  </a:lnTo>
                  <a:lnTo>
                    <a:pt x="373887" y="1249241"/>
                  </a:lnTo>
                  <a:lnTo>
                    <a:pt x="373910" y="1249257"/>
                  </a:lnTo>
                  <a:lnTo>
                    <a:pt x="373944" y="1249278"/>
                  </a:lnTo>
                  <a:lnTo>
                    <a:pt x="373984" y="1249306"/>
                  </a:lnTo>
                  <a:lnTo>
                    <a:pt x="374026" y="1249339"/>
                  </a:lnTo>
                  <a:lnTo>
                    <a:pt x="374064" y="1249370"/>
                  </a:lnTo>
                  <a:lnTo>
                    <a:pt x="374115" y="1249419"/>
                  </a:lnTo>
                  <a:lnTo>
                    <a:pt x="374140" y="1249444"/>
                  </a:lnTo>
                  <a:lnTo>
                    <a:pt x="374185" y="1249496"/>
                  </a:lnTo>
                  <a:lnTo>
                    <a:pt x="374212" y="1249532"/>
                  </a:lnTo>
                  <a:lnTo>
                    <a:pt x="374251" y="1249577"/>
                  </a:lnTo>
                  <a:lnTo>
                    <a:pt x="374280" y="1249609"/>
                  </a:lnTo>
                  <a:lnTo>
                    <a:pt x="374298" y="1249623"/>
                  </a:lnTo>
                  <a:lnTo>
                    <a:pt x="374315" y="1249634"/>
                  </a:lnTo>
                  <a:lnTo>
                    <a:pt x="374331" y="1249640"/>
                  </a:lnTo>
                  <a:lnTo>
                    <a:pt x="374345" y="1249642"/>
                  </a:lnTo>
                  <a:lnTo>
                    <a:pt x="374355" y="1249641"/>
                  </a:lnTo>
                  <a:lnTo>
                    <a:pt x="374368" y="1249635"/>
                  </a:lnTo>
                  <a:lnTo>
                    <a:pt x="374389" y="1249622"/>
                  </a:lnTo>
                  <a:lnTo>
                    <a:pt x="374415" y="1249608"/>
                  </a:lnTo>
                  <a:lnTo>
                    <a:pt x="374445" y="1249596"/>
                  </a:lnTo>
                  <a:lnTo>
                    <a:pt x="374464" y="1249592"/>
                  </a:lnTo>
                  <a:lnTo>
                    <a:pt x="374481" y="1249593"/>
                  </a:lnTo>
                  <a:lnTo>
                    <a:pt x="374497" y="1249599"/>
                  </a:lnTo>
                  <a:lnTo>
                    <a:pt x="374539" y="1249614"/>
                  </a:lnTo>
                  <a:lnTo>
                    <a:pt x="374562" y="1249621"/>
                  </a:lnTo>
                  <a:lnTo>
                    <a:pt x="374583" y="1249625"/>
                  </a:lnTo>
                  <a:lnTo>
                    <a:pt x="374601" y="1249627"/>
                  </a:lnTo>
                  <a:lnTo>
                    <a:pt x="374618" y="1249626"/>
                  </a:lnTo>
                  <a:lnTo>
                    <a:pt x="374644" y="1249617"/>
                  </a:lnTo>
                  <a:lnTo>
                    <a:pt x="374665" y="1249609"/>
                  </a:lnTo>
                  <a:lnTo>
                    <a:pt x="374686" y="1249604"/>
                  </a:lnTo>
                  <a:lnTo>
                    <a:pt x="374696" y="1249605"/>
                  </a:lnTo>
                  <a:lnTo>
                    <a:pt x="374708" y="1249610"/>
                  </a:lnTo>
                  <a:lnTo>
                    <a:pt x="374725" y="1249625"/>
                  </a:lnTo>
                  <a:lnTo>
                    <a:pt x="374741" y="1249638"/>
                  </a:lnTo>
                  <a:lnTo>
                    <a:pt x="374780" y="1249680"/>
                  </a:lnTo>
                  <a:lnTo>
                    <a:pt x="374810" y="1249713"/>
                  </a:lnTo>
                  <a:lnTo>
                    <a:pt x="374839" y="1249741"/>
                  </a:lnTo>
                  <a:lnTo>
                    <a:pt x="374868" y="1249768"/>
                  </a:lnTo>
                  <a:lnTo>
                    <a:pt x="374883" y="1249787"/>
                  </a:lnTo>
                  <a:lnTo>
                    <a:pt x="374903" y="1249810"/>
                  </a:lnTo>
                  <a:lnTo>
                    <a:pt x="374922" y="1249837"/>
                  </a:lnTo>
                  <a:lnTo>
                    <a:pt x="374955" y="1249888"/>
                  </a:lnTo>
                  <a:lnTo>
                    <a:pt x="374958" y="1249896"/>
                  </a:lnTo>
                  <a:lnTo>
                    <a:pt x="374966" y="1249949"/>
                  </a:lnTo>
                  <a:lnTo>
                    <a:pt x="374975" y="1249997"/>
                  </a:lnTo>
                  <a:lnTo>
                    <a:pt x="374980" y="1250020"/>
                  </a:lnTo>
                  <a:lnTo>
                    <a:pt x="374987" y="1250041"/>
                  </a:lnTo>
                  <a:lnTo>
                    <a:pt x="375000" y="1250070"/>
                  </a:lnTo>
                  <a:lnTo>
                    <a:pt x="375017" y="1250094"/>
                  </a:lnTo>
                  <a:lnTo>
                    <a:pt x="375030" y="1250108"/>
                  </a:lnTo>
                  <a:lnTo>
                    <a:pt x="375050" y="1250123"/>
                  </a:lnTo>
                  <a:lnTo>
                    <a:pt x="375077" y="1250140"/>
                  </a:lnTo>
                  <a:lnTo>
                    <a:pt x="375098" y="1250156"/>
                  </a:lnTo>
                  <a:lnTo>
                    <a:pt x="375113" y="1250171"/>
                  </a:lnTo>
                  <a:lnTo>
                    <a:pt x="375123" y="1250185"/>
                  </a:lnTo>
                  <a:lnTo>
                    <a:pt x="375128" y="1250198"/>
                  </a:lnTo>
                  <a:lnTo>
                    <a:pt x="375131" y="1250210"/>
                  </a:lnTo>
                  <a:lnTo>
                    <a:pt x="375130" y="1250220"/>
                  </a:lnTo>
                  <a:lnTo>
                    <a:pt x="375127" y="1250227"/>
                  </a:lnTo>
                  <a:lnTo>
                    <a:pt x="375120" y="1250234"/>
                  </a:lnTo>
                  <a:lnTo>
                    <a:pt x="375106" y="1250242"/>
                  </a:lnTo>
                  <a:lnTo>
                    <a:pt x="375080" y="1250258"/>
                  </a:lnTo>
                  <a:lnTo>
                    <a:pt x="375044" y="1250277"/>
                  </a:lnTo>
                  <a:lnTo>
                    <a:pt x="375022" y="1250288"/>
                  </a:lnTo>
                  <a:lnTo>
                    <a:pt x="375005" y="1250297"/>
                  </a:lnTo>
                  <a:lnTo>
                    <a:pt x="374989" y="1250303"/>
                  </a:lnTo>
                  <a:lnTo>
                    <a:pt x="374965" y="1250311"/>
                  </a:lnTo>
                  <a:lnTo>
                    <a:pt x="374938" y="1250318"/>
                  </a:lnTo>
                  <a:lnTo>
                    <a:pt x="374910" y="1250321"/>
                  </a:lnTo>
                  <a:lnTo>
                    <a:pt x="374874" y="1250324"/>
                  </a:lnTo>
                  <a:lnTo>
                    <a:pt x="374855" y="1250327"/>
                  </a:lnTo>
                  <a:lnTo>
                    <a:pt x="374844" y="1250332"/>
                  </a:lnTo>
                  <a:lnTo>
                    <a:pt x="374837" y="1250344"/>
                  </a:lnTo>
                  <a:lnTo>
                    <a:pt x="374827" y="1250369"/>
                  </a:lnTo>
                  <a:lnTo>
                    <a:pt x="374818" y="1250390"/>
                  </a:lnTo>
                  <a:lnTo>
                    <a:pt x="374808" y="1250409"/>
                  </a:lnTo>
                  <a:lnTo>
                    <a:pt x="374803" y="1250420"/>
                  </a:lnTo>
                  <a:lnTo>
                    <a:pt x="374792" y="1250434"/>
                  </a:lnTo>
                  <a:lnTo>
                    <a:pt x="374775" y="1250451"/>
                  </a:lnTo>
                  <a:lnTo>
                    <a:pt x="374764" y="1250460"/>
                  </a:lnTo>
                  <a:lnTo>
                    <a:pt x="374757" y="1250466"/>
                  </a:lnTo>
                  <a:lnTo>
                    <a:pt x="374752" y="1250468"/>
                  </a:lnTo>
                  <a:lnTo>
                    <a:pt x="374723" y="1250483"/>
                  </a:lnTo>
                  <a:lnTo>
                    <a:pt x="374707" y="1250490"/>
                  </a:lnTo>
                  <a:lnTo>
                    <a:pt x="374684" y="1250499"/>
                  </a:lnTo>
                  <a:lnTo>
                    <a:pt x="374660" y="1250507"/>
                  </a:lnTo>
                  <a:lnTo>
                    <a:pt x="374654" y="1250510"/>
                  </a:lnTo>
                  <a:lnTo>
                    <a:pt x="374645" y="1250514"/>
                  </a:lnTo>
                  <a:lnTo>
                    <a:pt x="374638" y="1250520"/>
                  </a:lnTo>
                  <a:lnTo>
                    <a:pt x="374625" y="1250533"/>
                  </a:lnTo>
                  <a:lnTo>
                    <a:pt x="374612" y="1250550"/>
                  </a:lnTo>
                  <a:lnTo>
                    <a:pt x="374597" y="1250573"/>
                  </a:lnTo>
                  <a:lnTo>
                    <a:pt x="374579" y="1250606"/>
                  </a:lnTo>
                  <a:lnTo>
                    <a:pt x="374569" y="1250624"/>
                  </a:lnTo>
                  <a:lnTo>
                    <a:pt x="374558" y="1250647"/>
                  </a:lnTo>
                  <a:lnTo>
                    <a:pt x="374542" y="1250677"/>
                  </a:lnTo>
                  <a:lnTo>
                    <a:pt x="374531" y="1250694"/>
                  </a:lnTo>
                  <a:lnTo>
                    <a:pt x="374522" y="1250708"/>
                  </a:lnTo>
                  <a:lnTo>
                    <a:pt x="374514" y="1250728"/>
                  </a:lnTo>
                  <a:lnTo>
                    <a:pt x="374504" y="1250744"/>
                  </a:lnTo>
                  <a:lnTo>
                    <a:pt x="374495" y="1250754"/>
                  </a:lnTo>
                  <a:lnTo>
                    <a:pt x="374487" y="1250760"/>
                  </a:lnTo>
                  <a:lnTo>
                    <a:pt x="374481" y="1250763"/>
                  </a:lnTo>
                  <a:lnTo>
                    <a:pt x="374472" y="1250767"/>
                  </a:lnTo>
                  <a:lnTo>
                    <a:pt x="374458" y="1250771"/>
                  </a:lnTo>
                  <a:lnTo>
                    <a:pt x="374434" y="1250774"/>
                  </a:lnTo>
                  <a:lnTo>
                    <a:pt x="374383" y="1250775"/>
                  </a:lnTo>
                  <a:lnTo>
                    <a:pt x="374340" y="1250773"/>
                  </a:lnTo>
                  <a:lnTo>
                    <a:pt x="374320" y="1250773"/>
                  </a:lnTo>
                  <a:lnTo>
                    <a:pt x="374297" y="1250774"/>
                  </a:lnTo>
                  <a:lnTo>
                    <a:pt x="374273" y="1250779"/>
                  </a:lnTo>
                  <a:lnTo>
                    <a:pt x="374252" y="1250782"/>
                  </a:lnTo>
                  <a:lnTo>
                    <a:pt x="374221" y="1250790"/>
                  </a:lnTo>
                  <a:lnTo>
                    <a:pt x="374200" y="1250798"/>
                  </a:lnTo>
                  <a:lnTo>
                    <a:pt x="374178" y="1250808"/>
                  </a:lnTo>
                  <a:lnTo>
                    <a:pt x="374151" y="1250818"/>
                  </a:lnTo>
                  <a:lnTo>
                    <a:pt x="374133" y="1250828"/>
                  </a:lnTo>
                  <a:lnTo>
                    <a:pt x="374124" y="1250835"/>
                  </a:lnTo>
                  <a:lnTo>
                    <a:pt x="374121" y="1250842"/>
                  </a:lnTo>
                  <a:lnTo>
                    <a:pt x="374118" y="1250850"/>
                  </a:lnTo>
                  <a:lnTo>
                    <a:pt x="374117" y="1250860"/>
                  </a:lnTo>
                  <a:lnTo>
                    <a:pt x="374121" y="1250879"/>
                  </a:lnTo>
                  <a:lnTo>
                    <a:pt x="374128" y="1250906"/>
                  </a:lnTo>
                  <a:lnTo>
                    <a:pt x="374134" y="1250927"/>
                  </a:lnTo>
                  <a:lnTo>
                    <a:pt x="374137" y="1250945"/>
                  </a:lnTo>
                  <a:lnTo>
                    <a:pt x="374138" y="1250968"/>
                  </a:lnTo>
                  <a:lnTo>
                    <a:pt x="374139" y="1250993"/>
                  </a:lnTo>
                  <a:lnTo>
                    <a:pt x="374142" y="1251000"/>
                  </a:lnTo>
                  <a:lnTo>
                    <a:pt x="374147" y="1251014"/>
                  </a:lnTo>
                  <a:lnTo>
                    <a:pt x="374150" y="1251021"/>
                  </a:lnTo>
                  <a:lnTo>
                    <a:pt x="374156" y="1251041"/>
                  </a:lnTo>
                  <a:lnTo>
                    <a:pt x="374168" y="1251077"/>
                  </a:lnTo>
                  <a:lnTo>
                    <a:pt x="374197" y="1251155"/>
                  </a:lnTo>
                  <a:lnTo>
                    <a:pt x="374210" y="1251195"/>
                  </a:lnTo>
                  <a:lnTo>
                    <a:pt x="374217" y="1251220"/>
                  </a:lnTo>
                  <a:lnTo>
                    <a:pt x="374218" y="1251235"/>
                  </a:lnTo>
                  <a:lnTo>
                    <a:pt x="374218" y="1251242"/>
                  </a:lnTo>
                  <a:lnTo>
                    <a:pt x="374216" y="1251252"/>
                  </a:lnTo>
                  <a:lnTo>
                    <a:pt x="374209" y="1251270"/>
                  </a:lnTo>
                  <a:lnTo>
                    <a:pt x="374198" y="1251295"/>
                  </a:lnTo>
                  <a:lnTo>
                    <a:pt x="374184" y="1251319"/>
                  </a:lnTo>
                  <a:lnTo>
                    <a:pt x="374166" y="1251346"/>
                  </a:lnTo>
                  <a:lnTo>
                    <a:pt x="374151" y="1251363"/>
                  </a:lnTo>
                  <a:lnTo>
                    <a:pt x="374140" y="1251373"/>
                  </a:lnTo>
                  <a:lnTo>
                    <a:pt x="374123" y="1251384"/>
                  </a:lnTo>
                  <a:lnTo>
                    <a:pt x="374093" y="1251399"/>
                  </a:lnTo>
                  <a:lnTo>
                    <a:pt x="374062" y="1251414"/>
                  </a:lnTo>
                  <a:lnTo>
                    <a:pt x="374040" y="1251422"/>
                  </a:lnTo>
                  <a:lnTo>
                    <a:pt x="374020" y="1251431"/>
                  </a:lnTo>
                  <a:lnTo>
                    <a:pt x="374004" y="1251441"/>
                  </a:lnTo>
                  <a:lnTo>
                    <a:pt x="373991" y="1251451"/>
                  </a:lnTo>
                  <a:lnTo>
                    <a:pt x="373990" y="1251458"/>
                  </a:lnTo>
                  <a:lnTo>
                    <a:pt x="373995" y="1251461"/>
                  </a:lnTo>
                  <a:lnTo>
                    <a:pt x="374006" y="1251460"/>
                  </a:lnTo>
                  <a:lnTo>
                    <a:pt x="374022" y="1251458"/>
                  </a:lnTo>
                  <a:lnTo>
                    <a:pt x="374041" y="1251453"/>
                  </a:lnTo>
                  <a:lnTo>
                    <a:pt x="374059" y="1251450"/>
                  </a:lnTo>
                  <a:lnTo>
                    <a:pt x="374086" y="1251451"/>
                  </a:lnTo>
                  <a:lnTo>
                    <a:pt x="374112" y="1251455"/>
                  </a:lnTo>
                  <a:lnTo>
                    <a:pt x="374138" y="1251460"/>
                  </a:lnTo>
                  <a:lnTo>
                    <a:pt x="374159" y="1251462"/>
                  </a:lnTo>
                  <a:lnTo>
                    <a:pt x="374186" y="1251463"/>
                  </a:lnTo>
                  <a:lnTo>
                    <a:pt x="374201" y="1251464"/>
                  </a:lnTo>
                  <a:lnTo>
                    <a:pt x="374233" y="1251461"/>
                  </a:lnTo>
                  <a:lnTo>
                    <a:pt x="374247" y="1251456"/>
                  </a:lnTo>
                  <a:lnTo>
                    <a:pt x="374287" y="1251440"/>
                  </a:lnTo>
                  <a:lnTo>
                    <a:pt x="374310" y="1251428"/>
                  </a:lnTo>
                  <a:lnTo>
                    <a:pt x="374340" y="1251410"/>
                  </a:lnTo>
                  <a:lnTo>
                    <a:pt x="374365" y="1251397"/>
                  </a:lnTo>
                  <a:lnTo>
                    <a:pt x="374393" y="1251384"/>
                  </a:lnTo>
                  <a:lnTo>
                    <a:pt x="374417" y="1251376"/>
                  </a:lnTo>
                  <a:lnTo>
                    <a:pt x="374430" y="1251375"/>
                  </a:lnTo>
                  <a:lnTo>
                    <a:pt x="374446" y="1251374"/>
                  </a:lnTo>
                  <a:lnTo>
                    <a:pt x="374472" y="1251376"/>
                  </a:lnTo>
                  <a:lnTo>
                    <a:pt x="374486" y="1251375"/>
                  </a:lnTo>
                  <a:lnTo>
                    <a:pt x="374501" y="1251372"/>
                  </a:lnTo>
                  <a:lnTo>
                    <a:pt x="374523" y="1251366"/>
                  </a:lnTo>
                  <a:lnTo>
                    <a:pt x="374591" y="1251339"/>
                  </a:lnTo>
                  <a:lnTo>
                    <a:pt x="374611" y="1251331"/>
                  </a:lnTo>
                  <a:lnTo>
                    <a:pt x="374631" y="1251325"/>
                  </a:lnTo>
                  <a:lnTo>
                    <a:pt x="374658" y="1251322"/>
                  </a:lnTo>
                  <a:lnTo>
                    <a:pt x="374680" y="1251320"/>
                  </a:lnTo>
                  <a:lnTo>
                    <a:pt x="374724" y="1251321"/>
                  </a:lnTo>
                  <a:lnTo>
                    <a:pt x="374779" y="1251325"/>
                  </a:lnTo>
                  <a:lnTo>
                    <a:pt x="374789" y="1251328"/>
                  </a:lnTo>
                  <a:lnTo>
                    <a:pt x="374799" y="1251334"/>
                  </a:lnTo>
                  <a:lnTo>
                    <a:pt x="374812" y="1251349"/>
                  </a:lnTo>
                  <a:lnTo>
                    <a:pt x="374818" y="1251360"/>
                  </a:lnTo>
                  <a:lnTo>
                    <a:pt x="374823" y="1251373"/>
                  </a:lnTo>
                  <a:lnTo>
                    <a:pt x="374827" y="1251398"/>
                  </a:lnTo>
                  <a:lnTo>
                    <a:pt x="374829" y="1251450"/>
                  </a:lnTo>
                  <a:lnTo>
                    <a:pt x="374826" y="1251469"/>
                  </a:lnTo>
                  <a:lnTo>
                    <a:pt x="374822" y="1251504"/>
                  </a:lnTo>
                  <a:lnTo>
                    <a:pt x="374812" y="1251544"/>
                  </a:lnTo>
                  <a:lnTo>
                    <a:pt x="374799" y="1251582"/>
                  </a:lnTo>
                  <a:lnTo>
                    <a:pt x="374789" y="1251612"/>
                  </a:lnTo>
                  <a:lnTo>
                    <a:pt x="374779" y="1251634"/>
                  </a:lnTo>
                  <a:lnTo>
                    <a:pt x="374767" y="1251661"/>
                  </a:lnTo>
                  <a:lnTo>
                    <a:pt x="374762" y="1251681"/>
                  </a:lnTo>
                  <a:lnTo>
                    <a:pt x="374760" y="1251706"/>
                  </a:lnTo>
                  <a:lnTo>
                    <a:pt x="374758" y="1251736"/>
                  </a:lnTo>
                  <a:lnTo>
                    <a:pt x="374755" y="1251777"/>
                  </a:lnTo>
                  <a:lnTo>
                    <a:pt x="374747" y="1251816"/>
                  </a:lnTo>
                  <a:lnTo>
                    <a:pt x="374744" y="1251839"/>
                  </a:lnTo>
                  <a:lnTo>
                    <a:pt x="374740" y="1251851"/>
                  </a:lnTo>
                  <a:lnTo>
                    <a:pt x="374726" y="1251880"/>
                  </a:lnTo>
                  <a:lnTo>
                    <a:pt x="374698" y="1251937"/>
                  </a:lnTo>
                  <a:lnTo>
                    <a:pt x="374675" y="1251993"/>
                  </a:lnTo>
                  <a:lnTo>
                    <a:pt x="374661" y="1252034"/>
                  </a:lnTo>
                  <a:lnTo>
                    <a:pt x="374651" y="1252061"/>
                  </a:lnTo>
                  <a:lnTo>
                    <a:pt x="374644" y="1252074"/>
                  </a:lnTo>
                  <a:lnTo>
                    <a:pt x="374639" y="1252078"/>
                  </a:lnTo>
                  <a:lnTo>
                    <a:pt x="374629" y="1252079"/>
                  </a:lnTo>
                  <a:lnTo>
                    <a:pt x="374620" y="1252083"/>
                  </a:lnTo>
                  <a:lnTo>
                    <a:pt x="374608" y="1252091"/>
                  </a:lnTo>
                  <a:lnTo>
                    <a:pt x="374589" y="1252106"/>
                  </a:lnTo>
                  <a:lnTo>
                    <a:pt x="374577" y="1252119"/>
                  </a:lnTo>
                  <a:lnTo>
                    <a:pt x="374569" y="1252134"/>
                  </a:lnTo>
                  <a:lnTo>
                    <a:pt x="374556" y="1252157"/>
                  </a:lnTo>
                  <a:lnTo>
                    <a:pt x="374544" y="1252188"/>
                  </a:lnTo>
                  <a:lnTo>
                    <a:pt x="374531" y="1252220"/>
                  </a:lnTo>
                  <a:lnTo>
                    <a:pt x="374523" y="1252248"/>
                  </a:lnTo>
                  <a:lnTo>
                    <a:pt x="374517" y="1252269"/>
                  </a:lnTo>
                  <a:lnTo>
                    <a:pt x="374504" y="1252313"/>
                  </a:lnTo>
                  <a:lnTo>
                    <a:pt x="374495" y="1252358"/>
                  </a:lnTo>
                  <a:lnTo>
                    <a:pt x="374486" y="1252398"/>
                  </a:lnTo>
                  <a:lnTo>
                    <a:pt x="374477" y="1252439"/>
                  </a:lnTo>
                  <a:lnTo>
                    <a:pt x="374469" y="1252484"/>
                  </a:lnTo>
                  <a:lnTo>
                    <a:pt x="374461" y="1252508"/>
                  </a:lnTo>
                  <a:lnTo>
                    <a:pt x="374452" y="1252526"/>
                  </a:lnTo>
                  <a:lnTo>
                    <a:pt x="374440" y="1252542"/>
                  </a:lnTo>
                  <a:lnTo>
                    <a:pt x="374421" y="1252560"/>
                  </a:lnTo>
                  <a:lnTo>
                    <a:pt x="374383" y="1252586"/>
                  </a:lnTo>
                  <a:lnTo>
                    <a:pt x="374359" y="1252600"/>
                  </a:lnTo>
                  <a:lnTo>
                    <a:pt x="374336" y="1252614"/>
                  </a:lnTo>
                  <a:lnTo>
                    <a:pt x="374322" y="1252625"/>
                  </a:lnTo>
                  <a:lnTo>
                    <a:pt x="374293" y="1252643"/>
                  </a:lnTo>
                  <a:lnTo>
                    <a:pt x="374271" y="1252662"/>
                  </a:lnTo>
                  <a:lnTo>
                    <a:pt x="374245" y="1252686"/>
                  </a:lnTo>
                  <a:lnTo>
                    <a:pt x="374218" y="1252711"/>
                  </a:lnTo>
                  <a:lnTo>
                    <a:pt x="374194" y="1252737"/>
                  </a:lnTo>
                  <a:lnTo>
                    <a:pt x="374161" y="1252765"/>
                  </a:lnTo>
                  <a:lnTo>
                    <a:pt x="374133" y="1252794"/>
                  </a:lnTo>
                  <a:lnTo>
                    <a:pt x="374117" y="1252806"/>
                  </a:lnTo>
                  <a:lnTo>
                    <a:pt x="374091" y="1252823"/>
                  </a:lnTo>
                  <a:lnTo>
                    <a:pt x="374072" y="1252833"/>
                  </a:lnTo>
                  <a:lnTo>
                    <a:pt x="374051" y="1252842"/>
                  </a:lnTo>
                  <a:lnTo>
                    <a:pt x="374029" y="1252854"/>
                  </a:lnTo>
                  <a:lnTo>
                    <a:pt x="373998" y="1252876"/>
                  </a:lnTo>
                  <a:lnTo>
                    <a:pt x="373980" y="1252896"/>
                  </a:lnTo>
                  <a:lnTo>
                    <a:pt x="373951" y="1252932"/>
                  </a:lnTo>
                  <a:lnTo>
                    <a:pt x="373931" y="1252958"/>
                  </a:lnTo>
                  <a:lnTo>
                    <a:pt x="373908" y="1252988"/>
                  </a:lnTo>
                  <a:lnTo>
                    <a:pt x="373891" y="1253007"/>
                  </a:lnTo>
                  <a:lnTo>
                    <a:pt x="373859" y="1253047"/>
                  </a:lnTo>
                  <a:lnTo>
                    <a:pt x="373840" y="1253066"/>
                  </a:lnTo>
                  <a:lnTo>
                    <a:pt x="373831" y="1253074"/>
                  </a:lnTo>
                  <a:lnTo>
                    <a:pt x="373812" y="1253083"/>
                  </a:lnTo>
                  <a:lnTo>
                    <a:pt x="373794" y="1253089"/>
                  </a:lnTo>
                  <a:lnTo>
                    <a:pt x="373777" y="1253093"/>
                  </a:lnTo>
                  <a:lnTo>
                    <a:pt x="373762" y="1253095"/>
                  </a:lnTo>
                  <a:lnTo>
                    <a:pt x="373737" y="1253096"/>
                  </a:lnTo>
                  <a:lnTo>
                    <a:pt x="373707" y="1253096"/>
                  </a:lnTo>
                  <a:lnTo>
                    <a:pt x="373678" y="1253099"/>
                  </a:lnTo>
                  <a:lnTo>
                    <a:pt x="373664" y="1253102"/>
                  </a:lnTo>
                  <a:lnTo>
                    <a:pt x="373662" y="1253109"/>
                  </a:lnTo>
                  <a:lnTo>
                    <a:pt x="373664" y="1253115"/>
                  </a:lnTo>
                  <a:lnTo>
                    <a:pt x="373674" y="1253133"/>
                  </a:lnTo>
                  <a:lnTo>
                    <a:pt x="373684" y="1253151"/>
                  </a:lnTo>
                  <a:lnTo>
                    <a:pt x="373696" y="1253171"/>
                  </a:lnTo>
                  <a:lnTo>
                    <a:pt x="373714" y="1253200"/>
                  </a:lnTo>
                  <a:lnTo>
                    <a:pt x="373739" y="1253233"/>
                  </a:lnTo>
                  <a:lnTo>
                    <a:pt x="373764" y="1253267"/>
                  </a:lnTo>
                  <a:lnTo>
                    <a:pt x="373799" y="1253309"/>
                  </a:lnTo>
                  <a:lnTo>
                    <a:pt x="373819" y="1253336"/>
                  </a:lnTo>
                  <a:lnTo>
                    <a:pt x="373833" y="1253357"/>
                  </a:lnTo>
                  <a:lnTo>
                    <a:pt x="373845" y="1253381"/>
                  </a:lnTo>
                  <a:lnTo>
                    <a:pt x="373854" y="1253402"/>
                  </a:lnTo>
                  <a:lnTo>
                    <a:pt x="373860" y="1253416"/>
                  </a:lnTo>
                  <a:lnTo>
                    <a:pt x="373867" y="1253441"/>
                  </a:lnTo>
                  <a:lnTo>
                    <a:pt x="373873" y="1253476"/>
                  </a:lnTo>
                  <a:lnTo>
                    <a:pt x="373880" y="1253510"/>
                  </a:lnTo>
                  <a:lnTo>
                    <a:pt x="373883" y="1253540"/>
                  </a:lnTo>
                  <a:lnTo>
                    <a:pt x="373885" y="1253577"/>
                  </a:lnTo>
                  <a:lnTo>
                    <a:pt x="373883" y="1253592"/>
                  </a:lnTo>
                  <a:lnTo>
                    <a:pt x="373881" y="1253601"/>
                  </a:lnTo>
                  <a:lnTo>
                    <a:pt x="373875" y="1253616"/>
                  </a:lnTo>
                  <a:lnTo>
                    <a:pt x="373871" y="1253624"/>
                  </a:lnTo>
                  <a:lnTo>
                    <a:pt x="373861" y="1253642"/>
                  </a:lnTo>
                  <a:lnTo>
                    <a:pt x="373849" y="1253662"/>
                  </a:lnTo>
                  <a:lnTo>
                    <a:pt x="373826" y="1253703"/>
                  </a:lnTo>
                  <a:lnTo>
                    <a:pt x="373800" y="1253751"/>
                  </a:lnTo>
                  <a:lnTo>
                    <a:pt x="373787" y="1253771"/>
                  </a:lnTo>
                  <a:lnTo>
                    <a:pt x="373775" y="1253792"/>
                  </a:lnTo>
                  <a:lnTo>
                    <a:pt x="373749" y="1253825"/>
                  </a:lnTo>
                  <a:lnTo>
                    <a:pt x="373732" y="1253848"/>
                  </a:lnTo>
                  <a:lnTo>
                    <a:pt x="373714" y="1253868"/>
                  </a:lnTo>
                  <a:lnTo>
                    <a:pt x="373698" y="1253887"/>
                  </a:lnTo>
                  <a:lnTo>
                    <a:pt x="373680" y="1253908"/>
                  </a:lnTo>
                  <a:lnTo>
                    <a:pt x="373669" y="1253926"/>
                  </a:lnTo>
                  <a:lnTo>
                    <a:pt x="373658" y="1253942"/>
                  </a:lnTo>
                  <a:lnTo>
                    <a:pt x="373648" y="1253952"/>
                  </a:lnTo>
                  <a:lnTo>
                    <a:pt x="373638" y="1253957"/>
                  </a:lnTo>
                  <a:lnTo>
                    <a:pt x="373629" y="1253961"/>
                  </a:lnTo>
                  <a:lnTo>
                    <a:pt x="373614" y="1253966"/>
                  </a:lnTo>
                  <a:lnTo>
                    <a:pt x="373601" y="1253972"/>
                  </a:lnTo>
                  <a:lnTo>
                    <a:pt x="373593" y="1253980"/>
                  </a:lnTo>
                  <a:lnTo>
                    <a:pt x="373590" y="1253986"/>
                  </a:lnTo>
                  <a:lnTo>
                    <a:pt x="373591" y="1254002"/>
                  </a:lnTo>
                  <a:lnTo>
                    <a:pt x="373594" y="1254033"/>
                  </a:lnTo>
                  <a:lnTo>
                    <a:pt x="373597" y="1254071"/>
                  </a:lnTo>
                  <a:lnTo>
                    <a:pt x="373596" y="1254113"/>
                  </a:lnTo>
                  <a:lnTo>
                    <a:pt x="373597" y="1254141"/>
                  </a:lnTo>
                  <a:lnTo>
                    <a:pt x="373602" y="1254159"/>
                  </a:lnTo>
                  <a:lnTo>
                    <a:pt x="373608" y="1254173"/>
                  </a:lnTo>
                  <a:lnTo>
                    <a:pt x="373616" y="1254193"/>
                  </a:lnTo>
                  <a:lnTo>
                    <a:pt x="373634" y="1254230"/>
                  </a:lnTo>
                  <a:lnTo>
                    <a:pt x="373652" y="1254265"/>
                  </a:lnTo>
                  <a:lnTo>
                    <a:pt x="373667" y="1254298"/>
                  </a:lnTo>
                  <a:lnTo>
                    <a:pt x="373678" y="1254317"/>
                  </a:lnTo>
                  <a:lnTo>
                    <a:pt x="373702" y="1254351"/>
                  </a:lnTo>
                  <a:lnTo>
                    <a:pt x="373721" y="1254377"/>
                  </a:lnTo>
                  <a:lnTo>
                    <a:pt x="373740" y="1254395"/>
                  </a:lnTo>
                  <a:lnTo>
                    <a:pt x="373759" y="1254413"/>
                  </a:lnTo>
                  <a:lnTo>
                    <a:pt x="373778" y="1254429"/>
                  </a:lnTo>
                  <a:lnTo>
                    <a:pt x="373783" y="1254439"/>
                  </a:lnTo>
                  <a:lnTo>
                    <a:pt x="373785" y="1254452"/>
                  </a:lnTo>
                  <a:lnTo>
                    <a:pt x="373780" y="1254474"/>
                  </a:lnTo>
                  <a:lnTo>
                    <a:pt x="373780" y="1254491"/>
                  </a:lnTo>
                  <a:lnTo>
                    <a:pt x="373781" y="1254505"/>
                  </a:lnTo>
                  <a:lnTo>
                    <a:pt x="373787" y="1254526"/>
                  </a:lnTo>
                  <a:lnTo>
                    <a:pt x="373793" y="1254547"/>
                  </a:lnTo>
                  <a:lnTo>
                    <a:pt x="373804" y="1254571"/>
                  </a:lnTo>
                  <a:lnTo>
                    <a:pt x="373811" y="1254596"/>
                  </a:lnTo>
                  <a:lnTo>
                    <a:pt x="373818" y="1254619"/>
                  </a:lnTo>
                  <a:lnTo>
                    <a:pt x="373821" y="1254635"/>
                  </a:lnTo>
                  <a:lnTo>
                    <a:pt x="373826" y="1254650"/>
                  </a:lnTo>
                  <a:lnTo>
                    <a:pt x="373834" y="1254667"/>
                  </a:lnTo>
                  <a:lnTo>
                    <a:pt x="373844" y="1254684"/>
                  </a:lnTo>
                  <a:lnTo>
                    <a:pt x="373855" y="1254702"/>
                  </a:lnTo>
                  <a:lnTo>
                    <a:pt x="373859" y="1254718"/>
                  </a:lnTo>
                  <a:lnTo>
                    <a:pt x="373865" y="1254740"/>
                  </a:lnTo>
                  <a:lnTo>
                    <a:pt x="373872" y="1254762"/>
                  </a:lnTo>
                  <a:lnTo>
                    <a:pt x="373874" y="1254773"/>
                  </a:lnTo>
                  <a:lnTo>
                    <a:pt x="373880" y="1254784"/>
                  </a:lnTo>
                  <a:lnTo>
                    <a:pt x="373886" y="1254795"/>
                  </a:lnTo>
                  <a:lnTo>
                    <a:pt x="373896" y="1254812"/>
                  </a:lnTo>
                  <a:lnTo>
                    <a:pt x="373900" y="1254824"/>
                  </a:lnTo>
                  <a:lnTo>
                    <a:pt x="373900" y="1254840"/>
                  </a:lnTo>
                  <a:lnTo>
                    <a:pt x="373900" y="1254853"/>
                  </a:lnTo>
                  <a:lnTo>
                    <a:pt x="373898" y="1254867"/>
                  </a:lnTo>
                  <a:lnTo>
                    <a:pt x="373886" y="1254910"/>
                  </a:lnTo>
                  <a:lnTo>
                    <a:pt x="373881" y="1254938"/>
                  </a:lnTo>
                  <a:lnTo>
                    <a:pt x="373874" y="1254954"/>
                  </a:lnTo>
                  <a:lnTo>
                    <a:pt x="373864" y="1254974"/>
                  </a:lnTo>
                  <a:lnTo>
                    <a:pt x="373854" y="1255000"/>
                  </a:lnTo>
                  <a:lnTo>
                    <a:pt x="373846" y="1255020"/>
                  </a:lnTo>
                  <a:lnTo>
                    <a:pt x="373839" y="1255048"/>
                  </a:lnTo>
                  <a:lnTo>
                    <a:pt x="373835" y="1255070"/>
                  </a:lnTo>
                  <a:lnTo>
                    <a:pt x="373833" y="1255089"/>
                  </a:lnTo>
                  <a:lnTo>
                    <a:pt x="373833" y="1255103"/>
                  </a:lnTo>
                  <a:lnTo>
                    <a:pt x="373834" y="1255126"/>
                  </a:lnTo>
                  <a:lnTo>
                    <a:pt x="373838" y="1255157"/>
                  </a:lnTo>
                  <a:lnTo>
                    <a:pt x="373843" y="1255185"/>
                  </a:lnTo>
                  <a:lnTo>
                    <a:pt x="373848" y="1255211"/>
                  </a:lnTo>
                  <a:lnTo>
                    <a:pt x="373856" y="1255234"/>
                  </a:lnTo>
                  <a:lnTo>
                    <a:pt x="373867" y="1255276"/>
                  </a:lnTo>
                  <a:lnTo>
                    <a:pt x="373878" y="1255317"/>
                  </a:lnTo>
                  <a:lnTo>
                    <a:pt x="373888" y="1255347"/>
                  </a:lnTo>
                  <a:lnTo>
                    <a:pt x="373892" y="1255364"/>
                  </a:lnTo>
                  <a:lnTo>
                    <a:pt x="373893" y="1255372"/>
                  </a:lnTo>
                  <a:lnTo>
                    <a:pt x="373892" y="1255379"/>
                  </a:lnTo>
                  <a:lnTo>
                    <a:pt x="373882" y="1255393"/>
                  </a:lnTo>
                  <a:lnTo>
                    <a:pt x="373875" y="1255409"/>
                  </a:lnTo>
                  <a:lnTo>
                    <a:pt x="373873" y="1255423"/>
                  </a:lnTo>
                  <a:lnTo>
                    <a:pt x="373867" y="1255444"/>
                  </a:lnTo>
                  <a:lnTo>
                    <a:pt x="373863" y="1255462"/>
                  </a:lnTo>
                  <a:lnTo>
                    <a:pt x="373859" y="1255476"/>
                  </a:lnTo>
                  <a:lnTo>
                    <a:pt x="373850" y="1255492"/>
                  </a:lnTo>
                  <a:lnTo>
                    <a:pt x="373840" y="1255502"/>
                  </a:lnTo>
                  <a:lnTo>
                    <a:pt x="373831" y="1255508"/>
                  </a:lnTo>
                  <a:lnTo>
                    <a:pt x="373813" y="1255514"/>
                  </a:lnTo>
                  <a:lnTo>
                    <a:pt x="373788" y="1255521"/>
                  </a:lnTo>
                  <a:lnTo>
                    <a:pt x="373770" y="1255524"/>
                  </a:lnTo>
                  <a:lnTo>
                    <a:pt x="373752" y="1255528"/>
                  </a:lnTo>
                  <a:lnTo>
                    <a:pt x="373747" y="1255531"/>
                  </a:lnTo>
                  <a:lnTo>
                    <a:pt x="373740" y="1255532"/>
                  </a:lnTo>
                  <a:lnTo>
                    <a:pt x="373724" y="1255538"/>
                  </a:lnTo>
                  <a:lnTo>
                    <a:pt x="373710" y="1255546"/>
                  </a:lnTo>
                  <a:lnTo>
                    <a:pt x="373698" y="1255553"/>
                  </a:lnTo>
                  <a:lnTo>
                    <a:pt x="373686" y="1255558"/>
                  </a:lnTo>
                  <a:lnTo>
                    <a:pt x="373672" y="1255562"/>
                  </a:lnTo>
                  <a:lnTo>
                    <a:pt x="373651" y="1255566"/>
                  </a:lnTo>
                  <a:lnTo>
                    <a:pt x="373630" y="1255571"/>
                  </a:lnTo>
                  <a:lnTo>
                    <a:pt x="373600" y="1255578"/>
                  </a:lnTo>
                  <a:lnTo>
                    <a:pt x="373585" y="1255584"/>
                  </a:lnTo>
                  <a:lnTo>
                    <a:pt x="373567" y="1255592"/>
                  </a:lnTo>
                  <a:lnTo>
                    <a:pt x="373556" y="1255599"/>
                  </a:lnTo>
                  <a:lnTo>
                    <a:pt x="373540" y="1255612"/>
                  </a:lnTo>
                  <a:lnTo>
                    <a:pt x="373519" y="1255629"/>
                  </a:lnTo>
                  <a:lnTo>
                    <a:pt x="373483" y="1255658"/>
                  </a:lnTo>
                  <a:lnTo>
                    <a:pt x="373468" y="1255670"/>
                  </a:lnTo>
                  <a:lnTo>
                    <a:pt x="373454" y="1255679"/>
                  </a:lnTo>
                  <a:lnTo>
                    <a:pt x="373436" y="1255689"/>
                  </a:lnTo>
                  <a:lnTo>
                    <a:pt x="373416" y="1255700"/>
                  </a:lnTo>
                  <a:lnTo>
                    <a:pt x="373397" y="1255709"/>
                  </a:lnTo>
                  <a:lnTo>
                    <a:pt x="373370" y="1255720"/>
                  </a:lnTo>
                  <a:lnTo>
                    <a:pt x="373355" y="1255728"/>
                  </a:lnTo>
                  <a:lnTo>
                    <a:pt x="373345" y="1255733"/>
                  </a:lnTo>
                  <a:lnTo>
                    <a:pt x="373320" y="1255757"/>
                  </a:lnTo>
                  <a:lnTo>
                    <a:pt x="373302" y="1255775"/>
                  </a:lnTo>
                  <a:lnTo>
                    <a:pt x="373283" y="1255791"/>
                  </a:lnTo>
                  <a:lnTo>
                    <a:pt x="373268" y="1255801"/>
                  </a:lnTo>
                  <a:lnTo>
                    <a:pt x="373243" y="1255813"/>
                  </a:lnTo>
                  <a:lnTo>
                    <a:pt x="373224" y="1255823"/>
                  </a:lnTo>
                  <a:lnTo>
                    <a:pt x="373211" y="1255833"/>
                  </a:lnTo>
                  <a:lnTo>
                    <a:pt x="373190" y="1255848"/>
                  </a:lnTo>
                  <a:lnTo>
                    <a:pt x="373160" y="1255870"/>
                  </a:lnTo>
                  <a:lnTo>
                    <a:pt x="373135" y="1255887"/>
                  </a:lnTo>
                  <a:lnTo>
                    <a:pt x="373097" y="1255910"/>
                  </a:lnTo>
                  <a:lnTo>
                    <a:pt x="373073" y="1255925"/>
                  </a:lnTo>
                  <a:lnTo>
                    <a:pt x="373048" y="1255938"/>
                  </a:lnTo>
                  <a:lnTo>
                    <a:pt x="373012" y="1255956"/>
                  </a:lnTo>
                  <a:lnTo>
                    <a:pt x="372995" y="1255965"/>
                  </a:lnTo>
                  <a:lnTo>
                    <a:pt x="372975" y="1255974"/>
                  </a:lnTo>
                  <a:lnTo>
                    <a:pt x="372953" y="1255980"/>
                  </a:lnTo>
                  <a:lnTo>
                    <a:pt x="372927" y="1255985"/>
                  </a:lnTo>
                  <a:lnTo>
                    <a:pt x="372909" y="1255989"/>
                  </a:lnTo>
                  <a:lnTo>
                    <a:pt x="372898" y="1255993"/>
                  </a:lnTo>
                  <a:lnTo>
                    <a:pt x="372883" y="1256003"/>
                  </a:lnTo>
                  <a:lnTo>
                    <a:pt x="372864" y="1256020"/>
                  </a:lnTo>
                  <a:lnTo>
                    <a:pt x="372852" y="1256034"/>
                  </a:lnTo>
                  <a:lnTo>
                    <a:pt x="372841" y="1256055"/>
                  </a:lnTo>
                  <a:lnTo>
                    <a:pt x="372827" y="1256077"/>
                  </a:lnTo>
                  <a:lnTo>
                    <a:pt x="372819" y="1256093"/>
                  </a:lnTo>
                  <a:lnTo>
                    <a:pt x="372810" y="1256125"/>
                  </a:lnTo>
                  <a:lnTo>
                    <a:pt x="372802" y="1256158"/>
                  </a:lnTo>
                  <a:lnTo>
                    <a:pt x="372796" y="1256184"/>
                  </a:lnTo>
                  <a:lnTo>
                    <a:pt x="372791" y="1256195"/>
                  </a:lnTo>
                  <a:lnTo>
                    <a:pt x="372785" y="1256205"/>
                  </a:lnTo>
                  <a:lnTo>
                    <a:pt x="372758" y="1256233"/>
                  </a:lnTo>
                  <a:lnTo>
                    <a:pt x="372737" y="1256258"/>
                  </a:lnTo>
                  <a:lnTo>
                    <a:pt x="372712" y="1256284"/>
                  </a:lnTo>
                  <a:lnTo>
                    <a:pt x="372691" y="1256308"/>
                  </a:lnTo>
                  <a:lnTo>
                    <a:pt x="372686" y="1256316"/>
                  </a:lnTo>
                  <a:lnTo>
                    <a:pt x="372685" y="1256326"/>
                  </a:lnTo>
                  <a:lnTo>
                    <a:pt x="372686" y="1256376"/>
                  </a:lnTo>
                  <a:lnTo>
                    <a:pt x="372683" y="1256443"/>
                  </a:lnTo>
                  <a:lnTo>
                    <a:pt x="372679" y="1256497"/>
                  </a:lnTo>
                  <a:lnTo>
                    <a:pt x="372673" y="1256526"/>
                  </a:lnTo>
                  <a:lnTo>
                    <a:pt x="372667" y="1256546"/>
                  </a:lnTo>
                  <a:lnTo>
                    <a:pt x="372661" y="1256569"/>
                  </a:lnTo>
                  <a:lnTo>
                    <a:pt x="372655" y="1256583"/>
                  </a:lnTo>
                  <a:lnTo>
                    <a:pt x="372649" y="1256591"/>
                  </a:lnTo>
                  <a:lnTo>
                    <a:pt x="372639" y="1256597"/>
                  </a:lnTo>
                  <a:lnTo>
                    <a:pt x="372623" y="1256602"/>
                  </a:lnTo>
                  <a:lnTo>
                    <a:pt x="372584" y="1256609"/>
                  </a:lnTo>
                  <a:lnTo>
                    <a:pt x="372564" y="1256612"/>
                  </a:lnTo>
                  <a:lnTo>
                    <a:pt x="372546" y="1256619"/>
                  </a:lnTo>
                  <a:lnTo>
                    <a:pt x="372534" y="1256625"/>
                  </a:lnTo>
                  <a:lnTo>
                    <a:pt x="372521" y="1256635"/>
                  </a:lnTo>
                  <a:lnTo>
                    <a:pt x="372517" y="1256639"/>
                  </a:lnTo>
                  <a:lnTo>
                    <a:pt x="372511" y="1256644"/>
                  </a:lnTo>
                  <a:lnTo>
                    <a:pt x="372496" y="1256658"/>
                  </a:lnTo>
                  <a:lnTo>
                    <a:pt x="372477" y="1256671"/>
                  </a:lnTo>
                  <a:lnTo>
                    <a:pt x="372449" y="1256689"/>
                  </a:lnTo>
                  <a:lnTo>
                    <a:pt x="372432" y="1256695"/>
                  </a:lnTo>
                  <a:lnTo>
                    <a:pt x="372395" y="1256708"/>
                  </a:lnTo>
                  <a:lnTo>
                    <a:pt x="372346" y="1256719"/>
                  </a:lnTo>
                  <a:lnTo>
                    <a:pt x="372298" y="1256730"/>
                  </a:lnTo>
                  <a:lnTo>
                    <a:pt x="372249" y="1256741"/>
                  </a:lnTo>
                  <a:lnTo>
                    <a:pt x="372203" y="1256751"/>
                  </a:lnTo>
                  <a:lnTo>
                    <a:pt x="372159" y="1256766"/>
                  </a:lnTo>
                  <a:lnTo>
                    <a:pt x="372137" y="1256776"/>
                  </a:lnTo>
                  <a:lnTo>
                    <a:pt x="372123" y="1256784"/>
                  </a:lnTo>
                  <a:lnTo>
                    <a:pt x="372111" y="1256795"/>
                  </a:lnTo>
                  <a:lnTo>
                    <a:pt x="372094" y="1256809"/>
                  </a:lnTo>
                  <a:lnTo>
                    <a:pt x="372073" y="1256835"/>
                  </a:lnTo>
                  <a:lnTo>
                    <a:pt x="372050" y="1256864"/>
                  </a:lnTo>
                  <a:lnTo>
                    <a:pt x="372027" y="1256894"/>
                  </a:lnTo>
                  <a:lnTo>
                    <a:pt x="372008" y="1256917"/>
                  </a:lnTo>
                  <a:lnTo>
                    <a:pt x="371997" y="1256928"/>
                  </a:lnTo>
                  <a:lnTo>
                    <a:pt x="371978" y="1256942"/>
                  </a:lnTo>
                  <a:lnTo>
                    <a:pt x="371955" y="1256954"/>
                  </a:lnTo>
                  <a:lnTo>
                    <a:pt x="371920" y="1256968"/>
                  </a:lnTo>
                  <a:lnTo>
                    <a:pt x="371878" y="1256983"/>
                  </a:lnTo>
                  <a:lnTo>
                    <a:pt x="371836" y="1256998"/>
                  </a:lnTo>
                  <a:lnTo>
                    <a:pt x="371793" y="1257015"/>
                  </a:lnTo>
                  <a:lnTo>
                    <a:pt x="371751" y="1257027"/>
                  </a:lnTo>
                  <a:lnTo>
                    <a:pt x="371721" y="1257034"/>
                  </a:lnTo>
                  <a:lnTo>
                    <a:pt x="371705" y="1257041"/>
                  </a:lnTo>
                  <a:lnTo>
                    <a:pt x="371693" y="1257048"/>
                  </a:lnTo>
                  <a:lnTo>
                    <a:pt x="371684" y="1257056"/>
                  </a:lnTo>
                  <a:lnTo>
                    <a:pt x="371678" y="1257066"/>
                  </a:lnTo>
                  <a:lnTo>
                    <a:pt x="371670" y="1257082"/>
                  </a:lnTo>
                  <a:lnTo>
                    <a:pt x="371640" y="1257132"/>
                  </a:lnTo>
                  <a:lnTo>
                    <a:pt x="371607" y="1257192"/>
                  </a:lnTo>
                  <a:lnTo>
                    <a:pt x="371591" y="1257219"/>
                  </a:lnTo>
                  <a:lnTo>
                    <a:pt x="371560" y="1257265"/>
                  </a:lnTo>
                  <a:lnTo>
                    <a:pt x="371535" y="1257298"/>
                  </a:lnTo>
                  <a:lnTo>
                    <a:pt x="371504" y="1257340"/>
                  </a:lnTo>
                  <a:lnTo>
                    <a:pt x="371467" y="1257388"/>
                  </a:lnTo>
                  <a:lnTo>
                    <a:pt x="371443" y="1257418"/>
                  </a:lnTo>
                  <a:lnTo>
                    <a:pt x="371424" y="1257444"/>
                  </a:lnTo>
                  <a:lnTo>
                    <a:pt x="371398" y="1257480"/>
                  </a:lnTo>
                  <a:lnTo>
                    <a:pt x="371368" y="1257526"/>
                  </a:lnTo>
                  <a:lnTo>
                    <a:pt x="371338" y="1257569"/>
                  </a:lnTo>
                  <a:lnTo>
                    <a:pt x="371331" y="1257581"/>
                  </a:lnTo>
                  <a:lnTo>
                    <a:pt x="371327" y="1257586"/>
                  </a:lnTo>
                  <a:lnTo>
                    <a:pt x="371315" y="1257603"/>
                  </a:lnTo>
                  <a:lnTo>
                    <a:pt x="371301" y="1257623"/>
                  </a:lnTo>
                  <a:lnTo>
                    <a:pt x="371292" y="1257635"/>
                  </a:lnTo>
                  <a:lnTo>
                    <a:pt x="371285" y="1257642"/>
                  </a:lnTo>
                  <a:lnTo>
                    <a:pt x="371277" y="1257651"/>
                  </a:lnTo>
                  <a:lnTo>
                    <a:pt x="371246" y="1257685"/>
                  </a:lnTo>
                  <a:lnTo>
                    <a:pt x="371209" y="1257720"/>
                  </a:lnTo>
                  <a:lnTo>
                    <a:pt x="371164" y="1257758"/>
                  </a:lnTo>
                  <a:lnTo>
                    <a:pt x="371118" y="1257799"/>
                  </a:lnTo>
                  <a:lnTo>
                    <a:pt x="371088" y="1257826"/>
                  </a:lnTo>
                  <a:lnTo>
                    <a:pt x="371057" y="1257854"/>
                  </a:lnTo>
                  <a:lnTo>
                    <a:pt x="371024" y="1257888"/>
                  </a:lnTo>
                  <a:lnTo>
                    <a:pt x="370995" y="1257922"/>
                  </a:lnTo>
                  <a:lnTo>
                    <a:pt x="370965" y="1257952"/>
                  </a:lnTo>
                  <a:lnTo>
                    <a:pt x="370961" y="1257958"/>
                  </a:lnTo>
                  <a:lnTo>
                    <a:pt x="370940" y="1257987"/>
                  </a:lnTo>
                  <a:lnTo>
                    <a:pt x="370925" y="1258018"/>
                  </a:lnTo>
                  <a:lnTo>
                    <a:pt x="370918" y="1258031"/>
                  </a:lnTo>
                  <a:lnTo>
                    <a:pt x="370915" y="1258038"/>
                  </a:lnTo>
                  <a:lnTo>
                    <a:pt x="370906" y="1258075"/>
                  </a:lnTo>
                  <a:lnTo>
                    <a:pt x="370902" y="1258092"/>
                  </a:lnTo>
                  <a:lnTo>
                    <a:pt x="370901" y="1258113"/>
                  </a:lnTo>
                  <a:lnTo>
                    <a:pt x="370899" y="1258140"/>
                  </a:lnTo>
                  <a:lnTo>
                    <a:pt x="370898" y="1258150"/>
                  </a:lnTo>
                  <a:lnTo>
                    <a:pt x="370895" y="1258164"/>
                  </a:lnTo>
                  <a:lnTo>
                    <a:pt x="370892" y="1258196"/>
                  </a:lnTo>
                  <a:lnTo>
                    <a:pt x="370891" y="1258312"/>
                  </a:lnTo>
                  <a:lnTo>
                    <a:pt x="370889" y="1258339"/>
                  </a:lnTo>
                  <a:lnTo>
                    <a:pt x="370886" y="1258350"/>
                  </a:lnTo>
                  <a:lnTo>
                    <a:pt x="370882" y="1258364"/>
                  </a:lnTo>
                  <a:lnTo>
                    <a:pt x="370881" y="1258373"/>
                  </a:lnTo>
                  <a:lnTo>
                    <a:pt x="370882" y="1258384"/>
                  </a:lnTo>
                  <a:lnTo>
                    <a:pt x="370879" y="1258395"/>
                  </a:lnTo>
                  <a:lnTo>
                    <a:pt x="370871" y="1258396"/>
                  </a:lnTo>
                  <a:lnTo>
                    <a:pt x="370812" y="1258397"/>
                  </a:lnTo>
                  <a:lnTo>
                    <a:pt x="370766" y="1258397"/>
                  </a:lnTo>
                  <a:lnTo>
                    <a:pt x="370665" y="1258404"/>
                  </a:lnTo>
                  <a:lnTo>
                    <a:pt x="370565" y="1258413"/>
                  </a:lnTo>
                  <a:lnTo>
                    <a:pt x="370546" y="1258415"/>
                  </a:lnTo>
                  <a:lnTo>
                    <a:pt x="370491" y="1258411"/>
                  </a:lnTo>
                  <a:lnTo>
                    <a:pt x="370464" y="1258408"/>
                  </a:lnTo>
                  <a:lnTo>
                    <a:pt x="370439" y="1258402"/>
                  </a:lnTo>
                  <a:lnTo>
                    <a:pt x="370411" y="1258394"/>
                  </a:lnTo>
                  <a:lnTo>
                    <a:pt x="370394" y="1258392"/>
                  </a:lnTo>
                  <a:lnTo>
                    <a:pt x="370361" y="1258390"/>
                  </a:lnTo>
                  <a:lnTo>
                    <a:pt x="370335" y="1258392"/>
                  </a:lnTo>
                  <a:lnTo>
                    <a:pt x="370304" y="1258406"/>
                  </a:lnTo>
                  <a:lnTo>
                    <a:pt x="370265" y="1258426"/>
                  </a:lnTo>
                  <a:lnTo>
                    <a:pt x="370251" y="1258434"/>
                  </a:lnTo>
                  <a:lnTo>
                    <a:pt x="370212" y="1258448"/>
                  </a:lnTo>
                  <a:lnTo>
                    <a:pt x="370199" y="1258453"/>
                  </a:lnTo>
                  <a:lnTo>
                    <a:pt x="370182" y="1258461"/>
                  </a:lnTo>
                  <a:lnTo>
                    <a:pt x="370164" y="1258470"/>
                  </a:lnTo>
                  <a:lnTo>
                    <a:pt x="370150" y="1258475"/>
                  </a:lnTo>
                  <a:lnTo>
                    <a:pt x="370139" y="1258477"/>
                  </a:lnTo>
                  <a:lnTo>
                    <a:pt x="370132" y="1258476"/>
                  </a:lnTo>
                  <a:lnTo>
                    <a:pt x="370126" y="1258472"/>
                  </a:lnTo>
                  <a:lnTo>
                    <a:pt x="370120" y="1258465"/>
                  </a:lnTo>
                  <a:lnTo>
                    <a:pt x="370114" y="1258453"/>
                  </a:lnTo>
                  <a:lnTo>
                    <a:pt x="370108" y="1258442"/>
                  </a:lnTo>
                  <a:lnTo>
                    <a:pt x="370098" y="1258432"/>
                  </a:lnTo>
                  <a:lnTo>
                    <a:pt x="370086" y="1258422"/>
                  </a:lnTo>
                  <a:lnTo>
                    <a:pt x="370058" y="1258402"/>
                  </a:lnTo>
                  <a:lnTo>
                    <a:pt x="370017" y="1258373"/>
                  </a:lnTo>
                  <a:lnTo>
                    <a:pt x="369998" y="1258360"/>
                  </a:lnTo>
                  <a:lnTo>
                    <a:pt x="369970" y="1258343"/>
                  </a:lnTo>
                  <a:lnTo>
                    <a:pt x="369946" y="1258331"/>
                  </a:lnTo>
                  <a:lnTo>
                    <a:pt x="369921" y="1258318"/>
                  </a:lnTo>
                  <a:lnTo>
                    <a:pt x="369902" y="1258310"/>
                  </a:lnTo>
                  <a:lnTo>
                    <a:pt x="369888" y="1258303"/>
                  </a:lnTo>
                  <a:lnTo>
                    <a:pt x="369875" y="1258292"/>
                  </a:lnTo>
                  <a:lnTo>
                    <a:pt x="369848" y="1258266"/>
                  </a:lnTo>
                  <a:lnTo>
                    <a:pt x="369822" y="1258237"/>
                  </a:lnTo>
                  <a:lnTo>
                    <a:pt x="369803" y="1258218"/>
                  </a:lnTo>
                  <a:lnTo>
                    <a:pt x="369789" y="1258207"/>
                  </a:lnTo>
                  <a:lnTo>
                    <a:pt x="369773" y="1258195"/>
                  </a:lnTo>
                  <a:lnTo>
                    <a:pt x="369763" y="1258184"/>
                  </a:lnTo>
                  <a:lnTo>
                    <a:pt x="369754" y="1258170"/>
                  </a:lnTo>
                  <a:lnTo>
                    <a:pt x="369749" y="1258159"/>
                  </a:lnTo>
                  <a:lnTo>
                    <a:pt x="369744" y="1258134"/>
                  </a:lnTo>
                  <a:lnTo>
                    <a:pt x="369742" y="1258113"/>
                  </a:lnTo>
                  <a:lnTo>
                    <a:pt x="369743" y="1258076"/>
                  </a:lnTo>
                  <a:lnTo>
                    <a:pt x="369746" y="1258055"/>
                  </a:lnTo>
                  <a:lnTo>
                    <a:pt x="369753" y="1258031"/>
                  </a:lnTo>
                  <a:lnTo>
                    <a:pt x="369755" y="1258002"/>
                  </a:lnTo>
                  <a:lnTo>
                    <a:pt x="369755" y="1257959"/>
                  </a:lnTo>
                  <a:lnTo>
                    <a:pt x="369753" y="1257946"/>
                  </a:lnTo>
                  <a:lnTo>
                    <a:pt x="369747" y="1257932"/>
                  </a:lnTo>
                  <a:lnTo>
                    <a:pt x="369738" y="1257922"/>
                  </a:lnTo>
                  <a:lnTo>
                    <a:pt x="369721" y="1257908"/>
                  </a:lnTo>
                  <a:lnTo>
                    <a:pt x="369695" y="1257890"/>
                  </a:lnTo>
                  <a:lnTo>
                    <a:pt x="369671" y="1257872"/>
                  </a:lnTo>
                  <a:lnTo>
                    <a:pt x="369652" y="1257855"/>
                  </a:lnTo>
                  <a:lnTo>
                    <a:pt x="369643" y="1257838"/>
                  </a:lnTo>
                  <a:lnTo>
                    <a:pt x="369632" y="1257817"/>
                  </a:lnTo>
                  <a:lnTo>
                    <a:pt x="369625" y="1257807"/>
                  </a:lnTo>
                  <a:lnTo>
                    <a:pt x="369615" y="1257802"/>
                  </a:lnTo>
                  <a:lnTo>
                    <a:pt x="369601" y="1257800"/>
                  </a:lnTo>
                  <a:lnTo>
                    <a:pt x="369575" y="1257801"/>
                  </a:lnTo>
                  <a:lnTo>
                    <a:pt x="369552" y="1257802"/>
                  </a:lnTo>
                  <a:lnTo>
                    <a:pt x="369540" y="1257801"/>
                  </a:lnTo>
                  <a:lnTo>
                    <a:pt x="369523" y="1257800"/>
                  </a:lnTo>
                  <a:lnTo>
                    <a:pt x="369511" y="1257798"/>
                  </a:lnTo>
                  <a:lnTo>
                    <a:pt x="369502" y="1257799"/>
                  </a:lnTo>
                  <a:lnTo>
                    <a:pt x="369495" y="1257801"/>
                  </a:lnTo>
                  <a:lnTo>
                    <a:pt x="369484" y="1257803"/>
                  </a:lnTo>
                  <a:lnTo>
                    <a:pt x="369478" y="1257808"/>
                  </a:lnTo>
                  <a:lnTo>
                    <a:pt x="369471" y="1257815"/>
                  </a:lnTo>
                  <a:lnTo>
                    <a:pt x="369468" y="1257822"/>
                  </a:lnTo>
                  <a:lnTo>
                    <a:pt x="369469" y="1257832"/>
                  </a:lnTo>
                  <a:lnTo>
                    <a:pt x="369472" y="1257840"/>
                  </a:lnTo>
                  <a:lnTo>
                    <a:pt x="369481" y="1257851"/>
                  </a:lnTo>
                  <a:lnTo>
                    <a:pt x="369490" y="1257860"/>
                  </a:lnTo>
                  <a:lnTo>
                    <a:pt x="369494" y="1257872"/>
                  </a:lnTo>
                  <a:lnTo>
                    <a:pt x="369499" y="1257896"/>
                  </a:lnTo>
                  <a:lnTo>
                    <a:pt x="369502" y="1257914"/>
                  </a:lnTo>
                  <a:lnTo>
                    <a:pt x="369506" y="1257929"/>
                  </a:lnTo>
                  <a:lnTo>
                    <a:pt x="369518" y="1257954"/>
                  </a:lnTo>
                  <a:lnTo>
                    <a:pt x="369526" y="1257976"/>
                  </a:lnTo>
                  <a:lnTo>
                    <a:pt x="369528" y="1257989"/>
                  </a:lnTo>
                  <a:lnTo>
                    <a:pt x="369528" y="1258011"/>
                  </a:lnTo>
                  <a:lnTo>
                    <a:pt x="369526" y="1258022"/>
                  </a:lnTo>
                  <a:lnTo>
                    <a:pt x="369521" y="1258032"/>
                  </a:lnTo>
                  <a:lnTo>
                    <a:pt x="369512" y="1258050"/>
                  </a:lnTo>
                  <a:lnTo>
                    <a:pt x="369508" y="1258063"/>
                  </a:lnTo>
                  <a:lnTo>
                    <a:pt x="369498" y="1258072"/>
                  </a:lnTo>
                  <a:lnTo>
                    <a:pt x="369487" y="1258069"/>
                  </a:lnTo>
                  <a:lnTo>
                    <a:pt x="369471" y="1258065"/>
                  </a:lnTo>
                  <a:lnTo>
                    <a:pt x="369424" y="1258060"/>
                  </a:lnTo>
                  <a:lnTo>
                    <a:pt x="369388" y="1258066"/>
                  </a:lnTo>
                  <a:lnTo>
                    <a:pt x="369321" y="1258071"/>
                  </a:lnTo>
                  <a:lnTo>
                    <a:pt x="369245" y="1258074"/>
                  </a:lnTo>
                  <a:lnTo>
                    <a:pt x="369163" y="1258073"/>
                  </a:lnTo>
                  <a:lnTo>
                    <a:pt x="369105" y="1258073"/>
                  </a:lnTo>
                  <a:lnTo>
                    <a:pt x="369054" y="1258074"/>
                  </a:lnTo>
                  <a:lnTo>
                    <a:pt x="369013" y="1258080"/>
                  </a:lnTo>
                  <a:lnTo>
                    <a:pt x="368952" y="1258089"/>
                  </a:lnTo>
                  <a:lnTo>
                    <a:pt x="368940" y="1258095"/>
                  </a:lnTo>
                  <a:lnTo>
                    <a:pt x="368915" y="1258108"/>
                  </a:lnTo>
                  <a:lnTo>
                    <a:pt x="368875" y="1258135"/>
                  </a:lnTo>
                  <a:lnTo>
                    <a:pt x="368842" y="1258160"/>
                  </a:lnTo>
                  <a:lnTo>
                    <a:pt x="368797" y="1258201"/>
                  </a:lnTo>
                  <a:lnTo>
                    <a:pt x="368757" y="1258241"/>
                  </a:lnTo>
                  <a:lnTo>
                    <a:pt x="368732" y="1258264"/>
                  </a:lnTo>
                  <a:lnTo>
                    <a:pt x="368713" y="1258277"/>
                  </a:lnTo>
                  <a:lnTo>
                    <a:pt x="368708" y="1258279"/>
                  </a:lnTo>
                  <a:lnTo>
                    <a:pt x="368642" y="1258279"/>
                  </a:lnTo>
                  <a:lnTo>
                    <a:pt x="368574" y="1258278"/>
                  </a:lnTo>
                  <a:lnTo>
                    <a:pt x="368567" y="1258278"/>
                  </a:lnTo>
                  <a:lnTo>
                    <a:pt x="368542" y="1258283"/>
                  </a:lnTo>
                  <a:lnTo>
                    <a:pt x="368501" y="1258291"/>
                  </a:lnTo>
                  <a:lnTo>
                    <a:pt x="368469" y="1258295"/>
                  </a:lnTo>
                  <a:lnTo>
                    <a:pt x="368437" y="1258295"/>
                  </a:lnTo>
                  <a:lnTo>
                    <a:pt x="368406" y="1258290"/>
                  </a:lnTo>
                  <a:lnTo>
                    <a:pt x="368383" y="1258284"/>
                  </a:lnTo>
                  <a:lnTo>
                    <a:pt x="368360" y="1258277"/>
                  </a:lnTo>
                  <a:lnTo>
                    <a:pt x="368342" y="1258274"/>
                  </a:lnTo>
                  <a:lnTo>
                    <a:pt x="368317" y="1258273"/>
                  </a:lnTo>
                  <a:lnTo>
                    <a:pt x="368292" y="1258272"/>
                  </a:lnTo>
                  <a:lnTo>
                    <a:pt x="368255" y="1258274"/>
                  </a:lnTo>
                  <a:lnTo>
                    <a:pt x="368244" y="1258277"/>
                  </a:lnTo>
                  <a:lnTo>
                    <a:pt x="368220" y="1258280"/>
                  </a:lnTo>
                  <a:lnTo>
                    <a:pt x="368163" y="1258282"/>
                  </a:lnTo>
                  <a:lnTo>
                    <a:pt x="368048" y="1258284"/>
                  </a:lnTo>
                  <a:lnTo>
                    <a:pt x="368004" y="1258283"/>
                  </a:lnTo>
                  <a:lnTo>
                    <a:pt x="367976" y="1258284"/>
                  </a:lnTo>
                  <a:lnTo>
                    <a:pt x="367969" y="1258285"/>
                  </a:lnTo>
                  <a:lnTo>
                    <a:pt x="367957" y="1258291"/>
                  </a:lnTo>
                  <a:lnTo>
                    <a:pt x="367921" y="1258317"/>
                  </a:lnTo>
                  <a:lnTo>
                    <a:pt x="367894" y="1258335"/>
                  </a:lnTo>
                  <a:lnTo>
                    <a:pt x="367873" y="1258346"/>
                  </a:lnTo>
                  <a:lnTo>
                    <a:pt x="367857" y="1258350"/>
                  </a:lnTo>
                  <a:lnTo>
                    <a:pt x="367838" y="1258353"/>
                  </a:lnTo>
                  <a:lnTo>
                    <a:pt x="367800" y="1258354"/>
                  </a:lnTo>
                  <a:lnTo>
                    <a:pt x="367775" y="1258356"/>
                  </a:lnTo>
                  <a:lnTo>
                    <a:pt x="367764" y="1258360"/>
                  </a:lnTo>
                  <a:lnTo>
                    <a:pt x="367746" y="1258367"/>
                  </a:lnTo>
                  <a:lnTo>
                    <a:pt x="367722" y="1258379"/>
                  </a:lnTo>
                  <a:lnTo>
                    <a:pt x="367704" y="1258390"/>
                  </a:lnTo>
                  <a:lnTo>
                    <a:pt x="367673" y="1258411"/>
                  </a:lnTo>
                  <a:lnTo>
                    <a:pt x="367652" y="1258427"/>
                  </a:lnTo>
                  <a:lnTo>
                    <a:pt x="367634" y="1258439"/>
                  </a:lnTo>
                  <a:lnTo>
                    <a:pt x="367615" y="1258449"/>
                  </a:lnTo>
                  <a:lnTo>
                    <a:pt x="367598" y="1258456"/>
                  </a:lnTo>
                  <a:lnTo>
                    <a:pt x="367576" y="1258460"/>
                  </a:lnTo>
                  <a:lnTo>
                    <a:pt x="367555" y="1258463"/>
                  </a:lnTo>
                  <a:lnTo>
                    <a:pt x="367508" y="1258458"/>
                  </a:lnTo>
                  <a:lnTo>
                    <a:pt x="367489" y="1258456"/>
                  </a:lnTo>
                  <a:lnTo>
                    <a:pt x="367462" y="1258454"/>
                  </a:lnTo>
                  <a:lnTo>
                    <a:pt x="367440" y="1258455"/>
                  </a:lnTo>
                  <a:lnTo>
                    <a:pt x="367415" y="1258458"/>
                  </a:lnTo>
                  <a:lnTo>
                    <a:pt x="367378" y="1258467"/>
                  </a:lnTo>
                  <a:lnTo>
                    <a:pt x="367361" y="1258471"/>
                  </a:lnTo>
                  <a:lnTo>
                    <a:pt x="367335" y="1258472"/>
                  </a:lnTo>
                  <a:lnTo>
                    <a:pt x="367319" y="1258472"/>
                  </a:lnTo>
                  <a:lnTo>
                    <a:pt x="367312" y="1258473"/>
                  </a:lnTo>
                  <a:lnTo>
                    <a:pt x="367305" y="1258476"/>
                  </a:lnTo>
                  <a:lnTo>
                    <a:pt x="367302" y="1258484"/>
                  </a:lnTo>
                  <a:lnTo>
                    <a:pt x="367297" y="1258497"/>
                  </a:lnTo>
                  <a:lnTo>
                    <a:pt x="367290" y="1258532"/>
                  </a:lnTo>
                  <a:lnTo>
                    <a:pt x="367284" y="1258566"/>
                  </a:lnTo>
                  <a:lnTo>
                    <a:pt x="367275" y="1258636"/>
                  </a:lnTo>
                  <a:lnTo>
                    <a:pt x="367267" y="1258701"/>
                  </a:lnTo>
                  <a:lnTo>
                    <a:pt x="367263" y="1258744"/>
                  </a:lnTo>
                  <a:lnTo>
                    <a:pt x="367264" y="1258780"/>
                  </a:lnTo>
                  <a:lnTo>
                    <a:pt x="367268" y="1258795"/>
                  </a:lnTo>
                  <a:lnTo>
                    <a:pt x="367278" y="1258821"/>
                  </a:lnTo>
                  <a:lnTo>
                    <a:pt x="367285" y="1258836"/>
                  </a:lnTo>
                  <a:lnTo>
                    <a:pt x="367297" y="1258853"/>
                  </a:lnTo>
                  <a:lnTo>
                    <a:pt x="367312" y="1258869"/>
                  </a:lnTo>
                  <a:lnTo>
                    <a:pt x="367339" y="1258893"/>
                  </a:lnTo>
                  <a:lnTo>
                    <a:pt x="367355" y="1258905"/>
                  </a:lnTo>
                  <a:lnTo>
                    <a:pt x="367376" y="1258921"/>
                  </a:lnTo>
                  <a:lnTo>
                    <a:pt x="367398" y="1258938"/>
                  </a:lnTo>
                  <a:lnTo>
                    <a:pt x="367410" y="1258950"/>
                  </a:lnTo>
                  <a:lnTo>
                    <a:pt x="367423" y="1258966"/>
                  </a:lnTo>
                  <a:lnTo>
                    <a:pt x="367447" y="1259002"/>
                  </a:lnTo>
                  <a:lnTo>
                    <a:pt x="367499" y="1259092"/>
                  </a:lnTo>
                  <a:lnTo>
                    <a:pt x="367528" y="1259137"/>
                  </a:lnTo>
                  <a:lnTo>
                    <a:pt x="367564" y="1259188"/>
                  </a:lnTo>
                  <a:lnTo>
                    <a:pt x="367590" y="1259223"/>
                  </a:lnTo>
                  <a:lnTo>
                    <a:pt x="367611" y="1259246"/>
                  </a:lnTo>
                  <a:lnTo>
                    <a:pt x="367627" y="1259264"/>
                  </a:lnTo>
                  <a:lnTo>
                    <a:pt x="367650" y="1259283"/>
                  </a:lnTo>
                  <a:lnTo>
                    <a:pt x="367694" y="1259311"/>
                  </a:lnTo>
                  <a:lnTo>
                    <a:pt x="367726" y="1259329"/>
                  </a:lnTo>
                  <a:lnTo>
                    <a:pt x="367761" y="1259347"/>
                  </a:lnTo>
                  <a:lnTo>
                    <a:pt x="367797" y="1259365"/>
                  </a:lnTo>
                  <a:lnTo>
                    <a:pt x="367816" y="1259371"/>
                  </a:lnTo>
                  <a:lnTo>
                    <a:pt x="367856" y="1259383"/>
                  </a:lnTo>
                  <a:lnTo>
                    <a:pt x="367899" y="1259393"/>
                  </a:lnTo>
                  <a:lnTo>
                    <a:pt x="367942" y="1259406"/>
                  </a:lnTo>
                  <a:lnTo>
                    <a:pt x="367969" y="1259416"/>
                  </a:lnTo>
                  <a:lnTo>
                    <a:pt x="367984" y="1259437"/>
                  </a:lnTo>
                  <a:lnTo>
                    <a:pt x="368003" y="1259469"/>
                  </a:lnTo>
                  <a:lnTo>
                    <a:pt x="368039" y="1259552"/>
                  </a:lnTo>
                  <a:lnTo>
                    <a:pt x="368060" y="1259603"/>
                  </a:lnTo>
                  <a:lnTo>
                    <a:pt x="368073" y="1259639"/>
                  </a:lnTo>
                  <a:lnTo>
                    <a:pt x="368080" y="1259655"/>
                  </a:lnTo>
                  <a:lnTo>
                    <a:pt x="368095" y="1259674"/>
                  </a:lnTo>
                  <a:lnTo>
                    <a:pt x="368116" y="1259695"/>
                  </a:lnTo>
                  <a:lnTo>
                    <a:pt x="368146" y="1259714"/>
                  </a:lnTo>
                  <a:lnTo>
                    <a:pt x="368182" y="1259735"/>
                  </a:lnTo>
                  <a:lnTo>
                    <a:pt x="368205" y="1259747"/>
                  </a:lnTo>
                  <a:lnTo>
                    <a:pt x="368222" y="1259764"/>
                  </a:lnTo>
                  <a:lnTo>
                    <a:pt x="368238" y="1259786"/>
                  </a:lnTo>
                  <a:lnTo>
                    <a:pt x="368251" y="1259808"/>
                  </a:lnTo>
                  <a:lnTo>
                    <a:pt x="368263" y="1259835"/>
                  </a:lnTo>
                  <a:lnTo>
                    <a:pt x="368274" y="1259852"/>
                  </a:lnTo>
                  <a:lnTo>
                    <a:pt x="368287" y="1259874"/>
                  </a:lnTo>
                  <a:lnTo>
                    <a:pt x="368302" y="1259888"/>
                  </a:lnTo>
                  <a:lnTo>
                    <a:pt x="368318" y="1259901"/>
                  </a:lnTo>
                  <a:lnTo>
                    <a:pt x="368338" y="1259912"/>
                  </a:lnTo>
                  <a:lnTo>
                    <a:pt x="368351" y="1259915"/>
                  </a:lnTo>
                  <a:lnTo>
                    <a:pt x="368367" y="1259917"/>
                  </a:lnTo>
                  <a:lnTo>
                    <a:pt x="368404" y="1259917"/>
                  </a:lnTo>
                  <a:lnTo>
                    <a:pt x="368416" y="1259918"/>
                  </a:lnTo>
                  <a:lnTo>
                    <a:pt x="368426" y="1259923"/>
                  </a:lnTo>
                  <a:lnTo>
                    <a:pt x="368446" y="1259936"/>
                  </a:lnTo>
                  <a:lnTo>
                    <a:pt x="368473" y="1259964"/>
                  </a:lnTo>
                  <a:lnTo>
                    <a:pt x="368495" y="1259994"/>
                  </a:lnTo>
                  <a:lnTo>
                    <a:pt x="368518" y="1260031"/>
                  </a:lnTo>
                  <a:lnTo>
                    <a:pt x="368521" y="1260040"/>
                  </a:lnTo>
                  <a:lnTo>
                    <a:pt x="368524" y="1260068"/>
                  </a:lnTo>
                  <a:lnTo>
                    <a:pt x="368524" y="1260097"/>
                  </a:lnTo>
                  <a:lnTo>
                    <a:pt x="368525" y="1260136"/>
                  </a:lnTo>
                  <a:lnTo>
                    <a:pt x="368528" y="1260164"/>
                  </a:lnTo>
                  <a:lnTo>
                    <a:pt x="368535" y="1260201"/>
                  </a:lnTo>
                  <a:lnTo>
                    <a:pt x="368550" y="1260248"/>
                  </a:lnTo>
                  <a:lnTo>
                    <a:pt x="368563" y="1260272"/>
                  </a:lnTo>
                  <a:lnTo>
                    <a:pt x="368581" y="1260305"/>
                  </a:lnTo>
                  <a:lnTo>
                    <a:pt x="368604" y="1260347"/>
                  </a:lnTo>
                  <a:lnTo>
                    <a:pt x="368625" y="1260381"/>
                  </a:lnTo>
                  <a:lnTo>
                    <a:pt x="368641" y="1260404"/>
                  </a:lnTo>
                  <a:lnTo>
                    <a:pt x="368667" y="1260437"/>
                  </a:lnTo>
                  <a:lnTo>
                    <a:pt x="368698" y="1260472"/>
                  </a:lnTo>
                  <a:lnTo>
                    <a:pt x="368728" y="1260497"/>
                  </a:lnTo>
                  <a:lnTo>
                    <a:pt x="368749" y="1260511"/>
                  </a:lnTo>
                  <a:lnTo>
                    <a:pt x="368770" y="1260521"/>
                  </a:lnTo>
                  <a:lnTo>
                    <a:pt x="368803" y="1260531"/>
                  </a:lnTo>
                  <a:lnTo>
                    <a:pt x="368827" y="1260537"/>
                  </a:lnTo>
                  <a:lnTo>
                    <a:pt x="368851" y="1260542"/>
                  </a:lnTo>
                  <a:lnTo>
                    <a:pt x="368860" y="1260543"/>
                  </a:lnTo>
                  <a:lnTo>
                    <a:pt x="368866" y="1260549"/>
                  </a:lnTo>
                  <a:lnTo>
                    <a:pt x="368862" y="1260573"/>
                  </a:lnTo>
                  <a:lnTo>
                    <a:pt x="368851" y="1260596"/>
                  </a:lnTo>
                  <a:lnTo>
                    <a:pt x="368841" y="1260611"/>
                  </a:lnTo>
                  <a:lnTo>
                    <a:pt x="368815" y="1260636"/>
                  </a:lnTo>
                  <a:lnTo>
                    <a:pt x="368802" y="1260655"/>
                  </a:lnTo>
                  <a:lnTo>
                    <a:pt x="368786" y="1260681"/>
                  </a:lnTo>
                  <a:lnTo>
                    <a:pt x="368784" y="1260690"/>
                  </a:lnTo>
                  <a:lnTo>
                    <a:pt x="368784" y="1260706"/>
                  </a:lnTo>
                  <a:lnTo>
                    <a:pt x="368795" y="1260766"/>
                  </a:lnTo>
                  <a:lnTo>
                    <a:pt x="368798" y="1260801"/>
                  </a:lnTo>
                  <a:lnTo>
                    <a:pt x="368795" y="1260820"/>
                  </a:lnTo>
                  <a:lnTo>
                    <a:pt x="368788" y="1260837"/>
                  </a:lnTo>
                  <a:lnTo>
                    <a:pt x="368774" y="1260857"/>
                  </a:lnTo>
                  <a:lnTo>
                    <a:pt x="368758" y="1260873"/>
                  </a:lnTo>
                  <a:lnTo>
                    <a:pt x="368743" y="1260883"/>
                  </a:lnTo>
                  <a:lnTo>
                    <a:pt x="368726" y="1260894"/>
                  </a:lnTo>
                  <a:lnTo>
                    <a:pt x="368714" y="1260902"/>
                  </a:lnTo>
                  <a:lnTo>
                    <a:pt x="368696" y="1260909"/>
                  </a:lnTo>
                  <a:lnTo>
                    <a:pt x="368682" y="1260915"/>
                  </a:lnTo>
                  <a:lnTo>
                    <a:pt x="368671" y="1260923"/>
                  </a:lnTo>
                  <a:lnTo>
                    <a:pt x="368657" y="1260934"/>
                  </a:lnTo>
                  <a:lnTo>
                    <a:pt x="368648" y="1260947"/>
                  </a:lnTo>
                  <a:lnTo>
                    <a:pt x="368638" y="1260955"/>
                  </a:lnTo>
                  <a:lnTo>
                    <a:pt x="368624" y="1260961"/>
                  </a:lnTo>
                  <a:lnTo>
                    <a:pt x="368611" y="1260963"/>
                  </a:lnTo>
                  <a:lnTo>
                    <a:pt x="368604" y="1260965"/>
                  </a:lnTo>
                  <a:lnTo>
                    <a:pt x="368610" y="1260983"/>
                  </a:lnTo>
                  <a:lnTo>
                    <a:pt x="368623" y="1261011"/>
                  </a:lnTo>
                  <a:lnTo>
                    <a:pt x="368634" y="1261042"/>
                  </a:lnTo>
                  <a:lnTo>
                    <a:pt x="368649" y="1261075"/>
                  </a:lnTo>
                  <a:lnTo>
                    <a:pt x="368666" y="1261105"/>
                  </a:lnTo>
                  <a:lnTo>
                    <a:pt x="368688" y="1261140"/>
                  </a:lnTo>
                  <a:lnTo>
                    <a:pt x="368745" y="1261227"/>
                  </a:lnTo>
                  <a:lnTo>
                    <a:pt x="368778" y="1261288"/>
                  </a:lnTo>
                  <a:lnTo>
                    <a:pt x="368803" y="1261344"/>
                  </a:lnTo>
                  <a:lnTo>
                    <a:pt x="368816" y="1261383"/>
                  </a:lnTo>
                  <a:lnTo>
                    <a:pt x="368815" y="1261441"/>
                  </a:lnTo>
                  <a:lnTo>
                    <a:pt x="368815" y="1261507"/>
                  </a:lnTo>
                  <a:lnTo>
                    <a:pt x="368810" y="1261536"/>
                  </a:lnTo>
                  <a:lnTo>
                    <a:pt x="368801" y="1261576"/>
                  </a:lnTo>
                  <a:lnTo>
                    <a:pt x="368794" y="1261603"/>
                  </a:lnTo>
                  <a:lnTo>
                    <a:pt x="368771" y="1261694"/>
                  </a:lnTo>
                  <a:lnTo>
                    <a:pt x="368756" y="1261744"/>
                  </a:lnTo>
                  <a:lnTo>
                    <a:pt x="368746" y="1261794"/>
                  </a:lnTo>
                  <a:lnTo>
                    <a:pt x="368745" y="1261830"/>
                  </a:lnTo>
                  <a:lnTo>
                    <a:pt x="368748" y="1261857"/>
                  </a:lnTo>
                  <a:lnTo>
                    <a:pt x="368749" y="1261878"/>
                  </a:lnTo>
                  <a:lnTo>
                    <a:pt x="368759" y="1261924"/>
                  </a:lnTo>
                  <a:lnTo>
                    <a:pt x="368767" y="1261970"/>
                  </a:lnTo>
                  <a:lnTo>
                    <a:pt x="368768" y="1261981"/>
                  </a:lnTo>
                  <a:lnTo>
                    <a:pt x="368768" y="1262007"/>
                  </a:lnTo>
                  <a:lnTo>
                    <a:pt x="368772" y="1262021"/>
                  </a:lnTo>
                  <a:lnTo>
                    <a:pt x="368796" y="1262069"/>
                  </a:lnTo>
                  <a:lnTo>
                    <a:pt x="368803" y="1262099"/>
                  </a:lnTo>
                  <a:lnTo>
                    <a:pt x="368805" y="1262131"/>
                  </a:lnTo>
                  <a:lnTo>
                    <a:pt x="368805" y="1262141"/>
                  </a:lnTo>
                  <a:lnTo>
                    <a:pt x="368799" y="1262172"/>
                  </a:lnTo>
                  <a:lnTo>
                    <a:pt x="368792" y="1262187"/>
                  </a:lnTo>
                  <a:lnTo>
                    <a:pt x="368785" y="1262196"/>
                  </a:lnTo>
                  <a:lnTo>
                    <a:pt x="368761" y="1262241"/>
                  </a:lnTo>
                  <a:lnTo>
                    <a:pt x="368729" y="1262294"/>
                  </a:lnTo>
                  <a:lnTo>
                    <a:pt x="368693" y="1262352"/>
                  </a:lnTo>
                  <a:lnTo>
                    <a:pt x="368673" y="1262382"/>
                  </a:lnTo>
                  <a:lnTo>
                    <a:pt x="368662" y="1262396"/>
                  </a:lnTo>
                  <a:lnTo>
                    <a:pt x="368662" y="1262402"/>
                  </a:lnTo>
                  <a:lnTo>
                    <a:pt x="368682" y="1262425"/>
                  </a:lnTo>
                  <a:lnTo>
                    <a:pt x="368698" y="1262448"/>
                  </a:lnTo>
                  <a:lnTo>
                    <a:pt x="368728" y="1262501"/>
                  </a:lnTo>
                  <a:lnTo>
                    <a:pt x="368756" y="1262541"/>
                  </a:lnTo>
                  <a:lnTo>
                    <a:pt x="368784" y="1262571"/>
                  </a:lnTo>
                  <a:lnTo>
                    <a:pt x="368804" y="1262587"/>
                  </a:lnTo>
                  <a:lnTo>
                    <a:pt x="368823" y="1262598"/>
                  </a:lnTo>
                  <a:lnTo>
                    <a:pt x="368830" y="1262604"/>
                  </a:lnTo>
                  <a:lnTo>
                    <a:pt x="368833" y="1262612"/>
                  </a:lnTo>
                  <a:lnTo>
                    <a:pt x="368833" y="1262620"/>
                  </a:lnTo>
                  <a:lnTo>
                    <a:pt x="368829" y="1262628"/>
                  </a:lnTo>
                  <a:lnTo>
                    <a:pt x="368820" y="1262641"/>
                  </a:lnTo>
                  <a:lnTo>
                    <a:pt x="368810" y="1262652"/>
                  </a:lnTo>
                  <a:lnTo>
                    <a:pt x="368780" y="1262677"/>
                  </a:lnTo>
                  <a:lnTo>
                    <a:pt x="368760" y="1262694"/>
                  </a:lnTo>
                  <a:lnTo>
                    <a:pt x="368757" y="1262700"/>
                  </a:lnTo>
                  <a:lnTo>
                    <a:pt x="368759" y="1262729"/>
                  </a:lnTo>
                  <a:lnTo>
                    <a:pt x="368759" y="1262775"/>
                  </a:lnTo>
                  <a:lnTo>
                    <a:pt x="368752" y="1262819"/>
                  </a:lnTo>
                  <a:lnTo>
                    <a:pt x="368745" y="1262860"/>
                  </a:lnTo>
                  <a:lnTo>
                    <a:pt x="368737" y="1262874"/>
                  </a:lnTo>
                  <a:lnTo>
                    <a:pt x="368727" y="1262888"/>
                  </a:lnTo>
                  <a:lnTo>
                    <a:pt x="368697" y="1262916"/>
                  </a:lnTo>
                  <a:lnTo>
                    <a:pt x="368665" y="1262937"/>
                  </a:lnTo>
                  <a:lnTo>
                    <a:pt x="368635" y="1262955"/>
                  </a:lnTo>
                  <a:lnTo>
                    <a:pt x="368601" y="1262970"/>
                  </a:lnTo>
                  <a:lnTo>
                    <a:pt x="368570" y="1262981"/>
                  </a:lnTo>
                  <a:lnTo>
                    <a:pt x="368548" y="1262988"/>
                  </a:lnTo>
                  <a:lnTo>
                    <a:pt x="368535" y="1262999"/>
                  </a:lnTo>
                  <a:lnTo>
                    <a:pt x="368502" y="1263020"/>
                  </a:lnTo>
                  <a:lnTo>
                    <a:pt x="368472" y="1263036"/>
                  </a:lnTo>
                  <a:lnTo>
                    <a:pt x="368447" y="1263049"/>
                  </a:lnTo>
                  <a:lnTo>
                    <a:pt x="368422" y="1263061"/>
                  </a:lnTo>
                  <a:lnTo>
                    <a:pt x="368402" y="1263077"/>
                  </a:lnTo>
                  <a:lnTo>
                    <a:pt x="368382" y="1263105"/>
                  </a:lnTo>
                  <a:lnTo>
                    <a:pt x="368346" y="1263155"/>
                  </a:lnTo>
                  <a:lnTo>
                    <a:pt x="368328" y="1263183"/>
                  </a:lnTo>
                  <a:lnTo>
                    <a:pt x="368321" y="1263205"/>
                  </a:lnTo>
                  <a:lnTo>
                    <a:pt x="368315" y="1263241"/>
                  </a:lnTo>
                  <a:lnTo>
                    <a:pt x="368306" y="1263274"/>
                  </a:lnTo>
                  <a:lnTo>
                    <a:pt x="368297" y="1263307"/>
                  </a:lnTo>
                  <a:lnTo>
                    <a:pt x="368281" y="1263342"/>
                  </a:lnTo>
                  <a:lnTo>
                    <a:pt x="368246" y="1263395"/>
                  </a:lnTo>
                  <a:lnTo>
                    <a:pt x="368227" y="1263418"/>
                  </a:lnTo>
                  <a:lnTo>
                    <a:pt x="368219" y="1263423"/>
                  </a:lnTo>
                  <a:lnTo>
                    <a:pt x="368206" y="1263431"/>
                  </a:lnTo>
                  <a:lnTo>
                    <a:pt x="368182" y="1263440"/>
                  </a:lnTo>
                  <a:lnTo>
                    <a:pt x="368164" y="1263444"/>
                  </a:lnTo>
                  <a:lnTo>
                    <a:pt x="368148" y="1263445"/>
                  </a:lnTo>
                  <a:lnTo>
                    <a:pt x="368142" y="1263449"/>
                  </a:lnTo>
                  <a:lnTo>
                    <a:pt x="368143" y="1263469"/>
                  </a:lnTo>
                  <a:lnTo>
                    <a:pt x="368141" y="1263516"/>
                  </a:lnTo>
                  <a:lnTo>
                    <a:pt x="368134" y="1263563"/>
                  </a:lnTo>
                  <a:lnTo>
                    <a:pt x="368129" y="1263583"/>
                  </a:lnTo>
                  <a:lnTo>
                    <a:pt x="368118" y="1263610"/>
                  </a:lnTo>
                  <a:lnTo>
                    <a:pt x="368112" y="1263630"/>
                  </a:lnTo>
                  <a:lnTo>
                    <a:pt x="368112" y="1263669"/>
                  </a:lnTo>
                  <a:lnTo>
                    <a:pt x="368108" y="1263690"/>
                  </a:lnTo>
                  <a:lnTo>
                    <a:pt x="368104" y="1263699"/>
                  </a:lnTo>
                  <a:lnTo>
                    <a:pt x="368090" y="1263718"/>
                  </a:lnTo>
                  <a:lnTo>
                    <a:pt x="368065" y="1263752"/>
                  </a:lnTo>
                  <a:lnTo>
                    <a:pt x="368026" y="1263816"/>
                  </a:lnTo>
                  <a:lnTo>
                    <a:pt x="368000" y="1263865"/>
                  </a:lnTo>
                  <a:lnTo>
                    <a:pt x="367991" y="1263883"/>
                  </a:lnTo>
                  <a:lnTo>
                    <a:pt x="367991" y="1263895"/>
                  </a:lnTo>
                  <a:lnTo>
                    <a:pt x="367994" y="1263912"/>
                  </a:lnTo>
                  <a:lnTo>
                    <a:pt x="368007" y="1263956"/>
                  </a:lnTo>
                  <a:lnTo>
                    <a:pt x="368016" y="1264030"/>
                  </a:lnTo>
                  <a:lnTo>
                    <a:pt x="368020" y="1264136"/>
                  </a:lnTo>
                  <a:lnTo>
                    <a:pt x="368019" y="1264209"/>
                  </a:lnTo>
                  <a:lnTo>
                    <a:pt x="367998" y="1264217"/>
                  </a:lnTo>
                  <a:lnTo>
                    <a:pt x="367953" y="1264226"/>
                  </a:lnTo>
                  <a:lnTo>
                    <a:pt x="367914" y="1264232"/>
                  </a:lnTo>
                  <a:lnTo>
                    <a:pt x="367881" y="1264236"/>
                  </a:lnTo>
                  <a:lnTo>
                    <a:pt x="367855" y="1264240"/>
                  </a:lnTo>
                  <a:lnTo>
                    <a:pt x="367841" y="1264244"/>
                  </a:lnTo>
                  <a:lnTo>
                    <a:pt x="367790" y="1264267"/>
                  </a:lnTo>
                  <a:lnTo>
                    <a:pt x="367752" y="1264282"/>
                  </a:lnTo>
                  <a:lnTo>
                    <a:pt x="367726" y="1264291"/>
                  </a:lnTo>
                  <a:lnTo>
                    <a:pt x="367670" y="1264300"/>
                  </a:lnTo>
                  <a:lnTo>
                    <a:pt x="367657" y="1264305"/>
                  </a:lnTo>
                  <a:lnTo>
                    <a:pt x="367652" y="1264310"/>
                  </a:lnTo>
                  <a:lnTo>
                    <a:pt x="367650" y="1264346"/>
                  </a:lnTo>
                  <a:lnTo>
                    <a:pt x="367642" y="1264389"/>
                  </a:lnTo>
                  <a:lnTo>
                    <a:pt x="367636" y="1264403"/>
                  </a:lnTo>
                  <a:lnTo>
                    <a:pt x="367621" y="1264425"/>
                  </a:lnTo>
                  <a:lnTo>
                    <a:pt x="367599" y="1264443"/>
                  </a:lnTo>
                  <a:lnTo>
                    <a:pt x="367569" y="1264464"/>
                  </a:lnTo>
                  <a:lnTo>
                    <a:pt x="367536" y="1264481"/>
                  </a:lnTo>
                  <a:lnTo>
                    <a:pt x="367506" y="1264494"/>
                  </a:lnTo>
                  <a:lnTo>
                    <a:pt x="367493" y="1264496"/>
                  </a:lnTo>
                  <a:lnTo>
                    <a:pt x="367457" y="1264503"/>
                  </a:lnTo>
                  <a:lnTo>
                    <a:pt x="367400" y="1264514"/>
                  </a:lnTo>
                  <a:lnTo>
                    <a:pt x="367337" y="1264526"/>
                  </a:lnTo>
                  <a:lnTo>
                    <a:pt x="367303" y="1264534"/>
                  </a:lnTo>
                  <a:lnTo>
                    <a:pt x="367292" y="1264537"/>
                  </a:lnTo>
                  <a:lnTo>
                    <a:pt x="367219" y="1264544"/>
                  </a:lnTo>
                  <a:lnTo>
                    <a:pt x="367140" y="1264544"/>
                  </a:lnTo>
                  <a:lnTo>
                    <a:pt x="367081" y="1264546"/>
                  </a:lnTo>
                  <a:lnTo>
                    <a:pt x="367037" y="1264547"/>
                  </a:lnTo>
                  <a:lnTo>
                    <a:pt x="367011" y="1264553"/>
                  </a:lnTo>
                  <a:lnTo>
                    <a:pt x="366993" y="1264561"/>
                  </a:lnTo>
                  <a:lnTo>
                    <a:pt x="366987" y="1264563"/>
                  </a:lnTo>
                  <a:lnTo>
                    <a:pt x="366960" y="1264578"/>
                  </a:lnTo>
                  <a:lnTo>
                    <a:pt x="366950" y="1264588"/>
                  </a:lnTo>
                  <a:lnTo>
                    <a:pt x="366943" y="1264594"/>
                  </a:lnTo>
                  <a:lnTo>
                    <a:pt x="366932" y="1264605"/>
                  </a:lnTo>
                  <a:lnTo>
                    <a:pt x="366925" y="1264613"/>
                  </a:lnTo>
                  <a:lnTo>
                    <a:pt x="366908" y="1264629"/>
                  </a:lnTo>
                  <a:lnTo>
                    <a:pt x="366886" y="1264648"/>
                  </a:lnTo>
                  <a:lnTo>
                    <a:pt x="366858" y="1264662"/>
                  </a:lnTo>
                  <a:lnTo>
                    <a:pt x="366810" y="1264679"/>
                  </a:lnTo>
                  <a:lnTo>
                    <a:pt x="366786" y="1264687"/>
                  </a:lnTo>
                  <a:lnTo>
                    <a:pt x="366775" y="1264695"/>
                  </a:lnTo>
                  <a:lnTo>
                    <a:pt x="366748" y="1264716"/>
                  </a:lnTo>
                  <a:lnTo>
                    <a:pt x="366724" y="1264735"/>
                  </a:lnTo>
                  <a:lnTo>
                    <a:pt x="366686" y="1264765"/>
                  </a:lnTo>
                  <a:lnTo>
                    <a:pt x="366656" y="1264793"/>
                  </a:lnTo>
                  <a:lnTo>
                    <a:pt x="366629" y="1264812"/>
                  </a:lnTo>
                  <a:lnTo>
                    <a:pt x="366617" y="1264821"/>
                  </a:lnTo>
                  <a:lnTo>
                    <a:pt x="366591" y="1264833"/>
                  </a:lnTo>
                  <a:lnTo>
                    <a:pt x="366549" y="1264848"/>
                  </a:lnTo>
                  <a:lnTo>
                    <a:pt x="366502" y="1264867"/>
                  </a:lnTo>
                  <a:lnTo>
                    <a:pt x="366487" y="1264874"/>
                  </a:lnTo>
                  <a:lnTo>
                    <a:pt x="366462" y="1264891"/>
                  </a:lnTo>
                  <a:lnTo>
                    <a:pt x="366427" y="1264916"/>
                  </a:lnTo>
                  <a:lnTo>
                    <a:pt x="366394" y="1264935"/>
                  </a:lnTo>
                  <a:lnTo>
                    <a:pt x="366380" y="1264946"/>
                  </a:lnTo>
                  <a:lnTo>
                    <a:pt x="366400" y="1264958"/>
                  </a:lnTo>
                  <a:lnTo>
                    <a:pt x="366440" y="1264978"/>
                  </a:lnTo>
                  <a:lnTo>
                    <a:pt x="366484" y="1264999"/>
                  </a:lnTo>
                  <a:lnTo>
                    <a:pt x="366526" y="1265021"/>
                  </a:lnTo>
                  <a:lnTo>
                    <a:pt x="366573" y="1265047"/>
                  </a:lnTo>
                  <a:lnTo>
                    <a:pt x="366603" y="1265064"/>
                  </a:lnTo>
                  <a:lnTo>
                    <a:pt x="366624" y="1265077"/>
                  </a:lnTo>
                  <a:lnTo>
                    <a:pt x="366635" y="1265081"/>
                  </a:lnTo>
                  <a:lnTo>
                    <a:pt x="366651" y="1265084"/>
                  </a:lnTo>
                  <a:lnTo>
                    <a:pt x="366678" y="1265089"/>
                  </a:lnTo>
                  <a:lnTo>
                    <a:pt x="366704" y="1265096"/>
                  </a:lnTo>
                  <a:lnTo>
                    <a:pt x="366727" y="1265105"/>
                  </a:lnTo>
                  <a:lnTo>
                    <a:pt x="366747" y="1265114"/>
                  </a:lnTo>
                  <a:lnTo>
                    <a:pt x="366762" y="1265123"/>
                  </a:lnTo>
                  <a:lnTo>
                    <a:pt x="366777" y="1265133"/>
                  </a:lnTo>
                  <a:lnTo>
                    <a:pt x="366798" y="1265144"/>
                  </a:lnTo>
                  <a:lnTo>
                    <a:pt x="366820" y="1265153"/>
                  </a:lnTo>
                  <a:lnTo>
                    <a:pt x="366839" y="1265158"/>
                  </a:lnTo>
                  <a:lnTo>
                    <a:pt x="366877" y="1265171"/>
                  </a:lnTo>
                  <a:lnTo>
                    <a:pt x="366906" y="1265182"/>
                  </a:lnTo>
                  <a:lnTo>
                    <a:pt x="366924" y="1265193"/>
                  </a:lnTo>
                  <a:lnTo>
                    <a:pt x="366932" y="1265199"/>
                  </a:lnTo>
                  <a:lnTo>
                    <a:pt x="366937" y="1265205"/>
                  </a:lnTo>
                  <a:lnTo>
                    <a:pt x="366950" y="1265223"/>
                  </a:lnTo>
                  <a:lnTo>
                    <a:pt x="366961" y="1265239"/>
                  </a:lnTo>
                  <a:lnTo>
                    <a:pt x="366968" y="1265250"/>
                  </a:lnTo>
                  <a:lnTo>
                    <a:pt x="366993" y="1265265"/>
                  </a:lnTo>
                  <a:lnTo>
                    <a:pt x="367031" y="1265283"/>
                  </a:lnTo>
                  <a:lnTo>
                    <a:pt x="367070" y="1265303"/>
                  </a:lnTo>
                  <a:lnTo>
                    <a:pt x="367116" y="1265335"/>
                  </a:lnTo>
                  <a:lnTo>
                    <a:pt x="367142" y="1265356"/>
                  </a:lnTo>
                  <a:lnTo>
                    <a:pt x="367144" y="1265361"/>
                  </a:lnTo>
                  <a:lnTo>
                    <a:pt x="367146" y="1265404"/>
                  </a:lnTo>
                  <a:lnTo>
                    <a:pt x="367146" y="1265469"/>
                  </a:lnTo>
                  <a:lnTo>
                    <a:pt x="367149" y="1265482"/>
                  </a:lnTo>
                  <a:lnTo>
                    <a:pt x="367159" y="1265518"/>
                  </a:lnTo>
                  <a:lnTo>
                    <a:pt x="367165" y="1265534"/>
                  </a:lnTo>
                  <a:lnTo>
                    <a:pt x="367167" y="1265550"/>
                  </a:lnTo>
                  <a:lnTo>
                    <a:pt x="367167" y="1265559"/>
                  </a:lnTo>
                  <a:lnTo>
                    <a:pt x="367165" y="1265571"/>
                  </a:lnTo>
                  <a:lnTo>
                    <a:pt x="367154" y="1265590"/>
                  </a:lnTo>
                  <a:lnTo>
                    <a:pt x="367133" y="1265614"/>
                  </a:lnTo>
                  <a:lnTo>
                    <a:pt x="367115" y="1265630"/>
                  </a:lnTo>
                  <a:lnTo>
                    <a:pt x="367110" y="1265635"/>
                  </a:lnTo>
                  <a:lnTo>
                    <a:pt x="367085" y="1265656"/>
                  </a:lnTo>
                  <a:lnTo>
                    <a:pt x="367069" y="1265675"/>
                  </a:lnTo>
                  <a:lnTo>
                    <a:pt x="367060" y="1265690"/>
                  </a:lnTo>
                  <a:lnTo>
                    <a:pt x="367049" y="1265710"/>
                  </a:lnTo>
                  <a:lnTo>
                    <a:pt x="367040" y="1265731"/>
                  </a:lnTo>
                  <a:lnTo>
                    <a:pt x="367030" y="1265744"/>
                  </a:lnTo>
                  <a:lnTo>
                    <a:pt x="367017" y="1265753"/>
                  </a:lnTo>
                  <a:lnTo>
                    <a:pt x="366997" y="1265761"/>
                  </a:lnTo>
                  <a:lnTo>
                    <a:pt x="366993" y="1265763"/>
                  </a:lnTo>
                  <a:lnTo>
                    <a:pt x="366987" y="1265766"/>
                  </a:lnTo>
                  <a:lnTo>
                    <a:pt x="366983" y="1265772"/>
                  </a:lnTo>
                  <a:lnTo>
                    <a:pt x="366979" y="1265786"/>
                  </a:lnTo>
                  <a:lnTo>
                    <a:pt x="366970" y="1265807"/>
                  </a:lnTo>
                  <a:lnTo>
                    <a:pt x="366962" y="1265820"/>
                  </a:lnTo>
                  <a:lnTo>
                    <a:pt x="366949" y="1265836"/>
                  </a:lnTo>
                  <a:lnTo>
                    <a:pt x="366934" y="1265854"/>
                  </a:lnTo>
                  <a:lnTo>
                    <a:pt x="366917" y="1265870"/>
                  </a:lnTo>
                  <a:lnTo>
                    <a:pt x="366906" y="1265883"/>
                  </a:lnTo>
                  <a:lnTo>
                    <a:pt x="366882" y="1265918"/>
                  </a:lnTo>
                  <a:lnTo>
                    <a:pt x="366868" y="1265938"/>
                  </a:lnTo>
                  <a:lnTo>
                    <a:pt x="366837" y="1265971"/>
                  </a:lnTo>
                  <a:lnTo>
                    <a:pt x="366807" y="1266002"/>
                  </a:lnTo>
                  <a:lnTo>
                    <a:pt x="366781" y="1266029"/>
                  </a:lnTo>
                  <a:lnTo>
                    <a:pt x="366762" y="1266048"/>
                  </a:lnTo>
                  <a:lnTo>
                    <a:pt x="366755" y="1266051"/>
                  </a:lnTo>
                  <a:lnTo>
                    <a:pt x="366750" y="1266051"/>
                  </a:lnTo>
                  <a:lnTo>
                    <a:pt x="366744" y="1266047"/>
                  </a:lnTo>
                  <a:lnTo>
                    <a:pt x="366732" y="1266031"/>
                  </a:lnTo>
                  <a:lnTo>
                    <a:pt x="366720" y="1266018"/>
                  </a:lnTo>
                  <a:lnTo>
                    <a:pt x="366697" y="1265999"/>
                  </a:lnTo>
                  <a:lnTo>
                    <a:pt x="366683" y="1265991"/>
                  </a:lnTo>
                  <a:lnTo>
                    <a:pt x="366653" y="1265978"/>
                  </a:lnTo>
                  <a:lnTo>
                    <a:pt x="366629" y="1265968"/>
                  </a:lnTo>
                  <a:lnTo>
                    <a:pt x="366610" y="1265964"/>
                  </a:lnTo>
                  <a:lnTo>
                    <a:pt x="366585" y="1265964"/>
                  </a:lnTo>
                  <a:lnTo>
                    <a:pt x="366562" y="1265966"/>
                  </a:lnTo>
                  <a:lnTo>
                    <a:pt x="366522" y="1265971"/>
                  </a:lnTo>
                  <a:lnTo>
                    <a:pt x="366506" y="1265973"/>
                  </a:lnTo>
                  <a:lnTo>
                    <a:pt x="366492" y="1265977"/>
                  </a:lnTo>
                  <a:lnTo>
                    <a:pt x="366475" y="1265982"/>
                  </a:lnTo>
                  <a:lnTo>
                    <a:pt x="366458" y="1265988"/>
                  </a:lnTo>
                  <a:lnTo>
                    <a:pt x="366436" y="1265999"/>
                  </a:lnTo>
                  <a:lnTo>
                    <a:pt x="366415" y="1266015"/>
                  </a:lnTo>
                  <a:lnTo>
                    <a:pt x="366401" y="1266026"/>
                  </a:lnTo>
                  <a:lnTo>
                    <a:pt x="366386" y="1266035"/>
                  </a:lnTo>
                  <a:lnTo>
                    <a:pt x="366371" y="1266045"/>
                  </a:lnTo>
                  <a:lnTo>
                    <a:pt x="366355" y="1266051"/>
                  </a:lnTo>
                  <a:lnTo>
                    <a:pt x="366331" y="1266059"/>
                  </a:lnTo>
                  <a:lnTo>
                    <a:pt x="366301" y="1266066"/>
                  </a:lnTo>
                  <a:lnTo>
                    <a:pt x="366286" y="1266068"/>
                  </a:lnTo>
                  <a:lnTo>
                    <a:pt x="366277" y="1266074"/>
                  </a:lnTo>
                  <a:lnTo>
                    <a:pt x="366269" y="1266085"/>
                  </a:lnTo>
                  <a:lnTo>
                    <a:pt x="366262" y="1266101"/>
                  </a:lnTo>
                  <a:lnTo>
                    <a:pt x="366256" y="1266111"/>
                  </a:lnTo>
                  <a:lnTo>
                    <a:pt x="366254" y="1266117"/>
                  </a:lnTo>
                  <a:lnTo>
                    <a:pt x="366240" y="1266131"/>
                  </a:lnTo>
                  <a:lnTo>
                    <a:pt x="366225" y="1266145"/>
                  </a:lnTo>
                  <a:lnTo>
                    <a:pt x="366197" y="1266169"/>
                  </a:lnTo>
                  <a:lnTo>
                    <a:pt x="366179" y="1266188"/>
                  </a:lnTo>
                  <a:lnTo>
                    <a:pt x="366158" y="1266207"/>
                  </a:lnTo>
                  <a:lnTo>
                    <a:pt x="366147" y="1266220"/>
                  </a:lnTo>
                  <a:lnTo>
                    <a:pt x="366135" y="1266222"/>
                  </a:lnTo>
                  <a:lnTo>
                    <a:pt x="366111" y="1266222"/>
                  </a:lnTo>
                  <a:lnTo>
                    <a:pt x="366062" y="1266222"/>
                  </a:lnTo>
                  <a:lnTo>
                    <a:pt x="366034" y="1266222"/>
                  </a:lnTo>
                  <a:lnTo>
                    <a:pt x="366014" y="1266225"/>
                  </a:lnTo>
                  <a:lnTo>
                    <a:pt x="365984" y="1266230"/>
                  </a:lnTo>
                  <a:lnTo>
                    <a:pt x="365958" y="1266231"/>
                  </a:lnTo>
                  <a:lnTo>
                    <a:pt x="365938" y="1266230"/>
                  </a:lnTo>
                  <a:lnTo>
                    <a:pt x="365925" y="1266229"/>
                  </a:lnTo>
                  <a:lnTo>
                    <a:pt x="365905" y="1266223"/>
                  </a:lnTo>
                  <a:lnTo>
                    <a:pt x="365881" y="1266214"/>
                  </a:lnTo>
                  <a:lnTo>
                    <a:pt x="365870" y="1266212"/>
                  </a:lnTo>
                  <a:lnTo>
                    <a:pt x="365837" y="1266211"/>
                  </a:lnTo>
                  <a:lnTo>
                    <a:pt x="365788" y="1266211"/>
                  </a:lnTo>
                  <a:lnTo>
                    <a:pt x="365747" y="1266214"/>
                  </a:lnTo>
                  <a:lnTo>
                    <a:pt x="365713" y="1266218"/>
                  </a:lnTo>
                  <a:lnTo>
                    <a:pt x="365682" y="1266224"/>
                  </a:lnTo>
                  <a:lnTo>
                    <a:pt x="365656" y="1266228"/>
                  </a:lnTo>
                  <a:lnTo>
                    <a:pt x="365618" y="1266231"/>
                  </a:lnTo>
                  <a:lnTo>
                    <a:pt x="365597" y="1266236"/>
                  </a:lnTo>
                  <a:lnTo>
                    <a:pt x="365573" y="1266237"/>
                  </a:lnTo>
                  <a:lnTo>
                    <a:pt x="365555" y="1266237"/>
                  </a:lnTo>
                  <a:lnTo>
                    <a:pt x="365547" y="1266236"/>
                  </a:lnTo>
                  <a:lnTo>
                    <a:pt x="365533" y="1266235"/>
                  </a:lnTo>
                  <a:lnTo>
                    <a:pt x="365518" y="1266236"/>
                  </a:lnTo>
                  <a:lnTo>
                    <a:pt x="365493" y="1266243"/>
                  </a:lnTo>
                  <a:lnTo>
                    <a:pt x="365470" y="1266250"/>
                  </a:lnTo>
                  <a:lnTo>
                    <a:pt x="365460" y="1266251"/>
                  </a:lnTo>
                  <a:lnTo>
                    <a:pt x="365452" y="1266250"/>
                  </a:lnTo>
                  <a:lnTo>
                    <a:pt x="365443" y="1266248"/>
                  </a:lnTo>
                  <a:lnTo>
                    <a:pt x="365434" y="1266241"/>
                  </a:lnTo>
                  <a:lnTo>
                    <a:pt x="365424" y="1266229"/>
                  </a:lnTo>
                  <a:lnTo>
                    <a:pt x="365411" y="1266203"/>
                  </a:lnTo>
                  <a:lnTo>
                    <a:pt x="365391" y="1266160"/>
                  </a:lnTo>
                  <a:lnTo>
                    <a:pt x="365374" y="1266121"/>
                  </a:lnTo>
                  <a:lnTo>
                    <a:pt x="365362" y="1266097"/>
                  </a:lnTo>
                  <a:lnTo>
                    <a:pt x="365354" y="1266087"/>
                  </a:lnTo>
                  <a:lnTo>
                    <a:pt x="365332" y="1266056"/>
                  </a:lnTo>
                  <a:lnTo>
                    <a:pt x="365327" y="1266046"/>
                  </a:lnTo>
                  <a:lnTo>
                    <a:pt x="365311" y="1266017"/>
                  </a:lnTo>
                  <a:lnTo>
                    <a:pt x="365305" y="1266003"/>
                  </a:lnTo>
                  <a:lnTo>
                    <a:pt x="365303" y="1265981"/>
                  </a:lnTo>
                  <a:lnTo>
                    <a:pt x="365298" y="1265949"/>
                  </a:lnTo>
                  <a:lnTo>
                    <a:pt x="365295" y="1265935"/>
                  </a:lnTo>
                  <a:lnTo>
                    <a:pt x="365285" y="1265913"/>
                  </a:lnTo>
                  <a:lnTo>
                    <a:pt x="365277" y="1265901"/>
                  </a:lnTo>
                  <a:lnTo>
                    <a:pt x="365269" y="1265894"/>
                  </a:lnTo>
                  <a:lnTo>
                    <a:pt x="365257" y="1265889"/>
                  </a:lnTo>
                  <a:lnTo>
                    <a:pt x="365220" y="1265881"/>
                  </a:lnTo>
                  <a:lnTo>
                    <a:pt x="365193" y="1265872"/>
                  </a:lnTo>
                  <a:lnTo>
                    <a:pt x="365164" y="1265859"/>
                  </a:lnTo>
                  <a:lnTo>
                    <a:pt x="365148" y="1265850"/>
                  </a:lnTo>
                  <a:lnTo>
                    <a:pt x="365124" y="1265829"/>
                  </a:lnTo>
                  <a:lnTo>
                    <a:pt x="365106" y="1265812"/>
                  </a:lnTo>
                  <a:lnTo>
                    <a:pt x="365094" y="1265795"/>
                  </a:lnTo>
                  <a:lnTo>
                    <a:pt x="365084" y="1265768"/>
                  </a:lnTo>
                  <a:lnTo>
                    <a:pt x="365077" y="1265742"/>
                  </a:lnTo>
                  <a:lnTo>
                    <a:pt x="365047" y="1265683"/>
                  </a:lnTo>
                  <a:lnTo>
                    <a:pt x="365014" y="1265619"/>
                  </a:lnTo>
                  <a:lnTo>
                    <a:pt x="364997" y="1265588"/>
                  </a:lnTo>
                  <a:lnTo>
                    <a:pt x="364976" y="1265563"/>
                  </a:lnTo>
                  <a:lnTo>
                    <a:pt x="364945" y="1265532"/>
                  </a:lnTo>
                  <a:lnTo>
                    <a:pt x="364919" y="1265510"/>
                  </a:lnTo>
                  <a:lnTo>
                    <a:pt x="364909" y="1265503"/>
                  </a:lnTo>
                  <a:lnTo>
                    <a:pt x="364874" y="1265487"/>
                  </a:lnTo>
                  <a:lnTo>
                    <a:pt x="364843" y="1265478"/>
                  </a:lnTo>
                  <a:lnTo>
                    <a:pt x="364814" y="1265471"/>
                  </a:lnTo>
                  <a:lnTo>
                    <a:pt x="364787" y="1265470"/>
                  </a:lnTo>
                  <a:lnTo>
                    <a:pt x="364754" y="1265472"/>
                  </a:lnTo>
                  <a:lnTo>
                    <a:pt x="364735" y="1265473"/>
                  </a:lnTo>
                  <a:lnTo>
                    <a:pt x="364710" y="1265489"/>
                  </a:lnTo>
                  <a:lnTo>
                    <a:pt x="364701" y="1265494"/>
                  </a:lnTo>
                  <a:lnTo>
                    <a:pt x="364683" y="1265494"/>
                  </a:lnTo>
                  <a:lnTo>
                    <a:pt x="364648" y="1265494"/>
                  </a:lnTo>
                  <a:lnTo>
                    <a:pt x="364606" y="1265490"/>
                  </a:lnTo>
                  <a:lnTo>
                    <a:pt x="364564" y="1265485"/>
                  </a:lnTo>
                  <a:lnTo>
                    <a:pt x="364521" y="1265478"/>
                  </a:lnTo>
                  <a:lnTo>
                    <a:pt x="364497" y="1265473"/>
                  </a:lnTo>
                  <a:lnTo>
                    <a:pt x="364467" y="1265471"/>
                  </a:lnTo>
                  <a:lnTo>
                    <a:pt x="364449" y="1265468"/>
                  </a:lnTo>
                  <a:lnTo>
                    <a:pt x="364432" y="1265461"/>
                  </a:lnTo>
                  <a:lnTo>
                    <a:pt x="364418" y="1265457"/>
                  </a:lnTo>
                  <a:lnTo>
                    <a:pt x="364392" y="1265444"/>
                  </a:lnTo>
                  <a:lnTo>
                    <a:pt x="364369" y="1265429"/>
                  </a:lnTo>
                  <a:lnTo>
                    <a:pt x="364362" y="1265427"/>
                  </a:lnTo>
                  <a:lnTo>
                    <a:pt x="364352" y="1265433"/>
                  </a:lnTo>
                  <a:lnTo>
                    <a:pt x="364338" y="1265449"/>
                  </a:lnTo>
                  <a:lnTo>
                    <a:pt x="364332" y="1265454"/>
                  </a:lnTo>
                  <a:lnTo>
                    <a:pt x="364322" y="1265467"/>
                  </a:lnTo>
                  <a:lnTo>
                    <a:pt x="364303" y="1265492"/>
                  </a:lnTo>
                  <a:lnTo>
                    <a:pt x="364292" y="1265509"/>
                  </a:lnTo>
                  <a:lnTo>
                    <a:pt x="364284" y="1265527"/>
                  </a:lnTo>
                  <a:lnTo>
                    <a:pt x="364278" y="1265541"/>
                  </a:lnTo>
                  <a:lnTo>
                    <a:pt x="364269" y="1265555"/>
                  </a:lnTo>
                  <a:lnTo>
                    <a:pt x="364230" y="1265594"/>
                  </a:lnTo>
                  <a:lnTo>
                    <a:pt x="364191" y="1265636"/>
                  </a:lnTo>
                  <a:lnTo>
                    <a:pt x="364161" y="1265666"/>
                  </a:lnTo>
                  <a:lnTo>
                    <a:pt x="364110" y="1265716"/>
                  </a:lnTo>
                  <a:lnTo>
                    <a:pt x="364081" y="1265750"/>
                  </a:lnTo>
                  <a:lnTo>
                    <a:pt x="364059" y="1265776"/>
                  </a:lnTo>
                  <a:lnTo>
                    <a:pt x="364044" y="1265794"/>
                  </a:lnTo>
                  <a:lnTo>
                    <a:pt x="364032" y="1265812"/>
                  </a:lnTo>
                  <a:lnTo>
                    <a:pt x="364006" y="1265857"/>
                  </a:lnTo>
                  <a:lnTo>
                    <a:pt x="363977" y="1265908"/>
                  </a:lnTo>
                  <a:lnTo>
                    <a:pt x="363943" y="1265971"/>
                  </a:lnTo>
                  <a:lnTo>
                    <a:pt x="363931" y="1266002"/>
                  </a:lnTo>
                  <a:lnTo>
                    <a:pt x="363926" y="1266016"/>
                  </a:lnTo>
                  <a:lnTo>
                    <a:pt x="363919" y="1266030"/>
                  </a:lnTo>
                  <a:lnTo>
                    <a:pt x="363909" y="1266045"/>
                  </a:lnTo>
                  <a:lnTo>
                    <a:pt x="363898" y="1266054"/>
                  </a:lnTo>
                  <a:lnTo>
                    <a:pt x="363886" y="1266062"/>
                  </a:lnTo>
                  <a:lnTo>
                    <a:pt x="363858" y="1266067"/>
                  </a:lnTo>
                  <a:lnTo>
                    <a:pt x="363840" y="1266067"/>
                  </a:lnTo>
                  <a:lnTo>
                    <a:pt x="363829" y="1266066"/>
                  </a:lnTo>
                  <a:lnTo>
                    <a:pt x="363805" y="1266055"/>
                  </a:lnTo>
                  <a:lnTo>
                    <a:pt x="363769" y="1266031"/>
                  </a:lnTo>
                  <a:lnTo>
                    <a:pt x="363736" y="1266008"/>
                  </a:lnTo>
                  <a:lnTo>
                    <a:pt x="363712" y="1265984"/>
                  </a:lnTo>
                  <a:lnTo>
                    <a:pt x="363692" y="1265957"/>
                  </a:lnTo>
                  <a:lnTo>
                    <a:pt x="363677" y="1265930"/>
                  </a:lnTo>
                  <a:lnTo>
                    <a:pt x="363664" y="1265915"/>
                  </a:lnTo>
                  <a:lnTo>
                    <a:pt x="363644" y="1265898"/>
                  </a:lnTo>
                  <a:lnTo>
                    <a:pt x="363611" y="1265878"/>
                  </a:lnTo>
                  <a:lnTo>
                    <a:pt x="363575" y="1265860"/>
                  </a:lnTo>
                  <a:lnTo>
                    <a:pt x="363538" y="1265844"/>
                  </a:lnTo>
                  <a:lnTo>
                    <a:pt x="363516" y="1265837"/>
                  </a:lnTo>
                  <a:lnTo>
                    <a:pt x="363501" y="1265838"/>
                  </a:lnTo>
                  <a:lnTo>
                    <a:pt x="363483" y="1265844"/>
                  </a:lnTo>
                  <a:lnTo>
                    <a:pt x="363448" y="1265860"/>
                  </a:lnTo>
                  <a:lnTo>
                    <a:pt x="363422" y="1265875"/>
                  </a:lnTo>
                  <a:lnTo>
                    <a:pt x="363405" y="1265882"/>
                  </a:lnTo>
                  <a:lnTo>
                    <a:pt x="363385" y="1265887"/>
                  </a:lnTo>
                  <a:lnTo>
                    <a:pt x="363365" y="1265888"/>
                  </a:lnTo>
                  <a:lnTo>
                    <a:pt x="363334" y="1265883"/>
                  </a:lnTo>
                  <a:lnTo>
                    <a:pt x="363297" y="1265880"/>
                  </a:lnTo>
                  <a:lnTo>
                    <a:pt x="363263" y="1265883"/>
                  </a:lnTo>
                  <a:lnTo>
                    <a:pt x="363219" y="1265894"/>
                  </a:lnTo>
                  <a:lnTo>
                    <a:pt x="363182" y="1265908"/>
                  </a:lnTo>
                  <a:lnTo>
                    <a:pt x="363156" y="1265924"/>
                  </a:lnTo>
                  <a:lnTo>
                    <a:pt x="363108" y="1265971"/>
                  </a:lnTo>
                  <a:lnTo>
                    <a:pt x="363087" y="1265990"/>
                  </a:lnTo>
                  <a:lnTo>
                    <a:pt x="363076" y="1265996"/>
                  </a:lnTo>
                  <a:lnTo>
                    <a:pt x="363059" y="1266000"/>
                  </a:lnTo>
                  <a:lnTo>
                    <a:pt x="363036" y="1265999"/>
                  </a:lnTo>
                  <a:lnTo>
                    <a:pt x="363010" y="1265999"/>
                  </a:lnTo>
                  <a:lnTo>
                    <a:pt x="362992" y="1266002"/>
                  </a:lnTo>
                  <a:lnTo>
                    <a:pt x="362984" y="1266005"/>
                  </a:lnTo>
                  <a:lnTo>
                    <a:pt x="362972" y="1266012"/>
                  </a:lnTo>
                  <a:lnTo>
                    <a:pt x="362954" y="1266031"/>
                  </a:lnTo>
                  <a:lnTo>
                    <a:pt x="362933" y="1266060"/>
                  </a:lnTo>
                  <a:lnTo>
                    <a:pt x="362923" y="1266069"/>
                  </a:lnTo>
                  <a:lnTo>
                    <a:pt x="362913" y="1266076"/>
                  </a:lnTo>
                  <a:lnTo>
                    <a:pt x="362903" y="1266080"/>
                  </a:lnTo>
                  <a:lnTo>
                    <a:pt x="362884" y="1266083"/>
                  </a:lnTo>
                  <a:lnTo>
                    <a:pt x="362846" y="1266078"/>
                  </a:lnTo>
                  <a:lnTo>
                    <a:pt x="362812" y="1266071"/>
                  </a:lnTo>
                  <a:lnTo>
                    <a:pt x="362783" y="1266063"/>
                  </a:lnTo>
                  <a:lnTo>
                    <a:pt x="362726" y="1266056"/>
                  </a:lnTo>
                  <a:lnTo>
                    <a:pt x="362688" y="1266051"/>
                  </a:lnTo>
                  <a:lnTo>
                    <a:pt x="362637" y="1266043"/>
                  </a:lnTo>
                  <a:lnTo>
                    <a:pt x="362612" y="1266035"/>
                  </a:lnTo>
                  <a:lnTo>
                    <a:pt x="362587" y="1266024"/>
                  </a:lnTo>
                  <a:lnTo>
                    <a:pt x="362565" y="1266017"/>
                  </a:lnTo>
                  <a:lnTo>
                    <a:pt x="362538" y="1266010"/>
                  </a:lnTo>
                  <a:lnTo>
                    <a:pt x="362519" y="1266007"/>
                  </a:lnTo>
                  <a:lnTo>
                    <a:pt x="362493" y="1266008"/>
                  </a:lnTo>
                  <a:lnTo>
                    <a:pt x="362470" y="1266012"/>
                  </a:lnTo>
                  <a:lnTo>
                    <a:pt x="362446" y="1266016"/>
                  </a:lnTo>
                  <a:lnTo>
                    <a:pt x="362423" y="1266019"/>
                  </a:lnTo>
                  <a:lnTo>
                    <a:pt x="362367" y="1266019"/>
                  </a:lnTo>
                  <a:lnTo>
                    <a:pt x="362340" y="1266018"/>
                  </a:lnTo>
                  <a:lnTo>
                    <a:pt x="362309" y="1266022"/>
                  </a:lnTo>
                  <a:lnTo>
                    <a:pt x="362278" y="1266025"/>
                  </a:lnTo>
                  <a:lnTo>
                    <a:pt x="362208" y="1266026"/>
                  </a:lnTo>
                  <a:lnTo>
                    <a:pt x="362182" y="1266024"/>
                  </a:lnTo>
                  <a:lnTo>
                    <a:pt x="362157" y="1266021"/>
                  </a:lnTo>
                  <a:lnTo>
                    <a:pt x="362140" y="1266016"/>
                  </a:lnTo>
                  <a:lnTo>
                    <a:pt x="362124" y="1266008"/>
                  </a:lnTo>
                  <a:lnTo>
                    <a:pt x="362108" y="1265992"/>
                  </a:lnTo>
                  <a:lnTo>
                    <a:pt x="362085" y="1265964"/>
                  </a:lnTo>
                  <a:lnTo>
                    <a:pt x="362054" y="1265929"/>
                  </a:lnTo>
                  <a:lnTo>
                    <a:pt x="362030" y="1265901"/>
                  </a:lnTo>
                  <a:lnTo>
                    <a:pt x="362012" y="1265876"/>
                  </a:lnTo>
                  <a:lnTo>
                    <a:pt x="361998" y="1265846"/>
                  </a:lnTo>
                  <a:lnTo>
                    <a:pt x="361989" y="1265818"/>
                  </a:lnTo>
                  <a:lnTo>
                    <a:pt x="361979" y="1265803"/>
                  </a:lnTo>
                  <a:lnTo>
                    <a:pt x="361964" y="1265792"/>
                  </a:lnTo>
                  <a:lnTo>
                    <a:pt x="361944" y="1265779"/>
                  </a:lnTo>
                  <a:lnTo>
                    <a:pt x="361911" y="1265765"/>
                  </a:lnTo>
                  <a:lnTo>
                    <a:pt x="361875" y="1265753"/>
                  </a:lnTo>
                  <a:lnTo>
                    <a:pt x="361825" y="1265741"/>
                  </a:lnTo>
                  <a:lnTo>
                    <a:pt x="361791" y="1265733"/>
                  </a:lnTo>
                  <a:lnTo>
                    <a:pt x="361763" y="1265730"/>
                  </a:lnTo>
                  <a:lnTo>
                    <a:pt x="361710" y="1265733"/>
                  </a:lnTo>
                  <a:lnTo>
                    <a:pt x="361672" y="1265742"/>
                  </a:lnTo>
                  <a:lnTo>
                    <a:pt x="361625" y="1265757"/>
                  </a:lnTo>
                  <a:lnTo>
                    <a:pt x="361600" y="1265765"/>
                  </a:lnTo>
                  <a:lnTo>
                    <a:pt x="361572" y="1265769"/>
                  </a:lnTo>
                  <a:lnTo>
                    <a:pt x="361542" y="1265770"/>
                  </a:lnTo>
                  <a:lnTo>
                    <a:pt x="361503" y="1265771"/>
                  </a:lnTo>
                  <a:lnTo>
                    <a:pt x="361481" y="1265771"/>
                  </a:lnTo>
                  <a:lnTo>
                    <a:pt x="361467" y="1265772"/>
                  </a:lnTo>
                  <a:lnTo>
                    <a:pt x="361447" y="1265780"/>
                  </a:lnTo>
                  <a:lnTo>
                    <a:pt x="361437" y="1265785"/>
                  </a:lnTo>
                  <a:lnTo>
                    <a:pt x="361428" y="1265786"/>
                  </a:lnTo>
                  <a:lnTo>
                    <a:pt x="361419" y="1265784"/>
                  </a:lnTo>
                  <a:lnTo>
                    <a:pt x="361403" y="1265774"/>
                  </a:lnTo>
                  <a:lnTo>
                    <a:pt x="361373" y="1265752"/>
                  </a:lnTo>
                  <a:lnTo>
                    <a:pt x="361350" y="1265737"/>
                  </a:lnTo>
                  <a:lnTo>
                    <a:pt x="361315" y="1265721"/>
                  </a:lnTo>
                  <a:lnTo>
                    <a:pt x="361270" y="1265701"/>
                  </a:lnTo>
                  <a:lnTo>
                    <a:pt x="361224" y="1265680"/>
                  </a:lnTo>
                  <a:lnTo>
                    <a:pt x="361169" y="1265650"/>
                  </a:lnTo>
                  <a:lnTo>
                    <a:pt x="361119" y="1265626"/>
                  </a:lnTo>
                  <a:lnTo>
                    <a:pt x="361085" y="1265605"/>
                  </a:lnTo>
                  <a:lnTo>
                    <a:pt x="361056" y="1265595"/>
                  </a:lnTo>
                  <a:lnTo>
                    <a:pt x="361023" y="1265586"/>
                  </a:lnTo>
                  <a:lnTo>
                    <a:pt x="360989" y="1265576"/>
                  </a:lnTo>
                  <a:lnTo>
                    <a:pt x="360981" y="1265573"/>
                  </a:lnTo>
                  <a:lnTo>
                    <a:pt x="360973" y="1265566"/>
                  </a:lnTo>
                  <a:lnTo>
                    <a:pt x="360968" y="1265549"/>
                  </a:lnTo>
                  <a:lnTo>
                    <a:pt x="360950" y="1265511"/>
                  </a:lnTo>
                  <a:lnTo>
                    <a:pt x="360931" y="1265453"/>
                  </a:lnTo>
                  <a:lnTo>
                    <a:pt x="360925" y="1265423"/>
                  </a:lnTo>
                  <a:lnTo>
                    <a:pt x="360920" y="1265328"/>
                  </a:lnTo>
                  <a:lnTo>
                    <a:pt x="360914" y="1265271"/>
                  </a:lnTo>
                  <a:lnTo>
                    <a:pt x="360907" y="1265256"/>
                  </a:lnTo>
                  <a:lnTo>
                    <a:pt x="360896" y="1265233"/>
                  </a:lnTo>
                  <a:lnTo>
                    <a:pt x="360894" y="1265226"/>
                  </a:lnTo>
                  <a:lnTo>
                    <a:pt x="360890" y="1265207"/>
                  </a:lnTo>
                  <a:lnTo>
                    <a:pt x="360890" y="1265184"/>
                  </a:lnTo>
                  <a:lnTo>
                    <a:pt x="360881" y="1265113"/>
                  </a:lnTo>
                  <a:lnTo>
                    <a:pt x="360878" y="1265103"/>
                  </a:lnTo>
                  <a:lnTo>
                    <a:pt x="360872" y="1265093"/>
                  </a:lnTo>
                  <a:lnTo>
                    <a:pt x="360856" y="1265074"/>
                  </a:lnTo>
                  <a:lnTo>
                    <a:pt x="360841" y="1265057"/>
                  </a:lnTo>
                  <a:lnTo>
                    <a:pt x="360806" y="1265021"/>
                  </a:lnTo>
                  <a:lnTo>
                    <a:pt x="360787" y="1264999"/>
                  </a:lnTo>
                  <a:lnTo>
                    <a:pt x="360774" y="1264979"/>
                  </a:lnTo>
                  <a:lnTo>
                    <a:pt x="360760" y="1264942"/>
                  </a:lnTo>
                  <a:lnTo>
                    <a:pt x="360734" y="1264881"/>
                  </a:lnTo>
                  <a:lnTo>
                    <a:pt x="360714" y="1264844"/>
                  </a:lnTo>
                  <a:lnTo>
                    <a:pt x="360697" y="1264814"/>
                  </a:lnTo>
                  <a:lnTo>
                    <a:pt x="360685" y="1264794"/>
                  </a:lnTo>
                  <a:lnTo>
                    <a:pt x="360676" y="1264785"/>
                  </a:lnTo>
                  <a:lnTo>
                    <a:pt x="360665" y="1264783"/>
                  </a:lnTo>
                  <a:lnTo>
                    <a:pt x="360583" y="1264782"/>
                  </a:lnTo>
                  <a:lnTo>
                    <a:pt x="360512" y="1264784"/>
                  </a:lnTo>
                  <a:lnTo>
                    <a:pt x="360476" y="1264784"/>
                  </a:lnTo>
                  <a:lnTo>
                    <a:pt x="360454" y="1264783"/>
                  </a:lnTo>
                  <a:lnTo>
                    <a:pt x="360442" y="1264781"/>
                  </a:lnTo>
                  <a:lnTo>
                    <a:pt x="360412" y="1264770"/>
                  </a:lnTo>
                  <a:lnTo>
                    <a:pt x="360390" y="1264760"/>
                  </a:lnTo>
                  <a:lnTo>
                    <a:pt x="360368" y="1264747"/>
                  </a:lnTo>
                  <a:lnTo>
                    <a:pt x="360349" y="1264725"/>
                  </a:lnTo>
                  <a:lnTo>
                    <a:pt x="360332" y="1264700"/>
                  </a:lnTo>
                  <a:lnTo>
                    <a:pt x="360311" y="1264661"/>
                  </a:lnTo>
                  <a:lnTo>
                    <a:pt x="360283" y="1264624"/>
                  </a:lnTo>
                  <a:lnTo>
                    <a:pt x="360262" y="1264594"/>
                  </a:lnTo>
                  <a:lnTo>
                    <a:pt x="360236" y="1264558"/>
                  </a:lnTo>
                  <a:lnTo>
                    <a:pt x="360223" y="1264541"/>
                  </a:lnTo>
                  <a:lnTo>
                    <a:pt x="360210" y="1264529"/>
                  </a:lnTo>
                  <a:lnTo>
                    <a:pt x="360195" y="1264519"/>
                  </a:lnTo>
                  <a:lnTo>
                    <a:pt x="360184" y="1264503"/>
                  </a:lnTo>
                  <a:lnTo>
                    <a:pt x="360183" y="1264491"/>
                  </a:lnTo>
                  <a:lnTo>
                    <a:pt x="360185" y="1264477"/>
                  </a:lnTo>
                  <a:lnTo>
                    <a:pt x="360195" y="1264444"/>
                  </a:lnTo>
                  <a:lnTo>
                    <a:pt x="360200" y="1264416"/>
                  </a:lnTo>
                  <a:lnTo>
                    <a:pt x="360200" y="1264390"/>
                  </a:lnTo>
                  <a:lnTo>
                    <a:pt x="360189" y="1264351"/>
                  </a:lnTo>
                  <a:lnTo>
                    <a:pt x="360178" y="1264323"/>
                  </a:lnTo>
                  <a:lnTo>
                    <a:pt x="360162" y="1264300"/>
                  </a:lnTo>
                  <a:lnTo>
                    <a:pt x="360146" y="1264278"/>
                  </a:lnTo>
                  <a:lnTo>
                    <a:pt x="360130" y="1264261"/>
                  </a:lnTo>
                  <a:lnTo>
                    <a:pt x="360108" y="1264243"/>
                  </a:lnTo>
                  <a:lnTo>
                    <a:pt x="360077" y="1264224"/>
                  </a:lnTo>
                  <a:lnTo>
                    <a:pt x="360050" y="1264209"/>
                  </a:lnTo>
                  <a:lnTo>
                    <a:pt x="359986" y="1264181"/>
                  </a:lnTo>
                  <a:lnTo>
                    <a:pt x="359963" y="1264168"/>
                  </a:lnTo>
                  <a:lnTo>
                    <a:pt x="359941" y="1264153"/>
                  </a:lnTo>
                  <a:lnTo>
                    <a:pt x="359905" y="1264124"/>
                  </a:lnTo>
                  <a:lnTo>
                    <a:pt x="359887" y="1264113"/>
                  </a:lnTo>
                  <a:lnTo>
                    <a:pt x="359865" y="1264104"/>
                  </a:lnTo>
                  <a:lnTo>
                    <a:pt x="359842" y="1264097"/>
                  </a:lnTo>
                  <a:lnTo>
                    <a:pt x="359824" y="1264088"/>
                  </a:lnTo>
                  <a:lnTo>
                    <a:pt x="359794" y="1264069"/>
                  </a:lnTo>
                  <a:lnTo>
                    <a:pt x="359766" y="1264044"/>
                  </a:lnTo>
                  <a:lnTo>
                    <a:pt x="359748" y="1264024"/>
                  </a:lnTo>
                  <a:lnTo>
                    <a:pt x="359738" y="1264007"/>
                  </a:lnTo>
                  <a:lnTo>
                    <a:pt x="359727" y="1263984"/>
                  </a:lnTo>
                  <a:lnTo>
                    <a:pt x="359711" y="1263962"/>
                  </a:lnTo>
                  <a:lnTo>
                    <a:pt x="359684" y="1263937"/>
                  </a:lnTo>
                  <a:lnTo>
                    <a:pt x="359666" y="1263921"/>
                  </a:lnTo>
                  <a:lnTo>
                    <a:pt x="359647" y="1263906"/>
                  </a:lnTo>
                  <a:lnTo>
                    <a:pt x="359632" y="1263884"/>
                  </a:lnTo>
                  <a:lnTo>
                    <a:pt x="359621" y="1263867"/>
                  </a:lnTo>
                  <a:lnTo>
                    <a:pt x="359595" y="1263840"/>
                  </a:lnTo>
                  <a:lnTo>
                    <a:pt x="359566" y="1263818"/>
                  </a:lnTo>
                  <a:lnTo>
                    <a:pt x="359537" y="1263800"/>
                  </a:lnTo>
                  <a:lnTo>
                    <a:pt x="359499" y="1263782"/>
                  </a:lnTo>
                  <a:lnTo>
                    <a:pt x="359470" y="1263767"/>
                  </a:lnTo>
                  <a:lnTo>
                    <a:pt x="359465" y="1263763"/>
                  </a:lnTo>
                  <a:lnTo>
                    <a:pt x="359466" y="1263750"/>
                  </a:lnTo>
                  <a:lnTo>
                    <a:pt x="359473" y="1263721"/>
                  </a:lnTo>
                  <a:lnTo>
                    <a:pt x="359501" y="1263615"/>
                  </a:lnTo>
                  <a:lnTo>
                    <a:pt x="359514" y="1263577"/>
                  </a:lnTo>
                  <a:lnTo>
                    <a:pt x="359539" y="1263508"/>
                  </a:lnTo>
                  <a:lnTo>
                    <a:pt x="359562" y="1263460"/>
                  </a:lnTo>
                  <a:lnTo>
                    <a:pt x="359587" y="1263419"/>
                  </a:lnTo>
                  <a:lnTo>
                    <a:pt x="359611" y="1263382"/>
                  </a:lnTo>
                  <a:lnTo>
                    <a:pt x="359622" y="1263359"/>
                  </a:lnTo>
                  <a:lnTo>
                    <a:pt x="359634" y="1263325"/>
                  </a:lnTo>
                  <a:lnTo>
                    <a:pt x="359657" y="1263289"/>
                  </a:lnTo>
                  <a:lnTo>
                    <a:pt x="359681" y="1263260"/>
                  </a:lnTo>
                  <a:lnTo>
                    <a:pt x="359699" y="1263245"/>
                  </a:lnTo>
                  <a:lnTo>
                    <a:pt x="359713" y="1263236"/>
                  </a:lnTo>
                  <a:lnTo>
                    <a:pt x="359719" y="1263232"/>
                  </a:lnTo>
                  <a:lnTo>
                    <a:pt x="359747" y="1263194"/>
                  </a:lnTo>
                  <a:lnTo>
                    <a:pt x="359770" y="1263159"/>
                  </a:lnTo>
                  <a:lnTo>
                    <a:pt x="359780" y="1263134"/>
                  </a:lnTo>
                  <a:lnTo>
                    <a:pt x="359786" y="1263107"/>
                  </a:lnTo>
                  <a:lnTo>
                    <a:pt x="359789" y="1263077"/>
                  </a:lnTo>
                  <a:lnTo>
                    <a:pt x="359796" y="1263049"/>
                  </a:lnTo>
                  <a:lnTo>
                    <a:pt x="359811" y="1263007"/>
                  </a:lnTo>
                  <a:lnTo>
                    <a:pt x="359822" y="1262974"/>
                  </a:lnTo>
                  <a:lnTo>
                    <a:pt x="359827" y="1262939"/>
                  </a:lnTo>
                  <a:lnTo>
                    <a:pt x="359827" y="1262926"/>
                  </a:lnTo>
                  <a:lnTo>
                    <a:pt x="359830" y="1262855"/>
                  </a:lnTo>
                  <a:lnTo>
                    <a:pt x="359837" y="1262814"/>
                  </a:lnTo>
                  <a:lnTo>
                    <a:pt x="359840" y="1262792"/>
                  </a:lnTo>
                  <a:lnTo>
                    <a:pt x="359854" y="1262769"/>
                  </a:lnTo>
                  <a:lnTo>
                    <a:pt x="359874" y="1262732"/>
                  </a:lnTo>
                  <a:lnTo>
                    <a:pt x="359877" y="1262717"/>
                  </a:lnTo>
                  <a:lnTo>
                    <a:pt x="359875" y="1262704"/>
                  </a:lnTo>
                  <a:lnTo>
                    <a:pt x="359864" y="1262688"/>
                  </a:lnTo>
                  <a:lnTo>
                    <a:pt x="359857" y="1262677"/>
                  </a:lnTo>
                  <a:lnTo>
                    <a:pt x="359854" y="1262668"/>
                  </a:lnTo>
                  <a:lnTo>
                    <a:pt x="359854" y="1262640"/>
                  </a:lnTo>
                  <a:lnTo>
                    <a:pt x="359858" y="1262625"/>
                  </a:lnTo>
                  <a:lnTo>
                    <a:pt x="359868" y="1262603"/>
                  </a:lnTo>
                  <a:lnTo>
                    <a:pt x="359883" y="1262580"/>
                  </a:lnTo>
                  <a:lnTo>
                    <a:pt x="359904" y="1262563"/>
                  </a:lnTo>
                  <a:lnTo>
                    <a:pt x="359925" y="1262558"/>
                  </a:lnTo>
                  <a:lnTo>
                    <a:pt x="359957" y="1262544"/>
                  </a:lnTo>
                  <a:lnTo>
                    <a:pt x="359978" y="1262529"/>
                  </a:lnTo>
                  <a:lnTo>
                    <a:pt x="359996" y="1262514"/>
                  </a:lnTo>
                  <a:lnTo>
                    <a:pt x="360015" y="1262500"/>
                  </a:lnTo>
                  <a:lnTo>
                    <a:pt x="360048" y="1262484"/>
                  </a:lnTo>
                  <a:lnTo>
                    <a:pt x="360084" y="1262469"/>
                  </a:lnTo>
                  <a:lnTo>
                    <a:pt x="360113" y="1262459"/>
                  </a:lnTo>
                  <a:lnTo>
                    <a:pt x="360128" y="1262450"/>
                  </a:lnTo>
                  <a:lnTo>
                    <a:pt x="360132" y="1262444"/>
                  </a:lnTo>
                  <a:lnTo>
                    <a:pt x="360131" y="1262432"/>
                  </a:lnTo>
                  <a:lnTo>
                    <a:pt x="360128" y="1262406"/>
                  </a:lnTo>
                  <a:lnTo>
                    <a:pt x="360128" y="1262376"/>
                  </a:lnTo>
                  <a:lnTo>
                    <a:pt x="360134" y="1262350"/>
                  </a:lnTo>
                  <a:lnTo>
                    <a:pt x="360147" y="1262318"/>
                  </a:lnTo>
                  <a:lnTo>
                    <a:pt x="360177" y="1262275"/>
                  </a:lnTo>
                  <a:lnTo>
                    <a:pt x="360195" y="1262247"/>
                  </a:lnTo>
                  <a:lnTo>
                    <a:pt x="360217" y="1262215"/>
                  </a:lnTo>
                  <a:lnTo>
                    <a:pt x="360221" y="1262200"/>
                  </a:lnTo>
                  <a:lnTo>
                    <a:pt x="360224" y="1262177"/>
                  </a:lnTo>
                  <a:lnTo>
                    <a:pt x="360222" y="1262110"/>
                  </a:lnTo>
                  <a:lnTo>
                    <a:pt x="360222" y="1262083"/>
                  </a:lnTo>
                  <a:lnTo>
                    <a:pt x="360234" y="1262053"/>
                  </a:lnTo>
                  <a:lnTo>
                    <a:pt x="360247" y="1262026"/>
                  </a:lnTo>
                  <a:lnTo>
                    <a:pt x="360252" y="1262008"/>
                  </a:lnTo>
                  <a:lnTo>
                    <a:pt x="360252" y="1261997"/>
                  </a:lnTo>
                  <a:lnTo>
                    <a:pt x="360247" y="1261973"/>
                  </a:lnTo>
                  <a:lnTo>
                    <a:pt x="360228" y="1261922"/>
                  </a:lnTo>
                  <a:lnTo>
                    <a:pt x="360212" y="1261891"/>
                  </a:lnTo>
                  <a:lnTo>
                    <a:pt x="360190" y="1261857"/>
                  </a:lnTo>
                  <a:lnTo>
                    <a:pt x="360173" y="1261834"/>
                  </a:lnTo>
                  <a:lnTo>
                    <a:pt x="360153" y="1261814"/>
                  </a:lnTo>
                  <a:lnTo>
                    <a:pt x="360123" y="1261788"/>
                  </a:lnTo>
                  <a:lnTo>
                    <a:pt x="360099" y="1261768"/>
                  </a:lnTo>
                  <a:lnTo>
                    <a:pt x="360077" y="1261743"/>
                  </a:lnTo>
                  <a:lnTo>
                    <a:pt x="360064" y="1261722"/>
                  </a:lnTo>
                  <a:lnTo>
                    <a:pt x="360054" y="1261697"/>
                  </a:lnTo>
                  <a:lnTo>
                    <a:pt x="360047" y="1261676"/>
                  </a:lnTo>
                  <a:lnTo>
                    <a:pt x="360030" y="1261640"/>
                  </a:lnTo>
                  <a:lnTo>
                    <a:pt x="360013" y="1261602"/>
                  </a:lnTo>
                  <a:lnTo>
                    <a:pt x="360000" y="1261570"/>
                  </a:lnTo>
                  <a:lnTo>
                    <a:pt x="359989" y="1261550"/>
                  </a:lnTo>
                  <a:lnTo>
                    <a:pt x="359977" y="1261535"/>
                  </a:lnTo>
                  <a:lnTo>
                    <a:pt x="359953" y="1261515"/>
                  </a:lnTo>
                  <a:lnTo>
                    <a:pt x="359944" y="1261501"/>
                  </a:lnTo>
                  <a:lnTo>
                    <a:pt x="359943" y="1261491"/>
                  </a:lnTo>
                  <a:lnTo>
                    <a:pt x="359941" y="1261476"/>
                  </a:lnTo>
                  <a:lnTo>
                    <a:pt x="359940" y="1261434"/>
                  </a:lnTo>
                  <a:lnTo>
                    <a:pt x="359935" y="1261419"/>
                  </a:lnTo>
                  <a:lnTo>
                    <a:pt x="359924" y="1261406"/>
                  </a:lnTo>
                  <a:lnTo>
                    <a:pt x="359895" y="1261380"/>
                  </a:lnTo>
                  <a:lnTo>
                    <a:pt x="359871" y="1261363"/>
                  </a:lnTo>
                  <a:lnTo>
                    <a:pt x="359841" y="1261339"/>
                  </a:lnTo>
                  <a:lnTo>
                    <a:pt x="359812" y="1261311"/>
                  </a:lnTo>
                  <a:lnTo>
                    <a:pt x="359785" y="1261287"/>
                  </a:lnTo>
                  <a:lnTo>
                    <a:pt x="359758" y="1261266"/>
                  </a:lnTo>
                  <a:lnTo>
                    <a:pt x="359727" y="1261242"/>
                  </a:lnTo>
                  <a:lnTo>
                    <a:pt x="359698" y="1261226"/>
                  </a:lnTo>
                  <a:lnTo>
                    <a:pt x="359668" y="1261212"/>
                  </a:lnTo>
                  <a:lnTo>
                    <a:pt x="359635" y="1261200"/>
                  </a:lnTo>
                  <a:lnTo>
                    <a:pt x="359616" y="1261197"/>
                  </a:lnTo>
                  <a:lnTo>
                    <a:pt x="359578" y="1261194"/>
                  </a:lnTo>
                  <a:lnTo>
                    <a:pt x="359536" y="1261198"/>
                  </a:lnTo>
                  <a:lnTo>
                    <a:pt x="359489" y="1261213"/>
                  </a:lnTo>
                  <a:lnTo>
                    <a:pt x="359451" y="1261226"/>
                  </a:lnTo>
                  <a:lnTo>
                    <a:pt x="359409" y="1261245"/>
                  </a:lnTo>
                  <a:lnTo>
                    <a:pt x="359391" y="1261255"/>
                  </a:lnTo>
                  <a:lnTo>
                    <a:pt x="359362" y="1261265"/>
                  </a:lnTo>
                  <a:lnTo>
                    <a:pt x="359320" y="1261281"/>
                  </a:lnTo>
                  <a:lnTo>
                    <a:pt x="359285" y="1261290"/>
                  </a:lnTo>
                  <a:lnTo>
                    <a:pt x="359259" y="1261297"/>
                  </a:lnTo>
                  <a:lnTo>
                    <a:pt x="359244" y="1261302"/>
                  </a:lnTo>
                  <a:lnTo>
                    <a:pt x="359206" y="1261301"/>
                  </a:lnTo>
                  <a:lnTo>
                    <a:pt x="359146" y="1261294"/>
                  </a:lnTo>
                  <a:lnTo>
                    <a:pt x="359076" y="1261278"/>
                  </a:lnTo>
                  <a:lnTo>
                    <a:pt x="359029" y="1261265"/>
                  </a:lnTo>
                  <a:lnTo>
                    <a:pt x="358993" y="1261257"/>
                  </a:lnTo>
                  <a:lnTo>
                    <a:pt x="358953" y="1261245"/>
                  </a:lnTo>
                  <a:lnTo>
                    <a:pt x="358951" y="1261236"/>
                  </a:lnTo>
                  <a:lnTo>
                    <a:pt x="358969" y="1261188"/>
                  </a:lnTo>
                  <a:lnTo>
                    <a:pt x="358994" y="1261143"/>
                  </a:lnTo>
                  <a:lnTo>
                    <a:pt x="359006" y="1261116"/>
                  </a:lnTo>
                  <a:lnTo>
                    <a:pt x="359012" y="1261088"/>
                  </a:lnTo>
                  <a:lnTo>
                    <a:pt x="359017" y="1261054"/>
                  </a:lnTo>
                  <a:lnTo>
                    <a:pt x="359021" y="1261039"/>
                  </a:lnTo>
                  <a:lnTo>
                    <a:pt x="359048" y="1260988"/>
                  </a:lnTo>
                  <a:lnTo>
                    <a:pt x="359065" y="1260954"/>
                  </a:lnTo>
                  <a:lnTo>
                    <a:pt x="359080" y="1260924"/>
                  </a:lnTo>
                  <a:lnTo>
                    <a:pt x="359103" y="1260888"/>
                  </a:lnTo>
                  <a:lnTo>
                    <a:pt x="359116" y="1260866"/>
                  </a:lnTo>
                  <a:lnTo>
                    <a:pt x="359119" y="1260860"/>
                  </a:lnTo>
                  <a:lnTo>
                    <a:pt x="359119" y="1260852"/>
                  </a:lnTo>
                  <a:lnTo>
                    <a:pt x="359110" y="1260823"/>
                  </a:lnTo>
                  <a:lnTo>
                    <a:pt x="359094" y="1260785"/>
                  </a:lnTo>
                  <a:lnTo>
                    <a:pt x="359087" y="1260744"/>
                  </a:lnTo>
                  <a:lnTo>
                    <a:pt x="359084" y="1260713"/>
                  </a:lnTo>
                  <a:lnTo>
                    <a:pt x="359084" y="1260695"/>
                  </a:lnTo>
                  <a:lnTo>
                    <a:pt x="359090" y="1260671"/>
                  </a:lnTo>
                  <a:lnTo>
                    <a:pt x="359107" y="1260631"/>
                  </a:lnTo>
                  <a:lnTo>
                    <a:pt x="359124" y="1260600"/>
                  </a:lnTo>
                  <a:lnTo>
                    <a:pt x="359130" y="1260585"/>
                  </a:lnTo>
                  <a:lnTo>
                    <a:pt x="359139" y="1260547"/>
                  </a:lnTo>
                  <a:lnTo>
                    <a:pt x="359145" y="1260511"/>
                  </a:lnTo>
                  <a:lnTo>
                    <a:pt x="359143" y="1260477"/>
                  </a:lnTo>
                  <a:lnTo>
                    <a:pt x="359135" y="1260436"/>
                  </a:lnTo>
                  <a:lnTo>
                    <a:pt x="359118" y="1260372"/>
                  </a:lnTo>
                  <a:lnTo>
                    <a:pt x="359110" y="1260338"/>
                  </a:lnTo>
                  <a:lnTo>
                    <a:pt x="359109" y="1260324"/>
                  </a:lnTo>
                  <a:lnTo>
                    <a:pt x="359106" y="1260306"/>
                  </a:lnTo>
                  <a:lnTo>
                    <a:pt x="359097" y="1260274"/>
                  </a:lnTo>
                  <a:lnTo>
                    <a:pt x="359085" y="1260234"/>
                  </a:lnTo>
                  <a:lnTo>
                    <a:pt x="359069" y="1260198"/>
                  </a:lnTo>
                  <a:lnTo>
                    <a:pt x="359049" y="1260168"/>
                  </a:lnTo>
                  <a:lnTo>
                    <a:pt x="359031" y="1260137"/>
                  </a:lnTo>
                  <a:lnTo>
                    <a:pt x="359015" y="1260102"/>
                  </a:lnTo>
                  <a:lnTo>
                    <a:pt x="359001" y="1260082"/>
                  </a:lnTo>
                  <a:lnTo>
                    <a:pt x="358984" y="1260062"/>
                  </a:lnTo>
                  <a:lnTo>
                    <a:pt x="358968" y="1260049"/>
                  </a:lnTo>
                  <a:lnTo>
                    <a:pt x="358950" y="1260034"/>
                  </a:lnTo>
                  <a:lnTo>
                    <a:pt x="358930" y="1260019"/>
                  </a:lnTo>
                  <a:lnTo>
                    <a:pt x="358904" y="1260009"/>
                  </a:lnTo>
                  <a:lnTo>
                    <a:pt x="358885" y="1260003"/>
                  </a:lnTo>
                  <a:lnTo>
                    <a:pt x="358874" y="1259998"/>
                  </a:lnTo>
                  <a:lnTo>
                    <a:pt x="358867" y="1259990"/>
                  </a:lnTo>
                  <a:lnTo>
                    <a:pt x="358850" y="1259965"/>
                  </a:lnTo>
                  <a:lnTo>
                    <a:pt x="358837" y="1259949"/>
                  </a:lnTo>
                  <a:lnTo>
                    <a:pt x="358827" y="1259934"/>
                  </a:lnTo>
                  <a:lnTo>
                    <a:pt x="358825" y="1259928"/>
                  </a:lnTo>
                  <a:lnTo>
                    <a:pt x="358825" y="1259918"/>
                  </a:lnTo>
                  <a:lnTo>
                    <a:pt x="358826" y="1259909"/>
                  </a:lnTo>
                  <a:lnTo>
                    <a:pt x="358829" y="1259890"/>
                  </a:lnTo>
                  <a:lnTo>
                    <a:pt x="358831" y="1259864"/>
                  </a:lnTo>
                  <a:lnTo>
                    <a:pt x="358829" y="1259822"/>
                  </a:lnTo>
                  <a:lnTo>
                    <a:pt x="358831" y="1259810"/>
                  </a:lnTo>
                  <a:lnTo>
                    <a:pt x="358833" y="1259799"/>
                  </a:lnTo>
                  <a:lnTo>
                    <a:pt x="358844" y="1259772"/>
                  </a:lnTo>
                  <a:lnTo>
                    <a:pt x="358862" y="1259739"/>
                  </a:lnTo>
                  <a:lnTo>
                    <a:pt x="358887" y="1259684"/>
                  </a:lnTo>
                  <a:lnTo>
                    <a:pt x="358897" y="1259656"/>
                  </a:lnTo>
                  <a:lnTo>
                    <a:pt x="358900" y="1259648"/>
                  </a:lnTo>
                  <a:lnTo>
                    <a:pt x="358907" y="1259635"/>
                  </a:lnTo>
                  <a:lnTo>
                    <a:pt x="358924" y="1259608"/>
                  </a:lnTo>
                  <a:lnTo>
                    <a:pt x="358944" y="1259573"/>
                  </a:lnTo>
                  <a:lnTo>
                    <a:pt x="358954" y="1259551"/>
                  </a:lnTo>
                  <a:lnTo>
                    <a:pt x="358956" y="1259535"/>
                  </a:lnTo>
                  <a:lnTo>
                    <a:pt x="358956" y="1259503"/>
                  </a:lnTo>
                  <a:lnTo>
                    <a:pt x="358953" y="1259469"/>
                  </a:lnTo>
                  <a:lnTo>
                    <a:pt x="358955" y="1259442"/>
                  </a:lnTo>
                  <a:lnTo>
                    <a:pt x="358965" y="1259407"/>
                  </a:lnTo>
                  <a:lnTo>
                    <a:pt x="358978" y="1259373"/>
                  </a:lnTo>
                  <a:lnTo>
                    <a:pt x="359000" y="1259335"/>
                  </a:lnTo>
                  <a:lnTo>
                    <a:pt x="359023" y="1259306"/>
                  </a:lnTo>
                  <a:lnTo>
                    <a:pt x="359025" y="1259299"/>
                  </a:lnTo>
                  <a:lnTo>
                    <a:pt x="359025" y="1259294"/>
                  </a:lnTo>
                  <a:lnTo>
                    <a:pt x="359017" y="1259279"/>
                  </a:lnTo>
                  <a:lnTo>
                    <a:pt x="359005" y="1259257"/>
                  </a:lnTo>
                  <a:lnTo>
                    <a:pt x="359001" y="1259244"/>
                  </a:lnTo>
                  <a:lnTo>
                    <a:pt x="358997" y="1259199"/>
                  </a:lnTo>
                  <a:lnTo>
                    <a:pt x="358993" y="1259142"/>
                  </a:lnTo>
                  <a:lnTo>
                    <a:pt x="358996" y="1259090"/>
                  </a:lnTo>
                  <a:lnTo>
                    <a:pt x="358995" y="1259064"/>
                  </a:lnTo>
                  <a:lnTo>
                    <a:pt x="358991" y="1259047"/>
                  </a:lnTo>
                  <a:lnTo>
                    <a:pt x="358991" y="1259027"/>
                  </a:lnTo>
                  <a:lnTo>
                    <a:pt x="358993" y="1259010"/>
                  </a:lnTo>
                  <a:lnTo>
                    <a:pt x="359001" y="1258971"/>
                  </a:lnTo>
                  <a:lnTo>
                    <a:pt x="359011" y="1258930"/>
                  </a:lnTo>
                  <a:lnTo>
                    <a:pt x="359017" y="1258897"/>
                  </a:lnTo>
                  <a:lnTo>
                    <a:pt x="359018" y="1258884"/>
                  </a:lnTo>
                  <a:lnTo>
                    <a:pt x="359014" y="1258866"/>
                  </a:lnTo>
                  <a:lnTo>
                    <a:pt x="359003" y="1258844"/>
                  </a:lnTo>
                  <a:lnTo>
                    <a:pt x="358996" y="1258831"/>
                  </a:lnTo>
                  <a:lnTo>
                    <a:pt x="358994" y="1258815"/>
                  </a:lnTo>
                  <a:lnTo>
                    <a:pt x="358997" y="1258771"/>
                  </a:lnTo>
                  <a:lnTo>
                    <a:pt x="359000" y="1258738"/>
                  </a:lnTo>
                  <a:lnTo>
                    <a:pt x="359005" y="1258719"/>
                  </a:lnTo>
                  <a:lnTo>
                    <a:pt x="359011" y="1258703"/>
                  </a:lnTo>
                  <a:lnTo>
                    <a:pt x="359019" y="1258683"/>
                  </a:lnTo>
                  <a:lnTo>
                    <a:pt x="359030" y="1258657"/>
                  </a:lnTo>
                  <a:lnTo>
                    <a:pt x="359036" y="1258638"/>
                  </a:lnTo>
                  <a:lnTo>
                    <a:pt x="359035" y="1258633"/>
                  </a:lnTo>
                  <a:lnTo>
                    <a:pt x="359023" y="1258616"/>
                  </a:lnTo>
                  <a:lnTo>
                    <a:pt x="359017" y="1258597"/>
                  </a:lnTo>
                  <a:lnTo>
                    <a:pt x="359014" y="1258569"/>
                  </a:lnTo>
                  <a:lnTo>
                    <a:pt x="359011" y="1258562"/>
                  </a:lnTo>
                  <a:lnTo>
                    <a:pt x="359005" y="1258556"/>
                  </a:lnTo>
                  <a:lnTo>
                    <a:pt x="358998" y="1258552"/>
                  </a:lnTo>
                  <a:lnTo>
                    <a:pt x="358974" y="1258543"/>
                  </a:lnTo>
                  <a:lnTo>
                    <a:pt x="358951" y="1258533"/>
                  </a:lnTo>
                  <a:lnTo>
                    <a:pt x="358927" y="1258522"/>
                  </a:lnTo>
                  <a:lnTo>
                    <a:pt x="358912" y="1258512"/>
                  </a:lnTo>
                  <a:lnTo>
                    <a:pt x="358891" y="1258490"/>
                  </a:lnTo>
                  <a:lnTo>
                    <a:pt x="358868" y="1258460"/>
                  </a:lnTo>
                  <a:lnTo>
                    <a:pt x="358849" y="1258435"/>
                  </a:lnTo>
                  <a:lnTo>
                    <a:pt x="358836" y="1258416"/>
                  </a:lnTo>
                  <a:lnTo>
                    <a:pt x="358830" y="1258398"/>
                  </a:lnTo>
                  <a:lnTo>
                    <a:pt x="358822" y="1258370"/>
                  </a:lnTo>
                  <a:lnTo>
                    <a:pt x="358817" y="1258347"/>
                  </a:lnTo>
                  <a:lnTo>
                    <a:pt x="358813" y="1258312"/>
                  </a:lnTo>
                  <a:lnTo>
                    <a:pt x="358807" y="1258301"/>
                  </a:lnTo>
                  <a:lnTo>
                    <a:pt x="358799" y="1258291"/>
                  </a:lnTo>
                  <a:lnTo>
                    <a:pt x="358786" y="1258285"/>
                  </a:lnTo>
                  <a:lnTo>
                    <a:pt x="358756" y="1258275"/>
                  </a:lnTo>
                  <a:lnTo>
                    <a:pt x="358708" y="1258260"/>
                  </a:lnTo>
                  <a:lnTo>
                    <a:pt x="358662" y="1258247"/>
                  </a:lnTo>
                  <a:lnTo>
                    <a:pt x="358628" y="1258234"/>
                  </a:lnTo>
                  <a:lnTo>
                    <a:pt x="358598" y="1258225"/>
                  </a:lnTo>
                  <a:lnTo>
                    <a:pt x="358562" y="1258214"/>
                  </a:lnTo>
                  <a:lnTo>
                    <a:pt x="358549" y="1258212"/>
                  </a:lnTo>
                  <a:lnTo>
                    <a:pt x="358541" y="1258213"/>
                  </a:lnTo>
                  <a:lnTo>
                    <a:pt x="358531" y="1258216"/>
                  </a:lnTo>
                  <a:lnTo>
                    <a:pt x="358520" y="1258219"/>
                  </a:lnTo>
                  <a:lnTo>
                    <a:pt x="358506" y="1258220"/>
                  </a:lnTo>
                  <a:lnTo>
                    <a:pt x="358491" y="1258220"/>
                  </a:lnTo>
                  <a:lnTo>
                    <a:pt x="358481" y="1258216"/>
                  </a:lnTo>
                  <a:lnTo>
                    <a:pt x="358453" y="1258195"/>
                  </a:lnTo>
                  <a:lnTo>
                    <a:pt x="358432" y="1258183"/>
                  </a:lnTo>
                  <a:lnTo>
                    <a:pt x="358393" y="1258167"/>
                  </a:lnTo>
                  <a:lnTo>
                    <a:pt x="358381" y="1258165"/>
                  </a:lnTo>
                  <a:lnTo>
                    <a:pt x="358364" y="1258163"/>
                  </a:lnTo>
                  <a:lnTo>
                    <a:pt x="358347" y="1258164"/>
                  </a:lnTo>
                  <a:lnTo>
                    <a:pt x="358328" y="1258166"/>
                  </a:lnTo>
                  <a:lnTo>
                    <a:pt x="358308" y="1258172"/>
                  </a:lnTo>
                  <a:lnTo>
                    <a:pt x="358295" y="1258175"/>
                  </a:lnTo>
                  <a:lnTo>
                    <a:pt x="358287" y="1258175"/>
                  </a:lnTo>
                  <a:lnTo>
                    <a:pt x="358275" y="1258173"/>
                  </a:lnTo>
                  <a:lnTo>
                    <a:pt x="358260" y="1258166"/>
                  </a:lnTo>
                  <a:lnTo>
                    <a:pt x="358240" y="1258156"/>
                  </a:lnTo>
                  <a:lnTo>
                    <a:pt x="358218" y="1258144"/>
                  </a:lnTo>
                  <a:lnTo>
                    <a:pt x="358198" y="1258130"/>
                  </a:lnTo>
                  <a:lnTo>
                    <a:pt x="358168" y="1258103"/>
                  </a:lnTo>
                  <a:lnTo>
                    <a:pt x="358150" y="1258084"/>
                  </a:lnTo>
                  <a:lnTo>
                    <a:pt x="358143" y="1258075"/>
                  </a:lnTo>
                  <a:lnTo>
                    <a:pt x="358142" y="1258068"/>
                  </a:lnTo>
                  <a:lnTo>
                    <a:pt x="358144" y="1258042"/>
                  </a:lnTo>
                  <a:lnTo>
                    <a:pt x="358144" y="1258035"/>
                  </a:lnTo>
                  <a:lnTo>
                    <a:pt x="358141" y="1258022"/>
                  </a:lnTo>
                  <a:lnTo>
                    <a:pt x="358135" y="1258002"/>
                  </a:lnTo>
                  <a:lnTo>
                    <a:pt x="358120" y="1257976"/>
                  </a:lnTo>
                  <a:lnTo>
                    <a:pt x="358109" y="1257958"/>
                  </a:lnTo>
                  <a:lnTo>
                    <a:pt x="358092" y="1257937"/>
                  </a:lnTo>
                  <a:lnTo>
                    <a:pt x="358087" y="1257928"/>
                  </a:lnTo>
                  <a:lnTo>
                    <a:pt x="358085" y="1257922"/>
                  </a:lnTo>
                  <a:lnTo>
                    <a:pt x="358084" y="1257912"/>
                  </a:lnTo>
                  <a:lnTo>
                    <a:pt x="358085" y="1257888"/>
                  </a:lnTo>
                  <a:lnTo>
                    <a:pt x="358089" y="1257874"/>
                  </a:lnTo>
                  <a:lnTo>
                    <a:pt x="358089" y="1257859"/>
                  </a:lnTo>
                  <a:lnTo>
                    <a:pt x="358088" y="1257847"/>
                  </a:lnTo>
                  <a:lnTo>
                    <a:pt x="358083" y="1257823"/>
                  </a:lnTo>
                  <a:lnTo>
                    <a:pt x="358077" y="1257792"/>
                  </a:lnTo>
                  <a:lnTo>
                    <a:pt x="358073" y="1257770"/>
                  </a:lnTo>
                  <a:lnTo>
                    <a:pt x="358066" y="1257730"/>
                  </a:lnTo>
                  <a:lnTo>
                    <a:pt x="358064" y="1257709"/>
                  </a:lnTo>
                  <a:lnTo>
                    <a:pt x="358061" y="1257686"/>
                  </a:lnTo>
                  <a:lnTo>
                    <a:pt x="358058" y="1257675"/>
                  </a:lnTo>
                  <a:lnTo>
                    <a:pt x="358049" y="1257660"/>
                  </a:lnTo>
                  <a:lnTo>
                    <a:pt x="358044" y="1257647"/>
                  </a:lnTo>
                  <a:lnTo>
                    <a:pt x="358043" y="1257641"/>
                  </a:lnTo>
                  <a:lnTo>
                    <a:pt x="358041" y="1257636"/>
                  </a:lnTo>
                  <a:lnTo>
                    <a:pt x="358037" y="1257623"/>
                  </a:lnTo>
                  <a:lnTo>
                    <a:pt x="358035" y="1257611"/>
                  </a:lnTo>
                  <a:lnTo>
                    <a:pt x="358032" y="1257603"/>
                  </a:lnTo>
                  <a:lnTo>
                    <a:pt x="358022" y="1257591"/>
                  </a:lnTo>
                  <a:lnTo>
                    <a:pt x="358014" y="1257590"/>
                  </a:lnTo>
                  <a:lnTo>
                    <a:pt x="357992" y="1257589"/>
                  </a:lnTo>
                  <a:lnTo>
                    <a:pt x="357972" y="1257591"/>
                  </a:lnTo>
                  <a:lnTo>
                    <a:pt x="357960" y="1257589"/>
                  </a:lnTo>
                  <a:lnTo>
                    <a:pt x="357945" y="1257582"/>
                  </a:lnTo>
                  <a:lnTo>
                    <a:pt x="357901" y="1257546"/>
                  </a:lnTo>
                  <a:lnTo>
                    <a:pt x="357877" y="1257529"/>
                  </a:lnTo>
                  <a:lnTo>
                    <a:pt x="357845" y="1257509"/>
                  </a:lnTo>
                  <a:lnTo>
                    <a:pt x="357798" y="1257480"/>
                  </a:lnTo>
                  <a:lnTo>
                    <a:pt x="357781" y="1257469"/>
                  </a:lnTo>
                  <a:lnTo>
                    <a:pt x="357775" y="1257459"/>
                  </a:lnTo>
                  <a:lnTo>
                    <a:pt x="357775" y="1257445"/>
                  </a:lnTo>
                  <a:lnTo>
                    <a:pt x="357778" y="1257431"/>
                  </a:lnTo>
                  <a:lnTo>
                    <a:pt x="357785" y="1257407"/>
                  </a:lnTo>
                  <a:lnTo>
                    <a:pt x="357788" y="1257393"/>
                  </a:lnTo>
                  <a:lnTo>
                    <a:pt x="357787" y="1257375"/>
                  </a:lnTo>
                  <a:lnTo>
                    <a:pt x="357784" y="1257356"/>
                  </a:lnTo>
                  <a:lnTo>
                    <a:pt x="357769" y="1257302"/>
                  </a:lnTo>
                  <a:lnTo>
                    <a:pt x="357763" y="1257285"/>
                  </a:lnTo>
                  <a:lnTo>
                    <a:pt x="357750" y="1257263"/>
                  </a:lnTo>
                  <a:lnTo>
                    <a:pt x="357720" y="1257221"/>
                  </a:lnTo>
                  <a:lnTo>
                    <a:pt x="357709" y="1257206"/>
                  </a:lnTo>
                  <a:lnTo>
                    <a:pt x="357696" y="1257197"/>
                  </a:lnTo>
                  <a:lnTo>
                    <a:pt x="357683" y="1257192"/>
                  </a:lnTo>
                  <a:lnTo>
                    <a:pt x="357663" y="1257183"/>
                  </a:lnTo>
                  <a:lnTo>
                    <a:pt x="357649" y="1257173"/>
                  </a:lnTo>
                  <a:lnTo>
                    <a:pt x="357622" y="1257146"/>
                  </a:lnTo>
                  <a:lnTo>
                    <a:pt x="357617" y="1257135"/>
                  </a:lnTo>
                  <a:lnTo>
                    <a:pt x="357611" y="1257119"/>
                  </a:lnTo>
                  <a:lnTo>
                    <a:pt x="357609" y="1257103"/>
                  </a:lnTo>
                  <a:lnTo>
                    <a:pt x="357598" y="1257073"/>
                  </a:lnTo>
                  <a:lnTo>
                    <a:pt x="357591" y="1257054"/>
                  </a:lnTo>
                  <a:lnTo>
                    <a:pt x="357589" y="1257036"/>
                  </a:lnTo>
                  <a:lnTo>
                    <a:pt x="357585" y="1257024"/>
                  </a:lnTo>
                  <a:lnTo>
                    <a:pt x="357576" y="1257009"/>
                  </a:lnTo>
                  <a:lnTo>
                    <a:pt x="357549" y="1256964"/>
                  </a:lnTo>
                  <a:lnTo>
                    <a:pt x="357537" y="1256948"/>
                  </a:lnTo>
                  <a:lnTo>
                    <a:pt x="357528" y="1256941"/>
                  </a:lnTo>
                  <a:lnTo>
                    <a:pt x="357517" y="1256940"/>
                  </a:lnTo>
                  <a:lnTo>
                    <a:pt x="357506" y="1256940"/>
                  </a:lnTo>
                  <a:lnTo>
                    <a:pt x="357481" y="1256945"/>
                  </a:lnTo>
                  <a:lnTo>
                    <a:pt x="357453" y="1256953"/>
                  </a:lnTo>
                  <a:lnTo>
                    <a:pt x="357419" y="1256963"/>
                  </a:lnTo>
                  <a:lnTo>
                    <a:pt x="357397" y="1256968"/>
                  </a:lnTo>
                  <a:lnTo>
                    <a:pt x="357390" y="1256969"/>
                  </a:lnTo>
                  <a:lnTo>
                    <a:pt x="357381" y="1256967"/>
                  </a:lnTo>
                  <a:lnTo>
                    <a:pt x="357369" y="1256960"/>
                  </a:lnTo>
                  <a:lnTo>
                    <a:pt x="357361" y="1256958"/>
                  </a:lnTo>
                  <a:lnTo>
                    <a:pt x="357346" y="1256956"/>
                  </a:lnTo>
                  <a:lnTo>
                    <a:pt x="357272" y="1256958"/>
                  </a:lnTo>
                  <a:lnTo>
                    <a:pt x="357251" y="1256958"/>
                  </a:lnTo>
                  <a:lnTo>
                    <a:pt x="357241" y="1256956"/>
                  </a:lnTo>
                  <a:lnTo>
                    <a:pt x="357231" y="1256952"/>
                  </a:lnTo>
                  <a:lnTo>
                    <a:pt x="357221" y="1256941"/>
                  </a:lnTo>
                  <a:lnTo>
                    <a:pt x="357210" y="1256924"/>
                  </a:lnTo>
                  <a:lnTo>
                    <a:pt x="357184" y="1256877"/>
                  </a:lnTo>
                  <a:lnTo>
                    <a:pt x="357173" y="1256855"/>
                  </a:lnTo>
                  <a:lnTo>
                    <a:pt x="357171" y="1256840"/>
                  </a:lnTo>
                  <a:lnTo>
                    <a:pt x="357172" y="1256826"/>
                  </a:lnTo>
                  <a:lnTo>
                    <a:pt x="357179" y="1256812"/>
                  </a:lnTo>
                  <a:lnTo>
                    <a:pt x="357186" y="1256799"/>
                  </a:lnTo>
                  <a:lnTo>
                    <a:pt x="357190" y="1256785"/>
                  </a:lnTo>
                  <a:lnTo>
                    <a:pt x="357188" y="1256771"/>
                  </a:lnTo>
                  <a:lnTo>
                    <a:pt x="357181" y="1256745"/>
                  </a:lnTo>
                  <a:lnTo>
                    <a:pt x="357172" y="1256719"/>
                  </a:lnTo>
                  <a:lnTo>
                    <a:pt x="357170" y="1256703"/>
                  </a:lnTo>
                  <a:lnTo>
                    <a:pt x="357170" y="1256666"/>
                  </a:lnTo>
                  <a:lnTo>
                    <a:pt x="357170" y="1256652"/>
                  </a:lnTo>
                  <a:lnTo>
                    <a:pt x="357169" y="1256644"/>
                  </a:lnTo>
                  <a:lnTo>
                    <a:pt x="357168" y="1256630"/>
                  </a:lnTo>
                  <a:lnTo>
                    <a:pt x="357165" y="1256614"/>
                  </a:lnTo>
                  <a:lnTo>
                    <a:pt x="357165" y="1256599"/>
                  </a:lnTo>
                  <a:lnTo>
                    <a:pt x="357166" y="1256582"/>
                  </a:lnTo>
                  <a:lnTo>
                    <a:pt x="357175" y="1256546"/>
                  </a:lnTo>
                  <a:lnTo>
                    <a:pt x="357176" y="1256532"/>
                  </a:lnTo>
                  <a:lnTo>
                    <a:pt x="357176" y="1256524"/>
                  </a:lnTo>
                  <a:lnTo>
                    <a:pt x="357172" y="1256511"/>
                  </a:lnTo>
                  <a:lnTo>
                    <a:pt x="357161" y="1256489"/>
                  </a:lnTo>
                  <a:lnTo>
                    <a:pt x="357136" y="1256455"/>
                  </a:lnTo>
                  <a:lnTo>
                    <a:pt x="357128" y="1256440"/>
                  </a:lnTo>
                  <a:lnTo>
                    <a:pt x="357114" y="1256382"/>
                  </a:lnTo>
                  <a:lnTo>
                    <a:pt x="357109" y="1256352"/>
                  </a:lnTo>
                  <a:lnTo>
                    <a:pt x="357103" y="1256298"/>
                  </a:lnTo>
                  <a:lnTo>
                    <a:pt x="357101" y="1256273"/>
                  </a:lnTo>
                  <a:lnTo>
                    <a:pt x="357105" y="1256224"/>
                  </a:lnTo>
                  <a:lnTo>
                    <a:pt x="357104" y="1256201"/>
                  </a:lnTo>
                  <a:lnTo>
                    <a:pt x="357101" y="1256186"/>
                  </a:lnTo>
                  <a:lnTo>
                    <a:pt x="357096" y="1256175"/>
                  </a:lnTo>
                  <a:lnTo>
                    <a:pt x="357083" y="1256168"/>
                  </a:lnTo>
                  <a:lnTo>
                    <a:pt x="357063" y="1256164"/>
                  </a:lnTo>
                  <a:lnTo>
                    <a:pt x="357040" y="1256164"/>
                  </a:lnTo>
                  <a:lnTo>
                    <a:pt x="357012" y="1256166"/>
                  </a:lnTo>
                  <a:lnTo>
                    <a:pt x="356993" y="1256166"/>
                  </a:lnTo>
                  <a:lnTo>
                    <a:pt x="356975" y="1256164"/>
                  </a:lnTo>
                  <a:lnTo>
                    <a:pt x="356956" y="1256159"/>
                  </a:lnTo>
                  <a:lnTo>
                    <a:pt x="356944" y="1256154"/>
                  </a:lnTo>
                  <a:lnTo>
                    <a:pt x="356932" y="1256145"/>
                  </a:lnTo>
                  <a:lnTo>
                    <a:pt x="356918" y="1256132"/>
                  </a:lnTo>
                  <a:lnTo>
                    <a:pt x="356898" y="1256112"/>
                  </a:lnTo>
                  <a:lnTo>
                    <a:pt x="356869" y="1256089"/>
                  </a:lnTo>
                  <a:lnTo>
                    <a:pt x="356848" y="1256079"/>
                  </a:lnTo>
                  <a:lnTo>
                    <a:pt x="356823" y="1256069"/>
                  </a:lnTo>
                  <a:lnTo>
                    <a:pt x="356798" y="1256059"/>
                  </a:lnTo>
                  <a:lnTo>
                    <a:pt x="356772" y="1256044"/>
                  </a:lnTo>
                  <a:lnTo>
                    <a:pt x="356764" y="1256035"/>
                  </a:lnTo>
                  <a:lnTo>
                    <a:pt x="356751" y="1256026"/>
                  </a:lnTo>
                  <a:lnTo>
                    <a:pt x="356738" y="1256023"/>
                  </a:lnTo>
                  <a:lnTo>
                    <a:pt x="356719" y="1256020"/>
                  </a:lnTo>
                  <a:lnTo>
                    <a:pt x="356705" y="1256019"/>
                  </a:lnTo>
                  <a:lnTo>
                    <a:pt x="356699" y="1256013"/>
                  </a:lnTo>
                  <a:lnTo>
                    <a:pt x="356705" y="1256008"/>
                  </a:lnTo>
                  <a:lnTo>
                    <a:pt x="356727" y="1255998"/>
                  </a:lnTo>
                  <a:lnTo>
                    <a:pt x="356746" y="1255986"/>
                  </a:lnTo>
                  <a:lnTo>
                    <a:pt x="356768" y="1255964"/>
                  </a:lnTo>
                  <a:lnTo>
                    <a:pt x="356779" y="1255950"/>
                  </a:lnTo>
                  <a:lnTo>
                    <a:pt x="356783" y="1255940"/>
                  </a:lnTo>
                  <a:lnTo>
                    <a:pt x="356784" y="1255931"/>
                  </a:lnTo>
                  <a:lnTo>
                    <a:pt x="356782" y="1255920"/>
                  </a:lnTo>
                  <a:lnTo>
                    <a:pt x="356771" y="1255897"/>
                  </a:lnTo>
                  <a:lnTo>
                    <a:pt x="356760" y="1255878"/>
                  </a:lnTo>
                  <a:lnTo>
                    <a:pt x="356748" y="1255860"/>
                  </a:lnTo>
                  <a:lnTo>
                    <a:pt x="356722" y="1255836"/>
                  </a:lnTo>
                  <a:lnTo>
                    <a:pt x="356712" y="1255823"/>
                  </a:lnTo>
                  <a:lnTo>
                    <a:pt x="356704" y="1255809"/>
                  </a:lnTo>
                  <a:lnTo>
                    <a:pt x="356702" y="1255802"/>
                  </a:lnTo>
                  <a:lnTo>
                    <a:pt x="356704" y="1255794"/>
                  </a:lnTo>
                  <a:lnTo>
                    <a:pt x="356713" y="1255784"/>
                  </a:lnTo>
                  <a:lnTo>
                    <a:pt x="356740" y="1255765"/>
                  </a:lnTo>
                  <a:lnTo>
                    <a:pt x="356761" y="1255756"/>
                  </a:lnTo>
                  <a:lnTo>
                    <a:pt x="356802" y="1255745"/>
                  </a:lnTo>
                  <a:lnTo>
                    <a:pt x="356856" y="1255726"/>
                  </a:lnTo>
                  <a:lnTo>
                    <a:pt x="356869" y="1255720"/>
                  </a:lnTo>
                  <a:lnTo>
                    <a:pt x="356892" y="1255716"/>
                  </a:lnTo>
                  <a:lnTo>
                    <a:pt x="356917" y="1255715"/>
                  </a:lnTo>
                  <a:lnTo>
                    <a:pt x="356931" y="1255712"/>
                  </a:lnTo>
                  <a:lnTo>
                    <a:pt x="356941" y="1255708"/>
                  </a:lnTo>
                  <a:lnTo>
                    <a:pt x="356995" y="1255679"/>
                  </a:lnTo>
                  <a:lnTo>
                    <a:pt x="357120" y="1255614"/>
                  </a:lnTo>
                  <a:lnTo>
                    <a:pt x="357191" y="1255578"/>
                  </a:lnTo>
                  <a:lnTo>
                    <a:pt x="357208" y="1255565"/>
                  </a:lnTo>
                  <a:lnTo>
                    <a:pt x="357220" y="1255554"/>
                  </a:lnTo>
                  <a:lnTo>
                    <a:pt x="357230" y="1255539"/>
                  </a:lnTo>
                  <a:lnTo>
                    <a:pt x="357232" y="1255525"/>
                  </a:lnTo>
                  <a:lnTo>
                    <a:pt x="357231" y="1255502"/>
                  </a:lnTo>
                  <a:lnTo>
                    <a:pt x="357231" y="1255485"/>
                  </a:lnTo>
                  <a:lnTo>
                    <a:pt x="357237" y="1255423"/>
                  </a:lnTo>
                  <a:lnTo>
                    <a:pt x="357240" y="1255398"/>
                  </a:lnTo>
                  <a:lnTo>
                    <a:pt x="357245" y="1255352"/>
                  </a:lnTo>
                  <a:lnTo>
                    <a:pt x="357251" y="1255330"/>
                  </a:lnTo>
                  <a:lnTo>
                    <a:pt x="357263" y="1255297"/>
                  </a:lnTo>
                  <a:lnTo>
                    <a:pt x="357266" y="1255282"/>
                  </a:lnTo>
                  <a:lnTo>
                    <a:pt x="357269" y="1255263"/>
                  </a:lnTo>
                  <a:lnTo>
                    <a:pt x="357267" y="1255247"/>
                  </a:lnTo>
                  <a:lnTo>
                    <a:pt x="357266" y="1255240"/>
                  </a:lnTo>
                  <a:lnTo>
                    <a:pt x="357257" y="1255237"/>
                  </a:lnTo>
                  <a:lnTo>
                    <a:pt x="357233" y="1255234"/>
                  </a:lnTo>
                  <a:lnTo>
                    <a:pt x="357187" y="1255228"/>
                  </a:lnTo>
                  <a:lnTo>
                    <a:pt x="357166" y="1255223"/>
                  </a:lnTo>
                  <a:lnTo>
                    <a:pt x="357143" y="1255221"/>
                  </a:lnTo>
                  <a:lnTo>
                    <a:pt x="357132" y="1255218"/>
                  </a:lnTo>
                  <a:lnTo>
                    <a:pt x="357126" y="1255205"/>
                  </a:lnTo>
                  <a:lnTo>
                    <a:pt x="357111" y="1255180"/>
                  </a:lnTo>
                  <a:lnTo>
                    <a:pt x="357096" y="1255156"/>
                  </a:lnTo>
                  <a:lnTo>
                    <a:pt x="357085" y="1255145"/>
                  </a:lnTo>
                  <a:lnTo>
                    <a:pt x="357079" y="1255135"/>
                  </a:lnTo>
                  <a:lnTo>
                    <a:pt x="357068" y="1255113"/>
                  </a:lnTo>
                  <a:lnTo>
                    <a:pt x="357057" y="1255067"/>
                  </a:lnTo>
                  <a:lnTo>
                    <a:pt x="357049" y="1255051"/>
                  </a:lnTo>
                  <a:lnTo>
                    <a:pt x="357042" y="1255040"/>
                  </a:lnTo>
                  <a:lnTo>
                    <a:pt x="357037" y="1255032"/>
                  </a:lnTo>
                  <a:lnTo>
                    <a:pt x="357031" y="1255029"/>
                  </a:lnTo>
                  <a:lnTo>
                    <a:pt x="357026" y="1255026"/>
                  </a:lnTo>
                  <a:lnTo>
                    <a:pt x="357017" y="1255024"/>
                  </a:lnTo>
                  <a:lnTo>
                    <a:pt x="357002" y="1255022"/>
                  </a:lnTo>
                  <a:lnTo>
                    <a:pt x="356982" y="1255024"/>
                  </a:lnTo>
                  <a:lnTo>
                    <a:pt x="356956" y="1255028"/>
                  </a:lnTo>
                  <a:lnTo>
                    <a:pt x="356948" y="1255029"/>
                  </a:lnTo>
                  <a:lnTo>
                    <a:pt x="356935" y="1255024"/>
                  </a:lnTo>
                  <a:lnTo>
                    <a:pt x="356911" y="1255009"/>
                  </a:lnTo>
                  <a:lnTo>
                    <a:pt x="356875" y="1254989"/>
                  </a:lnTo>
                  <a:lnTo>
                    <a:pt x="356840" y="1254968"/>
                  </a:lnTo>
                  <a:lnTo>
                    <a:pt x="356814" y="1254947"/>
                  </a:lnTo>
                  <a:lnTo>
                    <a:pt x="356791" y="1254921"/>
                  </a:lnTo>
                  <a:lnTo>
                    <a:pt x="356755" y="1254877"/>
                  </a:lnTo>
                  <a:lnTo>
                    <a:pt x="356742" y="1254860"/>
                  </a:lnTo>
                  <a:lnTo>
                    <a:pt x="356732" y="1254854"/>
                  </a:lnTo>
                  <a:lnTo>
                    <a:pt x="356727" y="1254852"/>
                  </a:lnTo>
                  <a:lnTo>
                    <a:pt x="356719" y="1254851"/>
                  </a:lnTo>
                  <a:lnTo>
                    <a:pt x="356705" y="1254854"/>
                  </a:lnTo>
                  <a:lnTo>
                    <a:pt x="356688" y="1254854"/>
                  </a:lnTo>
                  <a:lnTo>
                    <a:pt x="356665" y="1254850"/>
                  </a:lnTo>
                  <a:lnTo>
                    <a:pt x="356648" y="1254846"/>
                  </a:lnTo>
                  <a:lnTo>
                    <a:pt x="356633" y="1254840"/>
                  </a:lnTo>
                  <a:lnTo>
                    <a:pt x="356611" y="1254833"/>
                  </a:lnTo>
                  <a:lnTo>
                    <a:pt x="356556" y="1254821"/>
                  </a:lnTo>
                  <a:lnTo>
                    <a:pt x="356520" y="1254814"/>
                  </a:lnTo>
                  <a:lnTo>
                    <a:pt x="356510" y="1254811"/>
                  </a:lnTo>
                  <a:lnTo>
                    <a:pt x="356502" y="1254805"/>
                  </a:lnTo>
                  <a:lnTo>
                    <a:pt x="356498" y="1254798"/>
                  </a:lnTo>
                  <a:lnTo>
                    <a:pt x="356497" y="1254787"/>
                  </a:lnTo>
                  <a:lnTo>
                    <a:pt x="356496" y="1254771"/>
                  </a:lnTo>
                  <a:lnTo>
                    <a:pt x="356501" y="1254738"/>
                  </a:lnTo>
                  <a:lnTo>
                    <a:pt x="356506" y="1254718"/>
                  </a:lnTo>
                  <a:lnTo>
                    <a:pt x="356508" y="1254700"/>
                  </a:lnTo>
                  <a:lnTo>
                    <a:pt x="356507" y="1254674"/>
                  </a:lnTo>
                  <a:lnTo>
                    <a:pt x="356509" y="1254652"/>
                  </a:lnTo>
                  <a:lnTo>
                    <a:pt x="356512" y="1254631"/>
                  </a:lnTo>
                  <a:lnTo>
                    <a:pt x="356522" y="1254607"/>
                  </a:lnTo>
                  <a:lnTo>
                    <a:pt x="356530" y="1254592"/>
                  </a:lnTo>
                  <a:lnTo>
                    <a:pt x="356531" y="1254582"/>
                  </a:lnTo>
                  <a:lnTo>
                    <a:pt x="356531" y="1254567"/>
                  </a:lnTo>
                  <a:lnTo>
                    <a:pt x="356530" y="1254554"/>
                  </a:lnTo>
                  <a:lnTo>
                    <a:pt x="356532" y="1254545"/>
                  </a:lnTo>
                  <a:lnTo>
                    <a:pt x="356536" y="1254528"/>
                  </a:lnTo>
                  <a:lnTo>
                    <a:pt x="356539" y="1254515"/>
                  </a:lnTo>
                  <a:lnTo>
                    <a:pt x="356539" y="1254504"/>
                  </a:lnTo>
                  <a:lnTo>
                    <a:pt x="356535" y="1254489"/>
                  </a:lnTo>
                  <a:lnTo>
                    <a:pt x="356528" y="1254477"/>
                  </a:lnTo>
                  <a:lnTo>
                    <a:pt x="356518" y="1254468"/>
                  </a:lnTo>
                  <a:lnTo>
                    <a:pt x="356507" y="1254464"/>
                  </a:lnTo>
                  <a:lnTo>
                    <a:pt x="356487" y="1254463"/>
                  </a:lnTo>
                  <a:lnTo>
                    <a:pt x="356450" y="1254461"/>
                  </a:lnTo>
                  <a:lnTo>
                    <a:pt x="356431" y="1254456"/>
                  </a:lnTo>
                  <a:lnTo>
                    <a:pt x="356411" y="1254448"/>
                  </a:lnTo>
                  <a:lnTo>
                    <a:pt x="356388" y="1254435"/>
                  </a:lnTo>
                  <a:lnTo>
                    <a:pt x="356382" y="1254431"/>
                  </a:lnTo>
                  <a:lnTo>
                    <a:pt x="356372" y="1254426"/>
                  </a:lnTo>
                  <a:lnTo>
                    <a:pt x="356353" y="1254420"/>
                  </a:lnTo>
                  <a:lnTo>
                    <a:pt x="356338" y="1254406"/>
                  </a:lnTo>
                  <a:lnTo>
                    <a:pt x="356347" y="1254397"/>
                  </a:lnTo>
                  <a:lnTo>
                    <a:pt x="356351" y="1254363"/>
                  </a:lnTo>
                  <a:lnTo>
                    <a:pt x="356358" y="1254322"/>
                  </a:lnTo>
                  <a:lnTo>
                    <a:pt x="356371" y="1254263"/>
                  </a:lnTo>
                  <a:lnTo>
                    <a:pt x="356396" y="1254225"/>
                  </a:lnTo>
                  <a:lnTo>
                    <a:pt x="356452" y="1254128"/>
                  </a:lnTo>
                  <a:lnTo>
                    <a:pt x="356465" y="1254093"/>
                  </a:lnTo>
                  <a:lnTo>
                    <a:pt x="356486" y="1254015"/>
                  </a:lnTo>
                  <a:lnTo>
                    <a:pt x="356517" y="1253943"/>
                  </a:lnTo>
                  <a:lnTo>
                    <a:pt x="356541" y="1253866"/>
                  </a:lnTo>
                  <a:lnTo>
                    <a:pt x="356531" y="1253839"/>
                  </a:lnTo>
                  <a:lnTo>
                    <a:pt x="356491" y="1253795"/>
                  </a:lnTo>
                  <a:lnTo>
                    <a:pt x="356465" y="1253754"/>
                  </a:lnTo>
                  <a:lnTo>
                    <a:pt x="356458" y="1253701"/>
                  </a:lnTo>
                  <a:lnTo>
                    <a:pt x="356466" y="1253648"/>
                  </a:lnTo>
                  <a:lnTo>
                    <a:pt x="356482" y="1253573"/>
                  </a:lnTo>
                  <a:lnTo>
                    <a:pt x="356509" y="1253524"/>
                  </a:lnTo>
                  <a:lnTo>
                    <a:pt x="356554" y="1253491"/>
                  </a:lnTo>
                  <a:lnTo>
                    <a:pt x="356579" y="1253463"/>
                  </a:lnTo>
                  <a:lnTo>
                    <a:pt x="356591" y="1253412"/>
                  </a:lnTo>
                  <a:lnTo>
                    <a:pt x="356608" y="1253353"/>
                  </a:lnTo>
                  <a:lnTo>
                    <a:pt x="356602" y="1253315"/>
                  </a:lnTo>
                  <a:lnTo>
                    <a:pt x="356540" y="1253274"/>
                  </a:lnTo>
                  <a:lnTo>
                    <a:pt x="356444" y="1253252"/>
                  </a:lnTo>
                  <a:lnTo>
                    <a:pt x="356317" y="1253227"/>
                  </a:lnTo>
                  <a:lnTo>
                    <a:pt x="356234" y="1253218"/>
                  </a:lnTo>
                  <a:lnTo>
                    <a:pt x="356158" y="1253223"/>
                  </a:lnTo>
                  <a:lnTo>
                    <a:pt x="356124" y="1253211"/>
                  </a:lnTo>
                  <a:lnTo>
                    <a:pt x="356100" y="1253178"/>
                  </a:lnTo>
                  <a:lnTo>
                    <a:pt x="356074" y="1253112"/>
                  </a:lnTo>
                  <a:lnTo>
                    <a:pt x="356056" y="1253074"/>
                  </a:lnTo>
                  <a:lnTo>
                    <a:pt x="356010" y="1253050"/>
                  </a:lnTo>
                  <a:lnTo>
                    <a:pt x="355957" y="1253040"/>
                  </a:lnTo>
                  <a:lnTo>
                    <a:pt x="355899" y="1253028"/>
                  </a:lnTo>
                  <a:lnTo>
                    <a:pt x="355838" y="1253000"/>
                  </a:lnTo>
                  <a:lnTo>
                    <a:pt x="355754" y="1252986"/>
                  </a:lnTo>
                  <a:lnTo>
                    <a:pt x="355708" y="1252977"/>
                  </a:lnTo>
                  <a:lnTo>
                    <a:pt x="355663" y="1252949"/>
                  </a:lnTo>
                  <a:lnTo>
                    <a:pt x="355616" y="1252905"/>
                  </a:lnTo>
                  <a:lnTo>
                    <a:pt x="355552" y="1252836"/>
                  </a:lnTo>
                  <a:lnTo>
                    <a:pt x="355521" y="1252782"/>
                  </a:lnTo>
                  <a:lnTo>
                    <a:pt x="355516" y="1252740"/>
                  </a:lnTo>
                  <a:lnTo>
                    <a:pt x="355516" y="1252692"/>
                  </a:lnTo>
                  <a:lnTo>
                    <a:pt x="355512" y="1252641"/>
                  </a:lnTo>
                  <a:lnTo>
                    <a:pt x="355493" y="1252596"/>
                  </a:lnTo>
                  <a:lnTo>
                    <a:pt x="355452" y="1252567"/>
                  </a:lnTo>
                  <a:lnTo>
                    <a:pt x="355436" y="1252542"/>
                  </a:lnTo>
                  <a:lnTo>
                    <a:pt x="355402" y="1252517"/>
                  </a:lnTo>
                  <a:lnTo>
                    <a:pt x="355339" y="1252467"/>
                  </a:lnTo>
                  <a:lnTo>
                    <a:pt x="355303" y="1252430"/>
                  </a:lnTo>
                  <a:lnTo>
                    <a:pt x="355261" y="1252424"/>
                  </a:lnTo>
                  <a:lnTo>
                    <a:pt x="355217" y="1252411"/>
                  </a:lnTo>
                  <a:lnTo>
                    <a:pt x="355168" y="1252382"/>
                  </a:lnTo>
                  <a:lnTo>
                    <a:pt x="355154" y="1252378"/>
                  </a:lnTo>
                  <a:lnTo>
                    <a:pt x="355111" y="1252365"/>
                  </a:lnTo>
                  <a:lnTo>
                    <a:pt x="355093" y="1252360"/>
                  </a:lnTo>
                  <a:lnTo>
                    <a:pt x="355071" y="1252367"/>
                  </a:lnTo>
                  <a:lnTo>
                    <a:pt x="355040" y="1252367"/>
                  </a:lnTo>
                  <a:lnTo>
                    <a:pt x="355033" y="1252366"/>
                  </a:lnTo>
                  <a:lnTo>
                    <a:pt x="355003" y="1252349"/>
                  </a:lnTo>
                  <a:lnTo>
                    <a:pt x="354977" y="1252340"/>
                  </a:lnTo>
                  <a:lnTo>
                    <a:pt x="354950" y="1252334"/>
                  </a:lnTo>
                  <a:lnTo>
                    <a:pt x="354921" y="1252330"/>
                  </a:lnTo>
                  <a:lnTo>
                    <a:pt x="354911" y="1252329"/>
                  </a:lnTo>
                  <a:lnTo>
                    <a:pt x="354904" y="1252318"/>
                  </a:lnTo>
                  <a:lnTo>
                    <a:pt x="354888" y="1252295"/>
                  </a:lnTo>
                  <a:lnTo>
                    <a:pt x="354869" y="1252279"/>
                  </a:lnTo>
                  <a:lnTo>
                    <a:pt x="354833" y="1252262"/>
                  </a:lnTo>
                  <a:lnTo>
                    <a:pt x="354810" y="1252246"/>
                  </a:lnTo>
                  <a:lnTo>
                    <a:pt x="354794" y="1252240"/>
                  </a:lnTo>
                  <a:lnTo>
                    <a:pt x="354782" y="1252237"/>
                  </a:lnTo>
                  <a:lnTo>
                    <a:pt x="354733" y="1252223"/>
                  </a:lnTo>
                  <a:lnTo>
                    <a:pt x="354704" y="1252208"/>
                  </a:lnTo>
                  <a:lnTo>
                    <a:pt x="354657" y="1252193"/>
                  </a:lnTo>
                  <a:lnTo>
                    <a:pt x="354635" y="1252189"/>
                  </a:lnTo>
                  <a:lnTo>
                    <a:pt x="354603" y="1252193"/>
                  </a:lnTo>
                  <a:lnTo>
                    <a:pt x="354519" y="1252219"/>
                  </a:lnTo>
                  <a:lnTo>
                    <a:pt x="354485" y="1252209"/>
                  </a:lnTo>
                  <a:lnTo>
                    <a:pt x="354430" y="1252185"/>
                  </a:lnTo>
                  <a:lnTo>
                    <a:pt x="354398" y="1252161"/>
                  </a:lnTo>
                  <a:lnTo>
                    <a:pt x="354382" y="1252150"/>
                  </a:lnTo>
                  <a:lnTo>
                    <a:pt x="354368" y="1252134"/>
                  </a:lnTo>
                  <a:lnTo>
                    <a:pt x="354348" y="1252110"/>
                  </a:lnTo>
                  <a:lnTo>
                    <a:pt x="354324" y="1252081"/>
                  </a:lnTo>
                  <a:lnTo>
                    <a:pt x="354302" y="1252045"/>
                  </a:lnTo>
                  <a:lnTo>
                    <a:pt x="354286" y="1252025"/>
                  </a:lnTo>
                  <a:lnTo>
                    <a:pt x="354275" y="1252025"/>
                  </a:lnTo>
                  <a:lnTo>
                    <a:pt x="354228" y="1252035"/>
                  </a:lnTo>
                  <a:lnTo>
                    <a:pt x="354163" y="1252052"/>
                  </a:lnTo>
                  <a:lnTo>
                    <a:pt x="354108" y="1252067"/>
                  </a:lnTo>
                  <a:lnTo>
                    <a:pt x="354060" y="1252084"/>
                  </a:lnTo>
                  <a:lnTo>
                    <a:pt x="354005" y="1252086"/>
                  </a:lnTo>
                  <a:lnTo>
                    <a:pt x="353975" y="1252079"/>
                  </a:lnTo>
                  <a:lnTo>
                    <a:pt x="353926" y="1252071"/>
                  </a:lnTo>
                  <a:lnTo>
                    <a:pt x="353876" y="1252073"/>
                  </a:lnTo>
                  <a:lnTo>
                    <a:pt x="353828" y="1252086"/>
                  </a:lnTo>
                  <a:lnTo>
                    <a:pt x="353789" y="1252088"/>
                  </a:lnTo>
                  <a:lnTo>
                    <a:pt x="353740" y="1252090"/>
                  </a:lnTo>
                  <a:lnTo>
                    <a:pt x="353677" y="1252088"/>
                  </a:lnTo>
                  <a:lnTo>
                    <a:pt x="353626" y="1252094"/>
                  </a:lnTo>
                  <a:lnTo>
                    <a:pt x="353616" y="1252097"/>
                  </a:lnTo>
                  <a:lnTo>
                    <a:pt x="353585" y="1252107"/>
                  </a:lnTo>
                  <a:lnTo>
                    <a:pt x="353542" y="1252111"/>
                  </a:lnTo>
                  <a:lnTo>
                    <a:pt x="353491" y="1252106"/>
                  </a:lnTo>
                  <a:lnTo>
                    <a:pt x="353446" y="1252094"/>
                  </a:lnTo>
                  <a:lnTo>
                    <a:pt x="353332" y="1252106"/>
                  </a:lnTo>
                  <a:lnTo>
                    <a:pt x="353251" y="1252134"/>
                  </a:lnTo>
                  <a:lnTo>
                    <a:pt x="353229" y="1252138"/>
                  </a:lnTo>
                  <a:lnTo>
                    <a:pt x="353220" y="1252134"/>
                  </a:lnTo>
                  <a:lnTo>
                    <a:pt x="353166" y="1252111"/>
                  </a:lnTo>
                  <a:lnTo>
                    <a:pt x="353124" y="1252099"/>
                  </a:lnTo>
                  <a:lnTo>
                    <a:pt x="353090" y="1252090"/>
                  </a:lnTo>
                  <a:lnTo>
                    <a:pt x="353050" y="1252085"/>
                  </a:lnTo>
                  <a:lnTo>
                    <a:pt x="352976" y="1252082"/>
                  </a:lnTo>
                  <a:lnTo>
                    <a:pt x="352927" y="1252074"/>
                  </a:lnTo>
                  <a:lnTo>
                    <a:pt x="352852" y="1252070"/>
                  </a:lnTo>
                  <a:lnTo>
                    <a:pt x="352813" y="1252079"/>
                  </a:lnTo>
                  <a:lnTo>
                    <a:pt x="352792" y="1252086"/>
                  </a:lnTo>
                  <a:lnTo>
                    <a:pt x="352783" y="1252091"/>
                  </a:lnTo>
                  <a:lnTo>
                    <a:pt x="352758" y="1252102"/>
                  </a:lnTo>
                  <a:lnTo>
                    <a:pt x="352734" y="1252106"/>
                  </a:lnTo>
                  <a:lnTo>
                    <a:pt x="352703" y="1252108"/>
                  </a:lnTo>
                  <a:lnTo>
                    <a:pt x="352652" y="1252118"/>
                  </a:lnTo>
                  <a:lnTo>
                    <a:pt x="352632" y="1252124"/>
                  </a:lnTo>
                  <a:lnTo>
                    <a:pt x="352593" y="1252135"/>
                  </a:lnTo>
                  <a:lnTo>
                    <a:pt x="352548" y="1252156"/>
                  </a:lnTo>
                  <a:lnTo>
                    <a:pt x="352496" y="1252184"/>
                  </a:lnTo>
                  <a:lnTo>
                    <a:pt x="352476" y="1252203"/>
                  </a:lnTo>
                  <a:lnTo>
                    <a:pt x="352440" y="1252215"/>
                  </a:lnTo>
                  <a:lnTo>
                    <a:pt x="352391" y="1252224"/>
                  </a:lnTo>
                  <a:lnTo>
                    <a:pt x="352364" y="1252231"/>
                  </a:lnTo>
                  <a:lnTo>
                    <a:pt x="352283" y="1252257"/>
                  </a:lnTo>
                  <a:lnTo>
                    <a:pt x="352259" y="1252282"/>
                  </a:lnTo>
                  <a:lnTo>
                    <a:pt x="352208" y="1252316"/>
                  </a:lnTo>
                  <a:lnTo>
                    <a:pt x="352155" y="1252359"/>
                  </a:lnTo>
                  <a:lnTo>
                    <a:pt x="352140" y="1252387"/>
                  </a:lnTo>
                  <a:lnTo>
                    <a:pt x="352132" y="1252402"/>
                  </a:lnTo>
                  <a:lnTo>
                    <a:pt x="352118" y="1252418"/>
                  </a:lnTo>
                  <a:lnTo>
                    <a:pt x="352073" y="1252449"/>
                  </a:lnTo>
                  <a:lnTo>
                    <a:pt x="352041" y="1252436"/>
                  </a:lnTo>
                  <a:lnTo>
                    <a:pt x="351977" y="1252403"/>
                  </a:lnTo>
                  <a:lnTo>
                    <a:pt x="351923" y="1252361"/>
                  </a:lnTo>
                  <a:lnTo>
                    <a:pt x="351870" y="1252338"/>
                  </a:lnTo>
                  <a:lnTo>
                    <a:pt x="351808" y="1252328"/>
                  </a:lnTo>
                  <a:lnTo>
                    <a:pt x="351762" y="1252303"/>
                  </a:lnTo>
                  <a:lnTo>
                    <a:pt x="351723" y="1252271"/>
                  </a:lnTo>
                  <a:lnTo>
                    <a:pt x="351686" y="1252254"/>
                  </a:lnTo>
                  <a:lnTo>
                    <a:pt x="351648" y="1252236"/>
                  </a:lnTo>
                  <a:lnTo>
                    <a:pt x="351641" y="1252233"/>
                  </a:lnTo>
                  <a:lnTo>
                    <a:pt x="351633" y="1252219"/>
                  </a:lnTo>
                  <a:lnTo>
                    <a:pt x="351610" y="1252177"/>
                  </a:lnTo>
                  <a:lnTo>
                    <a:pt x="351604" y="1252135"/>
                  </a:lnTo>
                  <a:lnTo>
                    <a:pt x="351603" y="1252126"/>
                  </a:lnTo>
                  <a:lnTo>
                    <a:pt x="351594" y="1252063"/>
                  </a:lnTo>
                  <a:lnTo>
                    <a:pt x="351591" y="1252013"/>
                  </a:lnTo>
                  <a:lnTo>
                    <a:pt x="351590" y="1251969"/>
                  </a:lnTo>
                  <a:lnTo>
                    <a:pt x="351600" y="1251946"/>
                  </a:lnTo>
                  <a:lnTo>
                    <a:pt x="351613" y="1251923"/>
                  </a:lnTo>
                  <a:lnTo>
                    <a:pt x="351635" y="1251895"/>
                  </a:lnTo>
                  <a:lnTo>
                    <a:pt x="351648" y="1251887"/>
                  </a:lnTo>
                  <a:lnTo>
                    <a:pt x="351694" y="1251857"/>
                  </a:lnTo>
                  <a:lnTo>
                    <a:pt x="351776" y="1251808"/>
                  </a:lnTo>
                  <a:lnTo>
                    <a:pt x="351802" y="1251790"/>
                  </a:lnTo>
                  <a:lnTo>
                    <a:pt x="351824" y="1251769"/>
                  </a:lnTo>
                  <a:lnTo>
                    <a:pt x="351839" y="1251740"/>
                  </a:lnTo>
                  <a:lnTo>
                    <a:pt x="351839" y="1251726"/>
                  </a:lnTo>
                  <a:lnTo>
                    <a:pt x="351829" y="1251706"/>
                  </a:lnTo>
                  <a:lnTo>
                    <a:pt x="351827" y="1251700"/>
                  </a:lnTo>
                  <a:lnTo>
                    <a:pt x="351814" y="1251674"/>
                  </a:lnTo>
                  <a:lnTo>
                    <a:pt x="351811" y="1251657"/>
                  </a:lnTo>
                  <a:lnTo>
                    <a:pt x="351812" y="1251640"/>
                  </a:lnTo>
                  <a:lnTo>
                    <a:pt x="351812" y="1251626"/>
                  </a:lnTo>
                  <a:lnTo>
                    <a:pt x="351801" y="1251610"/>
                  </a:lnTo>
                  <a:lnTo>
                    <a:pt x="351769" y="1251586"/>
                  </a:lnTo>
                  <a:lnTo>
                    <a:pt x="351732" y="1251566"/>
                  </a:lnTo>
                  <a:lnTo>
                    <a:pt x="351712" y="1251544"/>
                  </a:lnTo>
                  <a:lnTo>
                    <a:pt x="351707" y="1251539"/>
                  </a:lnTo>
                  <a:lnTo>
                    <a:pt x="351702" y="1251530"/>
                  </a:lnTo>
                  <a:lnTo>
                    <a:pt x="351701" y="1251515"/>
                  </a:lnTo>
                  <a:lnTo>
                    <a:pt x="351698" y="1251491"/>
                  </a:lnTo>
                  <a:lnTo>
                    <a:pt x="351686" y="1251453"/>
                  </a:lnTo>
                  <a:lnTo>
                    <a:pt x="351663" y="1251406"/>
                  </a:lnTo>
                  <a:lnTo>
                    <a:pt x="351647" y="1251390"/>
                  </a:lnTo>
                  <a:lnTo>
                    <a:pt x="351637" y="1251379"/>
                  </a:lnTo>
                  <a:lnTo>
                    <a:pt x="351595" y="1251359"/>
                  </a:lnTo>
                  <a:lnTo>
                    <a:pt x="351569" y="1251349"/>
                  </a:lnTo>
                  <a:lnTo>
                    <a:pt x="351533" y="1251342"/>
                  </a:lnTo>
                  <a:lnTo>
                    <a:pt x="351518" y="1251339"/>
                  </a:lnTo>
                  <a:lnTo>
                    <a:pt x="351460" y="1251309"/>
                  </a:lnTo>
                  <a:lnTo>
                    <a:pt x="351430" y="1251296"/>
                  </a:lnTo>
                  <a:lnTo>
                    <a:pt x="351391" y="1251292"/>
                  </a:lnTo>
                  <a:lnTo>
                    <a:pt x="351342" y="1251284"/>
                  </a:lnTo>
                  <a:lnTo>
                    <a:pt x="351316" y="1251274"/>
                  </a:lnTo>
                  <a:lnTo>
                    <a:pt x="351278" y="1251246"/>
                  </a:lnTo>
                  <a:lnTo>
                    <a:pt x="351237" y="1251212"/>
                  </a:lnTo>
                  <a:lnTo>
                    <a:pt x="351210" y="1251201"/>
                  </a:lnTo>
                  <a:lnTo>
                    <a:pt x="351180" y="1251200"/>
                  </a:lnTo>
                  <a:lnTo>
                    <a:pt x="351155" y="1251201"/>
                  </a:lnTo>
                  <a:lnTo>
                    <a:pt x="351150" y="1251201"/>
                  </a:lnTo>
                  <a:lnTo>
                    <a:pt x="351122" y="1251192"/>
                  </a:lnTo>
                  <a:lnTo>
                    <a:pt x="351076" y="1251171"/>
                  </a:lnTo>
                  <a:lnTo>
                    <a:pt x="351072" y="1251165"/>
                  </a:lnTo>
                  <a:lnTo>
                    <a:pt x="351066" y="1251157"/>
                  </a:lnTo>
                  <a:lnTo>
                    <a:pt x="351046" y="1251121"/>
                  </a:lnTo>
                  <a:lnTo>
                    <a:pt x="351024" y="1251066"/>
                  </a:lnTo>
                  <a:lnTo>
                    <a:pt x="350996" y="1251009"/>
                  </a:lnTo>
                  <a:lnTo>
                    <a:pt x="350976" y="1250983"/>
                  </a:lnTo>
                  <a:lnTo>
                    <a:pt x="350949" y="1250955"/>
                  </a:lnTo>
                  <a:lnTo>
                    <a:pt x="350897" y="1250885"/>
                  </a:lnTo>
                  <a:lnTo>
                    <a:pt x="350877" y="1250866"/>
                  </a:lnTo>
                  <a:lnTo>
                    <a:pt x="350826" y="1250811"/>
                  </a:lnTo>
                  <a:lnTo>
                    <a:pt x="350800" y="1250789"/>
                  </a:lnTo>
                  <a:lnTo>
                    <a:pt x="350765" y="1250765"/>
                  </a:lnTo>
                  <a:lnTo>
                    <a:pt x="350750" y="1250748"/>
                  </a:lnTo>
                  <a:lnTo>
                    <a:pt x="350744" y="1250722"/>
                  </a:lnTo>
                  <a:lnTo>
                    <a:pt x="350735" y="1250698"/>
                  </a:lnTo>
                  <a:lnTo>
                    <a:pt x="350724" y="1250680"/>
                  </a:lnTo>
                  <a:lnTo>
                    <a:pt x="350714" y="1250665"/>
                  </a:lnTo>
                  <a:lnTo>
                    <a:pt x="350689" y="1250645"/>
                  </a:lnTo>
                  <a:lnTo>
                    <a:pt x="350685" y="1250635"/>
                  </a:lnTo>
                  <a:lnTo>
                    <a:pt x="350685" y="1250615"/>
                  </a:lnTo>
                  <a:lnTo>
                    <a:pt x="350693" y="1250590"/>
                  </a:lnTo>
                  <a:lnTo>
                    <a:pt x="350714" y="1250541"/>
                  </a:lnTo>
                  <a:lnTo>
                    <a:pt x="350755" y="1250489"/>
                  </a:lnTo>
                  <a:lnTo>
                    <a:pt x="350773" y="1250450"/>
                  </a:lnTo>
                  <a:lnTo>
                    <a:pt x="350787" y="1250418"/>
                  </a:lnTo>
                  <a:lnTo>
                    <a:pt x="350795" y="1250392"/>
                  </a:lnTo>
                  <a:lnTo>
                    <a:pt x="350794" y="1250384"/>
                  </a:lnTo>
                  <a:lnTo>
                    <a:pt x="350790" y="1250363"/>
                  </a:lnTo>
                  <a:lnTo>
                    <a:pt x="350786" y="1250354"/>
                  </a:lnTo>
                  <a:lnTo>
                    <a:pt x="350774" y="1250340"/>
                  </a:lnTo>
                  <a:lnTo>
                    <a:pt x="350741" y="1250311"/>
                  </a:lnTo>
                  <a:lnTo>
                    <a:pt x="350704" y="1250293"/>
                  </a:lnTo>
                  <a:lnTo>
                    <a:pt x="350669" y="1250284"/>
                  </a:lnTo>
                  <a:lnTo>
                    <a:pt x="350662" y="1250284"/>
                  </a:lnTo>
                  <a:lnTo>
                    <a:pt x="350611" y="1250286"/>
                  </a:lnTo>
                  <a:lnTo>
                    <a:pt x="350560" y="1250303"/>
                  </a:lnTo>
                  <a:lnTo>
                    <a:pt x="350487" y="1250315"/>
                  </a:lnTo>
                  <a:lnTo>
                    <a:pt x="350384" y="1250338"/>
                  </a:lnTo>
                  <a:lnTo>
                    <a:pt x="350306" y="1250362"/>
                  </a:lnTo>
                  <a:lnTo>
                    <a:pt x="350276" y="1250362"/>
                  </a:lnTo>
                  <a:lnTo>
                    <a:pt x="350231" y="1250353"/>
                  </a:lnTo>
                  <a:lnTo>
                    <a:pt x="350187" y="1250342"/>
                  </a:lnTo>
                  <a:lnTo>
                    <a:pt x="350170" y="1250341"/>
                  </a:lnTo>
                  <a:lnTo>
                    <a:pt x="350147" y="1250340"/>
                  </a:lnTo>
                  <a:lnTo>
                    <a:pt x="350107" y="1250347"/>
                  </a:lnTo>
                  <a:lnTo>
                    <a:pt x="350031" y="1250349"/>
                  </a:lnTo>
                  <a:lnTo>
                    <a:pt x="349949" y="1250360"/>
                  </a:lnTo>
                  <a:lnTo>
                    <a:pt x="349899" y="1250370"/>
                  </a:lnTo>
                  <a:lnTo>
                    <a:pt x="349853" y="1250379"/>
                  </a:lnTo>
                  <a:lnTo>
                    <a:pt x="349832" y="1250395"/>
                  </a:lnTo>
                  <a:lnTo>
                    <a:pt x="349814" y="1250421"/>
                  </a:lnTo>
                  <a:lnTo>
                    <a:pt x="349806" y="1250426"/>
                  </a:lnTo>
                  <a:lnTo>
                    <a:pt x="349796" y="1250428"/>
                  </a:lnTo>
                  <a:lnTo>
                    <a:pt x="349779" y="1250426"/>
                  </a:lnTo>
                  <a:lnTo>
                    <a:pt x="349754" y="1250425"/>
                  </a:lnTo>
                  <a:lnTo>
                    <a:pt x="349742" y="1250424"/>
                  </a:lnTo>
                  <a:lnTo>
                    <a:pt x="349731" y="1250427"/>
                  </a:lnTo>
                  <a:lnTo>
                    <a:pt x="349716" y="1250436"/>
                  </a:lnTo>
                  <a:lnTo>
                    <a:pt x="349707" y="1250447"/>
                  </a:lnTo>
                  <a:lnTo>
                    <a:pt x="349700" y="1250455"/>
                  </a:lnTo>
                  <a:lnTo>
                    <a:pt x="349685" y="1250483"/>
                  </a:lnTo>
                  <a:lnTo>
                    <a:pt x="349676" y="1250479"/>
                  </a:lnTo>
                  <a:lnTo>
                    <a:pt x="349654" y="1250458"/>
                  </a:lnTo>
                  <a:lnTo>
                    <a:pt x="349630" y="1250443"/>
                  </a:lnTo>
                  <a:lnTo>
                    <a:pt x="349613" y="1250436"/>
                  </a:lnTo>
                  <a:lnTo>
                    <a:pt x="349576" y="1250435"/>
                  </a:lnTo>
                  <a:lnTo>
                    <a:pt x="349532" y="1250435"/>
                  </a:lnTo>
                  <a:lnTo>
                    <a:pt x="349502" y="1250428"/>
                  </a:lnTo>
                  <a:lnTo>
                    <a:pt x="349430" y="1250399"/>
                  </a:lnTo>
                  <a:lnTo>
                    <a:pt x="349396" y="1250388"/>
                  </a:lnTo>
                  <a:lnTo>
                    <a:pt x="349376" y="1250390"/>
                  </a:lnTo>
                  <a:lnTo>
                    <a:pt x="349287" y="1250405"/>
                  </a:lnTo>
                  <a:lnTo>
                    <a:pt x="349233" y="1250409"/>
                  </a:lnTo>
                  <a:lnTo>
                    <a:pt x="349185" y="1250412"/>
                  </a:lnTo>
                  <a:lnTo>
                    <a:pt x="349148" y="1250414"/>
                  </a:lnTo>
                  <a:lnTo>
                    <a:pt x="349105" y="1250411"/>
                  </a:lnTo>
                  <a:lnTo>
                    <a:pt x="349100" y="1250402"/>
                  </a:lnTo>
                  <a:lnTo>
                    <a:pt x="349101" y="1250386"/>
                  </a:lnTo>
                  <a:lnTo>
                    <a:pt x="349108" y="1250366"/>
                  </a:lnTo>
                  <a:lnTo>
                    <a:pt x="349106" y="1250329"/>
                  </a:lnTo>
                  <a:lnTo>
                    <a:pt x="349104" y="1250275"/>
                  </a:lnTo>
                  <a:lnTo>
                    <a:pt x="349100" y="1250232"/>
                  </a:lnTo>
                  <a:lnTo>
                    <a:pt x="349103" y="1250207"/>
                  </a:lnTo>
                  <a:lnTo>
                    <a:pt x="349100" y="1250197"/>
                  </a:lnTo>
                  <a:lnTo>
                    <a:pt x="349096" y="1250186"/>
                  </a:lnTo>
                  <a:lnTo>
                    <a:pt x="349075" y="1250154"/>
                  </a:lnTo>
                  <a:lnTo>
                    <a:pt x="349063" y="1250123"/>
                  </a:lnTo>
                  <a:lnTo>
                    <a:pt x="349057" y="1250111"/>
                  </a:lnTo>
                  <a:lnTo>
                    <a:pt x="349043" y="1250096"/>
                  </a:lnTo>
                  <a:lnTo>
                    <a:pt x="349030" y="1250090"/>
                  </a:lnTo>
                  <a:lnTo>
                    <a:pt x="349021" y="1250086"/>
                  </a:lnTo>
                  <a:lnTo>
                    <a:pt x="348996" y="1250078"/>
                  </a:lnTo>
                  <a:lnTo>
                    <a:pt x="348953" y="1250071"/>
                  </a:lnTo>
                  <a:lnTo>
                    <a:pt x="348913" y="1250052"/>
                  </a:lnTo>
                  <a:lnTo>
                    <a:pt x="348862" y="1250023"/>
                  </a:lnTo>
                  <a:lnTo>
                    <a:pt x="348841" y="1250007"/>
                  </a:lnTo>
                  <a:lnTo>
                    <a:pt x="348834" y="1249980"/>
                  </a:lnTo>
                  <a:lnTo>
                    <a:pt x="348817" y="1249952"/>
                  </a:lnTo>
                  <a:lnTo>
                    <a:pt x="348799" y="1249937"/>
                  </a:lnTo>
                  <a:lnTo>
                    <a:pt x="348762" y="1249911"/>
                  </a:lnTo>
                  <a:lnTo>
                    <a:pt x="348738" y="1249883"/>
                  </a:lnTo>
                  <a:lnTo>
                    <a:pt x="348693" y="1249812"/>
                  </a:lnTo>
                  <a:lnTo>
                    <a:pt x="348656" y="1249763"/>
                  </a:lnTo>
                  <a:lnTo>
                    <a:pt x="348642" y="1249741"/>
                  </a:lnTo>
                  <a:lnTo>
                    <a:pt x="348622" y="1249718"/>
                  </a:lnTo>
                  <a:lnTo>
                    <a:pt x="348615" y="1249711"/>
                  </a:lnTo>
                  <a:lnTo>
                    <a:pt x="348606" y="1249706"/>
                  </a:lnTo>
                  <a:lnTo>
                    <a:pt x="348590" y="1249702"/>
                  </a:lnTo>
                  <a:lnTo>
                    <a:pt x="348570" y="1249700"/>
                  </a:lnTo>
                  <a:lnTo>
                    <a:pt x="348518" y="1249702"/>
                  </a:lnTo>
                  <a:lnTo>
                    <a:pt x="348470" y="1249695"/>
                  </a:lnTo>
                  <a:lnTo>
                    <a:pt x="348345" y="1249670"/>
                  </a:lnTo>
                  <a:lnTo>
                    <a:pt x="348264" y="1249651"/>
                  </a:lnTo>
                  <a:lnTo>
                    <a:pt x="348237" y="1249652"/>
                  </a:lnTo>
                  <a:lnTo>
                    <a:pt x="348230" y="1249652"/>
                  </a:lnTo>
                  <a:lnTo>
                    <a:pt x="348210" y="1249650"/>
                  </a:lnTo>
                  <a:lnTo>
                    <a:pt x="348184" y="1249645"/>
                  </a:lnTo>
                  <a:lnTo>
                    <a:pt x="348160" y="1249636"/>
                  </a:lnTo>
                  <a:lnTo>
                    <a:pt x="348128" y="1249617"/>
                  </a:lnTo>
                  <a:lnTo>
                    <a:pt x="348084" y="1249599"/>
                  </a:lnTo>
                  <a:lnTo>
                    <a:pt x="348050" y="1249587"/>
                  </a:lnTo>
                  <a:lnTo>
                    <a:pt x="347980" y="1249579"/>
                  </a:lnTo>
                  <a:lnTo>
                    <a:pt x="347939" y="1249560"/>
                  </a:lnTo>
                  <a:lnTo>
                    <a:pt x="347899" y="1249545"/>
                  </a:lnTo>
                  <a:lnTo>
                    <a:pt x="347857" y="1249545"/>
                  </a:lnTo>
                  <a:lnTo>
                    <a:pt x="347808" y="1249546"/>
                  </a:lnTo>
                  <a:lnTo>
                    <a:pt x="347787" y="1249548"/>
                  </a:lnTo>
                  <a:lnTo>
                    <a:pt x="347765" y="1249559"/>
                  </a:lnTo>
                  <a:lnTo>
                    <a:pt x="347714" y="1249590"/>
                  </a:lnTo>
                  <a:lnTo>
                    <a:pt x="347675" y="1249614"/>
                  </a:lnTo>
                  <a:lnTo>
                    <a:pt x="347653" y="1249631"/>
                  </a:lnTo>
                  <a:lnTo>
                    <a:pt x="347586" y="1249665"/>
                  </a:lnTo>
                  <a:lnTo>
                    <a:pt x="347548" y="1249677"/>
                  </a:lnTo>
                  <a:lnTo>
                    <a:pt x="347524" y="1249679"/>
                  </a:lnTo>
                  <a:lnTo>
                    <a:pt x="347489" y="1249674"/>
                  </a:lnTo>
                  <a:lnTo>
                    <a:pt x="347462" y="1249677"/>
                  </a:lnTo>
                  <a:lnTo>
                    <a:pt x="347389" y="1249696"/>
                  </a:lnTo>
                  <a:lnTo>
                    <a:pt x="347349" y="1249714"/>
                  </a:lnTo>
                  <a:lnTo>
                    <a:pt x="347339" y="1249719"/>
                  </a:lnTo>
                  <a:lnTo>
                    <a:pt x="347287" y="1249751"/>
                  </a:lnTo>
                  <a:lnTo>
                    <a:pt x="347257" y="1249759"/>
                  </a:lnTo>
                  <a:lnTo>
                    <a:pt x="347242" y="1249757"/>
                  </a:lnTo>
                  <a:lnTo>
                    <a:pt x="347215" y="1249747"/>
                  </a:lnTo>
                  <a:lnTo>
                    <a:pt x="347177" y="1249727"/>
                  </a:lnTo>
                  <a:lnTo>
                    <a:pt x="347153" y="1249715"/>
                  </a:lnTo>
                  <a:lnTo>
                    <a:pt x="347138" y="1249707"/>
                  </a:lnTo>
                  <a:lnTo>
                    <a:pt x="347086" y="1249693"/>
                  </a:lnTo>
                  <a:lnTo>
                    <a:pt x="347049" y="1249672"/>
                  </a:lnTo>
                  <a:lnTo>
                    <a:pt x="347022" y="1249671"/>
                  </a:lnTo>
                  <a:lnTo>
                    <a:pt x="346991" y="1249681"/>
                  </a:lnTo>
                  <a:lnTo>
                    <a:pt x="346959" y="1249696"/>
                  </a:lnTo>
                  <a:lnTo>
                    <a:pt x="346946" y="1249696"/>
                  </a:lnTo>
                  <a:lnTo>
                    <a:pt x="346931" y="1249693"/>
                  </a:lnTo>
                  <a:lnTo>
                    <a:pt x="346889" y="1249677"/>
                  </a:lnTo>
                  <a:lnTo>
                    <a:pt x="346869" y="1249676"/>
                  </a:lnTo>
                  <a:lnTo>
                    <a:pt x="346857" y="1249670"/>
                  </a:lnTo>
                  <a:lnTo>
                    <a:pt x="346813" y="1249634"/>
                  </a:lnTo>
                  <a:lnTo>
                    <a:pt x="346771" y="1249589"/>
                  </a:lnTo>
                  <a:lnTo>
                    <a:pt x="346728" y="1249549"/>
                  </a:lnTo>
                  <a:lnTo>
                    <a:pt x="346722" y="1249542"/>
                  </a:lnTo>
                  <a:lnTo>
                    <a:pt x="346695" y="1249509"/>
                  </a:lnTo>
                  <a:lnTo>
                    <a:pt x="346675" y="1249472"/>
                  </a:lnTo>
                  <a:lnTo>
                    <a:pt x="346658" y="1249422"/>
                  </a:lnTo>
                  <a:lnTo>
                    <a:pt x="346637" y="1249379"/>
                  </a:lnTo>
                  <a:lnTo>
                    <a:pt x="346620" y="1249350"/>
                  </a:lnTo>
                  <a:lnTo>
                    <a:pt x="346588" y="1249316"/>
                  </a:lnTo>
                  <a:lnTo>
                    <a:pt x="346558" y="1249293"/>
                  </a:lnTo>
                  <a:lnTo>
                    <a:pt x="346546" y="1249276"/>
                  </a:lnTo>
                  <a:lnTo>
                    <a:pt x="346517" y="1249250"/>
                  </a:lnTo>
                  <a:lnTo>
                    <a:pt x="346501" y="1249247"/>
                  </a:lnTo>
                  <a:lnTo>
                    <a:pt x="346403" y="1249257"/>
                  </a:lnTo>
                  <a:lnTo>
                    <a:pt x="346350" y="1249256"/>
                  </a:lnTo>
                  <a:lnTo>
                    <a:pt x="346320" y="1249245"/>
                  </a:lnTo>
                  <a:lnTo>
                    <a:pt x="346229" y="1249244"/>
                  </a:lnTo>
                  <a:lnTo>
                    <a:pt x="346220" y="1249244"/>
                  </a:lnTo>
                  <a:lnTo>
                    <a:pt x="346123" y="1249235"/>
                  </a:lnTo>
                  <a:lnTo>
                    <a:pt x="346096" y="1249234"/>
                  </a:lnTo>
                  <a:lnTo>
                    <a:pt x="346014" y="1249237"/>
                  </a:lnTo>
                  <a:lnTo>
                    <a:pt x="345956" y="1249232"/>
                  </a:lnTo>
                  <a:lnTo>
                    <a:pt x="345897" y="1249231"/>
                  </a:lnTo>
                  <a:lnTo>
                    <a:pt x="345840" y="1249233"/>
                  </a:lnTo>
                  <a:lnTo>
                    <a:pt x="345819" y="1249231"/>
                  </a:lnTo>
                  <a:lnTo>
                    <a:pt x="345787" y="1249223"/>
                  </a:lnTo>
                  <a:lnTo>
                    <a:pt x="345761" y="1249204"/>
                  </a:lnTo>
                  <a:lnTo>
                    <a:pt x="345738" y="1249176"/>
                  </a:lnTo>
                  <a:lnTo>
                    <a:pt x="345719" y="1249146"/>
                  </a:lnTo>
                  <a:lnTo>
                    <a:pt x="345705" y="1249115"/>
                  </a:lnTo>
                  <a:lnTo>
                    <a:pt x="345694" y="1249068"/>
                  </a:lnTo>
                  <a:lnTo>
                    <a:pt x="345689" y="1249033"/>
                  </a:lnTo>
                  <a:lnTo>
                    <a:pt x="345689" y="1248996"/>
                  </a:lnTo>
                  <a:lnTo>
                    <a:pt x="345697" y="1248956"/>
                  </a:lnTo>
                  <a:lnTo>
                    <a:pt x="345713" y="1248895"/>
                  </a:lnTo>
                  <a:lnTo>
                    <a:pt x="345736" y="1248816"/>
                  </a:lnTo>
                  <a:lnTo>
                    <a:pt x="345738" y="1248808"/>
                  </a:lnTo>
                  <a:lnTo>
                    <a:pt x="345763" y="1248749"/>
                  </a:lnTo>
                  <a:lnTo>
                    <a:pt x="345770" y="1248727"/>
                  </a:lnTo>
                  <a:lnTo>
                    <a:pt x="345771" y="1248709"/>
                  </a:lnTo>
                  <a:lnTo>
                    <a:pt x="345765" y="1248701"/>
                  </a:lnTo>
                  <a:lnTo>
                    <a:pt x="345753" y="1248694"/>
                  </a:lnTo>
                  <a:lnTo>
                    <a:pt x="345736" y="1248689"/>
                  </a:lnTo>
                  <a:lnTo>
                    <a:pt x="345710" y="1248680"/>
                  </a:lnTo>
                  <a:lnTo>
                    <a:pt x="345701" y="1248676"/>
                  </a:lnTo>
                  <a:lnTo>
                    <a:pt x="345683" y="1248664"/>
                  </a:lnTo>
                  <a:lnTo>
                    <a:pt x="345669" y="1248654"/>
                  </a:lnTo>
                  <a:lnTo>
                    <a:pt x="345583" y="1248583"/>
                  </a:lnTo>
                  <a:lnTo>
                    <a:pt x="345540" y="1248565"/>
                  </a:lnTo>
                  <a:lnTo>
                    <a:pt x="345459" y="1248515"/>
                  </a:lnTo>
                  <a:lnTo>
                    <a:pt x="345389" y="1248486"/>
                  </a:lnTo>
                  <a:lnTo>
                    <a:pt x="345341" y="1248449"/>
                  </a:lnTo>
                  <a:lnTo>
                    <a:pt x="345244" y="1248413"/>
                  </a:lnTo>
                  <a:lnTo>
                    <a:pt x="345185" y="1248379"/>
                  </a:lnTo>
                  <a:lnTo>
                    <a:pt x="345138" y="1248305"/>
                  </a:lnTo>
                  <a:lnTo>
                    <a:pt x="345119" y="1248285"/>
                  </a:lnTo>
                  <a:lnTo>
                    <a:pt x="345087" y="1248275"/>
                  </a:lnTo>
                  <a:lnTo>
                    <a:pt x="345067" y="1248262"/>
                  </a:lnTo>
                  <a:lnTo>
                    <a:pt x="345058" y="1248239"/>
                  </a:lnTo>
                  <a:lnTo>
                    <a:pt x="345034" y="1248200"/>
                  </a:lnTo>
                  <a:lnTo>
                    <a:pt x="345009" y="1248178"/>
                  </a:lnTo>
                  <a:lnTo>
                    <a:pt x="344970" y="1248146"/>
                  </a:lnTo>
                  <a:lnTo>
                    <a:pt x="344949" y="1248109"/>
                  </a:lnTo>
                  <a:lnTo>
                    <a:pt x="344926" y="1248013"/>
                  </a:lnTo>
                  <a:lnTo>
                    <a:pt x="344915" y="1247960"/>
                  </a:lnTo>
                  <a:lnTo>
                    <a:pt x="344910" y="1247905"/>
                  </a:lnTo>
                  <a:lnTo>
                    <a:pt x="344914" y="1247848"/>
                  </a:lnTo>
                  <a:lnTo>
                    <a:pt x="344929" y="1247780"/>
                  </a:lnTo>
                  <a:lnTo>
                    <a:pt x="344960" y="1247725"/>
                  </a:lnTo>
                  <a:lnTo>
                    <a:pt x="344984" y="1247682"/>
                  </a:lnTo>
                  <a:lnTo>
                    <a:pt x="345001" y="1247620"/>
                  </a:lnTo>
                  <a:lnTo>
                    <a:pt x="345004" y="1247598"/>
                  </a:lnTo>
                  <a:lnTo>
                    <a:pt x="344992" y="1247577"/>
                  </a:lnTo>
                  <a:lnTo>
                    <a:pt x="344956" y="1247571"/>
                  </a:lnTo>
                  <a:lnTo>
                    <a:pt x="344870" y="1247559"/>
                  </a:lnTo>
                  <a:lnTo>
                    <a:pt x="344722" y="1247533"/>
                  </a:lnTo>
                  <a:lnTo>
                    <a:pt x="344650" y="1247503"/>
                  </a:lnTo>
                  <a:lnTo>
                    <a:pt x="344627" y="1247478"/>
                  </a:lnTo>
                  <a:lnTo>
                    <a:pt x="344599" y="1247441"/>
                  </a:lnTo>
                  <a:lnTo>
                    <a:pt x="344575" y="1247354"/>
                  </a:lnTo>
                  <a:lnTo>
                    <a:pt x="344527" y="1247228"/>
                  </a:lnTo>
                  <a:lnTo>
                    <a:pt x="344523" y="1247193"/>
                  </a:lnTo>
                  <a:lnTo>
                    <a:pt x="344504" y="1247149"/>
                  </a:lnTo>
                  <a:lnTo>
                    <a:pt x="344459" y="1247098"/>
                  </a:lnTo>
                  <a:lnTo>
                    <a:pt x="344349" y="1246972"/>
                  </a:lnTo>
                  <a:lnTo>
                    <a:pt x="344326" y="1246938"/>
                  </a:lnTo>
                  <a:lnTo>
                    <a:pt x="344314" y="1246928"/>
                  </a:lnTo>
                  <a:lnTo>
                    <a:pt x="344292" y="1246921"/>
                  </a:lnTo>
                  <a:lnTo>
                    <a:pt x="344273" y="1246922"/>
                  </a:lnTo>
                  <a:lnTo>
                    <a:pt x="344230" y="1246920"/>
                  </a:lnTo>
                  <a:lnTo>
                    <a:pt x="344196" y="1246905"/>
                  </a:lnTo>
                  <a:lnTo>
                    <a:pt x="344160" y="1246871"/>
                  </a:lnTo>
                  <a:lnTo>
                    <a:pt x="344084" y="1246796"/>
                  </a:lnTo>
                  <a:lnTo>
                    <a:pt x="344055" y="1246751"/>
                  </a:lnTo>
                  <a:lnTo>
                    <a:pt x="344030" y="1246731"/>
                  </a:lnTo>
                  <a:lnTo>
                    <a:pt x="344024" y="1246709"/>
                  </a:lnTo>
                  <a:lnTo>
                    <a:pt x="344026" y="1246684"/>
                  </a:lnTo>
                  <a:lnTo>
                    <a:pt x="344029" y="1246652"/>
                  </a:lnTo>
                  <a:lnTo>
                    <a:pt x="344015" y="1246628"/>
                  </a:lnTo>
                  <a:lnTo>
                    <a:pt x="343993" y="1246592"/>
                  </a:lnTo>
                  <a:lnTo>
                    <a:pt x="343969" y="1246562"/>
                  </a:lnTo>
                  <a:lnTo>
                    <a:pt x="343956" y="1246546"/>
                  </a:lnTo>
                  <a:lnTo>
                    <a:pt x="343946" y="1246544"/>
                  </a:lnTo>
                  <a:lnTo>
                    <a:pt x="343917" y="1246548"/>
                  </a:lnTo>
                  <a:lnTo>
                    <a:pt x="343875" y="1246566"/>
                  </a:lnTo>
                  <a:lnTo>
                    <a:pt x="343837" y="1246581"/>
                  </a:lnTo>
                  <a:lnTo>
                    <a:pt x="343819" y="1246589"/>
                  </a:lnTo>
                  <a:lnTo>
                    <a:pt x="343810" y="1246588"/>
                  </a:lnTo>
                  <a:lnTo>
                    <a:pt x="343799" y="1246578"/>
                  </a:lnTo>
                  <a:lnTo>
                    <a:pt x="343791" y="1246561"/>
                  </a:lnTo>
                  <a:lnTo>
                    <a:pt x="343785" y="1246546"/>
                  </a:lnTo>
                  <a:lnTo>
                    <a:pt x="343770" y="1246508"/>
                  </a:lnTo>
                  <a:lnTo>
                    <a:pt x="343747" y="1246456"/>
                  </a:lnTo>
                  <a:lnTo>
                    <a:pt x="343723" y="1246425"/>
                  </a:lnTo>
                  <a:lnTo>
                    <a:pt x="343702" y="1246393"/>
                  </a:lnTo>
                  <a:lnTo>
                    <a:pt x="343678" y="1246369"/>
                  </a:lnTo>
                  <a:lnTo>
                    <a:pt x="343646" y="1246349"/>
                  </a:lnTo>
                  <a:lnTo>
                    <a:pt x="343587" y="1246317"/>
                  </a:lnTo>
                  <a:lnTo>
                    <a:pt x="343542" y="1246285"/>
                  </a:lnTo>
                  <a:lnTo>
                    <a:pt x="343443" y="1246248"/>
                  </a:lnTo>
                  <a:lnTo>
                    <a:pt x="343392" y="1246227"/>
                  </a:lnTo>
                  <a:lnTo>
                    <a:pt x="343346" y="1246198"/>
                  </a:lnTo>
                  <a:lnTo>
                    <a:pt x="343315" y="1246183"/>
                  </a:lnTo>
                  <a:lnTo>
                    <a:pt x="343299" y="1246175"/>
                  </a:lnTo>
                  <a:lnTo>
                    <a:pt x="343290" y="1246166"/>
                  </a:lnTo>
                  <a:lnTo>
                    <a:pt x="343289" y="1246147"/>
                  </a:lnTo>
                  <a:lnTo>
                    <a:pt x="343289" y="1246121"/>
                  </a:lnTo>
                  <a:lnTo>
                    <a:pt x="343293" y="1246099"/>
                  </a:lnTo>
                  <a:lnTo>
                    <a:pt x="343294" y="1245996"/>
                  </a:lnTo>
                  <a:lnTo>
                    <a:pt x="343304" y="1245963"/>
                  </a:lnTo>
                  <a:lnTo>
                    <a:pt x="343305" y="1245952"/>
                  </a:lnTo>
                  <a:lnTo>
                    <a:pt x="343301" y="1245943"/>
                  </a:lnTo>
                  <a:lnTo>
                    <a:pt x="343297" y="1245934"/>
                  </a:lnTo>
                  <a:lnTo>
                    <a:pt x="343273" y="1245879"/>
                  </a:lnTo>
                  <a:lnTo>
                    <a:pt x="343254" y="1245833"/>
                  </a:lnTo>
                  <a:lnTo>
                    <a:pt x="343247" y="1245823"/>
                  </a:lnTo>
                  <a:lnTo>
                    <a:pt x="343237" y="1245810"/>
                  </a:lnTo>
                  <a:lnTo>
                    <a:pt x="343224" y="1245780"/>
                  </a:lnTo>
                  <a:lnTo>
                    <a:pt x="343217" y="1245762"/>
                  </a:lnTo>
                  <a:lnTo>
                    <a:pt x="343200" y="1245743"/>
                  </a:lnTo>
                  <a:lnTo>
                    <a:pt x="343175" y="1245725"/>
                  </a:lnTo>
                  <a:lnTo>
                    <a:pt x="343161" y="1245719"/>
                  </a:lnTo>
                  <a:lnTo>
                    <a:pt x="343139" y="1245723"/>
                  </a:lnTo>
                  <a:lnTo>
                    <a:pt x="343114" y="1245722"/>
                  </a:lnTo>
                  <a:lnTo>
                    <a:pt x="343078" y="1245715"/>
                  </a:lnTo>
                  <a:lnTo>
                    <a:pt x="343058" y="1245702"/>
                  </a:lnTo>
                  <a:lnTo>
                    <a:pt x="343007" y="1245643"/>
                  </a:lnTo>
                  <a:lnTo>
                    <a:pt x="342985" y="1245634"/>
                  </a:lnTo>
                  <a:lnTo>
                    <a:pt x="342946" y="1245617"/>
                  </a:lnTo>
                  <a:lnTo>
                    <a:pt x="342942" y="1245608"/>
                  </a:lnTo>
                  <a:lnTo>
                    <a:pt x="342941" y="1245581"/>
                  </a:lnTo>
                  <a:lnTo>
                    <a:pt x="342941" y="1245567"/>
                  </a:lnTo>
                  <a:lnTo>
                    <a:pt x="342930" y="1245548"/>
                  </a:lnTo>
                  <a:lnTo>
                    <a:pt x="342897" y="1245517"/>
                  </a:lnTo>
                  <a:lnTo>
                    <a:pt x="342850" y="1245476"/>
                  </a:lnTo>
                  <a:lnTo>
                    <a:pt x="342829" y="1245448"/>
                  </a:lnTo>
                  <a:lnTo>
                    <a:pt x="342796" y="1245388"/>
                  </a:lnTo>
                  <a:lnTo>
                    <a:pt x="342737" y="1245313"/>
                  </a:lnTo>
                  <a:lnTo>
                    <a:pt x="342699" y="1245278"/>
                  </a:lnTo>
                  <a:lnTo>
                    <a:pt x="342667" y="1245248"/>
                  </a:lnTo>
                  <a:lnTo>
                    <a:pt x="342623" y="1245207"/>
                  </a:lnTo>
                  <a:lnTo>
                    <a:pt x="342580" y="1245165"/>
                  </a:lnTo>
                  <a:lnTo>
                    <a:pt x="342560" y="1245125"/>
                  </a:lnTo>
                  <a:lnTo>
                    <a:pt x="342549" y="1245087"/>
                  </a:lnTo>
                  <a:lnTo>
                    <a:pt x="342543" y="1245067"/>
                  </a:lnTo>
                  <a:lnTo>
                    <a:pt x="342535" y="1245056"/>
                  </a:lnTo>
                  <a:lnTo>
                    <a:pt x="342522" y="1245048"/>
                  </a:lnTo>
                  <a:lnTo>
                    <a:pt x="342496" y="1245052"/>
                  </a:lnTo>
                  <a:lnTo>
                    <a:pt x="342476" y="1245057"/>
                  </a:lnTo>
                  <a:lnTo>
                    <a:pt x="342426" y="1245057"/>
                  </a:lnTo>
                  <a:lnTo>
                    <a:pt x="342371" y="1245047"/>
                  </a:lnTo>
                  <a:lnTo>
                    <a:pt x="342322" y="1245033"/>
                  </a:lnTo>
                  <a:lnTo>
                    <a:pt x="342265" y="1244997"/>
                  </a:lnTo>
                  <a:lnTo>
                    <a:pt x="342235" y="1244971"/>
                  </a:lnTo>
                  <a:lnTo>
                    <a:pt x="342195" y="1244951"/>
                  </a:lnTo>
                  <a:lnTo>
                    <a:pt x="342170" y="1244937"/>
                  </a:lnTo>
                  <a:lnTo>
                    <a:pt x="342152" y="1244919"/>
                  </a:lnTo>
                  <a:lnTo>
                    <a:pt x="342135" y="1244896"/>
                  </a:lnTo>
                  <a:lnTo>
                    <a:pt x="342113" y="1244860"/>
                  </a:lnTo>
                  <a:lnTo>
                    <a:pt x="342072" y="1244805"/>
                  </a:lnTo>
                  <a:lnTo>
                    <a:pt x="342041" y="1244770"/>
                  </a:lnTo>
                  <a:lnTo>
                    <a:pt x="342006" y="1244731"/>
                  </a:lnTo>
                  <a:lnTo>
                    <a:pt x="341985" y="1244700"/>
                  </a:lnTo>
                  <a:lnTo>
                    <a:pt x="341971" y="1244686"/>
                  </a:lnTo>
                  <a:lnTo>
                    <a:pt x="341934" y="1244664"/>
                  </a:lnTo>
                  <a:lnTo>
                    <a:pt x="341910" y="1244646"/>
                  </a:lnTo>
                  <a:lnTo>
                    <a:pt x="341888" y="1244623"/>
                  </a:lnTo>
                  <a:lnTo>
                    <a:pt x="341851" y="1244592"/>
                  </a:lnTo>
                  <a:lnTo>
                    <a:pt x="341797" y="1244563"/>
                  </a:lnTo>
                  <a:lnTo>
                    <a:pt x="341763" y="1244521"/>
                  </a:lnTo>
                  <a:lnTo>
                    <a:pt x="341738" y="1244493"/>
                  </a:lnTo>
                  <a:lnTo>
                    <a:pt x="341727" y="1244460"/>
                  </a:lnTo>
                  <a:lnTo>
                    <a:pt x="341716" y="1244425"/>
                  </a:lnTo>
                  <a:lnTo>
                    <a:pt x="341705" y="1244404"/>
                  </a:lnTo>
                  <a:lnTo>
                    <a:pt x="341680" y="1244382"/>
                  </a:lnTo>
                  <a:lnTo>
                    <a:pt x="341607" y="1244339"/>
                  </a:lnTo>
                  <a:lnTo>
                    <a:pt x="341556" y="1244311"/>
                  </a:lnTo>
                  <a:lnTo>
                    <a:pt x="341517" y="1244293"/>
                  </a:lnTo>
                  <a:lnTo>
                    <a:pt x="341496" y="1244282"/>
                  </a:lnTo>
                  <a:lnTo>
                    <a:pt x="341468" y="1244280"/>
                  </a:lnTo>
                  <a:lnTo>
                    <a:pt x="341432" y="1244274"/>
                  </a:lnTo>
                  <a:lnTo>
                    <a:pt x="341403" y="1244262"/>
                  </a:lnTo>
                  <a:lnTo>
                    <a:pt x="341369" y="1244234"/>
                  </a:lnTo>
                  <a:lnTo>
                    <a:pt x="341350" y="1244212"/>
                  </a:lnTo>
                  <a:lnTo>
                    <a:pt x="341330" y="1244184"/>
                  </a:lnTo>
                  <a:lnTo>
                    <a:pt x="341299" y="1244159"/>
                  </a:lnTo>
                  <a:lnTo>
                    <a:pt x="341274" y="1244151"/>
                  </a:lnTo>
                  <a:lnTo>
                    <a:pt x="341188" y="1244140"/>
                  </a:lnTo>
                  <a:lnTo>
                    <a:pt x="341130" y="1244136"/>
                  </a:lnTo>
                  <a:lnTo>
                    <a:pt x="341089" y="1244139"/>
                  </a:lnTo>
                  <a:lnTo>
                    <a:pt x="341079" y="1244145"/>
                  </a:lnTo>
                  <a:lnTo>
                    <a:pt x="341063" y="1244162"/>
                  </a:lnTo>
                  <a:lnTo>
                    <a:pt x="341056" y="1244187"/>
                  </a:lnTo>
                  <a:lnTo>
                    <a:pt x="341053" y="1244203"/>
                  </a:lnTo>
                  <a:lnTo>
                    <a:pt x="341045" y="1244216"/>
                  </a:lnTo>
                  <a:lnTo>
                    <a:pt x="341008" y="1244245"/>
                  </a:lnTo>
                  <a:lnTo>
                    <a:pt x="340987" y="1244261"/>
                  </a:lnTo>
                  <a:lnTo>
                    <a:pt x="340906" y="1244291"/>
                  </a:lnTo>
                  <a:lnTo>
                    <a:pt x="340888" y="1244319"/>
                  </a:lnTo>
                  <a:lnTo>
                    <a:pt x="340886" y="1244352"/>
                  </a:lnTo>
                  <a:lnTo>
                    <a:pt x="340888" y="1244367"/>
                  </a:lnTo>
                  <a:lnTo>
                    <a:pt x="340893" y="1244377"/>
                  </a:lnTo>
                  <a:lnTo>
                    <a:pt x="340900" y="1244392"/>
                  </a:lnTo>
                  <a:lnTo>
                    <a:pt x="340892" y="1244396"/>
                  </a:lnTo>
                  <a:lnTo>
                    <a:pt x="340880" y="1244398"/>
                  </a:lnTo>
                  <a:lnTo>
                    <a:pt x="340863" y="1244396"/>
                  </a:lnTo>
                  <a:lnTo>
                    <a:pt x="340807" y="1244385"/>
                  </a:lnTo>
                  <a:lnTo>
                    <a:pt x="340778" y="1244377"/>
                  </a:lnTo>
                  <a:lnTo>
                    <a:pt x="340681" y="1244381"/>
                  </a:lnTo>
                  <a:lnTo>
                    <a:pt x="340630" y="1244387"/>
                  </a:lnTo>
                  <a:lnTo>
                    <a:pt x="340579" y="1244406"/>
                  </a:lnTo>
                  <a:lnTo>
                    <a:pt x="340573" y="1244401"/>
                  </a:lnTo>
                  <a:lnTo>
                    <a:pt x="340560" y="1244388"/>
                  </a:lnTo>
                  <a:lnTo>
                    <a:pt x="340539" y="1244367"/>
                  </a:lnTo>
                  <a:lnTo>
                    <a:pt x="340524" y="1244354"/>
                  </a:lnTo>
                  <a:lnTo>
                    <a:pt x="340493" y="1244324"/>
                  </a:lnTo>
                  <a:lnTo>
                    <a:pt x="340468" y="1244302"/>
                  </a:lnTo>
                  <a:lnTo>
                    <a:pt x="340448" y="1244300"/>
                  </a:lnTo>
                  <a:lnTo>
                    <a:pt x="340427" y="1244303"/>
                  </a:lnTo>
                  <a:lnTo>
                    <a:pt x="340392" y="1244312"/>
                  </a:lnTo>
                  <a:lnTo>
                    <a:pt x="340371" y="1244307"/>
                  </a:lnTo>
                  <a:lnTo>
                    <a:pt x="340345" y="1244293"/>
                  </a:lnTo>
                  <a:lnTo>
                    <a:pt x="340332" y="1244280"/>
                  </a:lnTo>
                  <a:lnTo>
                    <a:pt x="340314" y="1244232"/>
                  </a:lnTo>
                  <a:lnTo>
                    <a:pt x="340303" y="1244199"/>
                  </a:lnTo>
                  <a:lnTo>
                    <a:pt x="340301" y="1244180"/>
                  </a:lnTo>
                  <a:lnTo>
                    <a:pt x="340306" y="1244131"/>
                  </a:lnTo>
                  <a:lnTo>
                    <a:pt x="340305" y="1244112"/>
                  </a:lnTo>
                  <a:lnTo>
                    <a:pt x="340297" y="1244080"/>
                  </a:lnTo>
                  <a:lnTo>
                    <a:pt x="340284" y="1244057"/>
                  </a:lnTo>
                  <a:lnTo>
                    <a:pt x="340260" y="1244020"/>
                  </a:lnTo>
                  <a:lnTo>
                    <a:pt x="340241" y="1244001"/>
                  </a:lnTo>
                  <a:lnTo>
                    <a:pt x="340223" y="1243988"/>
                  </a:lnTo>
                  <a:lnTo>
                    <a:pt x="340191" y="1243969"/>
                  </a:lnTo>
                  <a:lnTo>
                    <a:pt x="340177" y="1243958"/>
                  </a:lnTo>
                  <a:lnTo>
                    <a:pt x="340155" y="1243954"/>
                  </a:lnTo>
                  <a:lnTo>
                    <a:pt x="340097" y="1243957"/>
                  </a:lnTo>
                  <a:lnTo>
                    <a:pt x="340056" y="1243950"/>
                  </a:lnTo>
                  <a:lnTo>
                    <a:pt x="340001" y="1243948"/>
                  </a:lnTo>
                  <a:lnTo>
                    <a:pt x="339955" y="1243943"/>
                  </a:lnTo>
                  <a:lnTo>
                    <a:pt x="339924" y="1243934"/>
                  </a:lnTo>
                  <a:lnTo>
                    <a:pt x="339903" y="1243922"/>
                  </a:lnTo>
                  <a:lnTo>
                    <a:pt x="339891" y="1243900"/>
                  </a:lnTo>
                  <a:lnTo>
                    <a:pt x="339886" y="1243893"/>
                  </a:lnTo>
                  <a:lnTo>
                    <a:pt x="339856" y="1243861"/>
                  </a:lnTo>
                  <a:lnTo>
                    <a:pt x="339837" y="1243834"/>
                  </a:lnTo>
                  <a:lnTo>
                    <a:pt x="339835" y="1243829"/>
                  </a:lnTo>
                  <a:lnTo>
                    <a:pt x="339838" y="1243798"/>
                  </a:lnTo>
                  <a:lnTo>
                    <a:pt x="339846" y="1243764"/>
                  </a:lnTo>
                  <a:lnTo>
                    <a:pt x="339858" y="1243719"/>
                  </a:lnTo>
                  <a:lnTo>
                    <a:pt x="339874" y="1243667"/>
                  </a:lnTo>
                  <a:lnTo>
                    <a:pt x="339880" y="1243618"/>
                  </a:lnTo>
                  <a:lnTo>
                    <a:pt x="339878" y="1243584"/>
                  </a:lnTo>
                  <a:lnTo>
                    <a:pt x="339870" y="1243569"/>
                  </a:lnTo>
                  <a:lnTo>
                    <a:pt x="339854" y="1243546"/>
                  </a:lnTo>
                  <a:lnTo>
                    <a:pt x="339825" y="1243519"/>
                  </a:lnTo>
                  <a:lnTo>
                    <a:pt x="339791" y="1243489"/>
                  </a:lnTo>
                  <a:lnTo>
                    <a:pt x="339784" y="1243486"/>
                  </a:lnTo>
                  <a:lnTo>
                    <a:pt x="339744" y="1243472"/>
                  </a:lnTo>
                  <a:lnTo>
                    <a:pt x="339705" y="1243452"/>
                  </a:lnTo>
                  <a:lnTo>
                    <a:pt x="339685" y="1243443"/>
                  </a:lnTo>
                  <a:lnTo>
                    <a:pt x="339610" y="1243414"/>
                  </a:lnTo>
                  <a:lnTo>
                    <a:pt x="339527" y="1243375"/>
                  </a:lnTo>
                  <a:lnTo>
                    <a:pt x="339487" y="1243348"/>
                  </a:lnTo>
                  <a:lnTo>
                    <a:pt x="339436" y="1243310"/>
                  </a:lnTo>
                  <a:lnTo>
                    <a:pt x="339426" y="1243303"/>
                  </a:lnTo>
                  <a:lnTo>
                    <a:pt x="339404" y="1243292"/>
                  </a:lnTo>
                  <a:lnTo>
                    <a:pt x="339383" y="1243289"/>
                  </a:lnTo>
                  <a:lnTo>
                    <a:pt x="339361" y="1243290"/>
                  </a:lnTo>
                  <a:lnTo>
                    <a:pt x="339353" y="1243289"/>
                  </a:lnTo>
                  <a:lnTo>
                    <a:pt x="339357" y="1243276"/>
                  </a:lnTo>
                  <a:lnTo>
                    <a:pt x="339365" y="1243262"/>
                  </a:lnTo>
                  <a:lnTo>
                    <a:pt x="339370" y="1243250"/>
                  </a:lnTo>
                  <a:lnTo>
                    <a:pt x="339376" y="1243235"/>
                  </a:lnTo>
                  <a:lnTo>
                    <a:pt x="339375" y="1243216"/>
                  </a:lnTo>
                  <a:lnTo>
                    <a:pt x="339363" y="1243199"/>
                  </a:lnTo>
                  <a:lnTo>
                    <a:pt x="339325" y="1243157"/>
                  </a:lnTo>
                  <a:lnTo>
                    <a:pt x="339270" y="1243091"/>
                  </a:lnTo>
                  <a:lnTo>
                    <a:pt x="339230" y="1243061"/>
                  </a:lnTo>
                  <a:lnTo>
                    <a:pt x="339201" y="1243043"/>
                  </a:lnTo>
                  <a:lnTo>
                    <a:pt x="339136" y="1243013"/>
                  </a:lnTo>
                  <a:lnTo>
                    <a:pt x="339080" y="1242988"/>
                  </a:lnTo>
                  <a:lnTo>
                    <a:pt x="339024" y="1242963"/>
                  </a:lnTo>
                  <a:lnTo>
                    <a:pt x="338995" y="1242943"/>
                  </a:lnTo>
                  <a:lnTo>
                    <a:pt x="338968" y="1242900"/>
                  </a:lnTo>
                  <a:lnTo>
                    <a:pt x="338947" y="1242849"/>
                  </a:lnTo>
                  <a:lnTo>
                    <a:pt x="338930" y="1242814"/>
                  </a:lnTo>
                  <a:lnTo>
                    <a:pt x="338920" y="1242810"/>
                  </a:lnTo>
                  <a:lnTo>
                    <a:pt x="338905" y="1242810"/>
                  </a:lnTo>
                  <a:lnTo>
                    <a:pt x="338865" y="1242813"/>
                  </a:lnTo>
                  <a:lnTo>
                    <a:pt x="338844" y="1242808"/>
                  </a:lnTo>
                  <a:lnTo>
                    <a:pt x="338816" y="1242794"/>
                  </a:lnTo>
                  <a:lnTo>
                    <a:pt x="338789" y="1242772"/>
                  </a:lnTo>
                  <a:lnTo>
                    <a:pt x="338761" y="1242741"/>
                  </a:lnTo>
                  <a:lnTo>
                    <a:pt x="338730" y="1242720"/>
                  </a:lnTo>
                  <a:lnTo>
                    <a:pt x="338685" y="1242701"/>
                  </a:lnTo>
                  <a:lnTo>
                    <a:pt x="338630" y="1242678"/>
                  </a:lnTo>
                  <a:lnTo>
                    <a:pt x="338579" y="1242666"/>
                  </a:lnTo>
                  <a:lnTo>
                    <a:pt x="338526" y="1242647"/>
                  </a:lnTo>
                  <a:lnTo>
                    <a:pt x="338479" y="1242637"/>
                  </a:lnTo>
                  <a:lnTo>
                    <a:pt x="338427" y="1242607"/>
                  </a:lnTo>
                  <a:lnTo>
                    <a:pt x="338380" y="1242584"/>
                  </a:lnTo>
                  <a:lnTo>
                    <a:pt x="338367" y="1242567"/>
                  </a:lnTo>
                  <a:lnTo>
                    <a:pt x="338348" y="1242527"/>
                  </a:lnTo>
                  <a:lnTo>
                    <a:pt x="338332" y="1242497"/>
                  </a:lnTo>
                  <a:lnTo>
                    <a:pt x="338318" y="1242483"/>
                  </a:lnTo>
                  <a:lnTo>
                    <a:pt x="338273" y="1242460"/>
                  </a:lnTo>
                  <a:lnTo>
                    <a:pt x="338216" y="1242424"/>
                  </a:lnTo>
                  <a:lnTo>
                    <a:pt x="338163" y="1242395"/>
                  </a:lnTo>
                  <a:lnTo>
                    <a:pt x="338127" y="1242375"/>
                  </a:lnTo>
                  <a:lnTo>
                    <a:pt x="338103" y="1242369"/>
                  </a:lnTo>
                  <a:lnTo>
                    <a:pt x="338060" y="1242370"/>
                  </a:lnTo>
                  <a:lnTo>
                    <a:pt x="337945" y="1242396"/>
                  </a:lnTo>
                  <a:lnTo>
                    <a:pt x="337919" y="1242399"/>
                  </a:lnTo>
                  <a:lnTo>
                    <a:pt x="337906" y="1242389"/>
                  </a:lnTo>
                  <a:lnTo>
                    <a:pt x="337871" y="1242339"/>
                  </a:lnTo>
                  <a:lnTo>
                    <a:pt x="337806" y="1242268"/>
                  </a:lnTo>
                  <a:lnTo>
                    <a:pt x="337790" y="1242246"/>
                  </a:lnTo>
                  <a:lnTo>
                    <a:pt x="337738" y="1242196"/>
                  </a:lnTo>
                  <a:lnTo>
                    <a:pt x="337718" y="1242185"/>
                  </a:lnTo>
                  <a:lnTo>
                    <a:pt x="337699" y="1242172"/>
                  </a:lnTo>
                  <a:lnTo>
                    <a:pt x="337689" y="1242161"/>
                  </a:lnTo>
                  <a:lnTo>
                    <a:pt x="337678" y="1242150"/>
                  </a:lnTo>
                  <a:lnTo>
                    <a:pt x="337664" y="1242146"/>
                  </a:lnTo>
                  <a:lnTo>
                    <a:pt x="337650" y="1242144"/>
                  </a:lnTo>
                  <a:lnTo>
                    <a:pt x="337635" y="1242138"/>
                  </a:lnTo>
                  <a:lnTo>
                    <a:pt x="337632" y="1242132"/>
                  </a:lnTo>
                  <a:lnTo>
                    <a:pt x="337629" y="1242111"/>
                  </a:lnTo>
                  <a:lnTo>
                    <a:pt x="337627" y="1242092"/>
                  </a:lnTo>
                  <a:lnTo>
                    <a:pt x="337620" y="1242081"/>
                  </a:lnTo>
                  <a:lnTo>
                    <a:pt x="337605" y="1242072"/>
                  </a:lnTo>
                  <a:lnTo>
                    <a:pt x="337570" y="1242061"/>
                  </a:lnTo>
                  <a:lnTo>
                    <a:pt x="337547" y="1242058"/>
                  </a:lnTo>
                  <a:lnTo>
                    <a:pt x="337518" y="1242061"/>
                  </a:lnTo>
                  <a:lnTo>
                    <a:pt x="337489" y="1242079"/>
                  </a:lnTo>
                  <a:lnTo>
                    <a:pt x="337482" y="1242076"/>
                  </a:lnTo>
                  <a:lnTo>
                    <a:pt x="337481" y="1242067"/>
                  </a:lnTo>
                  <a:lnTo>
                    <a:pt x="337482" y="1242035"/>
                  </a:lnTo>
                  <a:lnTo>
                    <a:pt x="337479" y="1242010"/>
                  </a:lnTo>
                  <a:lnTo>
                    <a:pt x="337469" y="1241992"/>
                  </a:lnTo>
                  <a:lnTo>
                    <a:pt x="337430" y="1241953"/>
                  </a:lnTo>
                  <a:lnTo>
                    <a:pt x="337383" y="1241896"/>
                  </a:lnTo>
                  <a:lnTo>
                    <a:pt x="337345" y="1241839"/>
                  </a:lnTo>
                  <a:lnTo>
                    <a:pt x="337329" y="1241811"/>
                  </a:lnTo>
                  <a:lnTo>
                    <a:pt x="337325" y="1241807"/>
                  </a:lnTo>
                  <a:lnTo>
                    <a:pt x="337311" y="1241780"/>
                  </a:lnTo>
                  <a:lnTo>
                    <a:pt x="337307" y="1241757"/>
                  </a:lnTo>
                  <a:lnTo>
                    <a:pt x="337301" y="1241752"/>
                  </a:lnTo>
                  <a:lnTo>
                    <a:pt x="337236" y="1241777"/>
                  </a:lnTo>
                  <a:lnTo>
                    <a:pt x="337206" y="1241788"/>
                  </a:lnTo>
                  <a:lnTo>
                    <a:pt x="337167" y="1241797"/>
                  </a:lnTo>
                  <a:lnTo>
                    <a:pt x="337078" y="1241828"/>
                  </a:lnTo>
                  <a:lnTo>
                    <a:pt x="336988" y="1241875"/>
                  </a:lnTo>
                  <a:lnTo>
                    <a:pt x="336896" y="1241912"/>
                  </a:lnTo>
                  <a:lnTo>
                    <a:pt x="336870" y="1241916"/>
                  </a:lnTo>
                  <a:lnTo>
                    <a:pt x="336832" y="1241919"/>
                  </a:lnTo>
                  <a:lnTo>
                    <a:pt x="336815" y="1241918"/>
                  </a:lnTo>
                  <a:lnTo>
                    <a:pt x="336801" y="1241909"/>
                  </a:lnTo>
                  <a:lnTo>
                    <a:pt x="336782" y="1241887"/>
                  </a:lnTo>
                  <a:lnTo>
                    <a:pt x="336757" y="1241858"/>
                  </a:lnTo>
                  <a:lnTo>
                    <a:pt x="336720" y="1241817"/>
                  </a:lnTo>
                  <a:lnTo>
                    <a:pt x="336694" y="1241790"/>
                  </a:lnTo>
                  <a:lnTo>
                    <a:pt x="336650" y="1241753"/>
                  </a:lnTo>
                  <a:lnTo>
                    <a:pt x="336620" y="1241715"/>
                  </a:lnTo>
                  <a:lnTo>
                    <a:pt x="336598" y="1241669"/>
                  </a:lnTo>
                  <a:lnTo>
                    <a:pt x="336591" y="1241634"/>
                  </a:lnTo>
                  <a:lnTo>
                    <a:pt x="336580" y="1241591"/>
                  </a:lnTo>
                  <a:lnTo>
                    <a:pt x="336555" y="1241511"/>
                  </a:lnTo>
                  <a:lnTo>
                    <a:pt x="336550" y="1241493"/>
                  </a:lnTo>
                  <a:lnTo>
                    <a:pt x="336539" y="1241467"/>
                  </a:lnTo>
                  <a:lnTo>
                    <a:pt x="336535" y="1241439"/>
                  </a:lnTo>
                  <a:lnTo>
                    <a:pt x="336508" y="1241351"/>
                  </a:lnTo>
                  <a:lnTo>
                    <a:pt x="336479" y="1241267"/>
                  </a:lnTo>
                  <a:lnTo>
                    <a:pt x="336473" y="1241261"/>
                  </a:lnTo>
                  <a:lnTo>
                    <a:pt x="336446" y="1241264"/>
                  </a:lnTo>
                  <a:lnTo>
                    <a:pt x="336378" y="1241270"/>
                  </a:lnTo>
                  <a:lnTo>
                    <a:pt x="336308" y="1241273"/>
                  </a:lnTo>
                  <a:lnTo>
                    <a:pt x="336224" y="1241265"/>
                  </a:lnTo>
                  <a:lnTo>
                    <a:pt x="336143" y="1241262"/>
                  </a:lnTo>
                  <a:lnTo>
                    <a:pt x="336117" y="1241254"/>
                  </a:lnTo>
                  <a:lnTo>
                    <a:pt x="336106" y="1241254"/>
                  </a:lnTo>
                  <a:lnTo>
                    <a:pt x="336101" y="1241264"/>
                  </a:lnTo>
                  <a:lnTo>
                    <a:pt x="336078" y="1241336"/>
                  </a:lnTo>
                  <a:lnTo>
                    <a:pt x="336076" y="1241346"/>
                  </a:lnTo>
                  <a:lnTo>
                    <a:pt x="336071" y="1241370"/>
                  </a:lnTo>
                  <a:lnTo>
                    <a:pt x="336068" y="1241387"/>
                  </a:lnTo>
                  <a:lnTo>
                    <a:pt x="336063" y="1241410"/>
                  </a:lnTo>
                  <a:lnTo>
                    <a:pt x="336059" y="1241428"/>
                  </a:lnTo>
                  <a:lnTo>
                    <a:pt x="336046" y="1241451"/>
                  </a:lnTo>
                  <a:lnTo>
                    <a:pt x="336039" y="1241457"/>
                  </a:lnTo>
                  <a:lnTo>
                    <a:pt x="336032" y="1241460"/>
                  </a:lnTo>
                  <a:lnTo>
                    <a:pt x="336014" y="1241459"/>
                  </a:lnTo>
                  <a:lnTo>
                    <a:pt x="335973" y="1241452"/>
                  </a:lnTo>
                  <a:lnTo>
                    <a:pt x="335946" y="1241439"/>
                  </a:lnTo>
                  <a:lnTo>
                    <a:pt x="335916" y="1241429"/>
                  </a:lnTo>
                  <a:lnTo>
                    <a:pt x="335899" y="1241421"/>
                  </a:lnTo>
                  <a:lnTo>
                    <a:pt x="335876" y="1241419"/>
                  </a:lnTo>
                  <a:lnTo>
                    <a:pt x="335846" y="1241421"/>
                  </a:lnTo>
                  <a:lnTo>
                    <a:pt x="335817" y="1241421"/>
                  </a:lnTo>
                  <a:lnTo>
                    <a:pt x="335780" y="1241427"/>
                  </a:lnTo>
                  <a:lnTo>
                    <a:pt x="335707" y="1241428"/>
                  </a:lnTo>
                  <a:lnTo>
                    <a:pt x="335663" y="1241431"/>
                  </a:lnTo>
                  <a:lnTo>
                    <a:pt x="335640" y="1241435"/>
                  </a:lnTo>
                  <a:lnTo>
                    <a:pt x="335580" y="1241439"/>
                  </a:lnTo>
                  <a:lnTo>
                    <a:pt x="335554" y="1241438"/>
                  </a:lnTo>
                  <a:lnTo>
                    <a:pt x="335533" y="1241436"/>
                  </a:lnTo>
                  <a:lnTo>
                    <a:pt x="335501" y="1241431"/>
                  </a:lnTo>
                  <a:lnTo>
                    <a:pt x="335474" y="1241425"/>
                  </a:lnTo>
                  <a:lnTo>
                    <a:pt x="335454" y="1241414"/>
                  </a:lnTo>
                  <a:lnTo>
                    <a:pt x="335449" y="1241413"/>
                  </a:lnTo>
                  <a:lnTo>
                    <a:pt x="335445" y="1241420"/>
                  </a:lnTo>
                  <a:lnTo>
                    <a:pt x="335438" y="1241437"/>
                  </a:lnTo>
                  <a:lnTo>
                    <a:pt x="335425" y="1241450"/>
                  </a:lnTo>
                  <a:lnTo>
                    <a:pt x="335409" y="1241457"/>
                  </a:lnTo>
                  <a:lnTo>
                    <a:pt x="335384" y="1241461"/>
                  </a:lnTo>
                  <a:lnTo>
                    <a:pt x="335359" y="1241458"/>
                  </a:lnTo>
                  <a:lnTo>
                    <a:pt x="335330" y="1241446"/>
                  </a:lnTo>
                  <a:lnTo>
                    <a:pt x="335299" y="1241438"/>
                  </a:lnTo>
                  <a:lnTo>
                    <a:pt x="335261" y="1241428"/>
                  </a:lnTo>
                  <a:lnTo>
                    <a:pt x="335248" y="1241430"/>
                  </a:lnTo>
                  <a:lnTo>
                    <a:pt x="335232" y="1241440"/>
                  </a:lnTo>
                  <a:lnTo>
                    <a:pt x="335178" y="1241517"/>
                  </a:lnTo>
                  <a:lnTo>
                    <a:pt x="335136" y="1241599"/>
                  </a:lnTo>
                  <a:lnTo>
                    <a:pt x="335123" y="1241621"/>
                  </a:lnTo>
                  <a:lnTo>
                    <a:pt x="335097" y="1241638"/>
                  </a:lnTo>
                  <a:lnTo>
                    <a:pt x="335068" y="1241648"/>
                  </a:lnTo>
                  <a:lnTo>
                    <a:pt x="335047" y="1241650"/>
                  </a:lnTo>
                  <a:lnTo>
                    <a:pt x="335030" y="1241648"/>
                  </a:lnTo>
                  <a:lnTo>
                    <a:pt x="335004" y="1241637"/>
                  </a:lnTo>
                  <a:lnTo>
                    <a:pt x="334970" y="1241621"/>
                  </a:lnTo>
                  <a:lnTo>
                    <a:pt x="334952" y="1241615"/>
                  </a:lnTo>
                  <a:lnTo>
                    <a:pt x="334935" y="1241614"/>
                  </a:lnTo>
                  <a:lnTo>
                    <a:pt x="334920" y="1241616"/>
                  </a:lnTo>
                  <a:lnTo>
                    <a:pt x="334907" y="1241621"/>
                  </a:lnTo>
                  <a:lnTo>
                    <a:pt x="334885" y="1241634"/>
                  </a:lnTo>
                  <a:lnTo>
                    <a:pt x="334856" y="1241649"/>
                  </a:lnTo>
                  <a:lnTo>
                    <a:pt x="334849" y="1241651"/>
                  </a:lnTo>
                  <a:lnTo>
                    <a:pt x="334811" y="1241648"/>
                  </a:lnTo>
                  <a:lnTo>
                    <a:pt x="334776" y="1241647"/>
                  </a:lnTo>
                  <a:lnTo>
                    <a:pt x="334744" y="1241648"/>
                  </a:lnTo>
                  <a:lnTo>
                    <a:pt x="334660" y="1241647"/>
                  </a:lnTo>
                  <a:lnTo>
                    <a:pt x="334636" y="1241649"/>
                  </a:lnTo>
                  <a:lnTo>
                    <a:pt x="334629" y="1241652"/>
                  </a:lnTo>
                  <a:lnTo>
                    <a:pt x="334616" y="1241662"/>
                  </a:lnTo>
                  <a:lnTo>
                    <a:pt x="334608" y="1241664"/>
                  </a:lnTo>
                  <a:lnTo>
                    <a:pt x="334595" y="1241664"/>
                  </a:lnTo>
                  <a:lnTo>
                    <a:pt x="334569" y="1241660"/>
                  </a:lnTo>
                  <a:lnTo>
                    <a:pt x="334557" y="1241657"/>
                  </a:lnTo>
                  <a:lnTo>
                    <a:pt x="334531" y="1241655"/>
                  </a:lnTo>
                  <a:lnTo>
                    <a:pt x="334522" y="1241657"/>
                  </a:lnTo>
                  <a:lnTo>
                    <a:pt x="334517" y="1241665"/>
                  </a:lnTo>
                  <a:lnTo>
                    <a:pt x="334517" y="1241674"/>
                  </a:lnTo>
                  <a:lnTo>
                    <a:pt x="334517" y="1241695"/>
                  </a:lnTo>
                  <a:lnTo>
                    <a:pt x="334521" y="1241722"/>
                  </a:lnTo>
                  <a:lnTo>
                    <a:pt x="334525" y="1241751"/>
                  </a:lnTo>
                  <a:lnTo>
                    <a:pt x="334523" y="1241788"/>
                  </a:lnTo>
                  <a:lnTo>
                    <a:pt x="334524" y="1241808"/>
                  </a:lnTo>
                  <a:lnTo>
                    <a:pt x="334536" y="1241857"/>
                  </a:lnTo>
                  <a:lnTo>
                    <a:pt x="334533" y="1241869"/>
                  </a:lnTo>
                  <a:lnTo>
                    <a:pt x="334525" y="1241886"/>
                  </a:lnTo>
                  <a:lnTo>
                    <a:pt x="334477" y="1241944"/>
                  </a:lnTo>
                  <a:lnTo>
                    <a:pt x="334429" y="1241973"/>
                  </a:lnTo>
                  <a:lnTo>
                    <a:pt x="334372" y="1242021"/>
                  </a:lnTo>
                  <a:lnTo>
                    <a:pt x="334340" y="1242042"/>
                  </a:lnTo>
                  <a:lnTo>
                    <a:pt x="334318" y="1242055"/>
                  </a:lnTo>
                  <a:lnTo>
                    <a:pt x="334277" y="1242075"/>
                  </a:lnTo>
                  <a:lnTo>
                    <a:pt x="334263" y="1242093"/>
                  </a:lnTo>
                  <a:lnTo>
                    <a:pt x="334264" y="1242112"/>
                  </a:lnTo>
                  <a:lnTo>
                    <a:pt x="334275" y="1242140"/>
                  </a:lnTo>
                  <a:lnTo>
                    <a:pt x="334290" y="1242161"/>
                  </a:lnTo>
                  <a:lnTo>
                    <a:pt x="334291" y="1242169"/>
                  </a:lnTo>
                  <a:lnTo>
                    <a:pt x="334286" y="1242179"/>
                  </a:lnTo>
                  <a:lnTo>
                    <a:pt x="334284" y="1242186"/>
                  </a:lnTo>
                  <a:lnTo>
                    <a:pt x="334268" y="1242197"/>
                  </a:lnTo>
                  <a:lnTo>
                    <a:pt x="334226" y="1242214"/>
                  </a:lnTo>
                  <a:lnTo>
                    <a:pt x="334173" y="1242241"/>
                  </a:lnTo>
                  <a:lnTo>
                    <a:pt x="334140" y="1242252"/>
                  </a:lnTo>
                  <a:lnTo>
                    <a:pt x="334116" y="1242255"/>
                  </a:lnTo>
                  <a:lnTo>
                    <a:pt x="334071" y="1242251"/>
                  </a:lnTo>
                  <a:lnTo>
                    <a:pt x="334010" y="1242244"/>
                  </a:lnTo>
                  <a:lnTo>
                    <a:pt x="333987" y="1242251"/>
                  </a:lnTo>
                  <a:lnTo>
                    <a:pt x="333977" y="1242261"/>
                  </a:lnTo>
                  <a:lnTo>
                    <a:pt x="333969" y="1242288"/>
                  </a:lnTo>
                  <a:lnTo>
                    <a:pt x="333962" y="1242306"/>
                  </a:lnTo>
                  <a:lnTo>
                    <a:pt x="333950" y="1242342"/>
                  </a:lnTo>
                  <a:lnTo>
                    <a:pt x="333927" y="1242377"/>
                  </a:lnTo>
                  <a:lnTo>
                    <a:pt x="333897" y="1242397"/>
                  </a:lnTo>
                  <a:lnTo>
                    <a:pt x="333863" y="1242409"/>
                  </a:lnTo>
                  <a:lnTo>
                    <a:pt x="333834" y="1242426"/>
                  </a:lnTo>
                  <a:lnTo>
                    <a:pt x="333816" y="1242438"/>
                  </a:lnTo>
                  <a:lnTo>
                    <a:pt x="333782" y="1242470"/>
                  </a:lnTo>
                  <a:lnTo>
                    <a:pt x="333764" y="1242485"/>
                  </a:lnTo>
                  <a:lnTo>
                    <a:pt x="333742" y="1242493"/>
                  </a:lnTo>
                  <a:lnTo>
                    <a:pt x="333676" y="1242494"/>
                  </a:lnTo>
                  <a:lnTo>
                    <a:pt x="333609" y="1242499"/>
                  </a:lnTo>
                  <a:lnTo>
                    <a:pt x="333575" y="1242502"/>
                  </a:lnTo>
                  <a:lnTo>
                    <a:pt x="333566" y="1242502"/>
                  </a:lnTo>
                  <a:lnTo>
                    <a:pt x="333558" y="1242502"/>
                  </a:lnTo>
                  <a:lnTo>
                    <a:pt x="333522" y="1242499"/>
                  </a:lnTo>
                  <a:lnTo>
                    <a:pt x="333481" y="1242486"/>
                  </a:lnTo>
                  <a:lnTo>
                    <a:pt x="333438" y="1242471"/>
                  </a:lnTo>
                  <a:lnTo>
                    <a:pt x="333416" y="1242467"/>
                  </a:lnTo>
                  <a:lnTo>
                    <a:pt x="333395" y="1242470"/>
                  </a:lnTo>
                  <a:lnTo>
                    <a:pt x="333381" y="1242471"/>
                  </a:lnTo>
                  <a:lnTo>
                    <a:pt x="333371" y="1242468"/>
                  </a:lnTo>
                  <a:lnTo>
                    <a:pt x="333361" y="1242462"/>
                  </a:lnTo>
                  <a:lnTo>
                    <a:pt x="333353" y="1242452"/>
                  </a:lnTo>
                  <a:lnTo>
                    <a:pt x="333348" y="1242443"/>
                  </a:lnTo>
                  <a:lnTo>
                    <a:pt x="333333" y="1242399"/>
                  </a:lnTo>
                  <a:lnTo>
                    <a:pt x="333311" y="1242366"/>
                  </a:lnTo>
                  <a:lnTo>
                    <a:pt x="333274" y="1242331"/>
                  </a:lnTo>
                  <a:lnTo>
                    <a:pt x="333233" y="1242300"/>
                  </a:lnTo>
                  <a:lnTo>
                    <a:pt x="333190" y="1242276"/>
                  </a:lnTo>
                  <a:lnTo>
                    <a:pt x="333160" y="1242264"/>
                  </a:lnTo>
                  <a:lnTo>
                    <a:pt x="333117" y="1242256"/>
                  </a:lnTo>
                  <a:lnTo>
                    <a:pt x="333082" y="1242230"/>
                  </a:lnTo>
                  <a:lnTo>
                    <a:pt x="333027" y="1242176"/>
                  </a:lnTo>
                  <a:lnTo>
                    <a:pt x="332969" y="1242109"/>
                  </a:lnTo>
                  <a:lnTo>
                    <a:pt x="332916" y="1242081"/>
                  </a:lnTo>
                  <a:lnTo>
                    <a:pt x="332829" y="1242028"/>
                  </a:lnTo>
                  <a:lnTo>
                    <a:pt x="332760" y="1241983"/>
                  </a:lnTo>
                  <a:lnTo>
                    <a:pt x="332720" y="1241958"/>
                  </a:lnTo>
                  <a:lnTo>
                    <a:pt x="332717" y="1241947"/>
                  </a:lnTo>
                  <a:lnTo>
                    <a:pt x="332716" y="1241930"/>
                  </a:lnTo>
                  <a:lnTo>
                    <a:pt x="332720" y="1241910"/>
                  </a:lnTo>
                  <a:lnTo>
                    <a:pt x="332718" y="1241889"/>
                  </a:lnTo>
                  <a:lnTo>
                    <a:pt x="332706" y="1241839"/>
                  </a:lnTo>
                  <a:lnTo>
                    <a:pt x="332696" y="1241811"/>
                  </a:lnTo>
                  <a:lnTo>
                    <a:pt x="332689" y="1241787"/>
                  </a:lnTo>
                  <a:lnTo>
                    <a:pt x="332680" y="1241737"/>
                  </a:lnTo>
                  <a:lnTo>
                    <a:pt x="332663" y="1241695"/>
                  </a:lnTo>
                  <a:lnTo>
                    <a:pt x="332640" y="1241652"/>
                  </a:lnTo>
                  <a:lnTo>
                    <a:pt x="332616" y="1241602"/>
                  </a:lnTo>
                  <a:lnTo>
                    <a:pt x="332609" y="1241588"/>
                  </a:lnTo>
                  <a:lnTo>
                    <a:pt x="332595" y="1241514"/>
                  </a:lnTo>
                  <a:lnTo>
                    <a:pt x="332580" y="1241468"/>
                  </a:lnTo>
                  <a:lnTo>
                    <a:pt x="332573" y="1241450"/>
                  </a:lnTo>
                  <a:lnTo>
                    <a:pt x="332562" y="1241443"/>
                  </a:lnTo>
                  <a:lnTo>
                    <a:pt x="332537" y="1241435"/>
                  </a:lnTo>
                  <a:lnTo>
                    <a:pt x="332483" y="1241427"/>
                  </a:lnTo>
                  <a:lnTo>
                    <a:pt x="332464" y="1241418"/>
                  </a:lnTo>
                  <a:lnTo>
                    <a:pt x="332431" y="1241375"/>
                  </a:lnTo>
                  <a:lnTo>
                    <a:pt x="332398" y="1241329"/>
                  </a:lnTo>
                  <a:lnTo>
                    <a:pt x="332382" y="1241299"/>
                  </a:lnTo>
                  <a:lnTo>
                    <a:pt x="332368" y="1241260"/>
                  </a:lnTo>
                  <a:lnTo>
                    <a:pt x="332364" y="1241220"/>
                  </a:lnTo>
                  <a:lnTo>
                    <a:pt x="332364" y="1241199"/>
                  </a:lnTo>
                  <a:lnTo>
                    <a:pt x="332359" y="1241197"/>
                  </a:lnTo>
                  <a:lnTo>
                    <a:pt x="332353" y="1241200"/>
                  </a:lnTo>
                  <a:lnTo>
                    <a:pt x="332340" y="1241208"/>
                  </a:lnTo>
                  <a:lnTo>
                    <a:pt x="332315" y="1241221"/>
                  </a:lnTo>
                  <a:lnTo>
                    <a:pt x="332299" y="1241225"/>
                  </a:lnTo>
                  <a:lnTo>
                    <a:pt x="332291" y="1241225"/>
                  </a:lnTo>
                  <a:lnTo>
                    <a:pt x="332251" y="1241226"/>
                  </a:lnTo>
                  <a:lnTo>
                    <a:pt x="332190" y="1241220"/>
                  </a:lnTo>
                  <a:lnTo>
                    <a:pt x="332152" y="1241213"/>
                  </a:lnTo>
                  <a:lnTo>
                    <a:pt x="332111" y="1241197"/>
                  </a:lnTo>
                  <a:lnTo>
                    <a:pt x="332104" y="1241196"/>
                  </a:lnTo>
                  <a:lnTo>
                    <a:pt x="332070" y="1241192"/>
                  </a:lnTo>
                  <a:lnTo>
                    <a:pt x="332047" y="1241184"/>
                  </a:lnTo>
                  <a:lnTo>
                    <a:pt x="332039" y="1241177"/>
                  </a:lnTo>
                  <a:lnTo>
                    <a:pt x="332020" y="1241147"/>
                  </a:lnTo>
                  <a:lnTo>
                    <a:pt x="332004" y="1241133"/>
                  </a:lnTo>
                  <a:lnTo>
                    <a:pt x="331988" y="1241122"/>
                  </a:lnTo>
                  <a:lnTo>
                    <a:pt x="331962" y="1241110"/>
                  </a:lnTo>
                  <a:lnTo>
                    <a:pt x="331931" y="1241102"/>
                  </a:lnTo>
                  <a:lnTo>
                    <a:pt x="331884" y="1241091"/>
                  </a:lnTo>
                  <a:lnTo>
                    <a:pt x="331858" y="1241086"/>
                  </a:lnTo>
                  <a:lnTo>
                    <a:pt x="331845" y="1241082"/>
                  </a:lnTo>
                  <a:lnTo>
                    <a:pt x="331821" y="1241069"/>
                  </a:lnTo>
                  <a:lnTo>
                    <a:pt x="331808" y="1241061"/>
                  </a:lnTo>
                  <a:lnTo>
                    <a:pt x="331800" y="1241054"/>
                  </a:lnTo>
                  <a:lnTo>
                    <a:pt x="331787" y="1241043"/>
                  </a:lnTo>
                  <a:lnTo>
                    <a:pt x="331771" y="1241031"/>
                  </a:lnTo>
                  <a:lnTo>
                    <a:pt x="331745" y="1241003"/>
                  </a:lnTo>
                  <a:lnTo>
                    <a:pt x="331723" y="1240953"/>
                  </a:lnTo>
                  <a:lnTo>
                    <a:pt x="331712" y="1240919"/>
                  </a:lnTo>
                  <a:lnTo>
                    <a:pt x="331691" y="1240856"/>
                  </a:lnTo>
                  <a:lnTo>
                    <a:pt x="331671" y="1240789"/>
                  </a:lnTo>
                  <a:lnTo>
                    <a:pt x="331641" y="1240727"/>
                  </a:lnTo>
                  <a:lnTo>
                    <a:pt x="331618" y="1240693"/>
                  </a:lnTo>
                  <a:lnTo>
                    <a:pt x="331590" y="1240665"/>
                  </a:lnTo>
                  <a:lnTo>
                    <a:pt x="331553" y="1240632"/>
                  </a:lnTo>
                  <a:lnTo>
                    <a:pt x="331492" y="1240569"/>
                  </a:lnTo>
                  <a:lnTo>
                    <a:pt x="331476" y="1240550"/>
                  </a:lnTo>
                  <a:lnTo>
                    <a:pt x="331448" y="1240518"/>
                  </a:lnTo>
                  <a:lnTo>
                    <a:pt x="331440" y="1240507"/>
                  </a:lnTo>
                  <a:lnTo>
                    <a:pt x="331413" y="1240471"/>
                  </a:lnTo>
                  <a:lnTo>
                    <a:pt x="331403" y="1240462"/>
                  </a:lnTo>
                  <a:lnTo>
                    <a:pt x="331399" y="1240443"/>
                  </a:lnTo>
                  <a:lnTo>
                    <a:pt x="331398" y="1240420"/>
                  </a:lnTo>
                  <a:lnTo>
                    <a:pt x="331391" y="1240400"/>
                  </a:lnTo>
                  <a:lnTo>
                    <a:pt x="331384" y="1240384"/>
                  </a:lnTo>
                  <a:lnTo>
                    <a:pt x="331371" y="1240370"/>
                  </a:lnTo>
                  <a:lnTo>
                    <a:pt x="331361" y="1240364"/>
                  </a:lnTo>
                  <a:lnTo>
                    <a:pt x="331335" y="1240360"/>
                  </a:lnTo>
                  <a:lnTo>
                    <a:pt x="331302" y="1240367"/>
                  </a:lnTo>
                  <a:lnTo>
                    <a:pt x="331263" y="1240384"/>
                  </a:lnTo>
                  <a:lnTo>
                    <a:pt x="331191" y="1240424"/>
                  </a:lnTo>
                  <a:lnTo>
                    <a:pt x="331166" y="1240443"/>
                  </a:lnTo>
                  <a:lnTo>
                    <a:pt x="331128" y="1240465"/>
                  </a:lnTo>
                  <a:lnTo>
                    <a:pt x="331071" y="1240480"/>
                  </a:lnTo>
                  <a:lnTo>
                    <a:pt x="331040" y="1240482"/>
                  </a:lnTo>
                  <a:lnTo>
                    <a:pt x="331010" y="1240494"/>
                  </a:lnTo>
                  <a:lnTo>
                    <a:pt x="330979" y="1240511"/>
                  </a:lnTo>
                  <a:lnTo>
                    <a:pt x="330946" y="1240532"/>
                  </a:lnTo>
                  <a:lnTo>
                    <a:pt x="330913" y="1240545"/>
                  </a:lnTo>
                  <a:lnTo>
                    <a:pt x="330897" y="1240537"/>
                  </a:lnTo>
                  <a:lnTo>
                    <a:pt x="330865" y="1240518"/>
                  </a:lnTo>
                  <a:lnTo>
                    <a:pt x="330838" y="1240503"/>
                  </a:lnTo>
                  <a:lnTo>
                    <a:pt x="330811" y="1240474"/>
                  </a:lnTo>
                  <a:lnTo>
                    <a:pt x="330794" y="1240448"/>
                  </a:lnTo>
                  <a:lnTo>
                    <a:pt x="330780" y="1240418"/>
                  </a:lnTo>
                  <a:lnTo>
                    <a:pt x="330764" y="1240380"/>
                  </a:lnTo>
                  <a:lnTo>
                    <a:pt x="330757" y="1240346"/>
                  </a:lnTo>
                  <a:lnTo>
                    <a:pt x="330742" y="1240318"/>
                  </a:lnTo>
                  <a:lnTo>
                    <a:pt x="330727" y="1240294"/>
                  </a:lnTo>
                  <a:lnTo>
                    <a:pt x="330704" y="1240271"/>
                  </a:lnTo>
                  <a:lnTo>
                    <a:pt x="330681" y="1240253"/>
                  </a:lnTo>
                  <a:lnTo>
                    <a:pt x="330659" y="1240244"/>
                  </a:lnTo>
                  <a:lnTo>
                    <a:pt x="330649" y="1240242"/>
                  </a:lnTo>
                  <a:lnTo>
                    <a:pt x="330610" y="1240242"/>
                  </a:lnTo>
                  <a:lnTo>
                    <a:pt x="330600" y="1240245"/>
                  </a:lnTo>
                  <a:lnTo>
                    <a:pt x="330576" y="1240250"/>
                  </a:lnTo>
                  <a:lnTo>
                    <a:pt x="330550" y="1240250"/>
                  </a:lnTo>
                  <a:lnTo>
                    <a:pt x="330524" y="1240244"/>
                  </a:lnTo>
                  <a:lnTo>
                    <a:pt x="330503" y="1240232"/>
                  </a:lnTo>
                  <a:lnTo>
                    <a:pt x="330480" y="1240217"/>
                  </a:lnTo>
                  <a:lnTo>
                    <a:pt x="330475" y="1240215"/>
                  </a:lnTo>
                  <a:lnTo>
                    <a:pt x="330452" y="1240220"/>
                  </a:lnTo>
                  <a:lnTo>
                    <a:pt x="330405" y="1240226"/>
                  </a:lnTo>
                  <a:lnTo>
                    <a:pt x="330371" y="1240232"/>
                  </a:lnTo>
                  <a:lnTo>
                    <a:pt x="330344" y="1240245"/>
                  </a:lnTo>
                  <a:lnTo>
                    <a:pt x="330307" y="1240268"/>
                  </a:lnTo>
                  <a:lnTo>
                    <a:pt x="330279" y="1240279"/>
                  </a:lnTo>
                  <a:lnTo>
                    <a:pt x="330267" y="1240284"/>
                  </a:lnTo>
                  <a:lnTo>
                    <a:pt x="330249" y="1240282"/>
                  </a:lnTo>
                  <a:lnTo>
                    <a:pt x="330237" y="1240283"/>
                  </a:lnTo>
                  <a:lnTo>
                    <a:pt x="330215" y="1240292"/>
                  </a:lnTo>
                  <a:lnTo>
                    <a:pt x="330204" y="1240297"/>
                  </a:lnTo>
                  <a:lnTo>
                    <a:pt x="330197" y="1240297"/>
                  </a:lnTo>
                  <a:lnTo>
                    <a:pt x="330191" y="1240295"/>
                  </a:lnTo>
                  <a:lnTo>
                    <a:pt x="330186" y="1240287"/>
                  </a:lnTo>
                  <a:lnTo>
                    <a:pt x="330170" y="1240264"/>
                  </a:lnTo>
                  <a:lnTo>
                    <a:pt x="330153" y="1240245"/>
                  </a:lnTo>
                  <a:lnTo>
                    <a:pt x="330095" y="1240206"/>
                  </a:lnTo>
                  <a:lnTo>
                    <a:pt x="330054" y="1240189"/>
                  </a:lnTo>
                  <a:lnTo>
                    <a:pt x="330016" y="1240178"/>
                  </a:lnTo>
                  <a:lnTo>
                    <a:pt x="329962" y="1240176"/>
                  </a:lnTo>
                  <a:lnTo>
                    <a:pt x="329922" y="1240176"/>
                  </a:lnTo>
                  <a:lnTo>
                    <a:pt x="329898" y="1240183"/>
                  </a:lnTo>
                  <a:lnTo>
                    <a:pt x="329858" y="1240200"/>
                  </a:lnTo>
                  <a:lnTo>
                    <a:pt x="329813" y="1240215"/>
                  </a:lnTo>
                  <a:lnTo>
                    <a:pt x="329790" y="1240220"/>
                  </a:lnTo>
                  <a:lnTo>
                    <a:pt x="329775" y="1240219"/>
                  </a:lnTo>
                  <a:lnTo>
                    <a:pt x="329766" y="1240215"/>
                  </a:lnTo>
                  <a:lnTo>
                    <a:pt x="329762" y="1240211"/>
                  </a:lnTo>
                  <a:lnTo>
                    <a:pt x="329753" y="1240206"/>
                  </a:lnTo>
                  <a:lnTo>
                    <a:pt x="329727" y="1240183"/>
                  </a:lnTo>
                  <a:lnTo>
                    <a:pt x="329703" y="1240166"/>
                  </a:lnTo>
                  <a:lnTo>
                    <a:pt x="329677" y="1240147"/>
                  </a:lnTo>
                  <a:lnTo>
                    <a:pt x="329673" y="1240144"/>
                  </a:lnTo>
                  <a:lnTo>
                    <a:pt x="329630" y="1240117"/>
                  </a:lnTo>
                  <a:lnTo>
                    <a:pt x="329570" y="1240098"/>
                  </a:lnTo>
                  <a:lnTo>
                    <a:pt x="329536" y="1240095"/>
                  </a:lnTo>
                  <a:lnTo>
                    <a:pt x="329506" y="1240082"/>
                  </a:lnTo>
                  <a:lnTo>
                    <a:pt x="329461" y="1240061"/>
                  </a:lnTo>
                  <a:lnTo>
                    <a:pt x="329386" y="1240003"/>
                  </a:lnTo>
                  <a:lnTo>
                    <a:pt x="329351" y="1239982"/>
                  </a:lnTo>
                  <a:lnTo>
                    <a:pt x="329322" y="1239962"/>
                  </a:lnTo>
                  <a:lnTo>
                    <a:pt x="329287" y="1239938"/>
                  </a:lnTo>
                  <a:lnTo>
                    <a:pt x="329261" y="1239920"/>
                  </a:lnTo>
                  <a:lnTo>
                    <a:pt x="329237" y="1239906"/>
                  </a:lnTo>
                  <a:lnTo>
                    <a:pt x="329213" y="1239902"/>
                  </a:lnTo>
                  <a:lnTo>
                    <a:pt x="329170" y="1239900"/>
                  </a:lnTo>
                  <a:lnTo>
                    <a:pt x="329119" y="1239909"/>
                  </a:lnTo>
                  <a:lnTo>
                    <a:pt x="329062" y="1239900"/>
                  </a:lnTo>
                  <a:lnTo>
                    <a:pt x="329024" y="1239897"/>
                  </a:lnTo>
                  <a:lnTo>
                    <a:pt x="328986" y="1239894"/>
                  </a:lnTo>
                  <a:lnTo>
                    <a:pt x="328929" y="1239895"/>
                  </a:lnTo>
                  <a:lnTo>
                    <a:pt x="328892" y="1239898"/>
                  </a:lnTo>
                  <a:lnTo>
                    <a:pt x="328818" y="1239872"/>
                  </a:lnTo>
                  <a:lnTo>
                    <a:pt x="328779" y="1239856"/>
                  </a:lnTo>
                  <a:lnTo>
                    <a:pt x="328772" y="1239849"/>
                  </a:lnTo>
                  <a:lnTo>
                    <a:pt x="328769" y="1239821"/>
                  </a:lnTo>
                  <a:lnTo>
                    <a:pt x="328769" y="1239799"/>
                  </a:lnTo>
                  <a:lnTo>
                    <a:pt x="328771" y="1239785"/>
                  </a:lnTo>
                  <a:lnTo>
                    <a:pt x="328773" y="1239761"/>
                  </a:lnTo>
                  <a:lnTo>
                    <a:pt x="328773" y="1239742"/>
                  </a:lnTo>
                  <a:lnTo>
                    <a:pt x="328769" y="1239734"/>
                  </a:lnTo>
                  <a:lnTo>
                    <a:pt x="328766" y="1239726"/>
                  </a:lnTo>
                  <a:lnTo>
                    <a:pt x="328754" y="1239716"/>
                  </a:lnTo>
                  <a:lnTo>
                    <a:pt x="328749" y="1239704"/>
                  </a:lnTo>
                  <a:lnTo>
                    <a:pt x="328745" y="1239694"/>
                  </a:lnTo>
                  <a:lnTo>
                    <a:pt x="328743" y="1239672"/>
                  </a:lnTo>
                  <a:lnTo>
                    <a:pt x="328743" y="1239645"/>
                  </a:lnTo>
                  <a:lnTo>
                    <a:pt x="328737" y="1239630"/>
                  </a:lnTo>
                  <a:lnTo>
                    <a:pt x="328723" y="1239609"/>
                  </a:lnTo>
                  <a:lnTo>
                    <a:pt x="328699" y="1239586"/>
                  </a:lnTo>
                  <a:lnTo>
                    <a:pt x="328652" y="1239567"/>
                  </a:lnTo>
                  <a:lnTo>
                    <a:pt x="328613" y="1239539"/>
                  </a:lnTo>
                  <a:lnTo>
                    <a:pt x="328560" y="1239496"/>
                  </a:lnTo>
                  <a:lnTo>
                    <a:pt x="328523" y="1239466"/>
                  </a:lnTo>
                  <a:lnTo>
                    <a:pt x="328474" y="1239434"/>
                  </a:lnTo>
                  <a:lnTo>
                    <a:pt x="328435" y="1239415"/>
                  </a:lnTo>
                  <a:lnTo>
                    <a:pt x="328392" y="1239390"/>
                  </a:lnTo>
                  <a:lnTo>
                    <a:pt x="328349" y="1239366"/>
                  </a:lnTo>
                  <a:lnTo>
                    <a:pt x="328288" y="1239333"/>
                  </a:lnTo>
                  <a:lnTo>
                    <a:pt x="328242" y="1239313"/>
                  </a:lnTo>
                  <a:lnTo>
                    <a:pt x="328190" y="1239296"/>
                  </a:lnTo>
                  <a:lnTo>
                    <a:pt x="328166" y="1239292"/>
                  </a:lnTo>
                  <a:lnTo>
                    <a:pt x="328156" y="1239284"/>
                  </a:lnTo>
                  <a:lnTo>
                    <a:pt x="328156" y="1239269"/>
                  </a:lnTo>
                  <a:lnTo>
                    <a:pt x="328144" y="1239240"/>
                  </a:lnTo>
                  <a:lnTo>
                    <a:pt x="328117" y="1239201"/>
                  </a:lnTo>
                  <a:lnTo>
                    <a:pt x="328071" y="1239109"/>
                  </a:lnTo>
                  <a:lnTo>
                    <a:pt x="328060" y="1239078"/>
                  </a:lnTo>
                  <a:lnTo>
                    <a:pt x="328054" y="1239057"/>
                  </a:lnTo>
                  <a:lnTo>
                    <a:pt x="328053" y="1239050"/>
                  </a:lnTo>
                  <a:lnTo>
                    <a:pt x="328055" y="1239025"/>
                  </a:lnTo>
                  <a:lnTo>
                    <a:pt x="328055" y="1239019"/>
                  </a:lnTo>
                  <a:lnTo>
                    <a:pt x="328050" y="1239015"/>
                  </a:lnTo>
                  <a:lnTo>
                    <a:pt x="328041" y="1239010"/>
                  </a:lnTo>
                  <a:lnTo>
                    <a:pt x="328022" y="1239004"/>
                  </a:lnTo>
                  <a:lnTo>
                    <a:pt x="327965" y="1238994"/>
                  </a:lnTo>
                  <a:lnTo>
                    <a:pt x="327846" y="1238955"/>
                  </a:lnTo>
                  <a:lnTo>
                    <a:pt x="327802" y="1238940"/>
                  </a:lnTo>
                  <a:lnTo>
                    <a:pt x="327764" y="1238927"/>
                  </a:lnTo>
                  <a:lnTo>
                    <a:pt x="327745" y="1238921"/>
                  </a:lnTo>
                  <a:lnTo>
                    <a:pt x="327722" y="1238921"/>
                  </a:lnTo>
                  <a:lnTo>
                    <a:pt x="327691" y="1238923"/>
                  </a:lnTo>
                  <a:lnTo>
                    <a:pt x="327679" y="1238922"/>
                  </a:lnTo>
                  <a:lnTo>
                    <a:pt x="327653" y="1238915"/>
                  </a:lnTo>
                  <a:lnTo>
                    <a:pt x="327617" y="1238902"/>
                  </a:lnTo>
                  <a:lnTo>
                    <a:pt x="327590" y="1238889"/>
                  </a:lnTo>
                  <a:lnTo>
                    <a:pt x="327577" y="1238876"/>
                  </a:lnTo>
                  <a:lnTo>
                    <a:pt x="327551" y="1238850"/>
                  </a:lnTo>
                  <a:lnTo>
                    <a:pt x="327510" y="1238816"/>
                  </a:lnTo>
                  <a:lnTo>
                    <a:pt x="327488" y="1238804"/>
                  </a:lnTo>
                  <a:lnTo>
                    <a:pt x="327472" y="1238795"/>
                  </a:lnTo>
                  <a:lnTo>
                    <a:pt x="327459" y="1238786"/>
                  </a:lnTo>
                  <a:lnTo>
                    <a:pt x="327445" y="1238763"/>
                  </a:lnTo>
                  <a:lnTo>
                    <a:pt x="327439" y="1238750"/>
                  </a:lnTo>
                  <a:lnTo>
                    <a:pt x="327428" y="1238716"/>
                  </a:lnTo>
                  <a:lnTo>
                    <a:pt x="327425" y="1238700"/>
                  </a:lnTo>
                  <a:lnTo>
                    <a:pt x="327421" y="1238690"/>
                  </a:lnTo>
                  <a:lnTo>
                    <a:pt x="327421" y="1238665"/>
                  </a:lnTo>
                  <a:lnTo>
                    <a:pt x="327424" y="1238641"/>
                  </a:lnTo>
                  <a:lnTo>
                    <a:pt x="327443" y="1238596"/>
                  </a:lnTo>
                  <a:lnTo>
                    <a:pt x="327483" y="1238538"/>
                  </a:lnTo>
                  <a:lnTo>
                    <a:pt x="327513" y="1238508"/>
                  </a:lnTo>
                  <a:lnTo>
                    <a:pt x="327519" y="1238503"/>
                  </a:lnTo>
                  <a:lnTo>
                    <a:pt x="327538" y="1238485"/>
                  </a:lnTo>
                  <a:lnTo>
                    <a:pt x="327546" y="1238477"/>
                  </a:lnTo>
                  <a:lnTo>
                    <a:pt x="327549" y="1238472"/>
                  </a:lnTo>
                  <a:lnTo>
                    <a:pt x="327552" y="1238467"/>
                  </a:lnTo>
                  <a:lnTo>
                    <a:pt x="327554" y="1238459"/>
                  </a:lnTo>
                  <a:lnTo>
                    <a:pt x="327544" y="1238452"/>
                  </a:lnTo>
                  <a:lnTo>
                    <a:pt x="327537" y="1238447"/>
                  </a:lnTo>
                  <a:lnTo>
                    <a:pt x="327516" y="1238434"/>
                  </a:lnTo>
                  <a:lnTo>
                    <a:pt x="327490" y="1238423"/>
                  </a:lnTo>
                  <a:lnTo>
                    <a:pt x="327466" y="1238422"/>
                  </a:lnTo>
                  <a:lnTo>
                    <a:pt x="327436" y="1238422"/>
                  </a:lnTo>
                  <a:lnTo>
                    <a:pt x="327405" y="1238426"/>
                  </a:lnTo>
                  <a:lnTo>
                    <a:pt x="327378" y="1238439"/>
                  </a:lnTo>
                  <a:lnTo>
                    <a:pt x="327342" y="1238432"/>
                  </a:lnTo>
                  <a:lnTo>
                    <a:pt x="327299" y="1238420"/>
                  </a:lnTo>
                  <a:lnTo>
                    <a:pt x="327275" y="1238412"/>
                  </a:lnTo>
                  <a:lnTo>
                    <a:pt x="327263" y="1238407"/>
                  </a:lnTo>
                  <a:lnTo>
                    <a:pt x="327249" y="1238407"/>
                  </a:lnTo>
                  <a:lnTo>
                    <a:pt x="327232" y="1238409"/>
                  </a:lnTo>
                  <a:lnTo>
                    <a:pt x="327218" y="1238404"/>
                  </a:lnTo>
                  <a:lnTo>
                    <a:pt x="327195" y="1238393"/>
                  </a:lnTo>
                  <a:lnTo>
                    <a:pt x="327184" y="1238384"/>
                  </a:lnTo>
                  <a:lnTo>
                    <a:pt x="327165" y="1238376"/>
                  </a:lnTo>
                  <a:lnTo>
                    <a:pt x="327156" y="1238374"/>
                  </a:lnTo>
                  <a:lnTo>
                    <a:pt x="327152" y="1238378"/>
                  </a:lnTo>
                  <a:lnTo>
                    <a:pt x="327151" y="1238395"/>
                  </a:lnTo>
                  <a:lnTo>
                    <a:pt x="327152" y="1238415"/>
                  </a:lnTo>
                  <a:lnTo>
                    <a:pt x="327150" y="1238428"/>
                  </a:lnTo>
                  <a:lnTo>
                    <a:pt x="327145" y="1238442"/>
                  </a:lnTo>
                  <a:lnTo>
                    <a:pt x="327132" y="1238464"/>
                  </a:lnTo>
                  <a:lnTo>
                    <a:pt x="327107" y="1238481"/>
                  </a:lnTo>
                  <a:lnTo>
                    <a:pt x="327049" y="1238506"/>
                  </a:lnTo>
                  <a:lnTo>
                    <a:pt x="326995" y="1238528"/>
                  </a:lnTo>
                  <a:lnTo>
                    <a:pt x="326960" y="1238564"/>
                  </a:lnTo>
                  <a:lnTo>
                    <a:pt x="326905" y="1238613"/>
                  </a:lnTo>
                  <a:lnTo>
                    <a:pt x="326875" y="1238620"/>
                  </a:lnTo>
                  <a:lnTo>
                    <a:pt x="326869" y="1238620"/>
                  </a:lnTo>
                  <a:lnTo>
                    <a:pt x="326843" y="1238626"/>
                  </a:lnTo>
                  <a:lnTo>
                    <a:pt x="326828" y="1238630"/>
                  </a:lnTo>
                  <a:lnTo>
                    <a:pt x="326805" y="1238633"/>
                  </a:lnTo>
                  <a:lnTo>
                    <a:pt x="326791" y="1238633"/>
                  </a:lnTo>
                  <a:lnTo>
                    <a:pt x="326761" y="1238628"/>
                  </a:lnTo>
                  <a:lnTo>
                    <a:pt x="326748" y="1238627"/>
                  </a:lnTo>
                  <a:lnTo>
                    <a:pt x="326734" y="1238631"/>
                  </a:lnTo>
                  <a:lnTo>
                    <a:pt x="326723" y="1238640"/>
                  </a:lnTo>
                  <a:lnTo>
                    <a:pt x="326710" y="1238651"/>
                  </a:lnTo>
                  <a:lnTo>
                    <a:pt x="326685" y="1238674"/>
                  </a:lnTo>
                  <a:lnTo>
                    <a:pt x="326644" y="1238704"/>
                  </a:lnTo>
                  <a:lnTo>
                    <a:pt x="326583" y="1238722"/>
                  </a:lnTo>
                  <a:lnTo>
                    <a:pt x="326521" y="1238738"/>
                  </a:lnTo>
                  <a:lnTo>
                    <a:pt x="326480" y="1238745"/>
                  </a:lnTo>
                  <a:lnTo>
                    <a:pt x="326467" y="1238746"/>
                  </a:lnTo>
                  <a:lnTo>
                    <a:pt x="326449" y="1238748"/>
                  </a:lnTo>
                  <a:lnTo>
                    <a:pt x="326413" y="1238750"/>
                  </a:lnTo>
                  <a:lnTo>
                    <a:pt x="326389" y="1238748"/>
                  </a:lnTo>
                  <a:lnTo>
                    <a:pt x="326350" y="1238747"/>
                  </a:lnTo>
                  <a:lnTo>
                    <a:pt x="326312" y="1238740"/>
                  </a:lnTo>
                  <a:lnTo>
                    <a:pt x="326288" y="1238736"/>
                  </a:lnTo>
                  <a:lnTo>
                    <a:pt x="326269" y="1238734"/>
                  </a:lnTo>
                  <a:lnTo>
                    <a:pt x="326224" y="1238731"/>
                  </a:lnTo>
                  <a:lnTo>
                    <a:pt x="326193" y="1238725"/>
                  </a:lnTo>
                  <a:lnTo>
                    <a:pt x="326151" y="1238723"/>
                  </a:lnTo>
                  <a:lnTo>
                    <a:pt x="326113" y="1238725"/>
                  </a:lnTo>
                  <a:lnTo>
                    <a:pt x="326089" y="1238733"/>
                  </a:lnTo>
                  <a:lnTo>
                    <a:pt x="326049" y="1238748"/>
                  </a:lnTo>
                  <a:lnTo>
                    <a:pt x="326028" y="1238750"/>
                  </a:lnTo>
                  <a:lnTo>
                    <a:pt x="325990" y="1238749"/>
                  </a:lnTo>
                  <a:lnTo>
                    <a:pt x="325948" y="1238737"/>
                  </a:lnTo>
                  <a:lnTo>
                    <a:pt x="325903" y="1238719"/>
                  </a:lnTo>
                  <a:lnTo>
                    <a:pt x="325852" y="1238704"/>
                  </a:lnTo>
                  <a:lnTo>
                    <a:pt x="325800" y="1238699"/>
                  </a:lnTo>
                  <a:lnTo>
                    <a:pt x="325793" y="1238697"/>
                  </a:lnTo>
                  <a:lnTo>
                    <a:pt x="325781" y="1238696"/>
                  </a:lnTo>
                  <a:lnTo>
                    <a:pt x="325764" y="1238694"/>
                  </a:lnTo>
                  <a:lnTo>
                    <a:pt x="325748" y="1238690"/>
                  </a:lnTo>
                  <a:lnTo>
                    <a:pt x="325738" y="1238679"/>
                  </a:lnTo>
                  <a:lnTo>
                    <a:pt x="325733" y="1238674"/>
                  </a:lnTo>
                  <a:lnTo>
                    <a:pt x="325708" y="1238649"/>
                  </a:lnTo>
                  <a:lnTo>
                    <a:pt x="325695" y="1238623"/>
                  </a:lnTo>
                  <a:lnTo>
                    <a:pt x="325682" y="1238559"/>
                  </a:lnTo>
                  <a:lnTo>
                    <a:pt x="325674" y="1238520"/>
                  </a:lnTo>
                  <a:lnTo>
                    <a:pt x="325668" y="1238511"/>
                  </a:lnTo>
                  <a:lnTo>
                    <a:pt x="325663" y="1238499"/>
                  </a:lnTo>
                  <a:lnTo>
                    <a:pt x="325649" y="1238460"/>
                  </a:lnTo>
                  <a:lnTo>
                    <a:pt x="325642" y="1238453"/>
                  </a:lnTo>
                  <a:lnTo>
                    <a:pt x="325620" y="1238439"/>
                  </a:lnTo>
                  <a:lnTo>
                    <a:pt x="325594" y="1238420"/>
                  </a:lnTo>
                  <a:lnTo>
                    <a:pt x="325585" y="1238415"/>
                  </a:lnTo>
                  <a:lnTo>
                    <a:pt x="325549" y="1238396"/>
                  </a:lnTo>
                  <a:lnTo>
                    <a:pt x="325506" y="1238377"/>
                  </a:lnTo>
                  <a:lnTo>
                    <a:pt x="325420" y="1238342"/>
                  </a:lnTo>
                  <a:lnTo>
                    <a:pt x="325396" y="1238336"/>
                  </a:lnTo>
                  <a:lnTo>
                    <a:pt x="325368" y="1238332"/>
                  </a:lnTo>
                  <a:lnTo>
                    <a:pt x="325312" y="1238334"/>
                  </a:lnTo>
                  <a:lnTo>
                    <a:pt x="325273" y="1238334"/>
                  </a:lnTo>
                  <a:lnTo>
                    <a:pt x="325257" y="1238334"/>
                  </a:lnTo>
                  <a:lnTo>
                    <a:pt x="325239" y="1238331"/>
                  </a:lnTo>
                  <a:lnTo>
                    <a:pt x="325217" y="1238323"/>
                  </a:lnTo>
                  <a:lnTo>
                    <a:pt x="325203" y="1238313"/>
                  </a:lnTo>
                  <a:lnTo>
                    <a:pt x="325193" y="1238306"/>
                  </a:lnTo>
                  <a:lnTo>
                    <a:pt x="325180" y="1238302"/>
                  </a:lnTo>
                  <a:lnTo>
                    <a:pt x="325160" y="1238299"/>
                  </a:lnTo>
                  <a:lnTo>
                    <a:pt x="325143" y="1238298"/>
                  </a:lnTo>
                  <a:lnTo>
                    <a:pt x="325135" y="1238292"/>
                  </a:lnTo>
                  <a:lnTo>
                    <a:pt x="325132" y="1238287"/>
                  </a:lnTo>
                  <a:lnTo>
                    <a:pt x="325124" y="1238282"/>
                  </a:lnTo>
                  <a:lnTo>
                    <a:pt x="325113" y="1238267"/>
                  </a:lnTo>
                  <a:lnTo>
                    <a:pt x="325099" y="1238246"/>
                  </a:lnTo>
                  <a:lnTo>
                    <a:pt x="325083" y="1238236"/>
                  </a:lnTo>
                  <a:lnTo>
                    <a:pt x="325064" y="1238231"/>
                  </a:lnTo>
                  <a:lnTo>
                    <a:pt x="325025" y="1238231"/>
                  </a:lnTo>
                  <a:lnTo>
                    <a:pt x="324964" y="1238264"/>
                  </a:lnTo>
                  <a:lnTo>
                    <a:pt x="324935" y="1238278"/>
                  </a:lnTo>
                  <a:lnTo>
                    <a:pt x="324902" y="1238299"/>
                  </a:lnTo>
                  <a:lnTo>
                    <a:pt x="324876" y="1238329"/>
                  </a:lnTo>
                  <a:lnTo>
                    <a:pt x="324858" y="1238358"/>
                  </a:lnTo>
                  <a:lnTo>
                    <a:pt x="324839" y="1238384"/>
                  </a:lnTo>
                  <a:lnTo>
                    <a:pt x="324821" y="1238422"/>
                  </a:lnTo>
                  <a:lnTo>
                    <a:pt x="324816" y="1238430"/>
                  </a:lnTo>
                  <a:lnTo>
                    <a:pt x="324813" y="1238436"/>
                  </a:lnTo>
                  <a:lnTo>
                    <a:pt x="324809" y="1238443"/>
                  </a:lnTo>
                  <a:lnTo>
                    <a:pt x="324796" y="1238455"/>
                  </a:lnTo>
                  <a:lnTo>
                    <a:pt x="324785" y="1238460"/>
                  </a:lnTo>
                  <a:lnTo>
                    <a:pt x="324776" y="1238461"/>
                  </a:lnTo>
                  <a:lnTo>
                    <a:pt x="324763" y="1238457"/>
                  </a:lnTo>
                  <a:lnTo>
                    <a:pt x="324749" y="1238449"/>
                  </a:lnTo>
                  <a:lnTo>
                    <a:pt x="324730" y="1238441"/>
                  </a:lnTo>
                  <a:lnTo>
                    <a:pt x="324713" y="1238432"/>
                  </a:lnTo>
                  <a:lnTo>
                    <a:pt x="324692" y="1238428"/>
                  </a:lnTo>
                  <a:lnTo>
                    <a:pt x="324653" y="1238427"/>
                  </a:lnTo>
                  <a:lnTo>
                    <a:pt x="324611" y="1238428"/>
                  </a:lnTo>
                  <a:lnTo>
                    <a:pt x="324572" y="1238445"/>
                  </a:lnTo>
                  <a:lnTo>
                    <a:pt x="324532" y="1238463"/>
                  </a:lnTo>
                  <a:lnTo>
                    <a:pt x="324476" y="1238478"/>
                  </a:lnTo>
                  <a:lnTo>
                    <a:pt x="324442" y="1238484"/>
                  </a:lnTo>
                  <a:lnTo>
                    <a:pt x="324392" y="1238487"/>
                  </a:lnTo>
                  <a:lnTo>
                    <a:pt x="324334" y="1238507"/>
                  </a:lnTo>
                  <a:lnTo>
                    <a:pt x="324321" y="1238515"/>
                  </a:lnTo>
                  <a:lnTo>
                    <a:pt x="324310" y="1238523"/>
                  </a:lnTo>
                  <a:lnTo>
                    <a:pt x="324294" y="1238538"/>
                  </a:lnTo>
                  <a:lnTo>
                    <a:pt x="324284" y="1238554"/>
                  </a:lnTo>
                  <a:lnTo>
                    <a:pt x="324279" y="1238569"/>
                  </a:lnTo>
                  <a:lnTo>
                    <a:pt x="324275" y="1238581"/>
                  </a:lnTo>
                  <a:lnTo>
                    <a:pt x="324268" y="1238590"/>
                  </a:lnTo>
                  <a:lnTo>
                    <a:pt x="324260" y="1238596"/>
                  </a:lnTo>
                  <a:lnTo>
                    <a:pt x="324234" y="1238604"/>
                  </a:lnTo>
                  <a:lnTo>
                    <a:pt x="324206" y="1238611"/>
                  </a:lnTo>
                  <a:lnTo>
                    <a:pt x="324171" y="1238637"/>
                  </a:lnTo>
                  <a:lnTo>
                    <a:pt x="324150" y="1238637"/>
                  </a:lnTo>
                  <a:lnTo>
                    <a:pt x="324131" y="1238624"/>
                  </a:lnTo>
                  <a:lnTo>
                    <a:pt x="324108" y="1238595"/>
                  </a:lnTo>
                  <a:lnTo>
                    <a:pt x="324076" y="1238566"/>
                  </a:lnTo>
                  <a:lnTo>
                    <a:pt x="324036" y="1238544"/>
                  </a:lnTo>
                  <a:lnTo>
                    <a:pt x="323973" y="1238519"/>
                  </a:lnTo>
                  <a:lnTo>
                    <a:pt x="323900" y="1238475"/>
                  </a:lnTo>
                  <a:lnTo>
                    <a:pt x="323850" y="1238433"/>
                  </a:lnTo>
                  <a:lnTo>
                    <a:pt x="323810" y="1238393"/>
                  </a:lnTo>
                  <a:lnTo>
                    <a:pt x="323782" y="1238350"/>
                  </a:lnTo>
                  <a:lnTo>
                    <a:pt x="323753" y="1238265"/>
                  </a:lnTo>
                  <a:lnTo>
                    <a:pt x="323714" y="1238187"/>
                  </a:lnTo>
                  <a:lnTo>
                    <a:pt x="323688" y="1238133"/>
                  </a:lnTo>
                  <a:lnTo>
                    <a:pt x="323641" y="1238080"/>
                  </a:lnTo>
                  <a:lnTo>
                    <a:pt x="323633" y="1238064"/>
                  </a:lnTo>
                  <a:lnTo>
                    <a:pt x="323629" y="1238032"/>
                  </a:lnTo>
                  <a:lnTo>
                    <a:pt x="323626" y="1237975"/>
                  </a:lnTo>
                  <a:lnTo>
                    <a:pt x="323625" y="1237965"/>
                  </a:lnTo>
                  <a:lnTo>
                    <a:pt x="323625" y="1237958"/>
                  </a:lnTo>
                  <a:lnTo>
                    <a:pt x="323622" y="1237907"/>
                  </a:lnTo>
                  <a:lnTo>
                    <a:pt x="323623" y="1237899"/>
                  </a:lnTo>
                  <a:lnTo>
                    <a:pt x="323627" y="1237886"/>
                  </a:lnTo>
                  <a:lnTo>
                    <a:pt x="323639" y="1237862"/>
                  </a:lnTo>
                  <a:lnTo>
                    <a:pt x="323640" y="1237852"/>
                  </a:lnTo>
                  <a:lnTo>
                    <a:pt x="323638" y="1237843"/>
                  </a:lnTo>
                  <a:lnTo>
                    <a:pt x="323627" y="1237836"/>
                  </a:lnTo>
                  <a:lnTo>
                    <a:pt x="323622" y="1237832"/>
                  </a:lnTo>
                  <a:lnTo>
                    <a:pt x="323549" y="1237769"/>
                  </a:lnTo>
                  <a:lnTo>
                    <a:pt x="323532" y="1237754"/>
                  </a:lnTo>
                  <a:lnTo>
                    <a:pt x="323471" y="1237696"/>
                  </a:lnTo>
                  <a:lnTo>
                    <a:pt x="323409" y="1237661"/>
                  </a:lnTo>
                  <a:lnTo>
                    <a:pt x="323379" y="1237635"/>
                  </a:lnTo>
                  <a:lnTo>
                    <a:pt x="323359" y="1237620"/>
                  </a:lnTo>
                  <a:lnTo>
                    <a:pt x="323304" y="1237597"/>
                  </a:lnTo>
                  <a:lnTo>
                    <a:pt x="323250" y="1237583"/>
                  </a:lnTo>
                  <a:lnTo>
                    <a:pt x="323232" y="1237577"/>
                  </a:lnTo>
                  <a:lnTo>
                    <a:pt x="323207" y="1237565"/>
                  </a:lnTo>
                  <a:lnTo>
                    <a:pt x="323191" y="1237551"/>
                  </a:lnTo>
                  <a:lnTo>
                    <a:pt x="323141" y="1237501"/>
                  </a:lnTo>
                  <a:lnTo>
                    <a:pt x="323072" y="1237429"/>
                  </a:lnTo>
                  <a:lnTo>
                    <a:pt x="323052" y="1237410"/>
                  </a:lnTo>
                  <a:lnTo>
                    <a:pt x="323029" y="1237393"/>
                  </a:lnTo>
                  <a:lnTo>
                    <a:pt x="323010" y="1237370"/>
                  </a:lnTo>
                  <a:lnTo>
                    <a:pt x="322989" y="1237350"/>
                  </a:lnTo>
                  <a:lnTo>
                    <a:pt x="322956" y="1237322"/>
                  </a:lnTo>
                  <a:lnTo>
                    <a:pt x="322912" y="1237295"/>
                  </a:lnTo>
                  <a:lnTo>
                    <a:pt x="322887" y="1237275"/>
                  </a:lnTo>
                  <a:lnTo>
                    <a:pt x="322877" y="1237261"/>
                  </a:lnTo>
                  <a:lnTo>
                    <a:pt x="322867" y="1237233"/>
                  </a:lnTo>
                  <a:lnTo>
                    <a:pt x="322860" y="1237225"/>
                  </a:lnTo>
                  <a:lnTo>
                    <a:pt x="322854" y="1237221"/>
                  </a:lnTo>
                  <a:lnTo>
                    <a:pt x="322839" y="1237206"/>
                  </a:lnTo>
                  <a:lnTo>
                    <a:pt x="322833" y="1237193"/>
                  </a:lnTo>
                  <a:lnTo>
                    <a:pt x="322836" y="1237189"/>
                  </a:lnTo>
                  <a:lnTo>
                    <a:pt x="322848" y="1237186"/>
                  </a:lnTo>
                  <a:lnTo>
                    <a:pt x="322876" y="1237180"/>
                  </a:lnTo>
                  <a:lnTo>
                    <a:pt x="322897" y="1237174"/>
                  </a:lnTo>
                  <a:lnTo>
                    <a:pt x="322916" y="1237165"/>
                  </a:lnTo>
                  <a:lnTo>
                    <a:pt x="322941" y="1237154"/>
                  </a:lnTo>
                  <a:lnTo>
                    <a:pt x="322953" y="1237147"/>
                  </a:lnTo>
                  <a:lnTo>
                    <a:pt x="322960" y="1237139"/>
                  </a:lnTo>
                  <a:lnTo>
                    <a:pt x="322964" y="1237132"/>
                  </a:lnTo>
                  <a:lnTo>
                    <a:pt x="322966" y="1237123"/>
                  </a:lnTo>
                  <a:lnTo>
                    <a:pt x="322963" y="1237110"/>
                  </a:lnTo>
                  <a:lnTo>
                    <a:pt x="322943" y="1237080"/>
                  </a:lnTo>
                  <a:lnTo>
                    <a:pt x="322929" y="1237045"/>
                  </a:lnTo>
                  <a:lnTo>
                    <a:pt x="322898" y="1236978"/>
                  </a:lnTo>
                  <a:lnTo>
                    <a:pt x="322879" y="1236929"/>
                  </a:lnTo>
                  <a:lnTo>
                    <a:pt x="322849" y="1236891"/>
                  </a:lnTo>
                  <a:lnTo>
                    <a:pt x="322833" y="1236848"/>
                  </a:lnTo>
                  <a:lnTo>
                    <a:pt x="322816" y="1236806"/>
                  </a:lnTo>
                  <a:lnTo>
                    <a:pt x="322805" y="1236780"/>
                  </a:lnTo>
                  <a:lnTo>
                    <a:pt x="322802" y="1236728"/>
                  </a:lnTo>
                  <a:lnTo>
                    <a:pt x="322806" y="1236683"/>
                  </a:lnTo>
                  <a:lnTo>
                    <a:pt x="322820" y="1236638"/>
                  </a:lnTo>
                  <a:lnTo>
                    <a:pt x="322826" y="1236604"/>
                  </a:lnTo>
                  <a:lnTo>
                    <a:pt x="322826" y="1236565"/>
                  </a:lnTo>
                  <a:lnTo>
                    <a:pt x="322816" y="1236490"/>
                  </a:lnTo>
                  <a:lnTo>
                    <a:pt x="322804" y="1236460"/>
                  </a:lnTo>
                  <a:lnTo>
                    <a:pt x="322795" y="1236400"/>
                  </a:lnTo>
                  <a:lnTo>
                    <a:pt x="322790" y="1236380"/>
                  </a:lnTo>
                  <a:lnTo>
                    <a:pt x="322771" y="1236352"/>
                  </a:lnTo>
                  <a:lnTo>
                    <a:pt x="322746" y="1236307"/>
                  </a:lnTo>
                  <a:lnTo>
                    <a:pt x="322738" y="1236297"/>
                  </a:lnTo>
                  <a:lnTo>
                    <a:pt x="322723" y="1236284"/>
                  </a:lnTo>
                  <a:lnTo>
                    <a:pt x="322710" y="1236279"/>
                  </a:lnTo>
                  <a:lnTo>
                    <a:pt x="322691" y="1236277"/>
                  </a:lnTo>
                  <a:lnTo>
                    <a:pt x="322637" y="1236281"/>
                  </a:lnTo>
                  <a:lnTo>
                    <a:pt x="322617" y="1236280"/>
                  </a:lnTo>
                  <a:lnTo>
                    <a:pt x="322584" y="1236265"/>
                  </a:lnTo>
                  <a:lnTo>
                    <a:pt x="322543" y="1236243"/>
                  </a:lnTo>
                  <a:lnTo>
                    <a:pt x="322510" y="1236226"/>
                  </a:lnTo>
                  <a:lnTo>
                    <a:pt x="322467" y="1236215"/>
                  </a:lnTo>
                  <a:lnTo>
                    <a:pt x="322437" y="1236207"/>
                  </a:lnTo>
                  <a:lnTo>
                    <a:pt x="322390" y="1236208"/>
                  </a:lnTo>
                  <a:lnTo>
                    <a:pt x="322364" y="1236206"/>
                  </a:lnTo>
                  <a:lnTo>
                    <a:pt x="322345" y="1236200"/>
                  </a:lnTo>
                  <a:lnTo>
                    <a:pt x="322332" y="1236191"/>
                  </a:lnTo>
                  <a:lnTo>
                    <a:pt x="322311" y="1236185"/>
                  </a:lnTo>
                  <a:lnTo>
                    <a:pt x="322282" y="1236185"/>
                  </a:lnTo>
                  <a:lnTo>
                    <a:pt x="322261" y="1236182"/>
                  </a:lnTo>
                  <a:lnTo>
                    <a:pt x="322246" y="1236179"/>
                  </a:lnTo>
                  <a:lnTo>
                    <a:pt x="322218" y="1236170"/>
                  </a:lnTo>
                  <a:lnTo>
                    <a:pt x="322174" y="1236143"/>
                  </a:lnTo>
                  <a:lnTo>
                    <a:pt x="322145" y="1236132"/>
                  </a:lnTo>
                  <a:lnTo>
                    <a:pt x="322117" y="1236129"/>
                  </a:lnTo>
                  <a:lnTo>
                    <a:pt x="322105" y="1236126"/>
                  </a:lnTo>
                  <a:lnTo>
                    <a:pt x="322092" y="1236118"/>
                  </a:lnTo>
                  <a:lnTo>
                    <a:pt x="322072" y="1236099"/>
                  </a:lnTo>
                  <a:lnTo>
                    <a:pt x="322063" y="1236093"/>
                  </a:lnTo>
                  <a:lnTo>
                    <a:pt x="322055" y="1236091"/>
                  </a:lnTo>
                  <a:lnTo>
                    <a:pt x="322044" y="1236091"/>
                  </a:lnTo>
                  <a:lnTo>
                    <a:pt x="322029" y="1236096"/>
                  </a:lnTo>
                  <a:lnTo>
                    <a:pt x="322017" y="1236102"/>
                  </a:lnTo>
                  <a:lnTo>
                    <a:pt x="322004" y="1236106"/>
                  </a:lnTo>
                  <a:lnTo>
                    <a:pt x="321990" y="1236108"/>
                  </a:lnTo>
                  <a:lnTo>
                    <a:pt x="321978" y="1236110"/>
                  </a:lnTo>
                  <a:lnTo>
                    <a:pt x="321940" y="1236107"/>
                  </a:lnTo>
                  <a:lnTo>
                    <a:pt x="321906" y="1236104"/>
                  </a:lnTo>
                  <a:lnTo>
                    <a:pt x="321897" y="1236102"/>
                  </a:lnTo>
                  <a:lnTo>
                    <a:pt x="321862" y="1236096"/>
                  </a:lnTo>
                  <a:lnTo>
                    <a:pt x="321833" y="1236091"/>
                  </a:lnTo>
                  <a:lnTo>
                    <a:pt x="321806" y="1236087"/>
                  </a:lnTo>
                  <a:lnTo>
                    <a:pt x="321750" y="1236071"/>
                  </a:lnTo>
                  <a:lnTo>
                    <a:pt x="321709" y="1236052"/>
                  </a:lnTo>
                  <a:lnTo>
                    <a:pt x="321691" y="1236037"/>
                  </a:lnTo>
                  <a:lnTo>
                    <a:pt x="321645" y="1236008"/>
                  </a:lnTo>
                  <a:lnTo>
                    <a:pt x="321633" y="1236004"/>
                  </a:lnTo>
                  <a:lnTo>
                    <a:pt x="321615" y="1236003"/>
                  </a:lnTo>
                  <a:lnTo>
                    <a:pt x="321605" y="1236003"/>
                  </a:lnTo>
                  <a:lnTo>
                    <a:pt x="321577" y="1236015"/>
                  </a:lnTo>
                  <a:lnTo>
                    <a:pt x="321554" y="1236025"/>
                  </a:lnTo>
                  <a:lnTo>
                    <a:pt x="321537" y="1236028"/>
                  </a:lnTo>
                  <a:lnTo>
                    <a:pt x="321515" y="1236030"/>
                  </a:lnTo>
                  <a:lnTo>
                    <a:pt x="321462" y="1236025"/>
                  </a:lnTo>
                  <a:lnTo>
                    <a:pt x="321415" y="1236021"/>
                  </a:lnTo>
                  <a:lnTo>
                    <a:pt x="321406" y="1236019"/>
                  </a:lnTo>
                  <a:lnTo>
                    <a:pt x="321366" y="1236015"/>
                  </a:lnTo>
                  <a:lnTo>
                    <a:pt x="321348" y="1236015"/>
                  </a:lnTo>
                  <a:lnTo>
                    <a:pt x="321326" y="1236007"/>
                  </a:lnTo>
                  <a:lnTo>
                    <a:pt x="321309" y="1235999"/>
                  </a:lnTo>
                  <a:lnTo>
                    <a:pt x="321283" y="1235991"/>
                  </a:lnTo>
                  <a:lnTo>
                    <a:pt x="321222" y="1235979"/>
                  </a:lnTo>
                  <a:lnTo>
                    <a:pt x="321147" y="1235968"/>
                  </a:lnTo>
                  <a:lnTo>
                    <a:pt x="321105" y="1235963"/>
                  </a:lnTo>
                  <a:lnTo>
                    <a:pt x="321072" y="1235969"/>
                  </a:lnTo>
                  <a:lnTo>
                    <a:pt x="321046" y="1235979"/>
                  </a:lnTo>
                  <a:lnTo>
                    <a:pt x="321005" y="1235992"/>
                  </a:lnTo>
                  <a:lnTo>
                    <a:pt x="320967" y="1235997"/>
                  </a:lnTo>
                  <a:lnTo>
                    <a:pt x="320916" y="1235995"/>
                  </a:lnTo>
                  <a:lnTo>
                    <a:pt x="320874" y="1235995"/>
                  </a:lnTo>
                  <a:lnTo>
                    <a:pt x="320841" y="1236003"/>
                  </a:lnTo>
                  <a:lnTo>
                    <a:pt x="320829" y="1236007"/>
                  </a:lnTo>
                  <a:lnTo>
                    <a:pt x="320791" y="1236013"/>
                  </a:lnTo>
                  <a:lnTo>
                    <a:pt x="320720" y="1236024"/>
                  </a:lnTo>
                  <a:lnTo>
                    <a:pt x="320662" y="1236038"/>
                  </a:lnTo>
                  <a:lnTo>
                    <a:pt x="320611" y="1236057"/>
                  </a:lnTo>
                  <a:lnTo>
                    <a:pt x="320548" y="1236097"/>
                  </a:lnTo>
                  <a:lnTo>
                    <a:pt x="320518" y="1236117"/>
                  </a:lnTo>
                  <a:lnTo>
                    <a:pt x="320495" y="1236121"/>
                  </a:lnTo>
                  <a:lnTo>
                    <a:pt x="320478" y="1236121"/>
                  </a:lnTo>
                  <a:lnTo>
                    <a:pt x="320473" y="1236120"/>
                  </a:lnTo>
                  <a:lnTo>
                    <a:pt x="320458" y="1236111"/>
                  </a:lnTo>
                  <a:lnTo>
                    <a:pt x="320446" y="1236101"/>
                  </a:lnTo>
                  <a:lnTo>
                    <a:pt x="320433" y="1236093"/>
                  </a:lnTo>
                  <a:lnTo>
                    <a:pt x="320401" y="1236084"/>
                  </a:lnTo>
                  <a:lnTo>
                    <a:pt x="320381" y="1236074"/>
                  </a:lnTo>
                  <a:lnTo>
                    <a:pt x="320375" y="1236070"/>
                  </a:lnTo>
                  <a:lnTo>
                    <a:pt x="320357" y="1236064"/>
                  </a:lnTo>
                  <a:lnTo>
                    <a:pt x="320347" y="1236064"/>
                  </a:lnTo>
                  <a:lnTo>
                    <a:pt x="320329" y="1236065"/>
                  </a:lnTo>
                  <a:lnTo>
                    <a:pt x="320310" y="1236072"/>
                  </a:lnTo>
                  <a:lnTo>
                    <a:pt x="320283" y="1236085"/>
                  </a:lnTo>
                  <a:lnTo>
                    <a:pt x="320276" y="1236085"/>
                  </a:lnTo>
                  <a:lnTo>
                    <a:pt x="320261" y="1236084"/>
                  </a:lnTo>
                  <a:lnTo>
                    <a:pt x="320248" y="1236075"/>
                  </a:lnTo>
                  <a:lnTo>
                    <a:pt x="320227" y="1236059"/>
                  </a:lnTo>
                  <a:lnTo>
                    <a:pt x="320219" y="1236052"/>
                  </a:lnTo>
                  <a:lnTo>
                    <a:pt x="320202" y="1236044"/>
                  </a:lnTo>
                  <a:lnTo>
                    <a:pt x="320193" y="1236043"/>
                  </a:lnTo>
                  <a:lnTo>
                    <a:pt x="320165" y="1236046"/>
                  </a:lnTo>
                  <a:lnTo>
                    <a:pt x="320138" y="1236051"/>
                  </a:lnTo>
                  <a:lnTo>
                    <a:pt x="320125" y="1236056"/>
                  </a:lnTo>
                  <a:lnTo>
                    <a:pt x="320117" y="1236063"/>
                  </a:lnTo>
                  <a:lnTo>
                    <a:pt x="320103" y="1236082"/>
                  </a:lnTo>
                  <a:lnTo>
                    <a:pt x="320084" y="1236101"/>
                  </a:lnTo>
                  <a:lnTo>
                    <a:pt x="320056" y="1236123"/>
                  </a:lnTo>
                  <a:lnTo>
                    <a:pt x="320015" y="1236151"/>
                  </a:lnTo>
                  <a:lnTo>
                    <a:pt x="319940" y="1236176"/>
                  </a:lnTo>
                  <a:lnTo>
                    <a:pt x="319927" y="1236184"/>
                  </a:lnTo>
                  <a:lnTo>
                    <a:pt x="319902" y="1236199"/>
                  </a:lnTo>
                  <a:lnTo>
                    <a:pt x="319884" y="1236216"/>
                  </a:lnTo>
                  <a:lnTo>
                    <a:pt x="319851" y="1236232"/>
                  </a:lnTo>
                  <a:lnTo>
                    <a:pt x="319833" y="1236245"/>
                  </a:lnTo>
                  <a:lnTo>
                    <a:pt x="319816" y="1236249"/>
                  </a:lnTo>
                  <a:lnTo>
                    <a:pt x="319808" y="1236248"/>
                  </a:lnTo>
                  <a:lnTo>
                    <a:pt x="319784" y="1236234"/>
                  </a:lnTo>
                  <a:lnTo>
                    <a:pt x="319764" y="1236221"/>
                  </a:lnTo>
                  <a:lnTo>
                    <a:pt x="319742" y="1236210"/>
                  </a:lnTo>
                  <a:lnTo>
                    <a:pt x="319716" y="1236189"/>
                  </a:lnTo>
                  <a:lnTo>
                    <a:pt x="319705" y="1236180"/>
                  </a:lnTo>
                  <a:lnTo>
                    <a:pt x="319691" y="1236170"/>
                  </a:lnTo>
                  <a:lnTo>
                    <a:pt x="319666" y="1236141"/>
                  </a:lnTo>
                  <a:lnTo>
                    <a:pt x="319637" y="1236081"/>
                  </a:lnTo>
                  <a:lnTo>
                    <a:pt x="319631" y="1236069"/>
                  </a:lnTo>
                  <a:lnTo>
                    <a:pt x="319611" y="1236033"/>
                  </a:lnTo>
                  <a:lnTo>
                    <a:pt x="319596" y="1236010"/>
                  </a:lnTo>
                  <a:lnTo>
                    <a:pt x="319575" y="1235978"/>
                  </a:lnTo>
                  <a:lnTo>
                    <a:pt x="319558" y="1235957"/>
                  </a:lnTo>
                  <a:lnTo>
                    <a:pt x="319531" y="1235930"/>
                  </a:lnTo>
                  <a:lnTo>
                    <a:pt x="319500" y="1235909"/>
                  </a:lnTo>
                  <a:lnTo>
                    <a:pt x="319461" y="1235882"/>
                  </a:lnTo>
                  <a:lnTo>
                    <a:pt x="319437" y="1235864"/>
                  </a:lnTo>
                  <a:lnTo>
                    <a:pt x="319407" y="1235846"/>
                  </a:lnTo>
                  <a:lnTo>
                    <a:pt x="319366" y="1235826"/>
                  </a:lnTo>
                  <a:lnTo>
                    <a:pt x="319326" y="1235793"/>
                  </a:lnTo>
                  <a:lnTo>
                    <a:pt x="319309" y="1235767"/>
                  </a:lnTo>
                  <a:lnTo>
                    <a:pt x="319278" y="1235740"/>
                  </a:lnTo>
                  <a:lnTo>
                    <a:pt x="319257" y="1235716"/>
                  </a:lnTo>
                  <a:lnTo>
                    <a:pt x="319224" y="1235701"/>
                  </a:lnTo>
                  <a:lnTo>
                    <a:pt x="319201" y="1235687"/>
                  </a:lnTo>
                  <a:lnTo>
                    <a:pt x="319182" y="1235668"/>
                  </a:lnTo>
                  <a:lnTo>
                    <a:pt x="319170" y="1235647"/>
                  </a:lnTo>
                  <a:lnTo>
                    <a:pt x="319160" y="1235628"/>
                  </a:lnTo>
                  <a:lnTo>
                    <a:pt x="319152" y="1235598"/>
                  </a:lnTo>
                  <a:lnTo>
                    <a:pt x="319140" y="1235570"/>
                  </a:lnTo>
                  <a:lnTo>
                    <a:pt x="319133" y="1235563"/>
                  </a:lnTo>
                  <a:lnTo>
                    <a:pt x="319124" y="1235558"/>
                  </a:lnTo>
                  <a:lnTo>
                    <a:pt x="319076" y="1235545"/>
                  </a:lnTo>
                  <a:lnTo>
                    <a:pt x="319054" y="1235538"/>
                  </a:lnTo>
                  <a:lnTo>
                    <a:pt x="319044" y="1235535"/>
                  </a:lnTo>
                  <a:lnTo>
                    <a:pt x="319005" y="1235511"/>
                  </a:lnTo>
                  <a:lnTo>
                    <a:pt x="318977" y="1235505"/>
                  </a:lnTo>
                  <a:lnTo>
                    <a:pt x="318924" y="1235502"/>
                  </a:lnTo>
                  <a:lnTo>
                    <a:pt x="318888" y="1235489"/>
                  </a:lnTo>
                  <a:lnTo>
                    <a:pt x="318831" y="1235459"/>
                  </a:lnTo>
                  <a:lnTo>
                    <a:pt x="318810" y="1235456"/>
                  </a:lnTo>
                  <a:lnTo>
                    <a:pt x="318763" y="1235467"/>
                  </a:lnTo>
                  <a:lnTo>
                    <a:pt x="318722" y="1235471"/>
                  </a:lnTo>
                  <a:lnTo>
                    <a:pt x="318658" y="1235471"/>
                  </a:lnTo>
                  <a:lnTo>
                    <a:pt x="318565" y="1235481"/>
                  </a:lnTo>
                  <a:lnTo>
                    <a:pt x="318560" y="1235480"/>
                  </a:lnTo>
                  <a:lnTo>
                    <a:pt x="318508" y="1235471"/>
                  </a:lnTo>
                  <a:lnTo>
                    <a:pt x="318478" y="1235468"/>
                  </a:lnTo>
                  <a:lnTo>
                    <a:pt x="318419" y="1235482"/>
                  </a:lnTo>
                  <a:lnTo>
                    <a:pt x="318336" y="1235486"/>
                  </a:lnTo>
                  <a:lnTo>
                    <a:pt x="318266" y="1235488"/>
                  </a:lnTo>
                  <a:lnTo>
                    <a:pt x="318210" y="1235469"/>
                  </a:lnTo>
                  <a:lnTo>
                    <a:pt x="318150" y="1235444"/>
                  </a:lnTo>
                  <a:lnTo>
                    <a:pt x="318125" y="1235428"/>
                  </a:lnTo>
                  <a:lnTo>
                    <a:pt x="318103" y="1235407"/>
                  </a:lnTo>
                  <a:lnTo>
                    <a:pt x="318099" y="1235382"/>
                  </a:lnTo>
                  <a:lnTo>
                    <a:pt x="318098" y="1235343"/>
                  </a:lnTo>
                  <a:lnTo>
                    <a:pt x="318095" y="1235333"/>
                  </a:lnTo>
                  <a:lnTo>
                    <a:pt x="318091" y="1235322"/>
                  </a:lnTo>
                  <a:lnTo>
                    <a:pt x="318088" y="1235310"/>
                  </a:lnTo>
                  <a:lnTo>
                    <a:pt x="318081" y="1235304"/>
                  </a:lnTo>
                  <a:lnTo>
                    <a:pt x="318061" y="1235298"/>
                  </a:lnTo>
                  <a:lnTo>
                    <a:pt x="318040" y="1235298"/>
                  </a:lnTo>
                  <a:lnTo>
                    <a:pt x="318019" y="1235295"/>
                  </a:lnTo>
                  <a:lnTo>
                    <a:pt x="317997" y="1235289"/>
                  </a:lnTo>
                  <a:lnTo>
                    <a:pt x="317894" y="1235235"/>
                  </a:lnTo>
                  <a:lnTo>
                    <a:pt x="317862" y="1235217"/>
                  </a:lnTo>
                  <a:lnTo>
                    <a:pt x="317846" y="1235212"/>
                  </a:lnTo>
                  <a:lnTo>
                    <a:pt x="317820" y="1235207"/>
                  </a:lnTo>
                  <a:lnTo>
                    <a:pt x="317803" y="1235202"/>
                  </a:lnTo>
                  <a:lnTo>
                    <a:pt x="317783" y="1235189"/>
                  </a:lnTo>
                  <a:lnTo>
                    <a:pt x="317754" y="1235163"/>
                  </a:lnTo>
                  <a:lnTo>
                    <a:pt x="317736" y="1235117"/>
                  </a:lnTo>
                  <a:lnTo>
                    <a:pt x="317713" y="1235080"/>
                  </a:lnTo>
                  <a:lnTo>
                    <a:pt x="317682" y="1235044"/>
                  </a:lnTo>
                  <a:lnTo>
                    <a:pt x="317664" y="1235027"/>
                  </a:lnTo>
                  <a:lnTo>
                    <a:pt x="317648" y="1235003"/>
                  </a:lnTo>
                  <a:lnTo>
                    <a:pt x="317644" y="1234992"/>
                  </a:lnTo>
                  <a:lnTo>
                    <a:pt x="317631" y="1234956"/>
                  </a:lnTo>
                  <a:lnTo>
                    <a:pt x="317626" y="1234956"/>
                  </a:lnTo>
                  <a:lnTo>
                    <a:pt x="317610" y="1234969"/>
                  </a:lnTo>
                  <a:lnTo>
                    <a:pt x="317576" y="1234993"/>
                  </a:lnTo>
                  <a:lnTo>
                    <a:pt x="317536" y="1235012"/>
                  </a:lnTo>
                  <a:lnTo>
                    <a:pt x="317487" y="1235033"/>
                  </a:lnTo>
                  <a:lnTo>
                    <a:pt x="317435" y="1235053"/>
                  </a:lnTo>
                  <a:lnTo>
                    <a:pt x="317414" y="1235059"/>
                  </a:lnTo>
                  <a:lnTo>
                    <a:pt x="317393" y="1235058"/>
                  </a:lnTo>
                  <a:lnTo>
                    <a:pt x="317362" y="1235041"/>
                  </a:lnTo>
                  <a:lnTo>
                    <a:pt x="317295" y="1234994"/>
                  </a:lnTo>
                  <a:lnTo>
                    <a:pt x="317236" y="1234955"/>
                  </a:lnTo>
                  <a:lnTo>
                    <a:pt x="317212" y="1234940"/>
                  </a:lnTo>
                  <a:lnTo>
                    <a:pt x="317197" y="1234941"/>
                  </a:lnTo>
                  <a:lnTo>
                    <a:pt x="317149" y="1234960"/>
                  </a:lnTo>
                  <a:lnTo>
                    <a:pt x="317129" y="1234971"/>
                  </a:lnTo>
                  <a:lnTo>
                    <a:pt x="317097" y="1234991"/>
                  </a:lnTo>
                  <a:lnTo>
                    <a:pt x="317075" y="1235004"/>
                  </a:lnTo>
                  <a:lnTo>
                    <a:pt x="317056" y="1235016"/>
                  </a:lnTo>
                  <a:lnTo>
                    <a:pt x="317031" y="1235032"/>
                  </a:lnTo>
                  <a:lnTo>
                    <a:pt x="317014" y="1235037"/>
                  </a:lnTo>
                  <a:lnTo>
                    <a:pt x="316988" y="1235049"/>
                  </a:lnTo>
                  <a:lnTo>
                    <a:pt x="316979" y="1235058"/>
                  </a:lnTo>
                  <a:lnTo>
                    <a:pt x="316972" y="1235067"/>
                  </a:lnTo>
                  <a:lnTo>
                    <a:pt x="316966" y="1235077"/>
                  </a:lnTo>
                  <a:lnTo>
                    <a:pt x="316950" y="1235121"/>
                  </a:lnTo>
                  <a:lnTo>
                    <a:pt x="316934" y="1235149"/>
                  </a:lnTo>
                  <a:lnTo>
                    <a:pt x="316894" y="1235184"/>
                  </a:lnTo>
                  <a:lnTo>
                    <a:pt x="316882" y="1235194"/>
                  </a:lnTo>
                  <a:lnTo>
                    <a:pt x="316868" y="1235210"/>
                  </a:lnTo>
                  <a:lnTo>
                    <a:pt x="316850" y="1235235"/>
                  </a:lnTo>
                  <a:lnTo>
                    <a:pt x="316834" y="1235273"/>
                  </a:lnTo>
                  <a:lnTo>
                    <a:pt x="316831" y="1235278"/>
                  </a:lnTo>
                  <a:lnTo>
                    <a:pt x="316812" y="1235295"/>
                  </a:lnTo>
                  <a:lnTo>
                    <a:pt x="316800" y="1235302"/>
                  </a:lnTo>
                  <a:lnTo>
                    <a:pt x="316786" y="1235309"/>
                  </a:lnTo>
                  <a:lnTo>
                    <a:pt x="316768" y="1235314"/>
                  </a:lnTo>
                  <a:lnTo>
                    <a:pt x="316727" y="1235327"/>
                  </a:lnTo>
                  <a:lnTo>
                    <a:pt x="316584" y="1235377"/>
                  </a:lnTo>
                  <a:lnTo>
                    <a:pt x="316569" y="1235382"/>
                  </a:lnTo>
                  <a:lnTo>
                    <a:pt x="316499" y="1235413"/>
                  </a:lnTo>
                  <a:lnTo>
                    <a:pt x="316374" y="1235471"/>
                  </a:lnTo>
                  <a:lnTo>
                    <a:pt x="316330" y="1235489"/>
                  </a:lnTo>
                  <a:lnTo>
                    <a:pt x="316280" y="1235490"/>
                  </a:lnTo>
                  <a:lnTo>
                    <a:pt x="316197" y="1235497"/>
                  </a:lnTo>
                  <a:lnTo>
                    <a:pt x="316092" y="1235535"/>
                  </a:lnTo>
                  <a:lnTo>
                    <a:pt x="315976" y="1235572"/>
                  </a:lnTo>
                  <a:lnTo>
                    <a:pt x="315954" y="1235585"/>
                  </a:lnTo>
                  <a:lnTo>
                    <a:pt x="315923" y="1235607"/>
                  </a:lnTo>
                  <a:lnTo>
                    <a:pt x="315898" y="1235627"/>
                  </a:lnTo>
                  <a:lnTo>
                    <a:pt x="315871" y="1235658"/>
                  </a:lnTo>
                  <a:lnTo>
                    <a:pt x="315854" y="1235690"/>
                  </a:lnTo>
                  <a:lnTo>
                    <a:pt x="315839" y="1235709"/>
                  </a:lnTo>
                  <a:lnTo>
                    <a:pt x="315803" y="1235739"/>
                  </a:lnTo>
                  <a:lnTo>
                    <a:pt x="315791" y="1235742"/>
                  </a:lnTo>
                  <a:lnTo>
                    <a:pt x="315777" y="1235736"/>
                  </a:lnTo>
                  <a:lnTo>
                    <a:pt x="315738" y="1235716"/>
                  </a:lnTo>
                  <a:lnTo>
                    <a:pt x="315713" y="1235697"/>
                  </a:lnTo>
                  <a:lnTo>
                    <a:pt x="315697" y="1235690"/>
                  </a:lnTo>
                  <a:lnTo>
                    <a:pt x="315681" y="1235694"/>
                  </a:lnTo>
                  <a:lnTo>
                    <a:pt x="315632" y="1235723"/>
                  </a:lnTo>
                  <a:lnTo>
                    <a:pt x="315600" y="1235735"/>
                  </a:lnTo>
                  <a:lnTo>
                    <a:pt x="315574" y="1235744"/>
                  </a:lnTo>
                  <a:lnTo>
                    <a:pt x="315519" y="1235748"/>
                  </a:lnTo>
                  <a:lnTo>
                    <a:pt x="315493" y="1235739"/>
                  </a:lnTo>
                  <a:lnTo>
                    <a:pt x="315391" y="1235693"/>
                  </a:lnTo>
                  <a:lnTo>
                    <a:pt x="315320" y="1235671"/>
                  </a:lnTo>
                  <a:lnTo>
                    <a:pt x="315249" y="1235663"/>
                  </a:lnTo>
                  <a:lnTo>
                    <a:pt x="315170" y="1235670"/>
                  </a:lnTo>
                  <a:lnTo>
                    <a:pt x="315124" y="1235678"/>
                  </a:lnTo>
                  <a:lnTo>
                    <a:pt x="315106" y="1235688"/>
                  </a:lnTo>
                  <a:lnTo>
                    <a:pt x="315099" y="1235692"/>
                  </a:lnTo>
                  <a:lnTo>
                    <a:pt x="315072" y="1235724"/>
                  </a:lnTo>
                  <a:lnTo>
                    <a:pt x="315010" y="1235794"/>
                  </a:lnTo>
                  <a:lnTo>
                    <a:pt x="314993" y="1235813"/>
                  </a:lnTo>
                  <a:lnTo>
                    <a:pt x="314898" y="1235909"/>
                  </a:lnTo>
                  <a:lnTo>
                    <a:pt x="314752" y="1236047"/>
                  </a:lnTo>
                  <a:lnTo>
                    <a:pt x="314615" y="1236149"/>
                  </a:lnTo>
                  <a:lnTo>
                    <a:pt x="314610" y="1236152"/>
                  </a:lnTo>
                  <a:lnTo>
                    <a:pt x="314509" y="1236232"/>
                  </a:lnTo>
                  <a:lnTo>
                    <a:pt x="314451" y="1236283"/>
                  </a:lnTo>
                  <a:lnTo>
                    <a:pt x="314428" y="1236303"/>
                  </a:lnTo>
                  <a:lnTo>
                    <a:pt x="314370" y="1236373"/>
                  </a:lnTo>
                  <a:lnTo>
                    <a:pt x="314300" y="1236453"/>
                  </a:lnTo>
                  <a:lnTo>
                    <a:pt x="314248" y="1236510"/>
                  </a:lnTo>
                  <a:lnTo>
                    <a:pt x="314203" y="1236548"/>
                  </a:lnTo>
                  <a:lnTo>
                    <a:pt x="314172" y="1236562"/>
                  </a:lnTo>
                  <a:lnTo>
                    <a:pt x="314135" y="1236571"/>
                  </a:lnTo>
                  <a:lnTo>
                    <a:pt x="314125" y="1236571"/>
                  </a:lnTo>
                  <a:lnTo>
                    <a:pt x="314078" y="1236574"/>
                  </a:lnTo>
                  <a:lnTo>
                    <a:pt x="314015" y="1236565"/>
                  </a:lnTo>
                  <a:lnTo>
                    <a:pt x="313972" y="1236566"/>
                  </a:lnTo>
                  <a:lnTo>
                    <a:pt x="313890" y="1236570"/>
                  </a:lnTo>
                  <a:lnTo>
                    <a:pt x="313824" y="1236551"/>
                  </a:lnTo>
                  <a:lnTo>
                    <a:pt x="313644" y="1236494"/>
                  </a:lnTo>
                  <a:lnTo>
                    <a:pt x="313631" y="1236489"/>
                  </a:lnTo>
                  <a:lnTo>
                    <a:pt x="313554" y="1236458"/>
                  </a:lnTo>
                  <a:lnTo>
                    <a:pt x="313420" y="1236396"/>
                  </a:lnTo>
                  <a:lnTo>
                    <a:pt x="313298" y="1236345"/>
                  </a:lnTo>
                  <a:lnTo>
                    <a:pt x="313177" y="1236306"/>
                  </a:lnTo>
                  <a:lnTo>
                    <a:pt x="313142" y="1236293"/>
                  </a:lnTo>
                  <a:lnTo>
                    <a:pt x="313136" y="1236291"/>
                  </a:lnTo>
                  <a:lnTo>
                    <a:pt x="313103" y="1236278"/>
                  </a:lnTo>
                  <a:lnTo>
                    <a:pt x="313065" y="1236256"/>
                  </a:lnTo>
                  <a:lnTo>
                    <a:pt x="313018" y="1236211"/>
                  </a:lnTo>
                  <a:lnTo>
                    <a:pt x="312961" y="1236138"/>
                  </a:lnTo>
                  <a:lnTo>
                    <a:pt x="312890" y="1235999"/>
                  </a:lnTo>
                  <a:lnTo>
                    <a:pt x="312857" y="1235935"/>
                  </a:lnTo>
                  <a:lnTo>
                    <a:pt x="312831" y="1235896"/>
                  </a:lnTo>
                  <a:lnTo>
                    <a:pt x="312804" y="1235878"/>
                  </a:lnTo>
                  <a:lnTo>
                    <a:pt x="312744" y="1235858"/>
                  </a:lnTo>
                  <a:lnTo>
                    <a:pt x="312668" y="1235847"/>
                  </a:lnTo>
                  <a:lnTo>
                    <a:pt x="312639" y="1235843"/>
                  </a:lnTo>
                  <a:lnTo>
                    <a:pt x="312575" y="1235836"/>
                  </a:lnTo>
                  <a:lnTo>
                    <a:pt x="312370" y="1235819"/>
                  </a:lnTo>
                  <a:lnTo>
                    <a:pt x="312332" y="1235814"/>
                  </a:lnTo>
                  <a:lnTo>
                    <a:pt x="312185" y="1235796"/>
                  </a:lnTo>
                  <a:lnTo>
                    <a:pt x="312144" y="1235776"/>
                  </a:lnTo>
                  <a:lnTo>
                    <a:pt x="312131" y="1235770"/>
                  </a:lnTo>
                  <a:lnTo>
                    <a:pt x="312107" y="1235745"/>
                  </a:lnTo>
                  <a:lnTo>
                    <a:pt x="312074" y="1235716"/>
                  </a:lnTo>
                  <a:lnTo>
                    <a:pt x="312011" y="1235639"/>
                  </a:lnTo>
                  <a:lnTo>
                    <a:pt x="311956" y="1235559"/>
                  </a:lnTo>
                  <a:lnTo>
                    <a:pt x="311880" y="1235446"/>
                  </a:lnTo>
                  <a:lnTo>
                    <a:pt x="311841" y="1235382"/>
                  </a:lnTo>
                  <a:lnTo>
                    <a:pt x="311822" y="1235334"/>
                  </a:lnTo>
                  <a:lnTo>
                    <a:pt x="311793" y="1235257"/>
                  </a:lnTo>
                  <a:lnTo>
                    <a:pt x="311750" y="1235140"/>
                  </a:lnTo>
                  <a:lnTo>
                    <a:pt x="311733" y="1235076"/>
                  </a:lnTo>
                  <a:lnTo>
                    <a:pt x="311711" y="1234968"/>
                  </a:lnTo>
                  <a:lnTo>
                    <a:pt x="311687" y="1234863"/>
                  </a:lnTo>
                  <a:lnTo>
                    <a:pt x="311683" y="1234850"/>
                  </a:lnTo>
                  <a:lnTo>
                    <a:pt x="311666" y="1234788"/>
                  </a:lnTo>
                  <a:lnTo>
                    <a:pt x="311651" y="1234759"/>
                  </a:lnTo>
                  <a:lnTo>
                    <a:pt x="311642" y="1234745"/>
                  </a:lnTo>
                  <a:lnTo>
                    <a:pt x="311619" y="1234707"/>
                  </a:lnTo>
                  <a:lnTo>
                    <a:pt x="311598" y="1234684"/>
                  </a:lnTo>
                  <a:lnTo>
                    <a:pt x="311586" y="1234673"/>
                  </a:lnTo>
                  <a:lnTo>
                    <a:pt x="311555" y="1234659"/>
                  </a:lnTo>
                  <a:lnTo>
                    <a:pt x="311442" y="1234626"/>
                  </a:lnTo>
                  <a:lnTo>
                    <a:pt x="311330" y="1234601"/>
                  </a:lnTo>
                  <a:lnTo>
                    <a:pt x="311180" y="1234579"/>
                  </a:lnTo>
                  <a:lnTo>
                    <a:pt x="311147" y="1234576"/>
                  </a:lnTo>
                  <a:lnTo>
                    <a:pt x="311040" y="1234568"/>
                  </a:lnTo>
                  <a:lnTo>
                    <a:pt x="310929" y="1234554"/>
                  </a:lnTo>
                  <a:lnTo>
                    <a:pt x="310735" y="1234523"/>
                  </a:lnTo>
                  <a:lnTo>
                    <a:pt x="310653" y="1234513"/>
                  </a:lnTo>
                  <a:lnTo>
                    <a:pt x="310528" y="1234497"/>
                  </a:lnTo>
                  <a:lnTo>
                    <a:pt x="310291" y="1234490"/>
                  </a:lnTo>
                  <a:lnTo>
                    <a:pt x="310173" y="1234484"/>
                  </a:lnTo>
                  <a:lnTo>
                    <a:pt x="310159" y="1234484"/>
                  </a:lnTo>
                  <a:lnTo>
                    <a:pt x="310065" y="1234485"/>
                  </a:lnTo>
                  <a:lnTo>
                    <a:pt x="309925" y="1234499"/>
                  </a:lnTo>
                  <a:lnTo>
                    <a:pt x="309858" y="1234498"/>
                  </a:lnTo>
                  <a:lnTo>
                    <a:pt x="309851" y="1234485"/>
                  </a:lnTo>
                  <a:lnTo>
                    <a:pt x="309848" y="1234465"/>
                  </a:lnTo>
                  <a:lnTo>
                    <a:pt x="309852" y="1234410"/>
                  </a:lnTo>
                  <a:lnTo>
                    <a:pt x="309853" y="1234380"/>
                  </a:lnTo>
                  <a:lnTo>
                    <a:pt x="309854" y="1234330"/>
                  </a:lnTo>
                  <a:lnTo>
                    <a:pt x="309850" y="1234225"/>
                  </a:lnTo>
                  <a:lnTo>
                    <a:pt x="309840" y="1234124"/>
                  </a:lnTo>
                  <a:lnTo>
                    <a:pt x="309832" y="1234074"/>
                  </a:lnTo>
                  <a:lnTo>
                    <a:pt x="309821" y="1234035"/>
                  </a:lnTo>
                  <a:lnTo>
                    <a:pt x="309796" y="1233969"/>
                  </a:lnTo>
                  <a:lnTo>
                    <a:pt x="309766" y="1233908"/>
                  </a:lnTo>
                  <a:lnTo>
                    <a:pt x="309760" y="1233896"/>
                  </a:lnTo>
                  <a:lnTo>
                    <a:pt x="309735" y="1233844"/>
                  </a:lnTo>
                  <a:lnTo>
                    <a:pt x="309659" y="1233749"/>
                  </a:lnTo>
                  <a:lnTo>
                    <a:pt x="309637" y="1233722"/>
                  </a:lnTo>
                  <a:lnTo>
                    <a:pt x="309590" y="1233652"/>
                  </a:lnTo>
                  <a:lnTo>
                    <a:pt x="309561" y="1233596"/>
                  </a:lnTo>
                  <a:lnTo>
                    <a:pt x="309532" y="1233534"/>
                  </a:lnTo>
                  <a:lnTo>
                    <a:pt x="309515" y="1233471"/>
                  </a:lnTo>
                  <a:lnTo>
                    <a:pt x="309504" y="1233413"/>
                  </a:lnTo>
                  <a:lnTo>
                    <a:pt x="309500" y="1233392"/>
                  </a:lnTo>
                  <a:lnTo>
                    <a:pt x="309502" y="1233338"/>
                  </a:lnTo>
                  <a:lnTo>
                    <a:pt x="309513" y="1233290"/>
                  </a:lnTo>
                  <a:lnTo>
                    <a:pt x="309523" y="1233252"/>
                  </a:lnTo>
                  <a:lnTo>
                    <a:pt x="309534" y="1233181"/>
                  </a:lnTo>
                  <a:lnTo>
                    <a:pt x="309547" y="1233130"/>
                  </a:lnTo>
                  <a:lnTo>
                    <a:pt x="309552" y="1233102"/>
                  </a:lnTo>
                  <a:lnTo>
                    <a:pt x="309555" y="1233054"/>
                  </a:lnTo>
                  <a:lnTo>
                    <a:pt x="309547" y="1232993"/>
                  </a:lnTo>
                  <a:lnTo>
                    <a:pt x="309538" y="1232949"/>
                  </a:lnTo>
                  <a:lnTo>
                    <a:pt x="309529" y="1232928"/>
                  </a:lnTo>
                  <a:lnTo>
                    <a:pt x="309498" y="1232849"/>
                  </a:lnTo>
                  <a:lnTo>
                    <a:pt x="309446" y="1232760"/>
                  </a:lnTo>
                  <a:lnTo>
                    <a:pt x="309430" y="1232722"/>
                  </a:lnTo>
                  <a:lnTo>
                    <a:pt x="309425" y="1232686"/>
                  </a:lnTo>
                  <a:lnTo>
                    <a:pt x="309426" y="1232636"/>
                  </a:lnTo>
                  <a:lnTo>
                    <a:pt x="309437" y="1232594"/>
                  </a:lnTo>
                  <a:lnTo>
                    <a:pt x="309455" y="1232540"/>
                  </a:lnTo>
                  <a:lnTo>
                    <a:pt x="309464" y="1232481"/>
                  </a:lnTo>
                  <a:lnTo>
                    <a:pt x="309464" y="1232444"/>
                  </a:lnTo>
                  <a:lnTo>
                    <a:pt x="309464" y="1232432"/>
                  </a:lnTo>
                  <a:lnTo>
                    <a:pt x="309460" y="1232392"/>
                  </a:lnTo>
                  <a:lnTo>
                    <a:pt x="309450" y="1232362"/>
                  </a:lnTo>
                  <a:lnTo>
                    <a:pt x="309402" y="1232289"/>
                  </a:lnTo>
                  <a:lnTo>
                    <a:pt x="309325" y="1232199"/>
                  </a:lnTo>
                  <a:lnTo>
                    <a:pt x="309170" y="1232074"/>
                  </a:lnTo>
                  <a:lnTo>
                    <a:pt x="309150" y="1232060"/>
                  </a:lnTo>
                  <a:lnTo>
                    <a:pt x="309068" y="1232006"/>
                  </a:lnTo>
                  <a:lnTo>
                    <a:pt x="309018" y="1231963"/>
                  </a:lnTo>
                  <a:lnTo>
                    <a:pt x="309013" y="1231958"/>
                  </a:lnTo>
                  <a:lnTo>
                    <a:pt x="308981" y="1231928"/>
                  </a:lnTo>
                  <a:lnTo>
                    <a:pt x="308936" y="1231857"/>
                  </a:lnTo>
                  <a:lnTo>
                    <a:pt x="308896" y="1231799"/>
                  </a:lnTo>
                  <a:lnTo>
                    <a:pt x="308815" y="1231715"/>
                  </a:lnTo>
                  <a:lnTo>
                    <a:pt x="308766" y="1231683"/>
                  </a:lnTo>
                  <a:lnTo>
                    <a:pt x="308720" y="1231664"/>
                  </a:lnTo>
                  <a:lnTo>
                    <a:pt x="308681" y="1231659"/>
                  </a:lnTo>
                  <a:lnTo>
                    <a:pt x="308645" y="1231654"/>
                  </a:lnTo>
                  <a:lnTo>
                    <a:pt x="308604" y="1231658"/>
                  </a:lnTo>
                  <a:lnTo>
                    <a:pt x="308566" y="1231659"/>
                  </a:lnTo>
                  <a:lnTo>
                    <a:pt x="308581" y="1231634"/>
                  </a:lnTo>
                  <a:lnTo>
                    <a:pt x="308598" y="1231612"/>
                  </a:lnTo>
                  <a:lnTo>
                    <a:pt x="308607" y="1231597"/>
                  </a:lnTo>
                  <a:lnTo>
                    <a:pt x="308630" y="1231562"/>
                  </a:lnTo>
                  <a:lnTo>
                    <a:pt x="308640" y="1231532"/>
                  </a:lnTo>
                  <a:lnTo>
                    <a:pt x="308649" y="1231492"/>
                  </a:lnTo>
                  <a:lnTo>
                    <a:pt x="308651" y="1231481"/>
                  </a:lnTo>
                  <a:lnTo>
                    <a:pt x="308661" y="1231420"/>
                  </a:lnTo>
                  <a:lnTo>
                    <a:pt x="308662" y="1231389"/>
                  </a:lnTo>
                  <a:lnTo>
                    <a:pt x="308665" y="1231358"/>
                  </a:lnTo>
                  <a:lnTo>
                    <a:pt x="308654" y="1231256"/>
                  </a:lnTo>
                  <a:lnTo>
                    <a:pt x="308647" y="1231170"/>
                  </a:lnTo>
                  <a:lnTo>
                    <a:pt x="308643" y="1231111"/>
                  </a:lnTo>
                  <a:lnTo>
                    <a:pt x="308635" y="1231069"/>
                  </a:lnTo>
                  <a:lnTo>
                    <a:pt x="308626" y="1231036"/>
                  </a:lnTo>
                  <a:lnTo>
                    <a:pt x="308611" y="1231005"/>
                  </a:lnTo>
                  <a:lnTo>
                    <a:pt x="308607" y="1230996"/>
                  </a:lnTo>
                  <a:lnTo>
                    <a:pt x="308596" y="1230971"/>
                  </a:lnTo>
                  <a:lnTo>
                    <a:pt x="308550" y="1230869"/>
                  </a:lnTo>
                  <a:lnTo>
                    <a:pt x="308523" y="1230831"/>
                  </a:lnTo>
                  <a:lnTo>
                    <a:pt x="308503" y="1230816"/>
                  </a:lnTo>
                  <a:lnTo>
                    <a:pt x="308443" y="1230817"/>
                  </a:lnTo>
                  <a:lnTo>
                    <a:pt x="308315" y="1230822"/>
                  </a:lnTo>
                  <a:lnTo>
                    <a:pt x="308206" y="1230818"/>
                  </a:lnTo>
                  <a:lnTo>
                    <a:pt x="308170" y="1230806"/>
                  </a:lnTo>
                  <a:lnTo>
                    <a:pt x="308151" y="1230789"/>
                  </a:lnTo>
                  <a:lnTo>
                    <a:pt x="308121" y="1230764"/>
                  </a:lnTo>
                  <a:lnTo>
                    <a:pt x="308115" y="1230758"/>
                  </a:lnTo>
                  <a:lnTo>
                    <a:pt x="308102" y="1230746"/>
                  </a:lnTo>
                  <a:lnTo>
                    <a:pt x="308075" y="1230719"/>
                  </a:lnTo>
                  <a:lnTo>
                    <a:pt x="308057" y="1230693"/>
                  </a:lnTo>
                  <a:lnTo>
                    <a:pt x="308042" y="1230668"/>
                  </a:lnTo>
                  <a:lnTo>
                    <a:pt x="308038" y="1230656"/>
                  </a:lnTo>
                  <a:lnTo>
                    <a:pt x="308037" y="1230642"/>
                  </a:lnTo>
                  <a:lnTo>
                    <a:pt x="308035" y="1230604"/>
                  </a:lnTo>
                  <a:lnTo>
                    <a:pt x="308031" y="1230587"/>
                  </a:lnTo>
                  <a:lnTo>
                    <a:pt x="308019" y="1230574"/>
                  </a:lnTo>
                  <a:lnTo>
                    <a:pt x="308000" y="1230560"/>
                  </a:lnTo>
                  <a:lnTo>
                    <a:pt x="307973" y="1230542"/>
                  </a:lnTo>
                  <a:lnTo>
                    <a:pt x="307946" y="1230519"/>
                  </a:lnTo>
                  <a:lnTo>
                    <a:pt x="307912" y="1230491"/>
                  </a:lnTo>
                  <a:lnTo>
                    <a:pt x="307879" y="1230452"/>
                  </a:lnTo>
                  <a:lnTo>
                    <a:pt x="307857" y="1230430"/>
                  </a:lnTo>
                  <a:lnTo>
                    <a:pt x="307847" y="1230413"/>
                  </a:lnTo>
                  <a:lnTo>
                    <a:pt x="307841" y="1230396"/>
                  </a:lnTo>
                  <a:lnTo>
                    <a:pt x="307840" y="1230375"/>
                  </a:lnTo>
                  <a:lnTo>
                    <a:pt x="307834" y="1230347"/>
                  </a:lnTo>
                  <a:lnTo>
                    <a:pt x="307829" y="1230318"/>
                  </a:lnTo>
                  <a:lnTo>
                    <a:pt x="307826" y="1230287"/>
                  </a:lnTo>
                  <a:lnTo>
                    <a:pt x="307826" y="1230261"/>
                  </a:lnTo>
                  <a:lnTo>
                    <a:pt x="307820" y="1230233"/>
                  </a:lnTo>
                  <a:lnTo>
                    <a:pt x="307811" y="1230217"/>
                  </a:lnTo>
                  <a:lnTo>
                    <a:pt x="307797" y="1230211"/>
                  </a:lnTo>
                  <a:lnTo>
                    <a:pt x="307777" y="1230207"/>
                  </a:lnTo>
                  <a:lnTo>
                    <a:pt x="307755" y="1230207"/>
                  </a:lnTo>
                  <a:lnTo>
                    <a:pt x="307736" y="1230206"/>
                  </a:lnTo>
                  <a:lnTo>
                    <a:pt x="307715" y="1230223"/>
                  </a:lnTo>
                  <a:lnTo>
                    <a:pt x="307707" y="1230228"/>
                  </a:lnTo>
                  <a:lnTo>
                    <a:pt x="307692" y="1230236"/>
                  </a:lnTo>
                  <a:lnTo>
                    <a:pt x="307668" y="1230245"/>
                  </a:lnTo>
                  <a:lnTo>
                    <a:pt x="307653" y="1230246"/>
                  </a:lnTo>
                  <a:lnTo>
                    <a:pt x="307647" y="1230246"/>
                  </a:lnTo>
                  <a:lnTo>
                    <a:pt x="307618" y="1230243"/>
                  </a:lnTo>
                  <a:lnTo>
                    <a:pt x="307554" y="1230224"/>
                  </a:lnTo>
                  <a:lnTo>
                    <a:pt x="307533" y="1230211"/>
                  </a:lnTo>
                  <a:lnTo>
                    <a:pt x="307459" y="1230179"/>
                  </a:lnTo>
                  <a:lnTo>
                    <a:pt x="307409" y="1230143"/>
                  </a:lnTo>
                  <a:lnTo>
                    <a:pt x="307367" y="1230113"/>
                  </a:lnTo>
                  <a:lnTo>
                    <a:pt x="307335" y="1230077"/>
                  </a:lnTo>
                  <a:lnTo>
                    <a:pt x="307303" y="1230030"/>
                  </a:lnTo>
                  <a:lnTo>
                    <a:pt x="307300" y="1230026"/>
                  </a:lnTo>
                  <a:lnTo>
                    <a:pt x="307285" y="1230008"/>
                  </a:lnTo>
                  <a:lnTo>
                    <a:pt x="307265" y="1229990"/>
                  </a:lnTo>
                  <a:lnTo>
                    <a:pt x="307245" y="1229984"/>
                  </a:lnTo>
                  <a:lnTo>
                    <a:pt x="307213" y="1229979"/>
                  </a:lnTo>
                  <a:lnTo>
                    <a:pt x="307113" y="1229975"/>
                  </a:lnTo>
                  <a:lnTo>
                    <a:pt x="307038" y="1229966"/>
                  </a:lnTo>
                  <a:lnTo>
                    <a:pt x="306991" y="1229956"/>
                  </a:lnTo>
                  <a:lnTo>
                    <a:pt x="306960" y="1229950"/>
                  </a:lnTo>
                  <a:lnTo>
                    <a:pt x="306929" y="1229942"/>
                  </a:lnTo>
                  <a:lnTo>
                    <a:pt x="306883" y="1229931"/>
                  </a:lnTo>
                  <a:lnTo>
                    <a:pt x="306836" y="1229916"/>
                  </a:lnTo>
                  <a:lnTo>
                    <a:pt x="306788" y="1229896"/>
                  </a:lnTo>
                  <a:lnTo>
                    <a:pt x="306763" y="1229891"/>
                  </a:lnTo>
                  <a:lnTo>
                    <a:pt x="306707" y="1229889"/>
                  </a:lnTo>
                  <a:lnTo>
                    <a:pt x="306674" y="1229890"/>
                  </a:lnTo>
                  <a:lnTo>
                    <a:pt x="306633" y="1229899"/>
                  </a:lnTo>
                  <a:lnTo>
                    <a:pt x="306597" y="1229913"/>
                  </a:lnTo>
                  <a:lnTo>
                    <a:pt x="306569" y="1229930"/>
                  </a:lnTo>
                  <a:lnTo>
                    <a:pt x="306548" y="1229940"/>
                  </a:lnTo>
                  <a:lnTo>
                    <a:pt x="306533" y="1229941"/>
                  </a:lnTo>
                  <a:lnTo>
                    <a:pt x="306513" y="1229938"/>
                  </a:lnTo>
                  <a:lnTo>
                    <a:pt x="306505" y="1229936"/>
                  </a:lnTo>
                  <a:lnTo>
                    <a:pt x="306474" y="1229921"/>
                  </a:lnTo>
                  <a:lnTo>
                    <a:pt x="306456" y="1229900"/>
                  </a:lnTo>
                  <a:lnTo>
                    <a:pt x="306431" y="1229878"/>
                  </a:lnTo>
                  <a:lnTo>
                    <a:pt x="306398" y="1229863"/>
                  </a:lnTo>
                  <a:lnTo>
                    <a:pt x="306369" y="1229859"/>
                  </a:lnTo>
                  <a:lnTo>
                    <a:pt x="306348" y="1229859"/>
                  </a:lnTo>
                  <a:lnTo>
                    <a:pt x="306309" y="1229851"/>
                  </a:lnTo>
                  <a:lnTo>
                    <a:pt x="306275" y="1229834"/>
                  </a:lnTo>
                  <a:lnTo>
                    <a:pt x="306254" y="1229812"/>
                  </a:lnTo>
                  <a:lnTo>
                    <a:pt x="306237" y="1229792"/>
                  </a:lnTo>
                  <a:lnTo>
                    <a:pt x="306203" y="1229749"/>
                  </a:lnTo>
                  <a:lnTo>
                    <a:pt x="306175" y="1229709"/>
                  </a:lnTo>
                  <a:lnTo>
                    <a:pt x="306140" y="1229668"/>
                  </a:lnTo>
                  <a:lnTo>
                    <a:pt x="306108" y="1229637"/>
                  </a:lnTo>
                  <a:lnTo>
                    <a:pt x="306096" y="1229608"/>
                  </a:lnTo>
                  <a:lnTo>
                    <a:pt x="306079" y="1229577"/>
                  </a:lnTo>
                  <a:lnTo>
                    <a:pt x="306047" y="1229538"/>
                  </a:lnTo>
                  <a:lnTo>
                    <a:pt x="306013" y="1229500"/>
                  </a:lnTo>
                  <a:lnTo>
                    <a:pt x="305979" y="1229450"/>
                  </a:lnTo>
                  <a:lnTo>
                    <a:pt x="305965" y="1229415"/>
                  </a:lnTo>
                  <a:lnTo>
                    <a:pt x="305951" y="1229393"/>
                  </a:lnTo>
                  <a:lnTo>
                    <a:pt x="305928" y="1229359"/>
                  </a:lnTo>
                  <a:lnTo>
                    <a:pt x="305900" y="1229323"/>
                  </a:lnTo>
                  <a:lnTo>
                    <a:pt x="305887" y="1229301"/>
                  </a:lnTo>
                  <a:lnTo>
                    <a:pt x="305877" y="1229252"/>
                  </a:lnTo>
                  <a:lnTo>
                    <a:pt x="305878" y="1229194"/>
                  </a:lnTo>
                  <a:lnTo>
                    <a:pt x="305883" y="1229110"/>
                  </a:lnTo>
                  <a:lnTo>
                    <a:pt x="305880" y="1229038"/>
                  </a:lnTo>
                  <a:lnTo>
                    <a:pt x="305906" y="1228996"/>
                  </a:lnTo>
                  <a:lnTo>
                    <a:pt x="305922" y="1228977"/>
                  </a:lnTo>
                  <a:lnTo>
                    <a:pt x="305943" y="1228956"/>
                  </a:lnTo>
                  <a:lnTo>
                    <a:pt x="305972" y="1228920"/>
                  </a:lnTo>
                  <a:lnTo>
                    <a:pt x="305988" y="1228902"/>
                  </a:lnTo>
                  <a:lnTo>
                    <a:pt x="306008" y="1228851"/>
                  </a:lnTo>
                  <a:lnTo>
                    <a:pt x="306012" y="1228836"/>
                  </a:lnTo>
                  <a:lnTo>
                    <a:pt x="306012" y="1228819"/>
                  </a:lnTo>
                  <a:lnTo>
                    <a:pt x="306009" y="1228791"/>
                  </a:lnTo>
                  <a:lnTo>
                    <a:pt x="306005" y="1228770"/>
                  </a:lnTo>
                  <a:lnTo>
                    <a:pt x="305993" y="1228729"/>
                  </a:lnTo>
                  <a:lnTo>
                    <a:pt x="306001" y="1228720"/>
                  </a:lnTo>
                  <a:lnTo>
                    <a:pt x="306022" y="1228720"/>
                  </a:lnTo>
                  <a:lnTo>
                    <a:pt x="306054" y="1228719"/>
                  </a:lnTo>
                  <a:lnTo>
                    <a:pt x="306170" y="1228711"/>
                  </a:lnTo>
                  <a:lnTo>
                    <a:pt x="306258" y="1228703"/>
                  </a:lnTo>
                  <a:lnTo>
                    <a:pt x="306339" y="1228709"/>
                  </a:lnTo>
                  <a:lnTo>
                    <a:pt x="306400" y="1228710"/>
                  </a:lnTo>
                  <a:lnTo>
                    <a:pt x="306460" y="1228700"/>
                  </a:lnTo>
                  <a:lnTo>
                    <a:pt x="306471" y="1228689"/>
                  </a:lnTo>
                  <a:lnTo>
                    <a:pt x="306473" y="1228677"/>
                  </a:lnTo>
                  <a:lnTo>
                    <a:pt x="306473" y="1228661"/>
                  </a:lnTo>
                  <a:lnTo>
                    <a:pt x="306464" y="1228625"/>
                  </a:lnTo>
                  <a:lnTo>
                    <a:pt x="306456" y="1228588"/>
                  </a:lnTo>
                  <a:lnTo>
                    <a:pt x="306450" y="1228560"/>
                  </a:lnTo>
                  <a:lnTo>
                    <a:pt x="306436" y="1228510"/>
                  </a:lnTo>
                  <a:lnTo>
                    <a:pt x="306424" y="1228474"/>
                  </a:lnTo>
                  <a:lnTo>
                    <a:pt x="306423" y="1228416"/>
                  </a:lnTo>
                  <a:lnTo>
                    <a:pt x="306427" y="1228386"/>
                  </a:lnTo>
                  <a:lnTo>
                    <a:pt x="306442" y="1228344"/>
                  </a:lnTo>
                  <a:lnTo>
                    <a:pt x="306446" y="1228302"/>
                  </a:lnTo>
                  <a:lnTo>
                    <a:pt x="306453" y="1228275"/>
                  </a:lnTo>
                  <a:lnTo>
                    <a:pt x="306473" y="1228221"/>
                  </a:lnTo>
                  <a:lnTo>
                    <a:pt x="306483" y="1228183"/>
                  </a:lnTo>
                  <a:lnTo>
                    <a:pt x="306489" y="1228144"/>
                  </a:lnTo>
                  <a:lnTo>
                    <a:pt x="306490" y="1228116"/>
                  </a:lnTo>
                  <a:lnTo>
                    <a:pt x="306488" y="1228095"/>
                  </a:lnTo>
                  <a:lnTo>
                    <a:pt x="306474" y="1228058"/>
                  </a:lnTo>
                  <a:lnTo>
                    <a:pt x="306452" y="1227997"/>
                  </a:lnTo>
                  <a:lnTo>
                    <a:pt x="306425" y="1227949"/>
                  </a:lnTo>
                  <a:lnTo>
                    <a:pt x="306389" y="1227900"/>
                  </a:lnTo>
                  <a:lnTo>
                    <a:pt x="306363" y="1227861"/>
                  </a:lnTo>
                  <a:lnTo>
                    <a:pt x="306315" y="1227795"/>
                  </a:lnTo>
                  <a:lnTo>
                    <a:pt x="306273" y="1227750"/>
                  </a:lnTo>
                  <a:lnTo>
                    <a:pt x="306215" y="1227689"/>
                  </a:lnTo>
                  <a:lnTo>
                    <a:pt x="306205" y="1227665"/>
                  </a:lnTo>
                  <a:lnTo>
                    <a:pt x="306193" y="1227634"/>
                  </a:lnTo>
                  <a:lnTo>
                    <a:pt x="306184" y="1227587"/>
                  </a:lnTo>
                  <a:lnTo>
                    <a:pt x="306159" y="1227489"/>
                  </a:lnTo>
                  <a:lnTo>
                    <a:pt x="306155" y="1227465"/>
                  </a:lnTo>
                  <a:lnTo>
                    <a:pt x="306147" y="1227435"/>
                  </a:lnTo>
                  <a:lnTo>
                    <a:pt x="306134" y="1227385"/>
                  </a:lnTo>
                  <a:lnTo>
                    <a:pt x="306126" y="1227362"/>
                  </a:lnTo>
                  <a:lnTo>
                    <a:pt x="306100" y="1227314"/>
                  </a:lnTo>
                  <a:lnTo>
                    <a:pt x="306092" y="1227306"/>
                  </a:lnTo>
                  <a:lnTo>
                    <a:pt x="306072" y="1227289"/>
                  </a:lnTo>
                  <a:lnTo>
                    <a:pt x="306048" y="1227274"/>
                  </a:lnTo>
                  <a:lnTo>
                    <a:pt x="306019" y="1227260"/>
                  </a:lnTo>
                  <a:lnTo>
                    <a:pt x="306000" y="1227253"/>
                  </a:lnTo>
                  <a:lnTo>
                    <a:pt x="305985" y="1227248"/>
                  </a:lnTo>
                  <a:lnTo>
                    <a:pt x="305956" y="1227236"/>
                  </a:lnTo>
                  <a:lnTo>
                    <a:pt x="305929" y="1227195"/>
                  </a:lnTo>
                  <a:lnTo>
                    <a:pt x="305907" y="1227145"/>
                  </a:lnTo>
                  <a:lnTo>
                    <a:pt x="305879" y="1227116"/>
                  </a:lnTo>
                  <a:lnTo>
                    <a:pt x="305844" y="1227080"/>
                  </a:lnTo>
                  <a:lnTo>
                    <a:pt x="305811" y="1227045"/>
                  </a:lnTo>
                  <a:lnTo>
                    <a:pt x="305766" y="1226989"/>
                  </a:lnTo>
                  <a:lnTo>
                    <a:pt x="305737" y="1226955"/>
                  </a:lnTo>
                  <a:lnTo>
                    <a:pt x="305683" y="1226916"/>
                  </a:lnTo>
                  <a:lnTo>
                    <a:pt x="305631" y="1226886"/>
                  </a:lnTo>
                  <a:lnTo>
                    <a:pt x="305587" y="1226844"/>
                  </a:lnTo>
                  <a:lnTo>
                    <a:pt x="305546" y="1226799"/>
                  </a:lnTo>
                  <a:lnTo>
                    <a:pt x="305528" y="1226777"/>
                  </a:lnTo>
                  <a:lnTo>
                    <a:pt x="305504" y="1226745"/>
                  </a:lnTo>
                  <a:lnTo>
                    <a:pt x="305478" y="1226713"/>
                  </a:lnTo>
                  <a:lnTo>
                    <a:pt x="305447" y="1226675"/>
                  </a:lnTo>
                  <a:lnTo>
                    <a:pt x="305441" y="1226660"/>
                  </a:lnTo>
                  <a:lnTo>
                    <a:pt x="305438" y="1226643"/>
                  </a:lnTo>
                  <a:lnTo>
                    <a:pt x="305421" y="1226592"/>
                  </a:lnTo>
                  <a:lnTo>
                    <a:pt x="305393" y="1226529"/>
                  </a:lnTo>
                  <a:lnTo>
                    <a:pt x="305385" y="1226503"/>
                  </a:lnTo>
                  <a:lnTo>
                    <a:pt x="305387" y="1226493"/>
                  </a:lnTo>
                  <a:lnTo>
                    <a:pt x="305398" y="1226479"/>
                  </a:lnTo>
                  <a:lnTo>
                    <a:pt x="305416" y="1226454"/>
                  </a:lnTo>
                  <a:lnTo>
                    <a:pt x="305423" y="1226441"/>
                  </a:lnTo>
                  <a:lnTo>
                    <a:pt x="305429" y="1226429"/>
                  </a:lnTo>
                  <a:lnTo>
                    <a:pt x="305430" y="1226416"/>
                  </a:lnTo>
                  <a:lnTo>
                    <a:pt x="305422" y="1226385"/>
                  </a:lnTo>
                  <a:lnTo>
                    <a:pt x="305405" y="1226323"/>
                  </a:lnTo>
                  <a:lnTo>
                    <a:pt x="305396" y="1226289"/>
                  </a:lnTo>
                  <a:lnTo>
                    <a:pt x="305382" y="1226253"/>
                  </a:lnTo>
                  <a:lnTo>
                    <a:pt x="305362" y="1226223"/>
                  </a:lnTo>
                  <a:lnTo>
                    <a:pt x="305362" y="1226218"/>
                  </a:lnTo>
                  <a:lnTo>
                    <a:pt x="305379" y="1226218"/>
                  </a:lnTo>
                  <a:lnTo>
                    <a:pt x="305392" y="1226214"/>
                  </a:lnTo>
                  <a:lnTo>
                    <a:pt x="305398" y="1226211"/>
                  </a:lnTo>
                  <a:lnTo>
                    <a:pt x="305434" y="1226191"/>
                  </a:lnTo>
                  <a:lnTo>
                    <a:pt x="305497" y="1226151"/>
                  </a:lnTo>
                  <a:lnTo>
                    <a:pt x="305514" y="1226132"/>
                  </a:lnTo>
                  <a:lnTo>
                    <a:pt x="305527" y="1226111"/>
                  </a:lnTo>
                  <a:lnTo>
                    <a:pt x="305536" y="1226085"/>
                  </a:lnTo>
                  <a:lnTo>
                    <a:pt x="305545" y="1226050"/>
                  </a:lnTo>
                  <a:lnTo>
                    <a:pt x="305547" y="1225987"/>
                  </a:lnTo>
                  <a:lnTo>
                    <a:pt x="305571" y="1225910"/>
                  </a:lnTo>
                  <a:lnTo>
                    <a:pt x="305587" y="1225850"/>
                  </a:lnTo>
                  <a:lnTo>
                    <a:pt x="305591" y="1225828"/>
                  </a:lnTo>
                  <a:lnTo>
                    <a:pt x="305598" y="1225817"/>
                  </a:lnTo>
                  <a:lnTo>
                    <a:pt x="305609" y="1225820"/>
                  </a:lnTo>
                  <a:lnTo>
                    <a:pt x="305634" y="1225834"/>
                  </a:lnTo>
                  <a:lnTo>
                    <a:pt x="305658" y="1225845"/>
                  </a:lnTo>
                  <a:lnTo>
                    <a:pt x="305689" y="1225857"/>
                  </a:lnTo>
                  <a:lnTo>
                    <a:pt x="305729" y="1225871"/>
                  </a:lnTo>
                  <a:lnTo>
                    <a:pt x="305744" y="1225871"/>
                  </a:lnTo>
                  <a:lnTo>
                    <a:pt x="305761" y="1225863"/>
                  </a:lnTo>
                  <a:lnTo>
                    <a:pt x="305801" y="1225817"/>
                  </a:lnTo>
                  <a:lnTo>
                    <a:pt x="305813" y="1225799"/>
                  </a:lnTo>
                  <a:lnTo>
                    <a:pt x="305817" y="1225783"/>
                  </a:lnTo>
                  <a:lnTo>
                    <a:pt x="305816" y="1225767"/>
                  </a:lnTo>
                  <a:lnTo>
                    <a:pt x="305800" y="1225731"/>
                  </a:lnTo>
                  <a:lnTo>
                    <a:pt x="305776" y="1225690"/>
                  </a:lnTo>
                  <a:lnTo>
                    <a:pt x="305730" y="1225628"/>
                  </a:lnTo>
                  <a:lnTo>
                    <a:pt x="305699" y="1225574"/>
                  </a:lnTo>
                  <a:lnTo>
                    <a:pt x="305653" y="1225510"/>
                  </a:lnTo>
                  <a:lnTo>
                    <a:pt x="305625" y="1225479"/>
                  </a:lnTo>
                  <a:lnTo>
                    <a:pt x="305597" y="1225459"/>
                  </a:lnTo>
                  <a:lnTo>
                    <a:pt x="305592" y="1225456"/>
                  </a:lnTo>
                  <a:lnTo>
                    <a:pt x="305563" y="1225443"/>
                  </a:lnTo>
                  <a:lnTo>
                    <a:pt x="305551" y="1225436"/>
                  </a:lnTo>
                  <a:lnTo>
                    <a:pt x="305536" y="1225403"/>
                  </a:lnTo>
                  <a:lnTo>
                    <a:pt x="305507" y="1225364"/>
                  </a:lnTo>
                  <a:lnTo>
                    <a:pt x="305463" y="1225324"/>
                  </a:lnTo>
                  <a:lnTo>
                    <a:pt x="305436" y="1225281"/>
                  </a:lnTo>
                  <a:lnTo>
                    <a:pt x="305432" y="1225275"/>
                  </a:lnTo>
                  <a:lnTo>
                    <a:pt x="305420" y="1225236"/>
                  </a:lnTo>
                  <a:lnTo>
                    <a:pt x="305416" y="1225215"/>
                  </a:lnTo>
                  <a:lnTo>
                    <a:pt x="305412" y="1225165"/>
                  </a:lnTo>
                  <a:lnTo>
                    <a:pt x="305403" y="1225131"/>
                  </a:lnTo>
                  <a:lnTo>
                    <a:pt x="305402" y="1225122"/>
                  </a:lnTo>
                  <a:lnTo>
                    <a:pt x="305404" y="1225113"/>
                  </a:lnTo>
                  <a:lnTo>
                    <a:pt x="305418" y="1225096"/>
                  </a:lnTo>
                  <a:lnTo>
                    <a:pt x="305426" y="1225081"/>
                  </a:lnTo>
                  <a:lnTo>
                    <a:pt x="305450" y="1225055"/>
                  </a:lnTo>
                  <a:lnTo>
                    <a:pt x="305497" y="1225028"/>
                  </a:lnTo>
                  <a:lnTo>
                    <a:pt x="305535" y="1225004"/>
                  </a:lnTo>
                  <a:lnTo>
                    <a:pt x="305594" y="1224983"/>
                  </a:lnTo>
                  <a:lnTo>
                    <a:pt x="305626" y="1224968"/>
                  </a:lnTo>
                  <a:lnTo>
                    <a:pt x="305657" y="1224959"/>
                  </a:lnTo>
                  <a:lnTo>
                    <a:pt x="305672" y="1224957"/>
                  </a:lnTo>
                  <a:lnTo>
                    <a:pt x="305680" y="1224956"/>
                  </a:lnTo>
                  <a:lnTo>
                    <a:pt x="305696" y="1224950"/>
                  </a:lnTo>
                  <a:lnTo>
                    <a:pt x="305724" y="1224931"/>
                  </a:lnTo>
                  <a:lnTo>
                    <a:pt x="305741" y="1224924"/>
                  </a:lnTo>
                  <a:lnTo>
                    <a:pt x="305754" y="1224917"/>
                  </a:lnTo>
                  <a:lnTo>
                    <a:pt x="305767" y="1224903"/>
                  </a:lnTo>
                  <a:lnTo>
                    <a:pt x="305771" y="1224882"/>
                  </a:lnTo>
                  <a:lnTo>
                    <a:pt x="305772" y="1224846"/>
                  </a:lnTo>
                  <a:lnTo>
                    <a:pt x="305775" y="1224832"/>
                  </a:lnTo>
                  <a:lnTo>
                    <a:pt x="305780" y="1224823"/>
                  </a:lnTo>
                  <a:lnTo>
                    <a:pt x="305788" y="1224806"/>
                  </a:lnTo>
                  <a:lnTo>
                    <a:pt x="305793" y="1224793"/>
                  </a:lnTo>
                  <a:lnTo>
                    <a:pt x="305794" y="1224784"/>
                  </a:lnTo>
                  <a:lnTo>
                    <a:pt x="305779" y="1224780"/>
                  </a:lnTo>
                  <a:lnTo>
                    <a:pt x="305760" y="1224778"/>
                  </a:lnTo>
                  <a:lnTo>
                    <a:pt x="305736" y="1224777"/>
                  </a:lnTo>
                  <a:lnTo>
                    <a:pt x="305714" y="1224775"/>
                  </a:lnTo>
                  <a:lnTo>
                    <a:pt x="305685" y="1224766"/>
                  </a:lnTo>
                  <a:lnTo>
                    <a:pt x="305665" y="1224765"/>
                  </a:lnTo>
                  <a:lnTo>
                    <a:pt x="305650" y="1224767"/>
                  </a:lnTo>
                  <a:lnTo>
                    <a:pt x="305629" y="1224762"/>
                  </a:lnTo>
                  <a:lnTo>
                    <a:pt x="305620" y="1224754"/>
                  </a:lnTo>
                  <a:lnTo>
                    <a:pt x="305609" y="1224738"/>
                  </a:lnTo>
                  <a:lnTo>
                    <a:pt x="305589" y="1224716"/>
                  </a:lnTo>
                  <a:lnTo>
                    <a:pt x="305580" y="1224710"/>
                  </a:lnTo>
                  <a:lnTo>
                    <a:pt x="305571" y="1224706"/>
                  </a:lnTo>
                  <a:lnTo>
                    <a:pt x="305559" y="1224705"/>
                  </a:lnTo>
                  <a:lnTo>
                    <a:pt x="305536" y="1224707"/>
                  </a:lnTo>
                  <a:lnTo>
                    <a:pt x="305491" y="1224699"/>
                  </a:lnTo>
                  <a:lnTo>
                    <a:pt x="305420" y="1224674"/>
                  </a:lnTo>
                  <a:lnTo>
                    <a:pt x="305373" y="1224664"/>
                  </a:lnTo>
                  <a:lnTo>
                    <a:pt x="305303" y="1224658"/>
                  </a:lnTo>
                  <a:lnTo>
                    <a:pt x="305257" y="1224658"/>
                  </a:lnTo>
                  <a:lnTo>
                    <a:pt x="305239" y="1224658"/>
                  </a:lnTo>
                  <a:lnTo>
                    <a:pt x="305215" y="1224652"/>
                  </a:lnTo>
                  <a:lnTo>
                    <a:pt x="305168" y="1224624"/>
                  </a:lnTo>
                  <a:lnTo>
                    <a:pt x="305150" y="1224613"/>
                  </a:lnTo>
                  <a:lnTo>
                    <a:pt x="305140" y="1224604"/>
                  </a:lnTo>
                  <a:lnTo>
                    <a:pt x="305134" y="1224574"/>
                  </a:lnTo>
                  <a:lnTo>
                    <a:pt x="305126" y="1224533"/>
                  </a:lnTo>
                  <a:lnTo>
                    <a:pt x="305109" y="1224477"/>
                  </a:lnTo>
                  <a:lnTo>
                    <a:pt x="305097" y="1224388"/>
                  </a:lnTo>
                  <a:lnTo>
                    <a:pt x="305088" y="1224371"/>
                  </a:lnTo>
                  <a:lnTo>
                    <a:pt x="305063" y="1224332"/>
                  </a:lnTo>
                  <a:lnTo>
                    <a:pt x="305044" y="1224270"/>
                  </a:lnTo>
                  <a:lnTo>
                    <a:pt x="304998" y="1224195"/>
                  </a:lnTo>
                  <a:lnTo>
                    <a:pt x="304984" y="1224183"/>
                  </a:lnTo>
                  <a:lnTo>
                    <a:pt x="304954" y="1224155"/>
                  </a:lnTo>
                  <a:lnTo>
                    <a:pt x="304927" y="1224113"/>
                  </a:lnTo>
                  <a:lnTo>
                    <a:pt x="304908" y="1224100"/>
                  </a:lnTo>
                  <a:lnTo>
                    <a:pt x="304863" y="1224089"/>
                  </a:lnTo>
                  <a:lnTo>
                    <a:pt x="304834" y="1224073"/>
                  </a:lnTo>
                  <a:lnTo>
                    <a:pt x="304810" y="1224056"/>
                  </a:lnTo>
                  <a:lnTo>
                    <a:pt x="304777" y="1224040"/>
                  </a:lnTo>
                  <a:lnTo>
                    <a:pt x="304765" y="1224036"/>
                  </a:lnTo>
                  <a:lnTo>
                    <a:pt x="304740" y="1224034"/>
                  </a:lnTo>
                  <a:lnTo>
                    <a:pt x="304727" y="1224036"/>
                  </a:lnTo>
                  <a:lnTo>
                    <a:pt x="304714" y="1224045"/>
                  </a:lnTo>
                  <a:lnTo>
                    <a:pt x="304678" y="1224065"/>
                  </a:lnTo>
                  <a:lnTo>
                    <a:pt x="304666" y="1224068"/>
                  </a:lnTo>
                  <a:lnTo>
                    <a:pt x="304652" y="1224066"/>
                  </a:lnTo>
                  <a:lnTo>
                    <a:pt x="304628" y="1224060"/>
                  </a:lnTo>
                  <a:lnTo>
                    <a:pt x="304597" y="1224059"/>
                  </a:lnTo>
                  <a:lnTo>
                    <a:pt x="304579" y="1224061"/>
                  </a:lnTo>
                  <a:lnTo>
                    <a:pt x="304564" y="1224062"/>
                  </a:lnTo>
                  <a:lnTo>
                    <a:pt x="304549" y="1224063"/>
                  </a:lnTo>
                  <a:lnTo>
                    <a:pt x="304523" y="1224064"/>
                  </a:lnTo>
                  <a:lnTo>
                    <a:pt x="304464" y="1224066"/>
                  </a:lnTo>
                  <a:lnTo>
                    <a:pt x="304437" y="1224062"/>
                  </a:lnTo>
                  <a:lnTo>
                    <a:pt x="304410" y="1224046"/>
                  </a:lnTo>
                  <a:lnTo>
                    <a:pt x="304372" y="1224023"/>
                  </a:lnTo>
                  <a:lnTo>
                    <a:pt x="304363" y="1224015"/>
                  </a:lnTo>
                  <a:lnTo>
                    <a:pt x="304359" y="1224008"/>
                  </a:lnTo>
                  <a:lnTo>
                    <a:pt x="304357" y="1223998"/>
                  </a:lnTo>
                  <a:lnTo>
                    <a:pt x="304359" y="1223973"/>
                  </a:lnTo>
                  <a:lnTo>
                    <a:pt x="304357" y="1223937"/>
                  </a:lnTo>
                  <a:lnTo>
                    <a:pt x="304355" y="1223910"/>
                  </a:lnTo>
                  <a:lnTo>
                    <a:pt x="304351" y="1223894"/>
                  </a:lnTo>
                  <a:lnTo>
                    <a:pt x="304342" y="1223886"/>
                  </a:lnTo>
                  <a:lnTo>
                    <a:pt x="304311" y="1223875"/>
                  </a:lnTo>
                  <a:lnTo>
                    <a:pt x="304281" y="1223861"/>
                  </a:lnTo>
                  <a:lnTo>
                    <a:pt x="304258" y="1223848"/>
                  </a:lnTo>
                  <a:lnTo>
                    <a:pt x="304251" y="1223846"/>
                  </a:lnTo>
                  <a:lnTo>
                    <a:pt x="304234" y="1223843"/>
                  </a:lnTo>
                  <a:lnTo>
                    <a:pt x="304210" y="1223844"/>
                  </a:lnTo>
                  <a:lnTo>
                    <a:pt x="304177" y="1223845"/>
                  </a:lnTo>
                  <a:lnTo>
                    <a:pt x="304151" y="1223842"/>
                  </a:lnTo>
                  <a:lnTo>
                    <a:pt x="304132" y="1223836"/>
                  </a:lnTo>
                  <a:lnTo>
                    <a:pt x="304117" y="1223834"/>
                  </a:lnTo>
                  <a:lnTo>
                    <a:pt x="304058" y="1223832"/>
                  </a:lnTo>
                  <a:lnTo>
                    <a:pt x="304040" y="1223833"/>
                  </a:lnTo>
                  <a:lnTo>
                    <a:pt x="304022" y="1223834"/>
                  </a:lnTo>
                  <a:lnTo>
                    <a:pt x="304002" y="1223839"/>
                  </a:lnTo>
                  <a:lnTo>
                    <a:pt x="303993" y="1223841"/>
                  </a:lnTo>
                  <a:lnTo>
                    <a:pt x="303987" y="1223840"/>
                  </a:lnTo>
                  <a:lnTo>
                    <a:pt x="303975" y="1223829"/>
                  </a:lnTo>
                  <a:lnTo>
                    <a:pt x="303955" y="1223813"/>
                  </a:lnTo>
                  <a:lnTo>
                    <a:pt x="303915" y="1223785"/>
                  </a:lnTo>
                  <a:lnTo>
                    <a:pt x="303888" y="1223757"/>
                  </a:lnTo>
                  <a:lnTo>
                    <a:pt x="303867" y="1223724"/>
                  </a:lnTo>
                  <a:lnTo>
                    <a:pt x="303834" y="1223687"/>
                  </a:lnTo>
                  <a:lnTo>
                    <a:pt x="303776" y="1223654"/>
                  </a:lnTo>
                  <a:lnTo>
                    <a:pt x="303752" y="1223646"/>
                  </a:lnTo>
                  <a:lnTo>
                    <a:pt x="303738" y="1223639"/>
                  </a:lnTo>
                  <a:lnTo>
                    <a:pt x="303713" y="1223626"/>
                  </a:lnTo>
                  <a:lnTo>
                    <a:pt x="303695" y="1223613"/>
                  </a:lnTo>
                  <a:lnTo>
                    <a:pt x="303662" y="1223593"/>
                  </a:lnTo>
                  <a:lnTo>
                    <a:pt x="303597" y="1223557"/>
                  </a:lnTo>
                  <a:lnTo>
                    <a:pt x="303554" y="1223536"/>
                  </a:lnTo>
                  <a:lnTo>
                    <a:pt x="303495" y="1223517"/>
                  </a:lnTo>
                  <a:lnTo>
                    <a:pt x="303414" y="1223506"/>
                  </a:lnTo>
                  <a:lnTo>
                    <a:pt x="303317" y="1223504"/>
                  </a:lnTo>
                  <a:lnTo>
                    <a:pt x="303274" y="1223505"/>
                  </a:lnTo>
                  <a:lnTo>
                    <a:pt x="303210" y="1223527"/>
                  </a:lnTo>
                  <a:lnTo>
                    <a:pt x="303182" y="1223548"/>
                  </a:lnTo>
                  <a:lnTo>
                    <a:pt x="303135" y="1223565"/>
                  </a:lnTo>
                  <a:lnTo>
                    <a:pt x="303063" y="1223578"/>
                  </a:lnTo>
                  <a:lnTo>
                    <a:pt x="303030" y="1223574"/>
                  </a:lnTo>
                  <a:lnTo>
                    <a:pt x="302980" y="1223549"/>
                  </a:lnTo>
                  <a:lnTo>
                    <a:pt x="302910" y="1223503"/>
                  </a:lnTo>
                  <a:lnTo>
                    <a:pt x="302854" y="1223480"/>
                  </a:lnTo>
                  <a:lnTo>
                    <a:pt x="302806" y="1223454"/>
                  </a:lnTo>
                  <a:lnTo>
                    <a:pt x="302764" y="1223426"/>
                  </a:lnTo>
                  <a:lnTo>
                    <a:pt x="302744" y="1223400"/>
                  </a:lnTo>
                  <a:lnTo>
                    <a:pt x="302734" y="1223381"/>
                  </a:lnTo>
                  <a:lnTo>
                    <a:pt x="302730" y="1223338"/>
                  </a:lnTo>
                  <a:lnTo>
                    <a:pt x="302724" y="1223269"/>
                  </a:lnTo>
                  <a:lnTo>
                    <a:pt x="302713" y="1223186"/>
                  </a:lnTo>
                  <a:lnTo>
                    <a:pt x="302702" y="1223158"/>
                  </a:lnTo>
                  <a:lnTo>
                    <a:pt x="302672" y="1223136"/>
                  </a:lnTo>
                  <a:lnTo>
                    <a:pt x="302618" y="1223086"/>
                  </a:lnTo>
                  <a:lnTo>
                    <a:pt x="302594" y="1223056"/>
                  </a:lnTo>
                  <a:lnTo>
                    <a:pt x="302568" y="1223000"/>
                  </a:lnTo>
                  <a:lnTo>
                    <a:pt x="302530" y="1222953"/>
                  </a:lnTo>
                  <a:lnTo>
                    <a:pt x="302516" y="1222917"/>
                  </a:lnTo>
                  <a:lnTo>
                    <a:pt x="302508" y="1222884"/>
                  </a:lnTo>
                  <a:lnTo>
                    <a:pt x="302520" y="1222823"/>
                  </a:lnTo>
                  <a:lnTo>
                    <a:pt x="302538" y="1222797"/>
                  </a:lnTo>
                  <a:lnTo>
                    <a:pt x="302565" y="1222755"/>
                  </a:lnTo>
                  <a:lnTo>
                    <a:pt x="302584" y="1222713"/>
                  </a:lnTo>
                  <a:lnTo>
                    <a:pt x="302629" y="1222677"/>
                  </a:lnTo>
                  <a:lnTo>
                    <a:pt x="302658" y="1222661"/>
                  </a:lnTo>
                  <a:lnTo>
                    <a:pt x="302684" y="1222647"/>
                  </a:lnTo>
                  <a:lnTo>
                    <a:pt x="302703" y="1222645"/>
                  </a:lnTo>
                  <a:lnTo>
                    <a:pt x="302741" y="1222645"/>
                  </a:lnTo>
                  <a:lnTo>
                    <a:pt x="302773" y="1222647"/>
                  </a:lnTo>
                  <a:lnTo>
                    <a:pt x="302858" y="1222660"/>
                  </a:lnTo>
                  <a:lnTo>
                    <a:pt x="303070" y="1222678"/>
                  </a:lnTo>
                  <a:lnTo>
                    <a:pt x="303122" y="1222696"/>
                  </a:lnTo>
                  <a:lnTo>
                    <a:pt x="303153" y="1222695"/>
                  </a:lnTo>
                  <a:lnTo>
                    <a:pt x="303214" y="1222684"/>
                  </a:lnTo>
                  <a:lnTo>
                    <a:pt x="303301" y="1222673"/>
                  </a:lnTo>
                  <a:lnTo>
                    <a:pt x="303333" y="1222654"/>
                  </a:lnTo>
                  <a:lnTo>
                    <a:pt x="303346" y="1222640"/>
                  </a:lnTo>
                  <a:lnTo>
                    <a:pt x="303350" y="1222629"/>
                  </a:lnTo>
                  <a:lnTo>
                    <a:pt x="303349" y="1222612"/>
                  </a:lnTo>
                  <a:lnTo>
                    <a:pt x="303342" y="1222585"/>
                  </a:lnTo>
                  <a:lnTo>
                    <a:pt x="303340" y="1222548"/>
                  </a:lnTo>
                  <a:lnTo>
                    <a:pt x="303347" y="1222512"/>
                  </a:lnTo>
                  <a:lnTo>
                    <a:pt x="303356" y="1222475"/>
                  </a:lnTo>
                  <a:lnTo>
                    <a:pt x="303379" y="1222399"/>
                  </a:lnTo>
                  <a:lnTo>
                    <a:pt x="303400" y="1222359"/>
                  </a:lnTo>
                  <a:lnTo>
                    <a:pt x="303437" y="1222303"/>
                  </a:lnTo>
                  <a:lnTo>
                    <a:pt x="303460" y="1222272"/>
                  </a:lnTo>
                  <a:lnTo>
                    <a:pt x="303464" y="1222252"/>
                  </a:lnTo>
                  <a:lnTo>
                    <a:pt x="303456" y="1222236"/>
                  </a:lnTo>
                  <a:lnTo>
                    <a:pt x="303434" y="1222213"/>
                  </a:lnTo>
                  <a:lnTo>
                    <a:pt x="303419" y="1222191"/>
                  </a:lnTo>
                  <a:lnTo>
                    <a:pt x="303399" y="1222154"/>
                  </a:lnTo>
                  <a:lnTo>
                    <a:pt x="303378" y="1222114"/>
                  </a:lnTo>
                  <a:lnTo>
                    <a:pt x="303372" y="1222090"/>
                  </a:lnTo>
                  <a:lnTo>
                    <a:pt x="303372" y="1222056"/>
                  </a:lnTo>
                  <a:lnTo>
                    <a:pt x="303374" y="1222035"/>
                  </a:lnTo>
                  <a:lnTo>
                    <a:pt x="303383" y="1222011"/>
                  </a:lnTo>
                  <a:lnTo>
                    <a:pt x="303410" y="1221965"/>
                  </a:lnTo>
                  <a:lnTo>
                    <a:pt x="303438" y="1221934"/>
                  </a:lnTo>
                  <a:lnTo>
                    <a:pt x="303459" y="1221922"/>
                  </a:lnTo>
                  <a:lnTo>
                    <a:pt x="303482" y="1221909"/>
                  </a:lnTo>
                  <a:lnTo>
                    <a:pt x="303497" y="1221895"/>
                  </a:lnTo>
                  <a:lnTo>
                    <a:pt x="303507" y="1221886"/>
                  </a:lnTo>
                  <a:lnTo>
                    <a:pt x="303507" y="1221878"/>
                  </a:lnTo>
                  <a:lnTo>
                    <a:pt x="303503" y="1221867"/>
                  </a:lnTo>
                  <a:lnTo>
                    <a:pt x="303497" y="1221859"/>
                  </a:lnTo>
                  <a:lnTo>
                    <a:pt x="303484" y="1221844"/>
                  </a:lnTo>
                  <a:lnTo>
                    <a:pt x="303469" y="1221820"/>
                  </a:lnTo>
                  <a:lnTo>
                    <a:pt x="303466" y="1221807"/>
                  </a:lnTo>
                  <a:lnTo>
                    <a:pt x="303467" y="1221798"/>
                  </a:lnTo>
                  <a:lnTo>
                    <a:pt x="303452" y="1221783"/>
                  </a:lnTo>
                  <a:lnTo>
                    <a:pt x="303417" y="1221755"/>
                  </a:lnTo>
                  <a:lnTo>
                    <a:pt x="303389" y="1221740"/>
                  </a:lnTo>
                  <a:lnTo>
                    <a:pt x="303375" y="1221728"/>
                  </a:lnTo>
                  <a:lnTo>
                    <a:pt x="303374" y="1221715"/>
                  </a:lnTo>
                  <a:lnTo>
                    <a:pt x="303380" y="1221700"/>
                  </a:lnTo>
                  <a:lnTo>
                    <a:pt x="303407" y="1221674"/>
                  </a:lnTo>
                  <a:lnTo>
                    <a:pt x="303451" y="1221639"/>
                  </a:lnTo>
                  <a:lnTo>
                    <a:pt x="303484" y="1221604"/>
                  </a:lnTo>
                  <a:lnTo>
                    <a:pt x="303491" y="1221584"/>
                  </a:lnTo>
                  <a:lnTo>
                    <a:pt x="303488" y="1221575"/>
                  </a:lnTo>
                  <a:lnTo>
                    <a:pt x="303473" y="1221560"/>
                  </a:lnTo>
                  <a:lnTo>
                    <a:pt x="303435" y="1221536"/>
                  </a:lnTo>
                  <a:lnTo>
                    <a:pt x="303386" y="1221502"/>
                  </a:lnTo>
                  <a:lnTo>
                    <a:pt x="303378" y="1221490"/>
                  </a:lnTo>
                  <a:lnTo>
                    <a:pt x="303365" y="1221475"/>
                  </a:lnTo>
                  <a:lnTo>
                    <a:pt x="303348" y="1221472"/>
                  </a:lnTo>
                  <a:lnTo>
                    <a:pt x="303335" y="1221473"/>
                  </a:lnTo>
                  <a:lnTo>
                    <a:pt x="303319" y="1221473"/>
                  </a:lnTo>
                  <a:lnTo>
                    <a:pt x="303306" y="1221472"/>
                  </a:lnTo>
                  <a:lnTo>
                    <a:pt x="303297" y="1221467"/>
                  </a:lnTo>
                  <a:lnTo>
                    <a:pt x="303286" y="1221457"/>
                  </a:lnTo>
                  <a:lnTo>
                    <a:pt x="303278" y="1221446"/>
                  </a:lnTo>
                  <a:lnTo>
                    <a:pt x="303268" y="1221437"/>
                  </a:lnTo>
                  <a:lnTo>
                    <a:pt x="303252" y="1221435"/>
                  </a:lnTo>
                  <a:lnTo>
                    <a:pt x="303233" y="1221431"/>
                  </a:lnTo>
                  <a:lnTo>
                    <a:pt x="303207" y="1221425"/>
                  </a:lnTo>
                  <a:lnTo>
                    <a:pt x="303185" y="1221416"/>
                  </a:lnTo>
                  <a:lnTo>
                    <a:pt x="303130" y="1221395"/>
                  </a:lnTo>
                  <a:lnTo>
                    <a:pt x="303089" y="1221373"/>
                  </a:lnTo>
                  <a:lnTo>
                    <a:pt x="303054" y="1221356"/>
                  </a:lnTo>
                  <a:lnTo>
                    <a:pt x="302996" y="1221328"/>
                  </a:lnTo>
                  <a:lnTo>
                    <a:pt x="302972" y="1221312"/>
                  </a:lnTo>
                  <a:lnTo>
                    <a:pt x="302959" y="1221296"/>
                  </a:lnTo>
                  <a:lnTo>
                    <a:pt x="302950" y="1221276"/>
                  </a:lnTo>
                  <a:lnTo>
                    <a:pt x="302945" y="1221257"/>
                  </a:lnTo>
                  <a:lnTo>
                    <a:pt x="302939" y="1221242"/>
                  </a:lnTo>
                  <a:lnTo>
                    <a:pt x="302929" y="1221230"/>
                  </a:lnTo>
                  <a:lnTo>
                    <a:pt x="302915" y="1221223"/>
                  </a:lnTo>
                  <a:lnTo>
                    <a:pt x="302891" y="1221219"/>
                  </a:lnTo>
                  <a:lnTo>
                    <a:pt x="302847" y="1221211"/>
                  </a:lnTo>
                  <a:lnTo>
                    <a:pt x="302823" y="1221206"/>
                  </a:lnTo>
                  <a:lnTo>
                    <a:pt x="302802" y="1221196"/>
                  </a:lnTo>
                  <a:lnTo>
                    <a:pt x="302779" y="1221184"/>
                  </a:lnTo>
                  <a:lnTo>
                    <a:pt x="302731" y="1221153"/>
                  </a:lnTo>
                  <a:lnTo>
                    <a:pt x="302713" y="1221146"/>
                  </a:lnTo>
                  <a:lnTo>
                    <a:pt x="302694" y="1221138"/>
                  </a:lnTo>
                  <a:lnTo>
                    <a:pt x="302672" y="1221123"/>
                  </a:lnTo>
                  <a:lnTo>
                    <a:pt x="302664" y="1221110"/>
                  </a:lnTo>
                  <a:lnTo>
                    <a:pt x="302659" y="1221064"/>
                  </a:lnTo>
                  <a:lnTo>
                    <a:pt x="302658" y="1221026"/>
                  </a:lnTo>
                  <a:lnTo>
                    <a:pt x="302656" y="1220987"/>
                  </a:lnTo>
                  <a:lnTo>
                    <a:pt x="302652" y="1220955"/>
                  </a:lnTo>
                  <a:lnTo>
                    <a:pt x="302645" y="1220886"/>
                  </a:lnTo>
                  <a:lnTo>
                    <a:pt x="302638" y="1220822"/>
                  </a:lnTo>
                  <a:lnTo>
                    <a:pt x="302632" y="1220801"/>
                  </a:lnTo>
                  <a:lnTo>
                    <a:pt x="302619" y="1220774"/>
                  </a:lnTo>
                  <a:lnTo>
                    <a:pt x="302586" y="1220719"/>
                  </a:lnTo>
                  <a:lnTo>
                    <a:pt x="302561" y="1220676"/>
                  </a:lnTo>
                  <a:lnTo>
                    <a:pt x="302548" y="1220646"/>
                  </a:lnTo>
                  <a:lnTo>
                    <a:pt x="302539" y="1220619"/>
                  </a:lnTo>
                  <a:lnTo>
                    <a:pt x="302533" y="1220594"/>
                  </a:lnTo>
                  <a:lnTo>
                    <a:pt x="302531" y="1220558"/>
                  </a:lnTo>
                  <a:lnTo>
                    <a:pt x="302530" y="1220510"/>
                  </a:lnTo>
                  <a:lnTo>
                    <a:pt x="302523" y="1220480"/>
                  </a:lnTo>
                  <a:lnTo>
                    <a:pt x="302511" y="1220449"/>
                  </a:lnTo>
                  <a:lnTo>
                    <a:pt x="302499" y="1220425"/>
                  </a:lnTo>
                  <a:lnTo>
                    <a:pt x="302481" y="1220400"/>
                  </a:lnTo>
                  <a:lnTo>
                    <a:pt x="302461" y="1220384"/>
                  </a:lnTo>
                  <a:lnTo>
                    <a:pt x="302443" y="1220373"/>
                  </a:lnTo>
                  <a:lnTo>
                    <a:pt x="302420" y="1220365"/>
                  </a:lnTo>
                  <a:lnTo>
                    <a:pt x="302384" y="1220358"/>
                  </a:lnTo>
                  <a:lnTo>
                    <a:pt x="302357" y="1220348"/>
                  </a:lnTo>
                  <a:lnTo>
                    <a:pt x="302315" y="1220331"/>
                  </a:lnTo>
                  <a:lnTo>
                    <a:pt x="302277" y="1220309"/>
                  </a:lnTo>
                  <a:lnTo>
                    <a:pt x="302249" y="1220296"/>
                  </a:lnTo>
                  <a:lnTo>
                    <a:pt x="302207" y="1220283"/>
                  </a:lnTo>
                  <a:lnTo>
                    <a:pt x="302180" y="1220275"/>
                  </a:lnTo>
                  <a:lnTo>
                    <a:pt x="302149" y="1220265"/>
                  </a:lnTo>
                  <a:lnTo>
                    <a:pt x="302128" y="1220254"/>
                  </a:lnTo>
                  <a:lnTo>
                    <a:pt x="302118" y="1220243"/>
                  </a:lnTo>
                  <a:lnTo>
                    <a:pt x="302110" y="1220235"/>
                  </a:lnTo>
                  <a:lnTo>
                    <a:pt x="302099" y="1220228"/>
                  </a:lnTo>
                  <a:lnTo>
                    <a:pt x="302089" y="1220228"/>
                  </a:lnTo>
                  <a:lnTo>
                    <a:pt x="302080" y="1220228"/>
                  </a:lnTo>
                  <a:lnTo>
                    <a:pt x="302060" y="1220237"/>
                  </a:lnTo>
                  <a:lnTo>
                    <a:pt x="302003" y="1220256"/>
                  </a:lnTo>
                  <a:lnTo>
                    <a:pt x="301977" y="1220268"/>
                  </a:lnTo>
                  <a:lnTo>
                    <a:pt x="301961" y="1220271"/>
                  </a:lnTo>
                  <a:lnTo>
                    <a:pt x="301932" y="1220276"/>
                  </a:lnTo>
                  <a:lnTo>
                    <a:pt x="301916" y="1220275"/>
                  </a:lnTo>
                  <a:lnTo>
                    <a:pt x="301892" y="1220272"/>
                  </a:lnTo>
                  <a:lnTo>
                    <a:pt x="301854" y="1220258"/>
                  </a:lnTo>
                  <a:lnTo>
                    <a:pt x="301819" y="1220242"/>
                  </a:lnTo>
                  <a:lnTo>
                    <a:pt x="301798" y="1220234"/>
                  </a:lnTo>
                  <a:lnTo>
                    <a:pt x="301785" y="1220228"/>
                  </a:lnTo>
                  <a:lnTo>
                    <a:pt x="301773" y="1220220"/>
                  </a:lnTo>
                  <a:lnTo>
                    <a:pt x="301763" y="1220216"/>
                  </a:lnTo>
                  <a:lnTo>
                    <a:pt x="301751" y="1220227"/>
                  </a:lnTo>
                  <a:lnTo>
                    <a:pt x="301735" y="1220244"/>
                  </a:lnTo>
                  <a:lnTo>
                    <a:pt x="301704" y="1220270"/>
                  </a:lnTo>
                  <a:lnTo>
                    <a:pt x="301671" y="1220299"/>
                  </a:lnTo>
                  <a:lnTo>
                    <a:pt x="301626" y="1220338"/>
                  </a:lnTo>
                  <a:lnTo>
                    <a:pt x="301596" y="1220358"/>
                  </a:lnTo>
                  <a:lnTo>
                    <a:pt x="301579" y="1220365"/>
                  </a:lnTo>
                  <a:lnTo>
                    <a:pt x="301560" y="1220367"/>
                  </a:lnTo>
                  <a:lnTo>
                    <a:pt x="301543" y="1220365"/>
                  </a:lnTo>
                  <a:lnTo>
                    <a:pt x="301511" y="1220361"/>
                  </a:lnTo>
                  <a:lnTo>
                    <a:pt x="301460" y="1220352"/>
                  </a:lnTo>
                  <a:lnTo>
                    <a:pt x="301429" y="1220350"/>
                  </a:lnTo>
                  <a:lnTo>
                    <a:pt x="301395" y="1220349"/>
                  </a:lnTo>
                  <a:lnTo>
                    <a:pt x="301370" y="1220347"/>
                  </a:lnTo>
                  <a:lnTo>
                    <a:pt x="301312" y="1220335"/>
                  </a:lnTo>
                  <a:lnTo>
                    <a:pt x="301277" y="1220331"/>
                  </a:lnTo>
                  <a:lnTo>
                    <a:pt x="301249" y="1220332"/>
                  </a:lnTo>
                  <a:lnTo>
                    <a:pt x="301224" y="1220338"/>
                  </a:lnTo>
                  <a:lnTo>
                    <a:pt x="301194" y="1220358"/>
                  </a:lnTo>
                  <a:lnTo>
                    <a:pt x="301163" y="1220373"/>
                  </a:lnTo>
                  <a:lnTo>
                    <a:pt x="301146" y="1220380"/>
                  </a:lnTo>
                  <a:lnTo>
                    <a:pt x="301129" y="1220383"/>
                  </a:lnTo>
                  <a:lnTo>
                    <a:pt x="301089" y="1220391"/>
                  </a:lnTo>
                  <a:lnTo>
                    <a:pt x="301067" y="1220401"/>
                  </a:lnTo>
                  <a:lnTo>
                    <a:pt x="301040" y="1220422"/>
                  </a:lnTo>
                  <a:lnTo>
                    <a:pt x="301017" y="1220435"/>
                  </a:lnTo>
                  <a:lnTo>
                    <a:pt x="300997" y="1220442"/>
                  </a:lnTo>
                  <a:lnTo>
                    <a:pt x="300962" y="1220447"/>
                  </a:lnTo>
                  <a:lnTo>
                    <a:pt x="300934" y="1220453"/>
                  </a:lnTo>
                  <a:lnTo>
                    <a:pt x="300899" y="1220463"/>
                  </a:lnTo>
                  <a:lnTo>
                    <a:pt x="300865" y="1220478"/>
                  </a:lnTo>
                  <a:lnTo>
                    <a:pt x="300849" y="1220489"/>
                  </a:lnTo>
                  <a:lnTo>
                    <a:pt x="300828" y="1220511"/>
                  </a:lnTo>
                  <a:lnTo>
                    <a:pt x="300809" y="1220536"/>
                  </a:lnTo>
                  <a:lnTo>
                    <a:pt x="300795" y="1220563"/>
                  </a:lnTo>
                  <a:lnTo>
                    <a:pt x="300777" y="1220591"/>
                  </a:lnTo>
                  <a:lnTo>
                    <a:pt x="300767" y="1220599"/>
                  </a:lnTo>
                  <a:lnTo>
                    <a:pt x="300746" y="1220612"/>
                  </a:lnTo>
                  <a:lnTo>
                    <a:pt x="300728" y="1220618"/>
                  </a:lnTo>
                  <a:lnTo>
                    <a:pt x="300697" y="1220626"/>
                  </a:lnTo>
                  <a:lnTo>
                    <a:pt x="300657" y="1220628"/>
                  </a:lnTo>
                  <a:lnTo>
                    <a:pt x="300623" y="1220635"/>
                  </a:lnTo>
                  <a:lnTo>
                    <a:pt x="300592" y="1220644"/>
                  </a:lnTo>
                  <a:lnTo>
                    <a:pt x="300547" y="1220662"/>
                  </a:lnTo>
                  <a:lnTo>
                    <a:pt x="300524" y="1220675"/>
                  </a:lnTo>
                  <a:lnTo>
                    <a:pt x="300491" y="1220694"/>
                  </a:lnTo>
                  <a:lnTo>
                    <a:pt x="300459" y="1220710"/>
                  </a:lnTo>
                  <a:lnTo>
                    <a:pt x="300418" y="1220724"/>
                  </a:lnTo>
                  <a:lnTo>
                    <a:pt x="300382" y="1220739"/>
                  </a:lnTo>
                  <a:lnTo>
                    <a:pt x="300320" y="1220763"/>
                  </a:lnTo>
                  <a:lnTo>
                    <a:pt x="300295" y="1220777"/>
                  </a:lnTo>
                  <a:lnTo>
                    <a:pt x="300259" y="1220792"/>
                  </a:lnTo>
                  <a:lnTo>
                    <a:pt x="300235" y="1220804"/>
                  </a:lnTo>
                  <a:lnTo>
                    <a:pt x="300211" y="1220810"/>
                  </a:lnTo>
                  <a:lnTo>
                    <a:pt x="300176" y="1220813"/>
                  </a:lnTo>
                  <a:lnTo>
                    <a:pt x="300138" y="1220825"/>
                  </a:lnTo>
                  <a:lnTo>
                    <a:pt x="300108" y="1220841"/>
                  </a:lnTo>
                  <a:lnTo>
                    <a:pt x="300057" y="1220863"/>
                  </a:lnTo>
                  <a:lnTo>
                    <a:pt x="300032" y="1220871"/>
                  </a:lnTo>
                  <a:lnTo>
                    <a:pt x="300012" y="1220880"/>
                  </a:lnTo>
                  <a:lnTo>
                    <a:pt x="299990" y="1220883"/>
                  </a:lnTo>
                  <a:lnTo>
                    <a:pt x="299936" y="1220885"/>
                  </a:lnTo>
                  <a:lnTo>
                    <a:pt x="299904" y="1220881"/>
                  </a:lnTo>
                  <a:lnTo>
                    <a:pt x="299873" y="1220878"/>
                  </a:lnTo>
                  <a:lnTo>
                    <a:pt x="299834" y="1220879"/>
                  </a:lnTo>
                  <a:lnTo>
                    <a:pt x="299745" y="1220879"/>
                  </a:lnTo>
                  <a:lnTo>
                    <a:pt x="299691" y="1220880"/>
                  </a:lnTo>
                  <a:lnTo>
                    <a:pt x="299661" y="1220882"/>
                  </a:lnTo>
                  <a:lnTo>
                    <a:pt x="299632" y="1220890"/>
                  </a:lnTo>
                  <a:lnTo>
                    <a:pt x="299611" y="1220897"/>
                  </a:lnTo>
                  <a:lnTo>
                    <a:pt x="299593" y="1220903"/>
                  </a:lnTo>
                  <a:lnTo>
                    <a:pt x="299574" y="1220903"/>
                  </a:lnTo>
                  <a:lnTo>
                    <a:pt x="299553" y="1220899"/>
                  </a:lnTo>
                  <a:lnTo>
                    <a:pt x="299515" y="1220870"/>
                  </a:lnTo>
                  <a:lnTo>
                    <a:pt x="299467" y="1220815"/>
                  </a:lnTo>
                  <a:lnTo>
                    <a:pt x="299429" y="1220764"/>
                  </a:lnTo>
                  <a:lnTo>
                    <a:pt x="299404" y="1220736"/>
                  </a:lnTo>
                  <a:lnTo>
                    <a:pt x="299368" y="1220707"/>
                  </a:lnTo>
                  <a:lnTo>
                    <a:pt x="299350" y="1220692"/>
                  </a:lnTo>
                  <a:lnTo>
                    <a:pt x="299322" y="1220666"/>
                  </a:lnTo>
                  <a:lnTo>
                    <a:pt x="299301" y="1220639"/>
                  </a:lnTo>
                  <a:lnTo>
                    <a:pt x="299293" y="1220625"/>
                  </a:lnTo>
                  <a:lnTo>
                    <a:pt x="299290" y="1220607"/>
                  </a:lnTo>
                  <a:lnTo>
                    <a:pt x="299285" y="1220575"/>
                  </a:lnTo>
                  <a:lnTo>
                    <a:pt x="299274" y="1220502"/>
                  </a:lnTo>
                  <a:lnTo>
                    <a:pt x="299260" y="1220437"/>
                  </a:lnTo>
                  <a:lnTo>
                    <a:pt x="299250" y="1220402"/>
                  </a:lnTo>
                  <a:lnTo>
                    <a:pt x="299227" y="1220362"/>
                  </a:lnTo>
                  <a:lnTo>
                    <a:pt x="299221" y="1220344"/>
                  </a:lnTo>
                  <a:lnTo>
                    <a:pt x="299218" y="1220328"/>
                  </a:lnTo>
                  <a:lnTo>
                    <a:pt x="299220" y="1220297"/>
                  </a:lnTo>
                  <a:lnTo>
                    <a:pt x="299226" y="1220249"/>
                  </a:lnTo>
                  <a:lnTo>
                    <a:pt x="299232" y="1220186"/>
                  </a:lnTo>
                  <a:lnTo>
                    <a:pt x="299228" y="1220137"/>
                  </a:lnTo>
                  <a:lnTo>
                    <a:pt x="299220" y="1220096"/>
                  </a:lnTo>
                  <a:lnTo>
                    <a:pt x="299211" y="1220067"/>
                  </a:lnTo>
                  <a:lnTo>
                    <a:pt x="299181" y="1219995"/>
                  </a:lnTo>
                  <a:lnTo>
                    <a:pt x="299159" y="1219946"/>
                  </a:lnTo>
                  <a:lnTo>
                    <a:pt x="299141" y="1219901"/>
                  </a:lnTo>
                  <a:lnTo>
                    <a:pt x="299119" y="1219856"/>
                  </a:lnTo>
                  <a:lnTo>
                    <a:pt x="299101" y="1219826"/>
                  </a:lnTo>
                  <a:lnTo>
                    <a:pt x="299089" y="1219813"/>
                  </a:lnTo>
                  <a:lnTo>
                    <a:pt x="299072" y="1219801"/>
                  </a:lnTo>
                  <a:lnTo>
                    <a:pt x="299044" y="1219788"/>
                  </a:lnTo>
                  <a:lnTo>
                    <a:pt x="299021" y="1219776"/>
                  </a:lnTo>
                  <a:lnTo>
                    <a:pt x="298988" y="1219760"/>
                  </a:lnTo>
                  <a:lnTo>
                    <a:pt x="298970" y="1219752"/>
                  </a:lnTo>
                  <a:lnTo>
                    <a:pt x="298956" y="1219743"/>
                  </a:lnTo>
                  <a:lnTo>
                    <a:pt x="298934" y="1219722"/>
                  </a:lnTo>
                  <a:lnTo>
                    <a:pt x="298909" y="1219704"/>
                  </a:lnTo>
                  <a:lnTo>
                    <a:pt x="298879" y="1219685"/>
                  </a:lnTo>
                  <a:lnTo>
                    <a:pt x="298848" y="1219675"/>
                  </a:lnTo>
                  <a:lnTo>
                    <a:pt x="298827" y="1219669"/>
                  </a:lnTo>
                  <a:lnTo>
                    <a:pt x="298799" y="1219656"/>
                  </a:lnTo>
                  <a:lnTo>
                    <a:pt x="298773" y="1219639"/>
                  </a:lnTo>
                  <a:lnTo>
                    <a:pt x="298750" y="1219622"/>
                  </a:lnTo>
                  <a:lnTo>
                    <a:pt x="298721" y="1219584"/>
                  </a:lnTo>
                  <a:lnTo>
                    <a:pt x="298702" y="1219551"/>
                  </a:lnTo>
                  <a:lnTo>
                    <a:pt x="298696" y="1219517"/>
                  </a:lnTo>
                  <a:lnTo>
                    <a:pt x="298686" y="1219465"/>
                  </a:lnTo>
                  <a:lnTo>
                    <a:pt x="298676" y="1219447"/>
                  </a:lnTo>
                  <a:lnTo>
                    <a:pt x="298661" y="1219430"/>
                  </a:lnTo>
                  <a:lnTo>
                    <a:pt x="298644" y="1219420"/>
                  </a:lnTo>
                  <a:lnTo>
                    <a:pt x="298629" y="1219405"/>
                  </a:lnTo>
                  <a:lnTo>
                    <a:pt x="298592" y="1219376"/>
                  </a:lnTo>
                  <a:lnTo>
                    <a:pt x="298563" y="1219360"/>
                  </a:lnTo>
                  <a:lnTo>
                    <a:pt x="298549" y="1219349"/>
                  </a:lnTo>
                  <a:lnTo>
                    <a:pt x="298543" y="1219339"/>
                  </a:lnTo>
                  <a:lnTo>
                    <a:pt x="298541" y="1219309"/>
                  </a:lnTo>
                  <a:lnTo>
                    <a:pt x="298550" y="1219276"/>
                  </a:lnTo>
                  <a:lnTo>
                    <a:pt x="298563" y="1219237"/>
                  </a:lnTo>
                  <a:lnTo>
                    <a:pt x="298574" y="1219204"/>
                  </a:lnTo>
                  <a:lnTo>
                    <a:pt x="298575" y="1219188"/>
                  </a:lnTo>
                  <a:lnTo>
                    <a:pt x="298569" y="1219184"/>
                  </a:lnTo>
                  <a:lnTo>
                    <a:pt x="298552" y="1219185"/>
                  </a:lnTo>
                  <a:lnTo>
                    <a:pt x="298534" y="1219187"/>
                  </a:lnTo>
                  <a:lnTo>
                    <a:pt x="298520" y="1219180"/>
                  </a:lnTo>
                  <a:lnTo>
                    <a:pt x="298480" y="1219149"/>
                  </a:lnTo>
                  <a:lnTo>
                    <a:pt x="298469" y="1219134"/>
                  </a:lnTo>
                  <a:lnTo>
                    <a:pt x="298467" y="1219113"/>
                  </a:lnTo>
                  <a:lnTo>
                    <a:pt x="298471" y="1219080"/>
                  </a:lnTo>
                  <a:lnTo>
                    <a:pt x="298482" y="1219046"/>
                  </a:lnTo>
                  <a:lnTo>
                    <a:pt x="298483" y="1219028"/>
                  </a:lnTo>
                  <a:lnTo>
                    <a:pt x="298481" y="1219012"/>
                  </a:lnTo>
                  <a:lnTo>
                    <a:pt x="298476" y="1218999"/>
                  </a:lnTo>
                  <a:lnTo>
                    <a:pt x="298459" y="1218979"/>
                  </a:lnTo>
                  <a:lnTo>
                    <a:pt x="298438" y="1218959"/>
                  </a:lnTo>
                  <a:lnTo>
                    <a:pt x="298417" y="1218925"/>
                  </a:lnTo>
                  <a:lnTo>
                    <a:pt x="298398" y="1218909"/>
                  </a:lnTo>
                  <a:lnTo>
                    <a:pt x="298375" y="1218894"/>
                  </a:lnTo>
                  <a:lnTo>
                    <a:pt x="298362" y="1218881"/>
                  </a:lnTo>
                  <a:lnTo>
                    <a:pt x="298350" y="1218849"/>
                  </a:lnTo>
                  <a:lnTo>
                    <a:pt x="298336" y="1218830"/>
                  </a:lnTo>
                  <a:lnTo>
                    <a:pt x="298310" y="1218809"/>
                  </a:lnTo>
                  <a:lnTo>
                    <a:pt x="298284" y="1218778"/>
                  </a:lnTo>
                  <a:lnTo>
                    <a:pt x="298267" y="1218748"/>
                  </a:lnTo>
                  <a:lnTo>
                    <a:pt x="298250" y="1218712"/>
                  </a:lnTo>
                  <a:lnTo>
                    <a:pt x="298242" y="1218690"/>
                  </a:lnTo>
                  <a:lnTo>
                    <a:pt x="298219" y="1218618"/>
                  </a:lnTo>
                  <a:lnTo>
                    <a:pt x="298210" y="1218567"/>
                  </a:lnTo>
                  <a:lnTo>
                    <a:pt x="298209" y="1218528"/>
                  </a:lnTo>
                  <a:lnTo>
                    <a:pt x="298206" y="1218502"/>
                  </a:lnTo>
                  <a:lnTo>
                    <a:pt x="298209" y="1218481"/>
                  </a:lnTo>
                  <a:lnTo>
                    <a:pt x="298230" y="1218446"/>
                  </a:lnTo>
                  <a:lnTo>
                    <a:pt x="298249" y="1218423"/>
                  </a:lnTo>
                  <a:lnTo>
                    <a:pt x="298248" y="1218413"/>
                  </a:lnTo>
                  <a:lnTo>
                    <a:pt x="298242" y="1218398"/>
                  </a:lnTo>
                  <a:lnTo>
                    <a:pt x="298228" y="1218381"/>
                  </a:lnTo>
                  <a:lnTo>
                    <a:pt x="298201" y="1218353"/>
                  </a:lnTo>
                  <a:lnTo>
                    <a:pt x="298182" y="1218327"/>
                  </a:lnTo>
                  <a:lnTo>
                    <a:pt x="298177" y="1218302"/>
                  </a:lnTo>
                  <a:lnTo>
                    <a:pt x="298181" y="1218267"/>
                  </a:lnTo>
                  <a:lnTo>
                    <a:pt x="298186" y="1218244"/>
                  </a:lnTo>
                  <a:lnTo>
                    <a:pt x="298185" y="1218236"/>
                  </a:lnTo>
                  <a:lnTo>
                    <a:pt x="298181" y="1218232"/>
                  </a:lnTo>
                  <a:lnTo>
                    <a:pt x="298169" y="1218231"/>
                  </a:lnTo>
                  <a:lnTo>
                    <a:pt x="298150" y="1218230"/>
                  </a:lnTo>
                  <a:lnTo>
                    <a:pt x="298108" y="1218228"/>
                  </a:lnTo>
                  <a:lnTo>
                    <a:pt x="298088" y="1218225"/>
                  </a:lnTo>
                  <a:lnTo>
                    <a:pt x="298057" y="1218212"/>
                  </a:lnTo>
                  <a:lnTo>
                    <a:pt x="298032" y="1218203"/>
                  </a:lnTo>
                  <a:lnTo>
                    <a:pt x="298016" y="1218192"/>
                  </a:lnTo>
                  <a:lnTo>
                    <a:pt x="298005" y="1218175"/>
                  </a:lnTo>
                  <a:lnTo>
                    <a:pt x="298000" y="1218163"/>
                  </a:lnTo>
                  <a:lnTo>
                    <a:pt x="297990" y="1218150"/>
                  </a:lnTo>
                  <a:lnTo>
                    <a:pt x="297940" y="1218100"/>
                  </a:lnTo>
                  <a:lnTo>
                    <a:pt x="297923" y="1218089"/>
                  </a:lnTo>
                  <a:lnTo>
                    <a:pt x="297895" y="1218076"/>
                  </a:lnTo>
                  <a:lnTo>
                    <a:pt x="297863" y="1218060"/>
                  </a:lnTo>
                  <a:lnTo>
                    <a:pt x="297847" y="1218049"/>
                  </a:lnTo>
                  <a:lnTo>
                    <a:pt x="297829" y="1218030"/>
                  </a:lnTo>
                  <a:lnTo>
                    <a:pt x="297814" y="1218003"/>
                  </a:lnTo>
                  <a:lnTo>
                    <a:pt x="297787" y="1217947"/>
                  </a:lnTo>
                  <a:lnTo>
                    <a:pt x="297763" y="1217892"/>
                  </a:lnTo>
                  <a:lnTo>
                    <a:pt x="297754" y="1217874"/>
                  </a:lnTo>
                  <a:lnTo>
                    <a:pt x="297738" y="1217857"/>
                  </a:lnTo>
                  <a:lnTo>
                    <a:pt x="297718" y="1217834"/>
                  </a:lnTo>
                  <a:lnTo>
                    <a:pt x="297699" y="1217820"/>
                  </a:lnTo>
                  <a:lnTo>
                    <a:pt x="297683" y="1217808"/>
                  </a:lnTo>
                  <a:lnTo>
                    <a:pt x="297658" y="1217793"/>
                  </a:lnTo>
                  <a:lnTo>
                    <a:pt x="297634" y="1217769"/>
                  </a:lnTo>
                  <a:lnTo>
                    <a:pt x="297578" y="1217723"/>
                  </a:lnTo>
                  <a:lnTo>
                    <a:pt x="297536" y="1217686"/>
                  </a:lnTo>
                  <a:lnTo>
                    <a:pt x="297489" y="1217649"/>
                  </a:lnTo>
                  <a:lnTo>
                    <a:pt x="297455" y="1217617"/>
                  </a:lnTo>
                  <a:lnTo>
                    <a:pt x="297442" y="1217600"/>
                  </a:lnTo>
                  <a:lnTo>
                    <a:pt x="297437" y="1217589"/>
                  </a:lnTo>
                  <a:lnTo>
                    <a:pt x="297435" y="1217574"/>
                  </a:lnTo>
                  <a:lnTo>
                    <a:pt x="297435" y="1217540"/>
                  </a:lnTo>
                  <a:lnTo>
                    <a:pt x="297434" y="1217493"/>
                  </a:lnTo>
                  <a:lnTo>
                    <a:pt x="297434" y="1217459"/>
                  </a:lnTo>
                  <a:lnTo>
                    <a:pt x="297430" y="1217445"/>
                  </a:lnTo>
                  <a:lnTo>
                    <a:pt x="297419" y="1217429"/>
                  </a:lnTo>
                  <a:lnTo>
                    <a:pt x="297403" y="1217408"/>
                  </a:lnTo>
                  <a:lnTo>
                    <a:pt x="297386" y="1217397"/>
                  </a:lnTo>
                  <a:lnTo>
                    <a:pt x="297369" y="1217391"/>
                  </a:lnTo>
                  <a:lnTo>
                    <a:pt x="297346" y="1217387"/>
                  </a:lnTo>
                  <a:lnTo>
                    <a:pt x="297326" y="1217381"/>
                  </a:lnTo>
                  <a:lnTo>
                    <a:pt x="297305" y="1217371"/>
                  </a:lnTo>
                  <a:lnTo>
                    <a:pt x="297285" y="1217359"/>
                  </a:lnTo>
                  <a:lnTo>
                    <a:pt x="297274" y="1217345"/>
                  </a:lnTo>
                  <a:lnTo>
                    <a:pt x="297264" y="1217326"/>
                  </a:lnTo>
                  <a:lnTo>
                    <a:pt x="297240" y="1217282"/>
                  </a:lnTo>
                  <a:lnTo>
                    <a:pt x="297216" y="1217233"/>
                  </a:lnTo>
                  <a:lnTo>
                    <a:pt x="297204" y="1217217"/>
                  </a:lnTo>
                  <a:lnTo>
                    <a:pt x="297190" y="1217198"/>
                  </a:lnTo>
                  <a:lnTo>
                    <a:pt x="297160" y="1217167"/>
                  </a:lnTo>
                  <a:lnTo>
                    <a:pt x="297139" y="1217130"/>
                  </a:lnTo>
                  <a:lnTo>
                    <a:pt x="297129" y="1217107"/>
                  </a:lnTo>
                  <a:lnTo>
                    <a:pt x="297123" y="1217086"/>
                  </a:lnTo>
                  <a:lnTo>
                    <a:pt x="297111" y="1217055"/>
                  </a:lnTo>
                  <a:lnTo>
                    <a:pt x="297104" y="1217033"/>
                  </a:lnTo>
                  <a:lnTo>
                    <a:pt x="297098" y="1217000"/>
                  </a:lnTo>
                  <a:lnTo>
                    <a:pt x="297092" y="1216983"/>
                  </a:lnTo>
                  <a:lnTo>
                    <a:pt x="297081" y="1216963"/>
                  </a:lnTo>
                  <a:lnTo>
                    <a:pt x="297071" y="1216938"/>
                  </a:lnTo>
                  <a:lnTo>
                    <a:pt x="297060" y="1216923"/>
                  </a:lnTo>
                  <a:lnTo>
                    <a:pt x="297033" y="1216887"/>
                  </a:lnTo>
                  <a:lnTo>
                    <a:pt x="297004" y="1216846"/>
                  </a:lnTo>
                  <a:lnTo>
                    <a:pt x="296980" y="1216813"/>
                  </a:lnTo>
                  <a:lnTo>
                    <a:pt x="296938" y="1216768"/>
                  </a:lnTo>
                  <a:lnTo>
                    <a:pt x="296908" y="1216742"/>
                  </a:lnTo>
                  <a:lnTo>
                    <a:pt x="296879" y="1216722"/>
                  </a:lnTo>
                  <a:lnTo>
                    <a:pt x="296854" y="1216704"/>
                  </a:lnTo>
                  <a:lnTo>
                    <a:pt x="296837" y="1216679"/>
                  </a:lnTo>
                  <a:lnTo>
                    <a:pt x="296832" y="1216667"/>
                  </a:lnTo>
                  <a:lnTo>
                    <a:pt x="296832" y="1216654"/>
                  </a:lnTo>
                  <a:lnTo>
                    <a:pt x="296835" y="1216631"/>
                  </a:lnTo>
                  <a:lnTo>
                    <a:pt x="296844" y="1216614"/>
                  </a:lnTo>
                  <a:lnTo>
                    <a:pt x="296860" y="1216590"/>
                  </a:lnTo>
                  <a:lnTo>
                    <a:pt x="296868" y="1216574"/>
                  </a:lnTo>
                  <a:lnTo>
                    <a:pt x="296874" y="1216555"/>
                  </a:lnTo>
                  <a:lnTo>
                    <a:pt x="296877" y="1216518"/>
                  </a:lnTo>
                  <a:lnTo>
                    <a:pt x="296886" y="1216473"/>
                  </a:lnTo>
                  <a:lnTo>
                    <a:pt x="296896" y="1216428"/>
                  </a:lnTo>
                  <a:lnTo>
                    <a:pt x="296894" y="1216408"/>
                  </a:lnTo>
                  <a:lnTo>
                    <a:pt x="296890" y="1216395"/>
                  </a:lnTo>
                  <a:lnTo>
                    <a:pt x="296877" y="1216385"/>
                  </a:lnTo>
                  <a:lnTo>
                    <a:pt x="296861" y="1216375"/>
                  </a:lnTo>
                  <a:lnTo>
                    <a:pt x="296815" y="1216357"/>
                  </a:lnTo>
                  <a:lnTo>
                    <a:pt x="296786" y="1216349"/>
                  </a:lnTo>
                  <a:lnTo>
                    <a:pt x="296753" y="1216343"/>
                  </a:lnTo>
                  <a:lnTo>
                    <a:pt x="296723" y="1216339"/>
                  </a:lnTo>
                  <a:lnTo>
                    <a:pt x="296695" y="1216338"/>
                  </a:lnTo>
                  <a:lnTo>
                    <a:pt x="296664" y="1216341"/>
                  </a:lnTo>
                  <a:lnTo>
                    <a:pt x="296627" y="1216346"/>
                  </a:lnTo>
                  <a:lnTo>
                    <a:pt x="296607" y="1216349"/>
                  </a:lnTo>
                  <a:lnTo>
                    <a:pt x="296587" y="1216348"/>
                  </a:lnTo>
                  <a:lnTo>
                    <a:pt x="296571" y="1216342"/>
                  </a:lnTo>
                  <a:lnTo>
                    <a:pt x="296534" y="1216317"/>
                  </a:lnTo>
                  <a:lnTo>
                    <a:pt x="296502" y="1216292"/>
                  </a:lnTo>
                  <a:lnTo>
                    <a:pt x="296475" y="1216264"/>
                  </a:lnTo>
                  <a:lnTo>
                    <a:pt x="296455" y="1216237"/>
                  </a:lnTo>
                  <a:lnTo>
                    <a:pt x="296442" y="1216201"/>
                  </a:lnTo>
                  <a:lnTo>
                    <a:pt x="296421" y="1216147"/>
                  </a:lnTo>
                  <a:lnTo>
                    <a:pt x="296411" y="1216128"/>
                  </a:lnTo>
                  <a:lnTo>
                    <a:pt x="296394" y="1216098"/>
                  </a:lnTo>
                  <a:lnTo>
                    <a:pt x="296378" y="1216066"/>
                  </a:lnTo>
                  <a:lnTo>
                    <a:pt x="296359" y="1216027"/>
                  </a:lnTo>
                  <a:lnTo>
                    <a:pt x="296335" y="1215975"/>
                  </a:lnTo>
                  <a:lnTo>
                    <a:pt x="296316" y="1215931"/>
                  </a:lnTo>
                  <a:lnTo>
                    <a:pt x="296303" y="1215911"/>
                  </a:lnTo>
                  <a:lnTo>
                    <a:pt x="296287" y="1215890"/>
                  </a:lnTo>
                  <a:lnTo>
                    <a:pt x="296257" y="1215863"/>
                  </a:lnTo>
                  <a:lnTo>
                    <a:pt x="296230" y="1215850"/>
                  </a:lnTo>
                  <a:lnTo>
                    <a:pt x="296188" y="1215837"/>
                  </a:lnTo>
                  <a:lnTo>
                    <a:pt x="296162" y="1215827"/>
                  </a:lnTo>
                  <a:lnTo>
                    <a:pt x="296148" y="1215818"/>
                  </a:lnTo>
                  <a:lnTo>
                    <a:pt x="296126" y="1215794"/>
                  </a:lnTo>
                  <a:lnTo>
                    <a:pt x="296089" y="1215759"/>
                  </a:lnTo>
                  <a:lnTo>
                    <a:pt x="296054" y="1215729"/>
                  </a:lnTo>
                  <a:lnTo>
                    <a:pt x="296024" y="1215708"/>
                  </a:lnTo>
                  <a:lnTo>
                    <a:pt x="295998" y="1215695"/>
                  </a:lnTo>
                  <a:lnTo>
                    <a:pt x="295982" y="1215693"/>
                  </a:lnTo>
                  <a:lnTo>
                    <a:pt x="295965" y="1215693"/>
                  </a:lnTo>
                  <a:lnTo>
                    <a:pt x="295959" y="1215695"/>
                  </a:lnTo>
                  <a:lnTo>
                    <a:pt x="295948" y="1215698"/>
                  </a:lnTo>
                  <a:lnTo>
                    <a:pt x="295925" y="1215714"/>
                  </a:lnTo>
                  <a:lnTo>
                    <a:pt x="295917" y="1215721"/>
                  </a:lnTo>
                  <a:lnTo>
                    <a:pt x="295896" y="1215738"/>
                  </a:lnTo>
                  <a:lnTo>
                    <a:pt x="295887" y="1215753"/>
                  </a:lnTo>
                  <a:lnTo>
                    <a:pt x="295867" y="1215778"/>
                  </a:lnTo>
                  <a:lnTo>
                    <a:pt x="295848" y="1215788"/>
                  </a:lnTo>
                  <a:lnTo>
                    <a:pt x="295796" y="1215800"/>
                  </a:lnTo>
                  <a:lnTo>
                    <a:pt x="295749" y="1215810"/>
                  </a:lnTo>
                  <a:lnTo>
                    <a:pt x="295720" y="1215827"/>
                  </a:lnTo>
                  <a:lnTo>
                    <a:pt x="295648" y="1215919"/>
                  </a:lnTo>
                  <a:lnTo>
                    <a:pt x="295635" y="1215932"/>
                  </a:lnTo>
                  <a:lnTo>
                    <a:pt x="295607" y="1215941"/>
                  </a:lnTo>
                  <a:lnTo>
                    <a:pt x="295562" y="1215949"/>
                  </a:lnTo>
                  <a:lnTo>
                    <a:pt x="295487" y="1215968"/>
                  </a:lnTo>
                  <a:lnTo>
                    <a:pt x="295440" y="1215973"/>
                  </a:lnTo>
                  <a:lnTo>
                    <a:pt x="295408" y="1215975"/>
                  </a:lnTo>
                  <a:lnTo>
                    <a:pt x="295375" y="1215974"/>
                  </a:lnTo>
                  <a:lnTo>
                    <a:pt x="295340" y="1215953"/>
                  </a:lnTo>
                  <a:lnTo>
                    <a:pt x="295268" y="1215943"/>
                  </a:lnTo>
                  <a:lnTo>
                    <a:pt x="295230" y="1215939"/>
                  </a:lnTo>
                  <a:lnTo>
                    <a:pt x="295162" y="1215924"/>
                  </a:lnTo>
                  <a:lnTo>
                    <a:pt x="295134" y="1215912"/>
                  </a:lnTo>
                  <a:lnTo>
                    <a:pt x="295080" y="1215868"/>
                  </a:lnTo>
                  <a:lnTo>
                    <a:pt x="295024" y="1215829"/>
                  </a:lnTo>
                  <a:lnTo>
                    <a:pt x="294967" y="1215803"/>
                  </a:lnTo>
                  <a:lnTo>
                    <a:pt x="294923" y="1215789"/>
                  </a:lnTo>
                  <a:lnTo>
                    <a:pt x="294915" y="1215787"/>
                  </a:lnTo>
                  <a:lnTo>
                    <a:pt x="294876" y="1215778"/>
                  </a:lnTo>
                  <a:lnTo>
                    <a:pt x="294864" y="1215772"/>
                  </a:lnTo>
                  <a:lnTo>
                    <a:pt x="294856" y="1215763"/>
                  </a:lnTo>
                  <a:lnTo>
                    <a:pt x="294852" y="1215746"/>
                  </a:lnTo>
                  <a:lnTo>
                    <a:pt x="294852" y="1215733"/>
                  </a:lnTo>
                  <a:lnTo>
                    <a:pt x="294851" y="1215726"/>
                  </a:lnTo>
                  <a:lnTo>
                    <a:pt x="294840" y="1215715"/>
                  </a:lnTo>
                  <a:lnTo>
                    <a:pt x="294822" y="1215702"/>
                  </a:lnTo>
                  <a:lnTo>
                    <a:pt x="294793" y="1215698"/>
                  </a:lnTo>
                  <a:lnTo>
                    <a:pt x="294757" y="1215694"/>
                  </a:lnTo>
                  <a:lnTo>
                    <a:pt x="294743" y="1215688"/>
                  </a:lnTo>
                  <a:lnTo>
                    <a:pt x="294725" y="1215671"/>
                  </a:lnTo>
                  <a:lnTo>
                    <a:pt x="294692" y="1215650"/>
                  </a:lnTo>
                  <a:lnTo>
                    <a:pt x="294678" y="1215643"/>
                  </a:lnTo>
                  <a:lnTo>
                    <a:pt x="294662" y="1215640"/>
                  </a:lnTo>
                  <a:lnTo>
                    <a:pt x="294631" y="1215639"/>
                  </a:lnTo>
                  <a:lnTo>
                    <a:pt x="294607" y="1215636"/>
                  </a:lnTo>
                  <a:lnTo>
                    <a:pt x="294594" y="1215633"/>
                  </a:lnTo>
                  <a:lnTo>
                    <a:pt x="294578" y="1215625"/>
                  </a:lnTo>
                  <a:lnTo>
                    <a:pt x="294566" y="1215617"/>
                  </a:lnTo>
                  <a:lnTo>
                    <a:pt x="294535" y="1215576"/>
                  </a:lnTo>
                  <a:lnTo>
                    <a:pt x="294525" y="1215559"/>
                  </a:lnTo>
                  <a:lnTo>
                    <a:pt x="294509" y="1215538"/>
                  </a:lnTo>
                  <a:lnTo>
                    <a:pt x="294489" y="1215530"/>
                  </a:lnTo>
                  <a:lnTo>
                    <a:pt x="294460" y="1215520"/>
                  </a:lnTo>
                  <a:lnTo>
                    <a:pt x="294428" y="1215505"/>
                  </a:lnTo>
                  <a:lnTo>
                    <a:pt x="294364" y="1215485"/>
                  </a:lnTo>
                  <a:lnTo>
                    <a:pt x="294319" y="1215474"/>
                  </a:lnTo>
                  <a:lnTo>
                    <a:pt x="294285" y="1215443"/>
                  </a:lnTo>
                  <a:lnTo>
                    <a:pt x="294252" y="1215423"/>
                  </a:lnTo>
                  <a:lnTo>
                    <a:pt x="294221" y="1215412"/>
                  </a:lnTo>
                  <a:lnTo>
                    <a:pt x="294150" y="1215396"/>
                  </a:lnTo>
                  <a:lnTo>
                    <a:pt x="294111" y="1215380"/>
                  </a:lnTo>
                  <a:lnTo>
                    <a:pt x="294075" y="1215362"/>
                  </a:lnTo>
                  <a:lnTo>
                    <a:pt x="294032" y="1215328"/>
                  </a:lnTo>
                  <a:lnTo>
                    <a:pt x="294013" y="1215306"/>
                  </a:lnTo>
                  <a:lnTo>
                    <a:pt x="293990" y="1215269"/>
                  </a:lnTo>
                  <a:lnTo>
                    <a:pt x="293976" y="1215220"/>
                  </a:lnTo>
                  <a:lnTo>
                    <a:pt x="293960" y="1215192"/>
                  </a:lnTo>
                  <a:lnTo>
                    <a:pt x="293947" y="1215175"/>
                  </a:lnTo>
                  <a:lnTo>
                    <a:pt x="293904" y="1215138"/>
                  </a:lnTo>
                  <a:lnTo>
                    <a:pt x="293833" y="1215085"/>
                  </a:lnTo>
                  <a:lnTo>
                    <a:pt x="293804" y="1215051"/>
                  </a:lnTo>
                  <a:lnTo>
                    <a:pt x="293784" y="1215013"/>
                  </a:lnTo>
                  <a:lnTo>
                    <a:pt x="293745" y="1214990"/>
                  </a:lnTo>
                  <a:lnTo>
                    <a:pt x="293696" y="1214944"/>
                  </a:lnTo>
                  <a:lnTo>
                    <a:pt x="293670" y="1214911"/>
                  </a:lnTo>
                  <a:lnTo>
                    <a:pt x="293657" y="1214875"/>
                  </a:lnTo>
                  <a:lnTo>
                    <a:pt x="293624" y="1214801"/>
                  </a:lnTo>
                  <a:lnTo>
                    <a:pt x="293590" y="1214748"/>
                  </a:lnTo>
                  <a:lnTo>
                    <a:pt x="293583" y="1214717"/>
                  </a:lnTo>
                  <a:lnTo>
                    <a:pt x="293590" y="1214653"/>
                  </a:lnTo>
                  <a:lnTo>
                    <a:pt x="293594" y="1214566"/>
                  </a:lnTo>
                  <a:lnTo>
                    <a:pt x="293591" y="1214493"/>
                  </a:lnTo>
                  <a:lnTo>
                    <a:pt x="293571" y="1214427"/>
                  </a:lnTo>
                  <a:lnTo>
                    <a:pt x="293553" y="1214414"/>
                  </a:lnTo>
                  <a:lnTo>
                    <a:pt x="293533" y="1214403"/>
                  </a:lnTo>
                  <a:lnTo>
                    <a:pt x="293513" y="1214396"/>
                  </a:lnTo>
                  <a:lnTo>
                    <a:pt x="293474" y="1214392"/>
                  </a:lnTo>
                  <a:lnTo>
                    <a:pt x="293448" y="1214381"/>
                  </a:lnTo>
                  <a:lnTo>
                    <a:pt x="293414" y="1214358"/>
                  </a:lnTo>
                  <a:lnTo>
                    <a:pt x="293379" y="1214323"/>
                  </a:lnTo>
                  <a:lnTo>
                    <a:pt x="293347" y="1214306"/>
                  </a:lnTo>
                  <a:lnTo>
                    <a:pt x="293257" y="1214290"/>
                  </a:lnTo>
                  <a:lnTo>
                    <a:pt x="293167" y="1214277"/>
                  </a:lnTo>
                  <a:lnTo>
                    <a:pt x="293122" y="1214261"/>
                  </a:lnTo>
                  <a:lnTo>
                    <a:pt x="293053" y="1214233"/>
                  </a:lnTo>
                  <a:lnTo>
                    <a:pt x="292993" y="1214209"/>
                  </a:lnTo>
                  <a:lnTo>
                    <a:pt x="292934" y="1214177"/>
                  </a:lnTo>
                  <a:lnTo>
                    <a:pt x="292912" y="1214161"/>
                  </a:lnTo>
                  <a:lnTo>
                    <a:pt x="292885" y="1214133"/>
                  </a:lnTo>
                  <a:lnTo>
                    <a:pt x="292840" y="1214090"/>
                  </a:lnTo>
                  <a:lnTo>
                    <a:pt x="292773" y="1214048"/>
                  </a:lnTo>
                  <a:lnTo>
                    <a:pt x="292694" y="1214008"/>
                  </a:lnTo>
                  <a:lnTo>
                    <a:pt x="292627" y="1213977"/>
                  </a:lnTo>
                  <a:lnTo>
                    <a:pt x="292612" y="1213969"/>
                  </a:lnTo>
                  <a:lnTo>
                    <a:pt x="292588" y="1213959"/>
                  </a:lnTo>
                  <a:lnTo>
                    <a:pt x="292576" y="1213952"/>
                  </a:lnTo>
                  <a:lnTo>
                    <a:pt x="292562" y="1213932"/>
                  </a:lnTo>
                  <a:lnTo>
                    <a:pt x="292533" y="1213904"/>
                  </a:lnTo>
                  <a:lnTo>
                    <a:pt x="292475" y="1213868"/>
                  </a:lnTo>
                  <a:lnTo>
                    <a:pt x="292433" y="1213836"/>
                  </a:lnTo>
                  <a:lnTo>
                    <a:pt x="292399" y="1213817"/>
                  </a:lnTo>
                  <a:lnTo>
                    <a:pt x="292375" y="1213811"/>
                  </a:lnTo>
                  <a:lnTo>
                    <a:pt x="292296" y="1213809"/>
                  </a:lnTo>
                  <a:lnTo>
                    <a:pt x="292228" y="1213800"/>
                  </a:lnTo>
                  <a:lnTo>
                    <a:pt x="292167" y="1213798"/>
                  </a:lnTo>
                  <a:lnTo>
                    <a:pt x="292109" y="1213793"/>
                  </a:lnTo>
                  <a:lnTo>
                    <a:pt x="292064" y="1213784"/>
                  </a:lnTo>
                  <a:lnTo>
                    <a:pt x="292008" y="1213767"/>
                  </a:lnTo>
                  <a:lnTo>
                    <a:pt x="291951" y="1213767"/>
                  </a:lnTo>
                  <a:lnTo>
                    <a:pt x="291929" y="1213778"/>
                  </a:lnTo>
                  <a:lnTo>
                    <a:pt x="291900" y="1213825"/>
                  </a:lnTo>
                  <a:lnTo>
                    <a:pt x="291857" y="1213886"/>
                  </a:lnTo>
                  <a:lnTo>
                    <a:pt x="291838" y="1213920"/>
                  </a:lnTo>
                  <a:lnTo>
                    <a:pt x="291818" y="1213978"/>
                  </a:lnTo>
                  <a:lnTo>
                    <a:pt x="291801" y="1214050"/>
                  </a:lnTo>
                  <a:lnTo>
                    <a:pt x="291788" y="1214136"/>
                  </a:lnTo>
                  <a:lnTo>
                    <a:pt x="291791" y="1214202"/>
                  </a:lnTo>
                  <a:lnTo>
                    <a:pt x="291808" y="1214314"/>
                  </a:lnTo>
                  <a:lnTo>
                    <a:pt x="291823" y="1214385"/>
                  </a:lnTo>
                  <a:lnTo>
                    <a:pt x="291831" y="1214427"/>
                  </a:lnTo>
                  <a:lnTo>
                    <a:pt x="291838" y="1214452"/>
                  </a:lnTo>
                  <a:lnTo>
                    <a:pt x="291849" y="1214481"/>
                  </a:lnTo>
                  <a:lnTo>
                    <a:pt x="291867" y="1214496"/>
                  </a:lnTo>
                  <a:lnTo>
                    <a:pt x="291885" y="1214507"/>
                  </a:lnTo>
                  <a:lnTo>
                    <a:pt x="291904" y="1214526"/>
                  </a:lnTo>
                  <a:lnTo>
                    <a:pt x="291930" y="1214555"/>
                  </a:lnTo>
                  <a:lnTo>
                    <a:pt x="291945" y="1214590"/>
                  </a:lnTo>
                  <a:lnTo>
                    <a:pt x="291944" y="1214616"/>
                  </a:lnTo>
                  <a:lnTo>
                    <a:pt x="291938" y="1214631"/>
                  </a:lnTo>
                  <a:lnTo>
                    <a:pt x="291918" y="1214645"/>
                  </a:lnTo>
                  <a:lnTo>
                    <a:pt x="291881" y="1214663"/>
                  </a:lnTo>
                  <a:lnTo>
                    <a:pt x="291856" y="1214687"/>
                  </a:lnTo>
                  <a:lnTo>
                    <a:pt x="291845" y="1214711"/>
                  </a:lnTo>
                  <a:lnTo>
                    <a:pt x="291833" y="1214736"/>
                  </a:lnTo>
                  <a:lnTo>
                    <a:pt x="291808" y="1214785"/>
                  </a:lnTo>
                  <a:lnTo>
                    <a:pt x="291796" y="1214813"/>
                  </a:lnTo>
                  <a:lnTo>
                    <a:pt x="291758" y="1214878"/>
                  </a:lnTo>
                  <a:lnTo>
                    <a:pt x="291751" y="1214914"/>
                  </a:lnTo>
                  <a:lnTo>
                    <a:pt x="291732" y="1214950"/>
                  </a:lnTo>
                  <a:lnTo>
                    <a:pt x="291713" y="1214967"/>
                  </a:lnTo>
                  <a:lnTo>
                    <a:pt x="291698" y="1214974"/>
                  </a:lnTo>
                  <a:lnTo>
                    <a:pt x="291673" y="1214974"/>
                  </a:lnTo>
                  <a:lnTo>
                    <a:pt x="291629" y="1214960"/>
                  </a:lnTo>
                  <a:lnTo>
                    <a:pt x="291576" y="1214943"/>
                  </a:lnTo>
                  <a:lnTo>
                    <a:pt x="291570" y="1214940"/>
                  </a:lnTo>
                  <a:lnTo>
                    <a:pt x="291548" y="1214926"/>
                  </a:lnTo>
                  <a:lnTo>
                    <a:pt x="291529" y="1214911"/>
                  </a:lnTo>
                  <a:lnTo>
                    <a:pt x="291517" y="1214897"/>
                  </a:lnTo>
                  <a:lnTo>
                    <a:pt x="291508" y="1214889"/>
                  </a:lnTo>
                  <a:lnTo>
                    <a:pt x="291488" y="1214882"/>
                  </a:lnTo>
                  <a:lnTo>
                    <a:pt x="291483" y="1214882"/>
                  </a:lnTo>
                  <a:lnTo>
                    <a:pt x="291452" y="1214880"/>
                  </a:lnTo>
                  <a:lnTo>
                    <a:pt x="291408" y="1214886"/>
                  </a:lnTo>
                  <a:lnTo>
                    <a:pt x="291368" y="1214897"/>
                  </a:lnTo>
                  <a:lnTo>
                    <a:pt x="291288" y="1214935"/>
                  </a:lnTo>
                  <a:lnTo>
                    <a:pt x="291230" y="1214949"/>
                  </a:lnTo>
                  <a:lnTo>
                    <a:pt x="291147" y="1214970"/>
                  </a:lnTo>
                  <a:lnTo>
                    <a:pt x="291098" y="1214980"/>
                  </a:lnTo>
                  <a:lnTo>
                    <a:pt x="291074" y="1214995"/>
                  </a:lnTo>
                  <a:lnTo>
                    <a:pt x="291059" y="1215007"/>
                  </a:lnTo>
                  <a:lnTo>
                    <a:pt x="291029" y="1215046"/>
                  </a:lnTo>
                  <a:lnTo>
                    <a:pt x="290995" y="1215089"/>
                  </a:lnTo>
                  <a:lnTo>
                    <a:pt x="290975" y="1215107"/>
                  </a:lnTo>
                  <a:lnTo>
                    <a:pt x="290897" y="1215135"/>
                  </a:lnTo>
                  <a:lnTo>
                    <a:pt x="290812" y="1215159"/>
                  </a:lnTo>
                  <a:lnTo>
                    <a:pt x="290788" y="1215169"/>
                  </a:lnTo>
                  <a:lnTo>
                    <a:pt x="290723" y="1215197"/>
                  </a:lnTo>
                  <a:lnTo>
                    <a:pt x="290671" y="1215234"/>
                  </a:lnTo>
                  <a:lnTo>
                    <a:pt x="290644" y="1215263"/>
                  </a:lnTo>
                  <a:lnTo>
                    <a:pt x="290621" y="1215296"/>
                  </a:lnTo>
                  <a:lnTo>
                    <a:pt x="290586" y="1215326"/>
                  </a:lnTo>
                  <a:lnTo>
                    <a:pt x="290571" y="1215339"/>
                  </a:lnTo>
                  <a:lnTo>
                    <a:pt x="290531" y="1215349"/>
                  </a:lnTo>
                  <a:lnTo>
                    <a:pt x="290503" y="1215352"/>
                  </a:lnTo>
                  <a:lnTo>
                    <a:pt x="290494" y="1215354"/>
                  </a:lnTo>
                  <a:lnTo>
                    <a:pt x="290388" y="1215376"/>
                  </a:lnTo>
                  <a:lnTo>
                    <a:pt x="290347" y="1215393"/>
                  </a:lnTo>
                  <a:lnTo>
                    <a:pt x="290323" y="1215405"/>
                  </a:lnTo>
                  <a:lnTo>
                    <a:pt x="290288" y="1215416"/>
                  </a:lnTo>
                  <a:lnTo>
                    <a:pt x="290281" y="1215419"/>
                  </a:lnTo>
                  <a:lnTo>
                    <a:pt x="290204" y="1215455"/>
                  </a:lnTo>
                  <a:lnTo>
                    <a:pt x="290189" y="1215468"/>
                  </a:lnTo>
                  <a:lnTo>
                    <a:pt x="290180" y="1215478"/>
                  </a:lnTo>
                  <a:lnTo>
                    <a:pt x="290164" y="1215494"/>
                  </a:lnTo>
                  <a:lnTo>
                    <a:pt x="290146" y="1215504"/>
                  </a:lnTo>
                  <a:lnTo>
                    <a:pt x="290125" y="1215508"/>
                  </a:lnTo>
                  <a:lnTo>
                    <a:pt x="290081" y="1215505"/>
                  </a:lnTo>
                  <a:lnTo>
                    <a:pt x="290059" y="1215503"/>
                  </a:lnTo>
                  <a:lnTo>
                    <a:pt x="290014" y="1215493"/>
                  </a:lnTo>
                  <a:lnTo>
                    <a:pt x="289912" y="1215480"/>
                  </a:lnTo>
                  <a:lnTo>
                    <a:pt x="289858" y="1215478"/>
                  </a:lnTo>
                  <a:lnTo>
                    <a:pt x="289826" y="1215481"/>
                  </a:lnTo>
                  <a:lnTo>
                    <a:pt x="289808" y="1215486"/>
                  </a:lnTo>
                  <a:lnTo>
                    <a:pt x="289779" y="1215502"/>
                  </a:lnTo>
                  <a:lnTo>
                    <a:pt x="289760" y="1215508"/>
                  </a:lnTo>
                  <a:lnTo>
                    <a:pt x="289754" y="1215509"/>
                  </a:lnTo>
                  <a:lnTo>
                    <a:pt x="289744" y="1215522"/>
                  </a:lnTo>
                  <a:lnTo>
                    <a:pt x="289722" y="1215546"/>
                  </a:lnTo>
                  <a:lnTo>
                    <a:pt x="289702" y="1215567"/>
                  </a:lnTo>
                  <a:lnTo>
                    <a:pt x="289672" y="1215596"/>
                  </a:lnTo>
                  <a:lnTo>
                    <a:pt x="289644" y="1215622"/>
                  </a:lnTo>
                  <a:lnTo>
                    <a:pt x="289618" y="1215644"/>
                  </a:lnTo>
                  <a:lnTo>
                    <a:pt x="289610" y="1215653"/>
                  </a:lnTo>
                  <a:lnTo>
                    <a:pt x="289593" y="1215684"/>
                  </a:lnTo>
                  <a:lnTo>
                    <a:pt x="289587" y="1215708"/>
                  </a:lnTo>
                  <a:lnTo>
                    <a:pt x="289584" y="1215717"/>
                  </a:lnTo>
                  <a:lnTo>
                    <a:pt x="289569" y="1215739"/>
                  </a:lnTo>
                  <a:lnTo>
                    <a:pt x="289531" y="1215793"/>
                  </a:lnTo>
                  <a:lnTo>
                    <a:pt x="289527" y="1215802"/>
                  </a:lnTo>
                  <a:lnTo>
                    <a:pt x="289505" y="1215851"/>
                  </a:lnTo>
                  <a:lnTo>
                    <a:pt x="289494" y="1215876"/>
                  </a:lnTo>
                  <a:lnTo>
                    <a:pt x="289478" y="1215891"/>
                  </a:lnTo>
                  <a:lnTo>
                    <a:pt x="289454" y="1215898"/>
                  </a:lnTo>
                  <a:lnTo>
                    <a:pt x="289402" y="1215915"/>
                  </a:lnTo>
                  <a:lnTo>
                    <a:pt x="289366" y="1215931"/>
                  </a:lnTo>
                  <a:lnTo>
                    <a:pt x="289344" y="1215938"/>
                  </a:lnTo>
                  <a:lnTo>
                    <a:pt x="289317" y="1215942"/>
                  </a:lnTo>
                  <a:lnTo>
                    <a:pt x="289262" y="1215940"/>
                  </a:lnTo>
                  <a:lnTo>
                    <a:pt x="289232" y="1215946"/>
                  </a:lnTo>
                  <a:lnTo>
                    <a:pt x="289190" y="1215977"/>
                  </a:lnTo>
                  <a:lnTo>
                    <a:pt x="289155" y="1216008"/>
                  </a:lnTo>
                  <a:lnTo>
                    <a:pt x="289124" y="1216026"/>
                  </a:lnTo>
                  <a:lnTo>
                    <a:pt x="289097" y="1216026"/>
                  </a:lnTo>
                  <a:lnTo>
                    <a:pt x="289072" y="1216036"/>
                  </a:lnTo>
                  <a:lnTo>
                    <a:pt x="289048" y="1216060"/>
                  </a:lnTo>
                  <a:lnTo>
                    <a:pt x="289037" y="1216093"/>
                  </a:lnTo>
                  <a:lnTo>
                    <a:pt x="289035" y="1216133"/>
                  </a:lnTo>
                  <a:lnTo>
                    <a:pt x="289029" y="1216209"/>
                  </a:lnTo>
                  <a:lnTo>
                    <a:pt x="289008" y="1216259"/>
                  </a:lnTo>
                  <a:lnTo>
                    <a:pt x="288982" y="1216298"/>
                  </a:lnTo>
                  <a:lnTo>
                    <a:pt x="288955" y="1216340"/>
                  </a:lnTo>
                  <a:lnTo>
                    <a:pt x="288949" y="1216390"/>
                  </a:lnTo>
                  <a:lnTo>
                    <a:pt x="288950" y="1216439"/>
                  </a:lnTo>
                  <a:lnTo>
                    <a:pt x="288955" y="1216467"/>
                  </a:lnTo>
                  <a:lnTo>
                    <a:pt x="288954" y="1216477"/>
                  </a:lnTo>
                  <a:lnTo>
                    <a:pt x="288950" y="1216484"/>
                  </a:lnTo>
                  <a:lnTo>
                    <a:pt x="288938" y="1216485"/>
                  </a:lnTo>
                  <a:lnTo>
                    <a:pt x="288911" y="1216479"/>
                  </a:lnTo>
                  <a:lnTo>
                    <a:pt x="288889" y="1216474"/>
                  </a:lnTo>
                  <a:lnTo>
                    <a:pt x="288871" y="1216473"/>
                  </a:lnTo>
                  <a:lnTo>
                    <a:pt x="288856" y="1216475"/>
                  </a:lnTo>
                  <a:lnTo>
                    <a:pt x="288826" y="1216476"/>
                  </a:lnTo>
                  <a:lnTo>
                    <a:pt x="288800" y="1216479"/>
                  </a:lnTo>
                  <a:lnTo>
                    <a:pt x="288764" y="1216482"/>
                  </a:lnTo>
                  <a:lnTo>
                    <a:pt x="288758" y="1216474"/>
                  </a:lnTo>
                  <a:lnTo>
                    <a:pt x="288757" y="1216459"/>
                  </a:lnTo>
                  <a:lnTo>
                    <a:pt x="288766" y="1216378"/>
                  </a:lnTo>
                  <a:lnTo>
                    <a:pt x="288771" y="1216301"/>
                  </a:lnTo>
                  <a:lnTo>
                    <a:pt x="288759" y="1216265"/>
                  </a:lnTo>
                  <a:lnTo>
                    <a:pt x="288746" y="1216223"/>
                  </a:lnTo>
                  <a:lnTo>
                    <a:pt x="288744" y="1216168"/>
                  </a:lnTo>
                  <a:lnTo>
                    <a:pt x="288752" y="1216091"/>
                  </a:lnTo>
                  <a:lnTo>
                    <a:pt x="288746" y="1216063"/>
                  </a:lnTo>
                  <a:lnTo>
                    <a:pt x="288729" y="1216038"/>
                  </a:lnTo>
                  <a:lnTo>
                    <a:pt x="288724" y="1216030"/>
                  </a:lnTo>
                  <a:lnTo>
                    <a:pt x="288703" y="1216008"/>
                  </a:lnTo>
                  <a:lnTo>
                    <a:pt x="288691" y="1215994"/>
                  </a:lnTo>
                  <a:lnTo>
                    <a:pt x="288679" y="1215989"/>
                  </a:lnTo>
                  <a:lnTo>
                    <a:pt x="288669" y="1215988"/>
                  </a:lnTo>
                  <a:lnTo>
                    <a:pt x="288663" y="1215989"/>
                  </a:lnTo>
                  <a:lnTo>
                    <a:pt x="288634" y="1215986"/>
                  </a:lnTo>
                  <a:lnTo>
                    <a:pt x="288619" y="1215975"/>
                  </a:lnTo>
                  <a:lnTo>
                    <a:pt x="288606" y="1215959"/>
                  </a:lnTo>
                  <a:lnTo>
                    <a:pt x="288603" y="1215940"/>
                  </a:lnTo>
                  <a:lnTo>
                    <a:pt x="288591" y="1215909"/>
                  </a:lnTo>
                  <a:lnTo>
                    <a:pt x="288570" y="1215893"/>
                  </a:lnTo>
                  <a:lnTo>
                    <a:pt x="288542" y="1215880"/>
                  </a:lnTo>
                  <a:lnTo>
                    <a:pt x="288511" y="1215857"/>
                  </a:lnTo>
                  <a:lnTo>
                    <a:pt x="288487" y="1215842"/>
                  </a:lnTo>
                  <a:lnTo>
                    <a:pt x="288468" y="1215822"/>
                  </a:lnTo>
                  <a:lnTo>
                    <a:pt x="288451" y="1215800"/>
                  </a:lnTo>
                  <a:lnTo>
                    <a:pt x="288438" y="1215789"/>
                  </a:lnTo>
                  <a:lnTo>
                    <a:pt x="288416" y="1215778"/>
                  </a:lnTo>
                  <a:lnTo>
                    <a:pt x="288401" y="1215777"/>
                  </a:lnTo>
                  <a:lnTo>
                    <a:pt x="288361" y="1215792"/>
                  </a:lnTo>
                  <a:lnTo>
                    <a:pt x="288352" y="1215792"/>
                  </a:lnTo>
                  <a:lnTo>
                    <a:pt x="288332" y="1215768"/>
                  </a:lnTo>
                  <a:lnTo>
                    <a:pt x="288323" y="1215756"/>
                  </a:lnTo>
                  <a:lnTo>
                    <a:pt x="288305" y="1215739"/>
                  </a:lnTo>
                  <a:lnTo>
                    <a:pt x="288279" y="1215717"/>
                  </a:lnTo>
                  <a:lnTo>
                    <a:pt x="288272" y="1215713"/>
                  </a:lnTo>
                  <a:lnTo>
                    <a:pt x="288244" y="1215698"/>
                  </a:lnTo>
                  <a:lnTo>
                    <a:pt x="288218" y="1215698"/>
                  </a:lnTo>
                  <a:lnTo>
                    <a:pt x="288170" y="1215701"/>
                  </a:lnTo>
                  <a:lnTo>
                    <a:pt x="288133" y="1215697"/>
                  </a:lnTo>
                  <a:lnTo>
                    <a:pt x="288059" y="1215681"/>
                  </a:lnTo>
                  <a:lnTo>
                    <a:pt x="287992" y="1215673"/>
                  </a:lnTo>
                  <a:lnTo>
                    <a:pt x="287955" y="1215657"/>
                  </a:lnTo>
                  <a:lnTo>
                    <a:pt x="287925" y="1215646"/>
                  </a:lnTo>
                  <a:lnTo>
                    <a:pt x="287907" y="1215632"/>
                  </a:lnTo>
                  <a:lnTo>
                    <a:pt x="287884" y="1215612"/>
                  </a:lnTo>
                  <a:lnTo>
                    <a:pt x="287857" y="1215596"/>
                  </a:lnTo>
                  <a:lnTo>
                    <a:pt x="287838" y="1215586"/>
                  </a:lnTo>
                  <a:lnTo>
                    <a:pt x="287830" y="1215585"/>
                  </a:lnTo>
                  <a:lnTo>
                    <a:pt x="287814" y="1215589"/>
                  </a:lnTo>
                  <a:lnTo>
                    <a:pt x="287780" y="1215588"/>
                  </a:lnTo>
                  <a:lnTo>
                    <a:pt x="287751" y="1215586"/>
                  </a:lnTo>
                  <a:lnTo>
                    <a:pt x="287743" y="1215587"/>
                  </a:lnTo>
                  <a:lnTo>
                    <a:pt x="287717" y="1215592"/>
                  </a:lnTo>
                  <a:lnTo>
                    <a:pt x="287704" y="1215598"/>
                  </a:lnTo>
                  <a:lnTo>
                    <a:pt x="287689" y="1215599"/>
                  </a:lnTo>
                  <a:lnTo>
                    <a:pt x="287675" y="1215597"/>
                  </a:lnTo>
                  <a:lnTo>
                    <a:pt x="287652" y="1215593"/>
                  </a:lnTo>
                  <a:lnTo>
                    <a:pt x="287637" y="1215592"/>
                  </a:lnTo>
                  <a:lnTo>
                    <a:pt x="287561" y="1215608"/>
                  </a:lnTo>
                  <a:lnTo>
                    <a:pt x="287536" y="1215610"/>
                  </a:lnTo>
                  <a:lnTo>
                    <a:pt x="287482" y="1215607"/>
                  </a:lnTo>
                  <a:lnTo>
                    <a:pt x="287423" y="1215597"/>
                  </a:lnTo>
                  <a:lnTo>
                    <a:pt x="287357" y="1215579"/>
                  </a:lnTo>
                  <a:lnTo>
                    <a:pt x="287348" y="1215576"/>
                  </a:lnTo>
                  <a:lnTo>
                    <a:pt x="287323" y="1215568"/>
                  </a:lnTo>
                  <a:lnTo>
                    <a:pt x="287313" y="1215559"/>
                  </a:lnTo>
                  <a:lnTo>
                    <a:pt x="287303" y="1215547"/>
                  </a:lnTo>
                  <a:lnTo>
                    <a:pt x="287293" y="1215525"/>
                  </a:lnTo>
                  <a:lnTo>
                    <a:pt x="287284" y="1215497"/>
                  </a:lnTo>
                  <a:lnTo>
                    <a:pt x="287268" y="1215477"/>
                  </a:lnTo>
                  <a:lnTo>
                    <a:pt x="287260" y="1215464"/>
                  </a:lnTo>
                  <a:lnTo>
                    <a:pt x="287240" y="1215424"/>
                  </a:lnTo>
                  <a:lnTo>
                    <a:pt x="287233" y="1215383"/>
                  </a:lnTo>
                  <a:lnTo>
                    <a:pt x="287227" y="1215313"/>
                  </a:lnTo>
                  <a:lnTo>
                    <a:pt x="287212" y="1215286"/>
                  </a:lnTo>
                  <a:lnTo>
                    <a:pt x="287191" y="1215273"/>
                  </a:lnTo>
                  <a:lnTo>
                    <a:pt x="287154" y="1215270"/>
                  </a:lnTo>
                  <a:lnTo>
                    <a:pt x="287115" y="1215256"/>
                  </a:lnTo>
                  <a:lnTo>
                    <a:pt x="287078" y="1215228"/>
                  </a:lnTo>
                  <a:lnTo>
                    <a:pt x="287022" y="1215212"/>
                  </a:lnTo>
                  <a:lnTo>
                    <a:pt x="286968" y="1215205"/>
                  </a:lnTo>
                  <a:lnTo>
                    <a:pt x="286908" y="1215203"/>
                  </a:lnTo>
                  <a:lnTo>
                    <a:pt x="286870" y="1215219"/>
                  </a:lnTo>
                  <a:lnTo>
                    <a:pt x="286822" y="1215230"/>
                  </a:lnTo>
                  <a:lnTo>
                    <a:pt x="286788" y="1215232"/>
                  </a:lnTo>
                  <a:lnTo>
                    <a:pt x="286758" y="1215224"/>
                  </a:lnTo>
                  <a:lnTo>
                    <a:pt x="286732" y="1215213"/>
                  </a:lnTo>
                  <a:lnTo>
                    <a:pt x="286700" y="1215197"/>
                  </a:lnTo>
                  <a:lnTo>
                    <a:pt x="286672" y="1215192"/>
                  </a:lnTo>
                  <a:lnTo>
                    <a:pt x="286622" y="1215180"/>
                  </a:lnTo>
                  <a:lnTo>
                    <a:pt x="286587" y="1215155"/>
                  </a:lnTo>
                  <a:lnTo>
                    <a:pt x="286572" y="1215122"/>
                  </a:lnTo>
                  <a:lnTo>
                    <a:pt x="286566" y="1215079"/>
                  </a:lnTo>
                  <a:lnTo>
                    <a:pt x="286558" y="1215022"/>
                  </a:lnTo>
                  <a:lnTo>
                    <a:pt x="286543" y="1214973"/>
                  </a:lnTo>
                  <a:lnTo>
                    <a:pt x="286533" y="1214928"/>
                  </a:lnTo>
                  <a:lnTo>
                    <a:pt x="286518" y="1214896"/>
                  </a:lnTo>
                  <a:lnTo>
                    <a:pt x="286517" y="1214857"/>
                  </a:lnTo>
                  <a:lnTo>
                    <a:pt x="286517" y="1214809"/>
                  </a:lnTo>
                  <a:lnTo>
                    <a:pt x="286509" y="1214763"/>
                  </a:lnTo>
                  <a:lnTo>
                    <a:pt x="286488" y="1214739"/>
                  </a:lnTo>
                  <a:lnTo>
                    <a:pt x="286454" y="1214711"/>
                  </a:lnTo>
                  <a:lnTo>
                    <a:pt x="286422" y="1214693"/>
                  </a:lnTo>
                  <a:lnTo>
                    <a:pt x="286373" y="1214675"/>
                  </a:lnTo>
                  <a:lnTo>
                    <a:pt x="286345" y="1214667"/>
                  </a:lnTo>
                  <a:lnTo>
                    <a:pt x="286325" y="1214647"/>
                  </a:lnTo>
                  <a:lnTo>
                    <a:pt x="286302" y="1214608"/>
                  </a:lnTo>
                  <a:lnTo>
                    <a:pt x="286276" y="1214556"/>
                  </a:lnTo>
                  <a:lnTo>
                    <a:pt x="286264" y="1214522"/>
                  </a:lnTo>
                  <a:lnTo>
                    <a:pt x="286245" y="1214477"/>
                  </a:lnTo>
                  <a:lnTo>
                    <a:pt x="286230" y="1214452"/>
                  </a:lnTo>
                  <a:lnTo>
                    <a:pt x="286199" y="1214427"/>
                  </a:lnTo>
                  <a:lnTo>
                    <a:pt x="286141" y="1214374"/>
                  </a:lnTo>
                  <a:lnTo>
                    <a:pt x="286083" y="1214329"/>
                  </a:lnTo>
                  <a:lnTo>
                    <a:pt x="285986" y="1214285"/>
                  </a:lnTo>
                  <a:lnTo>
                    <a:pt x="285962" y="1214269"/>
                  </a:lnTo>
                  <a:lnTo>
                    <a:pt x="285953" y="1214248"/>
                  </a:lnTo>
                  <a:lnTo>
                    <a:pt x="285954" y="1214227"/>
                  </a:lnTo>
                  <a:lnTo>
                    <a:pt x="285950" y="1214186"/>
                  </a:lnTo>
                  <a:lnTo>
                    <a:pt x="285936" y="1214167"/>
                  </a:lnTo>
                  <a:lnTo>
                    <a:pt x="285922" y="1214142"/>
                  </a:lnTo>
                  <a:lnTo>
                    <a:pt x="285920" y="1214109"/>
                  </a:lnTo>
                  <a:lnTo>
                    <a:pt x="285920" y="1214049"/>
                  </a:lnTo>
                  <a:lnTo>
                    <a:pt x="285917" y="1213994"/>
                  </a:lnTo>
                  <a:lnTo>
                    <a:pt x="285898" y="1213949"/>
                  </a:lnTo>
                  <a:lnTo>
                    <a:pt x="285885" y="1213901"/>
                  </a:lnTo>
                  <a:lnTo>
                    <a:pt x="285863" y="1213869"/>
                  </a:lnTo>
                  <a:lnTo>
                    <a:pt x="285838" y="1213852"/>
                  </a:lnTo>
                  <a:lnTo>
                    <a:pt x="285807" y="1213829"/>
                  </a:lnTo>
                  <a:lnTo>
                    <a:pt x="285765" y="1213801"/>
                  </a:lnTo>
                  <a:lnTo>
                    <a:pt x="285741" y="1213783"/>
                  </a:lnTo>
                  <a:lnTo>
                    <a:pt x="285695" y="1213763"/>
                  </a:lnTo>
                  <a:lnTo>
                    <a:pt x="285657" y="1213751"/>
                  </a:lnTo>
                  <a:lnTo>
                    <a:pt x="285598" y="1213749"/>
                  </a:lnTo>
                  <a:lnTo>
                    <a:pt x="285538" y="1213741"/>
                  </a:lnTo>
                  <a:lnTo>
                    <a:pt x="285496" y="1213718"/>
                  </a:lnTo>
                  <a:lnTo>
                    <a:pt x="285446" y="1213689"/>
                  </a:lnTo>
                  <a:lnTo>
                    <a:pt x="285396" y="1213662"/>
                  </a:lnTo>
                  <a:lnTo>
                    <a:pt x="285374" y="1213643"/>
                  </a:lnTo>
                  <a:lnTo>
                    <a:pt x="285352" y="1213617"/>
                  </a:lnTo>
                  <a:lnTo>
                    <a:pt x="285352" y="1213569"/>
                  </a:lnTo>
                  <a:lnTo>
                    <a:pt x="285361" y="1213525"/>
                  </a:lnTo>
                  <a:lnTo>
                    <a:pt x="285362" y="1213486"/>
                  </a:lnTo>
                  <a:lnTo>
                    <a:pt x="285357" y="1213441"/>
                  </a:lnTo>
                  <a:lnTo>
                    <a:pt x="285345" y="1213415"/>
                  </a:lnTo>
                  <a:lnTo>
                    <a:pt x="285327" y="1213402"/>
                  </a:lnTo>
                  <a:lnTo>
                    <a:pt x="285237" y="1213385"/>
                  </a:lnTo>
                  <a:lnTo>
                    <a:pt x="285195" y="1213363"/>
                  </a:lnTo>
                  <a:lnTo>
                    <a:pt x="285164" y="1213321"/>
                  </a:lnTo>
                  <a:lnTo>
                    <a:pt x="285131" y="1213284"/>
                  </a:lnTo>
                  <a:lnTo>
                    <a:pt x="285088" y="1213236"/>
                  </a:lnTo>
                  <a:lnTo>
                    <a:pt x="285037" y="1213187"/>
                  </a:lnTo>
                  <a:lnTo>
                    <a:pt x="284997" y="1213156"/>
                  </a:lnTo>
                  <a:lnTo>
                    <a:pt x="284931" y="1213098"/>
                  </a:lnTo>
                  <a:lnTo>
                    <a:pt x="284910" y="1213075"/>
                  </a:lnTo>
                  <a:lnTo>
                    <a:pt x="284894" y="1213049"/>
                  </a:lnTo>
                  <a:lnTo>
                    <a:pt x="284878" y="1213021"/>
                  </a:lnTo>
                  <a:lnTo>
                    <a:pt x="284862" y="1212999"/>
                  </a:lnTo>
                  <a:lnTo>
                    <a:pt x="284842" y="1212985"/>
                  </a:lnTo>
                  <a:lnTo>
                    <a:pt x="284820" y="1212977"/>
                  </a:lnTo>
                  <a:lnTo>
                    <a:pt x="284812" y="1212971"/>
                  </a:lnTo>
                  <a:lnTo>
                    <a:pt x="284818" y="1212963"/>
                  </a:lnTo>
                  <a:lnTo>
                    <a:pt x="284835" y="1212953"/>
                  </a:lnTo>
                  <a:lnTo>
                    <a:pt x="284853" y="1212942"/>
                  </a:lnTo>
                  <a:lnTo>
                    <a:pt x="284868" y="1212922"/>
                  </a:lnTo>
                  <a:lnTo>
                    <a:pt x="284872" y="1212915"/>
                  </a:lnTo>
                  <a:lnTo>
                    <a:pt x="284870" y="1212897"/>
                  </a:lnTo>
                  <a:lnTo>
                    <a:pt x="284864" y="1212883"/>
                  </a:lnTo>
                  <a:lnTo>
                    <a:pt x="284866" y="1212871"/>
                  </a:lnTo>
                  <a:lnTo>
                    <a:pt x="284877" y="1212840"/>
                  </a:lnTo>
                  <a:lnTo>
                    <a:pt x="284885" y="1212825"/>
                  </a:lnTo>
                  <a:lnTo>
                    <a:pt x="284914" y="1212771"/>
                  </a:lnTo>
                  <a:lnTo>
                    <a:pt x="284945" y="1212723"/>
                  </a:lnTo>
                  <a:lnTo>
                    <a:pt x="284973" y="1212670"/>
                  </a:lnTo>
                  <a:lnTo>
                    <a:pt x="284994" y="1212618"/>
                  </a:lnTo>
                  <a:lnTo>
                    <a:pt x="285009" y="1212554"/>
                  </a:lnTo>
                  <a:lnTo>
                    <a:pt x="285008" y="1212535"/>
                  </a:lnTo>
                  <a:lnTo>
                    <a:pt x="285001" y="1212518"/>
                  </a:lnTo>
                  <a:lnTo>
                    <a:pt x="284973" y="1212492"/>
                  </a:lnTo>
                  <a:lnTo>
                    <a:pt x="284936" y="1212458"/>
                  </a:lnTo>
                  <a:lnTo>
                    <a:pt x="284902" y="1212422"/>
                  </a:lnTo>
                  <a:lnTo>
                    <a:pt x="284885" y="1212396"/>
                  </a:lnTo>
                  <a:lnTo>
                    <a:pt x="284870" y="1212357"/>
                  </a:lnTo>
                  <a:lnTo>
                    <a:pt x="284859" y="1212323"/>
                  </a:lnTo>
                  <a:lnTo>
                    <a:pt x="284853" y="1212275"/>
                  </a:lnTo>
                  <a:lnTo>
                    <a:pt x="284848" y="1212250"/>
                  </a:lnTo>
                  <a:lnTo>
                    <a:pt x="284828" y="1212214"/>
                  </a:lnTo>
                  <a:lnTo>
                    <a:pt x="284807" y="1212188"/>
                  </a:lnTo>
                  <a:lnTo>
                    <a:pt x="284781" y="1212163"/>
                  </a:lnTo>
                  <a:lnTo>
                    <a:pt x="284751" y="1212141"/>
                  </a:lnTo>
                  <a:lnTo>
                    <a:pt x="284724" y="1212126"/>
                  </a:lnTo>
                  <a:lnTo>
                    <a:pt x="284650" y="1212105"/>
                  </a:lnTo>
                  <a:lnTo>
                    <a:pt x="284579" y="1212081"/>
                  </a:lnTo>
                  <a:lnTo>
                    <a:pt x="284532" y="1212067"/>
                  </a:lnTo>
                  <a:lnTo>
                    <a:pt x="284518" y="1212062"/>
                  </a:lnTo>
                  <a:lnTo>
                    <a:pt x="284497" y="1212047"/>
                  </a:lnTo>
                  <a:lnTo>
                    <a:pt x="284490" y="1212026"/>
                  </a:lnTo>
                  <a:lnTo>
                    <a:pt x="284490" y="1211963"/>
                  </a:lnTo>
                  <a:lnTo>
                    <a:pt x="284494" y="1211935"/>
                  </a:lnTo>
                  <a:lnTo>
                    <a:pt x="284490" y="1211898"/>
                  </a:lnTo>
                  <a:lnTo>
                    <a:pt x="284479" y="1211865"/>
                  </a:lnTo>
                  <a:lnTo>
                    <a:pt x="284459" y="1211828"/>
                  </a:lnTo>
                  <a:lnTo>
                    <a:pt x="284434" y="1211790"/>
                  </a:lnTo>
                  <a:lnTo>
                    <a:pt x="284428" y="1211764"/>
                  </a:lnTo>
                  <a:lnTo>
                    <a:pt x="284425" y="1211738"/>
                  </a:lnTo>
                  <a:lnTo>
                    <a:pt x="284436" y="1211695"/>
                  </a:lnTo>
                  <a:lnTo>
                    <a:pt x="284459" y="1211658"/>
                  </a:lnTo>
                  <a:lnTo>
                    <a:pt x="284488" y="1211628"/>
                  </a:lnTo>
                  <a:lnTo>
                    <a:pt x="284516" y="1211592"/>
                  </a:lnTo>
                  <a:lnTo>
                    <a:pt x="284533" y="1211567"/>
                  </a:lnTo>
                  <a:lnTo>
                    <a:pt x="284545" y="1211544"/>
                  </a:lnTo>
                  <a:lnTo>
                    <a:pt x="284545" y="1211520"/>
                  </a:lnTo>
                  <a:lnTo>
                    <a:pt x="284542" y="1211502"/>
                  </a:lnTo>
                  <a:lnTo>
                    <a:pt x="284519" y="1211475"/>
                  </a:lnTo>
                  <a:lnTo>
                    <a:pt x="284476" y="1211428"/>
                  </a:lnTo>
                  <a:lnTo>
                    <a:pt x="284430" y="1211376"/>
                  </a:lnTo>
                  <a:lnTo>
                    <a:pt x="284387" y="1211317"/>
                  </a:lnTo>
                  <a:lnTo>
                    <a:pt x="284336" y="1211258"/>
                  </a:lnTo>
                  <a:lnTo>
                    <a:pt x="284284" y="1211215"/>
                  </a:lnTo>
                  <a:lnTo>
                    <a:pt x="284244" y="1211179"/>
                  </a:lnTo>
                  <a:lnTo>
                    <a:pt x="284218" y="1211155"/>
                  </a:lnTo>
                  <a:lnTo>
                    <a:pt x="284197" y="1211135"/>
                  </a:lnTo>
                  <a:lnTo>
                    <a:pt x="284176" y="1211122"/>
                  </a:lnTo>
                  <a:lnTo>
                    <a:pt x="284156" y="1211119"/>
                  </a:lnTo>
                  <a:lnTo>
                    <a:pt x="284125" y="1211135"/>
                  </a:lnTo>
                  <a:lnTo>
                    <a:pt x="284120" y="1211138"/>
                  </a:lnTo>
                  <a:lnTo>
                    <a:pt x="284084" y="1211159"/>
                  </a:lnTo>
                  <a:lnTo>
                    <a:pt x="284078" y="1211160"/>
                  </a:lnTo>
                  <a:lnTo>
                    <a:pt x="284072" y="1211161"/>
                  </a:lnTo>
                  <a:lnTo>
                    <a:pt x="284057" y="1211160"/>
                  </a:lnTo>
                  <a:lnTo>
                    <a:pt x="284027" y="1211184"/>
                  </a:lnTo>
                  <a:lnTo>
                    <a:pt x="284005" y="1211193"/>
                  </a:lnTo>
                  <a:lnTo>
                    <a:pt x="283987" y="1211197"/>
                  </a:lnTo>
                  <a:lnTo>
                    <a:pt x="283968" y="1211198"/>
                  </a:lnTo>
                  <a:lnTo>
                    <a:pt x="283943" y="1211197"/>
                  </a:lnTo>
                  <a:lnTo>
                    <a:pt x="283899" y="1211200"/>
                  </a:lnTo>
                  <a:lnTo>
                    <a:pt x="283841" y="1211205"/>
                  </a:lnTo>
                  <a:lnTo>
                    <a:pt x="283792" y="1211211"/>
                  </a:lnTo>
                  <a:lnTo>
                    <a:pt x="283765" y="1211211"/>
                  </a:lnTo>
                  <a:lnTo>
                    <a:pt x="283736" y="1211202"/>
                  </a:lnTo>
                  <a:lnTo>
                    <a:pt x="283707" y="1211200"/>
                  </a:lnTo>
                  <a:lnTo>
                    <a:pt x="283695" y="1211200"/>
                  </a:lnTo>
                  <a:lnTo>
                    <a:pt x="283680" y="1211209"/>
                  </a:lnTo>
                  <a:lnTo>
                    <a:pt x="283668" y="1211216"/>
                  </a:lnTo>
                  <a:lnTo>
                    <a:pt x="283651" y="1211223"/>
                  </a:lnTo>
                  <a:lnTo>
                    <a:pt x="283636" y="1211223"/>
                  </a:lnTo>
                  <a:lnTo>
                    <a:pt x="283627" y="1211220"/>
                  </a:lnTo>
                  <a:lnTo>
                    <a:pt x="283610" y="1211203"/>
                  </a:lnTo>
                  <a:lnTo>
                    <a:pt x="283586" y="1211175"/>
                  </a:lnTo>
                  <a:lnTo>
                    <a:pt x="283562" y="1211147"/>
                  </a:lnTo>
                  <a:lnTo>
                    <a:pt x="283542" y="1211136"/>
                  </a:lnTo>
                  <a:lnTo>
                    <a:pt x="283514" y="1211129"/>
                  </a:lnTo>
                  <a:lnTo>
                    <a:pt x="283499" y="1211128"/>
                  </a:lnTo>
                  <a:lnTo>
                    <a:pt x="283480" y="1211125"/>
                  </a:lnTo>
                  <a:lnTo>
                    <a:pt x="283460" y="1211114"/>
                  </a:lnTo>
                  <a:lnTo>
                    <a:pt x="283436" y="1211098"/>
                  </a:lnTo>
                  <a:lnTo>
                    <a:pt x="283421" y="1211089"/>
                  </a:lnTo>
                  <a:lnTo>
                    <a:pt x="283407" y="1211082"/>
                  </a:lnTo>
                  <a:lnTo>
                    <a:pt x="283395" y="1211081"/>
                  </a:lnTo>
                  <a:lnTo>
                    <a:pt x="283378" y="1211080"/>
                  </a:lnTo>
                  <a:lnTo>
                    <a:pt x="283363" y="1211079"/>
                  </a:lnTo>
                  <a:lnTo>
                    <a:pt x="283351" y="1211075"/>
                  </a:lnTo>
                  <a:lnTo>
                    <a:pt x="283340" y="1211068"/>
                  </a:lnTo>
                  <a:lnTo>
                    <a:pt x="283330" y="1211060"/>
                  </a:lnTo>
                  <a:lnTo>
                    <a:pt x="283304" y="1211037"/>
                  </a:lnTo>
                  <a:lnTo>
                    <a:pt x="283291" y="1211030"/>
                  </a:lnTo>
                  <a:lnTo>
                    <a:pt x="283280" y="1211029"/>
                  </a:lnTo>
                  <a:lnTo>
                    <a:pt x="283264" y="1211030"/>
                  </a:lnTo>
                  <a:lnTo>
                    <a:pt x="283246" y="1211034"/>
                  </a:lnTo>
                  <a:lnTo>
                    <a:pt x="283214" y="1211038"/>
                  </a:lnTo>
                  <a:lnTo>
                    <a:pt x="283140" y="1211043"/>
                  </a:lnTo>
                  <a:lnTo>
                    <a:pt x="283119" y="1211052"/>
                  </a:lnTo>
                  <a:lnTo>
                    <a:pt x="283104" y="1211062"/>
                  </a:lnTo>
                  <a:lnTo>
                    <a:pt x="283091" y="1211075"/>
                  </a:lnTo>
                  <a:lnTo>
                    <a:pt x="283077" y="1211086"/>
                  </a:lnTo>
                  <a:lnTo>
                    <a:pt x="283069" y="1211088"/>
                  </a:lnTo>
                  <a:lnTo>
                    <a:pt x="283060" y="1211087"/>
                  </a:lnTo>
                  <a:lnTo>
                    <a:pt x="283042" y="1211080"/>
                  </a:lnTo>
                  <a:lnTo>
                    <a:pt x="283020" y="1211071"/>
                  </a:lnTo>
                  <a:lnTo>
                    <a:pt x="283008" y="1211069"/>
                  </a:lnTo>
                  <a:lnTo>
                    <a:pt x="282990" y="1211067"/>
                  </a:lnTo>
                  <a:lnTo>
                    <a:pt x="282967" y="1211067"/>
                  </a:lnTo>
                  <a:lnTo>
                    <a:pt x="282951" y="1211064"/>
                  </a:lnTo>
                  <a:lnTo>
                    <a:pt x="282931" y="1211053"/>
                  </a:lnTo>
                  <a:lnTo>
                    <a:pt x="282911" y="1211043"/>
                  </a:lnTo>
                  <a:lnTo>
                    <a:pt x="282873" y="1211013"/>
                  </a:lnTo>
                  <a:lnTo>
                    <a:pt x="282860" y="1211005"/>
                  </a:lnTo>
                  <a:lnTo>
                    <a:pt x="282839" y="1210997"/>
                  </a:lnTo>
                  <a:lnTo>
                    <a:pt x="282809" y="1210992"/>
                  </a:lnTo>
                  <a:lnTo>
                    <a:pt x="282776" y="1210987"/>
                  </a:lnTo>
                  <a:lnTo>
                    <a:pt x="282736" y="1210981"/>
                  </a:lnTo>
                  <a:lnTo>
                    <a:pt x="282723" y="1210974"/>
                  </a:lnTo>
                  <a:lnTo>
                    <a:pt x="282712" y="1210973"/>
                  </a:lnTo>
                  <a:lnTo>
                    <a:pt x="282695" y="1210976"/>
                  </a:lnTo>
                  <a:lnTo>
                    <a:pt x="282683" y="1210987"/>
                  </a:lnTo>
                  <a:lnTo>
                    <a:pt x="282664" y="1211007"/>
                  </a:lnTo>
                  <a:lnTo>
                    <a:pt x="282650" y="1211019"/>
                  </a:lnTo>
                  <a:lnTo>
                    <a:pt x="282629" y="1211034"/>
                  </a:lnTo>
                  <a:lnTo>
                    <a:pt x="282588" y="1211057"/>
                  </a:lnTo>
                  <a:lnTo>
                    <a:pt x="282556" y="1211075"/>
                  </a:lnTo>
                  <a:lnTo>
                    <a:pt x="282539" y="1211089"/>
                  </a:lnTo>
                  <a:lnTo>
                    <a:pt x="282527" y="1211100"/>
                  </a:lnTo>
                  <a:lnTo>
                    <a:pt x="282515" y="1211109"/>
                  </a:lnTo>
                  <a:lnTo>
                    <a:pt x="282501" y="1211114"/>
                  </a:lnTo>
                  <a:lnTo>
                    <a:pt x="282489" y="1211114"/>
                  </a:lnTo>
                  <a:lnTo>
                    <a:pt x="282476" y="1211110"/>
                  </a:lnTo>
                  <a:lnTo>
                    <a:pt x="282469" y="1211107"/>
                  </a:lnTo>
                  <a:lnTo>
                    <a:pt x="282451" y="1211103"/>
                  </a:lnTo>
                  <a:lnTo>
                    <a:pt x="282437" y="1211104"/>
                  </a:lnTo>
                  <a:lnTo>
                    <a:pt x="282420" y="1211111"/>
                  </a:lnTo>
                  <a:lnTo>
                    <a:pt x="282363" y="1211121"/>
                  </a:lnTo>
                  <a:lnTo>
                    <a:pt x="282336" y="1211131"/>
                  </a:lnTo>
                  <a:lnTo>
                    <a:pt x="282290" y="1211139"/>
                  </a:lnTo>
                  <a:lnTo>
                    <a:pt x="282251" y="1211150"/>
                  </a:lnTo>
                  <a:lnTo>
                    <a:pt x="282231" y="1211157"/>
                  </a:lnTo>
                  <a:lnTo>
                    <a:pt x="282203" y="1211177"/>
                  </a:lnTo>
                  <a:lnTo>
                    <a:pt x="282181" y="1211192"/>
                  </a:lnTo>
                  <a:lnTo>
                    <a:pt x="282164" y="1211208"/>
                  </a:lnTo>
                  <a:lnTo>
                    <a:pt x="282156" y="1211209"/>
                  </a:lnTo>
                  <a:lnTo>
                    <a:pt x="282145" y="1211206"/>
                  </a:lnTo>
                  <a:lnTo>
                    <a:pt x="282126" y="1211201"/>
                  </a:lnTo>
                  <a:lnTo>
                    <a:pt x="282102" y="1211196"/>
                  </a:lnTo>
                  <a:lnTo>
                    <a:pt x="282081" y="1211193"/>
                  </a:lnTo>
                  <a:lnTo>
                    <a:pt x="282057" y="1211190"/>
                  </a:lnTo>
                  <a:lnTo>
                    <a:pt x="282037" y="1211184"/>
                  </a:lnTo>
                  <a:lnTo>
                    <a:pt x="282016" y="1211177"/>
                  </a:lnTo>
                  <a:lnTo>
                    <a:pt x="281995" y="1211172"/>
                  </a:lnTo>
                  <a:lnTo>
                    <a:pt x="281975" y="1211173"/>
                  </a:lnTo>
                  <a:lnTo>
                    <a:pt x="281952" y="1211178"/>
                  </a:lnTo>
                  <a:lnTo>
                    <a:pt x="281911" y="1211191"/>
                  </a:lnTo>
                  <a:lnTo>
                    <a:pt x="281882" y="1211203"/>
                  </a:lnTo>
                  <a:lnTo>
                    <a:pt x="281858" y="1211212"/>
                  </a:lnTo>
                  <a:lnTo>
                    <a:pt x="281831" y="1211226"/>
                  </a:lnTo>
                  <a:lnTo>
                    <a:pt x="281814" y="1211236"/>
                  </a:lnTo>
                  <a:lnTo>
                    <a:pt x="281805" y="1211243"/>
                  </a:lnTo>
                  <a:lnTo>
                    <a:pt x="281785" y="1211247"/>
                  </a:lnTo>
                  <a:lnTo>
                    <a:pt x="281772" y="1211246"/>
                  </a:lnTo>
                  <a:lnTo>
                    <a:pt x="281754" y="1211248"/>
                  </a:lnTo>
                  <a:lnTo>
                    <a:pt x="281731" y="1211262"/>
                  </a:lnTo>
                  <a:lnTo>
                    <a:pt x="281694" y="1211281"/>
                  </a:lnTo>
                  <a:lnTo>
                    <a:pt x="281665" y="1211298"/>
                  </a:lnTo>
                  <a:lnTo>
                    <a:pt x="281633" y="1211311"/>
                  </a:lnTo>
                  <a:lnTo>
                    <a:pt x="281594" y="1211322"/>
                  </a:lnTo>
                  <a:lnTo>
                    <a:pt x="281566" y="1211333"/>
                  </a:lnTo>
                  <a:lnTo>
                    <a:pt x="281550" y="1211343"/>
                  </a:lnTo>
                  <a:lnTo>
                    <a:pt x="281541" y="1211350"/>
                  </a:lnTo>
                  <a:lnTo>
                    <a:pt x="281524" y="1211375"/>
                  </a:lnTo>
                  <a:lnTo>
                    <a:pt x="281499" y="1211393"/>
                  </a:lnTo>
                  <a:lnTo>
                    <a:pt x="281473" y="1211402"/>
                  </a:lnTo>
                  <a:lnTo>
                    <a:pt x="281446" y="1211406"/>
                  </a:lnTo>
                  <a:lnTo>
                    <a:pt x="281427" y="1211414"/>
                  </a:lnTo>
                  <a:lnTo>
                    <a:pt x="281412" y="1211425"/>
                  </a:lnTo>
                  <a:lnTo>
                    <a:pt x="281399" y="1211441"/>
                  </a:lnTo>
                  <a:lnTo>
                    <a:pt x="281374" y="1211462"/>
                  </a:lnTo>
                  <a:lnTo>
                    <a:pt x="281341" y="1211479"/>
                  </a:lnTo>
                  <a:lnTo>
                    <a:pt x="281321" y="1211487"/>
                  </a:lnTo>
                  <a:lnTo>
                    <a:pt x="281300" y="1211502"/>
                  </a:lnTo>
                  <a:lnTo>
                    <a:pt x="281267" y="1211517"/>
                  </a:lnTo>
                  <a:lnTo>
                    <a:pt x="281231" y="1211543"/>
                  </a:lnTo>
                  <a:lnTo>
                    <a:pt x="281184" y="1211565"/>
                  </a:lnTo>
                  <a:lnTo>
                    <a:pt x="281151" y="1211588"/>
                  </a:lnTo>
                  <a:lnTo>
                    <a:pt x="281128" y="1211598"/>
                  </a:lnTo>
                  <a:lnTo>
                    <a:pt x="281111" y="1211601"/>
                  </a:lnTo>
                  <a:lnTo>
                    <a:pt x="281095" y="1211600"/>
                  </a:lnTo>
                  <a:lnTo>
                    <a:pt x="281079" y="1211600"/>
                  </a:lnTo>
                  <a:lnTo>
                    <a:pt x="281059" y="1211602"/>
                  </a:lnTo>
                  <a:lnTo>
                    <a:pt x="281030" y="1211614"/>
                  </a:lnTo>
                  <a:lnTo>
                    <a:pt x="281006" y="1211622"/>
                  </a:lnTo>
                  <a:lnTo>
                    <a:pt x="280984" y="1211625"/>
                  </a:lnTo>
                  <a:lnTo>
                    <a:pt x="280948" y="1211629"/>
                  </a:lnTo>
                  <a:lnTo>
                    <a:pt x="280922" y="1211627"/>
                  </a:lnTo>
                  <a:lnTo>
                    <a:pt x="280899" y="1211629"/>
                  </a:lnTo>
                  <a:lnTo>
                    <a:pt x="280870" y="1211640"/>
                  </a:lnTo>
                  <a:lnTo>
                    <a:pt x="280832" y="1211647"/>
                  </a:lnTo>
                  <a:lnTo>
                    <a:pt x="280808" y="1211645"/>
                  </a:lnTo>
                  <a:lnTo>
                    <a:pt x="280780" y="1211641"/>
                  </a:lnTo>
                  <a:lnTo>
                    <a:pt x="280751" y="1211642"/>
                  </a:lnTo>
                  <a:lnTo>
                    <a:pt x="280722" y="1211643"/>
                  </a:lnTo>
                  <a:lnTo>
                    <a:pt x="280700" y="1211637"/>
                  </a:lnTo>
                  <a:lnTo>
                    <a:pt x="280689" y="1211629"/>
                  </a:lnTo>
                  <a:lnTo>
                    <a:pt x="280673" y="1211627"/>
                  </a:lnTo>
                  <a:lnTo>
                    <a:pt x="280662" y="1211625"/>
                  </a:lnTo>
                  <a:lnTo>
                    <a:pt x="280644" y="1211628"/>
                  </a:lnTo>
                  <a:lnTo>
                    <a:pt x="280623" y="1211630"/>
                  </a:lnTo>
                  <a:lnTo>
                    <a:pt x="280611" y="1211625"/>
                  </a:lnTo>
                  <a:lnTo>
                    <a:pt x="280603" y="1211611"/>
                  </a:lnTo>
                  <a:lnTo>
                    <a:pt x="280600" y="1211593"/>
                  </a:lnTo>
                  <a:lnTo>
                    <a:pt x="280606" y="1211555"/>
                  </a:lnTo>
                  <a:lnTo>
                    <a:pt x="280603" y="1211484"/>
                  </a:lnTo>
                  <a:lnTo>
                    <a:pt x="280592" y="1211447"/>
                  </a:lnTo>
                  <a:lnTo>
                    <a:pt x="280576" y="1211392"/>
                  </a:lnTo>
                  <a:lnTo>
                    <a:pt x="280568" y="1211376"/>
                  </a:lnTo>
                  <a:lnTo>
                    <a:pt x="280553" y="1211358"/>
                  </a:lnTo>
                  <a:lnTo>
                    <a:pt x="280532" y="1211319"/>
                  </a:lnTo>
                  <a:lnTo>
                    <a:pt x="280527" y="1211281"/>
                  </a:lnTo>
                  <a:lnTo>
                    <a:pt x="280523" y="1211272"/>
                  </a:lnTo>
                  <a:lnTo>
                    <a:pt x="280510" y="1211255"/>
                  </a:lnTo>
                  <a:lnTo>
                    <a:pt x="280505" y="1211247"/>
                  </a:lnTo>
                  <a:lnTo>
                    <a:pt x="280502" y="1211214"/>
                  </a:lnTo>
                  <a:lnTo>
                    <a:pt x="280504" y="1211170"/>
                  </a:lnTo>
                  <a:lnTo>
                    <a:pt x="280495" y="1211121"/>
                  </a:lnTo>
                  <a:lnTo>
                    <a:pt x="280478" y="1211095"/>
                  </a:lnTo>
                  <a:lnTo>
                    <a:pt x="280469" y="1211064"/>
                  </a:lnTo>
                  <a:lnTo>
                    <a:pt x="280466" y="1211040"/>
                  </a:lnTo>
                  <a:lnTo>
                    <a:pt x="280466" y="1211025"/>
                  </a:lnTo>
                  <a:lnTo>
                    <a:pt x="280459" y="1211000"/>
                  </a:lnTo>
                  <a:lnTo>
                    <a:pt x="280440" y="1210943"/>
                  </a:lnTo>
                  <a:lnTo>
                    <a:pt x="280414" y="1210897"/>
                  </a:lnTo>
                  <a:lnTo>
                    <a:pt x="280389" y="1210869"/>
                  </a:lnTo>
                  <a:lnTo>
                    <a:pt x="280375" y="1210850"/>
                  </a:lnTo>
                  <a:lnTo>
                    <a:pt x="280371" y="1210823"/>
                  </a:lnTo>
                  <a:lnTo>
                    <a:pt x="280362" y="1210765"/>
                  </a:lnTo>
                  <a:lnTo>
                    <a:pt x="280327" y="1210697"/>
                  </a:lnTo>
                  <a:lnTo>
                    <a:pt x="280309" y="1210640"/>
                  </a:lnTo>
                  <a:lnTo>
                    <a:pt x="280294" y="1210598"/>
                  </a:lnTo>
                  <a:lnTo>
                    <a:pt x="280276" y="1210549"/>
                  </a:lnTo>
                  <a:lnTo>
                    <a:pt x="280275" y="1210534"/>
                  </a:lnTo>
                  <a:lnTo>
                    <a:pt x="280281" y="1210497"/>
                  </a:lnTo>
                  <a:lnTo>
                    <a:pt x="280291" y="1210471"/>
                  </a:lnTo>
                  <a:lnTo>
                    <a:pt x="280288" y="1210396"/>
                  </a:lnTo>
                  <a:lnTo>
                    <a:pt x="280276" y="1210328"/>
                  </a:lnTo>
                  <a:lnTo>
                    <a:pt x="280252" y="1210247"/>
                  </a:lnTo>
                  <a:lnTo>
                    <a:pt x="280231" y="1210202"/>
                  </a:lnTo>
                  <a:lnTo>
                    <a:pt x="280211" y="1210184"/>
                  </a:lnTo>
                  <a:lnTo>
                    <a:pt x="280200" y="1210174"/>
                  </a:lnTo>
                  <a:lnTo>
                    <a:pt x="280186" y="1210159"/>
                  </a:lnTo>
                  <a:lnTo>
                    <a:pt x="280170" y="1210141"/>
                  </a:lnTo>
                  <a:lnTo>
                    <a:pt x="280166" y="1210122"/>
                  </a:lnTo>
                  <a:lnTo>
                    <a:pt x="280168" y="1210109"/>
                  </a:lnTo>
                  <a:lnTo>
                    <a:pt x="280190" y="1210079"/>
                  </a:lnTo>
                  <a:lnTo>
                    <a:pt x="280237" y="1210022"/>
                  </a:lnTo>
                  <a:lnTo>
                    <a:pt x="280295" y="1209953"/>
                  </a:lnTo>
                  <a:lnTo>
                    <a:pt x="280323" y="1209907"/>
                  </a:lnTo>
                  <a:lnTo>
                    <a:pt x="280358" y="1209803"/>
                  </a:lnTo>
                  <a:lnTo>
                    <a:pt x="280371" y="1209739"/>
                  </a:lnTo>
                  <a:lnTo>
                    <a:pt x="280367" y="1209683"/>
                  </a:lnTo>
                  <a:lnTo>
                    <a:pt x="280352" y="1209643"/>
                  </a:lnTo>
                  <a:lnTo>
                    <a:pt x="280333" y="1209569"/>
                  </a:lnTo>
                  <a:lnTo>
                    <a:pt x="280312" y="1209489"/>
                  </a:lnTo>
                  <a:lnTo>
                    <a:pt x="280290" y="1209414"/>
                  </a:lnTo>
                  <a:lnTo>
                    <a:pt x="280264" y="1209333"/>
                  </a:lnTo>
                  <a:lnTo>
                    <a:pt x="280250" y="1209287"/>
                  </a:lnTo>
                  <a:lnTo>
                    <a:pt x="280241" y="1209248"/>
                  </a:lnTo>
                  <a:lnTo>
                    <a:pt x="280212" y="1209172"/>
                  </a:lnTo>
                  <a:lnTo>
                    <a:pt x="280179" y="1209104"/>
                  </a:lnTo>
                  <a:lnTo>
                    <a:pt x="280132" y="1209043"/>
                  </a:lnTo>
                  <a:lnTo>
                    <a:pt x="280111" y="1208998"/>
                  </a:lnTo>
                  <a:lnTo>
                    <a:pt x="280091" y="1208966"/>
                  </a:lnTo>
                  <a:lnTo>
                    <a:pt x="280077" y="1208949"/>
                  </a:lnTo>
                  <a:lnTo>
                    <a:pt x="280060" y="1208934"/>
                  </a:lnTo>
                  <a:lnTo>
                    <a:pt x="280037" y="1208924"/>
                  </a:lnTo>
                  <a:lnTo>
                    <a:pt x="279979" y="1208922"/>
                  </a:lnTo>
                  <a:lnTo>
                    <a:pt x="279942" y="1208929"/>
                  </a:lnTo>
                  <a:lnTo>
                    <a:pt x="279917" y="1208941"/>
                  </a:lnTo>
                  <a:lnTo>
                    <a:pt x="279897" y="1208953"/>
                  </a:lnTo>
                  <a:lnTo>
                    <a:pt x="279869" y="1208969"/>
                  </a:lnTo>
                  <a:lnTo>
                    <a:pt x="279819" y="1209002"/>
                  </a:lnTo>
                  <a:lnTo>
                    <a:pt x="279780" y="1209024"/>
                  </a:lnTo>
                  <a:lnTo>
                    <a:pt x="279719" y="1209055"/>
                  </a:lnTo>
                  <a:lnTo>
                    <a:pt x="279677" y="1209076"/>
                  </a:lnTo>
                  <a:lnTo>
                    <a:pt x="279631" y="1209094"/>
                  </a:lnTo>
                  <a:lnTo>
                    <a:pt x="279555" y="1209111"/>
                  </a:lnTo>
                  <a:lnTo>
                    <a:pt x="279524" y="1209118"/>
                  </a:lnTo>
                  <a:lnTo>
                    <a:pt x="279476" y="1209140"/>
                  </a:lnTo>
                  <a:lnTo>
                    <a:pt x="279426" y="1209142"/>
                  </a:lnTo>
                  <a:lnTo>
                    <a:pt x="279366" y="1209140"/>
                  </a:lnTo>
                  <a:lnTo>
                    <a:pt x="279315" y="1209135"/>
                  </a:lnTo>
                  <a:lnTo>
                    <a:pt x="279279" y="1209126"/>
                  </a:lnTo>
                  <a:lnTo>
                    <a:pt x="279215" y="1209117"/>
                  </a:lnTo>
                  <a:lnTo>
                    <a:pt x="279162" y="1209097"/>
                  </a:lnTo>
                  <a:lnTo>
                    <a:pt x="279134" y="1209085"/>
                  </a:lnTo>
                  <a:lnTo>
                    <a:pt x="279120" y="1209079"/>
                  </a:lnTo>
                  <a:lnTo>
                    <a:pt x="279099" y="1209081"/>
                  </a:lnTo>
                  <a:lnTo>
                    <a:pt x="279082" y="1209091"/>
                  </a:lnTo>
                  <a:lnTo>
                    <a:pt x="279046" y="1209117"/>
                  </a:lnTo>
                  <a:lnTo>
                    <a:pt x="279012" y="1209134"/>
                  </a:lnTo>
                  <a:lnTo>
                    <a:pt x="278983" y="1209150"/>
                  </a:lnTo>
                  <a:lnTo>
                    <a:pt x="278961" y="1209159"/>
                  </a:lnTo>
                  <a:lnTo>
                    <a:pt x="278917" y="1209166"/>
                  </a:lnTo>
                  <a:lnTo>
                    <a:pt x="278903" y="1209168"/>
                  </a:lnTo>
                  <a:lnTo>
                    <a:pt x="278869" y="1209167"/>
                  </a:lnTo>
                  <a:lnTo>
                    <a:pt x="278847" y="1209168"/>
                  </a:lnTo>
                  <a:lnTo>
                    <a:pt x="278829" y="1209168"/>
                  </a:lnTo>
                  <a:lnTo>
                    <a:pt x="278818" y="1209175"/>
                  </a:lnTo>
                  <a:lnTo>
                    <a:pt x="278805" y="1209202"/>
                  </a:lnTo>
                  <a:lnTo>
                    <a:pt x="278785" y="1209239"/>
                  </a:lnTo>
                  <a:lnTo>
                    <a:pt x="278754" y="1209281"/>
                  </a:lnTo>
                  <a:lnTo>
                    <a:pt x="278714" y="1209333"/>
                  </a:lnTo>
                  <a:lnTo>
                    <a:pt x="278685" y="1209364"/>
                  </a:lnTo>
                  <a:lnTo>
                    <a:pt x="278630" y="1209418"/>
                  </a:lnTo>
                  <a:lnTo>
                    <a:pt x="278617" y="1209436"/>
                  </a:lnTo>
                  <a:lnTo>
                    <a:pt x="278609" y="1209452"/>
                  </a:lnTo>
                  <a:lnTo>
                    <a:pt x="278609" y="1209482"/>
                  </a:lnTo>
                  <a:lnTo>
                    <a:pt x="278614" y="1209523"/>
                  </a:lnTo>
                  <a:lnTo>
                    <a:pt x="278629" y="1209561"/>
                  </a:lnTo>
                  <a:lnTo>
                    <a:pt x="278634" y="1209594"/>
                  </a:lnTo>
                  <a:lnTo>
                    <a:pt x="278632" y="1209634"/>
                  </a:lnTo>
                  <a:lnTo>
                    <a:pt x="278637" y="1209692"/>
                  </a:lnTo>
                  <a:lnTo>
                    <a:pt x="278628" y="1209742"/>
                  </a:lnTo>
                  <a:lnTo>
                    <a:pt x="278616" y="1209780"/>
                  </a:lnTo>
                  <a:lnTo>
                    <a:pt x="278599" y="1209823"/>
                  </a:lnTo>
                  <a:lnTo>
                    <a:pt x="278586" y="1209846"/>
                  </a:lnTo>
                  <a:lnTo>
                    <a:pt x="278553" y="1209856"/>
                  </a:lnTo>
                  <a:lnTo>
                    <a:pt x="278509" y="1209869"/>
                  </a:lnTo>
                  <a:lnTo>
                    <a:pt x="278479" y="1209883"/>
                  </a:lnTo>
                  <a:lnTo>
                    <a:pt x="278458" y="1209898"/>
                  </a:lnTo>
                  <a:lnTo>
                    <a:pt x="278436" y="1209912"/>
                  </a:lnTo>
                  <a:lnTo>
                    <a:pt x="278404" y="1209924"/>
                  </a:lnTo>
                  <a:lnTo>
                    <a:pt x="278360" y="1209930"/>
                  </a:lnTo>
                  <a:lnTo>
                    <a:pt x="278317" y="1209939"/>
                  </a:lnTo>
                  <a:lnTo>
                    <a:pt x="278268" y="1209946"/>
                  </a:lnTo>
                  <a:lnTo>
                    <a:pt x="278251" y="1209944"/>
                  </a:lnTo>
                  <a:lnTo>
                    <a:pt x="278229" y="1209942"/>
                  </a:lnTo>
                  <a:lnTo>
                    <a:pt x="278218" y="1209943"/>
                  </a:lnTo>
                  <a:lnTo>
                    <a:pt x="278210" y="1209962"/>
                  </a:lnTo>
                  <a:lnTo>
                    <a:pt x="278204" y="1209984"/>
                  </a:lnTo>
                  <a:lnTo>
                    <a:pt x="278184" y="1210009"/>
                  </a:lnTo>
                  <a:lnTo>
                    <a:pt x="278143" y="1210039"/>
                  </a:lnTo>
                  <a:lnTo>
                    <a:pt x="278096" y="1210076"/>
                  </a:lnTo>
                  <a:lnTo>
                    <a:pt x="278072" y="1210100"/>
                  </a:lnTo>
                  <a:lnTo>
                    <a:pt x="278041" y="1210128"/>
                  </a:lnTo>
                  <a:lnTo>
                    <a:pt x="278020" y="1210150"/>
                  </a:lnTo>
                  <a:lnTo>
                    <a:pt x="278000" y="1210176"/>
                  </a:lnTo>
                  <a:lnTo>
                    <a:pt x="277968" y="1210217"/>
                  </a:lnTo>
                  <a:lnTo>
                    <a:pt x="277943" y="1210250"/>
                  </a:lnTo>
                  <a:lnTo>
                    <a:pt x="277910" y="1210291"/>
                  </a:lnTo>
                  <a:lnTo>
                    <a:pt x="277894" y="1210318"/>
                  </a:lnTo>
                  <a:lnTo>
                    <a:pt x="277879" y="1210393"/>
                  </a:lnTo>
                  <a:lnTo>
                    <a:pt x="277862" y="1210449"/>
                  </a:lnTo>
                  <a:lnTo>
                    <a:pt x="277855" y="1210474"/>
                  </a:lnTo>
                  <a:lnTo>
                    <a:pt x="277831" y="1210508"/>
                  </a:lnTo>
                  <a:lnTo>
                    <a:pt x="277824" y="1210535"/>
                  </a:lnTo>
                  <a:lnTo>
                    <a:pt x="277811" y="1210581"/>
                  </a:lnTo>
                  <a:lnTo>
                    <a:pt x="277801" y="1210638"/>
                  </a:lnTo>
                  <a:lnTo>
                    <a:pt x="277799" y="1210680"/>
                  </a:lnTo>
                  <a:lnTo>
                    <a:pt x="277795" y="1210705"/>
                  </a:lnTo>
                  <a:lnTo>
                    <a:pt x="277784" y="1210720"/>
                  </a:lnTo>
                  <a:lnTo>
                    <a:pt x="277757" y="1210753"/>
                  </a:lnTo>
                  <a:lnTo>
                    <a:pt x="277725" y="1210776"/>
                  </a:lnTo>
                  <a:lnTo>
                    <a:pt x="277675" y="1210815"/>
                  </a:lnTo>
                  <a:lnTo>
                    <a:pt x="277627" y="1210847"/>
                  </a:lnTo>
                  <a:lnTo>
                    <a:pt x="277597" y="1210868"/>
                  </a:lnTo>
                  <a:lnTo>
                    <a:pt x="277573" y="1210885"/>
                  </a:lnTo>
                  <a:lnTo>
                    <a:pt x="277545" y="1210899"/>
                  </a:lnTo>
                  <a:lnTo>
                    <a:pt x="277526" y="1210900"/>
                  </a:lnTo>
                  <a:lnTo>
                    <a:pt x="277505" y="1210897"/>
                  </a:lnTo>
                  <a:lnTo>
                    <a:pt x="277483" y="1210897"/>
                  </a:lnTo>
                  <a:lnTo>
                    <a:pt x="277469" y="1210902"/>
                  </a:lnTo>
                  <a:lnTo>
                    <a:pt x="277434" y="1210913"/>
                  </a:lnTo>
                  <a:lnTo>
                    <a:pt x="277415" y="1210927"/>
                  </a:lnTo>
                  <a:lnTo>
                    <a:pt x="277390" y="1210947"/>
                  </a:lnTo>
                  <a:lnTo>
                    <a:pt x="277349" y="1210973"/>
                  </a:lnTo>
                  <a:lnTo>
                    <a:pt x="277317" y="1210999"/>
                  </a:lnTo>
                  <a:lnTo>
                    <a:pt x="277280" y="1211023"/>
                  </a:lnTo>
                  <a:lnTo>
                    <a:pt x="277238" y="1211058"/>
                  </a:lnTo>
                  <a:lnTo>
                    <a:pt x="277219" y="1211073"/>
                  </a:lnTo>
                  <a:lnTo>
                    <a:pt x="277188" y="1211104"/>
                  </a:lnTo>
                  <a:lnTo>
                    <a:pt x="277155" y="1211139"/>
                  </a:lnTo>
                  <a:lnTo>
                    <a:pt x="277140" y="1211154"/>
                  </a:lnTo>
                  <a:lnTo>
                    <a:pt x="277115" y="1211163"/>
                  </a:lnTo>
                  <a:lnTo>
                    <a:pt x="277066" y="1211166"/>
                  </a:lnTo>
                  <a:lnTo>
                    <a:pt x="277023" y="1211168"/>
                  </a:lnTo>
                  <a:lnTo>
                    <a:pt x="276971" y="1211166"/>
                  </a:lnTo>
                  <a:lnTo>
                    <a:pt x="276895" y="1211157"/>
                  </a:lnTo>
                  <a:lnTo>
                    <a:pt x="276827" y="1211148"/>
                  </a:lnTo>
                  <a:lnTo>
                    <a:pt x="276733" y="1211135"/>
                  </a:lnTo>
                  <a:lnTo>
                    <a:pt x="276707" y="1211133"/>
                  </a:lnTo>
                  <a:lnTo>
                    <a:pt x="276671" y="1211134"/>
                  </a:lnTo>
                  <a:lnTo>
                    <a:pt x="276643" y="1211138"/>
                  </a:lnTo>
                  <a:lnTo>
                    <a:pt x="276622" y="1211138"/>
                  </a:lnTo>
                  <a:lnTo>
                    <a:pt x="276608" y="1211153"/>
                  </a:lnTo>
                  <a:lnTo>
                    <a:pt x="276601" y="1211176"/>
                  </a:lnTo>
                  <a:lnTo>
                    <a:pt x="276597" y="1211192"/>
                  </a:lnTo>
                  <a:lnTo>
                    <a:pt x="276590" y="1211211"/>
                  </a:lnTo>
                  <a:lnTo>
                    <a:pt x="276576" y="1211233"/>
                  </a:lnTo>
                  <a:lnTo>
                    <a:pt x="276547" y="1211253"/>
                  </a:lnTo>
                  <a:lnTo>
                    <a:pt x="276514" y="1211265"/>
                  </a:lnTo>
                  <a:lnTo>
                    <a:pt x="276476" y="1211275"/>
                  </a:lnTo>
                  <a:lnTo>
                    <a:pt x="276439" y="1211279"/>
                  </a:lnTo>
                  <a:lnTo>
                    <a:pt x="276421" y="1211285"/>
                  </a:lnTo>
                  <a:lnTo>
                    <a:pt x="276408" y="1211294"/>
                  </a:lnTo>
                  <a:lnTo>
                    <a:pt x="276386" y="1211307"/>
                  </a:lnTo>
                  <a:lnTo>
                    <a:pt x="276361" y="1211323"/>
                  </a:lnTo>
                  <a:lnTo>
                    <a:pt x="276333" y="1211329"/>
                  </a:lnTo>
                  <a:lnTo>
                    <a:pt x="276300" y="1211339"/>
                  </a:lnTo>
                  <a:lnTo>
                    <a:pt x="276286" y="1211346"/>
                  </a:lnTo>
                  <a:lnTo>
                    <a:pt x="276275" y="1211355"/>
                  </a:lnTo>
                  <a:lnTo>
                    <a:pt x="276257" y="1211356"/>
                  </a:lnTo>
                  <a:lnTo>
                    <a:pt x="276243" y="1211346"/>
                  </a:lnTo>
                  <a:lnTo>
                    <a:pt x="276223" y="1211337"/>
                  </a:lnTo>
                  <a:lnTo>
                    <a:pt x="276208" y="1211338"/>
                  </a:lnTo>
                  <a:lnTo>
                    <a:pt x="276182" y="1211349"/>
                  </a:lnTo>
                  <a:lnTo>
                    <a:pt x="276163" y="1211364"/>
                  </a:lnTo>
                  <a:lnTo>
                    <a:pt x="276150" y="1211366"/>
                  </a:lnTo>
                  <a:lnTo>
                    <a:pt x="276131" y="1211365"/>
                  </a:lnTo>
                  <a:lnTo>
                    <a:pt x="276108" y="1211354"/>
                  </a:lnTo>
                  <a:lnTo>
                    <a:pt x="276091" y="1211351"/>
                  </a:lnTo>
                  <a:lnTo>
                    <a:pt x="276084" y="1211348"/>
                  </a:lnTo>
                  <a:lnTo>
                    <a:pt x="276068" y="1211351"/>
                  </a:lnTo>
                  <a:lnTo>
                    <a:pt x="276040" y="1211366"/>
                  </a:lnTo>
                  <a:lnTo>
                    <a:pt x="275997" y="1211380"/>
                  </a:lnTo>
                  <a:lnTo>
                    <a:pt x="275957" y="1211399"/>
                  </a:lnTo>
                  <a:lnTo>
                    <a:pt x="275929" y="1211404"/>
                  </a:lnTo>
                  <a:lnTo>
                    <a:pt x="275901" y="1211406"/>
                  </a:lnTo>
                  <a:lnTo>
                    <a:pt x="275879" y="1211400"/>
                  </a:lnTo>
                  <a:lnTo>
                    <a:pt x="275852" y="1211403"/>
                  </a:lnTo>
                  <a:lnTo>
                    <a:pt x="275816" y="1211407"/>
                  </a:lnTo>
                  <a:lnTo>
                    <a:pt x="275794" y="1211405"/>
                  </a:lnTo>
                  <a:lnTo>
                    <a:pt x="275768" y="1211409"/>
                  </a:lnTo>
                  <a:lnTo>
                    <a:pt x="275731" y="1211413"/>
                  </a:lnTo>
                  <a:lnTo>
                    <a:pt x="275709" y="1211424"/>
                  </a:lnTo>
                  <a:lnTo>
                    <a:pt x="275689" y="1211429"/>
                  </a:lnTo>
                  <a:lnTo>
                    <a:pt x="275677" y="1211430"/>
                  </a:lnTo>
                  <a:lnTo>
                    <a:pt x="275659" y="1211440"/>
                  </a:lnTo>
                  <a:lnTo>
                    <a:pt x="275646" y="1211452"/>
                  </a:lnTo>
                  <a:lnTo>
                    <a:pt x="275640" y="1211471"/>
                  </a:lnTo>
                  <a:lnTo>
                    <a:pt x="275636" y="1211491"/>
                  </a:lnTo>
                  <a:lnTo>
                    <a:pt x="275632" y="1211510"/>
                  </a:lnTo>
                  <a:lnTo>
                    <a:pt x="275625" y="1211526"/>
                  </a:lnTo>
                  <a:lnTo>
                    <a:pt x="275615" y="1211544"/>
                  </a:lnTo>
                  <a:lnTo>
                    <a:pt x="275601" y="1211567"/>
                  </a:lnTo>
                  <a:lnTo>
                    <a:pt x="275580" y="1211604"/>
                  </a:lnTo>
                  <a:lnTo>
                    <a:pt x="275560" y="1211627"/>
                  </a:lnTo>
                  <a:lnTo>
                    <a:pt x="275531" y="1211655"/>
                  </a:lnTo>
                  <a:lnTo>
                    <a:pt x="275489" y="1211693"/>
                  </a:lnTo>
                  <a:lnTo>
                    <a:pt x="275467" y="1211710"/>
                  </a:lnTo>
                  <a:lnTo>
                    <a:pt x="275448" y="1211715"/>
                  </a:lnTo>
                  <a:lnTo>
                    <a:pt x="275430" y="1211728"/>
                  </a:lnTo>
                  <a:lnTo>
                    <a:pt x="275417" y="1211744"/>
                  </a:lnTo>
                  <a:lnTo>
                    <a:pt x="275399" y="1211769"/>
                  </a:lnTo>
                  <a:lnTo>
                    <a:pt x="275379" y="1211798"/>
                  </a:lnTo>
                  <a:lnTo>
                    <a:pt x="275363" y="1211824"/>
                  </a:lnTo>
                  <a:lnTo>
                    <a:pt x="275343" y="1211867"/>
                  </a:lnTo>
                  <a:lnTo>
                    <a:pt x="275338" y="1211888"/>
                  </a:lnTo>
                  <a:lnTo>
                    <a:pt x="275329" y="1211912"/>
                  </a:lnTo>
                  <a:lnTo>
                    <a:pt x="275319" y="1211924"/>
                  </a:lnTo>
                  <a:lnTo>
                    <a:pt x="275308" y="1211925"/>
                  </a:lnTo>
                  <a:lnTo>
                    <a:pt x="275287" y="1211925"/>
                  </a:lnTo>
                  <a:lnTo>
                    <a:pt x="275260" y="1211930"/>
                  </a:lnTo>
                  <a:lnTo>
                    <a:pt x="275228" y="1211940"/>
                  </a:lnTo>
                  <a:lnTo>
                    <a:pt x="275203" y="1211948"/>
                  </a:lnTo>
                  <a:lnTo>
                    <a:pt x="275179" y="1211961"/>
                  </a:lnTo>
                  <a:lnTo>
                    <a:pt x="275143" y="1211983"/>
                  </a:lnTo>
                  <a:lnTo>
                    <a:pt x="275124" y="1211993"/>
                  </a:lnTo>
                  <a:lnTo>
                    <a:pt x="275104" y="1212004"/>
                  </a:lnTo>
                  <a:lnTo>
                    <a:pt x="275082" y="1212021"/>
                  </a:lnTo>
                  <a:lnTo>
                    <a:pt x="275059" y="1212043"/>
                  </a:lnTo>
                  <a:lnTo>
                    <a:pt x="275043" y="1212059"/>
                  </a:lnTo>
                  <a:lnTo>
                    <a:pt x="275030" y="1212078"/>
                  </a:lnTo>
                  <a:lnTo>
                    <a:pt x="275021" y="1212097"/>
                  </a:lnTo>
                  <a:lnTo>
                    <a:pt x="275017" y="1212109"/>
                  </a:lnTo>
                  <a:lnTo>
                    <a:pt x="275016" y="1212123"/>
                  </a:lnTo>
                  <a:lnTo>
                    <a:pt x="275015" y="1212140"/>
                  </a:lnTo>
                  <a:lnTo>
                    <a:pt x="275025" y="1212167"/>
                  </a:lnTo>
                  <a:lnTo>
                    <a:pt x="275044" y="1212201"/>
                  </a:lnTo>
                  <a:lnTo>
                    <a:pt x="275042" y="1212242"/>
                  </a:lnTo>
                  <a:lnTo>
                    <a:pt x="275035" y="1212295"/>
                  </a:lnTo>
                  <a:lnTo>
                    <a:pt x="275023" y="1212349"/>
                  </a:lnTo>
                  <a:lnTo>
                    <a:pt x="275019" y="1212380"/>
                  </a:lnTo>
                  <a:lnTo>
                    <a:pt x="275017" y="1212405"/>
                  </a:lnTo>
                  <a:lnTo>
                    <a:pt x="275013" y="1212439"/>
                  </a:lnTo>
                  <a:lnTo>
                    <a:pt x="275013" y="1212474"/>
                  </a:lnTo>
                  <a:lnTo>
                    <a:pt x="275008" y="1212506"/>
                  </a:lnTo>
                  <a:lnTo>
                    <a:pt x="275019" y="1212531"/>
                  </a:lnTo>
                  <a:lnTo>
                    <a:pt x="275040" y="1212544"/>
                  </a:lnTo>
                  <a:lnTo>
                    <a:pt x="275090" y="1212583"/>
                  </a:lnTo>
                  <a:lnTo>
                    <a:pt x="275138" y="1212619"/>
                  </a:lnTo>
                  <a:lnTo>
                    <a:pt x="275191" y="1212647"/>
                  </a:lnTo>
                  <a:lnTo>
                    <a:pt x="275250" y="1212675"/>
                  </a:lnTo>
                  <a:lnTo>
                    <a:pt x="275315" y="1212707"/>
                  </a:lnTo>
                  <a:lnTo>
                    <a:pt x="275396" y="1212745"/>
                  </a:lnTo>
                  <a:lnTo>
                    <a:pt x="275440" y="1212758"/>
                  </a:lnTo>
                  <a:lnTo>
                    <a:pt x="275485" y="1212786"/>
                  </a:lnTo>
                  <a:lnTo>
                    <a:pt x="275536" y="1212806"/>
                  </a:lnTo>
                  <a:lnTo>
                    <a:pt x="275559" y="1212817"/>
                  </a:lnTo>
                  <a:lnTo>
                    <a:pt x="275572" y="1212824"/>
                  </a:lnTo>
                  <a:lnTo>
                    <a:pt x="275599" y="1212836"/>
                  </a:lnTo>
                  <a:lnTo>
                    <a:pt x="275620" y="1212842"/>
                  </a:lnTo>
                  <a:lnTo>
                    <a:pt x="275626" y="1212846"/>
                  </a:lnTo>
                  <a:lnTo>
                    <a:pt x="275693" y="1212857"/>
                  </a:lnTo>
                  <a:lnTo>
                    <a:pt x="275807" y="1212869"/>
                  </a:lnTo>
                  <a:lnTo>
                    <a:pt x="275858" y="1212880"/>
                  </a:lnTo>
                  <a:lnTo>
                    <a:pt x="275891" y="1212890"/>
                  </a:lnTo>
                  <a:lnTo>
                    <a:pt x="275913" y="1212895"/>
                  </a:lnTo>
                  <a:lnTo>
                    <a:pt x="275974" y="1212916"/>
                  </a:lnTo>
                  <a:lnTo>
                    <a:pt x="275980" y="1212922"/>
                  </a:lnTo>
                  <a:lnTo>
                    <a:pt x="275995" y="1212951"/>
                  </a:lnTo>
                  <a:lnTo>
                    <a:pt x="276002" y="1212963"/>
                  </a:lnTo>
                  <a:lnTo>
                    <a:pt x="276022" y="1213006"/>
                  </a:lnTo>
                  <a:lnTo>
                    <a:pt x="276041" y="1213051"/>
                  </a:lnTo>
                  <a:lnTo>
                    <a:pt x="276062" y="1213084"/>
                  </a:lnTo>
                  <a:lnTo>
                    <a:pt x="276081" y="1213108"/>
                  </a:lnTo>
                  <a:lnTo>
                    <a:pt x="276087" y="1213121"/>
                  </a:lnTo>
                  <a:lnTo>
                    <a:pt x="276087" y="1213129"/>
                  </a:lnTo>
                  <a:lnTo>
                    <a:pt x="276081" y="1213138"/>
                  </a:lnTo>
                  <a:lnTo>
                    <a:pt x="276069" y="1213155"/>
                  </a:lnTo>
                  <a:lnTo>
                    <a:pt x="276047" y="1213177"/>
                  </a:lnTo>
                  <a:lnTo>
                    <a:pt x="276022" y="1213201"/>
                  </a:lnTo>
                  <a:lnTo>
                    <a:pt x="275997" y="1213219"/>
                  </a:lnTo>
                  <a:lnTo>
                    <a:pt x="275980" y="1213228"/>
                  </a:lnTo>
                  <a:lnTo>
                    <a:pt x="275966" y="1213240"/>
                  </a:lnTo>
                  <a:lnTo>
                    <a:pt x="275948" y="1213261"/>
                  </a:lnTo>
                  <a:lnTo>
                    <a:pt x="275913" y="1213311"/>
                  </a:lnTo>
                  <a:lnTo>
                    <a:pt x="275876" y="1213369"/>
                  </a:lnTo>
                  <a:lnTo>
                    <a:pt x="275847" y="1213426"/>
                  </a:lnTo>
                  <a:lnTo>
                    <a:pt x="275834" y="1213461"/>
                  </a:lnTo>
                  <a:lnTo>
                    <a:pt x="275831" y="1213476"/>
                  </a:lnTo>
                  <a:lnTo>
                    <a:pt x="275832" y="1213509"/>
                  </a:lnTo>
                  <a:lnTo>
                    <a:pt x="275829" y="1213518"/>
                  </a:lnTo>
                  <a:lnTo>
                    <a:pt x="275820" y="1213548"/>
                  </a:lnTo>
                  <a:lnTo>
                    <a:pt x="275817" y="1213571"/>
                  </a:lnTo>
                  <a:lnTo>
                    <a:pt x="275812" y="1213607"/>
                  </a:lnTo>
                  <a:lnTo>
                    <a:pt x="275808" y="1213625"/>
                  </a:lnTo>
                  <a:lnTo>
                    <a:pt x="275804" y="1213632"/>
                  </a:lnTo>
                  <a:lnTo>
                    <a:pt x="275754" y="1213667"/>
                  </a:lnTo>
                  <a:lnTo>
                    <a:pt x="275714" y="1213699"/>
                  </a:lnTo>
                  <a:lnTo>
                    <a:pt x="275693" y="1213716"/>
                  </a:lnTo>
                  <a:lnTo>
                    <a:pt x="275689" y="1213739"/>
                  </a:lnTo>
                  <a:lnTo>
                    <a:pt x="275692" y="1213752"/>
                  </a:lnTo>
                  <a:lnTo>
                    <a:pt x="275726" y="1213810"/>
                  </a:lnTo>
                  <a:lnTo>
                    <a:pt x="275786" y="1213892"/>
                  </a:lnTo>
                  <a:lnTo>
                    <a:pt x="275809" y="1213940"/>
                  </a:lnTo>
                  <a:lnTo>
                    <a:pt x="275846" y="1213984"/>
                  </a:lnTo>
                  <a:lnTo>
                    <a:pt x="275883" y="1214037"/>
                  </a:lnTo>
                  <a:lnTo>
                    <a:pt x="275906" y="1214069"/>
                  </a:lnTo>
                  <a:lnTo>
                    <a:pt x="275913" y="1214109"/>
                  </a:lnTo>
                  <a:lnTo>
                    <a:pt x="275923" y="1214147"/>
                  </a:lnTo>
                  <a:lnTo>
                    <a:pt x="275937" y="1214162"/>
                  </a:lnTo>
                  <a:lnTo>
                    <a:pt x="275972" y="1214190"/>
                  </a:lnTo>
                  <a:lnTo>
                    <a:pt x="275985" y="1214209"/>
                  </a:lnTo>
                  <a:lnTo>
                    <a:pt x="275994" y="1214224"/>
                  </a:lnTo>
                  <a:lnTo>
                    <a:pt x="275989" y="1214269"/>
                  </a:lnTo>
                  <a:lnTo>
                    <a:pt x="275989" y="1214310"/>
                  </a:lnTo>
                  <a:lnTo>
                    <a:pt x="275987" y="1214337"/>
                  </a:lnTo>
                  <a:lnTo>
                    <a:pt x="275986" y="1214345"/>
                  </a:lnTo>
                  <a:lnTo>
                    <a:pt x="275988" y="1214364"/>
                  </a:lnTo>
                  <a:lnTo>
                    <a:pt x="276000" y="1214401"/>
                  </a:lnTo>
                  <a:lnTo>
                    <a:pt x="276006" y="1214414"/>
                  </a:lnTo>
                  <a:lnTo>
                    <a:pt x="276010" y="1214426"/>
                  </a:lnTo>
                  <a:lnTo>
                    <a:pt x="276013" y="1214436"/>
                  </a:lnTo>
                  <a:lnTo>
                    <a:pt x="276014" y="1214442"/>
                  </a:lnTo>
                  <a:lnTo>
                    <a:pt x="276011" y="1214459"/>
                  </a:lnTo>
                  <a:lnTo>
                    <a:pt x="276003" y="1214482"/>
                  </a:lnTo>
                  <a:lnTo>
                    <a:pt x="275998" y="1214503"/>
                  </a:lnTo>
                  <a:lnTo>
                    <a:pt x="275991" y="1214541"/>
                  </a:lnTo>
                  <a:lnTo>
                    <a:pt x="275967" y="1214559"/>
                  </a:lnTo>
                  <a:lnTo>
                    <a:pt x="275957" y="1214563"/>
                  </a:lnTo>
                  <a:lnTo>
                    <a:pt x="275917" y="1214589"/>
                  </a:lnTo>
                  <a:lnTo>
                    <a:pt x="275844" y="1214650"/>
                  </a:lnTo>
                  <a:lnTo>
                    <a:pt x="275797" y="1214693"/>
                  </a:lnTo>
                  <a:lnTo>
                    <a:pt x="275787" y="1214714"/>
                  </a:lnTo>
                  <a:lnTo>
                    <a:pt x="275771" y="1214759"/>
                  </a:lnTo>
                  <a:lnTo>
                    <a:pt x="275761" y="1214786"/>
                  </a:lnTo>
                  <a:lnTo>
                    <a:pt x="275747" y="1214818"/>
                  </a:lnTo>
                  <a:lnTo>
                    <a:pt x="275728" y="1214848"/>
                  </a:lnTo>
                  <a:lnTo>
                    <a:pt x="275696" y="1214892"/>
                  </a:lnTo>
                  <a:lnTo>
                    <a:pt x="275677" y="1214915"/>
                  </a:lnTo>
                  <a:lnTo>
                    <a:pt x="275664" y="1214928"/>
                  </a:lnTo>
                  <a:lnTo>
                    <a:pt x="275649" y="1214936"/>
                  </a:lnTo>
                  <a:lnTo>
                    <a:pt x="275602" y="1214953"/>
                  </a:lnTo>
                  <a:lnTo>
                    <a:pt x="275550" y="1214978"/>
                  </a:lnTo>
                  <a:lnTo>
                    <a:pt x="275514" y="1214994"/>
                  </a:lnTo>
                  <a:lnTo>
                    <a:pt x="275480" y="1215017"/>
                  </a:lnTo>
                  <a:lnTo>
                    <a:pt x="275448" y="1215047"/>
                  </a:lnTo>
                  <a:lnTo>
                    <a:pt x="275426" y="1215063"/>
                  </a:lnTo>
                  <a:lnTo>
                    <a:pt x="275420" y="1215066"/>
                  </a:lnTo>
                  <a:lnTo>
                    <a:pt x="275411" y="1215067"/>
                  </a:lnTo>
                  <a:lnTo>
                    <a:pt x="275388" y="1215065"/>
                  </a:lnTo>
                  <a:lnTo>
                    <a:pt x="275348" y="1215055"/>
                  </a:lnTo>
                  <a:lnTo>
                    <a:pt x="275285" y="1215042"/>
                  </a:lnTo>
                  <a:lnTo>
                    <a:pt x="275197" y="1215026"/>
                  </a:lnTo>
                  <a:lnTo>
                    <a:pt x="275163" y="1215017"/>
                  </a:lnTo>
                  <a:lnTo>
                    <a:pt x="275144" y="1215002"/>
                  </a:lnTo>
                  <a:lnTo>
                    <a:pt x="275107" y="1214937"/>
                  </a:lnTo>
                  <a:lnTo>
                    <a:pt x="275099" y="1214904"/>
                  </a:lnTo>
                  <a:lnTo>
                    <a:pt x="275091" y="1214890"/>
                  </a:lnTo>
                  <a:lnTo>
                    <a:pt x="275075" y="1214880"/>
                  </a:lnTo>
                  <a:lnTo>
                    <a:pt x="275049" y="1214878"/>
                  </a:lnTo>
                  <a:lnTo>
                    <a:pt x="275026" y="1214872"/>
                  </a:lnTo>
                  <a:lnTo>
                    <a:pt x="275004" y="1214858"/>
                  </a:lnTo>
                  <a:lnTo>
                    <a:pt x="274978" y="1214842"/>
                  </a:lnTo>
                  <a:lnTo>
                    <a:pt x="274867" y="1214806"/>
                  </a:lnTo>
                  <a:lnTo>
                    <a:pt x="274808" y="1214772"/>
                  </a:lnTo>
                  <a:lnTo>
                    <a:pt x="274755" y="1214734"/>
                  </a:lnTo>
                  <a:lnTo>
                    <a:pt x="274732" y="1214710"/>
                  </a:lnTo>
                  <a:lnTo>
                    <a:pt x="274697" y="1214661"/>
                  </a:lnTo>
                  <a:lnTo>
                    <a:pt x="274686" y="1214636"/>
                  </a:lnTo>
                  <a:lnTo>
                    <a:pt x="274678" y="1214620"/>
                  </a:lnTo>
                  <a:lnTo>
                    <a:pt x="274661" y="1214575"/>
                  </a:lnTo>
                  <a:lnTo>
                    <a:pt x="274653" y="1214544"/>
                  </a:lnTo>
                  <a:lnTo>
                    <a:pt x="274644" y="1214543"/>
                  </a:lnTo>
                  <a:lnTo>
                    <a:pt x="274614" y="1214543"/>
                  </a:lnTo>
                  <a:lnTo>
                    <a:pt x="274568" y="1214538"/>
                  </a:lnTo>
                  <a:lnTo>
                    <a:pt x="274533" y="1214535"/>
                  </a:lnTo>
                  <a:lnTo>
                    <a:pt x="274504" y="1214536"/>
                  </a:lnTo>
                  <a:lnTo>
                    <a:pt x="274449" y="1214538"/>
                  </a:lnTo>
                  <a:lnTo>
                    <a:pt x="274419" y="1214541"/>
                  </a:lnTo>
                  <a:lnTo>
                    <a:pt x="274395" y="1214545"/>
                  </a:lnTo>
                  <a:lnTo>
                    <a:pt x="274346" y="1214553"/>
                  </a:lnTo>
                  <a:lnTo>
                    <a:pt x="274315" y="1214558"/>
                  </a:lnTo>
                  <a:lnTo>
                    <a:pt x="274299" y="1214559"/>
                  </a:lnTo>
                  <a:lnTo>
                    <a:pt x="274219" y="1214540"/>
                  </a:lnTo>
                  <a:lnTo>
                    <a:pt x="274186" y="1214538"/>
                  </a:lnTo>
                  <a:lnTo>
                    <a:pt x="274164" y="1214540"/>
                  </a:lnTo>
                  <a:lnTo>
                    <a:pt x="274150" y="1214543"/>
                  </a:lnTo>
                  <a:lnTo>
                    <a:pt x="274098" y="1214567"/>
                  </a:lnTo>
                  <a:lnTo>
                    <a:pt x="274035" y="1214593"/>
                  </a:lnTo>
                  <a:lnTo>
                    <a:pt x="274010" y="1214613"/>
                  </a:lnTo>
                  <a:lnTo>
                    <a:pt x="273983" y="1214622"/>
                  </a:lnTo>
                  <a:lnTo>
                    <a:pt x="273906" y="1214649"/>
                  </a:lnTo>
                  <a:lnTo>
                    <a:pt x="273867" y="1214667"/>
                  </a:lnTo>
                  <a:lnTo>
                    <a:pt x="273846" y="1214700"/>
                  </a:lnTo>
                  <a:lnTo>
                    <a:pt x="273827" y="1214750"/>
                  </a:lnTo>
                  <a:lnTo>
                    <a:pt x="273796" y="1214832"/>
                  </a:lnTo>
                  <a:lnTo>
                    <a:pt x="273788" y="1214848"/>
                  </a:lnTo>
                  <a:lnTo>
                    <a:pt x="273760" y="1214859"/>
                  </a:lnTo>
                  <a:lnTo>
                    <a:pt x="273673" y="1214891"/>
                  </a:lnTo>
                  <a:lnTo>
                    <a:pt x="273568" y="1214913"/>
                  </a:lnTo>
                  <a:lnTo>
                    <a:pt x="273544" y="1214913"/>
                  </a:lnTo>
                  <a:lnTo>
                    <a:pt x="273518" y="1214919"/>
                  </a:lnTo>
                  <a:lnTo>
                    <a:pt x="273452" y="1214942"/>
                  </a:lnTo>
                  <a:lnTo>
                    <a:pt x="273381" y="1214966"/>
                  </a:lnTo>
                  <a:lnTo>
                    <a:pt x="273285" y="1214989"/>
                  </a:lnTo>
                  <a:lnTo>
                    <a:pt x="273229" y="1215004"/>
                  </a:lnTo>
                  <a:lnTo>
                    <a:pt x="273178" y="1215023"/>
                  </a:lnTo>
                  <a:lnTo>
                    <a:pt x="273117" y="1215053"/>
                  </a:lnTo>
                  <a:lnTo>
                    <a:pt x="273081" y="1215079"/>
                  </a:lnTo>
                  <a:lnTo>
                    <a:pt x="273023" y="1215125"/>
                  </a:lnTo>
                  <a:lnTo>
                    <a:pt x="273003" y="1215148"/>
                  </a:lnTo>
                  <a:lnTo>
                    <a:pt x="272990" y="1215162"/>
                  </a:lnTo>
                  <a:lnTo>
                    <a:pt x="272964" y="1215196"/>
                  </a:lnTo>
                  <a:lnTo>
                    <a:pt x="272942" y="1215212"/>
                  </a:lnTo>
                  <a:lnTo>
                    <a:pt x="272905" y="1215256"/>
                  </a:lnTo>
                  <a:lnTo>
                    <a:pt x="272885" y="1215284"/>
                  </a:lnTo>
                  <a:lnTo>
                    <a:pt x="272878" y="1215288"/>
                  </a:lnTo>
                  <a:lnTo>
                    <a:pt x="272870" y="1215289"/>
                  </a:lnTo>
                  <a:lnTo>
                    <a:pt x="272850" y="1215290"/>
                  </a:lnTo>
                  <a:lnTo>
                    <a:pt x="272835" y="1215290"/>
                  </a:lnTo>
                  <a:lnTo>
                    <a:pt x="272757" y="1215295"/>
                  </a:lnTo>
                  <a:lnTo>
                    <a:pt x="272622" y="1215298"/>
                  </a:lnTo>
                  <a:lnTo>
                    <a:pt x="272570" y="1215325"/>
                  </a:lnTo>
                  <a:lnTo>
                    <a:pt x="272529" y="1215362"/>
                  </a:lnTo>
                  <a:lnTo>
                    <a:pt x="272505" y="1215390"/>
                  </a:lnTo>
                  <a:lnTo>
                    <a:pt x="272495" y="1215406"/>
                  </a:lnTo>
                  <a:lnTo>
                    <a:pt x="272476" y="1215437"/>
                  </a:lnTo>
                  <a:lnTo>
                    <a:pt x="272472" y="1215442"/>
                  </a:lnTo>
                  <a:lnTo>
                    <a:pt x="272465" y="1215442"/>
                  </a:lnTo>
                  <a:lnTo>
                    <a:pt x="272447" y="1215437"/>
                  </a:lnTo>
                  <a:lnTo>
                    <a:pt x="272410" y="1215425"/>
                  </a:lnTo>
                  <a:lnTo>
                    <a:pt x="272388" y="1215421"/>
                  </a:lnTo>
                  <a:lnTo>
                    <a:pt x="272355" y="1215420"/>
                  </a:lnTo>
                  <a:lnTo>
                    <a:pt x="272281" y="1215424"/>
                  </a:lnTo>
                  <a:lnTo>
                    <a:pt x="272269" y="1215425"/>
                  </a:lnTo>
                  <a:lnTo>
                    <a:pt x="272239" y="1215424"/>
                  </a:lnTo>
                  <a:lnTo>
                    <a:pt x="272218" y="1215423"/>
                  </a:lnTo>
                  <a:lnTo>
                    <a:pt x="272165" y="1215418"/>
                  </a:lnTo>
                  <a:lnTo>
                    <a:pt x="272140" y="1215415"/>
                  </a:lnTo>
                  <a:lnTo>
                    <a:pt x="272062" y="1215421"/>
                  </a:lnTo>
                  <a:lnTo>
                    <a:pt x="272025" y="1215433"/>
                  </a:lnTo>
                  <a:lnTo>
                    <a:pt x="271977" y="1215455"/>
                  </a:lnTo>
                  <a:lnTo>
                    <a:pt x="271942" y="1215477"/>
                  </a:lnTo>
                  <a:lnTo>
                    <a:pt x="271932" y="1215489"/>
                  </a:lnTo>
                  <a:lnTo>
                    <a:pt x="271918" y="1215506"/>
                  </a:lnTo>
                  <a:lnTo>
                    <a:pt x="271872" y="1215541"/>
                  </a:lnTo>
                  <a:lnTo>
                    <a:pt x="271856" y="1215549"/>
                  </a:lnTo>
                  <a:lnTo>
                    <a:pt x="271842" y="1215552"/>
                  </a:lnTo>
                  <a:lnTo>
                    <a:pt x="271812" y="1215553"/>
                  </a:lnTo>
                  <a:lnTo>
                    <a:pt x="271795" y="1215555"/>
                  </a:lnTo>
                  <a:lnTo>
                    <a:pt x="271775" y="1215554"/>
                  </a:lnTo>
                  <a:lnTo>
                    <a:pt x="271751" y="1215552"/>
                  </a:lnTo>
                  <a:lnTo>
                    <a:pt x="271746" y="1215551"/>
                  </a:lnTo>
                  <a:lnTo>
                    <a:pt x="271732" y="1215550"/>
                  </a:lnTo>
                  <a:lnTo>
                    <a:pt x="271673" y="1215523"/>
                  </a:lnTo>
                  <a:lnTo>
                    <a:pt x="271591" y="1215479"/>
                  </a:lnTo>
                  <a:lnTo>
                    <a:pt x="271540" y="1215453"/>
                  </a:lnTo>
                  <a:lnTo>
                    <a:pt x="271518" y="1215433"/>
                  </a:lnTo>
                  <a:lnTo>
                    <a:pt x="271504" y="1215410"/>
                  </a:lnTo>
                  <a:lnTo>
                    <a:pt x="271476" y="1215372"/>
                  </a:lnTo>
                  <a:lnTo>
                    <a:pt x="271463" y="1215354"/>
                  </a:lnTo>
                  <a:lnTo>
                    <a:pt x="271451" y="1215344"/>
                  </a:lnTo>
                  <a:lnTo>
                    <a:pt x="271417" y="1215324"/>
                  </a:lnTo>
                  <a:lnTo>
                    <a:pt x="271410" y="1215317"/>
                  </a:lnTo>
                  <a:lnTo>
                    <a:pt x="271406" y="1215309"/>
                  </a:lnTo>
                  <a:lnTo>
                    <a:pt x="271387" y="1215289"/>
                  </a:lnTo>
                  <a:lnTo>
                    <a:pt x="271367" y="1215277"/>
                  </a:lnTo>
                  <a:lnTo>
                    <a:pt x="271338" y="1215274"/>
                  </a:lnTo>
                  <a:lnTo>
                    <a:pt x="271318" y="1215275"/>
                  </a:lnTo>
                  <a:lnTo>
                    <a:pt x="271299" y="1215283"/>
                  </a:lnTo>
                  <a:lnTo>
                    <a:pt x="271293" y="1215290"/>
                  </a:lnTo>
                  <a:lnTo>
                    <a:pt x="271280" y="1215303"/>
                  </a:lnTo>
                  <a:lnTo>
                    <a:pt x="271257" y="1215313"/>
                  </a:lnTo>
                  <a:lnTo>
                    <a:pt x="271222" y="1215338"/>
                  </a:lnTo>
                  <a:lnTo>
                    <a:pt x="271159" y="1215389"/>
                  </a:lnTo>
                  <a:lnTo>
                    <a:pt x="271135" y="1215407"/>
                  </a:lnTo>
                  <a:lnTo>
                    <a:pt x="271119" y="1215415"/>
                  </a:lnTo>
                  <a:lnTo>
                    <a:pt x="271113" y="1215418"/>
                  </a:lnTo>
                  <a:lnTo>
                    <a:pt x="271106" y="1215417"/>
                  </a:lnTo>
                  <a:lnTo>
                    <a:pt x="271095" y="1215415"/>
                  </a:lnTo>
                  <a:lnTo>
                    <a:pt x="271083" y="1215407"/>
                  </a:lnTo>
                  <a:lnTo>
                    <a:pt x="271036" y="1215366"/>
                  </a:lnTo>
                  <a:lnTo>
                    <a:pt x="270982" y="1215321"/>
                  </a:lnTo>
                  <a:lnTo>
                    <a:pt x="270970" y="1215310"/>
                  </a:lnTo>
                  <a:lnTo>
                    <a:pt x="270953" y="1215290"/>
                  </a:lnTo>
                  <a:lnTo>
                    <a:pt x="270929" y="1215270"/>
                  </a:lnTo>
                  <a:lnTo>
                    <a:pt x="270900" y="1215252"/>
                  </a:lnTo>
                  <a:lnTo>
                    <a:pt x="270883" y="1215247"/>
                  </a:lnTo>
                  <a:lnTo>
                    <a:pt x="270862" y="1215245"/>
                  </a:lnTo>
                  <a:lnTo>
                    <a:pt x="270837" y="1215247"/>
                  </a:lnTo>
                  <a:lnTo>
                    <a:pt x="270826" y="1215246"/>
                  </a:lnTo>
                  <a:lnTo>
                    <a:pt x="270820" y="1215215"/>
                  </a:lnTo>
                  <a:lnTo>
                    <a:pt x="270812" y="1215192"/>
                  </a:lnTo>
                  <a:lnTo>
                    <a:pt x="270808" y="1215184"/>
                  </a:lnTo>
                  <a:lnTo>
                    <a:pt x="270788" y="1215159"/>
                  </a:lnTo>
                  <a:lnTo>
                    <a:pt x="270759" y="1215117"/>
                  </a:lnTo>
                  <a:lnTo>
                    <a:pt x="270737" y="1215078"/>
                  </a:lnTo>
                  <a:lnTo>
                    <a:pt x="270713" y="1215050"/>
                  </a:lnTo>
                  <a:lnTo>
                    <a:pt x="270708" y="1215032"/>
                  </a:lnTo>
                  <a:lnTo>
                    <a:pt x="270705" y="1214986"/>
                  </a:lnTo>
                  <a:lnTo>
                    <a:pt x="270712" y="1214923"/>
                  </a:lnTo>
                  <a:lnTo>
                    <a:pt x="270704" y="1214874"/>
                  </a:lnTo>
                  <a:lnTo>
                    <a:pt x="270702" y="1214851"/>
                  </a:lnTo>
                  <a:lnTo>
                    <a:pt x="270701" y="1214845"/>
                  </a:lnTo>
                  <a:lnTo>
                    <a:pt x="270700" y="1214838"/>
                  </a:lnTo>
                  <a:lnTo>
                    <a:pt x="270694" y="1214823"/>
                  </a:lnTo>
                  <a:lnTo>
                    <a:pt x="270683" y="1214796"/>
                  </a:lnTo>
                  <a:lnTo>
                    <a:pt x="270681" y="1214790"/>
                  </a:lnTo>
                  <a:lnTo>
                    <a:pt x="270656" y="1214753"/>
                  </a:lnTo>
                  <a:lnTo>
                    <a:pt x="270616" y="1214716"/>
                  </a:lnTo>
                  <a:lnTo>
                    <a:pt x="270590" y="1214706"/>
                  </a:lnTo>
                  <a:lnTo>
                    <a:pt x="270498" y="1214700"/>
                  </a:lnTo>
                  <a:lnTo>
                    <a:pt x="270459" y="1214692"/>
                  </a:lnTo>
                  <a:lnTo>
                    <a:pt x="270443" y="1214659"/>
                  </a:lnTo>
                  <a:lnTo>
                    <a:pt x="270413" y="1214611"/>
                  </a:lnTo>
                  <a:lnTo>
                    <a:pt x="270398" y="1214563"/>
                  </a:lnTo>
                  <a:lnTo>
                    <a:pt x="270381" y="1214509"/>
                  </a:lnTo>
                  <a:lnTo>
                    <a:pt x="270371" y="1214478"/>
                  </a:lnTo>
                  <a:lnTo>
                    <a:pt x="270353" y="1214442"/>
                  </a:lnTo>
                  <a:lnTo>
                    <a:pt x="270336" y="1214420"/>
                  </a:lnTo>
                  <a:lnTo>
                    <a:pt x="270328" y="1214397"/>
                  </a:lnTo>
                  <a:lnTo>
                    <a:pt x="270315" y="1214360"/>
                  </a:lnTo>
                  <a:lnTo>
                    <a:pt x="270314" y="1214352"/>
                  </a:lnTo>
                  <a:lnTo>
                    <a:pt x="270315" y="1214346"/>
                  </a:lnTo>
                  <a:lnTo>
                    <a:pt x="270331" y="1214307"/>
                  </a:lnTo>
                  <a:lnTo>
                    <a:pt x="270346" y="1214255"/>
                  </a:lnTo>
                  <a:lnTo>
                    <a:pt x="270363" y="1214200"/>
                  </a:lnTo>
                  <a:lnTo>
                    <a:pt x="270388" y="1214104"/>
                  </a:lnTo>
                  <a:lnTo>
                    <a:pt x="270412" y="1214044"/>
                  </a:lnTo>
                  <a:lnTo>
                    <a:pt x="270438" y="1213983"/>
                  </a:lnTo>
                  <a:lnTo>
                    <a:pt x="270460" y="1213948"/>
                  </a:lnTo>
                  <a:lnTo>
                    <a:pt x="270474" y="1213931"/>
                  </a:lnTo>
                  <a:lnTo>
                    <a:pt x="270508" y="1213887"/>
                  </a:lnTo>
                  <a:lnTo>
                    <a:pt x="270533" y="1213863"/>
                  </a:lnTo>
                  <a:lnTo>
                    <a:pt x="270537" y="1213856"/>
                  </a:lnTo>
                  <a:lnTo>
                    <a:pt x="270532" y="1213847"/>
                  </a:lnTo>
                  <a:lnTo>
                    <a:pt x="270517" y="1213826"/>
                  </a:lnTo>
                  <a:lnTo>
                    <a:pt x="270503" y="1213804"/>
                  </a:lnTo>
                  <a:lnTo>
                    <a:pt x="270497" y="1213796"/>
                  </a:lnTo>
                  <a:lnTo>
                    <a:pt x="270467" y="1213757"/>
                  </a:lnTo>
                  <a:lnTo>
                    <a:pt x="270421" y="1213708"/>
                  </a:lnTo>
                  <a:lnTo>
                    <a:pt x="270395" y="1213674"/>
                  </a:lnTo>
                  <a:lnTo>
                    <a:pt x="270355" y="1213621"/>
                  </a:lnTo>
                  <a:lnTo>
                    <a:pt x="270349" y="1213615"/>
                  </a:lnTo>
                  <a:lnTo>
                    <a:pt x="270342" y="1213609"/>
                  </a:lnTo>
                  <a:lnTo>
                    <a:pt x="270330" y="1213601"/>
                  </a:lnTo>
                  <a:lnTo>
                    <a:pt x="270305" y="1213567"/>
                  </a:lnTo>
                  <a:lnTo>
                    <a:pt x="270288" y="1213549"/>
                  </a:lnTo>
                  <a:lnTo>
                    <a:pt x="270268" y="1213517"/>
                  </a:lnTo>
                  <a:lnTo>
                    <a:pt x="270263" y="1213487"/>
                  </a:lnTo>
                  <a:lnTo>
                    <a:pt x="270246" y="1213458"/>
                  </a:lnTo>
                  <a:lnTo>
                    <a:pt x="270229" y="1213443"/>
                  </a:lnTo>
                  <a:lnTo>
                    <a:pt x="270198" y="1213421"/>
                  </a:lnTo>
                  <a:lnTo>
                    <a:pt x="270167" y="1213394"/>
                  </a:lnTo>
                  <a:lnTo>
                    <a:pt x="270159" y="1213381"/>
                  </a:lnTo>
                  <a:lnTo>
                    <a:pt x="270151" y="1213355"/>
                  </a:lnTo>
                  <a:lnTo>
                    <a:pt x="270140" y="1213326"/>
                  </a:lnTo>
                  <a:lnTo>
                    <a:pt x="270124" y="1213294"/>
                  </a:lnTo>
                  <a:lnTo>
                    <a:pt x="270105" y="1213214"/>
                  </a:lnTo>
                  <a:lnTo>
                    <a:pt x="270093" y="1213149"/>
                  </a:lnTo>
                  <a:lnTo>
                    <a:pt x="270077" y="1213114"/>
                  </a:lnTo>
                  <a:lnTo>
                    <a:pt x="270070" y="1213089"/>
                  </a:lnTo>
                  <a:lnTo>
                    <a:pt x="270072" y="1213072"/>
                  </a:lnTo>
                  <a:lnTo>
                    <a:pt x="270078" y="1213059"/>
                  </a:lnTo>
                  <a:lnTo>
                    <a:pt x="270108" y="1213030"/>
                  </a:lnTo>
                  <a:lnTo>
                    <a:pt x="270135" y="1213000"/>
                  </a:lnTo>
                  <a:lnTo>
                    <a:pt x="270182" y="1212936"/>
                  </a:lnTo>
                  <a:lnTo>
                    <a:pt x="270194" y="1212920"/>
                  </a:lnTo>
                  <a:lnTo>
                    <a:pt x="270212" y="1212876"/>
                  </a:lnTo>
                  <a:lnTo>
                    <a:pt x="270211" y="1212867"/>
                  </a:lnTo>
                  <a:lnTo>
                    <a:pt x="270205" y="1212839"/>
                  </a:lnTo>
                  <a:lnTo>
                    <a:pt x="270203" y="1212823"/>
                  </a:lnTo>
                  <a:lnTo>
                    <a:pt x="270204" y="1212778"/>
                  </a:lnTo>
                  <a:lnTo>
                    <a:pt x="270201" y="1212759"/>
                  </a:lnTo>
                  <a:lnTo>
                    <a:pt x="270175" y="1212733"/>
                  </a:lnTo>
                  <a:lnTo>
                    <a:pt x="270129" y="1212703"/>
                  </a:lnTo>
                  <a:lnTo>
                    <a:pt x="270086" y="1212660"/>
                  </a:lnTo>
                  <a:lnTo>
                    <a:pt x="270034" y="1212613"/>
                  </a:lnTo>
                  <a:lnTo>
                    <a:pt x="270004" y="1212595"/>
                  </a:lnTo>
                  <a:lnTo>
                    <a:pt x="269963" y="1212579"/>
                  </a:lnTo>
                  <a:lnTo>
                    <a:pt x="269892" y="1212536"/>
                  </a:lnTo>
                  <a:lnTo>
                    <a:pt x="269846" y="1212523"/>
                  </a:lnTo>
                  <a:lnTo>
                    <a:pt x="269811" y="1212506"/>
                  </a:lnTo>
                  <a:lnTo>
                    <a:pt x="269782" y="1212482"/>
                  </a:lnTo>
                  <a:lnTo>
                    <a:pt x="269758" y="1212449"/>
                  </a:lnTo>
                  <a:lnTo>
                    <a:pt x="269736" y="1212406"/>
                  </a:lnTo>
                  <a:lnTo>
                    <a:pt x="269719" y="1212383"/>
                  </a:lnTo>
                  <a:lnTo>
                    <a:pt x="269698" y="1212380"/>
                  </a:lnTo>
                  <a:lnTo>
                    <a:pt x="269679" y="1212374"/>
                  </a:lnTo>
                  <a:lnTo>
                    <a:pt x="269648" y="1212343"/>
                  </a:lnTo>
                  <a:lnTo>
                    <a:pt x="269581" y="1212313"/>
                  </a:lnTo>
                  <a:lnTo>
                    <a:pt x="269502" y="1212274"/>
                  </a:lnTo>
                  <a:lnTo>
                    <a:pt x="269473" y="1212252"/>
                  </a:lnTo>
                  <a:lnTo>
                    <a:pt x="269426" y="1212210"/>
                  </a:lnTo>
                  <a:lnTo>
                    <a:pt x="269376" y="1212180"/>
                  </a:lnTo>
                  <a:lnTo>
                    <a:pt x="269356" y="1212163"/>
                  </a:lnTo>
                  <a:lnTo>
                    <a:pt x="269353" y="1212139"/>
                  </a:lnTo>
                  <a:lnTo>
                    <a:pt x="269334" y="1212111"/>
                  </a:lnTo>
                  <a:lnTo>
                    <a:pt x="269301" y="1212089"/>
                  </a:lnTo>
                  <a:lnTo>
                    <a:pt x="269276" y="1212063"/>
                  </a:lnTo>
                  <a:lnTo>
                    <a:pt x="269253" y="1212047"/>
                  </a:lnTo>
                  <a:lnTo>
                    <a:pt x="269174" y="1212024"/>
                  </a:lnTo>
                  <a:lnTo>
                    <a:pt x="269113" y="1211993"/>
                  </a:lnTo>
                  <a:lnTo>
                    <a:pt x="269087" y="1211977"/>
                  </a:lnTo>
                  <a:lnTo>
                    <a:pt x="269076" y="1211958"/>
                  </a:lnTo>
                  <a:lnTo>
                    <a:pt x="269064" y="1211940"/>
                  </a:lnTo>
                  <a:lnTo>
                    <a:pt x="269032" y="1211922"/>
                  </a:lnTo>
                  <a:lnTo>
                    <a:pt x="269001" y="1211910"/>
                  </a:lnTo>
                  <a:lnTo>
                    <a:pt x="268967" y="1211900"/>
                  </a:lnTo>
                  <a:lnTo>
                    <a:pt x="268946" y="1211899"/>
                  </a:lnTo>
                  <a:lnTo>
                    <a:pt x="268924" y="1211912"/>
                  </a:lnTo>
                  <a:lnTo>
                    <a:pt x="268902" y="1211939"/>
                  </a:lnTo>
                  <a:lnTo>
                    <a:pt x="268892" y="1211945"/>
                  </a:lnTo>
                  <a:lnTo>
                    <a:pt x="268750" y="1211906"/>
                  </a:lnTo>
                  <a:lnTo>
                    <a:pt x="268707" y="1211898"/>
                  </a:lnTo>
                  <a:lnTo>
                    <a:pt x="268619" y="1211870"/>
                  </a:lnTo>
                  <a:lnTo>
                    <a:pt x="268550" y="1211847"/>
                  </a:lnTo>
                  <a:lnTo>
                    <a:pt x="268476" y="1211832"/>
                  </a:lnTo>
                  <a:lnTo>
                    <a:pt x="268447" y="1211834"/>
                  </a:lnTo>
                  <a:lnTo>
                    <a:pt x="268404" y="1211849"/>
                  </a:lnTo>
                  <a:lnTo>
                    <a:pt x="268379" y="1211871"/>
                  </a:lnTo>
                  <a:lnTo>
                    <a:pt x="268368" y="1211892"/>
                  </a:lnTo>
                  <a:lnTo>
                    <a:pt x="268364" y="1211926"/>
                  </a:lnTo>
                  <a:lnTo>
                    <a:pt x="268367" y="1211976"/>
                  </a:lnTo>
                  <a:lnTo>
                    <a:pt x="268364" y="1211994"/>
                  </a:lnTo>
                  <a:lnTo>
                    <a:pt x="268343" y="1212032"/>
                  </a:lnTo>
                  <a:lnTo>
                    <a:pt x="268251" y="1212138"/>
                  </a:lnTo>
                  <a:lnTo>
                    <a:pt x="268195" y="1212200"/>
                  </a:lnTo>
                  <a:lnTo>
                    <a:pt x="268151" y="1212238"/>
                  </a:lnTo>
                  <a:lnTo>
                    <a:pt x="268104" y="1212280"/>
                  </a:lnTo>
                  <a:lnTo>
                    <a:pt x="268066" y="1212319"/>
                  </a:lnTo>
                  <a:lnTo>
                    <a:pt x="268047" y="1212352"/>
                  </a:lnTo>
                  <a:lnTo>
                    <a:pt x="268026" y="1212440"/>
                  </a:lnTo>
                  <a:lnTo>
                    <a:pt x="268005" y="1212469"/>
                  </a:lnTo>
                  <a:lnTo>
                    <a:pt x="267972" y="1212516"/>
                  </a:lnTo>
                  <a:lnTo>
                    <a:pt x="267931" y="1212553"/>
                  </a:lnTo>
                  <a:lnTo>
                    <a:pt x="267903" y="1212582"/>
                  </a:lnTo>
                  <a:lnTo>
                    <a:pt x="267886" y="1212621"/>
                  </a:lnTo>
                  <a:lnTo>
                    <a:pt x="267854" y="1212664"/>
                  </a:lnTo>
                  <a:lnTo>
                    <a:pt x="267834" y="1212683"/>
                  </a:lnTo>
                  <a:lnTo>
                    <a:pt x="267786" y="1212697"/>
                  </a:lnTo>
                  <a:lnTo>
                    <a:pt x="267656" y="1212731"/>
                  </a:lnTo>
                  <a:lnTo>
                    <a:pt x="267596" y="1212750"/>
                  </a:lnTo>
                  <a:lnTo>
                    <a:pt x="267586" y="1212751"/>
                  </a:lnTo>
                  <a:lnTo>
                    <a:pt x="267542" y="1212711"/>
                  </a:lnTo>
                  <a:lnTo>
                    <a:pt x="267488" y="1212670"/>
                  </a:lnTo>
                  <a:lnTo>
                    <a:pt x="267413" y="1212632"/>
                  </a:lnTo>
                  <a:lnTo>
                    <a:pt x="267365" y="1212600"/>
                  </a:lnTo>
                  <a:lnTo>
                    <a:pt x="267301" y="1212555"/>
                  </a:lnTo>
                  <a:lnTo>
                    <a:pt x="267286" y="1212547"/>
                  </a:lnTo>
                  <a:lnTo>
                    <a:pt x="267224" y="1212548"/>
                  </a:lnTo>
                  <a:lnTo>
                    <a:pt x="267143" y="1212555"/>
                  </a:lnTo>
                  <a:lnTo>
                    <a:pt x="267087" y="1212571"/>
                  </a:lnTo>
                  <a:lnTo>
                    <a:pt x="267061" y="1212569"/>
                  </a:lnTo>
                  <a:lnTo>
                    <a:pt x="267031" y="1212556"/>
                  </a:lnTo>
                  <a:lnTo>
                    <a:pt x="266988" y="1212529"/>
                  </a:lnTo>
                  <a:lnTo>
                    <a:pt x="266965" y="1212524"/>
                  </a:lnTo>
                  <a:lnTo>
                    <a:pt x="266915" y="1212516"/>
                  </a:lnTo>
                  <a:lnTo>
                    <a:pt x="266859" y="1212489"/>
                  </a:lnTo>
                  <a:lnTo>
                    <a:pt x="266791" y="1212463"/>
                  </a:lnTo>
                  <a:lnTo>
                    <a:pt x="266739" y="1212446"/>
                  </a:lnTo>
                  <a:lnTo>
                    <a:pt x="266698" y="1212450"/>
                  </a:lnTo>
                  <a:lnTo>
                    <a:pt x="266652" y="1212462"/>
                  </a:lnTo>
                  <a:lnTo>
                    <a:pt x="266595" y="1212466"/>
                  </a:lnTo>
                  <a:lnTo>
                    <a:pt x="266527" y="1212491"/>
                  </a:lnTo>
                  <a:lnTo>
                    <a:pt x="266469" y="1212518"/>
                  </a:lnTo>
                  <a:lnTo>
                    <a:pt x="266435" y="1212552"/>
                  </a:lnTo>
                  <a:lnTo>
                    <a:pt x="266369" y="1212599"/>
                  </a:lnTo>
                  <a:lnTo>
                    <a:pt x="266340" y="1212641"/>
                  </a:lnTo>
                  <a:lnTo>
                    <a:pt x="266328" y="1212670"/>
                  </a:lnTo>
                  <a:lnTo>
                    <a:pt x="266317" y="1212710"/>
                  </a:lnTo>
                  <a:lnTo>
                    <a:pt x="266308" y="1212727"/>
                  </a:lnTo>
                  <a:lnTo>
                    <a:pt x="266295" y="1212749"/>
                  </a:lnTo>
                  <a:lnTo>
                    <a:pt x="266260" y="1212796"/>
                  </a:lnTo>
                  <a:lnTo>
                    <a:pt x="266235" y="1212818"/>
                  </a:lnTo>
                  <a:lnTo>
                    <a:pt x="266226" y="1212823"/>
                  </a:lnTo>
                  <a:lnTo>
                    <a:pt x="266204" y="1212836"/>
                  </a:lnTo>
                  <a:lnTo>
                    <a:pt x="266176" y="1212842"/>
                  </a:lnTo>
                  <a:lnTo>
                    <a:pt x="266130" y="1212860"/>
                  </a:lnTo>
                  <a:lnTo>
                    <a:pt x="266117" y="1212869"/>
                  </a:lnTo>
                  <a:lnTo>
                    <a:pt x="266092" y="1212890"/>
                  </a:lnTo>
                  <a:lnTo>
                    <a:pt x="266065" y="1212916"/>
                  </a:lnTo>
                  <a:lnTo>
                    <a:pt x="266034" y="1212938"/>
                  </a:lnTo>
                  <a:lnTo>
                    <a:pt x="266009" y="1212952"/>
                  </a:lnTo>
                  <a:lnTo>
                    <a:pt x="265985" y="1212958"/>
                  </a:lnTo>
                  <a:lnTo>
                    <a:pt x="265947" y="1212959"/>
                  </a:lnTo>
                  <a:lnTo>
                    <a:pt x="265911" y="1212962"/>
                  </a:lnTo>
                  <a:lnTo>
                    <a:pt x="265813" y="1212985"/>
                  </a:lnTo>
                  <a:lnTo>
                    <a:pt x="265731" y="1212991"/>
                  </a:lnTo>
                  <a:lnTo>
                    <a:pt x="265635" y="1212996"/>
                  </a:lnTo>
                  <a:lnTo>
                    <a:pt x="265578" y="1213005"/>
                  </a:lnTo>
                  <a:lnTo>
                    <a:pt x="265568" y="1213009"/>
                  </a:lnTo>
                  <a:lnTo>
                    <a:pt x="265545" y="1213018"/>
                  </a:lnTo>
                  <a:lnTo>
                    <a:pt x="265520" y="1213028"/>
                  </a:lnTo>
                  <a:lnTo>
                    <a:pt x="265513" y="1213028"/>
                  </a:lnTo>
                  <a:lnTo>
                    <a:pt x="265498" y="1213028"/>
                  </a:lnTo>
                  <a:lnTo>
                    <a:pt x="265481" y="1213026"/>
                  </a:lnTo>
                  <a:lnTo>
                    <a:pt x="265466" y="1213025"/>
                  </a:lnTo>
                  <a:lnTo>
                    <a:pt x="265451" y="1213026"/>
                  </a:lnTo>
                  <a:lnTo>
                    <a:pt x="265422" y="1213035"/>
                  </a:lnTo>
                  <a:lnTo>
                    <a:pt x="265394" y="1213041"/>
                  </a:lnTo>
                  <a:lnTo>
                    <a:pt x="265379" y="1213040"/>
                  </a:lnTo>
                  <a:lnTo>
                    <a:pt x="265364" y="1213035"/>
                  </a:lnTo>
                  <a:lnTo>
                    <a:pt x="265356" y="1213037"/>
                  </a:lnTo>
                  <a:lnTo>
                    <a:pt x="265338" y="1213044"/>
                  </a:lnTo>
                  <a:lnTo>
                    <a:pt x="265273" y="1213044"/>
                  </a:lnTo>
                  <a:lnTo>
                    <a:pt x="265244" y="1213042"/>
                  </a:lnTo>
                  <a:lnTo>
                    <a:pt x="265215" y="1213045"/>
                  </a:lnTo>
                  <a:lnTo>
                    <a:pt x="265139" y="1213058"/>
                  </a:lnTo>
                  <a:lnTo>
                    <a:pt x="265112" y="1213061"/>
                  </a:lnTo>
                  <a:lnTo>
                    <a:pt x="265071" y="1213068"/>
                  </a:lnTo>
                  <a:lnTo>
                    <a:pt x="265032" y="1213078"/>
                  </a:lnTo>
                  <a:lnTo>
                    <a:pt x="264983" y="1213098"/>
                  </a:lnTo>
                  <a:lnTo>
                    <a:pt x="264942" y="1213109"/>
                  </a:lnTo>
                  <a:lnTo>
                    <a:pt x="264926" y="1213115"/>
                  </a:lnTo>
                  <a:lnTo>
                    <a:pt x="264906" y="1213120"/>
                  </a:lnTo>
                  <a:lnTo>
                    <a:pt x="264897" y="1213121"/>
                  </a:lnTo>
                  <a:lnTo>
                    <a:pt x="264889" y="1213121"/>
                  </a:lnTo>
                  <a:lnTo>
                    <a:pt x="264875" y="1213113"/>
                  </a:lnTo>
                  <a:lnTo>
                    <a:pt x="264860" y="1213101"/>
                  </a:lnTo>
                  <a:lnTo>
                    <a:pt x="264849" y="1213090"/>
                  </a:lnTo>
                  <a:lnTo>
                    <a:pt x="264802" y="1213047"/>
                  </a:lnTo>
                  <a:lnTo>
                    <a:pt x="264795" y="1213036"/>
                  </a:lnTo>
                  <a:lnTo>
                    <a:pt x="264780" y="1212941"/>
                  </a:lnTo>
                  <a:lnTo>
                    <a:pt x="264776" y="1212906"/>
                  </a:lnTo>
                  <a:lnTo>
                    <a:pt x="264780" y="1212842"/>
                  </a:lnTo>
                  <a:lnTo>
                    <a:pt x="264780" y="1212836"/>
                  </a:lnTo>
                  <a:lnTo>
                    <a:pt x="264769" y="1212823"/>
                  </a:lnTo>
                  <a:lnTo>
                    <a:pt x="264762" y="1212816"/>
                  </a:lnTo>
                  <a:lnTo>
                    <a:pt x="264729" y="1212764"/>
                  </a:lnTo>
                  <a:lnTo>
                    <a:pt x="264708" y="1212728"/>
                  </a:lnTo>
                  <a:lnTo>
                    <a:pt x="264697" y="1212701"/>
                  </a:lnTo>
                  <a:lnTo>
                    <a:pt x="264690" y="1212671"/>
                  </a:lnTo>
                  <a:lnTo>
                    <a:pt x="264657" y="1212633"/>
                  </a:lnTo>
                  <a:lnTo>
                    <a:pt x="264606" y="1212589"/>
                  </a:lnTo>
                  <a:lnTo>
                    <a:pt x="264534" y="1212549"/>
                  </a:lnTo>
                  <a:lnTo>
                    <a:pt x="264453" y="1212510"/>
                  </a:lnTo>
                  <a:lnTo>
                    <a:pt x="264399" y="1212478"/>
                  </a:lnTo>
                  <a:lnTo>
                    <a:pt x="264346" y="1212445"/>
                  </a:lnTo>
                  <a:lnTo>
                    <a:pt x="264295" y="1212428"/>
                  </a:lnTo>
                  <a:lnTo>
                    <a:pt x="264258" y="1212422"/>
                  </a:lnTo>
                  <a:lnTo>
                    <a:pt x="264230" y="1212407"/>
                  </a:lnTo>
                  <a:lnTo>
                    <a:pt x="264197" y="1212361"/>
                  </a:lnTo>
                  <a:lnTo>
                    <a:pt x="264155" y="1212325"/>
                  </a:lnTo>
                  <a:lnTo>
                    <a:pt x="264084" y="1212264"/>
                  </a:lnTo>
                  <a:lnTo>
                    <a:pt x="264038" y="1212226"/>
                  </a:lnTo>
                  <a:lnTo>
                    <a:pt x="263982" y="1212198"/>
                  </a:lnTo>
                  <a:lnTo>
                    <a:pt x="263932" y="1212168"/>
                  </a:lnTo>
                  <a:lnTo>
                    <a:pt x="263876" y="1212157"/>
                  </a:lnTo>
                  <a:lnTo>
                    <a:pt x="263836" y="1212150"/>
                  </a:lnTo>
                  <a:lnTo>
                    <a:pt x="263813" y="1212145"/>
                  </a:lnTo>
                  <a:lnTo>
                    <a:pt x="263802" y="1212140"/>
                  </a:lnTo>
                  <a:lnTo>
                    <a:pt x="263794" y="1212128"/>
                  </a:lnTo>
                  <a:lnTo>
                    <a:pt x="263794" y="1212114"/>
                  </a:lnTo>
                  <a:lnTo>
                    <a:pt x="263795" y="1212094"/>
                  </a:lnTo>
                  <a:lnTo>
                    <a:pt x="263801" y="1212074"/>
                  </a:lnTo>
                  <a:lnTo>
                    <a:pt x="263806" y="1212052"/>
                  </a:lnTo>
                  <a:lnTo>
                    <a:pt x="263813" y="1212028"/>
                  </a:lnTo>
                  <a:lnTo>
                    <a:pt x="263813" y="1212000"/>
                  </a:lnTo>
                  <a:lnTo>
                    <a:pt x="263811" y="1211973"/>
                  </a:lnTo>
                  <a:lnTo>
                    <a:pt x="263790" y="1211923"/>
                  </a:lnTo>
                  <a:lnTo>
                    <a:pt x="263786" y="1211886"/>
                  </a:lnTo>
                  <a:lnTo>
                    <a:pt x="263769" y="1211826"/>
                  </a:lnTo>
                  <a:lnTo>
                    <a:pt x="263762" y="1211793"/>
                  </a:lnTo>
                  <a:lnTo>
                    <a:pt x="263751" y="1211767"/>
                  </a:lnTo>
                  <a:lnTo>
                    <a:pt x="263731" y="1211748"/>
                  </a:lnTo>
                  <a:lnTo>
                    <a:pt x="263705" y="1211720"/>
                  </a:lnTo>
                  <a:lnTo>
                    <a:pt x="263671" y="1211669"/>
                  </a:lnTo>
                  <a:lnTo>
                    <a:pt x="263638" y="1211631"/>
                  </a:lnTo>
                  <a:lnTo>
                    <a:pt x="263599" y="1211583"/>
                  </a:lnTo>
                  <a:lnTo>
                    <a:pt x="263572" y="1211546"/>
                  </a:lnTo>
                  <a:lnTo>
                    <a:pt x="263548" y="1211521"/>
                  </a:lnTo>
                  <a:lnTo>
                    <a:pt x="263499" y="1211469"/>
                  </a:lnTo>
                  <a:lnTo>
                    <a:pt x="263465" y="1211439"/>
                  </a:lnTo>
                  <a:lnTo>
                    <a:pt x="263431" y="1211407"/>
                  </a:lnTo>
                  <a:lnTo>
                    <a:pt x="263403" y="1211373"/>
                  </a:lnTo>
                  <a:lnTo>
                    <a:pt x="263360" y="1211342"/>
                  </a:lnTo>
                  <a:lnTo>
                    <a:pt x="263317" y="1211326"/>
                  </a:lnTo>
                  <a:lnTo>
                    <a:pt x="263249" y="1211287"/>
                  </a:lnTo>
                  <a:lnTo>
                    <a:pt x="263193" y="1211262"/>
                  </a:lnTo>
                  <a:lnTo>
                    <a:pt x="263131" y="1211241"/>
                  </a:lnTo>
                  <a:lnTo>
                    <a:pt x="263087" y="1211223"/>
                  </a:lnTo>
                  <a:lnTo>
                    <a:pt x="263005" y="1211197"/>
                  </a:lnTo>
                  <a:lnTo>
                    <a:pt x="262981" y="1211187"/>
                  </a:lnTo>
                  <a:lnTo>
                    <a:pt x="262972" y="1211172"/>
                  </a:lnTo>
                  <a:lnTo>
                    <a:pt x="262967" y="1211145"/>
                  </a:lnTo>
                  <a:lnTo>
                    <a:pt x="262969" y="1211119"/>
                  </a:lnTo>
                  <a:lnTo>
                    <a:pt x="262969" y="1211089"/>
                  </a:lnTo>
                  <a:lnTo>
                    <a:pt x="262961" y="1211036"/>
                  </a:lnTo>
                  <a:lnTo>
                    <a:pt x="262938" y="1211000"/>
                  </a:lnTo>
                  <a:lnTo>
                    <a:pt x="262917" y="1210975"/>
                  </a:lnTo>
                  <a:lnTo>
                    <a:pt x="262901" y="1210966"/>
                  </a:lnTo>
                  <a:lnTo>
                    <a:pt x="262876" y="1210959"/>
                  </a:lnTo>
                  <a:lnTo>
                    <a:pt x="262852" y="1210959"/>
                  </a:lnTo>
                  <a:lnTo>
                    <a:pt x="262807" y="1210958"/>
                  </a:lnTo>
                  <a:lnTo>
                    <a:pt x="262782" y="1210955"/>
                  </a:lnTo>
                  <a:lnTo>
                    <a:pt x="262756" y="1210942"/>
                  </a:lnTo>
                  <a:lnTo>
                    <a:pt x="262737" y="1210925"/>
                  </a:lnTo>
                  <a:lnTo>
                    <a:pt x="262713" y="1210910"/>
                  </a:lnTo>
                  <a:lnTo>
                    <a:pt x="262697" y="1210903"/>
                  </a:lnTo>
                  <a:lnTo>
                    <a:pt x="262673" y="1210889"/>
                  </a:lnTo>
                  <a:lnTo>
                    <a:pt x="262649" y="1210873"/>
                  </a:lnTo>
                  <a:lnTo>
                    <a:pt x="262624" y="1210850"/>
                  </a:lnTo>
                  <a:lnTo>
                    <a:pt x="262606" y="1210835"/>
                  </a:lnTo>
                  <a:lnTo>
                    <a:pt x="262592" y="1210824"/>
                  </a:lnTo>
                  <a:lnTo>
                    <a:pt x="262568" y="1210821"/>
                  </a:lnTo>
                  <a:lnTo>
                    <a:pt x="262548" y="1210822"/>
                  </a:lnTo>
                  <a:lnTo>
                    <a:pt x="262525" y="1210834"/>
                  </a:lnTo>
                  <a:lnTo>
                    <a:pt x="262469" y="1210854"/>
                  </a:lnTo>
                  <a:lnTo>
                    <a:pt x="262439" y="1210864"/>
                  </a:lnTo>
                  <a:lnTo>
                    <a:pt x="262408" y="1210877"/>
                  </a:lnTo>
                  <a:lnTo>
                    <a:pt x="262378" y="1210884"/>
                  </a:lnTo>
                  <a:lnTo>
                    <a:pt x="262362" y="1210878"/>
                  </a:lnTo>
                  <a:lnTo>
                    <a:pt x="262348" y="1210861"/>
                  </a:lnTo>
                  <a:lnTo>
                    <a:pt x="262335" y="1210842"/>
                  </a:lnTo>
                  <a:lnTo>
                    <a:pt x="262323" y="1210822"/>
                  </a:lnTo>
                  <a:lnTo>
                    <a:pt x="262299" y="1210803"/>
                  </a:lnTo>
                  <a:lnTo>
                    <a:pt x="262201" y="1210760"/>
                  </a:lnTo>
                  <a:lnTo>
                    <a:pt x="262113" y="1210742"/>
                  </a:lnTo>
                  <a:lnTo>
                    <a:pt x="262064" y="1210738"/>
                  </a:lnTo>
                  <a:lnTo>
                    <a:pt x="261964" y="1210748"/>
                  </a:lnTo>
                  <a:lnTo>
                    <a:pt x="261936" y="1210751"/>
                  </a:lnTo>
                  <a:lnTo>
                    <a:pt x="261894" y="1210756"/>
                  </a:lnTo>
                  <a:lnTo>
                    <a:pt x="261844" y="1210757"/>
                  </a:lnTo>
                  <a:lnTo>
                    <a:pt x="261818" y="1210744"/>
                  </a:lnTo>
                  <a:lnTo>
                    <a:pt x="261794" y="1210728"/>
                  </a:lnTo>
                  <a:lnTo>
                    <a:pt x="261778" y="1210714"/>
                  </a:lnTo>
                  <a:lnTo>
                    <a:pt x="261759" y="1210693"/>
                  </a:lnTo>
                  <a:lnTo>
                    <a:pt x="261744" y="1210674"/>
                  </a:lnTo>
                  <a:lnTo>
                    <a:pt x="261725" y="1210652"/>
                  </a:lnTo>
                  <a:lnTo>
                    <a:pt x="261698" y="1210644"/>
                  </a:lnTo>
                  <a:lnTo>
                    <a:pt x="261661" y="1210635"/>
                  </a:lnTo>
                  <a:lnTo>
                    <a:pt x="261629" y="1210635"/>
                  </a:lnTo>
                  <a:lnTo>
                    <a:pt x="261580" y="1210634"/>
                  </a:lnTo>
                  <a:lnTo>
                    <a:pt x="261561" y="1210631"/>
                  </a:lnTo>
                  <a:lnTo>
                    <a:pt x="261541" y="1210625"/>
                  </a:lnTo>
                  <a:lnTo>
                    <a:pt x="261521" y="1210613"/>
                  </a:lnTo>
                  <a:lnTo>
                    <a:pt x="261513" y="1210601"/>
                  </a:lnTo>
                  <a:lnTo>
                    <a:pt x="261496" y="1210580"/>
                  </a:lnTo>
                  <a:lnTo>
                    <a:pt x="261475" y="1210556"/>
                  </a:lnTo>
                  <a:lnTo>
                    <a:pt x="261452" y="1210545"/>
                  </a:lnTo>
                  <a:lnTo>
                    <a:pt x="261421" y="1210534"/>
                  </a:lnTo>
                  <a:lnTo>
                    <a:pt x="261380" y="1210531"/>
                  </a:lnTo>
                  <a:lnTo>
                    <a:pt x="261353" y="1210524"/>
                  </a:lnTo>
                  <a:lnTo>
                    <a:pt x="261323" y="1210511"/>
                  </a:lnTo>
                  <a:lnTo>
                    <a:pt x="261287" y="1210503"/>
                  </a:lnTo>
                  <a:lnTo>
                    <a:pt x="261259" y="1210500"/>
                  </a:lnTo>
                  <a:lnTo>
                    <a:pt x="261225" y="1210503"/>
                  </a:lnTo>
                  <a:lnTo>
                    <a:pt x="261187" y="1210511"/>
                  </a:lnTo>
                  <a:lnTo>
                    <a:pt x="261153" y="1210507"/>
                  </a:lnTo>
                  <a:lnTo>
                    <a:pt x="261114" y="1210509"/>
                  </a:lnTo>
                  <a:lnTo>
                    <a:pt x="261089" y="1210514"/>
                  </a:lnTo>
                  <a:lnTo>
                    <a:pt x="261056" y="1210517"/>
                  </a:lnTo>
                  <a:lnTo>
                    <a:pt x="261003" y="1210518"/>
                  </a:lnTo>
                  <a:lnTo>
                    <a:pt x="260960" y="1210531"/>
                  </a:lnTo>
                  <a:lnTo>
                    <a:pt x="260902" y="1210546"/>
                  </a:lnTo>
                  <a:lnTo>
                    <a:pt x="260870" y="1210557"/>
                  </a:lnTo>
                  <a:lnTo>
                    <a:pt x="260845" y="1210563"/>
                  </a:lnTo>
                  <a:lnTo>
                    <a:pt x="260825" y="1210566"/>
                  </a:lnTo>
                  <a:lnTo>
                    <a:pt x="260816" y="1210573"/>
                  </a:lnTo>
                  <a:lnTo>
                    <a:pt x="260798" y="1210590"/>
                  </a:lnTo>
                  <a:lnTo>
                    <a:pt x="260776" y="1210594"/>
                  </a:lnTo>
                  <a:lnTo>
                    <a:pt x="260764" y="1210592"/>
                  </a:lnTo>
                  <a:lnTo>
                    <a:pt x="260755" y="1210564"/>
                  </a:lnTo>
                  <a:lnTo>
                    <a:pt x="260748" y="1210534"/>
                  </a:lnTo>
                  <a:lnTo>
                    <a:pt x="260737" y="1210510"/>
                  </a:lnTo>
                  <a:lnTo>
                    <a:pt x="260718" y="1210490"/>
                  </a:lnTo>
                  <a:lnTo>
                    <a:pt x="260699" y="1210480"/>
                  </a:lnTo>
                  <a:lnTo>
                    <a:pt x="260668" y="1210465"/>
                  </a:lnTo>
                  <a:lnTo>
                    <a:pt x="260644" y="1210446"/>
                  </a:lnTo>
                  <a:lnTo>
                    <a:pt x="260626" y="1210423"/>
                  </a:lnTo>
                  <a:lnTo>
                    <a:pt x="260621" y="1210395"/>
                  </a:lnTo>
                  <a:lnTo>
                    <a:pt x="260616" y="1210353"/>
                  </a:lnTo>
                  <a:lnTo>
                    <a:pt x="260624" y="1210311"/>
                  </a:lnTo>
                  <a:lnTo>
                    <a:pt x="260634" y="1210280"/>
                  </a:lnTo>
                  <a:lnTo>
                    <a:pt x="260635" y="1210252"/>
                  </a:lnTo>
                  <a:lnTo>
                    <a:pt x="260620" y="1210221"/>
                  </a:lnTo>
                  <a:lnTo>
                    <a:pt x="260589" y="1210182"/>
                  </a:lnTo>
                  <a:lnTo>
                    <a:pt x="260563" y="1210148"/>
                  </a:lnTo>
                  <a:lnTo>
                    <a:pt x="260528" y="1210105"/>
                  </a:lnTo>
                  <a:lnTo>
                    <a:pt x="260509" y="1210067"/>
                  </a:lnTo>
                  <a:lnTo>
                    <a:pt x="260490" y="1210037"/>
                  </a:lnTo>
                  <a:lnTo>
                    <a:pt x="260487" y="1210022"/>
                  </a:lnTo>
                  <a:lnTo>
                    <a:pt x="260489" y="1210013"/>
                  </a:lnTo>
                  <a:lnTo>
                    <a:pt x="260497" y="1209997"/>
                  </a:lnTo>
                  <a:lnTo>
                    <a:pt x="260510" y="1209976"/>
                  </a:lnTo>
                  <a:lnTo>
                    <a:pt x="260518" y="1209954"/>
                  </a:lnTo>
                  <a:lnTo>
                    <a:pt x="260519" y="1209942"/>
                  </a:lnTo>
                  <a:lnTo>
                    <a:pt x="260513" y="1209926"/>
                  </a:lnTo>
                  <a:lnTo>
                    <a:pt x="260502" y="1209910"/>
                  </a:lnTo>
                  <a:lnTo>
                    <a:pt x="260486" y="1209898"/>
                  </a:lnTo>
                  <a:lnTo>
                    <a:pt x="260473" y="1209895"/>
                  </a:lnTo>
                  <a:lnTo>
                    <a:pt x="260465" y="1209891"/>
                  </a:lnTo>
                  <a:lnTo>
                    <a:pt x="260460" y="1209873"/>
                  </a:lnTo>
                  <a:lnTo>
                    <a:pt x="260457" y="1209853"/>
                  </a:lnTo>
                  <a:lnTo>
                    <a:pt x="260450" y="1209835"/>
                  </a:lnTo>
                  <a:lnTo>
                    <a:pt x="260442" y="1209827"/>
                  </a:lnTo>
                  <a:lnTo>
                    <a:pt x="260436" y="1209822"/>
                  </a:lnTo>
                  <a:lnTo>
                    <a:pt x="260415" y="1209802"/>
                  </a:lnTo>
                  <a:lnTo>
                    <a:pt x="260400" y="1209793"/>
                  </a:lnTo>
                  <a:lnTo>
                    <a:pt x="260378" y="1209779"/>
                  </a:lnTo>
                  <a:lnTo>
                    <a:pt x="260358" y="1209759"/>
                  </a:lnTo>
                  <a:lnTo>
                    <a:pt x="260337" y="1209741"/>
                  </a:lnTo>
                  <a:lnTo>
                    <a:pt x="260323" y="1209739"/>
                  </a:lnTo>
                  <a:lnTo>
                    <a:pt x="260301" y="1209744"/>
                  </a:lnTo>
                  <a:lnTo>
                    <a:pt x="260267" y="1209760"/>
                  </a:lnTo>
                  <a:lnTo>
                    <a:pt x="260234" y="1209762"/>
                  </a:lnTo>
                  <a:lnTo>
                    <a:pt x="260221" y="1209756"/>
                  </a:lnTo>
                  <a:lnTo>
                    <a:pt x="260182" y="1209727"/>
                  </a:lnTo>
                  <a:lnTo>
                    <a:pt x="260152" y="1209722"/>
                  </a:lnTo>
                  <a:lnTo>
                    <a:pt x="260103" y="1209704"/>
                  </a:lnTo>
                  <a:lnTo>
                    <a:pt x="260067" y="1209673"/>
                  </a:lnTo>
                  <a:lnTo>
                    <a:pt x="260041" y="1209644"/>
                  </a:lnTo>
                  <a:lnTo>
                    <a:pt x="260037" y="1209636"/>
                  </a:lnTo>
                  <a:lnTo>
                    <a:pt x="260037" y="1209630"/>
                  </a:lnTo>
                  <a:lnTo>
                    <a:pt x="260046" y="1209621"/>
                  </a:lnTo>
                  <a:lnTo>
                    <a:pt x="260088" y="1209582"/>
                  </a:lnTo>
                  <a:lnTo>
                    <a:pt x="260091" y="1209574"/>
                  </a:lnTo>
                  <a:lnTo>
                    <a:pt x="260093" y="1209559"/>
                  </a:lnTo>
                  <a:lnTo>
                    <a:pt x="260092" y="1209537"/>
                  </a:lnTo>
                  <a:lnTo>
                    <a:pt x="260094" y="1209519"/>
                  </a:lnTo>
                  <a:lnTo>
                    <a:pt x="260099" y="1209495"/>
                  </a:lnTo>
                  <a:lnTo>
                    <a:pt x="260100" y="1209489"/>
                  </a:lnTo>
                  <a:lnTo>
                    <a:pt x="260110" y="1209455"/>
                  </a:lnTo>
                  <a:lnTo>
                    <a:pt x="260124" y="1209426"/>
                  </a:lnTo>
                  <a:lnTo>
                    <a:pt x="260133" y="1209403"/>
                  </a:lnTo>
                  <a:lnTo>
                    <a:pt x="260135" y="1209395"/>
                  </a:lnTo>
                  <a:lnTo>
                    <a:pt x="260130" y="1209379"/>
                  </a:lnTo>
                  <a:lnTo>
                    <a:pt x="260120" y="1209356"/>
                  </a:lnTo>
                  <a:lnTo>
                    <a:pt x="260119" y="1209349"/>
                  </a:lnTo>
                  <a:lnTo>
                    <a:pt x="260125" y="1209331"/>
                  </a:lnTo>
                  <a:lnTo>
                    <a:pt x="260136" y="1209299"/>
                  </a:lnTo>
                  <a:lnTo>
                    <a:pt x="260134" y="1209286"/>
                  </a:lnTo>
                  <a:lnTo>
                    <a:pt x="260133" y="1209280"/>
                  </a:lnTo>
                  <a:lnTo>
                    <a:pt x="260090" y="1209227"/>
                  </a:lnTo>
                  <a:lnTo>
                    <a:pt x="260060" y="1209170"/>
                  </a:lnTo>
                  <a:lnTo>
                    <a:pt x="260061" y="1209151"/>
                  </a:lnTo>
                  <a:lnTo>
                    <a:pt x="260048" y="1209125"/>
                  </a:lnTo>
                  <a:lnTo>
                    <a:pt x="260021" y="1209091"/>
                  </a:lnTo>
                  <a:lnTo>
                    <a:pt x="259990" y="1209061"/>
                  </a:lnTo>
                  <a:lnTo>
                    <a:pt x="259978" y="1209040"/>
                  </a:lnTo>
                  <a:lnTo>
                    <a:pt x="259968" y="1209019"/>
                  </a:lnTo>
                  <a:lnTo>
                    <a:pt x="259945" y="1208980"/>
                  </a:lnTo>
                  <a:lnTo>
                    <a:pt x="259939" y="1208965"/>
                  </a:lnTo>
                  <a:lnTo>
                    <a:pt x="259941" y="1208919"/>
                  </a:lnTo>
                  <a:lnTo>
                    <a:pt x="259955" y="1208868"/>
                  </a:lnTo>
                  <a:lnTo>
                    <a:pt x="259972" y="1208833"/>
                  </a:lnTo>
                  <a:lnTo>
                    <a:pt x="259975" y="1208819"/>
                  </a:lnTo>
                  <a:lnTo>
                    <a:pt x="259984" y="1208776"/>
                  </a:lnTo>
                  <a:lnTo>
                    <a:pt x="259996" y="1208741"/>
                  </a:lnTo>
                  <a:lnTo>
                    <a:pt x="260010" y="1208715"/>
                  </a:lnTo>
                  <a:lnTo>
                    <a:pt x="260037" y="1208675"/>
                  </a:lnTo>
                  <a:lnTo>
                    <a:pt x="260042" y="1208658"/>
                  </a:lnTo>
                  <a:lnTo>
                    <a:pt x="260044" y="1208650"/>
                  </a:lnTo>
                  <a:lnTo>
                    <a:pt x="260042" y="1208628"/>
                  </a:lnTo>
                  <a:lnTo>
                    <a:pt x="260026" y="1208593"/>
                  </a:lnTo>
                  <a:lnTo>
                    <a:pt x="260018" y="1208563"/>
                  </a:lnTo>
                  <a:lnTo>
                    <a:pt x="260020" y="1208548"/>
                  </a:lnTo>
                  <a:lnTo>
                    <a:pt x="260027" y="1208541"/>
                  </a:lnTo>
                  <a:lnTo>
                    <a:pt x="260049" y="1208529"/>
                  </a:lnTo>
                  <a:lnTo>
                    <a:pt x="260056" y="1208511"/>
                  </a:lnTo>
                  <a:lnTo>
                    <a:pt x="260049" y="1208457"/>
                  </a:lnTo>
                  <a:lnTo>
                    <a:pt x="260049" y="1208443"/>
                  </a:lnTo>
                  <a:lnTo>
                    <a:pt x="260056" y="1208430"/>
                  </a:lnTo>
                  <a:lnTo>
                    <a:pt x="260069" y="1208410"/>
                  </a:lnTo>
                  <a:lnTo>
                    <a:pt x="260075" y="1208392"/>
                  </a:lnTo>
                  <a:lnTo>
                    <a:pt x="260073" y="1208374"/>
                  </a:lnTo>
                  <a:lnTo>
                    <a:pt x="260042" y="1208324"/>
                  </a:lnTo>
                  <a:lnTo>
                    <a:pt x="260032" y="1208278"/>
                  </a:lnTo>
                  <a:lnTo>
                    <a:pt x="260029" y="1208219"/>
                  </a:lnTo>
                  <a:lnTo>
                    <a:pt x="260012" y="1208169"/>
                  </a:lnTo>
                  <a:lnTo>
                    <a:pt x="260011" y="1208156"/>
                  </a:lnTo>
                  <a:lnTo>
                    <a:pt x="260014" y="1208148"/>
                  </a:lnTo>
                  <a:lnTo>
                    <a:pt x="260029" y="1208122"/>
                  </a:lnTo>
                  <a:lnTo>
                    <a:pt x="260033" y="1208114"/>
                  </a:lnTo>
                  <a:lnTo>
                    <a:pt x="260034" y="1208108"/>
                  </a:lnTo>
                  <a:lnTo>
                    <a:pt x="260031" y="1208101"/>
                  </a:lnTo>
                  <a:lnTo>
                    <a:pt x="260023" y="1208091"/>
                  </a:lnTo>
                  <a:lnTo>
                    <a:pt x="260009" y="1208071"/>
                  </a:lnTo>
                  <a:lnTo>
                    <a:pt x="260004" y="1208062"/>
                  </a:lnTo>
                  <a:lnTo>
                    <a:pt x="259996" y="1208005"/>
                  </a:lnTo>
                  <a:lnTo>
                    <a:pt x="260005" y="1207963"/>
                  </a:lnTo>
                  <a:lnTo>
                    <a:pt x="260004" y="1207949"/>
                  </a:lnTo>
                  <a:lnTo>
                    <a:pt x="259997" y="1207924"/>
                  </a:lnTo>
                  <a:lnTo>
                    <a:pt x="259992" y="1207894"/>
                  </a:lnTo>
                  <a:lnTo>
                    <a:pt x="259992" y="1207867"/>
                  </a:lnTo>
                  <a:lnTo>
                    <a:pt x="259993" y="1207845"/>
                  </a:lnTo>
                  <a:lnTo>
                    <a:pt x="259991" y="1207825"/>
                  </a:lnTo>
                  <a:lnTo>
                    <a:pt x="259982" y="1207800"/>
                  </a:lnTo>
                  <a:lnTo>
                    <a:pt x="259971" y="1207767"/>
                  </a:lnTo>
                  <a:lnTo>
                    <a:pt x="259964" y="1207757"/>
                  </a:lnTo>
                  <a:lnTo>
                    <a:pt x="259924" y="1207718"/>
                  </a:lnTo>
                  <a:lnTo>
                    <a:pt x="259874" y="1207687"/>
                  </a:lnTo>
                  <a:lnTo>
                    <a:pt x="259836" y="1207674"/>
                  </a:lnTo>
                  <a:lnTo>
                    <a:pt x="259811" y="1207668"/>
                  </a:lnTo>
                  <a:lnTo>
                    <a:pt x="259790" y="1207660"/>
                  </a:lnTo>
                  <a:lnTo>
                    <a:pt x="259781" y="1207657"/>
                  </a:lnTo>
                  <a:lnTo>
                    <a:pt x="259754" y="1207633"/>
                  </a:lnTo>
                  <a:lnTo>
                    <a:pt x="259737" y="1207619"/>
                  </a:lnTo>
                  <a:lnTo>
                    <a:pt x="259717" y="1207613"/>
                  </a:lnTo>
                  <a:lnTo>
                    <a:pt x="259693" y="1207603"/>
                  </a:lnTo>
                  <a:lnTo>
                    <a:pt x="259682" y="1207599"/>
                  </a:lnTo>
                  <a:lnTo>
                    <a:pt x="259665" y="1207597"/>
                  </a:lnTo>
                  <a:lnTo>
                    <a:pt x="259652" y="1207595"/>
                  </a:lnTo>
                  <a:lnTo>
                    <a:pt x="259642" y="1207591"/>
                  </a:lnTo>
                  <a:lnTo>
                    <a:pt x="259640" y="1207585"/>
                  </a:lnTo>
                  <a:lnTo>
                    <a:pt x="259639" y="1207568"/>
                  </a:lnTo>
                  <a:lnTo>
                    <a:pt x="259639" y="1207539"/>
                  </a:lnTo>
                  <a:lnTo>
                    <a:pt x="259633" y="1207518"/>
                  </a:lnTo>
                  <a:lnTo>
                    <a:pt x="259613" y="1207486"/>
                  </a:lnTo>
                  <a:lnTo>
                    <a:pt x="259581" y="1207442"/>
                  </a:lnTo>
                  <a:lnTo>
                    <a:pt x="259547" y="1207410"/>
                  </a:lnTo>
                  <a:lnTo>
                    <a:pt x="259511" y="1207396"/>
                  </a:lnTo>
                  <a:lnTo>
                    <a:pt x="259453" y="1207356"/>
                  </a:lnTo>
                  <a:lnTo>
                    <a:pt x="259435" y="1207312"/>
                  </a:lnTo>
                  <a:lnTo>
                    <a:pt x="259431" y="1207307"/>
                  </a:lnTo>
                  <a:lnTo>
                    <a:pt x="259422" y="1207294"/>
                  </a:lnTo>
                  <a:lnTo>
                    <a:pt x="259415" y="1207291"/>
                  </a:lnTo>
                  <a:lnTo>
                    <a:pt x="259395" y="1207283"/>
                  </a:lnTo>
                  <a:lnTo>
                    <a:pt x="259383" y="1207271"/>
                  </a:lnTo>
                  <a:lnTo>
                    <a:pt x="259360" y="1207245"/>
                  </a:lnTo>
                  <a:lnTo>
                    <a:pt x="259336" y="1207224"/>
                  </a:lnTo>
                  <a:lnTo>
                    <a:pt x="259329" y="1207221"/>
                  </a:lnTo>
                  <a:lnTo>
                    <a:pt x="259319" y="1207222"/>
                  </a:lnTo>
                  <a:lnTo>
                    <a:pt x="259284" y="1207215"/>
                  </a:lnTo>
                  <a:lnTo>
                    <a:pt x="259233" y="1207201"/>
                  </a:lnTo>
                  <a:lnTo>
                    <a:pt x="259135" y="1207177"/>
                  </a:lnTo>
                  <a:lnTo>
                    <a:pt x="259060" y="1207167"/>
                  </a:lnTo>
                  <a:lnTo>
                    <a:pt x="259009" y="1207154"/>
                  </a:lnTo>
                  <a:lnTo>
                    <a:pt x="258991" y="1207145"/>
                  </a:lnTo>
                  <a:lnTo>
                    <a:pt x="258971" y="1207120"/>
                  </a:lnTo>
                  <a:lnTo>
                    <a:pt x="258968" y="1207080"/>
                  </a:lnTo>
                  <a:lnTo>
                    <a:pt x="258963" y="1207008"/>
                  </a:lnTo>
                  <a:lnTo>
                    <a:pt x="258968" y="1206906"/>
                  </a:lnTo>
                  <a:lnTo>
                    <a:pt x="258982" y="1206838"/>
                  </a:lnTo>
                  <a:lnTo>
                    <a:pt x="258989" y="1206798"/>
                  </a:lnTo>
                  <a:lnTo>
                    <a:pt x="258986" y="1206747"/>
                  </a:lnTo>
                  <a:lnTo>
                    <a:pt x="258963" y="1206661"/>
                  </a:lnTo>
                  <a:lnTo>
                    <a:pt x="258946" y="1206596"/>
                  </a:lnTo>
                  <a:lnTo>
                    <a:pt x="258936" y="1206548"/>
                  </a:lnTo>
                  <a:lnTo>
                    <a:pt x="258934" y="1206477"/>
                  </a:lnTo>
                  <a:lnTo>
                    <a:pt x="258919" y="1206425"/>
                  </a:lnTo>
                  <a:lnTo>
                    <a:pt x="258918" y="1206409"/>
                  </a:lnTo>
                  <a:lnTo>
                    <a:pt x="258927" y="1206383"/>
                  </a:lnTo>
                  <a:lnTo>
                    <a:pt x="258950" y="1206340"/>
                  </a:lnTo>
                  <a:lnTo>
                    <a:pt x="258968" y="1206329"/>
                  </a:lnTo>
                  <a:lnTo>
                    <a:pt x="258992" y="1206322"/>
                  </a:lnTo>
                  <a:lnTo>
                    <a:pt x="259023" y="1206321"/>
                  </a:lnTo>
                  <a:lnTo>
                    <a:pt x="259056" y="1206320"/>
                  </a:lnTo>
                  <a:lnTo>
                    <a:pt x="259069" y="1206318"/>
                  </a:lnTo>
                  <a:lnTo>
                    <a:pt x="259076" y="1206314"/>
                  </a:lnTo>
                  <a:lnTo>
                    <a:pt x="259093" y="1206295"/>
                  </a:lnTo>
                  <a:lnTo>
                    <a:pt x="259119" y="1206272"/>
                  </a:lnTo>
                  <a:lnTo>
                    <a:pt x="259184" y="1206227"/>
                  </a:lnTo>
                  <a:lnTo>
                    <a:pt x="259208" y="1206208"/>
                  </a:lnTo>
                  <a:lnTo>
                    <a:pt x="259229" y="1206190"/>
                  </a:lnTo>
                  <a:lnTo>
                    <a:pt x="259235" y="1206181"/>
                  </a:lnTo>
                  <a:lnTo>
                    <a:pt x="259237" y="1206170"/>
                  </a:lnTo>
                  <a:lnTo>
                    <a:pt x="259237" y="1206160"/>
                  </a:lnTo>
                  <a:lnTo>
                    <a:pt x="259236" y="1206148"/>
                  </a:lnTo>
                  <a:lnTo>
                    <a:pt x="259229" y="1206117"/>
                  </a:lnTo>
                  <a:lnTo>
                    <a:pt x="259221" y="1206059"/>
                  </a:lnTo>
                  <a:lnTo>
                    <a:pt x="259209" y="1206031"/>
                  </a:lnTo>
                  <a:lnTo>
                    <a:pt x="259206" y="1206018"/>
                  </a:lnTo>
                  <a:lnTo>
                    <a:pt x="259210" y="1205998"/>
                  </a:lnTo>
                  <a:lnTo>
                    <a:pt x="259269" y="1205947"/>
                  </a:lnTo>
                  <a:lnTo>
                    <a:pt x="259290" y="1205918"/>
                  </a:lnTo>
                  <a:lnTo>
                    <a:pt x="259307" y="1205900"/>
                  </a:lnTo>
                  <a:lnTo>
                    <a:pt x="259310" y="1205845"/>
                  </a:lnTo>
                  <a:lnTo>
                    <a:pt x="259320" y="1205822"/>
                  </a:lnTo>
                  <a:lnTo>
                    <a:pt x="259356" y="1205783"/>
                  </a:lnTo>
                  <a:lnTo>
                    <a:pt x="259367" y="1205768"/>
                  </a:lnTo>
                  <a:lnTo>
                    <a:pt x="259373" y="1205745"/>
                  </a:lnTo>
                  <a:lnTo>
                    <a:pt x="259368" y="1205708"/>
                  </a:lnTo>
                  <a:lnTo>
                    <a:pt x="259389" y="1205660"/>
                  </a:lnTo>
                  <a:lnTo>
                    <a:pt x="259430" y="1205582"/>
                  </a:lnTo>
                  <a:lnTo>
                    <a:pt x="259458" y="1205542"/>
                  </a:lnTo>
                  <a:lnTo>
                    <a:pt x="259471" y="1205478"/>
                  </a:lnTo>
                  <a:lnTo>
                    <a:pt x="259472" y="1205433"/>
                  </a:lnTo>
                  <a:lnTo>
                    <a:pt x="259479" y="1205408"/>
                  </a:lnTo>
                  <a:lnTo>
                    <a:pt x="259489" y="1205382"/>
                  </a:lnTo>
                  <a:lnTo>
                    <a:pt x="259502" y="1205372"/>
                  </a:lnTo>
                  <a:lnTo>
                    <a:pt x="259518" y="1205356"/>
                  </a:lnTo>
                  <a:lnTo>
                    <a:pt x="259541" y="1205334"/>
                  </a:lnTo>
                  <a:lnTo>
                    <a:pt x="259550" y="1205319"/>
                  </a:lnTo>
                  <a:lnTo>
                    <a:pt x="259553" y="1205286"/>
                  </a:lnTo>
                  <a:lnTo>
                    <a:pt x="259568" y="1205240"/>
                  </a:lnTo>
                  <a:lnTo>
                    <a:pt x="259584" y="1205180"/>
                  </a:lnTo>
                  <a:lnTo>
                    <a:pt x="259593" y="1205165"/>
                  </a:lnTo>
                  <a:lnTo>
                    <a:pt x="259608" y="1205150"/>
                  </a:lnTo>
                  <a:lnTo>
                    <a:pt x="259620" y="1205145"/>
                  </a:lnTo>
                  <a:lnTo>
                    <a:pt x="259657" y="1205131"/>
                  </a:lnTo>
                  <a:lnTo>
                    <a:pt x="259666" y="1205129"/>
                  </a:lnTo>
                  <a:lnTo>
                    <a:pt x="259692" y="1205126"/>
                  </a:lnTo>
                  <a:lnTo>
                    <a:pt x="259724" y="1205120"/>
                  </a:lnTo>
                  <a:lnTo>
                    <a:pt x="259762" y="1205107"/>
                  </a:lnTo>
                  <a:lnTo>
                    <a:pt x="259798" y="1205084"/>
                  </a:lnTo>
                  <a:lnTo>
                    <a:pt x="259822" y="1205066"/>
                  </a:lnTo>
                  <a:lnTo>
                    <a:pt x="259831" y="1205063"/>
                  </a:lnTo>
                  <a:lnTo>
                    <a:pt x="259842" y="1205062"/>
                  </a:lnTo>
                  <a:lnTo>
                    <a:pt x="259860" y="1205062"/>
                  </a:lnTo>
                  <a:lnTo>
                    <a:pt x="259869" y="1205058"/>
                  </a:lnTo>
                  <a:lnTo>
                    <a:pt x="259881" y="1205048"/>
                  </a:lnTo>
                  <a:lnTo>
                    <a:pt x="259902" y="1205029"/>
                  </a:lnTo>
                  <a:lnTo>
                    <a:pt x="259927" y="1204996"/>
                  </a:lnTo>
                  <a:lnTo>
                    <a:pt x="259935" y="1204979"/>
                  </a:lnTo>
                  <a:lnTo>
                    <a:pt x="259946" y="1204963"/>
                  </a:lnTo>
                  <a:lnTo>
                    <a:pt x="259964" y="1204938"/>
                  </a:lnTo>
                  <a:lnTo>
                    <a:pt x="259983" y="1204918"/>
                  </a:lnTo>
                  <a:lnTo>
                    <a:pt x="259995" y="1204886"/>
                  </a:lnTo>
                  <a:lnTo>
                    <a:pt x="260027" y="1204830"/>
                  </a:lnTo>
                  <a:lnTo>
                    <a:pt x="260034" y="1204808"/>
                  </a:lnTo>
                  <a:lnTo>
                    <a:pt x="260032" y="1204787"/>
                  </a:lnTo>
                  <a:lnTo>
                    <a:pt x="260010" y="1204732"/>
                  </a:lnTo>
                  <a:lnTo>
                    <a:pt x="259998" y="1204709"/>
                  </a:lnTo>
                  <a:lnTo>
                    <a:pt x="259984" y="1204677"/>
                  </a:lnTo>
                  <a:lnTo>
                    <a:pt x="259967" y="1204644"/>
                  </a:lnTo>
                  <a:lnTo>
                    <a:pt x="259959" y="1204619"/>
                  </a:lnTo>
                  <a:lnTo>
                    <a:pt x="259948" y="1204579"/>
                  </a:lnTo>
                  <a:lnTo>
                    <a:pt x="259946" y="1204555"/>
                  </a:lnTo>
                  <a:lnTo>
                    <a:pt x="259932" y="1204523"/>
                  </a:lnTo>
                  <a:lnTo>
                    <a:pt x="259929" y="1204513"/>
                  </a:lnTo>
                  <a:lnTo>
                    <a:pt x="259928" y="1204470"/>
                  </a:lnTo>
                  <a:lnTo>
                    <a:pt x="259930" y="1204461"/>
                  </a:lnTo>
                  <a:lnTo>
                    <a:pt x="259940" y="1204436"/>
                  </a:lnTo>
                  <a:lnTo>
                    <a:pt x="259957" y="1204406"/>
                  </a:lnTo>
                  <a:lnTo>
                    <a:pt x="259969" y="1204391"/>
                  </a:lnTo>
                  <a:lnTo>
                    <a:pt x="259983" y="1204381"/>
                  </a:lnTo>
                  <a:lnTo>
                    <a:pt x="260001" y="1204373"/>
                  </a:lnTo>
                  <a:lnTo>
                    <a:pt x="260005" y="1204367"/>
                  </a:lnTo>
                  <a:lnTo>
                    <a:pt x="260007" y="1204356"/>
                  </a:lnTo>
                  <a:lnTo>
                    <a:pt x="260011" y="1204345"/>
                  </a:lnTo>
                  <a:lnTo>
                    <a:pt x="260022" y="1204328"/>
                  </a:lnTo>
                  <a:lnTo>
                    <a:pt x="260025" y="1204320"/>
                  </a:lnTo>
                  <a:lnTo>
                    <a:pt x="260024" y="1204314"/>
                  </a:lnTo>
                  <a:lnTo>
                    <a:pt x="260022" y="1204291"/>
                  </a:lnTo>
                  <a:lnTo>
                    <a:pt x="260020" y="1204281"/>
                  </a:lnTo>
                  <a:lnTo>
                    <a:pt x="260021" y="1204271"/>
                  </a:lnTo>
                  <a:lnTo>
                    <a:pt x="260025" y="1204250"/>
                  </a:lnTo>
                  <a:lnTo>
                    <a:pt x="260054" y="1204220"/>
                  </a:lnTo>
                  <a:lnTo>
                    <a:pt x="260058" y="1204208"/>
                  </a:lnTo>
                  <a:lnTo>
                    <a:pt x="260058" y="1204177"/>
                  </a:lnTo>
                  <a:lnTo>
                    <a:pt x="260058" y="1204088"/>
                  </a:lnTo>
                  <a:lnTo>
                    <a:pt x="260059" y="1204048"/>
                  </a:lnTo>
                  <a:lnTo>
                    <a:pt x="260055" y="1203996"/>
                  </a:lnTo>
                  <a:lnTo>
                    <a:pt x="260050" y="1203954"/>
                  </a:lnTo>
                  <a:lnTo>
                    <a:pt x="260046" y="1203944"/>
                  </a:lnTo>
                  <a:lnTo>
                    <a:pt x="260038" y="1203935"/>
                  </a:lnTo>
                  <a:lnTo>
                    <a:pt x="260019" y="1203923"/>
                  </a:lnTo>
                  <a:lnTo>
                    <a:pt x="259987" y="1203905"/>
                  </a:lnTo>
                  <a:lnTo>
                    <a:pt x="259980" y="1203900"/>
                  </a:lnTo>
                  <a:lnTo>
                    <a:pt x="259994" y="1203886"/>
                  </a:lnTo>
                  <a:lnTo>
                    <a:pt x="259997" y="1203880"/>
                  </a:lnTo>
                  <a:lnTo>
                    <a:pt x="259993" y="1203866"/>
                  </a:lnTo>
                  <a:lnTo>
                    <a:pt x="259978" y="1203835"/>
                  </a:lnTo>
                  <a:lnTo>
                    <a:pt x="259964" y="1203816"/>
                  </a:lnTo>
                  <a:lnTo>
                    <a:pt x="259943" y="1203793"/>
                  </a:lnTo>
                  <a:lnTo>
                    <a:pt x="259927" y="1203766"/>
                  </a:lnTo>
                  <a:lnTo>
                    <a:pt x="259916" y="1203731"/>
                  </a:lnTo>
                  <a:lnTo>
                    <a:pt x="259911" y="1203700"/>
                  </a:lnTo>
                  <a:lnTo>
                    <a:pt x="259914" y="1203652"/>
                  </a:lnTo>
                  <a:lnTo>
                    <a:pt x="259913" y="1203628"/>
                  </a:lnTo>
                  <a:lnTo>
                    <a:pt x="259911" y="1203607"/>
                  </a:lnTo>
                  <a:lnTo>
                    <a:pt x="259905" y="1203584"/>
                  </a:lnTo>
                  <a:lnTo>
                    <a:pt x="259897" y="1203569"/>
                  </a:lnTo>
                  <a:lnTo>
                    <a:pt x="259876" y="1203516"/>
                  </a:lnTo>
                  <a:lnTo>
                    <a:pt x="259870" y="1203484"/>
                  </a:lnTo>
                  <a:lnTo>
                    <a:pt x="259868" y="1203454"/>
                  </a:lnTo>
                  <a:lnTo>
                    <a:pt x="259857" y="1203435"/>
                  </a:lnTo>
                  <a:lnTo>
                    <a:pt x="259842" y="1203424"/>
                  </a:lnTo>
                  <a:lnTo>
                    <a:pt x="259814" y="1203405"/>
                  </a:lnTo>
                  <a:lnTo>
                    <a:pt x="259787" y="1203383"/>
                  </a:lnTo>
                  <a:lnTo>
                    <a:pt x="259771" y="1203360"/>
                  </a:lnTo>
                  <a:lnTo>
                    <a:pt x="259765" y="1203345"/>
                  </a:lnTo>
                  <a:lnTo>
                    <a:pt x="259765" y="1203327"/>
                  </a:lnTo>
                  <a:lnTo>
                    <a:pt x="259763" y="1203312"/>
                  </a:lnTo>
                  <a:lnTo>
                    <a:pt x="259760" y="1203303"/>
                  </a:lnTo>
                  <a:lnTo>
                    <a:pt x="259755" y="1203298"/>
                  </a:lnTo>
                  <a:lnTo>
                    <a:pt x="259750" y="1203296"/>
                  </a:lnTo>
                  <a:lnTo>
                    <a:pt x="259740" y="1203296"/>
                  </a:lnTo>
                  <a:lnTo>
                    <a:pt x="259726" y="1203303"/>
                  </a:lnTo>
                  <a:lnTo>
                    <a:pt x="259673" y="1203335"/>
                  </a:lnTo>
                  <a:lnTo>
                    <a:pt x="259646" y="1203349"/>
                  </a:lnTo>
                  <a:lnTo>
                    <a:pt x="259633" y="1203354"/>
                  </a:lnTo>
                  <a:lnTo>
                    <a:pt x="259623" y="1203347"/>
                  </a:lnTo>
                  <a:lnTo>
                    <a:pt x="259609" y="1203324"/>
                  </a:lnTo>
                  <a:lnTo>
                    <a:pt x="259579" y="1203269"/>
                  </a:lnTo>
                  <a:lnTo>
                    <a:pt x="259567" y="1203255"/>
                  </a:lnTo>
                  <a:lnTo>
                    <a:pt x="259560" y="1203226"/>
                  </a:lnTo>
                  <a:lnTo>
                    <a:pt x="259558" y="1203196"/>
                  </a:lnTo>
                  <a:lnTo>
                    <a:pt x="259556" y="1203188"/>
                  </a:lnTo>
                  <a:lnTo>
                    <a:pt x="259550" y="1203181"/>
                  </a:lnTo>
                  <a:lnTo>
                    <a:pt x="259538" y="1203181"/>
                  </a:lnTo>
                  <a:lnTo>
                    <a:pt x="259519" y="1203185"/>
                  </a:lnTo>
                  <a:lnTo>
                    <a:pt x="259477" y="1203193"/>
                  </a:lnTo>
                  <a:lnTo>
                    <a:pt x="259444" y="1203207"/>
                  </a:lnTo>
                  <a:lnTo>
                    <a:pt x="259429" y="1203212"/>
                  </a:lnTo>
                  <a:lnTo>
                    <a:pt x="259416" y="1203214"/>
                  </a:lnTo>
                  <a:lnTo>
                    <a:pt x="259398" y="1203214"/>
                  </a:lnTo>
                  <a:lnTo>
                    <a:pt x="259382" y="1203207"/>
                  </a:lnTo>
                  <a:lnTo>
                    <a:pt x="259363" y="1203193"/>
                  </a:lnTo>
                  <a:lnTo>
                    <a:pt x="259346" y="1203186"/>
                  </a:lnTo>
                  <a:lnTo>
                    <a:pt x="259329" y="1203179"/>
                  </a:lnTo>
                  <a:lnTo>
                    <a:pt x="259306" y="1203167"/>
                  </a:lnTo>
                  <a:lnTo>
                    <a:pt x="259277" y="1203159"/>
                  </a:lnTo>
                  <a:lnTo>
                    <a:pt x="259239" y="1203149"/>
                  </a:lnTo>
                  <a:lnTo>
                    <a:pt x="259195" y="1203132"/>
                  </a:lnTo>
                  <a:lnTo>
                    <a:pt x="259157" y="1203130"/>
                  </a:lnTo>
                  <a:lnTo>
                    <a:pt x="259136" y="1203129"/>
                  </a:lnTo>
                  <a:lnTo>
                    <a:pt x="259120" y="1203122"/>
                  </a:lnTo>
                  <a:lnTo>
                    <a:pt x="259102" y="1203114"/>
                  </a:lnTo>
                  <a:lnTo>
                    <a:pt x="259084" y="1203107"/>
                  </a:lnTo>
                  <a:lnTo>
                    <a:pt x="259075" y="1203098"/>
                  </a:lnTo>
                  <a:lnTo>
                    <a:pt x="259069" y="1203085"/>
                  </a:lnTo>
                  <a:lnTo>
                    <a:pt x="259060" y="1203074"/>
                  </a:lnTo>
                  <a:lnTo>
                    <a:pt x="259036" y="1203056"/>
                  </a:lnTo>
                  <a:lnTo>
                    <a:pt x="259017" y="1203043"/>
                  </a:lnTo>
                  <a:lnTo>
                    <a:pt x="258998" y="1203029"/>
                  </a:lnTo>
                  <a:lnTo>
                    <a:pt x="258962" y="1203012"/>
                  </a:lnTo>
                  <a:lnTo>
                    <a:pt x="258921" y="1202990"/>
                  </a:lnTo>
                  <a:lnTo>
                    <a:pt x="258895" y="1202973"/>
                  </a:lnTo>
                  <a:lnTo>
                    <a:pt x="258871" y="1202958"/>
                  </a:lnTo>
                  <a:lnTo>
                    <a:pt x="258817" y="1202928"/>
                  </a:lnTo>
                  <a:lnTo>
                    <a:pt x="258769" y="1202906"/>
                  </a:lnTo>
                  <a:lnTo>
                    <a:pt x="258731" y="1202890"/>
                  </a:lnTo>
                  <a:lnTo>
                    <a:pt x="258713" y="1202885"/>
                  </a:lnTo>
                  <a:lnTo>
                    <a:pt x="258698" y="1202883"/>
                  </a:lnTo>
                  <a:lnTo>
                    <a:pt x="258684" y="1202879"/>
                  </a:lnTo>
                  <a:lnTo>
                    <a:pt x="258667" y="1202874"/>
                  </a:lnTo>
                  <a:lnTo>
                    <a:pt x="258647" y="1202863"/>
                  </a:lnTo>
                  <a:lnTo>
                    <a:pt x="258630" y="1202853"/>
                  </a:lnTo>
                  <a:lnTo>
                    <a:pt x="258617" y="1202846"/>
                  </a:lnTo>
                  <a:lnTo>
                    <a:pt x="258599" y="1202836"/>
                  </a:lnTo>
                  <a:lnTo>
                    <a:pt x="258542" y="1202816"/>
                  </a:lnTo>
                  <a:lnTo>
                    <a:pt x="258509" y="1202804"/>
                  </a:lnTo>
                  <a:lnTo>
                    <a:pt x="258495" y="1202798"/>
                  </a:lnTo>
                  <a:lnTo>
                    <a:pt x="258475" y="1202785"/>
                  </a:lnTo>
                  <a:lnTo>
                    <a:pt x="258470" y="1202777"/>
                  </a:lnTo>
                  <a:lnTo>
                    <a:pt x="258464" y="1202760"/>
                  </a:lnTo>
                  <a:lnTo>
                    <a:pt x="258456" y="1202715"/>
                  </a:lnTo>
                  <a:lnTo>
                    <a:pt x="258453" y="1202690"/>
                  </a:lnTo>
                  <a:lnTo>
                    <a:pt x="258454" y="1202663"/>
                  </a:lnTo>
                  <a:lnTo>
                    <a:pt x="258453" y="1202636"/>
                  </a:lnTo>
                  <a:lnTo>
                    <a:pt x="258457" y="1202628"/>
                  </a:lnTo>
                  <a:lnTo>
                    <a:pt x="258481" y="1202600"/>
                  </a:lnTo>
                  <a:lnTo>
                    <a:pt x="258498" y="1202586"/>
                  </a:lnTo>
                  <a:lnTo>
                    <a:pt x="258507" y="1202575"/>
                  </a:lnTo>
                  <a:lnTo>
                    <a:pt x="258509" y="1202563"/>
                  </a:lnTo>
                  <a:lnTo>
                    <a:pt x="258509" y="1202551"/>
                  </a:lnTo>
                  <a:lnTo>
                    <a:pt x="258502" y="1202541"/>
                  </a:lnTo>
                  <a:lnTo>
                    <a:pt x="258483" y="1202525"/>
                  </a:lnTo>
                  <a:lnTo>
                    <a:pt x="258451" y="1202504"/>
                  </a:lnTo>
                  <a:lnTo>
                    <a:pt x="258419" y="1202487"/>
                  </a:lnTo>
                  <a:lnTo>
                    <a:pt x="258414" y="1202476"/>
                  </a:lnTo>
                  <a:lnTo>
                    <a:pt x="258400" y="1202448"/>
                  </a:lnTo>
                  <a:lnTo>
                    <a:pt x="258375" y="1202403"/>
                  </a:lnTo>
                  <a:lnTo>
                    <a:pt x="258351" y="1202370"/>
                  </a:lnTo>
                  <a:lnTo>
                    <a:pt x="258331" y="1202358"/>
                  </a:lnTo>
                  <a:lnTo>
                    <a:pt x="258308" y="1202343"/>
                  </a:lnTo>
                  <a:lnTo>
                    <a:pt x="258284" y="1202335"/>
                  </a:lnTo>
                  <a:lnTo>
                    <a:pt x="258266" y="1202329"/>
                  </a:lnTo>
                  <a:lnTo>
                    <a:pt x="258243" y="1202317"/>
                  </a:lnTo>
                  <a:lnTo>
                    <a:pt x="258224" y="1202286"/>
                  </a:lnTo>
                  <a:lnTo>
                    <a:pt x="258194" y="1202248"/>
                  </a:lnTo>
                  <a:lnTo>
                    <a:pt x="258164" y="1202228"/>
                  </a:lnTo>
                  <a:lnTo>
                    <a:pt x="258140" y="1202215"/>
                  </a:lnTo>
                  <a:lnTo>
                    <a:pt x="258093" y="1202197"/>
                  </a:lnTo>
                  <a:lnTo>
                    <a:pt x="258075" y="1202185"/>
                  </a:lnTo>
                  <a:lnTo>
                    <a:pt x="258055" y="1202164"/>
                  </a:lnTo>
                  <a:lnTo>
                    <a:pt x="258026" y="1202119"/>
                  </a:lnTo>
                  <a:lnTo>
                    <a:pt x="258009" y="1202094"/>
                  </a:lnTo>
                  <a:lnTo>
                    <a:pt x="258004" y="1202073"/>
                  </a:lnTo>
                  <a:lnTo>
                    <a:pt x="258007" y="1202058"/>
                  </a:lnTo>
                  <a:lnTo>
                    <a:pt x="258020" y="1202023"/>
                  </a:lnTo>
                  <a:lnTo>
                    <a:pt x="258023" y="1202001"/>
                  </a:lnTo>
                  <a:lnTo>
                    <a:pt x="258022" y="1201971"/>
                  </a:lnTo>
                  <a:lnTo>
                    <a:pt x="258003" y="1201932"/>
                  </a:lnTo>
                  <a:lnTo>
                    <a:pt x="257967" y="1201858"/>
                  </a:lnTo>
                  <a:lnTo>
                    <a:pt x="257946" y="1201829"/>
                  </a:lnTo>
                  <a:lnTo>
                    <a:pt x="257937" y="1201817"/>
                  </a:lnTo>
                  <a:lnTo>
                    <a:pt x="257905" y="1201763"/>
                  </a:lnTo>
                  <a:lnTo>
                    <a:pt x="257889" y="1201731"/>
                  </a:lnTo>
                  <a:lnTo>
                    <a:pt x="257876" y="1201707"/>
                  </a:lnTo>
                  <a:lnTo>
                    <a:pt x="257867" y="1201675"/>
                  </a:lnTo>
                  <a:lnTo>
                    <a:pt x="257864" y="1201650"/>
                  </a:lnTo>
                  <a:lnTo>
                    <a:pt x="257871" y="1201624"/>
                  </a:lnTo>
                  <a:lnTo>
                    <a:pt x="257878" y="1201591"/>
                  </a:lnTo>
                  <a:lnTo>
                    <a:pt x="257891" y="1201561"/>
                  </a:lnTo>
                  <a:lnTo>
                    <a:pt x="257905" y="1201534"/>
                  </a:lnTo>
                  <a:lnTo>
                    <a:pt x="257918" y="1201519"/>
                  </a:lnTo>
                  <a:lnTo>
                    <a:pt x="257952" y="1201503"/>
                  </a:lnTo>
                  <a:lnTo>
                    <a:pt x="257981" y="1201484"/>
                  </a:lnTo>
                  <a:lnTo>
                    <a:pt x="258002" y="1201463"/>
                  </a:lnTo>
                  <a:lnTo>
                    <a:pt x="258032" y="1201419"/>
                  </a:lnTo>
                  <a:lnTo>
                    <a:pt x="258055" y="1201388"/>
                  </a:lnTo>
                  <a:lnTo>
                    <a:pt x="258065" y="1201361"/>
                  </a:lnTo>
                  <a:lnTo>
                    <a:pt x="258067" y="1201303"/>
                  </a:lnTo>
                  <a:lnTo>
                    <a:pt x="258061" y="1201241"/>
                  </a:lnTo>
                  <a:lnTo>
                    <a:pt x="258041" y="1201189"/>
                  </a:lnTo>
                  <a:lnTo>
                    <a:pt x="258029" y="1201163"/>
                  </a:lnTo>
                  <a:lnTo>
                    <a:pt x="258017" y="1201149"/>
                  </a:lnTo>
                  <a:lnTo>
                    <a:pt x="258007" y="1201146"/>
                  </a:lnTo>
                  <a:lnTo>
                    <a:pt x="257988" y="1201155"/>
                  </a:lnTo>
                  <a:lnTo>
                    <a:pt x="257965" y="1201163"/>
                  </a:lnTo>
                  <a:lnTo>
                    <a:pt x="257905" y="1201174"/>
                  </a:lnTo>
                  <a:lnTo>
                    <a:pt x="257838" y="1201176"/>
                  </a:lnTo>
                  <a:lnTo>
                    <a:pt x="257772" y="1201176"/>
                  </a:lnTo>
                  <a:lnTo>
                    <a:pt x="257706" y="1201187"/>
                  </a:lnTo>
                  <a:lnTo>
                    <a:pt x="257641" y="1201190"/>
                  </a:lnTo>
                  <a:lnTo>
                    <a:pt x="257579" y="1201194"/>
                  </a:lnTo>
                  <a:lnTo>
                    <a:pt x="257553" y="1201194"/>
                  </a:lnTo>
                  <a:lnTo>
                    <a:pt x="257526" y="1201183"/>
                  </a:lnTo>
                  <a:lnTo>
                    <a:pt x="257497" y="1201161"/>
                  </a:lnTo>
                  <a:lnTo>
                    <a:pt x="257476" y="1201152"/>
                  </a:lnTo>
                  <a:lnTo>
                    <a:pt x="257453" y="1201150"/>
                  </a:lnTo>
                  <a:lnTo>
                    <a:pt x="257405" y="1201151"/>
                  </a:lnTo>
                  <a:lnTo>
                    <a:pt x="257364" y="1201154"/>
                  </a:lnTo>
                  <a:lnTo>
                    <a:pt x="257325" y="1201154"/>
                  </a:lnTo>
                  <a:lnTo>
                    <a:pt x="257273" y="1201166"/>
                  </a:lnTo>
                  <a:lnTo>
                    <a:pt x="257242" y="1201167"/>
                  </a:lnTo>
                  <a:lnTo>
                    <a:pt x="257224" y="1201165"/>
                  </a:lnTo>
                  <a:lnTo>
                    <a:pt x="257201" y="1201157"/>
                  </a:lnTo>
                  <a:lnTo>
                    <a:pt x="257183" y="1201149"/>
                  </a:lnTo>
                  <a:lnTo>
                    <a:pt x="257166" y="1201137"/>
                  </a:lnTo>
                  <a:lnTo>
                    <a:pt x="257150" y="1201119"/>
                  </a:lnTo>
                  <a:lnTo>
                    <a:pt x="257128" y="1201096"/>
                  </a:lnTo>
                  <a:lnTo>
                    <a:pt x="257107" y="1201065"/>
                  </a:lnTo>
                  <a:lnTo>
                    <a:pt x="257076" y="1201023"/>
                  </a:lnTo>
                  <a:lnTo>
                    <a:pt x="257052" y="1200994"/>
                  </a:lnTo>
                  <a:lnTo>
                    <a:pt x="257018" y="1200960"/>
                  </a:lnTo>
                  <a:lnTo>
                    <a:pt x="257007" y="1200946"/>
                  </a:lnTo>
                  <a:lnTo>
                    <a:pt x="257005" y="1200937"/>
                  </a:lnTo>
                  <a:lnTo>
                    <a:pt x="257004" y="1200923"/>
                  </a:lnTo>
                  <a:lnTo>
                    <a:pt x="257010" y="1200901"/>
                  </a:lnTo>
                  <a:lnTo>
                    <a:pt x="257011" y="1200880"/>
                  </a:lnTo>
                  <a:lnTo>
                    <a:pt x="257008" y="1200853"/>
                  </a:lnTo>
                  <a:lnTo>
                    <a:pt x="257000" y="1200809"/>
                  </a:lnTo>
                  <a:lnTo>
                    <a:pt x="256985" y="1200787"/>
                  </a:lnTo>
                  <a:lnTo>
                    <a:pt x="256963" y="1200759"/>
                  </a:lnTo>
                  <a:lnTo>
                    <a:pt x="256937" y="1200739"/>
                  </a:lnTo>
                  <a:lnTo>
                    <a:pt x="256918" y="1200732"/>
                  </a:lnTo>
                  <a:lnTo>
                    <a:pt x="256889" y="1200720"/>
                  </a:lnTo>
                  <a:lnTo>
                    <a:pt x="256848" y="1200700"/>
                  </a:lnTo>
                  <a:lnTo>
                    <a:pt x="256834" y="1200691"/>
                  </a:lnTo>
                  <a:lnTo>
                    <a:pt x="256822" y="1200678"/>
                  </a:lnTo>
                  <a:lnTo>
                    <a:pt x="256817" y="1200665"/>
                  </a:lnTo>
                  <a:lnTo>
                    <a:pt x="256816" y="1200645"/>
                  </a:lnTo>
                  <a:lnTo>
                    <a:pt x="256819" y="1200579"/>
                  </a:lnTo>
                  <a:lnTo>
                    <a:pt x="256816" y="1200494"/>
                  </a:lnTo>
                  <a:lnTo>
                    <a:pt x="256818" y="1200363"/>
                  </a:lnTo>
                  <a:lnTo>
                    <a:pt x="256805" y="1200312"/>
                  </a:lnTo>
                  <a:lnTo>
                    <a:pt x="256772" y="1200255"/>
                  </a:lnTo>
                  <a:lnTo>
                    <a:pt x="256751" y="1200230"/>
                  </a:lnTo>
                  <a:lnTo>
                    <a:pt x="256716" y="1200196"/>
                  </a:lnTo>
                  <a:lnTo>
                    <a:pt x="256705" y="1200173"/>
                  </a:lnTo>
                  <a:lnTo>
                    <a:pt x="256703" y="1200136"/>
                  </a:lnTo>
                  <a:lnTo>
                    <a:pt x="256710" y="1200070"/>
                  </a:lnTo>
                  <a:lnTo>
                    <a:pt x="256715" y="1200030"/>
                  </a:lnTo>
                  <a:lnTo>
                    <a:pt x="256722" y="1200005"/>
                  </a:lnTo>
                  <a:lnTo>
                    <a:pt x="256724" y="1199992"/>
                  </a:lnTo>
                  <a:lnTo>
                    <a:pt x="256721" y="1199968"/>
                  </a:lnTo>
                  <a:lnTo>
                    <a:pt x="256716" y="1199949"/>
                  </a:lnTo>
                  <a:lnTo>
                    <a:pt x="256712" y="1199923"/>
                  </a:lnTo>
                  <a:lnTo>
                    <a:pt x="256708" y="1199880"/>
                  </a:lnTo>
                  <a:lnTo>
                    <a:pt x="256707" y="1199825"/>
                  </a:lnTo>
                  <a:lnTo>
                    <a:pt x="256696" y="1199793"/>
                  </a:lnTo>
                  <a:lnTo>
                    <a:pt x="256673" y="1199762"/>
                  </a:lnTo>
                  <a:lnTo>
                    <a:pt x="256665" y="1199748"/>
                  </a:lnTo>
                  <a:lnTo>
                    <a:pt x="256633" y="1199693"/>
                  </a:lnTo>
                  <a:lnTo>
                    <a:pt x="256618" y="1199675"/>
                  </a:lnTo>
                  <a:lnTo>
                    <a:pt x="256600" y="1199647"/>
                  </a:lnTo>
                  <a:lnTo>
                    <a:pt x="256595" y="1199637"/>
                  </a:lnTo>
                  <a:lnTo>
                    <a:pt x="256598" y="1199622"/>
                  </a:lnTo>
                  <a:lnTo>
                    <a:pt x="256597" y="1199607"/>
                  </a:lnTo>
                  <a:lnTo>
                    <a:pt x="256581" y="1199563"/>
                  </a:lnTo>
                  <a:lnTo>
                    <a:pt x="256572" y="1199520"/>
                  </a:lnTo>
                  <a:lnTo>
                    <a:pt x="256573" y="1199493"/>
                  </a:lnTo>
                  <a:lnTo>
                    <a:pt x="256571" y="1199476"/>
                  </a:lnTo>
                  <a:lnTo>
                    <a:pt x="256564" y="1199468"/>
                  </a:lnTo>
                  <a:lnTo>
                    <a:pt x="256540" y="1199440"/>
                  </a:lnTo>
                  <a:lnTo>
                    <a:pt x="256515" y="1199425"/>
                  </a:lnTo>
                  <a:lnTo>
                    <a:pt x="256496" y="1199412"/>
                  </a:lnTo>
                  <a:lnTo>
                    <a:pt x="256471" y="1199379"/>
                  </a:lnTo>
                  <a:lnTo>
                    <a:pt x="256455" y="1199365"/>
                  </a:lnTo>
                  <a:lnTo>
                    <a:pt x="256420" y="1199352"/>
                  </a:lnTo>
                  <a:lnTo>
                    <a:pt x="256384" y="1199333"/>
                  </a:lnTo>
                  <a:lnTo>
                    <a:pt x="256327" y="1199309"/>
                  </a:lnTo>
                  <a:lnTo>
                    <a:pt x="256296" y="1199294"/>
                  </a:lnTo>
                  <a:lnTo>
                    <a:pt x="256274" y="1199278"/>
                  </a:lnTo>
                  <a:lnTo>
                    <a:pt x="256251" y="1199259"/>
                  </a:lnTo>
                  <a:lnTo>
                    <a:pt x="256229" y="1199248"/>
                  </a:lnTo>
                  <a:lnTo>
                    <a:pt x="256201" y="1199227"/>
                  </a:lnTo>
                  <a:lnTo>
                    <a:pt x="256183" y="1199213"/>
                  </a:lnTo>
                  <a:lnTo>
                    <a:pt x="256168" y="1199195"/>
                  </a:lnTo>
                  <a:lnTo>
                    <a:pt x="256158" y="1199177"/>
                  </a:lnTo>
                  <a:lnTo>
                    <a:pt x="256144" y="1199149"/>
                  </a:lnTo>
                  <a:lnTo>
                    <a:pt x="256126" y="1199121"/>
                  </a:lnTo>
                  <a:lnTo>
                    <a:pt x="256110" y="1199106"/>
                  </a:lnTo>
                  <a:lnTo>
                    <a:pt x="256095" y="1199094"/>
                  </a:lnTo>
                  <a:lnTo>
                    <a:pt x="256071" y="1199078"/>
                  </a:lnTo>
                  <a:lnTo>
                    <a:pt x="256019" y="1199049"/>
                  </a:lnTo>
                  <a:lnTo>
                    <a:pt x="255977" y="1199033"/>
                  </a:lnTo>
                  <a:lnTo>
                    <a:pt x="255963" y="1199032"/>
                  </a:lnTo>
                  <a:lnTo>
                    <a:pt x="255952" y="1199030"/>
                  </a:lnTo>
                  <a:lnTo>
                    <a:pt x="255935" y="1199024"/>
                  </a:lnTo>
                  <a:lnTo>
                    <a:pt x="255917" y="1199012"/>
                  </a:lnTo>
                  <a:lnTo>
                    <a:pt x="255899" y="1199002"/>
                  </a:lnTo>
                  <a:lnTo>
                    <a:pt x="255884" y="1198999"/>
                  </a:lnTo>
                  <a:lnTo>
                    <a:pt x="255864" y="1198991"/>
                  </a:lnTo>
                  <a:lnTo>
                    <a:pt x="255839" y="1198988"/>
                  </a:lnTo>
                  <a:lnTo>
                    <a:pt x="255801" y="1198981"/>
                  </a:lnTo>
                  <a:lnTo>
                    <a:pt x="255776" y="1198973"/>
                  </a:lnTo>
                  <a:lnTo>
                    <a:pt x="255738" y="1198946"/>
                  </a:lnTo>
                  <a:lnTo>
                    <a:pt x="255710" y="1198926"/>
                  </a:lnTo>
                  <a:lnTo>
                    <a:pt x="255684" y="1198910"/>
                  </a:lnTo>
                  <a:lnTo>
                    <a:pt x="255652" y="1198883"/>
                  </a:lnTo>
                  <a:lnTo>
                    <a:pt x="255599" y="1198850"/>
                  </a:lnTo>
                  <a:lnTo>
                    <a:pt x="255563" y="1198822"/>
                  </a:lnTo>
                  <a:lnTo>
                    <a:pt x="255540" y="1198799"/>
                  </a:lnTo>
                  <a:lnTo>
                    <a:pt x="255481" y="1198763"/>
                  </a:lnTo>
                  <a:lnTo>
                    <a:pt x="255449" y="1198742"/>
                  </a:lnTo>
                  <a:lnTo>
                    <a:pt x="255411" y="1198714"/>
                  </a:lnTo>
                  <a:lnTo>
                    <a:pt x="255354" y="1198664"/>
                  </a:lnTo>
                  <a:lnTo>
                    <a:pt x="255269" y="1198585"/>
                  </a:lnTo>
                  <a:lnTo>
                    <a:pt x="255219" y="1198544"/>
                  </a:lnTo>
                  <a:lnTo>
                    <a:pt x="255196" y="1198526"/>
                  </a:lnTo>
                  <a:lnTo>
                    <a:pt x="255163" y="1198486"/>
                  </a:lnTo>
                  <a:lnTo>
                    <a:pt x="255141" y="1198468"/>
                  </a:lnTo>
                  <a:lnTo>
                    <a:pt x="255121" y="1198438"/>
                  </a:lnTo>
                  <a:lnTo>
                    <a:pt x="255099" y="1198392"/>
                  </a:lnTo>
                  <a:lnTo>
                    <a:pt x="255090" y="1198378"/>
                  </a:lnTo>
                  <a:lnTo>
                    <a:pt x="255061" y="1198339"/>
                  </a:lnTo>
                  <a:lnTo>
                    <a:pt x="255050" y="1198306"/>
                  </a:lnTo>
                  <a:lnTo>
                    <a:pt x="255046" y="1198279"/>
                  </a:lnTo>
                  <a:lnTo>
                    <a:pt x="255047" y="1198263"/>
                  </a:lnTo>
                  <a:lnTo>
                    <a:pt x="255056" y="1198245"/>
                  </a:lnTo>
                  <a:lnTo>
                    <a:pt x="255076" y="1198196"/>
                  </a:lnTo>
                  <a:lnTo>
                    <a:pt x="255083" y="1198159"/>
                  </a:lnTo>
                  <a:lnTo>
                    <a:pt x="255088" y="1198110"/>
                  </a:lnTo>
                  <a:lnTo>
                    <a:pt x="255091" y="1198093"/>
                  </a:lnTo>
                  <a:lnTo>
                    <a:pt x="255106" y="1198066"/>
                  </a:lnTo>
                  <a:lnTo>
                    <a:pt x="255108" y="1198048"/>
                  </a:lnTo>
                  <a:lnTo>
                    <a:pt x="255094" y="1198034"/>
                  </a:lnTo>
                  <a:lnTo>
                    <a:pt x="255071" y="1198018"/>
                  </a:lnTo>
                  <a:lnTo>
                    <a:pt x="255056" y="1197994"/>
                  </a:lnTo>
                  <a:lnTo>
                    <a:pt x="255036" y="1197966"/>
                  </a:lnTo>
                  <a:lnTo>
                    <a:pt x="254972" y="1197887"/>
                  </a:lnTo>
                  <a:lnTo>
                    <a:pt x="254956" y="1197863"/>
                  </a:lnTo>
                  <a:lnTo>
                    <a:pt x="254947" y="1197835"/>
                  </a:lnTo>
                  <a:lnTo>
                    <a:pt x="254912" y="1197759"/>
                  </a:lnTo>
                  <a:lnTo>
                    <a:pt x="254889" y="1197691"/>
                  </a:lnTo>
                  <a:lnTo>
                    <a:pt x="254874" y="1197658"/>
                  </a:lnTo>
                  <a:lnTo>
                    <a:pt x="254873" y="1197641"/>
                  </a:lnTo>
                  <a:lnTo>
                    <a:pt x="254878" y="1197633"/>
                  </a:lnTo>
                  <a:lnTo>
                    <a:pt x="254882" y="1197625"/>
                  </a:lnTo>
                  <a:lnTo>
                    <a:pt x="254884" y="1197614"/>
                  </a:lnTo>
                  <a:lnTo>
                    <a:pt x="254878" y="1197600"/>
                  </a:lnTo>
                  <a:lnTo>
                    <a:pt x="254870" y="1197583"/>
                  </a:lnTo>
                  <a:lnTo>
                    <a:pt x="254869" y="1197570"/>
                  </a:lnTo>
                  <a:lnTo>
                    <a:pt x="254875" y="1197555"/>
                  </a:lnTo>
                  <a:lnTo>
                    <a:pt x="254880" y="1197538"/>
                  </a:lnTo>
                  <a:lnTo>
                    <a:pt x="254891" y="1197510"/>
                  </a:lnTo>
                  <a:lnTo>
                    <a:pt x="254896" y="1197485"/>
                  </a:lnTo>
                  <a:lnTo>
                    <a:pt x="254890" y="1197470"/>
                  </a:lnTo>
                  <a:lnTo>
                    <a:pt x="254885" y="1197452"/>
                  </a:lnTo>
                  <a:lnTo>
                    <a:pt x="254872" y="1197438"/>
                  </a:lnTo>
                  <a:lnTo>
                    <a:pt x="254849" y="1197421"/>
                  </a:lnTo>
                  <a:lnTo>
                    <a:pt x="254830" y="1197399"/>
                  </a:lnTo>
                  <a:lnTo>
                    <a:pt x="254818" y="1197386"/>
                  </a:lnTo>
                  <a:lnTo>
                    <a:pt x="254807" y="1197337"/>
                  </a:lnTo>
                  <a:lnTo>
                    <a:pt x="254800" y="1197299"/>
                  </a:lnTo>
                  <a:lnTo>
                    <a:pt x="254795" y="1197253"/>
                  </a:lnTo>
                  <a:lnTo>
                    <a:pt x="254781" y="1197127"/>
                  </a:lnTo>
                  <a:lnTo>
                    <a:pt x="254753" y="1197009"/>
                  </a:lnTo>
                  <a:lnTo>
                    <a:pt x="254739" y="1196975"/>
                  </a:lnTo>
                  <a:lnTo>
                    <a:pt x="254729" y="1196944"/>
                  </a:lnTo>
                  <a:lnTo>
                    <a:pt x="254720" y="1196919"/>
                  </a:lnTo>
                  <a:lnTo>
                    <a:pt x="254711" y="1196894"/>
                  </a:lnTo>
                  <a:lnTo>
                    <a:pt x="254697" y="1196867"/>
                  </a:lnTo>
                  <a:lnTo>
                    <a:pt x="254677" y="1196827"/>
                  </a:lnTo>
                  <a:lnTo>
                    <a:pt x="254662" y="1196792"/>
                  </a:lnTo>
                  <a:lnTo>
                    <a:pt x="254645" y="1196760"/>
                  </a:lnTo>
                  <a:lnTo>
                    <a:pt x="254627" y="1196725"/>
                  </a:lnTo>
                  <a:lnTo>
                    <a:pt x="254610" y="1196692"/>
                  </a:lnTo>
                  <a:lnTo>
                    <a:pt x="254596" y="1196636"/>
                  </a:lnTo>
                  <a:lnTo>
                    <a:pt x="254580" y="1196585"/>
                  </a:lnTo>
                  <a:lnTo>
                    <a:pt x="254564" y="1196563"/>
                  </a:lnTo>
                  <a:lnTo>
                    <a:pt x="254548" y="1196549"/>
                  </a:lnTo>
                  <a:lnTo>
                    <a:pt x="254523" y="1196530"/>
                  </a:lnTo>
                  <a:lnTo>
                    <a:pt x="254499" y="1196508"/>
                  </a:lnTo>
                  <a:lnTo>
                    <a:pt x="254464" y="1196487"/>
                  </a:lnTo>
                  <a:lnTo>
                    <a:pt x="254394" y="1196447"/>
                  </a:lnTo>
                  <a:lnTo>
                    <a:pt x="254335" y="1196420"/>
                  </a:lnTo>
                  <a:lnTo>
                    <a:pt x="254297" y="1196404"/>
                  </a:lnTo>
                  <a:lnTo>
                    <a:pt x="254274" y="1196395"/>
                  </a:lnTo>
                  <a:lnTo>
                    <a:pt x="254237" y="1196374"/>
                  </a:lnTo>
                  <a:lnTo>
                    <a:pt x="254213" y="1196358"/>
                  </a:lnTo>
                  <a:lnTo>
                    <a:pt x="254184" y="1196335"/>
                  </a:lnTo>
                  <a:lnTo>
                    <a:pt x="254158" y="1196317"/>
                  </a:lnTo>
                  <a:lnTo>
                    <a:pt x="254139" y="1196297"/>
                  </a:lnTo>
                  <a:lnTo>
                    <a:pt x="254121" y="1196271"/>
                  </a:lnTo>
                  <a:lnTo>
                    <a:pt x="254107" y="1196251"/>
                  </a:lnTo>
                  <a:lnTo>
                    <a:pt x="254096" y="1196231"/>
                  </a:lnTo>
                  <a:lnTo>
                    <a:pt x="254073" y="1196196"/>
                  </a:lnTo>
                  <a:lnTo>
                    <a:pt x="254057" y="1196178"/>
                  </a:lnTo>
                  <a:lnTo>
                    <a:pt x="254045" y="1196153"/>
                  </a:lnTo>
                  <a:lnTo>
                    <a:pt x="254039" y="1196123"/>
                  </a:lnTo>
                  <a:lnTo>
                    <a:pt x="254034" y="1196107"/>
                  </a:lnTo>
                  <a:lnTo>
                    <a:pt x="254022" y="1196088"/>
                  </a:lnTo>
                  <a:lnTo>
                    <a:pt x="254010" y="1196072"/>
                  </a:lnTo>
                  <a:lnTo>
                    <a:pt x="253993" y="1196055"/>
                  </a:lnTo>
                  <a:lnTo>
                    <a:pt x="253984" y="1196040"/>
                  </a:lnTo>
                  <a:lnTo>
                    <a:pt x="253970" y="1196015"/>
                  </a:lnTo>
                  <a:lnTo>
                    <a:pt x="253961" y="1195992"/>
                  </a:lnTo>
                  <a:lnTo>
                    <a:pt x="253942" y="1195967"/>
                  </a:lnTo>
                  <a:lnTo>
                    <a:pt x="253933" y="1195955"/>
                  </a:lnTo>
                  <a:lnTo>
                    <a:pt x="253915" y="1195919"/>
                  </a:lnTo>
                  <a:lnTo>
                    <a:pt x="253902" y="1195908"/>
                  </a:lnTo>
                  <a:lnTo>
                    <a:pt x="253886" y="1195902"/>
                  </a:lnTo>
                  <a:lnTo>
                    <a:pt x="253871" y="1195898"/>
                  </a:lnTo>
                  <a:lnTo>
                    <a:pt x="253848" y="1195898"/>
                  </a:lnTo>
                  <a:lnTo>
                    <a:pt x="253819" y="1195907"/>
                  </a:lnTo>
                  <a:lnTo>
                    <a:pt x="253789" y="1195922"/>
                  </a:lnTo>
                  <a:lnTo>
                    <a:pt x="253736" y="1195953"/>
                  </a:lnTo>
                  <a:lnTo>
                    <a:pt x="253696" y="1195977"/>
                  </a:lnTo>
                  <a:lnTo>
                    <a:pt x="253674" y="1195987"/>
                  </a:lnTo>
                  <a:lnTo>
                    <a:pt x="253649" y="1195999"/>
                  </a:lnTo>
                  <a:lnTo>
                    <a:pt x="253605" y="1196009"/>
                  </a:lnTo>
                  <a:lnTo>
                    <a:pt x="253538" y="1196023"/>
                  </a:lnTo>
                  <a:lnTo>
                    <a:pt x="253511" y="1196033"/>
                  </a:lnTo>
                  <a:lnTo>
                    <a:pt x="253486" y="1196046"/>
                  </a:lnTo>
                  <a:lnTo>
                    <a:pt x="253461" y="1196070"/>
                  </a:lnTo>
                  <a:lnTo>
                    <a:pt x="253440" y="1196099"/>
                  </a:lnTo>
                  <a:lnTo>
                    <a:pt x="253426" y="1196140"/>
                  </a:lnTo>
                  <a:lnTo>
                    <a:pt x="253411" y="1196170"/>
                  </a:lnTo>
                  <a:lnTo>
                    <a:pt x="253397" y="1196199"/>
                  </a:lnTo>
                  <a:lnTo>
                    <a:pt x="253392" y="1196225"/>
                  </a:lnTo>
                  <a:lnTo>
                    <a:pt x="253391" y="1196247"/>
                  </a:lnTo>
                  <a:lnTo>
                    <a:pt x="253396" y="1196269"/>
                  </a:lnTo>
                  <a:lnTo>
                    <a:pt x="253405" y="1196301"/>
                  </a:lnTo>
                  <a:lnTo>
                    <a:pt x="253414" y="1196326"/>
                  </a:lnTo>
                  <a:lnTo>
                    <a:pt x="253427" y="1196385"/>
                  </a:lnTo>
                  <a:lnTo>
                    <a:pt x="253430" y="1196417"/>
                  </a:lnTo>
                  <a:lnTo>
                    <a:pt x="253425" y="1196457"/>
                  </a:lnTo>
                  <a:lnTo>
                    <a:pt x="253419" y="1196491"/>
                  </a:lnTo>
                  <a:lnTo>
                    <a:pt x="253419" y="1196508"/>
                  </a:lnTo>
                  <a:lnTo>
                    <a:pt x="253432" y="1196534"/>
                  </a:lnTo>
                  <a:lnTo>
                    <a:pt x="253456" y="1196552"/>
                  </a:lnTo>
                  <a:lnTo>
                    <a:pt x="253492" y="1196567"/>
                  </a:lnTo>
                  <a:lnTo>
                    <a:pt x="253534" y="1196596"/>
                  </a:lnTo>
                  <a:lnTo>
                    <a:pt x="253572" y="1196648"/>
                  </a:lnTo>
                  <a:lnTo>
                    <a:pt x="253601" y="1196679"/>
                  </a:lnTo>
                  <a:lnTo>
                    <a:pt x="253621" y="1196707"/>
                  </a:lnTo>
                  <a:lnTo>
                    <a:pt x="253635" y="1196748"/>
                  </a:lnTo>
                  <a:lnTo>
                    <a:pt x="253638" y="1196774"/>
                  </a:lnTo>
                  <a:lnTo>
                    <a:pt x="253639" y="1196798"/>
                  </a:lnTo>
                  <a:lnTo>
                    <a:pt x="253628" y="1196818"/>
                  </a:lnTo>
                  <a:lnTo>
                    <a:pt x="253616" y="1196838"/>
                  </a:lnTo>
                  <a:lnTo>
                    <a:pt x="253607" y="1196870"/>
                  </a:lnTo>
                  <a:lnTo>
                    <a:pt x="253607" y="1196895"/>
                  </a:lnTo>
                  <a:lnTo>
                    <a:pt x="253608" y="1196919"/>
                  </a:lnTo>
                  <a:lnTo>
                    <a:pt x="253607" y="1196942"/>
                  </a:lnTo>
                  <a:lnTo>
                    <a:pt x="253602" y="1196955"/>
                  </a:lnTo>
                  <a:lnTo>
                    <a:pt x="253590" y="1196978"/>
                  </a:lnTo>
                  <a:lnTo>
                    <a:pt x="253576" y="1196991"/>
                  </a:lnTo>
                  <a:lnTo>
                    <a:pt x="253547" y="1197004"/>
                  </a:lnTo>
                  <a:lnTo>
                    <a:pt x="253515" y="1197015"/>
                  </a:lnTo>
                  <a:lnTo>
                    <a:pt x="253459" y="1197029"/>
                  </a:lnTo>
                  <a:lnTo>
                    <a:pt x="253424" y="1197031"/>
                  </a:lnTo>
                  <a:lnTo>
                    <a:pt x="253390" y="1197028"/>
                  </a:lnTo>
                  <a:lnTo>
                    <a:pt x="253361" y="1197020"/>
                  </a:lnTo>
                  <a:lnTo>
                    <a:pt x="253336" y="1197014"/>
                  </a:lnTo>
                  <a:lnTo>
                    <a:pt x="253299" y="1197004"/>
                  </a:lnTo>
                  <a:lnTo>
                    <a:pt x="253266" y="1197001"/>
                  </a:lnTo>
                  <a:lnTo>
                    <a:pt x="253191" y="1196983"/>
                  </a:lnTo>
                  <a:lnTo>
                    <a:pt x="253164" y="1196976"/>
                  </a:lnTo>
                  <a:lnTo>
                    <a:pt x="253123" y="1196964"/>
                  </a:lnTo>
                  <a:lnTo>
                    <a:pt x="253092" y="1196955"/>
                  </a:lnTo>
                  <a:lnTo>
                    <a:pt x="253070" y="1196950"/>
                  </a:lnTo>
                  <a:lnTo>
                    <a:pt x="253037" y="1196943"/>
                  </a:lnTo>
                  <a:lnTo>
                    <a:pt x="252991" y="1196935"/>
                  </a:lnTo>
                  <a:lnTo>
                    <a:pt x="252960" y="1196939"/>
                  </a:lnTo>
                  <a:lnTo>
                    <a:pt x="252937" y="1196946"/>
                  </a:lnTo>
                  <a:lnTo>
                    <a:pt x="252889" y="1196961"/>
                  </a:lnTo>
                  <a:lnTo>
                    <a:pt x="252852" y="1196980"/>
                  </a:lnTo>
                  <a:lnTo>
                    <a:pt x="252822" y="1196996"/>
                  </a:lnTo>
                  <a:lnTo>
                    <a:pt x="252795" y="1197015"/>
                  </a:lnTo>
                  <a:lnTo>
                    <a:pt x="252767" y="1197036"/>
                  </a:lnTo>
                  <a:lnTo>
                    <a:pt x="252747" y="1197047"/>
                  </a:lnTo>
                  <a:lnTo>
                    <a:pt x="252706" y="1197051"/>
                  </a:lnTo>
                  <a:lnTo>
                    <a:pt x="252666" y="1197050"/>
                  </a:lnTo>
                  <a:lnTo>
                    <a:pt x="252623" y="1197047"/>
                  </a:lnTo>
                  <a:lnTo>
                    <a:pt x="252590" y="1197044"/>
                  </a:lnTo>
                  <a:lnTo>
                    <a:pt x="252507" y="1197029"/>
                  </a:lnTo>
                  <a:lnTo>
                    <a:pt x="252451" y="1197021"/>
                  </a:lnTo>
                  <a:lnTo>
                    <a:pt x="252423" y="1197013"/>
                  </a:lnTo>
                  <a:lnTo>
                    <a:pt x="252391" y="1197002"/>
                  </a:lnTo>
                  <a:lnTo>
                    <a:pt x="252333" y="1196986"/>
                  </a:lnTo>
                  <a:lnTo>
                    <a:pt x="252307" y="1196978"/>
                  </a:lnTo>
                  <a:lnTo>
                    <a:pt x="252263" y="1196965"/>
                  </a:lnTo>
                  <a:lnTo>
                    <a:pt x="252225" y="1196951"/>
                  </a:lnTo>
                  <a:lnTo>
                    <a:pt x="252172" y="1196938"/>
                  </a:lnTo>
                  <a:lnTo>
                    <a:pt x="252141" y="1196929"/>
                  </a:lnTo>
                  <a:lnTo>
                    <a:pt x="252102" y="1196913"/>
                  </a:lnTo>
                  <a:lnTo>
                    <a:pt x="252075" y="1196903"/>
                  </a:lnTo>
                  <a:lnTo>
                    <a:pt x="252045" y="1196889"/>
                  </a:lnTo>
                  <a:lnTo>
                    <a:pt x="252012" y="1196875"/>
                  </a:lnTo>
                  <a:lnTo>
                    <a:pt x="251981" y="1196862"/>
                  </a:lnTo>
                  <a:lnTo>
                    <a:pt x="251932" y="1196838"/>
                  </a:lnTo>
                  <a:lnTo>
                    <a:pt x="251893" y="1196821"/>
                  </a:lnTo>
                  <a:lnTo>
                    <a:pt x="251868" y="1196809"/>
                  </a:lnTo>
                  <a:lnTo>
                    <a:pt x="251832" y="1196796"/>
                  </a:lnTo>
                  <a:lnTo>
                    <a:pt x="251789" y="1196779"/>
                  </a:lnTo>
                  <a:lnTo>
                    <a:pt x="251770" y="1196776"/>
                  </a:lnTo>
                  <a:lnTo>
                    <a:pt x="251748" y="1196772"/>
                  </a:lnTo>
                  <a:lnTo>
                    <a:pt x="251743" y="1196767"/>
                  </a:lnTo>
                  <a:lnTo>
                    <a:pt x="251731" y="1196748"/>
                  </a:lnTo>
                  <a:lnTo>
                    <a:pt x="251716" y="1196723"/>
                  </a:lnTo>
                  <a:lnTo>
                    <a:pt x="251695" y="1196694"/>
                  </a:lnTo>
                  <a:lnTo>
                    <a:pt x="251676" y="1196673"/>
                  </a:lnTo>
                  <a:lnTo>
                    <a:pt x="251665" y="1196655"/>
                  </a:lnTo>
                  <a:lnTo>
                    <a:pt x="251659" y="1196624"/>
                  </a:lnTo>
                  <a:lnTo>
                    <a:pt x="251661" y="1196583"/>
                  </a:lnTo>
                  <a:lnTo>
                    <a:pt x="251655" y="1196550"/>
                  </a:lnTo>
                  <a:lnTo>
                    <a:pt x="251641" y="1196518"/>
                  </a:lnTo>
                  <a:lnTo>
                    <a:pt x="251639" y="1196490"/>
                  </a:lnTo>
                  <a:lnTo>
                    <a:pt x="251640" y="1196467"/>
                  </a:lnTo>
                  <a:lnTo>
                    <a:pt x="251638" y="1196443"/>
                  </a:lnTo>
                  <a:lnTo>
                    <a:pt x="251621" y="1196426"/>
                  </a:lnTo>
                  <a:lnTo>
                    <a:pt x="251584" y="1196389"/>
                  </a:lnTo>
                  <a:lnTo>
                    <a:pt x="251561" y="1196374"/>
                  </a:lnTo>
                  <a:lnTo>
                    <a:pt x="251528" y="1196354"/>
                  </a:lnTo>
                  <a:lnTo>
                    <a:pt x="251499" y="1196341"/>
                  </a:lnTo>
                  <a:lnTo>
                    <a:pt x="251477" y="1196338"/>
                  </a:lnTo>
                  <a:lnTo>
                    <a:pt x="251453" y="1196338"/>
                  </a:lnTo>
                  <a:lnTo>
                    <a:pt x="251415" y="1196341"/>
                  </a:lnTo>
                  <a:lnTo>
                    <a:pt x="251368" y="1196351"/>
                  </a:lnTo>
                  <a:lnTo>
                    <a:pt x="251321" y="1196366"/>
                  </a:lnTo>
                  <a:lnTo>
                    <a:pt x="251279" y="1196379"/>
                  </a:lnTo>
                  <a:lnTo>
                    <a:pt x="251238" y="1196393"/>
                  </a:lnTo>
                  <a:lnTo>
                    <a:pt x="251205" y="1196406"/>
                  </a:lnTo>
                  <a:lnTo>
                    <a:pt x="251152" y="1196413"/>
                  </a:lnTo>
                  <a:lnTo>
                    <a:pt x="251087" y="1196412"/>
                  </a:lnTo>
                  <a:lnTo>
                    <a:pt x="251004" y="1196407"/>
                  </a:lnTo>
                  <a:lnTo>
                    <a:pt x="250983" y="1196403"/>
                  </a:lnTo>
                  <a:lnTo>
                    <a:pt x="250965" y="1196399"/>
                  </a:lnTo>
                  <a:lnTo>
                    <a:pt x="250946" y="1196400"/>
                  </a:lnTo>
                  <a:lnTo>
                    <a:pt x="250909" y="1196415"/>
                  </a:lnTo>
                  <a:lnTo>
                    <a:pt x="250878" y="1196428"/>
                  </a:lnTo>
                  <a:lnTo>
                    <a:pt x="250840" y="1196444"/>
                  </a:lnTo>
                  <a:lnTo>
                    <a:pt x="250791" y="1196468"/>
                  </a:lnTo>
                  <a:lnTo>
                    <a:pt x="250734" y="1196489"/>
                  </a:lnTo>
                  <a:lnTo>
                    <a:pt x="250698" y="1196499"/>
                  </a:lnTo>
                  <a:lnTo>
                    <a:pt x="250669" y="1196503"/>
                  </a:lnTo>
                  <a:lnTo>
                    <a:pt x="250617" y="1196503"/>
                  </a:lnTo>
                  <a:lnTo>
                    <a:pt x="250584" y="1196500"/>
                  </a:lnTo>
                  <a:lnTo>
                    <a:pt x="250571" y="1196496"/>
                  </a:lnTo>
                  <a:lnTo>
                    <a:pt x="250557" y="1196489"/>
                  </a:lnTo>
                  <a:lnTo>
                    <a:pt x="250545" y="1196476"/>
                  </a:lnTo>
                  <a:lnTo>
                    <a:pt x="250539" y="1196462"/>
                  </a:lnTo>
                  <a:lnTo>
                    <a:pt x="250516" y="1196420"/>
                  </a:lnTo>
                  <a:lnTo>
                    <a:pt x="250496" y="1196394"/>
                  </a:lnTo>
                  <a:lnTo>
                    <a:pt x="250474" y="1196366"/>
                  </a:lnTo>
                  <a:lnTo>
                    <a:pt x="250447" y="1196342"/>
                  </a:lnTo>
                  <a:lnTo>
                    <a:pt x="250419" y="1196331"/>
                  </a:lnTo>
                  <a:lnTo>
                    <a:pt x="250388" y="1196321"/>
                  </a:lnTo>
                  <a:lnTo>
                    <a:pt x="250359" y="1196310"/>
                  </a:lnTo>
                  <a:lnTo>
                    <a:pt x="250334" y="1196298"/>
                  </a:lnTo>
                  <a:lnTo>
                    <a:pt x="250296" y="1196291"/>
                  </a:lnTo>
                  <a:lnTo>
                    <a:pt x="250272" y="1196287"/>
                  </a:lnTo>
                  <a:lnTo>
                    <a:pt x="250253" y="1196280"/>
                  </a:lnTo>
                  <a:lnTo>
                    <a:pt x="250233" y="1196270"/>
                  </a:lnTo>
                  <a:lnTo>
                    <a:pt x="250212" y="1196252"/>
                  </a:lnTo>
                  <a:lnTo>
                    <a:pt x="250188" y="1196230"/>
                  </a:lnTo>
                  <a:lnTo>
                    <a:pt x="250163" y="1196216"/>
                  </a:lnTo>
                  <a:lnTo>
                    <a:pt x="250125" y="1196202"/>
                  </a:lnTo>
                  <a:lnTo>
                    <a:pt x="250097" y="1196189"/>
                  </a:lnTo>
                  <a:lnTo>
                    <a:pt x="250069" y="1196182"/>
                  </a:lnTo>
                  <a:lnTo>
                    <a:pt x="250001" y="1196140"/>
                  </a:lnTo>
                  <a:lnTo>
                    <a:pt x="249948" y="1196096"/>
                  </a:lnTo>
                  <a:lnTo>
                    <a:pt x="249919" y="1196069"/>
                  </a:lnTo>
                  <a:lnTo>
                    <a:pt x="249907" y="1196051"/>
                  </a:lnTo>
                  <a:lnTo>
                    <a:pt x="249904" y="1196035"/>
                  </a:lnTo>
                  <a:lnTo>
                    <a:pt x="249908" y="1196006"/>
                  </a:lnTo>
                  <a:lnTo>
                    <a:pt x="249923" y="1195966"/>
                  </a:lnTo>
                  <a:lnTo>
                    <a:pt x="249940" y="1195926"/>
                  </a:lnTo>
                  <a:lnTo>
                    <a:pt x="249956" y="1195872"/>
                  </a:lnTo>
                  <a:lnTo>
                    <a:pt x="249963" y="1195842"/>
                  </a:lnTo>
                  <a:lnTo>
                    <a:pt x="249959" y="1195798"/>
                  </a:lnTo>
                  <a:lnTo>
                    <a:pt x="249951" y="1195769"/>
                  </a:lnTo>
                  <a:lnTo>
                    <a:pt x="249917" y="1195687"/>
                  </a:lnTo>
                  <a:lnTo>
                    <a:pt x="249880" y="1195632"/>
                  </a:lnTo>
                  <a:lnTo>
                    <a:pt x="249839" y="1195591"/>
                  </a:lnTo>
                  <a:lnTo>
                    <a:pt x="249800" y="1195558"/>
                  </a:lnTo>
                  <a:lnTo>
                    <a:pt x="249767" y="1195528"/>
                  </a:lnTo>
                  <a:lnTo>
                    <a:pt x="249723" y="1195509"/>
                  </a:lnTo>
                  <a:lnTo>
                    <a:pt x="249696" y="1195506"/>
                  </a:lnTo>
                  <a:lnTo>
                    <a:pt x="249622" y="1195478"/>
                  </a:lnTo>
                  <a:lnTo>
                    <a:pt x="249577" y="1195467"/>
                  </a:lnTo>
                  <a:lnTo>
                    <a:pt x="249542" y="1195444"/>
                  </a:lnTo>
                  <a:lnTo>
                    <a:pt x="249516" y="1195428"/>
                  </a:lnTo>
                  <a:lnTo>
                    <a:pt x="249491" y="1195398"/>
                  </a:lnTo>
                  <a:lnTo>
                    <a:pt x="249468" y="1195369"/>
                  </a:lnTo>
                  <a:lnTo>
                    <a:pt x="249454" y="1195336"/>
                  </a:lnTo>
                  <a:lnTo>
                    <a:pt x="249445" y="1195308"/>
                  </a:lnTo>
                  <a:lnTo>
                    <a:pt x="249445" y="1195259"/>
                  </a:lnTo>
                  <a:lnTo>
                    <a:pt x="249434" y="1195184"/>
                  </a:lnTo>
                  <a:lnTo>
                    <a:pt x="249438" y="1195169"/>
                  </a:lnTo>
                  <a:lnTo>
                    <a:pt x="249456" y="1195156"/>
                  </a:lnTo>
                  <a:lnTo>
                    <a:pt x="249479" y="1195144"/>
                  </a:lnTo>
                  <a:lnTo>
                    <a:pt x="249506" y="1195134"/>
                  </a:lnTo>
                  <a:lnTo>
                    <a:pt x="249521" y="1195134"/>
                  </a:lnTo>
                  <a:lnTo>
                    <a:pt x="249597" y="1195116"/>
                  </a:lnTo>
                  <a:lnTo>
                    <a:pt x="249636" y="1195100"/>
                  </a:lnTo>
                  <a:lnTo>
                    <a:pt x="249668" y="1195065"/>
                  </a:lnTo>
                  <a:lnTo>
                    <a:pt x="249698" y="1195029"/>
                  </a:lnTo>
                  <a:lnTo>
                    <a:pt x="249717" y="1194996"/>
                  </a:lnTo>
                  <a:lnTo>
                    <a:pt x="249724" y="1194978"/>
                  </a:lnTo>
                  <a:lnTo>
                    <a:pt x="249725" y="1194966"/>
                  </a:lnTo>
                  <a:lnTo>
                    <a:pt x="249722" y="1194959"/>
                  </a:lnTo>
                  <a:lnTo>
                    <a:pt x="249717" y="1194949"/>
                  </a:lnTo>
                  <a:lnTo>
                    <a:pt x="249707" y="1194939"/>
                  </a:lnTo>
                  <a:lnTo>
                    <a:pt x="249692" y="1194926"/>
                  </a:lnTo>
                  <a:lnTo>
                    <a:pt x="249684" y="1194922"/>
                  </a:lnTo>
                  <a:lnTo>
                    <a:pt x="249675" y="1194918"/>
                  </a:lnTo>
                  <a:lnTo>
                    <a:pt x="249663" y="1194905"/>
                  </a:lnTo>
                  <a:lnTo>
                    <a:pt x="249651" y="1194893"/>
                  </a:lnTo>
                  <a:lnTo>
                    <a:pt x="249633" y="1194866"/>
                  </a:lnTo>
                  <a:lnTo>
                    <a:pt x="249615" y="1194840"/>
                  </a:lnTo>
                  <a:lnTo>
                    <a:pt x="249607" y="1194826"/>
                  </a:lnTo>
                  <a:lnTo>
                    <a:pt x="249594" y="1194808"/>
                  </a:lnTo>
                  <a:lnTo>
                    <a:pt x="249579" y="1194795"/>
                  </a:lnTo>
                  <a:lnTo>
                    <a:pt x="249557" y="1194776"/>
                  </a:lnTo>
                  <a:lnTo>
                    <a:pt x="249540" y="1194759"/>
                  </a:lnTo>
                  <a:lnTo>
                    <a:pt x="249522" y="1194741"/>
                  </a:lnTo>
                  <a:lnTo>
                    <a:pt x="249507" y="1194729"/>
                  </a:lnTo>
                  <a:lnTo>
                    <a:pt x="249495" y="1194722"/>
                  </a:lnTo>
                  <a:lnTo>
                    <a:pt x="249476" y="1194713"/>
                  </a:lnTo>
                  <a:lnTo>
                    <a:pt x="249448" y="1194695"/>
                  </a:lnTo>
                  <a:lnTo>
                    <a:pt x="249425" y="1194684"/>
                  </a:lnTo>
                  <a:lnTo>
                    <a:pt x="249411" y="1194677"/>
                  </a:lnTo>
                  <a:lnTo>
                    <a:pt x="249400" y="1194668"/>
                  </a:lnTo>
                  <a:lnTo>
                    <a:pt x="249380" y="1194662"/>
                  </a:lnTo>
                  <a:lnTo>
                    <a:pt x="249375" y="1194660"/>
                  </a:lnTo>
                  <a:lnTo>
                    <a:pt x="249331" y="1194632"/>
                  </a:lnTo>
                  <a:lnTo>
                    <a:pt x="249304" y="1194609"/>
                  </a:lnTo>
                  <a:lnTo>
                    <a:pt x="249276" y="1194589"/>
                  </a:lnTo>
                  <a:lnTo>
                    <a:pt x="249241" y="1194563"/>
                  </a:lnTo>
                  <a:lnTo>
                    <a:pt x="249213" y="1194538"/>
                  </a:lnTo>
                  <a:lnTo>
                    <a:pt x="249201" y="1194521"/>
                  </a:lnTo>
                  <a:lnTo>
                    <a:pt x="249200" y="1194506"/>
                  </a:lnTo>
                  <a:lnTo>
                    <a:pt x="249207" y="1194482"/>
                  </a:lnTo>
                  <a:lnTo>
                    <a:pt x="249221" y="1194444"/>
                  </a:lnTo>
                  <a:lnTo>
                    <a:pt x="249236" y="1194406"/>
                  </a:lnTo>
                  <a:lnTo>
                    <a:pt x="249252" y="1194383"/>
                  </a:lnTo>
                  <a:lnTo>
                    <a:pt x="249275" y="1194354"/>
                  </a:lnTo>
                  <a:lnTo>
                    <a:pt x="249294" y="1194333"/>
                  </a:lnTo>
                  <a:lnTo>
                    <a:pt x="249312" y="1194323"/>
                  </a:lnTo>
                  <a:lnTo>
                    <a:pt x="249336" y="1194316"/>
                  </a:lnTo>
                  <a:lnTo>
                    <a:pt x="249363" y="1194305"/>
                  </a:lnTo>
                  <a:lnTo>
                    <a:pt x="249393" y="1194288"/>
                  </a:lnTo>
                  <a:lnTo>
                    <a:pt x="249411" y="1194271"/>
                  </a:lnTo>
                  <a:lnTo>
                    <a:pt x="249431" y="1194252"/>
                  </a:lnTo>
                  <a:lnTo>
                    <a:pt x="249456" y="1194215"/>
                  </a:lnTo>
                  <a:lnTo>
                    <a:pt x="249468" y="1194197"/>
                  </a:lnTo>
                  <a:lnTo>
                    <a:pt x="249482" y="1194163"/>
                  </a:lnTo>
                  <a:lnTo>
                    <a:pt x="249493" y="1194134"/>
                  </a:lnTo>
                  <a:lnTo>
                    <a:pt x="249497" y="1194102"/>
                  </a:lnTo>
                  <a:lnTo>
                    <a:pt x="249489" y="1194077"/>
                  </a:lnTo>
                  <a:lnTo>
                    <a:pt x="249471" y="1194050"/>
                  </a:lnTo>
                  <a:lnTo>
                    <a:pt x="249455" y="1194026"/>
                  </a:lnTo>
                  <a:lnTo>
                    <a:pt x="249445" y="1194012"/>
                  </a:lnTo>
                  <a:lnTo>
                    <a:pt x="249431" y="1193991"/>
                  </a:lnTo>
                  <a:lnTo>
                    <a:pt x="249428" y="1193978"/>
                  </a:lnTo>
                  <a:lnTo>
                    <a:pt x="249422" y="1193970"/>
                  </a:lnTo>
                  <a:lnTo>
                    <a:pt x="249415" y="1193968"/>
                  </a:lnTo>
                  <a:lnTo>
                    <a:pt x="249396" y="1193964"/>
                  </a:lnTo>
                  <a:lnTo>
                    <a:pt x="249383" y="1193961"/>
                  </a:lnTo>
                  <a:lnTo>
                    <a:pt x="249356" y="1193944"/>
                  </a:lnTo>
                  <a:lnTo>
                    <a:pt x="249331" y="1193926"/>
                  </a:lnTo>
                  <a:lnTo>
                    <a:pt x="249306" y="1193911"/>
                  </a:lnTo>
                  <a:lnTo>
                    <a:pt x="249279" y="1193890"/>
                  </a:lnTo>
                  <a:lnTo>
                    <a:pt x="249257" y="1193864"/>
                  </a:lnTo>
                  <a:lnTo>
                    <a:pt x="249213" y="1193824"/>
                  </a:lnTo>
                  <a:lnTo>
                    <a:pt x="249197" y="1193812"/>
                  </a:lnTo>
                  <a:lnTo>
                    <a:pt x="249179" y="1193792"/>
                  </a:lnTo>
                  <a:lnTo>
                    <a:pt x="249164" y="1193760"/>
                  </a:lnTo>
                  <a:lnTo>
                    <a:pt x="249145" y="1193733"/>
                  </a:lnTo>
                  <a:lnTo>
                    <a:pt x="249126" y="1193715"/>
                  </a:lnTo>
                  <a:lnTo>
                    <a:pt x="249100" y="1193703"/>
                  </a:lnTo>
                  <a:lnTo>
                    <a:pt x="249045" y="1193690"/>
                  </a:lnTo>
                  <a:lnTo>
                    <a:pt x="249008" y="1193673"/>
                  </a:lnTo>
                  <a:lnTo>
                    <a:pt x="248969" y="1193658"/>
                  </a:lnTo>
                  <a:lnTo>
                    <a:pt x="248933" y="1193642"/>
                  </a:lnTo>
                  <a:lnTo>
                    <a:pt x="248900" y="1193632"/>
                  </a:lnTo>
                  <a:lnTo>
                    <a:pt x="248854" y="1193615"/>
                  </a:lnTo>
                  <a:lnTo>
                    <a:pt x="248835" y="1193605"/>
                  </a:lnTo>
                  <a:lnTo>
                    <a:pt x="248829" y="1193578"/>
                  </a:lnTo>
                  <a:lnTo>
                    <a:pt x="248823" y="1193543"/>
                  </a:lnTo>
                  <a:lnTo>
                    <a:pt x="248814" y="1193515"/>
                  </a:lnTo>
                  <a:lnTo>
                    <a:pt x="248783" y="1193469"/>
                  </a:lnTo>
                  <a:lnTo>
                    <a:pt x="248769" y="1193441"/>
                  </a:lnTo>
                  <a:lnTo>
                    <a:pt x="248746" y="1193420"/>
                  </a:lnTo>
                  <a:lnTo>
                    <a:pt x="248729" y="1193407"/>
                  </a:lnTo>
                  <a:lnTo>
                    <a:pt x="248692" y="1193385"/>
                  </a:lnTo>
                  <a:lnTo>
                    <a:pt x="248658" y="1193366"/>
                  </a:lnTo>
                  <a:lnTo>
                    <a:pt x="248641" y="1193350"/>
                  </a:lnTo>
                  <a:lnTo>
                    <a:pt x="248617" y="1193315"/>
                  </a:lnTo>
                  <a:lnTo>
                    <a:pt x="248602" y="1193280"/>
                  </a:lnTo>
                  <a:lnTo>
                    <a:pt x="248581" y="1193242"/>
                  </a:lnTo>
                  <a:lnTo>
                    <a:pt x="248565" y="1193202"/>
                  </a:lnTo>
                  <a:lnTo>
                    <a:pt x="248562" y="1193189"/>
                  </a:lnTo>
                  <a:lnTo>
                    <a:pt x="248559" y="1193178"/>
                  </a:lnTo>
                  <a:lnTo>
                    <a:pt x="248555" y="1193137"/>
                  </a:lnTo>
                  <a:lnTo>
                    <a:pt x="248556" y="1193087"/>
                  </a:lnTo>
                  <a:lnTo>
                    <a:pt x="248558" y="1193066"/>
                  </a:lnTo>
                  <a:lnTo>
                    <a:pt x="248562" y="1193057"/>
                  </a:lnTo>
                  <a:lnTo>
                    <a:pt x="248573" y="1193029"/>
                  </a:lnTo>
                  <a:lnTo>
                    <a:pt x="248596" y="1193001"/>
                  </a:lnTo>
                  <a:lnTo>
                    <a:pt x="248603" y="1192994"/>
                  </a:lnTo>
                  <a:lnTo>
                    <a:pt x="248617" y="1192986"/>
                  </a:lnTo>
                  <a:lnTo>
                    <a:pt x="248627" y="1192979"/>
                  </a:lnTo>
                  <a:lnTo>
                    <a:pt x="248638" y="1192975"/>
                  </a:lnTo>
                  <a:lnTo>
                    <a:pt x="248650" y="1192974"/>
                  </a:lnTo>
                  <a:lnTo>
                    <a:pt x="248662" y="1192973"/>
                  </a:lnTo>
                  <a:lnTo>
                    <a:pt x="248674" y="1192971"/>
                  </a:lnTo>
                  <a:lnTo>
                    <a:pt x="248686" y="1192969"/>
                  </a:lnTo>
                  <a:lnTo>
                    <a:pt x="248697" y="1192965"/>
                  </a:lnTo>
                  <a:lnTo>
                    <a:pt x="248709" y="1192962"/>
                  </a:lnTo>
                  <a:lnTo>
                    <a:pt x="248720" y="1192958"/>
                  </a:lnTo>
                  <a:lnTo>
                    <a:pt x="248731" y="1192954"/>
                  </a:lnTo>
                  <a:lnTo>
                    <a:pt x="248742" y="1192949"/>
                  </a:lnTo>
                  <a:lnTo>
                    <a:pt x="248753" y="1192945"/>
                  </a:lnTo>
                  <a:lnTo>
                    <a:pt x="248764" y="1192940"/>
                  </a:lnTo>
                  <a:lnTo>
                    <a:pt x="248776" y="1192936"/>
                  </a:lnTo>
                  <a:lnTo>
                    <a:pt x="248787" y="1192932"/>
                  </a:lnTo>
                  <a:lnTo>
                    <a:pt x="248798" y="1192928"/>
                  </a:lnTo>
                  <a:lnTo>
                    <a:pt x="248809" y="1192923"/>
                  </a:lnTo>
                  <a:lnTo>
                    <a:pt x="248819" y="1192917"/>
                  </a:lnTo>
                  <a:lnTo>
                    <a:pt x="248829" y="1192910"/>
                  </a:lnTo>
                  <a:lnTo>
                    <a:pt x="248837" y="1192901"/>
                  </a:lnTo>
                  <a:lnTo>
                    <a:pt x="248845" y="1192893"/>
                  </a:lnTo>
                  <a:lnTo>
                    <a:pt x="248854" y="1192884"/>
                  </a:lnTo>
                  <a:lnTo>
                    <a:pt x="248862" y="1192876"/>
                  </a:lnTo>
                  <a:lnTo>
                    <a:pt x="248870" y="1192868"/>
                  </a:lnTo>
                  <a:lnTo>
                    <a:pt x="248878" y="1192859"/>
                  </a:lnTo>
                  <a:lnTo>
                    <a:pt x="248886" y="1192849"/>
                  </a:lnTo>
                  <a:lnTo>
                    <a:pt x="248892" y="1192840"/>
                  </a:lnTo>
                  <a:lnTo>
                    <a:pt x="248899" y="1192830"/>
                  </a:lnTo>
                  <a:lnTo>
                    <a:pt x="248905" y="1192820"/>
                  </a:lnTo>
                  <a:lnTo>
                    <a:pt x="248911" y="1192810"/>
                  </a:lnTo>
                  <a:lnTo>
                    <a:pt x="248915" y="1192799"/>
                  </a:lnTo>
                  <a:lnTo>
                    <a:pt x="248918" y="1192788"/>
                  </a:lnTo>
                  <a:lnTo>
                    <a:pt x="248921" y="1192776"/>
                  </a:lnTo>
                  <a:lnTo>
                    <a:pt x="248924" y="1192765"/>
                  </a:lnTo>
                  <a:lnTo>
                    <a:pt x="248927" y="1192753"/>
                  </a:lnTo>
                  <a:lnTo>
                    <a:pt x="248929" y="1192742"/>
                  </a:lnTo>
                  <a:lnTo>
                    <a:pt x="248930" y="1192730"/>
                  </a:lnTo>
                  <a:lnTo>
                    <a:pt x="248931" y="1192719"/>
                  </a:lnTo>
                  <a:lnTo>
                    <a:pt x="248931" y="1192707"/>
                  </a:lnTo>
                  <a:lnTo>
                    <a:pt x="248932" y="1192695"/>
                  </a:lnTo>
                  <a:lnTo>
                    <a:pt x="248932" y="1192683"/>
                  </a:lnTo>
                  <a:lnTo>
                    <a:pt x="248933" y="1192672"/>
                  </a:lnTo>
                  <a:lnTo>
                    <a:pt x="248932" y="1192660"/>
                  </a:lnTo>
                  <a:lnTo>
                    <a:pt x="248931" y="1192648"/>
                  </a:lnTo>
                  <a:lnTo>
                    <a:pt x="248928" y="1192637"/>
                  </a:lnTo>
                  <a:lnTo>
                    <a:pt x="248924" y="1192626"/>
                  </a:lnTo>
                  <a:lnTo>
                    <a:pt x="248921" y="1192615"/>
                  </a:lnTo>
                  <a:lnTo>
                    <a:pt x="248918" y="1192603"/>
                  </a:lnTo>
                  <a:lnTo>
                    <a:pt x="248914" y="1192592"/>
                  </a:lnTo>
                  <a:lnTo>
                    <a:pt x="248909" y="1192581"/>
                  </a:lnTo>
                  <a:lnTo>
                    <a:pt x="248904" y="1192571"/>
                  </a:lnTo>
                  <a:lnTo>
                    <a:pt x="248898" y="1192561"/>
                  </a:lnTo>
                  <a:lnTo>
                    <a:pt x="248891" y="1192551"/>
                  </a:lnTo>
                  <a:lnTo>
                    <a:pt x="248882" y="1192543"/>
                  </a:lnTo>
                  <a:lnTo>
                    <a:pt x="248873" y="1192536"/>
                  </a:lnTo>
                  <a:lnTo>
                    <a:pt x="248863" y="1192530"/>
                  </a:lnTo>
                  <a:lnTo>
                    <a:pt x="248853" y="1192523"/>
                  </a:lnTo>
                  <a:lnTo>
                    <a:pt x="248843" y="1192517"/>
                  </a:lnTo>
                  <a:lnTo>
                    <a:pt x="248834" y="1192509"/>
                  </a:lnTo>
                  <a:lnTo>
                    <a:pt x="248825" y="1192500"/>
                  </a:lnTo>
                  <a:lnTo>
                    <a:pt x="248816" y="1192493"/>
                  </a:lnTo>
                  <a:lnTo>
                    <a:pt x="248806" y="1192486"/>
                  </a:lnTo>
                  <a:lnTo>
                    <a:pt x="248797" y="1192479"/>
                  </a:lnTo>
                  <a:lnTo>
                    <a:pt x="248788" y="1192471"/>
                  </a:lnTo>
                  <a:lnTo>
                    <a:pt x="248781" y="1192462"/>
                  </a:lnTo>
                  <a:lnTo>
                    <a:pt x="248774" y="1192452"/>
                  </a:lnTo>
                  <a:lnTo>
                    <a:pt x="248768" y="1192442"/>
                  </a:lnTo>
                  <a:lnTo>
                    <a:pt x="248763" y="1192431"/>
                  </a:lnTo>
                  <a:lnTo>
                    <a:pt x="248761" y="1192420"/>
                  </a:lnTo>
                  <a:lnTo>
                    <a:pt x="248760" y="1192408"/>
                  </a:lnTo>
                  <a:lnTo>
                    <a:pt x="248758" y="1192396"/>
                  </a:lnTo>
                  <a:lnTo>
                    <a:pt x="248758" y="1192385"/>
                  </a:lnTo>
                  <a:lnTo>
                    <a:pt x="248760" y="1192373"/>
                  </a:lnTo>
                  <a:lnTo>
                    <a:pt x="248761" y="1192362"/>
                  </a:lnTo>
                  <a:lnTo>
                    <a:pt x="248763" y="1192350"/>
                  </a:lnTo>
                  <a:lnTo>
                    <a:pt x="248763" y="1192338"/>
                  </a:lnTo>
                  <a:lnTo>
                    <a:pt x="248763" y="1192326"/>
                  </a:lnTo>
                  <a:lnTo>
                    <a:pt x="248763" y="1192315"/>
                  </a:lnTo>
                  <a:lnTo>
                    <a:pt x="248763" y="1192303"/>
                  </a:lnTo>
                  <a:lnTo>
                    <a:pt x="248762" y="1192291"/>
                  </a:lnTo>
                  <a:lnTo>
                    <a:pt x="248761" y="1192280"/>
                  </a:lnTo>
                  <a:lnTo>
                    <a:pt x="248760" y="1192268"/>
                  </a:lnTo>
                  <a:lnTo>
                    <a:pt x="248759" y="1192256"/>
                  </a:lnTo>
                  <a:lnTo>
                    <a:pt x="248758" y="1192245"/>
                  </a:lnTo>
                  <a:lnTo>
                    <a:pt x="248756" y="1192233"/>
                  </a:lnTo>
                  <a:lnTo>
                    <a:pt x="248753" y="1192222"/>
                  </a:lnTo>
                  <a:lnTo>
                    <a:pt x="248747" y="1192212"/>
                  </a:lnTo>
                  <a:lnTo>
                    <a:pt x="248739" y="1192203"/>
                  </a:lnTo>
                  <a:lnTo>
                    <a:pt x="248733" y="1192193"/>
                  </a:lnTo>
                  <a:lnTo>
                    <a:pt x="248726" y="1192183"/>
                  </a:lnTo>
                  <a:lnTo>
                    <a:pt x="248718" y="1192175"/>
                  </a:lnTo>
                  <a:lnTo>
                    <a:pt x="248709" y="1192167"/>
                  </a:lnTo>
                  <a:lnTo>
                    <a:pt x="248702" y="1192156"/>
                  </a:lnTo>
                  <a:lnTo>
                    <a:pt x="248704" y="1192145"/>
                  </a:lnTo>
                  <a:lnTo>
                    <a:pt x="248714" y="1192138"/>
                  </a:lnTo>
                  <a:lnTo>
                    <a:pt x="248722" y="1192130"/>
                  </a:lnTo>
                  <a:lnTo>
                    <a:pt x="248729" y="1192120"/>
                  </a:lnTo>
                  <a:lnTo>
                    <a:pt x="248735" y="1192110"/>
                  </a:lnTo>
                  <a:lnTo>
                    <a:pt x="248738" y="1192098"/>
                  </a:lnTo>
                  <a:lnTo>
                    <a:pt x="248742" y="1192088"/>
                  </a:lnTo>
                  <a:lnTo>
                    <a:pt x="248747" y="1192077"/>
                  </a:lnTo>
                  <a:lnTo>
                    <a:pt x="248752" y="1192066"/>
                  </a:lnTo>
                  <a:lnTo>
                    <a:pt x="248757" y="1192055"/>
                  </a:lnTo>
                  <a:lnTo>
                    <a:pt x="248764" y="1192045"/>
                  </a:lnTo>
                  <a:lnTo>
                    <a:pt x="248772" y="1192037"/>
                  </a:lnTo>
                  <a:lnTo>
                    <a:pt x="248781" y="1192030"/>
                  </a:lnTo>
                  <a:lnTo>
                    <a:pt x="248790" y="1192022"/>
                  </a:lnTo>
                  <a:lnTo>
                    <a:pt x="248798" y="1192013"/>
                  </a:lnTo>
                  <a:lnTo>
                    <a:pt x="248804" y="1192003"/>
                  </a:lnTo>
                  <a:lnTo>
                    <a:pt x="248810" y="1191993"/>
                  </a:lnTo>
                  <a:lnTo>
                    <a:pt x="248816" y="1191983"/>
                  </a:lnTo>
                  <a:lnTo>
                    <a:pt x="248822" y="1191972"/>
                  </a:lnTo>
                  <a:lnTo>
                    <a:pt x="248829" y="1191963"/>
                  </a:lnTo>
                  <a:lnTo>
                    <a:pt x="248836" y="1191953"/>
                  </a:lnTo>
                  <a:lnTo>
                    <a:pt x="248843" y="1191944"/>
                  </a:lnTo>
                  <a:lnTo>
                    <a:pt x="248849" y="1191934"/>
                  </a:lnTo>
                  <a:lnTo>
                    <a:pt x="248855" y="1191923"/>
                  </a:lnTo>
                  <a:lnTo>
                    <a:pt x="248859" y="1191912"/>
                  </a:lnTo>
                  <a:lnTo>
                    <a:pt x="248862" y="1191901"/>
                  </a:lnTo>
                  <a:lnTo>
                    <a:pt x="248865" y="1191890"/>
                  </a:lnTo>
                  <a:lnTo>
                    <a:pt x="248866" y="1191878"/>
                  </a:lnTo>
                  <a:lnTo>
                    <a:pt x="248868" y="1191866"/>
                  </a:lnTo>
                  <a:lnTo>
                    <a:pt x="248870" y="1191855"/>
                  </a:lnTo>
                  <a:lnTo>
                    <a:pt x="248872" y="1191843"/>
                  </a:lnTo>
                  <a:lnTo>
                    <a:pt x="248873" y="1191832"/>
                  </a:lnTo>
                  <a:lnTo>
                    <a:pt x="248874" y="1191820"/>
                  </a:lnTo>
                  <a:lnTo>
                    <a:pt x="248877" y="1191808"/>
                  </a:lnTo>
                  <a:lnTo>
                    <a:pt x="248881" y="1191798"/>
                  </a:lnTo>
                  <a:lnTo>
                    <a:pt x="248889" y="1191788"/>
                  </a:lnTo>
                  <a:lnTo>
                    <a:pt x="248897" y="1191780"/>
                  </a:lnTo>
                  <a:lnTo>
                    <a:pt x="248905" y="1191771"/>
                  </a:lnTo>
                  <a:lnTo>
                    <a:pt x="248914" y="1191763"/>
                  </a:lnTo>
                  <a:lnTo>
                    <a:pt x="248923" y="1191756"/>
                  </a:lnTo>
                  <a:lnTo>
                    <a:pt x="248932" y="1191748"/>
                  </a:lnTo>
                  <a:lnTo>
                    <a:pt x="248942" y="1191742"/>
                  </a:lnTo>
                  <a:lnTo>
                    <a:pt x="248952" y="1191735"/>
                  </a:lnTo>
                  <a:lnTo>
                    <a:pt x="248961" y="1191728"/>
                  </a:lnTo>
                  <a:lnTo>
                    <a:pt x="248971" y="1191720"/>
                  </a:lnTo>
                  <a:lnTo>
                    <a:pt x="248980" y="1191712"/>
                  </a:lnTo>
                  <a:lnTo>
                    <a:pt x="248988" y="1191704"/>
                  </a:lnTo>
                  <a:lnTo>
                    <a:pt x="248996" y="1191695"/>
                  </a:lnTo>
                  <a:lnTo>
                    <a:pt x="249003" y="1191686"/>
                  </a:lnTo>
                  <a:lnTo>
                    <a:pt x="249011" y="1191677"/>
                  </a:lnTo>
                  <a:lnTo>
                    <a:pt x="249019" y="1191668"/>
                  </a:lnTo>
                  <a:lnTo>
                    <a:pt x="249027" y="1191660"/>
                  </a:lnTo>
                  <a:lnTo>
                    <a:pt x="249035" y="1191651"/>
                  </a:lnTo>
                  <a:lnTo>
                    <a:pt x="249042" y="1191641"/>
                  </a:lnTo>
                  <a:lnTo>
                    <a:pt x="249049" y="1191632"/>
                  </a:lnTo>
                  <a:lnTo>
                    <a:pt x="249056" y="1191622"/>
                  </a:lnTo>
                  <a:lnTo>
                    <a:pt x="249062" y="1191612"/>
                  </a:lnTo>
                  <a:lnTo>
                    <a:pt x="249068" y="1191602"/>
                  </a:lnTo>
                  <a:lnTo>
                    <a:pt x="249074" y="1191592"/>
                  </a:lnTo>
                  <a:lnTo>
                    <a:pt x="249081" y="1191582"/>
                  </a:lnTo>
                  <a:lnTo>
                    <a:pt x="249087" y="1191572"/>
                  </a:lnTo>
                  <a:lnTo>
                    <a:pt x="249093" y="1191565"/>
                  </a:lnTo>
                  <a:lnTo>
                    <a:pt x="249099" y="1191552"/>
                  </a:lnTo>
                  <a:lnTo>
                    <a:pt x="249104" y="1191541"/>
                  </a:lnTo>
                  <a:lnTo>
                    <a:pt x="249106" y="1191529"/>
                  </a:lnTo>
                  <a:lnTo>
                    <a:pt x="249106" y="1191518"/>
                  </a:lnTo>
                  <a:lnTo>
                    <a:pt x="249106" y="1191506"/>
                  </a:lnTo>
                  <a:lnTo>
                    <a:pt x="249106" y="1191494"/>
                  </a:lnTo>
                  <a:lnTo>
                    <a:pt x="249105" y="1191483"/>
                  </a:lnTo>
                  <a:lnTo>
                    <a:pt x="249101" y="1191472"/>
                  </a:lnTo>
                  <a:lnTo>
                    <a:pt x="249097" y="1191461"/>
                  </a:lnTo>
                  <a:lnTo>
                    <a:pt x="249091" y="1191450"/>
                  </a:lnTo>
                  <a:lnTo>
                    <a:pt x="249086" y="1191439"/>
                  </a:lnTo>
                  <a:lnTo>
                    <a:pt x="249083" y="1191428"/>
                  </a:lnTo>
                  <a:lnTo>
                    <a:pt x="249081" y="1191417"/>
                  </a:lnTo>
                  <a:lnTo>
                    <a:pt x="249081" y="1191405"/>
                  </a:lnTo>
                  <a:lnTo>
                    <a:pt x="249078" y="1191393"/>
                  </a:lnTo>
                  <a:lnTo>
                    <a:pt x="249073" y="1191383"/>
                  </a:lnTo>
                  <a:lnTo>
                    <a:pt x="249069" y="1191372"/>
                  </a:lnTo>
                  <a:lnTo>
                    <a:pt x="249067" y="1191360"/>
                  </a:lnTo>
                  <a:lnTo>
                    <a:pt x="249065" y="1191349"/>
                  </a:lnTo>
                  <a:lnTo>
                    <a:pt x="249062" y="1191337"/>
                  </a:lnTo>
                  <a:lnTo>
                    <a:pt x="249063" y="1191325"/>
                  </a:lnTo>
                  <a:lnTo>
                    <a:pt x="249067" y="1191314"/>
                  </a:lnTo>
                  <a:lnTo>
                    <a:pt x="249073" y="1191304"/>
                  </a:lnTo>
                  <a:lnTo>
                    <a:pt x="249081" y="1191295"/>
                  </a:lnTo>
                  <a:lnTo>
                    <a:pt x="249090" y="1191288"/>
                  </a:lnTo>
                  <a:lnTo>
                    <a:pt x="249099" y="1191280"/>
                  </a:lnTo>
                  <a:lnTo>
                    <a:pt x="249110" y="1191275"/>
                  </a:lnTo>
                  <a:lnTo>
                    <a:pt x="249121" y="1191271"/>
                  </a:lnTo>
                  <a:lnTo>
                    <a:pt x="249132" y="1191267"/>
                  </a:lnTo>
                  <a:lnTo>
                    <a:pt x="249144" y="1191264"/>
                  </a:lnTo>
                  <a:lnTo>
                    <a:pt x="249155" y="1191260"/>
                  </a:lnTo>
                  <a:lnTo>
                    <a:pt x="249166" y="1191256"/>
                  </a:lnTo>
                  <a:lnTo>
                    <a:pt x="249178" y="1191251"/>
                  </a:lnTo>
                  <a:lnTo>
                    <a:pt x="249189" y="1191246"/>
                  </a:lnTo>
                  <a:lnTo>
                    <a:pt x="249199" y="1191242"/>
                  </a:lnTo>
                  <a:lnTo>
                    <a:pt x="249210" y="1191237"/>
                  </a:lnTo>
                  <a:lnTo>
                    <a:pt x="249221" y="1191232"/>
                  </a:lnTo>
                  <a:lnTo>
                    <a:pt x="249232" y="1191227"/>
                  </a:lnTo>
                  <a:lnTo>
                    <a:pt x="249243" y="1191222"/>
                  </a:lnTo>
                  <a:lnTo>
                    <a:pt x="249254" y="1191217"/>
                  </a:lnTo>
                  <a:lnTo>
                    <a:pt x="249265" y="1191212"/>
                  </a:lnTo>
                  <a:lnTo>
                    <a:pt x="249275" y="1191207"/>
                  </a:lnTo>
                  <a:lnTo>
                    <a:pt x="249286" y="1191202"/>
                  </a:lnTo>
                  <a:lnTo>
                    <a:pt x="249298" y="1191198"/>
                  </a:lnTo>
                  <a:lnTo>
                    <a:pt x="249310" y="1191194"/>
                  </a:lnTo>
                  <a:lnTo>
                    <a:pt x="249321" y="1191189"/>
                  </a:lnTo>
                  <a:lnTo>
                    <a:pt x="249330" y="1191183"/>
                  </a:lnTo>
                  <a:lnTo>
                    <a:pt x="249337" y="1191173"/>
                  </a:lnTo>
                  <a:lnTo>
                    <a:pt x="249344" y="1191163"/>
                  </a:lnTo>
                  <a:lnTo>
                    <a:pt x="249349" y="1191153"/>
                  </a:lnTo>
                  <a:lnTo>
                    <a:pt x="249355" y="1191143"/>
                  </a:lnTo>
                  <a:lnTo>
                    <a:pt x="249362" y="1191133"/>
                  </a:lnTo>
                  <a:lnTo>
                    <a:pt x="249369" y="1191124"/>
                  </a:lnTo>
                  <a:lnTo>
                    <a:pt x="249376" y="1191114"/>
                  </a:lnTo>
                  <a:lnTo>
                    <a:pt x="249384" y="1191105"/>
                  </a:lnTo>
                  <a:lnTo>
                    <a:pt x="249392" y="1191096"/>
                  </a:lnTo>
                  <a:lnTo>
                    <a:pt x="249400" y="1191088"/>
                  </a:lnTo>
                  <a:lnTo>
                    <a:pt x="249408" y="1191079"/>
                  </a:lnTo>
                  <a:lnTo>
                    <a:pt x="249417" y="1191071"/>
                  </a:lnTo>
                  <a:lnTo>
                    <a:pt x="249425" y="1191063"/>
                  </a:lnTo>
                  <a:lnTo>
                    <a:pt x="249434" y="1191054"/>
                  </a:lnTo>
                  <a:lnTo>
                    <a:pt x="249440" y="1191044"/>
                  </a:lnTo>
                  <a:lnTo>
                    <a:pt x="249445" y="1191034"/>
                  </a:lnTo>
                  <a:lnTo>
                    <a:pt x="249448" y="1191022"/>
                  </a:lnTo>
                  <a:lnTo>
                    <a:pt x="249448" y="1191010"/>
                  </a:lnTo>
                  <a:lnTo>
                    <a:pt x="249447" y="1190999"/>
                  </a:lnTo>
                  <a:lnTo>
                    <a:pt x="249444" y="1190987"/>
                  </a:lnTo>
                  <a:lnTo>
                    <a:pt x="249441" y="1190976"/>
                  </a:lnTo>
                  <a:lnTo>
                    <a:pt x="249441" y="1190964"/>
                  </a:lnTo>
                  <a:lnTo>
                    <a:pt x="249443" y="1190953"/>
                  </a:lnTo>
                  <a:lnTo>
                    <a:pt x="249445" y="1190941"/>
                  </a:lnTo>
                  <a:lnTo>
                    <a:pt x="249448" y="1190930"/>
                  </a:lnTo>
                  <a:lnTo>
                    <a:pt x="249451" y="1190919"/>
                  </a:lnTo>
                  <a:lnTo>
                    <a:pt x="249454" y="1190907"/>
                  </a:lnTo>
                  <a:lnTo>
                    <a:pt x="249458" y="1190896"/>
                  </a:lnTo>
                  <a:lnTo>
                    <a:pt x="249462" y="1190885"/>
                  </a:lnTo>
                  <a:lnTo>
                    <a:pt x="249467" y="1190874"/>
                  </a:lnTo>
                  <a:lnTo>
                    <a:pt x="249471" y="1190864"/>
                  </a:lnTo>
                  <a:lnTo>
                    <a:pt x="249476" y="1190853"/>
                  </a:lnTo>
                  <a:lnTo>
                    <a:pt x="249480" y="1190842"/>
                  </a:lnTo>
                  <a:lnTo>
                    <a:pt x="249484" y="1190831"/>
                  </a:lnTo>
                  <a:lnTo>
                    <a:pt x="249488" y="1190820"/>
                  </a:lnTo>
                  <a:lnTo>
                    <a:pt x="249492" y="1190809"/>
                  </a:lnTo>
                  <a:lnTo>
                    <a:pt x="249497" y="1190798"/>
                  </a:lnTo>
                  <a:lnTo>
                    <a:pt x="249502" y="1190788"/>
                  </a:lnTo>
                  <a:lnTo>
                    <a:pt x="249508" y="1190777"/>
                  </a:lnTo>
                  <a:lnTo>
                    <a:pt x="249514" y="1190767"/>
                  </a:lnTo>
                  <a:lnTo>
                    <a:pt x="249519" y="1190756"/>
                  </a:lnTo>
                  <a:lnTo>
                    <a:pt x="249525" y="1190746"/>
                  </a:lnTo>
                  <a:lnTo>
                    <a:pt x="249533" y="1190737"/>
                  </a:lnTo>
                  <a:lnTo>
                    <a:pt x="249541" y="1190729"/>
                  </a:lnTo>
                  <a:lnTo>
                    <a:pt x="249551" y="1190722"/>
                  </a:lnTo>
                  <a:lnTo>
                    <a:pt x="249560" y="1190715"/>
                  </a:lnTo>
                  <a:lnTo>
                    <a:pt x="249569" y="1190707"/>
                  </a:lnTo>
                  <a:lnTo>
                    <a:pt x="249576" y="1190697"/>
                  </a:lnTo>
                  <a:lnTo>
                    <a:pt x="249582" y="1190687"/>
                  </a:lnTo>
                  <a:lnTo>
                    <a:pt x="249588" y="1190677"/>
                  </a:lnTo>
                  <a:lnTo>
                    <a:pt x="249593" y="1190666"/>
                  </a:lnTo>
                  <a:lnTo>
                    <a:pt x="249598" y="1190656"/>
                  </a:lnTo>
                  <a:lnTo>
                    <a:pt x="249602" y="1190645"/>
                  </a:lnTo>
                  <a:lnTo>
                    <a:pt x="249605" y="1190633"/>
                  </a:lnTo>
                  <a:lnTo>
                    <a:pt x="249607" y="1190621"/>
                  </a:lnTo>
                  <a:lnTo>
                    <a:pt x="249607" y="1190610"/>
                  </a:lnTo>
                  <a:lnTo>
                    <a:pt x="249607" y="1190598"/>
                  </a:lnTo>
                  <a:lnTo>
                    <a:pt x="249605" y="1190586"/>
                  </a:lnTo>
                  <a:lnTo>
                    <a:pt x="249603" y="1190575"/>
                  </a:lnTo>
                  <a:lnTo>
                    <a:pt x="249602" y="1190563"/>
                  </a:lnTo>
                  <a:lnTo>
                    <a:pt x="249601" y="1190552"/>
                  </a:lnTo>
                  <a:lnTo>
                    <a:pt x="249601" y="1190540"/>
                  </a:lnTo>
                  <a:lnTo>
                    <a:pt x="249603" y="1190528"/>
                  </a:lnTo>
                  <a:lnTo>
                    <a:pt x="249605" y="1190517"/>
                  </a:lnTo>
                  <a:lnTo>
                    <a:pt x="249610" y="1190506"/>
                  </a:lnTo>
                  <a:lnTo>
                    <a:pt x="249617" y="1190497"/>
                  </a:lnTo>
                  <a:lnTo>
                    <a:pt x="249626" y="1190488"/>
                  </a:lnTo>
                  <a:lnTo>
                    <a:pt x="249634" y="1190480"/>
                  </a:lnTo>
                  <a:lnTo>
                    <a:pt x="249643" y="1190472"/>
                  </a:lnTo>
                  <a:lnTo>
                    <a:pt x="249652" y="1190464"/>
                  </a:lnTo>
                  <a:lnTo>
                    <a:pt x="249661" y="1190456"/>
                  </a:lnTo>
                  <a:lnTo>
                    <a:pt x="249669" y="1190448"/>
                  </a:lnTo>
                  <a:lnTo>
                    <a:pt x="249678" y="1190440"/>
                  </a:lnTo>
                  <a:lnTo>
                    <a:pt x="249685" y="1190431"/>
                  </a:lnTo>
                  <a:lnTo>
                    <a:pt x="249693" y="1190422"/>
                  </a:lnTo>
                  <a:lnTo>
                    <a:pt x="249701" y="1190413"/>
                  </a:lnTo>
                  <a:lnTo>
                    <a:pt x="249710" y="1190405"/>
                  </a:lnTo>
                  <a:lnTo>
                    <a:pt x="249719" y="1190397"/>
                  </a:lnTo>
                  <a:lnTo>
                    <a:pt x="249727" y="1190388"/>
                  </a:lnTo>
                  <a:lnTo>
                    <a:pt x="249734" y="1190379"/>
                  </a:lnTo>
                  <a:lnTo>
                    <a:pt x="249739" y="1190368"/>
                  </a:lnTo>
                  <a:lnTo>
                    <a:pt x="249745" y="1190358"/>
                  </a:lnTo>
                  <a:lnTo>
                    <a:pt x="249751" y="1190348"/>
                  </a:lnTo>
                  <a:lnTo>
                    <a:pt x="249758" y="1190339"/>
                  </a:lnTo>
                  <a:lnTo>
                    <a:pt x="249767" y="1190330"/>
                  </a:lnTo>
                  <a:lnTo>
                    <a:pt x="249775" y="1190322"/>
                  </a:lnTo>
                  <a:lnTo>
                    <a:pt x="249785" y="1190315"/>
                  </a:lnTo>
                  <a:lnTo>
                    <a:pt x="249796" y="1190310"/>
                  </a:lnTo>
                  <a:lnTo>
                    <a:pt x="249808" y="1190307"/>
                  </a:lnTo>
                  <a:lnTo>
                    <a:pt x="249819" y="1190304"/>
                  </a:lnTo>
                  <a:lnTo>
                    <a:pt x="249830" y="1190299"/>
                  </a:lnTo>
                  <a:lnTo>
                    <a:pt x="249840" y="1190293"/>
                  </a:lnTo>
                  <a:lnTo>
                    <a:pt x="249850" y="1190286"/>
                  </a:lnTo>
                  <a:lnTo>
                    <a:pt x="249855" y="1190281"/>
                  </a:lnTo>
                  <a:lnTo>
                    <a:pt x="249858" y="1190278"/>
                  </a:lnTo>
                  <a:lnTo>
                    <a:pt x="249866" y="1190269"/>
                  </a:lnTo>
                  <a:lnTo>
                    <a:pt x="249874" y="1190260"/>
                  </a:lnTo>
                  <a:lnTo>
                    <a:pt x="249883" y="1190252"/>
                  </a:lnTo>
                  <a:lnTo>
                    <a:pt x="249892" y="1190244"/>
                  </a:lnTo>
                  <a:lnTo>
                    <a:pt x="249900" y="1190235"/>
                  </a:lnTo>
                  <a:lnTo>
                    <a:pt x="249906" y="1190226"/>
                  </a:lnTo>
                  <a:lnTo>
                    <a:pt x="249911" y="1190215"/>
                  </a:lnTo>
                  <a:lnTo>
                    <a:pt x="249915" y="1190204"/>
                  </a:lnTo>
                  <a:lnTo>
                    <a:pt x="249919" y="1190193"/>
                  </a:lnTo>
                  <a:lnTo>
                    <a:pt x="249923" y="1190181"/>
                  </a:lnTo>
                  <a:lnTo>
                    <a:pt x="249927" y="1190171"/>
                  </a:lnTo>
                  <a:lnTo>
                    <a:pt x="249931" y="1190160"/>
                  </a:lnTo>
                  <a:lnTo>
                    <a:pt x="249936" y="1190149"/>
                  </a:lnTo>
                  <a:lnTo>
                    <a:pt x="249940" y="1190138"/>
                  </a:lnTo>
                  <a:lnTo>
                    <a:pt x="249944" y="1190127"/>
                  </a:lnTo>
                  <a:lnTo>
                    <a:pt x="249947" y="1190115"/>
                  </a:lnTo>
                  <a:lnTo>
                    <a:pt x="249949" y="1190104"/>
                  </a:lnTo>
                  <a:lnTo>
                    <a:pt x="249951" y="1190092"/>
                  </a:lnTo>
                  <a:lnTo>
                    <a:pt x="249953" y="1190081"/>
                  </a:lnTo>
                  <a:lnTo>
                    <a:pt x="249955" y="1190069"/>
                  </a:lnTo>
                  <a:lnTo>
                    <a:pt x="249959" y="1190058"/>
                  </a:lnTo>
                  <a:lnTo>
                    <a:pt x="249963" y="1190047"/>
                  </a:lnTo>
                  <a:lnTo>
                    <a:pt x="249969" y="1190037"/>
                  </a:lnTo>
                  <a:lnTo>
                    <a:pt x="249976" y="1190028"/>
                  </a:lnTo>
                  <a:lnTo>
                    <a:pt x="249986" y="1190020"/>
                  </a:lnTo>
                  <a:lnTo>
                    <a:pt x="249994" y="1190012"/>
                  </a:lnTo>
                  <a:lnTo>
                    <a:pt x="250003" y="1190004"/>
                  </a:lnTo>
                  <a:lnTo>
                    <a:pt x="250011" y="1189995"/>
                  </a:lnTo>
                  <a:lnTo>
                    <a:pt x="250019" y="1189987"/>
                  </a:lnTo>
                  <a:lnTo>
                    <a:pt x="250026" y="1189977"/>
                  </a:lnTo>
                  <a:lnTo>
                    <a:pt x="250032" y="1189967"/>
                  </a:lnTo>
                  <a:lnTo>
                    <a:pt x="250036" y="1189956"/>
                  </a:lnTo>
                  <a:lnTo>
                    <a:pt x="250040" y="1189945"/>
                  </a:lnTo>
                  <a:lnTo>
                    <a:pt x="250043" y="1189934"/>
                  </a:lnTo>
                  <a:lnTo>
                    <a:pt x="250047" y="1189922"/>
                  </a:lnTo>
                  <a:lnTo>
                    <a:pt x="250051" y="1189911"/>
                  </a:lnTo>
                  <a:lnTo>
                    <a:pt x="250056" y="1189901"/>
                  </a:lnTo>
                  <a:lnTo>
                    <a:pt x="250061" y="1189890"/>
                  </a:lnTo>
                  <a:lnTo>
                    <a:pt x="250065" y="1189879"/>
                  </a:lnTo>
                  <a:lnTo>
                    <a:pt x="250070" y="1189868"/>
                  </a:lnTo>
                  <a:lnTo>
                    <a:pt x="250075" y="1189858"/>
                  </a:lnTo>
                  <a:lnTo>
                    <a:pt x="250079" y="1189847"/>
                  </a:lnTo>
                  <a:lnTo>
                    <a:pt x="250083" y="1189836"/>
                  </a:lnTo>
                  <a:lnTo>
                    <a:pt x="250086" y="1189824"/>
                  </a:lnTo>
                  <a:lnTo>
                    <a:pt x="250092" y="1189814"/>
                  </a:lnTo>
                  <a:lnTo>
                    <a:pt x="250097" y="1189803"/>
                  </a:lnTo>
                  <a:lnTo>
                    <a:pt x="250105" y="1189795"/>
                  </a:lnTo>
                  <a:lnTo>
                    <a:pt x="250117" y="1189794"/>
                  </a:lnTo>
                  <a:lnTo>
                    <a:pt x="250129" y="1189793"/>
                  </a:lnTo>
                  <a:lnTo>
                    <a:pt x="250141" y="1189791"/>
                  </a:lnTo>
                  <a:lnTo>
                    <a:pt x="250152" y="1189787"/>
                  </a:lnTo>
                  <a:lnTo>
                    <a:pt x="250163" y="1189784"/>
                  </a:lnTo>
                  <a:lnTo>
                    <a:pt x="250174" y="1189778"/>
                  </a:lnTo>
                  <a:lnTo>
                    <a:pt x="250185" y="1189773"/>
                  </a:lnTo>
                  <a:lnTo>
                    <a:pt x="250196" y="1189768"/>
                  </a:lnTo>
                  <a:lnTo>
                    <a:pt x="250207" y="1189763"/>
                  </a:lnTo>
                  <a:lnTo>
                    <a:pt x="250218" y="1189759"/>
                  </a:lnTo>
                  <a:lnTo>
                    <a:pt x="250229" y="1189755"/>
                  </a:lnTo>
                  <a:lnTo>
                    <a:pt x="250240" y="1189750"/>
                  </a:lnTo>
                  <a:lnTo>
                    <a:pt x="250250" y="1189743"/>
                  </a:lnTo>
                  <a:lnTo>
                    <a:pt x="250259" y="1189735"/>
                  </a:lnTo>
                  <a:lnTo>
                    <a:pt x="250267" y="1189727"/>
                  </a:lnTo>
                  <a:lnTo>
                    <a:pt x="250275" y="1189718"/>
                  </a:lnTo>
                  <a:lnTo>
                    <a:pt x="250281" y="1189707"/>
                  </a:lnTo>
                  <a:lnTo>
                    <a:pt x="250285" y="1189697"/>
                  </a:lnTo>
                  <a:lnTo>
                    <a:pt x="250290" y="1189686"/>
                  </a:lnTo>
                  <a:lnTo>
                    <a:pt x="250296" y="1189676"/>
                  </a:lnTo>
                  <a:lnTo>
                    <a:pt x="250303" y="1189666"/>
                  </a:lnTo>
                  <a:lnTo>
                    <a:pt x="250309" y="1189656"/>
                  </a:lnTo>
                  <a:lnTo>
                    <a:pt x="250314" y="1189645"/>
                  </a:lnTo>
                  <a:lnTo>
                    <a:pt x="250319" y="1189635"/>
                  </a:lnTo>
                  <a:lnTo>
                    <a:pt x="250324" y="1189624"/>
                  </a:lnTo>
                  <a:lnTo>
                    <a:pt x="250329" y="1189614"/>
                  </a:lnTo>
                  <a:lnTo>
                    <a:pt x="250333" y="1189603"/>
                  </a:lnTo>
                  <a:lnTo>
                    <a:pt x="250336" y="1189591"/>
                  </a:lnTo>
                  <a:lnTo>
                    <a:pt x="250338" y="1189580"/>
                  </a:lnTo>
                  <a:lnTo>
                    <a:pt x="250342" y="1189568"/>
                  </a:lnTo>
                  <a:lnTo>
                    <a:pt x="250346" y="1189557"/>
                  </a:lnTo>
                  <a:lnTo>
                    <a:pt x="250351" y="1189547"/>
                  </a:lnTo>
                  <a:lnTo>
                    <a:pt x="250357" y="1189537"/>
                  </a:lnTo>
                  <a:lnTo>
                    <a:pt x="250363" y="1189526"/>
                  </a:lnTo>
                  <a:lnTo>
                    <a:pt x="250368" y="1189516"/>
                  </a:lnTo>
                  <a:lnTo>
                    <a:pt x="250372" y="1189505"/>
                  </a:lnTo>
                  <a:lnTo>
                    <a:pt x="250376" y="1189494"/>
                  </a:lnTo>
                  <a:lnTo>
                    <a:pt x="250382" y="1189483"/>
                  </a:lnTo>
                  <a:lnTo>
                    <a:pt x="250389" y="1189474"/>
                  </a:lnTo>
                  <a:lnTo>
                    <a:pt x="250395" y="1189464"/>
                  </a:lnTo>
                  <a:lnTo>
                    <a:pt x="250404" y="1189456"/>
                  </a:lnTo>
                  <a:lnTo>
                    <a:pt x="250415" y="1189454"/>
                  </a:lnTo>
                  <a:lnTo>
                    <a:pt x="250427" y="1189456"/>
                  </a:lnTo>
                  <a:lnTo>
                    <a:pt x="250439" y="1189459"/>
                  </a:lnTo>
                  <a:lnTo>
                    <a:pt x="250451" y="1189459"/>
                  </a:lnTo>
                  <a:lnTo>
                    <a:pt x="250463" y="1189458"/>
                  </a:lnTo>
                  <a:lnTo>
                    <a:pt x="250475" y="1189457"/>
                  </a:lnTo>
                  <a:lnTo>
                    <a:pt x="250486" y="1189455"/>
                  </a:lnTo>
                  <a:lnTo>
                    <a:pt x="250498" y="1189453"/>
                  </a:lnTo>
                  <a:lnTo>
                    <a:pt x="250510" y="1189450"/>
                  </a:lnTo>
                  <a:lnTo>
                    <a:pt x="250521" y="1189447"/>
                  </a:lnTo>
                  <a:lnTo>
                    <a:pt x="250533" y="1189443"/>
                  </a:lnTo>
                  <a:lnTo>
                    <a:pt x="250544" y="1189438"/>
                  </a:lnTo>
                  <a:lnTo>
                    <a:pt x="250555" y="1189434"/>
                  </a:lnTo>
                  <a:lnTo>
                    <a:pt x="250566" y="1189428"/>
                  </a:lnTo>
                  <a:lnTo>
                    <a:pt x="250576" y="1189422"/>
                  </a:lnTo>
                  <a:lnTo>
                    <a:pt x="250585" y="1189414"/>
                  </a:lnTo>
                  <a:lnTo>
                    <a:pt x="250591" y="1189404"/>
                  </a:lnTo>
                  <a:lnTo>
                    <a:pt x="250594" y="1189392"/>
                  </a:lnTo>
                  <a:lnTo>
                    <a:pt x="250600" y="1189382"/>
                  </a:lnTo>
                  <a:lnTo>
                    <a:pt x="250611" y="1189378"/>
                  </a:lnTo>
                  <a:lnTo>
                    <a:pt x="250623" y="1189376"/>
                  </a:lnTo>
                  <a:lnTo>
                    <a:pt x="250635" y="1189376"/>
                  </a:lnTo>
                  <a:lnTo>
                    <a:pt x="250647" y="1189375"/>
                  </a:lnTo>
                  <a:lnTo>
                    <a:pt x="250659" y="1189374"/>
                  </a:lnTo>
                  <a:lnTo>
                    <a:pt x="250671" y="1189372"/>
                  </a:lnTo>
                  <a:lnTo>
                    <a:pt x="250682" y="1189367"/>
                  </a:lnTo>
                  <a:lnTo>
                    <a:pt x="250692" y="1189362"/>
                  </a:lnTo>
                  <a:lnTo>
                    <a:pt x="250703" y="1189356"/>
                  </a:lnTo>
                  <a:lnTo>
                    <a:pt x="250713" y="1189350"/>
                  </a:lnTo>
                  <a:lnTo>
                    <a:pt x="250722" y="1189342"/>
                  </a:lnTo>
                  <a:lnTo>
                    <a:pt x="250728" y="1189332"/>
                  </a:lnTo>
                  <a:lnTo>
                    <a:pt x="250733" y="1189321"/>
                  </a:lnTo>
                  <a:lnTo>
                    <a:pt x="250738" y="1189310"/>
                  </a:lnTo>
                  <a:lnTo>
                    <a:pt x="250741" y="1189299"/>
                  </a:lnTo>
                  <a:lnTo>
                    <a:pt x="250745" y="1189288"/>
                  </a:lnTo>
                  <a:lnTo>
                    <a:pt x="250751" y="1189278"/>
                  </a:lnTo>
                  <a:lnTo>
                    <a:pt x="250759" y="1189268"/>
                  </a:lnTo>
                  <a:lnTo>
                    <a:pt x="250767" y="1189260"/>
                  </a:lnTo>
                  <a:lnTo>
                    <a:pt x="250775" y="1189251"/>
                  </a:lnTo>
                  <a:lnTo>
                    <a:pt x="250782" y="1189242"/>
                  </a:lnTo>
                  <a:lnTo>
                    <a:pt x="250789" y="1189232"/>
                  </a:lnTo>
                  <a:lnTo>
                    <a:pt x="250795" y="1189222"/>
                  </a:lnTo>
                  <a:lnTo>
                    <a:pt x="250801" y="1189212"/>
                  </a:lnTo>
                  <a:lnTo>
                    <a:pt x="250808" y="1189202"/>
                  </a:lnTo>
                  <a:lnTo>
                    <a:pt x="250812" y="1189191"/>
                  </a:lnTo>
                  <a:lnTo>
                    <a:pt x="250814" y="1189180"/>
                  </a:lnTo>
                  <a:lnTo>
                    <a:pt x="250815" y="1189168"/>
                  </a:lnTo>
                  <a:lnTo>
                    <a:pt x="250815" y="1189156"/>
                  </a:lnTo>
                  <a:lnTo>
                    <a:pt x="250814" y="1189145"/>
                  </a:lnTo>
                  <a:lnTo>
                    <a:pt x="250811" y="1189133"/>
                  </a:lnTo>
                  <a:lnTo>
                    <a:pt x="250808" y="1189122"/>
                  </a:lnTo>
                  <a:lnTo>
                    <a:pt x="250805" y="1189111"/>
                  </a:lnTo>
                  <a:lnTo>
                    <a:pt x="250803" y="1189099"/>
                  </a:lnTo>
                  <a:lnTo>
                    <a:pt x="250800" y="1189088"/>
                  </a:lnTo>
                  <a:lnTo>
                    <a:pt x="250797" y="1189077"/>
                  </a:lnTo>
                  <a:lnTo>
                    <a:pt x="250793" y="1189065"/>
                  </a:lnTo>
                  <a:lnTo>
                    <a:pt x="250789" y="1189054"/>
                  </a:lnTo>
                  <a:lnTo>
                    <a:pt x="250787" y="1189043"/>
                  </a:lnTo>
                  <a:lnTo>
                    <a:pt x="250785" y="1189031"/>
                  </a:lnTo>
                  <a:lnTo>
                    <a:pt x="250785" y="1189019"/>
                  </a:lnTo>
                  <a:lnTo>
                    <a:pt x="250784" y="1189008"/>
                  </a:lnTo>
                  <a:lnTo>
                    <a:pt x="250784" y="1188996"/>
                  </a:lnTo>
                  <a:lnTo>
                    <a:pt x="250784" y="1188984"/>
                  </a:lnTo>
                  <a:lnTo>
                    <a:pt x="250783" y="1188973"/>
                  </a:lnTo>
                  <a:lnTo>
                    <a:pt x="250782" y="1188961"/>
                  </a:lnTo>
                  <a:lnTo>
                    <a:pt x="250779" y="1188950"/>
                  </a:lnTo>
                  <a:lnTo>
                    <a:pt x="250770" y="1188941"/>
                  </a:lnTo>
                  <a:lnTo>
                    <a:pt x="250760" y="1188935"/>
                  </a:lnTo>
                  <a:lnTo>
                    <a:pt x="250748" y="1188932"/>
                  </a:lnTo>
                  <a:lnTo>
                    <a:pt x="250736" y="1188930"/>
                  </a:lnTo>
                  <a:lnTo>
                    <a:pt x="250724" y="1188930"/>
                  </a:lnTo>
                  <a:lnTo>
                    <a:pt x="250712" y="1188932"/>
                  </a:lnTo>
                  <a:lnTo>
                    <a:pt x="250700" y="1188934"/>
                  </a:lnTo>
                  <a:lnTo>
                    <a:pt x="250689" y="1188936"/>
                  </a:lnTo>
                  <a:lnTo>
                    <a:pt x="250677" y="1188938"/>
                  </a:lnTo>
                  <a:lnTo>
                    <a:pt x="250665" y="1188939"/>
                  </a:lnTo>
                  <a:lnTo>
                    <a:pt x="250653" y="1188938"/>
                  </a:lnTo>
                  <a:lnTo>
                    <a:pt x="250642" y="1188934"/>
                  </a:lnTo>
                  <a:lnTo>
                    <a:pt x="250631" y="1188927"/>
                  </a:lnTo>
                  <a:lnTo>
                    <a:pt x="250622" y="1188919"/>
                  </a:lnTo>
                  <a:lnTo>
                    <a:pt x="250615" y="1188911"/>
                  </a:lnTo>
                  <a:lnTo>
                    <a:pt x="250607" y="1188901"/>
                  </a:lnTo>
                  <a:lnTo>
                    <a:pt x="250600" y="1188892"/>
                  </a:lnTo>
                  <a:lnTo>
                    <a:pt x="250591" y="1188884"/>
                  </a:lnTo>
                  <a:lnTo>
                    <a:pt x="250582" y="1188877"/>
                  </a:lnTo>
                  <a:lnTo>
                    <a:pt x="250572" y="1188870"/>
                  </a:lnTo>
                  <a:lnTo>
                    <a:pt x="250561" y="1188864"/>
                  </a:lnTo>
                  <a:lnTo>
                    <a:pt x="250551" y="1188858"/>
                  </a:lnTo>
                  <a:lnTo>
                    <a:pt x="250541" y="1188852"/>
                  </a:lnTo>
                  <a:lnTo>
                    <a:pt x="250531" y="1188846"/>
                  </a:lnTo>
                  <a:lnTo>
                    <a:pt x="250521" y="1188839"/>
                  </a:lnTo>
                  <a:lnTo>
                    <a:pt x="250511" y="1188832"/>
                  </a:lnTo>
                  <a:lnTo>
                    <a:pt x="250502" y="1188825"/>
                  </a:lnTo>
                  <a:lnTo>
                    <a:pt x="250492" y="1188818"/>
                  </a:lnTo>
                  <a:lnTo>
                    <a:pt x="250482" y="1188811"/>
                  </a:lnTo>
                  <a:lnTo>
                    <a:pt x="250472" y="1188804"/>
                  </a:lnTo>
                  <a:lnTo>
                    <a:pt x="250462" y="1188798"/>
                  </a:lnTo>
                  <a:lnTo>
                    <a:pt x="250452" y="1188792"/>
                  </a:lnTo>
                  <a:lnTo>
                    <a:pt x="250441" y="1188786"/>
                  </a:lnTo>
                  <a:lnTo>
                    <a:pt x="250432" y="1188779"/>
                  </a:lnTo>
                  <a:lnTo>
                    <a:pt x="250423" y="1188772"/>
                  </a:lnTo>
                  <a:lnTo>
                    <a:pt x="250414" y="1188763"/>
                  </a:lnTo>
                  <a:lnTo>
                    <a:pt x="250406" y="1188755"/>
                  </a:lnTo>
                  <a:lnTo>
                    <a:pt x="250399" y="1188745"/>
                  </a:lnTo>
                  <a:lnTo>
                    <a:pt x="250391" y="1188736"/>
                  </a:lnTo>
                  <a:lnTo>
                    <a:pt x="250384" y="1188727"/>
                  </a:lnTo>
                  <a:lnTo>
                    <a:pt x="250376" y="1188718"/>
                  </a:lnTo>
                  <a:lnTo>
                    <a:pt x="250367" y="1188710"/>
                  </a:lnTo>
                  <a:lnTo>
                    <a:pt x="250359" y="1188702"/>
                  </a:lnTo>
                  <a:lnTo>
                    <a:pt x="250350" y="1188694"/>
                  </a:lnTo>
                  <a:lnTo>
                    <a:pt x="250340" y="1188687"/>
                  </a:lnTo>
                  <a:lnTo>
                    <a:pt x="250329" y="1188682"/>
                  </a:lnTo>
                  <a:lnTo>
                    <a:pt x="250318" y="1188677"/>
                  </a:lnTo>
                  <a:lnTo>
                    <a:pt x="250307" y="1188673"/>
                  </a:lnTo>
                  <a:lnTo>
                    <a:pt x="250296" y="1188669"/>
                  </a:lnTo>
                  <a:lnTo>
                    <a:pt x="250284" y="1188665"/>
                  </a:lnTo>
                  <a:lnTo>
                    <a:pt x="250273" y="1188661"/>
                  </a:lnTo>
                  <a:lnTo>
                    <a:pt x="250262" y="1188656"/>
                  </a:lnTo>
                  <a:lnTo>
                    <a:pt x="250251" y="1188652"/>
                  </a:lnTo>
                  <a:lnTo>
                    <a:pt x="250239" y="1188648"/>
                  </a:lnTo>
                  <a:lnTo>
                    <a:pt x="250228" y="1188645"/>
                  </a:lnTo>
                  <a:lnTo>
                    <a:pt x="250216" y="1188643"/>
                  </a:lnTo>
                  <a:lnTo>
                    <a:pt x="250204" y="1188641"/>
                  </a:lnTo>
                  <a:lnTo>
                    <a:pt x="250192" y="1188641"/>
                  </a:lnTo>
                  <a:lnTo>
                    <a:pt x="250180" y="1188641"/>
                  </a:lnTo>
                  <a:lnTo>
                    <a:pt x="250168" y="1188641"/>
                  </a:lnTo>
                  <a:lnTo>
                    <a:pt x="250156" y="1188641"/>
                  </a:lnTo>
                  <a:lnTo>
                    <a:pt x="250144" y="1188642"/>
                  </a:lnTo>
                  <a:lnTo>
                    <a:pt x="250132" y="1188642"/>
                  </a:lnTo>
                  <a:lnTo>
                    <a:pt x="250120" y="1188642"/>
                  </a:lnTo>
                  <a:lnTo>
                    <a:pt x="250108" y="1188642"/>
                  </a:lnTo>
                  <a:lnTo>
                    <a:pt x="250096" y="1188642"/>
                  </a:lnTo>
                  <a:lnTo>
                    <a:pt x="250084" y="1188641"/>
                  </a:lnTo>
                  <a:lnTo>
                    <a:pt x="250072" y="1188641"/>
                  </a:lnTo>
                  <a:lnTo>
                    <a:pt x="250060" y="1188640"/>
                  </a:lnTo>
                  <a:lnTo>
                    <a:pt x="250048" y="1188639"/>
                  </a:lnTo>
                  <a:lnTo>
                    <a:pt x="250036" y="1188639"/>
                  </a:lnTo>
                  <a:lnTo>
                    <a:pt x="250024" y="1188638"/>
                  </a:lnTo>
                  <a:lnTo>
                    <a:pt x="250012" y="1188637"/>
                  </a:lnTo>
                  <a:lnTo>
                    <a:pt x="250000" y="1188634"/>
                  </a:lnTo>
                  <a:lnTo>
                    <a:pt x="249989" y="1188630"/>
                  </a:lnTo>
                  <a:lnTo>
                    <a:pt x="249977" y="1188629"/>
                  </a:lnTo>
                  <a:lnTo>
                    <a:pt x="249967" y="1188623"/>
                  </a:lnTo>
                  <a:lnTo>
                    <a:pt x="249959" y="1188614"/>
                  </a:lnTo>
                  <a:lnTo>
                    <a:pt x="249953" y="1188604"/>
                  </a:lnTo>
                  <a:lnTo>
                    <a:pt x="249945" y="1188595"/>
                  </a:lnTo>
                  <a:lnTo>
                    <a:pt x="249936" y="1188587"/>
                  </a:lnTo>
                  <a:lnTo>
                    <a:pt x="249927" y="1188580"/>
                  </a:lnTo>
                  <a:lnTo>
                    <a:pt x="249917" y="1188573"/>
                  </a:lnTo>
                  <a:lnTo>
                    <a:pt x="249909" y="1188565"/>
                  </a:lnTo>
                  <a:lnTo>
                    <a:pt x="249901" y="1188556"/>
                  </a:lnTo>
                  <a:lnTo>
                    <a:pt x="249893" y="1188547"/>
                  </a:lnTo>
                  <a:lnTo>
                    <a:pt x="249885" y="1188538"/>
                  </a:lnTo>
                  <a:lnTo>
                    <a:pt x="249876" y="1188530"/>
                  </a:lnTo>
                  <a:lnTo>
                    <a:pt x="249867" y="1188523"/>
                  </a:lnTo>
                  <a:lnTo>
                    <a:pt x="249858" y="1188515"/>
                  </a:lnTo>
                  <a:lnTo>
                    <a:pt x="249849" y="1188507"/>
                  </a:lnTo>
                  <a:lnTo>
                    <a:pt x="249840" y="1188499"/>
                  </a:lnTo>
                  <a:lnTo>
                    <a:pt x="249831" y="1188491"/>
                  </a:lnTo>
                  <a:lnTo>
                    <a:pt x="249823" y="1188482"/>
                  </a:lnTo>
                  <a:lnTo>
                    <a:pt x="249815" y="1188474"/>
                  </a:lnTo>
                  <a:lnTo>
                    <a:pt x="249807" y="1188465"/>
                  </a:lnTo>
                  <a:lnTo>
                    <a:pt x="249798" y="1188457"/>
                  </a:lnTo>
                  <a:lnTo>
                    <a:pt x="249790" y="1188449"/>
                  </a:lnTo>
                  <a:lnTo>
                    <a:pt x="249782" y="1188440"/>
                  </a:lnTo>
                  <a:lnTo>
                    <a:pt x="249775" y="1188431"/>
                  </a:lnTo>
                  <a:lnTo>
                    <a:pt x="249768" y="1188421"/>
                  </a:lnTo>
                  <a:lnTo>
                    <a:pt x="249760" y="1188412"/>
                  </a:lnTo>
                  <a:lnTo>
                    <a:pt x="249753" y="1188403"/>
                  </a:lnTo>
                  <a:lnTo>
                    <a:pt x="249746" y="1188393"/>
                  </a:lnTo>
                  <a:lnTo>
                    <a:pt x="249741" y="1188382"/>
                  </a:lnTo>
                  <a:lnTo>
                    <a:pt x="249738" y="1188371"/>
                  </a:lnTo>
                  <a:lnTo>
                    <a:pt x="249735" y="1188360"/>
                  </a:lnTo>
                  <a:lnTo>
                    <a:pt x="249733" y="1188348"/>
                  </a:lnTo>
                  <a:lnTo>
                    <a:pt x="249730" y="1188337"/>
                  </a:lnTo>
                  <a:lnTo>
                    <a:pt x="249726" y="1188326"/>
                  </a:lnTo>
                  <a:lnTo>
                    <a:pt x="249723" y="1188314"/>
                  </a:lnTo>
                  <a:lnTo>
                    <a:pt x="249719" y="1188303"/>
                  </a:lnTo>
                  <a:lnTo>
                    <a:pt x="249716" y="1188292"/>
                  </a:lnTo>
                  <a:lnTo>
                    <a:pt x="249712" y="1188281"/>
                  </a:lnTo>
                  <a:lnTo>
                    <a:pt x="249709" y="1188270"/>
                  </a:lnTo>
                  <a:lnTo>
                    <a:pt x="249706" y="1188258"/>
                  </a:lnTo>
                  <a:lnTo>
                    <a:pt x="249703" y="1188247"/>
                  </a:lnTo>
                  <a:lnTo>
                    <a:pt x="249701" y="1188235"/>
                  </a:lnTo>
                  <a:lnTo>
                    <a:pt x="249699" y="1188224"/>
                  </a:lnTo>
                  <a:lnTo>
                    <a:pt x="249698" y="1188212"/>
                  </a:lnTo>
                  <a:lnTo>
                    <a:pt x="249698" y="1188201"/>
                  </a:lnTo>
                  <a:lnTo>
                    <a:pt x="249699" y="1188189"/>
                  </a:lnTo>
                  <a:lnTo>
                    <a:pt x="249699" y="1188177"/>
                  </a:lnTo>
                  <a:lnTo>
                    <a:pt x="249700" y="1188165"/>
                  </a:lnTo>
                  <a:lnTo>
                    <a:pt x="249701" y="1188154"/>
                  </a:lnTo>
                  <a:lnTo>
                    <a:pt x="249701" y="1188142"/>
                  </a:lnTo>
                  <a:lnTo>
                    <a:pt x="249700" y="1188130"/>
                  </a:lnTo>
                  <a:lnTo>
                    <a:pt x="249698" y="1188119"/>
                  </a:lnTo>
                  <a:lnTo>
                    <a:pt x="249696" y="1188107"/>
                  </a:lnTo>
                  <a:lnTo>
                    <a:pt x="249693" y="1188096"/>
                  </a:lnTo>
                  <a:lnTo>
                    <a:pt x="249690" y="1188085"/>
                  </a:lnTo>
                  <a:lnTo>
                    <a:pt x="249687" y="1188073"/>
                  </a:lnTo>
                  <a:lnTo>
                    <a:pt x="249683" y="1188062"/>
                  </a:lnTo>
                  <a:lnTo>
                    <a:pt x="249680" y="1188051"/>
                  </a:lnTo>
                  <a:lnTo>
                    <a:pt x="249677" y="1188040"/>
                  </a:lnTo>
                  <a:lnTo>
                    <a:pt x="249673" y="1188029"/>
                  </a:lnTo>
                  <a:lnTo>
                    <a:pt x="249668" y="1188018"/>
                  </a:lnTo>
                  <a:lnTo>
                    <a:pt x="249661" y="1188008"/>
                  </a:lnTo>
                  <a:lnTo>
                    <a:pt x="249655" y="1187998"/>
                  </a:lnTo>
                  <a:lnTo>
                    <a:pt x="249650" y="1187987"/>
                  </a:lnTo>
                  <a:lnTo>
                    <a:pt x="249644" y="1187977"/>
                  </a:lnTo>
                  <a:lnTo>
                    <a:pt x="249636" y="1187969"/>
                  </a:lnTo>
                  <a:lnTo>
                    <a:pt x="249627" y="1187960"/>
                  </a:lnTo>
                  <a:lnTo>
                    <a:pt x="249619" y="1187952"/>
                  </a:lnTo>
                  <a:lnTo>
                    <a:pt x="249612" y="1187943"/>
                  </a:lnTo>
                  <a:lnTo>
                    <a:pt x="249604" y="1187934"/>
                  </a:lnTo>
                  <a:lnTo>
                    <a:pt x="249596" y="1187925"/>
                  </a:lnTo>
                  <a:lnTo>
                    <a:pt x="249588" y="1187916"/>
                  </a:lnTo>
                  <a:lnTo>
                    <a:pt x="249580" y="1187907"/>
                  </a:lnTo>
                  <a:lnTo>
                    <a:pt x="249572" y="1187899"/>
                  </a:lnTo>
                  <a:lnTo>
                    <a:pt x="249566" y="1187889"/>
                  </a:lnTo>
                  <a:lnTo>
                    <a:pt x="249561" y="1187878"/>
                  </a:lnTo>
                  <a:lnTo>
                    <a:pt x="249558" y="1187867"/>
                  </a:lnTo>
                  <a:lnTo>
                    <a:pt x="249559" y="1187855"/>
                  </a:lnTo>
                  <a:lnTo>
                    <a:pt x="249562" y="1187844"/>
                  </a:lnTo>
                  <a:lnTo>
                    <a:pt x="249563" y="1187832"/>
                  </a:lnTo>
                  <a:lnTo>
                    <a:pt x="249563" y="1187820"/>
                  </a:lnTo>
                  <a:lnTo>
                    <a:pt x="249564" y="1187809"/>
                  </a:lnTo>
                  <a:lnTo>
                    <a:pt x="249566" y="1187797"/>
                  </a:lnTo>
                  <a:lnTo>
                    <a:pt x="249565" y="1187785"/>
                  </a:lnTo>
                  <a:lnTo>
                    <a:pt x="249560" y="1187775"/>
                  </a:lnTo>
                  <a:lnTo>
                    <a:pt x="249552" y="1187766"/>
                  </a:lnTo>
                  <a:lnTo>
                    <a:pt x="249543" y="1187757"/>
                  </a:lnTo>
                  <a:lnTo>
                    <a:pt x="249535" y="1187749"/>
                  </a:lnTo>
                  <a:lnTo>
                    <a:pt x="249527" y="1187740"/>
                  </a:lnTo>
                  <a:lnTo>
                    <a:pt x="249521" y="1187730"/>
                  </a:lnTo>
                  <a:lnTo>
                    <a:pt x="249516" y="1187720"/>
                  </a:lnTo>
                  <a:lnTo>
                    <a:pt x="249511" y="1187709"/>
                  </a:lnTo>
                  <a:lnTo>
                    <a:pt x="249505" y="1187698"/>
                  </a:lnTo>
                  <a:lnTo>
                    <a:pt x="249500" y="1187688"/>
                  </a:lnTo>
                  <a:lnTo>
                    <a:pt x="249494" y="1187678"/>
                  </a:lnTo>
                  <a:lnTo>
                    <a:pt x="249488" y="1187668"/>
                  </a:lnTo>
                  <a:lnTo>
                    <a:pt x="249482" y="1187658"/>
                  </a:lnTo>
                  <a:lnTo>
                    <a:pt x="249477" y="1187647"/>
                  </a:lnTo>
                  <a:lnTo>
                    <a:pt x="249473" y="1187636"/>
                  </a:lnTo>
                  <a:lnTo>
                    <a:pt x="249469" y="1187625"/>
                  </a:lnTo>
                  <a:lnTo>
                    <a:pt x="249465" y="1187614"/>
                  </a:lnTo>
                  <a:lnTo>
                    <a:pt x="249462" y="1187602"/>
                  </a:lnTo>
                  <a:lnTo>
                    <a:pt x="249459" y="1187591"/>
                  </a:lnTo>
                  <a:lnTo>
                    <a:pt x="249456" y="1187580"/>
                  </a:lnTo>
                  <a:lnTo>
                    <a:pt x="249452" y="1187569"/>
                  </a:lnTo>
                  <a:lnTo>
                    <a:pt x="249448" y="1187558"/>
                  </a:lnTo>
                  <a:lnTo>
                    <a:pt x="249443" y="1187547"/>
                  </a:lnTo>
                  <a:lnTo>
                    <a:pt x="249439" y="1187536"/>
                  </a:lnTo>
                  <a:lnTo>
                    <a:pt x="249435" y="1187525"/>
                  </a:lnTo>
                  <a:lnTo>
                    <a:pt x="249433" y="1187513"/>
                  </a:lnTo>
                  <a:lnTo>
                    <a:pt x="249430" y="1187502"/>
                  </a:lnTo>
                  <a:lnTo>
                    <a:pt x="249427" y="1187491"/>
                  </a:lnTo>
                  <a:lnTo>
                    <a:pt x="249423" y="1187480"/>
                  </a:lnTo>
                  <a:lnTo>
                    <a:pt x="249419" y="1187469"/>
                  </a:lnTo>
                  <a:lnTo>
                    <a:pt x="249416" y="1187457"/>
                  </a:lnTo>
                  <a:lnTo>
                    <a:pt x="249412" y="1187446"/>
                  </a:lnTo>
                  <a:lnTo>
                    <a:pt x="249407" y="1187436"/>
                  </a:lnTo>
                  <a:lnTo>
                    <a:pt x="249400" y="1187426"/>
                  </a:lnTo>
                  <a:lnTo>
                    <a:pt x="249392" y="1187418"/>
                  </a:lnTo>
                  <a:lnTo>
                    <a:pt x="249383" y="1187410"/>
                  </a:lnTo>
                  <a:lnTo>
                    <a:pt x="249374" y="1187402"/>
                  </a:lnTo>
                  <a:lnTo>
                    <a:pt x="249364" y="1187396"/>
                  </a:lnTo>
                  <a:lnTo>
                    <a:pt x="249354" y="1187390"/>
                  </a:lnTo>
                  <a:lnTo>
                    <a:pt x="249343" y="1187385"/>
                  </a:lnTo>
                  <a:lnTo>
                    <a:pt x="249332" y="1187380"/>
                  </a:lnTo>
                  <a:lnTo>
                    <a:pt x="249320" y="1187376"/>
                  </a:lnTo>
                  <a:lnTo>
                    <a:pt x="249309" y="1187371"/>
                  </a:lnTo>
                  <a:lnTo>
                    <a:pt x="249298" y="1187367"/>
                  </a:lnTo>
                  <a:lnTo>
                    <a:pt x="249287" y="1187362"/>
                  </a:lnTo>
                  <a:lnTo>
                    <a:pt x="249277" y="1187356"/>
                  </a:lnTo>
                  <a:lnTo>
                    <a:pt x="249267" y="1187350"/>
                  </a:lnTo>
                  <a:lnTo>
                    <a:pt x="249256" y="1187344"/>
                  </a:lnTo>
                  <a:lnTo>
                    <a:pt x="249246" y="1187338"/>
                  </a:lnTo>
                  <a:lnTo>
                    <a:pt x="249236" y="1187331"/>
                  </a:lnTo>
                  <a:lnTo>
                    <a:pt x="249226" y="1187324"/>
                  </a:lnTo>
                  <a:lnTo>
                    <a:pt x="249217" y="1187317"/>
                  </a:lnTo>
                  <a:lnTo>
                    <a:pt x="249207" y="1187310"/>
                  </a:lnTo>
                  <a:lnTo>
                    <a:pt x="249198" y="1187303"/>
                  </a:lnTo>
                  <a:lnTo>
                    <a:pt x="249189" y="1187295"/>
                  </a:lnTo>
                  <a:lnTo>
                    <a:pt x="249181" y="1187286"/>
                  </a:lnTo>
                  <a:lnTo>
                    <a:pt x="249174" y="1187276"/>
                  </a:lnTo>
                  <a:lnTo>
                    <a:pt x="249169" y="1187266"/>
                  </a:lnTo>
                  <a:lnTo>
                    <a:pt x="249164" y="1187255"/>
                  </a:lnTo>
                  <a:lnTo>
                    <a:pt x="249160" y="1187244"/>
                  </a:lnTo>
                  <a:lnTo>
                    <a:pt x="249160" y="1187233"/>
                  </a:lnTo>
                  <a:lnTo>
                    <a:pt x="249162" y="1187221"/>
                  </a:lnTo>
                  <a:lnTo>
                    <a:pt x="249161" y="1187209"/>
                  </a:lnTo>
                  <a:lnTo>
                    <a:pt x="249158" y="1187198"/>
                  </a:lnTo>
                  <a:lnTo>
                    <a:pt x="249153" y="1187187"/>
                  </a:lnTo>
                  <a:lnTo>
                    <a:pt x="249148" y="1187177"/>
                  </a:lnTo>
                  <a:lnTo>
                    <a:pt x="249144" y="1187166"/>
                  </a:lnTo>
                  <a:lnTo>
                    <a:pt x="249139" y="1187155"/>
                  </a:lnTo>
                  <a:lnTo>
                    <a:pt x="249133" y="1187145"/>
                  </a:lnTo>
                  <a:lnTo>
                    <a:pt x="249127" y="1187135"/>
                  </a:lnTo>
                  <a:lnTo>
                    <a:pt x="249121" y="1187124"/>
                  </a:lnTo>
                  <a:lnTo>
                    <a:pt x="249115" y="1187114"/>
                  </a:lnTo>
                  <a:lnTo>
                    <a:pt x="249110" y="1187104"/>
                  </a:lnTo>
                  <a:lnTo>
                    <a:pt x="249104" y="1187093"/>
                  </a:lnTo>
                  <a:lnTo>
                    <a:pt x="249099" y="1187083"/>
                  </a:lnTo>
                  <a:lnTo>
                    <a:pt x="249093" y="1187073"/>
                  </a:lnTo>
                  <a:lnTo>
                    <a:pt x="249086" y="1187063"/>
                  </a:lnTo>
                  <a:lnTo>
                    <a:pt x="249079" y="1187054"/>
                  </a:lnTo>
                  <a:lnTo>
                    <a:pt x="249074" y="1187043"/>
                  </a:lnTo>
                  <a:lnTo>
                    <a:pt x="249069" y="1187033"/>
                  </a:lnTo>
                  <a:lnTo>
                    <a:pt x="249062" y="1187023"/>
                  </a:lnTo>
                  <a:lnTo>
                    <a:pt x="249054" y="1187014"/>
                  </a:lnTo>
                  <a:lnTo>
                    <a:pt x="249047" y="1187005"/>
                  </a:lnTo>
                  <a:lnTo>
                    <a:pt x="249040" y="1186995"/>
                  </a:lnTo>
                  <a:lnTo>
                    <a:pt x="249031" y="1186987"/>
                  </a:lnTo>
                  <a:lnTo>
                    <a:pt x="249021" y="1186981"/>
                  </a:lnTo>
                  <a:lnTo>
                    <a:pt x="249011" y="1186974"/>
                  </a:lnTo>
                  <a:lnTo>
                    <a:pt x="249002" y="1186966"/>
                  </a:lnTo>
                  <a:lnTo>
                    <a:pt x="248993" y="1186958"/>
                  </a:lnTo>
                  <a:lnTo>
                    <a:pt x="248984" y="1186951"/>
                  </a:lnTo>
                  <a:lnTo>
                    <a:pt x="248975" y="1186943"/>
                  </a:lnTo>
                  <a:lnTo>
                    <a:pt x="248967" y="1186935"/>
                  </a:lnTo>
                  <a:lnTo>
                    <a:pt x="248958" y="1186926"/>
                  </a:lnTo>
                  <a:lnTo>
                    <a:pt x="248950" y="1186918"/>
                  </a:lnTo>
                  <a:lnTo>
                    <a:pt x="248941" y="1186910"/>
                  </a:lnTo>
                  <a:lnTo>
                    <a:pt x="248933" y="1186902"/>
                  </a:lnTo>
                  <a:lnTo>
                    <a:pt x="248924" y="1186893"/>
                  </a:lnTo>
                  <a:lnTo>
                    <a:pt x="248915" y="1186886"/>
                  </a:lnTo>
                  <a:lnTo>
                    <a:pt x="248903" y="1186884"/>
                  </a:lnTo>
                  <a:lnTo>
                    <a:pt x="248891" y="1186884"/>
                  </a:lnTo>
                  <a:lnTo>
                    <a:pt x="248879" y="1186884"/>
                  </a:lnTo>
                  <a:lnTo>
                    <a:pt x="248867" y="1186885"/>
                  </a:lnTo>
                  <a:lnTo>
                    <a:pt x="248855" y="1186886"/>
                  </a:lnTo>
                  <a:lnTo>
                    <a:pt x="248843" y="1186888"/>
                  </a:lnTo>
                  <a:lnTo>
                    <a:pt x="248831" y="1186890"/>
                  </a:lnTo>
                  <a:lnTo>
                    <a:pt x="248819" y="1186892"/>
                  </a:lnTo>
                  <a:lnTo>
                    <a:pt x="248807" y="1186894"/>
                  </a:lnTo>
                  <a:lnTo>
                    <a:pt x="248796" y="1186895"/>
                  </a:lnTo>
                  <a:lnTo>
                    <a:pt x="248784" y="1186895"/>
                  </a:lnTo>
                  <a:lnTo>
                    <a:pt x="248772" y="1186895"/>
                  </a:lnTo>
                  <a:lnTo>
                    <a:pt x="248759" y="1186895"/>
                  </a:lnTo>
                  <a:lnTo>
                    <a:pt x="248747" y="1186894"/>
                  </a:lnTo>
                  <a:lnTo>
                    <a:pt x="248735" y="1186894"/>
                  </a:lnTo>
                  <a:lnTo>
                    <a:pt x="248723" y="1186894"/>
                  </a:lnTo>
                  <a:lnTo>
                    <a:pt x="248711" y="1186893"/>
                  </a:lnTo>
                  <a:lnTo>
                    <a:pt x="248699" y="1186892"/>
                  </a:lnTo>
                  <a:lnTo>
                    <a:pt x="248688" y="1186891"/>
                  </a:lnTo>
                  <a:lnTo>
                    <a:pt x="248676" y="1186888"/>
                  </a:lnTo>
                  <a:lnTo>
                    <a:pt x="248664" y="1186885"/>
                  </a:lnTo>
                  <a:lnTo>
                    <a:pt x="248653" y="1186882"/>
                  </a:lnTo>
                  <a:lnTo>
                    <a:pt x="248641" y="1186878"/>
                  </a:lnTo>
                  <a:lnTo>
                    <a:pt x="248630" y="1186874"/>
                  </a:lnTo>
                  <a:lnTo>
                    <a:pt x="248619" y="1186868"/>
                  </a:lnTo>
                  <a:lnTo>
                    <a:pt x="248610" y="1186861"/>
                  </a:lnTo>
                  <a:lnTo>
                    <a:pt x="248603" y="1186851"/>
                  </a:lnTo>
                  <a:lnTo>
                    <a:pt x="248591" y="1186831"/>
                  </a:lnTo>
                  <a:lnTo>
                    <a:pt x="248581" y="1186802"/>
                  </a:lnTo>
                  <a:lnTo>
                    <a:pt x="248568" y="1186779"/>
                  </a:lnTo>
                  <a:lnTo>
                    <a:pt x="248560" y="1186769"/>
                  </a:lnTo>
                  <a:lnTo>
                    <a:pt x="248539" y="1186759"/>
                  </a:lnTo>
                  <a:lnTo>
                    <a:pt x="248508" y="1186769"/>
                  </a:lnTo>
                  <a:lnTo>
                    <a:pt x="248473" y="1186782"/>
                  </a:lnTo>
                  <a:lnTo>
                    <a:pt x="248412" y="1186804"/>
                  </a:lnTo>
                  <a:lnTo>
                    <a:pt x="248396" y="1186809"/>
                  </a:lnTo>
                  <a:lnTo>
                    <a:pt x="248357" y="1186822"/>
                  </a:lnTo>
                  <a:lnTo>
                    <a:pt x="248314" y="1186842"/>
                  </a:lnTo>
                  <a:lnTo>
                    <a:pt x="248286" y="1186863"/>
                  </a:lnTo>
                  <a:lnTo>
                    <a:pt x="248265" y="1186884"/>
                  </a:lnTo>
                  <a:lnTo>
                    <a:pt x="248216" y="1186929"/>
                  </a:lnTo>
                  <a:lnTo>
                    <a:pt x="248179" y="1186955"/>
                  </a:lnTo>
                  <a:lnTo>
                    <a:pt x="248144" y="1186968"/>
                  </a:lnTo>
                  <a:lnTo>
                    <a:pt x="248121" y="1186972"/>
                  </a:lnTo>
                  <a:lnTo>
                    <a:pt x="248099" y="1186973"/>
                  </a:lnTo>
                  <a:lnTo>
                    <a:pt x="248083" y="1186972"/>
                  </a:lnTo>
                  <a:lnTo>
                    <a:pt x="248070" y="1186971"/>
                  </a:lnTo>
                  <a:lnTo>
                    <a:pt x="248050" y="1186968"/>
                  </a:lnTo>
                  <a:lnTo>
                    <a:pt x="248041" y="1186964"/>
                  </a:lnTo>
                  <a:lnTo>
                    <a:pt x="247983" y="1186937"/>
                  </a:lnTo>
                  <a:lnTo>
                    <a:pt x="247957" y="1186917"/>
                  </a:lnTo>
                  <a:lnTo>
                    <a:pt x="247917" y="1186876"/>
                  </a:lnTo>
                  <a:lnTo>
                    <a:pt x="247875" y="1186867"/>
                  </a:lnTo>
                  <a:lnTo>
                    <a:pt x="247823" y="1186855"/>
                  </a:lnTo>
                  <a:lnTo>
                    <a:pt x="247772" y="1186855"/>
                  </a:lnTo>
                  <a:lnTo>
                    <a:pt x="247722" y="1186849"/>
                  </a:lnTo>
                  <a:lnTo>
                    <a:pt x="247666" y="1186840"/>
                  </a:lnTo>
                  <a:lnTo>
                    <a:pt x="247632" y="1186832"/>
                  </a:lnTo>
                  <a:lnTo>
                    <a:pt x="247611" y="1186832"/>
                  </a:lnTo>
                  <a:lnTo>
                    <a:pt x="247566" y="1186849"/>
                  </a:lnTo>
                  <a:lnTo>
                    <a:pt x="247547" y="1186856"/>
                  </a:lnTo>
                  <a:lnTo>
                    <a:pt x="247497" y="1186868"/>
                  </a:lnTo>
                  <a:lnTo>
                    <a:pt x="247486" y="1186871"/>
                  </a:lnTo>
                  <a:lnTo>
                    <a:pt x="247474" y="1186870"/>
                  </a:lnTo>
                  <a:lnTo>
                    <a:pt x="247468" y="1186867"/>
                  </a:lnTo>
                  <a:lnTo>
                    <a:pt x="247460" y="1186859"/>
                  </a:lnTo>
                  <a:lnTo>
                    <a:pt x="247450" y="1186849"/>
                  </a:lnTo>
                  <a:lnTo>
                    <a:pt x="247406" y="1186810"/>
                  </a:lnTo>
                  <a:lnTo>
                    <a:pt x="247393" y="1186793"/>
                  </a:lnTo>
                  <a:lnTo>
                    <a:pt x="247388" y="1186769"/>
                  </a:lnTo>
                  <a:lnTo>
                    <a:pt x="247389" y="1186747"/>
                  </a:lnTo>
                  <a:lnTo>
                    <a:pt x="247396" y="1186719"/>
                  </a:lnTo>
                  <a:lnTo>
                    <a:pt x="247403" y="1186704"/>
                  </a:lnTo>
                  <a:lnTo>
                    <a:pt x="247429" y="1186658"/>
                  </a:lnTo>
                  <a:lnTo>
                    <a:pt x="247459" y="1186590"/>
                  </a:lnTo>
                  <a:lnTo>
                    <a:pt x="247473" y="1186568"/>
                  </a:lnTo>
                  <a:lnTo>
                    <a:pt x="247486" y="1186537"/>
                  </a:lnTo>
                  <a:lnTo>
                    <a:pt x="247493" y="1186491"/>
                  </a:lnTo>
                  <a:lnTo>
                    <a:pt x="247488" y="1186481"/>
                  </a:lnTo>
                  <a:lnTo>
                    <a:pt x="247478" y="1186471"/>
                  </a:lnTo>
                  <a:lnTo>
                    <a:pt x="247466" y="1186462"/>
                  </a:lnTo>
                  <a:lnTo>
                    <a:pt x="247431" y="1186432"/>
                  </a:lnTo>
                  <a:lnTo>
                    <a:pt x="247391" y="1186386"/>
                  </a:lnTo>
                  <a:lnTo>
                    <a:pt x="247347" y="1186332"/>
                  </a:lnTo>
                  <a:lnTo>
                    <a:pt x="247321" y="1186291"/>
                  </a:lnTo>
                  <a:lnTo>
                    <a:pt x="247305" y="1186255"/>
                  </a:lnTo>
                  <a:lnTo>
                    <a:pt x="247304" y="1186195"/>
                  </a:lnTo>
                  <a:lnTo>
                    <a:pt x="247306" y="1186130"/>
                  </a:lnTo>
                  <a:lnTo>
                    <a:pt x="247325" y="1186062"/>
                  </a:lnTo>
                  <a:lnTo>
                    <a:pt x="247335" y="1186038"/>
                  </a:lnTo>
                  <a:lnTo>
                    <a:pt x="247337" y="1186030"/>
                  </a:lnTo>
                  <a:lnTo>
                    <a:pt x="247333" y="1186022"/>
                  </a:lnTo>
                  <a:lnTo>
                    <a:pt x="247326" y="1186014"/>
                  </a:lnTo>
                  <a:lnTo>
                    <a:pt x="247298" y="1185979"/>
                  </a:lnTo>
                  <a:lnTo>
                    <a:pt x="247288" y="1185963"/>
                  </a:lnTo>
                  <a:lnTo>
                    <a:pt x="247285" y="1185958"/>
                  </a:lnTo>
                  <a:lnTo>
                    <a:pt x="247275" y="1185945"/>
                  </a:lnTo>
                  <a:lnTo>
                    <a:pt x="247252" y="1185916"/>
                  </a:lnTo>
                  <a:lnTo>
                    <a:pt x="247229" y="1185879"/>
                  </a:lnTo>
                  <a:lnTo>
                    <a:pt x="247220" y="1185854"/>
                  </a:lnTo>
                  <a:lnTo>
                    <a:pt x="247211" y="1185795"/>
                  </a:lnTo>
                  <a:lnTo>
                    <a:pt x="247211" y="1185732"/>
                  </a:lnTo>
                  <a:lnTo>
                    <a:pt x="247210" y="1185699"/>
                  </a:lnTo>
                  <a:lnTo>
                    <a:pt x="247209" y="1185672"/>
                  </a:lnTo>
                  <a:lnTo>
                    <a:pt x="247203" y="1185648"/>
                  </a:lnTo>
                  <a:lnTo>
                    <a:pt x="247180" y="1185611"/>
                  </a:lnTo>
                  <a:lnTo>
                    <a:pt x="247170" y="1185590"/>
                  </a:lnTo>
                  <a:lnTo>
                    <a:pt x="247164" y="1185567"/>
                  </a:lnTo>
                  <a:lnTo>
                    <a:pt x="247162" y="1185543"/>
                  </a:lnTo>
                  <a:lnTo>
                    <a:pt x="247162" y="1185520"/>
                  </a:lnTo>
                  <a:lnTo>
                    <a:pt x="247165" y="1185504"/>
                  </a:lnTo>
                  <a:lnTo>
                    <a:pt x="247179" y="1185475"/>
                  </a:lnTo>
                  <a:lnTo>
                    <a:pt x="247195" y="1185450"/>
                  </a:lnTo>
                  <a:lnTo>
                    <a:pt x="247204" y="1185438"/>
                  </a:lnTo>
                  <a:lnTo>
                    <a:pt x="247211" y="1185429"/>
                  </a:lnTo>
                  <a:lnTo>
                    <a:pt x="247232" y="1185388"/>
                  </a:lnTo>
                  <a:lnTo>
                    <a:pt x="247232" y="1185355"/>
                  </a:lnTo>
                  <a:lnTo>
                    <a:pt x="247235" y="1185303"/>
                  </a:lnTo>
                  <a:lnTo>
                    <a:pt x="247235" y="1185294"/>
                  </a:lnTo>
                  <a:lnTo>
                    <a:pt x="247237" y="1185281"/>
                  </a:lnTo>
                  <a:lnTo>
                    <a:pt x="247239" y="1185268"/>
                  </a:lnTo>
                  <a:lnTo>
                    <a:pt x="247242" y="1185259"/>
                  </a:lnTo>
                  <a:lnTo>
                    <a:pt x="247249" y="1185254"/>
                  </a:lnTo>
                  <a:lnTo>
                    <a:pt x="247262" y="1185249"/>
                  </a:lnTo>
                  <a:lnTo>
                    <a:pt x="247282" y="1185237"/>
                  </a:lnTo>
                  <a:lnTo>
                    <a:pt x="247297" y="1185227"/>
                  </a:lnTo>
                  <a:lnTo>
                    <a:pt x="247328" y="1185206"/>
                  </a:lnTo>
                  <a:lnTo>
                    <a:pt x="247354" y="1185182"/>
                  </a:lnTo>
                  <a:lnTo>
                    <a:pt x="247385" y="1185158"/>
                  </a:lnTo>
                  <a:lnTo>
                    <a:pt x="247422" y="1185111"/>
                  </a:lnTo>
                  <a:lnTo>
                    <a:pt x="247438" y="1185079"/>
                  </a:lnTo>
                  <a:lnTo>
                    <a:pt x="247469" y="1185046"/>
                  </a:lnTo>
                  <a:lnTo>
                    <a:pt x="247489" y="1185000"/>
                  </a:lnTo>
                  <a:lnTo>
                    <a:pt x="247507" y="1184936"/>
                  </a:lnTo>
                  <a:lnTo>
                    <a:pt x="247522" y="1184889"/>
                  </a:lnTo>
                  <a:lnTo>
                    <a:pt x="247534" y="1184856"/>
                  </a:lnTo>
                  <a:lnTo>
                    <a:pt x="247546" y="1184819"/>
                  </a:lnTo>
                  <a:lnTo>
                    <a:pt x="247558" y="1184781"/>
                  </a:lnTo>
                  <a:lnTo>
                    <a:pt x="247566" y="1184730"/>
                  </a:lnTo>
                  <a:lnTo>
                    <a:pt x="247572" y="1184646"/>
                  </a:lnTo>
                  <a:lnTo>
                    <a:pt x="247578" y="1184557"/>
                  </a:lnTo>
                  <a:lnTo>
                    <a:pt x="247587" y="1184492"/>
                  </a:lnTo>
                  <a:lnTo>
                    <a:pt x="247598" y="1184446"/>
                  </a:lnTo>
                  <a:lnTo>
                    <a:pt x="247620" y="1184405"/>
                  </a:lnTo>
                  <a:lnTo>
                    <a:pt x="247622" y="1184359"/>
                  </a:lnTo>
                  <a:lnTo>
                    <a:pt x="247628" y="1184317"/>
                  </a:lnTo>
                  <a:lnTo>
                    <a:pt x="247643" y="1184232"/>
                  </a:lnTo>
                  <a:lnTo>
                    <a:pt x="247659" y="1184202"/>
                  </a:lnTo>
                  <a:lnTo>
                    <a:pt x="247690" y="1184166"/>
                  </a:lnTo>
                  <a:lnTo>
                    <a:pt x="247764" y="1184124"/>
                  </a:lnTo>
                  <a:lnTo>
                    <a:pt x="247797" y="1184094"/>
                  </a:lnTo>
                  <a:lnTo>
                    <a:pt x="247822" y="1184061"/>
                  </a:lnTo>
                  <a:lnTo>
                    <a:pt x="247837" y="1184032"/>
                  </a:lnTo>
                  <a:lnTo>
                    <a:pt x="247863" y="1184012"/>
                  </a:lnTo>
                  <a:lnTo>
                    <a:pt x="247883" y="1184000"/>
                  </a:lnTo>
                  <a:lnTo>
                    <a:pt x="247957" y="1183990"/>
                  </a:lnTo>
                  <a:lnTo>
                    <a:pt x="248022" y="1183977"/>
                  </a:lnTo>
                  <a:lnTo>
                    <a:pt x="248065" y="1183961"/>
                  </a:lnTo>
                  <a:lnTo>
                    <a:pt x="248095" y="1183942"/>
                  </a:lnTo>
                  <a:lnTo>
                    <a:pt x="248115" y="1183904"/>
                  </a:lnTo>
                  <a:lnTo>
                    <a:pt x="248130" y="1183876"/>
                  </a:lnTo>
                  <a:lnTo>
                    <a:pt x="248153" y="1183844"/>
                  </a:lnTo>
                  <a:lnTo>
                    <a:pt x="248185" y="1183806"/>
                  </a:lnTo>
                  <a:lnTo>
                    <a:pt x="248210" y="1183781"/>
                  </a:lnTo>
                  <a:lnTo>
                    <a:pt x="248243" y="1183751"/>
                  </a:lnTo>
                  <a:lnTo>
                    <a:pt x="248277" y="1183734"/>
                  </a:lnTo>
                  <a:lnTo>
                    <a:pt x="248311" y="1183735"/>
                  </a:lnTo>
                  <a:lnTo>
                    <a:pt x="248356" y="1183752"/>
                  </a:lnTo>
                  <a:lnTo>
                    <a:pt x="248419" y="1183761"/>
                  </a:lnTo>
                  <a:lnTo>
                    <a:pt x="248441" y="1183761"/>
                  </a:lnTo>
                  <a:lnTo>
                    <a:pt x="248539" y="1183748"/>
                  </a:lnTo>
                  <a:lnTo>
                    <a:pt x="248562" y="1183749"/>
                  </a:lnTo>
                  <a:lnTo>
                    <a:pt x="248579" y="1183749"/>
                  </a:lnTo>
                  <a:lnTo>
                    <a:pt x="248605" y="1183753"/>
                  </a:lnTo>
                  <a:lnTo>
                    <a:pt x="248645" y="1183768"/>
                  </a:lnTo>
                  <a:lnTo>
                    <a:pt x="248664" y="1183773"/>
                  </a:lnTo>
                  <a:lnTo>
                    <a:pt x="248712" y="1183770"/>
                  </a:lnTo>
                  <a:lnTo>
                    <a:pt x="248744" y="1183760"/>
                  </a:lnTo>
                  <a:lnTo>
                    <a:pt x="248754" y="1183750"/>
                  </a:lnTo>
                  <a:lnTo>
                    <a:pt x="248759" y="1183740"/>
                  </a:lnTo>
                  <a:lnTo>
                    <a:pt x="248765" y="1183731"/>
                  </a:lnTo>
                  <a:lnTo>
                    <a:pt x="248771" y="1183729"/>
                  </a:lnTo>
                  <a:lnTo>
                    <a:pt x="248792" y="1183729"/>
                  </a:lnTo>
                  <a:lnTo>
                    <a:pt x="248805" y="1183731"/>
                  </a:lnTo>
                  <a:lnTo>
                    <a:pt x="248813" y="1183730"/>
                  </a:lnTo>
                  <a:lnTo>
                    <a:pt x="248820" y="1183727"/>
                  </a:lnTo>
                  <a:lnTo>
                    <a:pt x="248843" y="1183718"/>
                  </a:lnTo>
                  <a:lnTo>
                    <a:pt x="248874" y="1183705"/>
                  </a:lnTo>
                  <a:lnTo>
                    <a:pt x="248909" y="1183688"/>
                  </a:lnTo>
                  <a:lnTo>
                    <a:pt x="248935" y="1183674"/>
                  </a:lnTo>
                  <a:lnTo>
                    <a:pt x="248954" y="1183660"/>
                  </a:lnTo>
                  <a:lnTo>
                    <a:pt x="248974" y="1183643"/>
                  </a:lnTo>
                  <a:lnTo>
                    <a:pt x="248988" y="1183617"/>
                  </a:lnTo>
                  <a:lnTo>
                    <a:pt x="249032" y="1183552"/>
                  </a:lnTo>
                  <a:lnTo>
                    <a:pt x="249046" y="1183527"/>
                  </a:lnTo>
                  <a:lnTo>
                    <a:pt x="249059" y="1183503"/>
                  </a:lnTo>
                  <a:lnTo>
                    <a:pt x="249069" y="1183475"/>
                  </a:lnTo>
                  <a:lnTo>
                    <a:pt x="249085" y="1183424"/>
                  </a:lnTo>
                  <a:lnTo>
                    <a:pt x="249093" y="1183391"/>
                  </a:lnTo>
                  <a:lnTo>
                    <a:pt x="249099" y="1183369"/>
                  </a:lnTo>
                  <a:lnTo>
                    <a:pt x="249102" y="1183343"/>
                  </a:lnTo>
                  <a:lnTo>
                    <a:pt x="249107" y="1183327"/>
                  </a:lnTo>
                  <a:lnTo>
                    <a:pt x="249121" y="1183329"/>
                  </a:lnTo>
                  <a:lnTo>
                    <a:pt x="249144" y="1183341"/>
                  </a:lnTo>
                  <a:lnTo>
                    <a:pt x="249167" y="1183353"/>
                  </a:lnTo>
                  <a:lnTo>
                    <a:pt x="249181" y="1183358"/>
                  </a:lnTo>
                  <a:lnTo>
                    <a:pt x="249216" y="1183377"/>
                  </a:lnTo>
                  <a:lnTo>
                    <a:pt x="249235" y="1183391"/>
                  </a:lnTo>
                  <a:lnTo>
                    <a:pt x="249255" y="1183419"/>
                  </a:lnTo>
                  <a:lnTo>
                    <a:pt x="249293" y="1183461"/>
                  </a:lnTo>
                  <a:lnTo>
                    <a:pt x="249332" y="1183503"/>
                  </a:lnTo>
                  <a:lnTo>
                    <a:pt x="249375" y="1183535"/>
                  </a:lnTo>
                  <a:lnTo>
                    <a:pt x="249416" y="1183555"/>
                  </a:lnTo>
                  <a:lnTo>
                    <a:pt x="249462" y="1183575"/>
                  </a:lnTo>
                  <a:lnTo>
                    <a:pt x="249484" y="1183584"/>
                  </a:lnTo>
                  <a:lnTo>
                    <a:pt x="249533" y="1183600"/>
                  </a:lnTo>
                  <a:lnTo>
                    <a:pt x="249589" y="1183603"/>
                  </a:lnTo>
                  <a:lnTo>
                    <a:pt x="249638" y="1183606"/>
                  </a:lnTo>
                  <a:lnTo>
                    <a:pt x="249695" y="1183610"/>
                  </a:lnTo>
                  <a:lnTo>
                    <a:pt x="249726" y="1183618"/>
                  </a:lnTo>
                  <a:lnTo>
                    <a:pt x="249748" y="1183615"/>
                  </a:lnTo>
                  <a:lnTo>
                    <a:pt x="249767" y="1183601"/>
                  </a:lnTo>
                  <a:lnTo>
                    <a:pt x="249782" y="1183586"/>
                  </a:lnTo>
                  <a:lnTo>
                    <a:pt x="249797" y="1183571"/>
                  </a:lnTo>
                  <a:lnTo>
                    <a:pt x="249814" y="1183544"/>
                  </a:lnTo>
                  <a:lnTo>
                    <a:pt x="249826" y="1183509"/>
                  </a:lnTo>
                  <a:lnTo>
                    <a:pt x="249843" y="1183469"/>
                  </a:lnTo>
                  <a:lnTo>
                    <a:pt x="249855" y="1183440"/>
                  </a:lnTo>
                  <a:lnTo>
                    <a:pt x="249857" y="1183420"/>
                  </a:lnTo>
                  <a:lnTo>
                    <a:pt x="249860" y="1183398"/>
                  </a:lnTo>
                  <a:lnTo>
                    <a:pt x="249859" y="1183350"/>
                  </a:lnTo>
                  <a:lnTo>
                    <a:pt x="249859" y="1183312"/>
                  </a:lnTo>
                  <a:lnTo>
                    <a:pt x="249862" y="1183286"/>
                  </a:lnTo>
                  <a:lnTo>
                    <a:pt x="249870" y="1183260"/>
                  </a:lnTo>
                  <a:lnTo>
                    <a:pt x="249880" y="1183232"/>
                  </a:lnTo>
                  <a:lnTo>
                    <a:pt x="249889" y="1183206"/>
                  </a:lnTo>
                  <a:lnTo>
                    <a:pt x="249908" y="1183168"/>
                  </a:lnTo>
                  <a:lnTo>
                    <a:pt x="249916" y="1183137"/>
                  </a:lnTo>
                  <a:lnTo>
                    <a:pt x="249924" y="1183109"/>
                  </a:lnTo>
                  <a:lnTo>
                    <a:pt x="249942" y="1183034"/>
                  </a:lnTo>
                  <a:lnTo>
                    <a:pt x="249954" y="1183007"/>
                  </a:lnTo>
                  <a:lnTo>
                    <a:pt x="249972" y="1182980"/>
                  </a:lnTo>
                  <a:lnTo>
                    <a:pt x="249990" y="1182950"/>
                  </a:lnTo>
                  <a:lnTo>
                    <a:pt x="250009" y="1182947"/>
                  </a:lnTo>
                  <a:lnTo>
                    <a:pt x="250049" y="1182945"/>
                  </a:lnTo>
                  <a:lnTo>
                    <a:pt x="250080" y="1182942"/>
                  </a:lnTo>
                  <a:lnTo>
                    <a:pt x="250106" y="1182937"/>
                  </a:lnTo>
                  <a:lnTo>
                    <a:pt x="250128" y="1182931"/>
                  </a:lnTo>
                  <a:lnTo>
                    <a:pt x="250144" y="1182921"/>
                  </a:lnTo>
                  <a:lnTo>
                    <a:pt x="250163" y="1182907"/>
                  </a:lnTo>
                  <a:lnTo>
                    <a:pt x="250212" y="1182868"/>
                  </a:lnTo>
                  <a:lnTo>
                    <a:pt x="250255" y="1182839"/>
                  </a:lnTo>
                  <a:lnTo>
                    <a:pt x="250284" y="1182820"/>
                  </a:lnTo>
                  <a:lnTo>
                    <a:pt x="250319" y="1182803"/>
                  </a:lnTo>
                  <a:lnTo>
                    <a:pt x="250354" y="1182786"/>
                  </a:lnTo>
                  <a:lnTo>
                    <a:pt x="250384" y="1182769"/>
                  </a:lnTo>
                  <a:lnTo>
                    <a:pt x="250413" y="1182755"/>
                  </a:lnTo>
                  <a:lnTo>
                    <a:pt x="250440" y="1182737"/>
                  </a:lnTo>
                  <a:lnTo>
                    <a:pt x="250468" y="1182720"/>
                  </a:lnTo>
                  <a:lnTo>
                    <a:pt x="250518" y="1182704"/>
                  </a:lnTo>
                  <a:lnTo>
                    <a:pt x="250545" y="1182690"/>
                  </a:lnTo>
                  <a:lnTo>
                    <a:pt x="250574" y="1182673"/>
                  </a:lnTo>
                  <a:lnTo>
                    <a:pt x="250597" y="1182655"/>
                  </a:lnTo>
                  <a:lnTo>
                    <a:pt x="250622" y="1182643"/>
                  </a:lnTo>
                  <a:lnTo>
                    <a:pt x="250658" y="1182632"/>
                  </a:lnTo>
                  <a:lnTo>
                    <a:pt x="250685" y="1182628"/>
                  </a:lnTo>
                  <a:lnTo>
                    <a:pt x="250784" y="1182613"/>
                  </a:lnTo>
                  <a:lnTo>
                    <a:pt x="250804" y="1182604"/>
                  </a:lnTo>
                  <a:lnTo>
                    <a:pt x="250818" y="1182590"/>
                  </a:lnTo>
                  <a:lnTo>
                    <a:pt x="250828" y="1182573"/>
                  </a:lnTo>
                  <a:lnTo>
                    <a:pt x="250847" y="1182560"/>
                  </a:lnTo>
                  <a:lnTo>
                    <a:pt x="250876" y="1182546"/>
                  </a:lnTo>
                  <a:lnTo>
                    <a:pt x="250950" y="1182511"/>
                  </a:lnTo>
                  <a:lnTo>
                    <a:pt x="250977" y="1182502"/>
                  </a:lnTo>
                  <a:lnTo>
                    <a:pt x="251009" y="1182480"/>
                  </a:lnTo>
                  <a:lnTo>
                    <a:pt x="251030" y="1182458"/>
                  </a:lnTo>
                  <a:lnTo>
                    <a:pt x="251054" y="1182434"/>
                  </a:lnTo>
                  <a:lnTo>
                    <a:pt x="251079" y="1182405"/>
                  </a:lnTo>
                  <a:lnTo>
                    <a:pt x="251124" y="1182337"/>
                  </a:lnTo>
                  <a:lnTo>
                    <a:pt x="251146" y="1182305"/>
                  </a:lnTo>
                  <a:lnTo>
                    <a:pt x="251162" y="1182280"/>
                  </a:lnTo>
                  <a:lnTo>
                    <a:pt x="251174" y="1182251"/>
                  </a:lnTo>
                  <a:lnTo>
                    <a:pt x="251198" y="1182198"/>
                  </a:lnTo>
                  <a:lnTo>
                    <a:pt x="251211" y="1182151"/>
                  </a:lnTo>
                  <a:lnTo>
                    <a:pt x="251223" y="1182103"/>
                  </a:lnTo>
                  <a:lnTo>
                    <a:pt x="251231" y="1182066"/>
                  </a:lnTo>
                  <a:lnTo>
                    <a:pt x="251246" y="1181996"/>
                  </a:lnTo>
                  <a:lnTo>
                    <a:pt x="251249" y="1181963"/>
                  </a:lnTo>
                  <a:lnTo>
                    <a:pt x="251248" y="1181921"/>
                  </a:lnTo>
                  <a:lnTo>
                    <a:pt x="251242" y="1181895"/>
                  </a:lnTo>
                  <a:lnTo>
                    <a:pt x="251230" y="1181856"/>
                  </a:lnTo>
                  <a:lnTo>
                    <a:pt x="251221" y="1181818"/>
                  </a:lnTo>
                  <a:lnTo>
                    <a:pt x="251222" y="1181795"/>
                  </a:lnTo>
                  <a:lnTo>
                    <a:pt x="251225" y="1181780"/>
                  </a:lnTo>
                  <a:lnTo>
                    <a:pt x="251235" y="1181773"/>
                  </a:lnTo>
                  <a:lnTo>
                    <a:pt x="251261" y="1181772"/>
                  </a:lnTo>
                  <a:lnTo>
                    <a:pt x="251295" y="1181782"/>
                  </a:lnTo>
                  <a:lnTo>
                    <a:pt x="251324" y="1181797"/>
                  </a:lnTo>
                  <a:lnTo>
                    <a:pt x="251353" y="1181805"/>
                  </a:lnTo>
                  <a:lnTo>
                    <a:pt x="251397" y="1181804"/>
                  </a:lnTo>
                  <a:lnTo>
                    <a:pt x="251493" y="1181806"/>
                  </a:lnTo>
                  <a:lnTo>
                    <a:pt x="251530" y="1181799"/>
                  </a:lnTo>
                  <a:lnTo>
                    <a:pt x="251550" y="1181788"/>
                  </a:lnTo>
                  <a:lnTo>
                    <a:pt x="251570" y="1181776"/>
                  </a:lnTo>
                  <a:lnTo>
                    <a:pt x="251593" y="1181773"/>
                  </a:lnTo>
                  <a:lnTo>
                    <a:pt x="251612" y="1181774"/>
                  </a:lnTo>
                  <a:lnTo>
                    <a:pt x="251667" y="1181781"/>
                  </a:lnTo>
                  <a:lnTo>
                    <a:pt x="251710" y="1181788"/>
                  </a:lnTo>
                  <a:lnTo>
                    <a:pt x="251733" y="1181790"/>
                  </a:lnTo>
                  <a:lnTo>
                    <a:pt x="251764" y="1181787"/>
                  </a:lnTo>
                  <a:lnTo>
                    <a:pt x="251807" y="1181777"/>
                  </a:lnTo>
                  <a:lnTo>
                    <a:pt x="251829" y="1181767"/>
                  </a:lnTo>
                  <a:lnTo>
                    <a:pt x="251854" y="1181751"/>
                  </a:lnTo>
                  <a:lnTo>
                    <a:pt x="251875" y="1181734"/>
                  </a:lnTo>
                  <a:lnTo>
                    <a:pt x="251901" y="1181711"/>
                  </a:lnTo>
                  <a:lnTo>
                    <a:pt x="251913" y="1181696"/>
                  </a:lnTo>
                  <a:lnTo>
                    <a:pt x="251931" y="1181678"/>
                  </a:lnTo>
                  <a:lnTo>
                    <a:pt x="251935" y="1181662"/>
                  </a:lnTo>
                  <a:lnTo>
                    <a:pt x="251935" y="1181634"/>
                  </a:lnTo>
                  <a:lnTo>
                    <a:pt x="251951" y="1181600"/>
                  </a:lnTo>
                  <a:lnTo>
                    <a:pt x="251965" y="1181573"/>
                  </a:lnTo>
                  <a:lnTo>
                    <a:pt x="251975" y="1181549"/>
                  </a:lnTo>
                  <a:lnTo>
                    <a:pt x="251983" y="1181523"/>
                  </a:lnTo>
                  <a:lnTo>
                    <a:pt x="251992" y="1181507"/>
                  </a:lnTo>
                  <a:lnTo>
                    <a:pt x="252003" y="1181462"/>
                  </a:lnTo>
                  <a:lnTo>
                    <a:pt x="252015" y="1181436"/>
                  </a:lnTo>
                  <a:lnTo>
                    <a:pt x="252018" y="1181427"/>
                  </a:lnTo>
                  <a:lnTo>
                    <a:pt x="252020" y="1181403"/>
                  </a:lnTo>
                  <a:lnTo>
                    <a:pt x="252024" y="1181398"/>
                  </a:lnTo>
                  <a:lnTo>
                    <a:pt x="252050" y="1181383"/>
                  </a:lnTo>
                  <a:lnTo>
                    <a:pt x="252073" y="1181367"/>
                  </a:lnTo>
                  <a:lnTo>
                    <a:pt x="252125" y="1181327"/>
                  </a:lnTo>
                  <a:lnTo>
                    <a:pt x="252145" y="1181309"/>
                  </a:lnTo>
                  <a:lnTo>
                    <a:pt x="252167" y="1181279"/>
                  </a:lnTo>
                  <a:lnTo>
                    <a:pt x="252181" y="1181259"/>
                  </a:lnTo>
                  <a:lnTo>
                    <a:pt x="252204" y="1181218"/>
                  </a:lnTo>
                  <a:lnTo>
                    <a:pt x="252216" y="1181186"/>
                  </a:lnTo>
                  <a:lnTo>
                    <a:pt x="252224" y="1181156"/>
                  </a:lnTo>
                  <a:lnTo>
                    <a:pt x="252227" y="1181123"/>
                  </a:lnTo>
                  <a:lnTo>
                    <a:pt x="252254" y="1181068"/>
                  </a:lnTo>
                  <a:lnTo>
                    <a:pt x="252273" y="1181049"/>
                  </a:lnTo>
                  <a:lnTo>
                    <a:pt x="252299" y="1181028"/>
                  </a:lnTo>
                  <a:lnTo>
                    <a:pt x="252325" y="1180997"/>
                  </a:lnTo>
                  <a:lnTo>
                    <a:pt x="252339" y="1180973"/>
                  </a:lnTo>
                  <a:lnTo>
                    <a:pt x="252354" y="1180936"/>
                  </a:lnTo>
                  <a:lnTo>
                    <a:pt x="252367" y="1180919"/>
                  </a:lnTo>
                  <a:lnTo>
                    <a:pt x="252390" y="1180900"/>
                  </a:lnTo>
                  <a:lnTo>
                    <a:pt x="252413" y="1180885"/>
                  </a:lnTo>
                  <a:lnTo>
                    <a:pt x="252433" y="1180872"/>
                  </a:lnTo>
                  <a:lnTo>
                    <a:pt x="252447" y="1180861"/>
                  </a:lnTo>
                  <a:lnTo>
                    <a:pt x="252448" y="1180847"/>
                  </a:lnTo>
                  <a:lnTo>
                    <a:pt x="252444" y="1180835"/>
                  </a:lnTo>
                  <a:lnTo>
                    <a:pt x="252441" y="1180811"/>
                  </a:lnTo>
                  <a:lnTo>
                    <a:pt x="252444" y="1180785"/>
                  </a:lnTo>
                  <a:lnTo>
                    <a:pt x="252449" y="1180770"/>
                  </a:lnTo>
                  <a:lnTo>
                    <a:pt x="252457" y="1180756"/>
                  </a:lnTo>
                  <a:lnTo>
                    <a:pt x="252497" y="1180714"/>
                  </a:lnTo>
                  <a:lnTo>
                    <a:pt x="252512" y="1180701"/>
                  </a:lnTo>
                  <a:lnTo>
                    <a:pt x="252547" y="1180684"/>
                  </a:lnTo>
                  <a:lnTo>
                    <a:pt x="252578" y="1180686"/>
                  </a:lnTo>
                  <a:lnTo>
                    <a:pt x="252606" y="1180695"/>
                  </a:lnTo>
                  <a:lnTo>
                    <a:pt x="252653" y="1180717"/>
                  </a:lnTo>
                  <a:lnTo>
                    <a:pt x="252720" y="1180744"/>
                  </a:lnTo>
                  <a:lnTo>
                    <a:pt x="252810" y="1180760"/>
                  </a:lnTo>
                  <a:lnTo>
                    <a:pt x="252853" y="1180767"/>
                  </a:lnTo>
                  <a:lnTo>
                    <a:pt x="252880" y="1180768"/>
                  </a:lnTo>
                  <a:lnTo>
                    <a:pt x="252886" y="1180761"/>
                  </a:lnTo>
                  <a:lnTo>
                    <a:pt x="252884" y="1180747"/>
                  </a:lnTo>
                  <a:lnTo>
                    <a:pt x="252875" y="1180725"/>
                  </a:lnTo>
                  <a:lnTo>
                    <a:pt x="252876" y="1180684"/>
                  </a:lnTo>
                  <a:lnTo>
                    <a:pt x="252881" y="1180653"/>
                  </a:lnTo>
                  <a:lnTo>
                    <a:pt x="252891" y="1180623"/>
                  </a:lnTo>
                  <a:lnTo>
                    <a:pt x="252899" y="1180588"/>
                  </a:lnTo>
                  <a:lnTo>
                    <a:pt x="252916" y="1180551"/>
                  </a:lnTo>
                  <a:lnTo>
                    <a:pt x="252931" y="1180540"/>
                  </a:lnTo>
                  <a:lnTo>
                    <a:pt x="252951" y="1180525"/>
                  </a:lnTo>
                  <a:lnTo>
                    <a:pt x="252974" y="1180518"/>
                  </a:lnTo>
                  <a:lnTo>
                    <a:pt x="252988" y="1180509"/>
                  </a:lnTo>
                  <a:lnTo>
                    <a:pt x="252995" y="1180494"/>
                  </a:lnTo>
                  <a:lnTo>
                    <a:pt x="253006" y="1180473"/>
                  </a:lnTo>
                  <a:lnTo>
                    <a:pt x="253016" y="1180444"/>
                  </a:lnTo>
                  <a:lnTo>
                    <a:pt x="253038" y="1180387"/>
                  </a:lnTo>
                  <a:lnTo>
                    <a:pt x="253047" y="1180362"/>
                  </a:lnTo>
                  <a:lnTo>
                    <a:pt x="253059" y="1180334"/>
                  </a:lnTo>
                  <a:lnTo>
                    <a:pt x="253077" y="1180307"/>
                  </a:lnTo>
                  <a:lnTo>
                    <a:pt x="253108" y="1180268"/>
                  </a:lnTo>
                  <a:lnTo>
                    <a:pt x="253119" y="1180247"/>
                  </a:lnTo>
                  <a:lnTo>
                    <a:pt x="253129" y="1180214"/>
                  </a:lnTo>
                  <a:lnTo>
                    <a:pt x="253142" y="1180177"/>
                  </a:lnTo>
                  <a:lnTo>
                    <a:pt x="253142" y="1180135"/>
                  </a:lnTo>
                  <a:lnTo>
                    <a:pt x="253134" y="1180095"/>
                  </a:lnTo>
                  <a:lnTo>
                    <a:pt x="253123" y="1180057"/>
                  </a:lnTo>
                  <a:lnTo>
                    <a:pt x="253119" y="1180042"/>
                  </a:lnTo>
                  <a:lnTo>
                    <a:pt x="253106" y="1180010"/>
                  </a:lnTo>
                  <a:lnTo>
                    <a:pt x="253092" y="1179990"/>
                  </a:lnTo>
                  <a:lnTo>
                    <a:pt x="253080" y="1179973"/>
                  </a:lnTo>
                  <a:lnTo>
                    <a:pt x="253071" y="1179945"/>
                  </a:lnTo>
                  <a:lnTo>
                    <a:pt x="253060" y="1179906"/>
                  </a:lnTo>
                  <a:lnTo>
                    <a:pt x="253047" y="1179871"/>
                  </a:lnTo>
                  <a:lnTo>
                    <a:pt x="253036" y="1179847"/>
                  </a:lnTo>
                  <a:lnTo>
                    <a:pt x="253031" y="1179820"/>
                  </a:lnTo>
                  <a:lnTo>
                    <a:pt x="253026" y="1179787"/>
                  </a:lnTo>
                  <a:lnTo>
                    <a:pt x="253017" y="1179738"/>
                  </a:lnTo>
                  <a:lnTo>
                    <a:pt x="253001" y="1179697"/>
                  </a:lnTo>
                  <a:lnTo>
                    <a:pt x="252989" y="1179666"/>
                  </a:lnTo>
                  <a:lnTo>
                    <a:pt x="252987" y="1179658"/>
                  </a:lnTo>
                  <a:lnTo>
                    <a:pt x="252983" y="1179618"/>
                  </a:lnTo>
                  <a:lnTo>
                    <a:pt x="252987" y="1179591"/>
                  </a:lnTo>
                  <a:lnTo>
                    <a:pt x="252984" y="1179565"/>
                  </a:lnTo>
                  <a:lnTo>
                    <a:pt x="252970" y="1179543"/>
                  </a:lnTo>
                  <a:lnTo>
                    <a:pt x="252959" y="1179529"/>
                  </a:lnTo>
                  <a:lnTo>
                    <a:pt x="252938" y="1179484"/>
                  </a:lnTo>
                  <a:lnTo>
                    <a:pt x="252920" y="1179447"/>
                  </a:lnTo>
                  <a:lnTo>
                    <a:pt x="252905" y="1179414"/>
                  </a:lnTo>
                  <a:lnTo>
                    <a:pt x="252897" y="1179404"/>
                  </a:lnTo>
                  <a:lnTo>
                    <a:pt x="252887" y="1179396"/>
                  </a:lnTo>
                  <a:lnTo>
                    <a:pt x="252843" y="1179361"/>
                  </a:lnTo>
                  <a:lnTo>
                    <a:pt x="252825" y="1179347"/>
                  </a:lnTo>
                  <a:lnTo>
                    <a:pt x="252806" y="1179337"/>
                  </a:lnTo>
                  <a:lnTo>
                    <a:pt x="252785" y="1179334"/>
                  </a:lnTo>
                  <a:lnTo>
                    <a:pt x="252760" y="1179336"/>
                  </a:lnTo>
                  <a:lnTo>
                    <a:pt x="252737" y="1179344"/>
                  </a:lnTo>
                  <a:lnTo>
                    <a:pt x="252713" y="1179345"/>
                  </a:lnTo>
                  <a:lnTo>
                    <a:pt x="252623" y="1179336"/>
                  </a:lnTo>
                  <a:lnTo>
                    <a:pt x="252593" y="1179330"/>
                  </a:lnTo>
                  <a:lnTo>
                    <a:pt x="252564" y="1179316"/>
                  </a:lnTo>
                  <a:lnTo>
                    <a:pt x="252519" y="1179297"/>
                  </a:lnTo>
                  <a:lnTo>
                    <a:pt x="252489" y="1179294"/>
                  </a:lnTo>
                  <a:lnTo>
                    <a:pt x="252454" y="1179288"/>
                  </a:lnTo>
                  <a:lnTo>
                    <a:pt x="252414" y="1179268"/>
                  </a:lnTo>
                  <a:lnTo>
                    <a:pt x="252389" y="1179253"/>
                  </a:lnTo>
                  <a:lnTo>
                    <a:pt x="252361" y="1179233"/>
                  </a:lnTo>
                  <a:lnTo>
                    <a:pt x="252325" y="1179207"/>
                  </a:lnTo>
                  <a:lnTo>
                    <a:pt x="252297" y="1179177"/>
                  </a:lnTo>
                  <a:lnTo>
                    <a:pt x="252285" y="1179149"/>
                  </a:lnTo>
                  <a:lnTo>
                    <a:pt x="252278" y="1179120"/>
                  </a:lnTo>
                  <a:lnTo>
                    <a:pt x="252273" y="1179088"/>
                  </a:lnTo>
                  <a:lnTo>
                    <a:pt x="252259" y="1179052"/>
                  </a:lnTo>
                  <a:lnTo>
                    <a:pt x="252240" y="1179019"/>
                  </a:lnTo>
                  <a:lnTo>
                    <a:pt x="252232" y="1178997"/>
                  </a:lnTo>
                  <a:lnTo>
                    <a:pt x="252223" y="1178987"/>
                  </a:lnTo>
                  <a:lnTo>
                    <a:pt x="252204" y="1178979"/>
                  </a:lnTo>
                  <a:lnTo>
                    <a:pt x="252178" y="1178966"/>
                  </a:lnTo>
                  <a:lnTo>
                    <a:pt x="252162" y="1178953"/>
                  </a:lnTo>
                  <a:lnTo>
                    <a:pt x="252137" y="1178929"/>
                  </a:lnTo>
                  <a:lnTo>
                    <a:pt x="252127" y="1178904"/>
                  </a:lnTo>
                  <a:lnTo>
                    <a:pt x="252117" y="1178880"/>
                  </a:lnTo>
                  <a:lnTo>
                    <a:pt x="252107" y="1178871"/>
                  </a:lnTo>
                  <a:lnTo>
                    <a:pt x="252090" y="1178868"/>
                  </a:lnTo>
                  <a:lnTo>
                    <a:pt x="252062" y="1178866"/>
                  </a:lnTo>
                  <a:lnTo>
                    <a:pt x="252039" y="1178856"/>
                  </a:lnTo>
                  <a:lnTo>
                    <a:pt x="252017" y="1178832"/>
                  </a:lnTo>
                  <a:lnTo>
                    <a:pt x="251987" y="1178786"/>
                  </a:lnTo>
                  <a:lnTo>
                    <a:pt x="251974" y="1178757"/>
                  </a:lnTo>
                  <a:lnTo>
                    <a:pt x="251961" y="1178734"/>
                  </a:lnTo>
                  <a:lnTo>
                    <a:pt x="251946" y="1178716"/>
                  </a:lnTo>
                  <a:lnTo>
                    <a:pt x="251933" y="1178702"/>
                  </a:lnTo>
                  <a:lnTo>
                    <a:pt x="251898" y="1178672"/>
                  </a:lnTo>
                  <a:lnTo>
                    <a:pt x="251880" y="1178656"/>
                  </a:lnTo>
                  <a:lnTo>
                    <a:pt x="251868" y="1178632"/>
                  </a:lnTo>
                  <a:lnTo>
                    <a:pt x="251856" y="1178601"/>
                  </a:lnTo>
                  <a:lnTo>
                    <a:pt x="251851" y="1178587"/>
                  </a:lnTo>
                  <a:lnTo>
                    <a:pt x="251846" y="1178569"/>
                  </a:lnTo>
                  <a:lnTo>
                    <a:pt x="251838" y="1178554"/>
                  </a:lnTo>
                  <a:lnTo>
                    <a:pt x="251828" y="1178545"/>
                  </a:lnTo>
                  <a:lnTo>
                    <a:pt x="251816" y="1178538"/>
                  </a:lnTo>
                  <a:lnTo>
                    <a:pt x="251799" y="1178529"/>
                  </a:lnTo>
                  <a:lnTo>
                    <a:pt x="251768" y="1178509"/>
                  </a:lnTo>
                  <a:lnTo>
                    <a:pt x="251744" y="1178505"/>
                  </a:lnTo>
                  <a:lnTo>
                    <a:pt x="251717" y="1178503"/>
                  </a:lnTo>
                  <a:lnTo>
                    <a:pt x="251687" y="1178506"/>
                  </a:lnTo>
                  <a:lnTo>
                    <a:pt x="251624" y="1178517"/>
                  </a:lnTo>
                  <a:lnTo>
                    <a:pt x="251584" y="1178519"/>
                  </a:lnTo>
                  <a:lnTo>
                    <a:pt x="251551" y="1178519"/>
                  </a:lnTo>
                  <a:lnTo>
                    <a:pt x="251513" y="1178525"/>
                  </a:lnTo>
                  <a:lnTo>
                    <a:pt x="251489" y="1178531"/>
                  </a:lnTo>
                  <a:lnTo>
                    <a:pt x="251472" y="1178532"/>
                  </a:lnTo>
                  <a:lnTo>
                    <a:pt x="251438" y="1178520"/>
                  </a:lnTo>
                  <a:lnTo>
                    <a:pt x="251406" y="1178509"/>
                  </a:lnTo>
                  <a:lnTo>
                    <a:pt x="251382" y="1178496"/>
                  </a:lnTo>
                  <a:lnTo>
                    <a:pt x="251350" y="1178486"/>
                  </a:lnTo>
                  <a:lnTo>
                    <a:pt x="251335" y="1178469"/>
                  </a:lnTo>
                  <a:lnTo>
                    <a:pt x="251320" y="1178441"/>
                  </a:lnTo>
                  <a:lnTo>
                    <a:pt x="251308" y="1178409"/>
                  </a:lnTo>
                  <a:lnTo>
                    <a:pt x="251281" y="1178366"/>
                  </a:lnTo>
                  <a:lnTo>
                    <a:pt x="251268" y="1178328"/>
                  </a:lnTo>
                  <a:lnTo>
                    <a:pt x="251262" y="1178313"/>
                  </a:lnTo>
                  <a:lnTo>
                    <a:pt x="251247" y="1178301"/>
                  </a:lnTo>
                  <a:lnTo>
                    <a:pt x="251229" y="1178287"/>
                  </a:lnTo>
                  <a:lnTo>
                    <a:pt x="251194" y="1178235"/>
                  </a:lnTo>
                  <a:lnTo>
                    <a:pt x="251176" y="1178202"/>
                  </a:lnTo>
                  <a:lnTo>
                    <a:pt x="251147" y="1178171"/>
                  </a:lnTo>
                  <a:lnTo>
                    <a:pt x="251121" y="1178130"/>
                  </a:lnTo>
                  <a:lnTo>
                    <a:pt x="251102" y="1178099"/>
                  </a:lnTo>
                  <a:lnTo>
                    <a:pt x="251085" y="1178079"/>
                  </a:lnTo>
                  <a:lnTo>
                    <a:pt x="251063" y="1178058"/>
                  </a:lnTo>
                  <a:lnTo>
                    <a:pt x="251034" y="1178034"/>
                  </a:lnTo>
                  <a:lnTo>
                    <a:pt x="251008" y="1178000"/>
                  </a:lnTo>
                  <a:lnTo>
                    <a:pt x="251003" y="1177984"/>
                  </a:lnTo>
                  <a:lnTo>
                    <a:pt x="251003" y="1177959"/>
                  </a:lnTo>
                  <a:lnTo>
                    <a:pt x="251006" y="1177936"/>
                  </a:lnTo>
                  <a:lnTo>
                    <a:pt x="251003" y="1177911"/>
                  </a:lnTo>
                  <a:lnTo>
                    <a:pt x="250998" y="1177873"/>
                  </a:lnTo>
                  <a:lnTo>
                    <a:pt x="250985" y="1177841"/>
                  </a:lnTo>
                  <a:lnTo>
                    <a:pt x="250966" y="1177804"/>
                  </a:lnTo>
                  <a:lnTo>
                    <a:pt x="250953" y="1177785"/>
                  </a:lnTo>
                  <a:lnTo>
                    <a:pt x="250933" y="1177750"/>
                  </a:lnTo>
                  <a:lnTo>
                    <a:pt x="250928" y="1177729"/>
                  </a:lnTo>
                  <a:lnTo>
                    <a:pt x="250927" y="1177706"/>
                  </a:lnTo>
                  <a:lnTo>
                    <a:pt x="250929" y="1177678"/>
                  </a:lnTo>
                  <a:lnTo>
                    <a:pt x="250922" y="1177635"/>
                  </a:lnTo>
                  <a:lnTo>
                    <a:pt x="250919" y="1177605"/>
                  </a:lnTo>
                  <a:lnTo>
                    <a:pt x="250918" y="1177578"/>
                  </a:lnTo>
                  <a:lnTo>
                    <a:pt x="250908" y="1177551"/>
                  </a:lnTo>
                  <a:lnTo>
                    <a:pt x="250899" y="1177525"/>
                  </a:lnTo>
                  <a:lnTo>
                    <a:pt x="250888" y="1177507"/>
                  </a:lnTo>
                  <a:lnTo>
                    <a:pt x="250879" y="1177487"/>
                  </a:lnTo>
                  <a:lnTo>
                    <a:pt x="250855" y="1177453"/>
                  </a:lnTo>
                  <a:lnTo>
                    <a:pt x="250847" y="1177429"/>
                  </a:lnTo>
                  <a:lnTo>
                    <a:pt x="250850" y="1177406"/>
                  </a:lnTo>
                  <a:lnTo>
                    <a:pt x="250859" y="1177376"/>
                  </a:lnTo>
                  <a:lnTo>
                    <a:pt x="250862" y="1177344"/>
                  </a:lnTo>
                  <a:lnTo>
                    <a:pt x="250875" y="1177328"/>
                  </a:lnTo>
                  <a:lnTo>
                    <a:pt x="250891" y="1177314"/>
                  </a:lnTo>
                  <a:lnTo>
                    <a:pt x="250920" y="1177282"/>
                  </a:lnTo>
                  <a:lnTo>
                    <a:pt x="250927" y="1177254"/>
                  </a:lnTo>
                  <a:lnTo>
                    <a:pt x="250928" y="1177220"/>
                  </a:lnTo>
                  <a:lnTo>
                    <a:pt x="250921" y="1177190"/>
                  </a:lnTo>
                  <a:lnTo>
                    <a:pt x="250905" y="1177147"/>
                  </a:lnTo>
                  <a:lnTo>
                    <a:pt x="250899" y="1177115"/>
                  </a:lnTo>
                  <a:lnTo>
                    <a:pt x="250892" y="1177092"/>
                  </a:lnTo>
                  <a:lnTo>
                    <a:pt x="250887" y="1177061"/>
                  </a:lnTo>
                  <a:lnTo>
                    <a:pt x="250888" y="1177003"/>
                  </a:lnTo>
                  <a:lnTo>
                    <a:pt x="250888" y="1176997"/>
                  </a:lnTo>
                  <a:lnTo>
                    <a:pt x="250882" y="1176984"/>
                  </a:lnTo>
                  <a:lnTo>
                    <a:pt x="250872" y="1176965"/>
                  </a:lnTo>
                  <a:lnTo>
                    <a:pt x="250860" y="1176936"/>
                  </a:lnTo>
                  <a:lnTo>
                    <a:pt x="250852" y="1176915"/>
                  </a:lnTo>
                  <a:lnTo>
                    <a:pt x="250847" y="1176883"/>
                  </a:lnTo>
                  <a:lnTo>
                    <a:pt x="250846" y="1176869"/>
                  </a:lnTo>
                  <a:lnTo>
                    <a:pt x="250856" y="1176827"/>
                  </a:lnTo>
                  <a:lnTo>
                    <a:pt x="250859" y="1176801"/>
                  </a:lnTo>
                  <a:lnTo>
                    <a:pt x="250868" y="1176744"/>
                  </a:lnTo>
                  <a:lnTo>
                    <a:pt x="250878" y="1176703"/>
                  </a:lnTo>
                  <a:lnTo>
                    <a:pt x="250893" y="1176674"/>
                  </a:lnTo>
                  <a:lnTo>
                    <a:pt x="250897" y="1176629"/>
                  </a:lnTo>
                  <a:lnTo>
                    <a:pt x="250897" y="1176594"/>
                  </a:lnTo>
                  <a:lnTo>
                    <a:pt x="250899" y="1176573"/>
                  </a:lnTo>
                  <a:lnTo>
                    <a:pt x="250909" y="1176553"/>
                  </a:lnTo>
                  <a:lnTo>
                    <a:pt x="250935" y="1176523"/>
                  </a:lnTo>
                  <a:lnTo>
                    <a:pt x="250955" y="1176490"/>
                  </a:lnTo>
                  <a:lnTo>
                    <a:pt x="250979" y="1176451"/>
                  </a:lnTo>
                  <a:lnTo>
                    <a:pt x="250983" y="1176423"/>
                  </a:lnTo>
                  <a:lnTo>
                    <a:pt x="250981" y="1176400"/>
                  </a:lnTo>
                  <a:lnTo>
                    <a:pt x="250978" y="1176383"/>
                  </a:lnTo>
                  <a:lnTo>
                    <a:pt x="250965" y="1176361"/>
                  </a:lnTo>
                  <a:lnTo>
                    <a:pt x="250949" y="1176330"/>
                  </a:lnTo>
                  <a:lnTo>
                    <a:pt x="250923" y="1176285"/>
                  </a:lnTo>
                  <a:lnTo>
                    <a:pt x="250903" y="1176242"/>
                  </a:lnTo>
                  <a:lnTo>
                    <a:pt x="250880" y="1176204"/>
                  </a:lnTo>
                  <a:lnTo>
                    <a:pt x="250863" y="1176179"/>
                  </a:lnTo>
                  <a:lnTo>
                    <a:pt x="250857" y="1176177"/>
                  </a:lnTo>
                  <a:lnTo>
                    <a:pt x="250846" y="1176177"/>
                  </a:lnTo>
                  <a:lnTo>
                    <a:pt x="250834" y="1176179"/>
                  </a:lnTo>
                  <a:lnTo>
                    <a:pt x="250807" y="1176189"/>
                  </a:lnTo>
                  <a:lnTo>
                    <a:pt x="250766" y="1176204"/>
                  </a:lnTo>
                  <a:lnTo>
                    <a:pt x="250726" y="1176216"/>
                  </a:lnTo>
                  <a:lnTo>
                    <a:pt x="250694" y="1176222"/>
                  </a:lnTo>
                  <a:lnTo>
                    <a:pt x="250665" y="1176228"/>
                  </a:lnTo>
                  <a:lnTo>
                    <a:pt x="250631" y="1176235"/>
                  </a:lnTo>
                  <a:lnTo>
                    <a:pt x="250618" y="1176241"/>
                  </a:lnTo>
                  <a:lnTo>
                    <a:pt x="250578" y="1176268"/>
                  </a:lnTo>
                  <a:lnTo>
                    <a:pt x="250545" y="1176293"/>
                  </a:lnTo>
                  <a:lnTo>
                    <a:pt x="250515" y="1176303"/>
                  </a:lnTo>
                  <a:lnTo>
                    <a:pt x="250495" y="1176315"/>
                  </a:lnTo>
                  <a:lnTo>
                    <a:pt x="250474" y="1176335"/>
                  </a:lnTo>
                  <a:lnTo>
                    <a:pt x="250451" y="1176357"/>
                  </a:lnTo>
                  <a:lnTo>
                    <a:pt x="250427" y="1176392"/>
                  </a:lnTo>
                  <a:lnTo>
                    <a:pt x="250401" y="1176419"/>
                  </a:lnTo>
                  <a:lnTo>
                    <a:pt x="250376" y="1176432"/>
                  </a:lnTo>
                  <a:lnTo>
                    <a:pt x="250357" y="1176437"/>
                  </a:lnTo>
                  <a:lnTo>
                    <a:pt x="250322" y="1176442"/>
                  </a:lnTo>
                  <a:lnTo>
                    <a:pt x="250298" y="1176438"/>
                  </a:lnTo>
                  <a:lnTo>
                    <a:pt x="250253" y="1176431"/>
                  </a:lnTo>
                  <a:lnTo>
                    <a:pt x="250224" y="1176425"/>
                  </a:lnTo>
                  <a:lnTo>
                    <a:pt x="250189" y="1176419"/>
                  </a:lnTo>
                  <a:lnTo>
                    <a:pt x="250167" y="1176423"/>
                  </a:lnTo>
                  <a:lnTo>
                    <a:pt x="250131" y="1176432"/>
                  </a:lnTo>
                  <a:lnTo>
                    <a:pt x="250104" y="1176435"/>
                  </a:lnTo>
                  <a:lnTo>
                    <a:pt x="250067" y="1176429"/>
                  </a:lnTo>
                  <a:lnTo>
                    <a:pt x="250032" y="1176429"/>
                  </a:lnTo>
                  <a:lnTo>
                    <a:pt x="250014" y="1176430"/>
                  </a:lnTo>
                  <a:lnTo>
                    <a:pt x="250004" y="1176438"/>
                  </a:lnTo>
                  <a:lnTo>
                    <a:pt x="249987" y="1176447"/>
                  </a:lnTo>
                  <a:lnTo>
                    <a:pt x="249956" y="1176454"/>
                  </a:lnTo>
                  <a:lnTo>
                    <a:pt x="249915" y="1176457"/>
                  </a:lnTo>
                  <a:lnTo>
                    <a:pt x="249882" y="1176468"/>
                  </a:lnTo>
                  <a:lnTo>
                    <a:pt x="249857" y="1176477"/>
                  </a:lnTo>
                  <a:lnTo>
                    <a:pt x="249829" y="1176492"/>
                  </a:lnTo>
                  <a:lnTo>
                    <a:pt x="249787" y="1176498"/>
                  </a:lnTo>
                  <a:lnTo>
                    <a:pt x="249752" y="1176497"/>
                  </a:lnTo>
                  <a:lnTo>
                    <a:pt x="249710" y="1176487"/>
                  </a:lnTo>
                  <a:lnTo>
                    <a:pt x="249694" y="1176486"/>
                  </a:lnTo>
                  <a:lnTo>
                    <a:pt x="249669" y="1176491"/>
                  </a:lnTo>
                  <a:lnTo>
                    <a:pt x="249650" y="1176496"/>
                  </a:lnTo>
                  <a:lnTo>
                    <a:pt x="249626" y="1176509"/>
                  </a:lnTo>
                  <a:lnTo>
                    <a:pt x="249577" y="1176540"/>
                  </a:lnTo>
                  <a:lnTo>
                    <a:pt x="249518" y="1176556"/>
                  </a:lnTo>
                  <a:lnTo>
                    <a:pt x="249469" y="1176564"/>
                  </a:lnTo>
                  <a:lnTo>
                    <a:pt x="249431" y="1176572"/>
                  </a:lnTo>
                  <a:lnTo>
                    <a:pt x="249379" y="1176575"/>
                  </a:lnTo>
                  <a:lnTo>
                    <a:pt x="249343" y="1176579"/>
                  </a:lnTo>
                  <a:lnTo>
                    <a:pt x="249312" y="1176575"/>
                  </a:lnTo>
                  <a:lnTo>
                    <a:pt x="249270" y="1176571"/>
                  </a:lnTo>
                  <a:lnTo>
                    <a:pt x="249198" y="1176571"/>
                  </a:lnTo>
                  <a:lnTo>
                    <a:pt x="249158" y="1176564"/>
                  </a:lnTo>
                  <a:lnTo>
                    <a:pt x="249123" y="1176561"/>
                  </a:lnTo>
                  <a:lnTo>
                    <a:pt x="249085" y="1176559"/>
                  </a:lnTo>
                  <a:lnTo>
                    <a:pt x="249065" y="1176556"/>
                  </a:lnTo>
                  <a:lnTo>
                    <a:pt x="249018" y="1176531"/>
                  </a:lnTo>
                  <a:lnTo>
                    <a:pt x="248982" y="1176505"/>
                  </a:lnTo>
                  <a:lnTo>
                    <a:pt x="248938" y="1176482"/>
                  </a:lnTo>
                  <a:lnTo>
                    <a:pt x="248894" y="1176457"/>
                  </a:lnTo>
                  <a:lnTo>
                    <a:pt x="248852" y="1176434"/>
                  </a:lnTo>
                  <a:lnTo>
                    <a:pt x="248825" y="1176426"/>
                  </a:lnTo>
                  <a:lnTo>
                    <a:pt x="248805" y="1176412"/>
                  </a:lnTo>
                  <a:lnTo>
                    <a:pt x="248777" y="1176384"/>
                  </a:lnTo>
                  <a:lnTo>
                    <a:pt x="248753" y="1176356"/>
                  </a:lnTo>
                  <a:lnTo>
                    <a:pt x="248737" y="1176347"/>
                  </a:lnTo>
                  <a:lnTo>
                    <a:pt x="248709" y="1176325"/>
                  </a:lnTo>
                  <a:lnTo>
                    <a:pt x="248684" y="1176303"/>
                  </a:lnTo>
                  <a:lnTo>
                    <a:pt x="248661" y="1176291"/>
                  </a:lnTo>
                  <a:lnTo>
                    <a:pt x="248649" y="1176289"/>
                  </a:lnTo>
                  <a:lnTo>
                    <a:pt x="248632" y="1176284"/>
                  </a:lnTo>
                  <a:lnTo>
                    <a:pt x="248621" y="1176270"/>
                  </a:lnTo>
                  <a:lnTo>
                    <a:pt x="248607" y="1176240"/>
                  </a:lnTo>
                  <a:lnTo>
                    <a:pt x="248603" y="1176232"/>
                  </a:lnTo>
                  <a:lnTo>
                    <a:pt x="248587" y="1176198"/>
                  </a:lnTo>
                  <a:lnTo>
                    <a:pt x="248562" y="1176158"/>
                  </a:lnTo>
                  <a:lnTo>
                    <a:pt x="248558" y="1176153"/>
                  </a:lnTo>
                  <a:lnTo>
                    <a:pt x="248539" y="1176121"/>
                  </a:lnTo>
                  <a:lnTo>
                    <a:pt x="248531" y="1176089"/>
                  </a:lnTo>
                  <a:lnTo>
                    <a:pt x="248524" y="1176044"/>
                  </a:lnTo>
                  <a:lnTo>
                    <a:pt x="248524" y="1176021"/>
                  </a:lnTo>
                  <a:lnTo>
                    <a:pt x="248526" y="1176006"/>
                  </a:lnTo>
                  <a:lnTo>
                    <a:pt x="248530" y="1175995"/>
                  </a:lnTo>
                  <a:lnTo>
                    <a:pt x="248539" y="1175988"/>
                  </a:lnTo>
                  <a:lnTo>
                    <a:pt x="248548" y="1175980"/>
                  </a:lnTo>
                  <a:lnTo>
                    <a:pt x="248562" y="1175962"/>
                  </a:lnTo>
                  <a:lnTo>
                    <a:pt x="248576" y="1175945"/>
                  </a:lnTo>
                  <a:lnTo>
                    <a:pt x="248603" y="1175933"/>
                  </a:lnTo>
                  <a:lnTo>
                    <a:pt x="248611" y="1175929"/>
                  </a:lnTo>
                  <a:lnTo>
                    <a:pt x="248635" y="1175921"/>
                  </a:lnTo>
                  <a:lnTo>
                    <a:pt x="248652" y="1175902"/>
                  </a:lnTo>
                  <a:lnTo>
                    <a:pt x="248668" y="1175878"/>
                  </a:lnTo>
                  <a:lnTo>
                    <a:pt x="248697" y="1175851"/>
                  </a:lnTo>
                  <a:lnTo>
                    <a:pt x="248711" y="1175834"/>
                  </a:lnTo>
                  <a:lnTo>
                    <a:pt x="248736" y="1175807"/>
                  </a:lnTo>
                  <a:lnTo>
                    <a:pt x="248758" y="1175786"/>
                  </a:lnTo>
                  <a:lnTo>
                    <a:pt x="248757" y="1175769"/>
                  </a:lnTo>
                  <a:lnTo>
                    <a:pt x="248747" y="1175753"/>
                  </a:lnTo>
                  <a:lnTo>
                    <a:pt x="248735" y="1175732"/>
                  </a:lnTo>
                  <a:lnTo>
                    <a:pt x="248713" y="1175694"/>
                  </a:lnTo>
                  <a:lnTo>
                    <a:pt x="248711" y="1175675"/>
                  </a:lnTo>
                  <a:lnTo>
                    <a:pt x="248710" y="1175648"/>
                  </a:lnTo>
                  <a:lnTo>
                    <a:pt x="248709" y="1175621"/>
                  </a:lnTo>
                  <a:lnTo>
                    <a:pt x="248712" y="1175599"/>
                  </a:lnTo>
                  <a:lnTo>
                    <a:pt x="248722" y="1175565"/>
                  </a:lnTo>
                  <a:lnTo>
                    <a:pt x="248727" y="1175539"/>
                  </a:lnTo>
                  <a:lnTo>
                    <a:pt x="248748" y="1175496"/>
                  </a:lnTo>
                  <a:lnTo>
                    <a:pt x="248753" y="1175478"/>
                  </a:lnTo>
                  <a:lnTo>
                    <a:pt x="248750" y="1175469"/>
                  </a:lnTo>
                  <a:lnTo>
                    <a:pt x="248734" y="1175453"/>
                  </a:lnTo>
                  <a:lnTo>
                    <a:pt x="248711" y="1175420"/>
                  </a:lnTo>
                  <a:lnTo>
                    <a:pt x="248679" y="1175379"/>
                  </a:lnTo>
                  <a:lnTo>
                    <a:pt x="248618" y="1175302"/>
                  </a:lnTo>
                  <a:lnTo>
                    <a:pt x="248603" y="1175287"/>
                  </a:lnTo>
                  <a:lnTo>
                    <a:pt x="248573" y="1175255"/>
                  </a:lnTo>
                  <a:lnTo>
                    <a:pt x="248562" y="1175245"/>
                  </a:lnTo>
                  <a:lnTo>
                    <a:pt x="248539" y="1175225"/>
                  </a:lnTo>
                  <a:lnTo>
                    <a:pt x="248530" y="1175220"/>
                  </a:lnTo>
                  <a:lnTo>
                    <a:pt x="248499" y="1175199"/>
                  </a:lnTo>
                  <a:lnTo>
                    <a:pt x="248481" y="1175178"/>
                  </a:lnTo>
                  <a:lnTo>
                    <a:pt x="248464" y="1175152"/>
                  </a:lnTo>
                  <a:lnTo>
                    <a:pt x="248452" y="1175137"/>
                  </a:lnTo>
                  <a:lnTo>
                    <a:pt x="248429" y="1175097"/>
                  </a:lnTo>
                  <a:lnTo>
                    <a:pt x="248417" y="1175068"/>
                  </a:lnTo>
                  <a:lnTo>
                    <a:pt x="248403" y="1175041"/>
                  </a:lnTo>
                  <a:lnTo>
                    <a:pt x="248380" y="1175003"/>
                  </a:lnTo>
                  <a:lnTo>
                    <a:pt x="248372" y="1174982"/>
                  </a:lnTo>
                  <a:lnTo>
                    <a:pt x="248356" y="1174958"/>
                  </a:lnTo>
                  <a:lnTo>
                    <a:pt x="248325" y="1174918"/>
                  </a:lnTo>
                  <a:lnTo>
                    <a:pt x="248315" y="1174897"/>
                  </a:lnTo>
                  <a:lnTo>
                    <a:pt x="248311" y="1174881"/>
                  </a:lnTo>
                  <a:lnTo>
                    <a:pt x="248310" y="1174871"/>
                  </a:lnTo>
                  <a:lnTo>
                    <a:pt x="248316" y="1174839"/>
                  </a:lnTo>
                  <a:lnTo>
                    <a:pt x="248316" y="1174804"/>
                  </a:lnTo>
                  <a:lnTo>
                    <a:pt x="248317" y="1174776"/>
                  </a:lnTo>
                  <a:lnTo>
                    <a:pt x="248321" y="1174754"/>
                  </a:lnTo>
                  <a:lnTo>
                    <a:pt x="248320" y="1174732"/>
                  </a:lnTo>
                  <a:lnTo>
                    <a:pt x="248319" y="1174718"/>
                  </a:lnTo>
                  <a:lnTo>
                    <a:pt x="248313" y="1174699"/>
                  </a:lnTo>
                  <a:lnTo>
                    <a:pt x="248310" y="1174681"/>
                  </a:lnTo>
                  <a:lnTo>
                    <a:pt x="248311" y="1174662"/>
                  </a:lnTo>
                  <a:lnTo>
                    <a:pt x="248311" y="1174638"/>
                  </a:lnTo>
                  <a:lnTo>
                    <a:pt x="248308" y="1174613"/>
                  </a:lnTo>
                  <a:lnTo>
                    <a:pt x="248302" y="1174583"/>
                  </a:lnTo>
                  <a:lnTo>
                    <a:pt x="248298" y="1174554"/>
                  </a:lnTo>
                  <a:lnTo>
                    <a:pt x="248284" y="1174523"/>
                  </a:lnTo>
                  <a:lnTo>
                    <a:pt x="248264" y="1174485"/>
                  </a:lnTo>
                  <a:lnTo>
                    <a:pt x="248256" y="1174451"/>
                  </a:lnTo>
                  <a:lnTo>
                    <a:pt x="248244" y="1174419"/>
                  </a:lnTo>
                  <a:lnTo>
                    <a:pt x="248236" y="1174394"/>
                  </a:lnTo>
                  <a:lnTo>
                    <a:pt x="248234" y="1174372"/>
                  </a:lnTo>
                  <a:lnTo>
                    <a:pt x="248234" y="1174343"/>
                  </a:lnTo>
                  <a:lnTo>
                    <a:pt x="248233" y="1174315"/>
                  </a:lnTo>
                  <a:lnTo>
                    <a:pt x="248224" y="1174274"/>
                  </a:lnTo>
                  <a:lnTo>
                    <a:pt x="248224" y="1174247"/>
                  </a:lnTo>
                  <a:lnTo>
                    <a:pt x="248221" y="1174225"/>
                  </a:lnTo>
                  <a:lnTo>
                    <a:pt x="248213" y="1174207"/>
                  </a:lnTo>
                  <a:lnTo>
                    <a:pt x="248201" y="1174194"/>
                  </a:lnTo>
                  <a:lnTo>
                    <a:pt x="248183" y="1174180"/>
                  </a:lnTo>
                  <a:lnTo>
                    <a:pt x="248160" y="1174174"/>
                  </a:lnTo>
                  <a:lnTo>
                    <a:pt x="248122" y="1174161"/>
                  </a:lnTo>
                  <a:lnTo>
                    <a:pt x="248097" y="1174151"/>
                  </a:lnTo>
                  <a:lnTo>
                    <a:pt x="248071" y="1174136"/>
                  </a:lnTo>
                  <a:lnTo>
                    <a:pt x="248048" y="1174119"/>
                  </a:lnTo>
                  <a:lnTo>
                    <a:pt x="248032" y="1174097"/>
                  </a:lnTo>
                  <a:lnTo>
                    <a:pt x="248017" y="1174062"/>
                  </a:lnTo>
                  <a:lnTo>
                    <a:pt x="248000" y="1174031"/>
                  </a:lnTo>
                  <a:lnTo>
                    <a:pt x="247980" y="1174003"/>
                  </a:lnTo>
                  <a:lnTo>
                    <a:pt x="247970" y="1173985"/>
                  </a:lnTo>
                  <a:lnTo>
                    <a:pt x="247960" y="1173976"/>
                  </a:lnTo>
                  <a:lnTo>
                    <a:pt x="247936" y="1173967"/>
                  </a:lnTo>
                  <a:lnTo>
                    <a:pt x="247903" y="1173958"/>
                  </a:lnTo>
                  <a:lnTo>
                    <a:pt x="247865" y="1173945"/>
                  </a:lnTo>
                  <a:lnTo>
                    <a:pt x="247835" y="1173937"/>
                  </a:lnTo>
                  <a:lnTo>
                    <a:pt x="247819" y="1173928"/>
                  </a:lnTo>
                  <a:lnTo>
                    <a:pt x="247810" y="1173915"/>
                  </a:lnTo>
                  <a:lnTo>
                    <a:pt x="247812" y="1173905"/>
                  </a:lnTo>
                  <a:lnTo>
                    <a:pt x="247817" y="1173887"/>
                  </a:lnTo>
                  <a:lnTo>
                    <a:pt x="247819" y="1173852"/>
                  </a:lnTo>
                  <a:lnTo>
                    <a:pt x="247818" y="1173827"/>
                  </a:lnTo>
                  <a:lnTo>
                    <a:pt x="247815" y="1173812"/>
                  </a:lnTo>
                  <a:lnTo>
                    <a:pt x="247801" y="1173779"/>
                  </a:lnTo>
                  <a:lnTo>
                    <a:pt x="247788" y="1173748"/>
                  </a:lnTo>
                  <a:lnTo>
                    <a:pt x="247764" y="1173728"/>
                  </a:lnTo>
                  <a:lnTo>
                    <a:pt x="247747" y="1173711"/>
                  </a:lnTo>
                  <a:lnTo>
                    <a:pt x="247736" y="1173692"/>
                  </a:lnTo>
                  <a:lnTo>
                    <a:pt x="247728" y="1173657"/>
                  </a:lnTo>
                  <a:lnTo>
                    <a:pt x="247729" y="1173614"/>
                  </a:lnTo>
                  <a:lnTo>
                    <a:pt x="247730" y="1173592"/>
                  </a:lnTo>
                  <a:lnTo>
                    <a:pt x="247727" y="1173578"/>
                  </a:lnTo>
                  <a:lnTo>
                    <a:pt x="247715" y="1173562"/>
                  </a:lnTo>
                  <a:lnTo>
                    <a:pt x="247697" y="1173532"/>
                  </a:lnTo>
                  <a:lnTo>
                    <a:pt x="247679" y="1173509"/>
                  </a:lnTo>
                  <a:lnTo>
                    <a:pt x="247655" y="1173475"/>
                  </a:lnTo>
                  <a:lnTo>
                    <a:pt x="247642" y="1173456"/>
                  </a:lnTo>
                  <a:lnTo>
                    <a:pt x="247634" y="1173434"/>
                  </a:lnTo>
                  <a:lnTo>
                    <a:pt x="247632" y="1173420"/>
                  </a:lnTo>
                  <a:lnTo>
                    <a:pt x="247634" y="1173387"/>
                  </a:lnTo>
                  <a:lnTo>
                    <a:pt x="247636" y="1173358"/>
                  </a:lnTo>
                  <a:lnTo>
                    <a:pt x="247641" y="1173335"/>
                  </a:lnTo>
                  <a:lnTo>
                    <a:pt x="247646" y="1173310"/>
                  </a:lnTo>
                  <a:lnTo>
                    <a:pt x="247639" y="1173291"/>
                  </a:lnTo>
                  <a:lnTo>
                    <a:pt x="247617" y="1173263"/>
                  </a:lnTo>
                  <a:lnTo>
                    <a:pt x="247607" y="1173247"/>
                  </a:lnTo>
                  <a:lnTo>
                    <a:pt x="247605" y="1173230"/>
                  </a:lnTo>
                  <a:lnTo>
                    <a:pt x="247597" y="1173191"/>
                  </a:lnTo>
                  <a:lnTo>
                    <a:pt x="247586" y="1173153"/>
                  </a:lnTo>
                  <a:lnTo>
                    <a:pt x="247578" y="1173123"/>
                  </a:lnTo>
                  <a:lnTo>
                    <a:pt x="247572" y="1173104"/>
                  </a:lnTo>
                  <a:lnTo>
                    <a:pt x="247552" y="1173060"/>
                  </a:lnTo>
                  <a:lnTo>
                    <a:pt x="247532" y="1173023"/>
                  </a:lnTo>
                  <a:lnTo>
                    <a:pt x="247519" y="1172983"/>
                  </a:lnTo>
                  <a:lnTo>
                    <a:pt x="247514" y="1172957"/>
                  </a:lnTo>
                  <a:lnTo>
                    <a:pt x="247515" y="1172932"/>
                  </a:lnTo>
                  <a:lnTo>
                    <a:pt x="247516" y="1172915"/>
                  </a:lnTo>
                  <a:lnTo>
                    <a:pt x="247521" y="1172898"/>
                  </a:lnTo>
                  <a:lnTo>
                    <a:pt x="247532" y="1172876"/>
                  </a:lnTo>
                  <a:lnTo>
                    <a:pt x="247546" y="1172845"/>
                  </a:lnTo>
                  <a:lnTo>
                    <a:pt x="247559" y="1172819"/>
                  </a:lnTo>
                  <a:lnTo>
                    <a:pt x="247577" y="1172797"/>
                  </a:lnTo>
                  <a:lnTo>
                    <a:pt x="247584" y="1172776"/>
                  </a:lnTo>
                  <a:lnTo>
                    <a:pt x="247581" y="1172766"/>
                  </a:lnTo>
                  <a:lnTo>
                    <a:pt x="247567" y="1172739"/>
                  </a:lnTo>
                  <a:lnTo>
                    <a:pt x="247545" y="1172714"/>
                  </a:lnTo>
                  <a:lnTo>
                    <a:pt x="247520" y="1172679"/>
                  </a:lnTo>
                  <a:lnTo>
                    <a:pt x="247484" y="1172644"/>
                  </a:lnTo>
                  <a:lnTo>
                    <a:pt x="247465" y="1172625"/>
                  </a:lnTo>
                  <a:lnTo>
                    <a:pt x="247443" y="1172597"/>
                  </a:lnTo>
                  <a:lnTo>
                    <a:pt x="247431" y="1172573"/>
                  </a:lnTo>
                  <a:lnTo>
                    <a:pt x="247413" y="1172544"/>
                  </a:lnTo>
                  <a:lnTo>
                    <a:pt x="247395" y="1172511"/>
                  </a:lnTo>
                  <a:lnTo>
                    <a:pt x="247378" y="1172474"/>
                  </a:lnTo>
                  <a:lnTo>
                    <a:pt x="247366" y="1172445"/>
                  </a:lnTo>
                  <a:lnTo>
                    <a:pt x="247364" y="1172430"/>
                  </a:lnTo>
                  <a:lnTo>
                    <a:pt x="247367" y="1172409"/>
                  </a:lnTo>
                  <a:lnTo>
                    <a:pt x="247374" y="1172397"/>
                  </a:lnTo>
                  <a:lnTo>
                    <a:pt x="247391" y="1172381"/>
                  </a:lnTo>
                  <a:lnTo>
                    <a:pt x="247410" y="1172355"/>
                  </a:lnTo>
                  <a:lnTo>
                    <a:pt x="247416" y="1172327"/>
                  </a:lnTo>
                  <a:lnTo>
                    <a:pt x="247422" y="1172286"/>
                  </a:lnTo>
                  <a:lnTo>
                    <a:pt x="247426" y="1172249"/>
                  </a:lnTo>
                  <a:lnTo>
                    <a:pt x="247421" y="1172222"/>
                  </a:lnTo>
                  <a:lnTo>
                    <a:pt x="247418" y="1172182"/>
                  </a:lnTo>
                  <a:lnTo>
                    <a:pt x="247417" y="1172138"/>
                  </a:lnTo>
                  <a:lnTo>
                    <a:pt x="247411" y="1172107"/>
                  </a:lnTo>
                  <a:lnTo>
                    <a:pt x="247403" y="1172086"/>
                  </a:lnTo>
                  <a:lnTo>
                    <a:pt x="247389" y="1172059"/>
                  </a:lnTo>
                  <a:lnTo>
                    <a:pt x="247365" y="1172026"/>
                  </a:lnTo>
                  <a:lnTo>
                    <a:pt x="247344" y="1172010"/>
                  </a:lnTo>
                  <a:lnTo>
                    <a:pt x="247316" y="1171997"/>
                  </a:lnTo>
                  <a:lnTo>
                    <a:pt x="247291" y="1171975"/>
                  </a:lnTo>
                  <a:lnTo>
                    <a:pt x="247272" y="1171946"/>
                  </a:lnTo>
                  <a:lnTo>
                    <a:pt x="247241" y="1171918"/>
                  </a:lnTo>
                  <a:lnTo>
                    <a:pt x="247206" y="1171889"/>
                  </a:lnTo>
                  <a:lnTo>
                    <a:pt x="247175" y="1171855"/>
                  </a:lnTo>
                  <a:lnTo>
                    <a:pt x="247157" y="1171839"/>
                  </a:lnTo>
                  <a:lnTo>
                    <a:pt x="247136" y="1171820"/>
                  </a:lnTo>
                  <a:lnTo>
                    <a:pt x="247119" y="1171799"/>
                  </a:lnTo>
                  <a:lnTo>
                    <a:pt x="247113" y="1171784"/>
                  </a:lnTo>
                  <a:lnTo>
                    <a:pt x="247109" y="1171761"/>
                  </a:lnTo>
                  <a:lnTo>
                    <a:pt x="247097" y="1171732"/>
                  </a:lnTo>
                  <a:lnTo>
                    <a:pt x="247085" y="1171709"/>
                  </a:lnTo>
                  <a:lnTo>
                    <a:pt x="247068" y="1171686"/>
                  </a:lnTo>
                  <a:lnTo>
                    <a:pt x="247043" y="1171653"/>
                  </a:lnTo>
                  <a:lnTo>
                    <a:pt x="247009" y="1171623"/>
                  </a:lnTo>
                  <a:lnTo>
                    <a:pt x="246986" y="1171603"/>
                  </a:lnTo>
                  <a:lnTo>
                    <a:pt x="246965" y="1171583"/>
                  </a:lnTo>
                  <a:lnTo>
                    <a:pt x="246935" y="1171568"/>
                  </a:lnTo>
                  <a:lnTo>
                    <a:pt x="246912" y="1171556"/>
                  </a:lnTo>
                  <a:lnTo>
                    <a:pt x="246901" y="1171543"/>
                  </a:lnTo>
                  <a:lnTo>
                    <a:pt x="246887" y="1171527"/>
                  </a:lnTo>
                  <a:lnTo>
                    <a:pt x="246878" y="1171513"/>
                  </a:lnTo>
                  <a:lnTo>
                    <a:pt x="246857" y="1171500"/>
                  </a:lnTo>
                  <a:lnTo>
                    <a:pt x="246841" y="1171491"/>
                  </a:lnTo>
                  <a:lnTo>
                    <a:pt x="246820" y="1171464"/>
                  </a:lnTo>
                  <a:lnTo>
                    <a:pt x="246802" y="1171450"/>
                  </a:lnTo>
                  <a:lnTo>
                    <a:pt x="246789" y="1171444"/>
                  </a:lnTo>
                  <a:lnTo>
                    <a:pt x="246766" y="1171438"/>
                  </a:lnTo>
                  <a:lnTo>
                    <a:pt x="246721" y="1171426"/>
                  </a:lnTo>
                  <a:lnTo>
                    <a:pt x="246686" y="1171410"/>
                  </a:lnTo>
                  <a:lnTo>
                    <a:pt x="246664" y="1171397"/>
                  </a:lnTo>
                  <a:lnTo>
                    <a:pt x="246624" y="1171364"/>
                  </a:lnTo>
                  <a:lnTo>
                    <a:pt x="246604" y="1171346"/>
                  </a:lnTo>
                  <a:lnTo>
                    <a:pt x="246573" y="1171330"/>
                  </a:lnTo>
                  <a:lnTo>
                    <a:pt x="246532" y="1171310"/>
                  </a:lnTo>
                  <a:lnTo>
                    <a:pt x="246501" y="1171286"/>
                  </a:lnTo>
                  <a:lnTo>
                    <a:pt x="246465" y="1171258"/>
                  </a:lnTo>
                  <a:lnTo>
                    <a:pt x="246458" y="1171246"/>
                  </a:lnTo>
                  <a:lnTo>
                    <a:pt x="246456" y="1171235"/>
                  </a:lnTo>
                  <a:lnTo>
                    <a:pt x="246454" y="1171218"/>
                  </a:lnTo>
                  <a:lnTo>
                    <a:pt x="246455" y="1171186"/>
                  </a:lnTo>
                  <a:lnTo>
                    <a:pt x="246456" y="1171155"/>
                  </a:lnTo>
                  <a:lnTo>
                    <a:pt x="246453" y="1171115"/>
                  </a:lnTo>
                  <a:lnTo>
                    <a:pt x="246450" y="1171078"/>
                  </a:lnTo>
                  <a:lnTo>
                    <a:pt x="246442" y="1171048"/>
                  </a:lnTo>
                  <a:lnTo>
                    <a:pt x="246432" y="1171021"/>
                  </a:lnTo>
                  <a:lnTo>
                    <a:pt x="246426" y="1171000"/>
                  </a:lnTo>
                  <a:lnTo>
                    <a:pt x="246426" y="1170981"/>
                  </a:lnTo>
                  <a:lnTo>
                    <a:pt x="246426" y="1170969"/>
                  </a:lnTo>
                  <a:lnTo>
                    <a:pt x="246430" y="1170948"/>
                  </a:lnTo>
                  <a:lnTo>
                    <a:pt x="246440" y="1170924"/>
                  </a:lnTo>
                  <a:lnTo>
                    <a:pt x="246442" y="1170905"/>
                  </a:lnTo>
                  <a:lnTo>
                    <a:pt x="246440" y="1170880"/>
                  </a:lnTo>
                  <a:lnTo>
                    <a:pt x="246434" y="1170861"/>
                  </a:lnTo>
                  <a:lnTo>
                    <a:pt x="246426" y="1170853"/>
                  </a:lnTo>
                  <a:lnTo>
                    <a:pt x="246412" y="1170847"/>
                  </a:lnTo>
                  <a:lnTo>
                    <a:pt x="246393" y="1170844"/>
                  </a:lnTo>
                  <a:lnTo>
                    <a:pt x="246366" y="1170840"/>
                  </a:lnTo>
                  <a:lnTo>
                    <a:pt x="246332" y="1170832"/>
                  </a:lnTo>
                  <a:lnTo>
                    <a:pt x="246293" y="1170814"/>
                  </a:lnTo>
                  <a:lnTo>
                    <a:pt x="246254" y="1170794"/>
                  </a:lnTo>
                  <a:lnTo>
                    <a:pt x="246213" y="1170773"/>
                  </a:lnTo>
                  <a:lnTo>
                    <a:pt x="246175" y="1170751"/>
                  </a:lnTo>
                  <a:lnTo>
                    <a:pt x="246153" y="1170732"/>
                  </a:lnTo>
                  <a:lnTo>
                    <a:pt x="246137" y="1170710"/>
                  </a:lnTo>
                  <a:lnTo>
                    <a:pt x="246106" y="1170681"/>
                  </a:lnTo>
                  <a:lnTo>
                    <a:pt x="246084" y="1170657"/>
                  </a:lnTo>
                  <a:lnTo>
                    <a:pt x="246067" y="1170635"/>
                  </a:lnTo>
                  <a:lnTo>
                    <a:pt x="246041" y="1170601"/>
                  </a:lnTo>
                  <a:lnTo>
                    <a:pt x="246031" y="1170591"/>
                  </a:lnTo>
                  <a:lnTo>
                    <a:pt x="246019" y="1170588"/>
                  </a:lnTo>
                  <a:lnTo>
                    <a:pt x="246010" y="1170588"/>
                  </a:lnTo>
                  <a:lnTo>
                    <a:pt x="245995" y="1170598"/>
                  </a:lnTo>
                  <a:lnTo>
                    <a:pt x="245952" y="1170618"/>
                  </a:lnTo>
                  <a:lnTo>
                    <a:pt x="245908" y="1170637"/>
                  </a:lnTo>
                  <a:lnTo>
                    <a:pt x="245874" y="1170647"/>
                  </a:lnTo>
                  <a:lnTo>
                    <a:pt x="245838" y="1170651"/>
                  </a:lnTo>
                  <a:lnTo>
                    <a:pt x="245762" y="1170652"/>
                  </a:lnTo>
                  <a:lnTo>
                    <a:pt x="245735" y="1170650"/>
                  </a:lnTo>
                  <a:lnTo>
                    <a:pt x="245715" y="1170642"/>
                  </a:lnTo>
                  <a:lnTo>
                    <a:pt x="245703" y="1170633"/>
                  </a:lnTo>
                  <a:lnTo>
                    <a:pt x="245675" y="1170614"/>
                  </a:lnTo>
                  <a:lnTo>
                    <a:pt x="245648" y="1170593"/>
                  </a:lnTo>
                  <a:lnTo>
                    <a:pt x="245620" y="1170569"/>
                  </a:lnTo>
                  <a:lnTo>
                    <a:pt x="245593" y="1170555"/>
                  </a:lnTo>
                  <a:lnTo>
                    <a:pt x="245549" y="1170534"/>
                  </a:lnTo>
                  <a:lnTo>
                    <a:pt x="245522" y="1170521"/>
                  </a:lnTo>
                  <a:lnTo>
                    <a:pt x="245500" y="1170508"/>
                  </a:lnTo>
                  <a:lnTo>
                    <a:pt x="245455" y="1170489"/>
                  </a:lnTo>
                  <a:lnTo>
                    <a:pt x="245424" y="1170474"/>
                  </a:lnTo>
                  <a:lnTo>
                    <a:pt x="245398" y="1170460"/>
                  </a:lnTo>
                  <a:lnTo>
                    <a:pt x="245357" y="1170437"/>
                  </a:lnTo>
                  <a:lnTo>
                    <a:pt x="245335" y="1170419"/>
                  </a:lnTo>
                  <a:lnTo>
                    <a:pt x="245301" y="1170397"/>
                  </a:lnTo>
                  <a:lnTo>
                    <a:pt x="245276" y="1170373"/>
                  </a:lnTo>
                  <a:lnTo>
                    <a:pt x="245245" y="1170339"/>
                  </a:lnTo>
                  <a:lnTo>
                    <a:pt x="245235" y="1170321"/>
                  </a:lnTo>
                  <a:lnTo>
                    <a:pt x="245202" y="1170280"/>
                  </a:lnTo>
                  <a:lnTo>
                    <a:pt x="245184" y="1170254"/>
                  </a:lnTo>
                  <a:lnTo>
                    <a:pt x="245164" y="1170231"/>
                  </a:lnTo>
                  <a:lnTo>
                    <a:pt x="245137" y="1170201"/>
                  </a:lnTo>
                  <a:lnTo>
                    <a:pt x="245115" y="1170182"/>
                  </a:lnTo>
                  <a:lnTo>
                    <a:pt x="245080" y="1170146"/>
                  </a:lnTo>
                  <a:lnTo>
                    <a:pt x="245046" y="1170118"/>
                  </a:lnTo>
                  <a:lnTo>
                    <a:pt x="245022" y="1170098"/>
                  </a:lnTo>
                  <a:lnTo>
                    <a:pt x="245001" y="1170091"/>
                  </a:lnTo>
                  <a:lnTo>
                    <a:pt x="244976" y="1170089"/>
                  </a:lnTo>
                  <a:lnTo>
                    <a:pt x="244965" y="1170082"/>
                  </a:lnTo>
                  <a:lnTo>
                    <a:pt x="244960" y="1170073"/>
                  </a:lnTo>
                  <a:lnTo>
                    <a:pt x="244957" y="1170062"/>
                  </a:lnTo>
                  <a:lnTo>
                    <a:pt x="244941" y="1170030"/>
                  </a:lnTo>
                  <a:lnTo>
                    <a:pt x="244931" y="1170013"/>
                  </a:lnTo>
                  <a:lnTo>
                    <a:pt x="244911" y="1169990"/>
                  </a:lnTo>
                  <a:lnTo>
                    <a:pt x="244892" y="1169973"/>
                  </a:lnTo>
                  <a:lnTo>
                    <a:pt x="244875" y="1169947"/>
                  </a:lnTo>
                  <a:lnTo>
                    <a:pt x="244860" y="1169929"/>
                  </a:lnTo>
                  <a:lnTo>
                    <a:pt x="244839" y="1169906"/>
                  </a:lnTo>
                  <a:lnTo>
                    <a:pt x="244825" y="1169894"/>
                  </a:lnTo>
                  <a:lnTo>
                    <a:pt x="244801" y="1169869"/>
                  </a:lnTo>
                  <a:lnTo>
                    <a:pt x="244774" y="1169858"/>
                  </a:lnTo>
                  <a:lnTo>
                    <a:pt x="244754" y="1169851"/>
                  </a:lnTo>
                  <a:lnTo>
                    <a:pt x="244719" y="1169845"/>
                  </a:lnTo>
                  <a:lnTo>
                    <a:pt x="244688" y="1169834"/>
                  </a:lnTo>
                  <a:lnTo>
                    <a:pt x="244660" y="1169818"/>
                  </a:lnTo>
                  <a:lnTo>
                    <a:pt x="244640" y="1169808"/>
                  </a:lnTo>
                  <a:lnTo>
                    <a:pt x="244617" y="1169788"/>
                  </a:lnTo>
                  <a:lnTo>
                    <a:pt x="244591" y="1169758"/>
                  </a:lnTo>
                  <a:lnTo>
                    <a:pt x="244570" y="1169732"/>
                  </a:lnTo>
                  <a:lnTo>
                    <a:pt x="244533" y="1169691"/>
                  </a:lnTo>
                  <a:lnTo>
                    <a:pt x="244507" y="1169660"/>
                  </a:lnTo>
                  <a:lnTo>
                    <a:pt x="244478" y="1169632"/>
                  </a:lnTo>
                  <a:lnTo>
                    <a:pt x="244460" y="1169615"/>
                  </a:lnTo>
                  <a:lnTo>
                    <a:pt x="244445" y="1169593"/>
                  </a:lnTo>
                  <a:lnTo>
                    <a:pt x="244415" y="1169564"/>
                  </a:lnTo>
                  <a:lnTo>
                    <a:pt x="244386" y="1169527"/>
                  </a:lnTo>
                  <a:lnTo>
                    <a:pt x="244358" y="1169499"/>
                  </a:lnTo>
                  <a:lnTo>
                    <a:pt x="244332" y="1169470"/>
                  </a:lnTo>
                  <a:lnTo>
                    <a:pt x="244318" y="1169455"/>
                  </a:lnTo>
                  <a:lnTo>
                    <a:pt x="244301" y="1169426"/>
                  </a:lnTo>
                  <a:lnTo>
                    <a:pt x="244282" y="1169400"/>
                  </a:lnTo>
                  <a:lnTo>
                    <a:pt x="244249" y="1169363"/>
                  </a:lnTo>
                  <a:lnTo>
                    <a:pt x="244230" y="1169349"/>
                  </a:lnTo>
                  <a:lnTo>
                    <a:pt x="244196" y="1169325"/>
                  </a:lnTo>
                  <a:lnTo>
                    <a:pt x="244166" y="1169301"/>
                  </a:lnTo>
                  <a:lnTo>
                    <a:pt x="244133" y="1169274"/>
                  </a:lnTo>
                  <a:lnTo>
                    <a:pt x="244105" y="1169247"/>
                  </a:lnTo>
                  <a:lnTo>
                    <a:pt x="244087" y="1169218"/>
                  </a:lnTo>
                  <a:lnTo>
                    <a:pt x="244076" y="1169204"/>
                  </a:lnTo>
                  <a:lnTo>
                    <a:pt x="244073" y="1169185"/>
                  </a:lnTo>
                  <a:lnTo>
                    <a:pt x="244072" y="1169150"/>
                  </a:lnTo>
                  <a:lnTo>
                    <a:pt x="244071" y="1169110"/>
                  </a:lnTo>
                  <a:lnTo>
                    <a:pt x="244064" y="1169084"/>
                  </a:lnTo>
                  <a:lnTo>
                    <a:pt x="244042" y="1169055"/>
                  </a:lnTo>
                  <a:lnTo>
                    <a:pt x="244028" y="1169026"/>
                  </a:lnTo>
                  <a:lnTo>
                    <a:pt x="244006" y="1168992"/>
                  </a:lnTo>
                  <a:lnTo>
                    <a:pt x="243973" y="1168962"/>
                  </a:lnTo>
                  <a:lnTo>
                    <a:pt x="243955" y="1168936"/>
                  </a:lnTo>
                  <a:lnTo>
                    <a:pt x="243919" y="1168898"/>
                  </a:lnTo>
                  <a:lnTo>
                    <a:pt x="243895" y="1168863"/>
                  </a:lnTo>
                  <a:lnTo>
                    <a:pt x="243886" y="1168839"/>
                  </a:lnTo>
                  <a:lnTo>
                    <a:pt x="243885" y="1168814"/>
                  </a:lnTo>
                  <a:lnTo>
                    <a:pt x="243884" y="1168794"/>
                  </a:lnTo>
                  <a:lnTo>
                    <a:pt x="243887" y="1168729"/>
                  </a:lnTo>
                  <a:lnTo>
                    <a:pt x="243886" y="1168705"/>
                  </a:lnTo>
                  <a:lnTo>
                    <a:pt x="243880" y="1168671"/>
                  </a:lnTo>
                  <a:lnTo>
                    <a:pt x="243874" y="1168652"/>
                  </a:lnTo>
                  <a:lnTo>
                    <a:pt x="243858" y="1168627"/>
                  </a:lnTo>
                  <a:lnTo>
                    <a:pt x="243836" y="1168599"/>
                  </a:lnTo>
                  <a:lnTo>
                    <a:pt x="243823" y="1168579"/>
                  </a:lnTo>
                  <a:lnTo>
                    <a:pt x="243820" y="1168563"/>
                  </a:lnTo>
                  <a:lnTo>
                    <a:pt x="243823" y="1168553"/>
                  </a:lnTo>
                  <a:lnTo>
                    <a:pt x="243830" y="1168537"/>
                  </a:lnTo>
                  <a:lnTo>
                    <a:pt x="243849" y="1168511"/>
                  </a:lnTo>
                  <a:lnTo>
                    <a:pt x="243855" y="1168490"/>
                  </a:lnTo>
                  <a:lnTo>
                    <a:pt x="243858" y="1168455"/>
                  </a:lnTo>
                  <a:lnTo>
                    <a:pt x="243858" y="1168429"/>
                  </a:lnTo>
                  <a:lnTo>
                    <a:pt x="243862" y="1168404"/>
                  </a:lnTo>
                  <a:lnTo>
                    <a:pt x="243875" y="1168348"/>
                  </a:lnTo>
                  <a:lnTo>
                    <a:pt x="243889" y="1168292"/>
                  </a:lnTo>
                  <a:lnTo>
                    <a:pt x="243895" y="1168267"/>
                  </a:lnTo>
                  <a:lnTo>
                    <a:pt x="243913" y="1168200"/>
                  </a:lnTo>
                  <a:lnTo>
                    <a:pt x="243919" y="1168149"/>
                  </a:lnTo>
                  <a:lnTo>
                    <a:pt x="243915" y="1168122"/>
                  </a:lnTo>
                  <a:lnTo>
                    <a:pt x="243909" y="1168089"/>
                  </a:lnTo>
                  <a:lnTo>
                    <a:pt x="243898" y="1168059"/>
                  </a:lnTo>
                  <a:lnTo>
                    <a:pt x="243897" y="1168043"/>
                  </a:lnTo>
                  <a:lnTo>
                    <a:pt x="243896" y="1168036"/>
                  </a:lnTo>
                  <a:lnTo>
                    <a:pt x="243884" y="1168023"/>
                  </a:lnTo>
                  <a:lnTo>
                    <a:pt x="243873" y="1168012"/>
                  </a:lnTo>
                  <a:lnTo>
                    <a:pt x="243875" y="1167987"/>
                  </a:lnTo>
                  <a:lnTo>
                    <a:pt x="243869" y="1167959"/>
                  </a:lnTo>
                  <a:lnTo>
                    <a:pt x="243869" y="1167943"/>
                  </a:lnTo>
                  <a:lnTo>
                    <a:pt x="243874" y="1167919"/>
                  </a:lnTo>
                  <a:lnTo>
                    <a:pt x="243888" y="1167899"/>
                  </a:lnTo>
                  <a:lnTo>
                    <a:pt x="243906" y="1167877"/>
                  </a:lnTo>
                  <a:lnTo>
                    <a:pt x="243921" y="1167853"/>
                  </a:lnTo>
                  <a:lnTo>
                    <a:pt x="243938" y="1167827"/>
                  </a:lnTo>
                  <a:lnTo>
                    <a:pt x="243955" y="1167800"/>
                  </a:lnTo>
                  <a:lnTo>
                    <a:pt x="243995" y="1167759"/>
                  </a:lnTo>
                  <a:lnTo>
                    <a:pt x="244011" y="1167747"/>
                  </a:lnTo>
                  <a:lnTo>
                    <a:pt x="244044" y="1167711"/>
                  </a:lnTo>
                  <a:lnTo>
                    <a:pt x="244064" y="1167688"/>
                  </a:lnTo>
                  <a:lnTo>
                    <a:pt x="244085" y="1167662"/>
                  </a:lnTo>
                  <a:lnTo>
                    <a:pt x="244099" y="1167642"/>
                  </a:lnTo>
                  <a:lnTo>
                    <a:pt x="244112" y="1167613"/>
                  </a:lnTo>
                  <a:lnTo>
                    <a:pt x="244127" y="1167586"/>
                  </a:lnTo>
                  <a:lnTo>
                    <a:pt x="244139" y="1167558"/>
                  </a:lnTo>
                  <a:lnTo>
                    <a:pt x="244155" y="1167534"/>
                  </a:lnTo>
                  <a:lnTo>
                    <a:pt x="244170" y="1167500"/>
                  </a:lnTo>
                  <a:lnTo>
                    <a:pt x="244183" y="1167476"/>
                  </a:lnTo>
                  <a:lnTo>
                    <a:pt x="244198" y="1167440"/>
                  </a:lnTo>
                  <a:lnTo>
                    <a:pt x="244215" y="1167392"/>
                  </a:lnTo>
                  <a:lnTo>
                    <a:pt x="244228" y="1167366"/>
                  </a:lnTo>
                  <a:lnTo>
                    <a:pt x="244237" y="1167331"/>
                  </a:lnTo>
                  <a:lnTo>
                    <a:pt x="244241" y="1167300"/>
                  </a:lnTo>
                  <a:lnTo>
                    <a:pt x="244248" y="1167284"/>
                  </a:lnTo>
                  <a:lnTo>
                    <a:pt x="244267" y="1167255"/>
                  </a:lnTo>
                  <a:lnTo>
                    <a:pt x="244296" y="1167223"/>
                  </a:lnTo>
                  <a:lnTo>
                    <a:pt x="244321" y="1167193"/>
                  </a:lnTo>
                  <a:lnTo>
                    <a:pt x="244342" y="1167157"/>
                  </a:lnTo>
                  <a:lnTo>
                    <a:pt x="244364" y="1167137"/>
                  </a:lnTo>
                  <a:lnTo>
                    <a:pt x="244386" y="1167119"/>
                  </a:lnTo>
                  <a:lnTo>
                    <a:pt x="244418" y="1167091"/>
                  </a:lnTo>
                  <a:lnTo>
                    <a:pt x="244454" y="1167053"/>
                  </a:lnTo>
                  <a:lnTo>
                    <a:pt x="244487" y="1167017"/>
                  </a:lnTo>
                  <a:lnTo>
                    <a:pt x="244505" y="1166998"/>
                  </a:lnTo>
                  <a:lnTo>
                    <a:pt x="244523" y="1166974"/>
                  </a:lnTo>
                  <a:lnTo>
                    <a:pt x="244545" y="1166949"/>
                  </a:lnTo>
                  <a:lnTo>
                    <a:pt x="244554" y="1166929"/>
                  </a:lnTo>
                  <a:lnTo>
                    <a:pt x="244565" y="1166907"/>
                  </a:lnTo>
                  <a:lnTo>
                    <a:pt x="244572" y="1166879"/>
                  </a:lnTo>
                  <a:lnTo>
                    <a:pt x="244581" y="1166840"/>
                  </a:lnTo>
                  <a:lnTo>
                    <a:pt x="244583" y="1166825"/>
                  </a:lnTo>
                  <a:lnTo>
                    <a:pt x="244596" y="1166799"/>
                  </a:lnTo>
                  <a:lnTo>
                    <a:pt x="244609" y="1166771"/>
                  </a:lnTo>
                  <a:lnTo>
                    <a:pt x="244636" y="1166739"/>
                  </a:lnTo>
                  <a:lnTo>
                    <a:pt x="244653" y="1166719"/>
                  </a:lnTo>
                  <a:lnTo>
                    <a:pt x="244669" y="1166699"/>
                  </a:lnTo>
                  <a:lnTo>
                    <a:pt x="244722" y="1166647"/>
                  </a:lnTo>
                  <a:lnTo>
                    <a:pt x="244748" y="1166620"/>
                  </a:lnTo>
                  <a:lnTo>
                    <a:pt x="244763" y="1166599"/>
                  </a:lnTo>
                  <a:lnTo>
                    <a:pt x="244766" y="1166583"/>
                  </a:lnTo>
                  <a:lnTo>
                    <a:pt x="244767" y="1166569"/>
                  </a:lnTo>
                  <a:lnTo>
                    <a:pt x="244767" y="1166555"/>
                  </a:lnTo>
                  <a:lnTo>
                    <a:pt x="244770" y="1166542"/>
                  </a:lnTo>
                  <a:lnTo>
                    <a:pt x="244775" y="1166538"/>
                  </a:lnTo>
                  <a:lnTo>
                    <a:pt x="244783" y="1166534"/>
                  </a:lnTo>
                  <a:lnTo>
                    <a:pt x="244794" y="1166540"/>
                  </a:lnTo>
                  <a:lnTo>
                    <a:pt x="244809" y="1166546"/>
                  </a:lnTo>
                  <a:lnTo>
                    <a:pt x="244824" y="1166547"/>
                  </a:lnTo>
                  <a:lnTo>
                    <a:pt x="244842" y="1166533"/>
                  </a:lnTo>
                  <a:lnTo>
                    <a:pt x="244864" y="1166505"/>
                  </a:lnTo>
                  <a:lnTo>
                    <a:pt x="244888" y="1166491"/>
                  </a:lnTo>
                  <a:lnTo>
                    <a:pt x="244916" y="1166482"/>
                  </a:lnTo>
                  <a:lnTo>
                    <a:pt x="244940" y="1166472"/>
                  </a:lnTo>
                  <a:lnTo>
                    <a:pt x="244963" y="1166452"/>
                  </a:lnTo>
                  <a:lnTo>
                    <a:pt x="245000" y="1166424"/>
                  </a:lnTo>
                  <a:lnTo>
                    <a:pt x="245023" y="1166408"/>
                  </a:lnTo>
                  <a:lnTo>
                    <a:pt x="245045" y="1166384"/>
                  </a:lnTo>
                  <a:lnTo>
                    <a:pt x="245068" y="1166362"/>
                  </a:lnTo>
                  <a:lnTo>
                    <a:pt x="245092" y="1166344"/>
                  </a:lnTo>
                  <a:lnTo>
                    <a:pt x="245109" y="1166338"/>
                  </a:lnTo>
                  <a:lnTo>
                    <a:pt x="245142" y="1166326"/>
                  </a:lnTo>
                  <a:lnTo>
                    <a:pt x="245172" y="1166313"/>
                  </a:lnTo>
                  <a:lnTo>
                    <a:pt x="245190" y="1166308"/>
                  </a:lnTo>
                  <a:lnTo>
                    <a:pt x="245213" y="1166304"/>
                  </a:lnTo>
                  <a:lnTo>
                    <a:pt x="245238" y="1166293"/>
                  </a:lnTo>
                  <a:lnTo>
                    <a:pt x="245274" y="1166279"/>
                  </a:lnTo>
                  <a:lnTo>
                    <a:pt x="245313" y="1166259"/>
                  </a:lnTo>
                  <a:lnTo>
                    <a:pt x="245334" y="1166249"/>
                  </a:lnTo>
                  <a:lnTo>
                    <a:pt x="245362" y="1166227"/>
                  </a:lnTo>
                  <a:lnTo>
                    <a:pt x="245389" y="1166193"/>
                  </a:lnTo>
                  <a:lnTo>
                    <a:pt x="245407" y="1166169"/>
                  </a:lnTo>
                  <a:lnTo>
                    <a:pt x="245431" y="1166135"/>
                  </a:lnTo>
                  <a:lnTo>
                    <a:pt x="245450" y="1166100"/>
                  </a:lnTo>
                  <a:lnTo>
                    <a:pt x="245463" y="1166076"/>
                  </a:lnTo>
                  <a:lnTo>
                    <a:pt x="245480" y="1166058"/>
                  </a:lnTo>
                  <a:lnTo>
                    <a:pt x="245492" y="1166048"/>
                  </a:lnTo>
                  <a:lnTo>
                    <a:pt x="245509" y="1166041"/>
                  </a:lnTo>
                  <a:lnTo>
                    <a:pt x="245526" y="1166041"/>
                  </a:lnTo>
                  <a:lnTo>
                    <a:pt x="245551" y="1166037"/>
                  </a:lnTo>
                  <a:lnTo>
                    <a:pt x="245578" y="1166024"/>
                  </a:lnTo>
                  <a:lnTo>
                    <a:pt x="245624" y="1166011"/>
                  </a:lnTo>
                  <a:lnTo>
                    <a:pt x="245656" y="1166003"/>
                  </a:lnTo>
                  <a:lnTo>
                    <a:pt x="245699" y="1165985"/>
                  </a:lnTo>
                  <a:lnTo>
                    <a:pt x="245728" y="1165976"/>
                  </a:lnTo>
                  <a:lnTo>
                    <a:pt x="245762" y="1165957"/>
                  </a:lnTo>
                  <a:lnTo>
                    <a:pt x="245795" y="1165946"/>
                  </a:lnTo>
                  <a:lnTo>
                    <a:pt x="245812" y="1165945"/>
                  </a:lnTo>
                  <a:lnTo>
                    <a:pt x="245850" y="1165931"/>
                  </a:lnTo>
                  <a:lnTo>
                    <a:pt x="245902" y="1165909"/>
                  </a:lnTo>
                  <a:lnTo>
                    <a:pt x="245925" y="1165900"/>
                  </a:lnTo>
                  <a:lnTo>
                    <a:pt x="245960" y="1165878"/>
                  </a:lnTo>
                  <a:lnTo>
                    <a:pt x="245984" y="1165854"/>
                  </a:lnTo>
                  <a:lnTo>
                    <a:pt x="245999" y="1165837"/>
                  </a:lnTo>
                  <a:lnTo>
                    <a:pt x="246020" y="1165813"/>
                  </a:lnTo>
                  <a:lnTo>
                    <a:pt x="246043" y="1165790"/>
                  </a:lnTo>
                  <a:lnTo>
                    <a:pt x="246066" y="1165768"/>
                  </a:lnTo>
                  <a:lnTo>
                    <a:pt x="246081" y="1165751"/>
                  </a:lnTo>
                  <a:lnTo>
                    <a:pt x="246097" y="1165720"/>
                  </a:lnTo>
                  <a:lnTo>
                    <a:pt x="246107" y="1165705"/>
                  </a:lnTo>
                  <a:lnTo>
                    <a:pt x="246120" y="1165699"/>
                  </a:lnTo>
                  <a:lnTo>
                    <a:pt x="246136" y="1165698"/>
                  </a:lnTo>
                  <a:lnTo>
                    <a:pt x="246158" y="1165690"/>
                  </a:lnTo>
                  <a:lnTo>
                    <a:pt x="246186" y="1165677"/>
                  </a:lnTo>
                  <a:lnTo>
                    <a:pt x="246203" y="1165666"/>
                  </a:lnTo>
                  <a:lnTo>
                    <a:pt x="246215" y="1165654"/>
                  </a:lnTo>
                  <a:lnTo>
                    <a:pt x="246222" y="1165638"/>
                  </a:lnTo>
                  <a:lnTo>
                    <a:pt x="246226" y="1165604"/>
                  </a:lnTo>
                  <a:lnTo>
                    <a:pt x="246231" y="1165585"/>
                  </a:lnTo>
                  <a:lnTo>
                    <a:pt x="246240" y="1165570"/>
                  </a:lnTo>
                  <a:lnTo>
                    <a:pt x="246257" y="1165555"/>
                  </a:lnTo>
                  <a:lnTo>
                    <a:pt x="246275" y="1165542"/>
                  </a:lnTo>
                  <a:lnTo>
                    <a:pt x="246291" y="1165527"/>
                  </a:lnTo>
                  <a:lnTo>
                    <a:pt x="246308" y="1165504"/>
                  </a:lnTo>
                  <a:lnTo>
                    <a:pt x="246327" y="1165487"/>
                  </a:lnTo>
                  <a:lnTo>
                    <a:pt x="246348" y="1165478"/>
                  </a:lnTo>
                  <a:lnTo>
                    <a:pt x="246362" y="1165475"/>
                  </a:lnTo>
                  <a:lnTo>
                    <a:pt x="246382" y="1165475"/>
                  </a:lnTo>
                  <a:lnTo>
                    <a:pt x="246396" y="1165479"/>
                  </a:lnTo>
                  <a:lnTo>
                    <a:pt x="246412" y="1165490"/>
                  </a:lnTo>
                  <a:lnTo>
                    <a:pt x="246428" y="1165505"/>
                  </a:lnTo>
                  <a:lnTo>
                    <a:pt x="246447" y="1165520"/>
                  </a:lnTo>
                  <a:lnTo>
                    <a:pt x="246474" y="1165527"/>
                  </a:lnTo>
                  <a:lnTo>
                    <a:pt x="246495" y="1165530"/>
                  </a:lnTo>
                  <a:lnTo>
                    <a:pt x="246520" y="1165548"/>
                  </a:lnTo>
                  <a:lnTo>
                    <a:pt x="246551" y="1165564"/>
                  </a:lnTo>
                  <a:lnTo>
                    <a:pt x="246585" y="1165586"/>
                  </a:lnTo>
                  <a:lnTo>
                    <a:pt x="246618" y="1165599"/>
                  </a:lnTo>
                  <a:lnTo>
                    <a:pt x="246644" y="1165615"/>
                  </a:lnTo>
                  <a:lnTo>
                    <a:pt x="246670" y="1165633"/>
                  </a:lnTo>
                  <a:lnTo>
                    <a:pt x="246702" y="1165653"/>
                  </a:lnTo>
                  <a:lnTo>
                    <a:pt x="246730" y="1165672"/>
                  </a:lnTo>
                  <a:lnTo>
                    <a:pt x="246759" y="1165687"/>
                  </a:lnTo>
                  <a:lnTo>
                    <a:pt x="246771" y="1165693"/>
                  </a:lnTo>
                  <a:lnTo>
                    <a:pt x="246793" y="1165691"/>
                  </a:lnTo>
                  <a:lnTo>
                    <a:pt x="246819" y="1165676"/>
                  </a:lnTo>
                  <a:lnTo>
                    <a:pt x="246852" y="1165667"/>
                  </a:lnTo>
                  <a:lnTo>
                    <a:pt x="246887" y="1165654"/>
                  </a:lnTo>
                  <a:lnTo>
                    <a:pt x="246905" y="1165635"/>
                  </a:lnTo>
                  <a:lnTo>
                    <a:pt x="246923" y="1165615"/>
                  </a:lnTo>
                  <a:lnTo>
                    <a:pt x="246952" y="1165587"/>
                  </a:lnTo>
                  <a:lnTo>
                    <a:pt x="246981" y="1165552"/>
                  </a:lnTo>
                  <a:lnTo>
                    <a:pt x="247011" y="1165520"/>
                  </a:lnTo>
                  <a:lnTo>
                    <a:pt x="247032" y="1165503"/>
                  </a:lnTo>
                  <a:lnTo>
                    <a:pt x="247049" y="1165482"/>
                  </a:lnTo>
                  <a:lnTo>
                    <a:pt x="247075" y="1165459"/>
                  </a:lnTo>
                  <a:lnTo>
                    <a:pt x="247096" y="1165450"/>
                  </a:lnTo>
                  <a:lnTo>
                    <a:pt x="247119" y="1165445"/>
                  </a:lnTo>
                  <a:lnTo>
                    <a:pt x="247136" y="1165443"/>
                  </a:lnTo>
                  <a:lnTo>
                    <a:pt x="247162" y="1165432"/>
                  </a:lnTo>
                  <a:lnTo>
                    <a:pt x="247186" y="1165421"/>
                  </a:lnTo>
                  <a:lnTo>
                    <a:pt x="247208" y="1165402"/>
                  </a:lnTo>
                  <a:lnTo>
                    <a:pt x="247222" y="1165385"/>
                  </a:lnTo>
                  <a:lnTo>
                    <a:pt x="247242" y="1165346"/>
                  </a:lnTo>
                  <a:lnTo>
                    <a:pt x="247262" y="1165313"/>
                  </a:lnTo>
                  <a:lnTo>
                    <a:pt x="247282" y="1165289"/>
                  </a:lnTo>
                  <a:lnTo>
                    <a:pt x="247316" y="1165259"/>
                  </a:lnTo>
                  <a:lnTo>
                    <a:pt x="247339" y="1165247"/>
                  </a:lnTo>
                  <a:lnTo>
                    <a:pt x="247371" y="1165241"/>
                  </a:lnTo>
                  <a:lnTo>
                    <a:pt x="247411" y="1165237"/>
                  </a:lnTo>
                  <a:lnTo>
                    <a:pt x="247451" y="1165243"/>
                  </a:lnTo>
                  <a:lnTo>
                    <a:pt x="247483" y="1165250"/>
                  </a:lnTo>
                  <a:lnTo>
                    <a:pt x="247521" y="1165260"/>
                  </a:lnTo>
                  <a:lnTo>
                    <a:pt x="247554" y="1165271"/>
                  </a:lnTo>
                  <a:lnTo>
                    <a:pt x="247580" y="1165278"/>
                  </a:lnTo>
                  <a:lnTo>
                    <a:pt x="247631" y="1165275"/>
                  </a:lnTo>
                  <a:lnTo>
                    <a:pt x="247668" y="1165277"/>
                  </a:lnTo>
                  <a:lnTo>
                    <a:pt x="247698" y="1165282"/>
                  </a:lnTo>
                  <a:lnTo>
                    <a:pt x="247738" y="1165284"/>
                  </a:lnTo>
                  <a:lnTo>
                    <a:pt x="247780" y="1165289"/>
                  </a:lnTo>
                  <a:lnTo>
                    <a:pt x="247809" y="1165290"/>
                  </a:lnTo>
                  <a:lnTo>
                    <a:pt x="247844" y="1165286"/>
                  </a:lnTo>
                  <a:lnTo>
                    <a:pt x="247891" y="1165286"/>
                  </a:lnTo>
                  <a:lnTo>
                    <a:pt x="247912" y="1165288"/>
                  </a:lnTo>
                  <a:lnTo>
                    <a:pt x="247933" y="1165289"/>
                  </a:lnTo>
                  <a:lnTo>
                    <a:pt x="247963" y="1165283"/>
                  </a:lnTo>
                  <a:lnTo>
                    <a:pt x="248000" y="1165267"/>
                  </a:lnTo>
                  <a:lnTo>
                    <a:pt x="248021" y="1165258"/>
                  </a:lnTo>
                  <a:lnTo>
                    <a:pt x="248027" y="1165256"/>
                  </a:lnTo>
                  <a:lnTo>
                    <a:pt x="248047" y="1165250"/>
                  </a:lnTo>
                  <a:lnTo>
                    <a:pt x="248068" y="1165245"/>
                  </a:lnTo>
                  <a:lnTo>
                    <a:pt x="248097" y="1165248"/>
                  </a:lnTo>
                  <a:lnTo>
                    <a:pt x="248124" y="1165251"/>
                  </a:lnTo>
                  <a:lnTo>
                    <a:pt x="248142" y="1165246"/>
                  </a:lnTo>
                  <a:lnTo>
                    <a:pt x="248159" y="1165234"/>
                  </a:lnTo>
                  <a:lnTo>
                    <a:pt x="248191" y="1165202"/>
                  </a:lnTo>
                  <a:lnTo>
                    <a:pt x="248227" y="1165162"/>
                  </a:lnTo>
                  <a:lnTo>
                    <a:pt x="248255" y="1165118"/>
                  </a:lnTo>
                  <a:lnTo>
                    <a:pt x="248272" y="1165099"/>
                  </a:lnTo>
                  <a:lnTo>
                    <a:pt x="248299" y="1165060"/>
                  </a:lnTo>
                  <a:lnTo>
                    <a:pt x="248317" y="1165042"/>
                  </a:lnTo>
                  <a:lnTo>
                    <a:pt x="248340" y="1165021"/>
                  </a:lnTo>
                  <a:lnTo>
                    <a:pt x="248355" y="1165009"/>
                  </a:lnTo>
                  <a:lnTo>
                    <a:pt x="248379" y="1164988"/>
                  </a:lnTo>
                  <a:lnTo>
                    <a:pt x="248399" y="1164967"/>
                  </a:lnTo>
                  <a:lnTo>
                    <a:pt x="248425" y="1164932"/>
                  </a:lnTo>
                  <a:lnTo>
                    <a:pt x="248451" y="1164901"/>
                  </a:lnTo>
                  <a:lnTo>
                    <a:pt x="248454" y="1164872"/>
                  </a:lnTo>
                  <a:lnTo>
                    <a:pt x="248453" y="1164858"/>
                  </a:lnTo>
                  <a:lnTo>
                    <a:pt x="248443" y="1164840"/>
                  </a:lnTo>
                  <a:lnTo>
                    <a:pt x="248419" y="1164816"/>
                  </a:lnTo>
                  <a:lnTo>
                    <a:pt x="248399" y="1164795"/>
                  </a:lnTo>
                  <a:lnTo>
                    <a:pt x="248394" y="1164777"/>
                  </a:lnTo>
                  <a:lnTo>
                    <a:pt x="248388" y="1164749"/>
                  </a:lnTo>
                  <a:lnTo>
                    <a:pt x="248382" y="1164675"/>
                  </a:lnTo>
                  <a:lnTo>
                    <a:pt x="248378" y="1164646"/>
                  </a:lnTo>
                  <a:lnTo>
                    <a:pt x="248368" y="1164609"/>
                  </a:lnTo>
                  <a:lnTo>
                    <a:pt x="248359" y="1164593"/>
                  </a:lnTo>
                  <a:lnTo>
                    <a:pt x="248333" y="1164577"/>
                  </a:lnTo>
                  <a:lnTo>
                    <a:pt x="248299" y="1164568"/>
                  </a:lnTo>
                  <a:lnTo>
                    <a:pt x="248256" y="1164564"/>
                  </a:lnTo>
                  <a:lnTo>
                    <a:pt x="248233" y="1164561"/>
                  </a:lnTo>
                  <a:lnTo>
                    <a:pt x="248209" y="1164555"/>
                  </a:lnTo>
                  <a:lnTo>
                    <a:pt x="248189" y="1164546"/>
                  </a:lnTo>
                  <a:lnTo>
                    <a:pt x="248172" y="1164535"/>
                  </a:lnTo>
                  <a:lnTo>
                    <a:pt x="248162" y="1164519"/>
                  </a:lnTo>
                  <a:lnTo>
                    <a:pt x="248157" y="1164499"/>
                  </a:lnTo>
                  <a:lnTo>
                    <a:pt x="248158" y="1164473"/>
                  </a:lnTo>
                  <a:lnTo>
                    <a:pt x="248164" y="1164448"/>
                  </a:lnTo>
                  <a:lnTo>
                    <a:pt x="248171" y="1164412"/>
                  </a:lnTo>
                  <a:lnTo>
                    <a:pt x="248175" y="1164390"/>
                  </a:lnTo>
                  <a:lnTo>
                    <a:pt x="248194" y="1164363"/>
                  </a:lnTo>
                  <a:lnTo>
                    <a:pt x="248245" y="1164327"/>
                  </a:lnTo>
                  <a:lnTo>
                    <a:pt x="248276" y="1164311"/>
                  </a:lnTo>
                  <a:lnTo>
                    <a:pt x="248329" y="1164273"/>
                  </a:lnTo>
                  <a:lnTo>
                    <a:pt x="248363" y="1164256"/>
                  </a:lnTo>
                  <a:lnTo>
                    <a:pt x="248413" y="1164219"/>
                  </a:lnTo>
                  <a:lnTo>
                    <a:pt x="248450" y="1164187"/>
                  </a:lnTo>
                  <a:lnTo>
                    <a:pt x="248481" y="1164155"/>
                  </a:lnTo>
                  <a:lnTo>
                    <a:pt x="248509" y="1164123"/>
                  </a:lnTo>
                  <a:lnTo>
                    <a:pt x="248523" y="1164099"/>
                  </a:lnTo>
                  <a:lnTo>
                    <a:pt x="248534" y="1164066"/>
                  </a:lnTo>
                  <a:lnTo>
                    <a:pt x="248539" y="1164059"/>
                  </a:lnTo>
                  <a:lnTo>
                    <a:pt x="248562" y="1164041"/>
                  </a:lnTo>
                  <a:lnTo>
                    <a:pt x="248585" y="1164024"/>
                  </a:lnTo>
                  <a:lnTo>
                    <a:pt x="248600" y="1164009"/>
                  </a:lnTo>
                  <a:lnTo>
                    <a:pt x="248603" y="1164005"/>
                  </a:lnTo>
                  <a:lnTo>
                    <a:pt x="248615" y="1163986"/>
                  </a:lnTo>
                  <a:lnTo>
                    <a:pt x="248620" y="1163971"/>
                  </a:lnTo>
                  <a:lnTo>
                    <a:pt x="248617" y="1163937"/>
                  </a:lnTo>
                  <a:lnTo>
                    <a:pt x="248617" y="1163894"/>
                  </a:lnTo>
                  <a:lnTo>
                    <a:pt x="248614" y="1163871"/>
                  </a:lnTo>
                  <a:lnTo>
                    <a:pt x="248616" y="1163855"/>
                  </a:lnTo>
                  <a:lnTo>
                    <a:pt x="248625" y="1163835"/>
                  </a:lnTo>
                  <a:lnTo>
                    <a:pt x="248636" y="1163821"/>
                  </a:lnTo>
                  <a:lnTo>
                    <a:pt x="248652" y="1163817"/>
                  </a:lnTo>
                  <a:lnTo>
                    <a:pt x="248660" y="1163811"/>
                  </a:lnTo>
                  <a:lnTo>
                    <a:pt x="248664" y="1163800"/>
                  </a:lnTo>
                  <a:lnTo>
                    <a:pt x="248657" y="1163769"/>
                  </a:lnTo>
                  <a:lnTo>
                    <a:pt x="248654" y="1163756"/>
                  </a:lnTo>
                  <a:lnTo>
                    <a:pt x="248653" y="1163742"/>
                  </a:lnTo>
                  <a:lnTo>
                    <a:pt x="248658" y="1163729"/>
                  </a:lnTo>
                  <a:lnTo>
                    <a:pt x="248671" y="1163714"/>
                  </a:lnTo>
                  <a:lnTo>
                    <a:pt x="248694" y="1163704"/>
                  </a:lnTo>
                  <a:lnTo>
                    <a:pt x="248721" y="1163698"/>
                  </a:lnTo>
                  <a:lnTo>
                    <a:pt x="248730" y="1163693"/>
                  </a:lnTo>
                  <a:lnTo>
                    <a:pt x="248739" y="1163684"/>
                  </a:lnTo>
                  <a:lnTo>
                    <a:pt x="248745" y="1163667"/>
                  </a:lnTo>
                  <a:lnTo>
                    <a:pt x="248753" y="1163650"/>
                  </a:lnTo>
                  <a:lnTo>
                    <a:pt x="248768" y="1163638"/>
                  </a:lnTo>
                  <a:lnTo>
                    <a:pt x="248791" y="1163622"/>
                  </a:lnTo>
                  <a:lnTo>
                    <a:pt x="248812" y="1163615"/>
                  </a:lnTo>
                  <a:lnTo>
                    <a:pt x="248833" y="1163608"/>
                  </a:lnTo>
                  <a:lnTo>
                    <a:pt x="248847" y="1163600"/>
                  </a:lnTo>
                  <a:lnTo>
                    <a:pt x="248860" y="1163577"/>
                  </a:lnTo>
                  <a:lnTo>
                    <a:pt x="248871" y="1163553"/>
                  </a:lnTo>
                  <a:lnTo>
                    <a:pt x="248883" y="1163525"/>
                  </a:lnTo>
                  <a:lnTo>
                    <a:pt x="248893" y="1163489"/>
                  </a:lnTo>
                  <a:lnTo>
                    <a:pt x="248905" y="1163455"/>
                  </a:lnTo>
                  <a:lnTo>
                    <a:pt x="248919" y="1163415"/>
                  </a:lnTo>
                  <a:lnTo>
                    <a:pt x="248928" y="1163399"/>
                  </a:lnTo>
                  <a:lnTo>
                    <a:pt x="248933" y="1163392"/>
                  </a:lnTo>
                  <a:lnTo>
                    <a:pt x="248938" y="1163384"/>
                  </a:lnTo>
                  <a:lnTo>
                    <a:pt x="248965" y="1163369"/>
                  </a:lnTo>
                  <a:lnTo>
                    <a:pt x="248986" y="1163362"/>
                  </a:lnTo>
                  <a:lnTo>
                    <a:pt x="248999" y="1163352"/>
                  </a:lnTo>
                  <a:lnTo>
                    <a:pt x="249019" y="1163322"/>
                  </a:lnTo>
                  <a:lnTo>
                    <a:pt x="249034" y="1163280"/>
                  </a:lnTo>
                  <a:lnTo>
                    <a:pt x="249043" y="1163259"/>
                  </a:lnTo>
                  <a:lnTo>
                    <a:pt x="249051" y="1163250"/>
                  </a:lnTo>
                  <a:lnTo>
                    <a:pt x="249071" y="1163243"/>
                  </a:lnTo>
                  <a:lnTo>
                    <a:pt x="249106" y="1163246"/>
                  </a:lnTo>
                  <a:lnTo>
                    <a:pt x="249149" y="1163246"/>
                  </a:lnTo>
                  <a:lnTo>
                    <a:pt x="249180" y="1163245"/>
                  </a:lnTo>
                  <a:lnTo>
                    <a:pt x="249220" y="1163234"/>
                  </a:lnTo>
                  <a:lnTo>
                    <a:pt x="249255" y="1163223"/>
                  </a:lnTo>
                  <a:lnTo>
                    <a:pt x="249289" y="1163204"/>
                  </a:lnTo>
                  <a:lnTo>
                    <a:pt x="249324" y="1163173"/>
                  </a:lnTo>
                  <a:lnTo>
                    <a:pt x="249350" y="1163149"/>
                  </a:lnTo>
                  <a:lnTo>
                    <a:pt x="249371" y="1163135"/>
                  </a:lnTo>
                  <a:lnTo>
                    <a:pt x="249395" y="1163115"/>
                  </a:lnTo>
                  <a:lnTo>
                    <a:pt x="249419" y="1163086"/>
                  </a:lnTo>
                  <a:lnTo>
                    <a:pt x="249442" y="1163047"/>
                  </a:lnTo>
                  <a:lnTo>
                    <a:pt x="249455" y="1163021"/>
                  </a:lnTo>
                  <a:lnTo>
                    <a:pt x="249468" y="1162996"/>
                  </a:lnTo>
                  <a:lnTo>
                    <a:pt x="249477" y="1162976"/>
                  </a:lnTo>
                  <a:lnTo>
                    <a:pt x="249486" y="1162959"/>
                  </a:lnTo>
                  <a:lnTo>
                    <a:pt x="249501" y="1162951"/>
                  </a:lnTo>
                  <a:lnTo>
                    <a:pt x="249522" y="1162940"/>
                  </a:lnTo>
                  <a:lnTo>
                    <a:pt x="249533" y="1162933"/>
                  </a:lnTo>
                  <a:lnTo>
                    <a:pt x="249542" y="1162922"/>
                  </a:lnTo>
                  <a:lnTo>
                    <a:pt x="249542" y="1162899"/>
                  </a:lnTo>
                  <a:lnTo>
                    <a:pt x="249540" y="1162870"/>
                  </a:lnTo>
                  <a:lnTo>
                    <a:pt x="249525" y="1162826"/>
                  </a:lnTo>
                  <a:lnTo>
                    <a:pt x="249519" y="1162813"/>
                  </a:lnTo>
                  <a:lnTo>
                    <a:pt x="249520" y="1162791"/>
                  </a:lnTo>
                  <a:lnTo>
                    <a:pt x="249529" y="1162765"/>
                  </a:lnTo>
                  <a:lnTo>
                    <a:pt x="249527" y="1162756"/>
                  </a:lnTo>
                  <a:lnTo>
                    <a:pt x="249521" y="1162748"/>
                  </a:lnTo>
                  <a:lnTo>
                    <a:pt x="249494" y="1162719"/>
                  </a:lnTo>
                  <a:lnTo>
                    <a:pt x="249490" y="1162694"/>
                  </a:lnTo>
                  <a:lnTo>
                    <a:pt x="249486" y="1162657"/>
                  </a:lnTo>
                  <a:lnTo>
                    <a:pt x="249480" y="1162610"/>
                  </a:lnTo>
                  <a:lnTo>
                    <a:pt x="249471" y="1162571"/>
                  </a:lnTo>
                  <a:lnTo>
                    <a:pt x="249455" y="1162525"/>
                  </a:lnTo>
                  <a:lnTo>
                    <a:pt x="249443" y="1162508"/>
                  </a:lnTo>
                  <a:lnTo>
                    <a:pt x="249445" y="1162483"/>
                  </a:lnTo>
                  <a:lnTo>
                    <a:pt x="249460" y="1162445"/>
                  </a:lnTo>
                  <a:lnTo>
                    <a:pt x="249468" y="1162410"/>
                  </a:lnTo>
                  <a:lnTo>
                    <a:pt x="249481" y="1162361"/>
                  </a:lnTo>
                  <a:lnTo>
                    <a:pt x="249492" y="1162333"/>
                  </a:lnTo>
                  <a:lnTo>
                    <a:pt x="249499" y="1162309"/>
                  </a:lnTo>
                  <a:lnTo>
                    <a:pt x="249504" y="1162261"/>
                  </a:lnTo>
                  <a:lnTo>
                    <a:pt x="249507" y="1162240"/>
                  </a:lnTo>
                  <a:lnTo>
                    <a:pt x="249512" y="1162214"/>
                  </a:lnTo>
                  <a:lnTo>
                    <a:pt x="249507" y="1162186"/>
                  </a:lnTo>
                  <a:lnTo>
                    <a:pt x="249489" y="1162161"/>
                  </a:lnTo>
                  <a:lnTo>
                    <a:pt x="249476" y="1162146"/>
                  </a:lnTo>
                  <a:lnTo>
                    <a:pt x="249476" y="1162118"/>
                  </a:lnTo>
                  <a:lnTo>
                    <a:pt x="249469" y="1162092"/>
                  </a:lnTo>
                  <a:lnTo>
                    <a:pt x="249463" y="1162082"/>
                  </a:lnTo>
                  <a:lnTo>
                    <a:pt x="249446" y="1162071"/>
                  </a:lnTo>
                  <a:lnTo>
                    <a:pt x="249431" y="1162061"/>
                  </a:lnTo>
                  <a:lnTo>
                    <a:pt x="249421" y="1162040"/>
                  </a:lnTo>
                  <a:lnTo>
                    <a:pt x="249407" y="1162013"/>
                  </a:lnTo>
                  <a:lnTo>
                    <a:pt x="249392" y="1161970"/>
                  </a:lnTo>
                  <a:lnTo>
                    <a:pt x="249375" y="1161957"/>
                  </a:lnTo>
                  <a:lnTo>
                    <a:pt x="249359" y="1161947"/>
                  </a:lnTo>
                  <a:lnTo>
                    <a:pt x="249335" y="1161937"/>
                  </a:lnTo>
                  <a:lnTo>
                    <a:pt x="249279" y="1161925"/>
                  </a:lnTo>
                  <a:lnTo>
                    <a:pt x="249270" y="1161919"/>
                  </a:lnTo>
                  <a:lnTo>
                    <a:pt x="249260" y="1161910"/>
                  </a:lnTo>
                  <a:lnTo>
                    <a:pt x="249247" y="1161909"/>
                  </a:lnTo>
                  <a:lnTo>
                    <a:pt x="249229" y="1161927"/>
                  </a:lnTo>
                  <a:lnTo>
                    <a:pt x="249217" y="1161941"/>
                  </a:lnTo>
                  <a:lnTo>
                    <a:pt x="249166" y="1161967"/>
                  </a:lnTo>
                  <a:lnTo>
                    <a:pt x="249140" y="1161979"/>
                  </a:lnTo>
                  <a:lnTo>
                    <a:pt x="249116" y="1161994"/>
                  </a:lnTo>
                  <a:lnTo>
                    <a:pt x="249101" y="1162005"/>
                  </a:lnTo>
                  <a:lnTo>
                    <a:pt x="249084" y="1162010"/>
                  </a:lnTo>
                  <a:lnTo>
                    <a:pt x="249076" y="1162010"/>
                  </a:lnTo>
                  <a:lnTo>
                    <a:pt x="249066" y="1162006"/>
                  </a:lnTo>
                  <a:lnTo>
                    <a:pt x="249054" y="1161990"/>
                  </a:lnTo>
                  <a:lnTo>
                    <a:pt x="249040" y="1161957"/>
                  </a:lnTo>
                  <a:lnTo>
                    <a:pt x="249029" y="1161920"/>
                  </a:lnTo>
                  <a:lnTo>
                    <a:pt x="249027" y="1161905"/>
                  </a:lnTo>
                  <a:lnTo>
                    <a:pt x="249031" y="1161880"/>
                  </a:lnTo>
                  <a:lnTo>
                    <a:pt x="249028" y="1161863"/>
                  </a:lnTo>
                  <a:lnTo>
                    <a:pt x="249017" y="1161850"/>
                  </a:lnTo>
                  <a:lnTo>
                    <a:pt x="248988" y="1161834"/>
                  </a:lnTo>
                  <a:lnTo>
                    <a:pt x="248963" y="1161821"/>
                  </a:lnTo>
                  <a:lnTo>
                    <a:pt x="248951" y="1161809"/>
                  </a:lnTo>
                  <a:lnTo>
                    <a:pt x="248928" y="1161794"/>
                  </a:lnTo>
                  <a:lnTo>
                    <a:pt x="248884" y="1161789"/>
                  </a:lnTo>
                  <a:lnTo>
                    <a:pt x="248787" y="1161769"/>
                  </a:lnTo>
                  <a:lnTo>
                    <a:pt x="248726" y="1161751"/>
                  </a:lnTo>
                  <a:lnTo>
                    <a:pt x="248692" y="1161742"/>
                  </a:lnTo>
                  <a:lnTo>
                    <a:pt x="248648" y="1161731"/>
                  </a:lnTo>
                  <a:lnTo>
                    <a:pt x="248618" y="1161720"/>
                  </a:lnTo>
                  <a:lnTo>
                    <a:pt x="248603" y="1161715"/>
                  </a:lnTo>
                  <a:lnTo>
                    <a:pt x="248592" y="1161711"/>
                  </a:lnTo>
                  <a:lnTo>
                    <a:pt x="248566" y="1161701"/>
                  </a:lnTo>
                  <a:lnTo>
                    <a:pt x="248562" y="1161696"/>
                  </a:lnTo>
                  <a:lnTo>
                    <a:pt x="248549" y="1161684"/>
                  </a:lnTo>
                  <a:lnTo>
                    <a:pt x="248539" y="1161669"/>
                  </a:lnTo>
                  <a:lnTo>
                    <a:pt x="248521" y="1161669"/>
                  </a:lnTo>
                  <a:lnTo>
                    <a:pt x="248477" y="1161673"/>
                  </a:lnTo>
                  <a:lnTo>
                    <a:pt x="248444" y="1161673"/>
                  </a:lnTo>
                  <a:lnTo>
                    <a:pt x="248407" y="1161664"/>
                  </a:lnTo>
                  <a:lnTo>
                    <a:pt x="248360" y="1161653"/>
                  </a:lnTo>
                  <a:lnTo>
                    <a:pt x="248336" y="1161647"/>
                  </a:lnTo>
                  <a:lnTo>
                    <a:pt x="248299" y="1161638"/>
                  </a:lnTo>
                  <a:lnTo>
                    <a:pt x="248280" y="1161635"/>
                  </a:lnTo>
                  <a:lnTo>
                    <a:pt x="248270" y="1161631"/>
                  </a:lnTo>
                  <a:lnTo>
                    <a:pt x="248263" y="1161621"/>
                  </a:lnTo>
                  <a:lnTo>
                    <a:pt x="248251" y="1161603"/>
                  </a:lnTo>
                  <a:lnTo>
                    <a:pt x="248238" y="1161589"/>
                  </a:lnTo>
                  <a:lnTo>
                    <a:pt x="248219" y="1161577"/>
                  </a:lnTo>
                  <a:lnTo>
                    <a:pt x="248182" y="1161567"/>
                  </a:lnTo>
                  <a:lnTo>
                    <a:pt x="248154" y="1161553"/>
                  </a:lnTo>
                  <a:lnTo>
                    <a:pt x="248128" y="1161540"/>
                  </a:lnTo>
                  <a:lnTo>
                    <a:pt x="248096" y="1161527"/>
                  </a:lnTo>
                  <a:lnTo>
                    <a:pt x="248067" y="1161515"/>
                  </a:lnTo>
                  <a:lnTo>
                    <a:pt x="248044" y="1161494"/>
                  </a:lnTo>
                  <a:lnTo>
                    <a:pt x="248011" y="1161471"/>
                  </a:lnTo>
                  <a:lnTo>
                    <a:pt x="247996" y="1161459"/>
                  </a:lnTo>
                  <a:lnTo>
                    <a:pt x="247984" y="1161445"/>
                  </a:lnTo>
                  <a:lnTo>
                    <a:pt x="247974" y="1161420"/>
                  </a:lnTo>
                  <a:lnTo>
                    <a:pt x="247965" y="1161390"/>
                  </a:lnTo>
                  <a:lnTo>
                    <a:pt x="247952" y="1161357"/>
                  </a:lnTo>
                  <a:lnTo>
                    <a:pt x="247932" y="1161331"/>
                  </a:lnTo>
                  <a:lnTo>
                    <a:pt x="247918" y="1161297"/>
                  </a:lnTo>
                  <a:lnTo>
                    <a:pt x="247905" y="1161270"/>
                  </a:lnTo>
                  <a:lnTo>
                    <a:pt x="247902" y="1161245"/>
                  </a:lnTo>
                  <a:lnTo>
                    <a:pt x="247899" y="1161218"/>
                  </a:lnTo>
                  <a:lnTo>
                    <a:pt x="247895" y="1161192"/>
                  </a:lnTo>
                  <a:lnTo>
                    <a:pt x="247896" y="1161170"/>
                  </a:lnTo>
                  <a:lnTo>
                    <a:pt x="247898" y="1161140"/>
                  </a:lnTo>
                  <a:lnTo>
                    <a:pt x="247894" y="1161128"/>
                  </a:lnTo>
                  <a:lnTo>
                    <a:pt x="247884" y="1161116"/>
                  </a:lnTo>
                  <a:lnTo>
                    <a:pt x="247854" y="1161096"/>
                  </a:lnTo>
                  <a:lnTo>
                    <a:pt x="247847" y="1161087"/>
                  </a:lnTo>
                  <a:lnTo>
                    <a:pt x="247843" y="1161077"/>
                  </a:lnTo>
                  <a:lnTo>
                    <a:pt x="247837" y="1161060"/>
                  </a:lnTo>
                  <a:lnTo>
                    <a:pt x="247835" y="1161045"/>
                  </a:lnTo>
                  <a:lnTo>
                    <a:pt x="247836" y="1161024"/>
                  </a:lnTo>
                  <a:lnTo>
                    <a:pt x="247842" y="1161002"/>
                  </a:lnTo>
                  <a:lnTo>
                    <a:pt x="247852" y="1160983"/>
                  </a:lnTo>
                  <a:lnTo>
                    <a:pt x="247867" y="1160944"/>
                  </a:lnTo>
                  <a:lnTo>
                    <a:pt x="247879" y="1160925"/>
                  </a:lnTo>
                  <a:lnTo>
                    <a:pt x="247888" y="1160902"/>
                  </a:lnTo>
                  <a:lnTo>
                    <a:pt x="247894" y="1160869"/>
                  </a:lnTo>
                  <a:lnTo>
                    <a:pt x="247896" y="1160826"/>
                  </a:lnTo>
                  <a:lnTo>
                    <a:pt x="247895" y="1160798"/>
                  </a:lnTo>
                  <a:lnTo>
                    <a:pt x="247890" y="1160781"/>
                  </a:lnTo>
                  <a:lnTo>
                    <a:pt x="247874" y="1160765"/>
                  </a:lnTo>
                  <a:lnTo>
                    <a:pt x="247858" y="1160754"/>
                  </a:lnTo>
                  <a:lnTo>
                    <a:pt x="247825" y="1160744"/>
                  </a:lnTo>
                  <a:lnTo>
                    <a:pt x="247791" y="1160735"/>
                  </a:lnTo>
                  <a:lnTo>
                    <a:pt x="247758" y="1160727"/>
                  </a:lnTo>
                  <a:lnTo>
                    <a:pt x="247720" y="1160721"/>
                  </a:lnTo>
                  <a:lnTo>
                    <a:pt x="247678" y="1160710"/>
                  </a:lnTo>
                  <a:lnTo>
                    <a:pt x="247641" y="1160695"/>
                  </a:lnTo>
                  <a:lnTo>
                    <a:pt x="247608" y="1160675"/>
                  </a:lnTo>
                  <a:lnTo>
                    <a:pt x="247557" y="1160633"/>
                  </a:lnTo>
                  <a:lnTo>
                    <a:pt x="247537" y="1160616"/>
                  </a:lnTo>
                  <a:lnTo>
                    <a:pt x="247491" y="1160577"/>
                  </a:lnTo>
                  <a:lnTo>
                    <a:pt x="247456" y="1160538"/>
                  </a:lnTo>
                  <a:lnTo>
                    <a:pt x="247444" y="1160520"/>
                  </a:lnTo>
                  <a:lnTo>
                    <a:pt x="247415" y="1160489"/>
                  </a:lnTo>
                  <a:lnTo>
                    <a:pt x="247396" y="1160474"/>
                  </a:lnTo>
                  <a:lnTo>
                    <a:pt x="247382" y="1160467"/>
                  </a:lnTo>
                  <a:lnTo>
                    <a:pt x="247367" y="1160464"/>
                  </a:lnTo>
                  <a:lnTo>
                    <a:pt x="247340" y="1160463"/>
                  </a:lnTo>
                  <a:lnTo>
                    <a:pt x="247322" y="1160460"/>
                  </a:lnTo>
                  <a:lnTo>
                    <a:pt x="247293" y="1160445"/>
                  </a:lnTo>
                  <a:lnTo>
                    <a:pt x="247270" y="1160427"/>
                  </a:lnTo>
                  <a:lnTo>
                    <a:pt x="247244" y="1160413"/>
                  </a:lnTo>
                  <a:lnTo>
                    <a:pt x="247218" y="1160400"/>
                  </a:lnTo>
                  <a:lnTo>
                    <a:pt x="247187" y="1160381"/>
                  </a:lnTo>
                  <a:lnTo>
                    <a:pt x="247168" y="1160375"/>
                  </a:lnTo>
                  <a:lnTo>
                    <a:pt x="247134" y="1160362"/>
                  </a:lnTo>
                  <a:lnTo>
                    <a:pt x="247070" y="1160343"/>
                  </a:lnTo>
                  <a:lnTo>
                    <a:pt x="247034" y="1160331"/>
                  </a:lnTo>
                  <a:lnTo>
                    <a:pt x="247002" y="1160317"/>
                  </a:lnTo>
                  <a:lnTo>
                    <a:pt x="246982" y="1160303"/>
                  </a:lnTo>
                  <a:lnTo>
                    <a:pt x="246968" y="1160289"/>
                  </a:lnTo>
                  <a:lnTo>
                    <a:pt x="246958" y="1160272"/>
                  </a:lnTo>
                  <a:lnTo>
                    <a:pt x="246949" y="1160246"/>
                  </a:lnTo>
                  <a:lnTo>
                    <a:pt x="246939" y="1160230"/>
                  </a:lnTo>
                  <a:lnTo>
                    <a:pt x="246924" y="1160215"/>
                  </a:lnTo>
                  <a:lnTo>
                    <a:pt x="246898" y="1160203"/>
                  </a:lnTo>
                  <a:lnTo>
                    <a:pt x="246879" y="1160179"/>
                  </a:lnTo>
                  <a:lnTo>
                    <a:pt x="246867" y="1160153"/>
                  </a:lnTo>
                  <a:lnTo>
                    <a:pt x="246854" y="1160121"/>
                  </a:lnTo>
                  <a:lnTo>
                    <a:pt x="246837" y="1160095"/>
                  </a:lnTo>
                  <a:lnTo>
                    <a:pt x="246824" y="1160071"/>
                  </a:lnTo>
                  <a:lnTo>
                    <a:pt x="246812" y="1160046"/>
                  </a:lnTo>
                  <a:lnTo>
                    <a:pt x="246804" y="1160026"/>
                  </a:lnTo>
                  <a:lnTo>
                    <a:pt x="246796" y="1159999"/>
                  </a:lnTo>
                  <a:lnTo>
                    <a:pt x="246790" y="1159961"/>
                  </a:lnTo>
                  <a:lnTo>
                    <a:pt x="246780" y="1159935"/>
                  </a:lnTo>
                  <a:lnTo>
                    <a:pt x="246769" y="1159917"/>
                  </a:lnTo>
                  <a:lnTo>
                    <a:pt x="246755" y="1159904"/>
                  </a:lnTo>
                  <a:lnTo>
                    <a:pt x="246734" y="1159885"/>
                  </a:lnTo>
                  <a:lnTo>
                    <a:pt x="246722" y="1159879"/>
                  </a:lnTo>
                  <a:lnTo>
                    <a:pt x="246708" y="1159868"/>
                  </a:lnTo>
                  <a:lnTo>
                    <a:pt x="246679" y="1159850"/>
                  </a:lnTo>
                  <a:lnTo>
                    <a:pt x="246649" y="1159834"/>
                  </a:lnTo>
                  <a:lnTo>
                    <a:pt x="246623" y="1159812"/>
                  </a:lnTo>
                  <a:lnTo>
                    <a:pt x="246590" y="1159788"/>
                  </a:lnTo>
                  <a:lnTo>
                    <a:pt x="246569" y="1159775"/>
                  </a:lnTo>
                  <a:lnTo>
                    <a:pt x="246535" y="1159745"/>
                  </a:lnTo>
                  <a:lnTo>
                    <a:pt x="246510" y="1159724"/>
                  </a:lnTo>
                  <a:lnTo>
                    <a:pt x="246485" y="1159704"/>
                  </a:lnTo>
                  <a:lnTo>
                    <a:pt x="246474" y="1159692"/>
                  </a:lnTo>
                  <a:lnTo>
                    <a:pt x="246449" y="1159655"/>
                  </a:lnTo>
                  <a:lnTo>
                    <a:pt x="246427" y="1159625"/>
                  </a:lnTo>
                  <a:lnTo>
                    <a:pt x="246406" y="1159606"/>
                  </a:lnTo>
                  <a:lnTo>
                    <a:pt x="246386" y="1159582"/>
                  </a:lnTo>
                  <a:lnTo>
                    <a:pt x="246363" y="1159566"/>
                  </a:lnTo>
                  <a:lnTo>
                    <a:pt x="246334" y="1159551"/>
                  </a:lnTo>
                  <a:lnTo>
                    <a:pt x="246307" y="1159543"/>
                  </a:lnTo>
                  <a:lnTo>
                    <a:pt x="246283" y="1159541"/>
                  </a:lnTo>
                  <a:lnTo>
                    <a:pt x="246258" y="1159535"/>
                  </a:lnTo>
                  <a:lnTo>
                    <a:pt x="246241" y="1159530"/>
                  </a:lnTo>
                  <a:lnTo>
                    <a:pt x="246215" y="1159523"/>
                  </a:lnTo>
                  <a:lnTo>
                    <a:pt x="246177" y="1159510"/>
                  </a:lnTo>
                  <a:lnTo>
                    <a:pt x="246150" y="1159496"/>
                  </a:lnTo>
                  <a:lnTo>
                    <a:pt x="246129" y="1159489"/>
                  </a:lnTo>
                  <a:lnTo>
                    <a:pt x="246108" y="1159487"/>
                  </a:lnTo>
                  <a:lnTo>
                    <a:pt x="246090" y="1159485"/>
                  </a:lnTo>
                  <a:lnTo>
                    <a:pt x="246075" y="1159480"/>
                  </a:lnTo>
                  <a:lnTo>
                    <a:pt x="246060" y="1159468"/>
                  </a:lnTo>
                  <a:lnTo>
                    <a:pt x="246050" y="1159457"/>
                  </a:lnTo>
                  <a:lnTo>
                    <a:pt x="246026" y="1159436"/>
                  </a:lnTo>
                  <a:lnTo>
                    <a:pt x="245999" y="1159426"/>
                  </a:lnTo>
                  <a:lnTo>
                    <a:pt x="245964" y="1159414"/>
                  </a:lnTo>
                  <a:lnTo>
                    <a:pt x="245927" y="1159399"/>
                  </a:lnTo>
                  <a:lnTo>
                    <a:pt x="245894" y="1159392"/>
                  </a:lnTo>
                  <a:lnTo>
                    <a:pt x="245868" y="1159384"/>
                  </a:lnTo>
                  <a:lnTo>
                    <a:pt x="245833" y="1159383"/>
                  </a:lnTo>
                  <a:lnTo>
                    <a:pt x="245802" y="1159382"/>
                  </a:lnTo>
                  <a:lnTo>
                    <a:pt x="245762" y="1159369"/>
                  </a:lnTo>
                  <a:lnTo>
                    <a:pt x="245729" y="1159363"/>
                  </a:lnTo>
                  <a:lnTo>
                    <a:pt x="245681" y="1159348"/>
                  </a:lnTo>
                  <a:lnTo>
                    <a:pt x="245658" y="1159337"/>
                  </a:lnTo>
                  <a:lnTo>
                    <a:pt x="245633" y="1159333"/>
                  </a:lnTo>
                  <a:lnTo>
                    <a:pt x="245618" y="1159335"/>
                  </a:lnTo>
                  <a:lnTo>
                    <a:pt x="245581" y="1159344"/>
                  </a:lnTo>
                  <a:lnTo>
                    <a:pt x="245566" y="1159344"/>
                  </a:lnTo>
                  <a:lnTo>
                    <a:pt x="245551" y="1159339"/>
                  </a:lnTo>
                  <a:lnTo>
                    <a:pt x="245513" y="1159317"/>
                  </a:lnTo>
                  <a:lnTo>
                    <a:pt x="245489" y="1159306"/>
                  </a:lnTo>
                  <a:lnTo>
                    <a:pt x="245472" y="1159306"/>
                  </a:lnTo>
                  <a:lnTo>
                    <a:pt x="245452" y="1159310"/>
                  </a:lnTo>
                  <a:lnTo>
                    <a:pt x="245417" y="1159322"/>
                  </a:lnTo>
                  <a:lnTo>
                    <a:pt x="245385" y="1159323"/>
                  </a:lnTo>
                  <a:lnTo>
                    <a:pt x="245364" y="1159319"/>
                  </a:lnTo>
                  <a:lnTo>
                    <a:pt x="245348" y="1159311"/>
                  </a:lnTo>
                  <a:lnTo>
                    <a:pt x="245336" y="1159303"/>
                  </a:lnTo>
                  <a:lnTo>
                    <a:pt x="245309" y="1159280"/>
                  </a:lnTo>
                  <a:lnTo>
                    <a:pt x="245287" y="1159263"/>
                  </a:lnTo>
                  <a:lnTo>
                    <a:pt x="245273" y="1159256"/>
                  </a:lnTo>
                  <a:lnTo>
                    <a:pt x="245253" y="1159253"/>
                  </a:lnTo>
                  <a:lnTo>
                    <a:pt x="245218" y="1159256"/>
                  </a:lnTo>
                  <a:lnTo>
                    <a:pt x="245193" y="1159258"/>
                  </a:lnTo>
                  <a:lnTo>
                    <a:pt x="245179" y="1159253"/>
                  </a:lnTo>
                  <a:lnTo>
                    <a:pt x="245159" y="1159237"/>
                  </a:lnTo>
                  <a:lnTo>
                    <a:pt x="245145" y="1159221"/>
                  </a:lnTo>
                  <a:lnTo>
                    <a:pt x="245099" y="1159195"/>
                  </a:lnTo>
                  <a:lnTo>
                    <a:pt x="245070" y="1159175"/>
                  </a:lnTo>
                  <a:lnTo>
                    <a:pt x="245056" y="1159173"/>
                  </a:lnTo>
                  <a:lnTo>
                    <a:pt x="245027" y="1159171"/>
                  </a:lnTo>
                  <a:lnTo>
                    <a:pt x="244997" y="1159169"/>
                  </a:lnTo>
                  <a:lnTo>
                    <a:pt x="244971" y="1159164"/>
                  </a:lnTo>
                  <a:lnTo>
                    <a:pt x="244957" y="1159157"/>
                  </a:lnTo>
                  <a:lnTo>
                    <a:pt x="244921" y="1159135"/>
                  </a:lnTo>
                  <a:lnTo>
                    <a:pt x="244887" y="1159115"/>
                  </a:lnTo>
                  <a:lnTo>
                    <a:pt x="244855" y="1159083"/>
                  </a:lnTo>
                  <a:lnTo>
                    <a:pt x="244848" y="1159076"/>
                  </a:lnTo>
                  <a:lnTo>
                    <a:pt x="244827" y="1159068"/>
                  </a:lnTo>
                  <a:lnTo>
                    <a:pt x="244797" y="1159065"/>
                  </a:lnTo>
                  <a:lnTo>
                    <a:pt x="244781" y="1159064"/>
                  </a:lnTo>
                  <a:lnTo>
                    <a:pt x="244771" y="1159064"/>
                  </a:lnTo>
                  <a:lnTo>
                    <a:pt x="244753" y="1159064"/>
                  </a:lnTo>
                  <a:lnTo>
                    <a:pt x="244725" y="1159063"/>
                  </a:lnTo>
                  <a:lnTo>
                    <a:pt x="244702" y="1159064"/>
                  </a:lnTo>
                  <a:lnTo>
                    <a:pt x="244667" y="1159064"/>
                  </a:lnTo>
                  <a:lnTo>
                    <a:pt x="244651" y="1159064"/>
                  </a:lnTo>
                  <a:lnTo>
                    <a:pt x="244618" y="1159062"/>
                  </a:lnTo>
                  <a:lnTo>
                    <a:pt x="244599" y="1159054"/>
                  </a:lnTo>
                  <a:lnTo>
                    <a:pt x="244584" y="1159043"/>
                  </a:lnTo>
                  <a:lnTo>
                    <a:pt x="244568" y="1159022"/>
                  </a:lnTo>
                  <a:lnTo>
                    <a:pt x="244546" y="1159003"/>
                  </a:lnTo>
                  <a:lnTo>
                    <a:pt x="244528" y="1158992"/>
                  </a:lnTo>
                  <a:lnTo>
                    <a:pt x="244499" y="1158983"/>
                  </a:lnTo>
                  <a:lnTo>
                    <a:pt x="244480" y="1158981"/>
                  </a:lnTo>
                  <a:lnTo>
                    <a:pt x="244422" y="1158992"/>
                  </a:lnTo>
                  <a:lnTo>
                    <a:pt x="244393" y="1158989"/>
                  </a:lnTo>
                  <a:lnTo>
                    <a:pt x="244349" y="1158990"/>
                  </a:lnTo>
                  <a:lnTo>
                    <a:pt x="244305" y="1158978"/>
                  </a:lnTo>
                  <a:lnTo>
                    <a:pt x="244251" y="1158959"/>
                  </a:lnTo>
                  <a:lnTo>
                    <a:pt x="244214" y="1158940"/>
                  </a:lnTo>
                  <a:lnTo>
                    <a:pt x="244172" y="1158912"/>
                  </a:lnTo>
                  <a:lnTo>
                    <a:pt x="244085" y="1158853"/>
                  </a:lnTo>
                  <a:lnTo>
                    <a:pt x="244025" y="1158810"/>
                  </a:lnTo>
                  <a:lnTo>
                    <a:pt x="243984" y="1158767"/>
                  </a:lnTo>
                  <a:lnTo>
                    <a:pt x="243951" y="1158732"/>
                  </a:lnTo>
                  <a:lnTo>
                    <a:pt x="243925" y="1158697"/>
                  </a:lnTo>
                  <a:lnTo>
                    <a:pt x="243875" y="1158610"/>
                  </a:lnTo>
                  <a:lnTo>
                    <a:pt x="243857" y="1158610"/>
                  </a:lnTo>
                  <a:lnTo>
                    <a:pt x="243835" y="1158605"/>
                  </a:lnTo>
                  <a:lnTo>
                    <a:pt x="243821" y="1158601"/>
                  </a:lnTo>
                  <a:lnTo>
                    <a:pt x="243790" y="1158593"/>
                  </a:lnTo>
                  <a:lnTo>
                    <a:pt x="243763" y="1158584"/>
                  </a:lnTo>
                  <a:lnTo>
                    <a:pt x="243741" y="1158574"/>
                  </a:lnTo>
                  <a:lnTo>
                    <a:pt x="243722" y="1158565"/>
                  </a:lnTo>
                  <a:lnTo>
                    <a:pt x="243708" y="1158558"/>
                  </a:lnTo>
                  <a:lnTo>
                    <a:pt x="243699" y="1158549"/>
                  </a:lnTo>
                  <a:lnTo>
                    <a:pt x="243691" y="1158535"/>
                  </a:lnTo>
                  <a:lnTo>
                    <a:pt x="243686" y="1158524"/>
                  </a:lnTo>
                  <a:lnTo>
                    <a:pt x="243680" y="1158517"/>
                  </a:lnTo>
                  <a:lnTo>
                    <a:pt x="243664" y="1158511"/>
                  </a:lnTo>
                  <a:lnTo>
                    <a:pt x="243659" y="1158510"/>
                  </a:lnTo>
                  <a:lnTo>
                    <a:pt x="243648" y="1158511"/>
                  </a:lnTo>
                  <a:lnTo>
                    <a:pt x="243627" y="1158507"/>
                  </a:lnTo>
                  <a:lnTo>
                    <a:pt x="243617" y="1158503"/>
                  </a:lnTo>
                  <a:lnTo>
                    <a:pt x="243594" y="1158492"/>
                  </a:lnTo>
                  <a:lnTo>
                    <a:pt x="243557" y="1158469"/>
                  </a:lnTo>
                  <a:lnTo>
                    <a:pt x="243524" y="1158447"/>
                  </a:lnTo>
                  <a:lnTo>
                    <a:pt x="243491" y="1158430"/>
                  </a:lnTo>
                  <a:lnTo>
                    <a:pt x="243475" y="1158420"/>
                  </a:lnTo>
                  <a:lnTo>
                    <a:pt x="243436" y="1158394"/>
                  </a:lnTo>
                  <a:lnTo>
                    <a:pt x="243414" y="1158379"/>
                  </a:lnTo>
                  <a:lnTo>
                    <a:pt x="243396" y="1158360"/>
                  </a:lnTo>
                  <a:lnTo>
                    <a:pt x="243388" y="1158350"/>
                  </a:lnTo>
                  <a:lnTo>
                    <a:pt x="243378" y="1158342"/>
                  </a:lnTo>
                  <a:lnTo>
                    <a:pt x="243366" y="1158339"/>
                  </a:lnTo>
                  <a:lnTo>
                    <a:pt x="243359" y="1158341"/>
                  </a:lnTo>
                  <a:lnTo>
                    <a:pt x="243353" y="1158340"/>
                  </a:lnTo>
                  <a:lnTo>
                    <a:pt x="243346" y="1158335"/>
                  </a:lnTo>
                  <a:lnTo>
                    <a:pt x="243337" y="1158324"/>
                  </a:lnTo>
                  <a:lnTo>
                    <a:pt x="243319" y="1158318"/>
                  </a:lnTo>
                  <a:lnTo>
                    <a:pt x="243296" y="1158314"/>
                  </a:lnTo>
                  <a:lnTo>
                    <a:pt x="243278" y="1158314"/>
                  </a:lnTo>
                  <a:lnTo>
                    <a:pt x="243256" y="1158316"/>
                  </a:lnTo>
                  <a:lnTo>
                    <a:pt x="243246" y="1158315"/>
                  </a:lnTo>
                  <a:lnTo>
                    <a:pt x="243241" y="1158314"/>
                  </a:lnTo>
                  <a:lnTo>
                    <a:pt x="243223" y="1158306"/>
                  </a:lnTo>
                  <a:lnTo>
                    <a:pt x="243216" y="1158303"/>
                  </a:lnTo>
                  <a:lnTo>
                    <a:pt x="243205" y="1158302"/>
                  </a:lnTo>
                  <a:lnTo>
                    <a:pt x="243197" y="1158300"/>
                  </a:lnTo>
                  <a:lnTo>
                    <a:pt x="243182" y="1158294"/>
                  </a:lnTo>
                  <a:lnTo>
                    <a:pt x="243166" y="1158287"/>
                  </a:lnTo>
                  <a:lnTo>
                    <a:pt x="243141" y="1158274"/>
                  </a:lnTo>
                  <a:lnTo>
                    <a:pt x="243118" y="1158263"/>
                  </a:lnTo>
                  <a:lnTo>
                    <a:pt x="243089" y="1158246"/>
                  </a:lnTo>
                  <a:lnTo>
                    <a:pt x="243068" y="1158235"/>
                  </a:lnTo>
                  <a:lnTo>
                    <a:pt x="243036" y="1158223"/>
                  </a:lnTo>
                  <a:lnTo>
                    <a:pt x="243017" y="1158218"/>
                  </a:lnTo>
                  <a:lnTo>
                    <a:pt x="243006" y="1158211"/>
                  </a:lnTo>
                  <a:lnTo>
                    <a:pt x="242995" y="1158203"/>
                  </a:lnTo>
                  <a:lnTo>
                    <a:pt x="242981" y="1158197"/>
                  </a:lnTo>
                  <a:lnTo>
                    <a:pt x="242966" y="1158194"/>
                  </a:lnTo>
                  <a:lnTo>
                    <a:pt x="242956" y="1158186"/>
                  </a:lnTo>
                  <a:lnTo>
                    <a:pt x="242941" y="1158175"/>
                  </a:lnTo>
                  <a:lnTo>
                    <a:pt x="242930" y="1158162"/>
                  </a:lnTo>
                  <a:lnTo>
                    <a:pt x="242921" y="1158151"/>
                  </a:lnTo>
                  <a:lnTo>
                    <a:pt x="242903" y="1158141"/>
                  </a:lnTo>
                  <a:lnTo>
                    <a:pt x="242886" y="1158136"/>
                  </a:lnTo>
                  <a:lnTo>
                    <a:pt x="242873" y="1158132"/>
                  </a:lnTo>
                  <a:lnTo>
                    <a:pt x="242864" y="1158127"/>
                  </a:lnTo>
                  <a:lnTo>
                    <a:pt x="242857" y="1158116"/>
                  </a:lnTo>
                  <a:lnTo>
                    <a:pt x="242835" y="1158099"/>
                  </a:lnTo>
                  <a:lnTo>
                    <a:pt x="242805" y="1158082"/>
                  </a:lnTo>
                  <a:lnTo>
                    <a:pt x="242791" y="1158074"/>
                  </a:lnTo>
                  <a:lnTo>
                    <a:pt x="242774" y="1158068"/>
                  </a:lnTo>
                  <a:lnTo>
                    <a:pt x="242755" y="1158063"/>
                  </a:lnTo>
                  <a:lnTo>
                    <a:pt x="242750" y="1158059"/>
                  </a:lnTo>
                  <a:lnTo>
                    <a:pt x="242737" y="1158041"/>
                  </a:lnTo>
                  <a:lnTo>
                    <a:pt x="242729" y="1158034"/>
                  </a:lnTo>
                  <a:lnTo>
                    <a:pt x="242718" y="1158031"/>
                  </a:lnTo>
                  <a:lnTo>
                    <a:pt x="242689" y="1158024"/>
                  </a:lnTo>
                  <a:lnTo>
                    <a:pt x="242672" y="1158018"/>
                  </a:lnTo>
                  <a:lnTo>
                    <a:pt x="242660" y="1158017"/>
                  </a:lnTo>
                  <a:lnTo>
                    <a:pt x="242645" y="1158018"/>
                  </a:lnTo>
                  <a:lnTo>
                    <a:pt x="242622" y="1158020"/>
                  </a:lnTo>
                  <a:lnTo>
                    <a:pt x="242612" y="1158019"/>
                  </a:lnTo>
                  <a:lnTo>
                    <a:pt x="242592" y="1158012"/>
                  </a:lnTo>
                  <a:lnTo>
                    <a:pt x="242577" y="1158007"/>
                  </a:lnTo>
                  <a:lnTo>
                    <a:pt x="242569" y="1158007"/>
                  </a:lnTo>
                  <a:lnTo>
                    <a:pt x="242555" y="1158010"/>
                  </a:lnTo>
                  <a:lnTo>
                    <a:pt x="242544" y="1158009"/>
                  </a:lnTo>
                  <a:lnTo>
                    <a:pt x="242526" y="1158009"/>
                  </a:lnTo>
                  <a:lnTo>
                    <a:pt x="242512" y="1158006"/>
                  </a:lnTo>
                  <a:lnTo>
                    <a:pt x="242505" y="1158004"/>
                  </a:lnTo>
                  <a:lnTo>
                    <a:pt x="242495" y="1158005"/>
                  </a:lnTo>
                  <a:lnTo>
                    <a:pt x="242486" y="1158013"/>
                  </a:lnTo>
                  <a:lnTo>
                    <a:pt x="242475" y="1158013"/>
                  </a:lnTo>
                  <a:lnTo>
                    <a:pt x="242463" y="1158011"/>
                  </a:lnTo>
                  <a:lnTo>
                    <a:pt x="242443" y="1158011"/>
                  </a:lnTo>
                  <a:lnTo>
                    <a:pt x="242426" y="1158013"/>
                  </a:lnTo>
                  <a:lnTo>
                    <a:pt x="242415" y="1158014"/>
                  </a:lnTo>
                  <a:lnTo>
                    <a:pt x="242409" y="1158017"/>
                  </a:lnTo>
                  <a:lnTo>
                    <a:pt x="242403" y="1158021"/>
                  </a:lnTo>
                  <a:lnTo>
                    <a:pt x="242399" y="1158028"/>
                  </a:lnTo>
                  <a:lnTo>
                    <a:pt x="242394" y="1158032"/>
                  </a:lnTo>
                  <a:lnTo>
                    <a:pt x="242381" y="1158039"/>
                  </a:lnTo>
                  <a:lnTo>
                    <a:pt x="242357" y="1158051"/>
                  </a:lnTo>
                  <a:lnTo>
                    <a:pt x="242332" y="1158061"/>
                  </a:lnTo>
                  <a:lnTo>
                    <a:pt x="242307" y="1158069"/>
                  </a:lnTo>
                  <a:lnTo>
                    <a:pt x="242302" y="1158070"/>
                  </a:lnTo>
                  <a:lnTo>
                    <a:pt x="242286" y="1158070"/>
                  </a:lnTo>
                  <a:lnTo>
                    <a:pt x="242266" y="1158065"/>
                  </a:lnTo>
                  <a:lnTo>
                    <a:pt x="242249" y="1158052"/>
                  </a:lnTo>
                  <a:lnTo>
                    <a:pt x="242243" y="1158040"/>
                  </a:lnTo>
                  <a:lnTo>
                    <a:pt x="242241" y="1158024"/>
                  </a:lnTo>
                  <a:lnTo>
                    <a:pt x="242246" y="1158006"/>
                  </a:lnTo>
                  <a:lnTo>
                    <a:pt x="242259" y="1157984"/>
                  </a:lnTo>
                  <a:lnTo>
                    <a:pt x="242273" y="1157948"/>
                  </a:lnTo>
                  <a:lnTo>
                    <a:pt x="242276" y="1157930"/>
                  </a:lnTo>
                  <a:lnTo>
                    <a:pt x="242274" y="1157918"/>
                  </a:lnTo>
                  <a:lnTo>
                    <a:pt x="242267" y="1157911"/>
                  </a:lnTo>
                  <a:lnTo>
                    <a:pt x="242251" y="1157904"/>
                  </a:lnTo>
                  <a:lnTo>
                    <a:pt x="242217" y="1157894"/>
                  </a:lnTo>
                  <a:lnTo>
                    <a:pt x="242195" y="1157892"/>
                  </a:lnTo>
                  <a:lnTo>
                    <a:pt x="242179" y="1157890"/>
                  </a:lnTo>
                  <a:lnTo>
                    <a:pt x="242166" y="1157890"/>
                  </a:lnTo>
                  <a:lnTo>
                    <a:pt x="242151" y="1157890"/>
                  </a:lnTo>
                  <a:lnTo>
                    <a:pt x="242133" y="1157884"/>
                  </a:lnTo>
                  <a:lnTo>
                    <a:pt x="242113" y="1157874"/>
                  </a:lnTo>
                  <a:lnTo>
                    <a:pt x="242085" y="1157868"/>
                  </a:lnTo>
                  <a:lnTo>
                    <a:pt x="242074" y="1157867"/>
                  </a:lnTo>
                  <a:lnTo>
                    <a:pt x="242058" y="1157868"/>
                  </a:lnTo>
                  <a:lnTo>
                    <a:pt x="242045" y="1157873"/>
                  </a:lnTo>
                  <a:lnTo>
                    <a:pt x="242023" y="1157891"/>
                  </a:lnTo>
                  <a:lnTo>
                    <a:pt x="241994" y="1157903"/>
                  </a:lnTo>
                  <a:lnTo>
                    <a:pt x="241975" y="1157910"/>
                  </a:lnTo>
                  <a:lnTo>
                    <a:pt x="241962" y="1157910"/>
                  </a:lnTo>
                  <a:lnTo>
                    <a:pt x="241951" y="1157910"/>
                  </a:lnTo>
                  <a:lnTo>
                    <a:pt x="241938" y="1157901"/>
                  </a:lnTo>
                  <a:lnTo>
                    <a:pt x="241923" y="1157888"/>
                  </a:lnTo>
                  <a:lnTo>
                    <a:pt x="241905" y="1157857"/>
                  </a:lnTo>
                  <a:lnTo>
                    <a:pt x="241786" y="1157710"/>
                  </a:lnTo>
                  <a:lnTo>
                    <a:pt x="241769" y="1157687"/>
                  </a:lnTo>
                  <a:lnTo>
                    <a:pt x="241751" y="1157670"/>
                  </a:lnTo>
                  <a:lnTo>
                    <a:pt x="241733" y="1157657"/>
                  </a:lnTo>
                  <a:lnTo>
                    <a:pt x="241713" y="1157643"/>
                  </a:lnTo>
                  <a:lnTo>
                    <a:pt x="241690" y="1157631"/>
                  </a:lnTo>
                  <a:lnTo>
                    <a:pt x="241670" y="1157621"/>
                  </a:lnTo>
                  <a:lnTo>
                    <a:pt x="241666" y="1157618"/>
                  </a:lnTo>
                  <a:lnTo>
                    <a:pt x="241658" y="1157612"/>
                  </a:lnTo>
                  <a:lnTo>
                    <a:pt x="241651" y="1157610"/>
                  </a:lnTo>
                  <a:lnTo>
                    <a:pt x="241643" y="1157609"/>
                  </a:lnTo>
                  <a:lnTo>
                    <a:pt x="241638" y="1157610"/>
                  </a:lnTo>
                  <a:lnTo>
                    <a:pt x="241630" y="1157611"/>
                  </a:lnTo>
                  <a:lnTo>
                    <a:pt x="241621" y="1157613"/>
                  </a:lnTo>
                  <a:lnTo>
                    <a:pt x="241604" y="1157617"/>
                  </a:lnTo>
                  <a:lnTo>
                    <a:pt x="241586" y="1157619"/>
                  </a:lnTo>
                  <a:lnTo>
                    <a:pt x="241577" y="1157619"/>
                  </a:lnTo>
                  <a:lnTo>
                    <a:pt x="241571" y="1157618"/>
                  </a:lnTo>
                  <a:lnTo>
                    <a:pt x="241562" y="1157616"/>
                  </a:lnTo>
                  <a:lnTo>
                    <a:pt x="241555" y="1157613"/>
                  </a:lnTo>
                  <a:lnTo>
                    <a:pt x="241543" y="1157607"/>
                  </a:lnTo>
                  <a:lnTo>
                    <a:pt x="241532" y="1157601"/>
                  </a:lnTo>
                  <a:lnTo>
                    <a:pt x="241517" y="1157593"/>
                  </a:lnTo>
                  <a:lnTo>
                    <a:pt x="241503" y="1157584"/>
                  </a:lnTo>
                  <a:lnTo>
                    <a:pt x="241494" y="1157581"/>
                  </a:lnTo>
                  <a:lnTo>
                    <a:pt x="241477" y="1157576"/>
                  </a:lnTo>
                  <a:lnTo>
                    <a:pt x="241465" y="1157572"/>
                  </a:lnTo>
                  <a:lnTo>
                    <a:pt x="241449" y="1157570"/>
                  </a:lnTo>
                  <a:lnTo>
                    <a:pt x="241432" y="1157568"/>
                  </a:lnTo>
                  <a:lnTo>
                    <a:pt x="241417" y="1157567"/>
                  </a:lnTo>
                  <a:lnTo>
                    <a:pt x="241410" y="1157568"/>
                  </a:lnTo>
                  <a:lnTo>
                    <a:pt x="241396" y="1157568"/>
                  </a:lnTo>
                  <a:lnTo>
                    <a:pt x="241388" y="1157568"/>
                  </a:lnTo>
                  <a:lnTo>
                    <a:pt x="241381" y="1157570"/>
                  </a:lnTo>
                  <a:lnTo>
                    <a:pt x="241377" y="1157575"/>
                  </a:lnTo>
                  <a:lnTo>
                    <a:pt x="241372" y="1157585"/>
                  </a:lnTo>
                  <a:lnTo>
                    <a:pt x="241366" y="1157586"/>
                  </a:lnTo>
                  <a:lnTo>
                    <a:pt x="241361" y="1157586"/>
                  </a:lnTo>
                  <a:lnTo>
                    <a:pt x="241356" y="1157589"/>
                  </a:lnTo>
                  <a:lnTo>
                    <a:pt x="241350" y="1157594"/>
                  </a:lnTo>
                  <a:lnTo>
                    <a:pt x="241345" y="1157598"/>
                  </a:lnTo>
                  <a:lnTo>
                    <a:pt x="241340" y="1157604"/>
                  </a:lnTo>
                  <a:lnTo>
                    <a:pt x="241331" y="1157618"/>
                  </a:lnTo>
                  <a:lnTo>
                    <a:pt x="241324" y="1157629"/>
                  </a:lnTo>
                  <a:lnTo>
                    <a:pt x="241320" y="1157637"/>
                  </a:lnTo>
                  <a:lnTo>
                    <a:pt x="241315" y="1157647"/>
                  </a:lnTo>
                  <a:lnTo>
                    <a:pt x="241311" y="1157653"/>
                  </a:lnTo>
                  <a:lnTo>
                    <a:pt x="241302" y="1157660"/>
                  </a:lnTo>
                  <a:lnTo>
                    <a:pt x="241288" y="1157668"/>
                  </a:lnTo>
                  <a:lnTo>
                    <a:pt x="241280" y="1157671"/>
                  </a:lnTo>
                  <a:lnTo>
                    <a:pt x="241267" y="1157674"/>
                  </a:lnTo>
                  <a:lnTo>
                    <a:pt x="241257" y="1157675"/>
                  </a:lnTo>
                  <a:lnTo>
                    <a:pt x="241251" y="1157676"/>
                  </a:lnTo>
                  <a:lnTo>
                    <a:pt x="241241" y="1157678"/>
                  </a:lnTo>
                  <a:lnTo>
                    <a:pt x="241228" y="1157680"/>
                  </a:lnTo>
                  <a:lnTo>
                    <a:pt x="241210" y="1157684"/>
                  </a:lnTo>
                  <a:lnTo>
                    <a:pt x="241197" y="1157687"/>
                  </a:lnTo>
                  <a:lnTo>
                    <a:pt x="241190" y="1157688"/>
                  </a:lnTo>
                  <a:lnTo>
                    <a:pt x="241172" y="1157692"/>
                  </a:lnTo>
                  <a:lnTo>
                    <a:pt x="241167" y="1157693"/>
                  </a:lnTo>
                  <a:lnTo>
                    <a:pt x="241177" y="1157673"/>
                  </a:lnTo>
                  <a:lnTo>
                    <a:pt x="241191" y="1157652"/>
                  </a:lnTo>
                  <a:lnTo>
                    <a:pt x="241223" y="1157624"/>
                  </a:lnTo>
                  <a:lnTo>
                    <a:pt x="241226" y="1157612"/>
                  </a:lnTo>
                  <a:lnTo>
                    <a:pt x="241222" y="1157580"/>
                  </a:lnTo>
                  <a:lnTo>
                    <a:pt x="241212" y="1157542"/>
                  </a:lnTo>
                  <a:lnTo>
                    <a:pt x="241221" y="1157506"/>
                  </a:lnTo>
                  <a:lnTo>
                    <a:pt x="241253" y="1157473"/>
                  </a:lnTo>
                  <a:lnTo>
                    <a:pt x="241287" y="1157432"/>
                  </a:lnTo>
                  <a:lnTo>
                    <a:pt x="241299" y="1157410"/>
                  </a:lnTo>
                  <a:lnTo>
                    <a:pt x="241301" y="1157375"/>
                  </a:lnTo>
                  <a:lnTo>
                    <a:pt x="241294" y="1157333"/>
                  </a:lnTo>
                  <a:lnTo>
                    <a:pt x="241288" y="1157294"/>
                  </a:lnTo>
                  <a:lnTo>
                    <a:pt x="241284" y="1157284"/>
                  </a:lnTo>
                  <a:lnTo>
                    <a:pt x="241259" y="1157247"/>
                  </a:lnTo>
                  <a:lnTo>
                    <a:pt x="241237" y="1157217"/>
                  </a:lnTo>
                  <a:lnTo>
                    <a:pt x="241233" y="1157195"/>
                  </a:lnTo>
                  <a:lnTo>
                    <a:pt x="241225" y="1157141"/>
                  </a:lnTo>
                  <a:lnTo>
                    <a:pt x="241227" y="1157117"/>
                  </a:lnTo>
                  <a:lnTo>
                    <a:pt x="241217" y="1157069"/>
                  </a:lnTo>
                  <a:lnTo>
                    <a:pt x="241186" y="1156919"/>
                  </a:lnTo>
                  <a:lnTo>
                    <a:pt x="241180" y="1156847"/>
                  </a:lnTo>
                  <a:lnTo>
                    <a:pt x="241186" y="1156820"/>
                  </a:lnTo>
                  <a:lnTo>
                    <a:pt x="241206" y="1156795"/>
                  </a:lnTo>
                  <a:lnTo>
                    <a:pt x="241224" y="1156790"/>
                  </a:lnTo>
                  <a:lnTo>
                    <a:pt x="241240" y="1156795"/>
                  </a:lnTo>
                  <a:lnTo>
                    <a:pt x="241273" y="1156806"/>
                  </a:lnTo>
                  <a:lnTo>
                    <a:pt x="241297" y="1156806"/>
                  </a:lnTo>
                  <a:lnTo>
                    <a:pt x="241322" y="1156789"/>
                  </a:lnTo>
                  <a:lnTo>
                    <a:pt x="241352" y="1156748"/>
                  </a:lnTo>
                  <a:lnTo>
                    <a:pt x="241373" y="1156699"/>
                  </a:lnTo>
                  <a:lnTo>
                    <a:pt x="241379" y="1156631"/>
                  </a:lnTo>
                  <a:lnTo>
                    <a:pt x="241391" y="1156584"/>
                  </a:lnTo>
                  <a:lnTo>
                    <a:pt x="241403" y="1156560"/>
                  </a:lnTo>
                  <a:lnTo>
                    <a:pt x="241426" y="1156535"/>
                  </a:lnTo>
                  <a:lnTo>
                    <a:pt x="241462" y="1156514"/>
                  </a:lnTo>
                  <a:lnTo>
                    <a:pt x="241486" y="1156501"/>
                  </a:lnTo>
                  <a:lnTo>
                    <a:pt x="241508" y="1156486"/>
                  </a:lnTo>
                  <a:lnTo>
                    <a:pt x="241524" y="1156470"/>
                  </a:lnTo>
                  <a:lnTo>
                    <a:pt x="241531" y="1156442"/>
                  </a:lnTo>
                  <a:lnTo>
                    <a:pt x="241532" y="1156422"/>
                  </a:lnTo>
                  <a:lnTo>
                    <a:pt x="241521" y="1156408"/>
                  </a:lnTo>
                  <a:lnTo>
                    <a:pt x="241505" y="1156386"/>
                  </a:lnTo>
                  <a:lnTo>
                    <a:pt x="241503" y="1156372"/>
                  </a:lnTo>
                  <a:lnTo>
                    <a:pt x="241508" y="1156359"/>
                  </a:lnTo>
                  <a:lnTo>
                    <a:pt x="241521" y="1156342"/>
                  </a:lnTo>
                  <a:lnTo>
                    <a:pt x="241557" y="1156336"/>
                  </a:lnTo>
                  <a:lnTo>
                    <a:pt x="241587" y="1156335"/>
                  </a:lnTo>
                  <a:lnTo>
                    <a:pt x="241609" y="1156336"/>
                  </a:lnTo>
                  <a:lnTo>
                    <a:pt x="241637" y="1156336"/>
                  </a:lnTo>
                  <a:lnTo>
                    <a:pt x="241650" y="1156334"/>
                  </a:lnTo>
                  <a:lnTo>
                    <a:pt x="241671" y="1156329"/>
                  </a:lnTo>
                  <a:lnTo>
                    <a:pt x="241701" y="1156319"/>
                  </a:lnTo>
                  <a:lnTo>
                    <a:pt x="241718" y="1156306"/>
                  </a:lnTo>
                  <a:lnTo>
                    <a:pt x="241724" y="1156293"/>
                  </a:lnTo>
                  <a:lnTo>
                    <a:pt x="241724" y="1156265"/>
                  </a:lnTo>
                  <a:lnTo>
                    <a:pt x="241729" y="1156232"/>
                  </a:lnTo>
                  <a:lnTo>
                    <a:pt x="241742" y="1156193"/>
                  </a:lnTo>
                  <a:lnTo>
                    <a:pt x="241759" y="1156163"/>
                  </a:lnTo>
                  <a:lnTo>
                    <a:pt x="241785" y="1156128"/>
                  </a:lnTo>
                  <a:lnTo>
                    <a:pt x="241804" y="1156078"/>
                  </a:lnTo>
                  <a:lnTo>
                    <a:pt x="241803" y="1156048"/>
                  </a:lnTo>
                  <a:lnTo>
                    <a:pt x="241797" y="1156015"/>
                  </a:lnTo>
                  <a:lnTo>
                    <a:pt x="241777" y="1155986"/>
                  </a:lnTo>
                  <a:lnTo>
                    <a:pt x="241737" y="1155935"/>
                  </a:lnTo>
                  <a:lnTo>
                    <a:pt x="241717" y="1155896"/>
                  </a:lnTo>
                  <a:lnTo>
                    <a:pt x="241703" y="1155864"/>
                  </a:lnTo>
                  <a:lnTo>
                    <a:pt x="241698" y="1155844"/>
                  </a:lnTo>
                  <a:lnTo>
                    <a:pt x="241693" y="1155809"/>
                  </a:lnTo>
                  <a:lnTo>
                    <a:pt x="241679" y="1155795"/>
                  </a:lnTo>
                  <a:lnTo>
                    <a:pt x="241643" y="1155767"/>
                  </a:lnTo>
                  <a:lnTo>
                    <a:pt x="241629" y="1155750"/>
                  </a:lnTo>
                  <a:lnTo>
                    <a:pt x="241625" y="1155738"/>
                  </a:lnTo>
                  <a:lnTo>
                    <a:pt x="241629" y="1155721"/>
                  </a:lnTo>
                  <a:lnTo>
                    <a:pt x="241630" y="1155706"/>
                  </a:lnTo>
                  <a:lnTo>
                    <a:pt x="241626" y="1155683"/>
                  </a:lnTo>
                  <a:lnTo>
                    <a:pt x="241622" y="1155665"/>
                  </a:lnTo>
                  <a:lnTo>
                    <a:pt x="241591" y="1155640"/>
                  </a:lnTo>
                  <a:lnTo>
                    <a:pt x="241565" y="1155621"/>
                  </a:lnTo>
                  <a:lnTo>
                    <a:pt x="241534" y="1155603"/>
                  </a:lnTo>
                  <a:lnTo>
                    <a:pt x="241515" y="1155588"/>
                  </a:lnTo>
                  <a:lnTo>
                    <a:pt x="241482" y="1155558"/>
                  </a:lnTo>
                  <a:lnTo>
                    <a:pt x="241471" y="1155549"/>
                  </a:lnTo>
                  <a:lnTo>
                    <a:pt x="241448" y="1155543"/>
                  </a:lnTo>
                  <a:lnTo>
                    <a:pt x="241412" y="1155541"/>
                  </a:lnTo>
                  <a:lnTo>
                    <a:pt x="241371" y="1155538"/>
                  </a:lnTo>
                  <a:lnTo>
                    <a:pt x="241352" y="1155532"/>
                  </a:lnTo>
                  <a:lnTo>
                    <a:pt x="241342" y="1155518"/>
                  </a:lnTo>
                  <a:lnTo>
                    <a:pt x="241327" y="1155496"/>
                  </a:lnTo>
                  <a:lnTo>
                    <a:pt x="241310" y="1155471"/>
                  </a:lnTo>
                  <a:lnTo>
                    <a:pt x="241291" y="1155456"/>
                  </a:lnTo>
                  <a:lnTo>
                    <a:pt x="241265" y="1155447"/>
                  </a:lnTo>
                  <a:lnTo>
                    <a:pt x="241193" y="1155443"/>
                  </a:lnTo>
                  <a:lnTo>
                    <a:pt x="241161" y="1155440"/>
                  </a:lnTo>
                  <a:lnTo>
                    <a:pt x="241110" y="1155440"/>
                  </a:lnTo>
                  <a:lnTo>
                    <a:pt x="240993" y="1155482"/>
                  </a:lnTo>
                  <a:lnTo>
                    <a:pt x="240926" y="1155534"/>
                  </a:lnTo>
                  <a:lnTo>
                    <a:pt x="240905" y="1155560"/>
                  </a:lnTo>
                  <a:lnTo>
                    <a:pt x="240883" y="1155594"/>
                  </a:lnTo>
                  <a:lnTo>
                    <a:pt x="240858" y="1155647"/>
                  </a:lnTo>
                  <a:lnTo>
                    <a:pt x="240821" y="1155709"/>
                  </a:lnTo>
                  <a:lnTo>
                    <a:pt x="240786" y="1155734"/>
                  </a:lnTo>
                  <a:lnTo>
                    <a:pt x="240735" y="1155729"/>
                  </a:lnTo>
                  <a:lnTo>
                    <a:pt x="240681" y="1155710"/>
                  </a:lnTo>
                  <a:lnTo>
                    <a:pt x="240600" y="1155652"/>
                  </a:lnTo>
                  <a:lnTo>
                    <a:pt x="240545" y="1155628"/>
                  </a:lnTo>
                  <a:lnTo>
                    <a:pt x="240480" y="1155638"/>
                  </a:lnTo>
                  <a:lnTo>
                    <a:pt x="240370" y="1155691"/>
                  </a:lnTo>
                  <a:lnTo>
                    <a:pt x="240270" y="1155755"/>
                  </a:lnTo>
                  <a:lnTo>
                    <a:pt x="240170" y="1155803"/>
                  </a:lnTo>
                  <a:lnTo>
                    <a:pt x="240105" y="1155828"/>
                  </a:lnTo>
                  <a:lnTo>
                    <a:pt x="240076" y="1155835"/>
                  </a:lnTo>
                  <a:lnTo>
                    <a:pt x="240048" y="1155849"/>
                  </a:lnTo>
                  <a:lnTo>
                    <a:pt x="239906" y="1155885"/>
                  </a:lnTo>
                  <a:lnTo>
                    <a:pt x="239844" y="1155891"/>
                  </a:lnTo>
                  <a:lnTo>
                    <a:pt x="239809" y="1155883"/>
                  </a:lnTo>
                  <a:lnTo>
                    <a:pt x="239775" y="1155867"/>
                  </a:lnTo>
                  <a:lnTo>
                    <a:pt x="239750" y="1155838"/>
                  </a:lnTo>
                  <a:lnTo>
                    <a:pt x="239734" y="1155825"/>
                  </a:lnTo>
                  <a:lnTo>
                    <a:pt x="239710" y="1155814"/>
                  </a:lnTo>
                  <a:lnTo>
                    <a:pt x="239699" y="1155814"/>
                  </a:lnTo>
                  <a:lnTo>
                    <a:pt x="239655" y="1155821"/>
                  </a:lnTo>
                  <a:lnTo>
                    <a:pt x="239581" y="1155832"/>
                  </a:lnTo>
                  <a:lnTo>
                    <a:pt x="239552" y="1155829"/>
                  </a:lnTo>
                  <a:lnTo>
                    <a:pt x="239517" y="1155824"/>
                  </a:lnTo>
                  <a:lnTo>
                    <a:pt x="239506" y="1155821"/>
                  </a:lnTo>
                  <a:lnTo>
                    <a:pt x="239475" y="1155821"/>
                  </a:lnTo>
                  <a:lnTo>
                    <a:pt x="239431" y="1155825"/>
                  </a:lnTo>
                  <a:lnTo>
                    <a:pt x="239300" y="1155862"/>
                  </a:lnTo>
                  <a:lnTo>
                    <a:pt x="239271" y="1155872"/>
                  </a:lnTo>
                  <a:lnTo>
                    <a:pt x="239224" y="1155864"/>
                  </a:lnTo>
                  <a:lnTo>
                    <a:pt x="239213" y="1155855"/>
                  </a:lnTo>
                  <a:lnTo>
                    <a:pt x="239194" y="1155847"/>
                  </a:lnTo>
                  <a:lnTo>
                    <a:pt x="239139" y="1155806"/>
                  </a:lnTo>
                  <a:lnTo>
                    <a:pt x="239088" y="1155754"/>
                  </a:lnTo>
                  <a:lnTo>
                    <a:pt x="239075" y="1155737"/>
                  </a:lnTo>
                  <a:lnTo>
                    <a:pt x="239056" y="1155724"/>
                  </a:lnTo>
                  <a:lnTo>
                    <a:pt x="239050" y="1155717"/>
                  </a:lnTo>
                  <a:lnTo>
                    <a:pt x="239028" y="1155708"/>
                  </a:lnTo>
                  <a:lnTo>
                    <a:pt x="239016" y="1155711"/>
                  </a:lnTo>
                  <a:lnTo>
                    <a:pt x="239004" y="1155728"/>
                  </a:lnTo>
                  <a:lnTo>
                    <a:pt x="238989" y="1155756"/>
                  </a:lnTo>
                  <a:lnTo>
                    <a:pt x="238972" y="1155783"/>
                  </a:lnTo>
                  <a:lnTo>
                    <a:pt x="238946" y="1155795"/>
                  </a:lnTo>
                  <a:lnTo>
                    <a:pt x="238904" y="1155805"/>
                  </a:lnTo>
                  <a:lnTo>
                    <a:pt x="238778" y="1155871"/>
                  </a:lnTo>
                  <a:lnTo>
                    <a:pt x="238662" y="1155914"/>
                  </a:lnTo>
                  <a:lnTo>
                    <a:pt x="238595" y="1155922"/>
                  </a:lnTo>
                  <a:lnTo>
                    <a:pt x="238517" y="1155945"/>
                  </a:lnTo>
                  <a:lnTo>
                    <a:pt x="238509" y="1155947"/>
                  </a:lnTo>
                  <a:lnTo>
                    <a:pt x="238469" y="1155961"/>
                  </a:lnTo>
                  <a:lnTo>
                    <a:pt x="238463" y="1155946"/>
                  </a:lnTo>
                  <a:lnTo>
                    <a:pt x="238463" y="1155893"/>
                  </a:lnTo>
                  <a:lnTo>
                    <a:pt x="238460" y="1155794"/>
                  </a:lnTo>
                  <a:lnTo>
                    <a:pt x="238467" y="1155758"/>
                  </a:lnTo>
                  <a:lnTo>
                    <a:pt x="238472" y="1155734"/>
                  </a:lnTo>
                  <a:lnTo>
                    <a:pt x="238496" y="1155691"/>
                  </a:lnTo>
                  <a:lnTo>
                    <a:pt x="238545" y="1155598"/>
                  </a:lnTo>
                  <a:lnTo>
                    <a:pt x="238579" y="1155545"/>
                  </a:lnTo>
                  <a:lnTo>
                    <a:pt x="238612" y="1155502"/>
                  </a:lnTo>
                  <a:lnTo>
                    <a:pt x="238644" y="1155473"/>
                  </a:lnTo>
                  <a:lnTo>
                    <a:pt x="238657" y="1155440"/>
                  </a:lnTo>
                  <a:lnTo>
                    <a:pt x="238653" y="1155390"/>
                  </a:lnTo>
                  <a:lnTo>
                    <a:pt x="238653" y="1155345"/>
                  </a:lnTo>
                  <a:lnTo>
                    <a:pt x="238661" y="1155306"/>
                  </a:lnTo>
                  <a:lnTo>
                    <a:pt x="238680" y="1155263"/>
                  </a:lnTo>
                  <a:lnTo>
                    <a:pt x="238691" y="1155242"/>
                  </a:lnTo>
                  <a:lnTo>
                    <a:pt x="238694" y="1155234"/>
                  </a:lnTo>
                  <a:lnTo>
                    <a:pt x="238693" y="1155223"/>
                  </a:lnTo>
                  <a:lnTo>
                    <a:pt x="238691" y="1155208"/>
                  </a:lnTo>
                  <a:lnTo>
                    <a:pt x="238686" y="1155184"/>
                  </a:lnTo>
                  <a:lnTo>
                    <a:pt x="238686" y="1155174"/>
                  </a:lnTo>
                  <a:lnTo>
                    <a:pt x="238682" y="1155127"/>
                  </a:lnTo>
                  <a:lnTo>
                    <a:pt x="238668" y="1155081"/>
                  </a:lnTo>
                  <a:lnTo>
                    <a:pt x="238662" y="1155050"/>
                  </a:lnTo>
                  <a:lnTo>
                    <a:pt x="238659" y="1154950"/>
                  </a:lnTo>
                  <a:lnTo>
                    <a:pt x="238642" y="1154828"/>
                  </a:lnTo>
                  <a:lnTo>
                    <a:pt x="238634" y="1154750"/>
                  </a:lnTo>
                  <a:lnTo>
                    <a:pt x="238637" y="1154710"/>
                  </a:lnTo>
                  <a:lnTo>
                    <a:pt x="238639" y="1154682"/>
                  </a:lnTo>
                  <a:lnTo>
                    <a:pt x="238664" y="1154562"/>
                  </a:lnTo>
                  <a:lnTo>
                    <a:pt x="238666" y="1154554"/>
                  </a:lnTo>
                  <a:lnTo>
                    <a:pt x="238670" y="1154542"/>
                  </a:lnTo>
                  <a:lnTo>
                    <a:pt x="238679" y="1154514"/>
                  </a:lnTo>
                  <a:lnTo>
                    <a:pt x="238683" y="1154500"/>
                  </a:lnTo>
                  <a:lnTo>
                    <a:pt x="238685" y="1154480"/>
                  </a:lnTo>
                  <a:lnTo>
                    <a:pt x="238684" y="1154467"/>
                  </a:lnTo>
                  <a:lnTo>
                    <a:pt x="238688" y="1154446"/>
                  </a:lnTo>
                  <a:lnTo>
                    <a:pt x="238697" y="1154376"/>
                  </a:lnTo>
                  <a:lnTo>
                    <a:pt x="238704" y="1154260"/>
                  </a:lnTo>
                  <a:lnTo>
                    <a:pt x="238707" y="1154201"/>
                  </a:lnTo>
                  <a:lnTo>
                    <a:pt x="238703" y="1154172"/>
                  </a:lnTo>
                  <a:lnTo>
                    <a:pt x="238690" y="1154150"/>
                  </a:lnTo>
                  <a:lnTo>
                    <a:pt x="238678" y="1154114"/>
                  </a:lnTo>
                  <a:lnTo>
                    <a:pt x="238682" y="1154051"/>
                  </a:lnTo>
                  <a:lnTo>
                    <a:pt x="238682" y="1153996"/>
                  </a:lnTo>
                  <a:lnTo>
                    <a:pt x="238687" y="1153943"/>
                  </a:lnTo>
                  <a:lnTo>
                    <a:pt x="238707" y="1153901"/>
                  </a:lnTo>
                  <a:lnTo>
                    <a:pt x="238746" y="1153818"/>
                  </a:lnTo>
                  <a:lnTo>
                    <a:pt x="238804" y="1153719"/>
                  </a:lnTo>
                  <a:lnTo>
                    <a:pt x="238829" y="1153628"/>
                  </a:lnTo>
                  <a:lnTo>
                    <a:pt x="238845" y="1153563"/>
                  </a:lnTo>
                  <a:lnTo>
                    <a:pt x="238854" y="1153523"/>
                  </a:lnTo>
                  <a:lnTo>
                    <a:pt x="238863" y="1153444"/>
                  </a:lnTo>
                  <a:lnTo>
                    <a:pt x="238866" y="1153406"/>
                  </a:lnTo>
                  <a:lnTo>
                    <a:pt x="238861" y="1153395"/>
                  </a:lnTo>
                  <a:lnTo>
                    <a:pt x="238829" y="1153365"/>
                  </a:lnTo>
                  <a:lnTo>
                    <a:pt x="238790" y="1153346"/>
                  </a:lnTo>
                  <a:lnTo>
                    <a:pt x="238748" y="1153320"/>
                  </a:lnTo>
                  <a:lnTo>
                    <a:pt x="238703" y="1153299"/>
                  </a:lnTo>
                  <a:lnTo>
                    <a:pt x="238631" y="1153282"/>
                  </a:lnTo>
                  <a:lnTo>
                    <a:pt x="238589" y="1153260"/>
                  </a:lnTo>
                  <a:lnTo>
                    <a:pt x="238536" y="1153230"/>
                  </a:lnTo>
                  <a:lnTo>
                    <a:pt x="238501" y="1153204"/>
                  </a:lnTo>
                  <a:lnTo>
                    <a:pt x="238428" y="1153162"/>
                  </a:lnTo>
                  <a:lnTo>
                    <a:pt x="238399" y="1153142"/>
                  </a:lnTo>
                  <a:lnTo>
                    <a:pt x="238361" y="1153109"/>
                  </a:lnTo>
                  <a:lnTo>
                    <a:pt x="238347" y="1153099"/>
                  </a:lnTo>
                  <a:lnTo>
                    <a:pt x="238338" y="1153098"/>
                  </a:lnTo>
                  <a:lnTo>
                    <a:pt x="238325" y="1153100"/>
                  </a:lnTo>
                  <a:lnTo>
                    <a:pt x="238298" y="1153101"/>
                  </a:lnTo>
                  <a:lnTo>
                    <a:pt x="238273" y="1153094"/>
                  </a:lnTo>
                  <a:lnTo>
                    <a:pt x="238263" y="1153079"/>
                  </a:lnTo>
                  <a:lnTo>
                    <a:pt x="238239" y="1153043"/>
                  </a:lnTo>
                  <a:lnTo>
                    <a:pt x="238214" y="1153008"/>
                  </a:lnTo>
                  <a:lnTo>
                    <a:pt x="238202" y="1152989"/>
                  </a:lnTo>
                  <a:lnTo>
                    <a:pt x="238176" y="1152974"/>
                  </a:lnTo>
                  <a:lnTo>
                    <a:pt x="238146" y="1152938"/>
                  </a:lnTo>
                  <a:lnTo>
                    <a:pt x="238126" y="1152915"/>
                  </a:lnTo>
                  <a:lnTo>
                    <a:pt x="238094" y="1152898"/>
                  </a:lnTo>
                  <a:lnTo>
                    <a:pt x="238050" y="1152855"/>
                  </a:lnTo>
                  <a:lnTo>
                    <a:pt x="238013" y="1152823"/>
                  </a:lnTo>
                  <a:lnTo>
                    <a:pt x="237972" y="1152791"/>
                  </a:lnTo>
                  <a:lnTo>
                    <a:pt x="237927" y="1152767"/>
                  </a:lnTo>
                  <a:lnTo>
                    <a:pt x="237905" y="1152742"/>
                  </a:lnTo>
                  <a:lnTo>
                    <a:pt x="237900" y="1152692"/>
                  </a:lnTo>
                  <a:lnTo>
                    <a:pt x="237900" y="1152637"/>
                  </a:lnTo>
                  <a:lnTo>
                    <a:pt x="237891" y="1152614"/>
                  </a:lnTo>
                  <a:lnTo>
                    <a:pt x="237866" y="1152583"/>
                  </a:lnTo>
                  <a:lnTo>
                    <a:pt x="237834" y="1152549"/>
                  </a:lnTo>
                  <a:lnTo>
                    <a:pt x="237803" y="1152505"/>
                  </a:lnTo>
                  <a:lnTo>
                    <a:pt x="237778" y="1152477"/>
                  </a:lnTo>
                  <a:lnTo>
                    <a:pt x="237738" y="1152448"/>
                  </a:lnTo>
                  <a:lnTo>
                    <a:pt x="237715" y="1152423"/>
                  </a:lnTo>
                  <a:lnTo>
                    <a:pt x="237682" y="1152392"/>
                  </a:lnTo>
                  <a:lnTo>
                    <a:pt x="237646" y="1152355"/>
                  </a:lnTo>
                  <a:lnTo>
                    <a:pt x="237592" y="1152316"/>
                  </a:lnTo>
                  <a:lnTo>
                    <a:pt x="237576" y="1152289"/>
                  </a:lnTo>
                  <a:lnTo>
                    <a:pt x="237574" y="1152278"/>
                  </a:lnTo>
                  <a:lnTo>
                    <a:pt x="237574" y="1152256"/>
                  </a:lnTo>
                  <a:lnTo>
                    <a:pt x="237575" y="1152241"/>
                  </a:lnTo>
                  <a:lnTo>
                    <a:pt x="237574" y="1152226"/>
                  </a:lnTo>
                  <a:lnTo>
                    <a:pt x="237570" y="1152209"/>
                  </a:lnTo>
                  <a:lnTo>
                    <a:pt x="237561" y="1152189"/>
                  </a:lnTo>
                  <a:lnTo>
                    <a:pt x="237539" y="1152105"/>
                  </a:lnTo>
                  <a:lnTo>
                    <a:pt x="237521" y="1152034"/>
                  </a:lnTo>
                  <a:lnTo>
                    <a:pt x="237493" y="1151998"/>
                  </a:lnTo>
                  <a:lnTo>
                    <a:pt x="237442" y="1151950"/>
                  </a:lnTo>
                  <a:lnTo>
                    <a:pt x="237425" y="1151925"/>
                  </a:lnTo>
                  <a:lnTo>
                    <a:pt x="237417" y="1151895"/>
                  </a:lnTo>
                  <a:lnTo>
                    <a:pt x="237395" y="1151794"/>
                  </a:lnTo>
                  <a:lnTo>
                    <a:pt x="237393" y="1151757"/>
                  </a:lnTo>
                  <a:lnTo>
                    <a:pt x="237398" y="1151726"/>
                  </a:lnTo>
                  <a:lnTo>
                    <a:pt x="237417" y="1151671"/>
                  </a:lnTo>
                  <a:lnTo>
                    <a:pt x="237421" y="1151645"/>
                  </a:lnTo>
                  <a:lnTo>
                    <a:pt x="237407" y="1151614"/>
                  </a:lnTo>
                  <a:lnTo>
                    <a:pt x="237411" y="1151595"/>
                  </a:lnTo>
                  <a:lnTo>
                    <a:pt x="237421" y="1151575"/>
                  </a:lnTo>
                  <a:lnTo>
                    <a:pt x="237459" y="1151531"/>
                  </a:lnTo>
                  <a:lnTo>
                    <a:pt x="237469" y="1151518"/>
                  </a:lnTo>
                  <a:lnTo>
                    <a:pt x="237465" y="1151512"/>
                  </a:lnTo>
                  <a:lnTo>
                    <a:pt x="237448" y="1151504"/>
                  </a:lnTo>
                  <a:lnTo>
                    <a:pt x="237418" y="1151498"/>
                  </a:lnTo>
                  <a:lnTo>
                    <a:pt x="237369" y="1151497"/>
                  </a:lnTo>
                  <a:lnTo>
                    <a:pt x="237351" y="1151487"/>
                  </a:lnTo>
                  <a:lnTo>
                    <a:pt x="237336" y="1151474"/>
                  </a:lnTo>
                  <a:lnTo>
                    <a:pt x="237302" y="1151414"/>
                  </a:lnTo>
                  <a:lnTo>
                    <a:pt x="237282" y="1151384"/>
                  </a:lnTo>
                  <a:lnTo>
                    <a:pt x="237269" y="1151356"/>
                  </a:lnTo>
                  <a:lnTo>
                    <a:pt x="237267" y="1151324"/>
                  </a:lnTo>
                  <a:lnTo>
                    <a:pt x="237266" y="1151258"/>
                  </a:lnTo>
                  <a:lnTo>
                    <a:pt x="237261" y="1151219"/>
                  </a:lnTo>
                  <a:lnTo>
                    <a:pt x="237246" y="1151192"/>
                  </a:lnTo>
                  <a:lnTo>
                    <a:pt x="237217" y="1151150"/>
                  </a:lnTo>
                  <a:lnTo>
                    <a:pt x="237188" y="1151117"/>
                  </a:lnTo>
                  <a:lnTo>
                    <a:pt x="237147" y="1151076"/>
                  </a:lnTo>
                  <a:lnTo>
                    <a:pt x="237143" y="1151064"/>
                  </a:lnTo>
                  <a:lnTo>
                    <a:pt x="237133" y="1151033"/>
                  </a:lnTo>
                  <a:lnTo>
                    <a:pt x="237117" y="1151016"/>
                  </a:lnTo>
                  <a:lnTo>
                    <a:pt x="237094" y="1151019"/>
                  </a:lnTo>
                  <a:lnTo>
                    <a:pt x="237012" y="1151055"/>
                  </a:lnTo>
                  <a:lnTo>
                    <a:pt x="236919" y="1151093"/>
                  </a:lnTo>
                  <a:lnTo>
                    <a:pt x="236854" y="1151112"/>
                  </a:lnTo>
                  <a:lnTo>
                    <a:pt x="236764" y="1151124"/>
                  </a:lnTo>
                  <a:lnTo>
                    <a:pt x="236746" y="1151126"/>
                  </a:lnTo>
                  <a:lnTo>
                    <a:pt x="236724" y="1151132"/>
                  </a:lnTo>
                  <a:lnTo>
                    <a:pt x="236699" y="1151139"/>
                  </a:lnTo>
                  <a:lnTo>
                    <a:pt x="236669" y="1151139"/>
                  </a:lnTo>
                  <a:lnTo>
                    <a:pt x="236640" y="1151144"/>
                  </a:lnTo>
                  <a:lnTo>
                    <a:pt x="236599" y="1151145"/>
                  </a:lnTo>
                  <a:lnTo>
                    <a:pt x="236558" y="1151147"/>
                  </a:lnTo>
                  <a:lnTo>
                    <a:pt x="236544" y="1151152"/>
                  </a:lnTo>
                  <a:lnTo>
                    <a:pt x="236540" y="1151156"/>
                  </a:lnTo>
                  <a:lnTo>
                    <a:pt x="236534" y="1151165"/>
                  </a:lnTo>
                  <a:lnTo>
                    <a:pt x="236526" y="1151184"/>
                  </a:lnTo>
                  <a:lnTo>
                    <a:pt x="236523" y="1151196"/>
                  </a:lnTo>
                  <a:lnTo>
                    <a:pt x="236522" y="1151263"/>
                  </a:lnTo>
                  <a:lnTo>
                    <a:pt x="236512" y="1151288"/>
                  </a:lnTo>
                  <a:lnTo>
                    <a:pt x="236487" y="1151310"/>
                  </a:lnTo>
                  <a:lnTo>
                    <a:pt x="236456" y="1151333"/>
                  </a:lnTo>
                  <a:lnTo>
                    <a:pt x="236427" y="1151354"/>
                  </a:lnTo>
                  <a:lnTo>
                    <a:pt x="236407" y="1151382"/>
                  </a:lnTo>
                  <a:lnTo>
                    <a:pt x="236374" y="1151430"/>
                  </a:lnTo>
                  <a:lnTo>
                    <a:pt x="236350" y="1151468"/>
                  </a:lnTo>
                  <a:lnTo>
                    <a:pt x="236320" y="1151512"/>
                  </a:lnTo>
                  <a:lnTo>
                    <a:pt x="236295" y="1151529"/>
                  </a:lnTo>
                  <a:lnTo>
                    <a:pt x="236269" y="1151540"/>
                  </a:lnTo>
                  <a:lnTo>
                    <a:pt x="236223" y="1151547"/>
                  </a:lnTo>
                  <a:lnTo>
                    <a:pt x="236169" y="1151555"/>
                  </a:lnTo>
                  <a:lnTo>
                    <a:pt x="236112" y="1151556"/>
                  </a:lnTo>
                  <a:lnTo>
                    <a:pt x="236053" y="1151552"/>
                  </a:lnTo>
                  <a:lnTo>
                    <a:pt x="236018" y="1151553"/>
                  </a:lnTo>
                  <a:lnTo>
                    <a:pt x="235992" y="1151565"/>
                  </a:lnTo>
                  <a:lnTo>
                    <a:pt x="235950" y="1151619"/>
                  </a:lnTo>
                  <a:lnTo>
                    <a:pt x="235913" y="1151662"/>
                  </a:lnTo>
                  <a:lnTo>
                    <a:pt x="235884" y="1151686"/>
                  </a:lnTo>
                  <a:lnTo>
                    <a:pt x="235848" y="1151708"/>
                  </a:lnTo>
                  <a:lnTo>
                    <a:pt x="235827" y="1151714"/>
                  </a:lnTo>
                  <a:lnTo>
                    <a:pt x="235779" y="1151740"/>
                  </a:lnTo>
                  <a:lnTo>
                    <a:pt x="235742" y="1151758"/>
                  </a:lnTo>
                  <a:lnTo>
                    <a:pt x="235703" y="1151775"/>
                  </a:lnTo>
                  <a:lnTo>
                    <a:pt x="235667" y="1151784"/>
                  </a:lnTo>
                  <a:lnTo>
                    <a:pt x="235621" y="1151786"/>
                  </a:lnTo>
                  <a:lnTo>
                    <a:pt x="235574" y="1151788"/>
                  </a:lnTo>
                  <a:lnTo>
                    <a:pt x="235496" y="1151800"/>
                  </a:lnTo>
                  <a:lnTo>
                    <a:pt x="235436" y="1151801"/>
                  </a:lnTo>
                  <a:lnTo>
                    <a:pt x="235396" y="1151803"/>
                  </a:lnTo>
                  <a:lnTo>
                    <a:pt x="235374" y="1151817"/>
                  </a:lnTo>
                  <a:lnTo>
                    <a:pt x="235344" y="1151864"/>
                  </a:lnTo>
                  <a:lnTo>
                    <a:pt x="235313" y="1151909"/>
                  </a:lnTo>
                  <a:lnTo>
                    <a:pt x="235281" y="1151962"/>
                  </a:lnTo>
                  <a:lnTo>
                    <a:pt x="235257" y="1151995"/>
                  </a:lnTo>
                  <a:lnTo>
                    <a:pt x="235244" y="1152009"/>
                  </a:lnTo>
                  <a:lnTo>
                    <a:pt x="235228" y="1152022"/>
                  </a:lnTo>
                  <a:lnTo>
                    <a:pt x="235209" y="1152042"/>
                  </a:lnTo>
                  <a:lnTo>
                    <a:pt x="235183" y="1152066"/>
                  </a:lnTo>
                  <a:lnTo>
                    <a:pt x="235177" y="1152069"/>
                  </a:lnTo>
                  <a:lnTo>
                    <a:pt x="235167" y="1152067"/>
                  </a:lnTo>
                  <a:lnTo>
                    <a:pt x="235137" y="1152054"/>
                  </a:lnTo>
                  <a:lnTo>
                    <a:pt x="235102" y="1152043"/>
                  </a:lnTo>
                  <a:lnTo>
                    <a:pt x="235066" y="1152027"/>
                  </a:lnTo>
                  <a:lnTo>
                    <a:pt x="235026" y="1152006"/>
                  </a:lnTo>
                  <a:lnTo>
                    <a:pt x="234974" y="1151971"/>
                  </a:lnTo>
                  <a:lnTo>
                    <a:pt x="234893" y="1151929"/>
                  </a:lnTo>
                  <a:lnTo>
                    <a:pt x="234849" y="1151915"/>
                  </a:lnTo>
                  <a:lnTo>
                    <a:pt x="234826" y="1151903"/>
                  </a:lnTo>
                  <a:lnTo>
                    <a:pt x="234781" y="1151871"/>
                  </a:lnTo>
                  <a:lnTo>
                    <a:pt x="234723" y="1151825"/>
                  </a:lnTo>
                  <a:lnTo>
                    <a:pt x="234682" y="1151801"/>
                  </a:lnTo>
                  <a:lnTo>
                    <a:pt x="234635" y="1151780"/>
                  </a:lnTo>
                  <a:lnTo>
                    <a:pt x="234630" y="1151770"/>
                  </a:lnTo>
                  <a:lnTo>
                    <a:pt x="234645" y="1151738"/>
                  </a:lnTo>
                  <a:lnTo>
                    <a:pt x="234648" y="1151713"/>
                  </a:lnTo>
                  <a:lnTo>
                    <a:pt x="234646" y="1151679"/>
                  </a:lnTo>
                  <a:lnTo>
                    <a:pt x="234630" y="1151638"/>
                  </a:lnTo>
                  <a:lnTo>
                    <a:pt x="234623" y="1151602"/>
                  </a:lnTo>
                  <a:lnTo>
                    <a:pt x="234602" y="1151555"/>
                  </a:lnTo>
                  <a:lnTo>
                    <a:pt x="234583" y="1151524"/>
                  </a:lnTo>
                  <a:lnTo>
                    <a:pt x="234579" y="1151485"/>
                  </a:lnTo>
                  <a:lnTo>
                    <a:pt x="234584" y="1151440"/>
                  </a:lnTo>
                  <a:lnTo>
                    <a:pt x="234597" y="1151407"/>
                  </a:lnTo>
                  <a:lnTo>
                    <a:pt x="234601" y="1151353"/>
                  </a:lnTo>
                  <a:lnTo>
                    <a:pt x="234620" y="1151284"/>
                  </a:lnTo>
                  <a:lnTo>
                    <a:pt x="234633" y="1151243"/>
                  </a:lnTo>
                  <a:lnTo>
                    <a:pt x="234663" y="1151197"/>
                  </a:lnTo>
                  <a:lnTo>
                    <a:pt x="234673" y="1151155"/>
                  </a:lnTo>
                  <a:lnTo>
                    <a:pt x="234642" y="1151141"/>
                  </a:lnTo>
                  <a:lnTo>
                    <a:pt x="234565" y="1151115"/>
                  </a:lnTo>
                  <a:lnTo>
                    <a:pt x="234525" y="1151098"/>
                  </a:lnTo>
                  <a:lnTo>
                    <a:pt x="234439" y="1151081"/>
                  </a:lnTo>
                  <a:lnTo>
                    <a:pt x="234389" y="1151074"/>
                  </a:lnTo>
                  <a:lnTo>
                    <a:pt x="234351" y="1151074"/>
                  </a:lnTo>
                  <a:lnTo>
                    <a:pt x="234300" y="1151079"/>
                  </a:lnTo>
                  <a:lnTo>
                    <a:pt x="234255" y="1151081"/>
                  </a:lnTo>
                  <a:lnTo>
                    <a:pt x="234244" y="1151070"/>
                  </a:lnTo>
                  <a:lnTo>
                    <a:pt x="234234" y="1151054"/>
                  </a:lnTo>
                  <a:lnTo>
                    <a:pt x="234219" y="1151015"/>
                  </a:lnTo>
                  <a:lnTo>
                    <a:pt x="234200" y="1150970"/>
                  </a:lnTo>
                  <a:lnTo>
                    <a:pt x="234157" y="1150860"/>
                  </a:lnTo>
                  <a:lnTo>
                    <a:pt x="234128" y="1150806"/>
                  </a:lnTo>
                  <a:lnTo>
                    <a:pt x="234115" y="1150762"/>
                  </a:lnTo>
                  <a:lnTo>
                    <a:pt x="234120" y="1150751"/>
                  </a:lnTo>
                  <a:lnTo>
                    <a:pt x="234147" y="1150728"/>
                  </a:lnTo>
                  <a:lnTo>
                    <a:pt x="234203" y="1150677"/>
                  </a:lnTo>
                  <a:lnTo>
                    <a:pt x="234233" y="1150646"/>
                  </a:lnTo>
                  <a:lnTo>
                    <a:pt x="234253" y="1150619"/>
                  </a:lnTo>
                  <a:lnTo>
                    <a:pt x="234274" y="1150584"/>
                  </a:lnTo>
                  <a:lnTo>
                    <a:pt x="234292" y="1150541"/>
                  </a:lnTo>
                  <a:lnTo>
                    <a:pt x="234321" y="1150495"/>
                  </a:lnTo>
                  <a:lnTo>
                    <a:pt x="234333" y="1150477"/>
                  </a:lnTo>
                  <a:lnTo>
                    <a:pt x="234336" y="1150465"/>
                  </a:lnTo>
                  <a:lnTo>
                    <a:pt x="234335" y="1150430"/>
                  </a:lnTo>
                  <a:lnTo>
                    <a:pt x="234321" y="1150396"/>
                  </a:lnTo>
                  <a:lnTo>
                    <a:pt x="234297" y="1150340"/>
                  </a:lnTo>
                  <a:lnTo>
                    <a:pt x="234272" y="1150286"/>
                  </a:lnTo>
                  <a:lnTo>
                    <a:pt x="234251" y="1150238"/>
                  </a:lnTo>
                  <a:lnTo>
                    <a:pt x="234230" y="1150197"/>
                  </a:lnTo>
                  <a:lnTo>
                    <a:pt x="234203" y="1150165"/>
                  </a:lnTo>
                  <a:lnTo>
                    <a:pt x="234174" y="1150124"/>
                  </a:lnTo>
                  <a:lnTo>
                    <a:pt x="234169" y="1150117"/>
                  </a:lnTo>
                  <a:lnTo>
                    <a:pt x="234167" y="1150104"/>
                  </a:lnTo>
                  <a:lnTo>
                    <a:pt x="234163" y="1150090"/>
                  </a:lnTo>
                  <a:lnTo>
                    <a:pt x="234141" y="1150014"/>
                  </a:lnTo>
                  <a:lnTo>
                    <a:pt x="234122" y="1149971"/>
                  </a:lnTo>
                  <a:lnTo>
                    <a:pt x="234123" y="1149953"/>
                  </a:lnTo>
                  <a:lnTo>
                    <a:pt x="234142" y="1149933"/>
                  </a:lnTo>
                  <a:lnTo>
                    <a:pt x="234149" y="1149906"/>
                  </a:lnTo>
                  <a:lnTo>
                    <a:pt x="234159" y="1149865"/>
                  </a:lnTo>
                  <a:lnTo>
                    <a:pt x="234157" y="1149824"/>
                  </a:lnTo>
                  <a:lnTo>
                    <a:pt x="234152" y="1149788"/>
                  </a:lnTo>
                  <a:lnTo>
                    <a:pt x="234144" y="1149758"/>
                  </a:lnTo>
                  <a:lnTo>
                    <a:pt x="234139" y="1149746"/>
                  </a:lnTo>
                  <a:lnTo>
                    <a:pt x="234121" y="1149729"/>
                  </a:lnTo>
                  <a:lnTo>
                    <a:pt x="234004" y="1149614"/>
                  </a:lnTo>
                  <a:lnTo>
                    <a:pt x="233939" y="1149545"/>
                  </a:lnTo>
                  <a:lnTo>
                    <a:pt x="233912" y="1149511"/>
                  </a:lnTo>
                  <a:lnTo>
                    <a:pt x="233912" y="1149498"/>
                  </a:lnTo>
                  <a:lnTo>
                    <a:pt x="233922" y="1149477"/>
                  </a:lnTo>
                  <a:lnTo>
                    <a:pt x="233932" y="1149461"/>
                  </a:lnTo>
                  <a:lnTo>
                    <a:pt x="233960" y="1149429"/>
                  </a:lnTo>
                  <a:lnTo>
                    <a:pt x="233994" y="1149377"/>
                  </a:lnTo>
                  <a:lnTo>
                    <a:pt x="234008" y="1149347"/>
                  </a:lnTo>
                  <a:lnTo>
                    <a:pt x="234016" y="1149314"/>
                  </a:lnTo>
                  <a:lnTo>
                    <a:pt x="234033" y="1149285"/>
                  </a:lnTo>
                  <a:lnTo>
                    <a:pt x="234054" y="1149249"/>
                  </a:lnTo>
                  <a:lnTo>
                    <a:pt x="234106" y="1149204"/>
                  </a:lnTo>
                  <a:lnTo>
                    <a:pt x="234124" y="1149187"/>
                  </a:lnTo>
                  <a:lnTo>
                    <a:pt x="234132" y="1149181"/>
                  </a:lnTo>
                  <a:lnTo>
                    <a:pt x="234129" y="1149174"/>
                  </a:lnTo>
                  <a:lnTo>
                    <a:pt x="234119" y="1149154"/>
                  </a:lnTo>
                  <a:lnTo>
                    <a:pt x="234112" y="1149101"/>
                  </a:lnTo>
                  <a:lnTo>
                    <a:pt x="234107" y="1149057"/>
                  </a:lnTo>
                  <a:lnTo>
                    <a:pt x="234088" y="1148990"/>
                  </a:lnTo>
                  <a:lnTo>
                    <a:pt x="234073" y="1148943"/>
                  </a:lnTo>
                  <a:lnTo>
                    <a:pt x="234052" y="1148896"/>
                  </a:lnTo>
                  <a:lnTo>
                    <a:pt x="234023" y="1148835"/>
                  </a:lnTo>
                  <a:lnTo>
                    <a:pt x="233989" y="1148762"/>
                  </a:lnTo>
                  <a:lnTo>
                    <a:pt x="233981" y="1148729"/>
                  </a:lnTo>
                  <a:lnTo>
                    <a:pt x="233984" y="1148705"/>
                  </a:lnTo>
                  <a:lnTo>
                    <a:pt x="233992" y="1148682"/>
                  </a:lnTo>
                  <a:lnTo>
                    <a:pt x="233996" y="1148665"/>
                  </a:lnTo>
                  <a:lnTo>
                    <a:pt x="233995" y="1148628"/>
                  </a:lnTo>
                  <a:lnTo>
                    <a:pt x="233978" y="1148587"/>
                  </a:lnTo>
                  <a:lnTo>
                    <a:pt x="233952" y="1148561"/>
                  </a:lnTo>
                  <a:lnTo>
                    <a:pt x="233927" y="1148550"/>
                  </a:lnTo>
                  <a:lnTo>
                    <a:pt x="233908" y="1148547"/>
                  </a:lnTo>
                  <a:lnTo>
                    <a:pt x="233870" y="1148555"/>
                  </a:lnTo>
                  <a:lnTo>
                    <a:pt x="233810" y="1148557"/>
                  </a:lnTo>
                  <a:lnTo>
                    <a:pt x="233785" y="1148546"/>
                  </a:lnTo>
                  <a:lnTo>
                    <a:pt x="233765" y="1148539"/>
                  </a:lnTo>
                  <a:lnTo>
                    <a:pt x="233724" y="1148555"/>
                  </a:lnTo>
                  <a:lnTo>
                    <a:pt x="233708" y="1148555"/>
                  </a:lnTo>
                  <a:lnTo>
                    <a:pt x="233698" y="1148549"/>
                  </a:lnTo>
                  <a:lnTo>
                    <a:pt x="233689" y="1148539"/>
                  </a:lnTo>
                  <a:lnTo>
                    <a:pt x="233671" y="1148530"/>
                  </a:lnTo>
                  <a:lnTo>
                    <a:pt x="233641" y="1148518"/>
                  </a:lnTo>
                  <a:lnTo>
                    <a:pt x="233616" y="1148515"/>
                  </a:lnTo>
                  <a:lnTo>
                    <a:pt x="233577" y="1148518"/>
                  </a:lnTo>
                  <a:lnTo>
                    <a:pt x="233532" y="1148526"/>
                  </a:lnTo>
                  <a:lnTo>
                    <a:pt x="233517" y="1148526"/>
                  </a:lnTo>
                  <a:lnTo>
                    <a:pt x="233499" y="1148528"/>
                  </a:lnTo>
                  <a:lnTo>
                    <a:pt x="233485" y="1148533"/>
                  </a:lnTo>
                  <a:lnTo>
                    <a:pt x="233479" y="1148532"/>
                  </a:lnTo>
                  <a:lnTo>
                    <a:pt x="233478" y="1148519"/>
                  </a:lnTo>
                  <a:lnTo>
                    <a:pt x="233482" y="1148508"/>
                  </a:lnTo>
                  <a:lnTo>
                    <a:pt x="233485" y="1148501"/>
                  </a:lnTo>
                  <a:lnTo>
                    <a:pt x="233507" y="1148471"/>
                  </a:lnTo>
                  <a:lnTo>
                    <a:pt x="233518" y="1148443"/>
                  </a:lnTo>
                  <a:lnTo>
                    <a:pt x="233520" y="1148425"/>
                  </a:lnTo>
                  <a:lnTo>
                    <a:pt x="233515" y="1148395"/>
                  </a:lnTo>
                  <a:lnTo>
                    <a:pt x="233508" y="1148360"/>
                  </a:lnTo>
                  <a:lnTo>
                    <a:pt x="233508" y="1148303"/>
                  </a:lnTo>
                  <a:lnTo>
                    <a:pt x="233500" y="1148281"/>
                  </a:lnTo>
                  <a:lnTo>
                    <a:pt x="233474" y="1148230"/>
                  </a:lnTo>
                  <a:lnTo>
                    <a:pt x="233453" y="1148180"/>
                  </a:lnTo>
                  <a:lnTo>
                    <a:pt x="233431" y="1148128"/>
                  </a:lnTo>
                  <a:lnTo>
                    <a:pt x="233431" y="1148112"/>
                  </a:lnTo>
                  <a:lnTo>
                    <a:pt x="233430" y="1148090"/>
                  </a:lnTo>
                  <a:lnTo>
                    <a:pt x="233426" y="1148074"/>
                  </a:lnTo>
                  <a:lnTo>
                    <a:pt x="233399" y="1148006"/>
                  </a:lnTo>
                  <a:lnTo>
                    <a:pt x="233375" y="1147954"/>
                  </a:lnTo>
                  <a:lnTo>
                    <a:pt x="233359" y="1147894"/>
                  </a:lnTo>
                  <a:lnTo>
                    <a:pt x="233343" y="1147860"/>
                  </a:lnTo>
                  <a:lnTo>
                    <a:pt x="233341" y="1147843"/>
                  </a:lnTo>
                  <a:lnTo>
                    <a:pt x="233348" y="1147829"/>
                  </a:lnTo>
                  <a:lnTo>
                    <a:pt x="233388" y="1147798"/>
                  </a:lnTo>
                  <a:lnTo>
                    <a:pt x="233413" y="1147770"/>
                  </a:lnTo>
                  <a:lnTo>
                    <a:pt x="233435" y="1147747"/>
                  </a:lnTo>
                  <a:lnTo>
                    <a:pt x="233452" y="1147722"/>
                  </a:lnTo>
                  <a:lnTo>
                    <a:pt x="233469" y="1147684"/>
                  </a:lnTo>
                  <a:lnTo>
                    <a:pt x="233472" y="1147666"/>
                  </a:lnTo>
                  <a:lnTo>
                    <a:pt x="233464" y="1147634"/>
                  </a:lnTo>
                  <a:lnTo>
                    <a:pt x="233468" y="1147617"/>
                  </a:lnTo>
                  <a:lnTo>
                    <a:pt x="233479" y="1147606"/>
                  </a:lnTo>
                  <a:lnTo>
                    <a:pt x="233515" y="1147595"/>
                  </a:lnTo>
                  <a:lnTo>
                    <a:pt x="233597" y="1147576"/>
                  </a:lnTo>
                  <a:lnTo>
                    <a:pt x="233636" y="1147560"/>
                  </a:lnTo>
                  <a:lnTo>
                    <a:pt x="233687" y="1147537"/>
                  </a:lnTo>
                  <a:lnTo>
                    <a:pt x="233739" y="1147525"/>
                  </a:lnTo>
                  <a:lnTo>
                    <a:pt x="233779" y="1147508"/>
                  </a:lnTo>
                  <a:lnTo>
                    <a:pt x="233821" y="1147486"/>
                  </a:lnTo>
                  <a:lnTo>
                    <a:pt x="233942" y="1147423"/>
                  </a:lnTo>
                  <a:lnTo>
                    <a:pt x="234014" y="1147393"/>
                  </a:lnTo>
                  <a:lnTo>
                    <a:pt x="234038" y="1147373"/>
                  </a:lnTo>
                  <a:lnTo>
                    <a:pt x="234052" y="1147353"/>
                  </a:lnTo>
                  <a:lnTo>
                    <a:pt x="234068" y="1147334"/>
                  </a:lnTo>
                  <a:lnTo>
                    <a:pt x="234091" y="1147323"/>
                  </a:lnTo>
                  <a:lnTo>
                    <a:pt x="234112" y="1147316"/>
                  </a:lnTo>
                  <a:lnTo>
                    <a:pt x="234128" y="1147306"/>
                  </a:lnTo>
                  <a:lnTo>
                    <a:pt x="234144" y="1147285"/>
                  </a:lnTo>
                  <a:lnTo>
                    <a:pt x="234183" y="1147238"/>
                  </a:lnTo>
                  <a:lnTo>
                    <a:pt x="234229" y="1147193"/>
                  </a:lnTo>
                  <a:lnTo>
                    <a:pt x="234253" y="1147168"/>
                  </a:lnTo>
                  <a:lnTo>
                    <a:pt x="234276" y="1147141"/>
                  </a:lnTo>
                  <a:lnTo>
                    <a:pt x="234305" y="1147109"/>
                  </a:lnTo>
                  <a:lnTo>
                    <a:pt x="234329" y="1147064"/>
                  </a:lnTo>
                  <a:lnTo>
                    <a:pt x="234359" y="1147007"/>
                  </a:lnTo>
                  <a:lnTo>
                    <a:pt x="234377" y="1146980"/>
                  </a:lnTo>
                  <a:lnTo>
                    <a:pt x="234387" y="1146944"/>
                  </a:lnTo>
                  <a:lnTo>
                    <a:pt x="234395" y="1146899"/>
                  </a:lnTo>
                  <a:lnTo>
                    <a:pt x="234432" y="1146840"/>
                  </a:lnTo>
                  <a:lnTo>
                    <a:pt x="234472" y="1146789"/>
                  </a:lnTo>
                  <a:lnTo>
                    <a:pt x="234492" y="1146769"/>
                  </a:lnTo>
                  <a:lnTo>
                    <a:pt x="234528" y="1146765"/>
                  </a:lnTo>
                  <a:lnTo>
                    <a:pt x="234579" y="1146761"/>
                  </a:lnTo>
                  <a:lnTo>
                    <a:pt x="234619" y="1146755"/>
                  </a:lnTo>
                  <a:lnTo>
                    <a:pt x="234679" y="1146732"/>
                  </a:lnTo>
                  <a:lnTo>
                    <a:pt x="234746" y="1146691"/>
                  </a:lnTo>
                  <a:lnTo>
                    <a:pt x="234779" y="1146669"/>
                  </a:lnTo>
                  <a:lnTo>
                    <a:pt x="234795" y="1146650"/>
                  </a:lnTo>
                  <a:lnTo>
                    <a:pt x="234810" y="1146644"/>
                  </a:lnTo>
                  <a:lnTo>
                    <a:pt x="234851" y="1146634"/>
                  </a:lnTo>
                  <a:lnTo>
                    <a:pt x="234878" y="1146624"/>
                  </a:lnTo>
                  <a:lnTo>
                    <a:pt x="234899" y="1146608"/>
                  </a:lnTo>
                  <a:lnTo>
                    <a:pt x="234912" y="1146598"/>
                  </a:lnTo>
                  <a:lnTo>
                    <a:pt x="234938" y="1146570"/>
                  </a:lnTo>
                  <a:lnTo>
                    <a:pt x="234961" y="1146552"/>
                  </a:lnTo>
                  <a:lnTo>
                    <a:pt x="234982" y="1146549"/>
                  </a:lnTo>
                  <a:lnTo>
                    <a:pt x="235024" y="1146547"/>
                  </a:lnTo>
                  <a:lnTo>
                    <a:pt x="235082" y="1146543"/>
                  </a:lnTo>
                  <a:lnTo>
                    <a:pt x="235149" y="1146532"/>
                  </a:lnTo>
                  <a:lnTo>
                    <a:pt x="235194" y="1146521"/>
                  </a:lnTo>
                  <a:lnTo>
                    <a:pt x="235232" y="1146509"/>
                  </a:lnTo>
                  <a:lnTo>
                    <a:pt x="235253" y="1146508"/>
                  </a:lnTo>
                  <a:lnTo>
                    <a:pt x="235302" y="1146498"/>
                  </a:lnTo>
                  <a:lnTo>
                    <a:pt x="235324" y="1146490"/>
                  </a:lnTo>
                  <a:lnTo>
                    <a:pt x="235368" y="1146474"/>
                  </a:lnTo>
                  <a:lnTo>
                    <a:pt x="235393" y="1146456"/>
                  </a:lnTo>
                  <a:lnTo>
                    <a:pt x="235418" y="1146434"/>
                  </a:lnTo>
                  <a:lnTo>
                    <a:pt x="235425" y="1146411"/>
                  </a:lnTo>
                  <a:lnTo>
                    <a:pt x="235431" y="1146388"/>
                  </a:lnTo>
                  <a:lnTo>
                    <a:pt x="235435" y="1146365"/>
                  </a:lnTo>
                  <a:lnTo>
                    <a:pt x="235450" y="1146340"/>
                  </a:lnTo>
                  <a:lnTo>
                    <a:pt x="235454" y="1146322"/>
                  </a:lnTo>
                  <a:lnTo>
                    <a:pt x="235455" y="1146294"/>
                  </a:lnTo>
                  <a:lnTo>
                    <a:pt x="235460" y="1146169"/>
                  </a:lnTo>
                  <a:lnTo>
                    <a:pt x="235460" y="1146094"/>
                  </a:lnTo>
                  <a:lnTo>
                    <a:pt x="235455" y="1146054"/>
                  </a:lnTo>
                  <a:lnTo>
                    <a:pt x="235445" y="1145995"/>
                  </a:lnTo>
                  <a:lnTo>
                    <a:pt x="235432" y="1145966"/>
                  </a:lnTo>
                  <a:lnTo>
                    <a:pt x="235427" y="1145943"/>
                  </a:lnTo>
                  <a:lnTo>
                    <a:pt x="235434" y="1145929"/>
                  </a:lnTo>
                  <a:lnTo>
                    <a:pt x="235463" y="1145910"/>
                  </a:lnTo>
                  <a:lnTo>
                    <a:pt x="235486" y="1145898"/>
                  </a:lnTo>
                  <a:lnTo>
                    <a:pt x="235519" y="1145881"/>
                  </a:lnTo>
                  <a:lnTo>
                    <a:pt x="235540" y="1145873"/>
                  </a:lnTo>
                  <a:lnTo>
                    <a:pt x="235579" y="1145866"/>
                  </a:lnTo>
                  <a:lnTo>
                    <a:pt x="235614" y="1145862"/>
                  </a:lnTo>
                  <a:lnTo>
                    <a:pt x="235645" y="1145864"/>
                  </a:lnTo>
                  <a:lnTo>
                    <a:pt x="235666" y="1145867"/>
                  </a:lnTo>
                  <a:lnTo>
                    <a:pt x="235689" y="1145870"/>
                  </a:lnTo>
                  <a:lnTo>
                    <a:pt x="235710" y="1145874"/>
                  </a:lnTo>
                  <a:lnTo>
                    <a:pt x="235742" y="1145871"/>
                  </a:lnTo>
                  <a:lnTo>
                    <a:pt x="235774" y="1145861"/>
                  </a:lnTo>
                  <a:lnTo>
                    <a:pt x="235821" y="1145845"/>
                  </a:lnTo>
                  <a:lnTo>
                    <a:pt x="235847" y="1145836"/>
                  </a:lnTo>
                  <a:lnTo>
                    <a:pt x="235858" y="1145829"/>
                  </a:lnTo>
                  <a:lnTo>
                    <a:pt x="235880" y="1145814"/>
                  </a:lnTo>
                  <a:lnTo>
                    <a:pt x="235891" y="1145800"/>
                  </a:lnTo>
                  <a:lnTo>
                    <a:pt x="235904" y="1145777"/>
                  </a:lnTo>
                  <a:lnTo>
                    <a:pt x="235920" y="1145751"/>
                  </a:lnTo>
                  <a:lnTo>
                    <a:pt x="235931" y="1145724"/>
                  </a:lnTo>
                  <a:lnTo>
                    <a:pt x="235941" y="1145712"/>
                  </a:lnTo>
                  <a:lnTo>
                    <a:pt x="235956" y="1145696"/>
                  </a:lnTo>
                  <a:lnTo>
                    <a:pt x="235966" y="1145689"/>
                  </a:lnTo>
                  <a:lnTo>
                    <a:pt x="235970" y="1145684"/>
                  </a:lnTo>
                  <a:lnTo>
                    <a:pt x="235990" y="1145658"/>
                  </a:lnTo>
                  <a:lnTo>
                    <a:pt x="236004" y="1145635"/>
                  </a:lnTo>
                  <a:lnTo>
                    <a:pt x="236009" y="1145608"/>
                  </a:lnTo>
                  <a:lnTo>
                    <a:pt x="236013" y="1145576"/>
                  </a:lnTo>
                  <a:lnTo>
                    <a:pt x="236009" y="1145543"/>
                  </a:lnTo>
                  <a:lnTo>
                    <a:pt x="236022" y="1145496"/>
                  </a:lnTo>
                  <a:lnTo>
                    <a:pt x="236029" y="1145470"/>
                  </a:lnTo>
                  <a:lnTo>
                    <a:pt x="236031" y="1145451"/>
                  </a:lnTo>
                  <a:lnTo>
                    <a:pt x="236025" y="1145423"/>
                  </a:lnTo>
                  <a:lnTo>
                    <a:pt x="236010" y="1145365"/>
                  </a:lnTo>
                  <a:lnTo>
                    <a:pt x="236003" y="1145327"/>
                  </a:lnTo>
                  <a:lnTo>
                    <a:pt x="236006" y="1145315"/>
                  </a:lnTo>
                  <a:lnTo>
                    <a:pt x="236016" y="1145306"/>
                  </a:lnTo>
                  <a:lnTo>
                    <a:pt x="236031" y="1145300"/>
                  </a:lnTo>
                  <a:lnTo>
                    <a:pt x="236055" y="1145286"/>
                  </a:lnTo>
                  <a:lnTo>
                    <a:pt x="236079" y="1145268"/>
                  </a:lnTo>
                  <a:lnTo>
                    <a:pt x="236120" y="1145238"/>
                  </a:lnTo>
                  <a:lnTo>
                    <a:pt x="236162" y="1145209"/>
                  </a:lnTo>
                  <a:lnTo>
                    <a:pt x="236196" y="1145186"/>
                  </a:lnTo>
                  <a:lnTo>
                    <a:pt x="236240" y="1145165"/>
                  </a:lnTo>
                  <a:lnTo>
                    <a:pt x="236267" y="1145158"/>
                  </a:lnTo>
                  <a:lnTo>
                    <a:pt x="236276" y="1145150"/>
                  </a:lnTo>
                  <a:lnTo>
                    <a:pt x="236274" y="1145114"/>
                  </a:lnTo>
                  <a:lnTo>
                    <a:pt x="236273" y="1145056"/>
                  </a:lnTo>
                  <a:lnTo>
                    <a:pt x="236265" y="1145023"/>
                  </a:lnTo>
                  <a:lnTo>
                    <a:pt x="236259" y="1144998"/>
                  </a:lnTo>
                  <a:lnTo>
                    <a:pt x="236256" y="1144969"/>
                  </a:lnTo>
                  <a:lnTo>
                    <a:pt x="236249" y="1144950"/>
                  </a:lnTo>
                  <a:lnTo>
                    <a:pt x="236223" y="1144927"/>
                  </a:lnTo>
                  <a:lnTo>
                    <a:pt x="236151" y="1144857"/>
                  </a:lnTo>
                  <a:lnTo>
                    <a:pt x="236138" y="1144840"/>
                  </a:lnTo>
                  <a:lnTo>
                    <a:pt x="236122" y="1144790"/>
                  </a:lnTo>
                  <a:lnTo>
                    <a:pt x="236121" y="1144766"/>
                  </a:lnTo>
                  <a:lnTo>
                    <a:pt x="236126" y="1144750"/>
                  </a:lnTo>
                  <a:lnTo>
                    <a:pt x="236129" y="1144735"/>
                  </a:lnTo>
                  <a:lnTo>
                    <a:pt x="236137" y="1144719"/>
                  </a:lnTo>
                  <a:lnTo>
                    <a:pt x="236159" y="1144708"/>
                  </a:lnTo>
                  <a:lnTo>
                    <a:pt x="236204" y="1144680"/>
                  </a:lnTo>
                  <a:lnTo>
                    <a:pt x="236241" y="1144652"/>
                  </a:lnTo>
                  <a:lnTo>
                    <a:pt x="236268" y="1144633"/>
                  </a:lnTo>
                  <a:lnTo>
                    <a:pt x="236277" y="1144624"/>
                  </a:lnTo>
                  <a:lnTo>
                    <a:pt x="236282" y="1144610"/>
                  </a:lnTo>
                  <a:lnTo>
                    <a:pt x="236289" y="1144599"/>
                  </a:lnTo>
                  <a:lnTo>
                    <a:pt x="236296" y="1144596"/>
                  </a:lnTo>
                  <a:lnTo>
                    <a:pt x="236316" y="1144590"/>
                  </a:lnTo>
                  <a:lnTo>
                    <a:pt x="236340" y="1144578"/>
                  </a:lnTo>
                  <a:lnTo>
                    <a:pt x="236375" y="1144559"/>
                  </a:lnTo>
                  <a:lnTo>
                    <a:pt x="236398" y="1144538"/>
                  </a:lnTo>
                  <a:lnTo>
                    <a:pt x="236405" y="1144523"/>
                  </a:lnTo>
                  <a:lnTo>
                    <a:pt x="236409" y="1144506"/>
                  </a:lnTo>
                  <a:lnTo>
                    <a:pt x="236406" y="1144489"/>
                  </a:lnTo>
                  <a:lnTo>
                    <a:pt x="236389" y="1144446"/>
                  </a:lnTo>
                  <a:lnTo>
                    <a:pt x="236376" y="1144410"/>
                  </a:lnTo>
                  <a:lnTo>
                    <a:pt x="236344" y="1144358"/>
                  </a:lnTo>
                  <a:lnTo>
                    <a:pt x="236320" y="1144332"/>
                  </a:lnTo>
                  <a:lnTo>
                    <a:pt x="236297" y="1144316"/>
                  </a:lnTo>
                  <a:lnTo>
                    <a:pt x="236217" y="1144278"/>
                  </a:lnTo>
                  <a:lnTo>
                    <a:pt x="236193" y="1144263"/>
                  </a:lnTo>
                  <a:lnTo>
                    <a:pt x="236181" y="1144249"/>
                  </a:lnTo>
                  <a:lnTo>
                    <a:pt x="236172" y="1144227"/>
                  </a:lnTo>
                  <a:lnTo>
                    <a:pt x="236168" y="1144201"/>
                  </a:lnTo>
                  <a:lnTo>
                    <a:pt x="236179" y="1144170"/>
                  </a:lnTo>
                  <a:lnTo>
                    <a:pt x="236198" y="1144139"/>
                  </a:lnTo>
                  <a:lnTo>
                    <a:pt x="236215" y="1144118"/>
                  </a:lnTo>
                  <a:lnTo>
                    <a:pt x="236264" y="1144086"/>
                  </a:lnTo>
                  <a:lnTo>
                    <a:pt x="236290" y="1144067"/>
                  </a:lnTo>
                  <a:lnTo>
                    <a:pt x="236327" y="1144036"/>
                  </a:lnTo>
                  <a:lnTo>
                    <a:pt x="236372" y="1143990"/>
                  </a:lnTo>
                  <a:lnTo>
                    <a:pt x="236411" y="1143949"/>
                  </a:lnTo>
                  <a:lnTo>
                    <a:pt x="236433" y="1143915"/>
                  </a:lnTo>
                  <a:lnTo>
                    <a:pt x="236444" y="1143898"/>
                  </a:lnTo>
                  <a:lnTo>
                    <a:pt x="236443" y="1143877"/>
                  </a:lnTo>
                  <a:lnTo>
                    <a:pt x="236435" y="1143851"/>
                  </a:lnTo>
                  <a:lnTo>
                    <a:pt x="236427" y="1143827"/>
                  </a:lnTo>
                  <a:lnTo>
                    <a:pt x="236425" y="1143810"/>
                  </a:lnTo>
                  <a:lnTo>
                    <a:pt x="236432" y="1143791"/>
                  </a:lnTo>
                  <a:lnTo>
                    <a:pt x="236450" y="1143776"/>
                  </a:lnTo>
                  <a:lnTo>
                    <a:pt x="236478" y="1143765"/>
                  </a:lnTo>
                  <a:lnTo>
                    <a:pt x="236504" y="1143761"/>
                  </a:lnTo>
                  <a:lnTo>
                    <a:pt x="236517" y="1143758"/>
                  </a:lnTo>
                  <a:lnTo>
                    <a:pt x="236529" y="1143752"/>
                  </a:lnTo>
                  <a:lnTo>
                    <a:pt x="236556" y="1143739"/>
                  </a:lnTo>
                  <a:lnTo>
                    <a:pt x="236575" y="1143727"/>
                  </a:lnTo>
                  <a:lnTo>
                    <a:pt x="236588" y="1143715"/>
                  </a:lnTo>
                  <a:lnTo>
                    <a:pt x="236594" y="1143705"/>
                  </a:lnTo>
                  <a:lnTo>
                    <a:pt x="236597" y="1143693"/>
                  </a:lnTo>
                  <a:lnTo>
                    <a:pt x="236601" y="1143665"/>
                  </a:lnTo>
                  <a:lnTo>
                    <a:pt x="236610" y="1143629"/>
                  </a:lnTo>
                  <a:lnTo>
                    <a:pt x="236614" y="1143619"/>
                  </a:lnTo>
                  <a:lnTo>
                    <a:pt x="236615" y="1143613"/>
                  </a:lnTo>
                  <a:lnTo>
                    <a:pt x="236618" y="1143580"/>
                  </a:lnTo>
                  <a:lnTo>
                    <a:pt x="236628" y="1143553"/>
                  </a:lnTo>
                  <a:lnTo>
                    <a:pt x="236660" y="1143504"/>
                  </a:lnTo>
                  <a:lnTo>
                    <a:pt x="236677" y="1143472"/>
                  </a:lnTo>
                  <a:lnTo>
                    <a:pt x="236686" y="1143446"/>
                  </a:lnTo>
                  <a:lnTo>
                    <a:pt x="236694" y="1143350"/>
                  </a:lnTo>
                  <a:lnTo>
                    <a:pt x="236694" y="1143303"/>
                  </a:lnTo>
                  <a:lnTo>
                    <a:pt x="236690" y="1143288"/>
                  </a:lnTo>
                  <a:lnTo>
                    <a:pt x="236679" y="1143268"/>
                  </a:lnTo>
                  <a:lnTo>
                    <a:pt x="236667" y="1143252"/>
                  </a:lnTo>
                  <a:lnTo>
                    <a:pt x="236659" y="1143229"/>
                  </a:lnTo>
                  <a:lnTo>
                    <a:pt x="236663" y="1143205"/>
                  </a:lnTo>
                  <a:lnTo>
                    <a:pt x="236673" y="1143182"/>
                  </a:lnTo>
                  <a:lnTo>
                    <a:pt x="236699" y="1143167"/>
                  </a:lnTo>
                  <a:lnTo>
                    <a:pt x="236711" y="1143171"/>
                  </a:lnTo>
                  <a:lnTo>
                    <a:pt x="236722" y="1143173"/>
                  </a:lnTo>
                  <a:lnTo>
                    <a:pt x="236737" y="1143173"/>
                  </a:lnTo>
                  <a:lnTo>
                    <a:pt x="236759" y="1143172"/>
                  </a:lnTo>
                  <a:lnTo>
                    <a:pt x="236764" y="1143171"/>
                  </a:lnTo>
                  <a:lnTo>
                    <a:pt x="236793" y="1143166"/>
                  </a:lnTo>
                  <a:lnTo>
                    <a:pt x="236811" y="1143159"/>
                  </a:lnTo>
                  <a:lnTo>
                    <a:pt x="236859" y="1143148"/>
                  </a:lnTo>
                  <a:lnTo>
                    <a:pt x="236916" y="1143124"/>
                  </a:lnTo>
                  <a:lnTo>
                    <a:pt x="236954" y="1143097"/>
                  </a:lnTo>
                  <a:lnTo>
                    <a:pt x="236980" y="1143065"/>
                  </a:lnTo>
                  <a:lnTo>
                    <a:pt x="236998" y="1143037"/>
                  </a:lnTo>
                  <a:lnTo>
                    <a:pt x="237020" y="1143017"/>
                  </a:lnTo>
                  <a:lnTo>
                    <a:pt x="237080" y="1142991"/>
                  </a:lnTo>
                  <a:lnTo>
                    <a:pt x="237117" y="1142969"/>
                  </a:lnTo>
                  <a:lnTo>
                    <a:pt x="237134" y="1142949"/>
                  </a:lnTo>
                  <a:lnTo>
                    <a:pt x="237135" y="1142936"/>
                  </a:lnTo>
                  <a:lnTo>
                    <a:pt x="237131" y="1142920"/>
                  </a:lnTo>
                  <a:lnTo>
                    <a:pt x="237131" y="1142902"/>
                  </a:lnTo>
                  <a:lnTo>
                    <a:pt x="237135" y="1142890"/>
                  </a:lnTo>
                  <a:lnTo>
                    <a:pt x="237157" y="1142880"/>
                  </a:lnTo>
                  <a:lnTo>
                    <a:pt x="237181" y="1142876"/>
                  </a:lnTo>
                  <a:lnTo>
                    <a:pt x="237208" y="1142874"/>
                  </a:lnTo>
                  <a:lnTo>
                    <a:pt x="237218" y="1142864"/>
                  </a:lnTo>
                  <a:lnTo>
                    <a:pt x="237231" y="1142847"/>
                  </a:lnTo>
                  <a:lnTo>
                    <a:pt x="237234" y="1142829"/>
                  </a:lnTo>
                  <a:lnTo>
                    <a:pt x="237230" y="1142800"/>
                  </a:lnTo>
                  <a:lnTo>
                    <a:pt x="237214" y="1142776"/>
                  </a:lnTo>
                  <a:lnTo>
                    <a:pt x="237200" y="1142753"/>
                  </a:lnTo>
                  <a:lnTo>
                    <a:pt x="237176" y="1142741"/>
                  </a:lnTo>
                  <a:lnTo>
                    <a:pt x="237159" y="1142725"/>
                  </a:lnTo>
                  <a:lnTo>
                    <a:pt x="237153" y="1142713"/>
                  </a:lnTo>
                  <a:lnTo>
                    <a:pt x="237136" y="1142696"/>
                  </a:lnTo>
                  <a:lnTo>
                    <a:pt x="237091" y="1142656"/>
                  </a:lnTo>
                  <a:lnTo>
                    <a:pt x="237044" y="1142613"/>
                  </a:lnTo>
                  <a:lnTo>
                    <a:pt x="237000" y="1142566"/>
                  </a:lnTo>
                  <a:lnTo>
                    <a:pt x="236967" y="1142518"/>
                  </a:lnTo>
                  <a:lnTo>
                    <a:pt x="236927" y="1142467"/>
                  </a:lnTo>
                  <a:lnTo>
                    <a:pt x="236881" y="1142404"/>
                  </a:lnTo>
                  <a:lnTo>
                    <a:pt x="236863" y="1142358"/>
                  </a:lnTo>
                  <a:lnTo>
                    <a:pt x="236859" y="1142323"/>
                  </a:lnTo>
                  <a:lnTo>
                    <a:pt x="236859" y="1142267"/>
                  </a:lnTo>
                  <a:lnTo>
                    <a:pt x="236850" y="1142226"/>
                  </a:lnTo>
                  <a:lnTo>
                    <a:pt x="236844" y="1142210"/>
                  </a:lnTo>
                  <a:lnTo>
                    <a:pt x="236840" y="1142180"/>
                  </a:lnTo>
                  <a:lnTo>
                    <a:pt x="236836" y="1142139"/>
                  </a:lnTo>
                  <a:lnTo>
                    <a:pt x="236836" y="1142090"/>
                  </a:lnTo>
                  <a:lnTo>
                    <a:pt x="236836" y="1142031"/>
                  </a:lnTo>
                  <a:lnTo>
                    <a:pt x="236835" y="1141962"/>
                  </a:lnTo>
                  <a:lnTo>
                    <a:pt x="236828" y="1141933"/>
                  </a:lnTo>
                  <a:lnTo>
                    <a:pt x="236826" y="1141923"/>
                  </a:lnTo>
                  <a:lnTo>
                    <a:pt x="236818" y="1141907"/>
                  </a:lnTo>
                  <a:lnTo>
                    <a:pt x="236791" y="1141886"/>
                  </a:lnTo>
                  <a:lnTo>
                    <a:pt x="236764" y="1141866"/>
                  </a:lnTo>
                  <a:lnTo>
                    <a:pt x="236759" y="1141862"/>
                  </a:lnTo>
                  <a:lnTo>
                    <a:pt x="236740" y="1141836"/>
                  </a:lnTo>
                  <a:lnTo>
                    <a:pt x="236722" y="1141812"/>
                  </a:lnTo>
                  <a:lnTo>
                    <a:pt x="236699" y="1141781"/>
                  </a:lnTo>
                  <a:lnTo>
                    <a:pt x="236688" y="1141762"/>
                  </a:lnTo>
                  <a:lnTo>
                    <a:pt x="236684" y="1141749"/>
                  </a:lnTo>
                  <a:lnTo>
                    <a:pt x="236679" y="1141721"/>
                  </a:lnTo>
                  <a:lnTo>
                    <a:pt x="236678" y="1141699"/>
                  </a:lnTo>
                  <a:lnTo>
                    <a:pt x="236662" y="1141669"/>
                  </a:lnTo>
                  <a:lnTo>
                    <a:pt x="236638" y="1141630"/>
                  </a:lnTo>
                  <a:lnTo>
                    <a:pt x="236629" y="1141613"/>
                  </a:lnTo>
                  <a:lnTo>
                    <a:pt x="236620" y="1141607"/>
                  </a:lnTo>
                  <a:lnTo>
                    <a:pt x="236590" y="1141629"/>
                  </a:lnTo>
                  <a:lnTo>
                    <a:pt x="236516" y="1141672"/>
                  </a:lnTo>
                  <a:lnTo>
                    <a:pt x="236483" y="1141686"/>
                  </a:lnTo>
                  <a:lnTo>
                    <a:pt x="236431" y="1141697"/>
                  </a:lnTo>
                  <a:lnTo>
                    <a:pt x="236383" y="1141704"/>
                  </a:lnTo>
                  <a:lnTo>
                    <a:pt x="236358" y="1141703"/>
                  </a:lnTo>
                  <a:lnTo>
                    <a:pt x="236291" y="1141699"/>
                  </a:lnTo>
                  <a:lnTo>
                    <a:pt x="236242" y="1141691"/>
                  </a:lnTo>
                  <a:lnTo>
                    <a:pt x="236190" y="1141675"/>
                  </a:lnTo>
                  <a:lnTo>
                    <a:pt x="236168" y="1141657"/>
                  </a:lnTo>
                  <a:lnTo>
                    <a:pt x="236158" y="1141643"/>
                  </a:lnTo>
                  <a:lnTo>
                    <a:pt x="236148" y="1141616"/>
                  </a:lnTo>
                  <a:lnTo>
                    <a:pt x="236142" y="1141603"/>
                  </a:lnTo>
                  <a:lnTo>
                    <a:pt x="236114" y="1141602"/>
                  </a:lnTo>
                  <a:lnTo>
                    <a:pt x="236089" y="1141594"/>
                  </a:lnTo>
                  <a:lnTo>
                    <a:pt x="236048" y="1141589"/>
                  </a:lnTo>
                  <a:lnTo>
                    <a:pt x="236027" y="1141581"/>
                  </a:lnTo>
                  <a:lnTo>
                    <a:pt x="235989" y="1141563"/>
                  </a:lnTo>
                  <a:lnTo>
                    <a:pt x="235942" y="1141551"/>
                  </a:lnTo>
                  <a:lnTo>
                    <a:pt x="235884" y="1141538"/>
                  </a:lnTo>
                  <a:lnTo>
                    <a:pt x="235850" y="1141527"/>
                  </a:lnTo>
                  <a:lnTo>
                    <a:pt x="235823" y="1141511"/>
                  </a:lnTo>
                  <a:lnTo>
                    <a:pt x="235807" y="1141491"/>
                  </a:lnTo>
                  <a:lnTo>
                    <a:pt x="235804" y="1141471"/>
                  </a:lnTo>
                  <a:lnTo>
                    <a:pt x="235803" y="1141433"/>
                  </a:lnTo>
                  <a:lnTo>
                    <a:pt x="235801" y="1141405"/>
                  </a:lnTo>
                  <a:lnTo>
                    <a:pt x="235788" y="1141388"/>
                  </a:lnTo>
                  <a:lnTo>
                    <a:pt x="235772" y="1141379"/>
                  </a:lnTo>
                  <a:lnTo>
                    <a:pt x="235742" y="1141368"/>
                  </a:lnTo>
                  <a:lnTo>
                    <a:pt x="235720" y="1141351"/>
                  </a:lnTo>
                  <a:lnTo>
                    <a:pt x="235692" y="1141324"/>
                  </a:lnTo>
                  <a:lnTo>
                    <a:pt x="235662" y="1141297"/>
                  </a:lnTo>
                  <a:lnTo>
                    <a:pt x="235656" y="1141283"/>
                  </a:lnTo>
                  <a:lnTo>
                    <a:pt x="235654" y="1141262"/>
                  </a:lnTo>
                  <a:lnTo>
                    <a:pt x="235645" y="1141217"/>
                  </a:lnTo>
                  <a:lnTo>
                    <a:pt x="235631" y="1141161"/>
                  </a:lnTo>
                  <a:lnTo>
                    <a:pt x="235625" y="1141144"/>
                  </a:lnTo>
                  <a:lnTo>
                    <a:pt x="235618" y="1141137"/>
                  </a:lnTo>
                  <a:lnTo>
                    <a:pt x="235598" y="1141119"/>
                  </a:lnTo>
                  <a:lnTo>
                    <a:pt x="235591" y="1141105"/>
                  </a:lnTo>
                  <a:lnTo>
                    <a:pt x="235591" y="1141098"/>
                  </a:lnTo>
                  <a:lnTo>
                    <a:pt x="235603" y="1141084"/>
                  </a:lnTo>
                  <a:lnTo>
                    <a:pt x="235616" y="1141071"/>
                  </a:lnTo>
                  <a:lnTo>
                    <a:pt x="235628" y="1141044"/>
                  </a:lnTo>
                  <a:lnTo>
                    <a:pt x="235661" y="1140996"/>
                  </a:lnTo>
                  <a:lnTo>
                    <a:pt x="235728" y="1140901"/>
                  </a:lnTo>
                  <a:lnTo>
                    <a:pt x="235743" y="1140867"/>
                  </a:lnTo>
                  <a:lnTo>
                    <a:pt x="235743" y="1140826"/>
                  </a:lnTo>
                  <a:lnTo>
                    <a:pt x="235756" y="1140790"/>
                  </a:lnTo>
                  <a:lnTo>
                    <a:pt x="235810" y="1140763"/>
                  </a:lnTo>
                  <a:lnTo>
                    <a:pt x="235841" y="1140741"/>
                  </a:lnTo>
                  <a:lnTo>
                    <a:pt x="235853" y="1140715"/>
                  </a:lnTo>
                  <a:lnTo>
                    <a:pt x="235880" y="1140691"/>
                  </a:lnTo>
                  <a:lnTo>
                    <a:pt x="235924" y="1140666"/>
                  </a:lnTo>
                  <a:lnTo>
                    <a:pt x="235951" y="1140620"/>
                  </a:lnTo>
                  <a:lnTo>
                    <a:pt x="235974" y="1140579"/>
                  </a:lnTo>
                  <a:lnTo>
                    <a:pt x="235974" y="1140560"/>
                  </a:lnTo>
                  <a:lnTo>
                    <a:pt x="235957" y="1140517"/>
                  </a:lnTo>
                  <a:lnTo>
                    <a:pt x="235927" y="1140468"/>
                  </a:lnTo>
                  <a:lnTo>
                    <a:pt x="235902" y="1140409"/>
                  </a:lnTo>
                  <a:lnTo>
                    <a:pt x="235896" y="1140372"/>
                  </a:lnTo>
                  <a:lnTo>
                    <a:pt x="235895" y="1140325"/>
                  </a:lnTo>
                  <a:lnTo>
                    <a:pt x="235907" y="1140292"/>
                  </a:lnTo>
                  <a:lnTo>
                    <a:pt x="235935" y="1140252"/>
                  </a:lnTo>
                  <a:lnTo>
                    <a:pt x="235938" y="1140220"/>
                  </a:lnTo>
                  <a:lnTo>
                    <a:pt x="235944" y="1140139"/>
                  </a:lnTo>
                  <a:lnTo>
                    <a:pt x="235951" y="1140119"/>
                  </a:lnTo>
                  <a:lnTo>
                    <a:pt x="235981" y="1140112"/>
                  </a:lnTo>
                  <a:lnTo>
                    <a:pt x="236012" y="1140069"/>
                  </a:lnTo>
                  <a:lnTo>
                    <a:pt x="236036" y="1139994"/>
                  </a:lnTo>
                  <a:lnTo>
                    <a:pt x="236045" y="1139967"/>
                  </a:lnTo>
                  <a:lnTo>
                    <a:pt x="236044" y="1139930"/>
                  </a:lnTo>
                  <a:lnTo>
                    <a:pt x="236040" y="1139891"/>
                  </a:lnTo>
                  <a:lnTo>
                    <a:pt x="236052" y="1139754"/>
                  </a:lnTo>
                  <a:lnTo>
                    <a:pt x="236043" y="1139699"/>
                  </a:lnTo>
                  <a:lnTo>
                    <a:pt x="236033" y="1139665"/>
                  </a:lnTo>
                  <a:lnTo>
                    <a:pt x="235990" y="1139603"/>
                  </a:lnTo>
                  <a:lnTo>
                    <a:pt x="235909" y="1139492"/>
                  </a:lnTo>
                  <a:lnTo>
                    <a:pt x="235875" y="1139444"/>
                  </a:lnTo>
                  <a:lnTo>
                    <a:pt x="235848" y="1139404"/>
                  </a:lnTo>
                  <a:lnTo>
                    <a:pt x="235833" y="1139389"/>
                  </a:lnTo>
                  <a:lnTo>
                    <a:pt x="235818" y="1139383"/>
                  </a:lnTo>
                  <a:lnTo>
                    <a:pt x="235795" y="1139392"/>
                  </a:lnTo>
                  <a:lnTo>
                    <a:pt x="235740" y="1139408"/>
                  </a:lnTo>
                  <a:lnTo>
                    <a:pt x="235659" y="1139440"/>
                  </a:lnTo>
                  <a:lnTo>
                    <a:pt x="235618" y="1139455"/>
                  </a:lnTo>
                  <a:lnTo>
                    <a:pt x="235534" y="1139472"/>
                  </a:lnTo>
                  <a:lnTo>
                    <a:pt x="235481" y="1139482"/>
                  </a:lnTo>
                  <a:lnTo>
                    <a:pt x="235416" y="1139487"/>
                  </a:lnTo>
                  <a:lnTo>
                    <a:pt x="235371" y="1139485"/>
                  </a:lnTo>
                  <a:lnTo>
                    <a:pt x="235326" y="1139478"/>
                  </a:lnTo>
                  <a:lnTo>
                    <a:pt x="235304" y="1139467"/>
                  </a:lnTo>
                  <a:lnTo>
                    <a:pt x="235282" y="1139439"/>
                  </a:lnTo>
                  <a:lnTo>
                    <a:pt x="235270" y="1139411"/>
                  </a:lnTo>
                  <a:lnTo>
                    <a:pt x="235257" y="1139380"/>
                  </a:lnTo>
                  <a:lnTo>
                    <a:pt x="235244" y="1139362"/>
                  </a:lnTo>
                  <a:lnTo>
                    <a:pt x="235207" y="1139299"/>
                  </a:lnTo>
                  <a:lnTo>
                    <a:pt x="235185" y="1139258"/>
                  </a:lnTo>
                  <a:lnTo>
                    <a:pt x="235182" y="1139193"/>
                  </a:lnTo>
                  <a:lnTo>
                    <a:pt x="235176" y="1139171"/>
                  </a:lnTo>
                  <a:lnTo>
                    <a:pt x="235169" y="1139125"/>
                  </a:lnTo>
                  <a:lnTo>
                    <a:pt x="235150" y="1139097"/>
                  </a:lnTo>
                  <a:lnTo>
                    <a:pt x="235134" y="1139067"/>
                  </a:lnTo>
                  <a:lnTo>
                    <a:pt x="235123" y="1139045"/>
                  </a:lnTo>
                  <a:lnTo>
                    <a:pt x="235102" y="1138994"/>
                  </a:lnTo>
                  <a:lnTo>
                    <a:pt x="235081" y="1138969"/>
                  </a:lnTo>
                  <a:lnTo>
                    <a:pt x="235032" y="1138949"/>
                  </a:lnTo>
                  <a:lnTo>
                    <a:pt x="235002" y="1138927"/>
                  </a:lnTo>
                  <a:lnTo>
                    <a:pt x="234984" y="1138912"/>
                  </a:lnTo>
                  <a:lnTo>
                    <a:pt x="234959" y="1138888"/>
                  </a:lnTo>
                  <a:lnTo>
                    <a:pt x="234940" y="1138863"/>
                  </a:lnTo>
                  <a:lnTo>
                    <a:pt x="234933" y="1138851"/>
                  </a:lnTo>
                  <a:lnTo>
                    <a:pt x="234925" y="1138831"/>
                  </a:lnTo>
                  <a:lnTo>
                    <a:pt x="234893" y="1138800"/>
                  </a:lnTo>
                  <a:lnTo>
                    <a:pt x="234856" y="1138787"/>
                  </a:lnTo>
                  <a:lnTo>
                    <a:pt x="234833" y="1138770"/>
                  </a:lnTo>
                  <a:lnTo>
                    <a:pt x="234779" y="1138692"/>
                  </a:lnTo>
                  <a:lnTo>
                    <a:pt x="234753" y="1138660"/>
                  </a:lnTo>
                  <a:lnTo>
                    <a:pt x="234742" y="1138630"/>
                  </a:lnTo>
                  <a:lnTo>
                    <a:pt x="234713" y="1138597"/>
                  </a:lnTo>
                  <a:lnTo>
                    <a:pt x="234694" y="1138559"/>
                  </a:lnTo>
                  <a:lnTo>
                    <a:pt x="234679" y="1138516"/>
                  </a:lnTo>
                  <a:lnTo>
                    <a:pt x="234661" y="1138386"/>
                  </a:lnTo>
                  <a:lnTo>
                    <a:pt x="234651" y="1138341"/>
                  </a:lnTo>
                  <a:lnTo>
                    <a:pt x="234626" y="1138287"/>
                  </a:lnTo>
                  <a:lnTo>
                    <a:pt x="234622" y="1138254"/>
                  </a:lnTo>
                  <a:lnTo>
                    <a:pt x="234608" y="1138208"/>
                  </a:lnTo>
                  <a:lnTo>
                    <a:pt x="234609" y="1138160"/>
                  </a:lnTo>
                  <a:lnTo>
                    <a:pt x="234619" y="1138140"/>
                  </a:lnTo>
                  <a:lnTo>
                    <a:pt x="234659" y="1138102"/>
                  </a:lnTo>
                  <a:lnTo>
                    <a:pt x="234680" y="1138075"/>
                  </a:lnTo>
                  <a:lnTo>
                    <a:pt x="234702" y="1138054"/>
                  </a:lnTo>
                  <a:lnTo>
                    <a:pt x="234745" y="1138043"/>
                  </a:lnTo>
                  <a:lnTo>
                    <a:pt x="234778" y="1138036"/>
                  </a:lnTo>
                  <a:lnTo>
                    <a:pt x="234806" y="1138022"/>
                  </a:lnTo>
                  <a:lnTo>
                    <a:pt x="234861" y="1137996"/>
                  </a:lnTo>
                  <a:lnTo>
                    <a:pt x="234958" y="1137971"/>
                  </a:lnTo>
                  <a:lnTo>
                    <a:pt x="235005" y="1137960"/>
                  </a:lnTo>
                  <a:lnTo>
                    <a:pt x="235029" y="1137952"/>
                  </a:lnTo>
                  <a:lnTo>
                    <a:pt x="235074" y="1137927"/>
                  </a:lnTo>
                  <a:lnTo>
                    <a:pt x="235096" y="1137919"/>
                  </a:lnTo>
                  <a:lnTo>
                    <a:pt x="235138" y="1137913"/>
                  </a:lnTo>
                  <a:lnTo>
                    <a:pt x="235196" y="1137912"/>
                  </a:lnTo>
                  <a:lnTo>
                    <a:pt x="235228" y="1137917"/>
                  </a:lnTo>
                  <a:lnTo>
                    <a:pt x="235253" y="1137909"/>
                  </a:lnTo>
                  <a:lnTo>
                    <a:pt x="235274" y="1137876"/>
                  </a:lnTo>
                  <a:lnTo>
                    <a:pt x="235311" y="1137835"/>
                  </a:lnTo>
                  <a:lnTo>
                    <a:pt x="235344" y="1137806"/>
                  </a:lnTo>
                  <a:lnTo>
                    <a:pt x="235362" y="1137773"/>
                  </a:lnTo>
                  <a:lnTo>
                    <a:pt x="235363" y="1137750"/>
                  </a:lnTo>
                  <a:lnTo>
                    <a:pt x="235361" y="1137731"/>
                  </a:lnTo>
                  <a:lnTo>
                    <a:pt x="235345" y="1137703"/>
                  </a:lnTo>
                  <a:lnTo>
                    <a:pt x="235324" y="1137643"/>
                  </a:lnTo>
                  <a:lnTo>
                    <a:pt x="235310" y="1137583"/>
                  </a:lnTo>
                  <a:lnTo>
                    <a:pt x="235312" y="1137533"/>
                  </a:lnTo>
                  <a:lnTo>
                    <a:pt x="235316" y="1137485"/>
                  </a:lnTo>
                  <a:lnTo>
                    <a:pt x="235338" y="1137450"/>
                  </a:lnTo>
                  <a:lnTo>
                    <a:pt x="235369" y="1137417"/>
                  </a:lnTo>
                  <a:lnTo>
                    <a:pt x="235378" y="1137375"/>
                  </a:lnTo>
                  <a:lnTo>
                    <a:pt x="235379" y="1137365"/>
                  </a:lnTo>
                  <a:lnTo>
                    <a:pt x="235383" y="1137355"/>
                  </a:lnTo>
                  <a:lnTo>
                    <a:pt x="235389" y="1137332"/>
                  </a:lnTo>
                  <a:lnTo>
                    <a:pt x="235395" y="1137308"/>
                  </a:lnTo>
                  <a:lnTo>
                    <a:pt x="235394" y="1137293"/>
                  </a:lnTo>
                  <a:lnTo>
                    <a:pt x="235394" y="1137258"/>
                  </a:lnTo>
                  <a:lnTo>
                    <a:pt x="235394" y="1137213"/>
                  </a:lnTo>
                  <a:lnTo>
                    <a:pt x="235397" y="1137173"/>
                  </a:lnTo>
                  <a:lnTo>
                    <a:pt x="235400" y="1137152"/>
                  </a:lnTo>
                  <a:lnTo>
                    <a:pt x="235403" y="1137146"/>
                  </a:lnTo>
                  <a:lnTo>
                    <a:pt x="235407" y="1137125"/>
                  </a:lnTo>
                  <a:lnTo>
                    <a:pt x="235407" y="1137110"/>
                  </a:lnTo>
                  <a:lnTo>
                    <a:pt x="235400" y="1137091"/>
                  </a:lnTo>
                  <a:lnTo>
                    <a:pt x="235393" y="1137082"/>
                  </a:lnTo>
                  <a:lnTo>
                    <a:pt x="235378" y="1137070"/>
                  </a:lnTo>
                  <a:lnTo>
                    <a:pt x="235369" y="1137062"/>
                  </a:lnTo>
                  <a:lnTo>
                    <a:pt x="235368" y="1137056"/>
                  </a:lnTo>
                  <a:lnTo>
                    <a:pt x="235371" y="1137049"/>
                  </a:lnTo>
                  <a:lnTo>
                    <a:pt x="235384" y="1137043"/>
                  </a:lnTo>
                  <a:lnTo>
                    <a:pt x="235396" y="1137039"/>
                  </a:lnTo>
                  <a:lnTo>
                    <a:pt x="235411" y="1137022"/>
                  </a:lnTo>
                  <a:lnTo>
                    <a:pt x="235445" y="1136983"/>
                  </a:lnTo>
                  <a:lnTo>
                    <a:pt x="235455" y="1136965"/>
                  </a:lnTo>
                  <a:lnTo>
                    <a:pt x="235443" y="1136943"/>
                  </a:lnTo>
                  <a:lnTo>
                    <a:pt x="235383" y="1136877"/>
                  </a:lnTo>
                  <a:lnTo>
                    <a:pt x="235354" y="1136839"/>
                  </a:lnTo>
                  <a:lnTo>
                    <a:pt x="235339" y="1136797"/>
                  </a:lnTo>
                  <a:lnTo>
                    <a:pt x="235330" y="1136758"/>
                  </a:lnTo>
                  <a:lnTo>
                    <a:pt x="235324" y="1136720"/>
                  </a:lnTo>
                  <a:lnTo>
                    <a:pt x="235300" y="1136640"/>
                  </a:lnTo>
                  <a:lnTo>
                    <a:pt x="235304" y="1136609"/>
                  </a:lnTo>
                  <a:lnTo>
                    <a:pt x="235311" y="1136583"/>
                  </a:lnTo>
                  <a:lnTo>
                    <a:pt x="235332" y="1136518"/>
                  </a:lnTo>
                  <a:lnTo>
                    <a:pt x="235339" y="1136459"/>
                  </a:lnTo>
                  <a:lnTo>
                    <a:pt x="235327" y="1136418"/>
                  </a:lnTo>
                  <a:lnTo>
                    <a:pt x="235332" y="1136393"/>
                  </a:lnTo>
                  <a:lnTo>
                    <a:pt x="235341" y="1136364"/>
                  </a:lnTo>
                  <a:lnTo>
                    <a:pt x="235366" y="1136301"/>
                  </a:lnTo>
                  <a:lnTo>
                    <a:pt x="235388" y="1136245"/>
                  </a:lnTo>
                  <a:lnTo>
                    <a:pt x="235399" y="1136198"/>
                  </a:lnTo>
                  <a:lnTo>
                    <a:pt x="235398" y="1136163"/>
                  </a:lnTo>
                  <a:lnTo>
                    <a:pt x="235385" y="1136142"/>
                  </a:lnTo>
                  <a:lnTo>
                    <a:pt x="235377" y="1136119"/>
                  </a:lnTo>
                  <a:lnTo>
                    <a:pt x="235375" y="1136097"/>
                  </a:lnTo>
                  <a:lnTo>
                    <a:pt x="235387" y="1136067"/>
                  </a:lnTo>
                  <a:lnTo>
                    <a:pt x="235400" y="1136042"/>
                  </a:lnTo>
                  <a:lnTo>
                    <a:pt x="235406" y="1136014"/>
                  </a:lnTo>
                  <a:lnTo>
                    <a:pt x="235410" y="1135987"/>
                  </a:lnTo>
                  <a:lnTo>
                    <a:pt x="235415" y="1135918"/>
                  </a:lnTo>
                  <a:lnTo>
                    <a:pt x="235417" y="1135874"/>
                  </a:lnTo>
                  <a:lnTo>
                    <a:pt x="235418" y="1135823"/>
                  </a:lnTo>
                  <a:lnTo>
                    <a:pt x="235427" y="1135735"/>
                  </a:lnTo>
                  <a:lnTo>
                    <a:pt x="235428" y="1135686"/>
                  </a:lnTo>
                  <a:lnTo>
                    <a:pt x="235430" y="1135661"/>
                  </a:lnTo>
                  <a:lnTo>
                    <a:pt x="235431" y="1135625"/>
                  </a:lnTo>
                  <a:lnTo>
                    <a:pt x="235420" y="1135602"/>
                  </a:lnTo>
                  <a:lnTo>
                    <a:pt x="235413" y="1135576"/>
                  </a:lnTo>
                  <a:lnTo>
                    <a:pt x="235408" y="1135527"/>
                  </a:lnTo>
                  <a:lnTo>
                    <a:pt x="235395" y="1135498"/>
                  </a:lnTo>
                  <a:lnTo>
                    <a:pt x="235393" y="1135484"/>
                  </a:lnTo>
                  <a:lnTo>
                    <a:pt x="235406" y="1135461"/>
                  </a:lnTo>
                  <a:lnTo>
                    <a:pt x="235429" y="1135423"/>
                  </a:lnTo>
                  <a:lnTo>
                    <a:pt x="235440" y="1135381"/>
                  </a:lnTo>
                  <a:lnTo>
                    <a:pt x="235439" y="1135347"/>
                  </a:lnTo>
                  <a:lnTo>
                    <a:pt x="235448" y="1135309"/>
                  </a:lnTo>
                  <a:lnTo>
                    <a:pt x="235460" y="1135280"/>
                  </a:lnTo>
                  <a:lnTo>
                    <a:pt x="235465" y="1135266"/>
                  </a:lnTo>
                  <a:lnTo>
                    <a:pt x="235458" y="1135261"/>
                  </a:lnTo>
                  <a:lnTo>
                    <a:pt x="235444" y="1135258"/>
                  </a:lnTo>
                  <a:lnTo>
                    <a:pt x="235401" y="1135244"/>
                  </a:lnTo>
                  <a:lnTo>
                    <a:pt x="235384" y="1135238"/>
                  </a:lnTo>
                  <a:lnTo>
                    <a:pt x="235358" y="1135232"/>
                  </a:lnTo>
                  <a:lnTo>
                    <a:pt x="235300" y="1135220"/>
                  </a:lnTo>
                  <a:lnTo>
                    <a:pt x="235214" y="1135202"/>
                  </a:lnTo>
                  <a:lnTo>
                    <a:pt x="235164" y="1135196"/>
                  </a:lnTo>
                  <a:lnTo>
                    <a:pt x="235141" y="1135186"/>
                  </a:lnTo>
                  <a:lnTo>
                    <a:pt x="235115" y="1135156"/>
                  </a:lnTo>
                  <a:lnTo>
                    <a:pt x="235094" y="1135134"/>
                  </a:lnTo>
                  <a:lnTo>
                    <a:pt x="235075" y="1135120"/>
                  </a:lnTo>
                  <a:lnTo>
                    <a:pt x="235068" y="1135096"/>
                  </a:lnTo>
                  <a:lnTo>
                    <a:pt x="235059" y="1135082"/>
                  </a:lnTo>
                  <a:lnTo>
                    <a:pt x="235036" y="1135072"/>
                  </a:lnTo>
                  <a:lnTo>
                    <a:pt x="235011" y="1135059"/>
                  </a:lnTo>
                  <a:lnTo>
                    <a:pt x="234998" y="1135050"/>
                  </a:lnTo>
                  <a:lnTo>
                    <a:pt x="234989" y="1135027"/>
                  </a:lnTo>
                  <a:lnTo>
                    <a:pt x="234988" y="1134994"/>
                  </a:lnTo>
                  <a:lnTo>
                    <a:pt x="234970" y="1134965"/>
                  </a:lnTo>
                  <a:lnTo>
                    <a:pt x="234956" y="1134933"/>
                  </a:lnTo>
                  <a:lnTo>
                    <a:pt x="234959" y="1134901"/>
                  </a:lnTo>
                  <a:lnTo>
                    <a:pt x="234963" y="1134857"/>
                  </a:lnTo>
                  <a:lnTo>
                    <a:pt x="234966" y="1134779"/>
                  </a:lnTo>
                  <a:lnTo>
                    <a:pt x="234961" y="1134745"/>
                  </a:lnTo>
                  <a:lnTo>
                    <a:pt x="234953" y="1134725"/>
                  </a:lnTo>
                  <a:lnTo>
                    <a:pt x="234943" y="1134711"/>
                  </a:lnTo>
                  <a:lnTo>
                    <a:pt x="234932" y="1134692"/>
                  </a:lnTo>
                  <a:lnTo>
                    <a:pt x="234919" y="1134658"/>
                  </a:lnTo>
                  <a:lnTo>
                    <a:pt x="234900" y="1134633"/>
                  </a:lnTo>
                  <a:lnTo>
                    <a:pt x="234872" y="1134624"/>
                  </a:lnTo>
                  <a:lnTo>
                    <a:pt x="234832" y="1134601"/>
                  </a:lnTo>
                  <a:lnTo>
                    <a:pt x="234790" y="1134577"/>
                  </a:lnTo>
                  <a:lnTo>
                    <a:pt x="234739" y="1134572"/>
                  </a:lnTo>
                  <a:lnTo>
                    <a:pt x="234670" y="1134550"/>
                  </a:lnTo>
                  <a:lnTo>
                    <a:pt x="234635" y="1134549"/>
                  </a:lnTo>
                  <a:lnTo>
                    <a:pt x="234600" y="1134535"/>
                  </a:lnTo>
                  <a:lnTo>
                    <a:pt x="234579" y="1134517"/>
                  </a:lnTo>
                  <a:lnTo>
                    <a:pt x="234562" y="1134491"/>
                  </a:lnTo>
                  <a:lnTo>
                    <a:pt x="234544" y="1134457"/>
                  </a:lnTo>
                  <a:lnTo>
                    <a:pt x="234515" y="1134423"/>
                  </a:lnTo>
                  <a:lnTo>
                    <a:pt x="234463" y="1134388"/>
                  </a:lnTo>
                  <a:lnTo>
                    <a:pt x="234420" y="1134363"/>
                  </a:lnTo>
                  <a:lnTo>
                    <a:pt x="234403" y="1134345"/>
                  </a:lnTo>
                  <a:lnTo>
                    <a:pt x="234411" y="1134325"/>
                  </a:lnTo>
                  <a:lnTo>
                    <a:pt x="234434" y="1134287"/>
                  </a:lnTo>
                  <a:lnTo>
                    <a:pt x="234466" y="1134236"/>
                  </a:lnTo>
                  <a:lnTo>
                    <a:pt x="234488" y="1134189"/>
                  </a:lnTo>
                  <a:lnTo>
                    <a:pt x="234517" y="1134145"/>
                  </a:lnTo>
                  <a:lnTo>
                    <a:pt x="234550" y="1134093"/>
                  </a:lnTo>
                  <a:lnTo>
                    <a:pt x="234586" y="1134022"/>
                  </a:lnTo>
                  <a:lnTo>
                    <a:pt x="234605" y="1133965"/>
                  </a:lnTo>
                  <a:lnTo>
                    <a:pt x="234625" y="1133900"/>
                  </a:lnTo>
                  <a:lnTo>
                    <a:pt x="234627" y="1133875"/>
                  </a:lnTo>
                  <a:lnTo>
                    <a:pt x="234630" y="1133839"/>
                  </a:lnTo>
                  <a:lnTo>
                    <a:pt x="234620" y="1133815"/>
                  </a:lnTo>
                  <a:lnTo>
                    <a:pt x="234615" y="1133792"/>
                  </a:lnTo>
                  <a:lnTo>
                    <a:pt x="234595" y="1133775"/>
                  </a:lnTo>
                  <a:lnTo>
                    <a:pt x="234567" y="1133756"/>
                  </a:lnTo>
                  <a:lnTo>
                    <a:pt x="234546" y="1133741"/>
                  </a:lnTo>
                  <a:lnTo>
                    <a:pt x="234541" y="1133722"/>
                  </a:lnTo>
                  <a:lnTo>
                    <a:pt x="234525" y="1133692"/>
                  </a:lnTo>
                  <a:lnTo>
                    <a:pt x="234502" y="1133653"/>
                  </a:lnTo>
                  <a:lnTo>
                    <a:pt x="234470" y="1133621"/>
                  </a:lnTo>
                  <a:lnTo>
                    <a:pt x="234436" y="1133594"/>
                  </a:lnTo>
                  <a:lnTo>
                    <a:pt x="234400" y="1133573"/>
                  </a:lnTo>
                  <a:lnTo>
                    <a:pt x="234368" y="1133565"/>
                  </a:lnTo>
                  <a:lnTo>
                    <a:pt x="234287" y="1133562"/>
                  </a:lnTo>
                  <a:lnTo>
                    <a:pt x="234241" y="1133558"/>
                  </a:lnTo>
                  <a:lnTo>
                    <a:pt x="234202" y="1133552"/>
                  </a:lnTo>
                  <a:lnTo>
                    <a:pt x="234168" y="1133532"/>
                  </a:lnTo>
                  <a:lnTo>
                    <a:pt x="234145" y="1133524"/>
                  </a:lnTo>
                  <a:lnTo>
                    <a:pt x="234113" y="1133488"/>
                  </a:lnTo>
                  <a:lnTo>
                    <a:pt x="234080" y="1133456"/>
                  </a:lnTo>
                  <a:lnTo>
                    <a:pt x="234052" y="1133440"/>
                  </a:lnTo>
                  <a:lnTo>
                    <a:pt x="234013" y="1133410"/>
                  </a:lnTo>
                  <a:lnTo>
                    <a:pt x="233991" y="1133383"/>
                  </a:lnTo>
                  <a:lnTo>
                    <a:pt x="233960" y="1133369"/>
                  </a:lnTo>
                  <a:lnTo>
                    <a:pt x="233933" y="1133344"/>
                  </a:lnTo>
                  <a:lnTo>
                    <a:pt x="233925" y="1133319"/>
                  </a:lnTo>
                  <a:lnTo>
                    <a:pt x="233915" y="1133278"/>
                  </a:lnTo>
                  <a:lnTo>
                    <a:pt x="233902" y="1133244"/>
                  </a:lnTo>
                  <a:lnTo>
                    <a:pt x="233894" y="1133204"/>
                  </a:lnTo>
                  <a:lnTo>
                    <a:pt x="233888" y="1133166"/>
                  </a:lnTo>
                  <a:lnTo>
                    <a:pt x="233872" y="1133085"/>
                  </a:lnTo>
                  <a:lnTo>
                    <a:pt x="233863" y="1133041"/>
                  </a:lnTo>
                  <a:lnTo>
                    <a:pt x="233848" y="1133009"/>
                  </a:lnTo>
                  <a:lnTo>
                    <a:pt x="233824" y="1132987"/>
                  </a:lnTo>
                  <a:lnTo>
                    <a:pt x="233793" y="1132956"/>
                  </a:lnTo>
                  <a:lnTo>
                    <a:pt x="233752" y="1132919"/>
                  </a:lnTo>
                  <a:lnTo>
                    <a:pt x="233729" y="1132891"/>
                  </a:lnTo>
                  <a:lnTo>
                    <a:pt x="233712" y="1132867"/>
                  </a:lnTo>
                  <a:lnTo>
                    <a:pt x="233682" y="1132842"/>
                  </a:lnTo>
                  <a:lnTo>
                    <a:pt x="233647" y="1132828"/>
                  </a:lnTo>
                  <a:lnTo>
                    <a:pt x="233613" y="1132810"/>
                  </a:lnTo>
                  <a:lnTo>
                    <a:pt x="233605" y="1132797"/>
                  </a:lnTo>
                  <a:lnTo>
                    <a:pt x="233591" y="1132776"/>
                  </a:lnTo>
                  <a:lnTo>
                    <a:pt x="233579" y="1132769"/>
                  </a:lnTo>
                  <a:lnTo>
                    <a:pt x="233556" y="1132763"/>
                  </a:lnTo>
                  <a:lnTo>
                    <a:pt x="233532" y="1132760"/>
                  </a:lnTo>
                  <a:lnTo>
                    <a:pt x="233505" y="1132745"/>
                  </a:lnTo>
                  <a:lnTo>
                    <a:pt x="233485" y="1132721"/>
                  </a:lnTo>
                  <a:lnTo>
                    <a:pt x="233468" y="1132693"/>
                  </a:lnTo>
                  <a:lnTo>
                    <a:pt x="233458" y="1132659"/>
                  </a:lnTo>
                  <a:lnTo>
                    <a:pt x="233449" y="1132607"/>
                  </a:lnTo>
                  <a:lnTo>
                    <a:pt x="233442" y="1132575"/>
                  </a:lnTo>
                  <a:lnTo>
                    <a:pt x="233415" y="1132528"/>
                  </a:lnTo>
                  <a:lnTo>
                    <a:pt x="233377" y="1132470"/>
                  </a:lnTo>
                  <a:lnTo>
                    <a:pt x="233328" y="1132427"/>
                  </a:lnTo>
                  <a:lnTo>
                    <a:pt x="233304" y="1132386"/>
                  </a:lnTo>
                  <a:lnTo>
                    <a:pt x="233273" y="1132344"/>
                  </a:lnTo>
                  <a:lnTo>
                    <a:pt x="233263" y="1132316"/>
                  </a:lnTo>
                  <a:lnTo>
                    <a:pt x="233257" y="1132297"/>
                  </a:lnTo>
                  <a:lnTo>
                    <a:pt x="233261" y="1132245"/>
                  </a:lnTo>
                  <a:lnTo>
                    <a:pt x="233262" y="1132237"/>
                  </a:lnTo>
                  <a:lnTo>
                    <a:pt x="233263" y="1132225"/>
                  </a:lnTo>
                  <a:lnTo>
                    <a:pt x="233261" y="1132217"/>
                  </a:lnTo>
                  <a:lnTo>
                    <a:pt x="233257" y="1132211"/>
                  </a:lnTo>
                  <a:lnTo>
                    <a:pt x="233248" y="1132204"/>
                  </a:lnTo>
                  <a:lnTo>
                    <a:pt x="233237" y="1132196"/>
                  </a:lnTo>
                  <a:lnTo>
                    <a:pt x="233249" y="1132184"/>
                  </a:lnTo>
                  <a:lnTo>
                    <a:pt x="233258" y="1132174"/>
                  </a:lnTo>
                  <a:lnTo>
                    <a:pt x="233294" y="1132135"/>
                  </a:lnTo>
                  <a:lnTo>
                    <a:pt x="233334" y="1132083"/>
                  </a:lnTo>
                  <a:lnTo>
                    <a:pt x="233353" y="1132055"/>
                  </a:lnTo>
                  <a:lnTo>
                    <a:pt x="233364" y="1132036"/>
                  </a:lnTo>
                  <a:lnTo>
                    <a:pt x="233340" y="1132002"/>
                  </a:lnTo>
                  <a:lnTo>
                    <a:pt x="233290" y="1131949"/>
                  </a:lnTo>
                  <a:lnTo>
                    <a:pt x="233240" y="1131902"/>
                  </a:lnTo>
                  <a:lnTo>
                    <a:pt x="233231" y="1131887"/>
                  </a:lnTo>
                  <a:lnTo>
                    <a:pt x="233221" y="1131873"/>
                  </a:lnTo>
                  <a:lnTo>
                    <a:pt x="233211" y="1131861"/>
                  </a:lnTo>
                  <a:lnTo>
                    <a:pt x="233190" y="1131841"/>
                  </a:lnTo>
                  <a:lnTo>
                    <a:pt x="233164" y="1131806"/>
                  </a:lnTo>
                  <a:lnTo>
                    <a:pt x="233132" y="1131768"/>
                  </a:lnTo>
                  <a:lnTo>
                    <a:pt x="233112" y="1131720"/>
                  </a:lnTo>
                  <a:lnTo>
                    <a:pt x="233106" y="1131697"/>
                  </a:lnTo>
                  <a:lnTo>
                    <a:pt x="233097" y="1131681"/>
                  </a:lnTo>
                  <a:lnTo>
                    <a:pt x="233076" y="1131649"/>
                  </a:lnTo>
                  <a:lnTo>
                    <a:pt x="233051" y="1131601"/>
                  </a:lnTo>
                  <a:lnTo>
                    <a:pt x="233025" y="1131577"/>
                  </a:lnTo>
                  <a:lnTo>
                    <a:pt x="232989" y="1131529"/>
                  </a:lnTo>
                  <a:lnTo>
                    <a:pt x="232950" y="1131486"/>
                  </a:lnTo>
                  <a:lnTo>
                    <a:pt x="232889" y="1131423"/>
                  </a:lnTo>
                  <a:lnTo>
                    <a:pt x="232867" y="1131402"/>
                  </a:lnTo>
                  <a:lnTo>
                    <a:pt x="232840" y="1131373"/>
                  </a:lnTo>
                  <a:lnTo>
                    <a:pt x="232816" y="1131357"/>
                  </a:lnTo>
                  <a:lnTo>
                    <a:pt x="232765" y="1131342"/>
                  </a:lnTo>
                  <a:lnTo>
                    <a:pt x="232695" y="1131325"/>
                  </a:lnTo>
                  <a:lnTo>
                    <a:pt x="232644" y="1131314"/>
                  </a:lnTo>
                  <a:lnTo>
                    <a:pt x="232613" y="1131294"/>
                  </a:lnTo>
                  <a:lnTo>
                    <a:pt x="232574" y="1131263"/>
                  </a:lnTo>
                  <a:lnTo>
                    <a:pt x="232549" y="1131216"/>
                  </a:lnTo>
                  <a:lnTo>
                    <a:pt x="232537" y="1131167"/>
                  </a:lnTo>
                  <a:lnTo>
                    <a:pt x="232531" y="1131153"/>
                  </a:lnTo>
                  <a:lnTo>
                    <a:pt x="232530" y="1131146"/>
                  </a:lnTo>
                  <a:lnTo>
                    <a:pt x="232525" y="1131128"/>
                  </a:lnTo>
                  <a:lnTo>
                    <a:pt x="232516" y="1131114"/>
                  </a:lnTo>
                  <a:lnTo>
                    <a:pt x="232511" y="1131111"/>
                  </a:lnTo>
                  <a:lnTo>
                    <a:pt x="232483" y="1131102"/>
                  </a:lnTo>
                  <a:lnTo>
                    <a:pt x="232450" y="1131077"/>
                  </a:lnTo>
                  <a:lnTo>
                    <a:pt x="232436" y="1131048"/>
                  </a:lnTo>
                  <a:lnTo>
                    <a:pt x="232400" y="1131015"/>
                  </a:lnTo>
                  <a:lnTo>
                    <a:pt x="232387" y="1131009"/>
                  </a:lnTo>
                  <a:lnTo>
                    <a:pt x="232359" y="1131002"/>
                  </a:lnTo>
                  <a:lnTo>
                    <a:pt x="232321" y="1130994"/>
                  </a:lnTo>
                  <a:lnTo>
                    <a:pt x="232298" y="1130987"/>
                  </a:lnTo>
                  <a:lnTo>
                    <a:pt x="232271" y="1130970"/>
                  </a:lnTo>
                  <a:lnTo>
                    <a:pt x="232251" y="1130961"/>
                  </a:lnTo>
                  <a:lnTo>
                    <a:pt x="232240" y="1130958"/>
                  </a:lnTo>
                  <a:lnTo>
                    <a:pt x="232234" y="1130958"/>
                  </a:lnTo>
                  <a:lnTo>
                    <a:pt x="232207" y="1130951"/>
                  </a:lnTo>
                  <a:lnTo>
                    <a:pt x="232163" y="1130953"/>
                  </a:lnTo>
                  <a:lnTo>
                    <a:pt x="232069" y="1130937"/>
                  </a:lnTo>
                  <a:lnTo>
                    <a:pt x="231976" y="1130906"/>
                  </a:lnTo>
                  <a:lnTo>
                    <a:pt x="231963" y="1130876"/>
                  </a:lnTo>
                  <a:lnTo>
                    <a:pt x="231950" y="1130802"/>
                  </a:lnTo>
                  <a:lnTo>
                    <a:pt x="231932" y="1130752"/>
                  </a:lnTo>
                  <a:lnTo>
                    <a:pt x="231915" y="1130714"/>
                  </a:lnTo>
                  <a:lnTo>
                    <a:pt x="231891" y="1130689"/>
                  </a:lnTo>
                  <a:lnTo>
                    <a:pt x="231866" y="1130671"/>
                  </a:lnTo>
                  <a:lnTo>
                    <a:pt x="231847" y="1130663"/>
                  </a:lnTo>
                  <a:lnTo>
                    <a:pt x="231815" y="1130642"/>
                  </a:lnTo>
                  <a:lnTo>
                    <a:pt x="231792" y="1130626"/>
                  </a:lnTo>
                  <a:lnTo>
                    <a:pt x="231788" y="1130621"/>
                  </a:lnTo>
                  <a:lnTo>
                    <a:pt x="231788" y="1130612"/>
                  </a:lnTo>
                  <a:lnTo>
                    <a:pt x="231788" y="1130598"/>
                  </a:lnTo>
                  <a:lnTo>
                    <a:pt x="231785" y="1130549"/>
                  </a:lnTo>
                  <a:lnTo>
                    <a:pt x="231757" y="1130493"/>
                  </a:lnTo>
                  <a:lnTo>
                    <a:pt x="231736" y="1130456"/>
                  </a:lnTo>
                  <a:lnTo>
                    <a:pt x="231723" y="1130397"/>
                  </a:lnTo>
                  <a:lnTo>
                    <a:pt x="231727" y="1130326"/>
                  </a:lnTo>
                  <a:lnTo>
                    <a:pt x="231718" y="1130285"/>
                  </a:lnTo>
                  <a:lnTo>
                    <a:pt x="231701" y="1130255"/>
                  </a:lnTo>
                  <a:lnTo>
                    <a:pt x="231700" y="1130238"/>
                  </a:lnTo>
                  <a:lnTo>
                    <a:pt x="231697" y="1130217"/>
                  </a:lnTo>
                  <a:lnTo>
                    <a:pt x="231690" y="1130190"/>
                  </a:lnTo>
                  <a:lnTo>
                    <a:pt x="231688" y="1130180"/>
                  </a:lnTo>
                  <a:lnTo>
                    <a:pt x="231690" y="1130173"/>
                  </a:lnTo>
                  <a:lnTo>
                    <a:pt x="231695" y="1130163"/>
                  </a:lnTo>
                  <a:lnTo>
                    <a:pt x="231704" y="1130152"/>
                  </a:lnTo>
                  <a:lnTo>
                    <a:pt x="231720" y="1130140"/>
                  </a:lnTo>
                  <a:lnTo>
                    <a:pt x="231730" y="1130128"/>
                  </a:lnTo>
                  <a:lnTo>
                    <a:pt x="231756" y="1130084"/>
                  </a:lnTo>
                  <a:lnTo>
                    <a:pt x="231774" y="1130064"/>
                  </a:lnTo>
                  <a:lnTo>
                    <a:pt x="231817" y="1130038"/>
                  </a:lnTo>
                  <a:lnTo>
                    <a:pt x="231843" y="1130032"/>
                  </a:lnTo>
                  <a:lnTo>
                    <a:pt x="231890" y="1130028"/>
                  </a:lnTo>
                  <a:lnTo>
                    <a:pt x="231941" y="1130011"/>
                  </a:lnTo>
                  <a:lnTo>
                    <a:pt x="231961" y="1129988"/>
                  </a:lnTo>
                  <a:lnTo>
                    <a:pt x="231990" y="1129965"/>
                  </a:lnTo>
                  <a:lnTo>
                    <a:pt x="232030" y="1129930"/>
                  </a:lnTo>
                  <a:lnTo>
                    <a:pt x="232051" y="1129910"/>
                  </a:lnTo>
                  <a:lnTo>
                    <a:pt x="232102" y="1129881"/>
                  </a:lnTo>
                  <a:lnTo>
                    <a:pt x="232115" y="1129868"/>
                  </a:lnTo>
                  <a:lnTo>
                    <a:pt x="232123" y="1129860"/>
                  </a:lnTo>
                  <a:lnTo>
                    <a:pt x="232139" y="1129849"/>
                  </a:lnTo>
                  <a:lnTo>
                    <a:pt x="232157" y="1129839"/>
                  </a:lnTo>
                  <a:lnTo>
                    <a:pt x="232179" y="1129831"/>
                  </a:lnTo>
                  <a:lnTo>
                    <a:pt x="232187" y="1129828"/>
                  </a:lnTo>
                  <a:lnTo>
                    <a:pt x="232194" y="1129826"/>
                  </a:lnTo>
                  <a:lnTo>
                    <a:pt x="232221" y="1129820"/>
                  </a:lnTo>
                  <a:lnTo>
                    <a:pt x="232248" y="1129818"/>
                  </a:lnTo>
                  <a:lnTo>
                    <a:pt x="232270" y="1129821"/>
                  </a:lnTo>
                  <a:lnTo>
                    <a:pt x="232295" y="1129816"/>
                  </a:lnTo>
                  <a:lnTo>
                    <a:pt x="232299" y="1129767"/>
                  </a:lnTo>
                  <a:lnTo>
                    <a:pt x="232305" y="1129740"/>
                  </a:lnTo>
                  <a:lnTo>
                    <a:pt x="232327" y="1129689"/>
                  </a:lnTo>
                  <a:lnTo>
                    <a:pt x="232334" y="1129642"/>
                  </a:lnTo>
                  <a:lnTo>
                    <a:pt x="232330" y="1129591"/>
                  </a:lnTo>
                  <a:lnTo>
                    <a:pt x="232319" y="1129501"/>
                  </a:lnTo>
                  <a:lnTo>
                    <a:pt x="232312" y="1129456"/>
                  </a:lnTo>
                  <a:lnTo>
                    <a:pt x="232316" y="1129434"/>
                  </a:lnTo>
                  <a:lnTo>
                    <a:pt x="232326" y="1129419"/>
                  </a:lnTo>
                  <a:lnTo>
                    <a:pt x="232350" y="1129403"/>
                  </a:lnTo>
                  <a:lnTo>
                    <a:pt x="232367" y="1129390"/>
                  </a:lnTo>
                  <a:lnTo>
                    <a:pt x="232382" y="1129360"/>
                  </a:lnTo>
                  <a:lnTo>
                    <a:pt x="232401" y="1129321"/>
                  </a:lnTo>
                  <a:lnTo>
                    <a:pt x="232422" y="1129304"/>
                  </a:lnTo>
                  <a:lnTo>
                    <a:pt x="232444" y="1129290"/>
                  </a:lnTo>
                  <a:lnTo>
                    <a:pt x="232485" y="1129281"/>
                  </a:lnTo>
                  <a:lnTo>
                    <a:pt x="232496" y="1129271"/>
                  </a:lnTo>
                  <a:lnTo>
                    <a:pt x="232499" y="1129248"/>
                  </a:lnTo>
                  <a:lnTo>
                    <a:pt x="232501" y="1129223"/>
                  </a:lnTo>
                  <a:lnTo>
                    <a:pt x="232511" y="1129201"/>
                  </a:lnTo>
                  <a:lnTo>
                    <a:pt x="232521" y="1129183"/>
                  </a:lnTo>
                  <a:lnTo>
                    <a:pt x="232554" y="1129162"/>
                  </a:lnTo>
                  <a:lnTo>
                    <a:pt x="232576" y="1129134"/>
                  </a:lnTo>
                  <a:lnTo>
                    <a:pt x="232585" y="1129122"/>
                  </a:lnTo>
                  <a:lnTo>
                    <a:pt x="232596" y="1129105"/>
                  </a:lnTo>
                  <a:lnTo>
                    <a:pt x="232611" y="1129084"/>
                  </a:lnTo>
                  <a:lnTo>
                    <a:pt x="232622" y="1129065"/>
                  </a:lnTo>
                  <a:lnTo>
                    <a:pt x="232625" y="1129057"/>
                  </a:lnTo>
                  <a:lnTo>
                    <a:pt x="232627" y="1129049"/>
                  </a:lnTo>
                  <a:lnTo>
                    <a:pt x="232628" y="1129035"/>
                  </a:lnTo>
                  <a:lnTo>
                    <a:pt x="232630" y="1129024"/>
                  </a:lnTo>
                  <a:lnTo>
                    <a:pt x="232627" y="1128963"/>
                  </a:lnTo>
                  <a:lnTo>
                    <a:pt x="232628" y="1128918"/>
                  </a:lnTo>
                  <a:lnTo>
                    <a:pt x="232651" y="1128847"/>
                  </a:lnTo>
                  <a:lnTo>
                    <a:pt x="232666" y="1128796"/>
                  </a:lnTo>
                  <a:lnTo>
                    <a:pt x="232678" y="1128749"/>
                  </a:lnTo>
                  <a:lnTo>
                    <a:pt x="232683" y="1128719"/>
                  </a:lnTo>
                  <a:lnTo>
                    <a:pt x="232698" y="1128701"/>
                  </a:lnTo>
                  <a:lnTo>
                    <a:pt x="232738" y="1128667"/>
                  </a:lnTo>
                  <a:lnTo>
                    <a:pt x="232786" y="1128629"/>
                  </a:lnTo>
                  <a:lnTo>
                    <a:pt x="232813" y="1128614"/>
                  </a:lnTo>
                  <a:lnTo>
                    <a:pt x="232852" y="1128600"/>
                  </a:lnTo>
                  <a:lnTo>
                    <a:pt x="232901" y="1128576"/>
                  </a:lnTo>
                  <a:lnTo>
                    <a:pt x="232936" y="1128554"/>
                  </a:lnTo>
                  <a:lnTo>
                    <a:pt x="232975" y="1128539"/>
                  </a:lnTo>
                  <a:lnTo>
                    <a:pt x="233028" y="1128535"/>
                  </a:lnTo>
                  <a:lnTo>
                    <a:pt x="233075" y="1128532"/>
                  </a:lnTo>
                  <a:lnTo>
                    <a:pt x="233127" y="1128524"/>
                  </a:lnTo>
                  <a:lnTo>
                    <a:pt x="233193" y="1128521"/>
                  </a:lnTo>
                  <a:lnTo>
                    <a:pt x="233245" y="1128514"/>
                  </a:lnTo>
                  <a:lnTo>
                    <a:pt x="233287" y="1128514"/>
                  </a:lnTo>
                  <a:lnTo>
                    <a:pt x="233323" y="1128519"/>
                  </a:lnTo>
                  <a:lnTo>
                    <a:pt x="233372" y="1128520"/>
                  </a:lnTo>
                  <a:lnTo>
                    <a:pt x="233395" y="1128510"/>
                  </a:lnTo>
                  <a:lnTo>
                    <a:pt x="233435" y="1128490"/>
                  </a:lnTo>
                  <a:lnTo>
                    <a:pt x="233476" y="1128477"/>
                  </a:lnTo>
                  <a:lnTo>
                    <a:pt x="233533" y="1128443"/>
                  </a:lnTo>
                  <a:lnTo>
                    <a:pt x="233552" y="1128420"/>
                  </a:lnTo>
                  <a:lnTo>
                    <a:pt x="233585" y="1128398"/>
                  </a:lnTo>
                  <a:lnTo>
                    <a:pt x="233611" y="1128379"/>
                  </a:lnTo>
                  <a:lnTo>
                    <a:pt x="233653" y="1128366"/>
                  </a:lnTo>
                  <a:lnTo>
                    <a:pt x="233711" y="1128367"/>
                  </a:lnTo>
                  <a:lnTo>
                    <a:pt x="233755" y="1128363"/>
                  </a:lnTo>
                  <a:lnTo>
                    <a:pt x="233784" y="1128345"/>
                  </a:lnTo>
                  <a:lnTo>
                    <a:pt x="233827" y="1128334"/>
                  </a:lnTo>
                  <a:lnTo>
                    <a:pt x="233905" y="1128331"/>
                  </a:lnTo>
                  <a:lnTo>
                    <a:pt x="233960" y="1128329"/>
                  </a:lnTo>
                  <a:lnTo>
                    <a:pt x="233978" y="1128330"/>
                  </a:lnTo>
                  <a:lnTo>
                    <a:pt x="234004" y="1128331"/>
                  </a:lnTo>
                  <a:lnTo>
                    <a:pt x="234041" y="1128328"/>
                  </a:lnTo>
                  <a:lnTo>
                    <a:pt x="234080" y="1128322"/>
                  </a:lnTo>
                  <a:lnTo>
                    <a:pt x="234115" y="1128320"/>
                  </a:lnTo>
                  <a:lnTo>
                    <a:pt x="234172" y="1128313"/>
                  </a:lnTo>
                  <a:lnTo>
                    <a:pt x="234242" y="1128294"/>
                  </a:lnTo>
                  <a:lnTo>
                    <a:pt x="234274" y="1128280"/>
                  </a:lnTo>
                  <a:lnTo>
                    <a:pt x="234320" y="1128262"/>
                  </a:lnTo>
                  <a:lnTo>
                    <a:pt x="234355" y="1128230"/>
                  </a:lnTo>
                  <a:lnTo>
                    <a:pt x="234382" y="1128209"/>
                  </a:lnTo>
                  <a:lnTo>
                    <a:pt x="234407" y="1128196"/>
                  </a:lnTo>
                  <a:lnTo>
                    <a:pt x="234443" y="1128186"/>
                  </a:lnTo>
                  <a:lnTo>
                    <a:pt x="234470" y="1128166"/>
                  </a:lnTo>
                  <a:lnTo>
                    <a:pt x="234479" y="1128156"/>
                  </a:lnTo>
                  <a:lnTo>
                    <a:pt x="234471" y="1128130"/>
                  </a:lnTo>
                  <a:lnTo>
                    <a:pt x="234471" y="1128106"/>
                  </a:lnTo>
                  <a:lnTo>
                    <a:pt x="234481" y="1128086"/>
                  </a:lnTo>
                  <a:lnTo>
                    <a:pt x="234494" y="1128059"/>
                  </a:lnTo>
                  <a:lnTo>
                    <a:pt x="234505" y="1128040"/>
                  </a:lnTo>
                  <a:lnTo>
                    <a:pt x="234506" y="1127999"/>
                  </a:lnTo>
                  <a:lnTo>
                    <a:pt x="234510" y="1127964"/>
                  </a:lnTo>
                  <a:lnTo>
                    <a:pt x="234519" y="1127934"/>
                  </a:lnTo>
                  <a:lnTo>
                    <a:pt x="234530" y="1127911"/>
                  </a:lnTo>
                  <a:lnTo>
                    <a:pt x="234543" y="1127898"/>
                  </a:lnTo>
                  <a:lnTo>
                    <a:pt x="234568" y="1127899"/>
                  </a:lnTo>
                  <a:lnTo>
                    <a:pt x="234601" y="1127908"/>
                  </a:lnTo>
                  <a:lnTo>
                    <a:pt x="234639" y="1127923"/>
                  </a:lnTo>
                  <a:lnTo>
                    <a:pt x="234699" y="1127944"/>
                  </a:lnTo>
                  <a:lnTo>
                    <a:pt x="234739" y="1127954"/>
                  </a:lnTo>
                  <a:lnTo>
                    <a:pt x="234799" y="1127955"/>
                  </a:lnTo>
                  <a:lnTo>
                    <a:pt x="234856" y="1127958"/>
                  </a:lnTo>
                  <a:lnTo>
                    <a:pt x="234935" y="1127963"/>
                  </a:lnTo>
                  <a:lnTo>
                    <a:pt x="235006" y="1127965"/>
                  </a:lnTo>
                  <a:lnTo>
                    <a:pt x="235012" y="1127965"/>
                  </a:lnTo>
                  <a:lnTo>
                    <a:pt x="235036" y="1127968"/>
                  </a:lnTo>
                  <a:lnTo>
                    <a:pt x="235049" y="1127967"/>
                  </a:lnTo>
                  <a:lnTo>
                    <a:pt x="235088" y="1127962"/>
                  </a:lnTo>
                  <a:lnTo>
                    <a:pt x="235097" y="1127960"/>
                  </a:lnTo>
                  <a:lnTo>
                    <a:pt x="235170" y="1127967"/>
                  </a:lnTo>
                  <a:lnTo>
                    <a:pt x="235291" y="1127987"/>
                  </a:lnTo>
                  <a:lnTo>
                    <a:pt x="235317" y="1127993"/>
                  </a:lnTo>
                  <a:lnTo>
                    <a:pt x="235341" y="1128008"/>
                  </a:lnTo>
                  <a:lnTo>
                    <a:pt x="235367" y="1128022"/>
                  </a:lnTo>
                  <a:lnTo>
                    <a:pt x="235392" y="1128032"/>
                  </a:lnTo>
                  <a:lnTo>
                    <a:pt x="235419" y="1128047"/>
                  </a:lnTo>
                  <a:lnTo>
                    <a:pt x="235427" y="1128052"/>
                  </a:lnTo>
                  <a:lnTo>
                    <a:pt x="235445" y="1128071"/>
                  </a:lnTo>
                  <a:lnTo>
                    <a:pt x="235480" y="1128118"/>
                  </a:lnTo>
                  <a:lnTo>
                    <a:pt x="235519" y="1128151"/>
                  </a:lnTo>
                  <a:lnTo>
                    <a:pt x="235557" y="1128154"/>
                  </a:lnTo>
                  <a:lnTo>
                    <a:pt x="235639" y="1128154"/>
                  </a:lnTo>
                  <a:lnTo>
                    <a:pt x="235684" y="1128144"/>
                  </a:lnTo>
                  <a:lnTo>
                    <a:pt x="235773" y="1128126"/>
                  </a:lnTo>
                  <a:lnTo>
                    <a:pt x="235802" y="1128116"/>
                  </a:lnTo>
                  <a:lnTo>
                    <a:pt x="235841" y="1128104"/>
                  </a:lnTo>
                  <a:lnTo>
                    <a:pt x="235882" y="1128094"/>
                  </a:lnTo>
                  <a:lnTo>
                    <a:pt x="235897" y="1128081"/>
                  </a:lnTo>
                  <a:lnTo>
                    <a:pt x="235906" y="1128059"/>
                  </a:lnTo>
                  <a:lnTo>
                    <a:pt x="235911" y="1128027"/>
                  </a:lnTo>
                  <a:lnTo>
                    <a:pt x="235929" y="1127998"/>
                  </a:lnTo>
                  <a:lnTo>
                    <a:pt x="235955" y="1127967"/>
                  </a:lnTo>
                  <a:lnTo>
                    <a:pt x="235999" y="1127928"/>
                  </a:lnTo>
                  <a:lnTo>
                    <a:pt x="236023" y="1127907"/>
                  </a:lnTo>
                  <a:lnTo>
                    <a:pt x="236049" y="1127885"/>
                  </a:lnTo>
                  <a:lnTo>
                    <a:pt x="236080" y="1127878"/>
                  </a:lnTo>
                  <a:lnTo>
                    <a:pt x="236112" y="1127878"/>
                  </a:lnTo>
                  <a:lnTo>
                    <a:pt x="236138" y="1127871"/>
                  </a:lnTo>
                  <a:lnTo>
                    <a:pt x="236165" y="1127851"/>
                  </a:lnTo>
                  <a:lnTo>
                    <a:pt x="236182" y="1127834"/>
                  </a:lnTo>
                  <a:lnTo>
                    <a:pt x="236205" y="1127808"/>
                  </a:lnTo>
                  <a:lnTo>
                    <a:pt x="236230" y="1127777"/>
                  </a:lnTo>
                  <a:lnTo>
                    <a:pt x="236262" y="1127750"/>
                  </a:lnTo>
                  <a:lnTo>
                    <a:pt x="236284" y="1127728"/>
                  </a:lnTo>
                  <a:lnTo>
                    <a:pt x="236305" y="1127703"/>
                  </a:lnTo>
                  <a:lnTo>
                    <a:pt x="236325" y="1127687"/>
                  </a:lnTo>
                  <a:lnTo>
                    <a:pt x="236345" y="1127675"/>
                  </a:lnTo>
                  <a:lnTo>
                    <a:pt x="236374" y="1127685"/>
                  </a:lnTo>
                  <a:lnTo>
                    <a:pt x="236417" y="1127703"/>
                  </a:lnTo>
                  <a:lnTo>
                    <a:pt x="236443" y="1127723"/>
                  </a:lnTo>
                  <a:lnTo>
                    <a:pt x="236474" y="1127739"/>
                  </a:lnTo>
                  <a:lnTo>
                    <a:pt x="236520" y="1127758"/>
                  </a:lnTo>
                  <a:lnTo>
                    <a:pt x="236573" y="1127788"/>
                  </a:lnTo>
                  <a:lnTo>
                    <a:pt x="236605" y="1127790"/>
                  </a:lnTo>
                  <a:lnTo>
                    <a:pt x="236647" y="1127781"/>
                  </a:lnTo>
                  <a:lnTo>
                    <a:pt x="236679" y="1127778"/>
                  </a:lnTo>
                  <a:lnTo>
                    <a:pt x="236699" y="1127775"/>
                  </a:lnTo>
                  <a:lnTo>
                    <a:pt x="236714" y="1127772"/>
                  </a:lnTo>
                  <a:lnTo>
                    <a:pt x="236724" y="1127769"/>
                  </a:lnTo>
                  <a:lnTo>
                    <a:pt x="236730" y="1127767"/>
                  </a:lnTo>
                  <a:lnTo>
                    <a:pt x="236755" y="1127756"/>
                  </a:lnTo>
                  <a:lnTo>
                    <a:pt x="236764" y="1127750"/>
                  </a:lnTo>
                  <a:lnTo>
                    <a:pt x="236781" y="1127738"/>
                  </a:lnTo>
                  <a:lnTo>
                    <a:pt x="236807" y="1127717"/>
                  </a:lnTo>
                  <a:lnTo>
                    <a:pt x="236819" y="1127693"/>
                  </a:lnTo>
                  <a:lnTo>
                    <a:pt x="236861" y="1127626"/>
                  </a:lnTo>
                  <a:lnTo>
                    <a:pt x="236883" y="1127574"/>
                  </a:lnTo>
                  <a:lnTo>
                    <a:pt x="236910" y="1127536"/>
                  </a:lnTo>
                  <a:lnTo>
                    <a:pt x="236934" y="1127493"/>
                  </a:lnTo>
                  <a:lnTo>
                    <a:pt x="236967" y="1127437"/>
                  </a:lnTo>
                  <a:lnTo>
                    <a:pt x="236983" y="1127405"/>
                  </a:lnTo>
                  <a:lnTo>
                    <a:pt x="236986" y="1127361"/>
                  </a:lnTo>
                  <a:lnTo>
                    <a:pt x="236986" y="1127333"/>
                  </a:lnTo>
                  <a:lnTo>
                    <a:pt x="236997" y="1127302"/>
                  </a:lnTo>
                  <a:lnTo>
                    <a:pt x="237009" y="1127262"/>
                  </a:lnTo>
                  <a:lnTo>
                    <a:pt x="237023" y="1127238"/>
                  </a:lnTo>
                  <a:lnTo>
                    <a:pt x="237040" y="1127212"/>
                  </a:lnTo>
                  <a:lnTo>
                    <a:pt x="237082" y="1127167"/>
                  </a:lnTo>
                  <a:lnTo>
                    <a:pt x="237140" y="1127094"/>
                  </a:lnTo>
                  <a:lnTo>
                    <a:pt x="237196" y="1127033"/>
                  </a:lnTo>
                  <a:lnTo>
                    <a:pt x="237230" y="1127008"/>
                  </a:lnTo>
                  <a:lnTo>
                    <a:pt x="237265" y="1126987"/>
                  </a:lnTo>
                  <a:lnTo>
                    <a:pt x="237300" y="1126956"/>
                  </a:lnTo>
                  <a:lnTo>
                    <a:pt x="237326" y="1126935"/>
                  </a:lnTo>
                  <a:lnTo>
                    <a:pt x="237332" y="1126905"/>
                  </a:lnTo>
                  <a:lnTo>
                    <a:pt x="237332" y="1126852"/>
                  </a:lnTo>
                  <a:lnTo>
                    <a:pt x="237343" y="1126816"/>
                  </a:lnTo>
                  <a:lnTo>
                    <a:pt x="237364" y="1126791"/>
                  </a:lnTo>
                  <a:lnTo>
                    <a:pt x="237400" y="1126703"/>
                  </a:lnTo>
                  <a:lnTo>
                    <a:pt x="237456" y="1126533"/>
                  </a:lnTo>
                  <a:lnTo>
                    <a:pt x="237461" y="1126498"/>
                  </a:lnTo>
                  <a:lnTo>
                    <a:pt x="237446" y="1126355"/>
                  </a:lnTo>
                  <a:lnTo>
                    <a:pt x="237443" y="1126318"/>
                  </a:lnTo>
                  <a:lnTo>
                    <a:pt x="237438" y="1126260"/>
                  </a:lnTo>
                  <a:lnTo>
                    <a:pt x="237428" y="1126206"/>
                  </a:lnTo>
                  <a:lnTo>
                    <a:pt x="237429" y="1126177"/>
                  </a:lnTo>
                  <a:lnTo>
                    <a:pt x="237451" y="1126125"/>
                  </a:lnTo>
                  <a:lnTo>
                    <a:pt x="237463" y="1126104"/>
                  </a:lnTo>
                  <a:lnTo>
                    <a:pt x="237471" y="1126082"/>
                  </a:lnTo>
                  <a:lnTo>
                    <a:pt x="237486" y="1126071"/>
                  </a:lnTo>
                  <a:lnTo>
                    <a:pt x="237506" y="1126070"/>
                  </a:lnTo>
                  <a:lnTo>
                    <a:pt x="237518" y="1126075"/>
                  </a:lnTo>
                  <a:lnTo>
                    <a:pt x="237534" y="1126085"/>
                  </a:lnTo>
                  <a:lnTo>
                    <a:pt x="237544" y="1126099"/>
                  </a:lnTo>
                  <a:lnTo>
                    <a:pt x="237572" y="1126124"/>
                  </a:lnTo>
                  <a:lnTo>
                    <a:pt x="237622" y="1126149"/>
                  </a:lnTo>
                  <a:lnTo>
                    <a:pt x="237649" y="1126154"/>
                  </a:lnTo>
                  <a:lnTo>
                    <a:pt x="237697" y="1126147"/>
                  </a:lnTo>
                  <a:lnTo>
                    <a:pt x="237718" y="1126135"/>
                  </a:lnTo>
                  <a:lnTo>
                    <a:pt x="237728" y="1126118"/>
                  </a:lnTo>
                  <a:lnTo>
                    <a:pt x="237741" y="1126087"/>
                  </a:lnTo>
                  <a:lnTo>
                    <a:pt x="237765" y="1126053"/>
                  </a:lnTo>
                  <a:lnTo>
                    <a:pt x="237803" y="1126034"/>
                  </a:lnTo>
                  <a:lnTo>
                    <a:pt x="237852" y="1126003"/>
                  </a:lnTo>
                  <a:lnTo>
                    <a:pt x="237868" y="1125987"/>
                  </a:lnTo>
                  <a:lnTo>
                    <a:pt x="237878" y="1125961"/>
                  </a:lnTo>
                  <a:lnTo>
                    <a:pt x="237876" y="1125936"/>
                  </a:lnTo>
                  <a:lnTo>
                    <a:pt x="237886" y="1125901"/>
                  </a:lnTo>
                  <a:lnTo>
                    <a:pt x="237905" y="1125849"/>
                  </a:lnTo>
                  <a:lnTo>
                    <a:pt x="237911" y="1125791"/>
                  </a:lnTo>
                  <a:lnTo>
                    <a:pt x="237905" y="1125758"/>
                  </a:lnTo>
                  <a:lnTo>
                    <a:pt x="237905" y="1125746"/>
                  </a:lnTo>
                  <a:lnTo>
                    <a:pt x="237911" y="1125723"/>
                  </a:lnTo>
                  <a:lnTo>
                    <a:pt x="237911" y="1125717"/>
                  </a:lnTo>
                  <a:lnTo>
                    <a:pt x="237919" y="1125707"/>
                  </a:lnTo>
                  <a:lnTo>
                    <a:pt x="237931" y="1125712"/>
                  </a:lnTo>
                  <a:lnTo>
                    <a:pt x="237945" y="1125723"/>
                  </a:lnTo>
                  <a:lnTo>
                    <a:pt x="237957" y="1125742"/>
                  </a:lnTo>
                  <a:lnTo>
                    <a:pt x="237960" y="1125767"/>
                  </a:lnTo>
                  <a:lnTo>
                    <a:pt x="237959" y="1125799"/>
                  </a:lnTo>
                  <a:lnTo>
                    <a:pt x="237940" y="1125882"/>
                  </a:lnTo>
                  <a:lnTo>
                    <a:pt x="237936" y="1125935"/>
                  </a:lnTo>
                  <a:lnTo>
                    <a:pt x="237935" y="1125985"/>
                  </a:lnTo>
                  <a:lnTo>
                    <a:pt x="237937" y="1126028"/>
                  </a:lnTo>
                  <a:lnTo>
                    <a:pt x="237953" y="1126088"/>
                  </a:lnTo>
                  <a:lnTo>
                    <a:pt x="237962" y="1126140"/>
                  </a:lnTo>
                  <a:lnTo>
                    <a:pt x="237970" y="1126202"/>
                  </a:lnTo>
                  <a:lnTo>
                    <a:pt x="237976" y="1126240"/>
                  </a:lnTo>
                  <a:lnTo>
                    <a:pt x="237986" y="1126256"/>
                  </a:lnTo>
                  <a:lnTo>
                    <a:pt x="237993" y="1126260"/>
                  </a:lnTo>
                  <a:lnTo>
                    <a:pt x="238008" y="1126255"/>
                  </a:lnTo>
                  <a:lnTo>
                    <a:pt x="238033" y="1126245"/>
                  </a:lnTo>
                  <a:lnTo>
                    <a:pt x="238064" y="1126232"/>
                  </a:lnTo>
                  <a:lnTo>
                    <a:pt x="238149" y="1126212"/>
                  </a:lnTo>
                  <a:lnTo>
                    <a:pt x="238213" y="1126180"/>
                  </a:lnTo>
                  <a:lnTo>
                    <a:pt x="238227" y="1126176"/>
                  </a:lnTo>
                  <a:lnTo>
                    <a:pt x="238244" y="1126168"/>
                  </a:lnTo>
                  <a:lnTo>
                    <a:pt x="238270" y="1126159"/>
                  </a:lnTo>
                  <a:lnTo>
                    <a:pt x="238282" y="1126156"/>
                  </a:lnTo>
                  <a:lnTo>
                    <a:pt x="238295" y="1126156"/>
                  </a:lnTo>
                  <a:lnTo>
                    <a:pt x="238319" y="1126161"/>
                  </a:lnTo>
                  <a:lnTo>
                    <a:pt x="238367" y="1126168"/>
                  </a:lnTo>
                  <a:lnTo>
                    <a:pt x="238402" y="1126173"/>
                  </a:lnTo>
                  <a:lnTo>
                    <a:pt x="238433" y="1126180"/>
                  </a:lnTo>
                  <a:lnTo>
                    <a:pt x="238467" y="1126192"/>
                  </a:lnTo>
                  <a:lnTo>
                    <a:pt x="238493" y="1126192"/>
                  </a:lnTo>
                  <a:lnTo>
                    <a:pt x="238540" y="1126190"/>
                  </a:lnTo>
                  <a:lnTo>
                    <a:pt x="238608" y="1126177"/>
                  </a:lnTo>
                  <a:lnTo>
                    <a:pt x="238631" y="1126178"/>
                  </a:lnTo>
                  <a:lnTo>
                    <a:pt x="238658" y="1126171"/>
                  </a:lnTo>
                  <a:lnTo>
                    <a:pt x="238685" y="1126161"/>
                  </a:lnTo>
                  <a:lnTo>
                    <a:pt x="238703" y="1126144"/>
                  </a:lnTo>
                  <a:lnTo>
                    <a:pt x="238750" y="1126119"/>
                  </a:lnTo>
                  <a:lnTo>
                    <a:pt x="238767" y="1126119"/>
                  </a:lnTo>
                  <a:lnTo>
                    <a:pt x="238793" y="1126122"/>
                  </a:lnTo>
                  <a:lnTo>
                    <a:pt x="238814" y="1126126"/>
                  </a:lnTo>
                  <a:lnTo>
                    <a:pt x="238851" y="1126135"/>
                  </a:lnTo>
                  <a:lnTo>
                    <a:pt x="238875" y="1126139"/>
                  </a:lnTo>
                  <a:lnTo>
                    <a:pt x="238884" y="1126139"/>
                  </a:lnTo>
                  <a:lnTo>
                    <a:pt x="238889" y="1126134"/>
                  </a:lnTo>
                  <a:lnTo>
                    <a:pt x="238891" y="1126110"/>
                  </a:lnTo>
                  <a:lnTo>
                    <a:pt x="238895" y="1126088"/>
                  </a:lnTo>
                  <a:lnTo>
                    <a:pt x="238901" y="1126067"/>
                  </a:lnTo>
                  <a:lnTo>
                    <a:pt x="238902" y="1126040"/>
                  </a:lnTo>
                  <a:lnTo>
                    <a:pt x="238897" y="1125984"/>
                  </a:lnTo>
                  <a:lnTo>
                    <a:pt x="238895" y="1125920"/>
                  </a:lnTo>
                  <a:lnTo>
                    <a:pt x="238892" y="1125873"/>
                  </a:lnTo>
                  <a:lnTo>
                    <a:pt x="238901" y="1125858"/>
                  </a:lnTo>
                  <a:lnTo>
                    <a:pt x="238926" y="1125854"/>
                  </a:lnTo>
                  <a:lnTo>
                    <a:pt x="238980" y="1125872"/>
                  </a:lnTo>
                  <a:lnTo>
                    <a:pt x="239014" y="1125888"/>
                  </a:lnTo>
                  <a:lnTo>
                    <a:pt x="239043" y="1125900"/>
                  </a:lnTo>
                  <a:lnTo>
                    <a:pt x="239074" y="1125908"/>
                  </a:lnTo>
                  <a:lnTo>
                    <a:pt x="239125" y="1125917"/>
                  </a:lnTo>
                  <a:lnTo>
                    <a:pt x="239174" y="1125927"/>
                  </a:lnTo>
                  <a:lnTo>
                    <a:pt x="239260" y="1125946"/>
                  </a:lnTo>
                  <a:lnTo>
                    <a:pt x="239339" y="1125959"/>
                  </a:lnTo>
                  <a:lnTo>
                    <a:pt x="239356" y="1125957"/>
                  </a:lnTo>
                  <a:lnTo>
                    <a:pt x="239363" y="1125950"/>
                  </a:lnTo>
                  <a:lnTo>
                    <a:pt x="239375" y="1125907"/>
                  </a:lnTo>
                  <a:lnTo>
                    <a:pt x="239376" y="1125873"/>
                  </a:lnTo>
                  <a:lnTo>
                    <a:pt x="239393" y="1125840"/>
                  </a:lnTo>
                  <a:lnTo>
                    <a:pt x="239418" y="1125771"/>
                  </a:lnTo>
                  <a:lnTo>
                    <a:pt x="239436" y="1125731"/>
                  </a:lnTo>
                  <a:lnTo>
                    <a:pt x="239439" y="1125703"/>
                  </a:lnTo>
                  <a:lnTo>
                    <a:pt x="239449" y="1125661"/>
                  </a:lnTo>
                  <a:lnTo>
                    <a:pt x="239464" y="1125626"/>
                  </a:lnTo>
                  <a:lnTo>
                    <a:pt x="239479" y="1125596"/>
                  </a:lnTo>
                  <a:lnTo>
                    <a:pt x="239476" y="1125576"/>
                  </a:lnTo>
                  <a:lnTo>
                    <a:pt x="239484" y="1125563"/>
                  </a:lnTo>
                  <a:lnTo>
                    <a:pt x="239492" y="1125572"/>
                  </a:lnTo>
                  <a:lnTo>
                    <a:pt x="239505" y="1125602"/>
                  </a:lnTo>
                  <a:lnTo>
                    <a:pt x="239532" y="1125627"/>
                  </a:lnTo>
                  <a:lnTo>
                    <a:pt x="239542" y="1125633"/>
                  </a:lnTo>
                  <a:lnTo>
                    <a:pt x="239551" y="1125636"/>
                  </a:lnTo>
                  <a:lnTo>
                    <a:pt x="239568" y="1125642"/>
                  </a:lnTo>
                  <a:lnTo>
                    <a:pt x="239591" y="1125659"/>
                  </a:lnTo>
                  <a:lnTo>
                    <a:pt x="239610" y="1125674"/>
                  </a:lnTo>
                  <a:lnTo>
                    <a:pt x="239624" y="1125698"/>
                  </a:lnTo>
                  <a:lnTo>
                    <a:pt x="239629" y="1125721"/>
                  </a:lnTo>
                  <a:lnTo>
                    <a:pt x="239640" y="1125769"/>
                  </a:lnTo>
                  <a:lnTo>
                    <a:pt x="239652" y="1125810"/>
                  </a:lnTo>
                  <a:lnTo>
                    <a:pt x="239661" y="1125831"/>
                  </a:lnTo>
                  <a:lnTo>
                    <a:pt x="239666" y="1125876"/>
                  </a:lnTo>
                  <a:lnTo>
                    <a:pt x="239667" y="1125910"/>
                  </a:lnTo>
                  <a:lnTo>
                    <a:pt x="239670" y="1125950"/>
                  </a:lnTo>
                  <a:lnTo>
                    <a:pt x="239688" y="1125995"/>
                  </a:lnTo>
                  <a:lnTo>
                    <a:pt x="239702" y="1126011"/>
                  </a:lnTo>
                  <a:lnTo>
                    <a:pt x="239725" y="1126020"/>
                  </a:lnTo>
                  <a:lnTo>
                    <a:pt x="239786" y="1126021"/>
                  </a:lnTo>
                  <a:lnTo>
                    <a:pt x="239854" y="1126029"/>
                  </a:lnTo>
                  <a:lnTo>
                    <a:pt x="239933" y="1126027"/>
                  </a:lnTo>
                  <a:lnTo>
                    <a:pt x="239963" y="1126016"/>
                  </a:lnTo>
                  <a:lnTo>
                    <a:pt x="239976" y="1125989"/>
                  </a:lnTo>
                  <a:lnTo>
                    <a:pt x="239988" y="1125938"/>
                  </a:lnTo>
                  <a:lnTo>
                    <a:pt x="240000" y="1125897"/>
                  </a:lnTo>
                  <a:lnTo>
                    <a:pt x="240005" y="1125829"/>
                  </a:lnTo>
                  <a:lnTo>
                    <a:pt x="240029" y="1125750"/>
                  </a:lnTo>
                  <a:lnTo>
                    <a:pt x="240037" y="1125716"/>
                  </a:lnTo>
                  <a:lnTo>
                    <a:pt x="240051" y="1125667"/>
                  </a:lnTo>
                  <a:lnTo>
                    <a:pt x="240058" y="1125619"/>
                  </a:lnTo>
                  <a:lnTo>
                    <a:pt x="240073" y="1125581"/>
                  </a:lnTo>
                  <a:lnTo>
                    <a:pt x="240089" y="1125572"/>
                  </a:lnTo>
                  <a:lnTo>
                    <a:pt x="240108" y="1125567"/>
                  </a:lnTo>
                  <a:lnTo>
                    <a:pt x="240141" y="1125562"/>
                  </a:lnTo>
                  <a:lnTo>
                    <a:pt x="240176" y="1125560"/>
                  </a:lnTo>
                  <a:lnTo>
                    <a:pt x="240209" y="1125563"/>
                  </a:lnTo>
                  <a:lnTo>
                    <a:pt x="240227" y="1125565"/>
                  </a:lnTo>
                  <a:lnTo>
                    <a:pt x="240260" y="1125579"/>
                  </a:lnTo>
                  <a:lnTo>
                    <a:pt x="240356" y="1125609"/>
                  </a:lnTo>
                  <a:lnTo>
                    <a:pt x="240397" y="1125629"/>
                  </a:lnTo>
                  <a:lnTo>
                    <a:pt x="240432" y="1125651"/>
                  </a:lnTo>
                  <a:lnTo>
                    <a:pt x="240463" y="1125691"/>
                  </a:lnTo>
                  <a:lnTo>
                    <a:pt x="240470" y="1125701"/>
                  </a:lnTo>
                  <a:lnTo>
                    <a:pt x="240476" y="1125712"/>
                  </a:lnTo>
                  <a:lnTo>
                    <a:pt x="240488" y="1125730"/>
                  </a:lnTo>
                  <a:lnTo>
                    <a:pt x="240498" y="1125741"/>
                  </a:lnTo>
                  <a:lnTo>
                    <a:pt x="240505" y="1125741"/>
                  </a:lnTo>
                  <a:lnTo>
                    <a:pt x="240509" y="1125737"/>
                  </a:lnTo>
                  <a:lnTo>
                    <a:pt x="240506" y="1125727"/>
                  </a:lnTo>
                  <a:lnTo>
                    <a:pt x="240498" y="1125700"/>
                  </a:lnTo>
                  <a:lnTo>
                    <a:pt x="240494" y="1125685"/>
                  </a:lnTo>
                  <a:lnTo>
                    <a:pt x="240492" y="1125670"/>
                  </a:lnTo>
                  <a:lnTo>
                    <a:pt x="240501" y="1125633"/>
                  </a:lnTo>
                  <a:lnTo>
                    <a:pt x="240520" y="1125586"/>
                  </a:lnTo>
                  <a:lnTo>
                    <a:pt x="240524" y="1125545"/>
                  </a:lnTo>
                  <a:lnTo>
                    <a:pt x="240525" y="1125513"/>
                  </a:lnTo>
                  <a:lnTo>
                    <a:pt x="240518" y="1125469"/>
                  </a:lnTo>
                  <a:lnTo>
                    <a:pt x="240517" y="1125418"/>
                  </a:lnTo>
                  <a:lnTo>
                    <a:pt x="240538" y="1125365"/>
                  </a:lnTo>
                  <a:lnTo>
                    <a:pt x="240535" y="1125336"/>
                  </a:lnTo>
                  <a:lnTo>
                    <a:pt x="240530" y="1125321"/>
                  </a:lnTo>
                  <a:lnTo>
                    <a:pt x="240515" y="1125288"/>
                  </a:lnTo>
                  <a:lnTo>
                    <a:pt x="240505" y="1125264"/>
                  </a:lnTo>
                  <a:lnTo>
                    <a:pt x="240483" y="1125222"/>
                  </a:lnTo>
                  <a:lnTo>
                    <a:pt x="240446" y="1125183"/>
                  </a:lnTo>
                  <a:lnTo>
                    <a:pt x="240419" y="1125143"/>
                  </a:lnTo>
                  <a:lnTo>
                    <a:pt x="240408" y="1125105"/>
                  </a:lnTo>
                  <a:lnTo>
                    <a:pt x="240406" y="1125077"/>
                  </a:lnTo>
                  <a:lnTo>
                    <a:pt x="240404" y="1125047"/>
                  </a:lnTo>
                  <a:lnTo>
                    <a:pt x="240413" y="1125013"/>
                  </a:lnTo>
                  <a:lnTo>
                    <a:pt x="240428" y="1124986"/>
                  </a:lnTo>
                  <a:lnTo>
                    <a:pt x="240442" y="1124932"/>
                  </a:lnTo>
                  <a:lnTo>
                    <a:pt x="240457" y="1124892"/>
                  </a:lnTo>
                  <a:lnTo>
                    <a:pt x="240476" y="1124856"/>
                  </a:lnTo>
                  <a:lnTo>
                    <a:pt x="240508" y="1124807"/>
                  </a:lnTo>
                  <a:lnTo>
                    <a:pt x="240529" y="1124785"/>
                  </a:lnTo>
                  <a:lnTo>
                    <a:pt x="240599" y="1124736"/>
                  </a:lnTo>
                  <a:lnTo>
                    <a:pt x="240617" y="1124723"/>
                  </a:lnTo>
                  <a:lnTo>
                    <a:pt x="240646" y="1124705"/>
                  </a:lnTo>
                  <a:lnTo>
                    <a:pt x="240689" y="1124655"/>
                  </a:lnTo>
                  <a:lnTo>
                    <a:pt x="240743" y="1124595"/>
                  </a:lnTo>
                  <a:lnTo>
                    <a:pt x="240761" y="1124576"/>
                  </a:lnTo>
                  <a:lnTo>
                    <a:pt x="240782" y="1124571"/>
                  </a:lnTo>
                  <a:lnTo>
                    <a:pt x="240803" y="1124569"/>
                  </a:lnTo>
                  <a:lnTo>
                    <a:pt x="240836" y="1124569"/>
                  </a:lnTo>
                  <a:lnTo>
                    <a:pt x="240901" y="1124575"/>
                  </a:lnTo>
                  <a:lnTo>
                    <a:pt x="240974" y="1124598"/>
                  </a:lnTo>
                  <a:lnTo>
                    <a:pt x="241016" y="1124619"/>
                  </a:lnTo>
                  <a:lnTo>
                    <a:pt x="241045" y="1124630"/>
                  </a:lnTo>
                  <a:lnTo>
                    <a:pt x="241063" y="1124641"/>
                  </a:lnTo>
                  <a:lnTo>
                    <a:pt x="241102" y="1124674"/>
                  </a:lnTo>
                  <a:lnTo>
                    <a:pt x="241130" y="1124699"/>
                  </a:lnTo>
                  <a:lnTo>
                    <a:pt x="241167" y="1124719"/>
                  </a:lnTo>
                  <a:lnTo>
                    <a:pt x="241222" y="1124749"/>
                  </a:lnTo>
                  <a:lnTo>
                    <a:pt x="241258" y="1124767"/>
                  </a:lnTo>
                  <a:lnTo>
                    <a:pt x="241298" y="1124772"/>
                  </a:lnTo>
                  <a:lnTo>
                    <a:pt x="241364" y="1124759"/>
                  </a:lnTo>
                  <a:lnTo>
                    <a:pt x="241398" y="1124752"/>
                  </a:lnTo>
                  <a:lnTo>
                    <a:pt x="241447" y="1124752"/>
                  </a:lnTo>
                  <a:lnTo>
                    <a:pt x="241471" y="1124760"/>
                  </a:lnTo>
                  <a:lnTo>
                    <a:pt x="241538" y="1124795"/>
                  </a:lnTo>
                  <a:lnTo>
                    <a:pt x="241578" y="1124812"/>
                  </a:lnTo>
                  <a:lnTo>
                    <a:pt x="241631" y="1124822"/>
                  </a:lnTo>
                  <a:lnTo>
                    <a:pt x="241673" y="1124832"/>
                  </a:lnTo>
                  <a:lnTo>
                    <a:pt x="241761" y="1124846"/>
                  </a:lnTo>
                  <a:lnTo>
                    <a:pt x="241799" y="1124861"/>
                  </a:lnTo>
                  <a:lnTo>
                    <a:pt x="241856" y="1124882"/>
                  </a:lnTo>
                  <a:lnTo>
                    <a:pt x="241907" y="1124903"/>
                  </a:lnTo>
                  <a:lnTo>
                    <a:pt x="241929" y="1124918"/>
                  </a:lnTo>
                  <a:lnTo>
                    <a:pt x="241974" y="1124941"/>
                  </a:lnTo>
                  <a:lnTo>
                    <a:pt x="242013" y="1124957"/>
                  </a:lnTo>
                  <a:lnTo>
                    <a:pt x="242057" y="1124977"/>
                  </a:lnTo>
                  <a:lnTo>
                    <a:pt x="242154" y="1125032"/>
                  </a:lnTo>
                  <a:lnTo>
                    <a:pt x="242199" y="1125045"/>
                  </a:lnTo>
                  <a:lnTo>
                    <a:pt x="242236" y="1125057"/>
                  </a:lnTo>
                  <a:lnTo>
                    <a:pt x="242266" y="1125063"/>
                  </a:lnTo>
                  <a:lnTo>
                    <a:pt x="242308" y="1125080"/>
                  </a:lnTo>
                  <a:lnTo>
                    <a:pt x="242334" y="1125093"/>
                  </a:lnTo>
                  <a:lnTo>
                    <a:pt x="242363" y="1125108"/>
                  </a:lnTo>
                  <a:lnTo>
                    <a:pt x="242387" y="1125124"/>
                  </a:lnTo>
                  <a:lnTo>
                    <a:pt x="242411" y="1125133"/>
                  </a:lnTo>
                  <a:lnTo>
                    <a:pt x="242437" y="1125140"/>
                  </a:lnTo>
                  <a:lnTo>
                    <a:pt x="242470" y="1125138"/>
                  </a:lnTo>
                  <a:lnTo>
                    <a:pt x="242529" y="1125135"/>
                  </a:lnTo>
                  <a:lnTo>
                    <a:pt x="242571" y="1125140"/>
                  </a:lnTo>
                  <a:lnTo>
                    <a:pt x="242619" y="1125133"/>
                  </a:lnTo>
                  <a:lnTo>
                    <a:pt x="242674" y="1125113"/>
                  </a:lnTo>
                  <a:lnTo>
                    <a:pt x="242707" y="1125093"/>
                  </a:lnTo>
                  <a:lnTo>
                    <a:pt x="242753" y="1125075"/>
                  </a:lnTo>
                  <a:lnTo>
                    <a:pt x="242815" y="1125043"/>
                  </a:lnTo>
                  <a:lnTo>
                    <a:pt x="242852" y="1125021"/>
                  </a:lnTo>
                  <a:lnTo>
                    <a:pt x="242874" y="1125000"/>
                  </a:lnTo>
                  <a:lnTo>
                    <a:pt x="242901" y="1124976"/>
                  </a:lnTo>
                  <a:lnTo>
                    <a:pt x="242922" y="1124951"/>
                  </a:lnTo>
                  <a:lnTo>
                    <a:pt x="242926" y="1124932"/>
                  </a:lnTo>
                  <a:lnTo>
                    <a:pt x="242928" y="1124881"/>
                  </a:lnTo>
                  <a:lnTo>
                    <a:pt x="242928" y="1124856"/>
                  </a:lnTo>
                  <a:lnTo>
                    <a:pt x="242931" y="1124832"/>
                  </a:lnTo>
                  <a:lnTo>
                    <a:pt x="242950" y="1124793"/>
                  </a:lnTo>
                  <a:lnTo>
                    <a:pt x="242959" y="1124763"/>
                  </a:lnTo>
                  <a:lnTo>
                    <a:pt x="242958" y="1124734"/>
                  </a:lnTo>
                  <a:lnTo>
                    <a:pt x="242954" y="1124692"/>
                  </a:lnTo>
                  <a:lnTo>
                    <a:pt x="242954" y="1124660"/>
                  </a:lnTo>
                  <a:lnTo>
                    <a:pt x="242960" y="1124633"/>
                  </a:lnTo>
                  <a:lnTo>
                    <a:pt x="242984" y="1124597"/>
                  </a:lnTo>
                  <a:lnTo>
                    <a:pt x="243002" y="1124574"/>
                  </a:lnTo>
                  <a:lnTo>
                    <a:pt x="243020" y="1124540"/>
                  </a:lnTo>
                  <a:lnTo>
                    <a:pt x="243031" y="1124515"/>
                  </a:lnTo>
                  <a:lnTo>
                    <a:pt x="243044" y="1124485"/>
                  </a:lnTo>
                  <a:lnTo>
                    <a:pt x="243054" y="1124437"/>
                  </a:lnTo>
                  <a:lnTo>
                    <a:pt x="243058" y="1124413"/>
                  </a:lnTo>
                  <a:lnTo>
                    <a:pt x="243061" y="1124359"/>
                  </a:lnTo>
                  <a:lnTo>
                    <a:pt x="243061" y="1124332"/>
                  </a:lnTo>
                  <a:lnTo>
                    <a:pt x="243072" y="1124314"/>
                  </a:lnTo>
                  <a:lnTo>
                    <a:pt x="243083" y="1124297"/>
                  </a:lnTo>
                  <a:lnTo>
                    <a:pt x="243104" y="1124277"/>
                  </a:lnTo>
                  <a:lnTo>
                    <a:pt x="243146" y="1124267"/>
                  </a:lnTo>
                  <a:lnTo>
                    <a:pt x="243173" y="1124269"/>
                  </a:lnTo>
                  <a:lnTo>
                    <a:pt x="243190" y="1124279"/>
                  </a:lnTo>
                  <a:lnTo>
                    <a:pt x="243205" y="1124298"/>
                  </a:lnTo>
                  <a:lnTo>
                    <a:pt x="243221" y="1124307"/>
                  </a:lnTo>
                  <a:lnTo>
                    <a:pt x="243246" y="1124310"/>
                  </a:lnTo>
                  <a:lnTo>
                    <a:pt x="243284" y="1124304"/>
                  </a:lnTo>
                  <a:lnTo>
                    <a:pt x="243312" y="1124297"/>
                  </a:lnTo>
                  <a:lnTo>
                    <a:pt x="243346" y="1124278"/>
                  </a:lnTo>
                  <a:lnTo>
                    <a:pt x="243372" y="1124264"/>
                  </a:lnTo>
                  <a:lnTo>
                    <a:pt x="243379" y="1124251"/>
                  </a:lnTo>
                  <a:lnTo>
                    <a:pt x="243381" y="1124228"/>
                  </a:lnTo>
                  <a:lnTo>
                    <a:pt x="243387" y="1124207"/>
                  </a:lnTo>
                  <a:lnTo>
                    <a:pt x="243402" y="1124201"/>
                  </a:lnTo>
                  <a:lnTo>
                    <a:pt x="243420" y="1124192"/>
                  </a:lnTo>
                  <a:lnTo>
                    <a:pt x="243441" y="1124192"/>
                  </a:lnTo>
                  <a:lnTo>
                    <a:pt x="243479" y="1124198"/>
                  </a:lnTo>
                  <a:lnTo>
                    <a:pt x="243505" y="1124189"/>
                  </a:lnTo>
                  <a:lnTo>
                    <a:pt x="243528" y="1124169"/>
                  </a:lnTo>
                  <a:lnTo>
                    <a:pt x="243539" y="1124144"/>
                  </a:lnTo>
                  <a:lnTo>
                    <a:pt x="243545" y="1124126"/>
                  </a:lnTo>
                  <a:lnTo>
                    <a:pt x="243536" y="1124111"/>
                  </a:lnTo>
                  <a:lnTo>
                    <a:pt x="243528" y="1124085"/>
                  </a:lnTo>
                  <a:lnTo>
                    <a:pt x="243531" y="1124046"/>
                  </a:lnTo>
                  <a:lnTo>
                    <a:pt x="243544" y="1124028"/>
                  </a:lnTo>
                  <a:lnTo>
                    <a:pt x="243566" y="1124015"/>
                  </a:lnTo>
                  <a:lnTo>
                    <a:pt x="243632" y="1124000"/>
                  </a:lnTo>
                  <a:lnTo>
                    <a:pt x="243662" y="1123996"/>
                  </a:lnTo>
                  <a:lnTo>
                    <a:pt x="243684" y="1123984"/>
                  </a:lnTo>
                  <a:lnTo>
                    <a:pt x="243746" y="1123942"/>
                  </a:lnTo>
                  <a:lnTo>
                    <a:pt x="243824" y="1123902"/>
                  </a:lnTo>
                  <a:lnTo>
                    <a:pt x="243864" y="1123887"/>
                  </a:lnTo>
                  <a:lnTo>
                    <a:pt x="243915" y="1123865"/>
                  </a:lnTo>
                  <a:lnTo>
                    <a:pt x="243939" y="1123850"/>
                  </a:lnTo>
                  <a:lnTo>
                    <a:pt x="243958" y="1123828"/>
                  </a:lnTo>
                  <a:lnTo>
                    <a:pt x="243998" y="1123766"/>
                  </a:lnTo>
                  <a:lnTo>
                    <a:pt x="244033" y="1123724"/>
                  </a:lnTo>
                  <a:lnTo>
                    <a:pt x="244053" y="1123696"/>
                  </a:lnTo>
                  <a:lnTo>
                    <a:pt x="244090" y="1123681"/>
                  </a:lnTo>
                  <a:lnTo>
                    <a:pt x="244126" y="1123665"/>
                  </a:lnTo>
                  <a:lnTo>
                    <a:pt x="244163" y="1123645"/>
                  </a:lnTo>
                  <a:lnTo>
                    <a:pt x="244215" y="1123633"/>
                  </a:lnTo>
                  <a:lnTo>
                    <a:pt x="244270" y="1123618"/>
                  </a:lnTo>
                  <a:lnTo>
                    <a:pt x="244366" y="1123592"/>
                  </a:lnTo>
                  <a:lnTo>
                    <a:pt x="244406" y="1123586"/>
                  </a:lnTo>
                  <a:lnTo>
                    <a:pt x="244446" y="1123573"/>
                  </a:lnTo>
                  <a:lnTo>
                    <a:pt x="244506" y="1123554"/>
                  </a:lnTo>
                  <a:lnTo>
                    <a:pt x="244555" y="1123538"/>
                  </a:lnTo>
                  <a:lnTo>
                    <a:pt x="244605" y="1123522"/>
                  </a:lnTo>
                  <a:lnTo>
                    <a:pt x="244654" y="1123496"/>
                  </a:lnTo>
                  <a:lnTo>
                    <a:pt x="244678" y="1123480"/>
                  </a:lnTo>
                  <a:lnTo>
                    <a:pt x="244700" y="1123463"/>
                  </a:lnTo>
                  <a:lnTo>
                    <a:pt x="244732" y="1123429"/>
                  </a:lnTo>
                  <a:lnTo>
                    <a:pt x="244753" y="1123406"/>
                  </a:lnTo>
                  <a:lnTo>
                    <a:pt x="244816" y="1123350"/>
                  </a:lnTo>
                  <a:lnTo>
                    <a:pt x="244844" y="1123327"/>
                  </a:lnTo>
                  <a:lnTo>
                    <a:pt x="244871" y="1123307"/>
                  </a:lnTo>
                  <a:lnTo>
                    <a:pt x="244921" y="1123280"/>
                  </a:lnTo>
                  <a:lnTo>
                    <a:pt x="244964" y="1123255"/>
                  </a:lnTo>
                  <a:lnTo>
                    <a:pt x="244981" y="1123239"/>
                  </a:lnTo>
                  <a:lnTo>
                    <a:pt x="244985" y="1123236"/>
                  </a:lnTo>
                  <a:lnTo>
                    <a:pt x="245003" y="1123224"/>
                  </a:lnTo>
                  <a:lnTo>
                    <a:pt x="245023" y="1123212"/>
                  </a:lnTo>
                  <a:lnTo>
                    <a:pt x="245058" y="1123191"/>
                  </a:lnTo>
                  <a:lnTo>
                    <a:pt x="245073" y="1123183"/>
                  </a:lnTo>
                  <a:lnTo>
                    <a:pt x="245105" y="1123143"/>
                  </a:lnTo>
                  <a:lnTo>
                    <a:pt x="245146" y="1123095"/>
                  </a:lnTo>
                  <a:lnTo>
                    <a:pt x="245211" y="1123008"/>
                  </a:lnTo>
                  <a:lnTo>
                    <a:pt x="245243" y="1122968"/>
                  </a:lnTo>
                  <a:lnTo>
                    <a:pt x="245259" y="1122926"/>
                  </a:lnTo>
                  <a:lnTo>
                    <a:pt x="245261" y="1122861"/>
                  </a:lnTo>
                  <a:lnTo>
                    <a:pt x="245269" y="1122791"/>
                  </a:lnTo>
                  <a:lnTo>
                    <a:pt x="245278" y="1122703"/>
                  </a:lnTo>
                  <a:lnTo>
                    <a:pt x="245303" y="1122594"/>
                  </a:lnTo>
                  <a:lnTo>
                    <a:pt x="245317" y="1122542"/>
                  </a:lnTo>
                  <a:lnTo>
                    <a:pt x="245336" y="1122477"/>
                  </a:lnTo>
                  <a:lnTo>
                    <a:pt x="245355" y="1122459"/>
                  </a:lnTo>
                  <a:lnTo>
                    <a:pt x="245393" y="1122423"/>
                  </a:lnTo>
                  <a:lnTo>
                    <a:pt x="245465" y="1122374"/>
                  </a:lnTo>
                  <a:lnTo>
                    <a:pt x="245511" y="1122355"/>
                  </a:lnTo>
                  <a:lnTo>
                    <a:pt x="245556" y="1122348"/>
                  </a:lnTo>
                  <a:lnTo>
                    <a:pt x="245592" y="1122343"/>
                  </a:lnTo>
                  <a:lnTo>
                    <a:pt x="245642" y="1122332"/>
                  </a:lnTo>
                  <a:lnTo>
                    <a:pt x="245688" y="1122318"/>
                  </a:lnTo>
                  <a:lnTo>
                    <a:pt x="245713" y="1122303"/>
                  </a:lnTo>
                  <a:lnTo>
                    <a:pt x="245740" y="1122282"/>
                  </a:lnTo>
                  <a:lnTo>
                    <a:pt x="245787" y="1122253"/>
                  </a:lnTo>
                  <a:lnTo>
                    <a:pt x="245852" y="1122196"/>
                  </a:lnTo>
                  <a:lnTo>
                    <a:pt x="245877" y="1122178"/>
                  </a:lnTo>
                  <a:lnTo>
                    <a:pt x="245925" y="1122162"/>
                  </a:lnTo>
                  <a:lnTo>
                    <a:pt x="245996" y="1122148"/>
                  </a:lnTo>
                  <a:lnTo>
                    <a:pt x="246056" y="1122142"/>
                  </a:lnTo>
                  <a:lnTo>
                    <a:pt x="246085" y="1122155"/>
                  </a:lnTo>
                  <a:lnTo>
                    <a:pt x="246116" y="1122169"/>
                  </a:lnTo>
                  <a:lnTo>
                    <a:pt x="246143" y="1122172"/>
                  </a:lnTo>
                  <a:lnTo>
                    <a:pt x="246162" y="1122167"/>
                  </a:lnTo>
                  <a:lnTo>
                    <a:pt x="246186" y="1122160"/>
                  </a:lnTo>
                  <a:lnTo>
                    <a:pt x="246218" y="1122151"/>
                  </a:lnTo>
                  <a:lnTo>
                    <a:pt x="246270" y="1122143"/>
                  </a:lnTo>
                  <a:lnTo>
                    <a:pt x="246310" y="1122134"/>
                  </a:lnTo>
                  <a:lnTo>
                    <a:pt x="246364" y="1122111"/>
                  </a:lnTo>
                  <a:lnTo>
                    <a:pt x="246422" y="1122085"/>
                  </a:lnTo>
                  <a:lnTo>
                    <a:pt x="246452" y="1122070"/>
                  </a:lnTo>
                  <a:lnTo>
                    <a:pt x="246468" y="1122073"/>
                  </a:lnTo>
                  <a:lnTo>
                    <a:pt x="246478" y="1122085"/>
                  </a:lnTo>
                  <a:lnTo>
                    <a:pt x="246519" y="1122116"/>
                  </a:lnTo>
                  <a:lnTo>
                    <a:pt x="246531" y="1122119"/>
                  </a:lnTo>
                  <a:lnTo>
                    <a:pt x="246548" y="1122104"/>
                  </a:lnTo>
                  <a:lnTo>
                    <a:pt x="246599" y="1122064"/>
                  </a:lnTo>
                  <a:lnTo>
                    <a:pt x="246684" y="1121983"/>
                  </a:lnTo>
                  <a:lnTo>
                    <a:pt x="246733" y="1121906"/>
                  </a:lnTo>
                  <a:lnTo>
                    <a:pt x="246774" y="1121833"/>
                  </a:lnTo>
                  <a:lnTo>
                    <a:pt x="246813" y="1121769"/>
                  </a:lnTo>
                  <a:lnTo>
                    <a:pt x="246855" y="1121707"/>
                  </a:lnTo>
                  <a:lnTo>
                    <a:pt x="246878" y="1121658"/>
                  </a:lnTo>
                  <a:lnTo>
                    <a:pt x="246890" y="1121613"/>
                  </a:lnTo>
                  <a:lnTo>
                    <a:pt x="246898" y="1121563"/>
                  </a:lnTo>
                  <a:lnTo>
                    <a:pt x="246906" y="1121514"/>
                  </a:lnTo>
                  <a:lnTo>
                    <a:pt x="246895" y="1121453"/>
                  </a:lnTo>
                  <a:lnTo>
                    <a:pt x="246866" y="1121403"/>
                  </a:lnTo>
                  <a:lnTo>
                    <a:pt x="246837" y="1121381"/>
                  </a:lnTo>
                  <a:lnTo>
                    <a:pt x="246808" y="1121359"/>
                  </a:lnTo>
                  <a:lnTo>
                    <a:pt x="246774" y="1121338"/>
                  </a:lnTo>
                  <a:lnTo>
                    <a:pt x="246772" y="1121328"/>
                  </a:lnTo>
                  <a:lnTo>
                    <a:pt x="246794" y="1121321"/>
                  </a:lnTo>
                  <a:lnTo>
                    <a:pt x="246852" y="1121268"/>
                  </a:lnTo>
                  <a:lnTo>
                    <a:pt x="246891" y="1121257"/>
                  </a:lnTo>
                  <a:lnTo>
                    <a:pt x="246943" y="1121252"/>
                  </a:lnTo>
                  <a:lnTo>
                    <a:pt x="246971" y="1121258"/>
                  </a:lnTo>
                  <a:lnTo>
                    <a:pt x="247031" y="1121254"/>
                  </a:lnTo>
                  <a:lnTo>
                    <a:pt x="247057" y="1121245"/>
                  </a:lnTo>
                  <a:lnTo>
                    <a:pt x="247084" y="1121236"/>
                  </a:lnTo>
                  <a:lnTo>
                    <a:pt x="247118" y="1121218"/>
                  </a:lnTo>
                  <a:lnTo>
                    <a:pt x="247142" y="1121220"/>
                  </a:lnTo>
                  <a:lnTo>
                    <a:pt x="247186" y="1121220"/>
                  </a:lnTo>
                  <a:lnTo>
                    <a:pt x="247252" y="1121225"/>
                  </a:lnTo>
                  <a:lnTo>
                    <a:pt x="247302" y="1121224"/>
                  </a:lnTo>
                  <a:lnTo>
                    <a:pt x="247328" y="1121233"/>
                  </a:lnTo>
                  <a:lnTo>
                    <a:pt x="247342" y="1121231"/>
                  </a:lnTo>
                  <a:lnTo>
                    <a:pt x="247356" y="1121225"/>
                  </a:lnTo>
                  <a:lnTo>
                    <a:pt x="247365" y="1121216"/>
                  </a:lnTo>
                  <a:lnTo>
                    <a:pt x="247367" y="1121200"/>
                  </a:lnTo>
                  <a:lnTo>
                    <a:pt x="247365" y="1121159"/>
                  </a:lnTo>
                  <a:lnTo>
                    <a:pt x="247368" y="1121139"/>
                  </a:lnTo>
                  <a:lnTo>
                    <a:pt x="247378" y="1121118"/>
                  </a:lnTo>
                  <a:lnTo>
                    <a:pt x="247402" y="1121097"/>
                  </a:lnTo>
                  <a:lnTo>
                    <a:pt x="247425" y="1121060"/>
                  </a:lnTo>
                  <a:lnTo>
                    <a:pt x="247454" y="1121014"/>
                  </a:lnTo>
                  <a:lnTo>
                    <a:pt x="247475" y="1121001"/>
                  </a:lnTo>
                  <a:lnTo>
                    <a:pt x="247505" y="1120984"/>
                  </a:lnTo>
                  <a:lnTo>
                    <a:pt x="247518" y="1120956"/>
                  </a:lnTo>
                  <a:lnTo>
                    <a:pt x="247543" y="1120923"/>
                  </a:lnTo>
                  <a:lnTo>
                    <a:pt x="247571" y="1120913"/>
                  </a:lnTo>
                  <a:lnTo>
                    <a:pt x="247608" y="1120915"/>
                  </a:lnTo>
                  <a:lnTo>
                    <a:pt x="247653" y="1120934"/>
                  </a:lnTo>
                  <a:lnTo>
                    <a:pt x="247722" y="1120960"/>
                  </a:lnTo>
                  <a:lnTo>
                    <a:pt x="247761" y="1120978"/>
                  </a:lnTo>
                  <a:lnTo>
                    <a:pt x="247799" y="1120996"/>
                  </a:lnTo>
                  <a:lnTo>
                    <a:pt x="247864" y="1121035"/>
                  </a:lnTo>
                  <a:lnTo>
                    <a:pt x="247917" y="1121058"/>
                  </a:lnTo>
                  <a:lnTo>
                    <a:pt x="247959" y="1121059"/>
                  </a:lnTo>
                  <a:lnTo>
                    <a:pt x="247984" y="1121055"/>
                  </a:lnTo>
                  <a:lnTo>
                    <a:pt x="248055" y="1121037"/>
                  </a:lnTo>
                  <a:lnTo>
                    <a:pt x="248147" y="1120989"/>
                  </a:lnTo>
                  <a:lnTo>
                    <a:pt x="248181" y="1120979"/>
                  </a:lnTo>
                  <a:lnTo>
                    <a:pt x="248204" y="1120984"/>
                  </a:lnTo>
                  <a:lnTo>
                    <a:pt x="248229" y="1121007"/>
                  </a:lnTo>
                  <a:lnTo>
                    <a:pt x="248282" y="1121063"/>
                  </a:lnTo>
                  <a:lnTo>
                    <a:pt x="248348" y="1121131"/>
                  </a:lnTo>
                  <a:lnTo>
                    <a:pt x="248364" y="1121158"/>
                  </a:lnTo>
                  <a:lnTo>
                    <a:pt x="248364" y="1121175"/>
                  </a:lnTo>
                  <a:lnTo>
                    <a:pt x="248348" y="1121196"/>
                  </a:lnTo>
                  <a:lnTo>
                    <a:pt x="248337" y="1121221"/>
                  </a:lnTo>
                  <a:lnTo>
                    <a:pt x="248324" y="1121271"/>
                  </a:lnTo>
                  <a:lnTo>
                    <a:pt x="248316" y="1121301"/>
                  </a:lnTo>
                  <a:lnTo>
                    <a:pt x="248304" y="1121335"/>
                  </a:lnTo>
                  <a:lnTo>
                    <a:pt x="248284" y="1121368"/>
                  </a:lnTo>
                  <a:lnTo>
                    <a:pt x="248234" y="1121440"/>
                  </a:lnTo>
                  <a:lnTo>
                    <a:pt x="248213" y="1121476"/>
                  </a:lnTo>
                  <a:lnTo>
                    <a:pt x="248180" y="1121523"/>
                  </a:lnTo>
                  <a:lnTo>
                    <a:pt x="248153" y="1121578"/>
                  </a:lnTo>
                  <a:lnTo>
                    <a:pt x="248097" y="1121649"/>
                  </a:lnTo>
                  <a:lnTo>
                    <a:pt x="248075" y="1121676"/>
                  </a:lnTo>
                  <a:lnTo>
                    <a:pt x="248071" y="1121691"/>
                  </a:lnTo>
                  <a:lnTo>
                    <a:pt x="248096" y="1121729"/>
                  </a:lnTo>
                  <a:lnTo>
                    <a:pt x="248137" y="1121762"/>
                  </a:lnTo>
                  <a:lnTo>
                    <a:pt x="248188" y="1121813"/>
                  </a:lnTo>
                  <a:lnTo>
                    <a:pt x="248224" y="1121839"/>
                  </a:lnTo>
                  <a:lnTo>
                    <a:pt x="248266" y="1121841"/>
                  </a:lnTo>
                  <a:lnTo>
                    <a:pt x="248295" y="1121843"/>
                  </a:lnTo>
                  <a:lnTo>
                    <a:pt x="248351" y="1121868"/>
                  </a:lnTo>
                  <a:lnTo>
                    <a:pt x="248422" y="1121907"/>
                  </a:lnTo>
                  <a:lnTo>
                    <a:pt x="248468" y="1121949"/>
                  </a:lnTo>
                  <a:lnTo>
                    <a:pt x="248502" y="1121992"/>
                  </a:lnTo>
                  <a:lnTo>
                    <a:pt x="248538" y="1122045"/>
                  </a:lnTo>
                  <a:lnTo>
                    <a:pt x="248547" y="1122053"/>
                  </a:lnTo>
                  <a:lnTo>
                    <a:pt x="248557" y="1122081"/>
                  </a:lnTo>
                  <a:lnTo>
                    <a:pt x="248556" y="1122138"/>
                  </a:lnTo>
                  <a:lnTo>
                    <a:pt x="248551" y="1122158"/>
                  </a:lnTo>
                  <a:lnTo>
                    <a:pt x="248546" y="1122169"/>
                  </a:lnTo>
                  <a:lnTo>
                    <a:pt x="248538" y="1122184"/>
                  </a:lnTo>
                  <a:lnTo>
                    <a:pt x="248524" y="1122209"/>
                  </a:lnTo>
                  <a:lnTo>
                    <a:pt x="248514" y="1122247"/>
                  </a:lnTo>
                  <a:lnTo>
                    <a:pt x="248493" y="1122325"/>
                  </a:lnTo>
                  <a:lnTo>
                    <a:pt x="248478" y="1122362"/>
                  </a:lnTo>
                  <a:lnTo>
                    <a:pt x="248445" y="1122407"/>
                  </a:lnTo>
                  <a:lnTo>
                    <a:pt x="248426" y="1122450"/>
                  </a:lnTo>
                  <a:lnTo>
                    <a:pt x="248407" y="1122477"/>
                  </a:lnTo>
                  <a:lnTo>
                    <a:pt x="248395" y="1122497"/>
                  </a:lnTo>
                  <a:lnTo>
                    <a:pt x="248388" y="1122534"/>
                  </a:lnTo>
                  <a:lnTo>
                    <a:pt x="248367" y="1122599"/>
                  </a:lnTo>
                  <a:lnTo>
                    <a:pt x="248342" y="1122667"/>
                  </a:lnTo>
                  <a:lnTo>
                    <a:pt x="248307" y="1122715"/>
                  </a:lnTo>
                  <a:lnTo>
                    <a:pt x="248308" y="1122740"/>
                  </a:lnTo>
                  <a:lnTo>
                    <a:pt x="248312" y="1122778"/>
                  </a:lnTo>
                  <a:lnTo>
                    <a:pt x="248318" y="1122850"/>
                  </a:lnTo>
                  <a:lnTo>
                    <a:pt x="248317" y="1122899"/>
                  </a:lnTo>
                  <a:lnTo>
                    <a:pt x="248291" y="1122927"/>
                  </a:lnTo>
                  <a:lnTo>
                    <a:pt x="248282" y="1122965"/>
                  </a:lnTo>
                  <a:lnTo>
                    <a:pt x="248277" y="1123001"/>
                  </a:lnTo>
                  <a:lnTo>
                    <a:pt x="248275" y="1123059"/>
                  </a:lnTo>
                  <a:lnTo>
                    <a:pt x="248272" y="1123103"/>
                  </a:lnTo>
                  <a:lnTo>
                    <a:pt x="248274" y="1123164"/>
                  </a:lnTo>
                  <a:lnTo>
                    <a:pt x="248271" y="1123206"/>
                  </a:lnTo>
                  <a:lnTo>
                    <a:pt x="248265" y="1123227"/>
                  </a:lnTo>
                  <a:lnTo>
                    <a:pt x="248263" y="1123238"/>
                  </a:lnTo>
                  <a:lnTo>
                    <a:pt x="248250" y="1123244"/>
                  </a:lnTo>
                  <a:lnTo>
                    <a:pt x="248232" y="1123253"/>
                  </a:lnTo>
                  <a:lnTo>
                    <a:pt x="248205" y="1123277"/>
                  </a:lnTo>
                  <a:lnTo>
                    <a:pt x="248155" y="1123331"/>
                  </a:lnTo>
                  <a:lnTo>
                    <a:pt x="248118" y="1123366"/>
                  </a:lnTo>
                  <a:lnTo>
                    <a:pt x="248100" y="1123399"/>
                  </a:lnTo>
                  <a:lnTo>
                    <a:pt x="248106" y="1123426"/>
                  </a:lnTo>
                  <a:lnTo>
                    <a:pt x="248118" y="1123451"/>
                  </a:lnTo>
                  <a:lnTo>
                    <a:pt x="248123" y="1123490"/>
                  </a:lnTo>
                  <a:lnTo>
                    <a:pt x="248117" y="1123527"/>
                  </a:lnTo>
                  <a:lnTo>
                    <a:pt x="248110" y="1123562"/>
                  </a:lnTo>
                  <a:lnTo>
                    <a:pt x="248113" y="1123589"/>
                  </a:lnTo>
                  <a:lnTo>
                    <a:pt x="248121" y="1123618"/>
                  </a:lnTo>
                  <a:lnTo>
                    <a:pt x="248134" y="1123661"/>
                  </a:lnTo>
                  <a:lnTo>
                    <a:pt x="248153" y="1123703"/>
                  </a:lnTo>
                  <a:lnTo>
                    <a:pt x="248170" y="1123748"/>
                  </a:lnTo>
                  <a:lnTo>
                    <a:pt x="248174" y="1123802"/>
                  </a:lnTo>
                  <a:lnTo>
                    <a:pt x="248182" y="1123835"/>
                  </a:lnTo>
                  <a:lnTo>
                    <a:pt x="248189" y="1123868"/>
                  </a:lnTo>
                  <a:lnTo>
                    <a:pt x="248202" y="1123888"/>
                  </a:lnTo>
                  <a:lnTo>
                    <a:pt x="248226" y="1123901"/>
                  </a:lnTo>
                  <a:lnTo>
                    <a:pt x="248259" y="1123919"/>
                  </a:lnTo>
                  <a:lnTo>
                    <a:pt x="248293" y="1123946"/>
                  </a:lnTo>
                  <a:lnTo>
                    <a:pt x="248331" y="1123982"/>
                  </a:lnTo>
                  <a:lnTo>
                    <a:pt x="248358" y="1124019"/>
                  </a:lnTo>
                  <a:lnTo>
                    <a:pt x="248387" y="1124055"/>
                  </a:lnTo>
                  <a:lnTo>
                    <a:pt x="248396" y="1124067"/>
                  </a:lnTo>
                  <a:lnTo>
                    <a:pt x="248405" y="1124094"/>
                  </a:lnTo>
                  <a:lnTo>
                    <a:pt x="248425" y="1124145"/>
                  </a:lnTo>
                  <a:lnTo>
                    <a:pt x="248444" y="1124173"/>
                  </a:lnTo>
                  <a:lnTo>
                    <a:pt x="248464" y="1124182"/>
                  </a:lnTo>
                  <a:lnTo>
                    <a:pt x="248483" y="1124187"/>
                  </a:lnTo>
                  <a:lnTo>
                    <a:pt x="248500" y="1124197"/>
                  </a:lnTo>
                  <a:lnTo>
                    <a:pt x="248516" y="1124214"/>
                  </a:lnTo>
                  <a:lnTo>
                    <a:pt x="248524" y="1124225"/>
                  </a:lnTo>
                  <a:lnTo>
                    <a:pt x="248531" y="1124229"/>
                  </a:lnTo>
                  <a:lnTo>
                    <a:pt x="248538" y="1124227"/>
                  </a:lnTo>
                  <a:lnTo>
                    <a:pt x="248553" y="1124261"/>
                  </a:lnTo>
                  <a:lnTo>
                    <a:pt x="248562" y="1124267"/>
                  </a:lnTo>
                  <a:lnTo>
                    <a:pt x="248576" y="1124277"/>
                  </a:lnTo>
                  <a:lnTo>
                    <a:pt x="248603" y="1124291"/>
                  </a:lnTo>
                  <a:lnTo>
                    <a:pt x="248613" y="1124297"/>
                  </a:lnTo>
                  <a:lnTo>
                    <a:pt x="248623" y="1124317"/>
                  </a:lnTo>
                  <a:lnTo>
                    <a:pt x="248628" y="1124337"/>
                  </a:lnTo>
                  <a:lnTo>
                    <a:pt x="248623" y="1124398"/>
                  </a:lnTo>
                  <a:lnTo>
                    <a:pt x="248627" y="1124454"/>
                  </a:lnTo>
                  <a:lnTo>
                    <a:pt x="248630" y="1124481"/>
                  </a:lnTo>
                  <a:lnTo>
                    <a:pt x="248632" y="1124576"/>
                  </a:lnTo>
                  <a:lnTo>
                    <a:pt x="248638" y="1124607"/>
                  </a:lnTo>
                  <a:lnTo>
                    <a:pt x="248649" y="1124634"/>
                  </a:lnTo>
                  <a:lnTo>
                    <a:pt x="248668" y="1124659"/>
                  </a:lnTo>
                  <a:lnTo>
                    <a:pt x="248714" y="1124695"/>
                  </a:lnTo>
                  <a:lnTo>
                    <a:pt x="248741" y="1124718"/>
                  </a:lnTo>
                  <a:lnTo>
                    <a:pt x="248792" y="1124756"/>
                  </a:lnTo>
                  <a:lnTo>
                    <a:pt x="248818" y="1124775"/>
                  </a:lnTo>
                  <a:lnTo>
                    <a:pt x="248853" y="1124788"/>
                  </a:lnTo>
                  <a:lnTo>
                    <a:pt x="248892" y="1124814"/>
                  </a:lnTo>
                  <a:lnTo>
                    <a:pt x="248935" y="1124843"/>
                  </a:lnTo>
                  <a:lnTo>
                    <a:pt x="248979" y="1124875"/>
                  </a:lnTo>
                  <a:lnTo>
                    <a:pt x="249010" y="1124880"/>
                  </a:lnTo>
                  <a:lnTo>
                    <a:pt x="249073" y="1124915"/>
                  </a:lnTo>
                  <a:lnTo>
                    <a:pt x="249130" y="1124936"/>
                  </a:lnTo>
                  <a:lnTo>
                    <a:pt x="249174" y="1124953"/>
                  </a:lnTo>
                  <a:lnTo>
                    <a:pt x="249213" y="1124971"/>
                  </a:lnTo>
                  <a:lnTo>
                    <a:pt x="249241" y="1124981"/>
                  </a:lnTo>
                  <a:lnTo>
                    <a:pt x="249283" y="1125007"/>
                  </a:lnTo>
                  <a:lnTo>
                    <a:pt x="249315" y="1125035"/>
                  </a:lnTo>
                  <a:lnTo>
                    <a:pt x="249359" y="1125061"/>
                  </a:lnTo>
                  <a:lnTo>
                    <a:pt x="249389" y="1125080"/>
                  </a:lnTo>
                  <a:lnTo>
                    <a:pt x="249425" y="1125104"/>
                  </a:lnTo>
                  <a:lnTo>
                    <a:pt x="249461" y="1125125"/>
                  </a:lnTo>
                  <a:lnTo>
                    <a:pt x="249477" y="1125158"/>
                  </a:lnTo>
                  <a:lnTo>
                    <a:pt x="249501" y="1125194"/>
                  </a:lnTo>
                  <a:lnTo>
                    <a:pt x="249521" y="1125232"/>
                  </a:lnTo>
                  <a:lnTo>
                    <a:pt x="249527" y="1125249"/>
                  </a:lnTo>
                  <a:lnTo>
                    <a:pt x="249545" y="1125271"/>
                  </a:lnTo>
                  <a:lnTo>
                    <a:pt x="249551" y="1125305"/>
                  </a:lnTo>
                  <a:lnTo>
                    <a:pt x="249546" y="1125342"/>
                  </a:lnTo>
                  <a:lnTo>
                    <a:pt x="249540" y="1125353"/>
                  </a:lnTo>
                  <a:lnTo>
                    <a:pt x="249544" y="1125378"/>
                  </a:lnTo>
                  <a:lnTo>
                    <a:pt x="249562" y="1125410"/>
                  </a:lnTo>
                  <a:lnTo>
                    <a:pt x="249584" y="1125453"/>
                  </a:lnTo>
                  <a:lnTo>
                    <a:pt x="249594" y="1125484"/>
                  </a:lnTo>
                  <a:lnTo>
                    <a:pt x="249603" y="1125521"/>
                  </a:lnTo>
                  <a:lnTo>
                    <a:pt x="249608" y="1125554"/>
                  </a:lnTo>
                  <a:lnTo>
                    <a:pt x="249613" y="1125574"/>
                  </a:lnTo>
                  <a:lnTo>
                    <a:pt x="249662" y="1125686"/>
                  </a:lnTo>
                  <a:lnTo>
                    <a:pt x="249674" y="1125709"/>
                  </a:lnTo>
                  <a:lnTo>
                    <a:pt x="249678" y="1125720"/>
                  </a:lnTo>
                  <a:lnTo>
                    <a:pt x="249675" y="1125747"/>
                  </a:lnTo>
                  <a:lnTo>
                    <a:pt x="249670" y="1125763"/>
                  </a:lnTo>
                  <a:lnTo>
                    <a:pt x="249671" y="1125770"/>
                  </a:lnTo>
                  <a:lnTo>
                    <a:pt x="249674" y="1125781"/>
                  </a:lnTo>
                  <a:lnTo>
                    <a:pt x="249696" y="1125802"/>
                  </a:lnTo>
                  <a:lnTo>
                    <a:pt x="249716" y="1125812"/>
                  </a:lnTo>
                  <a:lnTo>
                    <a:pt x="249756" y="1125837"/>
                  </a:lnTo>
                  <a:lnTo>
                    <a:pt x="249804" y="1125855"/>
                  </a:lnTo>
                  <a:lnTo>
                    <a:pt x="249867" y="1125866"/>
                  </a:lnTo>
                  <a:lnTo>
                    <a:pt x="249907" y="1125879"/>
                  </a:lnTo>
                  <a:lnTo>
                    <a:pt x="249945" y="1125897"/>
                  </a:lnTo>
                  <a:lnTo>
                    <a:pt x="249982" y="1125913"/>
                  </a:lnTo>
                  <a:lnTo>
                    <a:pt x="250027" y="1125930"/>
                  </a:lnTo>
                  <a:lnTo>
                    <a:pt x="250070" y="1125946"/>
                  </a:lnTo>
                  <a:lnTo>
                    <a:pt x="250077" y="1125954"/>
                  </a:lnTo>
                  <a:lnTo>
                    <a:pt x="250062" y="1125971"/>
                  </a:lnTo>
                  <a:lnTo>
                    <a:pt x="250030" y="1126024"/>
                  </a:lnTo>
                  <a:lnTo>
                    <a:pt x="250004" y="1126070"/>
                  </a:lnTo>
                  <a:lnTo>
                    <a:pt x="249989" y="1126104"/>
                  </a:lnTo>
                  <a:lnTo>
                    <a:pt x="249980" y="1126140"/>
                  </a:lnTo>
                  <a:lnTo>
                    <a:pt x="249972" y="1126179"/>
                  </a:lnTo>
                  <a:lnTo>
                    <a:pt x="249959" y="1126235"/>
                  </a:lnTo>
                  <a:lnTo>
                    <a:pt x="249958" y="1126261"/>
                  </a:lnTo>
                  <a:lnTo>
                    <a:pt x="249944" y="1126303"/>
                  </a:lnTo>
                  <a:lnTo>
                    <a:pt x="249940" y="1126320"/>
                  </a:lnTo>
                  <a:lnTo>
                    <a:pt x="249915" y="1126330"/>
                  </a:lnTo>
                  <a:lnTo>
                    <a:pt x="249895" y="1126347"/>
                  </a:lnTo>
                  <a:lnTo>
                    <a:pt x="249888" y="1126370"/>
                  </a:lnTo>
                  <a:lnTo>
                    <a:pt x="249871" y="1126432"/>
                  </a:lnTo>
                  <a:lnTo>
                    <a:pt x="249862" y="1126465"/>
                  </a:lnTo>
                  <a:lnTo>
                    <a:pt x="249853" y="1126491"/>
                  </a:lnTo>
                  <a:lnTo>
                    <a:pt x="249859" y="1126528"/>
                  </a:lnTo>
                  <a:lnTo>
                    <a:pt x="249878" y="1126566"/>
                  </a:lnTo>
                  <a:lnTo>
                    <a:pt x="249885" y="1126621"/>
                  </a:lnTo>
                  <a:lnTo>
                    <a:pt x="249884" y="1126695"/>
                  </a:lnTo>
                  <a:lnTo>
                    <a:pt x="249889" y="1126782"/>
                  </a:lnTo>
                  <a:lnTo>
                    <a:pt x="249889" y="1126821"/>
                  </a:lnTo>
                  <a:lnTo>
                    <a:pt x="249878" y="1126849"/>
                  </a:lnTo>
                  <a:lnTo>
                    <a:pt x="249861" y="1126889"/>
                  </a:lnTo>
                  <a:lnTo>
                    <a:pt x="249860" y="1126921"/>
                  </a:lnTo>
                  <a:lnTo>
                    <a:pt x="249857" y="1126956"/>
                  </a:lnTo>
                  <a:lnTo>
                    <a:pt x="249845" y="1127016"/>
                  </a:lnTo>
                  <a:lnTo>
                    <a:pt x="249829" y="1127070"/>
                  </a:lnTo>
                  <a:lnTo>
                    <a:pt x="249821" y="1127110"/>
                  </a:lnTo>
                  <a:lnTo>
                    <a:pt x="249826" y="1127157"/>
                  </a:lnTo>
                  <a:lnTo>
                    <a:pt x="249831" y="1127182"/>
                  </a:lnTo>
                  <a:lnTo>
                    <a:pt x="249833" y="1127214"/>
                  </a:lnTo>
                  <a:lnTo>
                    <a:pt x="249826" y="1127223"/>
                  </a:lnTo>
                  <a:lnTo>
                    <a:pt x="249813" y="1127239"/>
                  </a:lnTo>
                  <a:lnTo>
                    <a:pt x="249787" y="1127269"/>
                  </a:lnTo>
                  <a:lnTo>
                    <a:pt x="249745" y="1127310"/>
                  </a:lnTo>
                  <a:lnTo>
                    <a:pt x="249727" y="1127339"/>
                  </a:lnTo>
                  <a:lnTo>
                    <a:pt x="249718" y="1127371"/>
                  </a:lnTo>
                  <a:lnTo>
                    <a:pt x="249718" y="1127394"/>
                  </a:lnTo>
                  <a:lnTo>
                    <a:pt x="249723" y="1127451"/>
                  </a:lnTo>
                  <a:lnTo>
                    <a:pt x="249728" y="1127504"/>
                  </a:lnTo>
                  <a:lnTo>
                    <a:pt x="249719" y="1127553"/>
                  </a:lnTo>
                  <a:lnTo>
                    <a:pt x="249691" y="1127604"/>
                  </a:lnTo>
                  <a:lnTo>
                    <a:pt x="249664" y="1127642"/>
                  </a:lnTo>
                  <a:lnTo>
                    <a:pt x="249617" y="1127693"/>
                  </a:lnTo>
                  <a:lnTo>
                    <a:pt x="249575" y="1127732"/>
                  </a:lnTo>
                  <a:lnTo>
                    <a:pt x="249556" y="1127747"/>
                  </a:lnTo>
                  <a:lnTo>
                    <a:pt x="249530" y="1127781"/>
                  </a:lnTo>
                  <a:lnTo>
                    <a:pt x="249505" y="1127814"/>
                  </a:lnTo>
                  <a:lnTo>
                    <a:pt x="249475" y="1127831"/>
                  </a:lnTo>
                  <a:lnTo>
                    <a:pt x="249447" y="1127851"/>
                  </a:lnTo>
                  <a:lnTo>
                    <a:pt x="249405" y="1127871"/>
                  </a:lnTo>
                  <a:lnTo>
                    <a:pt x="249362" y="1127884"/>
                  </a:lnTo>
                  <a:lnTo>
                    <a:pt x="249296" y="1127918"/>
                  </a:lnTo>
                  <a:lnTo>
                    <a:pt x="249248" y="1127934"/>
                  </a:lnTo>
                  <a:lnTo>
                    <a:pt x="249203" y="1127943"/>
                  </a:lnTo>
                  <a:lnTo>
                    <a:pt x="249155" y="1127937"/>
                  </a:lnTo>
                  <a:lnTo>
                    <a:pt x="249125" y="1127926"/>
                  </a:lnTo>
                  <a:lnTo>
                    <a:pt x="249078" y="1127902"/>
                  </a:lnTo>
                  <a:lnTo>
                    <a:pt x="249055" y="1127891"/>
                  </a:lnTo>
                  <a:lnTo>
                    <a:pt x="249043" y="1127893"/>
                  </a:lnTo>
                  <a:lnTo>
                    <a:pt x="249036" y="1127902"/>
                  </a:lnTo>
                  <a:lnTo>
                    <a:pt x="249047" y="1127953"/>
                  </a:lnTo>
                  <a:lnTo>
                    <a:pt x="249072" y="1128023"/>
                  </a:lnTo>
                  <a:lnTo>
                    <a:pt x="249078" y="1128105"/>
                  </a:lnTo>
                  <a:lnTo>
                    <a:pt x="249090" y="1128188"/>
                  </a:lnTo>
                  <a:lnTo>
                    <a:pt x="249092" y="1128235"/>
                  </a:lnTo>
                  <a:lnTo>
                    <a:pt x="249085" y="1128258"/>
                  </a:lnTo>
                  <a:lnTo>
                    <a:pt x="249061" y="1128296"/>
                  </a:lnTo>
                  <a:lnTo>
                    <a:pt x="249031" y="1128332"/>
                  </a:lnTo>
                  <a:lnTo>
                    <a:pt x="248988" y="1128387"/>
                  </a:lnTo>
                  <a:lnTo>
                    <a:pt x="248936" y="1128452"/>
                  </a:lnTo>
                  <a:lnTo>
                    <a:pt x="248896" y="1128484"/>
                  </a:lnTo>
                  <a:lnTo>
                    <a:pt x="248858" y="1128532"/>
                  </a:lnTo>
                  <a:lnTo>
                    <a:pt x="248866" y="1128562"/>
                  </a:lnTo>
                  <a:lnTo>
                    <a:pt x="248881" y="1128605"/>
                  </a:lnTo>
                  <a:lnTo>
                    <a:pt x="248905" y="1128661"/>
                  </a:lnTo>
                  <a:lnTo>
                    <a:pt x="248903" y="1128697"/>
                  </a:lnTo>
                  <a:lnTo>
                    <a:pt x="248899" y="1128718"/>
                  </a:lnTo>
                  <a:lnTo>
                    <a:pt x="248898" y="1128727"/>
                  </a:lnTo>
                  <a:lnTo>
                    <a:pt x="248898" y="1128740"/>
                  </a:lnTo>
                  <a:lnTo>
                    <a:pt x="248903" y="1128755"/>
                  </a:lnTo>
                  <a:lnTo>
                    <a:pt x="248916" y="1128776"/>
                  </a:lnTo>
                  <a:lnTo>
                    <a:pt x="248933" y="1128793"/>
                  </a:lnTo>
                  <a:lnTo>
                    <a:pt x="248944" y="1128799"/>
                  </a:lnTo>
                  <a:lnTo>
                    <a:pt x="248969" y="1128818"/>
                  </a:lnTo>
                  <a:lnTo>
                    <a:pt x="248985" y="1128849"/>
                  </a:lnTo>
                  <a:lnTo>
                    <a:pt x="249034" y="1128940"/>
                  </a:lnTo>
                  <a:lnTo>
                    <a:pt x="249078" y="1129029"/>
                  </a:lnTo>
                  <a:lnTo>
                    <a:pt x="249096" y="1129064"/>
                  </a:lnTo>
                  <a:lnTo>
                    <a:pt x="249101" y="1129083"/>
                  </a:lnTo>
                  <a:lnTo>
                    <a:pt x="249100" y="1129099"/>
                  </a:lnTo>
                  <a:lnTo>
                    <a:pt x="249088" y="1129114"/>
                  </a:lnTo>
                  <a:lnTo>
                    <a:pt x="249059" y="1129116"/>
                  </a:lnTo>
                  <a:lnTo>
                    <a:pt x="249036" y="1129107"/>
                  </a:lnTo>
                  <a:lnTo>
                    <a:pt x="249022" y="1129102"/>
                  </a:lnTo>
                  <a:lnTo>
                    <a:pt x="249004" y="1129095"/>
                  </a:lnTo>
                  <a:lnTo>
                    <a:pt x="248996" y="1129093"/>
                  </a:lnTo>
                  <a:lnTo>
                    <a:pt x="248989" y="1129094"/>
                  </a:lnTo>
                  <a:lnTo>
                    <a:pt x="248984" y="1129098"/>
                  </a:lnTo>
                  <a:lnTo>
                    <a:pt x="248979" y="1129105"/>
                  </a:lnTo>
                  <a:lnTo>
                    <a:pt x="248979" y="1129115"/>
                  </a:lnTo>
                  <a:lnTo>
                    <a:pt x="248981" y="1129124"/>
                  </a:lnTo>
                  <a:lnTo>
                    <a:pt x="248984" y="1129136"/>
                  </a:lnTo>
                  <a:lnTo>
                    <a:pt x="248991" y="1129145"/>
                  </a:lnTo>
                  <a:lnTo>
                    <a:pt x="249031" y="1129204"/>
                  </a:lnTo>
                  <a:lnTo>
                    <a:pt x="249116" y="1129322"/>
                  </a:lnTo>
                  <a:lnTo>
                    <a:pt x="249133" y="1129352"/>
                  </a:lnTo>
                  <a:lnTo>
                    <a:pt x="249137" y="1129400"/>
                  </a:lnTo>
                  <a:lnTo>
                    <a:pt x="249136" y="1129449"/>
                  </a:lnTo>
                  <a:lnTo>
                    <a:pt x="249154" y="1129502"/>
                  </a:lnTo>
                  <a:lnTo>
                    <a:pt x="249182" y="1129548"/>
                  </a:lnTo>
                  <a:lnTo>
                    <a:pt x="249188" y="1129574"/>
                  </a:lnTo>
                  <a:lnTo>
                    <a:pt x="249197" y="1129609"/>
                  </a:lnTo>
                  <a:lnTo>
                    <a:pt x="249198" y="1129623"/>
                  </a:lnTo>
                  <a:lnTo>
                    <a:pt x="249204" y="1129644"/>
                  </a:lnTo>
                  <a:lnTo>
                    <a:pt x="249219" y="1129659"/>
                  </a:lnTo>
                  <a:lnTo>
                    <a:pt x="249253" y="1129677"/>
                  </a:lnTo>
                  <a:lnTo>
                    <a:pt x="249327" y="1129739"/>
                  </a:lnTo>
                  <a:lnTo>
                    <a:pt x="249378" y="1129794"/>
                  </a:lnTo>
                  <a:lnTo>
                    <a:pt x="249432" y="1129847"/>
                  </a:lnTo>
                  <a:lnTo>
                    <a:pt x="249480" y="1129885"/>
                  </a:lnTo>
                  <a:lnTo>
                    <a:pt x="249520" y="1129948"/>
                  </a:lnTo>
                  <a:lnTo>
                    <a:pt x="249560" y="1130003"/>
                  </a:lnTo>
                  <a:lnTo>
                    <a:pt x="249583" y="1130065"/>
                  </a:lnTo>
                  <a:lnTo>
                    <a:pt x="249587" y="1130096"/>
                  </a:lnTo>
                  <a:lnTo>
                    <a:pt x="249571" y="1130110"/>
                  </a:lnTo>
                  <a:lnTo>
                    <a:pt x="249532" y="1130123"/>
                  </a:lnTo>
                  <a:lnTo>
                    <a:pt x="249444" y="1130167"/>
                  </a:lnTo>
                  <a:lnTo>
                    <a:pt x="249381" y="1130212"/>
                  </a:lnTo>
                  <a:lnTo>
                    <a:pt x="249358" y="1130236"/>
                  </a:lnTo>
                  <a:lnTo>
                    <a:pt x="249350" y="1130248"/>
                  </a:lnTo>
                  <a:lnTo>
                    <a:pt x="249351" y="1130258"/>
                  </a:lnTo>
                  <a:lnTo>
                    <a:pt x="249366" y="1130275"/>
                  </a:lnTo>
                  <a:lnTo>
                    <a:pt x="249398" y="1130307"/>
                  </a:lnTo>
                  <a:lnTo>
                    <a:pt x="249418" y="1130332"/>
                  </a:lnTo>
                  <a:lnTo>
                    <a:pt x="249430" y="1130439"/>
                  </a:lnTo>
                  <a:lnTo>
                    <a:pt x="249424" y="1130496"/>
                  </a:lnTo>
                  <a:lnTo>
                    <a:pt x="249428" y="1130549"/>
                  </a:lnTo>
                  <a:lnTo>
                    <a:pt x="249435" y="1130592"/>
                  </a:lnTo>
                  <a:lnTo>
                    <a:pt x="249470" y="1130643"/>
                  </a:lnTo>
                  <a:lnTo>
                    <a:pt x="249499" y="1130689"/>
                  </a:lnTo>
                  <a:lnTo>
                    <a:pt x="249509" y="1130723"/>
                  </a:lnTo>
                  <a:lnTo>
                    <a:pt x="249519" y="1130748"/>
                  </a:lnTo>
                  <a:lnTo>
                    <a:pt x="249528" y="1130799"/>
                  </a:lnTo>
                  <a:lnTo>
                    <a:pt x="249526" y="1130826"/>
                  </a:lnTo>
                  <a:lnTo>
                    <a:pt x="249509" y="1130859"/>
                  </a:lnTo>
                  <a:lnTo>
                    <a:pt x="249503" y="1130883"/>
                  </a:lnTo>
                  <a:lnTo>
                    <a:pt x="249514" y="1130912"/>
                  </a:lnTo>
                  <a:lnTo>
                    <a:pt x="249563" y="1130960"/>
                  </a:lnTo>
                  <a:lnTo>
                    <a:pt x="249599" y="1131006"/>
                  </a:lnTo>
                  <a:lnTo>
                    <a:pt x="249625" y="1131031"/>
                  </a:lnTo>
                  <a:lnTo>
                    <a:pt x="249670" y="1131066"/>
                  </a:lnTo>
                  <a:lnTo>
                    <a:pt x="249729" y="1131110"/>
                  </a:lnTo>
                  <a:lnTo>
                    <a:pt x="249867" y="1131246"/>
                  </a:lnTo>
                  <a:lnTo>
                    <a:pt x="249927" y="1131296"/>
                  </a:lnTo>
                  <a:lnTo>
                    <a:pt x="249963" y="1131332"/>
                  </a:lnTo>
                  <a:lnTo>
                    <a:pt x="249994" y="1131350"/>
                  </a:lnTo>
                  <a:lnTo>
                    <a:pt x="250020" y="1131368"/>
                  </a:lnTo>
                  <a:lnTo>
                    <a:pt x="250005" y="1131392"/>
                  </a:lnTo>
                  <a:lnTo>
                    <a:pt x="249955" y="1131456"/>
                  </a:lnTo>
                  <a:lnTo>
                    <a:pt x="249911" y="1131513"/>
                  </a:lnTo>
                  <a:lnTo>
                    <a:pt x="249897" y="1131556"/>
                  </a:lnTo>
                  <a:lnTo>
                    <a:pt x="249892" y="1131568"/>
                  </a:lnTo>
                  <a:lnTo>
                    <a:pt x="249883" y="1131594"/>
                  </a:lnTo>
                  <a:lnTo>
                    <a:pt x="249882" y="1131607"/>
                  </a:lnTo>
                  <a:lnTo>
                    <a:pt x="249881" y="1131616"/>
                  </a:lnTo>
                  <a:lnTo>
                    <a:pt x="249887" y="1131629"/>
                  </a:lnTo>
                  <a:lnTo>
                    <a:pt x="249910" y="1131671"/>
                  </a:lnTo>
                  <a:lnTo>
                    <a:pt x="249937" y="1131737"/>
                  </a:lnTo>
                  <a:lnTo>
                    <a:pt x="249952" y="1131779"/>
                  </a:lnTo>
                  <a:lnTo>
                    <a:pt x="249953" y="1131889"/>
                  </a:lnTo>
                  <a:lnTo>
                    <a:pt x="249968" y="1131961"/>
                  </a:lnTo>
                  <a:lnTo>
                    <a:pt x="249985" y="1132013"/>
                  </a:lnTo>
                  <a:lnTo>
                    <a:pt x="249985" y="1132080"/>
                  </a:lnTo>
                  <a:lnTo>
                    <a:pt x="249974" y="1132117"/>
                  </a:lnTo>
                  <a:lnTo>
                    <a:pt x="249953" y="1132173"/>
                  </a:lnTo>
                  <a:lnTo>
                    <a:pt x="249942" y="1132186"/>
                  </a:lnTo>
                  <a:lnTo>
                    <a:pt x="249934" y="1132197"/>
                  </a:lnTo>
                  <a:lnTo>
                    <a:pt x="249931" y="1132205"/>
                  </a:lnTo>
                  <a:lnTo>
                    <a:pt x="249926" y="1132221"/>
                  </a:lnTo>
                  <a:lnTo>
                    <a:pt x="249911" y="1132261"/>
                  </a:lnTo>
                  <a:lnTo>
                    <a:pt x="249899" y="1132304"/>
                  </a:lnTo>
                  <a:lnTo>
                    <a:pt x="249898" y="1132336"/>
                  </a:lnTo>
                  <a:lnTo>
                    <a:pt x="249903" y="1132356"/>
                  </a:lnTo>
                  <a:lnTo>
                    <a:pt x="249923" y="1132381"/>
                  </a:lnTo>
                  <a:lnTo>
                    <a:pt x="249942" y="1132413"/>
                  </a:lnTo>
                  <a:lnTo>
                    <a:pt x="249944" y="1132429"/>
                  </a:lnTo>
                  <a:lnTo>
                    <a:pt x="249933" y="1132465"/>
                  </a:lnTo>
                  <a:lnTo>
                    <a:pt x="249924" y="1132482"/>
                  </a:lnTo>
                  <a:lnTo>
                    <a:pt x="249917" y="1132524"/>
                  </a:lnTo>
                  <a:lnTo>
                    <a:pt x="249917" y="1132552"/>
                  </a:lnTo>
                  <a:lnTo>
                    <a:pt x="249931" y="1132601"/>
                  </a:lnTo>
                  <a:lnTo>
                    <a:pt x="249949" y="1132645"/>
                  </a:lnTo>
                  <a:lnTo>
                    <a:pt x="249986" y="1132738"/>
                  </a:lnTo>
                  <a:lnTo>
                    <a:pt x="249989" y="1132763"/>
                  </a:lnTo>
                  <a:lnTo>
                    <a:pt x="249992" y="1132840"/>
                  </a:lnTo>
                  <a:lnTo>
                    <a:pt x="249995" y="1132860"/>
                  </a:lnTo>
                  <a:lnTo>
                    <a:pt x="250011" y="1132896"/>
                  </a:lnTo>
                  <a:lnTo>
                    <a:pt x="250033" y="1132927"/>
                  </a:lnTo>
                  <a:lnTo>
                    <a:pt x="250069" y="1132958"/>
                  </a:lnTo>
                  <a:lnTo>
                    <a:pt x="250086" y="1132974"/>
                  </a:lnTo>
                  <a:lnTo>
                    <a:pt x="250088" y="1132996"/>
                  </a:lnTo>
                  <a:lnTo>
                    <a:pt x="250070" y="1133032"/>
                  </a:lnTo>
                  <a:lnTo>
                    <a:pt x="250061" y="1133088"/>
                  </a:lnTo>
                  <a:lnTo>
                    <a:pt x="250056" y="1133128"/>
                  </a:lnTo>
                  <a:lnTo>
                    <a:pt x="250048" y="1133182"/>
                  </a:lnTo>
                  <a:lnTo>
                    <a:pt x="250032" y="1133218"/>
                  </a:lnTo>
                  <a:lnTo>
                    <a:pt x="250012" y="1133264"/>
                  </a:lnTo>
                  <a:lnTo>
                    <a:pt x="249985" y="1133303"/>
                  </a:lnTo>
                  <a:lnTo>
                    <a:pt x="249954" y="1133352"/>
                  </a:lnTo>
                  <a:lnTo>
                    <a:pt x="249960" y="1133364"/>
                  </a:lnTo>
                  <a:lnTo>
                    <a:pt x="249992" y="1133371"/>
                  </a:lnTo>
                  <a:lnTo>
                    <a:pt x="250055" y="1133381"/>
                  </a:lnTo>
                  <a:lnTo>
                    <a:pt x="250101" y="1133390"/>
                  </a:lnTo>
                  <a:lnTo>
                    <a:pt x="250177" y="1133394"/>
                  </a:lnTo>
                  <a:lnTo>
                    <a:pt x="250221" y="1133392"/>
                  </a:lnTo>
                  <a:lnTo>
                    <a:pt x="250277" y="1133394"/>
                  </a:lnTo>
                  <a:lnTo>
                    <a:pt x="250324" y="1133407"/>
                  </a:lnTo>
                  <a:lnTo>
                    <a:pt x="250380" y="1133428"/>
                  </a:lnTo>
                  <a:lnTo>
                    <a:pt x="250441" y="1133443"/>
                  </a:lnTo>
                  <a:lnTo>
                    <a:pt x="250509" y="1133450"/>
                  </a:lnTo>
                  <a:lnTo>
                    <a:pt x="250546" y="1133454"/>
                  </a:lnTo>
                  <a:lnTo>
                    <a:pt x="250565" y="1133465"/>
                  </a:lnTo>
                  <a:lnTo>
                    <a:pt x="250591" y="1133490"/>
                  </a:lnTo>
                  <a:lnTo>
                    <a:pt x="250611" y="1133503"/>
                  </a:lnTo>
                  <a:lnTo>
                    <a:pt x="250642" y="1133507"/>
                  </a:lnTo>
                  <a:lnTo>
                    <a:pt x="250687" y="1133505"/>
                  </a:lnTo>
                  <a:lnTo>
                    <a:pt x="250698" y="1133519"/>
                  </a:lnTo>
                  <a:lnTo>
                    <a:pt x="250726" y="1133543"/>
                  </a:lnTo>
                  <a:lnTo>
                    <a:pt x="250752" y="1133574"/>
                  </a:lnTo>
                  <a:lnTo>
                    <a:pt x="250761" y="1133592"/>
                  </a:lnTo>
                  <a:lnTo>
                    <a:pt x="250755" y="1133617"/>
                  </a:lnTo>
                  <a:lnTo>
                    <a:pt x="250751" y="1133655"/>
                  </a:lnTo>
                  <a:lnTo>
                    <a:pt x="250752" y="1133687"/>
                  </a:lnTo>
                  <a:lnTo>
                    <a:pt x="250761" y="1133718"/>
                  </a:lnTo>
                  <a:lnTo>
                    <a:pt x="250781" y="1133752"/>
                  </a:lnTo>
                  <a:lnTo>
                    <a:pt x="250801" y="1133776"/>
                  </a:lnTo>
                  <a:lnTo>
                    <a:pt x="250822" y="1133794"/>
                  </a:lnTo>
                  <a:lnTo>
                    <a:pt x="250837" y="1133810"/>
                  </a:lnTo>
                  <a:lnTo>
                    <a:pt x="250853" y="1133838"/>
                  </a:lnTo>
                  <a:lnTo>
                    <a:pt x="250863" y="1133887"/>
                  </a:lnTo>
                  <a:lnTo>
                    <a:pt x="250873" y="1133956"/>
                  </a:lnTo>
                  <a:lnTo>
                    <a:pt x="250872" y="1133985"/>
                  </a:lnTo>
                  <a:lnTo>
                    <a:pt x="250861" y="1134013"/>
                  </a:lnTo>
                  <a:lnTo>
                    <a:pt x="250842" y="1134048"/>
                  </a:lnTo>
                  <a:lnTo>
                    <a:pt x="250827" y="1134082"/>
                  </a:lnTo>
                  <a:lnTo>
                    <a:pt x="250823" y="1134110"/>
                  </a:lnTo>
                  <a:lnTo>
                    <a:pt x="250836" y="1134130"/>
                  </a:lnTo>
                  <a:lnTo>
                    <a:pt x="250869" y="1134163"/>
                  </a:lnTo>
                  <a:lnTo>
                    <a:pt x="250900" y="1134199"/>
                  </a:lnTo>
                  <a:lnTo>
                    <a:pt x="250926" y="1134236"/>
                  </a:lnTo>
                  <a:lnTo>
                    <a:pt x="250947" y="1134261"/>
                  </a:lnTo>
                  <a:lnTo>
                    <a:pt x="250956" y="1134277"/>
                  </a:lnTo>
                  <a:lnTo>
                    <a:pt x="250976" y="1134297"/>
                  </a:lnTo>
                  <a:lnTo>
                    <a:pt x="250996" y="1134327"/>
                  </a:lnTo>
                  <a:lnTo>
                    <a:pt x="251003" y="1134341"/>
                  </a:lnTo>
                  <a:lnTo>
                    <a:pt x="251035" y="1134404"/>
                  </a:lnTo>
                  <a:lnTo>
                    <a:pt x="251042" y="1134436"/>
                  </a:lnTo>
                  <a:lnTo>
                    <a:pt x="251050" y="1134472"/>
                  </a:lnTo>
                  <a:lnTo>
                    <a:pt x="251053" y="1134501"/>
                  </a:lnTo>
                  <a:lnTo>
                    <a:pt x="251045" y="1134538"/>
                  </a:lnTo>
                  <a:lnTo>
                    <a:pt x="251042" y="1134560"/>
                  </a:lnTo>
                  <a:lnTo>
                    <a:pt x="251045" y="1134580"/>
                  </a:lnTo>
                  <a:lnTo>
                    <a:pt x="251049" y="1134596"/>
                  </a:lnTo>
                  <a:lnTo>
                    <a:pt x="251067" y="1134623"/>
                  </a:lnTo>
                  <a:lnTo>
                    <a:pt x="251089" y="1134651"/>
                  </a:lnTo>
                  <a:lnTo>
                    <a:pt x="251101" y="1134672"/>
                  </a:lnTo>
                  <a:lnTo>
                    <a:pt x="251157" y="1134798"/>
                  </a:lnTo>
                  <a:lnTo>
                    <a:pt x="251182" y="1134831"/>
                  </a:lnTo>
                  <a:lnTo>
                    <a:pt x="251196" y="1134874"/>
                  </a:lnTo>
                  <a:lnTo>
                    <a:pt x="251215" y="1134931"/>
                  </a:lnTo>
                  <a:lnTo>
                    <a:pt x="251233" y="1134984"/>
                  </a:lnTo>
                  <a:lnTo>
                    <a:pt x="251254" y="1135031"/>
                  </a:lnTo>
                  <a:lnTo>
                    <a:pt x="251262" y="1135085"/>
                  </a:lnTo>
                  <a:lnTo>
                    <a:pt x="251264" y="1135152"/>
                  </a:lnTo>
                  <a:lnTo>
                    <a:pt x="251256" y="1135201"/>
                  </a:lnTo>
                  <a:lnTo>
                    <a:pt x="251242" y="1135261"/>
                  </a:lnTo>
                  <a:lnTo>
                    <a:pt x="251247" y="1135287"/>
                  </a:lnTo>
                  <a:lnTo>
                    <a:pt x="251260" y="1135328"/>
                  </a:lnTo>
                  <a:lnTo>
                    <a:pt x="251277" y="1135366"/>
                  </a:lnTo>
                  <a:lnTo>
                    <a:pt x="251308" y="1135394"/>
                  </a:lnTo>
                  <a:lnTo>
                    <a:pt x="251323" y="1135420"/>
                  </a:lnTo>
                  <a:lnTo>
                    <a:pt x="251334" y="1135493"/>
                  </a:lnTo>
                  <a:lnTo>
                    <a:pt x="251340" y="1135534"/>
                  </a:lnTo>
                  <a:lnTo>
                    <a:pt x="251354" y="1135564"/>
                  </a:lnTo>
                  <a:lnTo>
                    <a:pt x="251381" y="1135586"/>
                  </a:lnTo>
                  <a:lnTo>
                    <a:pt x="251420" y="1135620"/>
                  </a:lnTo>
                  <a:lnTo>
                    <a:pt x="251472" y="1135660"/>
                  </a:lnTo>
                  <a:lnTo>
                    <a:pt x="251509" y="1135700"/>
                  </a:lnTo>
                  <a:lnTo>
                    <a:pt x="251546" y="1135743"/>
                  </a:lnTo>
                  <a:lnTo>
                    <a:pt x="251576" y="1135774"/>
                  </a:lnTo>
                  <a:lnTo>
                    <a:pt x="251600" y="1135787"/>
                  </a:lnTo>
                  <a:lnTo>
                    <a:pt x="251630" y="1135798"/>
                  </a:lnTo>
                  <a:lnTo>
                    <a:pt x="251660" y="1135811"/>
                  </a:lnTo>
                  <a:lnTo>
                    <a:pt x="251678" y="1135832"/>
                  </a:lnTo>
                  <a:lnTo>
                    <a:pt x="251696" y="1135854"/>
                  </a:lnTo>
                  <a:lnTo>
                    <a:pt x="251700" y="1135883"/>
                  </a:lnTo>
                  <a:lnTo>
                    <a:pt x="251701" y="1135902"/>
                  </a:lnTo>
                  <a:lnTo>
                    <a:pt x="251706" y="1135909"/>
                  </a:lnTo>
                  <a:lnTo>
                    <a:pt x="251732" y="1135902"/>
                  </a:lnTo>
                  <a:lnTo>
                    <a:pt x="251761" y="1135885"/>
                  </a:lnTo>
                  <a:lnTo>
                    <a:pt x="251799" y="1135869"/>
                  </a:lnTo>
                  <a:lnTo>
                    <a:pt x="251829" y="1135866"/>
                  </a:lnTo>
                  <a:lnTo>
                    <a:pt x="251859" y="1135878"/>
                  </a:lnTo>
                  <a:lnTo>
                    <a:pt x="251892" y="1135904"/>
                  </a:lnTo>
                  <a:lnTo>
                    <a:pt x="251910" y="1135921"/>
                  </a:lnTo>
                  <a:lnTo>
                    <a:pt x="251939" y="1135943"/>
                  </a:lnTo>
                  <a:lnTo>
                    <a:pt x="251975" y="1135987"/>
                  </a:lnTo>
                  <a:lnTo>
                    <a:pt x="251981" y="1136001"/>
                  </a:lnTo>
                  <a:lnTo>
                    <a:pt x="252005" y="1136013"/>
                  </a:lnTo>
                  <a:lnTo>
                    <a:pt x="252033" y="1136030"/>
                  </a:lnTo>
                  <a:lnTo>
                    <a:pt x="252080" y="1136046"/>
                  </a:lnTo>
                  <a:lnTo>
                    <a:pt x="252129" y="1136051"/>
                  </a:lnTo>
                  <a:lnTo>
                    <a:pt x="252197" y="1136055"/>
                  </a:lnTo>
                  <a:lnTo>
                    <a:pt x="252239" y="1136060"/>
                  </a:lnTo>
                  <a:lnTo>
                    <a:pt x="252273" y="1136070"/>
                  </a:lnTo>
                  <a:lnTo>
                    <a:pt x="252310" y="1136071"/>
                  </a:lnTo>
                  <a:lnTo>
                    <a:pt x="252381" y="1136073"/>
                  </a:lnTo>
                  <a:lnTo>
                    <a:pt x="252425" y="1136076"/>
                  </a:lnTo>
                  <a:lnTo>
                    <a:pt x="252439" y="1136081"/>
                  </a:lnTo>
                  <a:lnTo>
                    <a:pt x="252449" y="1136100"/>
                  </a:lnTo>
                  <a:lnTo>
                    <a:pt x="252469" y="1136128"/>
                  </a:lnTo>
                  <a:lnTo>
                    <a:pt x="252482" y="1136163"/>
                  </a:lnTo>
                  <a:lnTo>
                    <a:pt x="252493" y="1136203"/>
                  </a:lnTo>
                  <a:lnTo>
                    <a:pt x="252507" y="1136247"/>
                  </a:lnTo>
                  <a:lnTo>
                    <a:pt x="252531" y="1136293"/>
                  </a:lnTo>
                  <a:lnTo>
                    <a:pt x="252543" y="1136328"/>
                  </a:lnTo>
                  <a:lnTo>
                    <a:pt x="252543" y="1136357"/>
                  </a:lnTo>
                  <a:lnTo>
                    <a:pt x="252534" y="1136384"/>
                  </a:lnTo>
                  <a:lnTo>
                    <a:pt x="252511" y="1136426"/>
                  </a:lnTo>
                  <a:lnTo>
                    <a:pt x="252497" y="1136475"/>
                  </a:lnTo>
                  <a:lnTo>
                    <a:pt x="252490" y="1136500"/>
                  </a:lnTo>
                  <a:lnTo>
                    <a:pt x="252491" y="1136549"/>
                  </a:lnTo>
                  <a:lnTo>
                    <a:pt x="252501" y="1136581"/>
                  </a:lnTo>
                  <a:lnTo>
                    <a:pt x="252535" y="1136653"/>
                  </a:lnTo>
                  <a:lnTo>
                    <a:pt x="252564" y="1136687"/>
                  </a:lnTo>
                  <a:lnTo>
                    <a:pt x="252590" y="1136716"/>
                  </a:lnTo>
                  <a:lnTo>
                    <a:pt x="252618" y="1136745"/>
                  </a:lnTo>
                  <a:lnTo>
                    <a:pt x="252645" y="1136781"/>
                  </a:lnTo>
                  <a:lnTo>
                    <a:pt x="252675" y="1136799"/>
                  </a:lnTo>
                  <a:lnTo>
                    <a:pt x="252694" y="1136815"/>
                  </a:lnTo>
                  <a:lnTo>
                    <a:pt x="252721" y="1136858"/>
                  </a:lnTo>
                  <a:lnTo>
                    <a:pt x="252750" y="1136894"/>
                  </a:lnTo>
                  <a:lnTo>
                    <a:pt x="252780" y="1136921"/>
                  </a:lnTo>
                  <a:lnTo>
                    <a:pt x="252805" y="1136936"/>
                  </a:lnTo>
                  <a:lnTo>
                    <a:pt x="252835" y="1136951"/>
                  </a:lnTo>
                  <a:lnTo>
                    <a:pt x="252886" y="1136965"/>
                  </a:lnTo>
                  <a:lnTo>
                    <a:pt x="252927" y="1136983"/>
                  </a:lnTo>
                  <a:lnTo>
                    <a:pt x="252977" y="1137009"/>
                  </a:lnTo>
                  <a:lnTo>
                    <a:pt x="252992" y="1137014"/>
                  </a:lnTo>
                  <a:lnTo>
                    <a:pt x="253010" y="1137005"/>
                  </a:lnTo>
                  <a:lnTo>
                    <a:pt x="253026" y="1136988"/>
                  </a:lnTo>
                  <a:lnTo>
                    <a:pt x="253051" y="1136970"/>
                  </a:lnTo>
                  <a:lnTo>
                    <a:pt x="253093" y="1136952"/>
                  </a:lnTo>
                  <a:lnTo>
                    <a:pt x="253116" y="1136930"/>
                  </a:lnTo>
                  <a:lnTo>
                    <a:pt x="253160" y="1136906"/>
                  </a:lnTo>
                  <a:lnTo>
                    <a:pt x="253194" y="1136893"/>
                  </a:lnTo>
                  <a:lnTo>
                    <a:pt x="253223" y="1136878"/>
                  </a:lnTo>
                  <a:lnTo>
                    <a:pt x="253258" y="1136873"/>
                  </a:lnTo>
                  <a:lnTo>
                    <a:pt x="253301" y="1136874"/>
                  </a:lnTo>
                  <a:lnTo>
                    <a:pt x="253328" y="1136876"/>
                  </a:lnTo>
                  <a:lnTo>
                    <a:pt x="253360" y="1136884"/>
                  </a:lnTo>
                  <a:lnTo>
                    <a:pt x="253382" y="1136885"/>
                  </a:lnTo>
                  <a:lnTo>
                    <a:pt x="253396" y="1136881"/>
                  </a:lnTo>
                  <a:lnTo>
                    <a:pt x="253424" y="1136868"/>
                  </a:lnTo>
                  <a:lnTo>
                    <a:pt x="253454" y="1136849"/>
                  </a:lnTo>
                  <a:lnTo>
                    <a:pt x="253482" y="1136837"/>
                  </a:lnTo>
                  <a:lnTo>
                    <a:pt x="253504" y="1136830"/>
                  </a:lnTo>
                  <a:lnTo>
                    <a:pt x="253590" y="1136808"/>
                  </a:lnTo>
                  <a:lnTo>
                    <a:pt x="253637" y="1136806"/>
                  </a:lnTo>
                  <a:lnTo>
                    <a:pt x="253682" y="1136820"/>
                  </a:lnTo>
                  <a:lnTo>
                    <a:pt x="253720" y="1136846"/>
                  </a:lnTo>
                  <a:lnTo>
                    <a:pt x="253776" y="1136862"/>
                  </a:lnTo>
                  <a:lnTo>
                    <a:pt x="253820" y="1136867"/>
                  </a:lnTo>
                  <a:lnTo>
                    <a:pt x="253865" y="1136865"/>
                  </a:lnTo>
                  <a:lnTo>
                    <a:pt x="253913" y="1136861"/>
                  </a:lnTo>
                  <a:lnTo>
                    <a:pt x="254012" y="1136865"/>
                  </a:lnTo>
                  <a:lnTo>
                    <a:pt x="254083" y="1136859"/>
                  </a:lnTo>
                  <a:lnTo>
                    <a:pt x="254145" y="1136851"/>
                  </a:lnTo>
                  <a:lnTo>
                    <a:pt x="254178" y="1136845"/>
                  </a:lnTo>
                  <a:lnTo>
                    <a:pt x="254187" y="1136849"/>
                  </a:lnTo>
                  <a:lnTo>
                    <a:pt x="254202" y="1136871"/>
                  </a:lnTo>
                  <a:lnTo>
                    <a:pt x="254242" y="1136916"/>
                  </a:lnTo>
                  <a:lnTo>
                    <a:pt x="254284" y="1136960"/>
                  </a:lnTo>
                  <a:lnTo>
                    <a:pt x="254321" y="1137011"/>
                  </a:lnTo>
                  <a:lnTo>
                    <a:pt x="254364" y="1137092"/>
                  </a:lnTo>
                  <a:lnTo>
                    <a:pt x="254391" y="1137135"/>
                  </a:lnTo>
                  <a:lnTo>
                    <a:pt x="254402" y="1137151"/>
                  </a:lnTo>
                  <a:lnTo>
                    <a:pt x="254401" y="1137170"/>
                  </a:lnTo>
                  <a:lnTo>
                    <a:pt x="254402" y="1137187"/>
                  </a:lnTo>
                  <a:lnTo>
                    <a:pt x="254410" y="1137213"/>
                  </a:lnTo>
                  <a:lnTo>
                    <a:pt x="254430" y="1137252"/>
                  </a:lnTo>
                  <a:lnTo>
                    <a:pt x="254449" y="1137291"/>
                  </a:lnTo>
                  <a:lnTo>
                    <a:pt x="254482" y="1137333"/>
                  </a:lnTo>
                  <a:lnTo>
                    <a:pt x="254512" y="1137377"/>
                  </a:lnTo>
                  <a:lnTo>
                    <a:pt x="254528" y="1137401"/>
                  </a:lnTo>
                  <a:lnTo>
                    <a:pt x="254544" y="1137427"/>
                  </a:lnTo>
                  <a:lnTo>
                    <a:pt x="254567" y="1137453"/>
                  </a:lnTo>
                  <a:lnTo>
                    <a:pt x="254580" y="1137473"/>
                  </a:lnTo>
                  <a:lnTo>
                    <a:pt x="254591" y="1137495"/>
                  </a:lnTo>
                  <a:lnTo>
                    <a:pt x="254629" y="1137519"/>
                  </a:lnTo>
                  <a:lnTo>
                    <a:pt x="254671" y="1137549"/>
                  </a:lnTo>
                  <a:lnTo>
                    <a:pt x="254695" y="1137574"/>
                  </a:lnTo>
                  <a:lnTo>
                    <a:pt x="254725" y="1137604"/>
                  </a:lnTo>
                  <a:lnTo>
                    <a:pt x="254743" y="1137627"/>
                  </a:lnTo>
                  <a:lnTo>
                    <a:pt x="254766" y="1137649"/>
                  </a:lnTo>
                  <a:lnTo>
                    <a:pt x="254789" y="1137671"/>
                  </a:lnTo>
                  <a:lnTo>
                    <a:pt x="254806" y="1137682"/>
                  </a:lnTo>
                  <a:lnTo>
                    <a:pt x="254841" y="1137683"/>
                  </a:lnTo>
                  <a:lnTo>
                    <a:pt x="254944" y="1137681"/>
                  </a:lnTo>
                  <a:lnTo>
                    <a:pt x="255003" y="1137673"/>
                  </a:lnTo>
                  <a:lnTo>
                    <a:pt x="255122" y="1137634"/>
                  </a:lnTo>
                  <a:lnTo>
                    <a:pt x="255170" y="1137615"/>
                  </a:lnTo>
                  <a:lnTo>
                    <a:pt x="255232" y="1137591"/>
                  </a:lnTo>
                  <a:lnTo>
                    <a:pt x="255264" y="1137571"/>
                  </a:lnTo>
                  <a:lnTo>
                    <a:pt x="255285" y="1137559"/>
                  </a:lnTo>
                  <a:lnTo>
                    <a:pt x="255304" y="1137552"/>
                  </a:lnTo>
                  <a:lnTo>
                    <a:pt x="255322" y="1137564"/>
                  </a:lnTo>
                  <a:lnTo>
                    <a:pt x="255359" y="1137602"/>
                  </a:lnTo>
                  <a:lnTo>
                    <a:pt x="255392" y="1137634"/>
                  </a:lnTo>
                  <a:lnTo>
                    <a:pt x="255410" y="1137663"/>
                  </a:lnTo>
                  <a:lnTo>
                    <a:pt x="255427" y="1137693"/>
                  </a:lnTo>
                  <a:lnTo>
                    <a:pt x="255442" y="1137724"/>
                  </a:lnTo>
                  <a:lnTo>
                    <a:pt x="255450" y="1137768"/>
                  </a:lnTo>
                  <a:lnTo>
                    <a:pt x="255451" y="1137795"/>
                  </a:lnTo>
                  <a:lnTo>
                    <a:pt x="255454" y="1137836"/>
                  </a:lnTo>
                  <a:lnTo>
                    <a:pt x="255463" y="1137856"/>
                  </a:lnTo>
                  <a:lnTo>
                    <a:pt x="255499" y="1137865"/>
                  </a:lnTo>
                  <a:lnTo>
                    <a:pt x="255577" y="1137864"/>
                  </a:lnTo>
                  <a:lnTo>
                    <a:pt x="255630" y="1137867"/>
                  </a:lnTo>
                  <a:lnTo>
                    <a:pt x="255675" y="1137867"/>
                  </a:lnTo>
                  <a:lnTo>
                    <a:pt x="255717" y="1137860"/>
                  </a:lnTo>
                  <a:lnTo>
                    <a:pt x="255744" y="1137866"/>
                  </a:lnTo>
                  <a:lnTo>
                    <a:pt x="255773" y="1137883"/>
                  </a:lnTo>
                  <a:lnTo>
                    <a:pt x="255796" y="1137909"/>
                  </a:lnTo>
                  <a:lnTo>
                    <a:pt x="255814" y="1137942"/>
                  </a:lnTo>
                  <a:lnTo>
                    <a:pt x="255827" y="1137969"/>
                  </a:lnTo>
                  <a:lnTo>
                    <a:pt x="255845" y="1138000"/>
                  </a:lnTo>
                  <a:lnTo>
                    <a:pt x="255867" y="1138035"/>
                  </a:lnTo>
                  <a:lnTo>
                    <a:pt x="255881" y="1138059"/>
                  </a:lnTo>
                  <a:lnTo>
                    <a:pt x="255906" y="1138107"/>
                  </a:lnTo>
                  <a:lnTo>
                    <a:pt x="255924" y="1138141"/>
                  </a:lnTo>
                  <a:lnTo>
                    <a:pt x="255938" y="1138152"/>
                  </a:lnTo>
                  <a:lnTo>
                    <a:pt x="255940" y="1138160"/>
                  </a:lnTo>
                  <a:lnTo>
                    <a:pt x="255921" y="1138180"/>
                  </a:lnTo>
                  <a:lnTo>
                    <a:pt x="255894" y="1138214"/>
                  </a:lnTo>
                  <a:lnTo>
                    <a:pt x="255863" y="1138244"/>
                  </a:lnTo>
                  <a:lnTo>
                    <a:pt x="255806" y="1138291"/>
                  </a:lnTo>
                  <a:lnTo>
                    <a:pt x="255786" y="1138313"/>
                  </a:lnTo>
                  <a:lnTo>
                    <a:pt x="255779" y="1138344"/>
                  </a:lnTo>
                  <a:lnTo>
                    <a:pt x="255775" y="1138372"/>
                  </a:lnTo>
                  <a:lnTo>
                    <a:pt x="255771" y="1138408"/>
                  </a:lnTo>
                  <a:lnTo>
                    <a:pt x="255769" y="1138458"/>
                  </a:lnTo>
                  <a:lnTo>
                    <a:pt x="255763" y="1138524"/>
                  </a:lnTo>
                  <a:lnTo>
                    <a:pt x="255756" y="1138556"/>
                  </a:lnTo>
                  <a:lnTo>
                    <a:pt x="255752" y="1138579"/>
                  </a:lnTo>
                  <a:lnTo>
                    <a:pt x="255740" y="1138599"/>
                  </a:lnTo>
                  <a:lnTo>
                    <a:pt x="255731" y="1138610"/>
                  </a:lnTo>
                  <a:lnTo>
                    <a:pt x="255748" y="1138619"/>
                  </a:lnTo>
                  <a:lnTo>
                    <a:pt x="255781" y="1138627"/>
                  </a:lnTo>
                  <a:lnTo>
                    <a:pt x="255826" y="1138648"/>
                  </a:lnTo>
                  <a:lnTo>
                    <a:pt x="255874" y="1138678"/>
                  </a:lnTo>
                  <a:lnTo>
                    <a:pt x="255922" y="1138712"/>
                  </a:lnTo>
                  <a:lnTo>
                    <a:pt x="255946" y="1138740"/>
                  </a:lnTo>
                  <a:lnTo>
                    <a:pt x="255963" y="1138760"/>
                  </a:lnTo>
                  <a:lnTo>
                    <a:pt x="255968" y="1138774"/>
                  </a:lnTo>
                  <a:lnTo>
                    <a:pt x="255972" y="1138816"/>
                  </a:lnTo>
                  <a:lnTo>
                    <a:pt x="255976" y="1138840"/>
                  </a:lnTo>
                  <a:lnTo>
                    <a:pt x="255971" y="1138887"/>
                  </a:lnTo>
                  <a:lnTo>
                    <a:pt x="255975" y="1138930"/>
                  </a:lnTo>
                  <a:lnTo>
                    <a:pt x="255979" y="1138943"/>
                  </a:lnTo>
                  <a:lnTo>
                    <a:pt x="255994" y="1138973"/>
                  </a:lnTo>
                  <a:lnTo>
                    <a:pt x="256012" y="1139004"/>
                  </a:lnTo>
                  <a:lnTo>
                    <a:pt x="256026" y="1139035"/>
                  </a:lnTo>
                  <a:lnTo>
                    <a:pt x="256036" y="1139055"/>
                  </a:lnTo>
                  <a:lnTo>
                    <a:pt x="256070" y="1139078"/>
                  </a:lnTo>
                  <a:lnTo>
                    <a:pt x="256095" y="1139092"/>
                  </a:lnTo>
                  <a:lnTo>
                    <a:pt x="256162" y="1139119"/>
                  </a:lnTo>
                  <a:lnTo>
                    <a:pt x="256182" y="1139136"/>
                  </a:lnTo>
                  <a:lnTo>
                    <a:pt x="256216" y="1139168"/>
                  </a:lnTo>
                  <a:lnTo>
                    <a:pt x="256237" y="1139191"/>
                  </a:lnTo>
                  <a:lnTo>
                    <a:pt x="256250" y="1139207"/>
                  </a:lnTo>
                  <a:lnTo>
                    <a:pt x="256264" y="1139241"/>
                  </a:lnTo>
                  <a:lnTo>
                    <a:pt x="256278" y="1139273"/>
                  </a:lnTo>
                  <a:lnTo>
                    <a:pt x="256293" y="1139286"/>
                  </a:lnTo>
                  <a:lnTo>
                    <a:pt x="256318" y="1139300"/>
                  </a:lnTo>
                  <a:lnTo>
                    <a:pt x="256373" y="1139321"/>
                  </a:lnTo>
                  <a:lnTo>
                    <a:pt x="256409" y="1139330"/>
                  </a:lnTo>
                  <a:lnTo>
                    <a:pt x="256432" y="1139332"/>
                  </a:lnTo>
                  <a:lnTo>
                    <a:pt x="256461" y="1139339"/>
                  </a:lnTo>
                  <a:lnTo>
                    <a:pt x="256494" y="1139363"/>
                  </a:lnTo>
                  <a:lnTo>
                    <a:pt x="256526" y="1139376"/>
                  </a:lnTo>
                  <a:lnTo>
                    <a:pt x="256598" y="1139397"/>
                  </a:lnTo>
                  <a:lnTo>
                    <a:pt x="256638" y="1139410"/>
                  </a:lnTo>
                  <a:lnTo>
                    <a:pt x="256688" y="1139422"/>
                  </a:lnTo>
                  <a:lnTo>
                    <a:pt x="256711" y="1139441"/>
                  </a:lnTo>
                  <a:lnTo>
                    <a:pt x="256752" y="1139464"/>
                  </a:lnTo>
                  <a:lnTo>
                    <a:pt x="256789" y="1139478"/>
                  </a:lnTo>
                  <a:lnTo>
                    <a:pt x="256859" y="1139505"/>
                  </a:lnTo>
                  <a:lnTo>
                    <a:pt x="256870" y="1139512"/>
                  </a:lnTo>
                  <a:lnTo>
                    <a:pt x="256890" y="1139525"/>
                  </a:lnTo>
                  <a:lnTo>
                    <a:pt x="256936" y="1139540"/>
                  </a:lnTo>
                  <a:lnTo>
                    <a:pt x="256965" y="1139544"/>
                  </a:lnTo>
                  <a:lnTo>
                    <a:pt x="256986" y="1139546"/>
                  </a:lnTo>
                  <a:lnTo>
                    <a:pt x="257003" y="1139547"/>
                  </a:lnTo>
                  <a:lnTo>
                    <a:pt x="257057" y="1139548"/>
                  </a:lnTo>
                  <a:lnTo>
                    <a:pt x="257083" y="1139555"/>
                  </a:lnTo>
                  <a:lnTo>
                    <a:pt x="257094" y="1139568"/>
                  </a:lnTo>
                  <a:lnTo>
                    <a:pt x="257110" y="1139596"/>
                  </a:lnTo>
                  <a:lnTo>
                    <a:pt x="257138" y="1139664"/>
                  </a:lnTo>
                  <a:lnTo>
                    <a:pt x="257177" y="1139719"/>
                  </a:lnTo>
                  <a:lnTo>
                    <a:pt x="257187" y="1139734"/>
                  </a:lnTo>
                  <a:lnTo>
                    <a:pt x="257188" y="1139748"/>
                  </a:lnTo>
                  <a:lnTo>
                    <a:pt x="257189" y="1139765"/>
                  </a:lnTo>
                  <a:lnTo>
                    <a:pt x="257190" y="1139773"/>
                  </a:lnTo>
                  <a:lnTo>
                    <a:pt x="257195" y="1139775"/>
                  </a:lnTo>
                  <a:lnTo>
                    <a:pt x="257220" y="1139762"/>
                  </a:lnTo>
                  <a:lnTo>
                    <a:pt x="257236" y="1139758"/>
                  </a:lnTo>
                  <a:lnTo>
                    <a:pt x="257274" y="1139753"/>
                  </a:lnTo>
                  <a:lnTo>
                    <a:pt x="257327" y="1139750"/>
                  </a:lnTo>
                  <a:lnTo>
                    <a:pt x="257368" y="1139747"/>
                  </a:lnTo>
                  <a:lnTo>
                    <a:pt x="257393" y="1139741"/>
                  </a:lnTo>
                  <a:lnTo>
                    <a:pt x="257398" y="1139741"/>
                  </a:lnTo>
                  <a:lnTo>
                    <a:pt x="257405" y="1139746"/>
                  </a:lnTo>
                  <a:lnTo>
                    <a:pt x="257429" y="1139761"/>
                  </a:lnTo>
                  <a:lnTo>
                    <a:pt x="257462" y="1139786"/>
                  </a:lnTo>
                  <a:lnTo>
                    <a:pt x="257512" y="1139830"/>
                  </a:lnTo>
                  <a:lnTo>
                    <a:pt x="257535" y="1139849"/>
                  </a:lnTo>
                  <a:lnTo>
                    <a:pt x="257544" y="1139864"/>
                  </a:lnTo>
                  <a:lnTo>
                    <a:pt x="257550" y="1139890"/>
                  </a:lnTo>
                  <a:lnTo>
                    <a:pt x="257544" y="1139936"/>
                  </a:lnTo>
                  <a:lnTo>
                    <a:pt x="257537" y="1139989"/>
                  </a:lnTo>
                  <a:lnTo>
                    <a:pt x="257542" y="1140012"/>
                  </a:lnTo>
                  <a:lnTo>
                    <a:pt x="257556" y="1140020"/>
                  </a:lnTo>
                  <a:lnTo>
                    <a:pt x="257581" y="1140029"/>
                  </a:lnTo>
                  <a:lnTo>
                    <a:pt x="257634" y="1140043"/>
                  </a:lnTo>
                  <a:lnTo>
                    <a:pt x="257659" y="1140055"/>
                  </a:lnTo>
                  <a:lnTo>
                    <a:pt x="257684" y="1140068"/>
                  </a:lnTo>
                  <a:lnTo>
                    <a:pt x="257705" y="1140080"/>
                  </a:lnTo>
                  <a:lnTo>
                    <a:pt x="257735" y="1140095"/>
                  </a:lnTo>
                  <a:lnTo>
                    <a:pt x="257761" y="1140106"/>
                  </a:lnTo>
                  <a:lnTo>
                    <a:pt x="257784" y="1140110"/>
                  </a:lnTo>
                  <a:lnTo>
                    <a:pt x="257805" y="1140116"/>
                  </a:lnTo>
                  <a:lnTo>
                    <a:pt x="257827" y="1140128"/>
                  </a:lnTo>
                  <a:lnTo>
                    <a:pt x="257848" y="1140141"/>
                  </a:lnTo>
                  <a:lnTo>
                    <a:pt x="257850" y="1140147"/>
                  </a:lnTo>
                  <a:lnTo>
                    <a:pt x="257852" y="1140181"/>
                  </a:lnTo>
                  <a:lnTo>
                    <a:pt x="257855" y="1140224"/>
                  </a:lnTo>
                  <a:lnTo>
                    <a:pt x="257860" y="1140240"/>
                  </a:lnTo>
                  <a:lnTo>
                    <a:pt x="257880" y="1140259"/>
                  </a:lnTo>
                  <a:lnTo>
                    <a:pt x="257901" y="1140272"/>
                  </a:lnTo>
                  <a:lnTo>
                    <a:pt x="257943" y="1140281"/>
                  </a:lnTo>
                  <a:lnTo>
                    <a:pt x="258001" y="1140295"/>
                  </a:lnTo>
                  <a:lnTo>
                    <a:pt x="258043" y="1140310"/>
                  </a:lnTo>
                  <a:lnTo>
                    <a:pt x="258096" y="1140337"/>
                  </a:lnTo>
                  <a:lnTo>
                    <a:pt x="258134" y="1140353"/>
                  </a:lnTo>
                  <a:lnTo>
                    <a:pt x="258170" y="1140375"/>
                  </a:lnTo>
                  <a:lnTo>
                    <a:pt x="258219" y="1140415"/>
                  </a:lnTo>
                  <a:lnTo>
                    <a:pt x="258252" y="1140445"/>
                  </a:lnTo>
                  <a:lnTo>
                    <a:pt x="258278" y="1140472"/>
                  </a:lnTo>
                  <a:lnTo>
                    <a:pt x="258303" y="1140502"/>
                  </a:lnTo>
                  <a:lnTo>
                    <a:pt x="258316" y="1140520"/>
                  </a:lnTo>
                  <a:lnTo>
                    <a:pt x="258318" y="1140528"/>
                  </a:lnTo>
                  <a:lnTo>
                    <a:pt x="258317" y="1140549"/>
                  </a:lnTo>
                  <a:lnTo>
                    <a:pt x="258317" y="1140559"/>
                  </a:lnTo>
                  <a:lnTo>
                    <a:pt x="258321" y="1140571"/>
                  </a:lnTo>
                  <a:lnTo>
                    <a:pt x="258333" y="1140597"/>
                  </a:lnTo>
                  <a:lnTo>
                    <a:pt x="258340" y="1140610"/>
                  </a:lnTo>
                  <a:lnTo>
                    <a:pt x="258363" y="1140653"/>
                  </a:lnTo>
                  <a:lnTo>
                    <a:pt x="258387" y="1140681"/>
                  </a:lnTo>
                  <a:lnTo>
                    <a:pt x="258419" y="1140702"/>
                  </a:lnTo>
                  <a:lnTo>
                    <a:pt x="258447" y="1140722"/>
                  </a:lnTo>
                  <a:lnTo>
                    <a:pt x="258492" y="1140740"/>
                  </a:lnTo>
                  <a:lnTo>
                    <a:pt x="258539" y="1140740"/>
                  </a:lnTo>
                  <a:lnTo>
                    <a:pt x="258545" y="1140745"/>
                  </a:lnTo>
                  <a:lnTo>
                    <a:pt x="258552" y="1140758"/>
                  </a:lnTo>
                  <a:lnTo>
                    <a:pt x="258556" y="1140786"/>
                  </a:lnTo>
                  <a:lnTo>
                    <a:pt x="258570" y="1140814"/>
                  </a:lnTo>
                  <a:lnTo>
                    <a:pt x="258593" y="1140845"/>
                  </a:lnTo>
                  <a:lnTo>
                    <a:pt x="258620" y="1140868"/>
                  </a:lnTo>
                  <a:lnTo>
                    <a:pt x="258650" y="1140889"/>
                  </a:lnTo>
                  <a:lnTo>
                    <a:pt x="258677" y="1140906"/>
                  </a:lnTo>
                  <a:lnTo>
                    <a:pt x="258707" y="1140925"/>
                  </a:lnTo>
                  <a:lnTo>
                    <a:pt x="258725" y="1140937"/>
                  </a:lnTo>
                  <a:lnTo>
                    <a:pt x="258753" y="1140957"/>
                  </a:lnTo>
                  <a:lnTo>
                    <a:pt x="258799" y="1140983"/>
                  </a:lnTo>
                  <a:lnTo>
                    <a:pt x="258837" y="1141000"/>
                  </a:lnTo>
                  <a:lnTo>
                    <a:pt x="258878" y="1141018"/>
                  </a:lnTo>
                  <a:lnTo>
                    <a:pt x="258906" y="1141029"/>
                  </a:lnTo>
                  <a:lnTo>
                    <a:pt x="258914" y="1141027"/>
                  </a:lnTo>
                  <a:lnTo>
                    <a:pt x="258926" y="1141017"/>
                  </a:lnTo>
                  <a:lnTo>
                    <a:pt x="258954" y="1140997"/>
                  </a:lnTo>
                  <a:lnTo>
                    <a:pt x="258998" y="1140979"/>
                  </a:lnTo>
                  <a:lnTo>
                    <a:pt x="259022" y="1140974"/>
                  </a:lnTo>
                  <a:lnTo>
                    <a:pt x="259061" y="1140949"/>
                  </a:lnTo>
                  <a:lnTo>
                    <a:pt x="259087" y="1140929"/>
                  </a:lnTo>
                  <a:lnTo>
                    <a:pt x="259111" y="1140902"/>
                  </a:lnTo>
                  <a:lnTo>
                    <a:pt x="259141" y="1140857"/>
                  </a:lnTo>
                  <a:lnTo>
                    <a:pt x="259165" y="1140816"/>
                  </a:lnTo>
                  <a:lnTo>
                    <a:pt x="259181" y="1140776"/>
                  </a:lnTo>
                  <a:lnTo>
                    <a:pt x="259221" y="1140695"/>
                  </a:lnTo>
                  <a:lnTo>
                    <a:pt x="259245" y="1140658"/>
                  </a:lnTo>
                  <a:lnTo>
                    <a:pt x="259274" y="1140611"/>
                  </a:lnTo>
                  <a:lnTo>
                    <a:pt x="259296" y="1140590"/>
                  </a:lnTo>
                  <a:lnTo>
                    <a:pt x="259309" y="1140565"/>
                  </a:lnTo>
                  <a:lnTo>
                    <a:pt x="259315" y="1140525"/>
                  </a:lnTo>
                  <a:lnTo>
                    <a:pt x="259320" y="1140500"/>
                  </a:lnTo>
                  <a:lnTo>
                    <a:pt x="259331" y="1140482"/>
                  </a:lnTo>
                  <a:lnTo>
                    <a:pt x="259341" y="1140469"/>
                  </a:lnTo>
                  <a:lnTo>
                    <a:pt x="259347" y="1140449"/>
                  </a:lnTo>
                  <a:lnTo>
                    <a:pt x="259346" y="1140426"/>
                  </a:lnTo>
                  <a:lnTo>
                    <a:pt x="259353" y="1140407"/>
                  </a:lnTo>
                  <a:lnTo>
                    <a:pt x="259362" y="1140384"/>
                  </a:lnTo>
                  <a:lnTo>
                    <a:pt x="259380" y="1140349"/>
                  </a:lnTo>
                  <a:lnTo>
                    <a:pt x="259404" y="1140309"/>
                  </a:lnTo>
                  <a:lnTo>
                    <a:pt x="259413" y="1140270"/>
                  </a:lnTo>
                  <a:lnTo>
                    <a:pt x="259454" y="1140186"/>
                  </a:lnTo>
                  <a:lnTo>
                    <a:pt x="259480" y="1140129"/>
                  </a:lnTo>
                  <a:lnTo>
                    <a:pt x="259506" y="1140088"/>
                  </a:lnTo>
                  <a:lnTo>
                    <a:pt x="259512" y="1140063"/>
                  </a:lnTo>
                  <a:lnTo>
                    <a:pt x="259521" y="1140001"/>
                  </a:lnTo>
                  <a:lnTo>
                    <a:pt x="259528" y="1139968"/>
                  </a:lnTo>
                  <a:lnTo>
                    <a:pt x="259545" y="1139919"/>
                  </a:lnTo>
                  <a:lnTo>
                    <a:pt x="259562" y="1139895"/>
                  </a:lnTo>
                  <a:lnTo>
                    <a:pt x="259582" y="1139856"/>
                  </a:lnTo>
                  <a:lnTo>
                    <a:pt x="259608" y="1139810"/>
                  </a:lnTo>
                  <a:lnTo>
                    <a:pt x="259653" y="1139725"/>
                  </a:lnTo>
                  <a:lnTo>
                    <a:pt x="259685" y="1139658"/>
                  </a:lnTo>
                  <a:lnTo>
                    <a:pt x="259692" y="1139636"/>
                  </a:lnTo>
                  <a:lnTo>
                    <a:pt x="259698" y="1139619"/>
                  </a:lnTo>
                  <a:lnTo>
                    <a:pt x="259712" y="1139596"/>
                  </a:lnTo>
                  <a:lnTo>
                    <a:pt x="259721" y="1139582"/>
                  </a:lnTo>
                  <a:lnTo>
                    <a:pt x="259739" y="1139537"/>
                  </a:lnTo>
                  <a:lnTo>
                    <a:pt x="259758" y="1139488"/>
                  </a:lnTo>
                  <a:lnTo>
                    <a:pt x="259769" y="1139433"/>
                  </a:lnTo>
                  <a:lnTo>
                    <a:pt x="259776" y="1139383"/>
                  </a:lnTo>
                  <a:lnTo>
                    <a:pt x="259784" y="1139365"/>
                  </a:lnTo>
                  <a:lnTo>
                    <a:pt x="259803" y="1139341"/>
                  </a:lnTo>
                  <a:lnTo>
                    <a:pt x="259821" y="1139310"/>
                  </a:lnTo>
                  <a:lnTo>
                    <a:pt x="259831" y="1139294"/>
                  </a:lnTo>
                  <a:lnTo>
                    <a:pt x="259844" y="1139282"/>
                  </a:lnTo>
                  <a:lnTo>
                    <a:pt x="259861" y="1139265"/>
                  </a:lnTo>
                  <a:lnTo>
                    <a:pt x="259869" y="1139245"/>
                  </a:lnTo>
                  <a:lnTo>
                    <a:pt x="259886" y="1139214"/>
                  </a:lnTo>
                  <a:lnTo>
                    <a:pt x="259905" y="1139175"/>
                  </a:lnTo>
                  <a:lnTo>
                    <a:pt x="259923" y="1139145"/>
                  </a:lnTo>
                  <a:lnTo>
                    <a:pt x="259932" y="1139132"/>
                  </a:lnTo>
                  <a:lnTo>
                    <a:pt x="259942" y="1139122"/>
                  </a:lnTo>
                  <a:lnTo>
                    <a:pt x="259962" y="1139095"/>
                  </a:lnTo>
                  <a:lnTo>
                    <a:pt x="259987" y="1139085"/>
                  </a:lnTo>
                  <a:lnTo>
                    <a:pt x="260030" y="1139067"/>
                  </a:lnTo>
                  <a:lnTo>
                    <a:pt x="260067" y="1139040"/>
                  </a:lnTo>
                  <a:lnTo>
                    <a:pt x="260116" y="1139013"/>
                  </a:lnTo>
                  <a:lnTo>
                    <a:pt x="260166" y="1138991"/>
                  </a:lnTo>
                  <a:lnTo>
                    <a:pt x="260214" y="1138962"/>
                  </a:lnTo>
                  <a:lnTo>
                    <a:pt x="260231" y="1138944"/>
                  </a:lnTo>
                  <a:lnTo>
                    <a:pt x="260248" y="1138928"/>
                  </a:lnTo>
                  <a:lnTo>
                    <a:pt x="260280" y="1138916"/>
                  </a:lnTo>
                  <a:lnTo>
                    <a:pt x="260317" y="1138914"/>
                  </a:lnTo>
                  <a:lnTo>
                    <a:pt x="260346" y="1138906"/>
                  </a:lnTo>
                  <a:lnTo>
                    <a:pt x="260378" y="1138898"/>
                  </a:lnTo>
                  <a:lnTo>
                    <a:pt x="260399" y="1138890"/>
                  </a:lnTo>
                  <a:lnTo>
                    <a:pt x="260432" y="1138878"/>
                  </a:lnTo>
                  <a:lnTo>
                    <a:pt x="260442" y="1138875"/>
                  </a:lnTo>
                  <a:lnTo>
                    <a:pt x="260463" y="1138868"/>
                  </a:lnTo>
                  <a:lnTo>
                    <a:pt x="260544" y="1138829"/>
                  </a:lnTo>
                  <a:lnTo>
                    <a:pt x="260613" y="1138795"/>
                  </a:lnTo>
                  <a:lnTo>
                    <a:pt x="260680" y="1138751"/>
                  </a:lnTo>
                  <a:lnTo>
                    <a:pt x="260884" y="1138648"/>
                  </a:lnTo>
                  <a:lnTo>
                    <a:pt x="260916" y="1138641"/>
                  </a:lnTo>
                  <a:lnTo>
                    <a:pt x="260950" y="1138628"/>
                  </a:lnTo>
                  <a:lnTo>
                    <a:pt x="260986" y="1138615"/>
                  </a:lnTo>
                  <a:lnTo>
                    <a:pt x="261022" y="1138596"/>
                  </a:lnTo>
                  <a:lnTo>
                    <a:pt x="261048" y="1138588"/>
                  </a:lnTo>
                  <a:lnTo>
                    <a:pt x="261068" y="1138585"/>
                  </a:lnTo>
                  <a:lnTo>
                    <a:pt x="261091" y="1138584"/>
                  </a:lnTo>
                  <a:lnTo>
                    <a:pt x="261111" y="1138589"/>
                  </a:lnTo>
                  <a:lnTo>
                    <a:pt x="261169" y="1138606"/>
                  </a:lnTo>
                  <a:lnTo>
                    <a:pt x="261193" y="1138600"/>
                  </a:lnTo>
                  <a:lnTo>
                    <a:pt x="261205" y="1138597"/>
                  </a:lnTo>
                  <a:lnTo>
                    <a:pt x="261216" y="1138592"/>
                  </a:lnTo>
                  <a:lnTo>
                    <a:pt x="261226" y="1138587"/>
                  </a:lnTo>
                  <a:lnTo>
                    <a:pt x="261236" y="1138579"/>
                  </a:lnTo>
                  <a:lnTo>
                    <a:pt x="261244" y="1138570"/>
                  </a:lnTo>
                  <a:lnTo>
                    <a:pt x="261273" y="1138547"/>
                  </a:lnTo>
                  <a:lnTo>
                    <a:pt x="261310" y="1138514"/>
                  </a:lnTo>
                  <a:lnTo>
                    <a:pt x="261334" y="1138486"/>
                  </a:lnTo>
                  <a:lnTo>
                    <a:pt x="261349" y="1138463"/>
                  </a:lnTo>
                  <a:lnTo>
                    <a:pt x="261363" y="1138440"/>
                  </a:lnTo>
                  <a:lnTo>
                    <a:pt x="261392" y="1138428"/>
                  </a:lnTo>
                  <a:lnTo>
                    <a:pt x="261414" y="1138426"/>
                  </a:lnTo>
                  <a:lnTo>
                    <a:pt x="261432" y="1138431"/>
                  </a:lnTo>
                  <a:lnTo>
                    <a:pt x="261470" y="1138448"/>
                  </a:lnTo>
                  <a:lnTo>
                    <a:pt x="261512" y="1138471"/>
                  </a:lnTo>
                  <a:lnTo>
                    <a:pt x="261561" y="1138502"/>
                  </a:lnTo>
                  <a:lnTo>
                    <a:pt x="261582" y="1138518"/>
                  </a:lnTo>
                  <a:lnTo>
                    <a:pt x="261619" y="1138540"/>
                  </a:lnTo>
                  <a:lnTo>
                    <a:pt x="261650" y="1138554"/>
                  </a:lnTo>
                  <a:lnTo>
                    <a:pt x="261689" y="1138575"/>
                  </a:lnTo>
                  <a:lnTo>
                    <a:pt x="261711" y="1138584"/>
                  </a:lnTo>
                  <a:lnTo>
                    <a:pt x="261738" y="1138598"/>
                  </a:lnTo>
                  <a:lnTo>
                    <a:pt x="261772" y="1138617"/>
                  </a:lnTo>
                  <a:lnTo>
                    <a:pt x="261810" y="1138621"/>
                  </a:lnTo>
                  <a:lnTo>
                    <a:pt x="261838" y="1138611"/>
                  </a:lnTo>
                  <a:lnTo>
                    <a:pt x="261874" y="1138601"/>
                  </a:lnTo>
                  <a:lnTo>
                    <a:pt x="261908" y="1138590"/>
                  </a:lnTo>
                  <a:lnTo>
                    <a:pt x="262021" y="1138538"/>
                  </a:lnTo>
                  <a:lnTo>
                    <a:pt x="262077" y="1138504"/>
                  </a:lnTo>
                  <a:lnTo>
                    <a:pt x="262119" y="1138489"/>
                  </a:lnTo>
                  <a:lnTo>
                    <a:pt x="262152" y="1138483"/>
                  </a:lnTo>
                  <a:lnTo>
                    <a:pt x="262181" y="1138485"/>
                  </a:lnTo>
                  <a:lnTo>
                    <a:pt x="262239" y="1138492"/>
                  </a:lnTo>
                  <a:lnTo>
                    <a:pt x="262272" y="1138507"/>
                  </a:lnTo>
                  <a:lnTo>
                    <a:pt x="262314" y="1138520"/>
                  </a:lnTo>
                  <a:lnTo>
                    <a:pt x="262356" y="1138526"/>
                  </a:lnTo>
                  <a:lnTo>
                    <a:pt x="262485" y="1138504"/>
                  </a:lnTo>
                  <a:lnTo>
                    <a:pt x="262539" y="1138488"/>
                  </a:lnTo>
                  <a:lnTo>
                    <a:pt x="262589" y="1138478"/>
                  </a:lnTo>
                  <a:lnTo>
                    <a:pt x="262641" y="1138470"/>
                  </a:lnTo>
                  <a:lnTo>
                    <a:pt x="262733" y="1138448"/>
                  </a:lnTo>
                  <a:lnTo>
                    <a:pt x="262916" y="1138365"/>
                  </a:lnTo>
                  <a:lnTo>
                    <a:pt x="262993" y="1138319"/>
                  </a:lnTo>
                  <a:lnTo>
                    <a:pt x="263038" y="1138300"/>
                  </a:lnTo>
                  <a:lnTo>
                    <a:pt x="263080" y="1138283"/>
                  </a:lnTo>
                  <a:lnTo>
                    <a:pt x="263130" y="1138268"/>
                  </a:lnTo>
                  <a:lnTo>
                    <a:pt x="263171" y="1138263"/>
                  </a:lnTo>
                  <a:lnTo>
                    <a:pt x="263198" y="1138258"/>
                  </a:lnTo>
                  <a:lnTo>
                    <a:pt x="263219" y="1138259"/>
                  </a:lnTo>
                  <a:lnTo>
                    <a:pt x="263249" y="1138269"/>
                  </a:lnTo>
                  <a:lnTo>
                    <a:pt x="263284" y="1138275"/>
                  </a:lnTo>
                  <a:lnTo>
                    <a:pt x="263311" y="1138274"/>
                  </a:lnTo>
                  <a:lnTo>
                    <a:pt x="263328" y="1138281"/>
                  </a:lnTo>
                  <a:lnTo>
                    <a:pt x="263353" y="1138291"/>
                  </a:lnTo>
                  <a:lnTo>
                    <a:pt x="263389" y="1138299"/>
                  </a:lnTo>
                  <a:lnTo>
                    <a:pt x="263418" y="1138306"/>
                  </a:lnTo>
                  <a:lnTo>
                    <a:pt x="263430" y="1138309"/>
                  </a:lnTo>
                  <a:lnTo>
                    <a:pt x="263463" y="1138328"/>
                  </a:lnTo>
                  <a:lnTo>
                    <a:pt x="263516" y="1138353"/>
                  </a:lnTo>
                  <a:lnTo>
                    <a:pt x="263567" y="1138366"/>
                  </a:lnTo>
                  <a:lnTo>
                    <a:pt x="263605" y="1138376"/>
                  </a:lnTo>
                  <a:lnTo>
                    <a:pt x="263666" y="1138398"/>
                  </a:lnTo>
                  <a:lnTo>
                    <a:pt x="263724" y="1138413"/>
                  </a:lnTo>
                  <a:lnTo>
                    <a:pt x="263774" y="1138421"/>
                  </a:lnTo>
                  <a:lnTo>
                    <a:pt x="263802" y="1138430"/>
                  </a:lnTo>
                  <a:lnTo>
                    <a:pt x="263819" y="1138443"/>
                  </a:lnTo>
                  <a:lnTo>
                    <a:pt x="263837" y="1138462"/>
                  </a:lnTo>
                  <a:lnTo>
                    <a:pt x="263850" y="1138474"/>
                  </a:lnTo>
                  <a:lnTo>
                    <a:pt x="263862" y="1138490"/>
                  </a:lnTo>
                  <a:lnTo>
                    <a:pt x="263879" y="1138507"/>
                  </a:lnTo>
                  <a:lnTo>
                    <a:pt x="263898" y="1138522"/>
                  </a:lnTo>
                  <a:lnTo>
                    <a:pt x="264009" y="1138591"/>
                  </a:lnTo>
                  <a:lnTo>
                    <a:pt x="264126" y="1138629"/>
                  </a:lnTo>
                  <a:lnTo>
                    <a:pt x="264199" y="1138652"/>
                  </a:lnTo>
                  <a:lnTo>
                    <a:pt x="264227" y="1138659"/>
                  </a:lnTo>
                  <a:lnTo>
                    <a:pt x="264249" y="1138664"/>
                  </a:lnTo>
                  <a:lnTo>
                    <a:pt x="264259" y="1138668"/>
                  </a:lnTo>
                  <a:lnTo>
                    <a:pt x="264264" y="1138672"/>
                  </a:lnTo>
                  <a:lnTo>
                    <a:pt x="264269" y="1138680"/>
                  </a:lnTo>
                  <a:lnTo>
                    <a:pt x="264279" y="1138699"/>
                  </a:lnTo>
                  <a:lnTo>
                    <a:pt x="264293" y="1138726"/>
                  </a:lnTo>
                  <a:lnTo>
                    <a:pt x="264300" y="1138743"/>
                  </a:lnTo>
                  <a:lnTo>
                    <a:pt x="264310" y="1138758"/>
                  </a:lnTo>
                  <a:lnTo>
                    <a:pt x="264324" y="1138782"/>
                  </a:lnTo>
                  <a:lnTo>
                    <a:pt x="264342" y="1138821"/>
                  </a:lnTo>
                  <a:lnTo>
                    <a:pt x="264362" y="1138847"/>
                  </a:lnTo>
                  <a:lnTo>
                    <a:pt x="264406" y="1138886"/>
                  </a:lnTo>
                  <a:lnTo>
                    <a:pt x="264443" y="1138911"/>
                  </a:lnTo>
                  <a:lnTo>
                    <a:pt x="264471" y="1138945"/>
                  </a:lnTo>
                  <a:lnTo>
                    <a:pt x="264476" y="1138956"/>
                  </a:lnTo>
                  <a:lnTo>
                    <a:pt x="264488" y="1138971"/>
                  </a:lnTo>
                  <a:lnTo>
                    <a:pt x="264495" y="1138986"/>
                  </a:lnTo>
                  <a:lnTo>
                    <a:pt x="264500" y="1138997"/>
                  </a:lnTo>
                  <a:lnTo>
                    <a:pt x="264503" y="1139027"/>
                  </a:lnTo>
                  <a:lnTo>
                    <a:pt x="264510" y="1139050"/>
                  </a:lnTo>
                  <a:lnTo>
                    <a:pt x="264518" y="1139061"/>
                  </a:lnTo>
                  <a:lnTo>
                    <a:pt x="264526" y="1139065"/>
                  </a:lnTo>
                  <a:lnTo>
                    <a:pt x="264550" y="1139062"/>
                  </a:lnTo>
                  <a:lnTo>
                    <a:pt x="264605" y="1139057"/>
                  </a:lnTo>
                  <a:lnTo>
                    <a:pt x="264624" y="1139057"/>
                  </a:lnTo>
                  <a:lnTo>
                    <a:pt x="264657" y="1139061"/>
                  </a:lnTo>
                  <a:lnTo>
                    <a:pt x="264694" y="1139071"/>
                  </a:lnTo>
                  <a:lnTo>
                    <a:pt x="264723" y="1139080"/>
                  </a:lnTo>
                  <a:lnTo>
                    <a:pt x="264782" y="1139109"/>
                  </a:lnTo>
                  <a:lnTo>
                    <a:pt x="264852" y="1139128"/>
                  </a:lnTo>
                  <a:lnTo>
                    <a:pt x="264895" y="1139130"/>
                  </a:lnTo>
                  <a:lnTo>
                    <a:pt x="264921" y="1139132"/>
                  </a:lnTo>
                  <a:lnTo>
                    <a:pt x="264944" y="1139139"/>
                  </a:lnTo>
                  <a:lnTo>
                    <a:pt x="264981" y="1139154"/>
                  </a:lnTo>
                  <a:lnTo>
                    <a:pt x="264999" y="1139162"/>
                  </a:lnTo>
                  <a:lnTo>
                    <a:pt x="265023" y="1139174"/>
                  </a:lnTo>
                  <a:lnTo>
                    <a:pt x="265040" y="1139180"/>
                  </a:lnTo>
                  <a:lnTo>
                    <a:pt x="265061" y="1139185"/>
                  </a:lnTo>
                  <a:lnTo>
                    <a:pt x="265070" y="1139186"/>
                  </a:lnTo>
                  <a:lnTo>
                    <a:pt x="265083" y="1139185"/>
                  </a:lnTo>
                  <a:lnTo>
                    <a:pt x="265106" y="1139177"/>
                  </a:lnTo>
                  <a:lnTo>
                    <a:pt x="265144" y="1139152"/>
                  </a:lnTo>
                  <a:lnTo>
                    <a:pt x="265166" y="1139135"/>
                  </a:lnTo>
                  <a:lnTo>
                    <a:pt x="265207" y="1139105"/>
                  </a:lnTo>
                  <a:lnTo>
                    <a:pt x="265266" y="1139057"/>
                  </a:lnTo>
                  <a:lnTo>
                    <a:pt x="265310" y="1139011"/>
                  </a:lnTo>
                  <a:lnTo>
                    <a:pt x="265334" y="1138985"/>
                  </a:lnTo>
                  <a:lnTo>
                    <a:pt x="265350" y="1138962"/>
                  </a:lnTo>
                  <a:lnTo>
                    <a:pt x="265364" y="1138919"/>
                  </a:lnTo>
                  <a:lnTo>
                    <a:pt x="265369" y="1138898"/>
                  </a:lnTo>
                  <a:lnTo>
                    <a:pt x="265367" y="1138873"/>
                  </a:lnTo>
                  <a:lnTo>
                    <a:pt x="265363" y="1138856"/>
                  </a:lnTo>
                  <a:lnTo>
                    <a:pt x="265358" y="1138836"/>
                  </a:lnTo>
                  <a:lnTo>
                    <a:pt x="265354" y="1138821"/>
                  </a:lnTo>
                  <a:lnTo>
                    <a:pt x="265338" y="1138804"/>
                  </a:lnTo>
                  <a:lnTo>
                    <a:pt x="265320" y="1138792"/>
                  </a:lnTo>
                  <a:lnTo>
                    <a:pt x="265304" y="1138779"/>
                  </a:lnTo>
                  <a:lnTo>
                    <a:pt x="265292" y="1138766"/>
                  </a:lnTo>
                  <a:lnTo>
                    <a:pt x="265284" y="1138749"/>
                  </a:lnTo>
                  <a:lnTo>
                    <a:pt x="265282" y="1138739"/>
                  </a:lnTo>
                  <a:lnTo>
                    <a:pt x="265276" y="1138709"/>
                  </a:lnTo>
                  <a:lnTo>
                    <a:pt x="265273" y="1138692"/>
                  </a:lnTo>
                  <a:lnTo>
                    <a:pt x="265265" y="1138607"/>
                  </a:lnTo>
                  <a:lnTo>
                    <a:pt x="265261" y="1138567"/>
                  </a:lnTo>
                  <a:lnTo>
                    <a:pt x="265253" y="1138500"/>
                  </a:lnTo>
                  <a:lnTo>
                    <a:pt x="265247" y="1138429"/>
                  </a:lnTo>
                  <a:lnTo>
                    <a:pt x="265242" y="1138397"/>
                  </a:lnTo>
                  <a:lnTo>
                    <a:pt x="265227" y="1138349"/>
                  </a:lnTo>
                  <a:lnTo>
                    <a:pt x="265226" y="1138314"/>
                  </a:lnTo>
                  <a:lnTo>
                    <a:pt x="265228" y="1138294"/>
                  </a:lnTo>
                  <a:lnTo>
                    <a:pt x="265238" y="1138264"/>
                  </a:lnTo>
                  <a:lnTo>
                    <a:pt x="265254" y="1138245"/>
                  </a:lnTo>
                  <a:lnTo>
                    <a:pt x="265265" y="1138234"/>
                  </a:lnTo>
                  <a:lnTo>
                    <a:pt x="265270" y="1138230"/>
                  </a:lnTo>
                  <a:lnTo>
                    <a:pt x="265296" y="1138210"/>
                  </a:lnTo>
                  <a:lnTo>
                    <a:pt x="265322" y="1138190"/>
                  </a:lnTo>
                  <a:lnTo>
                    <a:pt x="265329" y="1138179"/>
                  </a:lnTo>
                  <a:lnTo>
                    <a:pt x="265347" y="1138154"/>
                  </a:lnTo>
                  <a:lnTo>
                    <a:pt x="265367" y="1138132"/>
                  </a:lnTo>
                  <a:lnTo>
                    <a:pt x="265370" y="1138121"/>
                  </a:lnTo>
                  <a:lnTo>
                    <a:pt x="265369" y="1138097"/>
                  </a:lnTo>
                  <a:lnTo>
                    <a:pt x="265369" y="1138083"/>
                  </a:lnTo>
                  <a:lnTo>
                    <a:pt x="265368" y="1138066"/>
                  </a:lnTo>
                  <a:lnTo>
                    <a:pt x="265366" y="1138047"/>
                  </a:lnTo>
                  <a:lnTo>
                    <a:pt x="265354" y="1138035"/>
                  </a:lnTo>
                  <a:lnTo>
                    <a:pt x="265329" y="1138022"/>
                  </a:lnTo>
                  <a:lnTo>
                    <a:pt x="265286" y="1138011"/>
                  </a:lnTo>
                  <a:lnTo>
                    <a:pt x="265249" y="1137989"/>
                  </a:lnTo>
                  <a:lnTo>
                    <a:pt x="265230" y="1137978"/>
                  </a:lnTo>
                  <a:lnTo>
                    <a:pt x="265213" y="1137956"/>
                  </a:lnTo>
                  <a:lnTo>
                    <a:pt x="265189" y="1137920"/>
                  </a:lnTo>
                  <a:lnTo>
                    <a:pt x="265179" y="1137900"/>
                  </a:lnTo>
                  <a:lnTo>
                    <a:pt x="265157" y="1137820"/>
                  </a:lnTo>
                  <a:lnTo>
                    <a:pt x="265152" y="1137808"/>
                  </a:lnTo>
                  <a:lnTo>
                    <a:pt x="265146" y="1137784"/>
                  </a:lnTo>
                  <a:lnTo>
                    <a:pt x="265142" y="1137755"/>
                  </a:lnTo>
                  <a:lnTo>
                    <a:pt x="265142" y="1137741"/>
                  </a:lnTo>
                  <a:lnTo>
                    <a:pt x="265144" y="1137726"/>
                  </a:lnTo>
                  <a:lnTo>
                    <a:pt x="265148" y="1137718"/>
                  </a:lnTo>
                  <a:lnTo>
                    <a:pt x="265172" y="1137714"/>
                  </a:lnTo>
                  <a:lnTo>
                    <a:pt x="265197" y="1137710"/>
                  </a:lnTo>
                  <a:lnTo>
                    <a:pt x="265216" y="1137701"/>
                  </a:lnTo>
                  <a:lnTo>
                    <a:pt x="265230" y="1137688"/>
                  </a:lnTo>
                  <a:lnTo>
                    <a:pt x="265256" y="1137667"/>
                  </a:lnTo>
                  <a:lnTo>
                    <a:pt x="265271" y="1137659"/>
                  </a:lnTo>
                  <a:lnTo>
                    <a:pt x="265311" y="1137628"/>
                  </a:lnTo>
                  <a:lnTo>
                    <a:pt x="265330" y="1137603"/>
                  </a:lnTo>
                  <a:lnTo>
                    <a:pt x="265334" y="1137580"/>
                  </a:lnTo>
                  <a:lnTo>
                    <a:pt x="265338" y="1137545"/>
                  </a:lnTo>
                  <a:lnTo>
                    <a:pt x="265340" y="1137512"/>
                  </a:lnTo>
                  <a:lnTo>
                    <a:pt x="265346" y="1137491"/>
                  </a:lnTo>
                  <a:lnTo>
                    <a:pt x="265393" y="1137368"/>
                  </a:lnTo>
                  <a:lnTo>
                    <a:pt x="265396" y="1137357"/>
                  </a:lnTo>
                  <a:lnTo>
                    <a:pt x="265402" y="1137336"/>
                  </a:lnTo>
                  <a:lnTo>
                    <a:pt x="265404" y="1137320"/>
                  </a:lnTo>
                  <a:lnTo>
                    <a:pt x="265410" y="1137308"/>
                  </a:lnTo>
                  <a:lnTo>
                    <a:pt x="265412" y="1137292"/>
                  </a:lnTo>
                  <a:lnTo>
                    <a:pt x="265412" y="1137282"/>
                  </a:lnTo>
                  <a:lnTo>
                    <a:pt x="265408" y="1137269"/>
                  </a:lnTo>
                  <a:lnTo>
                    <a:pt x="265404" y="1137235"/>
                  </a:lnTo>
                  <a:lnTo>
                    <a:pt x="265395" y="1137183"/>
                  </a:lnTo>
                  <a:lnTo>
                    <a:pt x="265397" y="1137168"/>
                  </a:lnTo>
                  <a:lnTo>
                    <a:pt x="265411" y="1137156"/>
                  </a:lnTo>
                  <a:lnTo>
                    <a:pt x="265453" y="1137124"/>
                  </a:lnTo>
                  <a:lnTo>
                    <a:pt x="265486" y="1137097"/>
                  </a:lnTo>
                  <a:lnTo>
                    <a:pt x="265529" y="1137067"/>
                  </a:lnTo>
                  <a:lnTo>
                    <a:pt x="265559" y="1137049"/>
                  </a:lnTo>
                  <a:lnTo>
                    <a:pt x="265593" y="1137037"/>
                  </a:lnTo>
                  <a:lnTo>
                    <a:pt x="265623" y="1137032"/>
                  </a:lnTo>
                  <a:lnTo>
                    <a:pt x="265673" y="1137015"/>
                  </a:lnTo>
                  <a:lnTo>
                    <a:pt x="265724" y="1136976"/>
                  </a:lnTo>
                  <a:lnTo>
                    <a:pt x="265741" y="1136965"/>
                  </a:lnTo>
                  <a:lnTo>
                    <a:pt x="265748" y="1136955"/>
                  </a:lnTo>
                  <a:lnTo>
                    <a:pt x="265748" y="1136948"/>
                  </a:lnTo>
                  <a:lnTo>
                    <a:pt x="265742" y="1136921"/>
                  </a:lnTo>
                  <a:lnTo>
                    <a:pt x="265729" y="1136887"/>
                  </a:lnTo>
                  <a:lnTo>
                    <a:pt x="265716" y="1136847"/>
                  </a:lnTo>
                  <a:lnTo>
                    <a:pt x="265715" y="1136816"/>
                  </a:lnTo>
                  <a:lnTo>
                    <a:pt x="265723" y="1136788"/>
                  </a:lnTo>
                  <a:lnTo>
                    <a:pt x="265729" y="1136773"/>
                  </a:lnTo>
                  <a:lnTo>
                    <a:pt x="265742" y="1136750"/>
                  </a:lnTo>
                  <a:lnTo>
                    <a:pt x="265769" y="1136691"/>
                  </a:lnTo>
                  <a:lnTo>
                    <a:pt x="265786" y="1136658"/>
                  </a:lnTo>
                  <a:lnTo>
                    <a:pt x="265804" y="1136623"/>
                  </a:lnTo>
                  <a:lnTo>
                    <a:pt x="265815" y="1136606"/>
                  </a:lnTo>
                  <a:lnTo>
                    <a:pt x="265829" y="1136592"/>
                  </a:lnTo>
                  <a:lnTo>
                    <a:pt x="265858" y="1136591"/>
                  </a:lnTo>
                  <a:lnTo>
                    <a:pt x="265887" y="1136599"/>
                  </a:lnTo>
                  <a:lnTo>
                    <a:pt x="265933" y="1136618"/>
                  </a:lnTo>
                  <a:lnTo>
                    <a:pt x="265976" y="1136630"/>
                  </a:lnTo>
                  <a:lnTo>
                    <a:pt x="266023" y="1136631"/>
                  </a:lnTo>
                  <a:lnTo>
                    <a:pt x="266080" y="1136627"/>
                  </a:lnTo>
                  <a:lnTo>
                    <a:pt x="266172" y="1136607"/>
                  </a:lnTo>
                  <a:lnTo>
                    <a:pt x="266219" y="1136598"/>
                  </a:lnTo>
                  <a:lnTo>
                    <a:pt x="266259" y="1136589"/>
                  </a:lnTo>
                  <a:lnTo>
                    <a:pt x="266306" y="1136582"/>
                  </a:lnTo>
                  <a:lnTo>
                    <a:pt x="266321" y="1136573"/>
                  </a:lnTo>
                  <a:lnTo>
                    <a:pt x="266335" y="1136552"/>
                  </a:lnTo>
                  <a:lnTo>
                    <a:pt x="266351" y="1136517"/>
                  </a:lnTo>
                  <a:lnTo>
                    <a:pt x="266381" y="1136447"/>
                  </a:lnTo>
                  <a:lnTo>
                    <a:pt x="266392" y="1136420"/>
                  </a:lnTo>
                  <a:lnTo>
                    <a:pt x="266385" y="1136394"/>
                  </a:lnTo>
                  <a:lnTo>
                    <a:pt x="266371" y="1136346"/>
                  </a:lnTo>
                  <a:lnTo>
                    <a:pt x="266335" y="1136274"/>
                  </a:lnTo>
                  <a:lnTo>
                    <a:pt x="266322" y="1136244"/>
                  </a:lnTo>
                  <a:lnTo>
                    <a:pt x="266300" y="1136195"/>
                  </a:lnTo>
                  <a:lnTo>
                    <a:pt x="266259" y="1136114"/>
                  </a:lnTo>
                  <a:lnTo>
                    <a:pt x="266239" y="1136083"/>
                  </a:lnTo>
                  <a:lnTo>
                    <a:pt x="266227" y="1136061"/>
                  </a:lnTo>
                  <a:lnTo>
                    <a:pt x="266220" y="1136031"/>
                  </a:lnTo>
                  <a:lnTo>
                    <a:pt x="266210" y="1135995"/>
                  </a:lnTo>
                  <a:lnTo>
                    <a:pt x="266204" y="1135973"/>
                  </a:lnTo>
                  <a:lnTo>
                    <a:pt x="266189" y="1135876"/>
                  </a:lnTo>
                  <a:lnTo>
                    <a:pt x="266183" y="1135745"/>
                  </a:lnTo>
                  <a:lnTo>
                    <a:pt x="266182" y="1135718"/>
                  </a:lnTo>
                  <a:lnTo>
                    <a:pt x="266179" y="1135704"/>
                  </a:lnTo>
                  <a:lnTo>
                    <a:pt x="266169" y="1135690"/>
                  </a:lnTo>
                  <a:lnTo>
                    <a:pt x="266142" y="1135676"/>
                  </a:lnTo>
                  <a:lnTo>
                    <a:pt x="266108" y="1135657"/>
                  </a:lnTo>
                  <a:lnTo>
                    <a:pt x="266080" y="1135644"/>
                  </a:lnTo>
                  <a:lnTo>
                    <a:pt x="266056" y="1135632"/>
                  </a:lnTo>
                  <a:lnTo>
                    <a:pt x="266035" y="1135619"/>
                  </a:lnTo>
                  <a:lnTo>
                    <a:pt x="266014" y="1135604"/>
                  </a:lnTo>
                  <a:lnTo>
                    <a:pt x="265989" y="1135583"/>
                  </a:lnTo>
                  <a:lnTo>
                    <a:pt x="265973" y="1135569"/>
                  </a:lnTo>
                  <a:lnTo>
                    <a:pt x="265960" y="1135556"/>
                  </a:lnTo>
                  <a:lnTo>
                    <a:pt x="265954" y="1135529"/>
                  </a:lnTo>
                  <a:lnTo>
                    <a:pt x="265960" y="1135480"/>
                  </a:lnTo>
                  <a:lnTo>
                    <a:pt x="265962" y="1135463"/>
                  </a:lnTo>
                  <a:lnTo>
                    <a:pt x="265966" y="1135407"/>
                  </a:lnTo>
                  <a:lnTo>
                    <a:pt x="265979" y="1135358"/>
                  </a:lnTo>
                  <a:lnTo>
                    <a:pt x="265993" y="1135313"/>
                  </a:lnTo>
                  <a:lnTo>
                    <a:pt x="266019" y="1135273"/>
                  </a:lnTo>
                  <a:lnTo>
                    <a:pt x="266075" y="1135189"/>
                  </a:lnTo>
                  <a:lnTo>
                    <a:pt x="266132" y="1135072"/>
                  </a:lnTo>
                  <a:lnTo>
                    <a:pt x="266138" y="1135050"/>
                  </a:lnTo>
                  <a:lnTo>
                    <a:pt x="266140" y="1135027"/>
                  </a:lnTo>
                  <a:lnTo>
                    <a:pt x="266139" y="1135018"/>
                  </a:lnTo>
                  <a:lnTo>
                    <a:pt x="266136" y="1135012"/>
                  </a:lnTo>
                  <a:lnTo>
                    <a:pt x="266128" y="1135005"/>
                  </a:lnTo>
                  <a:lnTo>
                    <a:pt x="266116" y="1134995"/>
                  </a:lnTo>
                  <a:lnTo>
                    <a:pt x="266103" y="1134982"/>
                  </a:lnTo>
                  <a:lnTo>
                    <a:pt x="266097" y="1134975"/>
                  </a:lnTo>
                  <a:lnTo>
                    <a:pt x="266090" y="1134970"/>
                  </a:lnTo>
                  <a:lnTo>
                    <a:pt x="266066" y="1134943"/>
                  </a:lnTo>
                  <a:lnTo>
                    <a:pt x="266056" y="1134920"/>
                  </a:lnTo>
                  <a:lnTo>
                    <a:pt x="266048" y="1134883"/>
                  </a:lnTo>
                  <a:lnTo>
                    <a:pt x="266044" y="1134849"/>
                  </a:lnTo>
                  <a:lnTo>
                    <a:pt x="266040" y="1134814"/>
                  </a:lnTo>
                  <a:lnTo>
                    <a:pt x="266037" y="1134783"/>
                  </a:lnTo>
                  <a:lnTo>
                    <a:pt x="266022" y="1134741"/>
                  </a:lnTo>
                  <a:lnTo>
                    <a:pt x="266006" y="1134719"/>
                  </a:lnTo>
                  <a:lnTo>
                    <a:pt x="265986" y="1134684"/>
                  </a:lnTo>
                  <a:lnTo>
                    <a:pt x="265973" y="1134663"/>
                  </a:lnTo>
                  <a:lnTo>
                    <a:pt x="265970" y="1134640"/>
                  </a:lnTo>
                  <a:lnTo>
                    <a:pt x="265990" y="1134620"/>
                  </a:lnTo>
                  <a:lnTo>
                    <a:pt x="266039" y="1134595"/>
                  </a:lnTo>
                  <a:lnTo>
                    <a:pt x="266071" y="1134575"/>
                  </a:lnTo>
                  <a:lnTo>
                    <a:pt x="266081" y="1134544"/>
                  </a:lnTo>
                  <a:lnTo>
                    <a:pt x="266102" y="1134460"/>
                  </a:lnTo>
                  <a:lnTo>
                    <a:pt x="266110" y="1134442"/>
                  </a:lnTo>
                  <a:lnTo>
                    <a:pt x="266112" y="1134433"/>
                  </a:lnTo>
                  <a:lnTo>
                    <a:pt x="266121" y="1134421"/>
                  </a:lnTo>
                  <a:lnTo>
                    <a:pt x="266133" y="1134408"/>
                  </a:lnTo>
                  <a:lnTo>
                    <a:pt x="266152" y="1134391"/>
                  </a:lnTo>
                  <a:lnTo>
                    <a:pt x="266172" y="1134379"/>
                  </a:lnTo>
                  <a:lnTo>
                    <a:pt x="266198" y="1134370"/>
                  </a:lnTo>
                  <a:lnTo>
                    <a:pt x="266222" y="1134362"/>
                  </a:lnTo>
                  <a:lnTo>
                    <a:pt x="266243" y="1134359"/>
                  </a:lnTo>
                  <a:lnTo>
                    <a:pt x="266272" y="1134346"/>
                  </a:lnTo>
                  <a:lnTo>
                    <a:pt x="266418" y="1134300"/>
                  </a:lnTo>
                  <a:lnTo>
                    <a:pt x="266433" y="1134295"/>
                  </a:lnTo>
                  <a:lnTo>
                    <a:pt x="266458" y="1134291"/>
                  </a:lnTo>
                  <a:lnTo>
                    <a:pt x="266465" y="1134286"/>
                  </a:lnTo>
                  <a:lnTo>
                    <a:pt x="266465" y="1134279"/>
                  </a:lnTo>
                  <a:lnTo>
                    <a:pt x="266464" y="1134267"/>
                  </a:lnTo>
                  <a:lnTo>
                    <a:pt x="266454" y="1134241"/>
                  </a:lnTo>
                  <a:lnTo>
                    <a:pt x="266436" y="1134187"/>
                  </a:lnTo>
                  <a:lnTo>
                    <a:pt x="266421" y="1134143"/>
                  </a:lnTo>
                  <a:lnTo>
                    <a:pt x="266414" y="1134099"/>
                  </a:lnTo>
                  <a:lnTo>
                    <a:pt x="266420" y="1134067"/>
                  </a:lnTo>
                  <a:lnTo>
                    <a:pt x="266438" y="1134035"/>
                  </a:lnTo>
                  <a:lnTo>
                    <a:pt x="266447" y="1134022"/>
                  </a:lnTo>
                  <a:lnTo>
                    <a:pt x="266491" y="1133986"/>
                  </a:lnTo>
                  <a:lnTo>
                    <a:pt x="266519" y="1133975"/>
                  </a:lnTo>
                  <a:lnTo>
                    <a:pt x="266545" y="1133957"/>
                  </a:lnTo>
                  <a:lnTo>
                    <a:pt x="266589" y="1133923"/>
                  </a:lnTo>
                  <a:lnTo>
                    <a:pt x="266623" y="1133888"/>
                  </a:lnTo>
                  <a:lnTo>
                    <a:pt x="266641" y="1133868"/>
                  </a:lnTo>
                  <a:lnTo>
                    <a:pt x="266659" y="1133834"/>
                  </a:lnTo>
                  <a:lnTo>
                    <a:pt x="266668" y="1133795"/>
                  </a:lnTo>
                  <a:lnTo>
                    <a:pt x="266670" y="1133770"/>
                  </a:lnTo>
                  <a:lnTo>
                    <a:pt x="266659" y="1133722"/>
                  </a:lnTo>
                  <a:lnTo>
                    <a:pt x="266641" y="1133700"/>
                  </a:lnTo>
                  <a:lnTo>
                    <a:pt x="266600" y="1133647"/>
                  </a:lnTo>
                  <a:lnTo>
                    <a:pt x="266580" y="1133623"/>
                  </a:lnTo>
                  <a:lnTo>
                    <a:pt x="266565" y="1133604"/>
                  </a:lnTo>
                  <a:lnTo>
                    <a:pt x="266534" y="1133523"/>
                  </a:lnTo>
                  <a:lnTo>
                    <a:pt x="266526" y="1133474"/>
                  </a:lnTo>
                  <a:lnTo>
                    <a:pt x="266526" y="1133448"/>
                  </a:lnTo>
                  <a:lnTo>
                    <a:pt x="266538" y="1133377"/>
                  </a:lnTo>
                  <a:lnTo>
                    <a:pt x="266552" y="1133350"/>
                  </a:lnTo>
                  <a:lnTo>
                    <a:pt x="266603" y="1133267"/>
                  </a:lnTo>
                  <a:lnTo>
                    <a:pt x="266612" y="1133242"/>
                  </a:lnTo>
                  <a:lnTo>
                    <a:pt x="266638" y="1133235"/>
                  </a:lnTo>
                  <a:lnTo>
                    <a:pt x="266660" y="1133235"/>
                  </a:lnTo>
                  <a:lnTo>
                    <a:pt x="266705" y="1133246"/>
                  </a:lnTo>
                  <a:lnTo>
                    <a:pt x="266775" y="1133264"/>
                  </a:lnTo>
                  <a:lnTo>
                    <a:pt x="266860" y="1133273"/>
                  </a:lnTo>
                  <a:lnTo>
                    <a:pt x="266957" y="1133289"/>
                  </a:lnTo>
                  <a:lnTo>
                    <a:pt x="267009" y="1133297"/>
                  </a:lnTo>
                  <a:lnTo>
                    <a:pt x="267061" y="1133320"/>
                  </a:lnTo>
                  <a:lnTo>
                    <a:pt x="267147" y="1133373"/>
                  </a:lnTo>
                  <a:lnTo>
                    <a:pt x="267214" y="1133407"/>
                  </a:lnTo>
                  <a:lnTo>
                    <a:pt x="267251" y="1133420"/>
                  </a:lnTo>
                  <a:lnTo>
                    <a:pt x="267267" y="1133430"/>
                  </a:lnTo>
                  <a:lnTo>
                    <a:pt x="267347" y="1133459"/>
                  </a:lnTo>
                  <a:lnTo>
                    <a:pt x="267433" y="1133469"/>
                  </a:lnTo>
                  <a:lnTo>
                    <a:pt x="267460" y="1133465"/>
                  </a:lnTo>
                  <a:lnTo>
                    <a:pt x="267466" y="1133460"/>
                  </a:lnTo>
                  <a:lnTo>
                    <a:pt x="267482" y="1133440"/>
                  </a:lnTo>
                  <a:lnTo>
                    <a:pt x="267511" y="1133401"/>
                  </a:lnTo>
                  <a:lnTo>
                    <a:pt x="267528" y="1133356"/>
                  </a:lnTo>
                  <a:lnTo>
                    <a:pt x="267545" y="1133300"/>
                  </a:lnTo>
                  <a:lnTo>
                    <a:pt x="267547" y="1133253"/>
                  </a:lnTo>
                  <a:lnTo>
                    <a:pt x="267561" y="1133180"/>
                  </a:lnTo>
                  <a:lnTo>
                    <a:pt x="267551" y="1133140"/>
                  </a:lnTo>
                  <a:lnTo>
                    <a:pt x="267535" y="1133093"/>
                  </a:lnTo>
                  <a:lnTo>
                    <a:pt x="267538" y="1133024"/>
                  </a:lnTo>
                  <a:lnTo>
                    <a:pt x="267546" y="1132950"/>
                  </a:lnTo>
                  <a:lnTo>
                    <a:pt x="267547" y="1132920"/>
                  </a:lnTo>
                  <a:lnTo>
                    <a:pt x="267547" y="1132851"/>
                  </a:lnTo>
                  <a:lnTo>
                    <a:pt x="267550" y="1132818"/>
                  </a:lnTo>
                  <a:lnTo>
                    <a:pt x="267552" y="1132805"/>
                  </a:lnTo>
                  <a:lnTo>
                    <a:pt x="267564" y="1132789"/>
                  </a:lnTo>
                  <a:lnTo>
                    <a:pt x="267603" y="1132766"/>
                  </a:lnTo>
                  <a:lnTo>
                    <a:pt x="267622" y="1132752"/>
                  </a:lnTo>
                  <a:lnTo>
                    <a:pt x="267663" y="1132717"/>
                  </a:lnTo>
                  <a:lnTo>
                    <a:pt x="267684" y="1132686"/>
                  </a:lnTo>
                  <a:lnTo>
                    <a:pt x="267704" y="1132667"/>
                  </a:lnTo>
                  <a:lnTo>
                    <a:pt x="267718" y="1132638"/>
                  </a:lnTo>
                  <a:lnTo>
                    <a:pt x="267733" y="1132602"/>
                  </a:lnTo>
                  <a:lnTo>
                    <a:pt x="267751" y="1132557"/>
                  </a:lnTo>
                  <a:lnTo>
                    <a:pt x="267760" y="1132520"/>
                  </a:lnTo>
                  <a:lnTo>
                    <a:pt x="267763" y="1132507"/>
                  </a:lnTo>
                  <a:lnTo>
                    <a:pt x="267767" y="1132503"/>
                  </a:lnTo>
                  <a:lnTo>
                    <a:pt x="267806" y="1132491"/>
                  </a:lnTo>
                  <a:lnTo>
                    <a:pt x="267829" y="1132480"/>
                  </a:lnTo>
                  <a:lnTo>
                    <a:pt x="267911" y="1132421"/>
                  </a:lnTo>
                  <a:lnTo>
                    <a:pt x="267937" y="1132390"/>
                  </a:lnTo>
                  <a:lnTo>
                    <a:pt x="267966" y="1132377"/>
                  </a:lnTo>
                  <a:lnTo>
                    <a:pt x="267991" y="1132392"/>
                  </a:lnTo>
                  <a:lnTo>
                    <a:pt x="268063" y="1132440"/>
                  </a:lnTo>
                  <a:lnTo>
                    <a:pt x="268153" y="1132488"/>
                  </a:lnTo>
                  <a:lnTo>
                    <a:pt x="268179" y="1132499"/>
                  </a:lnTo>
                  <a:lnTo>
                    <a:pt x="268274" y="1132548"/>
                  </a:lnTo>
                  <a:lnTo>
                    <a:pt x="268303" y="1132564"/>
                  </a:lnTo>
                  <a:lnTo>
                    <a:pt x="268328" y="1132566"/>
                  </a:lnTo>
                  <a:lnTo>
                    <a:pt x="268351" y="1132560"/>
                  </a:lnTo>
                  <a:lnTo>
                    <a:pt x="268372" y="1132551"/>
                  </a:lnTo>
                  <a:lnTo>
                    <a:pt x="268377" y="1132550"/>
                  </a:lnTo>
                  <a:lnTo>
                    <a:pt x="268407" y="1132541"/>
                  </a:lnTo>
                  <a:lnTo>
                    <a:pt x="268449" y="1132519"/>
                  </a:lnTo>
                  <a:lnTo>
                    <a:pt x="268559" y="1132447"/>
                  </a:lnTo>
                  <a:lnTo>
                    <a:pt x="268571" y="1132436"/>
                  </a:lnTo>
                  <a:lnTo>
                    <a:pt x="268601" y="1132433"/>
                  </a:lnTo>
                  <a:lnTo>
                    <a:pt x="268645" y="1132435"/>
                  </a:lnTo>
                  <a:lnTo>
                    <a:pt x="268778" y="1132405"/>
                  </a:lnTo>
                  <a:lnTo>
                    <a:pt x="268862" y="1132391"/>
                  </a:lnTo>
                  <a:lnTo>
                    <a:pt x="269009" y="1132371"/>
                  </a:lnTo>
                  <a:lnTo>
                    <a:pt x="269072" y="1132362"/>
                  </a:lnTo>
                  <a:lnTo>
                    <a:pt x="269123" y="1132346"/>
                  </a:lnTo>
                  <a:lnTo>
                    <a:pt x="269131" y="1132341"/>
                  </a:lnTo>
                  <a:lnTo>
                    <a:pt x="269140" y="1132335"/>
                  </a:lnTo>
                  <a:lnTo>
                    <a:pt x="269140" y="1132323"/>
                  </a:lnTo>
                  <a:lnTo>
                    <a:pt x="269134" y="1132307"/>
                  </a:lnTo>
                  <a:lnTo>
                    <a:pt x="269119" y="1132279"/>
                  </a:lnTo>
                  <a:lnTo>
                    <a:pt x="269111" y="1132268"/>
                  </a:lnTo>
                  <a:lnTo>
                    <a:pt x="269070" y="1132203"/>
                  </a:lnTo>
                  <a:lnTo>
                    <a:pt x="269066" y="1132196"/>
                  </a:lnTo>
                  <a:lnTo>
                    <a:pt x="269060" y="1132185"/>
                  </a:lnTo>
                  <a:lnTo>
                    <a:pt x="269035" y="1132136"/>
                  </a:lnTo>
                  <a:lnTo>
                    <a:pt x="269023" y="1132107"/>
                  </a:lnTo>
                  <a:lnTo>
                    <a:pt x="269009" y="1132063"/>
                  </a:lnTo>
                  <a:lnTo>
                    <a:pt x="269000" y="1132044"/>
                  </a:lnTo>
                  <a:lnTo>
                    <a:pt x="268994" y="1132023"/>
                  </a:lnTo>
                  <a:lnTo>
                    <a:pt x="268995" y="1132014"/>
                  </a:lnTo>
                  <a:lnTo>
                    <a:pt x="269011" y="1132005"/>
                  </a:lnTo>
                  <a:lnTo>
                    <a:pt x="269019" y="1131996"/>
                  </a:lnTo>
                  <a:lnTo>
                    <a:pt x="269037" y="1131959"/>
                  </a:lnTo>
                  <a:lnTo>
                    <a:pt x="269041" y="1131947"/>
                  </a:lnTo>
                  <a:lnTo>
                    <a:pt x="269047" y="1131934"/>
                  </a:lnTo>
                  <a:lnTo>
                    <a:pt x="269048" y="1131917"/>
                  </a:lnTo>
                  <a:lnTo>
                    <a:pt x="269051" y="1131905"/>
                  </a:lnTo>
                  <a:lnTo>
                    <a:pt x="269062" y="1131881"/>
                  </a:lnTo>
                  <a:lnTo>
                    <a:pt x="269071" y="1131833"/>
                  </a:lnTo>
                  <a:lnTo>
                    <a:pt x="269072" y="1131817"/>
                  </a:lnTo>
                  <a:lnTo>
                    <a:pt x="269071" y="1131797"/>
                  </a:lnTo>
                  <a:lnTo>
                    <a:pt x="269066" y="1131771"/>
                  </a:lnTo>
                  <a:lnTo>
                    <a:pt x="269057" y="1131744"/>
                  </a:lnTo>
                  <a:lnTo>
                    <a:pt x="269047" y="1131731"/>
                  </a:lnTo>
                  <a:lnTo>
                    <a:pt x="269046" y="1131676"/>
                  </a:lnTo>
                  <a:lnTo>
                    <a:pt x="269043" y="1131649"/>
                  </a:lnTo>
                  <a:lnTo>
                    <a:pt x="269047" y="1131625"/>
                  </a:lnTo>
                  <a:lnTo>
                    <a:pt x="269064" y="1131603"/>
                  </a:lnTo>
                  <a:lnTo>
                    <a:pt x="269082" y="1131567"/>
                  </a:lnTo>
                  <a:lnTo>
                    <a:pt x="269096" y="1131540"/>
                  </a:lnTo>
                  <a:lnTo>
                    <a:pt x="269100" y="1131531"/>
                  </a:lnTo>
                  <a:lnTo>
                    <a:pt x="269104" y="1131527"/>
                  </a:lnTo>
                  <a:lnTo>
                    <a:pt x="269116" y="1131517"/>
                  </a:lnTo>
                  <a:lnTo>
                    <a:pt x="269129" y="1131510"/>
                  </a:lnTo>
                  <a:lnTo>
                    <a:pt x="269148" y="1131504"/>
                  </a:lnTo>
                  <a:lnTo>
                    <a:pt x="269167" y="1131500"/>
                  </a:lnTo>
                  <a:lnTo>
                    <a:pt x="269184" y="1131492"/>
                  </a:lnTo>
                  <a:lnTo>
                    <a:pt x="269216" y="1131468"/>
                  </a:lnTo>
                  <a:lnTo>
                    <a:pt x="269250" y="1131451"/>
                  </a:lnTo>
                  <a:lnTo>
                    <a:pt x="269271" y="1131436"/>
                  </a:lnTo>
                  <a:lnTo>
                    <a:pt x="269285" y="1131426"/>
                  </a:lnTo>
                  <a:lnTo>
                    <a:pt x="269303" y="1131390"/>
                  </a:lnTo>
                  <a:lnTo>
                    <a:pt x="269310" y="1131381"/>
                  </a:lnTo>
                  <a:lnTo>
                    <a:pt x="269322" y="1131375"/>
                  </a:lnTo>
                  <a:lnTo>
                    <a:pt x="269336" y="1131377"/>
                  </a:lnTo>
                  <a:lnTo>
                    <a:pt x="269356" y="1131383"/>
                  </a:lnTo>
                  <a:lnTo>
                    <a:pt x="269389" y="1131394"/>
                  </a:lnTo>
                  <a:lnTo>
                    <a:pt x="269423" y="1131406"/>
                  </a:lnTo>
                  <a:lnTo>
                    <a:pt x="269442" y="1131409"/>
                  </a:lnTo>
                  <a:lnTo>
                    <a:pt x="269493" y="1131420"/>
                  </a:lnTo>
                  <a:lnTo>
                    <a:pt x="269537" y="1131423"/>
                  </a:lnTo>
                  <a:lnTo>
                    <a:pt x="269615" y="1131446"/>
                  </a:lnTo>
                  <a:lnTo>
                    <a:pt x="269663" y="1131463"/>
                  </a:lnTo>
                  <a:lnTo>
                    <a:pt x="269674" y="1131477"/>
                  </a:lnTo>
                  <a:lnTo>
                    <a:pt x="269679" y="1131493"/>
                  </a:lnTo>
                  <a:lnTo>
                    <a:pt x="269687" y="1131520"/>
                  </a:lnTo>
                  <a:lnTo>
                    <a:pt x="269694" y="1131550"/>
                  </a:lnTo>
                  <a:lnTo>
                    <a:pt x="269706" y="1131582"/>
                  </a:lnTo>
                  <a:lnTo>
                    <a:pt x="269721" y="1131603"/>
                  </a:lnTo>
                  <a:lnTo>
                    <a:pt x="269734" y="1131615"/>
                  </a:lnTo>
                  <a:lnTo>
                    <a:pt x="269761" y="1131620"/>
                  </a:lnTo>
                  <a:lnTo>
                    <a:pt x="269789" y="1131619"/>
                  </a:lnTo>
                  <a:lnTo>
                    <a:pt x="269874" y="1131611"/>
                  </a:lnTo>
                  <a:lnTo>
                    <a:pt x="269899" y="1131607"/>
                  </a:lnTo>
                  <a:lnTo>
                    <a:pt x="269916" y="1131600"/>
                  </a:lnTo>
                  <a:lnTo>
                    <a:pt x="269950" y="1131582"/>
                  </a:lnTo>
                  <a:lnTo>
                    <a:pt x="269961" y="1131575"/>
                  </a:lnTo>
                  <a:lnTo>
                    <a:pt x="269977" y="1131575"/>
                  </a:lnTo>
                  <a:lnTo>
                    <a:pt x="269992" y="1131580"/>
                  </a:lnTo>
                  <a:lnTo>
                    <a:pt x="270004" y="1131585"/>
                  </a:lnTo>
                  <a:lnTo>
                    <a:pt x="270012" y="1131593"/>
                  </a:lnTo>
                  <a:lnTo>
                    <a:pt x="270023" y="1131604"/>
                  </a:lnTo>
                  <a:lnTo>
                    <a:pt x="270050" y="1131627"/>
                  </a:lnTo>
                  <a:lnTo>
                    <a:pt x="270072" y="1131645"/>
                  </a:lnTo>
                  <a:lnTo>
                    <a:pt x="270094" y="1131651"/>
                  </a:lnTo>
                  <a:lnTo>
                    <a:pt x="270139" y="1131660"/>
                  </a:lnTo>
                  <a:lnTo>
                    <a:pt x="270200" y="1131666"/>
                  </a:lnTo>
                  <a:lnTo>
                    <a:pt x="270242" y="1131657"/>
                  </a:lnTo>
                  <a:lnTo>
                    <a:pt x="270280" y="1131647"/>
                  </a:lnTo>
                  <a:lnTo>
                    <a:pt x="270308" y="1131637"/>
                  </a:lnTo>
                  <a:lnTo>
                    <a:pt x="270351" y="1131617"/>
                  </a:lnTo>
                  <a:lnTo>
                    <a:pt x="270381" y="1131598"/>
                  </a:lnTo>
                  <a:lnTo>
                    <a:pt x="270398" y="1131593"/>
                  </a:lnTo>
                  <a:lnTo>
                    <a:pt x="270412" y="1131592"/>
                  </a:lnTo>
                  <a:lnTo>
                    <a:pt x="270433" y="1131598"/>
                  </a:lnTo>
                  <a:lnTo>
                    <a:pt x="270474" y="1131613"/>
                  </a:lnTo>
                  <a:lnTo>
                    <a:pt x="270500" y="1131620"/>
                  </a:lnTo>
                  <a:lnTo>
                    <a:pt x="270536" y="1131627"/>
                  </a:lnTo>
                  <a:lnTo>
                    <a:pt x="270588" y="1131648"/>
                  </a:lnTo>
                  <a:lnTo>
                    <a:pt x="270602" y="1131652"/>
                  </a:lnTo>
                  <a:lnTo>
                    <a:pt x="270642" y="1131669"/>
                  </a:lnTo>
                  <a:lnTo>
                    <a:pt x="270718" y="1131692"/>
                  </a:lnTo>
                  <a:lnTo>
                    <a:pt x="270734" y="1131695"/>
                  </a:lnTo>
                  <a:lnTo>
                    <a:pt x="270760" y="1131691"/>
                  </a:lnTo>
                  <a:lnTo>
                    <a:pt x="270807" y="1131687"/>
                  </a:lnTo>
                  <a:lnTo>
                    <a:pt x="270855" y="1131686"/>
                  </a:lnTo>
                  <a:lnTo>
                    <a:pt x="270867" y="1131685"/>
                  </a:lnTo>
                  <a:lnTo>
                    <a:pt x="270886" y="1131686"/>
                  </a:lnTo>
                  <a:lnTo>
                    <a:pt x="270896" y="1131684"/>
                  </a:lnTo>
                  <a:lnTo>
                    <a:pt x="270898" y="1131675"/>
                  </a:lnTo>
                  <a:lnTo>
                    <a:pt x="270895" y="1131625"/>
                  </a:lnTo>
                  <a:lnTo>
                    <a:pt x="270887" y="1131582"/>
                  </a:lnTo>
                  <a:lnTo>
                    <a:pt x="270888" y="1131563"/>
                  </a:lnTo>
                  <a:lnTo>
                    <a:pt x="270886" y="1131541"/>
                  </a:lnTo>
                  <a:lnTo>
                    <a:pt x="270869" y="1131502"/>
                  </a:lnTo>
                  <a:lnTo>
                    <a:pt x="270850" y="1131462"/>
                  </a:lnTo>
                  <a:lnTo>
                    <a:pt x="270843" y="1131451"/>
                  </a:lnTo>
                  <a:lnTo>
                    <a:pt x="270837" y="1131440"/>
                  </a:lnTo>
                  <a:lnTo>
                    <a:pt x="270837" y="1131432"/>
                  </a:lnTo>
                  <a:lnTo>
                    <a:pt x="270837" y="1131419"/>
                  </a:lnTo>
                  <a:lnTo>
                    <a:pt x="270838" y="1131405"/>
                  </a:lnTo>
                  <a:lnTo>
                    <a:pt x="270839" y="1131398"/>
                  </a:lnTo>
                  <a:lnTo>
                    <a:pt x="270843" y="1131383"/>
                  </a:lnTo>
                  <a:lnTo>
                    <a:pt x="270853" y="1131352"/>
                  </a:lnTo>
                  <a:lnTo>
                    <a:pt x="270862" y="1131323"/>
                  </a:lnTo>
                  <a:lnTo>
                    <a:pt x="270863" y="1131289"/>
                  </a:lnTo>
                  <a:lnTo>
                    <a:pt x="270865" y="1131250"/>
                  </a:lnTo>
                  <a:lnTo>
                    <a:pt x="270865" y="1131184"/>
                  </a:lnTo>
                  <a:lnTo>
                    <a:pt x="270876" y="1131145"/>
                  </a:lnTo>
                  <a:lnTo>
                    <a:pt x="270887" y="1131101"/>
                  </a:lnTo>
                  <a:lnTo>
                    <a:pt x="270899" y="1131057"/>
                  </a:lnTo>
                  <a:lnTo>
                    <a:pt x="270902" y="1131044"/>
                  </a:lnTo>
                  <a:lnTo>
                    <a:pt x="270903" y="1131038"/>
                  </a:lnTo>
                  <a:lnTo>
                    <a:pt x="270897" y="1131027"/>
                  </a:lnTo>
                  <a:lnTo>
                    <a:pt x="270894" y="1131006"/>
                  </a:lnTo>
                  <a:lnTo>
                    <a:pt x="270893" y="1130983"/>
                  </a:lnTo>
                  <a:lnTo>
                    <a:pt x="270893" y="1130963"/>
                  </a:lnTo>
                  <a:lnTo>
                    <a:pt x="270903" y="1130934"/>
                  </a:lnTo>
                  <a:lnTo>
                    <a:pt x="270923" y="1130912"/>
                  </a:lnTo>
                  <a:lnTo>
                    <a:pt x="270950" y="1130896"/>
                  </a:lnTo>
                  <a:lnTo>
                    <a:pt x="270968" y="1130883"/>
                  </a:lnTo>
                  <a:lnTo>
                    <a:pt x="270980" y="1130883"/>
                  </a:lnTo>
                  <a:lnTo>
                    <a:pt x="270993" y="1130888"/>
                  </a:lnTo>
                  <a:lnTo>
                    <a:pt x="271002" y="1130897"/>
                  </a:lnTo>
                  <a:lnTo>
                    <a:pt x="271035" y="1130934"/>
                  </a:lnTo>
                  <a:lnTo>
                    <a:pt x="271057" y="1130952"/>
                  </a:lnTo>
                  <a:lnTo>
                    <a:pt x="271076" y="1130968"/>
                  </a:lnTo>
                  <a:lnTo>
                    <a:pt x="271115" y="1130998"/>
                  </a:lnTo>
                  <a:lnTo>
                    <a:pt x="271140" y="1131009"/>
                  </a:lnTo>
                  <a:lnTo>
                    <a:pt x="271168" y="1131024"/>
                  </a:lnTo>
                  <a:lnTo>
                    <a:pt x="271205" y="1131045"/>
                  </a:lnTo>
                  <a:lnTo>
                    <a:pt x="271237" y="1131058"/>
                  </a:lnTo>
                  <a:lnTo>
                    <a:pt x="271253" y="1131075"/>
                  </a:lnTo>
                  <a:lnTo>
                    <a:pt x="271320" y="1131118"/>
                  </a:lnTo>
                  <a:lnTo>
                    <a:pt x="271347" y="1131141"/>
                  </a:lnTo>
                  <a:lnTo>
                    <a:pt x="271379" y="1131161"/>
                  </a:lnTo>
                  <a:lnTo>
                    <a:pt x="271412" y="1131173"/>
                  </a:lnTo>
                  <a:lnTo>
                    <a:pt x="271427" y="1131182"/>
                  </a:lnTo>
                  <a:lnTo>
                    <a:pt x="271473" y="1131199"/>
                  </a:lnTo>
                  <a:lnTo>
                    <a:pt x="271514" y="1131207"/>
                  </a:lnTo>
                  <a:lnTo>
                    <a:pt x="271545" y="1131212"/>
                  </a:lnTo>
                  <a:lnTo>
                    <a:pt x="271590" y="1131221"/>
                  </a:lnTo>
                  <a:lnTo>
                    <a:pt x="271622" y="1131223"/>
                  </a:lnTo>
                  <a:lnTo>
                    <a:pt x="271639" y="1131222"/>
                  </a:lnTo>
                  <a:lnTo>
                    <a:pt x="271674" y="1131222"/>
                  </a:lnTo>
                  <a:lnTo>
                    <a:pt x="271700" y="1131224"/>
                  </a:lnTo>
                  <a:lnTo>
                    <a:pt x="271741" y="1131236"/>
                  </a:lnTo>
                  <a:lnTo>
                    <a:pt x="271768" y="1131249"/>
                  </a:lnTo>
                  <a:lnTo>
                    <a:pt x="271813" y="1131266"/>
                  </a:lnTo>
                  <a:lnTo>
                    <a:pt x="271847" y="1131271"/>
                  </a:lnTo>
                  <a:lnTo>
                    <a:pt x="271871" y="1131276"/>
                  </a:lnTo>
                  <a:lnTo>
                    <a:pt x="271908" y="1131279"/>
                  </a:lnTo>
                  <a:lnTo>
                    <a:pt x="271940" y="1131277"/>
                  </a:lnTo>
                  <a:lnTo>
                    <a:pt x="271959" y="1131274"/>
                  </a:lnTo>
                  <a:lnTo>
                    <a:pt x="272015" y="1131276"/>
                  </a:lnTo>
                  <a:lnTo>
                    <a:pt x="272047" y="1131279"/>
                  </a:lnTo>
                  <a:lnTo>
                    <a:pt x="272104" y="1131302"/>
                  </a:lnTo>
                  <a:lnTo>
                    <a:pt x="272129" y="1131308"/>
                  </a:lnTo>
                  <a:lnTo>
                    <a:pt x="272149" y="1131308"/>
                  </a:lnTo>
                  <a:lnTo>
                    <a:pt x="272157" y="1131308"/>
                  </a:lnTo>
                  <a:lnTo>
                    <a:pt x="272160" y="1131303"/>
                  </a:lnTo>
                  <a:lnTo>
                    <a:pt x="272168" y="1131292"/>
                  </a:lnTo>
                  <a:lnTo>
                    <a:pt x="272185" y="1131263"/>
                  </a:lnTo>
                  <a:lnTo>
                    <a:pt x="272217" y="1131191"/>
                  </a:lnTo>
                  <a:lnTo>
                    <a:pt x="272224" y="1131191"/>
                  </a:lnTo>
                  <a:lnTo>
                    <a:pt x="272240" y="1131173"/>
                  </a:lnTo>
                  <a:lnTo>
                    <a:pt x="272261" y="1131150"/>
                  </a:lnTo>
                  <a:lnTo>
                    <a:pt x="272271" y="1131136"/>
                  </a:lnTo>
                  <a:lnTo>
                    <a:pt x="272281" y="1131131"/>
                  </a:lnTo>
                  <a:lnTo>
                    <a:pt x="272300" y="1131121"/>
                  </a:lnTo>
                  <a:lnTo>
                    <a:pt x="272313" y="1131112"/>
                  </a:lnTo>
                  <a:lnTo>
                    <a:pt x="272320" y="1131107"/>
                  </a:lnTo>
                  <a:lnTo>
                    <a:pt x="272325" y="1131103"/>
                  </a:lnTo>
                  <a:lnTo>
                    <a:pt x="272345" y="1131092"/>
                  </a:lnTo>
                  <a:lnTo>
                    <a:pt x="272366" y="1131083"/>
                  </a:lnTo>
                  <a:lnTo>
                    <a:pt x="272372" y="1131077"/>
                  </a:lnTo>
                  <a:lnTo>
                    <a:pt x="272371" y="1131069"/>
                  </a:lnTo>
                  <a:lnTo>
                    <a:pt x="272368" y="1131062"/>
                  </a:lnTo>
                  <a:lnTo>
                    <a:pt x="272357" y="1131042"/>
                  </a:lnTo>
                  <a:lnTo>
                    <a:pt x="272334" y="1131011"/>
                  </a:lnTo>
                  <a:lnTo>
                    <a:pt x="272326" y="1130997"/>
                  </a:lnTo>
                  <a:lnTo>
                    <a:pt x="272305" y="1130968"/>
                  </a:lnTo>
                  <a:lnTo>
                    <a:pt x="272286" y="1130941"/>
                  </a:lnTo>
                  <a:lnTo>
                    <a:pt x="272281" y="1130933"/>
                  </a:lnTo>
                  <a:lnTo>
                    <a:pt x="272271" y="1130914"/>
                  </a:lnTo>
                  <a:lnTo>
                    <a:pt x="272270" y="1130900"/>
                  </a:lnTo>
                  <a:lnTo>
                    <a:pt x="272272" y="1130883"/>
                  </a:lnTo>
                  <a:lnTo>
                    <a:pt x="272281" y="1130857"/>
                  </a:lnTo>
                  <a:lnTo>
                    <a:pt x="272285" y="1130847"/>
                  </a:lnTo>
                  <a:lnTo>
                    <a:pt x="272299" y="1130821"/>
                  </a:lnTo>
                  <a:lnTo>
                    <a:pt x="272308" y="1130797"/>
                  </a:lnTo>
                  <a:lnTo>
                    <a:pt x="272316" y="1130775"/>
                  </a:lnTo>
                  <a:lnTo>
                    <a:pt x="272319" y="1130768"/>
                  </a:lnTo>
                  <a:lnTo>
                    <a:pt x="272320" y="1130760"/>
                  </a:lnTo>
                  <a:lnTo>
                    <a:pt x="272332" y="1130750"/>
                  </a:lnTo>
                  <a:lnTo>
                    <a:pt x="272342" y="1130736"/>
                  </a:lnTo>
                  <a:lnTo>
                    <a:pt x="272371" y="1130714"/>
                  </a:lnTo>
                  <a:lnTo>
                    <a:pt x="272393" y="1130699"/>
                  </a:lnTo>
                  <a:lnTo>
                    <a:pt x="272405" y="1130692"/>
                  </a:lnTo>
                  <a:lnTo>
                    <a:pt x="272413" y="1130682"/>
                  </a:lnTo>
                  <a:lnTo>
                    <a:pt x="272414" y="1130675"/>
                  </a:lnTo>
                  <a:lnTo>
                    <a:pt x="272411" y="1130640"/>
                  </a:lnTo>
                  <a:lnTo>
                    <a:pt x="272409" y="1130603"/>
                  </a:lnTo>
                  <a:lnTo>
                    <a:pt x="272406" y="1130564"/>
                  </a:lnTo>
                  <a:lnTo>
                    <a:pt x="272408" y="1130527"/>
                  </a:lnTo>
                  <a:lnTo>
                    <a:pt x="272422" y="1130481"/>
                  </a:lnTo>
                  <a:lnTo>
                    <a:pt x="272439" y="1130423"/>
                  </a:lnTo>
                  <a:lnTo>
                    <a:pt x="272470" y="1130365"/>
                  </a:lnTo>
                  <a:lnTo>
                    <a:pt x="272482" y="1130344"/>
                  </a:lnTo>
                  <a:lnTo>
                    <a:pt x="272505" y="1130299"/>
                  </a:lnTo>
                  <a:lnTo>
                    <a:pt x="272569" y="1130226"/>
                  </a:lnTo>
                  <a:lnTo>
                    <a:pt x="272591" y="1130203"/>
                  </a:lnTo>
                  <a:lnTo>
                    <a:pt x="272612" y="1130195"/>
                  </a:lnTo>
                  <a:lnTo>
                    <a:pt x="272623" y="1130197"/>
                  </a:lnTo>
                  <a:lnTo>
                    <a:pt x="272632" y="1130202"/>
                  </a:lnTo>
                  <a:lnTo>
                    <a:pt x="272646" y="1130217"/>
                  </a:lnTo>
                  <a:lnTo>
                    <a:pt x="272671" y="1130238"/>
                  </a:lnTo>
                  <a:lnTo>
                    <a:pt x="272682" y="1130252"/>
                  </a:lnTo>
                  <a:lnTo>
                    <a:pt x="272699" y="1130263"/>
                  </a:lnTo>
                  <a:lnTo>
                    <a:pt x="272718" y="1130270"/>
                  </a:lnTo>
                  <a:lnTo>
                    <a:pt x="272758" y="1130277"/>
                  </a:lnTo>
                  <a:lnTo>
                    <a:pt x="272798" y="1130280"/>
                  </a:lnTo>
                  <a:lnTo>
                    <a:pt x="272845" y="1130271"/>
                  </a:lnTo>
                  <a:lnTo>
                    <a:pt x="272889" y="1130258"/>
                  </a:lnTo>
                  <a:lnTo>
                    <a:pt x="272915" y="1130247"/>
                  </a:lnTo>
                  <a:lnTo>
                    <a:pt x="272955" y="1130229"/>
                  </a:lnTo>
                  <a:lnTo>
                    <a:pt x="272992" y="1130206"/>
                  </a:lnTo>
                  <a:lnTo>
                    <a:pt x="273024" y="1130179"/>
                  </a:lnTo>
                  <a:lnTo>
                    <a:pt x="273061" y="1130142"/>
                  </a:lnTo>
                  <a:lnTo>
                    <a:pt x="273080" y="1130122"/>
                  </a:lnTo>
                  <a:lnTo>
                    <a:pt x="273088" y="1130096"/>
                  </a:lnTo>
                  <a:lnTo>
                    <a:pt x="273102" y="1130052"/>
                  </a:lnTo>
                  <a:lnTo>
                    <a:pt x="273107" y="1130023"/>
                  </a:lnTo>
                  <a:lnTo>
                    <a:pt x="273111" y="1130001"/>
                  </a:lnTo>
                  <a:lnTo>
                    <a:pt x="273116" y="1129980"/>
                  </a:lnTo>
                  <a:lnTo>
                    <a:pt x="273116" y="1129946"/>
                  </a:lnTo>
                  <a:lnTo>
                    <a:pt x="273121" y="1129910"/>
                  </a:lnTo>
                  <a:lnTo>
                    <a:pt x="273125" y="1129885"/>
                  </a:lnTo>
                  <a:lnTo>
                    <a:pt x="273136" y="1129862"/>
                  </a:lnTo>
                  <a:lnTo>
                    <a:pt x="273145" y="1129851"/>
                  </a:lnTo>
                  <a:lnTo>
                    <a:pt x="273164" y="1129842"/>
                  </a:lnTo>
                  <a:lnTo>
                    <a:pt x="273173" y="1129836"/>
                  </a:lnTo>
                  <a:lnTo>
                    <a:pt x="273194" y="1129820"/>
                  </a:lnTo>
                  <a:lnTo>
                    <a:pt x="273209" y="1129812"/>
                  </a:lnTo>
                  <a:lnTo>
                    <a:pt x="273230" y="1129796"/>
                  </a:lnTo>
                  <a:lnTo>
                    <a:pt x="273240" y="1129786"/>
                  </a:lnTo>
                  <a:lnTo>
                    <a:pt x="273249" y="1129775"/>
                  </a:lnTo>
                  <a:lnTo>
                    <a:pt x="273258" y="1129762"/>
                  </a:lnTo>
                  <a:lnTo>
                    <a:pt x="273267" y="1129747"/>
                  </a:lnTo>
                  <a:lnTo>
                    <a:pt x="273284" y="1129712"/>
                  </a:lnTo>
                  <a:lnTo>
                    <a:pt x="273298" y="1129687"/>
                  </a:lnTo>
                  <a:lnTo>
                    <a:pt x="273359" y="1129553"/>
                  </a:lnTo>
                  <a:lnTo>
                    <a:pt x="273377" y="1129493"/>
                  </a:lnTo>
                  <a:lnTo>
                    <a:pt x="273386" y="1129476"/>
                  </a:lnTo>
                  <a:lnTo>
                    <a:pt x="273400" y="1129452"/>
                  </a:lnTo>
                  <a:lnTo>
                    <a:pt x="273411" y="1129424"/>
                  </a:lnTo>
                  <a:lnTo>
                    <a:pt x="273431" y="1129378"/>
                  </a:lnTo>
                  <a:lnTo>
                    <a:pt x="273441" y="1129358"/>
                  </a:lnTo>
                  <a:lnTo>
                    <a:pt x="273451" y="1129337"/>
                  </a:lnTo>
                  <a:lnTo>
                    <a:pt x="273460" y="1129312"/>
                  </a:lnTo>
                  <a:lnTo>
                    <a:pt x="273459" y="1129275"/>
                  </a:lnTo>
                  <a:lnTo>
                    <a:pt x="273462" y="1129223"/>
                  </a:lnTo>
                  <a:lnTo>
                    <a:pt x="273459" y="1129186"/>
                  </a:lnTo>
                  <a:lnTo>
                    <a:pt x="273455" y="1129159"/>
                  </a:lnTo>
                  <a:lnTo>
                    <a:pt x="273447" y="1129160"/>
                  </a:lnTo>
                  <a:lnTo>
                    <a:pt x="273428" y="1129161"/>
                  </a:lnTo>
                  <a:lnTo>
                    <a:pt x="273409" y="1129162"/>
                  </a:lnTo>
                  <a:lnTo>
                    <a:pt x="273389" y="1129160"/>
                  </a:lnTo>
                  <a:lnTo>
                    <a:pt x="273364" y="1129162"/>
                  </a:lnTo>
                  <a:lnTo>
                    <a:pt x="273329" y="1129164"/>
                  </a:lnTo>
                  <a:lnTo>
                    <a:pt x="273277" y="1129155"/>
                  </a:lnTo>
                  <a:lnTo>
                    <a:pt x="273242" y="1129142"/>
                  </a:lnTo>
                  <a:lnTo>
                    <a:pt x="273207" y="1129129"/>
                  </a:lnTo>
                  <a:lnTo>
                    <a:pt x="273176" y="1129120"/>
                  </a:lnTo>
                  <a:lnTo>
                    <a:pt x="273149" y="1129111"/>
                  </a:lnTo>
                  <a:lnTo>
                    <a:pt x="273126" y="1129097"/>
                  </a:lnTo>
                  <a:lnTo>
                    <a:pt x="273106" y="1129069"/>
                  </a:lnTo>
                  <a:lnTo>
                    <a:pt x="273091" y="1129053"/>
                  </a:lnTo>
                  <a:lnTo>
                    <a:pt x="273060" y="1129016"/>
                  </a:lnTo>
                  <a:lnTo>
                    <a:pt x="273035" y="1128983"/>
                  </a:lnTo>
                  <a:lnTo>
                    <a:pt x="273024" y="1128965"/>
                  </a:lnTo>
                  <a:lnTo>
                    <a:pt x="273012" y="1128941"/>
                  </a:lnTo>
                  <a:lnTo>
                    <a:pt x="273003" y="1128896"/>
                  </a:lnTo>
                  <a:lnTo>
                    <a:pt x="272995" y="1128879"/>
                  </a:lnTo>
                  <a:lnTo>
                    <a:pt x="272995" y="1128870"/>
                  </a:lnTo>
                  <a:lnTo>
                    <a:pt x="272999" y="1128865"/>
                  </a:lnTo>
                  <a:lnTo>
                    <a:pt x="273037" y="1128845"/>
                  </a:lnTo>
                  <a:lnTo>
                    <a:pt x="273080" y="1128826"/>
                  </a:lnTo>
                  <a:lnTo>
                    <a:pt x="273091" y="1128819"/>
                  </a:lnTo>
                  <a:lnTo>
                    <a:pt x="273117" y="1128802"/>
                  </a:lnTo>
                  <a:lnTo>
                    <a:pt x="273138" y="1128783"/>
                  </a:lnTo>
                  <a:lnTo>
                    <a:pt x="273164" y="1128750"/>
                  </a:lnTo>
                  <a:lnTo>
                    <a:pt x="273184" y="1128729"/>
                  </a:lnTo>
                  <a:lnTo>
                    <a:pt x="273197" y="1128710"/>
                  </a:lnTo>
                  <a:lnTo>
                    <a:pt x="273232" y="1128691"/>
                  </a:lnTo>
                  <a:lnTo>
                    <a:pt x="273253" y="1128680"/>
                  </a:lnTo>
                  <a:lnTo>
                    <a:pt x="273274" y="1128655"/>
                  </a:lnTo>
                  <a:lnTo>
                    <a:pt x="273287" y="1128628"/>
                  </a:lnTo>
                  <a:lnTo>
                    <a:pt x="273282" y="1128613"/>
                  </a:lnTo>
                  <a:lnTo>
                    <a:pt x="273291" y="1128584"/>
                  </a:lnTo>
                  <a:lnTo>
                    <a:pt x="273296" y="1128569"/>
                  </a:lnTo>
                  <a:lnTo>
                    <a:pt x="273299" y="1128562"/>
                  </a:lnTo>
                  <a:lnTo>
                    <a:pt x="273318" y="1128543"/>
                  </a:lnTo>
                  <a:lnTo>
                    <a:pt x="273330" y="1128530"/>
                  </a:lnTo>
                  <a:lnTo>
                    <a:pt x="273339" y="1128518"/>
                  </a:lnTo>
                  <a:lnTo>
                    <a:pt x="273361" y="1128498"/>
                  </a:lnTo>
                  <a:lnTo>
                    <a:pt x="273383" y="1128473"/>
                  </a:lnTo>
                  <a:lnTo>
                    <a:pt x="273409" y="1128450"/>
                  </a:lnTo>
                  <a:lnTo>
                    <a:pt x="273430" y="1128422"/>
                  </a:lnTo>
                  <a:lnTo>
                    <a:pt x="273480" y="1128369"/>
                  </a:lnTo>
                  <a:lnTo>
                    <a:pt x="273564" y="1128250"/>
                  </a:lnTo>
                  <a:lnTo>
                    <a:pt x="273571" y="1128154"/>
                  </a:lnTo>
                  <a:lnTo>
                    <a:pt x="273574" y="1128115"/>
                  </a:lnTo>
                  <a:lnTo>
                    <a:pt x="273572" y="1128091"/>
                  </a:lnTo>
                  <a:lnTo>
                    <a:pt x="273571" y="1128072"/>
                  </a:lnTo>
                  <a:lnTo>
                    <a:pt x="273572" y="1128061"/>
                  </a:lnTo>
                  <a:lnTo>
                    <a:pt x="273597" y="1128051"/>
                  </a:lnTo>
                  <a:lnTo>
                    <a:pt x="273609" y="1128049"/>
                  </a:lnTo>
                  <a:lnTo>
                    <a:pt x="273642" y="1128037"/>
                  </a:lnTo>
                  <a:lnTo>
                    <a:pt x="273668" y="1128028"/>
                  </a:lnTo>
                  <a:lnTo>
                    <a:pt x="273685" y="1128016"/>
                  </a:lnTo>
                  <a:lnTo>
                    <a:pt x="273692" y="1127968"/>
                  </a:lnTo>
                  <a:lnTo>
                    <a:pt x="273722" y="1127901"/>
                  </a:lnTo>
                  <a:lnTo>
                    <a:pt x="273743" y="1127846"/>
                  </a:lnTo>
                  <a:lnTo>
                    <a:pt x="273768" y="1127797"/>
                  </a:lnTo>
                  <a:lnTo>
                    <a:pt x="273794" y="1127743"/>
                  </a:lnTo>
                  <a:lnTo>
                    <a:pt x="273809" y="1127692"/>
                  </a:lnTo>
                  <a:lnTo>
                    <a:pt x="273841" y="1127683"/>
                  </a:lnTo>
                  <a:lnTo>
                    <a:pt x="273931" y="1127630"/>
                  </a:lnTo>
                  <a:lnTo>
                    <a:pt x="273993" y="1127598"/>
                  </a:lnTo>
                  <a:lnTo>
                    <a:pt x="274048" y="1127571"/>
                  </a:lnTo>
                  <a:lnTo>
                    <a:pt x="274084" y="1127551"/>
                  </a:lnTo>
                  <a:lnTo>
                    <a:pt x="274124" y="1127522"/>
                  </a:lnTo>
                  <a:lnTo>
                    <a:pt x="274139" y="1127500"/>
                  </a:lnTo>
                  <a:lnTo>
                    <a:pt x="274193" y="1127374"/>
                  </a:lnTo>
                  <a:lnTo>
                    <a:pt x="274209" y="1127341"/>
                  </a:lnTo>
                  <a:lnTo>
                    <a:pt x="274183" y="1127317"/>
                  </a:lnTo>
                  <a:lnTo>
                    <a:pt x="274158" y="1127292"/>
                  </a:lnTo>
                  <a:lnTo>
                    <a:pt x="274137" y="1127275"/>
                  </a:lnTo>
                  <a:lnTo>
                    <a:pt x="274113" y="1127253"/>
                  </a:lnTo>
                  <a:lnTo>
                    <a:pt x="274105" y="1127242"/>
                  </a:lnTo>
                  <a:lnTo>
                    <a:pt x="274096" y="1127229"/>
                  </a:lnTo>
                  <a:lnTo>
                    <a:pt x="274087" y="1127216"/>
                  </a:lnTo>
                  <a:lnTo>
                    <a:pt x="274082" y="1127204"/>
                  </a:lnTo>
                  <a:lnTo>
                    <a:pt x="274081" y="1127198"/>
                  </a:lnTo>
                  <a:lnTo>
                    <a:pt x="274082" y="1127174"/>
                  </a:lnTo>
                  <a:lnTo>
                    <a:pt x="274082" y="1127146"/>
                  </a:lnTo>
                  <a:lnTo>
                    <a:pt x="274084" y="1127138"/>
                  </a:lnTo>
                  <a:lnTo>
                    <a:pt x="274085" y="1127128"/>
                  </a:lnTo>
                  <a:lnTo>
                    <a:pt x="274088" y="1127103"/>
                  </a:lnTo>
                  <a:lnTo>
                    <a:pt x="274101" y="1127072"/>
                  </a:lnTo>
                  <a:lnTo>
                    <a:pt x="274115" y="1127042"/>
                  </a:lnTo>
                  <a:lnTo>
                    <a:pt x="274120" y="1127032"/>
                  </a:lnTo>
                  <a:lnTo>
                    <a:pt x="274119" y="1127018"/>
                  </a:lnTo>
                  <a:lnTo>
                    <a:pt x="274110" y="1126985"/>
                  </a:lnTo>
                  <a:lnTo>
                    <a:pt x="274110" y="1126976"/>
                  </a:lnTo>
                  <a:lnTo>
                    <a:pt x="274112" y="1126965"/>
                  </a:lnTo>
                  <a:lnTo>
                    <a:pt x="274126" y="1126959"/>
                  </a:lnTo>
                  <a:lnTo>
                    <a:pt x="274146" y="1126955"/>
                  </a:lnTo>
                  <a:lnTo>
                    <a:pt x="274174" y="1126954"/>
                  </a:lnTo>
                  <a:lnTo>
                    <a:pt x="274190" y="1126950"/>
                  </a:lnTo>
                  <a:lnTo>
                    <a:pt x="274202" y="1126942"/>
                  </a:lnTo>
                  <a:lnTo>
                    <a:pt x="274207" y="1126932"/>
                  </a:lnTo>
                  <a:lnTo>
                    <a:pt x="274208" y="1126918"/>
                  </a:lnTo>
                  <a:lnTo>
                    <a:pt x="274205" y="1126908"/>
                  </a:lnTo>
                  <a:lnTo>
                    <a:pt x="274200" y="1126899"/>
                  </a:lnTo>
                  <a:lnTo>
                    <a:pt x="274190" y="1126888"/>
                  </a:lnTo>
                  <a:lnTo>
                    <a:pt x="274186" y="1126880"/>
                  </a:lnTo>
                  <a:lnTo>
                    <a:pt x="274182" y="1126867"/>
                  </a:lnTo>
                  <a:lnTo>
                    <a:pt x="274179" y="1126858"/>
                  </a:lnTo>
                  <a:lnTo>
                    <a:pt x="274182" y="1126851"/>
                  </a:lnTo>
                  <a:lnTo>
                    <a:pt x="274196" y="1126846"/>
                  </a:lnTo>
                  <a:lnTo>
                    <a:pt x="274216" y="1126846"/>
                  </a:lnTo>
                  <a:lnTo>
                    <a:pt x="274234" y="1126849"/>
                  </a:lnTo>
                  <a:lnTo>
                    <a:pt x="274272" y="1126847"/>
                  </a:lnTo>
                  <a:lnTo>
                    <a:pt x="274321" y="1126846"/>
                  </a:lnTo>
                  <a:lnTo>
                    <a:pt x="274372" y="1126832"/>
                  </a:lnTo>
                  <a:lnTo>
                    <a:pt x="274450" y="1126827"/>
                  </a:lnTo>
                  <a:lnTo>
                    <a:pt x="274594" y="1126819"/>
                  </a:lnTo>
                  <a:lnTo>
                    <a:pt x="274663" y="1126811"/>
                  </a:lnTo>
                  <a:lnTo>
                    <a:pt x="274739" y="1126793"/>
                  </a:lnTo>
                  <a:lnTo>
                    <a:pt x="274777" y="1126774"/>
                  </a:lnTo>
                  <a:lnTo>
                    <a:pt x="274815" y="1126747"/>
                  </a:lnTo>
                  <a:lnTo>
                    <a:pt x="274849" y="1126720"/>
                  </a:lnTo>
                  <a:lnTo>
                    <a:pt x="274855" y="1126711"/>
                  </a:lnTo>
                  <a:lnTo>
                    <a:pt x="274877" y="1126693"/>
                  </a:lnTo>
                  <a:lnTo>
                    <a:pt x="274891" y="1126681"/>
                  </a:lnTo>
                  <a:lnTo>
                    <a:pt x="274893" y="1126672"/>
                  </a:lnTo>
                  <a:lnTo>
                    <a:pt x="274886" y="1126657"/>
                  </a:lnTo>
                  <a:lnTo>
                    <a:pt x="274873" y="1126639"/>
                  </a:lnTo>
                  <a:lnTo>
                    <a:pt x="274866" y="1126628"/>
                  </a:lnTo>
                  <a:lnTo>
                    <a:pt x="274846" y="1126604"/>
                  </a:lnTo>
                  <a:lnTo>
                    <a:pt x="274829" y="1126574"/>
                  </a:lnTo>
                  <a:lnTo>
                    <a:pt x="274817" y="1126545"/>
                  </a:lnTo>
                  <a:lnTo>
                    <a:pt x="274795" y="1126495"/>
                  </a:lnTo>
                  <a:lnTo>
                    <a:pt x="274776" y="1126464"/>
                  </a:lnTo>
                  <a:lnTo>
                    <a:pt x="274764" y="1126409"/>
                  </a:lnTo>
                  <a:lnTo>
                    <a:pt x="274760" y="1126351"/>
                  </a:lnTo>
                  <a:lnTo>
                    <a:pt x="274757" y="1126337"/>
                  </a:lnTo>
                  <a:lnTo>
                    <a:pt x="274744" y="1126303"/>
                  </a:lnTo>
                  <a:lnTo>
                    <a:pt x="274716" y="1126261"/>
                  </a:lnTo>
                  <a:lnTo>
                    <a:pt x="274700" y="1126233"/>
                  </a:lnTo>
                  <a:lnTo>
                    <a:pt x="274691" y="1126216"/>
                  </a:lnTo>
                  <a:lnTo>
                    <a:pt x="274686" y="1126209"/>
                  </a:lnTo>
                  <a:lnTo>
                    <a:pt x="274667" y="1126177"/>
                  </a:lnTo>
                  <a:lnTo>
                    <a:pt x="274664" y="1126163"/>
                  </a:lnTo>
                  <a:lnTo>
                    <a:pt x="274662" y="1126153"/>
                  </a:lnTo>
                  <a:lnTo>
                    <a:pt x="274654" y="1126134"/>
                  </a:lnTo>
                  <a:lnTo>
                    <a:pt x="274631" y="1126114"/>
                  </a:lnTo>
                  <a:lnTo>
                    <a:pt x="274598" y="1126080"/>
                  </a:lnTo>
                  <a:lnTo>
                    <a:pt x="274578" y="1126052"/>
                  </a:lnTo>
                  <a:lnTo>
                    <a:pt x="274563" y="1126021"/>
                  </a:lnTo>
                  <a:lnTo>
                    <a:pt x="274560" y="1126011"/>
                  </a:lnTo>
                  <a:lnTo>
                    <a:pt x="274557" y="1126004"/>
                  </a:lnTo>
                  <a:lnTo>
                    <a:pt x="274549" y="1125975"/>
                  </a:lnTo>
                  <a:lnTo>
                    <a:pt x="274545" y="1125950"/>
                  </a:lnTo>
                  <a:lnTo>
                    <a:pt x="274541" y="1125928"/>
                  </a:lnTo>
                  <a:lnTo>
                    <a:pt x="274514" y="1125843"/>
                  </a:lnTo>
                  <a:lnTo>
                    <a:pt x="274489" y="1125769"/>
                  </a:lnTo>
                  <a:lnTo>
                    <a:pt x="274490" y="1125741"/>
                  </a:lnTo>
                  <a:lnTo>
                    <a:pt x="274488" y="1125730"/>
                  </a:lnTo>
                  <a:lnTo>
                    <a:pt x="274481" y="1125724"/>
                  </a:lnTo>
                  <a:lnTo>
                    <a:pt x="274454" y="1125709"/>
                  </a:lnTo>
                  <a:lnTo>
                    <a:pt x="274445" y="1125701"/>
                  </a:lnTo>
                  <a:lnTo>
                    <a:pt x="274438" y="1125696"/>
                  </a:lnTo>
                  <a:lnTo>
                    <a:pt x="274409" y="1125674"/>
                  </a:lnTo>
                  <a:lnTo>
                    <a:pt x="274390" y="1125657"/>
                  </a:lnTo>
                  <a:lnTo>
                    <a:pt x="274375" y="1125646"/>
                  </a:lnTo>
                  <a:lnTo>
                    <a:pt x="274367" y="1125636"/>
                  </a:lnTo>
                  <a:lnTo>
                    <a:pt x="274354" y="1125618"/>
                  </a:lnTo>
                  <a:lnTo>
                    <a:pt x="274350" y="1125612"/>
                  </a:lnTo>
                  <a:lnTo>
                    <a:pt x="274335" y="1125588"/>
                  </a:lnTo>
                  <a:lnTo>
                    <a:pt x="274326" y="1125565"/>
                  </a:lnTo>
                  <a:lnTo>
                    <a:pt x="274324" y="1125551"/>
                  </a:lnTo>
                  <a:lnTo>
                    <a:pt x="274318" y="1125530"/>
                  </a:lnTo>
                  <a:lnTo>
                    <a:pt x="274290" y="1125495"/>
                  </a:lnTo>
                  <a:lnTo>
                    <a:pt x="274270" y="1125470"/>
                  </a:lnTo>
                  <a:lnTo>
                    <a:pt x="274212" y="1125416"/>
                  </a:lnTo>
                  <a:lnTo>
                    <a:pt x="274188" y="1125390"/>
                  </a:lnTo>
                  <a:lnTo>
                    <a:pt x="274176" y="1125372"/>
                  </a:lnTo>
                  <a:lnTo>
                    <a:pt x="274169" y="1125351"/>
                  </a:lnTo>
                  <a:lnTo>
                    <a:pt x="274168" y="1125324"/>
                  </a:lnTo>
                  <a:lnTo>
                    <a:pt x="274168" y="1125301"/>
                  </a:lnTo>
                  <a:lnTo>
                    <a:pt x="274164" y="1125257"/>
                  </a:lnTo>
                  <a:lnTo>
                    <a:pt x="274163" y="1125213"/>
                  </a:lnTo>
                  <a:lnTo>
                    <a:pt x="274195" y="1125157"/>
                  </a:lnTo>
                  <a:lnTo>
                    <a:pt x="274218" y="1125120"/>
                  </a:lnTo>
                  <a:lnTo>
                    <a:pt x="274242" y="1125101"/>
                  </a:lnTo>
                  <a:lnTo>
                    <a:pt x="274297" y="1125053"/>
                  </a:lnTo>
                  <a:lnTo>
                    <a:pt x="274316" y="1125035"/>
                  </a:lnTo>
                  <a:lnTo>
                    <a:pt x="274331" y="1125015"/>
                  </a:lnTo>
                  <a:lnTo>
                    <a:pt x="274353" y="1124981"/>
                  </a:lnTo>
                  <a:lnTo>
                    <a:pt x="274365" y="1124955"/>
                  </a:lnTo>
                  <a:lnTo>
                    <a:pt x="274375" y="1124929"/>
                  </a:lnTo>
                  <a:lnTo>
                    <a:pt x="274380" y="1124902"/>
                  </a:lnTo>
                  <a:lnTo>
                    <a:pt x="274393" y="1124867"/>
                  </a:lnTo>
                  <a:lnTo>
                    <a:pt x="274404" y="1124839"/>
                  </a:lnTo>
                  <a:lnTo>
                    <a:pt x="274405" y="1124830"/>
                  </a:lnTo>
                  <a:lnTo>
                    <a:pt x="274406" y="1124790"/>
                  </a:lnTo>
                  <a:lnTo>
                    <a:pt x="274403" y="1124763"/>
                  </a:lnTo>
                  <a:lnTo>
                    <a:pt x="274402" y="1124734"/>
                  </a:lnTo>
                  <a:lnTo>
                    <a:pt x="274401" y="1124692"/>
                  </a:lnTo>
                  <a:lnTo>
                    <a:pt x="274401" y="1124656"/>
                  </a:lnTo>
                  <a:lnTo>
                    <a:pt x="274400" y="1124645"/>
                  </a:lnTo>
                  <a:lnTo>
                    <a:pt x="274389" y="1124641"/>
                  </a:lnTo>
                  <a:lnTo>
                    <a:pt x="274372" y="1124636"/>
                  </a:lnTo>
                  <a:lnTo>
                    <a:pt x="274344" y="1124623"/>
                  </a:lnTo>
                  <a:lnTo>
                    <a:pt x="274328" y="1124618"/>
                  </a:lnTo>
                  <a:lnTo>
                    <a:pt x="274307" y="1124606"/>
                  </a:lnTo>
                  <a:lnTo>
                    <a:pt x="274287" y="1124595"/>
                  </a:lnTo>
                  <a:lnTo>
                    <a:pt x="274257" y="1124565"/>
                  </a:lnTo>
                  <a:lnTo>
                    <a:pt x="274226" y="1124531"/>
                  </a:lnTo>
                  <a:lnTo>
                    <a:pt x="274205" y="1124510"/>
                  </a:lnTo>
                  <a:lnTo>
                    <a:pt x="274163" y="1124468"/>
                  </a:lnTo>
                  <a:lnTo>
                    <a:pt x="274138" y="1124452"/>
                  </a:lnTo>
                  <a:lnTo>
                    <a:pt x="274095" y="1124419"/>
                  </a:lnTo>
                  <a:lnTo>
                    <a:pt x="274071" y="1124402"/>
                  </a:lnTo>
                  <a:lnTo>
                    <a:pt x="274059" y="1124369"/>
                  </a:lnTo>
                  <a:lnTo>
                    <a:pt x="274041" y="1124335"/>
                  </a:lnTo>
                  <a:lnTo>
                    <a:pt x="274016" y="1124298"/>
                  </a:lnTo>
                  <a:lnTo>
                    <a:pt x="274003" y="1124273"/>
                  </a:lnTo>
                  <a:lnTo>
                    <a:pt x="273987" y="1124222"/>
                  </a:lnTo>
                  <a:lnTo>
                    <a:pt x="273984" y="1124214"/>
                  </a:lnTo>
                  <a:lnTo>
                    <a:pt x="273979" y="1124187"/>
                  </a:lnTo>
                  <a:lnTo>
                    <a:pt x="273975" y="1124159"/>
                  </a:lnTo>
                  <a:lnTo>
                    <a:pt x="273979" y="1124119"/>
                  </a:lnTo>
                  <a:lnTo>
                    <a:pt x="273982" y="1124094"/>
                  </a:lnTo>
                  <a:lnTo>
                    <a:pt x="273989" y="1124067"/>
                  </a:lnTo>
                  <a:lnTo>
                    <a:pt x="273988" y="1124061"/>
                  </a:lnTo>
                  <a:lnTo>
                    <a:pt x="273980" y="1124060"/>
                  </a:lnTo>
                  <a:lnTo>
                    <a:pt x="273951" y="1124053"/>
                  </a:lnTo>
                  <a:lnTo>
                    <a:pt x="273934" y="1124047"/>
                  </a:lnTo>
                  <a:lnTo>
                    <a:pt x="273915" y="1124043"/>
                  </a:lnTo>
                  <a:lnTo>
                    <a:pt x="273891" y="1124029"/>
                  </a:lnTo>
                  <a:lnTo>
                    <a:pt x="273868" y="1124017"/>
                  </a:lnTo>
                  <a:lnTo>
                    <a:pt x="273833" y="1123999"/>
                  </a:lnTo>
                  <a:lnTo>
                    <a:pt x="273807" y="1123986"/>
                  </a:lnTo>
                  <a:lnTo>
                    <a:pt x="273779" y="1123967"/>
                  </a:lnTo>
                  <a:lnTo>
                    <a:pt x="273761" y="1123926"/>
                  </a:lnTo>
                  <a:lnTo>
                    <a:pt x="273738" y="1123903"/>
                  </a:lnTo>
                  <a:lnTo>
                    <a:pt x="273722" y="1123883"/>
                  </a:lnTo>
                  <a:lnTo>
                    <a:pt x="273693" y="1123852"/>
                  </a:lnTo>
                  <a:lnTo>
                    <a:pt x="273687" y="1123846"/>
                  </a:lnTo>
                  <a:lnTo>
                    <a:pt x="273669" y="1123832"/>
                  </a:lnTo>
                  <a:lnTo>
                    <a:pt x="273637" y="1123796"/>
                  </a:lnTo>
                  <a:lnTo>
                    <a:pt x="273611" y="1123768"/>
                  </a:lnTo>
                  <a:lnTo>
                    <a:pt x="273589" y="1123745"/>
                  </a:lnTo>
                  <a:lnTo>
                    <a:pt x="273590" y="1123736"/>
                  </a:lnTo>
                  <a:lnTo>
                    <a:pt x="273592" y="1123722"/>
                  </a:lnTo>
                  <a:lnTo>
                    <a:pt x="273594" y="1123704"/>
                  </a:lnTo>
                  <a:lnTo>
                    <a:pt x="273592" y="1123689"/>
                  </a:lnTo>
                  <a:lnTo>
                    <a:pt x="273583" y="1123670"/>
                  </a:lnTo>
                  <a:lnTo>
                    <a:pt x="273574" y="1123642"/>
                  </a:lnTo>
                  <a:lnTo>
                    <a:pt x="273571" y="1123619"/>
                  </a:lnTo>
                  <a:lnTo>
                    <a:pt x="273573" y="1123603"/>
                  </a:lnTo>
                  <a:lnTo>
                    <a:pt x="273580" y="1123579"/>
                  </a:lnTo>
                  <a:lnTo>
                    <a:pt x="273601" y="1123544"/>
                  </a:lnTo>
                  <a:lnTo>
                    <a:pt x="273607" y="1123527"/>
                  </a:lnTo>
                  <a:lnTo>
                    <a:pt x="273619" y="1123478"/>
                  </a:lnTo>
                  <a:lnTo>
                    <a:pt x="273614" y="1123437"/>
                  </a:lnTo>
                  <a:lnTo>
                    <a:pt x="273603" y="1123405"/>
                  </a:lnTo>
                  <a:lnTo>
                    <a:pt x="273585" y="1123379"/>
                  </a:lnTo>
                  <a:lnTo>
                    <a:pt x="273557" y="1123346"/>
                  </a:lnTo>
                  <a:lnTo>
                    <a:pt x="273524" y="1123323"/>
                  </a:lnTo>
                  <a:lnTo>
                    <a:pt x="273438" y="1123237"/>
                  </a:lnTo>
                  <a:lnTo>
                    <a:pt x="273432" y="1123226"/>
                  </a:lnTo>
                  <a:lnTo>
                    <a:pt x="273415" y="1123197"/>
                  </a:lnTo>
                  <a:lnTo>
                    <a:pt x="273402" y="1123175"/>
                  </a:lnTo>
                  <a:lnTo>
                    <a:pt x="273389" y="1123142"/>
                  </a:lnTo>
                  <a:lnTo>
                    <a:pt x="273380" y="1123116"/>
                  </a:lnTo>
                  <a:lnTo>
                    <a:pt x="273378" y="1123102"/>
                  </a:lnTo>
                  <a:lnTo>
                    <a:pt x="273374" y="1123084"/>
                  </a:lnTo>
                  <a:lnTo>
                    <a:pt x="273359" y="1123051"/>
                  </a:lnTo>
                  <a:lnTo>
                    <a:pt x="273327" y="1122954"/>
                  </a:lnTo>
                  <a:lnTo>
                    <a:pt x="273297" y="1122861"/>
                  </a:lnTo>
                  <a:lnTo>
                    <a:pt x="273282" y="1122832"/>
                  </a:lnTo>
                  <a:lnTo>
                    <a:pt x="273268" y="1122819"/>
                  </a:lnTo>
                  <a:lnTo>
                    <a:pt x="273255" y="1122814"/>
                  </a:lnTo>
                  <a:lnTo>
                    <a:pt x="273245" y="1122814"/>
                  </a:lnTo>
                  <a:lnTo>
                    <a:pt x="273230" y="1122819"/>
                  </a:lnTo>
                  <a:lnTo>
                    <a:pt x="273213" y="1122823"/>
                  </a:lnTo>
                  <a:lnTo>
                    <a:pt x="273197" y="1122826"/>
                  </a:lnTo>
                  <a:lnTo>
                    <a:pt x="273174" y="1122829"/>
                  </a:lnTo>
                  <a:lnTo>
                    <a:pt x="273162" y="1122827"/>
                  </a:lnTo>
                  <a:lnTo>
                    <a:pt x="273145" y="1122817"/>
                  </a:lnTo>
                  <a:lnTo>
                    <a:pt x="273138" y="1122809"/>
                  </a:lnTo>
                  <a:lnTo>
                    <a:pt x="273133" y="1122805"/>
                  </a:lnTo>
                  <a:lnTo>
                    <a:pt x="273122" y="1122793"/>
                  </a:lnTo>
                  <a:lnTo>
                    <a:pt x="273118" y="1122766"/>
                  </a:lnTo>
                  <a:lnTo>
                    <a:pt x="273118" y="1122730"/>
                  </a:lnTo>
                  <a:lnTo>
                    <a:pt x="273127" y="1122634"/>
                  </a:lnTo>
                  <a:lnTo>
                    <a:pt x="273131" y="1122605"/>
                  </a:lnTo>
                  <a:lnTo>
                    <a:pt x="273130" y="1122521"/>
                  </a:lnTo>
                  <a:lnTo>
                    <a:pt x="273130" y="1122477"/>
                  </a:lnTo>
                  <a:lnTo>
                    <a:pt x="273117" y="1122417"/>
                  </a:lnTo>
                  <a:lnTo>
                    <a:pt x="273097" y="1122374"/>
                  </a:lnTo>
                  <a:lnTo>
                    <a:pt x="273084" y="1122332"/>
                  </a:lnTo>
                  <a:lnTo>
                    <a:pt x="273087" y="1122301"/>
                  </a:lnTo>
                  <a:lnTo>
                    <a:pt x="273097" y="1122279"/>
                  </a:lnTo>
                  <a:lnTo>
                    <a:pt x="273112" y="1122264"/>
                  </a:lnTo>
                  <a:lnTo>
                    <a:pt x="273127" y="1122246"/>
                  </a:lnTo>
                  <a:lnTo>
                    <a:pt x="273140" y="1122228"/>
                  </a:lnTo>
                  <a:lnTo>
                    <a:pt x="273145" y="1122224"/>
                  </a:lnTo>
                  <a:lnTo>
                    <a:pt x="273170" y="1122212"/>
                  </a:lnTo>
                  <a:lnTo>
                    <a:pt x="273202" y="1122198"/>
                  </a:lnTo>
                  <a:lnTo>
                    <a:pt x="273292" y="1122188"/>
                  </a:lnTo>
                  <a:lnTo>
                    <a:pt x="273334" y="1122170"/>
                  </a:lnTo>
                  <a:lnTo>
                    <a:pt x="273364" y="1122148"/>
                  </a:lnTo>
                  <a:lnTo>
                    <a:pt x="273400" y="1122109"/>
                  </a:lnTo>
                  <a:lnTo>
                    <a:pt x="273447" y="1122083"/>
                  </a:lnTo>
                  <a:lnTo>
                    <a:pt x="273485" y="1122078"/>
                  </a:lnTo>
                  <a:lnTo>
                    <a:pt x="273518" y="1122081"/>
                  </a:lnTo>
                  <a:lnTo>
                    <a:pt x="273555" y="1122105"/>
                  </a:lnTo>
                  <a:lnTo>
                    <a:pt x="273601" y="1122135"/>
                  </a:lnTo>
                  <a:lnTo>
                    <a:pt x="273614" y="1122144"/>
                  </a:lnTo>
                  <a:lnTo>
                    <a:pt x="273631" y="1122155"/>
                  </a:lnTo>
                  <a:lnTo>
                    <a:pt x="273637" y="1122154"/>
                  </a:lnTo>
                  <a:lnTo>
                    <a:pt x="273640" y="1122142"/>
                  </a:lnTo>
                  <a:lnTo>
                    <a:pt x="273638" y="1122128"/>
                  </a:lnTo>
                  <a:lnTo>
                    <a:pt x="273631" y="1122108"/>
                  </a:lnTo>
                  <a:lnTo>
                    <a:pt x="273618" y="1122086"/>
                  </a:lnTo>
                  <a:lnTo>
                    <a:pt x="273613" y="1122076"/>
                  </a:lnTo>
                  <a:lnTo>
                    <a:pt x="273602" y="1122060"/>
                  </a:lnTo>
                  <a:lnTo>
                    <a:pt x="273593" y="1122036"/>
                  </a:lnTo>
                  <a:lnTo>
                    <a:pt x="273599" y="1122014"/>
                  </a:lnTo>
                  <a:lnTo>
                    <a:pt x="273641" y="1121974"/>
                  </a:lnTo>
                  <a:lnTo>
                    <a:pt x="273687" y="1121913"/>
                  </a:lnTo>
                  <a:lnTo>
                    <a:pt x="273726" y="1121872"/>
                  </a:lnTo>
                  <a:lnTo>
                    <a:pt x="273770" y="1121835"/>
                  </a:lnTo>
                  <a:lnTo>
                    <a:pt x="273809" y="1121805"/>
                  </a:lnTo>
                  <a:lnTo>
                    <a:pt x="273833" y="1121746"/>
                  </a:lnTo>
                  <a:lnTo>
                    <a:pt x="273862" y="1121625"/>
                  </a:lnTo>
                  <a:lnTo>
                    <a:pt x="273868" y="1121610"/>
                  </a:lnTo>
                  <a:lnTo>
                    <a:pt x="273872" y="1121588"/>
                  </a:lnTo>
                  <a:lnTo>
                    <a:pt x="273884" y="1121566"/>
                  </a:lnTo>
                  <a:lnTo>
                    <a:pt x="273896" y="1121528"/>
                  </a:lnTo>
                  <a:lnTo>
                    <a:pt x="273899" y="1121508"/>
                  </a:lnTo>
                  <a:lnTo>
                    <a:pt x="273897" y="1121481"/>
                  </a:lnTo>
                  <a:lnTo>
                    <a:pt x="273895" y="1121459"/>
                  </a:lnTo>
                  <a:lnTo>
                    <a:pt x="273898" y="1121442"/>
                  </a:lnTo>
                  <a:lnTo>
                    <a:pt x="273909" y="1121404"/>
                  </a:lnTo>
                  <a:lnTo>
                    <a:pt x="273911" y="1121383"/>
                  </a:lnTo>
                  <a:lnTo>
                    <a:pt x="273922" y="1121337"/>
                  </a:lnTo>
                  <a:lnTo>
                    <a:pt x="273913" y="1121293"/>
                  </a:lnTo>
                  <a:lnTo>
                    <a:pt x="273900" y="1121268"/>
                  </a:lnTo>
                  <a:lnTo>
                    <a:pt x="273847" y="1121223"/>
                  </a:lnTo>
                  <a:lnTo>
                    <a:pt x="273730" y="1121152"/>
                  </a:lnTo>
                  <a:lnTo>
                    <a:pt x="273665" y="1121101"/>
                  </a:lnTo>
                  <a:lnTo>
                    <a:pt x="273604" y="1121034"/>
                  </a:lnTo>
                  <a:lnTo>
                    <a:pt x="273588" y="1121012"/>
                  </a:lnTo>
                  <a:lnTo>
                    <a:pt x="273585" y="1120990"/>
                  </a:lnTo>
                  <a:lnTo>
                    <a:pt x="273589" y="1120962"/>
                  </a:lnTo>
                  <a:lnTo>
                    <a:pt x="273611" y="1120914"/>
                  </a:lnTo>
                  <a:lnTo>
                    <a:pt x="273631" y="1120876"/>
                  </a:lnTo>
                  <a:lnTo>
                    <a:pt x="273635" y="1120860"/>
                  </a:lnTo>
                  <a:lnTo>
                    <a:pt x="273644" y="1120838"/>
                  </a:lnTo>
                  <a:lnTo>
                    <a:pt x="273656" y="1120823"/>
                  </a:lnTo>
                  <a:lnTo>
                    <a:pt x="273671" y="1120812"/>
                  </a:lnTo>
                  <a:lnTo>
                    <a:pt x="273682" y="1120801"/>
                  </a:lnTo>
                  <a:lnTo>
                    <a:pt x="273688" y="1120781"/>
                  </a:lnTo>
                  <a:lnTo>
                    <a:pt x="273693" y="1120746"/>
                  </a:lnTo>
                  <a:lnTo>
                    <a:pt x="273695" y="1120713"/>
                  </a:lnTo>
                  <a:lnTo>
                    <a:pt x="273699" y="1120695"/>
                  </a:lnTo>
                  <a:lnTo>
                    <a:pt x="273713" y="1120680"/>
                  </a:lnTo>
                  <a:lnTo>
                    <a:pt x="273731" y="1120672"/>
                  </a:lnTo>
                  <a:lnTo>
                    <a:pt x="273797" y="1120673"/>
                  </a:lnTo>
                  <a:lnTo>
                    <a:pt x="273935" y="1120670"/>
                  </a:lnTo>
                  <a:lnTo>
                    <a:pt x="273987" y="1120666"/>
                  </a:lnTo>
                  <a:lnTo>
                    <a:pt x="273999" y="1120662"/>
                  </a:lnTo>
                  <a:lnTo>
                    <a:pt x="274006" y="1120655"/>
                  </a:lnTo>
                  <a:lnTo>
                    <a:pt x="274017" y="1120641"/>
                  </a:lnTo>
                  <a:lnTo>
                    <a:pt x="274021" y="1120632"/>
                  </a:lnTo>
                  <a:lnTo>
                    <a:pt x="274022" y="1120624"/>
                  </a:lnTo>
                  <a:lnTo>
                    <a:pt x="274025" y="1120593"/>
                  </a:lnTo>
                  <a:lnTo>
                    <a:pt x="274031" y="1120552"/>
                  </a:lnTo>
                  <a:lnTo>
                    <a:pt x="274046" y="1120525"/>
                  </a:lnTo>
                  <a:lnTo>
                    <a:pt x="274067" y="1120499"/>
                  </a:lnTo>
                  <a:lnTo>
                    <a:pt x="274092" y="1120481"/>
                  </a:lnTo>
                  <a:lnTo>
                    <a:pt x="274139" y="1120461"/>
                  </a:lnTo>
                  <a:lnTo>
                    <a:pt x="274173" y="1120425"/>
                  </a:lnTo>
                  <a:lnTo>
                    <a:pt x="274202" y="1120401"/>
                  </a:lnTo>
                  <a:lnTo>
                    <a:pt x="274262" y="1120376"/>
                  </a:lnTo>
                  <a:lnTo>
                    <a:pt x="274383" y="1120338"/>
                  </a:lnTo>
                  <a:lnTo>
                    <a:pt x="274426" y="1120312"/>
                  </a:lnTo>
                  <a:lnTo>
                    <a:pt x="274433" y="1120301"/>
                  </a:lnTo>
                  <a:lnTo>
                    <a:pt x="274433" y="1120285"/>
                  </a:lnTo>
                  <a:lnTo>
                    <a:pt x="274424" y="1120258"/>
                  </a:lnTo>
                  <a:lnTo>
                    <a:pt x="274404" y="1120215"/>
                  </a:lnTo>
                  <a:lnTo>
                    <a:pt x="274398" y="1120193"/>
                  </a:lnTo>
                  <a:lnTo>
                    <a:pt x="274395" y="1120161"/>
                  </a:lnTo>
                  <a:lnTo>
                    <a:pt x="274396" y="1120123"/>
                  </a:lnTo>
                  <a:lnTo>
                    <a:pt x="274397" y="1120085"/>
                  </a:lnTo>
                  <a:lnTo>
                    <a:pt x="274389" y="1120051"/>
                  </a:lnTo>
                  <a:lnTo>
                    <a:pt x="274388" y="1120027"/>
                  </a:lnTo>
                  <a:lnTo>
                    <a:pt x="274403" y="1119969"/>
                  </a:lnTo>
                  <a:lnTo>
                    <a:pt x="274447" y="1119891"/>
                  </a:lnTo>
                  <a:lnTo>
                    <a:pt x="274471" y="1119851"/>
                  </a:lnTo>
                  <a:lnTo>
                    <a:pt x="274471" y="1119844"/>
                  </a:lnTo>
                  <a:lnTo>
                    <a:pt x="274463" y="1119839"/>
                  </a:lnTo>
                  <a:lnTo>
                    <a:pt x="274441" y="1119833"/>
                  </a:lnTo>
                  <a:lnTo>
                    <a:pt x="274396" y="1119832"/>
                  </a:lnTo>
                  <a:lnTo>
                    <a:pt x="274375" y="1119822"/>
                  </a:lnTo>
                  <a:lnTo>
                    <a:pt x="274315" y="1119789"/>
                  </a:lnTo>
                  <a:lnTo>
                    <a:pt x="274277" y="1119786"/>
                  </a:lnTo>
                  <a:lnTo>
                    <a:pt x="274228" y="1119776"/>
                  </a:lnTo>
                  <a:lnTo>
                    <a:pt x="274219" y="1119770"/>
                  </a:lnTo>
                  <a:lnTo>
                    <a:pt x="274178" y="1119745"/>
                  </a:lnTo>
                  <a:lnTo>
                    <a:pt x="274152" y="1119727"/>
                  </a:lnTo>
                  <a:lnTo>
                    <a:pt x="274132" y="1119706"/>
                  </a:lnTo>
                  <a:lnTo>
                    <a:pt x="274109" y="1119673"/>
                  </a:lnTo>
                  <a:lnTo>
                    <a:pt x="274094" y="1119647"/>
                  </a:lnTo>
                  <a:lnTo>
                    <a:pt x="274081" y="1119623"/>
                  </a:lnTo>
                  <a:lnTo>
                    <a:pt x="274076" y="1119605"/>
                  </a:lnTo>
                  <a:lnTo>
                    <a:pt x="274068" y="1119587"/>
                  </a:lnTo>
                  <a:lnTo>
                    <a:pt x="274059" y="1119534"/>
                  </a:lnTo>
                  <a:lnTo>
                    <a:pt x="274061" y="1119489"/>
                  </a:lnTo>
                  <a:lnTo>
                    <a:pt x="274074" y="1119457"/>
                  </a:lnTo>
                  <a:lnTo>
                    <a:pt x="274125" y="1119358"/>
                  </a:lnTo>
                  <a:lnTo>
                    <a:pt x="274129" y="1119344"/>
                  </a:lnTo>
                  <a:lnTo>
                    <a:pt x="274136" y="1119315"/>
                  </a:lnTo>
                  <a:lnTo>
                    <a:pt x="274142" y="1119292"/>
                  </a:lnTo>
                  <a:lnTo>
                    <a:pt x="274148" y="1119258"/>
                  </a:lnTo>
                  <a:lnTo>
                    <a:pt x="274141" y="1119234"/>
                  </a:lnTo>
                  <a:lnTo>
                    <a:pt x="274129" y="1119210"/>
                  </a:lnTo>
                  <a:lnTo>
                    <a:pt x="274074" y="1119168"/>
                  </a:lnTo>
                  <a:lnTo>
                    <a:pt x="273991" y="1119110"/>
                  </a:lnTo>
                  <a:lnTo>
                    <a:pt x="273958" y="1119079"/>
                  </a:lnTo>
                  <a:lnTo>
                    <a:pt x="273911" y="1119019"/>
                  </a:lnTo>
                  <a:lnTo>
                    <a:pt x="273914" y="1118966"/>
                  </a:lnTo>
                  <a:lnTo>
                    <a:pt x="273913" y="1118913"/>
                  </a:lnTo>
                  <a:lnTo>
                    <a:pt x="273909" y="1118895"/>
                  </a:lnTo>
                  <a:lnTo>
                    <a:pt x="273887" y="1118874"/>
                  </a:lnTo>
                  <a:lnTo>
                    <a:pt x="273863" y="1118851"/>
                  </a:lnTo>
                  <a:lnTo>
                    <a:pt x="273845" y="1118823"/>
                  </a:lnTo>
                  <a:lnTo>
                    <a:pt x="273839" y="1118813"/>
                  </a:lnTo>
                  <a:lnTo>
                    <a:pt x="273809" y="1118779"/>
                  </a:lnTo>
                  <a:lnTo>
                    <a:pt x="273749" y="1118738"/>
                  </a:lnTo>
                  <a:lnTo>
                    <a:pt x="273738" y="1118726"/>
                  </a:lnTo>
                  <a:lnTo>
                    <a:pt x="273733" y="1118700"/>
                  </a:lnTo>
                  <a:lnTo>
                    <a:pt x="273738" y="1118675"/>
                  </a:lnTo>
                  <a:lnTo>
                    <a:pt x="273767" y="1118647"/>
                  </a:lnTo>
                  <a:lnTo>
                    <a:pt x="273798" y="1118599"/>
                  </a:lnTo>
                  <a:lnTo>
                    <a:pt x="273802" y="1118573"/>
                  </a:lnTo>
                  <a:lnTo>
                    <a:pt x="273789" y="1118527"/>
                  </a:lnTo>
                  <a:lnTo>
                    <a:pt x="273772" y="1118491"/>
                  </a:lnTo>
                  <a:lnTo>
                    <a:pt x="273746" y="1118431"/>
                  </a:lnTo>
                  <a:lnTo>
                    <a:pt x="273739" y="1118382"/>
                  </a:lnTo>
                  <a:lnTo>
                    <a:pt x="273740" y="1118340"/>
                  </a:lnTo>
                  <a:lnTo>
                    <a:pt x="273759" y="1118287"/>
                  </a:lnTo>
                  <a:lnTo>
                    <a:pt x="273772" y="1118256"/>
                  </a:lnTo>
                  <a:lnTo>
                    <a:pt x="273787" y="1118226"/>
                  </a:lnTo>
                  <a:lnTo>
                    <a:pt x="273795" y="1118203"/>
                  </a:lnTo>
                  <a:lnTo>
                    <a:pt x="273795" y="1118188"/>
                  </a:lnTo>
                  <a:lnTo>
                    <a:pt x="273792" y="1118172"/>
                  </a:lnTo>
                  <a:lnTo>
                    <a:pt x="273790" y="1118161"/>
                  </a:lnTo>
                  <a:lnTo>
                    <a:pt x="273771" y="1118152"/>
                  </a:lnTo>
                  <a:lnTo>
                    <a:pt x="273733" y="1118131"/>
                  </a:lnTo>
                  <a:lnTo>
                    <a:pt x="273704" y="1118113"/>
                  </a:lnTo>
                  <a:lnTo>
                    <a:pt x="273674" y="1118069"/>
                  </a:lnTo>
                  <a:lnTo>
                    <a:pt x="273644" y="1118051"/>
                  </a:lnTo>
                  <a:lnTo>
                    <a:pt x="273598" y="1118037"/>
                  </a:lnTo>
                  <a:lnTo>
                    <a:pt x="273560" y="1118017"/>
                  </a:lnTo>
                  <a:lnTo>
                    <a:pt x="273540" y="1117990"/>
                  </a:lnTo>
                  <a:lnTo>
                    <a:pt x="273523" y="1117954"/>
                  </a:lnTo>
                  <a:lnTo>
                    <a:pt x="273516" y="1117897"/>
                  </a:lnTo>
                  <a:lnTo>
                    <a:pt x="273515" y="1117883"/>
                  </a:lnTo>
                  <a:lnTo>
                    <a:pt x="273511" y="1117857"/>
                  </a:lnTo>
                  <a:lnTo>
                    <a:pt x="273507" y="1117842"/>
                  </a:lnTo>
                  <a:lnTo>
                    <a:pt x="273501" y="1117821"/>
                  </a:lnTo>
                  <a:lnTo>
                    <a:pt x="273496" y="1117807"/>
                  </a:lnTo>
                  <a:lnTo>
                    <a:pt x="273492" y="1117776"/>
                  </a:lnTo>
                  <a:lnTo>
                    <a:pt x="273471" y="1117707"/>
                  </a:lnTo>
                  <a:lnTo>
                    <a:pt x="273469" y="1117682"/>
                  </a:lnTo>
                  <a:lnTo>
                    <a:pt x="273472" y="1117663"/>
                  </a:lnTo>
                  <a:lnTo>
                    <a:pt x="273478" y="1117647"/>
                  </a:lnTo>
                  <a:lnTo>
                    <a:pt x="273481" y="1117630"/>
                  </a:lnTo>
                  <a:lnTo>
                    <a:pt x="273481" y="1117621"/>
                  </a:lnTo>
                  <a:lnTo>
                    <a:pt x="273477" y="1117603"/>
                  </a:lnTo>
                  <a:lnTo>
                    <a:pt x="273471" y="1117596"/>
                  </a:lnTo>
                  <a:lnTo>
                    <a:pt x="273457" y="1117547"/>
                  </a:lnTo>
                  <a:lnTo>
                    <a:pt x="273451" y="1117519"/>
                  </a:lnTo>
                  <a:lnTo>
                    <a:pt x="273448" y="1117496"/>
                  </a:lnTo>
                  <a:lnTo>
                    <a:pt x="273448" y="1117473"/>
                  </a:lnTo>
                  <a:lnTo>
                    <a:pt x="273451" y="1117447"/>
                  </a:lnTo>
                  <a:lnTo>
                    <a:pt x="273450" y="1117414"/>
                  </a:lnTo>
                  <a:lnTo>
                    <a:pt x="273439" y="1117334"/>
                  </a:lnTo>
                  <a:lnTo>
                    <a:pt x="273424" y="1117292"/>
                  </a:lnTo>
                  <a:lnTo>
                    <a:pt x="273422" y="1117286"/>
                  </a:lnTo>
                  <a:lnTo>
                    <a:pt x="273405" y="1117253"/>
                  </a:lnTo>
                  <a:lnTo>
                    <a:pt x="273401" y="1117235"/>
                  </a:lnTo>
                  <a:lnTo>
                    <a:pt x="273402" y="1117201"/>
                  </a:lnTo>
                  <a:lnTo>
                    <a:pt x="273403" y="1117168"/>
                  </a:lnTo>
                  <a:lnTo>
                    <a:pt x="273415" y="1117106"/>
                  </a:lnTo>
                  <a:lnTo>
                    <a:pt x="273429" y="1117045"/>
                  </a:lnTo>
                  <a:lnTo>
                    <a:pt x="273436" y="1117015"/>
                  </a:lnTo>
                  <a:lnTo>
                    <a:pt x="273425" y="1117008"/>
                  </a:lnTo>
                  <a:lnTo>
                    <a:pt x="273405" y="1117020"/>
                  </a:lnTo>
                  <a:lnTo>
                    <a:pt x="273378" y="1117042"/>
                  </a:lnTo>
                  <a:lnTo>
                    <a:pt x="273340" y="1117079"/>
                  </a:lnTo>
                  <a:lnTo>
                    <a:pt x="273297" y="1117091"/>
                  </a:lnTo>
                  <a:lnTo>
                    <a:pt x="273270" y="1117091"/>
                  </a:lnTo>
                  <a:lnTo>
                    <a:pt x="273233" y="1117083"/>
                  </a:lnTo>
                  <a:lnTo>
                    <a:pt x="273205" y="1117059"/>
                  </a:lnTo>
                  <a:lnTo>
                    <a:pt x="273179" y="1117039"/>
                  </a:lnTo>
                  <a:lnTo>
                    <a:pt x="273137" y="1116993"/>
                  </a:lnTo>
                  <a:lnTo>
                    <a:pt x="273105" y="1116966"/>
                  </a:lnTo>
                  <a:lnTo>
                    <a:pt x="273082" y="1116954"/>
                  </a:lnTo>
                  <a:lnTo>
                    <a:pt x="273058" y="1116940"/>
                  </a:lnTo>
                  <a:lnTo>
                    <a:pt x="273036" y="1116929"/>
                  </a:lnTo>
                  <a:lnTo>
                    <a:pt x="273017" y="1116914"/>
                  </a:lnTo>
                  <a:lnTo>
                    <a:pt x="272998" y="1116898"/>
                  </a:lnTo>
                  <a:lnTo>
                    <a:pt x="272986" y="1116890"/>
                  </a:lnTo>
                  <a:lnTo>
                    <a:pt x="272921" y="1116845"/>
                  </a:lnTo>
                  <a:lnTo>
                    <a:pt x="272890" y="1116815"/>
                  </a:lnTo>
                  <a:lnTo>
                    <a:pt x="272878" y="1116799"/>
                  </a:lnTo>
                  <a:lnTo>
                    <a:pt x="272876" y="1116767"/>
                  </a:lnTo>
                  <a:lnTo>
                    <a:pt x="272872" y="1116725"/>
                  </a:lnTo>
                  <a:lnTo>
                    <a:pt x="272861" y="1116711"/>
                  </a:lnTo>
                  <a:lnTo>
                    <a:pt x="272832" y="1116693"/>
                  </a:lnTo>
                  <a:lnTo>
                    <a:pt x="272801" y="1116685"/>
                  </a:lnTo>
                  <a:lnTo>
                    <a:pt x="272740" y="1116678"/>
                  </a:lnTo>
                  <a:lnTo>
                    <a:pt x="272674" y="1116670"/>
                  </a:lnTo>
                  <a:lnTo>
                    <a:pt x="272645" y="1116663"/>
                  </a:lnTo>
                  <a:lnTo>
                    <a:pt x="272598" y="1116634"/>
                  </a:lnTo>
                  <a:lnTo>
                    <a:pt x="272554" y="1116621"/>
                  </a:lnTo>
                  <a:lnTo>
                    <a:pt x="272530" y="1116622"/>
                  </a:lnTo>
                  <a:lnTo>
                    <a:pt x="272489" y="1116628"/>
                  </a:lnTo>
                  <a:lnTo>
                    <a:pt x="272422" y="1116631"/>
                  </a:lnTo>
                  <a:lnTo>
                    <a:pt x="272351" y="1116625"/>
                  </a:lnTo>
                  <a:lnTo>
                    <a:pt x="272283" y="1116611"/>
                  </a:lnTo>
                  <a:lnTo>
                    <a:pt x="272271" y="1116607"/>
                  </a:lnTo>
                  <a:lnTo>
                    <a:pt x="272250" y="1116605"/>
                  </a:lnTo>
                  <a:lnTo>
                    <a:pt x="272239" y="1116605"/>
                  </a:lnTo>
                  <a:lnTo>
                    <a:pt x="272232" y="1116605"/>
                  </a:lnTo>
                  <a:lnTo>
                    <a:pt x="272217" y="1116611"/>
                  </a:lnTo>
                  <a:lnTo>
                    <a:pt x="272162" y="1116594"/>
                  </a:lnTo>
                  <a:lnTo>
                    <a:pt x="272051" y="1116561"/>
                  </a:lnTo>
                  <a:lnTo>
                    <a:pt x="271998" y="1116544"/>
                  </a:lnTo>
                  <a:lnTo>
                    <a:pt x="271935" y="1116528"/>
                  </a:lnTo>
                  <a:lnTo>
                    <a:pt x="271883" y="1116520"/>
                  </a:lnTo>
                  <a:lnTo>
                    <a:pt x="271872" y="1116524"/>
                  </a:lnTo>
                  <a:lnTo>
                    <a:pt x="271869" y="1116529"/>
                  </a:lnTo>
                  <a:lnTo>
                    <a:pt x="271861" y="1116568"/>
                  </a:lnTo>
                  <a:lnTo>
                    <a:pt x="271841" y="1116618"/>
                  </a:lnTo>
                  <a:lnTo>
                    <a:pt x="271792" y="1116682"/>
                  </a:lnTo>
                  <a:lnTo>
                    <a:pt x="271736" y="1116730"/>
                  </a:lnTo>
                  <a:lnTo>
                    <a:pt x="271659" y="1116770"/>
                  </a:lnTo>
                  <a:lnTo>
                    <a:pt x="271566" y="1116830"/>
                  </a:lnTo>
                  <a:lnTo>
                    <a:pt x="271511" y="1116878"/>
                  </a:lnTo>
                  <a:lnTo>
                    <a:pt x="271483" y="1116907"/>
                  </a:lnTo>
                  <a:lnTo>
                    <a:pt x="271454" y="1116915"/>
                  </a:lnTo>
                  <a:lnTo>
                    <a:pt x="271411" y="1116912"/>
                  </a:lnTo>
                  <a:lnTo>
                    <a:pt x="271382" y="1116902"/>
                  </a:lnTo>
                  <a:lnTo>
                    <a:pt x="271274" y="1116815"/>
                  </a:lnTo>
                  <a:lnTo>
                    <a:pt x="271189" y="1116762"/>
                  </a:lnTo>
                  <a:lnTo>
                    <a:pt x="271158" y="1116758"/>
                  </a:lnTo>
                  <a:lnTo>
                    <a:pt x="271120" y="1116762"/>
                  </a:lnTo>
                  <a:lnTo>
                    <a:pt x="271033" y="1116771"/>
                  </a:lnTo>
                  <a:lnTo>
                    <a:pt x="270963" y="1116772"/>
                  </a:lnTo>
                  <a:lnTo>
                    <a:pt x="270943" y="1116766"/>
                  </a:lnTo>
                  <a:lnTo>
                    <a:pt x="270939" y="1116758"/>
                  </a:lnTo>
                  <a:lnTo>
                    <a:pt x="270938" y="1116750"/>
                  </a:lnTo>
                  <a:lnTo>
                    <a:pt x="270955" y="1116737"/>
                  </a:lnTo>
                  <a:lnTo>
                    <a:pt x="270985" y="1116713"/>
                  </a:lnTo>
                  <a:lnTo>
                    <a:pt x="271011" y="1116680"/>
                  </a:lnTo>
                  <a:lnTo>
                    <a:pt x="271020" y="1116654"/>
                  </a:lnTo>
                  <a:lnTo>
                    <a:pt x="271020" y="1116612"/>
                  </a:lnTo>
                  <a:lnTo>
                    <a:pt x="271016" y="1116600"/>
                  </a:lnTo>
                  <a:lnTo>
                    <a:pt x="271016" y="1116588"/>
                  </a:lnTo>
                  <a:lnTo>
                    <a:pt x="271024" y="1116573"/>
                  </a:lnTo>
                  <a:lnTo>
                    <a:pt x="271034" y="1116559"/>
                  </a:lnTo>
                  <a:lnTo>
                    <a:pt x="271053" y="1116532"/>
                  </a:lnTo>
                  <a:lnTo>
                    <a:pt x="271063" y="1116491"/>
                  </a:lnTo>
                  <a:lnTo>
                    <a:pt x="271067" y="1116461"/>
                  </a:lnTo>
                  <a:lnTo>
                    <a:pt x="271066" y="1116434"/>
                  </a:lnTo>
                  <a:lnTo>
                    <a:pt x="271055" y="1116389"/>
                  </a:lnTo>
                  <a:lnTo>
                    <a:pt x="271040" y="1116349"/>
                  </a:lnTo>
                  <a:lnTo>
                    <a:pt x="271005" y="1116294"/>
                  </a:lnTo>
                  <a:lnTo>
                    <a:pt x="270972" y="1116261"/>
                  </a:lnTo>
                  <a:lnTo>
                    <a:pt x="270961" y="1116253"/>
                  </a:lnTo>
                  <a:lnTo>
                    <a:pt x="270959" y="1116230"/>
                  </a:lnTo>
                  <a:lnTo>
                    <a:pt x="270964" y="1116199"/>
                  </a:lnTo>
                  <a:lnTo>
                    <a:pt x="270978" y="1116150"/>
                  </a:lnTo>
                  <a:lnTo>
                    <a:pt x="271007" y="1116080"/>
                  </a:lnTo>
                  <a:lnTo>
                    <a:pt x="271048" y="1115995"/>
                  </a:lnTo>
                  <a:lnTo>
                    <a:pt x="271061" y="1115949"/>
                  </a:lnTo>
                  <a:lnTo>
                    <a:pt x="271069" y="1115889"/>
                  </a:lnTo>
                  <a:lnTo>
                    <a:pt x="271072" y="1115803"/>
                  </a:lnTo>
                  <a:lnTo>
                    <a:pt x="271068" y="1115781"/>
                  </a:lnTo>
                  <a:lnTo>
                    <a:pt x="271063" y="1115755"/>
                  </a:lnTo>
                  <a:lnTo>
                    <a:pt x="271042" y="1115730"/>
                  </a:lnTo>
                  <a:lnTo>
                    <a:pt x="271007" y="1115687"/>
                  </a:lnTo>
                  <a:lnTo>
                    <a:pt x="270980" y="1115645"/>
                  </a:lnTo>
                  <a:lnTo>
                    <a:pt x="270967" y="1115604"/>
                  </a:lnTo>
                  <a:lnTo>
                    <a:pt x="270967" y="1115588"/>
                  </a:lnTo>
                  <a:lnTo>
                    <a:pt x="270970" y="1115574"/>
                  </a:lnTo>
                  <a:lnTo>
                    <a:pt x="270975" y="1115565"/>
                  </a:lnTo>
                  <a:lnTo>
                    <a:pt x="270992" y="1115554"/>
                  </a:lnTo>
                  <a:lnTo>
                    <a:pt x="271015" y="1115547"/>
                  </a:lnTo>
                  <a:lnTo>
                    <a:pt x="271059" y="1115531"/>
                  </a:lnTo>
                  <a:lnTo>
                    <a:pt x="271077" y="1115518"/>
                  </a:lnTo>
                  <a:lnTo>
                    <a:pt x="271084" y="1115503"/>
                  </a:lnTo>
                  <a:lnTo>
                    <a:pt x="271096" y="1115483"/>
                  </a:lnTo>
                  <a:lnTo>
                    <a:pt x="271116" y="1115441"/>
                  </a:lnTo>
                  <a:lnTo>
                    <a:pt x="271134" y="1115414"/>
                  </a:lnTo>
                  <a:lnTo>
                    <a:pt x="271150" y="1115388"/>
                  </a:lnTo>
                  <a:lnTo>
                    <a:pt x="271184" y="1115355"/>
                  </a:lnTo>
                  <a:lnTo>
                    <a:pt x="271229" y="1115299"/>
                  </a:lnTo>
                  <a:lnTo>
                    <a:pt x="271247" y="1115266"/>
                  </a:lnTo>
                  <a:lnTo>
                    <a:pt x="271271" y="1115220"/>
                  </a:lnTo>
                  <a:lnTo>
                    <a:pt x="271279" y="1115192"/>
                  </a:lnTo>
                  <a:lnTo>
                    <a:pt x="271277" y="1115172"/>
                  </a:lnTo>
                  <a:lnTo>
                    <a:pt x="271278" y="1115151"/>
                  </a:lnTo>
                  <a:lnTo>
                    <a:pt x="271266" y="1115119"/>
                  </a:lnTo>
                  <a:lnTo>
                    <a:pt x="271251" y="1115089"/>
                  </a:lnTo>
                  <a:lnTo>
                    <a:pt x="271235" y="1115007"/>
                  </a:lnTo>
                  <a:lnTo>
                    <a:pt x="271221" y="1114983"/>
                  </a:lnTo>
                  <a:lnTo>
                    <a:pt x="271216" y="1114977"/>
                  </a:lnTo>
                  <a:lnTo>
                    <a:pt x="271192" y="1114953"/>
                  </a:lnTo>
                  <a:lnTo>
                    <a:pt x="271197" y="1114945"/>
                  </a:lnTo>
                  <a:lnTo>
                    <a:pt x="271214" y="1114939"/>
                  </a:lnTo>
                  <a:lnTo>
                    <a:pt x="271232" y="1114935"/>
                  </a:lnTo>
                  <a:lnTo>
                    <a:pt x="271248" y="1114930"/>
                  </a:lnTo>
                  <a:lnTo>
                    <a:pt x="271289" y="1114915"/>
                  </a:lnTo>
                  <a:lnTo>
                    <a:pt x="271314" y="1114904"/>
                  </a:lnTo>
                  <a:lnTo>
                    <a:pt x="271347" y="1114875"/>
                  </a:lnTo>
                  <a:lnTo>
                    <a:pt x="271360" y="1114844"/>
                  </a:lnTo>
                  <a:lnTo>
                    <a:pt x="271378" y="1114814"/>
                  </a:lnTo>
                  <a:lnTo>
                    <a:pt x="271382" y="1114797"/>
                  </a:lnTo>
                  <a:lnTo>
                    <a:pt x="271383" y="1114785"/>
                  </a:lnTo>
                  <a:lnTo>
                    <a:pt x="271380" y="1114776"/>
                  </a:lnTo>
                  <a:lnTo>
                    <a:pt x="271372" y="1114766"/>
                  </a:lnTo>
                  <a:lnTo>
                    <a:pt x="271333" y="1114744"/>
                  </a:lnTo>
                  <a:lnTo>
                    <a:pt x="271299" y="1114723"/>
                  </a:lnTo>
                  <a:lnTo>
                    <a:pt x="271275" y="1114696"/>
                  </a:lnTo>
                  <a:lnTo>
                    <a:pt x="271235" y="1114655"/>
                  </a:lnTo>
                  <a:lnTo>
                    <a:pt x="271201" y="1114630"/>
                  </a:lnTo>
                  <a:lnTo>
                    <a:pt x="271132" y="1114584"/>
                  </a:lnTo>
                  <a:lnTo>
                    <a:pt x="271093" y="1114550"/>
                  </a:lnTo>
                  <a:lnTo>
                    <a:pt x="271070" y="1114523"/>
                  </a:lnTo>
                  <a:lnTo>
                    <a:pt x="271064" y="1114497"/>
                  </a:lnTo>
                  <a:lnTo>
                    <a:pt x="271060" y="1114437"/>
                  </a:lnTo>
                  <a:lnTo>
                    <a:pt x="271051" y="1114395"/>
                  </a:lnTo>
                  <a:lnTo>
                    <a:pt x="271046" y="1114357"/>
                  </a:lnTo>
                  <a:lnTo>
                    <a:pt x="271050" y="1114329"/>
                  </a:lnTo>
                  <a:lnTo>
                    <a:pt x="271060" y="1114315"/>
                  </a:lnTo>
                  <a:lnTo>
                    <a:pt x="271091" y="1114284"/>
                  </a:lnTo>
                  <a:lnTo>
                    <a:pt x="271097" y="1114277"/>
                  </a:lnTo>
                  <a:lnTo>
                    <a:pt x="271099" y="1114268"/>
                  </a:lnTo>
                  <a:lnTo>
                    <a:pt x="271111" y="1114248"/>
                  </a:lnTo>
                  <a:lnTo>
                    <a:pt x="271159" y="1114206"/>
                  </a:lnTo>
                  <a:lnTo>
                    <a:pt x="271182" y="1114181"/>
                  </a:lnTo>
                  <a:lnTo>
                    <a:pt x="271204" y="1114121"/>
                  </a:lnTo>
                  <a:lnTo>
                    <a:pt x="271207" y="1114090"/>
                  </a:lnTo>
                  <a:lnTo>
                    <a:pt x="271236" y="1114047"/>
                  </a:lnTo>
                  <a:lnTo>
                    <a:pt x="271248" y="1114010"/>
                  </a:lnTo>
                  <a:lnTo>
                    <a:pt x="271260" y="1113945"/>
                  </a:lnTo>
                  <a:lnTo>
                    <a:pt x="271267" y="1113896"/>
                  </a:lnTo>
                  <a:lnTo>
                    <a:pt x="271266" y="1113841"/>
                  </a:lnTo>
                  <a:lnTo>
                    <a:pt x="271268" y="1113809"/>
                  </a:lnTo>
                  <a:lnTo>
                    <a:pt x="271269" y="1113796"/>
                  </a:lnTo>
                  <a:lnTo>
                    <a:pt x="271293" y="1113788"/>
                  </a:lnTo>
                  <a:lnTo>
                    <a:pt x="271333" y="1113783"/>
                  </a:lnTo>
                  <a:lnTo>
                    <a:pt x="271359" y="1113772"/>
                  </a:lnTo>
                  <a:lnTo>
                    <a:pt x="271396" y="1113741"/>
                  </a:lnTo>
                  <a:lnTo>
                    <a:pt x="271437" y="1113704"/>
                  </a:lnTo>
                  <a:lnTo>
                    <a:pt x="271465" y="1113657"/>
                  </a:lnTo>
                  <a:lnTo>
                    <a:pt x="271482" y="1113625"/>
                  </a:lnTo>
                  <a:lnTo>
                    <a:pt x="271519" y="1113568"/>
                  </a:lnTo>
                  <a:lnTo>
                    <a:pt x="271542" y="1113525"/>
                  </a:lnTo>
                  <a:lnTo>
                    <a:pt x="271553" y="1113490"/>
                  </a:lnTo>
                  <a:lnTo>
                    <a:pt x="271558" y="1113473"/>
                  </a:lnTo>
                  <a:lnTo>
                    <a:pt x="271543" y="1113460"/>
                  </a:lnTo>
                  <a:lnTo>
                    <a:pt x="271484" y="1113434"/>
                  </a:lnTo>
                  <a:lnTo>
                    <a:pt x="271444" y="1113408"/>
                  </a:lnTo>
                  <a:lnTo>
                    <a:pt x="271421" y="1113383"/>
                  </a:lnTo>
                  <a:lnTo>
                    <a:pt x="271408" y="1113348"/>
                  </a:lnTo>
                  <a:lnTo>
                    <a:pt x="271364" y="1113296"/>
                  </a:lnTo>
                  <a:lnTo>
                    <a:pt x="271339" y="1113275"/>
                  </a:lnTo>
                  <a:lnTo>
                    <a:pt x="271327" y="1113259"/>
                  </a:lnTo>
                  <a:lnTo>
                    <a:pt x="271273" y="1113215"/>
                  </a:lnTo>
                  <a:lnTo>
                    <a:pt x="271262" y="1113201"/>
                  </a:lnTo>
                  <a:lnTo>
                    <a:pt x="271243" y="1113174"/>
                  </a:lnTo>
                  <a:lnTo>
                    <a:pt x="271231" y="1113137"/>
                  </a:lnTo>
                  <a:lnTo>
                    <a:pt x="271215" y="1113074"/>
                  </a:lnTo>
                  <a:lnTo>
                    <a:pt x="271194" y="1113013"/>
                  </a:lnTo>
                  <a:lnTo>
                    <a:pt x="271195" y="1112987"/>
                  </a:lnTo>
                  <a:lnTo>
                    <a:pt x="271202" y="1112928"/>
                  </a:lnTo>
                  <a:lnTo>
                    <a:pt x="271208" y="1112863"/>
                  </a:lnTo>
                  <a:lnTo>
                    <a:pt x="271213" y="1112832"/>
                  </a:lnTo>
                  <a:lnTo>
                    <a:pt x="271201" y="1112780"/>
                  </a:lnTo>
                  <a:lnTo>
                    <a:pt x="271195" y="1112729"/>
                  </a:lnTo>
                  <a:lnTo>
                    <a:pt x="271194" y="1112705"/>
                  </a:lnTo>
                  <a:lnTo>
                    <a:pt x="271225" y="1112631"/>
                  </a:lnTo>
                  <a:lnTo>
                    <a:pt x="271250" y="1112562"/>
                  </a:lnTo>
                  <a:lnTo>
                    <a:pt x="271304" y="1112492"/>
                  </a:lnTo>
                  <a:lnTo>
                    <a:pt x="271338" y="1112453"/>
                  </a:lnTo>
                  <a:lnTo>
                    <a:pt x="271361" y="1112419"/>
                  </a:lnTo>
                  <a:lnTo>
                    <a:pt x="271383" y="1112378"/>
                  </a:lnTo>
                  <a:lnTo>
                    <a:pt x="271396" y="1112325"/>
                  </a:lnTo>
                  <a:lnTo>
                    <a:pt x="271397" y="1112298"/>
                  </a:lnTo>
                  <a:lnTo>
                    <a:pt x="271390" y="1112262"/>
                  </a:lnTo>
                  <a:lnTo>
                    <a:pt x="271370" y="1112216"/>
                  </a:lnTo>
                  <a:lnTo>
                    <a:pt x="271336" y="1112159"/>
                  </a:lnTo>
                  <a:lnTo>
                    <a:pt x="271319" y="1112132"/>
                  </a:lnTo>
                  <a:lnTo>
                    <a:pt x="271316" y="1112119"/>
                  </a:lnTo>
                  <a:lnTo>
                    <a:pt x="271320" y="1112108"/>
                  </a:lnTo>
                  <a:lnTo>
                    <a:pt x="271331" y="1112103"/>
                  </a:lnTo>
                  <a:lnTo>
                    <a:pt x="271433" y="1112040"/>
                  </a:lnTo>
                  <a:lnTo>
                    <a:pt x="271462" y="1112014"/>
                  </a:lnTo>
                  <a:lnTo>
                    <a:pt x="271473" y="1111954"/>
                  </a:lnTo>
                  <a:lnTo>
                    <a:pt x="271469" y="1111900"/>
                  </a:lnTo>
                  <a:lnTo>
                    <a:pt x="271472" y="1111859"/>
                  </a:lnTo>
                  <a:lnTo>
                    <a:pt x="271474" y="1111823"/>
                  </a:lnTo>
                  <a:lnTo>
                    <a:pt x="271497" y="1111788"/>
                  </a:lnTo>
                  <a:lnTo>
                    <a:pt x="271507" y="1111764"/>
                  </a:lnTo>
                  <a:lnTo>
                    <a:pt x="271505" y="1111741"/>
                  </a:lnTo>
                  <a:lnTo>
                    <a:pt x="271496" y="1111719"/>
                  </a:lnTo>
                  <a:lnTo>
                    <a:pt x="271467" y="1111678"/>
                  </a:lnTo>
                  <a:lnTo>
                    <a:pt x="271432" y="1111618"/>
                  </a:lnTo>
                  <a:lnTo>
                    <a:pt x="271402" y="1111551"/>
                  </a:lnTo>
                  <a:lnTo>
                    <a:pt x="271366" y="1111505"/>
                  </a:lnTo>
                  <a:lnTo>
                    <a:pt x="271343" y="1111475"/>
                  </a:lnTo>
                  <a:lnTo>
                    <a:pt x="271328" y="1111442"/>
                  </a:lnTo>
                  <a:lnTo>
                    <a:pt x="271309" y="1111417"/>
                  </a:lnTo>
                  <a:lnTo>
                    <a:pt x="271298" y="1111409"/>
                  </a:lnTo>
                  <a:lnTo>
                    <a:pt x="271291" y="1111405"/>
                  </a:lnTo>
                  <a:lnTo>
                    <a:pt x="271266" y="1111395"/>
                  </a:lnTo>
                  <a:lnTo>
                    <a:pt x="271214" y="1111377"/>
                  </a:lnTo>
                  <a:lnTo>
                    <a:pt x="271188" y="1111368"/>
                  </a:lnTo>
                  <a:lnTo>
                    <a:pt x="271170" y="1111354"/>
                  </a:lnTo>
                  <a:lnTo>
                    <a:pt x="271149" y="1111332"/>
                  </a:lnTo>
                  <a:lnTo>
                    <a:pt x="271137" y="1111306"/>
                  </a:lnTo>
                  <a:lnTo>
                    <a:pt x="271129" y="1111275"/>
                  </a:lnTo>
                  <a:lnTo>
                    <a:pt x="271128" y="1111238"/>
                  </a:lnTo>
                  <a:lnTo>
                    <a:pt x="271131" y="1111195"/>
                  </a:lnTo>
                  <a:lnTo>
                    <a:pt x="271121" y="1111168"/>
                  </a:lnTo>
                  <a:lnTo>
                    <a:pt x="271100" y="1111143"/>
                  </a:lnTo>
                  <a:lnTo>
                    <a:pt x="271074" y="1111113"/>
                  </a:lnTo>
                  <a:lnTo>
                    <a:pt x="271072" y="1111097"/>
                  </a:lnTo>
                  <a:lnTo>
                    <a:pt x="271081" y="1111079"/>
                  </a:lnTo>
                  <a:lnTo>
                    <a:pt x="271115" y="1111044"/>
                  </a:lnTo>
                  <a:lnTo>
                    <a:pt x="271159" y="1110996"/>
                  </a:lnTo>
                  <a:lnTo>
                    <a:pt x="271203" y="1110955"/>
                  </a:lnTo>
                  <a:lnTo>
                    <a:pt x="271222" y="1110929"/>
                  </a:lnTo>
                  <a:lnTo>
                    <a:pt x="271236" y="1110909"/>
                  </a:lnTo>
                  <a:lnTo>
                    <a:pt x="271286" y="1110844"/>
                  </a:lnTo>
                  <a:lnTo>
                    <a:pt x="271307" y="1110802"/>
                  </a:lnTo>
                  <a:lnTo>
                    <a:pt x="271309" y="1110757"/>
                  </a:lnTo>
                  <a:lnTo>
                    <a:pt x="271313" y="1110741"/>
                  </a:lnTo>
                  <a:lnTo>
                    <a:pt x="271333" y="1110720"/>
                  </a:lnTo>
                  <a:lnTo>
                    <a:pt x="271357" y="1110705"/>
                  </a:lnTo>
                  <a:lnTo>
                    <a:pt x="271382" y="1110684"/>
                  </a:lnTo>
                  <a:lnTo>
                    <a:pt x="271394" y="1110666"/>
                  </a:lnTo>
                  <a:lnTo>
                    <a:pt x="271401" y="1110620"/>
                  </a:lnTo>
                  <a:lnTo>
                    <a:pt x="271407" y="1110554"/>
                  </a:lnTo>
                  <a:lnTo>
                    <a:pt x="271417" y="1110512"/>
                  </a:lnTo>
                  <a:lnTo>
                    <a:pt x="271415" y="1110485"/>
                  </a:lnTo>
                  <a:lnTo>
                    <a:pt x="271400" y="1110453"/>
                  </a:lnTo>
                  <a:lnTo>
                    <a:pt x="271394" y="1110436"/>
                  </a:lnTo>
                  <a:lnTo>
                    <a:pt x="271400" y="1110396"/>
                  </a:lnTo>
                  <a:lnTo>
                    <a:pt x="271408" y="1110373"/>
                  </a:lnTo>
                  <a:lnTo>
                    <a:pt x="271413" y="1110361"/>
                  </a:lnTo>
                  <a:lnTo>
                    <a:pt x="271417" y="1110351"/>
                  </a:lnTo>
                  <a:lnTo>
                    <a:pt x="271420" y="1110315"/>
                  </a:lnTo>
                  <a:lnTo>
                    <a:pt x="271419" y="1110287"/>
                  </a:lnTo>
                  <a:lnTo>
                    <a:pt x="271419" y="1110280"/>
                  </a:lnTo>
                  <a:lnTo>
                    <a:pt x="271415" y="1110276"/>
                  </a:lnTo>
                  <a:lnTo>
                    <a:pt x="271391" y="1110264"/>
                  </a:lnTo>
                  <a:lnTo>
                    <a:pt x="271382" y="1110252"/>
                  </a:lnTo>
                  <a:lnTo>
                    <a:pt x="271374" y="1110240"/>
                  </a:lnTo>
                  <a:lnTo>
                    <a:pt x="271364" y="1110211"/>
                  </a:lnTo>
                  <a:lnTo>
                    <a:pt x="271356" y="1110186"/>
                  </a:lnTo>
                  <a:lnTo>
                    <a:pt x="271349" y="1110165"/>
                  </a:lnTo>
                  <a:lnTo>
                    <a:pt x="271332" y="1110126"/>
                  </a:lnTo>
                  <a:lnTo>
                    <a:pt x="271323" y="1110080"/>
                  </a:lnTo>
                  <a:lnTo>
                    <a:pt x="271325" y="1110048"/>
                  </a:lnTo>
                  <a:lnTo>
                    <a:pt x="271331" y="1110028"/>
                  </a:lnTo>
                  <a:lnTo>
                    <a:pt x="271354" y="1109984"/>
                  </a:lnTo>
                  <a:lnTo>
                    <a:pt x="271401" y="1109913"/>
                  </a:lnTo>
                  <a:lnTo>
                    <a:pt x="271487" y="1109831"/>
                  </a:lnTo>
                  <a:lnTo>
                    <a:pt x="271520" y="1109778"/>
                  </a:lnTo>
                  <a:lnTo>
                    <a:pt x="271540" y="1109743"/>
                  </a:lnTo>
                  <a:lnTo>
                    <a:pt x="271574" y="1109678"/>
                  </a:lnTo>
                  <a:lnTo>
                    <a:pt x="271639" y="1109569"/>
                  </a:lnTo>
                  <a:lnTo>
                    <a:pt x="271677" y="1109498"/>
                  </a:lnTo>
                  <a:lnTo>
                    <a:pt x="271760" y="1109358"/>
                  </a:lnTo>
                  <a:lnTo>
                    <a:pt x="271816" y="1109262"/>
                  </a:lnTo>
                  <a:lnTo>
                    <a:pt x="271928" y="1109062"/>
                  </a:lnTo>
                  <a:lnTo>
                    <a:pt x="272029" y="1108889"/>
                  </a:lnTo>
                  <a:lnTo>
                    <a:pt x="272121" y="1108721"/>
                  </a:lnTo>
                  <a:lnTo>
                    <a:pt x="272171" y="1108638"/>
                  </a:lnTo>
                  <a:lnTo>
                    <a:pt x="272217" y="1108557"/>
                  </a:lnTo>
                  <a:lnTo>
                    <a:pt x="272239" y="1108522"/>
                  </a:lnTo>
                  <a:lnTo>
                    <a:pt x="272246" y="1108511"/>
                  </a:lnTo>
                  <a:lnTo>
                    <a:pt x="272271" y="1108473"/>
                  </a:lnTo>
                  <a:lnTo>
                    <a:pt x="272282" y="1108460"/>
                  </a:lnTo>
                  <a:lnTo>
                    <a:pt x="272296" y="1108443"/>
                  </a:lnTo>
                  <a:lnTo>
                    <a:pt x="272331" y="1108401"/>
                  </a:lnTo>
                  <a:lnTo>
                    <a:pt x="272353" y="1108384"/>
                  </a:lnTo>
                  <a:lnTo>
                    <a:pt x="272396" y="1108357"/>
                  </a:lnTo>
                  <a:lnTo>
                    <a:pt x="272407" y="1108348"/>
                  </a:lnTo>
                  <a:lnTo>
                    <a:pt x="272410" y="1108326"/>
                  </a:lnTo>
                  <a:lnTo>
                    <a:pt x="272411" y="1108312"/>
                  </a:lnTo>
                  <a:lnTo>
                    <a:pt x="272407" y="1108286"/>
                  </a:lnTo>
                  <a:lnTo>
                    <a:pt x="272394" y="1108264"/>
                  </a:lnTo>
                  <a:lnTo>
                    <a:pt x="272358" y="1108227"/>
                  </a:lnTo>
                  <a:lnTo>
                    <a:pt x="272322" y="1108199"/>
                  </a:lnTo>
                  <a:lnTo>
                    <a:pt x="272280" y="1108157"/>
                  </a:lnTo>
                  <a:lnTo>
                    <a:pt x="272253" y="1108149"/>
                  </a:lnTo>
                  <a:lnTo>
                    <a:pt x="272239" y="1108148"/>
                  </a:lnTo>
                  <a:lnTo>
                    <a:pt x="272217" y="1108147"/>
                  </a:lnTo>
                  <a:lnTo>
                    <a:pt x="272197" y="1108097"/>
                  </a:lnTo>
                  <a:lnTo>
                    <a:pt x="272167" y="1108046"/>
                  </a:lnTo>
                  <a:lnTo>
                    <a:pt x="272138" y="1108016"/>
                  </a:lnTo>
                  <a:lnTo>
                    <a:pt x="272106" y="1107993"/>
                  </a:lnTo>
                  <a:lnTo>
                    <a:pt x="272057" y="1107974"/>
                  </a:lnTo>
                  <a:lnTo>
                    <a:pt x="272027" y="1107958"/>
                  </a:lnTo>
                  <a:lnTo>
                    <a:pt x="271980" y="1107937"/>
                  </a:lnTo>
                  <a:lnTo>
                    <a:pt x="271949" y="1107910"/>
                  </a:lnTo>
                  <a:lnTo>
                    <a:pt x="271934" y="1107883"/>
                  </a:lnTo>
                  <a:lnTo>
                    <a:pt x="271924" y="1107871"/>
                  </a:lnTo>
                  <a:lnTo>
                    <a:pt x="271916" y="1107854"/>
                  </a:lnTo>
                  <a:lnTo>
                    <a:pt x="271902" y="1107836"/>
                  </a:lnTo>
                  <a:lnTo>
                    <a:pt x="271885" y="1107818"/>
                  </a:lnTo>
                  <a:lnTo>
                    <a:pt x="271862" y="1107802"/>
                  </a:lnTo>
                  <a:lnTo>
                    <a:pt x="271831" y="1107795"/>
                  </a:lnTo>
                  <a:lnTo>
                    <a:pt x="271814" y="1107785"/>
                  </a:lnTo>
                  <a:lnTo>
                    <a:pt x="271784" y="1107762"/>
                  </a:lnTo>
                  <a:lnTo>
                    <a:pt x="271770" y="1107750"/>
                  </a:lnTo>
                  <a:lnTo>
                    <a:pt x="271759" y="1107745"/>
                  </a:lnTo>
                  <a:lnTo>
                    <a:pt x="271748" y="1107742"/>
                  </a:lnTo>
                  <a:lnTo>
                    <a:pt x="271729" y="1107740"/>
                  </a:lnTo>
                  <a:lnTo>
                    <a:pt x="271720" y="1107737"/>
                  </a:lnTo>
                  <a:lnTo>
                    <a:pt x="271705" y="1107724"/>
                  </a:lnTo>
                  <a:lnTo>
                    <a:pt x="271695" y="1107706"/>
                  </a:lnTo>
                  <a:lnTo>
                    <a:pt x="271687" y="1107692"/>
                  </a:lnTo>
                  <a:lnTo>
                    <a:pt x="271678" y="1107681"/>
                  </a:lnTo>
                  <a:lnTo>
                    <a:pt x="271660" y="1107654"/>
                  </a:lnTo>
                  <a:lnTo>
                    <a:pt x="271640" y="1107640"/>
                  </a:lnTo>
                  <a:lnTo>
                    <a:pt x="271609" y="1107635"/>
                  </a:lnTo>
                  <a:lnTo>
                    <a:pt x="271516" y="1107621"/>
                  </a:lnTo>
                  <a:lnTo>
                    <a:pt x="271478" y="1107614"/>
                  </a:lnTo>
                  <a:lnTo>
                    <a:pt x="271449" y="1107613"/>
                  </a:lnTo>
                  <a:lnTo>
                    <a:pt x="271386" y="1107602"/>
                  </a:lnTo>
                  <a:lnTo>
                    <a:pt x="271357" y="1107582"/>
                  </a:lnTo>
                  <a:lnTo>
                    <a:pt x="271319" y="1107543"/>
                  </a:lnTo>
                  <a:lnTo>
                    <a:pt x="271291" y="1107525"/>
                  </a:lnTo>
                  <a:lnTo>
                    <a:pt x="271274" y="1107506"/>
                  </a:lnTo>
                  <a:lnTo>
                    <a:pt x="271242" y="1107481"/>
                  </a:lnTo>
                  <a:lnTo>
                    <a:pt x="271220" y="1107463"/>
                  </a:lnTo>
                  <a:lnTo>
                    <a:pt x="271212" y="1107446"/>
                  </a:lnTo>
                  <a:lnTo>
                    <a:pt x="271181" y="1107390"/>
                  </a:lnTo>
                  <a:lnTo>
                    <a:pt x="271159" y="1107325"/>
                  </a:lnTo>
                  <a:lnTo>
                    <a:pt x="271137" y="1107251"/>
                  </a:lnTo>
                  <a:lnTo>
                    <a:pt x="271118" y="1107180"/>
                  </a:lnTo>
                  <a:lnTo>
                    <a:pt x="271107" y="1107111"/>
                  </a:lnTo>
                  <a:lnTo>
                    <a:pt x="271100" y="1107077"/>
                  </a:lnTo>
                  <a:lnTo>
                    <a:pt x="271097" y="1107055"/>
                  </a:lnTo>
                  <a:lnTo>
                    <a:pt x="271092" y="1107046"/>
                  </a:lnTo>
                  <a:lnTo>
                    <a:pt x="271082" y="1107043"/>
                  </a:lnTo>
                  <a:lnTo>
                    <a:pt x="271072" y="1107054"/>
                  </a:lnTo>
                  <a:lnTo>
                    <a:pt x="271052" y="1107116"/>
                  </a:lnTo>
                  <a:lnTo>
                    <a:pt x="271041" y="1107154"/>
                  </a:lnTo>
                  <a:lnTo>
                    <a:pt x="271019" y="1107197"/>
                  </a:lnTo>
                  <a:lnTo>
                    <a:pt x="270987" y="1107239"/>
                  </a:lnTo>
                  <a:lnTo>
                    <a:pt x="270956" y="1107281"/>
                  </a:lnTo>
                  <a:lnTo>
                    <a:pt x="270910" y="1107348"/>
                  </a:lnTo>
                  <a:lnTo>
                    <a:pt x="270862" y="1107392"/>
                  </a:lnTo>
                  <a:lnTo>
                    <a:pt x="270830" y="1107413"/>
                  </a:lnTo>
                  <a:lnTo>
                    <a:pt x="270798" y="1107427"/>
                  </a:lnTo>
                  <a:lnTo>
                    <a:pt x="270733" y="1107457"/>
                  </a:lnTo>
                  <a:lnTo>
                    <a:pt x="270687" y="1107464"/>
                  </a:lnTo>
                  <a:lnTo>
                    <a:pt x="270643" y="1107466"/>
                  </a:lnTo>
                  <a:lnTo>
                    <a:pt x="270611" y="1107458"/>
                  </a:lnTo>
                  <a:lnTo>
                    <a:pt x="270562" y="1107440"/>
                  </a:lnTo>
                  <a:lnTo>
                    <a:pt x="270534" y="1107429"/>
                  </a:lnTo>
                  <a:lnTo>
                    <a:pt x="270525" y="1107409"/>
                  </a:lnTo>
                  <a:lnTo>
                    <a:pt x="270505" y="1107373"/>
                  </a:lnTo>
                  <a:lnTo>
                    <a:pt x="270484" y="1107336"/>
                  </a:lnTo>
                  <a:lnTo>
                    <a:pt x="270449" y="1107292"/>
                  </a:lnTo>
                  <a:lnTo>
                    <a:pt x="270399" y="1107237"/>
                  </a:lnTo>
                  <a:lnTo>
                    <a:pt x="270356" y="1107200"/>
                  </a:lnTo>
                  <a:lnTo>
                    <a:pt x="270333" y="1107186"/>
                  </a:lnTo>
                  <a:lnTo>
                    <a:pt x="270324" y="1107182"/>
                  </a:lnTo>
                  <a:lnTo>
                    <a:pt x="270303" y="1107182"/>
                  </a:lnTo>
                  <a:lnTo>
                    <a:pt x="270251" y="1107188"/>
                  </a:lnTo>
                  <a:lnTo>
                    <a:pt x="270220" y="1107190"/>
                  </a:lnTo>
                  <a:lnTo>
                    <a:pt x="270200" y="1107190"/>
                  </a:lnTo>
                  <a:lnTo>
                    <a:pt x="270159" y="1107183"/>
                  </a:lnTo>
                  <a:lnTo>
                    <a:pt x="270117" y="1107170"/>
                  </a:lnTo>
                  <a:lnTo>
                    <a:pt x="270072" y="1107153"/>
                  </a:lnTo>
                  <a:lnTo>
                    <a:pt x="270015" y="1107147"/>
                  </a:lnTo>
                  <a:lnTo>
                    <a:pt x="269978" y="1107138"/>
                  </a:lnTo>
                  <a:lnTo>
                    <a:pt x="269956" y="1107117"/>
                  </a:lnTo>
                  <a:lnTo>
                    <a:pt x="269935" y="1107091"/>
                  </a:lnTo>
                  <a:lnTo>
                    <a:pt x="269927" y="1107026"/>
                  </a:lnTo>
                  <a:lnTo>
                    <a:pt x="269917" y="1106985"/>
                  </a:lnTo>
                  <a:lnTo>
                    <a:pt x="269905" y="1106946"/>
                  </a:lnTo>
                  <a:lnTo>
                    <a:pt x="269908" y="1106894"/>
                  </a:lnTo>
                  <a:lnTo>
                    <a:pt x="269921" y="1106835"/>
                  </a:lnTo>
                  <a:lnTo>
                    <a:pt x="269917" y="1106810"/>
                  </a:lnTo>
                  <a:lnTo>
                    <a:pt x="269917" y="1106793"/>
                  </a:lnTo>
                  <a:lnTo>
                    <a:pt x="269902" y="1106759"/>
                  </a:lnTo>
                  <a:lnTo>
                    <a:pt x="269891" y="1106726"/>
                  </a:lnTo>
                  <a:lnTo>
                    <a:pt x="269891" y="1106693"/>
                  </a:lnTo>
                  <a:lnTo>
                    <a:pt x="269900" y="1106673"/>
                  </a:lnTo>
                  <a:lnTo>
                    <a:pt x="269890" y="1106624"/>
                  </a:lnTo>
                  <a:lnTo>
                    <a:pt x="269889" y="1106590"/>
                  </a:lnTo>
                  <a:lnTo>
                    <a:pt x="269893" y="1106563"/>
                  </a:lnTo>
                  <a:lnTo>
                    <a:pt x="269907" y="1106505"/>
                  </a:lnTo>
                  <a:lnTo>
                    <a:pt x="269908" y="1106479"/>
                  </a:lnTo>
                  <a:lnTo>
                    <a:pt x="269868" y="1106411"/>
                  </a:lnTo>
                  <a:lnTo>
                    <a:pt x="269848" y="1106389"/>
                  </a:lnTo>
                  <a:lnTo>
                    <a:pt x="269779" y="1106359"/>
                  </a:lnTo>
                  <a:lnTo>
                    <a:pt x="269737" y="1106344"/>
                  </a:lnTo>
                  <a:lnTo>
                    <a:pt x="269625" y="1106319"/>
                  </a:lnTo>
                  <a:lnTo>
                    <a:pt x="269576" y="1106314"/>
                  </a:lnTo>
                  <a:lnTo>
                    <a:pt x="269530" y="1106308"/>
                  </a:lnTo>
                  <a:lnTo>
                    <a:pt x="269498" y="1106286"/>
                  </a:lnTo>
                  <a:lnTo>
                    <a:pt x="269483" y="1106251"/>
                  </a:lnTo>
                  <a:lnTo>
                    <a:pt x="269471" y="1106217"/>
                  </a:lnTo>
                  <a:lnTo>
                    <a:pt x="269449" y="1106175"/>
                  </a:lnTo>
                  <a:lnTo>
                    <a:pt x="269420" y="1106145"/>
                  </a:lnTo>
                  <a:lnTo>
                    <a:pt x="269393" y="1106130"/>
                  </a:lnTo>
                  <a:lnTo>
                    <a:pt x="269378" y="1106121"/>
                  </a:lnTo>
                  <a:lnTo>
                    <a:pt x="269348" y="1106095"/>
                  </a:lnTo>
                  <a:lnTo>
                    <a:pt x="269314" y="1106081"/>
                  </a:lnTo>
                  <a:lnTo>
                    <a:pt x="269283" y="1106080"/>
                  </a:lnTo>
                  <a:lnTo>
                    <a:pt x="269261" y="1106081"/>
                  </a:lnTo>
                  <a:lnTo>
                    <a:pt x="269194" y="1106121"/>
                  </a:lnTo>
                  <a:lnTo>
                    <a:pt x="269144" y="1106161"/>
                  </a:lnTo>
                  <a:lnTo>
                    <a:pt x="269100" y="1106200"/>
                  </a:lnTo>
                  <a:lnTo>
                    <a:pt x="269081" y="1106234"/>
                  </a:lnTo>
                  <a:lnTo>
                    <a:pt x="269029" y="1106281"/>
                  </a:lnTo>
                  <a:lnTo>
                    <a:pt x="269001" y="1106295"/>
                  </a:lnTo>
                  <a:lnTo>
                    <a:pt x="268981" y="1106302"/>
                  </a:lnTo>
                  <a:lnTo>
                    <a:pt x="268940" y="1106310"/>
                  </a:lnTo>
                  <a:lnTo>
                    <a:pt x="268879" y="1106312"/>
                  </a:lnTo>
                  <a:lnTo>
                    <a:pt x="268848" y="1106303"/>
                  </a:lnTo>
                  <a:lnTo>
                    <a:pt x="268825" y="1106296"/>
                  </a:lnTo>
                  <a:lnTo>
                    <a:pt x="268734" y="1106240"/>
                  </a:lnTo>
                  <a:lnTo>
                    <a:pt x="268683" y="1106179"/>
                  </a:lnTo>
                  <a:lnTo>
                    <a:pt x="268660" y="1106130"/>
                  </a:lnTo>
                  <a:lnTo>
                    <a:pt x="268627" y="1106087"/>
                  </a:lnTo>
                  <a:lnTo>
                    <a:pt x="268614" y="1106044"/>
                  </a:lnTo>
                  <a:lnTo>
                    <a:pt x="268612" y="1106008"/>
                  </a:lnTo>
                  <a:lnTo>
                    <a:pt x="268624" y="1105937"/>
                  </a:lnTo>
                  <a:lnTo>
                    <a:pt x="268646" y="1105849"/>
                  </a:lnTo>
                  <a:lnTo>
                    <a:pt x="268682" y="1105772"/>
                  </a:lnTo>
                  <a:lnTo>
                    <a:pt x="268689" y="1105748"/>
                  </a:lnTo>
                  <a:lnTo>
                    <a:pt x="268687" y="1105718"/>
                  </a:lnTo>
                  <a:lnTo>
                    <a:pt x="268657" y="1105663"/>
                  </a:lnTo>
                  <a:lnTo>
                    <a:pt x="268630" y="1105622"/>
                  </a:lnTo>
                  <a:lnTo>
                    <a:pt x="268569" y="1105579"/>
                  </a:lnTo>
                  <a:lnTo>
                    <a:pt x="268521" y="1105538"/>
                  </a:lnTo>
                  <a:lnTo>
                    <a:pt x="268442" y="1105480"/>
                  </a:lnTo>
                  <a:lnTo>
                    <a:pt x="268405" y="1105443"/>
                  </a:lnTo>
                  <a:lnTo>
                    <a:pt x="268366" y="1105393"/>
                  </a:lnTo>
                  <a:lnTo>
                    <a:pt x="268337" y="1105341"/>
                  </a:lnTo>
                  <a:lnTo>
                    <a:pt x="268330" y="1105325"/>
                  </a:lnTo>
                  <a:lnTo>
                    <a:pt x="268321" y="1105305"/>
                  </a:lnTo>
                  <a:lnTo>
                    <a:pt x="268309" y="1105279"/>
                  </a:lnTo>
                  <a:lnTo>
                    <a:pt x="268303" y="1105240"/>
                  </a:lnTo>
                  <a:lnTo>
                    <a:pt x="268293" y="1105172"/>
                  </a:lnTo>
                  <a:lnTo>
                    <a:pt x="268296" y="1105129"/>
                  </a:lnTo>
                  <a:lnTo>
                    <a:pt x="268311" y="1105093"/>
                  </a:lnTo>
                  <a:lnTo>
                    <a:pt x="268320" y="1105025"/>
                  </a:lnTo>
                  <a:lnTo>
                    <a:pt x="268330" y="1104979"/>
                  </a:lnTo>
                  <a:lnTo>
                    <a:pt x="268334" y="1104898"/>
                  </a:lnTo>
                  <a:lnTo>
                    <a:pt x="268328" y="1104864"/>
                  </a:lnTo>
                  <a:lnTo>
                    <a:pt x="268297" y="1104804"/>
                  </a:lnTo>
                  <a:lnTo>
                    <a:pt x="268252" y="1104761"/>
                  </a:lnTo>
                  <a:lnTo>
                    <a:pt x="268210" y="1104718"/>
                  </a:lnTo>
                  <a:lnTo>
                    <a:pt x="268172" y="1104701"/>
                  </a:lnTo>
                  <a:lnTo>
                    <a:pt x="268106" y="1104658"/>
                  </a:lnTo>
                  <a:lnTo>
                    <a:pt x="268056" y="1104626"/>
                  </a:lnTo>
                  <a:lnTo>
                    <a:pt x="268020" y="1104556"/>
                  </a:lnTo>
                  <a:lnTo>
                    <a:pt x="268006" y="1104524"/>
                  </a:lnTo>
                  <a:lnTo>
                    <a:pt x="267972" y="1104351"/>
                  </a:lnTo>
                  <a:lnTo>
                    <a:pt x="267926" y="1104120"/>
                  </a:lnTo>
                  <a:lnTo>
                    <a:pt x="267880" y="1103881"/>
                  </a:lnTo>
                  <a:lnTo>
                    <a:pt x="267838" y="1103671"/>
                  </a:lnTo>
                  <a:lnTo>
                    <a:pt x="267791" y="1103436"/>
                  </a:lnTo>
                  <a:lnTo>
                    <a:pt x="267743" y="1103196"/>
                  </a:lnTo>
                  <a:lnTo>
                    <a:pt x="267691" y="1102933"/>
                  </a:lnTo>
                  <a:lnTo>
                    <a:pt x="267641" y="1102685"/>
                  </a:lnTo>
                  <a:lnTo>
                    <a:pt x="267597" y="1102472"/>
                  </a:lnTo>
                  <a:lnTo>
                    <a:pt x="267559" y="1102293"/>
                  </a:lnTo>
                  <a:lnTo>
                    <a:pt x="267546" y="1102201"/>
                  </a:lnTo>
                  <a:lnTo>
                    <a:pt x="267509" y="1102026"/>
                  </a:lnTo>
                  <a:lnTo>
                    <a:pt x="267463" y="1101802"/>
                  </a:lnTo>
                  <a:lnTo>
                    <a:pt x="267420" y="1101589"/>
                  </a:lnTo>
                  <a:lnTo>
                    <a:pt x="267379" y="1101398"/>
                  </a:lnTo>
                  <a:lnTo>
                    <a:pt x="267331" y="1101132"/>
                  </a:lnTo>
                  <a:lnTo>
                    <a:pt x="267293" y="1100934"/>
                  </a:lnTo>
                  <a:lnTo>
                    <a:pt x="267245" y="1100694"/>
                  </a:lnTo>
                  <a:lnTo>
                    <a:pt x="267205" y="1100503"/>
                  </a:lnTo>
                  <a:lnTo>
                    <a:pt x="267180" y="1100388"/>
                  </a:lnTo>
                  <a:lnTo>
                    <a:pt x="267145" y="1100213"/>
                  </a:lnTo>
                  <a:lnTo>
                    <a:pt x="267116" y="1100058"/>
                  </a:lnTo>
                  <a:lnTo>
                    <a:pt x="267096" y="1099952"/>
                  </a:lnTo>
                  <a:lnTo>
                    <a:pt x="267062" y="1099804"/>
                  </a:lnTo>
                  <a:lnTo>
                    <a:pt x="267044" y="1099702"/>
                  </a:lnTo>
                  <a:lnTo>
                    <a:pt x="267037" y="1099659"/>
                  </a:lnTo>
                  <a:lnTo>
                    <a:pt x="267038" y="1099635"/>
                  </a:lnTo>
                  <a:lnTo>
                    <a:pt x="267050" y="1099603"/>
                  </a:lnTo>
                  <a:lnTo>
                    <a:pt x="267066" y="1099555"/>
                  </a:lnTo>
                  <a:lnTo>
                    <a:pt x="267078" y="1099510"/>
                  </a:lnTo>
                  <a:lnTo>
                    <a:pt x="267090" y="1099475"/>
                  </a:lnTo>
                  <a:lnTo>
                    <a:pt x="267095" y="1099431"/>
                  </a:lnTo>
                  <a:lnTo>
                    <a:pt x="267103" y="1099370"/>
                  </a:lnTo>
                  <a:lnTo>
                    <a:pt x="267109" y="1099339"/>
                  </a:lnTo>
                  <a:lnTo>
                    <a:pt x="267116" y="1099295"/>
                  </a:lnTo>
                  <a:lnTo>
                    <a:pt x="267112" y="1099252"/>
                  </a:lnTo>
                  <a:lnTo>
                    <a:pt x="267115" y="1099155"/>
                  </a:lnTo>
                  <a:lnTo>
                    <a:pt x="267120" y="1099102"/>
                  </a:lnTo>
                  <a:lnTo>
                    <a:pt x="267120" y="1099042"/>
                  </a:lnTo>
                  <a:lnTo>
                    <a:pt x="267122" y="1098990"/>
                  </a:lnTo>
                  <a:lnTo>
                    <a:pt x="267126" y="1098931"/>
                  </a:lnTo>
                  <a:lnTo>
                    <a:pt x="267129" y="1098896"/>
                  </a:lnTo>
                  <a:lnTo>
                    <a:pt x="267132" y="1098867"/>
                  </a:lnTo>
                  <a:lnTo>
                    <a:pt x="267141" y="1098842"/>
                  </a:lnTo>
                  <a:lnTo>
                    <a:pt x="267158" y="1098817"/>
                  </a:lnTo>
                  <a:lnTo>
                    <a:pt x="267173" y="1098789"/>
                  </a:lnTo>
                  <a:lnTo>
                    <a:pt x="267176" y="1098771"/>
                  </a:lnTo>
                  <a:lnTo>
                    <a:pt x="267174" y="1098749"/>
                  </a:lnTo>
                  <a:lnTo>
                    <a:pt x="267171" y="1098720"/>
                  </a:lnTo>
                  <a:lnTo>
                    <a:pt x="267166" y="1098687"/>
                  </a:lnTo>
                  <a:lnTo>
                    <a:pt x="267168" y="1098662"/>
                  </a:lnTo>
                  <a:lnTo>
                    <a:pt x="267176" y="1098639"/>
                  </a:lnTo>
                  <a:lnTo>
                    <a:pt x="267195" y="1098602"/>
                  </a:lnTo>
                  <a:lnTo>
                    <a:pt x="267228" y="1098552"/>
                  </a:lnTo>
                  <a:lnTo>
                    <a:pt x="267251" y="1098533"/>
                  </a:lnTo>
                  <a:lnTo>
                    <a:pt x="267277" y="1098513"/>
                  </a:lnTo>
                  <a:lnTo>
                    <a:pt x="267286" y="1098493"/>
                  </a:lnTo>
                  <a:lnTo>
                    <a:pt x="267298" y="1098461"/>
                  </a:lnTo>
                  <a:lnTo>
                    <a:pt x="267307" y="1098427"/>
                  </a:lnTo>
                  <a:lnTo>
                    <a:pt x="267315" y="1098390"/>
                  </a:lnTo>
                  <a:lnTo>
                    <a:pt x="267317" y="1098343"/>
                  </a:lnTo>
                  <a:lnTo>
                    <a:pt x="267316" y="1098304"/>
                  </a:lnTo>
                  <a:lnTo>
                    <a:pt x="267339" y="1098214"/>
                  </a:lnTo>
                  <a:lnTo>
                    <a:pt x="267348" y="1098150"/>
                  </a:lnTo>
                  <a:lnTo>
                    <a:pt x="267356" y="1098087"/>
                  </a:lnTo>
                  <a:lnTo>
                    <a:pt x="267346" y="1098007"/>
                  </a:lnTo>
                  <a:lnTo>
                    <a:pt x="267341" y="1097966"/>
                  </a:lnTo>
                  <a:lnTo>
                    <a:pt x="267333" y="1097942"/>
                  </a:lnTo>
                  <a:lnTo>
                    <a:pt x="267316" y="1097914"/>
                  </a:lnTo>
                  <a:lnTo>
                    <a:pt x="267314" y="1097898"/>
                  </a:lnTo>
                  <a:lnTo>
                    <a:pt x="267318" y="1097881"/>
                  </a:lnTo>
                  <a:lnTo>
                    <a:pt x="267351" y="1097820"/>
                  </a:lnTo>
                  <a:lnTo>
                    <a:pt x="267367" y="1097780"/>
                  </a:lnTo>
                  <a:lnTo>
                    <a:pt x="267372" y="1097753"/>
                  </a:lnTo>
                  <a:lnTo>
                    <a:pt x="267377" y="1097691"/>
                  </a:lnTo>
                  <a:lnTo>
                    <a:pt x="267385" y="1097608"/>
                  </a:lnTo>
                  <a:lnTo>
                    <a:pt x="267387" y="1097579"/>
                  </a:lnTo>
                  <a:lnTo>
                    <a:pt x="267387" y="1097547"/>
                  </a:lnTo>
                  <a:lnTo>
                    <a:pt x="267382" y="1097529"/>
                  </a:lnTo>
                  <a:lnTo>
                    <a:pt x="267371" y="1097505"/>
                  </a:lnTo>
                  <a:lnTo>
                    <a:pt x="267358" y="1097478"/>
                  </a:lnTo>
                  <a:lnTo>
                    <a:pt x="267354" y="1097418"/>
                  </a:lnTo>
                  <a:lnTo>
                    <a:pt x="267358" y="1097386"/>
                  </a:lnTo>
                  <a:lnTo>
                    <a:pt x="267369" y="1097350"/>
                  </a:lnTo>
                  <a:lnTo>
                    <a:pt x="267392" y="1097285"/>
                  </a:lnTo>
                  <a:lnTo>
                    <a:pt x="267425" y="1097190"/>
                  </a:lnTo>
                  <a:lnTo>
                    <a:pt x="267438" y="1097155"/>
                  </a:lnTo>
                  <a:lnTo>
                    <a:pt x="267468" y="1097127"/>
                  </a:lnTo>
                  <a:lnTo>
                    <a:pt x="267508" y="1097086"/>
                  </a:lnTo>
                  <a:lnTo>
                    <a:pt x="267578" y="1097025"/>
                  </a:lnTo>
                  <a:lnTo>
                    <a:pt x="267617" y="1096988"/>
                  </a:lnTo>
                  <a:lnTo>
                    <a:pt x="267640" y="1096969"/>
                  </a:lnTo>
                  <a:lnTo>
                    <a:pt x="267659" y="1096935"/>
                  </a:lnTo>
                  <a:lnTo>
                    <a:pt x="267662" y="1096909"/>
                  </a:lnTo>
                  <a:lnTo>
                    <a:pt x="267666" y="1096869"/>
                  </a:lnTo>
                  <a:lnTo>
                    <a:pt x="267676" y="1096796"/>
                  </a:lnTo>
                  <a:lnTo>
                    <a:pt x="267673" y="1096722"/>
                  </a:lnTo>
                  <a:lnTo>
                    <a:pt x="267658" y="1096696"/>
                  </a:lnTo>
                  <a:lnTo>
                    <a:pt x="267655" y="1096691"/>
                  </a:lnTo>
                  <a:lnTo>
                    <a:pt x="267656" y="1096685"/>
                  </a:lnTo>
                  <a:lnTo>
                    <a:pt x="267660" y="1096678"/>
                  </a:lnTo>
                  <a:lnTo>
                    <a:pt x="267665" y="1096661"/>
                  </a:lnTo>
                  <a:lnTo>
                    <a:pt x="267681" y="1096628"/>
                  </a:lnTo>
                  <a:lnTo>
                    <a:pt x="267715" y="1096594"/>
                  </a:lnTo>
                  <a:lnTo>
                    <a:pt x="267753" y="1096568"/>
                  </a:lnTo>
                  <a:lnTo>
                    <a:pt x="267782" y="1096557"/>
                  </a:lnTo>
                  <a:lnTo>
                    <a:pt x="267830" y="1096533"/>
                  </a:lnTo>
                  <a:lnTo>
                    <a:pt x="267871" y="1096506"/>
                  </a:lnTo>
                  <a:lnTo>
                    <a:pt x="267899" y="1096478"/>
                  </a:lnTo>
                  <a:lnTo>
                    <a:pt x="267933" y="1096443"/>
                  </a:lnTo>
                  <a:lnTo>
                    <a:pt x="267953" y="1096423"/>
                  </a:lnTo>
                  <a:lnTo>
                    <a:pt x="267976" y="1096404"/>
                  </a:lnTo>
                  <a:lnTo>
                    <a:pt x="268014" y="1096386"/>
                  </a:lnTo>
                  <a:lnTo>
                    <a:pt x="268049" y="1096373"/>
                  </a:lnTo>
                  <a:lnTo>
                    <a:pt x="268067" y="1096365"/>
                  </a:lnTo>
                  <a:lnTo>
                    <a:pt x="268092" y="1096355"/>
                  </a:lnTo>
                  <a:lnTo>
                    <a:pt x="268099" y="1096345"/>
                  </a:lnTo>
                  <a:lnTo>
                    <a:pt x="268107" y="1096333"/>
                  </a:lnTo>
                  <a:lnTo>
                    <a:pt x="268121" y="1096314"/>
                  </a:lnTo>
                  <a:lnTo>
                    <a:pt x="268146" y="1096282"/>
                  </a:lnTo>
                  <a:lnTo>
                    <a:pt x="268164" y="1096248"/>
                  </a:lnTo>
                  <a:lnTo>
                    <a:pt x="268191" y="1096210"/>
                  </a:lnTo>
                  <a:lnTo>
                    <a:pt x="268208" y="1096183"/>
                  </a:lnTo>
                  <a:lnTo>
                    <a:pt x="268221" y="1096141"/>
                  </a:lnTo>
                  <a:lnTo>
                    <a:pt x="268225" y="1096121"/>
                  </a:lnTo>
                  <a:lnTo>
                    <a:pt x="268216" y="1096094"/>
                  </a:lnTo>
                  <a:lnTo>
                    <a:pt x="268193" y="1096046"/>
                  </a:lnTo>
                  <a:lnTo>
                    <a:pt x="268174" y="1096018"/>
                  </a:lnTo>
                  <a:lnTo>
                    <a:pt x="268158" y="1096004"/>
                  </a:lnTo>
                  <a:lnTo>
                    <a:pt x="268117" y="1095981"/>
                  </a:lnTo>
                  <a:lnTo>
                    <a:pt x="268084" y="1095951"/>
                  </a:lnTo>
                  <a:lnTo>
                    <a:pt x="268058" y="1095933"/>
                  </a:lnTo>
                  <a:lnTo>
                    <a:pt x="267996" y="1095908"/>
                  </a:lnTo>
                  <a:lnTo>
                    <a:pt x="267970" y="1095889"/>
                  </a:lnTo>
                  <a:lnTo>
                    <a:pt x="267922" y="1095856"/>
                  </a:lnTo>
                  <a:lnTo>
                    <a:pt x="267891" y="1095838"/>
                  </a:lnTo>
                  <a:lnTo>
                    <a:pt x="267836" y="1095812"/>
                  </a:lnTo>
                  <a:lnTo>
                    <a:pt x="267802" y="1095799"/>
                  </a:lnTo>
                  <a:lnTo>
                    <a:pt x="267783" y="1095784"/>
                  </a:lnTo>
                  <a:lnTo>
                    <a:pt x="267757" y="1095758"/>
                  </a:lnTo>
                  <a:lnTo>
                    <a:pt x="267726" y="1095730"/>
                  </a:lnTo>
                  <a:lnTo>
                    <a:pt x="267710" y="1095709"/>
                  </a:lnTo>
                  <a:lnTo>
                    <a:pt x="267698" y="1095680"/>
                  </a:lnTo>
                  <a:lnTo>
                    <a:pt x="267683" y="1095653"/>
                  </a:lnTo>
                  <a:lnTo>
                    <a:pt x="267646" y="1095602"/>
                  </a:lnTo>
                  <a:lnTo>
                    <a:pt x="267624" y="1095557"/>
                  </a:lnTo>
                  <a:lnTo>
                    <a:pt x="267610" y="1095527"/>
                  </a:lnTo>
                  <a:lnTo>
                    <a:pt x="267576" y="1095511"/>
                  </a:lnTo>
                  <a:lnTo>
                    <a:pt x="267511" y="1095476"/>
                  </a:lnTo>
                  <a:lnTo>
                    <a:pt x="267458" y="1095443"/>
                  </a:lnTo>
                  <a:lnTo>
                    <a:pt x="267426" y="1095430"/>
                  </a:lnTo>
                  <a:lnTo>
                    <a:pt x="267382" y="1095406"/>
                  </a:lnTo>
                  <a:lnTo>
                    <a:pt x="267352" y="1095389"/>
                  </a:lnTo>
                  <a:lnTo>
                    <a:pt x="267318" y="1095371"/>
                  </a:lnTo>
                  <a:lnTo>
                    <a:pt x="267278" y="1095344"/>
                  </a:lnTo>
                  <a:lnTo>
                    <a:pt x="267254" y="1095328"/>
                  </a:lnTo>
                  <a:lnTo>
                    <a:pt x="267245" y="1095311"/>
                  </a:lnTo>
                  <a:lnTo>
                    <a:pt x="267243" y="1095292"/>
                  </a:lnTo>
                  <a:lnTo>
                    <a:pt x="267242" y="1095227"/>
                  </a:lnTo>
                  <a:lnTo>
                    <a:pt x="267237" y="1095185"/>
                  </a:lnTo>
                  <a:lnTo>
                    <a:pt x="267231" y="1095151"/>
                  </a:lnTo>
                  <a:lnTo>
                    <a:pt x="267221" y="1095130"/>
                  </a:lnTo>
                  <a:lnTo>
                    <a:pt x="267203" y="1095111"/>
                  </a:lnTo>
                  <a:lnTo>
                    <a:pt x="267169" y="1095083"/>
                  </a:lnTo>
                  <a:lnTo>
                    <a:pt x="267109" y="1095044"/>
                  </a:lnTo>
                  <a:lnTo>
                    <a:pt x="267076" y="1095023"/>
                  </a:lnTo>
                  <a:lnTo>
                    <a:pt x="267066" y="1095009"/>
                  </a:lnTo>
                  <a:lnTo>
                    <a:pt x="267038" y="1094982"/>
                  </a:lnTo>
                  <a:lnTo>
                    <a:pt x="267000" y="1094955"/>
                  </a:lnTo>
                  <a:lnTo>
                    <a:pt x="266962" y="1094953"/>
                  </a:lnTo>
                  <a:lnTo>
                    <a:pt x="266923" y="1094956"/>
                  </a:lnTo>
                  <a:lnTo>
                    <a:pt x="266881" y="1094955"/>
                  </a:lnTo>
                  <a:lnTo>
                    <a:pt x="266850" y="1094945"/>
                  </a:lnTo>
                  <a:lnTo>
                    <a:pt x="266821" y="1094932"/>
                  </a:lnTo>
                  <a:lnTo>
                    <a:pt x="266805" y="1094909"/>
                  </a:lnTo>
                  <a:lnTo>
                    <a:pt x="266776" y="1094886"/>
                  </a:lnTo>
                  <a:lnTo>
                    <a:pt x="266738" y="1094856"/>
                  </a:lnTo>
                  <a:lnTo>
                    <a:pt x="266706" y="1094823"/>
                  </a:lnTo>
                  <a:lnTo>
                    <a:pt x="266674" y="1094752"/>
                  </a:lnTo>
                  <a:lnTo>
                    <a:pt x="266663" y="1094706"/>
                  </a:lnTo>
                  <a:lnTo>
                    <a:pt x="266653" y="1094669"/>
                  </a:lnTo>
                  <a:lnTo>
                    <a:pt x="266638" y="1094629"/>
                  </a:lnTo>
                  <a:lnTo>
                    <a:pt x="266609" y="1094586"/>
                  </a:lnTo>
                  <a:lnTo>
                    <a:pt x="266578" y="1094552"/>
                  </a:lnTo>
                  <a:lnTo>
                    <a:pt x="266550" y="1094532"/>
                  </a:lnTo>
                  <a:lnTo>
                    <a:pt x="266515" y="1094511"/>
                  </a:lnTo>
                  <a:lnTo>
                    <a:pt x="266489" y="1094495"/>
                  </a:lnTo>
                  <a:lnTo>
                    <a:pt x="266457" y="1094486"/>
                  </a:lnTo>
                  <a:lnTo>
                    <a:pt x="266415" y="1094481"/>
                  </a:lnTo>
                  <a:lnTo>
                    <a:pt x="266379" y="1094470"/>
                  </a:lnTo>
                  <a:lnTo>
                    <a:pt x="266342" y="1094456"/>
                  </a:lnTo>
                  <a:lnTo>
                    <a:pt x="266314" y="1094441"/>
                  </a:lnTo>
                  <a:lnTo>
                    <a:pt x="266296" y="1094437"/>
                  </a:lnTo>
                  <a:lnTo>
                    <a:pt x="266242" y="1094440"/>
                  </a:lnTo>
                  <a:lnTo>
                    <a:pt x="266195" y="1094455"/>
                  </a:lnTo>
                  <a:lnTo>
                    <a:pt x="266130" y="1094464"/>
                  </a:lnTo>
                  <a:lnTo>
                    <a:pt x="266094" y="1094475"/>
                  </a:lnTo>
                  <a:lnTo>
                    <a:pt x="266055" y="1094494"/>
                  </a:lnTo>
                  <a:lnTo>
                    <a:pt x="266000" y="1094529"/>
                  </a:lnTo>
                  <a:lnTo>
                    <a:pt x="265970" y="1094542"/>
                  </a:lnTo>
                  <a:lnTo>
                    <a:pt x="265900" y="1094567"/>
                  </a:lnTo>
                  <a:lnTo>
                    <a:pt x="265866" y="1094567"/>
                  </a:lnTo>
                  <a:lnTo>
                    <a:pt x="265809" y="1094566"/>
                  </a:lnTo>
                  <a:lnTo>
                    <a:pt x="265775" y="1094559"/>
                  </a:lnTo>
                  <a:lnTo>
                    <a:pt x="265689" y="1094550"/>
                  </a:lnTo>
                  <a:lnTo>
                    <a:pt x="265662" y="1094548"/>
                  </a:lnTo>
                  <a:lnTo>
                    <a:pt x="265633" y="1094550"/>
                  </a:lnTo>
                  <a:lnTo>
                    <a:pt x="265570" y="1094563"/>
                  </a:lnTo>
                  <a:lnTo>
                    <a:pt x="265515" y="1094573"/>
                  </a:lnTo>
                  <a:lnTo>
                    <a:pt x="265485" y="1094577"/>
                  </a:lnTo>
                  <a:lnTo>
                    <a:pt x="265459" y="1094556"/>
                  </a:lnTo>
                  <a:lnTo>
                    <a:pt x="265438" y="1094533"/>
                  </a:lnTo>
                  <a:lnTo>
                    <a:pt x="265411" y="1094488"/>
                  </a:lnTo>
                  <a:lnTo>
                    <a:pt x="265368" y="1094415"/>
                  </a:lnTo>
                  <a:lnTo>
                    <a:pt x="265327" y="1094306"/>
                  </a:lnTo>
                  <a:lnTo>
                    <a:pt x="265311" y="1094243"/>
                  </a:lnTo>
                  <a:lnTo>
                    <a:pt x="265301" y="1094211"/>
                  </a:lnTo>
                  <a:lnTo>
                    <a:pt x="265295" y="1094185"/>
                  </a:lnTo>
                  <a:lnTo>
                    <a:pt x="265282" y="1094178"/>
                  </a:lnTo>
                  <a:lnTo>
                    <a:pt x="265257" y="1094174"/>
                  </a:lnTo>
                  <a:lnTo>
                    <a:pt x="265201" y="1094173"/>
                  </a:lnTo>
                  <a:lnTo>
                    <a:pt x="265151" y="1094171"/>
                  </a:lnTo>
                  <a:lnTo>
                    <a:pt x="265114" y="1094166"/>
                  </a:lnTo>
                  <a:lnTo>
                    <a:pt x="265100" y="1094153"/>
                  </a:lnTo>
                  <a:lnTo>
                    <a:pt x="265100" y="1094139"/>
                  </a:lnTo>
                  <a:lnTo>
                    <a:pt x="265069" y="1094058"/>
                  </a:lnTo>
                  <a:lnTo>
                    <a:pt x="265051" y="1094035"/>
                  </a:lnTo>
                  <a:lnTo>
                    <a:pt x="265035" y="1094019"/>
                  </a:lnTo>
                  <a:lnTo>
                    <a:pt x="265017" y="1094010"/>
                  </a:lnTo>
                  <a:lnTo>
                    <a:pt x="264996" y="1094012"/>
                  </a:lnTo>
                  <a:lnTo>
                    <a:pt x="264942" y="1094002"/>
                  </a:lnTo>
                  <a:lnTo>
                    <a:pt x="264908" y="1093988"/>
                  </a:lnTo>
                  <a:lnTo>
                    <a:pt x="264889" y="1093979"/>
                  </a:lnTo>
                  <a:lnTo>
                    <a:pt x="264855" y="1093957"/>
                  </a:lnTo>
                  <a:lnTo>
                    <a:pt x="264827" y="1093931"/>
                  </a:lnTo>
                  <a:lnTo>
                    <a:pt x="264815" y="1093911"/>
                  </a:lnTo>
                  <a:lnTo>
                    <a:pt x="264800" y="1093866"/>
                  </a:lnTo>
                  <a:lnTo>
                    <a:pt x="264791" y="1093818"/>
                  </a:lnTo>
                  <a:lnTo>
                    <a:pt x="264781" y="1093804"/>
                  </a:lnTo>
                  <a:lnTo>
                    <a:pt x="264755" y="1093793"/>
                  </a:lnTo>
                  <a:lnTo>
                    <a:pt x="264712" y="1093779"/>
                  </a:lnTo>
                  <a:lnTo>
                    <a:pt x="264661" y="1093764"/>
                  </a:lnTo>
                  <a:lnTo>
                    <a:pt x="264627" y="1093748"/>
                  </a:lnTo>
                  <a:lnTo>
                    <a:pt x="264561" y="1093706"/>
                  </a:lnTo>
                  <a:lnTo>
                    <a:pt x="264531" y="1093672"/>
                  </a:lnTo>
                  <a:lnTo>
                    <a:pt x="264512" y="1093651"/>
                  </a:lnTo>
                  <a:lnTo>
                    <a:pt x="264498" y="1093627"/>
                  </a:lnTo>
                  <a:lnTo>
                    <a:pt x="264486" y="1093604"/>
                  </a:lnTo>
                  <a:lnTo>
                    <a:pt x="264473" y="1093581"/>
                  </a:lnTo>
                  <a:lnTo>
                    <a:pt x="264439" y="1093553"/>
                  </a:lnTo>
                  <a:lnTo>
                    <a:pt x="264373" y="1093506"/>
                  </a:lnTo>
                  <a:lnTo>
                    <a:pt x="264330" y="1093475"/>
                  </a:lnTo>
                  <a:lnTo>
                    <a:pt x="264298" y="1093461"/>
                  </a:lnTo>
                  <a:lnTo>
                    <a:pt x="264261" y="1093454"/>
                  </a:lnTo>
                  <a:lnTo>
                    <a:pt x="264217" y="1093445"/>
                  </a:lnTo>
                  <a:lnTo>
                    <a:pt x="264162" y="1093443"/>
                  </a:lnTo>
                  <a:lnTo>
                    <a:pt x="264139" y="1093438"/>
                  </a:lnTo>
                  <a:lnTo>
                    <a:pt x="264052" y="1093407"/>
                  </a:lnTo>
                  <a:lnTo>
                    <a:pt x="264025" y="1093396"/>
                  </a:lnTo>
                  <a:lnTo>
                    <a:pt x="263992" y="1093392"/>
                  </a:lnTo>
                  <a:lnTo>
                    <a:pt x="263949" y="1093384"/>
                  </a:lnTo>
                  <a:lnTo>
                    <a:pt x="263934" y="1093379"/>
                  </a:lnTo>
                  <a:lnTo>
                    <a:pt x="263897" y="1093353"/>
                  </a:lnTo>
                  <a:lnTo>
                    <a:pt x="263885" y="1093340"/>
                  </a:lnTo>
                  <a:lnTo>
                    <a:pt x="263846" y="1093304"/>
                  </a:lnTo>
                  <a:lnTo>
                    <a:pt x="263817" y="1093280"/>
                  </a:lnTo>
                  <a:lnTo>
                    <a:pt x="263784" y="1093253"/>
                  </a:lnTo>
                  <a:lnTo>
                    <a:pt x="263774" y="1093243"/>
                  </a:lnTo>
                  <a:lnTo>
                    <a:pt x="263766" y="1093229"/>
                  </a:lnTo>
                  <a:lnTo>
                    <a:pt x="263757" y="1093207"/>
                  </a:lnTo>
                  <a:lnTo>
                    <a:pt x="263747" y="1093173"/>
                  </a:lnTo>
                  <a:lnTo>
                    <a:pt x="263740" y="1093143"/>
                  </a:lnTo>
                  <a:lnTo>
                    <a:pt x="263718" y="1093073"/>
                  </a:lnTo>
                  <a:lnTo>
                    <a:pt x="263704" y="1093048"/>
                  </a:lnTo>
                  <a:lnTo>
                    <a:pt x="263692" y="1093030"/>
                  </a:lnTo>
                  <a:lnTo>
                    <a:pt x="263670" y="1092999"/>
                  </a:lnTo>
                  <a:lnTo>
                    <a:pt x="263634" y="1092956"/>
                  </a:lnTo>
                  <a:lnTo>
                    <a:pt x="263621" y="1092938"/>
                  </a:lnTo>
                  <a:lnTo>
                    <a:pt x="263572" y="1092869"/>
                  </a:lnTo>
                  <a:lnTo>
                    <a:pt x="263564" y="1092829"/>
                  </a:lnTo>
                  <a:lnTo>
                    <a:pt x="263561" y="1092792"/>
                  </a:lnTo>
                  <a:lnTo>
                    <a:pt x="263553" y="1092759"/>
                  </a:lnTo>
                  <a:lnTo>
                    <a:pt x="263550" y="1092727"/>
                  </a:lnTo>
                  <a:lnTo>
                    <a:pt x="263555" y="1092647"/>
                  </a:lnTo>
                  <a:lnTo>
                    <a:pt x="263560" y="1092622"/>
                  </a:lnTo>
                  <a:lnTo>
                    <a:pt x="263573" y="1092567"/>
                  </a:lnTo>
                  <a:lnTo>
                    <a:pt x="263584" y="1092539"/>
                  </a:lnTo>
                  <a:lnTo>
                    <a:pt x="263598" y="1092525"/>
                  </a:lnTo>
                  <a:lnTo>
                    <a:pt x="263610" y="1092519"/>
                  </a:lnTo>
                  <a:lnTo>
                    <a:pt x="263629" y="1092515"/>
                  </a:lnTo>
                  <a:lnTo>
                    <a:pt x="263667" y="1092511"/>
                  </a:lnTo>
                  <a:lnTo>
                    <a:pt x="263696" y="1092507"/>
                  </a:lnTo>
                  <a:lnTo>
                    <a:pt x="263738" y="1092495"/>
                  </a:lnTo>
                  <a:lnTo>
                    <a:pt x="263766" y="1092483"/>
                  </a:lnTo>
                  <a:lnTo>
                    <a:pt x="263827" y="1092452"/>
                  </a:lnTo>
                  <a:lnTo>
                    <a:pt x="263878" y="1092429"/>
                  </a:lnTo>
                  <a:lnTo>
                    <a:pt x="263906" y="1092414"/>
                  </a:lnTo>
                  <a:lnTo>
                    <a:pt x="263925" y="1092396"/>
                  </a:lnTo>
                  <a:lnTo>
                    <a:pt x="263984" y="1092335"/>
                  </a:lnTo>
                  <a:lnTo>
                    <a:pt x="264011" y="1092304"/>
                  </a:lnTo>
                  <a:lnTo>
                    <a:pt x="264033" y="1092286"/>
                  </a:lnTo>
                  <a:lnTo>
                    <a:pt x="264081" y="1092249"/>
                  </a:lnTo>
                  <a:lnTo>
                    <a:pt x="264113" y="1092220"/>
                  </a:lnTo>
                  <a:lnTo>
                    <a:pt x="264160" y="1092172"/>
                  </a:lnTo>
                  <a:lnTo>
                    <a:pt x="264190" y="1092148"/>
                  </a:lnTo>
                  <a:lnTo>
                    <a:pt x="264207" y="1092128"/>
                  </a:lnTo>
                  <a:lnTo>
                    <a:pt x="264204" y="1092122"/>
                  </a:lnTo>
                  <a:lnTo>
                    <a:pt x="264195" y="1092121"/>
                  </a:lnTo>
                  <a:lnTo>
                    <a:pt x="264160" y="1092111"/>
                  </a:lnTo>
                  <a:lnTo>
                    <a:pt x="264109" y="1092086"/>
                  </a:lnTo>
                  <a:lnTo>
                    <a:pt x="264070" y="1092066"/>
                  </a:lnTo>
                  <a:lnTo>
                    <a:pt x="264020" y="1092032"/>
                  </a:lnTo>
                  <a:lnTo>
                    <a:pt x="263988" y="1092017"/>
                  </a:lnTo>
                  <a:lnTo>
                    <a:pt x="263942" y="1091980"/>
                  </a:lnTo>
                  <a:lnTo>
                    <a:pt x="263900" y="1091931"/>
                  </a:lnTo>
                  <a:lnTo>
                    <a:pt x="263849" y="1091884"/>
                  </a:lnTo>
                  <a:lnTo>
                    <a:pt x="263817" y="1091850"/>
                  </a:lnTo>
                  <a:lnTo>
                    <a:pt x="263790" y="1091815"/>
                  </a:lnTo>
                  <a:lnTo>
                    <a:pt x="263761" y="1091789"/>
                  </a:lnTo>
                  <a:lnTo>
                    <a:pt x="263738" y="1091766"/>
                  </a:lnTo>
                  <a:lnTo>
                    <a:pt x="263701" y="1091752"/>
                  </a:lnTo>
                  <a:lnTo>
                    <a:pt x="263665" y="1091736"/>
                  </a:lnTo>
                  <a:lnTo>
                    <a:pt x="263645" y="1091720"/>
                  </a:lnTo>
                  <a:lnTo>
                    <a:pt x="263615" y="1091702"/>
                  </a:lnTo>
                  <a:lnTo>
                    <a:pt x="263587" y="1091691"/>
                  </a:lnTo>
                  <a:lnTo>
                    <a:pt x="263558" y="1091684"/>
                  </a:lnTo>
                  <a:lnTo>
                    <a:pt x="263508" y="1091680"/>
                  </a:lnTo>
                  <a:lnTo>
                    <a:pt x="263444" y="1091674"/>
                  </a:lnTo>
                  <a:lnTo>
                    <a:pt x="263412" y="1091670"/>
                  </a:lnTo>
                  <a:lnTo>
                    <a:pt x="263376" y="1091656"/>
                  </a:lnTo>
                  <a:lnTo>
                    <a:pt x="263340" y="1091644"/>
                  </a:lnTo>
                  <a:lnTo>
                    <a:pt x="263302" y="1091628"/>
                  </a:lnTo>
                  <a:lnTo>
                    <a:pt x="263257" y="1091606"/>
                  </a:lnTo>
                  <a:lnTo>
                    <a:pt x="263233" y="1091588"/>
                  </a:lnTo>
                  <a:lnTo>
                    <a:pt x="263157" y="1091526"/>
                  </a:lnTo>
                  <a:lnTo>
                    <a:pt x="263123" y="1091492"/>
                  </a:lnTo>
                  <a:lnTo>
                    <a:pt x="263096" y="1091472"/>
                  </a:lnTo>
                  <a:lnTo>
                    <a:pt x="263059" y="1091455"/>
                  </a:lnTo>
                  <a:lnTo>
                    <a:pt x="263031" y="1091441"/>
                  </a:lnTo>
                  <a:lnTo>
                    <a:pt x="263002" y="1091417"/>
                  </a:lnTo>
                  <a:lnTo>
                    <a:pt x="262985" y="1091388"/>
                  </a:lnTo>
                  <a:lnTo>
                    <a:pt x="262971" y="1091322"/>
                  </a:lnTo>
                  <a:lnTo>
                    <a:pt x="262967" y="1091287"/>
                  </a:lnTo>
                  <a:lnTo>
                    <a:pt x="262954" y="1091258"/>
                  </a:lnTo>
                  <a:lnTo>
                    <a:pt x="262937" y="1091246"/>
                  </a:lnTo>
                  <a:lnTo>
                    <a:pt x="262890" y="1091241"/>
                  </a:lnTo>
                  <a:lnTo>
                    <a:pt x="262823" y="1091238"/>
                  </a:lnTo>
                  <a:lnTo>
                    <a:pt x="262703" y="1091240"/>
                  </a:lnTo>
                  <a:lnTo>
                    <a:pt x="262653" y="1091252"/>
                  </a:lnTo>
                  <a:lnTo>
                    <a:pt x="262576" y="1091286"/>
                  </a:lnTo>
                  <a:lnTo>
                    <a:pt x="262553" y="1091304"/>
                  </a:lnTo>
                  <a:lnTo>
                    <a:pt x="262545" y="1091301"/>
                  </a:lnTo>
                  <a:lnTo>
                    <a:pt x="262531" y="1091288"/>
                  </a:lnTo>
                  <a:lnTo>
                    <a:pt x="262520" y="1091272"/>
                  </a:lnTo>
                  <a:lnTo>
                    <a:pt x="262480" y="1091221"/>
                  </a:lnTo>
                  <a:lnTo>
                    <a:pt x="262435" y="1091168"/>
                  </a:lnTo>
                  <a:lnTo>
                    <a:pt x="262406" y="1091128"/>
                  </a:lnTo>
                  <a:lnTo>
                    <a:pt x="262390" y="1091088"/>
                  </a:lnTo>
                  <a:lnTo>
                    <a:pt x="262355" y="1091018"/>
                  </a:lnTo>
                  <a:lnTo>
                    <a:pt x="262311" y="1090947"/>
                  </a:lnTo>
                  <a:lnTo>
                    <a:pt x="262293" y="1090915"/>
                  </a:lnTo>
                  <a:lnTo>
                    <a:pt x="262258" y="1090877"/>
                  </a:lnTo>
                  <a:lnTo>
                    <a:pt x="262191" y="1090817"/>
                  </a:lnTo>
                  <a:lnTo>
                    <a:pt x="262131" y="1090753"/>
                  </a:lnTo>
                  <a:lnTo>
                    <a:pt x="262092" y="1090713"/>
                  </a:lnTo>
                  <a:lnTo>
                    <a:pt x="262085" y="1090696"/>
                  </a:lnTo>
                  <a:lnTo>
                    <a:pt x="262066" y="1090647"/>
                  </a:lnTo>
                  <a:lnTo>
                    <a:pt x="262063" y="1090604"/>
                  </a:lnTo>
                  <a:lnTo>
                    <a:pt x="262071" y="1090577"/>
                  </a:lnTo>
                  <a:lnTo>
                    <a:pt x="262076" y="1090553"/>
                  </a:lnTo>
                  <a:lnTo>
                    <a:pt x="262076" y="1090532"/>
                  </a:lnTo>
                  <a:lnTo>
                    <a:pt x="262069" y="1090503"/>
                  </a:lnTo>
                  <a:lnTo>
                    <a:pt x="262060" y="1090487"/>
                  </a:lnTo>
                  <a:lnTo>
                    <a:pt x="262044" y="1090455"/>
                  </a:lnTo>
                  <a:lnTo>
                    <a:pt x="262033" y="1090432"/>
                  </a:lnTo>
                  <a:lnTo>
                    <a:pt x="262014" y="1090413"/>
                  </a:lnTo>
                  <a:lnTo>
                    <a:pt x="261998" y="1090392"/>
                  </a:lnTo>
                  <a:lnTo>
                    <a:pt x="261993" y="1090373"/>
                  </a:lnTo>
                  <a:lnTo>
                    <a:pt x="261996" y="1090347"/>
                  </a:lnTo>
                  <a:lnTo>
                    <a:pt x="262006" y="1090313"/>
                  </a:lnTo>
                  <a:lnTo>
                    <a:pt x="262034" y="1090269"/>
                  </a:lnTo>
                  <a:lnTo>
                    <a:pt x="262061" y="1090217"/>
                  </a:lnTo>
                  <a:lnTo>
                    <a:pt x="262089" y="1090184"/>
                  </a:lnTo>
                  <a:lnTo>
                    <a:pt x="262138" y="1090115"/>
                  </a:lnTo>
                  <a:lnTo>
                    <a:pt x="262173" y="1090061"/>
                  </a:lnTo>
                  <a:lnTo>
                    <a:pt x="262210" y="1090003"/>
                  </a:lnTo>
                  <a:lnTo>
                    <a:pt x="262241" y="1089966"/>
                  </a:lnTo>
                  <a:lnTo>
                    <a:pt x="262261" y="1089950"/>
                  </a:lnTo>
                  <a:lnTo>
                    <a:pt x="262272" y="1089938"/>
                  </a:lnTo>
                  <a:lnTo>
                    <a:pt x="262272" y="1089922"/>
                  </a:lnTo>
                  <a:lnTo>
                    <a:pt x="262268" y="1089895"/>
                  </a:lnTo>
                  <a:lnTo>
                    <a:pt x="262256" y="1089861"/>
                  </a:lnTo>
                  <a:lnTo>
                    <a:pt x="262248" y="1089825"/>
                  </a:lnTo>
                  <a:lnTo>
                    <a:pt x="262246" y="1089773"/>
                  </a:lnTo>
                  <a:lnTo>
                    <a:pt x="262237" y="1089673"/>
                  </a:lnTo>
                  <a:lnTo>
                    <a:pt x="262229" y="1089658"/>
                  </a:lnTo>
                  <a:lnTo>
                    <a:pt x="262206" y="1089652"/>
                  </a:lnTo>
                  <a:lnTo>
                    <a:pt x="262169" y="1089649"/>
                  </a:lnTo>
                  <a:lnTo>
                    <a:pt x="262112" y="1089645"/>
                  </a:lnTo>
                  <a:lnTo>
                    <a:pt x="262056" y="1089641"/>
                  </a:lnTo>
                  <a:lnTo>
                    <a:pt x="262017" y="1089627"/>
                  </a:lnTo>
                  <a:lnTo>
                    <a:pt x="261997" y="1089619"/>
                  </a:lnTo>
                  <a:lnTo>
                    <a:pt x="261982" y="1089607"/>
                  </a:lnTo>
                  <a:lnTo>
                    <a:pt x="261956" y="1089577"/>
                  </a:lnTo>
                  <a:lnTo>
                    <a:pt x="261945" y="1089558"/>
                  </a:lnTo>
                  <a:lnTo>
                    <a:pt x="261933" y="1089523"/>
                  </a:lnTo>
                  <a:lnTo>
                    <a:pt x="261934" y="1089496"/>
                  </a:lnTo>
                  <a:lnTo>
                    <a:pt x="261938" y="1089468"/>
                  </a:lnTo>
                  <a:lnTo>
                    <a:pt x="261961" y="1089429"/>
                  </a:lnTo>
                  <a:lnTo>
                    <a:pt x="261978" y="1089385"/>
                  </a:lnTo>
                  <a:lnTo>
                    <a:pt x="262011" y="1089331"/>
                  </a:lnTo>
                  <a:lnTo>
                    <a:pt x="262021" y="1089305"/>
                  </a:lnTo>
                  <a:lnTo>
                    <a:pt x="262026" y="1089273"/>
                  </a:lnTo>
                  <a:lnTo>
                    <a:pt x="262035" y="1089247"/>
                  </a:lnTo>
                  <a:lnTo>
                    <a:pt x="262041" y="1089212"/>
                  </a:lnTo>
                  <a:lnTo>
                    <a:pt x="262046" y="1089186"/>
                  </a:lnTo>
                  <a:lnTo>
                    <a:pt x="262066" y="1089140"/>
                  </a:lnTo>
                  <a:lnTo>
                    <a:pt x="262094" y="1089095"/>
                  </a:lnTo>
                  <a:lnTo>
                    <a:pt x="262118" y="1089056"/>
                  </a:lnTo>
                  <a:lnTo>
                    <a:pt x="262139" y="1089028"/>
                  </a:lnTo>
                  <a:lnTo>
                    <a:pt x="262164" y="1088976"/>
                  </a:lnTo>
                  <a:lnTo>
                    <a:pt x="262179" y="1088928"/>
                  </a:lnTo>
                  <a:lnTo>
                    <a:pt x="262180" y="1088878"/>
                  </a:lnTo>
                  <a:lnTo>
                    <a:pt x="262176" y="1088842"/>
                  </a:lnTo>
                  <a:lnTo>
                    <a:pt x="262169" y="1088813"/>
                  </a:lnTo>
                  <a:lnTo>
                    <a:pt x="262161" y="1088786"/>
                  </a:lnTo>
                  <a:lnTo>
                    <a:pt x="262155" y="1088774"/>
                  </a:lnTo>
                  <a:lnTo>
                    <a:pt x="262132" y="1088774"/>
                  </a:lnTo>
                  <a:lnTo>
                    <a:pt x="262113" y="1088775"/>
                  </a:lnTo>
                  <a:lnTo>
                    <a:pt x="262069" y="1088783"/>
                  </a:lnTo>
                  <a:lnTo>
                    <a:pt x="262017" y="1088787"/>
                  </a:lnTo>
                  <a:lnTo>
                    <a:pt x="261983" y="1088781"/>
                  </a:lnTo>
                  <a:lnTo>
                    <a:pt x="261936" y="1088778"/>
                  </a:lnTo>
                  <a:lnTo>
                    <a:pt x="261883" y="1088775"/>
                  </a:lnTo>
                  <a:lnTo>
                    <a:pt x="261825" y="1088775"/>
                  </a:lnTo>
                  <a:lnTo>
                    <a:pt x="261778" y="1088774"/>
                  </a:lnTo>
                  <a:lnTo>
                    <a:pt x="261770" y="1088748"/>
                  </a:lnTo>
                  <a:lnTo>
                    <a:pt x="261756" y="1088713"/>
                  </a:lnTo>
                  <a:lnTo>
                    <a:pt x="261727" y="1088659"/>
                  </a:lnTo>
                  <a:lnTo>
                    <a:pt x="261704" y="1088625"/>
                  </a:lnTo>
                  <a:lnTo>
                    <a:pt x="261675" y="1088596"/>
                  </a:lnTo>
                  <a:lnTo>
                    <a:pt x="261652" y="1088558"/>
                  </a:lnTo>
                  <a:lnTo>
                    <a:pt x="261636" y="1088537"/>
                  </a:lnTo>
                  <a:lnTo>
                    <a:pt x="261607" y="1088509"/>
                  </a:lnTo>
                  <a:lnTo>
                    <a:pt x="261592" y="1088487"/>
                  </a:lnTo>
                  <a:lnTo>
                    <a:pt x="261587" y="1088469"/>
                  </a:lnTo>
                  <a:lnTo>
                    <a:pt x="261588" y="1088458"/>
                  </a:lnTo>
                  <a:lnTo>
                    <a:pt x="261618" y="1088391"/>
                  </a:lnTo>
                  <a:lnTo>
                    <a:pt x="261645" y="1088327"/>
                  </a:lnTo>
                  <a:lnTo>
                    <a:pt x="261664" y="1088284"/>
                  </a:lnTo>
                  <a:lnTo>
                    <a:pt x="261670" y="1088234"/>
                  </a:lnTo>
                  <a:lnTo>
                    <a:pt x="261677" y="1088165"/>
                  </a:lnTo>
                  <a:lnTo>
                    <a:pt x="261684" y="1088112"/>
                  </a:lnTo>
                  <a:lnTo>
                    <a:pt x="261681" y="1088100"/>
                  </a:lnTo>
                  <a:lnTo>
                    <a:pt x="261662" y="1088090"/>
                  </a:lnTo>
                  <a:lnTo>
                    <a:pt x="261616" y="1088064"/>
                  </a:lnTo>
                  <a:lnTo>
                    <a:pt x="261587" y="1088043"/>
                  </a:lnTo>
                  <a:lnTo>
                    <a:pt x="261540" y="1088006"/>
                  </a:lnTo>
                  <a:lnTo>
                    <a:pt x="261498" y="1087967"/>
                  </a:lnTo>
                  <a:lnTo>
                    <a:pt x="261444" y="1087925"/>
                  </a:lnTo>
                  <a:lnTo>
                    <a:pt x="261412" y="1087896"/>
                  </a:lnTo>
                  <a:lnTo>
                    <a:pt x="261374" y="1087866"/>
                  </a:lnTo>
                  <a:lnTo>
                    <a:pt x="261354" y="1087857"/>
                  </a:lnTo>
                  <a:lnTo>
                    <a:pt x="261347" y="1087855"/>
                  </a:lnTo>
                  <a:lnTo>
                    <a:pt x="261330" y="1087860"/>
                  </a:lnTo>
                  <a:lnTo>
                    <a:pt x="261300" y="1087883"/>
                  </a:lnTo>
                  <a:lnTo>
                    <a:pt x="261272" y="1087903"/>
                  </a:lnTo>
                  <a:lnTo>
                    <a:pt x="261211" y="1087930"/>
                  </a:lnTo>
                  <a:lnTo>
                    <a:pt x="261142" y="1087951"/>
                  </a:lnTo>
                  <a:lnTo>
                    <a:pt x="261101" y="1087957"/>
                  </a:lnTo>
                  <a:lnTo>
                    <a:pt x="261047" y="1087955"/>
                  </a:lnTo>
                  <a:lnTo>
                    <a:pt x="261019" y="1087947"/>
                  </a:lnTo>
                  <a:lnTo>
                    <a:pt x="260966" y="1087947"/>
                  </a:lnTo>
                  <a:lnTo>
                    <a:pt x="260935" y="1087942"/>
                  </a:lnTo>
                  <a:lnTo>
                    <a:pt x="260823" y="1087905"/>
                  </a:lnTo>
                  <a:lnTo>
                    <a:pt x="260796" y="1087888"/>
                  </a:lnTo>
                  <a:lnTo>
                    <a:pt x="260759" y="1087867"/>
                  </a:lnTo>
                  <a:lnTo>
                    <a:pt x="260746" y="1087857"/>
                  </a:lnTo>
                  <a:lnTo>
                    <a:pt x="260720" y="1087827"/>
                  </a:lnTo>
                  <a:lnTo>
                    <a:pt x="260692" y="1087804"/>
                  </a:lnTo>
                  <a:lnTo>
                    <a:pt x="260662" y="1087761"/>
                  </a:lnTo>
                  <a:lnTo>
                    <a:pt x="260639" y="1087730"/>
                  </a:lnTo>
                  <a:lnTo>
                    <a:pt x="260626" y="1087724"/>
                  </a:lnTo>
                  <a:lnTo>
                    <a:pt x="260599" y="1087721"/>
                  </a:lnTo>
                  <a:lnTo>
                    <a:pt x="260583" y="1087721"/>
                  </a:lnTo>
                  <a:lnTo>
                    <a:pt x="260542" y="1087727"/>
                  </a:lnTo>
                  <a:lnTo>
                    <a:pt x="260512" y="1087730"/>
                  </a:lnTo>
                  <a:lnTo>
                    <a:pt x="260487" y="1087734"/>
                  </a:lnTo>
                  <a:lnTo>
                    <a:pt x="260443" y="1087753"/>
                  </a:lnTo>
                  <a:lnTo>
                    <a:pt x="260424" y="1087761"/>
                  </a:lnTo>
                  <a:lnTo>
                    <a:pt x="260400" y="1087775"/>
                  </a:lnTo>
                  <a:lnTo>
                    <a:pt x="260377" y="1087788"/>
                  </a:lnTo>
                  <a:lnTo>
                    <a:pt x="260332" y="1087811"/>
                  </a:lnTo>
                  <a:lnTo>
                    <a:pt x="260292" y="1087826"/>
                  </a:lnTo>
                  <a:lnTo>
                    <a:pt x="260269" y="1087834"/>
                  </a:lnTo>
                  <a:lnTo>
                    <a:pt x="260231" y="1087858"/>
                  </a:lnTo>
                  <a:lnTo>
                    <a:pt x="260208" y="1087867"/>
                  </a:lnTo>
                  <a:lnTo>
                    <a:pt x="260196" y="1087864"/>
                  </a:lnTo>
                  <a:lnTo>
                    <a:pt x="260177" y="1087851"/>
                  </a:lnTo>
                  <a:lnTo>
                    <a:pt x="260146" y="1087838"/>
                  </a:lnTo>
                  <a:lnTo>
                    <a:pt x="260095" y="1087822"/>
                  </a:lnTo>
                  <a:lnTo>
                    <a:pt x="260065" y="1087815"/>
                  </a:lnTo>
                  <a:lnTo>
                    <a:pt x="259989" y="1087813"/>
                  </a:lnTo>
                  <a:lnTo>
                    <a:pt x="259950" y="1087813"/>
                  </a:lnTo>
                  <a:lnTo>
                    <a:pt x="259903" y="1087816"/>
                  </a:lnTo>
                  <a:lnTo>
                    <a:pt x="259842" y="1087822"/>
                  </a:lnTo>
                  <a:lnTo>
                    <a:pt x="259805" y="1087820"/>
                  </a:lnTo>
                  <a:lnTo>
                    <a:pt x="259760" y="1087816"/>
                  </a:lnTo>
                  <a:lnTo>
                    <a:pt x="259729" y="1087810"/>
                  </a:lnTo>
                  <a:lnTo>
                    <a:pt x="259675" y="1087799"/>
                  </a:lnTo>
                  <a:lnTo>
                    <a:pt x="259619" y="1087787"/>
                  </a:lnTo>
                  <a:lnTo>
                    <a:pt x="259571" y="1087776"/>
                  </a:lnTo>
                  <a:lnTo>
                    <a:pt x="259524" y="1087763"/>
                  </a:lnTo>
                  <a:lnTo>
                    <a:pt x="259490" y="1087745"/>
                  </a:lnTo>
                  <a:lnTo>
                    <a:pt x="259465" y="1087722"/>
                  </a:lnTo>
                  <a:lnTo>
                    <a:pt x="259444" y="1087702"/>
                  </a:lnTo>
                  <a:lnTo>
                    <a:pt x="259431" y="1087687"/>
                  </a:lnTo>
                  <a:lnTo>
                    <a:pt x="259411" y="1087657"/>
                  </a:lnTo>
                  <a:lnTo>
                    <a:pt x="259393" y="1087633"/>
                  </a:lnTo>
                  <a:lnTo>
                    <a:pt x="259374" y="1087613"/>
                  </a:lnTo>
                  <a:lnTo>
                    <a:pt x="259341" y="1087589"/>
                  </a:lnTo>
                  <a:lnTo>
                    <a:pt x="259330" y="1087580"/>
                  </a:lnTo>
                  <a:lnTo>
                    <a:pt x="259305" y="1087562"/>
                  </a:lnTo>
                  <a:lnTo>
                    <a:pt x="259300" y="1087553"/>
                  </a:lnTo>
                  <a:lnTo>
                    <a:pt x="259299" y="1087544"/>
                  </a:lnTo>
                  <a:lnTo>
                    <a:pt x="259299" y="1087531"/>
                  </a:lnTo>
                  <a:lnTo>
                    <a:pt x="259305" y="1087518"/>
                  </a:lnTo>
                  <a:lnTo>
                    <a:pt x="259307" y="1087508"/>
                  </a:lnTo>
                  <a:lnTo>
                    <a:pt x="259314" y="1087482"/>
                  </a:lnTo>
                  <a:lnTo>
                    <a:pt x="259317" y="1087462"/>
                  </a:lnTo>
                  <a:lnTo>
                    <a:pt x="259318" y="1087455"/>
                  </a:lnTo>
                  <a:lnTo>
                    <a:pt x="259317" y="1087447"/>
                  </a:lnTo>
                  <a:lnTo>
                    <a:pt x="259316" y="1087437"/>
                  </a:lnTo>
                  <a:lnTo>
                    <a:pt x="259316" y="1087425"/>
                  </a:lnTo>
                  <a:lnTo>
                    <a:pt x="259319" y="1087407"/>
                  </a:lnTo>
                  <a:lnTo>
                    <a:pt x="259320" y="1087397"/>
                  </a:lnTo>
                  <a:lnTo>
                    <a:pt x="259319" y="1087387"/>
                  </a:lnTo>
                  <a:lnTo>
                    <a:pt x="259318" y="1087373"/>
                  </a:lnTo>
                  <a:lnTo>
                    <a:pt x="259314" y="1087362"/>
                  </a:lnTo>
                  <a:lnTo>
                    <a:pt x="259314" y="1087357"/>
                  </a:lnTo>
                  <a:lnTo>
                    <a:pt x="259311" y="1087341"/>
                  </a:lnTo>
                  <a:lnTo>
                    <a:pt x="259308" y="1087335"/>
                  </a:lnTo>
                  <a:lnTo>
                    <a:pt x="259302" y="1087333"/>
                  </a:lnTo>
                  <a:lnTo>
                    <a:pt x="259279" y="1087331"/>
                  </a:lnTo>
                  <a:lnTo>
                    <a:pt x="259265" y="1087330"/>
                  </a:lnTo>
                  <a:lnTo>
                    <a:pt x="259258" y="1087328"/>
                  </a:lnTo>
                  <a:lnTo>
                    <a:pt x="259174" y="1087322"/>
                  </a:lnTo>
                  <a:lnTo>
                    <a:pt x="259106" y="1087314"/>
                  </a:lnTo>
                  <a:lnTo>
                    <a:pt x="259069" y="1087308"/>
                  </a:lnTo>
                  <a:lnTo>
                    <a:pt x="259025" y="1087296"/>
                  </a:lnTo>
                  <a:lnTo>
                    <a:pt x="259009" y="1087281"/>
                  </a:lnTo>
                  <a:lnTo>
                    <a:pt x="258979" y="1087253"/>
                  </a:lnTo>
                  <a:lnTo>
                    <a:pt x="258916" y="1087203"/>
                  </a:lnTo>
                  <a:lnTo>
                    <a:pt x="258881" y="1087186"/>
                  </a:lnTo>
                  <a:lnTo>
                    <a:pt x="258840" y="1087166"/>
                  </a:lnTo>
                  <a:lnTo>
                    <a:pt x="258810" y="1087156"/>
                  </a:lnTo>
                  <a:lnTo>
                    <a:pt x="258755" y="1087145"/>
                  </a:lnTo>
                  <a:lnTo>
                    <a:pt x="258719" y="1087131"/>
                  </a:lnTo>
                  <a:lnTo>
                    <a:pt x="258678" y="1087105"/>
                  </a:lnTo>
                  <a:lnTo>
                    <a:pt x="258651" y="1087081"/>
                  </a:lnTo>
                  <a:lnTo>
                    <a:pt x="258626" y="1087060"/>
                  </a:lnTo>
                  <a:lnTo>
                    <a:pt x="258602" y="1087025"/>
                  </a:lnTo>
                  <a:lnTo>
                    <a:pt x="258580" y="1086993"/>
                  </a:lnTo>
                  <a:lnTo>
                    <a:pt x="258560" y="1086947"/>
                  </a:lnTo>
                  <a:lnTo>
                    <a:pt x="258544" y="1086915"/>
                  </a:lnTo>
                  <a:lnTo>
                    <a:pt x="258531" y="1086881"/>
                  </a:lnTo>
                  <a:lnTo>
                    <a:pt x="258525" y="1086848"/>
                  </a:lnTo>
                  <a:lnTo>
                    <a:pt x="258522" y="1086799"/>
                  </a:lnTo>
                  <a:lnTo>
                    <a:pt x="258524" y="1086761"/>
                  </a:lnTo>
                  <a:lnTo>
                    <a:pt x="258525" y="1086702"/>
                  </a:lnTo>
                  <a:lnTo>
                    <a:pt x="258522" y="1086662"/>
                  </a:lnTo>
                  <a:lnTo>
                    <a:pt x="258516" y="1086646"/>
                  </a:lnTo>
                  <a:lnTo>
                    <a:pt x="258508" y="1086639"/>
                  </a:lnTo>
                  <a:lnTo>
                    <a:pt x="258488" y="1086633"/>
                  </a:lnTo>
                  <a:lnTo>
                    <a:pt x="258471" y="1086628"/>
                  </a:lnTo>
                  <a:lnTo>
                    <a:pt x="258435" y="1086624"/>
                  </a:lnTo>
                  <a:lnTo>
                    <a:pt x="258417" y="1086621"/>
                  </a:lnTo>
                  <a:lnTo>
                    <a:pt x="258408" y="1086615"/>
                  </a:lnTo>
                  <a:lnTo>
                    <a:pt x="258403" y="1086606"/>
                  </a:lnTo>
                  <a:lnTo>
                    <a:pt x="258399" y="1086586"/>
                  </a:lnTo>
                  <a:lnTo>
                    <a:pt x="258398" y="1086577"/>
                  </a:lnTo>
                  <a:lnTo>
                    <a:pt x="258391" y="1086536"/>
                  </a:lnTo>
                  <a:lnTo>
                    <a:pt x="258360" y="1086464"/>
                  </a:lnTo>
                  <a:lnTo>
                    <a:pt x="258343" y="1086441"/>
                  </a:lnTo>
                  <a:lnTo>
                    <a:pt x="258283" y="1086365"/>
                  </a:lnTo>
                  <a:lnTo>
                    <a:pt x="258261" y="1086338"/>
                  </a:lnTo>
                  <a:lnTo>
                    <a:pt x="258242" y="1086305"/>
                  </a:lnTo>
                  <a:lnTo>
                    <a:pt x="258227" y="1086271"/>
                  </a:lnTo>
                  <a:lnTo>
                    <a:pt x="258219" y="1086242"/>
                  </a:lnTo>
                  <a:lnTo>
                    <a:pt x="258214" y="1086223"/>
                  </a:lnTo>
                  <a:lnTo>
                    <a:pt x="258217" y="1086208"/>
                  </a:lnTo>
                  <a:lnTo>
                    <a:pt x="258237" y="1086187"/>
                  </a:lnTo>
                  <a:lnTo>
                    <a:pt x="258248" y="1086178"/>
                  </a:lnTo>
                  <a:lnTo>
                    <a:pt x="258259" y="1086168"/>
                  </a:lnTo>
                  <a:lnTo>
                    <a:pt x="258276" y="1086148"/>
                  </a:lnTo>
                  <a:lnTo>
                    <a:pt x="258292" y="1086131"/>
                  </a:lnTo>
                  <a:lnTo>
                    <a:pt x="258298" y="1086125"/>
                  </a:lnTo>
                  <a:lnTo>
                    <a:pt x="258321" y="1086112"/>
                  </a:lnTo>
                  <a:lnTo>
                    <a:pt x="258337" y="1086094"/>
                  </a:lnTo>
                  <a:lnTo>
                    <a:pt x="258346" y="1086072"/>
                  </a:lnTo>
                  <a:lnTo>
                    <a:pt x="258346" y="1086037"/>
                  </a:lnTo>
                  <a:lnTo>
                    <a:pt x="258339" y="1086014"/>
                  </a:lnTo>
                  <a:lnTo>
                    <a:pt x="258329" y="1085999"/>
                  </a:lnTo>
                  <a:lnTo>
                    <a:pt x="258312" y="1085990"/>
                  </a:lnTo>
                  <a:lnTo>
                    <a:pt x="258291" y="1085978"/>
                  </a:lnTo>
                  <a:lnTo>
                    <a:pt x="258284" y="1085968"/>
                  </a:lnTo>
                  <a:lnTo>
                    <a:pt x="258279" y="1085955"/>
                  </a:lnTo>
                  <a:lnTo>
                    <a:pt x="258273" y="1085948"/>
                  </a:lnTo>
                  <a:lnTo>
                    <a:pt x="258260" y="1085936"/>
                  </a:lnTo>
                  <a:lnTo>
                    <a:pt x="258249" y="1085929"/>
                  </a:lnTo>
                  <a:lnTo>
                    <a:pt x="258211" y="1085899"/>
                  </a:lnTo>
                  <a:lnTo>
                    <a:pt x="258178" y="1085869"/>
                  </a:lnTo>
                  <a:lnTo>
                    <a:pt x="258136" y="1085830"/>
                  </a:lnTo>
                  <a:lnTo>
                    <a:pt x="258087" y="1085785"/>
                  </a:lnTo>
                  <a:lnTo>
                    <a:pt x="258063" y="1085771"/>
                  </a:lnTo>
                  <a:lnTo>
                    <a:pt x="258050" y="1085758"/>
                  </a:lnTo>
                  <a:lnTo>
                    <a:pt x="258049" y="1085743"/>
                  </a:lnTo>
                  <a:lnTo>
                    <a:pt x="258051" y="1085719"/>
                  </a:lnTo>
                  <a:lnTo>
                    <a:pt x="258063" y="1085688"/>
                  </a:lnTo>
                  <a:lnTo>
                    <a:pt x="258090" y="1085635"/>
                  </a:lnTo>
                  <a:lnTo>
                    <a:pt x="258102" y="1085603"/>
                  </a:lnTo>
                  <a:lnTo>
                    <a:pt x="258110" y="1085582"/>
                  </a:lnTo>
                  <a:lnTo>
                    <a:pt x="258114" y="1085554"/>
                  </a:lnTo>
                  <a:lnTo>
                    <a:pt x="258118" y="1085528"/>
                  </a:lnTo>
                  <a:lnTo>
                    <a:pt x="258127" y="1085507"/>
                  </a:lnTo>
                  <a:lnTo>
                    <a:pt x="258146" y="1085477"/>
                  </a:lnTo>
                  <a:lnTo>
                    <a:pt x="258160" y="1085451"/>
                  </a:lnTo>
                  <a:lnTo>
                    <a:pt x="258192" y="1085410"/>
                  </a:lnTo>
                  <a:lnTo>
                    <a:pt x="258218" y="1085378"/>
                  </a:lnTo>
                  <a:lnTo>
                    <a:pt x="258234" y="1085363"/>
                  </a:lnTo>
                  <a:lnTo>
                    <a:pt x="258234" y="1085352"/>
                  </a:lnTo>
                  <a:lnTo>
                    <a:pt x="258217" y="1085332"/>
                  </a:lnTo>
                  <a:lnTo>
                    <a:pt x="258185" y="1085305"/>
                  </a:lnTo>
                  <a:lnTo>
                    <a:pt x="258157" y="1085275"/>
                  </a:lnTo>
                  <a:lnTo>
                    <a:pt x="258111" y="1085226"/>
                  </a:lnTo>
                  <a:lnTo>
                    <a:pt x="258086" y="1085198"/>
                  </a:lnTo>
                  <a:lnTo>
                    <a:pt x="258053" y="1085153"/>
                  </a:lnTo>
                  <a:lnTo>
                    <a:pt x="258025" y="1085100"/>
                  </a:lnTo>
                  <a:lnTo>
                    <a:pt x="257997" y="1085066"/>
                  </a:lnTo>
                  <a:lnTo>
                    <a:pt x="257955" y="1085031"/>
                  </a:lnTo>
                  <a:lnTo>
                    <a:pt x="257921" y="1085007"/>
                  </a:lnTo>
                  <a:lnTo>
                    <a:pt x="257880" y="1084982"/>
                  </a:lnTo>
                  <a:lnTo>
                    <a:pt x="257858" y="1084960"/>
                  </a:lnTo>
                  <a:lnTo>
                    <a:pt x="257834" y="1084930"/>
                  </a:lnTo>
                  <a:lnTo>
                    <a:pt x="257828" y="1084922"/>
                  </a:lnTo>
                  <a:lnTo>
                    <a:pt x="257809" y="1084909"/>
                  </a:lnTo>
                  <a:lnTo>
                    <a:pt x="257803" y="1084906"/>
                  </a:lnTo>
                  <a:lnTo>
                    <a:pt x="257798" y="1084906"/>
                  </a:lnTo>
                  <a:lnTo>
                    <a:pt x="257783" y="1084909"/>
                  </a:lnTo>
                  <a:lnTo>
                    <a:pt x="257764" y="1084914"/>
                  </a:lnTo>
                  <a:lnTo>
                    <a:pt x="257732" y="1084916"/>
                  </a:lnTo>
                  <a:lnTo>
                    <a:pt x="257664" y="1084915"/>
                  </a:lnTo>
                  <a:lnTo>
                    <a:pt x="257604" y="1084910"/>
                  </a:lnTo>
                  <a:lnTo>
                    <a:pt x="257587" y="1084908"/>
                  </a:lnTo>
                  <a:lnTo>
                    <a:pt x="257561" y="1084904"/>
                  </a:lnTo>
                  <a:lnTo>
                    <a:pt x="257551" y="1084901"/>
                  </a:lnTo>
                  <a:lnTo>
                    <a:pt x="257550" y="1084895"/>
                  </a:lnTo>
                  <a:lnTo>
                    <a:pt x="257550" y="1084886"/>
                  </a:lnTo>
                  <a:lnTo>
                    <a:pt x="257554" y="1084871"/>
                  </a:lnTo>
                  <a:lnTo>
                    <a:pt x="257557" y="1084850"/>
                  </a:lnTo>
                  <a:lnTo>
                    <a:pt x="257553" y="1084816"/>
                  </a:lnTo>
                  <a:lnTo>
                    <a:pt x="257554" y="1084765"/>
                  </a:lnTo>
                  <a:lnTo>
                    <a:pt x="257556" y="1084739"/>
                  </a:lnTo>
                  <a:lnTo>
                    <a:pt x="257551" y="1084717"/>
                  </a:lnTo>
                  <a:lnTo>
                    <a:pt x="257537" y="1084696"/>
                  </a:lnTo>
                  <a:lnTo>
                    <a:pt x="257521" y="1084680"/>
                  </a:lnTo>
                  <a:lnTo>
                    <a:pt x="257486" y="1084643"/>
                  </a:lnTo>
                  <a:lnTo>
                    <a:pt x="257463" y="1084614"/>
                  </a:lnTo>
                  <a:lnTo>
                    <a:pt x="257436" y="1084582"/>
                  </a:lnTo>
                  <a:lnTo>
                    <a:pt x="257419" y="1084555"/>
                  </a:lnTo>
                  <a:lnTo>
                    <a:pt x="257407" y="1084539"/>
                  </a:lnTo>
                  <a:lnTo>
                    <a:pt x="257398" y="1084521"/>
                  </a:lnTo>
                  <a:lnTo>
                    <a:pt x="257394" y="1084515"/>
                  </a:lnTo>
                  <a:lnTo>
                    <a:pt x="257388" y="1084515"/>
                  </a:lnTo>
                  <a:lnTo>
                    <a:pt x="257375" y="1084519"/>
                  </a:lnTo>
                  <a:lnTo>
                    <a:pt x="257347" y="1084525"/>
                  </a:lnTo>
                  <a:lnTo>
                    <a:pt x="257338" y="1084525"/>
                  </a:lnTo>
                  <a:lnTo>
                    <a:pt x="257293" y="1084519"/>
                  </a:lnTo>
                  <a:lnTo>
                    <a:pt x="257222" y="1084492"/>
                  </a:lnTo>
                  <a:lnTo>
                    <a:pt x="257142" y="1084466"/>
                  </a:lnTo>
                  <a:lnTo>
                    <a:pt x="257078" y="1084449"/>
                  </a:lnTo>
                  <a:lnTo>
                    <a:pt x="257037" y="1084431"/>
                  </a:lnTo>
                  <a:lnTo>
                    <a:pt x="257015" y="1084417"/>
                  </a:lnTo>
                  <a:lnTo>
                    <a:pt x="256983" y="1084392"/>
                  </a:lnTo>
                  <a:lnTo>
                    <a:pt x="256922" y="1084340"/>
                  </a:lnTo>
                  <a:lnTo>
                    <a:pt x="256893" y="1084316"/>
                  </a:lnTo>
                  <a:lnTo>
                    <a:pt x="256864" y="1084267"/>
                  </a:lnTo>
                  <a:lnTo>
                    <a:pt x="256839" y="1084227"/>
                  </a:lnTo>
                  <a:lnTo>
                    <a:pt x="256822" y="1084195"/>
                  </a:lnTo>
                  <a:lnTo>
                    <a:pt x="256804" y="1084158"/>
                  </a:lnTo>
                  <a:lnTo>
                    <a:pt x="256793" y="1084135"/>
                  </a:lnTo>
                  <a:lnTo>
                    <a:pt x="256779" y="1084120"/>
                  </a:lnTo>
                  <a:lnTo>
                    <a:pt x="256760" y="1084111"/>
                  </a:lnTo>
                  <a:lnTo>
                    <a:pt x="256736" y="1084104"/>
                  </a:lnTo>
                  <a:lnTo>
                    <a:pt x="256695" y="1084098"/>
                  </a:lnTo>
                  <a:lnTo>
                    <a:pt x="256651" y="1084095"/>
                  </a:lnTo>
                  <a:lnTo>
                    <a:pt x="256608" y="1084088"/>
                  </a:lnTo>
                  <a:lnTo>
                    <a:pt x="256574" y="1084068"/>
                  </a:lnTo>
                  <a:lnTo>
                    <a:pt x="256529" y="1084037"/>
                  </a:lnTo>
                  <a:lnTo>
                    <a:pt x="256493" y="1084001"/>
                  </a:lnTo>
                  <a:lnTo>
                    <a:pt x="256464" y="1083985"/>
                  </a:lnTo>
                  <a:lnTo>
                    <a:pt x="256416" y="1083956"/>
                  </a:lnTo>
                  <a:lnTo>
                    <a:pt x="256366" y="1083935"/>
                  </a:lnTo>
                  <a:lnTo>
                    <a:pt x="256308" y="1083907"/>
                  </a:lnTo>
                  <a:lnTo>
                    <a:pt x="256278" y="1083890"/>
                  </a:lnTo>
                  <a:lnTo>
                    <a:pt x="256229" y="1083859"/>
                  </a:lnTo>
                  <a:lnTo>
                    <a:pt x="256188" y="1083831"/>
                  </a:lnTo>
                  <a:lnTo>
                    <a:pt x="256150" y="1083818"/>
                  </a:lnTo>
                  <a:lnTo>
                    <a:pt x="256133" y="1083806"/>
                  </a:lnTo>
                  <a:lnTo>
                    <a:pt x="256124" y="1083788"/>
                  </a:lnTo>
                  <a:lnTo>
                    <a:pt x="256117" y="1083767"/>
                  </a:lnTo>
                  <a:lnTo>
                    <a:pt x="256113" y="1083736"/>
                  </a:lnTo>
                  <a:lnTo>
                    <a:pt x="256104" y="1083687"/>
                  </a:lnTo>
                  <a:lnTo>
                    <a:pt x="256083" y="1083638"/>
                  </a:lnTo>
                  <a:lnTo>
                    <a:pt x="256055" y="1083584"/>
                  </a:lnTo>
                  <a:lnTo>
                    <a:pt x="256034" y="1083540"/>
                  </a:lnTo>
                  <a:lnTo>
                    <a:pt x="256014" y="1083513"/>
                  </a:lnTo>
                  <a:lnTo>
                    <a:pt x="255985" y="1083488"/>
                  </a:lnTo>
                  <a:lnTo>
                    <a:pt x="255961" y="1083462"/>
                  </a:lnTo>
                  <a:lnTo>
                    <a:pt x="255947" y="1083433"/>
                  </a:lnTo>
                  <a:lnTo>
                    <a:pt x="255922" y="1083395"/>
                  </a:lnTo>
                  <a:lnTo>
                    <a:pt x="255887" y="1083362"/>
                  </a:lnTo>
                  <a:lnTo>
                    <a:pt x="255842" y="1083319"/>
                  </a:lnTo>
                  <a:lnTo>
                    <a:pt x="255813" y="1083292"/>
                  </a:lnTo>
                  <a:lnTo>
                    <a:pt x="255783" y="1083269"/>
                  </a:lnTo>
                  <a:lnTo>
                    <a:pt x="255759" y="1083261"/>
                  </a:lnTo>
                  <a:lnTo>
                    <a:pt x="255720" y="1083255"/>
                  </a:lnTo>
                  <a:lnTo>
                    <a:pt x="255636" y="1083249"/>
                  </a:lnTo>
                  <a:lnTo>
                    <a:pt x="255574" y="1083242"/>
                  </a:lnTo>
                  <a:lnTo>
                    <a:pt x="255492" y="1083229"/>
                  </a:lnTo>
                  <a:lnTo>
                    <a:pt x="255454" y="1083217"/>
                  </a:lnTo>
                  <a:lnTo>
                    <a:pt x="255414" y="1083195"/>
                  </a:lnTo>
                  <a:lnTo>
                    <a:pt x="255383" y="1083157"/>
                  </a:lnTo>
                  <a:lnTo>
                    <a:pt x="255333" y="1083120"/>
                  </a:lnTo>
                  <a:lnTo>
                    <a:pt x="255307" y="1083095"/>
                  </a:lnTo>
                  <a:lnTo>
                    <a:pt x="255267" y="1083069"/>
                  </a:lnTo>
                  <a:lnTo>
                    <a:pt x="255260" y="1083061"/>
                  </a:lnTo>
                  <a:lnTo>
                    <a:pt x="255237" y="1083049"/>
                  </a:lnTo>
                  <a:lnTo>
                    <a:pt x="255222" y="1083045"/>
                  </a:lnTo>
                  <a:lnTo>
                    <a:pt x="255173" y="1083038"/>
                  </a:lnTo>
                  <a:lnTo>
                    <a:pt x="255137" y="1083035"/>
                  </a:lnTo>
                  <a:lnTo>
                    <a:pt x="255104" y="1083039"/>
                  </a:lnTo>
                  <a:lnTo>
                    <a:pt x="255068" y="1083043"/>
                  </a:lnTo>
                  <a:lnTo>
                    <a:pt x="255013" y="1083054"/>
                  </a:lnTo>
                  <a:lnTo>
                    <a:pt x="254988" y="1083057"/>
                  </a:lnTo>
                  <a:lnTo>
                    <a:pt x="254966" y="1083061"/>
                  </a:lnTo>
                  <a:lnTo>
                    <a:pt x="254947" y="1083060"/>
                  </a:lnTo>
                  <a:lnTo>
                    <a:pt x="254930" y="1083057"/>
                  </a:lnTo>
                  <a:lnTo>
                    <a:pt x="254893" y="1083053"/>
                  </a:lnTo>
                  <a:lnTo>
                    <a:pt x="254822" y="1083036"/>
                  </a:lnTo>
                  <a:lnTo>
                    <a:pt x="254764" y="1083023"/>
                  </a:lnTo>
                  <a:lnTo>
                    <a:pt x="254704" y="1083018"/>
                  </a:lnTo>
                  <a:lnTo>
                    <a:pt x="254672" y="1083014"/>
                  </a:lnTo>
                  <a:lnTo>
                    <a:pt x="254629" y="1083020"/>
                  </a:lnTo>
                  <a:lnTo>
                    <a:pt x="254577" y="1083026"/>
                  </a:lnTo>
                  <a:lnTo>
                    <a:pt x="254528" y="1083039"/>
                  </a:lnTo>
                  <a:lnTo>
                    <a:pt x="254519" y="1083040"/>
                  </a:lnTo>
                  <a:lnTo>
                    <a:pt x="254513" y="1083040"/>
                  </a:lnTo>
                  <a:lnTo>
                    <a:pt x="254489" y="1083038"/>
                  </a:lnTo>
                  <a:lnTo>
                    <a:pt x="254448" y="1083048"/>
                  </a:lnTo>
                  <a:lnTo>
                    <a:pt x="254415" y="1083052"/>
                  </a:lnTo>
                  <a:lnTo>
                    <a:pt x="254370" y="1083053"/>
                  </a:lnTo>
                  <a:lnTo>
                    <a:pt x="254290" y="1083056"/>
                  </a:lnTo>
                  <a:lnTo>
                    <a:pt x="254262" y="1083054"/>
                  </a:lnTo>
                  <a:lnTo>
                    <a:pt x="254226" y="1083040"/>
                  </a:lnTo>
                  <a:lnTo>
                    <a:pt x="254200" y="1083020"/>
                  </a:lnTo>
                  <a:lnTo>
                    <a:pt x="254162" y="1082958"/>
                  </a:lnTo>
                  <a:lnTo>
                    <a:pt x="254141" y="1082929"/>
                  </a:lnTo>
                  <a:lnTo>
                    <a:pt x="254125" y="1082895"/>
                  </a:lnTo>
                  <a:lnTo>
                    <a:pt x="254110" y="1082876"/>
                  </a:lnTo>
                  <a:lnTo>
                    <a:pt x="254089" y="1082867"/>
                  </a:lnTo>
                  <a:lnTo>
                    <a:pt x="254056" y="1082866"/>
                  </a:lnTo>
                  <a:lnTo>
                    <a:pt x="254008" y="1082870"/>
                  </a:lnTo>
                  <a:lnTo>
                    <a:pt x="253935" y="1082873"/>
                  </a:lnTo>
                  <a:lnTo>
                    <a:pt x="253915" y="1082875"/>
                  </a:lnTo>
                  <a:lnTo>
                    <a:pt x="253881" y="1082878"/>
                  </a:lnTo>
                  <a:lnTo>
                    <a:pt x="253861" y="1082881"/>
                  </a:lnTo>
                  <a:lnTo>
                    <a:pt x="253840" y="1082889"/>
                  </a:lnTo>
                  <a:lnTo>
                    <a:pt x="253820" y="1082901"/>
                  </a:lnTo>
                  <a:lnTo>
                    <a:pt x="253808" y="1082905"/>
                  </a:lnTo>
                  <a:lnTo>
                    <a:pt x="253751" y="1082922"/>
                  </a:lnTo>
                  <a:lnTo>
                    <a:pt x="253717" y="1082942"/>
                  </a:lnTo>
                  <a:lnTo>
                    <a:pt x="253683" y="1082960"/>
                  </a:lnTo>
                  <a:lnTo>
                    <a:pt x="253643" y="1082959"/>
                  </a:lnTo>
                  <a:lnTo>
                    <a:pt x="253608" y="1082958"/>
                  </a:lnTo>
                  <a:lnTo>
                    <a:pt x="253559" y="1082945"/>
                  </a:lnTo>
                  <a:lnTo>
                    <a:pt x="253503" y="1082928"/>
                  </a:lnTo>
                  <a:lnTo>
                    <a:pt x="253467" y="1082913"/>
                  </a:lnTo>
                  <a:lnTo>
                    <a:pt x="253404" y="1082862"/>
                  </a:lnTo>
                  <a:lnTo>
                    <a:pt x="253351" y="1082825"/>
                  </a:lnTo>
                  <a:lnTo>
                    <a:pt x="253308" y="1082799"/>
                  </a:lnTo>
                  <a:lnTo>
                    <a:pt x="253302" y="1082796"/>
                  </a:lnTo>
                  <a:lnTo>
                    <a:pt x="253270" y="1082779"/>
                  </a:lnTo>
                  <a:lnTo>
                    <a:pt x="253249" y="1082772"/>
                  </a:lnTo>
                  <a:lnTo>
                    <a:pt x="253234" y="1082772"/>
                  </a:lnTo>
                  <a:lnTo>
                    <a:pt x="253190" y="1082781"/>
                  </a:lnTo>
                  <a:lnTo>
                    <a:pt x="253128" y="1082787"/>
                  </a:lnTo>
                  <a:lnTo>
                    <a:pt x="253094" y="1082784"/>
                  </a:lnTo>
                  <a:lnTo>
                    <a:pt x="253045" y="1082780"/>
                  </a:lnTo>
                  <a:lnTo>
                    <a:pt x="253008" y="1082769"/>
                  </a:lnTo>
                  <a:lnTo>
                    <a:pt x="252994" y="1082764"/>
                  </a:lnTo>
                  <a:lnTo>
                    <a:pt x="252990" y="1082751"/>
                  </a:lnTo>
                  <a:lnTo>
                    <a:pt x="252992" y="1082743"/>
                  </a:lnTo>
                  <a:lnTo>
                    <a:pt x="253006" y="1082737"/>
                  </a:lnTo>
                  <a:lnTo>
                    <a:pt x="253016" y="1082728"/>
                  </a:lnTo>
                  <a:lnTo>
                    <a:pt x="253023" y="1082714"/>
                  </a:lnTo>
                  <a:lnTo>
                    <a:pt x="253023" y="1082704"/>
                  </a:lnTo>
                  <a:lnTo>
                    <a:pt x="253011" y="1082690"/>
                  </a:lnTo>
                  <a:lnTo>
                    <a:pt x="253007" y="1082676"/>
                  </a:lnTo>
                  <a:lnTo>
                    <a:pt x="253007" y="1082658"/>
                  </a:lnTo>
                  <a:lnTo>
                    <a:pt x="253002" y="1082648"/>
                  </a:lnTo>
                  <a:lnTo>
                    <a:pt x="252980" y="1082629"/>
                  </a:lnTo>
                  <a:lnTo>
                    <a:pt x="252937" y="1082601"/>
                  </a:lnTo>
                  <a:lnTo>
                    <a:pt x="252931" y="1082584"/>
                  </a:lnTo>
                  <a:lnTo>
                    <a:pt x="252925" y="1082565"/>
                  </a:lnTo>
                  <a:lnTo>
                    <a:pt x="252921" y="1082539"/>
                  </a:lnTo>
                  <a:lnTo>
                    <a:pt x="252920" y="1082467"/>
                  </a:lnTo>
                  <a:lnTo>
                    <a:pt x="252922" y="1082440"/>
                  </a:lnTo>
                  <a:lnTo>
                    <a:pt x="252914" y="1082429"/>
                  </a:lnTo>
                  <a:lnTo>
                    <a:pt x="252895" y="1082422"/>
                  </a:lnTo>
                  <a:lnTo>
                    <a:pt x="252861" y="1082417"/>
                  </a:lnTo>
                  <a:lnTo>
                    <a:pt x="252825" y="1082424"/>
                  </a:lnTo>
                  <a:lnTo>
                    <a:pt x="252777" y="1082433"/>
                  </a:lnTo>
                  <a:lnTo>
                    <a:pt x="252724" y="1082445"/>
                  </a:lnTo>
                  <a:lnTo>
                    <a:pt x="252690" y="1082454"/>
                  </a:lnTo>
                  <a:lnTo>
                    <a:pt x="252664" y="1082452"/>
                  </a:lnTo>
                  <a:lnTo>
                    <a:pt x="252642" y="1082450"/>
                  </a:lnTo>
                  <a:lnTo>
                    <a:pt x="252623" y="1082437"/>
                  </a:lnTo>
                  <a:lnTo>
                    <a:pt x="252612" y="1082425"/>
                  </a:lnTo>
                  <a:lnTo>
                    <a:pt x="252605" y="1082388"/>
                  </a:lnTo>
                  <a:lnTo>
                    <a:pt x="252596" y="1082358"/>
                  </a:lnTo>
                  <a:lnTo>
                    <a:pt x="252583" y="1082339"/>
                  </a:lnTo>
                  <a:lnTo>
                    <a:pt x="252582" y="1082325"/>
                  </a:lnTo>
                  <a:lnTo>
                    <a:pt x="252587" y="1082313"/>
                  </a:lnTo>
                  <a:lnTo>
                    <a:pt x="252588" y="1082303"/>
                  </a:lnTo>
                  <a:lnTo>
                    <a:pt x="252579" y="1082272"/>
                  </a:lnTo>
                  <a:lnTo>
                    <a:pt x="252575" y="1082221"/>
                  </a:lnTo>
                  <a:lnTo>
                    <a:pt x="252571" y="1082183"/>
                  </a:lnTo>
                  <a:lnTo>
                    <a:pt x="252560" y="1082148"/>
                  </a:lnTo>
                  <a:lnTo>
                    <a:pt x="252544" y="1082118"/>
                  </a:lnTo>
                  <a:lnTo>
                    <a:pt x="252534" y="1082105"/>
                  </a:lnTo>
                  <a:lnTo>
                    <a:pt x="252516" y="1082088"/>
                  </a:lnTo>
                  <a:lnTo>
                    <a:pt x="252514" y="1082078"/>
                  </a:lnTo>
                  <a:lnTo>
                    <a:pt x="252518" y="1082066"/>
                  </a:lnTo>
                  <a:lnTo>
                    <a:pt x="252514" y="1082057"/>
                  </a:lnTo>
                  <a:lnTo>
                    <a:pt x="252508" y="1082053"/>
                  </a:lnTo>
                  <a:lnTo>
                    <a:pt x="252499" y="1082050"/>
                  </a:lnTo>
                  <a:lnTo>
                    <a:pt x="252494" y="1082046"/>
                  </a:lnTo>
                  <a:lnTo>
                    <a:pt x="252481" y="1082040"/>
                  </a:lnTo>
                  <a:lnTo>
                    <a:pt x="252479" y="1082029"/>
                  </a:lnTo>
                  <a:lnTo>
                    <a:pt x="252489" y="1082020"/>
                  </a:lnTo>
                  <a:lnTo>
                    <a:pt x="252502" y="1082007"/>
                  </a:lnTo>
                  <a:lnTo>
                    <a:pt x="252503" y="1081989"/>
                  </a:lnTo>
                  <a:lnTo>
                    <a:pt x="252504" y="1081968"/>
                  </a:lnTo>
                  <a:lnTo>
                    <a:pt x="252504" y="1081940"/>
                  </a:lnTo>
                  <a:lnTo>
                    <a:pt x="252504" y="1081911"/>
                  </a:lnTo>
                  <a:lnTo>
                    <a:pt x="252517" y="1081895"/>
                  </a:lnTo>
                  <a:lnTo>
                    <a:pt x="252533" y="1081875"/>
                  </a:lnTo>
                  <a:lnTo>
                    <a:pt x="252542" y="1081849"/>
                  </a:lnTo>
                  <a:lnTo>
                    <a:pt x="252553" y="1081833"/>
                  </a:lnTo>
                  <a:lnTo>
                    <a:pt x="252565" y="1081823"/>
                  </a:lnTo>
                  <a:lnTo>
                    <a:pt x="252584" y="1081819"/>
                  </a:lnTo>
                  <a:lnTo>
                    <a:pt x="252609" y="1081810"/>
                  </a:lnTo>
                  <a:lnTo>
                    <a:pt x="252626" y="1081798"/>
                  </a:lnTo>
                  <a:lnTo>
                    <a:pt x="252640" y="1081791"/>
                  </a:lnTo>
                  <a:lnTo>
                    <a:pt x="252654" y="1081776"/>
                  </a:lnTo>
                  <a:lnTo>
                    <a:pt x="252670" y="1081759"/>
                  </a:lnTo>
                  <a:lnTo>
                    <a:pt x="252691" y="1081749"/>
                  </a:lnTo>
                  <a:lnTo>
                    <a:pt x="252724" y="1081736"/>
                  </a:lnTo>
                  <a:lnTo>
                    <a:pt x="252751" y="1081728"/>
                  </a:lnTo>
                  <a:lnTo>
                    <a:pt x="252774" y="1081713"/>
                  </a:lnTo>
                  <a:lnTo>
                    <a:pt x="252793" y="1081698"/>
                  </a:lnTo>
                  <a:lnTo>
                    <a:pt x="252808" y="1081690"/>
                  </a:lnTo>
                  <a:lnTo>
                    <a:pt x="252808" y="1081683"/>
                  </a:lnTo>
                  <a:lnTo>
                    <a:pt x="252794" y="1081678"/>
                  </a:lnTo>
                  <a:lnTo>
                    <a:pt x="252769" y="1081670"/>
                  </a:lnTo>
                  <a:lnTo>
                    <a:pt x="252726" y="1081661"/>
                  </a:lnTo>
                  <a:lnTo>
                    <a:pt x="252687" y="1081645"/>
                  </a:lnTo>
                  <a:lnTo>
                    <a:pt x="252643" y="1081627"/>
                  </a:lnTo>
                  <a:lnTo>
                    <a:pt x="252595" y="1081597"/>
                  </a:lnTo>
                  <a:lnTo>
                    <a:pt x="252559" y="1081575"/>
                  </a:lnTo>
                  <a:lnTo>
                    <a:pt x="252541" y="1081571"/>
                  </a:lnTo>
                  <a:lnTo>
                    <a:pt x="252495" y="1081553"/>
                  </a:lnTo>
                  <a:lnTo>
                    <a:pt x="252470" y="1081545"/>
                  </a:lnTo>
                  <a:lnTo>
                    <a:pt x="252447" y="1081544"/>
                  </a:lnTo>
                  <a:lnTo>
                    <a:pt x="252410" y="1081546"/>
                  </a:lnTo>
                  <a:lnTo>
                    <a:pt x="252385" y="1081534"/>
                  </a:lnTo>
                  <a:lnTo>
                    <a:pt x="252365" y="1081511"/>
                  </a:lnTo>
                  <a:lnTo>
                    <a:pt x="252348" y="1081480"/>
                  </a:lnTo>
                  <a:lnTo>
                    <a:pt x="252327" y="1081445"/>
                  </a:lnTo>
                  <a:lnTo>
                    <a:pt x="252302" y="1081405"/>
                  </a:lnTo>
                  <a:lnTo>
                    <a:pt x="252261" y="1081363"/>
                  </a:lnTo>
                  <a:lnTo>
                    <a:pt x="252238" y="1081332"/>
                  </a:lnTo>
                  <a:lnTo>
                    <a:pt x="252233" y="1081313"/>
                  </a:lnTo>
                  <a:lnTo>
                    <a:pt x="252243" y="1081297"/>
                  </a:lnTo>
                  <a:lnTo>
                    <a:pt x="252259" y="1081283"/>
                  </a:lnTo>
                  <a:lnTo>
                    <a:pt x="252263" y="1081261"/>
                  </a:lnTo>
                  <a:lnTo>
                    <a:pt x="252252" y="1081228"/>
                  </a:lnTo>
                  <a:lnTo>
                    <a:pt x="252236" y="1081184"/>
                  </a:lnTo>
                  <a:lnTo>
                    <a:pt x="252218" y="1081160"/>
                  </a:lnTo>
                  <a:lnTo>
                    <a:pt x="252168" y="1081127"/>
                  </a:lnTo>
                  <a:lnTo>
                    <a:pt x="252128" y="1081105"/>
                  </a:lnTo>
                  <a:lnTo>
                    <a:pt x="252079" y="1081087"/>
                  </a:lnTo>
                  <a:lnTo>
                    <a:pt x="252028" y="1081069"/>
                  </a:lnTo>
                  <a:lnTo>
                    <a:pt x="251993" y="1081056"/>
                  </a:lnTo>
                  <a:lnTo>
                    <a:pt x="251966" y="1081038"/>
                  </a:lnTo>
                  <a:lnTo>
                    <a:pt x="251943" y="1081007"/>
                  </a:lnTo>
                  <a:lnTo>
                    <a:pt x="251926" y="1080978"/>
                  </a:lnTo>
                  <a:lnTo>
                    <a:pt x="251911" y="1080942"/>
                  </a:lnTo>
                  <a:lnTo>
                    <a:pt x="251903" y="1080910"/>
                  </a:lnTo>
                  <a:lnTo>
                    <a:pt x="251896" y="1080878"/>
                  </a:lnTo>
                  <a:lnTo>
                    <a:pt x="251868" y="1080822"/>
                  </a:lnTo>
                  <a:lnTo>
                    <a:pt x="251853" y="1080791"/>
                  </a:lnTo>
                  <a:lnTo>
                    <a:pt x="251834" y="1080766"/>
                  </a:lnTo>
                  <a:lnTo>
                    <a:pt x="251802" y="1080729"/>
                  </a:lnTo>
                  <a:lnTo>
                    <a:pt x="251771" y="1080698"/>
                  </a:lnTo>
                  <a:lnTo>
                    <a:pt x="251722" y="1080656"/>
                  </a:lnTo>
                  <a:lnTo>
                    <a:pt x="251716" y="1080651"/>
                  </a:lnTo>
                  <a:lnTo>
                    <a:pt x="251699" y="1080643"/>
                  </a:lnTo>
                  <a:lnTo>
                    <a:pt x="251679" y="1080626"/>
                  </a:lnTo>
                  <a:lnTo>
                    <a:pt x="251674" y="1080620"/>
                  </a:lnTo>
                  <a:lnTo>
                    <a:pt x="251674" y="1080608"/>
                  </a:lnTo>
                  <a:lnTo>
                    <a:pt x="251675" y="1080603"/>
                  </a:lnTo>
                  <a:lnTo>
                    <a:pt x="251675" y="1080590"/>
                  </a:lnTo>
                  <a:lnTo>
                    <a:pt x="251679" y="1080574"/>
                  </a:lnTo>
                  <a:lnTo>
                    <a:pt x="251688" y="1080541"/>
                  </a:lnTo>
                  <a:lnTo>
                    <a:pt x="251696" y="1080492"/>
                  </a:lnTo>
                  <a:lnTo>
                    <a:pt x="251693" y="1080455"/>
                  </a:lnTo>
                  <a:lnTo>
                    <a:pt x="251683" y="1080426"/>
                  </a:lnTo>
                  <a:lnTo>
                    <a:pt x="251669" y="1080388"/>
                  </a:lnTo>
                  <a:lnTo>
                    <a:pt x="251656" y="1080358"/>
                  </a:lnTo>
                  <a:lnTo>
                    <a:pt x="251617" y="1080309"/>
                  </a:lnTo>
                  <a:lnTo>
                    <a:pt x="251601" y="1080290"/>
                  </a:lnTo>
                  <a:lnTo>
                    <a:pt x="251576" y="1080262"/>
                  </a:lnTo>
                  <a:lnTo>
                    <a:pt x="251556" y="1080252"/>
                  </a:lnTo>
                  <a:lnTo>
                    <a:pt x="251552" y="1080246"/>
                  </a:lnTo>
                  <a:lnTo>
                    <a:pt x="251553" y="1080240"/>
                  </a:lnTo>
                  <a:lnTo>
                    <a:pt x="251560" y="1080218"/>
                  </a:lnTo>
                  <a:lnTo>
                    <a:pt x="251567" y="1080201"/>
                  </a:lnTo>
                  <a:lnTo>
                    <a:pt x="251568" y="1080189"/>
                  </a:lnTo>
                  <a:lnTo>
                    <a:pt x="251565" y="1080180"/>
                  </a:lnTo>
                  <a:lnTo>
                    <a:pt x="251545" y="1080155"/>
                  </a:lnTo>
                  <a:lnTo>
                    <a:pt x="251542" y="1080147"/>
                  </a:lnTo>
                  <a:lnTo>
                    <a:pt x="251528" y="1080125"/>
                  </a:lnTo>
                  <a:lnTo>
                    <a:pt x="251498" y="1080090"/>
                  </a:lnTo>
                  <a:lnTo>
                    <a:pt x="251481" y="1080062"/>
                  </a:lnTo>
                  <a:lnTo>
                    <a:pt x="251473" y="1080028"/>
                  </a:lnTo>
                  <a:lnTo>
                    <a:pt x="251461" y="1079966"/>
                  </a:lnTo>
                  <a:lnTo>
                    <a:pt x="251443" y="1079924"/>
                  </a:lnTo>
                  <a:lnTo>
                    <a:pt x="251431" y="1079886"/>
                  </a:lnTo>
                  <a:lnTo>
                    <a:pt x="251425" y="1079847"/>
                  </a:lnTo>
                  <a:lnTo>
                    <a:pt x="251417" y="1079810"/>
                  </a:lnTo>
                  <a:lnTo>
                    <a:pt x="251408" y="1079776"/>
                  </a:lnTo>
                  <a:lnTo>
                    <a:pt x="251405" y="1079744"/>
                  </a:lnTo>
                  <a:lnTo>
                    <a:pt x="251407" y="1079700"/>
                  </a:lnTo>
                  <a:lnTo>
                    <a:pt x="251421" y="1079656"/>
                  </a:lnTo>
                  <a:lnTo>
                    <a:pt x="251425" y="1079639"/>
                  </a:lnTo>
                  <a:lnTo>
                    <a:pt x="251440" y="1079613"/>
                  </a:lnTo>
                  <a:lnTo>
                    <a:pt x="251458" y="1079583"/>
                  </a:lnTo>
                  <a:lnTo>
                    <a:pt x="251490" y="1079547"/>
                  </a:lnTo>
                  <a:lnTo>
                    <a:pt x="251501" y="1079516"/>
                  </a:lnTo>
                  <a:lnTo>
                    <a:pt x="251520" y="1079481"/>
                  </a:lnTo>
                  <a:lnTo>
                    <a:pt x="251528" y="1079453"/>
                  </a:lnTo>
                  <a:lnTo>
                    <a:pt x="251541" y="1079433"/>
                  </a:lnTo>
                  <a:lnTo>
                    <a:pt x="251558" y="1079414"/>
                  </a:lnTo>
                  <a:lnTo>
                    <a:pt x="251576" y="1079406"/>
                  </a:lnTo>
                  <a:lnTo>
                    <a:pt x="251599" y="1079394"/>
                  </a:lnTo>
                  <a:lnTo>
                    <a:pt x="251617" y="1079379"/>
                  </a:lnTo>
                  <a:lnTo>
                    <a:pt x="251628" y="1079358"/>
                  </a:lnTo>
                  <a:lnTo>
                    <a:pt x="251631" y="1079345"/>
                  </a:lnTo>
                  <a:lnTo>
                    <a:pt x="251622" y="1079337"/>
                  </a:lnTo>
                  <a:lnTo>
                    <a:pt x="251568" y="1079319"/>
                  </a:lnTo>
                  <a:lnTo>
                    <a:pt x="251517" y="1079302"/>
                  </a:lnTo>
                  <a:lnTo>
                    <a:pt x="251465" y="1079274"/>
                  </a:lnTo>
                  <a:lnTo>
                    <a:pt x="251432" y="1079252"/>
                  </a:lnTo>
                  <a:lnTo>
                    <a:pt x="251370" y="1079213"/>
                  </a:lnTo>
                  <a:lnTo>
                    <a:pt x="251334" y="1079187"/>
                  </a:lnTo>
                  <a:lnTo>
                    <a:pt x="251263" y="1079142"/>
                  </a:lnTo>
                  <a:lnTo>
                    <a:pt x="251189" y="1079095"/>
                  </a:lnTo>
                  <a:lnTo>
                    <a:pt x="251146" y="1079062"/>
                  </a:lnTo>
                  <a:lnTo>
                    <a:pt x="251082" y="1079013"/>
                  </a:lnTo>
                  <a:lnTo>
                    <a:pt x="251048" y="1078990"/>
                  </a:lnTo>
                  <a:lnTo>
                    <a:pt x="251014" y="1078961"/>
                  </a:lnTo>
                  <a:lnTo>
                    <a:pt x="250998" y="1078942"/>
                  </a:lnTo>
                  <a:lnTo>
                    <a:pt x="250982" y="1078911"/>
                  </a:lnTo>
                  <a:lnTo>
                    <a:pt x="250959" y="1078870"/>
                  </a:lnTo>
                  <a:lnTo>
                    <a:pt x="250945" y="1078855"/>
                  </a:lnTo>
                  <a:lnTo>
                    <a:pt x="250923" y="1078847"/>
                  </a:lnTo>
                  <a:lnTo>
                    <a:pt x="250903" y="1078835"/>
                  </a:lnTo>
                  <a:lnTo>
                    <a:pt x="250892" y="1078821"/>
                  </a:lnTo>
                  <a:lnTo>
                    <a:pt x="250886" y="1078804"/>
                  </a:lnTo>
                  <a:lnTo>
                    <a:pt x="250884" y="1078762"/>
                  </a:lnTo>
                  <a:lnTo>
                    <a:pt x="250870" y="1078730"/>
                  </a:lnTo>
                  <a:lnTo>
                    <a:pt x="250836" y="1078685"/>
                  </a:lnTo>
                  <a:lnTo>
                    <a:pt x="250821" y="1078661"/>
                  </a:lnTo>
                  <a:lnTo>
                    <a:pt x="250801" y="1078622"/>
                  </a:lnTo>
                  <a:lnTo>
                    <a:pt x="250780" y="1078585"/>
                  </a:lnTo>
                  <a:lnTo>
                    <a:pt x="250759" y="1078566"/>
                  </a:lnTo>
                  <a:lnTo>
                    <a:pt x="250732" y="1078550"/>
                  </a:lnTo>
                  <a:lnTo>
                    <a:pt x="250690" y="1078529"/>
                  </a:lnTo>
                  <a:lnTo>
                    <a:pt x="250647" y="1078516"/>
                  </a:lnTo>
                  <a:lnTo>
                    <a:pt x="250621" y="1078503"/>
                  </a:lnTo>
                  <a:lnTo>
                    <a:pt x="250606" y="1078482"/>
                  </a:lnTo>
                  <a:lnTo>
                    <a:pt x="250600" y="1078458"/>
                  </a:lnTo>
                  <a:lnTo>
                    <a:pt x="250587" y="1078445"/>
                  </a:lnTo>
                  <a:lnTo>
                    <a:pt x="250577" y="1078436"/>
                  </a:lnTo>
                  <a:lnTo>
                    <a:pt x="250568" y="1078426"/>
                  </a:lnTo>
                  <a:lnTo>
                    <a:pt x="250514" y="1078366"/>
                  </a:lnTo>
                  <a:lnTo>
                    <a:pt x="250489" y="1078344"/>
                  </a:lnTo>
                  <a:lnTo>
                    <a:pt x="250452" y="1078316"/>
                  </a:lnTo>
                  <a:lnTo>
                    <a:pt x="250425" y="1078299"/>
                  </a:lnTo>
                  <a:lnTo>
                    <a:pt x="250387" y="1078283"/>
                  </a:lnTo>
                  <a:lnTo>
                    <a:pt x="250342" y="1078262"/>
                  </a:lnTo>
                  <a:lnTo>
                    <a:pt x="250313" y="1078244"/>
                  </a:lnTo>
                  <a:lnTo>
                    <a:pt x="250288" y="1078217"/>
                  </a:lnTo>
                  <a:lnTo>
                    <a:pt x="250257" y="1078190"/>
                  </a:lnTo>
                  <a:lnTo>
                    <a:pt x="250206" y="1078162"/>
                  </a:lnTo>
                  <a:lnTo>
                    <a:pt x="250167" y="1078139"/>
                  </a:lnTo>
                  <a:lnTo>
                    <a:pt x="250147" y="1078120"/>
                  </a:lnTo>
                  <a:lnTo>
                    <a:pt x="250130" y="1078097"/>
                  </a:lnTo>
                  <a:lnTo>
                    <a:pt x="250112" y="1078073"/>
                  </a:lnTo>
                  <a:lnTo>
                    <a:pt x="250093" y="1078047"/>
                  </a:lnTo>
                  <a:lnTo>
                    <a:pt x="250077" y="1078017"/>
                  </a:lnTo>
                  <a:lnTo>
                    <a:pt x="250060" y="1077978"/>
                  </a:lnTo>
                  <a:lnTo>
                    <a:pt x="250032" y="1077927"/>
                  </a:lnTo>
                  <a:lnTo>
                    <a:pt x="249992" y="1077850"/>
                  </a:lnTo>
                  <a:lnTo>
                    <a:pt x="249975" y="1077816"/>
                  </a:lnTo>
                  <a:lnTo>
                    <a:pt x="249963" y="1077789"/>
                  </a:lnTo>
                  <a:lnTo>
                    <a:pt x="249949" y="1077757"/>
                  </a:lnTo>
                  <a:lnTo>
                    <a:pt x="249936" y="1077731"/>
                  </a:lnTo>
                  <a:lnTo>
                    <a:pt x="249914" y="1077713"/>
                  </a:lnTo>
                  <a:lnTo>
                    <a:pt x="249880" y="1077700"/>
                  </a:lnTo>
                  <a:lnTo>
                    <a:pt x="249850" y="1077685"/>
                  </a:lnTo>
                  <a:lnTo>
                    <a:pt x="249823" y="1077673"/>
                  </a:lnTo>
                  <a:lnTo>
                    <a:pt x="249775" y="1077660"/>
                  </a:lnTo>
                  <a:lnTo>
                    <a:pt x="249750" y="1077653"/>
                  </a:lnTo>
                  <a:lnTo>
                    <a:pt x="249728" y="1077638"/>
                  </a:lnTo>
                  <a:lnTo>
                    <a:pt x="249713" y="1077622"/>
                  </a:lnTo>
                  <a:lnTo>
                    <a:pt x="249698" y="1077599"/>
                  </a:lnTo>
                  <a:lnTo>
                    <a:pt x="249681" y="1077569"/>
                  </a:lnTo>
                  <a:lnTo>
                    <a:pt x="249667" y="1077533"/>
                  </a:lnTo>
                  <a:lnTo>
                    <a:pt x="249653" y="1077500"/>
                  </a:lnTo>
                  <a:lnTo>
                    <a:pt x="249635" y="1077452"/>
                  </a:lnTo>
                  <a:lnTo>
                    <a:pt x="249621" y="1077419"/>
                  </a:lnTo>
                  <a:lnTo>
                    <a:pt x="249611" y="1077381"/>
                  </a:lnTo>
                  <a:lnTo>
                    <a:pt x="249596" y="1077324"/>
                  </a:lnTo>
                  <a:lnTo>
                    <a:pt x="249598" y="1077299"/>
                  </a:lnTo>
                  <a:lnTo>
                    <a:pt x="249605" y="1077279"/>
                  </a:lnTo>
                  <a:lnTo>
                    <a:pt x="249617" y="1077251"/>
                  </a:lnTo>
                  <a:lnTo>
                    <a:pt x="249622" y="1077231"/>
                  </a:lnTo>
                  <a:lnTo>
                    <a:pt x="249620" y="1077208"/>
                  </a:lnTo>
                  <a:lnTo>
                    <a:pt x="249602" y="1077182"/>
                  </a:lnTo>
                  <a:lnTo>
                    <a:pt x="249574" y="1077163"/>
                  </a:lnTo>
                  <a:lnTo>
                    <a:pt x="249546" y="1077145"/>
                  </a:lnTo>
                  <a:lnTo>
                    <a:pt x="249533" y="1077133"/>
                  </a:lnTo>
                  <a:lnTo>
                    <a:pt x="249519" y="1077106"/>
                  </a:lnTo>
                  <a:lnTo>
                    <a:pt x="249510" y="1077079"/>
                  </a:lnTo>
                  <a:lnTo>
                    <a:pt x="249503" y="1077048"/>
                  </a:lnTo>
                  <a:lnTo>
                    <a:pt x="249491" y="1077015"/>
                  </a:lnTo>
                  <a:lnTo>
                    <a:pt x="249469" y="1076984"/>
                  </a:lnTo>
                  <a:lnTo>
                    <a:pt x="249441" y="1076945"/>
                  </a:lnTo>
                  <a:lnTo>
                    <a:pt x="249412" y="1076886"/>
                  </a:lnTo>
                  <a:lnTo>
                    <a:pt x="249396" y="1076869"/>
                  </a:lnTo>
                  <a:lnTo>
                    <a:pt x="249378" y="1076864"/>
                  </a:lnTo>
                  <a:lnTo>
                    <a:pt x="249357" y="1076865"/>
                  </a:lnTo>
                  <a:lnTo>
                    <a:pt x="249337" y="1076866"/>
                  </a:lnTo>
                  <a:lnTo>
                    <a:pt x="249315" y="1076872"/>
                  </a:lnTo>
                  <a:lnTo>
                    <a:pt x="249274" y="1076895"/>
                  </a:lnTo>
                  <a:lnTo>
                    <a:pt x="249240" y="1076908"/>
                  </a:lnTo>
                  <a:lnTo>
                    <a:pt x="249206" y="1076917"/>
                  </a:lnTo>
                  <a:lnTo>
                    <a:pt x="249175" y="1076919"/>
                  </a:lnTo>
                  <a:lnTo>
                    <a:pt x="249147" y="1076915"/>
                  </a:lnTo>
                  <a:lnTo>
                    <a:pt x="249121" y="1076903"/>
                  </a:lnTo>
                  <a:lnTo>
                    <a:pt x="249094" y="1076889"/>
                  </a:lnTo>
                  <a:lnTo>
                    <a:pt x="249057" y="1076864"/>
                  </a:lnTo>
                  <a:lnTo>
                    <a:pt x="249027" y="1076841"/>
                  </a:lnTo>
                  <a:lnTo>
                    <a:pt x="248999" y="1076813"/>
                  </a:lnTo>
                  <a:lnTo>
                    <a:pt x="248990" y="1076794"/>
                  </a:lnTo>
                  <a:lnTo>
                    <a:pt x="248985" y="1076774"/>
                  </a:lnTo>
                  <a:lnTo>
                    <a:pt x="248983" y="1076757"/>
                  </a:lnTo>
                  <a:lnTo>
                    <a:pt x="248987" y="1076737"/>
                  </a:lnTo>
                  <a:lnTo>
                    <a:pt x="248999" y="1076708"/>
                  </a:lnTo>
                  <a:lnTo>
                    <a:pt x="249018" y="1076676"/>
                  </a:lnTo>
                  <a:lnTo>
                    <a:pt x="249022" y="1076656"/>
                  </a:lnTo>
                  <a:lnTo>
                    <a:pt x="249021" y="1076639"/>
                  </a:lnTo>
                  <a:lnTo>
                    <a:pt x="249007" y="1076624"/>
                  </a:lnTo>
                  <a:lnTo>
                    <a:pt x="248991" y="1076611"/>
                  </a:lnTo>
                  <a:lnTo>
                    <a:pt x="248966" y="1076599"/>
                  </a:lnTo>
                  <a:lnTo>
                    <a:pt x="248938" y="1076588"/>
                  </a:lnTo>
                  <a:lnTo>
                    <a:pt x="248926" y="1076579"/>
                  </a:lnTo>
                  <a:lnTo>
                    <a:pt x="248920" y="1076570"/>
                  </a:lnTo>
                  <a:lnTo>
                    <a:pt x="248917" y="1076557"/>
                  </a:lnTo>
                  <a:lnTo>
                    <a:pt x="248916" y="1076539"/>
                  </a:lnTo>
                  <a:lnTo>
                    <a:pt x="248915" y="1076515"/>
                  </a:lnTo>
                  <a:lnTo>
                    <a:pt x="248906" y="1076484"/>
                  </a:lnTo>
                  <a:lnTo>
                    <a:pt x="248897" y="1076463"/>
                  </a:lnTo>
                  <a:lnTo>
                    <a:pt x="248882" y="1076433"/>
                  </a:lnTo>
                  <a:lnTo>
                    <a:pt x="248865" y="1076408"/>
                  </a:lnTo>
                  <a:lnTo>
                    <a:pt x="248847" y="1076386"/>
                  </a:lnTo>
                  <a:lnTo>
                    <a:pt x="248841" y="1076371"/>
                  </a:lnTo>
                  <a:lnTo>
                    <a:pt x="248835" y="1076356"/>
                  </a:lnTo>
                  <a:lnTo>
                    <a:pt x="248834" y="1076320"/>
                  </a:lnTo>
                  <a:lnTo>
                    <a:pt x="248833" y="1076280"/>
                  </a:lnTo>
                  <a:lnTo>
                    <a:pt x="248835" y="1076258"/>
                  </a:lnTo>
                  <a:lnTo>
                    <a:pt x="248835" y="1076213"/>
                  </a:lnTo>
                  <a:lnTo>
                    <a:pt x="248840" y="1076162"/>
                  </a:lnTo>
                  <a:lnTo>
                    <a:pt x="248836" y="1076136"/>
                  </a:lnTo>
                  <a:lnTo>
                    <a:pt x="248828" y="1076122"/>
                  </a:lnTo>
                  <a:lnTo>
                    <a:pt x="248808" y="1076109"/>
                  </a:lnTo>
                  <a:lnTo>
                    <a:pt x="248773" y="1076093"/>
                  </a:lnTo>
                  <a:lnTo>
                    <a:pt x="248736" y="1076074"/>
                  </a:lnTo>
                  <a:lnTo>
                    <a:pt x="248678" y="1076043"/>
                  </a:lnTo>
                  <a:lnTo>
                    <a:pt x="248629" y="1076011"/>
                  </a:lnTo>
                  <a:lnTo>
                    <a:pt x="248604" y="1075997"/>
                  </a:lnTo>
                  <a:lnTo>
                    <a:pt x="248562" y="1075975"/>
                  </a:lnTo>
                  <a:lnTo>
                    <a:pt x="248538" y="1075963"/>
                  </a:lnTo>
                  <a:lnTo>
                    <a:pt x="248528" y="1075952"/>
                  </a:lnTo>
                  <a:lnTo>
                    <a:pt x="248440" y="1075888"/>
                  </a:lnTo>
                  <a:lnTo>
                    <a:pt x="248400" y="1075855"/>
                  </a:lnTo>
                  <a:lnTo>
                    <a:pt x="248344" y="1075810"/>
                  </a:lnTo>
                  <a:lnTo>
                    <a:pt x="248306" y="1075771"/>
                  </a:lnTo>
                  <a:lnTo>
                    <a:pt x="248248" y="1075711"/>
                  </a:lnTo>
                  <a:lnTo>
                    <a:pt x="248191" y="1075666"/>
                  </a:lnTo>
                  <a:lnTo>
                    <a:pt x="248157" y="1075639"/>
                  </a:lnTo>
                  <a:lnTo>
                    <a:pt x="248116" y="1075602"/>
                  </a:lnTo>
                  <a:lnTo>
                    <a:pt x="248092" y="1075573"/>
                  </a:lnTo>
                  <a:lnTo>
                    <a:pt x="248073" y="1075547"/>
                  </a:lnTo>
                  <a:lnTo>
                    <a:pt x="248044" y="1075497"/>
                  </a:lnTo>
                  <a:lnTo>
                    <a:pt x="248030" y="1075475"/>
                  </a:lnTo>
                  <a:lnTo>
                    <a:pt x="248009" y="1075427"/>
                  </a:lnTo>
                  <a:lnTo>
                    <a:pt x="247988" y="1075376"/>
                  </a:lnTo>
                  <a:lnTo>
                    <a:pt x="247946" y="1075274"/>
                  </a:lnTo>
                  <a:lnTo>
                    <a:pt x="247930" y="1075228"/>
                  </a:lnTo>
                  <a:lnTo>
                    <a:pt x="247908" y="1075176"/>
                  </a:lnTo>
                  <a:lnTo>
                    <a:pt x="247896" y="1075127"/>
                  </a:lnTo>
                  <a:lnTo>
                    <a:pt x="247874" y="1075053"/>
                  </a:lnTo>
                  <a:lnTo>
                    <a:pt x="247862" y="1075016"/>
                  </a:lnTo>
                  <a:lnTo>
                    <a:pt x="247839" y="1074961"/>
                  </a:lnTo>
                  <a:lnTo>
                    <a:pt x="247817" y="1074901"/>
                  </a:lnTo>
                  <a:lnTo>
                    <a:pt x="247790" y="1074837"/>
                  </a:lnTo>
                  <a:lnTo>
                    <a:pt x="247772" y="1074800"/>
                  </a:lnTo>
                  <a:lnTo>
                    <a:pt x="247752" y="1074766"/>
                  </a:lnTo>
                  <a:lnTo>
                    <a:pt x="247751" y="1074749"/>
                  </a:lnTo>
                  <a:lnTo>
                    <a:pt x="247752" y="1074737"/>
                  </a:lnTo>
                  <a:lnTo>
                    <a:pt x="247759" y="1074729"/>
                  </a:lnTo>
                  <a:lnTo>
                    <a:pt x="247780" y="1074716"/>
                  </a:lnTo>
                  <a:lnTo>
                    <a:pt x="247803" y="1074698"/>
                  </a:lnTo>
                  <a:lnTo>
                    <a:pt x="247827" y="1074677"/>
                  </a:lnTo>
                  <a:lnTo>
                    <a:pt x="247851" y="1074656"/>
                  </a:lnTo>
                  <a:lnTo>
                    <a:pt x="247882" y="1074622"/>
                  </a:lnTo>
                  <a:lnTo>
                    <a:pt x="247899" y="1074605"/>
                  </a:lnTo>
                  <a:lnTo>
                    <a:pt x="247922" y="1074568"/>
                  </a:lnTo>
                  <a:lnTo>
                    <a:pt x="247943" y="1074530"/>
                  </a:lnTo>
                  <a:lnTo>
                    <a:pt x="247966" y="1074494"/>
                  </a:lnTo>
                  <a:lnTo>
                    <a:pt x="247988" y="1074466"/>
                  </a:lnTo>
                  <a:lnTo>
                    <a:pt x="248026" y="1074419"/>
                  </a:lnTo>
                  <a:lnTo>
                    <a:pt x="248048" y="1074397"/>
                  </a:lnTo>
                  <a:lnTo>
                    <a:pt x="248071" y="1074384"/>
                  </a:lnTo>
                  <a:lnTo>
                    <a:pt x="248105" y="1074362"/>
                  </a:lnTo>
                  <a:lnTo>
                    <a:pt x="248134" y="1074343"/>
                  </a:lnTo>
                  <a:lnTo>
                    <a:pt x="248152" y="1074326"/>
                  </a:lnTo>
                  <a:lnTo>
                    <a:pt x="248164" y="1074303"/>
                  </a:lnTo>
                  <a:lnTo>
                    <a:pt x="248174" y="1074278"/>
                  </a:lnTo>
                  <a:lnTo>
                    <a:pt x="248176" y="1074252"/>
                  </a:lnTo>
                  <a:lnTo>
                    <a:pt x="248172" y="1074167"/>
                  </a:lnTo>
                  <a:lnTo>
                    <a:pt x="248171" y="1074107"/>
                  </a:lnTo>
                  <a:lnTo>
                    <a:pt x="248169" y="1074059"/>
                  </a:lnTo>
                  <a:lnTo>
                    <a:pt x="248156" y="1073957"/>
                  </a:lnTo>
                  <a:lnTo>
                    <a:pt x="248151" y="1073893"/>
                  </a:lnTo>
                  <a:lnTo>
                    <a:pt x="248145" y="1073845"/>
                  </a:lnTo>
                  <a:lnTo>
                    <a:pt x="248137" y="1073744"/>
                  </a:lnTo>
                  <a:lnTo>
                    <a:pt x="248132" y="1073698"/>
                  </a:lnTo>
                  <a:lnTo>
                    <a:pt x="248119" y="1073620"/>
                  </a:lnTo>
                  <a:lnTo>
                    <a:pt x="248115" y="1073578"/>
                  </a:lnTo>
                  <a:lnTo>
                    <a:pt x="248108" y="1073525"/>
                  </a:lnTo>
                  <a:lnTo>
                    <a:pt x="248107" y="1073473"/>
                  </a:lnTo>
                  <a:lnTo>
                    <a:pt x="248107" y="1073452"/>
                  </a:lnTo>
                  <a:lnTo>
                    <a:pt x="248113" y="1073431"/>
                  </a:lnTo>
                  <a:lnTo>
                    <a:pt x="248128" y="1073405"/>
                  </a:lnTo>
                  <a:lnTo>
                    <a:pt x="248136" y="1073374"/>
                  </a:lnTo>
                  <a:lnTo>
                    <a:pt x="248138" y="1073349"/>
                  </a:lnTo>
                  <a:lnTo>
                    <a:pt x="248133" y="1073322"/>
                  </a:lnTo>
                  <a:lnTo>
                    <a:pt x="248118" y="1073248"/>
                  </a:lnTo>
                  <a:lnTo>
                    <a:pt x="248118" y="1073208"/>
                  </a:lnTo>
                  <a:lnTo>
                    <a:pt x="248117" y="1073155"/>
                  </a:lnTo>
                  <a:lnTo>
                    <a:pt x="248119" y="1073116"/>
                  </a:lnTo>
                  <a:lnTo>
                    <a:pt x="248124" y="1073097"/>
                  </a:lnTo>
                  <a:lnTo>
                    <a:pt x="248137" y="1073072"/>
                  </a:lnTo>
                  <a:lnTo>
                    <a:pt x="248146" y="1073055"/>
                  </a:lnTo>
                  <a:lnTo>
                    <a:pt x="248160" y="1073036"/>
                  </a:lnTo>
                  <a:lnTo>
                    <a:pt x="248181" y="1073016"/>
                  </a:lnTo>
                  <a:lnTo>
                    <a:pt x="248217" y="1072988"/>
                  </a:lnTo>
                  <a:lnTo>
                    <a:pt x="248283" y="1072934"/>
                  </a:lnTo>
                  <a:lnTo>
                    <a:pt x="248333" y="1072886"/>
                  </a:lnTo>
                  <a:lnTo>
                    <a:pt x="248358" y="1072860"/>
                  </a:lnTo>
                  <a:lnTo>
                    <a:pt x="248412" y="1072805"/>
                  </a:lnTo>
                  <a:lnTo>
                    <a:pt x="248458" y="1072760"/>
                  </a:lnTo>
                  <a:lnTo>
                    <a:pt x="248511" y="1072715"/>
                  </a:lnTo>
                  <a:lnTo>
                    <a:pt x="248538" y="1072689"/>
                  </a:lnTo>
                  <a:lnTo>
                    <a:pt x="248557" y="1072662"/>
                  </a:lnTo>
                  <a:lnTo>
                    <a:pt x="248562" y="1072656"/>
                  </a:lnTo>
                  <a:lnTo>
                    <a:pt x="248587" y="1072620"/>
                  </a:lnTo>
                  <a:lnTo>
                    <a:pt x="248604" y="1072599"/>
                  </a:lnTo>
                  <a:lnTo>
                    <a:pt x="248640" y="1072553"/>
                  </a:lnTo>
                  <a:lnTo>
                    <a:pt x="248664" y="1072521"/>
                  </a:lnTo>
                  <a:lnTo>
                    <a:pt x="248679" y="1072496"/>
                  </a:lnTo>
                  <a:lnTo>
                    <a:pt x="248694" y="1072467"/>
                  </a:lnTo>
                  <a:lnTo>
                    <a:pt x="248706" y="1072432"/>
                  </a:lnTo>
                  <a:lnTo>
                    <a:pt x="248710" y="1072410"/>
                  </a:lnTo>
                  <a:lnTo>
                    <a:pt x="248717" y="1072370"/>
                  </a:lnTo>
                  <a:lnTo>
                    <a:pt x="248722" y="1072320"/>
                  </a:lnTo>
                  <a:lnTo>
                    <a:pt x="248721" y="1072294"/>
                  </a:lnTo>
                  <a:lnTo>
                    <a:pt x="248713" y="1072259"/>
                  </a:lnTo>
                  <a:lnTo>
                    <a:pt x="248705" y="1072232"/>
                  </a:lnTo>
                  <a:lnTo>
                    <a:pt x="248695" y="1072204"/>
                  </a:lnTo>
                  <a:lnTo>
                    <a:pt x="248685" y="1072172"/>
                  </a:lnTo>
                  <a:lnTo>
                    <a:pt x="248683" y="1072154"/>
                  </a:lnTo>
                  <a:lnTo>
                    <a:pt x="248682" y="1072137"/>
                  </a:lnTo>
                  <a:lnTo>
                    <a:pt x="248690" y="1072114"/>
                  </a:lnTo>
                  <a:lnTo>
                    <a:pt x="248701" y="1072092"/>
                  </a:lnTo>
                  <a:lnTo>
                    <a:pt x="248717" y="1072071"/>
                  </a:lnTo>
                  <a:lnTo>
                    <a:pt x="248746" y="1072039"/>
                  </a:lnTo>
                  <a:lnTo>
                    <a:pt x="248776" y="1072014"/>
                  </a:lnTo>
                  <a:lnTo>
                    <a:pt x="248812" y="1071992"/>
                  </a:lnTo>
                  <a:lnTo>
                    <a:pt x="248847" y="1071967"/>
                  </a:lnTo>
                  <a:lnTo>
                    <a:pt x="248882" y="1071939"/>
                  </a:lnTo>
                  <a:lnTo>
                    <a:pt x="248903" y="1071914"/>
                  </a:lnTo>
                  <a:lnTo>
                    <a:pt x="248924" y="1071893"/>
                  </a:lnTo>
                  <a:lnTo>
                    <a:pt x="248935" y="1071876"/>
                  </a:lnTo>
                  <a:lnTo>
                    <a:pt x="248942" y="1071863"/>
                  </a:lnTo>
                  <a:lnTo>
                    <a:pt x="248943" y="1071848"/>
                  </a:lnTo>
                  <a:lnTo>
                    <a:pt x="248933" y="1071825"/>
                  </a:lnTo>
                  <a:lnTo>
                    <a:pt x="248928" y="1071815"/>
                  </a:lnTo>
                  <a:lnTo>
                    <a:pt x="248912" y="1071796"/>
                  </a:lnTo>
                  <a:lnTo>
                    <a:pt x="248883" y="1071775"/>
                  </a:lnTo>
                  <a:lnTo>
                    <a:pt x="248835" y="1071742"/>
                  </a:lnTo>
                  <a:lnTo>
                    <a:pt x="248788" y="1071718"/>
                  </a:lnTo>
                  <a:lnTo>
                    <a:pt x="248748" y="1071694"/>
                  </a:lnTo>
                  <a:lnTo>
                    <a:pt x="248696" y="1071663"/>
                  </a:lnTo>
                  <a:lnTo>
                    <a:pt x="248658" y="1071646"/>
                  </a:lnTo>
                  <a:lnTo>
                    <a:pt x="248622" y="1071639"/>
                  </a:lnTo>
                  <a:lnTo>
                    <a:pt x="248604" y="1071638"/>
                  </a:lnTo>
                  <a:lnTo>
                    <a:pt x="248581" y="1071636"/>
                  </a:lnTo>
                  <a:lnTo>
                    <a:pt x="248562" y="1071636"/>
                  </a:lnTo>
                  <a:lnTo>
                    <a:pt x="248538" y="1071637"/>
                  </a:lnTo>
                  <a:lnTo>
                    <a:pt x="248510" y="1071649"/>
                  </a:lnTo>
                  <a:lnTo>
                    <a:pt x="248467" y="1071662"/>
                  </a:lnTo>
                  <a:lnTo>
                    <a:pt x="248387" y="1071684"/>
                  </a:lnTo>
                  <a:lnTo>
                    <a:pt x="248298" y="1071708"/>
                  </a:lnTo>
                  <a:lnTo>
                    <a:pt x="248254" y="1071714"/>
                  </a:lnTo>
                  <a:lnTo>
                    <a:pt x="248199" y="1071724"/>
                  </a:lnTo>
                  <a:lnTo>
                    <a:pt x="248144" y="1071724"/>
                  </a:lnTo>
                  <a:lnTo>
                    <a:pt x="248074" y="1071727"/>
                  </a:lnTo>
                  <a:lnTo>
                    <a:pt x="248013" y="1071726"/>
                  </a:lnTo>
                  <a:lnTo>
                    <a:pt x="247953" y="1071730"/>
                  </a:lnTo>
                  <a:lnTo>
                    <a:pt x="247924" y="1071731"/>
                  </a:lnTo>
                  <a:lnTo>
                    <a:pt x="247889" y="1071739"/>
                  </a:lnTo>
                  <a:lnTo>
                    <a:pt x="247852" y="1071749"/>
                  </a:lnTo>
                  <a:lnTo>
                    <a:pt x="247811" y="1071761"/>
                  </a:lnTo>
                  <a:lnTo>
                    <a:pt x="247782" y="1071775"/>
                  </a:lnTo>
                  <a:lnTo>
                    <a:pt x="247726" y="1071805"/>
                  </a:lnTo>
                  <a:lnTo>
                    <a:pt x="247678" y="1071818"/>
                  </a:lnTo>
                  <a:lnTo>
                    <a:pt x="247636" y="1071821"/>
                  </a:lnTo>
                  <a:lnTo>
                    <a:pt x="247587" y="1071831"/>
                  </a:lnTo>
                  <a:lnTo>
                    <a:pt x="247539" y="1071843"/>
                  </a:lnTo>
                  <a:lnTo>
                    <a:pt x="247481" y="1071863"/>
                  </a:lnTo>
                  <a:lnTo>
                    <a:pt x="247434" y="1071871"/>
                  </a:lnTo>
                  <a:lnTo>
                    <a:pt x="247374" y="1071874"/>
                  </a:lnTo>
                  <a:lnTo>
                    <a:pt x="247310" y="1071876"/>
                  </a:lnTo>
                  <a:lnTo>
                    <a:pt x="247267" y="1071868"/>
                  </a:lnTo>
                  <a:lnTo>
                    <a:pt x="247232" y="1071857"/>
                  </a:lnTo>
                  <a:lnTo>
                    <a:pt x="247198" y="1071848"/>
                  </a:lnTo>
                  <a:lnTo>
                    <a:pt x="247174" y="1071846"/>
                  </a:lnTo>
                  <a:lnTo>
                    <a:pt x="247145" y="1071850"/>
                  </a:lnTo>
                  <a:lnTo>
                    <a:pt x="247085" y="1071865"/>
                  </a:lnTo>
                  <a:lnTo>
                    <a:pt x="247044" y="1071870"/>
                  </a:lnTo>
                  <a:lnTo>
                    <a:pt x="247027" y="1071866"/>
                  </a:lnTo>
                  <a:lnTo>
                    <a:pt x="247011" y="1071850"/>
                  </a:lnTo>
                  <a:lnTo>
                    <a:pt x="247006" y="1071838"/>
                  </a:lnTo>
                  <a:lnTo>
                    <a:pt x="247004" y="1071814"/>
                  </a:lnTo>
                  <a:lnTo>
                    <a:pt x="247005" y="1071799"/>
                  </a:lnTo>
                  <a:lnTo>
                    <a:pt x="247000" y="1071788"/>
                  </a:lnTo>
                  <a:lnTo>
                    <a:pt x="246982" y="1071776"/>
                  </a:lnTo>
                  <a:lnTo>
                    <a:pt x="246931" y="1071750"/>
                  </a:lnTo>
                  <a:lnTo>
                    <a:pt x="246895" y="1071726"/>
                  </a:lnTo>
                  <a:lnTo>
                    <a:pt x="246867" y="1071703"/>
                  </a:lnTo>
                  <a:lnTo>
                    <a:pt x="246818" y="1071666"/>
                  </a:lnTo>
                  <a:lnTo>
                    <a:pt x="246767" y="1071615"/>
                  </a:lnTo>
                  <a:lnTo>
                    <a:pt x="246729" y="1071578"/>
                  </a:lnTo>
                  <a:lnTo>
                    <a:pt x="246693" y="1071548"/>
                  </a:lnTo>
                  <a:lnTo>
                    <a:pt x="246640" y="1071508"/>
                  </a:lnTo>
                  <a:lnTo>
                    <a:pt x="246516" y="1071418"/>
                  </a:lnTo>
                  <a:lnTo>
                    <a:pt x="246490" y="1071401"/>
                  </a:lnTo>
                  <a:lnTo>
                    <a:pt x="246442" y="1071378"/>
                  </a:lnTo>
                  <a:lnTo>
                    <a:pt x="246390" y="1071353"/>
                  </a:lnTo>
                  <a:lnTo>
                    <a:pt x="246342" y="1071331"/>
                  </a:lnTo>
                  <a:lnTo>
                    <a:pt x="246281" y="1071296"/>
                  </a:lnTo>
                  <a:lnTo>
                    <a:pt x="246256" y="1071275"/>
                  </a:lnTo>
                  <a:lnTo>
                    <a:pt x="246244" y="1071258"/>
                  </a:lnTo>
                  <a:lnTo>
                    <a:pt x="246240" y="1071246"/>
                  </a:lnTo>
                  <a:lnTo>
                    <a:pt x="246238" y="1071213"/>
                  </a:lnTo>
                  <a:lnTo>
                    <a:pt x="246228" y="1071188"/>
                  </a:lnTo>
                  <a:lnTo>
                    <a:pt x="246186" y="1071144"/>
                  </a:lnTo>
                  <a:lnTo>
                    <a:pt x="246140" y="1071095"/>
                  </a:lnTo>
                  <a:lnTo>
                    <a:pt x="246085" y="1071055"/>
                  </a:lnTo>
                  <a:lnTo>
                    <a:pt x="246031" y="1071011"/>
                  </a:lnTo>
                  <a:lnTo>
                    <a:pt x="246019" y="1070997"/>
                  </a:lnTo>
                  <a:lnTo>
                    <a:pt x="246015" y="1070979"/>
                  </a:lnTo>
                  <a:lnTo>
                    <a:pt x="246015" y="1070959"/>
                  </a:lnTo>
                  <a:lnTo>
                    <a:pt x="246020" y="1070928"/>
                  </a:lnTo>
                  <a:lnTo>
                    <a:pt x="246026" y="1070888"/>
                  </a:lnTo>
                  <a:lnTo>
                    <a:pt x="246036" y="1070812"/>
                  </a:lnTo>
                  <a:lnTo>
                    <a:pt x="246042" y="1070769"/>
                  </a:lnTo>
                  <a:lnTo>
                    <a:pt x="246047" y="1070730"/>
                  </a:lnTo>
                  <a:lnTo>
                    <a:pt x="246041" y="1070689"/>
                  </a:lnTo>
                  <a:lnTo>
                    <a:pt x="246026" y="1070650"/>
                  </a:lnTo>
                  <a:lnTo>
                    <a:pt x="246022" y="1070631"/>
                  </a:lnTo>
                  <a:lnTo>
                    <a:pt x="246013" y="1070612"/>
                  </a:lnTo>
                  <a:lnTo>
                    <a:pt x="245981" y="1070568"/>
                  </a:lnTo>
                  <a:lnTo>
                    <a:pt x="245931" y="1070515"/>
                  </a:lnTo>
                  <a:lnTo>
                    <a:pt x="245873" y="1070451"/>
                  </a:lnTo>
                  <a:lnTo>
                    <a:pt x="245839" y="1070404"/>
                  </a:lnTo>
                  <a:lnTo>
                    <a:pt x="245803" y="1070353"/>
                  </a:lnTo>
                  <a:lnTo>
                    <a:pt x="245773" y="1070313"/>
                  </a:lnTo>
                  <a:lnTo>
                    <a:pt x="245754" y="1070295"/>
                  </a:lnTo>
                  <a:lnTo>
                    <a:pt x="245739" y="1070286"/>
                  </a:lnTo>
                  <a:lnTo>
                    <a:pt x="245688" y="1070272"/>
                  </a:lnTo>
                  <a:lnTo>
                    <a:pt x="245597" y="1070254"/>
                  </a:lnTo>
                  <a:lnTo>
                    <a:pt x="245523" y="1070236"/>
                  </a:lnTo>
                  <a:lnTo>
                    <a:pt x="245452" y="1070213"/>
                  </a:lnTo>
                  <a:lnTo>
                    <a:pt x="245387" y="1070189"/>
                  </a:lnTo>
                  <a:lnTo>
                    <a:pt x="245364" y="1070175"/>
                  </a:lnTo>
                  <a:lnTo>
                    <a:pt x="245341" y="1070156"/>
                  </a:lnTo>
                  <a:lnTo>
                    <a:pt x="245326" y="1070134"/>
                  </a:lnTo>
                  <a:lnTo>
                    <a:pt x="245317" y="1070108"/>
                  </a:lnTo>
                  <a:lnTo>
                    <a:pt x="245317" y="1070094"/>
                  </a:lnTo>
                  <a:lnTo>
                    <a:pt x="245323" y="1070065"/>
                  </a:lnTo>
                  <a:lnTo>
                    <a:pt x="245356" y="1069943"/>
                  </a:lnTo>
                  <a:lnTo>
                    <a:pt x="245365" y="1069893"/>
                  </a:lnTo>
                  <a:lnTo>
                    <a:pt x="245361" y="1069855"/>
                  </a:lnTo>
                  <a:lnTo>
                    <a:pt x="245351" y="1069822"/>
                  </a:lnTo>
                  <a:lnTo>
                    <a:pt x="245327" y="1069768"/>
                  </a:lnTo>
                  <a:lnTo>
                    <a:pt x="245293" y="1069716"/>
                  </a:lnTo>
                  <a:lnTo>
                    <a:pt x="245239" y="1069628"/>
                  </a:lnTo>
                  <a:lnTo>
                    <a:pt x="245207" y="1069568"/>
                  </a:lnTo>
                  <a:lnTo>
                    <a:pt x="245159" y="1069486"/>
                  </a:lnTo>
                  <a:lnTo>
                    <a:pt x="245153" y="1069475"/>
                  </a:lnTo>
                  <a:lnTo>
                    <a:pt x="245153" y="1069464"/>
                  </a:lnTo>
                  <a:lnTo>
                    <a:pt x="245157" y="1069450"/>
                  </a:lnTo>
                  <a:lnTo>
                    <a:pt x="245160" y="1069442"/>
                  </a:lnTo>
                  <a:lnTo>
                    <a:pt x="245165" y="1069438"/>
                  </a:lnTo>
                  <a:lnTo>
                    <a:pt x="245195" y="1069430"/>
                  </a:lnTo>
                  <a:lnTo>
                    <a:pt x="245216" y="1069425"/>
                  </a:lnTo>
                  <a:lnTo>
                    <a:pt x="245249" y="1069413"/>
                  </a:lnTo>
                  <a:lnTo>
                    <a:pt x="245311" y="1069384"/>
                  </a:lnTo>
                  <a:lnTo>
                    <a:pt x="245373" y="1069363"/>
                  </a:lnTo>
                  <a:lnTo>
                    <a:pt x="245398" y="1069352"/>
                  </a:lnTo>
                  <a:lnTo>
                    <a:pt x="245412" y="1069343"/>
                  </a:lnTo>
                  <a:lnTo>
                    <a:pt x="245418" y="1069334"/>
                  </a:lnTo>
                  <a:lnTo>
                    <a:pt x="245423" y="1069311"/>
                  </a:lnTo>
                  <a:lnTo>
                    <a:pt x="245441" y="1069256"/>
                  </a:lnTo>
                  <a:lnTo>
                    <a:pt x="245462" y="1069234"/>
                  </a:lnTo>
                  <a:lnTo>
                    <a:pt x="245485" y="1069211"/>
                  </a:lnTo>
                  <a:lnTo>
                    <a:pt x="245497" y="1069204"/>
                  </a:lnTo>
                  <a:lnTo>
                    <a:pt x="245506" y="1069205"/>
                  </a:lnTo>
                  <a:lnTo>
                    <a:pt x="245518" y="1069211"/>
                  </a:lnTo>
                  <a:lnTo>
                    <a:pt x="245550" y="1069239"/>
                  </a:lnTo>
                  <a:lnTo>
                    <a:pt x="245587" y="1069304"/>
                  </a:lnTo>
                  <a:lnTo>
                    <a:pt x="245632" y="1069348"/>
                  </a:lnTo>
                  <a:lnTo>
                    <a:pt x="245644" y="1069357"/>
                  </a:lnTo>
                  <a:lnTo>
                    <a:pt x="245649" y="1069362"/>
                  </a:lnTo>
                  <a:lnTo>
                    <a:pt x="245668" y="1069376"/>
                  </a:lnTo>
                  <a:lnTo>
                    <a:pt x="245684" y="1069385"/>
                  </a:lnTo>
                  <a:lnTo>
                    <a:pt x="245699" y="1069392"/>
                  </a:lnTo>
                  <a:lnTo>
                    <a:pt x="245720" y="1069394"/>
                  </a:lnTo>
                  <a:lnTo>
                    <a:pt x="245748" y="1069391"/>
                  </a:lnTo>
                  <a:lnTo>
                    <a:pt x="245782" y="1069381"/>
                  </a:lnTo>
                  <a:lnTo>
                    <a:pt x="245798" y="1069374"/>
                  </a:lnTo>
                  <a:lnTo>
                    <a:pt x="245846" y="1069355"/>
                  </a:lnTo>
                  <a:lnTo>
                    <a:pt x="245870" y="1069342"/>
                  </a:lnTo>
                  <a:lnTo>
                    <a:pt x="245911" y="1069319"/>
                  </a:lnTo>
                  <a:lnTo>
                    <a:pt x="245958" y="1069296"/>
                  </a:lnTo>
                  <a:lnTo>
                    <a:pt x="245990" y="1069283"/>
                  </a:lnTo>
                  <a:lnTo>
                    <a:pt x="246030" y="1069266"/>
                  </a:lnTo>
                  <a:lnTo>
                    <a:pt x="246069" y="1069242"/>
                  </a:lnTo>
                  <a:lnTo>
                    <a:pt x="246101" y="1069220"/>
                  </a:lnTo>
                  <a:lnTo>
                    <a:pt x="246130" y="1069194"/>
                  </a:lnTo>
                  <a:lnTo>
                    <a:pt x="246144" y="1069180"/>
                  </a:lnTo>
                  <a:lnTo>
                    <a:pt x="246155" y="1069178"/>
                  </a:lnTo>
                  <a:lnTo>
                    <a:pt x="246173" y="1069177"/>
                  </a:lnTo>
                  <a:lnTo>
                    <a:pt x="246207" y="1069184"/>
                  </a:lnTo>
                  <a:lnTo>
                    <a:pt x="246265" y="1069195"/>
                  </a:lnTo>
                  <a:lnTo>
                    <a:pt x="246315" y="1069201"/>
                  </a:lnTo>
                  <a:lnTo>
                    <a:pt x="246386" y="1069199"/>
                  </a:lnTo>
                  <a:lnTo>
                    <a:pt x="246490" y="1069196"/>
                  </a:lnTo>
                  <a:lnTo>
                    <a:pt x="246573" y="1069191"/>
                  </a:lnTo>
                  <a:lnTo>
                    <a:pt x="246614" y="1069184"/>
                  </a:lnTo>
                  <a:lnTo>
                    <a:pt x="246649" y="1069167"/>
                  </a:lnTo>
                  <a:lnTo>
                    <a:pt x="246672" y="1069148"/>
                  </a:lnTo>
                  <a:lnTo>
                    <a:pt x="246691" y="1069124"/>
                  </a:lnTo>
                  <a:lnTo>
                    <a:pt x="246715" y="1069069"/>
                  </a:lnTo>
                  <a:lnTo>
                    <a:pt x="246733" y="1069043"/>
                  </a:lnTo>
                  <a:lnTo>
                    <a:pt x="246756" y="1069016"/>
                  </a:lnTo>
                  <a:lnTo>
                    <a:pt x="246779" y="1069001"/>
                  </a:lnTo>
                  <a:lnTo>
                    <a:pt x="246809" y="1068984"/>
                  </a:lnTo>
                  <a:lnTo>
                    <a:pt x="246862" y="1068957"/>
                  </a:lnTo>
                  <a:lnTo>
                    <a:pt x="246896" y="1068937"/>
                  </a:lnTo>
                  <a:lnTo>
                    <a:pt x="246924" y="1068914"/>
                  </a:lnTo>
                  <a:lnTo>
                    <a:pt x="246959" y="1068883"/>
                  </a:lnTo>
                  <a:lnTo>
                    <a:pt x="246992" y="1068843"/>
                  </a:lnTo>
                  <a:lnTo>
                    <a:pt x="247026" y="1068812"/>
                  </a:lnTo>
                  <a:lnTo>
                    <a:pt x="247065" y="1068794"/>
                  </a:lnTo>
                  <a:lnTo>
                    <a:pt x="247093" y="1068781"/>
                  </a:lnTo>
                  <a:lnTo>
                    <a:pt x="247123" y="1068776"/>
                  </a:lnTo>
                  <a:lnTo>
                    <a:pt x="247145" y="1068766"/>
                  </a:lnTo>
                  <a:lnTo>
                    <a:pt x="247169" y="1068749"/>
                  </a:lnTo>
                  <a:lnTo>
                    <a:pt x="247198" y="1068720"/>
                  </a:lnTo>
                  <a:lnTo>
                    <a:pt x="247238" y="1068696"/>
                  </a:lnTo>
                  <a:lnTo>
                    <a:pt x="247253" y="1068687"/>
                  </a:lnTo>
                  <a:lnTo>
                    <a:pt x="247281" y="1068681"/>
                  </a:lnTo>
                  <a:lnTo>
                    <a:pt x="247309" y="1068671"/>
                  </a:lnTo>
                  <a:lnTo>
                    <a:pt x="247333" y="1068665"/>
                  </a:lnTo>
                  <a:lnTo>
                    <a:pt x="247356" y="1068663"/>
                  </a:lnTo>
                  <a:lnTo>
                    <a:pt x="247422" y="1068660"/>
                  </a:lnTo>
                  <a:lnTo>
                    <a:pt x="247494" y="1068654"/>
                  </a:lnTo>
                  <a:lnTo>
                    <a:pt x="247610" y="1068651"/>
                  </a:lnTo>
                  <a:lnTo>
                    <a:pt x="247686" y="1068647"/>
                  </a:lnTo>
                  <a:lnTo>
                    <a:pt x="247778" y="1068643"/>
                  </a:lnTo>
                  <a:lnTo>
                    <a:pt x="247829" y="1068636"/>
                  </a:lnTo>
                  <a:lnTo>
                    <a:pt x="247842" y="1068631"/>
                  </a:lnTo>
                  <a:lnTo>
                    <a:pt x="247868" y="1068609"/>
                  </a:lnTo>
                  <a:lnTo>
                    <a:pt x="247939" y="1068547"/>
                  </a:lnTo>
                  <a:lnTo>
                    <a:pt x="248037" y="1068463"/>
                  </a:lnTo>
                  <a:lnTo>
                    <a:pt x="248136" y="1068385"/>
                  </a:lnTo>
                  <a:lnTo>
                    <a:pt x="248221" y="1068307"/>
                  </a:lnTo>
                  <a:lnTo>
                    <a:pt x="248338" y="1068207"/>
                  </a:lnTo>
                  <a:lnTo>
                    <a:pt x="248478" y="1068095"/>
                  </a:lnTo>
                  <a:lnTo>
                    <a:pt x="248538" y="1068047"/>
                  </a:lnTo>
                  <a:lnTo>
                    <a:pt x="248562" y="1068029"/>
                  </a:lnTo>
                  <a:lnTo>
                    <a:pt x="248574" y="1068020"/>
                  </a:lnTo>
                  <a:lnTo>
                    <a:pt x="248604" y="1067996"/>
                  </a:lnTo>
                  <a:lnTo>
                    <a:pt x="248660" y="1067952"/>
                  </a:lnTo>
                  <a:lnTo>
                    <a:pt x="248749" y="1067882"/>
                  </a:lnTo>
                  <a:lnTo>
                    <a:pt x="248853" y="1067795"/>
                  </a:lnTo>
                  <a:lnTo>
                    <a:pt x="248943" y="1067724"/>
                  </a:lnTo>
                  <a:lnTo>
                    <a:pt x="249041" y="1067651"/>
                  </a:lnTo>
                  <a:lnTo>
                    <a:pt x="249130" y="1067580"/>
                  </a:lnTo>
                  <a:lnTo>
                    <a:pt x="249254" y="1067479"/>
                  </a:lnTo>
                  <a:lnTo>
                    <a:pt x="249355" y="1067400"/>
                  </a:lnTo>
                  <a:lnTo>
                    <a:pt x="249456" y="1067321"/>
                  </a:lnTo>
                  <a:lnTo>
                    <a:pt x="249565" y="1067237"/>
                  </a:lnTo>
                  <a:lnTo>
                    <a:pt x="249623" y="1067189"/>
                  </a:lnTo>
                  <a:lnTo>
                    <a:pt x="249751" y="1067091"/>
                  </a:lnTo>
                  <a:lnTo>
                    <a:pt x="249846" y="1067014"/>
                  </a:lnTo>
                  <a:lnTo>
                    <a:pt x="249939" y="1066941"/>
                  </a:lnTo>
                  <a:lnTo>
                    <a:pt x="250033" y="1066867"/>
                  </a:lnTo>
                  <a:lnTo>
                    <a:pt x="250110" y="1066806"/>
                  </a:lnTo>
                  <a:lnTo>
                    <a:pt x="250307" y="1066653"/>
                  </a:lnTo>
                  <a:lnTo>
                    <a:pt x="250372" y="1066603"/>
                  </a:lnTo>
                  <a:lnTo>
                    <a:pt x="250555" y="1066457"/>
                  </a:lnTo>
                  <a:lnTo>
                    <a:pt x="250625" y="1066403"/>
                  </a:lnTo>
                  <a:lnTo>
                    <a:pt x="250686" y="1066353"/>
                  </a:lnTo>
                  <a:lnTo>
                    <a:pt x="250689" y="1066347"/>
                  </a:lnTo>
                  <a:lnTo>
                    <a:pt x="250688" y="1066336"/>
                  </a:lnTo>
                  <a:lnTo>
                    <a:pt x="250683" y="1066327"/>
                  </a:lnTo>
                  <a:lnTo>
                    <a:pt x="250645" y="1066311"/>
                  </a:lnTo>
                  <a:lnTo>
                    <a:pt x="250572" y="1066293"/>
                  </a:lnTo>
                  <a:lnTo>
                    <a:pt x="250485" y="1066258"/>
                  </a:lnTo>
                  <a:lnTo>
                    <a:pt x="250389" y="1066227"/>
                  </a:lnTo>
                  <a:lnTo>
                    <a:pt x="250360" y="1066220"/>
                  </a:lnTo>
                  <a:lnTo>
                    <a:pt x="250350" y="1066213"/>
                  </a:lnTo>
                  <a:lnTo>
                    <a:pt x="250319" y="1066188"/>
                  </a:lnTo>
                  <a:lnTo>
                    <a:pt x="250285" y="1066166"/>
                  </a:lnTo>
                  <a:lnTo>
                    <a:pt x="250261" y="1066153"/>
                  </a:lnTo>
                  <a:lnTo>
                    <a:pt x="250240" y="1066146"/>
                  </a:lnTo>
                  <a:lnTo>
                    <a:pt x="250209" y="1066141"/>
                  </a:lnTo>
                  <a:lnTo>
                    <a:pt x="250174" y="1066132"/>
                  </a:lnTo>
                  <a:lnTo>
                    <a:pt x="250148" y="1066123"/>
                  </a:lnTo>
                  <a:lnTo>
                    <a:pt x="250133" y="1066114"/>
                  </a:lnTo>
                  <a:lnTo>
                    <a:pt x="250126" y="1066102"/>
                  </a:lnTo>
                  <a:lnTo>
                    <a:pt x="250115" y="1066068"/>
                  </a:lnTo>
                  <a:lnTo>
                    <a:pt x="250102" y="1066021"/>
                  </a:lnTo>
                  <a:lnTo>
                    <a:pt x="250072" y="1065947"/>
                  </a:lnTo>
                  <a:lnTo>
                    <a:pt x="250038" y="1065881"/>
                  </a:lnTo>
                  <a:lnTo>
                    <a:pt x="250027" y="1065848"/>
                  </a:lnTo>
                  <a:lnTo>
                    <a:pt x="250011" y="1065831"/>
                  </a:lnTo>
                  <a:lnTo>
                    <a:pt x="249997" y="1065818"/>
                  </a:lnTo>
                  <a:lnTo>
                    <a:pt x="249971" y="1065784"/>
                  </a:lnTo>
                  <a:lnTo>
                    <a:pt x="249965" y="1065767"/>
                  </a:lnTo>
                  <a:lnTo>
                    <a:pt x="249960" y="1065754"/>
                  </a:lnTo>
                  <a:lnTo>
                    <a:pt x="249935" y="1065727"/>
                  </a:lnTo>
                  <a:lnTo>
                    <a:pt x="249921" y="1065717"/>
                  </a:lnTo>
                  <a:lnTo>
                    <a:pt x="249904" y="1065706"/>
                  </a:lnTo>
                  <a:lnTo>
                    <a:pt x="249876" y="1065697"/>
                  </a:lnTo>
                  <a:lnTo>
                    <a:pt x="249830" y="1065686"/>
                  </a:lnTo>
                  <a:lnTo>
                    <a:pt x="249784" y="1065674"/>
                  </a:lnTo>
                  <a:lnTo>
                    <a:pt x="249762" y="1065669"/>
                  </a:lnTo>
                  <a:lnTo>
                    <a:pt x="249742" y="1065667"/>
                  </a:lnTo>
                  <a:lnTo>
                    <a:pt x="249738" y="1065661"/>
                  </a:lnTo>
                  <a:lnTo>
                    <a:pt x="249737" y="1065655"/>
                  </a:lnTo>
                  <a:lnTo>
                    <a:pt x="249738" y="1065646"/>
                  </a:lnTo>
                  <a:lnTo>
                    <a:pt x="249744" y="1065629"/>
                  </a:lnTo>
                  <a:lnTo>
                    <a:pt x="249762" y="1065593"/>
                  </a:lnTo>
                  <a:lnTo>
                    <a:pt x="249782" y="1065546"/>
                  </a:lnTo>
                  <a:lnTo>
                    <a:pt x="249793" y="1065493"/>
                  </a:lnTo>
                  <a:lnTo>
                    <a:pt x="249801" y="1065464"/>
                  </a:lnTo>
                  <a:lnTo>
                    <a:pt x="249802" y="1065423"/>
                  </a:lnTo>
                  <a:lnTo>
                    <a:pt x="249803" y="1065387"/>
                  </a:lnTo>
                  <a:lnTo>
                    <a:pt x="249807" y="1065358"/>
                  </a:lnTo>
                  <a:lnTo>
                    <a:pt x="249820" y="1065319"/>
                  </a:lnTo>
                  <a:lnTo>
                    <a:pt x="249822" y="1065287"/>
                  </a:lnTo>
                  <a:lnTo>
                    <a:pt x="249815" y="1065249"/>
                  </a:lnTo>
                  <a:lnTo>
                    <a:pt x="249787" y="1065204"/>
                  </a:lnTo>
                  <a:lnTo>
                    <a:pt x="249772" y="1065174"/>
                  </a:lnTo>
                  <a:lnTo>
                    <a:pt x="249754" y="1065155"/>
                  </a:lnTo>
                  <a:lnTo>
                    <a:pt x="249740" y="1065147"/>
                  </a:lnTo>
                  <a:lnTo>
                    <a:pt x="249688" y="1065130"/>
                  </a:lnTo>
                  <a:lnTo>
                    <a:pt x="249614" y="1065099"/>
                  </a:lnTo>
                  <a:lnTo>
                    <a:pt x="249573" y="1065079"/>
                  </a:lnTo>
                  <a:lnTo>
                    <a:pt x="249560" y="1065068"/>
                  </a:lnTo>
                  <a:lnTo>
                    <a:pt x="249550" y="1065052"/>
                  </a:lnTo>
                  <a:lnTo>
                    <a:pt x="249548" y="1065042"/>
                  </a:lnTo>
                  <a:lnTo>
                    <a:pt x="249545" y="1065024"/>
                  </a:lnTo>
                  <a:lnTo>
                    <a:pt x="249532" y="1065009"/>
                  </a:lnTo>
                  <a:lnTo>
                    <a:pt x="249518" y="1064995"/>
                  </a:lnTo>
                  <a:lnTo>
                    <a:pt x="249494" y="1064967"/>
                  </a:lnTo>
                  <a:lnTo>
                    <a:pt x="249463" y="1064933"/>
                  </a:lnTo>
                  <a:lnTo>
                    <a:pt x="249435" y="1064914"/>
                  </a:lnTo>
                  <a:lnTo>
                    <a:pt x="249404" y="1064901"/>
                  </a:lnTo>
                  <a:lnTo>
                    <a:pt x="249369" y="1064898"/>
                  </a:lnTo>
                  <a:lnTo>
                    <a:pt x="249371" y="1064888"/>
                  </a:lnTo>
                  <a:lnTo>
                    <a:pt x="249389" y="1064875"/>
                  </a:lnTo>
                  <a:lnTo>
                    <a:pt x="249394" y="1064867"/>
                  </a:lnTo>
                  <a:lnTo>
                    <a:pt x="249396" y="1064851"/>
                  </a:lnTo>
                  <a:lnTo>
                    <a:pt x="249394" y="1064819"/>
                  </a:lnTo>
                  <a:lnTo>
                    <a:pt x="249376" y="1064787"/>
                  </a:lnTo>
                  <a:lnTo>
                    <a:pt x="249355" y="1064731"/>
                  </a:lnTo>
                  <a:lnTo>
                    <a:pt x="249353" y="1064704"/>
                  </a:lnTo>
                  <a:lnTo>
                    <a:pt x="249343" y="1064678"/>
                  </a:lnTo>
                  <a:lnTo>
                    <a:pt x="249318" y="1064632"/>
                  </a:lnTo>
                  <a:lnTo>
                    <a:pt x="249296" y="1064598"/>
                  </a:lnTo>
                  <a:lnTo>
                    <a:pt x="249250" y="1064565"/>
                  </a:lnTo>
                  <a:lnTo>
                    <a:pt x="249207" y="1064538"/>
                  </a:lnTo>
                  <a:lnTo>
                    <a:pt x="249198" y="1064532"/>
                  </a:lnTo>
                  <a:lnTo>
                    <a:pt x="249190" y="1064528"/>
                  </a:lnTo>
                  <a:lnTo>
                    <a:pt x="249172" y="1064510"/>
                  </a:lnTo>
                  <a:lnTo>
                    <a:pt x="249169" y="1064504"/>
                  </a:lnTo>
                  <a:lnTo>
                    <a:pt x="249168" y="1064498"/>
                  </a:lnTo>
                  <a:lnTo>
                    <a:pt x="249168" y="1064488"/>
                  </a:lnTo>
                  <a:lnTo>
                    <a:pt x="249171" y="1064479"/>
                  </a:lnTo>
                  <a:lnTo>
                    <a:pt x="249177" y="1064454"/>
                  </a:lnTo>
                  <a:lnTo>
                    <a:pt x="249189" y="1064422"/>
                  </a:lnTo>
                  <a:lnTo>
                    <a:pt x="249193" y="1064405"/>
                  </a:lnTo>
                  <a:lnTo>
                    <a:pt x="249194" y="1064387"/>
                  </a:lnTo>
                  <a:lnTo>
                    <a:pt x="249189" y="1064376"/>
                  </a:lnTo>
                  <a:lnTo>
                    <a:pt x="249179" y="1064348"/>
                  </a:lnTo>
                  <a:lnTo>
                    <a:pt x="249162" y="1064282"/>
                  </a:lnTo>
                  <a:lnTo>
                    <a:pt x="249160" y="1064239"/>
                  </a:lnTo>
                  <a:lnTo>
                    <a:pt x="249153" y="1064146"/>
                  </a:lnTo>
                  <a:lnTo>
                    <a:pt x="249148" y="1064045"/>
                  </a:lnTo>
                  <a:lnTo>
                    <a:pt x="249152" y="1064024"/>
                  </a:lnTo>
                  <a:lnTo>
                    <a:pt x="249161" y="1063997"/>
                  </a:lnTo>
                  <a:lnTo>
                    <a:pt x="249178" y="1063953"/>
                  </a:lnTo>
                  <a:lnTo>
                    <a:pt x="249213" y="1063867"/>
                  </a:lnTo>
                  <a:lnTo>
                    <a:pt x="249234" y="1063793"/>
                  </a:lnTo>
                  <a:lnTo>
                    <a:pt x="249244" y="1063747"/>
                  </a:lnTo>
                  <a:lnTo>
                    <a:pt x="249241" y="1063713"/>
                  </a:lnTo>
                  <a:lnTo>
                    <a:pt x="249232" y="1063694"/>
                  </a:lnTo>
                  <a:lnTo>
                    <a:pt x="249213" y="1063665"/>
                  </a:lnTo>
                  <a:lnTo>
                    <a:pt x="249175" y="1063614"/>
                  </a:lnTo>
                  <a:lnTo>
                    <a:pt x="249162" y="1063580"/>
                  </a:lnTo>
                  <a:lnTo>
                    <a:pt x="249157" y="1063559"/>
                  </a:lnTo>
                  <a:lnTo>
                    <a:pt x="249146" y="1063532"/>
                  </a:lnTo>
                  <a:lnTo>
                    <a:pt x="249127" y="1063505"/>
                  </a:lnTo>
                  <a:lnTo>
                    <a:pt x="249083" y="1063478"/>
                  </a:lnTo>
                  <a:lnTo>
                    <a:pt x="249039" y="1063443"/>
                  </a:lnTo>
                  <a:lnTo>
                    <a:pt x="249012" y="1063413"/>
                  </a:lnTo>
                  <a:lnTo>
                    <a:pt x="248997" y="1063398"/>
                  </a:lnTo>
                  <a:lnTo>
                    <a:pt x="248965" y="1063383"/>
                  </a:lnTo>
                  <a:lnTo>
                    <a:pt x="248927" y="1063376"/>
                  </a:lnTo>
                  <a:lnTo>
                    <a:pt x="248884" y="1063367"/>
                  </a:lnTo>
                  <a:lnTo>
                    <a:pt x="248859" y="1063350"/>
                  </a:lnTo>
                  <a:lnTo>
                    <a:pt x="248839" y="1063333"/>
                  </a:lnTo>
                  <a:lnTo>
                    <a:pt x="248820" y="1063303"/>
                  </a:lnTo>
                  <a:lnTo>
                    <a:pt x="248798" y="1063271"/>
                  </a:lnTo>
                  <a:lnTo>
                    <a:pt x="248786" y="1063237"/>
                  </a:lnTo>
                  <a:lnTo>
                    <a:pt x="248774" y="1063213"/>
                  </a:lnTo>
                  <a:lnTo>
                    <a:pt x="248766" y="1063203"/>
                  </a:lnTo>
                  <a:lnTo>
                    <a:pt x="248755" y="1063184"/>
                  </a:lnTo>
                  <a:lnTo>
                    <a:pt x="248752" y="1063173"/>
                  </a:lnTo>
                  <a:lnTo>
                    <a:pt x="248751" y="1063164"/>
                  </a:lnTo>
                  <a:lnTo>
                    <a:pt x="248760" y="1063143"/>
                  </a:lnTo>
                  <a:lnTo>
                    <a:pt x="248775" y="1063097"/>
                  </a:lnTo>
                  <a:lnTo>
                    <a:pt x="248796" y="1063041"/>
                  </a:lnTo>
                  <a:lnTo>
                    <a:pt x="248828" y="1062953"/>
                  </a:lnTo>
                  <a:lnTo>
                    <a:pt x="248841" y="1062909"/>
                  </a:lnTo>
                  <a:lnTo>
                    <a:pt x="248864" y="1062832"/>
                  </a:lnTo>
                  <a:lnTo>
                    <a:pt x="248867" y="1062796"/>
                  </a:lnTo>
                  <a:lnTo>
                    <a:pt x="248871" y="1062754"/>
                  </a:lnTo>
                  <a:lnTo>
                    <a:pt x="248878" y="1062721"/>
                  </a:lnTo>
                  <a:lnTo>
                    <a:pt x="248893" y="1062674"/>
                  </a:lnTo>
                  <a:lnTo>
                    <a:pt x="248904" y="1062636"/>
                  </a:lnTo>
                  <a:lnTo>
                    <a:pt x="248904" y="1062615"/>
                  </a:lnTo>
                  <a:lnTo>
                    <a:pt x="248899" y="1062577"/>
                  </a:lnTo>
                  <a:lnTo>
                    <a:pt x="248896" y="1062571"/>
                  </a:lnTo>
                  <a:lnTo>
                    <a:pt x="248889" y="1062542"/>
                  </a:lnTo>
                  <a:lnTo>
                    <a:pt x="248880" y="1062505"/>
                  </a:lnTo>
                  <a:lnTo>
                    <a:pt x="248879" y="1062496"/>
                  </a:lnTo>
                  <a:lnTo>
                    <a:pt x="248882" y="1062484"/>
                  </a:lnTo>
                  <a:lnTo>
                    <a:pt x="248886" y="1062475"/>
                  </a:lnTo>
                  <a:lnTo>
                    <a:pt x="248896" y="1062447"/>
                  </a:lnTo>
                  <a:lnTo>
                    <a:pt x="248936" y="1062362"/>
                  </a:lnTo>
                  <a:lnTo>
                    <a:pt x="248951" y="1062327"/>
                  </a:lnTo>
                  <a:lnTo>
                    <a:pt x="248962" y="1062312"/>
                  </a:lnTo>
                  <a:lnTo>
                    <a:pt x="248967" y="1062295"/>
                  </a:lnTo>
                  <a:lnTo>
                    <a:pt x="248968" y="1062275"/>
                  </a:lnTo>
                  <a:lnTo>
                    <a:pt x="248970" y="1062235"/>
                  </a:lnTo>
                  <a:lnTo>
                    <a:pt x="248985" y="1062143"/>
                  </a:lnTo>
                  <a:lnTo>
                    <a:pt x="249003" y="1062065"/>
                  </a:lnTo>
                  <a:lnTo>
                    <a:pt x="249011" y="1062036"/>
                  </a:lnTo>
                  <a:lnTo>
                    <a:pt x="249020" y="1061998"/>
                  </a:lnTo>
                  <a:lnTo>
                    <a:pt x="249026" y="1061976"/>
                  </a:lnTo>
                  <a:lnTo>
                    <a:pt x="249026" y="1061960"/>
                  </a:lnTo>
                  <a:lnTo>
                    <a:pt x="249026" y="1061935"/>
                  </a:lnTo>
                  <a:lnTo>
                    <a:pt x="249042" y="1061871"/>
                  </a:lnTo>
                  <a:lnTo>
                    <a:pt x="249066" y="1061810"/>
                  </a:lnTo>
                  <a:lnTo>
                    <a:pt x="249085" y="1061727"/>
                  </a:lnTo>
                  <a:lnTo>
                    <a:pt x="249096" y="1061670"/>
                  </a:lnTo>
                  <a:lnTo>
                    <a:pt x="249092" y="1061601"/>
                  </a:lnTo>
                  <a:lnTo>
                    <a:pt x="249086" y="1061521"/>
                  </a:lnTo>
                  <a:lnTo>
                    <a:pt x="249082" y="1061503"/>
                  </a:lnTo>
                  <a:lnTo>
                    <a:pt x="249079" y="1061492"/>
                  </a:lnTo>
                  <a:lnTo>
                    <a:pt x="249082" y="1061484"/>
                  </a:lnTo>
                  <a:lnTo>
                    <a:pt x="249092" y="1061462"/>
                  </a:lnTo>
                  <a:lnTo>
                    <a:pt x="249104" y="1061432"/>
                  </a:lnTo>
                  <a:lnTo>
                    <a:pt x="249105" y="1061405"/>
                  </a:lnTo>
                  <a:lnTo>
                    <a:pt x="249107" y="1061370"/>
                  </a:lnTo>
                  <a:lnTo>
                    <a:pt x="249098" y="1061324"/>
                  </a:lnTo>
                  <a:lnTo>
                    <a:pt x="249096" y="1061263"/>
                  </a:lnTo>
                  <a:lnTo>
                    <a:pt x="249095" y="1061188"/>
                  </a:lnTo>
                  <a:lnTo>
                    <a:pt x="249091" y="1061111"/>
                  </a:lnTo>
                  <a:lnTo>
                    <a:pt x="249093" y="1061087"/>
                  </a:lnTo>
                  <a:lnTo>
                    <a:pt x="249097" y="1061070"/>
                  </a:lnTo>
                  <a:lnTo>
                    <a:pt x="249117" y="1061027"/>
                  </a:lnTo>
                  <a:lnTo>
                    <a:pt x="249134" y="1060986"/>
                  </a:lnTo>
                  <a:lnTo>
                    <a:pt x="249140" y="1060954"/>
                  </a:lnTo>
                  <a:lnTo>
                    <a:pt x="249146" y="1060911"/>
                  </a:lnTo>
                  <a:lnTo>
                    <a:pt x="249167" y="1060819"/>
                  </a:lnTo>
                  <a:lnTo>
                    <a:pt x="249175" y="1060783"/>
                  </a:lnTo>
                  <a:lnTo>
                    <a:pt x="249193" y="1060740"/>
                  </a:lnTo>
                  <a:lnTo>
                    <a:pt x="249206" y="1060713"/>
                  </a:lnTo>
                  <a:lnTo>
                    <a:pt x="249241" y="1060635"/>
                  </a:lnTo>
                  <a:lnTo>
                    <a:pt x="249253" y="1060598"/>
                  </a:lnTo>
                  <a:lnTo>
                    <a:pt x="249258" y="1060550"/>
                  </a:lnTo>
                  <a:lnTo>
                    <a:pt x="249260" y="1060526"/>
                  </a:lnTo>
                  <a:lnTo>
                    <a:pt x="249261" y="1060517"/>
                  </a:lnTo>
                  <a:lnTo>
                    <a:pt x="249268" y="1060505"/>
                  </a:lnTo>
                  <a:lnTo>
                    <a:pt x="249281" y="1060466"/>
                  </a:lnTo>
                  <a:lnTo>
                    <a:pt x="249292" y="1060426"/>
                  </a:lnTo>
                  <a:lnTo>
                    <a:pt x="249289" y="1060395"/>
                  </a:lnTo>
                  <a:lnTo>
                    <a:pt x="249287" y="1060377"/>
                  </a:lnTo>
                  <a:lnTo>
                    <a:pt x="249269" y="1060330"/>
                  </a:lnTo>
                  <a:lnTo>
                    <a:pt x="249248" y="1060289"/>
                  </a:lnTo>
                  <a:lnTo>
                    <a:pt x="249239" y="1060265"/>
                  </a:lnTo>
                  <a:lnTo>
                    <a:pt x="249234" y="1060220"/>
                  </a:lnTo>
                  <a:lnTo>
                    <a:pt x="249230" y="1060192"/>
                  </a:lnTo>
                  <a:lnTo>
                    <a:pt x="249234" y="1060155"/>
                  </a:lnTo>
                  <a:lnTo>
                    <a:pt x="249235" y="1060135"/>
                  </a:lnTo>
                  <a:lnTo>
                    <a:pt x="249236" y="1060120"/>
                  </a:lnTo>
                  <a:lnTo>
                    <a:pt x="249239" y="1060067"/>
                  </a:lnTo>
                  <a:lnTo>
                    <a:pt x="249248" y="1060038"/>
                  </a:lnTo>
                  <a:lnTo>
                    <a:pt x="249249" y="1060024"/>
                  </a:lnTo>
                  <a:lnTo>
                    <a:pt x="249233" y="1060007"/>
                  </a:lnTo>
                  <a:lnTo>
                    <a:pt x="249168" y="1059955"/>
                  </a:lnTo>
                  <a:lnTo>
                    <a:pt x="249146" y="1059929"/>
                  </a:lnTo>
                  <a:lnTo>
                    <a:pt x="249130" y="1059917"/>
                  </a:lnTo>
                  <a:lnTo>
                    <a:pt x="249097" y="1059903"/>
                  </a:lnTo>
                  <a:lnTo>
                    <a:pt x="249084" y="1059894"/>
                  </a:lnTo>
                  <a:lnTo>
                    <a:pt x="249075" y="1059882"/>
                  </a:lnTo>
                  <a:lnTo>
                    <a:pt x="249067" y="1059864"/>
                  </a:lnTo>
                  <a:lnTo>
                    <a:pt x="249059" y="1059842"/>
                  </a:lnTo>
                  <a:lnTo>
                    <a:pt x="249054" y="1059814"/>
                  </a:lnTo>
                  <a:lnTo>
                    <a:pt x="249050" y="1059774"/>
                  </a:lnTo>
                  <a:lnTo>
                    <a:pt x="249043" y="1059717"/>
                  </a:lnTo>
                  <a:lnTo>
                    <a:pt x="249033" y="1059622"/>
                  </a:lnTo>
                  <a:lnTo>
                    <a:pt x="249019" y="1059515"/>
                  </a:lnTo>
                  <a:lnTo>
                    <a:pt x="249020" y="1059475"/>
                  </a:lnTo>
                  <a:lnTo>
                    <a:pt x="249010" y="1059445"/>
                  </a:lnTo>
                  <a:lnTo>
                    <a:pt x="249009" y="1059437"/>
                  </a:lnTo>
                  <a:lnTo>
                    <a:pt x="249012" y="1059429"/>
                  </a:lnTo>
                  <a:lnTo>
                    <a:pt x="249016" y="1059421"/>
                  </a:lnTo>
                  <a:lnTo>
                    <a:pt x="249029" y="1059404"/>
                  </a:lnTo>
                  <a:lnTo>
                    <a:pt x="249044" y="1059391"/>
                  </a:lnTo>
                  <a:lnTo>
                    <a:pt x="249054" y="1059376"/>
                  </a:lnTo>
                  <a:lnTo>
                    <a:pt x="249056" y="1059368"/>
                  </a:lnTo>
                  <a:lnTo>
                    <a:pt x="249055" y="1059361"/>
                  </a:lnTo>
                  <a:lnTo>
                    <a:pt x="249055" y="1059355"/>
                  </a:lnTo>
                  <a:lnTo>
                    <a:pt x="249055" y="1059328"/>
                  </a:lnTo>
                  <a:lnTo>
                    <a:pt x="249049" y="1059263"/>
                  </a:lnTo>
                  <a:lnTo>
                    <a:pt x="249046" y="1059237"/>
                  </a:lnTo>
                  <a:lnTo>
                    <a:pt x="249036" y="1059207"/>
                  </a:lnTo>
                  <a:lnTo>
                    <a:pt x="249031" y="1059185"/>
                  </a:lnTo>
                  <a:lnTo>
                    <a:pt x="249019" y="1059160"/>
                  </a:lnTo>
                  <a:lnTo>
                    <a:pt x="249011" y="1059145"/>
                  </a:lnTo>
                  <a:lnTo>
                    <a:pt x="248999" y="1059129"/>
                  </a:lnTo>
                  <a:lnTo>
                    <a:pt x="248991" y="1059114"/>
                  </a:lnTo>
                  <a:lnTo>
                    <a:pt x="248968" y="1059066"/>
                  </a:lnTo>
                  <a:lnTo>
                    <a:pt x="248945" y="1059021"/>
                  </a:lnTo>
                  <a:lnTo>
                    <a:pt x="248940" y="1058997"/>
                  </a:lnTo>
                  <a:lnTo>
                    <a:pt x="248934" y="1058960"/>
                  </a:lnTo>
                  <a:lnTo>
                    <a:pt x="248932" y="1058934"/>
                  </a:lnTo>
                  <a:lnTo>
                    <a:pt x="248928" y="1058878"/>
                  </a:lnTo>
                  <a:lnTo>
                    <a:pt x="248914" y="1058815"/>
                  </a:lnTo>
                  <a:lnTo>
                    <a:pt x="248906" y="1058768"/>
                  </a:lnTo>
                  <a:lnTo>
                    <a:pt x="248891" y="1058697"/>
                  </a:lnTo>
                  <a:lnTo>
                    <a:pt x="248887" y="1058662"/>
                  </a:lnTo>
                  <a:lnTo>
                    <a:pt x="248874" y="1058572"/>
                  </a:lnTo>
                  <a:lnTo>
                    <a:pt x="248861" y="1058526"/>
                  </a:lnTo>
                  <a:lnTo>
                    <a:pt x="248847" y="1058492"/>
                  </a:lnTo>
                  <a:lnTo>
                    <a:pt x="248825" y="1058458"/>
                  </a:lnTo>
                  <a:lnTo>
                    <a:pt x="248803" y="1058430"/>
                  </a:lnTo>
                  <a:lnTo>
                    <a:pt x="248769" y="1058402"/>
                  </a:lnTo>
                  <a:lnTo>
                    <a:pt x="248758" y="1058392"/>
                  </a:lnTo>
                  <a:lnTo>
                    <a:pt x="248735" y="1058375"/>
                  </a:lnTo>
                  <a:lnTo>
                    <a:pt x="248730" y="1058369"/>
                  </a:lnTo>
                  <a:lnTo>
                    <a:pt x="248732" y="1058358"/>
                  </a:lnTo>
                  <a:lnTo>
                    <a:pt x="248737" y="1058349"/>
                  </a:lnTo>
                  <a:lnTo>
                    <a:pt x="248740" y="1058341"/>
                  </a:lnTo>
                  <a:lnTo>
                    <a:pt x="248756" y="1058306"/>
                  </a:lnTo>
                  <a:lnTo>
                    <a:pt x="248770" y="1058263"/>
                  </a:lnTo>
                  <a:lnTo>
                    <a:pt x="248777" y="1058222"/>
                  </a:lnTo>
                  <a:lnTo>
                    <a:pt x="248777" y="1058189"/>
                  </a:lnTo>
                  <a:lnTo>
                    <a:pt x="248778" y="1058181"/>
                  </a:lnTo>
                  <a:lnTo>
                    <a:pt x="248779" y="1058144"/>
                  </a:lnTo>
                  <a:lnTo>
                    <a:pt x="248785" y="1058102"/>
                  </a:lnTo>
                  <a:lnTo>
                    <a:pt x="248783" y="1058083"/>
                  </a:lnTo>
                  <a:lnTo>
                    <a:pt x="248770" y="1058061"/>
                  </a:lnTo>
                  <a:lnTo>
                    <a:pt x="248721" y="1058000"/>
                  </a:lnTo>
                  <a:lnTo>
                    <a:pt x="248685" y="1057951"/>
                  </a:lnTo>
                  <a:lnTo>
                    <a:pt x="248662" y="1057915"/>
                  </a:lnTo>
                  <a:lnTo>
                    <a:pt x="248651" y="1057887"/>
                  </a:lnTo>
                  <a:lnTo>
                    <a:pt x="248638" y="1057855"/>
                  </a:lnTo>
                  <a:lnTo>
                    <a:pt x="248633" y="1057843"/>
                  </a:lnTo>
                  <a:lnTo>
                    <a:pt x="248628" y="1057833"/>
                  </a:lnTo>
                  <a:lnTo>
                    <a:pt x="248613" y="1057779"/>
                  </a:lnTo>
                  <a:lnTo>
                    <a:pt x="248613" y="1057767"/>
                  </a:lnTo>
                  <a:lnTo>
                    <a:pt x="248625" y="1057754"/>
                  </a:lnTo>
                  <a:lnTo>
                    <a:pt x="248647" y="1057730"/>
                  </a:lnTo>
                  <a:lnTo>
                    <a:pt x="248658" y="1057717"/>
                  </a:lnTo>
                  <a:lnTo>
                    <a:pt x="248695" y="1057685"/>
                  </a:lnTo>
                  <a:lnTo>
                    <a:pt x="248753" y="1057644"/>
                  </a:lnTo>
                  <a:lnTo>
                    <a:pt x="248835" y="1057602"/>
                  </a:lnTo>
                  <a:lnTo>
                    <a:pt x="248950" y="1057549"/>
                  </a:lnTo>
                  <a:lnTo>
                    <a:pt x="249039" y="1057512"/>
                  </a:lnTo>
                  <a:lnTo>
                    <a:pt x="249086" y="1057495"/>
                  </a:lnTo>
                  <a:lnTo>
                    <a:pt x="249097" y="1057490"/>
                  </a:lnTo>
                  <a:lnTo>
                    <a:pt x="249102" y="1057479"/>
                  </a:lnTo>
                  <a:lnTo>
                    <a:pt x="249112" y="1057443"/>
                  </a:lnTo>
                  <a:lnTo>
                    <a:pt x="249126" y="1057360"/>
                  </a:lnTo>
                  <a:lnTo>
                    <a:pt x="249134" y="1057301"/>
                  </a:lnTo>
                  <a:lnTo>
                    <a:pt x="249140" y="1057255"/>
                  </a:lnTo>
                  <a:lnTo>
                    <a:pt x="249150" y="1057227"/>
                  </a:lnTo>
                  <a:lnTo>
                    <a:pt x="249152" y="1057213"/>
                  </a:lnTo>
                  <a:lnTo>
                    <a:pt x="249151" y="1057195"/>
                  </a:lnTo>
                  <a:lnTo>
                    <a:pt x="249139" y="1057168"/>
                  </a:lnTo>
                  <a:lnTo>
                    <a:pt x="249116" y="1057110"/>
                  </a:lnTo>
                  <a:lnTo>
                    <a:pt x="249090" y="1057052"/>
                  </a:lnTo>
                  <a:lnTo>
                    <a:pt x="249072" y="1057011"/>
                  </a:lnTo>
                  <a:lnTo>
                    <a:pt x="249066" y="1056990"/>
                  </a:lnTo>
                  <a:lnTo>
                    <a:pt x="249059" y="1056961"/>
                  </a:lnTo>
                  <a:lnTo>
                    <a:pt x="249057" y="1056906"/>
                  </a:lnTo>
                  <a:lnTo>
                    <a:pt x="249062" y="1056856"/>
                  </a:lnTo>
                  <a:lnTo>
                    <a:pt x="249074" y="1056792"/>
                  </a:lnTo>
                  <a:lnTo>
                    <a:pt x="249084" y="1056760"/>
                  </a:lnTo>
                  <a:lnTo>
                    <a:pt x="249096" y="1056739"/>
                  </a:lnTo>
                  <a:lnTo>
                    <a:pt x="249131" y="1056706"/>
                  </a:lnTo>
                  <a:lnTo>
                    <a:pt x="249183" y="1056681"/>
                  </a:lnTo>
                  <a:lnTo>
                    <a:pt x="249211" y="1056664"/>
                  </a:lnTo>
                  <a:lnTo>
                    <a:pt x="249223" y="1056647"/>
                  </a:lnTo>
                  <a:lnTo>
                    <a:pt x="249238" y="1056601"/>
                  </a:lnTo>
                  <a:lnTo>
                    <a:pt x="249247" y="1056570"/>
                  </a:lnTo>
                  <a:lnTo>
                    <a:pt x="249250" y="1056538"/>
                  </a:lnTo>
                  <a:lnTo>
                    <a:pt x="249250" y="1056513"/>
                  </a:lnTo>
                  <a:lnTo>
                    <a:pt x="249247" y="1056489"/>
                  </a:lnTo>
                  <a:lnTo>
                    <a:pt x="249233" y="1056459"/>
                  </a:lnTo>
                  <a:lnTo>
                    <a:pt x="249236" y="1056415"/>
                  </a:lnTo>
                  <a:lnTo>
                    <a:pt x="249220" y="1056331"/>
                  </a:lnTo>
                  <a:lnTo>
                    <a:pt x="249186" y="1056249"/>
                  </a:lnTo>
                  <a:lnTo>
                    <a:pt x="249163" y="1056189"/>
                  </a:lnTo>
                  <a:lnTo>
                    <a:pt x="249149" y="1056161"/>
                  </a:lnTo>
                  <a:lnTo>
                    <a:pt x="249126" y="1056137"/>
                  </a:lnTo>
                  <a:lnTo>
                    <a:pt x="249085" y="1056120"/>
                  </a:lnTo>
                  <a:lnTo>
                    <a:pt x="249033" y="1056108"/>
                  </a:lnTo>
                  <a:lnTo>
                    <a:pt x="248989" y="1056103"/>
                  </a:lnTo>
                  <a:lnTo>
                    <a:pt x="248896" y="1056107"/>
                  </a:lnTo>
                  <a:lnTo>
                    <a:pt x="248782" y="1056123"/>
                  </a:lnTo>
                  <a:lnTo>
                    <a:pt x="248662" y="1056139"/>
                  </a:lnTo>
                  <a:lnTo>
                    <a:pt x="248604" y="1056144"/>
                  </a:lnTo>
                  <a:lnTo>
                    <a:pt x="248581" y="1056146"/>
                  </a:lnTo>
                  <a:lnTo>
                    <a:pt x="248562" y="1056146"/>
                  </a:lnTo>
                  <a:lnTo>
                    <a:pt x="248538" y="1056146"/>
                  </a:lnTo>
                  <a:lnTo>
                    <a:pt x="248531" y="1056148"/>
                  </a:lnTo>
                  <a:lnTo>
                    <a:pt x="248522" y="1056148"/>
                  </a:lnTo>
                  <a:lnTo>
                    <a:pt x="248516" y="1056146"/>
                  </a:lnTo>
                  <a:lnTo>
                    <a:pt x="248490" y="1056119"/>
                  </a:lnTo>
                  <a:lnTo>
                    <a:pt x="248451" y="1056077"/>
                  </a:lnTo>
                  <a:lnTo>
                    <a:pt x="248419" y="1056032"/>
                  </a:lnTo>
                  <a:lnTo>
                    <a:pt x="248400" y="1055993"/>
                  </a:lnTo>
                  <a:lnTo>
                    <a:pt x="248387" y="1055959"/>
                  </a:lnTo>
                  <a:lnTo>
                    <a:pt x="248382" y="1055934"/>
                  </a:lnTo>
                  <a:lnTo>
                    <a:pt x="248385" y="1055916"/>
                  </a:lnTo>
                  <a:lnTo>
                    <a:pt x="248391" y="1055900"/>
                  </a:lnTo>
                  <a:lnTo>
                    <a:pt x="248394" y="1055884"/>
                  </a:lnTo>
                  <a:lnTo>
                    <a:pt x="248394" y="1055876"/>
                  </a:lnTo>
                  <a:lnTo>
                    <a:pt x="248386" y="1055870"/>
                  </a:lnTo>
                  <a:lnTo>
                    <a:pt x="248363" y="1055867"/>
                  </a:lnTo>
                  <a:lnTo>
                    <a:pt x="248329" y="1055864"/>
                  </a:lnTo>
                  <a:lnTo>
                    <a:pt x="248272" y="1055864"/>
                  </a:lnTo>
                  <a:lnTo>
                    <a:pt x="248205" y="1055856"/>
                  </a:lnTo>
                  <a:lnTo>
                    <a:pt x="248160" y="1055841"/>
                  </a:lnTo>
                  <a:lnTo>
                    <a:pt x="248128" y="1055833"/>
                  </a:lnTo>
                  <a:lnTo>
                    <a:pt x="248093" y="1055833"/>
                  </a:lnTo>
                  <a:lnTo>
                    <a:pt x="248024" y="1055846"/>
                  </a:lnTo>
                  <a:lnTo>
                    <a:pt x="248008" y="1055851"/>
                  </a:lnTo>
                  <a:lnTo>
                    <a:pt x="247974" y="1055857"/>
                  </a:lnTo>
                  <a:lnTo>
                    <a:pt x="247938" y="1055861"/>
                  </a:lnTo>
                  <a:lnTo>
                    <a:pt x="247896" y="1055861"/>
                  </a:lnTo>
                  <a:lnTo>
                    <a:pt x="247858" y="1055860"/>
                  </a:lnTo>
                  <a:lnTo>
                    <a:pt x="247848" y="1055858"/>
                  </a:lnTo>
                  <a:lnTo>
                    <a:pt x="247754" y="1055850"/>
                  </a:lnTo>
                  <a:lnTo>
                    <a:pt x="247664" y="1055835"/>
                  </a:lnTo>
                  <a:lnTo>
                    <a:pt x="247633" y="1055820"/>
                  </a:lnTo>
                  <a:lnTo>
                    <a:pt x="247586" y="1055774"/>
                  </a:lnTo>
                  <a:lnTo>
                    <a:pt x="247557" y="1055745"/>
                  </a:lnTo>
                  <a:lnTo>
                    <a:pt x="247541" y="1055733"/>
                  </a:lnTo>
                  <a:lnTo>
                    <a:pt x="247528" y="1055718"/>
                  </a:lnTo>
                  <a:lnTo>
                    <a:pt x="247515" y="1055687"/>
                  </a:lnTo>
                  <a:lnTo>
                    <a:pt x="247510" y="1055665"/>
                  </a:lnTo>
                  <a:lnTo>
                    <a:pt x="247510" y="1055656"/>
                  </a:lnTo>
                  <a:lnTo>
                    <a:pt x="247514" y="1055646"/>
                  </a:lnTo>
                  <a:lnTo>
                    <a:pt x="247528" y="1055633"/>
                  </a:lnTo>
                  <a:lnTo>
                    <a:pt x="247552" y="1055606"/>
                  </a:lnTo>
                  <a:lnTo>
                    <a:pt x="247579" y="1055556"/>
                  </a:lnTo>
                  <a:lnTo>
                    <a:pt x="247600" y="1055524"/>
                  </a:lnTo>
                  <a:lnTo>
                    <a:pt x="247635" y="1055499"/>
                  </a:lnTo>
                  <a:lnTo>
                    <a:pt x="247663" y="1055474"/>
                  </a:lnTo>
                  <a:lnTo>
                    <a:pt x="247679" y="1055448"/>
                  </a:lnTo>
                  <a:lnTo>
                    <a:pt x="247695" y="1055427"/>
                  </a:lnTo>
                  <a:lnTo>
                    <a:pt x="247713" y="1055368"/>
                  </a:lnTo>
                  <a:lnTo>
                    <a:pt x="247731" y="1055337"/>
                  </a:lnTo>
                  <a:lnTo>
                    <a:pt x="247743" y="1055290"/>
                  </a:lnTo>
                  <a:lnTo>
                    <a:pt x="247743" y="1055253"/>
                  </a:lnTo>
                  <a:lnTo>
                    <a:pt x="247751" y="1055176"/>
                  </a:lnTo>
                  <a:lnTo>
                    <a:pt x="247758" y="1055134"/>
                  </a:lnTo>
                  <a:lnTo>
                    <a:pt x="247770" y="1055093"/>
                  </a:lnTo>
                  <a:lnTo>
                    <a:pt x="247780" y="1055054"/>
                  </a:lnTo>
                  <a:lnTo>
                    <a:pt x="247784" y="1055012"/>
                  </a:lnTo>
                  <a:lnTo>
                    <a:pt x="247780" y="1054924"/>
                  </a:lnTo>
                  <a:lnTo>
                    <a:pt x="247778" y="1054872"/>
                  </a:lnTo>
                  <a:lnTo>
                    <a:pt x="247778" y="1054851"/>
                  </a:lnTo>
                  <a:lnTo>
                    <a:pt x="247783" y="1054838"/>
                  </a:lnTo>
                  <a:lnTo>
                    <a:pt x="247797" y="1054816"/>
                  </a:lnTo>
                  <a:lnTo>
                    <a:pt x="247834" y="1054787"/>
                  </a:lnTo>
                  <a:lnTo>
                    <a:pt x="247851" y="1054762"/>
                  </a:lnTo>
                  <a:lnTo>
                    <a:pt x="247863" y="1054726"/>
                  </a:lnTo>
                  <a:lnTo>
                    <a:pt x="247877" y="1054690"/>
                  </a:lnTo>
                  <a:lnTo>
                    <a:pt x="247889" y="1054647"/>
                  </a:lnTo>
                  <a:lnTo>
                    <a:pt x="247893" y="1054617"/>
                  </a:lnTo>
                  <a:lnTo>
                    <a:pt x="247888" y="1054587"/>
                  </a:lnTo>
                  <a:lnTo>
                    <a:pt x="247874" y="1054557"/>
                  </a:lnTo>
                  <a:lnTo>
                    <a:pt x="247863" y="1054518"/>
                  </a:lnTo>
                  <a:lnTo>
                    <a:pt x="247851" y="1054476"/>
                  </a:lnTo>
                  <a:lnTo>
                    <a:pt x="247847" y="1054454"/>
                  </a:lnTo>
                  <a:lnTo>
                    <a:pt x="247849" y="1054443"/>
                  </a:lnTo>
                  <a:lnTo>
                    <a:pt x="247856" y="1054426"/>
                  </a:lnTo>
                  <a:lnTo>
                    <a:pt x="247864" y="1054408"/>
                  </a:lnTo>
                  <a:lnTo>
                    <a:pt x="247867" y="1054378"/>
                  </a:lnTo>
                  <a:lnTo>
                    <a:pt x="247863" y="1054331"/>
                  </a:lnTo>
                  <a:lnTo>
                    <a:pt x="247861" y="1054263"/>
                  </a:lnTo>
                  <a:lnTo>
                    <a:pt x="247861" y="1054209"/>
                  </a:lnTo>
                  <a:lnTo>
                    <a:pt x="247864" y="1054164"/>
                  </a:lnTo>
                  <a:lnTo>
                    <a:pt x="247856" y="1054117"/>
                  </a:lnTo>
                  <a:lnTo>
                    <a:pt x="247828" y="1054050"/>
                  </a:lnTo>
                  <a:lnTo>
                    <a:pt x="247820" y="1054029"/>
                  </a:lnTo>
                  <a:lnTo>
                    <a:pt x="247814" y="1054017"/>
                  </a:lnTo>
                  <a:lnTo>
                    <a:pt x="247800" y="1053989"/>
                  </a:lnTo>
                  <a:lnTo>
                    <a:pt x="247799" y="1053980"/>
                  </a:lnTo>
                  <a:lnTo>
                    <a:pt x="247803" y="1053966"/>
                  </a:lnTo>
                  <a:lnTo>
                    <a:pt x="247809" y="1053948"/>
                  </a:lnTo>
                  <a:lnTo>
                    <a:pt x="247816" y="1053928"/>
                  </a:lnTo>
                  <a:lnTo>
                    <a:pt x="247821" y="1053920"/>
                  </a:lnTo>
                  <a:lnTo>
                    <a:pt x="247843" y="1053862"/>
                  </a:lnTo>
                  <a:lnTo>
                    <a:pt x="247855" y="1053846"/>
                  </a:lnTo>
                  <a:lnTo>
                    <a:pt x="247866" y="1053829"/>
                  </a:lnTo>
                  <a:lnTo>
                    <a:pt x="247870" y="1053815"/>
                  </a:lnTo>
                  <a:lnTo>
                    <a:pt x="247863" y="1053792"/>
                  </a:lnTo>
                  <a:lnTo>
                    <a:pt x="247847" y="1053781"/>
                  </a:lnTo>
                  <a:lnTo>
                    <a:pt x="247834" y="1053771"/>
                  </a:lnTo>
                  <a:lnTo>
                    <a:pt x="247827" y="1053752"/>
                  </a:lnTo>
                  <a:lnTo>
                    <a:pt x="247828" y="1053729"/>
                  </a:lnTo>
                  <a:lnTo>
                    <a:pt x="247829" y="1053714"/>
                  </a:lnTo>
                  <a:lnTo>
                    <a:pt x="247837" y="1053697"/>
                  </a:lnTo>
                  <a:lnTo>
                    <a:pt x="247854" y="1053685"/>
                  </a:lnTo>
                  <a:lnTo>
                    <a:pt x="247894" y="1053660"/>
                  </a:lnTo>
                  <a:lnTo>
                    <a:pt x="247936" y="1053637"/>
                  </a:lnTo>
                  <a:lnTo>
                    <a:pt x="247976" y="1053617"/>
                  </a:lnTo>
                  <a:lnTo>
                    <a:pt x="247989" y="1053602"/>
                  </a:lnTo>
                  <a:lnTo>
                    <a:pt x="247992" y="1053577"/>
                  </a:lnTo>
                  <a:lnTo>
                    <a:pt x="247984" y="1053543"/>
                  </a:lnTo>
                  <a:lnTo>
                    <a:pt x="247971" y="1053509"/>
                  </a:lnTo>
                  <a:lnTo>
                    <a:pt x="247965" y="1053476"/>
                  </a:lnTo>
                  <a:lnTo>
                    <a:pt x="247965" y="1053459"/>
                  </a:lnTo>
                  <a:lnTo>
                    <a:pt x="247970" y="1053443"/>
                  </a:lnTo>
                  <a:lnTo>
                    <a:pt x="247989" y="1053398"/>
                  </a:lnTo>
                  <a:lnTo>
                    <a:pt x="248005" y="1053377"/>
                  </a:lnTo>
                  <a:lnTo>
                    <a:pt x="248011" y="1053361"/>
                  </a:lnTo>
                  <a:lnTo>
                    <a:pt x="248014" y="1053334"/>
                  </a:lnTo>
                  <a:lnTo>
                    <a:pt x="248009" y="1053301"/>
                  </a:lnTo>
                  <a:lnTo>
                    <a:pt x="248005" y="1053274"/>
                  </a:lnTo>
                  <a:lnTo>
                    <a:pt x="248005" y="1053251"/>
                  </a:lnTo>
                  <a:lnTo>
                    <a:pt x="248007" y="1053229"/>
                  </a:lnTo>
                  <a:lnTo>
                    <a:pt x="248016" y="1053188"/>
                  </a:lnTo>
                  <a:lnTo>
                    <a:pt x="248031" y="1053133"/>
                  </a:lnTo>
                  <a:lnTo>
                    <a:pt x="248045" y="1053084"/>
                  </a:lnTo>
                  <a:lnTo>
                    <a:pt x="248062" y="1053042"/>
                  </a:lnTo>
                  <a:lnTo>
                    <a:pt x="248088" y="1053001"/>
                  </a:lnTo>
                  <a:lnTo>
                    <a:pt x="248142" y="1052943"/>
                  </a:lnTo>
                  <a:lnTo>
                    <a:pt x="248189" y="1052892"/>
                  </a:lnTo>
                  <a:lnTo>
                    <a:pt x="248194" y="1052885"/>
                  </a:lnTo>
                  <a:lnTo>
                    <a:pt x="248204" y="1052875"/>
                  </a:lnTo>
                  <a:lnTo>
                    <a:pt x="248213" y="1052862"/>
                  </a:lnTo>
                  <a:lnTo>
                    <a:pt x="248220" y="1052844"/>
                  </a:lnTo>
                  <a:lnTo>
                    <a:pt x="248219" y="1052834"/>
                  </a:lnTo>
                  <a:lnTo>
                    <a:pt x="248214" y="1052823"/>
                  </a:lnTo>
                  <a:lnTo>
                    <a:pt x="248194" y="1052806"/>
                  </a:lnTo>
                  <a:lnTo>
                    <a:pt x="248179" y="1052795"/>
                  </a:lnTo>
                  <a:lnTo>
                    <a:pt x="248161" y="1052780"/>
                  </a:lnTo>
                  <a:lnTo>
                    <a:pt x="248083" y="1052727"/>
                  </a:lnTo>
                  <a:lnTo>
                    <a:pt x="248060" y="1052703"/>
                  </a:lnTo>
                  <a:lnTo>
                    <a:pt x="248055" y="1052688"/>
                  </a:lnTo>
                  <a:lnTo>
                    <a:pt x="248057" y="1052674"/>
                  </a:lnTo>
                  <a:lnTo>
                    <a:pt x="248073" y="1052645"/>
                  </a:lnTo>
                  <a:lnTo>
                    <a:pt x="248096" y="1052611"/>
                  </a:lnTo>
                  <a:lnTo>
                    <a:pt x="248106" y="1052590"/>
                  </a:lnTo>
                  <a:lnTo>
                    <a:pt x="248110" y="1052569"/>
                  </a:lnTo>
                  <a:lnTo>
                    <a:pt x="248111" y="1052532"/>
                  </a:lnTo>
                  <a:lnTo>
                    <a:pt x="248112" y="1052495"/>
                  </a:lnTo>
                  <a:lnTo>
                    <a:pt x="248111" y="1052474"/>
                  </a:lnTo>
                  <a:lnTo>
                    <a:pt x="248121" y="1052453"/>
                  </a:lnTo>
                  <a:lnTo>
                    <a:pt x="248143" y="1052431"/>
                  </a:lnTo>
                  <a:lnTo>
                    <a:pt x="248171" y="1052410"/>
                  </a:lnTo>
                  <a:lnTo>
                    <a:pt x="248179" y="1052394"/>
                  </a:lnTo>
                  <a:lnTo>
                    <a:pt x="248180" y="1052379"/>
                  </a:lnTo>
                  <a:lnTo>
                    <a:pt x="248180" y="1052365"/>
                  </a:lnTo>
                  <a:lnTo>
                    <a:pt x="248174" y="1052344"/>
                  </a:lnTo>
                  <a:lnTo>
                    <a:pt x="248159" y="1052319"/>
                  </a:lnTo>
                  <a:lnTo>
                    <a:pt x="248140" y="1052293"/>
                  </a:lnTo>
                  <a:lnTo>
                    <a:pt x="248123" y="1052260"/>
                  </a:lnTo>
                  <a:lnTo>
                    <a:pt x="248097" y="1052186"/>
                  </a:lnTo>
                  <a:lnTo>
                    <a:pt x="248072" y="1052131"/>
                  </a:lnTo>
                  <a:lnTo>
                    <a:pt x="248053" y="1052085"/>
                  </a:lnTo>
                  <a:lnTo>
                    <a:pt x="248050" y="1052071"/>
                  </a:lnTo>
                  <a:lnTo>
                    <a:pt x="248052" y="1052055"/>
                  </a:lnTo>
                  <a:lnTo>
                    <a:pt x="248057" y="1052038"/>
                  </a:lnTo>
                  <a:lnTo>
                    <a:pt x="248070" y="1051998"/>
                  </a:lnTo>
                  <a:lnTo>
                    <a:pt x="248091" y="1051940"/>
                  </a:lnTo>
                  <a:lnTo>
                    <a:pt x="248105" y="1051888"/>
                  </a:lnTo>
                  <a:lnTo>
                    <a:pt x="248115" y="1051820"/>
                  </a:lnTo>
                  <a:lnTo>
                    <a:pt x="248120" y="1051768"/>
                  </a:lnTo>
                  <a:lnTo>
                    <a:pt x="248126" y="1051700"/>
                  </a:lnTo>
                  <a:lnTo>
                    <a:pt x="248127" y="1051683"/>
                  </a:lnTo>
                  <a:lnTo>
                    <a:pt x="248132" y="1051665"/>
                  </a:lnTo>
                  <a:lnTo>
                    <a:pt x="248141" y="1051645"/>
                  </a:lnTo>
                  <a:lnTo>
                    <a:pt x="248166" y="1051607"/>
                  </a:lnTo>
                  <a:lnTo>
                    <a:pt x="248179" y="1051564"/>
                  </a:lnTo>
                  <a:lnTo>
                    <a:pt x="248181" y="1051557"/>
                  </a:lnTo>
                  <a:lnTo>
                    <a:pt x="248182" y="1051546"/>
                  </a:lnTo>
                  <a:lnTo>
                    <a:pt x="248176" y="1051533"/>
                  </a:lnTo>
                  <a:lnTo>
                    <a:pt x="248131" y="1051491"/>
                  </a:lnTo>
                  <a:lnTo>
                    <a:pt x="248085" y="1051433"/>
                  </a:lnTo>
                  <a:lnTo>
                    <a:pt x="248071" y="1051420"/>
                  </a:lnTo>
                  <a:lnTo>
                    <a:pt x="248044" y="1051395"/>
                  </a:lnTo>
                  <a:lnTo>
                    <a:pt x="248024" y="1051375"/>
                  </a:lnTo>
                  <a:lnTo>
                    <a:pt x="248009" y="1051360"/>
                  </a:lnTo>
                  <a:lnTo>
                    <a:pt x="247990" y="1051344"/>
                  </a:lnTo>
                  <a:lnTo>
                    <a:pt x="247973" y="1051315"/>
                  </a:lnTo>
                  <a:lnTo>
                    <a:pt x="247958" y="1051292"/>
                  </a:lnTo>
                  <a:lnTo>
                    <a:pt x="247932" y="1051266"/>
                  </a:lnTo>
                  <a:lnTo>
                    <a:pt x="247879" y="1051248"/>
                  </a:lnTo>
                  <a:lnTo>
                    <a:pt x="247795" y="1051223"/>
                  </a:lnTo>
                  <a:lnTo>
                    <a:pt x="247757" y="1051209"/>
                  </a:lnTo>
                  <a:lnTo>
                    <a:pt x="247694" y="1051179"/>
                  </a:lnTo>
                  <a:lnTo>
                    <a:pt x="247640" y="1051165"/>
                  </a:lnTo>
                  <a:lnTo>
                    <a:pt x="247600" y="1051151"/>
                  </a:lnTo>
                  <a:lnTo>
                    <a:pt x="247567" y="1051125"/>
                  </a:lnTo>
                  <a:lnTo>
                    <a:pt x="247541" y="1051103"/>
                  </a:lnTo>
                  <a:lnTo>
                    <a:pt x="247491" y="1051010"/>
                  </a:lnTo>
                  <a:lnTo>
                    <a:pt x="247469" y="1050961"/>
                  </a:lnTo>
                  <a:lnTo>
                    <a:pt x="247461" y="1050926"/>
                  </a:lnTo>
                  <a:lnTo>
                    <a:pt x="247460" y="1050901"/>
                  </a:lnTo>
                  <a:lnTo>
                    <a:pt x="247463" y="1050865"/>
                  </a:lnTo>
                  <a:lnTo>
                    <a:pt x="247456" y="1050770"/>
                  </a:lnTo>
                  <a:lnTo>
                    <a:pt x="247458" y="1050732"/>
                  </a:lnTo>
                  <a:lnTo>
                    <a:pt x="247462" y="1050719"/>
                  </a:lnTo>
                  <a:lnTo>
                    <a:pt x="247464" y="1050693"/>
                  </a:lnTo>
                  <a:lnTo>
                    <a:pt x="247462" y="1050685"/>
                  </a:lnTo>
                  <a:lnTo>
                    <a:pt x="247450" y="1050684"/>
                  </a:lnTo>
                  <a:lnTo>
                    <a:pt x="247402" y="1050702"/>
                  </a:lnTo>
                  <a:lnTo>
                    <a:pt x="247373" y="1050714"/>
                  </a:lnTo>
                  <a:lnTo>
                    <a:pt x="247291" y="1050737"/>
                  </a:lnTo>
                  <a:lnTo>
                    <a:pt x="247170" y="1050754"/>
                  </a:lnTo>
                  <a:lnTo>
                    <a:pt x="247126" y="1050761"/>
                  </a:lnTo>
                  <a:lnTo>
                    <a:pt x="247022" y="1050735"/>
                  </a:lnTo>
                  <a:lnTo>
                    <a:pt x="246902" y="1050695"/>
                  </a:lnTo>
                  <a:lnTo>
                    <a:pt x="246809" y="1050652"/>
                  </a:lnTo>
                  <a:lnTo>
                    <a:pt x="246700" y="1050607"/>
                  </a:lnTo>
                  <a:lnTo>
                    <a:pt x="246659" y="1050601"/>
                  </a:lnTo>
                  <a:lnTo>
                    <a:pt x="246516" y="1050609"/>
                  </a:lnTo>
                  <a:lnTo>
                    <a:pt x="246502" y="1050593"/>
                  </a:lnTo>
                  <a:lnTo>
                    <a:pt x="246489" y="1050572"/>
                  </a:lnTo>
                  <a:lnTo>
                    <a:pt x="246481" y="1050546"/>
                  </a:lnTo>
                  <a:lnTo>
                    <a:pt x="246462" y="1050520"/>
                  </a:lnTo>
                  <a:lnTo>
                    <a:pt x="246451" y="1050502"/>
                  </a:lnTo>
                  <a:lnTo>
                    <a:pt x="246444" y="1050485"/>
                  </a:lnTo>
                  <a:lnTo>
                    <a:pt x="246414" y="1050441"/>
                  </a:lnTo>
                  <a:lnTo>
                    <a:pt x="246366" y="1050392"/>
                  </a:lnTo>
                  <a:lnTo>
                    <a:pt x="246354" y="1050383"/>
                  </a:lnTo>
                  <a:lnTo>
                    <a:pt x="246338" y="1050374"/>
                  </a:lnTo>
                  <a:lnTo>
                    <a:pt x="246301" y="1050347"/>
                  </a:lnTo>
                  <a:lnTo>
                    <a:pt x="246283" y="1050332"/>
                  </a:lnTo>
                  <a:lnTo>
                    <a:pt x="246279" y="1050325"/>
                  </a:lnTo>
                  <a:lnTo>
                    <a:pt x="246278" y="1050315"/>
                  </a:lnTo>
                  <a:lnTo>
                    <a:pt x="246280" y="1050306"/>
                  </a:lnTo>
                  <a:lnTo>
                    <a:pt x="246285" y="1050273"/>
                  </a:lnTo>
                  <a:lnTo>
                    <a:pt x="246303" y="1050228"/>
                  </a:lnTo>
                  <a:lnTo>
                    <a:pt x="246307" y="1050197"/>
                  </a:lnTo>
                  <a:lnTo>
                    <a:pt x="246293" y="1050126"/>
                  </a:lnTo>
                  <a:lnTo>
                    <a:pt x="246265" y="1050043"/>
                  </a:lnTo>
                  <a:lnTo>
                    <a:pt x="246260" y="1050032"/>
                  </a:lnTo>
                  <a:lnTo>
                    <a:pt x="246252" y="1050033"/>
                  </a:lnTo>
                  <a:lnTo>
                    <a:pt x="246238" y="1050041"/>
                  </a:lnTo>
                  <a:lnTo>
                    <a:pt x="246201" y="1050085"/>
                  </a:lnTo>
                  <a:lnTo>
                    <a:pt x="246141" y="1050133"/>
                  </a:lnTo>
                  <a:lnTo>
                    <a:pt x="246095" y="1050161"/>
                  </a:lnTo>
                  <a:lnTo>
                    <a:pt x="246051" y="1050179"/>
                  </a:lnTo>
                  <a:lnTo>
                    <a:pt x="246010" y="1050188"/>
                  </a:lnTo>
                  <a:lnTo>
                    <a:pt x="245904" y="1050208"/>
                  </a:lnTo>
                  <a:lnTo>
                    <a:pt x="245796" y="1050217"/>
                  </a:lnTo>
                  <a:lnTo>
                    <a:pt x="245750" y="1050235"/>
                  </a:lnTo>
                  <a:lnTo>
                    <a:pt x="245716" y="1050252"/>
                  </a:lnTo>
                  <a:lnTo>
                    <a:pt x="245655" y="1050275"/>
                  </a:lnTo>
                  <a:lnTo>
                    <a:pt x="245595" y="1050284"/>
                  </a:lnTo>
                  <a:lnTo>
                    <a:pt x="245549" y="1050294"/>
                  </a:lnTo>
                  <a:lnTo>
                    <a:pt x="245494" y="1050301"/>
                  </a:lnTo>
                  <a:lnTo>
                    <a:pt x="245400" y="1050297"/>
                  </a:lnTo>
                  <a:lnTo>
                    <a:pt x="245337" y="1050278"/>
                  </a:lnTo>
                  <a:lnTo>
                    <a:pt x="245303" y="1050271"/>
                  </a:lnTo>
                  <a:lnTo>
                    <a:pt x="245270" y="1050265"/>
                  </a:lnTo>
                  <a:lnTo>
                    <a:pt x="245134" y="1050269"/>
                  </a:lnTo>
                  <a:lnTo>
                    <a:pt x="245100" y="1050270"/>
                  </a:lnTo>
                  <a:lnTo>
                    <a:pt x="245086" y="1050265"/>
                  </a:lnTo>
                  <a:lnTo>
                    <a:pt x="245058" y="1050232"/>
                  </a:lnTo>
                  <a:lnTo>
                    <a:pt x="245016" y="1050208"/>
                  </a:lnTo>
                  <a:lnTo>
                    <a:pt x="244977" y="1050183"/>
                  </a:lnTo>
                  <a:lnTo>
                    <a:pt x="244893" y="1050129"/>
                  </a:lnTo>
                  <a:lnTo>
                    <a:pt x="244816" y="1050055"/>
                  </a:lnTo>
                  <a:lnTo>
                    <a:pt x="244811" y="1050045"/>
                  </a:lnTo>
                  <a:lnTo>
                    <a:pt x="244795" y="1050026"/>
                  </a:lnTo>
                  <a:lnTo>
                    <a:pt x="244782" y="1050002"/>
                  </a:lnTo>
                  <a:lnTo>
                    <a:pt x="244774" y="1049985"/>
                  </a:lnTo>
                  <a:lnTo>
                    <a:pt x="244772" y="1049973"/>
                  </a:lnTo>
                  <a:lnTo>
                    <a:pt x="244768" y="1049965"/>
                  </a:lnTo>
                  <a:lnTo>
                    <a:pt x="244760" y="1049932"/>
                  </a:lnTo>
                  <a:lnTo>
                    <a:pt x="244762" y="1049903"/>
                  </a:lnTo>
                  <a:lnTo>
                    <a:pt x="244757" y="1049882"/>
                  </a:lnTo>
                  <a:lnTo>
                    <a:pt x="244731" y="1049849"/>
                  </a:lnTo>
                  <a:lnTo>
                    <a:pt x="244716" y="1049830"/>
                  </a:lnTo>
                  <a:lnTo>
                    <a:pt x="244706" y="1049830"/>
                  </a:lnTo>
                  <a:lnTo>
                    <a:pt x="244694" y="1049835"/>
                  </a:lnTo>
                  <a:lnTo>
                    <a:pt x="244630" y="1049851"/>
                  </a:lnTo>
                  <a:lnTo>
                    <a:pt x="244615" y="1049854"/>
                  </a:lnTo>
                  <a:lnTo>
                    <a:pt x="244597" y="1049860"/>
                  </a:lnTo>
                  <a:lnTo>
                    <a:pt x="244557" y="1049868"/>
                  </a:lnTo>
                  <a:lnTo>
                    <a:pt x="244526" y="1049875"/>
                  </a:lnTo>
                  <a:lnTo>
                    <a:pt x="244498" y="1049880"/>
                  </a:lnTo>
                  <a:lnTo>
                    <a:pt x="244465" y="1049881"/>
                  </a:lnTo>
                  <a:lnTo>
                    <a:pt x="244454" y="1049883"/>
                  </a:lnTo>
                  <a:lnTo>
                    <a:pt x="244417" y="1049876"/>
                  </a:lnTo>
                  <a:lnTo>
                    <a:pt x="244290" y="1049860"/>
                  </a:lnTo>
                  <a:lnTo>
                    <a:pt x="244251" y="1049864"/>
                  </a:lnTo>
                  <a:lnTo>
                    <a:pt x="244205" y="1049861"/>
                  </a:lnTo>
                  <a:lnTo>
                    <a:pt x="244167" y="1049854"/>
                  </a:lnTo>
                  <a:lnTo>
                    <a:pt x="244123" y="1049847"/>
                  </a:lnTo>
                  <a:lnTo>
                    <a:pt x="244078" y="1049845"/>
                  </a:lnTo>
                  <a:lnTo>
                    <a:pt x="244066" y="1049842"/>
                  </a:lnTo>
                  <a:lnTo>
                    <a:pt x="244066" y="1049836"/>
                  </a:lnTo>
                  <a:lnTo>
                    <a:pt x="244070" y="1049825"/>
                  </a:lnTo>
                  <a:lnTo>
                    <a:pt x="244073" y="1049814"/>
                  </a:lnTo>
                  <a:lnTo>
                    <a:pt x="244095" y="1049762"/>
                  </a:lnTo>
                  <a:lnTo>
                    <a:pt x="244100" y="1049706"/>
                  </a:lnTo>
                  <a:lnTo>
                    <a:pt x="244100" y="1049683"/>
                  </a:lnTo>
                  <a:lnTo>
                    <a:pt x="244089" y="1049651"/>
                  </a:lnTo>
                  <a:lnTo>
                    <a:pt x="244064" y="1049625"/>
                  </a:lnTo>
                  <a:lnTo>
                    <a:pt x="244031" y="1049512"/>
                  </a:lnTo>
                  <a:lnTo>
                    <a:pt x="244017" y="1049461"/>
                  </a:lnTo>
                  <a:lnTo>
                    <a:pt x="243999" y="1049433"/>
                  </a:lnTo>
                  <a:lnTo>
                    <a:pt x="243974" y="1049389"/>
                  </a:lnTo>
                  <a:lnTo>
                    <a:pt x="243972" y="1049355"/>
                  </a:lnTo>
                  <a:lnTo>
                    <a:pt x="243989" y="1049314"/>
                  </a:lnTo>
                  <a:lnTo>
                    <a:pt x="244032" y="1049239"/>
                  </a:lnTo>
                  <a:lnTo>
                    <a:pt x="244063" y="1049210"/>
                  </a:lnTo>
                  <a:lnTo>
                    <a:pt x="244082" y="1049185"/>
                  </a:lnTo>
                  <a:lnTo>
                    <a:pt x="244102" y="1049153"/>
                  </a:lnTo>
                  <a:lnTo>
                    <a:pt x="244118" y="1049115"/>
                  </a:lnTo>
                  <a:lnTo>
                    <a:pt x="244119" y="1049089"/>
                  </a:lnTo>
                  <a:lnTo>
                    <a:pt x="244103" y="1049030"/>
                  </a:lnTo>
                  <a:lnTo>
                    <a:pt x="244070" y="1048922"/>
                  </a:lnTo>
                  <a:lnTo>
                    <a:pt x="244070" y="1048864"/>
                  </a:lnTo>
                  <a:lnTo>
                    <a:pt x="244067" y="1048831"/>
                  </a:lnTo>
                  <a:lnTo>
                    <a:pt x="244063" y="1048797"/>
                  </a:lnTo>
                  <a:lnTo>
                    <a:pt x="244043" y="1048737"/>
                  </a:lnTo>
                  <a:lnTo>
                    <a:pt x="244008" y="1048687"/>
                  </a:lnTo>
                  <a:lnTo>
                    <a:pt x="243968" y="1048658"/>
                  </a:lnTo>
                  <a:lnTo>
                    <a:pt x="243945" y="1048640"/>
                  </a:lnTo>
                  <a:lnTo>
                    <a:pt x="243941" y="1048633"/>
                  </a:lnTo>
                  <a:lnTo>
                    <a:pt x="243941" y="1048618"/>
                  </a:lnTo>
                  <a:lnTo>
                    <a:pt x="243947" y="1048600"/>
                  </a:lnTo>
                  <a:lnTo>
                    <a:pt x="243950" y="1048590"/>
                  </a:lnTo>
                  <a:lnTo>
                    <a:pt x="243995" y="1048544"/>
                  </a:lnTo>
                  <a:lnTo>
                    <a:pt x="244072" y="1048504"/>
                  </a:lnTo>
                  <a:lnTo>
                    <a:pt x="244101" y="1048493"/>
                  </a:lnTo>
                  <a:lnTo>
                    <a:pt x="244121" y="1048492"/>
                  </a:lnTo>
                  <a:lnTo>
                    <a:pt x="244142" y="1048487"/>
                  </a:lnTo>
                  <a:lnTo>
                    <a:pt x="244170" y="1048475"/>
                  </a:lnTo>
                  <a:lnTo>
                    <a:pt x="244193" y="1048462"/>
                  </a:lnTo>
                  <a:lnTo>
                    <a:pt x="244208" y="1048453"/>
                  </a:lnTo>
                  <a:lnTo>
                    <a:pt x="244241" y="1048438"/>
                  </a:lnTo>
                  <a:lnTo>
                    <a:pt x="244329" y="1048421"/>
                  </a:lnTo>
                  <a:lnTo>
                    <a:pt x="244391" y="1048421"/>
                  </a:lnTo>
                  <a:lnTo>
                    <a:pt x="244497" y="1048424"/>
                  </a:lnTo>
                  <a:lnTo>
                    <a:pt x="244549" y="1048420"/>
                  </a:lnTo>
                  <a:lnTo>
                    <a:pt x="244584" y="1048414"/>
                  </a:lnTo>
                  <a:lnTo>
                    <a:pt x="244662" y="1048393"/>
                  </a:lnTo>
                  <a:lnTo>
                    <a:pt x="244720" y="1048383"/>
                  </a:lnTo>
                  <a:lnTo>
                    <a:pt x="244743" y="1048369"/>
                  </a:lnTo>
                  <a:lnTo>
                    <a:pt x="244762" y="1048328"/>
                  </a:lnTo>
                  <a:lnTo>
                    <a:pt x="244765" y="1048249"/>
                  </a:lnTo>
                  <a:lnTo>
                    <a:pt x="244774" y="1048185"/>
                  </a:lnTo>
                  <a:lnTo>
                    <a:pt x="244771" y="1048145"/>
                  </a:lnTo>
                  <a:lnTo>
                    <a:pt x="244751" y="1048101"/>
                  </a:lnTo>
                  <a:lnTo>
                    <a:pt x="244700" y="1048038"/>
                  </a:lnTo>
                  <a:lnTo>
                    <a:pt x="244618" y="1047924"/>
                  </a:lnTo>
                  <a:lnTo>
                    <a:pt x="244564" y="1047849"/>
                  </a:lnTo>
                  <a:lnTo>
                    <a:pt x="244544" y="1047753"/>
                  </a:lnTo>
                  <a:lnTo>
                    <a:pt x="244527" y="1047702"/>
                  </a:lnTo>
                  <a:lnTo>
                    <a:pt x="244519" y="1047684"/>
                  </a:lnTo>
                  <a:lnTo>
                    <a:pt x="244504" y="1047673"/>
                  </a:lnTo>
                  <a:lnTo>
                    <a:pt x="244432" y="1047653"/>
                  </a:lnTo>
                  <a:lnTo>
                    <a:pt x="244333" y="1047634"/>
                  </a:lnTo>
                  <a:lnTo>
                    <a:pt x="244301" y="1047625"/>
                  </a:lnTo>
                  <a:lnTo>
                    <a:pt x="244211" y="1047584"/>
                  </a:lnTo>
                  <a:lnTo>
                    <a:pt x="244196" y="1047566"/>
                  </a:lnTo>
                  <a:lnTo>
                    <a:pt x="244188" y="1047545"/>
                  </a:lnTo>
                  <a:lnTo>
                    <a:pt x="244187" y="1047522"/>
                  </a:lnTo>
                  <a:lnTo>
                    <a:pt x="244219" y="1047415"/>
                  </a:lnTo>
                  <a:lnTo>
                    <a:pt x="244273" y="1047302"/>
                  </a:lnTo>
                  <a:lnTo>
                    <a:pt x="244342" y="1047198"/>
                  </a:lnTo>
                  <a:lnTo>
                    <a:pt x="244382" y="1047115"/>
                  </a:lnTo>
                  <a:lnTo>
                    <a:pt x="244392" y="1047020"/>
                  </a:lnTo>
                  <a:lnTo>
                    <a:pt x="244394" y="1046954"/>
                  </a:lnTo>
                  <a:lnTo>
                    <a:pt x="244396" y="1046943"/>
                  </a:lnTo>
                  <a:lnTo>
                    <a:pt x="244442" y="1046897"/>
                  </a:lnTo>
                  <a:lnTo>
                    <a:pt x="244522" y="1046835"/>
                  </a:lnTo>
                  <a:lnTo>
                    <a:pt x="244629" y="1046768"/>
                  </a:lnTo>
                  <a:lnTo>
                    <a:pt x="244670" y="1046716"/>
                  </a:lnTo>
                  <a:lnTo>
                    <a:pt x="244715" y="1046651"/>
                  </a:lnTo>
                  <a:lnTo>
                    <a:pt x="244731" y="1046623"/>
                  </a:lnTo>
                  <a:lnTo>
                    <a:pt x="244748" y="1046618"/>
                  </a:lnTo>
                  <a:lnTo>
                    <a:pt x="244789" y="1046635"/>
                  </a:lnTo>
                  <a:lnTo>
                    <a:pt x="244908" y="1046685"/>
                  </a:lnTo>
                  <a:lnTo>
                    <a:pt x="244954" y="1046702"/>
                  </a:lnTo>
                  <a:lnTo>
                    <a:pt x="245032" y="1046722"/>
                  </a:lnTo>
                  <a:lnTo>
                    <a:pt x="245118" y="1046728"/>
                  </a:lnTo>
                  <a:lnTo>
                    <a:pt x="245155" y="1046742"/>
                  </a:lnTo>
                  <a:lnTo>
                    <a:pt x="245174" y="1046776"/>
                  </a:lnTo>
                  <a:lnTo>
                    <a:pt x="245181" y="1046886"/>
                  </a:lnTo>
                  <a:lnTo>
                    <a:pt x="245185" y="1046917"/>
                  </a:lnTo>
                  <a:lnTo>
                    <a:pt x="245189" y="1046957"/>
                  </a:lnTo>
                  <a:lnTo>
                    <a:pt x="245188" y="1046966"/>
                  </a:lnTo>
                  <a:lnTo>
                    <a:pt x="245187" y="1046997"/>
                  </a:lnTo>
                  <a:lnTo>
                    <a:pt x="245185" y="1047031"/>
                  </a:lnTo>
                  <a:lnTo>
                    <a:pt x="245188" y="1047069"/>
                  </a:lnTo>
                  <a:lnTo>
                    <a:pt x="245194" y="1047095"/>
                  </a:lnTo>
                  <a:lnTo>
                    <a:pt x="245201" y="1047121"/>
                  </a:lnTo>
                  <a:lnTo>
                    <a:pt x="245211" y="1047150"/>
                  </a:lnTo>
                  <a:lnTo>
                    <a:pt x="245222" y="1047172"/>
                  </a:lnTo>
                  <a:lnTo>
                    <a:pt x="245237" y="1047197"/>
                  </a:lnTo>
                  <a:lnTo>
                    <a:pt x="245249" y="1047214"/>
                  </a:lnTo>
                  <a:lnTo>
                    <a:pt x="245271" y="1047236"/>
                  </a:lnTo>
                  <a:lnTo>
                    <a:pt x="245296" y="1047252"/>
                  </a:lnTo>
                  <a:lnTo>
                    <a:pt x="245316" y="1047262"/>
                  </a:lnTo>
                  <a:lnTo>
                    <a:pt x="245345" y="1047271"/>
                  </a:lnTo>
                  <a:lnTo>
                    <a:pt x="245387" y="1047281"/>
                  </a:lnTo>
                  <a:lnTo>
                    <a:pt x="245411" y="1047285"/>
                  </a:lnTo>
                  <a:lnTo>
                    <a:pt x="245432" y="1047284"/>
                  </a:lnTo>
                  <a:lnTo>
                    <a:pt x="245476" y="1047274"/>
                  </a:lnTo>
                  <a:lnTo>
                    <a:pt x="245497" y="1047268"/>
                  </a:lnTo>
                  <a:lnTo>
                    <a:pt x="245524" y="1047248"/>
                  </a:lnTo>
                  <a:lnTo>
                    <a:pt x="245544" y="1047233"/>
                  </a:lnTo>
                  <a:lnTo>
                    <a:pt x="245568" y="1047222"/>
                  </a:lnTo>
                  <a:lnTo>
                    <a:pt x="245590" y="1047216"/>
                  </a:lnTo>
                  <a:lnTo>
                    <a:pt x="245635" y="1047210"/>
                  </a:lnTo>
                  <a:lnTo>
                    <a:pt x="245656" y="1047207"/>
                  </a:lnTo>
                  <a:lnTo>
                    <a:pt x="245678" y="1047203"/>
                  </a:lnTo>
                  <a:lnTo>
                    <a:pt x="245706" y="1047190"/>
                  </a:lnTo>
                  <a:lnTo>
                    <a:pt x="245738" y="1047171"/>
                  </a:lnTo>
                  <a:lnTo>
                    <a:pt x="245866" y="1047110"/>
                  </a:lnTo>
                  <a:lnTo>
                    <a:pt x="245978" y="1047077"/>
                  </a:lnTo>
                  <a:lnTo>
                    <a:pt x="245996" y="1047053"/>
                  </a:lnTo>
                  <a:lnTo>
                    <a:pt x="246000" y="1047025"/>
                  </a:lnTo>
                  <a:lnTo>
                    <a:pt x="246001" y="1047004"/>
                  </a:lnTo>
                  <a:lnTo>
                    <a:pt x="245997" y="1046984"/>
                  </a:lnTo>
                  <a:lnTo>
                    <a:pt x="245934" y="1046938"/>
                  </a:lnTo>
                  <a:lnTo>
                    <a:pt x="245888" y="1046896"/>
                  </a:lnTo>
                  <a:lnTo>
                    <a:pt x="245829" y="1046839"/>
                  </a:lnTo>
                  <a:lnTo>
                    <a:pt x="245817" y="1046814"/>
                  </a:lnTo>
                  <a:lnTo>
                    <a:pt x="245820" y="1046787"/>
                  </a:lnTo>
                  <a:lnTo>
                    <a:pt x="245866" y="1046744"/>
                  </a:lnTo>
                  <a:lnTo>
                    <a:pt x="245910" y="1046689"/>
                  </a:lnTo>
                  <a:lnTo>
                    <a:pt x="245972" y="1046604"/>
                  </a:lnTo>
                  <a:lnTo>
                    <a:pt x="246138" y="1046546"/>
                  </a:lnTo>
                  <a:lnTo>
                    <a:pt x="246286" y="1046498"/>
                  </a:lnTo>
                  <a:lnTo>
                    <a:pt x="246341" y="1046494"/>
                  </a:lnTo>
                  <a:lnTo>
                    <a:pt x="246418" y="1046474"/>
                  </a:lnTo>
                  <a:lnTo>
                    <a:pt x="246444" y="1046468"/>
                  </a:lnTo>
                  <a:lnTo>
                    <a:pt x="246460" y="1046468"/>
                  </a:lnTo>
                  <a:lnTo>
                    <a:pt x="246471" y="1046472"/>
                  </a:lnTo>
                  <a:lnTo>
                    <a:pt x="246491" y="1046482"/>
                  </a:lnTo>
                  <a:lnTo>
                    <a:pt x="246522" y="1046499"/>
                  </a:lnTo>
                  <a:lnTo>
                    <a:pt x="246536" y="1046508"/>
                  </a:lnTo>
                  <a:lnTo>
                    <a:pt x="246558" y="1046527"/>
                  </a:lnTo>
                  <a:lnTo>
                    <a:pt x="246565" y="1046532"/>
                  </a:lnTo>
                  <a:lnTo>
                    <a:pt x="246582" y="1046551"/>
                  </a:lnTo>
                  <a:lnTo>
                    <a:pt x="246596" y="1046562"/>
                  </a:lnTo>
                  <a:lnTo>
                    <a:pt x="246616" y="1046567"/>
                  </a:lnTo>
                  <a:lnTo>
                    <a:pt x="246674" y="1046585"/>
                  </a:lnTo>
                  <a:lnTo>
                    <a:pt x="246715" y="1046596"/>
                  </a:lnTo>
                  <a:lnTo>
                    <a:pt x="246812" y="1046622"/>
                  </a:lnTo>
                  <a:lnTo>
                    <a:pt x="246891" y="1046680"/>
                  </a:lnTo>
                  <a:lnTo>
                    <a:pt x="246920" y="1046705"/>
                  </a:lnTo>
                  <a:lnTo>
                    <a:pt x="246929" y="1046713"/>
                  </a:lnTo>
                  <a:lnTo>
                    <a:pt x="246939" y="1046714"/>
                  </a:lnTo>
                  <a:lnTo>
                    <a:pt x="246965" y="1046711"/>
                  </a:lnTo>
                  <a:lnTo>
                    <a:pt x="246993" y="1046711"/>
                  </a:lnTo>
                  <a:lnTo>
                    <a:pt x="247036" y="1046706"/>
                  </a:lnTo>
                  <a:lnTo>
                    <a:pt x="247161" y="1046676"/>
                  </a:lnTo>
                  <a:lnTo>
                    <a:pt x="247188" y="1046673"/>
                  </a:lnTo>
                  <a:lnTo>
                    <a:pt x="247256" y="1046677"/>
                  </a:lnTo>
                  <a:lnTo>
                    <a:pt x="247316" y="1046699"/>
                  </a:lnTo>
                  <a:lnTo>
                    <a:pt x="247387" y="1046723"/>
                  </a:lnTo>
                  <a:lnTo>
                    <a:pt x="247402" y="1046731"/>
                  </a:lnTo>
                  <a:lnTo>
                    <a:pt x="247420" y="1046737"/>
                  </a:lnTo>
                  <a:lnTo>
                    <a:pt x="247445" y="1046737"/>
                  </a:lnTo>
                  <a:lnTo>
                    <a:pt x="247461" y="1046737"/>
                  </a:lnTo>
                  <a:lnTo>
                    <a:pt x="247481" y="1046743"/>
                  </a:lnTo>
                  <a:lnTo>
                    <a:pt x="247501" y="1046755"/>
                  </a:lnTo>
                  <a:lnTo>
                    <a:pt x="247509" y="1046758"/>
                  </a:lnTo>
                  <a:lnTo>
                    <a:pt x="247530" y="1046751"/>
                  </a:lnTo>
                  <a:lnTo>
                    <a:pt x="247591" y="1046720"/>
                  </a:lnTo>
                  <a:lnTo>
                    <a:pt x="247625" y="1046708"/>
                  </a:lnTo>
                  <a:lnTo>
                    <a:pt x="247680" y="1046678"/>
                  </a:lnTo>
                  <a:lnTo>
                    <a:pt x="247692" y="1046670"/>
                  </a:lnTo>
                  <a:lnTo>
                    <a:pt x="247702" y="1046666"/>
                  </a:lnTo>
                  <a:lnTo>
                    <a:pt x="247733" y="1046670"/>
                  </a:lnTo>
                  <a:lnTo>
                    <a:pt x="247823" y="1046692"/>
                  </a:lnTo>
                  <a:lnTo>
                    <a:pt x="247857" y="1046684"/>
                  </a:lnTo>
                  <a:lnTo>
                    <a:pt x="247889" y="1046678"/>
                  </a:lnTo>
                  <a:lnTo>
                    <a:pt x="247954" y="1046658"/>
                  </a:lnTo>
                  <a:lnTo>
                    <a:pt x="248023" y="1046623"/>
                  </a:lnTo>
                  <a:lnTo>
                    <a:pt x="248140" y="1046588"/>
                  </a:lnTo>
                  <a:lnTo>
                    <a:pt x="248179" y="1046589"/>
                  </a:lnTo>
                  <a:lnTo>
                    <a:pt x="248206" y="1046600"/>
                  </a:lnTo>
                  <a:lnTo>
                    <a:pt x="248230" y="1046619"/>
                  </a:lnTo>
                  <a:lnTo>
                    <a:pt x="248305" y="1046650"/>
                  </a:lnTo>
                  <a:lnTo>
                    <a:pt x="248312" y="1046652"/>
                  </a:lnTo>
                  <a:lnTo>
                    <a:pt x="248333" y="1046668"/>
                  </a:lnTo>
                  <a:lnTo>
                    <a:pt x="248345" y="1046669"/>
                  </a:lnTo>
                  <a:lnTo>
                    <a:pt x="248371" y="1046664"/>
                  </a:lnTo>
                  <a:lnTo>
                    <a:pt x="248406" y="1046653"/>
                  </a:lnTo>
                  <a:lnTo>
                    <a:pt x="248416" y="1046649"/>
                  </a:lnTo>
                  <a:lnTo>
                    <a:pt x="248435" y="1046628"/>
                  </a:lnTo>
                  <a:lnTo>
                    <a:pt x="248484" y="1046542"/>
                  </a:lnTo>
                  <a:lnTo>
                    <a:pt x="248496" y="1046506"/>
                  </a:lnTo>
                  <a:lnTo>
                    <a:pt x="248515" y="1046437"/>
                  </a:lnTo>
                  <a:lnTo>
                    <a:pt x="248525" y="1046392"/>
                  </a:lnTo>
                  <a:lnTo>
                    <a:pt x="248538" y="1046302"/>
                  </a:lnTo>
                  <a:lnTo>
                    <a:pt x="248567" y="1046297"/>
                  </a:lnTo>
                  <a:lnTo>
                    <a:pt x="248575" y="1046293"/>
                  </a:lnTo>
                  <a:lnTo>
                    <a:pt x="248604" y="1046274"/>
                  </a:lnTo>
                  <a:lnTo>
                    <a:pt x="248610" y="1046270"/>
                  </a:lnTo>
                  <a:lnTo>
                    <a:pt x="248633" y="1046264"/>
                  </a:lnTo>
                  <a:lnTo>
                    <a:pt x="248650" y="1046262"/>
                  </a:lnTo>
                  <a:lnTo>
                    <a:pt x="248669" y="1046267"/>
                  </a:lnTo>
                  <a:lnTo>
                    <a:pt x="248711" y="1046277"/>
                  </a:lnTo>
                  <a:lnTo>
                    <a:pt x="248739" y="1046282"/>
                  </a:lnTo>
                  <a:lnTo>
                    <a:pt x="248777" y="1046279"/>
                  </a:lnTo>
                  <a:lnTo>
                    <a:pt x="248822" y="1046277"/>
                  </a:lnTo>
                  <a:lnTo>
                    <a:pt x="248904" y="1046275"/>
                  </a:lnTo>
                  <a:lnTo>
                    <a:pt x="248980" y="1046263"/>
                  </a:lnTo>
                  <a:lnTo>
                    <a:pt x="249007" y="1046241"/>
                  </a:lnTo>
                  <a:lnTo>
                    <a:pt x="249038" y="1046191"/>
                  </a:lnTo>
                  <a:lnTo>
                    <a:pt x="249049" y="1046112"/>
                  </a:lnTo>
                  <a:lnTo>
                    <a:pt x="249065" y="1046040"/>
                  </a:lnTo>
                  <a:lnTo>
                    <a:pt x="249065" y="1046023"/>
                  </a:lnTo>
                  <a:lnTo>
                    <a:pt x="249053" y="1045949"/>
                  </a:lnTo>
                  <a:lnTo>
                    <a:pt x="249046" y="1045917"/>
                  </a:lnTo>
                  <a:lnTo>
                    <a:pt x="249046" y="1045911"/>
                  </a:lnTo>
                  <a:lnTo>
                    <a:pt x="249040" y="1045898"/>
                  </a:lnTo>
                  <a:lnTo>
                    <a:pt x="249038" y="1045880"/>
                  </a:lnTo>
                  <a:lnTo>
                    <a:pt x="249045" y="1045831"/>
                  </a:lnTo>
                  <a:lnTo>
                    <a:pt x="249050" y="1045803"/>
                  </a:lnTo>
                  <a:lnTo>
                    <a:pt x="249060" y="1045796"/>
                  </a:lnTo>
                  <a:lnTo>
                    <a:pt x="249092" y="1045794"/>
                  </a:lnTo>
                  <a:lnTo>
                    <a:pt x="249182" y="1045800"/>
                  </a:lnTo>
                  <a:lnTo>
                    <a:pt x="249229" y="1045801"/>
                  </a:lnTo>
                  <a:lnTo>
                    <a:pt x="249251" y="1045797"/>
                  </a:lnTo>
                  <a:lnTo>
                    <a:pt x="249277" y="1045791"/>
                  </a:lnTo>
                  <a:lnTo>
                    <a:pt x="249343" y="1045777"/>
                  </a:lnTo>
                  <a:lnTo>
                    <a:pt x="249385" y="1045759"/>
                  </a:lnTo>
                  <a:lnTo>
                    <a:pt x="249407" y="1045753"/>
                  </a:lnTo>
                  <a:lnTo>
                    <a:pt x="249463" y="1045728"/>
                  </a:lnTo>
                  <a:lnTo>
                    <a:pt x="249505" y="1045681"/>
                  </a:lnTo>
                  <a:lnTo>
                    <a:pt x="249523" y="1045635"/>
                  </a:lnTo>
                  <a:lnTo>
                    <a:pt x="249559" y="1045576"/>
                  </a:lnTo>
                  <a:lnTo>
                    <a:pt x="249612" y="1045510"/>
                  </a:lnTo>
                  <a:lnTo>
                    <a:pt x="249630" y="1045485"/>
                  </a:lnTo>
                  <a:lnTo>
                    <a:pt x="249654" y="1045445"/>
                  </a:lnTo>
                  <a:lnTo>
                    <a:pt x="249691" y="1045415"/>
                  </a:lnTo>
                  <a:lnTo>
                    <a:pt x="249716" y="1045391"/>
                  </a:lnTo>
                  <a:lnTo>
                    <a:pt x="249787" y="1045340"/>
                  </a:lnTo>
                  <a:lnTo>
                    <a:pt x="249811" y="1045310"/>
                  </a:lnTo>
                  <a:lnTo>
                    <a:pt x="249856" y="1045280"/>
                  </a:lnTo>
                  <a:lnTo>
                    <a:pt x="249889" y="1045260"/>
                  </a:lnTo>
                  <a:lnTo>
                    <a:pt x="249921" y="1045220"/>
                  </a:lnTo>
                  <a:lnTo>
                    <a:pt x="249943" y="1045208"/>
                  </a:lnTo>
                  <a:lnTo>
                    <a:pt x="249971" y="1045205"/>
                  </a:lnTo>
                  <a:lnTo>
                    <a:pt x="249994" y="1045207"/>
                  </a:lnTo>
                  <a:lnTo>
                    <a:pt x="250007" y="1045201"/>
                  </a:lnTo>
                  <a:lnTo>
                    <a:pt x="250050" y="1045187"/>
                  </a:lnTo>
                  <a:lnTo>
                    <a:pt x="250089" y="1045163"/>
                  </a:lnTo>
                  <a:lnTo>
                    <a:pt x="250126" y="1045144"/>
                  </a:lnTo>
                  <a:lnTo>
                    <a:pt x="250159" y="1045137"/>
                  </a:lnTo>
                  <a:lnTo>
                    <a:pt x="250183" y="1045130"/>
                  </a:lnTo>
                  <a:lnTo>
                    <a:pt x="250212" y="1045121"/>
                  </a:lnTo>
                  <a:lnTo>
                    <a:pt x="250223" y="1045113"/>
                  </a:lnTo>
                  <a:lnTo>
                    <a:pt x="250226" y="1045107"/>
                  </a:lnTo>
                  <a:lnTo>
                    <a:pt x="250239" y="1045064"/>
                  </a:lnTo>
                  <a:lnTo>
                    <a:pt x="250249" y="1045036"/>
                  </a:lnTo>
                  <a:lnTo>
                    <a:pt x="250275" y="1044965"/>
                  </a:lnTo>
                  <a:lnTo>
                    <a:pt x="250277" y="1044956"/>
                  </a:lnTo>
                  <a:lnTo>
                    <a:pt x="250275" y="1044942"/>
                  </a:lnTo>
                  <a:lnTo>
                    <a:pt x="250267" y="1044906"/>
                  </a:lnTo>
                  <a:lnTo>
                    <a:pt x="250260" y="1044884"/>
                  </a:lnTo>
                  <a:lnTo>
                    <a:pt x="250255" y="1044858"/>
                  </a:lnTo>
                  <a:lnTo>
                    <a:pt x="250251" y="1044827"/>
                  </a:lnTo>
                  <a:lnTo>
                    <a:pt x="250252" y="1044799"/>
                  </a:lnTo>
                  <a:lnTo>
                    <a:pt x="250242" y="1044730"/>
                  </a:lnTo>
                  <a:lnTo>
                    <a:pt x="250247" y="1044696"/>
                  </a:lnTo>
                  <a:lnTo>
                    <a:pt x="250257" y="1044679"/>
                  </a:lnTo>
                  <a:lnTo>
                    <a:pt x="250281" y="1044671"/>
                  </a:lnTo>
                  <a:lnTo>
                    <a:pt x="250297" y="1044658"/>
                  </a:lnTo>
                  <a:lnTo>
                    <a:pt x="250298" y="1044640"/>
                  </a:lnTo>
                  <a:lnTo>
                    <a:pt x="250303" y="1044627"/>
                  </a:lnTo>
                  <a:lnTo>
                    <a:pt x="250317" y="1044606"/>
                  </a:lnTo>
                  <a:lnTo>
                    <a:pt x="250348" y="1044591"/>
                  </a:lnTo>
                  <a:lnTo>
                    <a:pt x="250379" y="1044585"/>
                  </a:lnTo>
                  <a:lnTo>
                    <a:pt x="250399" y="1044564"/>
                  </a:lnTo>
                  <a:lnTo>
                    <a:pt x="250419" y="1044553"/>
                  </a:lnTo>
                  <a:lnTo>
                    <a:pt x="250464" y="1044514"/>
                  </a:lnTo>
                  <a:lnTo>
                    <a:pt x="250486" y="1044484"/>
                  </a:lnTo>
                  <a:lnTo>
                    <a:pt x="250495" y="1044444"/>
                  </a:lnTo>
                  <a:lnTo>
                    <a:pt x="250490" y="1044385"/>
                  </a:lnTo>
                  <a:lnTo>
                    <a:pt x="250498" y="1044363"/>
                  </a:lnTo>
                  <a:lnTo>
                    <a:pt x="250535" y="1044304"/>
                  </a:lnTo>
                  <a:lnTo>
                    <a:pt x="250621" y="1044180"/>
                  </a:lnTo>
                  <a:lnTo>
                    <a:pt x="250646" y="1044153"/>
                  </a:lnTo>
                  <a:lnTo>
                    <a:pt x="250666" y="1044144"/>
                  </a:lnTo>
                  <a:lnTo>
                    <a:pt x="250686" y="1044144"/>
                  </a:lnTo>
                  <a:lnTo>
                    <a:pt x="250711" y="1044150"/>
                  </a:lnTo>
                  <a:lnTo>
                    <a:pt x="250747" y="1044159"/>
                  </a:lnTo>
                  <a:lnTo>
                    <a:pt x="250762" y="1044168"/>
                  </a:lnTo>
                  <a:lnTo>
                    <a:pt x="250785" y="1044193"/>
                  </a:lnTo>
                  <a:lnTo>
                    <a:pt x="250813" y="1044226"/>
                  </a:lnTo>
                  <a:lnTo>
                    <a:pt x="250839" y="1044257"/>
                  </a:lnTo>
                  <a:lnTo>
                    <a:pt x="250853" y="1044276"/>
                  </a:lnTo>
                  <a:lnTo>
                    <a:pt x="250875" y="1044282"/>
                  </a:lnTo>
                  <a:lnTo>
                    <a:pt x="250882" y="1044282"/>
                  </a:lnTo>
                  <a:lnTo>
                    <a:pt x="250890" y="1044283"/>
                  </a:lnTo>
                  <a:lnTo>
                    <a:pt x="250979" y="1044254"/>
                  </a:lnTo>
                  <a:lnTo>
                    <a:pt x="251041" y="1044239"/>
                  </a:lnTo>
                  <a:lnTo>
                    <a:pt x="251063" y="1044249"/>
                  </a:lnTo>
                  <a:lnTo>
                    <a:pt x="251075" y="1044262"/>
                  </a:lnTo>
                  <a:lnTo>
                    <a:pt x="251088" y="1044292"/>
                  </a:lnTo>
                  <a:lnTo>
                    <a:pt x="251100" y="1044308"/>
                  </a:lnTo>
                  <a:lnTo>
                    <a:pt x="251124" y="1044311"/>
                  </a:lnTo>
                  <a:lnTo>
                    <a:pt x="251154" y="1044326"/>
                  </a:lnTo>
                  <a:lnTo>
                    <a:pt x="251183" y="1044349"/>
                  </a:lnTo>
                  <a:lnTo>
                    <a:pt x="251226" y="1044378"/>
                  </a:lnTo>
                  <a:lnTo>
                    <a:pt x="251264" y="1044415"/>
                  </a:lnTo>
                  <a:lnTo>
                    <a:pt x="251294" y="1044439"/>
                  </a:lnTo>
                  <a:lnTo>
                    <a:pt x="251322" y="1044448"/>
                  </a:lnTo>
                  <a:lnTo>
                    <a:pt x="251345" y="1044455"/>
                  </a:lnTo>
                  <a:lnTo>
                    <a:pt x="251368" y="1044457"/>
                  </a:lnTo>
                  <a:lnTo>
                    <a:pt x="251432" y="1044456"/>
                  </a:lnTo>
                  <a:lnTo>
                    <a:pt x="251477" y="1044452"/>
                  </a:lnTo>
                  <a:lnTo>
                    <a:pt x="251512" y="1044439"/>
                  </a:lnTo>
                  <a:lnTo>
                    <a:pt x="251536" y="1044436"/>
                  </a:lnTo>
                  <a:lnTo>
                    <a:pt x="251553" y="1044436"/>
                  </a:lnTo>
                  <a:lnTo>
                    <a:pt x="251559" y="1044442"/>
                  </a:lnTo>
                  <a:lnTo>
                    <a:pt x="251585" y="1044467"/>
                  </a:lnTo>
                  <a:lnTo>
                    <a:pt x="251613" y="1044493"/>
                  </a:lnTo>
                  <a:lnTo>
                    <a:pt x="251646" y="1044509"/>
                  </a:lnTo>
                  <a:lnTo>
                    <a:pt x="251684" y="1044535"/>
                  </a:lnTo>
                  <a:lnTo>
                    <a:pt x="251743" y="1044558"/>
                  </a:lnTo>
                  <a:lnTo>
                    <a:pt x="251777" y="1044583"/>
                  </a:lnTo>
                  <a:lnTo>
                    <a:pt x="251812" y="1044616"/>
                  </a:lnTo>
                  <a:lnTo>
                    <a:pt x="251827" y="1044633"/>
                  </a:lnTo>
                  <a:lnTo>
                    <a:pt x="251844" y="1044644"/>
                  </a:lnTo>
                  <a:lnTo>
                    <a:pt x="251871" y="1044655"/>
                  </a:lnTo>
                  <a:lnTo>
                    <a:pt x="251906" y="1044658"/>
                  </a:lnTo>
                  <a:lnTo>
                    <a:pt x="251948" y="1044660"/>
                  </a:lnTo>
                  <a:lnTo>
                    <a:pt x="251966" y="1044664"/>
                  </a:lnTo>
                  <a:lnTo>
                    <a:pt x="251994" y="1044679"/>
                  </a:lnTo>
                  <a:lnTo>
                    <a:pt x="252045" y="1044719"/>
                  </a:lnTo>
                  <a:lnTo>
                    <a:pt x="252070" y="1044737"/>
                  </a:lnTo>
                  <a:lnTo>
                    <a:pt x="252094" y="1044772"/>
                  </a:lnTo>
                  <a:lnTo>
                    <a:pt x="252126" y="1044813"/>
                  </a:lnTo>
                  <a:lnTo>
                    <a:pt x="252148" y="1044843"/>
                  </a:lnTo>
                  <a:lnTo>
                    <a:pt x="252164" y="1044862"/>
                  </a:lnTo>
                  <a:lnTo>
                    <a:pt x="252176" y="1044864"/>
                  </a:lnTo>
                  <a:lnTo>
                    <a:pt x="252199" y="1044858"/>
                  </a:lnTo>
                  <a:lnTo>
                    <a:pt x="252227" y="1044852"/>
                  </a:lnTo>
                  <a:lnTo>
                    <a:pt x="252252" y="1044850"/>
                  </a:lnTo>
                  <a:lnTo>
                    <a:pt x="252282" y="1044841"/>
                  </a:lnTo>
                  <a:lnTo>
                    <a:pt x="252339" y="1044815"/>
                  </a:lnTo>
                  <a:lnTo>
                    <a:pt x="252420" y="1044776"/>
                  </a:lnTo>
                  <a:lnTo>
                    <a:pt x="252474" y="1044745"/>
                  </a:lnTo>
                  <a:lnTo>
                    <a:pt x="252532" y="1044699"/>
                  </a:lnTo>
                  <a:lnTo>
                    <a:pt x="252559" y="1044670"/>
                  </a:lnTo>
                  <a:lnTo>
                    <a:pt x="252567" y="1044663"/>
                  </a:lnTo>
                  <a:lnTo>
                    <a:pt x="252575" y="1044652"/>
                  </a:lnTo>
                  <a:lnTo>
                    <a:pt x="252575" y="1044637"/>
                  </a:lnTo>
                  <a:lnTo>
                    <a:pt x="252571" y="1044604"/>
                  </a:lnTo>
                  <a:lnTo>
                    <a:pt x="252561" y="1044556"/>
                  </a:lnTo>
                  <a:lnTo>
                    <a:pt x="252559" y="1044530"/>
                  </a:lnTo>
                  <a:lnTo>
                    <a:pt x="252562" y="1044468"/>
                  </a:lnTo>
                  <a:lnTo>
                    <a:pt x="252574" y="1044354"/>
                  </a:lnTo>
                  <a:lnTo>
                    <a:pt x="252598" y="1044296"/>
                  </a:lnTo>
                  <a:lnTo>
                    <a:pt x="252656" y="1044271"/>
                  </a:lnTo>
                  <a:lnTo>
                    <a:pt x="252726" y="1044229"/>
                  </a:lnTo>
                  <a:lnTo>
                    <a:pt x="252760" y="1044197"/>
                  </a:lnTo>
                  <a:lnTo>
                    <a:pt x="252790" y="1044158"/>
                  </a:lnTo>
                  <a:lnTo>
                    <a:pt x="252806" y="1044113"/>
                  </a:lnTo>
                  <a:lnTo>
                    <a:pt x="252807" y="1044092"/>
                  </a:lnTo>
                  <a:lnTo>
                    <a:pt x="252811" y="1044054"/>
                  </a:lnTo>
                  <a:lnTo>
                    <a:pt x="252811" y="1044021"/>
                  </a:lnTo>
                  <a:lnTo>
                    <a:pt x="252812" y="1044008"/>
                  </a:lnTo>
                  <a:lnTo>
                    <a:pt x="252812" y="1043991"/>
                  </a:lnTo>
                  <a:lnTo>
                    <a:pt x="252834" y="1043928"/>
                  </a:lnTo>
                  <a:lnTo>
                    <a:pt x="252856" y="1043910"/>
                  </a:lnTo>
                  <a:lnTo>
                    <a:pt x="252879" y="1043904"/>
                  </a:lnTo>
                  <a:lnTo>
                    <a:pt x="252896" y="1043901"/>
                  </a:lnTo>
                  <a:lnTo>
                    <a:pt x="252926" y="1043904"/>
                  </a:lnTo>
                  <a:lnTo>
                    <a:pt x="252940" y="1043908"/>
                  </a:lnTo>
                  <a:lnTo>
                    <a:pt x="252981" y="1043911"/>
                  </a:lnTo>
                  <a:lnTo>
                    <a:pt x="253029" y="1043916"/>
                  </a:lnTo>
                  <a:lnTo>
                    <a:pt x="253088" y="1043913"/>
                  </a:lnTo>
                  <a:lnTo>
                    <a:pt x="253100" y="1043912"/>
                  </a:lnTo>
                  <a:lnTo>
                    <a:pt x="253132" y="1043912"/>
                  </a:lnTo>
                  <a:lnTo>
                    <a:pt x="253186" y="1043914"/>
                  </a:lnTo>
                  <a:lnTo>
                    <a:pt x="253262" y="1043933"/>
                  </a:lnTo>
                  <a:lnTo>
                    <a:pt x="253385" y="1043934"/>
                  </a:lnTo>
                  <a:lnTo>
                    <a:pt x="253440" y="1043934"/>
                  </a:lnTo>
                  <a:lnTo>
                    <a:pt x="253468" y="1043944"/>
                  </a:lnTo>
                  <a:lnTo>
                    <a:pt x="253479" y="1043948"/>
                  </a:lnTo>
                  <a:lnTo>
                    <a:pt x="253492" y="1043945"/>
                  </a:lnTo>
                  <a:lnTo>
                    <a:pt x="253510" y="1043933"/>
                  </a:lnTo>
                  <a:lnTo>
                    <a:pt x="253548" y="1043902"/>
                  </a:lnTo>
                  <a:lnTo>
                    <a:pt x="253574" y="1043879"/>
                  </a:lnTo>
                  <a:lnTo>
                    <a:pt x="253582" y="1043874"/>
                  </a:lnTo>
                  <a:lnTo>
                    <a:pt x="253639" y="1043824"/>
                  </a:lnTo>
                  <a:lnTo>
                    <a:pt x="253686" y="1043767"/>
                  </a:lnTo>
                  <a:lnTo>
                    <a:pt x="253708" y="1043744"/>
                  </a:lnTo>
                  <a:lnTo>
                    <a:pt x="253711" y="1043739"/>
                  </a:lnTo>
                  <a:lnTo>
                    <a:pt x="253713" y="1043722"/>
                  </a:lnTo>
                  <a:lnTo>
                    <a:pt x="253711" y="1043707"/>
                  </a:lnTo>
                  <a:lnTo>
                    <a:pt x="253703" y="1043683"/>
                  </a:lnTo>
                  <a:lnTo>
                    <a:pt x="253690" y="1043663"/>
                  </a:lnTo>
                  <a:lnTo>
                    <a:pt x="253667" y="1043575"/>
                  </a:lnTo>
                  <a:lnTo>
                    <a:pt x="253619" y="1043503"/>
                  </a:lnTo>
                  <a:lnTo>
                    <a:pt x="253606" y="1043467"/>
                  </a:lnTo>
                  <a:lnTo>
                    <a:pt x="253607" y="1043411"/>
                  </a:lnTo>
                  <a:lnTo>
                    <a:pt x="253624" y="1043367"/>
                  </a:lnTo>
                  <a:lnTo>
                    <a:pt x="253662" y="1043274"/>
                  </a:lnTo>
                  <a:lnTo>
                    <a:pt x="253696" y="1043169"/>
                  </a:lnTo>
                  <a:lnTo>
                    <a:pt x="253726" y="1043071"/>
                  </a:lnTo>
                  <a:lnTo>
                    <a:pt x="253729" y="1043048"/>
                  </a:lnTo>
                  <a:lnTo>
                    <a:pt x="253732" y="1043008"/>
                  </a:lnTo>
                  <a:lnTo>
                    <a:pt x="253736" y="1042994"/>
                  </a:lnTo>
                  <a:lnTo>
                    <a:pt x="253729" y="1042956"/>
                  </a:lnTo>
                  <a:lnTo>
                    <a:pt x="253726" y="1042922"/>
                  </a:lnTo>
                  <a:lnTo>
                    <a:pt x="253733" y="1042897"/>
                  </a:lnTo>
                  <a:lnTo>
                    <a:pt x="253752" y="1042867"/>
                  </a:lnTo>
                  <a:lnTo>
                    <a:pt x="253778" y="1042841"/>
                  </a:lnTo>
                  <a:lnTo>
                    <a:pt x="253808" y="1042817"/>
                  </a:lnTo>
                  <a:lnTo>
                    <a:pt x="253829" y="1042777"/>
                  </a:lnTo>
                  <a:lnTo>
                    <a:pt x="253832" y="1042756"/>
                  </a:lnTo>
                  <a:lnTo>
                    <a:pt x="253842" y="1042722"/>
                  </a:lnTo>
                  <a:lnTo>
                    <a:pt x="253859" y="1042689"/>
                  </a:lnTo>
                  <a:lnTo>
                    <a:pt x="253872" y="1042671"/>
                  </a:lnTo>
                  <a:lnTo>
                    <a:pt x="253876" y="1042667"/>
                  </a:lnTo>
                  <a:lnTo>
                    <a:pt x="253887" y="1042668"/>
                  </a:lnTo>
                  <a:lnTo>
                    <a:pt x="253919" y="1042678"/>
                  </a:lnTo>
                  <a:lnTo>
                    <a:pt x="253925" y="1042681"/>
                  </a:lnTo>
                  <a:lnTo>
                    <a:pt x="253967" y="1042687"/>
                  </a:lnTo>
                  <a:lnTo>
                    <a:pt x="254043" y="1042689"/>
                  </a:lnTo>
                  <a:lnTo>
                    <a:pt x="254096" y="1042685"/>
                  </a:lnTo>
                  <a:lnTo>
                    <a:pt x="254165" y="1042675"/>
                  </a:lnTo>
                  <a:lnTo>
                    <a:pt x="254259" y="1042668"/>
                  </a:lnTo>
                  <a:lnTo>
                    <a:pt x="254269" y="1042669"/>
                  </a:lnTo>
                  <a:lnTo>
                    <a:pt x="254292" y="1042664"/>
                  </a:lnTo>
                  <a:lnTo>
                    <a:pt x="254313" y="1042660"/>
                  </a:lnTo>
                  <a:lnTo>
                    <a:pt x="254318" y="1042662"/>
                  </a:lnTo>
                  <a:lnTo>
                    <a:pt x="254346" y="1042681"/>
                  </a:lnTo>
                  <a:lnTo>
                    <a:pt x="254367" y="1042699"/>
                  </a:lnTo>
                  <a:lnTo>
                    <a:pt x="254401" y="1042723"/>
                  </a:lnTo>
                  <a:lnTo>
                    <a:pt x="254429" y="1042736"/>
                  </a:lnTo>
                  <a:lnTo>
                    <a:pt x="254473" y="1042752"/>
                  </a:lnTo>
                  <a:lnTo>
                    <a:pt x="254503" y="1042770"/>
                  </a:lnTo>
                  <a:lnTo>
                    <a:pt x="254521" y="1042792"/>
                  </a:lnTo>
                  <a:lnTo>
                    <a:pt x="254524" y="1042801"/>
                  </a:lnTo>
                  <a:lnTo>
                    <a:pt x="254530" y="1042827"/>
                  </a:lnTo>
                  <a:lnTo>
                    <a:pt x="254540" y="1042860"/>
                  </a:lnTo>
                  <a:lnTo>
                    <a:pt x="254552" y="1042897"/>
                  </a:lnTo>
                  <a:lnTo>
                    <a:pt x="254563" y="1042929"/>
                  </a:lnTo>
                  <a:lnTo>
                    <a:pt x="254584" y="1042959"/>
                  </a:lnTo>
                  <a:lnTo>
                    <a:pt x="254629" y="1043004"/>
                  </a:lnTo>
                  <a:lnTo>
                    <a:pt x="254672" y="1043040"/>
                  </a:lnTo>
                  <a:lnTo>
                    <a:pt x="254703" y="1043071"/>
                  </a:lnTo>
                  <a:lnTo>
                    <a:pt x="254725" y="1043087"/>
                  </a:lnTo>
                  <a:lnTo>
                    <a:pt x="254758" y="1043105"/>
                  </a:lnTo>
                  <a:lnTo>
                    <a:pt x="254782" y="1043115"/>
                  </a:lnTo>
                  <a:lnTo>
                    <a:pt x="254811" y="1043119"/>
                  </a:lnTo>
                  <a:lnTo>
                    <a:pt x="254817" y="1043123"/>
                  </a:lnTo>
                  <a:lnTo>
                    <a:pt x="254814" y="1043142"/>
                  </a:lnTo>
                  <a:lnTo>
                    <a:pt x="254804" y="1043172"/>
                  </a:lnTo>
                  <a:lnTo>
                    <a:pt x="254800" y="1043206"/>
                  </a:lnTo>
                  <a:lnTo>
                    <a:pt x="254798" y="1043234"/>
                  </a:lnTo>
                  <a:lnTo>
                    <a:pt x="254801" y="1043257"/>
                  </a:lnTo>
                  <a:lnTo>
                    <a:pt x="254806" y="1043277"/>
                  </a:lnTo>
                  <a:lnTo>
                    <a:pt x="254816" y="1043300"/>
                  </a:lnTo>
                  <a:lnTo>
                    <a:pt x="254835" y="1043324"/>
                  </a:lnTo>
                  <a:lnTo>
                    <a:pt x="254865" y="1043349"/>
                  </a:lnTo>
                  <a:lnTo>
                    <a:pt x="254894" y="1043374"/>
                  </a:lnTo>
                  <a:lnTo>
                    <a:pt x="254936" y="1043408"/>
                  </a:lnTo>
                  <a:lnTo>
                    <a:pt x="255021" y="1043466"/>
                  </a:lnTo>
                  <a:lnTo>
                    <a:pt x="255061" y="1043487"/>
                  </a:lnTo>
                  <a:lnTo>
                    <a:pt x="255089" y="1043509"/>
                  </a:lnTo>
                  <a:lnTo>
                    <a:pt x="255159" y="1043559"/>
                  </a:lnTo>
                  <a:lnTo>
                    <a:pt x="255206" y="1043591"/>
                  </a:lnTo>
                  <a:lnTo>
                    <a:pt x="255231" y="1043607"/>
                  </a:lnTo>
                  <a:lnTo>
                    <a:pt x="255256" y="1043612"/>
                  </a:lnTo>
                  <a:lnTo>
                    <a:pt x="255292" y="1043613"/>
                  </a:lnTo>
                  <a:lnTo>
                    <a:pt x="255328" y="1043617"/>
                  </a:lnTo>
                  <a:lnTo>
                    <a:pt x="255349" y="1043619"/>
                  </a:lnTo>
                  <a:lnTo>
                    <a:pt x="255360" y="1043616"/>
                  </a:lnTo>
                  <a:lnTo>
                    <a:pt x="255388" y="1043605"/>
                  </a:lnTo>
                  <a:lnTo>
                    <a:pt x="255412" y="1043594"/>
                  </a:lnTo>
                  <a:lnTo>
                    <a:pt x="255427" y="1043588"/>
                  </a:lnTo>
                  <a:lnTo>
                    <a:pt x="255463" y="1043582"/>
                  </a:lnTo>
                  <a:lnTo>
                    <a:pt x="255492" y="1043582"/>
                  </a:lnTo>
                  <a:lnTo>
                    <a:pt x="255591" y="1043602"/>
                  </a:lnTo>
                  <a:lnTo>
                    <a:pt x="255599" y="1043611"/>
                  </a:lnTo>
                  <a:lnTo>
                    <a:pt x="255598" y="1043618"/>
                  </a:lnTo>
                  <a:lnTo>
                    <a:pt x="255593" y="1043630"/>
                  </a:lnTo>
                  <a:lnTo>
                    <a:pt x="255566" y="1043668"/>
                  </a:lnTo>
                  <a:lnTo>
                    <a:pt x="255551" y="1043721"/>
                  </a:lnTo>
                  <a:lnTo>
                    <a:pt x="255548" y="1043757"/>
                  </a:lnTo>
                  <a:lnTo>
                    <a:pt x="255555" y="1043788"/>
                  </a:lnTo>
                  <a:lnTo>
                    <a:pt x="255573" y="1043814"/>
                  </a:lnTo>
                  <a:lnTo>
                    <a:pt x="255598" y="1043845"/>
                  </a:lnTo>
                  <a:lnTo>
                    <a:pt x="255616" y="1043853"/>
                  </a:lnTo>
                  <a:lnTo>
                    <a:pt x="255651" y="1043843"/>
                  </a:lnTo>
                  <a:lnTo>
                    <a:pt x="255689" y="1043832"/>
                  </a:lnTo>
                  <a:lnTo>
                    <a:pt x="255718" y="1043838"/>
                  </a:lnTo>
                  <a:lnTo>
                    <a:pt x="255745" y="1043862"/>
                  </a:lnTo>
                  <a:lnTo>
                    <a:pt x="255813" y="1043929"/>
                  </a:lnTo>
                  <a:lnTo>
                    <a:pt x="255842" y="1043948"/>
                  </a:lnTo>
                  <a:lnTo>
                    <a:pt x="255894" y="1043963"/>
                  </a:lnTo>
                  <a:lnTo>
                    <a:pt x="255941" y="1043970"/>
                  </a:lnTo>
                  <a:lnTo>
                    <a:pt x="255969" y="1043971"/>
                  </a:lnTo>
                  <a:lnTo>
                    <a:pt x="256006" y="1043961"/>
                  </a:lnTo>
                  <a:lnTo>
                    <a:pt x="256035" y="1043932"/>
                  </a:lnTo>
                  <a:lnTo>
                    <a:pt x="256102" y="1043855"/>
                  </a:lnTo>
                  <a:lnTo>
                    <a:pt x="256110" y="1043816"/>
                  </a:lnTo>
                  <a:lnTo>
                    <a:pt x="256105" y="1043765"/>
                  </a:lnTo>
                  <a:lnTo>
                    <a:pt x="256061" y="1043683"/>
                  </a:lnTo>
                  <a:lnTo>
                    <a:pt x="256053" y="1043641"/>
                  </a:lnTo>
                  <a:lnTo>
                    <a:pt x="256040" y="1043590"/>
                  </a:lnTo>
                  <a:lnTo>
                    <a:pt x="256040" y="1043560"/>
                  </a:lnTo>
                  <a:lnTo>
                    <a:pt x="256050" y="1043537"/>
                  </a:lnTo>
                  <a:lnTo>
                    <a:pt x="256091" y="1043499"/>
                  </a:lnTo>
                  <a:lnTo>
                    <a:pt x="256164" y="1043473"/>
                  </a:lnTo>
                  <a:lnTo>
                    <a:pt x="256246" y="1043426"/>
                  </a:lnTo>
                  <a:lnTo>
                    <a:pt x="256288" y="1043393"/>
                  </a:lnTo>
                  <a:lnTo>
                    <a:pt x="256307" y="1043365"/>
                  </a:lnTo>
                  <a:lnTo>
                    <a:pt x="256319" y="1043348"/>
                  </a:lnTo>
                  <a:lnTo>
                    <a:pt x="256333" y="1043345"/>
                  </a:lnTo>
                  <a:lnTo>
                    <a:pt x="256356" y="1043345"/>
                  </a:lnTo>
                  <a:lnTo>
                    <a:pt x="256370" y="1043349"/>
                  </a:lnTo>
                  <a:lnTo>
                    <a:pt x="256388" y="1043372"/>
                  </a:lnTo>
                  <a:lnTo>
                    <a:pt x="256409" y="1043386"/>
                  </a:lnTo>
                  <a:lnTo>
                    <a:pt x="256433" y="1043391"/>
                  </a:lnTo>
                  <a:lnTo>
                    <a:pt x="256563" y="1043360"/>
                  </a:lnTo>
                  <a:lnTo>
                    <a:pt x="256622" y="1043348"/>
                  </a:lnTo>
                  <a:lnTo>
                    <a:pt x="256718" y="1043341"/>
                  </a:lnTo>
                  <a:lnTo>
                    <a:pt x="256774" y="1043313"/>
                  </a:lnTo>
                  <a:lnTo>
                    <a:pt x="256830" y="1043279"/>
                  </a:lnTo>
                  <a:lnTo>
                    <a:pt x="256867" y="1043251"/>
                  </a:lnTo>
                  <a:lnTo>
                    <a:pt x="256881" y="1043222"/>
                  </a:lnTo>
                  <a:lnTo>
                    <a:pt x="256875" y="1043165"/>
                  </a:lnTo>
                  <a:lnTo>
                    <a:pt x="256867" y="1043056"/>
                  </a:lnTo>
                  <a:lnTo>
                    <a:pt x="256850" y="1042977"/>
                  </a:lnTo>
                  <a:lnTo>
                    <a:pt x="256848" y="1042966"/>
                  </a:lnTo>
                  <a:lnTo>
                    <a:pt x="256853" y="1042935"/>
                  </a:lnTo>
                  <a:lnTo>
                    <a:pt x="256857" y="1042900"/>
                  </a:lnTo>
                  <a:lnTo>
                    <a:pt x="256863" y="1042878"/>
                  </a:lnTo>
                  <a:lnTo>
                    <a:pt x="256880" y="1042808"/>
                  </a:lnTo>
                  <a:lnTo>
                    <a:pt x="256905" y="1042738"/>
                  </a:lnTo>
                  <a:lnTo>
                    <a:pt x="256947" y="1042681"/>
                  </a:lnTo>
                  <a:lnTo>
                    <a:pt x="256966" y="1042640"/>
                  </a:lnTo>
                  <a:lnTo>
                    <a:pt x="256986" y="1042618"/>
                  </a:lnTo>
                  <a:lnTo>
                    <a:pt x="257015" y="1042604"/>
                  </a:lnTo>
                  <a:lnTo>
                    <a:pt x="257052" y="1042595"/>
                  </a:lnTo>
                  <a:lnTo>
                    <a:pt x="257035" y="1042586"/>
                  </a:lnTo>
                  <a:lnTo>
                    <a:pt x="256966" y="1042548"/>
                  </a:lnTo>
                  <a:lnTo>
                    <a:pt x="256863" y="1042456"/>
                  </a:lnTo>
                  <a:lnTo>
                    <a:pt x="256859" y="1042451"/>
                  </a:lnTo>
                  <a:lnTo>
                    <a:pt x="256848" y="1042432"/>
                  </a:lnTo>
                  <a:lnTo>
                    <a:pt x="256834" y="1042411"/>
                  </a:lnTo>
                  <a:lnTo>
                    <a:pt x="256820" y="1042392"/>
                  </a:lnTo>
                  <a:lnTo>
                    <a:pt x="256807" y="1042379"/>
                  </a:lnTo>
                  <a:lnTo>
                    <a:pt x="256780" y="1042335"/>
                  </a:lnTo>
                  <a:lnTo>
                    <a:pt x="256777" y="1042302"/>
                  </a:lnTo>
                  <a:lnTo>
                    <a:pt x="256779" y="1042280"/>
                  </a:lnTo>
                  <a:lnTo>
                    <a:pt x="256799" y="1042236"/>
                  </a:lnTo>
                  <a:lnTo>
                    <a:pt x="256821" y="1042200"/>
                  </a:lnTo>
                  <a:lnTo>
                    <a:pt x="256872" y="1042140"/>
                  </a:lnTo>
                  <a:lnTo>
                    <a:pt x="256895" y="1042104"/>
                  </a:lnTo>
                  <a:lnTo>
                    <a:pt x="256915" y="1042054"/>
                  </a:lnTo>
                  <a:lnTo>
                    <a:pt x="256920" y="1042004"/>
                  </a:lnTo>
                  <a:lnTo>
                    <a:pt x="256919" y="1041951"/>
                  </a:lnTo>
                  <a:lnTo>
                    <a:pt x="256934" y="1041904"/>
                  </a:lnTo>
                  <a:lnTo>
                    <a:pt x="256966" y="1041855"/>
                  </a:lnTo>
                  <a:lnTo>
                    <a:pt x="257038" y="1041772"/>
                  </a:lnTo>
                  <a:lnTo>
                    <a:pt x="257046" y="1041729"/>
                  </a:lnTo>
                  <a:lnTo>
                    <a:pt x="257074" y="1041681"/>
                  </a:lnTo>
                  <a:lnTo>
                    <a:pt x="257090" y="1041631"/>
                  </a:lnTo>
                  <a:lnTo>
                    <a:pt x="257106" y="1041607"/>
                  </a:lnTo>
                  <a:lnTo>
                    <a:pt x="257178" y="1041544"/>
                  </a:lnTo>
                  <a:lnTo>
                    <a:pt x="257198" y="1041520"/>
                  </a:lnTo>
                  <a:lnTo>
                    <a:pt x="257202" y="1041492"/>
                  </a:lnTo>
                  <a:lnTo>
                    <a:pt x="257206" y="1041427"/>
                  </a:lnTo>
                  <a:lnTo>
                    <a:pt x="257199" y="1041381"/>
                  </a:lnTo>
                  <a:lnTo>
                    <a:pt x="257166" y="1041272"/>
                  </a:lnTo>
                  <a:lnTo>
                    <a:pt x="257167" y="1041224"/>
                  </a:lnTo>
                  <a:lnTo>
                    <a:pt x="257172" y="1041207"/>
                  </a:lnTo>
                  <a:lnTo>
                    <a:pt x="257184" y="1041190"/>
                  </a:lnTo>
                  <a:lnTo>
                    <a:pt x="257254" y="1041166"/>
                  </a:lnTo>
                  <a:lnTo>
                    <a:pt x="257329" y="1041143"/>
                  </a:lnTo>
                  <a:lnTo>
                    <a:pt x="257351" y="1041117"/>
                  </a:lnTo>
                  <a:lnTo>
                    <a:pt x="257360" y="1041090"/>
                  </a:lnTo>
                  <a:lnTo>
                    <a:pt x="257379" y="1041029"/>
                  </a:lnTo>
                  <a:lnTo>
                    <a:pt x="257376" y="1040944"/>
                  </a:lnTo>
                  <a:lnTo>
                    <a:pt x="257360" y="1040861"/>
                  </a:lnTo>
                  <a:lnTo>
                    <a:pt x="257356" y="1040853"/>
                  </a:lnTo>
                  <a:lnTo>
                    <a:pt x="257350" y="1040823"/>
                  </a:lnTo>
                  <a:lnTo>
                    <a:pt x="257350" y="1040807"/>
                  </a:lnTo>
                  <a:lnTo>
                    <a:pt x="257366" y="1040783"/>
                  </a:lnTo>
                  <a:lnTo>
                    <a:pt x="257369" y="1040770"/>
                  </a:lnTo>
                  <a:lnTo>
                    <a:pt x="257372" y="1040755"/>
                  </a:lnTo>
                  <a:lnTo>
                    <a:pt x="257368" y="1040705"/>
                  </a:lnTo>
                  <a:lnTo>
                    <a:pt x="257345" y="1040642"/>
                  </a:lnTo>
                  <a:lnTo>
                    <a:pt x="257324" y="1040614"/>
                  </a:lnTo>
                  <a:lnTo>
                    <a:pt x="257320" y="1040603"/>
                  </a:lnTo>
                  <a:lnTo>
                    <a:pt x="257320" y="1040594"/>
                  </a:lnTo>
                  <a:lnTo>
                    <a:pt x="257332" y="1040583"/>
                  </a:lnTo>
                  <a:lnTo>
                    <a:pt x="257364" y="1040551"/>
                  </a:lnTo>
                  <a:lnTo>
                    <a:pt x="257387" y="1040519"/>
                  </a:lnTo>
                  <a:lnTo>
                    <a:pt x="257395" y="1040496"/>
                  </a:lnTo>
                  <a:lnTo>
                    <a:pt x="257433" y="1040444"/>
                  </a:lnTo>
                  <a:lnTo>
                    <a:pt x="257463" y="1040411"/>
                  </a:lnTo>
                  <a:lnTo>
                    <a:pt x="257473" y="1040399"/>
                  </a:lnTo>
                  <a:lnTo>
                    <a:pt x="257475" y="1040364"/>
                  </a:lnTo>
                  <a:lnTo>
                    <a:pt x="257463" y="1040312"/>
                  </a:lnTo>
                  <a:lnTo>
                    <a:pt x="257464" y="1040304"/>
                  </a:lnTo>
                  <a:lnTo>
                    <a:pt x="257470" y="1040273"/>
                  </a:lnTo>
                  <a:lnTo>
                    <a:pt x="257476" y="1040243"/>
                  </a:lnTo>
                  <a:lnTo>
                    <a:pt x="257486" y="1040216"/>
                  </a:lnTo>
                  <a:lnTo>
                    <a:pt x="257495" y="1040200"/>
                  </a:lnTo>
                  <a:lnTo>
                    <a:pt x="257497" y="1040194"/>
                  </a:lnTo>
                  <a:lnTo>
                    <a:pt x="257521" y="1040139"/>
                  </a:lnTo>
                  <a:lnTo>
                    <a:pt x="257533" y="1040094"/>
                  </a:lnTo>
                  <a:lnTo>
                    <a:pt x="257560" y="1040035"/>
                  </a:lnTo>
                  <a:lnTo>
                    <a:pt x="257573" y="1039969"/>
                  </a:lnTo>
                  <a:lnTo>
                    <a:pt x="257574" y="1039937"/>
                  </a:lnTo>
                  <a:lnTo>
                    <a:pt x="257592" y="1039810"/>
                  </a:lnTo>
                  <a:lnTo>
                    <a:pt x="257600" y="1039748"/>
                  </a:lnTo>
                  <a:lnTo>
                    <a:pt x="257608" y="1039720"/>
                  </a:lnTo>
                  <a:lnTo>
                    <a:pt x="257641" y="1039682"/>
                  </a:lnTo>
                  <a:lnTo>
                    <a:pt x="257670" y="1039648"/>
                  </a:lnTo>
                  <a:lnTo>
                    <a:pt x="257696" y="1039589"/>
                  </a:lnTo>
                  <a:lnTo>
                    <a:pt x="257698" y="1039580"/>
                  </a:lnTo>
                  <a:lnTo>
                    <a:pt x="257702" y="1039572"/>
                  </a:lnTo>
                  <a:lnTo>
                    <a:pt x="257712" y="1039524"/>
                  </a:lnTo>
                  <a:lnTo>
                    <a:pt x="257712" y="1039465"/>
                  </a:lnTo>
                  <a:lnTo>
                    <a:pt x="257713" y="1039456"/>
                  </a:lnTo>
                  <a:lnTo>
                    <a:pt x="257730" y="1039449"/>
                  </a:lnTo>
                  <a:lnTo>
                    <a:pt x="257776" y="1039428"/>
                  </a:lnTo>
                  <a:lnTo>
                    <a:pt x="257811" y="1039408"/>
                  </a:lnTo>
                  <a:lnTo>
                    <a:pt x="257827" y="1039402"/>
                  </a:lnTo>
                  <a:lnTo>
                    <a:pt x="257839" y="1039402"/>
                  </a:lnTo>
                  <a:lnTo>
                    <a:pt x="257866" y="1039403"/>
                  </a:lnTo>
                  <a:lnTo>
                    <a:pt x="257884" y="1039402"/>
                  </a:lnTo>
                  <a:lnTo>
                    <a:pt x="257914" y="1039397"/>
                  </a:lnTo>
                  <a:lnTo>
                    <a:pt x="257927" y="1039396"/>
                  </a:lnTo>
                  <a:lnTo>
                    <a:pt x="257946" y="1039398"/>
                  </a:lnTo>
                  <a:lnTo>
                    <a:pt x="257978" y="1039405"/>
                  </a:lnTo>
                  <a:lnTo>
                    <a:pt x="257986" y="1039406"/>
                  </a:lnTo>
                  <a:lnTo>
                    <a:pt x="257998" y="1039405"/>
                  </a:lnTo>
                  <a:lnTo>
                    <a:pt x="258020" y="1039397"/>
                  </a:lnTo>
                  <a:lnTo>
                    <a:pt x="258049" y="1039384"/>
                  </a:lnTo>
                  <a:lnTo>
                    <a:pt x="258063" y="1039372"/>
                  </a:lnTo>
                  <a:lnTo>
                    <a:pt x="258102" y="1039349"/>
                  </a:lnTo>
                  <a:lnTo>
                    <a:pt x="258169" y="1039304"/>
                  </a:lnTo>
                  <a:lnTo>
                    <a:pt x="258209" y="1039280"/>
                  </a:lnTo>
                  <a:lnTo>
                    <a:pt x="258234" y="1039247"/>
                  </a:lnTo>
                  <a:lnTo>
                    <a:pt x="258244" y="1039203"/>
                  </a:lnTo>
                  <a:lnTo>
                    <a:pt x="258251" y="1039187"/>
                  </a:lnTo>
                  <a:lnTo>
                    <a:pt x="258294" y="1039157"/>
                  </a:lnTo>
                  <a:lnTo>
                    <a:pt x="258330" y="1039120"/>
                  </a:lnTo>
                  <a:lnTo>
                    <a:pt x="258335" y="1039113"/>
                  </a:lnTo>
                  <a:lnTo>
                    <a:pt x="258346" y="1039099"/>
                  </a:lnTo>
                  <a:lnTo>
                    <a:pt x="258355" y="1039086"/>
                  </a:lnTo>
                  <a:lnTo>
                    <a:pt x="258371" y="1039060"/>
                  </a:lnTo>
                  <a:lnTo>
                    <a:pt x="258380" y="1039040"/>
                  </a:lnTo>
                  <a:lnTo>
                    <a:pt x="258392" y="1039019"/>
                  </a:lnTo>
                  <a:lnTo>
                    <a:pt x="258442" y="1038967"/>
                  </a:lnTo>
                  <a:lnTo>
                    <a:pt x="258467" y="1038934"/>
                  </a:lnTo>
                  <a:lnTo>
                    <a:pt x="258512" y="1038901"/>
                  </a:lnTo>
                  <a:lnTo>
                    <a:pt x="258551" y="1038867"/>
                  </a:lnTo>
                  <a:lnTo>
                    <a:pt x="258575" y="1038846"/>
                  </a:lnTo>
                  <a:lnTo>
                    <a:pt x="258584" y="1038831"/>
                  </a:lnTo>
                  <a:lnTo>
                    <a:pt x="258584" y="1038815"/>
                  </a:lnTo>
                  <a:lnTo>
                    <a:pt x="258569" y="1038786"/>
                  </a:lnTo>
                  <a:lnTo>
                    <a:pt x="258539" y="1038737"/>
                  </a:lnTo>
                  <a:lnTo>
                    <a:pt x="258511" y="1038704"/>
                  </a:lnTo>
                  <a:lnTo>
                    <a:pt x="258507" y="1038690"/>
                  </a:lnTo>
                  <a:lnTo>
                    <a:pt x="258503" y="1038666"/>
                  </a:lnTo>
                  <a:lnTo>
                    <a:pt x="258507" y="1038605"/>
                  </a:lnTo>
                  <a:lnTo>
                    <a:pt x="258493" y="1038569"/>
                  </a:lnTo>
                  <a:lnTo>
                    <a:pt x="258476" y="1038547"/>
                  </a:lnTo>
                  <a:lnTo>
                    <a:pt x="258473" y="1038524"/>
                  </a:lnTo>
                  <a:lnTo>
                    <a:pt x="258474" y="1038500"/>
                  </a:lnTo>
                  <a:lnTo>
                    <a:pt x="258471" y="1038480"/>
                  </a:lnTo>
                  <a:lnTo>
                    <a:pt x="258462" y="1038456"/>
                  </a:lnTo>
                  <a:lnTo>
                    <a:pt x="258434" y="1038434"/>
                  </a:lnTo>
                  <a:lnTo>
                    <a:pt x="258433" y="1038420"/>
                  </a:lnTo>
                  <a:lnTo>
                    <a:pt x="258434" y="1038413"/>
                  </a:lnTo>
                  <a:lnTo>
                    <a:pt x="258441" y="1038413"/>
                  </a:lnTo>
                  <a:lnTo>
                    <a:pt x="258468" y="1038412"/>
                  </a:lnTo>
                  <a:lnTo>
                    <a:pt x="258507" y="1038402"/>
                  </a:lnTo>
                  <a:lnTo>
                    <a:pt x="258581" y="1038367"/>
                  </a:lnTo>
                  <a:lnTo>
                    <a:pt x="258608" y="1038344"/>
                  </a:lnTo>
                  <a:lnTo>
                    <a:pt x="258616" y="1038311"/>
                  </a:lnTo>
                  <a:lnTo>
                    <a:pt x="258624" y="1038268"/>
                  </a:lnTo>
                  <a:lnTo>
                    <a:pt x="258646" y="1038205"/>
                  </a:lnTo>
                  <a:lnTo>
                    <a:pt x="258666" y="1038168"/>
                  </a:lnTo>
                  <a:lnTo>
                    <a:pt x="258675" y="1038141"/>
                  </a:lnTo>
                  <a:lnTo>
                    <a:pt x="258677" y="1038113"/>
                  </a:lnTo>
                  <a:lnTo>
                    <a:pt x="258682" y="1038045"/>
                  </a:lnTo>
                  <a:lnTo>
                    <a:pt x="258676" y="1038018"/>
                  </a:lnTo>
                  <a:lnTo>
                    <a:pt x="258671" y="1038001"/>
                  </a:lnTo>
                  <a:lnTo>
                    <a:pt x="258652" y="1037958"/>
                  </a:lnTo>
                  <a:lnTo>
                    <a:pt x="258643" y="1037935"/>
                  </a:lnTo>
                  <a:lnTo>
                    <a:pt x="258645" y="1037925"/>
                  </a:lnTo>
                  <a:lnTo>
                    <a:pt x="258652" y="1037917"/>
                  </a:lnTo>
                  <a:lnTo>
                    <a:pt x="258673" y="1037902"/>
                  </a:lnTo>
                  <a:lnTo>
                    <a:pt x="258680" y="1037893"/>
                  </a:lnTo>
                  <a:lnTo>
                    <a:pt x="258702" y="1037850"/>
                  </a:lnTo>
                  <a:lnTo>
                    <a:pt x="258731" y="1037800"/>
                  </a:lnTo>
                  <a:lnTo>
                    <a:pt x="258744" y="1037759"/>
                  </a:lnTo>
                  <a:lnTo>
                    <a:pt x="258743" y="1037720"/>
                  </a:lnTo>
                  <a:lnTo>
                    <a:pt x="258737" y="1037677"/>
                  </a:lnTo>
                  <a:lnTo>
                    <a:pt x="258725" y="1037656"/>
                  </a:lnTo>
                  <a:lnTo>
                    <a:pt x="258702" y="1037638"/>
                  </a:lnTo>
                  <a:lnTo>
                    <a:pt x="258681" y="1037625"/>
                  </a:lnTo>
                  <a:lnTo>
                    <a:pt x="258679" y="1037618"/>
                  </a:lnTo>
                  <a:lnTo>
                    <a:pt x="258681" y="1037611"/>
                  </a:lnTo>
                  <a:lnTo>
                    <a:pt x="258700" y="1037575"/>
                  </a:lnTo>
                  <a:lnTo>
                    <a:pt x="258712" y="1037554"/>
                  </a:lnTo>
                  <a:lnTo>
                    <a:pt x="258713" y="1037538"/>
                  </a:lnTo>
                  <a:lnTo>
                    <a:pt x="258716" y="1037510"/>
                  </a:lnTo>
                  <a:lnTo>
                    <a:pt x="258715" y="1037502"/>
                  </a:lnTo>
                  <a:lnTo>
                    <a:pt x="258716" y="1037449"/>
                  </a:lnTo>
                  <a:lnTo>
                    <a:pt x="258725" y="1037411"/>
                  </a:lnTo>
                  <a:lnTo>
                    <a:pt x="258728" y="1037381"/>
                  </a:lnTo>
                  <a:lnTo>
                    <a:pt x="258746" y="1037346"/>
                  </a:lnTo>
                  <a:lnTo>
                    <a:pt x="258751" y="1037319"/>
                  </a:lnTo>
                  <a:lnTo>
                    <a:pt x="258752" y="1037301"/>
                  </a:lnTo>
                  <a:lnTo>
                    <a:pt x="258749" y="1037261"/>
                  </a:lnTo>
                  <a:lnTo>
                    <a:pt x="258744" y="1037245"/>
                  </a:lnTo>
                  <a:lnTo>
                    <a:pt x="258739" y="1037237"/>
                  </a:lnTo>
                  <a:lnTo>
                    <a:pt x="258739" y="1037231"/>
                  </a:lnTo>
                  <a:lnTo>
                    <a:pt x="258744" y="1037218"/>
                  </a:lnTo>
                  <a:lnTo>
                    <a:pt x="258753" y="1037207"/>
                  </a:lnTo>
                  <a:lnTo>
                    <a:pt x="258758" y="1037198"/>
                  </a:lnTo>
                  <a:lnTo>
                    <a:pt x="258789" y="1037165"/>
                  </a:lnTo>
                  <a:lnTo>
                    <a:pt x="258804" y="1037138"/>
                  </a:lnTo>
                  <a:lnTo>
                    <a:pt x="258836" y="1037086"/>
                  </a:lnTo>
                  <a:lnTo>
                    <a:pt x="258848" y="1037079"/>
                  </a:lnTo>
                  <a:lnTo>
                    <a:pt x="258863" y="1037072"/>
                  </a:lnTo>
                  <a:lnTo>
                    <a:pt x="258867" y="1037065"/>
                  </a:lnTo>
                  <a:lnTo>
                    <a:pt x="258872" y="1037024"/>
                  </a:lnTo>
                  <a:lnTo>
                    <a:pt x="258885" y="1037005"/>
                  </a:lnTo>
                  <a:lnTo>
                    <a:pt x="258891" y="1036999"/>
                  </a:lnTo>
                  <a:lnTo>
                    <a:pt x="258919" y="1036960"/>
                  </a:lnTo>
                  <a:lnTo>
                    <a:pt x="258935" y="1036918"/>
                  </a:lnTo>
                  <a:lnTo>
                    <a:pt x="258936" y="1036881"/>
                  </a:lnTo>
                  <a:lnTo>
                    <a:pt x="258943" y="1036851"/>
                  </a:lnTo>
                  <a:lnTo>
                    <a:pt x="258959" y="1036807"/>
                  </a:lnTo>
                  <a:lnTo>
                    <a:pt x="258961" y="1036732"/>
                  </a:lnTo>
                  <a:lnTo>
                    <a:pt x="258961" y="1036690"/>
                  </a:lnTo>
                  <a:lnTo>
                    <a:pt x="258970" y="1036647"/>
                  </a:lnTo>
                  <a:lnTo>
                    <a:pt x="258962" y="1036591"/>
                  </a:lnTo>
                  <a:lnTo>
                    <a:pt x="258956" y="1036550"/>
                  </a:lnTo>
                  <a:lnTo>
                    <a:pt x="258956" y="1036514"/>
                  </a:lnTo>
                  <a:lnTo>
                    <a:pt x="258960" y="1036494"/>
                  </a:lnTo>
                  <a:lnTo>
                    <a:pt x="258965" y="1036481"/>
                  </a:lnTo>
                  <a:lnTo>
                    <a:pt x="258986" y="1036465"/>
                  </a:lnTo>
                  <a:lnTo>
                    <a:pt x="258997" y="1036461"/>
                  </a:lnTo>
                  <a:lnTo>
                    <a:pt x="259006" y="1036462"/>
                  </a:lnTo>
                  <a:lnTo>
                    <a:pt x="259036" y="1036461"/>
                  </a:lnTo>
                  <a:lnTo>
                    <a:pt x="259066" y="1036457"/>
                  </a:lnTo>
                  <a:lnTo>
                    <a:pt x="259079" y="1036453"/>
                  </a:lnTo>
                  <a:lnTo>
                    <a:pt x="259100" y="1036446"/>
                  </a:lnTo>
                  <a:lnTo>
                    <a:pt x="259119" y="1036436"/>
                  </a:lnTo>
                  <a:lnTo>
                    <a:pt x="259133" y="1036423"/>
                  </a:lnTo>
                  <a:lnTo>
                    <a:pt x="259136" y="1036418"/>
                  </a:lnTo>
                  <a:lnTo>
                    <a:pt x="259137" y="1036413"/>
                  </a:lnTo>
                  <a:lnTo>
                    <a:pt x="259136" y="1036401"/>
                  </a:lnTo>
                  <a:lnTo>
                    <a:pt x="259133" y="1036375"/>
                  </a:lnTo>
                  <a:lnTo>
                    <a:pt x="259141" y="1036329"/>
                  </a:lnTo>
                  <a:lnTo>
                    <a:pt x="259146" y="1036297"/>
                  </a:lnTo>
                  <a:lnTo>
                    <a:pt x="259144" y="1036260"/>
                  </a:lnTo>
                  <a:lnTo>
                    <a:pt x="259142" y="1036236"/>
                  </a:lnTo>
                  <a:lnTo>
                    <a:pt x="259144" y="1036218"/>
                  </a:lnTo>
                  <a:lnTo>
                    <a:pt x="259149" y="1036205"/>
                  </a:lnTo>
                  <a:lnTo>
                    <a:pt x="259175" y="1036176"/>
                  </a:lnTo>
                  <a:lnTo>
                    <a:pt x="259223" y="1036147"/>
                  </a:lnTo>
                  <a:lnTo>
                    <a:pt x="259250" y="1036124"/>
                  </a:lnTo>
                  <a:lnTo>
                    <a:pt x="259265" y="1036114"/>
                  </a:lnTo>
                  <a:lnTo>
                    <a:pt x="259286" y="1036086"/>
                  </a:lnTo>
                  <a:lnTo>
                    <a:pt x="259320" y="1036014"/>
                  </a:lnTo>
                  <a:lnTo>
                    <a:pt x="259341" y="1035964"/>
                  </a:lnTo>
                  <a:lnTo>
                    <a:pt x="259356" y="1035926"/>
                  </a:lnTo>
                  <a:lnTo>
                    <a:pt x="259366" y="1035918"/>
                  </a:lnTo>
                  <a:lnTo>
                    <a:pt x="259378" y="1035915"/>
                  </a:lnTo>
                  <a:lnTo>
                    <a:pt x="259393" y="1035918"/>
                  </a:lnTo>
                  <a:lnTo>
                    <a:pt x="259403" y="1035919"/>
                  </a:lnTo>
                  <a:lnTo>
                    <a:pt x="259415" y="1035919"/>
                  </a:lnTo>
                  <a:lnTo>
                    <a:pt x="259429" y="1035916"/>
                  </a:lnTo>
                  <a:lnTo>
                    <a:pt x="259443" y="1035907"/>
                  </a:lnTo>
                  <a:lnTo>
                    <a:pt x="259455" y="1035893"/>
                  </a:lnTo>
                  <a:lnTo>
                    <a:pt x="259464" y="1035883"/>
                  </a:lnTo>
                  <a:lnTo>
                    <a:pt x="259487" y="1035852"/>
                  </a:lnTo>
                  <a:lnTo>
                    <a:pt x="259505" y="1035817"/>
                  </a:lnTo>
                  <a:lnTo>
                    <a:pt x="259520" y="1035787"/>
                  </a:lnTo>
                  <a:lnTo>
                    <a:pt x="259567" y="1035686"/>
                  </a:lnTo>
                  <a:lnTo>
                    <a:pt x="259594" y="1035645"/>
                  </a:lnTo>
                  <a:lnTo>
                    <a:pt x="259596" y="1035614"/>
                  </a:lnTo>
                  <a:lnTo>
                    <a:pt x="259579" y="1035547"/>
                  </a:lnTo>
                  <a:lnTo>
                    <a:pt x="259556" y="1035495"/>
                  </a:lnTo>
                  <a:lnTo>
                    <a:pt x="259530" y="1035465"/>
                  </a:lnTo>
                  <a:lnTo>
                    <a:pt x="259512" y="1035448"/>
                  </a:lnTo>
                  <a:lnTo>
                    <a:pt x="259437" y="1035344"/>
                  </a:lnTo>
                  <a:lnTo>
                    <a:pt x="259394" y="1035271"/>
                  </a:lnTo>
                  <a:lnTo>
                    <a:pt x="259385" y="1035255"/>
                  </a:lnTo>
                  <a:lnTo>
                    <a:pt x="259327" y="1035145"/>
                  </a:lnTo>
                  <a:lnTo>
                    <a:pt x="259295" y="1035053"/>
                  </a:lnTo>
                  <a:lnTo>
                    <a:pt x="259295" y="1035027"/>
                  </a:lnTo>
                  <a:lnTo>
                    <a:pt x="259297" y="1034960"/>
                  </a:lnTo>
                  <a:lnTo>
                    <a:pt x="259292" y="1034864"/>
                  </a:lnTo>
                  <a:lnTo>
                    <a:pt x="259292" y="1034802"/>
                  </a:lnTo>
                  <a:lnTo>
                    <a:pt x="259301" y="1034719"/>
                  </a:lnTo>
                  <a:lnTo>
                    <a:pt x="259315" y="1034679"/>
                  </a:lnTo>
                  <a:lnTo>
                    <a:pt x="259332" y="1034652"/>
                  </a:lnTo>
                  <a:lnTo>
                    <a:pt x="259346" y="1034630"/>
                  </a:lnTo>
                  <a:lnTo>
                    <a:pt x="259390" y="1034600"/>
                  </a:lnTo>
                  <a:lnTo>
                    <a:pt x="259409" y="1034598"/>
                  </a:lnTo>
                  <a:lnTo>
                    <a:pt x="259431" y="1034601"/>
                  </a:lnTo>
                  <a:lnTo>
                    <a:pt x="259469" y="1034608"/>
                  </a:lnTo>
                  <a:lnTo>
                    <a:pt x="259565" y="1034648"/>
                  </a:lnTo>
                  <a:lnTo>
                    <a:pt x="259669" y="1034682"/>
                  </a:lnTo>
                  <a:lnTo>
                    <a:pt x="259712" y="1034691"/>
                  </a:lnTo>
                  <a:lnTo>
                    <a:pt x="259737" y="1034690"/>
                  </a:lnTo>
                  <a:lnTo>
                    <a:pt x="259777" y="1034686"/>
                  </a:lnTo>
                  <a:lnTo>
                    <a:pt x="259873" y="1034662"/>
                  </a:lnTo>
                  <a:lnTo>
                    <a:pt x="259951" y="1034645"/>
                  </a:lnTo>
                  <a:lnTo>
                    <a:pt x="259964" y="1034642"/>
                  </a:lnTo>
                  <a:lnTo>
                    <a:pt x="260071" y="1034636"/>
                  </a:lnTo>
                  <a:lnTo>
                    <a:pt x="260134" y="1034626"/>
                  </a:lnTo>
                  <a:lnTo>
                    <a:pt x="260225" y="1034603"/>
                  </a:lnTo>
                  <a:lnTo>
                    <a:pt x="260270" y="1034594"/>
                  </a:lnTo>
                  <a:lnTo>
                    <a:pt x="260377" y="1034579"/>
                  </a:lnTo>
                  <a:lnTo>
                    <a:pt x="260403" y="1034576"/>
                  </a:lnTo>
                  <a:lnTo>
                    <a:pt x="260443" y="1034557"/>
                  </a:lnTo>
                  <a:lnTo>
                    <a:pt x="260449" y="1034554"/>
                  </a:lnTo>
                  <a:lnTo>
                    <a:pt x="260487" y="1034545"/>
                  </a:lnTo>
                  <a:lnTo>
                    <a:pt x="260536" y="1034538"/>
                  </a:lnTo>
                  <a:lnTo>
                    <a:pt x="260567" y="1034542"/>
                  </a:lnTo>
                  <a:lnTo>
                    <a:pt x="260608" y="1034564"/>
                  </a:lnTo>
                  <a:lnTo>
                    <a:pt x="260650" y="1034593"/>
                  </a:lnTo>
                  <a:lnTo>
                    <a:pt x="260691" y="1034626"/>
                  </a:lnTo>
                  <a:lnTo>
                    <a:pt x="260729" y="1034652"/>
                  </a:lnTo>
                  <a:lnTo>
                    <a:pt x="260777" y="1034653"/>
                  </a:lnTo>
                  <a:lnTo>
                    <a:pt x="260835" y="1034654"/>
                  </a:lnTo>
                  <a:lnTo>
                    <a:pt x="260904" y="1034660"/>
                  </a:lnTo>
                  <a:lnTo>
                    <a:pt x="260973" y="1034660"/>
                  </a:lnTo>
                  <a:lnTo>
                    <a:pt x="261013" y="1034652"/>
                  </a:lnTo>
                  <a:lnTo>
                    <a:pt x="261071" y="1034632"/>
                  </a:lnTo>
                  <a:lnTo>
                    <a:pt x="261101" y="1034616"/>
                  </a:lnTo>
                  <a:lnTo>
                    <a:pt x="261148" y="1034592"/>
                  </a:lnTo>
                  <a:lnTo>
                    <a:pt x="261175" y="1034571"/>
                  </a:lnTo>
                  <a:lnTo>
                    <a:pt x="261196" y="1034553"/>
                  </a:lnTo>
                  <a:lnTo>
                    <a:pt x="261219" y="1034546"/>
                  </a:lnTo>
                  <a:lnTo>
                    <a:pt x="261236" y="1034549"/>
                  </a:lnTo>
                  <a:lnTo>
                    <a:pt x="261269" y="1034557"/>
                  </a:lnTo>
                  <a:lnTo>
                    <a:pt x="261292" y="1034566"/>
                  </a:lnTo>
                  <a:lnTo>
                    <a:pt x="261330" y="1034565"/>
                  </a:lnTo>
                  <a:lnTo>
                    <a:pt x="261371" y="1034556"/>
                  </a:lnTo>
                  <a:lnTo>
                    <a:pt x="261396" y="1034543"/>
                  </a:lnTo>
                  <a:lnTo>
                    <a:pt x="261425" y="1034530"/>
                  </a:lnTo>
                  <a:lnTo>
                    <a:pt x="261470" y="1034519"/>
                  </a:lnTo>
                  <a:lnTo>
                    <a:pt x="261480" y="1034515"/>
                  </a:lnTo>
                  <a:lnTo>
                    <a:pt x="261496" y="1034512"/>
                  </a:lnTo>
                  <a:lnTo>
                    <a:pt x="261505" y="1034511"/>
                  </a:lnTo>
                  <a:lnTo>
                    <a:pt x="261528" y="1034521"/>
                  </a:lnTo>
                  <a:lnTo>
                    <a:pt x="261567" y="1034532"/>
                  </a:lnTo>
                  <a:lnTo>
                    <a:pt x="261587" y="1034540"/>
                  </a:lnTo>
                  <a:lnTo>
                    <a:pt x="261620" y="1034544"/>
                  </a:lnTo>
                  <a:lnTo>
                    <a:pt x="261633" y="1034545"/>
                  </a:lnTo>
                  <a:lnTo>
                    <a:pt x="261680" y="1034548"/>
                  </a:lnTo>
                  <a:lnTo>
                    <a:pt x="261687" y="1034546"/>
                  </a:lnTo>
                  <a:lnTo>
                    <a:pt x="261694" y="1034547"/>
                  </a:lnTo>
                  <a:lnTo>
                    <a:pt x="261710" y="1034545"/>
                  </a:lnTo>
                  <a:lnTo>
                    <a:pt x="261731" y="1034543"/>
                  </a:lnTo>
                  <a:lnTo>
                    <a:pt x="261739" y="1034541"/>
                  </a:lnTo>
                  <a:lnTo>
                    <a:pt x="261762" y="1034520"/>
                  </a:lnTo>
                  <a:lnTo>
                    <a:pt x="261785" y="1034501"/>
                  </a:lnTo>
                  <a:lnTo>
                    <a:pt x="261825" y="1034474"/>
                  </a:lnTo>
                  <a:lnTo>
                    <a:pt x="261864" y="1034460"/>
                  </a:lnTo>
                  <a:lnTo>
                    <a:pt x="261895" y="1034447"/>
                  </a:lnTo>
                  <a:lnTo>
                    <a:pt x="261903" y="1034429"/>
                  </a:lnTo>
                  <a:lnTo>
                    <a:pt x="261907" y="1034413"/>
                  </a:lnTo>
                  <a:lnTo>
                    <a:pt x="261916" y="1034394"/>
                  </a:lnTo>
                  <a:lnTo>
                    <a:pt x="261927" y="1034386"/>
                  </a:lnTo>
                  <a:lnTo>
                    <a:pt x="261950" y="1034383"/>
                  </a:lnTo>
                  <a:lnTo>
                    <a:pt x="261966" y="1034385"/>
                  </a:lnTo>
                  <a:lnTo>
                    <a:pt x="262000" y="1034395"/>
                  </a:lnTo>
                  <a:lnTo>
                    <a:pt x="262022" y="1034397"/>
                  </a:lnTo>
                  <a:lnTo>
                    <a:pt x="262044" y="1034390"/>
                  </a:lnTo>
                  <a:lnTo>
                    <a:pt x="262062" y="1034383"/>
                  </a:lnTo>
                  <a:lnTo>
                    <a:pt x="262088" y="1034377"/>
                  </a:lnTo>
                  <a:lnTo>
                    <a:pt x="262130" y="1034367"/>
                  </a:lnTo>
                  <a:lnTo>
                    <a:pt x="262198" y="1034345"/>
                  </a:lnTo>
                  <a:lnTo>
                    <a:pt x="262218" y="1034326"/>
                  </a:lnTo>
                  <a:lnTo>
                    <a:pt x="262229" y="1034305"/>
                  </a:lnTo>
                  <a:lnTo>
                    <a:pt x="262238" y="1034272"/>
                  </a:lnTo>
                  <a:lnTo>
                    <a:pt x="262250" y="1034247"/>
                  </a:lnTo>
                  <a:lnTo>
                    <a:pt x="262281" y="1034223"/>
                  </a:lnTo>
                  <a:lnTo>
                    <a:pt x="262330" y="1034206"/>
                  </a:lnTo>
                  <a:lnTo>
                    <a:pt x="262370" y="1034203"/>
                  </a:lnTo>
                  <a:lnTo>
                    <a:pt x="262399" y="1034193"/>
                  </a:lnTo>
                  <a:lnTo>
                    <a:pt x="262427" y="1034170"/>
                  </a:lnTo>
                  <a:lnTo>
                    <a:pt x="262447" y="1034146"/>
                  </a:lnTo>
                  <a:lnTo>
                    <a:pt x="262468" y="1034122"/>
                  </a:lnTo>
                  <a:lnTo>
                    <a:pt x="262492" y="1034104"/>
                  </a:lnTo>
                  <a:lnTo>
                    <a:pt x="262520" y="1034093"/>
                  </a:lnTo>
                  <a:lnTo>
                    <a:pt x="262535" y="1034082"/>
                  </a:lnTo>
                  <a:lnTo>
                    <a:pt x="262529" y="1034076"/>
                  </a:lnTo>
                  <a:lnTo>
                    <a:pt x="262503" y="1034055"/>
                  </a:lnTo>
                  <a:lnTo>
                    <a:pt x="262485" y="1034040"/>
                  </a:lnTo>
                  <a:lnTo>
                    <a:pt x="262475" y="1034024"/>
                  </a:lnTo>
                  <a:lnTo>
                    <a:pt x="262475" y="1033995"/>
                  </a:lnTo>
                  <a:lnTo>
                    <a:pt x="262474" y="1033941"/>
                  </a:lnTo>
                  <a:lnTo>
                    <a:pt x="262460" y="1033910"/>
                  </a:lnTo>
                  <a:lnTo>
                    <a:pt x="262435" y="1033876"/>
                  </a:lnTo>
                  <a:lnTo>
                    <a:pt x="262404" y="1033846"/>
                  </a:lnTo>
                  <a:lnTo>
                    <a:pt x="262365" y="1033808"/>
                  </a:lnTo>
                  <a:lnTo>
                    <a:pt x="262343" y="1033792"/>
                  </a:lnTo>
                  <a:lnTo>
                    <a:pt x="262307" y="1033756"/>
                  </a:lnTo>
                  <a:lnTo>
                    <a:pt x="262275" y="1033726"/>
                  </a:lnTo>
                  <a:lnTo>
                    <a:pt x="262267" y="1033720"/>
                  </a:lnTo>
                  <a:lnTo>
                    <a:pt x="262258" y="1033709"/>
                  </a:lnTo>
                  <a:lnTo>
                    <a:pt x="262256" y="1033703"/>
                  </a:lnTo>
                  <a:lnTo>
                    <a:pt x="262259" y="1033681"/>
                  </a:lnTo>
                  <a:lnTo>
                    <a:pt x="262258" y="1033663"/>
                  </a:lnTo>
                  <a:lnTo>
                    <a:pt x="262258" y="1033647"/>
                  </a:lnTo>
                  <a:lnTo>
                    <a:pt x="262217" y="1033599"/>
                  </a:lnTo>
                  <a:lnTo>
                    <a:pt x="262203" y="1033587"/>
                  </a:lnTo>
                  <a:lnTo>
                    <a:pt x="262196" y="1033583"/>
                  </a:lnTo>
                  <a:lnTo>
                    <a:pt x="262186" y="1033577"/>
                  </a:lnTo>
                  <a:lnTo>
                    <a:pt x="262170" y="1033567"/>
                  </a:lnTo>
                  <a:lnTo>
                    <a:pt x="262161" y="1033560"/>
                  </a:lnTo>
                  <a:lnTo>
                    <a:pt x="262124" y="1033541"/>
                  </a:lnTo>
                  <a:lnTo>
                    <a:pt x="262090" y="1033528"/>
                  </a:lnTo>
                  <a:lnTo>
                    <a:pt x="262004" y="1033500"/>
                  </a:lnTo>
                  <a:lnTo>
                    <a:pt x="261923" y="1033481"/>
                  </a:lnTo>
                  <a:lnTo>
                    <a:pt x="261873" y="1033475"/>
                  </a:lnTo>
                  <a:lnTo>
                    <a:pt x="261828" y="1033471"/>
                  </a:lnTo>
                  <a:lnTo>
                    <a:pt x="261794" y="1033467"/>
                  </a:lnTo>
                  <a:lnTo>
                    <a:pt x="261772" y="1033452"/>
                  </a:lnTo>
                  <a:lnTo>
                    <a:pt x="261762" y="1033441"/>
                  </a:lnTo>
                  <a:lnTo>
                    <a:pt x="261718" y="1033419"/>
                  </a:lnTo>
                  <a:lnTo>
                    <a:pt x="261670" y="1033399"/>
                  </a:lnTo>
                  <a:lnTo>
                    <a:pt x="261645" y="1033394"/>
                  </a:lnTo>
                  <a:lnTo>
                    <a:pt x="261595" y="1033370"/>
                  </a:lnTo>
                  <a:lnTo>
                    <a:pt x="261513" y="1033334"/>
                  </a:lnTo>
                  <a:lnTo>
                    <a:pt x="261473" y="1033325"/>
                  </a:lnTo>
                  <a:lnTo>
                    <a:pt x="261420" y="1033292"/>
                  </a:lnTo>
                  <a:lnTo>
                    <a:pt x="261394" y="1033265"/>
                  </a:lnTo>
                  <a:lnTo>
                    <a:pt x="261380" y="1033245"/>
                  </a:lnTo>
                  <a:lnTo>
                    <a:pt x="261366" y="1033245"/>
                  </a:lnTo>
                  <a:lnTo>
                    <a:pt x="261347" y="1033250"/>
                  </a:lnTo>
                  <a:lnTo>
                    <a:pt x="261319" y="1033237"/>
                  </a:lnTo>
                  <a:lnTo>
                    <a:pt x="261255" y="1033200"/>
                  </a:lnTo>
                  <a:lnTo>
                    <a:pt x="261230" y="1033181"/>
                  </a:lnTo>
                  <a:lnTo>
                    <a:pt x="261215" y="1033152"/>
                  </a:lnTo>
                  <a:lnTo>
                    <a:pt x="261204" y="1033131"/>
                  </a:lnTo>
                  <a:lnTo>
                    <a:pt x="261193" y="1033120"/>
                  </a:lnTo>
                  <a:lnTo>
                    <a:pt x="261184" y="1033111"/>
                  </a:lnTo>
                  <a:lnTo>
                    <a:pt x="261182" y="1033090"/>
                  </a:lnTo>
                  <a:lnTo>
                    <a:pt x="261181" y="1033080"/>
                  </a:lnTo>
                  <a:lnTo>
                    <a:pt x="261168" y="1033068"/>
                  </a:lnTo>
                  <a:lnTo>
                    <a:pt x="261132" y="1033061"/>
                  </a:lnTo>
                  <a:lnTo>
                    <a:pt x="261092" y="1033061"/>
                  </a:lnTo>
                  <a:lnTo>
                    <a:pt x="261048" y="1033062"/>
                  </a:lnTo>
                  <a:lnTo>
                    <a:pt x="261018" y="1033062"/>
                  </a:lnTo>
                  <a:lnTo>
                    <a:pt x="260989" y="1033065"/>
                  </a:lnTo>
                  <a:lnTo>
                    <a:pt x="260969" y="1033067"/>
                  </a:lnTo>
                  <a:lnTo>
                    <a:pt x="260958" y="1033063"/>
                  </a:lnTo>
                  <a:lnTo>
                    <a:pt x="260944" y="1033045"/>
                  </a:lnTo>
                  <a:lnTo>
                    <a:pt x="260924" y="1033027"/>
                  </a:lnTo>
                  <a:lnTo>
                    <a:pt x="260884" y="1032997"/>
                  </a:lnTo>
                  <a:lnTo>
                    <a:pt x="260854" y="1032985"/>
                  </a:lnTo>
                  <a:lnTo>
                    <a:pt x="260841" y="1032980"/>
                  </a:lnTo>
                  <a:lnTo>
                    <a:pt x="260807" y="1032979"/>
                  </a:lnTo>
                  <a:lnTo>
                    <a:pt x="260780" y="1032978"/>
                  </a:lnTo>
                  <a:lnTo>
                    <a:pt x="260763" y="1032973"/>
                  </a:lnTo>
                  <a:lnTo>
                    <a:pt x="260753" y="1032962"/>
                  </a:lnTo>
                  <a:lnTo>
                    <a:pt x="260749" y="1032940"/>
                  </a:lnTo>
                  <a:lnTo>
                    <a:pt x="260743" y="1032915"/>
                  </a:lnTo>
                  <a:lnTo>
                    <a:pt x="260735" y="1032891"/>
                  </a:lnTo>
                  <a:lnTo>
                    <a:pt x="260697" y="1032854"/>
                  </a:lnTo>
                  <a:lnTo>
                    <a:pt x="260662" y="1032835"/>
                  </a:lnTo>
                  <a:lnTo>
                    <a:pt x="260615" y="1032815"/>
                  </a:lnTo>
                  <a:lnTo>
                    <a:pt x="260585" y="1032808"/>
                  </a:lnTo>
                  <a:lnTo>
                    <a:pt x="260542" y="1032798"/>
                  </a:lnTo>
                  <a:lnTo>
                    <a:pt x="260495" y="1032787"/>
                  </a:lnTo>
                  <a:lnTo>
                    <a:pt x="260474" y="1032776"/>
                  </a:lnTo>
                  <a:lnTo>
                    <a:pt x="260447" y="1032754"/>
                  </a:lnTo>
                  <a:lnTo>
                    <a:pt x="260424" y="1032716"/>
                  </a:lnTo>
                  <a:lnTo>
                    <a:pt x="260417" y="1032700"/>
                  </a:lnTo>
                  <a:lnTo>
                    <a:pt x="260406" y="1032675"/>
                  </a:lnTo>
                  <a:lnTo>
                    <a:pt x="260389" y="1032638"/>
                  </a:lnTo>
                  <a:lnTo>
                    <a:pt x="260378" y="1032624"/>
                  </a:lnTo>
                  <a:lnTo>
                    <a:pt x="260367" y="1032613"/>
                  </a:lnTo>
                  <a:lnTo>
                    <a:pt x="260351" y="1032603"/>
                  </a:lnTo>
                  <a:lnTo>
                    <a:pt x="260327" y="1032564"/>
                  </a:lnTo>
                  <a:lnTo>
                    <a:pt x="260301" y="1032528"/>
                  </a:lnTo>
                  <a:lnTo>
                    <a:pt x="260288" y="1032512"/>
                  </a:lnTo>
                  <a:lnTo>
                    <a:pt x="260267" y="1032508"/>
                  </a:lnTo>
                  <a:lnTo>
                    <a:pt x="260216" y="1032511"/>
                  </a:lnTo>
                  <a:lnTo>
                    <a:pt x="260184" y="1032519"/>
                  </a:lnTo>
                  <a:lnTo>
                    <a:pt x="260134" y="1032525"/>
                  </a:lnTo>
                  <a:lnTo>
                    <a:pt x="260094" y="1032520"/>
                  </a:lnTo>
                  <a:lnTo>
                    <a:pt x="260050" y="1032510"/>
                  </a:lnTo>
                  <a:lnTo>
                    <a:pt x="260019" y="1032501"/>
                  </a:lnTo>
                  <a:lnTo>
                    <a:pt x="259998" y="1032502"/>
                  </a:lnTo>
                  <a:lnTo>
                    <a:pt x="259983" y="1032513"/>
                  </a:lnTo>
                  <a:lnTo>
                    <a:pt x="259946" y="1032521"/>
                  </a:lnTo>
                  <a:lnTo>
                    <a:pt x="259922" y="1032521"/>
                  </a:lnTo>
                  <a:lnTo>
                    <a:pt x="259903" y="1032516"/>
                  </a:lnTo>
                  <a:lnTo>
                    <a:pt x="259877" y="1032505"/>
                  </a:lnTo>
                  <a:lnTo>
                    <a:pt x="259820" y="1032497"/>
                  </a:lnTo>
                  <a:lnTo>
                    <a:pt x="259787" y="1032479"/>
                  </a:lnTo>
                  <a:lnTo>
                    <a:pt x="259758" y="1032479"/>
                  </a:lnTo>
                  <a:lnTo>
                    <a:pt x="259735" y="1032471"/>
                  </a:lnTo>
                  <a:lnTo>
                    <a:pt x="259728" y="1032451"/>
                  </a:lnTo>
                  <a:lnTo>
                    <a:pt x="259718" y="1032424"/>
                  </a:lnTo>
                  <a:lnTo>
                    <a:pt x="259701" y="1032406"/>
                  </a:lnTo>
                  <a:lnTo>
                    <a:pt x="259666" y="1032383"/>
                  </a:lnTo>
                  <a:lnTo>
                    <a:pt x="259639" y="1032370"/>
                  </a:lnTo>
                  <a:lnTo>
                    <a:pt x="259598" y="1032351"/>
                  </a:lnTo>
                  <a:lnTo>
                    <a:pt x="259577" y="1032349"/>
                  </a:lnTo>
                  <a:lnTo>
                    <a:pt x="259540" y="1032352"/>
                  </a:lnTo>
                  <a:lnTo>
                    <a:pt x="259518" y="1032352"/>
                  </a:lnTo>
                  <a:lnTo>
                    <a:pt x="259504" y="1032343"/>
                  </a:lnTo>
                  <a:lnTo>
                    <a:pt x="259484" y="1032323"/>
                  </a:lnTo>
                  <a:lnTo>
                    <a:pt x="259459" y="1032308"/>
                  </a:lnTo>
                  <a:lnTo>
                    <a:pt x="259437" y="1032280"/>
                  </a:lnTo>
                  <a:lnTo>
                    <a:pt x="259428" y="1032243"/>
                  </a:lnTo>
                  <a:lnTo>
                    <a:pt x="259411" y="1032205"/>
                  </a:lnTo>
                  <a:lnTo>
                    <a:pt x="259406" y="1032193"/>
                  </a:lnTo>
                  <a:lnTo>
                    <a:pt x="259391" y="1032187"/>
                  </a:lnTo>
                  <a:lnTo>
                    <a:pt x="259367" y="1032186"/>
                  </a:lnTo>
                  <a:lnTo>
                    <a:pt x="259352" y="1032186"/>
                  </a:lnTo>
                  <a:lnTo>
                    <a:pt x="259327" y="1032191"/>
                  </a:lnTo>
                  <a:lnTo>
                    <a:pt x="259296" y="1032194"/>
                  </a:lnTo>
                  <a:lnTo>
                    <a:pt x="259263" y="1032191"/>
                  </a:lnTo>
                  <a:lnTo>
                    <a:pt x="259229" y="1032172"/>
                  </a:lnTo>
                  <a:lnTo>
                    <a:pt x="259163" y="1032140"/>
                  </a:lnTo>
                  <a:lnTo>
                    <a:pt x="259128" y="1032120"/>
                  </a:lnTo>
                  <a:lnTo>
                    <a:pt x="259084" y="1032107"/>
                  </a:lnTo>
                  <a:lnTo>
                    <a:pt x="259045" y="1032094"/>
                  </a:lnTo>
                  <a:lnTo>
                    <a:pt x="259030" y="1032089"/>
                  </a:lnTo>
                  <a:lnTo>
                    <a:pt x="259028" y="1032082"/>
                  </a:lnTo>
                  <a:lnTo>
                    <a:pt x="259027" y="1032074"/>
                  </a:lnTo>
                  <a:lnTo>
                    <a:pt x="259032" y="1032056"/>
                  </a:lnTo>
                  <a:lnTo>
                    <a:pt x="259041" y="1032042"/>
                  </a:lnTo>
                  <a:lnTo>
                    <a:pt x="259045" y="1032026"/>
                  </a:lnTo>
                  <a:lnTo>
                    <a:pt x="259047" y="1032010"/>
                  </a:lnTo>
                  <a:lnTo>
                    <a:pt x="259043" y="1031992"/>
                  </a:lnTo>
                  <a:lnTo>
                    <a:pt x="259030" y="1031972"/>
                  </a:lnTo>
                  <a:lnTo>
                    <a:pt x="259016" y="1031956"/>
                  </a:lnTo>
                  <a:lnTo>
                    <a:pt x="258994" y="1031943"/>
                  </a:lnTo>
                  <a:lnTo>
                    <a:pt x="258980" y="1031932"/>
                  </a:lnTo>
                  <a:lnTo>
                    <a:pt x="258966" y="1031907"/>
                  </a:lnTo>
                  <a:lnTo>
                    <a:pt x="258953" y="1031883"/>
                  </a:lnTo>
                  <a:lnTo>
                    <a:pt x="258942" y="1031870"/>
                  </a:lnTo>
                  <a:lnTo>
                    <a:pt x="258917" y="1031845"/>
                  </a:lnTo>
                  <a:lnTo>
                    <a:pt x="258896" y="1031815"/>
                  </a:lnTo>
                  <a:lnTo>
                    <a:pt x="258871" y="1031790"/>
                  </a:lnTo>
                  <a:lnTo>
                    <a:pt x="258840" y="1031761"/>
                  </a:lnTo>
                  <a:lnTo>
                    <a:pt x="258806" y="1031734"/>
                  </a:lnTo>
                  <a:lnTo>
                    <a:pt x="258742" y="1031696"/>
                  </a:lnTo>
                  <a:lnTo>
                    <a:pt x="258717" y="1031681"/>
                  </a:lnTo>
                  <a:lnTo>
                    <a:pt x="258712" y="1031673"/>
                  </a:lnTo>
                  <a:lnTo>
                    <a:pt x="258712" y="1031655"/>
                  </a:lnTo>
                  <a:lnTo>
                    <a:pt x="258711" y="1031634"/>
                  </a:lnTo>
                  <a:lnTo>
                    <a:pt x="258704" y="1031610"/>
                  </a:lnTo>
                  <a:lnTo>
                    <a:pt x="258684" y="1031591"/>
                  </a:lnTo>
                  <a:lnTo>
                    <a:pt x="258662" y="1031571"/>
                  </a:lnTo>
                  <a:lnTo>
                    <a:pt x="258653" y="1031565"/>
                  </a:lnTo>
                  <a:lnTo>
                    <a:pt x="258650" y="1031557"/>
                  </a:lnTo>
                  <a:lnTo>
                    <a:pt x="258654" y="1031543"/>
                  </a:lnTo>
                  <a:lnTo>
                    <a:pt x="258663" y="1031523"/>
                  </a:lnTo>
                  <a:lnTo>
                    <a:pt x="258665" y="1031496"/>
                  </a:lnTo>
                  <a:lnTo>
                    <a:pt x="258665" y="1031477"/>
                  </a:lnTo>
                  <a:lnTo>
                    <a:pt x="258659" y="1031461"/>
                  </a:lnTo>
                  <a:lnTo>
                    <a:pt x="258649" y="1031446"/>
                  </a:lnTo>
                  <a:lnTo>
                    <a:pt x="258626" y="1031414"/>
                  </a:lnTo>
                  <a:lnTo>
                    <a:pt x="258612" y="1031388"/>
                  </a:lnTo>
                  <a:lnTo>
                    <a:pt x="258603" y="1031374"/>
                  </a:lnTo>
                  <a:lnTo>
                    <a:pt x="258600" y="1031360"/>
                  </a:lnTo>
                  <a:lnTo>
                    <a:pt x="258600" y="1031348"/>
                  </a:lnTo>
                  <a:lnTo>
                    <a:pt x="258605" y="1031324"/>
                  </a:lnTo>
                  <a:lnTo>
                    <a:pt x="258618" y="1031297"/>
                  </a:lnTo>
                  <a:lnTo>
                    <a:pt x="258637" y="1031262"/>
                  </a:lnTo>
                  <a:lnTo>
                    <a:pt x="258659" y="1031227"/>
                  </a:lnTo>
                  <a:lnTo>
                    <a:pt x="258661" y="1031215"/>
                  </a:lnTo>
                  <a:lnTo>
                    <a:pt x="258656" y="1031198"/>
                  </a:lnTo>
                  <a:lnTo>
                    <a:pt x="258652" y="1031181"/>
                  </a:lnTo>
                  <a:lnTo>
                    <a:pt x="258646" y="1031166"/>
                  </a:lnTo>
                  <a:lnTo>
                    <a:pt x="258643" y="1031143"/>
                  </a:lnTo>
                  <a:lnTo>
                    <a:pt x="258654" y="1031081"/>
                  </a:lnTo>
                  <a:lnTo>
                    <a:pt x="258672" y="1030972"/>
                  </a:lnTo>
                  <a:lnTo>
                    <a:pt x="258683" y="1030898"/>
                  </a:lnTo>
                  <a:lnTo>
                    <a:pt x="258688" y="1030859"/>
                  </a:lnTo>
                  <a:lnTo>
                    <a:pt x="258697" y="1030823"/>
                  </a:lnTo>
                  <a:lnTo>
                    <a:pt x="258706" y="1030799"/>
                  </a:lnTo>
                  <a:lnTo>
                    <a:pt x="258713" y="1030760"/>
                  </a:lnTo>
                  <a:lnTo>
                    <a:pt x="258714" y="1030741"/>
                  </a:lnTo>
                  <a:lnTo>
                    <a:pt x="258699" y="1030726"/>
                  </a:lnTo>
                  <a:lnTo>
                    <a:pt x="258684" y="1030724"/>
                  </a:lnTo>
                  <a:lnTo>
                    <a:pt x="258667" y="1030716"/>
                  </a:lnTo>
                  <a:lnTo>
                    <a:pt x="258626" y="1030708"/>
                  </a:lnTo>
                  <a:lnTo>
                    <a:pt x="258588" y="1030703"/>
                  </a:lnTo>
                  <a:lnTo>
                    <a:pt x="258559" y="1030704"/>
                  </a:lnTo>
                  <a:lnTo>
                    <a:pt x="258524" y="1030717"/>
                  </a:lnTo>
                  <a:lnTo>
                    <a:pt x="258490" y="1030724"/>
                  </a:lnTo>
                  <a:lnTo>
                    <a:pt x="258457" y="1030726"/>
                  </a:lnTo>
                  <a:lnTo>
                    <a:pt x="258413" y="1030717"/>
                  </a:lnTo>
                  <a:lnTo>
                    <a:pt x="258376" y="1030696"/>
                  </a:lnTo>
                  <a:lnTo>
                    <a:pt x="258353" y="1030689"/>
                  </a:lnTo>
                  <a:lnTo>
                    <a:pt x="258305" y="1030675"/>
                  </a:lnTo>
                  <a:lnTo>
                    <a:pt x="258260" y="1030672"/>
                  </a:lnTo>
                  <a:lnTo>
                    <a:pt x="258210" y="1030663"/>
                  </a:lnTo>
                  <a:lnTo>
                    <a:pt x="258174" y="1030646"/>
                  </a:lnTo>
                  <a:lnTo>
                    <a:pt x="258155" y="1030628"/>
                  </a:lnTo>
                  <a:lnTo>
                    <a:pt x="258132" y="1030607"/>
                  </a:lnTo>
                  <a:lnTo>
                    <a:pt x="258106" y="1030599"/>
                  </a:lnTo>
                  <a:lnTo>
                    <a:pt x="258064" y="1030594"/>
                  </a:lnTo>
                  <a:lnTo>
                    <a:pt x="258039" y="1030595"/>
                  </a:lnTo>
                  <a:lnTo>
                    <a:pt x="257999" y="1030601"/>
                  </a:lnTo>
                  <a:lnTo>
                    <a:pt x="257957" y="1030608"/>
                  </a:lnTo>
                  <a:lnTo>
                    <a:pt x="257915" y="1030619"/>
                  </a:lnTo>
                  <a:lnTo>
                    <a:pt x="257886" y="1030623"/>
                  </a:lnTo>
                  <a:lnTo>
                    <a:pt x="257862" y="1030630"/>
                  </a:lnTo>
                  <a:lnTo>
                    <a:pt x="257827" y="1030646"/>
                  </a:lnTo>
                  <a:lnTo>
                    <a:pt x="257789" y="1030667"/>
                  </a:lnTo>
                  <a:lnTo>
                    <a:pt x="257755" y="1030685"/>
                  </a:lnTo>
                  <a:lnTo>
                    <a:pt x="257713" y="1030705"/>
                  </a:lnTo>
                  <a:lnTo>
                    <a:pt x="257687" y="1030723"/>
                  </a:lnTo>
                  <a:lnTo>
                    <a:pt x="257675" y="1030742"/>
                  </a:lnTo>
                  <a:lnTo>
                    <a:pt x="257668" y="1030793"/>
                  </a:lnTo>
                  <a:lnTo>
                    <a:pt x="257666" y="1030816"/>
                  </a:lnTo>
                  <a:lnTo>
                    <a:pt x="257657" y="1030849"/>
                  </a:lnTo>
                  <a:lnTo>
                    <a:pt x="257638" y="1030871"/>
                  </a:lnTo>
                  <a:lnTo>
                    <a:pt x="257615" y="1030883"/>
                  </a:lnTo>
                  <a:lnTo>
                    <a:pt x="257589" y="1030888"/>
                  </a:lnTo>
                  <a:lnTo>
                    <a:pt x="257533" y="1030898"/>
                  </a:lnTo>
                  <a:lnTo>
                    <a:pt x="257493" y="1030908"/>
                  </a:lnTo>
                  <a:lnTo>
                    <a:pt x="257440" y="1030921"/>
                  </a:lnTo>
                  <a:lnTo>
                    <a:pt x="257400" y="1030937"/>
                  </a:lnTo>
                  <a:lnTo>
                    <a:pt x="257373" y="1030947"/>
                  </a:lnTo>
                  <a:lnTo>
                    <a:pt x="257347" y="1030968"/>
                  </a:lnTo>
                  <a:lnTo>
                    <a:pt x="257314" y="1031001"/>
                  </a:lnTo>
                  <a:lnTo>
                    <a:pt x="257299" y="1031024"/>
                  </a:lnTo>
                  <a:lnTo>
                    <a:pt x="257277" y="1031051"/>
                  </a:lnTo>
                  <a:lnTo>
                    <a:pt x="257252" y="1031069"/>
                  </a:lnTo>
                  <a:lnTo>
                    <a:pt x="257218" y="1031092"/>
                  </a:lnTo>
                  <a:lnTo>
                    <a:pt x="257196" y="1031100"/>
                  </a:lnTo>
                  <a:lnTo>
                    <a:pt x="257162" y="1031106"/>
                  </a:lnTo>
                  <a:lnTo>
                    <a:pt x="257132" y="1031112"/>
                  </a:lnTo>
                  <a:lnTo>
                    <a:pt x="257126" y="1031120"/>
                  </a:lnTo>
                  <a:lnTo>
                    <a:pt x="257120" y="1031140"/>
                  </a:lnTo>
                  <a:lnTo>
                    <a:pt x="257118" y="1031178"/>
                  </a:lnTo>
                  <a:lnTo>
                    <a:pt x="257116" y="1031202"/>
                  </a:lnTo>
                  <a:lnTo>
                    <a:pt x="257113" y="1031230"/>
                  </a:lnTo>
                  <a:lnTo>
                    <a:pt x="257109" y="1031250"/>
                  </a:lnTo>
                  <a:lnTo>
                    <a:pt x="257112" y="1031278"/>
                  </a:lnTo>
                  <a:lnTo>
                    <a:pt x="257120" y="1031298"/>
                  </a:lnTo>
                  <a:lnTo>
                    <a:pt x="257126" y="1031329"/>
                  </a:lnTo>
                  <a:lnTo>
                    <a:pt x="257126" y="1031349"/>
                  </a:lnTo>
                  <a:lnTo>
                    <a:pt x="257124" y="1031360"/>
                  </a:lnTo>
                  <a:lnTo>
                    <a:pt x="257107" y="1031376"/>
                  </a:lnTo>
                  <a:lnTo>
                    <a:pt x="257082" y="1031405"/>
                  </a:lnTo>
                  <a:lnTo>
                    <a:pt x="257062" y="1031437"/>
                  </a:lnTo>
                  <a:lnTo>
                    <a:pt x="257052" y="1031462"/>
                  </a:lnTo>
                  <a:lnTo>
                    <a:pt x="257043" y="1031521"/>
                  </a:lnTo>
                  <a:lnTo>
                    <a:pt x="257039" y="1031552"/>
                  </a:lnTo>
                  <a:lnTo>
                    <a:pt x="257040" y="1031586"/>
                  </a:lnTo>
                  <a:lnTo>
                    <a:pt x="257031" y="1031612"/>
                  </a:lnTo>
                  <a:lnTo>
                    <a:pt x="257020" y="1031642"/>
                  </a:lnTo>
                  <a:lnTo>
                    <a:pt x="256991" y="1031693"/>
                  </a:lnTo>
                  <a:lnTo>
                    <a:pt x="256954" y="1031765"/>
                  </a:lnTo>
                  <a:lnTo>
                    <a:pt x="256927" y="1031793"/>
                  </a:lnTo>
                  <a:lnTo>
                    <a:pt x="256910" y="1031821"/>
                  </a:lnTo>
                  <a:lnTo>
                    <a:pt x="256898" y="1031847"/>
                  </a:lnTo>
                  <a:lnTo>
                    <a:pt x="256893" y="1031876"/>
                  </a:lnTo>
                  <a:lnTo>
                    <a:pt x="256888" y="1031897"/>
                  </a:lnTo>
                  <a:lnTo>
                    <a:pt x="256876" y="1031901"/>
                  </a:lnTo>
                  <a:lnTo>
                    <a:pt x="256856" y="1031897"/>
                  </a:lnTo>
                  <a:lnTo>
                    <a:pt x="256815" y="1031889"/>
                  </a:lnTo>
                  <a:lnTo>
                    <a:pt x="256774" y="1031879"/>
                  </a:lnTo>
                  <a:lnTo>
                    <a:pt x="256739" y="1031871"/>
                  </a:lnTo>
                  <a:lnTo>
                    <a:pt x="256697" y="1031870"/>
                  </a:lnTo>
                  <a:lnTo>
                    <a:pt x="256653" y="1031863"/>
                  </a:lnTo>
                  <a:lnTo>
                    <a:pt x="256628" y="1031864"/>
                  </a:lnTo>
                  <a:lnTo>
                    <a:pt x="256604" y="1031880"/>
                  </a:lnTo>
                  <a:lnTo>
                    <a:pt x="256574" y="1031894"/>
                  </a:lnTo>
                  <a:lnTo>
                    <a:pt x="256543" y="1031895"/>
                  </a:lnTo>
                  <a:lnTo>
                    <a:pt x="256518" y="1031906"/>
                  </a:lnTo>
                  <a:lnTo>
                    <a:pt x="256501" y="1031921"/>
                  </a:lnTo>
                  <a:lnTo>
                    <a:pt x="256480" y="1031926"/>
                  </a:lnTo>
                  <a:lnTo>
                    <a:pt x="256444" y="1031925"/>
                  </a:lnTo>
                  <a:lnTo>
                    <a:pt x="256402" y="1031920"/>
                  </a:lnTo>
                  <a:lnTo>
                    <a:pt x="256347" y="1031917"/>
                  </a:lnTo>
                  <a:lnTo>
                    <a:pt x="256302" y="1031912"/>
                  </a:lnTo>
                  <a:lnTo>
                    <a:pt x="256269" y="1031913"/>
                  </a:lnTo>
                  <a:lnTo>
                    <a:pt x="256243" y="1031917"/>
                  </a:lnTo>
                  <a:lnTo>
                    <a:pt x="256225" y="1031907"/>
                  </a:lnTo>
                  <a:lnTo>
                    <a:pt x="256205" y="1031885"/>
                  </a:lnTo>
                  <a:lnTo>
                    <a:pt x="256171" y="1031861"/>
                  </a:lnTo>
                  <a:lnTo>
                    <a:pt x="256128" y="1031852"/>
                  </a:lnTo>
                  <a:lnTo>
                    <a:pt x="256090" y="1031853"/>
                  </a:lnTo>
                  <a:lnTo>
                    <a:pt x="256054" y="1031863"/>
                  </a:lnTo>
                  <a:lnTo>
                    <a:pt x="256008" y="1031874"/>
                  </a:lnTo>
                  <a:lnTo>
                    <a:pt x="255971" y="1031885"/>
                  </a:lnTo>
                  <a:lnTo>
                    <a:pt x="255947" y="1031891"/>
                  </a:lnTo>
                  <a:lnTo>
                    <a:pt x="255939" y="1031894"/>
                  </a:lnTo>
                  <a:lnTo>
                    <a:pt x="255929" y="1031919"/>
                  </a:lnTo>
                  <a:lnTo>
                    <a:pt x="255906" y="1031984"/>
                  </a:lnTo>
                  <a:lnTo>
                    <a:pt x="255897" y="1032035"/>
                  </a:lnTo>
                  <a:lnTo>
                    <a:pt x="255891" y="1032090"/>
                  </a:lnTo>
                  <a:lnTo>
                    <a:pt x="255891" y="1032132"/>
                  </a:lnTo>
                  <a:lnTo>
                    <a:pt x="255896" y="1032161"/>
                  </a:lnTo>
                  <a:lnTo>
                    <a:pt x="255921" y="1032190"/>
                  </a:lnTo>
                  <a:lnTo>
                    <a:pt x="255955" y="1032218"/>
                  </a:lnTo>
                  <a:lnTo>
                    <a:pt x="255966" y="1032227"/>
                  </a:lnTo>
                  <a:lnTo>
                    <a:pt x="255968" y="1032240"/>
                  </a:lnTo>
                  <a:lnTo>
                    <a:pt x="255955" y="1032260"/>
                  </a:lnTo>
                  <a:lnTo>
                    <a:pt x="255919" y="1032311"/>
                  </a:lnTo>
                  <a:lnTo>
                    <a:pt x="255852" y="1032385"/>
                  </a:lnTo>
                  <a:lnTo>
                    <a:pt x="255812" y="1032446"/>
                  </a:lnTo>
                  <a:lnTo>
                    <a:pt x="255805" y="1032476"/>
                  </a:lnTo>
                  <a:lnTo>
                    <a:pt x="255805" y="1032510"/>
                  </a:lnTo>
                  <a:lnTo>
                    <a:pt x="255803" y="1032525"/>
                  </a:lnTo>
                  <a:lnTo>
                    <a:pt x="255784" y="1032526"/>
                  </a:lnTo>
                  <a:lnTo>
                    <a:pt x="255743" y="1032517"/>
                  </a:lnTo>
                  <a:lnTo>
                    <a:pt x="255688" y="1032492"/>
                  </a:lnTo>
                  <a:lnTo>
                    <a:pt x="255612" y="1032461"/>
                  </a:lnTo>
                  <a:lnTo>
                    <a:pt x="255531" y="1032438"/>
                  </a:lnTo>
                  <a:lnTo>
                    <a:pt x="255453" y="1032412"/>
                  </a:lnTo>
                  <a:lnTo>
                    <a:pt x="255332" y="1032375"/>
                  </a:lnTo>
                  <a:lnTo>
                    <a:pt x="255264" y="1032349"/>
                  </a:lnTo>
                  <a:lnTo>
                    <a:pt x="255219" y="1032319"/>
                  </a:lnTo>
                  <a:lnTo>
                    <a:pt x="255147" y="1032287"/>
                  </a:lnTo>
                  <a:lnTo>
                    <a:pt x="255097" y="1032268"/>
                  </a:lnTo>
                  <a:lnTo>
                    <a:pt x="255065" y="1032243"/>
                  </a:lnTo>
                  <a:lnTo>
                    <a:pt x="255035" y="1032217"/>
                  </a:lnTo>
                  <a:lnTo>
                    <a:pt x="255019" y="1032184"/>
                  </a:lnTo>
                  <a:lnTo>
                    <a:pt x="255011" y="1032157"/>
                  </a:lnTo>
                  <a:lnTo>
                    <a:pt x="254999" y="1032142"/>
                  </a:lnTo>
                  <a:lnTo>
                    <a:pt x="254980" y="1032130"/>
                  </a:lnTo>
                  <a:lnTo>
                    <a:pt x="254960" y="1032128"/>
                  </a:lnTo>
                  <a:lnTo>
                    <a:pt x="254926" y="1032118"/>
                  </a:lnTo>
                  <a:lnTo>
                    <a:pt x="254903" y="1032104"/>
                  </a:lnTo>
                  <a:lnTo>
                    <a:pt x="254876" y="1032073"/>
                  </a:lnTo>
                  <a:lnTo>
                    <a:pt x="254824" y="1032044"/>
                  </a:lnTo>
                  <a:lnTo>
                    <a:pt x="254777" y="1032012"/>
                  </a:lnTo>
                  <a:lnTo>
                    <a:pt x="254726" y="1031971"/>
                  </a:lnTo>
                  <a:lnTo>
                    <a:pt x="254698" y="1031944"/>
                  </a:lnTo>
                  <a:lnTo>
                    <a:pt x="254663" y="1031892"/>
                  </a:lnTo>
                  <a:lnTo>
                    <a:pt x="254654" y="1031872"/>
                  </a:lnTo>
                  <a:lnTo>
                    <a:pt x="254649" y="1031840"/>
                  </a:lnTo>
                  <a:lnTo>
                    <a:pt x="254648" y="1031798"/>
                  </a:lnTo>
                  <a:lnTo>
                    <a:pt x="254639" y="1031783"/>
                  </a:lnTo>
                  <a:lnTo>
                    <a:pt x="254618" y="1031773"/>
                  </a:lnTo>
                  <a:lnTo>
                    <a:pt x="254577" y="1031757"/>
                  </a:lnTo>
                  <a:lnTo>
                    <a:pt x="254547" y="1031735"/>
                  </a:lnTo>
                  <a:lnTo>
                    <a:pt x="254529" y="1031714"/>
                  </a:lnTo>
                  <a:lnTo>
                    <a:pt x="254521" y="1031704"/>
                  </a:lnTo>
                  <a:lnTo>
                    <a:pt x="254509" y="1031697"/>
                  </a:lnTo>
                  <a:lnTo>
                    <a:pt x="254486" y="1031697"/>
                  </a:lnTo>
                  <a:lnTo>
                    <a:pt x="254464" y="1031695"/>
                  </a:lnTo>
                  <a:lnTo>
                    <a:pt x="254449" y="1031684"/>
                  </a:lnTo>
                  <a:lnTo>
                    <a:pt x="254444" y="1031672"/>
                  </a:lnTo>
                  <a:lnTo>
                    <a:pt x="254436" y="1031659"/>
                  </a:lnTo>
                  <a:lnTo>
                    <a:pt x="254425" y="1031651"/>
                  </a:lnTo>
                  <a:lnTo>
                    <a:pt x="254396" y="1031646"/>
                  </a:lnTo>
                  <a:lnTo>
                    <a:pt x="254372" y="1031645"/>
                  </a:lnTo>
                  <a:lnTo>
                    <a:pt x="254352" y="1031638"/>
                  </a:lnTo>
                  <a:lnTo>
                    <a:pt x="254333" y="1031599"/>
                  </a:lnTo>
                  <a:lnTo>
                    <a:pt x="254313" y="1031579"/>
                  </a:lnTo>
                  <a:lnTo>
                    <a:pt x="254297" y="1031551"/>
                  </a:lnTo>
                  <a:lnTo>
                    <a:pt x="254287" y="1031523"/>
                  </a:lnTo>
                  <a:lnTo>
                    <a:pt x="254263" y="1031480"/>
                  </a:lnTo>
                  <a:lnTo>
                    <a:pt x="254258" y="1031460"/>
                  </a:lnTo>
                  <a:lnTo>
                    <a:pt x="254258" y="1031438"/>
                  </a:lnTo>
                  <a:lnTo>
                    <a:pt x="254245" y="1031416"/>
                  </a:lnTo>
                  <a:lnTo>
                    <a:pt x="254221" y="1031373"/>
                  </a:lnTo>
                  <a:lnTo>
                    <a:pt x="254212" y="1031337"/>
                  </a:lnTo>
                  <a:lnTo>
                    <a:pt x="254187" y="1031303"/>
                  </a:lnTo>
                  <a:lnTo>
                    <a:pt x="254166" y="1031284"/>
                  </a:lnTo>
                  <a:lnTo>
                    <a:pt x="254147" y="1031271"/>
                  </a:lnTo>
                  <a:lnTo>
                    <a:pt x="254132" y="1031249"/>
                  </a:lnTo>
                  <a:lnTo>
                    <a:pt x="254122" y="1031218"/>
                  </a:lnTo>
                  <a:lnTo>
                    <a:pt x="254119" y="1031191"/>
                  </a:lnTo>
                  <a:lnTo>
                    <a:pt x="254126" y="1031156"/>
                  </a:lnTo>
                  <a:lnTo>
                    <a:pt x="254143" y="1031130"/>
                  </a:lnTo>
                  <a:lnTo>
                    <a:pt x="254164" y="1031114"/>
                  </a:lnTo>
                  <a:lnTo>
                    <a:pt x="254212" y="1031080"/>
                  </a:lnTo>
                  <a:lnTo>
                    <a:pt x="254253" y="1031062"/>
                  </a:lnTo>
                  <a:lnTo>
                    <a:pt x="254297" y="1031033"/>
                  </a:lnTo>
                  <a:lnTo>
                    <a:pt x="254329" y="1030998"/>
                  </a:lnTo>
                  <a:lnTo>
                    <a:pt x="254362" y="1030946"/>
                  </a:lnTo>
                  <a:lnTo>
                    <a:pt x="254402" y="1030873"/>
                  </a:lnTo>
                  <a:lnTo>
                    <a:pt x="254472" y="1030764"/>
                  </a:lnTo>
                  <a:lnTo>
                    <a:pt x="254481" y="1030754"/>
                  </a:lnTo>
                  <a:lnTo>
                    <a:pt x="254514" y="1030693"/>
                  </a:lnTo>
                  <a:lnTo>
                    <a:pt x="254550" y="1030621"/>
                  </a:lnTo>
                  <a:lnTo>
                    <a:pt x="254585" y="1030577"/>
                  </a:lnTo>
                  <a:lnTo>
                    <a:pt x="254620" y="1030545"/>
                  </a:lnTo>
                  <a:lnTo>
                    <a:pt x="254630" y="1030528"/>
                  </a:lnTo>
                  <a:lnTo>
                    <a:pt x="254631" y="1030514"/>
                  </a:lnTo>
                  <a:lnTo>
                    <a:pt x="254629" y="1030488"/>
                  </a:lnTo>
                  <a:lnTo>
                    <a:pt x="254623" y="1030454"/>
                  </a:lnTo>
                  <a:lnTo>
                    <a:pt x="254615" y="1030430"/>
                  </a:lnTo>
                  <a:lnTo>
                    <a:pt x="254612" y="1030395"/>
                  </a:lnTo>
                  <a:lnTo>
                    <a:pt x="254617" y="1030343"/>
                  </a:lnTo>
                  <a:lnTo>
                    <a:pt x="254615" y="1030311"/>
                  </a:lnTo>
                  <a:lnTo>
                    <a:pt x="254603" y="1030295"/>
                  </a:lnTo>
                  <a:lnTo>
                    <a:pt x="254573" y="1030281"/>
                  </a:lnTo>
                  <a:lnTo>
                    <a:pt x="254533" y="1030244"/>
                  </a:lnTo>
                  <a:lnTo>
                    <a:pt x="254505" y="1030220"/>
                  </a:lnTo>
                  <a:lnTo>
                    <a:pt x="254469" y="1030215"/>
                  </a:lnTo>
                  <a:lnTo>
                    <a:pt x="254429" y="1030216"/>
                  </a:lnTo>
                  <a:lnTo>
                    <a:pt x="254403" y="1030199"/>
                  </a:lnTo>
                  <a:lnTo>
                    <a:pt x="254393" y="1030181"/>
                  </a:lnTo>
                  <a:lnTo>
                    <a:pt x="254381" y="1030163"/>
                  </a:lnTo>
                  <a:lnTo>
                    <a:pt x="254360" y="1030138"/>
                  </a:lnTo>
                  <a:lnTo>
                    <a:pt x="254329" y="1030122"/>
                  </a:lnTo>
                  <a:lnTo>
                    <a:pt x="254286" y="1030084"/>
                  </a:lnTo>
                  <a:lnTo>
                    <a:pt x="254262" y="1030058"/>
                  </a:lnTo>
                  <a:lnTo>
                    <a:pt x="254235" y="1030035"/>
                  </a:lnTo>
                  <a:lnTo>
                    <a:pt x="254220" y="1030028"/>
                  </a:lnTo>
                  <a:lnTo>
                    <a:pt x="254210" y="1030013"/>
                  </a:lnTo>
                  <a:lnTo>
                    <a:pt x="254207" y="1029989"/>
                  </a:lnTo>
                  <a:lnTo>
                    <a:pt x="254204" y="1029960"/>
                  </a:lnTo>
                  <a:lnTo>
                    <a:pt x="254198" y="1029909"/>
                  </a:lnTo>
                  <a:lnTo>
                    <a:pt x="254185" y="1029892"/>
                  </a:lnTo>
                  <a:lnTo>
                    <a:pt x="254167" y="1029882"/>
                  </a:lnTo>
                  <a:lnTo>
                    <a:pt x="254079" y="1029870"/>
                  </a:lnTo>
                  <a:lnTo>
                    <a:pt x="253985" y="1029842"/>
                  </a:lnTo>
                  <a:lnTo>
                    <a:pt x="253928" y="1029820"/>
                  </a:lnTo>
                  <a:lnTo>
                    <a:pt x="253882" y="1029808"/>
                  </a:lnTo>
                  <a:lnTo>
                    <a:pt x="253834" y="1029799"/>
                  </a:lnTo>
                  <a:lnTo>
                    <a:pt x="253820" y="1029791"/>
                  </a:lnTo>
                  <a:lnTo>
                    <a:pt x="253804" y="1029765"/>
                  </a:lnTo>
                  <a:lnTo>
                    <a:pt x="253794" y="1029733"/>
                  </a:lnTo>
                  <a:lnTo>
                    <a:pt x="253785" y="1029703"/>
                  </a:lnTo>
                  <a:lnTo>
                    <a:pt x="253775" y="1029685"/>
                  </a:lnTo>
                  <a:lnTo>
                    <a:pt x="253760" y="1029676"/>
                  </a:lnTo>
                  <a:lnTo>
                    <a:pt x="253743" y="1029674"/>
                  </a:lnTo>
                  <a:lnTo>
                    <a:pt x="253722" y="1029673"/>
                  </a:lnTo>
                  <a:lnTo>
                    <a:pt x="253702" y="1029656"/>
                  </a:lnTo>
                  <a:lnTo>
                    <a:pt x="253674" y="1029618"/>
                  </a:lnTo>
                  <a:lnTo>
                    <a:pt x="253660" y="1029598"/>
                  </a:lnTo>
                  <a:lnTo>
                    <a:pt x="253645" y="1029578"/>
                  </a:lnTo>
                  <a:lnTo>
                    <a:pt x="253624" y="1029512"/>
                  </a:lnTo>
                  <a:lnTo>
                    <a:pt x="253606" y="1029491"/>
                  </a:lnTo>
                  <a:lnTo>
                    <a:pt x="253595" y="1029478"/>
                  </a:lnTo>
                  <a:lnTo>
                    <a:pt x="253584" y="1029468"/>
                  </a:lnTo>
                  <a:lnTo>
                    <a:pt x="253565" y="1029460"/>
                  </a:lnTo>
                  <a:lnTo>
                    <a:pt x="253547" y="1029452"/>
                  </a:lnTo>
                  <a:lnTo>
                    <a:pt x="253531" y="1029439"/>
                  </a:lnTo>
                  <a:lnTo>
                    <a:pt x="253512" y="1029407"/>
                  </a:lnTo>
                  <a:lnTo>
                    <a:pt x="253492" y="1029371"/>
                  </a:lnTo>
                  <a:lnTo>
                    <a:pt x="253477" y="1029358"/>
                  </a:lnTo>
                  <a:lnTo>
                    <a:pt x="253443" y="1029335"/>
                  </a:lnTo>
                  <a:lnTo>
                    <a:pt x="253415" y="1029316"/>
                  </a:lnTo>
                  <a:lnTo>
                    <a:pt x="253388" y="1029288"/>
                  </a:lnTo>
                  <a:lnTo>
                    <a:pt x="253364" y="1029260"/>
                  </a:lnTo>
                  <a:lnTo>
                    <a:pt x="253336" y="1029236"/>
                  </a:lnTo>
                  <a:lnTo>
                    <a:pt x="253292" y="1029207"/>
                  </a:lnTo>
                  <a:lnTo>
                    <a:pt x="253208" y="1029177"/>
                  </a:lnTo>
                  <a:lnTo>
                    <a:pt x="253160" y="1029148"/>
                  </a:lnTo>
                  <a:lnTo>
                    <a:pt x="253137" y="1029140"/>
                  </a:lnTo>
                  <a:lnTo>
                    <a:pt x="253120" y="1029119"/>
                  </a:lnTo>
                  <a:lnTo>
                    <a:pt x="253098" y="1029088"/>
                  </a:lnTo>
                  <a:lnTo>
                    <a:pt x="253077" y="1029073"/>
                  </a:lnTo>
                  <a:lnTo>
                    <a:pt x="253052" y="1029065"/>
                  </a:lnTo>
                  <a:lnTo>
                    <a:pt x="253035" y="1029066"/>
                  </a:lnTo>
                  <a:lnTo>
                    <a:pt x="253006" y="1029070"/>
                  </a:lnTo>
                  <a:lnTo>
                    <a:pt x="252983" y="1029084"/>
                  </a:lnTo>
                  <a:lnTo>
                    <a:pt x="252962" y="1029093"/>
                  </a:lnTo>
                  <a:lnTo>
                    <a:pt x="252925" y="1029108"/>
                  </a:lnTo>
                  <a:lnTo>
                    <a:pt x="252878" y="1029120"/>
                  </a:lnTo>
                  <a:lnTo>
                    <a:pt x="252829" y="1029125"/>
                  </a:lnTo>
                  <a:lnTo>
                    <a:pt x="252755" y="1029133"/>
                  </a:lnTo>
                  <a:lnTo>
                    <a:pt x="252677" y="1029144"/>
                  </a:lnTo>
                  <a:lnTo>
                    <a:pt x="252629" y="1029140"/>
                  </a:lnTo>
                  <a:lnTo>
                    <a:pt x="252589" y="1029122"/>
                  </a:lnTo>
                  <a:lnTo>
                    <a:pt x="252549" y="1029103"/>
                  </a:lnTo>
                  <a:lnTo>
                    <a:pt x="252498" y="1029090"/>
                  </a:lnTo>
                  <a:lnTo>
                    <a:pt x="252449" y="1029073"/>
                  </a:lnTo>
                  <a:lnTo>
                    <a:pt x="252405" y="1029070"/>
                  </a:lnTo>
                  <a:lnTo>
                    <a:pt x="252369" y="1029071"/>
                  </a:lnTo>
                  <a:lnTo>
                    <a:pt x="252341" y="1029063"/>
                  </a:lnTo>
                  <a:lnTo>
                    <a:pt x="252309" y="1029046"/>
                  </a:lnTo>
                  <a:lnTo>
                    <a:pt x="252277" y="1029037"/>
                  </a:lnTo>
                  <a:lnTo>
                    <a:pt x="252249" y="1029034"/>
                  </a:lnTo>
                  <a:lnTo>
                    <a:pt x="252220" y="1029040"/>
                  </a:lnTo>
                  <a:lnTo>
                    <a:pt x="252177" y="1029050"/>
                  </a:lnTo>
                  <a:lnTo>
                    <a:pt x="252146" y="1029055"/>
                  </a:lnTo>
                  <a:lnTo>
                    <a:pt x="252114" y="1029069"/>
                  </a:lnTo>
                  <a:lnTo>
                    <a:pt x="252088" y="1029082"/>
                  </a:lnTo>
                  <a:lnTo>
                    <a:pt x="252071" y="1029083"/>
                  </a:lnTo>
                  <a:lnTo>
                    <a:pt x="252063" y="1029064"/>
                  </a:lnTo>
                  <a:lnTo>
                    <a:pt x="252049" y="1029041"/>
                  </a:lnTo>
                  <a:lnTo>
                    <a:pt x="252032" y="1029027"/>
                  </a:lnTo>
                  <a:lnTo>
                    <a:pt x="252001" y="1029006"/>
                  </a:lnTo>
                  <a:lnTo>
                    <a:pt x="251974" y="1028992"/>
                  </a:lnTo>
                  <a:lnTo>
                    <a:pt x="251945" y="1028984"/>
                  </a:lnTo>
                  <a:lnTo>
                    <a:pt x="251904" y="1028982"/>
                  </a:lnTo>
                  <a:lnTo>
                    <a:pt x="251871" y="1028983"/>
                  </a:lnTo>
                  <a:lnTo>
                    <a:pt x="251854" y="1028983"/>
                  </a:lnTo>
                  <a:lnTo>
                    <a:pt x="251846" y="1028972"/>
                  </a:lnTo>
                  <a:lnTo>
                    <a:pt x="251845" y="1028954"/>
                  </a:lnTo>
                  <a:lnTo>
                    <a:pt x="251841" y="1028938"/>
                  </a:lnTo>
                  <a:lnTo>
                    <a:pt x="251816" y="1028920"/>
                  </a:lnTo>
                  <a:lnTo>
                    <a:pt x="251794" y="1028910"/>
                  </a:lnTo>
                  <a:lnTo>
                    <a:pt x="251765" y="1028901"/>
                  </a:lnTo>
                  <a:lnTo>
                    <a:pt x="251728" y="1028890"/>
                  </a:lnTo>
                  <a:lnTo>
                    <a:pt x="251701" y="1028881"/>
                  </a:lnTo>
                  <a:lnTo>
                    <a:pt x="251683" y="1028870"/>
                  </a:lnTo>
                  <a:lnTo>
                    <a:pt x="251665" y="1028838"/>
                  </a:lnTo>
                  <a:lnTo>
                    <a:pt x="251659" y="1028804"/>
                  </a:lnTo>
                  <a:lnTo>
                    <a:pt x="251651" y="1028772"/>
                  </a:lnTo>
                  <a:lnTo>
                    <a:pt x="251643" y="1028724"/>
                  </a:lnTo>
                  <a:lnTo>
                    <a:pt x="251634" y="1028685"/>
                  </a:lnTo>
                  <a:lnTo>
                    <a:pt x="251623" y="1028642"/>
                  </a:lnTo>
                  <a:lnTo>
                    <a:pt x="251611" y="1028620"/>
                  </a:lnTo>
                  <a:lnTo>
                    <a:pt x="251590" y="1028601"/>
                  </a:lnTo>
                  <a:lnTo>
                    <a:pt x="251571" y="1028579"/>
                  </a:lnTo>
                  <a:lnTo>
                    <a:pt x="251561" y="1028556"/>
                  </a:lnTo>
                  <a:lnTo>
                    <a:pt x="251556" y="1028536"/>
                  </a:lnTo>
                  <a:lnTo>
                    <a:pt x="251550" y="1028515"/>
                  </a:lnTo>
                  <a:lnTo>
                    <a:pt x="251543" y="1028501"/>
                  </a:lnTo>
                  <a:lnTo>
                    <a:pt x="251535" y="1028490"/>
                  </a:lnTo>
                  <a:lnTo>
                    <a:pt x="251517" y="1028476"/>
                  </a:lnTo>
                  <a:lnTo>
                    <a:pt x="251479" y="1028456"/>
                  </a:lnTo>
                  <a:lnTo>
                    <a:pt x="251431" y="1028451"/>
                  </a:lnTo>
                  <a:lnTo>
                    <a:pt x="251393" y="1028449"/>
                  </a:lnTo>
                  <a:lnTo>
                    <a:pt x="251343" y="1028452"/>
                  </a:lnTo>
                  <a:lnTo>
                    <a:pt x="251293" y="1028459"/>
                  </a:lnTo>
                  <a:lnTo>
                    <a:pt x="251249" y="1028460"/>
                  </a:lnTo>
                  <a:lnTo>
                    <a:pt x="251235" y="1028454"/>
                  </a:lnTo>
                  <a:lnTo>
                    <a:pt x="251252" y="1028432"/>
                  </a:lnTo>
                  <a:lnTo>
                    <a:pt x="251260" y="1028410"/>
                  </a:lnTo>
                  <a:lnTo>
                    <a:pt x="251264" y="1028387"/>
                  </a:lnTo>
                  <a:lnTo>
                    <a:pt x="251269" y="1028366"/>
                  </a:lnTo>
                  <a:lnTo>
                    <a:pt x="251268" y="1028350"/>
                  </a:lnTo>
                  <a:lnTo>
                    <a:pt x="251262" y="1028313"/>
                  </a:lnTo>
                  <a:lnTo>
                    <a:pt x="251248" y="1028304"/>
                  </a:lnTo>
                  <a:lnTo>
                    <a:pt x="251228" y="1028284"/>
                  </a:lnTo>
                  <a:lnTo>
                    <a:pt x="251213" y="1028266"/>
                  </a:lnTo>
                  <a:lnTo>
                    <a:pt x="251208" y="1028250"/>
                  </a:lnTo>
                  <a:lnTo>
                    <a:pt x="251206" y="1028227"/>
                  </a:lnTo>
                  <a:lnTo>
                    <a:pt x="251202" y="1028184"/>
                  </a:lnTo>
                  <a:lnTo>
                    <a:pt x="251195" y="1028159"/>
                  </a:lnTo>
                  <a:lnTo>
                    <a:pt x="251178" y="1028134"/>
                  </a:lnTo>
                  <a:lnTo>
                    <a:pt x="251164" y="1028118"/>
                  </a:lnTo>
                  <a:lnTo>
                    <a:pt x="251131" y="1028099"/>
                  </a:lnTo>
                  <a:lnTo>
                    <a:pt x="251096" y="1028084"/>
                  </a:lnTo>
                  <a:lnTo>
                    <a:pt x="251074" y="1028080"/>
                  </a:lnTo>
                  <a:lnTo>
                    <a:pt x="251048" y="1028081"/>
                  </a:lnTo>
                  <a:lnTo>
                    <a:pt x="251016" y="1028084"/>
                  </a:lnTo>
                  <a:lnTo>
                    <a:pt x="250950" y="1028087"/>
                  </a:lnTo>
                  <a:lnTo>
                    <a:pt x="250894" y="1028088"/>
                  </a:lnTo>
                  <a:lnTo>
                    <a:pt x="250822" y="1028079"/>
                  </a:lnTo>
                  <a:lnTo>
                    <a:pt x="250762" y="1028064"/>
                  </a:lnTo>
                  <a:lnTo>
                    <a:pt x="250721" y="1028052"/>
                  </a:lnTo>
                  <a:lnTo>
                    <a:pt x="250683" y="1028034"/>
                  </a:lnTo>
                  <a:lnTo>
                    <a:pt x="250647" y="1028014"/>
                  </a:lnTo>
                  <a:lnTo>
                    <a:pt x="250622" y="1027994"/>
                  </a:lnTo>
                  <a:lnTo>
                    <a:pt x="250559" y="1027952"/>
                  </a:lnTo>
                  <a:lnTo>
                    <a:pt x="250477" y="1027892"/>
                  </a:lnTo>
                  <a:lnTo>
                    <a:pt x="250433" y="1027870"/>
                  </a:lnTo>
                  <a:lnTo>
                    <a:pt x="250402" y="1027859"/>
                  </a:lnTo>
                  <a:lnTo>
                    <a:pt x="250376" y="1027855"/>
                  </a:lnTo>
                  <a:lnTo>
                    <a:pt x="250352" y="1027857"/>
                  </a:lnTo>
                  <a:lnTo>
                    <a:pt x="250326" y="1027852"/>
                  </a:lnTo>
                  <a:lnTo>
                    <a:pt x="250299" y="1027840"/>
                  </a:lnTo>
                  <a:lnTo>
                    <a:pt x="250277" y="1027823"/>
                  </a:lnTo>
                  <a:lnTo>
                    <a:pt x="250251" y="1027808"/>
                  </a:lnTo>
                  <a:lnTo>
                    <a:pt x="250224" y="1027790"/>
                  </a:lnTo>
                  <a:lnTo>
                    <a:pt x="250184" y="1027765"/>
                  </a:lnTo>
                  <a:lnTo>
                    <a:pt x="250150" y="1027754"/>
                  </a:lnTo>
                  <a:lnTo>
                    <a:pt x="250103" y="1027751"/>
                  </a:lnTo>
                  <a:lnTo>
                    <a:pt x="250076" y="1027751"/>
                  </a:lnTo>
                  <a:lnTo>
                    <a:pt x="250050" y="1027760"/>
                  </a:lnTo>
                  <a:lnTo>
                    <a:pt x="250007" y="1027778"/>
                  </a:lnTo>
                  <a:lnTo>
                    <a:pt x="249964" y="1027805"/>
                  </a:lnTo>
                  <a:lnTo>
                    <a:pt x="249934" y="1027821"/>
                  </a:lnTo>
                  <a:lnTo>
                    <a:pt x="249901" y="1027829"/>
                  </a:lnTo>
                  <a:lnTo>
                    <a:pt x="249884" y="1027844"/>
                  </a:lnTo>
                  <a:lnTo>
                    <a:pt x="249880" y="1027868"/>
                  </a:lnTo>
                  <a:lnTo>
                    <a:pt x="249870" y="1027905"/>
                  </a:lnTo>
                  <a:lnTo>
                    <a:pt x="249858" y="1027931"/>
                  </a:lnTo>
                  <a:lnTo>
                    <a:pt x="249844" y="1027952"/>
                  </a:lnTo>
                  <a:lnTo>
                    <a:pt x="249823" y="1027976"/>
                  </a:lnTo>
                  <a:lnTo>
                    <a:pt x="249805" y="1027983"/>
                  </a:lnTo>
                  <a:lnTo>
                    <a:pt x="249774" y="1027978"/>
                  </a:lnTo>
                  <a:lnTo>
                    <a:pt x="249703" y="1027962"/>
                  </a:lnTo>
                  <a:lnTo>
                    <a:pt x="249665" y="1027951"/>
                  </a:lnTo>
                  <a:lnTo>
                    <a:pt x="249622" y="1027935"/>
                  </a:lnTo>
                  <a:lnTo>
                    <a:pt x="249593" y="1027930"/>
                  </a:lnTo>
                  <a:lnTo>
                    <a:pt x="249550" y="1027927"/>
                  </a:lnTo>
                  <a:lnTo>
                    <a:pt x="249493" y="1027918"/>
                  </a:lnTo>
                  <a:lnTo>
                    <a:pt x="249470" y="1027912"/>
                  </a:lnTo>
                  <a:lnTo>
                    <a:pt x="249407" y="1027910"/>
                  </a:lnTo>
                  <a:lnTo>
                    <a:pt x="249347" y="1027910"/>
                  </a:lnTo>
                  <a:lnTo>
                    <a:pt x="249283" y="1027911"/>
                  </a:lnTo>
                  <a:lnTo>
                    <a:pt x="249235" y="1027907"/>
                  </a:lnTo>
                  <a:lnTo>
                    <a:pt x="249211" y="1027905"/>
                  </a:lnTo>
                  <a:lnTo>
                    <a:pt x="249196" y="1027895"/>
                  </a:lnTo>
                  <a:lnTo>
                    <a:pt x="249180" y="1027875"/>
                  </a:lnTo>
                  <a:lnTo>
                    <a:pt x="249161" y="1027855"/>
                  </a:lnTo>
                  <a:lnTo>
                    <a:pt x="249146" y="1027832"/>
                  </a:lnTo>
                  <a:lnTo>
                    <a:pt x="249113" y="1027784"/>
                  </a:lnTo>
                  <a:lnTo>
                    <a:pt x="249100" y="1027755"/>
                  </a:lnTo>
                  <a:lnTo>
                    <a:pt x="249079" y="1027724"/>
                  </a:lnTo>
                  <a:lnTo>
                    <a:pt x="249050" y="1027698"/>
                  </a:lnTo>
                  <a:lnTo>
                    <a:pt x="249033" y="1027682"/>
                  </a:lnTo>
                  <a:lnTo>
                    <a:pt x="249007" y="1027652"/>
                  </a:lnTo>
                  <a:lnTo>
                    <a:pt x="248991" y="1027631"/>
                  </a:lnTo>
                  <a:lnTo>
                    <a:pt x="248986" y="1027615"/>
                  </a:lnTo>
                  <a:lnTo>
                    <a:pt x="248972" y="1027586"/>
                  </a:lnTo>
                  <a:lnTo>
                    <a:pt x="248959" y="1027560"/>
                  </a:lnTo>
                  <a:lnTo>
                    <a:pt x="248934" y="1027525"/>
                  </a:lnTo>
                  <a:lnTo>
                    <a:pt x="248909" y="1027500"/>
                  </a:lnTo>
                  <a:lnTo>
                    <a:pt x="248874" y="1027460"/>
                  </a:lnTo>
                  <a:lnTo>
                    <a:pt x="248849" y="1027444"/>
                  </a:lnTo>
                  <a:lnTo>
                    <a:pt x="248809" y="1027445"/>
                  </a:lnTo>
                  <a:lnTo>
                    <a:pt x="248770" y="1027440"/>
                  </a:lnTo>
                  <a:lnTo>
                    <a:pt x="248719" y="1027427"/>
                  </a:lnTo>
                  <a:lnTo>
                    <a:pt x="248695" y="1027419"/>
                  </a:lnTo>
                  <a:lnTo>
                    <a:pt x="248682" y="1027411"/>
                  </a:lnTo>
                  <a:lnTo>
                    <a:pt x="248668" y="1027398"/>
                  </a:lnTo>
                  <a:lnTo>
                    <a:pt x="248649" y="1027387"/>
                  </a:lnTo>
                  <a:lnTo>
                    <a:pt x="248614" y="1027365"/>
                  </a:lnTo>
                  <a:lnTo>
                    <a:pt x="248583" y="1027347"/>
                  </a:lnTo>
                  <a:lnTo>
                    <a:pt x="248578" y="1027346"/>
                  </a:lnTo>
                  <a:lnTo>
                    <a:pt x="248565" y="1027343"/>
                  </a:lnTo>
                  <a:lnTo>
                    <a:pt x="248512" y="1027333"/>
                  </a:lnTo>
                  <a:lnTo>
                    <a:pt x="248463" y="1027335"/>
                  </a:lnTo>
                  <a:lnTo>
                    <a:pt x="248413" y="1027335"/>
                  </a:lnTo>
                  <a:lnTo>
                    <a:pt x="248395" y="1027334"/>
                  </a:lnTo>
                  <a:lnTo>
                    <a:pt x="248381" y="1027325"/>
                  </a:lnTo>
                  <a:lnTo>
                    <a:pt x="248367" y="1027315"/>
                  </a:lnTo>
                  <a:lnTo>
                    <a:pt x="248328" y="1027287"/>
                  </a:lnTo>
                  <a:lnTo>
                    <a:pt x="248305" y="1027270"/>
                  </a:lnTo>
                  <a:lnTo>
                    <a:pt x="248263" y="1027246"/>
                  </a:lnTo>
                  <a:lnTo>
                    <a:pt x="248209" y="1027221"/>
                  </a:lnTo>
                  <a:lnTo>
                    <a:pt x="248191" y="1027215"/>
                  </a:lnTo>
                  <a:lnTo>
                    <a:pt x="248181" y="1027212"/>
                  </a:lnTo>
                  <a:lnTo>
                    <a:pt x="248174" y="1027199"/>
                  </a:lnTo>
                  <a:lnTo>
                    <a:pt x="248173" y="1027187"/>
                  </a:lnTo>
                  <a:lnTo>
                    <a:pt x="248172" y="1027160"/>
                  </a:lnTo>
                  <a:lnTo>
                    <a:pt x="248165" y="1027137"/>
                  </a:lnTo>
                  <a:lnTo>
                    <a:pt x="248158" y="1027128"/>
                  </a:lnTo>
                  <a:lnTo>
                    <a:pt x="248141" y="1027116"/>
                  </a:lnTo>
                  <a:lnTo>
                    <a:pt x="248117" y="1027100"/>
                  </a:lnTo>
                  <a:lnTo>
                    <a:pt x="248079" y="1027076"/>
                  </a:lnTo>
                  <a:lnTo>
                    <a:pt x="248061" y="1027060"/>
                  </a:lnTo>
                  <a:lnTo>
                    <a:pt x="248015" y="1027026"/>
                  </a:lnTo>
                  <a:lnTo>
                    <a:pt x="247994" y="1027009"/>
                  </a:lnTo>
                  <a:lnTo>
                    <a:pt x="247988" y="1026999"/>
                  </a:lnTo>
                  <a:lnTo>
                    <a:pt x="247987" y="1026993"/>
                  </a:lnTo>
                  <a:lnTo>
                    <a:pt x="247989" y="1026978"/>
                  </a:lnTo>
                  <a:lnTo>
                    <a:pt x="247993" y="1026961"/>
                  </a:lnTo>
                  <a:lnTo>
                    <a:pt x="248001" y="1026919"/>
                  </a:lnTo>
                  <a:lnTo>
                    <a:pt x="248002" y="1026897"/>
                  </a:lnTo>
                  <a:lnTo>
                    <a:pt x="247989" y="1026865"/>
                  </a:lnTo>
                  <a:lnTo>
                    <a:pt x="247983" y="1026832"/>
                  </a:lnTo>
                  <a:lnTo>
                    <a:pt x="247985" y="1026822"/>
                  </a:lnTo>
                  <a:lnTo>
                    <a:pt x="247996" y="1026811"/>
                  </a:lnTo>
                  <a:lnTo>
                    <a:pt x="248009" y="1026807"/>
                  </a:lnTo>
                  <a:lnTo>
                    <a:pt x="248033" y="1026815"/>
                  </a:lnTo>
                  <a:lnTo>
                    <a:pt x="248073" y="1026821"/>
                  </a:lnTo>
                  <a:lnTo>
                    <a:pt x="248114" y="1026824"/>
                  </a:lnTo>
                  <a:lnTo>
                    <a:pt x="248150" y="1026827"/>
                  </a:lnTo>
                  <a:lnTo>
                    <a:pt x="248195" y="1026826"/>
                  </a:lnTo>
                  <a:lnTo>
                    <a:pt x="248220" y="1026825"/>
                  </a:lnTo>
                  <a:lnTo>
                    <a:pt x="248236" y="1026820"/>
                  </a:lnTo>
                  <a:lnTo>
                    <a:pt x="248250" y="1026807"/>
                  </a:lnTo>
                  <a:lnTo>
                    <a:pt x="248259" y="1026793"/>
                  </a:lnTo>
                  <a:lnTo>
                    <a:pt x="248278" y="1026772"/>
                  </a:lnTo>
                  <a:lnTo>
                    <a:pt x="248298" y="1026761"/>
                  </a:lnTo>
                  <a:lnTo>
                    <a:pt x="248336" y="1026738"/>
                  </a:lnTo>
                  <a:lnTo>
                    <a:pt x="248355" y="1026728"/>
                  </a:lnTo>
                  <a:lnTo>
                    <a:pt x="248371" y="1026727"/>
                  </a:lnTo>
                  <a:lnTo>
                    <a:pt x="248384" y="1026729"/>
                  </a:lnTo>
                  <a:lnTo>
                    <a:pt x="248407" y="1026732"/>
                  </a:lnTo>
                  <a:lnTo>
                    <a:pt x="248430" y="1026739"/>
                  </a:lnTo>
                  <a:lnTo>
                    <a:pt x="248455" y="1026742"/>
                  </a:lnTo>
                  <a:lnTo>
                    <a:pt x="248480" y="1026742"/>
                  </a:lnTo>
                  <a:lnTo>
                    <a:pt x="248512" y="1026729"/>
                  </a:lnTo>
                  <a:lnTo>
                    <a:pt x="248546" y="1026716"/>
                  </a:lnTo>
                  <a:lnTo>
                    <a:pt x="248569" y="1026709"/>
                  </a:lnTo>
                  <a:lnTo>
                    <a:pt x="248578" y="1026708"/>
                  </a:lnTo>
                  <a:lnTo>
                    <a:pt x="248595" y="1026704"/>
                  </a:lnTo>
                  <a:lnTo>
                    <a:pt x="248612" y="1026701"/>
                  </a:lnTo>
                  <a:lnTo>
                    <a:pt x="248622" y="1026695"/>
                  </a:lnTo>
                  <a:lnTo>
                    <a:pt x="248638" y="1026682"/>
                  </a:lnTo>
                  <a:lnTo>
                    <a:pt x="248644" y="1026668"/>
                  </a:lnTo>
                  <a:lnTo>
                    <a:pt x="248653" y="1026652"/>
                  </a:lnTo>
                  <a:lnTo>
                    <a:pt x="248659" y="1026635"/>
                  </a:lnTo>
                  <a:lnTo>
                    <a:pt x="248662" y="1026619"/>
                  </a:lnTo>
                  <a:lnTo>
                    <a:pt x="248670" y="1026609"/>
                  </a:lnTo>
                  <a:lnTo>
                    <a:pt x="248689" y="1026592"/>
                  </a:lnTo>
                  <a:lnTo>
                    <a:pt x="248728" y="1026569"/>
                  </a:lnTo>
                  <a:lnTo>
                    <a:pt x="248750" y="1026550"/>
                  </a:lnTo>
                  <a:lnTo>
                    <a:pt x="248768" y="1026537"/>
                  </a:lnTo>
                  <a:lnTo>
                    <a:pt x="248816" y="1026508"/>
                  </a:lnTo>
                  <a:lnTo>
                    <a:pt x="248836" y="1026498"/>
                  </a:lnTo>
                  <a:lnTo>
                    <a:pt x="248847" y="1026487"/>
                  </a:lnTo>
                  <a:lnTo>
                    <a:pt x="248852" y="1026477"/>
                  </a:lnTo>
                  <a:lnTo>
                    <a:pt x="248855" y="1026462"/>
                  </a:lnTo>
                  <a:lnTo>
                    <a:pt x="248855" y="1026442"/>
                  </a:lnTo>
                  <a:lnTo>
                    <a:pt x="248855" y="1026423"/>
                  </a:lnTo>
                  <a:lnTo>
                    <a:pt x="248852" y="1026393"/>
                  </a:lnTo>
                  <a:lnTo>
                    <a:pt x="248837" y="1026358"/>
                  </a:lnTo>
                  <a:lnTo>
                    <a:pt x="248822" y="1026333"/>
                  </a:lnTo>
                  <a:lnTo>
                    <a:pt x="248788" y="1026288"/>
                  </a:lnTo>
                  <a:lnTo>
                    <a:pt x="248764" y="1026246"/>
                  </a:lnTo>
                  <a:lnTo>
                    <a:pt x="248746" y="1026198"/>
                  </a:lnTo>
                  <a:lnTo>
                    <a:pt x="248743" y="1026167"/>
                  </a:lnTo>
                  <a:lnTo>
                    <a:pt x="248742" y="1026121"/>
                  </a:lnTo>
                  <a:lnTo>
                    <a:pt x="248744" y="1026083"/>
                  </a:lnTo>
                  <a:lnTo>
                    <a:pt x="248752" y="1026054"/>
                  </a:lnTo>
                  <a:lnTo>
                    <a:pt x="248772" y="1026015"/>
                  </a:lnTo>
                  <a:lnTo>
                    <a:pt x="248803" y="1025976"/>
                  </a:lnTo>
                  <a:lnTo>
                    <a:pt x="248821" y="1025956"/>
                  </a:lnTo>
                  <a:lnTo>
                    <a:pt x="248838" y="1025931"/>
                  </a:lnTo>
                  <a:lnTo>
                    <a:pt x="248852" y="1025888"/>
                  </a:lnTo>
                  <a:lnTo>
                    <a:pt x="248859" y="1025862"/>
                  </a:lnTo>
                  <a:lnTo>
                    <a:pt x="248859" y="1025838"/>
                  </a:lnTo>
                  <a:lnTo>
                    <a:pt x="248856" y="1025815"/>
                  </a:lnTo>
                  <a:lnTo>
                    <a:pt x="248857" y="1025800"/>
                  </a:lnTo>
                  <a:lnTo>
                    <a:pt x="248864" y="1025796"/>
                  </a:lnTo>
                  <a:lnTo>
                    <a:pt x="248892" y="1025785"/>
                  </a:lnTo>
                  <a:lnTo>
                    <a:pt x="248926" y="1025774"/>
                  </a:lnTo>
                  <a:lnTo>
                    <a:pt x="248964" y="1025763"/>
                  </a:lnTo>
                  <a:lnTo>
                    <a:pt x="248987" y="1025750"/>
                  </a:lnTo>
                  <a:lnTo>
                    <a:pt x="249018" y="1025742"/>
                  </a:lnTo>
                  <a:lnTo>
                    <a:pt x="249052" y="1025732"/>
                  </a:lnTo>
                  <a:lnTo>
                    <a:pt x="249078" y="1025724"/>
                  </a:lnTo>
                  <a:lnTo>
                    <a:pt x="249091" y="1025719"/>
                  </a:lnTo>
                  <a:lnTo>
                    <a:pt x="249091" y="1025708"/>
                  </a:lnTo>
                  <a:lnTo>
                    <a:pt x="249082" y="1025685"/>
                  </a:lnTo>
                  <a:lnTo>
                    <a:pt x="249064" y="1025657"/>
                  </a:lnTo>
                  <a:lnTo>
                    <a:pt x="249046" y="1025633"/>
                  </a:lnTo>
                  <a:lnTo>
                    <a:pt x="249021" y="1025589"/>
                  </a:lnTo>
                  <a:lnTo>
                    <a:pt x="248994" y="1025567"/>
                  </a:lnTo>
                  <a:lnTo>
                    <a:pt x="248955" y="1025542"/>
                  </a:lnTo>
                  <a:lnTo>
                    <a:pt x="248926" y="1025526"/>
                  </a:lnTo>
                  <a:lnTo>
                    <a:pt x="248891" y="1025517"/>
                  </a:lnTo>
                  <a:lnTo>
                    <a:pt x="248853" y="1025509"/>
                  </a:lnTo>
                  <a:lnTo>
                    <a:pt x="248794" y="1025504"/>
                  </a:lnTo>
                  <a:lnTo>
                    <a:pt x="248711" y="1025493"/>
                  </a:lnTo>
                  <a:lnTo>
                    <a:pt x="248668" y="1025487"/>
                  </a:lnTo>
                  <a:lnTo>
                    <a:pt x="248635" y="1025482"/>
                  </a:lnTo>
                  <a:lnTo>
                    <a:pt x="248601" y="1025471"/>
                  </a:lnTo>
                  <a:lnTo>
                    <a:pt x="248580" y="1025457"/>
                  </a:lnTo>
                  <a:lnTo>
                    <a:pt x="248562" y="1025443"/>
                  </a:lnTo>
                  <a:lnTo>
                    <a:pt x="248553" y="1025427"/>
                  </a:lnTo>
                  <a:lnTo>
                    <a:pt x="248548" y="1025407"/>
                  </a:lnTo>
                  <a:lnTo>
                    <a:pt x="248544" y="1025378"/>
                  </a:lnTo>
                  <a:lnTo>
                    <a:pt x="248538" y="1025357"/>
                  </a:lnTo>
                  <a:lnTo>
                    <a:pt x="248522" y="1025334"/>
                  </a:lnTo>
                  <a:lnTo>
                    <a:pt x="248512" y="1025325"/>
                  </a:lnTo>
                  <a:lnTo>
                    <a:pt x="248503" y="1025300"/>
                  </a:lnTo>
                  <a:lnTo>
                    <a:pt x="248492" y="1025285"/>
                  </a:lnTo>
                  <a:lnTo>
                    <a:pt x="248473" y="1025265"/>
                  </a:lnTo>
                  <a:lnTo>
                    <a:pt x="248443" y="1025249"/>
                  </a:lnTo>
                  <a:lnTo>
                    <a:pt x="248413" y="1025242"/>
                  </a:lnTo>
                  <a:lnTo>
                    <a:pt x="248376" y="1025228"/>
                  </a:lnTo>
                  <a:lnTo>
                    <a:pt x="248350" y="1025215"/>
                  </a:lnTo>
                  <a:lnTo>
                    <a:pt x="248327" y="1025205"/>
                  </a:lnTo>
                  <a:lnTo>
                    <a:pt x="248304" y="1025199"/>
                  </a:lnTo>
                  <a:lnTo>
                    <a:pt x="248278" y="1025187"/>
                  </a:lnTo>
                  <a:lnTo>
                    <a:pt x="248268" y="1025178"/>
                  </a:lnTo>
                  <a:lnTo>
                    <a:pt x="248257" y="1025158"/>
                  </a:lnTo>
                  <a:lnTo>
                    <a:pt x="248243" y="1025132"/>
                  </a:lnTo>
                  <a:lnTo>
                    <a:pt x="248234" y="1025117"/>
                  </a:lnTo>
                  <a:lnTo>
                    <a:pt x="248226" y="1025109"/>
                  </a:lnTo>
                  <a:lnTo>
                    <a:pt x="248218" y="1025105"/>
                  </a:lnTo>
                  <a:lnTo>
                    <a:pt x="248197" y="1025106"/>
                  </a:lnTo>
                  <a:lnTo>
                    <a:pt x="248158" y="1025103"/>
                  </a:lnTo>
                  <a:lnTo>
                    <a:pt x="248121" y="1025094"/>
                  </a:lnTo>
                  <a:lnTo>
                    <a:pt x="248082" y="1025075"/>
                  </a:lnTo>
                  <a:lnTo>
                    <a:pt x="248051" y="1025058"/>
                  </a:lnTo>
                  <a:lnTo>
                    <a:pt x="248033" y="1025045"/>
                  </a:lnTo>
                  <a:lnTo>
                    <a:pt x="248019" y="1025044"/>
                  </a:lnTo>
                  <a:lnTo>
                    <a:pt x="247980" y="1025049"/>
                  </a:lnTo>
                  <a:lnTo>
                    <a:pt x="247921" y="1025053"/>
                  </a:lnTo>
                  <a:lnTo>
                    <a:pt x="247884" y="1025059"/>
                  </a:lnTo>
                  <a:lnTo>
                    <a:pt x="247852" y="1025058"/>
                  </a:lnTo>
                  <a:lnTo>
                    <a:pt x="247827" y="1025046"/>
                  </a:lnTo>
                  <a:lnTo>
                    <a:pt x="247784" y="1025016"/>
                  </a:lnTo>
                  <a:lnTo>
                    <a:pt x="247748" y="1024993"/>
                  </a:lnTo>
                  <a:lnTo>
                    <a:pt x="247686" y="1024963"/>
                  </a:lnTo>
                  <a:lnTo>
                    <a:pt x="247626" y="1024940"/>
                  </a:lnTo>
                  <a:lnTo>
                    <a:pt x="247588" y="1024925"/>
                  </a:lnTo>
                  <a:lnTo>
                    <a:pt x="247555" y="1024918"/>
                  </a:lnTo>
                  <a:lnTo>
                    <a:pt x="247512" y="1024909"/>
                  </a:lnTo>
                  <a:lnTo>
                    <a:pt x="247481" y="1024898"/>
                  </a:lnTo>
                  <a:lnTo>
                    <a:pt x="247448" y="1024883"/>
                  </a:lnTo>
                  <a:lnTo>
                    <a:pt x="247415" y="1024856"/>
                  </a:lnTo>
                  <a:lnTo>
                    <a:pt x="247369" y="1024822"/>
                  </a:lnTo>
                  <a:lnTo>
                    <a:pt x="247329" y="1024791"/>
                  </a:lnTo>
                  <a:lnTo>
                    <a:pt x="247291" y="1024766"/>
                  </a:lnTo>
                  <a:lnTo>
                    <a:pt x="247264" y="1024752"/>
                  </a:lnTo>
                  <a:lnTo>
                    <a:pt x="247249" y="1024729"/>
                  </a:lnTo>
                  <a:lnTo>
                    <a:pt x="247236" y="1024716"/>
                  </a:lnTo>
                  <a:lnTo>
                    <a:pt x="247226" y="1024704"/>
                  </a:lnTo>
                  <a:lnTo>
                    <a:pt x="247220" y="1024698"/>
                  </a:lnTo>
                  <a:lnTo>
                    <a:pt x="247191" y="1024695"/>
                  </a:lnTo>
                  <a:lnTo>
                    <a:pt x="247150" y="1024679"/>
                  </a:lnTo>
                  <a:lnTo>
                    <a:pt x="247119" y="1024663"/>
                  </a:lnTo>
                  <a:lnTo>
                    <a:pt x="247103" y="1024653"/>
                  </a:lnTo>
                  <a:lnTo>
                    <a:pt x="247082" y="1024643"/>
                  </a:lnTo>
                  <a:lnTo>
                    <a:pt x="247051" y="1024641"/>
                  </a:lnTo>
                  <a:lnTo>
                    <a:pt x="247018" y="1024640"/>
                  </a:lnTo>
                  <a:lnTo>
                    <a:pt x="246996" y="1024633"/>
                  </a:lnTo>
                  <a:lnTo>
                    <a:pt x="246990" y="1024621"/>
                  </a:lnTo>
                  <a:lnTo>
                    <a:pt x="246980" y="1024595"/>
                  </a:lnTo>
                  <a:lnTo>
                    <a:pt x="246967" y="1024568"/>
                  </a:lnTo>
                  <a:lnTo>
                    <a:pt x="246952" y="1024552"/>
                  </a:lnTo>
                  <a:lnTo>
                    <a:pt x="246927" y="1024533"/>
                  </a:lnTo>
                  <a:lnTo>
                    <a:pt x="246902" y="1024518"/>
                  </a:lnTo>
                  <a:lnTo>
                    <a:pt x="246883" y="1024514"/>
                  </a:lnTo>
                  <a:lnTo>
                    <a:pt x="246869" y="1024507"/>
                  </a:lnTo>
                  <a:lnTo>
                    <a:pt x="246859" y="1024492"/>
                  </a:lnTo>
                  <a:lnTo>
                    <a:pt x="246855" y="1024475"/>
                  </a:lnTo>
                  <a:lnTo>
                    <a:pt x="246851" y="1024440"/>
                  </a:lnTo>
                  <a:lnTo>
                    <a:pt x="246855" y="1024391"/>
                  </a:lnTo>
                  <a:lnTo>
                    <a:pt x="246852" y="1024357"/>
                  </a:lnTo>
                  <a:lnTo>
                    <a:pt x="246853" y="1024337"/>
                  </a:lnTo>
                  <a:lnTo>
                    <a:pt x="246851" y="1024322"/>
                  </a:lnTo>
                  <a:lnTo>
                    <a:pt x="246846" y="1024300"/>
                  </a:lnTo>
                  <a:lnTo>
                    <a:pt x="246834" y="1024269"/>
                  </a:lnTo>
                  <a:lnTo>
                    <a:pt x="246825" y="1024249"/>
                  </a:lnTo>
                  <a:lnTo>
                    <a:pt x="246820" y="1024231"/>
                  </a:lnTo>
                  <a:lnTo>
                    <a:pt x="246847" y="1024195"/>
                  </a:lnTo>
                  <a:lnTo>
                    <a:pt x="246858" y="1024174"/>
                  </a:lnTo>
                  <a:lnTo>
                    <a:pt x="246879" y="1024145"/>
                  </a:lnTo>
                  <a:lnTo>
                    <a:pt x="246890" y="1024114"/>
                  </a:lnTo>
                  <a:lnTo>
                    <a:pt x="246888" y="1024093"/>
                  </a:lnTo>
                  <a:lnTo>
                    <a:pt x="246881" y="1024077"/>
                  </a:lnTo>
                  <a:lnTo>
                    <a:pt x="246865" y="1024059"/>
                  </a:lnTo>
                  <a:lnTo>
                    <a:pt x="246843" y="1024036"/>
                  </a:lnTo>
                  <a:lnTo>
                    <a:pt x="246828" y="1024016"/>
                  </a:lnTo>
                  <a:lnTo>
                    <a:pt x="246826" y="1023982"/>
                  </a:lnTo>
                  <a:lnTo>
                    <a:pt x="246837" y="1023936"/>
                  </a:lnTo>
                  <a:lnTo>
                    <a:pt x="246853" y="1023899"/>
                  </a:lnTo>
                  <a:lnTo>
                    <a:pt x="246867" y="1023855"/>
                  </a:lnTo>
                  <a:lnTo>
                    <a:pt x="246870" y="1023836"/>
                  </a:lnTo>
                  <a:lnTo>
                    <a:pt x="246872" y="1023821"/>
                  </a:lnTo>
                  <a:lnTo>
                    <a:pt x="246866" y="1023808"/>
                  </a:lnTo>
                  <a:lnTo>
                    <a:pt x="246851" y="1023802"/>
                  </a:lnTo>
                  <a:lnTo>
                    <a:pt x="246814" y="1023797"/>
                  </a:lnTo>
                  <a:lnTo>
                    <a:pt x="246788" y="1023796"/>
                  </a:lnTo>
                  <a:lnTo>
                    <a:pt x="246766" y="1023799"/>
                  </a:lnTo>
                  <a:lnTo>
                    <a:pt x="246749" y="1023800"/>
                  </a:lnTo>
                  <a:lnTo>
                    <a:pt x="246734" y="1023801"/>
                  </a:lnTo>
                  <a:lnTo>
                    <a:pt x="246716" y="1023793"/>
                  </a:lnTo>
                  <a:lnTo>
                    <a:pt x="246720" y="1023752"/>
                  </a:lnTo>
                  <a:lnTo>
                    <a:pt x="246717" y="1023707"/>
                  </a:lnTo>
                  <a:lnTo>
                    <a:pt x="246708" y="1023686"/>
                  </a:lnTo>
                  <a:lnTo>
                    <a:pt x="246697" y="1023668"/>
                  </a:lnTo>
                  <a:lnTo>
                    <a:pt x="246674" y="1023640"/>
                  </a:lnTo>
                  <a:lnTo>
                    <a:pt x="246657" y="1023614"/>
                  </a:lnTo>
                  <a:lnTo>
                    <a:pt x="246656" y="1023595"/>
                  </a:lnTo>
                  <a:lnTo>
                    <a:pt x="246671" y="1023557"/>
                  </a:lnTo>
                  <a:lnTo>
                    <a:pt x="246683" y="1023533"/>
                  </a:lnTo>
                  <a:lnTo>
                    <a:pt x="246681" y="1023517"/>
                  </a:lnTo>
                  <a:lnTo>
                    <a:pt x="246676" y="1023490"/>
                  </a:lnTo>
                  <a:lnTo>
                    <a:pt x="246665" y="1023469"/>
                  </a:lnTo>
                  <a:lnTo>
                    <a:pt x="246655" y="1023453"/>
                  </a:lnTo>
                  <a:lnTo>
                    <a:pt x="246648" y="1023437"/>
                  </a:lnTo>
                  <a:lnTo>
                    <a:pt x="246647" y="1023412"/>
                  </a:lnTo>
                  <a:lnTo>
                    <a:pt x="246647" y="1023381"/>
                  </a:lnTo>
                  <a:lnTo>
                    <a:pt x="246645" y="1023341"/>
                  </a:lnTo>
                  <a:lnTo>
                    <a:pt x="246644" y="1023324"/>
                  </a:lnTo>
                  <a:lnTo>
                    <a:pt x="246635" y="1023301"/>
                  </a:lnTo>
                  <a:lnTo>
                    <a:pt x="246627" y="1023291"/>
                  </a:lnTo>
                  <a:lnTo>
                    <a:pt x="246613" y="1023281"/>
                  </a:lnTo>
                  <a:lnTo>
                    <a:pt x="246590" y="1023271"/>
                  </a:lnTo>
                  <a:lnTo>
                    <a:pt x="246564" y="1023269"/>
                  </a:lnTo>
                  <a:lnTo>
                    <a:pt x="246549" y="1023270"/>
                  </a:lnTo>
                  <a:lnTo>
                    <a:pt x="246533" y="1023271"/>
                  </a:lnTo>
                  <a:lnTo>
                    <a:pt x="246519" y="1023270"/>
                  </a:lnTo>
                  <a:lnTo>
                    <a:pt x="246504" y="1023253"/>
                  </a:lnTo>
                  <a:lnTo>
                    <a:pt x="246477" y="1023230"/>
                  </a:lnTo>
                  <a:lnTo>
                    <a:pt x="246441" y="1023207"/>
                  </a:lnTo>
                  <a:lnTo>
                    <a:pt x="246417" y="1023195"/>
                  </a:lnTo>
                  <a:lnTo>
                    <a:pt x="246393" y="1023187"/>
                  </a:lnTo>
                  <a:lnTo>
                    <a:pt x="246372" y="1023181"/>
                  </a:lnTo>
                  <a:lnTo>
                    <a:pt x="246354" y="1023182"/>
                  </a:lnTo>
                  <a:lnTo>
                    <a:pt x="246320" y="1023192"/>
                  </a:lnTo>
                  <a:lnTo>
                    <a:pt x="246281" y="1023210"/>
                  </a:lnTo>
                  <a:lnTo>
                    <a:pt x="246234" y="1023227"/>
                  </a:lnTo>
                  <a:lnTo>
                    <a:pt x="246212" y="1023239"/>
                  </a:lnTo>
                  <a:lnTo>
                    <a:pt x="246193" y="1023249"/>
                  </a:lnTo>
                  <a:lnTo>
                    <a:pt x="246165" y="1023249"/>
                  </a:lnTo>
                  <a:lnTo>
                    <a:pt x="246145" y="1023242"/>
                  </a:lnTo>
                  <a:lnTo>
                    <a:pt x="246109" y="1023230"/>
                  </a:lnTo>
                  <a:lnTo>
                    <a:pt x="246084" y="1023225"/>
                  </a:lnTo>
                  <a:lnTo>
                    <a:pt x="246059" y="1023224"/>
                  </a:lnTo>
                  <a:lnTo>
                    <a:pt x="246041" y="1023226"/>
                  </a:lnTo>
                  <a:lnTo>
                    <a:pt x="246016" y="1023233"/>
                  </a:lnTo>
                  <a:lnTo>
                    <a:pt x="245988" y="1023238"/>
                  </a:lnTo>
                  <a:lnTo>
                    <a:pt x="245959" y="1023233"/>
                  </a:lnTo>
                  <a:lnTo>
                    <a:pt x="245918" y="1023220"/>
                  </a:lnTo>
                  <a:lnTo>
                    <a:pt x="245887" y="1023205"/>
                  </a:lnTo>
                  <a:lnTo>
                    <a:pt x="245865" y="1023192"/>
                  </a:lnTo>
                  <a:lnTo>
                    <a:pt x="245842" y="1023189"/>
                  </a:lnTo>
                  <a:lnTo>
                    <a:pt x="245819" y="1023187"/>
                  </a:lnTo>
                  <a:lnTo>
                    <a:pt x="245797" y="1023187"/>
                  </a:lnTo>
                  <a:lnTo>
                    <a:pt x="245777" y="1023192"/>
                  </a:lnTo>
                  <a:lnTo>
                    <a:pt x="245746" y="1023216"/>
                  </a:lnTo>
                  <a:lnTo>
                    <a:pt x="245735" y="1023230"/>
                  </a:lnTo>
                  <a:lnTo>
                    <a:pt x="245720" y="1023238"/>
                  </a:lnTo>
                  <a:lnTo>
                    <a:pt x="245703" y="1023230"/>
                  </a:lnTo>
                  <a:lnTo>
                    <a:pt x="245686" y="1023223"/>
                  </a:lnTo>
                  <a:lnTo>
                    <a:pt x="245667" y="1023210"/>
                  </a:lnTo>
                  <a:lnTo>
                    <a:pt x="245652" y="1023210"/>
                  </a:lnTo>
                  <a:lnTo>
                    <a:pt x="245620" y="1023214"/>
                  </a:lnTo>
                  <a:lnTo>
                    <a:pt x="245588" y="1023223"/>
                  </a:lnTo>
                  <a:lnTo>
                    <a:pt x="245548" y="1023217"/>
                  </a:lnTo>
                  <a:lnTo>
                    <a:pt x="245508" y="1023206"/>
                  </a:lnTo>
                  <a:lnTo>
                    <a:pt x="245468" y="1023191"/>
                  </a:lnTo>
                  <a:lnTo>
                    <a:pt x="245432" y="1023160"/>
                  </a:lnTo>
                  <a:lnTo>
                    <a:pt x="245403" y="1023123"/>
                  </a:lnTo>
                  <a:lnTo>
                    <a:pt x="245391" y="1023100"/>
                  </a:lnTo>
                  <a:lnTo>
                    <a:pt x="245380" y="1023067"/>
                  </a:lnTo>
                  <a:lnTo>
                    <a:pt x="245370" y="1023043"/>
                  </a:lnTo>
                  <a:lnTo>
                    <a:pt x="245357" y="1023029"/>
                  </a:lnTo>
                  <a:lnTo>
                    <a:pt x="245347" y="1023017"/>
                  </a:lnTo>
                  <a:lnTo>
                    <a:pt x="245331" y="1023012"/>
                  </a:lnTo>
                  <a:lnTo>
                    <a:pt x="245303" y="1023004"/>
                  </a:lnTo>
                  <a:lnTo>
                    <a:pt x="245265" y="1023002"/>
                  </a:lnTo>
                  <a:lnTo>
                    <a:pt x="245252" y="1022998"/>
                  </a:lnTo>
                  <a:lnTo>
                    <a:pt x="245225" y="1022983"/>
                  </a:lnTo>
                  <a:lnTo>
                    <a:pt x="245205" y="1022972"/>
                  </a:lnTo>
                  <a:lnTo>
                    <a:pt x="245181" y="1022954"/>
                  </a:lnTo>
                  <a:lnTo>
                    <a:pt x="245165" y="1022945"/>
                  </a:lnTo>
                  <a:lnTo>
                    <a:pt x="245148" y="1022939"/>
                  </a:lnTo>
                  <a:lnTo>
                    <a:pt x="245130" y="1022940"/>
                  </a:lnTo>
                  <a:lnTo>
                    <a:pt x="245108" y="1022948"/>
                  </a:lnTo>
                  <a:lnTo>
                    <a:pt x="245077" y="1022960"/>
                  </a:lnTo>
                  <a:lnTo>
                    <a:pt x="245044" y="1022966"/>
                  </a:lnTo>
                  <a:lnTo>
                    <a:pt x="245015" y="1022967"/>
                  </a:lnTo>
                  <a:lnTo>
                    <a:pt x="244988" y="1022971"/>
                  </a:lnTo>
                  <a:lnTo>
                    <a:pt x="244949" y="1022977"/>
                  </a:lnTo>
                  <a:lnTo>
                    <a:pt x="244928" y="1022986"/>
                  </a:lnTo>
                  <a:lnTo>
                    <a:pt x="244906" y="1022987"/>
                  </a:lnTo>
                  <a:lnTo>
                    <a:pt x="244873" y="1022977"/>
                  </a:lnTo>
                  <a:lnTo>
                    <a:pt x="244862" y="1022971"/>
                  </a:lnTo>
                  <a:lnTo>
                    <a:pt x="244842" y="1022964"/>
                  </a:lnTo>
                  <a:lnTo>
                    <a:pt x="244822" y="1022964"/>
                  </a:lnTo>
                  <a:lnTo>
                    <a:pt x="244810" y="1022958"/>
                  </a:lnTo>
                  <a:lnTo>
                    <a:pt x="244798" y="1022940"/>
                  </a:lnTo>
                  <a:lnTo>
                    <a:pt x="244781" y="1022899"/>
                  </a:lnTo>
                  <a:lnTo>
                    <a:pt x="244762" y="1022883"/>
                  </a:lnTo>
                  <a:lnTo>
                    <a:pt x="244729" y="1022866"/>
                  </a:lnTo>
                  <a:lnTo>
                    <a:pt x="244699" y="1022850"/>
                  </a:lnTo>
                  <a:lnTo>
                    <a:pt x="244676" y="1022846"/>
                  </a:lnTo>
                  <a:lnTo>
                    <a:pt x="244666" y="1022855"/>
                  </a:lnTo>
                  <a:lnTo>
                    <a:pt x="244655" y="1022878"/>
                  </a:lnTo>
                  <a:lnTo>
                    <a:pt x="244645" y="1022894"/>
                  </a:lnTo>
                  <a:lnTo>
                    <a:pt x="244622" y="1022899"/>
                  </a:lnTo>
                  <a:lnTo>
                    <a:pt x="244604" y="1022899"/>
                  </a:lnTo>
                  <a:lnTo>
                    <a:pt x="244588" y="1022889"/>
                  </a:lnTo>
                  <a:lnTo>
                    <a:pt x="244562" y="1022877"/>
                  </a:lnTo>
                  <a:lnTo>
                    <a:pt x="244516" y="1022858"/>
                  </a:lnTo>
                  <a:lnTo>
                    <a:pt x="244491" y="1022847"/>
                  </a:lnTo>
                  <a:lnTo>
                    <a:pt x="244463" y="1022839"/>
                  </a:lnTo>
                  <a:lnTo>
                    <a:pt x="244427" y="1022834"/>
                  </a:lnTo>
                  <a:lnTo>
                    <a:pt x="244389" y="1022824"/>
                  </a:lnTo>
                  <a:lnTo>
                    <a:pt x="244371" y="1022809"/>
                  </a:lnTo>
                  <a:lnTo>
                    <a:pt x="244357" y="1022786"/>
                  </a:lnTo>
                  <a:lnTo>
                    <a:pt x="244340" y="1022758"/>
                  </a:lnTo>
                  <a:lnTo>
                    <a:pt x="244317" y="1022736"/>
                  </a:lnTo>
                  <a:lnTo>
                    <a:pt x="244279" y="1022709"/>
                  </a:lnTo>
                  <a:lnTo>
                    <a:pt x="244236" y="1022678"/>
                  </a:lnTo>
                  <a:lnTo>
                    <a:pt x="244204" y="1022664"/>
                  </a:lnTo>
                  <a:lnTo>
                    <a:pt x="244184" y="1022652"/>
                  </a:lnTo>
                  <a:lnTo>
                    <a:pt x="244162" y="1022647"/>
                  </a:lnTo>
                  <a:lnTo>
                    <a:pt x="244135" y="1022648"/>
                  </a:lnTo>
                  <a:lnTo>
                    <a:pt x="244089" y="1022656"/>
                  </a:lnTo>
                  <a:lnTo>
                    <a:pt x="244049" y="1022652"/>
                  </a:lnTo>
                  <a:lnTo>
                    <a:pt x="244011" y="1022642"/>
                  </a:lnTo>
                  <a:lnTo>
                    <a:pt x="243983" y="1022633"/>
                  </a:lnTo>
                  <a:lnTo>
                    <a:pt x="243958" y="1022619"/>
                  </a:lnTo>
                  <a:lnTo>
                    <a:pt x="243932" y="1022600"/>
                  </a:lnTo>
                  <a:lnTo>
                    <a:pt x="243903" y="1022572"/>
                  </a:lnTo>
                  <a:lnTo>
                    <a:pt x="243880" y="1022554"/>
                  </a:lnTo>
                  <a:lnTo>
                    <a:pt x="243859" y="1022539"/>
                  </a:lnTo>
                  <a:lnTo>
                    <a:pt x="243831" y="1022530"/>
                  </a:lnTo>
                  <a:lnTo>
                    <a:pt x="243793" y="1022519"/>
                  </a:lnTo>
                  <a:lnTo>
                    <a:pt x="243722" y="1022503"/>
                  </a:lnTo>
                  <a:lnTo>
                    <a:pt x="243689" y="1022495"/>
                  </a:lnTo>
                  <a:lnTo>
                    <a:pt x="243662" y="1022497"/>
                  </a:lnTo>
                  <a:lnTo>
                    <a:pt x="243645" y="1022500"/>
                  </a:lnTo>
                  <a:lnTo>
                    <a:pt x="243626" y="1022509"/>
                  </a:lnTo>
                  <a:lnTo>
                    <a:pt x="243611" y="1022522"/>
                  </a:lnTo>
                  <a:lnTo>
                    <a:pt x="243606" y="1022537"/>
                  </a:lnTo>
                  <a:lnTo>
                    <a:pt x="243595" y="1022573"/>
                  </a:lnTo>
                  <a:lnTo>
                    <a:pt x="243585" y="1022597"/>
                  </a:lnTo>
                  <a:lnTo>
                    <a:pt x="243571" y="1022610"/>
                  </a:lnTo>
                  <a:lnTo>
                    <a:pt x="243550" y="1022608"/>
                  </a:lnTo>
                  <a:lnTo>
                    <a:pt x="243530" y="1022600"/>
                  </a:lnTo>
                  <a:lnTo>
                    <a:pt x="243508" y="1022584"/>
                  </a:lnTo>
                  <a:lnTo>
                    <a:pt x="243487" y="1022565"/>
                  </a:lnTo>
                  <a:lnTo>
                    <a:pt x="243477" y="1022544"/>
                  </a:lnTo>
                  <a:lnTo>
                    <a:pt x="243468" y="1022524"/>
                  </a:lnTo>
                  <a:lnTo>
                    <a:pt x="243444" y="1022500"/>
                  </a:lnTo>
                  <a:lnTo>
                    <a:pt x="243403" y="1022469"/>
                  </a:lnTo>
                  <a:lnTo>
                    <a:pt x="243355" y="1022438"/>
                  </a:lnTo>
                  <a:lnTo>
                    <a:pt x="243326" y="1022423"/>
                  </a:lnTo>
                  <a:lnTo>
                    <a:pt x="243265" y="1022409"/>
                  </a:lnTo>
                  <a:lnTo>
                    <a:pt x="243214" y="1022405"/>
                  </a:lnTo>
                  <a:lnTo>
                    <a:pt x="243142" y="1022400"/>
                  </a:lnTo>
                  <a:lnTo>
                    <a:pt x="243095" y="1022401"/>
                  </a:lnTo>
                  <a:lnTo>
                    <a:pt x="243023" y="1022411"/>
                  </a:lnTo>
                  <a:lnTo>
                    <a:pt x="242955" y="1022429"/>
                  </a:lnTo>
                  <a:lnTo>
                    <a:pt x="242890" y="1022461"/>
                  </a:lnTo>
                  <a:lnTo>
                    <a:pt x="242833" y="1022506"/>
                  </a:lnTo>
                  <a:lnTo>
                    <a:pt x="242812" y="1022525"/>
                  </a:lnTo>
                  <a:lnTo>
                    <a:pt x="242791" y="1022536"/>
                  </a:lnTo>
                  <a:lnTo>
                    <a:pt x="242762" y="1022539"/>
                  </a:lnTo>
                  <a:lnTo>
                    <a:pt x="242714" y="1022533"/>
                  </a:lnTo>
                  <a:lnTo>
                    <a:pt x="242695" y="1022533"/>
                  </a:lnTo>
                  <a:lnTo>
                    <a:pt x="242677" y="1022546"/>
                  </a:lnTo>
                  <a:lnTo>
                    <a:pt x="242656" y="1022574"/>
                  </a:lnTo>
                  <a:lnTo>
                    <a:pt x="242631" y="1022604"/>
                  </a:lnTo>
                  <a:lnTo>
                    <a:pt x="242603" y="1022618"/>
                  </a:lnTo>
                  <a:lnTo>
                    <a:pt x="242567" y="1022617"/>
                  </a:lnTo>
                  <a:lnTo>
                    <a:pt x="242512" y="1022615"/>
                  </a:lnTo>
                  <a:lnTo>
                    <a:pt x="242474" y="1022616"/>
                  </a:lnTo>
                  <a:lnTo>
                    <a:pt x="242419" y="1022635"/>
                  </a:lnTo>
                  <a:lnTo>
                    <a:pt x="242388" y="1022637"/>
                  </a:lnTo>
                  <a:lnTo>
                    <a:pt x="242369" y="1022640"/>
                  </a:lnTo>
                  <a:lnTo>
                    <a:pt x="242344" y="1022635"/>
                  </a:lnTo>
                  <a:lnTo>
                    <a:pt x="242294" y="1022611"/>
                  </a:lnTo>
                  <a:lnTo>
                    <a:pt x="242267" y="1022599"/>
                  </a:lnTo>
                  <a:lnTo>
                    <a:pt x="242220" y="1022585"/>
                  </a:lnTo>
                  <a:lnTo>
                    <a:pt x="242178" y="1022565"/>
                  </a:lnTo>
                  <a:lnTo>
                    <a:pt x="242145" y="1022549"/>
                  </a:lnTo>
                  <a:lnTo>
                    <a:pt x="242118" y="1022533"/>
                  </a:lnTo>
                  <a:lnTo>
                    <a:pt x="242087" y="1022527"/>
                  </a:lnTo>
                  <a:lnTo>
                    <a:pt x="242065" y="1022528"/>
                  </a:lnTo>
                  <a:lnTo>
                    <a:pt x="242039" y="1022528"/>
                  </a:lnTo>
                  <a:lnTo>
                    <a:pt x="242006" y="1022555"/>
                  </a:lnTo>
                  <a:lnTo>
                    <a:pt x="241954" y="1022598"/>
                  </a:lnTo>
                  <a:lnTo>
                    <a:pt x="241882" y="1022636"/>
                  </a:lnTo>
                  <a:lnTo>
                    <a:pt x="241833" y="1022666"/>
                  </a:lnTo>
                  <a:lnTo>
                    <a:pt x="241796" y="1022693"/>
                  </a:lnTo>
                  <a:lnTo>
                    <a:pt x="241760" y="1022708"/>
                  </a:lnTo>
                  <a:lnTo>
                    <a:pt x="241738" y="1022709"/>
                  </a:lnTo>
                  <a:lnTo>
                    <a:pt x="241711" y="1022715"/>
                  </a:lnTo>
                  <a:lnTo>
                    <a:pt x="241693" y="1022725"/>
                  </a:lnTo>
                  <a:lnTo>
                    <a:pt x="241684" y="1022742"/>
                  </a:lnTo>
                  <a:lnTo>
                    <a:pt x="241665" y="1022757"/>
                  </a:lnTo>
                  <a:lnTo>
                    <a:pt x="241624" y="1022781"/>
                  </a:lnTo>
                  <a:lnTo>
                    <a:pt x="241607" y="1022790"/>
                  </a:lnTo>
                  <a:lnTo>
                    <a:pt x="241578" y="1022805"/>
                  </a:lnTo>
                  <a:lnTo>
                    <a:pt x="241564" y="1022815"/>
                  </a:lnTo>
                  <a:lnTo>
                    <a:pt x="241564" y="1022831"/>
                  </a:lnTo>
                  <a:lnTo>
                    <a:pt x="241577" y="1022846"/>
                  </a:lnTo>
                  <a:lnTo>
                    <a:pt x="241590" y="1022859"/>
                  </a:lnTo>
                  <a:lnTo>
                    <a:pt x="241598" y="1022881"/>
                  </a:lnTo>
                  <a:lnTo>
                    <a:pt x="241601" y="1022899"/>
                  </a:lnTo>
                  <a:lnTo>
                    <a:pt x="241603" y="1022913"/>
                  </a:lnTo>
                  <a:lnTo>
                    <a:pt x="241603" y="1022933"/>
                  </a:lnTo>
                  <a:lnTo>
                    <a:pt x="241599" y="1022946"/>
                  </a:lnTo>
                  <a:lnTo>
                    <a:pt x="241578" y="1022961"/>
                  </a:lnTo>
                  <a:lnTo>
                    <a:pt x="241517" y="1022985"/>
                  </a:lnTo>
                  <a:lnTo>
                    <a:pt x="241474" y="1023008"/>
                  </a:lnTo>
                  <a:lnTo>
                    <a:pt x="241429" y="1023031"/>
                  </a:lnTo>
                  <a:lnTo>
                    <a:pt x="241394" y="1023046"/>
                  </a:lnTo>
                  <a:lnTo>
                    <a:pt x="241360" y="1023055"/>
                  </a:lnTo>
                  <a:lnTo>
                    <a:pt x="241335" y="1023056"/>
                  </a:lnTo>
                  <a:lnTo>
                    <a:pt x="241319" y="1023057"/>
                  </a:lnTo>
                  <a:lnTo>
                    <a:pt x="241306" y="1023059"/>
                  </a:lnTo>
                  <a:lnTo>
                    <a:pt x="241285" y="1023073"/>
                  </a:lnTo>
                  <a:lnTo>
                    <a:pt x="241270" y="1023091"/>
                  </a:lnTo>
                  <a:lnTo>
                    <a:pt x="241256" y="1023105"/>
                  </a:lnTo>
                  <a:lnTo>
                    <a:pt x="241229" y="1023110"/>
                  </a:lnTo>
                  <a:lnTo>
                    <a:pt x="241209" y="1023116"/>
                  </a:lnTo>
                  <a:lnTo>
                    <a:pt x="241178" y="1023119"/>
                  </a:lnTo>
                  <a:lnTo>
                    <a:pt x="241144" y="1023121"/>
                  </a:lnTo>
                  <a:lnTo>
                    <a:pt x="241117" y="1023117"/>
                  </a:lnTo>
                  <a:lnTo>
                    <a:pt x="241094" y="1023113"/>
                  </a:lnTo>
                  <a:lnTo>
                    <a:pt x="241061" y="1023109"/>
                  </a:lnTo>
                  <a:lnTo>
                    <a:pt x="241042" y="1023103"/>
                  </a:lnTo>
                  <a:lnTo>
                    <a:pt x="241022" y="1023103"/>
                  </a:lnTo>
                  <a:lnTo>
                    <a:pt x="241009" y="1023109"/>
                  </a:lnTo>
                  <a:lnTo>
                    <a:pt x="241001" y="1023126"/>
                  </a:lnTo>
                  <a:lnTo>
                    <a:pt x="241008" y="1023168"/>
                  </a:lnTo>
                  <a:lnTo>
                    <a:pt x="241021" y="1023214"/>
                  </a:lnTo>
                  <a:lnTo>
                    <a:pt x="241042" y="1023250"/>
                  </a:lnTo>
                  <a:lnTo>
                    <a:pt x="241057" y="1023296"/>
                  </a:lnTo>
                  <a:lnTo>
                    <a:pt x="241076" y="1023321"/>
                  </a:lnTo>
                  <a:lnTo>
                    <a:pt x="241108" y="1023359"/>
                  </a:lnTo>
                  <a:lnTo>
                    <a:pt x="241132" y="1023387"/>
                  </a:lnTo>
                  <a:lnTo>
                    <a:pt x="241154" y="1023422"/>
                  </a:lnTo>
                  <a:lnTo>
                    <a:pt x="241177" y="1023464"/>
                  </a:lnTo>
                  <a:lnTo>
                    <a:pt x="241181" y="1023481"/>
                  </a:lnTo>
                  <a:lnTo>
                    <a:pt x="241188" y="1023508"/>
                  </a:lnTo>
                  <a:lnTo>
                    <a:pt x="241196" y="1023541"/>
                  </a:lnTo>
                  <a:lnTo>
                    <a:pt x="241201" y="1023561"/>
                  </a:lnTo>
                  <a:lnTo>
                    <a:pt x="241197" y="1023575"/>
                  </a:lnTo>
                  <a:lnTo>
                    <a:pt x="241193" y="1023589"/>
                  </a:lnTo>
                  <a:lnTo>
                    <a:pt x="241144" y="1023671"/>
                  </a:lnTo>
                  <a:lnTo>
                    <a:pt x="241129" y="1023706"/>
                  </a:lnTo>
                  <a:lnTo>
                    <a:pt x="241119" y="1023753"/>
                  </a:lnTo>
                  <a:lnTo>
                    <a:pt x="241109" y="1023791"/>
                  </a:lnTo>
                  <a:lnTo>
                    <a:pt x="241097" y="1023807"/>
                  </a:lnTo>
                  <a:lnTo>
                    <a:pt x="241079" y="1023826"/>
                  </a:lnTo>
                  <a:lnTo>
                    <a:pt x="241046" y="1023844"/>
                  </a:lnTo>
                  <a:lnTo>
                    <a:pt x="241008" y="1023874"/>
                  </a:lnTo>
                  <a:lnTo>
                    <a:pt x="240979" y="1023895"/>
                  </a:lnTo>
                  <a:lnTo>
                    <a:pt x="240936" y="1023947"/>
                  </a:lnTo>
                  <a:lnTo>
                    <a:pt x="240922" y="1023972"/>
                  </a:lnTo>
                  <a:lnTo>
                    <a:pt x="240872" y="1024040"/>
                  </a:lnTo>
                  <a:lnTo>
                    <a:pt x="240854" y="1024065"/>
                  </a:lnTo>
                  <a:lnTo>
                    <a:pt x="240839" y="1024098"/>
                  </a:lnTo>
                  <a:lnTo>
                    <a:pt x="240840" y="1024110"/>
                  </a:lnTo>
                  <a:lnTo>
                    <a:pt x="240845" y="1024132"/>
                  </a:lnTo>
                  <a:lnTo>
                    <a:pt x="240855" y="1024156"/>
                  </a:lnTo>
                  <a:lnTo>
                    <a:pt x="240869" y="1024185"/>
                  </a:lnTo>
                  <a:lnTo>
                    <a:pt x="240879" y="1024217"/>
                  </a:lnTo>
                  <a:lnTo>
                    <a:pt x="240879" y="1024241"/>
                  </a:lnTo>
                  <a:lnTo>
                    <a:pt x="240880" y="1024259"/>
                  </a:lnTo>
                  <a:lnTo>
                    <a:pt x="240880" y="1024273"/>
                  </a:lnTo>
                  <a:lnTo>
                    <a:pt x="240873" y="1024279"/>
                  </a:lnTo>
                  <a:lnTo>
                    <a:pt x="240844" y="1024290"/>
                  </a:lnTo>
                  <a:lnTo>
                    <a:pt x="240799" y="1024298"/>
                  </a:lnTo>
                  <a:lnTo>
                    <a:pt x="240749" y="1024317"/>
                  </a:lnTo>
                  <a:lnTo>
                    <a:pt x="240647" y="1024351"/>
                  </a:lnTo>
                  <a:lnTo>
                    <a:pt x="240603" y="1024365"/>
                  </a:lnTo>
                  <a:lnTo>
                    <a:pt x="240583" y="1024364"/>
                  </a:lnTo>
                  <a:lnTo>
                    <a:pt x="240575" y="1024364"/>
                  </a:lnTo>
                  <a:lnTo>
                    <a:pt x="240554" y="1024375"/>
                  </a:lnTo>
                  <a:lnTo>
                    <a:pt x="240526" y="1024396"/>
                  </a:lnTo>
                  <a:lnTo>
                    <a:pt x="240505" y="1024408"/>
                  </a:lnTo>
                  <a:lnTo>
                    <a:pt x="240476" y="1024419"/>
                  </a:lnTo>
                  <a:lnTo>
                    <a:pt x="240464" y="1024417"/>
                  </a:lnTo>
                  <a:lnTo>
                    <a:pt x="240442" y="1024401"/>
                  </a:lnTo>
                  <a:lnTo>
                    <a:pt x="240406" y="1024350"/>
                  </a:lnTo>
                  <a:lnTo>
                    <a:pt x="240376" y="1024308"/>
                  </a:lnTo>
                  <a:lnTo>
                    <a:pt x="240362" y="1024297"/>
                  </a:lnTo>
                  <a:lnTo>
                    <a:pt x="240323" y="1024280"/>
                  </a:lnTo>
                  <a:lnTo>
                    <a:pt x="240263" y="1024277"/>
                  </a:lnTo>
                  <a:lnTo>
                    <a:pt x="240235" y="1024273"/>
                  </a:lnTo>
                  <a:lnTo>
                    <a:pt x="240203" y="1024263"/>
                  </a:lnTo>
                  <a:lnTo>
                    <a:pt x="240170" y="1024246"/>
                  </a:lnTo>
                  <a:lnTo>
                    <a:pt x="240140" y="1024220"/>
                  </a:lnTo>
                  <a:lnTo>
                    <a:pt x="240097" y="1024181"/>
                  </a:lnTo>
                  <a:lnTo>
                    <a:pt x="240059" y="1024152"/>
                  </a:lnTo>
                  <a:lnTo>
                    <a:pt x="240038" y="1024138"/>
                  </a:lnTo>
                  <a:lnTo>
                    <a:pt x="240026" y="1024136"/>
                  </a:lnTo>
                  <a:lnTo>
                    <a:pt x="240001" y="1024137"/>
                  </a:lnTo>
                  <a:lnTo>
                    <a:pt x="239950" y="1024153"/>
                  </a:lnTo>
                  <a:lnTo>
                    <a:pt x="239918" y="1024175"/>
                  </a:lnTo>
                  <a:lnTo>
                    <a:pt x="239889" y="1024189"/>
                  </a:lnTo>
                  <a:lnTo>
                    <a:pt x="239860" y="1024193"/>
                  </a:lnTo>
                  <a:lnTo>
                    <a:pt x="239832" y="1024189"/>
                  </a:lnTo>
                  <a:lnTo>
                    <a:pt x="239782" y="1024173"/>
                  </a:lnTo>
                  <a:lnTo>
                    <a:pt x="239727" y="1024157"/>
                  </a:lnTo>
                  <a:lnTo>
                    <a:pt x="239704" y="1024153"/>
                  </a:lnTo>
                  <a:lnTo>
                    <a:pt x="239656" y="1024135"/>
                  </a:lnTo>
                  <a:lnTo>
                    <a:pt x="239612" y="1024116"/>
                  </a:lnTo>
                  <a:lnTo>
                    <a:pt x="239579" y="1024099"/>
                  </a:lnTo>
                  <a:lnTo>
                    <a:pt x="239551" y="1024081"/>
                  </a:lnTo>
                  <a:lnTo>
                    <a:pt x="239524" y="1024057"/>
                  </a:lnTo>
                  <a:lnTo>
                    <a:pt x="239503" y="1024032"/>
                  </a:lnTo>
                  <a:lnTo>
                    <a:pt x="239497" y="1024019"/>
                  </a:lnTo>
                  <a:lnTo>
                    <a:pt x="239497" y="1023998"/>
                  </a:lnTo>
                  <a:lnTo>
                    <a:pt x="239508" y="1023956"/>
                  </a:lnTo>
                  <a:lnTo>
                    <a:pt x="239521" y="1023930"/>
                  </a:lnTo>
                  <a:lnTo>
                    <a:pt x="239528" y="1023915"/>
                  </a:lnTo>
                  <a:lnTo>
                    <a:pt x="239536" y="1023868"/>
                  </a:lnTo>
                  <a:lnTo>
                    <a:pt x="239537" y="1023823"/>
                  </a:lnTo>
                  <a:lnTo>
                    <a:pt x="239531" y="1023800"/>
                  </a:lnTo>
                  <a:lnTo>
                    <a:pt x="239517" y="1023773"/>
                  </a:lnTo>
                  <a:lnTo>
                    <a:pt x="239484" y="1023730"/>
                  </a:lnTo>
                  <a:lnTo>
                    <a:pt x="239429" y="1023679"/>
                  </a:lnTo>
                  <a:lnTo>
                    <a:pt x="239368" y="1023620"/>
                  </a:lnTo>
                  <a:lnTo>
                    <a:pt x="239311" y="1023556"/>
                  </a:lnTo>
                  <a:lnTo>
                    <a:pt x="239304" y="1023537"/>
                  </a:lnTo>
                  <a:lnTo>
                    <a:pt x="239303" y="1023529"/>
                  </a:lnTo>
                  <a:lnTo>
                    <a:pt x="239312" y="1023518"/>
                  </a:lnTo>
                  <a:lnTo>
                    <a:pt x="239338" y="1023496"/>
                  </a:lnTo>
                  <a:lnTo>
                    <a:pt x="239361" y="1023487"/>
                  </a:lnTo>
                  <a:lnTo>
                    <a:pt x="239398" y="1023473"/>
                  </a:lnTo>
                  <a:lnTo>
                    <a:pt x="239426" y="1023464"/>
                  </a:lnTo>
                  <a:lnTo>
                    <a:pt x="239446" y="1023451"/>
                  </a:lnTo>
                  <a:lnTo>
                    <a:pt x="239468" y="1023431"/>
                  </a:lnTo>
                  <a:lnTo>
                    <a:pt x="239500" y="1023396"/>
                  </a:lnTo>
                  <a:lnTo>
                    <a:pt x="239528" y="1023358"/>
                  </a:lnTo>
                  <a:lnTo>
                    <a:pt x="239546" y="1023321"/>
                  </a:lnTo>
                  <a:lnTo>
                    <a:pt x="239575" y="1023261"/>
                  </a:lnTo>
                  <a:lnTo>
                    <a:pt x="239592" y="1023216"/>
                  </a:lnTo>
                  <a:lnTo>
                    <a:pt x="239592" y="1023191"/>
                  </a:lnTo>
                  <a:lnTo>
                    <a:pt x="239572" y="1023164"/>
                  </a:lnTo>
                  <a:lnTo>
                    <a:pt x="239546" y="1023126"/>
                  </a:lnTo>
                  <a:lnTo>
                    <a:pt x="239533" y="1023099"/>
                  </a:lnTo>
                  <a:lnTo>
                    <a:pt x="239524" y="1023072"/>
                  </a:lnTo>
                  <a:lnTo>
                    <a:pt x="239501" y="1023033"/>
                  </a:lnTo>
                  <a:lnTo>
                    <a:pt x="239485" y="1023017"/>
                  </a:lnTo>
                  <a:lnTo>
                    <a:pt x="239453" y="1022988"/>
                  </a:lnTo>
                  <a:lnTo>
                    <a:pt x="239420" y="1022944"/>
                  </a:lnTo>
                  <a:lnTo>
                    <a:pt x="239400" y="1022915"/>
                  </a:lnTo>
                  <a:lnTo>
                    <a:pt x="239383" y="1022890"/>
                  </a:lnTo>
                  <a:lnTo>
                    <a:pt x="239375" y="1022865"/>
                  </a:lnTo>
                  <a:lnTo>
                    <a:pt x="239373" y="1022842"/>
                  </a:lnTo>
                  <a:lnTo>
                    <a:pt x="239384" y="1022816"/>
                  </a:lnTo>
                  <a:lnTo>
                    <a:pt x="239406" y="1022769"/>
                  </a:lnTo>
                  <a:lnTo>
                    <a:pt x="239425" y="1022717"/>
                  </a:lnTo>
                  <a:lnTo>
                    <a:pt x="239439" y="1022677"/>
                  </a:lnTo>
                  <a:lnTo>
                    <a:pt x="239463" y="1022623"/>
                  </a:lnTo>
                  <a:lnTo>
                    <a:pt x="239499" y="1022581"/>
                  </a:lnTo>
                  <a:lnTo>
                    <a:pt x="239534" y="1022542"/>
                  </a:lnTo>
                  <a:lnTo>
                    <a:pt x="239557" y="1022520"/>
                  </a:lnTo>
                  <a:lnTo>
                    <a:pt x="239570" y="1022499"/>
                  </a:lnTo>
                  <a:lnTo>
                    <a:pt x="239570" y="1022493"/>
                  </a:lnTo>
                  <a:lnTo>
                    <a:pt x="239561" y="1022480"/>
                  </a:lnTo>
                  <a:lnTo>
                    <a:pt x="239545" y="1022446"/>
                  </a:lnTo>
                  <a:lnTo>
                    <a:pt x="239518" y="1022410"/>
                  </a:lnTo>
                  <a:lnTo>
                    <a:pt x="239505" y="1022387"/>
                  </a:lnTo>
                  <a:lnTo>
                    <a:pt x="239505" y="1022354"/>
                  </a:lnTo>
                  <a:lnTo>
                    <a:pt x="239523" y="1022288"/>
                  </a:lnTo>
                  <a:lnTo>
                    <a:pt x="239539" y="1022256"/>
                  </a:lnTo>
                  <a:lnTo>
                    <a:pt x="239565" y="1022199"/>
                  </a:lnTo>
                  <a:lnTo>
                    <a:pt x="239572" y="1022173"/>
                  </a:lnTo>
                  <a:lnTo>
                    <a:pt x="239572" y="1022154"/>
                  </a:lnTo>
                  <a:lnTo>
                    <a:pt x="239560" y="1022112"/>
                  </a:lnTo>
                  <a:lnTo>
                    <a:pt x="239551" y="1022072"/>
                  </a:lnTo>
                  <a:lnTo>
                    <a:pt x="239549" y="1022059"/>
                  </a:lnTo>
                  <a:lnTo>
                    <a:pt x="239543" y="1022022"/>
                  </a:lnTo>
                  <a:lnTo>
                    <a:pt x="239548" y="1021974"/>
                  </a:lnTo>
                  <a:lnTo>
                    <a:pt x="239547" y="1021917"/>
                  </a:lnTo>
                  <a:lnTo>
                    <a:pt x="239546" y="1021893"/>
                  </a:lnTo>
                  <a:lnTo>
                    <a:pt x="239538" y="1021873"/>
                  </a:lnTo>
                  <a:lnTo>
                    <a:pt x="239534" y="1021847"/>
                  </a:lnTo>
                  <a:lnTo>
                    <a:pt x="239533" y="1021822"/>
                  </a:lnTo>
                  <a:lnTo>
                    <a:pt x="239545" y="1021784"/>
                  </a:lnTo>
                  <a:lnTo>
                    <a:pt x="239551" y="1021764"/>
                  </a:lnTo>
                  <a:lnTo>
                    <a:pt x="239558" y="1021726"/>
                  </a:lnTo>
                  <a:lnTo>
                    <a:pt x="239571" y="1021680"/>
                  </a:lnTo>
                  <a:lnTo>
                    <a:pt x="239581" y="1021650"/>
                  </a:lnTo>
                  <a:lnTo>
                    <a:pt x="239579" y="1021640"/>
                  </a:lnTo>
                  <a:lnTo>
                    <a:pt x="239558" y="1021632"/>
                  </a:lnTo>
                  <a:lnTo>
                    <a:pt x="239510" y="1021615"/>
                  </a:lnTo>
                  <a:lnTo>
                    <a:pt x="239464" y="1021612"/>
                  </a:lnTo>
                  <a:lnTo>
                    <a:pt x="239437" y="1021610"/>
                  </a:lnTo>
                  <a:lnTo>
                    <a:pt x="239400" y="1021612"/>
                  </a:lnTo>
                  <a:lnTo>
                    <a:pt x="239369" y="1021619"/>
                  </a:lnTo>
                  <a:lnTo>
                    <a:pt x="239347" y="1021613"/>
                  </a:lnTo>
                  <a:lnTo>
                    <a:pt x="239341" y="1021568"/>
                  </a:lnTo>
                  <a:lnTo>
                    <a:pt x="239340" y="1021510"/>
                  </a:lnTo>
                  <a:lnTo>
                    <a:pt x="239343" y="1021481"/>
                  </a:lnTo>
                  <a:lnTo>
                    <a:pt x="239337" y="1021427"/>
                  </a:lnTo>
                  <a:lnTo>
                    <a:pt x="239325" y="1021396"/>
                  </a:lnTo>
                  <a:lnTo>
                    <a:pt x="239306" y="1021365"/>
                  </a:lnTo>
                  <a:lnTo>
                    <a:pt x="239280" y="1021347"/>
                  </a:lnTo>
                  <a:lnTo>
                    <a:pt x="239258" y="1021327"/>
                  </a:lnTo>
                  <a:lnTo>
                    <a:pt x="239236" y="1021301"/>
                  </a:lnTo>
                  <a:lnTo>
                    <a:pt x="239216" y="1021287"/>
                  </a:lnTo>
                  <a:lnTo>
                    <a:pt x="239202" y="1021281"/>
                  </a:lnTo>
                  <a:lnTo>
                    <a:pt x="239166" y="1021284"/>
                  </a:lnTo>
                  <a:lnTo>
                    <a:pt x="239148" y="1021289"/>
                  </a:lnTo>
                  <a:lnTo>
                    <a:pt x="239131" y="1021295"/>
                  </a:lnTo>
                  <a:lnTo>
                    <a:pt x="239126" y="1021291"/>
                  </a:lnTo>
                  <a:lnTo>
                    <a:pt x="239125" y="1021285"/>
                  </a:lnTo>
                  <a:lnTo>
                    <a:pt x="239132" y="1021266"/>
                  </a:lnTo>
                  <a:lnTo>
                    <a:pt x="239159" y="1021231"/>
                  </a:lnTo>
                  <a:lnTo>
                    <a:pt x="239175" y="1021203"/>
                  </a:lnTo>
                  <a:lnTo>
                    <a:pt x="239198" y="1021174"/>
                  </a:lnTo>
                  <a:lnTo>
                    <a:pt x="239208" y="1021158"/>
                  </a:lnTo>
                  <a:lnTo>
                    <a:pt x="239208" y="1021139"/>
                  </a:lnTo>
                  <a:lnTo>
                    <a:pt x="239206" y="1021119"/>
                  </a:lnTo>
                  <a:lnTo>
                    <a:pt x="239191" y="1021090"/>
                  </a:lnTo>
                  <a:lnTo>
                    <a:pt x="239177" y="1021064"/>
                  </a:lnTo>
                  <a:lnTo>
                    <a:pt x="239166" y="1021013"/>
                  </a:lnTo>
                  <a:lnTo>
                    <a:pt x="239163" y="1020974"/>
                  </a:lnTo>
                  <a:lnTo>
                    <a:pt x="239165" y="1020933"/>
                  </a:lnTo>
                  <a:lnTo>
                    <a:pt x="239171" y="1020903"/>
                  </a:lnTo>
                  <a:lnTo>
                    <a:pt x="239186" y="1020864"/>
                  </a:lnTo>
                  <a:lnTo>
                    <a:pt x="239201" y="1020822"/>
                  </a:lnTo>
                  <a:lnTo>
                    <a:pt x="239202" y="1020806"/>
                  </a:lnTo>
                  <a:lnTo>
                    <a:pt x="239199" y="1020799"/>
                  </a:lnTo>
                  <a:lnTo>
                    <a:pt x="239186" y="1020799"/>
                  </a:lnTo>
                  <a:lnTo>
                    <a:pt x="239154" y="1020809"/>
                  </a:lnTo>
                  <a:lnTo>
                    <a:pt x="239107" y="1020813"/>
                  </a:lnTo>
                  <a:lnTo>
                    <a:pt x="239078" y="1020815"/>
                  </a:lnTo>
                  <a:lnTo>
                    <a:pt x="239024" y="1020807"/>
                  </a:lnTo>
                  <a:lnTo>
                    <a:pt x="238985" y="1020794"/>
                  </a:lnTo>
                  <a:lnTo>
                    <a:pt x="238955" y="1020791"/>
                  </a:lnTo>
                  <a:lnTo>
                    <a:pt x="238895" y="1020798"/>
                  </a:lnTo>
                  <a:lnTo>
                    <a:pt x="238805" y="1020802"/>
                  </a:lnTo>
                  <a:lnTo>
                    <a:pt x="238764" y="1020798"/>
                  </a:lnTo>
                  <a:lnTo>
                    <a:pt x="238696" y="1020790"/>
                  </a:lnTo>
                  <a:lnTo>
                    <a:pt x="238668" y="1020786"/>
                  </a:lnTo>
                  <a:lnTo>
                    <a:pt x="238648" y="1020784"/>
                  </a:lnTo>
                  <a:lnTo>
                    <a:pt x="238613" y="1020779"/>
                  </a:lnTo>
                  <a:lnTo>
                    <a:pt x="238592" y="1020773"/>
                  </a:lnTo>
                  <a:lnTo>
                    <a:pt x="238573" y="1020761"/>
                  </a:lnTo>
                  <a:lnTo>
                    <a:pt x="238572" y="1020749"/>
                  </a:lnTo>
                  <a:lnTo>
                    <a:pt x="238571" y="1020727"/>
                  </a:lnTo>
                  <a:lnTo>
                    <a:pt x="238574" y="1020705"/>
                  </a:lnTo>
                  <a:lnTo>
                    <a:pt x="238564" y="1020681"/>
                  </a:lnTo>
                  <a:lnTo>
                    <a:pt x="238553" y="1020676"/>
                  </a:lnTo>
                  <a:lnTo>
                    <a:pt x="238517" y="1020656"/>
                  </a:lnTo>
                  <a:lnTo>
                    <a:pt x="238481" y="1020650"/>
                  </a:lnTo>
                  <a:lnTo>
                    <a:pt x="238433" y="1020649"/>
                  </a:lnTo>
                  <a:lnTo>
                    <a:pt x="238413" y="1020649"/>
                  </a:lnTo>
                  <a:lnTo>
                    <a:pt x="238397" y="1020662"/>
                  </a:lnTo>
                  <a:lnTo>
                    <a:pt x="238385" y="1020678"/>
                  </a:lnTo>
                  <a:lnTo>
                    <a:pt x="238375" y="1020685"/>
                  </a:lnTo>
                  <a:lnTo>
                    <a:pt x="238364" y="1020681"/>
                  </a:lnTo>
                  <a:lnTo>
                    <a:pt x="238355" y="1020672"/>
                  </a:lnTo>
                  <a:lnTo>
                    <a:pt x="238354" y="1020657"/>
                  </a:lnTo>
                  <a:lnTo>
                    <a:pt x="238353" y="1020630"/>
                  </a:lnTo>
                  <a:lnTo>
                    <a:pt x="238353" y="1020607"/>
                  </a:lnTo>
                  <a:lnTo>
                    <a:pt x="238348" y="1020592"/>
                  </a:lnTo>
                  <a:lnTo>
                    <a:pt x="238309" y="1020563"/>
                  </a:lnTo>
                  <a:lnTo>
                    <a:pt x="238269" y="1020533"/>
                  </a:lnTo>
                  <a:lnTo>
                    <a:pt x="238247" y="1020517"/>
                  </a:lnTo>
                  <a:lnTo>
                    <a:pt x="238230" y="1020498"/>
                  </a:lnTo>
                  <a:lnTo>
                    <a:pt x="238217" y="1020491"/>
                  </a:lnTo>
                  <a:lnTo>
                    <a:pt x="238202" y="1020492"/>
                  </a:lnTo>
                  <a:lnTo>
                    <a:pt x="238175" y="1020509"/>
                  </a:lnTo>
                  <a:lnTo>
                    <a:pt x="238155" y="1020540"/>
                  </a:lnTo>
                  <a:lnTo>
                    <a:pt x="238123" y="1020570"/>
                  </a:lnTo>
                  <a:lnTo>
                    <a:pt x="238088" y="1020584"/>
                  </a:lnTo>
                  <a:lnTo>
                    <a:pt x="238054" y="1020599"/>
                  </a:lnTo>
                  <a:lnTo>
                    <a:pt x="238000" y="1020614"/>
                  </a:lnTo>
                  <a:lnTo>
                    <a:pt x="237955" y="1020620"/>
                  </a:lnTo>
                  <a:lnTo>
                    <a:pt x="237899" y="1020629"/>
                  </a:lnTo>
                  <a:lnTo>
                    <a:pt x="237857" y="1020630"/>
                  </a:lnTo>
                  <a:lnTo>
                    <a:pt x="237821" y="1020627"/>
                  </a:lnTo>
                  <a:lnTo>
                    <a:pt x="237778" y="1020627"/>
                  </a:lnTo>
                  <a:lnTo>
                    <a:pt x="237756" y="1020628"/>
                  </a:lnTo>
                  <a:lnTo>
                    <a:pt x="237719" y="1020634"/>
                  </a:lnTo>
                  <a:lnTo>
                    <a:pt x="237631" y="1020666"/>
                  </a:lnTo>
                  <a:lnTo>
                    <a:pt x="237562" y="1020696"/>
                  </a:lnTo>
                  <a:lnTo>
                    <a:pt x="237548" y="1020709"/>
                  </a:lnTo>
                  <a:lnTo>
                    <a:pt x="237538" y="1020722"/>
                  </a:lnTo>
                  <a:lnTo>
                    <a:pt x="237522" y="1020735"/>
                  </a:lnTo>
                  <a:lnTo>
                    <a:pt x="237501" y="1020739"/>
                  </a:lnTo>
                  <a:lnTo>
                    <a:pt x="237476" y="1020740"/>
                  </a:lnTo>
                  <a:lnTo>
                    <a:pt x="237445" y="1020734"/>
                  </a:lnTo>
                  <a:lnTo>
                    <a:pt x="237414" y="1020726"/>
                  </a:lnTo>
                  <a:lnTo>
                    <a:pt x="237359" y="1020716"/>
                  </a:lnTo>
                  <a:lnTo>
                    <a:pt x="237325" y="1020705"/>
                  </a:lnTo>
                  <a:lnTo>
                    <a:pt x="237288" y="1020683"/>
                  </a:lnTo>
                  <a:lnTo>
                    <a:pt x="237255" y="1020654"/>
                  </a:lnTo>
                  <a:lnTo>
                    <a:pt x="237219" y="1020630"/>
                  </a:lnTo>
                  <a:lnTo>
                    <a:pt x="237196" y="1020617"/>
                  </a:lnTo>
                  <a:lnTo>
                    <a:pt x="237159" y="1020597"/>
                  </a:lnTo>
                  <a:lnTo>
                    <a:pt x="237128" y="1020586"/>
                  </a:lnTo>
                  <a:lnTo>
                    <a:pt x="237094" y="1020573"/>
                  </a:lnTo>
                  <a:lnTo>
                    <a:pt x="237058" y="1020558"/>
                  </a:lnTo>
                  <a:lnTo>
                    <a:pt x="237016" y="1020544"/>
                  </a:lnTo>
                  <a:lnTo>
                    <a:pt x="236981" y="1020540"/>
                  </a:lnTo>
                  <a:lnTo>
                    <a:pt x="236953" y="1020539"/>
                  </a:lnTo>
                  <a:lnTo>
                    <a:pt x="236928" y="1020527"/>
                  </a:lnTo>
                  <a:lnTo>
                    <a:pt x="236910" y="1020504"/>
                  </a:lnTo>
                  <a:lnTo>
                    <a:pt x="236882" y="1020460"/>
                  </a:lnTo>
                  <a:lnTo>
                    <a:pt x="236870" y="1020434"/>
                  </a:lnTo>
                  <a:lnTo>
                    <a:pt x="236852" y="1020408"/>
                  </a:lnTo>
                  <a:lnTo>
                    <a:pt x="236831" y="1020361"/>
                  </a:lnTo>
                  <a:lnTo>
                    <a:pt x="236823" y="1020336"/>
                  </a:lnTo>
                  <a:lnTo>
                    <a:pt x="236793" y="1020297"/>
                  </a:lnTo>
                  <a:lnTo>
                    <a:pt x="236778" y="1020279"/>
                  </a:lnTo>
                  <a:lnTo>
                    <a:pt x="236748" y="1020254"/>
                  </a:lnTo>
                  <a:lnTo>
                    <a:pt x="236739" y="1020248"/>
                  </a:lnTo>
                  <a:lnTo>
                    <a:pt x="236723" y="1020237"/>
                  </a:lnTo>
                  <a:lnTo>
                    <a:pt x="236672" y="1020195"/>
                  </a:lnTo>
                  <a:lnTo>
                    <a:pt x="236655" y="1020182"/>
                  </a:lnTo>
                  <a:lnTo>
                    <a:pt x="236616" y="1020183"/>
                  </a:lnTo>
                  <a:lnTo>
                    <a:pt x="236601" y="1020185"/>
                  </a:lnTo>
                  <a:lnTo>
                    <a:pt x="236579" y="1020204"/>
                  </a:lnTo>
                  <a:lnTo>
                    <a:pt x="236542" y="1020242"/>
                  </a:lnTo>
                  <a:lnTo>
                    <a:pt x="236516" y="1020266"/>
                  </a:lnTo>
                  <a:lnTo>
                    <a:pt x="236444" y="1020307"/>
                  </a:lnTo>
                  <a:lnTo>
                    <a:pt x="236406" y="1020326"/>
                  </a:lnTo>
                  <a:lnTo>
                    <a:pt x="236348" y="1020361"/>
                  </a:lnTo>
                  <a:lnTo>
                    <a:pt x="236315" y="1020371"/>
                  </a:lnTo>
                  <a:lnTo>
                    <a:pt x="236278" y="1020374"/>
                  </a:lnTo>
                  <a:lnTo>
                    <a:pt x="236234" y="1020376"/>
                  </a:lnTo>
                  <a:lnTo>
                    <a:pt x="236201" y="1020378"/>
                  </a:lnTo>
                  <a:lnTo>
                    <a:pt x="236144" y="1020385"/>
                  </a:lnTo>
                  <a:lnTo>
                    <a:pt x="236119" y="1020392"/>
                  </a:lnTo>
                  <a:lnTo>
                    <a:pt x="236058" y="1020378"/>
                  </a:lnTo>
                  <a:lnTo>
                    <a:pt x="235991" y="1020365"/>
                  </a:lnTo>
                  <a:lnTo>
                    <a:pt x="235955" y="1020362"/>
                  </a:lnTo>
                  <a:lnTo>
                    <a:pt x="235939" y="1020363"/>
                  </a:lnTo>
                  <a:lnTo>
                    <a:pt x="235928" y="1020372"/>
                  </a:lnTo>
                  <a:lnTo>
                    <a:pt x="235911" y="1020396"/>
                  </a:lnTo>
                  <a:lnTo>
                    <a:pt x="235897" y="1020413"/>
                  </a:lnTo>
                  <a:lnTo>
                    <a:pt x="235883" y="1020442"/>
                  </a:lnTo>
                  <a:lnTo>
                    <a:pt x="235869" y="1020462"/>
                  </a:lnTo>
                  <a:lnTo>
                    <a:pt x="235824" y="1020498"/>
                  </a:lnTo>
                  <a:lnTo>
                    <a:pt x="235778" y="1020529"/>
                  </a:lnTo>
                  <a:lnTo>
                    <a:pt x="235739" y="1020556"/>
                  </a:lnTo>
                  <a:lnTo>
                    <a:pt x="235710" y="1020573"/>
                  </a:lnTo>
                  <a:lnTo>
                    <a:pt x="235677" y="1020596"/>
                  </a:lnTo>
                  <a:lnTo>
                    <a:pt x="235655" y="1020619"/>
                  </a:lnTo>
                  <a:lnTo>
                    <a:pt x="235642" y="1020645"/>
                  </a:lnTo>
                  <a:lnTo>
                    <a:pt x="235647" y="1020665"/>
                  </a:lnTo>
                  <a:lnTo>
                    <a:pt x="235662" y="1020698"/>
                  </a:lnTo>
                  <a:lnTo>
                    <a:pt x="235686" y="1020747"/>
                  </a:lnTo>
                  <a:lnTo>
                    <a:pt x="235696" y="1020769"/>
                  </a:lnTo>
                  <a:lnTo>
                    <a:pt x="235701" y="1020808"/>
                  </a:lnTo>
                  <a:lnTo>
                    <a:pt x="235702" y="1020836"/>
                  </a:lnTo>
                  <a:lnTo>
                    <a:pt x="235695" y="1020861"/>
                  </a:lnTo>
                  <a:lnTo>
                    <a:pt x="235679" y="1020882"/>
                  </a:lnTo>
                  <a:lnTo>
                    <a:pt x="235657" y="1020910"/>
                  </a:lnTo>
                  <a:lnTo>
                    <a:pt x="235612" y="1020938"/>
                  </a:lnTo>
                  <a:lnTo>
                    <a:pt x="235575" y="1020956"/>
                  </a:lnTo>
                  <a:lnTo>
                    <a:pt x="235515" y="1020988"/>
                  </a:lnTo>
                  <a:lnTo>
                    <a:pt x="235475" y="1021008"/>
                  </a:lnTo>
                  <a:lnTo>
                    <a:pt x="235447" y="1021015"/>
                  </a:lnTo>
                  <a:lnTo>
                    <a:pt x="235389" y="1021018"/>
                  </a:lnTo>
                  <a:lnTo>
                    <a:pt x="235349" y="1021018"/>
                  </a:lnTo>
                  <a:lnTo>
                    <a:pt x="235275" y="1021019"/>
                  </a:lnTo>
                  <a:lnTo>
                    <a:pt x="235208" y="1021024"/>
                  </a:lnTo>
                  <a:lnTo>
                    <a:pt x="235163" y="1021025"/>
                  </a:lnTo>
                  <a:lnTo>
                    <a:pt x="235133" y="1021017"/>
                  </a:lnTo>
                  <a:lnTo>
                    <a:pt x="235062" y="1021004"/>
                  </a:lnTo>
                  <a:lnTo>
                    <a:pt x="235027" y="1021000"/>
                  </a:lnTo>
                  <a:lnTo>
                    <a:pt x="234952" y="1020989"/>
                  </a:lnTo>
                  <a:lnTo>
                    <a:pt x="234902" y="1020976"/>
                  </a:lnTo>
                  <a:lnTo>
                    <a:pt x="234828" y="1020946"/>
                  </a:lnTo>
                  <a:lnTo>
                    <a:pt x="234812" y="1020940"/>
                  </a:lnTo>
                  <a:lnTo>
                    <a:pt x="234797" y="1020939"/>
                  </a:lnTo>
                  <a:lnTo>
                    <a:pt x="234775" y="1020956"/>
                  </a:lnTo>
                  <a:lnTo>
                    <a:pt x="234750" y="1020964"/>
                  </a:lnTo>
                  <a:lnTo>
                    <a:pt x="234726" y="1020983"/>
                  </a:lnTo>
                  <a:lnTo>
                    <a:pt x="234701" y="1020993"/>
                  </a:lnTo>
                  <a:lnTo>
                    <a:pt x="234685" y="1021007"/>
                  </a:lnTo>
                  <a:lnTo>
                    <a:pt x="234667" y="1021028"/>
                  </a:lnTo>
                  <a:lnTo>
                    <a:pt x="234648" y="1021051"/>
                  </a:lnTo>
                  <a:lnTo>
                    <a:pt x="234631" y="1021081"/>
                  </a:lnTo>
                  <a:lnTo>
                    <a:pt x="234626" y="1021096"/>
                  </a:lnTo>
                  <a:lnTo>
                    <a:pt x="234627" y="1021112"/>
                  </a:lnTo>
                  <a:lnTo>
                    <a:pt x="234625" y="1021140"/>
                  </a:lnTo>
                  <a:lnTo>
                    <a:pt x="234618" y="1021175"/>
                  </a:lnTo>
                  <a:lnTo>
                    <a:pt x="234605" y="1021186"/>
                  </a:lnTo>
                  <a:lnTo>
                    <a:pt x="234561" y="1021231"/>
                  </a:lnTo>
                  <a:lnTo>
                    <a:pt x="234489" y="1021305"/>
                  </a:lnTo>
                  <a:lnTo>
                    <a:pt x="234468" y="1021345"/>
                  </a:lnTo>
                  <a:lnTo>
                    <a:pt x="234456" y="1021387"/>
                  </a:lnTo>
                  <a:lnTo>
                    <a:pt x="234431" y="1021431"/>
                  </a:lnTo>
                  <a:lnTo>
                    <a:pt x="234408" y="1021457"/>
                  </a:lnTo>
                  <a:lnTo>
                    <a:pt x="234391" y="1021477"/>
                  </a:lnTo>
                  <a:lnTo>
                    <a:pt x="234380" y="1021505"/>
                  </a:lnTo>
                  <a:lnTo>
                    <a:pt x="234372" y="1021543"/>
                  </a:lnTo>
                  <a:lnTo>
                    <a:pt x="234370" y="1021570"/>
                  </a:lnTo>
                  <a:lnTo>
                    <a:pt x="234372" y="1021666"/>
                  </a:lnTo>
                  <a:lnTo>
                    <a:pt x="234377" y="1021729"/>
                  </a:lnTo>
                  <a:lnTo>
                    <a:pt x="234379" y="1021748"/>
                  </a:lnTo>
                  <a:lnTo>
                    <a:pt x="234401" y="1021787"/>
                  </a:lnTo>
                  <a:lnTo>
                    <a:pt x="234418" y="1021821"/>
                  </a:lnTo>
                  <a:lnTo>
                    <a:pt x="234429" y="1021842"/>
                  </a:lnTo>
                  <a:lnTo>
                    <a:pt x="234429" y="1021849"/>
                  </a:lnTo>
                  <a:lnTo>
                    <a:pt x="234418" y="1021856"/>
                  </a:lnTo>
                  <a:lnTo>
                    <a:pt x="234393" y="1021865"/>
                  </a:lnTo>
                  <a:lnTo>
                    <a:pt x="234362" y="1021885"/>
                  </a:lnTo>
                  <a:lnTo>
                    <a:pt x="234317" y="1021919"/>
                  </a:lnTo>
                  <a:lnTo>
                    <a:pt x="234291" y="1021945"/>
                  </a:lnTo>
                  <a:lnTo>
                    <a:pt x="234237" y="1022010"/>
                  </a:lnTo>
                  <a:lnTo>
                    <a:pt x="234214" y="1022037"/>
                  </a:lnTo>
                  <a:lnTo>
                    <a:pt x="234179" y="1022095"/>
                  </a:lnTo>
                  <a:lnTo>
                    <a:pt x="234158" y="1022133"/>
                  </a:lnTo>
                  <a:lnTo>
                    <a:pt x="234144" y="1022171"/>
                  </a:lnTo>
                  <a:lnTo>
                    <a:pt x="234130" y="1022215"/>
                  </a:lnTo>
                  <a:lnTo>
                    <a:pt x="234122" y="1022258"/>
                  </a:lnTo>
                  <a:lnTo>
                    <a:pt x="234121" y="1022291"/>
                  </a:lnTo>
                  <a:lnTo>
                    <a:pt x="234112" y="1022332"/>
                  </a:lnTo>
                  <a:lnTo>
                    <a:pt x="234101" y="1022346"/>
                  </a:lnTo>
                  <a:lnTo>
                    <a:pt x="234081" y="1022354"/>
                  </a:lnTo>
                  <a:lnTo>
                    <a:pt x="234029" y="1022364"/>
                  </a:lnTo>
                  <a:lnTo>
                    <a:pt x="233984" y="1022372"/>
                  </a:lnTo>
                  <a:lnTo>
                    <a:pt x="233947" y="1022378"/>
                  </a:lnTo>
                  <a:lnTo>
                    <a:pt x="233901" y="1022389"/>
                  </a:lnTo>
                  <a:lnTo>
                    <a:pt x="233875" y="1022394"/>
                  </a:lnTo>
                  <a:lnTo>
                    <a:pt x="233855" y="1022395"/>
                  </a:lnTo>
                  <a:lnTo>
                    <a:pt x="233830" y="1022396"/>
                  </a:lnTo>
                  <a:lnTo>
                    <a:pt x="233788" y="1022386"/>
                  </a:lnTo>
                  <a:lnTo>
                    <a:pt x="233761" y="1022385"/>
                  </a:lnTo>
                  <a:lnTo>
                    <a:pt x="233735" y="1022385"/>
                  </a:lnTo>
                  <a:lnTo>
                    <a:pt x="233716" y="1022389"/>
                  </a:lnTo>
                  <a:lnTo>
                    <a:pt x="233696" y="1022394"/>
                  </a:lnTo>
                  <a:lnTo>
                    <a:pt x="233682" y="1022398"/>
                  </a:lnTo>
                  <a:lnTo>
                    <a:pt x="233663" y="1022411"/>
                  </a:lnTo>
                  <a:lnTo>
                    <a:pt x="233655" y="1022410"/>
                  </a:lnTo>
                  <a:lnTo>
                    <a:pt x="233652" y="1022402"/>
                  </a:lnTo>
                  <a:lnTo>
                    <a:pt x="233652" y="1022392"/>
                  </a:lnTo>
                  <a:lnTo>
                    <a:pt x="233652" y="1022381"/>
                  </a:lnTo>
                  <a:lnTo>
                    <a:pt x="233651" y="1022370"/>
                  </a:lnTo>
                  <a:lnTo>
                    <a:pt x="233650" y="1022361"/>
                  </a:lnTo>
                  <a:lnTo>
                    <a:pt x="233645" y="1022349"/>
                  </a:lnTo>
                  <a:lnTo>
                    <a:pt x="233637" y="1022337"/>
                  </a:lnTo>
                  <a:lnTo>
                    <a:pt x="233618" y="1022293"/>
                  </a:lnTo>
                  <a:lnTo>
                    <a:pt x="233608" y="1022258"/>
                  </a:lnTo>
                  <a:lnTo>
                    <a:pt x="233597" y="1022231"/>
                  </a:lnTo>
                  <a:lnTo>
                    <a:pt x="233567" y="1022157"/>
                  </a:lnTo>
                  <a:lnTo>
                    <a:pt x="233556" y="1022122"/>
                  </a:lnTo>
                  <a:lnTo>
                    <a:pt x="233542" y="1022092"/>
                  </a:lnTo>
                  <a:lnTo>
                    <a:pt x="233533" y="1022036"/>
                  </a:lnTo>
                  <a:lnTo>
                    <a:pt x="233528" y="1022013"/>
                  </a:lnTo>
                  <a:lnTo>
                    <a:pt x="233516" y="1021990"/>
                  </a:lnTo>
                  <a:lnTo>
                    <a:pt x="233501" y="1021970"/>
                  </a:lnTo>
                  <a:lnTo>
                    <a:pt x="233468" y="1021927"/>
                  </a:lnTo>
                  <a:lnTo>
                    <a:pt x="233459" y="1021898"/>
                  </a:lnTo>
                  <a:lnTo>
                    <a:pt x="233448" y="1021868"/>
                  </a:lnTo>
                  <a:lnTo>
                    <a:pt x="233427" y="1021796"/>
                  </a:lnTo>
                  <a:lnTo>
                    <a:pt x="233395" y="1021724"/>
                  </a:lnTo>
                  <a:lnTo>
                    <a:pt x="233357" y="1021658"/>
                  </a:lnTo>
                  <a:lnTo>
                    <a:pt x="233340" y="1021628"/>
                  </a:lnTo>
                  <a:lnTo>
                    <a:pt x="233322" y="1021605"/>
                  </a:lnTo>
                  <a:lnTo>
                    <a:pt x="233300" y="1021578"/>
                  </a:lnTo>
                  <a:lnTo>
                    <a:pt x="233279" y="1021549"/>
                  </a:lnTo>
                  <a:lnTo>
                    <a:pt x="233251" y="1021512"/>
                  </a:lnTo>
                  <a:lnTo>
                    <a:pt x="233236" y="1021479"/>
                  </a:lnTo>
                  <a:lnTo>
                    <a:pt x="233230" y="1021449"/>
                  </a:lnTo>
                  <a:lnTo>
                    <a:pt x="233227" y="1021403"/>
                  </a:lnTo>
                  <a:lnTo>
                    <a:pt x="233227" y="1021386"/>
                  </a:lnTo>
                  <a:lnTo>
                    <a:pt x="233228" y="1021367"/>
                  </a:lnTo>
                  <a:lnTo>
                    <a:pt x="233233" y="1021357"/>
                  </a:lnTo>
                  <a:lnTo>
                    <a:pt x="233254" y="1021344"/>
                  </a:lnTo>
                  <a:lnTo>
                    <a:pt x="233287" y="1021315"/>
                  </a:lnTo>
                  <a:lnTo>
                    <a:pt x="233303" y="1021303"/>
                  </a:lnTo>
                  <a:lnTo>
                    <a:pt x="233319" y="1021290"/>
                  </a:lnTo>
                  <a:lnTo>
                    <a:pt x="233322" y="1021282"/>
                  </a:lnTo>
                  <a:lnTo>
                    <a:pt x="233321" y="1021253"/>
                  </a:lnTo>
                  <a:lnTo>
                    <a:pt x="233321" y="1021224"/>
                  </a:lnTo>
                  <a:lnTo>
                    <a:pt x="233332" y="1021197"/>
                  </a:lnTo>
                  <a:lnTo>
                    <a:pt x="233337" y="1021174"/>
                  </a:lnTo>
                  <a:lnTo>
                    <a:pt x="233349" y="1021141"/>
                  </a:lnTo>
                  <a:lnTo>
                    <a:pt x="233355" y="1021111"/>
                  </a:lnTo>
                  <a:lnTo>
                    <a:pt x="233360" y="1021086"/>
                  </a:lnTo>
                  <a:lnTo>
                    <a:pt x="233359" y="1021067"/>
                  </a:lnTo>
                  <a:lnTo>
                    <a:pt x="233361" y="1021030"/>
                  </a:lnTo>
                  <a:lnTo>
                    <a:pt x="233361" y="1021006"/>
                  </a:lnTo>
                  <a:lnTo>
                    <a:pt x="233368" y="1020977"/>
                  </a:lnTo>
                  <a:lnTo>
                    <a:pt x="233379" y="1020967"/>
                  </a:lnTo>
                  <a:lnTo>
                    <a:pt x="233389" y="1020945"/>
                  </a:lnTo>
                  <a:lnTo>
                    <a:pt x="233398" y="1020912"/>
                  </a:lnTo>
                  <a:lnTo>
                    <a:pt x="233419" y="1020878"/>
                  </a:lnTo>
                  <a:lnTo>
                    <a:pt x="233428" y="1020858"/>
                  </a:lnTo>
                  <a:lnTo>
                    <a:pt x="233436" y="1020831"/>
                  </a:lnTo>
                  <a:lnTo>
                    <a:pt x="233446" y="1020783"/>
                  </a:lnTo>
                  <a:lnTo>
                    <a:pt x="233453" y="1020739"/>
                  </a:lnTo>
                  <a:lnTo>
                    <a:pt x="233458" y="1020656"/>
                  </a:lnTo>
                  <a:lnTo>
                    <a:pt x="233449" y="1020625"/>
                  </a:lnTo>
                  <a:lnTo>
                    <a:pt x="233448" y="1020582"/>
                  </a:lnTo>
                  <a:lnTo>
                    <a:pt x="233440" y="1020556"/>
                  </a:lnTo>
                  <a:lnTo>
                    <a:pt x="233421" y="1020496"/>
                  </a:lnTo>
                  <a:lnTo>
                    <a:pt x="233412" y="1020467"/>
                  </a:lnTo>
                  <a:lnTo>
                    <a:pt x="233411" y="1020445"/>
                  </a:lnTo>
                  <a:lnTo>
                    <a:pt x="233410" y="1020419"/>
                  </a:lnTo>
                  <a:lnTo>
                    <a:pt x="233408" y="1020402"/>
                  </a:lnTo>
                  <a:lnTo>
                    <a:pt x="233403" y="1020392"/>
                  </a:lnTo>
                  <a:lnTo>
                    <a:pt x="233391" y="1020330"/>
                  </a:lnTo>
                  <a:lnTo>
                    <a:pt x="233383" y="1020265"/>
                  </a:lnTo>
                  <a:lnTo>
                    <a:pt x="233386" y="1020201"/>
                  </a:lnTo>
                  <a:lnTo>
                    <a:pt x="233386" y="1020184"/>
                  </a:lnTo>
                  <a:lnTo>
                    <a:pt x="233385" y="1020169"/>
                  </a:lnTo>
                  <a:lnTo>
                    <a:pt x="233377" y="1020157"/>
                  </a:lnTo>
                  <a:lnTo>
                    <a:pt x="233363" y="1020142"/>
                  </a:lnTo>
                  <a:lnTo>
                    <a:pt x="233364" y="1020120"/>
                  </a:lnTo>
                  <a:lnTo>
                    <a:pt x="233366" y="1020104"/>
                  </a:lnTo>
                  <a:lnTo>
                    <a:pt x="233373" y="1020029"/>
                  </a:lnTo>
                  <a:lnTo>
                    <a:pt x="233380" y="1019988"/>
                  </a:lnTo>
                  <a:lnTo>
                    <a:pt x="233385" y="1019935"/>
                  </a:lnTo>
                  <a:lnTo>
                    <a:pt x="233377" y="1019886"/>
                  </a:lnTo>
                  <a:lnTo>
                    <a:pt x="233369" y="1019847"/>
                  </a:lnTo>
                  <a:lnTo>
                    <a:pt x="233366" y="1019821"/>
                  </a:lnTo>
                  <a:lnTo>
                    <a:pt x="233359" y="1019802"/>
                  </a:lnTo>
                  <a:lnTo>
                    <a:pt x="233351" y="1019794"/>
                  </a:lnTo>
                  <a:lnTo>
                    <a:pt x="233335" y="1019788"/>
                  </a:lnTo>
                  <a:lnTo>
                    <a:pt x="233287" y="1019773"/>
                  </a:lnTo>
                  <a:lnTo>
                    <a:pt x="233239" y="1019760"/>
                  </a:lnTo>
                  <a:lnTo>
                    <a:pt x="233172" y="1019748"/>
                  </a:lnTo>
                  <a:lnTo>
                    <a:pt x="233132" y="1019720"/>
                  </a:lnTo>
                  <a:lnTo>
                    <a:pt x="233096" y="1019693"/>
                  </a:lnTo>
                  <a:lnTo>
                    <a:pt x="233059" y="1019664"/>
                  </a:lnTo>
                  <a:lnTo>
                    <a:pt x="233032" y="1019647"/>
                  </a:lnTo>
                  <a:lnTo>
                    <a:pt x="233005" y="1019618"/>
                  </a:lnTo>
                  <a:lnTo>
                    <a:pt x="232986" y="1019587"/>
                  </a:lnTo>
                  <a:lnTo>
                    <a:pt x="232966" y="1019569"/>
                  </a:lnTo>
                  <a:lnTo>
                    <a:pt x="232948" y="1019564"/>
                  </a:lnTo>
                  <a:lnTo>
                    <a:pt x="232908" y="1019558"/>
                  </a:lnTo>
                  <a:lnTo>
                    <a:pt x="232868" y="1019549"/>
                  </a:lnTo>
                  <a:lnTo>
                    <a:pt x="232844" y="1019548"/>
                  </a:lnTo>
                  <a:lnTo>
                    <a:pt x="232811" y="1019559"/>
                  </a:lnTo>
                  <a:lnTo>
                    <a:pt x="232769" y="1019562"/>
                  </a:lnTo>
                  <a:lnTo>
                    <a:pt x="232724" y="1019567"/>
                  </a:lnTo>
                  <a:lnTo>
                    <a:pt x="232703" y="1019568"/>
                  </a:lnTo>
                  <a:lnTo>
                    <a:pt x="232685" y="1019556"/>
                  </a:lnTo>
                  <a:lnTo>
                    <a:pt x="232648" y="1019522"/>
                  </a:lnTo>
                  <a:lnTo>
                    <a:pt x="232618" y="1019502"/>
                  </a:lnTo>
                  <a:lnTo>
                    <a:pt x="232565" y="1019475"/>
                  </a:lnTo>
                  <a:lnTo>
                    <a:pt x="232532" y="1019468"/>
                  </a:lnTo>
                  <a:lnTo>
                    <a:pt x="232504" y="1019469"/>
                  </a:lnTo>
                  <a:lnTo>
                    <a:pt x="232460" y="1019493"/>
                  </a:lnTo>
                  <a:lnTo>
                    <a:pt x="232416" y="1019501"/>
                  </a:lnTo>
                  <a:lnTo>
                    <a:pt x="232379" y="1019499"/>
                  </a:lnTo>
                  <a:lnTo>
                    <a:pt x="232339" y="1019500"/>
                  </a:lnTo>
                  <a:lnTo>
                    <a:pt x="232301" y="1019489"/>
                  </a:lnTo>
                  <a:lnTo>
                    <a:pt x="232265" y="1019468"/>
                  </a:lnTo>
                  <a:lnTo>
                    <a:pt x="232238" y="1019449"/>
                  </a:lnTo>
                  <a:lnTo>
                    <a:pt x="232220" y="1019428"/>
                  </a:lnTo>
                  <a:lnTo>
                    <a:pt x="232159" y="1019369"/>
                  </a:lnTo>
                  <a:lnTo>
                    <a:pt x="232126" y="1019340"/>
                  </a:lnTo>
                  <a:lnTo>
                    <a:pt x="232104" y="1019328"/>
                  </a:lnTo>
                  <a:lnTo>
                    <a:pt x="232051" y="1019296"/>
                  </a:lnTo>
                  <a:lnTo>
                    <a:pt x="232021" y="1019279"/>
                  </a:lnTo>
                  <a:lnTo>
                    <a:pt x="231985" y="1019262"/>
                  </a:lnTo>
                  <a:lnTo>
                    <a:pt x="231933" y="1019238"/>
                  </a:lnTo>
                  <a:lnTo>
                    <a:pt x="231898" y="1019216"/>
                  </a:lnTo>
                  <a:lnTo>
                    <a:pt x="231854" y="1019195"/>
                  </a:lnTo>
                  <a:lnTo>
                    <a:pt x="231804" y="1019165"/>
                  </a:lnTo>
                  <a:lnTo>
                    <a:pt x="231767" y="1019153"/>
                  </a:lnTo>
                  <a:lnTo>
                    <a:pt x="231733" y="1019139"/>
                  </a:lnTo>
                  <a:lnTo>
                    <a:pt x="231694" y="1019106"/>
                  </a:lnTo>
                  <a:lnTo>
                    <a:pt x="231661" y="1019075"/>
                  </a:lnTo>
                  <a:lnTo>
                    <a:pt x="231638" y="1019067"/>
                  </a:lnTo>
                  <a:lnTo>
                    <a:pt x="231604" y="1019054"/>
                  </a:lnTo>
                  <a:lnTo>
                    <a:pt x="231580" y="1019031"/>
                  </a:lnTo>
                  <a:lnTo>
                    <a:pt x="231559" y="1019028"/>
                  </a:lnTo>
                  <a:lnTo>
                    <a:pt x="231537" y="1019034"/>
                  </a:lnTo>
                  <a:lnTo>
                    <a:pt x="231501" y="1019047"/>
                  </a:lnTo>
                  <a:lnTo>
                    <a:pt x="231479" y="1019051"/>
                  </a:lnTo>
                  <a:lnTo>
                    <a:pt x="231442" y="1019049"/>
                  </a:lnTo>
                  <a:lnTo>
                    <a:pt x="231395" y="1019031"/>
                  </a:lnTo>
                  <a:lnTo>
                    <a:pt x="231377" y="1019029"/>
                  </a:lnTo>
                  <a:lnTo>
                    <a:pt x="231336" y="1019009"/>
                  </a:lnTo>
                  <a:lnTo>
                    <a:pt x="231313" y="1018985"/>
                  </a:lnTo>
                  <a:lnTo>
                    <a:pt x="231294" y="1018955"/>
                  </a:lnTo>
                  <a:lnTo>
                    <a:pt x="231275" y="1018937"/>
                  </a:lnTo>
                  <a:lnTo>
                    <a:pt x="231246" y="1018927"/>
                  </a:lnTo>
                  <a:lnTo>
                    <a:pt x="231209" y="1018915"/>
                  </a:lnTo>
                  <a:lnTo>
                    <a:pt x="231174" y="1018915"/>
                  </a:lnTo>
                  <a:lnTo>
                    <a:pt x="231133" y="1018909"/>
                  </a:lnTo>
                  <a:lnTo>
                    <a:pt x="231088" y="1018909"/>
                  </a:lnTo>
                  <a:lnTo>
                    <a:pt x="231050" y="1018912"/>
                  </a:lnTo>
                  <a:lnTo>
                    <a:pt x="230993" y="1018922"/>
                  </a:lnTo>
                  <a:lnTo>
                    <a:pt x="230942" y="1018925"/>
                  </a:lnTo>
                  <a:lnTo>
                    <a:pt x="230913" y="1018934"/>
                  </a:lnTo>
                  <a:lnTo>
                    <a:pt x="230879" y="1018944"/>
                  </a:lnTo>
                  <a:lnTo>
                    <a:pt x="230782" y="1018967"/>
                  </a:lnTo>
                  <a:lnTo>
                    <a:pt x="230735" y="1018977"/>
                  </a:lnTo>
                  <a:lnTo>
                    <a:pt x="230675" y="1018981"/>
                  </a:lnTo>
                  <a:lnTo>
                    <a:pt x="230633" y="1018984"/>
                  </a:lnTo>
                  <a:lnTo>
                    <a:pt x="230598" y="1018976"/>
                  </a:lnTo>
                  <a:lnTo>
                    <a:pt x="230548" y="1018956"/>
                  </a:lnTo>
                  <a:lnTo>
                    <a:pt x="230502" y="1018933"/>
                  </a:lnTo>
                  <a:lnTo>
                    <a:pt x="230464" y="1018902"/>
                  </a:lnTo>
                  <a:lnTo>
                    <a:pt x="230431" y="1018885"/>
                  </a:lnTo>
                  <a:lnTo>
                    <a:pt x="230367" y="1018849"/>
                  </a:lnTo>
                  <a:lnTo>
                    <a:pt x="230322" y="1018826"/>
                  </a:lnTo>
                  <a:lnTo>
                    <a:pt x="230305" y="1018821"/>
                  </a:lnTo>
                  <a:lnTo>
                    <a:pt x="230293" y="1018824"/>
                  </a:lnTo>
                  <a:lnTo>
                    <a:pt x="230277" y="1018854"/>
                  </a:lnTo>
                  <a:lnTo>
                    <a:pt x="230272" y="1018889"/>
                  </a:lnTo>
                  <a:lnTo>
                    <a:pt x="230261" y="1018945"/>
                  </a:lnTo>
                  <a:lnTo>
                    <a:pt x="230240" y="1018973"/>
                  </a:lnTo>
                  <a:lnTo>
                    <a:pt x="230200" y="1019004"/>
                  </a:lnTo>
                  <a:lnTo>
                    <a:pt x="230114" y="1019040"/>
                  </a:lnTo>
                  <a:lnTo>
                    <a:pt x="230025" y="1019072"/>
                  </a:lnTo>
                  <a:lnTo>
                    <a:pt x="229962" y="1019098"/>
                  </a:lnTo>
                  <a:lnTo>
                    <a:pt x="229916" y="1019119"/>
                  </a:lnTo>
                  <a:lnTo>
                    <a:pt x="229882" y="1019121"/>
                  </a:lnTo>
                  <a:lnTo>
                    <a:pt x="229852" y="1019117"/>
                  </a:lnTo>
                  <a:lnTo>
                    <a:pt x="229812" y="1019105"/>
                  </a:lnTo>
                  <a:lnTo>
                    <a:pt x="229756" y="1019084"/>
                  </a:lnTo>
                  <a:lnTo>
                    <a:pt x="229704" y="1019062"/>
                  </a:lnTo>
                  <a:lnTo>
                    <a:pt x="229683" y="1019043"/>
                  </a:lnTo>
                  <a:lnTo>
                    <a:pt x="229663" y="1019040"/>
                  </a:lnTo>
                  <a:lnTo>
                    <a:pt x="229652" y="1019044"/>
                  </a:lnTo>
                  <a:lnTo>
                    <a:pt x="229636" y="1019065"/>
                  </a:lnTo>
                  <a:lnTo>
                    <a:pt x="229618" y="1019090"/>
                  </a:lnTo>
                  <a:lnTo>
                    <a:pt x="229585" y="1019113"/>
                  </a:lnTo>
                  <a:lnTo>
                    <a:pt x="229529" y="1019129"/>
                  </a:lnTo>
                  <a:lnTo>
                    <a:pt x="229477" y="1019126"/>
                  </a:lnTo>
                  <a:lnTo>
                    <a:pt x="229388" y="1019125"/>
                  </a:lnTo>
                  <a:lnTo>
                    <a:pt x="229282" y="1019143"/>
                  </a:lnTo>
                  <a:lnTo>
                    <a:pt x="229221" y="1019153"/>
                  </a:lnTo>
                  <a:lnTo>
                    <a:pt x="229170" y="1019150"/>
                  </a:lnTo>
                  <a:lnTo>
                    <a:pt x="229117" y="1019135"/>
                  </a:lnTo>
                  <a:lnTo>
                    <a:pt x="229068" y="1019124"/>
                  </a:lnTo>
                  <a:lnTo>
                    <a:pt x="229019" y="1019120"/>
                  </a:lnTo>
                  <a:lnTo>
                    <a:pt x="228959" y="1019107"/>
                  </a:lnTo>
                  <a:lnTo>
                    <a:pt x="228931" y="1019090"/>
                  </a:lnTo>
                  <a:lnTo>
                    <a:pt x="228890" y="1019076"/>
                  </a:lnTo>
                  <a:lnTo>
                    <a:pt x="228857" y="1019056"/>
                  </a:lnTo>
                  <a:lnTo>
                    <a:pt x="228821" y="1019032"/>
                  </a:lnTo>
                  <a:lnTo>
                    <a:pt x="228788" y="1018998"/>
                  </a:lnTo>
                  <a:lnTo>
                    <a:pt x="228756" y="1018966"/>
                  </a:lnTo>
                  <a:lnTo>
                    <a:pt x="228726" y="1018945"/>
                  </a:lnTo>
                  <a:lnTo>
                    <a:pt x="228702" y="1018930"/>
                  </a:lnTo>
                  <a:lnTo>
                    <a:pt x="228685" y="1018919"/>
                  </a:lnTo>
                  <a:lnTo>
                    <a:pt x="228679" y="1018908"/>
                  </a:lnTo>
                  <a:lnTo>
                    <a:pt x="228669" y="1018894"/>
                  </a:lnTo>
                  <a:lnTo>
                    <a:pt x="228665" y="1018879"/>
                  </a:lnTo>
                  <a:lnTo>
                    <a:pt x="228663" y="1018863"/>
                  </a:lnTo>
                  <a:lnTo>
                    <a:pt x="228660" y="1018848"/>
                  </a:lnTo>
                  <a:lnTo>
                    <a:pt x="228655" y="1018837"/>
                  </a:lnTo>
                  <a:lnTo>
                    <a:pt x="228649" y="1018821"/>
                  </a:lnTo>
                  <a:lnTo>
                    <a:pt x="228645" y="1018787"/>
                  </a:lnTo>
                  <a:lnTo>
                    <a:pt x="228640" y="1018742"/>
                  </a:lnTo>
                  <a:lnTo>
                    <a:pt x="228636" y="1018712"/>
                  </a:lnTo>
                  <a:lnTo>
                    <a:pt x="228627" y="1018685"/>
                  </a:lnTo>
                  <a:lnTo>
                    <a:pt x="228614" y="1018669"/>
                  </a:lnTo>
                  <a:lnTo>
                    <a:pt x="228603" y="1018660"/>
                  </a:lnTo>
                  <a:lnTo>
                    <a:pt x="228588" y="1018651"/>
                  </a:lnTo>
                  <a:lnTo>
                    <a:pt x="228552" y="1018643"/>
                  </a:lnTo>
                  <a:lnTo>
                    <a:pt x="228523" y="1018641"/>
                  </a:lnTo>
                  <a:lnTo>
                    <a:pt x="228470" y="1018636"/>
                  </a:lnTo>
                  <a:lnTo>
                    <a:pt x="228423" y="1018631"/>
                  </a:lnTo>
                  <a:lnTo>
                    <a:pt x="228375" y="1018629"/>
                  </a:lnTo>
                  <a:lnTo>
                    <a:pt x="228299" y="1018622"/>
                  </a:lnTo>
                  <a:lnTo>
                    <a:pt x="228238" y="1018632"/>
                  </a:lnTo>
                  <a:lnTo>
                    <a:pt x="228209" y="1018632"/>
                  </a:lnTo>
                  <a:lnTo>
                    <a:pt x="228193" y="1018628"/>
                  </a:lnTo>
                  <a:lnTo>
                    <a:pt x="228171" y="1018609"/>
                  </a:lnTo>
                  <a:lnTo>
                    <a:pt x="228151" y="1018583"/>
                  </a:lnTo>
                  <a:lnTo>
                    <a:pt x="228127" y="1018559"/>
                  </a:lnTo>
                  <a:lnTo>
                    <a:pt x="228090" y="1018533"/>
                  </a:lnTo>
                  <a:lnTo>
                    <a:pt x="228071" y="1018522"/>
                  </a:lnTo>
                  <a:lnTo>
                    <a:pt x="228043" y="1018515"/>
                  </a:lnTo>
                  <a:lnTo>
                    <a:pt x="227996" y="1018520"/>
                  </a:lnTo>
                  <a:lnTo>
                    <a:pt x="227960" y="1018531"/>
                  </a:lnTo>
                  <a:lnTo>
                    <a:pt x="227928" y="1018540"/>
                  </a:lnTo>
                  <a:lnTo>
                    <a:pt x="227874" y="1018567"/>
                  </a:lnTo>
                  <a:lnTo>
                    <a:pt x="227841" y="1018582"/>
                  </a:lnTo>
                  <a:lnTo>
                    <a:pt x="227823" y="1018584"/>
                  </a:lnTo>
                  <a:lnTo>
                    <a:pt x="227775" y="1018576"/>
                  </a:lnTo>
                  <a:lnTo>
                    <a:pt x="227740" y="1018569"/>
                  </a:lnTo>
                  <a:lnTo>
                    <a:pt x="227701" y="1018569"/>
                  </a:lnTo>
                  <a:lnTo>
                    <a:pt x="227647" y="1018572"/>
                  </a:lnTo>
                  <a:lnTo>
                    <a:pt x="227597" y="1018567"/>
                  </a:lnTo>
                  <a:lnTo>
                    <a:pt x="227558" y="1018559"/>
                  </a:lnTo>
                  <a:lnTo>
                    <a:pt x="227525" y="1018548"/>
                  </a:lnTo>
                  <a:lnTo>
                    <a:pt x="227469" y="1018528"/>
                  </a:lnTo>
                  <a:lnTo>
                    <a:pt x="227315" y="1018493"/>
                  </a:lnTo>
                  <a:lnTo>
                    <a:pt x="227229" y="1018465"/>
                  </a:lnTo>
                  <a:lnTo>
                    <a:pt x="227188" y="1018446"/>
                  </a:lnTo>
                  <a:lnTo>
                    <a:pt x="227148" y="1018428"/>
                  </a:lnTo>
                  <a:lnTo>
                    <a:pt x="227110" y="1018417"/>
                  </a:lnTo>
                  <a:lnTo>
                    <a:pt x="227062" y="1018390"/>
                  </a:lnTo>
                  <a:lnTo>
                    <a:pt x="227003" y="1018359"/>
                  </a:lnTo>
                  <a:lnTo>
                    <a:pt x="226974" y="1018345"/>
                  </a:lnTo>
                  <a:lnTo>
                    <a:pt x="226964" y="1018345"/>
                  </a:lnTo>
                  <a:lnTo>
                    <a:pt x="226931" y="1018358"/>
                  </a:lnTo>
                  <a:lnTo>
                    <a:pt x="226876" y="1018382"/>
                  </a:lnTo>
                  <a:lnTo>
                    <a:pt x="226849" y="1018402"/>
                  </a:lnTo>
                  <a:lnTo>
                    <a:pt x="226822" y="1018420"/>
                  </a:lnTo>
                  <a:lnTo>
                    <a:pt x="226773" y="1018446"/>
                  </a:lnTo>
                  <a:lnTo>
                    <a:pt x="226757" y="1018455"/>
                  </a:lnTo>
                  <a:lnTo>
                    <a:pt x="226743" y="1018457"/>
                  </a:lnTo>
                  <a:lnTo>
                    <a:pt x="226729" y="1018453"/>
                  </a:lnTo>
                  <a:lnTo>
                    <a:pt x="226710" y="1018439"/>
                  </a:lnTo>
                  <a:lnTo>
                    <a:pt x="226688" y="1018420"/>
                  </a:lnTo>
                  <a:lnTo>
                    <a:pt x="226667" y="1018397"/>
                  </a:lnTo>
                  <a:lnTo>
                    <a:pt x="226645" y="1018366"/>
                  </a:lnTo>
                  <a:lnTo>
                    <a:pt x="226617" y="1018333"/>
                  </a:lnTo>
                  <a:lnTo>
                    <a:pt x="226572" y="1018276"/>
                  </a:lnTo>
                  <a:lnTo>
                    <a:pt x="226489" y="1018185"/>
                  </a:lnTo>
                  <a:lnTo>
                    <a:pt x="226472" y="1018167"/>
                  </a:lnTo>
                  <a:lnTo>
                    <a:pt x="226432" y="1018128"/>
                  </a:lnTo>
                  <a:lnTo>
                    <a:pt x="226393" y="1018091"/>
                  </a:lnTo>
                  <a:lnTo>
                    <a:pt x="226365" y="1018053"/>
                  </a:lnTo>
                  <a:lnTo>
                    <a:pt x="226346" y="1018027"/>
                  </a:lnTo>
                  <a:lnTo>
                    <a:pt x="226335" y="1018016"/>
                  </a:lnTo>
                  <a:lnTo>
                    <a:pt x="226307" y="1018004"/>
                  </a:lnTo>
                  <a:lnTo>
                    <a:pt x="226286" y="1017996"/>
                  </a:lnTo>
                  <a:lnTo>
                    <a:pt x="226253" y="1017981"/>
                  </a:lnTo>
                  <a:lnTo>
                    <a:pt x="226230" y="1017961"/>
                  </a:lnTo>
                  <a:lnTo>
                    <a:pt x="226208" y="1017935"/>
                  </a:lnTo>
                  <a:lnTo>
                    <a:pt x="226194" y="1017914"/>
                  </a:lnTo>
                  <a:lnTo>
                    <a:pt x="226177" y="1017901"/>
                  </a:lnTo>
                  <a:lnTo>
                    <a:pt x="226152" y="1017882"/>
                  </a:lnTo>
                  <a:lnTo>
                    <a:pt x="226125" y="1017864"/>
                  </a:lnTo>
                  <a:lnTo>
                    <a:pt x="226094" y="1017838"/>
                  </a:lnTo>
                  <a:lnTo>
                    <a:pt x="226054" y="1017803"/>
                  </a:lnTo>
                  <a:lnTo>
                    <a:pt x="225992" y="1017738"/>
                  </a:lnTo>
                  <a:lnTo>
                    <a:pt x="225976" y="1017724"/>
                  </a:lnTo>
                  <a:lnTo>
                    <a:pt x="225951" y="1017688"/>
                  </a:lnTo>
                  <a:lnTo>
                    <a:pt x="225929" y="1017650"/>
                  </a:lnTo>
                  <a:lnTo>
                    <a:pt x="225910" y="1017609"/>
                  </a:lnTo>
                  <a:lnTo>
                    <a:pt x="225897" y="1017578"/>
                  </a:lnTo>
                  <a:lnTo>
                    <a:pt x="225880" y="1017536"/>
                  </a:lnTo>
                  <a:lnTo>
                    <a:pt x="225866" y="1017512"/>
                  </a:lnTo>
                  <a:lnTo>
                    <a:pt x="225846" y="1017482"/>
                  </a:lnTo>
                  <a:lnTo>
                    <a:pt x="225823" y="1017465"/>
                  </a:lnTo>
                  <a:lnTo>
                    <a:pt x="225798" y="1017447"/>
                  </a:lnTo>
                  <a:lnTo>
                    <a:pt x="225774" y="1017423"/>
                  </a:lnTo>
                  <a:lnTo>
                    <a:pt x="225770" y="1017414"/>
                  </a:lnTo>
                  <a:lnTo>
                    <a:pt x="225767" y="1017391"/>
                  </a:lnTo>
                  <a:lnTo>
                    <a:pt x="225768" y="1017364"/>
                  </a:lnTo>
                  <a:lnTo>
                    <a:pt x="225767" y="1017346"/>
                  </a:lnTo>
                  <a:lnTo>
                    <a:pt x="225763" y="1017333"/>
                  </a:lnTo>
                  <a:lnTo>
                    <a:pt x="225753" y="1017318"/>
                  </a:lnTo>
                  <a:lnTo>
                    <a:pt x="225753" y="1017294"/>
                  </a:lnTo>
                  <a:lnTo>
                    <a:pt x="225752" y="1017280"/>
                  </a:lnTo>
                  <a:lnTo>
                    <a:pt x="225743" y="1017249"/>
                  </a:lnTo>
                  <a:lnTo>
                    <a:pt x="225742" y="1017229"/>
                  </a:lnTo>
                  <a:lnTo>
                    <a:pt x="225744" y="1017206"/>
                  </a:lnTo>
                  <a:lnTo>
                    <a:pt x="225750" y="1017187"/>
                  </a:lnTo>
                  <a:lnTo>
                    <a:pt x="225778" y="1017123"/>
                  </a:lnTo>
                  <a:lnTo>
                    <a:pt x="225793" y="1017083"/>
                  </a:lnTo>
                  <a:lnTo>
                    <a:pt x="225806" y="1017047"/>
                  </a:lnTo>
                  <a:lnTo>
                    <a:pt x="225805" y="1017032"/>
                  </a:lnTo>
                  <a:lnTo>
                    <a:pt x="225796" y="1017014"/>
                  </a:lnTo>
                  <a:lnTo>
                    <a:pt x="225780" y="1016999"/>
                  </a:lnTo>
                  <a:lnTo>
                    <a:pt x="225783" y="1016982"/>
                  </a:lnTo>
                  <a:lnTo>
                    <a:pt x="225787" y="1016969"/>
                  </a:lnTo>
                  <a:lnTo>
                    <a:pt x="225791" y="1016952"/>
                  </a:lnTo>
                  <a:lnTo>
                    <a:pt x="225791" y="1016925"/>
                  </a:lnTo>
                  <a:lnTo>
                    <a:pt x="225783" y="1016879"/>
                  </a:lnTo>
                  <a:lnTo>
                    <a:pt x="225778" y="1016835"/>
                  </a:lnTo>
                  <a:lnTo>
                    <a:pt x="225779" y="1016779"/>
                  </a:lnTo>
                  <a:lnTo>
                    <a:pt x="225778" y="1016736"/>
                  </a:lnTo>
                  <a:lnTo>
                    <a:pt x="225772" y="1016685"/>
                  </a:lnTo>
                  <a:lnTo>
                    <a:pt x="225771" y="1016653"/>
                  </a:lnTo>
                  <a:lnTo>
                    <a:pt x="225761" y="1016615"/>
                  </a:lnTo>
                  <a:lnTo>
                    <a:pt x="225742" y="1016576"/>
                  </a:lnTo>
                  <a:lnTo>
                    <a:pt x="225730" y="1016566"/>
                  </a:lnTo>
                  <a:lnTo>
                    <a:pt x="225716" y="1016547"/>
                  </a:lnTo>
                  <a:lnTo>
                    <a:pt x="225697" y="1016526"/>
                  </a:lnTo>
                  <a:lnTo>
                    <a:pt x="225673" y="1016503"/>
                  </a:lnTo>
                  <a:lnTo>
                    <a:pt x="225650" y="1016483"/>
                  </a:lnTo>
                  <a:lnTo>
                    <a:pt x="225636" y="1016463"/>
                  </a:lnTo>
                  <a:lnTo>
                    <a:pt x="225629" y="1016452"/>
                  </a:lnTo>
                  <a:lnTo>
                    <a:pt x="225640" y="1016428"/>
                  </a:lnTo>
                  <a:lnTo>
                    <a:pt x="225652" y="1016390"/>
                  </a:lnTo>
                  <a:lnTo>
                    <a:pt x="225652" y="1016334"/>
                  </a:lnTo>
                  <a:lnTo>
                    <a:pt x="225652" y="1016301"/>
                  </a:lnTo>
                  <a:lnTo>
                    <a:pt x="225654" y="1016244"/>
                  </a:lnTo>
                  <a:lnTo>
                    <a:pt x="225654" y="1016222"/>
                  </a:lnTo>
                  <a:lnTo>
                    <a:pt x="225647" y="1016204"/>
                  </a:lnTo>
                  <a:lnTo>
                    <a:pt x="225639" y="1016190"/>
                  </a:lnTo>
                  <a:lnTo>
                    <a:pt x="225612" y="1016168"/>
                  </a:lnTo>
                  <a:lnTo>
                    <a:pt x="225570" y="1016147"/>
                  </a:lnTo>
                  <a:lnTo>
                    <a:pt x="225551" y="1016135"/>
                  </a:lnTo>
                  <a:lnTo>
                    <a:pt x="225525" y="1016113"/>
                  </a:lnTo>
                  <a:lnTo>
                    <a:pt x="225500" y="1016094"/>
                  </a:lnTo>
                  <a:lnTo>
                    <a:pt x="225476" y="1016079"/>
                  </a:lnTo>
                  <a:lnTo>
                    <a:pt x="225448" y="1016068"/>
                  </a:lnTo>
                  <a:lnTo>
                    <a:pt x="225430" y="1016061"/>
                  </a:lnTo>
                  <a:lnTo>
                    <a:pt x="225422" y="1016048"/>
                  </a:lnTo>
                  <a:lnTo>
                    <a:pt x="225421" y="1016030"/>
                  </a:lnTo>
                  <a:lnTo>
                    <a:pt x="225421" y="1016001"/>
                  </a:lnTo>
                  <a:lnTo>
                    <a:pt x="225415" y="1015961"/>
                  </a:lnTo>
                  <a:lnTo>
                    <a:pt x="225416" y="1015944"/>
                  </a:lnTo>
                  <a:lnTo>
                    <a:pt x="225426" y="1015932"/>
                  </a:lnTo>
                  <a:lnTo>
                    <a:pt x="225445" y="1015916"/>
                  </a:lnTo>
                  <a:lnTo>
                    <a:pt x="225458" y="1015903"/>
                  </a:lnTo>
                  <a:lnTo>
                    <a:pt x="225468" y="1015886"/>
                  </a:lnTo>
                  <a:lnTo>
                    <a:pt x="225469" y="1015870"/>
                  </a:lnTo>
                  <a:lnTo>
                    <a:pt x="225475" y="1015829"/>
                  </a:lnTo>
                  <a:lnTo>
                    <a:pt x="225475" y="1015814"/>
                  </a:lnTo>
                  <a:lnTo>
                    <a:pt x="225476" y="1015800"/>
                  </a:lnTo>
                  <a:lnTo>
                    <a:pt x="225485" y="1015790"/>
                  </a:lnTo>
                  <a:lnTo>
                    <a:pt x="225505" y="1015777"/>
                  </a:lnTo>
                  <a:lnTo>
                    <a:pt x="225521" y="1015775"/>
                  </a:lnTo>
                  <a:lnTo>
                    <a:pt x="225537" y="1015774"/>
                  </a:lnTo>
                  <a:lnTo>
                    <a:pt x="225553" y="1015768"/>
                  </a:lnTo>
                  <a:lnTo>
                    <a:pt x="225573" y="1015759"/>
                  </a:lnTo>
                  <a:lnTo>
                    <a:pt x="225599" y="1015749"/>
                  </a:lnTo>
                  <a:lnTo>
                    <a:pt x="225619" y="1015739"/>
                  </a:lnTo>
                  <a:lnTo>
                    <a:pt x="225648" y="1015726"/>
                  </a:lnTo>
                  <a:lnTo>
                    <a:pt x="225734" y="1015694"/>
                  </a:lnTo>
                  <a:lnTo>
                    <a:pt x="225747" y="1015685"/>
                  </a:lnTo>
                  <a:lnTo>
                    <a:pt x="225765" y="1015672"/>
                  </a:lnTo>
                  <a:lnTo>
                    <a:pt x="225798" y="1015655"/>
                  </a:lnTo>
                  <a:lnTo>
                    <a:pt x="225835" y="1015618"/>
                  </a:lnTo>
                  <a:lnTo>
                    <a:pt x="225857" y="1015593"/>
                  </a:lnTo>
                  <a:lnTo>
                    <a:pt x="225871" y="1015568"/>
                  </a:lnTo>
                  <a:lnTo>
                    <a:pt x="225886" y="1015532"/>
                  </a:lnTo>
                  <a:lnTo>
                    <a:pt x="225899" y="1015491"/>
                  </a:lnTo>
                  <a:lnTo>
                    <a:pt x="225909" y="1015451"/>
                  </a:lnTo>
                  <a:lnTo>
                    <a:pt x="225909" y="1015405"/>
                  </a:lnTo>
                  <a:lnTo>
                    <a:pt x="225911" y="1015381"/>
                  </a:lnTo>
                  <a:lnTo>
                    <a:pt x="225924" y="1015369"/>
                  </a:lnTo>
                  <a:lnTo>
                    <a:pt x="226039" y="1015304"/>
                  </a:lnTo>
                  <a:lnTo>
                    <a:pt x="226126" y="1015249"/>
                  </a:lnTo>
                  <a:lnTo>
                    <a:pt x="226162" y="1015232"/>
                  </a:lnTo>
                  <a:lnTo>
                    <a:pt x="226189" y="1015215"/>
                  </a:lnTo>
                  <a:lnTo>
                    <a:pt x="226196" y="1015200"/>
                  </a:lnTo>
                  <a:lnTo>
                    <a:pt x="226194" y="1015182"/>
                  </a:lnTo>
                  <a:lnTo>
                    <a:pt x="226187" y="1015143"/>
                  </a:lnTo>
                  <a:lnTo>
                    <a:pt x="226173" y="1015101"/>
                  </a:lnTo>
                  <a:lnTo>
                    <a:pt x="226160" y="1015068"/>
                  </a:lnTo>
                  <a:lnTo>
                    <a:pt x="226155" y="1015050"/>
                  </a:lnTo>
                  <a:lnTo>
                    <a:pt x="226153" y="1015021"/>
                  </a:lnTo>
                  <a:lnTo>
                    <a:pt x="226148" y="1014993"/>
                  </a:lnTo>
                  <a:lnTo>
                    <a:pt x="226145" y="1014960"/>
                  </a:lnTo>
                  <a:lnTo>
                    <a:pt x="226147" y="1014923"/>
                  </a:lnTo>
                  <a:lnTo>
                    <a:pt x="226141" y="1014899"/>
                  </a:lnTo>
                  <a:lnTo>
                    <a:pt x="226125" y="1014864"/>
                  </a:lnTo>
                  <a:lnTo>
                    <a:pt x="226102" y="1014828"/>
                  </a:lnTo>
                  <a:lnTo>
                    <a:pt x="226079" y="1014794"/>
                  </a:lnTo>
                  <a:lnTo>
                    <a:pt x="226060" y="1014763"/>
                  </a:lnTo>
                  <a:lnTo>
                    <a:pt x="226049" y="1014729"/>
                  </a:lnTo>
                  <a:lnTo>
                    <a:pt x="226037" y="1014692"/>
                  </a:lnTo>
                  <a:lnTo>
                    <a:pt x="226030" y="1014671"/>
                  </a:lnTo>
                  <a:lnTo>
                    <a:pt x="226027" y="1014656"/>
                  </a:lnTo>
                  <a:lnTo>
                    <a:pt x="226032" y="1014644"/>
                  </a:lnTo>
                  <a:lnTo>
                    <a:pt x="226041" y="1014633"/>
                  </a:lnTo>
                  <a:lnTo>
                    <a:pt x="226054" y="1014623"/>
                  </a:lnTo>
                  <a:lnTo>
                    <a:pt x="226077" y="1014615"/>
                  </a:lnTo>
                  <a:lnTo>
                    <a:pt x="226096" y="1014600"/>
                  </a:lnTo>
                  <a:lnTo>
                    <a:pt x="226129" y="1014575"/>
                  </a:lnTo>
                  <a:lnTo>
                    <a:pt x="226140" y="1014555"/>
                  </a:lnTo>
                  <a:lnTo>
                    <a:pt x="226132" y="1014527"/>
                  </a:lnTo>
                  <a:lnTo>
                    <a:pt x="226122" y="1014518"/>
                  </a:lnTo>
                  <a:lnTo>
                    <a:pt x="226109" y="1014501"/>
                  </a:lnTo>
                  <a:lnTo>
                    <a:pt x="226094" y="1014478"/>
                  </a:lnTo>
                  <a:lnTo>
                    <a:pt x="226080" y="1014443"/>
                  </a:lnTo>
                  <a:lnTo>
                    <a:pt x="226066" y="1014418"/>
                  </a:lnTo>
                  <a:lnTo>
                    <a:pt x="226053" y="1014382"/>
                  </a:lnTo>
                  <a:lnTo>
                    <a:pt x="226046" y="1014334"/>
                  </a:lnTo>
                  <a:lnTo>
                    <a:pt x="226041" y="1014320"/>
                  </a:lnTo>
                  <a:lnTo>
                    <a:pt x="226036" y="1014305"/>
                  </a:lnTo>
                  <a:lnTo>
                    <a:pt x="226030" y="1014289"/>
                  </a:lnTo>
                  <a:lnTo>
                    <a:pt x="226031" y="1014276"/>
                  </a:lnTo>
                  <a:lnTo>
                    <a:pt x="226037" y="1014265"/>
                  </a:lnTo>
                  <a:lnTo>
                    <a:pt x="226055" y="1014244"/>
                  </a:lnTo>
                  <a:lnTo>
                    <a:pt x="226066" y="1014220"/>
                  </a:lnTo>
                  <a:lnTo>
                    <a:pt x="226078" y="1014198"/>
                  </a:lnTo>
                  <a:lnTo>
                    <a:pt x="226086" y="1014165"/>
                  </a:lnTo>
                  <a:lnTo>
                    <a:pt x="226083" y="1014148"/>
                  </a:lnTo>
                  <a:lnTo>
                    <a:pt x="226079" y="1014134"/>
                  </a:lnTo>
                  <a:lnTo>
                    <a:pt x="226072" y="1014121"/>
                  </a:lnTo>
                  <a:lnTo>
                    <a:pt x="226052" y="1014099"/>
                  </a:lnTo>
                  <a:lnTo>
                    <a:pt x="226038" y="1014088"/>
                  </a:lnTo>
                  <a:lnTo>
                    <a:pt x="226014" y="1014075"/>
                  </a:lnTo>
                  <a:lnTo>
                    <a:pt x="225991" y="1014056"/>
                  </a:lnTo>
                  <a:lnTo>
                    <a:pt x="225979" y="1014042"/>
                  </a:lnTo>
                  <a:lnTo>
                    <a:pt x="225970" y="1014025"/>
                  </a:lnTo>
                  <a:lnTo>
                    <a:pt x="225967" y="1014008"/>
                  </a:lnTo>
                  <a:lnTo>
                    <a:pt x="225965" y="1013968"/>
                  </a:lnTo>
                  <a:lnTo>
                    <a:pt x="225961" y="1013948"/>
                  </a:lnTo>
                  <a:lnTo>
                    <a:pt x="225940" y="1013898"/>
                  </a:lnTo>
                  <a:lnTo>
                    <a:pt x="225920" y="1013867"/>
                  </a:lnTo>
                  <a:lnTo>
                    <a:pt x="225897" y="1013842"/>
                  </a:lnTo>
                  <a:lnTo>
                    <a:pt x="225885" y="1013833"/>
                  </a:lnTo>
                  <a:lnTo>
                    <a:pt x="225871" y="1013827"/>
                  </a:lnTo>
                  <a:lnTo>
                    <a:pt x="225850" y="1013825"/>
                  </a:lnTo>
                  <a:lnTo>
                    <a:pt x="225806" y="1013820"/>
                  </a:lnTo>
                  <a:lnTo>
                    <a:pt x="225768" y="1013819"/>
                  </a:lnTo>
                  <a:lnTo>
                    <a:pt x="225731" y="1013820"/>
                  </a:lnTo>
                  <a:lnTo>
                    <a:pt x="225710" y="1013823"/>
                  </a:lnTo>
                  <a:lnTo>
                    <a:pt x="225682" y="1013820"/>
                  </a:lnTo>
                  <a:lnTo>
                    <a:pt x="225627" y="1013816"/>
                  </a:lnTo>
                  <a:lnTo>
                    <a:pt x="225605" y="1013809"/>
                  </a:lnTo>
                  <a:lnTo>
                    <a:pt x="225573" y="1013796"/>
                  </a:lnTo>
                  <a:lnTo>
                    <a:pt x="225554" y="1013789"/>
                  </a:lnTo>
                  <a:lnTo>
                    <a:pt x="225530" y="1013773"/>
                  </a:lnTo>
                  <a:lnTo>
                    <a:pt x="225509" y="1013757"/>
                  </a:lnTo>
                  <a:lnTo>
                    <a:pt x="225496" y="1013742"/>
                  </a:lnTo>
                  <a:lnTo>
                    <a:pt x="225453" y="1013669"/>
                  </a:lnTo>
                  <a:lnTo>
                    <a:pt x="225427" y="1013636"/>
                  </a:lnTo>
                  <a:lnTo>
                    <a:pt x="225390" y="1013599"/>
                  </a:lnTo>
                  <a:lnTo>
                    <a:pt x="225364" y="1013568"/>
                  </a:lnTo>
                  <a:lnTo>
                    <a:pt x="225324" y="1013525"/>
                  </a:lnTo>
                  <a:lnTo>
                    <a:pt x="225306" y="1013501"/>
                  </a:lnTo>
                  <a:lnTo>
                    <a:pt x="225294" y="1013484"/>
                  </a:lnTo>
                  <a:lnTo>
                    <a:pt x="225278" y="1013477"/>
                  </a:lnTo>
                  <a:lnTo>
                    <a:pt x="225265" y="1013472"/>
                  </a:lnTo>
                  <a:lnTo>
                    <a:pt x="225241" y="1013468"/>
                  </a:lnTo>
                  <a:lnTo>
                    <a:pt x="225218" y="1013467"/>
                  </a:lnTo>
                  <a:lnTo>
                    <a:pt x="225202" y="1013464"/>
                  </a:lnTo>
                  <a:lnTo>
                    <a:pt x="225187" y="1013463"/>
                  </a:lnTo>
                  <a:lnTo>
                    <a:pt x="225167" y="1013466"/>
                  </a:lnTo>
                  <a:lnTo>
                    <a:pt x="225136" y="1013470"/>
                  </a:lnTo>
                  <a:lnTo>
                    <a:pt x="225090" y="1013475"/>
                  </a:lnTo>
                  <a:lnTo>
                    <a:pt x="225064" y="1013481"/>
                  </a:lnTo>
                  <a:lnTo>
                    <a:pt x="225035" y="1013484"/>
                  </a:lnTo>
                  <a:lnTo>
                    <a:pt x="225015" y="1013486"/>
                  </a:lnTo>
                  <a:lnTo>
                    <a:pt x="224998" y="1013485"/>
                  </a:lnTo>
                  <a:lnTo>
                    <a:pt x="224962" y="1013481"/>
                  </a:lnTo>
                  <a:lnTo>
                    <a:pt x="224927" y="1013479"/>
                  </a:lnTo>
                  <a:lnTo>
                    <a:pt x="224903" y="1013477"/>
                  </a:lnTo>
                  <a:lnTo>
                    <a:pt x="224833" y="1013462"/>
                  </a:lnTo>
                  <a:lnTo>
                    <a:pt x="224787" y="1013458"/>
                  </a:lnTo>
                  <a:lnTo>
                    <a:pt x="224764" y="1013450"/>
                  </a:lnTo>
                  <a:lnTo>
                    <a:pt x="224728" y="1013435"/>
                  </a:lnTo>
                  <a:lnTo>
                    <a:pt x="224700" y="1013413"/>
                  </a:lnTo>
                  <a:lnTo>
                    <a:pt x="224676" y="1013382"/>
                  </a:lnTo>
                  <a:lnTo>
                    <a:pt x="224652" y="1013358"/>
                  </a:lnTo>
                  <a:lnTo>
                    <a:pt x="224621" y="1013332"/>
                  </a:lnTo>
                  <a:lnTo>
                    <a:pt x="224586" y="1013295"/>
                  </a:lnTo>
                  <a:lnTo>
                    <a:pt x="224559" y="1013280"/>
                  </a:lnTo>
                  <a:lnTo>
                    <a:pt x="224530" y="1013266"/>
                  </a:lnTo>
                  <a:lnTo>
                    <a:pt x="224494" y="1013241"/>
                  </a:lnTo>
                  <a:lnTo>
                    <a:pt x="224481" y="1013227"/>
                  </a:lnTo>
                  <a:lnTo>
                    <a:pt x="224459" y="1013199"/>
                  </a:lnTo>
                  <a:lnTo>
                    <a:pt x="224433" y="1013158"/>
                  </a:lnTo>
                  <a:lnTo>
                    <a:pt x="224411" y="1013137"/>
                  </a:lnTo>
                  <a:lnTo>
                    <a:pt x="224399" y="1013132"/>
                  </a:lnTo>
                  <a:lnTo>
                    <a:pt x="224365" y="1013127"/>
                  </a:lnTo>
                  <a:lnTo>
                    <a:pt x="224326" y="1013119"/>
                  </a:lnTo>
                  <a:lnTo>
                    <a:pt x="224288" y="1013120"/>
                  </a:lnTo>
                  <a:lnTo>
                    <a:pt x="224236" y="1013120"/>
                  </a:lnTo>
                  <a:lnTo>
                    <a:pt x="224210" y="1013125"/>
                  </a:lnTo>
                  <a:lnTo>
                    <a:pt x="224174" y="1013127"/>
                  </a:lnTo>
                  <a:lnTo>
                    <a:pt x="224144" y="1013134"/>
                  </a:lnTo>
                  <a:lnTo>
                    <a:pt x="224132" y="1013137"/>
                  </a:lnTo>
                  <a:lnTo>
                    <a:pt x="224121" y="1013145"/>
                  </a:lnTo>
                  <a:lnTo>
                    <a:pt x="224114" y="1013153"/>
                  </a:lnTo>
                  <a:lnTo>
                    <a:pt x="224095" y="1013155"/>
                  </a:lnTo>
                  <a:lnTo>
                    <a:pt x="224080" y="1013151"/>
                  </a:lnTo>
                  <a:lnTo>
                    <a:pt x="224064" y="1013143"/>
                  </a:lnTo>
                  <a:lnTo>
                    <a:pt x="224028" y="1013118"/>
                  </a:lnTo>
                  <a:lnTo>
                    <a:pt x="224011" y="1013107"/>
                  </a:lnTo>
                  <a:lnTo>
                    <a:pt x="224002" y="1013107"/>
                  </a:lnTo>
                  <a:lnTo>
                    <a:pt x="223981" y="1013114"/>
                  </a:lnTo>
                  <a:lnTo>
                    <a:pt x="223961" y="1013117"/>
                  </a:lnTo>
                  <a:lnTo>
                    <a:pt x="223941" y="1013109"/>
                  </a:lnTo>
                  <a:lnTo>
                    <a:pt x="223916" y="1013097"/>
                  </a:lnTo>
                  <a:lnTo>
                    <a:pt x="223880" y="1013089"/>
                  </a:lnTo>
                  <a:lnTo>
                    <a:pt x="223821" y="1013070"/>
                  </a:lnTo>
                  <a:lnTo>
                    <a:pt x="223750" y="1013048"/>
                  </a:lnTo>
                  <a:lnTo>
                    <a:pt x="223703" y="1013024"/>
                  </a:lnTo>
                  <a:lnTo>
                    <a:pt x="223638" y="1012980"/>
                  </a:lnTo>
                  <a:lnTo>
                    <a:pt x="223588" y="1012953"/>
                  </a:lnTo>
                  <a:lnTo>
                    <a:pt x="223560" y="1012939"/>
                  </a:lnTo>
                  <a:lnTo>
                    <a:pt x="223527" y="1012934"/>
                  </a:lnTo>
                  <a:lnTo>
                    <a:pt x="223498" y="1012942"/>
                  </a:lnTo>
                  <a:lnTo>
                    <a:pt x="223451" y="1012959"/>
                  </a:lnTo>
                  <a:lnTo>
                    <a:pt x="223407" y="1012972"/>
                  </a:lnTo>
                  <a:lnTo>
                    <a:pt x="223339" y="1012989"/>
                  </a:lnTo>
                  <a:lnTo>
                    <a:pt x="223302" y="1012992"/>
                  </a:lnTo>
                  <a:lnTo>
                    <a:pt x="223257" y="1012987"/>
                  </a:lnTo>
                  <a:lnTo>
                    <a:pt x="223236" y="1012988"/>
                  </a:lnTo>
                  <a:lnTo>
                    <a:pt x="223219" y="1012992"/>
                  </a:lnTo>
                  <a:lnTo>
                    <a:pt x="223205" y="1012993"/>
                  </a:lnTo>
                  <a:lnTo>
                    <a:pt x="223191" y="1012992"/>
                  </a:lnTo>
                  <a:lnTo>
                    <a:pt x="223174" y="1012979"/>
                  </a:lnTo>
                  <a:lnTo>
                    <a:pt x="223157" y="1012954"/>
                  </a:lnTo>
                  <a:lnTo>
                    <a:pt x="223131" y="1012936"/>
                  </a:lnTo>
                  <a:lnTo>
                    <a:pt x="223110" y="1012928"/>
                  </a:lnTo>
                  <a:lnTo>
                    <a:pt x="223082" y="1012922"/>
                  </a:lnTo>
                  <a:lnTo>
                    <a:pt x="223046" y="1012906"/>
                  </a:lnTo>
                  <a:lnTo>
                    <a:pt x="223008" y="1012894"/>
                  </a:lnTo>
                  <a:lnTo>
                    <a:pt x="222981" y="1012878"/>
                  </a:lnTo>
                  <a:lnTo>
                    <a:pt x="222956" y="1012851"/>
                  </a:lnTo>
                  <a:lnTo>
                    <a:pt x="222935" y="1012839"/>
                  </a:lnTo>
                  <a:lnTo>
                    <a:pt x="222910" y="1012803"/>
                  </a:lnTo>
                  <a:lnTo>
                    <a:pt x="222892" y="1012775"/>
                  </a:lnTo>
                  <a:lnTo>
                    <a:pt x="222882" y="1012764"/>
                  </a:lnTo>
                  <a:lnTo>
                    <a:pt x="222874" y="1012747"/>
                  </a:lnTo>
                  <a:lnTo>
                    <a:pt x="222869" y="1012717"/>
                  </a:lnTo>
                  <a:lnTo>
                    <a:pt x="222868" y="1012697"/>
                  </a:lnTo>
                  <a:lnTo>
                    <a:pt x="222866" y="1012679"/>
                  </a:lnTo>
                  <a:lnTo>
                    <a:pt x="222866" y="1012672"/>
                  </a:lnTo>
                  <a:lnTo>
                    <a:pt x="222861" y="1012662"/>
                  </a:lnTo>
                  <a:lnTo>
                    <a:pt x="222832" y="1012620"/>
                  </a:lnTo>
                  <a:lnTo>
                    <a:pt x="222805" y="1012575"/>
                  </a:lnTo>
                  <a:lnTo>
                    <a:pt x="222771" y="1012516"/>
                  </a:lnTo>
                  <a:lnTo>
                    <a:pt x="222748" y="1012478"/>
                  </a:lnTo>
                  <a:lnTo>
                    <a:pt x="222740" y="1012448"/>
                  </a:lnTo>
                  <a:lnTo>
                    <a:pt x="222737" y="1012421"/>
                  </a:lnTo>
                  <a:lnTo>
                    <a:pt x="222735" y="1012395"/>
                  </a:lnTo>
                  <a:lnTo>
                    <a:pt x="222736" y="1012375"/>
                  </a:lnTo>
                  <a:lnTo>
                    <a:pt x="222732" y="1012352"/>
                  </a:lnTo>
                  <a:lnTo>
                    <a:pt x="222722" y="1012318"/>
                  </a:lnTo>
                  <a:lnTo>
                    <a:pt x="222704" y="1012272"/>
                  </a:lnTo>
                  <a:lnTo>
                    <a:pt x="222694" y="1012258"/>
                  </a:lnTo>
                  <a:lnTo>
                    <a:pt x="222672" y="1012193"/>
                  </a:lnTo>
                  <a:lnTo>
                    <a:pt x="222663" y="1012151"/>
                  </a:lnTo>
                  <a:lnTo>
                    <a:pt x="222649" y="1012098"/>
                  </a:lnTo>
                  <a:lnTo>
                    <a:pt x="222641" y="1012073"/>
                  </a:lnTo>
                  <a:lnTo>
                    <a:pt x="222623" y="1012027"/>
                  </a:lnTo>
                  <a:lnTo>
                    <a:pt x="222600" y="1011937"/>
                  </a:lnTo>
                  <a:lnTo>
                    <a:pt x="222601" y="1011921"/>
                  </a:lnTo>
                  <a:lnTo>
                    <a:pt x="222619" y="1011901"/>
                  </a:lnTo>
                  <a:lnTo>
                    <a:pt x="222640" y="1011886"/>
                  </a:lnTo>
                  <a:lnTo>
                    <a:pt x="222656" y="1011868"/>
                  </a:lnTo>
                  <a:lnTo>
                    <a:pt x="222662" y="1011846"/>
                  </a:lnTo>
                  <a:lnTo>
                    <a:pt x="222673" y="1011807"/>
                  </a:lnTo>
                  <a:lnTo>
                    <a:pt x="222676" y="1011759"/>
                  </a:lnTo>
                  <a:lnTo>
                    <a:pt x="222675" y="1011738"/>
                  </a:lnTo>
                  <a:lnTo>
                    <a:pt x="222669" y="1011711"/>
                  </a:lnTo>
                  <a:lnTo>
                    <a:pt x="222666" y="1011681"/>
                  </a:lnTo>
                  <a:lnTo>
                    <a:pt x="222650" y="1011641"/>
                  </a:lnTo>
                  <a:lnTo>
                    <a:pt x="222633" y="1011601"/>
                  </a:lnTo>
                  <a:lnTo>
                    <a:pt x="222633" y="1011585"/>
                  </a:lnTo>
                  <a:lnTo>
                    <a:pt x="222634" y="1011576"/>
                  </a:lnTo>
                  <a:lnTo>
                    <a:pt x="222646" y="1011562"/>
                  </a:lnTo>
                  <a:lnTo>
                    <a:pt x="222654" y="1011546"/>
                  </a:lnTo>
                  <a:lnTo>
                    <a:pt x="222675" y="1011472"/>
                  </a:lnTo>
                  <a:lnTo>
                    <a:pt x="222701" y="1011396"/>
                  </a:lnTo>
                  <a:lnTo>
                    <a:pt x="222702" y="1011389"/>
                  </a:lnTo>
                  <a:lnTo>
                    <a:pt x="222707" y="1011357"/>
                  </a:lnTo>
                  <a:lnTo>
                    <a:pt x="222708" y="1011326"/>
                  </a:lnTo>
                  <a:lnTo>
                    <a:pt x="222718" y="1011295"/>
                  </a:lnTo>
                  <a:lnTo>
                    <a:pt x="222718" y="1011272"/>
                  </a:lnTo>
                  <a:lnTo>
                    <a:pt x="222715" y="1011249"/>
                  </a:lnTo>
                  <a:lnTo>
                    <a:pt x="222710" y="1011231"/>
                  </a:lnTo>
                  <a:lnTo>
                    <a:pt x="222715" y="1011205"/>
                  </a:lnTo>
                  <a:lnTo>
                    <a:pt x="222711" y="1011163"/>
                  </a:lnTo>
                  <a:lnTo>
                    <a:pt x="222703" y="1011112"/>
                  </a:lnTo>
                  <a:lnTo>
                    <a:pt x="222693" y="1011090"/>
                  </a:lnTo>
                  <a:lnTo>
                    <a:pt x="222682" y="1011069"/>
                  </a:lnTo>
                  <a:lnTo>
                    <a:pt x="222680" y="1011047"/>
                  </a:lnTo>
                  <a:lnTo>
                    <a:pt x="222679" y="1011036"/>
                  </a:lnTo>
                  <a:lnTo>
                    <a:pt x="222694" y="1011025"/>
                  </a:lnTo>
                  <a:lnTo>
                    <a:pt x="222709" y="1011016"/>
                  </a:lnTo>
                  <a:lnTo>
                    <a:pt x="222725" y="1011016"/>
                  </a:lnTo>
                  <a:lnTo>
                    <a:pt x="222758" y="1011007"/>
                  </a:lnTo>
                  <a:lnTo>
                    <a:pt x="222779" y="1010989"/>
                  </a:lnTo>
                  <a:lnTo>
                    <a:pt x="222791" y="1010967"/>
                  </a:lnTo>
                  <a:lnTo>
                    <a:pt x="222799" y="1010948"/>
                  </a:lnTo>
                  <a:lnTo>
                    <a:pt x="222818" y="1010897"/>
                  </a:lnTo>
                  <a:lnTo>
                    <a:pt x="222834" y="1010862"/>
                  </a:lnTo>
                  <a:lnTo>
                    <a:pt x="222841" y="1010846"/>
                  </a:lnTo>
                  <a:lnTo>
                    <a:pt x="222862" y="1010831"/>
                  </a:lnTo>
                  <a:lnTo>
                    <a:pt x="222903" y="1010804"/>
                  </a:lnTo>
                  <a:lnTo>
                    <a:pt x="222943" y="1010773"/>
                  </a:lnTo>
                  <a:lnTo>
                    <a:pt x="222989" y="1010730"/>
                  </a:lnTo>
                  <a:lnTo>
                    <a:pt x="223012" y="1010699"/>
                  </a:lnTo>
                  <a:lnTo>
                    <a:pt x="223017" y="1010683"/>
                  </a:lnTo>
                  <a:lnTo>
                    <a:pt x="223017" y="1010660"/>
                  </a:lnTo>
                  <a:lnTo>
                    <a:pt x="223013" y="1010636"/>
                  </a:lnTo>
                  <a:lnTo>
                    <a:pt x="223000" y="1010621"/>
                  </a:lnTo>
                  <a:lnTo>
                    <a:pt x="222995" y="1010598"/>
                  </a:lnTo>
                  <a:lnTo>
                    <a:pt x="222991" y="1010580"/>
                  </a:lnTo>
                  <a:lnTo>
                    <a:pt x="222992" y="1010565"/>
                  </a:lnTo>
                  <a:lnTo>
                    <a:pt x="222998" y="1010549"/>
                  </a:lnTo>
                  <a:lnTo>
                    <a:pt x="223006" y="1010521"/>
                  </a:lnTo>
                  <a:lnTo>
                    <a:pt x="223047" y="1010431"/>
                  </a:lnTo>
                  <a:lnTo>
                    <a:pt x="223077" y="1010334"/>
                  </a:lnTo>
                  <a:lnTo>
                    <a:pt x="223089" y="1010266"/>
                  </a:lnTo>
                  <a:lnTo>
                    <a:pt x="223097" y="1010211"/>
                  </a:lnTo>
                  <a:lnTo>
                    <a:pt x="223102" y="1010179"/>
                  </a:lnTo>
                  <a:lnTo>
                    <a:pt x="223110" y="1010176"/>
                  </a:lnTo>
                  <a:lnTo>
                    <a:pt x="223122" y="1010177"/>
                  </a:lnTo>
                  <a:lnTo>
                    <a:pt x="223142" y="1010180"/>
                  </a:lnTo>
                  <a:lnTo>
                    <a:pt x="223167" y="1010179"/>
                  </a:lnTo>
                  <a:lnTo>
                    <a:pt x="223203" y="1010177"/>
                  </a:lnTo>
                  <a:lnTo>
                    <a:pt x="223251" y="1010180"/>
                  </a:lnTo>
                  <a:lnTo>
                    <a:pt x="223280" y="1010179"/>
                  </a:lnTo>
                  <a:lnTo>
                    <a:pt x="223297" y="1010170"/>
                  </a:lnTo>
                  <a:lnTo>
                    <a:pt x="223327" y="1010145"/>
                  </a:lnTo>
                  <a:lnTo>
                    <a:pt x="223351" y="1010122"/>
                  </a:lnTo>
                  <a:lnTo>
                    <a:pt x="223372" y="1010115"/>
                  </a:lnTo>
                  <a:lnTo>
                    <a:pt x="223389" y="1010113"/>
                  </a:lnTo>
                  <a:lnTo>
                    <a:pt x="223436" y="1010110"/>
                  </a:lnTo>
                  <a:lnTo>
                    <a:pt x="223550" y="1010110"/>
                  </a:lnTo>
                  <a:lnTo>
                    <a:pt x="223614" y="1010108"/>
                  </a:lnTo>
                  <a:lnTo>
                    <a:pt x="223663" y="1010103"/>
                  </a:lnTo>
                  <a:lnTo>
                    <a:pt x="223701" y="1010093"/>
                  </a:lnTo>
                  <a:lnTo>
                    <a:pt x="223744" y="1010085"/>
                  </a:lnTo>
                  <a:lnTo>
                    <a:pt x="223764" y="1010077"/>
                  </a:lnTo>
                  <a:lnTo>
                    <a:pt x="223768" y="1010068"/>
                  </a:lnTo>
                  <a:lnTo>
                    <a:pt x="223783" y="1010039"/>
                  </a:lnTo>
                  <a:lnTo>
                    <a:pt x="223790" y="1010025"/>
                  </a:lnTo>
                  <a:lnTo>
                    <a:pt x="223790" y="1010012"/>
                  </a:lnTo>
                  <a:lnTo>
                    <a:pt x="223783" y="1009995"/>
                  </a:lnTo>
                  <a:lnTo>
                    <a:pt x="223773" y="1009970"/>
                  </a:lnTo>
                  <a:lnTo>
                    <a:pt x="223771" y="1009956"/>
                  </a:lnTo>
                  <a:lnTo>
                    <a:pt x="223779" y="1009933"/>
                  </a:lnTo>
                  <a:lnTo>
                    <a:pt x="223780" y="1009895"/>
                  </a:lnTo>
                  <a:lnTo>
                    <a:pt x="223772" y="1009871"/>
                  </a:lnTo>
                  <a:lnTo>
                    <a:pt x="223770" y="1009855"/>
                  </a:lnTo>
                  <a:lnTo>
                    <a:pt x="223772" y="1009831"/>
                  </a:lnTo>
                  <a:lnTo>
                    <a:pt x="223772" y="1009782"/>
                  </a:lnTo>
                  <a:lnTo>
                    <a:pt x="223771" y="1009750"/>
                  </a:lnTo>
                  <a:lnTo>
                    <a:pt x="223766" y="1009729"/>
                  </a:lnTo>
                  <a:lnTo>
                    <a:pt x="223755" y="1009709"/>
                  </a:lnTo>
                  <a:lnTo>
                    <a:pt x="223750" y="1009696"/>
                  </a:lnTo>
                  <a:lnTo>
                    <a:pt x="223749" y="1009679"/>
                  </a:lnTo>
                  <a:lnTo>
                    <a:pt x="223753" y="1009657"/>
                  </a:lnTo>
                  <a:lnTo>
                    <a:pt x="223760" y="1009643"/>
                  </a:lnTo>
                  <a:lnTo>
                    <a:pt x="223771" y="1009630"/>
                  </a:lnTo>
                  <a:lnTo>
                    <a:pt x="223773" y="1009609"/>
                  </a:lnTo>
                  <a:lnTo>
                    <a:pt x="223771" y="1009592"/>
                  </a:lnTo>
                  <a:lnTo>
                    <a:pt x="223763" y="1009571"/>
                  </a:lnTo>
                  <a:lnTo>
                    <a:pt x="223748" y="1009545"/>
                  </a:lnTo>
                  <a:lnTo>
                    <a:pt x="223732" y="1009521"/>
                  </a:lnTo>
                  <a:lnTo>
                    <a:pt x="223729" y="1009510"/>
                  </a:lnTo>
                  <a:lnTo>
                    <a:pt x="223731" y="1009497"/>
                  </a:lnTo>
                  <a:lnTo>
                    <a:pt x="223743" y="1009479"/>
                  </a:lnTo>
                  <a:lnTo>
                    <a:pt x="223752" y="1009458"/>
                  </a:lnTo>
                  <a:lnTo>
                    <a:pt x="223754" y="1009411"/>
                  </a:lnTo>
                  <a:lnTo>
                    <a:pt x="223750" y="1009397"/>
                  </a:lnTo>
                  <a:lnTo>
                    <a:pt x="223746" y="1009368"/>
                  </a:lnTo>
                  <a:lnTo>
                    <a:pt x="223745" y="1009340"/>
                  </a:lnTo>
                  <a:lnTo>
                    <a:pt x="223748" y="1009320"/>
                  </a:lnTo>
                  <a:lnTo>
                    <a:pt x="223752" y="1009295"/>
                  </a:lnTo>
                  <a:lnTo>
                    <a:pt x="223752" y="1009272"/>
                  </a:lnTo>
                  <a:lnTo>
                    <a:pt x="223765" y="1009241"/>
                  </a:lnTo>
                  <a:lnTo>
                    <a:pt x="223792" y="1009222"/>
                  </a:lnTo>
                  <a:lnTo>
                    <a:pt x="223838" y="1009192"/>
                  </a:lnTo>
                  <a:lnTo>
                    <a:pt x="223863" y="1009168"/>
                  </a:lnTo>
                  <a:lnTo>
                    <a:pt x="223868" y="1009142"/>
                  </a:lnTo>
                  <a:lnTo>
                    <a:pt x="223869" y="1009109"/>
                  </a:lnTo>
                  <a:lnTo>
                    <a:pt x="223879" y="1009076"/>
                  </a:lnTo>
                  <a:lnTo>
                    <a:pt x="223887" y="1009040"/>
                  </a:lnTo>
                  <a:lnTo>
                    <a:pt x="223888" y="1008968"/>
                  </a:lnTo>
                  <a:lnTo>
                    <a:pt x="223885" y="1008930"/>
                  </a:lnTo>
                  <a:lnTo>
                    <a:pt x="223880" y="1008899"/>
                  </a:lnTo>
                  <a:lnTo>
                    <a:pt x="223879" y="1008863"/>
                  </a:lnTo>
                  <a:lnTo>
                    <a:pt x="223881" y="1008837"/>
                  </a:lnTo>
                  <a:lnTo>
                    <a:pt x="223889" y="1008801"/>
                  </a:lnTo>
                  <a:lnTo>
                    <a:pt x="223893" y="1008775"/>
                  </a:lnTo>
                  <a:lnTo>
                    <a:pt x="223892" y="1008756"/>
                  </a:lnTo>
                  <a:lnTo>
                    <a:pt x="223889" y="1008741"/>
                  </a:lnTo>
                  <a:lnTo>
                    <a:pt x="223888" y="1008723"/>
                  </a:lnTo>
                  <a:lnTo>
                    <a:pt x="223891" y="1008706"/>
                  </a:lnTo>
                  <a:lnTo>
                    <a:pt x="223909" y="1008690"/>
                  </a:lnTo>
                  <a:lnTo>
                    <a:pt x="223929" y="1008679"/>
                  </a:lnTo>
                  <a:lnTo>
                    <a:pt x="223947" y="1008674"/>
                  </a:lnTo>
                  <a:lnTo>
                    <a:pt x="223979" y="1008665"/>
                  </a:lnTo>
                  <a:lnTo>
                    <a:pt x="224001" y="1008653"/>
                  </a:lnTo>
                  <a:lnTo>
                    <a:pt x="224017" y="1008642"/>
                  </a:lnTo>
                  <a:lnTo>
                    <a:pt x="224022" y="1008625"/>
                  </a:lnTo>
                  <a:lnTo>
                    <a:pt x="224026" y="1008616"/>
                  </a:lnTo>
                  <a:lnTo>
                    <a:pt x="224046" y="1008596"/>
                  </a:lnTo>
                  <a:lnTo>
                    <a:pt x="224048" y="1008578"/>
                  </a:lnTo>
                  <a:lnTo>
                    <a:pt x="224048" y="1008571"/>
                  </a:lnTo>
                  <a:lnTo>
                    <a:pt x="224042" y="1008561"/>
                  </a:lnTo>
                  <a:lnTo>
                    <a:pt x="224024" y="1008539"/>
                  </a:lnTo>
                  <a:lnTo>
                    <a:pt x="224010" y="1008513"/>
                  </a:lnTo>
                  <a:lnTo>
                    <a:pt x="224002" y="1008457"/>
                  </a:lnTo>
                  <a:lnTo>
                    <a:pt x="223985" y="1008345"/>
                  </a:lnTo>
                  <a:lnTo>
                    <a:pt x="223982" y="1008305"/>
                  </a:lnTo>
                  <a:lnTo>
                    <a:pt x="223979" y="1008291"/>
                  </a:lnTo>
                  <a:lnTo>
                    <a:pt x="223963" y="1008270"/>
                  </a:lnTo>
                  <a:lnTo>
                    <a:pt x="223921" y="1008228"/>
                  </a:lnTo>
                  <a:lnTo>
                    <a:pt x="223907" y="1008217"/>
                  </a:lnTo>
                  <a:lnTo>
                    <a:pt x="223896" y="1008198"/>
                  </a:lnTo>
                  <a:lnTo>
                    <a:pt x="223876" y="1008150"/>
                  </a:lnTo>
                  <a:lnTo>
                    <a:pt x="223864" y="1008116"/>
                  </a:lnTo>
                  <a:lnTo>
                    <a:pt x="223840" y="1008074"/>
                  </a:lnTo>
                  <a:lnTo>
                    <a:pt x="223818" y="1008045"/>
                  </a:lnTo>
                  <a:lnTo>
                    <a:pt x="223805" y="1008036"/>
                  </a:lnTo>
                  <a:lnTo>
                    <a:pt x="223774" y="1008010"/>
                  </a:lnTo>
                  <a:lnTo>
                    <a:pt x="223740" y="1007968"/>
                  </a:lnTo>
                  <a:lnTo>
                    <a:pt x="223714" y="1007938"/>
                  </a:lnTo>
                  <a:lnTo>
                    <a:pt x="223705" y="1007913"/>
                  </a:lnTo>
                  <a:lnTo>
                    <a:pt x="223704" y="1007898"/>
                  </a:lnTo>
                  <a:lnTo>
                    <a:pt x="223704" y="1007885"/>
                  </a:lnTo>
                  <a:lnTo>
                    <a:pt x="223710" y="1007869"/>
                  </a:lnTo>
                  <a:lnTo>
                    <a:pt x="223730" y="1007850"/>
                  </a:lnTo>
                  <a:lnTo>
                    <a:pt x="223756" y="1007825"/>
                  </a:lnTo>
                  <a:lnTo>
                    <a:pt x="223778" y="1007788"/>
                  </a:lnTo>
                  <a:lnTo>
                    <a:pt x="223782" y="1007770"/>
                  </a:lnTo>
                  <a:lnTo>
                    <a:pt x="223787" y="1007736"/>
                  </a:lnTo>
                  <a:lnTo>
                    <a:pt x="223804" y="1007700"/>
                  </a:lnTo>
                  <a:lnTo>
                    <a:pt x="223835" y="1007620"/>
                  </a:lnTo>
                  <a:lnTo>
                    <a:pt x="223868" y="1007565"/>
                  </a:lnTo>
                  <a:lnTo>
                    <a:pt x="223899" y="1007528"/>
                  </a:lnTo>
                  <a:lnTo>
                    <a:pt x="223908" y="1007506"/>
                  </a:lnTo>
                  <a:lnTo>
                    <a:pt x="223907" y="1007494"/>
                  </a:lnTo>
                  <a:lnTo>
                    <a:pt x="223902" y="1007483"/>
                  </a:lnTo>
                  <a:lnTo>
                    <a:pt x="223893" y="1007462"/>
                  </a:lnTo>
                  <a:lnTo>
                    <a:pt x="223885" y="1007423"/>
                  </a:lnTo>
                  <a:lnTo>
                    <a:pt x="223872" y="1007388"/>
                  </a:lnTo>
                  <a:lnTo>
                    <a:pt x="223859" y="1007349"/>
                  </a:lnTo>
                  <a:lnTo>
                    <a:pt x="223855" y="1007319"/>
                  </a:lnTo>
                  <a:lnTo>
                    <a:pt x="223847" y="1007272"/>
                  </a:lnTo>
                  <a:lnTo>
                    <a:pt x="223836" y="1007203"/>
                  </a:lnTo>
                  <a:lnTo>
                    <a:pt x="223832" y="1007179"/>
                  </a:lnTo>
                  <a:lnTo>
                    <a:pt x="223837" y="1007147"/>
                  </a:lnTo>
                  <a:lnTo>
                    <a:pt x="223849" y="1007131"/>
                  </a:lnTo>
                  <a:lnTo>
                    <a:pt x="223863" y="1007126"/>
                  </a:lnTo>
                  <a:lnTo>
                    <a:pt x="223902" y="1007100"/>
                  </a:lnTo>
                  <a:lnTo>
                    <a:pt x="223937" y="1007092"/>
                  </a:lnTo>
                  <a:lnTo>
                    <a:pt x="223972" y="1007079"/>
                  </a:lnTo>
                  <a:lnTo>
                    <a:pt x="223975" y="1007074"/>
                  </a:lnTo>
                  <a:lnTo>
                    <a:pt x="223974" y="1007058"/>
                  </a:lnTo>
                  <a:lnTo>
                    <a:pt x="223970" y="1007028"/>
                  </a:lnTo>
                  <a:lnTo>
                    <a:pt x="223967" y="1007002"/>
                  </a:lnTo>
                  <a:lnTo>
                    <a:pt x="223966" y="1006977"/>
                  </a:lnTo>
                  <a:lnTo>
                    <a:pt x="223974" y="1006952"/>
                  </a:lnTo>
                  <a:lnTo>
                    <a:pt x="224001" y="1006911"/>
                  </a:lnTo>
                  <a:lnTo>
                    <a:pt x="224046" y="1006829"/>
                  </a:lnTo>
                  <a:lnTo>
                    <a:pt x="224072" y="1006735"/>
                  </a:lnTo>
                  <a:lnTo>
                    <a:pt x="224071" y="1006725"/>
                  </a:lnTo>
                  <a:lnTo>
                    <a:pt x="224070" y="1006708"/>
                  </a:lnTo>
                  <a:lnTo>
                    <a:pt x="224067" y="1006677"/>
                  </a:lnTo>
                  <a:lnTo>
                    <a:pt x="224059" y="1006648"/>
                  </a:lnTo>
                  <a:lnTo>
                    <a:pt x="224042" y="1006617"/>
                  </a:lnTo>
                  <a:lnTo>
                    <a:pt x="224025" y="1006587"/>
                  </a:lnTo>
                  <a:lnTo>
                    <a:pt x="224018" y="1006561"/>
                  </a:lnTo>
                  <a:lnTo>
                    <a:pt x="224020" y="1006533"/>
                  </a:lnTo>
                  <a:lnTo>
                    <a:pt x="224059" y="1006492"/>
                  </a:lnTo>
                  <a:lnTo>
                    <a:pt x="224086" y="1006476"/>
                  </a:lnTo>
                  <a:lnTo>
                    <a:pt x="224117" y="1006454"/>
                  </a:lnTo>
                  <a:lnTo>
                    <a:pt x="224125" y="1006444"/>
                  </a:lnTo>
                  <a:lnTo>
                    <a:pt x="224128" y="1006438"/>
                  </a:lnTo>
                  <a:lnTo>
                    <a:pt x="224127" y="1006426"/>
                  </a:lnTo>
                  <a:lnTo>
                    <a:pt x="224121" y="1006408"/>
                  </a:lnTo>
                  <a:lnTo>
                    <a:pt x="224113" y="1006357"/>
                  </a:lnTo>
                  <a:lnTo>
                    <a:pt x="224098" y="1006320"/>
                  </a:lnTo>
                  <a:lnTo>
                    <a:pt x="224086" y="1006291"/>
                  </a:lnTo>
                  <a:lnTo>
                    <a:pt x="224095" y="1006275"/>
                  </a:lnTo>
                  <a:lnTo>
                    <a:pt x="224102" y="1006271"/>
                  </a:lnTo>
                  <a:lnTo>
                    <a:pt x="224106" y="1006244"/>
                  </a:lnTo>
                  <a:lnTo>
                    <a:pt x="224111" y="1006207"/>
                  </a:lnTo>
                  <a:lnTo>
                    <a:pt x="224118" y="1006157"/>
                  </a:lnTo>
                  <a:lnTo>
                    <a:pt x="224120" y="1006136"/>
                  </a:lnTo>
                  <a:lnTo>
                    <a:pt x="224114" y="1006121"/>
                  </a:lnTo>
                  <a:lnTo>
                    <a:pt x="224101" y="1006109"/>
                  </a:lnTo>
                  <a:lnTo>
                    <a:pt x="224083" y="1006105"/>
                  </a:lnTo>
                  <a:lnTo>
                    <a:pt x="224052" y="1006098"/>
                  </a:lnTo>
                  <a:lnTo>
                    <a:pt x="224032" y="1006088"/>
                  </a:lnTo>
                  <a:lnTo>
                    <a:pt x="224016" y="1006077"/>
                  </a:lnTo>
                  <a:lnTo>
                    <a:pt x="224002" y="1006056"/>
                  </a:lnTo>
                  <a:lnTo>
                    <a:pt x="223999" y="1006041"/>
                  </a:lnTo>
                  <a:lnTo>
                    <a:pt x="223997" y="1006008"/>
                  </a:lnTo>
                  <a:lnTo>
                    <a:pt x="223997" y="1005973"/>
                  </a:lnTo>
                  <a:lnTo>
                    <a:pt x="223991" y="1005958"/>
                  </a:lnTo>
                  <a:lnTo>
                    <a:pt x="223971" y="1005948"/>
                  </a:lnTo>
                  <a:lnTo>
                    <a:pt x="223962" y="1005939"/>
                  </a:lnTo>
                  <a:lnTo>
                    <a:pt x="223958" y="1005927"/>
                  </a:lnTo>
                  <a:lnTo>
                    <a:pt x="223957" y="1005913"/>
                  </a:lnTo>
                  <a:lnTo>
                    <a:pt x="223957" y="1005885"/>
                  </a:lnTo>
                  <a:lnTo>
                    <a:pt x="223957" y="1005861"/>
                  </a:lnTo>
                  <a:lnTo>
                    <a:pt x="223954" y="1005843"/>
                  </a:lnTo>
                  <a:lnTo>
                    <a:pt x="223940" y="1005826"/>
                  </a:lnTo>
                  <a:lnTo>
                    <a:pt x="223914" y="1005803"/>
                  </a:lnTo>
                  <a:lnTo>
                    <a:pt x="223872" y="1005782"/>
                  </a:lnTo>
                  <a:lnTo>
                    <a:pt x="223850" y="1005752"/>
                  </a:lnTo>
                  <a:lnTo>
                    <a:pt x="223848" y="1005735"/>
                  </a:lnTo>
                  <a:lnTo>
                    <a:pt x="223850" y="1005716"/>
                  </a:lnTo>
                  <a:lnTo>
                    <a:pt x="223868" y="1005672"/>
                  </a:lnTo>
                  <a:lnTo>
                    <a:pt x="223871" y="1005649"/>
                  </a:lnTo>
                  <a:lnTo>
                    <a:pt x="223859" y="1005623"/>
                  </a:lnTo>
                  <a:lnTo>
                    <a:pt x="223846" y="1005591"/>
                  </a:lnTo>
                  <a:lnTo>
                    <a:pt x="223849" y="1005575"/>
                  </a:lnTo>
                  <a:lnTo>
                    <a:pt x="223867" y="1005558"/>
                  </a:lnTo>
                  <a:lnTo>
                    <a:pt x="223892" y="1005553"/>
                  </a:lnTo>
                  <a:lnTo>
                    <a:pt x="223925" y="1005544"/>
                  </a:lnTo>
                  <a:lnTo>
                    <a:pt x="223952" y="1005528"/>
                  </a:lnTo>
                  <a:lnTo>
                    <a:pt x="223965" y="1005507"/>
                  </a:lnTo>
                  <a:lnTo>
                    <a:pt x="223975" y="1005462"/>
                  </a:lnTo>
                  <a:lnTo>
                    <a:pt x="223995" y="1005401"/>
                  </a:lnTo>
                  <a:lnTo>
                    <a:pt x="224001" y="1005380"/>
                  </a:lnTo>
                  <a:lnTo>
                    <a:pt x="224013" y="1005366"/>
                  </a:lnTo>
                  <a:lnTo>
                    <a:pt x="224031" y="1005349"/>
                  </a:lnTo>
                  <a:lnTo>
                    <a:pt x="224070" y="1005314"/>
                  </a:lnTo>
                  <a:lnTo>
                    <a:pt x="224086" y="1005289"/>
                  </a:lnTo>
                  <a:lnTo>
                    <a:pt x="224093" y="1005266"/>
                  </a:lnTo>
                  <a:lnTo>
                    <a:pt x="224088" y="1005235"/>
                  </a:lnTo>
                  <a:lnTo>
                    <a:pt x="224084" y="1005208"/>
                  </a:lnTo>
                  <a:lnTo>
                    <a:pt x="224070" y="1005184"/>
                  </a:lnTo>
                  <a:lnTo>
                    <a:pt x="224058" y="1005153"/>
                  </a:lnTo>
                  <a:lnTo>
                    <a:pt x="224058" y="1005131"/>
                  </a:lnTo>
                  <a:lnTo>
                    <a:pt x="224063" y="1005106"/>
                  </a:lnTo>
                  <a:lnTo>
                    <a:pt x="224062" y="1005086"/>
                  </a:lnTo>
                  <a:lnTo>
                    <a:pt x="224062" y="1005076"/>
                  </a:lnTo>
                  <a:lnTo>
                    <a:pt x="224064" y="1005069"/>
                  </a:lnTo>
                  <a:lnTo>
                    <a:pt x="224085" y="1005049"/>
                  </a:lnTo>
                  <a:lnTo>
                    <a:pt x="224115" y="1005025"/>
                  </a:lnTo>
                  <a:lnTo>
                    <a:pt x="224167" y="1004977"/>
                  </a:lnTo>
                  <a:lnTo>
                    <a:pt x="224188" y="1004955"/>
                  </a:lnTo>
                  <a:lnTo>
                    <a:pt x="224236" y="1004937"/>
                  </a:lnTo>
                  <a:lnTo>
                    <a:pt x="224251" y="1004925"/>
                  </a:lnTo>
                  <a:lnTo>
                    <a:pt x="224258" y="1004916"/>
                  </a:lnTo>
                  <a:lnTo>
                    <a:pt x="224261" y="1004891"/>
                  </a:lnTo>
                  <a:lnTo>
                    <a:pt x="224262" y="1004837"/>
                  </a:lnTo>
                  <a:lnTo>
                    <a:pt x="224270" y="1004808"/>
                  </a:lnTo>
                  <a:lnTo>
                    <a:pt x="224258" y="1004781"/>
                  </a:lnTo>
                  <a:lnTo>
                    <a:pt x="224240" y="1004752"/>
                  </a:lnTo>
                  <a:lnTo>
                    <a:pt x="224189" y="1004701"/>
                  </a:lnTo>
                  <a:lnTo>
                    <a:pt x="224158" y="1004676"/>
                  </a:lnTo>
                  <a:lnTo>
                    <a:pt x="224154" y="1004669"/>
                  </a:lnTo>
                  <a:lnTo>
                    <a:pt x="224161" y="1004657"/>
                  </a:lnTo>
                  <a:lnTo>
                    <a:pt x="224180" y="1004628"/>
                  </a:lnTo>
                  <a:lnTo>
                    <a:pt x="224186" y="1004610"/>
                  </a:lnTo>
                  <a:lnTo>
                    <a:pt x="224195" y="1004585"/>
                  </a:lnTo>
                  <a:lnTo>
                    <a:pt x="224205" y="1004551"/>
                  </a:lnTo>
                  <a:lnTo>
                    <a:pt x="224214" y="1004485"/>
                  </a:lnTo>
                  <a:lnTo>
                    <a:pt x="224213" y="1004440"/>
                  </a:lnTo>
                  <a:lnTo>
                    <a:pt x="224202" y="1004415"/>
                  </a:lnTo>
                  <a:lnTo>
                    <a:pt x="224203" y="1004387"/>
                  </a:lnTo>
                  <a:lnTo>
                    <a:pt x="224204" y="1004364"/>
                  </a:lnTo>
                  <a:lnTo>
                    <a:pt x="224213" y="1004342"/>
                  </a:lnTo>
                  <a:lnTo>
                    <a:pt x="224219" y="1004294"/>
                  </a:lnTo>
                  <a:lnTo>
                    <a:pt x="224217" y="1004247"/>
                  </a:lnTo>
                  <a:lnTo>
                    <a:pt x="224216" y="1004223"/>
                  </a:lnTo>
                  <a:lnTo>
                    <a:pt x="224192" y="1004186"/>
                  </a:lnTo>
                  <a:lnTo>
                    <a:pt x="224169" y="1004151"/>
                  </a:lnTo>
                  <a:lnTo>
                    <a:pt x="224144" y="1004124"/>
                  </a:lnTo>
                  <a:lnTo>
                    <a:pt x="224136" y="1004112"/>
                  </a:lnTo>
                  <a:lnTo>
                    <a:pt x="224122" y="1004104"/>
                  </a:lnTo>
                  <a:lnTo>
                    <a:pt x="224105" y="1004101"/>
                  </a:lnTo>
                  <a:lnTo>
                    <a:pt x="224093" y="1004098"/>
                  </a:lnTo>
                  <a:lnTo>
                    <a:pt x="224083" y="1004089"/>
                  </a:lnTo>
                  <a:lnTo>
                    <a:pt x="224060" y="1004067"/>
                  </a:lnTo>
                  <a:lnTo>
                    <a:pt x="224046" y="1004061"/>
                  </a:lnTo>
                  <a:lnTo>
                    <a:pt x="224025" y="1004056"/>
                  </a:lnTo>
                  <a:lnTo>
                    <a:pt x="224000" y="1004049"/>
                  </a:lnTo>
                  <a:lnTo>
                    <a:pt x="223984" y="1004038"/>
                  </a:lnTo>
                  <a:lnTo>
                    <a:pt x="223947" y="1004007"/>
                  </a:lnTo>
                  <a:lnTo>
                    <a:pt x="223903" y="1003987"/>
                  </a:lnTo>
                  <a:lnTo>
                    <a:pt x="223854" y="1003952"/>
                  </a:lnTo>
                  <a:lnTo>
                    <a:pt x="223792" y="1003921"/>
                  </a:lnTo>
                  <a:lnTo>
                    <a:pt x="223781" y="1003908"/>
                  </a:lnTo>
                  <a:lnTo>
                    <a:pt x="223775" y="1003880"/>
                  </a:lnTo>
                  <a:lnTo>
                    <a:pt x="223772" y="1003840"/>
                  </a:lnTo>
                  <a:lnTo>
                    <a:pt x="223758" y="1003808"/>
                  </a:lnTo>
                  <a:lnTo>
                    <a:pt x="223733" y="1003768"/>
                  </a:lnTo>
                  <a:lnTo>
                    <a:pt x="223709" y="1003746"/>
                  </a:lnTo>
                  <a:lnTo>
                    <a:pt x="223693" y="1003741"/>
                  </a:lnTo>
                  <a:lnTo>
                    <a:pt x="223672" y="1003739"/>
                  </a:lnTo>
                  <a:lnTo>
                    <a:pt x="223659" y="1003740"/>
                  </a:lnTo>
                  <a:lnTo>
                    <a:pt x="223640" y="1003738"/>
                  </a:lnTo>
                  <a:lnTo>
                    <a:pt x="223613" y="1003723"/>
                  </a:lnTo>
                  <a:lnTo>
                    <a:pt x="223543" y="1003708"/>
                  </a:lnTo>
                  <a:lnTo>
                    <a:pt x="223482" y="1003705"/>
                  </a:lnTo>
                  <a:lnTo>
                    <a:pt x="223412" y="1003713"/>
                  </a:lnTo>
                  <a:lnTo>
                    <a:pt x="223362" y="1003732"/>
                  </a:lnTo>
                  <a:lnTo>
                    <a:pt x="223333" y="1003744"/>
                  </a:lnTo>
                  <a:lnTo>
                    <a:pt x="223275" y="1003749"/>
                  </a:lnTo>
                  <a:lnTo>
                    <a:pt x="223237" y="1003754"/>
                  </a:lnTo>
                  <a:lnTo>
                    <a:pt x="223206" y="1003759"/>
                  </a:lnTo>
                  <a:lnTo>
                    <a:pt x="223173" y="1003756"/>
                  </a:lnTo>
                  <a:lnTo>
                    <a:pt x="223152" y="1003738"/>
                  </a:lnTo>
                  <a:lnTo>
                    <a:pt x="223123" y="1003713"/>
                  </a:lnTo>
                  <a:lnTo>
                    <a:pt x="223081" y="1003690"/>
                  </a:lnTo>
                  <a:lnTo>
                    <a:pt x="223028" y="1003671"/>
                  </a:lnTo>
                  <a:lnTo>
                    <a:pt x="222957" y="1003663"/>
                  </a:lnTo>
                  <a:lnTo>
                    <a:pt x="222900" y="1003665"/>
                  </a:lnTo>
                  <a:lnTo>
                    <a:pt x="222856" y="1003662"/>
                  </a:lnTo>
                  <a:lnTo>
                    <a:pt x="222841" y="1003662"/>
                  </a:lnTo>
                  <a:lnTo>
                    <a:pt x="222828" y="1003652"/>
                  </a:lnTo>
                  <a:lnTo>
                    <a:pt x="222793" y="1003634"/>
                  </a:lnTo>
                  <a:lnTo>
                    <a:pt x="222755" y="1003627"/>
                  </a:lnTo>
                  <a:lnTo>
                    <a:pt x="222721" y="1003627"/>
                  </a:lnTo>
                  <a:lnTo>
                    <a:pt x="222682" y="1003631"/>
                  </a:lnTo>
                  <a:lnTo>
                    <a:pt x="222654" y="1003638"/>
                  </a:lnTo>
                  <a:lnTo>
                    <a:pt x="222623" y="1003644"/>
                  </a:lnTo>
                  <a:lnTo>
                    <a:pt x="222602" y="1003645"/>
                  </a:lnTo>
                  <a:lnTo>
                    <a:pt x="222589" y="1003643"/>
                  </a:lnTo>
                  <a:lnTo>
                    <a:pt x="222582" y="1003639"/>
                  </a:lnTo>
                  <a:lnTo>
                    <a:pt x="222579" y="1003632"/>
                  </a:lnTo>
                  <a:lnTo>
                    <a:pt x="222590" y="1003612"/>
                  </a:lnTo>
                  <a:lnTo>
                    <a:pt x="222601" y="1003579"/>
                  </a:lnTo>
                  <a:lnTo>
                    <a:pt x="222612" y="1003506"/>
                  </a:lnTo>
                  <a:lnTo>
                    <a:pt x="222619" y="1003444"/>
                  </a:lnTo>
                  <a:lnTo>
                    <a:pt x="222615" y="1003384"/>
                  </a:lnTo>
                  <a:lnTo>
                    <a:pt x="222608" y="1003332"/>
                  </a:lnTo>
                  <a:lnTo>
                    <a:pt x="222608" y="1003302"/>
                  </a:lnTo>
                  <a:lnTo>
                    <a:pt x="222612" y="1003268"/>
                  </a:lnTo>
                  <a:lnTo>
                    <a:pt x="222637" y="1003207"/>
                  </a:lnTo>
                  <a:lnTo>
                    <a:pt x="222649" y="1003188"/>
                  </a:lnTo>
                  <a:lnTo>
                    <a:pt x="222662" y="1003179"/>
                  </a:lnTo>
                  <a:lnTo>
                    <a:pt x="222680" y="1003177"/>
                  </a:lnTo>
                  <a:lnTo>
                    <a:pt x="222696" y="1003176"/>
                  </a:lnTo>
                  <a:lnTo>
                    <a:pt x="222710" y="1003167"/>
                  </a:lnTo>
                  <a:lnTo>
                    <a:pt x="222733" y="1003145"/>
                  </a:lnTo>
                  <a:lnTo>
                    <a:pt x="222775" y="1003102"/>
                  </a:lnTo>
                  <a:lnTo>
                    <a:pt x="222824" y="1003071"/>
                  </a:lnTo>
                  <a:lnTo>
                    <a:pt x="222851" y="1003043"/>
                  </a:lnTo>
                  <a:lnTo>
                    <a:pt x="222856" y="1003032"/>
                  </a:lnTo>
                  <a:lnTo>
                    <a:pt x="222854" y="1003016"/>
                  </a:lnTo>
                  <a:lnTo>
                    <a:pt x="222849" y="1002998"/>
                  </a:lnTo>
                  <a:lnTo>
                    <a:pt x="222838" y="1002943"/>
                  </a:lnTo>
                  <a:lnTo>
                    <a:pt x="222839" y="1002917"/>
                  </a:lnTo>
                  <a:lnTo>
                    <a:pt x="222830" y="1002892"/>
                  </a:lnTo>
                  <a:lnTo>
                    <a:pt x="222791" y="1002853"/>
                  </a:lnTo>
                  <a:lnTo>
                    <a:pt x="222773" y="1002838"/>
                  </a:lnTo>
                  <a:lnTo>
                    <a:pt x="222756" y="1002827"/>
                  </a:lnTo>
                  <a:lnTo>
                    <a:pt x="222709" y="1002806"/>
                  </a:lnTo>
                  <a:lnTo>
                    <a:pt x="222643" y="1002781"/>
                  </a:lnTo>
                  <a:lnTo>
                    <a:pt x="222582" y="1002758"/>
                  </a:lnTo>
                  <a:lnTo>
                    <a:pt x="222535" y="1002737"/>
                  </a:lnTo>
                  <a:lnTo>
                    <a:pt x="222461" y="1002717"/>
                  </a:lnTo>
                  <a:lnTo>
                    <a:pt x="222426" y="1002701"/>
                  </a:lnTo>
                  <a:lnTo>
                    <a:pt x="222399" y="1002668"/>
                  </a:lnTo>
                  <a:lnTo>
                    <a:pt x="222369" y="1002611"/>
                  </a:lnTo>
                  <a:lnTo>
                    <a:pt x="222349" y="1002560"/>
                  </a:lnTo>
                  <a:lnTo>
                    <a:pt x="222334" y="1002542"/>
                  </a:lnTo>
                  <a:lnTo>
                    <a:pt x="222311" y="1002519"/>
                  </a:lnTo>
                  <a:lnTo>
                    <a:pt x="222301" y="1002501"/>
                  </a:lnTo>
                  <a:lnTo>
                    <a:pt x="222294" y="1002470"/>
                  </a:lnTo>
                  <a:lnTo>
                    <a:pt x="222284" y="1002428"/>
                  </a:lnTo>
                  <a:lnTo>
                    <a:pt x="222283" y="1002411"/>
                  </a:lnTo>
                  <a:lnTo>
                    <a:pt x="222284" y="1002395"/>
                  </a:lnTo>
                  <a:lnTo>
                    <a:pt x="222284" y="1002382"/>
                  </a:lnTo>
                  <a:lnTo>
                    <a:pt x="222292" y="1002366"/>
                  </a:lnTo>
                  <a:lnTo>
                    <a:pt x="222300" y="1002352"/>
                  </a:lnTo>
                  <a:lnTo>
                    <a:pt x="222305" y="1002343"/>
                  </a:lnTo>
                  <a:lnTo>
                    <a:pt x="222301" y="1002333"/>
                  </a:lnTo>
                  <a:lnTo>
                    <a:pt x="222290" y="1002327"/>
                  </a:lnTo>
                  <a:lnTo>
                    <a:pt x="222269" y="1002318"/>
                  </a:lnTo>
                  <a:lnTo>
                    <a:pt x="222235" y="1002308"/>
                  </a:lnTo>
                  <a:lnTo>
                    <a:pt x="222219" y="1002304"/>
                  </a:lnTo>
                  <a:lnTo>
                    <a:pt x="222205" y="1002300"/>
                  </a:lnTo>
                  <a:lnTo>
                    <a:pt x="222184" y="1002283"/>
                  </a:lnTo>
                  <a:lnTo>
                    <a:pt x="222139" y="1002244"/>
                  </a:lnTo>
                  <a:lnTo>
                    <a:pt x="222120" y="1002231"/>
                  </a:lnTo>
                  <a:lnTo>
                    <a:pt x="222088" y="1002216"/>
                  </a:lnTo>
                  <a:lnTo>
                    <a:pt x="222027" y="1002192"/>
                  </a:lnTo>
                  <a:lnTo>
                    <a:pt x="221946" y="1002180"/>
                  </a:lnTo>
                  <a:lnTo>
                    <a:pt x="221927" y="1002178"/>
                  </a:lnTo>
                  <a:lnTo>
                    <a:pt x="221910" y="1002168"/>
                  </a:lnTo>
                  <a:lnTo>
                    <a:pt x="221907" y="1002159"/>
                  </a:lnTo>
                  <a:lnTo>
                    <a:pt x="221904" y="1002143"/>
                  </a:lnTo>
                  <a:lnTo>
                    <a:pt x="221900" y="1002125"/>
                  </a:lnTo>
                  <a:lnTo>
                    <a:pt x="221892" y="1002114"/>
                  </a:lnTo>
                  <a:lnTo>
                    <a:pt x="221841" y="1002074"/>
                  </a:lnTo>
                  <a:lnTo>
                    <a:pt x="221818" y="1002050"/>
                  </a:lnTo>
                  <a:lnTo>
                    <a:pt x="221816" y="1002044"/>
                  </a:lnTo>
                  <a:lnTo>
                    <a:pt x="221816" y="1002033"/>
                  </a:lnTo>
                  <a:lnTo>
                    <a:pt x="221816" y="1002022"/>
                  </a:lnTo>
                  <a:lnTo>
                    <a:pt x="221820" y="1002006"/>
                  </a:lnTo>
                  <a:lnTo>
                    <a:pt x="221827" y="1001994"/>
                  </a:lnTo>
                  <a:lnTo>
                    <a:pt x="221843" y="1001962"/>
                  </a:lnTo>
                  <a:lnTo>
                    <a:pt x="221847" y="1001947"/>
                  </a:lnTo>
                  <a:lnTo>
                    <a:pt x="221849" y="1001935"/>
                  </a:lnTo>
                  <a:lnTo>
                    <a:pt x="221849" y="1001923"/>
                  </a:lnTo>
                  <a:lnTo>
                    <a:pt x="221841" y="1001908"/>
                  </a:lnTo>
                  <a:lnTo>
                    <a:pt x="221829" y="1001894"/>
                  </a:lnTo>
                  <a:lnTo>
                    <a:pt x="221793" y="1001865"/>
                  </a:lnTo>
                  <a:lnTo>
                    <a:pt x="221725" y="1001822"/>
                  </a:lnTo>
                  <a:lnTo>
                    <a:pt x="221700" y="1001802"/>
                  </a:lnTo>
                  <a:lnTo>
                    <a:pt x="221667" y="1001770"/>
                  </a:lnTo>
                  <a:lnTo>
                    <a:pt x="221657" y="1001761"/>
                  </a:lnTo>
                  <a:lnTo>
                    <a:pt x="221640" y="1001758"/>
                  </a:lnTo>
                  <a:lnTo>
                    <a:pt x="221630" y="1001760"/>
                  </a:lnTo>
                  <a:lnTo>
                    <a:pt x="221616" y="1001767"/>
                  </a:lnTo>
                  <a:lnTo>
                    <a:pt x="221598" y="1001765"/>
                  </a:lnTo>
                  <a:lnTo>
                    <a:pt x="221580" y="1001762"/>
                  </a:lnTo>
                  <a:lnTo>
                    <a:pt x="221558" y="1001743"/>
                  </a:lnTo>
                  <a:lnTo>
                    <a:pt x="221502" y="1001690"/>
                  </a:lnTo>
                  <a:lnTo>
                    <a:pt x="221468" y="1001632"/>
                  </a:lnTo>
                  <a:lnTo>
                    <a:pt x="221452" y="1001602"/>
                  </a:lnTo>
                  <a:lnTo>
                    <a:pt x="221430" y="1001587"/>
                  </a:lnTo>
                  <a:lnTo>
                    <a:pt x="221397" y="1001562"/>
                  </a:lnTo>
                  <a:lnTo>
                    <a:pt x="221373" y="1001534"/>
                  </a:lnTo>
                  <a:lnTo>
                    <a:pt x="221353" y="1001495"/>
                  </a:lnTo>
                  <a:lnTo>
                    <a:pt x="221342" y="1001444"/>
                  </a:lnTo>
                  <a:lnTo>
                    <a:pt x="221344" y="1001390"/>
                  </a:lnTo>
                  <a:lnTo>
                    <a:pt x="221342" y="1001360"/>
                  </a:lnTo>
                  <a:lnTo>
                    <a:pt x="221332" y="1001331"/>
                  </a:lnTo>
                  <a:lnTo>
                    <a:pt x="221314" y="1001307"/>
                  </a:lnTo>
                  <a:lnTo>
                    <a:pt x="221288" y="1001288"/>
                  </a:lnTo>
                  <a:lnTo>
                    <a:pt x="221244" y="1001259"/>
                  </a:lnTo>
                  <a:lnTo>
                    <a:pt x="221209" y="1001225"/>
                  </a:lnTo>
                  <a:lnTo>
                    <a:pt x="221162" y="1001168"/>
                  </a:lnTo>
                  <a:lnTo>
                    <a:pt x="221159" y="1001151"/>
                  </a:lnTo>
                  <a:lnTo>
                    <a:pt x="221165" y="1001125"/>
                  </a:lnTo>
                  <a:lnTo>
                    <a:pt x="221218" y="1001036"/>
                  </a:lnTo>
                  <a:lnTo>
                    <a:pt x="221241" y="1000998"/>
                  </a:lnTo>
                  <a:lnTo>
                    <a:pt x="221278" y="1000942"/>
                  </a:lnTo>
                  <a:lnTo>
                    <a:pt x="221298" y="1000920"/>
                  </a:lnTo>
                  <a:lnTo>
                    <a:pt x="221329" y="1000906"/>
                  </a:lnTo>
                  <a:lnTo>
                    <a:pt x="221358" y="1000895"/>
                  </a:lnTo>
                  <a:lnTo>
                    <a:pt x="221390" y="1000882"/>
                  </a:lnTo>
                  <a:lnTo>
                    <a:pt x="221406" y="1000876"/>
                  </a:lnTo>
                  <a:lnTo>
                    <a:pt x="221426" y="1000868"/>
                  </a:lnTo>
                  <a:lnTo>
                    <a:pt x="221443" y="1000862"/>
                  </a:lnTo>
                  <a:lnTo>
                    <a:pt x="221464" y="1000861"/>
                  </a:lnTo>
                  <a:lnTo>
                    <a:pt x="221477" y="1000864"/>
                  </a:lnTo>
                  <a:lnTo>
                    <a:pt x="221513" y="1000886"/>
                  </a:lnTo>
                  <a:lnTo>
                    <a:pt x="221552" y="1000915"/>
                  </a:lnTo>
                  <a:lnTo>
                    <a:pt x="221585" y="1000933"/>
                  </a:lnTo>
                  <a:lnTo>
                    <a:pt x="221620" y="1000942"/>
                  </a:lnTo>
                  <a:lnTo>
                    <a:pt x="221656" y="1000944"/>
                  </a:lnTo>
                  <a:lnTo>
                    <a:pt x="221744" y="1000943"/>
                  </a:lnTo>
                  <a:lnTo>
                    <a:pt x="221775" y="1000936"/>
                  </a:lnTo>
                  <a:lnTo>
                    <a:pt x="221790" y="1000925"/>
                  </a:lnTo>
                  <a:lnTo>
                    <a:pt x="221797" y="1000916"/>
                  </a:lnTo>
                  <a:lnTo>
                    <a:pt x="221802" y="1000896"/>
                  </a:lnTo>
                  <a:lnTo>
                    <a:pt x="221816" y="1000878"/>
                  </a:lnTo>
                  <a:lnTo>
                    <a:pt x="221831" y="1000850"/>
                  </a:lnTo>
                  <a:lnTo>
                    <a:pt x="221843" y="1000820"/>
                  </a:lnTo>
                  <a:lnTo>
                    <a:pt x="221866" y="1000792"/>
                  </a:lnTo>
                  <a:lnTo>
                    <a:pt x="221908" y="1000745"/>
                  </a:lnTo>
                  <a:lnTo>
                    <a:pt x="221940" y="1000711"/>
                  </a:lnTo>
                  <a:lnTo>
                    <a:pt x="221978" y="1000689"/>
                  </a:lnTo>
                  <a:lnTo>
                    <a:pt x="222017" y="1000672"/>
                  </a:lnTo>
                  <a:lnTo>
                    <a:pt x="222050" y="1000652"/>
                  </a:lnTo>
                  <a:lnTo>
                    <a:pt x="222076" y="1000623"/>
                  </a:lnTo>
                  <a:lnTo>
                    <a:pt x="222117" y="1000591"/>
                  </a:lnTo>
                  <a:lnTo>
                    <a:pt x="222130" y="1000568"/>
                  </a:lnTo>
                  <a:lnTo>
                    <a:pt x="222135" y="1000545"/>
                  </a:lnTo>
                  <a:lnTo>
                    <a:pt x="222150" y="1000518"/>
                  </a:lnTo>
                  <a:lnTo>
                    <a:pt x="222170" y="1000505"/>
                  </a:lnTo>
                  <a:lnTo>
                    <a:pt x="222200" y="1000497"/>
                  </a:lnTo>
                  <a:lnTo>
                    <a:pt x="222233" y="1000494"/>
                  </a:lnTo>
                  <a:lnTo>
                    <a:pt x="222279" y="1000481"/>
                  </a:lnTo>
                  <a:lnTo>
                    <a:pt x="222301" y="1000465"/>
                  </a:lnTo>
                  <a:lnTo>
                    <a:pt x="222357" y="1000422"/>
                  </a:lnTo>
                  <a:lnTo>
                    <a:pt x="222429" y="1000339"/>
                  </a:lnTo>
                  <a:lnTo>
                    <a:pt x="222467" y="1000287"/>
                  </a:lnTo>
                  <a:lnTo>
                    <a:pt x="222484" y="1000249"/>
                  </a:lnTo>
                  <a:lnTo>
                    <a:pt x="222501" y="1000221"/>
                  </a:lnTo>
                  <a:lnTo>
                    <a:pt x="222520" y="1000198"/>
                  </a:lnTo>
                  <a:lnTo>
                    <a:pt x="222570" y="1000163"/>
                  </a:lnTo>
                  <a:lnTo>
                    <a:pt x="222618" y="1000133"/>
                  </a:lnTo>
                  <a:lnTo>
                    <a:pt x="222633" y="1000122"/>
                  </a:lnTo>
                  <a:lnTo>
                    <a:pt x="222645" y="1000101"/>
                  </a:lnTo>
                  <a:lnTo>
                    <a:pt x="222657" y="1000030"/>
                  </a:lnTo>
                  <a:lnTo>
                    <a:pt x="222659" y="999974"/>
                  </a:lnTo>
                  <a:lnTo>
                    <a:pt x="222659" y="999943"/>
                  </a:lnTo>
                  <a:lnTo>
                    <a:pt x="222654" y="999933"/>
                  </a:lnTo>
                  <a:lnTo>
                    <a:pt x="222649" y="999920"/>
                  </a:lnTo>
                  <a:lnTo>
                    <a:pt x="222651" y="999910"/>
                  </a:lnTo>
                  <a:lnTo>
                    <a:pt x="222657" y="999898"/>
                  </a:lnTo>
                  <a:lnTo>
                    <a:pt x="222662" y="999878"/>
                  </a:lnTo>
                  <a:lnTo>
                    <a:pt x="222666" y="999843"/>
                  </a:lnTo>
                  <a:lnTo>
                    <a:pt x="222663" y="999787"/>
                  </a:lnTo>
                  <a:lnTo>
                    <a:pt x="222633" y="999738"/>
                  </a:lnTo>
                  <a:lnTo>
                    <a:pt x="222627" y="999715"/>
                  </a:lnTo>
                  <a:lnTo>
                    <a:pt x="222636" y="999669"/>
                  </a:lnTo>
                  <a:lnTo>
                    <a:pt x="222657" y="999608"/>
                  </a:lnTo>
                  <a:lnTo>
                    <a:pt x="222658" y="999593"/>
                  </a:lnTo>
                  <a:lnTo>
                    <a:pt x="222652" y="999568"/>
                  </a:lnTo>
                  <a:lnTo>
                    <a:pt x="222642" y="999533"/>
                  </a:lnTo>
                  <a:lnTo>
                    <a:pt x="222609" y="999433"/>
                  </a:lnTo>
                  <a:lnTo>
                    <a:pt x="222606" y="999389"/>
                  </a:lnTo>
                  <a:lnTo>
                    <a:pt x="222603" y="999331"/>
                  </a:lnTo>
                  <a:lnTo>
                    <a:pt x="222598" y="999300"/>
                  </a:lnTo>
                  <a:lnTo>
                    <a:pt x="222601" y="999237"/>
                  </a:lnTo>
                  <a:lnTo>
                    <a:pt x="222595" y="999218"/>
                  </a:lnTo>
                  <a:lnTo>
                    <a:pt x="222579" y="999204"/>
                  </a:lnTo>
                  <a:lnTo>
                    <a:pt x="222562" y="999194"/>
                  </a:lnTo>
                  <a:lnTo>
                    <a:pt x="222506" y="999177"/>
                  </a:lnTo>
                  <a:lnTo>
                    <a:pt x="222440" y="999168"/>
                  </a:lnTo>
                  <a:lnTo>
                    <a:pt x="222365" y="999148"/>
                  </a:lnTo>
                  <a:lnTo>
                    <a:pt x="222258" y="999117"/>
                  </a:lnTo>
                  <a:lnTo>
                    <a:pt x="222217" y="999101"/>
                  </a:lnTo>
                  <a:lnTo>
                    <a:pt x="222172" y="999086"/>
                  </a:lnTo>
                  <a:lnTo>
                    <a:pt x="222146" y="999064"/>
                  </a:lnTo>
                  <a:lnTo>
                    <a:pt x="222114" y="999031"/>
                  </a:lnTo>
                  <a:lnTo>
                    <a:pt x="222068" y="998995"/>
                  </a:lnTo>
                  <a:lnTo>
                    <a:pt x="222037" y="998961"/>
                  </a:lnTo>
                  <a:lnTo>
                    <a:pt x="221998" y="998936"/>
                  </a:lnTo>
                  <a:lnTo>
                    <a:pt x="221965" y="998908"/>
                  </a:lnTo>
                  <a:lnTo>
                    <a:pt x="221947" y="998901"/>
                  </a:lnTo>
                  <a:lnTo>
                    <a:pt x="221933" y="998897"/>
                  </a:lnTo>
                  <a:lnTo>
                    <a:pt x="221910" y="998887"/>
                  </a:lnTo>
                  <a:lnTo>
                    <a:pt x="221894" y="998868"/>
                  </a:lnTo>
                  <a:lnTo>
                    <a:pt x="221873" y="998837"/>
                  </a:lnTo>
                  <a:lnTo>
                    <a:pt x="221847" y="998808"/>
                  </a:lnTo>
                  <a:lnTo>
                    <a:pt x="221767" y="998744"/>
                  </a:lnTo>
                  <a:lnTo>
                    <a:pt x="221744" y="998717"/>
                  </a:lnTo>
                  <a:lnTo>
                    <a:pt x="221700" y="998690"/>
                  </a:lnTo>
                  <a:lnTo>
                    <a:pt x="221663" y="998666"/>
                  </a:lnTo>
                  <a:lnTo>
                    <a:pt x="221626" y="998654"/>
                  </a:lnTo>
                  <a:lnTo>
                    <a:pt x="221596" y="998654"/>
                  </a:lnTo>
                  <a:lnTo>
                    <a:pt x="221573" y="998652"/>
                  </a:lnTo>
                  <a:lnTo>
                    <a:pt x="221546" y="998643"/>
                  </a:lnTo>
                  <a:lnTo>
                    <a:pt x="221513" y="998617"/>
                  </a:lnTo>
                  <a:lnTo>
                    <a:pt x="221456" y="998559"/>
                  </a:lnTo>
                  <a:lnTo>
                    <a:pt x="221407" y="998486"/>
                  </a:lnTo>
                  <a:lnTo>
                    <a:pt x="221381" y="998452"/>
                  </a:lnTo>
                  <a:lnTo>
                    <a:pt x="221356" y="998443"/>
                  </a:lnTo>
                  <a:lnTo>
                    <a:pt x="221343" y="998442"/>
                  </a:lnTo>
                  <a:lnTo>
                    <a:pt x="221326" y="998443"/>
                  </a:lnTo>
                  <a:lnTo>
                    <a:pt x="221308" y="998451"/>
                  </a:lnTo>
                  <a:lnTo>
                    <a:pt x="221293" y="998465"/>
                  </a:lnTo>
                  <a:lnTo>
                    <a:pt x="221271" y="998489"/>
                  </a:lnTo>
                  <a:lnTo>
                    <a:pt x="221245" y="998511"/>
                  </a:lnTo>
                  <a:lnTo>
                    <a:pt x="221218" y="998527"/>
                  </a:lnTo>
                  <a:lnTo>
                    <a:pt x="221162" y="998536"/>
                  </a:lnTo>
                  <a:lnTo>
                    <a:pt x="221116" y="998539"/>
                  </a:lnTo>
                  <a:lnTo>
                    <a:pt x="220971" y="998513"/>
                  </a:lnTo>
                  <a:lnTo>
                    <a:pt x="220901" y="998497"/>
                  </a:lnTo>
                  <a:lnTo>
                    <a:pt x="220829" y="998467"/>
                  </a:lnTo>
                  <a:lnTo>
                    <a:pt x="220749" y="998447"/>
                  </a:lnTo>
                  <a:lnTo>
                    <a:pt x="220683" y="998435"/>
                  </a:lnTo>
                  <a:lnTo>
                    <a:pt x="220590" y="998410"/>
                  </a:lnTo>
                  <a:lnTo>
                    <a:pt x="220578" y="998407"/>
                  </a:lnTo>
                  <a:lnTo>
                    <a:pt x="220555" y="998408"/>
                  </a:lnTo>
                  <a:lnTo>
                    <a:pt x="220528" y="998408"/>
                  </a:lnTo>
                  <a:lnTo>
                    <a:pt x="220505" y="998408"/>
                  </a:lnTo>
                  <a:lnTo>
                    <a:pt x="220493" y="998401"/>
                  </a:lnTo>
                  <a:lnTo>
                    <a:pt x="220477" y="998385"/>
                  </a:lnTo>
                  <a:lnTo>
                    <a:pt x="220447" y="998340"/>
                  </a:lnTo>
                  <a:lnTo>
                    <a:pt x="220419" y="998312"/>
                  </a:lnTo>
                  <a:lnTo>
                    <a:pt x="220360" y="998262"/>
                  </a:lnTo>
                  <a:lnTo>
                    <a:pt x="220308" y="998212"/>
                  </a:lnTo>
                  <a:lnTo>
                    <a:pt x="220240" y="998119"/>
                  </a:lnTo>
                  <a:lnTo>
                    <a:pt x="220219" y="998086"/>
                  </a:lnTo>
                  <a:lnTo>
                    <a:pt x="220213" y="998054"/>
                  </a:lnTo>
                  <a:lnTo>
                    <a:pt x="220212" y="998019"/>
                  </a:lnTo>
                  <a:lnTo>
                    <a:pt x="220205" y="997943"/>
                  </a:lnTo>
                  <a:lnTo>
                    <a:pt x="220194" y="997914"/>
                  </a:lnTo>
                  <a:lnTo>
                    <a:pt x="220175" y="997887"/>
                  </a:lnTo>
                  <a:lnTo>
                    <a:pt x="220118" y="997835"/>
                  </a:lnTo>
                  <a:lnTo>
                    <a:pt x="220111" y="997829"/>
                  </a:lnTo>
                  <a:lnTo>
                    <a:pt x="220082" y="997804"/>
                  </a:lnTo>
                  <a:lnTo>
                    <a:pt x="220000" y="997804"/>
                  </a:lnTo>
                  <a:lnTo>
                    <a:pt x="219960" y="997748"/>
                  </a:lnTo>
                  <a:lnTo>
                    <a:pt x="219892" y="997676"/>
                  </a:lnTo>
                  <a:lnTo>
                    <a:pt x="219831" y="997594"/>
                  </a:lnTo>
                  <a:lnTo>
                    <a:pt x="219782" y="997481"/>
                  </a:lnTo>
                  <a:lnTo>
                    <a:pt x="219793" y="997364"/>
                  </a:lnTo>
                  <a:lnTo>
                    <a:pt x="219713" y="997206"/>
                  </a:lnTo>
                  <a:lnTo>
                    <a:pt x="219639" y="997139"/>
                  </a:lnTo>
                  <a:lnTo>
                    <a:pt x="219515" y="997056"/>
                  </a:lnTo>
                  <a:lnTo>
                    <a:pt x="219435" y="997027"/>
                  </a:lnTo>
                  <a:lnTo>
                    <a:pt x="219318" y="996946"/>
                  </a:lnTo>
                  <a:lnTo>
                    <a:pt x="219188" y="996875"/>
                  </a:lnTo>
                  <a:lnTo>
                    <a:pt x="219100" y="996806"/>
                  </a:lnTo>
                  <a:lnTo>
                    <a:pt x="219085" y="996736"/>
                  </a:lnTo>
                  <a:lnTo>
                    <a:pt x="219096" y="996619"/>
                  </a:lnTo>
                  <a:lnTo>
                    <a:pt x="219084" y="996548"/>
                  </a:lnTo>
                  <a:lnTo>
                    <a:pt x="219067" y="996521"/>
                  </a:lnTo>
                  <a:lnTo>
                    <a:pt x="219030" y="996472"/>
                  </a:lnTo>
                  <a:lnTo>
                    <a:pt x="218979" y="996418"/>
                  </a:lnTo>
                  <a:lnTo>
                    <a:pt x="218928" y="996370"/>
                  </a:lnTo>
                  <a:lnTo>
                    <a:pt x="218892" y="996346"/>
                  </a:lnTo>
                  <a:lnTo>
                    <a:pt x="218814" y="996295"/>
                  </a:lnTo>
                  <a:lnTo>
                    <a:pt x="218708" y="996249"/>
                  </a:lnTo>
                  <a:lnTo>
                    <a:pt x="218648" y="996234"/>
                  </a:lnTo>
                  <a:lnTo>
                    <a:pt x="218533" y="996120"/>
                  </a:lnTo>
                  <a:lnTo>
                    <a:pt x="218470" y="996078"/>
                  </a:lnTo>
                  <a:lnTo>
                    <a:pt x="218444" y="995968"/>
                  </a:lnTo>
                  <a:lnTo>
                    <a:pt x="218452" y="995903"/>
                  </a:lnTo>
                  <a:lnTo>
                    <a:pt x="218490" y="995835"/>
                  </a:lnTo>
                  <a:lnTo>
                    <a:pt x="218515" y="995788"/>
                  </a:lnTo>
                  <a:lnTo>
                    <a:pt x="218596" y="995703"/>
                  </a:lnTo>
                  <a:lnTo>
                    <a:pt x="218635" y="995675"/>
                  </a:lnTo>
                  <a:lnTo>
                    <a:pt x="218660" y="995631"/>
                  </a:lnTo>
                  <a:lnTo>
                    <a:pt x="218699" y="995578"/>
                  </a:lnTo>
                  <a:lnTo>
                    <a:pt x="218724" y="995513"/>
                  </a:lnTo>
                  <a:lnTo>
                    <a:pt x="218755" y="995432"/>
                  </a:lnTo>
                  <a:lnTo>
                    <a:pt x="218796" y="995380"/>
                  </a:lnTo>
                  <a:lnTo>
                    <a:pt x="218907" y="995306"/>
                  </a:lnTo>
                  <a:lnTo>
                    <a:pt x="218982" y="995268"/>
                  </a:lnTo>
                  <a:lnTo>
                    <a:pt x="219053" y="995226"/>
                  </a:lnTo>
                  <a:lnTo>
                    <a:pt x="219139" y="995219"/>
                  </a:lnTo>
                  <a:lnTo>
                    <a:pt x="219208" y="995217"/>
                  </a:lnTo>
                  <a:lnTo>
                    <a:pt x="219281" y="995212"/>
                  </a:lnTo>
                  <a:lnTo>
                    <a:pt x="219353" y="995199"/>
                  </a:lnTo>
                  <a:lnTo>
                    <a:pt x="219421" y="995152"/>
                  </a:lnTo>
                  <a:lnTo>
                    <a:pt x="219523" y="994995"/>
                  </a:lnTo>
                  <a:lnTo>
                    <a:pt x="219428" y="994871"/>
                  </a:lnTo>
                  <a:lnTo>
                    <a:pt x="219387" y="994792"/>
                  </a:lnTo>
                  <a:lnTo>
                    <a:pt x="219334" y="994680"/>
                  </a:lnTo>
                  <a:lnTo>
                    <a:pt x="219323" y="994637"/>
                  </a:lnTo>
                  <a:lnTo>
                    <a:pt x="219319" y="994597"/>
                  </a:lnTo>
                  <a:lnTo>
                    <a:pt x="219307" y="994523"/>
                  </a:lnTo>
                  <a:lnTo>
                    <a:pt x="219389" y="994463"/>
                  </a:lnTo>
                  <a:lnTo>
                    <a:pt x="219447" y="994416"/>
                  </a:lnTo>
                  <a:lnTo>
                    <a:pt x="219466" y="994394"/>
                  </a:lnTo>
                  <a:lnTo>
                    <a:pt x="219511" y="994341"/>
                  </a:lnTo>
                  <a:lnTo>
                    <a:pt x="219573" y="994284"/>
                  </a:lnTo>
                  <a:lnTo>
                    <a:pt x="219618" y="994234"/>
                  </a:lnTo>
                  <a:lnTo>
                    <a:pt x="219676" y="994196"/>
                  </a:lnTo>
                  <a:lnTo>
                    <a:pt x="219791" y="994157"/>
                  </a:lnTo>
                  <a:lnTo>
                    <a:pt x="219912" y="994111"/>
                  </a:lnTo>
                  <a:lnTo>
                    <a:pt x="219943" y="994043"/>
                  </a:lnTo>
                  <a:lnTo>
                    <a:pt x="219939" y="994009"/>
                  </a:lnTo>
                  <a:lnTo>
                    <a:pt x="219875" y="993931"/>
                  </a:lnTo>
                  <a:lnTo>
                    <a:pt x="219823" y="993842"/>
                  </a:lnTo>
                  <a:lnTo>
                    <a:pt x="219749" y="993791"/>
                  </a:lnTo>
                  <a:lnTo>
                    <a:pt x="219682" y="993747"/>
                  </a:lnTo>
                  <a:lnTo>
                    <a:pt x="219597" y="993629"/>
                  </a:lnTo>
                  <a:lnTo>
                    <a:pt x="219582" y="993543"/>
                  </a:lnTo>
                  <a:lnTo>
                    <a:pt x="219547" y="993470"/>
                  </a:lnTo>
                  <a:lnTo>
                    <a:pt x="219508" y="993354"/>
                  </a:lnTo>
                  <a:lnTo>
                    <a:pt x="219402" y="993215"/>
                  </a:lnTo>
                  <a:lnTo>
                    <a:pt x="219294" y="993115"/>
                  </a:lnTo>
                  <a:lnTo>
                    <a:pt x="219254" y="993054"/>
                  </a:lnTo>
                  <a:lnTo>
                    <a:pt x="219212" y="992963"/>
                  </a:lnTo>
                  <a:lnTo>
                    <a:pt x="219229" y="992837"/>
                  </a:lnTo>
                  <a:lnTo>
                    <a:pt x="219241" y="992815"/>
                  </a:lnTo>
                  <a:lnTo>
                    <a:pt x="219293" y="992755"/>
                  </a:lnTo>
                  <a:lnTo>
                    <a:pt x="219325" y="992742"/>
                  </a:lnTo>
                  <a:lnTo>
                    <a:pt x="219355" y="992739"/>
                  </a:lnTo>
                  <a:lnTo>
                    <a:pt x="219424" y="992722"/>
                  </a:lnTo>
                  <a:lnTo>
                    <a:pt x="219423" y="992685"/>
                  </a:lnTo>
                  <a:lnTo>
                    <a:pt x="219405" y="992615"/>
                  </a:lnTo>
                  <a:lnTo>
                    <a:pt x="219384" y="992572"/>
                  </a:lnTo>
                  <a:lnTo>
                    <a:pt x="219344" y="992527"/>
                  </a:lnTo>
                  <a:lnTo>
                    <a:pt x="219226" y="992465"/>
                  </a:lnTo>
                  <a:lnTo>
                    <a:pt x="219177" y="992441"/>
                  </a:lnTo>
                  <a:lnTo>
                    <a:pt x="218997" y="992383"/>
                  </a:lnTo>
                  <a:lnTo>
                    <a:pt x="218843" y="992331"/>
                  </a:lnTo>
                  <a:lnTo>
                    <a:pt x="218747" y="992284"/>
                  </a:lnTo>
                  <a:lnTo>
                    <a:pt x="218664" y="992261"/>
                  </a:lnTo>
                  <a:lnTo>
                    <a:pt x="218547" y="992208"/>
                  </a:lnTo>
                  <a:lnTo>
                    <a:pt x="218504" y="992196"/>
                  </a:lnTo>
                  <a:lnTo>
                    <a:pt x="218391" y="992168"/>
                  </a:lnTo>
                  <a:lnTo>
                    <a:pt x="218248" y="992150"/>
                  </a:lnTo>
                  <a:lnTo>
                    <a:pt x="218095" y="992214"/>
                  </a:lnTo>
                  <a:lnTo>
                    <a:pt x="218059" y="992237"/>
                  </a:lnTo>
                  <a:lnTo>
                    <a:pt x="217951" y="992303"/>
                  </a:lnTo>
                  <a:lnTo>
                    <a:pt x="217880" y="992345"/>
                  </a:lnTo>
                  <a:lnTo>
                    <a:pt x="217818" y="992380"/>
                  </a:lnTo>
                  <a:lnTo>
                    <a:pt x="217745" y="992394"/>
                  </a:lnTo>
                  <a:lnTo>
                    <a:pt x="217683" y="992383"/>
                  </a:lnTo>
                  <a:lnTo>
                    <a:pt x="217603" y="992372"/>
                  </a:lnTo>
                  <a:lnTo>
                    <a:pt x="217510" y="992349"/>
                  </a:lnTo>
                  <a:lnTo>
                    <a:pt x="217473" y="992344"/>
                  </a:lnTo>
                  <a:lnTo>
                    <a:pt x="217341" y="992307"/>
                  </a:lnTo>
                  <a:lnTo>
                    <a:pt x="217314" y="992299"/>
                  </a:lnTo>
                  <a:lnTo>
                    <a:pt x="217261" y="992275"/>
                  </a:lnTo>
                  <a:lnTo>
                    <a:pt x="217165" y="992268"/>
                  </a:lnTo>
                  <a:lnTo>
                    <a:pt x="216987" y="992311"/>
                  </a:lnTo>
                  <a:lnTo>
                    <a:pt x="216929" y="992368"/>
                  </a:lnTo>
                  <a:lnTo>
                    <a:pt x="216895" y="992427"/>
                  </a:lnTo>
                  <a:lnTo>
                    <a:pt x="216801" y="992521"/>
                  </a:lnTo>
                  <a:lnTo>
                    <a:pt x="216777" y="992611"/>
                  </a:lnTo>
                  <a:lnTo>
                    <a:pt x="216754" y="992639"/>
                  </a:lnTo>
                  <a:lnTo>
                    <a:pt x="216687" y="992724"/>
                  </a:lnTo>
                  <a:lnTo>
                    <a:pt x="216655" y="992758"/>
                  </a:lnTo>
                  <a:lnTo>
                    <a:pt x="216622" y="992774"/>
                  </a:lnTo>
                  <a:lnTo>
                    <a:pt x="216566" y="992775"/>
                  </a:lnTo>
                  <a:lnTo>
                    <a:pt x="216533" y="992761"/>
                  </a:lnTo>
                  <a:lnTo>
                    <a:pt x="216479" y="992719"/>
                  </a:lnTo>
                  <a:lnTo>
                    <a:pt x="216429" y="992701"/>
                  </a:lnTo>
                  <a:lnTo>
                    <a:pt x="216379" y="992671"/>
                  </a:lnTo>
                  <a:lnTo>
                    <a:pt x="216248" y="992591"/>
                  </a:lnTo>
                  <a:lnTo>
                    <a:pt x="216164" y="992532"/>
                  </a:lnTo>
                  <a:lnTo>
                    <a:pt x="216133" y="992489"/>
                  </a:lnTo>
                  <a:lnTo>
                    <a:pt x="216106" y="992450"/>
                  </a:lnTo>
                  <a:lnTo>
                    <a:pt x="215939" y="992263"/>
                  </a:lnTo>
                  <a:lnTo>
                    <a:pt x="215823" y="992078"/>
                  </a:lnTo>
                  <a:lnTo>
                    <a:pt x="215775" y="991999"/>
                  </a:lnTo>
                  <a:lnTo>
                    <a:pt x="215734" y="991941"/>
                  </a:lnTo>
                  <a:lnTo>
                    <a:pt x="215686" y="991902"/>
                  </a:lnTo>
                  <a:lnTo>
                    <a:pt x="215616" y="991845"/>
                  </a:lnTo>
                  <a:lnTo>
                    <a:pt x="215572" y="991806"/>
                  </a:lnTo>
                  <a:lnTo>
                    <a:pt x="215501" y="991758"/>
                  </a:lnTo>
                  <a:lnTo>
                    <a:pt x="215451" y="991741"/>
                  </a:lnTo>
                  <a:lnTo>
                    <a:pt x="215391" y="991705"/>
                  </a:lnTo>
                  <a:lnTo>
                    <a:pt x="215376" y="991647"/>
                  </a:lnTo>
                  <a:lnTo>
                    <a:pt x="215452" y="991483"/>
                  </a:lnTo>
                  <a:lnTo>
                    <a:pt x="215477" y="991451"/>
                  </a:lnTo>
                  <a:lnTo>
                    <a:pt x="215503" y="991402"/>
                  </a:lnTo>
                  <a:lnTo>
                    <a:pt x="215555" y="991367"/>
                  </a:lnTo>
                  <a:lnTo>
                    <a:pt x="215600" y="991347"/>
                  </a:lnTo>
                  <a:lnTo>
                    <a:pt x="215646" y="991337"/>
                  </a:lnTo>
                  <a:lnTo>
                    <a:pt x="215695" y="991324"/>
                  </a:lnTo>
                  <a:lnTo>
                    <a:pt x="215731" y="991299"/>
                  </a:lnTo>
                  <a:lnTo>
                    <a:pt x="215754" y="991264"/>
                  </a:lnTo>
                  <a:lnTo>
                    <a:pt x="215755" y="991200"/>
                  </a:lnTo>
                  <a:lnTo>
                    <a:pt x="215755" y="991172"/>
                  </a:lnTo>
                  <a:lnTo>
                    <a:pt x="215766" y="991098"/>
                  </a:lnTo>
                  <a:lnTo>
                    <a:pt x="215771" y="991037"/>
                  </a:lnTo>
                  <a:lnTo>
                    <a:pt x="215798" y="990925"/>
                  </a:lnTo>
                  <a:lnTo>
                    <a:pt x="215757" y="990874"/>
                  </a:lnTo>
                  <a:lnTo>
                    <a:pt x="215688" y="990847"/>
                  </a:lnTo>
                  <a:lnTo>
                    <a:pt x="215641" y="990833"/>
                  </a:lnTo>
                  <a:lnTo>
                    <a:pt x="215620" y="990781"/>
                  </a:lnTo>
                  <a:lnTo>
                    <a:pt x="215648" y="990734"/>
                  </a:lnTo>
                  <a:lnTo>
                    <a:pt x="215677" y="990691"/>
                  </a:lnTo>
                  <a:lnTo>
                    <a:pt x="215774" y="990618"/>
                  </a:lnTo>
                  <a:lnTo>
                    <a:pt x="215805" y="990507"/>
                  </a:lnTo>
                  <a:lnTo>
                    <a:pt x="215832" y="990426"/>
                  </a:lnTo>
                  <a:lnTo>
                    <a:pt x="215780" y="990301"/>
                  </a:lnTo>
                  <a:lnTo>
                    <a:pt x="215716" y="990278"/>
                  </a:lnTo>
                  <a:lnTo>
                    <a:pt x="215667" y="990254"/>
                  </a:lnTo>
                  <a:lnTo>
                    <a:pt x="215620" y="990240"/>
                  </a:lnTo>
                  <a:lnTo>
                    <a:pt x="215579" y="990216"/>
                  </a:lnTo>
                  <a:lnTo>
                    <a:pt x="215499" y="990163"/>
                  </a:lnTo>
                  <a:lnTo>
                    <a:pt x="215397" y="990057"/>
                  </a:lnTo>
                  <a:lnTo>
                    <a:pt x="215399" y="989989"/>
                  </a:lnTo>
                  <a:lnTo>
                    <a:pt x="215398" y="989953"/>
                  </a:lnTo>
                  <a:lnTo>
                    <a:pt x="215427" y="989909"/>
                  </a:lnTo>
                  <a:lnTo>
                    <a:pt x="215469" y="989874"/>
                  </a:lnTo>
                  <a:lnTo>
                    <a:pt x="215564" y="989863"/>
                  </a:lnTo>
                  <a:lnTo>
                    <a:pt x="215650" y="989830"/>
                  </a:lnTo>
                  <a:lnTo>
                    <a:pt x="215647" y="989729"/>
                  </a:lnTo>
                  <a:lnTo>
                    <a:pt x="215628" y="989640"/>
                  </a:lnTo>
                  <a:lnTo>
                    <a:pt x="215625" y="989616"/>
                  </a:lnTo>
                  <a:lnTo>
                    <a:pt x="215606" y="989524"/>
                  </a:lnTo>
                  <a:lnTo>
                    <a:pt x="215553" y="989378"/>
                  </a:lnTo>
                  <a:lnTo>
                    <a:pt x="215512" y="989329"/>
                  </a:lnTo>
                  <a:lnTo>
                    <a:pt x="215475" y="989192"/>
                  </a:lnTo>
                  <a:lnTo>
                    <a:pt x="215491" y="989139"/>
                  </a:lnTo>
                  <a:lnTo>
                    <a:pt x="215509" y="989068"/>
                  </a:lnTo>
                  <a:lnTo>
                    <a:pt x="215531" y="989025"/>
                  </a:lnTo>
                  <a:lnTo>
                    <a:pt x="215609" y="988961"/>
                  </a:lnTo>
                  <a:lnTo>
                    <a:pt x="215657" y="988923"/>
                  </a:lnTo>
                  <a:lnTo>
                    <a:pt x="215709" y="988867"/>
                  </a:lnTo>
                  <a:lnTo>
                    <a:pt x="215732" y="988854"/>
                  </a:lnTo>
                  <a:lnTo>
                    <a:pt x="215789" y="988785"/>
                  </a:lnTo>
                  <a:lnTo>
                    <a:pt x="215783" y="988641"/>
                  </a:lnTo>
                  <a:lnTo>
                    <a:pt x="215771" y="988549"/>
                  </a:lnTo>
                  <a:lnTo>
                    <a:pt x="215739" y="988463"/>
                  </a:lnTo>
                  <a:lnTo>
                    <a:pt x="215706" y="988344"/>
                  </a:lnTo>
                  <a:lnTo>
                    <a:pt x="215682" y="988292"/>
                  </a:lnTo>
                  <a:lnTo>
                    <a:pt x="215593" y="988190"/>
                  </a:lnTo>
                  <a:lnTo>
                    <a:pt x="215536" y="988138"/>
                  </a:lnTo>
                  <a:lnTo>
                    <a:pt x="215505" y="988115"/>
                  </a:lnTo>
                  <a:lnTo>
                    <a:pt x="215483" y="987995"/>
                  </a:lnTo>
                  <a:lnTo>
                    <a:pt x="215482" y="987946"/>
                  </a:lnTo>
                  <a:lnTo>
                    <a:pt x="215490" y="987900"/>
                  </a:lnTo>
                  <a:lnTo>
                    <a:pt x="215506" y="987854"/>
                  </a:lnTo>
                  <a:lnTo>
                    <a:pt x="215484" y="987780"/>
                  </a:lnTo>
                  <a:lnTo>
                    <a:pt x="215454" y="987775"/>
                  </a:lnTo>
                  <a:lnTo>
                    <a:pt x="215390" y="987727"/>
                  </a:lnTo>
                  <a:lnTo>
                    <a:pt x="215323" y="987697"/>
                  </a:lnTo>
                  <a:lnTo>
                    <a:pt x="215216" y="987638"/>
                  </a:lnTo>
                  <a:lnTo>
                    <a:pt x="215169" y="987605"/>
                  </a:lnTo>
                  <a:lnTo>
                    <a:pt x="215108" y="987548"/>
                  </a:lnTo>
                  <a:lnTo>
                    <a:pt x="215060" y="987475"/>
                  </a:lnTo>
                  <a:lnTo>
                    <a:pt x="215018" y="987384"/>
                  </a:lnTo>
                  <a:lnTo>
                    <a:pt x="214987" y="987317"/>
                  </a:lnTo>
                  <a:lnTo>
                    <a:pt x="214872" y="987098"/>
                  </a:lnTo>
                  <a:lnTo>
                    <a:pt x="214852" y="987080"/>
                  </a:lnTo>
                  <a:lnTo>
                    <a:pt x="214768" y="987017"/>
                  </a:lnTo>
                  <a:lnTo>
                    <a:pt x="214652" y="986882"/>
                  </a:lnTo>
                  <a:lnTo>
                    <a:pt x="214606" y="986873"/>
                  </a:lnTo>
                  <a:lnTo>
                    <a:pt x="214500" y="986854"/>
                  </a:lnTo>
                  <a:lnTo>
                    <a:pt x="214457" y="986852"/>
                  </a:lnTo>
                  <a:lnTo>
                    <a:pt x="214423" y="986834"/>
                  </a:lnTo>
                  <a:lnTo>
                    <a:pt x="214373" y="986802"/>
                  </a:lnTo>
                  <a:lnTo>
                    <a:pt x="214322" y="986763"/>
                  </a:lnTo>
                  <a:lnTo>
                    <a:pt x="214276" y="986650"/>
                  </a:lnTo>
                  <a:lnTo>
                    <a:pt x="214255" y="986589"/>
                  </a:lnTo>
                  <a:lnTo>
                    <a:pt x="214227" y="986537"/>
                  </a:lnTo>
                  <a:lnTo>
                    <a:pt x="214209" y="986452"/>
                  </a:lnTo>
                  <a:lnTo>
                    <a:pt x="214210" y="986372"/>
                  </a:lnTo>
                  <a:lnTo>
                    <a:pt x="214151" y="986265"/>
                  </a:lnTo>
                  <a:lnTo>
                    <a:pt x="214061" y="986246"/>
                  </a:lnTo>
                  <a:lnTo>
                    <a:pt x="214005" y="986241"/>
                  </a:lnTo>
                  <a:lnTo>
                    <a:pt x="213903" y="986279"/>
                  </a:lnTo>
                  <a:lnTo>
                    <a:pt x="213852" y="986342"/>
                  </a:lnTo>
                  <a:lnTo>
                    <a:pt x="213813" y="986352"/>
                  </a:lnTo>
                  <a:lnTo>
                    <a:pt x="213733" y="986336"/>
                  </a:lnTo>
                  <a:lnTo>
                    <a:pt x="213678" y="986251"/>
                  </a:lnTo>
                  <a:lnTo>
                    <a:pt x="213653" y="986193"/>
                  </a:lnTo>
                  <a:lnTo>
                    <a:pt x="213654" y="986088"/>
                  </a:lnTo>
                  <a:lnTo>
                    <a:pt x="213649" y="986024"/>
                  </a:lnTo>
                  <a:lnTo>
                    <a:pt x="213637" y="985938"/>
                  </a:lnTo>
                  <a:lnTo>
                    <a:pt x="213635" y="985864"/>
                  </a:lnTo>
                  <a:lnTo>
                    <a:pt x="213604" y="985797"/>
                  </a:lnTo>
                  <a:lnTo>
                    <a:pt x="213597" y="985674"/>
                  </a:lnTo>
                  <a:lnTo>
                    <a:pt x="213613" y="985637"/>
                  </a:lnTo>
                  <a:lnTo>
                    <a:pt x="213612" y="985588"/>
                  </a:lnTo>
                  <a:lnTo>
                    <a:pt x="213594" y="985551"/>
                  </a:lnTo>
                  <a:lnTo>
                    <a:pt x="213519" y="985458"/>
                  </a:lnTo>
                  <a:lnTo>
                    <a:pt x="213489" y="985449"/>
                  </a:lnTo>
                  <a:lnTo>
                    <a:pt x="213437" y="985466"/>
                  </a:lnTo>
                  <a:lnTo>
                    <a:pt x="213414" y="985488"/>
                  </a:lnTo>
                  <a:lnTo>
                    <a:pt x="213372" y="985504"/>
                  </a:lnTo>
                  <a:lnTo>
                    <a:pt x="213299" y="985521"/>
                  </a:lnTo>
                  <a:lnTo>
                    <a:pt x="213253" y="985510"/>
                  </a:lnTo>
                  <a:lnTo>
                    <a:pt x="213219" y="985492"/>
                  </a:lnTo>
                  <a:lnTo>
                    <a:pt x="213237" y="985424"/>
                  </a:lnTo>
                  <a:lnTo>
                    <a:pt x="213250" y="985384"/>
                  </a:lnTo>
                  <a:lnTo>
                    <a:pt x="213281" y="985309"/>
                  </a:lnTo>
                  <a:lnTo>
                    <a:pt x="213313" y="985272"/>
                  </a:lnTo>
                  <a:lnTo>
                    <a:pt x="213311" y="985192"/>
                  </a:lnTo>
                  <a:lnTo>
                    <a:pt x="213290" y="985146"/>
                  </a:lnTo>
                  <a:lnTo>
                    <a:pt x="213235" y="985052"/>
                  </a:lnTo>
                  <a:lnTo>
                    <a:pt x="213217" y="985009"/>
                  </a:lnTo>
                  <a:lnTo>
                    <a:pt x="213206" y="984951"/>
                  </a:lnTo>
                  <a:lnTo>
                    <a:pt x="213190" y="984872"/>
                  </a:lnTo>
                  <a:lnTo>
                    <a:pt x="213183" y="984835"/>
                  </a:lnTo>
                  <a:lnTo>
                    <a:pt x="213210" y="984576"/>
                  </a:lnTo>
                  <a:lnTo>
                    <a:pt x="213211" y="984514"/>
                  </a:lnTo>
                  <a:lnTo>
                    <a:pt x="213216" y="984419"/>
                  </a:lnTo>
                  <a:lnTo>
                    <a:pt x="213232" y="984271"/>
                  </a:lnTo>
                  <a:lnTo>
                    <a:pt x="213243" y="984197"/>
                  </a:lnTo>
                  <a:lnTo>
                    <a:pt x="213249" y="984028"/>
                  </a:lnTo>
                  <a:lnTo>
                    <a:pt x="213244" y="983942"/>
                  </a:lnTo>
                  <a:lnTo>
                    <a:pt x="213223" y="983798"/>
                  </a:lnTo>
                  <a:lnTo>
                    <a:pt x="213219" y="983740"/>
                  </a:lnTo>
                  <a:lnTo>
                    <a:pt x="213223" y="983666"/>
                  </a:lnTo>
                  <a:lnTo>
                    <a:pt x="213283" y="983550"/>
                  </a:lnTo>
                  <a:lnTo>
                    <a:pt x="213316" y="983531"/>
                  </a:lnTo>
                  <a:lnTo>
                    <a:pt x="213361" y="983463"/>
                  </a:lnTo>
                  <a:lnTo>
                    <a:pt x="213432" y="983418"/>
                  </a:lnTo>
                  <a:lnTo>
                    <a:pt x="213479" y="983313"/>
                  </a:lnTo>
                  <a:lnTo>
                    <a:pt x="213518" y="983275"/>
                  </a:lnTo>
                  <a:lnTo>
                    <a:pt x="213554" y="983250"/>
                  </a:lnTo>
                  <a:lnTo>
                    <a:pt x="213545" y="983157"/>
                  </a:lnTo>
                  <a:lnTo>
                    <a:pt x="213539" y="983056"/>
                  </a:lnTo>
                  <a:lnTo>
                    <a:pt x="213509" y="982934"/>
                  </a:lnTo>
                  <a:lnTo>
                    <a:pt x="213498" y="982863"/>
                  </a:lnTo>
                  <a:lnTo>
                    <a:pt x="213482" y="982734"/>
                  </a:lnTo>
                  <a:lnTo>
                    <a:pt x="213459" y="982609"/>
                  </a:lnTo>
                  <a:lnTo>
                    <a:pt x="213430" y="982539"/>
                  </a:lnTo>
                  <a:lnTo>
                    <a:pt x="213409" y="982481"/>
                  </a:lnTo>
                  <a:lnTo>
                    <a:pt x="213396" y="982364"/>
                  </a:lnTo>
                  <a:lnTo>
                    <a:pt x="213395" y="982324"/>
                  </a:lnTo>
                  <a:lnTo>
                    <a:pt x="213394" y="982263"/>
                  </a:lnTo>
                  <a:lnTo>
                    <a:pt x="213392" y="982211"/>
                  </a:lnTo>
                  <a:lnTo>
                    <a:pt x="213421" y="982035"/>
                  </a:lnTo>
                  <a:lnTo>
                    <a:pt x="213423" y="981964"/>
                  </a:lnTo>
                  <a:lnTo>
                    <a:pt x="213438" y="981896"/>
                  </a:lnTo>
                  <a:lnTo>
                    <a:pt x="213477" y="981757"/>
                  </a:lnTo>
                  <a:lnTo>
                    <a:pt x="213489" y="981701"/>
                  </a:lnTo>
                  <a:lnTo>
                    <a:pt x="213503" y="981602"/>
                  </a:lnTo>
                  <a:lnTo>
                    <a:pt x="213508" y="981541"/>
                  </a:lnTo>
                  <a:lnTo>
                    <a:pt x="213515" y="981412"/>
                  </a:lnTo>
                  <a:lnTo>
                    <a:pt x="213516" y="981325"/>
                  </a:lnTo>
                  <a:lnTo>
                    <a:pt x="213533" y="981208"/>
                  </a:lnTo>
                  <a:lnTo>
                    <a:pt x="213544" y="981137"/>
                  </a:lnTo>
                  <a:lnTo>
                    <a:pt x="213551" y="981017"/>
                  </a:lnTo>
                  <a:lnTo>
                    <a:pt x="213549" y="980931"/>
                  </a:lnTo>
                  <a:lnTo>
                    <a:pt x="213546" y="980808"/>
                  </a:lnTo>
                  <a:lnTo>
                    <a:pt x="213548" y="980738"/>
                  </a:lnTo>
                  <a:lnTo>
                    <a:pt x="213565" y="980660"/>
                  </a:lnTo>
                  <a:lnTo>
                    <a:pt x="213590" y="980561"/>
                  </a:lnTo>
                  <a:lnTo>
                    <a:pt x="213601" y="980500"/>
                  </a:lnTo>
                  <a:lnTo>
                    <a:pt x="213602" y="980382"/>
                  </a:lnTo>
                  <a:lnTo>
                    <a:pt x="213612" y="980247"/>
                  </a:lnTo>
                  <a:lnTo>
                    <a:pt x="213607" y="980075"/>
                  </a:lnTo>
                  <a:lnTo>
                    <a:pt x="213623" y="979900"/>
                  </a:lnTo>
                  <a:lnTo>
                    <a:pt x="213629" y="979770"/>
                  </a:lnTo>
                  <a:lnTo>
                    <a:pt x="213671" y="979687"/>
                  </a:lnTo>
                  <a:lnTo>
                    <a:pt x="213668" y="979588"/>
                  </a:lnTo>
                  <a:lnTo>
                    <a:pt x="213662" y="979490"/>
                  </a:lnTo>
                  <a:lnTo>
                    <a:pt x="213645" y="979321"/>
                  </a:lnTo>
                  <a:lnTo>
                    <a:pt x="213640" y="979137"/>
                  </a:lnTo>
                  <a:lnTo>
                    <a:pt x="213639" y="979091"/>
                  </a:lnTo>
                  <a:lnTo>
                    <a:pt x="213625" y="978919"/>
                  </a:lnTo>
                  <a:lnTo>
                    <a:pt x="213617" y="978759"/>
                  </a:lnTo>
                  <a:lnTo>
                    <a:pt x="213622" y="978666"/>
                  </a:lnTo>
                  <a:lnTo>
                    <a:pt x="213625" y="978540"/>
                  </a:lnTo>
                  <a:lnTo>
                    <a:pt x="213628" y="978491"/>
                  </a:lnTo>
                  <a:lnTo>
                    <a:pt x="213636" y="978442"/>
                  </a:lnTo>
                  <a:lnTo>
                    <a:pt x="213696" y="978317"/>
                  </a:lnTo>
                  <a:lnTo>
                    <a:pt x="213724" y="978280"/>
                  </a:lnTo>
                  <a:lnTo>
                    <a:pt x="213888" y="978134"/>
                  </a:lnTo>
                  <a:lnTo>
                    <a:pt x="214135" y="977994"/>
                  </a:lnTo>
                  <a:lnTo>
                    <a:pt x="214424" y="977893"/>
                  </a:lnTo>
                  <a:lnTo>
                    <a:pt x="214588" y="977785"/>
                  </a:lnTo>
                  <a:lnTo>
                    <a:pt x="214959" y="977552"/>
                  </a:lnTo>
                  <a:lnTo>
                    <a:pt x="215057" y="977437"/>
                  </a:lnTo>
                  <a:lnTo>
                    <a:pt x="215065" y="977399"/>
                  </a:lnTo>
                  <a:lnTo>
                    <a:pt x="215098" y="977360"/>
                  </a:lnTo>
                  <a:lnTo>
                    <a:pt x="215106" y="977322"/>
                  </a:lnTo>
                  <a:lnTo>
                    <a:pt x="215243" y="976937"/>
                  </a:lnTo>
                  <a:lnTo>
                    <a:pt x="215276" y="976898"/>
                  </a:lnTo>
                  <a:lnTo>
                    <a:pt x="215284" y="976860"/>
                  </a:lnTo>
                  <a:lnTo>
                    <a:pt x="215390" y="976706"/>
                  </a:lnTo>
                  <a:lnTo>
                    <a:pt x="215398" y="976668"/>
                  </a:lnTo>
                  <a:lnTo>
                    <a:pt x="215431" y="976629"/>
                  </a:lnTo>
                  <a:lnTo>
                    <a:pt x="215439" y="976591"/>
                  </a:lnTo>
                  <a:lnTo>
                    <a:pt x="215546" y="976422"/>
                  </a:lnTo>
                  <a:lnTo>
                    <a:pt x="215561" y="976398"/>
                  </a:lnTo>
                  <a:lnTo>
                    <a:pt x="215677" y="976301"/>
                  </a:lnTo>
                  <a:lnTo>
                    <a:pt x="215714" y="976273"/>
                  </a:lnTo>
                  <a:lnTo>
                    <a:pt x="215783" y="976221"/>
                  </a:lnTo>
                  <a:lnTo>
                    <a:pt x="216103" y="975920"/>
                  </a:lnTo>
                  <a:lnTo>
                    <a:pt x="216227" y="975850"/>
                  </a:lnTo>
                  <a:lnTo>
                    <a:pt x="216391" y="975734"/>
                  </a:lnTo>
                  <a:lnTo>
                    <a:pt x="216506" y="975581"/>
                  </a:lnTo>
                  <a:lnTo>
                    <a:pt x="216568" y="975522"/>
                  </a:lnTo>
                  <a:lnTo>
                    <a:pt x="216588" y="975503"/>
                  </a:lnTo>
                  <a:lnTo>
                    <a:pt x="216621" y="975449"/>
                  </a:lnTo>
                  <a:lnTo>
                    <a:pt x="216785" y="975326"/>
                  </a:lnTo>
                  <a:lnTo>
                    <a:pt x="217156" y="975155"/>
                  </a:lnTo>
                  <a:lnTo>
                    <a:pt x="217198" y="975147"/>
                  </a:lnTo>
                  <a:lnTo>
                    <a:pt x="217404" y="975055"/>
                  </a:lnTo>
                  <a:lnTo>
                    <a:pt x="217478" y="974977"/>
                  </a:lnTo>
                  <a:lnTo>
                    <a:pt x="217782" y="974677"/>
                  </a:lnTo>
                  <a:lnTo>
                    <a:pt x="218052" y="974330"/>
                  </a:lnTo>
                  <a:lnTo>
                    <a:pt x="218085" y="974253"/>
                  </a:lnTo>
                  <a:lnTo>
                    <a:pt x="218067" y="974061"/>
                  </a:lnTo>
                  <a:lnTo>
                    <a:pt x="217997" y="973678"/>
                  </a:lnTo>
                  <a:lnTo>
                    <a:pt x="218005" y="973563"/>
                  </a:lnTo>
                  <a:lnTo>
                    <a:pt x="218118" y="973217"/>
                  </a:lnTo>
                  <a:lnTo>
                    <a:pt x="218143" y="973178"/>
                  </a:lnTo>
                  <a:lnTo>
                    <a:pt x="218225" y="972906"/>
                  </a:lnTo>
                  <a:lnTo>
                    <a:pt x="218264" y="972840"/>
                  </a:lnTo>
                  <a:lnTo>
                    <a:pt x="218328" y="972571"/>
                  </a:lnTo>
                  <a:lnTo>
                    <a:pt x="218353" y="972532"/>
                  </a:lnTo>
                  <a:lnTo>
                    <a:pt x="218361" y="972494"/>
                  </a:lnTo>
                  <a:lnTo>
                    <a:pt x="218385" y="972456"/>
                  </a:lnTo>
                  <a:lnTo>
                    <a:pt x="218541" y="972309"/>
                  </a:lnTo>
                  <a:lnTo>
                    <a:pt x="218747" y="972170"/>
                  </a:lnTo>
                  <a:lnTo>
                    <a:pt x="218772" y="972132"/>
                  </a:lnTo>
                  <a:lnTo>
                    <a:pt x="218813" y="972109"/>
                  </a:lnTo>
                  <a:lnTo>
                    <a:pt x="219019" y="971916"/>
                  </a:lnTo>
                  <a:lnTo>
                    <a:pt x="219032" y="971911"/>
                  </a:lnTo>
                  <a:lnTo>
                    <a:pt x="219060" y="971900"/>
                  </a:lnTo>
                  <a:lnTo>
                    <a:pt x="219093" y="971862"/>
                  </a:lnTo>
                  <a:lnTo>
                    <a:pt x="219126" y="971854"/>
                  </a:lnTo>
                  <a:lnTo>
                    <a:pt x="219341" y="971733"/>
                  </a:lnTo>
                  <a:lnTo>
                    <a:pt x="219331" y="971621"/>
                  </a:lnTo>
                  <a:lnTo>
                    <a:pt x="219383" y="971580"/>
                  </a:lnTo>
                  <a:lnTo>
                    <a:pt x="219454" y="971502"/>
                  </a:lnTo>
                  <a:lnTo>
                    <a:pt x="219471" y="971480"/>
                  </a:lnTo>
                  <a:lnTo>
                    <a:pt x="219479" y="971415"/>
                  </a:lnTo>
                  <a:lnTo>
                    <a:pt x="219445" y="971394"/>
                  </a:lnTo>
                  <a:lnTo>
                    <a:pt x="219395" y="971371"/>
                  </a:lnTo>
                  <a:lnTo>
                    <a:pt x="219348" y="971353"/>
                  </a:lnTo>
                  <a:lnTo>
                    <a:pt x="219258" y="971328"/>
                  </a:lnTo>
                  <a:lnTo>
                    <a:pt x="219174" y="971289"/>
                  </a:lnTo>
                  <a:lnTo>
                    <a:pt x="219087" y="971254"/>
                  </a:lnTo>
                  <a:lnTo>
                    <a:pt x="219030" y="971243"/>
                  </a:lnTo>
                  <a:lnTo>
                    <a:pt x="218954" y="971236"/>
                  </a:lnTo>
                  <a:lnTo>
                    <a:pt x="218888" y="971237"/>
                  </a:lnTo>
                  <a:lnTo>
                    <a:pt x="218792" y="971257"/>
                  </a:lnTo>
                  <a:lnTo>
                    <a:pt x="218729" y="971274"/>
                  </a:lnTo>
                  <a:lnTo>
                    <a:pt x="218677" y="971306"/>
                  </a:lnTo>
                  <a:lnTo>
                    <a:pt x="218664" y="971328"/>
                  </a:lnTo>
                  <a:lnTo>
                    <a:pt x="218628" y="971359"/>
                  </a:lnTo>
                  <a:lnTo>
                    <a:pt x="218585" y="971357"/>
                  </a:lnTo>
                  <a:lnTo>
                    <a:pt x="218531" y="971330"/>
                  </a:lnTo>
                  <a:lnTo>
                    <a:pt x="218501" y="971288"/>
                  </a:lnTo>
                  <a:lnTo>
                    <a:pt x="218426" y="971240"/>
                  </a:lnTo>
                  <a:lnTo>
                    <a:pt x="218396" y="971225"/>
                  </a:lnTo>
                  <a:lnTo>
                    <a:pt x="218366" y="971217"/>
                  </a:lnTo>
                  <a:lnTo>
                    <a:pt x="218329" y="971205"/>
                  </a:lnTo>
                  <a:lnTo>
                    <a:pt x="218282" y="971185"/>
                  </a:lnTo>
                  <a:lnTo>
                    <a:pt x="218239" y="971161"/>
                  </a:lnTo>
                  <a:lnTo>
                    <a:pt x="218212" y="971153"/>
                  </a:lnTo>
                  <a:lnTo>
                    <a:pt x="218138" y="971120"/>
                  </a:lnTo>
                  <a:lnTo>
                    <a:pt x="218051" y="971082"/>
                  </a:lnTo>
                  <a:lnTo>
                    <a:pt x="217998" y="971074"/>
                  </a:lnTo>
                  <a:lnTo>
                    <a:pt x="217948" y="971069"/>
                  </a:lnTo>
                  <a:lnTo>
                    <a:pt x="217914" y="971060"/>
                  </a:lnTo>
                  <a:lnTo>
                    <a:pt x="217848" y="971043"/>
                  </a:lnTo>
                  <a:lnTo>
                    <a:pt x="217781" y="971032"/>
                  </a:lnTo>
                  <a:lnTo>
                    <a:pt x="217688" y="971025"/>
                  </a:lnTo>
                  <a:lnTo>
                    <a:pt x="217572" y="971043"/>
                  </a:lnTo>
                  <a:lnTo>
                    <a:pt x="217516" y="971075"/>
                  </a:lnTo>
                  <a:lnTo>
                    <a:pt x="217458" y="971107"/>
                  </a:lnTo>
                  <a:lnTo>
                    <a:pt x="217432" y="971129"/>
                  </a:lnTo>
                  <a:lnTo>
                    <a:pt x="217399" y="971145"/>
                  </a:lnTo>
                  <a:lnTo>
                    <a:pt x="217326" y="971153"/>
                  </a:lnTo>
                  <a:lnTo>
                    <a:pt x="217290" y="971154"/>
                  </a:lnTo>
                  <a:lnTo>
                    <a:pt x="217180" y="971153"/>
                  </a:lnTo>
                  <a:lnTo>
                    <a:pt x="217144" y="971153"/>
                  </a:lnTo>
                  <a:lnTo>
                    <a:pt x="217028" y="971199"/>
                  </a:lnTo>
                  <a:lnTo>
                    <a:pt x="216996" y="971221"/>
                  </a:lnTo>
                  <a:lnTo>
                    <a:pt x="216908" y="971290"/>
                  </a:lnTo>
                  <a:lnTo>
                    <a:pt x="216823" y="971354"/>
                  </a:lnTo>
                  <a:lnTo>
                    <a:pt x="216721" y="971362"/>
                  </a:lnTo>
                  <a:lnTo>
                    <a:pt x="216648" y="971364"/>
                  </a:lnTo>
                  <a:lnTo>
                    <a:pt x="216598" y="971371"/>
                  </a:lnTo>
                  <a:lnTo>
                    <a:pt x="216519" y="971397"/>
                  </a:lnTo>
                  <a:lnTo>
                    <a:pt x="216456" y="971408"/>
                  </a:lnTo>
                  <a:lnTo>
                    <a:pt x="216426" y="971415"/>
                  </a:lnTo>
                  <a:lnTo>
                    <a:pt x="216364" y="971447"/>
                  </a:lnTo>
                  <a:lnTo>
                    <a:pt x="216306" y="971522"/>
                  </a:lnTo>
                  <a:lnTo>
                    <a:pt x="216271" y="971575"/>
                  </a:lnTo>
                  <a:lnTo>
                    <a:pt x="216249" y="971637"/>
                  </a:lnTo>
                  <a:lnTo>
                    <a:pt x="216184" y="971687"/>
                  </a:lnTo>
                  <a:lnTo>
                    <a:pt x="216125" y="971685"/>
                  </a:lnTo>
                  <a:lnTo>
                    <a:pt x="216085" y="971680"/>
                  </a:lnTo>
                  <a:lnTo>
                    <a:pt x="216045" y="971674"/>
                  </a:lnTo>
                  <a:lnTo>
                    <a:pt x="215981" y="971636"/>
                  </a:lnTo>
                  <a:lnTo>
                    <a:pt x="215934" y="971606"/>
                  </a:lnTo>
                  <a:lnTo>
                    <a:pt x="215900" y="971585"/>
                  </a:lnTo>
                  <a:lnTo>
                    <a:pt x="215853" y="971550"/>
                  </a:lnTo>
                  <a:lnTo>
                    <a:pt x="215802" y="971520"/>
                  </a:lnTo>
                  <a:lnTo>
                    <a:pt x="215728" y="971488"/>
                  </a:lnTo>
                  <a:lnTo>
                    <a:pt x="215665" y="971480"/>
                  </a:lnTo>
                  <a:lnTo>
                    <a:pt x="215572" y="971476"/>
                  </a:lnTo>
                  <a:lnTo>
                    <a:pt x="215505" y="971471"/>
                  </a:lnTo>
                  <a:lnTo>
                    <a:pt x="215456" y="971472"/>
                  </a:lnTo>
                  <a:lnTo>
                    <a:pt x="215409" y="971476"/>
                  </a:lnTo>
                  <a:lnTo>
                    <a:pt x="215367" y="971492"/>
                  </a:lnTo>
                  <a:lnTo>
                    <a:pt x="215337" y="971500"/>
                  </a:lnTo>
                  <a:lnTo>
                    <a:pt x="215248" y="971513"/>
                  </a:lnTo>
                  <a:lnTo>
                    <a:pt x="215149" y="971525"/>
                  </a:lnTo>
                  <a:lnTo>
                    <a:pt x="215112" y="971532"/>
                  </a:lnTo>
                  <a:lnTo>
                    <a:pt x="215063" y="971555"/>
                  </a:lnTo>
                  <a:lnTo>
                    <a:pt x="215014" y="971580"/>
                  </a:lnTo>
                  <a:lnTo>
                    <a:pt x="214975" y="971608"/>
                  </a:lnTo>
                  <a:lnTo>
                    <a:pt x="214871" y="971700"/>
                  </a:lnTo>
                  <a:lnTo>
                    <a:pt x="214816" y="971760"/>
                  </a:lnTo>
                  <a:lnTo>
                    <a:pt x="214784" y="971800"/>
                  </a:lnTo>
                  <a:lnTo>
                    <a:pt x="214757" y="971896"/>
                  </a:lnTo>
                  <a:lnTo>
                    <a:pt x="214755" y="971973"/>
                  </a:lnTo>
                  <a:lnTo>
                    <a:pt x="214755" y="971997"/>
                  </a:lnTo>
                  <a:lnTo>
                    <a:pt x="214784" y="972089"/>
                  </a:lnTo>
                  <a:lnTo>
                    <a:pt x="214753" y="972142"/>
                  </a:lnTo>
                  <a:lnTo>
                    <a:pt x="214743" y="972167"/>
                  </a:lnTo>
                  <a:lnTo>
                    <a:pt x="214725" y="972229"/>
                  </a:lnTo>
                  <a:lnTo>
                    <a:pt x="214746" y="972284"/>
                  </a:lnTo>
                  <a:lnTo>
                    <a:pt x="214763" y="972308"/>
                  </a:lnTo>
                  <a:lnTo>
                    <a:pt x="214777" y="972345"/>
                  </a:lnTo>
                  <a:lnTo>
                    <a:pt x="214789" y="972409"/>
                  </a:lnTo>
                  <a:lnTo>
                    <a:pt x="214705" y="972497"/>
                  </a:lnTo>
                  <a:lnTo>
                    <a:pt x="214659" y="972516"/>
                  </a:lnTo>
                  <a:lnTo>
                    <a:pt x="214620" y="972563"/>
                  </a:lnTo>
                  <a:lnTo>
                    <a:pt x="214588" y="972598"/>
                  </a:lnTo>
                  <a:lnTo>
                    <a:pt x="214558" y="972598"/>
                  </a:lnTo>
                  <a:lnTo>
                    <a:pt x="214508" y="972578"/>
                  </a:lnTo>
                  <a:lnTo>
                    <a:pt x="214487" y="972560"/>
                  </a:lnTo>
                  <a:lnTo>
                    <a:pt x="214431" y="972549"/>
                  </a:lnTo>
                  <a:lnTo>
                    <a:pt x="214391" y="972550"/>
                  </a:lnTo>
                  <a:lnTo>
                    <a:pt x="214352" y="972560"/>
                  </a:lnTo>
                  <a:lnTo>
                    <a:pt x="214285" y="972564"/>
                  </a:lnTo>
                  <a:lnTo>
                    <a:pt x="214252" y="972565"/>
                  </a:lnTo>
                  <a:lnTo>
                    <a:pt x="214226" y="972569"/>
                  </a:lnTo>
                  <a:lnTo>
                    <a:pt x="214195" y="972542"/>
                  </a:lnTo>
                  <a:lnTo>
                    <a:pt x="214172" y="972524"/>
                  </a:lnTo>
                  <a:lnTo>
                    <a:pt x="214104" y="972494"/>
                  </a:lnTo>
                  <a:lnTo>
                    <a:pt x="214051" y="972465"/>
                  </a:lnTo>
                  <a:lnTo>
                    <a:pt x="214004" y="972435"/>
                  </a:lnTo>
                  <a:lnTo>
                    <a:pt x="213959" y="972390"/>
                  </a:lnTo>
                  <a:lnTo>
                    <a:pt x="213915" y="972351"/>
                  </a:lnTo>
                  <a:lnTo>
                    <a:pt x="213868" y="972315"/>
                  </a:lnTo>
                  <a:lnTo>
                    <a:pt x="213797" y="972270"/>
                  </a:lnTo>
                  <a:lnTo>
                    <a:pt x="213760" y="972247"/>
                  </a:lnTo>
                  <a:lnTo>
                    <a:pt x="213726" y="972201"/>
                  </a:lnTo>
                  <a:lnTo>
                    <a:pt x="213698" y="972162"/>
                  </a:lnTo>
                  <a:lnTo>
                    <a:pt x="213664" y="972123"/>
                  </a:lnTo>
                  <a:lnTo>
                    <a:pt x="213599" y="972053"/>
                  </a:lnTo>
                  <a:lnTo>
                    <a:pt x="213535" y="971999"/>
                  </a:lnTo>
                  <a:lnTo>
                    <a:pt x="213511" y="971969"/>
                  </a:lnTo>
                  <a:lnTo>
                    <a:pt x="213476" y="971906"/>
                  </a:lnTo>
                  <a:lnTo>
                    <a:pt x="213448" y="971823"/>
                  </a:lnTo>
                  <a:lnTo>
                    <a:pt x="213430" y="971796"/>
                  </a:lnTo>
                  <a:lnTo>
                    <a:pt x="213412" y="971738"/>
                  </a:lnTo>
                  <a:lnTo>
                    <a:pt x="213391" y="971683"/>
                  </a:lnTo>
                  <a:lnTo>
                    <a:pt x="213383" y="971637"/>
                  </a:lnTo>
                  <a:lnTo>
                    <a:pt x="213358" y="971582"/>
                  </a:lnTo>
                  <a:lnTo>
                    <a:pt x="213334" y="971524"/>
                  </a:lnTo>
                  <a:lnTo>
                    <a:pt x="213313" y="971497"/>
                  </a:lnTo>
                  <a:lnTo>
                    <a:pt x="213296" y="971476"/>
                  </a:lnTo>
                  <a:lnTo>
                    <a:pt x="213272" y="971445"/>
                  </a:lnTo>
                  <a:lnTo>
                    <a:pt x="213238" y="971425"/>
                  </a:lnTo>
                  <a:lnTo>
                    <a:pt x="213194" y="971392"/>
                  </a:lnTo>
                  <a:lnTo>
                    <a:pt x="213150" y="971341"/>
                  </a:lnTo>
                  <a:lnTo>
                    <a:pt x="213136" y="971320"/>
                  </a:lnTo>
                  <a:lnTo>
                    <a:pt x="213106" y="971302"/>
                  </a:lnTo>
                  <a:lnTo>
                    <a:pt x="213045" y="971256"/>
                  </a:lnTo>
                  <a:lnTo>
                    <a:pt x="213018" y="971248"/>
                  </a:lnTo>
                  <a:lnTo>
                    <a:pt x="212896" y="971265"/>
                  </a:lnTo>
                  <a:lnTo>
                    <a:pt x="212612" y="971373"/>
                  </a:lnTo>
                  <a:lnTo>
                    <a:pt x="212278" y="971383"/>
                  </a:lnTo>
                  <a:lnTo>
                    <a:pt x="211910" y="971386"/>
                  </a:lnTo>
                  <a:lnTo>
                    <a:pt x="211603" y="971515"/>
                  </a:lnTo>
                  <a:lnTo>
                    <a:pt x="211339" y="971751"/>
                  </a:lnTo>
                  <a:lnTo>
                    <a:pt x="211132" y="971872"/>
                  </a:lnTo>
                  <a:lnTo>
                    <a:pt x="210818" y="971921"/>
                  </a:lnTo>
                  <a:lnTo>
                    <a:pt x="210433" y="971872"/>
                  </a:lnTo>
                  <a:lnTo>
                    <a:pt x="210090" y="971702"/>
                  </a:lnTo>
                  <a:lnTo>
                    <a:pt x="209819" y="971443"/>
                  </a:lnTo>
                  <a:lnTo>
                    <a:pt x="209469" y="971191"/>
                  </a:lnTo>
                  <a:lnTo>
                    <a:pt x="209240" y="971135"/>
                  </a:lnTo>
                  <a:lnTo>
                    <a:pt x="209062" y="971175"/>
                  </a:lnTo>
                  <a:lnTo>
                    <a:pt x="209019" y="971264"/>
                  </a:lnTo>
                  <a:lnTo>
                    <a:pt x="209019" y="971434"/>
                  </a:lnTo>
                  <a:lnTo>
                    <a:pt x="209069" y="971669"/>
                  </a:lnTo>
                  <a:lnTo>
                    <a:pt x="209069" y="971937"/>
                  </a:lnTo>
                  <a:lnTo>
                    <a:pt x="209062" y="972221"/>
                  </a:lnTo>
                  <a:lnTo>
                    <a:pt x="208933" y="972553"/>
                  </a:lnTo>
                  <a:lnTo>
                    <a:pt x="208676" y="972699"/>
                  </a:lnTo>
                  <a:lnTo>
                    <a:pt x="208441" y="972723"/>
                  </a:lnTo>
                  <a:lnTo>
                    <a:pt x="208143" y="972599"/>
                  </a:lnTo>
                  <a:lnTo>
                    <a:pt x="207636" y="972126"/>
                  </a:lnTo>
                  <a:lnTo>
                    <a:pt x="207242" y="971576"/>
                  </a:lnTo>
                  <a:lnTo>
                    <a:pt x="206892" y="971167"/>
                  </a:lnTo>
                  <a:lnTo>
                    <a:pt x="206656" y="971000"/>
                  </a:lnTo>
                  <a:lnTo>
                    <a:pt x="206464" y="971000"/>
                  </a:lnTo>
                  <a:lnTo>
                    <a:pt x="206273" y="971218"/>
                  </a:lnTo>
                  <a:lnTo>
                    <a:pt x="206092" y="971448"/>
                  </a:lnTo>
                  <a:lnTo>
                    <a:pt x="205980" y="971448"/>
                  </a:lnTo>
                  <a:lnTo>
                    <a:pt x="205529" y="971039"/>
                  </a:lnTo>
                  <a:lnTo>
                    <a:pt x="204864" y="970514"/>
                  </a:lnTo>
                  <a:lnTo>
                    <a:pt x="204669" y="970176"/>
                  </a:lnTo>
                  <a:lnTo>
                    <a:pt x="204368" y="969824"/>
                  </a:lnTo>
                  <a:lnTo>
                    <a:pt x="204208" y="969800"/>
                  </a:lnTo>
                  <a:lnTo>
                    <a:pt x="204042" y="969823"/>
                  </a:lnTo>
                  <a:lnTo>
                    <a:pt x="203894" y="969961"/>
                  </a:lnTo>
                  <a:lnTo>
                    <a:pt x="203793" y="970222"/>
                  </a:lnTo>
                  <a:lnTo>
                    <a:pt x="203705" y="970475"/>
                  </a:lnTo>
                  <a:lnTo>
                    <a:pt x="203610" y="970759"/>
                  </a:lnTo>
                  <a:lnTo>
                    <a:pt x="203549" y="971043"/>
                  </a:lnTo>
                  <a:lnTo>
                    <a:pt x="203448" y="971197"/>
                  </a:lnTo>
                  <a:lnTo>
                    <a:pt x="203313" y="971274"/>
                  </a:lnTo>
                  <a:lnTo>
                    <a:pt x="202920" y="971312"/>
                  </a:lnTo>
                  <a:lnTo>
                    <a:pt x="202292" y="971182"/>
                  </a:lnTo>
                  <a:lnTo>
                    <a:pt x="201692" y="971029"/>
                  </a:lnTo>
                  <a:lnTo>
                    <a:pt x="201509" y="971053"/>
                  </a:lnTo>
                  <a:lnTo>
                    <a:pt x="201326" y="971173"/>
                  </a:lnTo>
                  <a:lnTo>
                    <a:pt x="201030" y="971493"/>
                  </a:lnTo>
                  <a:lnTo>
                    <a:pt x="200692" y="971733"/>
                  </a:lnTo>
                  <a:lnTo>
                    <a:pt x="200481" y="971925"/>
                  </a:lnTo>
                  <a:lnTo>
                    <a:pt x="200354" y="972117"/>
                  </a:lnTo>
                  <a:lnTo>
                    <a:pt x="200333" y="972292"/>
                  </a:lnTo>
                  <a:lnTo>
                    <a:pt x="200317" y="972697"/>
                  </a:lnTo>
                  <a:lnTo>
                    <a:pt x="200297" y="972860"/>
                  </a:lnTo>
                  <a:lnTo>
                    <a:pt x="200199" y="972980"/>
                  </a:lnTo>
                  <a:lnTo>
                    <a:pt x="199945" y="973092"/>
                  </a:lnTo>
                  <a:lnTo>
                    <a:pt x="199671" y="973164"/>
                  </a:lnTo>
                  <a:lnTo>
                    <a:pt x="199143" y="973124"/>
                  </a:lnTo>
                  <a:lnTo>
                    <a:pt x="198826" y="973212"/>
                  </a:lnTo>
                  <a:lnTo>
                    <a:pt x="198581" y="973414"/>
                  </a:lnTo>
                  <a:lnTo>
                    <a:pt x="198367" y="973593"/>
                  </a:lnTo>
                  <a:lnTo>
                    <a:pt x="198221" y="973580"/>
                  </a:lnTo>
                  <a:lnTo>
                    <a:pt x="197872" y="973133"/>
                  </a:lnTo>
                  <a:lnTo>
                    <a:pt x="197421" y="972659"/>
                  </a:lnTo>
                  <a:lnTo>
                    <a:pt x="197015" y="972301"/>
                  </a:lnTo>
                  <a:lnTo>
                    <a:pt x="196688" y="972135"/>
                  </a:lnTo>
                  <a:lnTo>
                    <a:pt x="196497" y="972096"/>
                  </a:lnTo>
                  <a:lnTo>
                    <a:pt x="196226" y="972096"/>
                  </a:lnTo>
                  <a:lnTo>
                    <a:pt x="196057" y="972186"/>
                  </a:lnTo>
                  <a:lnTo>
                    <a:pt x="196024" y="972365"/>
                  </a:lnTo>
                  <a:lnTo>
                    <a:pt x="196012" y="973017"/>
                  </a:lnTo>
                  <a:lnTo>
                    <a:pt x="195911" y="973197"/>
                  </a:lnTo>
                  <a:lnTo>
                    <a:pt x="195697" y="973209"/>
                  </a:lnTo>
                  <a:lnTo>
                    <a:pt x="195179" y="973030"/>
                  </a:lnTo>
                  <a:lnTo>
                    <a:pt x="194491" y="972762"/>
                  </a:lnTo>
                  <a:lnTo>
                    <a:pt x="194063" y="972762"/>
                  </a:lnTo>
                  <a:lnTo>
                    <a:pt x="193770" y="972838"/>
                  </a:lnTo>
                  <a:lnTo>
                    <a:pt x="193477" y="972979"/>
                  </a:lnTo>
                  <a:lnTo>
                    <a:pt x="193331" y="972966"/>
                  </a:lnTo>
                  <a:lnTo>
                    <a:pt x="193252" y="972800"/>
                  </a:lnTo>
                  <a:lnTo>
                    <a:pt x="193263" y="972276"/>
                  </a:lnTo>
                  <a:lnTo>
                    <a:pt x="193195" y="972109"/>
                  </a:lnTo>
                  <a:lnTo>
                    <a:pt x="192936" y="972058"/>
                  </a:lnTo>
                  <a:lnTo>
                    <a:pt x="192035" y="971956"/>
                  </a:lnTo>
                  <a:lnTo>
                    <a:pt x="190998" y="971828"/>
                  </a:lnTo>
                  <a:lnTo>
                    <a:pt x="190592" y="971789"/>
                  </a:lnTo>
                  <a:lnTo>
                    <a:pt x="190108" y="971802"/>
                  </a:lnTo>
                  <a:lnTo>
                    <a:pt x="189663" y="971860"/>
                  </a:lnTo>
                  <a:lnTo>
                    <a:pt x="189014" y="972066"/>
                  </a:lnTo>
                  <a:lnTo>
                    <a:pt x="188722" y="972137"/>
                  </a:lnTo>
                  <a:lnTo>
                    <a:pt x="188705" y="972149"/>
                  </a:lnTo>
                  <a:lnTo>
                    <a:pt x="188110" y="972405"/>
                  </a:lnTo>
                  <a:lnTo>
                    <a:pt x="187776" y="972518"/>
                  </a:lnTo>
                  <a:lnTo>
                    <a:pt x="187280" y="972702"/>
                  </a:lnTo>
                  <a:lnTo>
                    <a:pt x="186902" y="972866"/>
                  </a:lnTo>
                  <a:lnTo>
                    <a:pt x="186568" y="972927"/>
                  </a:lnTo>
                  <a:lnTo>
                    <a:pt x="186280" y="972937"/>
                  </a:lnTo>
                  <a:lnTo>
                    <a:pt x="185973" y="972866"/>
                  </a:lnTo>
                  <a:lnTo>
                    <a:pt x="185586" y="972651"/>
                  </a:lnTo>
                  <a:lnTo>
                    <a:pt x="185315" y="972589"/>
                  </a:lnTo>
                  <a:lnTo>
                    <a:pt x="184847" y="972559"/>
                  </a:lnTo>
                  <a:lnTo>
                    <a:pt x="184353" y="972526"/>
                  </a:lnTo>
                  <a:lnTo>
                    <a:pt x="183945" y="972466"/>
                  </a:lnTo>
                  <a:lnTo>
                    <a:pt x="183648" y="972262"/>
                  </a:lnTo>
                  <a:lnTo>
                    <a:pt x="183485" y="971985"/>
                  </a:lnTo>
                  <a:lnTo>
                    <a:pt x="183368" y="971607"/>
                  </a:lnTo>
                  <a:lnTo>
                    <a:pt x="183368" y="971269"/>
                  </a:lnTo>
                  <a:lnTo>
                    <a:pt x="183350" y="971157"/>
                  </a:lnTo>
                  <a:lnTo>
                    <a:pt x="183170" y="971126"/>
                  </a:lnTo>
                  <a:lnTo>
                    <a:pt x="182764" y="971177"/>
                  </a:lnTo>
                  <a:lnTo>
                    <a:pt x="182458" y="971228"/>
                  </a:lnTo>
                  <a:lnTo>
                    <a:pt x="182314" y="971198"/>
                  </a:lnTo>
                  <a:lnTo>
                    <a:pt x="182106" y="971024"/>
                  </a:lnTo>
                  <a:lnTo>
                    <a:pt x="181863" y="970532"/>
                  </a:lnTo>
                  <a:lnTo>
                    <a:pt x="181719" y="970072"/>
                  </a:lnTo>
                  <a:lnTo>
                    <a:pt x="181565" y="969642"/>
                  </a:lnTo>
                  <a:lnTo>
                    <a:pt x="181358" y="969396"/>
                  </a:lnTo>
                  <a:lnTo>
                    <a:pt x="180844" y="969028"/>
                  </a:lnTo>
                  <a:lnTo>
                    <a:pt x="180339" y="968793"/>
                  </a:lnTo>
                  <a:lnTo>
                    <a:pt x="180087" y="968639"/>
                  </a:lnTo>
                  <a:lnTo>
                    <a:pt x="179961" y="968588"/>
                  </a:lnTo>
                  <a:lnTo>
                    <a:pt x="179826" y="968598"/>
                  </a:lnTo>
                  <a:lnTo>
                    <a:pt x="179519" y="968690"/>
                  </a:lnTo>
                  <a:lnTo>
                    <a:pt x="179195" y="968803"/>
                  </a:lnTo>
                  <a:lnTo>
                    <a:pt x="178870" y="968854"/>
                  </a:lnTo>
                  <a:lnTo>
                    <a:pt x="178654" y="968864"/>
                  </a:lnTo>
                  <a:lnTo>
                    <a:pt x="178257" y="968834"/>
                  </a:lnTo>
                  <a:lnTo>
                    <a:pt x="178041" y="968905"/>
                  </a:lnTo>
                  <a:lnTo>
                    <a:pt x="177626" y="969161"/>
                  </a:lnTo>
                  <a:lnTo>
                    <a:pt x="177121" y="969294"/>
                  </a:lnTo>
                  <a:lnTo>
                    <a:pt x="176725" y="969448"/>
                  </a:lnTo>
                  <a:lnTo>
                    <a:pt x="176337" y="969673"/>
                  </a:lnTo>
                  <a:lnTo>
                    <a:pt x="175985" y="969877"/>
                  </a:lnTo>
                  <a:lnTo>
                    <a:pt x="175697" y="969980"/>
                  </a:lnTo>
                  <a:lnTo>
                    <a:pt x="175093" y="969980"/>
                  </a:lnTo>
                  <a:lnTo>
                    <a:pt x="174642" y="969898"/>
                  </a:lnTo>
                  <a:lnTo>
                    <a:pt x="174273" y="969714"/>
                  </a:lnTo>
                  <a:lnTo>
                    <a:pt x="173948" y="969366"/>
                  </a:lnTo>
                  <a:lnTo>
                    <a:pt x="173660" y="969110"/>
                  </a:lnTo>
                  <a:lnTo>
                    <a:pt x="173416" y="968987"/>
                  </a:lnTo>
                  <a:lnTo>
                    <a:pt x="172911" y="968895"/>
                  </a:lnTo>
                  <a:lnTo>
                    <a:pt x="172623" y="968813"/>
                  </a:lnTo>
                  <a:lnTo>
                    <a:pt x="172362" y="968537"/>
                  </a:lnTo>
                  <a:lnTo>
                    <a:pt x="172019" y="968158"/>
                  </a:lnTo>
                  <a:lnTo>
                    <a:pt x="171532" y="967994"/>
                  </a:lnTo>
                  <a:lnTo>
                    <a:pt x="170964" y="967708"/>
                  </a:lnTo>
                  <a:lnTo>
                    <a:pt x="170469" y="967544"/>
                  </a:lnTo>
                  <a:lnTo>
                    <a:pt x="170108" y="967370"/>
                  </a:lnTo>
                  <a:lnTo>
                    <a:pt x="169684" y="966910"/>
                  </a:lnTo>
                  <a:lnTo>
                    <a:pt x="169333" y="966490"/>
                  </a:lnTo>
                  <a:lnTo>
                    <a:pt x="168981" y="966050"/>
                  </a:lnTo>
                  <a:lnTo>
                    <a:pt x="168594" y="965784"/>
                  </a:lnTo>
                  <a:lnTo>
                    <a:pt x="168211" y="965726"/>
                  </a:lnTo>
                  <a:lnTo>
                    <a:pt x="167968" y="965702"/>
                  </a:lnTo>
                  <a:lnTo>
                    <a:pt x="167675" y="965694"/>
                  </a:lnTo>
                  <a:lnTo>
                    <a:pt x="167418" y="965621"/>
                  </a:lnTo>
                  <a:lnTo>
                    <a:pt x="166850" y="965304"/>
                  </a:lnTo>
                  <a:lnTo>
                    <a:pt x="166484" y="965096"/>
                  </a:lnTo>
                  <a:lnTo>
                    <a:pt x="166104" y="964952"/>
                  </a:lnTo>
                  <a:lnTo>
                    <a:pt x="165695" y="964968"/>
                  </a:lnTo>
                  <a:lnTo>
                    <a:pt x="165470" y="965096"/>
                  </a:lnTo>
                  <a:lnTo>
                    <a:pt x="165315" y="965336"/>
                  </a:lnTo>
                  <a:lnTo>
                    <a:pt x="165090" y="965512"/>
                  </a:lnTo>
                  <a:lnTo>
                    <a:pt x="164780" y="965576"/>
                  </a:lnTo>
                  <a:lnTo>
                    <a:pt x="164540" y="965553"/>
                  </a:lnTo>
                  <a:lnTo>
                    <a:pt x="164378" y="965553"/>
                  </a:lnTo>
                  <a:lnTo>
                    <a:pt x="164251" y="965635"/>
                  </a:lnTo>
                  <a:lnTo>
                    <a:pt x="164125" y="965891"/>
                  </a:lnTo>
                  <a:lnTo>
                    <a:pt x="164008" y="965983"/>
                  </a:lnTo>
                  <a:lnTo>
                    <a:pt x="163882" y="966014"/>
                  </a:lnTo>
                  <a:lnTo>
                    <a:pt x="163666" y="965932"/>
                  </a:lnTo>
                  <a:lnTo>
                    <a:pt x="163395" y="965656"/>
                  </a:lnTo>
                  <a:lnTo>
                    <a:pt x="163026" y="965471"/>
                  </a:lnTo>
                  <a:lnTo>
                    <a:pt x="162530" y="965246"/>
                  </a:lnTo>
                  <a:lnTo>
                    <a:pt x="161899" y="965072"/>
                  </a:lnTo>
                  <a:lnTo>
                    <a:pt x="161160" y="964868"/>
                  </a:lnTo>
                  <a:lnTo>
                    <a:pt x="160736" y="964510"/>
                  </a:lnTo>
                  <a:lnTo>
                    <a:pt x="160574" y="964162"/>
                  </a:lnTo>
                  <a:lnTo>
                    <a:pt x="160429" y="963916"/>
                  </a:lnTo>
                  <a:lnTo>
                    <a:pt x="159852" y="963486"/>
                  </a:lnTo>
                  <a:lnTo>
                    <a:pt x="159447" y="963169"/>
                  </a:lnTo>
                  <a:lnTo>
                    <a:pt x="159014" y="962780"/>
                  </a:lnTo>
                  <a:lnTo>
                    <a:pt x="158635" y="962238"/>
                  </a:lnTo>
                  <a:lnTo>
                    <a:pt x="158500" y="961951"/>
                  </a:lnTo>
                  <a:lnTo>
                    <a:pt x="158356" y="961839"/>
                  </a:lnTo>
                  <a:lnTo>
                    <a:pt x="158167" y="961849"/>
                  </a:lnTo>
                  <a:lnTo>
                    <a:pt x="157698" y="962054"/>
                  </a:lnTo>
                  <a:lnTo>
                    <a:pt x="157202" y="962064"/>
                  </a:lnTo>
                  <a:lnTo>
                    <a:pt x="156833" y="962166"/>
                  </a:lnTo>
                  <a:lnTo>
                    <a:pt x="156373" y="962289"/>
                  </a:lnTo>
                  <a:lnTo>
                    <a:pt x="155417" y="962524"/>
                  </a:lnTo>
                  <a:lnTo>
                    <a:pt x="154894" y="962637"/>
                  </a:lnTo>
                  <a:lnTo>
                    <a:pt x="154687" y="962637"/>
                  </a:lnTo>
                  <a:lnTo>
                    <a:pt x="154426" y="962514"/>
                  </a:lnTo>
                  <a:lnTo>
                    <a:pt x="154276" y="962314"/>
                  </a:lnTo>
                  <a:lnTo>
                    <a:pt x="154152" y="961995"/>
                  </a:lnTo>
                  <a:lnTo>
                    <a:pt x="154096" y="961496"/>
                  </a:lnTo>
                  <a:lnTo>
                    <a:pt x="153904" y="961112"/>
                  </a:lnTo>
                  <a:lnTo>
                    <a:pt x="153611" y="960869"/>
                  </a:lnTo>
                  <a:lnTo>
                    <a:pt x="153104" y="960293"/>
                  </a:lnTo>
                  <a:lnTo>
                    <a:pt x="152777" y="959935"/>
                  </a:lnTo>
                  <a:lnTo>
                    <a:pt x="152586" y="959718"/>
                  </a:lnTo>
                  <a:lnTo>
                    <a:pt x="152248" y="959424"/>
                  </a:lnTo>
                  <a:lnTo>
                    <a:pt x="151741" y="959117"/>
                  </a:lnTo>
                  <a:lnTo>
                    <a:pt x="151538" y="959014"/>
                  </a:lnTo>
                  <a:lnTo>
                    <a:pt x="151425" y="958682"/>
                  </a:lnTo>
                  <a:lnTo>
                    <a:pt x="151357" y="958247"/>
                  </a:lnTo>
                  <a:lnTo>
                    <a:pt x="151143" y="957697"/>
                  </a:lnTo>
                  <a:lnTo>
                    <a:pt x="150873" y="957492"/>
                  </a:lnTo>
                  <a:lnTo>
                    <a:pt x="150287" y="957377"/>
                  </a:lnTo>
                  <a:lnTo>
                    <a:pt x="149802" y="957326"/>
                  </a:lnTo>
                  <a:lnTo>
                    <a:pt x="149183" y="957147"/>
                  </a:lnTo>
                  <a:lnTo>
                    <a:pt x="149025" y="956955"/>
                  </a:lnTo>
                  <a:lnTo>
                    <a:pt x="148957" y="956686"/>
                  </a:lnTo>
                  <a:lnTo>
                    <a:pt x="148788" y="956533"/>
                  </a:lnTo>
                  <a:lnTo>
                    <a:pt x="148574" y="956494"/>
                  </a:lnTo>
                  <a:lnTo>
                    <a:pt x="148293" y="956558"/>
                  </a:lnTo>
                  <a:lnTo>
                    <a:pt x="148011" y="956725"/>
                  </a:lnTo>
                  <a:lnTo>
                    <a:pt x="147718" y="956891"/>
                  </a:lnTo>
                  <a:lnTo>
                    <a:pt x="147346" y="956827"/>
                  </a:lnTo>
                  <a:lnTo>
                    <a:pt x="146749" y="956584"/>
                  </a:lnTo>
                  <a:lnTo>
                    <a:pt x="146377" y="956328"/>
                  </a:lnTo>
                  <a:lnTo>
                    <a:pt x="146253" y="956111"/>
                  </a:lnTo>
                  <a:lnTo>
                    <a:pt x="146129" y="955816"/>
                  </a:lnTo>
                  <a:lnTo>
                    <a:pt x="146073" y="955330"/>
                  </a:lnTo>
                  <a:lnTo>
                    <a:pt x="145983" y="955074"/>
                  </a:lnTo>
                  <a:lnTo>
                    <a:pt x="145498" y="954627"/>
                  </a:lnTo>
                  <a:lnTo>
                    <a:pt x="145245" y="954262"/>
                  </a:lnTo>
                  <a:lnTo>
                    <a:pt x="145149" y="953910"/>
                  </a:lnTo>
                  <a:lnTo>
                    <a:pt x="145183" y="953578"/>
                  </a:lnTo>
                  <a:lnTo>
                    <a:pt x="145509" y="953143"/>
                  </a:lnTo>
                  <a:lnTo>
                    <a:pt x="145926" y="952797"/>
                  </a:lnTo>
                  <a:lnTo>
                    <a:pt x="146185" y="952554"/>
                  </a:lnTo>
                  <a:lnTo>
                    <a:pt x="146230" y="952427"/>
                  </a:lnTo>
                  <a:lnTo>
                    <a:pt x="146140" y="952120"/>
                  </a:lnTo>
                  <a:lnTo>
                    <a:pt x="145960" y="951608"/>
                  </a:lnTo>
                  <a:lnTo>
                    <a:pt x="145901" y="951205"/>
                  </a:lnTo>
                  <a:lnTo>
                    <a:pt x="145929" y="950820"/>
                  </a:lnTo>
                  <a:lnTo>
                    <a:pt x="146262" y="950284"/>
                  </a:lnTo>
                  <a:lnTo>
                    <a:pt x="146487" y="949862"/>
                  </a:lnTo>
                  <a:lnTo>
                    <a:pt x="146510" y="949593"/>
                  </a:lnTo>
                  <a:lnTo>
                    <a:pt x="146453" y="949337"/>
                  </a:lnTo>
                  <a:lnTo>
                    <a:pt x="146239" y="948941"/>
                  </a:lnTo>
                  <a:lnTo>
                    <a:pt x="145890" y="948531"/>
                  </a:lnTo>
                  <a:lnTo>
                    <a:pt x="145653" y="948250"/>
                  </a:lnTo>
                  <a:lnTo>
                    <a:pt x="145315" y="948147"/>
                  </a:lnTo>
                  <a:lnTo>
                    <a:pt x="144977" y="948083"/>
                  </a:lnTo>
                  <a:lnTo>
                    <a:pt x="144639" y="948083"/>
                  </a:lnTo>
                  <a:lnTo>
                    <a:pt x="144357" y="948199"/>
                  </a:lnTo>
                  <a:lnTo>
                    <a:pt x="144211" y="948352"/>
                  </a:lnTo>
                  <a:lnTo>
                    <a:pt x="144110" y="948672"/>
                  </a:lnTo>
                  <a:lnTo>
                    <a:pt x="144132" y="949094"/>
                  </a:lnTo>
                  <a:lnTo>
                    <a:pt x="144132" y="949260"/>
                  </a:lnTo>
                  <a:lnTo>
                    <a:pt x="144019" y="949414"/>
                  </a:lnTo>
                  <a:lnTo>
                    <a:pt x="143591" y="949618"/>
                  </a:lnTo>
                  <a:lnTo>
                    <a:pt x="143197" y="949900"/>
                  </a:lnTo>
                  <a:lnTo>
                    <a:pt x="142764" y="950432"/>
                  </a:lnTo>
                  <a:lnTo>
                    <a:pt x="142588" y="950424"/>
                  </a:lnTo>
                  <a:lnTo>
                    <a:pt x="142295" y="950219"/>
                  </a:lnTo>
                  <a:lnTo>
                    <a:pt x="141924" y="950041"/>
                  </a:lnTo>
                  <a:lnTo>
                    <a:pt x="141453" y="949925"/>
                  </a:lnTo>
                  <a:lnTo>
                    <a:pt x="140924" y="950002"/>
                  </a:lnTo>
                  <a:lnTo>
                    <a:pt x="140473" y="950156"/>
                  </a:lnTo>
                  <a:lnTo>
                    <a:pt x="140056" y="950296"/>
                  </a:lnTo>
                  <a:lnTo>
                    <a:pt x="139752" y="950527"/>
                  </a:lnTo>
                  <a:lnTo>
                    <a:pt x="139560" y="950821"/>
                  </a:lnTo>
                  <a:lnTo>
                    <a:pt x="139312" y="951294"/>
                  </a:lnTo>
                  <a:lnTo>
                    <a:pt x="138952" y="951704"/>
                  </a:lnTo>
                  <a:lnTo>
                    <a:pt x="138771" y="952036"/>
                  </a:lnTo>
                  <a:lnTo>
                    <a:pt x="138670" y="952049"/>
                  </a:lnTo>
                  <a:lnTo>
                    <a:pt x="138287" y="951921"/>
                  </a:lnTo>
                  <a:lnTo>
                    <a:pt x="137599" y="951844"/>
                  </a:lnTo>
                  <a:lnTo>
                    <a:pt x="136687" y="951652"/>
                  </a:lnTo>
                  <a:lnTo>
                    <a:pt x="136281" y="951640"/>
                  </a:lnTo>
                  <a:lnTo>
                    <a:pt x="135774" y="951524"/>
                  </a:lnTo>
                  <a:lnTo>
                    <a:pt x="135504" y="951563"/>
                  </a:lnTo>
                  <a:lnTo>
                    <a:pt x="135335" y="951716"/>
                  </a:lnTo>
                  <a:lnTo>
                    <a:pt x="135301" y="951959"/>
                  </a:lnTo>
                  <a:lnTo>
                    <a:pt x="135335" y="952394"/>
                  </a:lnTo>
                  <a:lnTo>
                    <a:pt x="135425" y="952740"/>
                  </a:lnTo>
                  <a:lnTo>
                    <a:pt x="135695" y="953328"/>
                  </a:lnTo>
                  <a:lnTo>
                    <a:pt x="135673" y="953482"/>
                  </a:lnTo>
                  <a:lnTo>
                    <a:pt x="135549" y="953533"/>
                  </a:lnTo>
                  <a:lnTo>
                    <a:pt x="135132" y="953328"/>
                  </a:lnTo>
                  <a:lnTo>
                    <a:pt x="134602" y="953162"/>
                  </a:lnTo>
                  <a:lnTo>
                    <a:pt x="133994" y="953021"/>
                  </a:lnTo>
                  <a:lnTo>
                    <a:pt x="133701" y="952970"/>
                  </a:lnTo>
                  <a:lnTo>
                    <a:pt x="133385" y="953008"/>
                  </a:lnTo>
                  <a:lnTo>
                    <a:pt x="133092" y="953047"/>
                  </a:lnTo>
                  <a:lnTo>
                    <a:pt x="132946" y="953008"/>
                  </a:lnTo>
                  <a:lnTo>
                    <a:pt x="132653" y="952612"/>
                  </a:lnTo>
                  <a:lnTo>
                    <a:pt x="132394" y="952573"/>
                  </a:lnTo>
                  <a:lnTo>
                    <a:pt x="131684" y="952612"/>
                  </a:lnTo>
                  <a:lnTo>
                    <a:pt x="131041" y="952752"/>
                  </a:lnTo>
                  <a:lnTo>
                    <a:pt x="130534" y="952804"/>
                  </a:lnTo>
                  <a:lnTo>
                    <a:pt x="129825" y="952727"/>
                  </a:lnTo>
                  <a:lnTo>
                    <a:pt x="129227" y="952752"/>
                  </a:lnTo>
                  <a:lnTo>
                    <a:pt x="128991" y="952842"/>
                  </a:lnTo>
                  <a:lnTo>
                    <a:pt x="128946" y="953136"/>
                  </a:lnTo>
                  <a:lnTo>
                    <a:pt x="128878" y="953277"/>
                  </a:lnTo>
                  <a:lnTo>
                    <a:pt x="128630" y="953392"/>
                  </a:lnTo>
                  <a:lnTo>
                    <a:pt x="128292" y="953507"/>
                  </a:lnTo>
                  <a:lnTo>
                    <a:pt x="127830" y="953520"/>
                  </a:lnTo>
                  <a:lnTo>
                    <a:pt x="127312" y="953507"/>
                  </a:lnTo>
                  <a:lnTo>
                    <a:pt x="126568" y="953507"/>
                  </a:lnTo>
                  <a:lnTo>
                    <a:pt x="126196" y="953494"/>
                  </a:lnTo>
                  <a:lnTo>
                    <a:pt x="125881" y="953354"/>
                  </a:lnTo>
                  <a:lnTo>
                    <a:pt x="125486" y="953072"/>
                  </a:lnTo>
                  <a:lnTo>
                    <a:pt x="125284" y="952868"/>
                  </a:lnTo>
                  <a:lnTo>
                    <a:pt x="125227" y="952548"/>
                  </a:lnTo>
                  <a:lnTo>
                    <a:pt x="125407" y="952023"/>
                  </a:lnTo>
                  <a:lnTo>
                    <a:pt x="125644" y="951473"/>
                  </a:lnTo>
                  <a:lnTo>
                    <a:pt x="125678" y="951128"/>
                  </a:lnTo>
                  <a:lnTo>
                    <a:pt x="125610" y="950284"/>
                  </a:lnTo>
                  <a:lnTo>
                    <a:pt x="125746" y="949631"/>
                  </a:lnTo>
                  <a:lnTo>
                    <a:pt x="125937" y="949120"/>
                  </a:lnTo>
                  <a:lnTo>
                    <a:pt x="126016" y="948838"/>
                  </a:lnTo>
                  <a:lnTo>
                    <a:pt x="125937" y="948429"/>
                  </a:lnTo>
                  <a:lnTo>
                    <a:pt x="125644" y="947930"/>
                  </a:lnTo>
                  <a:lnTo>
                    <a:pt x="125317" y="947303"/>
                  </a:lnTo>
                  <a:lnTo>
                    <a:pt x="125092" y="946971"/>
                  </a:lnTo>
                  <a:lnTo>
                    <a:pt x="124664" y="946395"/>
                  </a:lnTo>
                  <a:lnTo>
                    <a:pt x="123943" y="945487"/>
                  </a:lnTo>
                  <a:lnTo>
                    <a:pt x="123390" y="944719"/>
                  </a:lnTo>
                  <a:lnTo>
                    <a:pt x="123210" y="944438"/>
                  </a:lnTo>
                  <a:lnTo>
                    <a:pt x="123164" y="944219"/>
                  </a:lnTo>
                  <a:lnTo>
                    <a:pt x="123158" y="944049"/>
                  </a:lnTo>
                  <a:lnTo>
                    <a:pt x="123165" y="943811"/>
                  </a:lnTo>
                  <a:lnTo>
                    <a:pt x="123161" y="943801"/>
                  </a:lnTo>
                  <a:lnTo>
                    <a:pt x="123176" y="943627"/>
                  </a:lnTo>
                  <a:lnTo>
                    <a:pt x="123176" y="943418"/>
                  </a:lnTo>
                  <a:lnTo>
                    <a:pt x="123173" y="943398"/>
                  </a:lnTo>
                  <a:lnTo>
                    <a:pt x="123141" y="943209"/>
                  </a:lnTo>
                  <a:lnTo>
                    <a:pt x="123128" y="943183"/>
                  </a:lnTo>
                  <a:lnTo>
                    <a:pt x="123098" y="943120"/>
                  </a:lnTo>
                  <a:lnTo>
                    <a:pt x="122978" y="942992"/>
                  </a:lnTo>
                  <a:lnTo>
                    <a:pt x="122687" y="942847"/>
                  </a:lnTo>
                  <a:lnTo>
                    <a:pt x="122248" y="942766"/>
                  </a:lnTo>
                  <a:lnTo>
                    <a:pt x="121865" y="942718"/>
                  </a:lnTo>
                  <a:lnTo>
                    <a:pt x="121377" y="942646"/>
                  </a:lnTo>
                  <a:lnTo>
                    <a:pt x="120767" y="942630"/>
                  </a:lnTo>
                  <a:lnTo>
                    <a:pt x="120413" y="942606"/>
                  </a:lnTo>
                  <a:lnTo>
                    <a:pt x="120179" y="942734"/>
                  </a:lnTo>
                  <a:lnTo>
                    <a:pt x="120131" y="942770"/>
                  </a:lnTo>
                  <a:lnTo>
                    <a:pt x="120052" y="942815"/>
                  </a:lnTo>
                  <a:lnTo>
                    <a:pt x="120026" y="942834"/>
                  </a:lnTo>
                  <a:lnTo>
                    <a:pt x="119733" y="943056"/>
                  </a:lnTo>
                  <a:lnTo>
                    <a:pt x="119651" y="943122"/>
                  </a:lnTo>
                  <a:lnTo>
                    <a:pt x="119437" y="943239"/>
                  </a:lnTo>
                  <a:lnTo>
                    <a:pt x="119357" y="943257"/>
                  </a:lnTo>
                  <a:lnTo>
                    <a:pt x="119218" y="943257"/>
                  </a:lnTo>
                  <a:lnTo>
                    <a:pt x="119088" y="943257"/>
                  </a:lnTo>
                  <a:lnTo>
                    <a:pt x="118851" y="943219"/>
                  </a:lnTo>
                  <a:lnTo>
                    <a:pt x="118783" y="943209"/>
                  </a:lnTo>
                  <a:lnTo>
                    <a:pt x="118514" y="943185"/>
                  </a:lnTo>
                  <a:lnTo>
                    <a:pt x="118473" y="943154"/>
                  </a:lnTo>
                  <a:lnTo>
                    <a:pt x="118245" y="942984"/>
                  </a:lnTo>
                  <a:lnTo>
                    <a:pt x="118061" y="942782"/>
                  </a:lnTo>
                  <a:lnTo>
                    <a:pt x="117769" y="942597"/>
                  </a:lnTo>
                  <a:lnTo>
                    <a:pt x="117416" y="942372"/>
                  </a:lnTo>
                  <a:lnTo>
                    <a:pt x="116906" y="941986"/>
                  </a:lnTo>
                  <a:lnTo>
                    <a:pt x="116817" y="941902"/>
                  </a:lnTo>
                  <a:lnTo>
                    <a:pt x="116729" y="941817"/>
                  </a:lnTo>
                  <a:lnTo>
                    <a:pt x="116445" y="941415"/>
                  </a:lnTo>
                  <a:lnTo>
                    <a:pt x="116212" y="940981"/>
                  </a:lnTo>
                  <a:lnTo>
                    <a:pt x="116198" y="940812"/>
                  </a:lnTo>
                  <a:lnTo>
                    <a:pt x="116275" y="940635"/>
                  </a:lnTo>
                  <a:lnTo>
                    <a:pt x="116300" y="940521"/>
                  </a:lnTo>
                  <a:lnTo>
                    <a:pt x="116273" y="940439"/>
                  </a:lnTo>
                  <a:lnTo>
                    <a:pt x="116198" y="940370"/>
                  </a:lnTo>
                  <a:lnTo>
                    <a:pt x="116020" y="940313"/>
                  </a:lnTo>
                  <a:lnTo>
                    <a:pt x="116012" y="940300"/>
                  </a:lnTo>
                  <a:lnTo>
                    <a:pt x="115999" y="940297"/>
                  </a:lnTo>
                  <a:lnTo>
                    <a:pt x="115935" y="940265"/>
                  </a:lnTo>
                  <a:lnTo>
                    <a:pt x="115928" y="940217"/>
                  </a:lnTo>
                  <a:lnTo>
                    <a:pt x="115942" y="940120"/>
                  </a:lnTo>
                  <a:lnTo>
                    <a:pt x="116013" y="940040"/>
                  </a:lnTo>
                  <a:lnTo>
                    <a:pt x="116155" y="939927"/>
                  </a:lnTo>
                  <a:lnTo>
                    <a:pt x="116196" y="939906"/>
                  </a:lnTo>
                  <a:lnTo>
                    <a:pt x="116233" y="939887"/>
                  </a:lnTo>
                  <a:lnTo>
                    <a:pt x="116230" y="939849"/>
                  </a:lnTo>
                  <a:lnTo>
                    <a:pt x="116226" y="939807"/>
                  </a:lnTo>
                  <a:lnTo>
                    <a:pt x="116134" y="939702"/>
                  </a:lnTo>
                  <a:lnTo>
                    <a:pt x="115978" y="939557"/>
                  </a:lnTo>
                  <a:lnTo>
                    <a:pt x="115921" y="939447"/>
                  </a:lnTo>
                  <a:lnTo>
                    <a:pt x="115857" y="939324"/>
                  </a:lnTo>
                  <a:lnTo>
                    <a:pt x="115745" y="939048"/>
                  </a:lnTo>
                  <a:lnTo>
                    <a:pt x="115645" y="938801"/>
                  </a:lnTo>
                  <a:lnTo>
                    <a:pt x="115622" y="938699"/>
                  </a:lnTo>
                  <a:lnTo>
                    <a:pt x="115595" y="938584"/>
                  </a:lnTo>
                  <a:lnTo>
                    <a:pt x="115617" y="938407"/>
                  </a:lnTo>
                  <a:lnTo>
                    <a:pt x="115687" y="938254"/>
                  </a:lnTo>
                  <a:lnTo>
                    <a:pt x="115843" y="938102"/>
                  </a:lnTo>
                  <a:lnTo>
                    <a:pt x="115846" y="938095"/>
                  </a:lnTo>
                  <a:lnTo>
                    <a:pt x="115886" y="937989"/>
                  </a:lnTo>
                  <a:lnTo>
                    <a:pt x="115865" y="937812"/>
                  </a:lnTo>
                  <a:lnTo>
                    <a:pt x="115751" y="937651"/>
                  </a:lnTo>
                  <a:lnTo>
                    <a:pt x="115602" y="937514"/>
                  </a:lnTo>
                  <a:lnTo>
                    <a:pt x="115418" y="937386"/>
                  </a:lnTo>
                  <a:lnTo>
                    <a:pt x="115333" y="937328"/>
                  </a:lnTo>
                  <a:lnTo>
                    <a:pt x="115206" y="937241"/>
                  </a:lnTo>
                  <a:lnTo>
                    <a:pt x="115135" y="937112"/>
                  </a:lnTo>
                  <a:lnTo>
                    <a:pt x="115142" y="936967"/>
                  </a:lnTo>
                  <a:lnTo>
                    <a:pt x="115154" y="936825"/>
                  </a:lnTo>
                  <a:lnTo>
                    <a:pt x="115158" y="936805"/>
                  </a:lnTo>
                  <a:lnTo>
                    <a:pt x="115291" y="936702"/>
                  </a:lnTo>
                  <a:lnTo>
                    <a:pt x="115787" y="936622"/>
                  </a:lnTo>
                  <a:lnTo>
                    <a:pt x="116190" y="936477"/>
                  </a:lnTo>
                  <a:lnTo>
                    <a:pt x="116900" y="936206"/>
                  </a:lnTo>
                  <a:lnTo>
                    <a:pt x="116995" y="936131"/>
                  </a:lnTo>
                  <a:lnTo>
                    <a:pt x="117032" y="936035"/>
                  </a:lnTo>
                  <a:lnTo>
                    <a:pt x="116976" y="935906"/>
                  </a:lnTo>
                  <a:lnTo>
                    <a:pt x="116787" y="935724"/>
                  </a:lnTo>
                  <a:lnTo>
                    <a:pt x="116721" y="935616"/>
                  </a:lnTo>
                  <a:lnTo>
                    <a:pt x="116749" y="935520"/>
                  </a:lnTo>
                  <a:lnTo>
                    <a:pt x="116891" y="935423"/>
                  </a:lnTo>
                  <a:lnTo>
                    <a:pt x="117117" y="935337"/>
                  </a:lnTo>
                  <a:lnTo>
                    <a:pt x="117593" y="935303"/>
                  </a:lnTo>
                  <a:lnTo>
                    <a:pt x="117631" y="935311"/>
                  </a:lnTo>
                  <a:lnTo>
                    <a:pt x="117845" y="935300"/>
                  </a:lnTo>
                  <a:lnTo>
                    <a:pt x="117948" y="935295"/>
                  </a:lnTo>
                  <a:lnTo>
                    <a:pt x="118270" y="935290"/>
                  </a:lnTo>
                  <a:lnTo>
                    <a:pt x="118639" y="935234"/>
                  </a:lnTo>
                  <a:lnTo>
                    <a:pt x="118823" y="935217"/>
                  </a:lnTo>
                  <a:lnTo>
                    <a:pt x="118936" y="935161"/>
                  </a:lnTo>
                  <a:lnTo>
                    <a:pt x="118972" y="935016"/>
                  </a:lnTo>
                  <a:lnTo>
                    <a:pt x="118950" y="934834"/>
                  </a:lnTo>
                  <a:lnTo>
                    <a:pt x="118922" y="934606"/>
                  </a:lnTo>
                  <a:lnTo>
                    <a:pt x="118922" y="934580"/>
                  </a:lnTo>
                  <a:lnTo>
                    <a:pt x="118903" y="933636"/>
                  </a:lnTo>
                  <a:lnTo>
                    <a:pt x="118902" y="933565"/>
                  </a:lnTo>
                  <a:lnTo>
                    <a:pt x="118901" y="933496"/>
                  </a:lnTo>
                  <a:lnTo>
                    <a:pt x="118830" y="932724"/>
                  </a:lnTo>
                  <a:lnTo>
                    <a:pt x="118806" y="932586"/>
                  </a:lnTo>
                  <a:lnTo>
                    <a:pt x="118799" y="932544"/>
                  </a:lnTo>
                  <a:lnTo>
                    <a:pt x="118760" y="932317"/>
                  </a:lnTo>
                  <a:lnTo>
                    <a:pt x="118738" y="932006"/>
                  </a:lnTo>
                  <a:lnTo>
                    <a:pt x="118693" y="931828"/>
                  </a:lnTo>
                  <a:lnTo>
                    <a:pt x="118707" y="931703"/>
                  </a:lnTo>
                  <a:lnTo>
                    <a:pt x="118874" y="931578"/>
                  </a:lnTo>
                  <a:lnTo>
                    <a:pt x="119230" y="931472"/>
                  </a:lnTo>
                  <a:lnTo>
                    <a:pt x="119812" y="931498"/>
                  </a:lnTo>
                  <a:lnTo>
                    <a:pt x="119889" y="931532"/>
                  </a:lnTo>
                  <a:lnTo>
                    <a:pt x="120327" y="931726"/>
                  </a:lnTo>
                  <a:lnTo>
                    <a:pt x="120954" y="931904"/>
                  </a:lnTo>
                  <a:lnTo>
                    <a:pt x="121197" y="931927"/>
                  </a:lnTo>
                  <a:lnTo>
                    <a:pt x="121223" y="931930"/>
                  </a:lnTo>
                  <a:lnTo>
                    <a:pt x="121447" y="931803"/>
                  </a:lnTo>
                  <a:lnTo>
                    <a:pt x="121514" y="931447"/>
                  </a:lnTo>
                  <a:lnTo>
                    <a:pt x="121313" y="930913"/>
                  </a:lnTo>
                  <a:lnTo>
                    <a:pt x="120753" y="930405"/>
                  </a:lnTo>
                  <a:lnTo>
                    <a:pt x="120417" y="930099"/>
                  </a:lnTo>
                  <a:lnTo>
                    <a:pt x="120195" y="929880"/>
                  </a:lnTo>
                  <a:lnTo>
                    <a:pt x="120118" y="929804"/>
                  </a:lnTo>
                  <a:lnTo>
                    <a:pt x="119902" y="929591"/>
                  </a:lnTo>
                  <a:lnTo>
                    <a:pt x="119656" y="929337"/>
                  </a:lnTo>
                  <a:lnTo>
                    <a:pt x="119521" y="928625"/>
                  </a:lnTo>
                  <a:lnTo>
                    <a:pt x="119476" y="928320"/>
                  </a:lnTo>
                  <a:lnTo>
                    <a:pt x="119297" y="927990"/>
                  </a:lnTo>
                  <a:lnTo>
                    <a:pt x="119170" y="927889"/>
                  </a:lnTo>
                  <a:lnTo>
                    <a:pt x="119126" y="927854"/>
                  </a:lnTo>
                  <a:lnTo>
                    <a:pt x="119073" y="927812"/>
                  </a:lnTo>
                  <a:lnTo>
                    <a:pt x="118581" y="927583"/>
                  </a:lnTo>
                  <a:lnTo>
                    <a:pt x="118267" y="927380"/>
                  </a:lnTo>
                  <a:lnTo>
                    <a:pt x="118090" y="927057"/>
                  </a:lnTo>
                  <a:lnTo>
                    <a:pt x="118043" y="926973"/>
                  </a:lnTo>
                  <a:lnTo>
                    <a:pt x="117730" y="926363"/>
                  </a:lnTo>
                  <a:lnTo>
                    <a:pt x="117640" y="925931"/>
                  </a:lnTo>
                  <a:lnTo>
                    <a:pt x="117663" y="925748"/>
                  </a:lnTo>
                  <a:lnTo>
                    <a:pt x="117682" y="925588"/>
                  </a:lnTo>
                  <a:lnTo>
                    <a:pt x="117766" y="925187"/>
                  </a:lnTo>
                  <a:lnTo>
                    <a:pt x="117843" y="925051"/>
                  </a:lnTo>
                  <a:lnTo>
                    <a:pt x="118001" y="924768"/>
                  </a:lnTo>
                  <a:lnTo>
                    <a:pt x="118269" y="924381"/>
                  </a:lnTo>
                  <a:lnTo>
                    <a:pt x="118371" y="924234"/>
                  </a:lnTo>
                  <a:lnTo>
                    <a:pt x="118640" y="923662"/>
                  </a:lnTo>
                  <a:lnTo>
                    <a:pt x="118992" y="923319"/>
                  </a:lnTo>
                  <a:lnTo>
                    <a:pt x="119462" y="923090"/>
                  </a:lnTo>
                  <a:lnTo>
                    <a:pt x="119748" y="922842"/>
                  </a:lnTo>
                  <a:lnTo>
                    <a:pt x="119837" y="922339"/>
                  </a:lnTo>
                  <a:lnTo>
                    <a:pt x="119849" y="922270"/>
                  </a:lnTo>
                  <a:lnTo>
                    <a:pt x="119758" y="921692"/>
                  </a:lnTo>
                  <a:lnTo>
                    <a:pt x="119714" y="921412"/>
                  </a:lnTo>
                  <a:lnTo>
                    <a:pt x="119546" y="920974"/>
                  </a:lnTo>
                  <a:lnTo>
                    <a:pt x="119540" y="920956"/>
                  </a:lnTo>
                  <a:lnTo>
                    <a:pt x="119466" y="920745"/>
                  </a:lnTo>
                  <a:lnTo>
                    <a:pt x="119356" y="920573"/>
                  </a:lnTo>
                  <a:lnTo>
                    <a:pt x="119353" y="920567"/>
                  </a:lnTo>
                  <a:lnTo>
                    <a:pt x="119350" y="920562"/>
                  </a:lnTo>
                  <a:lnTo>
                    <a:pt x="119347" y="920557"/>
                  </a:lnTo>
                  <a:lnTo>
                    <a:pt x="119345" y="920552"/>
                  </a:lnTo>
                  <a:lnTo>
                    <a:pt x="119343" y="920546"/>
                  </a:lnTo>
                  <a:lnTo>
                    <a:pt x="119341" y="920541"/>
                  </a:lnTo>
                  <a:lnTo>
                    <a:pt x="119339" y="920535"/>
                  </a:lnTo>
                  <a:lnTo>
                    <a:pt x="119318" y="920503"/>
                  </a:lnTo>
                  <a:lnTo>
                    <a:pt x="119028" y="920131"/>
                  </a:lnTo>
                  <a:lnTo>
                    <a:pt x="118776" y="919731"/>
                  </a:lnTo>
                  <a:lnTo>
                    <a:pt x="118663" y="919516"/>
                  </a:lnTo>
                  <a:lnTo>
                    <a:pt x="118663" y="919377"/>
                  </a:lnTo>
                  <a:lnTo>
                    <a:pt x="118699" y="919287"/>
                  </a:lnTo>
                  <a:lnTo>
                    <a:pt x="118788" y="919180"/>
                  </a:lnTo>
                  <a:lnTo>
                    <a:pt x="118877" y="919073"/>
                  </a:lnTo>
                  <a:lnTo>
                    <a:pt x="118953" y="918930"/>
                  </a:lnTo>
                  <a:lnTo>
                    <a:pt x="118915" y="918644"/>
                  </a:lnTo>
                  <a:lnTo>
                    <a:pt x="118879" y="918603"/>
                  </a:lnTo>
                  <a:lnTo>
                    <a:pt x="118827" y="918544"/>
                  </a:lnTo>
                  <a:lnTo>
                    <a:pt x="118801" y="918515"/>
                  </a:lnTo>
                  <a:lnTo>
                    <a:pt x="118550" y="918444"/>
                  </a:lnTo>
                  <a:lnTo>
                    <a:pt x="118335" y="918401"/>
                  </a:lnTo>
                  <a:lnTo>
                    <a:pt x="118308" y="918401"/>
                  </a:lnTo>
                  <a:lnTo>
                    <a:pt x="118202" y="918361"/>
                  </a:lnTo>
                  <a:lnTo>
                    <a:pt x="118124" y="918272"/>
                  </a:lnTo>
                  <a:lnTo>
                    <a:pt x="118089" y="918176"/>
                  </a:lnTo>
                  <a:lnTo>
                    <a:pt x="118085" y="918160"/>
                  </a:lnTo>
                  <a:lnTo>
                    <a:pt x="118084" y="918152"/>
                  </a:lnTo>
                  <a:lnTo>
                    <a:pt x="118032" y="917910"/>
                  </a:lnTo>
                  <a:lnTo>
                    <a:pt x="118117" y="917581"/>
                  </a:lnTo>
                  <a:lnTo>
                    <a:pt x="118110" y="917476"/>
                  </a:lnTo>
                  <a:lnTo>
                    <a:pt x="118063" y="917362"/>
                  </a:lnTo>
                  <a:lnTo>
                    <a:pt x="118060" y="917355"/>
                  </a:lnTo>
                  <a:lnTo>
                    <a:pt x="117940" y="917203"/>
                  </a:lnTo>
                  <a:lnTo>
                    <a:pt x="117890" y="917130"/>
                  </a:lnTo>
                  <a:lnTo>
                    <a:pt x="117635" y="917012"/>
                  </a:lnTo>
                  <a:lnTo>
                    <a:pt x="117492" y="916928"/>
                  </a:lnTo>
                  <a:lnTo>
                    <a:pt x="117240" y="916692"/>
                  </a:lnTo>
                  <a:lnTo>
                    <a:pt x="117129" y="916597"/>
                  </a:lnTo>
                  <a:lnTo>
                    <a:pt x="116911" y="916361"/>
                  </a:lnTo>
                  <a:lnTo>
                    <a:pt x="116590" y="915985"/>
                  </a:lnTo>
                  <a:lnTo>
                    <a:pt x="116335" y="915514"/>
                  </a:lnTo>
                  <a:lnTo>
                    <a:pt x="116260" y="915299"/>
                  </a:lnTo>
                  <a:lnTo>
                    <a:pt x="116259" y="915289"/>
                  </a:lnTo>
                  <a:lnTo>
                    <a:pt x="116256" y="915258"/>
                  </a:lnTo>
                  <a:lnTo>
                    <a:pt x="116231" y="914956"/>
                  </a:lnTo>
                  <a:lnTo>
                    <a:pt x="116071" y="914527"/>
                  </a:lnTo>
                  <a:lnTo>
                    <a:pt x="115721" y="913980"/>
                  </a:lnTo>
                  <a:lnTo>
                    <a:pt x="115400" y="913626"/>
                  </a:lnTo>
                  <a:lnTo>
                    <a:pt x="115154" y="913358"/>
                  </a:lnTo>
                  <a:lnTo>
                    <a:pt x="115127" y="912977"/>
                  </a:lnTo>
                  <a:lnTo>
                    <a:pt x="115126" y="912961"/>
                  </a:lnTo>
                  <a:lnTo>
                    <a:pt x="115139" y="912882"/>
                  </a:lnTo>
                  <a:lnTo>
                    <a:pt x="115211" y="912436"/>
                  </a:lnTo>
                  <a:lnTo>
                    <a:pt x="115381" y="912103"/>
                  </a:lnTo>
                  <a:lnTo>
                    <a:pt x="115512" y="911765"/>
                  </a:lnTo>
                  <a:lnTo>
                    <a:pt x="115511" y="911749"/>
                  </a:lnTo>
                  <a:lnTo>
                    <a:pt x="115494" y="911577"/>
                  </a:lnTo>
                  <a:lnTo>
                    <a:pt x="115439" y="911559"/>
                  </a:lnTo>
                  <a:lnTo>
                    <a:pt x="115315" y="911495"/>
                  </a:lnTo>
                  <a:lnTo>
                    <a:pt x="115044" y="911291"/>
                  </a:lnTo>
                  <a:lnTo>
                    <a:pt x="114481" y="910651"/>
                  </a:lnTo>
                  <a:lnTo>
                    <a:pt x="114151" y="910341"/>
                  </a:lnTo>
                  <a:lnTo>
                    <a:pt x="114040" y="910188"/>
                  </a:lnTo>
                  <a:lnTo>
                    <a:pt x="113923" y="910077"/>
                  </a:lnTo>
                  <a:lnTo>
                    <a:pt x="113867" y="910001"/>
                  </a:lnTo>
                  <a:lnTo>
                    <a:pt x="113745" y="909978"/>
                  </a:lnTo>
                  <a:lnTo>
                    <a:pt x="113727" y="909979"/>
                  </a:lnTo>
                  <a:lnTo>
                    <a:pt x="113708" y="909979"/>
                  </a:lnTo>
                  <a:lnTo>
                    <a:pt x="113685" y="909977"/>
                  </a:lnTo>
                  <a:lnTo>
                    <a:pt x="113661" y="909975"/>
                  </a:lnTo>
                  <a:lnTo>
                    <a:pt x="113608" y="909968"/>
                  </a:lnTo>
                  <a:lnTo>
                    <a:pt x="113583" y="909964"/>
                  </a:lnTo>
                  <a:lnTo>
                    <a:pt x="113556" y="909959"/>
                  </a:lnTo>
                  <a:lnTo>
                    <a:pt x="113537" y="909954"/>
                  </a:lnTo>
                  <a:lnTo>
                    <a:pt x="113320" y="909889"/>
                  </a:lnTo>
                  <a:lnTo>
                    <a:pt x="112926" y="909532"/>
                  </a:lnTo>
                  <a:lnTo>
                    <a:pt x="112413" y="908854"/>
                  </a:lnTo>
                  <a:lnTo>
                    <a:pt x="112303" y="908689"/>
                  </a:lnTo>
                  <a:lnTo>
                    <a:pt x="111671" y="908004"/>
                  </a:lnTo>
                  <a:lnTo>
                    <a:pt x="110708" y="907256"/>
                  </a:lnTo>
                  <a:lnTo>
                    <a:pt x="110038" y="906751"/>
                  </a:lnTo>
                  <a:lnTo>
                    <a:pt x="109390" y="906616"/>
                  </a:lnTo>
                  <a:lnTo>
                    <a:pt x="109164" y="906399"/>
                  </a:lnTo>
                  <a:lnTo>
                    <a:pt x="109066" y="906229"/>
                  </a:lnTo>
                  <a:lnTo>
                    <a:pt x="108859" y="905986"/>
                  </a:lnTo>
                  <a:lnTo>
                    <a:pt x="108748" y="905888"/>
                  </a:lnTo>
                  <a:lnTo>
                    <a:pt x="108495" y="905776"/>
                  </a:lnTo>
                  <a:lnTo>
                    <a:pt x="108252" y="905549"/>
                  </a:lnTo>
                  <a:lnTo>
                    <a:pt x="108289" y="905448"/>
                  </a:lnTo>
                  <a:lnTo>
                    <a:pt x="108269" y="905288"/>
                  </a:lnTo>
                  <a:lnTo>
                    <a:pt x="108012" y="905208"/>
                  </a:lnTo>
                  <a:lnTo>
                    <a:pt x="107760" y="905188"/>
                  </a:lnTo>
                  <a:lnTo>
                    <a:pt x="107514" y="905111"/>
                  </a:lnTo>
                  <a:lnTo>
                    <a:pt x="107331" y="905078"/>
                  </a:lnTo>
                  <a:lnTo>
                    <a:pt x="107149" y="904998"/>
                  </a:lnTo>
                  <a:lnTo>
                    <a:pt x="106946" y="904815"/>
                  </a:lnTo>
                  <a:lnTo>
                    <a:pt x="106632" y="904561"/>
                  </a:lnTo>
                  <a:lnTo>
                    <a:pt x="106556" y="904500"/>
                  </a:lnTo>
                  <a:lnTo>
                    <a:pt x="106017" y="904118"/>
                  </a:lnTo>
                  <a:lnTo>
                    <a:pt x="105850" y="903999"/>
                  </a:lnTo>
                  <a:lnTo>
                    <a:pt x="105686" y="903897"/>
                  </a:lnTo>
                  <a:lnTo>
                    <a:pt x="105398" y="903718"/>
                  </a:lnTo>
                  <a:lnTo>
                    <a:pt x="105321" y="903671"/>
                  </a:lnTo>
                  <a:lnTo>
                    <a:pt x="105186" y="903646"/>
                  </a:lnTo>
                  <a:lnTo>
                    <a:pt x="105082" y="903628"/>
                  </a:lnTo>
                  <a:lnTo>
                    <a:pt x="105013" y="903662"/>
                  </a:lnTo>
                  <a:lnTo>
                    <a:pt x="104792" y="903771"/>
                  </a:lnTo>
                  <a:lnTo>
                    <a:pt x="104421" y="903911"/>
                  </a:lnTo>
                  <a:lnTo>
                    <a:pt x="104415" y="903914"/>
                  </a:lnTo>
                  <a:lnTo>
                    <a:pt x="104125" y="903928"/>
                  </a:lnTo>
                  <a:lnTo>
                    <a:pt x="103986" y="903857"/>
                  </a:lnTo>
                  <a:lnTo>
                    <a:pt x="103709" y="903428"/>
                  </a:lnTo>
                  <a:lnTo>
                    <a:pt x="103344" y="903142"/>
                  </a:lnTo>
                  <a:lnTo>
                    <a:pt x="103311" y="903124"/>
                  </a:lnTo>
                  <a:lnTo>
                    <a:pt x="102939" y="902925"/>
                  </a:lnTo>
                  <a:lnTo>
                    <a:pt x="102890" y="902899"/>
                  </a:lnTo>
                  <a:lnTo>
                    <a:pt x="102855" y="902891"/>
                  </a:lnTo>
                  <a:lnTo>
                    <a:pt x="102387" y="902784"/>
                  </a:lnTo>
                  <a:lnTo>
                    <a:pt x="101908" y="902655"/>
                  </a:lnTo>
                  <a:lnTo>
                    <a:pt x="101366" y="902555"/>
                  </a:lnTo>
                  <a:lnTo>
                    <a:pt x="100976" y="902555"/>
                  </a:lnTo>
                  <a:lnTo>
                    <a:pt x="100384" y="902641"/>
                  </a:lnTo>
                  <a:lnTo>
                    <a:pt x="99842" y="902713"/>
                  </a:lnTo>
                  <a:lnTo>
                    <a:pt x="99690" y="902760"/>
                  </a:lnTo>
                  <a:lnTo>
                    <a:pt x="99636" y="902761"/>
                  </a:lnTo>
                  <a:lnTo>
                    <a:pt x="99339" y="902827"/>
                  </a:lnTo>
                  <a:lnTo>
                    <a:pt x="99062" y="903013"/>
                  </a:lnTo>
                  <a:lnTo>
                    <a:pt x="98810" y="903084"/>
                  </a:lnTo>
                  <a:lnTo>
                    <a:pt x="98558" y="903084"/>
                  </a:lnTo>
                  <a:lnTo>
                    <a:pt x="98318" y="902927"/>
                  </a:lnTo>
                  <a:lnTo>
                    <a:pt x="98249" y="902856"/>
                  </a:lnTo>
                  <a:lnTo>
                    <a:pt x="98081" y="902691"/>
                  </a:lnTo>
                  <a:lnTo>
                    <a:pt x="97973" y="902616"/>
                  </a:lnTo>
                  <a:lnTo>
                    <a:pt x="97878" y="902570"/>
                  </a:lnTo>
                  <a:lnTo>
                    <a:pt x="97487" y="902555"/>
                  </a:lnTo>
                  <a:lnTo>
                    <a:pt x="97459" y="902556"/>
                  </a:lnTo>
                  <a:lnTo>
                    <a:pt x="97097" y="902570"/>
                  </a:lnTo>
                  <a:lnTo>
                    <a:pt x="96668" y="902541"/>
                  </a:lnTo>
                  <a:lnTo>
                    <a:pt x="96467" y="902484"/>
                  </a:lnTo>
                  <a:lnTo>
                    <a:pt x="96328" y="902484"/>
                  </a:lnTo>
                  <a:lnTo>
                    <a:pt x="96300" y="902548"/>
                  </a:lnTo>
                  <a:lnTo>
                    <a:pt x="96265" y="902627"/>
                  </a:lnTo>
                  <a:lnTo>
                    <a:pt x="96255" y="902683"/>
                  </a:lnTo>
                  <a:lnTo>
                    <a:pt x="96215" y="902899"/>
                  </a:lnTo>
                  <a:lnTo>
                    <a:pt x="96165" y="903170"/>
                  </a:lnTo>
                  <a:lnTo>
                    <a:pt x="96143" y="903256"/>
                  </a:lnTo>
                  <a:lnTo>
                    <a:pt x="96089" y="903470"/>
                  </a:lnTo>
                  <a:lnTo>
                    <a:pt x="96127" y="903644"/>
                  </a:lnTo>
                  <a:lnTo>
                    <a:pt x="96139" y="903699"/>
                  </a:lnTo>
                  <a:lnTo>
                    <a:pt x="96215" y="904285"/>
                  </a:lnTo>
                  <a:lnTo>
                    <a:pt x="96139" y="904672"/>
                  </a:lnTo>
                  <a:lnTo>
                    <a:pt x="96026" y="904900"/>
                  </a:lnTo>
                  <a:lnTo>
                    <a:pt x="95812" y="904972"/>
                  </a:lnTo>
                  <a:lnTo>
                    <a:pt x="95560" y="904943"/>
                  </a:lnTo>
                  <a:lnTo>
                    <a:pt x="95207" y="904786"/>
                  </a:lnTo>
                  <a:lnTo>
                    <a:pt x="94880" y="904486"/>
                  </a:lnTo>
                  <a:lnTo>
                    <a:pt x="94837" y="904242"/>
                  </a:lnTo>
                  <a:lnTo>
                    <a:pt x="94744" y="904039"/>
                  </a:lnTo>
                  <a:lnTo>
                    <a:pt x="94363" y="904114"/>
                  </a:lnTo>
                  <a:lnTo>
                    <a:pt x="94011" y="904314"/>
                  </a:lnTo>
                  <a:lnTo>
                    <a:pt x="93583" y="904729"/>
                  </a:lnTo>
                  <a:lnTo>
                    <a:pt x="93280" y="905072"/>
                  </a:lnTo>
                  <a:lnTo>
                    <a:pt x="93041" y="905201"/>
                  </a:lnTo>
                  <a:lnTo>
                    <a:pt x="92688" y="905172"/>
                  </a:lnTo>
                  <a:lnTo>
                    <a:pt x="92348" y="905043"/>
                  </a:lnTo>
                  <a:lnTo>
                    <a:pt x="92345" y="905038"/>
                  </a:lnTo>
                  <a:lnTo>
                    <a:pt x="92159" y="904786"/>
                  </a:lnTo>
                  <a:lnTo>
                    <a:pt x="91907" y="904257"/>
                  </a:lnTo>
                  <a:lnTo>
                    <a:pt x="91811" y="903888"/>
                  </a:lnTo>
                  <a:lnTo>
                    <a:pt x="91769" y="903728"/>
                  </a:lnTo>
                  <a:lnTo>
                    <a:pt x="91517" y="903213"/>
                  </a:lnTo>
                  <a:lnTo>
                    <a:pt x="91252" y="902713"/>
                  </a:lnTo>
                  <a:lnTo>
                    <a:pt x="90991" y="902116"/>
                  </a:lnTo>
                  <a:lnTo>
                    <a:pt x="90928" y="901863"/>
                  </a:lnTo>
                  <a:lnTo>
                    <a:pt x="90915" y="901319"/>
                  </a:lnTo>
                  <a:lnTo>
                    <a:pt x="90926" y="901142"/>
                  </a:lnTo>
                  <a:lnTo>
                    <a:pt x="90935" y="901004"/>
                  </a:lnTo>
                  <a:lnTo>
                    <a:pt x="90940" y="900919"/>
                  </a:lnTo>
                  <a:lnTo>
                    <a:pt x="91016" y="900447"/>
                  </a:lnTo>
                  <a:lnTo>
                    <a:pt x="91117" y="900233"/>
                  </a:lnTo>
                  <a:lnTo>
                    <a:pt x="91123" y="900211"/>
                  </a:lnTo>
                  <a:lnTo>
                    <a:pt x="91277" y="899697"/>
                  </a:lnTo>
                  <a:lnTo>
                    <a:pt x="91343" y="899475"/>
                  </a:lnTo>
                  <a:lnTo>
                    <a:pt x="91379" y="899135"/>
                  </a:lnTo>
                  <a:lnTo>
                    <a:pt x="91394" y="898989"/>
                  </a:lnTo>
                  <a:lnTo>
                    <a:pt x="91408" y="898740"/>
                  </a:lnTo>
                  <a:lnTo>
                    <a:pt x="91404" y="898645"/>
                  </a:lnTo>
                  <a:lnTo>
                    <a:pt x="91427" y="898496"/>
                  </a:lnTo>
                  <a:lnTo>
                    <a:pt x="91305" y="898177"/>
                  </a:lnTo>
                  <a:lnTo>
                    <a:pt x="91288" y="898113"/>
                  </a:lnTo>
                  <a:lnTo>
                    <a:pt x="91260" y="897977"/>
                  </a:lnTo>
                  <a:lnTo>
                    <a:pt x="91224" y="897800"/>
                  </a:lnTo>
                  <a:lnTo>
                    <a:pt x="91154" y="897173"/>
                  </a:lnTo>
                  <a:lnTo>
                    <a:pt x="91054" y="896801"/>
                  </a:lnTo>
                  <a:lnTo>
                    <a:pt x="90914" y="896548"/>
                  </a:lnTo>
                  <a:lnTo>
                    <a:pt x="90865" y="896458"/>
                  </a:lnTo>
                  <a:lnTo>
                    <a:pt x="90688" y="896186"/>
                  </a:lnTo>
                  <a:lnTo>
                    <a:pt x="90610" y="896128"/>
                  </a:lnTo>
                  <a:lnTo>
                    <a:pt x="90474" y="896029"/>
                  </a:lnTo>
                  <a:lnTo>
                    <a:pt x="89744" y="895500"/>
                  </a:lnTo>
                  <a:lnTo>
                    <a:pt x="89580" y="895343"/>
                  </a:lnTo>
                  <a:lnTo>
                    <a:pt x="89504" y="895157"/>
                  </a:lnTo>
                  <a:lnTo>
                    <a:pt x="89504" y="894814"/>
                  </a:lnTo>
                  <a:lnTo>
                    <a:pt x="89517" y="894542"/>
                  </a:lnTo>
                  <a:lnTo>
                    <a:pt x="89605" y="894156"/>
                  </a:lnTo>
                  <a:lnTo>
                    <a:pt x="89719" y="893970"/>
                  </a:lnTo>
                  <a:lnTo>
                    <a:pt x="89933" y="893884"/>
                  </a:lnTo>
                  <a:lnTo>
                    <a:pt x="90109" y="893870"/>
                  </a:lnTo>
                  <a:lnTo>
                    <a:pt x="90298" y="893798"/>
                  </a:lnTo>
                  <a:lnTo>
                    <a:pt x="90378" y="893695"/>
                  </a:lnTo>
                  <a:lnTo>
                    <a:pt x="90608" y="893509"/>
                  </a:lnTo>
                  <a:lnTo>
                    <a:pt x="90475" y="893098"/>
                  </a:lnTo>
                  <a:lnTo>
                    <a:pt x="90323" y="892912"/>
                  </a:lnTo>
                  <a:lnTo>
                    <a:pt x="90210" y="892740"/>
                  </a:lnTo>
                  <a:lnTo>
                    <a:pt x="90046" y="892655"/>
                  </a:lnTo>
                  <a:lnTo>
                    <a:pt x="89933" y="892640"/>
                  </a:lnTo>
                  <a:lnTo>
                    <a:pt x="89630" y="892728"/>
                  </a:lnTo>
                  <a:lnTo>
                    <a:pt x="89534" y="892725"/>
                  </a:lnTo>
                  <a:lnTo>
                    <a:pt x="89084" y="892757"/>
                  </a:lnTo>
                  <a:lnTo>
                    <a:pt x="88616" y="892598"/>
                  </a:lnTo>
                  <a:lnTo>
                    <a:pt x="87969" y="892374"/>
                  </a:lnTo>
                  <a:lnTo>
                    <a:pt x="87492" y="892374"/>
                  </a:lnTo>
                  <a:lnTo>
                    <a:pt x="86939" y="892279"/>
                  </a:lnTo>
                  <a:lnTo>
                    <a:pt x="86274" y="892002"/>
                  </a:lnTo>
                  <a:lnTo>
                    <a:pt x="85739" y="891783"/>
                  </a:lnTo>
                  <a:lnTo>
                    <a:pt x="85554" y="891754"/>
                  </a:lnTo>
                  <a:lnTo>
                    <a:pt x="85329" y="891754"/>
                  </a:lnTo>
                  <a:lnTo>
                    <a:pt x="85173" y="891771"/>
                  </a:lnTo>
                  <a:lnTo>
                    <a:pt x="84679" y="891669"/>
                  </a:lnTo>
                  <a:lnTo>
                    <a:pt x="84435" y="891624"/>
                  </a:lnTo>
                  <a:lnTo>
                    <a:pt x="83810" y="891715"/>
                  </a:lnTo>
                  <a:lnTo>
                    <a:pt x="83482" y="891779"/>
                  </a:lnTo>
                  <a:lnTo>
                    <a:pt x="82817" y="892119"/>
                  </a:lnTo>
                  <a:lnTo>
                    <a:pt x="82442" y="892236"/>
                  </a:lnTo>
                  <a:lnTo>
                    <a:pt x="82105" y="892183"/>
                  </a:lnTo>
                  <a:lnTo>
                    <a:pt x="81852" y="891960"/>
                  </a:lnTo>
                  <a:lnTo>
                    <a:pt x="81664" y="891704"/>
                  </a:lnTo>
                  <a:lnTo>
                    <a:pt x="81374" y="891598"/>
                  </a:lnTo>
                  <a:lnTo>
                    <a:pt x="80812" y="891513"/>
                  </a:lnTo>
                  <a:lnTo>
                    <a:pt x="80119" y="891322"/>
                  </a:lnTo>
                  <a:lnTo>
                    <a:pt x="79350" y="891130"/>
                  </a:lnTo>
                  <a:lnTo>
                    <a:pt x="78966" y="890886"/>
                  </a:lnTo>
                  <a:lnTo>
                    <a:pt x="78854" y="890652"/>
                  </a:lnTo>
                  <a:lnTo>
                    <a:pt x="78863" y="890343"/>
                  </a:lnTo>
                  <a:lnTo>
                    <a:pt x="79041" y="889726"/>
                  </a:lnTo>
                  <a:lnTo>
                    <a:pt x="79013" y="889429"/>
                  </a:lnTo>
                  <a:lnTo>
                    <a:pt x="78863" y="889301"/>
                  </a:lnTo>
                  <a:lnTo>
                    <a:pt x="78517" y="889205"/>
                  </a:lnTo>
                  <a:lnTo>
                    <a:pt x="78245" y="888961"/>
                  </a:lnTo>
                  <a:lnTo>
                    <a:pt x="78104" y="888889"/>
                  </a:lnTo>
                  <a:lnTo>
                    <a:pt x="77908" y="888833"/>
                  </a:lnTo>
                  <a:lnTo>
                    <a:pt x="77645" y="888826"/>
                  </a:lnTo>
                  <a:lnTo>
                    <a:pt x="77524" y="888822"/>
                  </a:lnTo>
                  <a:lnTo>
                    <a:pt x="77364" y="888939"/>
                  </a:lnTo>
                  <a:lnTo>
                    <a:pt x="77233" y="889099"/>
                  </a:lnTo>
                  <a:lnTo>
                    <a:pt x="77233" y="889258"/>
                  </a:lnTo>
                  <a:lnTo>
                    <a:pt x="77196" y="889450"/>
                  </a:lnTo>
                  <a:lnTo>
                    <a:pt x="77111" y="889588"/>
                  </a:lnTo>
                  <a:lnTo>
                    <a:pt x="76821" y="889662"/>
                  </a:lnTo>
                  <a:lnTo>
                    <a:pt x="76701" y="889673"/>
                  </a:lnTo>
                  <a:lnTo>
                    <a:pt x="76596" y="889673"/>
                  </a:lnTo>
                  <a:lnTo>
                    <a:pt x="76491" y="889681"/>
                  </a:lnTo>
                  <a:lnTo>
                    <a:pt x="76315" y="889694"/>
                  </a:lnTo>
                  <a:lnTo>
                    <a:pt x="76061" y="889733"/>
                  </a:lnTo>
                  <a:lnTo>
                    <a:pt x="76034" y="889737"/>
                  </a:lnTo>
                  <a:lnTo>
                    <a:pt x="75675" y="889677"/>
                  </a:lnTo>
                  <a:lnTo>
                    <a:pt x="75650" y="889673"/>
                  </a:lnTo>
                  <a:lnTo>
                    <a:pt x="75636" y="889674"/>
                  </a:lnTo>
                  <a:lnTo>
                    <a:pt x="75524" y="889683"/>
                  </a:lnTo>
                  <a:lnTo>
                    <a:pt x="75238" y="889705"/>
                  </a:lnTo>
                  <a:lnTo>
                    <a:pt x="74907" y="889839"/>
                  </a:lnTo>
                  <a:lnTo>
                    <a:pt x="74844" y="889865"/>
                  </a:lnTo>
                  <a:lnTo>
                    <a:pt x="74770" y="889884"/>
                  </a:lnTo>
                  <a:lnTo>
                    <a:pt x="74441" y="889971"/>
                  </a:lnTo>
                  <a:lnTo>
                    <a:pt x="74113" y="889971"/>
                  </a:lnTo>
                  <a:lnTo>
                    <a:pt x="73832" y="889950"/>
                  </a:lnTo>
                  <a:lnTo>
                    <a:pt x="73711" y="889886"/>
                  </a:lnTo>
                  <a:lnTo>
                    <a:pt x="73336" y="889641"/>
                  </a:lnTo>
                  <a:lnTo>
                    <a:pt x="72961" y="889492"/>
                  </a:lnTo>
                  <a:lnTo>
                    <a:pt x="72596" y="889397"/>
                  </a:lnTo>
                  <a:lnTo>
                    <a:pt x="72371" y="889397"/>
                  </a:lnTo>
                  <a:lnTo>
                    <a:pt x="72165" y="889482"/>
                  </a:lnTo>
                  <a:lnTo>
                    <a:pt x="72095" y="889580"/>
                  </a:lnTo>
                  <a:lnTo>
                    <a:pt x="72015" y="889694"/>
                  </a:lnTo>
                  <a:lnTo>
                    <a:pt x="71890" y="889833"/>
                  </a:lnTo>
                  <a:lnTo>
                    <a:pt x="71678" y="890067"/>
                  </a:lnTo>
                  <a:lnTo>
                    <a:pt x="71449" y="890256"/>
                  </a:lnTo>
                  <a:lnTo>
                    <a:pt x="71228" y="890439"/>
                  </a:lnTo>
                  <a:lnTo>
                    <a:pt x="71003" y="890566"/>
                  </a:lnTo>
                  <a:lnTo>
                    <a:pt x="70895" y="890570"/>
                  </a:lnTo>
                  <a:lnTo>
                    <a:pt x="70666" y="890577"/>
                  </a:lnTo>
                  <a:lnTo>
                    <a:pt x="70385" y="890545"/>
                  </a:lnTo>
                  <a:lnTo>
                    <a:pt x="70216" y="890471"/>
                  </a:lnTo>
                  <a:lnTo>
                    <a:pt x="70010" y="890428"/>
                  </a:lnTo>
                  <a:lnTo>
                    <a:pt x="69902" y="890456"/>
                  </a:lnTo>
                  <a:lnTo>
                    <a:pt x="69841" y="890471"/>
                  </a:lnTo>
                  <a:lnTo>
                    <a:pt x="69573" y="890604"/>
                  </a:lnTo>
                  <a:lnTo>
                    <a:pt x="69476" y="890652"/>
                  </a:lnTo>
                  <a:lnTo>
                    <a:pt x="69101" y="890800"/>
                  </a:lnTo>
                  <a:lnTo>
                    <a:pt x="68802" y="890843"/>
                  </a:lnTo>
                  <a:lnTo>
                    <a:pt x="68643" y="890899"/>
                  </a:lnTo>
                  <a:lnTo>
                    <a:pt x="68632" y="890897"/>
                  </a:lnTo>
                  <a:lnTo>
                    <a:pt x="68389" y="890939"/>
                  </a:lnTo>
                  <a:lnTo>
                    <a:pt x="68361" y="890948"/>
                  </a:lnTo>
                  <a:lnTo>
                    <a:pt x="68338" y="890957"/>
                  </a:lnTo>
                  <a:lnTo>
                    <a:pt x="68271" y="890993"/>
                  </a:lnTo>
                  <a:lnTo>
                    <a:pt x="68249" y="891007"/>
                  </a:lnTo>
                  <a:lnTo>
                    <a:pt x="68234" y="891017"/>
                  </a:lnTo>
                  <a:lnTo>
                    <a:pt x="67956" y="891159"/>
                  </a:lnTo>
                  <a:lnTo>
                    <a:pt x="67705" y="891278"/>
                  </a:lnTo>
                  <a:lnTo>
                    <a:pt x="67668" y="891311"/>
                  </a:lnTo>
                  <a:lnTo>
                    <a:pt x="67509" y="891545"/>
                  </a:lnTo>
                  <a:lnTo>
                    <a:pt x="67462" y="891843"/>
                  </a:lnTo>
                  <a:lnTo>
                    <a:pt x="67462" y="892098"/>
                  </a:lnTo>
                  <a:lnTo>
                    <a:pt x="67565" y="892332"/>
                  </a:lnTo>
                  <a:lnTo>
                    <a:pt x="67743" y="892555"/>
                  </a:lnTo>
                  <a:lnTo>
                    <a:pt x="67930" y="892970"/>
                  </a:lnTo>
                  <a:lnTo>
                    <a:pt x="67949" y="893130"/>
                  </a:lnTo>
                  <a:lnTo>
                    <a:pt x="67921" y="893225"/>
                  </a:lnTo>
                  <a:lnTo>
                    <a:pt x="67780" y="893268"/>
                  </a:lnTo>
                  <a:lnTo>
                    <a:pt x="67738" y="893259"/>
                  </a:lnTo>
                  <a:lnTo>
                    <a:pt x="67621" y="893236"/>
                  </a:lnTo>
                  <a:lnTo>
                    <a:pt x="67406" y="893183"/>
                  </a:lnTo>
                  <a:lnTo>
                    <a:pt x="67256" y="893140"/>
                  </a:lnTo>
                  <a:lnTo>
                    <a:pt x="67134" y="893183"/>
                  </a:lnTo>
                  <a:lnTo>
                    <a:pt x="67097" y="893321"/>
                  </a:lnTo>
                  <a:lnTo>
                    <a:pt x="67153" y="893566"/>
                  </a:lnTo>
                  <a:lnTo>
                    <a:pt x="67162" y="893714"/>
                  </a:lnTo>
                  <a:lnTo>
                    <a:pt x="67003" y="893789"/>
                  </a:lnTo>
                  <a:lnTo>
                    <a:pt x="66581" y="893800"/>
                  </a:lnTo>
                  <a:lnTo>
                    <a:pt x="66188" y="893746"/>
                  </a:lnTo>
                  <a:lnTo>
                    <a:pt x="66019" y="893672"/>
                  </a:lnTo>
                  <a:lnTo>
                    <a:pt x="65841" y="893395"/>
                  </a:lnTo>
                  <a:lnTo>
                    <a:pt x="65588" y="892981"/>
                  </a:lnTo>
                  <a:lnTo>
                    <a:pt x="65375" y="892466"/>
                  </a:lnTo>
                  <a:lnTo>
                    <a:pt x="65359" y="892427"/>
                  </a:lnTo>
                  <a:lnTo>
                    <a:pt x="65288" y="892257"/>
                  </a:lnTo>
                  <a:lnTo>
                    <a:pt x="65114" y="891860"/>
                  </a:lnTo>
                  <a:lnTo>
                    <a:pt x="64751" y="891031"/>
                  </a:lnTo>
                  <a:lnTo>
                    <a:pt x="64709" y="890939"/>
                  </a:lnTo>
                  <a:lnTo>
                    <a:pt x="64195" y="890067"/>
                  </a:lnTo>
                  <a:lnTo>
                    <a:pt x="64072" y="889748"/>
                  </a:lnTo>
                  <a:lnTo>
                    <a:pt x="63910" y="889322"/>
                  </a:lnTo>
                  <a:lnTo>
                    <a:pt x="63847" y="888741"/>
                  </a:lnTo>
                  <a:lnTo>
                    <a:pt x="63847" y="888330"/>
                  </a:lnTo>
                  <a:lnTo>
                    <a:pt x="63752" y="887917"/>
                  </a:lnTo>
                  <a:lnTo>
                    <a:pt x="63765" y="887593"/>
                  </a:lnTo>
                  <a:lnTo>
                    <a:pt x="63840" y="887275"/>
                  </a:lnTo>
                  <a:lnTo>
                    <a:pt x="63646" y="887275"/>
                  </a:lnTo>
                  <a:lnTo>
                    <a:pt x="63448" y="887280"/>
                  </a:lnTo>
                  <a:lnTo>
                    <a:pt x="62785" y="887294"/>
                  </a:lnTo>
                  <a:lnTo>
                    <a:pt x="61774" y="887323"/>
                  </a:lnTo>
                  <a:lnTo>
                    <a:pt x="61474" y="887394"/>
                  </a:lnTo>
                  <a:lnTo>
                    <a:pt x="61287" y="887606"/>
                  </a:lnTo>
                  <a:lnTo>
                    <a:pt x="61213" y="887799"/>
                  </a:lnTo>
                  <a:lnTo>
                    <a:pt x="61162" y="887933"/>
                  </a:lnTo>
                  <a:lnTo>
                    <a:pt x="61187" y="888244"/>
                  </a:lnTo>
                  <a:lnTo>
                    <a:pt x="61183" y="888335"/>
                  </a:lnTo>
                  <a:lnTo>
                    <a:pt x="61174" y="888542"/>
                  </a:lnTo>
                  <a:lnTo>
                    <a:pt x="61074" y="888698"/>
                  </a:lnTo>
                  <a:lnTo>
                    <a:pt x="60826" y="888788"/>
                  </a:lnTo>
                  <a:lnTo>
                    <a:pt x="60799" y="888798"/>
                  </a:lnTo>
                  <a:lnTo>
                    <a:pt x="60643" y="888814"/>
                  </a:lnTo>
                  <a:lnTo>
                    <a:pt x="60112" y="888868"/>
                  </a:lnTo>
                  <a:lnTo>
                    <a:pt x="59879" y="888894"/>
                  </a:lnTo>
                  <a:lnTo>
                    <a:pt x="59656" y="888918"/>
                  </a:lnTo>
                  <a:lnTo>
                    <a:pt x="59588" y="888925"/>
                  </a:lnTo>
                  <a:lnTo>
                    <a:pt x="59038" y="888897"/>
                  </a:lnTo>
                  <a:lnTo>
                    <a:pt x="58489" y="888769"/>
                  </a:lnTo>
                  <a:lnTo>
                    <a:pt x="58039" y="888400"/>
                  </a:lnTo>
                  <a:lnTo>
                    <a:pt x="57752" y="887918"/>
                  </a:lnTo>
                  <a:lnTo>
                    <a:pt x="57664" y="887564"/>
                  </a:lnTo>
                  <a:lnTo>
                    <a:pt x="57671" y="887537"/>
                  </a:lnTo>
                  <a:lnTo>
                    <a:pt x="57739" y="887266"/>
                  </a:lnTo>
                  <a:lnTo>
                    <a:pt x="57753" y="887137"/>
                  </a:lnTo>
                  <a:lnTo>
                    <a:pt x="57777" y="886926"/>
                  </a:lnTo>
                  <a:lnTo>
                    <a:pt x="57714" y="886784"/>
                  </a:lnTo>
                  <a:lnTo>
                    <a:pt x="57477" y="886670"/>
                  </a:lnTo>
                  <a:lnTo>
                    <a:pt x="57202" y="886316"/>
                  </a:lnTo>
                  <a:lnTo>
                    <a:pt x="57152" y="886075"/>
                  </a:lnTo>
                  <a:lnTo>
                    <a:pt x="57065" y="885579"/>
                  </a:lnTo>
                  <a:lnTo>
                    <a:pt x="56940" y="885366"/>
                  </a:lnTo>
                  <a:lnTo>
                    <a:pt x="56777" y="885338"/>
                  </a:lnTo>
                  <a:lnTo>
                    <a:pt x="56577" y="885366"/>
                  </a:lnTo>
                  <a:lnTo>
                    <a:pt x="56240" y="885508"/>
                  </a:lnTo>
                  <a:lnTo>
                    <a:pt x="56169" y="885551"/>
                  </a:lnTo>
                  <a:lnTo>
                    <a:pt x="55840" y="885749"/>
                  </a:lnTo>
                  <a:lnTo>
                    <a:pt x="55618" y="885936"/>
                  </a:lnTo>
                  <a:lnTo>
                    <a:pt x="55066" y="886174"/>
                  </a:lnTo>
                  <a:lnTo>
                    <a:pt x="54566" y="886359"/>
                  </a:lnTo>
                  <a:lnTo>
                    <a:pt x="54167" y="886458"/>
                  </a:lnTo>
                  <a:lnTo>
                    <a:pt x="53804" y="886543"/>
                  </a:lnTo>
                  <a:lnTo>
                    <a:pt x="53517" y="886727"/>
                  </a:lnTo>
                  <a:lnTo>
                    <a:pt x="53292" y="886954"/>
                  </a:lnTo>
                  <a:lnTo>
                    <a:pt x="53263" y="887002"/>
                  </a:lnTo>
                  <a:lnTo>
                    <a:pt x="53152" y="887183"/>
                  </a:lnTo>
                  <a:lnTo>
                    <a:pt x="53092" y="887280"/>
                  </a:lnTo>
                  <a:lnTo>
                    <a:pt x="52955" y="887592"/>
                  </a:lnTo>
                  <a:lnTo>
                    <a:pt x="52618" y="887862"/>
                  </a:lnTo>
                  <a:lnTo>
                    <a:pt x="52230" y="888046"/>
                  </a:lnTo>
                  <a:lnTo>
                    <a:pt x="51618" y="888188"/>
                  </a:lnTo>
                  <a:lnTo>
                    <a:pt x="50817" y="888395"/>
                  </a:lnTo>
                  <a:lnTo>
                    <a:pt x="50809" y="888388"/>
                  </a:lnTo>
                  <a:lnTo>
                    <a:pt x="50572" y="888561"/>
                  </a:lnTo>
                  <a:lnTo>
                    <a:pt x="50305" y="888191"/>
                  </a:lnTo>
                  <a:lnTo>
                    <a:pt x="49699" y="887552"/>
                  </a:lnTo>
                  <a:lnTo>
                    <a:pt x="49505" y="887384"/>
                  </a:lnTo>
                  <a:lnTo>
                    <a:pt x="49376" y="887220"/>
                  </a:lnTo>
                  <a:lnTo>
                    <a:pt x="49201" y="886970"/>
                  </a:lnTo>
                  <a:lnTo>
                    <a:pt x="49064" y="886582"/>
                  </a:lnTo>
                  <a:lnTo>
                    <a:pt x="49049" y="886481"/>
                  </a:lnTo>
                  <a:lnTo>
                    <a:pt x="49026" y="886332"/>
                  </a:lnTo>
                  <a:lnTo>
                    <a:pt x="48874" y="886038"/>
                  </a:lnTo>
                  <a:lnTo>
                    <a:pt x="48684" y="885883"/>
                  </a:lnTo>
                  <a:lnTo>
                    <a:pt x="48471" y="885797"/>
                  </a:lnTo>
                  <a:lnTo>
                    <a:pt x="48356" y="885804"/>
                  </a:lnTo>
                  <a:lnTo>
                    <a:pt x="48312" y="885799"/>
                  </a:lnTo>
                  <a:lnTo>
                    <a:pt x="48116" y="885882"/>
                  </a:lnTo>
                  <a:lnTo>
                    <a:pt x="47983" y="886056"/>
                  </a:lnTo>
                  <a:lnTo>
                    <a:pt x="47968" y="886094"/>
                  </a:lnTo>
                  <a:lnTo>
                    <a:pt x="47944" y="886123"/>
                  </a:lnTo>
                  <a:lnTo>
                    <a:pt x="47757" y="886513"/>
                  </a:lnTo>
                  <a:lnTo>
                    <a:pt x="47610" y="886698"/>
                  </a:lnTo>
                  <a:lnTo>
                    <a:pt x="47563" y="886719"/>
                  </a:lnTo>
                  <a:lnTo>
                    <a:pt x="47487" y="886754"/>
                  </a:lnTo>
                  <a:lnTo>
                    <a:pt x="47332" y="886698"/>
                  </a:lnTo>
                  <a:lnTo>
                    <a:pt x="47250" y="886587"/>
                  </a:lnTo>
                  <a:lnTo>
                    <a:pt x="47144" y="886429"/>
                  </a:lnTo>
                  <a:lnTo>
                    <a:pt x="47088" y="886257"/>
                  </a:lnTo>
                  <a:lnTo>
                    <a:pt x="47052" y="886194"/>
                  </a:lnTo>
                  <a:lnTo>
                    <a:pt x="47023" y="885799"/>
                  </a:lnTo>
                  <a:lnTo>
                    <a:pt x="47023" y="885517"/>
                  </a:lnTo>
                  <a:lnTo>
                    <a:pt x="47016" y="884973"/>
                  </a:lnTo>
                  <a:lnTo>
                    <a:pt x="47023" y="884662"/>
                  </a:lnTo>
                  <a:lnTo>
                    <a:pt x="46980" y="884233"/>
                  </a:lnTo>
                  <a:lnTo>
                    <a:pt x="46903" y="884071"/>
                  </a:lnTo>
                  <a:lnTo>
                    <a:pt x="46878" y="884019"/>
                  </a:lnTo>
                  <a:lnTo>
                    <a:pt x="46715" y="883883"/>
                  </a:lnTo>
                  <a:lnTo>
                    <a:pt x="46602" y="883788"/>
                  </a:lnTo>
                  <a:lnTo>
                    <a:pt x="46143" y="883635"/>
                  </a:lnTo>
                  <a:lnTo>
                    <a:pt x="46022" y="883574"/>
                  </a:lnTo>
                  <a:lnTo>
                    <a:pt x="45659" y="883376"/>
                  </a:lnTo>
                  <a:lnTo>
                    <a:pt x="45528" y="883261"/>
                  </a:lnTo>
                  <a:lnTo>
                    <a:pt x="45493" y="883167"/>
                  </a:lnTo>
                  <a:lnTo>
                    <a:pt x="45412" y="882948"/>
                  </a:lnTo>
                  <a:lnTo>
                    <a:pt x="45412" y="882932"/>
                  </a:lnTo>
                  <a:lnTo>
                    <a:pt x="45412" y="882700"/>
                  </a:lnTo>
                  <a:lnTo>
                    <a:pt x="45461" y="882447"/>
                  </a:lnTo>
                  <a:lnTo>
                    <a:pt x="45470" y="882404"/>
                  </a:lnTo>
                  <a:lnTo>
                    <a:pt x="45673" y="882124"/>
                  </a:lnTo>
                  <a:lnTo>
                    <a:pt x="45747" y="882080"/>
                  </a:lnTo>
                  <a:lnTo>
                    <a:pt x="45760" y="882058"/>
                  </a:lnTo>
                  <a:lnTo>
                    <a:pt x="46152" y="881777"/>
                  </a:lnTo>
                  <a:lnTo>
                    <a:pt x="46370" y="881662"/>
                  </a:lnTo>
                  <a:lnTo>
                    <a:pt x="46660" y="881646"/>
                  </a:lnTo>
                  <a:lnTo>
                    <a:pt x="46799" y="881570"/>
                  </a:lnTo>
                  <a:lnTo>
                    <a:pt x="46809" y="881551"/>
                  </a:lnTo>
                  <a:lnTo>
                    <a:pt x="46836" y="881207"/>
                  </a:lnTo>
                  <a:lnTo>
                    <a:pt x="46882" y="880894"/>
                  </a:lnTo>
                  <a:lnTo>
                    <a:pt x="46859" y="880650"/>
                  </a:lnTo>
                  <a:lnTo>
                    <a:pt x="46775" y="880456"/>
                  </a:lnTo>
                  <a:lnTo>
                    <a:pt x="46747" y="880409"/>
                  </a:lnTo>
                  <a:lnTo>
                    <a:pt x="46297" y="880014"/>
                  </a:lnTo>
                  <a:lnTo>
                    <a:pt x="46123" y="879833"/>
                  </a:lnTo>
                  <a:lnTo>
                    <a:pt x="46065" y="879635"/>
                  </a:lnTo>
                  <a:lnTo>
                    <a:pt x="46153" y="879377"/>
                  </a:lnTo>
                  <a:lnTo>
                    <a:pt x="46167" y="879338"/>
                  </a:lnTo>
                  <a:lnTo>
                    <a:pt x="46192" y="879309"/>
                  </a:lnTo>
                  <a:lnTo>
                    <a:pt x="46472" y="879107"/>
                  </a:lnTo>
                  <a:lnTo>
                    <a:pt x="46980" y="878877"/>
                  </a:lnTo>
                  <a:lnTo>
                    <a:pt x="47084" y="878765"/>
                  </a:lnTo>
                  <a:lnTo>
                    <a:pt x="47117" y="878730"/>
                  </a:lnTo>
                  <a:lnTo>
                    <a:pt x="47241" y="878596"/>
                  </a:lnTo>
                  <a:lnTo>
                    <a:pt x="47401" y="878168"/>
                  </a:lnTo>
                  <a:lnTo>
                    <a:pt x="47604" y="877624"/>
                  </a:lnTo>
                  <a:lnTo>
                    <a:pt x="47680" y="877529"/>
                  </a:lnTo>
                  <a:lnTo>
                    <a:pt x="47909" y="877245"/>
                  </a:lnTo>
                  <a:lnTo>
                    <a:pt x="48040" y="877163"/>
                  </a:lnTo>
                  <a:lnTo>
                    <a:pt x="48461" y="877047"/>
                  </a:lnTo>
                  <a:lnTo>
                    <a:pt x="49187" y="876998"/>
                  </a:lnTo>
                  <a:lnTo>
                    <a:pt x="49666" y="877014"/>
                  </a:lnTo>
                  <a:lnTo>
                    <a:pt x="49851" y="877105"/>
                  </a:lnTo>
                  <a:lnTo>
                    <a:pt x="49970" y="877130"/>
                  </a:lnTo>
                  <a:lnTo>
                    <a:pt x="50304" y="877294"/>
                  </a:lnTo>
                  <a:lnTo>
                    <a:pt x="50537" y="877410"/>
                  </a:lnTo>
                  <a:lnTo>
                    <a:pt x="50696" y="877608"/>
                  </a:lnTo>
                  <a:lnTo>
                    <a:pt x="50871" y="877739"/>
                  </a:lnTo>
                  <a:lnTo>
                    <a:pt x="51040" y="877765"/>
                  </a:lnTo>
                  <a:lnTo>
                    <a:pt x="51088" y="877772"/>
                  </a:lnTo>
                  <a:lnTo>
                    <a:pt x="51335" y="877756"/>
                  </a:lnTo>
                  <a:lnTo>
                    <a:pt x="51626" y="877591"/>
                  </a:lnTo>
                  <a:lnTo>
                    <a:pt x="51785" y="877278"/>
                  </a:lnTo>
                  <a:lnTo>
                    <a:pt x="51829" y="876817"/>
                  </a:lnTo>
                  <a:lnTo>
                    <a:pt x="51858" y="876388"/>
                  </a:lnTo>
                  <a:lnTo>
                    <a:pt x="51861" y="876383"/>
                  </a:lnTo>
                  <a:lnTo>
                    <a:pt x="51930" y="876273"/>
                  </a:lnTo>
                  <a:lnTo>
                    <a:pt x="52148" y="876256"/>
                  </a:lnTo>
                  <a:lnTo>
                    <a:pt x="52410" y="876289"/>
                  </a:lnTo>
                  <a:lnTo>
                    <a:pt x="52671" y="876437"/>
                  </a:lnTo>
                  <a:lnTo>
                    <a:pt x="52860" y="876503"/>
                  </a:lnTo>
                  <a:lnTo>
                    <a:pt x="52990" y="876503"/>
                  </a:lnTo>
                  <a:lnTo>
                    <a:pt x="53077" y="876355"/>
                  </a:lnTo>
                  <a:lnTo>
                    <a:pt x="53194" y="876075"/>
                  </a:lnTo>
                  <a:lnTo>
                    <a:pt x="53382" y="875959"/>
                  </a:lnTo>
                  <a:lnTo>
                    <a:pt x="53615" y="875959"/>
                  </a:lnTo>
                  <a:lnTo>
                    <a:pt x="53818" y="876091"/>
                  </a:lnTo>
                  <a:lnTo>
                    <a:pt x="54036" y="876372"/>
                  </a:lnTo>
                  <a:lnTo>
                    <a:pt x="54199" y="876726"/>
                  </a:lnTo>
                  <a:lnTo>
                    <a:pt x="54210" y="876751"/>
                  </a:lnTo>
                  <a:lnTo>
                    <a:pt x="54235" y="876788"/>
                  </a:lnTo>
                  <a:lnTo>
                    <a:pt x="54384" y="877014"/>
                  </a:lnTo>
                  <a:lnTo>
                    <a:pt x="54515" y="877278"/>
                  </a:lnTo>
                  <a:lnTo>
                    <a:pt x="54703" y="877443"/>
                  </a:lnTo>
                  <a:lnTo>
                    <a:pt x="54936" y="877476"/>
                  </a:lnTo>
                  <a:lnTo>
                    <a:pt x="55011" y="877476"/>
                  </a:lnTo>
                  <a:lnTo>
                    <a:pt x="55183" y="877411"/>
                  </a:lnTo>
                  <a:lnTo>
                    <a:pt x="55216" y="877358"/>
                  </a:lnTo>
                  <a:lnTo>
                    <a:pt x="55270" y="877266"/>
                  </a:lnTo>
                  <a:lnTo>
                    <a:pt x="55566" y="876959"/>
                  </a:lnTo>
                  <a:lnTo>
                    <a:pt x="55925" y="876430"/>
                  </a:lnTo>
                  <a:lnTo>
                    <a:pt x="56419" y="875972"/>
                  </a:lnTo>
                  <a:lnTo>
                    <a:pt x="56464" y="875930"/>
                  </a:lnTo>
                  <a:lnTo>
                    <a:pt x="57003" y="875531"/>
                  </a:lnTo>
                  <a:lnTo>
                    <a:pt x="57301" y="875343"/>
                  </a:lnTo>
                  <a:lnTo>
                    <a:pt x="57444" y="875253"/>
                  </a:lnTo>
                  <a:lnTo>
                    <a:pt x="57647" y="875150"/>
                  </a:lnTo>
                  <a:lnTo>
                    <a:pt x="58049" y="874947"/>
                  </a:lnTo>
                  <a:lnTo>
                    <a:pt x="58432" y="874836"/>
                  </a:lnTo>
                  <a:lnTo>
                    <a:pt x="58751" y="874891"/>
                  </a:lnTo>
                  <a:lnTo>
                    <a:pt x="58971" y="875003"/>
                  </a:lnTo>
                  <a:lnTo>
                    <a:pt x="58981" y="875011"/>
                  </a:lnTo>
                  <a:lnTo>
                    <a:pt x="59257" y="875234"/>
                  </a:lnTo>
                  <a:lnTo>
                    <a:pt x="59416" y="875389"/>
                  </a:lnTo>
                  <a:lnTo>
                    <a:pt x="59496" y="875486"/>
                  </a:lnTo>
                  <a:lnTo>
                    <a:pt x="60029" y="875948"/>
                  </a:lnTo>
                  <a:lnTo>
                    <a:pt x="60322" y="876183"/>
                  </a:lnTo>
                  <a:lnTo>
                    <a:pt x="60478" y="876399"/>
                  </a:lnTo>
                  <a:lnTo>
                    <a:pt x="60746" y="876664"/>
                  </a:lnTo>
                  <a:lnTo>
                    <a:pt x="61100" y="876762"/>
                  </a:lnTo>
                  <a:lnTo>
                    <a:pt x="61325" y="876948"/>
                  </a:lnTo>
                  <a:lnTo>
                    <a:pt x="61454" y="877194"/>
                  </a:lnTo>
                  <a:lnTo>
                    <a:pt x="61601" y="877566"/>
                  </a:lnTo>
                  <a:lnTo>
                    <a:pt x="61739" y="877890"/>
                  </a:lnTo>
                  <a:lnTo>
                    <a:pt x="61826" y="878164"/>
                  </a:lnTo>
                  <a:lnTo>
                    <a:pt x="61981" y="878449"/>
                  </a:lnTo>
                  <a:lnTo>
                    <a:pt x="62189" y="878586"/>
                  </a:lnTo>
                  <a:lnTo>
                    <a:pt x="62387" y="878596"/>
                  </a:lnTo>
                  <a:lnTo>
                    <a:pt x="62724" y="878557"/>
                  </a:lnTo>
                  <a:lnTo>
                    <a:pt x="63398" y="878439"/>
                  </a:lnTo>
                  <a:lnTo>
                    <a:pt x="63899" y="878410"/>
                  </a:lnTo>
                  <a:lnTo>
                    <a:pt x="64189" y="878363"/>
                  </a:lnTo>
                  <a:lnTo>
                    <a:pt x="64508" y="878311"/>
                  </a:lnTo>
                  <a:lnTo>
                    <a:pt x="64754" y="878271"/>
                  </a:lnTo>
                  <a:lnTo>
                    <a:pt x="64867" y="878253"/>
                  </a:lnTo>
                  <a:lnTo>
                    <a:pt x="64982" y="878232"/>
                  </a:lnTo>
                  <a:lnTo>
                    <a:pt x="65307" y="878174"/>
                  </a:lnTo>
                  <a:lnTo>
                    <a:pt x="65664" y="877975"/>
                  </a:lnTo>
                  <a:lnTo>
                    <a:pt x="65746" y="877905"/>
                  </a:lnTo>
                  <a:lnTo>
                    <a:pt x="65887" y="877781"/>
                  </a:lnTo>
                  <a:lnTo>
                    <a:pt x="66348" y="877704"/>
                  </a:lnTo>
                  <a:lnTo>
                    <a:pt x="66643" y="877598"/>
                  </a:lnTo>
                  <a:lnTo>
                    <a:pt x="66829" y="877475"/>
                  </a:lnTo>
                  <a:lnTo>
                    <a:pt x="66900" y="877126"/>
                  </a:lnTo>
                  <a:lnTo>
                    <a:pt x="66922" y="877017"/>
                  </a:lnTo>
                  <a:lnTo>
                    <a:pt x="67232" y="876313"/>
                  </a:lnTo>
                  <a:lnTo>
                    <a:pt x="67341" y="875819"/>
                  </a:lnTo>
                  <a:lnTo>
                    <a:pt x="67369" y="875715"/>
                  </a:lnTo>
                  <a:lnTo>
                    <a:pt x="67388" y="875632"/>
                  </a:lnTo>
                  <a:lnTo>
                    <a:pt x="67396" y="875619"/>
                  </a:lnTo>
                  <a:lnTo>
                    <a:pt x="67545" y="875393"/>
                  </a:lnTo>
                  <a:lnTo>
                    <a:pt x="67574" y="875350"/>
                  </a:lnTo>
                  <a:lnTo>
                    <a:pt x="67779" y="875138"/>
                  </a:lnTo>
                  <a:lnTo>
                    <a:pt x="67802" y="875115"/>
                  </a:lnTo>
                  <a:lnTo>
                    <a:pt x="68443" y="874998"/>
                  </a:lnTo>
                  <a:lnTo>
                    <a:pt x="69105" y="874974"/>
                  </a:lnTo>
                  <a:lnTo>
                    <a:pt x="69870" y="874904"/>
                  </a:lnTo>
                  <a:lnTo>
                    <a:pt x="69881" y="874902"/>
                  </a:lnTo>
                  <a:lnTo>
                    <a:pt x="70417" y="874824"/>
                  </a:lnTo>
                  <a:lnTo>
                    <a:pt x="70676" y="874786"/>
                  </a:lnTo>
                  <a:lnTo>
                    <a:pt x="70835" y="874731"/>
                  </a:lnTo>
                  <a:lnTo>
                    <a:pt x="71015" y="874667"/>
                  </a:lnTo>
                  <a:lnTo>
                    <a:pt x="71275" y="874575"/>
                  </a:lnTo>
                  <a:lnTo>
                    <a:pt x="71966" y="874353"/>
                  </a:lnTo>
                  <a:lnTo>
                    <a:pt x="72312" y="874222"/>
                  </a:lnTo>
                  <a:lnTo>
                    <a:pt x="72321" y="874215"/>
                  </a:lnTo>
                  <a:lnTo>
                    <a:pt x="72569" y="874078"/>
                  </a:lnTo>
                  <a:lnTo>
                    <a:pt x="73197" y="873861"/>
                  </a:lnTo>
                  <a:lnTo>
                    <a:pt x="73367" y="873803"/>
                  </a:lnTo>
                  <a:lnTo>
                    <a:pt x="74215" y="873384"/>
                  </a:lnTo>
                  <a:lnTo>
                    <a:pt x="74583" y="873196"/>
                  </a:lnTo>
                  <a:lnTo>
                    <a:pt x="74823" y="873154"/>
                  </a:lnTo>
                  <a:lnTo>
                    <a:pt x="75229" y="873238"/>
                  </a:lnTo>
                  <a:lnTo>
                    <a:pt x="75328" y="873261"/>
                  </a:lnTo>
                  <a:lnTo>
                    <a:pt x="75671" y="873342"/>
                  </a:lnTo>
                  <a:lnTo>
                    <a:pt x="75899" y="873332"/>
                  </a:lnTo>
                  <a:lnTo>
                    <a:pt x="76151" y="873321"/>
                  </a:lnTo>
                  <a:lnTo>
                    <a:pt x="76436" y="873296"/>
                  </a:lnTo>
                  <a:lnTo>
                    <a:pt x="76628" y="873211"/>
                  </a:lnTo>
                  <a:lnTo>
                    <a:pt x="76780" y="872945"/>
                  </a:lnTo>
                  <a:lnTo>
                    <a:pt x="76839" y="872568"/>
                  </a:lnTo>
                  <a:lnTo>
                    <a:pt x="76849" y="872505"/>
                  </a:lnTo>
                  <a:lnTo>
                    <a:pt x="76973" y="872097"/>
                  </a:lnTo>
                  <a:lnTo>
                    <a:pt x="77167" y="871720"/>
                  </a:lnTo>
                  <a:lnTo>
                    <a:pt x="77437" y="871358"/>
                  </a:lnTo>
                  <a:lnTo>
                    <a:pt x="77545" y="871128"/>
                  </a:lnTo>
                  <a:lnTo>
                    <a:pt x="77529" y="870637"/>
                  </a:lnTo>
                  <a:lnTo>
                    <a:pt x="77416" y="870449"/>
                  </a:lnTo>
                  <a:lnTo>
                    <a:pt x="77167" y="870150"/>
                  </a:lnTo>
                  <a:lnTo>
                    <a:pt x="77125" y="869852"/>
                  </a:lnTo>
                  <a:lnTo>
                    <a:pt x="77153" y="869271"/>
                  </a:lnTo>
                  <a:lnTo>
                    <a:pt x="77205" y="869138"/>
                  </a:lnTo>
                  <a:lnTo>
                    <a:pt x="77381" y="869025"/>
                  </a:lnTo>
                  <a:lnTo>
                    <a:pt x="78118" y="868523"/>
                  </a:lnTo>
                  <a:lnTo>
                    <a:pt x="78149" y="868401"/>
                  </a:lnTo>
                  <a:lnTo>
                    <a:pt x="78200" y="868197"/>
                  </a:lnTo>
                  <a:lnTo>
                    <a:pt x="78217" y="868132"/>
                  </a:lnTo>
                  <a:lnTo>
                    <a:pt x="78143" y="867546"/>
                  </a:lnTo>
                  <a:lnTo>
                    <a:pt x="77258" y="865844"/>
                  </a:lnTo>
                  <a:lnTo>
                    <a:pt x="76983" y="865506"/>
                  </a:lnTo>
                  <a:lnTo>
                    <a:pt x="76963" y="865481"/>
                  </a:lnTo>
                  <a:lnTo>
                    <a:pt x="76225" y="864923"/>
                  </a:lnTo>
                  <a:lnTo>
                    <a:pt x="76183" y="864885"/>
                  </a:lnTo>
                  <a:lnTo>
                    <a:pt x="75527" y="864300"/>
                  </a:lnTo>
                  <a:lnTo>
                    <a:pt x="75439" y="864221"/>
                  </a:lnTo>
                  <a:lnTo>
                    <a:pt x="75193" y="864002"/>
                  </a:lnTo>
                  <a:lnTo>
                    <a:pt x="74947" y="863667"/>
                  </a:lnTo>
                  <a:lnTo>
                    <a:pt x="74926" y="863588"/>
                  </a:lnTo>
                  <a:lnTo>
                    <a:pt x="74844" y="863284"/>
                  </a:lnTo>
                  <a:lnTo>
                    <a:pt x="74775" y="863025"/>
                  </a:lnTo>
                  <a:lnTo>
                    <a:pt x="74578" y="862830"/>
                  </a:lnTo>
                  <a:lnTo>
                    <a:pt x="74267" y="862729"/>
                  </a:lnTo>
                  <a:lnTo>
                    <a:pt x="74234" y="862718"/>
                  </a:lnTo>
                  <a:lnTo>
                    <a:pt x="73890" y="862718"/>
                  </a:lnTo>
                  <a:lnTo>
                    <a:pt x="73325" y="862969"/>
                  </a:lnTo>
                  <a:lnTo>
                    <a:pt x="72778" y="863212"/>
                  </a:lnTo>
                  <a:lnTo>
                    <a:pt x="72759" y="863220"/>
                  </a:lnTo>
                  <a:lnTo>
                    <a:pt x="72419" y="863269"/>
                  </a:lnTo>
                  <a:lnTo>
                    <a:pt x="72366" y="863276"/>
                  </a:lnTo>
                  <a:lnTo>
                    <a:pt x="71678" y="863081"/>
                  </a:lnTo>
                  <a:lnTo>
                    <a:pt x="71137" y="862886"/>
                  </a:lnTo>
                  <a:lnTo>
                    <a:pt x="70966" y="862670"/>
                  </a:lnTo>
                  <a:lnTo>
                    <a:pt x="70933" y="862536"/>
                  </a:lnTo>
                  <a:lnTo>
                    <a:pt x="70965" y="862411"/>
                  </a:lnTo>
                  <a:lnTo>
                    <a:pt x="70972" y="862397"/>
                  </a:lnTo>
                  <a:lnTo>
                    <a:pt x="70996" y="862266"/>
                  </a:lnTo>
                  <a:lnTo>
                    <a:pt x="71083" y="862162"/>
                  </a:lnTo>
                  <a:lnTo>
                    <a:pt x="71115" y="862093"/>
                  </a:lnTo>
                  <a:lnTo>
                    <a:pt x="71137" y="862048"/>
                  </a:lnTo>
                  <a:lnTo>
                    <a:pt x="71137" y="861853"/>
                  </a:lnTo>
                  <a:lnTo>
                    <a:pt x="70866" y="861686"/>
                  </a:lnTo>
                  <a:lnTo>
                    <a:pt x="70350" y="861351"/>
                  </a:lnTo>
                  <a:lnTo>
                    <a:pt x="68967" y="860717"/>
                  </a:lnTo>
                  <a:lnTo>
                    <a:pt x="68949" y="860709"/>
                  </a:lnTo>
                  <a:lnTo>
                    <a:pt x="68645" y="860578"/>
                  </a:lnTo>
                  <a:lnTo>
                    <a:pt x="68268" y="860416"/>
                  </a:lnTo>
                  <a:lnTo>
                    <a:pt x="68236" y="860402"/>
                  </a:lnTo>
                  <a:lnTo>
                    <a:pt x="68120" y="860178"/>
                  </a:lnTo>
                  <a:lnTo>
                    <a:pt x="67964" y="860003"/>
                  </a:lnTo>
                  <a:lnTo>
                    <a:pt x="67753" y="859715"/>
                  </a:lnTo>
                  <a:lnTo>
                    <a:pt x="67646" y="859453"/>
                  </a:lnTo>
                  <a:lnTo>
                    <a:pt x="67498" y="858895"/>
                  </a:lnTo>
                  <a:lnTo>
                    <a:pt x="67360" y="857931"/>
                  </a:lnTo>
                  <a:lnTo>
                    <a:pt x="67326" y="857695"/>
                  </a:lnTo>
                  <a:lnTo>
                    <a:pt x="67154" y="857137"/>
                  </a:lnTo>
                  <a:lnTo>
                    <a:pt x="66933" y="856467"/>
                  </a:lnTo>
                  <a:lnTo>
                    <a:pt x="66575" y="856013"/>
                  </a:lnTo>
                  <a:lnTo>
                    <a:pt x="66023" y="855127"/>
                  </a:lnTo>
                  <a:lnTo>
                    <a:pt x="65901" y="854820"/>
                  </a:lnTo>
                  <a:lnTo>
                    <a:pt x="65974" y="854541"/>
                  </a:lnTo>
                  <a:lnTo>
                    <a:pt x="66146" y="854262"/>
                  </a:lnTo>
                  <a:lnTo>
                    <a:pt x="66180" y="854230"/>
                  </a:lnTo>
                  <a:lnTo>
                    <a:pt x="66190" y="854212"/>
                  </a:lnTo>
                  <a:lnTo>
                    <a:pt x="66200" y="854146"/>
                  </a:lnTo>
                  <a:lnTo>
                    <a:pt x="66202" y="854132"/>
                  </a:lnTo>
                  <a:lnTo>
                    <a:pt x="66426" y="853934"/>
                  </a:lnTo>
                  <a:lnTo>
                    <a:pt x="66868" y="853746"/>
                  </a:lnTo>
                  <a:lnTo>
                    <a:pt x="67127" y="853495"/>
                  </a:lnTo>
                  <a:lnTo>
                    <a:pt x="67129" y="853489"/>
                  </a:lnTo>
                  <a:lnTo>
                    <a:pt x="67256" y="853097"/>
                  </a:lnTo>
                  <a:lnTo>
                    <a:pt x="67200" y="852114"/>
                  </a:lnTo>
                  <a:lnTo>
                    <a:pt x="67219" y="851862"/>
                  </a:lnTo>
                  <a:lnTo>
                    <a:pt x="67366" y="851716"/>
                  </a:lnTo>
                  <a:lnTo>
                    <a:pt x="67569" y="851632"/>
                  </a:lnTo>
                  <a:lnTo>
                    <a:pt x="67892" y="851583"/>
                  </a:lnTo>
                  <a:lnTo>
                    <a:pt x="68211" y="851555"/>
                  </a:lnTo>
                  <a:lnTo>
                    <a:pt x="68555" y="851304"/>
                  </a:lnTo>
                  <a:lnTo>
                    <a:pt x="69096" y="850718"/>
                  </a:lnTo>
                  <a:lnTo>
                    <a:pt x="69298" y="850408"/>
                  </a:lnTo>
                  <a:lnTo>
                    <a:pt x="69440" y="850188"/>
                  </a:lnTo>
                  <a:lnTo>
                    <a:pt x="69801" y="849881"/>
                  </a:lnTo>
                  <a:lnTo>
                    <a:pt x="69834" y="849853"/>
                  </a:lnTo>
                  <a:lnTo>
                    <a:pt x="70375" y="849487"/>
                  </a:lnTo>
                  <a:lnTo>
                    <a:pt x="70632" y="849314"/>
                  </a:lnTo>
                  <a:lnTo>
                    <a:pt x="70866" y="849155"/>
                  </a:lnTo>
                  <a:lnTo>
                    <a:pt x="70968" y="849059"/>
                  </a:lnTo>
                  <a:lnTo>
                    <a:pt x="71109" y="848926"/>
                  </a:lnTo>
                  <a:lnTo>
                    <a:pt x="71309" y="848737"/>
                  </a:lnTo>
                  <a:lnTo>
                    <a:pt x="71438" y="848491"/>
                  </a:lnTo>
                  <a:lnTo>
                    <a:pt x="71383" y="848179"/>
                  </a:lnTo>
                  <a:lnTo>
                    <a:pt x="71112" y="847788"/>
                  </a:lnTo>
                  <a:lnTo>
                    <a:pt x="70891" y="847565"/>
                  </a:lnTo>
                  <a:lnTo>
                    <a:pt x="70622" y="847398"/>
                  </a:lnTo>
                  <a:lnTo>
                    <a:pt x="70350" y="847230"/>
                  </a:lnTo>
                  <a:lnTo>
                    <a:pt x="69910" y="846932"/>
                  </a:lnTo>
                  <a:lnTo>
                    <a:pt x="69889" y="846918"/>
                  </a:lnTo>
                  <a:lnTo>
                    <a:pt x="69145" y="846393"/>
                  </a:lnTo>
                  <a:lnTo>
                    <a:pt x="68113" y="845834"/>
                  </a:lnTo>
                  <a:lnTo>
                    <a:pt x="67455" y="845502"/>
                  </a:lnTo>
                  <a:lnTo>
                    <a:pt x="67449" y="845500"/>
                  </a:lnTo>
                  <a:lnTo>
                    <a:pt x="67154" y="845220"/>
                  </a:lnTo>
                  <a:lnTo>
                    <a:pt x="67080" y="844941"/>
                  </a:lnTo>
                  <a:lnTo>
                    <a:pt x="67080" y="844755"/>
                  </a:lnTo>
                  <a:lnTo>
                    <a:pt x="67080" y="844579"/>
                  </a:lnTo>
                  <a:lnTo>
                    <a:pt x="67228" y="844216"/>
                  </a:lnTo>
                  <a:lnTo>
                    <a:pt x="67498" y="843853"/>
                  </a:lnTo>
                  <a:lnTo>
                    <a:pt x="67916" y="843072"/>
                  </a:lnTo>
                  <a:lnTo>
                    <a:pt x="67929" y="842974"/>
                  </a:lnTo>
                  <a:lnTo>
                    <a:pt x="67941" y="842876"/>
                  </a:lnTo>
                  <a:lnTo>
                    <a:pt x="67793" y="842486"/>
                  </a:lnTo>
                  <a:lnTo>
                    <a:pt x="67363" y="841753"/>
                  </a:lnTo>
                  <a:lnTo>
                    <a:pt x="67056" y="841230"/>
                  </a:lnTo>
                  <a:lnTo>
                    <a:pt x="67031" y="840923"/>
                  </a:lnTo>
                  <a:lnTo>
                    <a:pt x="67056" y="840616"/>
                  </a:lnTo>
                  <a:lnTo>
                    <a:pt x="67075" y="840488"/>
                  </a:lnTo>
                  <a:lnTo>
                    <a:pt x="67162" y="839915"/>
                  </a:lnTo>
                  <a:lnTo>
                    <a:pt x="67115" y="839819"/>
                  </a:lnTo>
                  <a:lnTo>
                    <a:pt x="66838" y="838955"/>
                  </a:lnTo>
                  <a:lnTo>
                    <a:pt x="66769" y="838469"/>
                  </a:lnTo>
                  <a:lnTo>
                    <a:pt x="66835" y="838130"/>
                  </a:lnTo>
                  <a:lnTo>
                    <a:pt x="66835" y="838020"/>
                  </a:lnTo>
                  <a:lnTo>
                    <a:pt x="66869" y="837938"/>
                  </a:lnTo>
                  <a:lnTo>
                    <a:pt x="67031" y="837546"/>
                  </a:lnTo>
                  <a:lnTo>
                    <a:pt x="67067" y="837456"/>
                  </a:lnTo>
                  <a:lnTo>
                    <a:pt x="67399" y="836627"/>
                  </a:lnTo>
                  <a:lnTo>
                    <a:pt x="67425" y="836179"/>
                  </a:lnTo>
                  <a:lnTo>
                    <a:pt x="67475" y="835828"/>
                  </a:lnTo>
                  <a:lnTo>
                    <a:pt x="67449" y="835453"/>
                  </a:lnTo>
                  <a:lnTo>
                    <a:pt x="67375" y="835034"/>
                  </a:lnTo>
                  <a:lnTo>
                    <a:pt x="67154" y="834839"/>
                  </a:lnTo>
                  <a:lnTo>
                    <a:pt x="66908" y="834755"/>
                  </a:lnTo>
                  <a:lnTo>
                    <a:pt x="66575" y="834797"/>
                  </a:lnTo>
                  <a:lnTo>
                    <a:pt x="66466" y="834811"/>
                  </a:lnTo>
                  <a:lnTo>
                    <a:pt x="65851" y="835034"/>
                  </a:lnTo>
                  <a:lnTo>
                    <a:pt x="65651" y="835010"/>
                  </a:lnTo>
                  <a:lnTo>
                    <a:pt x="65384" y="834979"/>
                  </a:lnTo>
                  <a:lnTo>
                    <a:pt x="65040" y="834867"/>
                  </a:lnTo>
                  <a:lnTo>
                    <a:pt x="64524" y="834281"/>
                  </a:lnTo>
                  <a:lnTo>
                    <a:pt x="64475" y="834002"/>
                  </a:lnTo>
                  <a:lnTo>
                    <a:pt x="64303" y="833444"/>
                  </a:lnTo>
                  <a:lnTo>
                    <a:pt x="64228" y="833308"/>
                  </a:lnTo>
                  <a:lnTo>
                    <a:pt x="63983" y="832997"/>
                  </a:lnTo>
                  <a:lnTo>
                    <a:pt x="63512" y="832548"/>
                  </a:lnTo>
                  <a:lnTo>
                    <a:pt x="63260" y="832300"/>
                  </a:lnTo>
                  <a:lnTo>
                    <a:pt x="62513" y="831279"/>
                  </a:lnTo>
                  <a:lnTo>
                    <a:pt x="62382" y="830832"/>
                  </a:lnTo>
                  <a:lnTo>
                    <a:pt x="62375" y="830808"/>
                  </a:lnTo>
                  <a:lnTo>
                    <a:pt x="62292" y="830369"/>
                  </a:lnTo>
                  <a:lnTo>
                    <a:pt x="62237" y="829537"/>
                  </a:lnTo>
                  <a:lnTo>
                    <a:pt x="62230" y="829440"/>
                  </a:lnTo>
                  <a:lnTo>
                    <a:pt x="62167" y="828495"/>
                  </a:lnTo>
                  <a:lnTo>
                    <a:pt x="62002" y="828061"/>
                  </a:lnTo>
                  <a:lnTo>
                    <a:pt x="62002" y="827009"/>
                  </a:lnTo>
                  <a:lnTo>
                    <a:pt x="62209" y="825911"/>
                  </a:lnTo>
                  <a:lnTo>
                    <a:pt x="62214" y="825450"/>
                  </a:lnTo>
                  <a:lnTo>
                    <a:pt x="62217" y="825121"/>
                  </a:lnTo>
                  <a:lnTo>
                    <a:pt x="62223" y="824482"/>
                  </a:lnTo>
                  <a:lnTo>
                    <a:pt x="61753" y="823399"/>
                  </a:lnTo>
                  <a:lnTo>
                    <a:pt x="61348" y="822547"/>
                  </a:lnTo>
                  <a:lnTo>
                    <a:pt x="61227" y="822222"/>
                  </a:lnTo>
                  <a:lnTo>
                    <a:pt x="61218" y="821888"/>
                  </a:lnTo>
                  <a:lnTo>
                    <a:pt x="61390" y="821618"/>
                  </a:lnTo>
                  <a:lnTo>
                    <a:pt x="61568" y="821382"/>
                  </a:lnTo>
                  <a:lnTo>
                    <a:pt x="61758" y="821212"/>
                  </a:lnTo>
                  <a:lnTo>
                    <a:pt x="61765" y="821190"/>
                  </a:lnTo>
                  <a:lnTo>
                    <a:pt x="61761" y="821184"/>
                  </a:lnTo>
                  <a:lnTo>
                    <a:pt x="61711" y="820934"/>
                  </a:lnTo>
                  <a:lnTo>
                    <a:pt x="61630" y="820725"/>
                  </a:lnTo>
                  <a:lnTo>
                    <a:pt x="61591" y="820559"/>
                  </a:lnTo>
                  <a:lnTo>
                    <a:pt x="61293" y="819679"/>
                  </a:lnTo>
                  <a:lnTo>
                    <a:pt x="61212" y="819441"/>
                  </a:lnTo>
                  <a:lnTo>
                    <a:pt x="61065" y="818828"/>
                  </a:lnTo>
                  <a:lnTo>
                    <a:pt x="61081" y="818456"/>
                  </a:lnTo>
                  <a:lnTo>
                    <a:pt x="61327" y="818140"/>
                  </a:lnTo>
                  <a:lnTo>
                    <a:pt x="61932" y="817416"/>
                  </a:lnTo>
                  <a:lnTo>
                    <a:pt x="62391" y="817032"/>
                  </a:lnTo>
                  <a:lnTo>
                    <a:pt x="62554" y="816895"/>
                  </a:lnTo>
                  <a:lnTo>
                    <a:pt x="62816" y="816895"/>
                  </a:lnTo>
                  <a:lnTo>
                    <a:pt x="62931" y="816970"/>
                  </a:lnTo>
                  <a:lnTo>
                    <a:pt x="63045" y="816970"/>
                  </a:lnTo>
                  <a:lnTo>
                    <a:pt x="63111" y="816877"/>
                  </a:lnTo>
                  <a:lnTo>
                    <a:pt x="63160" y="816672"/>
                  </a:lnTo>
                  <a:lnTo>
                    <a:pt x="63242" y="816579"/>
                  </a:lnTo>
                  <a:lnTo>
                    <a:pt x="63618" y="816134"/>
                  </a:lnTo>
                  <a:lnTo>
                    <a:pt x="64191" y="815205"/>
                  </a:lnTo>
                  <a:lnTo>
                    <a:pt x="64600" y="814443"/>
                  </a:lnTo>
                  <a:lnTo>
                    <a:pt x="64731" y="813811"/>
                  </a:lnTo>
                  <a:lnTo>
                    <a:pt x="64747" y="813641"/>
                  </a:lnTo>
                  <a:lnTo>
                    <a:pt x="64780" y="813309"/>
                  </a:lnTo>
                  <a:lnTo>
                    <a:pt x="64720" y="812913"/>
                  </a:lnTo>
                  <a:lnTo>
                    <a:pt x="64682" y="812659"/>
                  </a:lnTo>
                  <a:lnTo>
                    <a:pt x="64675" y="812598"/>
                  </a:lnTo>
                  <a:lnTo>
                    <a:pt x="64602" y="811957"/>
                  </a:lnTo>
                  <a:lnTo>
                    <a:pt x="64502" y="811080"/>
                  </a:lnTo>
                  <a:lnTo>
                    <a:pt x="64472" y="810933"/>
                  </a:lnTo>
                  <a:lnTo>
                    <a:pt x="64462" y="810927"/>
                  </a:lnTo>
                  <a:lnTo>
                    <a:pt x="64444" y="810827"/>
                  </a:lnTo>
                  <a:lnTo>
                    <a:pt x="64355" y="810425"/>
                  </a:lnTo>
                  <a:lnTo>
                    <a:pt x="64124" y="810103"/>
                  </a:lnTo>
                  <a:lnTo>
                    <a:pt x="63912" y="809962"/>
                  </a:lnTo>
                  <a:lnTo>
                    <a:pt x="63708" y="809942"/>
                  </a:lnTo>
                  <a:lnTo>
                    <a:pt x="63398" y="810035"/>
                  </a:lnTo>
                  <a:lnTo>
                    <a:pt x="63204" y="810063"/>
                  </a:lnTo>
                  <a:lnTo>
                    <a:pt x="62910" y="810106"/>
                  </a:lnTo>
                  <a:lnTo>
                    <a:pt x="62578" y="810106"/>
                  </a:lnTo>
                  <a:lnTo>
                    <a:pt x="62394" y="810022"/>
                  </a:lnTo>
                  <a:lnTo>
                    <a:pt x="62213" y="809624"/>
                  </a:lnTo>
                  <a:lnTo>
                    <a:pt x="62210" y="809618"/>
                  </a:lnTo>
                  <a:lnTo>
                    <a:pt x="62170" y="809519"/>
                  </a:lnTo>
                  <a:lnTo>
                    <a:pt x="61989" y="809075"/>
                  </a:lnTo>
                  <a:lnTo>
                    <a:pt x="61817" y="808573"/>
                  </a:lnTo>
                  <a:lnTo>
                    <a:pt x="61388" y="808016"/>
                  </a:lnTo>
                  <a:lnTo>
                    <a:pt x="60860" y="807584"/>
                  </a:lnTo>
                  <a:lnTo>
                    <a:pt x="60516" y="807528"/>
                  </a:lnTo>
                  <a:lnTo>
                    <a:pt x="60099" y="807556"/>
                  </a:lnTo>
                  <a:lnTo>
                    <a:pt x="59448" y="807709"/>
                  </a:lnTo>
                  <a:lnTo>
                    <a:pt x="59069" y="807767"/>
                  </a:lnTo>
                  <a:lnTo>
                    <a:pt x="58712" y="807821"/>
                  </a:lnTo>
                  <a:lnTo>
                    <a:pt x="58419" y="807769"/>
                  </a:lnTo>
                  <a:lnTo>
                    <a:pt x="58233" y="807737"/>
                  </a:lnTo>
                  <a:lnTo>
                    <a:pt x="57705" y="807486"/>
                  </a:lnTo>
                  <a:lnTo>
                    <a:pt x="57411" y="807263"/>
                  </a:lnTo>
                  <a:lnTo>
                    <a:pt x="56796" y="806684"/>
                  </a:lnTo>
                  <a:lnTo>
                    <a:pt x="56613" y="806511"/>
                  </a:lnTo>
                  <a:lnTo>
                    <a:pt x="56244" y="806255"/>
                  </a:lnTo>
                  <a:lnTo>
                    <a:pt x="56011" y="806093"/>
                  </a:lnTo>
                  <a:lnTo>
                    <a:pt x="55164" y="805368"/>
                  </a:lnTo>
                  <a:lnTo>
                    <a:pt x="55140" y="805350"/>
                  </a:lnTo>
                  <a:lnTo>
                    <a:pt x="54920" y="805156"/>
                  </a:lnTo>
                  <a:lnTo>
                    <a:pt x="54839" y="805086"/>
                  </a:lnTo>
                  <a:lnTo>
                    <a:pt x="54012" y="804468"/>
                  </a:lnTo>
                  <a:lnTo>
                    <a:pt x="53833" y="804323"/>
                  </a:lnTo>
                  <a:lnTo>
                    <a:pt x="53489" y="804007"/>
                  </a:lnTo>
                  <a:lnTo>
                    <a:pt x="53194" y="803951"/>
                  </a:lnTo>
                  <a:lnTo>
                    <a:pt x="53068" y="804032"/>
                  </a:lnTo>
                  <a:lnTo>
                    <a:pt x="52932" y="804119"/>
                  </a:lnTo>
                  <a:lnTo>
                    <a:pt x="52572" y="804472"/>
                  </a:lnTo>
                  <a:lnTo>
                    <a:pt x="52475" y="804477"/>
                  </a:lnTo>
                  <a:lnTo>
                    <a:pt x="52212" y="804490"/>
                  </a:lnTo>
                  <a:lnTo>
                    <a:pt x="51922" y="804363"/>
                  </a:lnTo>
                  <a:lnTo>
                    <a:pt x="51705" y="804267"/>
                  </a:lnTo>
                  <a:lnTo>
                    <a:pt x="51422" y="804167"/>
                  </a:lnTo>
                  <a:lnTo>
                    <a:pt x="51247" y="804119"/>
                  </a:lnTo>
                  <a:lnTo>
                    <a:pt x="50446" y="803915"/>
                  </a:lnTo>
                  <a:lnTo>
                    <a:pt x="49971" y="803896"/>
                  </a:lnTo>
                  <a:lnTo>
                    <a:pt x="49769" y="803822"/>
                  </a:lnTo>
                  <a:lnTo>
                    <a:pt x="49658" y="803781"/>
                  </a:lnTo>
                  <a:lnTo>
                    <a:pt x="49414" y="803692"/>
                  </a:lnTo>
                  <a:lnTo>
                    <a:pt x="49381" y="803669"/>
                  </a:lnTo>
                  <a:lnTo>
                    <a:pt x="49245" y="803576"/>
                  </a:lnTo>
                  <a:lnTo>
                    <a:pt x="49087" y="803469"/>
                  </a:lnTo>
                  <a:lnTo>
                    <a:pt x="48769" y="803059"/>
                  </a:lnTo>
                  <a:lnTo>
                    <a:pt x="48727" y="803004"/>
                  </a:lnTo>
                  <a:lnTo>
                    <a:pt x="48703" y="802987"/>
                  </a:lnTo>
                  <a:lnTo>
                    <a:pt x="48249" y="802648"/>
                  </a:lnTo>
                  <a:lnTo>
                    <a:pt x="48116" y="802593"/>
                  </a:lnTo>
                  <a:lnTo>
                    <a:pt x="47941" y="802521"/>
                  </a:lnTo>
                  <a:lnTo>
                    <a:pt x="47442" y="802432"/>
                  </a:lnTo>
                  <a:lnTo>
                    <a:pt x="46779" y="802336"/>
                  </a:lnTo>
                  <a:lnTo>
                    <a:pt x="46177" y="802424"/>
                  </a:lnTo>
                  <a:lnTo>
                    <a:pt x="45896" y="802466"/>
                  </a:lnTo>
                  <a:lnTo>
                    <a:pt x="45372" y="802484"/>
                  </a:lnTo>
                  <a:lnTo>
                    <a:pt x="45149" y="802424"/>
                  </a:lnTo>
                  <a:lnTo>
                    <a:pt x="44750" y="802317"/>
                  </a:lnTo>
                  <a:lnTo>
                    <a:pt x="44128" y="802001"/>
                  </a:lnTo>
                  <a:lnTo>
                    <a:pt x="43408" y="801667"/>
                  </a:lnTo>
                  <a:lnTo>
                    <a:pt x="43225" y="801632"/>
                  </a:lnTo>
                  <a:lnTo>
                    <a:pt x="43015" y="801592"/>
                  </a:lnTo>
                  <a:lnTo>
                    <a:pt x="42279" y="801537"/>
                  </a:lnTo>
                  <a:lnTo>
                    <a:pt x="41884" y="801469"/>
                  </a:lnTo>
                  <a:lnTo>
                    <a:pt x="41743" y="801445"/>
                  </a:lnTo>
                  <a:lnTo>
                    <a:pt x="41484" y="801400"/>
                  </a:lnTo>
                  <a:lnTo>
                    <a:pt x="40328" y="801305"/>
                  </a:lnTo>
                  <a:lnTo>
                    <a:pt x="39215" y="801305"/>
                  </a:lnTo>
                  <a:lnTo>
                    <a:pt x="38612" y="801425"/>
                  </a:lnTo>
                  <a:lnTo>
                    <a:pt x="38342" y="801479"/>
                  </a:lnTo>
                  <a:lnTo>
                    <a:pt x="38130" y="801459"/>
                  </a:lnTo>
                  <a:lnTo>
                    <a:pt x="37797" y="801429"/>
                  </a:lnTo>
                  <a:lnTo>
                    <a:pt x="37259" y="801268"/>
                  </a:lnTo>
                  <a:lnTo>
                    <a:pt x="37055" y="801206"/>
                  </a:lnTo>
                  <a:lnTo>
                    <a:pt x="36335" y="801058"/>
                  </a:lnTo>
                  <a:lnTo>
                    <a:pt x="35875" y="801086"/>
                  </a:lnTo>
                  <a:lnTo>
                    <a:pt x="35348" y="801118"/>
                  </a:lnTo>
                  <a:lnTo>
                    <a:pt x="35113" y="801132"/>
                  </a:lnTo>
                  <a:lnTo>
                    <a:pt x="34131" y="801082"/>
                  </a:lnTo>
                  <a:lnTo>
                    <a:pt x="33583" y="800998"/>
                  </a:lnTo>
                  <a:lnTo>
                    <a:pt x="33323" y="800959"/>
                  </a:lnTo>
                  <a:lnTo>
                    <a:pt x="32756" y="800785"/>
                  </a:lnTo>
                  <a:lnTo>
                    <a:pt x="31752" y="800587"/>
                  </a:lnTo>
                  <a:lnTo>
                    <a:pt x="31294" y="800513"/>
                  </a:lnTo>
                  <a:lnTo>
                    <a:pt x="30923" y="800339"/>
                  </a:lnTo>
                  <a:lnTo>
                    <a:pt x="30481" y="800196"/>
                  </a:lnTo>
                  <a:lnTo>
                    <a:pt x="30465" y="800191"/>
                  </a:lnTo>
                  <a:lnTo>
                    <a:pt x="30181" y="800215"/>
                  </a:lnTo>
                  <a:lnTo>
                    <a:pt x="30072" y="800364"/>
                  </a:lnTo>
                  <a:lnTo>
                    <a:pt x="30012" y="800455"/>
                  </a:lnTo>
                  <a:lnTo>
                    <a:pt x="29842" y="800607"/>
                  </a:lnTo>
                  <a:lnTo>
                    <a:pt x="29448" y="801144"/>
                  </a:lnTo>
                  <a:lnTo>
                    <a:pt x="29351" y="801276"/>
                  </a:lnTo>
                  <a:lnTo>
                    <a:pt x="29179" y="801819"/>
                  </a:lnTo>
                  <a:lnTo>
                    <a:pt x="29167" y="802251"/>
                  </a:lnTo>
                  <a:lnTo>
                    <a:pt x="29105" y="803046"/>
                  </a:lnTo>
                  <a:lnTo>
                    <a:pt x="29007" y="803366"/>
                  </a:lnTo>
                  <a:lnTo>
                    <a:pt x="28737" y="803533"/>
                  </a:lnTo>
                  <a:lnTo>
                    <a:pt x="28555" y="803579"/>
                  </a:lnTo>
                  <a:lnTo>
                    <a:pt x="28531" y="803563"/>
                  </a:lnTo>
                  <a:lnTo>
                    <a:pt x="28125" y="803607"/>
                  </a:lnTo>
                  <a:lnTo>
                    <a:pt x="27981" y="803610"/>
                  </a:lnTo>
                  <a:lnTo>
                    <a:pt x="27729" y="803617"/>
                  </a:lnTo>
                  <a:lnTo>
                    <a:pt x="27513" y="803686"/>
                  </a:lnTo>
                  <a:lnTo>
                    <a:pt x="27499" y="803690"/>
                  </a:lnTo>
                  <a:lnTo>
                    <a:pt x="27306" y="803899"/>
                  </a:lnTo>
                  <a:lnTo>
                    <a:pt x="27146" y="804180"/>
                  </a:lnTo>
                  <a:lnTo>
                    <a:pt x="27039" y="804369"/>
                  </a:lnTo>
                  <a:lnTo>
                    <a:pt x="26773" y="804762"/>
                  </a:lnTo>
                  <a:lnTo>
                    <a:pt x="26609" y="804961"/>
                  </a:lnTo>
                  <a:lnTo>
                    <a:pt x="26585" y="805050"/>
                  </a:lnTo>
                  <a:lnTo>
                    <a:pt x="26579" y="805197"/>
                  </a:lnTo>
                  <a:lnTo>
                    <a:pt x="26634" y="805383"/>
                  </a:lnTo>
                  <a:lnTo>
                    <a:pt x="26661" y="805446"/>
                  </a:lnTo>
                  <a:lnTo>
                    <a:pt x="27011" y="805948"/>
                  </a:lnTo>
                  <a:lnTo>
                    <a:pt x="27462" y="806825"/>
                  </a:lnTo>
                  <a:lnTo>
                    <a:pt x="27476" y="806865"/>
                  </a:lnTo>
                  <a:lnTo>
                    <a:pt x="27563" y="807108"/>
                  </a:lnTo>
                  <a:lnTo>
                    <a:pt x="27600" y="807285"/>
                  </a:lnTo>
                  <a:lnTo>
                    <a:pt x="27588" y="807308"/>
                  </a:lnTo>
                  <a:lnTo>
                    <a:pt x="27574" y="807329"/>
                  </a:lnTo>
                  <a:lnTo>
                    <a:pt x="27353" y="807385"/>
                  </a:lnTo>
                  <a:lnTo>
                    <a:pt x="26678" y="807357"/>
                  </a:lnTo>
                  <a:lnTo>
                    <a:pt x="25868" y="807301"/>
                  </a:lnTo>
                  <a:lnTo>
                    <a:pt x="25631" y="807309"/>
                  </a:lnTo>
                  <a:lnTo>
                    <a:pt x="25462" y="807315"/>
                  </a:lnTo>
                  <a:lnTo>
                    <a:pt x="25408" y="807323"/>
                  </a:lnTo>
                  <a:lnTo>
                    <a:pt x="25168" y="807357"/>
                  </a:lnTo>
                  <a:lnTo>
                    <a:pt x="25119" y="807384"/>
                  </a:lnTo>
                  <a:lnTo>
                    <a:pt x="24812" y="807552"/>
                  </a:lnTo>
                  <a:lnTo>
                    <a:pt x="24370" y="807928"/>
                  </a:lnTo>
                  <a:lnTo>
                    <a:pt x="24042" y="808120"/>
                  </a:lnTo>
                  <a:lnTo>
                    <a:pt x="23916" y="808193"/>
                  </a:lnTo>
                  <a:lnTo>
                    <a:pt x="23548" y="808305"/>
                  </a:lnTo>
                  <a:lnTo>
                    <a:pt x="23216" y="808318"/>
                  </a:lnTo>
                  <a:lnTo>
                    <a:pt x="23083" y="808255"/>
                  </a:lnTo>
                  <a:lnTo>
                    <a:pt x="22983" y="808207"/>
                  </a:lnTo>
                  <a:lnTo>
                    <a:pt x="22701" y="807956"/>
                  </a:lnTo>
                  <a:lnTo>
                    <a:pt x="22357" y="807789"/>
                  </a:lnTo>
                  <a:lnTo>
                    <a:pt x="22274" y="807779"/>
                  </a:lnTo>
                  <a:lnTo>
                    <a:pt x="21989" y="807747"/>
                  </a:lnTo>
                  <a:lnTo>
                    <a:pt x="21749" y="807837"/>
                  </a:lnTo>
                  <a:lnTo>
                    <a:pt x="21313" y="807917"/>
                  </a:lnTo>
                  <a:lnTo>
                    <a:pt x="20626" y="807803"/>
                  </a:lnTo>
                  <a:lnTo>
                    <a:pt x="20111" y="807733"/>
                  </a:lnTo>
                  <a:lnTo>
                    <a:pt x="19730" y="807691"/>
                  </a:lnTo>
                  <a:lnTo>
                    <a:pt x="19534" y="807468"/>
                  </a:lnTo>
                  <a:lnTo>
                    <a:pt x="19264" y="807092"/>
                  </a:lnTo>
                  <a:lnTo>
                    <a:pt x="19055" y="806618"/>
                  </a:lnTo>
                  <a:lnTo>
                    <a:pt x="18889" y="805932"/>
                  </a:lnTo>
                  <a:lnTo>
                    <a:pt x="18815" y="805740"/>
                  </a:lnTo>
                  <a:lnTo>
                    <a:pt x="18619" y="805471"/>
                  </a:lnTo>
                  <a:lnTo>
                    <a:pt x="18413" y="805389"/>
                  </a:lnTo>
                  <a:lnTo>
                    <a:pt x="18186" y="805389"/>
                  </a:lnTo>
                  <a:lnTo>
                    <a:pt x="17754" y="805460"/>
                  </a:lnTo>
                  <a:lnTo>
                    <a:pt x="17498" y="805439"/>
                  </a:lnTo>
                  <a:lnTo>
                    <a:pt x="17146" y="805378"/>
                  </a:lnTo>
                  <a:lnTo>
                    <a:pt x="16989" y="805331"/>
                  </a:lnTo>
                  <a:lnTo>
                    <a:pt x="16671" y="805237"/>
                  </a:lnTo>
                  <a:lnTo>
                    <a:pt x="15971" y="804872"/>
                  </a:lnTo>
                  <a:lnTo>
                    <a:pt x="15571" y="804713"/>
                  </a:lnTo>
                  <a:lnTo>
                    <a:pt x="14843" y="804291"/>
                  </a:lnTo>
                  <a:lnTo>
                    <a:pt x="14403" y="804011"/>
                  </a:lnTo>
                  <a:lnTo>
                    <a:pt x="14211" y="803792"/>
                  </a:lnTo>
                  <a:lnTo>
                    <a:pt x="14211" y="803558"/>
                  </a:lnTo>
                  <a:lnTo>
                    <a:pt x="14223" y="803509"/>
                  </a:lnTo>
                  <a:lnTo>
                    <a:pt x="14335" y="803059"/>
                  </a:lnTo>
                  <a:lnTo>
                    <a:pt x="14431" y="802747"/>
                  </a:lnTo>
                  <a:lnTo>
                    <a:pt x="14454" y="802611"/>
                  </a:lnTo>
                  <a:lnTo>
                    <a:pt x="14474" y="802490"/>
                  </a:lnTo>
                  <a:lnTo>
                    <a:pt x="14476" y="802441"/>
                  </a:lnTo>
                  <a:lnTo>
                    <a:pt x="14459" y="802278"/>
                  </a:lnTo>
                  <a:lnTo>
                    <a:pt x="14456" y="802242"/>
                  </a:lnTo>
                  <a:lnTo>
                    <a:pt x="14367" y="802131"/>
                  </a:lnTo>
                  <a:lnTo>
                    <a:pt x="14355" y="802116"/>
                  </a:lnTo>
                  <a:lnTo>
                    <a:pt x="14319" y="802080"/>
                  </a:lnTo>
                  <a:lnTo>
                    <a:pt x="14030" y="801769"/>
                  </a:lnTo>
                  <a:lnTo>
                    <a:pt x="13947" y="801634"/>
                  </a:lnTo>
                  <a:lnTo>
                    <a:pt x="13888" y="801268"/>
                  </a:lnTo>
                  <a:lnTo>
                    <a:pt x="13763" y="801031"/>
                  </a:lnTo>
                  <a:lnTo>
                    <a:pt x="13463" y="800780"/>
                  </a:lnTo>
                  <a:lnTo>
                    <a:pt x="13021" y="800386"/>
                  </a:lnTo>
                  <a:lnTo>
                    <a:pt x="12832" y="800045"/>
                  </a:lnTo>
                  <a:lnTo>
                    <a:pt x="12737" y="799490"/>
                  </a:lnTo>
                  <a:lnTo>
                    <a:pt x="12577" y="798649"/>
                  </a:lnTo>
                  <a:lnTo>
                    <a:pt x="12563" y="798576"/>
                  </a:lnTo>
                  <a:lnTo>
                    <a:pt x="12545" y="798498"/>
                  </a:lnTo>
                  <a:lnTo>
                    <a:pt x="12484" y="798235"/>
                  </a:lnTo>
                  <a:lnTo>
                    <a:pt x="12279" y="798056"/>
                  </a:lnTo>
                  <a:lnTo>
                    <a:pt x="12011" y="797949"/>
                  </a:lnTo>
                  <a:lnTo>
                    <a:pt x="11821" y="797769"/>
                  </a:lnTo>
                  <a:lnTo>
                    <a:pt x="11805" y="797518"/>
                  </a:lnTo>
                  <a:lnTo>
                    <a:pt x="11809" y="797050"/>
                  </a:lnTo>
                  <a:lnTo>
                    <a:pt x="11856" y="796497"/>
                  </a:lnTo>
                  <a:lnTo>
                    <a:pt x="11862" y="796492"/>
                  </a:lnTo>
                  <a:lnTo>
                    <a:pt x="11862" y="796201"/>
                  </a:lnTo>
                  <a:lnTo>
                    <a:pt x="11878" y="795891"/>
                  </a:lnTo>
                  <a:lnTo>
                    <a:pt x="11903" y="795770"/>
                  </a:lnTo>
                  <a:lnTo>
                    <a:pt x="11926" y="795654"/>
                  </a:lnTo>
                  <a:lnTo>
                    <a:pt x="12071" y="795453"/>
                  </a:lnTo>
                  <a:lnTo>
                    <a:pt x="12312" y="795289"/>
                  </a:lnTo>
                  <a:lnTo>
                    <a:pt x="12400" y="795089"/>
                  </a:lnTo>
                  <a:lnTo>
                    <a:pt x="12457" y="794960"/>
                  </a:lnTo>
                  <a:lnTo>
                    <a:pt x="12377" y="794631"/>
                  </a:lnTo>
                  <a:lnTo>
                    <a:pt x="11814" y="794011"/>
                  </a:lnTo>
                  <a:lnTo>
                    <a:pt x="11805" y="793984"/>
                  </a:lnTo>
                  <a:lnTo>
                    <a:pt x="11780" y="793963"/>
                  </a:lnTo>
                  <a:lnTo>
                    <a:pt x="11663" y="793778"/>
                  </a:lnTo>
                  <a:lnTo>
                    <a:pt x="11625" y="793439"/>
                  </a:lnTo>
                  <a:lnTo>
                    <a:pt x="11541" y="793153"/>
                  </a:lnTo>
                  <a:lnTo>
                    <a:pt x="11396" y="792860"/>
                  </a:lnTo>
                  <a:lnTo>
                    <a:pt x="11138" y="792514"/>
                  </a:lnTo>
                  <a:lnTo>
                    <a:pt x="10849" y="792258"/>
                  </a:lnTo>
                  <a:lnTo>
                    <a:pt x="10608" y="792002"/>
                  </a:lnTo>
                  <a:lnTo>
                    <a:pt x="10576" y="791820"/>
                  </a:lnTo>
                  <a:lnTo>
                    <a:pt x="10559" y="791546"/>
                  </a:lnTo>
                  <a:lnTo>
                    <a:pt x="10414" y="791320"/>
                  </a:lnTo>
                  <a:lnTo>
                    <a:pt x="9951" y="791013"/>
                  </a:lnTo>
                  <a:lnTo>
                    <a:pt x="9376" y="790713"/>
                  </a:lnTo>
                  <a:lnTo>
                    <a:pt x="9275" y="790575"/>
                  </a:lnTo>
                  <a:lnTo>
                    <a:pt x="9234" y="790452"/>
                  </a:lnTo>
                  <a:lnTo>
                    <a:pt x="9214" y="789932"/>
                  </a:lnTo>
                  <a:lnTo>
                    <a:pt x="9331" y="789344"/>
                  </a:lnTo>
                  <a:lnTo>
                    <a:pt x="9355" y="789222"/>
                  </a:lnTo>
                  <a:lnTo>
                    <a:pt x="9375" y="789120"/>
                  </a:lnTo>
                  <a:lnTo>
                    <a:pt x="9437" y="788984"/>
                  </a:lnTo>
                  <a:lnTo>
                    <a:pt x="9471" y="788856"/>
                  </a:lnTo>
                  <a:lnTo>
                    <a:pt x="9505" y="788733"/>
                  </a:lnTo>
                  <a:lnTo>
                    <a:pt x="9667" y="788395"/>
                  </a:lnTo>
                  <a:lnTo>
                    <a:pt x="9728" y="788257"/>
                  </a:lnTo>
                  <a:lnTo>
                    <a:pt x="9849" y="788159"/>
                  </a:lnTo>
                  <a:lnTo>
                    <a:pt x="9937" y="788022"/>
                  </a:lnTo>
                  <a:lnTo>
                    <a:pt x="10080" y="787935"/>
                  </a:lnTo>
                  <a:lnTo>
                    <a:pt x="10093" y="787928"/>
                  </a:lnTo>
                  <a:lnTo>
                    <a:pt x="10405" y="787928"/>
                  </a:lnTo>
                  <a:lnTo>
                    <a:pt x="10509" y="787798"/>
                  </a:lnTo>
                  <a:lnTo>
                    <a:pt x="10513" y="787676"/>
                  </a:lnTo>
                  <a:lnTo>
                    <a:pt x="10519" y="787526"/>
                  </a:lnTo>
                  <a:lnTo>
                    <a:pt x="10592" y="787207"/>
                  </a:lnTo>
                  <a:lnTo>
                    <a:pt x="10831" y="786794"/>
                  </a:lnTo>
                  <a:lnTo>
                    <a:pt x="11112" y="786475"/>
                  </a:lnTo>
                  <a:lnTo>
                    <a:pt x="11351" y="786275"/>
                  </a:lnTo>
                  <a:lnTo>
                    <a:pt x="11535" y="786222"/>
                  </a:lnTo>
                  <a:lnTo>
                    <a:pt x="11737" y="786256"/>
                  </a:lnTo>
                  <a:lnTo>
                    <a:pt x="11914" y="786268"/>
                  </a:lnTo>
                  <a:lnTo>
                    <a:pt x="12070" y="786233"/>
                  </a:lnTo>
                  <a:lnTo>
                    <a:pt x="12174" y="786067"/>
                  </a:lnTo>
                  <a:lnTo>
                    <a:pt x="12252" y="785956"/>
                  </a:lnTo>
                  <a:lnTo>
                    <a:pt x="12299" y="785890"/>
                  </a:lnTo>
                  <a:lnTo>
                    <a:pt x="12413" y="785819"/>
                  </a:lnTo>
                  <a:lnTo>
                    <a:pt x="12621" y="785831"/>
                  </a:lnTo>
                  <a:lnTo>
                    <a:pt x="12829" y="785926"/>
                  </a:lnTo>
                  <a:lnTo>
                    <a:pt x="12849" y="785942"/>
                  </a:lnTo>
                  <a:lnTo>
                    <a:pt x="12996" y="786067"/>
                  </a:lnTo>
                  <a:lnTo>
                    <a:pt x="13266" y="786268"/>
                  </a:lnTo>
                  <a:lnTo>
                    <a:pt x="13463" y="786294"/>
                  </a:lnTo>
                  <a:lnTo>
                    <a:pt x="13537" y="786303"/>
                  </a:lnTo>
                  <a:lnTo>
                    <a:pt x="13942" y="786280"/>
                  </a:lnTo>
                  <a:lnTo>
                    <a:pt x="14171" y="786268"/>
                  </a:lnTo>
                  <a:lnTo>
                    <a:pt x="14327" y="786339"/>
                  </a:lnTo>
                  <a:lnTo>
                    <a:pt x="14354" y="786375"/>
                  </a:lnTo>
                  <a:lnTo>
                    <a:pt x="14425" y="786474"/>
                  </a:lnTo>
                  <a:lnTo>
                    <a:pt x="14473" y="786540"/>
                  </a:lnTo>
                  <a:lnTo>
                    <a:pt x="14479" y="786581"/>
                  </a:lnTo>
                  <a:lnTo>
                    <a:pt x="14482" y="786588"/>
                  </a:lnTo>
                  <a:lnTo>
                    <a:pt x="14624" y="786895"/>
                  </a:lnTo>
                  <a:lnTo>
                    <a:pt x="14810" y="787138"/>
                  </a:lnTo>
                  <a:lnTo>
                    <a:pt x="15023" y="787203"/>
                  </a:lnTo>
                  <a:lnTo>
                    <a:pt x="15080" y="787170"/>
                  </a:lnTo>
                  <a:lnTo>
                    <a:pt x="15107" y="787143"/>
                  </a:lnTo>
                  <a:lnTo>
                    <a:pt x="15208" y="787041"/>
                  </a:lnTo>
                  <a:lnTo>
                    <a:pt x="15436" y="786685"/>
                  </a:lnTo>
                  <a:lnTo>
                    <a:pt x="16063" y="785844"/>
                  </a:lnTo>
                  <a:lnTo>
                    <a:pt x="16171" y="785600"/>
                  </a:lnTo>
                  <a:lnTo>
                    <a:pt x="16198" y="785387"/>
                  </a:lnTo>
                  <a:lnTo>
                    <a:pt x="16198" y="785195"/>
                  </a:lnTo>
                  <a:lnTo>
                    <a:pt x="16124" y="784535"/>
                  </a:lnTo>
                  <a:lnTo>
                    <a:pt x="15968" y="783752"/>
                  </a:lnTo>
                  <a:lnTo>
                    <a:pt x="15962" y="783503"/>
                  </a:lnTo>
                  <a:lnTo>
                    <a:pt x="15906" y="783063"/>
                  </a:lnTo>
                  <a:lnTo>
                    <a:pt x="15906" y="782691"/>
                  </a:lnTo>
                  <a:lnTo>
                    <a:pt x="15886" y="782638"/>
                  </a:lnTo>
                  <a:lnTo>
                    <a:pt x="15880" y="782524"/>
                  </a:lnTo>
                  <a:lnTo>
                    <a:pt x="15772" y="782225"/>
                  </a:lnTo>
                  <a:lnTo>
                    <a:pt x="15630" y="782025"/>
                  </a:lnTo>
                  <a:lnTo>
                    <a:pt x="15312" y="781542"/>
                  </a:lnTo>
                  <a:lnTo>
                    <a:pt x="15069" y="781050"/>
                  </a:lnTo>
                  <a:lnTo>
                    <a:pt x="14844" y="780603"/>
                  </a:lnTo>
                  <a:lnTo>
                    <a:pt x="14710" y="780573"/>
                  </a:lnTo>
                  <a:lnTo>
                    <a:pt x="14411" y="780573"/>
                  </a:lnTo>
                  <a:lnTo>
                    <a:pt x="14089" y="780638"/>
                  </a:lnTo>
                  <a:lnTo>
                    <a:pt x="13993" y="780638"/>
                  </a:lnTo>
                  <a:lnTo>
                    <a:pt x="13731" y="780677"/>
                  </a:lnTo>
                  <a:lnTo>
                    <a:pt x="13679" y="780708"/>
                  </a:lnTo>
                  <a:lnTo>
                    <a:pt x="13555" y="780781"/>
                  </a:lnTo>
                  <a:lnTo>
                    <a:pt x="13443" y="781145"/>
                  </a:lnTo>
                  <a:lnTo>
                    <a:pt x="13298" y="781354"/>
                  </a:lnTo>
                  <a:lnTo>
                    <a:pt x="13271" y="781357"/>
                  </a:lnTo>
                  <a:lnTo>
                    <a:pt x="13143" y="781368"/>
                  </a:lnTo>
                  <a:lnTo>
                    <a:pt x="12750" y="781296"/>
                  </a:lnTo>
                  <a:lnTo>
                    <a:pt x="12520" y="781296"/>
                  </a:lnTo>
                  <a:lnTo>
                    <a:pt x="12150" y="781511"/>
                  </a:lnTo>
                  <a:lnTo>
                    <a:pt x="11695" y="781611"/>
                  </a:lnTo>
                  <a:lnTo>
                    <a:pt x="11205" y="781604"/>
                  </a:lnTo>
                  <a:lnTo>
                    <a:pt x="11040" y="781436"/>
                  </a:lnTo>
                  <a:lnTo>
                    <a:pt x="10976" y="781048"/>
                  </a:lnTo>
                  <a:lnTo>
                    <a:pt x="10998" y="780684"/>
                  </a:lnTo>
                  <a:lnTo>
                    <a:pt x="10955" y="780296"/>
                  </a:lnTo>
                  <a:lnTo>
                    <a:pt x="10804" y="779872"/>
                  </a:lnTo>
                  <a:lnTo>
                    <a:pt x="10773" y="779787"/>
                  </a:lnTo>
                  <a:lnTo>
                    <a:pt x="10463" y="779253"/>
                  </a:lnTo>
                  <a:lnTo>
                    <a:pt x="10196" y="779023"/>
                  </a:lnTo>
                  <a:lnTo>
                    <a:pt x="10084" y="778889"/>
                  </a:lnTo>
                  <a:lnTo>
                    <a:pt x="9972" y="778756"/>
                  </a:lnTo>
                  <a:lnTo>
                    <a:pt x="9950" y="778472"/>
                  </a:lnTo>
                  <a:lnTo>
                    <a:pt x="9995" y="778300"/>
                  </a:lnTo>
                  <a:lnTo>
                    <a:pt x="9995" y="777932"/>
                  </a:lnTo>
                  <a:lnTo>
                    <a:pt x="10065" y="776909"/>
                  </a:lnTo>
                  <a:lnTo>
                    <a:pt x="10049" y="776677"/>
                  </a:lnTo>
                  <a:lnTo>
                    <a:pt x="9994" y="776528"/>
                  </a:lnTo>
                  <a:lnTo>
                    <a:pt x="9956" y="776426"/>
                  </a:lnTo>
                  <a:lnTo>
                    <a:pt x="9800" y="775997"/>
                  </a:lnTo>
                  <a:lnTo>
                    <a:pt x="9792" y="775965"/>
                  </a:lnTo>
                  <a:lnTo>
                    <a:pt x="9749" y="775873"/>
                  </a:lnTo>
                  <a:lnTo>
                    <a:pt x="9688" y="775740"/>
                  </a:lnTo>
                  <a:lnTo>
                    <a:pt x="9517" y="775529"/>
                  </a:lnTo>
                  <a:lnTo>
                    <a:pt x="9317" y="775449"/>
                  </a:lnTo>
                  <a:lnTo>
                    <a:pt x="9175" y="775432"/>
                  </a:lnTo>
                  <a:lnTo>
                    <a:pt x="9163" y="775420"/>
                  </a:lnTo>
                  <a:lnTo>
                    <a:pt x="9073" y="775404"/>
                  </a:lnTo>
                  <a:lnTo>
                    <a:pt x="8924" y="775222"/>
                  </a:lnTo>
                  <a:lnTo>
                    <a:pt x="8890" y="774992"/>
                  </a:lnTo>
                  <a:lnTo>
                    <a:pt x="8849" y="774713"/>
                  </a:lnTo>
                  <a:lnTo>
                    <a:pt x="8806" y="774458"/>
                  </a:lnTo>
                  <a:lnTo>
                    <a:pt x="8625" y="774373"/>
                  </a:lnTo>
                  <a:lnTo>
                    <a:pt x="8475" y="774373"/>
                  </a:lnTo>
                  <a:lnTo>
                    <a:pt x="8123" y="774507"/>
                  </a:lnTo>
                  <a:lnTo>
                    <a:pt x="7898" y="774579"/>
                  </a:lnTo>
                  <a:lnTo>
                    <a:pt x="7773" y="774564"/>
                  </a:lnTo>
                  <a:lnTo>
                    <a:pt x="7665" y="774527"/>
                  </a:lnTo>
                  <a:lnTo>
                    <a:pt x="7324" y="774292"/>
                  </a:lnTo>
                  <a:lnTo>
                    <a:pt x="7266" y="774252"/>
                  </a:lnTo>
                  <a:lnTo>
                    <a:pt x="7051" y="774023"/>
                  </a:lnTo>
                  <a:lnTo>
                    <a:pt x="7033" y="773840"/>
                  </a:lnTo>
                  <a:lnTo>
                    <a:pt x="7140" y="773439"/>
                  </a:lnTo>
                  <a:lnTo>
                    <a:pt x="7183" y="773051"/>
                  </a:lnTo>
                  <a:lnTo>
                    <a:pt x="7144" y="772808"/>
                  </a:lnTo>
                  <a:lnTo>
                    <a:pt x="7129" y="772712"/>
                  </a:lnTo>
                  <a:lnTo>
                    <a:pt x="7089" y="772588"/>
                  </a:lnTo>
                  <a:lnTo>
                    <a:pt x="6947" y="772540"/>
                  </a:lnTo>
                  <a:lnTo>
                    <a:pt x="6915" y="772530"/>
                  </a:lnTo>
                  <a:lnTo>
                    <a:pt x="6702" y="772481"/>
                  </a:lnTo>
                  <a:lnTo>
                    <a:pt x="6595" y="772336"/>
                  </a:lnTo>
                  <a:lnTo>
                    <a:pt x="6577" y="772256"/>
                  </a:lnTo>
                  <a:lnTo>
                    <a:pt x="6511" y="772150"/>
                  </a:lnTo>
                  <a:lnTo>
                    <a:pt x="6492" y="771949"/>
                  </a:lnTo>
                  <a:lnTo>
                    <a:pt x="6478" y="771921"/>
                  </a:lnTo>
                  <a:lnTo>
                    <a:pt x="6478" y="771812"/>
                  </a:lnTo>
                  <a:lnTo>
                    <a:pt x="6452" y="771773"/>
                  </a:lnTo>
                  <a:lnTo>
                    <a:pt x="6357" y="771212"/>
                  </a:lnTo>
                  <a:lnTo>
                    <a:pt x="6168" y="770725"/>
                  </a:lnTo>
                  <a:lnTo>
                    <a:pt x="6067" y="770579"/>
                  </a:lnTo>
                  <a:lnTo>
                    <a:pt x="5758" y="770229"/>
                  </a:lnTo>
                  <a:lnTo>
                    <a:pt x="5638" y="770092"/>
                  </a:lnTo>
                  <a:lnTo>
                    <a:pt x="5490" y="769902"/>
                  </a:lnTo>
                  <a:lnTo>
                    <a:pt x="5253" y="769809"/>
                  </a:lnTo>
                  <a:lnTo>
                    <a:pt x="4992" y="769818"/>
                  </a:lnTo>
                  <a:lnTo>
                    <a:pt x="4510" y="769976"/>
                  </a:lnTo>
                  <a:lnTo>
                    <a:pt x="3846" y="770048"/>
                  </a:lnTo>
                  <a:lnTo>
                    <a:pt x="3823" y="770050"/>
                  </a:lnTo>
                  <a:lnTo>
                    <a:pt x="3488" y="769939"/>
                  </a:lnTo>
                  <a:lnTo>
                    <a:pt x="3260" y="769763"/>
                  </a:lnTo>
                  <a:lnTo>
                    <a:pt x="3121" y="769549"/>
                  </a:lnTo>
                  <a:lnTo>
                    <a:pt x="3080" y="769243"/>
                  </a:lnTo>
                  <a:lnTo>
                    <a:pt x="3064" y="768770"/>
                  </a:lnTo>
                  <a:lnTo>
                    <a:pt x="3034" y="768573"/>
                  </a:lnTo>
                  <a:lnTo>
                    <a:pt x="3015" y="768446"/>
                  </a:lnTo>
                  <a:lnTo>
                    <a:pt x="2720" y="768288"/>
                  </a:lnTo>
                  <a:lnTo>
                    <a:pt x="2108" y="768316"/>
                  </a:lnTo>
                  <a:lnTo>
                    <a:pt x="1983" y="768295"/>
                  </a:lnTo>
                  <a:lnTo>
                    <a:pt x="1887" y="768279"/>
                  </a:lnTo>
                  <a:lnTo>
                    <a:pt x="1863" y="768131"/>
                  </a:lnTo>
                  <a:lnTo>
                    <a:pt x="1953" y="767852"/>
                  </a:lnTo>
                  <a:lnTo>
                    <a:pt x="2287" y="767509"/>
                  </a:lnTo>
                  <a:lnTo>
                    <a:pt x="2443" y="767157"/>
                  </a:lnTo>
                  <a:lnTo>
                    <a:pt x="2451" y="766916"/>
                  </a:lnTo>
                  <a:lnTo>
                    <a:pt x="2427" y="766748"/>
                  </a:lnTo>
                  <a:lnTo>
                    <a:pt x="2402" y="766572"/>
                  </a:lnTo>
                  <a:lnTo>
                    <a:pt x="2219" y="766320"/>
                  </a:lnTo>
                  <a:lnTo>
                    <a:pt x="2173" y="766257"/>
                  </a:lnTo>
                  <a:lnTo>
                    <a:pt x="1895" y="765914"/>
                  </a:lnTo>
                  <a:lnTo>
                    <a:pt x="1887" y="765673"/>
                  </a:lnTo>
                  <a:lnTo>
                    <a:pt x="1928" y="765469"/>
                  </a:lnTo>
                  <a:lnTo>
                    <a:pt x="2042" y="765237"/>
                  </a:lnTo>
                  <a:lnTo>
                    <a:pt x="2212" y="764892"/>
                  </a:lnTo>
                  <a:lnTo>
                    <a:pt x="2271" y="764715"/>
                  </a:lnTo>
                  <a:lnTo>
                    <a:pt x="2394" y="764139"/>
                  </a:lnTo>
                  <a:lnTo>
                    <a:pt x="2389" y="763975"/>
                  </a:lnTo>
                  <a:lnTo>
                    <a:pt x="2344" y="763797"/>
                  </a:lnTo>
                  <a:lnTo>
                    <a:pt x="1294" y="763037"/>
                  </a:lnTo>
                  <a:lnTo>
                    <a:pt x="343" y="762550"/>
                  </a:lnTo>
                  <a:lnTo>
                    <a:pt x="0" y="762394"/>
                  </a:lnTo>
                  <a:lnTo>
                    <a:pt x="35" y="762218"/>
                  </a:lnTo>
                  <a:lnTo>
                    <a:pt x="84" y="762162"/>
                  </a:lnTo>
                  <a:lnTo>
                    <a:pt x="302" y="762114"/>
                  </a:lnTo>
                  <a:lnTo>
                    <a:pt x="781" y="762050"/>
                  </a:lnTo>
                  <a:lnTo>
                    <a:pt x="892" y="762044"/>
                  </a:lnTo>
                  <a:lnTo>
                    <a:pt x="1732" y="761825"/>
                  </a:lnTo>
                  <a:lnTo>
                    <a:pt x="2470" y="761784"/>
                  </a:lnTo>
                  <a:lnTo>
                    <a:pt x="3577" y="761449"/>
                  </a:lnTo>
                  <a:lnTo>
                    <a:pt x="3958" y="761066"/>
                  </a:lnTo>
                  <a:lnTo>
                    <a:pt x="4255" y="760266"/>
                  </a:lnTo>
                  <a:lnTo>
                    <a:pt x="4387" y="759318"/>
                  </a:lnTo>
                  <a:lnTo>
                    <a:pt x="4544" y="758669"/>
                  </a:lnTo>
                  <a:lnTo>
                    <a:pt x="4680" y="758329"/>
                  </a:lnTo>
                  <a:lnTo>
                    <a:pt x="4957" y="758195"/>
                  </a:lnTo>
                  <a:lnTo>
                    <a:pt x="5074" y="758129"/>
                  </a:lnTo>
                  <a:lnTo>
                    <a:pt x="5112" y="758113"/>
                  </a:lnTo>
                  <a:lnTo>
                    <a:pt x="5544" y="757648"/>
                  </a:lnTo>
                  <a:lnTo>
                    <a:pt x="5965" y="757470"/>
                  </a:lnTo>
                  <a:lnTo>
                    <a:pt x="6757" y="757442"/>
                  </a:lnTo>
                  <a:lnTo>
                    <a:pt x="6833" y="757458"/>
                  </a:lnTo>
                  <a:lnTo>
                    <a:pt x="7206" y="757590"/>
                  </a:lnTo>
                  <a:lnTo>
                    <a:pt x="8290" y="757740"/>
                  </a:lnTo>
                  <a:lnTo>
                    <a:pt x="9290" y="757869"/>
                  </a:lnTo>
                  <a:lnTo>
                    <a:pt x="10168" y="758088"/>
                  </a:lnTo>
                  <a:lnTo>
                    <a:pt x="10946" y="758121"/>
                  </a:lnTo>
                  <a:lnTo>
                    <a:pt x="11549" y="758111"/>
                  </a:lnTo>
                  <a:lnTo>
                    <a:pt x="11914" y="758069"/>
                  </a:lnTo>
                  <a:lnTo>
                    <a:pt x="12995" y="757707"/>
                  </a:lnTo>
                  <a:lnTo>
                    <a:pt x="13616" y="757667"/>
                  </a:lnTo>
                  <a:lnTo>
                    <a:pt x="14737" y="757740"/>
                  </a:lnTo>
                  <a:lnTo>
                    <a:pt x="15530" y="757513"/>
                  </a:lnTo>
                  <a:lnTo>
                    <a:pt x="16404" y="757314"/>
                  </a:lnTo>
                  <a:lnTo>
                    <a:pt x="16576" y="757243"/>
                  </a:lnTo>
                  <a:lnTo>
                    <a:pt x="16765" y="757219"/>
                  </a:lnTo>
                  <a:lnTo>
                    <a:pt x="16993" y="757212"/>
                  </a:lnTo>
                  <a:lnTo>
                    <a:pt x="17101" y="757178"/>
                  </a:lnTo>
                  <a:lnTo>
                    <a:pt x="17184" y="757152"/>
                  </a:lnTo>
                  <a:lnTo>
                    <a:pt x="17276" y="757073"/>
                  </a:lnTo>
                  <a:lnTo>
                    <a:pt x="17321" y="756970"/>
                  </a:lnTo>
                  <a:lnTo>
                    <a:pt x="17328" y="756913"/>
                  </a:lnTo>
                  <a:lnTo>
                    <a:pt x="17349" y="756699"/>
                  </a:lnTo>
                  <a:lnTo>
                    <a:pt x="17393" y="756346"/>
                  </a:lnTo>
                  <a:lnTo>
                    <a:pt x="17517" y="756122"/>
                  </a:lnTo>
                  <a:lnTo>
                    <a:pt x="17574" y="755980"/>
                  </a:lnTo>
                  <a:lnTo>
                    <a:pt x="17691" y="755789"/>
                  </a:lnTo>
                  <a:lnTo>
                    <a:pt x="17982" y="755136"/>
                  </a:lnTo>
                  <a:lnTo>
                    <a:pt x="18408" y="754771"/>
                  </a:lnTo>
                  <a:lnTo>
                    <a:pt x="18513" y="754618"/>
                  </a:lnTo>
                  <a:lnTo>
                    <a:pt x="18528" y="754304"/>
                  </a:lnTo>
                  <a:lnTo>
                    <a:pt x="18509" y="754153"/>
                  </a:lnTo>
                  <a:lnTo>
                    <a:pt x="18225" y="753919"/>
                  </a:lnTo>
                  <a:lnTo>
                    <a:pt x="18132" y="753814"/>
                  </a:lnTo>
                  <a:lnTo>
                    <a:pt x="18130" y="753806"/>
                  </a:lnTo>
                  <a:lnTo>
                    <a:pt x="18106" y="753709"/>
                  </a:lnTo>
                  <a:lnTo>
                    <a:pt x="18231" y="753510"/>
                  </a:lnTo>
                  <a:lnTo>
                    <a:pt x="18520" y="753227"/>
                  </a:lnTo>
                  <a:lnTo>
                    <a:pt x="18788" y="752923"/>
                  </a:lnTo>
                  <a:lnTo>
                    <a:pt x="18819" y="752887"/>
                  </a:lnTo>
                  <a:lnTo>
                    <a:pt x="19014" y="752837"/>
                  </a:lnTo>
                  <a:lnTo>
                    <a:pt x="19297" y="752763"/>
                  </a:lnTo>
                  <a:lnTo>
                    <a:pt x="19596" y="752503"/>
                  </a:lnTo>
                  <a:lnTo>
                    <a:pt x="19766" y="752254"/>
                  </a:lnTo>
                  <a:lnTo>
                    <a:pt x="19766" y="752005"/>
                  </a:lnTo>
                  <a:lnTo>
                    <a:pt x="19646" y="751711"/>
                  </a:lnTo>
                  <a:lnTo>
                    <a:pt x="19646" y="751507"/>
                  </a:lnTo>
                  <a:lnTo>
                    <a:pt x="19666" y="751224"/>
                  </a:lnTo>
                  <a:lnTo>
                    <a:pt x="19700" y="751156"/>
                  </a:lnTo>
                  <a:lnTo>
                    <a:pt x="19738" y="751134"/>
                  </a:lnTo>
                  <a:lnTo>
                    <a:pt x="20066" y="751123"/>
                  </a:lnTo>
                  <a:lnTo>
                    <a:pt x="20500" y="751123"/>
                  </a:lnTo>
                  <a:lnTo>
                    <a:pt x="20866" y="751024"/>
                  </a:lnTo>
                  <a:lnTo>
                    <a:pt x="21193" y="750817"/>
                  </a:lnTo>
                  <a:lnTo>
                    <a:pt x="21338" y="750466"/>
                  </a:lnTo>
                  <a:lnTo>
                    <a:pt x="21396" y="749944"/>
                  </a:lnTo>
                  <a:lnTo>
                    <a:pt x="21312" y="749284"/>
                  </a:lnTo>
                  <a:lnTo>
                    <a:pt x="21145" y="748686"/>
                  </a:lnTo>
                  <a:lnTo>
                    <a:pt x="21055" y="748117"/>
                  </a:lnTo>
                  <a:lnTo>
                    <a:pt x="20991" y="747664"/>
                  </a:lnTo>
                  <a:lnTo>
                    <a:pt x="20875" y="747373"/>
                  </a:lnTo>
                  <a:lnTo>
                    <a:pt x="20682" y="747052"/>
                  </a:lnTo>
                  <a:lnTo>
                    <a:pt x="20664" y="747025"/>
                  </a:lnTo>
                  <a:lnTo>
                    <a:pt x="20451" y="746503"/>
                  </a:lnTo>
                  <a:lnTo>
                    <a:pt x="20417" y="746422"/>
                  </a:lnTo>
                  <a:lnTo>
                    <a:pt x="20412" y="746416"/>
                  </a:lnTo>
                  <a:lnTo>
                    <a:pt x="20319" y="746083"/>
                  </a:lnTo>
                  <a:lnTo>
                    <a:pt x="20318" y="745552"/>
                  </a:lnTo>
                  <a:lnTo>
                    <a:pt x="20280" y="745241"/>
                  </a:lnTo>
                  <a:lnTo>
                    <a:pt x="20091" y="744887"/>
                  </a:lnTo>
                  <a:lnTo>
                    <a:pt x="19961" y="744743"/>
                  </a:lnTo>
                  <a:lnTo>
                    <a:pt x="19783" y="744546"/>
                  </a:lnTo>
                  <a:lnTo>
                    <a:pt x="19704" y="744458"/>
                  </a:lnTo>
                  <a:lnTo>
                    <a:pt x="19628" y="744330"/>
                  </a:lnTo>
                  <a:lnTo>
                    <a:pt x="19638" y="744222"/>
                  </a:lnTo>
                  <a:lnTo>
                    <a:pt x="19752" y="744185"/>
                  </a:lnTo>
                  <a:lnTo>
                    <a:pt x="19772" y="744184"/>
                  </a:lnTo>
                  <a:lnTo>
                    <a:pt x="19861" y="744134"/>
                  </a:lnTo>
                  <a:lnTo>
                    <a:pt x="19925" y="744092"/>
                  </a:lnTo>
                  <a:lnTo>
                    <a:pt x="19926" y="744074"/>
                  </a:lnTo>
                  <a:lnTo>
                    <a:pt x="19928" y="744041"/>
                  </a:lnTo>
                  <a:lnTo>
                    <a:pt x="19931" y="743992"/>
                  </a:lnTo>
                  <a:lnTo>
                    <a:pt x="19880" y="743885"/>
                  </a:lnTo>
                  <a:lnTo>
                    <a:pt x="19852" y="743871"/>
                  </a:lnTo>
                  <a:lnTo>
                    <a:pt x="19656" y="743771"/>
                  </a:lnTo>
                  <a:lnTo>
                    <a:pt x="19541" y="743730"/>
                  </a:lnTo>
                  <a:lnTo>
                    <a:pt x="19454" y="743598"/>
                  </a:lnTo>
                  <a:lnTo>
                    <a:pt x="19443" y="743512"/>
                  </a:lnTo>
                  <a:lnTo>
                    <a:pt x="19411" y="743262"/>
                  </a:lnTo>
                  <a:lnTo>
                    <a:pt x="19353" y="743048"/>
                  </a:lnTo>
                  <a:lnTo>
                    <a:pt x="19312" y="743011"/>
                  </a:lnTo>
                  <a:lnTo>
                    <a:pt x="19298" y="742968"/>
                  </a:lnTo>
                  <a:lnTo>
                    <a:pt x="19172" y="742865"/>
                  </a:lnTo>
                  <a:lnTo>
                    <a:pt x="19128" y="742828"/>
                  </a:lnTo>
                  <a:lnTo>
                    <a:pt x="18872" y="742775"/>
                  </a:lnTo>
                  <a:lnTo>
                    <a:pt x="18646" y="742753"/>
                  </a:lnTo>
                  <a:lnTo>
                    <a:pt x="18353" y="742753"/>
                  </a:lnTo>
                  <a:lnTo>
                    <a:pt x="18079" y="742732"/>
                  </a:lnTo>
                  <a:lnTo>
                    <a:pt x="17871" y="742689"/>
                  </a:lnTo>
                  <a:lnTo>
                    <a:pt x="17835" y="742674"/>
                  </a:lnTo>
                  <a:lnTo>
                    <a:pt x="17739" y="742635"/>
                  </a:lnTo>
                  <a:lnTo>
                    <a:pt x="17635" y="742453"/>
                  </a:lnTo>
                  <a:lnTo>
                    <a:pt x="17474" y="742206"/>
                  </a:lnTo>
                  <a:lnTo>
                    <a:pt x="17323" y="742056"/>
                  </a:lnTo>
                  <a:lnTo>
                    <a:pt x="17144" y="742024"/>
                  </a:lnTo>
                  <a:lnTo>
                    <a:pt x="16955" y="742034"/>
                  </a:lnTo>
                  <a:lnTo>
                    <a:pt x="16948" y="742038"/>
                  </a:lnTo>
                  <a:lnTo>
                    <a:pt x="16917" y="742036"/>
                  </a:lnTo>
                  <a:lnTo>
                    <a:pt x="16718" y="742120"/>
                  </a:lnTo>
                  <a:lnTo>
                    <a:pt x="16454" y="742346"/>
                  </a:lnTo>
                  <a:lnTo>
                    <a:pt x="16322" y="742367"/>
                  </a:lnTo>
                  <a:lnTo>
                    <a:pt x="16255" y="742367"/>
                  </a:lnTo>
                  <a:lnTo>
                    <a:pt x="16133" y="742217"/>
                  </a:lnTo>
                  <a:lnTo>
                    <a:pt x="16132" y="742205"/>
                  </a:lnTo>
                  <a:lnTo>
                    <a:pt x="16104" y="741852"/>
                  </a:lnTo>
                  <a:lnTo>
                    <a:pt x="16123" y="741016"/>
                  </a:lnTo>
                  <a:lnTo>
                    <a:pt x="16237" y="739965"/>
                  </a:lnTo>
                  <a:lnTo>
                    <a:pt x="16237" y="739428"/>
                  </a:lnTo>
                  <a:lnTo>
                    <a:pt x="16255" y="738999"/>
                  </a:lnTo>
                  <a:lnTo>
                    <a:pt x="16444" y="738485"/>
                  </a:lnTo>
                  <a:lnTo>
                    <a:pt x="16888" y="737594"/>
                  </a:lnTo>
                  <a:lnTo>
                    <a:pt x="17484" y="737155"/>
                  </a:lnTo>
                  <a:lnTo>
                    <a:pt x="18211" y="736833"/>
                  </a:lnTo>
                  <a:lnTo>
                    <a:pt x="18609" y="736570"/>
                  </a:lnTo>
                  <a:lnTo>
                    <a:pt x="18872" y="736468"/>
                  </a:lnTo>
                  <a:lnTo>
                    <a:pt x="18900" y="736443"/>
                  </a:lnTo>
                  <a:lnTo>
                    <a:pt x="19203" y="736168"/>
                  </a:lnTo>
                  <a:lnTo>
                    <a:pt x="19515" y="735932"/>
                  </a:lnTo>
                  <a:lnTo>
                    <a:pt x="19685" y="735642"/>
                  </a:lnTo>
                  <a:lnTo>
                    <a:pt x="19751" y="735321"/>
                  </a:lnTo>
                  <a:lnTo>
                    <a:pt x="19732" y="734817"/>
                  </a:lnTo>
                  <a:lnTo>
                    <a:pt x="19676" y="734620"/>
                  </a:lnTo>
                  <a:lnTo>
                    <a:pt x="19657" y="734204"/>
                  </a:lnTo>
                  <a:lnTo>
                    <a:pt x="19515" y="733854"/>
                  </a:lnTo>
                  <a:lnTo>
                    <a:pt x="19494" y="733801"/>
                  </a:lnTo>
                  <a:lnTo>
                    <a:pt x="19402" y="733375"/>
                  </a:lnTo>
                  <a:lnTo>
                    <a:pt x="19409" y="733174"/>
                  </a:lnTo>
                  <a:lnTo>
                    <a:pt x="19473" y="732965"/>
                  </a:lnTo>
                  <a:lnTo>
                    <a:pt x="19947" y="732362"/>
                  </a:lnTo>
                  <a:lnTo>
                    <a:pt x="20281" y="731823"/>
                  </a:lnTo>
                  <a:lnTo>
                    <a:pt x="20497" y="731479"/>
                  </a:lnTo>
                  <a:lnTo>
                    <a:pt x="20924" y="731088"/>
                  </a:lnTo>
                  <a:lnTo>
                    <a:pt x="21264" y="730759"/>
                  </a:lnTo>
                  <a:lnTo>
                    <a:pt x="21455" y="730451"/>
                  </a:lnTo>
                  <a:lnTo>
                    <a:pt x="21943" y="729663"/>
                  </a:lnTo>
                  <a:lnTo>
                    <a:pt x="21950" y="729635"/>
                  </a:lnTo>
                  <a:lnTo>
                    <a:pt x="22121" y="729415"/>
                  </a:lnTo>
                  <a:lnTo>
                    <a:pt x="22310" y="729243"/>
                  </a:lnTo>
                  <a:lnTo>
                    <a:pt x="22326" y="729015"/>
                  </a:lnTo>
                  <a:lnTo>
                    <a:pt x="22355" y="728891"/>
                  </a:lnTo>
                  <a:lnTo>
                    <a:pt x="22332" y="728644"/>
                  </a:lnTo>
                  <a:lnTo>
                    <a:pt x="22328" y="728635"/>
                  </a:lnTo>
                  <a:lnTo>
                    <a:pt x="22214" y="728493"/>
                  </a:lnTo>
                  <a:lnTo>
                    <a:pt x="22081" y="728410"/>
                  </a:lnTo>
                  <a:lnTo>
                    <a:pt x="21852" y="728288"/>
                  </a:lnTo>
                  <a:lnTo>
                    <a:pt x="21621" y="728277"/>
                  </a:lnTo>
                  <a:lnTo>
                    <a:pt x="21342" y="728245"/>
                  </a:lnTo>
                  <a:lnTo>
                    <a:pt x="21047" y="728180"/>
                  </a:lnTo>
                  <a:lnTo>
                    <a:pt x="20917" y="728115"/>
                  </a:lnTo>
                  <a:lnTo>
                    <a:pt x="20825" y="728021"/>
                  </a:lnTo>
                  <a:lnTo>
                    <a:pt x="20853" y="727841"/>
                  </a:lnTo>
                  <a:lnTo>
                    <a:pt x="21082" y="727625"/>
                  </a:lnTo>
                  <a:lnTo>
                    <a:pt x="21643" y="727427"/>
                  </a:lnTo>
                  <a:lnTo>
                    <a:pt x="23133" y="726850"/>
                  </a:lnTo>
                  <a:lnTo>
                    <a:pt x="23586" y="726574"/>
                  </a:lnTo>
                  <a:lnTo>
                    <a:pt x="23809" y="726282"/>
                  </a:lnTo>
                  <a:lnTo>
                    <a:pt x="23880" y="725927"/>
                  </a:lnTo>
                  <a:lnTo>
                    <a:pt x="24073" y="725354"/>
                  </a:lnTo>
                  <a:lnTo>
                    <a:pt x="24235" y="724763"/>
                  </a:lnTo>
                  <a:lnTo>
                    <a:pt x="24736" y="724256"/>
                  </a:lnTo>
                  <a:lnTo>
                    <a:pt x="25466" y="723913"/>
                  </a:lnTo>
                  <a:lnTo>
                    <a:pt x="25892" y="724003"/>
                  </a:lnTo>
                  <a:lnTo>
                    <a:pt x="25966" y="724030"/>
                  </a:lnTo>
                  <a:lnTo>
                    <a:pt x="26625" y="724379"/>
                  </a:lnTo>
                  <a:lnTo>
                    <a:pt x="27315" y="724717"/>
                  </a:lnTo>
                  <a:lnTo>
                    <a:pt x="27558" y="724743"/>
                  </a:lnTo>
                  <a:lnTo>
                    <a:pt x="27725" y="724733"/>
                  </a:lnTo>
                  <a:lnTo>
                    <a:pt x="27785" y="724740"/>
                  </a:lnTo>
                  <a:lnTo>
                    <a:pt x="28312" y="724605"/>
                  </a:lnTo>
                  <a:lnTo>
                    <a:pt x="28691" y="724394"/>
                  </a:lnTo>
                  <a:lnTo>
                    <a:pt x="29178" y="723608"/>
                  </a:lnTo>
                  <a:lnTo>
                    <a:pt x="29492" y="723366"/>
                  </a:lnTo>
                  <a:lnTo>
                    <a:pt x="30259" y="723254"/>
                  </a:lnTo>
                  <a:lnTo>
                    <a:pt x="31091" y="723055"/>
                  </a:lnTo>
                  <a:lnTo>
                    <a:pt x="32213" y="722782"/>
                  </a:lnTo>
                  <a:lnTo>
                    <a:pt x="32933" y="722640"/>
                  </a:lnTo>
                  <a:lnTo>
                    <a:pt x="33579" y="722452"/>
                  </a:lnTo>
                  <a:lnTo>
                    <a:pt x="34650" y="722445"/>
                  </a:lnTo>
                  <a:lnTo>
                    <a:pt x="35580" y="722226"/>
                  </a:lnTo>
                  <a:lnTo>
                    <a:pt x="36094" y="722238"/>
                  </a:lnTo>
                  <a:lnTo>
                    <a:pt x="36276" y="722322"/>
                  </a:lnTo>
                  <a:lnTo>
                    <a:pt x="36337" y="722422"/>
                  </a:lnTo>
                  <a:lnTo>
                    <a:pt x="36486" y="722921"/>
                  </a:lnTo>
                  <a:lnTo>
                    <a:pt x="36574" y="723274"/>
                  </a:lnTo>
                  <a:lnTo>
                    <a:pt x="36716" y="723515"/>
                  </a:lnTo>
                  <a:lnTo>
                    <a:pt x="36915" y="723661"/>
                  </a:lnTo>
                  <a:lnTo>
                    <a:pt x="37169" y="723680"/>
                  </a:lnTo>
                  <a:lnTo>
                    <a:pt x="37517" y="723500"/>
                  </a:lnTo>
                  <a:lnTo>
                    <a:pt x="37821" y="723285"/>
                  </a:lnTo>
                  <a:lnTo>
                    <a:pt x="38058" y="723193"/>
                  </a:lnTo>
                  <a:lnTo>
                    <a:pt x="38393" y="723289"/>
                  </a:lnTo>
                  <a:lnTo>
                    <a:pt x="38594" y="723382"/>
                  </a:lnTo>
                  <a:lnTo>
                    <a:pt x="38599" y="723387"/>
                  </a:lnTo>
                  <a:lnTo>
                    <a:pt x="38606" y="723394"/>
                  </a:lnTo>
                  <a:lnTo>
                    <a:pt x="38943" y="723503"/>
                  </a:lnTo>
                  <a:lnTo>
                    <a:pt x="39447" y="723830"/>
                  </a:lnTo>
                  <a:lnTo>
                    <a:pt x="39492" y="723857"/>
                  </a:lnTo>
                  <a:lnTo>
                    <a:pt x="39664" y="724014"/>
                  </a:lnTo>
                  <a:lnTo>
                    <a:pt x="40020" y="724142"/>
                  </a:lnTo>
                  <a:lnTo>
                    <a:pt x="40250" y="724106"/>
                  </a:lnTo>
                  <a:lnTo>
                    <a:pt x="40908" y="723830"/>
                  </a:lnTo>
                  <a:lnTo>
                    <a:pt x="42269" y="722704"/>
                  </a:lnTo>
                  <a:lnTo>
                    <a:pt x="43418" y="722055"/>
                  </a:lnTo>
                  <a:lnTo>
                    <a:pt x="44477" y="721533"/>
                  </a:lnTo>
                  <a:lnTo>
                    <a:pt x="45005" y="720980"/>
                  </a:lnTo>
                  <a:lnTo>
                    <a:pt x="45636" y="720023"/>
                  </a:lnTo>
                  <a:lnTo>
                    <a:pt x="46659" y="719113"/>
                  </a:lnTo>
                  <a:lnTo>
                    <a:pt x="47511" y="718284"/>
                  </a:lnTo>
                  <a:lnTo>
                    <a:pt x="48851" y="717795"/>
                  </a:lnTo>
                  <a:lnTo>
                    <a:pt x="49165" y="717378"/>
                  </a:lnTo>
                  <a:lnTo>
                    <a:pt x="49570" y="717120"/>
                  </a:lnTo>
                  <a:lnTo>
                    <a:pt x="50020" y="716368"/>
                  </a:lnTo>
                  <a:lnTo>
                    <a:pt x="50528" y="715432"/>
                  </a:lnTo>
                  <a:lnTo>
                    <a:pt x="51277" y="714500"/>
                  </a:lnTo>
                  <a:lnTo>
                    <a:pt x="52113" y="714070"/>
                  </a:lnTo>
                  <a:lnTo>
                    <a:pt x="52841" y="713924"/>
                  </a:lnTo>
                  <a:lnTo>
                    <a:pt x="53476" y="713997"/>
                  </a:lnTo>
                  <a:lnTo>
                    <a:pt x="54012" y="714248"/>
                  </a:lnTo>
                  <a:lnTo>
                    <a:pt x="54411" y="714508"/>
                  </a:lnTo>
                  <a:lnTo>
                    <a:pt x="54868" y="714508"/>
                  </a:lnTo>
                  <a:lnTo>
                    <a:pt x="55184" y="714338"/>
                  </a:lnTo>
                  <a:lnTo>
                    <a:pt x="55924" y="713673"/>
                  </a:lnTo>
                  <a:lnTo>
                    <a:pt x="56210" y="713579"/>
                  </a:lnTo>
                  <a:lnTo>
                    <a:pt x="56229" y="713391"/>
                  </a:lnTo>
                  <a:lnTo>
                    <a:pt x="56120" y="713167"/>
                  </a:lnTo>
                  <a:lnTo>
                    <a:pt x="56444" y="712503"/>
                  </a:lnTo>
                  <a:lnTo>
                    <a:pt x="56838" y="711600"/>
                  </a:lnTo>
                  <a:lnTo>
                    <a:pt x="56733" y="710776"/>
                  </a:lnTo>
                  <a:lnTo>
                    <a:pt x="56875" y="710378"/>
                  </a:lnTo>
                  <a:lnTo>
                    <a:pt x="56998" y="710306"/>
                  </a:lnTo>
                  <a:lnTo>
                    <a:pt x="57493" y="710360"/>
                  </a:lnTo>
                  <a:lnTo>
                    <a:pt x="59043" y="710400"/>
                  </a:lnTo>
                  <a:lnTo>
                    <a:pt x="59888" y="710336"/>
                  </a:lnTo>
                  <a:lnTo>
                    <a:pt x="60831" y="710209"/>
                  </a:lnTo>
                  <a:lnTo>
                    <a:pt x="61860" y="710289"/>
                  </a:lnTo>
                  <a:lnTo>
                    <a:pt x="62620" y="710472"/>
                  </a:lnTo>
                  <a:lnTo>
                    <a:pt x="63592" y="711000"/>
                  </a:lnTo>
                  <a:lnTo>
                    <a:pt x="64381" y="711384"/>
                  </a:lnTo>
                  <a:lnTo>
                    <a:pt x="64895" y="711384"/>
                  </a:lnTo>
                  <a:lnTo>
                    <a:pt x="65233" y="711384"/>
                  </a:lnTo>
                  <a:lnTo>
                    <a:pt x="65761" y="710968"/>
                  </a:lnTo>
                  <a:lnTo>
                    <a:pt x="65958" y="710952"/>
                  </a:lnTo>
                  <a:lnTo>
                    <a:pt x="66374" y="710904"/>
                  </a:lnTo>
                  <a:lnTo>
                    <a:pt x="66529" y="710683"/>
                  </a:lnTo>
                  <a:lnTo>
                    <a:pt x="66606" y="710610"/>
                  </a:lnTo>
                  <a:lnTo>
                    <a:pt x="66669" y="710465"/>
                  </a:lnTo>
                  <a:lnTo>
                    <a:pt x="66672" y="710369"/>
                  </a:lnTo>
                  <a:lnTo>
                    <a:pt x="66655" y="710227"/>
                  </a:lnTo>
                  <a:lnTo>
                    <a:pt x="66340" y="709913"/>
                  </a:lnTo>
                  <a:lnTo>
                    <a:pt x="65659" y="709574"/>
                  </a:lnTo>
                  <a:lnTo>
                    <a:pt x="65376" y="709360"/>
                  </a:lnTo>
                  <a:lnTo>
                    <a:pt x="65309" y="709294"/>
                  </a:lnTo>
                  <a:lnTo>
                    <a:pt x="65029" y="709017"/>
                  </a:lnTo>
                  <a:lnTo>
                    <a:pt x="64613" y="708610"/>
                  </a:lnTo>
                  <a:lnTo>
                    <a:pt x="64241" y="708044"/>
                  </a:lnTo>
                  <a:lnTo>
                    <a:pt x="63902" y="707733"/>
                  </a:lnTo>
                  <a:lnTo>
                    <a:pt x="63820" y="707665"/>
                  </a:lnTo>
                  <a:lnTo>
                    <a:pt x="63461" y="707289"/>
                  </a:lnTo>
                  <a:lnTo>
                    <a:pt x="62891" y="706825"/>
                  </a:lnTo>
                  <a:lnTo>
                    <a:pt x="61933" y="705898"/>
                  </a:lnTo>
                  <a:lnTo>
                    <a:pt x="61398" y="705482"/>
                  </a:lnTo>
                  <a:lnTo>
                    <a:pt x="61193" y="705202"/>
                  </a:lnTo>
                  <a:lnTo>
                    <a:pt x="61179" y="705018"/>
                  </a:lnTo>
                  <a:lnTo>
                    <a:pt x="61236" y="704771"/>
                  </a:lnTo>
                  <a:lnTo>
                    <a:pt x="61303" y="704701"/>
                  </a:lnTo>
                  <a:lnTo>
                    <a:pt x="61630" y="704635"/>
                  </a:lnTo>
                  <a:lnTo>
                    <a:pt x="62003" y="704443"/>
                  </a:lnTo>
                  <a:lnTo>
                    <a:pt x="62130" y="704195"/>
                  </a:lnTo>
                  <a:lnTo>
                    <a:pt x="62229" y="703723"/>
                  </a:lnTo>
                  <a:lnTo>
                    <a:pt x="62292" y="702612"/>
                  </a:lnTo>
                  <a:lnTo>
                    <a:pt x="62325" y="701800"/>
                  </a:lnTo>
                  <a:lnTo>
                    <a:pt x="62708" y="701534"/>
                  </a:lnTo>
                  <a:lnTo>
                    <a:pt x="62773" y="701399"/>
                  </a:lnTo>
                  <a:lnTo>
                    <a:pt x="62988" y="701202"/>
                  </a:lnTo>
                  <a:lnTo>
                    <a:pt x="63276" y="701017"/>
                  </a:lnTo>
                  <a:lnTo>
                    <a:pt x="63723" y="701017"/>
                  </a:lnTo>
                  <a:lnTo>
                    <a:pt x="64310" y="701241"/>
                  </a:lnTo>
                  <a:lnTo>
                    <a:pt x="64556" y="701381"/>
                  </a:lnTo>
                  <a:lnTo>
                    <a:pt x="65201" y="701539"/>
                  </a:lnTo>
                  <a:lnTo>
                    <a:pt x="65931" y="701785"/>
                  </a:lnTo>
                  <a:lnTo>
                    <a:pt x="66449" y="702056"/>
                  </a:lnTo>
                  <a:lnTo>
                    <a:pt x="66918" y="702445"/>
                  </a:lnTo>
                  <a:lnTo>
                    <a:pt x="67378" y="702839"/>
                  </a:lnTo>
                  <a:lnTo>
                    <a:pt x="68333" y="703422"/>
                  </a:lnTo>
                  <a:lnTo>
                    <a:pt x="68919" y="703857"/>
                  </a:lnTo>
                  <a:lnTo>
                    <a:pt x="69305" y="704158"/>
                  </a:lnTo>
                  <a:lnTo>
                    <a:pt x="69893" y="704410"/>
                  </a:lnTo>
                  <a:lnTo>
                    <a:pt x="70290" y="704497"/>
                  </a:lnTo>
                  <a:lnTo>
                    <a:pt x="70582" y="704515"/>
                  </a:lnTo>
                  <a:lnTo>
                    <a:pt x="71119" y="704371"/>
                  </a:lnTo>
                  <a:lnTo>
                    <a:pt x="71653" y="703956"/>
                  </a:lnTo>
                  <a:lnTo>
                    <a:pt x="71775" y="703926"/>
                  </a:lnTo>
                  <a:lnTo>
                    <a:pt x="71897" y="703964"/>
                  </a:lnTo>
                  <a:lnTo>
                    <a:pt x="72850" y="704448"/>
                  </a:lnTo>
                  <a:lnTo>
                    <a:pt x="73485" y="704900"/>
                  </a:lnTo>
                  <a:lnTo>
                    <a:pt x="74344" y="705108"/>
                  </a:lnTo>
                  <a:lnTo>
                    <a:pt x="75426" y="705246"/>
                  </a:lnTo>
                  <a:lnTo>
                    <a:pt x="75496" y="705264"/>
                  </a:lnTo>
                  <a:lnTo>
                    <a:pt x="75851" y="705227"/>
                  </a:lnTo>
                  <a:lnTo>
                    <a:pt x="76240" y="704966"/>
                  </a:lnTo>
                  <a:lnTo>
                    <a:pt x="76683" y="704536"/>
                  </a:lnTo>
                  <a:lnTo>
                    <a:pt x="77092" y="704187"/>
                  </a:lnTo>
                  <a:lnTo>
                    <a:pt x="77443" y="704168"/>
                  </a:lnTo>
                  <a:lnTo>
                    <a:pt x="77879" y="704260"/>
                  </a:lnTo>
                  <a:lnTo>
                    <a:pt x="78387" y="704378"/>
                  </a:lnTo>
                  <a:lnTo>
                    <a:pt x="78816" y="704412"/>
                  </a:lnTo>
                  <a:lnTo>
                    <a:pt x="79539" y="704650"/>
                  </a:lnTo>
                  <a:lnTo>
                    <a:pt x="80317" y="704857"/>
                  </a:lnTo>
                  <a:lnTo>
                    <a:pt x="80663" y="704942"/>
                  </a:lnTo>
                  <a:lnTo>
                    <a:pt x="81581" y="704949"/>
                  </a:lnTo>
                  <a:lnTo>
                    <a:pt x="82243" y="704811"/>
                  </a:lnTo>
                  <a:lnTo>
                    <a:pt x="82615" y="704120"/>
                  </a:lnTo>
                  <a:lnTo>
                    <a:pt x="82884" y="703864"/>
                  </a:lnTo>
                  <a:lnTo>
                    <a:pt x="83285" y="703606"/>
                  </a:lnTo>
                  <a:lnTo>
                    <a:pt x="83427" y="703391"/>
                  </a:lnTo>
                  <a:lnTo>
                    <a:pt x="83555" y="703061"/>
                  </a:lnTo>
                  <a:lnTo>
                    <a:pt x="83785" y="702969"/>
                  </a:lnTo>
                  <a:lnTo>
                    <a:pt x="84603" y="702954"/>
                  </a:lnTo>
                  <a:lnTo>
                    <a:pt x="85130" y="702647"/>
                  </a:lnTo>
                  <a:lnTo>
                    <a:pt x="85245" y="702286"/>
                  </a:lnTo>
                  <a:lnTo>
                    <a:pt x="85495" y="701710"/>
                  </a:lnTo>
                  <a:lnTo>
                    <a:pt x="86246" y="701158"/>
                  </a:lnTo>
                  <a:lnTo>
                    <a:pt x="87179" y="700444"/>
                  </a:lnTo>
                  <a:lnTo>
                    <a:pt x="87399" y="700277"/>
                  </a:lnTo>
                  <a:lnTo>
                    <a:pt x="88369" y="699804"/>
                  </a:lnTo>
                  <a:lnTo>
                    <a:pt x="88687" y="699669"/>
                  </a:lnTo>
                  <a:lnTo>
                    <a:pt x="89151" y="699419"/>
                  </a:lnTo>
                  <a:lnTo>
                    <a:pt x="89971" y="699327"/>
                  </a:lnTo>
                  <a:lnTo>
                    <a:pt x="90452" y="699199"/>
                  </a:lnTo>
                  <a:lnTo>
                    <a:pt x="90517" y="699160"/>
                  </a:lnTo>
                  <a:lnTo>
                    <a:pt x="90733" y="699091"/>
                  </a:lnTo>
                  <a:lnTo>
                    <a:pt x="91341" y="698600"/>
                  </a:lnTo>
                  <a:lnTo>
                    <a:pt x="91662" y="698207"/>
                  </a:lnTo>
                  <a:lnTo>
                    <a:pt x="92030" y="697816"/>
                  </a:lnTo>
                  <a:lnTo>
                    <a:pt x="92449" y="697632"/>
                  </a:lnTo>
                  <a:lnTo>
                    <a:pt x="92740" y="697402"/>
                  </a:lnTo>
                  <a:lnTo>
                    <a:pt x="92943" y="697118"/>
                  </a:lnTo>
                  <a:lnTo>
                    <a:pt x="93078" y="696803"/>
                  </a:lnTo>
                  <a:lnTo>
                    <a:pt x="93369" y="696581"/>
                  </a:lnTo>
                  <a:lnTo>
                    <a:pt x="94390" y="695936"/>
                  </a:lnTo>
                  <a:lnTo>
                    <a:pt x="95559" y="695076"/>
                  </a:lnTo>
                  <a:lnTo>
                    <a:pt x="96573" y="694339"/>
                  </a:lnTo>
                  <a:lnTo>
                    <a:pt x="97081" y="694040"/>
                  </a:lnTo>
                  <a:lnTo>
                    <a:pt x="97757" y="693741"/>
                  </a:lnTo>
                  <a:lnTo>
                    <a:pt x="98375" y="693521"/>
                  </a:lnTo>
                  <a:lnTo>
                    <a:pt x="98669" y="693526"/>
                  </a:lnTo>
                  <a:lnTo>
                    <a:pt x="99095" y="693557"/>
                  </a:lnTo>
                  <a:lnTo>
                    <a:pt x="99345" y="693718"/>
                  </a:lnTo>
                  <a:lnTo>
                    <a:pt x="99454" y="694032"/>
                  </a:lnTo>
                  <a:lnTo>
                    <a:pt x="99704" y="694178"/>
                  </a:lnTo>
                  <a:lnTo>
                    <a:pt x="99987" y="694313"/>
                  </a:lnTo>
                  <a:lnTo>
                    <a:pt x="100028" y="694362"/>
                  </a:lnTo>
                  <a:lnTo>
                    <a:pt x="100109" y="694762"/>
                  </a:lnTo>
                  <a:lnTo>
                    <a:pt x="100299" y="694976"/>
                  </a:lnTo>
                  <a:lnTo>
                    <a:pt x="100415" y="695052"/>
                  </a:lnTo>
                  <a:lnTo>
                    <a:pt x="100488" y="695122"/>
                  </a:lnTo>
                  <a:lnTo>
                    <a:pt x="100718" y="695268"/>
                  </a:lnTo>
                  <a:lnTo>
                    <a:pt x="100934" y="695468"/>
                  </a:lnTo>
                  <a:lnTo>
                    <a:pt x="100968" y="695583"/>
                  </a:lnTo>
                  <a:lnTo>
                    <a:pt x="100921" y="695782"/>
                  </a:lnTo>
                  <a:lnTo>
                    <a:pt x="100666" y="696042"/>
                  </a:lnTo>
                  <a:lnTo>
                    <a:pt x="100634" y="696101"/>
                  </a:lnTo>
                  <a:lnTo>
                    <a:pt x="100556" y="696281"/>
                  </a:lnTo>
                  <a:lnTo>
                    <a:pt x="100515" y="696918"/>
                  </a:lnTo>
                  <a:lnTo>
                    <a:pt x="100569" y="697640"/>
                  </a:lnTo>
                  <a:lnTo>
                    <a:pt x="100644" y="698983"/>
                  </a:lnTo>
                  <a:lnTo>
                    <a:pt x="100698" y="699497"/>
                  </a:lnTo>
                  <a:lnTo>
                    <a:pt x="100745" y="699750"/>
                  </a:lnTo>
                  <a:lnTo>
                    <a:pt x="101184" y="700226"/>
                  </a:lnTo>
                  <a:lnTo>
                    <a:pt x="101340" y="700595"/>
                  </a:lnTo>
                  <a:lnTo>
                    <a:pt x="101441" y="701017"/>
                  </a:lnTo>
                  <a:lnTo>
                    <a:pt x="101624" y="701423"/>
                  </a:lnTo>
                  <a:lnTo>
                    <a:pt x="102036" y="701830"/>
                  </a:lnTo>
                  <a:lnTo>
                    <a:pt x="102469" y="702037"/>
                  </a:lnTo>
                  <a:lnTo>
                    <a:pt x="102601" y="702084"/>
                  </a:lnTo>
                  <a:lnTo>
                    <a:pt x="102875" y="702107"/>
                  </a:lnTo>
                  <a:lnTo>
                    <a:pt x="103375" y="702206"/>
                  </a:lnTo>
                  <a:lnTo>
                    <a:pt x="103720" y="702421"/>
                  </a:lnTo>
                  <a:lnTo>
                    <a:pt x="103977" y="702675"/>
                  </a:lnTo>
                  <a:lnTo>
                    <a:pt x="104375" y="702912"/>
                  </a:lnTo>
                  <a:lnTo>
                    <a:pt x="104910" y="703104"/>
                  </a:lnTo>
                  <a:lnTo>
                    <a:pt x="105221" y="703312"/>
                  </a:lnTo>
                  <a:lnTo>
                    <a:pt x="105417" y="703480"/>
                  </a:lnTo>
                  <a:lnTo>
                    <a:pt x="105491" y="703642"/>
                  </a:lnTo>
                  <a:lnTo>
                    <a:pt x="105444" y="703795"/>
                  </a:lnTo>
                  <a:lnTo>
                    <a:pt x="105288" y="704010"/>
                  </a:lnTo>
                  <a:lnTo>
                    <a:pt x="105177" y="704093"/>
                  </a:lnTo>
                  <a:lnTo>
                    <a:pt x="105025" y="704309"/>
                  </a:lnTo>
                  <a:lnTo>
                    <a:pt x="104856" y="704555"/>
                  </a:lnTo>
                  <a:lnTo>
                    <a:pt x="104822" y="704777"/>
                  </a:lnTo>
                  <a:lnTo>
                    <a:pt x="104761" y="705184"/>
                  </a:lnTo>
                  <a:lnTo>
                    <a:pt x="104375" y="705591"/>
                  </a:lnTo>
                  <a:lnTo>
                    <a:pt x="103862" y="705928"/>
                  </a:lnTo>
                  <a:lnTo>
                    <a:pt x="103591" y="706151"/>
                  </a:lnTo>
                  <a:lnTo>
                    <a:pt x="103368" y="706458"/>
                  </a:lnTo>
                  <a:lnTo>
                    <a:pt x="103145" y="706880"/>
                  </a:lnTo>
                  <a:lnTo>
                    <a:pt x="103160" y="707330"/>
                  </a:lnTo>
                  <a:lnTo>
                    <a:pt x="102926" y="707479"/>
                  </a:lnTo>
                  <a:lnTo>
                    <a:pt x="102848" y="707789"/>
                  </a:lnTo>
                  <a:lnTo>
                    <a:pt x="102888" y="708078"/>
                  </a:lnTo>
                  <a:lnTo>
                    <a:pt x="102895" y="708392"/>
                  </a:lnTo>
                  <a:lnTo>
                    <a:pt x="102895" y="708623"/>
                  </a:lnTo>
                  <a:lnTo>
                    <a:pt x="102645" y="709168"/>
                  </a:lnTo>
                  <a:lnTo>
                    <a:pt x="102557" y="709521"/>
                  </a:lnTo>
                  <a:lnTo>
                    <a:pt x="102555" y="709536"/>
                  </a:lnTo>
                  <a:lnTo>
                    <a:pt x="102631" y="709835"/>
                  </a:lnTo>
                  <a:lnTo>
                    <a:pt x="103138" y="710303"/>
                  </a:lnTo>
                  <a:lnTo>
                    <a:pt x="103375" y="710541"/>
                  </a:lnTo>
                  <a:lnTo>
                    <a:pt x="103490" y="710894"/>
                  </a:lnTo>
                  <a:lnTo>
                    <a:pt x="103909" y="711792"/>
                  </a:lnTo>
                  <a:lnTo>
                    <a:pt x="104105" y="712038"/>
                  </a:lnTo>
                  <a:lnTo>
                    <a:pt x="104288" y="712291"/>
                  </a:lnTo>
                  <a:lnTo>
                    <a:pt x="104220" y="712683"/>
                  </a:lnTo>
                  <a:lnTo>
                    <a:pt x="104051" y="712951"/>
                  </a:lnTo>
                  <a:lnTo>
                    <a:pt x="103963" y="713151"/>
                  </a:lnTo>
                  <a:lnTo>
                    <a:pt x="103950" y="713312"/>
                  </a:lnTo>
                  <a:lnTo>
                    <a:pt x="103983" y="713504"/>
                  </a:lnTo>
                  <a:lnTo>
                    <a:pt x="104064" y="713711"/>
                  </a:lnTo>
                  <a:lnTo>
                    <a:pt x="104240" y="713872"/>
                  </a:lnTo>
                  <a:lnTo>
                    <a:pt x="104375" y="713880"/>
                  </a:lnTo>
                  <a:lnTo>
                    <a:pt x="104659" y="713857"/>
                  </a:lnTo>
                  <a:lnTo>
                    <a:pt x="104910" y="713726"/>
                  </a:lnTo>
                  <a:lnTo>
                    <a:pt x="105200" y="713673"/>
                  </a:lnTo>
                  <a:lnTo>
                    <a:pt x="105383" y="713304"/>
                  </a:lnTo>
                  <a:lnTo>
                    <a:pt x="105750" y="712982"/>
                  </a:lnTo>
                  <a:lnTo>
                    <a:pt x="105944" y="713013"/>
                  </a:lnTo>
                  <a:lnTo>
                    <a:pt x="106356" y="713051"/>
                  </a:lnTo>
                  <a:lnTo>
                    <a:pt x="106674" y="712936"/>
                  </a:lnTo>
                  <a:lnTo>
                    <a:pt x="107026" y="712698"/>
                  </a:lnTo>
                  <a:lnTo>
                    <a:pt x="107391" y="712736"/>
                  </a:lnTo>
                  <a:lnTo>
                    <a:pt x="107641" y="712944"/>
                  </a:lnTo>
                  <a:lnTo>
                    <a:pt x="107796" y="712951"/>
                  </a:lnTo>
                  <a:lnTo>
                    <a:pt x="108033" y="712852"/>
                  </a:lnTo>
                  <a:lnTo>
                    <a:pt x="108662" y="712445"/>
                  </a:lnTo>
                  <a:lnTo>
                    <a:pt x="109433" y="711915"/>
                  </a:lnTo>
                  <a:lnTo>
                    <a:pt x="109723" y="711631"/>
                  </a:lnTo>
                  <a:lnTo>
                    <a:pt x="109980" y="711447"/>
                  </a:lnTo>
                  <a:lnTo>
                    <a:pt x="110190" y="711455"/>
                  </a:lnTo>
                  <a:lnTo>
                    <a:pt x="110286" y="711649"/>
                  </a:lnTo>
                  <a:lnTo>
                    <a:pt x="110305" y="711792"/>
                  </a:lnTo>
                  <a:lnTo>
                    <a:pt x="110589" y="712168"/>
                  </a:lnTo>
                  <a:lnTo>
                    <a:pt x="111021" y="712307"/>
                  </a:lnTo>
                  <a:lnTo>
                    <a:pt x="111522" y="712337"/>
                  </a:lnTo>
                  <a:lnTo>
                    <a:pt x="112245" y="712261"/>
                  </a:lnTo>
                  <a:lnTo>
                    <a:pt x="112657" y="712399"/>
                  </a:lnTo>
                  <a:lnTo>
                    <a:pt x="113219" y="712583"/>
                  </a:lnTo>
                  <a:lnTo>
                    <a:pt x="113611" y="712660"/>
                  </a:lnTo>
                  <a:lnTo>
                    <a:pt x="113969" y="712767"/>
                  </a:lnTo>
                  <a:lnTo>
                    <a:pt x="114307" y="713261"/>
                  </a:lnTo>
                  <a:lnTo>
                    <a:pt x="114462" y="713226"/>
                  </a:lnTo>
                  <a:lnTo>
                    <a:pt x="114585" y="713234"/>
                  </a:lnTo>
                  <a:lnTo>
                    <a:pt x="114734" y="713178"/>
                  </a:lnTo>
                  <a:lnTo>
                    <a:pt x="114835" y="713035"/>
                  </a:lnTo>
                  <a:lnTo>
                    <a:pt x="114923" y="712559"/>
                  </a:lnTo>
                  <a:lnTo>
                    <a:pt x="114995" y="712178"/>
                  </a:lnTo>
                  <a:lnTo>
                    <a:pt x="114961" y="711981"/>
                  </a:lnTo>
                  <a:lnTo>
                    <a:pt x="114889" y="711745"/>
                  </a:lnTo>
                  <a:lnTo>
                    <a:pt x="114812" y="711206"/>
                  </a:lnTo>
                  <a:lnTo>
                    <a:pt x="115095" y="710821"/>
                  </a:lnTo>
                  <a:lnTo>
                    <a:pt x="115490" y="710677"/>
                  </a:lnTo>
                  <a:lnTo>
                    <a:pt x="115666" y="710517"/>
                  </a:lnTo>
                  <a:lnTo>
                    <a:pt x="115940" y="710069"/>
                  </a:lnTo>
                  <a:lnTo>
                    <a:pt x="116208" y="709765"/>
                  </a:lnTo>
                  <a:lnTo>
                    <a:pt x="116187" y="709238"/>
                  </a:lnTo>
                  <a:lnTo>
                    <a:pt x="116109" y="708934"/>
                  </a:lnTo>
                  <a:lnTo>
                    <a:pt x="116133" y="708883"/>
                  </a:lnTo>
                  <a:lnTo>
                    <a:pt x="116173" y="708850"/>
                  </a:lnTo>
                  <a:lnTo>
                    <a:pt x="116189" y="708842"/>
                  </a:lnTo>
                  <a:lnTo>
                    <a:pt x="116205" y="708834"/>
                  </a:lnTo>
                  <a:lnTo>
                    <a:pt x="116244" y="708827"/>
                  </a:lnTo>
                  <a:lnTo>
                    <a:pt x="116288" y="708824"/>
                  </a:lnTo>
                  <a:lnTo>
                    <a:pt x="116378" y="708826"/>
                  </a:lnTo>
                  <a:lnTo>
                    <a:pt x="116905" y="708622"/>
                  </a:lnTo>
                  <a:lnTo>
                    <a:pt x="117292" y="708486"/>
                  </a:lnTo>
                  <a:lnTo>
                    <a:pt x="117793" y="708606"/>
                  </a:lnTo>
                  <a:lnTo>
                    <a:pt x="118032" y="708799"/>
                  </a:lnTo>
                  <a:lnTo>
                    <a:pt x="118208" y="709022"/>
                  </a:lnTo>
                  <a:lnTo>
                    <a:pt x="118814" y="709365"/>
                  </a:lnTo>
                  <a:lnTo>
                    <a:pt x="118983" y="709549"/>
                  </a:lnTo>
                  <a:lnTo>
                    <a:pt x="119164" y="709730"/>
                  </a:lnTo>
                  <a:lnTo>
                    <a:pt x="119444" y="709887"/>
                  </a:lnTo>
                  <a:lnTo>
                    <a:pt x="119764" y="709918"/>
                  </a:lnTo>
                  <a:lnTo>
                    <a:pt x="120287" y="709902"/>
                  </a:lnTo>
                  <a:lnTo>
                    <a:pt x="120440" y="709866"/>
                  </a:lnTo>
                  <a:lnTo>
                    <a:pt x="120571" y="709713"/>
                  </a:lnTo>
                  <a:lnTo>
                    <a:pt x="120503" y="709570"/>
                  </a:lnTo>
                  <a:lnTo>
                    <a:pt x="120332" y="709135"/>
                  </a:lnTo>
                  <a:lnTo>
                    <a:pt x="120215" y="708644"/>
                  </a:lnTo>
                  <a:lnTo>
                    <a:pt x="120300" y="708285"/>
                  </a:lnTo>
                  <a:lnTo>
                    <a:pt x="120548" y="708035"/>
                  </a:lnTo>
                  <a:lnTo>
                    <a:pt x="120999" y="707953"/>
                  </a:lnTo>
                  <a:lnTo>
                    <a:pt x="121265" y="707891"/>
                  </a:lnTo>
                  <a:lnTo>
                    <a:pt x="121486" y="707744"/>
                  </a:lnTo>
                  <a:lnTo>
                    <a:pt x="121923" y="707748"/>
                  </a:lnTo>
                  <a:lnTo>
                    <a:pt x="122432" y="707856"/>
                  </a:lnTo>
                  <a:lnTo>
                    <a:pt x="122770" y="708009"/>
                  </a:lnTo>
                  <a:lnTo>
                    <a:pt x="122969" y="708009"/>
                  </a:lnTo>
                  <a:lnTo>
                    <a:pt x="123370" y="707758"/>
                  </a:lnTo>
                  <a:lnTo>
                    <a:pt x="123708" y="707656"/>
                  </a:lnTo>
                  <a:lnTo>
                    <a:pt x="124573" y="707856"/>
                  </a:lnTo>
                  <a:lnTo>
                    <a:pt x="125155" y="707973"/>
                  </a:lnTo>
                  <a:lnTo>
                    <a:pt x="126074" y="708403"/>
                  </a:lnTo>
                  <a:lnTo>
                    <a:pt x="126502" y="708500"/>
                  </a:lnTo>
                  <a:lnTo>
                    <a:pt x="126782" y="708459"/>
                  </a:lnTo>
                  <a:lnTo>
                    <a:pt x="127287" y="708285"/>
                  </a:lnTo>
                  <a:lnTo>
                    <a:pt x="128184" y="707820"/>
                  </a:lnTo>
                  <a:lnTo>
                    <a:pt x="128774" y="707349"/>
                  </a:lnTo>
                  <a:lnTo>
                    <a:pt x="129193" y="706878"/>
                  </a:lnTo>
                  <a:lnTo>
                    <a:pt x="129382" y="706663"/>
                  </a:lnTo>
                  <a:lnTo>
                    <a:pt x="130117" y="706413"/>
                  </a:lnTo>
                  <a:lnTo>
                    <a:pt x="130333" y="706341"/>
                  </a:lnTo>
                  <a:lnTo>
                    <a:pt x="130699" y="706049"/>
                  </a:lnTo>
                  <a:lnTo>
                    <a:pt x="131037" y="705620"/>
                  </a:lnTo>
                  <a:lnTo>
                    <a:pt x="131312" y="705441"/>
                  </a:lnTo>
                  <a:lnTo>
                    <a:pt x="131501" y="705512"/>
                  </a:lnTo>
                  <a:lnTo>
                    <a:pt x="131653" y="705670"/>
                  </a:lnTo>
                  <a:lnTo>
                    <a:pt x="131749" y="705824"/>
                  </a:lnTo>
                  <a:lnTo>
                    <a:pt x="131726" y="706080"/>
                  </a:lnTo>
                  <a:lnTo>
                    <a:pt x="131582" y="706489"/>
                  </a:lnTo>
                  <a:lnTo>
                    <a:pt x="131501" y="706694"/>
                  </a:lnTo>
                  <a:lnTo>
                    <a:pt x="131519" y="706812"/>
                  </a:lnTo>
                  <a:lnTo>
                    <a:pt x="131568" y="706940"/>
                  </a:lnTo>
                  <a:lnTo>
                    <a:pt x="131740" y="707124"/>
                  </a:lnTo>
                  <a:lnTo>
                    <a:pt x="132069" y="707180"/>
                  </a:lnTo>
                  <a:lnTo>
                    <a:pt x="132284" y="707217"/>
                  </a:lnTo>
                  <a:lnTo>
                    <a:pt x="132565" y="707211"/>
                  </a:lnTo>
                  <a:lnTo>
                    <a:pt x="132961" y="707283"/>
                  </a:lnTo>
                  <a:lnTo>
                    <a:pt x="133141" y="707405"/>
                  </a:lnTo>
                  <a:lnTo>
                    <a:pt x="133223" y="707574"/>
                  </a:lnTo>
                  <a:lnTo>
                    <a:pt x="133290" y="707748"/>
                  </a:lnTo>
                  <a:lnTo>
                    <a:pt x="133461" y="707937"/>
                  </a:lnTo>
                  <a:lnTo>
                    <a:pt x="133624" y="708055"/>
                  </a:lnTo>
                  <a:lnTo>
                    <a:pt x="133687" y="708255"/>
                  </a:lnTo>
                  <a:lnTo>
                    <a:pt x="133565" y="708884"/>
                  </a:lnTo>
                  <a:lnTo>
                    <a:pt x="133525" y="709278"/>
                  </a:lnTo>
                  <a:lnTo>
                    <a:pt x="133565" y="709657"/>
                  </a:lnTo>
                  <a:lnTo>
                    <a:pt x="133633" y="709943"/>
                  </a:lnTo>
                  <a:lnTo>
                    <a:pt x="133768" y="710230"/>
                  </a:lnTo>
                  <a:lnTo>
                    <a:pt x="133921" y="710404"/>
                  </a:lnTo>
                  <a:lnTo>
                    <a:pt x="134043" y="710562"/>
                  </a:lnTo>
                  <a:lnTo>
                    <a:pt x="134147" y="710665"/>
                  </a:lnTo>
                  <a:lnTo>
                    <a:pt x="134241" y="710695"/>
                  </a:lnTo>
                  <a:lnTo>
                    <a:pt x="134367" y="710695"/>
                  </a:lnTo>
                  <a:lnTo>
                    <a:pt x="134476" y="710542"/>
                  </a:lnTo>
                  <a:lnTo>
                    <a:pt x="134575" y="710230"/>
                  </a:lnTo>
                  <a:lnTo>
                    <a:pt x="134604" y="709809"/>
                  </a:lnTo>
                  <a:lnTo>
                    <a:pt x="134621" y="709801"/>
                  </a:lnTo>
                  <a:lnTo>
                    <a:pt x="134849" y="709611"/>
                  </a:lnTo>
                  <a:lnTo>
                    <a:pt x="135021" y="709463"/>
                  </a:lnTo>
                  <a:lnTo>
                    <a:pt x="135041" y="709314"/>
                  </a:lnTo>
                  <a:lnTo>
                    <a:pt x="135165" y="708924"/>
                  </a:lnTo>
                  <a:lnTo>
                    <a:pt x="135190" y="708878"/>
                  </a:lnTo>
                  <a:lnTo>
                    <a:pt x="135463" y="708497"/>
                  </a:lnTo>
                  <a:lnTo>
                    <a:pt x="135479" y="708478"/>
                  </a:lnTo>
                  <a:lnTo>
                    <a:pt x="135495" y="708467"/>
                  </a:lnTo>
                  <a:lnTo>
                    <a:pt x="135511" y="708463"/>
                  </a:lnTo>
                  <a:lnTo>
                    <a:pt x="135530" y="708461"/>
                  </a:lnTo>
                  <a:lnTo>
                    <a:pt x="135552" y="708461"/>
                  </a:lnTo>
                  <a:lnTo>
                    <a:pt x="135567" y="708461"/>
                  </a:lnTo>
                  <a:lnTo>
                    <a:pt x="135864" y="708228"/>
                  </a:lnTo>
                  <a:lnTo>
                    <a:pt x="136224" y="708164"/>
                  </a:lnTo>
                  <a:lnTo>
                    <a:pt x="136336" y="708276"/>
                  </a:lnTo>
                  <a:lnTo>
                    <a:pt x="136393" y="708499"/>
                  </a:lnTo>
                  <a:lnTo>
                    <a:pt x="136498" y="708691"/>
                  </a:lnTo>
                  <a:lnTo>
                    <a:pt x="136738" y="708795"/>
                  </a:lnTo>
                  <a:lnTo>
                    <a:pt x="137012" y="708747"/>
                  </a:lnTo>
                  <a:lnTo>
                    <a:pt x="137308" y="708539"/>
                  </a:lnTo>
                  <a:lnTo>
                    <a:pt x="137836" y="708236"/>
                  </a:lnTo>
                  <a:lnTo>
                    <a:pt x="138407" y="708236"/>
                  </a:lnTo>
                  <a:lnTo>
                    <a:pt x="138752" y="708212"/>
                  </a:lnTo>
                  <a:lnTo>
                    <a:pt x="139019" y="708004"/>
                  </a:lnTo>
                  <a:lnTo>
                    <a:pt x="139166" y="707731"/>
                  </a:lnTo>
                  <a:lnTo>
                    <a:pt x="139928" y="707036"/>
                  </a:lnTo>
                  <a:lnTo>
                    <a:pt x="140092" y="706716"/>
                  </a:lnTo>
                  <a:lnTo>
                    <a:pt x="140470" y="706253"/>
                  </a:lnTo>
                  <a:lnTo>
                    <a:pt x="140641" y="706098"/>
                  </a:lnTo>
                  <a:lnTo>
                    <a:pt x="141308" y="706069"/>
                  </a:lnTo>
                  <a:lnTo>
                    <a:pt x="141759" y="706077"/>
                  </a:lnTo>
                  <a:lnTo>
                    <a:pt x="142132" y="706021"/>
                  </a:lnTo>
                  <a:lnTo>
                    <a:pt x="142273" y="705869"/>
                  </a:lnTo>
                  <a:lnTo>
                    <a:pt x="142400" y="705222"/>
                  </a:lnTo>
                  <a:lnTo>
                    <a:pt x="142523" y="704937"/>
                  </a:lnTo>
                  <a:lnTo>
                    <a:pt x="143175" y="704486"/>
                  </a:lnTo>
                  <a:lnTo>
                    <a:pt x="143703" y="704198"/>
                  </a:lnTo>
                  <a:lnTo>
                    <a:pt x="143815" y="704038"/>
                  </a:lnTo>
                  <a:lnTo>
                    <a:pt x="143872" y="703615"/>
                  </a:lnTo>
                  <a:lnTo>
                    <a:pt x="143919" y="702655"/>
                  </a:lnTo>
                  <a:lnTo>
                    <a:pt x="143822" y="701984"/>
                  </a:lnTo>
                  <a:lnTo>
                    <a:pt x="143752" y="701712"/>
                  </a:lnTo>
                  <a:lnTo>
                    <a:pt x="143801" y="701424"/>
                  </a:lnTo>
                  <a:lnTo>
                    <a:pt x="144210" y="700673"/>
                  </a:lnTo>
                  <a:lnTo>
                    <a:pt x="144512" y="699867"/>
                  </a:lnTo>
                  <a:lnTo>
                    <a:pt x="145231" y="698890"/>
                  </a:lnTo>
                  <a:lnTo>
                    <a:pt x="145752" y="698482"/>
                  </a:lnTo>
                  <a:lnTo>
                    <a:pt x="146301" y="698090"/>
                  </a:lnTo>
                  <a:lnTo>
                    <a:pt x="146647" y="697842"/>
                  </a:lnTo>
                  <a:lnTo>
                    <a:pt x="146979" y="697019"/>
                  </a:lnTo>
                  <a:lnTo>
                    <a:pt x="147063" y="696762"/>
                  </a:lnTo>
                  <a:lnTo>
                    <a:pt x="147474" y="696326"/>
                  </a:lnTo>
                  <a:lnTo>
                    <a:pt x="148123" y="696080"/>
                  </a:lnTo>
                  <a:lnTo>
                    <a:pt x="148698" y="695926"/>
                  </a:lnTo>
                  <a:lnTo>
                    <a:pt x="149273" y="695581"/>
                  </a:lnTo>
                  <a:lnTo>
                    <a:pt x="149361" y="695405"/>
                  </a:lnTo>
                  <a:lnTo>
                    <a:pt x="149435" y="695075"/>
                  </a:lnTo>
                  <a:lnTo>
                    <a:pt x="149178" y="694576"/>
                  </a:lnTo>
                  <a:lnTo>
                    <a:pt x="149090" y="694230"/>
                  </a:lnTo>
                  <a:lnTo>
                    <a:pt x="149097" y="693908"/>
                  </a:lnTo>
                  <a:lnTo>
                    <a:pt x="149187" y="693737"/>
                  </a:lnTo>
                  <a:lnTo>
                    <a:pt x="149388" y="693540"/>
                  </a:lnTo>
                  <a:lnTo>
                    <a:pt x="149469" y="693394"/>
                  </a:lnTo>
                  <a:lnTo>
                    <a:pt x="149455" y="692872"/>
                  </a:lnTo>
                  <a:lnTo>
                    <a:pt x="149367" y="692503"/>
                  </a:lnTo>
                  <a:lnTo>
                    <a:pt x="149482" y="692265"/>
                  </a:lnTo>
                  <a:lnTo>
                    <a:pt x="149834" y="692081"/>
                  </a:lnTo>
                  <a:lnTo>
                    <a:pt x="150104" y="691897"/>
                  </a:lnTo>
                  <a:lnTo>
                    <a:pt x="150158" y="691698"/>
                  </a:lnTo>
                  <a:lnTo>
                    <a:pt x="150156" y="691674"/>
                  </a:lnTo>
                  <a:lnTo>
                    <a:pt x="149814" y="690938"/>
                  </a:lnTo>
                  <a:lnTo>
                    <a:pt x="149300" y="690408"/>
                  </a:lnTo>
                  <a:lnTo>
                    <a:pt x="148996" y="690009"/>
                  </a:lnTo>
                  <a:lnTo>
                    <a:pt x="148874" y="689633"/>
                  </a:lnTo>
                  <a:lnTo>
                    <a:pt x="148739" y="689280"/>
                  </a:lnTo>
                  <a:lnTo>
                    <a:pt x="148733" y="688964"/>
                  </a:lnTo>
                  <a:lnTo>
                    <a:pt x="148703" y="688564"/>
                  </a:lnTo>
                  <a:lnTo>
                    <a:pt x="148743" y="688279"/>
                  </a:lnTo>
                  <a:lnTo>
                    <a:pt x="148858" y="688048"/>
                  </a:lnTo>
                  <a:lnTo>
                    <a:pt x="149223" y="687864"/>
                  </a:lnTo>
                  <a:lnTo>
                    <a:pt x="149568" y="687734"/>
                  </a:lnTo>
                  <a:lnTo>
                    <a:pt x="149730" y="687434"/>
                  </a:lnTo>
                  <a:lnTo>
                    <a:pt x="149825" y="687235"/>
                  </a:lnTo>
                  <a:lnTo>
                    <a:pt x="149960" y="687051"/>
                  </a:lnTo>
                  <a:lnTo>
                    <a:pt x="150109" y="686997"/>
                  </a:lnTo>
                  <a:lnTo>
                    <a:pt x="150467" y="687074"/>
                  </a:lnTo>
                  <a:lnTo>
                    <a:pt x="150744" y="687150"/>
                  </a:lnTo>
                  <a:lnTo>
                    <a:pt x="151021" y="687112"/>
                  </a:lnTo>
                  <a:lnTo>
                    <a:pt x="151313" y="686800"/>
                  </a:lnTo>
                  <a:lnTo>
                    <a:pt x="151542" y="686483"/>
                  </a:lnTo>
                  <a:lnTo>
                    <a:pt x="151816" y="686124"/>
                  </a:lnTo>
                  <a:lnTo>
                    <a:pt x="151995" y="685830"/>
                  </a:lnTo>
                  <a:lnTo>
                    <a:pt x="152089" y="685597"/>
                  </a:lnTo>
                  <a:lnTo>
                    <a:pt x="152326" y="685193"/>
                  </a:lnTo>
                  <a:lnTo>
                    <a:pt x="152671" y="685063"/>
                  </a:lnTo>
                  <a:lnTo>
                    <a:pt x="152752" y="684925"/>
                  </a:lnTo>
                  <a:lnTo>
                    <a:pt x="152738" y="684656"/>
                  </a:lnTo>
                  <a:lnTo>
                    <a:pt x="152272" y="684111"/>
                  </a:lnTo>
                  <a:lnTo>
                    <a:pt x="152252" y="683942"/>
                  </a:lnTo>
                  <a:lnTo>
                    <a:pt x="152272" y="683804"/>
                  </a:lnTo>
                  <a:lnTo>
                    <a:pt x="152414" y="683681"/>
                  </a:lnTo>
                  <a:lnTo>
                    <a:pt x="152568" y="683623"/>
                  </a:lnTo>
                  <a:lnTo>
                    <a:pt x="152820" y="683582"/>
                  </a:lnTo>
                  <a:lnTo>
                    <a:pt x="152888" y="683559"/>
                  </a:lnTo>
                  <a:lnTo>
                    <a:pt x="152898" y="683479"/>
                  </a:lnTo>
                  <a:lnTo>
                    <a:pt x="152903" y="683264"/>
                  </a:lnTo>
                  <a:lnTo>
                    <a:pt x="152790" y="683090"/>
                  </a:lnTo>
                  <a:lnTo>
                    <a:pt x="152754" y="682988"/>
                  </a:lnTo>
                  <a:lnTo>
                    <a:pt x="152781" y="682742"/>
                  </a:lnTo>
                  <a:lnTo>
                    <a:pt x="152844" y="682502"/>
                  </a:lnTo>
                  <a:lnTo>
                    <a:pt x="152993" y="682174"/>
                  </a:lnTo>
                  <a:lnTo>
                    <a:pt x="152993" y="681786"/>
                  </a:lnTo>
                  <a:lnTo>
                    <a:pt x="152964" y="681314"/>
                  </a:lnTo>
                  <a:lnTo>
                    <a:pt x="153016" y="681039"/>
                  </a:lnTo>
                  <a:lnTo>
                    <a:pt x="153020" y="680639"/>
                  </a:lnTo>
                  <a:lnTo>
                    <a:pt x="153142" y="680164"/>
                  </a:lnTo>
                  <a:lnTo>
                    <a:pt x="153205" y="679928"/>
                  </a:lnTo>
                  <a:lnTo>
                    <a:pt x="153329" y="679727"/>
                  </a:lnTo>
                  <a:lnTo>
                    <a:pt x="153750" y="679273"/>
                  </a:lnTo>
                  <a:lnTo>
                    <a:pt x="153904" y="678869"/>
                  </a:lnTo>
                  <a:lnTo>
                    <a:pt x="154043" y="678378"/>
                  </a:lnTo>
                  <a:lnTo>
                    <a:pt x="154174" y="677825"/>
                  </a:lnTo>
                  <a:lnTo>
                    <a:pt x="154318" y="677626"/>
                  </a:lnTo>
                  <a:lnTo>
                    <a:pt x="154656" y="677467"/>
                  </a:lnTo>
                  <a:lnTo>
                    <a:pt x="155139" y="677421"/>
                  </a:lnTo>
                  <a:lnTo>
                    <a:pt x="155567" y="677513"/>
                  </a:lnTo>
                  <a:lnTo>
                    <a:pt x="155828" y="677626"/>
                  </a:lnTo>
                  <a:lnTo>
                    <a:pt x="155972" y="677564"/>
                  </a:lnTo>
                  <a:lnTo>
                    <a:pt x="156126" y="677186"/>
                  </a:lnTo>
                  <a:lnTo>
                    <a:pt x="156157" y="676961"/>
                  </a:lnTo>
                  <a:lnTo>
                    <a:pt x="156662" y="676725"/>
                  </a:lnTo>
                  <a:lnTo>
                    <a:pt x="157203" y="676613"/>
                  </a:lnTo>
                  <a:lnTo>
                    <a:pt x="157658" y="676521"/>
                  </a:lnTo>
                  <a:lnTo>
                    <a:pt x="158014" y="676510"/>
                  </a:lnTo>
                  <a:lnTo>
                    <a:pt x="158294" y="676618"/>
                  </a:lnTo>
                  <a:lnTo>
                    <a:pt x="158429" y="676541"/>
                  </a:lnTo>
                  <a:lnTo>
                    <a:pt x="158534" y="676309"/>
                  </a:lnTo>
                  <a:lnTo>
                    <a:pt x="158606" y="676038"/>
                  </a:lnTo>
                  <a:lnTo>
                    <a:pt x="158597" y="675811"/>
                  </a:lnTo>
                  <a:lnTo>
                    <a:pt x="158689" y="675449"/>
                  </a:lnTo>
                  <a:lnTo>
                    <a:pt x="158815" y="675138"/>
                  </a:lnTo>
                  <a:lnTo>
                    <a:pt x="159136" y="674751"/>
                  </a:lnTo>
                  <a:lnTo>
                    <a:pt x="159413" y="674359"/>
                  </a:lnTo>
                  <a:lnTo>
                    <a:pt x="159575" y="674052"/>
                  </a:lnTo>
                  <a:lnTo>
                    <a:pt x="159873" y="673795"/>
                  </a:lnTo>
                  <a:lnTo>
                    <a:pt x="160021" y="673722"/>
                  </a:lnTo>
                  <a:lnTo>
                    <a:pt x="160244" y="673830"/>
                  </a:lnTo>
                  <a:lnTo>
                    <a:pt x="160522" y="674025"/>
                  </a:lnTo>
                  <a:lnTo>
                    <a:pt x="160782" y="674163"/>
                  </a:lnTo>
                  <a:lnTo>
                    <a:pt x="161150" y="674224"/>
                  </a:lnTo>
                  <a:lnTo>
                    <a:pt x="161553" y="674129"/>
                  </a:lnTo>
                  <a:lnTo>
                    <a:pt x="161921" y="674002"/>
                  </a:lnTo>
                  <a:lnTo>
                    <a:pt x="162651" y="673749"/>
                  </a:lnTo>
                  <a:lnTo>
                    <a:pt x="163243" y="673312"/>
                  </a:lnTo>
                  <a:lnTo>
                    <a:pt x="163571" y="672947"/>
                  </a:lnTo>
                  <a:lnTo>
                    <a:pt x="163892" y="672509"/>
                  </a:lnTo>
                  <a:lnTo>
                    <a:pt x="164274" y="672126"/>
                  </a:lnTo>
                  <a:lnTo>
                    <a:pt x="164778" y="671734"/>
                  </a:lnTo>
                  <a:lnTo>
                    <a:pt x="165170" y="671454"/>
                  </a:lnTo>
                  <a:lnTo>
                    <a:pt x="165626" y="671393"/>
                  </a:lnTo>
                  <a:lnTo>
                    <a:pt x="165784" y="671456"/>
                  </a:lnTo>
                  <a:lnTo>
                    <a:pt x="166072" y="671803"/>
                  </a:lnTo>
                  <a:lnTo>
                    <a:pt x="166268" y="672130"/>
                  </a:lnTo>
                  <a:lnTo>
                    <a:pt x="166356" y="672291"/>
                  </a:lnTo>
                  <a:lnTo>
                    <a:pt x="166461" y="672333"/>
                  </a:lnTo>
                  <a:lnTo>
                    <a:pt x="166982" y="672179"/>
                  </a:lnTo>
                  <a:lnTo>
                    <a:pt x="168138" y="672057"/>
                  </a:lnTo>
                  <a:lnTo>
                    <a:pt x="169259" y="671935"/>
                  </a:lnTo>
                  <a:lnTo>
                    <a:pt x="169752" y="671935"/>
                  </a:lnTo>
                  <a:lnTo>
                    <a:pt x="170378" y="672199"/>
                  </a:lnTo>
                  <a:lnTo>
                    <a:pt x="170702" y="672431"/>
                  </a:lnTo>
                  <a:lnTo>
                    <a:pt x="170829" y="672599"/>
                  </a:lnTo>
                  <a:lnTo>
                    <a:pt x="170829" y="672799"/>
                  </a:lnTo>
                  <a:lnTo>
                    <a:pt x="170716" y="673079"/>
                  </a:lnTo>
                  <a:lnTo>
                    <a:pt x="170688" y="673247"/>
                  </a:lnTo>
                  <a:lnTo>
                    <a:pt x="170731" y="673414"/>
                  </a:lnTo>
                  <a:lnTo>
                    <a:pt x="170914" y="673558"/>
                  </a:lnTo>
                  <a:lnTo>
                    <a:pt x="171301" y="673646"/>
                  </a:lnTo>
                  <a:lnTo>
                    <a:pt x="171738" y="673678"/>
                  </a:lnTo>
                  <a:lnTo>
                    <a:pt x="171960" y="673958"/>
                  </a:lnTo>
                  <a:lnTo>
                    <a:pt x="172309" y="674128"/>
                  </a:lnTo>
                  <a:lnTo>
                    <a:pt x="172803" y="674287"/>
                  </a:lnTo>
                  <a:lnTo>
                    <a:pt x="173173" y="674530"/>
                  </a:lnTo>
                  <a:lnTo>
                    <a:pt x="173505" y="674798"/>
                  </a:lnTo>
                  <a:lnTo>
                    <a:pt x="173725" y="674798"/>
                  </a:lnTo>
                  <a:lnTo>
                    <a:pt x="174228" y="674678"/>
                  </a:lnTo>
                  <a:lnTo>
                    <a:pt x="174261" y="674686"/>
                  </a:lnTo>
                  <a:lnTo>
                    <a:pt x="174400" y="674638"/>
                  </a:lnTo>
                  <a:lnTo>
                    <a:pt x="174555" y="674478"/>
                  </a:lnTo>
                  <a:lnTo>
                    <a:pt x="174773" y="674222"/>
                  </a:lnTo>
                  <a:lnTo>
                    <a:pt x="175484" y="674199"/>
                  </a:lnTo>
                  <a:lnTo>
                    <a:pt x="175669" y="674113"/>
                  </a:lnTo>
                  <a:lnTo>
                    <a:pt x="175681" y="674110"/>
                  </a:lnTo>
                  <a:lnTo>
                    <a:pt x="176111" y="673910"/>
                  </a:lnTo>
                  <a:lnTo>
                    <a:pt x="176477" y="673854"/>
                  </a:lnTo>
                  <a:lnTo>
                    <a:pt x="176750" y="673896"/>
                  </a:lnTo>
                  <a:lnTo>
                    <a:pt x="177181" y="673902"/>
                  </a:lnTo>
                  <a:lnTo>
                    <a:pt x="177407" y="673950"/>
                  </a:lnTo>
                  <a:lnTo>
                    <a:pt x="177548" y="674150"/>
                  </a:lnTo>
                  <a:lnTo>
                    <a:pt x="177611" y="674302"/>
                  </a:lnTo>
                  <a:lnTo>
                    <a:pt x="177808" y="674358"/>
                  </a:lnTo>
                  <a:lnTo>
                    <a:pt x="177984" y="674358"/>
                  </a:lnTo>
                  <a:lnTo>
                    <a:pt x="178104" y="674390"/>
                  </a:lnTo>
                  <a:lnTo>
                    <a:pt x="178231" y="674510"/>
                  </a:lnTo>
                  <a:lnTo>
                    <a:pt x="178266" y="674702"/>
                  </a:lnTo>
                  <a:lnTo>
                    <a:pt x="178372" y="674918"/>
                  </a:lnTo>
                  <a:lnTo>
                    <a:pt x="178456" y="675021"/>
                  </a:lnTo>
                  <a:lnTo>
                    <a:pt x="178646" y="675045"/>
                  </a:lnTo>
                  <a:lnTo>
                    <a:pt x="179351" y="675117"/>
                  </a:lnTo>
                  <a:lnTo>
                    <a:pt x="180013" y="674926"/>
                  </a:lnTo>
                  <a:lnTo>
                    <a:pt x="180625" y="674478"/>
                  </a:lnTo>
                  <a:lnTo>
                    <a:pt x="181118" y="674070"/>
                  </a:lnTo>
                  <a:lnTo>
                    <a:pt x="181851" y="673822"/>
                  </a:lnTo>
                  <a:lnTo>
                    <a:pt x="182541" y="673534"/>
                  </a:lnTo>
                  <a:lnTo>
                    <a:pt x="182704" y="673082"/>
                  </a:lnTo>
                  <a:lnTo>
                    <a:pt x="182864" y="672938"/>
                  </a:lnTo>
                  <a:lnTo>
                    <a:pt x="183279" y="673234"/>
                  </a:lnTo>
                  <a:lnTo>
                    <a:pt x="183790" y="673221"/>
                  </a:lnTo>
                  <a:lnTo>
                    <a:pt x="183885" y="673546"/>
                  </a:lnTo>
                  <a:lnTo>
                    <a:pt x="184118" y="673686"/>
                  </a:lnTo>
                  <a:lnTo>
                    <a:pt x="184499" y="673566"/>
                  </a:lnTo>
                  <a:lnTo>
                    <a:pt x="184641" y="673451"/>
                  </a:lnTo>
                  <a:lnTo>
                    <a:pt x="185069" y="673430"/>
                  </a:lnTo>
                  <a:lnTo>
                    <a:pt x="185162" y="673460"/>
                  </a:lnTo>
                  <a:lnTo>
                    <a:pt x="185247" y="673540"/>
                  </a:lnTo>
                  <a:lnTo>
                    <a:pt x="185344" y="673734"/>
                  </a:lnTo>
                  <a:lnTo>
                    <a:pt x="185604" y="673862"/>
                  </a:lnTo>
                  <a:lnTo>
                    <a:pt x="185879" y="673918"/>
                  </a:lnTo>
                  <a:lnTo>
                    <a:pt x="186196" y="674134"/>
                  </a:lnTo>
                  <a:lnTo>
                    <a:pt x="186351" y="674190"/>
                  </a:lnTo>
                  <a:lnTo>
                    <a:pt x="186752" y="674174"/>
                  </a:lnTo>
                  <a:lnTo>
                    <a:pt x="187435" y="674078"/>
                  </a:lnTo>
                  <a:lnTo>
                    <a:pt x="187823" y="674126"/>
                  </a:lnTo>
                  <a:lnTo>
                    <a:pt x="187900" y="674230"/>
                  </a:lnTo>
                  <a:lnTo>
                    <a:pt x="187893" y="674454"/>
                  </a:lnTo>
                  <a:lnTo>
                    <a:pt x="187823" y="674718"/>
                  </a:lnTo>
                  <a:lnTo>
                    <a:pt x="187759" y="674965"/>
                  </a:lnTo>
                  <a:lnTo>
                    <a:pt x="187745" y="675221"/>
                  </a:lnTo>
                  <a:lnTo>
                    <a:pt x="187802" y="675365"/>
                  </a:lnTo>
                  <a:lnTo>
                    <a:pt x="188048" y="675509"/>
                  </a:lnTo>
                  <a:lnTo>
                    <a:pt x="188773" y="675581"/>
                  </a:lnTo>
                  <a:lnTo>
                    <a:pt x="189367" y="675402"/>
                  </a:lnTo>
                  <a:lnTo>
                    <a:pt x="189701" y="675339"/>
                  </a:lnTo>
                  <a:lnTo>
                    <a:pt x="190513" y="675119"/>
                  </a:lnTo>
                  <a:lnTo>
                    <a:pt x="190733" y="675119"/>
                  </a:lnTo>
                  <a:lnTo>
                    <a:pt x="190891" y="675083"/>
                  </a:lnTo>
                  <a:lnTo>
                    <a:pt x="191058" y="675216"/>
                  </a:lnTo>
                  <a:lnTo>
                    <a:pt x="191220" y="675344"/>
                  </a:lnTo>
                  <a:lnTo>
                    <a:pt x="191337" y="675364"/>
                  </a:lnTo>
                  <a:lnTo>
                    <a:pt x="191806" y="675200"/>
                  </a:lnTo>
                  <a:lnTo>
                    <a:pt x="192067" y="675195"/>
                  </a:lnTo>
                  <a:lnTo>
                    <a:pt x="192302" y="675282"/>
                  </a:lnTo>
                  <a:lnTo>
                    <a:pt x="192418" y="675342"/>
                  </a:lnTo>
                  <a:lnTo>
                    <a:pt x="192762" y="675359"/>
                  </a:lnTo>
                  <a:lnTo>
                    <a:pt x="193064" y="675328"/>
                  </a:lnTo>
                  <a:lnTo>
                    <a:pt x="193451" y="675180"/>
                  </a:lnTo>
                  <a:lnTo>
                    <a:pt x="193983" y="675032"/>
                  </a:lnTo>
                  <a:lnTo>
                    <a:pt x="194497" y="674863"/>
                  </a:lnTo>
                  <a:lnTo>
                    <a:pt x="194609" y="674869"/>
                  </a:lnTo>
                  <a:lnTo>
                    <a:pt x="195196" y="674812"/>
                  </a:lnTo>
                  <a:lnTo>
                    <a:pt x="195840" y="674632"/>
                  </a:lnTo>
                  <a:lnTo>
                    <a:pt x="196138" y="674536"/>
                  </a:lnTo>
                  <a:lnTo>
                    <a:pt x="196241" y="674464"/>
                  </a:lnTo>
                  <a:lnTo>
                    <a:pt x="196430" y="674458"/>
                  </a:lnTo>
                  <a:lnTo>
                    <a:pt x="196566" y="674535"/>
                  </a:lnTo>
                  <a:lnTo>
                    <a:pt x="196944" y="674771"/>
                  </a:lnTo>
                  <a:lnTo>
                    <a:pt x="197580" y="674893"/>
                  </a:lnTo>
                  <a:lnTo>
                    <a:pt x="198360" y="674837"/>
                  </a:lnTo>
                  <a:lnTo>
                    <a:pt x="198977" y="674530"/>
                  </a:lnTo>
                  <a:lnTo>
                    <a:pt x="199383" y="674443"/>
                  </a:lnTo>
                  <a:lnTo>
                    <a:pt x="199815" y="674407"/>
                  </a:lnTo>
                  <a:lnTo>
                    <a:pt x="200045" y="674305"/>
                  </a:lnTo>
                  <a:lnTo>
                    <a:pt x="200167" y="674146"/>
                  </a:lnTo>
                  <a:lnTo>
                    <a:pt x="200248" y="673972"/>
                  </a:lnTo>
                  <a:lnTo>
                    <a:pt x="200307" y="673737"/>
                  </a:lnTo>
                  <a:lnTo>
                    <a:pt x="200356" y="673640"/>
                  </a:lnTo>
                  <a:lnTo>
                    <a:pt x="200464" y="673568"/>
                  </a:lnTo>
                  <a:lnTo>
                    <a:pt x="200564" y="673589"/>
                  </a:lnTo>
                  <a:lnTo>
                    <a:pt x="201402" y="674105"/>
                  </a:lnTo>
                  <a:lnTo>
                    <a:pt x="201731" y="674198"/>
                  </a:lnTo>
                  <a:lnTo>
                    <a:pt x="201961" y="674198"/>
                  </a:lnTo>
                  <a:lnTo>
                    <a:pt x="202220" y="674077"/>
                  </a:lnTo>
                  <a:lnTo>
                    <a:pt x="202394" y="673865"/>
                  </a:lnTo>
                  <a:lnTo>
                    <a:pt x="202601" y="673512"/>
                  </a:lnTo>
                  <a:lnTo>
                    <a:pt x="202781" y="673077"/>
                  </a:lnTo>
                  <a:lnTo>
                    <a:pt x="202952" y="672796"/>
                  </a:lnTo>
                  <a:lnTo>
                    <a:pt x="203092" y="672698"/>
                  </a:lnTo>
                  <a:lnTo>
                    <a:pt x="203372" y="672642"/>
                  </a:lnTo>
                  <a:lnTo>
                    <a:pt x="203876" y="672775"/>
                  </a:lnTo>
                  <a:lnTo>
                    <a:pt x="204084" y="672796"/>
                  </a:lnTo>
                  <a:lnTo>
                    <a:pt x="204165" y="672780"/>
                  </a:lnTo>
                  <a:lnTo>
                    <a:pt x="204296" y="672739"/>
                  </a:lnTo>
                  <a:lnTo>
                    <a:pt x="204394" y="672654"/>
                  </a:lnTo>
                  <a:lnTo>
                    <a:pt x="204402" y="672643"/>
                  </a:lnTo>
                  <a:lnTo>
                    <a:pt x="204416" y="672620"/>
                  </a:lnTo>
                  <a:lnTo>
                    <a:pt x="204531" y="672540"/>
                  </a:lnTo>
                  <a:lnTo>
                    <a:pt x="204666" y="672309"/>
                  </a:lnTo>
                  <a:lnTo>
                    <a:pt x="204625" y="671949"/>
                  </a:lnTo>
                  <a:lnTo>
                    <a:pt x="204544" y="671780"/>
                  </a:lnTo>
                  <a:lnTo>
                    <a:pt x="204287" y="671496"/>
                  </a:lnTo>
                  <a:lnTo>
                    <a:pt x="204024" y="671189"/>
                  </a:lnTo>
                  <a:lnTo>
                    <a:pt x="203807" y="670744"/>
                  </a:lnTo>
                  <a:lnTo>
                    <a:pt x="203645" y="670130"/>
                  </a:lnTo>
                  <a:lnTo>
                    <a:pt x="203537" y="669807"/>
                  </a:lnTo>
                  <a:lnTo>
                    <a:pt x="203564" y="669374"/>
                  </a:lnTo>
                  <a:lnTo>
                    <a:pt x="203689" y="669203"/>
                  </a:lnTo>
                  <a:lnTo>
                    <a:pt x="203739" y="668916"/>
                  </a:lnTo>
                  <a:lnTo>
                    <a:pt x="203766" y="668758"/>
                  </a:lnTo>
                  <a:lnTo>
                    <a:pt x="203871" y="668545"/>
                  </a:lnTo>
                  <a:lnTo>
                    <a:pt x="204089" y="668162"/>
                  </a:lnTo>
                  <a:lnTo>
                    <a:pt x="204284" y="667923"/>
                  </a:lnTo>
                  <a:lnTo>
                    <a:pt x="204429" y="667667"/>
                  </a:lnTo>
                  <a:lnTo>
                    <a:pt x="204947" y="667207"/>
                  </a:lnTo>
                  <a:lnTo>
                    <a:pt x="205077" y="667161"/>
                  </a:lnTo>
                  <a:lnTo>
                    <a:pt x="205111" y="667140"/>
                  </a:lnTo>
                  <a:lnTo>
                    <a:pt x="205336" y="667001"/>
                  </a:lnTo>
                  <a:lnTo>
                    <a:pt x="205408" y="666957"/>
                  </a:lnTo>
                  <a:lnTo>
                    <a:pt x="205602" y="666910"/>
                  </a:lnTo>
                  <a:lnTo>
                    <a:pt x="206357" y="666559"/>
                  </a:lnTo>
                  <a:lnTo>
                    <a:pt x="207080" y="666240"/>
                  </a:lnTo>
                  <a:lnTo>
                    <a:pt x="207317" y="666067"/>
                  </a:lnTo>
                  <a:lnTo>
                    <a:pt x="207423" y="665941"/>
                  </a:lnTo>
                  <a:lnTo>
                    <a:pt x="207549" y="665774"/>
                  </a:lnTo>
                  <a:lnTo>
                    <a:pt x="207937" y="665589"/>
                  </a:lnTo>
                  <a:lnTo>
                    <a:pt x="208196" y="665466"/>
                  </a:lnTo>
                  <a:lnTo>
                    <a:pt x="208376" y="665380"/>
                  </a:lnTo>
                  <a:lnTo>
                    <a:pt x="208548" y="665367"/>
                  </a:lnTo>
                  <a:lnTo>
                    <a:pt x="208592" y="665379"/>
                  </a:lnTo>
                  <a:lnTo>
                    <a:pt x="209156" y="665238"/>
                  </a:lnTo>
                  <a:lnTo>
                    <a:pt x="209457" y="665169"/>
                  </a:lnTo>
                  <a:lnTo>
                    <a:pt x="210875" y="665038"/>
                  </a:lnTo>
                  <a:lnTo>
                    <a:pt x="210930" y="665047"/>
                  </a:lnTo>
                  <a:lnTo>
                    <a:pt x="211062" y="665070"/>
                  </a:lnTo>
                  <a:lnTo>
                    <a:pt x="211078" y="665059"/>
                  </a:lnTo>
                  <a:lnTo>
                    <a:pt x="211324" y="665117"/>
                  </a:lnTo>
                  <a:lnTo>
                    <a:pt x="211547" y="665234"/>
                  </a:lnTo>
                  <a:lnTo>
                    <a:pt x="211650" y="665258"/>
                  </a:lnTo>
                  <a:lnTo>
                    <a:pt x="211980" y="665221"/>
                  </a:lnTo>
                  <a:lnTo>
                    <a:pt x="212188" y="665152"/>
                  </a:lnTo>
                  <a:lnTo>
                    <a:pt x="212706" y="665035"/>
                  </a:lnTo>
                  <a:lnTo>
                    <a:pt x="212946" y="664898"/>
                  </a:lnTo>
                  <a:lnTo>
                    <a:pt x="212988" y="664894"/>
                  </a:lnTo>
                  <a:lnTo>
                    <a:pt x="213045" y="664889"/>
                  </a:lnTo>
                  <a:lnTo>
                    <a:pt x="213062" y="664891"/>
                  </a:lnTo>
                  <a:lnTo>
                    <a:pt x="213069" y="664892"/>
                  </a:lnTo>
                  <a:lnTo>
                    <a:pt x="213094" y="664896"/>
                  </a:lnTo>
                  <a:lnTo>
                    <a:pt x="213112" y="664899"/>
                  </a:lnTo>
                  <a:lnTo>
                    <a:pt x="213134" y="664902"/>
                  </a:lnTo>
                  <a:lnTo>
                    <a:pt x="213163" y="664907"/>
                  </a:lnTo>
                  <a:lnTo>
                    <a:pt x="213264" y="664987"/>
                  </a:lnTo>
                  <a:lnTo>
                    <a:pt x="213430" y="665015"/>
                  </a:lnTo>
                  <a:lnTo>
                    <a:pt x="213741" y="664977"/>
                  </a:lnTo>
                  <a:lnTo>
                    <a:pt x="214316" y="664787"/>
                  </a:lnTo>
                  <a:lnTo>
                    <a:pt x="215082" y="664634"/>
                  </a:lnTo>
                  <a:lnTo>
                    <a:pt x="216078" y="664097"/>
                  </a:lnTo>
                  <a:lnTo>
                    <a:pt x="216172" y="663998"/>
                  </a:lnTo>
                  <a:lnTo>
                    <a:pt x="216606" y="663805"/>
                  </a:lnTo>
                  <a:lnTo>
                    <a:pt x="217110" y="663587"/>
                  </a:lnTo>
                  <a:lnTo>
                    <a:pt x="217753" y="663593"/>
                  </a:lnTo>
                  <a:lnTo>
                    <a:pt x="218028" y="663593"/>
                  </a:lnTo>
                  <a:lnTo>
                    <a:pt x="218334" y="663470"/>
                  </a:lnTo>
                  <a:lnTo>
                    <a:pt x="218636" y="663342"/>
                  </a:lnTo>
                  <a:lnTo>
                    <a:pt x="219172" y="662908"/>
                  </a:lnTo>
                  <a:lnTo>
                    <a:pt x="219213" y="662803"/>
                  </a:lnTo>
                  <a:lnTo>
                    <a:pt x="219223" y="662738"/>
                  </a:lnTo>
                  <a:lnTo>
                    <a:pt x="219299" y="662465"/>
                  </a:lnTo>
                  <a:lnTo>
                    <a:pt x="219366" y="661970"/>
                  </a:lnTo>
                  <a:lnTo>
                    <a:pt x="219413" y="661672"/>
                  </a:lnTo>
                  <a:lnTo>
                    <a:pt x="219785" y="659216"/>
                  </a:lnTo>
                  <a:lnTo>
                    <a:pt x="219853" y="658571"/>
                  </a:lnTo>
                  <a:lnTo>
                    <a:pt x="219954" y="658279"/>
                  </a:lnTo>
                  <a:lnTo>
                    <a:pt x="220454" y="657612"/>
                  </a:lnTo>
                  <a:lnTo>
                    <a:pt x="220610" y="657335"/>
                  </a:lnTo>
                  <a:lnTo>
                    <a:pt x="220640" y="657146"/>
                  </a:lnTo>
                  <a:lnTo>
                    <a:pt x="220400" y="656437"/>
                  </a:lnTo>
                  <a:lnTo>
                    <a:pt x="220346" y="656207"/>
                  </a:lnTo>
                  <a:lnTo>
                    <a:pt x="220285" y="655808"/>
                  </a:lnTo>
                  <a:lnTo>
                    <a:pt x="220366" y="655263"/>
                  </a:lnTo>
                  <a:lnTo>
                    <a:pt x="220576" y="654925"/>
                  </a:lnTo>
                  <a:lnTo>
                    <a:pt x="221387" y="654534"/>
                  </a:lnTo>
                  <a:lnTo>
                    <a:pt x="222814" y="654181"/>
                  </a:lnTo>
                  <a:lnTo>
                    <a:pt x="223801" y="653943"/>
                  </a:lnTo>
                  <a:lnTo>
                    <a:pt x="224272" y="653951"/>
                  </a:lnTo>
                  <a:lnTo>
                    <a:pt x="225674" y="654173"/>
                  </a:lnTo>
                  <a:lnTo>
                    <a:pt x="226241" y="654396"/>
                  </a:lnTo>
                  <a:lnTo>
                    <a:pt x="226634" y="654265"/>
                  </a:lnTo>
                  <a:lnTo>
                    <a:pt x="226931" y="654143"/>
                  </a:lnTo>
                  <a:lnTo>
                    <a:pt x="227276" y="654143"/>
                  </a:lnTo>
                  <a:lnTo>
                    <a:pt x="227465" y="654196"/>
                  </a:lnTo>
                  <a:lnTo>
                    <a:pt x="227824" y="654112"/>
                  </a:lnTo>
                  <a:lnTo>
                    <a:pt x="228013" y="654265"/>
                  </a:lnTo>
                  <a:lnTo>
                    <a:pt x="228182" y="654480"/>
                  </a:lnTo>
                  <a:lnTo>
                    <a:pt x="228283" y="654526"/>
                  </a:lnTo>
                  <a:lnTo>
                    <a:pt x="228479" y="654526"/>
                  </a:lnTo>
                  <a:lnTo>
                    <a:pt x="228696" y="654365"/>
                  </a:lnTo>
                  <a:lnTo>
                    <a:pt x="228752" y="654327"/>
                  </a:lnTo>
                  <a:lnTo>
                    <a:pt x="229122" y="653974"/>
                  </a:lnTo>
                  <a:lnTo>
                    <a:pt x="229487" y="653958"/>
                  </a:lnTo>
                  <a:lnTo>
                    <a:pt x="230197" y="654127"/>
                  </a:lnTo>
                  <a:lnTo>
                    <a:pt x="230629" y="654150"/>
                  </a:lnTo>
                  <a:lnTo>
                    <a:pt x="231116" y="654150"/>
                  </a:lnTo>
                  <a:lnTo>
                    <a:pt x="231285" y="654043"/>
                  </a:lnTo>
                  <a:lnTo>
                    <a:pt x="231407" y="653951"/>
                  </a:lnTo>
                  <a:lnTo>
                    <a:pt x="231501" y="653697"/>
                  </a:lnTo>
                  <a:lnTo>
                    <a:pt x="231508" y="653383"/>
                  </a:lnTo>
                  <a:lnTo>
                    <a:pt x="231792" y="653273"/>
                  </a:lnTo>
                  <a:lnTo>
                    <a:pt x="232321" y="653215"/>
                  </a:lnTo>
                  <a:lnTo>
                    <a:pt x="232332" y="653214"/>
                  </a:lnTo>
                  <a:lnTo>
                    <a:pt x="232342" y="653213"/>
                  </a:lnTo>
                  <a:lnTo>
                    <a:pt x="232360" y="653211"/>
                  </a:lnTo>
                  <a:lnTo>
                    <a:pt x="232376" y="653209"/>
                  </a:lnTo>
                  <a:lnTo>
                    <a:pt x="232427" y="653193"/>
                  </a:lnTo>
                  <a:lnTo>
                    <a:pt x="232458" y="653182"/>
                  </a:lnTo>
                  <a:lnTo>
                    <a:pt x="232534" y="653146"/>
                  </a:lnTo>
                  <a:lnTo>
                    <a:pt x="232687" y="653102"/>
                  </a:lnTo>
                  <a:lnTo>
                    <a:pt x="233055" y="653126"/>
                  </a:lnTo>
                  <a:lnTo>
                    <a:pt x="233140" y="653127"/>
                  </a:lnTo>
                  <a:lnTo>
                    <a:pt x="233367" y="653162"/>
                  </a:lnTo>
                  <a:lnTo>
                    <a:pt x="234070" y="653149"/>
                  </a:lnTo>
                  <a:lnTo>
                    <a:pt x="234386" y="653109"/>
                  </a:lnTo>
                  <a:lnTo>
                    <a:pt x="234773" y="652858"/>
                  </a:lnTo>
                  <a:lnTo>
                    <a:pt x="235310" y="652541"/>
                  </a:lnTo>
                  <a:lnTo>
                    <a:pt x="235913" y="652438"/>
                  </a:lnTo>
                  <a:lnTo>
                    <a:pt x="236919" y="652080"/>
                  </a:lnTo>
                  <a:lnTo>
                    <a:pt x="237599" y="651650"/>
                  </a:lnTo>
                  <a:lnTo>
                    <a:pt x="238054" y="651394"/>
                  </a:lnTo>
                  <a:lnTo>
                    <a:pt x="238232" y="651118"/>
                  </a:lnTo>
                  <a:lnTo>
                    <a:pt x="238259" y="651036"/>
                  </a:lnTo>
                  <a:lnTo>
                    <a:pt x="238681" y="650417"/>
                  </a:lnTo>
                  <a:lnTo>
                    <a:pt x="239276" y="649885"/>
                  </a:lnTo>
                  <a:lnTo>
                    <a:pt x="239686" y="649578"/>
                  </a:lnTo>
                  <a:lnTo>
                    <a:pt x="239740" y="649538"/>
                  </a:lnTo>
                  <a:lnTo>
                    <a:pt x="240123" y="649430"/>
                  </a:lnTo>
                  <a:lnTo>
                    <a:pt x="240331" y="649373"/>
                  </a:lnTo>
                  <a:lnTo>
                    <a:pt x="240484" y="649471"/>
                  </a:lnTo>
                  <a:lnTo>
                    <a:pt x="240646" y="649716"/>
                  </a:lnTo>
                  <a:lnTo>
                    <a:pt x="240831" y="649890"/>
                  </a:lnTo>
                  <a:lnTo>
                    <a:pt x="241151" y="650013"/>
                  </a:lnTo>
                  <a:lnTo>
                    <a:pt x="241457" y="650008"/>
                  </a:lnTo>
                  <a:lnTo>
                    <a:pt x="241800" y="649824"/>
                  </a:lnTo>
                  <a:lnTo>
                    <a:pt x="242147" y="649691"/>
                  </a:lnTo>
                  <a:lnTo>
                    <a:pt x="242480" y="649634"/>
                  </a:lnTo>
                  <a:lnTo>
                    <a:pt x="242931" y="649762"/>
                  </a:lnTo>
                  <a:lnTo>
                    <a:pt x="243265" y="649957"/>
                  </a:lnTo>
                  <a:lnTo>
                    <a:pt x="243409" y="650079"/>
                  </a:lnTo>
                  <a:lnTo>
                    <a:pt x="243522" y="650105"/>
                  </a:lnTo>
                  <a:lnTo>
                    <a:pt x="243625" y="650105"/>
                  </a:lnTo>
                  <a:lnTo>
                    <a:pt x="243743" y="649952"/>
                  </a:lnTo>
                  <a:lnTo>
                    <a:pt x="243869" y="649486"/>
                  </a:lnTo>
                  <a:lnTo>
                    <a:pt x="244274" y="648887"/>
                  </a:lnTo>
                  <a:lnTo>
                    <a:pt x="244712" y="648458"/>
                  </a:lnTo>
                  <a:lnTo>
                    <a:pt x="245316" y="647987"/>
                  </a:lnTo>
                  <a:lnTo>
                    <a:pt x="245915" y="647634"/>
                  </a:lnTo>
                  <a:lnTo>
                    <a:pt x="246145" y="647460"/>
                  </a:lnTo>
                  <a:lnTo>
                    <a:pt x="246249" y="647296"/>
                  </a:lnTo>
                  <a:lnTo>
                    <a:pt x="246267" y="647117"/>
                  </a:lnTo>
                  <a:lnTo>
                    <a:pt x="246095" y="646759"/>
                  </a:lnTo>
                  <a:lnTo>
                    <a:pt x="245865" y="646278"/>
                  </a:lnTo>
                  <a:lnTo>
                    <a:pt x="245888" y="646099"/>
                  </a:lnTo>
                  <a:lnTo>
                    <a:pt x="246352" y="645710"/>
                  </a:lnTo>
                  <a:lnTo>
                    <a:pt x="246722" y="645669"/>
                  </a:lnTo>
                  <a:lnTo>
                    <a:pt x="247339" y="645495"/>
                  </a:lnTo>
                  <a:lnTo>
                    <a:pt x="248322" y="645295"/>
                  </a:lnTo>
                  <a:lnTo>
                    <a:pt x="249160" y="645214"/>
                  </a:lnTo>
                  <a:lnTo>
                    <a:pt x="249827" y="645214"/>
                  </a:lnTo>
                  <a:lnTo>
                    <a:pt x="250080" y="645116"/>
                  </a:lnTo>
                  <a:lnTo>
                    <a:pt x="250341" y="645045"/>
                  </a:lnTo>
                  <a:lnTo>
                    <a:pt x="250508" y="644881"/>
                  </a:lnTo>
                  <a:lnTo>
                    <a:pt x="250589" y="644809"/>
                  </a:lnTo>
                  <a:lnTo>
                    <a:pt x="250894" y="644864"/>
                  </a:lnTo>
                  <a:lnTo>
                    <a:pt x="251049" y="645045"/>
                  </a:lnTo>
                  <a:lnTo>
                    <a:pt x="251152" y="645116"/>
                  </a:lnTo>
                  <a:lnTo>
                    <a:pt x="251337" y="645173"/>
                  </a:lnTo>
                  <a:lnTo>
                    <a:pt x="251653" y="645070"/>
                  </a:lnTo>
                  <a:lnTo>
                    <a:pt x="252261" y="644692"/>
                  </a:lnTo>
                  <a:lnTo>
                    <a:pt x="253109" y="644231"/>
                  </a:lnTo>
                  <a:lnTo>
                    <a:pt x="253221" y="643909"/>
                  </a:lnTo>
                  <a:lnTo>
                    <a:pt x="253253" y="643709"/>
                  </a:lnTo>
                  <a:lnTo>
                    <a:pt x="253550" y="643407"/>
                  </a:lnTo>
                  <a:lnTo>
                    <a:pt x="253920" y="643346"/>
                  </a:lnTo>
                  <a:lnTo>
                    <a:pt x="254168" y="643346"/>
                  </a:lnTo>
                  <a:lnTo>
                    <a:pt x="254357" y="643443"/>
                  </a:lnTo>
                  <a:lnTo>
                    <a:pt x="254627" y="643397"/>
                  </a:lnTo>
                  <a:lnTo>
                    <a:pt x="255204" y="643008"/>
                  </a:lnTo>
                  <a:lnTo>
                    <a:pt x="255962" y="642410"/>
                  </a:lnTo>
                  <a:lnTo>
                    <a:pt x="256294" y="641963"/>
                  </a:lnTo>
                  <a:lnTo>
                    <a:pt x="256548" y="641847"/>
                  </a:lnTo>
                  <a:lnTo>
                    <a:pt x="256791" y="641693"/>
                  </a:lnTo>
                  <a:lnTo>
                    <a:pt x="256872" y="641601"/>
                  </a:lnTo>
                  <a:lnTo>
                    <a:pt x="256908" y="641458"/>
                  </a:lnTo>
                  <a:lnTo>
                    <a:pt x="256908" y="641315"/>
                  </a:lnTo>
                  <a:lnTo>
                    <a:pt x="256922" y="641223"/>
                  </a:lnTo>
                  <a:lnTo>
                    <a:pt x="257030" y="641079"/>
                  </a:lnTo>
                  <a:lnTo>
                    <a:pt x="257210" y="641054"/>
                  </a:lnTo>
                  <a:lnTo>
                    <a:pt x="257404" y="641054"/>
                  </a:lnTo>
                  <a:lnTo>
                    <a:pt x="257580" y="640982"/>
                  </a:lnTo>
                  <a:lnTo>
                    <a:pt x="257643" y="640808"/>
                  </a:lnTo>
                  <a:lnTo>
                    <a:pt x="257728" y="640640"/>
                  </a:lnTo>
                  <a:lnTo>
                    <a:pt x="258039" y="640353"/>
                  </a:lnTo>
                  <a:lnTo>
                    <a:pt x="258499" y="640169"/>
                  </a:lnTo>
                  <a:lnTo>
                    <a:pt x="258855" y="640097"/>
                  </a:lnTo>
                  <a:lnTo>
                    <a:pt x="259450" y="639887"/>
                  </a:lnTo>
                  <a:lnTo>
                    <a:pt x="259869" y="639657"/>
                  </a:lnTo>
                  <a:lnTo>
                    <a:pt x="260108" y="639595"/>
                  </a:lnTo>
                  <a:lnTo>
                    <a:pt x="260424" y="639667"/>
                  </a:lnTo>
                  <a:lnTo>
                    <a:pt x="260572" y="639723"/>
                  </a:lnTo>
                  <a:lnTo>
                    <a:pt x="260676" y="639805"/>
                  </a:lnTo>
                  <a:lnTo>
                    <a:pt x="260983" y="639908"/>
                  </a:lnTo>
                  <a:lnTo>
                    <a:pt x="261235" y="639964"/>
                  </a:lnTo>
                  <a:lnTo>
                    <a:pt x="261433" y="639959"/>
                  </a:lnTo>
                  <a:lnTo>
                    <a:pt x="261654" y="639841"/>
                  </a:lnTo>
                  <a:lnTo>
                    <a:pt x="261693" y="639771"/>
                  </a:lnTo>
                  <a:lnTo>
                    <a:pt x="261884" y="639242"/>
                  </a:lnTo>
                  <a:lnTo>
                    <a:pt x="261961" y="639074"/>
                  </a:lnTo>
                  <a:lnTo>
                    <a:pt x="262006" y="638920"/>
                  </a:lnTo>
                  <a:lnTo>
                    <a:pt x="262021" y="638880"/>
                  </a:lnTo>
                  <a:lnTo>
                    <a:pt x="262209" y="638726"/>
                  </a:lnTo>
                  <a:lnTo>
                    <a:pt x="262443" y="638628"/>
                  </a:lnTo>
                  <a:lnTo>
                    <a:pt x="262988" y="638444"/>
                  </a:lnTo>
                  <a:lnTo>
                    <a:pt x="263556" y="638270"/>
                  </a:lnTo>
                  <a:lnTo>
                    <a:pt x="264689" y="638016"/>
                  </a:lnTo>
                  <a:lnTo>
                    <a:pt x="264973" y="637926"/>
                  </a:lnTo>
                  <a:lnTo>
                    <a:pt x="265326" y="637755"/>
                  </a:lnTo>
                  <a:lnTo>
                    <a:pt x="265830" y="637489"/>
                  </a:lnTo>
                  <a:lnTo>
                    <a:pt x="265914" y="637362"/>
                  </a:lnTo>
                  <a:lnTo>
                    <a:pt x="265996" y="637127"/>
                  </a:lnTo>
                  <a:lnTo>
                    <a:pt x="266249" y="636617"/>
                  </a:lnTo>
                  <a:lnTo>
                    <a:pt x="266831" y="636325"/>
                  </a:lnTo>
                  <a:lnTo>
                    <a:pt x="267693" y="636306"/>
                  </a:lnTo>
                  <a:lnTo>
                    <a:pt x="268704" y="636279"/>
                  </a:lnTo>
                  <a:lnTo>
                    <a:pt x="269437" y="636379"/>
                  </a:lnTo>
                  <a:lnTo>
                    <a:pt x="270005" y="636375"/>
                  </a:lnTo>
                  <a:lnTo>
                    <a:pt x="270380" y="636248"/>
                  </a:lnTo>
                  <a:lnTo>
                    <a:pt x="270911" y="635937"/>
                  </a:lnTo>
                  <a:lnTo>
                    <a:pt x="271242" y="635772"/>
                  </a:lnTo>
                  <a:lnTo>
                    <a:pt x="271382" y="635631"/>
                  </a:lnTo>
                  <a:lnTo>
                    <a:pt x="271580" y="635378"/>
                  </a:lnTo>
                  <a:lnTo>
                    <a:pt x="272209" y="634611"/>
                  </a:lnTo>
                  <a:lnTo>
                    <a:pt x="272468" y="634381"/>
                  </a:lnTo>
                  <a:lnTo>
                    <a:pt x="273003" y="634160"/>
                  </a:lnTo>
                  <a:lnTo>
                    <a:pt x="273130" y="634016"/>
                  </a:lnTo>
                  <a:lnTo>
                    <a:pt x="273173" y="633937"/>
                  </a:lnTo>
                  <a:lnTo>
                    <a:pt x="273200" y="633779"/>
                  </a:lnTo>
                  <a:lnTo>
                    <a:pt x="273161" y="633536"/>
                  </a:lnTo>
                  <a:lnTo>
                    <a:pt x="273121" y="633376"/>
                  </a:lnTo>
                  <a:lnTo>
                    <a:pt x="273147" y="633274"/>
                  </a:lnTo>
                  <a:lnTo>
                    <a:pt x="273363" y="633181"/>
                  </a:lnTo>
                  <a:lnTo>
                    <a:pt x="274025" y="632913"/>
                  </a:lnTo>
                  <a:lnTo>
                    <a:pt x="274631" y="632529"/>
                  </a:lnTo>
                  <a:lnTo>
                    <a:pt x="275155" y="632289"/>
                  </a:lnTo>
                  <a:lnTo>
                    <a:pt x="275488" y="631982"/>
                  </a:lnTo>
                  <a:lnTo>
                    <a:pt x="275637" y="631749"/>
                  </a:lnTo>
                  <a:lnTo>
                    <a:pt x="275780" y="631707"/>
                  </a:lnTo>
                  <a:lnTo>
                    <a:pt x="275997" y="631784"/>
                  </a:lnTo>
                  <a:lnTo>
                    <a:pt x="276147" y="631995"/>
                  </a:lnTo>
                  <a:lnTo>
                    <a:pt x="276526" y="632236"/>
                  </a:lnTo>
                  <a:lnTo>
                    <a:pt x="276716" y="632436"/>
                  </a:lnTo>
                  <a:lnTo>
                    <a:pt x="276975" y="632615"/>
                  </a:lnTo>
                  <a:lnTo>
                    <a:pt x="277209" y="632631"/>
                  </a:lnTo>
                  <a:lnTo>
                    <a:pt x="277397" y="632346"/>
                  </a:lnTo>
                  <a:lnTo>
                    <a:pt x="277499" y="632238"/>
                  </a:lnTo>
                  <a:lnTo>
                    <a:pt x="277702" y="631947"/>
                  </a:lnTo>
                  <a:lnTo>
                    <a:pt x="278324" y="631470"/>
                  </a:lnTo>
                  <a:lnTo>
                    <a:pt x="278848" y="631000"/>
                  </a:lnTo>
                  <a:lnTo>
                    <a:pt x="279485" y="630466"/>
                  </a:lnTo>
                  <a:lnTo>
                    <a:pt x="279981" y="630198"/>
                  </a:lnTo>
                  <a:lnTo>
                    <a:pt x="280654" y="630108"/>
                  </a:lnTo>
                  <a:lnTo>
                    <a:pt x="281282" y="629891"/>
                  </a:lnTo>
                  <a:lnTo>
                    <a:pt x="281905" y="629699"/>
                  </a:lnTo>
                  <a:lnTo>
                    <a:pt x="282385" y="629571"/>
                  </a:lnTo>
                  <a:lnTo>
                    <a:pt x="282770" y="629664"/>
                  </a:lnTo>
                  <a:lnTo>
                    <a:pt x="283071" y="629729"/>
                  </a:lnTo>
                  <a:lnTo>
                    <a:pt x="283251" y="629879"/>
                  </a:lnTo>
                  <a:lnTo>
                    <a:pt x="283285" y="630077"/>
                  </a:lnTo>
                  <a:lnTo>
                    <a:pt x="283291" y="630122"/>
                  </a:lnTo>
                  <a:lnTo>
                    <a:pt x="283294" y="630130"/>
                  </a:lnTo>
                  <a:lnTo>
                    <a:pt x="283309" y="630151"/>
                  </a:lnTo>
                  <a:lnTo>
                    <a:pt x="283335" y="630171"/>
                  </a:lnTo>
                  <a:lnTo>
                    <a:pt x="283358" y="630187"/>
                  </a:lnTo>
                  <a:lnTo>
                    <a:pt x="283387" y="630200"/>
                  </a:lnTo>
                  <a:lnTo>
                    <a:pt x="283407" y="630207"/>
                  </a:lnTo>
                  <a:lnTo>
                    <a:pt x="283422" y="630208"/>
                  </a:lnTo>
                  <a:lnTo>
                    <a:pt x="283474" y="630247"/>
                  </a:lnTo>
                  <a:lnTo>
                    <a:pt x="283880" y="630324"/>
                  </a:lnTo>
                  <a:lnTo>
                    <a:pt x="284470" y="630407"/>
                  </a:lnTo>
                  <a:lnTo>
                    <a:pt x="285500" y="630404"/>
                  </a:lnTo>
                  <a:lnTo>
                    <a:pt x="286295" y="630422"/>
                  </a:lnTo>
                  <a:lnTo>
                    <a:pt x="287179" y="630174"/>
                  </a:lnTo>
                  <a:lnTo>
                    <a:pt x="287961" y="629907"/>
                  </a:lnTo>
                  <a:lnTo>
                    <a:pt x="288802" y="629563"/>
                  </a:lnTo>
                  <a:lnTo>
                    <a:pt x="289105" y="629420"/>
                  </a:lnTo>
                  <a:lnTo>
                    <a:pt x="289435" y="629176"/>
                  </a:lnTo>
                  <a:lnTo>
                    <a:pt x="289519" y="629004"/>
                  </a:lnTo>
                  <a:lnTo>
                    <a:pt x="289857" y="628412"/>
                  </a:lnTo>
                  <a:lnTo>
                    <a:pt x="290357" y="627828"/>
                  </a:lnTo>
                  <a:lnTo>
                    <a:pt x="290749" y="627592"/>
                  </a:lnTo>
                  <a:lnTo>
                    <a:pt x="291468" y="627546"/>
                  </a:lnTo>
                  <a:lnTo>
                    <a:pt x="292566" y="627478"/>
                  </a:lnTo>
                  <a:lnTo>
                    <a:pt x="293329" y="627343"/>
                  </a:lnTo>
                  <a:lnTo>
                    <a:pt x="293810" y="627242"/>
                  </a:lnTo>
                  <a:lnTo>
                    <a:pt x="293869" y="627204"/>
                  </a:lnTo>
                  <a:lnTo>
                    <a:pt x="294459" y="627039"/>
                  </a:lnTo>
                  <a:lnTo>
                    <a:pt x="295233" y="626883"/>
                  </a:lnTo>
                  <a:lnTo>
                    <a:pt x="295684" y="626953"/>
                  </a:lnTo>
                  <a:lnTo>
                    <a:pt x="296207" y="627065"/>
                  </a:lnTo>
                  <a:lnTo>
                    <a:pt x="296490" y="627217"/>
                  </a:lnTo>
                  <a:lnTo>
                    <a:pt x="296634" y="627279"/>
                  </a:lnTo>
                  <a:lnTo>
                    <a:pt x="296755" y="627291"/>
                  </a:lnTo>
                  <a:lnTo>
                    <a:pt x="296866" y="627279"/>
                  </a:lnTo>
                  <a:lnTo>
                    <a:pt x="297001" y="627187"/>
                  </a:lnTo>
                  <a:lnTo>
                    <a:pt x="297178" y="626862"/>
                  </a:lnTo>
                  <a:lnTo>
                    <a:pt x="297325" y="626708"/>
                  </a:lnTo>
                  <a:lnTo>
                    <a:pt x="297727" y="626256"/>
                  </a:lnTo>
                  <a:lnTo>
                    <a:pt x="298048" y="625849"/>
                  </a:lnTo>
                  <a:lnTo>
                    <a:pt x="298258" y="625465"/>
                  </a:lnTo>
                  <a:lnTo>
                    <a:pt x="298400" y="625045"/>
                  </a:lnTo>
                  <a:lnTo>
                    <a:pt x="298528" y="624790"/>
                  </a:lnTo>
                  <a:lnTo>
                    <a:pt x="298620" y="624310"/>
                  </a:lnTo>
                  <a:lnTo>
                    <a:pt x="298657" y="623968"/>
                  </a:lnTo>
                  <a:lnTo>
                    <a:pt x="298831" y="623722"/>
                  </a:lnTo>
                  <a:lnTo>
                    <a:pt x="299384" y="623362"/>
                  </a:lnTo>
                  <a:lnTo>
                    <a:pt x="299901" y="623040"/>
                  </a:lnTo>
                  <a:lnTo>
                    <a:pt x="300547" y="622591"/>
                  </a:lnTo>
                  <a:lnTo>
                    <a:pt x="300678" y="622430"/>
                  </a:lnTo>
                  <a:lnTo>
                    <a:pt x="300800" y="622222"/>
                  </a:lnTo>
                  <a:lnTo>
                    <a:pt x="300634" y="621743"/>
                  </a:lnTo>
                  <a:lnTo>
                    <a:pt x="300570" y="621344"/>
                  </a:lnTo>
                  <a:lnTo>
                    <a:pt x="300587" y="620918"/>
                  </a:lnTo>
                  <a:lnTo>
                    <a:pt x="300631" y="620737"/>
                  </a:lnTo>
                  <a:lnTo>
                    <a:pt x="300817" y="620545"/>
                  </a:lnTo>
                  <a:lnTo>
                    <a:pt x="301236" y="620261"/>
                  </a:lnTo>
                  <a:lnTo>
                    <a:pt x="301801" y="620043"/>
                  </a:lnTo>
                  <a:lnTo>
                    <a:pt x="301972" y="619942"/>
                  </a:lnTo>
                  <a:lnTo>
                    <a:pt x="302504" y="619739"/>
                  </a:lnTo>
                  <a:lnTo>
                    <a:pt x="303126" y="619448"/>
                  </a:lnTo>
                  <a:lnTo>
                    <a:pt x="303748" y="619206"/>
                  </a:lnTo>
                  <a:lnTo>
                    <a:pt x="304224" y="619191"/>
                  </a:lnTo>
                  <a:lnTo>
                    <a:pt x="304826" y="619191"/>
                  </a:lnTo>
                  <a:lnTo>
                    <a:pt x="305397" y="619168"/>
                  </a:lnTo>
                  <a:lnTo>
                    <a:pt x="305996" y="619279"/>
                  </a:lnTo>
                  <a:lnTo>
                    <a:pt x="306523" y="619275"/>
                  </a:lnTo>
                  <a:lnTo>
                    <a:pt x="307010" y="619252"/>
                  </a:lnTo>
                  <a:lnTo>
                    <a:pt x="307263" y="619251"/>
                  </a:lnTo>
                  <a:lnTo>
                    <a:pt x="307601" y="619275"/>
                  </a:lnTo>
                  <a:lnTo>
                    <a:pt x="308230" y="619210"/>
                  </a:lnTo>
                  <a:lnTo>
                    <a:pt x="309200" y="619076"/>
                  </a:lnTo>
                  <a:lnTo>
                    <a:pt x="310076" y="619068"/>
                  </a:lnTo>
                  <a:lnTo>
                    <a:pt x="310870" y="619056"/>
                  </a:lnTo>
                  <a:lnTo>
                    <a:pt x="311374" y="619056"/>
                  </a:lnTo>
                  <a:lnTo>
                    <a:pt x="311884" y="619106"/>
                  </a:lnTo>
                  <a:lnTo>
                    <a:pt x="312228" y="619215"/>
                  </a:lnTo>
                  <a:lnTo>
                    <a:pt x="312949" y="619402"/>
                  </a:lnTo>
                  <a:lnTo>
                    <a:pt x="313838" y="619714"/>
                  </a:lnTo>
                  <a:lnTo>
                    <a:pt x="314589" y="619617"/>
                  </a:lnTo>
                  <a:lnTo>
                    <a:pt x="314870" y="619594"/>
                  </a:lnTo>
                  <a:lnTo>
                    <a:pt x="315099" y="619527"/>
                  </a:lnTo>
                  <a:lnTo>
                    <a:pt x="315180" y="619420"/>
                  </a:lnTo>
                  <a:lnTo>
                    <a:pt x="315190" y="619274"/>
                  </a:lnTo>
                  <a:lnTo>
                    <a:pt x="315121" y="619078"/>
                  </a:lnTo>
                  <a:lnTo>
                    <a:pt x="315220" y="618655"/>
                  </a:lnTo>
                  <a:lnTo>
                    <a:pt x="315517" y="618276"/>
                  </a:lnTo>
                  <a:lnTo>
                    <a:pt x="316293" y="617519"/>
                  </a:lnTo>
                  <a:lnTo>
                    <a:pt x="316692" y="617065"/>
                  </a:lnTo>
                  <a:lnTo>
                    <a:pt x="316525" y="616799"/>
                  </a:lnTo>
                  <a:lnTo>
                    <a:pt x="316150" y="616588"/>
                  </a:lnTo>
                  <a:lnTo>
                    <a:pt x="315589" y="616258"/>
                  </a:lnTo>
                  <a:lnTo>
                    <a:pt x="315308" y="615663"/>
                  </a:lnTo>
                  <a:lnTo>
                    <a:pt x="314859" y="614769"/>
                  </a:lnTo>
                  <a:lnTo>
                    <a:pt x="314470" y="613978"/>
                  </a:lnTo>
                  <a:lnTo>
                    <a:pt x="314418" y="613850"/>
                  </a:lnTo>
                  <a:lnTo>
                    <a:pt x="314294" y="613667"/>
                  </a:lnTo>
                  <a:lnTo>
                    <a:pt x="314166" y="613422"/>
                  </a:lnTo>
                  <a:lnTo>
                    <a:pt x="314186" y="613360"/>
                  </a:lnTo>
                  <a:lnTo>
                    <a:pt x="314473" y="613330"/>
                  </a:lnTo>
                  <a:lnTo>
                    <a:pt x="314970" y="613414"/>
                  </a:lnTo>
                  <a:lnTo>
                    <a:pt x="315105" y="613414"/>
                  </a:lnTo>
                  <a:lnTo>
                    <a:pt x="315295" y="613356"/>
                  </a:lnTo>
                  <a:lnTo>
                    <a:pt x="315339" y="613157"/>
                  </a:lnTo>
                  <a:lnTo>
                    <a:pt x="315403" y="612505"/>
                  </a:lnTo>
                  <a:lnTo>
                    <a:pt x="315470" y="611230"/>
                  </a:lnTo>
                  <a:lnTo>
                    <a:pt x="315700" y="610578"/>
                  </a:lnTo>
                  <a:lnTo>
                    <a:pt x="316080" y="610460"/>
                  </a:lnTo>
                  <a:lnTo>
                    <a:pt x="316765" y="610346"/>
                  </a:lnTo>
                  <a:lnTo>
                    <a:pt x="317621" y="610346"/>
                  </a:lnTo>
                  <a:lnTo>
                    <a:pt x="318720" y="610121"/>
                  </a:lnTo>
                  <a:lnTo>
                    <a:pt x="319447" y="609747"/>
                  </a:lnTo>
                  <a:lnTo>
                    <a:pt x="320118" y="609435"/>
                  </a:lnTo>
                  <a:lnTo>
                    <a:pt x="320826" y="609236"/>
                  </a:lnTo>
                  <a:lnTo>
                    <a:pt x="321103" y="609088"/>
                  </a:lnTo>
                  <a:lnTo>
                    <a:pt x="321299" y="608642"/>
                  </a:lnTo>
                  <a:lnTo>
                    <a:pt x="321371" y="607813"/>
                  </a:lnTo>
                  <a:lnTo>
                    <a:pt x="321367" y="607332"/>
                  </a:lnTo>
                  <a:lnTo>
                    <a:pt x="321155" y="606943"/>
                  </a:lnTo>
                  <a:lnTo>
                    <a:pt x="320533" y="606345"/>
                  </a:lnTo>
                  <a:lnTo>
                    <a:pt x="320479" y="606135"/>
                  </a:lnTo>
                  <a:lnTo>
                    <a:pt x="320461" y="605746"/>
                  </a:lnTo>
                  <a:lnTo>
                    <a:pt x="320533" y="605434"/>
                  </a:lnTo>
                  <a:lnTo>
                    <a:pt x="320682" y="605147"/>
                  </a:lnTo>
                  <a:lnTo>
                    <a:pt x="320916" y="604835"/>
                  </a:lnTo>
                  <a:lnTo>
                    <a:pt x="320945" y="604423"/>
                  </a:lnTo>
                  <a:lnTo>
                    <a:pt x="320627" y="604165"/>
                  </a:lnTo>
                  <a:lnTo>
                    <a:pt x="320106" y="603672"/>
                  </a:lnTo>
                  <a:lnTo>
                    <a:pt x="319134" y="602961"/>
                  </a:lnTo>
                  <a:lnTo>
                    <a:pt x="318820" y="602754"/>
                  </a:lnTo>
                  <a:lnTo>
                    <a:pt x="318606" y="602273"/>
                  </a:lnTo>
                  <a:lnTo>
                    <a:pt x="318634" y="601601"/>
                  </a:lnTo>
                  <a:lnTo>
                    <a:pt x="318740" y="600402"/>
                  </a:lnTo>
                  <a:lnTo>
                    <a:pt x="318381" y="599715"/>
                  </a:lnTo>
                  <a:lnTo>
                    <a:pt x="317684" y="598923"/>
                  </a:lnTo>
                  <a:lnTo>
                    <a:pt x="317486" y="598611"/>
                  </a:lnTo>
                  <a:lnTo>
                    <a:pt x="317486" y="598529"/>
                  </a:lnTo>
                  <a:lnTo>
                    <a:pt x="317474" y="598510"/>
                  </a:lnTo>
                  <a:lnTo>
                    <a:pt x="317442" y="598142"/>
                  </a:lnTo>
                  <a:lnTo>
                    <a:pt x="317622" y="597161"/>
                  </a:lnTo>
                  <a:lnTo>
                    <a:pt x="317739" y="596404"/>
                  </a:lnTo>
                  <a:lnTo>
                    <a:pt x="318117" y="595739"/>
                  </a:lnTo>
                  <a:lnTo>
                    <a:pt x="318875" y="595196"/>
                  </a:lnTo>
                  <a:lnTo>
                    <a:pt x="320715" y="594417"/>
                  </a:lnTo>
                  <a:lnTo>
                    <a:pt x="320832" y="594318"/>
                  </a:lnTo>
                  <a:lnTo>
                    <a:pt x="320910" y="594126"/>
                  </a:lnTo>
                  <a:lnTo>
                    <a:pt x="320812" y="594010"/>
                  </a:lnTo>
                  <a:lnTo>
                    <a:pt x="320595" y="594000"/>
                  </a:lnTo>
                  <a:lnTo>
                    <a:pt x="320171" y="594046"/>
                  </a:lnTo>
                  <a:lnTo>
                    <a:pt x="319856" y="594040"/>
                  </a:lnTo>
                  <a:lnTo>
                    <a:pt x="319671" y="593969"/>
                  </a:lnTo>
                  <a:lnTo>
                    <a:pt x="319595" y="593866"/>
                  </a:lnTo>
                  <a:lnTo>
                    <a:pt x="319554" y="593682"/>
                  </a:lnTo>
                  <a:lnTo>
                    <a:pt x="319208" y="593479"/>
                  </a:lnTo>
                  <a:lnTo>
                    <a:pt x="318988" y="593473"/>
                  </a:lnTo>
                  <a:lnTo>
                    <a:pt x="318661" y="593307"/>
                  </a:lnTo>
                  <a:lnTo>
                    <a:pt x="318446" y="593043"/>
                  </a:lnTo>
                  <a:lnTo>
                    <a:pt x="318404" y="593015"/>
                  </a:lnTo>
                  <a:lnTo>
                    <a:pt x="318351" y="592955"/>
                  </a:lnTo>
                  <a:lnTo>
                    <a:pt x="318321" y="592932"/>
                  </a:lnTo>
                  <a:lnTo>
                    <a:pt x="318268" y="592885"/>
                  </a:lnTo>
                  <a:lnTo>
                    <a:pt x="318241" y="592861"/>
                  </a:lnTo>
                  <a:lnTo>
                    <a:pt x="318231" y="592858"/>
                  </a:lnTo>
                  <a:lnTo>
                    <a:pt x="318224" y="592847"/>
                  </a:lnTo>
                  <a:lnTo>
                    <a:pt x="318220" y="592839"/>
                  </a:lnTo>
                  <a:lnTo>
                    <a:pt x="317866" y="592387"/>
                  </a:lnTo>
                  <a:lnTo>
                    <a:pt x="317702" y="592073"/>
                  </a:lnTo>
                  <a:lnTo>
                    <a:pt x="317645" y="592012"/>
                  </a:lnTo>
                  <a:lnTo>
                    <a:pt x="317479" y="591689"/>
                  </a:lnTo>
                  <a:lnTo>
                    <a:pt x="316812" y="590706"/>
                  </a:lnTo>
                  <a:lnTo>
                    <a:pt x="316374" y="590036"/>
                  </a:lnTo>
                  <a:lnTo>
                    <a:pt x="316163" y="589581"/>
                  </a:lnTo>
                  <a:lnTo>
                    <a:pt x="315527" y="588578"/>
                  </a:lnTo>
                  <a:lnTo>
                    <a:pt x="315450" y="588087"/>
                  </a:lnTo>
                  <a:lnTo>
                    <a:pt x="315469" y="587959"/>
                  </a:lnTo>
                  <a:lnTo>
                    <a:pt x="315460" y="587872"/>
                  </a:lnTo>
                  <a:lnTo>
                    <a:pt x="315536" y="587401"/>
                  </a:lnTo>
                  <a:lnTo>
                    <a:pt x="315662" y="587153"/>
                  </a:lnTo>
                  <a:lnTo>
                    <a:pt x="315976" y="586200"/>
                  </a:lnTo>
                  <a:lnTo>
                    <a:pt x="316060" y="585650"/>
                  </a:lnTo>
                  <a:lnTo>
                    <a:pt x="316079" y="585380"/>
                  </a:lnTo>
                  <a:lnTo>
                    <a:pt x="316276" y="585201"/>
                  </a:lnTo>
                  <a:lnTo>
                    <a:pt x="317381" y="584569"/>
                  </a:lnTo>
                  <a:lnTo>
                    <a:pt x="318535" y="584188"/>
                  </a:lnTo>
                  <a:lnTo>
                    <a:pt x="317980" y="583152"/>
                  </a:lnTo>
                  <a:lnTo>
                    <a:pt x="320073" y="579555"/>
                  </a:lnTo>
                  <a:lnTo>
                    <a:pt x="319975" y="577235"/>
                  </a:lnTo>
                  <a:lnTo>
                    <a:pt x="320044" y="577196"/>
                  </a:lnTo>
                  <a:lnTo>
                    <a:pt x="320115" y="577093"/>
                  </a:lnTo>
                  <a:lnTo>
                    <a:pt x="320513" y="576694"/>
                  </a:lnTo>
                  <a:lnTo>
                    <a:pt x="320774" y="576586"/>
                  </a:lnTo>
                  <a:lnTo>
                    <a:pt x="320980" y="576590"/>
                  </a:lnTo>
                  <a:lnTo>
                    <a:pt x="321193" y="576759"/>
                  </a:lnTo>
                  <a:lnTo>
                    <a:pt x="321355" y="576847"/>
                  </a:lnTo>
                  <a:lnTo>
                    <a:pt x="321544" y="576859"/>
                  </a:lnTo>
                  <a:lnTo>
                    <a:pt x="321771" y="576782"/>
                  </a:lnTo>
                  <a:lnTo>
                    <a:pt x="321846" y="576761"/>
                  </a:lnTo>
                  <a:lnTo>
                    <a:pt x="322163" y="576690"/>
                  </a:lnTo>
                  <a:lnTo>
                    <a:pt x="322518" y="576533"/>
                  </a:lnTo>
                  <a:lnTo>
                    <a:pt x="322788" y="576490"/>
                  </a:lnTo>
                  <a:lnTo>
                    <a:pt x="323028" y="576498"/>
                  </a:lnTo>
                  <a:lnTo>
                    <a:pt x="323225" y="576540"/>
                  </a:lnTo>
                  <a:lnTo>
                    <a:pt x="323272" y="576594"/>
                  </a:lnTo>
                  <a:lnTo>
                    <a:pt x="323235" y="576694"/>
                  </a:lnTo>
                  <a:lnTo>
                    <a:pt x="323137" y="576794"/>
                  </a:lnTo>
                  <a:lnTo>
                    <a:pt x="323096" y="576943"/>
                  </a:lnTo>
                  <a:lnTo>
                    <a:pt x="323143" y="577020"/>
                  </a:lnTo>
                  <a:lnTo>
                    <a:pt x="323248" y="577104"/>
                  </a:lnTo>
                  <a:lnTo>
                    <a:pt x="323525" y="577139"/>
                  </a:lnTo>
                  <a:lnTo>
                    <a:pt x="324181" y="577131"/>
                  </a:lnTo>
                  <a:lnTo>
                    <a:pt x="324408" y="577124"/>
                  </a:lnTo>
                  <a:lnTo>
                    <a:pt x="324471" y="577065"/>
                  </a:lnTo>
                  <a:lnTo>
                    <a:pt x="324512" y="576920"/>
                  </a:lnTo>
                  <a:lnTo>
                    <a:pt x="324583" y="576840"/>
                  </a:lnTo>
                  <a:lnTo>
                    <a:pt x="324668" y="576805"/>
                  </a:lnTo>
                  <a:lnTo>
                    <a:pt x="324763" y="576794"/>
                  </a:lnTo>
                  <a:lnTo>
                    <a:pt x="324854" y="576832"/>
                  </a:lnTo>
                  <a:lnTo>
                    <a:pt x="324965" y="576920"/>
                  </a:lnTo>
                  <a:lnTo>
                    <a:pt x="325050" y="576997"/>
                  </a:lnTo>
                  <a:lnTo>
                    <a:pt x="325189" y="577001"/>
                  </a:lnTo>
                  <a:lnTo>
                    <a:pt x="325344" y="576978"/>
                  </a:lnTo>
                  <a:lnTo>
                    <a:pt x="325486" y="576893"/>
                  </a:lnTo>
                  <a:lnTo>
                    <a:pt x="325532" y="576834"/>
                  </a:lnTo>
                  <a:lnTo>
                    <a:pt x="325645" y="576632"/>
                  </a:lnTo>
                  <a:lnTo>
                    <a:pt x="325892" y="576429"/>
                  </a:lnTo>
                  <a:lnTo>
                    <a:pt x="325986" y="576398"/>
                  </a:lnTo>
                  <a:lnTo>
                    <a:pt x="326142" y="576448"/>
                  </a:lnTo>
                  <a:lnTo>
                    <a:pt x="326247" y="576556"/>
                  </a:lnTo>
                  <a:lnTo>
                    <a:pt x="326362" y="576684"/>
                  </a:lnTo>
                  <a:lnTo>
                    <a:pt x="326497" y="576797"/>
                  </a:lnTo>
                  <a:lnTo>
                    <a:pt x="326652" y="576828"/>
                  </a:lnTo>
                  <a:lnTo>
                    <a:pt x="326774" y="576786"/>
                  </a:lnTo>
                  <a:lnTo>
                    <a:pt x="327078" y="576602"/>
                  </a:lnTo>
                  <a:lnTo>
                    <a:pt x="327315" y="576483"/>
                  </a:lnTo>
                  <a:lnTo>
                    <a:pt x="327479" y="576350"/>
                  </a:lnTo>
                  <a:lnTo>
                    <a:pt x="327565" y="576072"/>
                  </a:lnTo>
                  <a:lnTo>
                    <a:pt x="327717" y="575815"/>
                  </a:lnTo>
                  <a:lnTo>
                    <a:pt x="328356" y="575493"/>
                  </a:lnTo>
                  <a:lnTo>
                    <a:pt x="328667" y="575389"/>
                  </a:lnTo>
                  <a:lnTo>
                    <a:pt x="328775" y="575377"/>
                  </a:lnTo>
                  <a:lnTo>
                    <a:pt x="329042" y="575447"/>
                  </a:lnTo>
                  <a:lnTo>
                    <a:pt x="329133" y="575447"/>
                  </a:lnTo>
                  <a:lnTo>
                    <a:pt x="329346" y="575378"/>
                  </a:lnTo>
                  <a:lnTo>
                    <a:pt x="329546" y="575278"/>
                  </a:lnTo>
                  <a:lnTo>
                    <a:pt x="329712" y="575155"/>
                  </a:lnTo>
                  <a:lnTo>
                    <a:pt x="329894" y="575017"/>
                  </a:lnTo>
                  <a:lnTo>
                    <a:pt x="330009" y="574940"/>
                  </a:lnTo>
                  <a:lnTo>
                    <a:pt x="330256" y="574871"/>
                  </a:lnTo>
                  <a:lnTo>
                    <a:pt x="330519" y="574802"/>
                  </a:lnTo>
                  <a:lnTo>
                    <a:pt x="330827" y="574721"/>
                  </a:lnTo>
                  <a:lnTo>
                    <a:pt x="331016" y="574664"/>
                  </a:lnTo>
                  <a:lnTo>
                    <a:pt x="331352" y="574399"/>
                  </a:lnTo>
                  <a:lnTo>
                    <a:pt x="331540" y="574343"/>
                  </a:lnTo>
                  <a:lnTo>
                    <a:pt x="331697" y="574419"/>
                  </a:lnTo>
                  <a:lnTo>
                    <a:pt x="332028" y="574546"/>
                  </a:lnTo>
                  <a:lnTo>
                    <a:pt x="332302" y="574492"/>
                  </a:lnTo>
                  <a:lnTo>
                    <a:pt x="332528" y="574316"/>
                  </a:lnTo>
                  <a:lnTo>
                    <a:pt x="332584" y="574287"/>
                  </a:lnTo>
                  <a:lnTo>
                    <a:pt x="332613" y="574262"/>
                  </a:lnTo>
                  <a:lnTo>
                    <a:pt x="332907" y="574124"/>
                  </a:lnTo>
                  <a:lnTo>
                    <a:pt x="333093" y="574108"/>
                  </a:lnTo>
                  <a:lnTo>
                    <a:pt x="333106" y="574111"/>
                  </a:lnTo>
                  <a:lnTo>
                    <a:pt x="333298" y="574111"/>
                  </a:lnTo>
                  <a:lnTo>
                    <a:pt x="333734" y="574231"/>
                  </a:lnTo>
                  <a:lnTo>
                    <a:pt x="333751" y="574244"/>
                  </a:lnTo>
                  <a:lnTo>
                    <a:pt x="333760" y="574246"/>
                  </a:lnTo>
                  <a:lnTo>
                    <a:pt x="333775" y="574219"/>
                  </a:lnTo>
                  <a:lnTo>
                    <a:pt x="333755" y="574046"/>
                  </a:lnTo>
                  <a:lnTo>
                    <a:pt x="333805" y="573927"/>
                  </a:lnTo>
                  <a:lnTo>
                    <a:pt x="333815" y="573918"/>
                  </a:lnTo>
                  <a:lnTo>
                    <a:pt x="333823" y="573892"/>
                  </a:lnTo>
                  <a:lnTo>
                    <a:pt x="333918" y="573818"/>
                  </a:lnTo>
                  <a:lnTo>
                    <a:pt x="334118" y="573802"/>
                  </a:lnTo>
                  <a:lnTo>
                    <a:pt x="334346" y="573873"/>
                  </a:lnTo>
                  <a:lnTo>
                    <a:pt x="334558" y="573921"/>
                  </a:lnTo>
                  <a:lnTo>
                    <a:pt x="334654" y="573933"/>
                  </a:lnTo>
                  <a:lnTo>
                    <a:pt x="334727" y="573917"/>
                  </a:lnTo>
                  <a:lnTo>
                    <a:pt x="334777" y="573825"/>
                  </a:lnTo>
                  <a:lnTo>
                    <a:pt x="334738" y="573754"/>
                  </a:lnTo>
                  <a:lnTo>
                    <a:pt x="334738" y="573658"/>
                  </a:lnTo>
                  <a:lnTo>
                    <a:pt x="334814" y="573610"/>
                  </a:lnTo>
                  <a:lnTo>
                    <a:pt x="335039" y="573610"/>
                  </a:lnTo>
                  <a:lnTo>
                    <a:pt x="335194" y="573694"/>
                  </a:lnTo>
                  <a:lnTo>
                    <a:pt x="335496" y="573796"/>
                  </a:lnTo>
                  <a:lnTo>
                    <a:pt x="335676" y="573761"/>
                  </a:lnTo>
                  <a:lnTo>
                    <a:pt x="335837" y="573674"/>
                  </a:lnTo>
                  <a:lnTo>
                    <a:pt x="336009" y="573451"/>
                  </a:lnTo>
                  <a:lnTo>
                    <a:pt x="336034" y="573364"/>
                  </a:lnTo>
                  <a:lnTo>
                    <a:pt x="336054" y="573240"/>
                  </a:lnTo>
                  <a:lnTo>
                    <a:pt x="336045" y="573153"/>
                  </a:lnTo>
                  <a:lnTo>
                    <a:pt x="335980" y="573048"/>
                  </a:lnTo>
                  <a:lnTo>
                    <a:pt x="335854" y="572792"/>
                  </a:lnTo>
                  <a:lnTo>
                    <a:pt x="335465" y="572408"/>
                  </a:lnTo>
                  <a:lnTo>
                    <a:pt x="335194" y="572139"/>
                  </a:lnTo>
                  <a:lnTo>
                    <a:pt x="334842" y="571807"/>
                  </a:lnTo>
                  <a:lnTo>
                    <a:pt x="334304" y="571551"/>
                  </a:lnTo>
                  <a:lnTo>
                    <a:pt x="333513" y="571270"/>
                  </a:lnTo>
                  <a:lnTo>
                    <a:pt x="333104" y="571135"/>
                  </a:lnTo>
                  <a:lnTo>
                    <a:pt x="332735" y="571081"/>
                  </a:lnTo>
                  <a:lnTo>
                    <a:pt x="332204" y="571041"/>
                  </a:lnTo>
                  <a:lnTo>
                    <a:pt x="332186" y="571039"/>
                  </a:lnTo>
                  <a:lnTo>
                    <a:pt x="331451" y="570947"/>
                  </a:lnTo>
                  <a:lnTo>
                    <a:pt x="331113" y="570873"/>
                  </a:lnTo>
                  <a:lnTo>
                    <a:pt x="331047" y="570870"/>
                  </a:lnTo>
                  <a:lnTo>
                    <a:pt x="330679" y="570815"/>
                  </a:lnTo>
                  <a:lnTo>
                    <a:pt x="330328" y="570683"/>
                  </a:lnTo>
                  <a:lnTo>
                    <a:pt x="329914" y="570440"/>
                  </a:lnTo>
                  <a:lnTo>
                    <a:pt x="329238" y="569900"/>
                  </a:lnTo>
                  <a:lnTo>
                    <a:pt x="328952" y="569822"/>
                  </a:lnTo>
                  <a:lnTo>
                    <a:pt x="328937" y="569762"/>
                  </a:lnTo>
                  <a:lnTo>
                    <a:pt x="328640" y="569565"/>
                  </a:lnTo>
                  <a:lnTo>
                    <a:pt x="328058" y="569215"/>
                  </a:lnTo>
                  <a:lnTo>
                    <a:pt x="327483" y="568804"/>
                  </a:lnTo>
                  <a:lnTo>
                    <a:pt x="326673" y="568234"/>
                  </a:lnTo>
                  <a:lnTo>
                    <a:pt x="326581" y="568132"/>
                  </a:lnTo>
                  <a:lnTo>
                    <a:pt x="326434" y="567925"/>
                  </a:lnTo>
                  <a:lnTo>
                    <a:pt x="326310" y="567808"/>
                  </a:lnTo>
                  <a:lnTo>
                    <a:pt x="326208" y="567677"/>
                  </a:lnTo>
                  <a:lnTo>
                    <a:pt x="326183" y="567657"/>
                  </a:lnTo>
                  <a:lnTo>
                    <a:pt x="326160" y="567632"/>
                  </a:lnTo>
                  <a:lnTo>
                    <a:pt x="326146" y="567612"/>
                  </a:lnTo>
                  <a:lnTo>
                    <a:pt x="326095" y="567469"/>
                  </a:lnTo>
                  <a:lnTo>
                    <a:pt x="326083" y="567436"/>
                  </a:lnTo>
                  <a:lnTo>
                    <a:pt x="325693" y="566979"/>
                  </a:lnTo>
                  <a:lnTo>
                    <a:pt x="325575" y="566813"/>
                  </a:lnTo>
                  <a:lnTo>
                    <a:pt x="325505" y="566630"/>
                  </a:lnTo>
                  <a:lnTo>
                    <a:pt x="325459" y="566490"/>
                  </a:lnTo>
                  <a:lnTo>
                    <a:pt x="325471" y="566452"/>
                  </a:lnTo>
                  <a:lnTo>
                    <a:pt x="325640" y="566169"/>
                  </a:lnTo>
                  <a:lnTo>
                    <a:pt x="325818" y="565930"/>
                  </a:lnTo>
                  <a:lnTo>
                    <a:pt x="326430" y="565267"/>
                  </a:lnTo>
                  <a:lnTo>
                    <a:pt x="327180" y="564784"/>
                  </a:lnTo>
                  <a:lnTo>
                    <a:pt x="328073" y="564431"/>
                  </a:lnTo>
                  <a:lnTo>
                    <a:pt x="328148" y="564389"/>
                  </a:lnTo>
                  <a:lnTo>
                    <a:pt x="328681" y="564262"/>
                  </a:lnTo>
                  <a:lnTo>
                    <a:pt x="329648" y="564109"/>
                  </a:lnTo>
                  <a:lnTo>
                    <a:pt x="330500" y="563970"/>
                  </a:lnTo>
                  <a:lnTo>
                    <a:pt x="331757" y="563372"/>
                  </a:lnTo>
                  <a:lnTo>
                    <a:pt x="332710" y="562788"/>
                  </a:lnTo>
                  <a:lnTo>
                    <a:pt x="333163" y="562612"/>
                  </a:lnTo>
                  <a:lnTo>
                    <a:pt x="333894" y="562297"/>
                  </a:lnTo>
                  <a:lnTo>
                    <a:pt x="334698" y="561560"/>
                  </a:lnTo>
                  <a:lnTo>
                    <a:pt x="335043" y="561307"/>
                  </a:lnTo>
                  <a:lnTo>
                    <a:pt x="335401" y="560877"/>
                  </a:lnTo>
                  <a:lnTo>
                    <a:pt x="335760" y="560639"/>
                  </a:lnTo>
                  <a:lnTo>
                    <a:pt x="336348" y="560570"/>
                  </a:lnTo>
                  <a:lnTo>
                    <a:pt x="337024" y="560286"/>
                  </a:lnTo>
                  <a:lnTo>
                    <a:pt x="337639" y="560056"/>
                  </a:lnTo>
                  <a:lnTo>
                    <a:pt x="338457" y="559895"/>
                  </a:lnTo>
                  <a:lnTo>
                    <a:pt x="339144" y="559902"/>
                  </a:lnTo>
                  <a:lnTo>
                    <a:pt x="339667" y="560025"/>
                  </a:lnTo>
                  <a:lnTo>
                    <a:pt x="340742" y="560095"/>
                  </a:lnTo>
                  <a:lnTo>
                    <a:pt x="341249" y="560263"/>
                  </a:lnTo>
                  <a:lnTo>
                    <a:pt x="341533" y="560524"/>
                  </a:lnTo>
                  <a:lnTo>
                    <a:pt x="341952" y="560808"/>
                  </a:lnTo>
                  <a:lnTo>
                    <a:pt x="342257" y="560816"/>
                  </a:lnTo>
                  <a:lnTo>
                    <a:pt x="342676" y="560202"/>
                  </a:lnTo>
                  <a:lnTo>
                    <a:pt x="343043" y="559885"/>
                  </a:lnTo>
                  <a:lnTo>
                    <a:pt x="343474" y="559933"/>
                  </a:lnTo>
                  <a:lnTo>
                    <a:pt x="344143" y="560271"/>
                  </a:lnTo>
                  <a:lnTo>
                    <a:pt x="344474" y="560409"/>
                  </a:lnTo>
                  <a:lnTo>
                    <a:pt x="344799" y="560486"/>
                  </a:lnTo>
                  <a:lnTo>
                    <a:pt x="344975" y="560471"/>
                  </a:lnTo>
                  <a:lnTo>
                    <a:pt x="345198" y="560309"/>
                  </a:lnTo>
                  <a:lnTo>
                    <a:pt x="345238" y="560141"/>
                  </a:lnTo>
                  <a:lnTo>
                    <a:pt x="345238" y="559636"/>
                  </a:lnTo>
                  <a:lnTo>
                    <a:pt x="345298" y="559376"/>
                  </a:lnTo>
                  <a:lnTo>
                    <a:pt x="345363" y="559066"/>
                  </a:lnTo>
                  <a:lnTo>
                    <a:pt x="345381" y="558998"/>
                  </a:lnTo>
                  <a:lnTo>
                    <a:pt x="345437" y="558928"/>
                  </a:lnTo>
                  <a:lnTo>
                    <a:pt x="345485" y="558790"/>
                  </a:lnTo>
                  <a:lnTo>
                    <a:pt x="345577" y="558391"/>
                  </a:lnTo>
                  <a:lnTo>
                    <a:pt x="345492" y="557983"/>
                  </a:lnTo>
                  <a:lnTo>
                    <a:pt x="345182" y="557575"/>
                  </a:lnTo>
                  <a:lnTo>
                    <a:pt x="345049" y="557152"/>
                  </a:lnTo>
                  <a:lnTo>
                    <a:pt x="344880" y="556568"/>
                  </a:lnTo>
                  <a:lnTo>
                    <a:pt x="344859" y="556104"/>
                  </a:lnTo>
                  <a:lnTo>
                    <a:pt x="344852" y="554912"/>
                  </a:lnTo>
                  <a:lnTo>
                    <a:pt x="344837" y="554857"/>
                  </a:lnTo>
                  <a:lnTo>
                    <a:pt x="344697" y="554553"/>
                  </a:lnTo>
                  <a:lnTo>
                    <a:pt x="344288" y="554137"/>
                  </a:lnTo>
                  <a:lnTo>
                    <a:pt x="344063" y="553778"/>
                  </a:lnTo>
                  <a:lnTo>
                    <a:pt x="344028" y="553498"/>
                  </a:lnTo>
                  <a:lnTo>
                    <a:pt x="344049" y="553178"/>
                  </a:lnTo>
                  <a:lnTo>
                    <a:pt x="344126" y="552890"/>
                  </a:lnTo>
                  <a:lnTo>
                    <a:pt x="344253" y="552387"/>
                  </a:lnTo>
                  <a:lnTo>
                    <a:pt x="344393" y="551879"/>
                  </a:lnTo>
                  <a:lnTo>
                    <a:pt x="344431" y="551834"/>
                  </a:lnTo>
                  <a:lnTo>
                    <a:pt x="344440" y="551818"/>
                  </a:lnTo>
                  <a:lnTo>
                    <a:pt x="344454" y="551791"/>
                  </a:lnTo>
                  <a:lnTo>
                    <a:pt x="344457" y="551779"/>
                  </a:lnTo>
                  <a:lnTo>
                    <a:pt x="344456" y="551770"/>
                  </a:lnTo>
                  <a:lnTo>
                    <a:pt x="344373" y="551387"/>
                  </a:lnTo>
                  <a:lnTo>
                    <a:pt x="344337" y="551267"/>
                  </a:lnTo>
                  <a:lnTo>
                    <a:pt x="344147" y="551059"/>
                  </a:lnTo>
                  <a:lnTo>
                    <a:pt x="343675" y="550892"/>
                  </a:lnTo>
                  <a:lnTo>
                    <a:pt x="342860" y="550954"/>
                  </a:lnTo>
                  <a:lnTo>
                    <a:pt x="342480" y="551054"/>
                  </a:lnTo>
                  <a:lnTo>
                    <a:pt x="341905" y="551031"/>
                  </a:lnTo>
                  <a:lnTo>
                    <a:pt x="340986" y="550878"/>
                  </a:lnTo>
                  <a:lnTo>
                    <a:pt x="340580" y="550786"/>
                  </a:lnTo>
                  <a:lnTo>
                    <a:pt x="340370" y="550571"/>
                  </a:lnTo>
                  <a:lnTo>
                    <a:pt x="340201" y="550302"/>
                  </a:lnTo>
                  <a:lnTo>
                    <a:pt x="340120" y="550002"/>
                  </a:lnTo>
                  <a:lnTo>
                    <a:pt x="340593" y="549297"/>
                  </a:lnTo>
                  <a:lnTo>
                    <a:pt x="340904" y="548775"/>
                  </a:lnTo>
                  <a:lnTo>
                    <a:pt x="341168" y="548437"/>
                  </a:lnTo>
                  <a:lnTo>
                    <a:pt x="341885" y="547593"/>
                  </a:lnTo>
                  <a:lnTo>
                    <a:pt x="342175" y="547355"/>
                  </a:lnTo>
                  <a:lnTo>
                    <a:pt x="342426" y="546925"/>
                  </a:lnTo>
                  <a:lnTo>
                    <a:pt x="342459" y="546296"/>
                  </a:lnTo>
                  <a:lnTo>
                    <a:pt x="342532" y="545699"/>
                  </a:lnTo>
                  <a:lnTo>
                    <a:pt x="342649" y="545099"/>
                  </a:lnTo>
                  <a:lnTo>
                    <a:pt x="342770" y="544692"/>
                  </a:lnTo>
                  <a:lnTo>
                    <a:pt x="342838" y="544469"/>
                  </a:lnTo>
                  <a:lnTo>
                    <a:pt x="342973" y="544300"/>
                  </a:lnTo>
                  <a:lnTo>
                    <a:pt x="343210" y="544093"/>
                  </a:lnTo>
                  <a:lnTo>
                    <a:pt x="343433" y="543924"/>
                  </a:lnTo>
                  <a:lnTo>
                    <a:pt x="343582" y="543679"/>
                  </a:lnTo>
                  <a:lnTo>
                    <a:pt x="343355" y="541359"/>
                  </a:lnTo>
                  <a:lnTo>
                    <a:pt x="340313" y="536683"/>
                  </a:lnTo>
                  <a:lnTo>
                    <a:pt x="336673" y="530889"/>
                  </a:lnTo>
                  <a:lnTo>
                    <a:pt x="332325" y="523980"/>
                  </a:lnTo>
                  <a:lnTo>
                    <a:pt x="332392" y="523507"/>
                  </a:lnTo>
                  <a:lnTo>
                    <a:pt x="332397" y="523476"/>
                  </a:lnTo>
                  <a:lnTo>
                    <a:pt x="332386" y="523298"/>
                  </a:lnTo>
                  <a:lnTo>
                    <a:pt x="332282" y="522841"/>
                  </a:lnTo>
                  <a:lnTo>
                    <a:pt x="332246" y="522570"/>
                  </a:lnTo>
                  <a:lnTo>
                    <a:pt x="332308" y="522250"/>
                  </a:lnTo>
                  <a:lnTo>
                    <a:pt x="332318" y="522196"/>
                  </a:lnTo>
                  <a:lnTo>
                    <a:pt x="332264" y="521961"/>
                  </a:lnTo>
                  <a:lnTo>
                    <a:pt x="332210" y="521731"/>
                  </a:lnTo>
                  <a:lnTo>
                    <a:pt x="332221" y="521660"/>
                  </a:lnTo>
                  <a:lnTo>
                    <a:pt x="332194" y="521520"/>
                  </a:lnTo>
                  <a:lnTo>
                    <a:pt x="332120" y="521413"/>
                  </a:lnTo>
                  <a:lnTo>
                    <a:pt x="332004" y="521348"/>
                  </a:lnTo>
                  <a:lnTo>
                    <a:pt x="331868" y="521226"/>
                  </a:lnTo>
                  <a:lnTo>
                    <a:pt x="331843" y="521092"/>
                  </a:lnTo>
                  <a:lnTo>
                    <a:pt x="331826" y="520903"/>
                  </a:lnTo>
                  <a:lnTo>
                    <a:pt x="331843" y="520654"/>
                  </a:lnTo>
                  <a:lnTo>
                    <a:pt x="331874" y="520529"/>
                  </a:lnTo>
                  <a:lnTo>
                    <a:pt x="331878" y="520525"/>
                  </a:lnTo>
                  <a:lnTo>
                    <a:pt x="331888" y="520515"/>
                  </a:lnTo>
                  <a:lnTo>
                    <a:pt x="331913" y="520318"/>
                  </a:lnTo>
                  <a:lnTo>
                    <a:pt x="331902" y="519989"/>
                  </a:lnTo>
                  <a:lnTo>
                    <a:pt x="331902" y="519823"/>
                  </a:lnTo>
                  <a:lnTo>
                    <a:pt x="331859" y="519607"/>
                  </a:lnTo>
                  <a:lnTo>
                    <a:pt x="331891" y="519563"/>
                  </a:lnTo>
                  <a:lnTo>
                    <a:pt x="331826" y="519402"/>
                  </a:lnTo>
                  <a:lnTo>
                    <a:pt x="331694" y="519164"/>
                  </a:lnTo>
                  <a:lnTo>
                    <a:pt x="331461" y="518980"/>
                  </a:lnTo>
                  <a:lnTo>
                    <a:pt x="331316" y="518849"/>
                  </a:lnTo>
                  <a:lnTo>
                    <a:pt x="331150" y="518660"/>
                  </a:lnTo>
                  <a:lnTo>
                    <a:pt x="331064" y="518499"/>
                  </a:lnTo>
                  <a:lnTo>
                    <a:pt x="330831" y="518092"/>
                  </a:lnTo>
                  <a:lnTo>
                    <a:pt x="330631" y="517858"/>
                  </a:lnTo>
                  <a:lnTo>
                    <a:pt x="330408" y="517693"/>
                  </a:lnTo>
                  <a:lnTo>
                    <a:pt x="330303" y="517498"/>
                  </a:lnTo>
                  <a:lnTo>
                    <a:pt x="330259" y="517313"/>
                  </a:lnTo>
                  <a:lnTo>
                    <a:pt x="330273" y="517129"/>
                  </a:lnTo>
                  <a:lnTo>
                    <a:pt x="330384" y="516899"/>
                  </a:lnTo>
                  <a:lnTo>
                    <a:pt x="330695" y="516676"/>
                  </a:lnTo>
                  <a:lnTo>
                    <a:pt x="330783" y="516542"/>
                  </a:lnTo>
                  <a:lnTo>
                    <a:pt x="330766" y="516415"/>
                  </a:lnTo>
                  <a:lnTo>
                    <a:pt x="330672" y="516323"/>
                  </a:lnTo>
                  <a:lnTo>
                    <a:pt x="330377" y="516170"/>
                  </a:lnTo>
                  <a:lnTo>
                    <a:pt x="330263" y="516016"/>
                  </a:lnTo>
                  <a:lnTo>
                    <a:pt x="330090" y="515874"/>
                  </a:lnTo>
                  <a:lnTo>
                    <a:pt x="329837" y="515736"/>
                  </a:lnTo>
                  <a:lnTo>
                    <a:pt x="329607" y="515563"/>
                  </a:lnTo>
                  <a:lnTo>
                    <a:pt x="329563" y="515459"/>
                  </a:lnTo>
                  <a:lnTo>
                    <a:pt x="329505" y="515248"/>
                  </a:lnTo>
                  <a:lnTo>
                    <a:pt x="329361" y="514749"/>
                  </a:lnTo>
                  <a:lnTo>
                    <a:pt x="329293" y="514199"/>
                  </a:lnTo>
                  <a:lnTo>
                    <a:pt x="329255" y="513980"/>
                  </a:lnTo>
                  <a:lnTo>
                    <a:pt x="329218" y="513664"/>
                  </a:lnTo>
                  <a:lnTo>
                    <a:pt x="329224" y="513193"/>
                  </a:lnTo>
                  <a:lnTo>
                    <a:pt x="329287" y="512456"/>
                  </a:lnTo>
                  <a:lnTo>
                    <a:pt x="329298" y="512333"/>
                  </a:lnTo>
                  <a:lnTo>
                    <a:pt x="329254" y="512064"/>
                  </a:lnTo>
                  <a:lnTo>
                    <a:pt x="329204" y="511738"/>
                  </a:lnTo>
                  <a:lnTo>
                    <a:pt x="329147" y="511373"/>
                  </a:lnTo>
                  <a:lnTo>
                    <a:pt x="328832" y="510480"/>
                  </a:lnTo>
                  <a:lnTo>
                    <a:pt x="328799" y="510344"/>
                  </a:lnTo>
                  <a:lnTo>
                    <a:pt x="328802" y="510325"/>
                  </a:lnTo>
                  <a:lnTo>
                    <a:pt x="328832" y="510231"/>
                  </a:lnTo>
                  <a:lnTo>
                    <a:pt x="328853" y="509936"/>
                  </a:lnTo>
                  <a:lnTo>
                    <a:pt x="328743" y="509588"/>
                  </a:lnTo>
                  <a:lnTo>
                    <a:pt x="328545" y="509420"/>
                  </a:lnTo>
                  <a:lnTo>
                    <a:pt x="328343" y="509248"/>
                  </a:lnTo>
                  <a:lnTo>
                    <a:pt x="327608" y="508802"/>
                  </a:lnTo>
                  <a:lnTo>
                    <a:pt x="326930" y="508437"/>
                  </a:lnTo>
                  <a:lnTo>
                    <a:pt x="326887" y="508386"/>
                  </a:lnTo>
                  <a:lnTo>
                    <a:pt x="326504" y="508185"/>
                  </a:lnTo>
                  <a:lnTo>
                    <a:pt x="326313" y="507959"/>
                  </a:lnTo>
                  <a:lnTo>
                    <a:pt x="326258" y="507748"/>
                  </a:lnTo>
                  <a:lnTo>
                    <a:pt x="326230" y="507489"/>
                  </a:lnTo>
                  <a:lnTo>
                    <a:pt x="326351" y="507246"/>
                  </a:lnTo>
                  <a:lnTo>
                    <a:pt x="326680" y="506816"/>
                  </a:lnTo>
                  <a:lnTo>
                    <a:pt x="326777" y="506543"/>
                  </a:lnTo>
                  <a:lnTo>
                    <a:pt x="326730" y="505503"/>
                  </a:lnTo>
                  <a:lnTo>
                    <a:pt x="326652" y="503487"/>
                  </a:lnTo>
                  <a:lnTo>
                    <a:pt x="326734" y="502564"/>
                  </a:lnTo>
                  <a:lnTo>
                    <a:pt x="326872" y="501678"/>
                  </a:lnTo>
                  <a:lnTo>
                    <a:pt x="326870" y="501660"/>
                  </a:lnTo>
                  <a:lnTo>
                    <a:pt x="326953" y="501171"/>
                  </a:lnTo>
                  <a:lnTo>
                    <a:pt x="327015" y="500468"/>
                  </a:lnTo>
                  <a:lnTo>
                    <a:pt x="327015" y="499768"/>
                  </a:lnTo>
                  <a:lnTo>
                    <a:pt x="326923" y="498881"/>
                  </a:lnTo>
                  <a:lnTo>
                    <a:pt x="326890" y="498389"/>
                  </a:lnTo>
                  <a:lnTo>
                    <a:pt x="326846" y="498312"/>
                  </a:lnTo>
                  <a:lnTo>
                    <a:pt x="326686" y="497947"/>
                  </a:lnTo>
                  <a:lnTo>
                    <a:pt x="326671" y="497876"/>
                  </a:lnTo>
                  <a:lnTo>
                    <a:pt x="326655" y="497836"/>
                  </a:lnTo>
                  <a:lnTo>
                    <a:pt x="326626" y="497766"/>
                  </a:lnTo>
                  <a:lnTo>
                    <a:pt x="326606" y="497704"/>
                  </a:lnTo>
                  <a:lnTo>
                    <a:pt x="326321" y="497318"/>
                  </a:lnTo>
                  <a:lnTo>
                    <a:pt x="326000" y="495495"/>
                  </a:lnTo>
                  <a:lnTo>
                    <a:pt x="325910" y="493935"/>
                  </a:lnTo>
                  <a:lnTo>
                    <a:pt x="325736" y="492579"/>
                  </a:lnTo>
                  <a:lnTo>
                    <a:pt x="325555" y="491568"/>
                  </a:lnTo>
                  <a:lnTo>
                    <a:pt x="325003" y="490052"/>
                  </a:lnTo>
                  <a:lnTo>
                    <a:pt x="324369" y="489069"/>
                  </a:lnTo>
                  <a:lnTo>
                    <a:pt x="324200" y="488462"/>
                  </a:lnTo>
                  <a:lnTo>
                    <a:pt x="324173" y="488163"/>
                  </a:lnTo>
                  <a:lnTo>
                    <a:pt x="324316" y="487826"/>
                  </a:lnTo>
                  <a:lnTo>
                    <a:pt x="324334" y="487799"/>
                  </a:lnTo>
                  <a:lnTo>
                    <a:pt x="324426" y="487702"/>
                  </a:lnTo>
                  <a:lnTo>
                    <a:pt x="324465" y="487670"/>
                  </a:lnTo>
                  <a:lnTo>
                    <a:pt x="324937" y="487135"/>
                  </a:lnTo>
                  <a:lnTo>
                    <a:pt x="325309" y="486359"/>
                  </a:lnTo>
                  <a:lnTo>
                    <a:pt x="325417" y="485323"/>
                  </a:lnTo>
                  <a:lnTo>
                    <a:pt x="325775" y="484479"/>
                  </a:lnTo>
                  <a:lnTo>
                    <a:pt x="326140" y="483758"/>
                  </a:lnTo>
                  <a:lnTo>
                    <a:pt x="326350" y="482975"/>
                  </a:lnTo>
                  <a:lnTo>
                    <a:pt x="326492" y="482061"/>
                  </a:lnTo>
                  <a:lnTo>
                    <a:pt x="326944" y="481229"/>
                  </a:lnTo>
                  <a:lnTo>
                    <a:pt x="326967" y="480820"/>
                  </a:lnTo>
                  <a:lnTo>
                    <a:pt x="326837" y="480468"/>
                  </a:lnTo>
                  <a:lnTo>
                    <a:pt x="326183" y="479733"/>
                  </a:lnTo>
                  <a:lnTo>
                    <a:pt x="325240" y="478586"/>
                  </a:lnTo>
                  <a:lnTo>
                    <a:pt x="324186" y="477253"/>
                  </a:lnTo>
                  <a:lnTo>
                    <a:pt x="324118" y="477208"/>
                  </a:lnTo>
                  <a:lnTo>
                    <a:pt x="323984" y="476973"/>
                  </a:lnTo>
                  <a:lnTo>
                    <a:pt x="323301" y="476420"/>
                  </a:lnTo>
                  <a:lnTo>
                    <a:pt x="322561" y="476036"/>
                  </a:lnTo>
                  <a:lnTo>
                    <a:pt x="322307" y="475944"/>
                  </a:lnTo>
                  <a:lnTo>
                    <a:pt x="321361" y="475593"/>
                  </a:lnTo>
                  <a:lnTo>
                    <a:pt x="320387" y="475245"/>
                  </a:lnTo>
                  <a:lnTo>
                    <a:pt x="319707" y="475127"/>
                  </a:lnTo>
                  <a:lnTo>
                    <a:pt x="319112" y="474984"/>
                  </a:lnTo>
                  <a:lnTo>
                    <a:pt x="318580" y="474610"/>
                  </a:lnTo>
                  <a:lnTo>
                    <a:pt x="318026" y="474252"/>
                  </a:lnTo>
                  <a:lnTo>
                    <a:pt x="317359" y="473536"/>
                  </a:lnTo>
                  <a:lnTo>
                    <a:pt x="317178" y="473281"/>
                  </a:lnTo>
                  <a:lnTo>
                    <a:pt x="317180" y="472865"/>
                  </a:lnTo>
                  <a:lnTo>
                    <a:pt x="317194" y="472650"/>
                  </a:lnTo>
                  <a:lnTo>
                    <a:pt x="317058" y="472320"/>
                  </a:lnTo>
                  <a:lnTo>
                    <a:pt x="316700" y="471886"/>
                  </a:lnTo>
                  <a:lnTo>
                    <a:pt x="316328" y="471483"/>
                  </a:lnTo>
                  <a:lnTo>
                    <a:pt x="316213" y="471138"/>
                  </a:lnTo>
                  <a:lnTo>
                    <a:pt x="316191" y="471035"/>
                  </a:lnTo>
                  <a:lnTo>
                    <a:pt x="316249" y="470896"/>
                  </a:lnTo>
                  <a:lnTo>
                    <a:pt x="316345" y="470675"/>
                  </a:lnTo>
                  <a:lnTo>
                    <a:pt x="316489" y="470153"/>
                  </a:lnTo>
                  <a:lnTo>
                    <a:pt x="316529" y="469943"/>
                  </a:lnTo>
                  <a:lnTo>
                    <a:pt x="316439" y="469707"/>
                  </a:lnTo>
                  <a:lnTo>
                    <a:pt x="316433" y="469702"/>
                  </a:lnTo>
                  <a:lnTo>
                    <a:pt x="316229" y="469286"/>
                  </a:lnTo>
                  <a:lnTo>
                    <a:pt x="315723" y="468643"/>
                  </a:lnTo>
                  <a:lnTo>
                    <a:pt x="315642" y="468531"/>
                  </a:lnTo>
                  <a:lnTo>
                    <a:pt x="315439" y="468475"/>
                  </a:lnTo>
                  <a:lnTo>
                    <a:pt x="315173" y="468475"/>
                  </a:lnTo>
                  <a:lnTo>
                    <a:pt x="315074" y="468659"/>
                  </a:lnTo>
                  <a:lnTo>
                    <a:pt x="315021" y="468843"/>
                  </a:lnTo>
                  <a:lnTo>
                    <a:pt x="314986" y="469013"/>
                  </a:lnTo>
                  <a:lnTo>
                    <a:pt x="314854" y="469404"/>
                  </a:lnTo>
                  <a:lnTo>
                    <a:pt x="314390" y="469707"/>
                  </a:lnTo>
                  <a:lnTo>
                    <a:pt x="313969" y="469942"/>
                  </a:lnTo>
                  <a:lnTo>
                    <a:pt x="313519" y="470136"/>
                  </a:lnTo>
                  <a:lnTo>
                    <a:pt x="312765" y="470144"/>
                  </a:lnTo>
                  <a:lnTo>
                    <a:pt x="312698" y="470120"/>
                  </a:lnTo>
                  <a:lnTo>
                    <a:pt x="312263" y="470031"/>
                  </a:lnTo>
                  <a:lnTo>
                    <a:pt x="310721" y="470201"/>
                  </a:lnTo>
                  <a:lnTo>
                    <a:pt x="309835" y="470647"/>
                  </a:lnTo>
                  <a:lnTo>
                    <a:pt x="308865" y="470825"/>
                  </a:lnTo>
                  <a:lnTo>
                    <a:pt x="308600" y="470866"/>
                  </a:lnTo>
                  <a:lnTo>
                    <a:pt x="308258" y="471174"/>
                  </a:lnTo>
                  <a:lnTo>
                    <a:pt x="307822" y="471287"/>
                  </a:lnTo>
                  <a:lnTo>
                    <a:pt x="307551" y="471166"/>
                  </a:lnTo>
                  <a:lnTo>
                    <a:pt x="307437" y="470923"/>
                  </a:lnTo>
                  <a:lnTo>
                    <a:pt x="307472" y="470736"/>
                  </a:lnTo>
                  <a:lnTo>
                    <a:pt x="307622" y="470323"/>
                  </a:lnTo>
                  <a:lnTo>
                    <a:pt x="307651" y="469974"/>
                  </a:lnTo>
                  <a:lnTo>
                    <a:pt x="307622" y="469914"/>
                  </a:lnTo>
                  <a:lnTo>
                    <a:pt x="307622" y="469772"/>
                  </a:lnTo>
                  <a:lnTo>
                    <a:pt x="307508" y="469512"/>
                  </a:lnTo>
                  <a:lnTo>
                    <a:pt x="306887" y="469091"/>
                  </a:lnTo>
                  <a:lnTo>
                    <a:pt x="306805" y="469050"/>
                  </a:lnTo>
                  <a:lnTo>
                    <a:pt x="306641" y="468930"/>
                  </a:lnTo>
                  <a:lnTo>
                    <a:pt x="305570" y="468323"/>
                  </a:lnTo>
                  <a:lnTo>
                    <a:pt x="305356" y="468071"/>
                  </a:lnTo>
                  <a:lnTo>
                    <a:pt x="305285" y="467796"/>
                  </a:lnTo>
                  <a:lnTo>
                    <a:pt x="305321" y="467512"/>
                  </a:lnTo>
                  <a:lnTo>
                    <a:pt x="305435" y="467269"/>
                  </a:lnTo>
                  <a:lnTo>
                    <a:pt x="305678" y="467082"/>
                  </a:lnTo>
                  <a:lnTo>
                    <a:pt x="306034" y="466912"/>
                  </a:lnTo>
                  <a:lnTo>
                    <a:pt x="306099" y="466702"/>
                  </a:lnTo>
                  <a:lnTo>
                    <a:pt x="305920" y="466572"/>
                  </a:lnTo>
                  <a:lnTo>
                    <a:pt x="305192" y="466313"/>
                  </a:lnTo>
                  <a:lnTo>
                    <a:pt x="304496" y="466061"/>
                  </a:lnTo>
                  <a:lnTo>
                    <a:pt x="304071" y="465834"/>
                  </a:lnTo>
                  <a:lnTo>
                    <a:pt x="303700" y="465721"/>
                  </a:lnTo>
                  <a:lnTo>
                    <a:pt x="302986" y="465786"/>
                  </a:lnTo>
                  <a:lnTo>
                    <a:pt x="302708" y="465786"/>
                  </a:lnTo>
                  <a:lnTo>
                    <a:pt x="302586" y="465697"/>
                  </a:lnTo>
                  <a:lnTo>
                    <a:pt x="302472" y="465559"/>
                  </a:lnTo>
                  <a:lnTo>
                    <a:pt x="302365" y="465389"/>
                  </a:lnTo>
                  <a:lnTo>
                    <a:pt x="302372" y="465218"/>
                  </a:lnTo>
                  <a:lnTo>
                    <a:pt x="302501" y="465002"/>
                  </a:lnTo>
                  <a:lnTo>
                    <a:pt x="302593" y="464886"/>
                  </a:lnTo>
                  <a:lnTo>
                    <a:pt x="302979" y="464651"/>
                  </a:lnTo>
                  <a:lnTo>
                    <a:pt x="303421" y="464375"/>
                  </a:lnTo>
                  <a:lnTo>
                    <a:pt x="304225" y="463912"/>
                  </a:lnTo>
                  <a:lnTo>
                    <a:pt x="304331" y="463883"/>
                  </a:lnTo>
                  <a:lnTo>
                    <a:pt x="304518" y="463859"/>
                  </a:lnTo>
                  <a:lnTo>
                    <a:pt x="304535" y="463861"/>
                  </a:lnTo>
                  <a:lnTo>
                    <a:pt x="304559" y="463861"/>
                  </a:lnTo>
                  <a:lnTo>
                    <a:pt x="304578" y="463858"/>
                  </a:lnTo>
                  <a:lnTo>
                    <a:pt x="304598" y="463853"/>
                  </a:lnTo>
                  <a:lnTo>
                    <a:pt x="304612" y="463848"/>
                  </a:lnTo>
                  <a:lnTo>
                    <a:pt x="304645" y="463835"/>
                  </a:lnTo>
                  <a:lnTo>
                    <a:pt x="304666" y="463825"/>
                  </a:lnTo>
                  <a:lnTo>
                    <a:pt x="304686" y="463815"/>
                  </a:lnTo>
                  <a:lnTo>
                    <a:pt x="304699" y="463807"/>
                  </a:lnTo>
                  <a:lnTo>
                    <a:pt x="304988" y="463599"/>
                  </a:lnTo>
                  <a:lnTo>
                    <a:pt x="305127" y="463006"/>
                  </a:lnTo>
                  <a:lnTo>
                    <a:pt x="305183" y="462758"/>
                  </a:lnTo>
                  <a:lnTo>
                    <a:pt x="305458" y="462407"/>
                  </a:lnTo>
                  <a:lnTo>
                    <a:pt x="306078" y="462111"/>
                  </a:lnTo>
                  <a:lnTo>
                    <a:pt x="306698" y="462111"/>
                  </a:lnTo>
                  <a:lnTo>
                    <a:pt x="306881" y="462031"/>
                  </a:lnTo>
                  <a:lnTo>
                    <a:pt x="307571" y="461503"/>
                  </a:lnTo>
                  <a:lnTo>
                    <a:pt x="307863" y="461107"/>
                  </a:lnTo>
                  <a:lnTo>
                    <a:pt x="308691" y="460792"/>
                  </a:lnTo>
                  <a:lnTo>
                    <a:pt x="309339" y="460392"/>
                  </a:lnTo>
                  <a:lnTo>
                    <a:pt x="309958" y="459880"/>
                  </a:lnTo>
                  <a:lnTo>
                    <a:pt x="310295" y="459388"/>
                  </a:lnTo>
                  <a:lnTo>
                    <a:pt x="310325" y="459288"/>
                  </a:lnTo>
                  <a:lnTo>
                    <a:pt x="310689" y="458590"/>
                  </a:lnTo>
                  <a:lnTo>
                    <a:pt x="311100" y="458279"/>
                  </a:lnTo>
                  <a:lnTo>
                    <a:pt x="311890" y="458012"/>
                  </a:lnTo>
                  <a:lnTo>
                    <a:pt x="312288" y="457564"/>
                  </a:lnTo>
                  <a:lnTo>
                    <a:pt x="312728" y="457334"/>
                  </a:lnTo>
                  <a:lnTo>
                    <a:pt x="313140" y="457411"/>
                  </a:lnTo>
                  <a:lnTo>
                    <a:pt x="313603" y="457619"/>
                  </a:lnTo>
                  <a:lnTo>
                    <a:pt x="313942" y="457839"/>
                  </a:lnTo>
                  <a:lnTo>
                    <a:pt x="314064" y="457843"/>
                  </a:lnTo>
                  <a:lnTo>
                    <a:pt x="314352" y="457655"/>
                  </a:lnTo>
                  <a:lnTo>
                    <a:pt x="314404" y="457197"/>
                  </a:lnTo>
                  <a:lnTo>
                    <a:pt x="314407" y="457124"/>
                  </a:lnTo>
                  <a:lnTo>
                    <a:pt x="314465" y="457012"/>
                  </a:lnTo>
                  <a:lnTo>
                    <a:pt x="314659" y="456915"/>
                  </a:lnTo>
                  <a:lnTo>
                    <a:pt x="315006" y="456945"/>
                  </a:lnTo>
                  <a:lnTo>
                    <a:pt x="315268" y="457084"/>
                  </a:lnTo>
                  <a:lnTo>
                    <a:pt x="315553" y="457288"/>
                  </a:lnTo>
                  <a:lnTo>
                    <a:pt x="316855" y="458494"/>
                  </a:lnTo>
                  <a:lnTo>
                    <a:pt x="317525" y="458666"/>
                  </a:lnTo>
                  <a:lnTo>
                    <a:pt x="318498" y="458559"/>
                  </a:lnTo>
                  <a:lnTo>
                    <a:pt x="319531" y="458296"/>
                  </a:lnTo>
                  <a:lnTo>
                    <a:pt x="320002" y="457883"/>
                  </a:lnTo>
                  <a:lnTo>
                    <a:pt x="320359" y="457202"/>
                  </a:lnTo>
                  <a:lnTo>
                    <a:pt x="321001" y="456813"/>
                  </a:lnTo>
                  <a:lnTo>
                    <a:pt x="321901" y="456464"/>
                  </a:lnTo>
                  <a:lnTo>
                    <a:pt x="322743" y="456335"/>
                  </a:lnTo>
                  <a:lnTo>
                    <a:pt x="323315" y="456440"/>
                  </a:lnTo>
                  <a:lnTo>
                    <a:pt x="323414" y="456651"/>
                  </a:lnTo>
                  <a:lnTo>
                    <a:pt x="323607" y="457178"/>
                  </a:lnTo>
                  <a:lnTo>
                    <a:pt x="323921" y="457599"/>
                  </a:lnTo>
                  <a:lnTo>
                    <a:pt x="324493" y="457866"/>
                  </a:lnTo>
                  <a:lnTo>
                    <a:pt x="325521" y="457883"/>
                  </a:lnTo>
                  <a:lnTo>
                    <a:pt x="326406" y="457680"/>
                  </a:lnTo>
                  <a:lnTo>
                    <a:pt x="326963" y="457169"/>
                  </a:lnTo>
                  <a:lnTo>
                    <a:pt x="327884" y="456554"/>
                  </a:lnTo>
                  <a:lnTo>
                    <a:pt x="328448" y="456126"/>
                  </a:lnTo>
                  <a:lnTo>
                    <a:pt x="328655" y="455824"/>
                  </a:lnTo>
                  <a:lnTo>
                    <a:pt x="328733" y="455054"/>
                  </a:lnTo>
                  <a:lnTo>
                    <a:pt x="328813" y="454752"/>
                  </a:lnTo>
                  <a:lnTo>
                    <a:pt x="329747" y="454073"/>
                  </a:lnTo>
                  <a:lnTo>
                    <a:pt x="330677" y="453372"/>
                  </a:lnTo>
                  <a:lnTo>
                    <a:pt x="330875" y="453320"/>
                  </a:lnTo>
                  <a:lnTo>
                    <a:pt x="331096" y="453320"/>
                  </a:lnTo>
                  <a:lnTo>
                    <a:pt x="331318" y="453474"/>
                  </a:lnTo>
                  <a:lnTo>
                    <a:pt x="331496" y="453709"/>
                  </a:lnTo>
                  <a:lnTo>
                    <a:pt x="331596" y="453903"/>
                  </a:lnTo>
                  <a:lnTo>
                    <a:pt x="331732" y="454057"/>
                  </a:lnTo>
                  <a:lnTo>
                    <a:pt x="332075" y="454227"/>
                  </a:lnTo>
                  <a:lnTo>
                    <a:pt x="332490" y="454289"/>
                  </a:lnTo>
                  <a:lnTo>
                    <a:pt x="333488" y="454106"/>
                  </a:lnTo>
                  <a:lnTo>
                    <a:pt x="333931" y="454082"/>
                  </a:lnTo>
                  <a:lnTo>
                    <a:pt x="334616" y="454195"/>
                  </a:lnTo>
                  <a:lnTo>
                    <a:pt x="335452" y="454560"/>
                  </a:lnTo>
                  <a:lnTo>
                    <a:pt x="335699" y="454585"/>
                  </a:lnTo>
                  <a:lnTo>
                    <a:pt x="336058" y="454487"/>
                  </a:lnTo>
                  <a:lnTo>
                    <a:pt x="336526" y="454380"/>
                  </a:lnTo>
                  <a:lnTo>
                    <a:pt x="337351" y="453928"/>
                  </a:lnTo>
                  <a:lnTo>
                    <a:pt x="338322" y="453668"/>
                  </a:lnTo>
                  <a:lnTo>
                    <a:pt x="340249" y="453077"/>
                  </a:lnTo>
                  <a:lnTo>
                    <a:pt x="340742" y="452906"/>
                  </a:lnTo>
                  <a:lnTo>
                    <a:pt x="341149" y="452627"/>
                  </a:lnTo>
                  <a:lnTo>
                    <a:pt x="341797" y="452171"/>
                  </a:lnTo>
                  <a:lnTo>
                    <a:pt x="341851" y="452142"/>
                  </a:lnTo>
                  <a:lnTo>
                    <a:pt x="342141" y="451852"/>
                  </a:lnTo>
                  <a:lnTo>
                    <a:pt x="342155" y="451621"/>
                  </a:lnTo>
                  <a:lnTo>
                    <a:pt x="342013" y="451430"/>
                  </a:lnTo>
                  <a:lnTo>
                    <a:pt x="341675" y="451245"/>
                  </a:lnTo>
                  <a:lnTo>
                    <a:pt x="341572" y="451118"/>
                  </a:lnTo>
                  <a:lnTo>
                    <a:pt x="341535" y="450913"/>
                  </a:lnTo>
                  <a:lnTo>
                    <a:pt x="341616" y="450756"/>
                  </a:lnTo>
                  <a:lnTo>
                    <a:pt x="341728" y="450695"/>
                  </a:lnTo>
                  <a:lnTo>
                    <a:pt x="341995" y="450640"/>
                  </a:lnTo>
                  <a:lnTo>
                    <a:pt x="342330" y="450716"/>
                  </a:lnTo>
                  <a:lnTo>
                    <a:pt x="342655" y="450984"/>
                  </a:lnTo>
                  <a:lnTo>
                    <a:pt x="342993" y="451231"/>
                  </a:lnTo>
                  <a:lnTo>
                    <a:pt x="343451" y="451654"/>
                  </a:lnTo>
                  <a:lnTo>
                    <a:pt x="344000" y="451854"/>
                  </a:lnTo>
                  <a:lnTo>
                    <a:pt x="344017" y="451854"/>
                  </a:lnTo>
                  <a:lnTo>
                    <a:pt x="344169" y="451928"/>
                  </a:lnTo>
                  <a:lnTo>
                    <a:pt x="344708" y="451952"/>
                  </a:lnTo>
                  <a:lnTo>
                    <a:pt x="345563" y="451918"/>
                  </a:lnTo>
                  <a:lnTo>
                    <a:pt x="346289" y="451998"/>
                  </a:lnTo>
                  <a:lnTo>
                    <a:pt x="347028" y="452222"/>
                  </a:lnTo>
                  <a:lnTo>
                    <a:pt x="347275" y="452454"/>
                  </a:lnTo>
                  <a:lnTo>
                    <a:pt x="347775" y="453117"/>
                  </a:lnTo>
                  <a:lnTo>
                    <a:pt x="347979" y="453309"/>
                  </a:lnTo>
                  <a:lnTo>
                    <a:pt x="348324" y="453357"/>
                  </a:lnTo>
                  <a:lnTo>
                    <a:pt x="349035" y="453325"/>
                  </a:lnTo>
                  <a:lnTo>
                    <a:pt x="349768" y="453325"/>
                  </a:lnTo>
                  <a:lnTo>
                    <a:pt x="350197" y="453253"/>
                  </a:lnTo>
                  <a:lnTo>
                    <a:pt x="350239" y="453236"/>
                  </a:lnTo>
                  <a:lnTo>
                    <a:pt x="350909" y="452670"/>
                  </a:lnTo>
                  <a:lnTo>
                    <a:pt x="351331" y="452270"/>
                  </a:lnTo>
                  <a:lnTo>
                    <a:pt x="351820" y="451703"/>
                  </a:lnTo>
                  <a:lnTo>
                    <a:pt x="352379" y="451442"/>
                  </a:lnTo>
                  <a:lnTo>
                    <a:pt x="353082" y="451253"/>
                  </a:lnTo>
                  <a:lnTo>
                    <a:pt x="353690" y="451202"/>
                  </a:lnTo>
                  <a:lnTo>
                    <a:pt x="354222" y="451509"/>
                  </a:lnTo>
                  <a:lnTo>
                    <a:pt x="354253" y="451522"/>
                  </a:lnTo>
                  <a:lnTo>
                    <a:pt x="354965" y="451480"/>
                  </a:lnTo>
                  <a:lnTo>
                    <a:pt x="356260" y="451236"/>
                  </a:lnTo>
                  <a:lnTo>
                    <a:pt x="357241" y="450859"/>
                  </a:lnTo>
                  <a:lnTo>
                    <a:pt x="357404" y="450812"/>
                  </a:lnTo>
                  <a:lnTo>
                    <a:pt x="357979" y="450712"/>
                  </a:lnTo>
                  <a:lnTo>
                    <a:pt x="358818" y="450367"/>
                  </a:lnTo>
                  <a:lnTo>
                    <a:pt x="359027" y="449791"/>
                  </a:lnTo>
                  <a:lnTo>
                    <a:pt x="359235" y="449594"/>
                  </a:lnTo>
                  <a:lnTo>
                    <a:pt x="359883" y="449331"/>
                  </a:lnTo>
                  <a:lnTo>
                    <a:pt x="360024" y="449190"/>
                  </a:lnTo>
                  <a:lnTo>
                    <a:pt x="360058" y="449068"/>
                  </a:lnTo>
                  <a:lnTo>
                    <a:pt x="360046" y="448723"/>
                  </a:lnTo>
                  <a:lnTo>
                    <a:pt x="360080" y="448518"/>
                  </a:lnTo>
                  <a:lnTo>
                    <a:pt x="360176" y="448384"/>
                  </a:lnTo>
                  <a:lnTo>
                    <a:pt x="360497" y="448320"/>
                  </a:lnTo>
                  <a:lnTo>
                    <a:pt x="360931" y="448320"/>
                  </a:lnTo>
                  <a:lnTo>
                    <a:pt x="361314" y="448365"/>
                  </a:lnTo>
                  <a:lnTo>
                    <a:pt x="361584" y="448461"/>
                  </a:lnTo>
                  <a:lnTo>
                    <a:pt x="361861" y="448640"/>
                  </a:lnTo>
                  <a:lnTo>
                    <a:pt x="362114" y="448806"/>
                  </a:lnTo>
                  <a:lnTo>
                    <a:pt x="362475" y="448940"/>
                  </a:lnTo>
                  <a:lnTo>
                    <a:pt x="362692" y="448965"/>
                  </a:lnTo>
                  <a:lnTo>
                    <a:pt x="362790" y="448953"/>
                  </a:lnTo>
                  <a:lnTo>
                    <a:pt x="362892" y="448902"/>
                  </a:lnTo>
                  <a:lnTo>
                    <a:pt x="362999" y="448768"/>
                  </a:lnTo>
                  <a:lnTo>
                    <a:pt x="363078" y="448518"/>
                  </a:lnTo>
                  <a:lnTo>
                    <a:pt x="363081" y="448471"/>
                  </a:lnTo>
                  <a:lnTo>
                    <a:pt x="363100" y="448134"/>
                  </a:lnTo>
                  <a:lnTo>
                    <a:pt x="363230" y="447917"/>
                  </a:lnTo>
                  <a:lnTo>
                    <a:pt x="363759" y="447719"/>
                  </a:lnTo>
                  <a:lnTo>
                    <a:pt x="364841" y="447501"/>
                  </a:lnTo>
                  <a:lnTo>
                    <a:pt x="365331" y="447501"/>
                  </a:lnTo>
                  <a:lnTo>
                    <a:pt x="365466" y="447437"/>
                  </a:lnTo>
                  <a:lnTo>
                    <a:pt x="365692" y="447143"/>
                  </a:lnTo>
                  <a:lnTo>
                    <a:pt x="365883" y="446970"/>
                  </a:lnTo>
                  <a:lnTo>
                    <a:pt x="366142" y="446964"/>
                  </a:lnTo>
                  <a:lnTo>
                    <a:pt x="366435" y="447054"/>
                  </a:lnTo>
                  <a:lnTo>
                    <a:pt x="366807" y="447194"/>
                  </a:lnTo>
                  <a:lnTo>
                    <a:pt x="367335" y="447453"/>
                  </a:lnTo>
                  <a:lnTo>
                    <a:pt x="368086" y="447514"/>
                  </a:lnTo>
                  <a:lnTo>
                    <a:pt x="368644" y="447207"/>
                  </a:lnTo>
                  <a:lnTo>
                    <a:pt x="369726" y="446593"/>
                  </a:lnTo>
                  <a:lnTo>
                    <a:pt x="370407" y="446261"/>
                  </a:lnTo>
                  <a:lnTo>
                    <a:pt x="371162" y="446062"/>
                  </a:lnTo>
                  <a:lnTo>
                    <a:pt x="371989" y="446062"/>
                  </a:lnTo>
                  <a:lnTo>
                    <a:pt x="372650" y="446344"/>
                  </a:lnTo>
                  <a:lnTo>
                    <a:pt x="372948" y="446369"/>
                  </a:lnTo>
                  <a:lnTo>
                    <a:pt x="373123" y="446216"/>
                  </a:lnTo>
                  <a:lnTo>
                    <a:pt x="373360" y="445794"/>
                  </a:lnTo>
                  <a:lnTo>
                    <a:pt x="373782" y="445493"/>
                  </a:lnTo>
                  <a:lnTo>
                    <a:pt x="374293" y="445243"/>
                  </a:lnTo>
                  <a:lnTo>
                    <a:pt x="374734" y="445167"/>
                  </a:lnTo>
                  <a:lnTo>
                    <a:pt x="375258" y="445064"/>
                  </a:lnTo>
                  <a:lnTo>
                    <a:pt x="375602" y="445064"/>
                  </a:lnTo>
                  <a:lnTo>
                    <a:pt x="375760" y="445186"/>
                  </a:lnTo>
                  <a:lnTo>
                    <a:pt x="375934" y="445467"/>
                  </a:lnTo>
                  <a:lnTo>
                    <a:pt x="375947" y="445504"/>
                  </a:lnTo>
                  <a:lnTo>
                    <a:pt x="376244" y="445915"/>
                  </a:lnTo>
                  <a:lnTo>
                    <a:pt x="376413" y="445947"/>
                  </a:lnTo>
                  <a:lnTo>
                    <a:pt x="376994" y="445985"/>
                  </a:lnTo>
                  <a:lnTo>
                    <a:pt x="377692" y="445704"/>
                  </a:lnTo>
                  <a:lnTo>
                    <a:pt x="378515" y="445212"/>
                  </a:lnTo>
                  <a:lnTo>
                    <a:pt x="378773" y="445065"/>
                  </a:lnTo>
                  <a:lnTo>
                    <a:pt x="379613" y="445148"/>
                  </a:lnTo>
                  <a:lnTo>
                    <a:pt x="379980" y="444892"/>
                  </a:lnTo>
                  <a:lnTo>
                    <a:pt x="380098" y="444591"/>
                  </a:lnTo>
                  <a:lnTo>
                    <a:pt x="380335" y="443779"/>
                  </a:lnTo>
                  <a:lnTo>
                    <a:pt x="380695" y="443657"/>
                  </a:lnTo>
                  <a:lnTo>
                    <a:pt x="382169" y="443526"/>
                  </a:lnTo>
                  <a:lnTo>
                    <a:pt x="382206" y="443086"/>
                  </a:lnTo>
                  <a:lnTo>
                    <a:pt x="382220" y="442913"/>
                  </a:lnTo>
                  <a:lnTo>
                    <a:pt x="382265" y="442599"/>
                  </a:lnTo>
                  <a:lnTo>
                    <a:pt x="382373" y="442284"/>
                  </a:lnTo>
                  <a:lnTo>
                    <a:pt x="382567" y="442132"/>
                  </a:lnTo>
                  <a:lnTo>
                    <a:pt x="383564" y="441729"/>
                  </a:lnTo>
                  <a:lnTo>
                    <a:pt x="384522" y="441211"/>
                  </a:lnTo>
                  <a:lnTo>
                    <a:pt x="385186" y="440923"/>
                  </a:lnTo>
                  <a:lnTo>
                    <a:pt x="385885" y="440948"/>
                  </a:lnTo>
                  <a:lnTo>
                    <a:pt x="386646" y="441127"/>
                  </a:lnTo>
                  <a:lnTo>
                    <a:pt x="386837" y="441127"/>
                  </a:lnTo>
                  <a:lnTo>
                    <a:pt x="387361" y="440846"/>
                  </a:lnTo>
                  <a:lnTo>
                    <a:pt x="387858" y="440522"/>
                  </a:lnTo>
                  <a:lnTo>
                    <a:pt x="388156" y="440405"/>
                  </a:lnTo>
                  <a:lnTo>
                    <a:pt x="388443" y="440469"/>
                  </a:lnTo>
                  <a:lnTo>
                    <a:pt x="388933" y="440667"/>
                  </a:lnTo>
                  <a:lnTo>
                    <a:pt x="389333" y="440712"/>
                  </a:lnTo>
                  <a:lnTo>
                    <a:pt x="389519" y="440712"/>
                  </a:lnTo>
                  <a:lnTo>
                    <a:pt x="389880" y="440315"/>
                  </a:lnTo>
                  <a:lnTo>
                    <a:pt x="390161" y="440146"/>
                  </a:lnTo>
                  <a:lnTo>
                    <a:pt x="390182" y="440147"/>
                  </a:lnTo>
                  <a:lnTo>
                    <a:pt x="390443" y="439963"/>
                  </a:lnTo>
                  <a:lnTo>
                    <a:pt x="390905" y="439893"/>
                  </a:lnTo>
                  <a:lnTo>
                    <a:pt x="391615" y="439816"/>
                  </a:lnTo>
                  <a:lnTo>
                    <a:pt x="391898" y="439489"/>
                  </a:lnTo>
                  <a:lnTo>
                    <a:pt x="392141" y="439525"/>
                  </a:lnTo>
                  <a:lnTo>
                    <a:pt x="392598" y="439932"/>
                  </a:lnTo>
                  <a:lnTo>
                    <a:pt x="392845" y="440377"/>
                  </a:lnTo>
                  <a:lnTo>
                    <a:pt x="392876" y="440407"/>
                  </a:lnTo>
                  <a:lnTo>
                    <a:pt x="392902" y="440433"/>
                  </a:lnTo>
                  <a:lnTo>
                    <a:pt x="393280" y="440843"/>
                  </a:lnTo>
                  <a:lnTo>
                    <a:pt x="393673" y="441164"/>
                  </a:lnTo>
                  <a:lnTo>
                    <a:pt x="394304" y="442078"/>
                  </a:lnTo>
                  <a:lnTo>
                    <a:pt x="394439" y="442769"/>
                  </a:lnTo>
                  <a:lnTo>
                    <a:pt x="394463" y="442816"/>
                  </a:lnTo>
                  <a:lnTo>
                    <a:pt x="395477" y="443953"/>
                  </a:lnTo>
                  <a:lnTo>
                    <a:pt x="395538" y="443986"/>
                  </a:lnTo>
                  <a:lnTo>
                    <a:pt x="395574" y="444011"/>
                  </a:lnTo>
                  <a:lnTo>
                    <a:pt x="395580" y="444016"/>
                  </a:lnTo>
                  <a:lnTo>
                    <a:pt x="395591" y="444032"/>
                  </a:lnTo>
                  <a:lnTo>
                    <a:pt x="395595" y="444061"/>
                  </a:lnTo>
                  <a:lnTo>
                    <a:pt x="395593" y="444083"/>
                  </a:lnTo>
                  <a:lnTo>
                    <a:pt x="396114" y="444579"/>
                  </a:lnTo>
                  <a:lnTo>
                    <a:pt x="396303" y="444766"/>
                  </a:lnTo>
                  <a:lnTo>
                    <a:pt x="396314" y="444770"/>
                  </a:lnTo>
                  <a:lnTo>
                    <a:pt x="396345" y="444780"/>
                  </a:lnTo>
                  <a:lnTo>
                    <a:pt x="396386" y="444787"/>
                  </a:lnTo>
                  <a:lnTo>
                    <a:pt x="396405" y="444788"/>
                  </a:lnTo>
                  <a:lnTo>
                    <a:pt x="396452" y="444798"/>
                  </a:lnTo>
                  <a:lnTo>
                    <a:pt x="396532" y="444814"/>
                  </a:lnTo>
                  <a:lnTo>
                    <a:pt x="396558" y="444821"/>
                  </a:lnTo>
                  <a:lnTo>
                    <a:pt x="396569" y="444825"/>
                  </a:lnTo>
                  <a:lnTo>
                    <a:pt x="396576" y="444829"/>
                  </a:lnTo>
                  <a:lnTo>
                    <a:pt x="396655" y="444909"/>
                  </a:lnTo>
                  <a:lnTo>
                    <a:pt x="396773" y="445027"/>
                  </a:lnTo>
                  <a:lnTo>
                    <a:pt x="396827" y="445082"/>
                  </a:lnTo>
                  <a:lnTo>
                    <a:pt x="396921" y="445191"/>
                  </a:lnTo>
                  <a:lnTo>
                    <a:pt x="397227" y="445462"/>
                  </a:lnTo>
                  <a:lnTo>
                    <a:pt x="397783" y="445965"/>
                  </a:lnTo>
                  <a:lnTo>
                    <a:pt x="398354" y="446773"/>
                  </a:lnTo>
                  <a:lnTo>
                    <a:pt x="398544" y="447276"/>
                  </a:lnTo>
                  <a:lnTo>
                    <a:pt x="398871" y="447738"/>
                  </a:lnTo>
                  <a:lnTo>
                    <a:pt x="398976" y="447703"/>
                  </a:lnTo>
                  <a:lnTo>
                    <a:pt x="399111" y="447629"/>
                  </a:lnTo>
                  <a:lnTo>
                    <a:pt x="399339" y="447574"/>
                  </a:lnTo>
                  <a:lnTo>
                    <a:pt x="400057" y="447430"/>
                  </a:lnTo>
                  <a:lnTo>
                    <a:pt x="400951" y="447382"/>
                  </a:lnTo>
                  <a:lnTo>
                    <a:pt x="401789" y="447342"/>
                  </a:lnTo>
                  <a:lnTo>
                    <a:pt x="401990" y="447383"/>
                  </a:lnTo>
                  <a:lnTo>
                    <a:pt x="402754" y="447206"/>
                  </a:lnTo>
                  <a:lnTo>
                    <a:pt x="403219" y="446919"/>
                  </a:lnTo>
                  <a:lnTo>
                    <a:pt x="403620" y="446927"/>
                  </a:lnTo>
                  <a:lnTo>
                    <a:pt x="403973" y="446871"/>
                  </a:lnTo>
                  <a:lnTo>
                    <a:pt x="404219" y="446703"/>
                  </a:lnTo>
                  <a:lnTo>
                    <a:pt x="404804" y="446463"/>
                  </a:lnTo>
                  <a:lnTo>
                    <a:pt x="405339" y="446511"/>
                  </a:lnTo>
                  <a:lnTo>
                    <a:pt x="406304" y="446687"/>
                  </a:lnTo>
                  <a:lnTo>
                    <a:pt x="406677" y="446751"/>
                  </a:lnTo>
                  <a:lnTo>
                    <a:pt x="406719" y="446847"/>
                  </a:lnTo>
                  <a:lnTo>
                    <a:pt x="406726" y="447182"/>
                  </a:lnTo>
                  <a:lnTo>
                    <a:pt x="406571" y="447622"/>
                  </a:lnTo>
                  <a:lnTo>
                    <a:pt x="406529" y="447878"/>
                  </a:lnTo>
                  <a:lnTo>
                    <a:pt x="406529" y="448070"/>
                  </a:lnTo>
                  <a:lnTo>
                    <a:pt x="406612" y="448266"/>
                  </a:lnTo>
                  <a:lnTo>
                    <a:pt x="406874" y="448518"/>
                  </a:lnTo>
                  <a:lnTo>
                    <a:pt x="407219" y="448765"/>
                  </a:lnTo>
                  <a:lnTo>
                    <a:pt x="407557" y="448893"/>
                  </a:lnTo>
                  <a:lnTo>
                    <a:pt x="407930" y="448901"/>
                  </a:lnTo>
                  <a:lnTo>
                    <a:pt x="408438" y="448709"/>
                  </a:lnTo>
                  <a:lnTo>
                    <a:pt x="408945" y="448382"/>
                  </a:lnTo>
                  <a:lnTo>
                    <a:pt x="409621" y="448198"/>
                  </a:lnTo>
                  <a:lnTo>
                    <a:pt x="410114" y="448150"/>
                  </a:lnTo>
                  <a:lnTo>
                    <a:pt x="410698" y="448150"/>
                  </a:lnTo>
                  <a:lnTo>
                    <a:pt x="411071" y="448054"/>
                  </a:lnTo>
                  <a:lnTo>
                    <a:pt x="411579" y="447838"/>
                  </a:lnTo>
                  <a:lnTo>
                    <a:pt x="412184" y="447606"/>
                  </a:lnTo>
                  <a:lnTo>
                    <a:pt x="413184" y="447470"/>
                  </a:lnTo>
                  <a:lnTo>
                    <a:pt x="414283" y="447350"/>
                  </a:lnTo>
                  <a:lnTo>
                    <a:pt x="414932" y="447202"/>
                  </a:lnTo>
                  <a:lnTo>
                    <a:pt x="415205" y="447170"/>
                  </a:lnTo>
                  <a:lnTo>
                    <a:pt x="415378" y="447150"/>
                  </a:lnTo>
                  <a:lnTo>
                    <a:pt x="415771" y="447078"/>
                  </a:lnTo>
                  <a:lnTo>
                    <a:pt x="416019" y="447089"/>
                  </a:lnTo>
                  <a:lnTo>
                    <a:pt x="416241" y="447089"/>
                  </a:lnTo>
                  <a:lnTo>
                    <a:pt x="419301" y="448792"/>
                  </a:lnTo>
                  <a:lnTo>
                    <a:pt x="421352" y="449363"/>
                  </a:lnTo>
                  <a:lnTo>
                    <a:pt x="425163" y="450622"/>
                  </a:lnTo>
                  <a:lnTo>
                    <a:pt x="428483" y="449485"/>
                  </a:lnTo>
                  <a:lnTo>
                    <a:pt x="430147" y="448243"/>
                  </a:lnTo>
                  <a:lnTo>
                    <a:pt x="430730" y="441578"/>
                  </a:lnTo>
                  <a:lnTo>
                    <a:pt x="429030" y="438873"/>
                  </a:lnTo>
                  <a:lnTo>
                    <a:pt x="428260" y="437386"/>
                  </a:lnTo>
                  <a:lnTo>
                    <a:pt x="423438" y="435444"/>
                  </a:lnTo>
                  <a:lnTo>
                    <a:pt x="415624" y="431261"/>
                  </a:lnTo>
                  <a:lnTo>
                    <a:pt x="415635" y="430503"/>
                  </a:lnTo>
                  <a:lnTo>
                    <a:pt x="414909" y="426985"/>
                  </a:lnTo>
                  <a:lnTo>
                    <a:pt x="415834" y="425580"/>
                  </a:lnTo>
                  <a:lnTo>
                    <a:pt x="415984" y="424783"/>
                  </a:lnTo>
                  <a:lnTo>
                    <a:pt x="416024" y="422596"/>
                  </a:lnTo>
                  <a:lnTo>
                    <a:pt x="416058" y="421690"/>
                  </a:lnTo>
                  <a:lnTo>
                    <a:pt x="416247" y="421161"/>
                  </a:lnTo>
                  <a:lnTo>
                    <a:pt x="417390" y="419841"/>
                  </a:lnTo>
                  <a:lnTo>
                    <a:pt x="417874" y="419253"/>
                  </a:lnTo>
                  <a:lnTo>
                    <a:pt x="418174" y="418966"/>
                  </a:lnTo>
                  <a:lnTo>
                    <a:pt x="418472" y="418106"/>
                  </a:lnTo>
                  <a:lnTo>
                    <a:pt x="418690" y="416502"/>
                  </a:lnTo>
                  <a:lnTo>
                    <a:pt x="418698" y="416390"/>
                  </a:lnTo>
                  <a:lnTo>
                    <a:pt x="418796" y="415896"/>
                  </a:lnTo>
                  <a:lnTo>
                    <a:pt x="418797" y="415874"/>
                  </a:lnTo>
                  <a:lnTo>
                    <a:pt x="418783" y="415136"/>
                  </a:lnTo>
                  <a:lnTo>
                    <a:pt x="418593" y="414468"/>
                  </a:lnTo>
                  <a:lnTo>
                    <a:pt x="418391" y="413888"/>
                  </a:lnTo>
                  <a:lnTo>
                    <a:pt x="418208" y="413493"/>
                  </a:lnTo>
                  <a:lnTo>
                    <a:pt x="418140" y="413163"/>
                  </a:lnTo>
                  <a:lnTo>
                    <a:pt x="418269" y="412611"/>
                  </a:lnTo>
                  <a:lnTo>
                    <a:pt x="418478" y="412273"/>
                  </a:lnTo>
                  <a:lnTo>
                    <a:pt x="418586" y="411644"/>
                  </a:lnTo>
                  <a:lnTo>
                    <a:pt x="418505" y="409894"/>
                  </a:lnTo>
                  <a:lnTo>
                    <a:pt x="418645" y="409626"/>
                  </a:lnTo>
                  <a:lnTo>
                    <a:pt x="420234" y="408584"/>
                  </a:lnTo>
                  <a:lnTo>
                    <a:pt x="421099" y="407985"/>
                  </a:lnTo>
                  <a:lnTo>
                    <a:pt x="421843" y="407909"/>
                  </a:lnTo>
                  <a:lnTo>
                    <a:pt x="422897" y="408166"/>
                  </a:lnTo>
                  <a:lnTo>
                    <a:pt x="424046" y="407687"/>
                  </a:lnTo>
                  <a:lnTo>
                    <a:pt x="426990" y="397843"/>
                  </a:lnTo>
                  <a:lnTo>
                    <a:pt x="431082" y="390761"/>
                  </a:lnTo>
                  <a:lnTo>
                    <a:pt x="436796" y="379964"/>
                  </a:lnTo>
                  <a:lnTo>
                    <a:pt x="439047" y="374260"/>
                  </a:lnTo>
                  <a:lnTo>
                    <a:pt x="439604" y="369990"/>
                  </a:lnTo>
                  <a:lnTo>
                    <a:pt x="441493" y="364867"/>
                  </a:lnTo>
                  <a:lnTo>
                    <a:pt x="443882" y="363588"/>
                  </a:lnTo>
                  <a:lnTo>
                    <a:pt x="443772" y="362235"/>
                  </a:lnTo>
                  <a:lnTo>
                    <a:pt x="446088" y="355756"/>
                  </a:lnTo>
                  <a:lnTo>
                    <a:pt x="446518" y="354357"/>
                  </a:lnTo>
                  <a:lnTo>
                    <a:pt x="446606" y="353075"/>
                  </a:lnTo>
                  <a:lnTo>
                    <a:pt x="446755" y="352193"/>
                  </a:lnTo>
                  <a:lnTo>
                    <a:pt x="446868" y="351970"/>
                  </a:lnTo>
                  <a:lnTo>
                    <a:pt x="446875" y="351825"/>
                  </a:lnTo>
                  <a:lnTo>
                    <a:pt x="446971" y="351767"/>
                  </a:lnTo>
                  <a:lnTo>
                    <a:pt x="447773" y="351015"/>
                  </a:lnTo>
                  <a:lnTo>
                    <a:pt x="448467" y="350283"/>
                  </a:lnTo>
                  <a:lnTo>
                    <a:pt x="449184" y="349377"/>
                  </a:lnTo>
                  <a:lnTo>
                    <a:pt x="449334" y="349174"/>
                  </a:lnTo>
                  <a:lnTo>
                    <a:pt x="449512" y="348561"/>
                  </a:lnTo>
                  <a:lnTo>
                    <a:pt x="449659" y="347877"/>
                  </a:lnTo>
                  <a:lnTo>
                    <a:pt x="450159" y="346824"/>
                  </a:lnTo>
                  <a:lnTo>
                    <a:pt x="450290" y="346570"/>
                  </a:lnTo>
                  <a:lnTo>
                    <a:pt x="450289" y="346005"/>
                  </a:lnTo>
                  <a:lnTo>
                    <a:pt x="450406" y="345888"/>
                  </a:lnTo>
                  <a:lnTo>
                    <a:pt x="450560" y="345586"/>
                  </a:lnTo>
                  <a:lnTo>
                    <a:pt x="450713" y="345053"/>
                  </a:lnTo>
                  <a:lnTo>
                    <a:pt x="450871" y="344337"/>
                  </a:lnTo>
                  <a:lnTo>
                    <a:pt x="451024" y="343662"/>
                  </a:lnTo>
                  <a:lnTo>
                    <a:pt x="451042" y="343150"/>
                  </a:lnTo>
                  <a:lnTo>
                    <a:pt x="451003" y="342920"/>
                  </a:lnTo>
                  <a:lnTo>
                    <a:pt x="450970" y="341871"/>
                  </a:lnTo>
                  <a:lnTo>
                    <a:pt x="450925" y="341236"/>
                  </a:lnTo>
                  <a:lnTo>
                    <a:pt x="450956" y="340945"/>
                  </a:lnTo>
                  <a:lnTo>
                    <a:pt x="451015" y="340781"/>
                  </a:lnTo>
                  <a:lnTo>
                    <a:pt x="451423" y="340810"/>
                  </a:lnTo>
                  <a:lnTo>
                    <a:pt x="451695" y="340858"/>
                  </a:lnTo>
                  <a:lnTo>
                    <a:pt x="452008" y="340913"/>
                  </a:lnTo>
                  <a:lnTo>
                    <a:pt x="452306" y="340806"/>
                  </a:lnTo>
                  <a:lnTo>
                    <a:pt x="452802" y="340642"/>
                  </a:lnTo>
                  <a:lnTo>
                    <a:pt x="453220" y="340462"/>
                  </a:lnTo>
                  <a:lnTo>
                    <a:pt x="454075" y="340503"/>
                  </a:lnTo>
                  <a:lnTo>
                    <a:pt x="454582" y="340695"/>
                  </a:lnTo>
                  <a:lnTo>
                    <a:pt x="455198" y="340549"/>
                  </a:lnTo>
                  <a:lnTo>
                    <a:pt x="455725" y="340341"/>
                  </a:lnTo>
                  <a:lnTo>
                    <a:pt x="456320" y="339981"/>
                  </a:lnTo>
                  <a:lnTo>
                    <a:pt x="456450" y="339922"/>
                  </a:lnTo>
                  <a:lnTo>
                    <a:pt x="456786" y="339958"/>
                  </a:lnTo>
                  <a:lnTo>
                    <a:pt x="457118" y="340104"/>
                  </a:lnTo>
                  <a:lnTo>
                    <a:pt x="457740" y="340633"/>
                  </a:lnTo>
                  <a:lnTo>
                    <a:pt x="458389" y="340909"/>
                  </a:lnTo>
                  <a:lnTo>
                    <a:pt x="459274" y="341094"/>
                  </a:lnTo>
                  <a:lnTo>
                    <a:pt x="459497" y="341247"/>
                  </a:lnTo>
                  <a:lnTo>
                    <a:pt x="459741" y="341669"/>
                  </a:lnTo>
                  <a:lnTo>
                    <a:pt x="459950" y="342176"/>
                  </a:lnTo>
                  <a:lnTo>
                    <a:pt x="460038" y="342398"/>
                  </a:lnTo>
                  <a:lnTo>
                    <a:pt x="460146" y="342490"/>
                  </a:lnTo>
                  <a:lnTo>
                    <a:pt x="460417" y="342575"/>
                  </a:lnTo>
                  <a:lnTo>
                    <a:pt x="460782" y="342606"/>
                  </a:lnTo>
                  <a:lnTo>
                    <a:pt x="461031" y="342729"/>
                  </a:lnTo>
                  <a:lnTo>
                    <a:pt x="461424" y="343158"/>
                  </a:lnTo>
                  <a:lnTo>
                    <a:pt x="461979" y="343319"/>
                  </a:lnTo>
                  <a:lnTo>
                    <a:pt x="463196" y="343197"/>
                  </a:lnTo>
                  <a:lnTo>
                    <a:pt x="463939" y="343020"/>
                  </a:lnTo>
                  <a:lnTo>
                    <a:pt x="464453" y="343097"/>
                  </a:lnTo>
                  <a:lnTo>
                    <a:pt x="464588" y="343191"/>
                  </a:lnTo>
                  <a:lnTo>
                    <a:pt x="464818" y="343388"/>
                  </a:lnTo>
                  <a:lnTo>
                    <a:pt x="465021" y="343511"/>
                  </a:lnTo>
                  <a:lnTo>
                    <a:pt x="465197" y="343542"/>
                  </a:lnTo>
                  <a:lnTo>
                    <a:pt x="465589" y="343542"/>
                  </a:lnTo>
                  <a:lnTo>
                    <a:pt x="466069" y="343312"/>
                  </a:lnTo>
                  <a:lnTo>
                    <a:pt x="466380" y="343212"/>
                  </a:lnTo>
                  <a:lnTo>
                    <a:pt x="466705" y="343158"/>
                  </a:lnTo>
                  <a:lnTo>
                    <a:pt x="467068" y="343157"/>
                  </a:lnTo>
                  <a:lnTo>
                    <a:pt x="467168" y="343464"/>
                  </a:lnTo>
                  <a:lnTo>
                    <a:pt x="467186" y="343722"/>
                  </a:lnTo>
                  <a:lnTo>
                    <a:pt x="467404" y="344002"/>
                  </a:lnTo>
                  <a:lnTo>
                    <a:pt x="467862" y="344298"/>
                  </a:lnTo>
                  <a:lnTo>
                    <a:pt x="468418" y="344745"/>
                  </a:lnTo>
                  <a:lnTo>
                    <a:pt x="468714" y="345233"/>
                  </a:lnTo>
                  <a:lnTo>
                    <a:pt x="469010" y="345657"/>
                  </a:lnTo>
                  <a:lnTo>
                    <a:pt x="469326" y="345993"/>
                  </a:lnTo>
                  <a:lnTo>
                    <a:pt x="469460" y="346201"/>
                  </a:lnTo>
                  <a:lnTo>
                    <a:pt x="469721" y="346280"/>
                  </a:lnTo>
                  <a:lnTo>
                    <a:pt x="470038" y="346223"/>
                  </a:lnTo>
                  <a:lnTo>
                    <a:pt x="470608" y="345915"/>
                  </a:lnTo>
                  <a:lnTo>
                    <a:pt x="471221" y="345595"/>
                  </a:lnTo>
                  <a:lnTo>
                    <a:pt x="471644" y="345595"/>
                  </a:lnTo>
                  <a:lnTo>
                    <a:pt x="471841" y="345835"/>
                  </a:lnTo>
                  <a:lnTo>
                    <a:pt x="471989" y="346035"/>
                  </a:lnTo>
                  <a:lnTo>
                    <a:pt x="472370" y="346243"/>
                  </a:lnTo>
                  <a:lnTo>
                    <a:pt x="472522" y="346409"/>
                  </a:lnTo>
                  <a:lnTo>
                    <a:pt x="472701" y="346716"/>
                  </a:lnTo>
                  <a:lnTo>
                    <a:pt x="472806" y="346819"/>
                  </a:lnTo>
                  <a:lnTo>
                    <a:pt x="472927" y="346878"/>
                  </a:lnTo>
                  <a:lnTo>
                    <a:pt x="473424" y="346804"/>
                  </a:lnTo>
                  <a:lnTo>
                    <a:pt x="473742" y="346854"/>
                  </a:lnTo>
                  <a:lnTo>
                    <a:pt x="473948" y="346961"/>
                  </a:lnTo>
                  <a:lnTo>
                    <a:pt x="474104" y="347099"/>
                  </a:lnTo>
                  <a:lnTo>
                    <a:pt x="474286" y="347346"/>
                  </a:lnTo>
                  <a:lnTo>
                    <a:pt x="474675" y="347702"/>
                  </a:lnTo>
                  <a:lnTo>
                    <a:pt x="474959" y="348009"/>
                  </a:lnTo>
                  <a:lnTo>
                    <a:pt x="475283" y="348224"/>
                  </a:lnTo>
                  <a:lnTo>
                    <a:pt x="475709" y="348324"/>
                  </a:lnTo>
                  <a:lnTo>
                    <a:pt x="476304" y="348308"/>
                  </a:lnTo>
                  <a:lnTo>
                    <a:pt x="476615" y="348324"/>
                  </a:lnTo>
                  <a:lnTo>
                    <a:pt x="476737" y="348454"/>
                  </a:lnTo>
                  <a:lnTo>
                    <a:pt x="476777" y="348686"/>
                  </a:lnTo>
                  <a:lnTo>
                    <a:pt x="476656" y="349106"/>
                  </a:lnTo>
                  <a:lnTo>
                    <a:pt x="476690" y="349298"/>
                  </a:lnTo>
                  <a:lnTo>
                    <a:pt x="476838" y="349413"/>
                  </a:lnTo>
                  <a:lnTo>
                    <a:pt x="477271" y="349475"/>
                  </a:lnTo>
                  <a:lnTo>
                    <a:pt x="477690" y="349459"/>
                  </a:lnTo>
                  <a:lnTo>
                    <a:pt x="478143" y="349559"/>
                  </a:lnTo>
                  <a:lnTo>
                    <a:pt x="478853" y="349989"/>
                  </a:lnTo>
                  <a:lnTo>
                    <a:pt x="479707" y="350196"/>
                  </a:lnTo>
                  <a:lnTo>
                    <a:pt x="480038" y="350252"/>
                  </a:lnTo>
                  <a:lnTo>
                    <a:pt x="480510" y="350331"/>
                  </a:lnTo>
                  <a:lnTo>
                    <a:pt x="481218" y="350398"/>
                  </a:lnTo>
                  <a:lnTo>
                    <a:pt x="482187" y="350674"/>
                  </a:lnTo>
                  <a:lnTo>
                    <a:pt x="482679" y="350838"/>
                  </a:lnTo>
                  <a:lnTo>
                    <a:pt x="482769" y="350987"/>
                  </a:lnTo>
                  <a:lnTo>
                    <a:pt x="482772" y="351226"/>
                  </a:lnTo>
                  <a:lnTo>
                    <a:pt x="482719" y="351652"/>
                  </a:lnTo>
                  <a:lnTo>
                    <a:pt x="482764" y="351800"/>
                  </a:lnTo>
                  <a:lnTo>
                    <a:pt x="482868" y="351908"/>
                  </a:lnTo>
                  <a:lnTo>
                    <a:pt x="483057" y="351882"/>
                  </a:lnTo>
                  <a:lnTo>
                    <a:pt x="483174" y="351841"/>
                  </a:lnTo>
                  <a:lnTo>
                    <a:pt x="483467" y="351682"/>
                  </a:lnTo>
                  <a:lnTo>
                    <a:pt x="483812" y="351436"/>
                  </a:lnTo>
                  <a:lnTo>
                    <a:pt x="484417" y="351241"/>
                  </a:lnTo>
                  <a:lnTo>
                    <a:pt x="484836" y="351169"/>
                  </a:lnTo>
                  <a:lnTo>
                    <a:pt x="485310" y="351167"/>
                  </a:lnTo>
                  <a:lnTo>
                    <a:pt x="485752" y="351231"/>
                  </a:lnTo>
                  <a:lnTo>
                    <a:pt x="486242" y="351320"/>
                  </a:lnTo>
                  <a:lnTo>
                    <a:pt x="486410" y="351347"/>
                  </a:lnTo>
                  <a:lnTo>
                    <a:pt x="486967" y="351683"/>
                  </a:lnTo>
                  <a:lnTo>
                    <a:pt x="487302" y="351886"/>
                  </a:lnTo>
                  <a:lnTo>
                    <a:pt x="488167" y="352078"/>
                  </a:lnTo>
                  <a:lnTo>
                    <a:pt x="488829" y="352266"/>
                  </a:lnTo>
                  <a:lnTo>
                    <a:pt x="489431" y="352641"/>
                  </a:lnTo>
                  <a:lnTo>
                    <a:pt x="489881" y="352847"/>
                  </a:lnTo>
                  <a:lnTo>
                    <a:pt x="490256" y="352946"/>
                  </a:lnTo>
                  <a:lnTo>
                    <a:pt x="490845" y="352946"/>
                  </a:lnTo>
                  <a:lnTo>
                    <a:pt x="491189" y="353042"/>
                  </a:lnTo>
                  <a:lnTo>
                    <a:pt x="491338" y="353165"/>
                  </a:lnTo>
                  <a:lnTo>
                    <a:pt x="491440" y="353422"/>
                  </a:lnTo>
                  <a:lnTo>
                    <a:pt x="491500" y="353545"/>
                  </a:lnTo>
                  <a:lnTo>
                    <a:pt x="491595" y="353587"/>
                  </a:lnTo>
                  <a:lnTo>
                    <a:pt x="491953" y="353610"/>
                  </a:lnTo>
                  <a:lnTo>
                    <a:pt x="492487" y="353480"/>
                  </a:lnTo>
                  <a:lnTo>
                    <a:pt x="492775" y="353530"/>
                  </a:lnTo>
                  <a:lnTo>
                    <a:pt x="492886" y="353691"/>
                  </a:lnTo>
                  <a:lnTo>
                    <a:pt x="493001" y="354078"/>
                  </a:lnTo>
                  <a:lnTo>
                    <a:pt x="493285" y="354412"/>
                  </a:lnTo>
                  <a:lnTo>
                    <a:pt x="493427" y="354422"/>
                  </a:lnTo>
                  <a:lnTo>
                    <a:pt x="493735" y="354343"/>
                  </a:lnTo>
                  <a:lnTo>
                    <a:pt x="494015" y="354040"/>
                  </a:lnTo>
                  <a:lnTo>
                    <a:pt x="494381" y="353577"/>
                  </a:lnTo>
                  <a:lnTo>
                    <a:pt x="494728" y="353407"/>
                  </a:lnTo>
                  <a:lnTo>
                    <a:pt x="495076" y="353380"/>
                  </a:lnTo>
                  <a:lnTo>
                    <a:pt x="495255" y="353399"/>
                  </a:lnTo>
                  <a:lnTo>
                    <a:pt x="495428" y="353491"/>
                  </a:lnTo>
                  <a:lnTo>
                    <a:pt x="495614" y="353553"/>
                  </a:lnTo>
                  <a:lnTo>
                    <a:pt x="495769" y="353606"/>
                  </a:lnTo>
                  <a:lnTo>
                    <a:pt x="495989" y="353602"/>
                  </a:lnTo>
                  <a:lnTo>
                    <a:pt x="496361" y="353426"/>
                  </a:lnTo>
                  <a:lnTo>
                    <a:pt x="496851" y="353166"/>
                  </a:lnTo>
                  <a:lnTo>
                    <a:pt x="497179" y="353205"/>
                  </a:lnTo>
                  <a:lnTo>
                    <a:pt x="497186" y="353209"/>
                  </a:lnTo>
                  <a:lnTo>
                    <a:pt x="497194" y="353213"/>
                  </a:lnTo>
                  <a:lnTo>
                    <a:pt x="497199" y="353216"/>
                  </a:lnTo>
                  <a:lnTo>
                    <a:pt x="497207" y="353221"/>
                  </a:lnTo>
                  <a:lnTo>
                    <a:pt x="497219" y="353224"/>
                  </a:lnTo>
                  <a:lnTo>
                    <a:pt x="497224" y="353225"/>
                  </a:lnTo>
                  <a:lnTo>
                    <a:pt x="497239" y="353226"/>
                  </a:lnTo>
                  <a:lnTo>
                    <a:pt x="497245" y="353226"/>
                  </a:lnTo>
                  <a:lnTo>
                    <a:pt x="497268" y="353228"/>
                  </a:lnTo>
                  <a:lnTo>
                    <a:pt x="497282" y="353230"/>
                  </a:lnTo>
                  <a:lnTo>
                    <a:pt x="497292" y="353234"/>
                  </a:lnTo>
                  <a:lnTo>
                    <a:pt x="497303" y="353239"/>
                  </a:lnTo>
                  <a:lnTo>
                    <a:pt x="497312" y="353245"/>
                  </a:lnTo>
                  <a:lnTo>
                    <a:pt x="497321" y="353250"/>
                  </a:lnTo>
                  <a:lnTo>
                    <a:pt x="497338" y="353258"/>
                  </a:lnTo>
                  <a:lnTo>
                    <a:pt x="497348" y="353260"/>
                  </a:lnTo>
                  <a:lnTo>
                    <a:pt x="497361" y="353264"/>
                  </a:lnTo>
                  <a:lnTo>
                    <a:pt x="497377" y="353268"/>
                  </a:lnTo>
                  <a:lnTo>
                    <a:pt x="497390" y="353271"/>
                  </a:lnTo>
                  <a:lnTo>
                    <a:pt x="497396" y="353272"/>
                  </a:lnTo>
                  <a:lnTo>
                    <a:pt x="497408" y="353276"/>
                  </a:lnTo>
                  <a:lnTo>
                    <a:pt x="497416" y="353280"/>
                  </a:lnTo>
                  <a:lnTo>
                    <a:pt x="497424" y="353286"/>
                  </a:lnTo>
                  <a:lnTo>
                    <a:pt x="497457" y="353309"/>
                  </a:lnTo>
                  <a:lnTo>
                    <a:pt x="497518" y="353354"/>
                  </a:lnTo>
                  <a:lnTo>
                    <a:pt x="497562" y="353391"/>
                  </a:lnTo>
                  <a:lnTo>
                    <a:pt x="497577" y="353403"/>
                  </a:lnTo>
                  <a:lnTo>
                    <a:pt x="497591" y="353422"/>
                  </a:lnTo>
                  <a:lnTo>
                    <a:pt x="498537" y="353811"/>
                  </a:lnTo>
                  <a:lnTo>
                    <a:pt x="499923" y="354348"/>
                  </a:lnTo>
                  <a:lnTo>
                    <a:pt x="501606" y="354509"/>
                  </a:lnTo>
                  <a:lnTo>
                    <a:pt x="503323" y="354256"/>
                  </a:lnTo>
                  <a:lnTo>
                    <a:pt x="504358" y="353811"/>
                  </a:lnTo>
                  <a:lnTo>
                    <a:pt x="505358" y="353189"/>
                  </a:lnTo>
                  <a:lnTo>
                    <a:pt x="506312" y="352522"/>
                  </a:lnTo>
                  <a:lnTo>
                    <a:pt x="506819" y="352529"/>
                  </a:lnTo>
                  <a:lnTo>
                    <a:pt x="507468" y="352637"/>
                  </a:lnTo>
                  <a:lnTo>
                    <a:pt x="508374" y="352652"/>
                  </a:lnTo>
                  <a:lnTo>
                    <a:pt x="508685" y="352852"/>
                  </a:lnTo>
                  <a:lnTo>
                    <a:pt x="508941" y="352898"/>
                  </a:lnTo>
                  <a:lnTo>
                    <a:pt x="509618" y="352583"/>
                  </a:lnTo>
                  <a:lnTo>
                    <a:pt x="509929" y="352629"/>
                  </a:lnTo>
                  <a:lnTo>
                    <a:pt x="510382" y="352759"/>
                  </a:lnTo>
                  <a:lnTo>
                    <a:pt x="510909" y="352959"/>
                  </a:lnTo>
                  <a:lnTo>
                    <a:pt x="511558" y="352928"/>
                  </a:lnTo>
                  <a:lnTo>
                    <a:pt x="512180" y="352752"/>
                  </a:lnTo>
                  <a:lnTo>
                    <a:pt x="512782" y="352445"/>
                  </a:lnTo>
                  <a:lnTo>
                    <a:pt x="513106" y="352460"/>
                  </a:lnTo>
                  <a:lnTo>
                    <a:pt x="513471" y="352829"/>
                  </a:lnTo>
                  <a:lnTo>
                    <a:pt x="513611" y="352910"/>
                  </a:lnTo>
                  <a:lnTo>
                    <a:pt x="513830" y="352951"/>
                  </a:lnTo>
                  <a:lnTo>
                    <a:pt x="513954" y="352956"/>
                  </a:lnTo>
                  <a:lnTo>
                    <a:pt x="514120" y="352944"/>
                  </a:lnTo>
                  <a:lnTo>
                    <a:pt x="515013" y="352951"/>
                  </a:lnTo>
                  <a:lnTo>
                    <a:pt x="515696" y="352729"/>
                  </a:lnTo>
                  <a:lnTo>
                    <a:pt x="516892" y="352406"/>
                  </a:lnTo>
                  <a:lnTo>
                    <a:pt x="517507" y="352314"/>
                  </a:lnTo>
                  <a:lnTo>
                    <a:pt x="518089" y="352322"/>
                  </a:lnTo>
                  <a:lnTo>
                    <a:pt x="518393" y="352452"/>
                  </a:lnTo>
                  <a:lnTo>
                    <a:pt x="518528" y="352629"/>
                  </a:lnTo>
                  <a:lnTo>
                    <a:pt x="518812" y="352967"/>
                  </a:lnTo>
                  <a:lnTo>
                    <a:pt x="518893" y="353007"/>
                  </a:lnTo>
                  <a:lnTo>
                    <a:pt x="518905" y="353023"/>
                  </a:lnTo>
                  <a:lnTo>
                    <a:pt x="519349" y="353199"/>
                  </a:lnTo>
                  <a:lnTo>
                    <a:pt x="520011" y="353487"/>
                  </a:lnTo>
                  <a:lnTo>
                    <a:pt x="520863" y="353982"/>
                  </a:lnTo>
                  <a:lnTo>
                    <a:pt x="521243" y="354182"/>
                  </a:lnTo>
                  <a:lnTo>
                    <a:pt x="521377" y="354206"/>
                  </a:lnTo>
                  <a:lnTo>
                    <a:pt x="522229" y="353735"/>
                  </a:lnTo>
                  <a:lnTo>
                    <a:pt x="523173" y="353295"/>
                  </a:lnTo>
                  <a:lnTo>
                    <a:pt x="523934" y="353071"/>
                  </a:lnTo>
                  <a:lnTo>
                    <a:pt x="524965" y="352851"/>
                  </a:lnTo>
                  <a:lnTo>
                    <a:pt x="525971" y="352872"/>
                  </a:lnTo>
                  <a:lnTo>
                    <a:pt x="526957" y="352984"/>
                  </a:lnTo>
                  <a:lnTo>
                    <a:pt x="527309" y="352984"/>
                  </a:lnTo>
                  <a:lnTo>
                    <a:pt x="527935" y="352728"/>
                  </a:lnTo>
                  <a:lnTo>
                    <a:pt x="528217" y="352656"/>
                  </a:lnTo>
                  <a:lnTo>
                    <a:pt x="528421" y="352744"/>
                  </a:lnTo>
                  <a:lnTo>
                    <a:pt x="528626" y="352936"/>
                  </a:lnTo>
                  <a:lnTo>
                    <a:pt x="528774" y="352920"/>
                  </a:lnTo>
                  <a:lnTo>
                    <a:pt x="529182" y="352488"/>
                  </a:lnTo>
                  <a:lnTo>
                    <a:pt x="529597" y="352296"/>
                  </a:lnTo>
                  <a:lnTo>
                    <a:pt x="531274" y="352232"/>
                  </a:lnTo>
                  <a:lnTo>
                    <a:pt x="532569" y="352264"/>
                  </a:lnTo>
                  <a:lnTo>
                    <a:pt x="532774" y="352384"/>
                  </a:lnTo>
                  <a:lnTo>
                    <a:pt x="533246" y="353031"/>
                  </a:lnTo>
                  <a:lnTo>
                    <a:pt x="533809" y="353719"/>
                  </a:lnTo>
                  <a:lnTo>
                    <a:pt x="534717" y="354167"/>
                  </a:lnTo>
                  <a:lnTo>
                    <a:pt x="535685" y="354415"/>
                  </a:lnTo>
                  <a:lnTo>
                    <a:pt x="536797" y="354810"/>
                  </a:lnTo>
                  <a:lnTo>
                    <a:pt x="536847" y="354854"/>
                  </a:lnTo>
                  <a:lnTo>
                    <a:pt x="537239" y="355022"/>
                  </a:lnTo>
                  <a:lnTo>
                    <a:pt x="537288" y="355118"/>
                  </a:lnTo>
                  <a:lnTo>
                    <a:pt x="537415" y="355670"/>
                  </a:lnTo>
                  <a:lnTo>
                    <a:pt x="537619" y="356149"/>
                  </a:lnTo>
                  <a:lnTo>
                    <a:pt x="538098" y="356741"/>
                  </a:lnTo>
                  <a:lnTo>
                    <a:pt x="539844" y="358268"/>
                  </a:lnTo>
                  <a:lnTo>
                    <a:pt x="540302" y="358628"/>
                  </a:lnTo>
                  <a:lnTo>
                    <a:pt x="540753" y="359563"/>
                  </a:lnTo>
                  <a:lnTo>
                    <a:pt x="541175" y="360067"/>
                  </a:lnTo>
                  <a:lnTo>
                    <a:pt x="541565" y="359995"/>
                  </a:lnTo>
                  <a:lnTo>
                    <a:pt x="541942" y="360067"/>
                  </a:lnTo>
                  <a:lnTo>
                    <a:pt x="542052" y="360054"/>
                  </a:lnTo>
                  <a:lnTo>
                    <a:pt x="542723" y="359485"/>
                  </a:lnTo>
                  <a:lnTo>
                    <a:pt x="543209" y="359104"/>
                  </a:lnTo>
                  <a:lnTo>
                    <a:pt x="543316" y="358942"/>
                  </a:lnTo>
                  <a:lnTo>
                    <a:pt x="543244" y="358220"/>
                  </a:lnTo>
                  <a:lnTo>
                    <a:pt x="543223" y="357880"/>
                  </a:lnTo>
                  <a:lnTo>
                    <a:pt x="543666" y="357256"/>
                  </a:lnTo>
                  <a:lnTo>
                    <a:pt x="544051" y="356956"/>
                  </a:lnTo>
                  <a:lnTo>
                    <a:pt x="544631" y="356738"/>
                  </a:lnTo>
                  <a:lnTo>
                    <a:pt x="544993" y="356559"/>
                  </a:lnTo>
                  <a:lnTo>
                    <a:pt x="545893" y="356543"/>
                  </a:lnTo>
                  <a:lnTo>
                    <a:pt x="546636" y="356502"/>
                  </a:lnTo>
                  <a:lnTo>
                    <a:pt x="547521" y="356429"/>
                  </a:lnTo>
                  <a:lnTo>
                    <a:pt x="547935" y="356308"/>
                  </a:lnTo>
                  <a:lnTo>
                    <a:pt x="548292" y="355805"/>
                  </a:lnTo>
                  <a:lnTo>
                    <a:pt x="548466" y="355511"/>
                  </a:lnTo>
                  <a:lnTo>
                    <a:pt x="548749" y="354855"/>
                  </a:lnTo>
                  <a:lnTo>
                    <a:pt x="549707" y="354175"/>
                  </a:lnTo>
                  <a:lnTo>
                    <a:pt x="550580" y="353552"/>
                  </a:lnTo>
                  <a:lnTo>
                    <a:pt x="551024" y="353280"/>
                  </a:lnTo>
                  <a:lnTo>
                    <a:pt x="551778" y="353112"/>
                  </a:lnTo>
                  <a:lnTo>
                    <a:pt x="552489" y="352928"/>
                  </a:lnTo>
                  <a:lnTo>
                    <a:pt x="552940" y="352352"/>
                  </a:lnTo>
                  <a:lnTo>
                    <a:pt x="553526" y="351368"/>
                  </a:lnTo>
                  <a:lnTo>
                    <a:pt x="553598" y="351193"/>
                  </a:lnTo>
                  <a:lnTo>
                    <a:pt x="554091" y="350333"/>
                  </a:lnTo>
                  <a:lnTo>
                    <a:pt x="554511" y="349949"/>
                  </a:lnTo>
                  <a:lnTo>
                    <a:pt x="554713" y="349834"/>
                  </a:lnTo>
                  <a:lnTo>
                    <a:pt x="555697" y="349695"/>
                  </a:lnTo>
                  <a:lnTo>
                    <a:pt x="556742" y="349796"/>
                  </a:lnTo>
                  <a:lnTo>
                    <a:pt x="557059" y="349765"/>
                  </a:lnTo>
                  <a:lnTo>
                    <a:pt x="557192" y="349703"/>
                  </a:lnTo>
                  <a:lnTo>
                    <a:pt x="557276" y="349542"/>
                  </a:lnTo>
                  <a:lnTo>
                    <a:pt x="557316" y="349105"/>
                  </a:lnTo>
                  <a:lnTo>
                    <a:pt x="557465" y="349051"/>
                  </a:lnTo>
                  <a:lnTo>
                    <a:pt x="557769" y="349051"/>
                  </a:lnTo>
                  <a:lnTo>
                    <a:pt x="558432" y="349420"/>
                  </a:lnTo>
                  <a:lnTo>
                    <a:pt x="558959" y="349757"/>
                  </a:lnTo>
                  <a:lnTo>
                    <a:pt x="559487" y="350126"/>
                  </a:lnTo>
                  <a:lnTo>
                    <a:pt x="559838" y="350325"/>
                  </a:lnTo>
                  <a:lnTo>
                    <a:pt x="560068" y="350287"/>
                  </a:lnTo>
                  <a:lnTo>
                    <a:pt x="560575" y="350156"/>
                  </a:lnTo>
                  <a:lnTo>
                    <a:pt x="561177" y="349919"/>
                  </a:lnTo>
                  <a:lnTo>
                    <a:pt x="561396" y="349884"/>
                  </a:lnTo>
                  <a:lnTo>
                    <a:pt x="561448" y="349882"/>
                  </a:lnTo>
                  <a:lnTo>
                    <a:pt x="561518" y="349879"/>
                  </a:lnTo>
                  <a:lnTo>
                    <a:pt x="561552" y="349878"/>
                  </a:lnTo>
                  <a:lnTo>
                    <a:pt x="561633" y="349870"/>
                  </a:lnTo>
                  <a:lnTo>
                    <a:pt x="561662" y="349865"/>
                  </a:lnTo>
                  <a:lnTo>
                    <a:pt x="561695" y="349862"/>
                  </a:lnTo>
                  <a:lnTo>
                    <a:pt x="561735" y="349859"/>
                  </a:lnTo>
                  <a:lnTo>
                    <a:pt x="561771" y="349863"/>
                  </a:lnTo>
                  <a:lnTo>
                    <a:pt x="561805" y="349863"/>
                  </a:lnTo>
                  <a:lnTo>
                    <a:pt x="561847" y="349870"/>
                  </a:lnTo>
                  <a:lnTo>
                    <a:pt x="561854" y="349871"/>
                  </a:lnTo>
                  <a:lnTo>
                    <a:pt x="561900" y="349881"/>
                  </a:lnTo>
                  <a:lnTo>
                    <a:pt x="561951" y="349897"/>
                  </a:lnTo>
                  <a:lnTo>
                    <a:pt x="561988" y="349910"/>
                  </a:lnTo>
                  <a:lnTo>
                    <a:pt x="562028" y="349923"/>
                  </a:lnTo>
                  <a:lnTo>
                    <a:pt x="562045" y="349930"/>
                  </a:lnTo>
                  <a:lnTo>
                    <a:pt x="562072" y="349944"/>
                  </a:lnTo>
                  <a:lnTo>
                    <a:pt x="562082" y="349951"/>
                  </a:lnTo>
                  <a:lnTo>
                    <a:pt x="562529" y="350072"/>
                  </a:lnTo>
                  <a:lnTo>
                    <a:pt x="562968" y="349942"/>
                  </a:lnTo>
                  <a:lnTo>
                    <a:pt x="563658" y="349704"/>
                  </a:lnTo>
                  <a:lnTo>
                    <a:pt x="564665" y="349443"/>
                  </a:lnTo>
                  <a:lnTo>
                    <a:pt x="565510" y="349381"/>
                  </a:lnTo>
                  <a:lnTo>
                    <a:pt x="566099" y="349376"/>
                  </a:lnTo>
                  <a:lnTo>
                    <a:pt x="566105" y="349373"/>
                  </a:lnTo>
                  <a:lnTo>
                    <a:pt x="566342" y="349389"/>
                  </a:lnTo>
                  <a:lnTo>
                    <a:pt x="567207" y="349642"/>
                  </a:lnTo>
                  <a:lnTo>
                    <a:pt x="568161" y="349673"/>
                  </a:lnTo>
                  <a:lnTo>
                    <a:pt x="569107" y="349719"/>
                  </a:lnTo>
                  <a:lnTo>
                    <a:pt x="569968" y="349718"/>
                  </a:lnTo>
                  <a:lnTo>
                    <a:pt x="570151" y="349471"/>
                  </a:lnTo>
                  <a:lnTo>
                    <a:pt x="570101" y="349261"/>
                  </a:lnTo>
                  <a:lnTo>
                    <a:pt x="570015" y="348005"/>
                  </a:lnTo>
                  <a:lnTo>
                    <a:pt x="570077" y="347943"/>
                  </a:lnTo>
                  <a:lnTo>
                    <a:pt x="570139" y="347511"/>
                  </a:lnTo>
                  <a:lnTo>
                    <a:pt x="570538" y="346474"/>
                  </a:lnTo>
                  <a:lnTo>
                    <a:pt x="571275" y="345692"/>
                  </a:lnTo>
                  <a:lnTo>
                    <a:pt x="571788" y="345305"/>
                  </a:lnTo>
                  <a:lnTo>
                    <a:pt x="572188" y="344840"/>
                  </a:lnTo>
                  <a:lnTo>
                    <a:pt x="573594" y="343427"/>
                  </a:lnTo>
                  <a:lnTo>
                    <a:pt x="574939" y="342061"/>
                  </a:lnTo>
                  <a:lnTo>
                    <a:pt x="575655" y="341142"/>
                  </a:lnTo>
                  <a:lnTo>
                    <a:pt x="576034" y="340902"/>
                  </a:lnTo>
                  <a:lnTo>
                    <a:pt x="576839" y="340204"/>
                  </a:lnTo>
                  <a:lnTo>
                    <a:pt x="577103" y="339851"/>
                  </a:lnTo>
                  <a:lnTo>
                    <a:pt x="577211" y="339513"/>
                  </a:lnTo>
                  <a:lnTo>
                    <a:pt x="577103" y="338907"/>
                  </a:lnTo>
                  <a:lnTo>
                    <a:pt x="577109" y="338546"/>
                  </a:lnTo>
                  <a:lnTo>
                    <a:pt x="577272" y="338132"/>
                  </a:lnTo>
                  <a:lnTo>
                    <a:pt x="577390" y="337910"/>
                  </a:lnTo>
                  <a:lnTo>
                    <a:pt x="577414" y="337828"/>
                  </a:lnTo>
                  <a:lnTo>
                    <a:pt x="577523" y="337555"/>
                  </a:lnTo>
                  <a:lnTo>
                    <a:pt x="577514" y="337205"/>
                  </a:lnTo>
                  <a:lnTo>
                    <a:pt x="577514" y="337017"/>
                  </a:lnTo>
                  <a:lnTo>
                    <a:pt x="577354" y="336645"/>
                  </a:lnTo>
                  <a:lnTo>
                    <a:pt x="576895" y="336198"/>
                  </a:lnTo>
                  <a:lnTo>
                    <a:pt x="576437" y="335776"/>
                  </a:lnTo>
                  <a:lnTo>
                    <a:pt x="576427" y="335759"/>
                  </a:lnTo>
                  <a:lnTo>
                    <a:pt x="576413" y="335746"/>
                  </a:lnTo>
                  <a:lnTo>
                    <a:pt x="576403" y="335730"/>
                  </a:lnTo>
                  <a:lnTo>
                    <a:pt x="576396" y="335715"/>
                  </a:lnTo>
                  <a:lnTo>
                    <a:pt x="576265" y="335519"/>
                  </a:lnTo>
                  <a:lnTo>
                    <a:pt x="576268" y="335390"/>
                  </a:lnTo>
                  <a:lnTo>
                    <a:pt x="576338" y="335212"/>
                  </a:lnTo>
                  <a:lnTo>
                    <a:pt x="576449" y="334927"/>
                  </a:lnTo>
                  <a:lnTo>
                    <a:pt x="576652" y="334617"/>
                  </a:lnTo>
                  <a:lnTo>
                    <a:pt x="576891" y="334267"/>
                  </a:lnTo>
                  <a:lnTo>
                    <a:pt x="576965" y="333974"/>
                  </a:lnTo>
                  <a:lnTo>
                    <a:pt x="577008" y="333556"/>
                  </a:lnTo>
                  <a:lnTo>
                    <a:pt x="577165" y="333133"/>
                  </a:lnTo>
                  <a:lnTo>
                    <a:pt x="577433" y="332853"/>
                  </a:lnTo>
                  <a:lnTo>
                    <a:pt x="577493" y="332781"/>
                  </a:lnTo>
                  <a:lnTo>
                    <a:pt x="577641" y="332540"/>
                  </a:lnTo>
                  <a:lnTo>
                    <a:pt x="577684" y="332132"/>
                  </a:lnTo>
                  <a:lnTo>
                    <a:pt x="577595" y="331567"/>
                  </a:lnTo>
                  <a:lnTo>
                    <a:pt x="577484" y="331291"/>
                  </a:lnTo>
                  <a:lnTo>
                    <a:pt x="577114" y="330456"/>
                  </a:lnTo>
                  <a:lnTo>
                    <a:pt x="577122" y="329734"/>
                  </a:lnTo>
                  <a:lnTo>
                    <a:pt x="577033" y="329163"/>
                  </a:lnTo>
                  <a:lnTo>
                    <a:pt x="576897" y="328951"/>
                  </a:lnTo>
                  <a:lnTo>
                    <a:pt x="576489" y="328651"/>
                  </a:lnTo>
                  <a:lnTo>
                    <a:pt x="576475" y="328649"/>
                  </a:lnTo>
                  <a:lnTo>
                    <a:pt x="576289" y="328488"/>
                  </a:lnTo>
                  <a:lnTo>
                    <a:pt x="575367" y="327954"/>
                  </a:lnTo>
                  <a:lnTo>
                    <a:pt x="574913" y="327478"/>
                  </a:lnTo>
                  <a:lnTo>
                    <a:pt x="574623" y="326913"/>
                  </a:lnTo>
                  <a:lnTo>
                    <a:pt x="574539" y="326486"/>
                  </a:lnTo>
                  <a:lnTo>
                    <a:pt x="574445" y="326250"/>
                  </a:lnTo>
                  <a:lnTo>
                    <a:pt x="574083" y="325909"/>
                  </a:lnTo>
                  <a:lnTo>
                    <a:pt x="573918" y="325830"/>
                  </a:lnTo>
                  <a:lnTo>
                    <a:pt x="573639" y="325650"/>
                  </a:lnTo>
                  <a:lnTo>
                    <a:pt x="573625" y="325442"/>
                  </a:lnTo>
                  <a:lnTo>
                    <a:pt x="573560" y="325333"/>
                  </a:lnTo>
                  <a:lnTo>
                    <a:pt x="573597" y="324685"/>
                  </a:lnTo>
                  <a:lnTo>
                    <a:pt x="573782" y="323649"/>
                  </a:lnTo>
                  <a:lnTo>
                    <a:pt x="573712" y="323468"/>
                  </a:lnTo>
                  <a:lnTo>
                    <a:pt x="573580" y="322223"/>
                  </a:lnTo>
                  <a:lnTo>
                    <a:pt x="573408" y="320765"/>
                  </a:lnTo>
                  <a:lnTo>
                    <a:pt x="573239" y="319736"/>
                  </a:lnTo>
                  <a:lnTo>
                    <a:pt x="573080" y="318558"/>
                  </a:lnTo>
                  <a:lnTo>
                    <a:pt x="571662" y="308047"/>
                  </a:lnTo>
                  <a:lnTo>
                    <a:pt x="570839" y="301856"/>
                  </a:lnTo>
                  <a:lnTo>
                    <a:pt x="570760" y="301567"/>
                  </a:lnTo>
                  <a:lnTo>
                    <a:pt x="570684" y="300766"/>
                  </a:lnTo>
                  <a:lnTo>
                    <a:pt x="570571" y="300039"/>
                  </a:lnTo>
                  <a:lnTo>
                    <a:pt x="570437" y="299897"/>
                  </a:lnTo>
                  <a:lnTo>
                    <a:pt x="570432" y="299891"/>
                  </a:lnTo>
                  <a:lnTo>
                    <a:pt x="570409" y="299861"/>
                  </a:lnTo>
                  <a:lnTo>
                    <a:pt x="570353" y="299789"/>
                  </a:lnTo>
                  <a:lnTo>
                    <a:pt x="570292" y="299685"/>
                  </a:lnTo>
                  <a:lnTo>
                    <a:pt x="570220" y="299555"/>
                  </a:lnTo>
                  <a:lnTo>
                    <a:pt x="570153" y="299416"/>
                  </a:lnTo>
                  <a:lnTo>
                    <a:pt x="570108" y="299322"/>
                  </a:lnTo>
                  <a:lnTo>
                    <a:pt x="570096" y="299184"/>
                  </a:lnTo>
                  <a:lnTo>
                    <a:pt x="570099" y="299140"/>
                  </a:lnTo>
                  <a:lnTo>
                    <a:pt x="570263" y="298946"/>
                  </a:lnTo>
                  <a:lnTo>
                    <a:pt x="570239" y="298828"/>
                  </a:lnTo>
                  <a:lnTo>
                    <a:pt x="570274" y="298616"/>
                  </a:lnTo>
                  <a:lnTo>
                    <a:pt x="570226" y="298169"/>
                  </a:lnTo>
                  <a:lnTo>
                    <a:pt x="570076" y="297823"/>
                  </a:lnTo>
                  <a:lnTo>
                    <a:pt x="570023" y="297789"/>
                  </a:lnTo>
                  <a:lnTo>
                    <a:pt x="569932" y="297756"/>
                  </a:lnTo>
                  <a:lnTo>
                    <a:pt x="569774" y="297700"/>
                  </a:lnTo>
                  <a:lnTo>
                    <a:pt x="569720" y="297667"/>
                  </a:lnTo>
                  <a:lnTo>
                    <a:pt x="569653" y="297626"/>
                  </a:lnTo>
                  <a:lnTo>
                    <a:pt x="569634" y="297626"/>
                  </a:lnTo>
                  <a:lnTo>
                    <a:pt x="569618" y="297624"/>
                  </a:lnTo>
                  <a:lnTo>
                    <a:pt x="569472" y="297678"/>
                  </a:lnTo>
                  <a:lnTo>
                    <a:pt x="569471" y="297672"/>
                  </a:lnTo>
                  <a:lnTo>
                    <a:pt x="569469" y="297661"/>
                  </a:lnTo>
                  <a:lnTo>
                    <a:pt x="569467" y="297647"/>
                  </a:lnTo>
                  <a:lnTo>
                    <a:pt x="569479" y="297557"/>
                  </a:lnTo>
                  <a:lnTo>
                    <a:pt x="569619" y="297395"/>
                  </a:lnTo>
                  <a:lnTo>
                    <a:pt x="569738" y="297047"/>
                  </a:lnTo>
                  <a:lnTo>
                    <a:pt x="569782" y="296830"/>
                  </a:lnTo>
                  <a:lnTo>
                    <a:pt x="569827" y="296561"/>
                  </a:lnTo>
                  <a:lnTo>
                    <a:pt x="569894" y="296433"/>
                  </a:lnTo>
                  <a:lnTo>
                    <a:pt x="570024" y="296292"/>
                  </a:lnTo>
                  <a:lnTo>
                    <a:pt x="570148" y="296158"/>
                  </a:lnTo>
                  <a:lnTo>
                    <a:pt x="570204" y="296049"/>
                  </a:lnTo>
                  <a:lnTo>
                    <a:pt x="570277" y="295883"/>
                  </a:lnTo>
                  <a:lnTo>
                    <a:pt x="570266" y="295704"/>
                  </a:lnTo>
                  <a:lnTo>
                    <a:pt x="570198" y="295403"/>
                  </a:lnTo>
                  <a:lnTo>
                    <a:pt x="570153" y="295199"/>
                  </a:lnTo>
                  <a:lnTo>
                    <a:pt x="570142" y="295033"/>
                  </a:lnTo>
                  <a:lnTo>
                    <a:pt x="570159" y="294834"/>
                  </a:lnTo>
                  <a:lnTo>
                    <a:pt x="570163" y="294830"/>
                  </a:lnTo>
                  <a:lnTo>
                    <a:pt x="570366" y="294751"/>
                  </a:lnTo>
                  <a:lnTo>
                    <a:pt x="570458" y="294751"/>
                  </a:lnTo>
                  <a:lnTo>
                    <a:pt x="570565" y="294751"/>
                  </a:lnTo>
                  <a:lnTo>
                    <a:pt x="570590" y="294665"/>
                  </a:lnTo>
                  <a:lnTo>
                    <a:pt x="570553" y="294598"/>
                  </a:lnTo>
                  <a:lnTo>
                    <a:pt x="570396" y="294457"/>
                  </a:lnTo>
                  <a:lnTo>
                    <a:pt x="570272" y="294380"/>
                  </a:lnTo>
                  <a:lnTo>
                    <a:pt x="570272" y="294195"/>
                  </a:lnTo>
                  <a:lnTo>
                    <a:pt x="570401" y="294080"/>
                  </a:lnTo>
                  <a:lnTo>
                    <a:pt x="570514" y="293939"/>
                  </a:lnTo>
                  <a:lnTo>
                    <a:pt x="570553" y="293728"/>
                  </a:lnTo>
                  <a:lnTo>
                    <a:pt x="570553" y="293504"/>
                  </a:lnTo>
                  <a:lnTo>
                    <a:pt x="570553" y="293312"/>
                  </a:lnTo>
                  <a:lnTo>
                    <a:pt x="570672" y="293210"/>
                  </a:lnTo>
                  <a:lnTo>
                    <a:pt x="570868" y="293078"/>
                  </a:lnTo>
                  <a:lnTo>
                    <a:pt x="570848" y="292980"/>
                  </a:lnTo>
                  <a:lnTo>
                    <a:pt x="570829" y="292960"/>
                  </a:lnTo>
                  <a:lnTo>
                    <a:pt x="570649" y="292852"/>
                  </a:lnTo>
                  <a:lnTo>
                    <a:pt x="570548" y="292692"/>
                  </a:lnTo>
                  <a:lnTo>
                    <a:pt x="570559" y="292602"/>
                  </a:lnTo>
                  <a:lnTo>
                    <a:pt x="570627" y="292506"/>
                  </a:lnTo>
                  <a:lnTo>
                    <a:pt x="570734" y="292372"/>
                  </a:lnTo>
                  <a:lnTo>
                    <a:pt x="570767" y="292199"/>
                  </a:lnTo>
                  <a:lnTo>
                    <a:pt x="570841" y="292084"/>
                  </a:lnTo>
                  <a:lnTo>
                    <a:pt x="571027" y="292001"/>
                  </a:lnTo>
                  <a:lnTo>
                    <a:pt x="571156" y="291937"/>
                  </a:lnTo>
                  <a:lnTo>
                    <a:pt x="571269" y="291822"/>
                  </a:lnTo>
                  <a:lnTo>
                    <a:pt x="571337" y="291713"/>
                  </a:lnTo>
                  <a:lnTo>
                    <a:pt x="571342" y="291566"/>
                  </a:lnTo>
                  <a:lnTo>
                    <a:pt x="571246" y="291451"/>
                  </a:lnTo>
                  <a:lnTo>
                    <a:pt x="571201" y="291349"/>
                  </a:lnTo>
                  <a:lnTo>
                    <a:pt x="571314" y="290715"/>
                  </a:lnTo>
                  <a:lnTo>
                    <a:pt x="571505" y="290490"/>
                  </a:lnTo>
                  <a:lnTo>
                    <a:pt x="571618" y="290439"/>
                  </a:lnTo>
                  <a:lnTo>
                    <a:pt x="571724" y="290391"/>
                  </a:lnTo>
                  <a:lnTo>
                    <a:pt x="571803" y="290240"/>
                  </a:lnTo>
                  <a:lnTo>
                    <a:pt x="571871" y="290150"/>
                  </a:lnTo>
                  <a:lnTo>
                    <a:pt x="571880" y="290138"/>
                  </a:lnTo>
                  <a:lnTo>
                    <a:pt x="572068" y="289941"/>
                  </a:lnTo>
                  <a:lnTo>
                    <a:pt x="572073" y="289932"/>
                  </a:lnTo>
                  <a:lnTo>
                    <a:pt x="572080" y="289918"/>
                  </a:lnTo>
                  <a:lnTo>
                    <a:pt x="572101" y="289852"/>
                  </a:lnTo>
                  <a:lnTo>
                    <a:pt x="572153" y="289756"/>
                  </a:lnTo>
                  <a:lnTo>
                    <a:pt x="572156" y="289750"/>
                  </a:lnTo>
                  <a:lnTo>
                    <a:pt x="572168" y="289703"/>
                  </a:lnTo>
                  <a:lnTo>
                    <a:pt x="572160" y="289649"/>
                  </a:lnTo>
                  <a:lnTo>
                    <a:pt x="572144" y="289640"/>
                  </a:lnTo>
                  <a:lnTo>
                    <a:pt x="572193" y="289372"/>
                  </a:lnTo>
                  <a:lnTo>
                    <a:pt x="572491" y="289001"/>
                  </a:lnTo>
                  <a:lnTo>
                    <a:pt x="572503" y="288777"/>
                  </a:lnTo>
                  <a:lnTo>
                    <a:pt x="572520" y="288726"/>
                  </a:lnTo>
                  <a:lnTo>
                    <a:pt x="572548" y="288490"/>
                  </a:lnTo>
                  <a:lnTo>
                    <a:pt x="572559" y="288285"/>
                  </a:lnTo>
                  <a:lnTo>
                    <a:pt x="572660" y="288195"/>
                  </a:lnTo>
                  <a:lnTo>
                    <a:pt x="572863" y="288119"/>
                  </a:lnTo>
                  <a:lnTo>
                    <a:pt x="573207" y="287997"/>
                  </a:lnTo>
                  <a:lnTo>
                    <a:pt x="573500" y="287741"/>
                  </a:lnTo>
                  <a:lnTo>
                    <a:pt x="573725" y="287741"/>
                  </a:lnTo>
                  <a:lnTo>
                    <a:pt x="573821" y="287805"/>
                  </a:lnTo>
                  <a:lnTo>
                    <a:pt x="573939" y="287850"/>
                  </a:lnTo>
                  <a:lnTo>
                    <a:pt x="574075" y="287850"/>
                  </a:lnTo>
                  <a:lnTo>
                    <a:pt x="574159" y="287792"/>
                  </a:lnTo>
                  <a:lnTo>
                    <a:pt x="574266" y="287588"/>
                  </a:lnTo>
                  <a:lnTo>
                    <a:pt x="574266" y="287383"/>
                  </a:lnTo>
                  <a:lnTo>
                    <a:pt x="574244" y="287237"/>
                  </a:lnTo>
                  <a:lnTo>
                    <a:pt x="574297" y="287129"/>
                  </a:lnTo>
                  <a:lnTo>
                    <a:pt x="574418" y="286936"/>
                  </a:lnTo>
                  <a:lnTo>
                    <a:pt x="574661" y="286693"/>
                  </a:lnTo>
                  <a:lnTo>
                    <a:pt x="574785" y="286379"/>
                  </a:lnTo>
                  <a:lnTo>
                    <a:pt x="575037" y="286252"/>
                  </a:lnTo>
                  <a:lnTo>
                    <a:pt x="575207" y="286059"/>
                  </a:lnTo>
                  <a:lnTo>
                    <a:pt x="575382" y="285906"/>
                  </a:lnTo>
                  <a:lnTo>
                    <a:pt x="575647" y="285791"/>
                  </a:lnTo>
                  <a:lnTo>
                    <a:pt x="575839" y="285743"/>
                  </a:lnTo>
                  <a:lnTo>
                    <a:pt x="575848" y="285684"/>
                  </a:lnTo>
                  <a:lnTo>
                    <a:pt x="575850" y="285672"/>
                  </a:lnTo>
                  <a:lnTo>
                    <a:pt x="575885" y="285636"/>
                  </a:lnTo>
                  <a:lnTo>
                    <a:pt x="575901" y="285617"/>
                  </a:lnTo>
                  <a:lnTo>
                    <a:pt x="575909" y="285601"/>
                  </a:lnTo>
                  <a:lnTo>
                    <a:pt x="575915" y="285587"/>
                  </a:lnTo>
                  <a:lnTo>
                    <a:pt x="576142" y="285407"/>
                  </a:lnTo>
                  <a:lnTo>
                    <a:pt x="576182" y="285234"/>
                  </a:lnTo>
                  <a:lnTo>
                    <a:pt x="576204" y="285036"/>
                  </a:lnTo>
                  <a:lnTo>
                    <a:pt x="576300" y="284870"/>
                  </a:lnTo>
                  <a:lnTo>
                    <a:pt x="576587" y="284601"/>
                  </a:lnTo>
                  <a:lnTo>
                    <a:pt x="576644" y="284288"/>
                  </a:lnTo>
                  <a:lnTo>
                    <a:pt x="577061" y="283942"/>
                  </a:lnTo>
                  <a:lnTo>
                    <a:pt x="577030" y="283655"/>
                  </a:lnTo>
                  <a:lnTo>
                    <a:pt x="576971" y="283514"/>
                  </a:lnTo>
                  <a:lnTo>
                    <a:pt x="577004" y="283367"/>
                  </a:lnTo>
                  <a:lnTo>
                    <a:pt x="577083" y="283251"/>
                  </a:lnTo>
                  <a:lnTo>
                    <a:pt x="577134" y="283066"/>
                  </a:lnTo>
                  <a:lnTo>
                    <a:pt x="577128" y="282925"/>
                  </a:lnTo>
                  <a:lnTo>
                    <a:pt x="577140" y="282759"/>
                  </a:lnTo>
                  <a:lnTo>
                    <a:pt x="577171" y="282707"/>
                  </a:lnTo>
                  <a:lnTo>
                    <a:pt x="577382" y="282625"/>
                  </a:lnTo>
                  <a:lnTo>
                    <a:pt x="577489" y="282605"/>
                  </a:lnTo>
                  <a:lnTo>
                    <a:pt x="577523" y="282465"/>
                  </a:lnTo>
                  <a:lnTo>
                    <a:pt x="577489" y="282382"/>
                  </a:lnTo>
                  <a:lnTo>
                    <a:pt x="577416" y="282254"/>
                  </a:lnTo>
                  <a:lnTo>
                    <a:pt x="577433" y="282049"/>
                  </a:lnTo>
                  <a:lnTo>
                    <a:pt x="577555" y="281809"/>
                  </a:lnTo>
                  <a:lnTo>
                    <a:pt x="577517" y="281595"/>
                  </a:lnTo>
                  <a:lnTo>
                    <a:pt x="577461" y="281458"/>
                  </a:lnTo>
                  <a:lnTo>
                    <a:pt x="577461" y="281302"/>
                  </a:lnTo>
                  <a:lnTo>
                    <a:pt x="577551" y="281019"/>
                  </a:lnTo>
                  <a:lnTo>
                    <a:pt x="578092" y="280297"/>
                  </a:lnTo>
                  <a:lnTo>
                    <a:pt x="578413" y="279842"/>
                  </a:lnTo>
                  <a:lnTo>
                    <a:pt x="578432" y="279554"/>
                  </a:lnTo>
                  <a:lnTo>
                    <a:pt x="578471" y="279468"/>
                  </a:lnTo>
                  <a:lnTo>
                    <a:pt x="578522" y="279388"/>
                  </a:lnTo>
                  <a:lnTo>
                    <a:pt x="578527" y="279379"/>
                  </a:lnTo>
                  <a:lnTo>
                    <a:pt x="578531" y="279363"/>
                  </a:lnTo>
                  <a:lnTo>
                    <a:pt x="578534" y="279351"/>
                  </a:lnTo>
                  <a:lnTo>
                    <a:pt x="578536" y="279341"/>
                  </a:lnTo>
                  <a:lnTo>
                    <a:pt x="578542" y="279323"/>
                  </a:lnTo>
                  <a:lnTo>
                    <a:pt x="578551" y="279315"/>
                  </a:lnTo>
                  <a:lnTo>
                    <a:pt x="578564" y="279309"/>
                  </a:lnTo>
                  <a:lnTo>
                    <a:pt x="578582" y="279305"/>
                  </a:lnTo>
                  <a:lnTo>
                    <a:pt x="578601" y="279301"/>
                  </a:lnTo>
                  <a:lnTo>
                    <a:pt x="578609" y="279300"/>
                  </a:lnTo>
                  <a:lnTo>
                    <a:pt x="578618" y="279299"/>
                  </a:lnTo>
                  <a:lnTo>
                    <a:pt x="578635" y="279299"/>
                  </a:lnTo>
                  <a:lnTo>
                    <a:pt x="578645" y="279299"/>
                  </a:lnTo>
                  <a:lnTo>
                    <a:pt x="579240" y="278801"/>
                  </a:lnTo>
                  <a:lnTo>
                    <a:pt x="579889" y="278193"/>
                  </a:lnTo>
                  <a:lnTo>
                    <a:pt x="580196" y="277892"/>
                  </a:lnTo>
                  <a:lnTo>
                    <a:pt x="580210" y="277753"/>
                  </a:lnTo>
                  <a:lnTo>
                    <a:pt x="580207" y="277742"/>
                  </a:lnTo>
                  <a:lnTo>
                    <a:pt x="580184" y="277700"/>
                  </a:lnTo>
                  <a:lnTo>
                    <a:pt x="580167" y="277669"/>
                  </a:lnTo>
                  <a:lnTo>
                    <a:pt x="580179" y="277665"/>
                  </a:lnTo>
                  <a:lnTo>
                    <a:pt x="580185" y="277663"/>
                  </a:lnTo>
                  <a:lnTo>
                    <a:pt x="580214" y="277639"/>
                  </a:lnTo>
                  <a:lnTo>
                    <a:pt x="580307" y="277529"/>
                  </a:lnTo>
                  <a:lnTo>
                    <a:pt x="580428" y="277410"/>
                  </a:lnTo>
                  <a:lnTo>
                    <a:pt x="580953" y="277042"/>
                  </a:lnTo>
                  <a:lnTo>
                    <a:pt x="581460" y="276775"/>
                  </a:lnTo>
                  <a:lnTo>
                    <a:pt x="581552" y="276720"/>
                  </a:lnTo>
                  <a:lnTo>
                    <a:pt x="581558" y="276720"/>
                  </a:lnTo>
                  <a:lnTo>
                    <a:pt x="581704" y="276699"/>
                  </a:lnTo>
                  <a:lnTo>
                    <a:pt x="581711" y="276698"/>
                  </a:lnTo>
                  <a:lnTo>
                    <a:pt x="581725" y="276689"/>
                  </a:lnTo>
                  <a:lnTo>
                    <a:pt x="581748" y="276673"/>
                  </a:lnTo>
                  <a:lnTo>
                    <a:pt x="581774" y="276650"/>
                  </a:lnTo>
                  <a:lnTo>
                    <a:pt x="581783" y="276641"/>
                  </a:lnTo>
                  <a:lnTo>
                    <a:pt x="581788" y="276636"/>
                  </a:lnTo>
                  <a:lnTo>
                    <a:pt x="581794" y="276625"/>
                  </a:lnTo>
                  <a:lnTo>
                    <a:pt x="581797" y="276617"/>
                  </a:lnTo>
                  <a:lnTo>
                    <a:pt x="581794" y="276609"/>
                  </a:lnTo>
                  <a:lnTo>
                    <a:pt x="581785" y="276584"/>
                  </a:lnTo>
                  <a:lnTo>
                    <a:pt x="581783" y="276578"/>
                  </a:lnTo>
                  <a:lnTo>
                    <a:pt x="581780" y="276562"/>
                  </a:lnTo>
                  <a:lnTo>
                    <a:pt x="581782" y="276546"/>
                  </a:lnTo>
                  <a:lnTo>
                    <a:pt x="581786" y="276535"/>
                  </a:lnTo>
                  <a:lnTo>
                    <a:pt x="581791" y="276526"/>
                  </a:lnTo>
                  <a:lnTo>
                    <a:pt x="581799" y="276518"/>
                  </a:lnTo>
                  <a:lnTo>
                    <a:pt x="581811" y="276509"/>
                  </a:lnTo>
                  <a:lnTo>
                    <a:pt x="581822" y="276504"/>
                  </a:lnTo>
                  <a:lnTo>
                    <a:pt x="581829" y="276501"/>
                  </a:lnTo>
                  <a:lnTo>
                    <a:pt x="581838" y="276499"/>
                  </a:lnTo>
                  <a:lnTo>
                    <a:pt x="581847" y="276500"/>
                  </a:lnTo>
                  <a:lnTo>
                    <a:pt x="581855" y="276499"/>
                  </a:lnTo>
                  <a:lnTo>
                    <a:pt x="581961" y="276482"/>
                  </a:lnTo>
                  <a:lnTo>
                    <a:pt x="581995" y="276477"/>
                  </a:lnTo>
                  <a:lnTo>
                    <a:pt x="582002" y="276477"/>
                  </a:lnTo>
                  <a:lnTo>
                    <a:pt x="582141" y="276492"/>
                  </a:lnTo>
                  <a:lnTo>
                    <a:pt x="582376" y="276534"/>
                  </a:lnTo>
                  <a:lnTo>
                    <a:pt x="582945" y="276377"/>
                  </a:lnTo>
                  <a:lnTo>
                    <a:pt x="583602" y="276021"/>
                  </a:lnTo>
                  <a:lnTo>
                    <a:pt x="583961" y="276035"/>
                  </a:lnTo>
                  <a:lnTo>
                    <a:pt x="584031" y="276007"/>
                  </a:lnTo>
                  <a:lnTo>
                    <a:pt x="584135" y="275981"/>
                  </a:lnTo>
                  <a:lnTo>
                    <a:pt x="584140" y="275979"/>
                  </a:lnTo>
                  <a:lnTo>
                    <a:pt x="584156" y="275975"/>
                  </a:lnTo>
                  <a:lnTo>
                    <a:pt x="584167" y="275972"/>
                  </a:lnTo>
                  <a:lnTo>
                    <a:pt x="584185" y="275967"/>
                  </a:lnTo>
                  <a:lnTo>
                    <a:pt x="584203" y="275962"/>
                  </a:lnTo>
                  <a:lnTo>
                    <a:pt x="584219" y="275959"/>
                  </a:lnTo>
                  <a:lnTo>
                    <a:pt x="584239" y="275957"/>
                  </a:lnTo>
                  <a:lnTo>
                    <a:pt x="584275" y="275957"/>
                  </a:lnTo>
                  <a:lnTo>
                    <a:pt x="584309" y="275956"/>
                  </a:lnTo>
                  <a:lnTo>
                    <a:pt x="584379" y="275955"/>
                  </a:lnTo>
                  <a:lnTo>
                    <a:pt x="584390" y="275956"/>
                  </a:lnTo>
                  <a:lnTo>
                    <a:pt x="584396" y="275957"/>
                  </a:lnTo>
                  <a:lnTo>
                    <a:pt x="584414" y="275957"/>
                  </a:lnTo>
                  <a:lnTo>
                    <a:pt x="584431" y="275957"/>
                  </a:lnTo>
                  <a:lnTo>
                    <a:pt x="584449" y="275956"/>
                  </a:lnTo>
                  <a:lnTo>
                    <a:pt x="584584" y="275939"/>
                  </a:lnTo>
                  <a:lnTo>
                    <a:pt x="584830" y="275905"/>
                  </a:lnTo>
                  <a:lnTo>
                    <a:pt x="584841" y="275902"/>
                  </a:lnTo>
                  <a:lnTo>
                    <a:pt x="584849" y="275896"/>
                  </a:lnTo>
                  <a:lnTo>
                    <a:pt x="584864" y="275885"/>
                  </a:lnTo>
                  <a:lnTo>
                    <a:pt x="584899" y="275863"/>
                  </a:lnTo>
                  <a:lnTo>
                    <a:pt x="584934" y="275841"/>
                  </a:lnTo>
                  <a:lnTo>
                    <a:pt x="584948" y="275835"/>
                  </a:lnTo>
                  <a:lnTo>
                    <a:pt x="584954" y="275834"/>
                  </a:lnTo>
                  <a:lnTo>
                    <a:pt x="585185" y="275794"/>
                  </a:lnTo>
                  <a:lnTo>
                    <a:pt x="585195" y="275792"/>
                  </a:lnTo>
                  <a:lnTo>
                    <a:pt x="585719" y="275799"/>
                  </a:lnTo>
                  <a:lnTo>
                    <a:pt x="585868" y="275868"/>
                  </a:lnTo>
                  <a:lnTo>
                    <a:pt x="585878" y="275871"/>
                  </a:lnTo>
                  <a:lnTo>
                    <a:pt x="585886" y="275872"/>
                  </a:lnTo>
                  <a:lnTo>
                    <a:pt x="585966" y="275873"/>
                  </a:lnTo>
                  <a:lnTo>
                    <a:pt x="586241" y="275877"/>
                  </a:lnTo>
                  <a:lnTo>
                    <a:pt x="586462" y="275866"/>
                  </a:lnTo>
                  <a:lnTo>
                    <a:pt x="586557" y="275855"/>
                  </a:lnTo>
                  <a:lnTo>
                    <a:pt x="586575" y="275853"/>
                  </a:lnTo>
                  <a:lnTo>
                    <a:pt x="586832" y="275811"/>
                  </a:lnTo>
                  <a:lnTo>
                    <a:pt x="587055" y="275775"/>
                  </a:lnTo>
                  <a:lnTo>
                    <a:pt x="587061" y="275773"/>
                  </a:lnTo>
                  <a:lnTo>
                    <a:pt x="587643" y="275513"/>
                  </a:lnTo>
                  <a:lnTo>
                    <a:pt x="587810" y="275487"/>
                  </a:lnTo>
                  <a:lnTo>
                    <a:pt x="587833" y="275480"/>
                  </a:lnTo>
                  <a:lnTo>
                    <a:pt x="587845" y="275480"/>
                  </a:lnTo>
                  <a:lnTo>
                    <a:pt x="587852" y="275480"/>
                  </a:lnTo>
                  <a:lnTo>
                    <a:pt x="594924" y="275237"/>
                  </a:lnTo>
                  <a:lnTo>
                    <a:pt x="602391" y="275712"/>
                  </a:lnTo>
                  <a:lnTo>
                    <a:pt x="602412" y="275713"/>
                  </a:lnTo>
                  <a:lnTo>
                    <a:pt x="602432" y="275713"/>
                  </a:lnTo>
                  <a:lnTo>
                    <a:pt x="602452" y="275714"/>
                  </a:lnTo>
                  <a:lnTo>
                    <a:pt x="602469" y="275717"/>
                  </a:lnTo>
                  <a:lnTo>
                    <a:pt x="602510" y="275725"/>
                  </a:lnTo>
                  <a:lnTo>
                    <a:pt x="602669" y="275610"/>
                  </a:lnTo>
                  <a:lnTo>
                    <a:pt x="602849" y="275487"/>
                  </a:lnTo>
                  <a:lnTo>
                    <a:pt x="603021" y="275406"/>
                  </a:lnTo>
                  <a:lnTo>
                    <a:pt x="603271" y="275303"/>
                  </a:lnTo>
                  <a:lnTo>
                    <a:pt x="603548" y="275192"/>
                  </a:lnTo>
                  <a:lnTo>
                    <a:pt x="603734" y="274961"/>
                  </a:lnTo>
                  <a:lnTo>
                    <a:pt x="604011" y="274718"/>
                  </a:lnTo>
                  <a:lnTo>
                    <a:pt x="604389" y="274539"/>
                  </a:lnTo>
                  <a:lnTo>
                    <a:pt x="604881" y="274365"/>
                  </a:lnTo>
                  <a:lnTo>
                    <a:pt x="605178" y="274007"/>
                  </a:lnTo>
                  <a:lnTo>
                    <a:pt x="605319" y="273710"/>
                  </a:lnTo>
                  <a:lnTo>
                    <a:pt x="605521" y="273468"/>
                  </a:lnTo>
                  <a:lnTo>
                    <a:pt x="605543" y="273465"/>
                  </a:lnTo>
                  <a:lnTo>
                    <a:pt x="605580" y="273462"/>
                  </a:lnTo>
                  <a:lnTo>
                    <a:pt x="605613" y="273453"/>
                  </a:lnTo>
                  <a:lnTo>
                    <a:pt x="605658" y="273435"/>
                  </a:lnTo>
                  <a:lnTo>
                    <a:pt x="605758" y="273387"/>
                  </a:lnTo>
                  <a:lnTo>
                    <a:pt x="606412" y="272810"/>
                  </a:lnTo>
                  <a:lnTo>
                    <a:pt x="606576" y="272624"/>
                  </a:lnTo>
                  <a:lnTo>
                    <a:pt x="607024" y="272629"/>
                  </a:lnTo>
                  <a:lnTo>
                    <a:pt x="607433" y="272648"/>
                  </a:lnTo>
                  <a:lnTo>
                    <a:pt x="607832" y="272506"/>
                  </a:lnTo>
                  <a:lnTo>
                    <a:pt x="608268" y="272491"/>
                  </a:lnTo>
                  <a:lnTo>
                    <a:pt x="608674" y="272472"/>
                  </a:lnTo>
                  <a:lnTo>
                    <a:pt x="608937" y="272429"/>
                  </a:lnTo>
                  <a:lnTo>
                    <a:pt x="609110" y="272330"/>
                  </a:lnTo>
                  <a:lnTo>
                    <a:pt x="609327" y="272189"/>
                  </a:lnTo>
                  <a:lnTo>
                    <a:pt x="609332" y="272116"/>
                  </a:lnTo>
                  <a:lnTo>
                    <a:pt x="609338" y="272032"/>
                  </a:lnTo>
                  <a:lnTo>
                    <a:pt x="609340" y="272027"/>
                  </a:lnTo>
                  <a:lnTo>
                    <a:pt x="609348" y="272022"/>
                  </a:lnTo>
                  <a:lnTo>
                    <a:pt x="609356" y="272020"/>
                  </a:lnTo>
                  <a:lnTo>
                    <a:pt x="609455" y="272005"/>
                  </a:lnTo>
                  <a:lnTo>
                    <a:pt x="609603" y="271904"/>
                  </a:lnTo>
                  <a:lnTo>
                    <a:pt x="609698" y="271911"/>
                  </a:lnTo>
                  <a:lnTo>
                    <a:pt x="609853" y="271988"/>
                  </a:lnTo>
                  <a:lnTo>
                    <a:pt x="609945" y="272149"/>
                  </a:lnTo>
                  <a:lnTo>
                    <a:pt x="610043" y="272330"/>
                  </a:lnTo>
                  <a:lnTo>
                    <a:pt x="610168" y="272472"/>
                  </a:lnTo>
                  <a:lnTo>
                    <a:pt x="610371" y="272717"/>
                  </a:lnTo>
                  <a:lnTo>
                    <a:pt x="610739" y="273005"/>
                  </a:lnTo>
                  <a:lnTo>
                    <a:pt x="610947" y="273153"/>
                  </a:lnTo>
                  <a:lnTo>
                    <a:pt x="611071" y="273184"/>
                  </a:lnTo>
                  <a:lnTo>
                    <a:pt x="611111" y="273183"/>
                  </a:lnTo>
                  <a:lnTo>
                    <a:pt x="611120" y="273190"/>
                  </a:lnTo>
                  <a:lnTo>
                    <a:pt x="611142" y="273223"/>
                  </a:lnTo>
                  <a:lnTo>
                    <a:pt x="619519" y="269898"/>
                  </a:lnTo>
                  <a:lnTo>
                    <a:pt x="619664" y="269867"/>
                  </a:lnTo>
                  <a:lnTo>
                    <a:pt x="619687" y="269859"/>
                  </a:lnTo>
                  <a:lnTo>
                    <a:pt x="619745" y="269815"/>
                  </a:lnTo>
                  <a:lnTo>
                    <a:pt x="619768" y="269795"/>
                  </a:lnTo>
                  <a:lnTo>
                    <a:pt x="619780" y="269783"/>
                  </a:lnTo>
                  <a:lnTo>
                    <a:pt x="619794" y="269768"/>
                  </a:lnTo>
                  <a:lnTo>
                    <a:pt x="620023" y="269656"/>
                  </a:lnTo>
                  <a:lnTo>
                    <a:pt x="620307" y="269165"/>
                  </a:lnTo>
                  <a:lnTo>
                    <a:pt x="620382" y="268893"/>
                  </a:lnTo>
                  <a:lnTo>
                    <a:pt x="620371" y="268708"/>
                  </a:lnTo>
                  <a:lnTo>
                    <a:pt x="620280" y="268432"/>
                  </a:lnTo>
                  <a:lnTo>
                    <a:pt x="620249" y="268093"/>
                  </a:lnTo>
                  <a:lnTo>
                    <a:pt x="620284" y="267856"/>
                  </a:lnTo>
                  <a:lnTo>
                    <a:pt x="620378" y="267645"/>
                  </a:lnTo>
                  <a:lnTo>
                    <a:pt x="620500" y="267461"/>
                  </a:lnTo>
                  <a:lnTo>
                    <a:pt x="620686" y="267312"/>
                  </a:lnTo>
                  <a:lnTo>
                    <a:pt x="620831" y="267212"/>
                  </a:lnTo>
                  <a:lnTo>
                    <a:pt x="620973" y="267051"/>
                  </a:lnTo>
                  <a:lnTo>
                    <a:pt x="621107" y="266851"/>
                  </a:lnTo>
                  <a:lnTo>
                    <a:pt x="621218" y="266758"/>
                  </a:lnTo>
                  <a:lnTo>
                    <a:pt x="621224" y="266753"/>
                  </a:lnTo>
                  <a:lnTo>
                    <a:pt x="621236" y="266745"/>
                  </a:lnTo>
                  <a:lnTo>
                    <a:pt x="621401" y="266632"/>
                  </a:lnTo>
                  <a:lnTo>
                    <a:pt x="621585" y="266559"/>
                  </a:lnTo>
                  <a:lnTo>
                    <a:pt x="621751" y="266379"/>
                  </a:lnTo>
                  <a:lnTo>
                    <a:pt x="621879" y="266176"/>
                  </a:lnTo>
                  <a:lnTo>
                    <a:pt x="621903" y="265608"/>
                  </a:lnTo>
                  <a:lnTo>
                    <a:pt x="621957" y="265559"/>
                  </a:lnTo>
                  <a:lnTo>
                    <a:pt x="621967" y="265535"/>
                  </a:lnTo>
                  <a:lnTo>
                    <a:pt x="622258" y="265266"/>
                  </a:lnTo>
                  <a:lnTo>
                    <a:pt x="622562" y="265065"/>
                  </a:lnTo>
                  <a:lnTo>
                    <a:pt x="622599" y="265075"/>
                  </a:lnTo>
                  <a:lnTo>
                    <a:pt x="622670" y="265074"/>
                  </a:lnTo>
                  <a:lnTo>
                    <a:pt x="622695" y="265074"/>
                  </a:lnTo>
                  <a:lnTo>
                    <a:pt x="622730" y="265074"/>
                  </a:lnTo>
                  <a:lnTo>
                    <a:pt x="622772" y="265076"/>
                  </a:lnTo>
                  <a:lnTo>
                    <a:pt x="622810" y="265081"/>
                  </a:lnTo>
                  <a:lnTo>
                    <a:pt x="623768" y="264845"/>
                  </a:lnTo>
                  <a:lnTo>
                    <a:pt x="624375" y="264609"/>
                  </a:lnTo>
                  <a:lnTo>
                    <a:pt x="624731" y="264210"/>
                  </a:lnTo>
                  <a:lnTo>
                    <a:pt x="625168" y="263733"/>
                  </a:lnTo>
                  <a:lnTo>
                    <a:pt x="625168" y="263391"/>
                  </a:lnTo>
                  <a:lnTo>
                    <a:pt x="625186" y="262941"/>
                  </a:lnTo>
                  <a:lnTo>
                    <a:pt x="625610" y="262587"/>
                  </a:lnTo>
                  <a:lnTo>
                    <a:pt x="626599" y="262196"/>
                  </a:lnTo>
                  <a:lnTo>
                    <a:pt x="627646" y="261328"/>
                  </a:lnTo>
                  <a:lnTo>
                    <a:pt x="628289" y="260559"/>
                  </a:lnTo>
                  <a:lnTo>
                    <a:pt x="628503" y="260162"/>
                  </a:lnTo>
                  <a:lnTo>
                    <a:pt x="628735" y="259798"/>
                  </a:lnTo>
                  <a:lnTo>
                    <a:pt x="628870" y="259420"/>
                  </a:lnTo>
                  <a:lnTo>
                    <a:pt x="628852" y="258880"/>
                  </a:lnTo>
                  <a:lnTo>
                    <a:pt x="628674" y="258445"/>
                  </a:lnTo>
                  <a:lnTo>
                    <a:pt x="628228" y="258025"/>
                  </a:lnTo>
                  <a:lnTo>
                    <a:pt x="627924" y="257497"/>
                  </a:lnTo>
                  <a:lnTo>
                    <a:pt x="627926" y="257207"/>
                  </a:lnTo>
                  <a:lnTo>
                    <a:pt x="628009" y="256228"/>
                  </a:lnTo>
                  <a:lnTo>
                    <a:pt x="627987" y="255931"/>
                  </a:lnTo>
                  <a:lnTo>
                    <a:pt x="627990" y="255704"/>
                  </a:lnTo>
                  <a:lnTo>
                    <a:pt x="628088" y="255550"/>
                  </a:lnTo>
                  <a:lnTo>
                    <a:pt x="628279" y="255442"/>
                  </a:lnTo>
                  <a:lnTo>
                    <a:pt x="628288" y="255438"/>
                  </a:lnTo>
                  <a:lnTo>
                    <a:pt x="628606" y="255332"/>
                  </a:lnTo>
                  <a:lnTo>
                    <a:pt x="629799" y="254749"/>
                  </a:lnTo>
                  <a:lnTo>
                    <a:pt x="630409" y="254352"/>
                  </a:lnTo>
                  <a:lnTo>
                    <a:pt x="630446" y="254343"/>
                  </a:lnTo>
                  <a:lnTo>
                    <a:pt x="630471" y="254335"/>
                  </a:lnTo>
                  <a:lnTo>
                    <a:pt x="630486" y="254328"/>
                  </a:lnTo>
                  <a:lnTo>
                    <a:pt x="630609" y="254244"/>
                  </a:lnTo>
                  <a:lnTo>
                    <a:pt x="630622" y="254232"/>
                  </a:lnTo>
                  <a:lnTo>
                    <a:pt x="630629" y="254222"/>
                  </a:lnTo>
                  <a:lnTo>
                    <a:pt x="630632" y="254208"/>
                  </a:lnTo>
                  <a:lnTo>
                    <a:pt x="630629" y="254166"/>
                  </a:lnTo>
                  <a:lnTo>
                    <a:pt x="630618" y="254154"/>
                  </a:lnTo>
                  <a:lnTo>
                    <a:pt x="630668" y="254001"/>
                  </a:lnTo>
                  <a:lnTo>
                    <a:pt x="630705" y="253709"/>
                  </a:lnTo>
                  <a:lnTo>
                    <a:pt x="630722" y="253359"/>
                  </a:lnTo>
                  <a:lnTo>
                    <a:pt x="630653" y="253163"/>
                  </a:lnTo>
                  <a:lnTo>
                    <a:pt x="630460" y="252815"/>
                  </a:lnTo>
                  <a:lnTo>
                    <a:pt x="630345" y="252727"/>
                  </a:lnTo>
                  <a:lnTo>
                    <a:pt x="630307" y="252690"/>
                  </a:lnTo>
                  <a:lnTo>
                    <a:pt x="630108" y="252520"/>
                  </a:lnTo>
                  <a:lnTo>
                    <a:pt x="630095" y="252513"/>
                  </a:lnTo>
                  <a:lnTo>
                    <a:pt x="630090" y="252511"/>
                  </a:lnTo>
                  <a:lnTo>
                    <a:pt x="630080" y="252507"/>
                  </a:lnTo>
                  <a:lnTo>
                    <a:pt x="630047" y="252496"/>
                  </a:lnTo>
                  <a:lnTo>
                    <a:pt x="630043" y="252495"/>
                  </a:lnTo>
                  <a:lnTo>
                    <a:pt x="629946" y="252413"/>
                  </a:lnTo>
                  <a:lnTo>
                    <a:pt x="629863" y="252324"/>
                  </a:lnTo>
                  <a:lnTo>
                    <a:pt x="629671" y="252042"/>
                  </a:lnTo>
                  <a:lnTo>
                    <a:pt x="628859" y="251470"/>
                  </a:lnTo>
                  <a:lnTo>
                    <a:pt x="628817" y="251395"/>
                  </a:lnTo>
                  <a:lnTo>
                    <a:pt x="628802" y="251378"/>
                  </a:lnTo>
                  <a:lnTo>
                    <a:pt x="628692" y="251260"/>
                  </a:lnTo>
                  <a:lnTo>
                    <a:pt x="628681" y="251248"/>
                  </a:lnTo>
                  <a:lnTo>
                    <a:pt x="628665" y="251233"/>
                  </a:lnTo>
                  <a:lnTo>
                    <a:pt x="628640" y="251211"/>
                  </a:lnTo>
                  <a:lnTo>
                    <a:pt x="628605" y="251184"/>
                  </a:lnTo>
                  <a:lnTo>
                    <a:pt x="628589" y="251172"/>
                  </a:lnTo>
                  <a:lnTo>
                    <a:pt x="628571" y="251160"/>
                  </a:lnTo>
                  <a:lnTo>
                    <a:pt x="628526" y="251137"/>
                  </a:lnTo>
                  <a:lnTo>
                    <a:pt x="628509" y="251128"/>
                  </a:lnTo>
                  <a:lnTo>
                    <a:pt x="628329" y="251012"/>
                  </a:lnTo>
                  <a:lnTo>
                    <a:pt x="628316" y="251000"/>
                  </a:lnTo>
                  <a:lnTo>
                    <a:pt x="628297" y="250991"/>
                  </a:lnTo>
                  <a:lnTo>
                    <a:pt x="628277" y="250986"/>
                  </a:lnTo>
                  <a:lnTo>
                    <a:pt x="628261" y="250983"/>
                  </a:lnTo>
                  <a:lnTo>
                    <a:pt x="628249" y="250981"/>
                  </a:lnTo>
                  <a:lnTo>
                    <a:pt x="627940" y="250722"/>
                  </a:lnTo>
                  <a:lnTo>
                    <a:pt x="627019" y="249866"/>
                  </a:lnTo>
                  <a:lnTo>
                    <a:pt x="626973" y="249784"/>
                  </a:lnTo>
                  <a:lnTo>
                    <a:pt x="626965" y="249769"/>
                  </a:lnTo>
                  <a:lnTo>
                    <a:pt x="626961" y="249754"/>
                  </a:lnTo>
                  <a:lnTo>
                    <a:pt x="626961" y="249744"/>
                  </a:lnTo>
                  <a:lnTo>
                    <a:pt x="626961" y="249736"/>
                  </a:lnTo>
                  <a:lnTo>
                    <a:pt x="626968" y="249636"/>
                  </a:lnTo>
                  <a:lnTo>
                    <a:pt x="626962" y="249548"/>
                  </a:lnTo>
                  <a:lnTo>
                    <a:pt x="626961" y="249540"/>
                  </a:lnTo>
                  <a:lnTo>
                    <a:pt x="626958" y="249530"/>
                  </a:lnTo>
                  <a:lnTo>
                    <a:pt x="626954" y="249522"/>
                  </a:lnTo>
                  <a:lnTo>
                    <a:pt x="626945" y="249510"/>
                  </a:lnTo>
                  <a:lnTo>
                    <a:pt x="626937" y="249504"/>
                  </a:lnTo>
                  <a:lnTo>
                    <a:pt x="626976" y="249111"/>
                  </a:lnTo>
                  <a:lnTo>
                    <a:pt x="626902" y="248738"/>
                  </a:lnTo>
                  <a:lnTo>
                    <a:pt x="626587" y="248082"/>
                  </a:lnTo>
                  <a:lnTo>
                    <a:pt x="626470" y="247559"/>
                  </a:lnTo>
                  <a:lnTo>
                    <a:pt x="626476" y="247388"/>
                  </a:lnTo>
                  <a:lnTo>
                    <a:pt x="626601" y="246728"/>
                  </a:lnTo>
                  <a:lnTo>
                    <a:pt x="626544" y="246171"/>
                  </a:lnTo>
                  <a:lnTo>
                    <a:pt x="626560" y="246041"/>
                  </a:lnTo>
                  <a:lnTo>
                    <a:pt x="626592" y="245600"/>
                  </a:lnTo>
                  <a:lnTo>
                    <a:pt x="626646" y="245426"/>
                  </a:lnTo>
                  <a:lnTo>
                    <a:pt x="626729" y="245301"/>
                  </a:lnTo>
                  <a:lnTo>
                    <a:pt x="626761" y="245266"/>
                  </a:lnTo>
                  <a:lnTo>
                    <a:pt x="626839" y="245137"/>
                  </a:lnTo>
                  <a:lnTo>
                    <a:pt x="626916" y="245001"/>
                  </a:lnTo>
                  <a:lnTo>
                    <a:pt x="626923" y="244987"/>
                  </a:lnTo>
                  <a:lnTo>
                    <a:pt x="626932" y="244974"/>
                  </a:lnTo>
                  <a:lnTo>
                    <a:pt x="626941" y="244963"/>
                  </a:lnTo>
                  <a:lnTo>
                    <a:pt x="626963" y="244937"/>
                  </a:lnTo>
                  <a:lnTo>
                    <a:pt x="626988" y="244907"/>
                  </a:lnTo>
                  <a:lnTo>
                    <a:pt x="627012" y="244879"/>
                  </a:lnTo>
                  <a:lnTo>
                    <a:pt x="627034" y="244855"/>
                  </a:lnTo>
                  <a:lnTo>
                    <a:pt x="627044" y="244849"/>
                  </a:lnTo>
                  <a:lnTo>
                    <a:pt x="627052" y="244844"/>
                  </a:lnTo>
                  <a:lnTo>
                    <a:pt x="627063" y="244840"/>
                  </a:lnTo>
                  <a:lnTo>
                    <a:pt x="627118" y="244820"/>
                  </a:lnTo>
                  <a:lnTo>
                    <a:pt x="627132" y="244815"/>
                  </a:lnTo>
                  <a:lnTo>
                    <a:pt x="627193" y="244792"/>
                  </a:lnTo>
                  <a:lnTo>
                    <a:pt x="627541" y="244360"/>
                  </a:lnTo>
                  <a:lnTo>
                    <a:pt x="627883" y="244018"/>
                  </a:lnTo>
                  <a:lnTo>
                    <a:pt x="628300" y="243761"/>
                  </a:lnTo>
                  <a:lnTo>
                    <a:pt x="628315" y="243756"/>
                  </a:lnTo>
                  <a:lnTo>
                    <a:pt x="628325" y="243753"/>
                  </a:lnTo>
                  <a:lnTo>
                    <a:pt x="628456" y="243708"/>
                  </a:lnTo>
                  <a:lnTo>
                    <a:pt x="628467" y="243705"/>
                  </a:lnTo>
                  <a:lnTo>
                    <a:pt x="628475" y="243704"/>
                  </a:lnTo>
                  <a:lnTo>
                    <a:pt x="628482" y="243706"/>
                  </a:lnTo>
                  <a:lnTo>
                    <a:pt x="628493" y="243710"/>
                  </a:lnTo>
                  <a:lnTo>
                    <a:pt x="628714" y="243722"/>
                  </a:lnTo>
                  <a:lnTo>
                    <a:pt x="628829" y="243699"/>
                  </a:lnTo>
                  <a:lnTo>
                    <a:pt x="628866" y="243706"/>
                  </a:lnTo>
                  <a:lnTo>
                    <a:pt x="628884" y="243704"/>
                  </a:lnTo>
                  <a:lnTo>
                    <a:pt x="628895" y="243700"/>
                  </a:lnTo>
                  <a:lnTo>
                    <a:pt x="628905" y="243694"/>
                  </a:lnTo>
                  <a:lnTo>
                    <a:pt x="628920" y="243683"/>
                  </a:lnTo>
                  <a:lnTo>
                    <a:pt x="629287" y="243412"/>
                  </a:lnTo>
                  <a:lnTo>
                    <a:pt x="629300" y="243401"/>
                  </a:lnTo>
                  <a:lnTo>
                    <a:pt x="629336" y="243370"/>
                  </a:lnTo>
                  <a:lnTo>
                    <a:pt x="629347" y="243356"/>
                  </a:lnTo>
                  <a:lnTo>
                    <a:pt x="629360" y="243337"/>
                  </a:lnTo>
                  <a:lnTo>
                    <a:pt x="629368" y="243324"/>
                  </a:lnTo>
                  <a:lnTo>
                    <a:pt x="629404" y="243265"/>
                  </a:lnTo>
                  <a:lnTo>
                    <a:pt x="629422" y="243235"/>
                  </a:lnTo>
                  <a:lnTo>
                    <a:pt x="629427" y="243219"/>
                  </a:lnTo>
                  <a:lnTo>
                    <a:pt x="629654" y="243099"/>
                  </a:lnTo>
                  <a:lnTo>
                    <a:pt x="629732" y="243100"/>
                  </a:lnTo>
                  <a:lnTo>
                    <a:pt x="629756" y="243100"/>
                  </a:lnTo>
                  <a:lnTo>
                    <a:pt x="629770" y="243098"/>
                  </a:lnTo>
                  <a:lnTo>
                    <a:pt x="629775" y="243096"/>
                  </a:lnTo>
                  <a:lnTo>
                    <a:pt x="629792" y="243092"/>
                  </a:lnTo>
                  <a:lnTo>
                    <a:pt x="629815" y="243084"/>
                  </a:lnTo>
                  <a:lnTo>
                    <a:pt x="630087" y="242972"/>
                  </a:lnTo>
                  <a:lnTo>
                    <a:pt x="630686" y="242713"/>
                  </a:lnTo>
                  <a:lnTo>
                    <a:pt x="630789" y="242668"/>
                  </a:lnTo>
                  <a:lnTo>
                    <a:pt x="630799" y="242664"/>
                  </a:lnTo>
                  <a:lnTo>
                    <a:pt x="630808" y="242659"/>
                  </a:lnTo>
                  <a:lnTo>
                    <a:pt x="630816" y="242652"/>
                  </a:lnTo>
                  <a:lnTo>
                    <a:pt x="630821" y="242645"/>
                  </a:lnTo>
                  <a:lnTo>
                    <a:pt x="630823" y="242636"/>
                  </a:lnTo>
                  <a:lnTo>
                    <a:pt x="630827" y="242620"/>
                  </a:lnTo>
                  <a:lnTo>
                    <a:pt x="630836" y="242603"/>
                  </a:lnTo>
                  <a:lnTo>
                    <a:pt x="630842" y="242598"/>
                  </a:lnTo>
                  <a:lnTo>
                    <a:pt x="630860" y="242585"/>
                  </a:lnTo>
                  <a:lnTo>
                    <a:pt x="630881" y="242575"/>
                  </a:lnTo>
                  <a:lnTo>
                    <a:pt x="630901" y="242566"/>
                  </a:lnTo>
                  <a:lnTo>
                    <a:pt x="630924" y="242560"/>
                  </a:lnTo>
                  <a:lnTo>
                    <a:pt x="630946" y="242556"/>
                  </a:lnTo>
                  <a:lnTo>
                    <a:pt x="630975" y="242551"/>
                  </a:lnTo>
                  <a:lnTo>
                    <a:pt x="630995" y="242547"/>
                  </a:lnTo>
                  <a:lnTo>
                    <a:pt x="631056" y="242544"/>
                  </a:lnTo>
                  <a:lnTo>
                    <a:pt x="631095" y="242544"/>
                  </a:lnTo>
                  <a:lnTo>
                    <a:pt x="631139" y="242545"/>
                  </a:lnTo>
                  <a:lnTo>
                    <a:pt x="631218" y="242544"/>
                  </a:lnTo>
                  <a:lnTo>
                    <a:pt x="631244" y="242544"/>
                  </a:lnTo>
                  <a:lnTo>
                    <a:pt x="631258" y="242542"/>
                  </a:lnTo>
                  <a:lnTo>
                    <a:pt x="631266" y="242540"/>
                  </a:lnTo>
                  <a:lnTo>
                    <a:pt x="631277" y="242535"/>
                  </a:lnTo>
                  <a:lnTo>
                    <a:pt x="631367" y="242501"/>
                  </a:lnTo>
                  <a:lnTo>
                    <a:pt x="631378" y="242496"/>
                  </a:lnTo>
                  <a:lnTo>
                    <a:pt x="631385" y="242489"/>
                  </a:lnTo>
                  <a:lnTo>
                    <a:pt x="631420" y="242365"/>
                  </a:lnTo>
                  <a:lnTo>
                    <a:pt x="631442" y="242270"/>
                  </a:lnTo>
                  <a:lnTo>
                    <a:pt x="631507" y="242184"/>
                  </a:lnTo>
                  <a:lnTo>
                    <a:pt x="631515" y="242175"/>
                  </a:lnTo>
                  <a:lnTo>
                    <a:pt x="631525" y="242162"/>
                  </a:lnTo>
                  <a:lnTo>
                    <a:pt x="631600" y="242069"/>
                  </a:lnTo>
                  <a:lnTo>
                    <a:pt x="631761" y="241938"/>
                  </a:lnTo>
                  <a:lnTo>
                    <a:pt x="631794" y="241912"/>
                  </a:lnTo>
                  <a:lnTo>
                    <a:pt x="631802" y="241909"/>
                  </a:lnTo>
                  <a:lnTo>
                    <a:pt x="631936" y="241824"/>
                  </a:lnTo>
                  <a:lnTo>
                    <a:pt x="631946" y="241818"/>
                  </a:lnTo>
                  <a:lnTo>
                    <a:pt x="631955" y="241808"/>
                  </a:lnTo>
                  <a:lnTo>
                    <a:pt x="631959" y="241800"/>
                  </a:lnTo>
                  <a:lnTo>
                    <a:pt x="632008" y="241683"/>
                  </a:lnTo>
                  <a:lnTo>
                    <a:pt x="632017" y="241636"/>
                  </a:lnTo>
                  <a:lnTo>
                    <a:pt x="631999" y="241451"/>
                  </a:lnTo>
                  <a:lnTo>
                    <a:pt x="631995" y="241445"/>
                  </a:lnTo>
                  <a:lnTo>
                    <a:pt x="631988" y="241438"/>
                  </a:lnTo>
                  <a:lnTo>
                    <a:pt x="631973" y="241425"/>
                  </a:lnTo>
                  <a:lnTo>
                    <a:pt x="631957" y="241408"/>
                  </a:lnTo>
                  <a:lnTo>
                    <a:pt x="631949" y="241397"/>
                  </a:lnTo>
                  <a:lnTo>
                    <a:pt x="631940" y="241384"/>
                  </a:lnTo>
                  <a:lnTo>
                    <a:pt x="631883" y="241274"/>
                  </a:lnTo>
                  <a:lnTo>
                    <a:pt x="631879" y="241263"/>
                  </a:lnTo>
                  <a:lnTo>
                    <a:pt x="631871" y="240917"/>
                  </a:lnTo>
                  <a:lnTo>
                    <a:pt x="631819" y="240676"/>
                  </a:lnTo>
                  <a:lnTo>
                    <a:pt x="631810" y="240630"/>
                  </a:lnTo>
                  <a:lnTo>
                    <a:pt x="631807" y="240605"/>
                  </a:lnTo>
                  <a:lnTo>
                    <a:pt x="631804" y="240599"/>
                  </a:lnTo>
                  <a:lnTo>
                    <a:pt x="631797" y="240571"/>
                  </a:lnTo>
                  <a:lnTo>
                    <a:pt x="631792" y="240535"/>
                  </a:lnTo>
                  <a:lnTo>
                    <a:pt x="631805" y="240159"/>
                  </a:lnTo>
                  <a:lnTo>
                    <a:pt x="631808" y="240114"/>
                  </a:lnTo>
                  <a:lnTo>
                    <a:pt x="631863" y="239762"/>
                  </a:lnTo>
                  <a:lnTo>
                    <a:pt x="631915" y="239677"/>
                  </a:lnTo>
                  <a:lnTo>
                    <a:pt x="631928" y="239664"/>
                  </a:lnTo>
                  <a:lnTo>
                    <a:pt x="631942" y="239651"/>
                  </a:lnTo>
                  <a:lnTo>
                    <a:pt x="632018" y="239607"/>
                  </a:lnTo>
                  <a:lnTo>
                    <a:pt x="632135" y="239456"/>
                  </a:lnTo>
                  <a:lnTo>
                    <a:pt x="632270" y="239267"/>
                  </a:lnTo>
                  <a:lnTo>
                    <a:pt x="632292" y="239244"/>
                  </a:lnTo>
                  <a:lnTo>
                    <a:pt x="632328" y="239222"/>
                  </a:lnTo>
                  <a:lnTo>
                    <a:pt x="632358" y="239209"/>
                  </a:lnTo>
                  <a:lnTo>
                    <a:pt x="632393" y="239196"/>
                  </a:lnTo>
                  <a:lnTo>
                    <a:pt x="632431" y="239189"/>
                  </a:lnTo>
                  <a:lnTo>
                    <a:pt x="632457" y="239183"/>
                  </a:lnTo>
                  <a:lnTo>
                    <a:pt x="632546" y="239121"/>
                  </a:lnTo>
                  <a:lnTo>
                    <a:pt x="632569" y="239099"/>
                  </a:lnTo>
                  <a:lnTo>
                    <a:pt x="632585" y="239072"/>
                  </a:lnTo>
                  <a:lnTo>
                    <a:pt x="632592" y="239052"/>
                  </a:lnTo>
                  <a:lnTo>
                    <a:pt x="632597" y="239041"/>
                  </a:lnTo>
                  <a:lnTo>
                    <a:pt x="632720" y="238917"/>
                  </a:lnTo>
                  <a:lnTo>
                    <a:pt x="632737" y="238900"/>
                  </a:lnTo>
                  <a:lnTo>
                    <a:pt x="632776" y="238869"/>
                  </a:lnTo>
                  <a:lnTo>
                    <a:pt x="632897" y="238815"/>
                  </a:lnTo>
                  <a:lnTo>
                    <a:pt x="633010" y="238785"/>
                  </a:lnTo>
                  <a:lnTo>
                    <a:pt x="633319" y="238701"/>
                  </a:lnTo>
                  <a:lnTo>
                    <a:pt x="633331" y="238694"/>
                  </a:lnTo>
                  <a:lnTo>
                    <a:pt x="633344" y="238687"/>
                  </a:lnTo>
                  <a:lnTo>
                    <a:pt x="633321" y="238569"/>
                  </a:lnTo>
                  <a:lnTo>
                    <a:pt x="633320" y="238560"/>
                  </a:lnTo>
                  <a:lnTo>
                    <a:pt x="633324" y="238547"/>
                  </a:lnTo>
                  <a:lnTo>
                    <a:pt x="633332" y="238520"/>
                  </a:lnTo>
                  <a:lnTo>
                    <a:pt x="633344" y="238494"/>
                  </a:lnTo>
                  <a:lnTo>
                    <a:pt x="633365" y="238454"/>
                  </a:lnTo>
                  <a:lnTo>
                    <a:pt x="633368" y="238449"/>
                  </a:lnTo>
                  <a:lnTo>
                    <a:pt x="633374" y="238441"/>
                  </a:lnTo>
                  <a:lnTo>
                    <a:pt x="633460" y="238349"/>
                  </a:lnTo>
                  <a:lnTo>
                    <a:pt x="633473" y="238336"/>
                  </a:lnTo>
                  <a:lnTo>
                    <a:pt x="633488" y="238323"/>
                  </a:lnTo>
                  <a:lnTo>
                    <a:pt x="633503" y="238310"/>
                  </a:lnTo>
                  <a:lnTo>
                    <a:pt x="633521" y="238298"/>
                  </a:lnTo>
                  <a:lnTo>
                    <a:pt x="633539" y="238285"/>
                  </a:lnTo>
                  <a:lnTo>
                    <a:pt x="633556" y="238275"/>
                  </a:lnTo>
                  <a:lnTo>
                    <a:pt x="633879" y="238107"/>
                  </a:lnTo>
                  <a:lnTo>
                    <a:pt x="633889" y="238101"/>
                  </a:lnTo>
                  <a:lnTo>
                    <a:pt x="633914" y="238094"/>
                  </a:lnTo>
                  <a:lnTo>
                    <a:pt x="634250" y="238004"/>
                  </a:lnTo>
                  <a:lnTo>
                    <a:pt x="634879" y="237923"/>
                  </a:lnTo>
                  <a:lnTo>
                    <a:pt x="635378" y="237989"/>
                  </a:lnTo>
                  <a:lnTo>
                    <a:pt x="635590" y="238039"/>
                  </a:lnTo>
                  <a:lnTo>
                    <a:pt x="635663" y="238061"/>
                  </a:lnTo>
                  <a:lnTo>
                    <a:pt x="635734" y="238081"/>
                  </a:lnTo>
                  <a:lnTo>
                    <a:pt x="635765" y="238090"/>
                  </a:lnTo>
                  <a:lnTo>
                    <a:pt x="635792" y="238095"/>
                  </a:lnTo>
                  <a:lnTo>
                    <a:pt x="635807" y="238097"/>
                  </a:lnTo>
                  <a:lnTo>
                    <a:pt x="635826" y="238101"/>
                  </a:lnTo>
                  <a:lnTo>
                    <a:pt x="635832" y="238102"/>
                  </a:lnTo>
                  <a:lnTo>
                    <a:pt x="635901" y="238115"/>
                  </a:lnTo>
                  <a:lnTo>
                    <a:pt x="636007" y="238132"/>
                  </a:lnTo>
                  <a:lnTo>
                    <a:pt x="636094" y="238142"/>
                  </a:lnTo>
                  <a:lnTo>
                    <a:pt x="636188" y="238153"/>
                  </a:lnTo>
                  <a:lnTo>
                    <a:pt x="636219" y="238154"/>
                  </a:lnTo>
                  <a:lnTo>
                    <a:pt x="636737" y="238108"/>
                  </a:lnTo>
                  <a:lnTo>
                    <a:pt x="637236" y="238039"/>
                  </a:lnTo>
                  <a:lnTo>
                    <a:pt x="637663" y="238016"/>
                  </a:lnTo>
                  <a:lnTo>
                    <a:pt x="637677" y="238013"/>
                  </a:lnTo>
                  <a:lnTo>
                    <a:pt x="637801" y="237983"/>
                  </a:lnTo>
                  <a:lnTo>
                    <a:pt x="637912" y="237953"/>
                  </a:lnTo>
                  <a:lnTo>
                    <a:pt x="637940" y="237944"/>
                  </a:lnTo>
                  <a:lnTo>
                    <a:pt x="637966" y="237935"/>
                  </a:lnTo>
                  <a:lnTo>
                    <a:pt x="638021" y="237916"/>
                  </a:lnTo>
                  <a:lnTo>
                    <a:pt x="638035" y="237909"/>
                  </a:lnTo>
                  <a:lnTo>
                    <a:pt x="638049" y="237900"/>
                  </a:lnTo>
                  <a:lnTo>
                    <a:pt x="638066" y="237888"/>
                  </a:lnTo>
                  <a:lnTo>
                    <a:pt x="638261" y="237793"/>
                  </a:lnTo>
                  <a:lnTo>
                    <a:pt x="638442" y="237724"/>
                  </a:lnTo>
                  <a:lnTo>
                    <a:pt x="638925" y="237547"/>
                  </a:lnTo>
                  <a:lnTo>
                    <a:pt x="639000" y="237524"/>
                  </a:lnTo>
                  <a:lnTo>
                    <a:pt x="639030" y="237519"/>
                  </a:lnTo>
                  <a:lnTo>
                    <a:pt x="639064" y="237514"/>
                  </a:lnTo>
                  <a:lnTo>
                    <a:pt x="639094" y="237510"/>
                  </a:lnTo>
                  <a:lnTo>
                    <a:pt x="639116" y="237508"/>
                  </a:lnTo>
                  <a:lnTo>
                    <a:pt x="639193" y="237503"/>
                  </a:lnTo>
                  <a:lnTo>
                    <a:pt x="639217" y="237501"/>
                  </a:lnTo>
                  <a:lnTo>
                    <a:pt x="639271" y="237501"/>
                  </a:lnTo>
                  <a:lnTo>
                    <a:pt x="639297" y="237503"/>
                  </a:lnTo>
                  <a:lnTo>
                    <a:pt x="639321" y="237505"/>
                  </a:lnTo>
                  <a:lnTo>
                    <a:pt x="639978" y="237611"/>
                  </a:lnTo>
                  <a:lnTo>
                    <a:pt x="640023" y="237624"/>
                  </a:lnTo>
                  <a:lnTo>
                    <a:pt x="640774" y="237886"/>
                  </a:lnTo>
                  <a:lnTo>
                    <a:pt x="641127" y="238037"/>
                  </a:lnTo>
                  <a:lnTo>
                    <a:pt x="641175" y="238061"/>
                  </a:lnTo>
                  <a:lnTo>
                    <a:pt x="641186" y="238067"/>
                  </a:lnTo>
                  <a:lnTo>
                    <a:pt x="641257" y="238100"/>
                  </a:lnTo>
                  <a:lnTo>
                    <a:pt x="641285" y="238113"/>
                  </a:lnTo>
                  <a:lnTo>
                    <a:pt x="641306" y="238122"/>
                  </a:lnTo>
                  <a:lnTo>
                    <a:pt x="641328" y="238130"/>
                  </a:lnTo>
                  <a:lnTo>
                    <a:pt x="641335" y="238133"/>
                  </a:lnTo>
                  <a:lnTo>
                    <a:pt x="641694" y="237893"/>
                  </a:lnTo>
                  <a:lnTo>
                    <a:pt x="641984" y="237823"/>
                  </a:lnTo>
                  <a:lnTo>
                    <a:pt x="642126" y="237810"/>
                  </a:lnTo>
                  <a:lnTo>
                    <a:pt x="642780" y="237893"/>
                  </a:lnTo>
                  <a:lnTo>
                    <a:pt x="643078" y="238000"/>
                  </a:lnTo>
                  <a:lnTo>
                    <a:pt x="643168" y="238000"/>
                  </a:lnTo>
                  <a:lnTo>
                    <a:pt x="643488" y="237811"/>
                  </a:lnTo>
                  <a:lnTo>
                    <a:pt x="644029" y="237371"/>
                  </a:lnTo>
                  <a:lnTo>
                    <a:pt x="644202" y="236977"/>
                  </a:lnTo>
                  <a:lnTo>
                    <a:pt x="644310" y="236839"/>
                  </a:lnTo>
                  <a:lnTo>
                    <a:pt x="644466" y="236801"/>
                  </a:lnTo>
                  <a:lnTo>
                    <a:pt x="645796" y="236880"/>
                  </a:lnTo>
                  <a:lnTo>
                    <a:pt x="646553" y="237223"/>
                  </a:lnTo>
                  <a:lnTo>
                    <a:pt x="646783" y="237412"/>
                  </a:lnTo>
                  <a:lnTo>
                    <a:pt x="648671" y="237612"/>
                  </a:lnTo>
                  <a:lnTo>
                    <a:pt x="648975" y="237729"/>
                  </a:lnTo>
                  <a:lnTo>
                    <a:pt x="649043" y="237795"/>
                  </a:lnTo>
                  <a:lnTo>
                    <a:pt x="650217" y="239029"/>
                  </a:lnTo>
                  <a:lnTo>
                    <a:pt x="652360" y="238892"/>
                  </a:lnTo>
                  <a:lnTo>
                    <a:pt x="653019" y="238762"/>
                  </a:lnTo>
                  <a:lnTo>
                    <a:pt x="653811" y="239375"/>
                  </a:lnTo>
                  <a:lnTo>
                    <a:pt x="653830" y="239382"/>
                  </a:lnTo>
                  <a:lnTo>
                    <a:pt x="653893" y="239405"/>
                  </a:lnTo>
                  <a:lnTo>
                    <a:pt x="654867" y="239412"/>
                  </a:lnTo>
                  <a:lnTo>
                    <a:pt x="656871" y="239742"/>
                  </a:lnTo>
                  <a:lnTo>
                    <a:pt x="657251" y="239905"/>
                  </a:lnTo>
                  <a:lnTo>
                    <a:pt x="657774" y="240264"/>
                  </a:lnTo>
                  <a:lnTo>
                    <a:pt x="658382" y="240655"/>
                  </a:lnTo>
                  <a:lnTo>
                    <a:pt x="658885" y="240937"/>
                  </a:lnTo>
                  <a:lnTo>
                    <a:pt x="659741" y="241080"/>
                  </a:lnTo>
                  <a:lnTo>
                    <a:pt x="660264" y="240875"/>
                  </a:lnTo>
                  <a:lnTo>
                    <a:pt x="661230" y="240444"/>
                  </a:lnTo>
                  <a:lnTo>
                    <a:pt x="661665" y="240486"/>
                  </a:lnTo>
                  <a:lnTo>
                    <a:pt x="662100" y="240397"/>
                  </a:lnTo>
                  <a:lnTo>
                    <a:pt x="662950" y="239911"/>
                  </a:lnTo>
                  <a:lnTo>
                    <a:pt x="663255" y="239770"/>
                  </a:lnTo>
                  <a:lnTo>
                    <a:pt x="663407" y="239649"/>
                  </a:lnTo>
                  <a:lnTo>
                    <a:pt x="663424" y="239533"/>
                  </a:lnTo>
                  <a:lnTo>
                    <a:pt x="663418" y="239307"/>
                  </a:lnTo>
                  <a:lnTo>
                    <a:pt x="663119" y="238862"/>
                  </a:lnTo>
                  <a:lnTo>
                    <a:pt x="662477" y="238190"/>
                  </a:lnTo>
                  <a:lnTo>
                    <a:pt x="662477" y="237877"/>
                  </a:lnTo>
                  <a:lnTo>
                    <a:pt x="662511" y="237736"/>
                  </a:lnTo>
                  <a:lnTo>
                    <a:pt x="662747" y="237538"/>
                  </a:lnTo>
                  <a:lnTo>
                    <a:pt x="663164" y="237436"/>
                  </a:lnTo>
                  <a:lnTo>
                    <a:pt x="664764" y="237378"/>
                  </a:lnTo>
                  <a:lnTo>
                    <a:pt x="665677" y="237512"/>
                  </a:lnTo>
                  <a:lnTo>
                    <a:pt x="666195" y="237480"/>
                  </a:lnTo>
                  <a:lnTo>
                    <a:pt x="667001" y="237122"/>
                  </a:lnTo>
                  <a:lnTo>
                    <a:pt x="667621" y="236937"/>
                  </a:lnTo>
                  <a:lnTo>
                    <a:pt x="668201" y="236994"/>
                  </a:lnTo>
                  <a:lnTo>
                    <a:pt x="668703" y="237103"/>
                  </a:lnTo>
                  <a:lnTo>
                    <a:pt x="669125" y="237090"/>
                  </a:lnTo>
                  <a:lnTo>
                    <a:pt x="669655" y="236886"/>
                  </a:lnTo>
                  <a:lnTo>
                    <a:pt x="669897" y="236854"/>
                  </a:lnTo>
                  <a:lnTo>
                    <a:pt x="670596" y="236854"/>
                  </a:lnTo>
                  <a:lnTo>
                    <a:pt x="670784" y="236836"/>
                  </a:lnTo>
                  <a:lnTo>
                    <a:pt x="670824" y="236813"/>
                  </a:lnTo>
                  <a:lnTo>
                    <a:pt x="671125" y="236777"/>
                  </a:lnTo>
                  <a:lnTo>
                    <a:pt x="671503" y="236502"/>
                  </a:lnTo>
                  <a:lnTo>
                    <a:pt x="671841" y="235971"/>
                  </a:lnTo>
                  <a:lnTo>
                    <a:pt x="671905" y="235913"/>
                  </a:lnTo>
                  <a:lnTo>
                    <a:pt x="672204" y="235702"/>
                  </a:lnTo>
                  <a:lnTo>
                    <a:pt x="672238" y="235690"/>
                  </a:lnTo>
                  <a:lnTo>
                    <a:pt x="672275" y="235683"/>
                  </a:lnTo>
                  <a:lnTo>
                    <a:pt x="672332" y="235681"/>
                  </a:lnTo>
                  <a:lnTo>
                    <a:pt x="672379" y="235683"/>
                  </a:lnTo>
                  <a:lnTo>
                    <a:pt x="673041" y="235472"/>
                  </a:lnTo>
                  <a:lnTo>
                    <a:pt x="674016" y="235395"/>
                  </a:lnTo>
                  <a:lnTo>
                    <a:pt x="674601" y="235645"/>
                  </a:lnTo>
                  <a:lnTo>
                    <a:pt x="675199" y="235830"/>
                  </a:lnTo>
                  <a:lnTo>
                    <a:pt x="675587" y="235849"/>
                  </a:lnTo>
                  <a:lnTo>
                    <a:pt x="676089" y="235709"/>
                  </a:lnTo>
                  <a:lnTo>
                    <a:pt x="676348" y="235427"/>
                  </a:lnTo>
                  <a:lnTo>
                    <a:pt x="676669" y="235344"/>
                  </a:lnTo>
                  <a:lnTo>
                    <a:pt x="676996" y="235478"/>
                  </a:lnTo>
                  <a:lnTo>
                    <a:pt x="678036" y="235904"/>
                  </a:lnTo>
                  <a:lnTo>
                    <a:pt x="677977" y="236937"/>
                  </a:lnTo>
                  <a:lnTo>
                    <a:pt x="678031" y="237125"/>
                  </a:lnTo>
                  <a:lnTo>
                    <a:pt x="678126" y="237197"/>
                  </a:lnTo>
                  <a:lnTo>
                    <a:pt x="678883" y="237201"/>
                  </a:lnTo>
                  <a:lnTo>
                    <a:pt x="679084" y="237309"/>
                  </a:lnTo>
                  <a:lnTo>
                    <a:pt x="679395" y="237608"/>
                  </a:lnTo>
                  <a:lnTo>
                    <a:pt x="679632" y="238030"/>
                  </a:lnTo>
                  <a:lnTo>
                    <a:pt x="680024" y="238545"/>
                  </a:lnTo>
                  <a:lnTo>
                    <a:pt x="680220" y="238921"/>
                  </a:lnTo>
                  <a:lnTo>
                    <a:pt x="680287" y="239205"/>
                  </a:lnTo>
                  <a:lnTo>
                    <a:pt x="680246" y="239369"/>
                  </a:lnTo>
                  <a:lnTo>
                    <a:pt x="680189" y="239512"/>
                  </a:lnTo>
                  <a:lnTo>
                    <a:pt x="679914" y="239744"/>
                  </a:lnTo>
                  <a:lnTo>
                    <a:pt x="679491" y="239895"/>
                  </a:lnTo>
                  <a:lnTo>
                    <a:pt x="679203" y="240119"/>
                  </a:lnTo>
                  <a:lnTo>
                    <a:pt x="679203" y="240335"/>
                  </a:lnTo>
                  <a:lnTo>
                    <a:pt x="679213" y="240405"/>
                  </a:lnTo>
                  <a:lnTo>
                    <a:pt x="679187" y="240522"/>
                  </a:lnTo>
                  <a:lnTo>
                    <a:pt x="679277" y="240848"/>
                  </a:lnTo>
                  <a:lnTo>
                    <a:pt x="679424" y="241040"/>
                  </a:lnTo>
                  <a:lnTo>
                    <a:pt x="679559" y="241309"/>
                  </a:lnTo>
                  <a:lnTo>
                    <a:pt x="679508" y="241539"/>
                  </a:lnTo>
                  <a:lnTo>
                    <a:pt x="679142" y="241820"/>
                  </a:lnTo>
                  <a:lnTo>
                    <a:pt x="679001" y="241929"/>
                  </a:lnTo>
                  <a:lnTo>
                    <a:pt x="678720" y="242134"/>
                  </a:lnTo>
                  <a:lnTo>
                    <a:pt x="678646" y="242287"/>
                  </a:lnTo>
                  <a:lnTo>
                    <a:pt x="678663" y="242505"/>
                  </a:lnTo>
                  <a:lnTo>
                    <a:pt x="678759" y="242748"/>
                  </a:lnTo>
                  <a:lnTo>
                    <a:pt x="678926" y="243002"/>
                  </a:lnTo>
                  <a:lnTo>
                    <a:pt x="679454" y="243284"/>
                  </a:lnTo>
                  <a:lnTo>
                    <a:pt x="679904" y="243341"/>
                  </a:lnTo>
                  <a:lnTo>
                    <a:pt x="680457" y="243418"/>
                  </a:lnTo>
                  <a:lnTo>
                    <a:pt x="680800" y="243539"/>
                  </a:lnTo>
                  <a:lnTo>
                    <a:pt x="680907" y="243846"/>
                  </a:lnTo>
                  <a:lnTo>
                    <a:pt x="680907" y="244057"/>
                  </a:lnTo>
                  <a:lnTo>
                    <a:pt x="680862" y="244671"/>
                  </a:lnTo>
                  <a:lnTo>
                    <a:pt x="680913" y="245183"/>
                  </a:lnTo>
                  <a:lnTo>
                    <a:pt x="681026" y="245433"/>
                  </a:lnTo>
                  <a:lnTo>
                    <a:pt x="681206" y="245580"/>
                  </a:lnTo>
                  <a:lnTo>
                    <a:pt x="681304" y="245629"/>
                  </a:lnTo>
                  <a:lnTo>
                    <a:pt x="681896" y="245783"/>
                  </a:lnTo>
                  <a:lnTo>
                    <a:pt x="682177" y="245991"/>
                  </a:lnTo>
                  <a:lnTo>
                    <a:pt x="682234" y="246143"/>
                  </a:lnTo>
                  <a:lnTo>
                    <a:pt x="682228" y="246309"/>
                  </a:lnTo>
                  <a:lnTo>
                    <a:pt x="682174" y="246365"/>
                  </a:lnTo>
                  <a:lnTo>
                    <a:pt x="681439" y="246565"/>
                  </a:lnTo>
                  <a:lnTo>
                    <a:pt x="681304" y="246606"/>
                  </a:lnTo>
                  <a:lnTo>
                    <a:pt x="680803" y="246761"/>
                  </a:lnTo>
                  <a:lnTo>
                    <a:pt x="680498" y="247170"/>
                  </a:lnTo>
                  <a:lnTo>
                    <a:pt x="680536" y="247598"/>
                  </a:lnTo>
                  <a:lnTo>
                    <a:pt x="680593" y="247798"/>
                  </a:lnTo>
                  <a:lnTo>
                    <a:pt x="680551" y="247981"/>
                  </a:lnTo>
                  <a:lnTo>
                    <a:pt x="680389" y="248141"/>
                  </a:lnTo>
                  <a:lnTo>
                    <a:pt x="680086" y="248197"/>
                  </a:lnTo>
                  <a:lnTo>
                    <a:pt x="679128" y="248117"/>
                  </a:lnTo>
                  <a:lnTo>
                    <a:pt x="678360" y="248005"/>
                  </a:lnTo>
                  <a:lnTo>
                    <a:pt x="677889" y="247918"/>
                  </a:lnTo>
                  <a:lnTo>
                    <a:pt x="677677" y="248101"/>
                  </a:lnTo>
                  <a:lnTo>
                    <a:pt x="677501" y="248501"/>
                  </a:lnTo>
                  <a:lnTo>
                    <a:pt x="677226" y="248814"/>
                  </a:lnTo>
                  <a:lnTo>
                    <a:pt x="676996" y="248890"/>
                  </a:lnTo>
                  <a:lnTo>
                    <a:pt x="676774" y="249098"/>
                  </a:lnTo>
                  <a:lnTo>
                    <a:pt x="676373" y="249157"/>
                  </a:lnTo>
                  <a:lnTo>
                    <a:pt x="675994" y="249152"/>
                  </a:lnTo>
                  <a:lnTo>
                    <a:pt x="675377" y="249101"/>
                  </a:lnTo>
                  <a:lnTo>
                    <a:pt x="675084" y="249152"/>
                  </a:lnTo>
                  <a:lnTo>
                    <a:pt x="675012" y="249244"/>
                  </a:lnTo>
                  <a:lnTo>
                    <a:pt x="675010" y="249272"/>
                  </a:lnTo>
                  <a:lnTo>
                    <a:pt x="675048" y="249648"/>
                  </a:lnTo>
                  <a:lnTo>
                    <a:pt x="675061" y="249965"/>
                  </a:lnTo>
                  <a:lnTo>
                    <a:pt x="674940" y="250257"/>
                  </a:lnTo>
                  <a:lnTo>
                    <a:pt x="674548" y="250891"/>
                  </a:lnTo>
                  <a:lnTo>
                    <a:pt x="674192" y="251562"/>
                  </a:lnTo>
                  <a:lnTo>
                    <a:pt x="674187" y="251751"/>
                  </a:lnTo>
                  <a:lnTo>
                    <a:pt x="674237" y="251920"/>
                  </a:lnTo>
                  <a:lnTo>
                    <a:pt x="674291" y="252007"/>
                  </a:lnTo>
                  <a:lnTo>
                    <a:pt x="674543" y="252165"/>
                  </a:lnTo>
                  <a:lnTo>
                    <a:pt x="674899" y="252263"/>
                  </a:lnTo>
                  <a:lnTo>
                    <a:pt x="675336" y="252222"/>
                  </a:lnTo>
                  <a:lnTo>
                    <a:pt x="675991" y="252227"/>
                  </a:lnTo>
                  <a:lnTo>
                    <a:pt x="676040" y="252200"/>
                  </a:lnTo>
                  <a:lnTo>
                    <a:pt x="676048" y="252195"/>
                  </a:lnTo>
                  <a:lnTo>
                    <a:pt x="676055" y="252194"/>
                  </a:lnTo>
                  <a:lnTo>
                    <a:pt x="676216" y="252179"/>
                  </a:lnTo>
                  <a:lnTo>
                    <a:pt x="676232" y="252178"/>
                  </a:lnTo>
                  <a:lnTo>
                    <a:pt x="676241" y="252180"/>
                  </a:lnTo>
                  <a:lnTo>
                    <a:pt x="676247" y="252183"/>
                  </a:lnTo>
                  <a:lnTo>
                    <a:pt x="676256" y="252191"/>
                  </a:lnTo>
                  <a:lnTo>
                    <a:pt x="676273" y="252209"/>
                  </a:lnTo>
                  <a:lnTo>
                    <a:pt x="676294" y="252233"/>
                  </a:lnTo>
                  <a:lnTo>
                    <a:pt x="676419" y="252385"/>
                  </a:lnTo>
                  <a:lnTo>
                    <a:pt x="676488" y="252469"/>
                  </a:lnTo>
                  <a:lnTo>
                    <a:pt x="676498" y="252483"/>
                  </a:lnTo>
                  <a:lnTo>
                    <a:pt x="676504" y="252494"/>
                  </a:lnTo>
                  <a:lnTo>
                    <a:pt x="676558" y="252602"/>
                  </a:lnTo>
                  <a:lnTo>
                    <a:pt x="676603" y="252910"/>
                  </a:lnTo>
                  <a:lnTo>
                    <a:pt x="676684" y="253269"/>
                  </a:lnTo>
                  <a:lnTo>
                    <a:pt x="676837" y="253484"/>
                  </a:lnTo>
                  <a:lnTo>
                    <a:pt x="677486" y="253678"/>
                  </a:lnTo>
                  <a:lnTo>
                    <a:pt x="678045" y="254067"/>
                  </a:lnTo>
                  <a:lnTo>
                    <a:pt x="678325" y="254364"/>
                  </a:lnTo>
                  <a:lnTo>
                    <a:pt x="678316" y="254538"/>
                  </a:lnTo>
                  <a:lnTo>
                    <a:pt x="678108" y="254619"/>
                  </a:lnTo>
                  <a:lnTo>
                    <a:pt x="677504" y="254660"/>
                  </a:lnTo>
                  <a:lnTo>
                    <a:pt x="677234" y="254671"/>
                  </a:lnTo>
                  <a:lnTo>
                    <a:pt x="677008" y="254722"/>
                  </a:lnTo>
                  <a:lnTo>
                    <a:pt x="676945" y="254834"/>
                  </a:lnTo>
                  <a:lnTo>
                    <a:pt x="677027" y="254896"/>
                  </a:lnTo>
                  <a:lnTo>
                    <a:pt x="677736" y="255415"/>
                  </a:lnTo>
                  <a:lnTo>
                    <a:pt x="678022" y="255792"/>
                  </a:lnTo>
                  <a:lnTo>
                    <a:pt x="678292" y="255997"/>
                  </a:lnTo>
                  <a:lnTo>
                    <a:pt x="678512" y="256022"/>
                  </a:lnTo>
                  <a:lnTo>
                    <a:pt x="679160" y="255901"/>
                  </a:lnTo>
                  <a:lnTo>
                    <a:pt x="679875" y="255779"/>
                  </a:lnTo>
                  <a:lnTo>
                    <a:pt x="680512" y="255997"/>
                  </a:lnTo>
                  <a:lnTo>
                    <a:pt x="681340" y="256643"/>
                  </a:lnTo>
                  <a:lnTo>
                    <a:pt x="682281" y="257270"/>
                  </a:lnTo>
                  <a:lnTo>
                    <a:pt x="683070" y="257896"/>
                  </a:lnTo>
                  <a:lnTo>
                    <a:pt x="683611" y="258197"/>
                  </a:lnTo>
                  <a:lnTo>
                    <a:pt x="683712" y="258200"/>
                  </a:lnTo>
                  <a:lnTo>
                    <a:pt x="683724" y="258192"/>
                  </a:lnTo>
                  <a:lnTo>
                    <a:pt x="683734" y="258185"/>
                  </a:lnTo>
                  <a:lnTo>
                    <a:pt x="684123" y="257775"/>
                  </a:lnTo>
                  <a:lnTo>
                    <a:pt x="684614" y="257481"/>
                  </a:lnTo>
                  <a:lnTo>
                    <a:pt x="684963" y="257423"/>
                  </a:lnTo>
                  <a:lnTo>
                    <a:pt x="685571" y="257609"/>
                  </a:lnTo>
                  <a:lnTo>
                    <a:pt x="686664" y="258101"/>
                  </a:lnTo>
                  <a:lnTo>
                    <a:pt x="687662" y="258574"/>
                  </a:lnTo>
                  <a:lnTo>
                    <a:pt x="688366" y="258996"/>
                  </a:lnTo>
                  <a:lnTo>
                    <a:pt x="688873" y="259342"/>
                  </a:lnTo>
                  <a:lnTo>
                    <a:pt x="689245" y="259700"/>
                  </a:lnTo>
                  <a:lnTo>
                    <a:pt x="689239" y="259924"/>
                  </a:lnTo>
                  <a:lnTo>
                    <a:pt x="689233" y="260308"/>
                  </a:lnTo>
                  <a:lnTo>
                    <a:pt x="689324" y="260525"/>
                  </a:lnTo>
                  <a:lnTo>
                    <a:pt x="689397" y="260659"/>
                  </a:lnTo>
                  <a:lnTo>
                    <a:pt x="689498" y="260666"/>
                  </a:lnTo>
                  <a:lnTo>
                    <a:pt x="689619" y="260606"/>
                  </a:lnTo>
                  <a:lnTo>
                    <a:pt x="689905" y="260555"/>
                  </a:lnTo>
                  <a:lnTo>
                    <a:pt x="690554" y="260371"/>
                  </a:lnTo>
                  <a:lnTo>
                    <a:pt x="690712" y="260371"/>
                  </a:lnTo>
                  <a:lnTo>
                    <a:pt x="690938" y="260428"/>
                  </a:lnTo>
                  <a:lnTo>
                    <a:pt x="691082" y="260458"/>
                  </a:lnTo>
                  <a:lnTo>
                    <a:pt x="691193" y="260520"/>
                  </a:lnTo>
                  <a:lnTo>
                    <a:pt x="691205" y="260603"/>
                  </a:lnTo>
                  <a:lnTo>
                    <a:pt x="691059" y="260924"/>
                  </a:lnTo>
                  <a:lnTo>
                    <a:pt x="690879" y="261287"/>
                  </a:lnTo>
                  <a:lnTo>
                    <a:pt x="690298" y="261896"/>
                  </a:lnTo>
                  <a:lnTo>
                    <a:pt x="689527" y="262510"/>
                  </a:lnTo>
                  <a:lnTo>
                    <a:pt x="689236" y="262725"/>
                  </a:lnTo>
                  <a:lnTo>
                    <a:pt x="689048" y="262917"/>
                  </a:lnTo>
                  <a:lnTo>
                    <a:pt x="687944" y="263678"/>
                  </a:lnTo>
                  <a:lnTo>
                    <a:pt x="687741" y="263947"/>
                  </a:lnTo>
                  <a:lnTo>
                    <a:pt x="687628" y="264203"/>
                  </a:lnTo>
                  <a:lnTo>
                    <a:pt x="687634" y="264274"/>
                  </a:lnTo>
                  <a:lnTo>
                    <a:pt x="687912" y="264658"/>
                  </a:lnTo>
                  <a:lnTo>
                    <a:pt x="687948" y="264874"/>
                  </a:lnTo>
                  <a:lnTo>
                    <a:pt x="687842" y="265138"/>
                  </a:lnTo>
                  <a:lnTo>
                    <a:pt x="687243" y="265482"/>
                  </a:lnTo>
                  <a:lnTo>
                    <a:pt x="686451" y="265957"/>
                  </a:lnTo>
                  <a:lnTo>
                    <a:pt x="685695" y="266106"/>
                  </a:lnTo>
                  <a:lnTo>
                    <a:pt x="685267" y="266312"/>
                  </a:lnTo>
                  <a:lnTo>
                    <a:pt x="684825" y="266593"/>
                  </a:lnTo>
                  <a:lnTo>
                    <a:pt x="684609" y="266788"/>
                  </a:lnTo>
                  <a:lnTo>
                    <a:pt x="684634" y="267140"/>
                  </a:lnTo>
                  <a:lnTo>
                    <a:pt x="684865" y="267607"/>
                  </a:lnTo>
                  <a:lnTo>
                    <a:pt x="685248" y="267978"/>
                  </a:lnTo>
                  <a:lnTo>
                    <a:pt x="685465" y="268172"/>
                  </a:lnTo>
                  <a:lnTo>
                    <a:pt x="685485" y="268178"/>
                  </a:lnTo>
                  <a:lnTo>
                    <a:pt x="685499" y="268184"/>
                  </a:lnTo>
                  <a:lnTo>
                    <a:pt x="685514" y="268191"/>
                  </a:lnTo>
                  <a:lnTo>
                    <a:pt x="685526" y="268198"/>
                  </a:lnTo>
                  <a:lnTo>
                    <a:pt x="685540" y="268211"/>
                  </a:lnTo>
                  <a:lnTo>
                    <a:pt x="685598" y="268267"/>
                  </a:lnTo>
                  <a:lnTo>
                    <a:pt x="685674" y="268338"/>
                  </a:lnTo>
                  <a:lnTo>
                    <a:pt x="685697" y="268359"/>
                  </a:lnTo>
                  <a:lnTo>
                    <a:pt x="685728" y="268383"/>
                  </a:lnTo>
                  <a:lnTo>
                    <a:pt x="685743" y="268393"/>
                  </a:lnTo>
                  <a:lnTo>
                    <a:pt x="685753" y="268399"/>
                  </a:lnTo>
                  <a:lnTo>
                    <a:pt x="685773" y="268406"/>
                  </a:lnTo>
                  <a:lnTo>
                    <a:pt x="685856" y="268432"/>
                  </a:lnTo>
                  <a:lnTo>
                    <a:pt x="685895" y="268441"/>
                  </a:lnTo>
                  <a:lnTo>
                    <a:pt x="685913" y="268446"/>
                  </a:lnTo>
                  <a:lnTo>
                    <a:pt x="686001" y="268455"/>
                  </a:lnTo>
                  <a:lnTo>
                    <a:pt x="686068" y="268460"/>
                  </a:lnTo>
                  <a:lnTo>
                    <a:pt x="686104" y="268462"/>
                  </a:lnTo>
                  <a:lnTo>
                    <a:pt x="686129" y="268463"/>
                  </a:lnTo>
                  <a:lnTo>
                    <a:pt x="686150" y="268462"/>
                  </a:lnTo>
                  <a:lnTo>
                    <a:pt x="686173" y="268459"/>
                  </a:lnTo>
                  <a:lnTo>
                    <a:pt x="686182" y="268457"/>
                  </a:lnTo>
                  <a:lnTo>
                    <a:pt x="686197" y="268451"/>
                  </a:lnTo>
                  <a:lnTo>
                    <a:pt x="686206" y="268445"/>
                  </a:lnTo>
                  <a:lnTo>
                    <a:pt x="686821" y="268571"/>
                  </a:lnTo>
                  <a:lnTo>
                    <a:pt x="687429" y="268920"/>
                  </a:lnTo>
                  <a:lnTo>
                    <a:pt x="687721" y="269130"/>
                  </a:lnTo>
                  <a:lnTo>
                    <a:pt x="687944" y="269271"/>
                  </a:lnTo>
                  <a:lnTo>
                    <a:pt x="688374" y="269434"/>
                  </a:lnTo>
                  <a:lnTo>
                    <a:pt x="688667" y="269490"/>
                  </a:lnTo>
                  <a:lnTo>
                    <a:pt x="688992" y="269511"/>
                  </a:lnTo>
                  <a:lnTo>
                    <a:pt x="689357" y="269634"/>
                  </a:lnTo>
                  <a:lnTo>
                    <a:pt x="689605" y="269623"/>
                  </a:lnTo>
                  <a:lnTo>
                    <a:pt x="689889" y="269460"/>
                  </a:lnTo>
                  <a:lnTo>
                    <a:pt x="690321" y="269403"/>
                  </a:lnTo>
                  <a:lnTo>
                    <a:pt x="690554" y="269441"/>
                  </a:lnTo>
                  <a:lnTo>
                    <a:pt x="691137" y="269444"/>
                  </a:lnTo>
                  <a:lnTo>
                    <a:pt x="691583" y="269593"/>
                  </a:lnTo>
                  <a:lnTo>
                    <a:pt x="691754" y="269741"/>
                  </a:lnTo>
                  <a:lnTo>
                    <a:pt x="691948" y="270115"/>
                  </a:lnTo>
                  <a:lnTo>
                    <a:pt x="692093" y="270365"/>
                  </a:lnTo>
                  <a:lnTo>
                    <a:pt x="692250" y="270590"/>
                  </a:lnTo>
                  <a:lnTo>
                    <a:pt x="692358" y="270718"/>
                  </a:lnTo>
                  <a:lnTo>
                    <a:pt x="692453" y="270810"/>
                  </a:lnTo>
                  <a:lnTo>
                    <a:pt x="692557" y="270816"/>
                  </a:lnTo>
                  <a:lnTo>
                    <a:pt x="692805" y="270723"/>
                  </a:lnTo>
                  <a:lnTo>
                    <a:pt x="693129" y="270611"/>
                  </a:lnTo>
                  <a:lnTo>
                    <a:pt x="693190" y="270604"/>
                  </a:lnTo>
                  <a:lnTo>
                    <a:pt x="693368" y="270549"/>
                  </a:lnTo>
                  <a:lnTo>
                    <a:pt x="693689" y="270690"/>
                  </a:lnTo>
                  <a:lnTo>
                    <a:pt x="694985" y="271854"/>
                  </a:lnTo>
                  <a:lnTo>
                    <a:pt x="695340" y="272168"/>
                  </a:lnTo>
                  <a:lnTo>
                    <a:pt x="695916" y="272496"/>
                  </a:lnTo>
                  <a:lnTo>
                    <a:pt x="696467" y="272174"/>
                  </a:lnTo>
                  <a:lnTo>
                    <a:pt x="696850" y="271995"/>
                  </a:lnTo>
                  <a:lnTo>
                    <a:pt x="697094" y="272006"/>
                  </a:lnTo>
                  <a:lnTo>
                    <a:pt x="697736" y="272206"/>
                  </a:lnTo>
                  <a:lnTo>
                    <a:pt x="698453" y="272183"/>
                  </a:lnTo>
                  <a:lnTo>
                    <a:pt x="699055" y="272467"/>
                  </a:lnTo>
                  <a:lnTo>
                    <a:pt x="700643" y="272958"/>
                  </a:lnTo>
                  <a:lnTo>
                    <a:pt x="701461" y="273211"/>
                  </a:lnTo>
                  <a:lnTo>
                    <a:pt x="702678" y="273679"/>
                  </a:lnTo>
                  <a:lnTo>
                    <a:pt x="703354" y="274009"/>
                  </a:lnTo>
                  <a:lnTo>
                    <a:pt x="703503" y="274209"/>
                  </a:lnTo>
                  <a:lnTo>
                    <a:pt x="703509" y="274277"/>
                  </a:lnTo>
                  <a:lnTo>
                    <a:pt x="703327" y="274777"/>
                  </a:lnTo>
                  <a:lnTo>
                    <a:pt x="703267" y="275022"/>
                  </a:lnTo>
                  <a:lnTo>
                    <a:pt x="703260" y="275214"/>
                  </a:lnTo>
                  <a:lnTo>
                    <a:pt x="703341" y="275391"/>
                  </a:lnTo>
                  <a:lnTo>
                    <a:pt x="703510" y="275567"/>
                  </a:lnTo>
                  <a:lnTo>
                    <a:pt x="703727" y="275740"/>
                  </a:lnTo>
                  <a:lnTo>
                    <a:pt x="703744" y="275737"/>
                  </a:lnTo>
                  <a:lnTo>
                    <a:pt x="703794" y="275790"/>
                  </a:lnTo>
                  <a:lnTo>
                    <a:pt x="704767" y="276289"/>
                  </a:lnTo>
                  <a:lnTo>
                    <a:pt x="705558" y="276673"/>
                  </a:lnTo>
                  <a:lnTo>
                    <a:pt x="706343" y="277010"/>
                  </a:lnTo>
                  <a:lnTo>
                    <a:pt x="706911" y="277348"/>
                  </a:lnTo>
                  <a:lnTo>
                    <a:pt x="707330" y="277801"/>
                  </a:lnTo>
                  <a:lnTo>
                    <a:pt x="707600" y="277939"/>
                  </a:lnTo>
                  <a:lnTo>
                    <a:pt x="707728" y="277978"/>
                  </a:lnTo>
                  <a:lnTo>
                    <a:pt x="708388" y="277819"/>
                  </a:lnTo>
                  <a:lnTo>
                    <a:pt x="709262" y="277275"/>
                  </a:lnTo>
                  <a:lnTo>
                    <a:pt x="709818" y="276939"/>
                  </a:lnTo>
                  <a:lnTo>
                    <a:pt x="710424" y="276779"/>
                  </a:lnTo>
                  <a:lnTo>
                    <a:pt x="710867" y="276883"/>
                  </a:lnTo>
                  <a:lnTo>
                    <a:pt x="711226" y="277155"/>
                  </a:lnTo>
                  <a:lnTo>
                    <a:pt x="711269" y="277427"/>
                  </a:lnTo>
                  <a:lnTo>
                    <a:pt x="711258" y="277708"/>
                  </a:lnTo>
                  <a:lnTo>
                    <a:pt x="711339" y="278490"/>
                  </a:lnTo>
                  <a:lnTo>
                    <a:pt x="711473" y="278730"/>
                  </a:lnTo>
                  <a:lnTo>
                    <a:pt x="711741" y="279106"/>
                  </a:lnTo>
                  <a:lnTo>
                    <a:pt x="711932" y="279212"/>
                  </a:lnTo>
                  <a:lnTo>
                    <a:pt x="712496" y="279233"/>
                  </a:lnTo>
                  <a:lnTo>
                    <a:pt x="712635" y="279218"/>
                  </a:lnTo>
                  <a:lnTo>
                    <a:pt x="713262" y="279138"/>
                  </a:lnTo>
                  <a:lnTo>
                    <a:pt x="713381" y="279134"/>
                  </a:lnTo>
                  <a:lnTo>
                    <a:pt x="713600" y="279178"/>
                  </a:lnTo>
                  <a:lnTo>
                    <a:pt x="713656" y="279350"/>
                  </a:lnTo>
                  <a:lnTo>
                    <a:pt x="713566" y="279824"/>
                  </a:lnTo>
                  <a:lnTo>
                    <a:pt x="713623" y="279996"/>
                  </a:lnTo>
                  <a:lnTo>
                    <a:pt x="713741" y="280131"/>
                  </a:lnTo>
                  <a:lnTo>
                    <a:pt x="714192" y="280412"/>
                  </a:lnTo>
                  <a:lnTo>
                    <a:pt x="714840" y="280572"/>
                  </a:lnTo>
                  <a:lnTo>
                    <a:pt x="715292" y="280907"/>
                  </a:lnTo>
                  <a:lnTo>
                    <a:pt x="715308" y="281078"/>
                  </a:lnTo>
                  <a:lnTo>
                    <a:pt x="715019" y="281781"/>
                  </a:lnTo>
                  <a:lnTo>
                    <a:pt x="714197" y="282740"/>
                  </a:lnTo>
                  <a:lnTo>
                    <a:pt x="713870" y="283162"/>
                  </a:lnTo>
                  <a:lnTo>
                    <a:pt x="713765" y="283557"/>
                  </a:lnTo>
                  <a:lnTo>
                    <a:pt x="713710" y="283631"/>
                  </a:lnTo>
                  <a:lnTo>
                    <a:pt x="713705" y="283638"/>
                  </a:lnTo>
                  <a:lnTo>
                    <a:pt x="713698" y="283648"/>
                  </a:lnTo>
                  <a:lnTo>
                    <a:pt x="713690" y="283738"/>
                  </a:lnTo>
                  <a:lnTo>
                    <a:pt x="713802" y="284096"/>
                  </a:lnTo>
                  <a:lnTo>
                    <a:pt x="714062" y="284275"/>
                  </a:lnTo>
                  <a:lnTo>
                    <a:pt x="714332" y="284525"/>
                  </a:lnTo>
                  <a:lnTo>
                    <a:pt x="714478" y="284774"/>
                  </a:lnTo>
                  <a:lnTo>
                    <a:pt x="714636" y="285126"/>
                  </a:lnTo>
                  <a:lnTo>
                    <a:pt x="714814" y="285743"/>
                  </a:lnTo>
                  <a:lnTo>
                    <a:pt x="714794" y="286303"/>
                  </a:lnTo>
                  <a:lnTo>
                    <a:pt x="714800" y="286584"/>
                  </a:lnTo>
                  <a:lnTo>
                    <a:pt x="714845" y="286949"/>
                  </a:lnTo>
                  <a:lnTo>
                    <a:pt x="714918" y="287102"/>
                  </a:lnTo>
                  <a:lnTo>
                    <a:pt x="715059" y="287281"/>
                  </a:lnTo>
                  <a:lnTo>
                    <a:pt x="715299" y="287390"/>
                  </a:lnTo>
                  <a:lnTo>
                    <a:pt x="715304" y="287396"/>
                  </a:lnTo>
                  <a:lnTo>
                    <a:pt x="715308" y="287401"/>
                  </a:lnTo>
                  <a:lnTo>
                    <a:pt x="715314" y="287405"/>
                  </a:lnTo>
                  <a:lnTo>
                    <a:pt x="715320" y="287411"/>
                  </a:lnTo>
                  <a:lnTo>
                    <a:pt x="715325" y="287415"/>
                  </a:lnTo>
                  <a:lnTo>
                    <a:pt x="715330" y="287418"/>
                  </a:lnTo>
                  <a:lnTo>
                    <a:pt x="715334" y="287422"/>
                  </a:lnTo>
                  <a:lnTo>
                    <a:pt x="715339" y="287425"/>
                  </a:lnTo>
                  <a:lnTo>
                    <a:pt x="715344" y="287429"/>
                  </a:lnTo>
                  <a:lnTo>
                    <a:pt x="715349" y="287432"/>
                  </a:lnTo>
                  <a:lnTo>
                    <a:pt x="715355" y="287435"/>
                  </a:lnTo>
                  <a:lnTo>
                    <a:pt x="715361" y="287439"/>
                  </a:lnTo>
                  <a:lnTo>
                    <a:pt x="715367" y="287442"/>
                  </a:lnTo>
                  <a:lnTo>
                    <a:pt x="715373" y="287446"/>
                  </a:lnTo>
                  <a:lnTo>
                    <a:pt x="715379" y="287449"/>
                  </a:lnTo>
                  <a:lnTo>
                    <a:pt x="715386" y="287452"/>
                  </a:lnTo>
                  <a:lnTo>
                    <a:pt x="715393" y="287455"/>
                  </a:lnTo>
                  <a:lnTo>
                    <a:pt x="715407" y="287462"/>
                  </a:lnTo>
                  <a:lnTo>
                    <a:pt x="715415" y="287465"/>
                  </a:lnTo>
                  <a:lnTo>
                    <a:pt x="715423" y="287468"/>
                  </a:lnTo>
                  <a:lnTo>
                    <a:pt x="715646" y="287552"/>
                  </a:lnTo>
                  <a:lnTo>
                    <a:pt x="715654" y="287554"/>
                  </a:lnTo>
                  <a:lnTo>
                    <a:pt x="715662" y="287556"/>
                  </a:lnTo>
                  <a:lnTo>
                    <a:pt x="715671" y="287557"/>
                  </a:lnTo>
                  <a:lnTo>
                    <a:pt x="715679" y="287558"/>
                  </a:lnTo>
                  <a:lnTo>
                    <a:pt x="715685" y="287557"/>
                  </a:lnTo>
                  <a:lnTo>
                    <a:pt x="715780" y="287551"/>
                  </a:lnTo>
                  <a:lnTo>
                    <a:pt x="716287" y="287850"/>
                  </a:lnTo>
                  <a:lnTo>
                    <a:pt x="716433" y="288036"/>
                  </a:lnTo>
                  <a:lnTo>
                    <a:pt x="716518" y="288285"/>
                  </a:lnTo>
                  <a:lnTo>
                    <a:pt x="716529" y="288528"/>
                  </a:lnTo>
                  <a:lnTo>
                    <a:pt x="716563" y="288752"/>
                  </a:lnTo>
                  <a:lnTo>
                    <a:pt x="716863" y="289240"/>
                  </a:lnTo>
                  <a:lnTo>
                    <a:pt x="717099" y="289389"/>
                  </a:lnTo>
                  <a:lnTo>
                    <a:pt x="717759" y="289599"/>
                  </a:lnTo>
                  <a:lnTo>
                    <a:pt x="718466" y="289721"/>
                  </a:lnTo>
                  <a:lnTo>
                    <a:pt x="718951" y="289551"/>
                  </a:lnTo>
                  <a:lnTo>
                    <a:pt x="719379" y="289299"/>
                  </a:lnTo>
                  <a:lnTo>
                    <a:pt x="719589" y="289240"/>
                  </a:lnTo>
                  <a:lnTo>
                    <a:pt x="719922" y="289292"/>
                  </a:lnTo>
                  <a:lnTo>
                    <a:pt x="720065" y="289381"/>
                  </a:lnTo>
                  <a:lnTo>
                    <a:pt x="720308" y="289535"/>
                  </a:lnTo>
                  <a:lnTo>
                    <a:pt x="720536" y="290005"/>
                  </a:lnTo>
                  <a:lnTo>
                    <a:pt x="720644" y="290143"/>
                  </a:lnTo>
                  <a:lnTo>
                    <a:pt x="720765" y="290280"/>
                  </a:lnTo>
                  <a:lnTo>
                    <a:pt x="720941" y="290367"/>
                  </a:lnTo>
                  <a:lnTo>
                    <a:pt x="721964" y="290742"/>
                  </a:lnTo>
                  <a:lnTo>
                    <a:pt x="722236" y="290929"/>
                  </a:lnTo>
                  <a:lnTo>
                    <a:pt x="722693" y="291188"/>
                  </a:lnTo>
                  <a:lnTo>
                    <a:pt x="723014" y="291383"/>
                  </a:lnTo>
                  <a:lnTo>
                    <a:pt x="723242" y="291537"/>
                  </a:lnTo>
                  <a:lnTo>
                    <a:pt x="723806" y="291707"/>
                  </a:lnTo>
                  <a:lnTo>
                    <a:pt x="724549" y="292055"/>
                  </a:lnTo>
                  <a:lnTo>
                    <a:pt x="724755" y="292258"/>
                  </a:lnTo>
                  <a:lnTo>
                    <a:pt x="725084" y="292897"/>
                  </a:lnTo>
                  <a:lnTo>
                    <a:pt x="725405" y="293181"/>
                  </a:lnTo>
                  <a:lnTo>
                    <a:pt x="725826" y="293237"/>
                  </a:lnTo>
                  <a:lnTo>
                    <a:pt x="726226" y="293083"/>
                  </a:lnTo>
                  <a:lnTo>
                    <a:pt x="726576" y="292954"/>
                  </a:lnTo>
                  <a:lnTo>
                    <a:pt x="727245" y="292954"/>
                  </a:lnTo>
                  <a:lnTo>
                    <a:pt x="727961" y="293002"/>
                  </a:lnTo>
                  <a:lnTo>
                    <a:pt x="729082" y="292929"/>
                  </a:lnTo>
                  <a:lnTo>
                    <a:pt x="729874" y="292929"/>
                  </a:lnTo>
                  <a:lnTo>
                    <a:pt x="730581" y="293067"/>
                  </a:lnTo>
                  <a:lnTo>
                    <a:pt x="730853" y="293092"/>
                  </a:lnTo>
                  <a:lnTo>
                    <a:pt x="730998" y="293064"/>
                  </a:lnTo>
                  <a:lnTo>
                    <a:pt x="731049" y="293187"/>
                  </a:lnTo>
                  <a:lnTo>
                    <a:pt x="731084" y="293532"/>
                  </a:lnTo>
                  <a:lnTo>
                    <a:pt x="731565" y="293938"/>
                  </a:lnTo>
                  <a:lnTo>
                    <a:pt x="731571" y="293932"/>
                  </a:lnTo>
                  <a:lnTo>
                    <a:pt x="731581" y="293925"/>
                  </a:lnTo>
                  <a:lnTo>
                    <a:pt x="731586" y="293921"/>
                  </a:lnTo>
                  <a:lnTo>
                    <a:pt x="731597" y="293929"/>
                  </a:lnTo>
                  <a:lnTo>
                    <a:pt x="731617" y="293943"/>
                  </a:lnTo>
                  <a:lnTo>
                    <a:pt x="731656" y="293976"/>
                  </a:lnTo>
                  <a:lnTo>
                    <a:pt x="731681" y="294001"/>
                  </a:lnTo>
                  <a:lnTo>
                    <a:pt x="731695" y="294025"/>
                  </a:lnTo>
                  <a:lnTo>
                    <a:pt x="731706" y="294044"/>
                  </a:lnTo>
                  <a:lnTo>
                    <a:pt x="731709" y="294050"/>
                  </a:lnTo>
                  <a:lnTo>
                    <a:pt x="731713" y="294059"/>
                  </a:lnTo>
                  <a:lnTo>
                    <a:pt x="731716" y="294067"/>
                  </a:lnTo>
                  <a:lnTo>
                    <a:pt x="731720" y="294078"/>
                  </a:lnTo>
                  <a:lnTo>
                    <a:pt x="731722" y="294084"/>
                  </a:lnTo>
                  <a:lnTo>
                    <a:pt x="731724" y="294090"/>
                  </a:lnTo>
                  <a:lnTo>
                    <a:pt x="731726" y="294097"/>
                  </a:lnTo>
                  <a:lnTo>
                    <a:pt x="731728" y="294105"/>
                  </a:lnTo>
                  <a:lnTo>
                    <a:pt x="731730" y="294114"/>
                  </a:lnTo>
                  <a:lnTo>
                    <a:pt x="733375" y="295041"/>
                  </a:lnTo>
                  <a:lnTo>
                    <a:pt x="734551" y="295688"/>
                  </a:lnTo>
                  <a:lnTo>
                    <a:pt x="735506" y="296692"/>
                  </a:lnTo>
                  <a:lnTo>
                    <a:pt x="735517" y="296732"/>
                  </a:lnTo>
                  <a:lnTo>
                    <a:pt x="735747" y="297305"/>
                  </a:lnTo>
                  <a:lnTo>
                    <a:pt x="735716" y="298001"/>
                  </a:lnTo>
                  <a:lnTo>
                    <a:pt x="735747" y="298155"/>
                  </a:lnTo>
                  <a:lnTo>
                    <a:pt x="735824" y="298288"/>
                  </a:lnTo>
                  <a:lnTo>
                    <a:pt x="735830" y="298292"/>
                  </a:lnTo>
                  <a:lnTo>
                    <a:pt x="735861" y="298341"/>
                  </a:lnTo>
                  <a:lnTo>
                    <a:pt x="735870" y="298354"/>
                  </a:lnTo>
                  <a:lnTo>
                    <a:pt x="735879" y="298367"/>
                  </a:lnTo>
                  <a:lnTo>
                    <a:pt x="735889" y="298379"/>
                  </a:lnTo>
                  <a:lnTo>
                    <a:pt x="735899" y="298390"/>
                  </a:lnTo>
                  <a:lnTo>
                    <a:pt x="735910" y="298400"/>
                  </a:lnTo>
                  <a:lnTo>
                    <a:pt x="735922" y="298410"/>
                  </a:lnTo>
                  <a:lnTo>
                    <a:pt x="735934" y="298418"/>
                  </a:lnTo>
                  <a:lnTo>
                    <a:pt x="735947" y="298426"/>
                  </a:lnTo>
                  <a:lnTo>
                    <a:pt x="735960" y="298434"/>
                  </a:lnTo>
                  <a:lnTo>
                    <a:pt x="736012" y="298461"/>
                  </a:lnTo>
                  <a:lnTo>
                    <a:pt x="736051" y="298481"/>
                  </a:lnTo>
                  <a:lnTo>
                    <a:pt x="736078" y="298493"/>
                  </a:lnTo>
                  <a:lnTo>
                    <a:pt x="736255" y="298568"/>
                  </a:lnTo>
                  <a:lnTo>
                    <a:pt x="736279" y="298578"/>
                  </a:lnTo>
                  <a:lnTo>
                    <a:pt x="736312" y="298590"/>
                  </a:lnTo>
                  <a:lnTo>
                    <a:pt x="736326" y="298595"/>
                  </a:lnTo>
                  <a:lnTo>
                    <a:pt x="736351" y="298604"/>
                  </a:lnTo>
                  <a:lnTo>
                    <a:pt x="736376" y="298618"/>
                  </a:lnTo>
                  <a:lnTo>
                    <a:pt x="736466" y="298722"/>
                  </a:lnTo>
                  <a:lnTo>
                    <a:pt x="736481" y="298749"/>
                  </a:lnTo>
                  <a:lnTo>
                    <a:pt x="736511" y="298802"/>
                  </a:lnTo>
                  <a:lnTo>
                    <a:pt x="736565" y="298924"/>
                  </a:lnTo>
                  <a:lnTo>
                    <a:pt x="736603" y="298946"/>
                  </a:lnTo>
                  <a:lnTo>
                    <a:pt x="736606" y="298952"/>
                  </a:lnTo>
                  <a:lnTo>
                    <a:pt x="736616" y="298970"/>
                  </a:lnTo>
                  <a:lnTo>
                    <a:pt x="736641" y="299022"/>
                  </a:lnTo>
                  <a:lnTo>
                    <a:pt x="736660" y="299062"/>
                  </a:lnTo>
                  <a:lnTo>
                    <a:pt x="736679" y="299115"/>
                  </a:lnTo>
                  <a:lnTo>
                    <a:pt x="736699" y="299171"/>
                  </a:lnTo>
                  <a:lnTo>
                    <a:pt x="736713" y="299204"/>
                  </a:lnTo>
                  <a:lnTo>
                    <a:pt x="736725" y="299250"/>
                  </a:lnTo>
                  <a:lnTo>
                    <a:pt x="736740" y="299316"/>
                  </a:lnTo>
                  <a:lnTo>
                    <a:pt x="736761" y="299356"/>
                  </a:lnTo>
                  <a:lnTo>
                    <a:pt x="736778" y="299389"/>
                  </a:lnTo>
                  <a:lnTo>
                    <a:pt x="736779" y="299406"/>
                  </a:lnTo>
                  <a:lnTo>
                    <a:pt x="736774" y="299429"/>
                  </a:lnTo>
                  <a:lnTo>
                    <a:pt x="736754" y="299450"/>
                  </a:lnTo>
                  <a:lnTo>
                    <a:pt x="736731" y="299463"/>
                  </a:lnTo>
                  <a:lnTo>
                    <a:pt x="736771" y="299517"/>
                  </a:lnTo>
                  <a:lnTo>
                    <a:pt x="736790" y="299524"/>
                  </a:lnTo>
                  <a:lnTo>
                    <a:pt x="736809" y="299530"/>
                  </a:lnTo>
                  <a:lnTo>
                    <a:pt x="736830" y="299536"/>
                  </a:lnTo>
                  <a:lnTo>
                    <a:pt x="736853" y="299543"/>
                  </a:lnTo>
                  <a:lnTo>
                    <a:pt x="736860" y="299546"/>
                  </a:lnTo>
                  <a:lnTo>
                    <a:pt x="736865" y="299552"/>
                  </a:lnTo>
                  <a:lnTo>
                    <a:pt x="736874" y="299563"/>
                  </a:lnTo>
                  <a:lnTo>
                    <a:pt x="736884" y="299577"/>
                  </a:lnTo>
                  <a:lnTo>
                    <a:pt x="736891" y="299586"/>
                  </a:lnTo>
                  <a:lnTo>
                    <a:pt x="736898" y="299590"/>
                  </a:lnTo>
                  <a:lnTo>
                    <a:pt x="736903" y="299593"/>
                  </a:lnTo>
                  <a:lnTo>
                    <a:pt x="736908" y="299595"/>
                  </a:lnTo>
                  <a:lnTo>
                    <a:pt x="736913" y="299597"/>
                  </a:lnTo>
                  <a:lnTo>
                    <a:pt x="736921" y="299601"/>
                  </a:lnTo>
                  <a:lnTo>
                    <a:pt x="736928" y="299603"/>
                  </a:lnTo>
                  <a:lnTo>
                    <a:pt x="736934" y="299605"/>
                  </a:lnTo>
                  <a:lnTo>
                    <a:pt x="736941" y="299607"/>
                  </a:lnTo>
                  <a:lnTo>
                    <a:pt x="736948" y="299609"/>
                  </a:lnTo>
                  <a:lnTo>
                    <a:pt x="736955" y="299610"/>
                  </a:lnTo>
                  <a:lnTo>
                    <a:pt x="736959" y="299611"/>
                  </a:lnTo>
                  <a:lnTo>
                    <a:pt x="736965" y="299612"/>
                  </a:lnTo>
                  <a:lnTo>
                    <a:pt x="736970" y="299612"/>
                  </a:lnTo>
                  <a:lnTo>
                    <a:pt x="736977" y="299613"/>
                  </a:lnTo>
                  <a:lnTo>
                    <a:pt x="736991" y="299614"/>
                  </a:lnTo>
                  <a:lnTo>
                    <a:pt x="737009" y="299615"/>
                  </a:lnTo>
                  <a:lnTo>
                    <a:pt x="737043" y="299616"/>
                  </a:lnTo>
                  <a:lnTo>
                    <a:pt x="737069" y="299617"/>
                  </a:lnTo>
                  <a:lnTo>
                    <a:pt x="737096" y="299616"/>
                  </a:lnTo>
                  <a:lnTo>
                    <a:pt x="737109" y="299616"/>
                  </a:lnTo>
                  <a:lnTo>
                    <a:pt x="737122" y="299615"/>
                  </a:lnTo>
                  <a:lnTo>
                    <a:pt x="737135" y="299614"/>
                  </a:lnTo>
                  <a:lnTo>
                    <a:pt x="737148" y="299613"/>
                  </a:lnTo>
                  <a:lnTo>
                    <a:pt x="737159" y="299612"/>
                  </a:lnTo>
                  <a:lnTo>
                    <a:pt x="737588" y="299671"/>
                  </a:lnTo>
                  <a:lnTo>
                    <a:pt x="738540" y="299747"/>
                  </a:lnTo>
                  <a:lnTo>
                    <a:pt x="739700" y="299581"/>
                  </a:lnTo>
                  <a:lnTo>
                    <a:pt x="740681" y="299357"/>
                  </a:lnTo>
                  <a:lnTo>
                    <a:pt x="740872" y="299350"/>
                  </a:lnTo>
                  <a:lnTo>
                    <a:pt x="741210" y="299287"/>
                  </a:lnTo>
                  <a:lnTo>
                    <a:pt x="741836" y="299332"/>
                  </a:lnTo>
                  <a:lnTo>
                    <a:pt x="742461" y="299594"/>
                  </a:lnTo>
                  <a:lnTo>
                    <a:pt x="743165" y="299837"/>
                  </a:lnTo>
                  <a:lnTo>
                    <a:pt x="743717" y="300029"/>
                  </a:lnTo>
                  <a:lnTo>
                    <a:pt x="744382" y="300035"/>
                  </a:lnTo>
                  <a:lnTo>
                    <a:pt x="745340" y="299735"/>
                  </a:lnTo>
                  <a:lnTo>
                    <a:pt x="745347" y="299734"/>
                  </a:lnTo>
                  <a:lnTo>
                    <a:pt x="745475" y="299671"/>
                  </a:lnTo>
                  <a:lnTo>
                    <a:pt x="745937" y="299485"/>
                  </a:lnTo>
                  <a:lnTo>
                    <a:pt x="746687" y="299498"/>
                  </a:lnTo>
                  <a:lnTo>
                    <a:pt x="747252" y="299266"/>
                  </a:lnTo>
                  <a:lnTo>
                    <a:pt x="747521" y="298945"/>
                  </a:lnTo>
                  <a:lnTo>
                    <a:pt x="747520" y="298939"/>
                  </a:lnTo>
                  <a:lnTo>
                    <a:pt x="747521" y="298926"/>
                  </a:lnTo>
                  <a:lnTo>
                    <a:pt x="747523" y="298910"/>
                  </a:lnTo>
                  <a:lnTo>
                    <a:pt x="747530" y="298882"/>
                  </a:lnTo>
                  <a:lnTo>
                    <a:pt x="747541" y="298850"/>
                  </a:lnTo>
                  <a:lnTo>
                    <a:pt x="747583" y="298749"/>
                  </a:lnTo>
                  <a:lnTo>
                    <a:pt x="747588" y="298739"/>
                  </a:lnTo>
                  <a:lnTo>
                    <a:pt x="747613" y="298702"/>
                  </a:lnTo>
                  <a:lnTo>
                    <a:pt x="747616" y="298694"/>
                  </a:lnTo>
                  <a:lnTo>
                    <a:pt x="747677" y="298081"/>
                  </a:lnTo>
                  <a:lnTo>
                    <a:pt x="747978" y="297896"/>
                  </a:lnTo>
                  <a:lnTo>
                    <a:pt x="749495" y="297562"/>
                  </a:lnTo>
                  <a:lnTo>
                    <a:pt x="750410" y="297568"/>
                  </a:lnTo>
                  <a:lnTo>
                    <a:pt x="751060" y="297425"/>
                  </a:lnTo>
                  <a:lnTo>
                    <a:pt x="751439" y="296940"/>
                  </a:lnTo>
                  <a:lnTo>
                    <a:pt x="751906" y="296530"/>
                  </a:lnTo>
                  <a:lnTo>
                    <a:pt x="752213" y="296678"/>
                  </a:lnTo>
                  <a:lnTo>
                    <a:pt x="752836" y="297015"/>
                  </a:lnTo>
                  <a:lnTo>
                    <a:pt x="754979" y="297083"/>
                  </a:lnTo>
                  <a:lnTo>
                    <a:pt x="756146" y="297460"/>
                  </a:lnTo>
                  <a:lnTo>
                    <a:pt x="756721" y="297519"/>
                  </a:lnTo>
                  <a:lnTo>
                    <a:pt x="756894" y="297549"/>
                  </a:lnTo>
                  <a:lnTo>
                    <a:pt x="758821" y="297044"/>
                  </a:lnTo>
                  <a:lnTo>
                    <a:pt x="758829" y="297040"/>
                  </a:lnTo>
                  <a:lnTo>
                    <a:pt x="758838" y="297038"/>
                  </a:lnTo>
                  <a:lnTo>
                    <a:pt x="758857" y="297034"/>
                  </a:lnTo>
                  <a:lnTo>
                    <a:pt x="759751" y="296880"/>
                  </a:lnTo>
                  <a:lnTo>
                    <a:pt x="760543" y="296950"/>
                  </a:lnTo>
                  <a:lnTo>
                    <a:pt x="761432" y="297279"/>
                  </a:lnTo>
                  <a:lnTo>
                    <a:pt x="761963" y="297940"/>
                  </a:lnTo>
                  <a:lnTo>
                    <a:pt x="762098" y="298385"/>
                  </a:lnTo>
                  <a:lnTo>
                    <a:pt x="762069" y="298875"/>
                  </a:lnTo>
                  <a:lnTo>
                    <a:pt x="762063" y="298880"/>
                  </a:lnTo>
                  <a:lnTo>
                    <a:pt x="762055" y="298885"/>
                  </a:lnTo>
                  <a:lnTo>
                    <a:pt x="762046" y="298890"/>
                  </a:lnTo>
                  <a:lnTo>
                    <a:pt x="762036" y="298895"/>
                  </a:lnTo>
                  <a:lnTo>
                    <a:pt x="762023" y="298900"/>
                  </a:lnTo>
                  <a:lnTo>
                    <a:pt x="762010" y="298905"/>
                  </a:lnTo>
                  <a:lnTo>
                    <a:pt x="761995" y="298910"/>
                  </a:lnTo>
                  <a:lnTo>
                    <a:pt x="761964" y="298919"/>
                  </a:lnTo>
                  <a:lnTo>
                    <a:pt x="761880" y="298944"/>
                  </a:lnTo>
                  <a:lnTo>
                    <a:pt x="761845" y="299612"/>
                  </a:lnTo>
                  <a:lnTo>
                    <a:pt x="761812" y="299837"/>
                  </a:lnTo>
                  <a:lnTo>
                    <a:pt x="761898" y="300589"/>
                  </a:lnTo>
                  <a:lnTo>
                    <a:pt x="762155" y="300906"/>
                  </a:lnTo>
                  <a:lnTo>
                    <a:pt x="762696" y="301305"/>
                  </a:lnTo>
                  <a:lnTo>
                    <a:pt x="762846" y="301371"/>
                  </a:lnTo>
                  <a:lnTo>
                    <a:pt x="762966" y="301459"/>
                  </a:lnTo>
                  <a:lnTo>
                    <a:pt x="763528" y="301629"/>
                  </a:lnTo>
                  <a:lnTo>
                    <a:pt x="764143" y="301776"/>
                  </a:lnTo>
                  <a:lnTo>
                    <a:pt x="764467" y="302021"/>
                  </a:lnTo>
                  <a:lnTo>
                    <a:pt x="764498" y="302077"/>
                  </a:lnTo>
                  <a:lnTo>
                    <a:pt x="764404" y="303004"/>
                  </a:lnTo>
                  <a:lnTo>
                    <a:pt x="764413" y="303398"/>
                  </a:lnTo>
                  <a:lnTo>
                    <a:pt x="764512" y="303649"/>
                  </a:lnTo>
                  <a:lnTo>
                    <a:pt x="764895" y="303761"/>
                  </a:lnTo>
                  <a:lnTo>
                    <a:pt x="766189" y="303920"/>
                  </a:lnTo>
                  <a:lnTo>
                    <a:pt x="766683" y="304039"/>
                  </a:lnTo>
                  <a:lnTo>
                    <a:pt x="767676" y="304222"/>
                  </a:lnTo>
                  <a:lnTo>
                    <a:pt x="768330" y="304411"/>
                  </a:lnTo>
                  <a:lnTo>
                    <a:pt x="768920" y="304759"/>
                  </a:lnTo>
                  <a:lnTo>
                    <a:pt x="769021" y="304861"/>
                  </a:lnTo>
                  <a:lnTo>
                    <a:pt x="769245" y="305178"/>
                  </a:lnTo>
                  <a:lnTo>
                    <a:pt x="769362" y="305526"/>
                  </a:lnTo>
                  <a:lnTo>
                    <a:pt x="769339" y="306232"/>
                  </a:lnTo>
                  <a:lnTo>
                    <a:pt x="769452" y="306667"/>
                  </a:lnTo>
                  <a:lnTo>
                    <a:pt x="769514" y="306855"/>
                  </a:lnTo>
                  <a:lnTo>
                    <a:pt x="769608" y="307276"/>
                  </a:lnTo>
                  <a:lnTo>
                    <a:pt x="769765" y="307628"/>
                  </a:lnTo>
                  <a:lnTo>
                    <a:pt x="769940" y="307884"/>
                  </a:lnTo>
                  <a:lnTo>
                    <a:pt x="770075" y="308073"/>
                  </a:lnTo>
                  <a:lnTo>
                    <a:pt x="770244" y="308143"/>
                  </a:lnTo>
                  <a:lnTo>
                    <a:pt x="770799" y="308045"/>
                  </a:lnTo>
                  <a:lnTo>
                    <a:pt x="771574" y="307821"/>
                  </a:lnTo>
                  <a:lnTo>
                    <a:pt x="772285" y="307821"/>
                  </a:lnTo>
                  <a:lnTo>
                    <a:pt x="773052" y="307885"/>
                  </a:lnTo>
                  <a:lnTo>
                    <a:pt x="773964" y="308040"/>
                  </a:lnTo>
                  <a:lnTo>
                    <a:pt x="774708" y="308155"/>
                  </a:lnTo>
                  <a:lnTo>
                    <a:pt x="775026" y="308120"/>
                  </a:lnTo>
                  <a:lnTo>
                    <a:pt x="775273" y="307967"/>
                  </a:lnTo>
                  <a:lnTo>
                    <a:pt x="775597" y="307740"/>
                  </a:lnTo>
                  <a:lnTo>
                    <a:pt x="776050" y="307629"/>
                  </a:lnTo>
                  <a:lnTo>
                    <a:pt x="776355" y="307602"/>
                  </a:lnTo>
                  <a:lnTo>
                    <a:pt x="776855" y="307640"/>
                  </a:lnTo>
                  <a:lnTo>
                    <a:pt x="777135" y="307765"/>
                  </a:lnTo>
                  <a:lnTo>
                    <a:pt x="778241" y="307949"/>
                  </a:lnTo>
                  <a:lnTo>
                    <a:pt x="778769" y="307949"/>
                  </a:lnTo>
                  <a:lnTo>
                    <a:pt x="779086" y="307853"/>
                  </a:lnTo>
                  <a:lnTo>
                    <a:pt x="779319" y="307630"/>
                  </a:lnTo>
                  <a:lnTo>
                    <a:pt x="779375" y="307334"/>
                  </a:lnTo>
                  <a:lnTo>
                    <a:pt x="779347" y="306750"/>
                  </a:lnTo>
                  <a:lnTo>
                    <a:pt x="779255" y="306023"/>
                  </a:lnTo>
                  <a:lnTo>
                    <a:pt x="779368" y="305319"/>
                  </a:lnTo>
                  <a:lnTo>
                    <a:pt x="779424" y="305143"/>
                  </a:lnTo>
                  <a:lnTo>
                    <a:pt x="779579" y="305111"/>
                  </a:lnTo>
                  <a:lnTo>
                    <a:pt x="779760" y="305192"/>
                  </a:lnTo>
                  <a:lnTo>
                    <a:pt x="780636" y="305375"/>
                  </a:lnTo>
                  <a:lnTo>
                    <a:pt x="781310" y="305388"/>
                  </a:lnTo>
                  <a:lnTo>
                    <a:pt x="781563" y="305411"/>
                  </a:lnTo>
                  <a:lnTo>
                    <a:pt x="781594" y="305409"/>
                  </a:lnTo>
                  <a:lnTo>
                    <a:pt x="782315" y="305619"/>
                  </a:lnTo>
                  <a:lnTo>
                    <a:pt x="782841" y="305689"/>
                  </a:lnTo>
                  <a:lnTo>
                    <a:pt x="783193" y="305686"/>
                  </a:lnTo>
                  <a:lnTo>
                    <a:pt x="783607" y="305513"/>
                  </a:lnTo>
                  <a:lnTo>
                    <a:pt x="784227" y="305227"/>
                  </a:lnTo>
                  <a:lnTo>
                    <a:pt x="784501" y="305296"/>
                  </a:lnTo>
                  <a:lnTo>
                    <a:pt x="784870" y="305639"/>
                  </a:lnTo>
                  <a:lnTo>
                    <a:pt x="785216" y="305937"/>
                  </a:lnTo>
                  <a:lnTo>
                    <a:pt x="785254" y="306304"/>
                  </a:lnTo>
                  <a:lnTo>
                    <a:pt x="785162" y="307121"/>
                  </a:lnTo>
                  <a:lnTo>
                    <a:pt x="784975" y="307966"/>
                  </a:lnTo>
                  <a:lnTo>
                    <a:pt x="784767" y="308522"/>
                  </a:lnTo>
                  <a:lnTo>
                    <a:pt x="784712" y="309468"/>
                  </a:lnTo>
                  <a:lnTo>
                    <a:pt x="784745" y="310150"/>
                  </a:lnTo>
                  <a:lnTo>
                    <a:pt x="784900" y="310645"/>
                  </a:lnTo>
                  <a:lnTo>
                    <a:pt x="785196" y="311174"/>
                  </a:lnTo>
                  <a:lnTo>
                    <a:pt x="785384" y="311467"/>
                  </a:lnTo>
                  <a:lnTo>
                    <a:pt x="786079" y="312225"/>
                  </a:lnTo>
                  <a:lnTo>
                    <a:pt x="786567" y="312580"/>
                  </a:lnTo>
                  <a:lnTo>
                    <a:pt x="787480" y="313660"/>
                  </a:lnTo>
                  <a:lnTo>
                    <a:pt x="788245" y="313931"/>
                  </a:lnTo>
                  <a:lnTo>
                    <a:pt x="789604" y="313840"/>
                  </a:lnTo>
                  <a:lnTo>
                    <a:pt x="790498" y="313877"/>
                  </a:lnTo>
                  <a:lnTo>
                    <a:pt x="790839" y="314156"/>
                  </a:lnTo>
                  <a:lnTo>
                    <a:pt x="791323" y="314677"/>
                  </a:lnTo>
                  <a:lnTo>
                    <a:pt x="791765" y="314919"/>
                  </a:lnTo>
                  <a:lnTo>
                    <a:pt x="792020" y="315012"/>
                  </a:lnTo>
                  <a:lnTo>
                    <a:pt x="792416" y="314917"/>
                  </a:lnTo>
                  <a:lnTo>
                    <a:pt x="792769" y="314738"/>
                  </a:lnTo>
                  <a:lnTo>
                    <a:pt x="793009" y="314732"/>
                  </a:lnTo>
                  <a:lnTo>
                    <a:pt x="793173" y="314805"/>
                  </a:lnTo>
                  <a:lnTo>
                    <a:pt x="793989" y="315351"/>
                  </a:lnTo>
                  <a:lnTo>
                    <a:pt x="795387" y="315691"/>
                  </a:lnTo>
                  <a:lnTo>
                    <a:pt x="796431" y="315979"/>
                  </a:lnTo>
                  <a:lnTo>
                    <a:pt x="797830" y="316571"/>
                  </a:lnTo>
                  <a:lnTo>
                    <a:pt x="798255" y="316907"/>
                  </a:lnTo>
                  <a:lnTo>
                    <a:pt x="798808" y="317298"/>
                  </a:lnTo>
                  <a:lnTo>
                    <a:pt x="799142" y="317595"/>
                  </a:lnTo>
                  <a:lnTo>
                    <a:pt x="799861" y="318018"/>
                  </a:lnTo>
                  <a:lnTo>
                    <a:pt x="799809" y="318160"/>
                  </a:lnTo>
                  <a:lnTo>
                    <a:pt x="798492" y="317999"/>
                  </a:lnTo>
                  <a:lnTo>
                    <a:pt x="798143" y="318039"/>
                  </a:lnTo>
                  <a:lnTo>
                    <a:pt x="797872" y="318245"/>
                  </a:lnTo>
                  <a:lnTo>
                    <a:pt x="797752" y="318479"/>
                  </a:lnTo>
                  <a:lnTo>
                    <a:pt x="797754" y="318748"/>
                  </a:lnTo>
                  <a:lnTo>
                    <a:pt x="797866" y="319021"/>
                  </a:lnTo>
                  <a:lnTo>
                    <a:pt x="798006" y="319248"/>
                  </a:lnTo>
                  <a:lnTo>
                    <a:pt x="799207" y="320439"/>
                  </a:lnTo>
                  <a:lnTo>
                    <a:pt x="799637" y="321595"/>
                  </a:lnTo>
                  <a:lnTo>
                    <a:pt x="800022" y="322430"/>
                  </a:lnTo>
                  <a:lnTo>
                    <a:pt x="800199" y="323063"/>
                  </a:lnTo>
                  <a:lnTo>
                    <a:pt x="800275" y="323437"/>
                  </a:lnTo>
                  <a:lnTo>
                    <a:pt x="800673" y="323865"/>
                  </a:lnTo>
                  <a:lnTo>
                    <a:pt x="801972" y="324585"/>
                  </a:lnTo>
                  <a:lnTo>
                    <a:pt x="802906" y="325438"/>
                  </a:lnTo>
                  <a:lnTo>
                    <a:pt x="803466" y="325954"/>
                  </a:lnTo>
                  <a:lnTo>
                    <a:pt x="803543" y="326835"/>
                  </a:lnTo>
                  <a:lnTo>
                    <a:pt x="803633" y="327578"/>
                  </a:lnTo>
                  <a:lnTo>
                    <a:pt x="803635" y="327610"/>
                  </a:lnTo>
                  <a:lnTo>
                    <a:pt x="803728" y="328023"/>
                  </a:lnTo>
                  <a:lnTo>
                    <a:pt x="803671" y="328250"/>
                  </a:lnTo>
                  <a:lnTo>
                    <a:pt x="803509" y="328520"/>
                  </a:lnTo>
                  <a:lnTo>
                    <a:pt x="803331" y="328719"/>
                  </a:lnTo>
                  <a:lnTo>
                    <a:pt x="803146" y="328913"/>
                  </a:lnTo>
                  <a:lnTo>
                    <a:pt x="802974" y="329232"/>
                  </a:lnTo>
                  <a:lnTo>
                    <a:pt x="803011" y="329500"/>
                  </a:lnTo>
                  <a:lnTo>
                    <a:pt x="803127" y="329881"/>
                  </a:lnTo>
                  <a:lnTo>
                    <a:pt x="803129" y="330270"/>
                  </a:lnTo>
                  <a:lnTo>
                    <a:pt x="803079" y="330507"/>
                  </a:lnTo>
                  <a:lnTo>
                    <a:pt x="803125" y="330634"/>
                  </a:lnTo>
                  <a:lnTo>
                    <a:pt x="803265" y="330825"/>
                  </a:lnTo>
                  <a:lnTo>
                    <a:pt x="803451" y="330964"/>
                  </a:lnTo>
                  <a:lnTo>
                    <a:pt x="803933" y="331059"/>
                  </a:lnTo>
                  <a:lnTo>
                    <a:pt x="804714" y="331168"/>
                  </a:lnTo>
                  <a:lnTo>
                    <a:pt x="805136" y="331240"/>
                  </a:lnTo>
                  <a:lnTo>
                    <a:pt x="805348" y="331399"/>
                  </a:lnTo>
                  <a:lnTo>
                    <a:pt x="805735" y="331758"/>
                  </a:lnTo>
                  <a:lnTo>
                    <a:pt x="806038" y="332186"/>
                  </a:lnTo>
                  <a:lnTo>
                    <a:pt x="806053" y="332406"/>
                  </a:lnTo>
                  <a:lnTo>
                    <a:pt x="805979" y="332715"/>
                  </a:lnTo>
                  <a:lnTo>
                    <a:pt x="805659" y="333014"/>
                  </a:lnTo>
                  <a:lnTo>
                    <a:pt x="805124" y="333549"/>
                  </a:lnTo>
                  <a:lnTo>
                    <a:pt x="805013" y="333941"/>
                  </a:lnTo>
                  <a:lnTo>
                    <a:pt x="805168" y="334163"/>
                  </a:lnTo>
                  <a:lnTo>
                    <a:pt x="805321" y="334482"/>
                  </a:lnTo>
                  <a:lnTo>
                    <a:pt x="805266" y="334765"/>
                  </a:lnTo>
                  <a:lnTo>
                    <a:pt x="804728" y="335136"/>
                  </a:lnTo>
                  <a:lnTo>
                    <a:pt x="804456" y="335419"/>
                  </a:lnTo>
                  <a:lnTo>
                    <a:pt x="804395" y="335539"/>
                  </a:lnTo>
                  <a:lnTo>
                    <a:pt x="804563" y="335891"/>
                  </a:lnTo>
                  <a:lnTo>
                    <a:pt x="805652" y="336838"/>
                  </a:lnTo>
                  <a:lnTo>
                    <a:pt x="806246" y="338024"/>
                  </a:lnTo>
                  <a:lnTo>
                    <a:pt x="806814" y="339633"/>
                  </a:lnTo>
                  <a:lnTo>
                    <a:pt x="807035" y="339920"/>
                  </a:lnTo>
                  <a:lnTo>
                    <a:pt x="807583" y="340239"/>
                  </a:lnTo>
                  <a:lnTo>
                    <a:pt x="807820" y="340404"/>
                  </a:lnTo>
                  <a:lnTo>
                    <a:pt x="807803" y="341037"/>
                  </a:lnTo>
                  <a:lnTo>
                    <a:pt x="807879" y="341635"/>
                  </a:lnTo>
                  <a:lnTo>
                    <a:pt x="809067" y="342516"/>
                  </a:lnTo>
                  <a:lnTo>
                    <a:pt x="809310" y="343086"/>
                  </a:lnTo>
                  <a:lnTo>
                    <a:pt x="809583" y="343639"/>
                  </a:lnTo>
                  <a:lnTo>
                    <a:pt x="810004" y="343978"/>
                  </a:lnTo>
                  <a:lnTo>
                    <a:pt x="810464" y="344313"/>
                  </a:lnTo>
                  <a:lnTo>
                    <a:pt x="810763" y="344625"/>
                  </a:lnTo>
                  <a:lnTo>
                    <a:pt x="811222" y="345370"/>
                  </a:lnTo>
                  <a:lnTo>
                    <a:pt x="811479" y="345535"/>
                  </a:lnTo>
                  <a:lnTo>
                    <a:pt x="811895" y="345621"/>
                  </a:lnTo>
                  <a:lnTo>
                    <a:pt x="812251" y="345741"/>
                  </a:lnTo>
                  <a:lnTo>
                    <a:pt x="812342" y="345979"/>
                  </a:lnTo>
                  <a:lnTo>
                    <a:pt x="812298" y="346436"/>
                  </a:lnTo>
                  <a:lnTo>
                    <a:pt x="812279" y="346765"/>
                  </a:lnTo>
                  <a:lnTo>
                    <a:pt x="812399" y="346938"/>
                  </a:lnTo>
                  <a:lnTo>
                    <a:pt x="812772" y="347498"/>
                  </a:lnTo>
                  <a:lnTo>
                    <a:pt x="812854" y="347570"/>
                  </a:lnTo>
                  <a:lnTo>
                    <a:pt x="813031" y="347812"/>
                  </a:lnTo>
                  <a:lnTo>
                    <a:pt x="813803" y="348298"/>
                  </a:lnTo>
                  <a:lnTo>
                    <a:pt x="814061" y="348596"/>
                  </a:lnTo>
                  <a:lnTo>
                    <a:pt x="814511" y="349298"/>
                  </a:lnTo>
                  <a:lnTo>
                    <a:pt x="815017" y="349895"/>
                  </a:lnTo>
                  <a:lnTo>
                    <a:pt x="815579" y="350571"/>
                  </a:lnTo>
                  <a:lnTo>
                    <a:pt x="816150" y="351262"/>
                  </a:lnTo>
                  <a:lnTo>
                    <a:pt x="816733" y="351689"/>
                  </a:lnTo>
                  <a:lnTo>
                    <a:pt x="817130" y="352129"/>
                  </a:lnTo>
                  <a:lnTo>
                    <a:pt x="817198" y="352295"/>
                  </a:lnTo>
                  <a:lnTo>
                    <a:pt x="817300" y="352837"/>
                  </a:lnTo>
                  <a:lnTo>
                    <a:pt x="817383" y="353131"/>
                  </a:lnTo>
                  <a:lnTo>
                    <a:pt x="817642" y="353190"/>
                  </a:lnTo>
                  <a:lnTo>
                    <a:pt x="818136" y="353171"/>
                  </a:lnTo>
                  <a:lnTo>
                    <a:pt x="818934" y="353010"/>
                  </a:lnTo>
                  <a:lnTo>
                    <a:pt x="819520" y="352969"/>
                  </a:lnTo>
                  <a:lnTo>
                    <a:pt x="820415" y="353024"/>
                  </a:lnTo>
                  <a:lnTo>
                    <a:pt x="821347" y="353402"/>
                  </a:lnTo>
                  <a:lnTo>
                    <a:pt x="821668" y="353622"/>
                  </a:lnTo>
                  <a:lnTo>
                    <a:pt x="822379" y="354256"/>
                  </a:lnTo>
                  <a:lnTo>
                    <a:pt x="822996" y="354600"/>
                  </a:lnTo>
                  <a:lnTo>
                    <a:pt x="823543" y="354711"/>
                  </a:lnTo>
                  <a:lnTo>
                    <a:pt x="823828" y="354894"/>
                  </a:lnTo>
                  <a:lnTo>
                    <a:pt x="824107" y="355048"/>
                  </a:lnTo>
                  <a:lnTo>
                    <a:pt x="824244" y="355394"/>
                  </a:lnTo>
                  <a:lnTo>
                    <a:pt x="824730" y="355879"/>
                  </a:lnTo>
                  <a:lnTo>
                    <a:pt x="824840" y="356347"/>
                  </a:lnTo>
                  <a:lnTo>
                    <a:pt x="824855" y="356793"/>
                  </a:lnTo>
                  <a:lnTo>
                    <a:pt x="824811" y="357029"/>
                  </a:lnTo>
                  <a:lnTo>
                    <a:pt x="824756" y="357265"/>
                  </a:lnTo>
                  <a:lnTo>
                    <a:pt x="824752" y="357452"/>
                  </a:lnTo>
                  <a:lnTo>
                    <a:pt x="824834" y="357718"/>
                  </a:lnTo>
                  <a:lnTo>
                    <a:pt x="824979" y="358007"/>
                  </a:lnTo>
                  <a:lnTo>
                    <a:pt x="825167" y="358319"/>
                  </a:lnTo>
                  <a:lnTo>
                    <a:pt x="825282" y="358436"/>
                  </a:lnTo>
                  <a:lnTo>
                    <a:pt x="825385" y="358631"/>
                  </a:lnTo>
                  <a:lnTo>
                    <a:pt x="825694" y="358828"/>
                  </a:lnTo>
                  <a:lnTo>
                    <a:pt x="826368" y="359033"/>
                  </a:lnTo>
                  <a:lnTo>
                    <a:pt x="826510" y="359233"/>
                  </a:lnTo>
                  <a:lnTo>
                    <a:pt x="826450" y="360573"/>
                  </a:lnTo>
                  <a:lnTo>
                    <a:pt x="826166" y="361122"/>
                  </a:lnTo>
                  <a:lnTo>
                    <a:pt x="825884" y="361720"/>
                  </a:lnTo>
                  <a:lnTo>
                    <a:pt x="825864" y="362127"/>
                  </a:lnTo>
                  <a:lnTo>
                    <a:pt x="827226" y="363441"/>
                  </a:lnTo>
                  <a:lnTo>
                    <a:pt x="827893" y="363748"/>
                  </a:lnTo>
                  <a:lnTo>
                    <a:pt x="828115" y="363968"/>
                  </a:lnTo>
                  <a:lnTo>
                    <a:pt x="828146" y="364287"/>
                  </a:lnTo>
                  <a:lnTo>
                    <a:pt x="828338" y="364836"/>
                  </a:lnTo>
                  <a:lnTo>
                    <a:pt x="828519" y="365048"/>
                  </a:lnTo>
                  <a:lnTo>
                    <a:pt x="828988" y="365255"/>
                  </a:lnTo>
                  <a:lnTo>
                    <a:pt x="829246" y="365395"/>
                  </a:lnTo>
                  <a:lnTo>
                    <a:pt x="829643" y="365554"/>
                  </a:lnTo>
                  <a:lnTo>
                    <a:pt x="829764" y="365808"/>
                  </a:lnTo>
                  <a:lnTo>
                    <a:pt x="829788" y="366240"/>
                  </a:lnTo>
                  <a:lnTo>
                    <a:pt x="830712" y="367582"/>
                  </a:lnTo>
                  <a:lnTo>
                    <a:pt x="831171" y="368026"/>
                  </a:lnTo>
                  <a:lnTo>
                    <a:pt x="830317" y="370539"/>
                  </a:lnTo>
                  <a:lnTo>
                    <a:pt x="829627" y="373665"/>
                  </a:lnTo>
                  <a:lnTo>
                    <a:pt x="829361" y="375036"/>
                  </a:lnTo>
                  <a:lnTo>
                    <a:pt x="829480" y="375176"/>
                  </a:lnTo>
                  <a:lnTo>
                    <a:pt x="829641" y="375317"/>
                  </a:lnTo>
                  <a:lnTo>
                    <a:pt x="831696" y="375347"/>
                  </a:lnTo>
                  <a:lnTo>
                    <a:pt x="831717" y="375352"/>
                  </a:lnTo>
                  <a:lnTo>
                    <a:pt x="831732" y="375359"/>
                  </a:lnTo>
                  <a:lnTo>
                    <a:pt x="831737" y="375365"/>
                  </a:lnTo>
                  <a:lnTo>
                    <a:pt x="831753" y="375383"/>
                  </a:lnTo>
                  <a:lnTo>
                    <a:pt x="831772" y="375402"/>
                  </a:lnTo>
                  <a:lnTo>
                    <a:pt x="831816" y="375474"/>
                  </a:lnTo>
                  <a:lnTo>
                    <a:pt x="831984" y="375779"/>
                  </a:lnTo>
                  <a:lnTo>
                    <a:pt x="832049" y="375988"/>
                  </a:lnTo>
                  <a:lnTo>
                    <a:pt x="832085" y="376102"/>
                  </a:lnTo>
                  <a:lnTo>
                    <a:pt x="832124" y="376293"/>
                  </a:lnTo>
                  <a:lnTo>
                    <a:pt x="832125" y="376335"/>
                  </a:lnTo>
                  <a:lnTo>
                    <a:pt x="832162" y="376675"/>
                  </a:lnTo>
                  <a:lnTo>
                    <a:pt x="832039" y="377034"/>
                  </a:lnTo>
                  <a:lnTo>
                    <a:pt x="831900" y="377203"/>
                  </a:lnTo>
                  <a:lnTo>
                    <a:pt x="831608" y="377534"/>
                  </a:lnTo>
                  <a:lnTo>
                    <a:pt x="831448" y="377807"/>
                  </a:lnTo>
                  <a:lnTo>
                    <a:pt x="831397" y="378337"/>
                  </a:lnTo>
                  <a:lnTo>
                    <a:pt x="831050" y="379250"/>
                  </a:lnTo>
                  <a:lnTo>
                    <a:pt x="830299" y="379636"/>
                  </a:lnTo>
                  <a:lnTo>
                    <a:pt x="830261" y="379857"/>
                  </a:lnTo>
                  <a:lnTo>
                    <a:pt x="830306" y="380257"/>
                  </a:lnTo>
                  <a:lnTo>
                    <a:pt x="829923" y="380930"/>
                  </a:lnTo>
                  <a:lnTo>
                    <a:pt x="829649" y="381412"/>
                  </a:lnTo>
                  <a:lnTo>
                    <a:pt x="829524" y="381646"/>
                  </a:lnTo>
                  <a:lnTo>
                    <a:pt x="829633" y="382816"/>
                  </a:lnTo>
                  <a:lnTo>
                    <a:pt x="828666" y="383433"/>
                  </a:lnTo>
                  <a:lnTo>
                    <a:pt x="828626" y="383482"/>
                  </a:lnTo>
                  <a:lnTo>
                    <a:pt x="828409" y="383742"/>
                  </a:lnTo>
                  <a:lnTo>
                    <a:pt x="828331" y="383989"/>
                  </a:lnTo>
                  <a:lnTo>
                    <a:pt x="828240" y="384279"/>
                  </a:lnTo>
                  <a:lnTo>
                    <a:pt x="828077" y="384774"/>
                  </a:lnTo>
                  <a:lnTo>
                    <a:pt x="827874" y="385768"/>
                  </a:lnTo>
                  <a:lnTo>
                    <a:pt x="827606" y="386352"/>
                  </a:lnTo>
                  <a:lnTo>
                    <a:pt x="827162" y="386929"/>
                  </a:lnTo>
                  <a:lnTo>
                    <a:pt x="826140" y="387759"/>
                  </a:lnTo>
                  <a:lnTo>
                    <a:pt x="825315" y="388426"/>
                  </a:lnTo>
                  <a:lnTo>
                    <a:pt x="824799" y="388888"/>
                  </a:lnTo>
                  <a:lnTo>
                    <a:pt x="824656" y="388978"/>
                  </a:lnTo>
                  <a:lnTo>
                    <a:pt x="824586" y="389025"/>
                  </a:lnTo>
                  <a:lnTo>
                    <a:pt x="824570" y="389045"/>
                  </a:lnTo>
                  <a:lnTo>
                    <a:pt x="824482" y="389249"/>
                  </a:lnTo>
                  <a:lnTo>
                    <a:pt x="824322" y="389591"/>
                  </a:lnTo>
                  <a:lnTo>
                    <a:pt x="824081" y="389684"/>
                  </a:lnTo>
                  <a:lnTo>
                    <a:pt x="823745" y="389765"/>
                  </a:lnTo>
                  <a:lnTo>
                    <a:pt x="823840" y="390338"/>
                  </a:lnTo>
                  <a:lnTo>
                    <a:pt x="823854" y="390362"/>
                  </a:lnTo>
                  <a:lnTo>
                    <a:pt x="824458" y="391324"/>
                  </a:lnTo>
                  <a:lnTo>
                    <a:pt x="824908" y="391987"/>
                  </a:lnTo>
                  <a:lnTo>
                    <a:pt x="824985" y="392113"/>
                  </a:lnTo>
                  <a:lnTo>
                    <a:pt x="826285" y="393957"/>
                  </a:lnTo>
                  <a:lnTo>
                    <a:pt x="825998" y="394739"/>
                  </a:lnTo>
                  <a:lnTo>
                    <a:pt x="827810" y="398181"/>
                  </a:lnTo>
                  <a:lnTo>
                    <a:pt x="829331" y="399703"/>
                  </a:lnTo>
                  <a:lnTo>
                    <a:pt x="829332" y="402100"/>
                  </a:lnTo>
                  <a:lnTo>
                    <a:pt x="829336" y="402287"/>
                  </a:lnTo>
                  <a:lnTo>
                    <a:pt x="829129" y="402752"/>
                  </a:lnTo>
                  <a:lnTo>
                    <a:pt x="829155" y="402957"/>
                  </a:lnTo>
                  <a:lnTo>
                    <a:pt x="829497" y="403324"/>
                  </a:lnTo>
                  <a:lnTo>
                    <a:pt x="829693" y="403561"/>
                  </a:lnTo>
                  <a:lnTo>
                    <a:pt x="829732" y="403796"/>
                  </a:lnTo>
                  <a:lnTo>
                    <a:pt x="829809" y="404384"/>
                  </a:lnTo>
                  <a:lnTo>
                    <a:pt x="829785" y="404845"/>
                  </a:lnTo>
                  <a:lnTo>
                    <a:pt x="829721" y="405196"/>
                  </a:lnTo>
                  <a:lnTo>
                    <a:pt x="829349" y="405616"/>
                  </a:lnTo>
                  <a:lnTo>
                    <a:pt x="828749" y="406294"/>
                  </a:lnTo>
                  <a:lnTo>
                    <a:pt x="828112" y="406628"/>
                  </a:lnTo>
                  <a:lnTo>
                    <a:pt x="828108" y="406632"/>
                  </a:lnTo>
                  <a:lnTo>
                    <a:pt x="825649" y="408802"/>
                  </a:lnTo>
                  <a:lnTo>
                    <a:pt x="825620" y="408829"/>
                  </a:lnTo>
                  <a:lnTo>
                    <a:pt x="824246" y="410044"/>
                  </a:lnTo>
                  <a:lnTo>
                    <a:pt x="823274" y="410904"/>
                  </a:lnTo>
                  <a:lnTo>
                    <a:pt x="821443" y="412525"/>
                  </a:lnTo>
                  <a:lnTo>
                    <a:pt x="821415" y="412555"/>
                  </a:lnTo>
                  <a:lnTo>
                    <a:pt x="817929" y="417042"/>
                  </a:lnTo>
                  <a:lnTo>
                    <a:pt x="817907" y="417072"/>
                  </a:lnTo>
                  <a:lnTo>
                    <a:pt x="815125" y="421185"/>
                  </a:lnTo>
                  <a:lnTo>
                    <a:pt x="813363" y="427864"/>
                  </a:lnTo>
                  <a:lnTo>
                    <a:pt x="812880" y="431129"/>
                  </a:lnTo>
                  <a:lnTo>
                    <a:pt x="812992" y="432593"/>
                  </a:lnTo>
                  <a:lnTo>
                    <a:pt x="813049" y="434029"/>
                  </a:lnTo>
                  <a:lnTo>
                    <a:pt x="813051" y="434034"/>
                  </a:lnTo>
                  <a:lnTo>
                    <a:pt x="813049" y="434046"/>
                  </a:lnTo>
                  <a:lnTo>
                    <a:pt x="813064" y="434059"/>
                  </a:lnTo>
                  <a:lnTo>
                    <a:pt x="813729" y="434755"/>
                  </a:lnTo>
                  <a:lnTo>
                    <a:pt x="813745" y="434836"/>
                  </a:lnTo>
                  <a:lnTo>
                    <a:pt x="813834" y="434916"/>
                  </a:lnTo>
                  <a:lnTo>
                    <a:pt x="814296" y="435271"/>
                  </a:lnTo>
                  <a:lnTo>
                    <a:pt x="815287" y="435646"/>
                  </a:lnTo>
                  <a:lnTo>
                    <a:pt x="816438" y="436356"/>
                  </a:lnTo>
                  <a:lnTo>
                    <a:pt x="817263" y="437000"/>
                  </a:lnTo>
                  <a:lnTo>
                    <a:pt x="817713" y="437190"/>
                  </a:lnTo>
                  <a:lnTo>
                    <a:pt x="817854" y="438481"/>
                  </a:lnTo>
                  <a:lnTo>
                    <a:pt x="818101" y="439152"/>
                  </a:lnTo>
                  <a:lnTo>
                    <a:pt x="818707" y="440796"/>
                  </a:lnTo>
                  <a:lnTo>
                    <a:pt x="819596" y="442800"/>
                  </a:lnTo>
                  <a:lnTo>
                    <a:pt x="819528" y="443851"/>
                  </a:lnTo>
                  <a:lnTo>
                    <a:pt x="819385" y="444644"/>
                  </a:lnTo>
                  <a:lnTo>
                    <a:pt x="820742" y="444235"/>
                  </a:lnTo>
                  <a:lnTo>
                    <a:pt x="822757" y="445249"/>
                  </a:lnTo>
                  <a:lnTo>
                    <a:pt x="823648" y="446906"/>
                  </a:lnTo>
                  <a:lnTo>
                    <a:pt x="822290" y="449282"/>
                  </a:lnTo>
                  <a:lnTo>
                    <a:pt x="823160" y="449752"/>
                  </a:lnTo>
                  <a:lnTo>
                    <a:pt x="822960" y="450041"/>
                  </a:lnTo>
                  <a:lnTo>
                    <a:pt x="826835" y="449529"/>
                  </a:lnTo>
                  <a:lnTo>
                    <a:pt x="828344" y="448607"/>
                  </a:lnTo>
                  <a:lnTo>
                    <a:pt x="829419" y="448682"/>
                  </a:lnTo>
                  <a:lnTo>
                    <a:pt x="830995" y="449119"/>
                  </a:lnTo>
                  <a:lnTo>
                    <a:pt x="832443" y="448665"/>
                  </a:lnTo>
                  <a:lnTo>
                    <a:pt x="833103" y="448664"/>
                  </a:lnTo>
                  <a:lnTo>
                    <a:pt x="833882" y="448933"/>
                  </a:lnTo>
                  <a:lnTo>
                    <a:pt x="834522" y="448706"/>
                  </a:lnTo>
                  <a:lnTo>
                    <a:pt x="835164" y="449031"/>
                  </a:lnTo>
                  <a:lnTo>
                    <a:pt x="836601" y="449594"/>
                  </a:lnTo>
                  <a:lnTo>
                    <a:pt x="836646" y="450290"/>
                  </a:lnTo>
                  <a:lnTo>
                    <a:pt x="836810" y="450671"/>
                  </a:lnTo>
                  <a:lnTo>
                    <a:pt x="837008" y="450893"/>
                  </a:lnTo>
                  <a:lnTo>
                    <a:pt x="837617" y="451465"/>
                  </a:lnTo>
                  <a:lnTo>
                    <a:pt x="837840" y="451681"/>
                  </a:lnTo>
                  <a:lnTo>
                    <a:pt x="838568" y="451889"/>
                  </a:lnTo>
                  <a:lnTo>
                    <a:pt x="839170" y="451960"/>
                  </a:lnTo>
                  <a:lnTo>
                    <a:pt x="839524" y="452184"/>
                  </a:lnTo>
                  <a:lnTo>
                    <a:pt x="839839" y="452738"/>
                  </a:lnTo>
                  <a:lnTo>
                    <a:pt x="839933" y="452896"/>
                  </a:lnTo>
                  <a:lnTo>
                    <a:pt x="840128" y="453046"/>
                  </a:lnTo>
                  <a:lnTo>
                    <a:pt x="840682" y="453049"/>
                  </a:lnTo>
                  <a:lnTo>
                    <a:pt x="841628" y="453127"/>
                  </a:lnTo>
                  <a:lnTo>
                    <a:pt x="842876" y="453305"/>
                  </a:lnTo>
                  <a:lnTo>
                    <a:pt x="844323" y="453332"/>
                  </a:lnTo>
                  <a:lnTo>
                    <a:pt x="845261" y="453869"/>
                  </a:lnTo>
                  <a:lnTo>
                    <a:pt x="846337" y="454363"/>
                  </a:lnTo>
                  <a:lnTo>
                    <a:pt x="846982" y="454205"/>
                  </a:lnTo>
                  <a:lnTo>
                    <a:pt x="846925" y="453530"/>
                  </a:lnTo>
                  <a:lnTo>
                    <a:pt x="848925" y="451963"/>
                  </a:lnTo>
                  <a:lnTo>
                    <a:pt x="849053" y="451903"/>
                  </a:lnTo>
                  <a:lnTo>
                    <a:pt x="849784" y="451901"/>
                  </a:lnTo>
                  <a:lnTo>
                    <a:pt x="850218" y="452166"/>
                  </a:lnTo>
                  <a:lnTo>
                    <a:pt x="851061" y="453044"/>
                  </a:lnTo>
                  <a:lnTo>
                    <a:pt x="851694" y="453659"/>
                  </a:lnTo>
                  <a:lnTo>
                    <a:pt x="852097" y="454564"/>
                  </a:lnTo>
                  <a:lnTo>
                    <a:pt x="852180" y="454698"/>
                  </a:lnTo>
                  <a:lnTo>
                    <a:pt x="852333" y="454841"/>
                  </a:lnTo>
                  <a:lnTo>
                    <a:pt x="852345" y="454847"/>
                  </a:lnTo>
                  <a:lnTo>
                    <a:pt x="853951" y="455458"/>
                  </a:lnTo>
                  <a:lnTo>
                    <a:pt x="855170" y="456446"/>
                  </a:lnTo>
                  <a:lnTo>
                    <a:pt x="855735" y="456009"/>
                  </a:lnTo>
                  <a:lnTo>
                    <a:pt x="856198" y="455922"/>
                  </a:lnTo>
                  <a:lnTo>
                    <a:pt x="857886" y="456672"/>
                  </a:lnTo>
                  <a:lnTo>
                    <a:pt x="860393" y="456672"/>
                  </a:lnTo>
                  <a:lnTo>
                    <a:pt x="860910" y="456785"/>
                  </a:lnTo>
                  <a:lnTo>
                    <a:pt x="862003" y="456690"/>
                  </a:lnTo>
                  <a:lnTo>
                    <a:pt x="862398" y="456535"/>
                  </a:lnTo>
                  <a:lnTo>
                    <a:pt x="866703" y="455866"/>
                  </a:lnTo>
                  <a:lnTo>
                    <a:pt x="870859" y="456005"/>
                  </a:lnTo>
                  <a:lnTo>
                    <a:pt x="873070" y="455938"/>
                  </a:lnTo>
                  <a:lnTo>
                    <a:pt x="874305" y="455903"/>
                  </a:lnTo>
                  <a:lnTo>
                    <a:pt x="875292" y="455876"/>
                  </a:lnTo>
                  <a:lnTo>
                    <a:pt x="876021" y="455854"/>
                  </a:lnTo>
                  <a:lnTo>
                    <a:pt x="878481" y="455779"/>
                  </a:lnTo>
                  <a:lnTo>
                    <a:pt x="880588" y="455949"/>
                  </a:lnTo>
                  <a:lnTo>
                    <a:pt x="882783" y="457179"/>
                  </a:lnTo>
                  <a:lnTo>
                    <a:pt x="885393" y="458482"/>
                  </a:lnTo>
                  <a:lnTo>
                    <a:pt x="887385" y="459523"/>
                  </a:lnTo>
                  <a:lnTo>
                    <a:pt x="887777" y="459055"/>
                  </a:lnTo>
                  <a:lnTo>
                    <a:pt x="887999" y="458987"/>
                  </a:lnTo>
                  <a:lnTo>
                    <a:pt x="888573" y="459220"/>
                  </a:lnTo>
                  <a:lnTo>
                    <a:pt x="890943" y="458788"/>
                  </a:lnTo>
                  <a:lnTo>
                    <a:pt x="892271" y="459555"/>
                  </a:lnTo>
                  <a:lnTo>
                    <a:pt x="895584" y="459334"/>
                  </a:lnTo>
                  <a:lnTo>
                    <a:pt x="899084" y="460220"/>
                  </a:lnTo>
                  <a:lnTo>
                    <a:pt x="900559" y="459983"/>
                  </a:lnTo>
                  <a:lnTo>
                    <a:pt x="901658" y="459236"/>
                  </a:lnTo>
                  <a:lnTo>
                    <a:pt x="902939" y="459319"/>
                  </a:lnTo>
                  <a:lnTo>
                    <a:pt x="904026" y="459330"/>
                  </a:lnTo>
                  <a:lnTo>
                    <a:pt x="904980" y="459226"/>
                  </a:lnTo>
                  <a:lnTo>
                    <a:pt x="906896" y="459088"/>
                  </a:lnTo>
                  <a:lnTo>
                    <a:pt x="908536" y="458837"/>
                  </a:lnTo>
                  <a:lnTo>
                    <a:pt x="909765" y="458503"/>
                  </a:lnTo>
                  <a:lnTo>
                    <a:pt x="909805" y="458485"/>
                  </a:lnTo>
                  <a:lnTo>
                    <a:pt x="910274" y="458384"/>
                  </a:lnTo>
                  <a:lnTo>
                    <a:pt x="910591" y="458260"/>
                  </a:lnTo>
                  <a:lnTo>
                    <a:pt x="911566" y="457914"/>
                  </a:lnTo>
                  <a:lnTo>
                    <a:pt x="912797" y="457804"/>
                  </a:lnTo>
                  <a:lnTo>
                    <a:pt x="915984" y="458284"/>
                  </a:lnTo>
                  <a:lnTo>
                    <a:pt x="917459" y="457816"/>
                  </a:lnTo>
                  <a:lnTo>
                    <a:pt x="917863" y="457799"/>
                  </a:lnTo>
                  <a:lnTo>
                    <a:pt x="918439" y="458106"/>
                  </a:lnTo>
                  <a:lnTo>
                    <a:pt x="918827" y="458275"/>
                  </a:lnTo>
                  <a:lnTo>
                    <a:pt x="919686" y="458377"/>
                  </a:lnTo>
                  <a:lnTo>
                    <a:pt x="919941" y="459052"/>
                  </a:lnTo>
                  <a:lnTo>
                    <a:pt x="920094" y="459293"/>
                  </a:lnTo>
                  <a:lnTo>
                    <a:pt x="920285" y="459318"/>
                  </a:lnTo>
                  <a:lnTo>
                    <a:pt x="921671" y="459379"/>
                  </a:lnTo>
                  <a:lnTo>
                    <a:pt x="921922" y="459400"/>
                  </a:lnTo>
                  <a:lnTo>
                    <a:pt x="922130" y="459565"/>
                  </a:lnTo>
                  <a:lnTo>
                    <a:pt x="922384" y="459896"/>
                  </a:lnTo>
                  <a:lnTo>
                    <a:pt x="922575" y="460157"/>
                  </a:lnTo>
                  <a:lnTo>
                    <a:pt x="922835" y="460157"/>
                  </a:lnTo>
                  <a:lnTo>
                    <a:pt x="923026" y="459978"/>
                  </a:lnTo>
                  <a:lnTo>
                    <a:pt x="923376" y="459850"/>
                  </a:lnTo>
                  <a:lnTo>
                    <a:pt x="923941" y="459712"/>
                  </a:lnTo>
                  <a:lnTo>
                    <a:pt x="924124" y="459645"/>
                  </a:lnTo>
                  <a:lnTo>
                    <a:pt x="924298" y="459604"/>
                  </a:lnTo>
                  <a:lnTo>
                    <a:pt x="925181" y="459446"/>
                  </a:lnTo>
                  <a:lnTo>
                    <a:pt x="925598" y="459375"/>
                  </a:lnTo>
                  <a:lnTo>
                    <a:pt x="925639" y="459372"/>
                  </a:lnTo>
                  <a:lnTo>
                    <a:pt x="926186" y="459446"/>
                  </a:lnTo>
                  <a:lnTo>
                    <a:pt x="927397" y="459838"/>
                  </a:lnTo>
                  <a:lnTo>
                    <a:pt x="927886" y="459949"/>
                  </a:lnTo>
                  <a:lnTo>
                    <a:pt x="930183" y="459530"/>
                  </a:lnTo>
                  <a:lnTo>
                    <a:pt x="930795" y="459637"/>
                  </a:lnTo>
                  <a:lnTo>
                    <a:pt x="931342" y="459501"/>
                  </a:lnTo>
                  <a:lnTo>
                    <a:pt x="934571" y="460454"/>
                  </a:lnTo>
                  <a:lnTo>
                    <a:pt x="935216" y="460688"/>
                  </a:lnTo>
                  <a:lnTo>
                    <a:pt x="935877" y="460854"/>
                  </a:lnTo>
                  <a:lnTo>
                    <a:pt x="937020" y="461209"/>
                  </a:lnTo>
                  <a:lnTo>
                    <a:pt x="937921" y="461309"/>
                  </a:lnTo>
                  <a:lnTo>
                    <a:pt x="938100" y="461161"/>
                  </a:lnTo>
                  <a:lnTo>
                    <a:pt x="938255" y="460742"/>
                  </a:lnTo>
                  <a:lnTo>
                    <a:pt x="938395" y="460655"/>
                  </a:lnTo>
                  <a:lnTo>
                    <a:pt x="938960" y="460821"/>
                  </a:lnTo>
                  <a:lnTo>
                    <a:pt x="939607" y="461018"/>
                  </a:lnTo>
                  <a:lnTo>
                    <a:pt x="940414" y="461046"/>
                  </a:lnTo>
                  <a:lnTo>
                    <a:pt x="940654" y="461048"/>
                  </a:lnTo>
                  <a:lnTo>
                    <a:pt x="941036" y="461202"/>
                  </a:lnTo>
                  <a:lnTo>
                    <a:pt x="941562" y="461419"/>
                  </a:lnTo>
                  <a:lnTo>
                    <a:pt x="942216" y="461524"/>
                  </a:lnTo>
                  <a:lnTo>
                    <a:pt x="942533" y="461710"/>
                  </a:lnTo>
                  <a:lnTo>
                    <a:pt x="942696" y="461838"/>
                  </a:lnTo>
                  <a:lnTo>
                    <a:pt x="942918" y="462054"/>
                  </a:lnTo>
                  <a:lnTo>
                    <a:pt x="943588" y="462599"/>
                  </a:lnTo>
                  <a:lnTo>
                    <a:pt x="943771" y="462687"/>
                  </a:lnTo>
                  <a:lnTo>
                    <a:pt x="944006" y="462739"/>
                  </a:lnTo>
                  <a:lnTo>
                    <a:pt x="944585" y="462640"/>
                  </a:lnTo>
                  <a:lnTo>
                    <a:pt x="945360" y="462592"/>
                  </a:lnTo>
                  <a:lnTo>
                    <a:pt x="946061" y="462309"/>
                  </a:lnTo>
                  <a:lnTo>
                    <a:pt x="946467" y="462372"/>
                  </a:lnTo>
                  <a:lnTo>
                    <a:pt x="946903" y="462666"/>
                  </a:lnTo>
                  <a:lnTo>
                    <a:pt x="947208" y="462683"/>
                  </a:lnTo>
                  <a:lnTo>
                    <a:pt x="947272" y="462576"/>
                  </a:lnTo>
                  <a:lnTo>
                    <a:pt x="947321" y="462412"/>
                  </a:lnTo>
                  <a:lnTo>
                    <a:pt x="947264" y="462002"/>
                  </a:lnTo>
                  <a:lnTo>
                    <a:pt x="947316" y="461915"/>
                  </a:lnTo>
                  <a:lnTo>
                    <a:pt x="947449" y="461901"/>
                  </a:lnTo>
                  <a:lnTo>
                    <a:pt x="948175" y="462493"/>
                  </a:lnTo>
                  <a:lnTo>
                    <a:pt x="949352" y="463017"/>
                  </a:lnTo>
                  <a:lnTo>
                    <a:pt x="950657" y="463434"/>
                  </a:lnTo>
                  <a:lnTo>
                    <a:pt x="951340" y="463761"/>
                  </a:lnTo>
                  <a:lnTo>
                    <a:pt x="952459" y="464254"/>
                  </a:lnTo>
                  <a:lnTo>
                    <a:pt x="953794" y="464652"/>
                  </a:lnTo>
                  <a:lnTo>
                    <a:pt x="954191" y="464839"/>
                  </a:lnTo>
                  <a:lnTo>
                    <a:pt x="955168" y="465211"/>
                  </a:lnTo>
                  <a:lnTo>
                    <a:pt x="955815" y="465695"/>
                  </a:lnTo>
                  <a:lnTo>
                    <a:pt x="956014" y="465754"/>
                  </a:lnTo>
                  <a:lnTo>
                    <a:pt x="957160" y="465897"/>
                  </a:lnTo>
                  <a:lnTo>
                    <a:pt x="957202" y="466431"/>
                  </a:lnTo>
                  <a:lnTo>
                    <a:pt x="957289" y="467173"/>
                  </a:lnTo>
                  <a:lnTo>
                    <a:pt x="957623" y="467486"/>
                  </a:lnTo>
                  <a:lnTo>
                    <a:pt x="958119" y="467762"/>
                  </a:lnTo>
                  <a:lnTo>
                    <a:pt x="959368" y="468306"/>
                  </a:lnTo>
                  <a:lnTo>
                    <a:pt x="961714" y="469319"/>
                  </a:lnTo>
                  <a:lnTo>
                    <a:pt x="962495" y="469608"/>
                  </a:lnTo>
                  <a:lnTo>
                    <a:pt x="965990" y="471155"/>
                  </a:lnTo>
                  <a:lnTo>
                    <a:pt x="968204" y="472140"/>
                  </a:lnTo>
                  <a:lnTo>
                    <a:pt x="969916" y="472903"/>
                  </a:lnTo>
                  <a:lnTo>
                    <a:pt x="971836" y="473773"/>
                  </a:lnTo>
                  <a:lnTo>
                    <a:pt x="973679" y="474611"/>
                  </a:lnTo>
                  <a:lnTo>
                    <a:pt x="977835" y="477229"/>
                  </a:lnTo>
                  <a:lnTo>
                    <a:pt x="977891" y="477242"/>
                  </a:lnTo>
                  <a:lnTo>
                    <a:pt x="979428" y="477593"/>
                  </a:lnTo>
                  <a:lnTo>
                    <a:pt x="980908" y="478099"/>
                  </a:lnTo>
                  <a:lnTo>
                    <a:pt x="981302" y="478677"/>
                  </a:lnTo>
                  <a:lnTo>
                    <a:pt x="981430" y="479263"/>
                  </a:lnTo>
                  <a:lnTo>
                    <a:pt x="983106" y="480789"/>
                  </a:lnTo>
                  <a:lnTo>
                    <a:pt x="984040" y="481477"/>
                  </a:lnTo>
                  <a:lnTo>
                    <a:pt x="986140" y="482509"/>
                  </a:lnTo>
                  <a:lnTo>
                    <a:pt x="986437" y="482779"/>
                  </a:lnTo>
                  <a:lnTo>
                    <a:pt x="986900" y="483615"/>
                  </a:lnTo>
                  <a:lnTo>
                    <a:pt x="987354" y="484819"/>
                  </a:lnTo>
                  <a:lnTo>
                    <a:pt x="987370" y="485270"/>
                  </a:lnTo>
                  <a:lnTo>
                    <a:pt x="987233" y="485760"/>
                  </a:lnTo>
                  <a:lnTo>
                    <a:pt x="987403" y="486110"/>
                  </a:lnTo>
                  <a:lnTo>
                    <a:pt x="987777" y="486290"/>
                  </a:lnTo>
                  <a:lnTo>
                    <a:pt x="988984" y="485877"/>
                  </a:lnTo>
                  <a:lnTo>
                    <a:pt x="989787" y="486042"/>
                  </a:lnTo>
                  <a:lnTo>
                    <a:pt x="991509" y="486302"/>
                  </a:lnTo>
                  <a:lnTo>
                    <a:pt x="993790" y="486910"/>
                  </a:lnTo>
                  <a:lnTo>
                    <a:pt x="996082" y="488584"/>
                  </a:lnTo>
                  <a:lnTo>
                    <a:pt x="999470" y="489801"/>
                  </a:lnTo>
                  <a:lnTo>
                    <a:pt x="1002705" y="492803"/>
                  </a:lnTo>
                  <a:lnTo>
                    <a:pt x="1003286" y="493405"/>
                  </a:lnTo>
                  <a:lnTo>
                    <a:pt x="1004607" y="495179"/>
                  </a:lnTo>
                  <a:lnTo>
                    <a:pt x="1005280" y="495752"/>
                  </a:lnTo>
                  <a:lnTo>
                    <a:pt x="1006249" y="495720"/>
                  </a:lnTo>
                  <a:lnTo>
                    <a:pt x="1007001" y="495703"/>
                  </a:lnTo>
                  <a:lnTo>
                    <a:pt x="1007508" y="495654"/>
                  </a:lnTo>
                  <a:lnTo>
                    <a:pt x="1008214" y="496020"/>
                  </a:lnTo>
                  <a:lnTo>
                    <a:pt x="1008867" y="496262"/>
                  </a:lnTo>
                  <a:lnTo>
                    <a:pt x="1009188" y="496421"/>
                  </a:lnTo>
                  <a:lnTo>
                    <a:pt x="1009937" y="496762"/>
                  </a:lnTo>
                  <a:lnTo>
                    <a:pt x="1010592" y="496939"/>
                  </a:lnTo>
                  <a:lnTo>
                    <a:pt x="1011450" y="497074"/>
                  </a:lnTo>
                  <a:lnTo>
                    <a:pt x="1012449" y="497296"/>
                  </a:lnTo>
                  <a:lnTo>
                    <a:pt x="1012754" y="497332"/>
                  </a:lnTo>
                  <a:lnTo>
                    <a:pt x="1012918" y="497400"/>
                  </a:lnTo>
                  <a:lnTo>
                    <a:pt x="1013196" y="497565"/>
                  </a:lnTo>
                  <a:lnTo>
                    <a:pt x="1013347" y="497676"/>
                  </a:lnTo>
                  <a:lnTo>
                    <a:pt x="1013421" y="497732"/>
                  </a:lnTo>
                  <a:lnTo>
                    <a:pt x="1013549" y="497750"/>
                  </a:lnTo>
                  <a:lnTo>
                    <a:pt x="1013784" y="497700"/>
                  </a:lnTo>
                  <a:lnTo>
                    <a:pt x="1014021" y="497671"/>
                  </a:lnTo>
                  <a:lnTo>
                    <a:pt x="1014551" y="497890"/>
                  </a:lnTo>
                  <a:lnTo>
                    <a:pt x="1015174" y="498228"/>
                  </a:lnTo>
                  <a:lnTo>
                    <a:pt x="1015477" y="498415"/>
                  </a:lnTo>
                  <a:lnTo>
                    <a:pt x="1015646" y="498809"/>
                  </a:lnTo>
                  <a:lnTo>
                    <a:pt x="1016004" y="499122"/>
                  </a:lnTo>
                  <a:lnTo>
                    <a:pt x="1016958" y="499737"/>
                  </a:lnTo>
                  <a:lnTo>
                    <a:pt x="1017971" y="500494"/>
                  </a:lnTo>
                  <a:lnTo>
                    <a:pt x="1019502" y="500186"/>
                  </a:lnTo>
                  <a:lnTo>
                    <a:pt x="1023938" y="499629"/>
                  </a:lnTo>
                  <a:lnTo>
                    <a:pt x="1027011" y="499464"/>
                  </a:lnTo>
                  <a:lnTo>
                    <a:pt x="1032889" y="498698"/>
                  </a:lnTo>
                  <a:lnTo>
                    <a:pt x="1037495" y="498179"/>
                  </a:lnTo>
                  <a:lnTo>
                    <a:pt x="1038374" y="498823"/>
                  </a:lnTo>
                  <a:lnTo>
                    <a:pt x="1038100" y="499744"/>
                  </a:lnTo>
                  <a:lnTo>
                    <a:pt x="1037216" y="500939"/>
                  </a:lnTo>
                  <a:lnTo>
                    <a:pt x="1035684" y="501869"/>
                  </a:lnTo>
                  <a:lnTo>
                    <a:pt x="1034782" y="505019"/>
                  </a:lnTo>
                  <a:lnTo>
                    <a:pt x="1034780" y="505024"/>
                  </a:lnTo>
                  <a:lnTo>
                    <a:pt x="1034586" y="509297"/>
                  </a:lnTo>
                  <a:lnTo>
                    <a:pt x="1033391" y="512587"/>
                  </a:lnTo>
                  <a:lnTo>
                    <a:pt x="1035831" y="512643"/>
                  </a:lnTo>
                  <a:lnTo>
                    <a:pt x="1038285" y="513672"/>
                  </a:lnTo>
                  <a:lnTo>
                    <a:pt x="1040461" y="513650"/>
                  </a:lnTo>
                  <a:lnTo>
                    <a:pt x="1042845" y="513708"/>
                  </a:lnTo>
                  <a:lnTo>
                    <a:pt x="1042998" y="513980"/>
                  </a:lnTo>
                  <a:lnTo>
                    <a:pt x="1044080" y="515908"/>
                  </a:lnTo>
                  <a:lnTo>
                    <a:pt x="1044711" y="517035"/>
                  </a:lnTo>
                  <a:lnTo>
                    <a:pt x="1045229" y="517963"/>
                  </a:lnTo>
                  <a:lnTo>
                    <a:pt x="1045815" y="518950"/>
                  </a:lnTo>
                  <a:lnTo>
                    <a:pt x="1046550" y="520190"/>
                  </a:lnTo>
                  <a:lnTo>
                    <a:pt x="1046587" y="520251"/>
                  </a:lnTo>
                  <a:lnTo>
                    <a:pt x="1047543" y="521944"/>
                  </a:lnTo>
                  <a:lnTo>
                    <a:pt x="1048746" y="525995"/>
                  </a:lnTo>
                  <a:lnTo>
                    <a:pt x="1050021" y="528912"/>
                  </a:lnTo>
                  <a:lnTo>
                    <a:pt x="1051453" y="531897"/>
                  </a:lnTo>
                  <a:lnTo>
                    <a:pt x="1051787" y="532628"/>
                  </a:lnTo>
                  <a:lnTo>
                    <a:pt x="1052549" y="534722"/>
                  </a:lnTo>
                  <a:lnTo>
                    <a:pt x="1052840" y="535764"/>
                  </a:lnTo>
                  <a:lnTo>
                    <a:pt x="1056660" y="542259"/>
                  </a:lnTo>
                  <a:lnTo>
                    <a:pt x="1058607" y="545460"/>
                  </a:lnTo>
                  <a:lnTo>
                    <a:pt x="1059566" y="552743"/>
                  </a:lnTo>
                  <a:lnTo>
                    <a:pt x="1061134" y="554947"/>
                  </a:lnTo>
                  <a:lnTo>
                    <a:pt x="1062345" y="556107"/>
                  </a:lnTo>
                  <a:lnTo>
                    <a:pt x="1065443" y="558658"/>
                  </a:lnTo>
                  <a:lnTo>
                    <a:pt x="1065465" y="558678"/>
                  </a:lnTo>
                  <a:lnTo>
                    <a:pt x="1065587" y="558779"/>
                  </a:lnTo>
                  <a:lnTo>
                    <a:pt x="1070782" y="563263"/>
                  </a:lnTo>
                  <a:lnTo>
                    <a:pt x="1082524" y="573242"/>
                  </a:lnTo>
                  <a:lnTo>
                    <a:pt x="1083665" y="582503"/>
                  </a:lnTo>
                  <a:lnTo>
                    <a:pt x="1085832" y="582344"/>
                  </a:lnTo>
                  <a:lnTo>
                    <a:pt x="1086973" y="582239"/>
                  </a:lnTo>
                  <a:lnTo>
                    <a:pt x="1087940" y="582140"/>
                  </a:lnTo>
                  <a:lnTo>
                    <a:pt x="1089121" y="582030"/>
                  </a:lnTo>
                  <a:lnTo>
                    <a:pt x="1089443" y="581998"/>
                  </a:lnTo>
                  <a:lnTo>
                    <a:pt x="1090679" y="581879"/>
                  </a:lnTo>
                  <a:lnTo>
                    <a:pt x="1091502" y="581795"/>
                  </a:lnTo>
                  <a:lnTo>
                    <a:pt x="1092179" y="581733"/>
                  </a:lnTo>
                  <a:lnTo>
                    <a:pt x="1093218" y="581635"/>
                  </a:lnTo>
                  <a:lnTo>
                    <a:pt x="1094457" y="581512"/>
                  </a:lnTo>
                  <a:lnTo>
                    <a:pt x="1095821" y="581386"/>
                  </a:lnTo>
                  <a:lnTo>
                    <a:pt x="1100880" y="580807"/>
                  </a:lnTo>
                  <a:lnTo>
                    <a:pt x="1103971" y="580918"/>
                  </a:lnTo>
                  <a:lnTo>
                    <a:pt x="1106760" y="580926"/>
                  </a:lnTo>
                  <a:lnTo>
                    <a:pt x="1111744" y="580946"/>
                  </a:lnTo>
                  <a:lnTo>
                    <a:pt x="1111762" y="580941"/>
                  </a:lnTo>
                  <a:lnTo>
                    <a:pt x="1112799" y="580695"/>
                  </a:lnTo>
                  <a:lnTo>
                    <a:pt x="1113866" y="580442"/>
                  </a:lnTo>
                  <a:lnTo>
                    <a:pt x="1114106" y="580383"/>
                  </a:lnTo>
                  <a:lnTo>
                    <a:pt x="1114684" y="580244"/>
                  </a:lnTo>
                  <a:lnTo>
                    <a:pt x="1114934" y="580184"/>
                  </a:lnTo>
                  <a:lnTo>
                    <a:pt x="1115582" y="580038"/>
                  </a:lnTo>
                  <a:lnTo>
                    <a:pt x="1116127" y="579911"/>
                  </a:lnTo>
                  <a:lnTo>
                    <a:pt x="1117878" y="579499"/>
                  </a:lnTo>
                  <a:lnTo>
                    <a:pt x="1118942" y="579247"/>
                  </a:lnTo>
                  <a:lnTo>
                    <a:pt x="1119801" y="579049"/>
                  </a:lnTo>
                  <a:lnTo>
                    <a:pt x="1120353" y="578915"/>
                  </a:lnTo>
                  <a:lnTo>
                    <a:pt x="1120930" y="578784"/>
                  </a:lnTo>
                  <a:lnTo>
                    <a:pt x="1145604" y="582556"/>
                  </a:lnTo>
                  <a:lnTo>
                    <a:pt x="1154753" y="584069"/>
                  </a:lnTo>
                  <a:lnTo>
                    <a:pt x="1169363" y="586448"/>
                  </a:lnTo>
                  <a:lnTo>
                    <a:pt x="1185944" y="587227"/>
                  </a:lnTo>
                  <a:lnTo>
                    <a:pt x="1191079" y="587729"/>
                  </a:lnTo>
                  <a:lnTo>
                    <a:pt x="1201815" y="588697"/>
                  </a:lnTo>
                  <a:lnTo>
                    <a:pt x="1205002" y="588997"/>
                  </a:lnTo>
                  <a:lnTo>
                    <a:pt x="1207509" y="589076"/>
                  </a:lnTo>
                  <a:lnTo>
                    <a:pt x="1231439" y="590990"/>
                  </a:lnTo>
                  <a:lnTo>
                    <a:pt x="1253359" y="586642"/>
                  </a:lnTo>
                  <a:lnTo>
                    <a:pt x="1267533" y="587311"/>
                  </a:lnTo>
                  <a:lnTo>
                    <a:pt x="1267666" y="587002"/>
                  </a:lnTo>
                  <a:lnTo>
                    <a:pt x="1270055" y="584425"/>
                  </a:lnTo>
                  <a:lnTo>
                    <a:pt x="1295035" y="585344"/>
                  </a:lnTo>
                  <a:lnTo>
                    <a:pt x="1322279" y="591621"/>
                  </a:lnTo>
                  <a:lnTo>
                    <a:pt x="1329061" y="593144"/>
                  </a:lnTo>
                  <a:lnTo>
                    <a:pt x="1340175" y="594299"/>
                  </a:lnTo>
                  <a:lnTo>
                    <a:pt x="1349576" y="605225"/>
                  </a:lnTo>
                  <a:lnTo>
                    <a:pt x="1353112" y="609206"/>
                  </a:lnTo>
                  <a:lnTo>
                    <a:pt x="1370741" y="613574"/>
                  </a:lnTo>
                  <a:lnTo>
                    <a:pt x="1375353" y="612772"/>
                  </a:lnTo>
                  <a:lnTo>
                    <a:pt x="1380033" y="613248"/>
                  </a:lnTo>
                  <a:lnTo>
                    <a:pt x="1383188" y="613203"/>
                  </a:lnTo>
                  <a:lnTo>
                    <a:pt x="1393392" y="617991"/>
                  </a:lnTo>
                  <a:lnTo>
                    <a:pt x="1396726" y="619565"/>
                  </a:lnTo>
                  <a:lnTo>
                    <a:pt x="1416708" y="627938"/>
                  </a:lnTo>
                  <a:lnTo>
                    <a:pt x="1421586" y="628912"/>
                  </a:lnTo>
                  <a:lnTo>
                    <a:pt x="1432308" y="630927"/>
                  </a:lnTo>
                  <a:lnTo>
                    <a:pt x="1437574" y="632263"/>
                  </a:lnTo>
                  <a:lnTo>
                    <a:pt x="1447782" y="632046"/>
                  </a:lnTo>
                  <a:lnTo>
                    <a:pt x="1458604" y="630102"/>
                  </a:lnTo>
                  <a:lnTo>
                    <a:pt x="1469159" y="628235"/>
                  </a:lnTo>
                  <a:lnTo>
                    <a:pt x="1468819" y="639832"/>
                  </a:lnTo>
                  <a:lnTo>
                    <a:pt x="1476615" y="640634"/>
                  </a:lnTo>
                  <a:lnTo>
                    <a:pt x="1487776" y="640243"/>
                  </a:lnTo>
                  <a:lnTo>
                    <a:pt x="1491845" y="644157"/>
                  </a:lnTo>
                  <a:lnTo>
                    <a:pt x="1502267" y="634969"/>
                  </a:lnTo>
                  <a:lnTo>
                    <a:pt x="1505115" y="635103"/>
                  </a:lnTo>
                  <a:lnTo>
                    <a:pt x="1508586" y="633413"/>
                  </a:lnTo>
                  <a:lnTo>
                    <a:pt x="1509586" y="632553"/>
                  </a:lnTo>
                  <a:lnTo>
                    <a:pt x="1514341" y="630362"/>
                  </a:lnTo>
                  <a:lnTo>
                    <a:pt x="1519254" y="627655"/>
                  </a:lnTo>
                  <a:lnTo>
                    <a:pt x="1525555" y="624820"/>
                  </a:lnTo>
                  <a:lnTo>
                    <a:pt x="1533581" y="622020"/>
                  </a:lnTo>
                  <a:lnTo>
                    <a:pt x="1542608" y="618612"/>
                  </a:lnTo>
                  <a:lnTo>
                    <a:pt x="1556391" y="612920"/>
                  </a:lnTo>
                  <a:lnTo>
                    <a:pt x="1567687" y="608503"/>
                  </a:lnTo>
                  <a:lnTo>
                    <a:pt x="1576004" y="605723"/>
                  </a:lnTo>
                  <a:lnTo>
                    <a:pt x="1588558" y="604294"/>
                  </a:lnTo>
                  <a:lnTo>
                    <a:pt x="1599005" y="601784"/>
                  </a:lnTo>
                  <a:lnTo>
                    <a:pt x="1599911" y="599251"/>
                  </a:lnTo>
                  <a:lnTo>
                    <a:pt x="1608194" y="596656"/>
                  </a:lnTo>
                  <a:lnTo>
                    <a:pt x="1609808" y="596781"/>
                  </a:lnTo>
                  <a:lnTo>
                    <a:pt x="1613250" y="599206"/>
                  </a:lnTo>
                  <a:lnTo>
                    <a:pt x="1620855" y="599072"/>
                  </a:lnTo>
                  <a:lnTo>
                    <a:pt x="1630471" y="599687"/>
                  </a:lnTo>
                  <a:lnTo>
                    <a:pt x="1631745" y="599115"/>
                  </a:lnTo>
                  <a:lnTo>
                    <a:pt x="1632682" y="599147"/>
                  </a:lnTo>
                  <a:lnTo>
                    <a:pt x="1633709" y="598670"/>
                  </a:lnTo>
                  <a:lnTo>
                    <a:pt x="1634624" y="598157"/>
                  </a:lnTo>
                  <a:lnTo>
                    <a:pt x="1637641" y="598105"/>
                  </a:lnTo>
                  <a:lnTo>
                    <a:pt x="1645145" y="596819"/>
                  </a:lnTo>
                  <a:lnTo>
                    <a:pt x="1647540" y="597999"/>
                  </a:lnTo>
                  <a:lnTo>
                    <a:pt x="1656144" y="597747"/>
                  </a:lnTo>
                  <a:lnTo>
                    <a:pt x="1658546" y="597677"/>
                  </a:lnTo>
                  <a:lnTo>
                    <a:pt x="1666742" y="599387"/>
                  </a:lnTo>
                  <a:lnTo>
                    <a:pt x="1671125" y="599259"/>
                  </a:lnTo>
                  <a:lnTo>
                    <a:pt x="1672867" y="599864"/>
                  </a:lnTo>
                  <a:lnTo>
                    <a:pt x="1673408" y="600333"/>
                  </a:lnTo>
                  <a:lnTo>
                    <a:pt x="1678675" y="598006"/>
                  </a:lnTo>
                  <a:lnTo>
                    <a:pt x="1680188" y="597338"/>
                  </a:lnTo>
                  <a:lnTo>
                    <a:pt x="1680700" y="597112"/>
                  </a:lnTo>
                  <a:lnTo>
                    <a:pt x="1681325" y="597515"/>
                  </a:lnTo>
                  <a:lnTo>
                    <a:pt x="1681918" y="596906"/>
                  </a:lnTo>
                  <a:lnTo>
                    <a:pt x="1692481" y="597986"/>
                  </a:lnTo>
                  <a:lnTo>
                    <a:pt x="1694556" y="598198"/>
                  </a:lnTo>
                  <a:lnTo>
                    <a:pt x="1695472" y="597814"/>
                  </a:lnTo>
                  <a:lnTo>
                    <a:pt x="1698470" y="597526"/>
                  </a:lnTo>
                  <a:lnTo>
                    <a:pt x="1699064" y="597469"/>
                  </a:lnTo>
                  <a:lnTo>
                    <a:pt x="1699780" y="597395"/>
                  </a:lnTo>
                  <a:lnTo>
                    <a:pt x="1700333" y="597338"/>
                  </a:lnTo>
                  <a:lnTo>
                    <a:pt x="1701937" y="597174"/>
                  </a:lnTo>
                  <a:lnTo>
                    <a:pt x="1703743" y="596990"/>
                  </a:lnTo>
                  <a:lnTo>
                    <a:pt x="1704506" y="596366"/>
                  </a:lnTo>
                  <a:lnTo>
                    <a:pt x="1705454" y="596286"/>
                  </a:lnTo>
                  <a:lnTo>
                    <a:pt x="1706407" y="596205"/>
                  </a:lnTo>
                  <a:lnTo>
                    <a:pt x="1713117" y="591508"/>
                  </a:lnTo>
                  <a:lnTo>
                    <a:pt x="1715044" y="590757"/>
                  </a:lnTo>
                  <a:lnTo>
                    <a:pt x="1723749" y="587368"/>
                  </a:lnTo>
                  <a:lnTo>
                    <a:pt x="1727230" y="587278"/>
                  </a:lnTo>
                  <a:lnTo>
                    <a:pt x="1733276" y="587121"/>
                  </a:lnTo>
                  <a:lnTo>
                    <a:pt x="1734719" y="585306"/>
                  </a:lnTo>
                  <a:lnTo>
                    <a:pt x="1736414" y="584712"/>
                  </a:lnTo>
                  <a:lnTo>
                    <a:pt x="1741397" y="582968"/>
                  </a:lnTo>
                  <a:lnTo>
                    <a:pt x="1742972" y="582417"/>
                  </a:lnTo>
                  <a:lnTo>
                    <a:pt x="1744179" y="581994"/>
                  </a:lnTo>
                  <a:lnTo>
                    <a:pt x="1748940" y="579575"/>
                  </a:lnTo>
                  <a:lnTo>
                    <a:pt x="1750353" y="576518"/>
                  </a:lnTo>
                  <a:lnTo>
                    <a:pt x="1755958" y="572677"/>
                  </a:lnTo>
                  <a:lnTo>
                    <a:pt x="1757953" y="571309"/>
                  </a:lnTo>
                  <a:lnTo>
                    <a:pt x="1760740" y="566801"/>
                  </a:lnTo>
                  <a:lnTo>
                    <a:pt x="1760683" y="565746"/>
                  </a:lnTo>
                  <a:lnTo>
                    <a:pt x="1762977" y="563137"/>
                  </a:lnTo>
                  <a:lnTo>
                    <a:pt x="1764672" y="562376"/>
                  </a:lnTo>
                  <a:lnTo>
                    <a:pt x="1769928" y="556834"/>
                  </a:lnTo>
                  <a:lnTo>
                    <a:pt x="1776351" y="550060"/>
                  </a:lnTo>
                  <a:lnTo>
                    <a:pt x="1778394" y="548988"/>
                  </a:lnTo>
                  <a:lnTo>
                    <a:pt x="1778633" y="548605"/>
                  </a:lnTo>
                  <a:lnTo>
                    <a:pt x="1779782" y="548244"/>
                  </a:lnTo>
                  <a:lnTo>
                    <a:pt x="1782431" y="547412"/>
                  </a:lnTo>
                  <a:lnTo>
                    <a:pt x="1784087" y="546589"/>
                  </a:lnTo>
                  <a:lnTo>
                    <a:pt x="1788090" y="545365"/>
                  </a:lnTo>
                  <a:lnTo>
                    <a:pt x="1790506" y="544632"/>
                  </a:lnTo>
                  <a:lnTo>
                    <a:pt x="1791688" y="544559"/>
                  </a:lnTo>
                  <a:lnTo>
                    <a:pt x="1792285" y="544206"/>
                  </a:lnTo>
                  <a:lnTo>
                    <a:pt x="1794299" y="542399"/>
                  </a:lnTo>
                  <a:lnTo>
                    <a:pt x="1797116" y="541280"/>
                  </a:lnTo>
                  <a:lnTo>
                    <a:pt x="1799623" y="541504"/>
                  </a:lnTo>
                  <a:lnTo>
                    <a:pt x="1802221" y="541506"/>
                  </a:lnTo>
                  <a:lnTo>
                    <a:pt x="1804232" y="540163"/>
                  </a:lnTo>
                  <a:lnTo>
                    <a:pt x="1809869" y="534662"/>
                  </a:lnTo>
                  <a:lnTo>
                    <a:pt x="1812945" y="531661"/>
                  </a:lnTo>
                  <a:lnTo>
                    <a:pt x="1817646" y="531551"/>
                  </a:lnTo>
                  <a:lnTo>
                    <a:pt x="1819319" y="530757"/>
                  </a:lnTo>
                  <a:lnTo>
                    <a:pt x="1820390" y="530502"/>
                  </a:lnTo>
                  <a:lnTo>
                    <a:pt x="1821284" y="527613"/>
                  </a:lnTo>
                  <a:lnTo>
                    <a:pt x="1821153" y="524826"/>
                  </a:lnTo>
                  <a:lnTo>
                    <a:pt x="1820847" y="523587"/>
                  </a:lnTo>
                  <a:lnTo>
                    <a:pt x="1816682" y="517353"/>
                  </a:lnTo>
                  <a:lnTo>
                    <a:pt x="1812765" y="513980"/>
                  </a:lnTo>
                  <a:lnTo>
                    <a:pt x="1812485" y="513762"/>
                  </a:lnTo>
                  <a:lnTo>
                    <a:pt x="1810849" y="513281"/>
                  </a:lnTo>
                  <a:lnTo>
                    <a:pt x="1809577" y="512684"/>
                  </a:lnTo>
                  <a:lnTo>
                    <a:pt x="1807951" y="511690"/>
                  </a:lnTo>
                  <a:lnTo>
                    <a:pt x="1806856" y="510829"/>
                  </a:lnTo>
                  <a:lnTo>
                    <a:pt x="1805935" y="509727"/>
                  </a:lnTo>
                  <a:lnTo>
                    <a:pt x="1804287" y="507983"/>
                  </a:lnTo>
                  <a:lnTo>
                    <a:pt x="1803712" y="506793"/>
                  </a:lnTo>
                  <a:lnTo>
                    <a:pt x="1802923" y="506035"/>
                  </a:lnTo>
                  <a:lnTo>
                    <a:pt x="1802123" y="505162"/>
                  </a:lnTo>
                  <a:lnTo>
                    <a:pt x="1801548" y="504091"/>
                  </a:lnTo>
                  <a:lnTo>
                    <a:pt x="1801056" y="502649"/>
                  </a:lnTo>
                  <a:lnTo>
                    <a:pt x="1800653" y="500922"/>
                  </a:lnTo>
                  <a:lnTo>
                    <a:pt x="1800766" y="499826"/>
                  </a:lnTo>
                  <a:lnTo>
                    <a:pt x="1800078" y="498811"/>
                  </a:lnTo>
                  <a:lnTo>
                    <a:pt x="1798591" y="497775"/>
                  </a:lnTo>
                  <a:lnTo>
                    <a:pt x="1795857" y="496804"/>
                  </a:lnTo>
                  <a:lnTo>
                    <a:pt x="1795109" y="494840"/>
                  </a:lnTo>
                  <a:lnTo>
                    <a:pt x="1795650" y="492882"/>
                  </a:lnTo>
                  <a:lnTo>
                    <a:pt x="1797993" y="487951"/>
                  </a:lnTo>
                  <a:lnTo>
                    <a:pt x="1799830" y="486720"/>
                  </a:lnTo>
                  <a:lnTo>
                    <a:pt x="1800658" y="484411"/>
                  </a:lnTo>
                  <a:lnTo>
                    <a:pt x="1802039" y="483599"/>
                  </a:lnTo>
                  <a:lnTo>
                    <a:pt x="1802428" y="483064"/>
                  </a:lnTo>
                  <a:lnTo>
                    <a:pt x="1801982" y="479327"/>
                  </a:lnTo>
                  <a:lnTo>
                    <a:pt x="1803136" y="476125"/>
                  </a:lnTo>
                  <a:lnTo>
                    <a:pt x="1804196" y="473727"/>
                  </a:lnTo>
                  <a:lnTo>
                    <a:pt x="1805008" y="472154"/>
                  </a:lnTo>
                  <a:lnTo>
                    <a:pt x="1807303" y="468872"/>
                  </a:lnTo>
                  <a:lnTo>
                    <a:pt x="1807313" y="468857"/>
                  </a:lnTo>
                  <a:lnTo>
                    <a:pt x="1808561" y="467279"/>
                  </a:lnTo>
                  <a:lnTo>
                    <a:pt x="1810741" y="463307"/>
                  </a:lnTo>
                  <a:lnTo>
                    <a:pt x="1812003" y="461590"/>
                  </a:lnTo>
                  <a:lnTo>
                    <a:pt x="1817620" y="457743"/>
                  </a:lnTo>
                  <a:lnTo>
                    <a:pt x="1820572" y="456436"/>
                  </a:lnTo>
                  <a:lnTo>
                    <a:pt x="1822953" y="455383"/>
                  </a:lnTo>
                  <a:lnTo>
                    <a:pt x="1826149" y="455182"/>
                  </a:lnTo>
                  <a:lnTo>
                    <a:pt x="1828157" y="456367"/>
                  </a:lnTo>
                  <a:lnTo>
                    <a:pt x="1841654" y="456858"/>
                  </a:lnTo>
                  <a:lnTo>
                    <a:pt x="1843249" y="456324"/>
                  </a:lnTo>
                  <a:lnTo>
                    <a:pt x="1848466" y="460199"/>
                  </a:lnTo>
                  <a:lnTo>
                    <a:pt x="1851323" y="463959"/>
                  </a:lnTo>
                  <a:lnTo>
                    <a:pt x="1856469" y="466710"/>
                  </a:lnTo>
                  <a:lnTo>
                    <a:pt x="1863275" y="468796"/>
                  </a:lnTo>
                  <a:lnTo>
                    <a:pt x="1866923" y="468828"/>
                  </a:lnTo>
                  <a:lnTo>
                    <a:pt x="1870495" y="469454"/>
                  </a:lnTo>
                  <a:lnTo>
                    <a:pt x="1871017" y="469582"/>
                  </a:lnTo>
                  <a:lnTo>
                    <a:pt x="1876093" y="471135"/>
                  </a:lnTo>
                  <a:lnTo>
                    <a:pt x="1883395" y="471538"/>
                  </a:lnTo>
                  <a:lnTo>
                    <a:pt x="1894015" y="472285"/>
                  </a:lnTo>
                  <a:lnTo>
                    <a:pt x="1895973" y="473278"/>
                  </a:lnTo>
                  <a:lnTo>
                    <a:pt x="1899971" y="473962"/>
                  </a:lnTo>
                  <a:lnTo>
                    <a:pt x="1903842" y="471717"/>
                  </a:lnTo>
                  <a:lnTo>
                    <a:pt x="1905916" y="470005"/>
                  </a:lnTo>
                  <a:lnTo>
                    <a:pt x="1907945" y="468332"/>
                  </a:lnTo>
                  <a:lnTo>
                    <a:pt x="1910944" y="467683"/>
                  </a:lnTo>
                  <a:lnTo>
                    <a:pt x="1911095" y="467265"/>
                  </a:lnTo>
                  <a:lnTo>
                    <a:pt x="1911239" y="467132"/>
                  </a:lnTo>
                  <a:lnTo>
                    <a:pt x="1911744" y="467020"/>
                  </a:lnTo>
                  <a:lnTo>
                    <a:pt x="1912014" y="466784"/>
                  </a:lnTo>
                  <a:lnTo>
                    <a:pt x="1912104" y="466528"/>
                  </a:lnTo>
                  <a:lnTo>
                    <a:pt x="1912099" y="466287"/>
                  </a:lnTo>
                  <a:lnTo>
                    <a:pt x="1912331" y="466006"/>
                  </a:lnTo>
                  <a:lnTo>
                    <a:pt x="1912627" y="465894"/>
                  </a:lnTo>
                  <a:lnTo>
                    <a:pt x="1912880" y="465689"/>
                  </a:lnTo>
                  <a:lnTo>
                    <a:pt x="1912943" y="465096"/>
                  </a:lnTo>
                  <a:lnTo>
                    <a:pt x="1913226" y="464952"/>
                  </a:lnTo>
                  <a:lnTo>
                    <a:pt x="1913650" y="464890"/>
                  </a:lnTo>
                  <a:lnTo>
                    <a:pt x="1914583" y="464941"/>
                  </a:lnTo>
                  <a:lnTo>
                    <a:pt x="1915376" y="464798"/>
                  </a:lnTo>
                  <a:lnTo>
                    <a:pt x="1915905" y="464556"/>
                  </a:lnTo>
                  <a:lnTo>
                    <a:pt x="1917841" y="464253"/>
                  </a:lnTo>
                  <a:lnTo>
                    <a:pt x="1920608" y="464019"/>
                  </a:lnTo>
                  <a:lnTo>
                    <a:pt x="1922890" y="462657"/>
                  </a:lnTo>
                  <a:lnTo>
                    <a:pt x="1924935" y="460690"/>
                  </a:lnTo>
                  <a:lnTo>
                    <a:pt x="1925140" y="460222"/>
                  </a:lnTo>
                  <a:lnTo>
                    <a:pt x="1925972" y="458311"/>
                  </a:lnTo>
                  <a:lnTo>
                    <a:pt x="1926468" y="458311"/>
                  </a:lnTo>
                  <a:lnTo>
                    <a:pt x="1929502" y="456375"/>
                  </a:lnTo>
                  <a:lnTo>
                    <a:pt x="1933116" y="454067"/>
                  </a:lnTo>
                  <a:lnTo>
                    <a:pt x="1933763" y="453923"/>
                  </a:lnTo>
                  <a:lnTo>
                    <a:pt x="1933978" y="453876"/>
                  </a:lnTo>
                  <a:lnTo>
                    <a:pt x="1936998" y="450620"/>
                  </a:lnTo>
                  <a:lnTo>
                    <a:pt x="1939330" y="448893"/>
                  </a:lnTo>
                  <a:lnTo>
                    <a:pt x="1939747" y="448299"/>
                  </a:lnTo>
                  <a:lnTo>
                    <a:pt x="1942220" y="444768"/>
                  </a:lnTo>
                  <a:lnTo>
                    <a:pt x="1943133" y="442619"/>
                  </a:lnTo>
                  <a:lnTo>
                    <a:pt x="1943606" y="439523"/>
                  </a:lnTo>
                  <a:lnTo>
                    <a:pt x="1952753" y="436713"/>
                  </a:lnTo>
                  <a:lnTo>
                    <a:pt x="1953044" y="436814"/>
                  </a:lnTo>
                  <a:lnTo>
                    <a:pt x="1961444" y="439722"/>
                  </a:lnTo>
                  <a:lnTo>
                    <a:pt x="1963709" y="440048"/>
                  </a:lnTo>
                  <a:lnTo>
                    <a:pt x="1965197" y="439837"/>
                  </a:lnTo>
                  <a:lnTo>
                    <a:pt x="1965453" y="439800"/>
                  </a:lnTo>
                  <a:lnTo>
                    <a:pt x="1966007" y="439722"/>
                  </a:lnTo>
                  <a:lnTo>
                    <a:pt x="1967089" y="439612"/>
                  </a:lnTo>
                  <a:lnTo>
                    <a:pt x="1968762" y="439442"/>
                  </a:lnTo>
                  <a:lnTo>
                    <a:pt x="1969828" y="439333"/>
                  </a:lnTo>
                  <a:lnTo>
                    <a:pt x="1973050" y="439006"/>
                  </a:lnTo>
                  <a:lnTo>
                    <a:pt x="1982143" y="439191"/>
                  </a:lnTo>
                  <a:lnTo>
                    <a:pt x="1982972" y="438986"/>
                  </a:lnTo>
                  <a:lnTo>
                    <a:pt x="1991259" y="436933"/>
                  </a:lnTo>
                  <a:lnTo>
                    <a:pt x="1997860" y="435566"/>
                  </a:lnTo>
                  <a:lnTo>
                    <a:pt x="1999504" y="434342"/>
                  </a:lnTo>
                  <a:lnTo>
                    <a:pt x="2006446" y="428948"/>
                  </a:lnTo>
                  <a:lnTo>
                    <a:pt x="2009293" y="426139"/>
                  </a:lnTo>
                  <a:lnTo>
                    <a:pt x="2012552" y="425125"/>
                  </a:lnTo>
                  <a:lnTo>
                    <a:pt x="2013513" y="424826"/>
                  </a:lnTo>
                  <a:lnTo>
                    <a:pt x="2013835" y="423621"/>
                  </a:lnTo>
                  <a:lnTo>
                    <a:pt x="2014595" y="423304"/>
                  </a:lnTo>
                  <a:lnTo>
                    <a:pt x="2016537" y="423434"/>
                  </a:lnTo>
                  <a:lnTo>
                    <a:pt x="2017922" y="423740"/>
                  </a:lnTo>
                  <a:lnTo>
                    <a:pt x="2018908" y="423228"/>
                  </a:lnTo>
                  <a:lnTo>
                    <a:pt x="2020640" y="423170"/>
                  </a:lnTo>
                  <a:lnTo>
                    <a:pt x="2021999" y="422018"/>
                  </a:lnTo>
                  <a:lnTo>
                    <a:pt x="2022493" y="421393"/>
                  </a:lnTo>
                  <a:lnTo>
                    <a:pt x="2022819" y="420204"/>
                  </a:lnTo>
                  <a:lnTo>
                    <a:pt x="2023500" y="419624"/>
                  </a:lnTo>
                  <a:lnTo>
                    <a:pt x="2024732" y="418575"/>
                  </a:lnTo>
                  <a:lnTo>
                    <a:pt x="2025904" y="418463"/>
                  </a:lnTo>
                  <a:lnTo>
                    <a:pt x="2025394" y="415650"/>
                  </a:lnTo>
                  <a:lnTo>
                    <a:pt x="2025822" y="415175"/>
                  </a:lnTo>
                  <a:lnTo>
                    <a:pt x="2024706" y="413730"/>
                  </a:lnTo>
                  <a:lnTo>
                    <a:pt x="2023675" y="413159"/>
                  </a:lnTo>
                  <a:lnTo>
                    <a:pt x="2025014" y="408326"/>
                  </a:lnTo>
                  <a:lnTo>
                    <a:pt x="2026423" y="406463"/>
                  </a:lnTo>
                  <a:lnTo>
                    <a:pt x="2031701" y="399488"/>
                  </a:lnTo>
                  <a:lnTo>
                    <a:pt x="2032870" y="399201"/>
                  </a:lnTo>
                  <a:lnTo>
                    <a:pt x="2037437" y="394204"/>
                  </a:lnTo>
                  <a:lnTo>
                    <a:pt x="2039120" y="392897"/>
                  </a:lnTo>
                  <a:lnTo>
                    <a:pt x="2039989" y="390865"/>
                  </a:lnTo>
                  <a:lnTo>
                    <a:pt x="2040901" y="390194"/>
                  </a:lnTo>
                  <a:lnTo>
                    <a:pt x="2044214" y="389081"/>
                  </a:lnTo>
                  <a:lnTo>
                    <a:pt x="2047868" y="388865"/>
                  </a:lnTo>
                  <a:lnTo>
                    <a:pt x="2048727" y="388481"/>
                  </a:lnTo>
                  <a:lnTo>
                    <a:pt x="2049107" y="387890"/>
                  </a:lnTo>
                  <a:lnTo>
                    <a:pt x="2049699" y="387650"/>
                  </a:lnTo>
                  <a:lnTo>
                    <a:pt x="2050291" y="387634"/>
                  </a:lnTo>
                  <a:lnTo>
                    <a:pt x="2050713" y="387458"/>
                  </a:lnTo>
                  <a:lnTo>
                    <a:pt x="2051023" y="386802"/>
                  </a:lnTo>
                  <a:lnTo>
                    <a:pt x="2051206" y="386259"/>
                  </a:lnTo>
                  <a:lnTo>
                    <a:pt x="2051460" y="386035"/>
                  </a:lnTo>
                  <a:lnTo>
                    <a:pt x="2051784" y="385955"/>
                  </a:lnTo>
                  <a:lnTo>
                    <a:pt x="2054984" y="386489"/>
                  </a:lnTo>
                  <a:lnTo>
                    <a:pt x="2059908" y="386896"/>
                  </a:lnTo>
                  <a:lnTo>
                    <a:pt x="2060984" y="386985"/>
                  </a:lnTo>
                  <a:lnTo>
                    <a:pt x="2063942" y="387336"/>
                  </a:lnTo>
                  <a:lnTo>
                    <a:pt x="2071221" y="386898"/>
                  </a:lnTo>
                  <a:lnTo>
                    <a:pt x="2076977" y="387133"/>
                  </a:lnTo>
                  <a:lnTo>
                    <a:pt x="2077663" y="385259"/>
                  </a:lnTo>
                  <a:lnTo>
                    <a:pt x="2077275" y="384070"/>
                  </a:lnTo>
                  <a:lnTo>
                    <a:pt x="2078300" y="381100"/>
                  </a:lnTo>
                  <a:lnTo>
                    <a:pt x="2080593" y="378154"/>
                  </a:lnTo>
                  <a:lnTo>
                    <a:pt x="2079258" y="375352"/>
                  </a:lnTo>
                  <a:lnTo>
                    <a:pt x="2080914" y="375122"/>
                  </a:lnTo>
                  <a:lnTo>
                    <a:pt x="2082943" y="374412"/>
                  </a:lnTo>
                  <a:lnTo>
                    <a:pt x="2084007" y="374527"/>
                  </a:lnTo>
                  <a:lnTo>
                    <a:pt x="2085664" y="374278"/>
                  </a:lnTo>
                  <a:lnTo>
                    <a:pt x="2086988" y="374732"/>
                  </a:lnTo>
                  <a:lnTo>
                    <a:pt x="2087715" y="374137"/>
                  </a:lnTo>
                  <a:lnTo>
                    <a:pt x="2089106" y="374625"/>
                  </a:lnTo>
                  <a:lnTo>
                    <a:pt x="2089670" y="375120"/>
                  </a:lnTo>
                  <a:lnTo>
                    <a:pt x="2089937" y="375664"/>
                  </a:lnTo>
                  <a:lnTo>
                    <a:pt x="2089965" y="376495"/>
                  </a:lnTo>
                  <a:lnTo>
                    <a:pt x="2090332" y="377055"/>
                  </a:lnTo>
                  <a:lnTo>
                    <a:pt x="2091430" y="377998"/>
                  </a:lnTo>
                  <a:lnTo>
                    <a:pt x="2092656" y="378750"/>
                  </a:lnTo>
                  <a:lnTo>
                    <a:pt x="2093585" y="378750"/>
                  </a:lnTo>
                  <a:lnTo>
                    <a:pt x="2095036" y="378462"/>
                  </a:lnTo>
                  <a:lnTo>
                    <a:pt x="2095754" y="378030"/>
                  </a:lnTo>
                  <a:lnTo>
                    <a:pt x="2095980" y="377775"/>
                  </a:lnTo>
                  <a:lnTo>
                    <a:pt x="2096360" y="377759"/>
                  </a:lnTo>
                  <a:lnTo>
                    <a:pt x="2097966" y="378046"/>
                  </a:lnTo>
                  <a:lnTo>
                    <a:pt x="2098783" y="377982"/>
                  </a:lnTo>
                  <a:lnTo>
                    <a:pt x="2099614" y="377743"/>
                  </a:lnTo>
                  <a:lnTo>
                    <a:pt x="2100221" y="377436"/>
                  </a:lnTo>
                  <a:lnTo>
                    <a:pt x="2100684" y="377103"/>
                  </a:lnTo>
                  <a:lnTo>
                    <a:pt x="2100276" y="376176"/>
                  </a:lnTo>
                  <a:lnTo>
                    <a:pt x="2100346" y="375824"/>
                  </a:lnTo>
                  <a:lnTo>
                    <a:pt x="2100698" y="375568"/>
                  </a:lnTo>
                  <a:lnTo>
                    <a:pt x="2101600" y="375344"/>
                  </a:lnTo>
                  <a:lnTo>
                    <a:pt x="2101867" y="375184"/>
                  </a:lnTo>
                  <a:lnTo>
                    <a:pt x="2102276" y="374401"/>
                  </a:lnTo>
                  <a:lnTo>
                    <a:pt x="2102924" y="373825"/>
                  </a:lnTo>
                  <a:lnTo>
                    <a:pt x="2103403" y="373569"/>
                  </a:lnTo>
                  <a:lnTo>
                    <a:pt x="2104445" y="373409"/>
                  </a:lnTo>
                  <a:lnTo>
                    <a:pt x="2105417" y="373553"/>
                  </a:lnTo>
                  <a:lnTo>
                    <a:pt x="2105825" y="373553"/>
                  </a:lnTo>
                  <a:lnTo>
                    <a:pt x="2106276" y="373329"/>
                  </a:lnTo>
                  <a:lnTo>
                    <a:pt x="2106529" y="372610"/>
                  </a:lnTo>
                  <a:lnTo>
                    <a:pt x="2107263" y="372651"/>
                  </a:lnTo>
                  <a:lnTo>
                    <a:pt x="2108529" y="372722"/>
                  </a:lnTo>
                  <a:lnTo>
                    <a:pt x="2109022" y="372690"/>
                  </a:lnTo>
                  <a:lnTo>
                    <a:pt x="2109628" y="372546"/>
                  </a:lnTo>
                  <a:lnTo>
                    <a:pt x="2112868" y="370084"/>
                  </a:lnTo>
                  <a:lnTo>
                    <a:pt x="2113938" y="369908"/>
                  </a:lnTo>
                  <a:lnTo>
                    <a:pt x="2115445" y="369908"/>
                  </a:lnTo>
                  <a:lnTo>
                    <a:pt x="2116290" y="369732"/>
                  </a:lnTo>
                  <a:lnTo>
                    <a:pt x="2117389" y="369204"/>
                  </a:lnTo>
                  <a:lnTo>
                    <a:pt x="2117981" y="368533"/>
                  </a:lnTo>
                  <a:lnTo>
                    <a:pt x="2118417" y="368293"/>
                  </a:lnTo>
                  <a:lnTo>
                    <a:pt x="2119890" y="368086"/>
                  </a:lnTo>
                  <a:lnTo>
                    <a:pt x="2121784" y="366858"/>
                  </a:lnTo>
                  <a:lnTo>
                    <a:pt x="2126257" y="367460"/>
                  </a:lnTo>
                  <a:lnTo>
                    <a:pt x="2127947" y="368713"/>
                  </a:lnTo>
                  <a:lnTo>
                    <a:pt x="2134846" y="369287"/>
                  </a:lnTo>
                  <a:lnTo>
                    <a:pt x="2137092" y="367843"/>
                  </a:lnTo>
                  <a:lnTo>
                    <a:pt x="2137832" y="367741"/>
                  </a:lnTo>
                  <a:lnTo>
                    <a:pt x="2138249" y="368010"/>
                  </a:lnTo>
                  <a:lnTo>
                    <a:pt x="2138903" y="369097"/>
                  </a:lnTo>
                  <a:lnTo>
                    <a:pt x="2141190" y="369199"/>
                  </a:lnTo>
                  <a:lnTo>
                    <a:pt x="2144086" y="369737"/>
                  </a:lnTo>
                  <a:lnTo>
                    <a:pt x="2144615" y="369596"/>
                  </a:lnTo>
                  <a:lnTo>
                    <a:pt x="2144784" y="369148"/>
                  </a:lnTo>
                  <a:lnTo>
                    <a:pt x="2144582" y="368598"/>
                  </a:lnTo>
                  <a:lnTo>
                    <a:pt x="2144244" y="368112"/>
                  </a:lnTo>
                  <a:lnTo>
                    <a:pt x="2146914" y="365144"/>
                  </a:lnTo>
                  <a:lnTo>
                    <a:pt x="2148458" y="365196"/>
                  </a:lnTo>
                  <a:lnTo>
                    <a:pt x="2149754" y="364991"/>
                  </a:lnTo>
                  <a:lnTo>
                    <a:pt x="2150227" y="365004"/>
                  </a:lnTo>
                  <a:lnTo>
                    <a:pt x="2150497" y="365400"/>
                  </a:lnTo>
                  <a:lnTo>
                    <a:pt x="2150621" y="366718"/>
                  </a:lnTo>
                  <a:lnTo>
                    <a:pt x="2150227" y="367191"/>
                  </a:lnTo>
                  <a:lnTo>
                    <a:pt x="2150734" y="367613"/>
                  </a:lnTo>
                  <a:lnTo>
                    <a:pt x="2151861" y="367792"/>
                  </a:lnTo>
                  <a:lnTo>
                    <a:pt x="2152886" y="367025"/>
                  </a:lnTo>
                  <a:lnTo>
                    <a:pt x="2154619" y="366467"/>
                  </a:lnTo>
                  <a:lnTo>
                    <a:pt x="2154633" y="366462"/>
                  </a:lnTo>
                  <a:lnTo>
                    <a:pt x="2155557" y="367818"/>
                  </a:lnTo>
                  <a:lnTo>
                    <a:pt x="2157348" y="369954"/>
                  </a:lnTo>
                  <a:lnTo>
                    <a:pt x="2159151" y="371617"/>
                  </a:lnTo>
                  <a:lnTo>
                    <a:pt x="2159793" y="372026"/>
                  </a:lnTo>
                  <a:lnTo>
                    <a:pt x="2160199" y="371937"/>
                  </a:lnTo>
                  <a:lnTo>
                    <a:pt x="2161405" y="371284"/>
                  </a:lnTo>
                  <a:lnTo>
                    <a:pt x="2161844" y="371233"/>
                  </a:lnTo>
                  <a:lnTo>
                    <a:pt x="2163872" y="371860"/>
                  </a:lnTo>
                  <a:lnTo>
                    <a:pt x="2165687" y="371617"/>
                  </a:lnTo>
                  <a:lnTo>
                    <a:pt x="2166712" y="371822"/>
                  </a:lnTo>
                  <a:lnTo>
                    <a:pt x="2166892" y="372282"/>
                  </a:lnTo>
                  <a:lnTo>
                    <a:pt x="2167997" y="372883"/>
                  </a:lnTo>
                  <a:lnTo>
                    <a:pt x="2169146" y="373907"/>
                  </a:lnTo>
                  <a:lnTo>
                    <a:pt x="2169653" y="373945"/>
                  </a:lnTo>
                  <a:lnTo>
                    <a:pt x="2170802" y="373421"/>
                  </a:lnTo>
                  <a:lnTo>
                    <a:pt x="2171231" y="373408"/>
                  </a:lnTo>
                  <a:lnTo>
                    <a:pt x="2171569" y="373702"/>
                  </a:lnTo>
                  <a:lnTo>
                    <a:pt x="2171842" y="374244"/>
                  </a:lnTo>
                  <a:lnTo>
                    <a:pt x="2172470" y="374137"/>
                  </a:lnTo>
                  <a:lnTo>
                    <a:pt x="2173002" y="373578"/>
                  </a:lnTo>
                  <a:lnTo>
                    <a:pt x="2174733" y="372321"/>
                  </a:lnTo>
                  <a:lnTo>
                    <a:pt x="2177327" y="372690"/>
                  </a:lnTo>
                  <a:lnTo>
                    <a:pt x="2178120" y="372650"/>
                  </a:lnTo>
                  <a:lnTo>
                    <a:pt x="2178815" y="372427"/>
                  </a:lnTo>
                  <a:lnTo>
                    <a:pt x="2180665" y="372537"/>
                  </a:lnTo>
                  <a:lnTo>
                    <a:pt x="2181840" y="373305"/>
                  </a:lnTo>
                  <a:lnTo>
                    <a:pt x="2183138" y="373336"/>
                  </a:lnTo>
                  <a:lnTo>
                    <a:pt x="2184682" y="373013"/>
                  </a:lnTo>
                  <a:lnTo>
                    <a:pt x="2185004" y="372988"/>
                  </a:lnTo>
                  <a:lnTo>
                    <a:pt x="2185545" y="373325"/>
                  </a:lnTo>
                  <a:lnTo>
                    <a:pt x="2186248" y="373622"/>
                  </a:lnTo>
                  <a:lnTo>
                    <a:pt x="2186550" y="374025"/>
                  </a:lnTo>
                  <a:lnTo>
                    <a:pt x="2186622" y="374759"/>
                  </a:lnTo>
                  <a:lnTo>
                    <a:pt x="2186360" y="375220"/>
                  </a:lnTo>
                  <a:lnTo>
                    <a:pt x="2188315" y="374441"/>
                  </a:lnTo>
                  <a:lnTo>
                    <a:pt x="2188928" y="373745"/>
                  </a:lnTo>
                  <a:lnTo>
                    <a:pt x="2189496" y="373530"/>
                  </a:lnTo>
                  <a:lnTo>
                    <a:pt x="2190352" y="373551"/>
                  </a:lnTo>
                  <a:lnTo>
                    <a:pt x="2191029" y="373295"/>
                  </a:lnTo>
                  <a:lnTo>
                    <a:pt x="2191867" y="372128"/>
                  </a:lnTo>
                  <a:lnTo>
                    <a:pt x="2192516" y="371279"/>
                  </a:lnTo>
                  <a:lnTo>
                    <a:pt x="2192705" y="370501"/>
                  </a:lnTo>
                  <a:lnTo>
                    <a:pt x="2192263" y="370040"/>
                  </a:lnTo>
                  <a:lnTo>
                    <a:pt x="2195554" y="370716"/>
                  </a:lnTo>
                  <a:lnTo>
                    <a:pt x="2196114" y="370744"/>
                  </a:lnTo>
                  <a:lnTo>
                    <a:pt x="2197432" y="370655"/>
                  </a:lnTo>
                  <a:lnTo>
                    <a:pt x="2197460" y="369676"/>
                  </a:lnTo>
                  <a:lnTo>
                    <a:pt x="2197653" y="369360"/>
                  </a:lnTo>
                  <a:lnTo>
                    <a:pt x="2198260" y="368784"/>
                  </a:lnTo>
                  <a:lnTo>
                    <a:pt x="2198545" y="368314"/>
                  </a:lnTo>
                  <a:lnTo>
                    <a:pt x="2197910" y="367115"/>
                  </a:lnTo>
                  <a:lnTo>
                    <a:pt x="2197617" y="366142"/>
                  </a:lnTo>
                  <a:lnTo>
                    <a:pt x="2197499" y="365822"/>
                  </a:lnTo>
                  <a:lnTo>
                    <a:pt x="2197339" y="365389"/>
                  </a:lnTo>
                  <a:lnTo>
                    <a:pt x="2198619" y="364136"/>
                  </a:lnTo>
                  <a:lnTo>
                    <a:pt x="2198697" y="363586"/>
                  </a:lnTo>
                  <a:lnTo>
                    <a:pt x="2198115" y="362194"/>
                  </a:lnTo>
                  <a:lnTo>
                    <a:pt x="2198169" y="361382"/>
                  </a:lnTo>
                  <a:lnTo>
                    <a:pt x="2198723" y="361030"/>
                  </a:lnTo>
                  <a:lnTo>
                    <a:pt x="2197788" y="360761"/>
                  </a:lnTo>
                  <a:lnTo>
                    <a:pt x="2197754" y="358574"/>
                  </a:lnTo>
                  <a:lnTo>
                    <a:pt x="2198225" y="357955"/>
                  </a:lnTo>
                  <a:lnTo>
                    <a:pt x="2198226" y="357942"/>
                  </a:lnTo>
                  <a:lnTo>
                    <a:pt x="2198188" y="357949"/>
                  </a:lnTo>
                  <a:lnTo>
                    <a:pt x="2195016" y="357231"/>
                  </a:lnTo>
                  <a:lnTo>
                    <a:pt x="2194672" y="355832"/>
                  </a:lnTo>
                  <a:lnTo>
                    <a:pt x="2195719" y="355102"/>
                  </a:lnTo>
                  <a:lnTo>
                    <a:pt x="2195593" y="354941"/>
                  </a:lnTo>
                  <a:lnTo>
                    <a:pt x="2194985" y="354864"/>
                  </a:lnTo>
                  <a:lnTo>
                    <a:pt x="2194224" y="354768"/>
                  </a:lnTo>
                  <a:lnTo>
                    <a:pt x="2192681" y="352978"/>
                  </a:lnTo>
                  <a:lnTo>
                    <a:pt x="2192457" y="352704"/>
                  </a:lnTo>
                  <a:lnTo>
                    <a:pt x="2191959" y="352095"/>
                  </a:lnTo>
                  <a:lnTo>
                    <a:pt x="2191723" y="351596"/>
                  </a:lnTo>
                  <a:lnTo>
                    <a:pt x="2191703" y="351390"/>
                  </a:lnTo>
                  <a:lnTo>
                    <a:pt x="2191811" y="351093"/>
                  </a:lnTo>
                  <a:lnTo>
                    <a:pt x="2191657" y="350797"/>
                  </a:lnTo>
                  <a:lnTo>
                    <a:pt x="2191694" y="350397"/>
                  </a:lnTo>
                  <a:lnTo>
                    <a:pt x="2192478" y="349937"/>
                  </a:lnTo>
                  <a:lnTo>
                    <a:pt x="2190500" y="346085"/>
                  </a:lnTo>
                  <a:lnTo>
                    <a:pt x="2190232" y="345700"/>
                  </a:lnTo>
                  <a:lnTo>
                    <a:pt x="2188830" y="343684"/>
                  </a:lnTo>
                  <a:lnTo>
                    <a:pt x="2188611" y="343369"/>
                  </a:lnTo>
                  <a:lnTo>
                    <a:pt x="2188471" y="343168"/>
                  </a:lnTo>
                  <a:lnTo>
                    <a:pt x="2187532" y="342396"/>
                  </a:lnTo>
                  <a:lnTo>
                    <a:pt x="2186802" y="341976"/>
                  </a:lnTo>
                  <a:lnTo>
                    <a:pt x="2186234" y="341434"/>
                  </a:lnTo>
                  <a:lnTo>
                    <a:pt x="2185348" y="340432"/>
                  </a:lnTo>
                  <a:lnTo>
                    <a:pt x="2185263" y="340336"/>
                  </a:lnTo>
                  <a:lnTo>
                    <a:pt x="2185141" y="340185"/>
                  </a:lnTo>
                  <a:lnTo>
                    <a:pt x="2185139" y="340173"/>
                  </a:lnTo>
                  <a:lnTo>
                    <a:pt x="2185125" y="340134"/>
                  </a:lnTo>
                  <a:lnTo>
                    <a:pt x="2185089" y="340083"/>
                  </a:lnTo>
                  <a:lnTo>
                    <a:pt x="2185068" y="340067"/>
                  </a:lnTo>
                  <a:lnTo>
                    <a:pt x="2185062" y="340065"/>
                  </a:lnTo>
                  <a:lnTo>
                    <a:pt x="2184819" y="339976"/>
                  </a:lnTo>
                  <a:lnTo>
                    <a:pt x="2184622" y="339966"/>
                  </a:lnTo>
                  <a:lnTo>
                    <a:pt x="2184594" y="339963"/>
                  </a:lnTo>
                  <a:lnTo>
                    <a:pt x="2184573" y="339958"/>
                  </a:lnTo>
                  <a:lnTo>
                    <a:pt x="2184563" y="339955"/>
                  </a:lnTo>
                  <a:lnTo>
                    <a:pt x="2184549" y="339938"/>
                  </a:lnTo>
                  <a:lnTo>
                    <a:pt x="2184548" y="339889"/>
                  </a:lnTo>
                  <a:lnTo>
                    <a:pt x="2184547" y="339827"/>
                  </a:lnTo>
                  <a:lnTo>
                    <a:pt x="2184539" y="339793"/>
                  </a:lnTo>
                  <a:lnTo>
                    <a:pt x="2184138" y="339523"/>
                  </a:lnTo>
                  <a:lnTo>
                    <a:pt x="2184058" y="339499"/>
                  </a:lnTo>
                  <a:lnTo>
                    <a:pt x="2183984" y="339478"/>
                  </a:lnTo>
                  <a:lnTo>
                    <a:pt x="2183815" y="339471"/>
                  </a:lnTo>
                  <a:lnTo>
                    <a:pt x="2183784" y="339456"/>
                  </a:lnTo>
                  <a:lnTo>
                    <a:pt x="2183735" y="339433"/>
                  </a:lnTo>
                  <a:lnTo>
                    <a:pt x="2183449" y="339394"/>
                  </a:lnTo>
                  <a:lnTo>
                    <a:pt x="2183111" y="339400"/>
                  </a:lnTo>
                  <a:lnTo>
                    <a:pt x="2182941" y="339432"/>
                  </a:lnTo>
                  <a:lnTo>
                    <a:pt x="2182831" y="339444"/>
                  </a:lnTo>
                  <a:lnTo>
                    <a:pt x="2182614" y="339465"/>
                  </a:lnTo>
                  <a:lnTo>
                    <a:pt x="2182504" y="339476"/>
                  </a:lnTo>
                  <a:lnTo>
                    <a:pt x="2182479" y="339478"/>
                  </a:lnTo>
                  <a:lnTo>
                    <a:pt x="2182470" y="339478"/>
                  </a:lnTo>
                  <a:lnTo>
                    <a:pt x="2182464" y="339473"/>
                  </a:lnTo>
                  <a:lnTo>
                    <a:pt x="2182455" y="339458"/>
                  </a:lnTo>
                  <a:lnTo>
                    <a:pt x="2182452" y="339448"/>
                  </a:lnTo>
                  <a:lnTo>
                    <a:pt x="2182449" y="339443"/>
                  </a:lnTo>
                  <a:lnTo>
                    <a:pt x="2182434" y="339433"/>
                  </a:lnTo>
                  <a:lnTo>
                    <a:pt x="2182300" y="339425"/>
                  </a:lnTo>
                  <a:lnTo>
                    <a:pt x="2182294" y="339425"/>
                  </a:lnTo>
                  <a:lnTo>
                    <a:pt x="2182040" y="339503"/>
                  </a:lnTo>
                  <a:lnTo>
                    <a:pt x="2181751" y="339546"/>
                  </a:lnTo>
                  <a:lnTo>
                    <a:pt x="2181745" y="339541"/>
                  </a:lnTo>
                  <a:lnTo>
                    <a:pt x="2181673" y="339494"/>
                  </a:lnTo>
                  <a:lnTo>
                    <a:pt x="2181662" y="339491"/>
                  </a:lnTo>
                  <a:lnTo>
                    <a:pt x="2181656" y="339491"/>
                  </a:lnTo>
                  <a:lnTo>
                    <a:pt x="2181621" y="339500"/>
                  </a:lnTo>
                  <a:lnTo>
                    <a:pt x="2181615" y="339502"/>
                  </a:lnTo>
                  <a:lnTo>
                    <a:pt x="2181593" y="339519"/>
                  </a:lnTo>
                  <a:lnTo>
                    <a:pt x="2181593" y="339509"/>
                  </a:lnTo>
                  <a:lnTo>
                    <a:pt x="2181588" y="339474"/>
                  </a:lnTo>
                  <a:lnTo>
                    <a:pt x="2181582" y="339462"/>
                  </a:lnTo>
                  <a:lnTo>
                    <a:pt x="2181573" y="339452"/>
                  </a:lnTo>
                  <a:lnTo>
                    <a:pt x="2181567" y="339450"/>
                  </a:lnTo>
                  <a:lnTo>
                    <a:pt x="2181463" y="339428"/>
                  </a:lnTo>
                  <a:lnTo>
                    <a:pt x="2181352" y="339430"/>
                  </a:lnTo>
                  <a:lnTo>
                    <a:pt x="2181274" y="339438"/>
                  </a:lnTo>
                  <a:lnTo>
                    <a:pt x="2181248" y="339442"/>
                  </a:lnTo>
                  <a:lnTo>
                    <a:pt x="2181198" y="339448"/>
                  </a:lnTo>
                  <a:lnTo>
                    <a:pt x="2181164" y="339449"/>
                  </a:lnTo>
                  <a:lnTo>
                    <a:pt x="2181139" y="339449"/>
                  </a:lnTo>
                  <a:lnTo>
                    <a:pt x="2181101" y="339445"/>
                  </a:lnTo>
                  <a:lnTo>
                    <a:pt x="2181080" y="339438"/>
                  </a:lnTo>
                  <a:lnTo>
                    <a:pt x="2181055" y="339420"/>
                  </a:lnTo>
                  <a:lnTo>
                    <a:pt x="2181043" y="339410"/>
                  </a:lnTo>
                  <a:lnTo>
                    <a:pt x="2181040" y="339405"/>
                  </a:lnTo>
                  <a:lnTo>
                    <a:pt x="2181019" y="339310"/>
                  </a:lnTo>
                  <a:lnTo>
                    <a:pt x="2181017" y="339291"/>
                  </a:lnTo>
                  <a:lnTo>
                    <a:pt x="2180810" y="339095"/>
                  </a:lnTo>
                  <a:lnTo>
                    <a:pt x="2180800" y="339099"/>
                  </a:lnTo>
                  <a:lnTo>
                    <a:pt x="2180790" y="339101"/>
                  </a:lnTo>
                  <a:lnTo>
                    <a:pt x="2180778" y="339101"/>
                  </a:lnTo>
                  <a:lnTo>
                    <a:pt x="2180766" y="339098"/>
                  </a:lnTo>
                  <a:lnTo>
                    <a:pt x="2180753" y="339091"/>
                  </a:lnTo>
                  <a:lnTo>
                    <a:pt x="2180744" y="339081"/>
                  </a:lnTo>
                  <a:lnTo>
                    <a:pt x="2180724" y="339056"/>
                  </a:lnTo>
                  <a:lnTo>
                    <a:pt x="2180715" y="339041"/>
                  </a:lnTo>
                  <a:lnTo>
                    <a:pt x="2180663" y="338931"/>
                  </a:lnTo>
                  <a:lnTo>
                    <a:pt x="2180658" y="338912"/>
                  </a:lnTo>
                  <a:lnTo>
                    <a:pt x="2180661" y="338907"/>
                  </a:lnTo>
                  <a:lnTo>
                    <a:pt x="2180668" y="338900"/>
                  </a:lnTo>
                  <a:lnTo>
                    <a:pt x="2180674" y="338895"/>
                  </a:lnTo>
                  <a:lnTo>
                    <a:pt x="2180690" y="338888"/>
                  </a:lnTo>
                  <a:lnTo>
                    <a:pt x="2180706" y="338886"/>
                  </a:lnTo>
                  <a:lnTo>
                    <a:pt x="2180788" y="338876"/>
                  </a:lnTo>
                  <a:lnTo>
                    <a:pt x="2180806" y="338874"/>
                  </a:lnTo>
                  <a:lnTo>
                    <a:pt x="2180822" y="338875"/>
                  </a:lnTo>
                  <a:lnTo>
                    <a:pt x="2180841" y="338880"/>
                  </a:lnTo>
                  <a:lnTo>
                    <a:pt x="2180847" y="338883"/>
                  </a:lnTo>
                  <a:lnTo>
                    <a:pt x="2180853" y="338885"/>
                  </a:lnTo>
                  <a:lnTo>
                    <a:pt x="2180927" y="338914"/>
                  </a:lnTo>
                  <a:lnTo>
                    <a:pt x="2181036" y="338914"/>
                  </a:lnTo>
                  <a:lnTo>
                    <a:pt x="2181049" y="338910"/>
                  </a:lnTo>
                  <a:lnTo>
                    <a:pt x="2181059" y="338900"/>
                  </a:lnTo>
                  <a:lnTo>
                    <a:pt x="2181073" y="338869"/>
                  </a:lnTo>
                  <a:lnTo>
                    <a:pt x="2181073" y="338847"/>
                  </a:lnTo>
                  <a:lnTo>
                    <a:pt x="2181071" y="338833"/>
                  </a:lnTo>
                  <a:lnTo>
                    <a:pt x="2181059" y="338811"/>
                  </a:lnTo>
                  <a:lnTo>
                    <a:pt x="2181045" y="338791"/>
                  </a:lnTo>
                  <a:lnTo>
                    <a:pt x="2181039" y="338784"/>
                  </a:lnTo>
                  <a:lnTo>
                    <a:pt x="2181026" y="338779"/>
                  </a:lnTo>
                  <a:lnTo>
                    <a:pt x="2181011" y="338773"/>
                  </a:lnTo>
                  <a:lnTo>
                    <a:pt x="2180995" y="338770"/>
                  </a:lnTo>
                  <a:lnTo>
                    <a:pt x="2180952" y="338685"/>
                  </a:lnTo>
                  <a:lnTo>
                    <a:pt x="2180940" y="338527"/>
                  </a:lnTo>
                  <a:lnTo>
                    <a:pt x="2180991" y="338425"/>
                  </a:lnTo>
                  <a:lnTo>
                    <a:pt x="2181011" y="338396"/>
                  </a:lnTo>
                  <a:lnTo>
                    <a:pt x="2181027" y="338384"/>
                  </a:lnTo>
                  <a:lnTo>
                    <a:pt x="2181069" y="338355"/>
                  </a:lnTo>
                  <a:lnTo>
                    <a:pt x="2181098" y="338345"/>
                  </a:lnTo>
                  <a:lnTo>
                    <a:pt x="2181109" y="338344"/>
                  </a:lnTo>
                  <a:lnTo>
                    <a:pt x="2181117" y="338344"/>
                  </a:lnTo>
                  <a:lnTo>
                    <a:pt x="2181126" y="338348"/>
                  </a:lnTo>
                  <a:lnTo>
                    <a:pt x="2181139" y="338345"/>
                  </a:lnTo>
                  <a:lnTo>
                    <a:pt x="2181151" y="338338"/>
                  </a:lnTo>
                  <a:lnTo>
                    <a:pt x="2181158" y="338332"/>
                  </a:lnTo>
                  <a:lnTo>
                    <a:pt x="2181231" y="338151"/>
                  </a:lnTo>
                  <a:lnTo>
                    <a:pt x="2181232" y="338142"/>
                  </a:lnTo>
                  <a:lnTo>
                    <a:pt x="2181204" y="338054"/>
                  </a:lnTo>
                  <a:lnTo>
                    <a:pt x="2181190" y="338021"/>
                  </a:lnTo>
                  <a:lnTo>
                    <a:pt x="2181181" y="338009"/>
                  </a:lnTo>
                  <a:lnTo>
                    <a:pt x="2181166" y="337996"/>
                  </a:lnTo>
                  <a:lnTo>
                    <a:pt x="2181029" y="337904"/>
                  </a:lnTo>
                  <a:lnTo>
                    <a:pt x="2181004" y="337897"/>
                  </a:lnTo>
                  <a:lnTo>
                    <a:pt x="2180989" y="337899"/>
                  </a:lnTo>
                  <a:lnTo>
                    <a:pt x="2180970" y="337904"/>
                  </a:lnTo>
                  <a:lnTo>
                    <a:pt x="2180953" y="337915"/>
                  </a:lnTo>
                  <a:lnTo>
                    <a:pt x="2180947" y="337924"/>
                  </a:lnTo>
                  <a:lnTo>
                    <a:pt x="2180946" y="337933"/>
                  </a:lnTo>
                  <a:lnTo>
                    <a:pt x="2180964" y="337955"/>
                  </a:lnTo>
                  <a:lnTo>
                    <a:pt x="2180973" y="337966"/>
                  </a:lnTo>
                  <a:lnTo>
                    <a:pt x="2180982" y="337978"/>
                  </a:lnTo>
                  <a:lnTo>
                    <a:pt x="2180985" y="337984"/>
                  </a:lnTo>
                  <a:lnTo>
                    <a:pt x="2180998" y="338042"/>
                  </a:lnTo>
                  <a:lnTo>
                    <a:pt x="2180995" y="338049"/>
                  </a:lnTo>
                  <a:lnTo>
                    <a:pt x="2180991" y="338056"/>
                  </a:lnTo>
                  <a:lnTo>
                    <a:pt x="2180982" y="338062"/>
                  </a:lnTo>
                  <a:lnTo>
                    <a:pt x="2180972" y="338064"/>
                  </a:lnTo>
                  <a:lnTo>
                    <a:pt x="2180935" y="338060"/>
                  </a:lnTo>
                  <a:lnTo>
                    <a:pt x="2180925" y="338058"/>
                  </a:lnTo>
                  <a:lnTo>
                    <a:pt x="2180916" y="338054"/>
                  </a:lnTo>
                  <a:lnTo>
                    <a:pt x="2180904" y="338046"/>
                  </a:lnTo>
                  <a:lnTo>
                    <a:pt x="2180697" y="337906"/>
                  </a:lnTo>
                  <a:lnTo>
                    <a:pt x="2180673" y="337882"/>
                  </a:lnTo>
                  <a:lnTo>
                    <a:pt x="2180578" y="337767"/>
                  </a:lnTo>
                  <a:lnTo>
                    <a:pt x="2180572" y="337760"/>
                  </a:lnTo>
                  <a:lnTo>
                    <a:pt x="2180566" y="337748"/>
                  </a:lnTo>
                  <a:lnTo>
                    <a:pt x="2180566" y="337742"/>
                  </a:lnTo>
                  <a:lnTo>
                    <a:pt x="2180570" y="337737"/>
                  </a:lnTo>
                  <a:lnTo>
                    <a:pt x="2180580" y="337725"/>
                  </a:lnTo>
                  <a:lnTo>
                    <a:pt x="2180679" y="337674"/>
                  </a:lnTo>
                  <a:lnTo>
                    <a:pt x="2180693" y="337668"/>
                  </a:lnTo>
                  <a:lnTo>
                    <a:pt x="2180704" y="337664"/>
                  </a:lnTo>
                  <a:lnTo>
                    <a:pt x="2180748" y="337675"/>
                  </a:lnTo>
                  <a:lnTo>
                    <a:pt x="2180769" y="337683"/>
                  </a:lnTo>
                  <a:lnTo>
                    <a:pt x="2180868" y="337723"/>
                  </a:lnTo>
                  <a:lnTo>
                    <a:pt x="2180880" y="337729"/>
                  </a:lnTo>
                  <a:lnTo>
                    <a:pt x="2180889" y="337737"/>
                  </a:lnTo>
                  <a:lnTo>
                    <a:pt x="2180895" y="337745"/>
                  </a:lnTo>
                  <a:lnTo>
                    <a:pt x="2180895" y="337755"/>
                  </a:lnTo>
                  <a:lnTo>
                    <a:pt x="2180891" y="337762"/>
                  </a:lnTo>
                  <a:lnTo>
                    <a:pt x="2180881" y="337775"/>
                  </a:lnTo>
                  <a:lnTo>
                    <a:pt x="2180922" y="337839"/>
                  </a:lnTo>
                  <a:lnTo>
                    <a:pt x="2181139" y="337831"/>
                  </a:lnTo>
                  <a:lnTo>
                    <a:pt x="2181151" y="337830"/>
                  </a:lnTo>
                  <a:lnTo>
                    <a:pt x="2181170" y="337822"/>
                  </a:lnTo>
                  <a:lnTo>
                    <a:pt x="2181180" y="337816"/>
                  </a:lnTo>
                  <a:lnTo>
                    <a:pt x="2181183" y="337807"/>
                  </a:lnTo>
                  <a:lnTo>
                    <a:pt x="2181204" y="337624"/>
                  </a:lnTo>
                  <a:lnTo>
                    <a:pt x="2181207" y="337537"/>
                  </a:lnTo>
                  <a:lnTo>
                    <a:pt x="2181208" y="337531"/>
                  </a:lnTo>
                  <a:lnTo>
                    <a:pt x="2181113" y="337465"/>
                  </a:lnTo>
                  <a:lnTo>
                    <a:pt x="2181104" y="337462"/>
                  </a:lnTo>
                  <a:lnTo>
                    <a:pt x="2181095" y="337462"/>
                  </a:lnTo>
                  <a:lnTo>
                    <a:pt x="2181079" y="337468"/>
                  </a:lnTo>
                  <a:lnTo>
                    <a:pt x="2181072" y="337475"/>
                  </a:lnTo>
                  <a:lnTo>
                    <a:pt x="2181069" y="337485"/>
                  </a:lnTo>
                  <a:lnTo>
                    <a:pt x="2181083" y="337525"/>
                  </a:lnTo>
                  <a:lnTo>
                    <a:pt x="2181076" y="337541"/>
                  </a:lnTo>
                  <a:lnTo>
                    <a:pt x="2181007" y="337605"/>
                  </a:lnTo>
                  <a:lnTo>
                    <a:pt x="2180998" y="337614"/>
                  </a:lnTo>
                  <a:lnTo>
                    <a:pt x="2180985" y="337620"/>
                  </a:lnTo>
                  <a:lnTo>
                    <a:pt x="2180966" y="337621"/>
                  </a:lnTo>
                  <a:lnTo>
                    <a:pt x="2180950" y="337621"/>
                  </a:lnTo>
                  <a:lnTo>
                    <a:pt x="2180929" y="337617"/>
                  </a:lnTo>
                  <a:lnTo>
                    <a:pt x="2180916" y="337610"/>
                  </a:lnTo>
                  <a:lnTo>
                    <a:pt x="2180793" y="337484"/>
                  </a:lnTo>
                  <a:lnTo>
                    <a:pt x="2180787" y="337476"/>
                  </a:lnTo>
                  <a:lnTo>
                    <a:pt x="2180785" y="337463"/>
                  </a:lnTo>
                  <a:lnTo>
                    <a:pt x="2180785" y="337457"/>
                  </a:lnTo>
                  <a:lnTo>
                    <a:pt x="2180795" y="337448"/>
                  </a:lnTo>
                  <a:lnTo>
                    <a:pt x="2180811" y="337440"/>
                  </a:lnTo>
                  <a:lnTo>
                    <a:pt x="2180827" y="337435"/>
                  </a:lnTo>
                  <a:lnTo>
                    <a:pt x="2180846" y="337434"/>
                  </a:lnTo>
                  <a:lnTo>
                    <a:pt x="2180880" y="337435"/>
                  </a:lnTo>
                  <a:lnTo>
                    <a:pt x="2180899" y="337438"/>
                  </a:lnTo>
                  <a:lnTo>
                    <a:pt x="2180938" y="337457"/>
                  </a:lnTo>
                  <a:lnTo>
                    <a:pt x="2180957" y="337467"/>
                  </a:lnTo>
                  <a:lnTo>
                    <a:pt x="2180969" y="337467"/>
                  </a:lnTo>
                  <a:lnTo>
                    <a:pt x="2180979" y="337463"/>
                  </a:lnTo>
                  <a:lnTo>
                    <a:pt x="2181100" y="337414"/>
                  </a:lnTo>
                  <a:lnTo>
                    <a:pt x="2181113" y="337406"/>
                  </a:lnTo>
                  <a:lnTo>
                    <a:pt x="2181129" y="337393"/>
                  </a:lnTo>
                  <a:lnTo>
                    <a:pt x="2181133" y="337381"/>
                  </a:lnTo>
                  <a:lnTo>
                    <a:pt x="2181130" y="337363"/>
                  </a:lnTo>
                  <a:lnTo>
                    <a:pt x="2181125" y="337346"/>
                  </a:lnTo>
                  <a:lnTo>
                    <a:pt x="2181112" y="337340"/>
                  </a:lnTo>
                  <a:lnTo>
                    <a:pt x="2181106" y="337338"/>
                  </a:lnTo>
                  <a:lnTo>
                    <a:pt x="2180982" y="337319"/>
                  </a:lnTo>
                  <a:lnTo>
                    <a:pt x="2180916" y="337314"/>
                  </a:lnTo>
                  <a:lnTo>
                    <a:pt x="2180915" y="337342"/>
                  </a:lnTo>
                  <a:lnTo>
                    <a:pt x="2180912" y="337348"/>
                  </a:lnTo>
                  <a:lnTo>
                    <a:pt x="2180905" y="337354"/>
                  </a:lnTo>
                  <a:lnTo>
                    <a:pt x="2180896" y="337356"/>
                  </a:lnTo>
                  <a:lnTo>
                    <a:pt x="2180742" y="337359"/>
                  </a:lnTo>
                  <a:lnTo>
                    <a:pt x="2180736" y="337358"/>
                  </a:lnTo>
                  <a:lnTo>
                    <a:pt x="2180730" y="337357"/>
                  </a:lnTo>
                  <a:lnTo>
                    <a:pt x="2180721" y="337345"/>
                  </a:lnTo>
                  <a:lnTo>
                    <a:pt x="2180715" y="337332"/>
                  </a:lnTo>
                  <a:lnTo>
                    <a:pt x="2180673" y="337153"/>
                  </a:lnTo>
                  <a:lnTo>
                    <a:pt x="2180673" y="337140"/>
                  </a:lnTo>
                  <a:lnTo>
                    <a:pt x="2180682" y="336968"/>
                  </a:lnTo>
                  <a:lnTo>
                    <a:pt x="2180690" y="336816"/>
                  </a:lnTo>
                  <a:lnTo>
                    <a:pt x="2180796" y="336681"/>
                  </a:lnTo>
                  <a:lnTo>
                    <a:pt x="2180747" y="336508"/>
                  </a:lnTo>
                  <a:lnTo>
                    <a:pt x="2180630" y="336534"/>
                  </a:lnTo>
                  <a:lnTo>
                    <a:pt x="2180432" y="336544"/>
                  </a:lnTo>
                  <a:lnTo>
                    <a:pt x="2180326" y="336545"/>
                  </a:lnTo>
                  <a:lnTo>
                    <a:pt x="2179988" y="336545"/>
                  </a:lnTo>
                  <a:lnTo>
                    <a:pt x="2179930" y="336574"/>
                  </a:lnTo>
                  <a:lnTo>
                    <a:pt x="2179906" y="336584"/>
                  </a:lnTo>
                  <a:lnTo>
                    <a:pt x="2179875" y="336587"/>
                  </a:lnTo>
                  <a:lnTo>
                    <a:pt x="2179851" y="336585"/>
                  </a:lnTo>
                  <a:lnTo>
                    <a:pt x="2179842" y="336582"/>
                  </a:lnTo>
                  <a:lnTo>
                    <a:pt x="2179701" y="336510"/>
                  </a:lnTo>
                  <a:lnTo>
                    <a:pt x="2179664" y="336489"/>
                  </a:lnTo>
                  <a:lnTo>
                    <a:pt x="2179634" y="336466"/>
                  </a:lnTo>
                  <a:lnTo>
                    <a:pt x="2179631" y="336461"/>
                  </a:lnTo>
                  <a:lnTo>
                    <a:pt x="2179628" y="336454"/>
                  </a:lnTo>
                  <a:lnTo>
                    <a:pt x="2179629" y="336446"/>
                  </a:lnTo>
                  <a:lnTo>
                    <a:pt x="2179632" y="336439"/>
                  </a:lnTo>
                  <a:lnTo>
                    <a:pt x="2179639" y="336432"/>
                  </a:lnTo>
                  <a:lnTo>
                    <a:pt x="2179668" y="336417"/>
                  </a:lnTo>
                  <a:lnTo>
                    <a:pt x="2179687" y="336411"/>
                  </a:lnTo>
                  <a:lnTo>
                    <a:pt x="2179709" y="336406"/>
                  </a:lnTo>
                  <a:lnTo>
                    <a:pt x="2179754" y="336383"/>
                  </a:lnTo>
                  <a:lnTo>
                    <a:pt x="2179783" y="336361"/>
                  </a:lnTo>
                  <a:lnTo>
                    <a:pt x="2179789" y="336354"/>
                  </a:lnTo>
                  <a:lnTo>
                    <a:pt x="2179793" y="336348"/>
                  </a:lnTo>
                  <a:lnTo>
                    <a:pt x="2179800" y="336327"/>
                  </a:lnTo>
                  <a:lnTo>
                    <a:pt x="2179807" y="336304"/>
                  </a:lnTo>
                  <a:lnTo>
                    <a:pt x="2179805" y="336268"/>
                  </a:lnTo>
                  <a:lnTo>
                    <a:pt x="2179802" y="336262"/>
                  </a:lnTo>
                  <a:lnTo>
                    <a:pt x="2179796" y="336255"/>
                  </a:lnTo>
                  <a:lnTo>
                    <a:pt x="2179787" y="336247"/>
                  </a:lnTo>
                  <a:lnTo>
                    <a:pt x="2179781" y="336242"/>
                  </a:lnTo>
                  <a:lnTo>
                    <a:pt x="2179696" y="336178"/>
                  </a:lnTo>
                  <a:lnTo>
                    <a:pt x="2179690" y="336178"/>
                  </a:lnTo>
                  <a:lnTo>
                    <a:pt x="2179674" y="336179"/>
                  </a:lnTo>
                  <a:lnTo>
                    <a:pt x="2179665" y="336182"/>
                  </a:lnTo>
                  <a:lnTo>
                    <a:pt x="2179646" y="336195"/>
                  </a:lnTo>
                  <a:lnTo>
                    <a:pt x="2179600" y="336246"/>
                  </a:lnTo>
                  <a:lnTo>
                    <a:pt x="2179607" y="336287"/>
                  </a:lnTo>
                  <a:lnTo>
                    <a:pt x="2179619" y="336307"/>
                  </a:lnTo>
                  <a:lnTo>
                    <a:pt x="2179615" y="336314"/>
                  </a:lnTo>
                  <a:lnTo>
                    <a:pt x="2179603" y="336325"/>
                  </a:lnTo>
                  <a:lnTo>
                    <a:pt x="2179535" y="336362"/>
                  </a:lnTo>
                  <a:lnTo>
                    <a:pt x="2179363" y="336435"/>
                  </a:lnTo>
                  <a:lnTo>
                    <a:pt x="2179354" y="336436"/>
                  </a:lnTo>
                  <a:lnTo>
                    <a:pt x="2179259" y="336441"/>
                  </a:lnTo>
                  <a:lnTo>
                    <a:pt x="2179250" y="336440"/>
                  </a:lnTo>
                  <a:lnTo>
                    <a:pt x="2179241" y="336437"/>
                  </a:lnTo>
                  <a:lnTo>
                    <a:pt x="2179229" y="336428"/>
                  </a:lnTo>
                  <a:lnTo>
                    <a:pt x="2179220" y="336419"/>
                  </a:lnTo>
                  <a:lnTo>
                    <a:pt x="2179217" y="336413"/>
                  </a:lnTo>
                  <a:lnTo>
                    <a:pt x="2179096" y="336149"/>
                  </a:lnTo>
                  <a:lnTo>
                    <a:pt x="2179069" y="336051"/>
                  </a:lnTo>
                  <a:lnTo>
                    <a:pt x="2179066" y="336041"/>
                  </a:lnTo>
                  <a:lnTo>
                    <a:pt x="2179077" y="336018"/>
                  </a:lnTo>
                  <a:lnTo>
                    <a:pt x="2179099" y="336000"/>
                  </a:lnTo>
                  <a:lnTo>
                    <a:pt x="2179115" y="335993"/>
                  </a:lnTo>
                  <a:lnTo>
                    <a:pt x="2179128" y="335991"/>
                  </a:lnTo>
                  <a:lnTo>
                    <a:pt x="2179275" y="335988"/>
                  </a:lnTo>
                  <a:lnTo>
                    <a:pt x="2179300" y="335988"/>
                  </a:lnTo>
                  <a:lnTo>
                    <a:pt x="2179319" y="335991"/>
                  </a:lnTo>
                  <a:lnTo>
                    <a:pt x="2179334" y="335999"/>
                  </a:lnTo>
                  <a:lnTo>
                    <a:pt x="2179350" y="336010"/>
                  </a:lnTo>
                  <a:lnTo>
                    <a:pt x="2179355" y="336019"/>
                  </a:lnTo>
                  <a:lnTo>
                    <a:pt x="2179358" y="336027"/>
                  </a:lnTo>
                  <a:lnTo>
                    <a:pt x="2179355" y="336034"/>
                  </a:lnTo>
                  <a:lnTo>
                    <a:pt x="2179339" y="336047"/>
                  </a:lnTo>
                  <a:lnTo>
                    <a:pt x="2179320" y="336050"/>
                  </a:lnTo>
                  <a:lnTo>
                    <a:pt x="2179298" y="336056"/>
                  </a:lnTo>
                  <a:lnTo>
                    <a:pt x="2179281" y="336068"/>
                  </a:lnTo>
                  <a:lnTo>
                    <a:pt x="2179272" y="336076"/>
                  </a:lnTo>
                  <a:lnTo>
                    <a:pt x="2179271" y="336086"/>
                  </a:lnTo>
                  <a:lnTo>
                    <a:pt x="2179274" y="336093"/>
                  </a:lnTo>
                  <a:lnTo>
                    <a:pt x="2179283" y="336100"/>
                  </a:lnTo>
                  <a:lnTo>
                    <a:pt x="2179302" y="336108"/>
                  </a:lnTo>
                  <a:lnTo>
                    <a:pt x="2179314" y="336110"/>
                  </a:lnTo>
                  <a:lnTo>
                    <a:pt x="2179336" y="336106"/>
                  </a:lnTo>
                  <a:lnTo>
                    <a:pt x="2179365" y="336101"/>
                  </a:lnTo>
                  <a:lnTo>
                    <a:pt x="2179387" y="336096"/>
                  </a:lnTo>
                  <a:lnTo>
                    <a:pt x="2179406" y="336086"/>
                  </a:lnTo>
                  <a:lnTo>
                    <a:pt x="2179422" y="336074"/>
                  </a:lnTo>
                  <a:lnTo>
                    <a:pt x="2179429" y="336064"/>
                  </a:lnTo>
                  <a:lnTo>
                    <a:pt x="2179432" y="336056"/>
                  </a:lnTo>
                  <a:lnTo>
                    <a:pt x="2179414" y="335969"/>
                  </a:lnTo>
                  <a:lnTo>
                    <a:pt x="2179374" y="335789"/>
                  </a:lnTo>
                  <a:lnTo>
                    <a:pt x="2179369" y="335781"/>
                  </a:lnTo>
                  <a:lnTo>
                    <a:pt x="2179359" y="335773"/>
                  </a:lnTo>
                  <a:lnTo>
                    <a:pt x="2179344" y="335768"/>
                  </a:lnTo>
                  <a:lnTo>
                    <a:pt x="2179331" y="335769"/>
                  </a:lnTo>
                  <a:lnTo>
                    <a:pt x="2179255" y="335797"/>
                  </a:lnTo>
                  <a:lnTo>
                    <a:pt x="2179242" y="335803"/>
                  </a:lnTo>
                  <a:lnTo>
                    <a:pt x="2179226" y="335817"/>
                  </a:lnTo>
                  <a:lnTo>
                    <a:pt x="2179115" y="335772"/>
                  </a:lnTo>
                  <a:lnTo>
                    <a:pt x="2178958" y="335559"/>
                  </a:lnTo>
                  <a:lnTo>
                    <a:pt x="2178949" y="335550"/>
                  </a:lnTo>
                  <a:lnTo>
                    <a:pt x="2178931" y="335533"/>
                  </a:lnTo>
                  <a:lnTo>
                    <a:pt x="2178910" y="335522"/>
                  </a:lnTo>
                  <a:lnTo>
                    <a:pt x="2178891" y="335513"/>
                  </a:lnTo>
                  <a:lnTo>
                    <a:pt x="2178873" y="335510"/>
                  </a:lnTo>
                  <a:lnTo>
                    <a:pt x="2178832" y="335508"/>
                  </a:lnTo>
                  <a:lnTo>
                    <a:pt x="2178816" y="335504"/>
                  </a:lnTo>
                  <a:lnTo>
                    <a:pt x="2178801" y="335496"/>
                  </a:lnTo>
                  <a:lnTo>
                    <a:pt x="2178779" y="335488"/>
                  </a:lnTo>
                  <a:lnTo>
                    <a:pt x="2178743" y="335462"/>
                  </a:lnTo>
                  <a:lnTo>
                    <a:pt x="2178712" y="335450"/>
                  </a:lnTo>
                  <a:lnTo>
                    <a:pt x="2178694" y="335442"/>
                  </a:lnTo>
                  <a:lnTo>
                    <a:pt x="2178684" y="335442"/>
                  </a:lnTo>
                  <a:lnTo>
                    <a:pt x="2178493" y="335480"/>
                  </a:lnTo>
                  <a:lnTo>
                    <a:pt x="2178470" y="335472"/>
                  </a:lnTo>
                  <a:lnTo>
                    <a:pt x="2178458" y="335464"/>
                  </a:lnTo>
                  <a:lnTo>
                    <a:pt x="2178437" y="335449"/>
                  </a:lnTo>
                  <a:lnTo>
                    <a:pt x="2178426" y="335440"/>
                  </a:lnTo>
                  <a:lnTo>
                    <a:pt x="2178260" y="335373"/>
                  </a:lnTo>
                  <a:lnTo>
                    <a:pt x="2178254" y="335366"/>
                  </a:lnTo>
                  <a:lnTo>
                    <a:pt x="2178251" y="335355"/>
                  </a:lnTo>
                  <a:lnTo>
                    <a:pt x="2178249" y="335338"/>
                  </a:lnTo>
                  <a:lnTo>
                    <a:pt x="2178250" y="335313"/>
                  </a:lnTo>
                  <a:lnTo>
                    <a:pt x="2178250" y="335292"/>
                  </a:lnTo>
                  <a:lnTo>
                    <a:pt x="2178254" y="335278"/>
                  </a:lnTo>
                  <a:lnTo>
                    <a:pt x="2178258" y="335261"/>
                  </a:lnTo>
                  <a:lnTo>
                    <a:pt x="2178268" y="335243"/>
                  </a:lnTo>
                  <a:lnTo>
                    <a:pt x="2178275" y="335227"/>
                  </a:lnTo>
                  <a:lnTo>
                    <a:pt x="2178272" y="335217"/>
                  </a:lnTo>
                  <a:lnTo>
                    <a:pt x="2178270" y="335208"/>
                  </a:lnTo>
                  <a:lnTo>
                    <a:pt x="2178255" y="335192"/>
                  </a:lnTo>
                  <a:lnTo>
                    <a:pt x="2178243" y="335182"/>
                  </a:lnTo>
                  <a:lnTo>
                    <a:pt x="2178221" y="335170"/>
                  </a:lnTo>
                  <a:lnTo>
                    <a:pt x="2178212" y="335168"/>
                  </a:lnTo>
                  <a:lnTo>
                    <a:pt x="2178177" y="335173"/>
                  </a:lnTo>
                  <a:lnTo>
                    <a:pt x="2178145" y="335187"/>
                  </a:lnTo>
                  <a:lnTo>
                    <a:pt x="2178126" y="335200"/>
                  </a:lnTo>
                  <a:lnTo>
                    <a:pt x="2178122" y="335207"/>
                  </a:lnTo>
                  <a:lnTo>
                    <a:pt x="2178122" y="335216"/>
                  </a:lnTo>
                  <a:lnTo>
                    <a:pt x="2178104" y="335268"/>
                  </a:lnTo>
                  <a:lnTo>
                    <a:pt x="2178077" y="335318"/>
                  </a:lnTo>
                  <a:lnTo>
                    <a:pt x="2178070" y="335329"/>
                  </a:lnTo>
                  <a:lnTo>
                    <a:pt x="2178044" y="335350"/>
                  </a:lnTo>
                  <a:lnTo>
                    <a:pt x="2178022" y="335362"/>
                  </a:lnTo>
                  <a:lnTo>
                    <a:pt x="2178006" y="335366"/>
                  </a:lnTo>
                  <a:lnTo>
                    <a:pt x="2177994" y="335368"/>
                  </a:lnTo>
                  <a:lnTo>
                    <a:pt x="2177885" y="335385"/>
                  </a:lnTo>
                  <a:lnTo>
                    <a:pt x="2177859" y="335389"/>
                  </a:lnTo>
                  <a:lnTo>
                    <a:pt x="2177801" y="335399"/>
                  </a:lnTo>
                  <a:lnTo>
                    <a:pt x="2177789" y="335398"/>
                  </a:lnTo>
                  <a:lnTo>
                    <a:pt x="2177752" y="335389"/>
                  </a:lnTo>
                  <a:lnTo>
                    <a:pt x="2177677" y="335365"/>
                  </a:lnTo>
                  <a:lnTo>
                    <a:pt x="2177653" y="335353"/>
                  </a:lnTo>
                  <a:lnTo>
                    <a:pt x="2177638" y="335343"/>
                  </a:lnTo>
                  <a:lnTo>
                    <a:pt x="2177632" y="335336"/>
                  </a:lnTo>
                  <a:lnTo>
                    <a:pt x="2177632" y="335330"/>
                  </a:lnTo>
                  <a:lnTo>
                    <a:pt x="2177635" y="335323"/>
                  </a:lnTo>
                  <a:lnTo>
                    <a:pt x="2177645" y="335317"/>
                  </a:lnTo>
                  <a:lnTo>
                    <a:pt x="2177661" y="335307"/>
                  </a:lnTo>
                  <a:lnTo>
                    <a:pt x="2177674" y="335298"/>
                  </a:lnTo>
                  <a:lnTo>
                    <a:pt x="2177684" y="335287"/>
                  </a:lnTo>
                  <a:lnTo>
                    <a:pt x="2177684" y="335280"/>
                  </a:lnTo>
                  <a:lnTo>
                    <a:pt x="2177684" y="335274"/>
                  </a:lnTo>
                  <a:lnTo>
                    <a:pt x="2177672" y="335261"/>
                  </a:lnTo>
                  <a:lnTo>
                    <a:pt x="2177648" y="335246"/>
                  </a:lnTo>
                  <a:lnTo>
                    <a:pt x="2177639" y="335242"/>
                  </a:lnTo>
                  <a:lnTo>
                    <a:pt x="2177413" y="335149"/>
                  </a:lnTo>
                  <a:lnTo>
                    <a:pt x="2177337" y="335118"/>
                  </a:lnTo>
                  <a:lnTo>
                    <a:pt x="2177318" y="335111"/>
                  </a:lnTo>
                  <a:lnTo>
                    <a:pt x="2177303" y="335108"/>
                  </a:lnTo>
                  <a:lnTo>
                    <a:pt x="2177290" y="335108"/>
                  </a:lnTo>
                  <a:lnTo>
                    <a:pt x="2177281" y="335110"/>
                  </a:lnTo>
                  <a:lnTo>
                    <a:pt x="2177268" y="335118"/>
                  </a:lnTo>
                  <a:lnTo>
                    <a:pt x="2177088" y="335084"/>
                  </a:lnTo>
                  <a:lnTo>
                    <a:pt x="2177153" y="334947"/>
                  </a:lnTo>
                  <a:lnTo>
                    <a:pt x="2177158" y="334941"/>
                  </a:lnTo>
                  <a:lnTo>
                    <a:pt x="2177130" y="334896"/>
                  </a:lnTo>
                  <a:lnTo>
                    <a:pt x="2177122" y="334844"/>
                  </a:lnTo>
                  <a:lnTo>
                    <a:pt x="2177173" y="334807"/>
                  </a:lnTo>
                  <a:lnTo>
                    <a:pt x="2177248" y="334766"/>
                  </a:lnTo>
                  <a:lnTo>
                    <a:pt x="2177297" y="334773"/>
                  </a:lnTo>
                  <a:lnTo>
                    <a:pt x="2177310" y="334758"/>
                  </a:lnTo>
                  <a:lnTo>
                    <a:pt x="2177314" y="334749"/>
                  </a:lnTo>
                  <a:lnTo>
                    <a:pt x="2177316" y="334743"/>
                  </a:lnTo>
                  <a:lnTo>
                    <a:pt x="2177318" y="334735"/>
                  </a:lnTo>
                  <a:lnTo>
                    <a:pt x="2177321" y="334714"/>
                  </a:lnTo>
                  <a:lnTo>
                    <a:pt x="2177318" y="334700"/>
                  </a:lnTo>
                  <a:lnTo>
                    <a:pt x="2177310" y="334684"/>
                  </a:lnTo>
                  <a:lnTo>
                    <a:pt x="2177298" y="334673"/>
                  </a:lnTo>
                  <a:lnTo>
                    <a:pt x="2177282" y="334661"/>
                  </a:lnTo>
                  <a:lnTo>
                    <a:pt x="2177270" y="334652"/>
                  </a:lnTo>
                  <a:lnTo>
                    <a:pt x="2177241" y="334641"/>
                  </a:lnTo>
                  <a:lnTo>
                    <a:pt x="2177224" y="334638"/>
                  </a:lnTo>
                  <a:lnTo>
                    <a:pt x="2177019" y="334599"/>
                  </a:lnTo>
                  <a:lnTo>
                    <a:pt x="2177005" y="334597"/>
                  </a:lnTo>
                  <a:lnTo>
                    <a:pt x="2176966" y="334593"/>
                  </a:lnTo>
                  <a:lnTo>
                    <a:pt x="2176959" y="334593"/>
                  </a:lnTo>
                  <a:lnTo>
                    <a:pt x="2176961" y="334599"/>
                  </a:lnTo>
                  <a:lnTo>
                    <a:pt x="2176963" y="334607"/>
                  </a:lnTo>
                  <a:lnTo>
                    <a:pt x="2176966" y="334627"/>
                  </a:lnTo>
                  <a:lnTo>
                    <a:pt x="2176963" y="334645"/>
                  </a:lnTo>
                  <a:lnTo>
                    <a:pt x="2176955" y="334663"/>
                  </a:lnTo>
                  <a:lnTo>
                    <a:pt x="2176949" y="334674"/>
                  </a:lnTo>
                  <a:lnTo>
                    <a:pt x="2176942" y="334675"/>
                  </a:lnTo>
                  <a:lnTo>
                    <a:pt x="2176937" y="334675"/>
                  </a:lnTo>
                  <a:lnTo>
                    <a:pt x="2176925" y="334667"/>
                  </a:lnTo>
                  <a:lnTo>
                    <a:pt x="2176914" y="334655"/>
                  </a:lnTo>
                  <a:lnTo>
                    <a:pt x="2176903" y="334640"/>
                  </a:lnTo>
                  <a:lnTo>
                    <a:pt x="2176895" y="334623"/>
                  </a:lnTo>
                  <a:lnTo>
                    <a:pt x="2176893" y="334606"/>
                  </a:lnTo>
                  <a:lnTo>
                    <a:pt x="2176890" y="334599"/>
                  </a:lnTo>
                  <a:lnTo>
                    <a:pt x="2176887" y="334594"/>
                  </a:lnTo>
                  <a:lnTo>
                    <a:pt x="2176875" y="334583"/>
                  </a:lnTo>
                  <a:lnTo>
                    <a:pt x="2176853" y="334568"/>
                  </a:lnTo>
                  <a:lnTo>
                    <a:pt x="2176849" y="334564"/>
                  </a:lnTo>
                  <a:lnTo>
                    <a:pt x="2176848" y="334549"/>
                  </a:lnTo>
                  <a:lnTo>
                    <a:pt x="2176834" y="334481"/>
                  </a:lnTo>
                  <a:lnTo>
                    <a:pt x="2176823" y="334466"/>
                  </a:lnTo>
                  <a:lnTo>
                    <a:pt x="2176796" y="334432"/>
                  </a:lnTo>
                  <a:lnTo>
                    <a:pt x="2176767" y="334412"/>
                  </a:lnTo>
                  <a:lnTo>
                    <a:pt x="2176749" y="334400"/>
                  </a:lnTo>
                  <a:lnTo>
                    <a:pt x="2176738" y="334396"/>
                  </a:lnTo>
                  <a:lnTo>
                    <a:pt x="2176709" y="334392"/>
                  </a:lnTo>
                  <a:lnTo>
                    <a:pt x="2176687" y="334394"/>
                  </a:lnTo>
                  <a:lnTo>
                    <a:pt x="2176670" y="334403"/>
                  </a:lnTo>
                  <a:lnTo>
                    <a:pt x="2176634" y="334422"/>
                  </a:lnTo>
                  <a:lnTo>
                    <a:pt x="2176623" y="334430"/>
                  </a:lnTo>
                  <a:lnTo>
                    <a:pt x="2176617" y="334438"/>
                  </a:lnTo>
                  <a:lnTo>
                    <a:pt x="2176612" y="334454"/>
                  </a:lnTo>
                  <a:lnTo>
                    <a:pt x="2176607" y="334463"/>
                  </a:lnTo>
                  <a:lnTo>
                    <a:pt x="2176599" y="334471"/>
                  </a:lnTo>
                  <a:lnTo>
                    <a:pt x="2176593" y="334476"/>
                  </a:lnTo>
                  <a:lnTo>
                    <a:pt x="2176586" y="334479"/>
                  </a:lnTo>
                  <a:lnTo>
                    <a:pt x="2176577" y="334478"/>
                  </a:lnTo>
                  <a:lnTo>
                    <a:pt x="2176508" y="334451"/>
                  </a:lnTo>
                  <a:lnTo>
                    <a:pt x="2176486" y="334442"/>
                  </a:lnTo>
                  <a:lnTo>
                    <a:pt x="2176459" y="334429"/>
                  </a:lnTo>
                  <a:lnTo>
                    <a:pt x="2176396" y="334397"/>
                  </a:lnTo>
                  <a:lnTo>
                    <a:pt x="2176383" y="334390"/>
                  </a:lnTo>
                  <a:lnTo>
                    <a:pt x="2176072" y="334218"/>
                  </a:lnTo>
                  <a:lnTo>
                    <a:pt x="2176061" y="334211"/>
                  </a:lnTo>
                  <a:lnTo>
                    <a:pt x="2176056" y="334200"/>
                  </a:lnTo>
                  <a:lnTo>
                    <a:pt x="2176053" y="334180"/>
                  </a:lnTo>
                  <a:lnTo>
                    <a:pt x="2176052" y="334166"/>
                  </a:lnTo>
                  <a:lnTo>
                    <a:pt x="2176057" y="334153"/>
                  </a:lnTo>
                  <a:lnTo>
                    <a:pt x="2176068" y="334143"/>
                  </a:lnTo>
                  <a:lnTo>
                    <a:pt x="2176087" y="334131"/>
                  </a:lnTo>
                  <a:lnTo>
                    <a:pt x="2176105" y="334123"/>
                  </a:lnTo>
                  <a:lnTo>
                    <a:pt x="2176153" y="334070"/>
                  </a:lnTo>
                  <a:lnTo>
                    <a:pt x="2176174" y="334040"/>
                  </a:lnTo>
                  <a:lnTo>
                    <a:pt x="2176207" y="333892"/>
                  </a:lnTo>
                  <a:lnTo>
                    <a:pt x="2176209" y="333880"/>
                  </a:lnTo>
                  <a:lnTo>
                    <a:pt x="2176206" y="333872"/>
                  </a:lnTo>
                  <a:lnTo>
                    <a:pt x="2176200" y="333865"/>
                  </a:lnTo>
                  <a:lnTo>
                    <a:pt x="2176170" y="333841"/>
                  </a:lnTo>
                  <a:lnTo>
                    <a:pt x="2176154" y="333833"/>
                  </a:lnTo>
                  <a:lnTo>
                    <a:pt x="2176136" y="333826"/>
                  </a:lnTo>
                  <a:lnTo>
                    <a:pt x="2176123" y="333827"/>
                  </a:lnTo>
                  <a:lnTo>
                    <a:pt x="2176107" y="333836"/>
                  </a:lnTo>
                  <a:lnTo>
                    <a:pt x="2176059" y="333876"/>
                  </a:lnTo>
                  <a:lnTo>
                    <a:pt x="2176050" y="333885"/>
                  </a:lnTo>
                  <a:lnTo>
                    <a:pt x="2176044" y="333895"/>
                  </a:lnTo>
                  <a:lnTo>
                    <a:pt x="2176033" y="333915"/>
                  </a:lnTo>
                  <a:lnTo>
                    <a:pt x="2176015" y="333929"/>
                  </a:lnTo>
                  <a:lnTo>
                    <a:pt x="2175997" y="333938"/>
                  </a:lnTo>
                  <a:lnTo>
                    <a:pt x="2175958" y="333952"/>
                  </a:lnTo>
                  <a:lnTo>
                    <a:pt x="2175874" y="333972"/>
                  </a:lnTo>
                  <a:lnTo>
                    <a:pt x="2175829" y="333980"/>
                  </a:lnTo>
                  <a:lnTo>
                    <a:pt x="2175822" y="333981"/>
                  </a:lnTo>
                  <a:lnTo>
                    <a:pt x="2175797" y="333973"/>
                  </a:lnTo>
                  <a:lnTo>
                    <a:pt x="2175698" y="333942"/>
                  </a:lnTo>
                  <a:lnTo>
                    <a:pt x="2175685" y="333932"/>
                  </a:lnTo>
                  <a:lnTo>
                    <a:pt x="2175620" y="333872"/>
                  </a:lnTo>
                  <a:lnTo>
                    <a:pt x="2175612" y="333863"/>
                  </a:lnTo>
                  <a:lnTo>
                    <a:pt x="2175606" y="333856"/>
                  </a:lnTo>
                  <a:lnTo>
                    <a:pt x="2175602" y="333735"/>
                  </a:lnTo>
                  <a:lnTo>
                    <a:pt x="2175612" y="333706"/>
                  </a:lnTo>
                  <a:lnTo>
                    <a:pt x="2175646" y="333613"/>
                  </a:lnTo>
                  <a:lnTo>
                    <a:pt x="2175662" y="333546"/>
                  </a:lnTo>
                  <a:lnTo>
                    <a:pt x="2175662" y="333533"/>
                  </a:lnTo>
                  <a:lnTo>
                    <a:pt x="2175658" y="333522"/>
                  </a:lnTo>
                  <a:lnTo>
                    <a:pt x="2175650" y="333510"/>
                  </a:lnTo>
                  <a:lnTo>
                    <a:pt x="2175639" y="333503"/>
                  </a:lnTo>
                  <a:lnTo>
                    <a:pt x="2175535" y="333473"/>
                  </a:lnTo>
                  <a:lnTo>
                    <a:pt x="2175520" y="333469"/>
                  </a:lnTo>
                  <a:lnTo>
                    <a:pt x="2175511" y="333471"/>
                  </a:lnTo>
                  <a:lnTo>
                    <a:pt x="2175508" y="333475"/>
                  </a:lnTo>
                  <a:lnTo>
                    <a:pt x="2175507" y="333486"/>
                  </a:lnTo>
                  <a:lnTo>
                    <a:pt x="2175411" y="333502"/>
                  </a:lnTo>
                  <a:lnTo>
                    <a:pt x="2175303" y="333443"/>
                  </a:lnTo>
                  <a:lnTo>
                    <a:pt x="2175272" y="333203"/>
                  </a:lnTo>
                  <a:lnTo>
                    <a:pt x="2175248" y="333170"/>
                  </a:lnTo>
                  <a:lnTo>
                    <a:pt x="2175212" y="333122"/>
                  </a:lnTo>
                  <a:lnTo>
                    <a:pt x="2175190" y="333091"/>
                  </a:lnTo>
                  <a:lnTo>
                    <a:pt x="2175172" y="333088"/>
                  </a:lnTo>
                  <a:lnTo>
                    <a:pt x="2175160" y="333081"/>
                  </a:lnTo>
                  <a:lnTo>
                    <a:pt x="2175148" y="333071"/>
                  </a:lnTo>
                  <a:lnTo>
                    <a:pt x="2175131" y="333051"/>
                  </a:lnTo>
                  <a:lnTo>
                    <a:pt x="2175118" y="333027"/>
                  </a:lnTo>
                  <a:lnTo>
                    <a:pt x="2175105" y="333001"/>
                  </a:lnTo>
                  <a:lnTo>
                    <a:pt x="2175102" y="332990"/>
                  </a:lnTo>
                  <a:lnTo>
                    <a:pt x="2175099" y="332978"/>
                  </a:lnTo>
                  <a:lnTo>
                    <a:pt x="2175103" y="332970"/>
                  </a:lnTo>
                  <a:lnTo>
                    <a:pt x="2175108" y="332963"/>
                  </a:lnTo>
                  <a:lnTo>
                    <a:pt x="2175116" y="332958"/>
                  </a:lnTo>
                  <a:lnTo>
                    <a:pt x="2175127" y="332951"/>
                  </a:lnTo>
                  <a:lnTo>
                    <a:pt x="2175146" y="332951"/>
                  </a:lnTo>
                  <a:lnTo>
                    <a:pt x="2175224" y="332968"/>
                  </a:lnTo>
                  <a:lnTo>
                    <a:pt x="2175243" y="332866"/>
                  </a:lnTo>
                  <a:lnTo>
                    <a:pt x="2175036" y="332507"/>
                  </a:lnTo>
                  <a:lnTo>
                    <a:pt x="2175010" y="332462"/>
                  </a:lnTo>
                  <a:lnTo>
                    <a:pt x="2174987" y="332445"/>
                  </a:lnTo>
                  <a:lnTo>
                    <a:pt x="2174962" y="332434"/>
                  </a:lnTo>
                  <a:lnTo>
                    <a:pt x="2174930" y="332423"/>
                  </a:lnTo>
                  <a:lnTo>
                    <a:pt x="2174863" y="332406"/>
                  </a:lnTo>
                  <a:lnTo>
                    <a:pt x="2174825" y="332400"/>
                  </a:lnTo>
                  <a:lnTo>
                    <a:pt x="2174639" y="332398"/>
                  </a:lnTo>
                  <a:lnTo>
                    <a:pt x="2174628" y="332399"/>
                  </a:lnTo>
                  <a:lnTo>
                    <a:pt x="2174608" y="332416"/>
                  </a:lnTo>
                  <a:lnTo>
                    <a:pt x="2174587" y="332435"/>
                  </a:lnTo>
                  <a:lnTo>
                    <a:pt x="2174563" y="332471"/>
                  </a:lnTo>
                  <a:lnTo>
                    <a:pt x="2174528" y="332500"/>
                  </a:lnTo>
                  <a:lnTo>
                    <a:pt x="2174392" y="332578"/>
                  </a:lnTo>
                  <a:lnTo>
                    <a:pt x="2174373" y="332586"/>
                  </a:lnTo>
                  <a:lnTo>
                    <a:pt x="2174352" y="332593"/>
                  </a:lnTo>
                  <a:lnTo>
                    <a:pt x="2174323" y="332600"/>
                  </a:lnTo>
                  <a:lnTo>
                    <a:pt x="2174312" y="332600"/>
                  </a:lnTo>
                  <a:lnTo>
                    <a:pt x="2174291" y="332596"/>
                  </a:lnTo>
                  <a:lnTo>
                    <a:pt x="2174273" y="332591"/>
                  </a:lnTo>
                  <a:lnTo>
                    <a:pt x="2174252" y="332583"/>
                  </a:lnTo>
                  <a:lnTo>
                    <a:pt x="2174223" y="332572"/>
                  </a:lnTo>
                  <a:lnTo>
                    <a:pt x="2174207" y="332564"/>
                  </a:lnTo>
                  <a:lnTo>
                    <a:pt x="2174187" y="332553"/>
                  </a:lnTo>
                  <a:lnTo>
                    <a:pt x="2174172" y="332544"/>
                  </a:lnTo>
                  <a:lnTo>
                    <a:pt x="2174158" y="332533"/>
                  </a:lnTo>
                  <a:lnTo>
                    <a:pt x="2174150" y="332523"/>
                  </a:lnTo>
                  <a:lnTo>
                    <a:pt x="2174139" y="332505"/>
                  </a:lnTo>
                  <a:lnTo>
                    <a:pt x="2174131" y="332484"/>
                  </a:lnTo>
                  <a:lnTo>
                    <a:pt x="2174126" y="332467"/>
                  </a:lnTo>
                  <a:lnTo>
                    <a:pt x="2174128" y="332458"/>
                  </a:lnTo>
                  <a:lnTo>
                    <a:pt x="2174136" y="332445"/>
                  </a:lnTo>
                  <a:lnTo>
                    <a:pt x="2174155" y="332422"/>
                  </a:lnTo>
                  <a:lnTo>
                    <a:pt x="2174163" y="332415"/>
                  </a:lnTo>
                  <a:lnTo>
                    <a:pt x="2174194" y="332391"/>
                  </a:lnTo>
                  <a:lnTo>
                    <a:pt x="2174213" y="332386"/>
                  </a:lnTo>
                  <a:lnTo>
                    <a:pt x="2174238" y="332381"/>
                  </a:lnTo>
                  <a:lnTo>
                    <a:pt x="2174272" y="332380"/>
                  </a:lnTo>
                  <a:lnTo>
                    <a:pt x="2174311" y="332377"/>
                  </a:lnTo>
                  <a:lnTo>
                    <a:pt x="2174331" y="332372"/>
                  </a:lnTo>
                  <a:lnTo>
                    <a:pt x="2174349" y="332362"/>
                  </a:lnTo>
                  <a:lnTo>
                    <a:pt x="2174368" y="332346"/>
                  </a:lnTo>
                  <a:lnTo>
                    <a:pt x="2174374" y="332338"/>
                  </a:lnTo>
                  <a:lnTo>
                    <a:pt x="2174374" y="332325"/>
                  </a:lnTo>
                  <a:lnTo>
                    <a:pt x="2174366" y="332308"/>
                  </a:lnTo>
                  <a:lnTo>
                    <a:pt x="2174349" y="332289"/>
                  </a:lnTo>
                  <a:lnTo>
                    <a:pt x="2174187" y="332205"/>
                  </a:lnTo>
                  <a:lnTo>
                    <a:pt x="2174141" y="332180"/>
                  </a:lnTo>
                  <a:lnTo>
                    <a:pt x="2174100" y="332149"/>
                  </a:lnTo>
                  <a:lnTo>
                    <a:pt x="2174088" y="332130"/>
                  </a:lnTo>
                  <a:lnTo>
                    <a:pt x="2174082" y="332115"/>
                  </a:lnTo>
                  <a:lnTo>
                    <a:pt x="2174086" y="332093"/>
                  </a:lnTo>
                  <a:lnTo>
                    <a:pt x="2173911" y="331949"/>
                  </a:lnTo>
                  <a:lnTo>
                    <a:pt x="2173686" y="331925"/>
                  </a:lnTo>
                  <a:lnTo>
                    <a:pt x="2173665" y="331909"/>
                  </a:lnTo>
                  <a:lnTo>
                    <a:pt x="2173358" y="331738"/>
                  </a:lnTo>
                  <a:lnTo>
                    <a:pt x="2173289" y="331701"/>
                  </a:lnTo>
                  <a:lnTo>
                    <a:pt x="2172917" y="331508"/>
                  </a:lnTo>
                  <a:lnTo>
                    <a:pt x="2172754" y="331449"/>
                  </a:lnTo>
                  <a:lnTo>
                    <a:pt x="2172671" y="331448"/>
                  </a:lnTo>
                  <a:lnTo>
                    <a:pt x="2172582" y="331481"/>
                  </a:lnTo>
                  <a:lnTo>
                    <a:pt x="2172561" y="331485"/>
                  </a:lnTo>
                  <a:lnTo>
                    <a:pt x="2172545" y="331481"/>
                  </a:lnTo>
                  <a:lnTo>
                    <a:pt x="2172385" y="331403"/>
                  </a:lnTo>
                  <a:lnTo>
                    <a:pt x="2172372" y="331396"/>
                  </a:lnTo>
                  <a:lnTo>
                    <a:pt x="2172238" y="331281"/>
                  </a:lnTo>
                  <a:lnTo>
                    <a:pt x="2172221" y="331264"/>
                  </a:lnTo>
                  <a:lnTo>
                    <a:pt x="2172207" y="331241"/>
                  </a:lnTo>
                  <a:lnTo>
                    <a:pt x="2172206" y="331228"/>
                  </a:lnTo>
                  <a:lnTo>
                    <a:pt x="2172210" y="331209"/>
                  </a:lnTo>
                  <a:lnTo>
                    <a:pt x="2172220" y="331193"/>
                  </a:lnTo>
                  <a:lnTo>
                    <a:pt x="2172297" y="331107"/>
                  </a:lnTo>
                  <a:lnTo>
                    <a:pt x="2172311" y="331097"/>
                  </a:lnTo>
                  <a:lnTo>
                    <a:pt x="2172315" y="331078"/>
                  </a:lnTo>
                  <a:lnTo>
                    <a:pt x="2172309" y="331067"/>
                  </a:lnTo>
                  <a:lnTo>
                    <a:pt x="2172286" y="331048"/>
                  </a:lnTo>
                  <a:lnTo>
                    <a:pt x="2172266" y="331034"/>
                  </a:lnTo>
                  <a:lnTo>
                    <a:pt x="2172242" y="331031"/>
                  </a:lnTo>
                  <a:lnTo>
                    <a:pt x="2172184" y="331024"/>
                  </a:lnTo>
                  <a:lnTo>
                    <a:pt x="2172142" y="331020"/>
                  </a:lnTo>
                  <a:lnTo>
                    <a:pt x="2172108" y="331023"/>
                  </a:lnTo>
                  <a:lnTo>
                    <a:pt x="2172079" y="331026"/>
                  </a:lnTo>
                  <a:lnTo>
                    <a:pt x="2172046" y="331033"/>
                  </a:lnTo>
                  <a:lnTo>
                    <a:pt x="2172010" y="331042"/>
                  </a:lnTo>
                  <a:lnTo>
                    <a:pt x="2171964" y="331051"/>
                  </a:lnTo>
                  <a:lnTo>
                    <a:pt x="2171941" y="331055"/>
                  </a:lnTo>
                  <a:lnTo>
                    <a:pt x="2171916" y="331059"/>
                  </a:lnTo>
                  <a:lnTo>
                    <a:pt x="2171872" y="331062"/>
                  </a:lnTo>
                  <a:lnTo>
                    <a:pt x="2171820" y="331057"/>
                  </a:lnTo>
                  <a:lnTo>
                    <a:pt x="2171790" y="331045"/>
                  </a:lnTo>
                  <a:lnTo>
                    <a:pt x="2171764" y="331031"/>
                  </a:lnTo>
                  <a:lnTo>
                    <a:pt x="2171751" y="331012"/>
                  </a:lnTo>
                  <a:lnTo>
                    <a:pt x="2171745" y="330990"/>
                  </a:lnTo>
                  <a:lnTo>
                    <a:pt x="2171753" y="330974"/>
                  </a:lnTo>
                  <a:lnTo>
                    <a:pt x="2171774" y="330939"/>
                  </a:lnTo>
                  <a:lnTo>
                    <a:pt x="2171795" y="330922"/>
                  </a:lnTo>
                  <a:lnTo>
                    <a:pt x="2171813" y="330918"/>
                  </a:lnTo>
                  <a:lnTo>
                    <a:pt x="2171847" y="330921"/>
                  </a:lnTo>
                  <a:lnTo>
                    <a:pt x="2171885" y="330926"/>
                  </a:lnTo>
                  <a:lnTo>
                    <a:pt x="2171912" y="330926"/>
                  </a:lnTo>
                  <a:lnTo>
                    <a:pt x="2171938" y="330917"/>
                  </a:lnTo>
                  <a:lnTo>
                    <a:pt x="2171970" y="330906"/>
                  </a:lnTo>
                  <a:lnTo>
                    <a:pt x="2172001" y="330896"/>
                  </a:lnTo>
                  <a:lnTo>
                    <a:pt x="2172033" y="330887"/>
                  </a:lnTo>
                  <a:lnTo>
                    <a:pt x="2172052" y="330872"/>
                  </a:lnTo>
                  <a:lnTo>
                    <a:pt x="2172064" y="330852"/>
                  </a:lnTo>
                  <a:lnTo>
                    <a:pt x="2172071" y="330820"/>
                  </a:lnTo>
                  <a:lnTo>
                    <a:pt x="2172067" y="330789"/>
                  </a:lnTo>
                  <a:lnTo>
                    <a:pt x="2172063" y="330763"/>
                  </a:lnTo>
                  <a:lnTo>
                    <a:pt x="2172053" y="330741"/>
                  </a:lnTo>
                  <a:lnTo>
                    <a:pt x="2172042" y="330726"/>
                  </a:lnTo>
                  <a:lnTo>
                    <a:pt x="2172030" y="330715"/>
                  </a:lnTo>
                  <a:lnTo>
                    <a:pt x="2172001" y="330707"/>
                  </a:lnTo>
                  <a:lnTo>
                    <a:pt x="2171970" y="330701"/>
                  </a:lnTo>
                  <a:lnTo>
                    <a:pt x="2171930" y="330700"/>
                  </a:lnTo>
                  <a:lnTo>
                    <a:pt x="2171896" y="330707"/>
                  </a:lnTo>
                  <a:lnTo>
                    <a:pt x="2171861" y="330717"/>
                  </a:lnTo>
                  <a:lnTo>
                    <a:pt x="2171831" y="330718"/>
                  </a:lnTo>
                  <a:lnTo>
                    <a:pt x="2171800" y="330706"/>
                  </a:lnTo>
                  <a:lnTo>
                    <a:pt x="2171776" y="330690"/>
                  </a:lnTo>
                  <a:lnTo>
                    <a:pt x="2171760" y="330674"/>
                  </a:lnTo>
                  <a:lnTo>
                    <a:pt x="2171593" y="330541"/>
                  </a:lnTo>
                  <a:lnTo>
                    <a:pt x="2171582" y="330517"/>
                  </a:lnTo>
                  <a:lnTo>
                    <a:pt x="2171578" y="330494"/>
                  </a:lnTo>
                  <a:lnTo>
                    <a:pt x="2171576" y="330482"/>
                  </a:lnTo>
                  <a:lnTo>
                    <a:pt x="2171582" y="330462"/>
                  </a:lnTo>
                  <a:lnTo>
                    <a:pt x="2171633" y="330329"/>
                  </a:lnTo>
                  <a:lnTo>
                    <a:pt x="2171668" y="330241"/>
                  </a:lnTo>
                  <a:lnTo>
                    <a:pt x="2171644" y="330155"/>
                  </a:lnTo>
                  <a:lnTo>
                    <a:pt x="2171599" y="330041"/>
                  </a:lnTo>
                  <a:lnTo>
                    <a:pt x="2171586" y="330024"/>
                  </a:lnTo>
                  <a:lnTo>
                    <a:pt x="2171557" y="330005"/>
                  </a:lnTo>
                  <a:lnTo>
                    <a:pt x="2171540" y="330000"/>
                  </a:lnTo>
                  <a:lnTo>
                    <a:pt x="2171186" y="329916"/>
                  </a:lnTo>
                  <a:lnTo>
                    <a:pt x="2171109" y="329909"/>
                  </a:lnTo>
                  <a:lnTo>
                    <a:pt x="2171072" y="329886"/>
                  </a:lnTo>
                  <a:lnTo>
                    <a:pt x="2171049" y="329885"/>
                  </a:lnTo>
                  <a:lnTo>
                    <a:pt x="2171025" y="329889"/>
                  </a:lnTo>
                  <a:lnTo>
                    <a:pt x="2171017" y="329890"/>
                  </a:lnTo>
                  <a:lnTo>
                    <a:pt x="2170994" y="329897"/>
                  </a:lnTo>
                  <a:lnTo>
                    <a:pt x="2170966" y="329909"/>
                  </a:lnTo>
                  <a:lnTo>
                    <a:pt x="2170935" y="329924"/>
                  </a:lnTo>
                  <a:lnTo>
                    <a:pt x="2170904" y="329936"/>
                  </a:lnTo>
                  <a:lnTo>
                    <a:pt x="2170873" y="329940"/>
                  </a:lnTo>
                  <a:lnTo>
                    <a:pt x="2170846" y="329937"/>
                  </a:lnTo>
                  <a:lnTo>
                    <a:pt x="2170823" y="329928"/>
                  </a:lnTo>
                  <a:lnTo>
                    <a:pt x="2170812" y="329910"/>
                  </a:lnTo>
                  <a:lnTo>
                    <a:pt x="2170813" y="329891"/>
                  </a:lnTo>
                  <a:lnTo>
                    <a:pt x="2170819" y="329876"/>
                  </a:lnTo>
                  <a:lnTo>
                    <a:pt x="2170834" y="329860"/>
                  </a:lnTo>
                  <a:lnTo>
                    <a:pt x="2170943" y="329784"/>
                  </a:lnTo>
                  <a:lnTo>
                    <a:pt x="2170988" y="329763"/>
                  </a:lnTo>
                  <a:lnTo>
                    <a:pt x="2171019" y="329752"/>
                  </a:lnTo>
                  <a:lnTo>
                    <a:pt x="2171056" y="329728"/>
                  </a:lnTo>
                  <a:lnTo>
                    <a:pt x="2171071" y="329713"/>
                  </a:lnTo>
                  <a:lnTo>
                    <a:pt x="2171080" y="329687"/>
                  </a:lnTo>
                  <a:lnTo>
                    <a:pt x="2171078" y="329669"/>
                  </a:lnTo>
                  <a:lnTo>
                    <a:pt x="2171067" y="329653"/>
                  </a:lnTo>
                  <a:lnTo>
                    <a:pt x="2171041" y="329633"/>
                  </a:lnTo>
                  <a:lnTo>
                    <a:pt x="2171008" y="329614"/>
                  </a:lnTo>
                  <a:lnTo>
                    <a:pt x="2170972" y="329604"/>
                  </a:lnTo>
                  <a:lnTo>
                    <a:pt x="2170937" y="329599"/>
                  </a:lnTo>
                  <a:lnTo>
                    <a:pt x="2170901" y="329601"/>
                  </a:lnTo>
                  <a:lnTo>
                    <a:pt x="2170857" y="329612"/>
                  </a:lnTo>
                  <a:lnTo>
                    <a:pt x="2170824" y="329627"/>
                  </a:lnTo>
                  <a:lnTo>
                    <a:pt x="2170736" y="329675"/>
                  </a:lnTo>
                  <a:lnTo>
                    <a:pt x="2170713" y="329692"/>
                  </a:lnTo>
                  <a:lnTo>
                    <a:pt x="2170687" y="329704"/>
                  </a:lnTo>
                  <a:lnTo>
                    <a:pt x="2170651" y="329709"/>
                  </a:lnTo>
                  <a:lnTo>
                    <a:pt x="2170613" y="329706"/>
                  </a:lnTo>
                  <a:lnTo>
                    <a:pt x="2170582" y="329696"/>
                  </a:lnTo>
                  <a:lnTo>
                    <a:pt x="2170560" y="329680"/>
                  </a:lnTo>
                  <a:lnTo>
                    <a:pt x="2170428" y="329560"/>
                  </a:lnTo>
                  <a:lnTo>
                    <a:pt x="2170415" y="329561"/>
                  </a:lnTo>
                  <a:lnTo>
                    <a:pt x="2170399" y="329566"/>
                  </a:lnTo>
                  <a:lnTo>
                    <a:pt x="2170385" y="329577"/>
                  </a:lnTo>
                  <a:lnTo>
                    <a:pt x="2170377" y="329588"/>
                  </a:lnTo>
                  <a:lnTo>
                    <a:pt x="2170373" y="329593"/>
                  </a:lnTo>
                  <a:lnTo>
                    <a:pt x="2170368" y="329614"/>
                  </a:lnTo>
                  <a:lnTo>
                    <a:pt x="2170367" y="329632"/>
                  </a:lnTo>
                  <a:lnTo>
                    <a:pt x="2170381" y="329664"/>
                  </a:lnTo>
                  <a:lnTo>
                    <a:pt x="2170420" y="329691"/>
                  </a:lnTo>
                  <a:lnTo>
                    <a:pt x="2170442" y="329707"/>
                  </a:lnTo>
                  <a:lnTo>
                    <a:pt x="2170458" y="329726"/>
                  </a:lnTo>
                  <a:lnTo>
                    <a:pt x="2170461" y="329750"/>
                  </a:lnTo>
                  <a:lnTo>
                    <a:pt x="2170458" y="329768"/>
                  </a:lnTo>
                  <a:lnTo>
                    <a:pt x="2170289" y="329946"/>
                  </a:lnTo>
                  <a:lnTo>
                    <a:pt x="2170270" y="329964"/>
                  </a:lnTo>
                  <a:lnTo>
                    <a:pt x="2170252" y="329971"/>
                  </a:lnTo>
                  <a:lnTo>
                    <a:pt x="2170227" y="329979"/>
                  </a:lnTo>
                  <a:lnTo>
                    <a:pt x="2170203" y="329981"/>
                  </a:lnTo>
                  <a:lnTo>
                    <a:pt x="2170180" y="329977"/>
                  </a:lnTo>
                  <a:lnTo>
                    <a:pt x="2170157" y="329972"/>
                  </a:lnTo>
                  <a:lnTo>
                    <a:pt x="2170131" y="329961"/>
                  </a:lnTo>
                  <a:lnTo>
                    <a:pt x="2170111" y="329946"/>
                  </a:lnTo>
                  <a:lnTo>
                    <a:pt x="2170089" y="329927"/>
                  </a:lnTo>
                  <a:lnTo>
                    <a:pt x="2170070" y="329909"/>
                  </a:lnTo>
                  <a:lnTo>
                    <a:pt x="2170055" y="329893"/>
                  </a:lnTo>
                  <a:lnTo>
                    <a:pt x="2170035" y="329878"/>
                  </a:lnTo>
                  <a:lnTo>
                    <a:pt x="2170026" y="329874"/>
                  </a:lnTo>
                  <a:lnTo>
                    <a:pt x="2170014" y="329869"/>
                  </a:lnTo>
                  <a:lnTo>
                    <a:pt x="2169995" y="329865"/>
                  </a:lnTo>
                  <a:lnTo>
                    <a:pt x="2169977" y="329865"/>
                  </a:lnTo>
                  <a:lnTo>
                    <a:pt x="2169958" y="329871"/>
                  </a:lnTo>
                  <a:lnTo>
                    <a:pt x="2169942" y="329880"/>
                  </a:lnTo>
                  <a:lnTo>
                    <a:pt x="2169926" y="329893"/>
                  </a:lnTo>
                  <a:lnTo>
                    <a:pt x="2169913" y="329905"/>
                  </a:lnTo>
                  <a:lnTo>
                    <a:pt x="2169907" y="329915"/>
                  </a:lnTo>
                  <a:lnTo>
                    <a:pt x="2169896" y="329936"/>
                  </a:lnTo>
                  <a:lnTo>
                    <a:pt x="2169820" y="329954"/>
                  </a:lnTo>
                  <a:lnTo>
                    <a:pt x="2169639" y="329995"/>
                  </a:lnTo>
                  <a:lnTo>
                    <a:pt x="2169606" y="330003"/>
                  </a:lnTo>
                  <a:lnTo>
                    <a:pt x="2169598" y="330005"/>
                  </a:lnTo>
                  <a:lnTo>
                    <a:pt x="2169703" y="329541"/>
                  </a:lnTo>
                  <a:lnTo>
                    <a:pt x="2170960" y="327860"/>
                  </a:lnTo>
                  <a:lnTo>
                    <a:pt x="2171479" y="327167"/>
                  </a:lnTo>
                  <a:lnTo>
                    <a:pt x="2170260" y="326788"/>
                  </a:lnTo>
                  <a:lnTo>
                    <a:pt x="2163878" y="324800"/>
                  </a:lnTo>
                  <a:lnTo>
                    <a:pt x="2163778" y="324758"/>
                  </a:lnTo>
                  <a:lnTo>
                    <a:pt x="2161357" y="323760"/>
                  </a:lnTo>
                  <a:lnTo>
                    <a:pt x="2161159" y="322278"/>
                  </a:lnTo>
                  <a:lnTo>
                    <a:pt x="2160837" y="319878"/>
                  </a:lnTo>
                  <a:lnTo>
                    <a:pt x="2160769" y="319368"/>
                  </a:lnTo>
                  <a:lnTo>
                    <a:pt x="2160487" y="317257"/>
                  </a:lnTo>
                  <a:lnTo>
                    <a:pt x="2157429" y="316203"/>
                  </a:lnTo>
                  <a:lnTo>
                    <a:pt x="2154619" y="315234"/>
                  </a:lnTo>
                  <a:lnTo>
                    <a:pt x="2151381" y="314118"/>
                  </a:lnTo>
                  <a:lnTo>
                    <a:pt x="2143511" y="311404"/>
                  </a:lnTo>
                  <a:lnTo>
                    <a:pt x="2143025" y="310800"/>
                  </a:lnTo>
                  <a:lnTo>
                    <a:pt x="2138367" y="305021"/>
                  </a:lnTo>
                  <a:lnTo>
                    <a:pt x="2134146" y="299783"/>
                  </a:lnTo>
                  <a:lnTo>
                    <a:pt x="2133597" y="299432"/>
                  </a:lnTo>
                  <a:lnTo>
                    <a:pt x="2132683" y="299381"/>
                  </a:lnTo>
                  <a:lnTo>
                    <a:pt x="2128607" y="299153"/>
                  </a:lnTo>
                  <a:lnTo>
                    <a:pt x="2128576" y="299129"/>
                  </a:lnTo>
                  <a:lnTo>
                    <a:pt x="2128547" y="299104"/>
                  </a:lnTo>
                  <a:lnTo>
                    <a:pt x="2128517" y="299085"/>
                  </a:lnTo>
                  <a:lnTo>
                    <a:pt x="2128480" y="299068"/>
                  </a:lnTo>
                  <a:lnTo>
                    <a:pt x="2128445" y="299059"/>
                  </a:lnTo>
                  <a:lnTo>
                    <a:pt x="2128413" y="299051"/>
                  </a:lnTo>
                  <a:lnTo>
                    <a:pt x="2128381" y="299051"/>
                  </a:lnTo>
                  <a:lnTo>
                    <a:pt x="2128338" y="299054"/>
                  </a:lnTo>
                  <a:lnTo>
                    <a:pt x="2128303" y="299060"/>
                  </a:lnTo>
                  <a:lnTo>
                    <a:pt x="2128270" y="299068"/>
                  </a:lnTo>
                  <a:lnTo>
                    <a:pt x="2128237" y="299087"/>
                  </a:lnTo>
                  <a:lnTo>
                    <a:pt x="2128210" y="299114"/>
                  </a:lnTo>
                  <a:lnTo>
                    <a:pt x="2128176" y="299154"/>
                  </a:lnTo>
                  <a:lnTo>
                    <a:pt x="2128153" y="299192"/>
                  </a:lnTo>
                  <a:lnTo>
                    <a:pt x="2128118" y="299280"/>
                  </a:lnTo>
                  <a:lnTo>
                    <a:pt x="2128095" y="299320"/>
                  </a:lnTo>
                  <a:lnTo>
                    <a:pt x="2128080" y="299336"/>
                  </a:lnTo>
                  <a:lnTo>
                    <a:pt x="2128049" y="299358"/>
                  </a:lnTo>
                  <a:lnTo>
                    <a:pt x="2128008" y="299381"/>
                  </a:lnTo>
                  <a:lnTo>
                    <a:pt x="2127976" y="299391"/>
                  </a:lnTo>
                  <a:lnTo>
                    <a:pt x="2127950" y="299400"/>
                  </a:lnTo>
                  <a:lnTo>
                    <a:pt x="2127921" y="299404"/>
                  </a:lnTo>
                  <a:lnTo>
                    <a:pt x="2127889" y="299403"/>
                  </a:lnTo>
                  <a:lnTo>
                    <a:pt x="2127864" y="299401"/>
                  </a:lnTo>
                  <a:lnTo>
                    <a:pt x="2127843" y="299396"/>
                  </a:lnTo>
                  <a:lnTo>
                    <a:pt x="2127815" y="299383"/>
                  </a:lnTo>
                  <a:lnTo>
                    <a:pt x="2127794" y="299370"/>
                  </a:lnTo>
                  <a:lnTo>
                    <a:pt x="2127784" y="299360"/>
                  </a:lnTo>
                  <a:lnTo>
                    <a:pt x="2127777" y="299347"/>
                  </a:lnTo>
                  <a:lnTo>
                    <a:pt x="2127765" y="299321"/>
                  </a:lnTo>
                  <a:lnTo>
                    <a:pt x="2127762" y="299304"/>
                  </a:lnTo>
                  <a:lnTo>
                    <a:pt x="2127758" y="299285"/>
                  </a:lnTo>
                  <a:lnTo>
                    <a:pt x="2127758" y="299267"/>
                  </a:lnTo>
                  <a:lnTo>
                    <a:pt x="2127763" y="299235"/>
                  </a:lnTo>
                  <a:lnTo>
                    <a:pt x="2127767" y="299227"/>
                  </a:lnTo>
                  <a:lnTo>
                    <a:pt x="2127790" y="299201"/>
                  </a:lnTo>
                  <a:lnTo>
                    <a:pt x="2127800" y="299183"/>
                  </a:lnTo>
                  <a:lnTo>
                    <a:pt x="2127815" y="299170"/>
                  </a:lnTo>
                  <a:lnTo>
                    <a:pt x="2127824" y="299162"/>
                  </a:lnTo>
                  <a:lnTo>
                    <a:pt x="2127841" y="299141"/>
                  </a:lnTo>
                  <a:lnTo>
                    <a:pt x="2127867" y="299124"/>
                  </a:lnTo>
                  <a:lnTo>
                    <a:pt x="2127883" y="299112"/>
                  </a:lnTo>
                  <a:lnTo>
                    <a:pt x="2127894" y="299098"/>
                  </a:lnTo>
                  <a:lnTo>
                    <a:pt x="2127903" y="299074"/>
                  </a:lnTo>
                  <a:lnTo>
                    <a:pt x="2127911" y="299051"/>
                  </a:lnTo>
                  <a:lnTo>
                    <a:pt x="2127917" y="299030"/>
                  </a:lnTo>
                  <a:lnTo>
                    <a:pt x="2127914" y="299012"/>
                  </a:lnTo>
                  <a:lnTo>
                    <a:pt x="2127906" y="298993"/>
                  </a:lnTo>
                  <a:lnTo>
                    <a:pt x="2127905" y="298959"/>
                  </a:lnTo>
                  <a:lnTo>
                    <a:pt x="2127900" y="298946"/>
                  </a:lnTo>
                  <a:lnTo>
                    <a:pt x="2127827" y="298888"/>
                  </a:lnTo>
                  <a:lnTo>
                    <a:pt x="2127794" y="298862"/>
                  </a:lnTo>
                  <a:lnTo>
                    <a:pt x="2127738" y="298817"/>
                  </a:lnTo>
                  <a:lnTo>
                    <a:pt x="2127593" y="298721"/>
                  </a:lnTo>
                  <a:lnTo>
                    <a:pt x="2127560" y="298699"/>
                  </a:lnTo>
                  <a:lnTo>
                    <a:pt x="2127485" y="298627"/>
                  </a:lnTo>
                  <a:lnTo>
                    <a:pt x="2127403" y="298553"/>
                  </a:lnTo>
                  <a:lnTo>
                    <a:pt x="2127305" y="298501"/>
                  </a:lnTo>
                  <a:lnTo>
                    <a:pt x="2127165" y="298360"/>
                  </a:lnTo>
                  <a:lnTo>
                    <a:pt x="2127092" y="298257"/>
                  </a:lnTo>
                  <a:lnTo>
                    <a:pt x="2127034" y="298215"/>
                  </a:lnTo>
                  <a:lnTo>
                    <a:pt x="2126959" y="298191"/>
                  </a:lnTo>
                  <a:lnTo>
                    <a:pt x="2126912" y="298200"/>
                  </a:lnTo>
                  <a:lnTo>
                    <a:pt x="2126836" y="298254"/>
                  </a:lnTo>
                  <a:lnTo>
                    <a:pt x="2126756" y="298363"/>
                  </a:lnTo>
                  <a:lnTo>
                    <a:pt x="2126680" y="298413"/>
                  </a:lnTo>
                  <a:lnTo>
                    <a:pt x="2126648" y="298431"/>
                  </a:lnTo>
                  <a:lnTo>
                    <a:pt x="2126619" y="298441"/>
                  </a:lnTo>
                  <a:lnTo>
                    <a:pt x="2126595" y="298447"/>
                  </a:lnTo>
                  <a:lnTo>
                    <a:pt x="2126559" y="298452"/>
                  </a:lnTo>
                  <a:lnTo>
                    <a:pt x="2126470" y="298461"/>
                  </a:lnTo>
                  <a:lnTo>
                    <a:pt x="2126440" y="298463"/>
                  </a:lnTo>
                  <a:lnTo>
                    <a:pt x="2125908" y="298429"/>
                  </a:lnTo>
                  <a:lnTo>
                    <a:pt x="2125453" y="298391"/>
                  </a:lnTo>
                  <a:lnTo>
                    <a:pt x="2125432" y="298389"/>
                  </a:lnTo>
                  <a:lnTo>
                    <a:pt x="2125211" y="298355"/>
                  </a:lnTo>
                  <a:lnTo>
                    <a:pt x="2125183" y="298346"/>
                  </a:lnTo>
                  <a:lnTo>
                    <a:pt x="2125016" y="298260"/>
                  </a:lnTo>
                  <a:lnTo>
                    <a:pt x="2125000" y="298250"/>
                  </a:lnTo>
                  <a:lnTo>
                    <a:pt x="2124811" y="298213"/>
                  </a:lnTo>
                  <a:lnTo>
                    <a:pt x="2124679" y="298207"/>
                  </a:lnTo>
                  <a:lnTo>
                    <a:pt x="2124579" y="298191"/>
                  </a:lnTo>
                  <a:lnTo>
                    <a:pt x="2124531" y="298185"/>
                  </a:lnTo>
                  <a:lnTo>
                    <a:pt x="2124493" y="298183"/>
                  </a:lnTo>
                  <a:lnTo>
                    <a:pt x="2124472" y="298186"/>
                  </a:lnTo>
                  <a:lnTo>
                    <a:pt x="2124092" y="298319"/>
                  </a:lnTo>
                  <a:lnTo>
                    <a:pt x="2124076" y="298327"/>
                  </a:lnTo>
                  <a:lnTo>
                    <a:pt x="2124060" y="298348"/>
                  </a:lnTo>
                  <a:lnTo>
                    <a:pt x="2124039" y="298381"/>
                  </a:lnTo>
                  <a:lnTo>
                    <a:pt x="2124030" y="298402"/>
                  </a:lnTo>
                  <a:lnTo>
                    <a:pt x="2124025" y="298416"/>
                  </a:lnTo>
                  <a:lnTo>
                    <a:pt x="2124028" y="298427"/>
                  </a:lnTo>
                  <a:lnTo>
                    <a:pt x="2124041" y="298457"/>
                  </a:lnTo>
                  <a:lnTo>
                    <a:pt x="2124057" y="298473"/>
                  </a:lnTo>
                  <a:lnTo>
                    <a:pt x="2124076" y="298484"/>
                  </a:lnTo>
                  <a:lnTo>
                    <a:pt x="2124097" y="298493"/>
                  </a:lnTo>
                  <a:lnTo>
                    <a:pt x="2124124" y="298501"/>
                  </a:lnTo>
                  <a:lnTo>
                    <a:pt x="2124155" y="298505"/>
                  </a:lnTo>
                  <a:lnTo>
                    <a:pt x="2124177" y="298510"/>
                  </a:lnTo>
                  <a:lnTo>
                    <a:pt x="2124197" y="298516"/>
                  </a:lnTo>
                  <a:lnTo>
                    <a:pt x="2124213" y="298529"/>
                  </a:lnTo>
                  <a:lnTo>
                    <a:pt x="2124223" y="298537"/>
                  </a:lnTo>
                  <a:lnTo>
                    <a:pt x="2124228" y="298548"/>
                  </a:lnTo>
                  <a:lnTo>
                    <a:pt x="2124234" y="298566"/>
                  </a:lnTo>
                  <a:lnTo>
                    <a:pt x="2124232" y="298594"/>
                  </a:lnTo>
                  <a:lnTo>
                    <a:pt x="2124231" y="298609"/>
                  </a:lnTo>
                  <a:lnTo>
                    <a:pt x="2124229" y="298617"/>
                  </a:lnTo>
                  <a:lnTo>
                    <a:pt x="2124227" y="298623"/>
                  </a:lnTo>
                  <a:lnTo>
                    <a:pt x="2124220" y="298631"/>
                  </a:lnTo>
                  <a:lnTo>
                    <a:pt x="2124203" y="298650"/>
                  </a:lnTo>
                  <a:lnTo>
                    <a:pt x="2124160" y="298678"/>
                  </a:lnTo>
                  <a:lnTo>
                    <a:pt x="2124133" y="298685"/>
                  </a:lnTo>
                  <a:lnTo>
                    <a:pt x="2124117" y="298684"/>
                  </a:lnTo>
                  <a:lnTo>
                    <a:pt x="2124030" y="298676"/>
                  </a:lnTo>
                  <a:lnTo>
                    <a:pt x="2123959" y="298668"/>
                  </a:lnTo>
                  <a:lnTo>
                    <a:pt x="2123945" y="298665"/>
                  </a:lnTo>
                  <a:lnTo>
                    <a:pt x="2123868" y="298681"/>
                  </a:lnTo>
                  <a:lnTo>
                    <a:pt x="2123835" y="298696"/>
                  </a:lnTo>
                  <a:lnTo>
                    <a:pt x="2123773" y="298730"/>
                  </a:lnTo>
                  <a:lnTo>
                    <a:pt x="2123665" y="298723"/>
                  </a:lnTo>
                  <a:lnTo>
                    <a:pt x="2123545" y="298753"/>
                  </a:lnTo>
                  <a:lnTo>
                    <a:pt x="2123526" y="298762"/>
                  </a:lnTo>
                  <a:lnTo>
                    <a:pt x="2123502" y="298772"/>
                  </a:lnTo>
                  <a:lnTo>
                    <a:pt x="2123481" y="298778"/>
                  </a:lnTo>
                  <a:lnTo>
                    <a:pt x="2123450" y="298781"/>
                  </a:lnTo>
                  <a:lnTo>
                    <a:pt x="2123425" y="298781"/>
                  </a:lnTo>
                  <a:lnTo>
                    <a:pt x="2123385" y="298767"/>
                  </a:lnTo>
                  <a:lnTo>
                    <a:pt x="2123369" y="298752"/>
                  </a:lnTo>
                  <a:lnTo>
                    <a:pt x="2123326" y="298709"/>
                  </a:lnTo>
                  <a:lnTo>
                    <a:pt x="2123314" y="298689"/>
                  </a:lnTo>
                  <a:lnTo>
                    <a:pt x="2123309" y="298675"/>
                  </a:lnTo>
                  <a:lnTo>
                    <a:pt x="2123305" y="298666"/>
                  </a:lnTo>
                  <a:lnTo>
                    <a:pt x="2123303" y="298648"/>
                  </a:lnTo>
                  <a:lnTo>
                    <a:pt x="2123301" y="298632"/>
                  </a:lnTo>
                  <a:lnTo>
                    <a:pt x="2123295" y="298613"/>
                  </a:lnTo>
                  <a:lnTo>
                    <a:pt x="2123291" y="298601"/>
                  </a:lnTo>
                  <a:lnTo>
                    <a:pt x="2123274" y="298589"/>
                  </a:lnTo>
                  <a:lnTo>
                    <a:pt x="2123255" y="298584"/>
                  </a:lnTo>
                  <a:lnTo>
                    <a:pt x="2123236" y="298580"/>
                  </a:lnTo>
                  <a:lnTo>
                    <a:pt x="2123217" y="298580"/>
                  </a:lnTo>
                  <a:lnTo>
                    <a:pt x="2123183" y="298593"/>
                  </a:lnTo>
                  <a:lnTo>
                    <a:pt x="2123152" y="298602"/>
                  </a:lnTo>
                  <a:lnTo>
                    <a:pt x="2123138" y="298604"/>
                  </a:lnTo>
                  <a:lnTo>
                    <a:pt x="2123043" y="298615"/>
                  </a:lnTo>
                  <a:lnTo>
                    <a:pt x="2122944" y="298618"/>
                  </a:lnTo>
                  <a:lnTo>
                    <a:pt x="2122835" y="298627"/>
                  </a:lnTo>
                  <a:lnTo>
                    <a:pt x="2122758" y="298635"/>
                  </a:lnTo>
                  <a:lnTo>
                    <a:pt x="2122743" y="298639"/>
                  </a:lnTo>
                  <a:lnTo>
                    <a:pt x="2122732" y="298647"/>
                  </a:lnTo>
                  <a:lnTo>
                    <a:pt x="2122706" y="298674"/>
                  </a:lnTo>
                  <a:lnTo>
                    <a:pt x="2122683" y="298703"/>
                  </a:lnTo>
                  <a:lnTo>
                    <a:pt x="2122658" y="298724"/>
                  </a:lnTo>
                  <a:lnTo>
                    <a:pt x="2122640" y="298733"/>
                  </a:lnTo>
                  <a:lnTo>
                    <a:pt x="2122590" y="298753"/>
                  </a:lnTo>
                  <a:lnTo>
                    <a:pt x="2122556" y="298756"/>
                  </a:lnTo>
                  <a:lnTo>
                    <a:pt x="2122534" y="298756"/>
                  </a:lnTo>
                  <a:lnTo>
                    <a:pt x="2122511" y="298754"/>
                  </a:lnTo>
                  <a:lnTo>
                    <a:pt x="2122059" y="298636"/>
                  </a:lnTo>
                  <a:lnTo>
                    <a:pt x="2122036" y="298628"/>
                  </a:lnTo>
                  <a:lnTo>
                    <a:pt x="2122015" y="298611"/>
                  </a:lnTo>
                  <a:lnTo>
                    <a:pt x="2121985" y="298580"/>
                  </a:lnTo>
                  <a:lnTo>
                    <a:pt x="2121972" y="298563"/>
                  </a:lnTo>
                  <a:lnTo>
                    <a:pt x="2121959" y="298519"/>
                  </a:lnTo>
                  <a:lnTo>
                    <a:pt x="2121950" y="298496"/>
                  </a:lnTo>
                  <a:lnTo>
                    <a:pt x="2121943" y="298481"/>
                  </a:lnTo>
                  <a:lnTo>
                    <a:pt x="2121888" y="298413"/>
                  </a:lnTo>
                  <a:lnTo>
                    <a:pt x="2121865" y="298399"/>
                  </a:lnTo>
                  <a:lnTo>
                    <a:pt x="2121844" y="298390"/>
                  </a:lnTo>
                  <a:lnTo>
                    <a:pt x="2121815" y="298386"/>
                  </a:lnTo>
                  <a:lnTo>
                    <a:pt x="2121632" y="298368"/>
                  </a:lnTo>
                  <a:lnTo>
                    <a:pt x="2121602" y="298366"/>
                  </a:lnTo>
                  <a:lnTo>
                    <a:pt x="2121564" y="298372"/>
                  </a:lnTo>
                  <a:lnTo>
                    <a:pt x="2121544" y="298382"/>
                  </a:lnTo>
                  <a:lnTo>
                    <a:pt x="2121520" y="298398"/>
                  </a:lnTo>
                  <a:lnTo>
                    <a:pt x="2121509" y="298408"/>
                  </a:lnTo>
                  <a:lnTo>
                    <a:pt x="2121494" y="298426"/>
                  </a:lnTo>
                  <a:lnTo>
                    <a:pt x="2121489" y="298441"/>
                  </a:lnTo>
                  <a:lnTo>
                    <a:pt x="2121491" y="298455"/>
                  </a:lnTo>
                  <a:lnTo>
                    <a:pt x="2121509" y="298476"/>
                  </a:lnTo>
                  <a:lnTo>
                    <a:pt x="2121541" y="298515"/>
                  </a:lnTo>
                  <a:lnTo>
                    <a:pt x="2121543" y="298540"/>
                  </a:lnTo>
                  <a:lnTo>
                    <a:pt x="2121540" y="298582"/>
                  </a:lnTo>
                  <a:lnTo>
                    <a:pt x="2121536" y="298603"/>
                  </a:lnTo>
                  <a:lnTo>
                    <a:pt x="2121532" y="298614"/>
                  </a:lnTo>
                  <a:lnTo>
                    <a:pt x="2121527" y="298629"/>
                  </a:lnTo>
                  <a:lnTo>
                    <a:pt x="2121520" y="298655"/>
                  </a:lnTo>
                  <a:lnTo>
                    <a:pt x="2121505" y="298685"/>
                  </a:lnTo>
                  <a:lnTo>
                    <a:pt x="2121497" y="298694"/>
                  </a:lnTo>
                  <a:lnTo>
                    <a:pt x="2121478" y="298715"/>
                  </a:lnTo>
                  <a:lnTo>
                    <a:pt x="2121466" y="298727"/>
                  </a:lnTo>
                  <a:lnTo>
                    <a:pt x="2121413" y="298759"/>
                  </a:lnTo>
                  <a:lnTo>
                    <a:pt x="2121382" y="298768"/>
                  </a:lnTo>
                  <a:lnTo>
                    <a:pt x="2121000" y="298791"/>
                  </a:lnTo>
                  <a:lnTo>
                    <a:pt x="2120968" y="298791"/>
                  </a:lnTo>
                  <a:lnTo>
                    <a:pt x="2120949" y="298787"/>
                  </a:lnTo>
                  <a:lnTo>
                    <a:pt x="2120915" y="298779"/>
                  </a:lnTo>
                  <a:lnTo>
                    <a:pt x="2120511" y="298601"/>
                  </a:lnTo>
                  <a:lnTo>
                    <a:pt x="2120463" y="298579"/>
                  </a:lnTo>
                  <a:lnTo>
                    <a:pt x="2120446" y="298568"/>
                  </a:lnTo>
                  <a:lnTo>
                    <a:pt x="2120424" y="298550"/>
                  </a:lnTo>
                  <a:lnTo>
                    <a:pt x="2120405" y="298525"/>
                  </a:lnTo>
                  <a:lnTo>
                    <a:pt x="2120397" y="298491"/>
                  </a:lnTo>
                  <a:lnTo>
                    <a:pt x="2120396" y="298459"/>
                  </a:lnTo>
                  <a:lnTo>
                    <a:pt x="2120389" y="298449"/>
                  </a:lnTo>
                  <a:lnTo>
                    <a:pt x="2120372" y="298428"/>
                  </a:lnTo>
                  <a:lnTo>
                    <a:pt x="2120353" y="298417"/>
                  </a:lnTo>
                  <a:lnTo>
                    <a:pt x="2120314" y="298405"/>
                  </a:lnTo>
                  <a:lnTo>
                    <a:pt x="2120292" y="298403"/>
                  </a:lnTo>
                  <a:lnTo>
                    <a:pt x="2120267" y="298399"/>
                  </a:lnTo>
                  <a:lnTo>
                    <a:pt x="2120237" y="298398"/>
                  </a:lnTo>
                  <a:lnTo>
                    <a:pt x="2120192" y="298356"/>
                  </a:lnTo>
                  <a:lnTo>
                    <a:pt x="2120046" y="298221"/>
                  </a:lnTo>
                  <a:lnTo>
                    <a:pt x="2120024" y="298197"/>
                  </a:lnTo>
                  <a:lnTo>
                    <a:pt x="2119918" y="298096"/>
                  </a:lnTo>
                  <a:lnTo>
                    <a:pt x="2119902" y="298082"/>
                  </a:lnTo>
                  <a:lnTo>
                    <a:pt x="2119857" y="298061"/>
                  </a:lnTo>
                  <a:lnTo>
                    <a:pt x="2119836" y="298054"/>
                  </a:lnTo>
                  <a:lnTo>
                    <a:pt x="2119807" y="298049"/>
                  </a:lnTo>
                  <a:lnTo>
                    <a:pt x="2119775" y="298049"/>
                  </a:lnTo>
                  <a:lnTo>
                    <a:pt x="2119730" y="298054"/>
                  </a:lnTo>
                  <a:lnTo>
                    <a:pt x="2119722" y="298056"/>
                  </a:lnTo>
                  <a:lnTo>
                    <a:pt x="2119674" y="298067"/>
                  </a:lnTo>
                  <a:lnTo>
                    <a:pt x="2119655" y="298074"/>
                  </a:lnTo>
                  <a:lnTo>
                    <a:pt x="2119644" y="298074"/>
                  </a:lnTo>
                  <a:lnTo>
                    <a:pt x="2119632" y="298071"/>
                  </a:lnTo>
                  <a:lnTo>
                    <a:pt x="2119563" y="298052"/>
                  </a:lnTo>
                  <a:lnTo>
                    <a:pt x="2119555" y="298049"/>
                  </a:lnTo>
                  <a:lnTo>
                    <a:pt x="2119532" y="298036"/>
                  </a:lnTo>
                  <a:lnTo>
                    <a:pt x="2119508" y="298023"/>
                  </a:lnTo>
                  <a:lnTo>
                    <a:pt x="2119489" y="298009"/>
                  </a:lnTo>
                  <a:lnTo>
                    <a:pt x="2119476" y="297994"/>
                  </a:lnTo>
                  <a:lnTo>
                    <a:pt x="2119460" y="297940"/>
                  </a:lnTo>
                  <a:lnTo>
                    <a:pt x="2119458" y="297884"/>
                  </a:lnTo>
                  <a:lnTo>
                    <a:pt x="2119487" y="297832"/>
                  </a:lnTo>
                  <a:lnTo>
                    <a:pt x="2119507" y="297809"/>
                  </a:lnTo>
                  <a:lnTo>
                    <a:pt x="2119520" y="297789"/>
                  </a:lnTo>
                  <a:lnTo>
                    <a:pt x="2119530" y="297766"/>
                  </a:lnTo>
                  <a:lnTo>
                    <a:pt x="2119534" y="297744"/>
                  </a:lnTo>
                  <a:lnTo>
                    <a:pt x="2119533" y="297726"/>
                  </a:lnTo>
                  <a:lnTo>
                    <a:pt x="2119524" y="297700"/>
                  </a:lnTo>
                  <a:lnTo>
                    <a:pt x="2119507" y="297670"/>
                  </a:lnTo>
                  <a:lnTo>
                    <a:pt x="2119484" y="297644"/>
                  </a:lnTo>
                  <a:lnTo>
                    <a:pt x="2119451" y="297622"/>
                  </a:lnTo>
                  <a:lnTo>
                    <a:pt x="2119414" y="297601"/>
                  </a:lnTo>
                  <a:lnTo>
                    <a:pt x="2119391" y="297594"/>
                  </a:lnTo>
                  <a:lnTo>
                    <a:pt x="2119384" y="297592"/>
                  </a:lnTo>
                  <a:lnTo>
                    <a:pt x="2119357" y="297588"/>
                  </a:lnTo>
                  <a:lnTo>
                    <a:pt x="2119333" y="297590"/>
                  </a:lnTo>
                  <a:lnTo>
                    <a:pt x="2119320" y="297591"/>
                  </a:lnTo>
                  <a:lnTo>
                    <a:pt x="2119265" y="297604"/>
                  </a:lnTo>
                  <a:lnTo>
                    <a:pt x="2119234" y="297617"/>
                  </a:lnTo>
                  <a:lnTo>
                    <a:pt x="2119207" y="297630"/>
                  </a:lnTo>
                  <a:lnTo>
                    <a:pt x="2119048" y="297615"/>
                  </a:lnTo>
                  <a:lnTo>
                    <a:pt x="2118960" y="297596"/>
                  </a:lnTo>
                  <a:lnTo>
                    <a:pt x="2118879" y="297542"/>
                  </a:lnTo>
                  <a:lnTo>
                    <a:pt x="2118843" y="297517"/>
                  </a:lnTo>
                  <a:lnTo>
                    <a:pt x="2118774" y="297496"/>
                  </a:lnTo>
                  <a:lnTo>
                    <a:pt x="2118758" y="297494"/>
                  </a:lnTo>
                  <a:lnTo>
                    <a:pt x="2118724" y="297499"/>
                  </a:lnTo>
                  <a:lnTo>
                    <a:pt x="2118696" y="297507"/>
                  </a:lnTo>
                  <a:lnTo>
                    <a:pt x="2118679" y="297517"/>
                  </a:lnTo>
                  <a:lnTo>
                    <a:pt x="2118663" y="297526"/>
                  </a:lnTo>
                  <a:lnTo>
                    <a:pt x="2118653" y="297540"/>
                  </a:lnTo>
                  <a:lnTo>
                    <a:pt x="2118645" y="297553"/>
                  </a:lnTo>
                  <a:lnTo>
                    <a:pt x="2118638" y="297559"/>
                  </a:lnTo>
                  <a:lnTo>
                    <a:pt x="2118627" y="297563"/>
                  </a:lnTo>
                  <a:lnTo>
                    <a:pt x="2118611" y="297566"/>
                  </a:lnTo>
                  <a:lnTo>
                    <a:pt x="2118603" y="297566"/>
                  </a:lnTo>
                  <a:lnTo>
                    <a:pt x="2118522" y="297544"/>
                  </a:lnTo>
                  <a:lnTo>
                    <a:pt x="2118450" y="297500"/>
                  </a:lnTo>
                  <a:lnTo>
                    <a:pt x="2118334" y="297468"/>
                  </a:lnTo>
                  <a:lnTo>
                    <a:pt x="2118225" y="297439"/>
                  </a:lnTo>
                  <a:lnTo>
                    <a:pt x="2118208" y="297438"/>
                  </a:lnTo>
                  <a:lnTo>
                    <a:pt x="2118172" y="297433"/>
                  </a:lnTo>
                  <a:lnTo>
                    <a:pt x="2118153" y="297427"/>
                  </a:lnTo>
                  <a:lnTo>
                    <a:pt x="2118141" y="297424"/>
                  </a:lnTo>
                  <a:lnTo>
                    <a:pt x="2118119" y="297413"/>
                  </a:lnTo>
                  <a:lnTo>
                    <a:pt x="2118107" y="297400"/>
                  </a:lnTo>
                  <a:lnTo>
                    <a:pt x="2118102" y="297390"/>
                  </a:lnTo>
                  <a:lnTo>
                    <a:pt x="2118097" y="297374"/>
                  </a:lnTo>
                  <a:lnTo>
                    <a:pt x="2118094" y="297359"/>
                  </a:lnTo>
                  <a:lnTo>
                    <a:pt x="2118098" y="297344"/>
                  </a:lnTo>
                  <a:lnTo>
                    <a:pt x="2118103" y="297329"/>
                  </a:lnTo>
                  <a:lnTo>
                    <a:pt x="2118109" y="297317"/>
                  </a:lnTo>
                  <a:lnTo>
                    <a:pt x="2118117" y="297305"/>
                  </a:lnTo>
                  <a:lnTo>
                    <a:pt x="2118128" y="297292"/>
                  </a:lnTo>
                  <a:lnTo>
                    <a:pt x="2118150" y="297275"/>
                  </a:lnTo>
                  <a:lnTo>
                    <a:pt x="2118188" y="297248"/>
                  </a:lnTo>
                  <a:lnTo>
                    <a:pt x="2118254" y="297216"/>
                  </a:lnTo>
                  <a:lnTo>
                    <a:pt x="2118266" y="297208"/>
                  </a:lnTo>
                  <a:lnTo>
                    <a:pt x="2118277" y="297195"/>
                  </a:lnTo>
                  <a:lnTo>
                    <a:pt x="2118286" y="297175"/>
                  </a:lnTo>
                  <a:lnTo>
                    <a:pt x="2118289" y="297165"/>
                  </a:lnTo>
                  <a:lnTo>
                    <a:pt x="2118292" y="297153"/>
                  </a:lnTo>
                  <a:lnTo>
                    <a:pt x="2118293" y="297141"/>
                  </a:lnTo>
                  <a:lnTo>
                    <a:pt x="2118293" y="297119"/>
                  </a:lnTo>
                  <a:lnTo>
                    <a:pt x="2118255" y="296848"/>
                  </a:lnTo>
                  <a:lnTo>
                    <a:pt x="2118245" y="296790"/>
                  </a:lnTo>
                  <a:lnTo>
                    <a:pt x="2118234" y="296776"/>
                  </a:lnTo>
                  <a:lnTo>
                    <a:pt x="2118190" y="296747"/>
                  </a:lnTo>
                  <a:lnTo>
                    <a:pt x="2118161" y="296732"/>
                  </a:lnTo>
                  <a:lnTo>
                    <a:pt x="2118118" y="296720"/>
                  </a:lnTo>
                  <a:lnTo>
                    <a:pt x="2118088" y="296719"/>
                  </a:lnTo>
                  <a:lnTo>
                    <a:pt x="2118065" y="296720"/>
                  </a:lnTo>
                  <a:lnTo>
                    <a:pt x="2117737" y="296768"/>
                  </a:lnTo>
                  <a:lnTo>
                    <a:pt x="2117676" y="296779"/>
                  </a:lnTo>
                  <a:lnTo>
                    <a:pt x="2117666" y="296781"/>
                  </a:lnTo>
                  <a:lnTo>
                    <a:pt x="2117640" y="296789"/>
                  </a:lnTo>
                  <a:lnTo>
                    <a:pt x="2117622" y="296794"/>
                  </a:lnTo>
                  <a:lnTo>
                    <a:pt x="2117572" y="296807"/>
                  </a:lnTo>
                  <a:lnTo>
                    <a:pt x="2117543" y="296815"/>
                  </a:lnTo>
                  <a:lnTo>
                    <a:pt x="2117518" y="296822"/>
                  </a:lnTo>
                  <a:lnTo>
                    <a:pt x="2117460" y="296834"/>
                  </a:lnTo>
                  <a:lnTo>
                    <a:pt x="2117349" y="296850"/>
                  </a:lnTo>
                  <a:lnTo>
                    <a:pt x="2117327" y="296851"/>
                  </a:lnTo>
                  <a:lnTo>
                    <a:pt x="2117283" y="296853"/>
                  </a:lnTo>
                  <a:lnTo>
                    <a:pt x="2117224" y="296846"/>
                  </a:lnTo>
                  <a:lnTo>
                    <a:pt x="2117175" y="296842"/>
                  </a:lnTo>
                  <a:lnTo>
                    <a:pt x="2117148" y="296840"/>
                  </a:lnTo>
                  <a:lnTo>
                    <a:pt x="2117087" y="296828"/>
                  </a:lnTo>
                  <a:lnTo>
                    <a:pt x="2117070" y="296825"/>
                  </a:lnTo>
                  <a:lnTo>
                    <a:pt x="2117021" y="296814"/>
                  </a:lnTo>
                  <a:lnTo>
                    <a:pt x="2116872" y="296780"/>
                  </a:lnTo>
                  <a:lnTo>
                    <a:pt x="2116683" y="296729"/>
                  </a:lnTo>
                  <a:lnTo>
                    <a:pt x="2116664" y="296720"/>
                  </a:lnTo>
                  <a:lnTo>
                    <a:pt x="2116631" y="296695"/>
                  </a:lnTo>
                  <a:lnTo>
                    <a:pt x="2116605" y="296674"/>
                  </a:lnTo>
                  <a:lnTo>
                    <a:pt x="2116581" y="296644"/>
                  </a:lnTo>
                  <a:lnTo>
                    <a:pt x="2116576" y="296632"/>
                  </a:lnTo>
                  <a:lnTo>
                    <a:pt x="2116565" y="296622"/>
                  </a:lnTo>
                  <a:lnTo>
                    <a:pt x="2116548" y="296619"/>
                  </a:lnTo>
                  <a:lnTo>
                    <a:pt x="2116507" y="296621"/>
                  </a:lnTo>
                  <a:lnTo>
                    <a:pt x="2116453" y="296623"/>
                  </a:lnTo>
                  <a:lnTo>
                    <a:pt x="2116414" y="296635"/>
                  </a:lnTo>
                  <a:lnTo>
                    <a:pt x="2116388" y="296648"/>
                  </a:lnTo>
                  <a:lnTo>
                    <a:pt x="2116380" y="296652"/>
                  </a:lnTo>
                  <a:lnTo>
                    <a:pt x="2116353" y="296674"/>
                  </a:lnTo>
                  <a:lnTo>
                    <a:pt x="2116333" y="296700"/>
                  </a:lnTo>
                  <a:lnTo>
                    <a:pt x="2116323" y="296727"/>
                  </a:lnTo>
                  <a:lnTo>
                    <a:pt x="2116317" y="296738"/>
                  </a:lnTo>
                  <a:lnTo>
                    <a:pt x="2116313" y="296746"/>
                  </a:lnTo>
                  <a:lnTo>
                    <a:pt x="2116299" y="296761"/>
                  </a:lnTo>
                  <a:lnTo>
                    <a:pt x="2116276" y="296777"/>
                  </a:lnTo>
                  <a:lnTo>
                    <a:pt x="2116258" y="296783"/>
                  </a:lnTo>
                  <a:lnTo>
                    <a:pt x="2116232" y="296790"/>
                  </a:lnTo>
                  <a:lnTo>
                    <a:pt x="2115859" y="296849"/>
                  </a:lnTo>
                  <a:lnTo>
                    <a:pt x="2115821" y="296850"/>
                  </a:lnTo>
                  <a:lnTo>
                    <a:pt x="2115790" y="296849"/>
                  </a:lnTo>
                  <a:lnTo>
                    <a:pt x="2115761" y="296840"/>
                  </a:lnTo>
                  <a:lnTo>
                    <a:pt x="2115732" y="296824"/>
                  </a:lnTo>
                  <a:lnTo>
                    <a:pt x="2115712" y="296804"/>
                  </a:lnTo>
                  <a:lnTo>
                    <a:pt x="2115702" y="296778"/>
                  </a:lnTo>
                  <a:lnTo>
                    <a:pt x="2115703" y="296761"/>
                  </a:lnTo>
                  <a:lnTo>
                    <a:pt x="2115718" y="296737"/>
                  </a:lnTo>
                  <a:lnTo>
                    <a:pt x="2115727" y="296729"/>
                  </a:lnTo>
                  <a:lnTo>
                    <a:pt x="2115734" y="296706"/>
                  </a:lnTo>
                  <a:lnTo>
                    <a:pt x="2115737" y="296697"/>
                  </a:lnTo>
                  <a:lnTo>
                    <a:pt x="2115744" y="296671"/>
                  </a:lnTo>
                  <a:lnTo>
                    <a:pt x="2115743" y="296652"/>
                  </a:lnTo>
                  <a:lnTo>
                    <a:pt x="2115740" y="296631"/>
                  </a:lnTo>
                  <a:lnTo>
                    <a:pt x="2115730" y="296590"/>
                  </a:lnTo>
                  <a:lnTo>
                    <a:pt x="2115719" y="296563"/>
                  </a:lnTo>
                  <a:lnTo>
                    <a:pt x="2115688" y="296524"/>
                  </a:lnTo>
                  <a:lnTo>
                    <a:pt x="2115655" y="296487"/>
                  </a:lnTo>
                  <a:lnTo>
                    <a:pt x="2115639" y="296475"/>
                  </a:lnTo>
                  <a:lnTo>
                    <a:pt x="2115608" y="296450"/>
                  </a:lnTo>
                  <a:lnTo>
                    <a:pt x="2115530" y="296390"/>
                  </a:lnTo>
                  <a:lnTo>
                    <a:pt x="2115497" y="296369"/>
                  </a:lnTo>
                  <a:lnTo>
                    <a:pt x="2115465" y="296355"/>
                  </a:lnTo>
                  <a:lnTo>
                    <a:pt x="2115422" y="296346"/>
                  </a:lnTo>
                  <a:lnTo>
                    <a:pt x="2115410" y="296344"/>
                  </a:lnTo>
                  <a:lnTo>
                    <a:pt x="2115362" y="296338"/>
                  </a:lnTo>
                  <a:lnTo>
                    <a:pt x="2115313" y="296336"/>
                  </a:lnTo>
                  <a:lnTo>
                    <a:pt x="2115266" y="296343"/>
                  </a:lnTo>
                  <a:lnTo>
                    <a:pt x="2115239" y="296352"/>
                  </a:lnTo>
                  <a:lnTo>
                    <a:pt x="2115206" y="296373"/>
                  </a:lnTo>
                  <a:lnTo>
                    <a:pt x="2115174" y="296394"/>
                  </a:lnTo>
                  <a:lnTo>
                    <a:pt x="2115138" y="296421"/>
                  </a:lnTo>
                  <a:lnTo>
                    <a:pt x="2115098" y="296457"/>
                  </a:lnTo>
                  <a:lnTo>
                    <a:pt x="2115076" y="296482"/>
                  </a:lnTo>
                  <a:lnTo>
                    <a:pt x="2115050" y="296512"/>
                  </a:lnTo>
                  <a:lnTo>
                    <a:pt x="2115018" y="296545"/>
                  </a:lnTo>
                  <a:lnTo>
                    <a:pt x="2115011" y="296550"/>
                  </a:lnTo>
                  <a:lnTo>
                    <a:pt x="2114971" y="296581"/>
                  </a:lnTo>
                  <a:lnTo>
                    <a:pt x="2114850" y="296662"/>
                  </a:lnTo>
                  <a:lnTo>
                    <a:pt x="2114834" y="296670"/>
                  </a:lnTo>
                  <a:lnTo>
                    <a:pt x="2114801" y="296670"/>
                  </a:lnTo>
                  <a:lnTo>
                    <a:pt x="2114754" y="296657"/>
                  </a:lnTo>
                  <a:lnTo>
                    <a:pt x="2114717" y="296639"/>
                  </a:lnTo>
                  <a:lnTo>
                    <a:pt x="2114695" y="296625"/>
                  </a:lnTo>
                  <a:lnTo>
                    <a:pt x="2114689" y="296621"/>
                  </a:lnTo>
                  <a:lnTo>
                    <a:pt x="2114657" y="296607"/>
                  </a:lnTo>
                  <a:lnTo>
                    <a:pt x="2114617" y="296599"/>
                  </a:lnTo>
                  <a:lnTo>
                    <a:pt x="2114588" y="296598"/>
                  </a:lnTo>
                  <a:lnTo>
                    <a:pt x="2114576" y="296598"/>
                  </a:lnTo>
                  <a:lnTo>
                    <a:pt x="2114554" y="296598"/>
                  </a:lnTo>
                  <a:lnTo>
                    <a:pt x="2114519" y="296610"/>
                  </a:lnTo>
                  <a:lnTo>
                    <a:pt x="2114490" y="296626"/>
                  </a:lnTo>
                  <a:lnTo>
                    <a:pt x="2114421" y="296680"/>
                  </a:lnTo>
                  <a:lnTo>
                    <a:pt x="2114388" y="296714"/>
                  </a:lnTo>
                  <a:lnTo>
                    <a:pt x="2114367" y="296740"/>
                  </a:lnTo>
                  <a:lnTo>
                    <a:pt x="2114360" y="296748"/>
                  </a:lnTo>
                  <a:lnTo>
                    <a:pt x="2114359" y="296759"/>
                  </a:lnTo>
                  <a:lnTo>
                    <a:pt x="2114360" y="296770"/>
                  </a:lnTo>
                  <a:lnTo>
                    <a:pt x="2114368" y="296807"/>
                  </a:lnTo>
                  <a:lnTo>
                    <a:pt x="2114370" y="296818"/>
                  </a:lnTo>
                  <a:lnTo>
                    <a:pt x="2114371" y="296826"/>
                  </a:lnTo>
                  <a:lnTo>
                    <a:pt x="2114371" y="296891"/>
                  </a:lnTo>
                  <a:lnTo>
                    <a:pt x="2114370" y="296908"/>
                  </a:lnTo>
                  <a:lnTo>
                    <a:pt x="2114366" y="296926"/>
                  </a:lnTo>
                  <a:lnTo>
                    <a:pt x="2114358" y="296941"/>
                  </a:lnTo>
                  <a:lnTo>
                    <a:pt x="2114066" y="297110"/>
                  </a:lnTo>
                  <a:lnTo>
                    <a:pt x="2114039" y="297123"/>
                  </a:lnTo>
                  <a:lnTo>
                    <a:pt x="2114014" y="297129"/>
                  </a:lnTo>
                  <a:lnTo>
                    <a:pt x="2113975" y="297134"/>
                  </a:lnTo>
                  <a:lnTo>
                    <a:pt x="2113934" y="297129"/>
                  </a:lnTo>
                  <a:lnTo>
                    <a:pt x="2113883" y="297102"/>
                  </a:lnTo>
                  <a:lnTo>
                    <a:pt x="2113839" y="297075"/>
                  </a:lnTo>
                  <a:lnTo>
                    <a:pt x="2113799" y="297047"/>
                  </a:lnTo>
                  <a:lnTo>
                    <a:pt x="2113783" y="297030"/>
                  </a:lnTo>
                  <a:lnTo>
                    <a:pt x="2113776" y="297022"/>
                  </a:lnTo>
                  <a:lnTo>
                    <a:pt x="2113752" y="297010"/>
                  </a:lnTo>
                  <a:lnTo>
                    <a:pt x="2113722" y="297002"/>
                  </a:lnTo>
                  <a:lnTo>
                    <a:pt x="2113688" y="296999"/>
                  </a:lnTo>
                  <a:lnTo>
                    <a:pt x="2113676" y="297002"/>
                  </a:lnTo>
                  <a:lnTo>
                    <a:pt x="2113666" y="297004"/>
                  </a:lnTo>
                  <a:lnTo>
                    <a:pt x="2113637" y="297019"/>
                  </a:lnTo>
                  <a:lnTo>
                    <a:pt x="2113615" y="297036"/>
                  </a:lnTo>
                  <a:lnTo>
                    <a:pt x="2113607" y="297049"/>
                  </a:lnTo>
                  <a:lnTo>
                    <a:pt x="2113598" y="297062"/>
                  </a:lnTo>
                  <a:lnTo>
                    <a:pt x="2113593" y="297088"/>
                  </a:lnTo>
                  <a:lnTo>
                    <a:pt x="2113597" y="297165"/>
                  </a:lnTo>
                  <a:lnTo>
                    <a:pt x="2113591" y="297172"/>
                  </a:lnTo>
                  <a:lnTo>
                    <a:pt x="2113583" y="297180"/>
                  </a:lnTo>
                  <a:lnTo>
                    <a:pt x="2113575" y="297187"/>
                  </a:lnTo>
                  <a:lnTo>
                    <a:pt x="2113568" y="297190"/>
                  </a:lnTo>
                  <a:lnTo>
                    <a:pt x="2113563" y="297191"/>
                  </a:lnTo>
                  <a:lnTo>
                    <a:pt x="2113555" y="297191"/>
                  </a:lnTo>
                  <a:lnTo>
                    <a:pt x="2113548" y="297189"/>
                  </a:lnTo>
                  <a:lnTo>
                    <a:pt x="2113543" y="297187"/>
                  </a:lnTo>
                  <a:lnTo>
                    <a:pt x="2113293" y="297124"/>
                  </a:lnTo>
                  <a:lnTo>
                    <a:pt x="2113286" y="297124"/>
                  </a:lnTo>
                  <a:lnTo>
                    <a:pt x="2113273" y="297118"/>
                  </a:lnTo>
                  <a:lnTo>
                    <a:pt x="2113256" y="297107"/>
                  </a:lnTo>
                  <a:lnTo>
                    <a:pt x="2113244" y="297097"/>
                  </a:lnTo>
                  <a:lnTo>
                    <a:pt x="2113200" y="297069"/>
                  </a:lnTo>
                  <a:lnTo>
                    <a:pt x="2113103" y="296946"/>
                  </a:lnTo>
                  <a:lnTo>
                    <a:pt x="2113098" y="296943"/>
                  </a:lnTo>
                  <a:lnTo>
                    <a:pt x="2113093" y="296936"/>
                  </a:lnTo>
                  <a:lnTo>
                    <a:pt x="2113090" y="296931"/>
                  </a:lnTo>
                  <a:lnTo>
                    <a:pt x="2113089" y="296921"/>
                  </a:lnTo>
                  <a:lnTo>
                    <a:pt x="2113091" y="296910"/>
                  </a:lnTo>
                  <a:lnTo>
                    <a:pt x="2113093" y="296902"/>
                  </a:lnTo>
                  <a:lnTo>
                    <a:pt x="2113099" y="296890"/>
                  </a:lnTo>
                  <a:lnTo>
                    <a:pt x="2113105" y="296883"/>
                  </a:lnTo>
                  <a:lnTo>
                    <a:pt x="2113110" y="296877"/>
                  </a:lnTo>
                  <a:lnTo>
                    <a:pt x="2113117" y="296873"/>
                  </a:lnTo>
                  <a:lnTo>
                    <a:pt x="2113138" y="296838"/>
                  </a:lnTo>
                  <a:lnTo>
                    <a:pt x="2113137" y="296831"/>
                  </a:lnTo>
                  <a:lnTo>
                    <a:pt x="2113135" y="296825"/>
                  </a:lnTo>
                  <a:lnTo>
                    <a:pt x="2113129" y="296809"/>
                  </a:lnTo>
                  <a:lnTo>
                    <a:pt x="2113123" y="296800"/>
                  </a:lnTo>
                  <a:lnTo>
                    <a:pt x="2113115" y="296793"/>
                  </a:lnTo>
                  <a:lnTo>
                    <a:pt x="2112894" y="296601"/>
                  </a:lnTo>
                  <a:lnTo>
                    <a:pt x="2112802" y="296522"/>
                  </a:lnTo>
                  <a:lnTo>
                    <a:pt x="2112725" y="296497"/>
                  </a:lnTo>
                  <a:lnTo>
                    <a:pt x="2112622" y="296536"/>
                  </a:lnTo>
                  <a:lnTo>
                    <a:pt x="2112617" y="296545"/>
                  </a:lnTo>
                  <a:lnTo>
                    <a:pt x="2112602" y="296575"/>
                  </a:lnTo>
                  <a:lnTo>
                    <a:pt x="2112559" y="296609"/>
                  </a:lnTo>
                  <a:lnTo>
                    <a:pt x="2112469" y="296634"/>
                  </a:lnTo>
                  <a:lnTo>
                    <a:pt x="2112373" y="296647"/>
                  </a:lnTo>
                  <a:lnTo>
                    <a:pt x="2112365" y="296647"/>
                  </a:lnTo>
                  <a:lnTo>
                    <a:pt x="2112344" y="296647"/>
                  </a:lnTo>
                  <a:lnTo>
                    <a:pt x="2112334" y="296649"/>
                  </a:lnTo>
                  <a:lnTo>
                    <a:pt x="2112327" y="296652"/>
                  </a:lnTo>
                  <a:lnTo>
                    <a:pt x="2112322" y="296654"/>
                  </a:lnTo>
                  <a:lnTo>
                    <a:pt x="2112309" y="296661"/>
                  </a:lnTo>
                  <a:lnTo>
                    <a:pt x="2112286" y="296678"/>
                  </a:lnTo>
                  <a:lnTo>
                    <a:pt x="2112281" y="296683"/>
                  </a:lnTo>
                  <a:lnTo>
                    <a:pt x="2112177" y="296793"/>
                  </a:lnTo>
                  <a:lnTo>
                    <a:pt x="2112168" y="296803"/>
                  </a:lnTo>
                  <a:lnTo>
                    <a:pt x="2112014" y="297204"/>
                  </a:lnTo>
                  <a:lnTo>
                    <a:pt x="2112047" y="297301"/>
                  </a:lnTo>
                  <a:lnTo>
                    <a:pt x="2112067" y="297342"/>
                  </a:lnTo>
                  <a:lnTo>
                    <a:pt x="2112034" y="297385"/>
                  </a:lnTo>
                  <a:lnTo>
                    <a:pt x="2111957" y="297418"/>
                  </a:lnTo>
                  <a:lnTo>
                    <a:pt x="2111898" y="297346"/>
                  </a:lnTo>
                  <a:lnTo>
                    <a:pt x="2111867" y="297297"/>
                  </a:lnTo>
                  <a:lnTo>
                    <a:pt x="2111774" y="297278"/>
                  </a:lnTo>
                  <a:lnTo>
                    <a:pt x="2111617" y="297273"/>
                  </a:lnTo>
                  <a:lnTo>
                    <a:pt x="2111524" y="297287"/>
                  </a:lnTo>
                  <a:lnTo>
                    <a:pt x="2111486" y="297369"/>
                  </a:lnTo>
                  <a:lnTo>
                    <a:pt x="2111411" y="297457"/>
                  </a:lnTo>
                  <a:lnTo>
                    <a:pt x="2111364" y="297482"/>
                  </a:lnTo>
                  <a:lnTo>
                    <a:pt x="2111347" y="297489"/>
                  </a:lnTo>
                  <a:lnTo>
                    <a:pt x="2110979" y="297570"/>
                  </a:lnTo>
                  <a:lnTo>
                    <a:pt x="2110956" y="297576"/>
                  </a:lnTo>
                  <a:lnTo>
                    <a:pt x="2110909" y="297601"/>
                  </a:lnTo>
                  <a:lnTo>
                    <a:pt x="2110832" y="297588"/>
                  </a:lnTo>
                  <a:lnTo>
                    <a:pt x="2110823" y="297539"/>
                  </a:lnTo>
                  <a:lnTo>
                    <a:pt x="2110839" y="297509"/>
                  </a:lnTo>
                  <a:lnTo>
                    <a:pt x="2110841" y="297496"/>
                  </a:lnTo>
                  <a:lnTo>
                    <a:pt x="2110842" y="297486"/>
                  </a:lnTo>
                  <a:lnTo>
                    <a:pt x="2110841" y="297478"/>
                  </a:lnTo>
                  <a:lnTo>
                    <a:pt x="2110836" y="297468"/>
                  </a:lnTo>
                  <a:lnTo>
                    <a:pt x="2110807" y="297424"/>
                  </a:lnTo>
                  <a:lnTo>
                    <a:pt x="2110803" y="297419"/>
                  </a:lnTo>
                  <a:lnTo>
                    <a:pt x="2110796" y="297414"/>
                  </a:lnTo>
                  <a:lnTo>
                    <a:pt x="2110786" y="297411"/>
                  </a:lnTo>
                  <a:lnTo>
                    <a:pt x="2110769" y="297404"/>
                  </a:lnTo>
                  <a:lnTo>
                    <a:pt x="2110763" y="297402"/>
                  </a:lnTo>
                  <a:lnTo>
                    <a:pt x="2110754" y="297400"/>
                  </a:lnTo>
                  <a:lnTo>
                    <a:pt x="2110741" y="297399"/>
                  </a:lnTo>
                  <a:lnTo>
                    <a:pt x="2110734" y="297400"/>
                  </a:lnTo>
                  <a:lnTo>
                    <a:pt x="2110729" y="297402"/>
                  </a:lnTo>
                  <a:lnTo>
                    <a:pt x="2110676" y="297427"/>
                  </a:lnTo>
                  <a:lnTo>
                    <a:pt x="2110666" y="297432"/>
                  </a:lnTo>
                  <a:lnTo>
                    <a:pt x="2110661" y="297437"/>
                  </a:lnTo>
                  <a:lnTo>
                    <a:pt x="2110656" y="297443"/>
                  </a:lnTo>
                  <a:lnTo>
                    <a:pt x="2110643" y="297460"/>
                  </a:lnTo>
                  <a:lnTo>
                    <a:pt x="2110640" y="297479"/>
                  </a:lnTo>
                  <a:lnTo>
                    <a:pt x="2110640" y="297487"/>
                  </a:lnTo>
                  <a:lnTo>
                    <a:pt x="2110643" y="297501"/>
                  </a:lnTo>
                  <a:lnTo>
                    <a:pt x="2110679" y="297567"/>
                  </a:lnTo>
                  <a:lnTo>
                    <a:pt x="2110678" y="297587"/>
                  </a:lnTo>
                  <a:lnTo>
                    <a:pt x="2110677" y="297607"/>
                  </a:lnTo>
                  <a:lnTo>
                    <a:pt x="2110674" y="297630"/>
                  </a:lnTo>
                  <a:lnTo>
                    <a:pt x="2110669" y="297649"/>
                  </a:lnTo>
                  <a:lnTo>
                    <a:pt x="2110666" y="297658"/>
                  </a:lnTo>
                  <a:lnTo>
                    <a:pt x="2110657" y="297672"/>
                  </a:lnTo>
                  <a:lnTo>
                    <a:pt x="2110642" y="297687"/>
                  </a:lnTo>
                  <a:lnTo>
                    <a:pt x="2110626" y="297701"/>
                  </a:lnTo>
                  <a:lnTo>
                    <a:pt x="2110620" y="297707"/>
                  </a:lnTo>
                  <a:lnTo>
                    <a:pt x="2110600" y="297717"/>
                  </a:lnTo>
                  <a:lnTo>
                    <a:pt x="2110592" y="297719"/>
                  </a:lnTo>
                  <a:lnTo>
                    <a:pt x="2110585" y="297721"/>
                  </a:lnTo>
                  <a:lnTo>
                    <a:pt x="2110456" y="297743"/>
                  </a:lnTo>
                  <a:lnTo>
                    <a:pt x="2110164" y="297820"/>
                  </a:lnTo>
                  <a:lnTo>
                    <a:pt x="2110093" y="297863"/>
                  </a:lnTo>
                  <a:lnTo>
                    <a:pt x="2110005" y="297895"/>
                  </a:lnTo>
                  <a:lnTo>
                    <a:pt x="2109992" y="297899"/>
                  </a:lnTo>
                  <a:lnTo>
                    <a:pt x="2109971" y="297903"/>
                  </a:lnTo>
                  <a:lnTo>
                    <a:pt x="2109963" y="297904"/>
                  </a:lnTo>
                  <a:lnTo>
                    <a:pt x="2109948" y="297902"/>
                  </a:lnTo>
                  <a:lnTo>
                    <a:pt x="2109933" y="297897"/>
                  </a:lnTo>
                  <a:lnTo>
                    <a:pt x="2109916" y="297887"/>
                  </a:lnTo>
                  <a:lnTo>
                    <a:pt x="2109912" y="297881"/>
                  </a:lnTo>
                  <a:lnTo>
                    <a:pt x="2109905" y="297873"/>
                  </a:lnTo>
                  <a:lnTo>
                    <a:pt x="2109898" y="297860"/>
                  </a:lnTo>
                  <a:lnTo>
                    <a:pt x="2109894" y="297850"/>
                  </a:lnTo>
                  <a:lnTo>
                    <a:pt x="2109886" y="297828"/>
                  </a:lnTo>
                  <a:lnTo>
                    <a:pt x="2109869" y="297808"/>
                  </a:lnTo>
                  <a:lnTo>
                    <a:pt x="2109846" y="297789"/>
                  </a:lnTo>
                  <a:lnTo>
                    <a:pt x="2109827" y="297782"/>
                  </a:lnTo>
                  <a:lnTo>
                    <a:pt x="2109814" y="297776"/>
                  </a:lnTo>
                  <a:lnTo>
                    <a:pt x="2109795" y="297772"/>
                  </a:lnTo>
                  <a:lnTo>
                    <a:pt x="2109776" y="297769"/>
                  </a:lnTo>
                  <a:lnTo>
                    <a:pt x="2109756" y="297770"/>
                  </a:lnTo>
                  <a:lnTo>
                    <a:pt x="2109726" y="297778"/>
                  </a:lnTo>
                  <a:lnTo>
                    <a:pt x="2109714" y="297784"/>
                  </a:lnTo>
                  <a:lnTo>
                    <a:pt x="2109700" y="297795"/>
                  </a:lnTo>
                  <a:lnTo>
                    <a:pt x="2109627" y="297830"/>
                  </a:lnTo>
                  <a:lnTo>
                    <a:pt x="2109324" y="297895"/>
                  </a:lnTo>
                  <a:lnTo>
                    <a:pt x="2109225" y="297902"/>
                  </a:lnTo>
                  <a:lnTo>
                    <a:pt x="2109202" y="297904"/>
                  </a:lnTo>
                  <a:lnTo>
                    <a:pt x="2109177" y="297912"/>
                  </a:lnTo>
                  <a:lnTo>
                    <a:pt x="2109152" y="297931"/>
                  </a:lnTo>
                  <a:lnTo>
                    <a:pt x="2109144" y="297942"/>
                  </a:lnTo>
                  <a:lnTo>
                    <a:pt x="2109132" y="297969"/>
                  </a:lnTo>
                  <a:lnTo>
                    <a:pt x="2109122" y="297995"/>
                  </a:lnTo>
                  <a:lnTo>
                    <a:pt x="2109119" y="298005"/>
                  </a:lnTo>
                  <a:lnTo>
                    <a:pt x="2109115" y="298022"/>
                  </a:lnTo>
                  <a:lnTo>
                    <a:pt x="2109114" y="298044"/>
                  </a:lnTo>
                  <a:lnTo>
                    <a:pt x="2109116" y="298055"/>
                  </a:lnTo>
                  <a:lnTo>
                    <a:pt x="2109123" y="298074"/>
                  </a:lnTo>
                  <a:lnTo>
                    <a:pt x="2109128" y="298082"/>
                  </a:lnTo>
                  <a:lnTo>
                    <a:pt x="2109138" y="298090"/>
                  </a:lnTo>
                  <a:lnTo>
                    <a:pt x="2109156" y="298101"/>
                  </a:lnTo>
                  <a:lnTo>
                    <a:pt x="2109166" y="298106"/>
                  </a:lnTo>
                  <a:lnTo>
                    <a:pt x="2109197" y="298113"/>
                  </a:lnTo>
                  <a:lnTo>
                    <a:pt x="2109232" y="298123"/>
                  </a:lnTo>
                  <a:lnTo>
                    <a:pt x="2109254" y="298131"/>
                  </a:lnTo>
                  <a:lnTo>
                    <a:pt x="2109288" y="298147"/>
                  </a:lnTo>
                  <a:lnTo>
                    <a:pt x="2109310" y="298161"/>
                  </a:lnTo>
                  <a:lnTo>
                    <a:pt x="2109318" y="298170"/>
                  </a:lnTo>
                  <a:lnTo>
                    <a:pt x="2109321" y="298179"/>
                  </a:lnTo>
                  <a:lnTo>
                    <a:pt x="2109354" y="298264"/>
                  </a:lnTo>
                  <a:lnTo>
                    <a:pt x="2109358" y="298276"/>
                  </a:lnTo>
                  <a:lnTo>
                    <a:pt x="2109358" y="298283"/>
                  </a:lnTo>
                  <a:lnTo>
                    <a:pt x="2109356" y="298290"/>
                  </a:lnTo>
                  <a:lnTo>
                    <a:pt x="2109354" y="298296"/>
                  </a:lnTo>
                  <a:lnTo>
                    <a:pt x="2109352" y="298302"/>
                  </a:lnTo>
                  <a:lnTo>
                    <a:pt x="2109342" y="298312"/>
                  </a:lnTo>
                  <a:lnTo>
                    <a:pt x="2109332" y="298320"/>
                  </a:lnTo>
                  <a:lnTo>
                    <a:pt x="2109328" y="298323"/>
                  </a:lnTo>
                  <a:lnTo>
                    <a:pt x="2109314" y="298329"/>
                  </a:lnTo>
                  <a:lnTo>
                    <a:pt x="2109302" y="298332"/>
                  </a:lnTo>
                  <a:lnTo>
                    <a:pt x="2109137" y="298353"/>
                  </a:lnTo>
                  <a:lnTo>
                    <a:pt x="2109119" y="298352"/>
                  </a:lnTo>
                  <a:lnTo>
                    <a:pt x="2109115" y="298349"/>
                  </a:lnTo>
                  <a:lnTo>
                    <a:pt x="2109103" y="298339"/>
                  </a:lnTo>
                  <a:lnTo>
                    <a:pt x="2109078" y="298326"/>
                  </a:lnTo>
                  <a:lnTo>
                    <a:pt x="2108991" y="298283"/>
                  </a:lnTo>
                  <a:lnTo>
                    <a:pt x="2108956" y="298267"/>
                  </a:lnTo>
                  <a:lnTo>
                    <a:pt x="2108944" y="298263"/>
                  </a:lnTo>
                  <a:lnTo>
                    <a:pt x="2108939" y="298262"/>
                  </a:lnTo>
                  <a:lnTo>
                    <a:pt x="2108932" y="298260"/>
                  </a:lnTo>
                  <a:lnTo>
                    <a:pt x="2108915" y="298257"/>
                  </a:lnTo>
                  <a:lnTo>
                    <a:pt x="2108832" y="298248"/>
                  </a:lnTo>
                  <a:lnTo>
                    <a:pt x="2108818" y="298248"/>
                  </a:lnTo>
                  <a:lnTo>
                    <a:pt x="2108789" y="298251"/>
                  </a:lnTo>
                  <a:lnTo>
                    <a:pt x="2108780" y="298253"/>
                  </a:lnTo>
                  <a:lnTo>
                    <a:pt x="2108681" y="298288"/>
                  </a:lnTo>
                  <a:lnTo>
                    <a:pt x="2108675" y="298294"/>
                  </a:lnTo>
                  <a:lnTo>
                    <a:pt x="2108670" y="298297"/>
                  </a:lnTo>
                  <a:lnTo>
                    <a:pt x="2108656" y="298301"/>
                  </a:lnTo>
                  <a:lnTo>
                    <a:pt x="2108642" y="298303"/>
                  </a:lnTo>
                  <a:lnTo>
                    <a:pt x="2108631" y="298303"/>
                  </a:lnTo>
                  <a:lnTo>
                    <a:pt x="2108538" y="298298"/>
                  </a:lnTo>
                  <a:lnTo>
                    <a:pt x="2108240" y="298250"/>
                  </a:lnTo>
                  <a:lnTo>
                    <a:pt x="2108224" y="298242"/>
                  </a:lnTo>
                  <a:lnTo>
                    <a:pt x="2108211" y="298237"/>
                  </a:lnTo>
                  <a:lnTo>
                    <a:pt x="2108193" y="298233"/>
                  </a:lnTo>
                  <a:lnTo>
                    <a:pt x="2108178" y="298232"/>
                  </a:lnTo>
                  <a:lnTo>
                    <a:pt x="2108165" y="298231"/>
                  </a:lnTo>
                  <a:lnTo>
                    <a:pt x="2108152" y="298230"/>
                  </a:lnTo>
                  <a:lnTo>
                    <a:pt x="2108141" y="298233"/>
                  </a:lnTo>
                  <a:lnTo>
                    <a:pt x="2108130" y="298235"/>
                  </a:lnTo>
                  <a:lnTo>
                    <a:pt x="2108115" y="298242"/>
                  </a:lnTo>
                  <a:lnTo>
                    <a:pt x="2108104" y="298249"/>
                  </a:lnTo>
                  <a:lnTo>
                    <a:pt x="2108092" y="298259"/>
                  </a:lnTo>
                  <a:lnTo>
                    <a:pt x="2108081" y="298273"/>
                  </a:lnTo>
                  <a:lnTo>
                    <a:pt x="2108057" y="298302"/>
                  </a:lnTo>
                  <a:lnTo>
                    <a:pt x="2108017" y="298310"/>
                  </a:lnTo>
                  <a:lnTo>
                    <a:pt x="2107961" y="298322"/>
                  </a:lnTo>
                  <a:lnTo>
                    <a:pt x="2107888" y="298336"/>
                  </a:lnTo>
                  <a:lnTo>
                    <a:pt x="2107844" y="298346"/>
                  </a:lnTo>
                  <a:lnTo>
                    <a:pt x="2107819" y="298352"/>
                  </a:lnTo>
                  <a:lnTo>
                    <a:pt x="2107776" y="298361"/>
                  </a:lnTo>
                  <a:lnTo>
                    <a:pt x="2107743" y="298344"/>
                  </a:lnTo>
                  <a:lnTo>
                    <a:pt x="2107694" y="298318"/>
                  </a:lnTo>
                  <a:lnTo>
                    <a:pt x="2107701" y="298291"/>
                  </a:lnTo>
                  <a:lnTo>
                    <a:pt x="2107707" y="298273"/>
                  </a:lnTo>
                  <a:lnTo>
                    <a:pt x="2107707" y="298266"/>
                  </a:lnTo>
                  <a:lnTo>
                    <a:pt x="2107706" y="298259"/>
                  </a:lnTo>
                  <a:lnTo>
                    <a:pt x="2107702" y="298251"/>
                  </a:lnTo>
                  <a:lnTo>
                    <a:pt x="2107694" y="298243"/>
                  </a:lnTo>
                  <a:lnTo>
                    <a:pt x="2107682" y="298235"/>
                  </a:lnTo>
                  <a:lnTo>
                    <a:pt x="2107664" y="298228"/>
                  </a:lnTo>
                  <a:lnTo>
                    <a:pt x="2107644" y="298223"/>
                  </a:lnTo>
                  <a:lnTo>
                    <a:pt x="2107620" y="298216"/>
                  </a:lnTo>
                  <a:lnTo>
                    <a:pt x="2107604" y="298216"/>
                  </a:lnTo>
                  <a:lnTo>
                    <a:pt x="2107596" y="298217"/>
                  </a:lnTo>
                  <a:lnTo>
                    <a:pt x="2107577" y="298219"/>
                  </a:lnTo>
                  <a:lnTo>
                    <a:pt x="2107556" y="298224"/>
                  </a:lnTo>
                  <a:lnTo>
                    <a:pt x="2107549" y="298226"/>
                  </a:lnTo>
                  <a:lnTo>
                    <a:pt x="2107502" y="298235"/>
                  </a:lnTo>
                  <a:lnTo>
                    <a:pt x="2107492" y="298236"/>
                  </a:lnTo>
                  <a:lnTo>
                    <a:pt x="2107474" y="298238"/>
                  </a:lnTo>
                  <a:lnTo>
                    <a:pt x="2107459" y="298242"/>
                  </a:lnTo>
                  <a:lnTo>
                    <a:pt x="2107445" y="298248"/>
                  </a:lnTo>
                  <a:lnTo>
                    <a:pt x="2107428" y="298261"/>
                  </a:lnTo>
                  <a:lnTo>
                    <a:pt x="2107410" y="298278"/>
                  </a:lnTo>
                  <a:lnTo>
                    <a:pt x="2107379" y="298311"/>
                  </a:lnTo>
                  <a:lnTo>
                    <a:pt x="2107374" y="298319"/>
                  </a:lnTo>
                  <a:lnTo>
                    <a:pt x="2107360" y="298394"/>
                  </a:lnTo>
                  <a:lnTo>
                    <a:pt x="2107357" y="298412"/>
                  </a:lnTo>
                  <a:lnTo>
                    <a:pt x="2107355" y="298420"/>
                  </a:lnTo>
                  <a:lnTo>
                    <a:pt x="2107353" y="298434"/>
                  </a:lnTo>
                  <a:lnTo>
                    <a:pt x="2107347" y="298468"/>
                  </a:lnTo>
                  <a:lnTo>
                    <a:pt x="2107340" y="298488"/>
                  </a:lnTo>
                  <a:lnTo>
                    <a:pt x="2107334" y="298500"/>
                  </a:lnTo>
                  <a:lnTo>
                    <a:pt x="2107324" y="298509"/>
                  </a:lnTo>
                  <a:lnTo>
                    <a:pt x="2107315" y="298517"/>
                  </a:lnTo>
                  <a:lnTo>
                    <a:pt x="2107263" y="298524"/>
                  </a:lnTo>
                  <a:lnTo>
                    <a:pt x="2107106" y="298534"/>
                  </a:lnTo>
                  <a:lnTo>
                    <a:pt x="2106990" y="298541"/>
                  </a:lnTo>
                  <a:lnTo>
                    <a:pt x="2106812" y="298540"/>
                  </a:lnTo>
                  <a:lnTo>
                    <a:pt x="2106773" y="298526"/>
                  </a:lnTo>
                  <a:lnTo>
                    <a:pt x="2106764" y="298523"/>
                  </a:lnTo>
                  <a:lnTo>
                    <a:pt x="2106657" y="298393"/>
                  </a:lnTo>
                  <a:lnTo>
                    <a:pt x="2106545" y="298238"/>
                  </a:lnTo>
                  <a:lnTo>
                    <a:pt x="2106553" y="298208"/>
                  </a:lnTo>
                  <a:lnTo>
                    <a:pt x="2106553" y="298191"/>
                  </a:lnTo>
                  <a:lnTo>
                    <a:pt x="2106550" y="298181"/>
                  </a:lnTo>
                  <a:lnTo>
                    <a:pt x="2106543" y="298172"/>
                  </a:lnTo>
                  <a:lnTo>
                    <a:pt x="2106530" y="298162"/>
                  </a:lnTo>
                  <a:lnTo>
                    <a:pt x="2106498" y="298147"/>
                  </a:lnTo>
                  <a:lnTo>
                    <a:pt x="2106474" y="298143"/>
                  </a:lnTo>
                  <a:lnTo>
                    <a:pt x="2106202" y="298095"/>
                  </a:lnTo>
                  <a:lnTo>
                    <a:pt x="2106029" y="298078"/>
                  </a:lnTo>
                  <a:lnTo>
                    <a:pt x="2106010" y="298079"/>
                  </a:lnTo>
                  <a:lnTo>
                    <a:pt x="2106001" y="298080"/>
                  </a:lnTo>
                  <a:lnTo>
                    <a:pt x="2105990" y="298083"/>
                  </a:lnTo>
                  <a:lnTo>
                    <a:pt x="2105978" y="298090"/>
                  </a:lnTo>
                  <a:lnTo>
                    <a:pt x="2105971" y="298100"/>
                  </a:lnTo>
                  <a:lnTo>
                    <a:pt x="2105973" y="298127"/>
                  </a:lnTo>
                  <a:lnTo>
                    <a:pt x="2105933" y="298232"/>
                  </a:lnTo>
                  <a:lnTo>
                    <a:pt x="2105859" y="298247"/>
                  </a:lnTo>
                  <a:lnTo>
                    <a:pt x="2105743" y="298270"/>
                  </a:lnTo>
                  <a:lnTo>
                    <a:pt x="2105671" y="298300"/>
                  </a:lnTo>
                  <a:lnTo>
                    <a:pt x="2105615" y="298321"/>
                  </a:lnTo>
                  <a:lnTo>
                    <a:pt x="2105610" y="298324"/>
                  </a:lnTo>
                  <a:lnTo>
                    <a:pt x="2105605" y="298327"/>
                  </a:lnTo>
                  <a:lnTo>
                    <a:pt x="2105598" y="298331"/>
                  </a:lnTo>
                  <a:lnTo>
                    <a:pt x="2105590" y="298334"/>
                  </a:lnTo>
                  <a:lnTo>
                    <a:pt x="2105584" y="298335"/>
                  </a:lnTo>
                  <a:lnTo>
                    <a:pt x="2105578" y="298336"/>
                  </a:lnTo>
                  <a:lnTo>
                    <a:pt x="2105569" y="298337"/>
                  </a:lnTo>
                  <a:lnTo>
                    <a:pt x="2105563" y="298338"/>
                  </a:lnTo>
                  <a:lnTo>
                    <a:pt x="2105557" y="298338"/>
                  </a:lnTo>
                  <a:lnTo>
                    <a:pt x="2105550" y="298339"/>
                  </a:lnTo>
                  <a:lnTo>
                    <a:pt x="2105544" y="298339"/>
                  </a:lnTo>
                  <a:lnTo>
                    <a:pt x="2105539" y="298338"/>
                  </a:lnTo>
                  <a:lnTo>
                    <a:pt x="2105534" y="298338"/>
                  </a:lnTo>
                  <a:lnTo>
                    <a:pt x="2105526" y="298337"/>
                  </a:lnTo>
                  <a:lnTo>
                    <a:pt x="2105518" y="298337"/>
                  </a:lnTo>
                  <a:lnTo>
                    <a:pt x="2105510" y="298335"/>
                  </a:lnTo>
                  <a:lnTo>
                    <a:pt x="2105503" y="298333"/>
                  </a:lnTo>
                  <a:lnTo>
                    <a:pt x="2105498" y="298330"/>
                  </a:lnTo>
                  <a:lnTo>
                    <a:pt x="2105491" y="298327"/>
                  </a:lnTo>
                  <a:lnTo>
                    <a:pt x="2105484" y="298321"/>
                  </a:lnTo>
                  <a:lnTo>
                    <a:pt x="2105480" y="298316"/>
                  </a:lnTo>
                  <a:lnTo>
                    <a:pt x="2105476" y="298312"/>
                  </a:lnTo>
                  <a:lnTo>
                    <a:pt x="2105473" y="298307"/>
                  </a:lnTo>
                  <a:lnTo>
                    <a:pt x="2105471" y="298300"/>
                  </a:lnTo>
                  <a:lnTo>
                    <a:pt x="2105469" y="298292"/>
                  </a:lnTo>
                  <a:lnTo>
                    <a:pt x="2105468" y="298282"/>
                  </a:lnTo>
                  <a:lnTo>
                    <a:pt x="2105468" y="298272"/>
                  </a:lnTo>
                  <a:lnTo>
                    <a:pt x="2105467" y="298264"/>
                  </a:lnTo>
                  <a:lnTo>
                    <a:pt x="2105467" y="298257"/>
                  </a:lnTo>
                  <a:lnTo>
                    <a:pt x="2105465" y="298248"/>
                  </a:lnTo>
                  <a:lnTo>
                    <a:pt x="2105462" y="298240"/>
                  </a:lnTo>
                  <a:lnTo>
                    <a:pt x="2105457" y="298233"/>
                  </a:lnTo>
                  <a:lnTo>
                    <a:pt x="2105453" y="298228"/>
                  </a:lnTo>
                  <a:lnTo>
                    <a:pt x="2105449" y="298223"/>
                  </a:lnTo>
                  <a:lnTo>
                    <a:pt x="2105445" y="298218"/>
                  </a:lnTo>
                  <a:lnTo>
                    <a:pt x="2105440" y="298212"/>
                  </a:lnTo>
                  <a:lnTo>
                    <a:pt x="2105437" y="298208"/>
                  </a:lnTo>
                  <a:lnTo>
                    <a:pt x="2105433" y="298204"/>
                  </a:lnTo>
                  <a:lnTo>
                    <a:pt x="2105428" y="298198"/>
                  </a:lnTo>
                  <a:lnTo>
                    <a:pt x="2105422" y="298192"/>
                  </a:lnTo>
                  <a:lnTo>
                    <a:pt x="2105417" y="298187"/>
                  </a:lnTo>
                  <a:lnTo>
                    <a:pt x="2105412" y="298182"/>
                  </a:lnTo>
                  <a:lnTo>
                    <a:pt x="2105407" y="298177"/>
                  </a:lnTo>
                  <a:lnTo>
                    <a:pt x="2105376" y="298148"/>
                  </a:lnTo>
                  <a:lnTo>
                    <a:pt x="2105371" y="298146"/>
                  </a:lnTo>
                  <a:lnTo>
                    <a:pt x="2105366" y="298144"/>
                  </a:lnTo>
                  <a:lnTo>
                    <a:pt x="2105359" y="298142"/>
                  </a:lnTo>
                  <a:lnTo>
                    <a:pt x="2105352" y="298140"/>
                  </a:lnTo>
                  <a:lnTo>
                    <a:pt x="2105347" y="298139"/>
                  </a:lnTo>
                  <a:lnTo>
                    <a:pt x="2105341" y="298138"/>
                  </a:lnTo>
                  <a:lnTo>
                    <a:pt x="2105335" y="298137"/>
                  </a:lnTo>
                  <a:lnTo>
                    <a:pt x="2105330" y="298136"/>
                  </a:lnTo>
                  <a:lnTo>
                    <a:pt x="2105322" y="298136"/>
                  </a:lnTo>
                  <a:lnTo>
                    <a:pt x="2105314" y="298135"/>
                  </a:lnTo>
                  <a:lnTo>
                    <a:pt x="2105307" y="298134"/>
                  </a:lnTo>
                  <a:lnTo>
                    <a:pt x="2105299" y="298134"/>
                  </a:lnTo>
                  <a:lnTo>
                    <a:pt x="2105293" y="298134"/>
                  </a:lnTo>
                  <a:lnTo>
                    <a:pt x="2105286" y="298134"/>
                  </a:lnTo>
                  <a:lnTo>
                    <a:pt x="2105279" y="298135"/>
                  </a:lnTo>
                  <a:lnTo>
                    <a:pt x="2105273" y="298136"/>
                  </a:lnTo>
                  <a:lnTo>
                    <a:pt x="2105268" y="298137"/>
                  </a:lnTo>
                  <a:lnTo>
                    <a:pt x="2105263" y="298139"/>
                  </a:lnTo>
                  <a:lnTo>
                    <a:pt x="2105257" y="298141"/>
                  </a:lnTo>
                  <a:lnTo>
                    <a:pt x="2105251" y="298143"/>
                  </a:lnTo>
                  <a:lnTo>
                    <a:pt x="2105245" y="298145"/>
                  </a:lnTo>
                  <a:lnTo>
                    <a:pt x="2105239" y="298147"/>
                  </a:lnTo>
                  <a:lnTo>
                    <a:pt x="2105232" y="298150"/>
                  </a:lnTo>
                  <a:lnTo>
                    <a:pt x="2105225" y="298153"/>
                  </a:lnTo>
                  <a:lnTo>
                    <a:pt x="2105219" y="298156"/>
                  </a:lnTo>
                  <a:lnTo>
                    <a:pt x="2105198" y="298175"/>
                  </a:lnTo>
                  <a:lnTo>
                    <a:pt x="2105172" y="298188"/>
                  </a:lnTo>
                  <a:lnTo>
                    <a:pt x="2105122" y="298202"/>
                  </a:lnTo>
                  <a:lnTo>
                    <a:pt x="2105110" y="298205"/>
                  </a:lnTo>
                  <a:lnTo>
                    <a:pt x="2105102" y="298208"/>
                  </a:lnTo>
                  <a:lnTo>
                    <a:pt x="2105096" y="298211"/>
                  </a:lnTo>
                  <a:lnTo>
                    <a:pt x="2105091" y="298214"/>
                  </a:lnTo>
                  <a:lnTo>
                    <a:pt x="2105084" y="298220"/>
                  </a:lnTo>
                  <a:lnTo>
                    <a:pt x="2105082" y="298227"/>
                  </a:lnTo>
                  <a:lnTo>
                    <a:pt x="2105081" y="298236"/>
                  </a:lnTo>
                  <a:lnTo>
                    <a:pt x="2105080" y="298241"/>
                  </a:lnTo>
                  <a:lnTo>
                    <a:pt x="2105078" y="298259"/>
                  </a:lnTo>
                  <a:lnTo>
                    <a:pt x="2105079" y="298265"/>
                  </a:lnTo>
                  <a:lnTo>
                    <a:pt x="2105081" y="298272"/>
                  </a:lnTo>
                  <a:lnTo>
                    <a:pt x="2105083" y="298278"/>
                  </a:lnTo>
                  <a:lnTo>
                    <a:pt x="2105086" y="298285"/>
                  </a:lnTo>
                  <a:lnTo>
                    <a:pt x="2105089" y="298290"/>
                  </a:lnTo>
                  <a:lnTo>
                    <a:pt x="2105095" y="298295"/>
                  </a:lnTo>
                  <a:lnTo>
                    <a:pt x="2105131" y="298316"/>
                  </a:lnTo>
                  <a:lnTo>
                    <a:pt x="2105169" y="298340"/>
                  </a:lnTo>
                  <a:lnTo>
                    <a:pt x="2105174" y="298368"/>
                  </a:lnTo>
                  <a:lnTo>
                    <a:pt x="2105168" y="298398"/>
                  </a:lnTo>
                  <a:lnTo>
                    <a:pt x="2105164" y="298404"/>
                  </a:lnTo>
                  <a:lnTo>
                    <a:pt x="2105160" y="298408"/>
                  </a:lnTo>
                  <a:lnTo>
                    <a:pt x="2105154" y="298413"/>
                  </a:lnTo>
                  <a:lnTo>
                    <a:pt x="2105144" y="298419"/>
                  </a:lnTo>
                  <a:lnTo>
                    <a:pt x="2105139" y="298423"/>
                  </a:lnTo>
                  <a:lnTo>
                    <a:pt x="2105131" y="298427"/>
                  </a:lnTo>
                  <a:lnTo>
                    <a:pt x="2105126" y="298429"/>
                  </a:lnTo>
                  <a:lnTo>
                    <a:pt x="2105116" y="298435"/>
                  </a:lnTo>
                  <a:lnTo>
                    <a:pt x="2105106" y="298439"/>
                  </a:lnTo>
                  <a:lnTo>
                    <a:pt x="2105096" y="298443"/>
                  </a:lnTo>
                  <a:lnTo>
                    <a:pt x="2105087" y="298445"/>
                  </a:lnTo>
                  <a:lnTo>
                    <a:pt x="2105082" y="298446"/>
                  </a:lnTo>
                  <a:lnTo>
                    <a:pt x="2105074" y="298447"/>
                  </a:lnTo>
                  <a:lnTo>
                    <a:pt x="2105061" y="298447"/>
                  </a:lnTo>
                  <a:lnTo>
                    <a:pt x="2105056" y="298447"/>
                  </a:lnTo>
                  <a:lnTo>
                    <a:pt x="2105041" y="298445"/>
                  </a:lnTo>
                  <a:lnTo>
                    <a:pt x="2105022" y="298443"/>
                  </a:lnTo>
                  <a:lnTo>
                    <a:pt x="2104988" y="298439"/>
                  </a:lnTo>
                  <a:lnTo>
                    <a:pt x="2104857" y="298424"/>
                  </a:lnTo>
                  <a:lnTo>
                    <a:pt x="2104824" y="298417"/>
                  </a:lnTo>
                  <a:lnTo>
                    <a:pt x="2104814" y="298415"/>
                  </a:lnTo>
                  <a:lnTo>
                    <a:pt x="2104777" y="298407"/>
                  </a:lnTo>
                  <a:lnTo>
                    <a:pt x="2104761" y="298401"/>
                  </a:lnTo>
                  <a:lnTo>
                    <a:pt x="2104489" y="298308"/>
                  </a:lnTo>
                  <a:lnTo>
                    <a:pt x="2104484" y="298307"/>
                  </a:lnTo>
                  <a:lnTo>
                    <a:pt x="2104478" y="298305"/>
                  </a:lnTo>
                  <a:lnTo>
                    <a:pt x="2104473" y="298302"/>
                  </a:lnTo>
                  <a:lnTo>
                    <a:pt x="2104451" y="298292"/>
                  </a:lnTo>
                  <a:lnTo>
                    <a:pt x="2104425" y="298268"/>
                  </a:lnTo>
                  <a:lnTo>
                    <a:pt x="2104418" y="298264"/>
                  </a:lnTo>
                  <a:lnTo>
                    <a:pt x="2104406" y="298256"/>
                  </a:lnTo>
                  <a:lnTo>
                    <a:pt x="2104403" y="298251"/>
                  </a:lnTo>
                  <a:lnTo>
                    <a:pt x="2104396" y="298241"/>
                  </a:lnTo>
                  <a:lnTo>
                    <a:pt x="2104394" y="298234"/>
                  </a:lnTo>
                  <a:lnTo>
                    <a:pt x="2104394" y="298227"/>
                  </a:lnTo>
                  <a:lnTo>
                    <a:pt x="2104397" y="298216"/>
                  </a:lnTo>
                  <a:lnTo>
                    <a:pt x="2104406" y="298206"/>
                  </a:lnTo>
                  <a:lnTo>
                    <a:pt x="2104407" y="298200"/>
                  </a:lnTo>
                  <a:lnTo>
                    <a:pt x="2104408" y="298193"/>
                  </a:lnTo>
                  <a:lnTo>
                    <a:pt x="2104409" y="298187"/>
                  </a:lnTo>
                  <a:lnTo>
                    <a:pt x="2104406" y="298171"/>
                  </a:lnTo>
                  <a:lnTo>
                    <a:pt x="2104403" y="298162"/>
                  </a:lnTo>
                  <a:lnTo>
                    <a:pt x="2104397" y="298150"/>
                  </a:lnTo>
                  <a:lnTo>
                    <a:pt x="2104390" y="298144"/>
                  </a:lnTo>
                  <a:lnTo>
                    <a:pt x="2104373" y="298137"/>
                  </a:lnTo>
                  <a:lnTo>
                    <a:pt x="2104299" y="298123"/>
                  </a:lnTo>
                  <a:lnTo>
                    <a:pt x="2104294" y="298121"/>
                  </a:lnTo>
                  <a:lnTo>
                    <a:pt x="2104284" y="298120"/>
                  </a:lnTo>
                  <a:lnTo>
                    <a:pt x="2104271" y="298120"/>
                  </a:lnTo>
                  <a:lnTo>
                    <a:pt x="2104262" y="298121"/>
                  </a:lnTo>
                  <a:lnTo>
                    <a:pt x="2104222" y="298125"/>
                  </a:lnTo>
                  <a:lnTo>
                    <a:pt x="2104205" y="298128"/>
                  </a:lnTo>
                  <a:lnTo>
                    <a:pt x="2104199" y="298131"/>
                  </a:lnTo>
                  <a:lnTo>
                    <a:pt x="2104185" y="298139"/>
                  </a:lnTo>
                  <a:lnTo>
                    <a:pt x="2104158" y="298159"/>
                  </a:lnTo>
                  <a:lnTo>
                    <a:pt x="2104148" y="298165"/>
                  </a:lnTo>
                  <a:lnTo>
                    <a:pt x="2104131" y="298175"/>
                  </a:lnTo>
                  <a:lnTo>
                    <a:pt x="2104117" y="298181"/>
                  </a:lnTo>
                  <a:lnTo>
                    <a:pt x="2104092" y="298190"/>
                  </a:lnTo>
                  <a:lnTo>
                    <a:pt x="2104085" y="298191"/>
                  </a:lnTo>
                  <a:lnTo>
                    <a:pt x="2103809" y="298235"/>
                  </a:lnTo>
                  <a:lnTo>
                    <a:pt x="2103526" y="298217"/>
                  </a:lnTo>
                  <a:lnTo>
                    <a:pt x="2103487" y="298215"/>
                  </a:lnTo>
                  <a:lnTo>
                    <a:pt x="2103481" y="298214"/>
                  </a:lnTo>
                  <a:lnTo>
                    <a:pt x="2103473" y="298211"/>
                  </a:lnTo>
                  <a:lnTo>
                    <a:pt x="2103425" y="298184"/>
                  </a:lnTo>
                  <a:lnTo>
                    <a:pt x="2103420" y="298182"/>
                  </a:lnTo>
                  <a:lnTo>
                    <a:pt x="2103412" y="298177"/>
                  </a:lnTo>
                  <a:lnTo>
                    <a:pt x="2103407" y="298174"/>
                  </a:lnTo>
                  <a:lnTo>
                    <a:pt x="2103397" y="298163"/>
                  </a:lnTo>
                  <a:lnTo>
                    <a:pt x="2103392" y="298154"/>
                  </a:lnTo>
                  <a:lnTo>
                    <a:pt x="2103389" y="298140"/>
                  </a:lnTo>
                  <a:lnTo>
                    <a:pt x="2103390" y="298131"/>
                  </a:lnTo>
                  <a:lnTo>
                    <a:pt x="2103390" y="298125"/>
                  </a:lnTo>
                  <a:lnTo>
                    <a:pt x="2103392" y="298114"/>
                  </a:lnTo>
                  <a:lnTo>
                    <a:pt x="2103396" y="298103"/>
                  </a:lnTo>
                  <a:lnTo>
                    <a:pt x="2103404" y="298086"/>
                  </a:lnTo>
                  <a:lnTo>
                    <a:pt x="2103417" y="298062"/>
                  </a:lnTo>
                  <a:lnTo>
                    <a:pt x="2103421" y="298051"/>
                  </a:lnTo>
                  <a:lnTo>
                    <a:pt x="2103423" y="298038"/>
                  </a:lnTo>
                  <a:lnTo>
                    <a:pt x="2103422" y="298031"/>
                  </a:lnTo>
                  <a:lnTo>
                    <a:pt x="2103422" y="298023"/>
                  </a:lnTo>
                  <a:lnTo>
                    <a:pt x="2103420" y="298018"/>
                  </a:lnTo>
                  <a:lnTo>
                    <a:pt x="2103418" y="298007"/>
                  </a:lnTo>
                  <a:lnTo>
                    <a:pt x="2103411" y="297985"/>
                  </a:lnTo>
                  <a:lnTo>
                    <a:pt x="2103408" y="297977"/>
                  </a:lnTo>
                  <a:lnTo>
                    <a:pt x="2103402" y="297963"/>
                  </a:lnTo>
                  <a:lnTo>
                    <a:pt x="2103397" y="297955"/>
                  </a:lnTo>
                  <a:lnTo>
                    <a:pt x="2103390" y="297943"/>
                  </a:lnTo>
                  <a:lnTo>
                    <a:pt x="2103384" y="297935"/>
                  </a:lnTo>
                  <a:lnTo>
                    <a:pt x="2103371" y="297918"/>
                  </a:lnTo>
                  <a:lnTo>
                    <a:pt x="2103341" y="297877"/>
                  </a:lnTo>
                  <a:lnTo>
                    <a:pt x="2103333" y="297867"/>
                  </a:lnTo>
                  <a:lnTo>
                    <a:pt x="2103325" y="297859"/>
                  </a:lnTo>
                  <a:lnTo>
                    <a:pt x="2103315" y="297852"/>
                  </a:lnTo>
                  <a:lnTo>
                    <a:pt x="2103303" y="297843"/>
                  </a:lnTo>
                  <a:lnTo>
                    <a:pt x="2103252" y="297806"/>
                  </a:lnTo>
                  <a:lnTo>
                    <a:pt x="2103247" y="297803"/>
                  </a:lnTo>
                  <a:lnTo>
                    <a:pt x="2103235" y="297800"/>
                  </a:lnTo>
                  <a:lnTo>
                    <a:pt x="2103219" y="297795"/>
                  </a:lnTo>
                  <a:lnTo>
                    <a:pt x="2103211" y="297792"/>
                  </a:lnTo>
                  <a:lnTo>
                    <a:pt x="2103182" y="297784"/>
                  </a:lnTo>
                  <a:lnTo>
                    <a:pt x="2103161" y="297779"/>
                  </a:lnTo>
                  <a:lnTo>
                    <a:pt x="2103077" y="297795"/>
                  </a:lnTo>
                  <a:lnTo>
                    <a:pt x="2102838" y="297818"/>
                  </a:lnTo>
                  <a:lnTo>
                    <a:pt x="2102459" y="297963"/>
                  </a:lnTo>
                  <a:lnTo>
                    <a:pt x="2102443" y="297969"/>
                  </a:lnTo>
                  <a:lnTo>
                    <a:pt x="2102424" y="297976"/>
                  </a:lnTo>
                  <a:lnTo>
                    <a:pt x="2102418" y="297977"/>
                  </a:lnTo>
                  <a:lnTo>
                    <a:pt x="2102411" y="297978"/>
                  </a:lnTo>
                  <a:lnTo>
                    <a:pt x="2102406" y="297978"/>
                  </a:lnTo>
                  <a:lnTo>
                    <a:pt x="2102398" y="297978"/>
                  </a:lnTo>
                  <a:lnTo>
                    <a:pt x="2102391" y="297977"/>
                  </a:lnTo>
                  <a:lnTo>
                    <a:pt x="2102385" y="297976"/>
                  </a:lnTo>
                  <a:lnTo>
                    <a:pt x="2102379" y="297974"/>
                  </a:lnTo>
                  <a:lnTo>
                    <a:pt x="2102374" y="297972"/>
                  </a:lnTo>
                  <a:lnTo>
                    <a:pt x="2102369" y="297970"/>
                  </a:lnTo>
                  <a:lnTo>
                    <a:pt x="2102364" y="297967"/>
                  </a:lnTo>
                  <a:lnTo>
                    <a:pt x="2102359" y="297965"/>
                  </a:lnTo>
                  <a:lnTo>
                    <a:pt x="2102355" y="297959"/>
                  </a:lnTo>
                  <a:lnTo>
                    <a:pt x="2102351" y="297953"/>
                  </a:lnTo>
                  <a:lnTo>
                    <a:pt x="2102347" y="297944"/>
                  </a:lnTo>
                  <a:lnTo>
                    <a:pt x="2102345" y="297935"/>
                  </a:lnTo>
                  <a:lnTo>
                    <a:pt x="2102345" y="297922"/>
                  </a:lnTo>
                  <a:lnTo>
                    <a:pt x="2102349" y="297910"/>
                  </a:lnTo>
                  <a:lnTo>
                    <a:pt x="2102353" y="297904"/>
                  </a:lnTo>
                  <a:lnTo>
                    <a:pt x="2102356" y="297899"/>
                  </a:lnTo>
                  <a:lnTo>
                    <a:pt x="2102360" y="297895"/>
                  </a:lnTo>
                  <a:lnTo>
                    <a:pt x="2102371" y="297881"/>
                  </a:lnTo>
                  <a:lnTo>
                    <a:pt x="2102385" y="297861"/>
                  </a:lnTo>
                  <a:lnTo>
                    <a:pt x="2102397" y="297838"/>
                  </a:lnTo>
                  <a:lnTo>
                    <a:pt x="2102401" y="297829"/>
                  </a:lnTo>
                  <a:lnTo>
                    <a:pt x="2102403" y="297824"/>
                  </a:lnTo>
                  <a:lnTo>
                    <a:pt x="2102405" y="297814"/>
                  </a:lnTo>
                  <a:lnTo>
                    <a:pt x="2102407" y="297805"/>
                  </a:lnTo>
                  <a:lnTo>
                    <a:pt x="2102408" y="297791"/>
                  </a:lnTo>
                  <a:lnTo>
                    <a:pt x="2102408" y="297781"/>
                  </a:lnTo>
                  <a:lnTo>
                    <a:pt x="2102407" y="297763"/>
                  </a:lnTo>
                  <a:lnTo>
                    <a:pt x="2102404" y="297755"/>
                  </a:lnTo>
                  <a:lnTo>
                    <a:pt x="2102393" y="297736"/>
                  </a:lnTo>
                  <a:lnTo>
                    <a:pt x="2102386" y="297729"/>
                  </a:lnTo>
                  <a:lnTo>
                    <a:pt x="2102379" y="297724"/>
                  </a:lnTo>
                  <a:lnTo>
                    <a:pt x="2102371" y="297721"/>
                  </a:lnTo>
                  <a:lnTo>
                    <a:pt x="2102021" y="297539"/>
                  </a:lnTo>
                  <a:lnTo>
                    <a:pt x="2101980" y="297517"/>
                  </a:lnTo>
                  <a:lnTo>
                    <a:pt x="2101953" y="297504"/>
                  </a:lnTo>
                  <a:lnTo>
                    <a:pt x="2101948" y="297505"/>
                  </a:lnTo>
                  <a:lnTo>
                    <a:pt x="2101942" y="297506"/>
                  </a:lnTo>
                  <a:lnTo>
                    <a:pt x="2101935" y="297509"/>
                  </a:lnTo>
                  <a:lnTo>
                    <a:pt x="2101929" y="297511"/>
                  </a:lnTo>
                  <a:lnTo>
                    <a:pt x="2101920" y="297512"/>
                  </a:lnTo>
                  <a:lnTo>
                    <a:pt x="2101911" y="297512"/>
                  </a:lnTo>
                  <a:lnTo>
                    <a:pt x="2101902" y="297512"/>
                  </a:lnTo>
                  <a:lnTo>
                    <a:pt x="2101894" y="297511"/>
                  </a:lnTo>
                  <a:lnTo>
                    <a:pt x="2101887" y="297511"/>
                  </a:lnTo>
                  <a:lnTo>
                    <a:pt x="2101881" y="297510"/>
                  </a:lnTo>
                  <a:lnTo>
                    <a:pt x="2101875" y="297509"/>
                  </a:lnTo>
                  <a:lnTo>
                    <a:pt x="2101869" y="297507"/>
                  </a:lnTo>
                  <a:lnTo>
                    <a:pt x="2101858" y="297503"/>
                  </a:lnTo>
                  <a:lnTo>
                    <a:pt x="2101745" y="297523"/>
                  </a:lnTo>
                  <a:lnTo>
                    <a:pt x="2098144" y="298153"/>
                  </a:lnTo>
                  <a:lnTo>
                    <a:pt x="2098082" y="298162"/>
                  </a:lnTo>
                  <a:lnTo>
                    <a:pt x="2098001" y="298173"/>
                  </a:lnTo>
                  <a:lnTo>
                    <a:pt x="2097289" y="298805"/>
                  </a:lnTo>
                  <a:lnTo>
                    <a:pt x="2097130" y="298946"/>
                  </a:lnTo>
                  <a:lnTo>
                    <a:pt x="2084669" y="310859"/>
                  </a:lnTo>
                  <a:lnTo>
                    <a:pt x="2084641" y="311227"/>
                  </a:lnTo>
                  <a:lnTo>
                    <a:pt x="2084514" y="311594"/>
                  </a:lnTo>
                  <a:lnTo>
                    <a:pt x="2083937" y="311898"/>
                  </a:lnTo>
                  <a:lnTo>
                    <a:pt x="2082892" y="312079"/>
                  </a:lnTo>
                  <a:lnTo>
                    <a:pt x="2082706" y="312306"/>
                  </a:lnTo>
                  <a:lnTo>
                    <a:pt x="2077751" y="318345"/>
                  </a:lnTo>
                  <a:lnTo>
                    <a:pt x="2063975" y="308592"/>
                  </a:lnTo>
                  <a:lnTo>
                    <a:pt x="2059762" y="307007"/>
                  </a:lnTo>
                  <a:lnTo>
                    <a:pt x="2053885" y="304797"/>
                  </a:lnTo>
                  <a:lnTo>
                    <a:pt x="2049724" y="304461"/>
                  </a:lnTo>
                  <a:lnTo>
                    <a:pt x="2044031" y="304932"/>
                  </a:lnTo>
                  <a:lnTo>
                    <a:pt x="2033417" y="307854"/>
                  </a:lnTo>
                  <a:lnTo>
                    <a:pt x="2024813" y="305705"/>
                  </a:lnTo>
                  <a:lnTo>
                    <a:pt x="2017620" y="308887"/>
                  </a:lnTo>
                  <a:lnTo>
                    <a:pt x="2012552" y="313968"/>
                  </a:lnTo>
                  <a:lnTo>
                    <a:pt x="2010694" y="315830"/>
                  </a:lnTo>
                  <a:lnTo>
                    <a:pt x="2009314" y="316147"/>
                  </a:lnTo>
                  <a:lnTo>
                    <a:pt x="1992360" y="303258"/>
                  </a:lnTo>
                  <a:lnTo>
                    <a:pt x="1992050" y="301102"/>
                  </a:lnTo>
                  <a:lnTo>
                    <a:pt x="1991740" y="298946"/>
                  </a:lnTo>
                  <a:lnTo>
                    <a:pt x="1991177" y="296231"/>
                  </a:lnTo>
                  <a:lnTo>
                    <a:pt x="1990623" y="293561"/>
                  </a:lnTo>
                  <a:lnTo>
                    <a:pt x="1990530" y="293530"/>
                  </a:lnTo>
                  <a:lnTo>
                    <a:pt x="1990103" y="293429"/>
                  </a:lnTo>
                  <a:lnTo>
                    <a:pt x="1990051" y="293328"/>
                  </a:lnTo>
                  <a:lnTo>
                    <a:pt x="1990063" y="293190"/>
                  </a:lnTo>
                  <a:lnTo>
                    <a:pt x="1990072" y="293092"/>
                  </a:lnTo>
                  <a:lnTo>
                    <a:pt x="1990317" y="292832"/>
                  </a:lnTo>
                  <a:lnTo>
                    <a:pt x="1990781" y="292471"/>
                  </a:lnTo>
                  <a:lnTo>
                    <a:pt x="1990937" y="292222"/>
                  </a:lnTo>
                  <a:lnTo>
                    <a:pt x="1990968" y="292045"/>
                  </a:lnTo>
                  <a:lnTo>
                    <a:pt x="1990953" y="291909"/>
                  </a:lnTo>
                  <a:lnTo>
                    <a:pt x="1990827" y="291731"/>
                  </a:lnTo>
                  <a:lnTo>
                    <a:pt x="1990526" y="291626"/>
                  </a:lnTo>
                  <a:lnTo>
                    <a:pt x="1990517" y="291620"/>
                  </a:lnTo>
                  <a:lnTo>
                    <a:pt x="1990508" y="291615"/>
                  </a:lnTo>
                  <a:lnTo>
                    <a:pt x="1990485" y="291604"/>
                  </a:lnTo>
                  <a:lnTo>
                    <a:pt x="1990469" y="291599"/>
                  </a:lnTo>
                  <a:lnTo>
                    <a:pt x="1990456" y="291596"/>
                  </a:lnTo>
                  <a:lnTo>
                    <a:pt x="1990448" y="291595"/>
                  </a:lnTo>
                  <a:lnTo>
                    <a:pt x="1990271" y="291598"/>
                  </a:lnTo>
                  <a:lnTo>
                    <a:pt x="1990251" y="291600"/>
                  </a:lnTo>
                  <a:lnTo>
                    <a:pt x="1990330" y="290944"/>
                  </a:lnTo>
                  <a:lnTo>
                    <a:pt x="2003617" y="285111"/>
                  </a:lnTo>
                  <a:lnTo>
                    <a:pt x="2002640" y="270971"/>
                  </a:lnTo>
                  <a:lnTo>
                    <a:pt x="2015650" y="255085"/>
                  </a:lnTo>
                  <a:lnTo>
                    <a:pt x="2015903" y="254776"/>
                  </a:lnTo>
                  <a:lnTo>
                    <a:pt x="2014404" y="252170"/>
                  </a:lnTo>
                  <a:lnTo>
                    <a:pt x="2046304" y="199672"/>
                  </a:lnTo>
                  <a:lnTo>
                    <a:pt x="2046431" y="199464"/>
                  </a:lnTo>
                  <a:lnTo>
                    <a:pt x="2054046" y="203454"/>
                  </a:lnTo>
                  <a:lnTo>
                    <a:pt x="2062454" y="207860"/>
                  </a:lnTo>
                  <a:lnTo>
                    <a:pt x="2065760" y="208935"/>
                  </a:lnTo>
                  <a:lnTo>
                    <a:pt x="2072838" y="211236"/>
                  </a:lnTo>
                  <a:lnTo>
                    <a:pt x="2082412" y="211350"/>
                  </a:lnTo>
                  <a:lnTo>
                    <a:pt x="2089644" y="214460"/>
                  </a:lnTo>
                  <a:lnTo>
                    <a:pt x="2097903" y="217395"/>
                  </a:lnTo>
                  <a:lnTo>
                    <a:pt x="2097933" y="217385"/>
                  </a:lnTo>
                  <a:lnTo>
                    <a:pt x="2098195" y="217289"/>
                  </a:lnTo>
                  <a:lnTo>
                    <a:pt x="2098230" y="217266"/>
                  </a:lnTo>
                  <a:lnTo>
                    <a:pt x="2098240" y="217259"/>
                  </a:lnTo>
                  <a:lnTo>
                    <a:pt x="2098298" y="217142"/>
                  </a:lnTo>
                  <a:lnTo>
                    <a:pt x="2098298" y="217132"/>
                  </a:lnTo>
                  <a:lnTo>
                    <a:pt x="2098294" y="217114"/>
                  </a:lnTo>
                  <a:lnTo>
                    <a:pt x="2098287" y="217109"/>
                  </a:lnTo>
                  <a:lnTo>
                    <a:pt x="2098279" y="217108"/>
                  </a:lnTo>
                  <a:lnTo>
                    <a:pt x="2098274" y="217108"/>
                  </a:lnTo>
                  <a:lnTo>
                    <a:pt x="2098250" y="217114"/>
                  </a:lnTo>
                  <a:lnTo>
                    <a:pt x="2098212" y="217128"/>
                  </a:lnTo>
                  <a:lnTo>
                    <a:pt x="2098189" y="217136"/>
                  </a:lnTo>
                  <a:lnTo>
                    <a:pt x="2098181" y="217138"/>
                  </a:lnTo>
                  <a:lnTo>
                    <a:pt x="2098169" y="217137"/>
                  </a:lnTo>
                  <a:lnTo>
                    <a:pt x="2098111" y="217113"/>
                  </a:lnTo>
                  <a:lnTo>
                    <a:pt x="2098101" y="217104"/>
                  </a:lnTo>
                  <a:lnTo>
                    <a:pt x="2098121" y="216659"/>
                  </a:lnTo>
                  <a:lnTo>
                    <a:pt x="2098127" y="216649"/>
                  </a:lnTo>
                  <a:lnTo>
                    <a:pt x="2098172" y="216589"/>
                  </a:lnTo>
                  <a:lnTo>
                    <a:pt x="2098184" y="216585"/>
                  </a:lnTo>
                  <a:lnTo>
                    <a:pt x="2098205" y="216586"/>
                  </a:lnTo>
                  <a:lnTo>
                    <a:pt x="2098239" y="216588"/>
                  </a:lnTo>
                  <a:lnTo>
                    <a:pt x="2098311" y="216588"/>
                  </a:lnTo>
                  <a:lnTo>
                    <a:pt x="2098347" y="216587"/>
                  </a:lnTo>
                  <a:lnTo>
                    <a:pt x="2098421" y="216584"/>
                  </a:lnTo>
                  <a:lnTo>
                    <a:pt x="2098441" y="216577"/>
                  </a:lnTo>
                  <a:lnTo>
                    <a:pt x="2098482" y="216513"/>
                  </a:lnTo>
                  <a:lnTo>
                    <a:pt x="2098501" y="216474"/>
                  </a:lnTo>
                  <a:lnTo>
                    <a:pt x="2098518" y="216442"/>
                  </a:lnTo>
                  <a:lnTo>
                    <a:pt x="2098545" y="216405"/>
                  </a:lnTo>
                  <a:lnTo>
                    <a:pt x="2098684" y="216282"/>
                  </a:lnTo>
                  <a:lnTo>
                    <a:pt x="2098723" y="216259"/>
                  </a:lnTo>
                  <a:lnTo>
                    <a:pt x="2098765" y="216249"/>
                  </a:lnTo>
                  <a:lnTo>
                    <a:pt x="2098980" y="216168"/>
                  </a:lnTo>
                  <a:lnTo>
                    <a:pt x="2099234" y="216066"/>
                  </a:lnTo>
                  <a:lnTo>
                    <a:pt x="2099262" y="216047"/>
                  </a:lnTo>
                  <a:lnTo>
                    <a:pt x="2099268" y="216024"/>
                  </a:lnTo>
                  <a:lnTo>
                    <a:pt x="2099297" y="216006"/>
                  </a:lnTo>
                  <a:lnTo>
                    <a:pt x="2099297" y="215999"/>
                  </a:lnTo>
                  <a:lnTo>
                    <a:pt x="2099299" y="215988"/>
                  </a:lnTo>
                  <a:lnTo>
                    <a:pt x="2099312" y="215978"/>
                  </a:lnTo>
                  <a:lnTo>
                    <a:pt x="2099507" y="215830"/>
                  </a:lnTo>
                  <a:lnTo>
                    <a:pt x="2099587" y="215770"/>
                  </a:lnTo>
                  <a:lnTo>
                    <a:pt x="2099789" y="215617"/>
                  </a:lnTo>
                  <a:lnTo>
                    <a:pt x="2099841" y="215556"/>
                  </a:lnTo>
                  <a:lnTo>
                    <a:pt x="2099924" y="215379"/>
                  </a:lnTo>
                  <a:lnTo>
                    <a:pt x="2099841" y="215166"/>
                  </a:lnTo>
                  <a:lnTo>
                    <a:pt x="2099791" y="215059"/>
                  </a:lnTo>
                  <a:lnTo>
                    <a:pt x="2099766" y="215046"/>
                  </a:lnTo>
                  <a:lnTo>
                    <a:pt x="2099738" y="215032"/>
                  </a:lnTo>
                  <a:lnTo>
                    <a:pt x="2099725" y="215024"/>
                  </a:lnTo>
                  <a:lnTo>
                    <a:pt x="2099715" y="215013"/>
                  </a:lnTo>
                  <a:lnTo>
                    <a:pt x="2099709" y="215002"/>
                  </a:lnTo>
                  <a:lnTo>
                    <a:pt x="2099705" y="214993"/>
                  </a:lnTo>
                  <a:lnTo>
                    <a:pt x="2099703" y="214981"/>
                  </a:lnTo>
                  <a:lnTo>
                    <a:pt x="2099703" y="214967"/>
                  </a:lnTo>
                  <a:lnTo>
                    <a:pt x="2099707" y="214954"/>
                  </a:lnTo>
                  <a:lnTo>
                    <a:pt x="2099715" y="214944"/>
                  </a:lnTo>
                  <a:lnTo>
                    <a:pt x="2099775" y="214886"/>
                  </a:lnTo>
                  <a:lnTo>
                    <a:pt x="2099799" y="214867"/>
                  </a:lnTo>
                  <a:lnTo>
                    <a:pt x="2099832" y="214846"/>
                  </a:lnTo>
                  <a:lnTo>
                    <a:pt x="2099856" y="214830"/>
                  </a:lnTo>
                  <a:lnTo>
                    <a:pt x="2099882" y="214817"/>
                  </a:lnTo>
                  <a:lnTo>
                    <a:pt x="2100003" y="214771"/>
                  </a:lnTo>
                  <a:lnTo>
                    <a:pt x="2100065" y="214753"/>
                  </a:lnTo>
                  <a:lnTo>
                    <a:pt x="2100098" y="214747"/>
                  </a:lnTo>
                  <a:lnTo>
                    <a:pt x="2100142" y="214735"/>
                  </a:lnTo>
                  <a:lnTo>
                    <a:pt x="2100183" y="214722"/>
                  </a:lnTo>
                  <a:lnTo>
                    <a:pt x="2100234" y="214700"/>
                  </a:lnTo>
                  <a:lnTo>
                    <a:pt x="2100308" y="214662"/>
                  </a:lnTo>
                  <a:lnTo>
                    <a:pt x="2100514" y="214539"/>
                  </a:lnTo>
                  <a:lnTo>
                    <a:pt x="2100556" y="214514"/>
                  </a:lnTo>
                  <a:lnTo>
                    <a:pt x="2100582" y="214491"/>
                  </a:lnTo>
                  <a:lnTo>
                    <a:pt x="2100602" y="214471"/>
                  </a:lnTo>
                  <a:lnTo>
                    <a:pt x="2100616" y="214452"/>
                  </a:lnTo>
                  <a:lnTo>
                    <a:pt x="2100625" y="214430"/>
                  </a:lnTo>
                  <a:lnTo>
                    <a:pt x="2100640" y="214336"/>
                  </a:lnTo>
                  <a:lnTo>
                    <a:pt x="2100643" y="214289"/>
                  </a:lnTo>
                  <a:lnTo>
                    <a:pt x="2100638" y="214266"/>
                  </a:lnTo>
                  <a:lnTo>
                    <a:pt x="2100598" y="214124"/>
                  </a:lnTo>
                  <a:lnTo>
                    <a:pt x="2100448" y="214121"/>
                  </a:lnTo>
                  <a:lnTo>
                    <a:pt x="2100433" y="214116"/>
                  </a:lnTo>
                  <a:lnTo>
                    <a:pt x="2100418" y="214106"/>
                  </a:lnTo>
                  <a:lnTo>
                    <a:pt x="2100409" y="214092"/>
                  </a:lnTo>
                  <a:lnTo>
                    <a:pt x="2100400" y="214075"/>
                  </a:lnTo>
                  <a:lnTo>
                    <a:pt x="2100402" y="214061"/>
                  </a:lnTo>
                  <a:lnTo>
                    <a:pt x="2100408" y="214044"/>
                  </a:lnTo>
                  <a:lnTo>
                    <a:pt x="2100508" y="213836"/>
                  </a:lnTo>
                  <a:lnTo>
                    <a:pt x="2100588" y="213468"/>
                  </a:lnTo>
                  <a:lnTo>
                    <a:pt x="2100593" y="213460"/>
                  </a:lnTo>
                  <a:lnTo>
                    <a:pt x="2100601" y="213455"/>
                  </a:lnTo>
                  <a:lnTo>
                    <a:pt x="2100619" y="213448"/>
                  </a:lnTo>
                  <a:lnTo>
                    <a:pt x="2100900" y="213349"/>
                  </a:lnTo>
                  <a:lnTo>
                    <a:pt x="2101349" y="213206"/>
                  </a:lnTo>
                  <a:lnTo>
                    <a:pt x="2101371" y="213200"/>
                  </a:lnTo>
                  <a:lnTo>
                    <a:pt x="2101396" y="213195"/>
                  </a:lnTo>
                  <a:lnTo>
                    <a:pt x="2101418" y="213192"/>
                  </a:lnTo>
                  <a:lnTo>
                    <a:pt x="2101432" y="213192"/>
                  </a:lnTo>
                  <a:lnTo>
                    <a:pt x="2101451" y="213194"/>
                  </a:lnTo>
                  <a:lnTo>
                    <a:pt x="2101475" y="213198"/>
                  </a:lnTo>
                  <a:lnTo>
                    <a:pt x="2101495" y="213204"/>
                  </a:lnTo>
                  <a:lnTo>
                    <a:pt x="2101516" y="213213"/>
                  </a:lnTo>
                  <a:lnTo>
                    <a:pt x="2101524" y="213223"/>
                  </a:lnTo>
                  <a:lnTo>
                    <a:pt x="2101532" y="213240"/>
                  </a:lnTo>
                  <a:lnTo>
                    <a:pt x="2101534" y="213252"/>
                  </a:lnTo>
                  <a:lnTo>
                    <a:pt x="2101533" y="213259"/>
                  </a:lnTo>
                  <a:lnTo>
                    <a:pt x="2101532" y="213269"/>
                  </a:lnTo>
                  <a:lnTo>
                    <a:pt x="2101531" y="213282"/>
                  </a:lnTo>
                  <a:lnTo>
                    <a:pt x="2101531" y="213293"/>
                  </a:lnTo>
                  <a:lnTo>
                    <a:pt x="2101532" y="213305"/>
                  </a:lnTo>
                  <a:lnTo>
                    <a:pt x="2101536" y="213314"/>
                  </a:lnTo>
                  <a:lnTo>
                    <a:pt x="2101543" y="213323"/>
                  </a:lnTo>
                  <a:lnTo>
                    <a:pt x="2101555" y="213331"/>
                  </a:lnTo>
                  <a:lnTo>
                    <a:pt x="2101571" y="213339"/>
                  </a:lnTo>
                  <a:lnTo>
                    <a:pt x="2101588" y="213342"/>
                  </a:lnTo>
                  <a:lnTo>
                    <a:pt x="2101613" y="213344"/>
                  </a:lnTo>
                  <a:lnTo>
                    <a:pt x="2101643" y="213337"/>
                  </a:lnTo>
                  <a:lnTo>
                    <a:pt x="2101889" y="213263"/>
                  </a:lnTo>
                  <a:lnTo>
                    <a:pt x="2101899" y="213241"/>
                  </a:lnTo>
                  <a:lnTo>
                    <a:pt x="2101911" y="213220"/>
                  </a:lnTo>
                  <a:lnTo>
                    <a:pt x="2101946" y="213194"/>
                  </a:lnTo>
                  <a:lnTo>
                    <a:pt x="2101966" y="213184"/>
                  </a:lnTo>
                  <a:lnTo>
                    <a:pt x="2101998" y="213182"/>
                  </a:lnTo>
                  <a:lnTo>
                    <a:pt x="2102022" y="213185"/>
                  </a:lnTo>
                  <a:lnTo>
                    <a:pt x="2102045" y="213191"/>
                  </a:lnTo>
                  <a:lnTo>
                    <a:pt x="2102065" y="213201"/>
                  </a:lnTo>
                  <a:lnTo>
                    <a:pt x="2102081" y="213217"/>
                  </a:lnTo>
                  <a:lnTo>
                    <a:pt x="2102085" y="213221"/>
                  </a:lnTo>
                  <a:lnTo>
                    <a:pt x="2102087" y="213231"/>
                  </a:lnTo>
                  <a:lnTo>
                    <a:pt x="2102087" y="213240"/>
                  </a:lnTo>
                  <a:lnTo>
                    <a:pt x="2102092" y="213250"/>
                  </a:lnTo>
                  <a:lnTo>
                    <a:pt x="2102096" y="213255"/>
                  </a:lnTo>
                  <a:lnTo>
                    <a:pt x="2102105" y="213257"/>
                  </a:lnTo>
                  <a:lnTo>
                    <a:pt x="2102210" y="213195"/>
                  </a:lnTo>
                  <a:lnTo>
                    <a:pt x="2102225" y="213186"/>
                  </a:lnTo>
                  <a:lnTo>
                    <a:pt x="2102242" y="213182"/>
                  </a:lnTo>
                  <a:lnTo>
                    <a:pt x="2102249" y="213181"/>
                  </a:lnTo>
                  <a:lnTo>
                    <a:pt x="2102263" y="213181"/>
                  </a:lnTo>
                  <a:lnTo>
                    <a:pt x="2102280" y="213183"/>
                  </a:lnTo>
                  <a:lnTo>
                    <a:pt x="2102299" y="213186"/>
                  </a:lnTo>
                  <a:lnTo>
                    <a:pt x="2102492" y="213265"/>
                  </a:lnTo>
                  <a:lnTo>
                    <a:pt x="2102507" y="213276"/>
                  </a:lnTo>
                  <a:lnTo>
                    <a:pt x="2102527" y="213291"/>
                  </a:lnTo>
                  <a:lnTo>
                    <a:pt x="2102537" y="213298"/>
                  </a:lnTo>
                  <a:lnTo>
                    <a:pt x="2102556" y="213355"/>
                  </a:lnTo>
                  <a:lnTo>
                    <a:pt x="2102561" y="213360"/>
                  </a:lnTo>
                  <a:lnTo>
                    <a:pt x="2102587" y="213386"/>
                  </a:lnTo>
                  <a:lnTo>
                    <a:pt x="2102637" y="213395"/>
                  </a:lnTo>
                  <a:lnTo>
                    <a:pt x="2102649" y="213398"/>
                  </a:lnTo>
                  <a:lnTo>
                    <a:pt x="2103018" y="213311"/>
                  </a:lnTo>
                  <a:lnTo>
                    <a:pt x="2103046" y="213304"/>
                  </a:lnTo>
                  <a:lnTo>
                    <a:pt x="2103103" y="213290"/>
                  </a:lnTo>
                  <a:lnTo>
                    <a:pt x="2103115" y="213268"/>
                  </a:lnTo>
                  <a:lnTo>
                    <a:pt x="2103130" y="213241"/>
                  </a:lnTo>
                  <a:lnTo>
                    <a:pt x="2103131" y="213169"/>
                  </a:lnTo>
                  <a:lnTo>
                    <a:pt x="2103123" y="213116"/>
                  </a:lnTo>
                  <a:lnTo>
                    <a:pt x="2103126" y="213109"/>
                  </a:lnTo>
                  <a:lnTo>
                    <a:pt x="2103140" y="213094"/>
                  </a:lnTo>
                  <a:lnTo>
                    <a:pt x="2103168" y="213080"/>
                  </a:lnTo>
                  <a:lnTo>
                    <a:pt x="2103323" y="213019"/>
                  </a:lnTo>
                  <a:lnTo>
                    <a:pt x="2103372" y="213019"/>
                  </a:lnTo>
                  <a:lnTo>
                    <a:pt x="2103736" y="213020"/>
                  </a:lnTo>
                  <a:lnTo>
                    <a:pt x="2103764" y="213031"/>
                  </a:lnTo>
                  <a:lnTo>
                    <a:pt x="2103878" y="213077"/>
                  </a:lnTo>
                  <a:lnTo>
                    <a:pt x="2103885" y="213080"/>
                  </a:lnTo>
                  <a:lnTo>
                    <a:pt x="2104174" y="213148"/>
                  </a:lnTo>
                  <a:lnTo>
                    <a:pt x="2104404" y="213186"/>
                  </a:lnTo>
                  <a:lnTo>
                    <a:pt x="2104609" y="213104"/>
                  </a:lnTo>
                  <a:lnTo>
                    <a:pt x="2104621" y="213099"/>
                  </a:lnTo>
                  <a:lnTo>
                    <a:pt x="2104700" y="213054"/>
                  </a:lnTo>
                  <a:lnTo>
                    <a:pt x="2104705" y="213040"/>
                  </a:lnTo>
                  <a:lnTo>
                    <a:pt x="2104726" y="212982"/>
                  </a:lnTo>
                  <a:lnTo>
                    <a:pt x="2104681" y="212762"/>
                  </a:lnTo>
                  <a:lnTo>
                    <a:pt x="2104662" y="212663"/>
                  </a:lnTo>
                  <a:lnTo>
                    <a:pt x="2104727" y="212509"/>
                  </a:lnTo>
                  <a:lnTo>
                    <a:pt x="2104750" y="212487"/>
                  </a:lnTo>
                  <a:lnTo>
                    <a:pt x="2104786" y="212467"/>
                  </a:lnTo>
                  <a:lnTo>
                    <a:pt x="2104827" y="212444"/>
                  </a:lnTo>
                  <a:lnTo>
                    <a:pt x="2104853" y="212435"/>
                  </a:lnTo>
                  <a:lnTo>
                    <a:pt x="2105175" y="212348"/>
                  </a:lnTo>
                  <a:lnTo>
                    <a:pt x="2105199" y="212347"/>
                  </a:lnTo>
                  <a:lnTo>
                    <a:pt x="2105229" y="212351"/>
                  </a:lnTo>
                  <a:lnTo>
                    <a:pt x="2105264" y="212368"/>
                  </a:lnTo>
                  <a:lnTo>
                    <a:pt x="2105280" y="212380"/>
                  </a:lnTo>
                  <a:lnTo>
                    <a:pt x="2105298" y="212392"/>
                  </a:lnTo>
                  <a:lnTo>
                    <a:pt x="2105340" y="212407"/>
                  </a:lnTo>
                  <a:lnTo>
                    <a:pt x="2105382" y="212418"/>
                  </a:lnTo>
                  <a:lnTo>
                    <a:pt x="2105425" y="212421"/>
                  </a:lnTo>
                  <a:lnTo>
                    <a:pt x="2105460" y="212420"/>
                  </a:lnTo>
                  <a:lnTo>
                    <a:pt x="2105490" y="212418"/>
                  </a:lnTo>
                  <a:lnTo>
                    <a:pt x="2105682" y="212395"/>
                  </a:lnTo>
                  <a:lnTo>
                    <a:pt x="2105696" y="212391"/>
                  </a:lnTo>
                  <a:lnTo>
                    <a:pt x="2105720" y="212382"/>
                  </a:lnTo>
                  <a:lnTo>
                    <a:pt x="2105745" y="212367"/>
                  </a:lnTo>
                  <a:lnTo>
                    <a:pt x="2105907" y="212245"/>
                  </a:lnTo>
                  <a:lnTo>
                    <a:pt x="2105922" y="212233"/>
                  </a:lnTo>
                  <a:lnTo>
                    <a:pt x="2105935" y="212215"/>
                  </a:lnTo>
                  <a:lnTo>
                    <a:pt x="2105991" y="212131"/>
                  </a:lnTo>
                  <a:lnTo>
                    <a:pt x="2105992" y="212121"/>
                  </a:lnTo>
                  <a:lnTo>
                    <a:pt x="2105991" y="212110"/>
                  </a:lnTo>
                  <a:lnTo>
                    <a:pt x="2105979" y="212099"/>
                  </a:lnTo>
                  <a:lnTo>
                    <a:pt x="2105948" y="212085"/>
                  </a:lnTo>
                  <a:lnTo>
                    <a:pt x="2105937" y="212072"/>
                  </a:lnTo>
                  <a:lnTo>
                    <a:pt x="2105932" y="212057"/>
                  </a:lnTo>
                  <a:lnTo>
                    <a:pt x="2105977" y="211922"/>
                  </a:lnTo>
                  <a:lnTo>
                    <a:pt x="2105993" y="211893"/>
                  </a:lnTo>
                  <a:lnTo>
                    <a:pt x="2106005" y="211882"/>
                  </a:lnTo>
                  <a:lnTo>
                    <a:pt x="2106359" y="211784"/>
                  </a:lnTo>
                  <a:lnTo>
                    <a:pt x="2106394" y="211779"/>
                  </a:lnTo>
                  <a:lnTo>
                    <a:pt x="2106705" y="211766"/>
                  </a:lnTo>
                  <a:lnTo>
                    <a:pt x="2106748" y="211766"/>
                  </a:lnTo>
                  <a:lnTo>
                    <a:pt x="2106816" y="211772"/>
                  </a:lnTo>
                  <a:lnTo>
                    <a:pt x="2106851" y="211776"/>
                  </a:lnTo>
                  <a:lnTo>
                    <a:pt x="2106901" y="211791"/>
                  </a:lnTo>
                  <a:lnTo>
                    <a:pt x="2106940" y="211806"/>
                  </a:lnTo>
                  <a:lnTo>
                    <a:pt x="2106975" y="211831"/>
                  </a:lnTo>
                  <a:lnTo>
                    <a:pt x="2106991" y="211851"/>
                  </a:lnTo>
                  <a:lnTo>
                    <a:pt x="2106997" y="211867"/>
                  </a:lnTo>
                  <a:lnTo>
                    <a:pt x="2106998" y="211879"/>
                  </a:lnTo>
                  <a:lnTo>
                    <a:pt x="2106990" y="211900"/>
                  </a:lnTo>
                  <a:lnTo>
                    <a:pt x="2106956" y="211919"/>
                  </a:lnTo>
                  <a:lnTo>
                    <a:pt x="2106931" y="211938"/>
                  </a:lnTo>
                  <a:lnTo>
                    <a:pt x="2106904" y="211967"/>
                  </a:lnTo>
                  <a:lnTo>
                    <a:pt x="2106889" y="211999"/>
                  </a:lnTo>
                  <a:lnTo>
                    <a:pt x="2106878" y="212037"/>
                  </a:lnTo>
                  <a:lnTo>
                    <a:pt x="2106877" y="212080"/>
                  </a:lnTo>
                  <a:lnTo>
                    <a:pt x="2106881" y="212114"/>
                  </a:lnTo>
                  <a:lnTo>
                    <a:pt x="2106895" y="212132"/>
                  </a:lnTo>
                  <a:lnTo>
                    <a:pt x="2107053" y="212222"/>
                  </a:lnTo>
                  <a:lnTo>
                    <a:pt x="2107071" y="212228"/>
                  </a:lnTo>
                  <a:lnTo>
                    <a:pt x="2107436" y="212253"/>
                  </a:lnTo>
                  <a:lnTo>
                    <a:pt x="2107777" y="212254"/>
                  </a:lnTo>
                  <a:lnTo>
                    <a:pt x="2107830" y="212241"/>
                  </a:lnTo>
                  <a:lnTo>
                    <a:pt x="2107894" y="212225"/>
                  </a:lnTo>
                  <a:lnTo>
                    <a:pt x="2107970" y="212216"/>
                  </a:lnTo>
                  <a:lnTo>
                    <a:pt x="2108041" y="212215"/>
                  </a:lnTo>
                  <a:lnTo>
                    <a:pt x="2108151" y="212214"/>
                  </a:lnTo>
                  <a:lnTo>
                    <a:pt x="2108227" y="212216"/>
                  </a:lnTo>
                  <a:lnTo>
                    <a:pt x="2108290" y="212230"/>
                  </a:lnTo>
                  <a:lnTo>
                    <a:pt x="2108666" y="212304"/>
                  </a:lnTo>
                  <a:lnTo>
                    <a:pt x="2109210" y="212410"/>
                  </a:lnTo>
                  <a:lnTo>
                    <a:pt x="2109269" y="212411"/>
                  </a:lnTo>
                  <a:lnTo>
                    <a:pt x="2109614" y="212397"/>
                  </a:lnTo>
                  <a:lnTo>
                    <a:pt x="2109645" y="212393"/>
                  </a:lnTo>
                  <a:lnTo>
                    <a:pt x="2109685" y="212376"/>
                  </a:lnTo>
                  <a:lnTo>
                    <a:pt x="2109722" y="212350"/>
                  </a:lnTo>
                  <a:lnTo>
                    <a:pt x="2109804" y="212283"/>
                  </a:lnTo>
                  <a:lnTo>
                    <a:pt x="2109917" y="212186"/>
                  </a:lnTo>
                  <a:lnTo>
                    <a:pt x="2109933" y="212173"/>
                  </a:lnTo>
                  <a:lnTo>
                    <a:pt x="2109958" y="212163"/>
                  </a:lnTo>
                  <a:lnTo>
                    <a:pt x="2109988" y="212160"/>
                  </a:lnTo>
                  <a:lnTo>
                    <a:pt x="2110020" y="212161"/>
                  </a:lnTo>
                  <a:lnTo>
                    <a:pt x="2110061" y="212171"/>
                  </a:lnTo>
                  <a:lnTo>
                    <a:pt x="2110773" y="212062"/>
                  </a:lnTo>
                  <a:lnTo>
                    <a:pt x="2110939" y="211936"/>
                  </a:lnTo>
                  <a:lnTo>
                    <a:pt x="2111089" y="211542"/>
                  </a:lnTo>
                  <a:lnTo>
                    <a:pt x="2111125" y="211495"/>
                  </a:lnTo>
                  <a:lnTo>
                    <a:pt x="2111349" y="211210"/>
                  </a:lnTo>
                  <a:lnTo>
                    <a:pt x="2111589" y="211011"/>
                  </a:lnTo>
                  <a:lnTo>
                    <a:pt x="2111729" y="210896"/>
                  </a:lnTo>
                  <a:lnTo>
                    <a:pt x="2111831" y="210716"/>
                  </a:lnTo>
                  <a:lnTo>
                    <a:pt x="2111831" y="210412"/>
                  </a:lnTo>
                  <a:lnTo>
                    <a:pt x="2111855" y="210277"/>
                  </a:lnTo>
                  <a:lnTo>
                    <a:pt x="2111862" y="210271"/>
                  </a:lnTo>
                  <a:lnTo>
                    <a:pt x="2111981" y="210169"/>
                  </a:lnTo>
                  <a:lnTo>
                    <a:pt x="2112250" y="210107"/>
                  </a:lnTo>
                  <a:lnTo>
                    <a:pt x="2112392" y="210035"/>
                  </a:lnTo>
                  <a:lnTo>
                    <a:pt x="2112487" y="209856"/>
                  </a:lnTo>
                  <a:lnTo>
                    <a:pt x="2112514" y="209726"/>
                  </a:lnTo>
                  <a:lnTo>
                    <a:pt x="2112566" y="209479"/>
                  </a:lnTo>
                  <a:lnTo>
                    <a:pt x="2112638" y="209195"/>
                  </a:lnTo>
                  <a:lnTo>
                    <a:pt x="2112645" y="209165"/>
                  </a:lnTo>
                  <a:lnTo>
                    <a:pt x="2112756" y="209120"/>
                  </a:lnTo>
                  <a:lnTo>
                    <a:pt x="2113403" y="209407"/>
                  </a:lnTo>
                  <a:lnTo>
                    <a:pt x="2113501" y="209453"/>
                  </a:lnTo>
                  <a:lnTo>
                    <a:pt x="2113769" y="209580"/>
                  </a:lnTo>
                  <a:lnTo>
                    <a:pt x="2114200" y="209783"/>
                  </a:lnTo>
                  <a:lnTo>
                    <a:pt x="2114222" y="209793"/>
                  </a:lnTo>
                  <a:lnTo>
                    <a:pt x="2114244" y="209801"/>
                  </a:lnTo>
                  <a:lnTo>
                    <a:pt x="2114267" y="209803"/>
                  </a:lnTo>
                  <a:lnTo>
                    <a:pt x="2114283" y="209802"/>
                  </a:lnTo>
                  <a:lnTo>
                    <a:pt x="2114316" y="209817"/>
                  </a:lnTo>
                  <a:lnTo>
                    <a:pt x="2114701" y="209821"/>
                  </a:lnTo>
                  <a:lnTo>
                    <a:pt x="2114816" y="209807"/>
                  </a:lnTo>
                  <a:lnTo>
                    <a:pt x="2114971" y="209755"/>
                  </a:lnTo>
                  <a:lnTo>
                    <a:pt x="2114999" y="209753"/>
                  </a:lnTo>
                  <a:lnTo>
                    <a:pt x="2115033" y="209747"/>
                  </a:lnTo>
                  <a:lnTo>
                    <a:pt x="2115062" y="209736"/>
                  </a:lnTo>
                  <a:lnTo>
                    <a:pt x="2115080" y="209721"/>
                  </a:lnTo>
                  <a:lnTo>
                    <a:pt x="2115093" y="209705"/>
                  </a:lnTo>
                  <a:lnTo>
                    <a:pt x="2115095" y="209684"/>
                  </a:lnTo>
                  <a:lnTo>
                    <a:pt x="2115092" y="209662"/>
                  </a:lnTo>
                  <a:lnTo>
                    <a:pt x="2115082" y="209644"/>
                  </a:lnTo>
                  <a:lnTo>
                    <a:pt x="2115067" y="209628"/>
                  </a:lnTo>
                  <a:lnTo>
                    <a:pt x="2115032" y="209602"/>
                  </a:lnTo>
                  <a:lnTo>
                    <a:pt x="2115001" y="209580"/>
                  </a:lnTo>
                  <a:lnTo>
                    <a:pt x="2114969" y="209555"/>
                  </a:lnTo>
                  <a:lnTo>
                    <a:pt x="2114945" y="209532"/>
                  </a:lnTo>
                  <a:lnTo>
                    <a:pt x="2114923" y="209509"/>
                  </a:lnTo>
                  <a:lnTo>
                    <a:pt x="2114914" y="209495"/>
                  </a:lnTo>
                  <a:lnTo>
                    <a:pt x="2114907" y="209476"/>
                  </a:lnTo>
                  <a:lnTo>
                    <a:pt x="2114904" y="209452"/>
                  </a:lnTo>
                  <a:lnTo>
                    <a:pt x="2114911" y="209414"/>
                  </a:lnTo>
                  <a:lnTo>
                    <a:pt x="2114938" y="209348"/>
                  </a:lnTo>
                  <a:lnTo>
                    <a:pt x="2115002" y="209231"/>
                  </a:lnTo>
                  <a:lnTo>
                    <a:pt x="2115025" y="209211"/>
                  </a:lnTo>
                  <a:lnTo>
                    <a:pt x="2115068" y="209184"/>
                  </a:lnTo>
                  <a:lnTo>
                    <a:pt x="2115118" y="209161"/>
                  </a:lnTo>
                  <a:lnTo>
                    <a:pt x="2115179" y="209142"/>
                  </a:lnTo>
                  <a:lnTo>
                    <a:pt x="2115248" y="209120"/>
                  </a:lnTo>
                  <a:lnTo>
                    <a:pt x="2115310" y="209094"/>
                  </a:lnTo>
                  <a:lnTo>
                    <a:pt x="2115356" y="209073"/>
                  </a:lnTo>
                  <a:lnTo>
                    <a:pt x="2115398" y="209045"/>
                  </a:lnTo>
                  <a:lnTo>
                    <a:pt x="2115424" y="209024"/>
                  </a:lnTo>
                  <a:lnTo>
                    <a:pt x="2115444" y="208999"/>
                  </a:lnTo>
                  <a:lnTo>
                    <a:pt x="2115458" y="208975"/>
                  </a:lnTo>
                  <a:lnTo>
                    <a:pt x="2115474" y="208921"/>
                  </a:lnTo>
                  <a:lnTo>
                    <a:pt x="2115485" y="208855"/>
                  </a:lnTo>
                  <a:lnTo>
                    <a:pt x="2115486" y="208799"/>
                  </a:lnTo>
                  <a:lnTo>
                    <a:pt x="2115479" y="208766"/>
                  </a:lnTo>
                  <a:lnTo>
                    <a:pt x="2115457" y="208722"/>
                  </a:lnTo>
                  <a:lnTo>
                    <a:pt x="2115420" y="208676"/>
                  </a:lnTo>
                  <a:lnTo>
                    <a:pt x="2115382" y="208640"/>
                  </a:lnTo>
                  <a:lnTo>
                    <a:pt x="2115362" y="208615"/>
                  </a:lnTo>
                  <a:lnTo>
                    <a:pt x="2115352" y="208584"/>
                  </a:lnTo>
                  <a:lnTo>
                    <a:pt x="2115349" y="208551"/>
                  </a:lnTo>
                  <a:lnTo>
                    <a:pt x="2115362" y="208534"/>
                  </a:lnTo>
                  <a:lnTo>
                    <a:pt x="2115618" y="208323"/>
                  </a:lnTo>
                  <a:lnTo>
                    <a:pt x="2115641" y="208317"/>
                  </a:lnTo>
                  <a:lnTo>
                    <a:pt x="2115669" y="208321"/>
                  </a:lnTo>
                  <a:lnTo>
                    <a:pt x="2115717" y="208347"/>
                  </a:lnTo>
                  <a:lnTo>
                    <a:pt x="2115774" y="208389"/>
                  </a:lnTo>
                  <a:lnTo>
                    <a:pt x="2115845" y="208448"/>
                  </a:lnTo>
                  <a:lnTo>
                    <a:pt x="2115887" y="208499"/>
                  </a:lnTo>
                  <a:lnTo>
                    <a:pt x="2115899" y="208529"/>
                  </a:lnTo>
                  <a:lnTo>
                    <a:pt x="2115905" y="208563"/>
                  </a:lnTo>
                  <a:lnTo>
                    <a:pt x="2115898" y="208594"/>
                  </a:lnTo>
                  <a:lnTo>
                    <a:pt x="2115864" y="208636"/>
                  </a:lnTo>
                  <a:lnTo>
                    <a:pt x="2115852" y="208660"/>
                  </a:lnTo>
                  <a:lnTo>
                    <a:pt x="2115852" y="208674"/>
                  </a:lnTo>
                  <a:lnTo>
                    <a:pt x="2115858" y="208688"/>
                  </a:lnTo>
                  <a:lnTo>
                    <a:pt x="2115874" y="208704"/>
                  </a:lnTo>
                  <a:lnTo>
                    <a:pt x="2115895" y="208713"/>
                  </a:lnTo>
                  <a:lnTo>
                    <a:pt x="2115930" y="208712"/>
                  </a:lnTo>
                  <a:lnTo>
                    <a:pt x="2115969" y="208702"/>
                  </a:lnTo>
                  <a:lnTo>
                    <a:pt x="2116014" y="208678"/>
                  </a:lnTo>
                  <a:lnTo>
                    <a:pt x="2116039" y="208654"/>
                  </a:lnTo>
                  <a:lnTo>
                    <a:pt x="2116051" y="208618"/>
                  </a:lnTo>
                  <a:lnTo>
                    <a:pt x="2116071" y="208547"/>
                  </a:lnTo>
                  <a:lnTo>
                    <a:pt x="2116086" y="208512"/>
                  </a:lnTo>
                  <a:lnTo>
                    <a:pt x="2116112" y="208482"/>
                  </a:lnTo>
                  <a:lnTo>
                    <a:pt x="2116145" y="208455"/>
                  </a:lnTo>
                  <a:lnTo>
                    <a:pt x="2116200" y="208431"/>
                  </a:lnTo>
                  <a:lnTo>
                    <a:pt x="2116243" y="208416"/>
                  </a:lnTo>
                  <a:lnTo>
                    <a:pt x="2116314" y="208401"/>
                  </a:lnTo>
                  <a:lnTo>
                    <a:pt x="2116348" y="208401"/>
                  </a:lnTo>
                  <a:lnTo>
                    <a:pt x="2116392" y="208409"/>
                  </a:lnTo>
                  <a:lnTo>
                    <a:pt x="2116416" y="208422"/>
                  </a:lnTo>
                  <a:lnTo>
                    <a:pt x="2116450" y="208457"/>
                  </a:lnTo>
                  <a:lnTo>
                    <a:pt x="2116485" y="208494"/>
                  </a:lnTo>
                  <a:lnTo>
                    <a:pt x="2116510" y="208505"/>
                  </a:lnTo>
                  <a:lnTo>
                    <a:pt x="2116551" y="208506"/>
                  </a:lnTo>
                  <a:lnTo>
                    <a:pt x="2116599" y="208497"/>
                  </a:lnTo>
                  <a:lnTo>
                    <a:pt x="2116633" y="208481"/>
                  </a:lnTo>
                  <a:lnTo>
                    <a:pt x="2116658" y="208458"/>
                  </a:lnTo>
                  <a:lnTo>
                    <a:pt x="2116918" y="208162"/>
                  </a:lnTo>
                  <a:lnTo>
                    <a:pt x="2116941" y="208128"/>
                  </a:lnTo>
                  <a:lnTo>
                    <a:pt x="2116947" y="208092"/>
                  </a:lnTo>
                  <a:lnTo>
                    <a:pt x="2116929" y="208032"/>
                  </a:lnTo>
                  <a:lnTo>
                    <a:pt x="2116912" y="207963"/>
                  </a:lnTo>
                  <a:lnTo>
                    <a:pt x="2116900" y="207911"/>
                  </a:lnTo>
                  <a:lnTo>
                    <a:pt x="2116901" y="207867"/>
                  </a:lnTo>
                  <a:lnTo>
                    <a:pt x="2116912" y="207807"/>
                  </a:lnTo>
                  <a:lnTo>
                    <a:pt x="2116930" y="207747"/>
                  </a:lnTo>
                  <a:lnTo>
                    <a:pt x="2116971" y="207675"/>
                  </a:lnTo>
                  <a:lnTo>
                    <a:pt x="2117016" y="207613"/>
                  </a:lnTo>
                  <a:lnTo>
                    <a:pt x="2117052" y="207581"/>
                  </a:lnTo>
                  <a:lnTo>
                    <a:pt x="2117093" y="207555"/>
                  </a:lnTo>
                  <a:lnTo>
                    <a:pt x="2117135" y="207538"/>
                  </a:lnTo>
                  <a:lnTo>
                    <a:pt x="2117186" y="207522"/>
                  </a:lnTo>
                  <a:lnTo>
                    <a:pt x="2117217" y="207364"/>
                  </a:lnTo>
                  <a:lnTo>
                    <a:pt x="2117157" y="207346"/>
                  </a:lnTo>
                  <a:lnTo>
                    <a:pt x="2117113" y="207333"/>
                  </a:lnTo>
                  <a:lnTo>
                    <a:pt x="2117084" y="207315"/>
                  </a:lnTo>
                  <a:lnTo>
                    <a:pt x="2117055" y="207291"/>
                  </a:lnTo>
                  <a:lnTo>
                    <a:pt x="2116917" y="207068"/>
                  </a:lnTo>
                  <a:lnTo>
                    <a:pt x="2116911" y="207039"/>
                  </a:lnTo>
                  <a:lnTo>
                    <a:pt x="2116913" y="207004"/>
                  </a:lnTo>
                  <a:lnTo>
                    <a:pt x="2116935" y="206961"/>
                  </a:lnTo>
                  <a:lnTo>
                    <a:pt x="2116962" y="206936"/>
                  </a:lnTo>
                  <a:lnTo>
                    <a:pt x="2117268" y="206684"/>
                  </a:lnTo>
                  <a:lnTo>
                    <a:pt x="2117288" y="206671"/>
                  </a:lnTo>
                  <a:lnTo>
                    <a:pt x="2117308" y="206663"/>
                  </a:lnTo>
                  <a:lnTo>
                    <a:pt x="2117328" y="206662"/>
                  </a:lnTo>
                  <a:lnTo>
                    <a:pt x="2117369" y="206664"/>
                  </a:lnTo>
                  <a:lnTo>
                    <a:pt x="2117397" y="206670"/>
                  </a:lnTo>
                  <a:lnTo>
                    <a:pt x="2117439" y="206690"/>
                  </a:lnTo>
                  <a:lnTo>
                    <a:pt x="2117494" y="206720"/>
                  </a:lnTo>
                  <a:lnTo>
                    <a:pt x="2117541" y="206745"/>
                  </a:lnTo>
                  <a:lnTo>
                    <a:pt x="2117582" y="206767"/>
                  </a:lnTo>
                  <a:lnTo>
                    <a:pt x="2117627" y="206779"/>
                  </a:lnTo>
                  <a:lnTo>
                    <a:pt x="2117711" y="206789"/>
                  </a:lnTo>
                  <a:lnTo>
                    <a:pt x="2117775" y="206787"/>
                  </a:lnTo>
                  <a:lnTo>
                    <a:pt x="2117808" y="206780"/>
                  </a:lnTo>
                  <a:lnTo>
                    <a:pt x="2117854" y="206763"/>
                  </a:lnTo>
                  <a:lnTo>
                    <a:pt x="2117896" y="206736"/>
                  </a:lnTo>
                  <a:lnTo>
                    <a:pt x="2117918" y="206705"/>
                  </a:lnTo>
                  <a:lnTo>
                    <a:pt x="2117927" y="206655"/>
                  </a:lnTo>
                  <a:lnTo>
                    <a:pt x="2117932" y="206576"/>
                  </a:lnTo>
                  <a:lnTo>
                    <a:pt x="2117930" y="206535"/>
                  </a:lnTo>
                  <a:lnTo>
                    <a:pt x="2117918" y="206494"/>
                  </a:lnTo>
                  <a:lnTo>
                    <a:pt x="2117909" y="206436"/>
                  </a:lnTo>
                  <a:lnTo>
                    <a:pt x="2117909" y="206383"/>
                  </a:lnTo>
                  <a:lnTo>
                    <a:pt x="2117914" y="206355"/>
                  </a:lnTo>
                  <a:lnTo>
                    <a:pt x="2117995" y="206184"/>
                  </a:lnTo>
                  <a:lnTo>
                    <a:pt x="2118007" y="206160"/>
                  </a:lnTo>
                  <a:lnTo>
                    <a:pt x="2118031" y="206135"/>
                  </a:lnTo>
                  <a:lnTo>
                    <a:pt x="2118052" y="206120"/>
                  </a:lnTo>
                  <a:lnTo>
                    <a:pt x="2118077" y="206111"/>
                  </a:lnTo>
                  <a:lnTo>
                    <a:pt x="2118112" y="206101"/>
                  </a:lnTo>
                  <a:lnTo>
                    <a:pt x="2118153" y="206093"/>
                  </a:lnTo>
                  <a:lnTo>
                    <a:pt x="2118178" y="206086"/>
                  </a:lnTo>
                  <a:lnTo>
                    <a:pt x="2118356" y="205913"/>
                  </a:lnTo>
                  <a:lnTo>
                    <a:pt x="2118366" y="205881"/>
                  </a:lnTo>
                  <a:lnTo>
                    <a:pt x="2118367" y="205832"/>
                  </a:lnTo>
                  <a:lnTo>
                    <a:pt x="2118355" y="205797"/>
                  </a:lnTo>
                  <a:lnTo>
                    <a:pt x="2118326" y="205769"/>
                  </a:lnTo>
                  <a:lnTo>
                    <a:pt x="2118277" y="205751"/>
                  </a:lnTo>
                  <a:lnTo>
                    <a:pt x="2118227" y="205742"/>
                  </a:lnTo>
                  <a:lnTo>
                    <a:pt x="2118177" y="205743"/>
                  </a:lnTo>
                  <a:lnTo>
                    <a:pt x="2118110" y="205730"/>
                  </a:lnTo>
                  <a:lnTo>
                    <a:pt x="2118070" y="205714"/>
                  </a:lnTo>
                  <a:lnTo>
                    <a:pt x="2118031" y="205678"/>
                  </a:lnTo>
                  <a:lnTo>
                    <a:pt x="2118017" y="205644"/>
                  </a:lnTo>
                  <a:lnTo>
                    <a:pt x="2118019" y="205617"/>
                  </a:lnTo>
                  <a:lnTo>
                    <a:pt x="2118034" y="205595"/>
                  </a:lnTo>
                  <a:lnTo>
                    <a:pt x="2118074" y="205579"/>
                  </a:lnTo>
                  <a:lnTo>
                    <a:pt x="2118132" y="205566"/>
                  </a:lnTo>
                  <a:lnTo>
                    <a:pt x="2118349" y="205541"/>
                  </a:lnTo>
                  <a:lnTo>
                    <a:pt x="2118423" y="205533"/>
                  </a:lnTo>
                  <a:lnTo>
                    <a:pt x="2118489" y="205534"/>
                  </a:lnTo>
                  <a:lnTo>
                    <a:pt x="2118553" y="205543"/>
                  </a:lnTo>
                  <a:lnTo>
                    <a:pt x="2118636" y="205567"/>
                  </a:lnTo>
                  <a:lnTo>
                    <a:pt x="2118690" y="205600"/>
                  </a:lnTo>
                  <a:lnTo>
                    <a:pt x="2118730" y="205649"/>
                  </a:lnTo>
                  <a:lnTo>
                    <a:pt x="2118750" y="205680"/>
                  </a:lnTo>
                  <a:lnTo>
                    <a:pt x="2118782" y="205713"/>
                  </a:lnTo>
                  <a:lnTo>
                    <a:pt x="2118798" y="205725"/>
                  </a:lnTo>
                  <a:lnTo>
                    <a:pt x="2118825" y="205725"/>
                  </a:lnTo>
                  <a:lnTo>
                    <a:pt x="2118850" y="205715"/>
                  </a:lnTo>
                  <a:lnTo>
                    <a:pt x="2118867" y="205682"/>
                  </a:lnTo>
                  <a:lnTo>
                    <a:pt x="2118916" y="205550"/>
                  </a:lnTo>
                  <a:lnTo>
                    <a:pt x="2118959" y="205442"/>
                  </a:lnTo>
                  <a:lnTo>
                    <a:pt x="2118985" y="205414"/>
                  </a:lnTo>
                  <a:lnTo>
                    <a:pt x="2119074" y="205365"/>
                  </a:lnTo>
                  <a:lnTo>
                    <a:pt x="2119102" y="205354"/>
                  </a:lnTo>
                  <a:lnTo>
                    <a:pt x="2119152" y="205342"/>
                  </a:lnTo>
                  <a:lnTo>
                    <a:pt x="2119318" y="205307"/>
                  </a:lnTo>
                  <a:lnTo>
                    <a:pt x="2119368" y="205302"/>
                  </a:lnTo>
                  <a:lnTo>
                    <a:pt x="2119445" y="205294"/>
                  </a:lnTo>
                  <a:lnTo>
                    <a:pt x="2119801" y="205276"/>
                  </a:lnTo>
                  <a:lnTo>
                    <a:pt x="2119964" y="205279"/>
                  </a:lnTo>
                  <a:lnTo>
                    <a:pt x="2120091" y="205287"/>
                  </a:lnTo>
                  <a:lnTo>
                    <a:pt x="2120146" y="205293"/>
                  </a:lnTo>
                  <a:lnTo>
                    <a:pt x="2120185" y="205294"/>
                  </a:lnTo>
                  <a:lnTo>
                    <a:pt x="2120337" y="205280"/>
                  </a:lnTo>
                  <a:lnTo>
                    <a:pt x="2120387" y="205269"/>
                  </a:lnTo>
                  <a:lnTo>
                    <a:pt x="2120442" y="205256"/>
                  </a:lnTo>
                  <a:lnTo>
                    <a:pt x="2120553" y="205225"/>
                  </a:lnTo>
                  <a:lnTo>
                    <a:pt x="2120601" y="205211"/>
                  </a:lnTo>
                  <a:lnTo>
                    <a:pt x="2120639" y="205198"/>
                  </a:lnTo>
                  <a:lnTo>
                    <a:pt x="2120676" y="205177"/>
                  </a:lnTo>
                  <a:lnTo>
                    <a:pt x="2120736" y="205135"/>
                  </a:lnTo>
                  <a:lnTo>
                    <a:pt x="2120972" y="204935"/>
                  </a:lnTo>
                  <a:lnTo>
                    <a:pt x="2120973" y="204927"/>
                  </a:lnTo>
                  <a:lnTo>
                    <a:pt x="2120953" y="204851"/>
                  </a:lnTo>
                  <a:lnTo>
                    <a:pt x="2120923" y="204852"/>
                  </a:lnTo>
                  <a:lnTo>
                    <a:pt x="2120885" y="204847"/>
                  </a:lnTo>
                  <a:lnTo>
                    <a:pt x="2120861" y="204834"/>
                  </a:lnTo>
                  <a:lnTo>
                    <a:pt x="2120841" y="204818"/>
                  </a:lnTo>
                  <a:lnTo>
                    <a:pt x="2120820" y="204788"/>
                  </a:lnTo>
                  <a:lnTo>
                    <a:pt x="2120806" y="204760"/>
                  </a:lnTo>
                  <a:lnTo>
                    <a:pt x="2120800" y="204732"/>
                  </a:lnTo>
                  <a:lnTo>
                    <a:pt x="2120800" y="204702"/>
                  </a:lnTo>
                  <a:lnTo>
                    <a:pt x="2120808" y="204684"/>
                  </a:lnTo>
                  <a:lnTo>
                    <a:pt x="2120828" y="204665"/>
                  </a:lnTo>
                  <a:lnTo>
                    <a:pt x="2120861" y="204638"/>
                  </a:lnTo>
                  <a:lnTo>
                    <a:pt x="2120911" y="204598"/>
                  </a:lnTo>
                  <a:lnTo>
                    <a:pt x="2120946" y="204573"/>
                  </a:lnTo>
                  <a:lnTo>
                    <a:pt x="2120974" y="204558"/>
                  </a:lnTo>
                  <a:lnTo>
                    <a:pt x="2120997" y="204550"/>
                  </a:lnTo>
                  <a:lnTo>
                    <a:pt x="2121016" y="204546"/>
                  </a:lnTo>
                  <a:lnTo>
                    <a:pt x="2121034" y="204545"/>
                  </a:lnTo>
                  <a:lnTo>
                    <a:pt x="2121047" y="204547"/>
                  </a:lnTo>
                  <a:lnTo>
                    <a:pt x="2121059" y="204553"/>
                  </a:lnTo>
                  <a:lnTo>
                    <a:pt x="2121066" y="204561"/>
                  </a:lnTo>
                  <a:lnTo>
                    <a:pt x="2121077" y="204628"/>
                  </a:lnTo>
                  <a:lnTo>
                    <a:pt x="2121080" y="204675"/>
                  </a:lnTo>
                  <a:lnTo>
                    <a:pt x="2121085" y="204700"/>
                  </a:lnTo>
                  <a:lnTo>
                    <a:pt x="2121097" y="204719"/>
                  </a:lnTo>
                  <a:lnTo>
                    <a:pt x="2121119" y="204734"/>
                  </a:lnTo>
                  <a:lnTo>
                    <a:pt x="2121136" y="204741"/>
                  </a:lnTo>
                  <a:lnTo>
                    <a:pt x="2121155" y="204745"/>
                  </a:lnTo>
                  <a:lnTo>
                    <a:pt x="2121179" y="204744"/>
                  </a:lnTo>
                  <a:lnTo>
                    <a:pt x="2121210" y="204731"/>
                  </a:lnTo>
                  <a:lnTo>
                    <a:pt x="2121288" y="204675"/>
                  </a:lnTo>
                  <a:lnTo>
                    <a:pt x="2121311" y="204642"/>
                  </a:lnTo>
                  <a:lnTo>
                    <a:pt x="2121317" y="204614"/>
                  </a:lnTo>
                  <a:lnTo>
                    <a:pt x="2121313" y="204583"/>
                  </a:lnTo>
                  <a:lnTo>
                    <a:pt x="2121294" y="204547"/>
                  </a:lnTo>
                  <a:lnTo>
                    <a:pt x="2121266" y="204495"/>
                  </a:lnTo>
                  <a:lnTo>
                    <a:pt x="2121246" y="204440"/>
                  </a:lnTo>
                  <a:lnTo>
                    <a:pt x="2121244" y="204417"/>
                  </a:lnTo>
                  <a:lnTo>
                    <a:pt x="2121249" y="204397"/>
                  </a:lnTo>
                  <a:lnTo>
                    <a:pt x="2121263" y="204377"/>
                  </a:lnTo>
                  <a:lnTo>
                    <a:pt x="2121305" y="204339"/>
                  </a:lnTo>
                  <a:lnTo>
                    <a:pt x="2121330" y="204325"/>
                  </a:lnTo>
                  <a:lnTo>
                    <a:pt x="2121354" y="204317"/>
                  </a:lnTo>
                  <a:lnTo>
                    <a:pt x="2121377" y="204314"/>
                  </a:lnTo>
                  <a:lnTo>
                    <a:pt x="2121416" y="204314"/>
                  </a:lnTo>
                  <a:lnTo>
                    <a:pt x="2121440" y="204319"/>
                  </a:lnTo>
                  <a:lnTo>
                    <a:pt x="2121631" y="204258"/>
                  </a:lnTo>
                  <a:lnTo>
                    <a:pt x="2121670" y="204203"/>
                  </a:lnTo>
                  <a:lnTo>
                    <a:pt x="2121696" y="204167"/>
                  </a:lnTo>
                  <a:lnTo>
                    <a:pt x="2121784" y="204045"/>
                  </a:lnTo>
                  <a:lnTo>
                    <a:pt x="2121846" y="204023"/>
                  </a:lnTo>
                  <a:lnTo>
                    <a:pt x="2121854" y="203984"/>
                  </a:lnTo>
                  <a:lnTo>
                    <a:pt x="2121846" y="203943"/>
                  </a:lnTo>
                  <a:lnTo>
                    <a:pt x="2121842" y="203939"/>
                  </a:lnTo>
                  <a:lnTo>
                    <a:pt x="2121802" y="203897"/>
                  </a:lnTo>
                  <a:lnTo>
                    <a:pt x="2121749" y="203837"/>
                  </a:lnTo>
                  <a:lnTo>
                    <a:pt x="2121731" y="203806"/>
                  </a:lnTo>
                  <a:lnTo>
                    <a:pt x="2121699" y="203744"/>
                  </a:lnTo>
                  <a:lnTo>
                    <a:pt x="2121682" y="203697"/>
                  </a:lnTo>
                  <a:lnTo>
                    <a:pt x="2121679" y="203690"/>
                  </a:lnTo>
                  <a:lnTo>
                    <a:pt x="2121685" y="203664"/>
                  </a:lnTo>
                  <a:lnTo>
                    <a:pt x="2121704" y="203651"/>
                  </a:lnTo>
                  <a:lnTo>
                    <a:pt x="2121730" y="203643"/>
                  </a:lnTo>
                  <a:lnTo>
                    <a:pt x="2121753" y="203647"/>
                  </a:lnTo>
                  <a:lnTo>
                    <a:pt x="2121774" y="203657"/>
                  </a:lnTo>
                  <a:lnTo>
                    <a:pt x="2121779" y="203659"/>
                  </a:lnTo>
                  <a:lnTo>
                    <a:pt x="2121782" y="203664"/>
                  </a:lnTo>
                  <a:lnTo>
                    <a:pt x="2121804" y="203706"/>
                  </a:lnTo>
                  <a:lnTo>
                    <a:pt x="2121823" y="203735"/>
                  </a:lnTo>
                  <a:lnTo>
                    <a:pt x="2122227" y="203817"/>
                  </a:lnTo>
                  <a:lnTo>
                    <a:pt x="2122265" y="203827"/>
                  </a:lnTo>
                  <a:lnTo>
                    <a:pt x="2122296" y="203842"/>
                  </a:lnTo>
                  <a:lnTo>
                    <a:pt x="2122322" y="203856"/>
                  </a:lnTo>
                  <a:lnTo>
                    <a:pt x="2122344" y="203870"/>
                  </a:lnTo>
                  <a:lnTo>
                    <a:pt x="2122369" y="203892"/>
                  </a:lnTo>
                  <a:lnTo>
                    <a:pt x="2122393" y="203920"/>
                  </a:lnTo>
                  <a:lnTo>
                    <a:pt x="2122415" y="203959"/>
                  </a:lnTo>
                  <a:lnTo>
                    <a:pt x="2122434" y="203991"/>
                  </a:lnTo>
                  <a:lnTo>
                    <a:pt x="2122446" y="204009"/>
                  </a:lnTo>
                  <a:lnTo>
                    <a:pt x="2122457" y="204019"/>
                  </a:lnTo>
                  <a:lnTo>
                    <a:pt x="2122684" y="204073"/>
                  </a:lnTo>
                  <a:lnTo>
                    <a:pt x="2122705" y="204073"/>
                  </a:lnTo>
                  <a:lnTo>
                    <a:pt x="2122735" y="204071"/>
                  </a:lnTo>
                  <a:lnTo>
                    <a:pt x="2122763" y="204066"/>
                  </a:lnTo>
                  <a:lnTo>
                    <a:pt x="2122816" y="204043"/>
                  </a:lnTo>
                  <a:lnTo>
                    <a:pt x="2122861" y="204016"/>
                  </a:lnTo>
                  <a:lnTo>
                    <a:pt x="2122892" y="203992"/>
                  </a:lnTo>
                  <a:lnTo>
                    <a:pt x="2122909" y="203972"/>
                  </a:lnTo>
                  <a:lnTo>
                    <a:pt x="2122918" y="203952"/>
                  </a:lnTo>
                  <a:lnTo>
                    <a:pt x="2122921" y="203930"/>
                  </a:lnTo>
                  <a:lnTo>
                    <a:pt x="2122911" y="203892"/>
                  </a:lnTo>
                  <a:lnTo>
                    <a:pt x="2122895" y="203848"/>
                  </a:lnTo>
                  <a:lnTo>
                    <a:pt x="2122885" y="203819"/>
                  </a:lnTo>
                  <a:lnTo>
                    <a:pt x="2122878" y="203789"/>
                  </a:lnTo>
                  <a:lnTo>
                    <a:pt x="2122873" y="203761"/>
                  </a:lnTo>
                  <a:lnTo>
                    <a:pt x="2122873" y="203730"/>
                  </a:lnTo>
                  <a:lnTo>
                    <a:pt x="2122875" y="203704"/>
                  </a:lnTo>
                  <a:lnTo>
                    <a:pt x="2122880" y="203686"/>
                  </a:lnTo>
                  <a:lnTo>
                    <a:pt x="2122899" y="203652"/>
                  </a:lnTo>
                  <a:lnTo>
                    <a:pt x="2122917" y="203633"/>
                  </a:lnTo>
                  <a:lnTo>
                    <a:pt x="2122933" y="203620"/>
                  </a:lnTo>
                  <a:lnTo>
                    <a:pt x="2122970" y="203591"/>
                  </a:lnTo>
                  <a:lnTo>
                    <a:pt x="2123006" y="203575"/>
                  </a:lnTo>
                  <a:lnTo>
                    <a:pt x="2123031" y="203568"/>
                  </a:lnTo>
                  <a:lnTo>
                    <a:pt x="2123050" y="203565"/>
                  </a:lnTo>
                  <a:lnTo>
                    <a:pt x="2123083" y="203561"/>
                  </a:lnTo>
                  <a:lnTo>
                    <a:pt x="2123119" y="203561"/>
                  </a:lnTo>
                  <a:lnTo>
                    <a:pt x="2123159" y="203565"/>
                  </a:lnTo>
                  <a:lnTo>
                    <a:pt x="2123203" y="203570"/>
                  </a:lnTo>
                  <a:lnTo>
                    <a:pt x="2123234" y="203572"/>
                  </a:lnTo>
                  <a:lnTo>
                    <a:pt x="2123265" y="203571"/>
                  </a:lnTo>
                  <a:lnTo>
                    <a:pt x="2123289" y="203568"/>
                  </a:lnTo>
                  <a:lnTo>
                    <a:pt x="2123310" y="203562"/>
                  </a:lnTo>
                  <a:lnTo>
                    <a:pt x="2123344" y="203549"/>
                  </a:lnTo>
                  <a:lnTo>
                    <a:pt x="2123388" y="203521"/>
                  </a:lnTo>
                  <a:lnTo>
                    <a:pt x="2123425" y="203493"/>
                  </a:lnTo>
                  <a:lnTo>
                    <a:pt x="2123454" y="203464"/>
                  </a:lnTo>
                  <a:lnTo>
                    <a:pt x="2123499" y="203423"/>
                  </a:lnTo>
                  <a:lnTo>
                    <a:pt x="2123539" y="203391"/>
                  </a:lnTo>
                  <a:lnTo>
                    <a:pt x="2123566" y="203378"/>
                  </a:lnTo>
                  <a:lnTo>
                    <a:pt x="2123589" y="203371"/>
                  </a:lnTo>
                  <a:lnTo>
                    <a:pt x="2123614" y="203365"/>
                  </a:lnTo>
                  <a:lnTo>
                    <a:pt x="2123635" y="203364"/>
                  </a:lnTo>
                  <a:lnTo>
                    <a:pt x="2123666" y="203370"/>
                  </a:lnTo>
                  <a:lnTo>
                    <a:pt x="2123687" y="203375"/>
                  </a:lnTo>
                  <a:lnTo>
                    <a:pt x="2123746" y="203398"/>
                  </a:lnTo>
                  <a:lnTo>
                    <a:pt x="2123800" y="203421"/>
                  </a:lnTo>
                  <a:lnTo>
                    <a:pt x="2123860" y="203445"/>
                  </a:lnTo>
                  <a:lnTo>
                    <a:pt x="2123912" y="203464"/>
                  </a:lnTo>
                  <a:lnTo>
                    <a:pt x="2123952" y="203476"/>
                  </a:lnTo>
                  <a:lnTo>
                    <a:pt x="2123982" y="203482"/>
                  </a:lnTo>
                  <a:lnTo>
                    <a:pt x="2124011" y="203486"/>
                  </a:lnTo>
                  <a:lnTo>
                    <a:pt x="2124049" y="203489"/>
                  </a:lnTo>
                  <a:lnTo>
                    <a:pt x="2124071" y="203488"/>
                  </a:lnTo>
                  <a:lnTo>
                    <a:pt x="2124099" y="203481"/>
                  </a:lnTo>
                  <a:lnTo>
                    <a:pt x="2124125" y="203470"/>
                  </a:lnTo>
                  <a:lnTo>
                    <a:pt x="2124149" y="203452"/>
                  </a:lnTo>
                  <a:lnTo>
                    <a:pt x="2124168" y="203423"/>
                  </a:lnTo>
                  <a:lnTo>
                    <a:pt x="2124186" y="203388"/>
                  </a:lnTo>
                  <a:lnTo>
                    <a:pt x="2124206" y="203359"/>
                  </a:lnTo>
                  <a:lnTo>
                    <a:pt x="2124225" y="203336"/>
                  </a:lnTo>
                  <a:lnTo>
                    <a:pt x="2124253" y="203315"/>
                  </a:lnTo>
                  <a:lnTo>
                    <a:pt x="2124277" y="203304"/>
                  </a:lnTo>
                  <a:lnTo>
                    <a:pt x="2124302" y="203297"/>
                  </a:lnTo>
                  <a:lnTo>
                    <a:pt x="2124325" y="203295"/>
                  </a:lnTo>
                  <a:lnTo>
                    <a:pt x="2124369" y="203296"/>
                  </a:lnTo>
                  <a:lnTo>
                    <a:pt x="2124426" y="203307"/>
                  </a:lnTo>
                  <a:lnTo>
                    <a:pt x="2124469" y="203317"/>
                  </a:lnTo>
                  <a:lnTo>
                    <a:pt x="2124516" y="203323"/>
                  </a:lnTo>
                  <a:lnTo>
                    <a:pt x="2124557" y="203328"/>
                  </a:lnTo>
                  <a:lnTo>
                    <a:pt x="2124601" y="203331"/>
                  </a:lnTo>
                  <a:lnTo>
                    <a:pt x="2124649" y="203330"/>
                  </a:lnTo>
                  <a:lnTo>
                    <a:pt x="2124687" y="203325"/>
                  </a:lnTo>
                  <a:lnTo>
                    <a:pt x="2124726" y="203313"/>
                  </a:lnTo>
                  <a:lnTo>
                    <a:pt x="2124777" y="203288"/>
                  </a:lnTo>
                  <a:lnTo>
                    <a:pt x="2124858" y="203242"/>
                  </a:lnTo>
                  <a:lnTo>
                    <a:pt x="2125060" y="203288"/>
                  </a:lnTo>
                  <a:lnTo>
                    <a:pt x="2125065" y="203310"/>
                  </a:lnTo>
                  <a:lnTo>
                    <a:pt x="2125077" y="203331"/>
                  </a:lnTo>
                  <a:lnTo>
                    <a:pt x="2125099" y="203348"/>
                  </a:lnTo>
                  <a:lnTo>
                    <a:pt x="2125133" y="203364"/>
                  </a:lnTo>
                  <a:lnTo>
                    <a:pt x="2125159" y="203372"/>
                  </a:lnTo>
                  <a:lnTo>
                    <a:pt x="2125182" y="203375"/>
                  </a:lnTo>
                  <a:lnTo>
                    <a:pt x="2125209" y="203374"/>
                  </a:lnTo>
                  <a:lnTo>
                    <a:pt x="2125234" y="203364"/>
                  </a:lnTo>
                  <a:lnTo>
                    <a:pt x="2125273" y="203337"/>
                  </a:lnTo>
                  <a:lnTo>
                    <a:pt x="2125303" y="203306"/>
                  </a:lnTo>
                  <a:lnTo>
                    <a:pt x="2125317" y="203279"/>
                  </a:lnTo>
                  <a:lnTo>
                    <a:pt x="2125325" y="203251"/>
                  </a:lnTo>
                  <a:lnTo>
                    <a:pt x="2125328" y="203219"/>
                  </a:lnTo>
                  <a:lnTo>
                    <a:pt x="2125323" y="203177"/>
                  </a:lnTo>
                  <a:lnTo>
                    <a:pt x="2125316" y="203143"/>
                  </a:lnTo>
                  <a:lnTo>
                    <a:pt x="2125289" y="203051"/>
                  </a:lnTo>
                  <a:lnTo>
                    <a:pt x="2125277" y="203032"/>
                  </a:lnTo>
                  <a:lnTo>
                    <a:pt x="2125254" y="203013"/>
                  </a:lnTo>
                  <a:lnTo>
                    <a:pt x="2125228" y="202996"/>
                  </a:lnTo>
                  <a:lnTo>
                    <a:pt x="2125168" y="202964"/>
                  </a:lnTo>
                  <a:lnTo>
                    <a:pt x="2125137" y="202953"/>
                  </a:lnTo>
                  <a:lnTo>
                    <a:pt x="2125113" y="202950"/>
                  </a:lnTo>
                  <a:lnTo>
                    <a:pt x="2125082" y="202952"/>
                  </a:lnTo>
                  <a:lnTo>
                    <a:pt x="2125041" y="202958"/>
                  </a:lnTo>
                  <a:lnTo>
                    <a:pt x="2125008" y="202960"/>
                  </a:lnTo>
                  <a:lnTo>
                    <a:pt x="2124960" y="202957"/>
                  </a:lnTo>
                  <a:lnTo>
                    <a:pt x="2124927" y="202946"/>
                  </a:lnTo>
                  <a:lnTo>
                    <a:pt x="2124886" y="202919"/>
                  </a:lnTo>
                  <a:lnTo>
                    <a:pt x="2124865" y="202895"/>
                  </a:lnTo>
                  <a:lnTo>
                    <a:pt x="2124858" y="202876"/>
                  </a:lnTo>
                  <a:lnTo>
                    <a:pt x="2124857" y="202865"/>
                  </a:lnTo>
                  <a:lnTo>
                    <a:pt x="2124860" y="202805"/>
                  </a:lnTo>
                  <a:lnTo>
                    <a:pt x="2124874" y="202754"/>
                  </a:lnTo>
                  <a:lnTo>
                    <a:pt x="2124892" y="202720"/>
                  </a:lnTo>
                  <a:lnTo>
                    <a:pt x="2124917" y="202691"/>
                  </a:lnTo>
                  <a:lnTo>
                    <a:pt x="2124936" y="202670"/>
                  </a:lnTo>
                  <a:lnTo>
                    <a:pt x="2124985" y="202636"/>
                  </a:lnTo>
                  <a:lnTo>
                    <a:pt x="2125018" y="202620"/>
                  </a:lnTo>
                  <a:lnTo>
                    <a:pt x="2125034" y="202615"/>
                  </a:lnTo>
                  <a:lnTo>
                    <a:pt x="2125087" y="202597"/>
                  </a:lnTo>
                  <a:lnTo>
                    <a:pt x="2125131" y="202590"/>
                  </a:lnTo>
                  <a:lnTo>
                    <a:pt x="2125163" y="202587"/>
                  </a:lnTo>
                  <a:lnTo>
                    <a:pt x="2125189" y="202588"/>
                  </a:lnTo>
                  <a:lnTo>
                    <a:pt x="2125252" y="202613"/>
                  </a:lnTo>
                  <a:lnTo>
                    <a:pt x="2125307" y="202628"/>
                  </a:lnTo>
                  <a:lnTo>
                    <a:pt x="2125313" y="202624"/>
                  </a:lnTo>
                  <a:lnTo>
                    <a:pt x="2125315" y="202563"/>
                  </a:lnTo>
                  <a:lnTo>
                    <a:pt x="2125289" y="202451"/>
                  </a:lnTo>
                  <a:lnTo>
                    <a:pt x="2125280" y="202418"/>
                  </a:lnTo>
                  <a:lnTo>
                    <a:pt x="2125220" y="202336"/>
                  </a:lnTo>
                  <a:lnTo>
                    <a:pt x="2125165" y="202319"/>
                  </a:lnTo>
                  <a:lnTo>
                    <a:pt x="2125128" y="202275"/>
                  </a:lnTo>
                  <a:lnTo>
                    <a:pt x="2125128" y="202249"/>
                  </a:lnTo>
                  <a:lnTo>
                    <a:pt x="2125149" y="202227"/>
                  </a:lnTo>
                  <a:lnTo>
                    <a:pt x="2125211" y="202147"/>
                  </a:lnTo>
                  <a:lnTo>
                    <a:pt x="2125255" y="202073"/>
                  </a:lnTo>
                  <a:lnTo>
                    <a:pt x="2125304" y="201991"/>
                  </a:lnTo>
                  <a:lnTo>
                    <a:pt x="2125322" y="201963"/>
                  </a:lnTo>
                  <a:lnTo>
                    <a:pt x="2125337" y="201949"/>
                  </a:lnTo>
                  <a:lnTo>
                    <a:pt x="2125341" y="201946"/>
                  </a:lnTo>
                  <a:lnTo>
                    <a:pt x="2125354" y="201939"/>
                  </a:lnTo>
                  <a:lnTo>
                    <a:pt x="2125368" y="201934"/>
                  </a:lnTo>
                  <a:lnTo>
                    <a:pt x="2125379" y="201934"/>
                  </a:lnTo>
                  <a:lnTo>
                    <a:pt x="2125396" y="201939"/>
                  </a:lnTo>
                  <a:lnTo>
                    <a:pt x="2125512" y="201995"/>
                  </a:lnTo>
                  <a:lnTo>
                    <a:pt x="2125531" y="202007"/>
                  </a:lnTo>
                  <a:lnTo>
                    <a:pt x="2125545" y="202023"/>
                  </a:lnTo>
                  <a:lnTo>
                    <a:pt x="2125553" y="202048"/>
                  </a:lnTo>
                  <a:lnTo>
                    <a:pt x="2125565" y="202077"/>
                  </a:lnTo>
                  <a:lnTo>
                    <a:pt x="2125580" y="202098"/>
                  </a:lnTo>
                  <a:lnTo>
                    <a:pt x="2125626" y="202150"/>
                  </a:lnTo>
                  <a:lnTo>
                    <a:pt x="2125644" y="202163"/>
                  </a:lnTo>
                  <a:lnTo>
                    <a:pt x="2125662" y="202170"/>
                  </a:lnTo>
                  <a:lnTo>
                    <a:pt x="2125688" y="202176"/>
                  </a:lnTo>
                  <a:lnTo>
                    <a:pt x="2125707" y="202178"/>
                  </a:lnTo>
                  <a:lnTo>
                    <a:pt x="2125731" y="202176"/>
                  </a:lnTo>
                  <a:lnTo>
                    <a:pt x="2125751" y="202171"/>
                  </a:lnTo>
                  <a:lnTo>
                    <a:pt x="2125768" y="202160"/>
                  </a:lnTo>
                  <a:lnTo>
                    <a:pt x="2125771" y="202155"/>
                  </a:lnTo>
                  <a:lnTo>
                    <a:pt x="2125796" y="202146"/>
                  </a:lnTo>
                  <a:lnTo>
                    <a:pt x="2125887" y="202063"/>
                  </a:lnTo>
                  <a:lnTo>
                    <a:pt x="2125973" y="201953"/>
                  </a:lnTo>
                  <a:lnTo>
                    <a:pt x="2125978" y="201944"/>
                  </a:lnTo>
                  <a:lnTo>
                    <a:pt x="2125991" y="201929"/>
                  </a:lnTo>
                  <a:lnTo>
                    <a:pt x="2125991" y="201916"/>
                  </a:lnTo>
                  <a:lnTo>
                    <a:pt x="2125987" y="201904"/>
                  </a:lnTo>
                  <a:lnTo>
                    <a:pt x="2125781" y="201728"/>
                  </a:lnTo>
                  <a:lnTo>
                    <a:pt x="2125767" y="201721"/>
                  </a:lnTo>
                  <a:lnTo>
                    <a:pt x="2125748" y="201716"/>
                  </a:lnTo>
                  <a:lnTo>
                    <a:pt x="2125725" y="201715"/>
                  </a:lnTo>
                  <a:lnTo>
                    <a:pt x="2125687" y="201717"/>
                  </a:lnTo>
                  <a:lnTo>
                    <a:pt x="2125664" y="201715"/>
                  </a:lnTo>
                  <a:lnTo>
                    <a:pt x="2125648" y="201707"/>
                  </a:lnTo>
                  <a:lnTo>
                    <a:pt x="2125640" y="201701"/>
                  </a:lnTo>
                  <a:lnTo>
                    <a:pt x="2125634" y="201691"/>
                  </a:lnTo>
                  <a:lnTo>
                    <a:pt x="2125629" y="201671"/>
                  </a:lnTo>
                  <a:lnTo>
                    <a:pt x="2125632" y="201650"/>
                  </a:lnTo>
                  <a:lnTo>
                    <a:pt x="2125650" y="201508"/>
                  </a:lnTo>
                  <a:lnTo>
                    <a:pt x="2125651" y="201497"/>
                  </a:lnTo>
                  <a:lnTo>
                    <a:pt x="2125677" y="201436"/>
                  </a:lnTo>
                  <a:lnTo>
                    <a:pt x="2125699" y="201398"/>
                  </a:lnTo>
                  <a:lnTo>
                    <a:pt x="2125695" y="201352"/>
                  </a:lnTo>
                  <a:lnTo>
                    <a:pt x="2125614" y="201234"/>
                  </a:lnTo>
                  <a:lnTo>
                    <a:pt x="2125613" y="201208"/>
                  </a:lnTo>
                  <a:lnTo>
                    <a:pt x="2125575" y="201191"/>
                  </a:lnTo>
                  <a:lnTo>
                    <a:pt x="2125514" y="201200"/>
                  </a:lnTo>
                  <a:lnTo>
                    <a:pt x="2125453" y="201213"/>
                  </a:lnTo>
                  <a:lnTo>
                    <a:pt x="2125386" y="201208"/>
                  </a:lnTo>
                  <a:lnTo>
                    <a:pt x="2125277" y="201117"/>
                  </a:lnTo>
                  <a:lnTo>
                    <a:pt x="2125257" y="201105"/>
                  </a:lnTo>
                  <a:lnTo>
                    <a:pt x="2125242" y="201086"/>
                  </a:lnTo>
                  <a:lnTo>
                    <a:pt x="2125166" y="200987"/>
                  </a:lnTo>
                  <a:lnTo>
                    <a:pt x="2125161" y="200974"/>
                  </a:lnTo>
                  <a:lnTo>
                    <a:pt x="2125132" y="200830"/>
                  </a:lnTo>
                  <a:lnTo>
                    <a:pt x="2125135" y="200816"/>
                  </a:lnTo>
                  <a:lnTo>
                    <a:pt x="2125148" y="200806"/>
                  </a:lnTo>
                  <a:lnTo>
                    <a:pt x="2125187" y="200780"/>
                  </a:lnTo>
                  <a:lnTo>
                    <a:pt x="2125230" y="200755"/>
                  </a:lnTo>
                  <a:lnTo>
                    <a:pt x="2125252" y="200745"/>
                  </a:lnTo>
                  <a:lnTo>
                    <a:pt x="2125277" y="200738"/>
                  </a:lnTo>
                  <a:lnTo>
                    <a:pt x="2125504" y="200709"/>
                  </a:lnTo>
                  <a:lnTo>
                    <a:pt x="2125636" y="200692"/>
                  </a:lnTo>
                  <a:lnTo>
                    <a:pt x="2125872" y="200662"/>
                  </a:lnTo>
                  <a:lnTo>
                    <a:pt x="2125921" y="200659"/>
                  </a:lnTo>
                  <a:lnTo>
                    <a:pt x="2125983" y="200660"/>
                  </a:lnTo>
                  <a:lnTo>
                    <a:pt x="2126016" y="200664"/>
                  </a:lnTo>
                  <a:lnTo>
                    <a:pt x="2126049" y="200672"/>
                  </a:lnTo>
                  <a:lnTo>
                    <a:pt x="2126116" y="200696"/>
                  </a:lnTo>
                  <a:lnTo>
                    <a:pt x="2126180" y="200728"/>
                  </a:lnTo>
                  <a:lnTo>
                    <a:pt x="2126239" y="200758"/>
                  </a:lnTo>
                  <a:lnTo>
                    <a:pt x="2126293" y="200788"/>
                  </a:lnTo>
                  <a:lnTo>
                    <a:pt x="2126342" y="200819"/>
                  </a:lnTo>
                  <a:lnTo>
                    <a:pt x="2126364" y="200839"/>
                  </a:lnTo>
                  <a:lnTo>
                    <a:pt x="2126388" y="200868"/>
                  </a:lnTo>
                  <a:lnTo>
                    <a:pt x="2126408" y="200891"/>
                  </a:lnTo>
                  <a:lnTo>
                    <a:pt x="2126435" y="200913"/>
                  </a:lnTo>
                  <a:lnTo>
                    <a:pt x="2126458" y="200928"/>
                  </a:lnTo>
                  <a:lnTo>
                    <a:pt x="2126485" y="200941"/>
                  </a:lnTo>
                  <a:lnTo>
                    <a:pt x="2126520" y="200950"/>
                  </a:lnTo>
                  <a:lnTo>
                    <a:pt x="2126555" y="200955"/>
                  </a:lnTo>
                  <a:lnTo>
                    <a:pt x="2126595" y="200959"/>
                  </a:lnTo>
                  <a:lnTo>
                    <a:pt x="2126734" y="200972"/>
                  </a:lnTo>
                  <a:lnTo>
                    <a:pt x="2126784" y="200974"/>
                  </a:lnTo>
                  <a:lnTo>
                    <a:pt x="2126818" y="200971"/>
                  </a:lnTo>
                  <a:lnTo>
                    <a:pt x="2127034" y="200949"/>
                  </a:lnTo>
                  <a:lnTo>
                    <a:pt x="2127064" y="200942"/>
                  </a:lnTo>
                  <a:lnTo>
                    <a:pt x="2127444" y="200851"/>
                  </a:lnTo>
                  <a:lnTo>
                    <a:pt x="2127444" y="200842"/>
                  </a:lnTo>
                  <a:lnTo>
                    <a:pt x="2127486" y="200841"/>
                  </a:lnTo>
                  <a:lnTo>
                    <a:pt x="2127538" y="200838"/>
                  </a:lnTo>
                  <a:lnTo>
                    <a:pt x="2127559" y="200832"/>
                  </a:lnTo>
                  <a:lnTo>
                    <a:pt x="2127571" y="200821"/>
                  </a:lnTo>
                  <a:lnTo>
                    <a:pt x="2127579" y="200803"/>
                  </a:lnTo>
                  <a:lnTo>
                    <a:pt x="2127578" y="200774"/>
                  </a:lnTo>
                  <a:lnTo>
                    <a:pt x="2127567" y="200758"/>
                  </a:lnTo>
                  <a:lnTo>
                    <a:pt x="2127547" y="200750"/>
                  </a:lnTo>
                  <a:lnTo>
                    <a:pt x="2127517" y="200746"/>
                  </a:lnTo>
                  <a:lnTo>
                    <a:pt x="2127471" y="200743"/>
                  </a:lnTo>
                  <a:lnTo>
                    <a:pt x="2127420" y="200737"/>
                  </a:lnTo>
                  <a:lnTo>
                    <a:pt x="2127394" y="200729"/>
                  </a:lnTo>
                  <a:lnTo>
                    <a:pt x="2127371" y="200716"/>
                  </a:lnTo>
                  <a:lnTo>
                    <a:pt x="2127360" y="200702"/>
                  </a:lnTo>
                  <a:lnTo>
                    <a:pt x="2127355" y="200684"/>
                  </a:lnTo>
                  <a:lnTo>
                    <a:pt x="2127356" y="200678"/>
                  </a:lnTo>
                  <a:lnTo>
                    <a:pt x="2127356" y="200669"/>
                  </a:lnTo>
                  <a:lnTo>
                    <a:pt x="2127366" y="200651"/>
                  </a:lnTo>
                  <a:lnTo>
                    <a:pt x="2127537" y="200461"/>
                  </a:lnTo>
                  <a:lnTo>
                    <a:pt x="2127552" y="200448"/>
                  </a:lnTo>
                  <a:lnTo>
                    <a:pt x="2127576" y="200433"/>
                  </a:lnTo>
                  <a:lnTo>
                    <a:pt x="2127598" y="200421"/>
                  </a:lnTo>
                  <a:lnTo>
                    <a:pt x="2127679" y="200388"/>
                  </a:lnTo>
                  <a:lnTo>
                    <a:pt x="2127705" y="200380"/>
                  </a:lnTo>
                  <a:lnTo>
                    <a:pt x="2127736" y="200373"/>
                  </a:lnTo>
                  <a:lnTo>
                    <a:pt x="2127769" y="200366"/>
                  </a:lnTo>
                  <a:lnTo>
                    <a:pt x="2127801" y="200360"/>
                  </a:lnTo>
                  <a:lnTo>
                    <a:pt x="2127833" y="200359"/>
                  </a:lnTo>
                  <a:lnTo>
                    <a:pt x="2127875" y="200360"/>
                  </a:lnTo>
                  <a:lnTo>
                    <a:pt x="2127906" y="200363"/>
                  </a:lnTo>
                  <a:lnTo>
                    <a:pt x="2127947" y="200370"/>
                  </a:lnTo>
                  <a:lnTo>
                    <a:pt x="2127992" y="200381"/>
                  </a:lnTo>
                  <a:lnTo>
                    <a:pt x="2128022" y="200388"/>
                  </a:lnTo>
                  <a:lnTo>
                    <a:pt x="2128043" y="200397"/>
                  </a:lnTo>
                  <a:lnTo>
                    <a:pt x="2128285" y="200419"/>
                  </a:lnTo>
                  <a:lnTo>
                    <a:pt x="2128400" y="200410"/>
                  </a:lnTo>
                  <a:lnTo>
                    <a:pt x="2128418" y="200408"/>
                  </a:lnTo>
                  <a:lnTo>
                    <a:pt x="2128503" y="200407"/>
                  </a:lnTo>
                  <a:lnTo>
                    <a:pt x="2128627" y="200409"/>
                  </a:lnTo>
                  <a:lnTo>
                    <a:pt x="2128722" y="200379"/>
                  </a:lnTo>
                  <a:lnTo>
                    <a:pt x="2128729" y="200368"/>
                  </a:lnTo>
                  <a:lnTo>
                    <a:pt x="2128751" y="200331"/>
                  </a:lnTo>
                  <a:lnTo>
                    <a:pt x="2128788" y="200297"/>
                  </a:lnTo>
                  <a:lnTo>
                    <a:pt x="2128794" y="200291"/>
                  </a:lnTo>
                  <a:lnTo>
                    <a:pt x="2128815" y="200284"/>
                  </a:lnTo>
                  <a:lnTo>
                    <a:pt x="2128842" y="200290"/>
                  </a:lnTo>
                  <a:lnTo>
                    <a:pt x="2128884" y="200301"/>
                  </a:lnTo>
                  <a:lnTo>
                    <a:pt x="2128892" y="200303"/>
                  </a:lnTo>
                  <a:lnTo>
                    <a:pt x="2128926" y="200339"/>
                  </a:lnTo>
                  <a:lnTo>
                    <a:pt x="2128917" y="200391"/>
                  </a:lnTo>
                  <a:lnTo>
                    <a:pt x="2128909" y="200441"/>
                  </a:lnTo>
                  <a:lnTo>
                    <a:pt x="2128907" y="200510"/>
                  </a:lnTo>
                  <a:lnTo>
                    <a:pt x="2128924" y="200538"/>
                  </a:lnTo>
                  <a:lnTo>
                    <a:pt x="2128938" y="200560"/>
                  </a:lnTo>
                  <a:lnTo>
                    <a:pt x="2128944" y="200569"/>
                  </a:lnTo>
                  <a:lnTo>
                    <a:pt x="2128993" y="200607"/>
                  </a:lnTo>
                  <a:lnTo>
                    <a:pt x="2129010" y="200621"/>
                  </a:lnTo>
                  <a:lnTo>
                    <a:pt x="2129120" y="200885"/>
                  </a:lnTo>
                  <a:lnTo>
                    <a:pt x="2129136" y="200909"/>
                  </a:lnTo>
                  <a:lnTo>
                    <a:pt x="2129153" y="200922"/>
                  </a:lnTo>
                  <a:lnTo>
                    <a:pt x="2129171" y="200931"/>
                  </a:lnTo>
                  <a:lnTo>
                    <a:pt x="2129204" y="200937"/>
                  </a:lnTo>
                  <a:lnTo>
                    <a:pt x="2129236" y="200941"/>
                  </a:lnTo>
                  <a:lnTo>
                    <a:pt x="2129262" y="200939"/>
                  </a:lnTo>
                  <a:lnTo>
                    <a:pt x="2129285" y="200933"/>
                  </a:lnTo>
                  <a:lnTo>
                    <a:pt x="2129309" y="200919"/>
                  </a:lnTo>
                  <a:lnTo>
                    <a:pt x="2129341" y="200893"/>
                  </a:lnTo>
                  <a:lnTo>
                    <a:pt x="2129372" y="200867"/>
                  </a:lnTo>
                  <a:lnTo>
                    <a:pt x="2129401" y="200843"/>
                  </a:lnTo>
                  <a:lnTo>
                    <a:pt x="2129572" y="200715"/>
                  </a:lnTo>
                  <a:lnTo>
                    <a:pt x="2129627" y="200675"/>
                  </a:lnTo>
                  <a:lnTo>
                    <a:pt x="2129643" y="200667"/>
                  </a:lnTo>
                  <a:lnTo>
                    <a:pt x="2129671" y="200659"/>
                  </a:lnTo>
                  <a:lnTo>
                    <a:pt x="2129702" y="200654"/>
                  </a:lnTo>
                  <a:lnTo>
                    <a:pt x="2129722" y="200654"/>
                  </a:lnTo>
                  <a:lnTo>
                    <a:pt x="2129757" y="200658"/>
                  </a:lnTo>
                  <a:lnTo>
                    <a:pt x="2129782" y="200660"/>
                  </a:lnTo>
                  <a:lnTo>
                    <a:pt x="2129804" y="200659"/>
                  </a:lnTo>
                  <a:lnTo>
                    <a:pt x="2129823" y="200655"/>
                  </a:lnTo>
                  <a:lnTo>
                    <a:pt x="2129830" y="200650"/>
                  </a:lnTo>
                  <a:lnTo>
                    <a:pt x="2129835" y="200639"/>
                  </a:lnTo>
                  <a:lnTo>
                    <a:pt x="2129832" y="200624"/>
                  </a:lnTo>
                  <a:lnTo>
                    <a:pt x="2129691" y="200464"/>
                  </a:lnTo>
                  <a:lnTo>
                    <a:pt x="2129675" y="200447"/>
                  </a:lnTo>
                  <a:lnTo>
                    <a:pt x="2129658" y="200436"/>
                  </a:lnTo>
                  <a:lnTo>
                    <a:pt x="2129632" y="200388"/>
                  </a:lnTo>
                  <a:lnTo>
                    <a:pt x="2129593" y="200306"/>
                  </a:lnTo>
                  <a:lnTo>
                    <a:pt x="2129582" y="200285"/>
                  </a:lnTo>
                  <a:lnTo>
                    <a:pt x="2129523" y="200239"/>
                  </a:lnTo>
                  <a:lnTo>
                    <a:pt x="2129421" y="200148"/>
                  </a:lnTo>
                  <a:lnTo>
                    <a:pt x="2129421" y="200136"/>
                  </a:lnTo>
                  <a:lnTo>
                    <a:pt x="2129421" y="200122"/>
                  </a:lnTo>
                  <a:lnTo>
                    <a:pt x="2129449" y="200078"/>
                  </a:lnTo>
                  <a:lnTo>
                    <a:pt x="2129459" y="200068"/>
                  </a:lnTo>
                  <a:lnTo>
                    <a:pt x="2129565" y="199971"/>
                  </a:lnTo>
                  <a:lnTo>
                    <a:pt x="2129662" y="199921"/>
                  </a:lnTo>
                  <a:lnTo>
                    <a:pt x="2129734" y="199892"/>
                  </a:lnTo>
                  <a:lnTo>
                    <a:pt x="2129763" y="199881"/>
                  </a:lnTo>
                  <a:lnTo>
                    <a:pt x="2129770" y="199878"/>
                  </a:lnTo>
                  <a:lnTo>
                    <a:pt x="2129813" y="199890"/>
                  </a:lnTo>
                  <a:lnTo>
                    <a:pt x="2129846" y="199911"/>
                  </a:lnTo>
                  <a:lnTo>
                    <a:pt x="2129898" y="199951"/>
                  </a:lnTo>
                  <a:lnTo>
                    <a:pt x="2129956" y="200005"/>
                  </a:lnTo>
                  <a:lnTo>
                    <a:pt x="2129999" y="200058"/>
                  </a:lnTo>
                  <a:lnTo>
                    <a:pt x="2130039" y="200092"/>
                  </a:lnTo>
                  <a:lnTo>
                    <a:pt x="2130052" y="200098"/>
                  </a:lnTo>
                  <a:lnTo>
                    <a:pt x="2130070" y="200102"/>
                  </a:lnTo>
                  <a:lnTo>
                    <a:pt x="2130092" y="200102"/>
                  </a:lnTo>
                  <a:lnTo>
                    <a:pt x="2130472" y="200076"/>
                  </a:lnTo>
                  <a:lnTo>
                    <a:pt x="2130490" y="200073"/>
                  </a:lnTo>
                  <a:lnTo>
                    <a:pt x="2130504" y="200065"/>
                  </a:lnTo>
                  <a:lnTo>
                    <a:pt x="2130512" y="200057"/>
                  </a:lnTo>
                  <a:lnTo>
                    <a:pt x="2130519" y="200040"/>
                  </a:lnTo>
                  <a:lnTo>
                    <a:pt x="2130520" y="200020"/>
                  </a:lnTo>
                  <a:lnTo>
                    <a:pt x="2130514" y="199984"/>
                  </a:lnTo>
                  <a:lnTo>
                    <a:pt x="2130504" y="199943"/>
                  </a:lnTo>
                  <a:lnTo>
                    <a:pt x="2130486" y="199889"/>
                  </a:lnTo>
                  <a:lnTo>
                    <a:pt x="2130470" y="199857"/>
                  </a:lnTo>
                  <a:lnTo>
                    <a:pt x="2130449" y="199830"/>
                  </a:lnTo>
                  <a:lnTo>
                    <a:pt x="2130427" y="199811"/>
                  </a:lnTo>
                  <a:lnTo>
                    <a:pt x="2130409" y="199799"/>
                  </a:lnTo>
                  <a:lnTo>
                    <a:pt x="2130386" y="199789"/>
                  </a:lnTo>
                  <a:lnTo>
                    <a:pt x="2130351" y="199777"/>
                  </a:lnTo>
                  <a:lnTo>
                    <a:pt x="2130297" y="199762"/>
                  </a:lnTo>
                  <a:lnTo>
                    <a:pt x="2130243" y="199743"/>
                  </a:lnTo>
                  <a:lnTo>
                    <a:pt x="2130120" y="199694"/>
                  </a:lnTo>
                  <a:lnTo>
                    <a:pt x="2130065" y="199672"/>
                  </a:lnTo>
                  <a:lnTo>
                    <a:pt x="2130028" y="199650"/>
                  </a:lnTo>
                  <a:lnTo>
                    <a:pt x="2130006" y="199631"/>
                  </a:lnTo>
                  <a:lnTo>
                    <a:pt x="2129994" y="199614"/>
                  </a:lnTo>
                  <a:lnTo>
                    <a:pt x="2129986" y="199596"/>
                  </a:lnTo>
                  <a:lnTo>
                    <a:pt x="2129982" y="199574"/>
                  </a:lnTo>
                  <a:lnTo>
                    <a:pt x="2129951" y="199233"/>
                  </a:lnTo>
                  <a:lnTo>
                    <a:pt x="2129950" y="199215"/>
                  </a:lnTo>
                  <a:lnTo>
                    <a:pt x="2129957" y="199200"/>
                  </a:lnTo>
                  <a:lnTo>
                    <a:pt x="2129980" y="199186"/>
                  </a:lnTo>
                  <a:lnTo>
                    <a:pt x="2130003" y="199178"/>
                  </a:lnTo>
                  <a:lnTo>
                    <a:pt x="2130092" y="199159"/>
                  </a:lnTo>
                  <a:lnTo>
                    <a:pt x="2130118" y="199076"/>
                  </a:lnTo>
                  <a:lnTo>
                    <a:pt x="2130108" y="198987"/>
                  </a:lnTo>
                  <a:lnTo>
                    <a:pt x="2130091" y="198980"/>
                  </a:lnTo>
                  <a:lnTo>
                    <a:pt x="2130070" y="198964"/>
                  </a:lnTo>
                  <a:lnTo>
                    <a:pt x="2130056" y="198946"/>
                  </a:lnTo>
                  <a:lnTo>
                    <a:pt x="2129894" y="198723"/>
                  </a:lnTo>
                  <a:lnTo>
                    <a:pt x="2129888" y="198713"/>
                  </a:lnTo>
                  <a:lnTo>
                    <a:pt x="2129886" y="198694"/>
                  </a:lnTo>
                  <a:lnTo>
                    <a:pt x="2129893" y="198675"/>
                  </a:lnTo>
                  <a:lnTo>
                    <a:pt x="2129927" y="198632"/>
                  </a:lnTo>
                  <a:lnTo>
                    <a:pt x="2129975" y="198549"/>
                  </a:lnTo>
                  <a:lnTo>
                    <a:pt x="2130026" y="198441"/>
                  </a:lnTo>
                  <a:lnTo>
                    <a:pt x="2130037" y="198371"/>
                  </a:lnTo>
                  <a:lnTo>
                    <a:pt x="2130041" y="198346"/>
                  </a:lnTo>
                  <a:lnTo>
                    <a:pt x="2130093" y="198299"/>
                  </a:lnTo>
                  <a:lnTo>
                    <a:pt x="2130104" y="198289"/>
                  </a:lnTo>
                  <a:lnTo>
                    <a:pt x="2130289" y="198218"/>
                  </a:lnTo>
                  <a:lnTo>
                    <a:pt x="2130475" y="198104"/>
                  </a:lnTo>
                  <a:lnTo>
                    <a:pt x="2130617" y="198007"/>
                  </a:lnTo>
                  <a:lnTo>
                    <a:pt x="2130640" y="197996"/>
                  </a:lnTo>
                  <a:lnTo>
                    <a:pt x="2130671" y="197987"/>
                  </a:lnTo>
                  <a:lnTo>
                    <a:pt x="2130904" y="197927"/>
                  </a:lnTo>
                  <a:lnTo>
                    <a:pt x="2130948" y="197918"/>
                  </a:lnTo>
                  <a:lnTo>
                    <a:pt x="2130964" y="197916"/>
                  </a:lnTo>
                  <a:lnTo>
                    <a:pt x="2131003" y="197913"/>
                  </a:lnTo>
                  <a:lnTo>
                    <a:pt x="2131047" y="197917"/>
                  </a:lnTo>
                  <a:lnTo>
                    <a:pt x="2131078" y="197925"/>
                  </a:lnTo>
                  <a:lnTo>
                    <a:pt x="2131100" y="197935"/>
                  </a:lnTo>
                  <a:lnTo>
                    <a:pt x="2131133" y="197955"/>
                  </a:lnTo>
                  <a:lnTo>
                    <a:pt x="2131176" y="197988"/>
                  </a:lnTo>
                  <a:lnTo>
                    <a:pt x="2131223" y="198021"/>
                  </a:lnTo>
                  <a:lnTo>
                    <a:pt x="2131258" y="198037"/>
                  </a:lnTo>
                  <a:lnTo>
                    <a:pt x="2131302" y="198047"/>
                  </a:lnTo>
                  <a:lnTo>
                    <a:pt x="2131339" y="198050"/>
                  </a:lnTo>
                  <a:lnTo>
                    <a:pt x="2131376" y="198045"/>
                  </a:lnTo>
                  <a:lnTo>
                    <a:pt x="2131414" y="198030"/>
                  </a:lnTo>
                  <a:lnTo>
                    <a:pt x="2131656" y="197919"/>
                  </a:lnTo>
                  <a:lnTo>
                    <a:pt x="2131699" y="197899"/>
                  </a:lnTo>
                  <a:lnTo>
                    <a:pt x="2131706" y="197894"/>
                  </a:lnTo>
                  <a:lnTo>
                    <a:pt x="2131741" y="197871"/>
                  </a:lnTo>
                  <a:lnTo>
                    <a:pt x="2131764" y="197850"/>
                  </a:lnTo>
                  <a:lnTo>
                    <a:pt x="2131776" y="197834"/>
                  </a:lnTo>
                  <a:lnTo>
                    <a:pt x="2131782" y="197812"/>
                  </a:lnTo>
                  <a:lnTo>
                    <a:pt x="2131776" y="197792"/>
                  </a:lnTo>
                  <a:lnTo>
                    <a:pt x="2131763" y="197778"/>
                  </a:lnTo>
                  <a:lnTo>
                    <a:pt x="2131751" y="197770"/>
                  </a:lnTo>
                  <a:lnTo>
                    <a:pt x="2131747" y="197763"/>
                  </a:lnTo>
                  <a:lnTo>
                    <a:pt x="2131746" y="197747"/>
                  </a:lnTo>
                  <a:lnTo>
                    <a:pt x="2131755" y="197718"/>
                  </a:lnTo>
                  <a:lnTo>
                    <a:pt x="2131780" y="197677"/>
                  </a:lnTo>
                  <a:lnTo>
                    <a:pt x="2131815" y="197648"/>
                  </a:lnTo>
                  <a:lnTo>
                    <a:pt x="2131830" y="197640"/>
                  </a:lnTo>
                  <a:lnTo>
                    <a:pt x="2131855" y="197633"/>
                  </a:lnTo>
                  <a:lnTo>
                    <a:pt x="2131895" y="197622"/>
                  </a:lnTo>
                  <a:lnTo>
                    <a:pt x="2131949" y="197606"/>
                  </a:lnTo>
                  <a:lnTo>
                    <a:pt x="2131999" y="197584"/>
                  </a:lnTo>
                  <a:lnTo>
                    <a:pt x="2132034" y="197564"/>
                  </a:lnTo>
                  <a:lnTo>
                    <a:pt x="2132063" y="197541"/>
                  </a:lnTo>
                  <a:lnTo>
                    <a:pt x="2132074" y="197522"/>
                  </a:lnTo>
                  <a:lnTo>
                    <a:pt x="2132077" y="197504"/>
                  </a:lnTo>
                  <a:lnTo>
                    <a:pt x="2132071" y="197490"/>
                  </a:lnTo>
                  <a:lnTo>
                    <a:pt x="2132056" y="197479"/>
                  </a:lnTo>
                  <a:lnTo>
                    <a:pt x="2132037" y="197468"/>
                  </a:lnTo>
                  <a:lnTo>
                    <a:pt x="2131995" y="197452"/>
                  </a:lnTo>
                  <a:lnTo>
                    <a:pt x="2131964" y="197442"/>
                  </a:lnTo>
                  <a:lnTo>
                    <a:pt x="2131939" y="197441"/>
                  </a:lnTo>
                  <a:lnTo>
                    <a:pt x="2131911" y="197444"/>
                  </a:lnTo>
                  <a:lnTo>
                    <a:pt x="2131887" y="197442"/>
                  </a:lnTo>
                  <a:lnTo>
                    <a:pt x="2131874" y="197435"/>
                  </a:lnTo>
                  <a:lnTo>
                    <a:pt x="2131862" y="197423"/>
                  </a:lnTo>
                  <a:lnTo>
                    <a:pt x="2131860" y="197408"/>
                  </a:lnTo>
                  <a:lnTo>
                    <a:pt x="2131865" y="197389"/>
                  </a:lnTo>
                  <a:lnTo>
                    <a:pt x="2131879" y="197366"/>
                  </a:lnTo>
                  <a:lnTo>
                    <a:pt x="2131903" y="197342"/>
                  </a:lnTo>
                  <a:lnTo>
                    <a:pt x="2131933" y="197324"/>
                  </a:lnTo>
                  <a:lnTo>
                    <a:pt x="2131958" y="197317"/>
                  </a:lnTo>
                  <a:lnTo>
                    <a:pt x="2131992" y="197313"/>
                  </a:lnTo>
                  <a:lnTo>
                    <a:pt x="2132021" y="197307"/>
                  </a:lnTo>
                  <a:lnTo>
                    <a:pt x="2132043" y="197300"/>
                  </a:lnTo>
                  <a:lnTo>
                    <a:pt x="2132054" y="197290"/>
                  </a:lnTo>
                  <a:lnTo>
                    <a:pt x="2132058" y="197277"/>
                  </a:lnTo>
                  <a:lnTo>
                    <a:pt x="2132055" y="197260"/>
                  </a:lnTo>
                  <a:lnTo>
                    <a:pt x="2132045" y="197246"/>
                  </a:lnTo>
                  <a:lnTo>
                    <a:pt x="2132019" y="197215"/>
                  </a:lnTo>
                  <a:lnTo>
                    <a:pt x="2131936" y="197120"/>
                  </a:lnTo>
                  <a:lnTo>
                    <a:pt x="2131914" y="197097"/>
                  </a:lnTo>
                  <a:lnTo>
                    <a:pt x="2131882" y="197074"/>
                  </a:lnTo>
                  <a:lnTo>
                    <a:pt x="2131922" y="197019"/>
                  </a:lnTo>
                  <a:lnTo>
                    <a:pt x="2132039" y="196856"/>
                  </a:lnTo>
                  <a:lnTo>
                    <a:pt x="2132063" y="196826"/>
                  </a:lnTo>
                  <a:lnTo>
                    <a:pt x="2132086" y="196807"/>
                  </a:lnTo>
                  <a:lnTo>
                    <a:pt x="2132133" y="196786"/>
                  </a:lnTo>
                  <a:lnTo>
                    <a:pt x="2132170" y="196775"/>
                  </a:lnTo>
                  <a:lnTo>
                    <a:pt x="2132338" y="196744"/>
                  </a:lnTo>
                  <a:lnTo>
                    <a:pt x="2132350" y="196743"/>
                  </a:lnTo>
                  <a:lnTo>
                    <a:pt x="2132375" y="196746"/>
                  </a:lnTo>
                  <a:lnTo>
                    <a:pt x="2132616" y="196792"/>
                  </a:lnTo>
                  <a:lnTo>
                    <a:pt x="2132638" y="196798"/>
                  </a:lnTo>
                  <a:lnTo>
                    <a:pt x="2132909" y="196707"/>
                  </a:lnTo>
                  <a:lnTo>
                    <a:pt x="2132921" y="196694"/>
                  </a:lnTo>
                  <a:lnTo>
                    <a:pt x="2132938" y="196681"/>
                  </a:lnTo>
                  <a:lnTo>
                    <a:pt x="2132953" y="196670"/>
                  </a:lnTo>
                  <a:lnTo>
                    <a:pt x="2133135" y="196564"/>
                  </a:lnTo>
                  <a:lnTo>
                    <a:pt x="2133154" y="196555"/>
                  </a:lnTo>
                  <a:lnTo>
                    <a:pt x="2133172" y="196550"/>
                  </a:lnTo>
                  <a:lnTo>
                    <a:pt x="2133192" y="196548"/>
                  </a:lnTo>
                  <a:lnTo>
                    <a:pt x="2133211" y="196550"/>
                  </a:lnTo>
                  <a:lnTo>
                    <a:pt x="2133542" y="196619"/>
                  </a:lnTo>
                  <a:lnTo>
                    <a:pt x="2133567" y="196627"/>
                  </a:lnTo>
                  <a:lnTo>
                    <a:pt x="2133588" y="196638"/>
                  </a:lnTo>
                  <a:lnTo>
                    <a:pt x="2133601" y="196653"/>
                  </a:lnTo>
                  <a:lnTo>
                    <a:pt x="2133606" y="196670"/>
                  </a:lnTo>
                  <a:lnTo>
                    <a:pt x="2133606" y="196715"/>
                  </a:lnTo>
                  <a:lnTo>
                    <a:pt x="2133611" y="196766"/>
                  </a:lnTo>
                  <a:lnTo>
                    <a:pt x="2133617" y="196775"/>
                  </a:lnTo>
                  <a:lnTo>
                    <a:pt x="2133634" y="196779"/>
                  </a:lnTo>
                  <a:lnTo>
                    <a:pt x="2133649" y="196777"/>
                  </a:lnTo>
                  <a:lnTo>
                    <a:pt x="2133665" y="196772"/>
                  </a:lnTo>
                  <a:lnTo>
                    <a:pt x="2133679" y="196762"/>
                  </a:lnTo>
                  <a:lnTo>
                    <a:pt x="2133690" y="196745"/>
                  </a:lnTo>
                  <a:lnTo>
                    <a:pt x="2133697" y="196726"/>
                  </a:lnTo>
                  <a:lnTo>
                    <a:pt x="2133698" y="196698"/>
                  </a:lnTo>
                  <a:lnTo>
                    <a:pt x="2133686" y="196646"/>
                  </a:lnTo>
                  <a:lnTo>
                    <a:pt x="2133670" y="196620"/>
                  </a:lnTo>
                  <a:lnTo>
                    <a:pt x="2133655" y="196606"/>
                  </a:lnTo>
                  <a:lnTo>
                    <a:pt x="2133427" y="196422"/>
                  </a:lnTo>
                  <a:lnTo>
                    <a:pt x="2133392" y="196402"/>
                  </a:lnTo>
                  <a:lnTo>
                    <a:pt x="2133369" y="196394"/>
                  </a:lnTo>
                  <a:lnTo>
                    <a:pt x="2133359" y="196393"/>
                  </a:lnTo>
                  <a:lnTo>
                    <a:pt x="2133287" y="196391"/>
                  </a:lnTo>
                  <a:lnTo>
                    <a:pt x="2133249" y="196396"/>
                  </a:lnTo>
                  <a:lnTo>
                    <a:pt x="2133218" y="196406"/>
                  </a:lnTo>
                  <a:lnTo>
                    <a:pt x="2133187" y="196420"/>
                  </a:lnTo>
                  <a:lnTo>
                    <a:pt x="2133165" y="196435"/>
                  </a:lnTo>
                  <a:lnTo>
                    <a:pt x="2133117" y="196461"/>
                  </a:lnTo>
                  <a:lnTo>
                    <a:pt x="2133101" y="196464"/>
                  </a:lnTo>
                  <a:lnTo>
                    <a:pt x="2133072" y="196462"/>
                  </a:lnTo>
                  <a:lnTo>
                    <a:pt x="2133041" y="196455"/>
                  </a:lnTo>
                  <a:lnTo>
                    <a:pt x="2133025" y="196445"/>
                  </a:lnTo>
                  <a:lnTo>
                    <a:pt x="2133011" y="196430"/>
                  </a:lnTo>
                  <a:lnTo>
                    <a:pt x="2133005" y="196410"/>
                  </a:lnTo>
                  <a:lnTo>
                    <a:pt x="2133008" y="196391"/>
                  </a:lnTo>
                  <a:lnTo>
                    <a:pt x="2133017" y="196373"/>
                  </a:lnTo>
                  <a:lnTo>
                    <a:pt x="2133030" y="196354"/>
                  </a:lnTo>
                  <a:lnTo>
                    <a:pt x="2133050" y="196341"/>
                  </a:lnTo>
                  <a:lnTo>
                    <a:pt x="2133078" y="196330"/>
                  </a:lnTo>
                  <a:lnTo>
                    <a:pt x="2133441" y="196209"/>
                  </a:lnTo>
                  <a:lnTo>
                    <a:pt x="2133603" y="196236"/>
                  </a:lnTo>
                  <a:lnTo>
                    <a:pt x="2133618" y="196248"/>
                  </a:lnTo>
                  <a:lnTo>
                    <a:pt x="2133639" y="196261"/>
                  </a:lnTo>
                  <a:lnTo>
                    <a:pt x="2133656" y="196268"/>
                  </a:lnTo>
                  <a:lnTo>
                    <a:pt x="2133673" y="196271"/>
                  </a:lnTo>
                  <a:lnTo>
                    <a:pt x="2133691" y="196270"/>
                  </a:lnTo>
                  <a:lnTo>
                    <a:pt x="2133779" y="196254"/>
                  </a:lnTo>
                  <a:lnTo>
                    <a:pt x="2133803" y="196249"/>
                  </a:lnTo>
                  <a:lnTo>
                    <a:pt x="2133817" y="196242"/>
                  </a:lnTo>
                  <a:lnTo>
                    <a:pt x="2133828" y="196234"/>
                  </a:lnTo>
                  <a:lnTo>
                    <a:pt x="2133836" y="196225"/>
                  </a:lnTo>
                  <a:lnTo>
                    <a:pt x="2133839" y="196211"/>
                  </a:lnTo>
                  <a:lnTo>
                    <a:pt x="2133839" y="196167"/>
                  </a:lnTo>
                  <a:lnTo>
                    <a:pt x="2133813" y="196116"/>
                  </a:lnTo>
                  <a:lnTo>
                    <a:pt x="2133795" y="196093"/>
                  </a:lnTo>
                  <a:lnTo>
                    <a:pt x="2133773" y="196075"/>
                  </a:lnTo>
                  <a:lnTo>
                    <a:pt x="2133755" y="196065"/>
                  </a:lnTo>
                  <a:lnTo>
                    <a:pt x="2133741" y="196060"/>
                  </a:lnTo>
                  <a:lnTo>
                    <a:pt x="2133723" y="196059"/>
                  </a:lnTo>
                  <a:lnTo>
                    <a:pt x="2133698" y="196064"/>
                  </a:lnTo>
                  <a:lnTo>
                    <a:pt x="2133649" y="196076"/>
                  </a:lnTo>
                  <a:lnTo>
                    <a:pt x="2133615" y="196088"/>
                  </a:lnTo>
                  <a:lnTo>
                    <a:pt x="2133592" y="196093"/>
                  </a:lnTo>
                  <a:lnTo>
                    <a:pt x="2133574" y="196093"/>
                  </a:lnTo>
                  <a:lnTo>
                    <a:pt x="2133557" y="196091"/>
                  </a:lnTo>
                  <a:lnTo>
                    <a:pt x="2133537" y="196082"/>
                  </a:lnTo>
                  <a:lnTo>
                    <a:pt x="2133518" y="196066"/>
                  </a:lnTo>
                  <a:lnTo>
                    <a:pt x="2133498" y="196048"/>
                  </a:lnTo>
                  <a:lnTo>
                    <a:pt x="2133483" y="196031"/>
                  </a:lnTo>
                  <a:lnTo>
                    <a:pt x="2133478" y="196022"/>
                  </a:lnTo>
                  <a:lnTo>
                    <a:pt x="2133475" y="196009"/>
                  </a:lnTo>
                  <a:lnTo>
                    <a:pt x="2133451" y="195836"/>
                  </a:lnTo>
                  <a:lnTo>
                    <a:pt x="2133452" y="195815"/>
                  </a:lnTo>
                  <a:lnTo>
                    <a:pt x="2133455" y="195796"/>
                  </a:lnTo>
                  <a:lnTo>
                    <a:pt x="2133502" y="195627"/>
                  </a:lnTo>
                  <a:lnTo>
                    <a:pt x="2133506" y="195617"/>
                  </a:lnTo>
                  <a:lnTo>
                    <a:pt x="2133512" y="195610"/>
                  </a:lnTo>
                  <a:lnTo>
                    <a:pt x="2133526" y="195604"/>
                  </a:lnTo>
                  <a:lnTo>
                    <a:pt x="2133558" y="195589"/>
                  </a:lnTo>
                  <a:lnTo>
                    <a:pt x="2133588" y="195572"/>
                  </a:lnTo>
                  <a:lnTo>
                    <a:pt x="2133656" y="195533"/>
                  </a:lnTo>
                  <a:lnTo>
                    <a:pt x="2133689" y="195512"/>
                  </a:lnTo>
                  <a:lnTo>
                    <a:pt x="2133844" y="195411"/>
                  </a:lnTo>
                  <a:lnTo>
                    <a:pt x="2133862" y="195399"/>
                  </a:lnTo>
                  <a:lnTo>
                    <a:pt x="2133875" y="195389"/>
                  </a:lnTo>
                  <a:lnTo>
                    <a:pt x="2133892" y="195369"/>
                  </a:lnTo>
                  <a:lnTo>
                    <a:pt x="2133895" y="195359"/>
                  </a:lnTo>
                  <a:lnTo>
                    <a:pt x="2133898" y="195341"/>
                  </a:lnTo>
                  <a:lnTo>
                    <a:pt x="2133902" y="195324"/>
                  </a:lnTo>
                  <a:lnTo>
                    <a:pt x="2133908" y="195312"/>
                  </a:lnTo>
                  <a:lnTo>
                    <a:pt x="2133923" y="195296"/>
                  </a:lnTo>
                  <a:lnTo>
                    <a:pt x="2133948" y="195278"/>
                  </a:lnTo>
                  <a:lnTo>
                    <a:pt x="2134030" y="195228"/>
                  </a:lnTo>
                  <a:lnTo>
                    <a:pt x="2134068" y="195210"/>
                  </a:lnTo>
                  <a:lnTo>
                    <a:pt x="2134096" y="195201"/>
                  </a:lnTo>
                  <a:lnTo>
                    <a:pt x="2134115" y="195200"/>
                  </a:lnTo>
                  <a:lnTo>
                    <a:pt x="2134147" y="195206"/>
                  </a:lnTo>
                  <a:lnTo>
                    <a:pt x="2134176" y="195218"/>
                  </a:lnTo>
                  <a:lnTo>
                    <a:pt x="2134307" y="195309"/>
                  </a:lnTo>
                  <a:lnTo>
                    <a:pt x="2134423" y="195389"/>
                  </a:lnTo>
                  <a:lnTo>
                    <a:pt x="2134420" y="195409"/>
                  </a:lnTo>
                  <a:lnTo>
                    <a:pt x="2134423" y="195419"/>
                  </a:lnTo>
                  <a:lnTo>
                    <a:pt x="2134435" y="195429"/>
                  </a:lnTo>
                  <a:lnTo>
                    <a:pt x="2134455" y="195438"/>
                  </a:lnTo>
                  <a:lnTo>
                    <a:pt x="2134479" y="195443"/>
                  </a:lnTo>
                  <a:lnTo>
                    <a:pt x="2134511" y="195440"/>
                  </a:lnTo>
                  <a:lnTo>
                    <a:pt x="2134563" y="195429"/>
                  </a:lnTo>
                  <a:lnTo>
                    <a:pt x="2134648" y="195404"/>
                  </a:lnTo>
                  <a:lnTo>
                    <a:pt x="2134694" y="195382"/>
                  </a:lnTo>
                  <a:lnTo>
                    <a:pt x="2134725" y="195364"/>
                  </a:lnTo>
                  <a:lnTo>
                    <a:pt x="2134755" y="195340"/>
                  </a:lnTo>
                  <a:lnTo>
                    <a:pt x="2134780" y="195317"/>
                  </a:lnTo>
                  <a:lnTo>
                    <a:pt x="2134789" y="195302"/>
                  </a:lnTo>
                  <a:lnTo>
                    <a:pt x="2134800" y="195284"/>
                  </a:lnTo>
                  <a:lnTo>
                    <a:pt x="2134806" y="195268"/>
                  </a:lnTo>
                  <a:lnTo>
                    <a:pt x="2134819" y="195249"/>
                  </a:lnTo>
                  <a:lnTo>
                    <a:pt x="2134838" y="195229"/>
                  </a:lnTo>
                  <a:lnTo>
                    <a:pt x="2134890" y="195187"/>
                  </a:lnTo>
                  <a:lnTo>
                    <a:pt x="2134925" y="195158"/>
                  </a:lnTo>
                  <a:lnTo>
                    <a:pt x="2134963" y="195136"/>
                  </a:lnTo>
                  <a:lnTo>
                    <a:pt x="2134982" y="195128"/>
                  </a:lnTo>
                  <a:lnTo>
                    <a:pt x="2135006" y="195123"/>
                  </a:lnTo>
                  <a:lnTo>
                    <a:pt x="2135045" y="195118"/>
                  </a:lnTo>
                  <a:lnTo>
                    <a:pt x="2135113" y="195113"/>
                  </a:lnTo>
                  <a:lnTo>
                    <a:pt x="2135175" y="195112"/>
                  </a:lnTo>
                  <a:lnTo>
                    <a:pt x="2135212" y="195114"/>
                  </a:lnTo>
                  <a:lnTo>
                    <a:pt x="2135242" y="195120"/>
                  </a:lnTo>
                  <a:lnTo>
                    <a:pt x="2135267" y="195136"/>
                  </a:lnTo>
                  <a:lnTo>
                    <a:pt x="2135401" y="195263"/>
                  </a:lnTo>
                  <a:lnTo>
                    <a:pt x="2135407" y="195280"/>
                  </a:lnTo>
                  <a:lnTo>
                    <a:pt x="2135454" y="195352"/>
                  </a:lnTo>
                  <a:lnTo>
                    <a:pt x="2135512" y="195391"/>
                  </a:lnTo>
                  <a:lnTo>
                    <a:pt x="2135561" y="195424"/>
                  </a:lnTo>
                  <a:lnTo>
                    <a:pt x="2135715" y="195484"/>
                  </a:lnTo>
                  <a:lnTo>
                    <a:pt x="2135931" y="195508"/>
                  </a:lnTo>
                  <a:lnTo>
                    <a:pt x="2136007" y="195502"/>
                  </a:lnTo>
                  <a:lnTo>
                    <a:pt x="2136083" y="195496"/>
                  </a:lnTo>
                  <a:lnTo>
                    <a:pt x="2136111" y="195483"/>
                  </a:lnTo>
                  <a:lnTo>
                    <a:pt x="2136131" y="195468"/>
                  </a:lnTo>
                  <a:lnTo>
                    <a:pt x="2136145" y="195452"/>
                  </a:lnTo>
                  <a:lnTo>
                    <a:pt x="2136153" y="195434"/>
                  </a:lnTo>
                  <a:lnTo>
                    <a:pt x="2136156" y="195414"/>
                  </a:lnTo>
                  <a:lnTo>
                    <a:pt x="2136155" y="195384"/>
                  </a:lnTo>
                  <a:lnTo>
                    <a:pt x="2136153" y="195358"/>
                  </a:lnTo>
                  <a:lnTo>
                    <a:pt x="2136147" y="195348"/>
                  </a:lnTo>
                  <a:lnTo>
                    <a:pt x="2136127" y="195329"/>
                  </a:lnTo>
                  <a:lnTo>
                    <a:pt x="2136100" y="195309"/>
                  </a:lnTo>
                  <a:lnTo>
                    <a:pt x="2136052" y="195279"/>
                  </a:lnTo>
                  <a:lnTo>
                    <a:pt x="2136014" y="195256"/>
                  </a:lnTo>
                  <a:lnTo>
                    <a:pt x="2135962" y="195221"/>
                  </a:lnTo>
                  <a:lnTo>
                    <a:pt x="2135930" y="195192"/>
                  </a:lnTo>
                  <a:lnTo>
                    <a:pt x="2135909" y="195166"/>
                  </a:lnTo>
                  <a:lnTo>
                    <a:pt x="2135897" y="195145"/>
                  </a:lnTo>
                  <a:lnTo>
                    <a:pt x="2135885" y="195121"/>
                  </a:lnTo>
                  <a:lnTo>
                    <a:pt x="2135869" y="195084"/>
                  </a:lnTo>
                  <a:lnTo>
                    <a:pt x="2135864" y="195060"/>
                  </a:lnTo>
                  <a:lnTo>
                    <a:pt x="2135865" y="195035"/>
                  </a:lnTo>
                  <a:lnTo>
                    <a:pt x="2135874" y="195003"/>
                  </a:lnTo>
                  <a:lnTo>
                    <a:pt x="2135884" y="194986"/>
                  </a:lnTo>
                  <a:lnTo>
                    <a:pt x="2135909" y="194961"/>
                  </a:lnTo>
                  <a:lnTo>
                    <a:pt x="2135934" y="194942"/>
                  </a:lnTo>
                  <a:lnTo>
                    <a:pt x="2135954" y="194933"/>
                  </a:lnTo>
                  <a:lnTo>
                    <a:pt x="2135972" y="194928"/>
                  </a:lnTo>
                  <a:lnTo>
                    <a:pt x="2135998" y="194924"/>
                  </a:lnTo>
                  <a:lnTo>
                    <a:pt x="2136028" y="194926"/>
                  </a:lnTo>
                  <a:lnTo>
                    <a:pt x="2136068" y="194934"/>
                  </a:lnTo>
                  <a:lnTo>
                    <a:pt x="2136112" y="194943"/>
                  </a:lnTo>
                  <a:lnTo>
                    <a:pt x="2136147" y="194943"/>
                  </a:lnTo>
                  <a:lnTo>
                    <a:pt x="2136193" y="194939"/>
                  </a:lnTo>
                  <a:lnTo>
                    <a:pt x="2136235" y="194933"/>
                  </a:lnTo>
                  <a:lnTo>
                    <a:pt x="2136524" y="194863"/>
                  </a:lnTo>
                  <a:lnTo>
                    <a:pt x="2136548" y="194852"/>
                  </a:lnTo>
                  <a:lnTo>
                    <a:pt x="2136564" y="194838"/>
                  </a:lnTo>
                  <a:lnTo>
                    <a:pt x="2136581" y="194820"/>
                  </a:lnTo>
                  <a:lnTo>
                    <a:pt x="2136584" y="194808"/>
                  </a:lnTo>
                  <a:lnTo>
                    <a:pt x="2136582" y="194795"/>
                  </a:lnTo>
                  <a:lnTo>
                    <a:pt x="2136573" y="194780"/>
                  </a:lnTo>
                  <a:lnTo>
                    <a:pt x="2136560" y="194770"/>
                  </a:lnTo>
                  <a:lnTo>
                    <a:pt x="2136517" y="194760"/>
                  </a:lnTo>
                  <a:lnTo>
                    <a:pt x="2136485" y="194748"/>
                  </a:lnTo>
                  <a:lnTo>
                    <a:pt x="2136454" y="194733"/>
                  </a:lnTo>
                  <a:lnTo>
                    <a:pt x="2136380" y="194693"/>
                  </a:lnTo>
                  <a:lnTo>
                    <a:pt x="2136329" y="194662"/>
                  </a:lnTo>
                  <a:lnTo>
                    <a:pt x="2136274" y="194624"/>
                  </a:lnTo>
                  <a:lnTo>
                    <a:pt x="2136237" y="194590"/>
                  </a:lnTo>
                  <a:lnTo>
                    <a:pt x="2136197" y="194548"/>
                  </a:lnTo>
                  <a:lnTo>
                    <a:pt x="2136171" y="194506"/>
                  </a:lnTo>
                  <a:lnTo>
                    <a:pt x="2136158" y="194476"/>
                  </a:lnTo>
                  <a:lnTo>
                    <a:pt x="2136149" y="194449"/>
                  </a:lnTo>
                  <a:lnTo>
                    <a:pt x="2136146" y="194422"/>
                  </a:lnTo>
                  <a:lnTo>
                    <a:pt x="2136151" y="194391"/>
                  </a:lnTo>
                  <a:lnTo>
                    <a:pt x="2136161" y="194363"/>
                  </a:lnTo>
                  <a:lnTo>
                    <a:pt x="2136173" y="194345"/>
                  </a:lnTo>
                  <a:lnTo>
                    <a:pt x="2136212" y="194304"/>
                  </a:lnTo>
                  <a:lnTo>
                    <a:pt x="2136240" y="194287"/>
                  </a:lnTo>
                  <a:lnTo>
                    <a:pt x="2136285" y="194265"/>
                  </a:lnTo>
                  <a:lnTo>
                    <a:pt x="2136323" y="194251"/>
                  </a:lnTo>
                  <a:lnTo>
                    <a:pt x="2136381" y="194237"/>
                  </a:lnTo>
                  <a:lnTo>
                    <a:pt x="2136415" y="194236"/>
                  </a:lnTo>
                  <a:lnTo>
                    <a:pt x="2136435" y="194239"/>
                  </a:lnTo>
                  <a:lnTo>
                    <a:pt x="2136643" y="194350"/>
                  </a:lnTo>
                  <a:lnTo>
                    <a:pt x="2136663" y="194363"/>
                  </a:lnTo>
                  <a:lnTo>
                    <a:pt x="2136671" y="194374"/>
                  </a:lnTo>
                  <a:lnTo>
                    <a:pt x="2136673" y="194397"/>
                  </a:lnTo>
                  <a:lnTo>
                    <a:pt x="2136673" y="194432"/>
                  </a:lnTo>
                  <a:lnTo>
                    <a:pt x="2136669" y="194513"/>
                  </a:lnTo>
                  <a:lnTo>
                    <a:pt x="2136671" y="194556"/>
                  </a:lnTo>
                  <a:lnTo>
                    <a:pt x="2136679" y="194578"/>
                  </a:lnTo>
                  <a:lnTo>
                    <a:pt x="2136700" y="194602"/>
                  </a:lnTo>
                  <a:lnTo>
                    <a:pt x="2136721" y="194614"/>
                  </a:lnTo>
                  <a:lnTo>
                    <a:pt x="2136757" y="194622"/>
                  </a:lnTo>
                  <a:lnTo>
                    <a:pt x="2136797" y="194622"/>
                  </a:lnTo>
                  <a:lnTo>
                    <a:pt x="2136842" y="194614"/>
                  </a:lnTo>
                  <a:lnTo>
                    <a:pt x="2136880" y="194598"/>
                  </a:lnTo>
                  <a:lnTo>
                    <a:pt x="2136918" y="194589"/>
                  </a:lnTo>
                  <a:lnTo>
                    <a:pt x="2136984" y="194583"/>
                  </a:lnTo>
                  <a:lnTo>
                    <a:pt x="2137023" y="194587"/>
                  </a:lnTo>
                  <a:lnTo>
                    <a:pt x="2137078" y="194595"/>
                  </a:lnTo>
                  <a:lnTo>
                    <a:pt x="2137150" y="194620"/>
                  </a:lnTo>
                  <a:lnTo>
                    <a:pt x="2137210" y="194643"/>
                  </a:lnTo>
                  <a:lnTo>
                    <a:pt x="2137249" y="194664"/>
                  </a:lnTo>
                  <a:lnTo>
                    <a:pt x="2137269" y="194680"/>
                  </a:lnTo>
                  <a:lnTo>
                    <a:pt x="2137295" y="194715"/>
                  </a:lnTo>
                  <a:lnTo>
                    <a:pt x="2137320" y="194753"/>
                  </a:lnTo>
                  <a:lnTo>
                    <a:pt x="2137349" y="194789"/>
                  </a:lnTo>
                  <a:lnTo>
                    <a:pt x="2137384" y="194826"/>
                  </a:lnTo>
                  <a:lnTo>
                    <a:pt x="2137414" y="194854"/>
                  </a:lnTo>
                  <a:lnTo>
                    <a:pt x="2137445" y="194868"/>
                  </a:lnTo>
                  <a:lnTo>
                    <a:pt x="2137478" y="194875"/>
                  </a:lnTo>
                  <a:lnTo>
                    <a:pt x="2137509" y="194875"/>
                  </a:lnTo>
                  <a:lnTo>
                    <a:pt x="2137695" y="194869"/>
                  </a:lnTo>
                  <a:lnTo>
                    <a:pt x="2137768" y="194849"/>
                  </a:lnTo>
                  <a:lnTo>
                    <a:pt x="2137911" y="194810"/>
                  </a:lnTo>
                  <a:lnTo>
                    <a:pt x="2137941" y="194798"/>
                  </a:lnTo>
                  <a:lnTo>
                    <a:pt x="2137962" y="194784"/>
                  </a:lnTo>
                  <a:lnTo>
                    <a:pt x="2137979" y="194763"/>
                  </a:lnTo>
                  <a:lnTo>
                    <a:pt x="2137982" y="194742"/>
                  </a:lnTo>
                  <a:lnTo>
                    <a:pt x="2137983" y="194720"/>
                  </a:lnTo>
                  <a:lnTo>
                    <a:pt x="2137964" y="194689"/>
                  </a:lnTo>
                  <a:lnTo>
                    <a:pt x="2137946" y="194660"/>
                  </a:lnTo>
                  <a:lnTo>
                    <a:pt x="2137896" y="194554"/>
                  </a:lnTo>
                  <a:lnTo>
                    <a:pt x="2137889" y="194524"/>
                  </a:lnTo>
                  <a:lnTo>
                    <a:pt x="2137882" y="194484"/>
                  </a:lnTo>
                  <a:lnTo>
                    <a:pt x="2137888" y="194448"/>
                  </a:lnTo>
                  <a:lnTo>
                    <a:pt x="2137896" y="194426"/>
                  </a:lnTo>
                  <a:lnTo>
                    <a:pt x="2137917" y="194392"/>
                  </a:lnTo>
                  <a:lnTo>
                    <a:pt x="2137930" y="194354"/>
                  </a:lnTo>
                  <a:lnTo>
                    <a:pt x="2137935" y="194332"/>
                  </a:lnTo>
                  <a:lnTo>
                    <a:pt x="2137938" y="194301"/>
                  </a:lnTo>
                  <a:lnTo>
                    <a:pt x="2137930" y="194277"/>
                  </a:lnTo>
                  <a:lnTo>
                    <a:pt x="2137911" y="194260"/>
                  </a:lnTo>
                  <a:lnTo>
                    <a:pt x="2137882" y="194248"/>
                  </a:lnTo>
                  <a:lnTo>
                    <a:pt x="2137844" y="194240"/>
                  </a:lnTo>
                  <a:lnTo>
                    <a:pt x="2137785" y="194234"/>
                  </a:lnTo>
                  <a:lnTo>
                    <a:pt x="2137753" y="194231"/>
                  </a:lnTo>
                  <a:lnTo>
                    <a:pt x="2137733" y="194227"/>
                  </a:lnTo>
                  <a:lnTo>
                    <a:pt x="2137719" y="194212"/>
                  </a:lnTo>
                  <a:lnTo>
                    <a:pt x="2137714" y="194199"/>
                  </a:lnTo>
                  <a:lnTo>
                    <a:pt x="2137716" y="194183"/>
                  </a:lnTo>
                  <a:lnTo>
                    <a:pt x="2137725" y="194167"/>
                  </a:lnTo>
                  <a:lnTo>
                    <a:pt x="2137744" y="194154"/>
                  </a:lnTo>
                  <a:lnTo>
                    <a:pt x="2137768" y="194145"/>
                  </a:lnTo>
                  <a:lnTo>
                    <a:pt x="2137804" y="194140"/>
                  </a:lnTo>
                  <a:lnTo>
                    <a:pt x="2137891" y="194136"/>
                  </a:lnTo>
                  <a:lnTo>
                    <a:pt x="2138276" y="194132"/>
                  </a:lnTo>
                  <a:lnTo>
                    <a:pt x="2138315" y="194136"/>
                  </a:lnTo>
                  <a:lnTo>
                    <a:pt x="2138327" y="194141"/>
                  </a:lnTo>
                  <a:lnTo>
                    <a:pt x="2138334" y="194148"/>
                  </a:lnTo>
                  <a:lnTo>
                    <a:pt x="2138334" y="194162"/>
                  </a:lnTo>
                  <a:lnTo>
                    <a:pt x="2138330" y="194181"/>
                  </a:lnTo>
                  <a:lnTo>
                    <a:pt x="2138314" y="194198"/>
                  </a:lnTo>
                  <a:lnTo>
                    <a:pt x="2138294" y="194221"/>
                  </a:lnTo>
                  <a:lnTo>
                    <a:pt x="2138275" y="194243"/>
                  </a:lnTo>
                  <a:lnTo>
                    <a:pt x="2138264" y="194260"/>
                  </a:lnTo>
                  <a:lnTo>
                    <a:pt x="2138265" y="194273"/>
                  </a:lnTo>
                  <a:lnTo>
                    <a:pt x="2138271" y="194291"/>
                  </a:lnTo>
                  <a:lnTo>
                    <a:pt x="2138278" y="194301"/>
                  </a:lnTo>
                  <a:lnTo>
                    <a:pt x="2138290" y="194305"/>
                  </a:lnTo>
                  <a:lnTo>
                    <a:pt x="2138307" y="194305"/>
                  </a:lnTo>
                  <a:lnTo>
                    <a:pt x="2138335" y="194301"/>
                  </a:lnTo>
                  <a:lnTo>
                    <a:pt x="2138363" y="194296"/>
                  </a:lnTo>
                  <a:lnTo>
                    <a:pt x="2138458" y="194265"/>
                  </a:lnTo>
                  <a:lnTo>
                    <a:pt x="2138483" y="194263"/>
                  </a:lnTo>
                  <a:lnTo>
                    <a:pt x="2138685" y="194225"/>
                  </a:lnTo>
                  <a:lnTo>
                    <a:pt x="2138825" y="194199"/>
                  </a:lnTo>
                  <a:lnTo>
                    <a:pt x="2138846" y="194190"/>
                  </a:lnTo>
                  <a:lnTo>
                    <a:pt x="2138874" y="194180"/>
                  </a:lnTo>
                  <a:lnTo>
                    <a:pt x="2138896" y="194171"/>
                  </a:lnTo>
                  <a:lnTo>
                    <a:pt x="2138941" y="194127"/>
                  </a:lnTo>
                  <a:lnTo>
                    <a:pt x="2138982" y="194080"/>
                  </a:lnTo>
                  <a:lnTo>
                    <a:pt x="2139094" y="194067"/>
                  </a:lnTo>
                  <a:lnTo>
                    <a:pt x="2139112" y="194065"/>
                  </a:lnTo>
                  <a:lnTo>
                    <a:pt x="2139184" y="194084"/>
                  </a:lnTo>
                  <a:lnTo>
                    <a:pt x="2139191" y="194088"/>
                  </a:lnTo>
                  <a:lnTo>
                    <a:pt x="2139231" y="194087"/>
                  </a:lnTo>
                  <a:lnTo>
                    <a:pt x="2139282" y="194068"/>
                  </a:lnTo>
                  <a:lnTo>
                    <a:pt x="2139293" y="194059"/>
                  </a:lnTo>
                  <a:lnTo>
                    <a:pt x="2139330" y="194031"/>
                  </a:lnTo>
                  <a:lnTo>
                    <a:pt x="2139366" y="193972"/>
                  </a:lnTo>
                  <a:lnTo>
                    <a:pt x="2139379" y="193954"/>
                  </a:lnTo>
                  <a:lnTo>
                    <a:pt x="2139396" y="193932"/>
                  </a:lnTo>
                  <a:lnTo>
                    <a:pt x="2139422" y="193925"/>
                  </a:lnTo>
                  <a:lnTo>
                    <a:pt x="2139455" y="193933"/>
                  </a:lnTo>
                  <a:lnTo>
                    <a:pt x="2139477" y="193939"/>
                  </a:lnTo>
                  <a:lnTo>
                    <a:pt x="2139604" y="193968"/>
                  </a:lnTo>
                  <a:lnTo>
                    <a:pt x="2139643" y="193982"/>
                  </a:lnTo>
                  <a:lnTo>
                    <a:pt x="2139665" y="193990"/>
                  </a:lnTo>
                  <a:lnTo>
                    <a:pt x="2139679" y="193991"/>
                  </a:lnTo>
                  <a:lnTo>
                    <a:pt x="2139692" y="194001"/>
                  </a:lnTo>
                  <a:lnTo>
                    <a:pt x="2139703" y="194016"/>
                  </a:lnTo>
                  <a:lnTo>
                    <a:pt x="2139717" y="194071"/>
                  </a:lnTo>
                  <a:lnTo>
                    <a:pt x="2139726" y="194110"/>
                  </a:lnTo>
                  <a:lnTo>
                    <a:pt x="2139729" y="194141"/>
                  </a:lnTo>
                  <a:lnTo>
                    <a:pt x="2139733" y="194162"/>
                  </a:lnTo>
                  <a:lnTo>
                    <a:pt x="2139739" y="194172"/>
                  </a:lnTo>
                  <a:lnTo>
                    <a:pt x="2139747" y="194180"/>
                  </a:lnTo>
                  <a:lnTo>
                    <a:pt x="2139759" y="194185"/>
                  </a:lnTo>
                  <a:lnTo>
                    <a:pt x="2139902" y="194235"/>
                  </a:lnTo>
                  <a:lnTo>
                    <a:pt x="2139916" y="194239"/>
                  </a:lnTo>
                  <a:lnTo>
                    <a:pt x="2139937" y="194234"/>
                  </a:lnTo>
                  <a:lnTo>
                    <a:pt x="2140188" y="194193"/>
                  </a:lnTo>
                  <a:lnTo>
                    <a:pt x="2140224" y="194188"/>
                  </a:lnTo>
                  <a:lnTo>
                    <a:pt x="2140348" y="194155"/>
                  </a:lnTo>
                  <a:lnTo>
                    <a:pt x="2140363" y="194147"/>
                  </a:lnTo>
                  <a:lnTo>
                    <a:pt x="2140368" y="194137"/>
                  </a:lnTo>
                  <a:lnTo>
                    <a:pt x="2140369" y="194122"/>
                  </a:lnTo>
                  <a:lnTo>
                    <a:pt x="2140361" y="194108"/>
                  </a:lnTo>
                  <a:lnTo>
                    <a:pt x="2140342" y="194093"/>
                  </a:lnTo>
                  <a:lnTo>
                    <a:pt x="2140322" y="194079"/>
                  </a:lnTo>
                  <a:lnTo>
                    <a:pt x="2140297" y="194065"/>
                  </a:lnTo>
                  <a:lnTo>
                    <a:pt x="2140290" y="194054"/>
                  </a:lnTo>
                  <a:lnTo>
                    <a:pt x="2140287" y="194034"/>
                  </a:lnTo>
                  <a:lnTo>
                    <a:pt x="2140289" y="194021"/>
                  </a:lnTo>
                  <a:lnTo>
                    <a:pt x="2140298" y="194014"/>
                  </a:lnTo>
                  <a:lnTo>
                    <a:pt x="2140314" y="194006"/>
                  </a:lnTo>
                  <a:lnTo>
                    <a:pt x="2140329" y="194004"/>
                  </a:lnTo>
                  <a:lnTo>
                    <a:pt x="2140355" y="194005"/>
                  </a:lnTo>
                  <a:lnTo>
                    <a:pt x="2140421" y="194011"/>
                  </a:lnTo>
                  <a:lnTo>
                    <a:pt x="2140457" y="194016"/>
                  </a:lnTo>
                  <a:lnTo>
                    <a:pt x="2140494" y="194028"/>
                  </a:lnTo>
                  <a:lnTo>
                    <a:pt x="2140528" y="194039"/>
                  </a:lnTo>
                  <a:lnTo>
                    <a:pt x="2140551" y="194053"/>
                  </a:lnTo>
                  <a:lnTo>
                    <a:pt x="2140571" y="194070"/>
                  </a:lnTo>
                  <a:lnTo>
                    <a:pt x="2140590" y="194094"/>
                  </a:lnTo>
                  <a:lnTo>
                    <a:pt x="2140609" y="194127"/>
                  </a:lnTo>
                  <a:lnTo>
                    <a:pt x="2140632" y="194174"/>
                  </a:lnTo>
                  <a:lnTo>
                    <a:pt x="2140648" y="194205"/>
                  </a:lnTo>
                  <a:lnTo>
                    <a:pt x="2140667" y="194236"/>
                  </a:lnTo>
                  <a:lnTo>
                    <a:pt x="2140687" y="194256"/>
                  </a:lnTo>
                  <a:lnTo>
                    <a:pt x="2140706" y="194261"/>
                  </a:lnTo>
                  <a:lnTo>
                    <a:pt x="2140729" y="194260"/>
                  </a:lnTo>
                  <a:lnTo>
                    <a:pt x="2140751" y="194255"/>
                  </a:lnTo>
                  <a:lnTo>
                    <a:pt x="2140779" y="194241"/>
                  </a:lnTo>
                  <a:lnTo>
                    <a:pt x="2140811" y="194221"/>
                  </a:lnTo>
                  <a:lnTo>
                    <a:pt x="2140841" y="194194"/>
                  </a:lnTo>
                  <a:lnTo>
                    <a:pt x="2140863" y="194178"/>
                  </a:lnTo>
                  <a:lnTo>
                    <a:pt x="2140889" y="194164"/>
                  </a:lnTo>
                  <a:lnTo>
                    <a:pt x="2140923" y="194153"/>
                  </a:lnTo>
                  <a:lnTo>
                    <a:pt x="2140952" y="194150"/>
                  </a:lnTo>
                  <a:lnTo>
                    <a:pt x="2140994" y="194153"/>
                  </a:lnTo>
                  <a:lnTo>
                    <a:pt x="2141065" y="194166"/>
                  </a:lnTo>
                  <a:lnTo>
                    <a:pt x="2141103" y="194177"/>
                  </a:lnTo>
                  <a:lnTo>
                    <a:pt x="2141144" y="194196"/>
                  </a:lnTo>
                  <a:lnTo>
                    <a:pt x="2141185" y="194216"/>
                  </a:lnTo>
                  <a:lnTo>
                    <a:pt x="2141232" y="194239"/>
                  </a:lnTo>
                  <a:lnTo>
                    <a:pt x="2141276" y="194261"/>
                  </a:lnTo>
                  <a:lnTo>
                    <a:pt x="2141304" y="194270"/>
                  </a:lnTo>
                  <a:lnTo>
                    <a:pt x="2141342" y="194278"/>
                  </a:lnTo>
                  <a:lnTo>
                    <a:pt x="2141388" y="194282"/>
                  </a:lnTo>
                  <a:lnTo>
                    <a:pt x="2141431" y="194285"/>
                  </a:lnTo>
                  <a:lnTo>
                    <a:pt x="2141477" y="194281"/>
                  </a:lnTo>
                  <a:lnTo>
                    <a:pt x="2141498" y="194275"/>
                  </a:lnTo>
                  <a:lnTo>
                    <a:pt x="2141516" y="194264"/>
                  </a:lnTo>
                  <a:lnTo>
                    <a:pt x="2141531" y="194250"/>
                  </a:lnTo>
                  <a:lnTo>
                    <a:pt x="2141558" y="194212"/>
                  </a:lnTo>
                  <a:lnTo>
                    <a:pt x="2141575" y="194179"/>
                  </a:lnTo>
                  <a:lnTo>
                    <a:pt x="2141596" y="194130"/>
                  </a:lnTo>
                  <a:lnTo>
                    <a:pt x="2141606" y="194102"/>
                  </a:lnTo>
                  <a:lnTo>
                    <a:pt x="2141624" y="194077"/>
                  </a:lnTo>
                  <a:lnTo>
                    <a:pt x="2141638" y="194063"/>
                  </a:lnTo>
                  <a:lnTo>
                    <a:pt x="2141654" y="194057"/>
                  </a:lnTo>
                  <a:lnTo>
                    <a:pt x="2141678" y="194056"/>
                  </a:lnTo>
                  <a:lnTo>
                    <a:pt x="2141704" y="194058"/>
                  </a:lnTo>
                  <a:lnTo>
                    <a:pt x="2141719" y="194067"/>
                  </a:lnTo>
                  <a:lnTo>
                    <a:pt x="2141737" y="194083"/>
                  </a:lnTo>
                  <a:lnTo>
                    <a:pt x="2141762" y="194117"/>
                  </a:lnTo>
                  <a:lnTo>
                    <a:pt x="2141782" y="194154"/>
                  </a:lnTo>
                  <a:lnTo>
                    <a:pt x="2141789" y="194174"/>
                  </a:lnTo>
                  <a:lnTo>
                    <a:pt x="2141795" y="194231"/>
                  </a:lnTo>
                  <a:lnTo>
                    <a:pt x="2141804" y="194265"/>
                  </a:lnTo>
                  <a:lnTo>
                    <a:pt x="2141820" y="194295"/>
                  </a:lnTo>
                  <a:lnTo>
                    <a:pt x="2141843" y="194334"/>
                  </a:lnTo>
                  <a:lnTo>
                    <a:pt x="2141863" y="194354"/>
                  </a:lnTo>
                  <a:lnTo>
                    <a:pt x="2141885" y="194370"/>
                  </a:lnTo>
                  <a:lnTo>
                    <a:pt x="2141908" y="194377"/>
                  </a:lnTo>
                  <a:lnTo>
                    <a:pt x="2141944" y="194382"/>
                  </a:lnTo>
                  <a:lnTo>
                    <a:pt x="2141975" y="194383"/>
                  </a:lnTo>
                  <a:lnTo>
                    <a:pt x="2141996" y="194380"/>
                  </a:lnTo>
                  <a:lnTo>
                    <a:pt x="2142017" y="194372"/>
                  </a:lnTo>
                  <a:lnTo>
                    <a:pt x="2142056" y="194338"/>
                  </a:lnTo>
                  <a:lnTo>
                    <a:pt x="2142095" y="194298"/>
                  </a:lnTo>
                  <a:lnTo>
                    <a:pt x="2142161" y="194237"/>
                  </a:lnTo>
                  <a:lnTo>
                    <a:pt x="2142190" y="194214"/>
                  </a:lnTo>
                  <a:lnTo>
                    <a:pt x="2142277" y="194157"/>
                  </a:lnTo>
                  <a:lnTo>
                    <a:pt x="2142314" y="194142"/>
                  </a:lnTo>
                  <a:lnTo>
                    <a:pt x="2142347" y="194129"/>
                  </a:lnTo>
                  <a:lnTo>
                    <a:pt x="2142374" y="194127"/>
                  </a:lnTo>
                  <a:lnTo>
                    <a:pt x="2142405" y="194130"/>
                  </a:lnTo>
                  <a:lnTo>
                    <a:pt x="2142428" y="194137"/>
                  </a:lnTo>
                  <a:lnTo>
                    <a:pt x="2142453" y="194156"/>
                  </a:lnTo>
                  <a:lnTo>
                    <a:pt x="2142474" y="194181"/>
                  </a:lnTo>
                  <a:lnTo>
                    <a:pt x="2142493" y="194212"/>
                  </a:lnTo>
                  <a:lnTo>
                    <a:pt x="2142511" y="194242"/>
                  </a:lnTo>
                  <a:lnTo>
                    <a:pt x="2142524" y="194251"/>
                  </a:lnTo>
                  <a:lnTo>
                    <a:pt x="2142549" y="194262"/>
                  </a:lnTo>
                  <a:lnTo>
                    <a:pt x="2142569" y="194264"/>
                  </a:lnTo>
                  <a:lnTo>
                    <a:pt x="2142595" y="194263"/>
                  </a:lnTo>
                  <a:lnTo>
                    <a:pt x="2142621" y="194255"/>
                  </a:lnTo>
                  <a:lnTo>
                    <a:pt x="2142653" y="194233"/>
                  </a:lnTo>
                  <a:lnTo>
                    <a:pt x="2142671" y="194211"/>
                  </a:lnTo>
                  <a:lnTo>
                    <a:pt x="2142683" y="194192"/>
                  </a:lnTo>
                  <a:lnTo>
                    <a:pt x="2142683" y="194177"/>
                  </a:lnTo>
                  <a:lnTo>
                    <a:pt x="2142682" y="194150"/>
                  </a:lnTo>
                  <a:lnTo>
                    <a:pt x="2142678" y="194117"/>
                  </a:lnTo>
                  <a:lnTo>
                    <a:pt x="2142667" y="194087"/>
                  </a:lnTo>
                  <a:lnTo>
                    <a:pt x="2142655" y="194057"/>
                  </a:lnTo>
                  <a:lnTo>
                    <a:pt x="2142654" y="194036"/>
                  </a:lnTo>
                  <a:lnTo>
                    <a:pt x="2142660" y="194009"/>
                  </a:lnTo>
                  <a:lnTo>
                    <a:pt x="2142672" y="193989"/>
                  </a:lnTo>
                  <a:lnTo>
                    <a:pt x="2142954" y="193715"/>
                  </a:lnTo>
                  <a:lnTo>
                    <a:pt x="2142978" y="193695"/>
                  </a:lnTo>
                  <a:lnTo>
                    <a:pt x="2143009" y="193679"/>
                  </a:lnTo>
                  <a:lnTo>
                    <a:pt x="2143053" y="193668"/>
                  </a:lnTo>
                  <a:lnTo>
                    <a:pt x="2143131" y="193674"/>
                  </a:lnTo>
                  <a:lnTo>
                    <a:pt x="2143357" y="193690"/>
                  </a:lnTo>
                  <a:lnTo>
                    <a:pt x="2143373" y="193693"/>
                  </a:lnTo>
                  <a:lnTo>
                    <a:pt x="2143385" y="193699"/>
                  </a:lnTo>
                  <a:lnTo>
                    <a:pt x="2143396" y="193713"/>
                  </a:lnTo>
                  <a:lnTo>
                    <a:pt x="2143402" y="193733"/>
                  </a:lnTo>
                  <a:lnTo>
                    <a:pt x="2143411" y="193794"/>
                  </a:lnTo>
                  <a:lnTo>
                    <a:pt x="2143412" y="193814"/>
                  </a:lnTo>
                  <a:lnTo>
                    <a:pt x="2143412" y="193839"/>
                  </a:lnTo>
                  <a:lnTo>
                    <a:pt x="2143413" y="193861"/>
                  </a:lnTo>
                  <a:lnTo>
                    <a:pt x="2143419" y="193880"/>
                  </a:lnTo>
                  <a:lnTo>
                    <a:pt x="2143433" y="193896"/>
                  </a:lnTo>
                  <a:lnTo>
                    <a:pt x="2143459" y="193910"/>
                  </a:lnTo>
                  <a:lnTo>
                    <a:pt x="2143499" y="193918"/>
                  </a:lnTo>
                  <a:lnTo>
                    <a:pt x="2143949" y="193991"/>
                  </a:lnTo>
                  <a:lnTo>
                    <a:pt x="2143993" y="193993"/>
                  </a:lnTo>
                  <a:lnTo>
                    <a:pt x="2144243" y="193987"/>
                  </a:lnTo>
                  <a:lnTo>
                    <a:pt x="2144266" y="193987"/>
                  </a:lnTo>
                  <a:lnTo>
                    <a:pt x="2144300" y="193981"/>
                  </a:lnTo>
                  <a:lnTo>
                    <a:pt x="2144336" y="193964"/>
                  </a:lnTo>
                  <a:lnTo>
                    <a:pt x="2144368" y="193944"/>
                  </a:lnTo>
                  <a:lnTo>
                    <a:pt x="2144394" y="193914"/>
                  </a:lnTo>
                  <a:lnTo>
                    <a:pt x="2144530" y="193761"/>
                  </a:lnTo>
                  <a:lnTo>
                    <a:pt x="2144536" y="193749"/>
                  </a:lnTo>
                  <a:lnTo>
                    <a:pt x="2144528" y="193736"/>
                  </a:lnTo>
                  <a:lnTo>
                    <a:pt x="2144490" y="193708"/>
                  </a:lnTo>
                  <a:lnTo>
                    <a:pt x="2144463" y="193690"/>
                  </a:lnTo>
                  <a:lnTo>
                    <a:pt x="2144414" y="193678"/>
                  </a:lnTo>
                  <a:lnTo>
                    <a:pt x="2144344" y="193665"/>
                  </a:lnTo>
                  <a:lnTo>
                    <a:pt x="2144288" y="193656"/>
                  </a:lnTo>
                  <a:lnTo>
                    <a:pt x="2144257" y="193648"/>
                  </a:lnTo>
                  <a:lnTo>
                    <a:pt x="2144249" y="193646"/>
                  </a:lnTo>
                  <a:lnTo>
                    <a:pt x="2144237" y="193633"/>
                  </a:lnTo>
                  <a:lnTo>
                    <a:pt x="2144232" y="193608"/>
                  </a:lnTo>
                  <a:lnTo>
                    <a:pt x="2144236" y="193587"/>
                  </a:lnTo>
                  <a:lnTo>
                    <a:pt x="2144255" y="193568"/>
                  </a:lnTo>
                  <a:lnTo>
                    <a:pt x="2144279" y="193549"/>
                  </a:lnTo>
                  <a:lnTo>
                    <a:pt x="2144308" y="193531"/>
                  </a:lnTo>
                  <a:lnTo>
                    <a:pt x="2144336" y="193525"/>
                  </a:lnTo>
                  <a:lnTo>
                    <a:pt x="2144381" y="193524"/>
                  </a:lnTo>
                  <a:lnTo>
                    <a:pt x="2144432" y="193526"/>
                  </a:lnTo>
                  <a:lnTo>
                    <a:pt x="2144616" y="193504"/>
                  </a:lnTo>
                  <a:lnTo>
                    <a:pt x="2144898" y="193449"/>
                  </a:lnTo>
                  <a:lnTo>
                    <a:pt x="2144911" y="193441"/>
                  </a:lnTo>
                  <a:lnTo>
                    <a:pt x="2144919" y="193429"/>
                  </a:lnTo>
                  <a:lnTo>
                    <a:pt x="2144921" y="193332"/>
                  </a:lnTo>
                  <a:lnTo>
                    <a:pt x="2144907" y="193220"/>
                  </a:lnTo>
                  <a:lnTo>
                    <a:pt x="2144902" y="193213"/>
                  </a:lnTo>
                  <a:lnTo>
                    <a:pt x="2144906" y="193201"/>
                  </a:lnTo>
                  <a:lnTo>
                    <a:pt x="2144927" y="193186"/>
                  </a:lnTo>
                  <a:lnTo>
                    <a:pt x="2144979" y="193174"/>
                  </a:lnTo>
                  <a:lnTo>
                    <a:pt x="2145026" y="193167"/>
                  </a:lnTo>
                  <a:lnTo>
                    <a:pt x="2145039" y="193167"/>
                  </a:lnTo>
                  <a:lnTo>
                    <a:pt x="2145052" y="193167"/>
                  </a:lnTo>
                  <a:lnTo>
                    <a:pt x="2145073" y="193167"/>
                  </a:lnTo>
                  <a:lnTo>
                    <a:pt x="2145245" y="193174"/>
                  </a:lnTo>
                  <a:lnTo>
                    <a:pt x="2145259" y="193180"/>
                  </a:lnTo>
                  <a:lnTo>
                    <a:pt x="2145275" y="193193"/>
                  </a:lnTo>
                  <a:lnTo>
                    <a:pt x="2145302" y="193210"/>
                  </a:lnTo>
                  <a:lnTo>
                    <a:pt x="2145323" y="193216"/>
                  </a:lnTo>
                  <a:lnTo>
                    <a:pt x="2145338" y="193217"/>
                  </a:lnTo>
                  <a:lnTo>
                    <a:pt x="2145345" y="193220"/>
                  </a:lnTo>
                  <a:lnTo>
                    <a:pt x="2145456" y="193236"/>
                  </a:lnTo>
                  <a:lnTo>
                    <a:pt x="2145519" y="193246"/>
                  </a:lnTo>
                  <a:lnTo>
                    <a:pt x="2145536" y="193253"/>
                  </a:lnTo>
                  <a:lnTo>
                    <a:pt x="2145584" y="193273"/>
                  </a:lnTo>
                  <a:lnTo>
                    <a:pt x="2145612" y="193271"/>
                  </a:lnTo>
                  <a:lnTo>
                    <a:pt x="2145642" y="193261"/>
                  </a:lnTo>
                  <a:lnTo>
                    <a:pt x="2145651" y="193258"/>
                  </a:lnTo>
                  <a:lnTo>
                    <a:pt x="2145660" y="193251"/>
                  </a:lnTo>
                  <a:lnTo>
                    <a:pt x="2145673" y="193241"/>
                  </a:lnTo>
                  <a:lnTo>
                    <a:pt x="2145721" y="193244"/>
                  </a:lnTo>
                  <a:lnTo>
                    <a:pt x="2145765" y="193284"/>
                  </a:lnTo>
                  <a:lnTo>
                    <a:pt x="2145809" y="193350"/>
                  </a:lnTo>
                  <a:lnTo>
                    <a:pt x="2145834" y="193369"/>
                  </a:lnTo>
                  <a:lnTo>
                    <a:pt x="2145932" y="193443"/>
                  </a:lnTo>
                  <a:lnTo>
                    <a:pt x="2146024" y="193454"/>
                  </a:lnTo>
                  <a:lnTo>
                    <a:pt x="2146123" y="193472"/>
                  </a:lnTo>
                  <a:lnTo>
                    <a:pt x="2146231" y="193506"/>
                  </a:lnTo>
                  <a:lnTo>
                    <a:pt x="2146375" y="193576"/>
                  </a:lnTo>
                  <a:lnTo>
                    <a:pt x="2146386" y="193592"/>
                  </a:lnTo>
                  <a:lnTo>
                    <a:pt x="2146411" y="193608"/>
                  </a:lnTo>
                  <a:lnTo>
                    <a:pt x="2146421" y="193615"/>
                  </a:lnTo>
                  <a:lnTo>
                    <a:pt x="2146438" y="193618"/>
                  </a:lnTo>
                  <a:lnTo>
                    <a:pt x="2146457" y="193615"/>
                  </a:lnTo>
                  <a:lnTo>
                    <a:pt x="2146477" y="193613"/>
                  </a:lnTo>
                  <a:lnTo>
                    <a:pt x="2146493" y="193542"/>
                  </a:lnTo>
                  <a:lnTo>
                    <a:pt x="2146496" y="193518"/>
                  </a:lnTo>
                  <a:lnTo>
                    <a:pt x="2146505" y="193450"/>
                  </a:lnTo>
                  <a:lnTo>
                    <a:pt x="2146509" y="193444"/>
                  </a:lnTo>
                  <a:lnTo>
                    <a:pt x="2146550" y="193385"/>
                  </a:lnTo>
                  <a:lnTo>
                    <a:pt x="2146638" y="193375"/>
                  </a:lnTo>
                  <a:lnTo>
                    <a:pt x="2146742" y="193375"/>
                  </a:lnTo>
                  <a:lnTo>
                    <a:pt x="2146765" y="193375"/>
                  </a:lnTo>
                  <a:lnTo>
                    <a:pt x="2146771" y="193374"/>
                  </a:lnTo>
                  <a:lnTo>
                    <a:pt x="2146869" y="193353"/>
                  </a:lnTo>
                  <a:lnTo>
                    <a:pt x="2146883" y="193350"/>
                  </a:lnTo>
                  <a:lnTo>
                    <a:pt x="2146961" y="193333"/>
                  </a:lnTo>
                  <a:lnTo>
                    <a:pt x="2146965" y="193327"/>
                  </a:lnTo>
                  <a:lnTo>
                    <a:pt x="2147013" y="193268"/>
                  </a:lnTo>
                  <a:lnTo>
                    <a:pt x="2147050" y="193223"/>
                  </a:lnTo>
                  <a:lnTo>
                    <a:pt x="2147055" y="193217"/>
                  </a:lnTo>
                  <a:lnTo>
                    <a:pt x="2147078" y="193199"/>
                  </a:lnTo>
                  <a:lnTo>
                    <a:pt x="2147110" y="193180"/>
                  </a:lnTo>
                  <a:lnTo>
                    <a:pt x="2147115" y="193177"/>
                  </a:lnTo>
                  <a:lnTo>
                    <a:pt x="2147148" y="193160"/>
                  </a:lnTo>
                  <a:lnTo>
                    <a:pt x="2147180" y="193149"/>
                  </a:lnTo>
                  <a:lnTo>
                    <a:pt x="2147214" y="193141"/>
                  </a:lnTo>
                  <a:lnTo>
                    <a:pt x="2147253" y="193134"/>
                  </a:lnTo>
                  <a:lnTo>
                    <a:pt x="2147304" y="193134"/>
                  </a:lnTo>
                  <a:lnTo>
                    <a:pt x="2147522" y="193141"/>
                  </a:lnTo>
                  <a:lnTo>
                    <a:pt x="2147567" y="193162"/>
                  </a:lnTo>
                  <a:lnTo>
                    <a:pt x="2147602" y="193197"/>
                  </a:lnTo>
                  <a:lnTo>
                    <a:pt x="2147623" y="193223"/>
                  </a:lnTo>
                  <a:lnTo>
                    <a:pt x="2147644" y="193231"/>
                  </a:lnTo>
                  <a:lnTo>
                    <a:pt x="2147658" y="193236"/>
                  </a:lnTo>
                  <a:lnTo>
                    <a:pt x="2147695" y="193239"/>
                  </a:lnTo>
                  <a:lnTo>
                    <a:pt x="2147710" y="193241"/>
                  </a:lnTo>
                  <a:lnTo>
                    <a:pt x="2147821" y="193191"/>
                  </a:lnTo>
                  <a:lnTo>
                    <a:pt x="2147985" y="193114"/>
                  </a:lnTo>
                  <a:lnTo>
                    <a:pt x="2148014" y="193102"/>
                  </a:lnTo>
                  <a:lnTo>
                    <a:pt x="2148021" y="193099"/>
                  </a:lnTo>
                  <a:lnTo>
                    <a:pt x="2148040" y="193048"/>
                  </a:lnTo>
                  <a:lnTo>
                    <a:pt x="2148036" y="193031"/>
                  </a:lnTo>
                  <a:lnTo>
                    <a:pt x="2148031" y="193008"/>
                  </a:lnTo>
                  <a:lnTo>
                    <a:pt x="2148031" y="192989"/>
                  </a:lnTo>
                  <a:lnTo>
                    <a:pt x="2148032" y="192963"/>
                  </a:lnTo>
                  <a:lnTo>
                    <a:pt x="2148041" y="192944"/>
                  </a:lnTo>
                  <a:lnTo>
                    <a:pt x="2148057" y="192929"/>
                  </a:lnTo>
                  <a:lnTo>
                    <a:pt x="2148083" y="192916"/>
                  </a:lnTo>
                  <a:lnTo>
                    <a:pt x="2148357" y="192894"/>
                  </a:lnTo>
                  <a:lnTo>
                    <a:pt x="2148432" y="192888"/>
                  </a:lnTo>
                  <a:lnTo>
                    <a:pt x="2148661" y="192876"/>
                  </a:lnTo>
                  <a:lnTo>
                    <a:pt x="2148671" y="192860"/>
                  </a:lnTo>
                  <a:lnTo>
                    <a:pt x="2148675" y="192838"/>
                  </a:lnTo>
                  <a:lnTo>
                    <a:pt x="2148666" y="192819"/>
                  </a:lnTo>
                  <a:lnTo>
                    <a:pt x="2148645" y="192811"/>
                  </a:lnTo>
                  <a:lnTo>
                    <a:pt x="2148601" y="192808"/>
                  </a:lnTo>
                  <a:lnTo>
                    <a:pt x="2148565" y="192808"/>
                  </a:lnTo>
                  <a:lnTo>
                    <a:pt x="2148519" y="192793"/>
                  </a:lnTo>
                  <a:lnTo>
                    <a:pt x="2148487" y="192771"/>
                  </a:lnTo>
                  <a:lnTo>
                    <a:pt x="2148454" y="192744"/>
                  </a:lnTo>
                  <a:lnTo>
                    <a:pt x="2148434" y="192722"/>
                  </a:lnTo>
                  <a:lnTo>
                    <a:pt x="2148420" y="192695"/>
                  </a:lnTo>
                  <a:lnTo>
                    <a:pt x="2148406" y="192668"/>
                  </a:lnTo>
                  <a:lnTo>
                    <a:pt x="2148400" y="192646"/>
                  </a:lnTo>
                  <a:lnTo>
                    <a:pt x="2148401" y="192620"/>
                  </a:lnTo>
                  <a:lnTo>
                    <a:pt x="2148406" y="192593"/>
                  </a:lnTo>
                  <a:lnTo>
                    <a:pt x="2148415" y="192572"/>
                  </a:lnTo>
                  <a:lnTo>
                    <a:pt x="2148428" y="192559"/>
                  </a:lnTo>
                  <a:lnTo>
                    <a:pt x="2148451" y="192551"/>
                  </a:lnTo>
                  <a:lnTo>
                    <a:pt x="2148478" y="192551"/>
                  </a:lnTo>
                  <a:lnTo>
                    <a:pt x="2148510" y="192553"/>
                  </a:lnTo>
                  <a:lnTo>
                    <a:pt x="2148549" y="192562"/>
                  </a:lnTo>
                  <a:lnTo>
                    <a:pt x="2148607" y="192577"/>
                  </a:lnTo>
                  <a:lnTo>
                    <a:pt x="2148677" y="192595"/>
                  </a:lnTo>
                  <a:lnTo>
                    <a:pt x="2148730" y="192612"/>
                  </a:lnTo>
                  <a:lnTo>
                    <a:pt x="2148790" y="192636"/>
                  </a:lnTo>
                  <a:lnTo>
                    <a:pt x="2148831" y="192656"/>
                  </a:lnTo>
                  <a:lnTo>
                    <a:pt x="2148992" y="192778"/>
                  </a:lnTo>
                  <a:lnTo>
                    <a:pt x="2149006" y="192788"/>
                  </a:lnTo>
                  <a:lnTo>
                    <a:pt x="2149011" y="192803"/>
                  </a:lnTo>
                  <a:lnTo>
                    <a:pt x="2149003" y="192817"/>
                  </a:lnTo>
                  <a:lnTo>
                    <a:pt x="2148973" y="192836"/>
                  </a:lnTo>
                  <a:lnTo>
                    <a:pt x="2148957" y="192848"/>
                  </a:lnTo>
                  <a:lnTo>
                    <a:pt x="2148952" y="192859"/>
                  </a:lnTo>
                  <a:lnTo>
                    <a:pt x="2148953" y="192867"/>
                  </a:lnTo>
                  <a:lnTo>
                    <a:pt x="2148960" y="192874"/>
                  </a:lnTo>
                  <a:lnTo>
                    <a:pt x="2148981" y="192881"/>
                  </a:lnTo>
                  <a:lnTo>
                    <a:pt x="2149019" y="192880"/>
                  </a:lnTo>
                  <a:lnTo>
                    <a:pt x="2149041" y="192879"/>
                  </a:lnTo>
                  <a:lnTo>
                    <a:pt x="2149079" y="192867"/>
                  </a:lnTo>
                  <a:lnTo>
                    <a:pt x="2149128" y="192848"/>
                  </a:lnTo>
                  <a:lnTo>
                    <a:pt x="2149157" y="192834"/>
                  </a:lnTo>
                  <a:lnTo>
                    <a:pt x="2149240" y="192789"/>
                  </a:lnTo>
                  <a:lnTo>
                    <a:pt x="2149287" y="192754"/>
                  </a:lnTo>
                  <a:lnTo>
                    <a:pt x="2149298" y="192752"/>
                  </a:lnTo>
                  <a:lnTo>
                    <a:pt x="2149393" y="192657"/>
                  </a:lnTo>
                  <a:lnTo>
                    <a:pt x="2149413" y="192649"/>
                  </a:lnTo>
                  <a:lnTo>
                    <a:pt x="2149436" y="192641"/>
                  </a:lnTo>
                  <a:lnTo>
                    <a:pt x="2149550" y="192600"/>
                  </a:lnTo>
                  <a:lnTo>
                    <a:pt x="2149605" y="192592"/>
                  </a:lnTo>
                  <a:lnTo>
                    <a:pt x="2149614" y="192594"/>
                  </a:lnTo>
                  <a:lnTo>
                    <a:pt x="2149627" y="192598"/>
                  </a:lnTo>
                  <a:lnTo>
                    <a:pt x="2149655" y="192605"/>
                  </a:lnTo>
                  <a:lnTo>
                    <a:pt x="2149686" y="192677"/>
                  </a:lnTo>
                  <a:lnTo>
                    <a:pt x="2149690" y="192686"/>
                  </a:lnTo>
                  <a:lnTo>
                    <a:pt x="2149696" y="192691"/>
                  </a:lnTo>
                  <a:lnTo>
                    <a:pt x="2149743" y="192733"/>
                  </a:lnTo>
                  <a:lnTo>
                    <a:pt x="2149773" y="192746"/>
                  </a:lnTo>
                  <a:lnTo>
                    <a:pt x="2149779" y="192749"/>
                  </a:lnTo>
                  <a:lnTo>
                    <a:pt x="2150046" y="192697"/>
                  </a:lnTo>
                  <a:lnTo>
                    <a:pt x="2150386" y="192585"/>
                  </a:lnTo>
                  <a:lnTo>
                    <a:pt x="2150419" y="192573"/>
                  </a:lnTo>
                  <a:lnTo>
                    <a:pt x="2150448" y="192550"/>
                  </a:lnTo>
                  <a:lnTo>
                    <a:pt x="2150458" y="192534"/>
                  </a:lnTo>
                  <a:lnTo>
                    <a:pt x="2150463" y="192506"/>
                  </a:lnTo>
                  <a:lnTo>
                    <a:pt x="2150465" y="192475"/>
                  </a:lnTo>
                  <a:lnTo>
                    <a:pt x="2150459" y="192449"/>
                  </a:lnTo>
                  <a:lnTo>
                    <a:pt x="2150449" y="192428"/>
                  </a:lnTo>
                  <a:lnTo>
                    <a:pt x="2150428" y="192406"/>
                  </a:lnTo>
                  <a:lnTo>
                    <a:pt x="2150435" y="192332"/>
                  </a:lnTo>
                  <a:lnTo>
                    <a:pt x="2150548" y="192226"/>
                  </a:lnTo>
                  <a:lnTo>
                    <a:pt x="2150595" y="192204"/>
                  </a:lnTo>
                  <a:lnTo>
                    <a:pt x="2150891" y="192061"/>
                  </a:lnTo>
                  <a:lnTo>
                    <a:pt x="2150912" y="192058"/>
                  </a:lnTo>
                  <a:lnTo>
                    <a:pt x="2150944" y="192059"/>
                  </a:lnTo>
                  <a:lnTo>
                    <a:pt x="2151276" y="192087"/>
                  </a:lnTo>
                  <a:lnTo>
                    <a:pt x="2151301" y="192091"/>
                  </a:lnTo>
                  <a:lnTo>
                    <a:pt x="2151326" y="192101"/>
                  </a:lnTo>
                  <a:lnTo>
                    <a:pt x="2151344" y="192118"/>
                  </a:lnTo>
                  <a:lnTo>
                    <a:pt x="2151356" y="192140"/>
                  </a:lnTo>
                  <a:lnTo>
                    <a:pt x="2151357" y="192174"/>
                  </a:lnTo>
                  <a:lnTo>
                    <a:pt x="2151355" y="192181"/>
                  </a:lnTo>
                  <a:lnTo>
                    <a:pt x="2151349" y="192193"/>
                  </a:lnTo>
                  <a:lnTo>
                    <a:pt x="2151347" y="192242"/>
                  </a:lnTo>
                  <a:lnTo>
                    <a:pt x="2151352" y="192249"/>
                  </a:lnTo>
                  <a:lnTo>
                    <a:pt x="2151363" y="192268"/>
                  </a:lnTo>
                  <a:lnTo>
                    <a:pt x="2151370" y="192281"/>
                  </a:lnTo>
                  <a:lnTo>
                    <a:pt x="2151465" y="192275"/>
                  </a:lnTo>
                  <a:lnTo>
                    <a:pt x="2151616" y="192293"/>
                  </a:lnTo>
                  <a:lnTo>
                    <a:pt x="2151622" y="192293"/>
                  </a:lnTo>
                  <a:lnTo>
                    <a:pt x="2151689" y="192300"/>
                  </a:lnTo>
                  <a:lnTo>
                    <a:pt x="2151702" y="192299"/>
                  </a:lnTo>
                  <a:lnTo>
                    <a:pt x="2151725" y="192295"/>
                  </a:lnTo>
                  <a:lnTo>
                    <a:pt x="2151750" y="192292"/>
                  </a:lnTo>
                  <a:lnTo>
                    <a:pt x="2151791" y="192283"/>
                  </a:lnTo>
                  <a:lnTo>
                    <a:pt x="2151830" y="192274"/>
                  </a:lnTo>
                  <a:lnTo>
                    <a:pt x="2151850" y="192265"/>
                  </a:lnTo>
                  <a:lnTo>
                    <a:pt x="2151857" y="192253"/>
                  </a:lnTo>
                  <a:lnTo>
                    <a:pt x="2151863" y="192239"/>
                  </a:lnTo>
                  <a:lnTo>
                    <a:pt x="2151860" y="192216"/>
                  </a:lnTo>
                  <a:lnTo>
                    <a:pt x="2151855" y="192191"/>
                  </a:lnTo>
                  <a:lnTo>
                    <a:pt x="2151809" y="192126"/>
                  </a:lnTo>
                  <a:lnTo>
                    <a:pt x="2151801" y="192114"/>
                  </a:lnTo>
                  <a:lnTo>
                    <a:pt x="2151793" y="192103"/>
                  </a:lnTo>
                  <a:lnTo>
                    <a:pt x="2151790" y="192096"/>
                  </a:lnTo>
                  <a:lnTo>
                    <a:pt x="2151791" y="192085"/>
                  </a:lnTo>
                  <a:lnTo>
                    <a:pt x="2151799" y="192071"/>
                  </a:lnTo>
                  <a:lnTo>
                    <a:pt x="2151804" y="192068"/>
                  </a:lnTo>
                  <a:lnTo>
                    <a:pt x="2151813" y="192067"/>
                  </a:lnTo>
                  <a:lnTo>
                    <a:pt x="2151832" y="192070"/>
                  </a:lnTo>
                  <a:lnTo>
                    <a:pt x="2151942" y="192085"/>
                  </a:lnTo>
                  <a:lnTo>
                    <a:pt x="2151986" y="192086"/>
                  </a:lnTo>
                  <a:lnTo>
                    <a:pt x="2152029" y="192087"/>
                  </a:lnTo>
                  <a:lnTo>
                    <a:pt x="2152118" y="192060"/>
                  </a:lnTo>
                  <a:lnTo>
                    <a:pt x="2152144" y="192062"/>
                  </a:lnTo>
                  <a:lnTo>
                    <a:pt x="2152153" y="192060"/>
                  </a:lnTo>
                  <a:lnTo>
                    <a:pt x="2152174" y="192059"/>
                  </a:lnTo>
                  <a:lnTo>
                    <a:pt x="2152194" y="192064"/>
                  </a:lnTo>
                  <a:lnTo>
                    <a:pt x="2152215" y="192076"/>
                  </a:lnTo>
                  <a:lnTo>
                    <a:pt x="2152223" y="192096"/>
                  </a:lnTo>
                  <a:lnTo>
                    <a:pt x="2152223" y="192116"/>
                  </a:lnTo>
                  <a:lnTo>
                    <a:pt x="2152265" y="192188"/>
                  </a:lnTo>
                  <a:lnTo>
                    <a:pt x="2152473" y="192165"/>
                  </a:lnTo>
                  <a:lnTo>
                    <a:pt x="2152618" y="192127"/>
                  </a:lnTo>
                  <a:lnTo>
                    <a:pt x="2152757" y="192132"/>
                  </a:lnTo>
                  <a:lnTo>
                    <a:pt x="2153070" y="192143"/>
                  </a:lnTo>
                  <a:lnTo>
                    <a:pt x="2153118" y="192150"/>
                  </a:lnTo>
                  <a:lnTo>
                    <a:pt x="2153171" y="192165"/>
                  </a:lnTo>
                  <a:lnTo>
                    <a:pt x="2153208" y="192183"/>
                  </a:lnTo>
                  <a:lnTo>
                    <a:pt x="2153242" y="192213"/>
                  </a:lnTo>
                  <a:lnTo>
                    <a:pt x="2153279" y="192252"/>
                  </a:lnTo>
                  <a:lnTo>
                    <a:pt x="2153303" y="192286"/>
                  </a:lnTo>
                  <a:lnTo>
                    <a:pt x="2153318" y="192324"/>
                  </a:lnTo>
                  <a:lnTo>
                    <a:pt x="2153317" y="192353"/>
                  </a:lnTo>
                  <a:lnTo>
                    <a:pt x="2153309" y="192367"/>
                  </a:lnTo>
                  <a:lnTo>
                    <a:pt x="2153297" y="192372"/>
                  </a:lnTo>
                  <a:lnTo>
                    <a:pt x="2153271" y="192370"/>
                  </a:lnTo>
                  <a:lnTo>
                    <a:pt x="2153232" y="192358"/>
                  </a:lnTo>
                  <a:lnTo>
                    <a:pt x="2153188" y="192335"/>
                  </a:lnTo>
                  <a:lnTo>
                    <a:pt x="2153154" y="192318"/>
                  </a:lnTo>
                  <a:lnTo>
                    <a:pt x="2153106" y="192308"/>
                  </a:lnTo>
                  <a:lnTo>
                    <a:pt x="2153055" y="192297"/>
                  </a:lnTo>
                  <a:lnTo>
                    <a:pt x="2153004" y="192293"/>
                  </a:lnTo>
                  <a:lnTo>
                    <a:pt x="2152971" y="192297"/>
                  </a:lnTo>
                  <a:lnTo>
                    <a:pt x="2152935" y="192306"/>
                  </a:lnTo>
                  <a:lnTo>
                    <a:pt x="2152912" y="192317"/>
                  </a:lnTo>
                  <a:lnTo>
                    <a:pt x="2152908" y="192327"/>
                  </a:lnTo>
                  <a:lnTo>
                    <a:pt x="2152910" y="192341"/>
                  </a:lnTo>
                  <a:lnTo>
                    <a:pt x="2152923" y="192352"/>
                  </a:lnTo>
                  <a:lnTo>
                    <a:pt x="2153003" y="192400"/>
                  </a:lnTo>
                  <a:lnTo>
                    <a:pt x="2153011" y="192404"/>
                  </a:lnTo>
                  <a:lnTo>
                    <a:pt x="2153035" y="192417"/>
                  </a:lnTo>
                  <a:lnTo>
                    <a:pt x="2153057" y="192423"/>
                  </a:lnTo>
                  <a:lnTo>
                    <a:pt x="2153069" y="192424"/>
                  </a:lnTo>
                  <a:lnTo>
                    <a:pt x="2153089" y="192435"/>
                  </a:lnTo>
                  <a:lnTo>
                    <a:pt x="2153378" y="192555"/>
                  </a:lnTo>
                  <a:lnTo>
                    <a:pt x="2153394" y="192574"/>
                  </a:lnTo>
                  <a:lnTo>
                    <a:pt x="2153404" y="192629"/>
                  </a:lnTo>
                  <a:lnTo>
                    <a:pt x="2153419" y="192639"/>
                  </a:lnTo>
                  <a:lnTo>
                    <a:pt x="2153442" y="192655"/>
                  </a:lnTo>
                  <a:lnTo>
                    <a:pt x="2153449" y="192661"/>
                  </a:lnTo>
                  <a:lnTo>
                    <a:pt x="2153458" y="192659"/>
                  </a:lnTo>
                  <a:lnTo>
                    <a:pt x="2153508" y="192649"/>
                  </a:lnTo>
                  <a:lnTo>
                    <a:pt x="2153556" y="192601"/>
                  </a:lnTo>
                  <a:lnTo>
                    <a:pt x="2153575" y="192552"/>
                  </a:lnTo>
                  <a:lnTo>
                    <a:pt x="2153602" y="192496"/>
                  </a:lnTo>
                  <a:lnTo>
                    <a:pt x="2153616" y="192467"/>
                  </a:lnTo>
                  <a:lnTo>
                    <a:pt x="2153640" y="192415"/>
                  </a:lnTo>
                  <a:lnTo>
                    <a:pt x="2153643" y="192409"/>
                  </a:lnTo>
                  <a:lnTo>
                    <a:pt x="2153683" y="192391"/>
                  </a:lnTo>
                  <a:lnTo>
                    <a:pt x="2153719" y="192385"/>
                  </a:lnTo>
                  <a:lnTo>
                    <a:pt x="2153728" y="192383"/>
                  </a:lnTo>
                  <a:lnTo>
                    <a:pt x="2153734" y="192385"/>
                  </a:lnTo>
                  <a:lnTo>
                    <a:pt x="2153773" y="192397"/>
                  </a:lnTo>
                  <a:lnTo>
                    <a:pt x="2153824" y="192458"/>
                  </a:lnTo>
                  <a:lnTo>
                    <a:pt x="2153825" y="192465"/>
                  </a:lnTo>
                  <a:lnTo>
                    <a:pt x="2153823" y="192520"/>
                  </a:lnTo>
                  <a:lnTo>
                    <a:pt x="2153823" y="192526"/>
                  </a:lnTo>
                  <a:lnTo>
                    <a:pt x="2153829" y="192528"/>
                  </a:lnTo>
                  <a:lnTo>
                    <a:pt x="2153830" y="192589"/>
                  </a:lnTo>
                  <a:lnTo>
                    <a:pt x="2153835" y="192610"/>
                  </a:lnTo>
                  <a:lnTo>
                    <a:pt x="2153921" y="192807"/>
                  </a:lnTo>
                  <a:lnTo>
                    <a:pt x="2153937" y="192821"/>
                  </a:lnTo>
                  <a:lnTo>
                    <a:pt x="2153961" y="192836"/>
                  </a:lnTo>
                  <a:lnTo>
                    <a:pt x="2153993" y="192846"/>
                  </a:lnTo>
                  <a:lnTo>
                    <a:pt x="2154045" y="192849"/>
                  </a:lnTo>
                  <a:lnTo>
                    <a:pt x="2154095" y="192846"/>
                  </a:lnTo>
                  <a:lnTo>
                    <a:pt x="2154141" y="192842"/>
                  </a:lnTo>
                  <a:lnTo>
                    <a:pt x="2154183" y="192831"/>
                  </a:lnTo>
                  <a:lnTo>
                    <a:pt x="2154233" y="192816"/>
                  </a:lnTo>
                  <a:lnTo>
                    <a:pt x="2154263" y="192800"/>
                  </a:lnTo>
                  <a:lnTo>
                    <a:pt x="2154293" y="192773"/>
                  </a:lnTo>
                  <a:lnTo>
                    <a:pt x="2154317" y="192745"/>
                  </a:lnTo>
                  <a:lnTo>
                    <a:pt x="2154329" y="192716"/>
                  </a:lnTo>
                  <a:lnTo>
                    <a:pt x="2154334" y="192681"/>
                  </a:lnTo>
                  <a:lnTo>
                    <a:pt x="2154459" y="192529"/>
                  </a:lnTo>
                  <a:lnTo>
                    <a:pt x="2154645" y="192520"/>
                  </a:lnTo>
                  <a:lnTo>
                    <a:pt x="2154926" y="192505"/>
                  </a:lnTo>
                  <a:lnTo>
                    <a:pt x="2155268" y="192531"/>
                  </a:lnTo>
                  <a:lnTo>
                    <a:pt x="2155287" y="192531"/>
                  </a:lnTo>
                  <a:lnTo>
                    <a:pt x="2155301" y="192526"/>
                  </a:lnTo>
                  <a:lnTo>
                    <a:pt x="2155569" y="192434"/>
                  </a:lnTo>
                  <a:lnTo>
                    <a:pt x="2155572" y="192426"/>
                  </a:lnTo>
                  <a:lnTo>
                    <a:pt x="2155585" y="192390"/>
                  </a:lnTo>
                  <a:lnTo>
                    <a:pt x="2155620" y="192291"/>
                  </a:lnTo>
                  <a:lnTo>
                    <a:pt x="2155666" y="192165"/>
                  </a:lnTo>
                  <a:lnTo>
                    <a:pt x="2155678" y="192152"/>
                  </a:lnTo>
                  <a:lnTo>
                    <a:pt x="2155697" y="192137"/>
                  </a:lnTo>
                  <a:lnTo>
                    <a:pt x="2155717" y="192125"/>
                  </a:lnTo>
                  <a:lnTo>
                    <a:pt x="2155734" y="192116"/>
                  </a:lnTo>
                  <a:lnTo>
                    <a:pt x="2155749" y="192111"/>
                  </a:lnTo>
                  <a:lnTo>
                    <a:pt x="2156079" y="192081"/>
                  </a:lnTo>
                  <a:lnTo>
                    <a:pt x="2156100" y="192072"/>
                  </a:lnTo>
                  <a:lnTo>
                    <a:pt x="2156127" y="192066"/>
                  </a:lnTo>
                  <a:lnTo>
                    <a:pt x="2156157" y="192069"/>
                  </a:lnTo>
                  <a:lnTo>
                    <a:pt x="2156165" y="192069"/>
                  </a:lnTo>
                  <a:lnTo>
                    <a:pt x="2156176" y="192070"/>
                  </a:lnTo>
                  <a:lnTo>
                    <a:pt x="2156399" y="192088"/>
                  </a:lnTo>
                  <a:lnTo>
                    <a:pt x="2156413" y="192093"/>
                  </a:lnTo>
                  <a:lnTo>
                    <a:pt x="2156571" y="192182"/>
                  </a:lnTo>
                  <a:lnTo>
                    <a:pt x="2156582" y="192190"/>
                  </a:lnTo>
                  <a:lnTo>
                    <a:pt x="2156593" y="192203"/>
                  </a:lnTo>
                  <a:lnTo>
                    <a:pt x="2156596" y="192216"/>
                  </a:lnTo>
                  <a:lnTo>
                    <a:pt x="2156607" y="192354"/>
                  </a:lnTo>
                  <a:lnTo>
                    <a:pt x="2156623" y="192526"/>
                  </a:lnTo>
                  <a:lnTo>
                    <a:pt x="2156631" y="192537"/>
                  </a:lnTo>
                  <a:lnTo>
                    <a:pt x="2156644" y="192553"/>
                  </a:lnTo>
                  <a:lnTo>
                    <a:pt x="2156655" y="192563"/>
                  </a:lnTo>
                  <a:lnTo>
                    <a:pt x="2156681" y="192572"/>
                  </a:lnTo>
                  <a:lnTo>
                    <a:pt x="2156718" y="192580"/>
                  </a:lnTo>
                  <a:lnTo>
                    <a:pt x="2156768" y="192588"/>
                  </a:lnTo>
                  <a:lnTo>
                    <a:pt x="2156822" y="192595"/>
                  </a:lnTo>
                  <a:lnTo>
                    <a:pt x="2156865" y="192598"/>
                  </a:lnTo>
                  <a:lnTo>
                    <a:pt x="2156883" y="192597"/>
                  </a:lnTo>
                  <a:lnTo>
                    <a:pt x="2156901" y="192590"/>
                  </a:lnTo>
                  <a:lnTo>
                    <a:pt x="2156914" y="192580"/>
                  </a:lnTo>
                  <a:lnTo>
                    <a:pt x="2156922" y="192562"/>
                  </a:lnTo>
                  <a:lnTo>
                    <a:pt x="2156926" y="192524"/>
                  </a:lnTo>
                  <a:lnTo>
                    <a:pt x="2156928" y="192473"/>
                  </a:lnTo>
                  <a:lnTo>
                    <a:pt x="2156934" y="192427"/>
                  </a:lnTo>
                  <a:lnTo>
                    <a:pt x="2156949" y="192386"/>
                  </a:lnTo>
                  <a:lnTo>
                    <a:pt x="2156970" y="192353"/>
                  </a:lnTo>
                  <a:lnTo>
                    <a:pt x="2156987" y="192326"/>
                  </a:lnTo>
                  <a:lnTo>
                    <a:pt x="2157020" y="192282"/>
                  </a:lnTo>
                  <a:lnTo>
                    <a:pt x="2157040" y="192268"/>
                  </a:lnTo>
                  <a:lnTo>
                    <a:pt x="2157061" y="192254"/>
                  </a:lnTo>
                  <a:lnTo>
                    <a:pt x="2157121" y="192221"/>
                  </a:lnTo>
                  <a:lnTo>
                    <a:pt x="2157308" y="192095"/>
                  </a:lnTo>
                  <a:lnTo>
                    <a:pt x="2157317" y="192090"/>
                  </a:lnTo>
                  <a:lnTo>
                    <a:pt x="2157463" y="192010"/>
                  </a:lnTo>
                  <a:lnTo>
                    <a:pt x="2157692" y="191951"/>
                  </a:lnTo>
                  <a:lnTo>
                    <a:pt x="2157875" y="191992"/>
                  </a:lnTo>
                  <a:lnTo>
                    <a:pt x="2158004" y="192021"/>
                  </a:lnTo>
                  <a:lnTo>
                    <a:pt x="2158334" y="192092"/>
                  </a:lnTo>
                  <a:lnTo>
                    <a:pt x="2158720" y="192061"/>
                  </a:lnTo>
                  <a:lnTo>
                    <a:pt x="2158849" y="192013"/>
                  </a:lnTo>
                  <a:lnTo>
                    <a:pt x="2159054" y="191936"/>
                  </a:lnTo>
                  <a:lnTo>
                    <a:pt x="2159140" y="191864"/>
                  </a:lnTo>
                  <a:lnTo>
                    <a:pt x="2159485" y="191706"/>
                  </a:lnTo>
                  <a:lnTo>
                    <a:pt x="2159753" y="191491"/>
                  </a:lnTo>
                  <a:lnTo>
                    <a:pt x="2159898" y="191420"/>
                  </a:lnTo>
                  <a:lnTo>
                    <a:pt x="2160005" y="191371"/>
                  </a:lnTo>
                  <a:lnTo>
                    <a:pt x="2160155" y="191176"/>
                  </a:lnTo>
                  <a:lnTo>
                    <a:pt x="2160208" y="191107"/>
                  </a:lnTo>
                  <a:lnTo>
                    <a:pt x="2160231" y="190966"/>
                  </a:lnTo>
                  <a:lnTo>
                    <a:pt x="2160222" y="190930"/>
                  </a:lnTo>
                  <a:lnTo>
                    <a:pt x="2160170" y="190722"/>
                  </a:lnTo>
                  <a:lnTo>
                    <a:pt x="2160179" y="190483"/>
                  </a:lnTo>
                  <a:lnTo>
                    <a:pt x="2160181" y="190441"/>
                  </a:lnTo>
                  <a:lnTo>
                    <a:pt x="2160255" y="190327"/>
                  </a:lnTo>
                  <a:lnTo>
                    <a:pt x="2160364" y="190240"/>
                  </a:lnTo>
                  <a:lnTo>
                    <a:pt x="2160469" y="190229"/>
                  </a:lnTo>
                  <a:lnTo>
                    <a:pt x="2160530" y="190233"/>
                  </a:lnTo>
                  <a:lnTo>
                    <a:pt x="2160731" y="190247"/>
                  </a:lnTo>
                  <a:lnTo>
                    <a:pt x="2160992" y="190291"/>
                  </a:lnTo>
                  <a:lnTo>
                    <a:pt x="2161097" y="190280"/>
                  </a:lnTo>
                  <a:lnTo>
                    <a:pt x="2161135" y="190204"/>
                  </a:lnTo>
                  <a:lnTo>
                    <a:pt x="2161088" y="190063"/>
                  </a:lnTo>
                  <a:lnTo>
                    <a:pt x="2161106" y="189870"/>
                  </a:lnTo>
                  <a:lnTo>
                    <a:pt x="2161111" y="189817"/>
                  </a:lnTo>
                  <a:lnTo>
                    <a:pt x="2161122" y="189800"/>
                  </a:lnTo>
                  <a:lnTo>
                    <a:pt x="2161268" y="189754"/>
                  </a:lnTo>
                  <a:lnTo>
                    <a:pt x="2161345" y="189764"/>
                  </a:lnTo>
                  <a:lnTo>
                    <a:pt x="2161351" y="189767"/>
                  </a:lnTo>
                  <a:lnTo>
                    <a:pt x="2161519" y="189840"/>
                  </a:lnTo>
                  <a:lnTo>
                    <a:pt x="2161704" y="189942"/>
                  </a:lnTo>
                  <a:lnTo>
                    <a:pt x="2161823" y="190017"/>
                  </a:lnTo>
                  <a:lnTo>
                    <a:pt x="2161932" y="190052"/>
                  </a:lnTo>
                  <a:lnTo>
                    <a:pt x="2162065" y="190055"/>
                  </a:lnTo>
                  <a:lnTo>
                    <a:pt x="2162100" y="190023"/>
                  </a:lnTo>
                  <a:lnTo>
                    <a:pt x="2162091" y="189982"/>
                  </a:lnTo>
                  <a:lnTo>
                    <a:pt x="2162085" y="189950"/>
                  </a:lnTo>
                  <a:lnTo>
                    <a:pt x="2162081" y="189933"/>
                  </a:lnTo>
                  <a:lnTo>
                    <a:pt x="2162031" y="189811"/>
                  </a:lnTo>
                  <a:lnTo>
                    <a:pt x="2162012" y="189730"/>
                  </a:lnTo>
                  <a:lnTo>
                    <a:pt x="2162016" y="189624"/>
                  </a:lnTo>
                  <a:lnTo>
                    <a:pt x="2162133" y="189472"/>
                  </a:lnTo>
                  <a:lnTo>
                    <a:pt x="2162300" y="189263"/>
                  </a:lnTo>
                  <a:lnTo>
                    <a:pt x="2162325" y="189212"/>
                  </a:lnTo>
                  <a:lnTo>
                    <a:pt x="2162544" y="188986"/>
                  </a:lnTo>
                  <a:lnTo>
                    <a:pt x="2162655" y="188835"/>
                  </a:lnTo>
                  <a:lnTo>
                    <a:pt x="2162737" y="188555"/>
                  </a:lnTo>
                  <a:lnTo>
                    <a:pt x="2162772" y="188396"/>
                  </a:lnTo>
                  <a:lnTo>
                    <a:pt x="2162779" y="188364"/>
                  </a:lnTo>
                  <a:lnTo>
                    <a:pt x="2162782" y="188287"/>
                  </a:lnTo>
                  <a:lnTo>
                    <a:pt x="2162799" y="188267"/>
                  </a:lnTo>
                  <a:lnTo>
                    <a:pt x="2162792" y="188249"/>
                  </a:lnTo>
                  <a:lnTo>
                    <a:pt x="2162791" y="188211"/>
                  </a:lnTo>
                  <a:lnTo>
                    <a:pt x="2162798" y="188193"/>
                  </a:lnTo>
                  <a:lnTo>
                    <a:pt x="2162815" y="188174"/>
                  </a:lnTo>
                  <a:lnTo>
                    <a:pt x="2162832" y="188159"/>
                  </a:lnTo>
                  <a:lnTo>
                    <a:pt x="2162858" y="188147"/>
                  </a:lnTo>
                  <a:lnTo>
                    <a:pt x="2162866" y="188144"/>
                  </a:lnTo>
                  <a:lnTo>
                    <a:pt x="2162931" y="188130"/>
                  </a:lnTo>
                  <a:lnTo>
                    <a:pt x="2163078" y="188098"/>
                  </a:lnTo>
                  <a:lnTo>
                    <a:pt x="2163133" y="188085"/>
                  </a:lnTo>
                  <a:lnTo>
                    <a:pt x="2163289" y="188038"/>
                  </a:lnTo>
                  <a:lnTo>
                    <a:pt x="2163433" y="187959"/>
                  </a:lnTo>
                  <a:lnTo>
                    <a:pt x="2163491" y="187909"/>
                  </a:lnTo>
                  <a:lnTo>
                    <a:pt x="2163493" y="187858"/>
                  </a:lnTo>
                  <a:lnTo>
                    <a:pt x="2163452" y="187810"/>
                  </a:lnTo>
                  <a:lnTo>
                    <a:pt x="2163412" y="187764"/>
                  </a:lnTo>
                  <a:lnTo>
                    <a:pt x="2163382" y="187745"/>
                  </a:lnTo>
                  <a:lnTo>
                    <a:pt x="2163293" y="187722"/>
                  </a:lnTo>
                  <a:lnTo>
                    <a:pt x="2163179" y="187674"/>
                  </a:lnTo>
                  <a:lnTo>
                    <a:pt x="2163087" y="187626"/>
                  </a:lnTo>
                  <a:lnTo>
                    <a:pt x="2163036" y="187571"/>
                  </a:lnTo>
                  <a:lnTo>
                    <a:pt x="2163039" y="187502"/>
                  </a:lnTo>
                  <a:lnTo>
                    <a:pt x="2163088" y="187477"/>
                  </a:lnTo>
                  <a:lnTo>
                    <a:pt x="2163157" y="187443"/>
                  </a:lnTo>
                  <a:lnTo>
                    <a:pt x="2163357" y="187447"/>
                  </a:lnTo>
                  <a:lnTo>
                    <a:pt x="2163432" y="187387"/>
                  </a:lnTo>
                  <a:lnTo>
                    <a:pt x="2163445" y="187326"/>
                  </a:lnTo>
                  <a:lnTo>
                    <a:pt x="2163377" y="187202"/>
                  </a:lnTo>
                  <a:lnTo>
                    <a:pt x="2163256" y="187069"/>
                  </a:lnTo>
                  <a:lnTo>
                    <a:pt x="2163246" y="187055"/>
                  </a:lnTo>
                  <a:lnTo>
                    <a:pt x="2163176" y="186967"/>
                  </a:lnTo>
                  <a:lnTo>
                    <a:pt x="2163139" y="186851"/>
                  </a:lnTo>
                  <a:lnTo>
                    <a:pt x="2163173" y="186775"/>
                  </a:lnTo>
                  <a:lnTo>
                    <a:pt x="2163259" y="186739"/>
                  </a:lnTo>
                  <a:lnTo>
                    <a:pt x="2163313" y="186740"/>
                  </a:lnTo>
                  <a:lnTo>
                    <a:pt x="2163427" y="186742"/>
                  </a:lnTo>
                  <a:lnTo>
                    <a:pt x="2163644" y="186839"/>
                  </a:lnTo>
                  <a:lnTo>
                    <a:pt x="2163826" y="186955"/>
                  </a:lnTo>
                  <a:lnTo>
                    <a:pt x="2163897" y="187036"/>
                  </a:lnTo>
                  <a:lnTo>
                    <a:pt x="2164037" y="187100"/>
                  </a:lnTo>
                  <a:lnTo>
                    <a:pt x="2164067" y="187113"/>
                  </a:lnTo>
                  <a:lnTo>
                    <a:pt x="2164309" y="187151"/>
                  </a:lnTo>
                  <a:lnTo>
                    <a:pt x="2164324" y="187151"/>
                  </a:lnTo>
                  <a:lnTo>
                    <a:pt x="2164523" y="187134"/>
                  </a:lnTo>
                  <a:lnTo>
                    <a:pt x="2164741" y="187145"/>
                  </a:lnTo>
                  <a:lnTo>
                    <a:pt x="2164747" y="187146"/>
                  </a:lnTo>
                  <a:lnTo>
                    <a:pt x="2164819" y="187166"/>
                  </a:lnTo>
                  <a:lnTo>
                    <a:pt x="2164879" y="187205"/>
                  </a:lnTo>
                  <a:lnTo>
                    <a:pt x="2164944" y="187289"/>
                  </a:lnTo>
                  <a:lnTo>
                    <a:pt x="2164949" y="187295"/>
                  </a:lnTo>
                  <a:lnTo>
                    <a:pt x="2164970" y="187322"/>
                  </a:lnTo>
                  <a:lnTo>
                    <a:pt x="2165019" y="187429"/>
                  </a:lnTo>
                  <a:lnTo>
                    <a:pt x="2165042" y="187435"/>
                  </a:lnTo>
                  <a:lnTo>
                    <a:pt x="2165094" y="187449"/>
                  </a:lnTo>
                  <a:lnTo>
                    <a:pt x="2165124" y="187457"/>
                  </a:lnTo>
                  <a:lnTo>
                    <a:pt x="2165173" y="187471"/>
                  </a:lnTo>
                  <a:lnTo>
                    <a:pt x="2165211" y="187481"/>
                  </a:lnTo>
                  <a:lnTo>
                    <a:pt x="2165236" y="187485"/>
                  </a:lnTo>
                  <a:lnTo>
                    <a:pt x="2165273" y="187488"/>
                  </a:lnTo>
                  <a:lnTo>
                    <a:pt x="2165331" y="187488"/>
                  </a:lnTo>
                  <a:lnTo>
                    <a:pt x="2165369" y="187472"/>
                  </a:lnTo>
                  <a:lnTo>
                    <a:pt x="2165452" y="187437"/>
                  </a:lnTo>
                  <a:lnTo>
                    <a:pt x="2165473" y="187429"/>
                  </a:lnTo>
                  <a:lnTo>
                    <a:pt x="2165489" y="187404"/>
                  </a:lnTo>
                  <a:lnTo>
                    <a:pt x="2165525" y="187353"/>
                  </a:lnTo>
                  <a:lnTo>
                    <a:pt x="2165551" y="187221"/>
                  </a:lnTo>
                  <a:lnTo>
                    <a:pt x="2165560" y="187175"/>
                  </a:lnTo>
                  <a:lnTo>
                    <a:pt x="2165578" y="187078"/>
                  </a:lnTo>
                  <a:lnTo>
                    <a:pt x="2165613" y="186915"/>
                  </a:lnTo>
                  <a:lnTo>
                    <a:pt x="2165629" y="186869"/>
                  </a:lnTo>
                  <a:lnTo>
                    <a:pt x="2165687" y="186809"/>
                  </a:lnTo>
                  <a:lnTo>
                    <a:pt x="2165732" y="186785"/>
                  </a:lnTo>
                  <a:lnTo>
                    <a:pt x="2165757" y="186767"/>
                  </a:lnTo>
                  <a:lnTo>
                    <a:pt x="2165870" y="186689"/>
                  </a:lnTo>
                  <a:lnTo>
                    <a:pt x="2165983" y="186610"/>
                  </a:lnTo>
                  <a:lnTo>
                    <a:pt x="2166002" y="186598"/>
                  </a:lnTo>
                  <a:lnTo>
                    <a:pt x="2166026" y="186587"/>
                  </a:lnTo>
                  <a:lnTo>
                    <a:pt x="2166070" y="186566"/>
                  </a:lnTo>
                  <a:lnTo>
                    <a:pt x="2166135" y="186541"/>
                  </a:lnTo>
                  <a:lnTo>
                    <a:pt x="2166177" y="186526"/>
                  </a:lnTo>
                  <a:lnTo>
                    <a:pt x="2166212" y="186516"/>
                  </a:lnTo>
                  <a:lnTo>
                    <a:pt x="2166246" y="186511"/>
                  </a:lnTo>
                  <a:lnTo>
                    <a:pt x="2166264" y="186490"/>
                  </a:lnTo>
                  <a:lnTo>
                    <a:pt x="2166271" y="186476"/>
                  </a:lnTo>
                  <a:lnTo>
                    <a:pt x="2166307" y="186369"/>
                  </a:lnTo>
                  <a:lnTo>
                    <a:pt x="2166335" y="186216"/>
                  </a:lnTo>
                  <a:lnTo>
                    <a:pt x="2166359" y="186132"/>
                  </a:lnTo>
                  <a:lnTo>
                    <a:pt x="2166413" y="186110"/>
                  </a:lnTo>
                  <a:lnTo>
                    <a:pt x="2166496" y="186091"/>
                  </a:lnTo>
                  <a:lnTo>
                    <a:pt x="2166568" y="186060"/>
                  </a:lnTo>
                  <a:lnTo>
                    <a:pt x="2166679" y="186020"/>
                  </a:lnTo>
                  <a:lnTo>
                    <a:pt x="2166685" y="186020"/>
                  </a:lnTo>
                  <a:lnTo>
                    <a:pt x="2166766" y="186011"/>
                  </a:lnTo>
                  <a:lnTo>
                    <a:pt x="2166888" y="186004"/>
                  </a:lnTo>
                  <a:lnTo>
                    <a:pt x="2166973" y="185997"/>
                  </a:lnTo>
                  <a:lnTo>
                    <a:pt x="2167003" y="185987"/>
                  </a:lnTo>
                  <a:lnTo>
                    <a:pt x="2167029" y="185967"/>
                  </a:lnTo>
                  <a:lnTo>
                    <a:pt x="2167031" y="185957"/>
                  </a:lnTo>
                  <a:lnTo>
                    <a:pt x="2167066" y="185940"/>
                  </a:lnTo>
                  <a:lnTo>
                    <a:pt x="2167185" y="185735"/>
                  </a:lnTo>
                  <a:lnTo>
                    <a:pt x="2167201" y="185712"/>
                  </a:lnTo>
                  <a:lnTo>
                    <a:pt x="2167274" y="185608"/>
                  </a:lnTo>
                  <a:lnTo>
                    <a:pt x="2167329" y="185580"/>
                  </a:lnTo>
                  <a:lnTo>
                    <a:pt x="2167373" y="185567"/>
                  </a:lnTo>
                  <a:lnTo>
                    <a:pt x="2167416" y="185564"/>
                  </a:lnTo>
                  <a:lnTo>
                    <a:pt x="2167466" y="185573"/>
                  </a:lnTo>
                  <a:lnTo>
                    <a:pt x="2167502" y="185587"/>
                  </a:lnTo>
                  <a:lnTo>
                    <a:pt x="2167517" y="185604"/>
                  </a:lnTo>
                  <a:lnTo>
                    <a:pt x="2167521" y="185622"/>
                  </a:lnTo>
                  <a:lnTo>
                    <a:pt x="2167698" y="185675"/>
                  </a:lnTo>
                  <a:lnTo>
                    <a:pt x="2167825" y="185688"/>
                  </a:lnTo>
                  <a:lnTo>
                    <a:pt x="2167908" y="185696"/>
                  </a:lnTo>
                  <a:lnTo>
                    <a:pt x="2168020" y="185674"/>
                  </a:lnTo>
                  <a:lnTo>
                    <a:pt x="2168112" y="185611"/>
                  </a:lnTo>
                  <a:lnTo>
                    <a:pt x="2168123" y="185604"/>
                  </a:lnTo>
                  <a:lnTo>
                    <a:pt x="2168219" y="185444"/>
                  </a:lnTo>
                  <a:lnTo>
                    <a:pt x="2168221" y="185395"/>
                  </a:lnTo>
                  <a:lnTo>
                    <a:pt x="2168228" y="185271"/>
                  </a:lnTo>
                  <a:lnTo>
                    <a:pt x="2168234" y="185173"/>
                  </a:lnTo>
                  <a:lnTo>
                    <a:pt x="2168264" y="184828"/>
                  </a:lnTo>
                  <a:lnTo>
                    <a:pt x="2168270" y="184755"/>
                  </a:lnTo>
                  <a:lnTo>
                    <a:pt x="2168213" y="184191"/>
                  </a:lnTo>
                  <a:lnTo>
                    <a:pt x="2168202" y="184170"/>
                  </a:lnTo>
                  <a:lnTo>
                    <a:pt x="2168217" y="184097"/>
                  </a:lnTo>
                  <a:lnTo>
                    <a:pt x="2168274" y="184058"/>
                  </a:lnTo>
                  <a:lnTo>
                    <a:pt x="2168370" y="184059"/>
                  </a:lnTo>
                  <a:lnTo>
                    <a:pt x="2168836" y="184062"/>
                  </a:lnTo>
                  <a:lnTo>
                    <a:pt x="2169158" y="183903"/>
                  </a:lnTo>
                  <a:lnTo>
                    <a:pt x="2169304" y="183765"/>
                  </a:lnTo>
                  <a:lnTo>
                    <a:pt x="2169346" y="183613"/>
                  </a:lnTo>
                  <a:lnTo>
                    <a:pt x="2169352" y="183459"/>
                  </a:lnTo>
                  <a:lnTo>
                    <a:pt x="2169357" y="183344"/>
                  </a:lnTo>
                  <a:lnTo>
                    <a:pt x="2169274" y="183240"/>
                  </a:lnTo>
                  <a:lnTo>
                    <a:pt x="2169175" y="183097"/>
                  </a:lnTo>
                  <a:lnTo>
                    <a:pt x="2169087" y="182933"/>
                  </a:lnTo>
                  <a:lnTo>
                    <a:pt x="2169105" y="182841"/>
                  </a:lnTo>
                  <a:lnTo>
                    <a:pt x="2169107" y="182832"/>
                  </a:lnTo>
                  <a:lnTo>
                    <a:pt x="2169141" y="182760"/>
                  </a:lnTo>
                  <a:lnTo>
                    <a:pt x="2169314" y="182706"/>
                  </a:lnTo>
                  <a:lnTo>
                    <a:pt x="2169672" y="182665"/>
                  </a:lnTo>
                  <a:lnTo>
                    <a:pt x="2169894" y="182670"/>
                  </a:lnTo>
                  <a:lnTo>
                    <a:pt x="2170171" y="182693"/>
                  </a:lnTo>
                  <a:lnTo>
                    <a:pt x="2170249" y="182686"/>
                  </a:lnTo>
                  <a:lnTo>
                    <a:pt x="2170450" y="182667"/>
                  </a:lnTo>
                  <a:lnTo>
                    <a:pt x="2170566" y="182630"/>
                  </a:lnTo>
                  <a:lnTo>
                    <a:pt x="2170585" y="182575"/>
                  </a:lnTo>
                  <a:lnTo>
                    <a:pt x="2170573" y="182534"/>
                  </a:lnTo>
                  <a:lnTo>
                    <a:pt x="2170526" y="182476"/>
                  </a:lnTo>
                  <a:lnTo>
                    <a:pt x="2170492" y="182433"/>
                  </a:lnTo>
                  <a:lnTo>
                    <a:pt x="2170467" y="182422"/>
                  </a:lnTo>
                  <a:lnTo>
                    <a:pt x="2170436" y="182403"/>
                  </a:lnTo>
                  <a:lnTo>
                    <a:pt x="2170391" y="182370"/>
                  </a:lnTo>
                  <a:lnTo>
                    <a:pt x="2170376" y="182353"/>
                  </a:lnTo>
                  <a:lnTo>
                    <a:pt x="2170373" y="182346"/>
                  </a:lnTo>
                  <a:lnTo>
                    <a:pt x="2170371" y="182338"/>
                  </a:lnTo>
                  <a:lnTo>
                    <a:pt x="2170367" y="182331"/>
                  </a:lnTo>
                  <a:lnTo>
                    <a:pt x="2170343" y="182286"/>
                  </a:lnTo>
                  <a:lnTo>
                    <a:pt x="2170338" y="182277"/>
                  </a:lnTo>
                  <a:lnTo>
                    <a:pt x="2170333" y="182269"/>
                  </a:lnTo>
                  <a:lnTo>
                    <a:pt x="2170331" y="182254"/>
                  </a:lnTo>
                  <a:lnTo>
                    <a:pt x="2170314" y="182229"/>
                  </a:lnTo>
                  <a:lnTo>
                    <a:pt x="2170265" y="182157"/>
                  </a:lnTo>
                  <a:lnTo>
                    <a:pt x="2170256" y="182144"/>
                  </a:lnTo>
                  <a:lnTo>
                    <a:pt x="2170239" y="182135"/>
                  </a:lnTo>
                  <a:lnTo>
                    <a:pt x="2170060" y="181896"/>
                  </a:lnTo>
                  <a:lnTo>
                    <a:pt x="2170009" y="181789"/>
                  </a:lnTo>
                  <a:lnTo>
                    <a:pt x="2170037" y="181668"/>
                  </a:lnTo>
                  <a:lnTo>
                    <a:pt x="2170130" y="181539"/>
                  </a:lnTo>
                  <a:lnTo>
                    <a:pt x="2170314" y="181431"/>
                  </a:lnTo>
                  <a:lnTo>
                    <a:pt x="2170553" y="181307"/>
                  </a:lnTo>
                  <a:lnTo>
                    <a:pt x="2170974" y="181192"/>
                  </a:lnTo>
                  <a:lnTo>
                    <a:pt x="2171074" y="181165"/>
                  </a:lnTo>
                  <a:lnTo>
                    <a:pt x="2171154" y="181135"/>
                  </a:lnTo>
                  <a:lnTo>
                    <a:pt x="2171240" y="181102"/>
                  </a:lnTo>
                  <a:lnTo>
                    <a:pt x="2171269" y="181077"/>
                  </a:lnTo>
                  <a:lnTo>
                    <a:pt x="2171299" y="181031"/>
                  </a:lnTo>
                  <a:lnTo>
                    <a:pt x="2171317" y="180991"/>
                  </a:lnTo>
                  <a:lnTo>
                    <a:pt x="2171313" y="180964"/>
                  </a:lnTo>
                  <a:lnTo>
                    <a:pt x="2171300" y="180945"/>
                  </a:lnTo>
                  <a:lnTo>
                    <a:pt x="2171288" y="180931"/>
                  </a:lnTo>
                  <a:lnTo>
                    <a:pt x="2170931" y="180697"/>
                  </a:lnTo>
                  <a:lnTo>
                    <a:pt x="2170756" y="180581"/>
                  </a:lnTo>
                  <a:lnTo>
                    <a:pt x="2170749" y="180577"/>
                  </a:lnTo>
                  <a:lnTo>
                    <a:pt x="2170633" y="180501"/>
                  </a:lnTo>
                  <a:lnTo>
                    <a:pt x="2170202" y="180208"/>
                  </a:lnTo>
                  <a:lnTo>
                    <a:pt x="2170176" y="180192"/>
                  </a:lnTo>
                  <a:lnTo>
                    <a:pt x="2170139" y="180190"/>
                  </a:lnTo>
                  <a:lnTo>
                    <a:pt x="2170112" y="180191"/>
                  </a:lnTo>
                  <a:lnTo>
                    <a:pt x="2170068" y="180205"/>
                  </a:lnTo>
                  <a:lnTo>
                    <a:pt x="2170008" y="180213"/>
                  </a:lnTo>
                  <a:lnTo>
                    <a:pt x="2169959" y="180212"/>
                  </a:lnTo>
                  <a:lnTo>
                    <a:pt x="2169903" y="180199"/>
                  </a:lnTo>
                  <a:lnTo>
                    <a:pt x="2169866" y="180174"/>
                  </a:lnTo>
                  <a:lnTo>
                    <a:pt x="2169853" y="180165"/>
                  </a:lnTo>
                  <a:lnTo>
                    <a:pt x="2169822" y="180124"/>
                  </a:lnTo>
                  <a:lnTo>
                    <a:pt x="2169820" y="180117"/>
                  </a:lnTo>
                  <a:lnTo>
                    <a:pt x="2169808" y="180072"/>
                  </a:lnTo>
                  <a:lnTo>
                    <a:pt x="2169787" y="179916"/>
                  </a:lnTo>
                  <a:lnTo>
                    <a:pt x="2169774" y="179903"/>
                  </a:lnTo>
                  <a:lnTo>
                    <a:pt x="2169760" y="179899"/>
                  </a:lnTo>
                  <a:lnTo>
                    <a:pt x="2169718" y="179901"/>
                  </a:lnTo>
                  <a:lnTo>
                    <a:pt x="2169652" y="179924"/>
                  </a:lnTo>
                  <a:lnTo>
                    <a:pt x="2169617" y="179940"/>
                  </a:lnTo>
                  <a:lnTo>
                    <a:pt x="2169559" y="179942"/>
                  </a:lnTo>
                  <a:lnTo>
                    <a:pt x="2169520" y="179938"/>
                  </a:lnTo>
                  <a:lnTo>
                    <a:pt x="2169486" y="179927"/>
                  </a:lnTo>
                  <a:lnTo>
                    <a:pt x="2169446" y="179906"/>
                  </a:lnTo>
                  <a:lnTo>
                    <a:pt x="2169404" y="179867"/>
                  </a:lnTo>
                  <a:lnTo>
                    <a:pt x="2169369" y="179805"/>
                  </a:lnTo>
                  <a:lnTo>
                    <a:pt x="2169341" y="179748"/>
                  </a:lnTo>
                  <a:lnTo>
                    <a:pt x="2169338" y="179682"/>
                  </a:lnTo>
                  <a:lnTo>
                    <a:pt x="2169340" y="179652"/>
                  </a:lnTo>
                  <a:lnTo>
                    <a:pt x="2169351" y="179622"/>
                  </a:lnTo>
                  <a:lnTo>
                    <a:pt x="2169379" y="179605"/>
                  </a:lnTo>
                  <a:lnTo>
                    <a:pt x="2169470" y="179502"/>
                  </a:lnTo>
                  <a:lnTo>
                    <a:pt x="2169590" y="179365"/>
                  </a:lnTo>
                  <a:lnTo>
                    <a:pt x="2169609" y="179326"/>
                  </a:lnTo>
                  <a:lnTo>
                    <a:pt x="2169611" y="179298"/>
                  </a:lnTo>
                  <a:lnTo>
                    <a:pt x="2169608" y="179262"/>
                  </a:lnTo>
                  <a:lnTo>
                    <a:pt x="2169568" y="179200"/>
                  </a:lnTo>
                  <a:lnTo>
                    <a:pt x="2169523" y="179155"/>
                  </a:lnTo>
                  <a:lnTo>
                    <a:pt x="2169505" y="179126"/>
                  </a:lnTo>
                  <a:lnTo>
                    <a:pt x="2169504" y="179099"/>
                  </a:lnTo>
                  <a:lnTo>
                    <a:pt x="2169505" y="179079"/>
                  </a:lnTo>
                  <a:lnTo>
                    <a:pt x="2169564" y="178853"/>
                  </a:lnTo>
                  <a:lnTo>
                    <a:pt x="2169597" y="178823"/>
                  </a:lnTo>
                  <a:lnTo>
                    <a:pt x="2169701" y="178640"/>
                  </a:lnTo>
                  <a:lnTo>
                    <a:pt x="2169709" y="178607"/>
                  </a:lnTo>
                  <a:lnTo>
                    <a:pt x="2169753" y="178564"/>
                  </a:lnTo>
                  <a:lnTo>
                    <a:pt x="2169796" y="178544"/>
                  </a:lnTo>
                  <a:lnTo>
                    <a:pt x="2169924" y="178527"/>
                  </a:lnTo>
                  <a:lnTo>
                    <a:pt x="2170015" y="178513"/>
                  </a:lnTo>
                  <a:lnTo>
                    <a:pt x="2170278" y="178426"/>
                  </a:lnTo>
                  <a:lnTo>
                    <a:pt x="2170325" y="178408"/>
                  </a:lnTo>
                  <a:lnTo>
                    <a:pt x="2170348" y="178383"/>
                  </a:lnTo>
                  <a:lnTo>
                    <a:pt x="2170353" y="178356"/>
                  </a:lnTo>
                  <a:lnTo>
                    <a:pt x="2170351" y="178327"/>
                  </a:lnTo>
                  <a:lnTo>
                    <a:pt x="2170313" y="178288"/>
                  </a:lnTo>
                  <a:lnTo>
                    <a:pt x="2170250" y="178235"/>
                  </a:lnTo>
                  <a:lnTo>
                    <a:pt x="2170214" y="178175"/>
                  </a:lnTo>
                  <a:lnTo>
                    <a:pt x="2170211" y="178142"/>
                  </a:lnTo>
                  <a:lnTo>
                    <a:pt x="2170221" y="178094"/>
                  </a:lnTo>
                  <a:lnTo>
                    <a:pt x="2170249" y="178012"/>
                  </a:lnTo>
                  <a:lnTo>
                    <a:pt x="2170260" y="177958"/>
                  </a:lnTo>
                  <a:lnTo>
                    <a:pt x="2170249" y="177921"/>
                  </a:lnTo>
                  <a:lnTo>
                    <a:pt x="2170216" y="177881"/>
                  </a:lnTo>
                  <a:lnTo>
                    <a:pt x="2170180" y="177842"/>
                  </a:lnTo>
                  <a:lnTo>
                    <a:pt x="2170143" y="177801"/>
                  </a:lnTo>
                  <a:lnTo>
                    <a:pt x="2170130" y="177767"/>
                  </a:lnTo>
                  <a:lnTo>
                    <a:pt x="2170130" y="177734"/>
                  </a:lnTo>
                  <a:lnTo>
                    <a:pt x="2170164" y="177686"/>
                  </a:lnTo>
                  <a:lnTo>
                    <a:pt x="2170213" y="177649"/>
                  </a:lnTo>
                  <a:lnTo>
                    <a:pt x="2170254" y="177634"/>
                  </a:lnTo>
                  <a:lnTo>
                    <a:pt x="2170307" y="177631"/>
                  </a:lnTo>
                  <a:lnTo>
                    <a:pt x="2170349" y="177637"/>
                  </a:lnTo>
                  <a:lnTo>
                    <a:pt x="2170399" y="177658"/>
                  </a:lnTo>
                  <a:lnTo>
                    <a:pt x="2170443" y="177690"/>
                  </a:lnTo>
                  <a:lnTo>
                    <a:pt x="2170486" y="177727"/>
                  </a:lnTo>
                  <a:lnTo>
                    <a:pt x="2170519" y="177763"/>
                  </a:lnTo>
                  <a:lnTo>
                    <a:pt x="2170561" y="177798"/>
                  </a:lnTo>
                  <a:lnTo>
                    <a:pt x="2170579" y="177810"/>
                  </a:lnTo>
                  <a:lnTo>
                    <a:pt x="2170612" y="177818"/>
                  </a:lnTo>
                  <a:lnTo>
                    <a:pt x="2170638" y="177816"/>
                  </a:lnTo>
                  <a:lnTo>
                    <a:pt x="2170670" y="177795"/>
                  </a:lnTo>
                  <a:lnTo>
                    <a:pt x="2170701" y="177758"/>
                  </a:lnTo>
                  <a:lnTo>
                    <a:pt x="2170714" y="177717"/>
                  </a:lnTo>
                  <a:lnTo>
                    <a:pt x="2170718" y="177623"/>
                  </a:lnTo>
                  <a:lnTo>
                    <a:pt x="2170719" y="177564"/>
                  </a:lnTo>
                  <a:lnTo>
                    <a:pt x="2170703" y="177511"/>
                  </a:lnTo>
                  <a:lnTo>
                    <a:pt x="2170663" y="177463"/>
                  </a:lnTo>
                  <a:lnTo>
                    <a:pt x="2170616" y="177423"/>
                  </a:lnTo>
                  <a:lnTo>
                    <a:pt x="2170553" y="177400"/>
                  </a:lnTo>
                  <a:lnTo>
                    <a:pt x="2170470" y="177384"/>
                  </a:lnTo>
                  <a:lnTo>
                    <a:pt x="2170400" y="177381"/>
                  </a:lnTo>
                  <a:lnTo>
                    <a:pt x="2170309" y="177395"/>
                  </a:lnTo>
                  <a:lnTo>
                    <a:pt x="2170189" y="177427"/>
                  </a:lnTo>
                  <a:lnTo>
                    <a:pt x="2170120" y="177430"/>
                  </a:lnTo>
                  <a:lnTo>
                    <a:pt x="2170094" y="177426"/>
                  </a:lnTo>
                  <a:lnTo>
                    <a:pt x="2170053" y="177398"/>
                  </a:lnTo>
                  <a:lnTo>
                    <a:pt x="2170007" y="177367"/>
                  </a:lnTo>
                  <a:lnTo>
                    <a:pt x="2169991" y="177343"/>
                  </a:lnTo>
                  <a:lnTo>
                    <a:pt x="2169991" y="177314"/>
                  </a:lnTo>
                  <a:lnTo>
                    <a:pt x="2169999" y="177287"/>
                  </a:lnTo>
                  <a:lnTo>
                    <a:pt x="2170092" y="177010"/>
                  </a:lnTo>
                  <a:lnTo>
                    <a:pt x="2170109" y="176979"/>
                  </a:lnTo>
                  <a:lnTo>
                    <a:pt x="2170158" y="176952"/>
                  </a:lnTo>
                  <a:lnTo>
                    <a:pt x="2170220" y="176936"/>
                  </a:lnTo>
                  <a:lnTo>
                    <a:pt x="2170304" y="176935"/>
                  </a:lnTo>
                  <a:lnTo>
                    <a:pt x="2170358" y="176931"/>
                  </a:lnTo>
                  <a:lnTo>
                    <a:pt x="2170397" y="176919"/>
                  </a:lnTo>
                  <a:lnTo>
                    <a:pt x="2170415" y="176905"/>
                  </a:lnTo>
                  <a:lnTo>
                    <a:pt x="2170422" y="176879"/>
                  </a:lnTo>
                  <a:lnTo>
                    <a:pt x="2170397" y="176620"/>
                  </a:lnTo>
                  <a:lnTo>
                    <a:pt x="2170392" y="176609"/>
                  </a:lnTo>
                  <a:lnTo>
                    <a:pt x="2170372" y="176588"/>
                  </a:lnTo>
                  <a:lnTo>
                    <a:pt x="2170310" y="176580"/>
                  </a:lnTo>
                  <a:lnTo>
                    <a:pt x="2170233" y="176571"/>
                  </a:lnTo>
                  <a:lnTo>
                    <a:pt x="2170125" y="176574"/>
                  </a:lnTo>
                  <a:lnTo>
                    <a:pt x="2170052" y="176596"/>
                  </a:lnTo>
                  <a:lnTo>
                    <a:pt x="2170000" y="176613"/>
                  </a:lnTo>
                  <a:lnTo>
                    <a:pt x="2169971" y="176616"/>
                  </a:lnTo>
                  <a:lnTo>
                    <a:pt x="2169934" y="176607"/>
                  </a:lnTo>
                  <a:lnTo>
                    <a:pt x="2169905" y="176594"/>
                  </a:lnTo>
                  <a:lnTo>
                    <a:pt x="2169845" y="176476"/>
                  </a:lnTo>
                  <a:lnTo>
                    <a:pt x="2169764" y="176454"/>
                  </a:lnTo>
                  <a:lnTo>
                    <a:pt x="2169723" y="176436"/>
                  </a:lnTo>
                  <a:lnTo>
                    <a:pt x="2169674" y="176410"/>
                  </a:lnTo>
                  <a:lnTo>
                    <a:pt x="2169634" y="176365"/>
                  </a:lnTo>
                  <a:lnTo>
                    <a:pt x="2169633" y="176356"/>
                  </a:lnTo>
                  <a:lnTo>
                    <a:pt x="2169628" y="176309"/>
                  </a:lnTo>
                  <a:lnTo>
                    <a:pt x="2169645" y="176268"/>
                  </a:lnTo>
                  <a:lnTo>
                    <a:pt x="2169703" y="176218"/>
                  </a:lnTo>
                  <a:lnTo>
                    <a:pt x="2169786" y="176190"/>
                  </a:lnTo>
                  <a:lnTo>
                    <a:pt x="2169871" y="176168"/>
                  </a:lnTo>
                  <a:lnTo>
                    <a:pt x="2169963" y="176163"/>
                  </a:lnTo>
                  <a:lnTo>
                    <a:pt x="2170398" y="176138"/>
                  </a:lnTo>
                  <a:lnTo>
                    <a:pt x="2170522" y="176132"/>
                  </a:lnTo>
                  <a:lnTo>
                    <a:pt x="2170617" y="176138"/>
                  </a:lnTo>
                  <a:lnTo>
                    <a:pt x="2170689" y="176154"/>
                  </a:lnTo>
                  <a:lnTo>
                    <a:pt x="2170766" y="176167"/>
                  </a:lnTo>
                  <a:lnTo>
                    <a:pt x="2170811" y="176172"/>
                  </a:lnTo>
                  <a:lnTo>
                    <a:pt x="2170847" y="176172"/>
                  </a:lnTo>
                  <a:lnTo>
                    <a:pt x="2170878" y="176163"/>
                  </a:lnTo>
                  <a:lnTo>
                    <a:pt x="2170897" y="176149"/>
                  </a:lnTo>
                  <a:lnTo>
                    <a:pt x="2170909" y="176127"/>
                  </a:lnTo>
                  <a:lnTo>
                    <a:pt x="2170912" y="176101"/>
                  </a:lnTo>
                  <a:lnTo>
                    <a:pt x="2170911" y="176049"/>
                  </a:lnTo>
                  <a:lnTo>
                    <a:pt x="2170882" y="176009"/>
                  </a:lnTo>
                  <a:lnTo>
                    <a:pt x="2170769" y="175924"/>
                  </a:lnTo>
                  <a:lnTo>
                    <a:pt x="2170725" y="175884"/>
                  </a:lnTo>
                  <a:lnTo>
                    <a:pt x="2170700" y="175850"/>
                  </a:lnTo>
                  <a:lnTo>
                    <a:pt x="2170695" y="175809"/>
                  </a:lnTo>
                  <a:lnTo>
                    <a:pt x="2170716" y="175489"/>
                  </a:lnTo>
                  <a:lnTo>
                    <a:pt x="2170731" y="175449"/>
                  </a:lnTo>
                  <a:lnTo>
                    <a:pt x="2170862" y="175174"/>
                  </a:lnTo>
                  <a:lnTo>
                    <a:pt x="2170882" y="175143"/>
                  </a:lnTo>
                  <a:lnTo>
                    <a:pt x="2171083" y="175039"/>
                  </a:lnTo>
                  <a:lnTo>
                    <a:pt x="2171129" y="175022"/>
                  </a:lnTo>
                  <a:lnTo>
                    <a:pt x="2171218" y="174997"/>
                  </a:lnTo>
                  <a:lnTo>
                    <a:pt x="2171344" y="174968"/>
                  </a:lnTo>
                  <a:lnTo>
                    <a:pt x="2171418" y="174966"/>
                  </a:lnTo>
                  <a:lnTo>
                    <a:pt x="2171499" y="174965"/>
                  </a:lnTo>
                  <a:lnTo>
                    <a:pt x="2171641" y="174942"/>
                  </a:lnTo>
                  <a:lnTo>
                    <a:pt x="2171683" y="174919"/>
                  </a:lnTo>
                  <a:lnTo>
                    <a:pt x="2171789" y="174857"/>
                  </a:lnTo>
                  <a:lnTo>
                    <a:pt x="2171899" y="174784"/>
                  </a:lnTo>
                  <a:lnTo>
                    <a:pt x="2171983" y="174722"/>
                  </a:lnTo>
                  <a:lnTo>
                    <a:pt x="2172002" y="174685"/>
                  </a:lnTo>
                  <a:lnTo>
                    <a:pt x="2172009" y="174629"/>
                  </a:lnTo>
                  <a:lnTo>
                    <a:pt x="2172031" y="174478"/>
                  </a:lnTo>
                  <a:lnTo>
                    <a:pt x="2172047" y="174428"/>
                  </a:lnTo>
                  <a:lnTo>
                    <a:pt x="2172081" y="174392"/>
                  </a:lnTo>
                  <a:lnTo>
                    <a:pt x="2172125" y="174360"/>
                  </a:lnTo>
                  <a:lnTo>
                    <a:pt x="2172242" y="174320"/>
                  </a:lnTo>
                  <a:lnTo>
                    <a:pt x="2172340" y="174300"/>
                  </a:lnTo>
                  <a:lnTo>
                    <a:pt x="2172427" y="174295"/>
                  </a:lnTo>
                  <a:lnTo>
                    <a:pt x="2172481" y="174285"/>
                  </a:lnTo>
                  <a:lnTo>
                    <a:pt x="2172513" y="174269"/>
                  </a:lnTo>
                  <a:lnTo>
                    <a:pt x="2172538" y="174243"/>
                  </a:lnTo>
                  <a:lnTo>
                    <a:pt x="2172547" y="174209"/>
                  </a:lnTo>
                  <a:lnTo>
                    <a:pt x="2172539" y="174174"/>
                  </a:lnTo>
                  <a:lnTo>
                    <a:pt x="2172524" y="174154"/>
                  </a:lnTo>
                  <a:lnTo>
                    <a:pt x="2172460" y="174124"/>
                  </a:lnTo>
                  <a:lnTo>
                    <a:pt x="2172355" y="174094"/>
                  </a:lnTo>
                  <a:lnTo>
                    <a:pt x="2172201" y="174077"/>
                  </a:lnTo>
                  <a:lnTo>
                    <a:pt x="2172137" y="174075"/>
                  </a:lnTo>
                  <a:lnTo>
                    <a:pt x="2172025" y="174096"/>
                  </a:lnTo>
                  <a:lnTo>
                    <a:pt x="2171845" y="174128"/>
                  </a:lnTo>
                  <a:lnTo>
                    <a:pt x="2171791" y="174128"/>
                  </a:lnTo>
                  <a:lnTo>
                    <a:pt x="2171736" y="174123"/>
                  </a:lnTo>
                  <a:lnTo>
                    <a:pt x="2171639" y="174105"/>
                  </a:lnTo>
                  <a:lnTo>
                    <a:pt x="2171516" y="174075"/>
                  </a:lnTo>
                  <a:lnTo>
                    <a:pt x="2171380" y="174008"/>
                  </a:lnTo>
                  <a:lnTo>
                    <a:pt x="2171271" y="173930"/>
                  </a:lnTo>
                  <a:lnTo>
                    <a:pt x="2171231" y="173878"/>
                  </a:lnTo>
                  <a:lnTo>
                    <a:pt x="2171217" y="173828"/>
                  </a:lnTo>
                  <a:lnTo>
                    <a:pt x="2171234" y="173780"/>
                  </a:lnTo>
                  <a:lnTo>
                    <a:pt x="2171265" y="173739"/>
                  </a:lnTo>
                  <a:lnTo>
                    <a:pt x="2171335" y="173689"/>
                  </a:lnTo>
                  <a:lnTo>
                    <a:pt x="2171403" y="173663"/>
                  </a:lnTo>
                  <a:lnTo>
                    <a:pt x="2171461" y="173662"/>
                  </a:lnTo>
                  <a:lnTo>
                    <a:pt x="2171546" y="173670"/>
                  </a:lnTo>
                  <a:lnTo>
                    <a:pt x="2171647" y="173676"/>
                  </a:lnTo>
                  <a:lnTo>
                    <a:pt x="2171732" y="173671"/>
                  </a:lnTo>
                  <a:lnTo>
                    <a:pt x="2171794" y="173654"/>
                  </a:lnTo>
                  <a:lnTo>
                    <a:pt x="2171836" y="173633"/>
                  </a:lnTo>
                  <a:lnTo>
                    <a:pt x="2171859" y="173606"/>
                  </a:lnTo>
                  <a:lnTo>
                    <a:pt x="2171864" y="173567"/>
                  </a:lnTo>
                  <a:lnTo>
                    <a:pt x="2171861" y="173189"/>
                  </a:lnTo>
                  <a:lnTo>
                    <a:pt x="2171859" y="173172"/>
                  </a:lnTo>
                  <a:lnTo>
                    <a:pt x="2171844" y="173147"/>
                  </a:lnTo>
                  <a:lnTo>
                    <a:pt x="2171819" y="173117"/>
                  </a:lnTo>
                  <a:lnTo>
                    <a:pt x="2171794" y="173093"/>
                  </a:lnTo>
                  <a:lnTo>
                    <a:pt x="2171776" y="173077"/>
                  </a:lnTo>
                  <a:lnTo>
                    <a:pt x="2171755" y="173067"/>
                  </a:lnTo>
                  <a:lnTo>
                    <a:pt x="2171721" y="173055"/>
                  </a:lnTo>
                  <a:lnTo>
                    <a:pt x="2171661" y="173038"/>
                  </a:lnTo>
                  <a:lnTo>
                    <a:pt x="2171621" y="173027"/>
                  </a:lnTo>
                  <a:lnTo>
                    <a:pt x="2171534" y="173021"/>
                  </a:lnTo>
                  <a:lnTo>
                    <a:pt x="2171491" y="173020"/>
                  </a:lnTo>
                  <a:lnTo>
                    <a:pt x="2171446" y="173017"/>
                  </a:lnTo>
                  <a:lnTo>
                    <a:pt x="2171388" y="173006"/>
                  </a:lnTo>
                  <a:lnTo>
                    <a:pt x="2171364" y="172996"/>
                  </a:lnTo>
                  <a:lnTo>
                    <a:pt x="2171344" y="172980"/>
                  </a:lnTo>
                  <a:lnTo>
                    <a:pt x="2171326" y="172966"/>
                  </a:lnTo>
                  <a:lnTo>
                    <a:pt x="2171305" y="172947"/>
                  </a:lnTo>
                  <a:lnTo>
                    <a:pt x="2171291" y="172925"/>
                  </a:lnTo>
                  <a:lnTo>
                    <a:pt x="2171273" y="172900"/>
                  </a:lnTo>
                  <a:lnTo>
                    <a:pt x="2171259" y="172865"/>
                  </a:lnTo>
                  <a:lnTo>
                    <a:pt x="2171256" y="172838"/>
                  </a:lnTo>
                  <a:lnTo>
                    <a:pt x="2171270" y="172808"/>
                  </a:lnTo>
                  <a:lnTo>
                    <a:pt x="2171305" y="172781"/>
                  </a:lnTo>
                  <a:lnTo>
                    <a:pt x="2171342" y="172761"/>
                  </a:lnTo>
                  <a:lnTo>
                    <a:pt x="2171393" y="172746"/>
                  </a:lnTo>
                  <a:lnTo>
                    <a:pt x="2171421" y="172743"/>
                  </a:lnTo>
                  <a:lnTo>
                    <a:pt x="2171468" y="172743"/>
                  </a:lnTo>
                  <a:lnTo>
                    <a:pt x="2171535" y="172758"/>
                  </a:lnTo>
                  <a:lnTo>
                    <a:pt x="2171584" y="172765"/>
                  </a:lnTo>
                  <a:lnTo>
                    <a:pt x="2171610" y="172766"/>
                  </a:lnTo>
                  <a:lnTo>
                    <a:pt x="2171652" y="172759"/>
                  </a:lnTo>
                  <a:lnTo>
                    <a:pt x="2171698" y="172748"/>
                  </a:lnTo>
                  <a:lnTo>
                    <a:pt x="2171724" y="172733"/>
                  </a:lnTo>
                  <a:lnTo>
                    <a:pt x="2171734" y="172702"/>
                  </a:lnTo>
                  <a:lnTo>
                    <a:pt x="2171737" y="172679"/>
                  </a:lnTo>
                  <a:lnTo>
                    <a:pt x="2171729" y="172659"/>
                  </a:lnTo>
                  <a:lnTo>
                    <a:pt x="2171704" y="172642"/>
                  </a:lnTo>
                  <a:lnTo>
                    <a:pt x="2171671" y="172633"/>
                  </a:lnTo>
                  <a:lnTo>
                    <a:pt x="2171628" y="172628"/>
                  </a:lnTo>
                  <a:lnTo>
                    <a:pt x="2171545" y="172619"/>
                  </a:lnTo>
                  <a:lnTo>
                    <a:pt x="2171480" y="172611"/>
                  </a:lnTo>
                  <a:lnTo>
                    <a:pt x="2171429" y="172603"/>
                  </a:lnTo>
                  <a:lnTo>
                    <a:pt x="2171398" y="172595"/>
                  </a:lnTo>
                  <a:lnTo>
                    <a:pt x="2171377" y="172589"/>
                  </a:lnTo>
                  <a:lnTo>
                    <a:pt x="2171351" y="172576"/>
                  </a:lnTo>
                  <a:lnTo>
                    <a:pt x="2171325" y="172560"/>
                  </a:lnTo>
                  <a:lnTo>
                    <a:pt x="2171304" y="172546"/>
                  </a:lnTo>
                  <a:lnTo>
                    <a:pt x="2171289" y="172529"/>
                  </a:lnTo>
                  <a:lnTo>
                    <a:pt x="2171279" y="172511"/>
                  </a:lnTo>
                  <a:lnTo>
                    <a:pt x="2171269" y="172488"/>
                  </a:lnTo>
                  <a:lnTo>
                    <a:pt x="2171265" y="172457"/>
                  </a:lnTo>
                  <a:lnTo>
                    <a:pt x="2171267" y="172428"/>
                  </a:lnTo>
                  <a:lnTo>
                    <a:pt x="2171274" y="172393"/>
                  </a:lnTo>
                  <a:lnTo>
                    <a:pt x="2171278" y="172350"/>
                  </a:lnTo>
                  <a:lnTo>
                    <a:pt x="2171277" y="172323"/>
                  </a:lnTo>
                  <a:lnTo>
                    <a:pt x="2171272" y="172296"/>
                  </a:lnTo>
                  <a:lnTo>
                    <a:pt x="2171265" y="172275"/>
                  </a:lnTo>
                  <a:lnTo>
                    <a:pt x="2171243" y="172245"/>
                  </a:lnTo>
                  <a:lnTo>
                    <a:pt x="2171227" y="172229"/>
                  </a:lnTo>
                  <a:lnTo>
                    <a:pt x="2171183" y="172203"/>
                  </a:lnTo>
                  <a:lnTo>
                    <a:pt x="2171149" y="172187"/>
                  </a:lnTo>
                  <a:lnTo>
                    <a:pt x="2171118" y="172177"/>
                  </a:lnTo>
                  <a:lnTo>
                    <a:pt x="2171068" y="172166"/>
                  </a:lnTo>
                  <a:lnTo>
                    <a:pt x="2171041" y="172165"/>
                  </a:lnTo>
                  <a:lnTo>
                    <a:pt x="2171007" y="172166"/>
                  </a:lnTo>
                  <a:lnTo>
                    <a:pt x="2170958" y="172175"/>
                  </a:lnTo>
                  <a:lnTo>
                    <a:pt x="2170913" y="172184"/>
                  </a:lnTo>
                  <a:lnTo>
                    <a:pt x="2170863" y="172197"/>
                  </a:lnTo>
                  <a:lnTo>
                    <a:pt x="2170824" y="172211"/>
                  </a:lnTo>
                  <a:lnTo>
                    <a:pt x="2170785" y="172242"/>
                  </a:lnTo>
                  <a:lnTo>
                    <a:pt x="2170757" y="172280"/>
                  </a:lnTo>
                  <a:lnTo>
                    <a:pt x="2170719" y="172305"/>
                  </a:lnTo>
                  <a:lnTo>
                    <a:pt x="2170654" y="172328"/>
                  </a:lnTo>
                  <a:lnTo>
                    <a:pt x="2170585" y="172344"/>
                  </a:lnTo>
                  <a:lnTo>
                    <a:pt x="2170496" y="172349"/>
                  </a:lnTo>
                  <a:lnTo>
                    <a:pt x="2170428" y="172349"/>
                  </a:lnTo>
                  <a:lnTo>
                    <a:pt x="2170376" y="172343"/>
                  </a:lnTo>
                  <a:lnTo>
                    <a:pt x="2170325" y="172323"/>
                  </a:lnTo>
                  <a:lnTo>
                    <a:pt x="2170286" y="172300"/>
                  </a:lnTo>
                  <a:lnTo>
                    <a:pt x="2170275" y="172292"/>
                  </a:lnTo>
                  <a:lnTo>
                    <a:pt x="2170260" y="172267"/>
                  </a:lnTo>
                  <a:lnTo>
                    <a:pt x="2170202" y="172189"/>
                  </a:lnTo>
                  <a:lnTo>
                    <a:pt x="2170185" y="172167"/>
                  </a:lnTo>
                  <a:lnTo>
                    <a:pt x="2170161" y="172145"/>
                  </a:lnTo>
                  <a:lnTo>
                    <a:pt x="2170133" y="172121"/>
                  </a:lnTo>
                  <a:lnTo>
                    <a:pt x="2170102" y="172103"/>
                  </a:lnTo>
                  <a:lnTo>
                    <a:pt x="2170076" y="172091"/>
                  </a:lnTo>
                  <a:lnTo>
                    <a:pt x="2170052" y="172083"/>
                  </a:lnTo>
                  <a:lnTo>
                    <a:pt x="2170018" y="172074"/>
                  </a:lnTo>
                  <a:lnTo>
                    <a:pt x="2169976" y="172066"/>
                  </a:lnTo>
                  <a:lnTo>
                    <a:pt x="2169928" y="172061"/>
                  </a:lnTo>
                  <a:lnTo>
                    <a:pt x="2169894" y="172058"/>
                  </a:lnTo>
                  <a:lnTo>
                    <a:pt x="2169870" y="172059"/>
                  </a:lnTo>
                  <a:lnTo>
                    <a:pt x="2169840" y="172062"/>
                  </a:lnTo>
                  <a:lnTo>
                    <a:pt x="2169805" y="172071"/>
                  </a:lnTo>
                  <a:lnTo>
                    <a:pt x="2169754" y="172093"/>
                  </a:lnTo>
                  <a:lnTo>
                    <a:pt x="2169702" y="172119"/>
                  </a:lnTo>
                  <a:lnTo>
                    <a:pt x="2169658" y="172145"/>
                  </a:lnTo>
                  <a:lnTo>
                    <a:pt x="2169628" y="172168"/>
                  </a:lnTo>
                  <a:lnTo>
                    <a:pt x="2169603" y="172192"/>
                  </a:lnTo>
                  <a:lnTo>
                    <a:pt x="2169578" y="172223"/>
                  </a:lnTo>
                  <a:lnTo>
                    <a:pt x="2169560" y="172255"/>
                  </a:lnTo>
                  <a:lnTo>
                    <a:pt x="2169543" y="172299"/>
                  </a:lnTo>
                  <a:lnTo>
                    <a:pt x="2169530" y="172338"/>
                  </a:lnTo>
                  <a:lnTo>
                    <a:pt x="2169524" y="172370"/>
                  </a:lnTo>
                  <a:lnTo>
                    <a:pt x="2169520" y="172442"/>
                  </a:lnTo>
                  <a:lnTo>
                    <a:pt x="2169519" y="172486"/>
                  </a:lnTo>
                  <a:lnTo>
                    <a:pt x="2169514" y="172538"/>
                  </a:lnTo>
                  <a:lnTo>
                    <a:pt x="2169505" y="172556"/>
                  </a:lnTo>
                  <a:lnTo>
                    <a:pt x="2169488" y="172577"/>
                  </a:lnTo>
                  <a:lnTo>
                    <a:pt x="2169458" y="172599"/>
                  </a:lnTo>
                  <a:lnTo>
                    <a:pt x="2169423" y="172614"/>
                  </a:lnTo>
                  <a:lnTo>
                    <a:pt x="2169361" y="172626"/>
                  </a:lnTo>
                  <a:lnTo>
                    <a:pt x="2169339" y="172629"/>
                  </a:lnTo>
                  <a:lnTo>
                    <a:pt x="2169315" y="172633"/>
                  </a:lnTo>
                  <a:lnTo>
                    <a:pt x="2169291" y="172630"/>
                  </a:lnTo>
                  <a:lnTo>
                    <a:pt x="2169273" y="172626"/>
                  </a:lnTo>
                  <a:lnTo>
                    <a:pt x="2169252" y="172620"/>
                  </a:lnTo>
                  <a:lnTo>
                    <a:pt x="2169226" y="172605"/>
                  </a:lnTo>
                  <a:lnTo>
                    <a:pt x="2169180" y="172568"/>
                  </a:lnTo>
                  <a:lnTo>
                    <a:pt x="2169157" y="172538"/>
                  </a:lnTo>
                  <a:lnTo>
                    <a:pt x="2169142" y="172516"/>
                  </a:lnTo>
                  <a:lnTo>
                    <a:pt x="2169123" y="172485"/>
                  </a:lnTo>
                  <a:lnTo>
                    <a:pt x="2169108" y="172456"/>
                  </a:lnTo>
                  <a:lnTo>
                    <a:pt x="2169054" y="172366"/>
                  </a:lnTo>
                  <a:lnTo>
                    <a:pt x="2169026" y="172349"/>
                  </a:lnTo>
                  <a:lnTo>
                    <a:pt x="2168989" y="172327"/>
                  </a:lnTo>
                  <a:lnTo>
                    <a:pt x="2168947" y="172316"/>
                  </a:lnTo>
                  <a:lnTo>
                    <a:pt x="2168883" y="172312"/>
                  </a:lnTo>
                  <a:lnTo>
                    <a:pt x="2168824" y="172318"/>
                  </a:lnTo>
                  <a:lnTo>
                    <a:pt x="2168766" y="172334"/>
                  </a:lnTo>
                  <a:lnTo>
                    <a:pt x="2168717" y="172355"/>
                  </a:lnTo>
                  <a:lnTo>
                    <a:pt x="2168686" y="172380"/>
                  </a:lnTo>
                  <a:lnTo>
                    <a:pt x="2168669" y="172405"/>
                  </a:lnTo>
                  <a:lnTo>
                    <a:pt x="2168662" y="172433"/>
                  </a:lnTo>
                  <a:lnTo>
                    <a:pt x="2168668" y="172459"/>
                  </a:lnTo>
                  <a:lnTo>
                    <a:pt x="2168686" y="172501"/>
                  </a:lnTo>
                  <a:lnTo>
                    <a:pt x="2168724" y="172554"/>
                  </a:lnTo>
                  <a:lnTo>
                    <a:pt x="2168769" y="172601"/>
                  </a:lnTo>
                  <a:lnTo>
                    <a:pt x="2168858" y="172706"/>
                  </a:lnTo>
                  <a:lnTo>
                    <a:pt x="2168869" y="172729"/>
                  </a:lnTo>
                  <a:lnTo>
                    <a:pt x="2168871" y="172751"/>
                  </a:lnTo>
                  <a:lnTo>
                    <a:pt x="2168865" y="172776"/>
                  </a:lnTo>
                  <a:lnTo>
                    <a:pt x="2168853" y="172800"/>
                  </a:lnTo>
                  <a:lnTo>
                    <a:pt x="2168825" y="172833"/>
                  </a:lnTo>
                  <a:lnTo>
                    <a:pt x="2168796" y="172859"/>
                  </a:lnTo>
                  <a:lnTo>
                    <a:pt x="2168759" y="172882"/>
                  </a:lnTo>
                  <a:lnTo>
                    <a:pt x="2168702" y="172905"/>
                  </a:lnTo>
                  <a:lnTo>
                    <a:pt x="2168647" y="172917"/>
                  </a:lnTo>
                  <a:lnTo>
                    <a:pt x="2168602" y="172918"/>
                  </a:lnTo>
                  <a:lnTo>
                    <a:pt x="2168564" y="172916"/>
                  </a:lnTo>
                  <a:lnTo>
                    <a:pt x="2168534" y="172906"/>
                  </a:lnTo>
                  <a:lnTo>
                    <a:pt x="2168501" y="172882"/>
                  </a:lnTo>
                  <a:lnTo>
                    <a:pt x="2168482" y="172853"/>
                  </a:lnTo>
                  <a:lnTo>
                    <a:pt x="2168464" y="172815"/>
                  </a:lnTo>
                  <a:lnTo>
                    <a:pt x="2168446" y="172757"/>
                  </a:lnTo>
                  <a:lnTo>
                    <a:pt x="2168433" y="172715"/>
                  </a:lnTo>
                  <a:lnTo>
                    <a:pt x="2168426" y="172673"/>
                  </a:lnTo>
                  <a:lnTo>
                    <a:pt x="2168428" y="172626"/>
                  </a:lnTo>
                  <a:lnTo>
                    <a:pt x="2168433" y="172572"/>
                  </a:lnTo>
                  <a:lnTo>
                    <a:pt x="2168435" y="172522"/>
                  </a:lnTo>
                  <a:lnTo>
                    <a:pt x="2168429" y="172477"/>
                  </a:lnTo>
                  <a:lnTo>
                    <a:pt x="2168415" y="172428"/>
                  </a:lnTo>
                  <a:lnTo>
                    <a:pt x="2168395" y="172390"/>
                  </a:lnTo>
                  <a:lnTo>
                    <a:pt x="2168376" y="172363"/>
                  </a:lnTo>
                  <a:lnTo>
                    <a:pt x="2168353" y="172337"/>
                  </a:lnTo>
                  <a:lnTo>
                    <a:pt x="2168338" y="172323"/>
                  </a:lnTo>
                  <a:lnTo>
                    <a:pt x="2168324" y="172312"/>
                  </a:lnTo>
                  <a:lnTo>
                    <a:pt x="2168294" y="172299"/>
                  </a:lnTo>
                  <a:lnTo>
                    <a:pt x="2168190" y="172264"/>
                  </a:lnTo>
                  <a:lnTo>
                    <a:pt x="2168037" y="172242"/>
                  </a:lnTo>
                  <a:lnTo>
                    <a:pt x="2167931" y="172212"/>
                  </a:lnTo>
                  <a:lnTo>
                    <a:pt x="2167874" y="172145"/>
                  </a:lnTo>
                  <a:lnTo>
                    <a:pt x="2167839" y="172132"/>
                  </a:lnTo>
                  <a:lnTo>
                    <a:pt x="2167683" y="172009"/>
                  </a:lnTo>
                  <a:lnTo>
                    <a:pt x="2167668" y="171997"/>
                  </a:lnTo>
                  <a:lnTo>
                    <a:pt x="2167561" y="171912"/>
                  </a:lnTo>
                  <a:lnTo>
                    <a:pt x="2167544" y="171903"/>
                  </a:lnTo>
                  <a:lnTo>
                    <a:pt x="2167398" y="171836"/>
                  </a:lnTo>
                  <a:lnTo>
                    <a:pt x="2167382" y="171833"/>
                  </a:lnTo>
                  <a:lnTo>
                    <a:pt x="2167358" y="171832"/>
                  </a:lnTo>
                  <a:lnTo>
                    <a:pt x="2167323" y="171846"/>
                  </a:lnTo>
                  <a:lnTo>
                    <a:pt x="2167271" y="171874"/>
                  </a:lnTo>
                  <a:lnTo>
                    <a:pt x="2167200" y="171915"/>
                  </a:lnTo>
                  <a:lnTo>
                    <a:pt x="2167130" y="171960"/>
                  </a:lnTo>
                  <a:lnTo>
                    <a:pt x="2167083" y="172003"/>
                  </a:lnTo>
                  <a:lnTo>
                    <a:pt x="2167071" y="172024"/>
                  </a:lnTo>
                  <a:lnTo>
                    <a:pt x="2167037" y="172113"/>
                  </a:lnTo>
                  <a:lnTo>
                    <a:pt x="2167028" y="172140"/>
                  </a:lnTo>
                  <a:lnTo>
                    <a:pt x="2167026" y="172158"/>
                  </a:lnTo>
                  <a:lnTo>
                    <a:pt x="2167037" y="172184"/>
                  </a:lnTo>
                  <a:lnTo>
                    <a:pt x="2167058" y="172215"/>
                  </a:lnTo>
                  <a:lnTo>
                    <a:pt x="2167085" y="172251"/>
                  </a:lnTo>
                  <a:lnTo>
                    <a:pt x="2167094" y="172281"/>
                  </a:lnTo>
                  <a:lnTo>
                    <a:pt x="2167100" y="172308"/>
                  </a:lnTo>
                  <a:lnTo>
                    <a:pt x="2167092" y="172339"/>
                  </a:lnTo>
                  <a:lnTo>
                    <a:pt x="2167070" y="172382"/>
                  </a:lnTo>
                  <a:lnTo>
                    <a:pt x="2167065" y="172388"/>
                  </a:lnTo>
                  <a:lnTo>
                    <a:pt x="2167040" y="172421"/>
                  </a:lnTo>
                  <a:lnTo>
                    <a:pt x="2167026" y="172439"/>
                  </a:lnTo>
                  <a:lnTo>
                    <a:pt x="2166985" y="172474"/>
                  </a:lnTo>
                  <a:lnTo>
                    <a:pt x="2166949" y="172497"/>
                  </a:lnTo>
                  <a:lnTo>
                    <a:pt x="2166910" y="172514"/>
                  </a:lnTo>
                  <a:lnTo>
                    <a:pt x="2166848" y="172526"/>
                  </a:lnTo>
                  <a:lnTo>
                    <a:pt x="2166780" y="172526"/>
                  </a:lnTo>
                  <a:lnTo>
                    <a:pt x="2166726" y="172521"/>
                  </a:lnTo>
                  <a:lnTo>
                    <a:pt x="2166678" y="172512"/>
                  </a:lnTo>
                  <a:lnTo>
                    <a:pt x="2166623" y="172509"/>
                  </a:lnTo>
                  <a:lnTo>
                    <a:pt x="2166552" y="172515"/>
                  </a:lnTo>
                  <a:lnTo>
                    <a:pt x="2166509" y="172524"/>
                  </a:lnTo>
                  <a:lnTo>
                    <a:pt x="2166476" y="172537"/>
                  </a:lnTo>
                  <a:lnTo>
                    <a:pt x="2166457" y="172550"/>
                  </a:lnTo>
                  <a:lnTo>
                    <a:pt x="2166448" y="172558"/>
                  </a:lnTo>
                  <a:lnTo>
                    <a:pt x="2166440" y="172564"/>
                  </a:lnTo>
                  <a:lnTo>
                    <a:pt x="2166419" y="172585"/>
                  </a:lnTo>
                  <a:lnTo>
                    <a:pt x="2166413" y="172619"/>
                  </a:lnTo>
                  <a:lnTo>
                    <a:pt x="2166421" y="172652"/>
                  </a:lnTo>
                  <a:lnTo>
                    <a:pt x="2166435" y="172682"/>
                  </a:lnTo>
                  <a:lnTo>
                    <a:pt x="2166457" y="172709"/>
                  </a:lnTo>
                  <a:lnTo>
                    <a:pt x="2166479" y="172728"/>
                  </a:lnTo>
                  <a:lnTo>
                    <a:pt x="2166488" y="172732"/>
                  </a:lnTo>
                  <a:lnTo>
                    <a:pt x="2166503" y="172739"/>
                  </a:lnTo>
                  <a:lnTo>
                    <a:pt x="2166627" y="172784"/>
                  </a:lnTo>
                  <a:lnTo>
                    <a:pt x="2166631" y="172808"/>
                  </a:lnTo>
                  <a:lnTo>
                    <a:pt x="2166633" y="172834"/>
                  </a:lnTo>
                  <a:lnTo>
                    <a:pt x="2166627" y="172860"/>
                  </a:lnTo>
                  <a:lnTo>
                    <a:pt x="2166618" y="172873"/>
                  </a:lnTo>
                  <a:lnTo>
                    <a:pt x="2166604" y="172894"/>
                  </a:lnTo>
                  <a:lnTo>
                    <a:pt x="2166569" y="172929"/>
                  </a:lnTo>
                  <a:lnTo>
                    <a:pt x="2166557" y="172942"/>
                  </a:lnTo>
                  <a:lnTo>
                    <a:pt x="2166523" y="172974"/>
                  </a:lnTo>
                  <a:lnTo>
                    <a:pt x="2166491" y="172994"/>
                  </a:lnTo>
                  <a:lnTo>
                    <a:pt x="2166457" y="173009"/>
                  </a:lnTo>
                  <a:lnTo>
                    <a:pt x="2166428" y="173019"/>
                  </a:lnTo>
                  <a:lnTo>
                    <a:pt x="2166388" y="173033"/>
                  </a:lnTo>
                  <a:lnTo>
                    <a:pt x="2166326" y="173041"/>
                  </a:lnTo>
                  <a:lnTo>
                    <a:pt x="2166271" y="173044"/>
                  </a:lnTo>
                  <a:lnTo>
                    <a:pt x="2166193" y="173042"/>
                  </a:lnTo>
                  <a:lnTo>
                    <a:pt x="2166091" y="173023"/>
                  </a:lnTo>
                  <a:lnTo>
                    <a:pt x="2165557" y="172904"/>
                  </a:lnTo>
                  <a:lnTo>
                    <a:pt x="2165477" y="172872"/>
                  </a:lnTo>
                  <a:lnTo>
                    <a:pt x="2165426" y="172827"/>
                  </a:lnTo>
                  <a:lnTo>
                    <a:pt x="2165382" y="172760"/>
                  </a:lnTo>
                  <a:lnTo>
                    <a:pt x="2165360" y="172711"/>
                  </a:lnTo>
                  <a:lnTo>
                    <a:pt x="2165356" y="172654"/>
                  </a:lnTo>
                  <a:lnTo>
                    <a:pt x="2165371" y="172606"/>
                  </a:lnTo>
                  <a:lnTo>
                    <a:pt x="2165404" y="172546"/>
                  </a:lnTo>
                  <a:lnTo>
                    <a:pt x="2165460" y="172490"/>
                  </a:lnTo>
                  <a:lnTo>
                    <a:pt x="2165478" y="172463"/>
                  </a:lnTo>
                  <a:lnTo>
                    <a:pt x="2165483" y="172420"/>
                  </a:lnTo>
                  <a:lnTo>
                    <a:pt x="2165486" y="172366"/>
                  </a:lnTo>
                  <a:lnTo>
                    <a:pt x="2165406" y="171957"/>
                  </a:lnTo>
                  <a:lnTo>
                    <a:pt x="2165393" y="171919"/>
                  </a:lnTo>
                  <a:lnTo>
                    <a:pt x="2165374" y="171889"/>
                  </a:lnTo>
                  <a:lnTo>
                    <a:pt x="2165350" y="171873"/>
                  </a:lnTo>
                  <a:lnTo>
                    <a:pt x="2165314" y="171861"/>
                  </a:lnTo>
                  <a:lnTo>
                    <a:pt x="2165268" y="171856"/>
                  </a:lnTo>
                  <a:lnTo>
                    <a:pt x="2165230" y="171856"/>
                  </a:lnTo>
                  <a:lnTo>
                    <a:pt x="2165173" y="171864"/>
                  </a:lnTo>
                  <a:lnTo>
                    <a:pt x="2165076" y="171886"/>
                  </a:lnTo>
                  <a:lnTo>
                    <a:pt x="2164596" y="171913"/>
                  </a:lnTo>
                  <a:lnTo>
                    <a:pt x="2164504" y="171909"/>
                  </a:lnTo>
                  <a:lnTo>
                    <a:pt x="2164457" y="171913"/>
                  </a:lnTo>
                  <a:lnTo>
                    <a:pt x="2164394" y="171930"/>
                  </a:lnTo>
                  <a:lnTo>
                    <a:pt x="2164310" y="171965"/>
                  </a:lnTo>
                  <a:lnTo>
                    <a:pt x="2164207" y="172018"/>
                  </a:lnTo>
                  <a:lnTo>
                    <a:pt x="2164117" y="172068"/>
                  </a:lnTo>
                  <a:lnTo>
                    <a:pt x="2164044" y="172113"/>
                  </a:lnTo>
                  <a:lnTo>
                    <a:pt x="2163998" y="172153"/>
                  </a:lnTo>
                  <a:lnTo>
                    <a:pt x="2163775" y="172382"/>
                  </a:lnTo>
                  <a:lnTo>
                    <a:pt x="2163589" y="172589"/>
                  </a:lnTo>
                  <a:lnTo>
                    <a:pt x="2163503" y="172685"/>
                  </a:lnTo>
                  <a:lnTo>
                    <a:pt x="2163435" y="172745"/>
                  </a:lnTo>
                  <a:lnTo>
                    <a:pt x="2163378" y="172768"/>
                  </a:lnTo>
                  <a:lnTo>
                    <a:pt x="2163309" y="172785"/>
                  </a:lnTo>
                  <a:lnTo>
                    <a:pt x="2163201" y="172799"/>
                  </a:lnTo>
                  <a:lnTo>
                    <a:pt x="2163068" y="172799"/>
                  </a:lnTo>
                  <a:lnTo>
                    <a:pt x="2162958" y="172778"/>
                  </a:lnTo>
                  <a:lnTo>
                    <a:pt x="2162872" y="172747"/>
                  </a:lnTo>
                  <a:lnTo>
                    <a:pt x="2162799" y="172701"/>
                  </a:lnTo>
                  <a:lnTo>
                    <a:pt x="2162757" y="172655"/>
                  </a:lnTo>
                  <a:lnTo>
                    <a:pt x="2162730" y="172602"/>
                  </a:lnTo>
                  <a:lnTo>
                    <a:pt x="2162725" y="172539"/>
                  </a:lnTo>
                  <a:lnTo>
                    <a:pt x="2162751" y="172472"/>
                  </a:lnTo>
                  <a:lnTo>
                    <a:pt x="2162789" y="172428"/>
                  </a:lnTo>
                  <a:lnTo>
                    <a:pt x="2162836" y="172396"/>
                  </a:lnTo>
                  <a:lnTo>
                    <a:pt x="2162920" y="172368"/>
                  </a:lnTo>
                  <a:lnTo>
                    <a:pt x="2163081" y="172327"/>
                  </a:lnTo>
                  <a:lnTo>
                    <a:pt x="2163299" y="172251"/>
                  </a:lnTo>
                  <a:lnTo>
                    <a:pt x="2163358" y="172226"/>
                  </a:lnTo>
                  <a:lnTo>
                    <a:pt x="2163419" y="172180"/>
                  </a:lnTo>
                  <a:lnTo>
                    <a:pt x="2163480" y="172117"/>
                  </a:lnTo>
                  <a:lnTo>
                    <a:pt x="2163496" y="172086"/>
                  </a:lnTo>
                  <a:lnTo>
                    <a:pt x="2163507" y="172065"/>
                  </a:lnTo>
                  <a:lnTo>
                    <a:pt x="2163508" y="172013"/>
                  </a:lnTo>
                  <a:lnTo>
                    <a:pt x="2163494" y="171978"/>
                  </a:lnTo>
                  <a:lnTo>
                    <a:pt x="2163463" y="171954"/>
                  </a:lnTo>
                  <a:lnTo>
                    <a:pt x="2163420" y="171951"/>
                  </a:lnTo>
                  <a:lnTo>
                    <a:pt x="2163380" y="171953"/>
                  </a:lnTo>
                  <a:lnTo>
                    <a:pt x="2163301" y="171972"/>
                  </a:lnTo>
                  <a:lnTo>
                    <a:pt x="2163247" y="171992"/>
                  </a:lnTo>
                  <a:lnTo>
                    <a:pt x="2163202" y="172009"/>
                  </a:lnTo>
                  <a:lnTo>
                    <a:pt x="2163090" y="172055"/>
                  </a:lnTo>
                  <a:lnTo>
                    <a:pt x="2162970" y="172119"/>
                  </a:lnTo>
                  <a:lnTo>
                    <a:pt x="2162861" y="172174"/>
                  </a:lnTo>
                  <a:lnTo>
                    <a:pt x="2162795" y="172199"/>
                  </a:lnTo>
                  <a:lnTo>
                    <a:pt x="2162716" y="172217"/>
                  </a:lnTo>
                  <a:lnTo>
                    <a:pt x="2162637" y="172226"/>
                  </a:lnTo>
                  <a:lnTo>
                    <a:pt x="2162544" y="172231"/>
                  </a:lnTo>
                  <a:lnTo>
                    <a:pt x="2162459" y="172227"/>
                  </a:lnTo>
                  <a:lnTo>
                    <a:pt x="2162244" y="172197"/>
                  </a:lnTo>
                  <a:lnTo>
                    <a:pt x="2161755" y="172153"/>
                  </a:lnTo>
                  <a:lnTo>
                    <a:pt x="2161692" y="172112"/>
                  </a:lnTo>
                  <a:lnTo>
                    <a:pt x="2161647" y="172060"/>
                  </a:lnTo>
                  <a:lnTo>
                    <a:pt x="2161621" y="171993"/>
                  </a:lnTo>
                  <a:lnTo>
                    <a:pt x="2161619" y="171911"/>
                  </a:lnTo>
                  <a:lnTo>
                    <a:pt x="2161643" y="171855"/>
                  </a:lnTo>
                  <a:lnTo>
                    <a:pt x="2161689" y="171789"/>
                  </a:lnTo>
                  <a:lnTo>
                    <a:pt x="2161746" y="171733"/>
                  </a:lnTo>
                  <a:lnTo>
                    <a:pt x="2161820" y="171678"/>
                  </a:lnTo>
                  <a:lnTo>
                    <a:pt x="2162110" y="171586"/>
                  </a:lnTo>
                  <a:lnTo>
                    <a:pt x="2162263" y="171534"/>
                  </a:lnTo>
                  <a:lnTo>
                    <a:pt x="2162522" y="171433"/>
                  </a:lnTo>
                  <a:lnTo>
                    <a:pt x="2162567" y="171389"/>
                  </a:lnTo>
                  <a:lnTo>
                    <a:pt x="2162604" y="171327"/>
                  </a:lnTo>
                  <a:lnTo>
                    <a:pt x="2162620" y="171254"/>
                  </a:lnTo>
                  <a:lnTo>
                    <a:pt x="2162621" y="171191"/>
                  </a:lnTo>
                  <a:lnTo>
                    <a:pt x="2162616" y="171177"/>
                  </a:lnTo>
                  <a:lnTo>
                    <a:pt x="2162603" y="171145"/>
                  </a:lnTo>
                  <a:lnTo>
                    <a:pt x="2162571" y="171109"/>
                  </a:lnTo>
                  <a:lnTo>
                    <a:pt x="2162522" y="171078"/>
                  </a:lnTo>
                  <a:lnTo>
                    <a:pt x="2162451" y="171054"/>
                  </a:lnTo>
                  <a:lnTo>
                    <a:pt x="2162383" y="171044"/>
                  </a:lnTo>
                  <a:lnTo>
                    <a:pt x="2162349" y="171042"/>
                  </a:lnTo>
                  <a:lnTo>
                    <a:pt x="2162308" y="171040"/>
                  </a:lnTo>
                  <a:lnTo>
                    <a:pt x="2162226" y="171047"/>
                  </a:lnTo>
                  <a:lnTo>
                    <a:pt x="2162131" y="171066"/>
                  </a:lnTo>
                  <a:lnTo>
                    <a:pt x="2162114" y="171070"/>
                  </a:lnTo>
                  <a:lnTo>
                    <a:pt x="2162029" y="171091"/>
                  </a:lnTo>
                  <a:lnTo>
                    <a:pt x="2162001" y="171094"/>
                  </a:lnTo>
                  <a:lnTo>
                    <a:pt x="2161974" y="171097"/>
                  </a:lnTo>
                  <a:lnTo>
                    <a:pt x="2161898" y="171096"/>
                  </a:lnTo>
                  <a:lnTo>
                    <a:pt x="2161825" y="171084"/>
                  </a:lnTo>
                  <a:lnTo>
                    <a:pt x="2161807" y="171079"/>
                  </a:lnTo>
                  <a:lnTo>
                    <a:pt x="2161745" y="171066"/>
                  </a:lnTo>
                  <a:lnTo>
                    <a:pt x="2161669" y="171037"/>
                  </a:lnTo>
                  <a:lnTo>
                    <a:pt x="2161597" y="170997"/>
                  </a:lnTo>
                  <a:lnTo>
                    <a:pt x="2161555" y="170958"/>
                  </a:lnTo>
                  <a:lnTo>
                    <a:pt x="2161542" y="170940"/>
                  </a:lnTo>
                  <a:lnTo>
                    <a:pt x="2161504" y="170821"/>
                  </a:lnTo>
                  <a:lnTo>
                    <a:pt x="2161483" y="170756"/>
                  </a:lnTo>
                  <a:lnTo>
                    <a:pt x="2161488" y="170678"/>
                  </a:lnTo>
                  <a:lnTo>
                    <a:pt x="2161481" y="170609"/>
                  </a:lnTo>
                  <a:lnTo>
                    <a:pt x="2161449" y="170538"/>
                  </a:lnTo>
                  <a:lnTo>
                    <a:pt x="2161400" y="170484"/>
                  </a:lnTo>
                  <a:lnTo>
                    <a:pt x="2161339" y="170451"/>
                  </a:lnTo>
                  <a:lnTo>
                    <a:pt x="2161265" y="170435"/>
                  </a:lnTo>
                  <a:lnTo>
                    <a:pt x="2161198" y="170434"/>
                  </a:lnTo>
                  <a:lnTo>
                    <a:pt x="2161127" y="170450"/>
                  </a:lnTo>
                  <a:lnTo>
                    <a:pt x="2161068" y="170476"/>
                  </a:lnTo>
                  <a:lnTo>
                    <a:pt x="2161033" y="170501"/>
                  </a:lnTo>
                  <a:lnTo>
                    <a:pt x="2161005" y="170521"/>
                  </a:lnTo>
                  <a:lnTo>
                    <a:pt x="2160968" y="170562"/>
                  </a:lnTo>
                  <a:lnTo>
                    <a:pt x="2160951" y="170603"/>
                  </a:lnTo>
                  <a:lnTo>
                    <a:pt x="2160948" y="170664"/>
                  </a:lnTo>
                  <a:lnTo>
                    <a:pt x="2160955" y="170769"/>
                  </a:lnTo>
                  <a:lnTo>
                    <a:pt x="2160955" y="170827"/>
                  </a:lnTo>
                  <a:lnTo>
                    <a:pt x="2160947" y="170864"/>
                  </a:lnTo>
                  <a:lnTo>
                    <a:pt x="2160924" y="170902"/>
                  </a:lnTo>
                  <a:lnTo>
                    <a:pt x="2160840" y="170969"/>
                  </a:lnTo>
                  <a:lnTo>
                    <a:pt x="2160796" y="170988"/>
                  </a:lnTo>
                  <a:lnTo>
                    <a:pt x="2160764" y="170993"/>
                  </a:lnTo>
                  <a:lnTo>
                    <a:pt x="2160738" y="170997"/>
                  </a:lnTo>
                  <a:lnTo>
                    <a:pt x="2160691" y="170991"/>
                  </a:lnTo>
                  <a:lnTo>
                    <a:pt x="2160655" y="170987"/>
                  </a:lnTo>
                  <a:lnTo>
                    <a:pt x="2160582" y="170968"/>
                  </a:lnTo>
                  <a:lnTo>
                    <a:pt x="2160495" y="170928"/>
                  </a:lnTo>
                  <a:lnTo>
                    <a:pt x="2160487" y="170924"/>
                  </a:lnTo>
                  <a:lnTo>
                    <a:pt x="2160368" y="170831"/>
                  </a:lnTo>
                  <a:lnTo>
                    <a:pt x="2160344" y="170800"/>
                  </a:lnTo>
                  <a:lnTo>
                    <a:pt x="2160320" y="170769"/>
                  </a:lnTo>
                  <a:lnTo>
                    <a:pt x="2160213" y="170660"/>
                  </a:lnTo>
                  <a:lnTo>
                    <a:pt x="2160187" y="170614"/>
                  </a:lnTo>
                  <a:lnTo>
                    <a:pt x="2160190" y="170566"/>
                  </a:lnTo>
                  <a:lnTo>
                    <a:pt x="2160218" y="170507"/>
                  </a:lnTo>
                  <a:lnTo>
                    <a:pt x="2160238" y="170486"/>
                  </a:lnTo>
                  <a:lnTo>
                    <a:pt x="2160261" y="170463"/>
                  </a:lnTo>
                  <a:lnTo>
                    <a:pt x="2160344" y="170417"/>
                  </a:lnTo>
                  <a:lnTo>
                    <a:pt x="2160439" y="170374"/>
                  </a:lnTo>
                  <a:lnTo>
                    <a:pt x="2160622" y="170268"/>
                  </a:lnTo>
                  <a:lnTo>
                    <a:pt x="2160738" y="170261"/>
                  </a:lnTo>
                  <a:lnTo>
                    <a:pt x="2160778" y="170254"/>
                  </a:lnTo>
                  <a:lnTo>
                    <a:pt x="2160818" y="170247"/>
                  </a:lnTo>
                  <a:lnTo>
                    <a:pt x="2160865" y="170210"/>
                  </a:lnTo>
                  <a:lnTo>
                    <a:pt x="2160887" y="170156"/>
                  </a:lnTo>
                  <a:lnTo>
                    <a:pt x="2160903" y="170102"/>
                  </a:lnTo>
                  <a:lnTo>
                    <a:pt x="2160905" y="170047"/>
                  </a:lnTo>
                  <a:lnTo>
                    <a:pt x="2160925" y="169999"/>
                  </a:lnTo>
                  <a:lnTo>
                    <a:pt x="2160992" y="169921"/>
                  </a:lnTo>
                  <a:lnTo>
                    <a:pt x="2161039" y="169862"/>
                  </a:lnTo>
                  <a:lnTo>
                    <a:pt x="2161084" y="169801"/>
                  </a:lnTo>
                  <a:lnTo>
                    <a:pt x="2161100" y="169753"/>
                  </a:lnTo>
                  <a:lnTo>
                    <a:pt x="2161111" y="169662"/>
                  </a:lnTo>
                  <a:lnTo>
                    <a:pt x="2161134" y="169551"/>
                  </a:lnTo>
                  <a:lnTo>
                    <a:pt x="2161157" y="169469"/>
                  </a:lnTo>
                  <a:lnTo>
                    <a:pt x="2161195" y="169411"/>
                  </a:lnTo>
                  <a:lnTo>
                    <a:pt x="2161252" y="169362"/>
                  </a:lnTo>
                  <a:lnTo>
                    <a:pt x="2161296" y="169342"/>
                  </a:lnTo>
                  <a:lnTo>
                    <a:pt x="2161341" y="169332"/>
                  </a:lnTo>
                  <a:lnTo>
                    <a:pt x="2161395" y="169334"/>
                  </a:lnTo>
                  <a:lnTo>
                    <a:pt x="2161438" y="169344"/>
                  </a:lnTo>
                  <a:lnTo>
                    <a:pt x="2161479" y="169353"/>
                  </a:lnTo>
                  <a:lnTo>
                    <a:pt x="2161517" y="169362"/>
                  </a:lnTo>
                  <a:lnTo>
                    <a:pt x="2161575" y="169375"/>
                  </a:lnTo>
                  <a:lnTo>
                    <a:pt x="2161632" y="169378"/>
                  </a:lnTo>
                  <a:lnTo>
                    <a:pt x="2161655" y="169380"/>
                  </a:lnTo>
                  <a:lnTo>
                    <a:pt x="2161691" y="169377"/>
                  </a:lnTo>
                  <a:lnTo>
                    <a:pt x="2161778" y="169370"/>
                  </a:lnTo>
                  <a:lnTo>
                    <a:pt x="2161877" y="169346"/>
                  </a:lnTo>
                  <a:lnTo>
                    <a:pt x="2161919" y="169323"/>
                  </a:lnTo>
                  <a:lnTo>
                    <a:pt x="2161926" y="169319"/>
                  </a:lnTo>
                  <a:lnTo>
                    <a:pt x="2161967" y="169281"/>
                  </a:lnTo>
                  <a:lnTo>
                    <a:pt x="2161991" y="169238"/>
                  </a:lnTo>
                  <a:lnTo>
                    <a:pt x="2162001" y="169188"/>
                  </a:lnTo>
                  <a:lnTo>
                    <a:pt x="2161995" y="169136"/>
                  </a:lnTo>
                  <a:lnTo>
                    <a:pt x="2161954" y="169059"/>
                  </a:lnTo>
                  <a:lnTo>
                    <a:pt x="2161930" y="168999"/>
                  </a:lnTo>
                  <a:lnTo>
                    <a:pt x="2161925" y="168950"/>
                  </a:lnTo>
                  <a:lnTo>
                    <a:pt x="2161941" y="168910"/>
                  </a:lnTo>
                  <a:lnTo>
                    <a:pt x="2161981" y="168843"/>
                  </a:lnTo>
                  <a:lnTo>
                    <a:pt x="2162031" y="168789"/>
                  </a:lnTo>
                  <a:lnTo>
                    <a:pt x="2162091" y="168760"/>
                  </a:lnTo>
                  <a:lnTo>
                    <a:pt x="2162150" y="168747"/>
                  </a:lnTo>
                  <a:lnTo>
                    <a:pt x="2162209" y="168748"/>
                  </a:lnTo>
                  <a:lnTo>
                    <a:pt x="2162275" y="168766"/>
                  </a:lnTo>
                  <a:lnTo>
                    <a:pt x="2162333" y="168793"/>
                  </a:lnTo>
                  <a:lnTo>
                    <a:pt x="2162378" y="168820"/>
                  </a:lnTo>
                  <a:lnTo>
                    <a:pt x="2162428" y="168844"/>
                  </a:lnTo>
                  <a:lnTo>
                    <a:pt x="2162473" y="168854"/>
                  </a:lnTo>
                  <a:lnTo>
                    <a:pt x="2162533" y="168854"/>
                  </a:lnTo>
                  <a:lnTo>
                    <a:pt x="2162640" y="168836"/>
                  </a:lnTo>
                  <a:lnTo>
                    <a:pt x="2162790" y="168786"/>
                  </a:lnTo>
                  <a:lnTo>
                    <a:pt x="2162906" y="168749"/>
                  </a:lnTo>
                  <a:lnTo>
                    <a:pt x="2162981" y="168738"/>
                  </a:lnTo>
                  <a:lnTo>
                    <a:pt x="2163072" y="168735"/>
                  </a:lnTo>
                  <a:lnTo>
                    <a:pt x="2163087" y="168734"/>
                  </a:lnTo>
                  <a:lnTo>
                    <a:pt x="2163189" y="168743"/>
                  </a:lnTo>
                  <a:lnTo>
                    <a:pt x="2163232" y="168757"/>
                  </a:lnTo>
                  <a:lnTo>
                    <a:pt x="2163277" y="168780"/>
                  </a:lnTo>
                  <a:lnTo>
                    <a:pt x="2163311" y="168816"/>
                  </a:lnTo>
                  <a:lnTo>
                    <a:pt x="2163318" y="168824"/>
                  </a:lnTo>
                  <a:lnTo>
                    <a:pt x="2163352" y="168863"/>
                  </a:lnTo>
                  <a:lnTo>
                    <a:pt x="2163395" y="168927"/>
                  </a:lnTo>
                  <a:lnTo>
                    <a:pt x="2163410" y="168947"/>
                  </a:lnTo>
                  <a:lnTo>
                    <a:pt x="2163430" y="168973"/>
                  </a:lnTo>
                  <a:lnTo>
                    <a:pt x="2163456" y="168995"/>
                  </a:lnTo>
                  <a:lnTo>
                    <a:pt x="2163473" y="169009"/>
                  </a:lnTo>
                  <a:lnTo>
                    <a:pt x="2163565" y="169074"/>
                  </a:lnTo>
                  <a:lnTo>
                    <a:pt x="2163592" y="169093"/>
                  </a:lnTo>
                  <a:lnTo>
                    <a:pt x="2163652" y="169134"/>
                  </a:lnTo>
                  <a:lnTo>
                    <a:pt x="2163744" y="169186"/>
                  </a:lnTo>
                  <a:lnTo>
                    <a:pt x="2163805" y="169229"/>
                  </a:lnTo>
                  <a:lnTo>
                    <a:pt x="2163839" y="169266"/>
                  </a:lnTo>
                  <a:lnTo>
                    <a:pt x="2163881" y="169333"/>
                  </a:lnTo>
                  <a:lnTo>
                    <a:pt x="2163900" y="169373"/>
                  </a:lnTo>
                  <a:lnTo>
                    <a:pt x="2163935" y="169401"/>
                  </a:lnTo>
                  <a:lnTo>
                    <a:pt x="2163973" y="169418"/>
                  </a:lnTo>
                  <a:lnTo>
                    <a:pt x="2164046" y="169437"/>
                  </a:lnTo>
                  <a:lnTo>
                    <a:pt x="2164165" y="169459"/>
                  </a:lnTo>
                  <a:lnTo>
                    <a:pt x="2164276" y="169468"/>
                  </a:lnTo>
                  <a:lnTo>
                    <a:pt x="2164338" y="169464"/>
                  </a:lnTo>
                  <a:lnTo>
                    <a:pt x="2164393" y="169446"/>
                  </a:lnTo>
                  <a:lnTo>
                    <a:pt x="2164429" y="169418"/>
                  </a:lnTo>
                  <a:lnTo>
                    <a:pt x="2164470" y="169363"/>
                  </a:lnTo>
                  <a:lnTo>
                    <a:pt x="2164495" y="169297"/>
                  </a:lnTo>
                  <a:lnTo>
                    <a:pt x="2164510" y="169223"/>
                  </a:lnTo>
                  <a:lnTo>
                    <a:pt x="2164514" y="169155"/>
                  </a:lnTo>
                  <a:lnTo>
                    <a:pt x="2164495" y="169107"/>
                  </a:lnTo>
                  <a:lnTo>
                    <a:pt x="2164477" y="169065"/>
                  </a:lnTo>
                  <a:lnTo>
                    <a:pt x="2164438" y="169011"/>
                  </a:lnTo>
                  <a:lnTo>
                    <a:pt x="2164332" y="168882"/>
                  </a:lnTo>
                  <a:lnTo>
                    <a:pt x="2164312" y="168849"/>
                  </a:lnTo>
                  <a:lnTo>
                    <a:pt x="2164295" y="168820"/>
                  </a:lnTo>
                  <a:lnTo>
                    <a:pt x="2164282" y="168768"/>
                  </a:lnTo>
                  <a:lnTo>
                    <a:pt x="2164292" y="168733"/>
                  </a:lnTo>
                  <a:lnTo>
                    <a:pt x="2164342" y="168669"/>
                  </a:lnTo>
                  <a:lnTo>
                    <a:pt x="2164393" y="168623"/>
                  </a:lnTo>
                  <a:lnTo>
                    <a:pt x="2164433" y="168608"/>
                  </a:lnTo>
                  <a:lnTo>
                    <a:pt x="2164475" y="168598"/>
                  </a:lnTo>
                  <a:lnTo>
                    <a:pt x="2164489" y="168594"/>
                  </a:lnTo>
                  <a:lnTo>
                    <a:pt x="2164567" y="168587"/>
                  </a:lnTo>
                  <a:lnTo>
                    <a:pt x="2164606" y="168582"/>
                  </a:lnTo>
                  <a:lnTo>
                    <a:pt x="2164657" y="168575"/>
                  </a:lnTo>
                  <a:lnTo>
                    <a:pt x="2164731" y="168558"/>
                  </a:lnTo>
                  <a:lnTo>
                    <a:pt x="2164744" y="168549"/>
                  </a:lnTo>
                  <a:lnTo>
                    <a:pt x="2164814" y="168505"/>
                  </a:lnTo>
                  <a:lnTo>
                    <a:pt x="2164876" y="168433"/>
                  </a:lnTo>
                  <a:lnTo>
                    <a:pt x="2164889" y="168403"/>
                  </a:lnTo>
                  <a:lnTo>
                    <a:pt x="2164901" y="168376"/>
                  </a:lnTo>
                  <a:lnTo>
                    <a:pt x="2164905" y="168282"/>
                  </a:lnTo>
                  <a:lnTo>
                    <a:pt x="2164899" y="168218"/>
                  </a:lnTo>
                  <a:lnTo>
                    <a:pt x="2164896" y="168174"/>
                  </a:lnTo>
                  <a:lnTo>
                    <a:pt x="2164863" y="167945"/>
                  </a:lnTo>
                  <a:lnTo>
                    <a:pt x="2164845" y="167873"/>
                  </a:lnTo>
                  <a:lnTo>
                    <a:pt x="2164829" y="167815"/>
                  </a:lnTo>
                  <a:lnTo>
                    <a:pt x="2164830" y="167762"/>
                  </a:lnTo>
                  <a:lnTo>
                    <a:pt x="2164866" y="167725"/>
                  </a:lnTo>
                  <a:lnTo>
                    <a:pt x="2164926" y="167693"/>
                  </a:lnTo>
                  <a:lnTo>
                    <a:pt x="2165005" y="167671"/>
                  </a:lnTo>
                  <a:lnTo>
                    <a:pt x="2165054" y="167667"/>
                  </a:lnTo>
                  <a:lnTo>
                    <a:pt x="2165109" y="167662"/>
                  </a:lnTo>
                  <a:lnTo>
                    <a:pt x="2165232" y="167664"/>
                  </a:lnTo>
                  <a:lnTo>
                    <a:pt x="2165247" y="167664"/>
                  </a:lnTo>
                  <a:lnTo>
                    <a:pt x="2165301" y="167674"/>
                  </a:lnTo>
                  <a:lnTo>
                    <a:pt x="2165336" y="167681"/>
                  </a:lnTo>
                  <a:lnTo>
                    <a:pt x="2165598" y="167767"/>
                  </a:lnTo>
                  <a:lnTo>
                    <a:pt x="2165617" y="167767"/>
                  </a:lnTo>
                  <a:lnTo>
                    <a:pt x="2165626" y="167767"/>
                  </a:lnTo>
                  <a:lnTo>
                    <a:pt x="2165661" y="167766"/>
                  </a:lnTo>
                  <a:lnTo>
                    <a:pt x="2165723" y="167744"/>
                  </a:lnTo>
                  <a:lnTo>
                    <a:pt x="2165786" y="167691"/>
                  </a:lnTo>
                  <a:lnTo>
                    <a:pt x="2165842" y="167607"/>
                  </a:lnTo>
                  <a:lnTo>
                    <a:pt x="2165882" y="167549"/>
                  </a:lnTo>
                  <a:lnTo>
                    <a:pt x="2166015" y="167481"/>
                  </a:lnTo>
                  <a:lnTo>
                    <a:pt x="2166075" y="167449"/>
                  </a:lnTo>
                  <a:lnTo>
                    <a:pt x="2166110" y="167404"/>
                  </a:lnTo>
                  <a:lnTo>
                    <a:pt x="2166134" y="167355"/>
                  </a:lnTo>
                  <a:lnTo>
                    <a:pt x="2166138" y="167345"/>
                  </a:lnTo>
                  <a:lnTo>
                    <a:pt x="2166140" y="167299"/>
                  </a:lnTo>
                  <a:lnTo>
                    <a:pt x="2166115" y="167255"/>
                  </a:lnTo>
                  <a:lnTo>
                    <a:pt x="2166070" y="167176"/>
                  </a:lnTo>
                  <a:lnTo>
                    <a:pt x="2166055" y="167155"/>
                  </a:lnTo>
                  <a:lnTo>
                    <a:pt x="2166031" y="167122"/>
                  </a:lnTo>
                  <a:lnTo>
                    <a:pt x="2165996" y="167098"/>
                  </a:lnTo>
                  <a:lnTo>
                    <a:pt x="2165960" y="167077"/>
                  </a:lnTo>
                  <a:lnTo>
                    <a:pt x="2165949" y="167071"/>
                  </a:lnTo>
                  <a:lnTo>
                    <a:pt x="2165905" y="167062"/>
                  </a:lnTo>
                  <a:lnTo>
                    <a:pt x="2165879" y="167057"/>
                  </a:lnTo>
                  <a:lnTo>
                    <a:pt x="2165852" y="167053"/>
                  </a:lnTo>
                  <a:lnTo>
                    <a:pt x="2165699" y="166929"/>
                  </a:lnTo>
                  <a:lnTo>
                    <a:pt x="2165631" y="166850"/>
                  </a:lnTo>
                  <a:lnTo>
                    <a:pt x="2165625" y="166838"/>
                  </a:lnTo>
                  <a:lnTo>
                    <a:pt x="2165619" y="166826"/>
                  </a:lnTo>
                  <a:lnTo>
                    <a:pt x="2165620" y="166813"/>
                  </a:lnTo>
                  <a:lnTo>
                    <a:pt x="2165629" y="166757"/>
                  </a:lnTo>
                  <a:lnTo>
                    <a:pt x="2165647" y="166708"/>
                  </a:lnTo>
                  <a:lnTo>
                    <a:pt x="2165696" y="166649"/>
                  </a:lnTo>
                  <a:lnTo>
                    <a:pt x="2165775" y="166584"/>
                  </a:lnTo>
                  <a:lnTo>
                    <a:pt x="2165815" y="166561"/>
                  </a:lnTo>
                  <a:lnTo>
                    <a:pt x="2165863" y="166532"/>
                  </a:lnTo>
                  <a:lnTo>
                    <a:pt x="2166088" y="166505"/>
                  </a:lnTo>
                  <a:lnTo>
                    <a:pt x="2166162" y="166493"/>
                  </a:lnTo>
                  <a:lnTo>
                    <a:pt x="2166180" y="166491"/>
                  </a:lnTo>
                  <a:lnTo>
                    <a:pt x="2166195" y="166487"/>
                  </a:lnTo>
                  <a:lnTo>
                    <a:pt x="2166234" y="166475"/>
                  </a:lnTo>
                  <a:lnTo>
                    <a:pt x="2166350" y="166418"/>
                  </a:lnTo>
                  <a:lnTo>
                    <a:pt x="2166554" y="166376"/>
                  </a:lnTo>
                  <a:lnTo>
                    <a:pt x="2166621" y="166362"/>
                  </a:lnTo>
                  <a:lnTo>
                    <a:pt x="2166634" y="166358"/>
                  </a:lnTo>
                  <a:lnTo>
                    <a:pt x="2166694" y="166337"/>
                  </a:lnTo>
                  <a:lnTo>
                    <a:pt x="2166727" y="166313"/>
                  </a:lnTo>
                  <a:lnTo>
                    <a:pt x="2166740" y="166303"/>
                  </a:lnTo>
                  <a:lnTo>
                    <a:pt x="2166774" y="166251"/>
                  </a:lnTo>
                  <a:lnTo>
                    <a:pt x="2166786" y="166225"/>
                  </a:lnTo>
                  <a:lnTo>
                    <a:pt x="2166800" y="166196"/>
                  </a:lnTo>
                  <a:lnTo>
                    <a:pt x="2166808" y="166166"/>
                  </a:lnTo>
                  <a:lnTo>
                    <a:pt x="2166808" y="166123"/>
                  </a:lnTo>
                  <a:lnTo>
                    <a:pt x="2166806" y="166085"/>
                  </a:lnTo>
                  <a:lnTo>
                    <a:pt x="2166813" y="165953"/>
                  </a:lnTo>
                  <a:lnTo>
                    <a:pt x="2166691" y="165782"/>
                  </a:lnTo>
                  <a:lnTo>
                    <a:pt x="2166589" y="165526"/>
                  </a:lnTo>
                  <a:lnTo>
                    <a:pt x="2166704" y="165325"/>
                  </a:lnTo>
                  <a:lnTo>
                    <a:pt x="2166712" y="165267"/>
                  </a:lnTo>
                  <a:lnTo>
                    <a:pt x="2166534" y="165045"/>
                  </a:lnTo>
                  <a:lnTo>
                    <a:pt x="2166513" y="165015"/>
                  </a:lnTo>
                  <a:lnTo>
                    <a:pt x="2166486" y="164978"/>
                  </a:lnTo>
                  <a:lnTo>
                    <a:pt x="2166429" y="164920"/>
                  </a:lnTo>
                  <a:lnTo>
                    <a:pt x="2166390" y="164891"/>
                  </a:lnTo>
                  <a:lnTo>
                    <a:pt x="2166348" y="164869"/>
                  </a:lnTo>
                  <a:lnTo>
                    <a:pt x="2166295" y="164842"/>
                  </a:lnTo>
                  <a:lnTo>
                    <a:pt x="2166219" y="164809"/>
                  </a:lnTo>
                  <a:lnTo>
                    <a:pt x="2166138" y="164788"/>
                  </a:lnTo>
                  <a:lnTo>
                    <a:pt x="2166082" y="164785"/>
                  </a:lnTo>
                  <a:lnTo>
                    <a:pt x="2166033" y="164786"/>
                  </a:lnTo>
                  <a:lnTo>
                    <a:pt x="2166019" y="164786"/>
                  </a:lnTo>
                  <a:lnTo>
                    <a:pt x="2165992" y="164787"/>
                  </a:lnTo>
                  <a:lnTo>
                    <a:pt x="2165911" y="164791"/>
                  </a:lnTo>
                  <a:lnTo>
                    <a:pt x="2165793" y="164794"/>
                  </a:lnTo>
                  <a:lnTo>
                    <a:pt x="2165705" y="164791"/>
                  </a:lnTo>
                  <a:lnTo>
                    <a:pt x="2165656" y="164784"/>
                  </a:lnTo>
                  <a:lnTo>
                    <a:pt x="2165642" y="164782"/>
                  </a:lnTo>
                  <a:lnTo>
                    <a:pt x="2165611" y="164772"/>
                  </a:lnTo>
                  <a:lnTo>
                    <a:pt x="2165578" y="164761"/>
                  </a:lnTo>
                  <a:lnTo>
                    <a:pt x="2165556" y="164750"/>
                  </a:lnTo>
                  <a:lnTo>
                    <a:pt x="2165491" y="164719"/>
                  </a:lnTo>
                  <a:lnTo>
                    <a:pt x="2165433" y="164684"/>
                  </a:lnTo>
                  <a:lnTo>
                    <a:pt x="2165386" y="164638"/>
                  </a:lnTo>
                  <a:lnTo>
                    <a:pt x="2165360" y="164594"/>
                  </a:lnTo>
                  <a:lnTo>
                    <a:pt x="2165357" y="164580"/>
                  </a:lnTo>
                  <a:lnTo>
                    <a:pt x="2165351" y="164555"/>
                  </a:lnTo>
                  <a:lnTo>
                    <a:pt x="2165350" y="164549"/>
                  </a:lnTo>
                  <a:lnTo>
                    <a:pt x="2165346" y="164499"/>
                  </a:lnTo>
                  <a:lnTo>
                    <a:pt x="2165348" y="164464"/>
                  </a:lnTo>
                  <a:lnTo>
                    <a:pt x="2165369" y="164426"/>
                  </a:lnTo>
                  <a:lnTo>
                    <a:pt x="2165381" y="164415"/>
                  </a:lnTo>
                  <a:lnTo>
                    <a:pt x="2165425" y="164377"/>
                  </a:lnTo>
                  <a:lnTo>
                    <a:pt x="2165500" y="164331"/>
                  </a:lnTo>
                  <a:lnTo>
                    <a:pt x="2165595" y="164295"/>
                  </a:lnTo>
                  <a:lnTo>
                    <a:pt x="2165686" y="164282"/>
                  </a:lnTo>
                  <a:lnTo>
                    <a:pt x="2165798" y="164279"/>
                  </a:lnTo>
                  <a:lnTo>
                    <a:pt x="2165954" y="164285"/>
                  </a:lnTo>
                  <a:lnTo>
                    <a:pt x="2166052" y="164299"/>
                  </a:lnTo>
                  <a:lnTo>
                    <a:pt x="2166175" y="164314"/>
                  </a:lnTo>
                  <a:lnTo>
                    <a:pt x="2166290" y="164317"/>
                  </a:lnTo>
                  <a:lnTo>
                    <a:pt x="2166342" y="164312"/>
                  </a:lnTo>
                  <a:lnTo>
                    <a:pt x="2166384" y="164296"/>
                  </a:lnTo>
                  <a:lnTo>
                    <a:pt x="2166433" y="164264"/>
                  </a:lnTo>
                  <a:lnTo>
                    <a:pt x="2166457" y="164244"/>
                  </a:lnTo>
                  <a:lnTo>
                    <a:pt x="2166478" y="164225"/>
                  </a:lnTo>
                  <a:lnTo>
                    <a:pt x="2166524" y="164189"/>
                  </a:lnTo>
                  <a:lnTo>
                    <a:pt x="2166578" y="164142"/>
                  </a:lnTo>
                  <a:lnTo>
                    <a:pt x="2166629" y="164100"/>
                  </a:lnTo>
                  <a:lnTo>
                    <a:pt x="2166660" y="164070"/>
                  </a:lnTo>
                  <a:lnTo>
                    <a:pt x="2166678" y="164040"/>
                  </a:lnTo>
                  <a:lnTo>
                    <a:pt x="2166686" y="164013"/>
                  </a:lnTo>
                  <a:lnTo>
                    <a:pt x="2166694" y="163986"/>
                  </a:lnTo>
                  <a:lnTo>
                    <a:pt x="2166696" y="163979"/>
                  </a:lnTo>
                  <a:lnTo>
                    <a:pt x="2166736" y="163687"/>
                  </a:lnTo>
                  <a:lnTo>
                    <a:pt x="2166740" y="163653"/>
                  </a:lnTo>
                  <a:lnTo>
                    <a:pt x="2166742" y="163644"/>
                  </a:lnTo>
                  <a:lnTo>
                    <a:pt x="2166756" y="163601"/>
                  </a:lnTo>
                  <a:lnTo>
                    <a:pt x="2166769" y="163571"/>
                  </a:lnTo>
                  <a:lnTo>
                    <a:pt x="2166810" y="163509"/>
                  </a:lnTo>
                  <a:lnTo>
                    <a:pt x="2166844" y="163464"/>
                  </a:lnTo>
                  <a:lnTo>
                    <a:pt x="2166886" y="163398"/>
                  </a:lnTo>
                  <a:lnTo>
                    <a:pt x="2166906" y="163348"/>
                  </a:lnTo>
                  <a:lnTo>
                    <a:pt x="2166972" y="163097"/>
                  </a:lnTo>
                  <a:lnTo>
                    <a:pt x="2166970" y="163051"/>
                  </a:lnTo>
                  <a:lnTo>
                    <a:pt x="2166957" y="163012"/>
                  </a:lnTo>
                  <a:lnTo>
                    <a:pt x="2166926" y="162974"/>
                  </a:lnTo>
                  <a:lnTo>
                    <a:pt x="2166836" y="162890"/>
                  </a:lnTo>
                  <a:lnTo>
                    <a:pt x="2166820" y="162854"/>
                  </a:lnTo>
                  <a:lnTo>
                    <a:pt x="2166812" y="162834"/>
                  </a:lnTo>
                  <a:lnTo>
                    <a:pt x="2166816" y="162741"/>
                  </a:lnTo>
                  <a:lnTo>
                    <a:pt x="2166770" y="162617"/>
                  </a:lnTo>
                  <a:lnTo>
                    <a:pt x="2166775" y="162595"/>
                  </a:lnTo>
                  <a:lnTo>
                    <a:pt x="2166788" y="162565"/>
                  </a:lnTo>
                  <a:lnTo>
                    <a:pt x="2166816" y="162532"/>
                  </a:lnTo>
                  <a:lnTo>
                    <a:pt x="2166871" y="162502"/>
                  </a:lnTo>
                  <a:lnTo>
                    <a:pt x="2166954" y="162474"/>
                  </a:lnTo>
                  <a:lnTo>
                    <a:pt x="2167038" y="162448"/>
                  </a:lnTo>
                  <a:lnTo>
                    <a:pt x="2167113" y="162418"/>
                  </a:lnTo>
                  <a:lnTo>
                    <a:pt x="2167198" y="162381"/>
                  </a:lnTo>
                  <a:lnTo>
                    <a:pt x="2167319" y="162335"/>
                  </a:lnTo>
                  <a:lnTo>
                    <a:pt x="2167390" y="162287"/>
                  </a:lnTo>
                  <a:lnTo>
                    <a:pt x="2167465" y="162237"/>
                  </a:lnTo>
                  <a:lnTo>
                    <a:pt x="2167496" y="162132"/>
                  </a:lnTo>
                  <a:lnTo>
                    <a:pt x="2167606" y="161885"/>
                  </a:lnTo>
                  <a:lnTo>
                    <a:pt x="2167639" y="161829"/>
                  </a:lnTo>
                  <a:lnTo>
                    <a:pt x="2167643" y="161792"/>
                  </a:lnTo>
                  <a:lnTo>
                    <a:pt x="2167642" y="161753"/>
                  </a:lnTo>
                  <a:lnTo>
                    <a:pt x="2167623" y="161701"/>
                  </a:lnTo>
                  <a:lnTo>
                    <a:pt x="2167587" y="161618"/>
                  </a:lnTo>
                  <a:lnTo>
                    <a:pt x="2167556" y="161571"/>
                  </a:lnTo>
                  <a:lnTo>
                    <a:pt x="2167524" y="161534"/>
                  </a:lnTo>
                  <a:lnTo>
                    <a:pt x="2167480" y="161509"/>
                  </a:lnTo>
                  <a:lnTo>
                    <a:pt x="2167462" y="161504"/>
                  </a:lnTo>
                  <a:lnTo>
                    <a:pt x="2167408" y="161491"/>
                  </a:lnTo>
                  <a:lnTo>
                    <a:pt x="2167320" y="161489"/>
                  </a:lnTo>
                  <a:lnTo>
                    <a:pt x="2167225" y="161503"/>
                  </a:lnTo>
                  <a:lnTo>
                    <a:pt x="2167077" y="161540"/>
                  </a:lnTo>
                  <a:lnTo>
                    <a:pt x="2167071" y="161538"/>
                  </a:lnTo>
                  <a:lnTo>
                    <a:pt x="2167041" y="161529"/>
                  </a:lnTo>
                  <a:lnTo>
                    <a:pt x="2167008" y="161513"/>
                  </a:lnTo>
                  <a:lnTo>
                    <a:pt x="2166960" y="161479"/>
                  </a:lnTo>
                  <a:lnTo>
                    <a:pt x="2166913" y="161437"/>
                  </a:lnTo>
                  <a:lnTo>
                    <a:pt x="2166899" y="161413"/>
                  </a:lnTo>
                  <a:lnTo>
                    <a:pt x="2166883" y="161386"/>
                  </a:lnTo>
                  <a:lnTo>
                    <a:pt x="2166878" y="161353"/>
                  </a:lnTo>
                  <a:lnTo>
                    <a:pt x="2166874" y="161332"/>
                  </a:lnTo>
                  <a:lnTo>
                    <a:pt x="2166879" y="161294"/>
                  </a:lnTo>
                  <a:lnTo>
                    <a:pt x="2166898" y="161269"/>
                  </a:lnTo>
                  <a:lnTo>
                    <a:pt x="2166942" y="161236"/>
                  </a:lnTo>
                  <a:lnTo>
                    <a:pt x="2166975" y="161187"/>
                  </a:lnTo>
                  <a:lnTo>
                    <a:pt x="2166986" y="161136"/>
                  </a:lnTo>
                  <a:lnTo>
                    <a:pt x="2166988" y="161052"/>
                  </a:lnTo>
                  <a:lnTo>
                    <a:pt x="2166992" y="160972"/>
                  </a:lnTo>
                  <a:lnTo>
                    <a:pt x="2166998" y="160942"/>
                  </a:lnTo>
                  <a:lnTo>
                    <a:pt x="2167018" y="160923"/>
                  </a:lnTo>
                  <a:lnTo>
                    <a:pt x="2167066" y="160883"/>
                  </a:lnTo>
                  <a:lnTo>
                    <a:pt x="2167153" y="160822"/>
                  </a:lnTo>
                  <a:lnTo>
                    <a:pt x="2167205" y="160802"/>
                  </a:lnTo>
                  <a:lnTo>
                    <a:pt x="2167276" y="160789"/>
                  </a:lnTo>
                  <a:lnTo>
                    <a:pt x="2167383" y="160792"/>
                  </a:lnTo>
                  <a:lnTo>
                    <a:pt x="2167461" y="160807"/>
                  </a:lnTo>
                  <a:lnTo>
                    <a:pt x="2167534" y="160823"/>
                  </a:lnTo>
                  <a:lnTo>
                    <a:pt x="2167581" y="160828"/>
                  </a:lnTo>
                  <a:lnTo>
                    <a:pt x="2167677" y="160824"/>
                  </a:lnTo>
                  <a:lnTo>
                    <a:pt x="2167759" y="160814"/>
                  </a:lnTo>
                  <a:lnTo>
                    <a:pt x="2167817" y="160804"/>
                  </a:lnTo>
                  <a:lnTo>
                    <a:pt x="2167982" y="160772"/>
                  </a:lnTo>
                  <a:lnTo>
                    <a:pt x="2168057" y="160752"/>
                  </a:lnTo>
                  <a:lnTo>
                    <a:pt x="2168120" y="160733"/>
                  </a:lnTo>
                  <a:lnTo>
                    <a:pt x="2168180" y="160702"/>
                  </a:lnTo>
                  <a:lnTo>
                    <a:pt x="2168229" y="160658"/>
                  </a:lnTo>
                  <a:lnTo>
                    <a:pt x="2168267" y="160612"/>
                  </a:lnTo>
                  <a:lnTo>
                    <a:pt x="2168287" y="160535"/>
                  </a:lnTo>
                  <a:lnTo>
                    <a:pt x="2168301" y="160454"/>
                  </a:lnTo>
                  <a:lnTo>
                    <a:pt x="2168393" y="160178"/>
                  </a:lnTo>
                  <a:lnTo>
                    <a:pt x="2168404" y="160143"/>
                  </a:lnTo>
                  <a:lnTo>
                    <a:pt x="2168403" y="160081"/>
                  </a:lnTo>
                  <a:lnTo>
                    <a:pt x="2168367" y="160026"/>
                  </a:lnTo>
                  <a:lnTo>
                    <a:pt x="2168306" y="159975"/>
                  </a:lnTo>
                  <a:lnTo>
                    <a:pt x="2168233" y="159931"/>
                  </a:lnTo>
                  <a:lnTo>
                    <a:pt x="2168154" y="159899"/>
                  </a:lnTo>
                  <a:lnTo>
                    <a:pt x="2167957" y="159820"/>
                  </a:lnTo>
                  <a:lnTo>
                    <a:pt x="2167849" y="159654"/>
                  </a:lnTo>
                  <a:lnTo>
                    <a:pt x="2167861" y="159531"/>
                  </a:lnTo>
                  <a:lnTo>
                    <a:pt x="2167853" y="159417"/>
                  </a:lnTo>
                  <a:lnTo>
                    <a:pt x="2167852" y="159397"/>
                  </a:lnTo>
                  <a:lnTo>
                    <a:pt x="2167813" y="159354"/>
                  </a:lnTo>
                  <a:lnTo>
                    <a:pt x="2167755" y="159312"/>
                  </a:lnTo>
                  <a:lnTo>
                    <a:pt x="2167673" y="159263"/>
                  </a:lnTo>
                  <a:lnTo>
                    <a:pt x="2167614" y="159221"/>
                  </a:lnTo>
                  <a:lnTo>
                    <a:pt x="2167579" y="159176"/>
                  </a:lnTo>
                  <a:lnTo>
                    <a:pt x="2167585" y="159162"/>
                  </a:lnTo>
                  <a:lnTo>
                    <a:pt x="2167690" y="158923"/>
                  </a:lnTo>
                  <a:lnTo>
                    <a:pt x="2167784" y="158881"/>
                  </a:lnTo>
                  <a:lnTo>
                    <a:pt x="2167807" y="158865"/>
                  </a:lnTo>
                  <a:lnTo>
                    <a:pt x="2167825" y="158853"/>
                  </a:lnTo>
                  <a:lnTo>
                    <a:pt x="2167875" y="158816"/>
                  </a:lnTo>
                  <a:lnTo>
                    <a:pt x="2167953" y="158738"/>
                  </a:lnTo>
                  <a:lnTo>
                    <a:pt x="2167983" y="158708"/>
                  </a:lnTo>
                  <a:lnTo>
                    <a:pt x="2167999" y="158689"/>
                  </a:lnTo>
                  <a:lnTo>
                    <a:pt x="2168029" y="158653"/>
                  </a:lnTo>
                  <a:lnTo>
                    <a:pt x="2168078" y="158579"/>
                  </a:lnTo>
                  <a:lnTo>
                    <a:pt x="2168163" y="158463"/>
                  </a:lnTo>
                  <a:lnTo>
                    <a:pt x="2168185" y="158440"/>
                  </a:lnTo>
                  <a:lnTo>
                    <a:pt x="2168253" y="158393"/>
                  </a:lnTo>
                  <a:lnTo>
                    <a:pt x="2168305" y="158369"/>
                  </a:lnTo>
                  <a:lnTo>
                    <a:pt x="2168386" y="158353"/>
                  </a:lnTo>
                  <a:lnTo>
                    <a:pt x="2168476" y="158352"/>
                  </a:lnTo>
                  <a:lnTo>
                    <a:pt x="2168552" y="158360"/>
                  </a:lnTo>
                  <a:lnTo>
                    <a:pt x="2168657" y="158378"/>
                  </a:lnTo>
                  <a:lnTo>
                    <a:pt x="2168769" y="158408"/>
                  </a:lnTo>
                  <a:lnTo>
                    <a:pt x="2168925" y="158448"/>
                  </a:lnTo>
                  <a:lnTo>
                    <a:pt x="2168960" y="158457"/>
                  </a:lnTo>
                  <a:lnTo>
                    <a:pt x="2169015" y="158465"/>
                  </a:lnTo>
                  <a:lnTo>
                    <a:pt x="2169057" y="158460"/>
                  </a:lnTo>
                  <a:lnTo>
                    <a:pt x="2169093" y="158448"/>
                  </a:lnTo>
                  <a:lnTo>
                    <a:pt x="2169244" y="158321"/>
                  </a:lnTo>
                  <a:lnTo>
                    <a:pt x="2169560" y="158106"/>
                  </a:lnTo>
                  <a:lnTo>
                    <a:pt x="2169620" y="158066"/>
                  </a:lnTo>
                  <a:lnTo>
                    <a:pt x="2169678" y="158039"/>
                  </a:lnTo>
                  <a:lnTo>
                    <a:pt x="2169706" y="158028"/>
                  </a:lnTo>
                  <a:lnTo>
                    <a:pt x="2169754" y="158010"/>
                  </a:lnTo>
                  <a:lnTo>
                    <a:pt x="2169889" y="157975"/>
                  </a:lnTo>
                  <a:lnTo>
                    <a:pt x="2169960" y="157958"/>
                  </a:lnTo>
                  <a:lnTo>
                    <a:pt x="2170005" y="157938"/>
                  </a:lnTo>
                  <a:lnTo>
                    <a:pt x="2170043" y="157916"/>
                  </a:lnTo>
                  <a:lnTo>
                    <a:pt x="2170076" y="157889"/>
                  </a:lnTo>
                  <a:lnTo>
                    <a:pt x="2170130" y="157835"/>
                  </a:lnTo>
                  <a:lnTo>
                    <a:pt x="2170171" y="157783"/>
                  </a:lnTo>
                  <a:lnTo>
                    <a:pt x="2170195" y="157708"/>
                  </a:lnTo>
                  <a:lnTo>
                    <a:pt x="2170193" y="157668"/>
                  </a:lnTo>
                  <a:lnTo>
                    <a:pt x="2170179" y="157613"/>
                  </a:lnTo>
                  <a:lnTo>
                    <a:pt x="2170130" y="157525"/>
                  </a:lnTo>
                  <a:lnTo>
                    <a:pt x="2170107" y="157493"/>
                  </a:lnTo>
                  <a:lnTo>
                    <a:pt x="2170063" y="157431"/>
                  </a:lnTo>
                  <a:lnTo>
                    <a:pt x="2170002" y="157316"/>
                  </a:lnTo>
                  <a:lnTo>
                    <a:pt x="2169983" y="157243"/>
                  </a:lnTo>
                  <a:lnTo>
                    <a:pt x="2169982" y="157193"/>
                  </a:lnTo>
                  <a:lnTo>
                    <a:pt x="2169989" y="157152"/>
                  </a:lnTo>
                  <a:lnTo>
                    <a:pt x="2170007" y="157110"/>
                  </a:lnTo>
                  <a:lnTo>
                    <a:pt x="2170051" y="157064"/>
                  </a:lnTo>
                  <a:lnTo>
                    <a:pt x="2170113" y="157025"/>
                  </a:lnTo>
                  <a:lnTo>
                    <a:pt x="2170190" y="156998"/>
                  </a:lnTo>
                  <a:lnTo>
                    <a:pt x="2170249" y="156989"/>
                  </a:lnTo>
                  <a:lnTo>
                    <a:pt x="2170330" y="156991"/>
                  </a:lnTo>
                  <a:lnTo>
                    <a:pt x="2170457" y="157049"/>
                  </a:lnTo>
                  <a:lnTo>
                    <a:pt x="2170514" y="157122"/>
                  </a:lnTo>
                  <a:lnTo>
                    <a:pt x="2170579" y="157259"/>
                  </a:lnTo>
                  <a:lnTo>
                    <a:pt x="2170612" y="157356"/>
                  </a:lnTo>
                  <a:lnTo>
                    <a:pt x="2170648" y="157458"/>
                  </a:lnTo>
                  <a:lnTo>
                    <a:pt x="2170680" y="157517"/>
                  </a:lnTo>
                  <a:lnTo>
                    <a:pt x="2170852" y="157659"/>
                  </a:lnTo>
                  <a:lnTo>
                    <a:pt x="2170930" y="157676"/>
                  </a:lnTo>
                  <a:lnTo>
                    <a:pt x="2170955" y="157679"/>
                  </a:lnTo>
                  <a:lnTo>
                    <a:pt x="2170993" y="157683"/>
                  </a:lnTo>
                  <a:lnTo>
                    <a:pt x="2171042" y="157666"/>
                  </a:lnTo>
                  <a:lnTo>
                    <a:pt x="2171107" y="157639"/>
                  </a:lnTo>
                  <a:lnTo>
                    <a:pt x="2171266" y="157551"/>
                  </a:lnTo>
                  <a:lnTo>
                    <a:pt x="2171333" y="157498"/>
                  </a:lnTo>
                  <a:lnTo>
                    <a:pt x="2171396" y="157435"/>
                  </a:lnTo>
                  <a:lnTo>
                    <a:pt x="2171619" y="157170"/>
                  </a:lnTo>
                  <a:lnTo>
                    <a:pt x="2171824" y="156968"/>
                  </a:lnTo>
                  <a:lnTo>
                    <a:pt x="2171901" y="156826"/>
                  </a:lnTo>
                  <a:lnTo>
                    <a:pt x="2171941" y="156708"/>
                  </a:lnTo>
                  <a:lnTo>
                    <a:pt x="2172001" y="156528"/>
                  </a:lnTo>
                  <a:lnTo>
                    <a:pt x="2172018" y="156478"/>
                  </a:lnTo>
                  <a:lnTo>
                    <a:pt x="2172052" y="156378"/>
                  </a:lnTo>
                  <a:lnTo>
                    <a:pt x="2172071" y="156323"/>
                  </a:lnTo>
                  <a:lnTo>
                    <a:pt x="2172094" y="156282"/>
                  </a:lnTo>
                  <a:lnTo>
                    <a:pt x="2172129" y="156239"/>
                  </a:lnTo>
                  <a:lnTo>
                    <a:pt x="2172185" y="156190"/>
                  </a:lnTo>
                  <a:lnTo>
                    <a:pt x="2172265" y="156130"/>
                  </a:lnTo>
                  <a:lnTo>
                    <a:pt x="2172349" y="156090"/>
                  </a:lnTo>
                  <a:lnTo>
                    <a:pt x="2172634" y="156025"/>
                  </a:lnTo>
                  <a:lnTo>
                    <a:pt x="2172691" y="156011"/>
                  </a:lnTo>
                  <a:lnTo>
                    <a:pt x="2172734" y="155993"/>
                  </a:lnTo>
                  <a:lnTo>
                    <a:pt x="2172805" y="155948"/>
                  </a:lnTo>
                  <a:lnTo>
                    <a:pt x="2172853" y="155908"/>
                  </a:lnTo>
                  <a:lnTo>
                    <a:pt x="2172897" y="155844"/>
                  </a:lnTo>
                  <a:lnTo>
                    <a:pt x="2172915" y="155793"/>
                  </a:lnTo>
                  <a:lnTo>
                    <a:pt x="2172918" y="155733"/>
                  </a:lnTo>
                  <a:lnTo>
                    <a:pt x="2172911" y="155683"/>
                  </a:lnTo>
                  <a:lnTo>
                    <a:pt x="2172895" y="155642"/>
                  </a:lnTo>
                  <a:lnTo>
                    <a:pt x="2172869" y="155607"/>
                  </a:lnTo>
                  <a:lnTo>
                    <a:pt x="2172845" y="155589"/>
                  </a:lnTo>
                  <a:lnTo>
                    <a:pt x="2172806" y="155565"/>
                  </a:lnTo>
                  <a:lnTo>
                    <a:pt x="2172715" y="155526"/>
                  </a:lnTo>
                  <a:lnTo>
                    <a:pt x="2172617" y="155492"/>
                  </a:lnTo>
                  <a:lnTo>
                    <a:pt x="2172493" y="155451"/>
                  </a:lnTo>
                  <a:lnTo>
                    <a:pt x="2172380" y="155396"/>
                  </a:lnTo>
                  <a:lnTo>
                    <a:pt x="2172297" y="155341"/>
                  </a:lnTo>
                  <a:lnTo>
                    <a:pt x="2172231" y="155254"/>
                  </a:lnTo>
                  <a:lnTo>
                    <a:pt x="2172210" y="155190"/>
                  </a:lnTo>
                  <a:lnTo>
                    <a:pt x="2172206" y="155131"/>
                  </a:lnTo>
                  <a:lnTo>
                    <a:pt x="2172217" y="155067"/>
                  </a:lnTo>
                  <a:lnTo>
                    <a:pt x="2172267" y="154956"/>
                  </a:lnTo>
                  <a:lnTo>
                    <a:pt x="2172338" y="154883"/>
                  </a:lnTo>
                  <a:lnTo>
                    <a:pt x="2172409" y="154839"/>
                  </a:lnTo>
                  <a:lnTo>
                    <a:pt x="2172441" y="154830"/>
                  </a:lnTo>
                  <a:lnTo>
                    <a:pt x="2172499" y="154814"/>
                  </a:lnTo>
                  <a:lnTo>
                    <a:pt x="2172636" y="154803"/>
                  </a:lnTo>
                  <a:lnTo>
                    <a:pt x="2172766" y="154801"/>
                  </a:lnTo>
                  <a:lnTo>
                    <a:pt x="2173094" y="154793"/>
                  </a:lnTo>
                  <a:lnTo>
                    <a:pt x="2173205" y="154791"/>
                  </a:lnTo>
                  <a:lnTo>
                    <a:pt x="2173228" y="154793"/>
                  </a:lnTo>
                  <a:lnTo>
                    <a:pt x="2173291" y="154798"/>
                  </a:lnTo>
                  <a:lnTo>
                    <a:pt x="2173417" y="154808"/>
                  </a:lnTo>
                  <a:lnTo>
                    <a:pt x="2173436" y="154809"/>
                  </a:lnTo>
                  <a:lnTo>
                    <a:pt x="2173481" y="154813"/>
                  </a:lnTo>
                  <a:lnTo>
                    <a:pt x="2173493" y="154809"/>
                  </a:lnTo>
                  <a:lnTo>
                    <a:pt x="2173512" y="154803"/>
                  </a:lnTo>
                  <a:lnTo>
                    <a:pt x="2173519" y="154801"/>
                  </a:lnTo>
                  <a:lnTo>
                    <a:pt x="2173575" y="154784"/>
                  </a:lnTo>
                  <a:lnTo>
                    <a:pt x="2173684" y="154736"/>
                  </a:lnTo>
                  <a:lnTo>
                    <a:pt x="2173788" y="154678"/>
                  </a:lnTo>
                  <a:lnTo>
                    <a:pt x="2173865" y="154633"/>
                  </a:lnTo>
                  <a:lnTo>
                    <a:pt x="2173923" y="154617"/>
                  </a:lnTo>
                  <a:lnTo>
                    <a:pt x="2174023" y="154605"/>
                  </a:lnTo>
                  <a:lnTo>
                    <a:pt x="2174126" y="154603"/>
                  </a:lnTo>
                  <a:lnTo>
                    <a:pt x="2174220" y="154609"/>
                  </a:lnTo>
                  <a:lnTo>
                    <a:pt x="2174313" y="154618"/>
                  </a:lnTo>
                  <a:lnTo>
                    <a:pt x="2174367" y="154633"/>
                  </a:lnTo>
                  <a:lnTo>
                    <a:pt x="2174417" y="154661"/>
                  </a:lnTo>
                  <a:lnTo>
                    <a:pt x="2174506" y="154705"/>
                  </a:lnTo>
                  <a:lnTo>
                    <a:pt x="2174576" y="154730"/>
                  </a:lnTo>
                  <a:lnTo>
                    <a:pt x="2174630" y="154742"/>
                  </a:lnTo>
                  <a:lnTo>
                    <a:pt x="2174689" y="154741"/>
                  </a:lnTo>
                  <a:lnTo>
                    <a:pt x="2174749" y="154724"/>
                  </a:lnTo>
                  <a:lnTo>
                    <a:pt x="2174805" y="154695"/>
                  </a:lnTo>
                  <a:lnTo>
                    <a:pt x="2175030" y="154528"/>
                  </a:lnTo>
                  <a:lnTo>
                    <a:pt x="2175527" y="154185"/>
                  </a:lnTo>
                  <a:lnTo>
                    <a:pt x="2175554" y="154159"/>
                  </a:lnTo>
                  <a:lnTo>
                    <a:pt x="2175578" y="154118"/>
                  </a:lnTo>
                  <a:lnTo>
                    <a:pt x="2175586" y="154069"/>
                  </a:lnTo>
                  <a:lnTo>
                    <a:pt x="2175613" y="153864"/>
                  </a:lnTo>
                  <a:lnTo>
                    <a:pt x="2175609" y="153838"/>
                  </a:lnTo>
                  <a:lnTo>
                    <a:pt x="2175590" y="153753"/>
                  </a:lnTo>
                  <a:lnTo>
                    <a:pt x="2175578" y="153696"/>
                  </a:lnTo>
                  <a:lnTo>
                    <a:pt x="2175550" y="153593"/>
                  </a:lnTo>
                  <a:lnTo>
                    <a:pt x="2175537" y="153535"/>
                  </a:lnTo>
                  <a:lnTo>
                    <a:pt x="2175539" y="153491"/>
                  </a:lnTo>
                  <a:lnTo>
                    <a:pt x="2175551" y="153454"/>
                  </a:lnTo>
                  <a:lnTo>
                    <a:pt x="2175603" y="153395"/>
                  </a:lnTo>
                  <a:lnTo>
                    <a:pt x="2175653" y="153369"/>
                  </a:lnTo>
                  <a:lnTo>
                    <a:pt x="2175720" y="153349"/>
                  </a:lnTo>
                  <a:lnTo>
                    <a:pt x="2175777" y="153345"/>
                  </a:lnTo>
                  <a:lnTo>
                    <a:pt x="2175863" y="153352"/>
                  </a:lnTo>
                  <a:lnTo>
                    <a:pt x="2175901" y="153362"/>
                  </a:lnTo>
                  <a:lnTo>
                    <a:pt x="2175939" y="153359"/>
                  </a:lnTo>
                  <a:lnTo>
                    <a:pt x="2175984" y="153348"/>
                  </a:lnTo>
                  <a:lnTo>
                    <a:pt x="2176042" y="153326"/>
                  </a:lnTo>
                  <a:lnTo>
                    <a:pt x="2176237" y="153229"/>
                  </a:lnTo>
                  <a:lnTo>
                    <a:pt x="2176295" y="153199"/>
                  </a:lnTo>
                  <a:lnTo>
                    <a:pt x="2176327" y="153168"/>
                  </a:lnTo>
                  <a:lnTo>
                    <a:pt x="2176345" y="153133"/>
                  </a:lnTo>
                  <a:lnTo>
                    <a:pt x="2176366" y="153034"/>
                  </a:lnTo>
                  <a:lnTo>
                    <a:pt x="2176383" y="152969"/>
                  </a:lnTo>
                  <a:lnTo>
                    <a:pt x="2176444" y="152798"/>
                  </a:lnTo>
                  <a:lnTo>
                    <a:pt x="2176483" y="152739"/>
                  </a:lnTo>
                  <a:lnTo>
                    <a:pt x="2176518" y="152689"/>
                  </a:lnTo>
                  <a:lnTo>
                    <a:pt x="2176552" y="152664"/>
                  </a:lnTo>
                  <a:lnTo>
                    <a:pt x="2176576" y="152658"/>
                  </a:lnTo>
                  <a:lnTo>
                    <a:pt x="2176619" y="152659"/>
                  </a:lnTo>
                  <a:lnTo>
                    <a:pt x="2176649" y="152653"/>
                  </a:lnTo>
                  <a:lnTo>
                    <a:pt x="2176673" y="152641"/>
                  </a:lnTo>
                  <a:lnTo>
                    <a:pt x="2176730" y="152576"/>
                  </a:lnTo>
                  <a:lnTo>
                    <a:pt x="2176777" y="152517"/>
                  </a:lnTo>
                  <a:lnTo>
                    <a:pt x="2176797" y="152490"/>
                  </a:lnTo>
                  <a:lnTo>
                    <a:pt x="2176872" y="152356"/>
                  </a:lnTo>
                  <a:lnTo>
                    <a:pt x="2176892" y="152320"/>
                  </a:lnTo>
                  <a:lnTo>
                    <a:pt x="2177012" y="152106"/>
                  </a:lnTo>
                  <a:lnTo>
                    <a:pt x="2177124" y="151900"/>
                  </a:lnTo>
                  <a:lnTo>
                    <a:pt x="2177152" y="151841"/>
                  </a:lnTo>
                  <a:lnTo>
                    <a:pt x="2177212" y="151756"/>
                  </a:lnTo>
                  <a:lnTo>
                    <a:pt x="2177274" y="151694"/>
                  </a:lnTo>
                  <a:lnTo>
                    <a:pt x="2177294" y="151674"/>
                  </a:lnTo>
                  <a:lnTo>
                    <a:pt x="2177365" y="151614"/>
                  </a:lnTo>
                  <a:lnTo>
                    <a:pt x="2177447" y="151560"/>
                  </a:lnTo>
                  <a:lnTo>
                    <a:pt x="2177718" y="151454"/>
                  </a:lnTo>
                  <a:lnTo>
                    <a:pt x="2177825" y="151364"/>
                  </a:lnTo>
                  <a:lnTo>
                    <a:pt x="2177932" y="151211"/>
                  </a:lnTo>
                  <a:lnTo>
                    <a:pt x="2177952" y="151144"/>
                  </a:lnTo>
                  <a:lnTo>
                    <a:pt x="2177956" y="151044"/>
                  </a:lnTo>
                  <a:lnTo>
                    <a:pt x="2177936" y="150898"/>
                  </a:lnTo>
                  <a:lnTo>
                    <a:pt x="2177928" y="150838"/>
                  </a:lnTo>
                  <a:lnTo>
                    <a:pt x="2177929" y="150816"/>
                  </a:lnTo>
                  <a:lnTo>
                    <a:pt x="2177945" y="150780"/>
                  </a:lnTo>
                  <a:lnTo>
                    <a:pt x="2177983" y="150734"/>
                  </a:lnTo>
                  <a:lnTo>
                    <a:pt x="2178087" y="150646"/>
                  </a:lnTo>
                  <a:lnTo>
                    <a:pt x="2178152" y="150573"/>
                  </a:lnTo>
                  <a:lnTo>
                    <a:pt x="2178199" y="150503"/>
                  </a:lnTo>
                  <a:lnTo>
                    <a:pt x="2178227" y="150461"/>
                  </a:lnTo>
                  <a:lnTo>
                    <a:pt x="2178253" y="150391"/>
                  </a:lnTo>
                  <a:lnTo>
                    <a:pt x="2178250" y="150318"/>
                  </a:lnTo>
                  <a:lnTo>
                    <a:pt x="2178226" y="150268"/>
                  </a:lnTo>
                  <a:lnTo>
                    <a:pt x="2178194" y="150235"/>
                  </a:lnTo>
                  <a:lnTo>
                    <a:pt x="2178118" y="150182"/>
                  </a:lnTo>
                  <a:lnTo>
                    <a:pt x="2178016" y="150134"/>
                  </a:lnTo>
                  <a:lnTo>
                    <a:pt x="2177850" y="150061"/>
                  </a:lnTo>
                  <a:lnTo>
                    <a:pt x="2177769" y="150013"/>
                  </a:lnTo>
                  <a:lnTo>
                    <a:pt x="2177740" y="149982"/>
                  </a:lnTo>
                  <a:lnTo>
                    <a:pt x="2177718" y="149958"/>
                  </a:lnTo>
                  <a:lnTo>
                    <a:pt x="2177711" y="149925"/>
                  </a:lnTo>
                  <a:lnTo>
                    <a:pt x="2177710" y="149918"/>
                  </a:lnTo>
                  <a:lnTo>
                    <a:pt x="2177707" y="149891"/>
                  </a:lnTo>
                  <a:lnTo>
                    <a:pt x="2177709" y="149884"/>
                  </a:lnTo>
                  <a:lnTo>
                    <a:pt x="2177719" y="149836"/>
                  </a:lnTo>
                  <a:lnTo>
                    <a:pt x="2177749" y="149801"/>
                  </a:lnTo>
                  <a:lnTo>
                    <a:pt x="2177794" y="149761"/>
                  </a:lnTo>
                  <a:lnTo>
                    <a:pt x="2177860" y="149733"/>
                  </a:lnTo>
                  <a:lnTo>
                    <a:pt x="2177921" y="149718"/>
                  </a:lnTo>
                  <a:lnTo>
                    <a:pt x="2178004" y="149722"/>
                  </a:lnTo>
                  <a:lnTo>
                    <a:pt x="2178060" y="149731"/>
                  </a:lnTo>
                  <a:lnTo>
                    <a:pt x="2178119" y="149753"/>
                  </a:lnTo>
                  <a:lnTo>
                    <a:pt x="2178169" y="149776"/>
                  </a:lnTo>
                  <a:lnTo>
                    <a:pt x="2178208" y="149787"/>
                  </a:lnTo>
                  <a:lnTo>
                    <a:pt x="2178244" y="149788"/>
                  </a:lnTo>
                  <a:lnTo>
                    <a:pt x="2178296" y="149780"/>
                  </a:lnTo>
                  <a:lnTo>
                    <a:pt x="2178320" y="149772"/>
                  </a:lnTo>
                  <a:lnTo>
                    <a:pt x="2178362" y="149750"/>
                  </a:lnTo>
                  <a:lnTo>
                    <a:pt x="2178398" y="149714"/>
                  </a:lnTo>
                  <a:lnTo>
                    <a:pt x="2178412" y="149686"/>
                  </a:lnTo>
                  <a:lnTo>
                    <a:pt x="2178413" y="149650"/>
                  </a:lnTo>
                  <a:lnTo>
                    <a:pt x="2178383" y="149601"/>
                  </a:lnTo>
                  <a:lnTo>
                    <a:pt x="2178344" y="149550"/>
                  </a:lnTo>
                  <a:lnTo>
                    <a:pt x="2178321" y="149522"/>
                  </a:lnTo>
                  <a:lnTo>
                    <a:pt x="2178296" y="149492"/>
                  </a:lnTo>
                  <a:lnTo>
                    <a:pt x="2178276" y="149476"/>
                  </a:lnTo>
                  <a:lnTo>
                    <a:pt x="2178228" y="149446"/>
                  </a:lnTo>
                  <a:lnTo>
                    <a:pt x="2178180" y="149416"/>
                  </a:lnTo>
                  <a:lnTo>
                    <a:pt x="2178140" y="149369"/>
                  </a:lnTo>
                  <a:lnTo>
                    <a:pt x="2178133" y="149323"/>
                  </a:lnTo>
                  <a:lnTo>
                    <a:pt x="2178134" y="149315"/>
                  </a:lnTo>
                  <a:lnTo>
                    <a:pt x="2178144" y="149262"/>
                  </a:lnTo>
                  <a:lnTo>
                    <a:pt x="2178183" y="149210"/>
                  </a:lnTo>
                  <a:lnTo>
                    <a:pt x="2178224" y="149188"/>
                  </a:lnTo>
                  <a:lnTo>
                    <a:pt x="2178277" y="149166"/>
                  </a:lnTo>
                  <a:lnTo>
                    <a:pt x="2178394" y="149121"/>
                  </a:lnTo>
                  <a:lnTo>
                    <a:pt x="2178423" y="149110"/>
                  </a:lnTo>
                  <a:lnTo>
                    <a:pt x="2178600" y="149069"/>
                  </a:lnTo>
                  <a:lnTo>
                    <a:pt x="2178655" y="149057"/>
                  </a:lnTo>
                  <a:lnTo>
                    <a:pt x="2178711" y="149049"/>
                  </a:lnTo>
                  <a:lnTo>
                    <a:pt x="2178736" y="149048"/>
                  </a:lnTo>
                  <a:lnTo>
                    <a:pt x="2178758" y="149047"/>
                  </a:lnTo>
                  <a:lnTo>
                    <a:pt x="2178847" y="149052"/>
                  </a:lnTo>
                  <a:lnTo>
                    <a:pt x="2179058" y="149071"/>
                  </a:lnTo>
                  <a:lnTo>
                    <a:pt x="2179065" y="149055"/>
                  </a:lnTo>
                  <a:lnTo>
                    <a:pt x="2179067" y="149027"/>
                  </a:lnTo>
                  <a:lnTo>
                    <a:pt x="2179066" y="149013"/>
                  </a:lnTo>
                  <a:lnTo>
                    <a:pt x="2179051" y="148995"/>
                  </a:lnTo>
                  <a:lnTo>
                    <a:pt x="2179006" y="148973"/>
                  </a:lnTo>
                  <a:lnTo>
                    <a:pt x="2178932" y="148945"/>
                  </a:lnTo>
                  <a:lnTo>
                    <a:pt x="2178876" y="148921"/>
                  </a:lnTo>
                  <a:lnTo>
                    <a:pt x="2178843" y="148902"/>
                  </a:lnTo>
                  <a:lnTo>
                    <a:pt x="2178804" y="148876"/>
                  </a:lnTo>
                  <a:lnTo>
                    <a:pt x="2178785" y="148861"/>
                  </a:lnTo>
                  <a:lnTo>
                    <a:pt x="2178736" y="148823"/>
                  </a:lnTo>
                  <a:lnTo>
                    <a:pt x="2178641" y="148734"/>
                  </a:lnTo>
                  <a:lnTo>
                    <a:pt x="2178589" y="148678"/>
                  </a:lnTo>
                  <a:lnTo>
                    <a:pt x="2178552" y="148605"/>
                  </a:lnTo>
                  <a:lnTo>
                    <a:pt x="2178464" y="148151"/>
                  </a:lnTo>
                  <a:lnTo>
                    <a:pt x="2178455" y="148089"/>
                  </a:lnTo>
                  <a:lnTo>
                    <a:pt x="2178460" y="148053"/>
                  </a:lnTo>
                  <a:lnTo>
                    <a:pt x="2178480" y="148002"/>
                  </a:lnTo>
                  <a:lnTo>
                    <a:pt x="2178513" y="147954"/>
                  </a:lnTo>
                  <a:lnTo>
                    <a:pt x="2178565" y="147904"/>
                  </a:lnTo>
                  <a:lnTo>
                    <a:pt x="2178605" y="147879"/>
                  </a:lnTo>
                  <a:lnTo>
                    <a:pt x="2178642" y="147855"/>
                  </a:lnTo>
                  <a:lnTo>
                    <a:pt x="2178663" y="147836"/>
                  </a:lnTo>
                  <a:lnTo>
                    <a:pt x="2178667" y="147817"/>
                  </a:lnTo>
                  <a:lnTo>
                    <a:pt x="2178669" y="147750"/>
                  </a:lnTo>
                  <a:lnTo>
                    <a:pt x="2178653" y="147696"/>
                  </a:lnTo>
                  <a:lnTo>
                    <a:pt x="2178616" y="147632"/>
                  </a:lnTo>
                  <a:lnTo>
                    <a:pt x="2178551" y="147564"/>
                  </a:lnTo>
                  <a:lnTo>
                    <a:pt x="2178517" y="147530"/>
                  </a:lnTo>
                  <a:lnTo>
                    <a:pt x="2178412" y="147432"/>
                  </a:lnTo>
                  <a:lnTo>
                    <a:pt x="2178331" y="147371"/>
                  </a:lnTo>
                  <a:lnTo>
                    <a:pt x="2178296" y="147352"/>
                  </a:lnTo>
                  <a:lnTo>
                    <a:pt x="2178223" y="147314"/>
                  </a:lnTo>
                  <a:lnTo>
                    <a:pt x="2178166" y="147275"/>
                  </a:lnTo>
                  <a:lnTo>
                    <a:pt x="2178088" y="147219"/>
                  </a:lnTo>
                  <a:lnTo>
                    <a:pt x="2177976" y="147109"/>
                  </a:lnTo>
                  <a:lnTo>
                    <a:pt x="2177869" y="146989"/>
                  </a:lnTo>
                  <a:lnTo>
                    <a:pt x="2177764" y="146845"/>
                  </a:lnTo>
                  <a:lnTo>
                    <a:pt x="2177743" y="146773"/>
                  </a:lnTo>
                  <a:lnTo>
                    <a:pt x="2177730" y="146720"/>
                  </a:lnTo>
                  <a:lnTo>
                    <a:pt x="2177724" y="146674"/>
                  </a:lnTo>
                  <a:lnTo>
                    <a:pt x="2177713" y="146148"/>
                  </a:lnTo>
                  <a:lnTo>
                    <a:pt x="2177713" y="146112"/>
                  </a:lnTo>
                  <a:lnTo>
                    <a:pt x="2177717" y="146087"/>
                  </a:lnTo>
                  <a:lnTo>
                    <a:pt x="2177726" y="146053"/>
                  </a:lnTo>
                  <a:lnTo>
                    <a:pt x="2177735" y="146032"/>
                  </a:lnTo>
                  <a:lnTo>
                    <a:pt x="2177749" y="146005"/>
                  </a:lnTo>
                  <a:lnTo>
                    <a:pt x="2177772" y="145973"/>
                  </a:lnTo>
                  <a:lnTo>
                    <a:pt x="2177798" y="145948"/>
                  </a:lnTo>
                  <a:lnTo>
                    <a:pt x="2177817" y="145930"/>
                  </a:lnTo>
                  <a:lnTo>
                    <a:pt x="2177862" y="145896"/>
                  </a:lnTo>
                  <a:lnTo>
                    <a:pt x="2177895" y="145872"/>
                  </a:lnTo>
                  <a:lnTo>
                    <a:pt x="2177974" y="145810"/>
                  </a:lnTo>
                  <a:lnTo>
                    <a:pt x="2178010" y="145772"/>
                  </a:lnTo>
                  <a:lnTo>
                    <a:pt x="2178076" y="145690"/>
                  </a:lnTo>
                  <a:lnTo>
                    <a:pt x="2178096" y="145658"/>
                  </a:lnTo>
                  <a:lnTo>
                    <a:pt x="2178105" y="145640"/>
                  </a:lnTo>
                  <a:lnTo>
                    <a:pt x="2178108" y="145616"/>
                  </a:lnTo>
                  <a:lnTo>
                    <a:pt x="2178106" y="145593"/>
                  </a:lnTo>
                  <a:lnTo>
                    <a:pt x="2178097" y="145570"/>
                  </a:lnTo>
                  <a:lnTo>
                    <a:pt x="2178076" y="145543"/>
                  </a:lnTo>
                  <a:lnTo>
                    <a:pt x="2177970" y="145081"/>
                  </a:lnTo>
                  <a:lnTo>
                    <a:pt x="2177955" y="145037"/>
                  </a:lnTo>
                  <a:lnTo>
                    <a:pt x="2177927" y="145001"/>
                  </a:lnTo>
                  <a:lnTo>
                    <a:pt x="2177898" y="144981"/>
                  </a:lnTo>
                  <a:lnTo>
                    <a:pt x="2177864" y="144972"/>
                  </a:lnTo>
                  <a:lnTo>
                    <a:pt x="2177817" y="144970"/>
                  </a:lnTo>
                  <a:lnTo>
                    <a:pt x="2177746" y="144975"/>
                  </a:lnTo>
                  <a:lnTo>
                    <a:pt x="2177690" y="144979"/>
                  </a:lnTo>
                  <a:lnTo>
                    <a:pt x="2177649" y="144978"/>
                  </a:lnTo>
                  <a:lnTo>
                    <a:pt x="2177621" y="144973"/>
                  </a:lnTo>
                  <a:lnTo>
                    <a:pt x="2177592" y="144962"/>
                  </a:lnTo>
                  <a:lnTo>
                    <a:pt x="2177563" y="144947"/>
                  </a:lnTo>
                  <a:lnTo>
                    <a:pt x="2177536" y="144927"/>
                  </a:lnTo>
                  <a:lnTo>
                    <a:pt x="2177515" y="144907"/>
                  </a:lnTo>
                  <a:lnTo>
                    <a:pt x="2177493" y="144881"/>
                  </a:lnTo>
                  <a:lnTo>
                    <a:pt x="2177476" y="144852"/>
                  </a:lnTo>
                  <a:lnTo>
                    <a:pt x="2177464" y="144817"/>
                  </a:lnTo>
                  <a:lnTo>
                    <a:pt x="2177457" y="144774"/>
                  </a:lnTo>
                  <a:lnTo>
                    <a:pt x="2177452" y="144732"/>
                  </a:lnTo>
                  <a:lnTo>
                    <a:pt x="2177442" y="144589"/>
                  </a:lnTo>
                  <a:lnTo>
                    <a:pt x="2177443" y="144532"/>
                  </a:lnTo>
                  <a:lnTo>
                    <a:pt x="2177469" y="144335"/>
                  </a:lnTo>
                  <a:lnTo>
                    <a:pt x="2177475" y="144305"/>
                  </a:lnTo>
                  <a:lnTo>
                    <a:pt x="2177488" y="144278"/>
                  </a:lnTo>
                  <a:lnTo>
                    <a:pt x="2177509" y="144246"/>
                  </a:lnTo>
                  <a:lnTo>
                    <a:pt x="2177528" y="144228"/>
                  </a:lnTo>
                  <a:lnTo>
                    <a:pt x="2177592" y="144186"/>
                  </a:lnTo>
                  <a:lnTo>
                    <a:pt x="2177722" y="144115"/>
                  </a:lnTo>
                  <a:lnTo>
                    <a:pt x="2177748" y="144104"/>
                  </a:lnTo>
                  <a:lnTo>
                    <a:pt x="2177776" y="144098"/>
                  </a:lnTo>
                  <a:lnTo>
                    <a:pt x="2177805" y="144097"/>
                  </a:lnTo>
                  <a:lnTo>
                    <a:pt x="2177889" y="144097"/>
                  </a:lnTo>
                  <a:lnTo>
                    <a:pt x="2177956" y="144099"/>
                  </a:lnTo>
                  <a:lnTo>
                    <a:pt x="2178008" y="144098"/>
                  </a:lnTo>
                  <a:lnTo>
                    <a:pt x="2178043" y="144097"/>
                  </a:lnTo>
                  <a:lnTo>
                    <a:pt x="2178070" y="144088"/>
                  </a:lnTo>
                  <a:lnTo>
                    <a:pt x="2178109" y="144068"/>
                  </a:lnTo>
                  <a:lnTo>
                    <a:pt x="2178131" y="144049"/>
                  </a:lnTo>
                  <a:lnTo>
                    <a:pt x="2178146" y="144030"/>
                  </a:lnTo>
                  <a:lnTo>
                    <a:pt x="2178158" y="143998"/>
                  </a:lnTo>
                  <a:lnTo>
                    <a:pt x="2178170" y="143942"/>
                  </a:lnTo>
                  <a:lnTo>
                    <a:pt x="2178375" y="143815"/>
                  </a:lnTo>
                  <a:lnTo>
                    <a:pt x="2178419" y="143788"/>
                  </a:lnTo>
                  <a:lnTo>
                    <a:pt x="2178608" y="143671"/>
                  </a:lnTo>
                  <a:lnTo>
                    <a:pt x="2178636" y="143649"/>
                  </a:lnTo>
                  <a:lnTo>
                    <a:pt x="2178638" y="143643"/>
                  </a:lnTo>
                  <a:lnTo>
                    <a:pt x="2178648" y="143622"/>
                  </a:lnTo>
                  <a:lnTo>
                    <a:pt x="2178720" y="143454"/>
                  </a:lnTo>
                  <a:lnTo>
                    <a:pt x="2178730" y="143439"/>
                  </a:lnTo>
                  <a:lnTo>
                    <a:pt x="2178738" y="143429"/>
                  </a:lnTo>
                  <a:lnTo>
                    <a:pt x="2178745" y="143396"/>
                  </a:lnTo>
                  <a:lnTo>
                    <a:pt x="2178747" y="143350"/>
                  </a:lnTo>
                  <a:lnTo>
                    <a:pt x="2178750" y="143292"/>
                  </a:lnTo>
                  <a:lnTo>
                    <a:pt x="2178759" y="143255"/>
                  </a:lnTo>
                  <a:lnTo>
                    <a:pt x="2178772" y="143227"/>
                  </a:lnTo>
                  <a:lnTo>
                    <a:pt x="2178783" y="143207"/>
                  </a:lnTo>
                  <a:lnTo>
                    <a:pt x="2178786" y="143202"/>
                  </a:lnTo>
                  <a:lnTo>
                    <a:pt x="2178793" y="143191"/>
                  </a:lnTo>
                  <a:lnTo>
                    <a:pt x="2178802" y="143179"/>
                  </a:lnTo>
                  <a:lnTo>
                    <a:pt x="2178808" y="143165"/>
                  </a:lnTo>
                  <a:lnTo>
                    <a:pt x="2178925" y="142963"/>
                  </a:lnTo>
                  <a:lnTo>
                    <a:pt x="2179024" y="142792"/>
                  </a:lnTo>
                  <a:lnTo>
                    <a:pt x="2179044" y="142762"/>
                  </a:lnTo>
                  <a:lnTo>
                    <a:pt x="2179097" y="142717"/>
                  </a:lnTo>
                  <a:lnTo>
                    <a:pt x="2179395" y="142529"/>
                  </a:lnTo>
                  <a:lnTo>
                    <a:pt x="2179418" y="142517"/>
                  </a:lnTo>
                  <a:lnTo>
                    <a:pt x="2179485" y="142488"/>
                  </a:lnTo>
                  <a:lnTo>
                    <a:pt x="2179548" y="142467"/>
                  </a:lnTo>
                  <a:lnTo>
                    <a:pt x="2179707" y="142426"/>
                  </a:lnTo>
                  <a:lnTo>
                    <a:pt x="2179958" y="142263"/>
                  </a:lnTo>
                  <a:lnTo>
                    <a:pt x="2180024" y="142200"/>
                  </a:lnTo>
                  <a:lnTo>
                    <a:pt x="2180044" y="142181"/>
                  </a:lnTo>
                  <a:lnTo>
                    <a:pt x="2180061" y="142166"/>
                  </a:lnTo>
                  <a:lnTo>
                    <a:pt x="2180081" y="142151"/>
                  </a:lnTo>
                  <a:lnTo>
                    <a:pt x="2180120" y="142127"/>
                  </a:lnTo>
                  <a:lnTo>
                    <a:pt x="2180183" y="142094"/>
                  </a:lnTo>
                  <a:lnTo>
                    <a:pt x="2180211" y="142081"/>
                  </a:lnTo>
                  <a:lnTo>
                    <a:pt x="2180296" y="142052"/>
                  </a:lnTo>
                  <a:lnTo>
                    <a:pt x="2180350" y="142038"/>
                  </a:lnTo>
                  <a:lnTo>
                    <a:pt x="2180419" y="142011"/>
                  </a:lnTo>
                  <a:lnTo>
                    <a:pt x="2180457" y="141992"/>
                  </a:lnTo>
                  <a:lnTo>
                    <a:pt x="2180499" y="141968"/>
                  </a:lnTo>
                  <a:lnTo>
                    <a:pt x="2180544" y="141936"/>
                  </a:lnTo>
                  <a:lnTo>
                    <a:pt x="2180586" y="141895"/>
                  </a:lnTo>
                  <a:lnTo>
                    <a:pt x="2180615" y="141857"/>
                  </a:lnTo>
                  <a:lnTo>
                    <a:pt x="2180627" y="141830"/>
                  </a:lnTo>
                  <a:lnTo>
                    <a:pt x="2180633" y="141809"/>
                  </a:lnTo>
                  <a:lnTo>
                    <a:pt x="2180640" y="141784"/>
                  </a:lnTo>
                  <a:lnTo>
                    <a:pt x="2180659" y="141759"/>
                  </a:lnTo>
                  <a:lnTo>
                    <a:pt x="2180924" y="141528"/>
                  </a:lnTo>
                  <a:lnTo>
                    <a:pt x="2180991" y="141485"/>
                  </a:lnTo>
                  <a:lnTo>
                    <a:pt x="2181049" y="141450"/>
                  </a:lnTo>
                  <a:lnTo>
                    <a:pt x="2181094" y="141420"/>
                  </a:lnTo>
                  <a:lnTo>
                    <a:pt x="2181125" y="141396"/>
                  </a:lnTo>
                  <a:lnTo>
                    <a:pt x="2181153" y="141373"/>
                  </a:lnTo>
                  <a:lnTo>
                    <a:pt x="2181243" y="141289"/>
                  </a:lnTo>
                  <a:lnTo>
                    <a:pt x="2181280" y="141253"/>
                  </a:lnTo>
                  <a:lnTo>
                    <a:pt x="2181303" y="141222"/>
                  </a:lnTo>
                  <a:lnTo>
                    <a:pt x="2181323" y="141190"/>
                  </a:lnTo>
                  <a:lnTo>
                    <a:pt x="2181347" y="141140"/>
                  </a:lnTo>
                  <a:lnTo>
                    <a:pt x="2181357" y="141112"/>
                  </a:lnTo>
                  <a:lnTo>
                    <a:pt x="2181373" y="141060"/>
                  </a:lnTo>
                  <a:lnTo>
                    <a:pt x="2181388" y="140969"/>
                  </a:lnTo>
                  <a:lnTo>
                    <a:pt x="2181404" y="140914"/>
                  </a:lnTo>
                  <a:lnTo>
                    <a:pt x="2181437" y="140802"/>
                  </a:lnTo>
                  <a:lnTo>
                    <a:pt x="2181459" y="140731"/>
                  </a:lnTo>
                  <a:lnTo>
                    <a:pt x="2181468" y="140705"/>
                  </a:lnTo>
                  <a:lnTo>
                    <a:pt x="2181486" y="140668"/>
                  </a:lnTo>
                  <a:lnTo>
                    <a:pt x="2181504" y="140632"/>
                  </a:lnTo>
                  <a:lnTo>
                    <a:pt x="2181528" y="140588"/>
                  </a:lnTo>
                  <a:lnTo>
                    <a:pt x="2181542" y="140571"/>
                  </a:lnTo>
                  <a:lnTo>
                    <a:pt x="2181559" y="140552"/>
                  </a:lnTo>
                  <a:lnTo>
                    <a:pt x="2181659" y="140475"/>
                  </a:lnTo>
                  <a:lnTo>
                    <a:pt x="2181724" y="140431"/>
                  </a:lnTo>
                  <a:lnTo>
                    <a:pt x="2181755" y="140416"/>
                  </a:lnTo>
                  <a:lnTo>
                    <a:pt x="2181768" y="140409"/>
                  </a:lnTo>
                  <a:lnTo>
                    <a:pt x="2181780" y="140401"/>
                  </a:lnTo>
                  <a:lnTo>
                    <a:pt x="2181799" y="140384"/>
                  </a:lnTo>
                  <a:lnTo>
                    <a:pt x="2181811" y="140361"/>
                  </a:lnTo>
                  <a:lnTo>
                    <a:pt x="2181829" y="140327"/>
                  </a:lnTo>
                  <a:lnTo>
                    <a:pt x="2181845" y="140269"/>
                  </a:lnTo>
                  <a:lnTo>
                    <a:pt x="2181851" y="140198"/>
                  </a:lnTo>
                  <a:lnTo>
                    <a:pt x="2181853" y="140165"/>
                  </a:lnTo>
                  <a:lnTo>
                    <a:pt x="2181850" y="140119"/>
                  </a:lnTo>
                  <a:lnTo>
                    <a:pt x="2181846" y="140083"/>
                  </a:lnTo>
                  <a:lnTo>
                    <a:pt x="2181851" y="140047"/>
                  </a:lnTo>
                  <a:lnTo>
                    <a:pt x="2181859" y="140019"/>
                  </a:lnTo>
                  <a:lnTo>
                    <a:pt x="2181866" y="140005"/>
                  </a:lnTo>
                  <a:lnTo>
                    <a:pt x="2181907" y="139940"/>
                  </a:lnTo>
                  <a:lnTo>
                    <a:pt x="2181925" y="139914"/>
                  </a:lnTo>
                  <a:lnTo>
                    <a:pt x="2181945" y="139893"/>
                  </a:lnTo>
                  <a:lnTo>
                    <a:pt x="2181999" y="139829"/>
                  </a:lnTo>
                  <a:lnTo>
                    <a:pt x="2182069" y="139722"/>
                  </a:lnTo>
                  <a:lnTo>
                    <a:pt x="2182078" y="139705"/>
                  </a:lnTo>
                  <a:lnTo>
                    <a:pt x="2182087" y="139688"/>
                  </a:lnTo>
                  <a:lnTo>
                    <a:pt x="2182173" y="139512"/>
                  </a:lnTo>
                  <a:lnTo>
                    <a:pt x="2182202" y="139426"/>
                  </a:lnTo>
                  <a:lnTo>
                    <a:pt x="2182239" y="139284"/>
                  </a:lnTo>
                  <a:lnTo>
                    <a:pt x="2182243" y="139245"/>
                  </a:lnTo>
                  <a:lnTo>
                    <a:pt x="2182240" y="139202"/>
                  </a:lnTo>
                  <a:lnTo>
                    <a:pt x="2182232" y="139152"/>
                  </a:lnTo>
                  <a:lnTo>
                    <a:pt x="2182231" y="139113"/>
                  </a:lnTo>
                  <a:lnTo>
                    <a:pt x="2182230" y="139069"/>
                  </a:lnTo>
                  <a:lnTo>
                    <a:pt x="2182234" y="139040"/>
                  </a:lnTo>
                  <a:lnTo>
                    <a:pt x="2182241" y="139021"/>
                  </a:lnTo>
                  <a:lnTo>
                    <a:pt x="2182252" y="139000"/>
                  </a:lnTo>
                  <a:lnTo>
                    <a:pt x="2182415" y="138760"/>
                  </a:lnTo>
                  <a:lnTo>
                    <a:pt x="2182447" y="138718"/>
                  </a:lnTo>
                  <a:lnTo>
                    <a:pt x="2182481" y="138677"/>
                  </a:lnTo>
                  <a:lnTo>
                    <a:pt x="2182518" y="138637"/>
                  </a:lnTo>
                  <a:lnTo>
                    <a:pt x="2182547" y="138607"/>
                  </a:lnTo>
                  <a:lnTo>
                    <a:pt x="2182583" y="138579"/>
                  </a:lnTo>
                  <a:lnTo>
                    <a:pt x="2182625" y="138547"/>
                  </a:lnTo>
                  <a:lnTo>
                    <a:pt x="2182667" y="138519"/>
                  </a:lnTo>
                  <a:lnTo>
                    <a:pt x="2182829" y="138417"/>
                  </a:lnTo>
                  <a:lnTo>
                    <a:pt x="2182856" y="138400"/>
                  </a:lnTo>
                  <a:lnTo>
                    <a:pt x="2182887" y="138383"/>
                  </a:lnTo>
                  <a:lnTo>
                    <a:pt x="2182915" y="138371"/>
                  </a:lnTo>
                  <a:lnTo>
                    <a:pt x="2182950" y="138356"/>
                  </a:lnTo>
                  <a:lnTo>
                    <a:pt x="2182978" y="138346"/>
                  </a:lnTo>
                  <a:lnTo>
                    <a:pt x="2183013" y="138341"/>
                  </a:lnTo>
                  <a:lnTo>
                    <a:pt x="2183040" y="138343"/>
                  </a:lnTo>
                  <a:lnTo>
                    <a:pt x="2183070" y="138346"/>
                  </a:lnTo>
                  <a:lnTo>
                    <a:pt x="2183105" y="138346"/>
                  </a:lnTo>
                  <a:lnTo>
                    <a:pt x="2183134" y="138347"/>
                  </a:lnTo>
                  <a:lnTo>
                    <a:pt x="2183175" y="138348"/>
                  </a:lnTo>
                  <a:lnTo>
                    <a:pt x="2183207" y="138345"/>
                  </a:lnTo>
                  <a:lnTo>
                    <a:pt x="2183234" y="138340"/>
                  </a:lnTo>
                  <a:lnTo>
                    <a:pt x="2183377" y="138295"/>
                  </a:lnTo>
                  <a:lnTo>
                    <a:pt x="2183553" y="138228"/>
                  </a:lnTo>
                  <a:lnTo>
                    <a:pt x="2183713" y="138167"/>
                  </a:lnTo>
                  <a:lnTo>
                    <a:pt x="2183914" y="138077"/>
                  </a:lnTo>
                  <a:lnTo>
                    <a:pt x="2183991" y="138042"/>
                  </a:lnTo>
                  <a:lnTo>
                    <a:pt x="2184022" y="138018"/>
                  </a:lnTo>
                  <a:lnTo>
                    <a:pt x="2184053" y="137986"/>
                  </a:lnTo>
                  <a:lnTo>
                    <a:pt x="2184133" y="137901"/>
                  </a:lnTo>
                  <a:lnTo>
                    <a:pt x="2184167" y="137863"/>
                  </a:lnTo>
                  <a:lnTo>
                    <a:pt x="2184182" y="137840"/>
                  </a:lnTo>
                  <a:lnTo>
                    <a:pt x="2184189" y="137808"/>
                  </a:lnTo>
                  <a:lnTo>
                    <a:pt x="2184187" y="137788"/>
                  </a:lnTo>
                  <a:lnTo>
                    <a:pt x="2184181" y="137757"/>
                  </a:lnTo>
                  <a:lnTo>
                    <a:pt x="2184174" y="137730"/>
                  </a:lnTo>
                  <a:lnTo>
                    <a:pt x="2184128" y="137666"/>
                  </a:lnTo>
                  <a:lnTo>
                    <a:pt x="2184085" y="137625"/>
                  </a:lnTo>
                  <a:lnTo>
                    <a:pt x="2184064" y="137609"/>
                  </a:lnTo>
                  <a:lnTo>
                    <a:pt x="2184014" y="137569"/>
                  </a:lnTo>
                  <a:lnTo>
                    <a:pt x="2183994" y="137549"/>
                  </a:lnTo>
                  <a:lnTo>
                    <a:pt x="2183985" y="137530"/>
                  </a:lnTo>
                  <a:lnTo>
                    <a:pt x="2183982" y="137516"/>
                  </a:lnTo>
                  <a:lnTo>
                    <a:pt x="2183986" y="137481"/>
                  </a:lnTo>
                  <a:lnTo>
                    <a:pt x="2183996" y="137449"/>
                  </a:lnTo>
                  <a:lnTo>
                    <a:pt x="2184009" y="137408"/>
                  </a:lnTo>
                  <a:lnTo>
                    <a:pt x="2184027" y="137368"/>
                  </a:lnTo>
                  <a:lnTo>
                    <a:pt x="2184063" y="137311"/>
                  </a:lnTo>
                  <a:lnTo>
                    <a:pt x="2184089" y="137283"/>
                  </a:lnTo>
                  <a:lnTo>
                    <a:pt x="2184122" y="137251"/>
                  </a:lnTo>
                  <a:lnTo>
                    <a:pt x="2184161" y="137225"/>
                  </a:lnTo>
                  <a:lnTo>
                    <a:pt x="2184194" y="137212"/>
                  </a:lnTo>
                  <a:lnTo>
                    <a:pt x="2184227" y="137203"/>
                  </a:lnTo>
                  <a:lnTo>
                    <a:pt x="2184296" y="137191"/>
                  </a:lnTo>
                  <a:lnTo>
                    <a:pt x="2184358" y="137183"/>
                  </a:lnTo>
                  <a:lnTo>
                    <a:pt x="2184431" y="137177"/>
                  </a:lnTo>
                  <a:lnTo>
                    <a:pt x="2184564" y="137171"/>
                  </a:lnTo>
                  <a:lnTo>
                    <a:pt x="2184617" y="137169"/>
                  </a:lnTo>
                  <a:lnTo>
                    <a:pt x="2184699" y="137167"/>
                  </a:lnTo>
                  <a:lnTo>
                    <a:pt x="2184734" y="137166"/>
                  </a:lnTo>
                  <a:lnTo>
                    <a:pt x="2184771" y="137161"/>
                  </a:lnTo>
                  <a:lnTo>
                    <a:pt x="2184838" y="137147"/>
                  </a:lnTo>
                  <a:lnTo>
                    <a:pt x="2184910" y="137125"/>
                  </a:lnTo>
                  <a:lnTo>
                    <a:pt x="2185094" y="137068"/>
                  </a:lnTo>
                  <a:lnTo>
                    <a:pt x="2185243" y="137015"/>
                  </a:lnTo>
                  <a:lnTo>
                    <a:pt x="2185296" y="137001"/>
                  </a:lnTo>
                  <a:lnTo>
                    <a:pt x="2185399" y="136994"/>
                  </a:lnTo>
                  <a:lnTo>
                    <a:pt x="2185493" y="136991"/>
                  </a:lnTo>
                  <a:lnTo>
                    <a:pt x="2185581" y="137004"/>
                  </a:lnTo>
                  <a:lnTo>
                    <a:pt x="2185732" y="137052"/>
                  </a:lnTo>
                  <a:lnTo>
                    <a:pt x="2185798" y="137064"/>
                  </a:lnTo>
                  <a:lnTo>
                    <a:pt x="2185830" y="137064"/>
                  </a:lnTo>
                  <a:lnTo>
                    <a:pt x="2185862" y="137059"/>
                  </a:lnTo>
                  <a:lnTo>
                    <a:pt x="2185961" y="137034"/>
                  </a:lnTo>
                  <a:lnTo>
                    <a:pt x="2186062" y="137001"/>
                  </a:lnTo>
                  <a:lnTo>
                    <a:pt x="2186320" y="136883"/>
                  </a:lnTo>
                  <a:lnTo>
                    <a:pt x="2186441" y="136827"/>
                  </a:lnTo>
                  <a:lnTo>
                    <a:pt x="2186536" y="136774"/>
                  </a:lnTo>
                  <a:lnTo>
                    <a:pt x="2186662" y="136692"/>
                  </a:lnTo>
                  <a:lnTo>
                    <a:pt x="2186816" y="136582"/>
                  </a:lnTo>
                  <a:lnTo>
                    <a:pt x="2186887" y="136519"/>
                  </a:lnTo>
                  <a:lnTo>
                    <a:pt x="2186913" y="136483"/>
                  </a:lnTo>
                  <a:lnTo>
                    <a:pt x="2186988" y="136329"/>
                  </a:lnTo>
                  <a:lnTo>
                    <a:pt x="2187007" y="136277"/>
                  </a:lnTo>
                  <a:lnTo>
                    <a:pt x="2187029" y="136203"/>
                  </a:lnTo>
                  <a:lnTo>
                    <a:pt x="2187032" y="136152"/>
                  </a:lnTo>
                  <a:lnTo>
                    <a:pt x="2187033" y="136123"/>
                  </a:lnTo>
                  <a:lnTo>
                    <a:pt x="2187002" y="136073"/>
                  </a:lnTo>
                  <a:lnTo>
                    <a:pt x="2186953" y="136044"/>
                  </a:lnTo>
                  <a:lnTo>
                    <a:pt x="2186896" y="136033"/>
                  </a:lnTo>
                  <a:lnTo>
                    <a:pt x="2186843" y="136038"/>
                  </a:lnTo>
                  <a:lnTo>
                    <a:pt x="2186803" y="136055"/>
                  </a:lnTo>
                  <a:lnTo>
                    <a:pt x="2186783" y="136063"/>
                  </a:lnTo>
                  <a:lnTo>
                    <a:pt x="2186743" y="136067"/>
                  </a:lnTo>
                  <a:lnTo>
                    <a:pt x="2186708" y="136065"/>
                  </a:lnTo>
                  <a:lnTo>
                    <a:pt x="2186661" y="136049"/>
                  </a:lnTo>
                  <a:lnTo>
                    <a:pt x="2186601" y="136019"/>
                  </a:lnTo>
                  <a:lnTo>
                    <a:pt x="2186555" y="135980"/>
                  </a:lnTo>
                  <a:lnTo>
                    <a:pt x="2186540" y="135966"/>
                  </a:lnTo>
                  <a:lnTo>
                    <a:pt x="2186529" y="135946"/>
                  </a:lnTo>
                  <a:lnTo>
                    <a:pt x="2186524" y="135927"/>
                  </a:lnTo>
                  <a:lnTo>
                    <a:pt x="2186523" y="135908"/>
                  </a:lnTo>
                  <a:lnTo>
                    <a:pt x="2186531" y="135889"/>
                  </a:lnTo>
                  <a:lnTo>
                    <a:pt x="2186566" y="135868"/>
                  </a:lnTo>
                  <a:lnTo>
                    <a:pt x="2186661" y="135824"/>
                  </a:lnTo>
                  <a:lnTo>
                    <a:pt x="2186759" y="135793"/>
                  </a:lnTo>
                  <a:lnTo>
                    <a:pt x="2186889" y="135771"/>
                  </a:lnTo>
                  <a:lnTo>
                    <a:pt x="2186986" y="135773"/>
                  </a:lnTo>
                  <a:lnTo>
                    <a:pt x="2187069" y="135785"/>
                  </a:lnTo>
                  <a:lnTo>
                    <a:pt x="2187117" y="135797"/>
                  </a:lnTo>
                  <a:lnTo>
                    <a:pt x="2187175" y="135822"/>
                  </a:lnTo>
                  <a:lnTo>
                    <a:pt x="2187215" y="135824"/>
                  </a:lnTo>
                  <a:lnTo>
                    <a:pt x="2187264" y="135818"/>
                  </a:lnTo>
                  <a:lnTo>
                    <a:pt x="2187327" y="135792"/>
                  </a:lnTo>
                  <a:lnTo>
                    <a:pt x="2187365" y="135766"/>
                  </a:lnTo>
                  <a:lnTo>
                    <a:pt x="2187499" y="135654"/>
                  </a:lnTo>
                  <a:lnTo>
                    <a:pt x="2187531" y="135619"/>
                  </a:lnTo>
                  <a:lnTo>
                    <a:pt x="2187549" y="135588"/>
                  </a:lnTo>
                  <a:lnTo>
                    <a:pt x="2187576" y="135543"/>
                  </a:lnTo>
                  <a:lnTo>
                    <a:pt x="2187607" y="135509"/>
                  </a:lnTo>
                  <a:lnTo>
                    <a:pt x="2187914" y="135273"/>
                  </a:lnTo>
                  <a:lnTo>
                    <a:pt x="2187955" y="135248"/>
                  </a:lnTo>
                  <a:lnTo>
                    <a:pt x="2187995" y="135229"/>
                  </a:lnTo>
                  <a:lnTo>
                    <a:pt x="2188031" y="135212"/>
                  </a:lnTo>
                  <a:lnTo>
                    <a:pt x="2188059" y="135202"/>
                  </a:lnTo>
                  <a:lnTo>
                    <a:pt x="2188100" y="135191"/>
                  </a:lnTo>
                  <a:lnTo>
                    <a:pt x="2188152" y="135179"/>
                  </a:lnTo>
                  <a:lnTo>
                    <a:pt x="2188232" y="135167"/>
                  </a:lnTo>
                  <a:lnTo>
                    <a:pt x="2188296" y="135167"/>
                  </a:lnTo>
                  <a:lnTo>
                    <a:pt x="2188360" y="135168"/>
                  </a:lnTo>
                  <a:lnTo>
                    <a:pt x="2188406" y="135168"/>
                  </a:lnTo>
                  <a:lnTo>
                    <a:pt x="2188436" y="135163"/>
                  </a:lnTo>
                  <a:lnTo>
                    <a:pt x="2188469" y="135156"/>
                  </a:lnTo>
                  <a:lnTo>
                    <a:pt x="2188499" y="135147"/>
                  </a:lnTo>
                  <a:lnTo>
                    <a:pt x="2188527" y="135134"/>
                  </a:lnTo>
                  <a:lnTo>
                    <a:pt x="2188567" y="135113"/>
                  </a:lnTo>
                  <a:lnTo>
                    <a:pt x="2188614" y="135072"/>
                  </a:lnTo>
                  <a:lnTo>
                    <a:pt x="2188656" y="135025"/>
                  </a:lnTo>
                  <a:lnTo>
                    <a:pt x="2188669" y="134986"/>
                  </a:lnTo>
                  <a:lnTo>
                    <a:pt x="2188675" y="134959"/>
                  </a:lnTo>
                  <a:lnTo>
                    <a:pt x="2188669" y="134918"/>
                  </a:lnTo>
                  <a:lnTo>
                    <a:pt x="2188720" y="134680"/>
                  </a:lnTo>
                  <a:lnTo>
                    <a:pt x="2188807" y="134459"/>
                  </a:lnTo>
                  <a:lnTo>
                    <a:pt x="2188831" y="134385"/>
                  </a:lnTo>
                  <a:lnTo>
                    <a:pt x="2188836" y="134348"/>
                  </a:lnTo>
                  <a:lnTo>
                    <a:pt x="2188833" y="134321"/>
                  </a:lnTo>
                  <a:lnTo>
                    <a:pt x="2188776" y="134147"/>
                  </a:lnTo>
                  <a:lnTo>
                    <a:pt x="2188757" y="134119"/>
                  </a:lnTo>
                  <a:lnTo>
                    <a:pt x="2188729" y="134101"/>
                  </a:lnTo>
                  <a:lnTo>
                    <a:pt x="2188682" y="134091"/>
                  </a:lnTo>
                  <a:lnTo>
                    <a:pt x="2188623" y="134082"/>
                  </a:lnTo>
                  <a:lnTo>
                    <a:pt x="2188533" y="134074"/>
                  </a:lnTo>
                  <a:lnTo>
                    <a:pt x="2188470" y="134070"/>
                  </a:lnTo>
                  <a:lnTo>
                    <a:pt x="2188424" y="134068"/>
                  </a:lnTo>
                  <a:lnTo>
                    <a:pt x="2188393" y="134063"/>
                  </a:lnTo>
                  <a:lnTo>
                    <a:pt x="2188351" y="134053"/>
                  </a:lnTo>
                  <a:lnTo>
                    <a:pt x="2188318" y="134033"/>
                  </a:lnTo>
                  <a:lnTo>
                    <a:pt x="2188265" y="133984"/>
                  </a:lnTo>
                  <a:lnTo>
                    <a:pt x="2188233" y="133941"/>
                  </a:lnTo>
                  <a:lnTo>
                    <a:pt x="2188225" y="133915"/>
                  </a:lnTo>
                  <a:lnTo>
                    <a:pt x="2188221" y="133886"/>
                  </a:lnTo>
                  <a:lnTo>
                    <a:pt x="2188227" y="133849"/>
                  </a:lnTo>
                  <a:lnTo>
                    <a:pt x="2188251" y="133786"/>
                  </a:lnTo>
                  <a:lnTo>
                    <a:pt x="2188279" y="133750"/>
                  </a:lnTo>
                  <a:lnTo>
                    <a:pt x="2188315" y="133720"/>
                  </a:lnTo>
                  <a:lnTo>
                    <a:pt x="2188354" y="133693"/>
                  </a:lnTo>
                  <a:lnTo>
                    <a:pt x="2188399" y="133671"/>
                  </a:lnTo>
                  <a:lnTo>
                    <a:pt x="2188482" y="133648"/>
                  </a:lnTo>
                  <a:lnTo>
                    <a:pt x="2188554" y="133640"/>
                  </a:lnTo>
                  <a:lnTo>
                    <a:pt x="2188627" y="133640"/>
                  </a:lnTo>
                  <a:lnTo>
                    <a:pt x="2188664" y="133648"/>
                  </a:lnTo>
                  <a:lnTo>
                    <a:pt x="2188695" y="133661"/>
                  </a:lnTo>
                  <a:lnTo>
                    <a:pt x="2188717" y="133676"/>
                  </a:lnTo>
                  <a:lnTo>
                    <a:pt x="2188738" y="133694"/>
                  </a:lnTo>
                  <a:lnTo>
                    <a:pt x="2188762" y="133709"/>
                  </a:lnTo>
                  <a:lnTo>
                    <a:pt x="2188793" y="133714"/>
                  </a:lnTo>
                  <a:lnTo>
                    <a:pt x="2188838" y="133719"/>
                  </a:lnTo>
                  <a:lnTo>
                    <a:pt x="2188959" y="133729"/>
                  </a:lnTo>
                  <a:lnTo>
                    <a:pt x="2189058" y="133736"/>
                  </a:lnTo>
                  <a:lnTo>
                    <a:pt x="2189139" y="133736"/>
                  </a:lnTo>
                  <a:lnTo>
                    <a:pt x="2189215" y="133732"/>
                  </a:lnTo>
                  <a:lnTo>
                    <a:pt x="2189274" y="133725"/>
                  </a:lnTo>
                  <a:lnTo>
                    <a:pt x="2189369" y="133709"/>
                  </a:lnTo>
                  <a:lnTo>
                    <a:pt x="2189430" y="133694"/>
                  </a:lnTo>
                  <a:lnTo>
                    <a:pt x="2189470" y="133673"/>
                  </a:lnTo>
                  <a:lnTo>
                    <a:pt x="2189511" y="133644"/>
                  </a:lnTo>
                  <a:lnTo>
                    <a:pt x="2189546" y="133606"/>
                  </a:lnTo>
                  <a:lnTo>
                    <a:pt x="2189579" y="133551"/>
                  </a:lnTo>
                  <a:lnTo>
                    <a:pt x="2189585" y="133514"/>
                  </a:lnTo>
                  <a:lnTo>
                    <a:pt x="2189582" y="133467"/>
                  </a:lnTo>
                  <a:lnTo>
                    <a:pt x="2189572" y="133434"/>
                  </a:lnTo>
                  <a:lnTo>
                    <a:pt x="2189533" y="133355"/>
                  </a:lnTo>
                  <a:lnTo>
                    <a:pt x="2189466" y="133251"/>
                  </a:lnTo>
                  <a:lnTo>
                    <a:pt x="2189422" y="133182"/>
                  </a:lnTo>
                  <a:lnTo>
                    <a:pt x="2189412" y="133162"/>
                  </a:lnTo>
                  <a:lnTo>
                    <a:pt x="2189405" y="133143"/>
                  </a:lnTo>
                  <a:lnTo>
                    <a:pt x="2189407" y="133121"/>
                  </a:lnTo>
                  <a:lnTo>
                    <a:pt x="2189434" y="133046"/>
                  </a:lnTo>
                  <a:lnTo>
                    <a:pt x="2189475" y="132981"/>
                  </a:lnTo>
                  <a:lnTo>
                    <a:pt x="2189494" y="132959"/>
                  </a:lnTo>
                  <a:lnTo>
                    <a:pt x="2189529" y="132935"/>
                  </a:lnTo>
                  <a:lnTo>
                    <a:pt x="2189575" y="132914"/>
                  </a:lnTo>
                  <a:lnTo>
                    <a:pt x="2189633" y="132897"/>
                  </a:lnTo>
                  <a:lnTo>
                    <a:pt x="2189679" y="132889"/>
                  </a:lnTo>
                  <a:lnTo>
                    <a:pt x="2189753" y="132890"/>
                  </a:lnTo>
                  <a:lnTo>
                    <a:pt x="2189829" y="132895"/>
                  </a:lnTo>
                  <a:lnTo>
                    <a:pt x="2189905" y="132909"/>
                  </a:lnTo>
                  <a:lnTo>
                    <a:pt x="2190011" y="132927"/>
                  </a:lnTo>
                  <a:lnTo>
                    <a:pt x="2190047" y="132928"/>
                  </a:lnTo>
                  <a:lnTo>
                    <a:pt x="2190086" y="132929"/>
                  </a:lnTo>
                  <a:lnTo>
                    <a:pt x="2190116" y="132928"/>
                  </a:lnTo>
                  <a:lnTo>
                    <a:pt x="2190153" y="132922"/>
                  </a:lnTo>
                  <a:lnTo>
                    <a:pt x="2190184" y="132914"/>
                  </a:lnTo>
                  <a:lnTo>
                    <a:pt x="2190227" y="132900"/>
                  </a:lnTo>
                  <a:lnTo>
                    <a:pt x="2190306" y="132871"/>
                  </a:lnTo>
                  <a:lnTo>
                    <a:pt x="2190400" y="132822"/>
                  </a:lnTo>
                  <a:lnTo>
                    <a:pt x="2190429" y="132798"/>
                  </a:lnTo>
                  <a:lnTo>
                    <a:pt x="2190443" y="132761"/>
                  </a:lnTo>
                  <a:lnTo>
                    <a:pt x="2190449" y="132719"/>
                  </a:lnTo>
                  <a:lnTo>
                    <a:pt x="2190460" y="132575"/>
                  </a:lnTo>
                  <a:lnTo>
                    <a:pt x="2190461" y="132550"/>
                  </a:lnTo>
                  <a:lnTo>
                    <a:pt x="2190466" y="132482"/>
                  </a:lnTo>
                  <a:lnTo>
                    <a:pt x="2190464" y="132455"/>
                  </a:lnTo>
                  <a:lnTo>
                    <a:pt x="2190460" y="132413"/>
                  </a:lnTo>
                  <a:lnTo>
                    <a:pt x="2190452" y="132372"/>
                  </a:lnTo>
                  <a:lnTo>
                    <a:pt x="2190441" y="132342"/>
                  </a:lnTo>
                  <a:lnTo>
                    <a:pt x="2190431" y="132319"/>
                  </a:lnTo>
                  <a:lnTo>
                    <a:pt x="2190374" y="132254"/>
                  </a:lnTo>
                  <a:lnTo>
                    <a:pt x="2190254" y="132122"/>
                  </a:lnTo>
                  <a:lnTo>
                    <a:pt x="2189989" y="131779"/>
                  </a:lnTo>
                  <a:lnTo>
                    <a:pt x="2189964" y="131753"/>
                  </a:lnTo>
                  <a:lnTo>
                    <a:pt x="2189946" y="131734"/>
                  </a:lnTo>
                  <a:lnTo>
                    <a:pt x="2189922" y="131701"/>
                  </a:lnTo>
                  <a:lnTo>
                    <a:pt x="2189901" y="131671"/>
                  </a:lnTo>
                  <a:lnTo>
                    <a:pt x="2189876" y="131622"/>
                  </a:lnTo>
                  <a:lnTo>
                    <a:pt x="2189855" y="131567"/>
                  </a:lnTo>
                  <a:lnTo>
                    <a:pt x="2189851" y="131528"/>
                  </a:lnTo>
                  <a:lnTo>
                    <a:pt x="2189855" y="131509"/>
                  </a:lnTo>
                  <a:lnTo>
                    <a:pt x="2189903" y="131423"/>
                  </a:lnTo>
                  <a:lnTo>
                    <a:pt x="2190085" y="131157"/>
                  </a:lnTo>
                  <a:lnTo>
                    <a:pt x="2190108" y="131126"/>
                  </a:lnTo>
                  <a:lnTo>
                    <a:pt x="2190126" y="131104"/>
                  </a:lnTo>
                  <a:lnTo>
                    <a:pt x="2190135" y="131094"/>
                  </a:lnTo>
                  <a:lnTo>
                    <a:pt x="2190166" y="131070"/>
                  </a:lnTo>
                  <a:lnTo>
                    <a:pt x="2190223" y="131044"/>
                  </a:lnTo>
                  <a:lnTo>
                    <a:pt x="2190286" y="131035"/>
                  </a:lnTo>
                  <a:lnTo>
                    <a:pt x="2190344" y="131033"/>
                  </a:lnTo>
                  <a:lnTo>
                    <a:pt x="2190503" y="131044"/>
                  </a:lnTo>
                  <a:lnTo>
                    <a:pt x="2190592" y="131052"/>
                  </a:lnTo>
                  <a:lnTo>
                    <a:pt x="2190663" y="131054"/>
                  </a:lnTo>
                  <a:lnTo>
                    <a:pt x="2190745" y="131051"/>
                  </a:lnTo>
                  <a:lnTo>
                    <a:pt x="2190804" y="131044"/>
                  </a:lnTo>
                  <a:lnTo>
                    <a:pt x="2190834" y="131034"/>
                  </a:lnTo>
                  <a:lnTo>
                    <a:pt x="2190856" y="131011"/>
                  </a:lnTo>
                  <a:lnTo>
                    <a:pt x="2191028" y="130688"/>
                  </a:lnTo>
                  <a:lnTo>
                    <a:pt x="2191050" y="130631"/>
                  </a:lnTo>
                  <a:lnTo>
                    <a:pt x="2191082" y="130536"/>
                  </a:lnTo>
                  <a:lnTo>
                    <a:pt x="2191086" y="130485"/>
                  </a:lnTo>
                  <a:lnTo>
                    <a:pt x="2191038" y="130219"/>
                  </a:lnTo>
                  <a:lnTo>
                    <a:pt x="2191001" y="130034"/>
                  </a:lnTo>
                  <a:lnTo>
                    <a:pt x="2191001" y="129991"/>
                  </a:lnTo>
                  <a:lnTo>
                    <a:pt x="2191010" y="129959"/>
                  </a:lnTo>
                  <a:lnTo>
                    <a:pt x="2191028" y="129920"/>
                  </a:lnTo>
                  <a:lnTo>
                    <a:pt x="2191059" y="129870"/>
                  </a:lnTo>
                  <a:lnTo>
                    <a:pt x="2191082" y="129832"/>
                  </a:lnTo>
                  <a:lnTo>
                    <a:pt x="2191085" y="129824"/>
                  </a:lnTo>
                  <a:lnTo>
                    <a:pt x="2191093" y="129804"/>
                  </a:lnTo>
                  <a:lnTo>
                    <a:pt x="2191103" y="129768"/>
                  </a:lnTo>
                  <a:lnTo>
                    <a:pt x="2191115" y="129732"/>
                  </a:lnTo>
                  <a:lnTo>
                    <a:pt x="2191132" y="129704"/>
                  </a:lnTo>
                  <a:lnTo>
                    <a:pt x="2191151" y="129683"/>
                  </a:lnTo>
                  <a:lnTo>
                    <a:pt x="2191178" y="129654"/>
                  </a:lnTo>
                  <a:lnTo>
                    <a:pt x="2191228" y="129608"/>
                  </a:lnTo>
                  <a:lnTo>
                    <a:pt x="2191275" y="129570"/>
                  </a:lnTo>
                  <a:lnTo>
                    <a:pt x="2191311" y="129521"/>
                  </a:lnTo>
                  <a:lnTo>
                    <a:pt x="2191355" y="129458"/>
                  </a:lnTo>
                  <a:lnTo>
                    <a:pt x="2191360" y="129426"/>
                  </a:lnTo>
                  <a:lnTo>
                    <a:pt x="2191352" y="129398"/>
                  </a:lnTo>
                  <a:lnTo>
                    <a:pt x="2191340" y="129381"/>
                  </a:lnTo>
                  <a:lnTo>
                    <a:pt x="2191321" y="129356"/>
                  </a:lnTo>
                  <a:lnTo>
                    <a:pt x="2191257" y="129296"/>
                  </a:lnTo>
                  <a:lnTo>
                    <a:pt x="2191143" y="129222"/>
                  </a:lnTo>
                  <a:lnTo>
                    <a:pt x="2191040" y="129176"/>
                  </a:lnTo>
                  <a:lnTo>
                    <a:pt x="2190927" y="129146"/>
                  </a:lnTo>
                  <a:lnTo>
                    <a:pt x="2190818" y="129136"/>
                  </a:lnTo>
                  <a:lnTo>
                    <a:pt x="2190740" y="129137"/>
                  </a:lnTo>
                  <a:lnTo>
                    <a:pt x="2190658" y="129149"/>
                  </a:lnTo>
                  <a:lnTo>
                    <a:pt x="2190594" y="129165"/>
                  </a:lnTo>
                  <a:lnTo>
                    <a:pt x="2190538" y="129171"/>
                  </a:lnTo>
                  <a:lnTo>
                    <a:pt x="2190453" y="129165"/>
                  </a:lnTo>
                  <a:lnTo>
                    <a:pt x="2190408" y="129153"/>
                  </a:lnTo>
                  <a:lnTo>
                    <a:pt x="2190349" y="129129"/>
                  </a:lnTo>
                  <a:lnTo>
                    <a:pt x="2190308" y="129103"/>
                  </a:lnTo>
                  <a:lnTo>
                    <a:pt x="2190282" y="129074"/>
                  </a:lnTo>
                  <a:lnTo>
                    <a:pt x="2190258" y="129035"/>
                  </a:lnTo>
                  <a:lnTo>
                    <a:pt x="2190251" y="128993"/>
                  </a:lnTo>
                  <a:lnTo>
                    <a:pt x="2190255" y="128935"/>
                  </a:lnTo>
                  <a:lnTo>
                    <a:pt x="2190284" y="128878"/>
                  </a:lnTo>
                  <a:lnTo>
                    <a:pt x="2190323" y="128837"/>
                  </a:lnTo>
                  <a:lnTo>
                    <a:pt x="2190349" y="128817"/>
                  </a:lnTo>
                  <a:lnTo>
                    <a:pt x="2190371" y="128800"/>
                  </a:lnTo>
                  <a:lnTo>
                    <a:pt x="2190442" y="128766"/>
                  </a:lnTo>
                  <a:lnTo>
                    <a:pt x="2190544" y="128734"/>
                  </a:lnTo>
                  <a:lnTo>
                    <a:pt x="2190608" y="128727"/>
                  </a:lnTo>
                  <a:lnTo>
                    <a:pt x="2190666" y="128730"/>
                  </a:lnTo>
                  <a:lnTo>
                    <a:pt x="2190709" y="128737"/>
                  </a:lnTo>
                  <a:lnTo>
                    <a:pt x="2190777" y="128763"/>
                  </a:lnTo>
                  <a:lnTo>
                    <a:pt x="2190926" y="128816"/>
                  </a:lnTo>
                  <a:lnTo>
                    <a:pt x="2191039" y="128862"/>
                  </a:lnTo>
                  <a:lnTo>
                    <a:pt x="2191138" y="128897"/>
                  </a:lnTo>
                  <a:lnTo>
                    <a:pt x="2191193" y="128912"/>
                  </a:lnTo>
                  <a:lnTo>
                    <a:pt x="2191284" y="128938"/>
                  </a:lnTo>
                  <a:lnTo>
                    <a:pt x="2191353" y="128945"/>
                  </a:lnTo>
                  <a:lnTo>
                    <a:pt x="2191395" y="128948"/>
                  </a:lnTo>
                  <a:lnTo>
                    <a:pt x="2191431" y="128944"/>
                  </a:lnTo>
                  <a:lnTo>
                    <a:pt x="2191456" y="128938"/>
                  </a:lnTo>
                  <a:lnTo>
                    <a:pt x="2191483" y="128928"/>
                  </a:lnTo>
                  <a:lnTo>
                    <a:pt x="2191495" y="128916"/>
                  </a:lnTo>
                  <a:lnTo>
                    <a:pt x="2191528" y="128887"/>
                  </a:lnTo>
                  <a:lnTo>
                    <a:pt x="2191557" y="128829"/>
                  </a:lnTo>
                  <a:lnTo>
                    <a:pt x="2191586" y="128749"/>
                  </a:lnTo>
                  <a:lnTo>
                    <a:pt x="2191596" y="128716"/>
                  </a:lnTo>
                  <a:lnTo>
                    <a:pt x="2191596" y="128709"/>
                  </a:lnTo>
                  <a:lnTo>
                    <a:pt x="2191597" y="128695"/>
                  </a:lnTo>
                  <a:lnTo>
                    <a:pt x="2191597" y="128682"/>
                  </a:lnTo>
                  <a:lnTo>
                    <a:pt x="2191598" y="128675"/>
                  </a:lnTo>
                  <a:lnTo>
                    <a:pt x="2191597" y="128660"/>
                  </a:lnTo>
                  <a:lnTo>
                    <a:pt x="2191596" y="128634"/>
                  </a:lnTo>
                  <a:lnTo>
                    <a:pt x="2191594" y="128555"/>
                  </a:lnTo>
                  <a:lnTo>
                    <a:pt x="2191588" y="128478"/>
                  </a:lnTo>
                  <a:lnTo>
                    <a:pt x="2191586" y="128449"/>
                  </a:lnTo>
                  <a:lnTo>
                    <a:pt x="2191580" y="128375"/>
                  </a:lnTo>
                  <a:lnTo>
                    <a:pt x="2191553" y="128305"/>
                  </a:lnTo>
                  <a:lnTo>
                    <a:pt x="2191490" y="128224"/>
                  </a:lnTo>
                  <a:lnTo>
                    <a:pt x="2191425" y="128160"/>
                  </a:lnTo>
                  <a:lnTo>
                    <a:pt x="2191392" y="128141"/>
                  </a:lnTo>
                  <a:lnTo>
                    <a:pt x="2191346" y="128114"/>
                  </a:lnTo>
                  <a:lnTo>
                    <a:pt x="2191244" y="128086"/>
                  </a:lnTo>
                  <a:lnTo>
                    <a:pt x="2191099" y="128043"/>
                  </a:lnTo>
                  <a:lnTo>
                    <a:pt x="2191075" y="128033"/>
                  </a:lnTo>
                  <a:lnTo>
                    <a:pt x="2191011" y="128006"/>
                  </a:lnTo>
                  <a:lnTo>
                    <a:pt x="2190956" y="127960"/>
                  </a:lnTo>
                  <a:lnTo>
                    <a:pt x="2190916" y="127901"/>
                  </a:lnTo>
                  <a:lnTo>
                    <a:pt x="2190863" y="127815"/>
                  </a:lnTo>
                  <a:lnTo>
                    <a:pt x="2190846" y="127756"/>
                  </a:lnTo>
                  <a:lnTo>
                    <a:pt x="2190844" y="127686"/>
                  </a:lnTo>
                  <a:lnTo>
                    <a:pt x="2190862" y="127654"/>
                  </a:lnTo>
                  <a:lnTo>
                    <a:pt x="2190822" y="127562"/>
                  </a:lnTo>
                  <a:lnTo>
                    <a:pt x="2190775" y="127415"/>
                  </a:lnTo>
                  <a:lnTo>
                    <a:pt x="2190721" y="127293"/>
                  </a:lnTo>
                  <a:lnTo>
                    <a:pt x="2190673" y="127202"/>
                  </a:lnTo>
                  <a:lnTo>
                    <a:pt x="2190668" y="127173"/>
                  </a:lnTo>
                  <a:lnTo>
                    <a:pt x="2190609" y="127102"/>
                  </a:lnTo>
                  <a:lnTo>
                    <a:pt x="2190564" y="127024"/>
                  </a:lnTo>
                  <a:lnTo>
                    <a:pt x="2190534" y="126922"/>
                  </a:lnTo>
                  <a:lnTo>
                    <a:pt x="2190534" y="126829"/>
                  </a:lnTo>
                  <a:lnTo>
                    <a:pt x="2190552" y="126735"/>
                  </a:lnTo>
                  <a:lnTo>
                    <a:pt x="2190576" y="126656"/>
                  </a:lnTo>
                  <a:lnTo>
                    <a:pt x="2190559" y="126609"/>
                  </a:lnTo>
                  <a:lnTo>
                    <a:pt x="2190516" y="126545"/>
                  </a:lnTo>
                  <a:lnTo>
                    <a:pt x="2190446" y="126480"/>
                  </a:lnTo>
                  <a:lnTo>
                    <a:pt x="2190410" y="126447"/>
                  </a:lnTo>
                  <a:lnTo>
                    <a:pt x="2190345" y="126397"/>
                  </a:lnTo>
                  <a:lnTo>
                    <a:pt x="2190268" y="126318"/>
                  </a:lnTo>
                  <a:lnTo>
                    <a:pt x="2190255" y="126253"/>
                  </a:lnTo>
                  <a:lnTo>
                    <a:pt x="2190271" y="126215"/>
                  </a:lnTo>
                  <a:lnTo>
                    <a:pt x="2190456" y="126042"/>
                  </a:lnTo>
                  <a:lnTo>
                    <a:pt x="2190529" y="126000"/>
                  </a:lnTo>
                  <a:lnTo>
                    <a:pt x="2190606" y="125975"/>
                  </a:lnTo>
                  <a:lnTo>
                    <a:pt x="2190746" y="125946"/>
                  </a:lnTo>
                  <a:lnTo>
                    <a:pt x="2190904" y="125912"/>
                  </a:lnTo>
                  <a:lnTo>
                    <a:pt x="2190972" y="125876"/>
                  </a:lnTo>
                  <a:lnTo>
                    <a:pt x="2191020" y="125829"/>
                  </a:lnTo>
                  <a:lnTo>
                    <a:pt x="2191047" y="125780"/>
                  </a:lnTo>
                  <a:lnTo>
                    <a:pt x="2191072" y="125728"/>
                  </a:lnTo>
                  <a:lnTo>
                    <a:pt x="2191071" y="125681"/>
                  </a:lnTo>
                  <a:lnTo>
                    <a:pt x="2191076" y="125643"/>
                  </a:lnTo>
                  <a:lnTo>
                    <a:pt x="2191115" y="125614"/>
                  </a:lnTo>
                  <a:lnTo>
                    <a:pt x="2191157" y="125598"/>
                  </a:lnTo>
                  <a:lnTo>
                    <a:pt x="2191223" y="125589"/>
                  </a:lnTo>
                  <a:lnTo>
                    <a:pt x="2191317" y="125589"/>
                  </a:lnTo>
                  <a:lnTo>
                    <a:pt x="2191425" y="125607"/>
                  </a:lnTo>
                  <a:lnTo>
                    <a:pt x="2191532" y="125644"/>
                  </a:lnTo>
                  <a:lnTo>
                    <a:pt x="2191624" y="125698"/>
                  </a:lnTo>
                  <a:lnTo>
                    <a:pt x="2191712" y="125750"/>
                  </a:lnTo>
                  <a:lnTo>
                    <a:pt x="2191766" y="125776"/>
                  </a:lnTo>
                  <a:lnTo>
                    <a:pt x="2191806" y="125798"/>
                  </a:lnTo>
                  <a:lnTo>
                    <a:pt x="2191943" y="125877"/>
                  </a:lnTo>
                  <a:lnTo>
                    <a:pt x="2192038" y="125919"/>
                  </a:lnTo>
                  <a:lnTo>
                    <a:pt x="2192107" y="125933"/>
                  </a:lnTo>
                  <a:lnTo>
                    <a:pt x="2192215" y="125951"/>
                  </a:lnTo>
                  <a:lnTo>
                    <a:pt x="2192341" y="125977"/>
                  </a:lnTo>
                  <a:lnTo>
                    <a:pt x="2192389" y="125994"/>
                  </a:lnTo>
                  <a:lnTo>
                    <a:pt x="2192433" y="126030"/>
                  </a:lnTo>
                  <a:lnTo>
                    <a:pt x="2192443" y="126054"/>
                  </a:lnTo>
                  <a:lnTo>
                    <a:pt x="2192448" y="126071"/>
                  </a:lnTo>
                  <a:lnTo>
                    <a:pt x="2192450" y="126127"/>
                  </a:lnTo>
                  <a:lnTo>
                    <a:pt x="2192641" y="126200"/>
                  </a:lnTo>
                  <a:lnTo>
                    <a:pt x="2192980" y="126215"/>
                  </a:lnTo>
                  <a:lnTo>
                    <a:pt x="2193001" y="126216"/>
                  </a:lnTo>
                  <a:lnTo>
                    <a:pt x="2193090" y="126220"/>
                  </a:lnTo>
                  <a:lnTo>
                    <a:pt x="2193156" y="126206"/>
                  </a:lnTo>
                  <a:lnTo>
                    <a:pt x="2193210" y="126171"/>
                  </a:lnTo>
                  <a:lnTo>
                    <a:pt x="2193247" y="126124"/>
                  </a:lnTo>
                  <a:lnTo>
                    <a:pt x="2193291" y="126026"/>
                  </a:lnTo>
                  <a:lnTo>
                    <a:pt x="2193334" y="125873"/>
                  </a:lnTo>
                  <a:lnTo>
                    <a:pt x="2193322" y="125789"/>
                  </a:lnTo>
                  <a:lnTo>
                    <a:pt x="2193307" y="125727"/>
                  </a:lnTo>
                  <a:lnTo>
                    <a:pt x="2193291" y="125667"/>
                  </a:lnTo>
                  <a:lnTo>
                    <a:pt x="2193251" y="125598"/>
                  </a:lnTo>
                  <a:lnTo>
                    <a:pt x="2193197" y="125550"/>
                  </a:lnTo>
                  <a:lnTo>
                    <a:pt x="2193019" y="125423"/>
                  </a:lnTo>
                  <a:lnTo>
                    <a:pt x="2192876" y="125313"/>
                  </a:lnTo>
                  <a:lnTo>
                    <a:pt x="2192832" y="125281"/>
                  </a:lnTo>
                  <a:lnTo>
                    <a:pt x="2192779" y="125256"/>
                  </a:lnTo>
                  <a:lnTo>
                    <a:pt x="2192723" y="125230"/>
                  </a:lnTo>
                  <a:lnTo>
                    <a:pt x="2192665" y="125193"/>
                  </a:lnTo>
                  <a:lnTo>
                    <a:pt x="2192607" y="125161"/>
                  </a:lnTo>
                  <a:lnTo>
                    <a:pt x="2192555" y="125132"/>
                  </a:lnTo>
                  <a:lnTo>
                    <a:pt x="2192484" y="125094"/>
                  </a:lnTo>
                  <a:lnTo>
                    <a:pt x="2192405" y="125043"/>
                  </a:lnTo>
                  <a:lnTo>
                    <a:pt x="2192317" y="124970"/>
                  </a:lnTo>
                  <a:lnTo>
                    <a:pt x="2192252" y="124904"/>
                  </a:lnTo>
                  <a:lnTo>
                    <a:pt x="2192192" y="124817"/>
                  </a:lnTo>
                  <a:lnTo>
                    <a:pt x="2192144" y="124752"/>
                  </a:lnTo>
                  <a:lnTo>
                    <a:pt x="2192068" y="124694"/>
                  </a:lnTo>
                  <a:lnTo>
                    <a:pt x="2192040" y="124656"/>
                  </a:lnTo>
                  <a:lnTo>
                    <a:pt x="2192014" y="124587"/>
                  </a:lnTo>
                  <a:lnTo>
                    <a:pt x="2192000" y="124504"/>
                  </a:lnTo>
                  <a:lnTo>
                    <a:pt x="2192007" y="124462"/>
                  </a:lnTo>
                  <a:lnTo>
                    <a:pt x="2192040" y="124401"/>
                  </a:lnTo>
                  <a:lnTo>
                    <a:pt x="2192083" y="124319"/>
                  </a:lnTo>
                  <a:lnTo>
                    <a:pt x="2192143" y="124255"/>
                  </a:lnTo>
                  <a:lnTo>
                    <a:pt x="2192230" y="124195"/>
                  </a:lnTo>
                  <a:lnTo>
                    <a:pt x="2192354" y="124116"/>
                  </a:lnTo>
                  <a:lnTo>
                    <a:pt x="2192424" y="124073"/>
                  </a:lnTo>
                  <a:lnTo>
                    <a:pt x="2192548" y="123993"/>
                  </a:lnTo>
                  <a:lnTo>
                    <a:pt x="2192614" y="123968"/>
                  </a:lnTo>
                  <a:lnTo>
                    <a:pt x="2192686" y="123949"/>
                  </a:lnTo>
                  <a:lnTo>
                    <a:pt x="2192741" y="123939"/>
                  </a:lnTo>
                  <a:lnTo>
                    <a:pt x="2192866" y="123902"/>
                  </a:lnTo>
                  <a:lnTo>
                    <a:pt x="2193027" y="123863"/>
                  </a:lnTo>
                  <a:lnTo>
                    <a:pt x="2193175" y="123836"/>
                  </a:lnTo>
                  <a:lnTo>
                    <a:pt x="2193293" y="123811"/>
                  </a:lnTo>
                  <a:lnTo>
                    <a:pt x="2193388" y="123773"/>
                  </a:lnTo>
                  <a:lnTo>
                    <a:pt x="2193433" y="123733"/>
                  </a:lnTo>
                  <a:lnTo>
                    <a:pt x="2193462" y="123693"/>
                  </a:lnTo>
                  <a:lnTo>
                    <a:pt x="2193488" y="123615"/>
                  </a:lnTo>
                  <a:lnTo>
                    <a:pt x="2193472" y="123560"/>
                  </a:lnTo>
                  <a:lnTo>
                    <a:pt x="2193420" y="123480"/>
                  </a:lnTo>
                  <a:lnTo>
                    <a:pt x="2193324" y="123392"/>
                  </a:lnTo>
                  <a:lnTo>
                    <a:pt x="2193306" y="123364"/>
                  </a:lnTo>
                  <a:lnTo>
                    <a:pt x="2193287" y="123317"/>
                  </a:lnTo>
                  <a:lnTo>
                    <a:pt x="2193274" y="123302"/>
                  </a:lnTo>
                  <a:lnTo>
                    <a:pt x="2193230" y="123266"/>
                  </a:lnTo>
                  <a:lnTo>
                    <a:pt x="2193168" y="123218"/>
                  </a:lnTo>
                  <a:lnTo>
                    <a:pt x="2193109" y="123146"/>
                  </a:lnTo>
                  <a:lnTo>
                    <a:pt x="2193067" y="123114"/>
                  </a:lnTo>
                  <a:lnTo>
                    <a:pt x="2193033" y="123090"/>
                  </a:lnTo>
                  <a:lnTo>
                    <a:pt x="2192943" y="123059"/>
                  </a:lnTo>
                  <a:lnTo>
                    <a:pt x="2192898" y="123042"/>
                  </a:lnTo>
                  <a:lnTo>
                    <a:pt x="2192855" y="123002"/>
                  </a:lnTo>
                  <a:lnTo>
                    <a:pt x="2192843" y="122990"/>
                  </a:lnTo>
                  <a:lnTo>
                    <a:pt x="2192778" y="122911"/>
                  </a:lnTo>
                  <a:lnTo>
                    <a:pt x="2192764" y="122893"/>
                  </a:lnTo>
                  <a:lnTo>
                    <a:pt x="2192695" y="122812"/>
                  </a:lnTo>
                  <a:lnTo>
                    <a:pt x="2192671" y="122757"/>
                  </a:lnTo>
                  <a:lnTo>
                    <a:pt x="2192660" y="122711"/>
                  </a:lnTo>
                  <a:lnTo>
                    <a:pt x="2192665" y="122662"/>
                  </a:lnTo>
                  <a:lnTo>
                    <a:pt x="2192721" y="122585"/>
                  </a:lnTo>
                  <a:lnTo>
                    <a:pt x="2192844" y="122470"/>
                  </a:lnTo>
                  <a:lnTo>
                    <a:pt x="2193063" y="122329"/>
                  </a:lnTo>
                  <a:lnTo>
                    <a:pt x="2193205" y="122239"/>
                  </a:lnTo>
                  <a:lnTo>
                    <a:pt x="2193299" y="122191"/>
                  </a:lnTo>
                  <a:lnTo>
                    <a:pt x="2193399" y="122159"/>
                  </a:lnTo>
                  <a:lnTo>
                    <a:pt x="2193597" y="122062"/>
                  </a:lnTo>
                  <a:lnTo>
                    <a:pt x="2193722" y="122013"/>
                  </a:lnTo>
                  <a:lnTo>
                    <a:pt x="2193899" y="121952"/>
                  </a:lnTo>
                  <a:lnTo>
                    <a:pt x="2194108" y="121900"/>
                  </a:lnTo>
                  <a:lnTo>
                    <a:pt x="2194264" y="121875"/>
                  </a:lnTo>
                  <a:lnTo>
                    <a:pt x="2194444" y="121859"/>
                  </a:lnTo>
                  <a:lnTo>
                    <a:pt x="2194614" y="121856"/>
                  </a:lnTo>
                  <a:lnTo>
                    <a:pt x="2194757" y="121854"/>
                  </a:lnTo>
                  <a:lnTo>
                    <a:pt x="2194885" y="121869"/>
                  </a:lnTo>
                  <a:lnTo>
                    <a:pt x="2194915" y="121876"/>
                  </a:lnTo>
                  <a:lnTo>
                    <a:pt x="2194950" y="121884"/>
                  </a:lnTo>
                  <a:lnTo>
                    <a:pt x="2195013" y="121898"/>
                  </a:lnTo>
                  <a:lnTo>
                    <a:pt x="2195101" y="121914"/>
                  </a:lnTo>
                  <a:lnTo>
                    <a:pt x="2195269" y="121930"/>
                  </a:lnTo>
                  <a:lnTo>
                    <a:pt x="2195481" y="121932"/>
                  </a:lnTo>
                  <a:lnTo>
                    <a:pt x="2195594" y="121916"/>
                  </a:lnTo>
                  <a:lnTo>
                    <a:pt x="2195684" y="121893"/>
                  </a:lnTo>
                  <a:lnTo>
                    <a:pt x="2195850" y="121828"/>
                  </a:lnTo>
                  <a:lnTo>
                    <a:pt x="2195915" y="121780"/>
                  </a:lnTo>
                  <a:lnTo>
                    <a:pt x="2196017" y="121651"/>
                  </a:lnTo>
                  <a:lnTo>
                    <a:pt x="2196074" y="121587"/>
                  </a:lnTo>
                  <a:lnTo>
                    <a:pt x="2196127" y="121532"/>
                  </a:lnTo>
                  <a:lnTo>
                    <a:pt x="2196166" y="121469"/>
                  </a:lnTo>
                  <a:lnTo>
                    <a:pt x="2196203" y="121351"/>
                  </a:lnTo>
                  <a:lnTo>
                    <a:pt x="2196232" y="121168"/>
                  </a:lnTo>
                  <a:lnTo>
                    <a:pt x="2196239" y="121064"/>
                  </a:lnTo>
                  <a:lnTo>
                    <a:pt x="2196236" y="120982"/>
                  </a:lnTo>
                  <a:lnTo>
                    <a:pt x="2196202" y="120804"/>
                  </a:lnTo>
                  <a:lnTo>
                    <a:pt x="2196167" y="120632"/>
                  </a:lnTo>
                  <a:lnTo>
                    <a:pt x="2196121" y="120391"/>
                  </a:lnTo>
                  <a:lnTo>
                    <a:pt x="2196113" y="120361"/>
                  </a:lnTo>
                  <a:lnTo>
                    <a:pt x="2196086" y="120261"/>
                  </a:lnTo>
                  <a:lnTo>
                    <a:pt x="2196053" y="120121"/>
                  </a:lnTo>
                  <a:lnTo>
                    <a:pt x="2196050" y="120068"/>
                  </a:lnTo>
                  <a:lnTo>
                    <a:pt x="2196055" y="120034"/>
                  </a:lnTo>
                  <a:lnTo>
                    <a:pt x="2196062" y="120011"/>
                  </a:lnTo>
                  <a:lnTo>
                    <a:pt x="2196081" y="119965"/>
                  </a:lnTo>
                  <a:lnTo>
                    <a:pt x="2196087" y="119903"/>
                  </a:lnTo>
                  <a:lnTo>
                    <a:pt x="2196088" y="119778"/>
                  </a:lnTo>
                  <a:lnTo>
                    <a:pt x="2196092" y="119747"/>
                  </a:lnTo>
                  <a:lnTo>
                    <a:pt x="2196101" y="119696"/>
                  </a:lnTo>
                  <a:lnTo>
                    <a:pt x="2196110" y="119674"/>
                  </a:lnTo>
                  <a:lnTo>
                    <a:pt x="2196117" y="119652"/>
                  </a:lnTo>
                  <a:lnTo>
                    <a:pt x="2196139" y="119618"/>
                  </a:lnTo>
                  <a:lnTo>
                    <a:pt x="2196162" y="119586"/>
                  </a:lnTo>
                  <a:lnTo>
                    <a:pt x="2196197" y="119548"/>
                  </a:lnTo>
                  <a:lnTo>
                    <a:pt x="2196254" y="119494"/>
                  </a:lnTo>
                  <a:lnTo>
                    <a:pt x="2196294" y="119460"/>
                  </a:lnTo>
                  <a:lnTo>
                    <a:pt x="2196348" y="119417"/>
                  </a:lnTo>
                  <a:lnTo>
                    <a:pt x="2196382" y="119397"/>
                  </a:lnTo>
                  <a:lnTo>
                    <a:pt x="2196446" y="119364"/>
                  </a:lnTo>
                  <a:lnTo>
                    <a:pt x="2196505" y="119336"/>
                  </a:lnTo>
                  <a:lnTo>
                    <a:pt x="2196555" y="119311"/>
                  </a:lnTo>
                  <a:lnTo>
                    <a:pt x="2196579" y="119302"/>
                  </a:lnTo>
                  <a:lnTo>
                    <a:pt x="2196626" y="119282"/>
                  </a:lnTo>
                  <a:lnTo>
                    <a:pt x="2196784" y="119209"/>
                  </a:lnTo>
                  <a:lnTo>
                    <a:pt x="2196891" y="119152"/>
                  </a:lnTo>
                  <a:lnTo>
                    <a:pt x="2197004" y="119093"/>
                  </a:lnTo>
                  <a:lnTo>
                    <a:pt x="2197080" y="119076"/>
                  </a:lnTo>
                  <a:lnTo>
                    <a:pt x="2197137" y="119072"/>
                  </a:lnTo>
                  <a:lnTo>
                    <a:pt x="2197223" y="119077"/>
                  </a:lnTo>
                  <a:lnTo>
                    <a:pt x="2197247" y="119079"/>
                  </a:lnTo>
                  <a:lnTo>
                    <a:pt x="2197389" y="119110"/>
                  </a:lnTo>
                  <a:lnTo>
                    <a:pt x="2197515" y="119152"/>
                  </a:lnTo>
                  <a:lnTo>
                    <a:pt x="2197662" y="119195"/>
                  </a:lnTo>
                  <a:lnTo>
                    <a:pt x="2197740" y="119205"/>
                  </a:lnTo>
                  <a:lnTo>
                    <a:pt x="2197859" y="119201"/>
                  </a:lnTo>
                  <a:lnTo>
                    <a:pt x="2197866" y="119201"/>
                  </a:lnTo>
                  <a:lnTo>
                    <a:pt x="2197936" y="119182"/>
                  </a:lnTo>
                  <a:lnTo>
                    <a:pt x="2197977" y="119152"/>
                  </a:lnTo>
                  <a:lnTo>
                    <a:pt x="2198055" y="119067"/>
                  </a:lnTo>
                  <a:lnTo>
                    <a:pt x="2198215" y="118930"/>
                  </a:lnTo>
                  <a:lnTo>
                    <a:pt x="2198316" y="118879"/>
                  </a:lnTo>
                  <a:lnTo>
                    <a:pt x="2198478" y="118810"/>
                  </a:lnTo>
                  <a:lnTo>
                    <a:pt x="2198650" y="118738"/>
                  </a:lnTo>
                  <a:lnTo>
                    <a:pt x="2198765" y="118673"/>
                  </a:lnTo>
                  <a:lnTo>
                    <a:pt x="2198839" y="118618"/>
                  </a:lnTo>
                  <a:lnTo>
                    <a:pt x="2198920" y="118537"/>
                  </a:lnTo>
                  <a:lnTo>
                    <a:pt x="2198925" y="118531"/>
                  </a:lnTo>
                  <a:lnTo>
                    <a:pt x="2198936" y="118517"/>
                  </a:lnTo>
                  <a:lnTo>
                    <a:pt x="2198960" y="118489"/>
                  </a:lnTo>
                  <a:lnTo>
                    <a:pt x="2198990" y="118452"/>
                  </a:lnTo>
                  <a:lnTo>
                    <a:pt x="2199027" y="118407"/>
                  </a:lnTo>
                  <a:lnTo>
                    <a:pt x="2199031" y="118402"/>
                  </a:lnTo>
                  <a:lnTo>
                    <a:pt x="2199060" y="118367"/>
                  </a:lnTo>
                  <a:lnTo>
                    <a:pt x="2199064" y="118361"/>
                  </a:lnTo>
                  <a:lnTo>
                    <a:pt x="2199108" y="118295"/>
                  </a:lnTo>
                  <a:lnTo>
                    <a:pt x="2199109" y="118288"/>
                  </a:lnTo>
                  <a:lnTo>
                    <a:pt x="2199131" y="118213"/>
                  </a:lnTo>
                  <a:lnTo>
                    <a:pt x="2199120" y="118166"/>
                  </a:lnTo>
                  <a:lnTo>
                    <a:pt x="2199099" y="118115"/>
                  </a:lnTo>
                  <a:lnTo>
                    <a:pt x="2199078" y="118080"/>
                  </a:lnTo>
                  <a:lnTo>
                    <a:pt x="2199040" y="118043"/>
                  </a:lnTo>
                  <a:lnTo>
                    <a:pt x="2198997" y="118019"/>
                  </a:lnTo>
                  <a:lnTo>
                    <a:pt x="2198948" y="117992"/>
                  </a:lnTo>
                  <a:lnTo>
                    <a:pt x="2198868" y="117957"/>
                  </a:lnTo>
                  <a:lnTo>
                    <a:pt x="2198764" y="117919"/>
                  </a:lnTo>
                  <a:lnTo>
                    <a:pt x="2198579" y="117872"/>
                  </a:lnTo>
                  <a:lnTo>
                    <a:pt x="2198463" y="117851"/>
                  </a:lnTo>
                  <a:lnTo>
                    <a:pt x="2198255" y="117828"/>
                  </a:lnTo>
                  <a:lnTo>
                    <a:pt x="2198097" y="117786"/>
                  </a:lnTo>
                  <a:lnTo>
                    <a:pt x="2197789" y="117691"/>
                  </a:lnTo>
                  <a:lnTo>
                    <a:pt x="2197640" y="117642"/>
                  </a:lnTo>
                  <a:lnTo>
                    <a:pt x="2197542" y="117595"/>
                  </a:lnTo>
                  <a:lnTo>
                    <a:pt x="2197505" y="117563"/>
                  </a:lnTo>
                  <a:lnTo>
                    <a:pt x="2197480" y="117524"/>
                  </a:lnTo>
                  <a:lnTo>
                    <a:pt x="2197466" y="117484"/>
                  </a:lnTo>
                  <a:lnTo>
                    <a:pt x="2197453" y="117438"/>
                  </a:lnTo>
                  <a:lnTo>
                    <a:pt x="2197443" y="117372"/>
                  </a:lnTo>
                  <a:lnTo>
                    <a:pt x="2197416" y="117317"/>
                  </a:lnTo>
                  <a:lnTo>
                    <a:pt x="2197380" y="117275"/>
                  </a:lnTo>
                  <a:lnTo>
                    <a:pt x="2197363" y="117244"/>
                  </a:lnTo>
                  <a:lnTo>
                    <a:pt x="2197346" y="117160"/>
                  </a:lnTo>
                  <a:lnTo>
                    <a:pt x="2197333" y="117044"/>
                  </a:lnTo>
                  <a:lnTo>
                    <a:pt x="2197341" y="116872"/>
                  </a:lnTo>
                  <a:lnTo>
                    <a:pt x="2197357" y="116782"/>
                  </a:lnTo>
                  <a:lnTo>
                    <a:pt x="2197386" y="116744"/>
                  </a:lnTo>
                  <a:lnTo>
                    <a:pt x="2197489" y="116649"/>
                  </a:lnTo>
                  <a:lnTo>
                    <a:pt x="2197588" y="116577"/>
                  </a:lnTo>
                  <a:lnTo>
                    <a:pt x="2197703" y="116513"/>
                  </a:lnTo>
                  <a:lnTo>
                    <a:pt x="2197826" y="116453"/>
                  </a:lnTo>
                  <a:lnTo>
                    <a:pt x="2197928" y="116424"/>
                  </a:lnTo>
                  <a:lnTo>
                    <a:pt x="2197969" y="116417"/>
                  </a:lnTo>
                  <a:lnTo>
                    <a:pt x="2198036" y="116404"/>
                  </a:lnTo>
                  <a:lnTo>
                    <a:pt x="2198194" y="116399"/>
                  </a:lnTo>
                  <a:lnTo>
                    <a:pt x="2198273" y="116390"/>
                  </a:lnTo>
                  <a:lnTo>
                    <a:pt x="2198475" y="116341"/>
                  </a:lnTo>
                  <a:lnTo>
                    <a:pt x="2198529" y="116337"/>
                  </a:lnTo>
                  <a:lnTo>
                    <a:pt x="2198657" y="116350"/>
                  </a:lnTo>
                  <a:lnTo>
                    <a:pt x="2198703" y="116352"/>
                  </a:lnTo>
                  <a:lnTo>
                    <a:pt x="2198871" y="116368"/>
                  </a:lnTo>
                  <a:lnTo>
                    <a:pt x="2198908" y="116375"/>
                  </a:lnTo>
                  <a:lnTo>
                    <a:pt x="2199053" y="116418"/>
                  </a:lnTo>
                  <a:lnTo>
                    <a:pt x="2199077" y="116420"/>
                  </a:lnTo>
                  <a:lnTo>
                    <a:pt x="2199132" y="116420"/>
                  </a:lnTo>
                  <a:lnTo>
                    <a:pt x="2199499" y="116386"/>
                  </a:lnTo>
                  <a:lnTo>
                    <a:pt x="2199592" y="116358"/>
                  </a:lnTo>
                  <a:lnTo>
                    <a:pt x="2199732" y="116352"/>
                  </a:lnTo>
                  <a:lnTo>
                    <a:pt x="2199882" y="116349"/>
                  </a:lnTo>
                  <a:lnTo>
                    <a:pt x="2199986" y="116334"/>
                  </a:lnTo>
                  <a:lnTo>
                    <a:pt x="2200102" y="116305"/>
                  </a:lnTo>
                  <a:lnTo>
                    <a:pt x="2200202" y="116260"/>
                  </a:lnTo>
                  <a:lnTo>
                    <a:pt x="2200260" y="116214"/>
                  </a:lnTo>
                  <a:lnTo>
                    <a:pt x="2200281" y="116174"/>
                  </a:lnTo>
                  <a:lnTo>
                    <a:pt x="2200294" y="116138"/>
                  </a:lnTo>
                  <a:lnTo>
                    <a:pt x="2200296" y="116132"/>
                  </a:lnTo>
                  <a:lnTo>
                    <a:pt x="2200311" y="116075"/>
                  </a:lnTo>
                  <a:lnTo>
                    <a:pt x="2200328" y="115973"/>
                  </a:lnTo>
                  <a:lnTo>
                    <a:pt x="2200331" y="115961"/>
                  </a:lnTo>
                  <a:lnTo>
                    <a:pt x="2200335" y="115952"/>
                  </a:lnTo>
                  <a:lnTo>
                    <a:pt x="2200346" y="115939"/>
                  </a:lnTo>
                  <a:lnTo>
                    <a:pt x="2200355" y="115931"/>
                  </a:lnTo>
                  <a:lnTo>
                    <a:pt x="2200390" y="115884"/>
                  </a:lnTo>
                  <a:lnTo>
                    <a:pt x="2200401" y="115843"/>
                  </a:lnTo>
                  <a:lnTo>
                    <a:pt x="2200419" y="115759"/>
                  </a:lnTo>
                  <a:lnTo>
                    <a:pt x="2200446" y="115667"/>
                  </a:lnTo>
                  <a:lnTo>
                    <a:pt x="2200479" y="115573"/>
                  </a:lnTo>
                  <a:lnTo>
                    <a:pt x="2200477" y="115563"/>
                  </a:lnTo>
                  <a:lnTo>
                    <a:pt x="2200464" y="115490"/>
                  </a:lnTo>
                  <a:lnTo>
                    <a:pt x="2200434" y="115363"/>
                  </a:lnTo>
                  <a:lnTo>
                    <a:pt x="2200403" y="115238"/>
                  </a:lnTo>
                  <a:lnTo>
                    <a:pt x="2200351" y="115100"/>
                  </a:lnTo>
                  <a:lnTo>
                    <a:pt x="2200316" y="115033"/>
                  </a:lnTo>
                  <a:lnTo>
                    <a:pt x="2200294" y="114992"/>
                  </a:lnTo>
                  <a:lnTo>
                    <a:pt x="2200301" y="114953"/>
                  </a:lnTo>
                  <a:lnTo>
                    <a:pt x="2200329" y="114910"/>
                  </a:lnTo>
                  <a:lnTo>
                    <a:pt x="2200366" y="114872"/>
                  </a:lnTo>
                  <a:lnTo>
                    <a:pt x="2200421" y="114823"/>
                  </a:lnTo>
                  <a:lnTo>
                    <a:pt x="2200448" y="114785"/>
                  </a:lnTo>
                  <a:lnTo>
                    <a:pt x="2200466" y="114734"/>
                  </a:lnTo>
                  <a:lnTo>
                    <a:pt x="2200470" y="114683"/>
                  </a:lnTo>
                  <a:lnTo>
                    <a:pt x="2200467" y="114594"/>
                  </a:lnTo>
                  <a:lnTo>
                    <a:pt x="2200453" y="114538"/>
                  </a:lnTo>
                  <a:lnTo>
                    <a:pt x="2200428" y="114483"/>
                  </a:lnTo>
                  <a:lnTo>
                    <a:pt x="2200421" y="114433"/>
                  </a:lnTo>
                  <a:lnTo>
                    <a:pt x="2200427" y="114377"/>
                  </a:lnTo>
                  <a:lnTo>
                    <a:pt x="2200461" y="114260"/>
                  </a:lnTo>
                  <a:lnTo>
                    <a:pt x="2200538" y="114111"/>
                  </a:lnTo>
                  <a:lnTo>
                    <a:pt x="2200626" y="113996"/>
                  </a:lnTo>
                  <a:lnTo>
                    <a:pt x="2200714" y="113913"/>
                  </a:lnTo>
                  <a:lnTo>
                    <a:pt x="2200790" y="113838"/>
                  </a:lnTo>
                  <a:lnTo>
                    <a:pt x="2200853" y="113796"/>
                  </a:lnTo>
                  <a:lnTo>
                    <a:pt x="2200923" y="113767"/>
                  </a:lnTo>
                  <a:lnTo>
                    <a:pt x="2200995" y="113740"/>
                  </a:lnTo>
                  <a:lnTo>
                    <a:pt x="2201114" y="113704"/>
                  </a:lnTo>
                  <a:lnTo>
                    <a:pt x="2201214" y="113684"/>
                  </a:lnTo>
                  <a:lnTo>
                    <a:pt x="2201351" y="113671"/>
                  </a:lnTo>
                  <a:lnTo>
                    <a:pt x="2201547" y="113624"/>
                  </a:lnTo>
                  <a:lnTo>
                    <a:pt x="2201606" y="113593"/>
                  </a:lnTo>
                  <a:lnTo>
                    <a:pt x="2201675" y="113545"/>
                  </a:lnTo>
                  <a:lnTo>
                    <a:pt x="2201709" y="113497"/>
                  </a:lnTo>
                  <a:lnTo>
                    <a:pt x="2201732" y="113446"/>
                  </a:lnTo>
                  <a:lnTo>
                    <a:pt x="2201749" y="113391"/>
                  </a:lnTo>
                  <a:lnTo>
                    <a:pt x="2201765" y="113335"/>
                  </a:lnTo>
                  <a:lnTo>
                    <a:pt x="2201774" y="113273"/>
                  </a:lnTo>
                  <a:lnTo>
                    <a:pt x="2201774" y="113190"/>
                  </a:lnTo>
                  <a:lnTo>
                    <a:pt x="2201751" y="113113"/>
                  </a:lnTo>
                  <a:lnTo>
                    <a:pt x="2201737" y="113063"/>
                  </a:lnTo>
                  <a:lnTo>
                    <a:pt x="2201694" y="112954"/>
                  </a:lnTo>
                  <a:lnTo>
                    <a:pt x="2201676" y="112918"/>
                  </a:lnTo>
                  <a:lnTo>
                    <a:pt x="2201623" y="112816"/>
                  </a:lnTo>
                  <a:lnTo>
                    <a:pt x="2201576" y="112747"/>
                  </a:lnTo>
                  <a:lnTo>
                    <a:pt x="2201535" y="112688"/>
                  </a:lnTo>
                  <a:lnTo>
                    <a:pt x="2201508" y="112641"/>
                  </a:lnTo>
                  <a:lnTo>
                    <a:pt x="2201487" y="112586"/>
                  </a:lnTo>
                  <a:lnTo>
                    <a:pt x="2201467" y="112541"/>
                  </a:lnTo>
                  <a:lnTo>
                    <a:pt x="2201443" y="112500"/>
                  </a:lnTo>
                  <a:lnTo>
                    <a:pt x="2201407" y="112449"/>
                  </a:lnTo>
                  <a:lnTo>
                    <a:pt x="2201363" y="112407"/>
                  </a:lnTo>
                  <a:lnTo>
                    <a:pt x="2201336" y="112363"/>
                  </a:lnTo>
                  <a:lnTo>
                    <a:pt x="2201325" y="112321"/>
                  </a:lnTo>
                  <a:lnTo>
                    <a:pt x="2201301" y="112258"/>
                  </a:lnTo>
                  <a:lnTo>
                    <a:pt x="2201271" y="112216"/>
                  </a:lnTo>
                  <a:lnTo>
                    <a:pt x="2201242" y="112187"/>
                  </a:lnTo>
                  <a:lnTo>
                    <a:pt x="2201220" y="112155"/>
                  </a:lnTo>
                  <a:lnTo>
                    <a:pt x="2201206" y="112135"/>
                  </a:lnTo>
                  <a:lnTo>
                    <a:pt x="2201189" y="112112"/>
                  </a:lnTo>
                  <a:lnTo>
                    <a:pt x="2201130" y="112057"/>
                  </a:lnTo>
                  <a:lnTo>
                    <a:pt x="2201043" y="112010"/>
                  </a:lnTo>
                  <a:lnTo>
                    <a:pt x="2200976" y="111939"/>
                  </a:lnTo>
                  <a:lnTo>
                    <a:pt x="2200940" y="111903"/>
                  </a:lnTo>
                  <a:lnTo>
                    <a:pt x="2200898" y="111875"/>
                  </a:lnTo>
                  <a:lnTo>
                    <a:pt x="2200855" y="111855"/>
                  </a:lnTo>
                  <a:lnTo>
                    <a:pt x="2200813" y="111832"/>
                  </a:lnTo>
                  <a:lnTo>
                    <a:pt x="2200796" y="111795"/>
                  </a:lnTo>
                  <a:lnTo>
                    <a:pt x="2200794" y="111765"/>
                  </a:lnTo>
                  <a:lnTo>
                    <a:pt x="2200793" y="111746"/>
                  </a:lnTo>
                  <a:lnTo>
                    <a:pt x="2200798" y="111714"/>
                  </a:lnTo>
                  <a:lnTo>
                    <a:pt x="2200806" y="111655"/>
                  </a:lnTo>
                  <a:lnTo>
                    <a:pt x="2200807" y="111640"/>
                  </a:lnTo>
                  <a:lnTo>
                    <a:pt x="2200807" y="111596"/>
                  </a:lnTo>
                  <a:lnTo>
                    <a:pt x="2200807" y="111505"/>
                  </a:lnTo>
                  <a:lnTo>
                    <a:pt x="2200820" y="111473"/>
                  </a:lnTo>
                  <a:lnTo>
                    <a:pt x="2200829" y="111452"/>
                  </a:lnTo>
                  <a:lnTo>
                    <a:pt x="2200892" y="111359"/>
                  </a:lnTo>
                  <a:lnTo>
                    <a:pt x="2200924" y="111312"/>
                  </a:lnTo>
                  <a:lnTo>
                    <a:pt x="2200995" y="111230"/>
                  </a:lnTo>
                  <a:lnTo>
                    <a:pt x="2201060" y="111190"/>
                  </a:lnTo>
                  <a:lnTo>
                    <a:pt x="2201194" y="111125"/>
                  </a:lnTo>
                  <a:lnTo>
                    <a:pt x="2201235" y="111081"/>
                  </a:lnTo>
                  <a:lnTo>
                    <a:pt x="2201248" y="111046"/>
                  </a:lnTo>
                  <a:lnTo>
                    <a:pt x="2201244" y="111015"/>
                  </a:lnTo>
                  <a:lnTo>
                    <a:pt x="2201221" y="110983"/>
                  </a:lnTo>
                  <a:lnTo>
                    <a:pt x="2201187" y="110962"/>
                  </a:lnTo>
                  <a:lnTo>
                    <a:pt x="2201107" y="110921"/>
                  </a:lnTo>
                  <a:lnTo>
                    <a:pt x="2201071" y="110897"/>
                  </a:lnTo>
                  <a:lnTo>
                    <a:pt x="2201044" y="110879"/>
                  </a:lnTo>
                  <a:lnTo>
                    <a:pt x="2201019" y="110851"/>
                  </a:lnTo>
                  <a:lnTo>
                    <a:pt x="2200981" y="110802"/>
                  </a:lnTo>
                  <a:lnTo>
                    <a:pt x="2200972" y="110790"/>
                  </a:lnTo>
                  <a:lnTo>
                    <a:pt x="2200969" y="110779"/>
                  </a:lnTo>
                  <a:lnTo>
                    <a:pt x="2200957" y="110756"/>
                  </a:lnTo>
                  <a:lnTo>
                    <a:pt x="2200953" y="110747"/>
                  </a:lnTo>
                  <a:lnTo>
                    <a:pt x="2200946" y="110729"/>
                  </a:lnTo>
                  <a:lnTo>
                    <a:pt x="2200944" y="110717"/>
                  </a:lnTo>
                  <a:lnTo>
                    <a:pt x="2200939" y="110704"/>
                  </a:lnTo>
                  <a:lnTo>
                    <a:pt x="2200937" y="110692"/>
                  </a:lnTo>
                  <a:lnTo>
                    <a:pt x="2200933" y="110673"/>
                  </a:lnTo>
                  <a:lnTo>
                    <a:pt x="2200932" y="110647"/>
                  </a:lnTo>
                  <a:lnTo>
                    <a:pt x="2200933" y="110620"/>
                  </a:lnTo>
                  <a:lnTo>
                    <a:pt x="2200934" y="110599"/>
                  </a:lnTo>
                  <a:lnTo>
                    <a:pt x="2200957" y="110550"/>
                  </a:lnTo>
                  <a:lnTo>
                    <a:pt x="2201020" y="110500"/>
                  </a:lnTo>
                  <a:lnTo>
                    <a:pt x="2201115" y="110462"/>
                  </a:lnTo>
                  <a:lnTo>
                    <a:pt x="2201161" y="110452"/>
                  </a:lnTo>
                  <a:lnTo>
                    <a:pt x="2201228" y="110436"/>
                  </a:lnTo>
                  <a:lnTo>
                    <a:pt x="2201344" y="110415"/>
                  </a:lnTo>
                  <a:lnTo>
                    <a:pt x="2201414" y="110395"/>
                  </a:lnTo>
                  <a:lnTo>
                    <a:pt x="2201450" y="110377"/>
                  </a:lnTo>
                  <a:lnTo>
                    <a:pt x="2201512" y="110338"/>
                  </a:lnTo>
                  <a:lnTo>
                    <a:pt x="2201618" y="110254"/>
                  </a:lnTo>
                  <a:lnTo>
                    <a:pt x="2201692" y="110199"/>
                  </a:lnTo>
                  <a:lnTo>
                    <a:pt x="2201752" y="110170"/>
                  </a:lnTo>
                  <a:lnTo>
                    <a:pt x="2201775" y="110159"/>
                  </a:lnTo>
                  <a:lnTo>
                    <a:pt x="2201804" y="110148"/>
                  </a:lnTo>
                  <a:lnTo>
                    <a:pt x="2201845" y="110132"/>
                  </a:lnTo>
                  <a:lnTo>
                    <a:pt x="2201896" y="110117"/>
                  </a:lnTo>
                  <a:lnTo>
                    <a:pt x="2201930" y="110105"/>
                  </a:lnTo>
                  <a:lnTo>
                    <a:pt x="2201960" y="110082"/>
                  </a:lnTo>
                  <a:lnTo>
                    <a:pt x="2201976" y="110068"/>
                  </a:lnTo>
                  <a:lnTo>
                    <a:pt x="2201994" y="110054"/>
                  </a:lnTo>
                  <a:lnTo>
                    <a:pt x="2202004" y="110046"/>
                  </a:lnTo>
                  <a:lnTo>
                    <a:pt x="2202009" y="110042"/>
                  </a:lnTo>
                  <a:lnTo>
                    <a:pt x="2202018" y="110034"/>
                  </a:lnTo>
                  <a:lnTo>
                    <a:pt x="2202062" y="110002"/>
                  </a:lnTo>
                  <a:lnTo>
                    <a:pt x="2202083" y="109986"/>
                  </a:lnTo>
                  <a:lnTo>
                    <a:pt x="2202091" y="109982"/>
                  </a:lnTo>
                  <a:lnTo>
                    <a:pt x="2202131" y="109955"/>
                  </a:lnTo>
                  <a:lnTo>
                    <a:pt x="2202194" y="109911"/>
                  </a:lnTo>
                  <a:lnTo>
                    <a:pt x="2202228" y="109889"/>
                  </a:lnTo>
                  <a:lnTo>
                    <a:pt x="2202262" y="109864"/>
                  </a:lnTo>
                  <a:lnTo>
                    <a:pt x="2202309" y="109826"/>
                  </a:lnTo>
                  <a:lnTo>
                    <a:pt x="2202343" y="109802"/>
                  </a:lnTo>
                  <a:lnTo>
                    <a:pt x="2202387" y="109766"/>
                  </a:lnTo>
                  <a:lnTo>
                    <a:pt x="2202418" y="109745"/>
                  </a:lnTo>
                  <a:lnTo>
                    <a:pt x="2202480" y="109675"/>
                  </a:lnTo>
                  <a:lnTo>
                    <a:pt x="2202518" y="109614"/>
                  </a:lnTo>
                  <a:lnTo>
                    <a:pt x="2202551" y="109582"/>
                  </a:lnTo>
                  <a:lnTo>
                    <a:pt x="2202657" y="109503"/>
                  </a:lnTo>
                  <a:lnTo>
                    <a:pt x="2202717" y="109465"/>
                  </a:lnTo>
                  <a:lnTo>
                    <a:pt x="2202785" y="109414"/>
                  </a:lnTo>
                  <a:lnTo>
                    <a:pt x="2202823" y="109375"/>
                  </a:lnTo>
                  <a:lnTo>
                    <a:pt x="2202929" y="109269"/>
                  </a:lnTo>
                  <a:lnTo>
                    <a:pt x="2202959" y="109233"/>
                  </a:lnTo>
                  <a:lnTo>
                    <a:pt x="2202996" y="109193"/>
                  </a:lnTo>
                  <a:lnTo>
                    <a:pt x="2203029" y="109128"/>
                  </a:lnTo>
                  <a:lnTo>
                    <a:pt x="2203054" y="109048"/>
                  </a:lnTo>
                  <a:lnTo>
                    <a:pt x="2203054" y="108972"/>
                  </a:lnTo>
                  <a:lnTo>
                    <a:pt x="2203054" y="108868"/>
                  </a:lnTo>
                  <a:lnTo>
                    <a:pt x="2203076" y="108765"/>
                  </a:lnTo>
                  <a:lnTo>
                    <a:pt x="2203079" y="108693"/>
                  </a:lnTo>
                  <a:lnTo>
                    <a:pt x="2203124" y="108576"/>
                  </a:lnTo>
                  <a:lnTo>
                    <a:pt x="2203131" y="108521"/>
                  </a:lnTo>
                  <a:lnTo>
                    <a:pt x="2203133" y="108490"/>
                  </a:lnTo>
                  <a:lnTo>
                    <a:pt x="2203166" y="108440"/>
                  </a:lnTo>
                  <a:lnTo>
                    <a:pt x="2203211" y="108403"/>
                  </a:lnTo>
                  <a:lnTo>
                    <a:pt x="2203284" y="108362"/>
                  </a:lnTo>
                  <a:lnTo>
                    <a:pt x="2203388" y="108334"/>
                  </a:lnTo>
                  <a:lnTo>
                    <a:pt x="2203471" y="108330"/>
                  </a:lnTo>
                  <a:lnTo>
                    <a:pt x="2203590" y="108333"/>
                  </a:lnTo>
                  <a:lnTo>
                    <a:pt x="2203633" y="108332"/>
                  </a:lnTo>
                  <a:lnTo>
                    <a:pt x="2203680" y="108330"/>
                  </a:lnTo>
                  <a:lnTo>
                    <a:pt x="2203741" y="108313"/>
                  </a:lnTo>
                  <a:lnTo>
                    <a:pt x="2203810" y="108277"/>
                  </a:lnTo>
                  <a:lnTo>
                    <a:pt x="2203861" y="108250"/>
                  </a:lnTo>
                  <a:lnTo>
                    <a:pt x="2203886" y="108221"/>
                  </a:lnTo>
                  <a:lnTo>
                    <a:pt x="2203906" y="108164"/>
                  </a:lnTo>
                  <a:lnTo>
                    <a:pt x="2203903" y="108130"/>
                  </a:lnTo>
                  <a:lnTo>
                    <a:pt x="2203917" y="108108"/>
                  </a:lnTo>
                  <a:lnTo>
                    <a:pt x="2203939" y="108085"/>
                  </a:lnTo>
                  <a:lnTo>
                    <a:pt x="2203960" y="108074"/>
                  </a:lnTo>
                  <a:lnTo>
                    <a:pt x="2204002" y="108068"/>
                  </a:lnTo>
                  <a:lnTo>
                    <a:pt x="2204044" y="108056"/>
                  </a:lnTo>
                  <a:lnTo>
                    <a:pt x="2204066" y="108038"/>
                  </a:lnTo>
                  <a:lnTo>
                    <a:pt x="2204087" y="108003"/>
                  </a:lnTo>
                  <a:lnTo>
                    <a:pt x="2204087" y="107950"/>
                  </a:lnTo>
                  <a:lnTo>
                    <a:pt x="2204051" y="107811"/>
                  </a:lnTo>
                  <a:lnTo>
                    <a:pt x="2204048" y="107780"/>
                  </a:lnTo>
                  <a:lnTo>
                    <a:pt x="2204066" y="107735"/>
                  </a:lnTo>
                  <a:lnTo>
                    <a:pt x="2204085" y="107656"/>
                  </a:lnTo>
                  <a:lnTo>
                    <a:pt x="2204086" y="107606"/>
                  </a:lnTo>
                  <a:lnTo>
                    <a:pt x="2204068" y="107569"/>
                  </a:lnTo>
                  <a:lnTo>
                    <a:pt x="2204047" y="107524"/>
                  </a:lnTo>
                  <a:lnTo>
                    <a:pt x="2204048" y="107488"/>
                  </a:lnTo>
                  <a:lnTo>
                    <a:pt x="2204046" y="107447"/>
                  </a:lnTo>
                  <a:lnTo>
                    <a:pt x="2204026" y="107421"/>
                  </a:lnTo>
                  <a:lnTo>
                    <a:pt x="2203992" y="107372"/>
                  </a:lnTo>
                  <a:lnTo>
                    <a:pt x="2203971" y="107335"/>
                  </a:lnTo>
                  <a:lnTo>
                    <a:pt x="2203964" y="107303"/>
                  </a:lnTo>
                  <a:lnTo>
                    <a:pt x="2203981" y="107228"/>
                  </a:lnTo>
                  <a:lnTo>
                    <a:pt x="2203982" y="107155"/>
                  </a:lnTo>
                  <a:lnTo>
                    <a:pt x="2203981" y="107135"/>
                  </a:lnTo>
                  <a:lnTo>
                    <a:pt x="2203976" y="107093"/>
                  </a:lnTo>
                  <a:lnTo>
                    <a:pt x="2203966" y="107058"/>
                  </a:lnTo>
                  <a:lnTo>
                    <a:pt x="2203956" y="107028"/>
                  </a:lnTo>
                  <a:lnTo>
                    <a:pt x="2203937" y="106984"/>
                  </a:lnTo>
                  <a:lnTo>
                    <a:pt x="2203913" y="106942"/>
                  </a:lnTo>
                  <a:lnTo>
                    <a:pt x="2203886" y="106904"/>
                  </a:lnTo>
                  <a:lnTo>
                    <a:pt x="2203862" y="106868"/>
                  </a:lnTo>
                  <a:lnTo>
                    <a:pt x="2203801" y="106810"/>
                  </a:lnTo>
                  <a:lnTo>
                    <a:pt x="2203749" y="106761"/>
                  </a:lnTo>
                  <a:lnTo>
                    <a:pt x="2203672" y="106690"/>
                  </a:lnTo>
                  <a:lnTo>
                    <a:pt x="2203613" y="106643"/>
                  </a:lnTo>
                  <a:lnTo>
                    <a:pt x="2203579" y="106615"/>
                  </a:lnTo>
                  <a:lnTo>
                    <a:pt x="2203483" y="106521"/>
                  </a:lnTo>
                  <a:lnTo>
                    <a:pt x="2203446" y="106472"/>
                  </a:lnTo>
                  <a:lnTo>
                    <a:pt x="2203398" y="106449"/>
                  </a:lnTo>
                  <a:lnTo>
                    <a:pt x="2203348" y="106433"/>
                  </a:lnTo>
                  <a:lnTo>
                    <a:pt x="2203324" y="106410"/>
                  </a:lnTo>
                  <a:lnTo>
                    <a:pt x="2203296" y="106340"/>
                  </a:lnTo>
                  <a:lnTo>
                    <a:pt x="2203277" y="106269"/>
                  </a:lnTo>
                  <a:lnTo>
                    <a:pt x="2203289" y="106236"/>
                  </a:lnTo>
                  <a:lnTo>
                    <a:pt x="2203325" y="106196"/>
                  </a:lnTo>
                  <a:lnTo>
                    <a:pt x="2203387" y="106136"/>
                  </a:lnTo>
                  <a:lnTo>
                    <a:pt x="2203424" y="106086"/>
                  </a:lnTo>
                  <a:lnTo>
                    <a:pt x="2203491" y="105979"/>
                  </a:lnTo>
                  <a:lnTo>
                    <a:pt x="2203514" y="105947"/>
                  </a:lnTo>
                  <a:lnTo>
                    <a:pt x="2203563" y="105886"/>
                  </a:lnTo>
                  <a:lnTo>
                    <a:pt x="2203580" y="105851"/>
                  </a:lnTo>
                  <a:lnTo>
                    <a:pt x="2203587" y="105789"/>
                  </a:lnTo>
                  <a:lnTo>
                    <a:pt x="2203611" y="105708"/>
                  </a:lnTo>
                  <a:lnTo>
                    <a:pt x="2203625" y="105665"/>
                  </a:lnTo>
                  <a:lnTo>
                    <a:pt x="2203645" y="105637"/>
                  </a:lnTo>
                  <a:lnTo>
                    <a:pt x="2203691" y="105579"/>
                  </a:lnTo>
                  <a:lnTo>
                    <a:pt x="2203704" y="105556"/>
                  </a:lnTo>
                  <a:lnTo>
                    <a:pt x="2203717" y="105533"/>
                  </a:lnTo>
                  <a:lnTo>
                    <a:pt x="2203725" y="105517"/>
                  </a:lnTo>
                  <a:lnTo>
                    <a:pt x="2203733" y="105478"/>
                  </a:lnTo>
                  <a:lnTo>
                    <a:pt x="2203739" y="105441"/>
                  </a:lnTo>
                  <a:lnTo>
                    <a:pt x="2203741" y="105418"/>
                  </a:lnTo>
                  <a:lnTo>
                    <a:pt x="2203746" y="105392"/>
                  </a:lnTo>
                  <a:lnTo>
                    <a:pt x="2203752" y="105376"/>
                  </a:lnTo>
                  <a:lnTo>
                    <a:pt x="2203767" y="105351"/>
                  </a:lnTo>
                  <a:lnTo>
                    <a:pt x="2203804" y="105324"/>
                  </a:lnTo>
                  <a:lnTo>
                    <a:pt x="2203870" y="105283"/>
                  </a:lnTo>
                  <a:lnTo>
                    <a:pt x="2203891" y="105266"/>
                  </a:lnTo>
                  <a:lnTo>
                    <a:pt x="2203926" y="105222"/>
                  </a:lnTo>
                  <a:lnTo>
                    <a:pt x="2203972" y="105161"/>
                  </a:lnTo>
                  <a:lnTo>
                    <a:pt x="2204021" y="105106"/>
                  </a:lnTo>
                  <a:lnTo>
                    <a:pt x="2204055" y="105058"/>
                  </a:lnTo>
                  <a:lnTo>
                    <a:pt x="2204083" y="104988"/>
                  </a:lnTo>
                  <a:lnTo>
                    <a:pt x="2204087" y="104915"/>
                  </a:lnTo>
                  <a:lnTo>
                    <a:pt x="2204074" y="104844"/>
                  </a:lnTo>
                  <a:lnTo>
                    <a:pt x="2204062" y="104793"/>
                  </a:lnTo>
                  <a:lnTo>
                    <a:pt x="2204050" y="104756"/>
                  </a:lnTo>
                  <a:lnTo>
                    <a:pt x="2204026" y="104714"/>
                  </a:lnTo>
                  <a:lnTo>
                    <a:pt x="2203998" y="104664"/>
                  </a:lnTo>
                  <a:lnTo>
                    <a:pt x="2203988" y="104634"/>
                  </a:lnTo>
                  <a:lnTo>
                    <a:pt x="2203981" y="104605"/>
                  </a:lnTo>
                  <a:lnTo>
                    <a:pt x="2203983" y="104580"/>
                  </a:lnTo>
                  <a:lnTo>
                    <a:pt x="2203985" y="104572"/>
                  </a:lnTo>
                  <a:lnTo>
                    <a:pt x="2203992" y="104560"/>
                  </a:lnTo>
                  <a:lnTo>
                    <a:pt x="2204005" y="104546"/>
                  </a:lnTo>
                  <a:lnTo>
                    <a:pt x="2204032" y="104534"/>
                  </a:lnTo>
                  <a:lnTo>
                    <a:pt x="2204056" y="104524"/>
                  </a:lnTo>
                  <a:lnTo>
                    <a:pt x="2204114" y="104504"/>
                  </a:lnTo>
                  <a:lnTo>
                    <a:pt x="2204163" y="104480"/>
                  </a:lnTo>
                  <a:lnTo>
                    <a:pt x="2204197" y="104460"/>
                  </a:lnTo>
                  <a:lnTo>
                    <a:pt x="2204224" y="104443"/>
                  </a:lnTo>
                  <a:lnTo>
                    <a:pt x="2204242" y="104427"/>
                  </a:lnTo>
                  <a:lnTo>
                    <a:pt x="2204258" y="104413"/>
                  </a:lnTo>
                  <a:lnTo>
                    <a:pt x="2204284" y="104397"/>
                  </a:lnTo>
                  <a:lnTo>
                    <a:pt x="2204316" y="104377"/>
                  </a:lnTo>
                  <a:lnTo>
                    <a:pt x="2204348" y="104364"/>
                  </a:lnTo>
                  <a:lnTo>
                    <a:pt x="2204369" y="104356"/>
                  </a:lnTo>
                  <a:lnTo>
                    <a:pt x="2204399" y="104344"/>
                  </a:lnTo>
                  <a:lnTo>
                    <a:pt x="2204425" y="104329"/>
                  </a:lnTo>
                  <a:lnTo>
                    <a:pt x="2204446" y="104319"/>
                  </a:lnTo>
                  <a:lnTo>
                    <a:pt x="2204457" y="104309"/>
                  </a:lnTo>
                  <a:lnTo>
                    <a:pt x="2204469" y="104288"/>
                  </a:lnTo>
                  <a:lnTo>
                    <a:pt x="2204471" y="104270"/>
                  </a:lnTo>
                  <a:lnTo>
                    <a:pt x="2204470" y="104255"/>
                  </a:lnTo>
                  <a:lnTo>
                    <a:pt x="2204469" y="104241"/>
                  </a:lnTo>
                  <a:lnTo>
                    <a:pt x="2204460" y="104218"/>
                  </a:lnTo>
                  <a:lnTo>
                    <a:pt x="2204450" y="104197"/>
                  </a:lnTo>
                  <a:lnTo>
                    <a:pt x="2204435" y="104174"/>
                  </a:lnTo>
                  <a:lnTo>
                    <a:pt x="2204400" y="104131"/>
                  </a:lnTo>
                  <a:lnTo>
                    <a:pt x="2204370" y="104091"/>
                  </a:lnTo>
                  <a:lnTo>
                    <a:pt x="2204349" y="104051"/>
                  </a:lnTo>
                  <a:lnTo>
                    <a:pt x="2204337" y="104028"/>
                  </a:lnTo>
                  <a:lnTo>
                    <a:pt x="2204328" y="104009"/>
                  </a:lnTo>
                  <a:lnTo>
                    <a:pt x="2204314" y="103960"/>
                  </a:lnTo>
                  <a:lnTo>
                    <a:pt x="2204312" y="103896"/>
                  </a:lnTo>
                  <a:lnTo>
                    <a:pt x="2204326" y="103831"/>
                  </a:lnTo>
                  <a:lnTo>
                    <a:pt x="2204354" y="103770"/>
                  </a:lnTo>
                  <a:lnTo>
                    <a:pt x="2204390" y="103717"/>
                  </a:lnTo>
                  <a:lnTo>
                    <a:pt x="2204452" y="103651"/>
                  </a:lnTo>
                  <a:lnTo>
                    <a:pt x="2204475" y="103621"/>
                  </a:lnTo>
                  <a:lnTo>
                    <a:pt x="2204537" y="103564"/>
                  </a:lnTo>
                  <a:lnTo>
                    <a:pt x="2204584" y="103521"/>
                  </a:lnTo>
                  <a:lnTo>
                    <a:pt x="2204662" y="103451"/>
                  </a:lnTo>
                  <a:lnTo>
                    <a:pt x="2204712" y="103405"/>
                  </a:lnTo>
                  <a:lnTo>
                    <a:pt x="2204762" y="103367"/>
                  </a:lnTo>
                  <a:lnTo>
                    <a:pt x="2204789" y="103348"/>
                  </a:lnTo>
                  <a:lnTo>
                    <a:pt x="2204806" y="103336"/>
                  </a:lnTo>
                  <a:lnTo>
                    <a:pt x="2204900" y="103279"/>
                  </a:lnTo>
                  <a:lnTo>
                    <a:pt x="2204951" y="103253"/>
                  </a:lnTo>
                  <a:lnTo>
                    <a:pt x="2205009" y="103235"/>
                  </a:lnTo>
                  <a:lnTo>
                    <a:pt x="2205069" y="103221"/>
                  </a:lnTo>
                  <a:lnTo>
                    <a:pt x="2205138" y="103199"/>
                  </a:lnTo>
                  <a:lnTo>
                    <a:pt x="2205195" y="103175"/>
                  </a:lnTo>
                  <a:lnTo>
                    <a:pt x="2205237" y="103153"/>
                  </a:lnTo>
                  <a:lnTo>
                    <a:pt x="2205278" y="103127"/>
                  </a:lnTo>
                  <a:lnTo>
                    <a:pt x="2205301" y="103109"/>
                  </a:lnTo>
                  <a:lnTo>
                    <a:pt x="2205353" y="103088"/>
                  </a:lnTo>
                  <a:lnTo>
                    <a:pt x="2205433" y="103069"/>
                  </a:lnTo>
                  <a:lnTo>
                    <a:pt x="2205580" y="103050"/>
                  </a:lnTo>
                  <a:lnTo>
                    <a:pt x="2205774" y="103029"/>
                  </a:lnTo>
                  <a:lnTo>
                    <a:pt x="2205944" y="103011"/>
                  </a:lnTo>
                  <a:lnTo>
                    <a:pt x="2206057" y="102993"/>
                  </a:lnTo>
                  <a:lnTo>
                    <a:pt x="2206173" y="102959"/>
                  </a:lnTo>
                  <a:lnTo>
                    <a:pt x="2206318" y="102899"/>
                  </a:lnTo>
                  <a:lnTo>
                    <a:pt x="2206361" y="102874"/>
                  </a:lnTo>
                  <a:lnTo>
                    <a:pt x="2206383" y="102853"/>
                  </a:lnTo>
                  <a:lnTo>
                    <a:pt x="2206419" y="102822"/>
                  </a:lnTo>
                  <a:lnTo>
                    <a:pt x="2206437" y="102800"/>
                  </a:lnTo>
                  <a:lnTo>
                    <a:pt x="2206452" y="102772"/>
                  </a:lnTo>
                  <a:lnTo>
                    <a:pt x="2206469" y="102745"/>
                  </a:lnTo>
                  <a:lnTo>
                    <a:pt x="2206498" y="102668"/>
                  </a:lnTo>
                  <a:lnTo>
                    <a:pt x="2206509" y="102624"/>
                  </a:lnTo>
                  <a:lnTo>
                    <a:pt x="2206521" y="102550"/>
                  </a:lnTo>
                  <a:lnTo>
                    <a:pt x="2206520" y="102475"/>
                  </a:lnTo>
                  <a:lnTo>
                    <a:pt x="2206511" y="102419"/>
                  </a:lnTo>
                  <a:lnTo>
                    <a:pt x="2206504" y="102386"/>
                  </a:lnTo>
                  <a:lnTo>
                    <a:pt x="2206494" y="102363"/>
                  </a:lnTo>
                  <a:lnTo>
                    <a:pt x="2206479" y="102342"/>
                  </a:lnTo>
                  <a:lnTo>
                    <a:pt x="2206465" y="102323"/>
                  </a:lnTo>
                  <a:lnTo>
                    <a:pt x="2206430" y="102290"/>
                  </a:lnTo>
                  <a:lnTo>
                    <a:pt x="2206353" y="102230"/>
                  </a:lnTo>
                  <a:lnTo>
                    <a:pt x="2206275" y="102162"/>
                  </a:lnTo>
                  <a:lnTo>
                    <a:pt x="2206211" y="102100"/>
                  </a:lnTo>
                  <a:lnTo>
                    <a:pt x="2206170" y="102055"/>
                  </a:lnTo>
                  <a:lnTo>
                    <a:pt x="2206132" y="102012"/>
                  </a:lnTo>
                  <a:lnTo>
                    <a:pt x="2206100" y="101970"/>
                  </a:lnTo>
                  <a:lnTo>
                    <a:pt x="2206061" y="101915"/>
                  </a:lnTo>
                  <a:lnTo>
                    <a:pt x="2206021" y="101845"/>
                  </a:lnTo>
                  <a:lnTo>
                    <a:pt x="2206012" y="101828"/>
                  </a:lnTo>
                  <a:lnTo>
                    <a:pt x="2206000" y="101813"/>
                  </a:lnTo>
                  <a:lnTo>
                    <a:pt x="2205996" y="101800"/>
                  </a:lnTo>
                  <a:lnTo>
                    <a:pt x="2205984" y="101781"/>
                  </a:lnTo>
                  <a:lnTo>
                    <a:pt x="2205972" y="101760"/>
                  </a:lnTo>
                  <a:lnTo>
                    <a:pt x="2205948" y="101716"/>
                  </a:lnTo>
                  <a:lnTo>
                    <a:pt x="2205904" y="101632"/>
                  </a:lnTo>
                  <a:lnTo>
                    <a:pt x="2205872" y="101585"/>
                  </a:lnTo>
                  <a:lnTo>
                    <a:pt x="2205824" y="101513"/>
                  </a:lnTo>
                  <a:lnTo>
                    <a:pt x="2205796" y="101465"/>
                  </a:lnTo>
                  <a:lnTo>
                    <a:pt x="2205769" y="101416"/>
                  </a:lnTo>
                  <a:lnTo>
                    <a:pt x="2205753" y="101370"/>
                  </a:lnTo>
                  <a:lnTo>
                    <a:pt x="2205743" y="101347"/>
                  </a:lnTo>
                  <a:lnTo>
                    <a:pt x="2205739" y="101322"/>
                  </a:lnTo>
                  <a:lnTo>
                    <a:pt x="2205740" y="101299"/>
                  </a:lnTo>
                  <a:lnTo>
                    <a:pt x="2205745" y="101282"/>
                  </a:lnTo>
                  <a:lnTo>
                    <a:pt x="2205760" y="101260"/>
                  </a:lnTo>
                  <a:lnTo>
                    <a:pt x="2205781" y="101236"/>
                  </a:lnTo>
                  <a:lnTo>
                    <a:pt x="2205809" y="101211"/>
                  </a:lnTo>
                  <a:lnTo>
                    <a:pt x="2205833" y="101191"/>
                  </a:lnTo>
                  <a:lnTo>
                    <a:pt x="2205846" y="101181"/>
                  </a:lnTo>
                  <a:lnTo>
                    <a:pt x="2205862" y="101171"/>
                  </a:lnTo>
                  <a:lnTo>
                    <a:pt x="2205878" y="101161"/>
                  </a:lnTo>
                  <a:lnTo>
                    <a:pt x="2205909" y="101141"/>
                  </a:lnTo>
                  <a:lnTo>
                    <a:pt x="2205955" y="101118"/>
                  </a:lnTo>
                  <a:lnTo>
                    <a:pt x="2205987" y="101108"/>
                  </a:lnTo>
                  <a:lnTo>
                    <a:pt x="2206041" y="101099"/>
                  </a:lnTo>
                  <a:lnTo>
                    <a:pt x="2206085" y="101095"/>
                  </a:lnTo>
                  <a:lnTo>
                    <a:pt x="2206151" y="101092"/>
                  </a:lnTo>
                  <a:lnTo>
                    <a:pt x="2206222" y="101097"/>
                  </a:lnTo>
                  <a:lnTo>
                    <a:pt x="2206294" y="101109"/>
                  </a:lnTo>
                  <a:lnTo>
                    <a:pt x="2206361" y="101124"/>
                  </a:lnTo>
                  <a:lnTo>
                    <a:pt x="2206469" y="101156"/>
                  </a:lnTo>
                  <a:lnTo>
                    <a:pt x="2206522" y="101174"/>
                  </a:lnTo>
                  <a:lnTo>
                    <a:pt x="2206584" y="101195"/>
                  </a:lnTo>
                  <a:lnTo>
                    <a:pt x="2206656" y="101220"/>
                  </a:lnTo>
                  <a:lnTo>
                    <a:pt x="2206721" y="101244"/>
                  </a:lnTo>
                  <a:lnTo>
                    <a:pt x="2206782" y="101265"/>
                  </a:lnTo>
                  <a:lnTo>
                    <a:pt x="2206846" y="101289"/>
                  </a:lnTo>
                  <a:lnTo>
                    <a:pt x="2206894" y="101301"/>
                  </a:lnTo>
                  <a:lnTo>
                    <a:pt x="2206932" y="101307"/>
                  </a:lnTo>
                  <a:lnTo>
                    <a:pt x="2206957" y="101311"/>
                  </a:lnTo>
                  <a:lnTo>
                    <a:pt x="2206987" y="101312"/>
                  </a:lnTo>
                  <a:lnTo>
                    <a:pt x="2207018" y="101311"/>
                  </a:lnTo>
                  <a:lnTo>
                    <a:pt x="2207053" y="101310"/>
                  </a:lnTo>
                  <a:lnTo>
                    <a:pt x="2207086" y="101309"/>
                  </a:lnTo>
                  <a:lnTo>
                    <a:pt x="2207124" y="101312"/>
                  </a:lnTo>
                  <a:lnTo>
                    <a:pt x="2207180" y="101318"/>
                  </a:lnTo>
                  <a:lnTo>
                    <a:pt x="2207252" y="101331"/>
                  </a:lnTo>
                  <a:lnTo>
                    <a:pt x="2207293" y="101342"/>
                  </a:lnTo>
                  <a:lnTo>
                    <a:pt x="2207341" y="101360"/>
                  </a:lnTo>
                  <a:lnTo>
                    <a:pt x="2207405" y="101383"/>
                  </a:lnTo>
                  <a:lnTo>
                    <a:pt x="2207439" y="101398"/>
                  </a:lnTo>
                  <a:lnTo>
                    <a:pt x="2207470" y="101412"/>
                  </a:lnTo>
                  <a:lnTo>
                    <a:pt x="2207503" y="101427"/>
                  </a:lnTo>
                  <a:lnTo>
                    <a:pt x="2207531" y="101436"/>
                  </a:lnTo>
                  <a:lnTo>
                    <a:pt x="2207559" y="101441"/>
                  </a:lnTo>
                  <a:lnTo>
                    <a:pt x="2207595" y="101447"/>
                  </a:lnTo>
                  <a:lnTo>
                    <a:pt x="2207661" y="101453"/>
                  </a:lnTo>
                  <a:lnTo>
                    <a:pt x="2207752" y="101459"/>
                  </a:lnTo>
                  <a:lnTo>
                    <a:pt x="2207837" y="101462"/>
                  </a:lnTo>
                  <a:lnTo>
                    <a:pt x="2207905" y="101460"/>
                  </a:lnTo>
                  <a:lnTo>
                    <a:pt x="2207968" y="101455"/>
                  </a:lnTo>
                  <a:lnTo>
                    <a:pt x="2208030" y="101449"/>
                  </a:lnTo>
                  <a:lnTo>
                    <a:pt x="2208096" y="101437"/>
                  </a:lnTo>
                  <a:lnTo>
                    <a:pt x="2208128" y="101433"/>
                  </a:lnTo>
                  <a:lnTo>
                    <a:pt x="2208156" y="101432"/>
                  </a:lnTo>
                  <a:lnTo>
                    <a:pt x="2208175" y="101435"/>
                  </a:lnTo>
                  <a:lnTo>
                    <a:pt x="2208200" y="101438"/>
                  </a:lnTo>
                  <a:lnTo>
                    <a:pt x="2208244" y="101451"/>
                  </a:lnTo>
                  <a:lnTo>
                    <a:pt x="2208297" y="101472"/>
                  </a:lnTo>
                  <a:lnTo>
                    <a:pt x="2208345" y="101487"/>
                  </a:lnTo>
                  <a:lnTo>
                    <a:pt x="2208387" y="101497"/>
                  </a:lnTo>
                  <a:lnTo>
                    <a:pt x="2208422" y="101496"/>
                  </a:lnTo>
                  <a:lnTo>
                    <a:pt x="2208447" y="101493"/>
                  </a:lnTo>
                  <a:lnTo>
                    <a:pt x="2208476" y="101483"/>
                  </a:lnTo>
                  <a:lnTo>
                    <a:pt x="2208527" y="101462"/>
                  </a:lnTo>
                  <a:lnTo>
                    <a:pt x="2208624" y="101427"/>
                  </a:lnTo>
                  <a:lnTo>
                    <a:pt x="2208683" y="101406"/>
                  </a:lnTo>
                  <a:lnTo>
                    <a:pt x="2208769" y="101374"/>
                  </a:lnTo>
                  <a:lnTo>
                    <a:pt x="2208830" y="101351"/>
                  </a:lnTo>
                  <a:lnTo>
                    <a:pt x="2208866" y="101345"/>
                  </a:lnTo>
                  <a:lnTo>
                    <a:pt x="2208920" y="101339"/>
                  </a:lnTo>
                  <a:lnTo>
                    <a:pt x="2209008" y="101341"/>
                  </a:lnTo>
                  <a:lnTo>
                    <a:pt x="2209084" y="101339"/>
                  </a:lnTo>
                  <a:lnTo>
                    <a:pt x="2209128" y="101332"/>
                  </a:lnTo>
                  <a:lnTo>
                    <a:pt x="2209182" y="101324"/>
                  </a:lnTo>
                  <a:lnTo>
                    <a:pt x="2209228" y="101317"/>
                  </a:lnTo>
                  <a:lnTo>
                    <a:pt x="2209321" y="101299"/>
                  </a:lnTo>
                  <a:lnTo>
                    <a:pt x="2209402" y="101281"/>
                  </a:lnTo>
                  <a:lnTo>
                    <a:pt x="2209507" y="101252"/>
                  </a:lnTo>
                  <a:lnTo>
                    <a:pt x="2209577" y="101236"/>
                  </a:lnTo>
                  <a:lnTo>
                    <a:pt x="2209631" y="101225"/>
                  </a:lnTo>
                  <a:lnTo>
                    <a:pt x="2209688" y="101216"/>
                  </a:lnTo>
                  <a:lnTo>
                    <a:pt x="2209727" y="101211"/>
                  </a:lnTo>
                  <a:lnTo>
                    <a:pt x="2209767" y="101206"/>
                  </a:lnTo>
                  <a:lnTo>
                    <a:pt x="2209800" y="101199"/>
                  </a:lnTo>
                  <a:lnTo>
                    <a:pt x="2209824" y="101191"/>
                  </a:lnTo>
                  <a:lnTo>
                    <a:pt x="2209853" y="101176"/>
                  </a:lnTo>
                  <a:lnTo>
                    <a:pt x="2209883" y="101164"/>
                  </a:lnTo>
                  <a:lnTo>
                    <a:pt x="2209909" y="101146"/>
                  </a:lnTo>
                  <a:lnTo>
                    <a:pt x="2209933" y="101130"/>
                  </a:lnTo>
                  <a:lnTo>
                    <a:pt x="2209967" y="101102"/>
                  </a:lnTo>
                  <a:lnTo>
                    <a:pt x="2210001" y="101070"/>
                  </a:lnTo>
                  <a:lnTo>
                    <a:pt x="2210038" y="101040"/>
                  </a:lnTo>
                  <a:lnTo>
                    <a:pt x="2210080" y="101012"/>
                  </a:lnTo>
                  <a:lnTo>
                    <a:pt x="2210122" y="100983"/>
                  </a:lnTo>
                  <a:lnTo>
                    <a:pt x="2210167" y="100959"/>
                  </a:lnTo>
                  <a:lnTo>
                    <a:pt x="2210234" y="100926"/>
                  </a:lnTo>
                  <a:lnTo>
                    <a:pt x="2210280" y="100906"/>
                  </a:lnTo>
                  <a:lnTo>
                    <a:pt x="2210325" y="100887"/>
                  </a:lnTo>
                  <a:lnTo>
                    <a:pt x="2210381" y="100858"/>
                  </a:lnTo>
                  <a:lnTo>
                    <a:pt x="2210426" y="100828"/>
                  </a:lnTo>
                  <a:lnTo>
                    <a:pt x="2210468" y="100800"/>
                  </a:lnTo>
                  <a:lnTo>
                    <a:pt x="2210516" y="100764"/>
                  </a:lnTo>
                  <a:lnTo>
                    <a:pt x="2210574" y="100724"/>
                  </a:lnTo>
                  <a:lnTo>
                    <a:pt x="2210627" y="100689"/>
                  </a:lnTo>
                  <a:lnTo>
                    <a:pt x="2210656" y="100673"/>
                  </a:lnTo>
                  <a:lnTo>
                    <a:pt x="2210680" y="100657"/>
                  </a:lnTo>
                  <a:lnTo>
                    <a:pt x="2210706" y="100633"/>
                  </a:lnTo>
                  <a:lnTo>
                    <a:pt x="2210726" y="100611"/>
                  </a:lnTo>
                  <a:lnTo>
                    <a:pt x="2210745" y="100591"/>
                  </a:lnTo>
                  <a:lnTo>
                    <a:pt x="2210777" y="100540"/>
                  </a:lnTo>
                  <a:lnTo>
                    <a:pt x="2210832" y="100446"/>
                  </a:lnTo>
                  <a:lnTo>
                    <a:pt x="2210863" y="100399"/>
                  </a:lnTo>
                  <a:lnTo>
                    <a:pt x="2210896" y="100349"/>
                  </a:lnTo>
                  <a:lnTo>
                    <a:pt x="2210929" y="100310"/>
                  </a:lnTo>
                  <a:lnTo>
                    <a:pt x="2210983" y="100250"/>
                  </a:lnTo>
                  <a:lnTo>
                    <a:pt x="2211046" y="100183"/>
                  </a:lnTo>
                  <a:lnTo>
                    <a:pt x="2211089" y="100133"/>
                  </a:lnTo>
                  <a:lnTo>
                    <a:pt x="2211120" y="100092"/>
                  </a:lnTo>
                  <a:lnTo>
                    <a:pt x="2211161" y="100033"/>
                  </a:lnTo>
                  <a:lnTo>
                    <a:pt x="2211197" y="99993"/>
                  </a:lnTo>
                  <a:lnTo>
                    <a:pt x="2211223" y="99971"/>
                  </a:lnTo>
                  <a:lnTo>
                    <a:pt x="2211252" y="99951"/>
                  </a:lnTo>
                  <a:lnTo>
                    <a:pt x="2211300" y="99927"/>
                  </a:lnTo>
                  <a:lnTo>
                    <a:pt x="2211348" y="99904"/>
                  </a:lnTo>
                  <a:lnTo>
                    <a:pt x="2211383" y="99884"/>
                  </a:lnTo>
                  <a:lnTo>
                    <a:pt x="2211409" y="99864"/>
                  </a:lnTo>
                  <a:lnTo>
                    <a:pt x="2211438" y="99842"/>
                  </a:lnTo>
                  <a:lnTo>
                    <a:pt x="2211477" y="99806"/>
                  </a:lnTo>
                  <a:lnTo>
                    <a:pt x="2211527" y="99760"/>
                  </a:lnTo>
                  <a:lnTo>
                    <a:pt x="2211553" y="99734"/>
                  </a:lnTo>
                  <a:lnTo>
                    <a:pt x="2211571" y="99712"/>
                  </a:lnTo>
                  <a:lnTo>
                    <a:pt x="2211594" y="99693"/>
                  </a:lnTo>
                  <a:lnTo>
                    <a:pt x="2211626" y="99678"/>
                  </a:lnTo>
                  <a:lnTo>
                    <a:pt x="2211661" y="99664"/>
                  </a:lnTo>
                  <a:lnTo>
                    <a:pt x="2211702" y="99651"/>
                  </a:lnTo>
                  <a:lnTo>
                    <a:pt x="2211734" y="99640"/>
                  </a:lnTo>
                  <a:lnTo>
                    <a:pt x="2211764" y="99632"/>
                  </a:lnTo>
                  <a:lnTo>
                    <a:pt x="2211791" y="99620"/>
                  </a:lnTo>
                  <a:lnTo>
                    <a:pt x="2211804" y="99611"/>
                  </a:lnTo>
                  <a:lnTo>
                    <a:pt x="2211822" y="99601"/>
                  </a:lnTo>
                  <a:lnTo>
                    <a:pt x="2211841" y="99585"/>
                  </a:lnTo>
                  <a:lnTo>
                    <a:pt x="2211862" y="99565"/>
                  </a:lnTo>
                  <a:lnTo>
                    <a:pt x="2211893" y="99539"/>
                  </a:lnTo>
                  <a:lnTo>
                    <a:pt x="2211959" y="99484"/>
                  </a:lnTo>
                  <a:lnTo>
                    <a:pt x="2212032" y="99426"/>
                  </a:lnTo>
                  <a:lnTo>
                    <a:pt x="2212098" y="99372"/>
                  </a:lnTo>
                  <a:lnTo>
                    <a:pt x="2212127" y="99346"/>
                  </a:lnTo>
                  <a:lnTo>
                    <a:pt x="2212166" y="99312"/>
                  </a:lnTo>
                  <a:lnTo>
                    <a:pt x="2212210" y="99274"/>
                  </a:lnTo>
                  <a:lnTo>
                    <a:pt x="2212242" y="99248"/>
                  </a:lnTo>
                  <a:lnTo>
                    <a:pt x="2212258" y="99238"/>
                  </a:lnTo>
                  <a:lnTo>
                    <a:pt x="2212266" y="99232"/>
                  </a:lnTo>
                  <a:lnTo>
                    <a:pt x="2212287" y="99214"/>
                  </a:lnTo>
                  <a:lnTo>
                    <a:pt x="2212299" y="99205"/>
                  </a:lnTo>
                  <a:lnTo>
                    <a:pt x="2212323" y="99183"/>
                  </a:lnTo>
                  <a:lnTo>
                    <a:pt x="2212338" y="99163"/>
                  </a:lnTo>
                  <a:lnTo>
                    <a:pt x="2212350" y="99140"/>
                  </a:lnTo>
                  <a:lnTo>
                    <a:pt x="2212360" y="99109"/>
                  </a:lnTo>
                  <a:lnTo>
                    <a:pt x="2212366" y="99081"/>
                  </a:lnTo>
                  <a:lnTo>
                    <a:pt x="2212373" y="99048"/>
                  </a:lnTo>
                  <a:lnTo>
                    <a:pt x="2212387" y="99003"/>
                  </a:lnTo>
                  <a:lnTo>
                    <a:pt x="2212404" y="98958"/>
                  </a:lnTo>
                  <a:lnTo>
                    <a:pt x="2212420" y="98910"/>
                  </a:lnTo>
                  <a:lnTo>
                    <a:pt x="2212432" y="98877"/>
                  </a:lnTo>
                  <a:lnTo>
                    <a:pt x="2212445" y="98851"/>
                  </a:lnTo>
                  <a:lnTo>
                    <a:pt x="2212462" y="98824"/>
                  </a:lnTo>
                  <a:lnTo>
                    <a:pt x="2212483" y="98804"/>
                  </a:lnTo>
                  <a:lnTo>
                    <a:pt x="2212522" y="98764"/>
                  </a:lnTo>
                  <a:lnTo>
                    <a:pt x="2212571" y="98714"/>
                  </a:lnTo>
                  <a:lnTo>
                    <a:pt x="2212616" y="98676"/>
                  </a:lnTo>
                  <a:lnTo>
                    <a:pt x="2212637" y="98658"/>
                  </a:lnTo>
                  <a:lnTo>
                    <a:pt x="2212661" y="98646"/>
                  </a:lnTo>
                  <a:lnTo>
                    <a:pt x="2212702" y="98632"/>
                  </a:lnTo>
                  <a:lnTo>
                    <a:pt x="2212721" y="98628"/>
                  </a:lnTo>
                  <a:lnTo>
                    <a:pt x="2212746" y="98627"/>
                  </a:lnTo>
                  <a:lnTo>
                    <a:pt x="2212787" y="98626"/>
                  </a:lnTo>
                  <a:lnTo>
                    <a:pt x="2212841" y="98623"/>
                  </a:lnTo>
                  <a:lnTo>
                    <a:pt x="2212891" y="98618"/>
                  </a:lnTo>
                  <a:lnTo>
                    <a:pt x="2212931" y="98615"/>
                  </a:lnTo>
                  <a:lnTo>
                    <a:pt x="2213005" y="98605"/>
                  </a:lnTo>
                  <a:lnTo>
                    <a:pt x="2213092" y="98599"/>
                  </a:lnTo>
                  <a:lnTo>
                    <a:pt x="2213150" y="98593"/>
                  </a:lnTo>
                  <a:lnTo>
                    <a:pt x="2213210" y="98590"/>
                  </a:lnTo>
                  <a:lnTo>
                    <a:pt x="2213248" y="98587"/>
                  </a:lnTo>
                  <a:lnTo>
                    <a:pt x="2213319" y="98575"/>
                  </a:lnTo>
                  <a:lnTo>
                    <a:pt x="2213378" y="98560"/>
                  </a:lnTo>
                  <a:lnTo>
                    <a:pt x="2213448" y="98537"/>
                  </a:lnTo>
                  <a:lnTo>
                    <a:pt x="2213535" y="98510"/>
                  </a:lnTo>
                  <a:lnTo>
                    <a:pt x="2213572" y="98497"/>
                  </a:lnTo>
                  <a:lnTo>
                    <a:pt x="2213626" y="98476"/>
                  </a:lnTo>
                  <a:lnTo>
                    <a:pt x="2213680" y="98453"/>
                  </a:lnTo>
                  <a:lnTo>
                    <a:pt x="2213701" y="98443"/>
                  </a:lnTo>
                  <a:lnTo>
                    <a:pt x="2213728" y="98433"/>
                  </a:lnTo>
                  <a:lnTo>
                    <a:pt x="2213765" y="98413"/>
                  </a:lnTo>
                  <a:lnTo>
                    <a:pt x="2213803" y="98392"/>
                  </a:lnTo>
                  <a:lnTo>
                    <a:pt x="2213813" y="98385"/>
                  </a:lnTo>
                  <a:lnTo>
                    <a:pt x="2213842" y="98365"/>
                  </a:lnTo>
                  <a:lnTo>
                    <a:pt x="2213850" y="98363"/>
                  </a:lnTo>
                  <a:lnTo>
                    <a:pt x="2213878" y="98348"/>
                  </a:lnTo>
                  <a:lnTo>
                    <a:pt x="2213933" y="98312"/>
                  </a:lnTo>
                  <a:lnTo>
                    <a:pt x="2213981" y="98280"/>
                  </a:lnTo>
                  <a:lnTo>
                    <a:pt x="2214018" y="98256"/>
                  </a:lnTo>
                  <a:lnTo>
                    <a:pt x="2214063" y="98224"/>
                  </a:lnTo>
                  <a:lnTo>
                    <a:pt x="2214094" y="98198"/>
                  </a:lnTo>
                  <a:lnTo>
                    <a:pt x="2214118" y="98174"/>
                  </a:lnTo>
                  <a:lnTo>
                    <a:pt x="2214128" y="98156"/>
                  </a:lnTo>
                  <a:lnTo>
                    <a:pt x="2214142" y="98123"/>
                  </a:lnTo>
                  <a:lnTo>
                    <a:pt x="2214159" y="98078"/>
                  </a:lnTo>
                  <a:lnTo>
                    <a:pt x="2214171" y="98041"/>
                  </a:lnTo>
                  <a:lnTo>
                    <a:pt x="2214180" y="98002"/>
                  </a:lnTo>
                  <a:lnTo>
                    <a:pt x="2214187" y="97977"/>
                  </a:lnTo>
                  <a:lnTo>
                    <a:pt x="2214194" y="97950"/>
                  </a:lnTo>
                  <a:lnTo>
                    <a:pt x="2214198" y="97920"/>
                  </a:lnTo>
                  <a:lnTo>
                    <a:pt x="2214203" y="97878"/>
                  </a:lnTo>
                  <a:lnTo>
                    <a:pt x="2214209" y="97822"/>
                  </a:lnTo>
                  <a:lnTo>
                    <a:pt x="2214213" y="97794"/>
                  </a:lnTo>
                  <a:lnTo>
                    <a:pt x="2214221" y="97746"/>
                  </a:lnTo>
                  <a:lnTo>
                    <a:pt x="2214235" y="97701"/>
                  </a:lnTo>
                  <a:lnTo>
                    <a:pt x="2214252" y="97662"/>
                  </a:lnTo>
                  <a:lnTo>
                    <a:pt x="2214275" y="97625"/>
                  </a:lnTo>
                  <a:lnTo>
                    <a:pt x="2214306" y="97584"/>
                  </a:lnTo>
                  <a:lnTo>
                    <a:pt x="2214336" y="97540"/>
                  </a:lnTo>
                  <a:lnTo>
                    <a:pt x="2214375" y="97499"/>
                  </a:lnTo>
                  <a:lnTo>
                    <a:pt x="2214404" y="97467"/>
                  </a:lnTo>
                  <a:lnTo>
                    <a:pt x="2214427" y="97447"/>
                  </a:lnTo>
                  <a:lnTo>
                    <a:pt x="2214470" y="97415"/>
                  </a:lnTo>
                  <a:lnTo>
                    <a:pt x="2214509" y="97389"/>
                  </a:lnTo>
                  <a:lnTo>
                    <a:pt x="2214541" y="97371"/>
                  </a:lnTo>
                  <a:lnTo>
                    <a:pt x="2214576" y="97358"/>
                  </a:lnTo>
                  <a:lnTo>
                    <a:pt x="2214609" y="97347"/>
                  </a:lnTo>
                  <a:lnTo>
                    <a:pt x="2214628" y="97343"/>
                  </a:lnTo>
                  <a:lnTo>
                    <a:pt x="2214660" y="97340"/>
                  </a:lnTo>
                  <a:lnTo>
                    <a:pt x="2214688" y="97338"/>
                  </a:lnTo>
                  <a:lnTo>
                    <a:pt x="2214718" y="97337"/>
                  </a:lnTo>
                  <a:lnTo>
                    <a:pt x="2214768" y="97345"/>
                  </a:lnTo>
                  <a:lnTo>
                    <a:pt x="2214815" y="97351"/>
                  </a:lnTo>
                  <a:lnTo>
                    <a:pt x="2214939" y="97373"/>
                  </a:lnTo>
                  <a:lnTo>
                    <a:pt x="2215078" y="97398"/>
                  </a:lnTo>
                  <a:lnTo>
                    <a:pt x="2215161" y="97414"/>
                  </a:lnTo>
                  <a:lnTo>
                    <a:pt x="2215233" y="97421"/>
                  </a:lnTo>
                  <a:lnTo>
                    <a:pt x="2215269" y="97426"/>
                  </a:lnTo>
                  <a:lnTo>
                    <a:pt x="2215320" y="97423"/>
                  </a:lnTo>
                  <a:lnTo>
                    <a:pt x="2215361" y="97420"/>
                  </a:lnTo>
                  <a:lnTo>
                    <a:pt x="2215413" y="97413"/>
                  </a:lnTo>
                  <a:lnTo>
                    <a:pt x="2215459" y="97404"/>
                  </a:lnTo>
                  <a:lnTo>
                    <a:pt x="2215505" y="97389"/>
                  </a:lnTo>
                  <a:lnTo>
                    <a:pt x="2215548" y="97373"/>
                  </a:lnTo>
                  <a:lnTo>
                    <a:pt x="2215569" y="97357"/>
                  </a:lnTo>
                  <a:lnTo>
                    <a:pt x="2215576" y="97343"/>
                  </a:lnTo>
                  <a:lnTo>
                    <a:pt x="2215584" y="97331"/>
                  </a:lnTo>
                  <a:lnTo>
                    <a:pt x="2215588" y="97313"/>
                  </a:lnTo>
                  <a:lnTo>
                    <a:pt x="2215589" y="97273"/>
                  </a:lnTo>
                  <a:lnTo>
                    <a:pt x="2215584" y="97230"/>
                  </a:lnTo>
                  <a:lnTo>
                    <a:pt x="2215591" y="97199"/>
                  </a:lnTo>
                  <a:lnTo>
                    <a:pt x="2215595" y="97172"/>
                  </a:lnTo>
                  <a:lnTo>
                    <a:pt x="2215607" y="97145"/>
                  </a:lnTo>
                  <a:lnTo>
                    <a:pt x="2215616" y="97116"/>
                  </a:lnTo>
                  <a:lnTo>
                    <a:pt x="2215621" y="97098"/>
                  </a:lnTo>
                  <a:lnTo>
                    <a:pt x="2215619" y="97063"/>
                  </a:lnTo>
                  <a:lnTo>
                    <a:pt x="2215622" y="97023"/>
                  </a:lnTo>
                  <a:lnTo>
                    <a:pt x="2215629" y="96990"/>
                  </a:lnTo>
                  <a:lnTo>
                    <a:pt x="2215645" y="96933"/>
                  </a:lnTo>
                  <a:lnTo>
                    <a:pt x="2215659" y="96892"/>
                  </a:lnTo>
                  <a:lnTo>
                    <a:pt x="2215669" y="96873"/>
                  </a:lnTo>
                  <a:lnTo>
                    <a:pt x="2215684" y="96843"/>
                  </a:lnTo>
                  <a:lnTo>
                    <a:pt x="2215702" y="96823"/>
                  </a:lnTo>
                  <a:lnTo>
                    <a:pt x="2215720" y="96802"/>
                  </a:lnTo>
                  <a:lnTo>
                    <a:pt x="2215752" y="96772"/>
                  </a:lnTo>
                  <a:lnTo>
                    <a:pt x="2215797" y="96736"/>
                  </a:lnTo>
                  <a:lnTo>
                    <a:pt x="2215839" y="96704"/>
                  </a:lnTo>
                  <a:lnTo>
                    <a:pt x="2215892" y="96671"/>
                  </a:lnTo>
                  <a:lnTo>
                    <a:pt x="2215940" y="96645"/>
                  </a:lnTo>
                  <a:lnTo>
                    <a:pt x="2215988" y="96623"/>
                  </a:lnTo>
                  <a:lnTo>
                    <a:pt x="2216007" y="96612"/>
                  </a:lnTo>
                  <a:lnTo>
                    <a:pt x="2216020" y="96602"/>
                  </a:lnTo>
                  <a:lnTo>
                    <a:pt x="2216036" y="96588"/>
                  </a:lnTo>
                  <a:lnTo>
                    <a:pt x="2216041" y="96579"/>
                  </a:lnTo>
                  <a:lnTo>
                    <a:pt x="2216053" y="96553"/>
                  </a:lnTo>
                  <a:lnTo>
                    <a:pt x="2216062" y="96516"/>
                  </a:lnTo>
                  <a:lnTo>
                    <a:pt x="2216071" y="96483"/>
                  </a:lnTo>
                  <a:lnTo>
                    <a:pt x="2216085" y="96429"/>
                  </a:lnTo>
                  <a:lnTo>
                    <a:pt x="2216093" y="96379"/>
                  </a:lnTo>
                  <a:lnTo>
                    <a:pt x="2216110" y="96332"/>
                  </a:lnTo>
                  <a:lnTo>
                    <a:pt x="2216122" y="96289"/>
                  </a:lnTo>
                  <a:lnTo>
                    <a:pt x="2216143" y="96234"/>
                  </a:lnTo>
                  <a:lnTo>
                    <a:pt x="2216163" y="96189"/>
                  </a:lnTo>
                  <a:lnTo>
                    <a:pt x="2216186" y="96156"/>
                  </a:lnTo>
                  <a:lnTo>
                    <a:pt x="2216199" y="96140"/>
                  </a:lnTo>
                  <a:lnTo>
                    <a:pt x="2216211" y="96118"/>
                  </a:lnTo>
                  <a:lnTo>
                    <a:pt x="2216221" y="96099"/>
                  </a:lnTo>
                  <a:lnTo>
                    <a:pt x="2216231" y="96072"/>
                  </a:lnTo>
                  <a:lnTo>
                    <a:pt x="2216240" y="96040"/>
                  </a:lnTo>
                  <a:lnTo>
                    <a:pt x="2216250" y="96011"/>
                  </a:lnTo>
                  <a:lnTo>
                    <a:pt x="2216264" y="95972"/>
                  </a:lnTo>
                  <a:lnTo>
                    <a:pt x="2216278" y="95929"/>
                  </a:lnTo>
                  <a:lnTo>
                    <a:pt x="2216295" y="95875"/>
                  </a:lnTo>
                  <a:lnTo>
                    <a:pt x="2216314" y="95830"/>
                  </a:lnTo>
                  <a:lnTo>
                    <a:pt x="2216329" y="95787"/>
                  </a:lnTo>
                  <a:lnTo>
                    <a:pt x="2216343" y="95755"/>
                  </a:lnTo>
                  <a:lnTo>
                    <a:pt x="2216361" y="95726"/>
                  </a:lnTo>
                  <a:lnTo>
                    <a:pt x="2216387" y="95691"/>
                  </a:lnTo>
                  <a:lnTo>
                    <a:pt x="2216415" y="95657"/>
                  </a:lnTo>
                  <a:lnTo>
                    <a:pt x="2216446" y="95627"/>
                  </a:lnTo>
                  <a:lnTo>
                    <a:pt x="2216473" y="95603"/>
                  </a:lnTo>
                  <a:lnTo>
                    <a:pt x="2216494" y="95587"/>
                  </a:lnTo>
                  <a:lnTo>
                    <a:pt x="2216528" y="95565"/>
                  </a:lnTo>
                  <a:lnTo>
                    <a:pt x="2216544" y="95553"/>
                  </a:lnTo>
                  <a:lnTo>
                    <a:pt x="2216579" y="95539"/>
                  </a:lnTo>
                  <a:lnTo>
                    <a:pt x="2216611" y="95522"/>
                  </a:lnTo>
                  <a:lnTo>
                    <a:pt x="2216638" y="95514"/>
                  </a:lnTo>
                  <a:lnTo>
                    <a:pt x="2216671" y="95505"/>
                  </a:lnTo>
                  <a:lnTo>
                    <a:pt x="2216712" y="95498"/>
                  </a:lnTo>
                  <a:lnTo>
                    <a:pt x="2216755" y="95490"/>
                  </a:lnTo>
                  <a:lnTo>
                    <a:pt x="2216826" y="95476"/>
                  </a:lnTo>
                  <a:lnTo>
                    <a:pt x="2216886" y="95473"/>
                  </a:lnTo>
                  <a:lnTo>
                    <a:pt x="2216954" y="95467"/>
                  </a:lnTo>
                  <a:lnTo>
                    <a:pt x="2217039" y="95461"/>
                  </a:lnTo>
                  <a:lnTo>
                    <a:pt x="2217118" y="95456"/>
                  </a:lnTo>
                  <a:lnTo>
                    <a:pt x="2217203" y="95450"/>
                  </a:lnTo>
                  <a:lnTo>
                    <a:pt x="2217307" y="95444"/>
                  </a:lnTo>
                  <a:lnTo>
                    <a:pt x="2217370" y="95438"/>
                  </a:lnTo>
                  <a:lnTo>
                    <a:pt x="2217416" y="95433"/>
                  </a:lnTo>
                  <a:lnTo>
                    <a:pt x="2217471" y="95422"/>
                  </a:lnTo>
                  <a:lnTo>
                    <a:pt x="2217525" y="95413"/>
                  </a:lnTo>
                  <a:lnTo>
                    <a:pt x="2217563" y="95406"/>
                  </a:lnTo>
                  <a:lnTo>
                    <a:pt x="2217648" y="95396"/>
                  </a:lnTo>
                  <a:lnTo>
                    <a:pt x="2217700" y="95391"/>
                  </a:lnTo>
                  <a:lnTo>
                    <a:pt x="2217798" y="95379"/>
                  </a:lnTo>
                  <a:lnTo>
                    <a:pt x="2217847" y="95374"/>
                  </a:lnTo>
                  <a:lnTo>
                    <a:pt x="2217891" y="95365"/>
                  </a:lnTo>
                  <a:lnTo>
                    <a:pt x="2217959" y="95352"/>
                  </a:lnTo>
                  <a:lnTo>
                    <a:pt x="2218026" y="95334"/>
                  </a:lnTo>
                  <a:lnTo>
                    <a:pt x="2218073" y="95327"/>
                  </a:lnTo>
                  <a:lnTo>
                    <a:pt x="2218111" y="95323"/>
                  </a:lnTo>
                  <a:lnTo>
                    <a:pt x="2218144" y="95320"/>
                  </a:lnTo>
                  <a:lnTo>
                    <a:pt x="2218193" y="95319"/>
                  </a:lnTo>
                  <a:lnTo>
                    <a:pt x="2218232" y="95319"/>
                  </a:lnTo>
                  <a:lnTo>
                    <a:pt x="2218292" y="95324"/>
                  </a:lnTo>
                  <a:lnTo>
                    <a:pt x="2218374" y="95331"/>
                  </a:lnTo>
                  <a:lnTo>
                    <a:pt x="2218413" y="95336"/>
                  </a:lnTo>
                  <a:lnTo>
                    <a:pt x="2218449" y="95339"/>
                  </a:lnTo>
                  <a:lnTo>
                    <a:pt x="2218504" y="95343"/>
                  </a:lnTo>
                  <a:lnTo>
                    <a:pt x="2218573" y="95347"/>
                  </a:lnTo>
                  <a:lnTo>
                    <a:pt x="2218625" y="95350"/>
                  </a:lnTo>
                  <a:lnTo>
                    <a:pt x="2218653" y="95349"/>
                  </a:lnTo>
                  <a:lnTo>
                    <a:pt x="2218674" y="95346"/>
                  </a:lnTo>
                  <a:lnTo>
                    <a:pt x="2218702" y="95344"/>
                  </a:lnTo>
                  <a:lnTo>
                    <a:pt x="2218734" y="95335"/>
                  </a:lnTo>
                  <a:lnTo>
                    <a:pt x="2218775" y="95319"/>
                  </a:lnTo>
                  <a:lnTo>
                    <a:pt x="2218801" y="95304"/>
                  </a:lnTo>
                  <a:lnTo>
                    <a:pt x="2218820" y="95290"/>
                  </a:lnTo>
                  <a:lnTo>
                    <a:pt x="2218835" y="95273"/>
                  </a:lnTo>
                  <a:lnTo>
                    <a:pt x="2218850" y="95247"/>
                  </a:lnTo>
                  <a:lnTo>
                    <a:pt x="2218863" y="95222"/>
                  </a:lnTo>
                  <a:lnTo>
                    <a:pt x="2218873" y="95198"/>
                  </a:lnTo>
                  <a:lnTo>
                    <a:pt x="2218885" y="95169"/>
                  </a:lnTo>
                  <a:lnTo>
                    <a:pt x="2218894" y="95136"/>
                  </a:lnTo>
                  <a:lnTo>
                    <a:pt x="2218925" y="95033"/>
                  </a:lnTo>
                  <a:lnTo>
                    <a:pt x="2218956" y="94956"/>
                  </a:lnTo>
                  <a:lnTo>
                    <a:pt x="2218976" y="94909"/>
                  </a:lnTo>
                  <a:lnTo>
                    <a:pt x="2219005" y="94843"/>
                  </a:lnTo>
                  <a:lnTo>
                    <a:pt x="2219030" y="94796"/>
                  </a:lnTo>
                  <a:lnTo>
                    <a:pt x="2219061" y="94745"/>
                  </a:lnTo>
                  <a:lnTo>
                    <a:pt x="2219086" y="94706"/>
                  </a:lnTo>
                  <a:lnTo>
                    <a:pt x="2219108" y="94677"/>
                  </a:lnTo>
                  <a:lnTo>
                    <a:pt x="2219122" y="94656"/>
                  </a:lnTo>
                  <a:lnTo>
                    <a:pt x="2219138" y="94637"/>
                  </a:lnTo>
                  <a:lnTo>
                    <a:pt x="2219174" y="94595"/>
                  </a:lnTo>
                  <a:lnTo>
                    <a:pt x="2219205" y="94554"/>
                  </a:lnTo>
                  <a:lnTo>
                    <a:pt x="2219241" y="94512"/>
                  </a:lnTo>
                  <a:lnTo>
                    <a:pt x="2219272" y="94479"/>
                  </a:lnTo>
                  <a:lnTo>
                    <a:pt x="2219301" y="94445"/>
                  </a:lnTo>
                  <a:lnTo>
                    <a:pt x="2219324" y="94423"/>
                  </a:lnTo>
                  <a:lnTo>
                    <a:pt x="2219345" y="94397"/>
                  </a:lnTo>
                  <a:lnTo>
                    <a:pt x="2219360" y="94376"/>
                  </a:lnTo>
                  <a:lnTo>
                    <a:pt x="2219391" y="94336"/>
                  </a:lnTo>
                  <a:lnTo>
                    <a:pt x="2219412" y="94311"/>
                  </a:lnTo>
                  <a:lnTo>
                    <a:pt x="2219430" y="94293"/>
                  </a:lnTo>
                  <a:lnTo>
                    <a:pt x="2219460" y="94275"/>
                  </a:lnTo>
                  <a:lnTo>
                    <a:pt x="2219500" y="94250"/>
                  </a:lnTo>
                  <a:lnTo>
                    <a:pt x="2219526" y="94236"/>
                  </a:lnTo>
                  <a:lnTo>
                    <a:pt x="2219564" y="94224"/>
                  </a:lnTo>
                  <a:lnTo>
                    <a:pt x="2219589" y="94217"/>
                  </a:lnTo>
                  <a:lnTo>
                    <a:pt x="2219624" y="94214"/>
                  </a:lnTo>
                  <a:lnTo>
                    <a:pt x="2219679" y="94211"/>
                  </a:lnTo>
                  <a:lnTo>
                    <a:pt x="2219772" y="94209"/>
                  </a:lnTo>
                  <a:lnTo>
                    <a:pt x="2219849" y="94209"/>
                  </a:lnTo>
                  <a:lnTo>
                    <a:pt x="2219915" y="94209"/>
                  </a:lnTo>
                  <a:lnTo>
                    <a:pt x="2220096" y="94208"/>
                  </a:lnTo>
                  <a:lnTo>
                    <a:pt x="2220184" y="94210"/>
                  </a:lnTo>
                  <a:lnTo>
                    <a:pt x="2220234" y="94209"/>
                  </a:lnTo>
                  <a:lnTo>
                    <a:pt x="2220275" y="94208"/>
                  </a:lnTo>
                  <a:lnTo>
                    <a:pt x="2220297" y="94205"/>
                  </a:lnTo>
                  <a:lnTo>
                    <a:pt x="2220321" y="94203"/>
                  </a:lnTo>
                  <a:lnTo>
                    <a:pt x="2220362" y="94194"/>
                  </a:lnTo>
                  <a:lnTo>
                    <a:pt x="2220411" y="94181"/>
                  </a:lnTo>
                  <a:lnTo>
                    <a:pt x="2220460" y="94170"/>
                  </a:lnTo>
                  <a:lnTo>
                    <a:pt x="2220500" y="94157"/>
                  </a:lnTo>
                  <a:lnTo>
                    <a:pt x="2220557" y="94144"/>
                  </a:lnTo>
                  <a:lnTo>
                    <a:pt x="2220587" y="94135"/>
                  </a:lnTo>
                  <a:lnTo>
                    <a:pt x="2220628" y="94123"/>
                  </a:lnTo>
                  <a:lnTo>
                    <a:pt x="2220657" y="94112"/>
                  </a:lnTo>
                  <a:lnTo>
                    <a:pt x="2220692" y="94096"/>
                  </a:lnTo>
                  <a:lnTo>
                    <a:pt x="2220724" y="94077"/>
                  </a:lnTo>
                  <a:lnTo>
                    <a:pt x="2220761" y="94049"/>
                  </a:lnTo>
                  <a:lnTo>
                    <a:pt x="2220798" y="94019"/>
                  </a:lnTo>
                  <a:lnTo>
                    <a:pt x="2220827" y="93994"/>
                  </a:lnTo>
                  <a:lnTo>
                    <a:pt x="2220853" y="93962"/>
                  </a:lnTo>
                  <a:lnTo>
                    <a:pt x="2220871" y="93933"/>
                  </a:lnTo>
                  <a:lnTo>
                    <a:pt x="2220880" y="93909"/>
                  </a:lnTo>
                  <a:lnTo>
                    <a:pt x="2220882" y="93890"/>
                  </a:lnTo>
                  <a:lnTo>
                    <a:pt x="2220878" y="93865"/>
                  </a:lnTo>
                  <a:lnTo>
                    <a:pt x="2220872" y="93844"/>
                  </a:lnTo>
                  <a:lnTo>
                    <a:pt x="2220859" y="93819"/>
                  </a:lnTo>
                  <a:lnTo>
                    <a:pt x="2220827" y="93770"/>
                  </a:lnTo>
                  <a:lnTo>
                    <a:pt x="2220803" y="93732"/>
                  </a:lnTo>
                  <a:lnTo>
                    <a:pt x="2220794" y="93720"/>
                  </a:lnTo>
                  <a:lnTo>
                    <a:pt x="2220764" y="93675"/>
                  </a:lnTo>
                  <a:lnTo>
                    <a:pt x="2220744" y="93648"/>
                  </a:lnTo>
                  <a:lnTo>
                    <a:pt x="2220732" y="93629"/>
                  </a:lnTo>
                  <a:lnTo>
                    <a:pt x="2220702" y="93593"/>
                  </a:lnTo>
                  <a:lnTo>
                    <a:pt x="2220682" y="93567"/>
                  </a:lnTo>
                  <a:lnTo>
                    <a:pt x="2220664" y="93540"/>
                  </a:lnTo>
                  <a:lnTo>
                    <a:pt x="2220657" y="93519"/>
                  </a:lnTo>
                  <a:lnTo>
                    <a:pt x="2220650" y="93484"/>
                  </a:lnTo>
                  <a:lnTo>
                    <a:pt x="2220646" y="93463"/>
                  </a:lnTo>
                  <a:lnTo>
                    <a:pt x="2220640" y="93454"/>
                  </a:lnTo>
                  <a:lnTo>
                    <a:pt x="2220613" y="93396"/>
                  </a:lnTo>
                  <a:lnTo>
                    <a:pt x="2220580" y="93339"/>
                  </a:lnTo>
                  <a:lnTo>
                    <a:pt x="2220562" y="93316"/>
                  </a:lnTo>
                  <a:lnTo>
                    <a:pt x="2220547" y="93298"/>
                  </a:lnTo>
                  <a:lnTo>
                    <a:pt x="2220539" y="93290"/>
                  </a:lnTo>
                  <a:lnTo>
                    <a:pt x="2220518" y="93271"/>
                  </a:lnTo>
                  <a:lnTo>
                    <a:pt x="2220507" y="93256"/>
                  </a:lnTo>
                  <a:lnTo>
                    <a:pt x="2220500" y="93231"/>
                  </a:lnTo>
                  <a:lnTo>
                    <a:pt x="2220496" y="93208"/>
                  </a:lnTo>
                  <a:lnTo>
                    <a:pt x="2220488" y="93164"/>
                  </a:lnTo>
                  <a:lnTo>
                    <a:pt x="2220486" y="93123"/>
                  </a:lnTo>
                  <a:lnTo>
                    <a:pt x="2220489" y="93077"/>
                  </a:lnTo>
                  <a:lnTo>
                    <a:pt x="2220493" y="93051"/>
                  </a:lnTo>
                  <a:lnTo>
                    <a:pt x="2220501" y="93032"/>
                  </a:lnTo>
                  <a:lnTo>
                    <a:pt x="2220506" y="93020"/>
                  </a:lnTo>
                  <a:lnTo>
                    <a:pt x="2220518" y="93002"/>
                  </a:lnTo>
                  <a:lnTo>
                    <a:pt x="2220534" y="92983"/>
                  </a:lnTo>
                  <a:lnTo>
                    <a:pt x="2220553" y="92971"/>
                  </a:lnTo>
                  <a:lnTo>
                    <a:pt x="2220574" y="92957"/>
                  </a:lnTo>
                  <a:lnTo>
                    <a:pt x="2220595" y="92944"/>
                  </a:lnTo>
                  <a:lnTo>
                    <a:pt x="2220617" y="92940"/>
                  </a:lnTo>
                  <a:lnTo>
                    <a:pt x="2220649" y="92932"/>
                  </a:lnTo>
                  <a:lnTo>
                    <a:pt x="2220660" y="92931"/>
                  </a:lnTo>
                  <a:lnTo>
                    <a:pt x="2220671" y="92931"/>
                  </a:lnTo>
                  <a:lnTo>
                    <a:pt x="2220704" y="92932"/>
                  </a:lnTo>
                  <a:lnTo>
                    <a:pt x="2220737" y="92931"/>
                  </a:lnTo>
                  <a:lnTo>
                    <a:pt x="2220770" y="92930"/>
                  </a:lnTo>
                  <a:lnTo>
                    <a:pt x="2220789" y="92928"/>
                  </a:lnTo>
                  <a:lnTo>
                    <a:pt x="2220798" y="92928"/>
                  </a:lnTo>
                  <a:lnTo>
                    <a:pt x="2220814" y="92925"/>
                  </a:lnTo>
                  <a:lnTo>
                    <a:pt x="2220841" y="92917"/>
                  </a:lnTo>
                  <a:lnTo>
                    <a:pt x="2220879" y="92906"/>
                  </a:lnTo>
                  <a:lnTo>
                    <a:pt x="2220920" y="92892"/>
                  </a:lnTo>
                  <a:lnTo>
                    <a:pt x="2220952" y="92879"/>
                  </a:lnTo>
                  <a:lnTo>
                    <a:pt x="2220980" y="92868"/>
                  </a:lnTo>
                  <a:lnTo>
                    <a:pt x="2221041" y="92835"/>
                  </a:lnTo>
                  <a:lnTo>
                    <a:pt x="2221112" y="92797"/>
                  </a:lnTo>
                  <a:lnTo>
                    <a:pt x="2221169" y="92767"/>
                  </a:lnTo>
                  <a:lnTo>
                    <a:pt x="2221216" y="92746"/>
                  </a:lnTo>
                  <a:lnTo>
                    <a:pt x="2221261" y="92732"/>
                  </a:lnTo>
                  <a:lnTo>
                    <a:pt x="2221293" y="92727"/>
                  </a:lnTo>
                  <a:lnTo>
                    <a:pt x="2221326" y="92726"/>
                  </a:lnTo>
                  <a:lnTo>
                    <a:pt x="2221451" y="92725"/>
                  </a:lnTo>
                  <a:lnTo>
                    <a:pt x="2221554" y="92724"/>
                  </a:lnTo>
                  <a:lnTo>
                    <a:pt x="2221644" y="92722"/>
                  </a:lnTo>
                  <a:lnTo>
                    <a:pt x="2221726" y="92717"/>
                  </a:lnTo>
                  <a:lnTo>
                    <a:pt x="2221799" y="92712"/>
                  </a:lnTo>
                  <a:lnTo>
                    <a:pt x="2221870" y="92705"/>
                  </a:lnTo>
                  <a:lnTo>
                    <a:pt x="2221950" y="92694"/>
                  </a:lnTo>
                  <a:lnTo>
                    <a:pt x="2222027" y="92682"/>
                  </a:lnTo>
                  <a:lnTo>
                    <a:pt x="2222115" y="92665"/>
                  </a:lnTo>
                  <a:lnTo>
                    <a:pt x="2222190" y="92647"/>
                  </a:lnTo>
                  <a:lnTo>
                    <a:pt x="2222263" y="92633"/>
                  </a:lnTo>
                  <a:lnTo>
                    <a:pt x="2222330" y="92615"/>
                  </a:lnTo>
                  <a:lnTo>
                    <a:pt x="2222400" y="92598"/>
                  </a:lnTo>
                  <a:lnTo>
                    <a:pt x="2222474" y="92576"/>
                  </a:lnTo>
                  <a:lnTo>
                    <a:pt x="2222557" y="92546"/>
                  </a:lnTo>
                  <a:lnTo>
                    <a:pt x="2222636" y="92521"/>
                  </a:lnTo>
                  <a:lnTo>
                    <a:pt x="2222686" y="92504"/>
                  </a:lnTo>
                  <a:lnTo>
                    <a:pt x="2222733" y="92492"/>
                  </a:lnTo>
                  <a:lnTo>
                    <a:pt x="2222798" y="92478"/>
                  </a:lnTo>
                  <a:lnTo>
                    <a:pt x="2222853" y="92466"/>
                  </a:lnTo>
                  <a:lnTo>
                    <a:pt x="2222900" y="92457"/>
                  </a:lnTo>
                  <a:lnTo>
                    <a:pt x="2222949" y="92446"/>
                  </a:lnTo>
                  <a:lnTo>
                    <a:pt x="2222988" y="92438"/>
                  </a:lnTo>
                  <a:lnTo>
                    <a:pt x="2223000" y="92438"/>
                  </a:lnTo>
                  <a:lnTo>
                    <a:pt x="2223017" y="92435"/>
                  </a:lnTo>
                  <a:lnTo>
                    <a:pt x="2223054" y="92425"/>
                  </a:lnTo>
                  <a:lnTo>
                    <a:pt x="2223111" y="92408"/>
                  </a:lnTo>
                  <a:lnTo>
                    <a:pt x="2223179" y="92390"/>
                  </a:lnTo>
                  <a:lnTo>
                    <a:pt x="2223213" y="92377"/>
                  </a:lnTo>
                  <a:lnTo>
                    <a:pt x="2223257" y="92362"/>
                  </a:lnTo>
                  <a:lnTo>
                    <a:pt x="2223312" y="92345"/>
                  </a:lnTo>
                  <a:lnTo>
                    <a:pt x="2223375" y="92326"/>
                  </a:lnTo>
                  <a:lnTo>
                    <a:pt x="2223423" y="92306"/>
                  </a:lnTo>
                  <a:lnTo>
                    <a:pt x="2223453" y="92292"/>
                  </a:lnTo>
                  <a:lnTo>
                    <a:pt x="2223503" y="92267"/>
                  </a:lnTo>
                  <a:lnTo>
                    <a:pt x="2223557" y="92241"/>
                  </a:lnTo>
                  <a:lnTo>
                    <a:pt x="2223609" y="92216"/>
                  </a:lnTo>
                  <a:lnTo>
                    <a:pt x="2223644" y="92198"/>
                  </a:lnTo>
                  <a:lnTo>
                    <a:pt x="2223690" y="92172"/>
                  </a:lnTo>
                  <a:lnTo>
                    <a:pt x="2223727" y="92150"/>
                  </a:lnTo>
                  <a:lnTo>
                    <a:pt x="2223761" y="92135"/>
                  </a:lnTo>
                  <a:lnTo>
                    <a:pt x="2223792" y="92121"/>
                  </a:lnTo>
                  <a:lnTo>
                    <a:pt x="2223832" y="92107"/>
                  </a:lnTo>
                  <a:lnTo>
                    <a:pt x="2223883" y="92090"/>
                  </a:lnTo>
                  <a:lnTo>
                    <a:pt x="2223915" y="92080"/>
                  </a:lnTo>
                  <a:lnTo>
                    <a:pt x="2223949" y="92069"/>
                  </a:lnTo>
                  <a:lnTo>
                    <a:pt x="2223982" y="92054"/>
                  </a:lnTo>
                  <a:lnTo>
                    <a:pt x="2224016" y="92038"/>
                  </a:lnTo>
                  <a:lnTo>
                    <a:pt x="2224043" y="92023"/>
                  </a:lnTo>
                  <a:lnTo>
                    <a:pt x="2224083" y="91999"/>
                  </a:lnTo>
                  <a:lnTo>
                    <a:pt x="2224117" y="91977"/>
                  </a:lnTo>
                  <a:lnTo>
                    <a:pt x="2224142" y="91956"/>
                  </a:lnTo>
                  <a:lnTo>
                    <a:pt x="2224167" y="91939"/>
                  </a:lnTo>
                  <a:lnTo>
                    <a:pt x="2224201" y="91910"/>
                  </a:lnTo>
                  <a:lnTo>
                    <a:pt x="2224242" y="91878"/>
                  </a:lnTo>
                  <a:lnTo>
                    <a:pt x="2224275" y="91851"/>
                  </a:lnTo>
                  <a:lnTo>
                    <a:pt x="2224316" y="91819"/>
                  </a:lnTo>
                  <a:lnTo>
                    <a:pt x="2224345" y="91792"/>
                  </a:lnTo>
                  <a:lnTo>
                    <a:pt x="2224379" y="91752"/>
                  </a:lnTo>
                  <a:lnTo>
                    <a:pt x="2224413" y="91706"/>
                  </a:lnTo>
                  <a:lnTo>
                    <a:pt x="2224432" y="91668"/>
                  </a:lnTo>
                  <a:lnTo>
                    <a:pt x="2224448" y="91625"/>
                  </a:lnTo>
                  <a:lnTo>
                    <a:pt x="2224465" y="91577"/>
                  </a:lnTo>
                  <a:lnTo>
                    <a:pt x="2224477" y="91533"/>
                  </a:lnTo>
                  <a:lnTo>
                    <a:pt x="2224479" y="91504"/>
                  </a:lnTo>
                  <a:lnTo>
                    <a:pt x="2224479" y="91464"/>
                  </a:lnTo>
                  <a:lnTo>
                    <a:pt x="2224477" y="91420"/>
                  </a:lnTo>
                  <a:lnTo>
                    <a:pt x="2224472" y="91371"/>
                  </a:lnTo>
                  <a:lnTo>
                    <a:pt x="2224467" y="91336"/>
                  </a:lnTo>
                  <a:lnTo>
                    <a:pt x="2224460" y="91312"/>
                  </a:lnTo>
                  <a:lnTo>
                    <a:pt x="2224447" y="91270"/>
                  </a:lnTo>
                  <a:lnTo>
                    <a:pt x="2224435" y="91234"/>
                  </a:lnTo>
                  <a:lnTo>
                    <a:pt x="2224431" y="91208"/>
                  </a:lnTo>
                  <a:lnTo>
                    <a:pt x="2224424" y="91170"/>
                  </a:lnTo>
                  <a:lnTo>
                    <a:pt x="2224414" y="91144"/>
                  </a:lnTo>
                  <a:lnTo>
                    <a:pt x="2224402" y="91122"/>
                  </a:lnTo>
                  <a:lnTo>
                    <a:pt x="2224377" y="91088"/>
                  </a:lnTo>
                  <a:lnTo>
                    <a:pt x="2224360" y="91066"/>
                  </a:lnTo>
                  <a:lnTo>
                    <a:pt x="2224326" y="91031"/>
                  </a:lnTo>
                  <a:lnTo>
                    <a:pt x="2224296" y="90998"/>
                  </a:lnTo>
                  <a:lnTo>
                    <a:pt x="2224269" y="90968"/>
                  </a:lnTo>
                  <a:lnTo>
                    <a:pt x="2224216" y="90910"/>
                  </a:lnTo>
                  <a:lnTo>
                    <a:pt x="2224178" y="90874"/>
                  </a:lnTo>
                  <a:lnTo>
                    <a:pt x="2224139" y="90832"/>
                  </a:lnTo>
                  <a:lnTo>
                    <a:pt x="2224097" y="90790"/>
                  </a:lnTo>
                  <a:lnTo>
                    <a:pt x="2224059" y="90750"/>
                  </a:lnTo>
                  <a:lnTo>
                    <a:pt x="2224025" y="90710"/>
                  </a:lnTo>
                  <a:lnTo>
                    <a:pt x="2224007" y="90687"/>
                  </a:lnTo>
                  <a:lnTo>
                    <a:pt x="2223997" y="90666"/>
                  </a:lnTo>
                  <a:lnTo>
                    <a:pt x="2223984" y="90636"/>
                  </a:lnTo>
                  <a:lnTo>
                    <a:pt x="2223979" y="90613"/>
                  </a:lnTo>
                  <a:lnTo>
                    <a:pt x="2223976" y="90593"/>
                  </a:lnTo>
                  <a:lnTo>
                    <a:pt x="2223977" y="90563"/>
                  </a:lnTo>
                  <a:lnTo>
                    <a:pt x="2223983" y="90524"/>
                  </a:lnTo>
                  <a:lnTo>
                    <a:pt x="2223987" y="90479"/>
                  </a:lnTo>
                  <a:lnTo>
                    <a:pt x="2223996" y="90452"/>
                  </a:lnTo>
                  <a:lnTo>
                    <a:pt x="2224009" y="90422"/>
                  </a:lnTo>
                  <a:lnTo>
                    <a:pt x="2224030" y="90394"/>
                  </a:lnTo>
                  <a:lnTo>
                    <a:pt x="2224044" y="90376"/>
                  </a:lnTo>
                  <a:lnTo>
                    <a:pt x="2224067" y="90355"/>
                  </a:lnTo>
                  <a:lnTo>
                    <a:pt x="2224090" y="90336"/>
                  </a:lnTo>
                  <a:lnTo>
                    <a:pt x="2224131" y="90300"/>
                  </a:lnTo>
                  <a:lnTo>
                    <a:pt x="2224164" y="90273"/>
                  </a:lnTo>
                  <a:lnTo>
                    <a:pt x="2224205" y="90243"/>
                  </a:lnTo>
                  <a:lnTo>
                    <a:pt x="2224237" y="90220"/>
                  </a:lnTo>
                  <a:lnTo>
                    <a:pt x="2224267" y="90201"/>
                  </a:lnTo>
                  <a:lnTo>
                    <a:pt x="2224309" y="90176"/>
                  </a:lnTo>
                  <a:lnTo>
                    <a:pt x="2224340" y="90160"/>
                  </a:lnTo>
                  <a:lnTo>
                    <a:pt x="2224374" y="90149"/>
                  </a:lnTo>
                  <a:lnTo>
                    <a:pt x="2224407" y="90139"/>
                  </a:lnTo>
                  <a:lnTo>
                    <a:pt x="2224445" y="90128"/>
                  </a:lnTo>
                  <a:lnTo>
                    <a:pt x="2224477" y="90121"/>
                  </a:lnTo>
                  <a:lnTo>
                    <a:pt x="2224509" y="90115"/>
                  </a:lnTo>
                  <a:lnTo>
                    <a:pt x="2224565" y="90107"/>
                  </a:lnTo>
                  <a:lnTo>
                    <a:pt x="2224620" y="90100"/>
                  </a:lnTo>
                  <a:lnTo>
                    <a:pt x="2224696" y="90091"/>
                  </a:lnTo>
                  <a:lnTo>
                    <a:pt x="2224734" y="90088"/>
                  </a:lnTo>
                  <a:lnTo>
                    <a:pt x="2224773" y="90082"/>
                  </a:lnTo>
                  <a:lnTo>
                    <a:pt x="2224818" y="90076"/>
                  </a:lnTo>
                  <a:lnTo>
                    <a:pt x="2224901" y="90068"/>
                  </a:lnTo>
                  <a:lnTo>
                    <a:pt x="2224974" y="90061"/>
                  </a:lnTo>
                  <a:lnTo>
                    <a:pt x="2225032" y="90057"/>
                  </a:lnTo>
                  <a:lnTo>
                    <a:pt x="2225099" y="90050"/>
                  </a:lnTo>
                  <a:lnTo>
                    <a:pt x="2225141" y="90047"/>
                  </a:lnTo>
                  <a:lnTo>
                    <a:pt x="2225212" y="90045"/>
                  </a:lnTo>
                  <a:lnTo>
                    <a:pt x="2225287" y="90046"/>
                  </a:lnTo>
                  <a:lnTo>
                    <a:pt x="2225363" y="90051"/>
                  </a:lnTo>
                  <a:lnTo>
                    <a:pt x="2225409" y="90057"/>
                  </a:lnTo>
                  <a:lnTo>
                    <a:pt x="2225461" y="90066"/>
                  </a:lnTo>
                  <a:lnTo>
                    <a:pt x="2225507" y="90074"/>
                  </a:lnTo>
                  <a:lnTo>
                    <a:pt x="2225557" y="90083"/>
                  </a:lnTo>
                  <a:lnTo>
                    <a:pt x="2225609" y="90094"/>
                  </a:lnTo>
                  <a:lnTo>
                    <a:pt x="2225652" y="90102"/>
                  </a:lnTo>
                  <a:lnTo>
                    <a:pt x="2225678" y="90112"/>
                  </a:lnTo>
                  <a:lnTo>
                    <a:pt x="2225690" y="90116"/>
                  </a:lnTo>
                  <a:lnTo>
                    <a:pt x="2225720" y="90125"/>
                  </a:lnTo>
                  <a:lnTo>
                    <a:pt x="2225759" y="90137"/>
                  </a:lnTo>
                  <a:lnTo>
                    <a:pt x="2225779" y="90144"/>
                  </a:lnTo>
                  <a:lnTo>
                    <a:pt x="2225799" y="90152"/>
                  </a:lnTo>
                  <a:lnTo>
                    <a:pt x="2225849" y="90170"/>
                  </a:lnTo>
                  <a:lnTo>
                    <a:pt x="2225897" y="90188"/>
                  </a:lnTo>
                  <a:lnTo>
                    <a:pt x="2225931" y="90206"/>
                  </a:lnTo>
                  <a:lnTo>
                    <a:pt x="2225979" y="90236"/>
                  </a:lnTo>
                  <a:lnTo>
                    <a:pt x="2226055" y="90281"/>
                  </a:lnTo>
                  <a:lnTo>
                    <a:pt x="2226111" y="90312"/>
                  </a:lnTo>
                  <a:lnTo>
                    <a:pt x="2226167" y="90334"/>
                  </a:lnTo>
                  <a:lnTo>
                    <a:pt x="2226202" y="90349"/>
                  </a:lnTo>
                  <a:lnTo>
                    <a:pt x="2226240" y="90360"/>
                  </a:lnTo>
                  <a:lnTo>
                    <a:pt x="2226284" y="90371"/>
                  </a:lnTo>
                  <a:lnTo>
                    <a:pt x="2226330" y="90381"/>
                  </a:lnTo>
                  <a:lnTo>
                    <a:pt x="2226376" y="90386"/>
                  </a:lnTo>
                  <a:lnTo>
                    <a:pt x="2226463" y="90395"/>
                  </a:lnTo>
                  <a:lnTo>
                    <a:pt x="2226523" y="90402"/>
                  </a:lnTo>
                  <a:lnTo>
                    <a:pt x="2226569" y="90405"/>
                  </a:lnTo>
                  <a:lnTo>
                    <a:pt x="2226612" y="90412"/>
                  </a:lnTo>
                  <a:lnTo>
                    <a:pt x="2226647" y="90419"/>
                  </a:lnTo>
                  <a:lnTo>
                    <a:pt x="2226679" y="90430"/>
                  </a:lnTo>
                  <a:lnTo>
                    <a:pt x="2226720" y="90442"/>
                  </a:lnTo>
                  <a:lnTo>
                    <a:pt x="2226802" y="90461"/>
                  </a:lnTo>
                  <a:lnTo>
                    <a:pt x="2226918" y="90480"/>
                  </a:lnTo>
                  <a:lnTo>
                    <a:pt x="2227017" y="90490"/>
                  </a:lnTo>
                  <a:lnTo>
                    <a:pt x="2227088" y="90494"/>
                  </a:lnTo>
                  <a:lnTo>
                    <a:pt x="2227192" y="90486"/>
                  </a:lnTo>
                  <a:lnTo>
                    <a:pt x="2227235" y="90479"/>
                  </a:lnTo>
                  <a:lnTo>
                    <a:pt x="2227285" y="90471"/>
                  </a:lnTo>
                  <a:lnTo>
                    <a:pt x="2227327" y="90456"/>
                  </a:lnTo>
                  <a:lnTo>
                    <a:pt x="2227361" y="90439"/>
                  </a:lnTo>
                  <a:lnTo>
                    <a:pt x="2227404" y="90413"/>
                  </a:lnTo>
                  <a:lnTo>
                    <a:pt x="2227448" y="90394"/>
                  </a:lnTo>
                  <a:lnTo>
                    <a:pt x="2227493" y="90370"/>
                  </a:lnTo>
                  <a:lnTo>
                    <a:pt x="2227542" y="90345"/>
                  </a:lnTo>
                  <a:lnTo>
                    <a:pt x="2227585" y="90325"/>
                  </a:lnTo>
                  <a:lnTo>
                    <a:pt x="2227627" y="90299"/>
                  </a:lnTo>
                  <a:lnTo>
                    <a:pt x="2227646" y="90285"/>
                  </a:lnTo>
                  <a:lnTo>
                    <a:pt x="2227675" y="90249"/>
                  </a:lnTo>
                  <a:lnTo>
                    <a:pt x="2227695" y="90224"/>
                  </a:lnTo>
                  <a:lnTo>
                    <a:pt x="2227711" y="90200"/>
                  </a:lnTo>
                  <a:lnTo>
                    <a:pt x="2227726" y="90173"/>
                  </a:lnTo>
                  <a:lnTo>
                    <a:pt x="2227738" y="90147"/>
                  </a:lnTo>
                  <a:lnTo>
                    <a:pt x="2227756" y="90108"/>
                  </a:lnTo>
                  <a:lnTo>
                    <a:pt x="2227788" y="90030"/>
                  </a:lnTo>
                  <a:lnTo>
                    <a:pt x="2227800" y="89995"/>
                  </a:lnTo>
                  <a:lnTo>
                    <a:pt x="2227808" y="89980"/>
                  </a:lnTo>
                  <a:lnTo>
                    <a:pt x="2227812" y="89955"/>
                  </a:lnTo>
                  <a:lnTo>
                    <a:pt x="2227815" y="89921"/>
                  </a:lnTo>
                  <a:lnTo>
                    <a:pt x="2227811" y="89880"/>
                  </a:lnTo>
                  <a:lnTo>
                    <a:pt x="2227809" y="89853"/>
                  </a:lnTo>
                  <a:lnTo>
                    <a:pt x="2227800" y="89818"/>
                  </a:lnTo>
                  <a:lnTo>
                    <a:pt x="2227791" y="89764"/>
                  </a:lnTo>
                  <a:lnTo>
                    <a:pt x="2227788" y="89715"/>
                  </a:lnTo>
                  <a:lnTo>
                    <a:pt x="2227788" y="89678"/>
                  </a:lnTo>
                  <a:lnTo>
                    <a:pt x="2227790" y="89609"/>
                  </a:lnTo>
                  <a:lnTo>
                    <a:pt x="2227788" y="89491"/>
                  </a:lnTo>
                  <a:lnTo>
                    <a:pt x="2227784" y="89420"/>
                  </a:lnTo>
                  <a:lnTo>
                    <a:pt x="2227773" y="89380"/>
                  </a:lnTo>
                  <a:lnTo>
                    <a:pt x="2227757" y="89332"/>
                  </a:lnTo>
                  <a:lnTo>
                    <a:pt x="2227739" y="89299"/>
                  </a:lnTo>
                  <a:lnTo>
                    <a:pt x="2227718" y="89259"/>
                  </a:lnTo>
                  <a:lnTo>
                    <a:pt x="2227703" y="89232"/>
                  </a:lnTo>
                  <a:lnTo>
                    <a:pt x="2227676" y="89194"/>
                  </a:lnTo>
                  <a:lnTo>
                    <a:pt x="2227653" y="89163"/>
                  </a:lnTo>
                  <a:lnTo>
                    <a:pt x="2227626" y="89133"/>
                  </a:lnTo>
                  <a:lnTo>
                    <a:pt x="2227609" y="89108"/>
                  </a:lnTo>
                  <a:lnTo>
                    <a:pt x="2227602" y="89091"/>
                  </a:lnTo>
                  <a:lnTo>
                    <a:pt x="2227593" y="89076"/>
                  </a:lnTo>
                  <a:lnTo>
                    <a:pt x="2227587" y="89059"/>
                  </a:lnTo>
                  <a:lnTo>
                    <a:pt x="2227586" y="89043"/>
                  </a:lnTo>
                  <a:lnTo>
                    <a:pt x="2227582" y="89022"/>
                  </a:lnTo>
                  <a:lnTo>
                    <a:pt x="2227584" y="89007"/>
                  </a:lnTo>
                  <a:lnTo>
                    <a:pt x="2227586" y="88989"/>
                  </a:lnTo>
                  <a:lnTo>
                    <a:pt x="2227591" y="88970"/>
                  </a:lnTo>
                  <a:lnTo>
                    <a:pt x="2227596" y="88960"/>
                  </a:lnTo>
                  <a:lnTo>
                    <a:pt x="2227609" y="88942"/>
                  </a:lnTo>
                  <a:lnTo>
                    <a:pt x="2227625" y="88924"/>
                  </a:lnTo>
                  <a:lnTo>
                    <a:pt x="2227646" y="88907"/>
                  </a:lnTo>
                  <a:lnTo>
                    <a:pt x="2227685" y="88871"/>
                  </a:lnTo>
                  <a:lnTo>
                    <a:pt x="2227730" y="88833"/>
                  </a:lnTo>
                  <a:lnTo>
                    <a:pt x="2227765" y="88807"/>
                  </a:lnTo>
                  <a:lnTo>
                    <a:pt x="2227805" y="88779"/>
                  </a:lnTo>
                  <a:lnTo>
                    <a:pt x="2227866" y="88737"/>
                  </a:lnTo>
                  <a:lnTo>
                    <a:pt x="2227909" y="88703"/>
                  </a:lnTo>
                  <a:lnTo>
                    <a:pt x="2227943" y="88679"/>
                  </a:lnTo>
                  <a:lnTo>
                    <a:pt x="2227970" y="88667"/>
                  </a:lnTo>
                  <a:lnTo>
                    <a:pt x="2228000" y="88655"/>
                  </a:lnTo>
                  <a:lnTo>
                    <a:pt x="2228027" y="88646"/>
                  </a:lnTo>
                  <a:lnTo>
                    <a:pt x="2228051" y="88641"/>
                  </a:lnTo>
                  <a:lnTo>
                    <a:pt x="2228073" y="88635"/>
                  </a:lnTo>
                  <a:lnTo>
                    <a:pt x="2228109" y="88626"/>
                  </a:lnTo>
                  <a:lnTo>
                    <a:pt x="2228147" y="88620"/>
                  </a:lnTo>
                  <a:lnTo>
                    <a:pt x="2228205" y="88618"/>
                  </a:lnTo>
                  <a:lnTo>
                    <a:pt x="2228235" y="88621"/>
                  </a:lnTo>
                  <a:lnTo>
                    <a:pt x="2228293" y="88630"/>
                  </a:lnTo>
                  <a:lnTo>
                    <a:pt x="2228338" y="88640"/>
                  </a:lnTo>
                  <a:lnTo>
                    <a:pt x="2228397" y="88660"/>
                  </a:lnTo>
                  <a:lnTo>
                    <a:pt x="2228483" y="88689"/>
                  </a:lnTo>
                  <a:lnTo>
                    <a:pt x="2228578" y="88718"/>
                  </a:lnTo>
                  <a:lnTo>
                    <a:pt x="2228656" y="88739"/>
                  </a:lnTo>
                  <a:lnTo>
                    <a:pt x="2228698" y="88750"/>
                  </a:lnTo>
                  <a:lnTo>
                    <a:pt x="2228760" y="88766"/>
                  </a:lnTo>
                  <a:lnTo>
                    <a:pt x="2228862" y="88788"/>
                  </a:lnTo>
                  <a:lnTo>
                    <a:pt x="2228915" y="88799"/>
                  </a:lnTo>
                  <a:lnTo>
                    <a:pt x="2228946" y="88804"/>
                  </a:lnTo>
                  <a:lnTo>
                    <a:pt x="2229000" y="88806"/>
                  </a:lnTo>
                  <a:lnTo>
                    <a:pt x="2229066" y="88809"/>
                  </a:lnTo>
                  <a:lnTo>
                    <a:pt x="2229127" y="88811"/>
                  </a:lnTo>
                  <a:lnTo>
                    <a:pt x="2229169" y="88814"/>
                  </a:lnTo>
                  <a:lnTo>
                    <a:pt x="2229216" y="88823"/>
                  </a:lnTo>
                  <a:lnTo>
                    <a:pt x="2229243" y="88822"/>
                  </a:lnTo>
                  <a:lnTo>
                    <a:pt x="2229271" y="88821"/>
                  </a:lnTo>
                  <a:lnTo>
                    <a:pt x="2229317" y="88814"/>
                  </a:lnTo>
                  <a:lnTo>
                    <a:pt x="2229361" y="88808"/>
                  </a:lnTo>
                  <a:lnTo>
                    <a:pt x="2229407" y="88795"/>
                  </a:lnTo>
                  <a:lnTo>
                    <a:pt x="2229457" y="88782"/>
                  </a:lnTo>
                  <a:lnTo>
                    <a:pt x="2229525" y="88759"/>
                  </a:lnTo>
                  <a:lnTo>
                    <a:pt x="2229651" y="88718"/>
                  </a:lnTo>
                  <a:lnTo>
                    <a:pt x="2229732" y="88689"/>
                  </a:lnTo>
                  <a:lnTo>
                    <a:pt x="2229817" y="88658"/>
                  </a:lnTo>
                  <a:lnTo>
                    <a:pt x="2229882" y="88631"/>
                  </a:lnTo>
                  <a:lnTo>
                    <a:pt x="2229912" y="88617"/>
                  </a:lnTo>
                  <a:lnTo>
                    <a:pt x="2229928" y="88609"/>
                  </a:lnTo>
                  <a:lnTo>
                    <a:pt x="2229944" y="88601"/>
                  </a:lnTo>
                  <a:lnTo>
                    <a:pt x="2229990" y="88578"/>
                  </a:lnTo>
                  <a:lnTo>
                    <a:pt x="2230008" y="88572"/>
                  </a:lnTo>
                  <a:lnTo>
                    <a:pt x="2230040" y="88562"/>
                  </a:lnTo>
                  <a:lnTo>
                    <a:pt x="2230130" y="88533"/>
                  </a:lnTo>
                  <a:lnTo>
                    <a:pt x="2230208" y="88508"/>
                  </a:lnTo>
                  <a:lnTo>
                    <a:pt x="2230258" y="88493"/>
                  </a:lnTo>
                  <a:lnTo>
                    <a:pt x="2230331" y="88476"/>
                  </a:lnTo>
                  <a:lnTo>
                    <a:pt x="2230434" y="88448"/>
                  </a:lnTo>
                  <a:lnTo>
                    <a:pt x="2230570" y="88414"/>
                  </a:lnTo>
                  <a:lnTo>
                    <a:pt x="2230649" y="88391"/>
                  </a:lnTo>
                  <a:lnTo>
                    <a:pt x="2230736" y="88364"/>
                  </a:lnTo>
                  <a:lnTo>
                    <a:pt x="2230801" y="88341"/>
                  </a:lnTo>
                  <a:lnTo>
                    <a:pt x="2230858" y="88320"/>
                  </a:lnTo>
                  <a:lnTo>
                    <a:pt x="2230896" y="88310"/>
                  </a:lnTo>
                  <a:lnTo>
                    <a:pt x="2230947" y="88293"/>
                  </a:lnTo>
                  <a:lnTo>
                    <a:pt x="2230991" y="88283"/>
                  </a:lnTo>
                  <a:lnTo>
                    <a:pt x="2230996" y="88280"/>
                  </a:lnTo>
                  <a:lnTo>
                    <a:pt x="2231026" y="88271"/>
                  </a:lnTo>
                  <a:lnTo>
                    <a:pt x="2231059" y="88260"/>
                  </a:lnTo>
                  <a:lnTo>
                    <a:pt x="2231110" y="88244"/>
                  </a:lnTo>
                  <a:lnTo>
                    <a:pt x="2231162" y="88228"/>
                  </a:lnTo>
                  <a:lnTo>
                    <a:pt x="2231211" y="88217"/>
                  </a:lnTo>
                  <a:lnTo>
                    <a:pt x="2231253" y="88211"/>
                  </a:lnTo>
                  <a:lnTo>
                    <a:pt x="2231336" y="88202"/>
                  </a:lnTo>
                  <a:lnTo>
                    <a:pt x="2231401" y="88199"/>
                  </a:lnTo>
                  <a:lnTo>
                    <a:pt x="2231614" y="88194"/>
                  </a:lnTo>
                  <a:lnTo>
                    <a:pt x="2231828" y="88197"/>
                  </a:lnTo>
                  <a:lnTo>
                    <a:pt x="2231895" y="88194"/>
                  </a:lnTo>
                  <a:lnTo>
                    <a:pt x="2231983" y="88189"/>
                  </a:lnTo>
                  <a:lnTo>
                    <a:pt x="2232038" y="88184"/>
                  </a:lnTo>
                  <a:lnTo>
                    <a:pt x="2232069" y="88178"/>
                  </a:lnTo>
                  <a:lnTo>
                    <a:pt x="2232120" y="88164"/>
                  </a:lnTo>
                  <a:lnTo>
                    <a:pt x="2232159" y="88142"/>
                  </a:lnTo>
                  <a:lnTo>
                    <a:pt x="2232246" y="88088"/>
                  </a:lnTo>
                  <a:lnTo>
                    <a:pt x="2232274" y="88076"/>
                  </a:lnTo>
                  <a:lnTo>
                    <a:pt x="2232322" y="88065"/>
                  </a:lnTo>
                  <a:lnTo>
                    <a:pt x="2232365" y="88057"/>
                  </a:lnTo>
                  <a:lnTo>
                    <a:pt x="2232486" y="88029"/>
                  </a:lnTo>
                  <a:lnTo>
                    <a:pt x="2232539" y="88017"/>
                  </a:lnTo>
                  <a:lnTo>
                    <a:pt x="2232577" y="88005"/>
                  </a:lnTo>
                  <a:lnTo>
                    <a:pt x="2232613" y="87994"/>
                  </a:lnTo>
                  <a:lnTo>
                    <a:pt x="2232693" y="87965"/>
                  </a:lnTo>
                  <a:lnTo>
                    <a:pt x="2232731" y="87949"/>
                  </a:lnTo>
                  <a:lnTo>
                    <a:pt x="2232773" y="87923"/>
                  </a:lnTo>
                  <a:lnTo>
                    <a:pt x="2232808" y="87898"/>
                  </a:lnTo>
                  <a:lnTo>
                    <a:pt x="2232885" y="87825"/>
                  </a:lnTo>
                  <a:lnTo>
                    <a:pt x="2232904" y="87808"/>
                  </a:lnTo>
                  <a:lnTo>
                    <a:pt x="2232926" y="87787"/>
                  </a:lnTo>
                  <a:lnTo>
                    <a:pt x="2232945" y="87763"/>
                  </a:lnTo>
                  <a:lnTo>
                    <a:pt x="2232963" y="87727"/>
                  </a:lnTo>
                  <a:lnTo>
                    <a:pt x="2232972" y="87688"/>
                  </a:lnTo>
                  <a:lnTo>
                    <a:pt x="2232973" y="87655"/>
                  </a:lnTo>
                  <a:lnTo>
                    <a:pt x="2232966" y="87616"/>
                  </a:lnTo>
                  <a:lnTo>
                    <a:pt x="2232952" y="87564"/>
                  </a:lnTo>
                  <a:lnTo>
                    <a:pt x="2232930" y="87497"/>
                  </a:lnTo>
                  <a:lnTo>
                    <a:pt x="2232914" y="87457"/>
                  </a:lnTo>
                  <a:lnTo>
                    <a:pt x="2232907" y="87422"/>
                  </a:lnTo>
                  <a:lnTo>
                    <a:pt x="2232897" y="87380"/>
                  </a:lnTo>
                  <a:lnTo>
                    <a:pt x="2232893" y="87343"/>
                  </a:lnTo>
                  <a:lnTo>
                    <a:pt x="2232896" y="87303"/>
                  </a:lnTo>
                  <a:lnTo>
                    <a:pt x="2232898" y="87283"/>
                  </a:lnTo>
                  <a:lnTo>
                    <a:pt x="2232910" y="87244"/>
                  </a:lnTo>
                  <a:lnTo>
                    <a:pt x="2232929" y="87184"/>
                  </a:lnTo>
                  <a:lnTo>
                    <a:pt x="2232954" y="87112"/>
                  </a:lnTo>
                  <a:lnTo>
                    <a:pt x="2232971" y="87071"/>
                  </a:lnTo>
                  <a:lnTo>
                    <a:pt x="2232988" y="87015"/>
                  </a:lnTo>
                  <a:lnTo>
                    <a:pt x="2233002" y="86970"/>
                  </a:lnTo>
                  <a:lnTo>
                    <a:pt x="2233006" y="86939"/>
                  </a:lnTo>
                  <a:lnTo>
                    <a:pt x="2232999" y="86889"/>
                  </a:lnTo>
                  <a:lnTo>
                    <a:pt x="2232987" y="86819"/>
                  </a:lnTo>
                  <a:lnTo>
                    <a:pt x="2232974" y="86769"/>
                  </a:lnTo>
                  <a:lnTo>
                    <a:pt x="2232961" y="86721"/>
                  </a:lnTo>
                  <a:lnTo>
                    <a:pt x="2232944" y="86662"/>
                  </a:lnTo>
                  <a:lnTo>
                    <a:pt x="2232940" y="86625"/>
                  </a:lnTo>
                  <a:lnTo>
                    <a:pt x="2232935" y="86589"/>
                  </a:lnTo>
                  <a:lnTo>
                    <a:pt x="2232936" y="86544"/>
                  </a:lnTo>
                  <a:lnTo>
                    <a:pt x="2232941" y="86476"/>
                  </a:lnTo>
                  <a:lnTo>
                    <a:pt x="2232945" y="86441"/>
                  </a:lnTo>
                  <a:lnTo>
                    <a:pt x="2232956" y="86381"/>
                  </a:lnTo>
                  <a:lnTo>
                    <a:pt x="2232976" y="86332"/>
                  </a:lnTo>
                  <a:lnTo>
                    <a:pt x="2233001" y="86284"/>
                  </a:lnTo>
                  <a:lnTo>
                    <a:pt x="2233027" y="86239"/>
                  </a:lnTo>
                  <a:lnTo>
                    <a:pt x="2233061" y="86199"/>
                  </a:lnTo>
                  <a:lnTo>
                    <a:pt x="2233087" y="86169"/>
                  </a:lnTo>
                  <a:lnTo>
                    <a:pt x="2233108" y="86152"/>
                  </a:lnTo>
                  <a:lnTo>
                    <a:pt x="2233155" y="86116"/>
                  </a:lnTo>
                  <a:lnTo>
                    <a:pt x="2233188" y="86086"/>
                  </a:lnTo>
                  <a:lnTo>
                    <a:pt x="2233232" y="86042"/>
                  </a:lnTo>
                  <a:lnTo>
                    <a:pt x="2233256" y="86017"/>
                  </a:lnTo>
                  <a:lnTo>
                    <a:pt x="2233287" y="85977"/>
                  </a:lnTo>
                  <a:lnTo>
                    <a:pt x="2233328" y="85922"/>
                  </a:lnTo>
                  <a:lnTo>
                    <a:pt x="2233368" y="85873"/>
                  </a:lnTo>
                  <a:lnTo>
                    <a:pt x="2233388" y="85851"/>
                  </a:lnTo>
                  <a:lnTo>
                    <a:pt x="2233401" y="85834"/>
                  </a:lnTo>
                  <a:lnTo>
                    <a:pt x="2233420" y="85814"/>
                  </a:lnTo>
                  <a:lnTo>
                    <a:pt x="2233452" y="85788"/>
                  </a:lnTo>
                  <a:lnTo>
                    <a:pt x="2233489" y="85764"/>
                  </a:lnTo>
                  <a:lnTo>
                    <a:pt x="2233511" y="85754"/>
                  </a:lnTo>
                  <a:lnTo>
                    <a:pt x="2233541" y="85744"/>
                  </a:lnTo>
                  <a:lnTo>
                    <a:pt x="2233573" y="85737"/>
                  </a:lnTo>
                  <a:lnTo>
                    <a:pt x="2233620" y="85730"/>
                  </a:lnTo>
                  <a:lnTo>
                    <a:pt x="2233645" y="85726"/>
                  </a:lnTo>
                  <a:lnTo>
                    <a:pt x="2233700" y="85725"/>
                  </a:lnTo>
                  <a:lnTo>
                    <a:pt x="2233759" y="85728"/>
                  </a:lnTo>
                  <a:lnTo>
                    <a:pt x="2233781" y="85726"/>
                  </a:lnTo>
                  <a:lnTo>
                    <a:pt x="2233815" y="85721"/>
                  </a:lnTo>
                  <a:lnTo>
                    <a:pt x="2233837" y="85718"/>
                  </a:lnTo>
                  <a:lnTo>
                    <a:pt x="2233857" y="85715"/>
                  </a:lnTo>
                  <a:lnTo>
                    <a:pt x="2233882" y="85710"/>
                  </a:lnTo>
                  <a:lnTo>
                    <a:pt x="2233914" y="85695"/>
                  </a:lnTo>
                  <a:lnTo>
                    <a:pt x="2233933" y="85682"/>
                  </a:lnTo>
                  <a:lnTo>
                    <a:pt x="2233971" y="85660"/>
                  </a:lnTo>
                  <a:lnTo>
                    <a:pt x="2234011" y="85636"/>
                  </a:lnTo>
                  <a:lnTo>
                    <a:pt x="2234053" y="85612"/>
                  </a:lnTo>
                  <a:lnTo>
                    <a:pt x="2234106" y="85585"/>
                  </a:lnTo>
                  <a:lnTo>
                    <a:pt x="2234130" y="85575"/>
                  </a:lnTo>
                  <a:lnTo>
                    <a:pt x="2234159" y="85559"/>
                  </a:lnTo>
                  <a:lnTo>
                    <a:pt x="2234188" y="85540"/>
                  </a:lnTo>
                  <a:lnTo>
                    <a:pt x="2234220" y="85517"/>
                  </a:lnTo>
                  <a:lnTo>
                    <a:pt x="2234257" y="85489"/>
                  </a:lnTo>
                  <a:lnTo>
                    <a:pt x="2234293" y="85461"/>
                  </a:lnTo>
                  <a:lnTo>
                    <a:pt x="2234318" y="85445"/>
                  </a:lnTo>
                  <a:lnTo>
                    <a:pt x="2234337" y="85432"/>
                  </a:lnTo>
                  <a:lnTo>
                    <a:pt x="2234364" y="85406"/>
                  </a:lnTo>
                  <a:lnTo>
                    <a:pt x="2234377" y="85386"/>
                  </a:lnTo>
                  <a:lnTo>
                    <a:pt x="2234385" y="85371"/>
                  </a:lnTo>
                  <a:lnTo>
                    <a:pt x="2234409" y="85312"/>
                  </a:lnTo>
                  <a:lnTo>
                    <a:pt x="2234412" y="85302"/>
                  </a:lnTo>
                  <a:lnTo>
                    <a:pt x="2234417" y="85293"/>
                  </a:lnTo>
                  <a:lnTo>
                    <a:pt x="2234431" y="85278"/>
                  </a:lnTo>
                  <a:lnTo>
                    <a:pt x="2234448" y="85255"/>
                  </a:lnTo>
                  <a:lnTo>
                    <a:pt x="2234476" y="85226"/>
                  </a:lnTo>
                  <a:lnTo>
                    <a:pt x="2234508" y="85202"/>
                  </a:lnTo>
                  <a:lnTo>
                    <a:pt x="2234558" y="85174"/>
                  </a:lnTo>
                  <a:lnTo>
                    <a:pt x="2234652" y="85132"/>
                  </a:lnTo>
                  <a:lnTo>
                    <a:pt x="2234691" y="85119"/>
                  </a:lnTo>
                  <a:lnTo>
                    <a:pt x="2234752" y="85092"/>
                  </a:lnTo>
                  <a:lnTo>
                    <a:pt x="2234791" y="85070"/>
                  </a:lnTo>
                  <a:lnTo>
                    <a:pt x="2234833" y="85039"/>
                  </a:lnTo>
                  <a:lnTo>
                    <a:pt x="2234885" y="84989"/>
                  </a:lnTo>
                  <a:lnTo>
                    <a:pt x="2234911" y="84963"/>
                  </a:lnTo>
                  <a:lnTo>
                    <a:pt x="2234933" y="84944"/>
                  </a:lnTo>
                  <a:lnTo>
                    <a:pt x="2234988" y="84890"/>
                  </a:lnTo>
                  <a:lnTo>
                    <a:pt x="2235004" y="84876"/>
                  </a:lnTo>
                  <a:lnTo>
                    <a:pt x="2235015" y="84864"/>
                  </a:lnTo>
                  <a:lnTo>
                    <a:pt x="2235030" y="84835"/>
                  </a:lnTo>
                  <a:lnTo>
                    <a:pt x="2235067" y="84769"/>
                  </a:lnTo>
                  <a:lnTo>
                    <a:pt x="2235091" y="84736"/>
                  </a:lnTo>
                  <a:lnTo>
                    <a:pt x="2235143" y="84647"/>
                  </a:lnTo>
                  <a:lnTo>
                    <a:pt x="2235161" y="84620"/>
                  </a:lnTo>
                  <a:lnTo>
                    <a:pt x="2235197" y="84560"/>
                  </a:lnTo>
                  <a:lnTo>
                    <a:pt x="2235213" y="84538"/>
                  </a:lnTo>
                  <a:lnTo>
                    <a:pt x="2235226" y="84521"/>
                  </a:lnTo>
                  <a:lnTo>
                    <a:pt x="2235238" y="84501"/>
                  </a:lnTo>
                  <a:lnTo>
                    <a:pt x="2235259" y="84470"/>
                  </a:lnTo>
                  <a:lnTo>
                    <a:pt x="2235301" y="84349"/>
                  </a:lnTo>
                  <a:lnTo>
                    <a:pt x="2235320" y="84287"/>
                  </a:lnTo>
                  <a:lnTo>
                    <a:pt x="2235329" y="84254"/>
                  </a:lnTo>
                  <a:lnTo>
                    <a:pt x="2235337" y="84230"/>
                  </a:lnTo>
                  <a:lnTo>
                    <a:pt x="2235346" y="84199"/>
                  </a:lnTo>
                  <a:lnTo>
                    <a:pt x="2235363" y="84154"/>
                  </a:lnTo>
                  <a:lnTo>
                    <a:pt x="2235399" y="84088"/>
                  </a:lnTo>
                  <a:lnTo>
                    <a:pt x="2235427" y="84033"/>
                  </a:lnTo>
                  <a:lnTo>
                    <a:pt x="2235457" y="83959"/>
                  </a:lnTo>
                  <a:lnTo>
                    <a:pt x="2235477" y="83922"/>
                  </a:lnTo>
                  <a:lnTo>
                    <a:pt x="2235517" y="83911"/>
                  </a:lnTo>
                  <a:lnTo>
                    <a:pt x="2235548" y="83782"/>
                  </a:lnTo>
                  <a:lnTo>
                    <a:pt x="2235566" y="83733"/>
                  </a:lnTo>
                  <a:lnTo>
                    <a:pt x="2235595" y="83665"/>
                  </a:lnTo>
                  <a:lnTo>
                    <a:pt x="2235606" y="83645"/>
                  </a:lnTo>
                  <a:lnTo>
                    <a:pt x="2235629" y="83614"/>
                  </a:lnTo>
                  <a:lnTo>
                    <a:pt x="2235664" y="83552"/>
                  </a:lnTo>
                  <a:lnTo>
                    <a:pt x="2235690" y="83492"/>
                  </a:lnTo>
                  <a:lnTo>
                    <a:pt x="2235702" y="83462"/>
                  </a:lnTo>
                  <a:lnTo>
                    <a:pt x="2235713" y="83401"/>
                  </a:lnTo>
                  <a:lnTo>
                    <a:pt x="2235715" y="83370"/>
                  </a:lnTo>
                  <a:lnTo>
                    <a:pt x="2235709" y="83308"/>
                  </a:lnTo>
                  <a:lnTo>
                    <a:pt x="2235706" y="83278"/>
                  </a:lnTo>
                  <a:lnTo>
                    <a:pt x="2235697" y="83247"/>
                  </a:lnTo>
                  <a:lnTo>
                    <a:pt x="2235688" y="83216"/>
                  </a:lnTo>
                  <a:lnTo>
                    <a:pt x="2235673" y="83186"/>
                  </a:lnTo>
                  <a:lnTo>
                    <a:pt x="2235650" y="83155"/>
                  </a:lnTo>
                  <a:lnTo>
                    <a:pt x="2235615" y="83124"/>
                  </a:lnTo>
                  <a:lnTo>
                    <a:pt x="2235573" y="83094"/>
                  </a:lnTo>
                  <a:lnTo>
                    <a:pt x="2235529" y="83065"/>
                  </a:lnTo>
                  <a:lnTo>
                    <a:pt x="2235286" y="82910"/>
                  </a:lnTo>
                  <a:lnTo>
                    <a:pt x="2235228" y="82884"/>
                  </a:lnTo>
                  <a:lnTo>
                    <a:pt x="2235140" y="82854"/>
                  </a:lnTo>
                  <a:lnTo>
                    <a:pt x="2235096" y="82842"/>
                  </a:lnTo>
                  <a:lnTo>
                    <a:pt x="2235055" y="82830"/>
                  </a:lnTo>
                  <a:lnTo>
                    <a:pt x="2234968" y="82803"/>
                  </a:lnTo>
                  <a:lnTo>
                    <a:pt x="2234879" y="82775"/>
                  </a:lnTo>
                  <a:lnTo>
                    <a:pt x="2234836" y="82760"/>
                  </a:lnTo>
                  <a:lnTo>
                    <a:pt x="2234660" y="82698"/>
                  </a:lnTo>
                  <a:lnTo>
                    <a:pt x="2234616" y="82682"/>
                  </a:lnTo>
                  <a:lnTo>
                    <a:pt x="2234573" y="82661"/>
                  </a:lnTo>
                  <a:lnTo>
                    <a:pt x="2234529" y="82635"/>
                  </a:lnTo>
                  <a:lnTo>
                    <a:pt x="2234490" y="82604"/>
                  </a:lnTo>
                  <a:lnTo>
                    <a:pt x="2234461" y="82574"/>
                  </a:lnTo>
                  <a:lnTo>
                    <a:pt x="2234243" y="82325"/>
                  </a:lnTo>
                  <a:lnTo>
                    <a:pt x="2234231" y="82300"/>
                  </a:lnTo>
                  <a:lnTo>
                    <a:pt x="2234145" y="82116"/>
                  </a:lnTo>
                  <a:lnTo>
                    <a:pt x="2234136" y="82085"/>
                  </a:lnTo>
                  <a:lnTo>
                    <a:pt x="2234133" y="82055"/>
                  </a:lnTo>
                  <a:lnTo>
                    <a:pt x="2234133" y="82024"/>
                  </a:lnTo>
                  <a:lnTo>
                    <a:pt x="2234152" y="81870"/>
                  </a:lnTo>
                  <a:lnTo>
                    <a:pt x="2234161" y="81839"/>
                  </a:lnTo>
                  <a:lnTo>
                    <a:pt x="2234172" y="81809"/>
                  </a:lnTo>
                  <a:lnTo>
                    <a:pt x="2234377" y="81410"/>
                  </a:lnTo>
                  <a:lnTo>
                    <a:pt x="2234418" y="81349"/>
                  </a:lnTo>
                  <a:lnTo>
                    <a:pt x="2234768" y="80922"/>
                  </a:lnTo>
                  <a:lnTo>
                    <a:pt x="2234797" y="80891"/>
                  </a:lnTo>
                  <a:lnTo>
                    <a:pt x="2234829" y="80860"/>
                  </a:lnTo>
                  <a:lnTo>
                    <a:pt x="2234864" y="80829"/>
                  </a:lnTo>
                  <a:lnTo>
                    <a:pt x="2234908" y="80798"/>
                  </a:lnTo>
                  <a:lnTo>
                    <a:pt x="2234951" y="80767"/>
                  </a:lnTo>
                  <a:lnTo>
                    <a:pt x="2234992" y="80737"/>
                  </a:lnTo>
                  <a:lnTo>
                    <a:pt x="2235027" y="80706"/>
                  </a:lnTo>
                  <a:lnTo>
                    <a:pt x="2235062" y="80675"/>
                  </a:lnTo>
                  <a:lnTo>
                    <a:pt x="2235317" y="80432"/>
                  </a:lnTo>
                  <a:lnTo>
                    <a:pt x="2235349" y="80401"/>
                  </a:lnTo>
                  <a:lnTo>
                    <a:pt x="2235379" y="80370"/>
                  </a:lnTo>
                  <a:lnTo>
                    <a:pt x="2235408" y="80340"/>
                  </a:lnTo>
                  <a:lnTo>
                    <a:pt x="2235431" y="80309"/>
                  </a:lnTo>
                  <a:lnTo>
                    <a:pt x="2235451" y="80278"/>
                  </a:lnTo>
                  <a:lnTo>
                    <a:pt x="2235480" y="80216"/>
                  </a:lnTo>
                  <a:lnTo>
                    <a:pt x="2235607" y="80065"/>
                  </a:lnTo>
                  <a:lnTo>
                    <a:pt x="2236050" y="79713"/>
                  </a:lnTo>
                  <a:lnTo>
                    <a:pt x="2236090" y="79682"/>
                  </a:lnTo>
                  <a:lnTo>
                    <a:pt x="2236134" y="79657"/>
                  </a:lnTo>
                  <a:lnTo>
                    <a:pt x="2236178" y="79637"/>
                  </a:lnTo>
                  <a:lnTo>
                    <a:pt x="2236221" y="79618"/>
                  </a:lnTo>
                  <a:lnTo>
                    <a:pt x="2236265" y="79606"/>
                  </a:lnTo>
                  <a:lnTo>
                    <a:pt x="2236309" y="79603"/>
                  </a:lnTo>
                  <a:lnTo>
                    <a:pt x="2236353" y="79610"/>
                  </a:lnTo>
                  <a:lnTo>
                    <a:pt x="2236397" y="79620"/>
                  </a:lnTo>
                  <a:lnTo>
                    <a:pt x="2236441" y="79632"/>
                  </a:lnTo>
                  <a:lnTo>
                    <a:pt x="2236573" y="79670"/>
                  </a:lnTo>
                  <a:lnTo>
                    <a:pt x="2236617" y="79686"/>
                  </a:lnTo>
                  <a:lnTo>
                    <a:pt x="2236661" y="79711"/>
                  </a:lnTo>
                  <a:lnTo>
                    <a:pt x="2236705" y="79733"/>
                  </a:lnTo>
                  <a:lnTo>
                    <a:pt x="2236789" y="79774"/>
                  </a:lnTo>
                  <a:lnTo>
                    <a:pt x="2236878" y="79815"/>
                  </a:lnTo>
                  <a:lnTo>
                    <a:pt x="2236922" y="79829"/>
                  </a:lnTo>
                  <a:lnTo>
                    <a:pt x="2236965" y="79841"/>
                  </a:lnTo>
                  <a:lnTo>
                    <a:pt x="2237010" y="79845"/>
                  </a:lnTo>
                  <a:lnTo>
                    <a:pt x="2237053" y="79843"/>
                  </a:lnTo>
                  <a:lnTo>
                    <a:pt x="2237097" y="79838"/>
                  </a:lnTo>
                  <a:lnTo>
                    <a:pt x="2237141" y="79828"/>
                  </a:lnTo>
                  <a:lnTo>
                    <a:pt x="2237184" y="79814"/>
                  </a:lnTo>
                  <a:lnTo>
                    <a:pt x="2237228" y="79787"/>
                  </a:lnTo>
                  <a:lnTo>
                    <a:pt x="2237263" y="79756"/>
                  </a:lnTo>
                  <a:lnTo>
                    <a:pt x="2237286" y="79725"/>
                  </a:lnTo>
                  <a:lnTo>
                    <a:pt x="2237301" y="79697"/>
                  </a:lnTo>
                  <a:lnTo>
                    <a:pt x="2237315" y="79666"/>
                  </a:lnTo>
                  <a:lnTo>
                    <a:pt x="2237324" y="79635"/>
                  </a:lnTo>
                  <a:lnTo>
                    <a:pt x="2237333" y="79574"/>
                  </a:lnTo>
                  <a:lnTo>
                    <a:pt x="2237338" y="79512"/>
                  </a:lnTo>
                  <a:lnTo>
                    <a:pt x="2237332" y="79451"/>
                  </a:lnTo>
                  <a:lnTo>
                    <a:pt x="2237317" y="79389"/>
                  </a:lnTo>
                  <a:lnTo>
                    <a:pt x="2237287" y="79338"/>
                  </a:lnTo>
                  <a:lnTo>
                    <a:pt x="2237275" y="79328"/>
                  </a:lnTo>
                  <a:lnTo>
                    <a:pt x="2237237" y="79299"/>
                  </a:lnTo>
                  <a:lnTo>
                    <a:pt x="2237194" y="79275"/>
                  </a:lnTo>
                  <a:lnTo>
                    <a:pt x="2237149" y="79261"/>
                  </a:lnTo>
                  <a:lnTo>
                    <a:pt x="2237117" y="79253"/>
                  </a:lnTo>
                  <a:lnTo>
                    <a:pt x="2237105" y="79253"/>
                  </a:lnTo>
                  <a:lnTo>
                    <a:pt x="2237062" y="79249"/>
                  </a:lnTo>
                  <a:lnTo>
                    <a:pt x="2237018" y="79241"/>
                  </a:lnTo>
                  <a:lnTo>
                    <a:pt x="2236974" y="79227"/>
                  </a:lnTo>
                  <a:lnTo>
                    <a:pt x="2236933" y="79210"/>
                  </a:lnTo>
                  <a:lnTo>
                    <a:pt x="2236889" y="79184"/>
                  </a:lnTo>
                  <a:lnTo>
                    <a:pt x="2236850" y="79153"/>
                  </a:lnTo>
                  <a:lnTo>
                    <a:pt x="2236827" y="79121"/>
                  </a:lnTo>
                  <a:lnTo>
                    <a:pt x="2236812" y="79090"/>
                  </a:lnTo>
                  <a:lnTo>
                    <a:pt x="2236800" y="79059"/>
                  </a:lnTo>
                  <a:lnTo>
                    <a:pt x="2236791" y="79028"/>
                  </a:lnTo>
                  <a:lnTo>
                    <a:pt x="2236785" y="78998"/>
                  </a:lnTo>
                  <a:lnTo>
                    <a:pt x="2236785" y="78982"/>
                  </a:lnTo>
                  <a:lnTo>
                    <a:pt x="2236794" y="78936"/>
                  </a:lnTo>
                  <a:lnTo>
                    <a:pt x="2236803" y="78906"/>
                  </a:lnTo>
                  <a:lnTo>
                    <a:pt x="2236816" y="78875"/>
                  </a:lnTo>
                  <a:lnTo>
                    <a:pt x="2236869" y="78815"/>
                  </a:lnTo>
                  <a:lnTo>
                    <a:pt x="2236898" y="78784"/>
                  </a:lnTo>
                  <a:lnTo>
                    <a:pt x="2236927" y="78754"/>
                  </a:lnTo>
                  <a:lnTo>
                    <a:pt x="2236959" y="78723"/>
                  </a:lnTo>
                  <a:lnTo>
                    <a:pt x="2236997" y="78692"/>
                  </a:lnTo>
                  <a:lnTo>
                    <a:pt x="2237078" y="78631"/>
                  </a:lnTo>
                  <a:lnTo>
                    <a:pt x="2237102" y="78616"/>
                  </a:lnTo>
                  <a:lnTo>
                    <a:pt x="2237125" y="78602"/>
                  </a:lnTo>
                  <a:lnTo>
                    <a:pt x="2237169" y="78577"/>
                  </a:lnTo>
                  <a:lnTo>
                    <a:pt x="2237213" y="78556"/>
                  </a:lnTo>
                  <a:lnTo>
                    <a:pt x="2237300" y="78519"/>
                  </a:lnTo>
                  <a:lnTo>
                    <a:pt x="2237344" y="78503"/>
                  </a:lnTo>
                  <a:lnTo>
                    <a:pt x="2237388" y="78492"/>
                  </a:lnTo>
                  <a:lnTo>
                    <a:pt x="2237432" y="78482"/>
                  </a:lnTo>
                  <a:lnTo>
                    <a:pt x="2237476" y="78469"/>
                  </a:lnTo>
                  <a:lnTo>
                    <a:pt x="2237491" y="78464"/>
                  </a:lnTo>
                  <a:lnTo>
                    <a:pt x="2237519" y="78453"/>
                  </a:lnTo>
                  <a:lnTo>
                    <a:pt x="2237563" y="78435"/>
                  </a:lnTo>
                  <a:lnTo>
                    <a:pt x="2237651" y="78397"/>
                  </a:lnTo>
                  <a:lnTo>
                    <a:pt x="2237694" y="78377"/>
                  </a:lnTo>
                  <a:lnTo>
                    <a:pt x="2237738" y="78354"/>
                  </a:lnTo>
                  <a:lnTo>
                    <a:pt x="2237782" y="78327"/>
                  </a:lnTo>
                  <a:lnTo>
                    <a:pt x="2237820" y="78297"/>
                  </a:lnTo>
                  <a:lnTo>
                    <a:pt x="2237849" y="78266"/>
                  </a:lnTo>
                  <a:lnTo>
                    <a:pt x="2237875" y="78235"/>
                  </a:lnTo>
                  <a:lnTo>
                    <a:pt x="2237919" y="78176"/>
                  </a:lnTo>
                  <a:lnTo>
                    <a:pt x="2238046" y="77932"/>
                  </a:lnTo>
                  <a:lnTo>
                    <a:pt x="2238057" y="77901"/>
                  </a:lnTo>
                  <a:lnTo>
                    <a:pt x="2238066" y="77870"/>
                  </a:lnTo>
                  <a:lnTo>
                    <a:pt x="2238075" y="77839"/>
                  </a:lnTo>
                  <a:lnTo>
                    <a:pt x="2238080" y="77809"/>
                  </a:lnTo>
                  <a:lnTo>
                    <a:pt x="2238089" y="77747"/>
                  </a:lnTo>
                  <a:lnTo>
                    <a:pt x="2238094" y="77686"/>
                  </a:lnTo>
                  <a:lnTo>
                    <a:pt x="2238097" y="77655"/>
                  </a:lnTo>
                  <a:lnTo>
                    <a:pt x="2238100" y="77593"/>
                  </a:lnTo>
                  <a:lnTo>
                    <a:pt x="2238102" y="77470"/>
                  </a:lnTo>
                  <a:lnTo>
                    <a:pt x="2238102" y="77440"/>
                  </a:lnTo>
                  <a:lnTo>
                    <a:pt x="2238099" y="77409"/>
                  </a:lnTo>
                  <a:lnTo>
                    <a:pt x="2238034" y="77223"/>
                  </a:lnTo>
                  <a:lnTo>
                    <a:pt x="2238022" y="77192"/>
                  </a:lnTo>
                  <a:lnTo>
                    <a:pt x="2238010" y="77162"/>
                  </a:lnTo>
                  <a:lnTo>
                    <a:pt x="2237995" y="77131"/>
                  </a:lnTo>
                  <a:lnTo>
                    <a:pt x="2237960" y="77070"/>
                  </a:lnTo>
                  <a:lnTo>
                    <a:pt x="2237953" y="77058"/>
                  </a:lnTo>
                  <a:lnTo>
                    <a:pt x="2237942" y="77039"/>
                  </a:lnTo>
                  <a:lnTo>
                    <a:pt x="2237921" y="77009"/>
                  </a:lnTo>
                  <a:lnTo>
                    <a:pt x="2237898" y="76978"/>
                  </a:lnTo>
                  <a:lnTo>
                    <a:pt x="2237874" y="76947"/>
                  </a:lnTo>
                  <a:lnTo>
                    <a:pt x="2237847" y="76916"/>
                  </a:lnTo>
                  <a:lnTo>
                    <a:pt x="2237818" y="76886"/>
                  </a:lnTo>
                  <a:lnTo>
                    <a:pt x="2237789" y="76855"/>
                  </a:lnTo>
                  <a:lnTo>
                    <a:pt x="2237762" y="76824"/>
                  </a:lnTo>
                  <a:lnTo>
                    <a:pt x="2237739" y="76794"/>
                  </a:lnTo>
                  <a:lnTo>
                    <a:pt x="2237715" y="76763"/>
                  </a:lnTo>
                  <a:lnTo>
                    <a:pt x="2237695" y="76733"/>
                  </a:lnTo>
                  <a:lnTo>
                    <a:pt x="2237679" y="76702"/>
                  </a:lnTo>
                  <a:lnTo>
                    <a:pt x="2237670" y="76671"/>
                  </a:lnTo>
                  <a:lnTo>
                    <a:pt x="2237652" y="76610"/>
                  </a:lnTo>
                  <a:lnTo>
                    <a:pt x="2237644" y="76579"/>
                  </a:lnTo>
                  <a:lnTo>
                    <a:pt x="2237641" y="76548"/>
                  </a:lnTo>
                  <a:lnTo>
                    <a:pt x="2237640" y="76487"/>
                  </a:lnTo>
                  <a:lnTo>
                    <a:pt x="2237643" y="76456"/>
                  </a:lnTo>
                  <a:lnTo>
                    <a:pt x="2237649" y="76425"/>
                  </a:lnTo>
                  <a:lnTo>
                    <a:pt x="2237660" y="76395"/>
                  </a:lnTo>
                  <a:lnTo>
                    <a:pt x="2237675" y="76364"/>
                  </a:lnTo>
                  <a:lnTo>
                    <a:pt x="2237710" y="76333"/>
                  </a:lnTo>
                  <a:lnTo>
                    <a:pt x="2237944" y="76185"/>
                  </a:lnTo>
                  <a:lnTo>
                    <a:pt x="2238136" y="76084"/>
                  </a:lnTo>
                  <a:lnTo>
                    <a:pt x="2238180" y="76072"/>
                  </a:lnTo>
                  <a:lnTo>
                    <a:pt x="2238224" y="76055"/>
                  </a:lnTo>
                  <a:lnTo>
                    <a:pt x="2238268" y="76035"/>
                  </a:lnTo>
                  <a:lnTo>
                    <a:pt x="2238312" y="76012"/>
                  </a:lnTo>
                  <a:lnTo>
                    <a:pt x="2238399" y="75959"/>
                  </a:lnTo>
                  <a:lnTo>
                    <a:pt x="2238443" y="75928"/>
                  </a:lnTo>
                  <a:lnTo>
                    <a:pt x="2238481" y="75897"/>
                  </a:lnTo>
                  <a:lnTo>
                    <a:pt x="2238516" y="75866"/>
                  </a:lnTo>
                  <a:lnTo>
                    <a:pt x="2238717" y="75686"/>
                  </a:lnTo>
                  <a:lnTo>
                    <a:pt x="2238772" y="75624"/>
                  </a:lnTo>
                  <a:lnTo>
                    <a:pt x="2238796" y="75593"/>
                  </a:lnTo>
                  <a:lnTo>
                    <a:pt x="2238816" y="75563"/>
                  </a:lnTo>
                  <a:lnTo>
                    <a:pt x="2238836" y="75532"/>
                  </a:lnTo>
                  <a:lnTo>
                    <a:pt x="2238850" y="75501"/>
                  </a:lnTo>
                  <a:lnTo>
                    <a:pt x="2238862" y="75470"/>
                  </a:lnTo>
                  <a:lnTo>
                    <a:pt x="2238871" y="75440"/>
                  </a:lnTo>
                  <a:lnTo>
                    <a:pt x="2238877" y="75409"/>
                  </a:lnTo>
                  <a:lnTo>
                    <a:pt x="2238882" y="75378"/>
                  </a:lnTo>
                  <a:lnTo>
                    <a:pt x="2238902" y="75210"/>
                  </a:lnTo>
                  <a:lnTo>
                    <a:pt x="2238905" y="75173"/>
                  </a:lnTo>
                  <a:lnTo>
                    <a:pt x="2238905" y="75163"/>
                  </a:lnTo>
                  <a:lnTo>
                    <a:pt x="2238893" y="75133"/>
                  </a:lnTo>
                  <a:lnTo>
                    <a:pt x="2238869" y="75102"/>
                  </a:lnTo>
                  <a:lnTo>
                    <a:pt x="2238819" y="75040"/>
                  </a:lnTo>
                  <a:lnTo>
                    <a:pt x="2238793" y="75010"/>
                  </a:lnTo>
                  <a:lnTo>
                    <a:pt x="2238763" y="74979"/>
                  </a:lnTo>
                  <a:lnTo>
                    <a:pt x="2238565" y="74788"/>
                  </a:lnTo>
                  <a:lnTo>
                    <a:pt x="2238494" y="74727"/>
                  </a:lnTo>
                  <a:lnTo>
                    <a:pt x="2238450" y="74697"/>
                  </a:lnTo>
                  <a:lnTo>
                    <a:pt x="2238323" y="74609"/>
                  </a:lnTo>
                  <a:lnTo>
                    <a:pt x="2238283" y="74578"/>
                  </a:lnTo>
                  <a:lnTo>
                    <a:pt x="2238244" y="74548"/>
                  </a:lnTo>
                  <a:lnTo>
                    <a:pt x="2238179" y="74495"/>
                  </a:lnTo>
                  <a:lnTo>
                    <a:pt x="2238144" y="74464"/>
                  </a:lnTo>
                  <a:lnTo>
                    <a:pt x="2238079" y="74403"/>
                  </a:lnTo>
                  <a:lnTo>
                    <a:pt x="2238046" y="74372"/>
                  </a:lnTo>
                  <a:lnTo>
                    <a:pt x="2238017" y="74342"/>
                  </a:lnTo>
                  <a:lnTo>
                    <a:pt x="2237990" y="74311"/>
                  </a:lnTo>
                  <a:lnTo>
                    <a:pt x="2237811" y="74097"/>
                  </a:lnTo>
                  <a:lnTo>
                    <a:pt x="2237734" y="73991"/>
                  </a:lnTo>
                  <a:lnTo>
                    <a:pt x="2237678" y="73882"/>
                  </a:lnTo>
                  <a:lnTo>
                    <a:pt x="2237665" y="73851"/>
                  </a:lnTo>
                  <a:lnTo>
                    <a:pt x="2237651" y="73821"/>
                  </a:lnTo>
                  <a:lnTo>
                    <a:pt x="2237636" y="73790"/>
                  </a:lnTo>
                  <a:lnTo>
                    <a:pt x="2237568" y="73667"/>
                  </a:lnTo>
                  <a:lnTo>
                    <a:pt x="2237529" y="73606"/>
                  </a:lnTo>
                  <a:lnTo>
                    <a:pt x="2237429" y="73455"/>
                  </a:lnTo>
                  <a:lnTo>
                    <a:pt x="2237408" y="73424"/>
                  </a:lnTo>
                  <a:lnTo>
                    <a:pt x="2237364" y="73368"/>
                  </a:lnTo>
                  <a:lnTo>
                    <a:pt x="2237308" y="73302"/>
                  </a:lnTo>
                  <a:lnTo>
                    <a:pt x="2237281" y="73272"/>
                  </a:lnTo>
                  <a:lnTo>
                    <a:pt x="2237252" y="73241"/>
                  </a:lnTo>
                  <a:lnTo>
                    <a:pt x="2237219" y="73210"/>
                  </a:lnTo>
                  <a:lnTo>
                    <a:pt x="2237187" y="73179"/>
                  </a:lnTo>
                  <a:lnTo>
                    <a:pt x="2237125" y="73117"/>
                  </a:lnTo>
                  <a:lnTo>
                    <a:pt x="2237095" y="73086"/>
                  </a:lnTo>
                  <a:lnTo>
                    <a:pt x="2237070" y="73059"/>
                  </a:lnTo>
                  <a:lnTo>
                    <a:pt x="2237039" y="73027"/>
                  </a:lnTo>
                  <a:lnTo>
                    <a:pt x="2237012" y="72996"/>
                  </a:lnTo>
                  <a:lnTo>
                    <a:pt x="2236965" y="72935"/>
                  </a:lnTo>
                  <a:lnTo>
                    <a:pt x="2236944" y="72904"/>
                  </a:lnTo>
                  <a:lnTo>
                    <a:pt x="2236921" y="72843"/>
                  </a:lnTo>
                  <a:lnTo>
                    <a:pt x="2236912" y="72812"/>
                  </a:lnTo>
                  <a:lnTo>
                    <a:pt x="2236908" y="72782"/>
                  </a:lnTo>
                  <a:lnTo>
                    <a:pt x="2236911" y="72751"/>
                  </a:lnTo>
                  <a:lnTo>
                    <a:pt x="2236920" y="72720"/>
                  </a:lnTo>
                  <a:lnTo>
                    <a:pt x="2236926" y="72689"/>
                  </a:lnTo>
                  <a:lnTo>
                    <a:pt x="2236931" y="72658"/>
                  </a:lnTo>
                  <a:lnTo>
                    <a:pt x="2236940" y="72568"/>
                  </a:lnTo>
                  <a:lnTo>
                    <a:pt x="2236936" y="72505"/>
                  </a:lnTo>
                  <a:lnTo>
                    <a:pt x="2236917" y="72290"/>
                  </a:lnTo>
                  <a:lnTo>
                    <a:pt x="2236908" y="72259"/>
                  </a:lnTo>
                  <a:lnTo>
                    <a:pt x="2236899" y="72241"/>
                  </a:lnTo>
                  <a:lnTo>
                    <a:pt x="2236888" y="72229"/>
                  </a:lnTo>
                  <a:lnTo>
                    <a:pt x="2236864" y="72198"/>
                  </a:lnTo>
                  <a:lnTo>
                    <a:pt x="2236846" y="72167"/>
                  </a:lnTo>
                  <a:lnTo>
                    <a:pt x="2236831" y="72137"/>
                  </a:lnTo>
                  <a:lnTo>
                    <a:pt x="2236822" y="72106"/>
                  </a:lnTo>
                  <a:lnTo>
                    <a:pt x="2236819" y="72075"/>
                  </a:lnTo>
                  <a:lnTo>
                    <a:pt x="2236819" y="72045"/>
                  </a:lnTo>
                  <a:lnTo>
                    <a:pt x="2236822" y="72014"/>
                  </a:lnTo>
                  <a:lnTo>
                    <a:pt x="2236836" y="71952"/>
                  </a:lnTo>
                  <a:lnTo>
                    <a:pt x="2236891" y="71799"/>
                  </a:lnTo>
                  <a:lnTo>
                    <a:pt x="2236898" y="71782"/>
                  </a:lnTo>
                  <a:lnTo>
                    <a:pt x="2236905" y="71768"/>
                  </a:lnTo>
                  <a:lnTo>
                    <a:pt x="2237018" y="71585"/>
                  </a:lnTo>
                  <a:lnTo>
                    <a:pt x="2237169" y="71185"/>
                  </a:lnTo>
                  <a:lnTo>
                    <a:pt x="2237180" y="71154"/>
                  </a:lnTo>
                  <a:lnTo>
                    <a:pt x="2237209" y="71124"/>
                  </a:lnTo>
                  <a:lnTo>
                    <a:pt x="2237247" y="71095"/>
                  </a:lnTo>
                  <a:lnTo>
                    <a:pt x="2237379" y="71004"/>
                  </a:lnTo>
                  <a:lnTo>
                    <a:pt x="2237508" y="70916"/>
                  </a:lnTo>
                  <a:lnTo>
                    <a:pt x="2237549" y="70885"/>
                  </a:lnTo>
                  <a:lnTo>
                    <a:pt x="2237580" y="70854"/>
                  </a:lnTo>
                  <a:lnTo>
                    <a:pt x="2237610" y="70823"/>
                  </a:lnTo>
                  <a:lnTo>
                    <a:pt x="2237633" y="70793"/>
                  </a:lnTo>
                  <a:lnTo>
                    <a:pt x="2237694" y="70700"/>
                  </a:lnTo>
                  <a:lnTo>
                    <a:pt x="2237709" y="70669"/>
                  </a:lnTo>
                  <a:lnTo>
                    <a:pt x="2237715" y="70643"/>
                  </a:lnTo>
                  <a:lnTo>
                    <a:pt x="2237712" y="70622"/>
                  </a:lnTo>
                  <a:lnTo>
                    <a:pt x="2237624" y="70301"/>
                  </a:lnTo>
                  <a:lnTo>
                    <a:pt x="2237615" y="70270"/>
                  </a:lnTo>
                  <a:lnTo>
                    <a:pt x="2237597" y="70240"/>
                  </a:lnTo>
                  <a:lnTo>
                    <a:pt x="2237577" y="70209"/>
                  </a:lnTo>
                  <a:lnTo>
                    <a:pt x="2237548" y="70179"/>
                  </a:lnTo>
                  <a:lnTo>
                    <a:pt x="2237509" y="70148"/>
                  </a:lnTo>
                  <a:lnTo>
                    <a:pt x="2237491" y="70135"/>
                  </a:lnTo>
                  <a:lnTo>
                    <a:pt x="2237468" y="70119"/>
                  </a:lnTo>
                  <a:lnTo>
                    <a:pt x="2237423" y="70095"/>
                  </a:lnTo>
                  <a:lnTo>
                    <a:pt x="2237379" y="70075"/>
                  </a:lnTo>
                  <a:lnTo>
                    <a:pt x="2237335" y="70060"/>
                  </a:lnTo>
                  <a:lnTo>
                    <a:pt x="2237291" y="70048"/>
                  </a:lnTo>
                  <a:lnTo>
                    <a:pt x="2237202" y="70030"/>
                  </a:lnTo>
                  <a:lnTo>
                    <a:pt x="2237158" y="70022"/>
                  </a:lnTo>
                  <a:lnTo>
                    <a:pt x="2237114" y="70014"/>
                  </a:lnTo>
                  <a:lnTo>
                    <a:pt x="2236806" y="69964"/>
                  </a:lnTo>
                  <a:lnTo>
                    <a:pt x="2236717" y="69950"/>
                  </a:lnTo>
                  <a:lnTo>
                    <a:pt x="2236630" y="69938"/>
                  </a:lnTo>
                  <a:lnTo>
                    <a:pt x="2236586" y="69932"/>
                  </a:lnTo>
                  <a:lnTo>
                    <a:pt x="2236542" y="69928"/>
                  </a:lnTo>
                  <a:lnTo>
                    <a:pt x="2236497" y="69924"/>
                  </a:lnTo>
                  <a:lnTo>
                    <a:pt x="2236453" y="69923"/>
                  </a:lnTo>
                  <a:lnTo>
                    <a:pt x="2236410" y="69923"/>
                  </a:lnTo>
                  <a:lnTo>
                    <a:pt x="2236365" y="69927"/>
                  </a:lnTo>
                  <a:lnTo>
                    <a:pt x="2236277" y="69939"/>
                  </a:lnTo>
                  <a:lnTo>
                    <a:pt x="2236233" y="69950"/>
                  </a:lnTo>
                  <a:lnTo>
                    <a:pt x="2236189" y="69960"/>
                  </a:lnTo>
                  <a:lnTo>
                    <a:pt x="2236101" y="69979"/>
                  </a:lnTo>
                  <a:lnTo>
                    <a:pt x="2236013" y="69992"/>
                  </a:lnTo>
                  <a:lnTo>
                    <a:pt x="2235969" y="69996"/>
                  </a:lnTo>
                  <a:lnTo>
                    <a:pt x="2235881" y="69996"/>
                  </a:lnTo>
                  <a:lnTo>
                    <a:pt x="2235793" y="69984"/>
                  </a:lnTo>
                  <a:lnTo>
                    <a:pt x="2235705" y="69972"/>
                  </a:lnTo>
                  <a:lnTo>
                    <a:pt x="2235661" y="69964"/>
                  </a:lnTo>
                  <a:lnTo>
                    <a:pt x="2235617" y="69952"/>
                  </a:lnTo>
                  <a:lnTo>
                    <a:pt x="2235573" y="69932"/>
                  </a:lnTo>
                  <a:lnTo>
                    <a:pt x="2235528" y="69901"/>
                  </a:lnTo>
                  <a:lnTo>
                    <a:pt x="2235442" y="69840"/>
                  </a:lnTo>
                  <a:lnTo>
                    <a:pt x="2235404" y="69809"/>
                  </a:lnTo>
                  <a:lnTo>
                    <a:pt x="2235324" y="69720"/>
                  </a:lnTo>
                  <a:lnTo>
                    <a:pt x="2235320" y="69714"/>
                  </a:lnTo>
                  <a:lnTo>
                    <a:pt x="2235301" y="69689"/>
                  </a:lnTo>
                  <a:lnTo>
                    <a:pt x="2235283" y="69658"/>
                  </a:lnTo>
                  <a:lnTo>
                    <a:pt x="2235268" y="69628"/>
                  </a:lnTo>
                  <a:lnTo>
                    <a:pt x="2235071" y="69231"/>
                  </a:lnTo>
                  <a:lnTo>
                    <a:pt x="2235048" y="69170"/>
                  </a:lnTo>
                  <a:lnTo>
                    <a:pt x="2235039" y="69139"/>
                  </a:lnTo>
                  <a:lnTo>
                    <a:pt x="2235032" y="69109"/>
                  </a:lnTo>
                  <a:lnTo>
                    <a:pt x="2235026" y="69078"/>
                  </a:lnTo>
                  <a:lnTo>
                    <a:pt x="2235020" y="69047"/>
                  </a:lnTo>
                  <a:lnTo>
                    <a:pt x="2235006" y="68971"/>
                  </a:lnTo>
                  <a:lnTo>
                    <a:pt x="2234989" y="68863"/>
                  </a:lnTo>
                  <a:lnTo>
                    <a:pt x="2234986" y="68832"/>
                  </a:lnTo>
                  <a:lnTo>
                    <a:pt x="2234971" y="68771"/>
                  </a:lnTo>
                  <a:lnTo>
                    <a:pt x="2234959" y="68738"/>
                  </a:lnTo>
                  <a:lnTo>
                    <a:pt x="2234945" y="68708"/>
                  </a:lnTo>
                  <a:lnTo>
                    <a:pt x="2234926" y="68677"/>
                  </a:lnTo>
                  <a:lnTo>
                    <a:pt x="2234882" y="68616"/>
                  </a:lnTo>
                  <a:lnTo>
                    <a:pt x="2234823" y="68554"/>
                  </a:lnTo>
                  <a:lnTo>
                    <a:pt x="2234808" y="68541"/>
                  </a:lnTo>
                  <a:lnTo>
                    <a:pt x="2234788" y="68524"/>
                  </a:lnTo>
                  <a:lnTo>
                    <a:pt x="2234666" y="68434"/>
                  </a:lnTo>
                  <a:lnTo>
                    <a:pt x="2234622" y="68405"/>
                  </a:lnTo>
                  <a:lnTo>
                    <a:pt x="2234601" y="68393"/>
                  </a:lnTo>
                  <a:lnTo>
                    <a:pt x="2234578" y="68385"/>
                  </a:lnTo>
                  <a:lnTo>
                    <a:pt x="2234571" y="68384"/>
                  </a:lnTo>
                  <a:lnTo>
                    <a:pt x="2234551" y="68379"/>
                  </a:lnTo>
                  <a:lnTo>
                    <a:pt x="2234269" y="68323"/>
                  </a:lnTo>
                  <a:lnTo>
                    <a:pt x="2233918" y="68251"/>
                  </a:lnTo>
                  <a:lnTo>
                    <a:pt x="2233786" y="68216"/>
                  </a:lnTo>
                  <a:lnTo>
                    <a:pt x="2233742" y="68204"/>
                  </a:lnTo>
                  <a:lnTo>
                    <a:pt x="2233698" y="68188"/>
                  </a:lnTo>
                  <a:lnTo>
                    <a:pt x="2233657" y="68172"/>
                  </a:lnTo>
                  <a:lnTo>
                    <a:pt x="2233568" y="68137"/>
                  </a:lnTo>
                  <a:lnTo>
                    <a:pt x="2233524" y="68119"/>
                  </a:lnTo>
                  <a:lnTo>
                    <a:pt x="2232996" y="67904"/>
                  </a:lnTo>
                  <a:lnTo>
                    <a:pt x="2232953" y="67886"/>
                  </a:lnTo>
                  <a:lnTo>
                    <a:pt x="2232907" y="67865"/>
                  </a:lnTo>
                  <a:lnTo>
                    <a:pt x="2232819" y="67821"/>
                  </a:lnTo>
                  <a:lnTo>
                    <a:pt x="2232730" y="67776"/>
                  </a:lnTo>
                  <a:lnTo>
                    <a:pt x="2232686" y="67750"/>
                  </a:lnTo>
                  <a:lnTo>
                    <a:pt x="2232645" y="67723"/>
                  </a:lnTo>
                  <a:lnTo>
                    <a:pt x="2232600" y="67693"/>
                  </a:lnTo>
                  <a:lnTo>
                    <a:pt x="2232559" y="67662"/>
                  </a:lnTo>
                  <a:lnTo>
                    <a:pt x="2232523" y="67632"/>
                  </a:lnTo>
                  <a:lnTo>
                    <a:pt x="2232488" y="67601"/>
                  </a:lnTo>
                  <a:lnTo>
                    <a:pt x="2232423" y="67540"/>
                  </a:lnTo>
                  <a:lnTo>
                    <a:pt x="2231962" y="67218"/>
                  </a:lnTo>
                  <a:lnTo>
                    <a:pt x="2231917" y="67188"/>
                  </a:lnTo>
                  <a:lnTo>
                    <a:pt x="2231879" y="67157"/>
                  </a:lnTo>
                  <a:lnTo>
                    <a:pt x="2231846" y="67126"/>
                  </a:lnTo>
                  <a:lnTo>
                    <a:pt x="2231686" y="66974"/>
                  </a:lnTo>
                  <a:lnTo>
                    <a:pt x="2231380" y="66576"/>
                  </a:lnTo>
                  <a:lnTo>
                    <a:pt x="2231365" y="66545"/>
                  </a:lnTo>
                  <a:lnTo>
                    <a:pt x="2231353" y="66514"/>
                  </a:lnTo>
                  <a:lnTo>
                    <a:pt x="2231344" y="66484"/>
                  </a:lnTo>
                  <a:lnTo>
                    <a:pt x="2231338" y="66453"/>
                  </a:lnTo>
                  <a:lnTo>
                    <a:pt x="2231334" y="66422"/>
                  </a:lnTo>
                  <a:lnTo>
                    <a:pt x="2231334" y="66391"/>
                  </a:lnTo>
                  <a:lnTo>
                    <a:pt x="2231334" y="66361"/>
                  </a:lnTo>
                  <a:lnTo>
                    <a:pt x="2231336" y="66299"/>
                  </a:lnTo>
                  <a:lnTo>
                    <a:pt x="2231342" y="66268"/>
                  </a:lnTo>
                  <a:lnTo>
                    <a:pt x="2231353" y="66237"/>
                  </a:lnTo>
                  <a:lnTo>
                    <a:pt x="2231376" y="66176"/>
                  </a:lnTo>
                  <a:lnTo>
                    <a:pt x="2231388" y="66145"/>
                  </a:lnTo>
                  <a:lnTo>
                    <a:pt x="2231400" y="66115"/>
                  </a:lnTo>
                  <a:lnTo>
                    <a:pt x="2231408" y="66083"/>
                  </a:lnTo>
                  <a:lnTo>
                    <a:pt x="2231413" y="66053"/>
                  </a:lnTo>
                  <a:lnTo>
                    <a:pt x="2231416" y="66022"/>
                  </a:lnTo>
                  <a:lnTo>
                    <a:pt x="2231423" y="65906"/>
                  </a:lnTo>
                  <a:lnTo>
                    <a:pt x="2231423" y="65876"/>
                  </a:lnTo>
                  <a:lnTo>
                    <a:pt x="2231422" y="65784"/>
                  </a:lnTo>
                  <a:lnTo>
                    <a:pt x="2231417" y="65568"/>
                  </a:lnTo>
                  <a:lnTo>
                    <a:pt x="2231411" y="65538"/>
                  </a:lnTo>
                  <a:lnTo>
                    <a:pt x="2231393" y="65507"/>
                  </a:lnTo>
                  <a:lnTo>
                    <a:pt x="2231360" y="65479"/>
                  </a:lnTo>
                  <a:lnTo>
                    <a:pt x="2231324" y="65448"/>
                  </a:lnTo>
                  <a:lnTo>
                    <a:pt x="2231286" y="65418"/>
                  </a:lnTo>
                  <a:lnTo>
                    <a:pt x="2231203" y="65356"/>
                  </a:lnTo>
                  <a:lnTo>
                    <a:pt x="2231191" y="65349"/>
                  </a:lnTo>
                  <a:lnTo>
                    <a:pt x="2231159" y="65332"/>
                  </a:lnTo>
                  <a:lnTo>
                    <a:pt x="2231132" y="65311"/>
                  </a:lnTo>
                  <a:lnTo>
                    <a:pt x="2231114" y="65285"/>
                  </a:lnTo>
                  <a:lnTo>
                    <a:pt x="2231015" y="64964"/>
                  </a:lnTo>
                  <a:lnTo>
                    <a:pt x="2231009" y="64933"/>
                  </a:lnTo>
                  <a:lnTo>
                    <a:pt x="2231007" y="64921"/>
                  </a:lnTo>
                  <a:lnTo>
                    <a:pt x="2231005" y="64903"/>
                  </a:lnTo>
                  <a:lnTo>
                    <a:pt x="2231008" y="64872"/>
                  </a:lnTo>
                  <a:lnTo>
                    <a:pt x="2231014" y="64841"/>
                  </a:lnTo>
                  <a:lnTo>
                    <a:pt x="2231022" y="64810"/>
                  </a:lnTo>
                  <a:lnTo>
                    <a:pt x="2231031" y="64779"/>
                  </a:lnTo>
                  <a:lnTo>
                    <a:pt x="2231045" y="64748"/>
                  </a:lnTo>
                  <a:lnTo>
                    <a:pt x="2231094" y="64656"/>
                  </a:lnTo>
                  <a:lnTo>
                    <a:pt x="2231112" y="64625"/>
                  </a:lnTo>
                  <a:lnTo>
                    <a:pt x="2231135" y="64595"/>
                  </a:lnTo>
                  <a:lnTo>
                    <a:pt x="2231164" y="64564"/>
                  </a:lnTo>
                  <a:lnTo>
                    <a:pt x="2231203" y="64535"/>
                  </a:lnTo>
                  <a:lnTo>
                    <a:pt x="2231212" y="64529"/>
                  </a:lnTo>
                  <a:lnTo>
                    <a:pt x="2231223" y="64522"/>
                  </a:lnTo>
                  <a:lnTo>
                    <a:pt x="2231247" y="64514"/>
                  </a:lnTo>
                  <a:lnTo>
                    <a:pt x="2231291" y="64504"/>
                  </a:lnTo>
                  <a:lnTo>
                    <a:pt x="2231334" y="64497"/>
                  </a:lnTo>
                  <a:lnTo>
                    <a:pt x="2231423" y="64497"/>
                  </a:lnTo>
                  <a:lnTo>
                    <a:pt x="2231555" y="64496"/>
                  </a:lnTo>
                  <a:lnTo>
                    <a:pt x="2231688" y="64500"/>
                  </a:lnTo>
                  <a:lnTo>
                    <a:pt x="2231732" y="64502"/>
                  </a:lnTo>
                  <a:lnTo>
                    <a:pt x="2231909" y="64511"/>
                  </a:lnTo>
                  <a:lnTo>
                    <a:pt x="2231953" y="64517"/>
                  </a:lnTo>
                  <a:lnTo>
                    <a:pt x="2231997" y="64523"/>
                  </a:lnTo>
                  <a:lnTo>
                    <a:pt x="2232041" y="64531"/>
                  </a:lnTo>
                  <a:lnTo>
                    <a:pt x="2232085" y="64539"/>
                  </a:lnTo>
                  <a:lnTo>
                    <a:pt x="2232130" y="64539"/>
                  </a:lnTo>
                  <a:lnTo>
                    <a:pt x="2232174" y="64532"/>
                  </a:lnTo>
                  <a:lnTo>
                    <a:pt x="2232191" y="64528"/>
                  </a:lnTo>
                  <a:lnTo>
                    <a:pt x="2232218" y="64522"/>
                  </a:lnTo>
                  <a:lnTo>
                    <a:pt x="2232262" y="64508"/>
                  </a:lnTo>
                  <a:lnTo>
                    <a:pt x="2232306" y="64487"/>
                  </a:lnTo>
                  <a:lnTo>
                    <a:pt x="2232347" y="64456"/>
                  </a:lnTo>
                  <a:lnTo>
                    <a:pt x="2232379" y="64425"/>
                  </a:lnTo>
                  <a:lnTo>
                    <a:pt x="2232408" y="64394"/>
                  </a:lnTo>
                  <a:lnTo>
                    <a:pt x="2232434" y="64363"/>
                  </a:lnTo>
                  <a:lnTo>
                    <a:pt x="2232457" y="64333"/>
                  </a:lnTo>
                  <a:lnTo>
                    <a:pt x="2232478" y="64302"/>
                  </a:lnTo>
                  <a:lnTo>
                    <a:pt x="2232519" y="64240"/>
                  </a:lnTo>
                  <a:lnTo>
                    <a:pt x="2232526" y="64226"/>
                  </a:lnTo>
                  <a:lnTo>
                    <a:pt x="2232536" y="64209"/>
                  </a:lnTo>
                  <a:lnTo>
                    <a:pt x="2232559" y="64160"/>
                  </a:lnTo>
                  <a:lnTo>
                    <a:pt x="2232565" y="64148"/>
                  </a:lnTo>
                  <a:lnTo>
                    <a:pt x="2232574" y="64117"/>
                  </a:lnTo>
                  <a:lnTo>
                    <a:pt x="2232582" y="64086"/>
                  </a:lnTo>
                  <a:lnTo>
                    <a:pt x="2232588" y="64055"/>
                  </a:lnTo>
                  <a:lnTo>
                    <a:pt x="2232594" y="64025"/>
                  </a:lnTo>
                  <a:lnTo>
                    <a:pt x="2232594" y="63994"/>
                  </a:lnTo>
                  <a:lnTo>
                    <a:pt x="2232593" y="63932"/>
                  </a:lnTo>
                  <a:lnTo>
                    <a:pt x="2232590" y="63902"/>
                  </a:lnTo>
                  <a:lnTo>
                    <a:pt x="2232577" y="63840"/>
                  </a:lnTo>
                  <a:lnTo>
                    <a:pt x="2232568" y="63810"/>
                  </a:lnTo>
                  <a:lnTo>
                    <a:pt x="2232556" y="63779"/>
                  </a:lnTo>
                  <a:lnTo>
                    <a:pt x="2232457" y="63533"/>
                  </a:lnTo>
                  <a:lnTo>
                    <a:pt x="2232443" y="63503"/>
                  </a:lnTo>
                  <a:lnTo>
                    <a:pt x="2232424" y="63472"/>
                  </a:lnTo>
                  <a:lnTo>
                    <a:pt x="2232406" y="63442"/>
                  </a:lnTo>
                  <a:lnTo>
                    <a:pt x="2232356" y="63350"/>
                  </a:lnTo>
                  <a:lnTo>
                    <a:pt x="2232344" y="63319"/>
                  </a:lnTo>
                  <a:lnTo>
                    <a:pt x="2232335" y="63288"/>
                  </a:lnTo>
                  <a:lnTo>
                    <a:pt x="2232329" y="63257"/>
                  </a:lnTo>
                  <a:lnTo>
                    <a:pt x="2232325" y="63227"/>
                  </a:lnTo>
                  <a:lnTo>
                    <a:pt x="2232325" y="63165"/>
                  </a:lnTo>
                  <a:lnTo>
                    <a:pt x="2232331" y="63104"/>
                  </a:lnTo>
                  <a:lnTo>
                    <a:pt x="2232339" y="63073"/>
                  </a:lnTo>
                  <a:lnTo>
                    <a:pt x="2232351" y="63044"/>
                  </a:lnTo>
                  <a:lnTo>
                    <a:pt x="2232377" y="63014"/>
                  </a:lnTo>
                  <a:lnTo>
                    <a:pt x="2232719" y="62674"/>
                  </a:lnTo>
                  <a:lnTo>
                    <a:pt x="2232825" y="62581"/>
                  </a:lnTo>
                  <a:lnTo>
                    <a:pt x="2232868" y="62551"/>
                  </a:lnTo>
                  <a:lnTo>
                    <a:pt x="2232912" y="62526"/>
                  </a:lnTo>
                  <a:lnTo>
                    <a:pt x="2232956" y="62501"/>
                  </a:lnTo>
                  <a:lnTo>
                    <a:pt x="2233000" y="62480"/>
                  </a:lnTo>
                  <a:lnTo>
                    <a:pt x="2233044" y="62462"/>
                  </a:lnTo>
                  <a:lnTo>
                    <a:pt x="2233088" y="62435"/>
                  </a:lnTo>
                  <a:lnTo>
                    <a:pt x="2233152" y="62373"/>
                  </a:lnTo>
                  <a:lnTo>
                    <a:pt x="2233173" y="62342"/>
                  </a:lnTo>
                  <a:lnTo>
                    <a:pt x="2233181" y="62312"/>
                  </a:lnTo>
                  <a:lnTo>
                    <a:pt x="2233184" y="62281"/>
                  </a:lnTo>
                  <a:lnTo>
                    <a:pt x="2233172" y="62220"/>
                  </a:lnTo>
                  <a:lnTo>
                    <a:pt x="2233163" y="62189"/>
                  </a:lnTo>
                  <a:lnTo>
                    <a:pt x="2233151" y="62158"/>
                  </a:lnTo>
                  <a:lnTo>
                    <a:pt x="2233142" y="62128"/>
                  </a:lnTo>
                  <a:lnTo>
                    <a:pt x="2233144" y="62108"/>
                  </a:lnTo>
                  <a:lnTo>
                    <a:pt x="2233145" y="62097"/>
                  </a:lnTo>
                  <a:lnTo>
                    <a:pt x="2233153" y="62066"/>
                  </a:lnTo>
                  <a:lnTo>
                    <a:pt x="2233168" y="62035"/>
                  </a:lnTo>
                  <a:lnTo>
                    <a:pt x="2233185" y="62004"/>
                  </a:lnTo>
                  <a:lnTo>
                    <a:pt x="2233205" y="61976"/>
                  </a:lnTo>
                  <a:lnTo>
                    <a:pt x="2233351" y="61793"/>
                  </a:lnTo>
                  <a:lnTo>
                    <a:pt x="2233401" y="61731"/>
                  </a:lnTo>
                  <a:lnTo>
                    <a:pt x="2233454" y="61669"/>
                  </a:lnTo>
                  <a:lnTo>
                    <a:pt x="2233506" y="61608"/>
                  </a:lnTo>
                  <a:lnTo>
                    <a:pt x="2233565" y="61546"/>
                  </a:lnTo>
                  <a:lnTo>
                    <a:pt x="2233629" y="61485"/>
                  </a:lnTo>
                  <a:lnTo>
                    <a:pt x="2233664" y="61454"/>
                  </a:lnTo>
                  <a:lnTo>
                    <a:pt x="2233700" y="61423"/>
                  </a:lnTo>
                  <a:lnTo>
                    <a:pt x="2233796" y="61341"/>
                  </a:lnTo>
                  <a:lnTo>
                    <a:pt x="2233887" y="61269"/>
                  </a:lnTo>
                  <a:lnTo>
                    <a:pt x="2233931" y="61238"/>
                  </a:lnTo>
                  <a:lnTo>
                    <a:pt x="2234110" y="61085"/>
                  </a:lnTo>
                  <a:lnTo>
                    <a:pt x="2234177" y="61024"/>
                  </a:lnTo>
                  <a:lnTo>
                    <a:pt x="2234210" y="60993"/>
                  </a:lnTo>
                  <a:lnTo>
                    <a:pt x="2234236" y="60964"/>
                  </a:lnTo>
                  <a:lnTo>
                    <a:pt x="2234262" y="60933"/>
                  </a:lnTo>
                  <a:lnTo>
                    <a:pt x="2234283" y="60902"/>
                  </a:lnTo>
                  <a:lnTo>
                    <a:pt x="2234300" y="60871"/>
                  </a:lnTo>
                  <a:lnTo>
                    <a:pt x="2234312" y="60841"/>
                  </a:lnTo>
                  <a:lnTo>
                    <a:pt x="2234317" y="60810"/>
                  </a:lnTo>
                  <a:lnTo>
                    <a:pt x="2234320" y="60779"/>
                  </a:lnTo>
                  <a:lnTo>
                    <a:pt x="2234346" y="60321"/>
                  </a:lnTo>
                  <a:lnTo>
                    <a:pt x="2234344" y="60290"/>
                  </a:lnTo>
                  <a:lnTo>
                    <a:pt x="2234340" y="60259"/>
                  </a:lnTo>
                  <a:lnTo>
                    <a:pt x="2234322" y="60198"/>
                  </a:lnTo>
                  <a:lnTo>
                    <a:pt x="2234307" y="60167"/>
                  </a:lnTo>
                  <a:lnTo>
                    <a:pt x="2234289" y="60136"/>
                  </a:lnTo>
                  <a:lnTo>
                    <a:pt x="2234247" y="60075"/>
                  </a:lnTo>
                  <a:lnTo>
                    <a:pt x="2234227" y="60051"/>
                  </a:lnTo>
                  <a:lnTo>
                    <a:pt x="2234221" y="60045"/>
                  </a:lnTo>
                  <a:lnTo>
                    <a:pt x="2234194" y="60014"/>
                  </a:lnTo>
                  <a:lnTo>
                    <a:pt x="2234170" y="59983"/>
                  </a:lnTo>
                  <a:lnTo>
                    <a:pt x="2234152" y="59955"/>
                  </a:lnTo>
                  <a:lnTo>
                    <a:pt x="2234134" y="59924"/>
                  </a:lnTo>
                  <a:lnTo>
                    <a:pt x="2234104" y="59863"/>
                  </a:lnTo>
                  <a:lnTo>
                    <a:pt x="2234090" y="59832"/>
                  </a:lnTo>
                  <a:lnTo>
                    <a:pt x="2234065" y="59771"/>
                  </a:lnTo>
                  <a:lnTo>
                    <a:pt x="2234053" y="59740"/>
                  </a:lnTo>
                  <a:lnTo>
                    <a:pt x="2234047" y="59709"/>
                  </a:lnTo>
                  <a:lnTo>
                    <a:pt x="2234035" y="59648"/>
                  </a:lnTo>
                  <a:lnTo>
                    <a:pt x="2233975" y="59034"/>
                  </a:lnTo>
                  <a:lnTo>
                    <a:pt x="2233975" y="59003"/>
                  </a:lnTo>
                  <a:lnTo>
                    <a:pt x="2233983" y="58943"/>
                  </a:lnTo>
                  <a:lnTo>
                    <a:pt x="2233989" y="58913"/>
                  </a:lnTo>
                  <a:lnTo>
                    <a:pt x="2234003" y="58851"/>
                  </a:lnTo>
                  <a:lnTo>
                    <a:pt x="2234026" y="58790"/>
                  </a:lnTo>
                  <a:lnTo>
                    <a:pt x="2234038" y="58759"/>
                  </a:lnTo>
                  <a:lnTo>
                    <a:pt x="2234114" y="58574"/>
                  </a:lnTo>
                  <a:lnTo>
                    <a:pt x="2234127" y="58543"/>
                  </a:lnTo>
                  <a:lnTo>
                    <a:pt x="2234151" y="58513"/>
                  </a:lnTo>
                  <a:lnTo>
                    <a:pt x="2234224" y="58420"/>
                  </a:lnTo>
                  <a:lnTo>
                    <a:pt x="2234251" y="58389"/>
                  </a:lnTo>
                  <a:lnTo>
                    <a:pt x="2234277" y="58359"/>
                  </a:lnTo>
                  <a:lnTo>
                    <a:pt x="2234515" y="58143"/>
                  </a:lnTo>
                  <a:lnTo>
                    <a:pt x="2234549" y="58112"/>
                  </a:lnTo>
                  <a:lnTo>
                    <a:pt x="2234594" y="58081"/>
                  </a:lnTo>
                  <a:lnTo>
                    <a:pt x="2234620" y="58065"/>
                  </a:lnTo>
                  <a:lnTo>
                    <a:pt x="2234638" y="58055"/>
                  </a:lnTo>
                  <a:lnTo>
                    <a:pt x="2234682" y="58030"/>
                  </a:lnTo>
                  <a:lnTo>
                    <a:pt x="2234726" y="58009"/>
                  </a:lnTo>
                  <a:lnTo>
                    <a:pt x="2234770" y="57982"/>
                  </a:lnTo>
                  <a:lnTo>
                    <a:pt x="2234811" y="57952"/>
                  </a:lnTo>
                  <a:lnTo>
                    <a:pt x="2234850" y="57920"/>
                  </a:lnTo>
                  <a:lnTo>
                    <a:pt x="2234914" y="57859"/>
                  </a:lnTo>
                  <a:lnTo>
                    <a:pt x="2234944" y="57828"/>
                  </a:lnTo>
                  <a:lnTo>
                    <a:pt x="2234970" y="57797"/>
                  </a:lnTo>
                  <a:lnTo>
                    <a:pt x="2235017" y="57736"/>
                  </a:lnTo>
                  <a:lnTo>
                    <a:pt x="2235037" y="57705"/>
                  </a:lnTo>
                  <a:lnTo>
                    <a:pt x="2235075" y="57643"/>
                  </a:lnTo>
                  <a:lnTo>
                    <a:pt x="2235093" y="57612"/>
                  </a:lnTo>
                  <a:lnTo>
                    <a:pt x="2235101" y="57582"/>
                  </a:lnTo>
                  <a:lnTo>
                    <a:pt x="2235104" y="57551"/>
                  </a:lnTo>
                  <a:lnTo>
                    <a:pt x="2235103" y="57542"/>
                  </a:lnTo>
                  <a:lnTo>
                    <a:pt x="2235101" y="57520"/>
                  </a:lnTo>
                  <a:lnTo>
                    <a:pt x="2235095" y="57490"/>
                  </a:lnTo>
                  <a:lnTo>
                    <a:pt x="2235083" y="57459"/>
                  </a:lnTo>
                  <a:lnTo>
                    <a:pt x="2235065" y="57429"/>
                  </a:lnTo>
                  <a:lnTo>
                    <a:pt x="2235044" y="57398"/>
                  </a:lnTo>
                  <a:lnTo>
                    <a:pt x="2235020" y="57367"/>
                  </a:lnTo>
                  <a:lnTo>
                    <a:pt x="2234776" y="57091"/>
                  </a:lnTo>
                  <a:lnTo>
                    <a:pt x="2234749" y="57061"/>
                  </a:lnTo>
                  <a:lnTo>
                    <a:pt x="2234695" y="57000"/>
                  </a:lnTo>
                  <a:lnTo>
                    <a:pt x="2234689" y="56997"/>
                  </a:lnTo>
                  <a:lnTo>
                    <a:pt x="2234538" y="56918"/>
                  </a:lnTo>
                  <a:lnTo>
                    <a:pt x="2234493" y="56895"/>
                  </a:lnTo>
                  <a:lnTo>
                    <a:pt x="2234452" y="56877"/>
                  </a:lnTo>
                  <a:lnTo>
                    <a:pt x="2234408" y="56859"/>
                  </a:lnTo>
                  <a:lnTo>
                    <a:pt x="2234363" y="56838"/>
                  </a:lnTo>
                  <a:lnTo>
                    <a:pt x="2234316" y="56814"/>
                  </a:lnTo>
                  <a:lnTo>
                    <a:pt x="2234275" y="56785"/>
                  </a:lnTo>
                  <a:lnTo>
                    <a:pt x="2234270" y="56780"/>
                  </a:lnTo>
                  <a:lnTo>
                    <a:pt x="2234245" y="56755"/>
                  </a:lnTo>
                  <a:lnTo>
                    <a:pt x="2234221" y="56724"/>
                  </a:lnTo>
                  <a:lnTo>
                    <a:pt x="2234209" y="56693"/>
                  </a:lnTo>
                  <a:lnTo>
                    <a:pt x="2234201" y="56663"/>
                  </a:lnTo>
                  <a:lnTo>
                    <a:pt x="2234195" y="56632"/>
                  </a:lnTo>
                  <a:lnTo>
                    <a:pt x="2234188" y="56601"/>
                  </a:lnTo>
                  <a:lnTo>
                    <a:pt x="2234183" y="56540"/>
                  </a:lnTo>
                  <a:lnTo>
                    <a:pt x="2234183" y="56509"/>
                  </a:lnTo>
                  <a:lnTo>
                    <a:pt x="2234194" y="56448"/>
                  </a:lnTo>
                  <a:lnTo>
                    <a:pt x="2234200" y="56417"/>
                  </a:lnTo>
                  <a:lnTo>
                    <a:pt x="2234211" y="56386"/>
                  </a:lnTo>
                  <a:lnTo>
                    <a:pt x="2234240" y="56323"/>
                  </a:lnTo>
                  <a:lnTo>
                    <a:pt x="2234261" y="56292"/>
                  </a:lnTo>
                  <a:lnTo>
                    <a:pt x="2234308" y="56230"/>
                  </a:lnTo>
                  <a:lnTo>
                    <a:pt x="2234332" y="56206"/>
                  </a:lnTo>
                  <a:lnTo>
                    <a:pt x="2234338" y="56200"/>
                  </a:lnTo>
                  <a:lnTo>
                    <a:pt x="2234344" y="56195"/>
                  </a:lnTo>
                  <a:lnTo>
                    <a:pt x="2234375" y="56169"/>
                  </a:lnTo>
                  <a:lnTo>
                    <a:pt x="2234420" y="56140"/>
                  </a:lnTo>
                  <a:lnTo>
                    <a:pt x="2234508" y="56093"/>
                  </a:lnTo>
                  <a:lnTo>
                    <a:pt x="2234552" y="56072"/>
                  </a:lnTo>
                  <a:lnTo>
                    <a:pt x="2234641" y="56036"/>
                  </a:lnTo>
                  <a:lnTo>
                    <a:pt x="2234682" y="56021"/>
                  </a:lnTo>
                  <a:lnTo>
                    <a:pt x="2234727" y="56007"/>
                  </a:lnTo>
                  <a:lnTo>
                    <a:pt x="2235036" y="55912"/>
                  </a:lnTo>
                  <a:lnTo>
                    <a:pt x="2235125" y="55893"/>
                  </a:lnTo>
                  <a:lnTo>
                    <a:pt x="2235169" y="55885"/>
                  </a:lnTo>
                  <a:lnTo>
                    <a:pt x="2235213" y="55875"/>
                  </a:lnTo>
                  <a:lnTo>
                    <a:pt x="2235257" y="55864"/>
                  </a:lnTo>
                  <a:lnTo>
                    <a:pt x="2235346" y="55833"/>
                  </a:lnTo>
                  <a:lnTo>
                    <a:pt x="2235785" y="55669"/>
                  </a:lnTo>
                  <a:lnTo>
                    <a:pt x="2235829" y="55650"/>
                  </a:lnTo>
                  <a:lnTo>
                    <a:pt x="2235873" y="55631"/>
                  </a:lnTo>
                  <a:lnTo>
                    <a:pt x="2235918" y="55611"/>
                  </a:lnTo>
                  <a:lnTo>
                    <a:pt x="2236003" y="55566"/>
                  </a:lnTo>
                  <a:lnTo>
                    <a:pt x="2236047" y="55539"/>
                  </a:lnTo>
                  <a:lnTo>
                    <a:pt x="2236089" y="55506"/>
                  </a:lnTo>
                  <a:lnTo>
                    <a:pt x="2236127" y="55476"/>
                  </a:lnTo>
                  <a:lnTo>
                    <a:pt x="2236157" y="55447"/>
                  </a:lnTo>
                  <a:lnTo>
                    <a:pt x="2236180" y="55422"/>
                  </a:lnTo>
                  <a:lnTo>
                    <a:pt x="2236212" y="55385"/>
                  </a:lnTo>
                  <a:lnTo>
                    <a:pt x="2236239" y="55355"/>
                  </a:lnTo>
                  <a:lnTo>
                    <a:pt x="2236292" y="55293"/>
                  </a:lnTo>
                  <a:lnTo>
                    <a:pt x="2236318" y="55262"/>
                  </a:lnTo>
                  <a:lnTo>
                    <a:pt x="2236365" y="55199"/>
                  </a:lnTo>
                  <a:lnTo>
                    <a:pt x="2236383" y="55168"/>
                  </a:lnTo>
                  <a:lnTo>
                    <a:pt x="2236397" y="55137"/>
                  </a:lnTo>
                  <a:lnTo>
                    <a:pt x="2236409" y="55107"/>
                  </a:lnTo>
                  <a:lnTo>
                    <a:pt x="2236418" y="55076"/>
                  </a:lnTo>
                  <a:lnTo>
                    <a:pt x="2236421" y="55025"/>
                  </a:lnTo>
                  <a:lnTo>
                    <a:pt x="2236406" y="54954"/>
                  </a:lnTo>
                  <a:lnTo>
                    <a:pt x="2236397" y="54923"/>
                  </a:lnTo>
                  <a:lnTo>
                    <a:pt x="2236382" y="54892"/>
                  </a:lnTo>
                  <a:lnTo>
                    <a:pt x="2236362" y="54861"/>
                  </a:lnTo>
                  <a:lnTo>
                    <a:pt x="2236338" y="54831"/>
                  </a:lnTo>
                  <a:lnTo>
                    <a:pt x="2236284" y="54770"/>
                  </a:lnTo>
                  <a:lnTo>
                    <a:pt x="2236255" y="54739"/>
                  </a:lnTo>
                  <a:lnTo>
                    <a:pt x="2236225" y="54710"/>
                  </a:lnTo>
                  <a:lnTo>
                    <a:pt x="2236193" y="54680"/>
                  </a:lnTo>
                  <a:lnTo>
                    <a:pt x="2236160" y="54649"/>
                  </a:lnTo>
                  <a:lnTo>
                    <a:pt x="2236021" y="54527"/>
                  </a:lnTo>
                  <a:lnTo>
                    <a:pt x="2235985" y="54496"/>
                  </a:lnTo>
                  <a:lnTo>
                    <a:pt x="2235941" y="54465"/>
                  </a:lnTo>
                  <a:lnTo>
                    <a:pt x="2235896" y="54441"/>
                  </a:lnTo>
                  <a:lnTo>
                    <a:pt x="2235849" y="54421"/>
                  </a:lnTo>
                  <a:lnTo>
                    <a:pt x="2235805" y="54404"/>
                  </a:lnTo>
                  <a:lnTo>
                    <a:pt x="2235761" y="54390"/>
                  </a:lnTo>
                  <a:lnTo>
                    <a:pt x="2235716" y="54378"/>
                  </a:lnTo>
                  <a:lnTo>
                    <a:pt x="2235627" y="54353"/>
                  </a:lnTo>
                  <a:lnTo>
                    <a:pt x="2235539" y="54335"/>
                  </a:lnTo>
                  <a:lnTo>
                    <a:pt x="2235494" y="54327"/>
                  </a:lnTo>
                  <a:lnTo>
                    <a:pt x="2235450" y="54321"/>
                  </a:lnTo>
                  <a:lnTo>
                    <a:pt x="2235405" y="54317"/>
                  </a:lnTo>
                  <a:lnTo>
                    <a:pt x="2235361" y="54317"/>
                  </a:lnTo>
                  <a:lnTo>
                    <a:pt x="2235317" y="54321"/>
                  </a:lnTo>
                  <a:lnTo>
                    <a:pt x="2235272" y="54326"/>
                  </a:lnTo>
                  <a:lnTo>
                    <a:pt x="2235229" y="54330"/>
                  </a:lnTo>
                  <a:lnTo>
                    <a:pt x="2235184" y="54336"/>
                  </a:lnTo>
                  <a:lnTo>
                    <a:pt x="2235095" y="54350"/>
                  </a:lnTo>
                  <a:lnTo>
                    <a:pt x="2234918" y="54382"/>
                  </a:lnTo>
                  <a:lnTo>
                    <a:pt x="2234830" y="54400"/>
                  </a:lnTo>
                  <a:lnTo>
                    <a:pt x="2234786" y="54413"/>
                  </a:lnTo>
                  <a:lnTo>
                    <a:pt x="2234741" y="54427"/>
                  </a:lnTo>
                  <a:lnTo>
                    <a:pt x="2234697" y="54444"/>
                  </a:lnTo>
                  <a:lnTo>
                    <a:pt x="2234653" y="54462"/>
                  </a:lnTo>
                  <a:lnTo>
                    <a:pt x="2234608" y="54478"/>
                  </a:lnTo>
                  <a:lnTo>
                    <a:pt x="2234567" y="54493"/>
                  </a:lnTo>
                  <a:lnTo>
                    <a:pt x="2234479" y="54514"/>
                  </a:lnTo>
                  <a:lnTo>
                    <a:pt x="2234434" y="54522"/>
                  </a:lnTo>
                  <a:lnTo>
                    <a:pt x="2234390" y="54526"/>
                  </a:lnTo>
                  <a:lnTo>
                    <a:pt x="2234346" y="54528"/>
                  </a:lnTo>
                  <a:lnTo>
                    <a:pt x="2234301" y="54528"/>
                  </a:lnTo>
                  <a:lnTo>
                    <a:pt x="2234257" y="54526"/>
                  </a:lnTo>
                  <a:lnTo>
                    <a:pt x="2234213" y="54522"/>
                  </a:lnTo>
                  <a:lnTo>
                    <a:pt x="2234145" y="54504"/>
                  </a:lnTo>
                  <a:lnTo>
                    <a:pt x="2234121" y="54492"/>
                  </a:lnTo>
                  <a:lnTo>
                    <a:pt x="2234077" y="54463"/>
                  </a:lnTo>
                  <a:lnTo>
                    <a:pt x="2234041" y="54433"/>
                  </a:lnTo>
                  <a:lnTo>
                    <a:pt x="2234015" y="54402"/>
                  </a:lnTo>
                  <a:lnTo>
                    <a:pt x="2233991" y="54371"/>
                  </a:lnTo>
                  <a:lnTo>
                    <a:pt x="2233866" y="54190"/>
                  </a:lnTo>
                  <a:lnTo>
                    <a:pt x="2233732" y="53977"/>
                  </a:lnTo>
                  <a:lnTo>
                    <a:pt x="2233709" y="53946"/>
                  </a:lnTo>
                  <a:lnTo>
                    <a:pt x="2233667" y="53916"/>
                  </a:lnTo>
                  <a:lnTo>
                    <a:pt x="2233157" y="53597"/>
                  </a:lnTo>
                  <a:lnTo>
                    <a:pt x="2233110" y="53575"/>
                  </a:lnTo>
                  <a:lnTo>
                    <a:pt x="2233021" y="53543"/>
                  </a:lnTo>
                  <a:lnTo>
                    <a:pt x="2232888" y="53504"/>
                  </a:lnTo>
                  <a:lnTo>
                    <a:pt x="2232703" y="53455"/>
                  </a:lnTo>
                  <a:lnTo>
                    <a:pt x="2232677" y="53449"/>
                  </a:lnTo>
                  <a:lnTo>
                    <a:pt x="2232632" y="53443"/>
                  </a:lnTo>
                  <a:lnTo>
                    <a:pt x="2232564" y="53435"/>
                  </a:lnTo>
                  <a:lnTo>
                    <a:pt x="2232472" y="53425"/>
                  </a:lnTo>
                  <a:lnTo>
                    <a:pt x="2232132" y="53398"/>
                  </a:lnTo>
                  <a:lnTo>
                    <a:pt x="2232047" y="53394"/>
                  </a:lnTo>
                  <a:lnTo>
                    <a:pt x="2232020" y="53392"/>
                  </a:lnTo>
                  <a:lnTo>
                    <a:pt x="2231936" y="53382"/>
                  </a:lnTo>
                  <a:lnTo>
                    <a:pt x="2231922" y="53380"/>
                  </a:lnTo>
                  <a:lnTo>
                    <a:pt x="2231564" y="53329"/>
                  </a:lnTo>
                  <a:lnTo>
                    <a:pt x="2231470" y="53313"/>
                  </a:lnTo>
                  <a:lnTo>
                    <a:pt x="2231373" y="53288"/>
                  </a:lnTo>
                  <a:lnTo>
                    <a:pt x="2231287" y="53262"/>
                  </a:lnTo>
                  <a:lnTo>
                    <a:pt x="2231227" y="53235"/>
                  </a:lnTo>
                  <a:lnTo>
                    <a:pt x="2231183" y="53207"/>
                  </a:lnTo>
                  <a:lnTo>
                    <a:pt x="2230805" y="52939"/>
                  </a:lnTo>
                  <a:lnTo>
                    <a:pt x="2230731" y="52884"/>
                  </a:lnTo>
                  <a:lnTo>
                    <a:pt x="2230691" y="52848"/>
                  </a:lnTo>
                  <a:lnTo>
                    <a:pt x="2230680" y="52839"/>
                  </a:lnTo>
                  <a:lnTo>
                    <a:pt x="2230642" y="52800"/>
                  </a:lnTo>
                  <a:lnTo>
                    <a:pt x="2230633" y="52783"/>
                  </a:lnTo>
                  <a:lnTo>
                    <a:pt x="2230612" y="52749"/>
                  </a:lnTo>
                  <a:lnTo>
                    <a:pt x="2230565" y="52673"/>
                  </a:lnTo>
                  <a:lnTo>
                    <a:pt x="2230464" y="52530"/>
                  </a:lnTo>
                  <a:lnTo>
                    <a:pt x="2230405" y="52448"/>
                  </a:lnTo>
                  <a:lnTo>
                    <a:pt x="2230354" y="52385"/>
                  </a:lnTo>
                  <a:lnTo>
                    <a:pt x="2230325" y="52348"/>
                  </a:lnTo>
                  <a:lnTo>
                    <a:pt x="2230278" y="52290"/>
                  </a:lnTo>
                  <a:lnTo>
                    <a:pt x="2230228" y="52246"/>
                  </a:lnTo>
                  <a:lnTo>
                    <a:pt x="2230168" y="52207"/>
                  </a:lnTo>
                  <a:lnTo>
                    <a:pt x="2230085" y="52164"/>
                  </a:lnTo>
                  <a:lnTo>
                    <a:pt x="2230003" y="52131"/>
                  </a:lnTo>
                  <a:lnTo>
                    <a:pt x="2229913" y="52107"/>
                  </a:lnTo>
                  <a:lnTo>
                    <a:pt x="2229822" y="52093"/>
                  </a:lnTo>
                  <a:lnTo>
                    <a:pt x="2229715" y="52083"/>
                  </a:lnTo>
                  <a:lnTo>
                    <a:pt x="2229615" y="52078"/>
                  </a:lnTo>
                  <a:lnTo>
                    <a:pt x="2229334" y="52077"/>
                  </a:lnTo>
                  <a:lnTo>
                    <a:pt x="2229103" y="52083"/>
                  </a:lnTo>
                  <a:lnTo>
                    <a:pt x="2228931" y="52077"/>
                  </a:lnTo>
                  <a:lnTo>
                    <a:pt x="2228798" y="52071"/>
                  </a:lnTo>
                  <a:lnTo>
                    <a:pt x="2228674" y="52061"/>
                  </a:lnTo>
                  <a:lnTo>
                    <a:pt x="2228547" y="52047"/>
                  </a:lnTo>
                  <a:lnTo>
                    <a:pt x="2228410" y="52018"/>
                  </a:lnTo>
                  <a:lnTo>
                    <a:pt x="2228272" y="51980"/>
                  </a:lnTo>
                  <a:lnTo>
                    <a:pt x="2228212" y="51957"/>
                  </a:lnTo>
                  <a:lnTo>
                    <a:pt x="2228082" y="51885"/>
                  </a:lnTo>
                  <a:lnTo>
                    <a:pt x="2228008" y="51838"/>
                  </a:lnTo>
                  <a:lnTo>
                    <a:pt x="2227925" y="51777"/>
                  </a:lnTo>
                  <a:lnTo>
                    <a:pt x="2227857" y="51728"/>
                  </a:lnTo>
                  <a:lnTo>
                    <a:pt x="2227780" y="51675"/>
                  </a:lnTo>
                  <a:lnTo>
                    <a:pt x="2227466" y="51479"/>
                  </a:lnTo>
                  <a:lnTo>
                    <a:pt x="2227303" y="51389"/>
                  </a:lnTo>
                  <a:lnTo>
                    <a:pt x="2227223" y="51348"/>
                  </a:lnTo>
                  <a:lnTo>
                    <a:pt x="2227069" y="51293"/>
                  </a:lnTo>
                  <a:lnTo>
                    <a:pt x="2226215" y="50948"/>
                  </a:lnTo>
                  <a:lnTo>
                    <a:pt x="2225818" y="50751"/>
                  </a:lnTo>
                  <a:lnTo>
                    <a:pt x="2224899" y="50273"/>
                  </a:lnTo>
                  <a:lnTo>
                    <a:pt x="2224730" y="50195"/>
                  </a:lnTo>
                  <a:lnTo>
                    <a:pt x="2224630" y="50152"/>
                  </a:lnTo>
                  <a:lnTo>
                    <a:pt x="2224561" y="50122"/>
                  </a:lnTo>
                  <a:lnTo>
                    <a:pt x="2224531" y="50103"/>
                  </a:lnTo>
                  <a:lnTo>
                    <a:pt x="2224484" y="50067"/>
                  </a:lnTo>
                  <a:lnTo>
                    <a:pt x="2224124" y="49736"/>
                  </a:lnTo>
                  <a:lnTo>
                    <a:pt x="2224095" y="49705"/>
                  </a:lnTo>
                  <a:lnTo>
                    <a:pt x="2224041" y="49640"/>
                  </a:lnTo>
                  <a:lnTo>
                    <a:pt x="2224009" y="49595"/>
                  </a:lnTo>
                  <a:lnTo>
                    <a:pt x="2223946" y="49533"/>
                  </a:lnTo>
                  <a:lnTo>
                    <a:pt x="2223904" y="49492"/>
                  </a:lnTo>
                  <a:lnTo>
                    <a:pt x="2223821" y="49419"/>
                  </a:lnTo>
                  <a:lnTo>
                    <a:pt x="2223759" y="49376"/>
                  </a:lnTo>
                  <a:lnTo>
                    <a:pt x="2223690" y="49337"/>
                  </a:lnTo>
                  <a:lnTo>
                    <a:pt x="2223640" y="49321"/>
                  </a:lnTo>
                  <a:lnTo>
                    <a:pt x="2223617" y="49316"/>
                  </a:lnTo>
                  <a:lnTo>
                    <a:pt x="2223599" y="49313"/>
                  </a:lnTo>
                  <a:lnTo>
                    <a:pt x="2223551" y="49307"/>
                  </a:lnTo>
                  <a:lnTo>
                    <a:pt x="2223492" y="49309"/>
                  </a:lnTo>
                  <a:lnTo>
                    <a:pt x="2223424" y="49313"/>
                  </a:lnTo>
                  <a:lnTo>
                    <a:pt x="2223326" y="49330"/>
                  </a:lnTo>
                  <a:lnTo>
                    <a:pt x="2223163" y="49364"/>
                  </a:lnTo>
                  <a:lnTo>
                    <a:pt x="2223075" y="49387"/>
                  </a:lnTo>
                  <a:lnTo>
                    <a:pt x="2222995" y="49410"/>
                  </a:lnTo>
                  <a:lnTo>
                    <a:pt x="2222427" y="49573"/>
                  </a:lnTo>
                  <a:lnTo>
                    <a:pt x="2222371" y="49589"/>
                  </a:lnTo>
                  <a:lnTo>
                    <a:pt x="2222324" y="49610"/>
                  </a:lnTo>
                  <a:lnTo>
                    <a:pt x="2222276" y="49637"/>
                  </a:lnTo>
                  <a:lnTo>
                    <a:pt x="2222214" y="49684"/>
                  </a:lnTo>
                  <a:lnTo>
                    <a:pt x="2222196" y="49704"/>
                  </a:lnTo>
                  <a:lnTo>
                    <a:pt x="2222182" y="49731"/>
                  </a:lnTo>
                  <a:lnTo>
                    <a:pt x="2222170" y="49762"/>
                  </a:lnTo>
                  <a:lnTo>
                    <a:pt x="2222150" y="49788"/>
                  </a:lnTo>
                  <a:lnTo>
                    <a:pt x="2222120" y="49817"/>
                  </a:lnTo>
                  <a:lnTo>
                    <a:pt x="2221999" y="49903"/>
                  </a:lnTo>
                  <a:lnTo>
                    <a:pt x="2221967" y="49926"/>
                  </a:lnTo>
                  <a:lnTo>
                    <a:pt x="2221926" y="49947"/>
                  </a:lnTo>
                  <a:lnTo>
                    <a:pt x="2221875" y="49965"/>
                  </a:lnTo>
                  <a:lnTo>
                    <a:pt x="2221834" y="49986"/>
                  </a:lnTo>
                  <a:lnTo>
                    <a:pt x="2221754" y="50027"/>
                  </a:lnTo>
                  <a:lnTo>
                    <a:pt x="2221722" y="50047"/>
                  </a:lnTo>
                  <a:lnTo>
                    <a:pt x="2221294" y="50353"/>
                  </a:lnTo>
                  <a:lnTo>
                    <a:pt x="2221108" y="50499"/>
                  </a:lnTo>
                  <a:lnTo>
                    <a:pt x="2220969" y="50618"/>
                  </a:lnTo>
                  <a:lnTo>
                    <a:pt x="2220957" y="50631"/>
                  </a:lnTo>
                  <a:lnTo>
                    <a:pt x="2220908" y="50670"/>
                  </a:lnTo>
                  <a:lnTo>
                    <a:pt x="2220852" y="50709"/>
                  </a:lnTo>
                  <a:lnTo>
                    <a:pt x="2220781" y="50750"/>
                  </a:lnTo>
                  <a:lnTo>
                    <a:pt x="2220710" y="50780"/>
                  </a:lnTo>
                  <a:lnTo>
                    <a:pt x="2220629" y="50807"/>
                  </a:lnTo>
                  <a:lnTo>
                    <a:pt x="2220556" y="50829"/>
                  </a:lnTo>
                  <a:lnTo>
                    <a:pt x="2220478" y="50847"/>
                  </a:lnTo>
                  <a:lnTo>
                    <a:pt x="2220390" y="50860"/>
                  </a:lnTo>
                  <a:lnTo>
                    <a:pt x="2220280" y="50866"/>
                  </a:lnTo>
                  <a:lnTo>
                    <a:pt x="2220179" y="50867"/>
                  </a:lnTo>
                  <a:lnTo>
                    <a:pt x="2219552" y="50869"/>
                  </a:lnTo>
                  <a:lnTo>
                    <a:pt x="2219484" y="50869"/>
                  </a:lnTo>
                  <a:lnTo>
                    <a:pt x="2219389" y="50861"/>
                  </a:lnTo>
                  <a:lnTo>
                    <a:pt x="2219280" y="50842"/>
                  </a:lnTo>
                  <a:lnTo>
                    <a:pt x="2219147" y="50813"/>
                  </a:lnTo>
                  <a:lnTo>
                    <a:pt x="2219052" y="50795"/>
                  </a:lnTo>
                  <a:lnTo>
                    <a:pt x="2218964" y="50783"/>
                  </a:lnTo>
                  <a:lnTo>
                    <a:pt x="2218910" y="50779"/>
                  </a:lnTo>
                  <a:lnTo>
                    <a:pt x="2218827" y="50774"/>
                  </a:lnTo>
                  <a:lnTo>
                    <a:pt x="2218762" y="50776"/>
                  </a:lnTo>
                  <a:lnTo>
                    <a:pt x="2218741" y="50778"/>
                  </a:lnTo>
                  <a:lnTo>
                    <a:pt x="2218709" y="50782"/>
                  </a:lnTo>
                  <a:lnTo>
                    <a:pt x="2218609" y="50805"/>
                  </a:lnTo>
                  <a:lnTo>
                    <a:pt x="2218490" y="50821"/>
                  </a:lnTo>
                  <a:lnTo>
                    <a:pt x="2218389" y="50823"/>
                  </a:lnTo>
                  <a:lnTo>
                    <a:pt x="2218307" y="50821"/>
                  </a:lnTo>
                  <a:lnTo>
                    <a:pt x="2218206" y="50811"/>
                  </a:lnTo>
                  <a:lnTo>
                    <a:pt x="2218040" y="50790"/>
                  </a:lnTo>
                  <a:lnTo>
                    <a:pt x="2217946" y="50778"/>
                  </a:lnTo>
                  <a:lnTo>
                    <a:pt x="2217885" y="50767"/>
                  </a:lnTo>
                  <a:lnTo>
                    <a:pt x="2217809" y="50755"/>
                  </a:lnTo>
                  <a:lnTo>
                    <a:pt x="2217689" y="50732"/>
                  </a:lnTo>
                  <a:lnTo>
                    <a:pt x="2217591" y="50720"/>
                  </a:lnTo>
                  <a:lnTo>
                    <a:pt x="2217520" y="50714"/>
                  </a:lnTo>
                  <a:lnTo>
                    <a:pt x="2217436" y="50710"/>
                  </a:lnTo>
                  <a:lnTo>
                    <a:pt x="2217404" y="50708"/>
                  </a:lnTo>
                  <a:lnTo>
                    <a:pt x="2217295" y="50703"/>
                  </a:lnTo>
                  <a:lnTo>
                    <a:pt x="2217194" y="50704"/>
                  </a:lnTo>
                  <a:lnTo>
                    <a:pt x="2217034" y="50709"/>
                  </a:lnTo>
                  <a:lnTo>
                    <a:pt x="2216976" y="50712"/>
                  </a:lnTo>
                  <a:lnTo>
                    <a:pt x="2216816" y="50716"/>
                  </a:lnTo>
                  <a:lnTo>
                    <a:pt x="2216706" y="50710"/>
                  </a:lnTo>
                  <a:lnTo>
                    <a:pt x="2216691" y="50709"/>
                  </a:lnTo>
                  <a:lnTo>
                    <a:pt x="2216540" y="50691"/>
                  </a:lnTo>
                  <a:lnTo>
                    <a:pt x="2216413" y="50670"/>
                  </a:lnTo>
                  <a:lnTo>
                    <a:pt x="2216274" y="50646"/>
                  </a:lnTo>
                  <a:lnTo>
                    <a:pt x="2216123" y="50613"/>
                  </a:lnTo>
                  <a:lnTo>
                    <a:pt x="2215955" y="50576"/>
                  </a:lnTo>
                  <a:lnTo>
                    <a:pt x="2215762" y="50533"/>
                  </a:lnTo>
                  <a:lnTo>
                    <a:pt x="2215667" y="50511"/>
                  </a:lnTo>
                  <a:lnTo>
                    <a:pt x="2215570" y="50490"/>
                  </a:lnTo>
                  <a:lnTo>
                    <a:pt x="2215487" y="50474"/>
                  </a:lnTo>
                  <a:lnTo>
                    <a:pt x="2215413" y="50469"/>
                  </a:lnTo>
                  <a:lnTo>
                    <a:pt x="2215347" y="50469"/>
                  </a:lnTo>
                  <a:lnTo>
                    <a:pt x="2215336" y="50469"/>
                  </a:lnTo>
                  <a:lnTo>
                    <a:pt x="2215271" y="50478"/>
                  </a:lnTo>
                  <a:lnTo>
                    <a:pt x="2215206" y="50492"/>
                  </a:lnTo>
                  <a:lnTo>
                    <a:pt x="2215129" y="50521"/>
                  </a:lnTo>
                  <a:lnTo>
                    <a:pt x="2214937" y="50597"/>
                  </a:lnTo>
                  <a:lnTo>
                    <a:pt x="2214865" y="50626"/>
                  </a:lnTo>
                  <a:lnTo>
                    <a:pt x="2214697" y="50701"/>
                  </a:lnTo>
                  <a:lnTo>
                    <a:pt x="2214587" y="50756"/>
                  </a:lnTo>
                  <a:lnTo>
                    <a:pt x="2214457" y="50827"/>
                  </a:lnTo>
                  <a:lnTo>
                    <a:pt x="2214395" y="50868"/>
                  </a:lnTo>
                  <a:lnTo>
                    <a:pt x="2214339" y="50912"/>
                  </a:lnTo>
                  <a:lnTo>
                    <a:pt x="2214273" y="50961"/>
                  </a:lnTo>
                  <a:lnTo>
                    <a:pt x="2214134" y="51063"/>
                  </a:lnTo>
                  <a:lnTo>
                    <a:pt x="2214060" y="51116"/>
                  </a:lnTo>
                  <a:lnTo>
                    <a:pt x="2214019" y="51140"/>
                  </a:lnTo>
                  <a:lnTo>
                    <a:pt x="2213927" y="51194"/>
                  </a:lnTo>
                  <a:lnTo>
                    <a:pt x="2213717" y="51313"/>
                  </a:lnTo>
                  <a:lnTo>
                    <a:pt x="2213601" y="51378"/>
                  </a:lnTo>
                  <a:lnTo>
                    <a:pt x="2213498" y="51433"/>
                  </a:lnTo>
                  <a:lnTo>
                    <a:pt x="2213377" y="51491"/>
                  </a:lnTo>
                  <a:lnTo>
                    <a:pt x="2213256" y="51540"/>
                  </a:lnTo>
                  <a:lnTo>
                    <a:pt x="2213146" y="51593"/>
                  </a:lnTo>
                  <a:lnTo>
                    <a:pt x="2212877" y="51724"/>
                  </a:lnTo>
                  <a:lnTo>
                    <a:pt x="2212709" y="51808"/>
                  </a:lnTo>
                  <a:lnTo>
                    <a:pt x="2212330" y="51999"/>
                  </a:lnTo>
                  <a:lnTo>
                    <a:pt x="2212215" y="52060"/>
                  </a:lnTo>
                  <a:lnTo>
                    <a:pt x="2212076" y="52138"/>
                  </a:lnTo>
                  <a:lnTo>
                    <a:pt x="2211993" y="52187"/>
                  </a:lnTo>
                  <a:lnTo>
                    <a:pt x="2211907" y="52238"/>
                  </a:lnTo>
                  <a:lnTo>
                    <a:pt x="2211867" y="52264"/>
                  </a:lnTo>
                  <a:lnTo>
                    <a:pt x="2211812" y="52302"/>
                  </a:lnTo>
                  <a:lnTo>
                    <a:pt x="2211665" y="52407"/>
                  </a:lnTo>
                  <a:lnTo>
                    <a:pt x="2211600" y="52456"/>
                  </a:lnTo>
                  <a:lnTo>
                    <a:pt x="2211534" y="52509"/>
                  </a:lnTo>
                  <a:lnTo>
                    <a:pt x="2211478" y="52556"/>
                  </a:lnTo>
                  <a:lnTo>
                    <a:pt x="2211395" y="52624"/>
                  </a:lnTo>
                  <a:lnTo>
                    <a:pt x="2211324" y="52676"/>
                  </a:lnTo>
                  <a:lnTo>
                    <a:pt x="2211263" y="52714"/>
                  </a:lnTo>
                  <a:lnTo>
                    <a:pt x="2211150" y="52771"/>
                  </a:lnTo>
                  <a:lnTo>
                    <a:pt x="2211061" y="52810"/>
                  </a:lnTo>
                  <a:lnTo>
                    <a:pt x="2210988" y="52835"/>
                  </a:lnTo>
                  <a:lnTo>
                    <a:pt x="2210905" y="52854"/>
                  </a:lnTo>
                  <a:lnTo>
                    <a:pt x="2210846" y="52863"/>
                  </a:lnTo>
                  <a:lnTo>
                    <a:pt x="2210828" y="52866"/>
                  </a:lnTo>
                  <a:lnTo>
                    <a:pt x="2210751" y="52870"/>
                  </a:lnTo>
                  <a:lnTo>
                    <a:pt x="2210636" y="52866"/>
                  </a:lnTo>
                  <a:lnTo>
                    <a:pt x="2210544" y="52860"/>
                  </a:lnTo>
                  <a:lnTo>
                    <a:pt x="2210423" y="52844"/>
                  </a:lnTo>
                  <a:lnTo>
                    <a:pt x="2210296" y="52823"/>
                  </a:lnTo>
                  <a:lnTo>
                    <a:pt x="2210106" y="52791"/>
                  </a:lnTo>
                  <a:lnTo>
                    <a:pt x="2209982" y="52769"/>
                  </a:lnTo>
                  <a:lnTo>
                    <a:pt x="2209902" y="52754"/>
                  </a:lnTo>
                  <a:lnTo>
                    <a:pt x="2209121" y="52633"/>
                  </a:lnTo>
                  <a:lnTo>
                    <a:pt x="2208815" y="52588"/>
                  </a:lnTo>
                  <a:lnTo>
                    <a:pt x="2208726" y="52576"/>
                  </a:lnTo>
                  <a:lnTo>
                    <a:pt x="2208591" y="52557"/>
                  </a:lnTo>
                  <a:lnTo>
                    <a:pt x="2207674" y="52457"/>
                  </a:lnTo>
                  <a:lnTo>
                    <a:pt x="2207595" y="52455"/>
                  </a:lnTo>
                  <a:lnTo>
                    <a:pt x="2207514" y="52453"/>
                  </a:lnTo>
                  <a:lnTo>
                    <a:pt x="2207408" y="52461"/>
                  </a:lnTo>
                  <a:lnTo>
                    <a:pt x="2207054" y="52512"/>
                  </a:lnTo>
                  <a:lnTo>
                    <a:pt x="2206941" y="52530"/>
                  </a:lnTo>
                  <a:lnTo>
                    <a:pt x="2206725" y="52557"/>
                  </a:lnTo>
                  <a:lnTo>
                    <a:pt x="2206704" y="52557"/>
                  </a:lnTo>
                  <a:lnTo>
                    <a:pt x="2206684" y="52557"/>
                  </a:lnTo>
                  <a:lnTo>
                    <a:pt x="2206601" y="52555"/>
                  </a:lnTo>
                  <a:lnTo>
                    <a:pt x="2206545" y="52547"/>
                  </a:lnTo>
                  <a:lnTo>
                    <a:pt x="2206453" y="52524"/>
                  </a:lnTo>
                  <a:lnTo>
                    <a:pt x="2206338" y="52504"/>
                  </a:lnTo>
                  <a:lnTo>
                    <a:pt x="2206217" y="52493"/>
                  </a:lnTo>
                  <a:lnTo>
                    <a:pt x="2206122" y="52490"/>
                  </a:lnTo>
                  <a:lnTo>
                    <a:pt x="2206001" y="52498"/>
                  </a:lnTo>
                  <a:lnTo>
                    <a:pt x="2205874" y="52514"/>
                  </a:lnTo>
                  <a:lnTo>
                    <a:pt x="2205794" y="52528"/>
                  </a:lnTo>
                  <a:lnTo>
                    <a:pt x="2205738" y="52537"/>
                  </a:lnTo>
                  <a:lnTo>
                    <a:pt x="2205690" y="52539"/>
                  </a:lnTo>
                  <a:lnTo>
                    <a:pt x="2205623" y="52534"/>
                  </a:lnTo>
                  <a:lnTo>
                    <a:pt x="2205475" y="52524"/>
                  </a:lnTo>
                  <a:lnTo>
                    <a:pt x="2205336" y="52508"/>
                  </a:lnTo>
                  <a:lnTo>
                    <a:pt x="2205244" y="52494"/>
                  </a:lnTo>
                  <a:lnTo>
                    <a:pt x="2205129" y="52465"/>
                  </a:lnTo>
                  <a:lnTo>
                    <a:pt x="2205076" y="52450"/>
                  </a:lnTo>
                  <a:lnTo>
                    <a:pt x="2205020" y="52434"/>
                  </a:lnTo>
                  <a:lnTo>
                    <a:pt x="2204898" y="52392"/>
                  </a:lnTo>
                  <a:lnTo>
                    <a:pt x="2204768" y="52342"/>
                  </a:lnTo>
                  <a:lnTo>
                    <a:pt x="2204629" y="52279"/>
                  </a:lnTo>
                  <a:lnTo>
                    <a:pt x="2204414" y="52157"/>
                  </a:lnTo>
                  <a:lnTo>
                    <a:pt x="2204307" y="52091"/>
                  </a:lnTo>
                  <a:lnTo>
                    <a:pt x="2204257" y="52058"/>
                  </a:lnTo>
                  <a:lnTo>
                    <a:pt x="2204213" y="52029"/>
                  </a:lnTo>
                  <a:lnTo>
                    <a:pt x="2204106" y="51950"/>
                  </a:lnTo>
                  <a:lnTo>
                    <a:pt x="2203985" y="51854"/>
                  </a:lnTo>
                  <a:lnTo>
                    <a:pt x="2203912" y="51783"/>
                  </a:lnTo>
                  <a:lnTo>
                    <a:pt x="2203896" y="51758"/>
                  </a:lnTo>
                  <a:lnTo>
                    <a:pt x="2203783" y="51536"/>
                  </a:lnTo>
                  <a:lnTo>
                    <a:pt x="2203722" y="51355"/>
                  </a:lnTo>
                  <a:lnTo>
                    <a:pt x="2203698" y="51283"/>
                  </a:lnTo>
                  <a:lnTo>
                    <a:pt x="2203695" y="51263"/>
                  </a:lnTo>
                  <a:lnTo>
                    <a:pt x="2203694" y="51238"/>
                  </a:lnTo>
                  <a:lnTo>
                    <a:pt x="2203706" y="50931"/>
                  </a:lnTo>
                  <a:lnTo>
                    <a:pt x="2203719" y="50741"/>
                  </a:lnTo>
                  <a:lnTo>
                    <a:pt x="2203712" y="50692"/>
                  </a:lnTo>
                  <a:lnTo>
                    <a:pt x="2203700" y="50626"/>
                  </a:lnTo>
                  <a:lnTo>
                    <a:pt x="2203680" y="50569"/>
                  </a:lnTo>
                  <a:lnTo>
                    <a:pt x="2203650" y="50520"/>
                  </a:lnTo>
                  <a:lnTo>
                    <a:pt x="2203614" y="50475"/>
                  </a:lnTo>
                  <a:lnTo>
                    <a:pt x="2203552" y="50403"/>
                  </a:lnTo>
                  <a:lnTo>
                    <a:pt x="2203499" y="50326"/>
                  </a:lnTo>
                  <a:lnTo>
                    <a:pt x="2203475" y="50289"/>
                  </a:lnTo>
                  <a:lnTo>
                    <a:pt x="2203351" y="50021"/>
                  </a:lnTo>
                  <a:lnTo>
                    <a:pt x="2203313" y="49937"/>
                  </a:lnTo>
                  <a:lnTo>
                    <a:pt x="2203283" y="49871"/>
                  </a:lnTo>
                  <a:lnTo>
                    <a:pt x="2203250" y="49782"/>
                  </a:lnTo>
                  <a:lnTo>
                    <a:pt x="2203233" y="49714"/>
                  </a:lnTo>
                  <a:lnTo>
                    <a:pt x="2203227" y="49667"/>
                  </a:lnTo>
                  <a:lnTo>
                    <a:pt x="2203221" y="49581"/>
                  </a:lnTo>
                  <a:lnTo>
                    <a:pt x="2203224" y="49487"/>
                  </a:lnTo>
                  <a:lnTo>
                    <a:pt x="2203232" y="49375"/>
                  </a:lnTo>
                  <a:lnTo>
                    <a:pt x="2203244" y="49278"/>
                  </a:lnTo>
                  <a:lnTo>
                    <a:pt x="2203262" y="49209"/>
                  </a:lnTo>
                  <a:lnTo>
                    <a:pt x="2203286" y="49151"/>
                  </a:lnTo>
                  <a:lnTo>
                    <a:pt x="2203493" y="48687"/>
                  </a:lnTo>
                  <a:lnTo>
                    <a:pt x="2203626" y="48411"/>
                  </a:lnTo>
                  <a:lnTo>
                    <a:pt x="2203646" y="48380"/>
                  </a:lnTo>
                  <a:lnTo>
                    <a:pt x="2203665" y="48343"/>
                  </a:lnTo>
                  <a:lnTo>
                    <a:pt x="2203730" y="48208"/>
                  </a:lnTo>
                  <a:lnTo>
                    <a:pt x="2203827" y="47975"/>
                  </a:lnTo>
                  <a:lnTo>
                    <a:pt x="2203848" y="47911"/>
                  </a:lnTo>
                  <a:lnTo>
                    <a:pt x="2203857" y="47838"/>
                  </a:lnTo>
                  <a:lnTo>
                    <a:pt x="2203914" y="47599"/>
                  </a:lnTo>
                  <a:lnTo>
                    <a:pt x="2204145" y="47137"/>
                  </a:lnTo>
                  <a:lnTo>
                    <a:pt x="2204225" y="46995"/>
                  </a:lnTo>
                  <a:lnTo>
                    <a:pt x="2204275" y="46927"/>
                  </a:lnTo>
                  <a:lnTo>
                    <a:pt x="2204314" y="46879"/>
                  </a:lnTo>
                  <a:lnTo>
                    <a:pt x="2204567" y="46621"/>
                  </a:lnTo>
                  <a:lnTo>
                    <a:pt x="2204582" y="46606"/>
                  </a:lnTo>
                  <a:lnTo>
                    <a:pt x="2204614" y="46582"/>
                  </a:lnTo>
                  <a:lnTo>
                    <a:pt x="2204643" y="46566"/>
                  </a:lnTo>
                  <a:lnTo>
                    <a:pt x="2204668" y="46551"/>
                  </a:lnTo>
                  <a:lnTo>
                    <a:pt x="2204691" y="46535"/>
                  </a:lnTo>
                  <a:lnTo>
                    <a:pt x="2204697" y="46531"/>
                  </a:lnTo>
                  <a:lnTo>
                    <a:pt x="2204711" y="46515"/>
                  </a:lnTo>
                  <a:lnTo>
                    <a:pt x="2204733" y="46488"/>
                  </a:lnTo>
                  <a:lnTo>
                    <a:pt x="2204777" y="46418"/>
                  </a:lnTo>
                  <a:lnTo>
                    <a:pt x="2204834" y="46326"/>
                  </a:lnTo>
                  <a:lnTo>
                    <a:pt x="2204847" y="46303"/>
                  </a:lnTo>
                  <a:lnTo>
                    <a:pt x="2204888" y="46232"/>
                  </a:lnTo>
                  <a:lnTo>
                    <a:pt x="2204920" y="46148"/>
                  </a:lnTo>
                  <a:lnTo>
                    <a:pt x="2204931" y="46113"/>
                  </a:lnTo>
                  <a:lnTo>
                    <a:pt x="2204935" y="46097"/>
                  </a:lnTo>
                  <a:lnTo>
                    <a:pt x="2204939" y="46066"/>
                  </a:lnTo>
                  <a:lnTo>
                    <a:pt x="2204933" y="45993"/>
                  </a:lnTo>
                  <a:lnTo>
                    <a:pt x="2204927" y="45952"/>
                  </a:lnTo>
                  <a:lnTo>
                    <a:pt x="2204904" y="45917"/>
                  </a:lnTo>
                  <a:lnTo>
                    <a:pt x="2204847" y="45848"/>
                  </a:lnTo>
                  <a:lnTo>
                    <a:pt x="2204794" y="45792"/>
                  </a:lnTo>
                  <a:lnTo>
                    <a:pt x="2204765" y="45759"/>
                  </a:lnTo>
                  <a:lnTo>
                    <a:pt x="2204729" y="45735"/>
                  </a:lnTo>
                  <a:lnTo>
                    <a:pt x="2204658" y="45673"/>
                  </a:lnTo>
                  <a:lnTo>
                    <a:pt x="2204602" y="45610"/>
                  </a:lnTo>
                  <a:lnTo>
                    <a:pt x="2204540" y="45534"/>
                  </a:lnTo>
                  <a:lnTo>
                    <a:pt x="2204510" y="45487"/>
                  </a:lnTo>
                  <a:lnTo>
                    <a:pt x="2204477" y="45411"/>
                  </a:lnTo>
                  <a:lnTo>
                    <a:pt x="2204463" y="45383"/>
                  </a:lnTo>
                  <a:lnTo>
                    <a:pt x="2204425" y="45295"/>
                  </a:lnTo>
                  <a:lnTo>
                    <a:pt x="2204392" y="45194"/>
                  </a:lnTo>
                  <a:lnTo>
                    <a:pt x="2204375" y="45100"/>
                  </a:lnTo>
                  <a:lnTo>
                    <a:pt x="2204366" y="45039"/>
                  </a:lnTo>
                  <a:lnTo>
                    <a:pt x="2204367" y="44973"/>
                  </a:lnTo>
                  <a:lnTo>
                    <a:pt x="2204379" y="44904"/>
                  </a:lnTo>
                  <a:lnTo>
                    <a:pt x="2204373" y="44838"/>
                  </a:lnTo>
                  <a:lnTo>
                    <a:pt x="2204361" y="44744"/>
                  </a:lnTo>
                  <a:lnTo>
                    <a:pt x="2204344" y="44650"/>
                  </a:lnTo>
                  <a:lnTo>
                    <a:pt x="2204321" y="44560"/>
                  </a:lnTo>
                  <a:lnTo>
                    <a:pt x="2204276" y="44443"/>
                  </a:lnTo>
                  <a:lnTo>
                    <a:pt x="2204238" y="44351"/>
                  </a:lnTo>
                  <a:lnTo>
                    <a:pt x="2204199" y="44272"/>
                  </a:lnTo>
                  <a:lnTo>
                    <a:pt x="2204161" y="44198"/>
                  </a:lnTo>
                  <a:lnTo>
                    <a:pt x="2204143" y="44167"/>
                  </a:lnTo>
                  <a:lnTo>
                    <a:pt x="2204046" y="44003"/>
                  </a:lnTo>
                  <a:lnTo>
                    <a:pt x="2203724" y="43549"/>
                  </a:lnTo>
                  <a:lnTo>
                    <a:pt x="2203525" y="43334"/>
                  </a:lnTo>
                  <a:lnTo>
                    <a:pt x="2203443" y="43260"/>
                  </a:lnTo>
                  <a:lnTo>
                    <a:pt x="2203383" y="43197"/>
                  </a:lnTo>
                  <a:lnTo>
                    <a:pt x="2203342" y="43145"/>
                  </a:lnTo>
                  <a:lnTo>
                    <a:pt x="2203298" y="43086"/>
                  </a:lnTo>
                  <a:lnTo>
                    <a:pt x="2203274" y="43039"/>
                  </a:lnTo>
                  <a:lnTo>
                    <a:pt x="2203173" y="42836"/>
                  </a:lnTo>
                  <a:lnTo>
                    <a:pt x="2203153" y="42783"/>
                  </a:lnTo>
                  <a:lnTo>
                    <a:pt x="2203126" y="42714"/>
                  </a:lnTo>
                  <a:lnTo>
                    <a:pt x="2203099" y="42619"/>
                  </a:lnTo>
                  <a:lnTo>
                    <a:pt x="2203091" y="42552"/>
                  </a:lnTo>
                  <a:lnTo>
                    <a:pt x="2203088" y="42499"/>
                  </a:lnTo>
                  <a:lnTo>
                    <a:pt x="2203085" y="42445"/>
                  </a:lnTo>
                  <a:lnTo>
                    <a:pt x="2203091" y="42413"/>
                  </a:lnTo>
                  <a:lnTo>
                    <a:pt x="2203112" y="42363"/>
                  </a:lnTo>
                  <a:lnTo>
                    <a:pt x="2203157" y="42290"/>
                  </a:lnTo>
                  <a:lnTo>
                    <a:pt x="2203168" y="42272"/>
                  </a:lnTo>
                  <a:lnTo>
                    <a:pt x="2203181" y="42251"/>
                  </a:lnTo>
                  <a:lnTo>
                    <a:pt x="2203228" y="42202"/>
                  </a:lnTo>
                  <a:lnTo>
                    <a:pt x="2203296" y="42143"/>
                  </a:lnTo>
                  <a:lnTo>
                    <a:pt x="2203362" y="42091"/>
                  </a:lnTo>
                  <a:lnTo>
                    <a:pt x="2203431" y="42057"/>
                  </a:lnTo>
                  <a:lnTo>
                    <a:pt x="2203499" y="42032"/>
                  </a:lnTo>
                  <a:lnTo>
                    <a:pt x="2203561" y="42022"/>
                  </a:lnTo>
                  <a:lnTo>
                    <a:pt x="2203650" y="42016"/>
                  </a:lnTo>
                  <a:lnTo>
                    <a:pt x="2203837" y="42014"/>
                  </a:lnTo>
                  <a:lnTo>
                    <a:pt x="2203935" y="42018"/>
                  </a:lnTo>
                  <a:lnTo>
                    <a:pt x="2204075" y="42026"/>
                  </a:lnTo>
                  <a:lnTo>
                    <a:pt x="2204161" y="42033"/>
                  </a:lnTo>
                  <a:lnTo>
                    <a:pt x="2204321" y="42049"/>
                  </a:lnTo>
                  <a:lnTo>
                    <a:pt x="2204407" y="42055"/>
                  </a:lnTo>
                  <a:lnTo>
                    <a:pt x="2204595" y="42060"/>
                  </a:lnTo>
                  <a:lnTo>
                    <a:pt x="2204696" y="42049"/>
                  </a:lnTo>
                  <a:lnTo>
                    <a:pt x="2204820" y="42034"/>
                  </a:lnTo>
                  <a:lnTo>
                    <a:pt x="2204868" y="42027"/>
                  </a:lnTo>
                  <a:lnTo>
                    <a:pt x="2204960" y="42003"/>
                  </a:lnTo>
                  <a:lnTo>
                    <a:pt x="2205216" y="41915"/>
                  </a:lnTo>
                  <a:lnTo>
                    <a:pt x="2205245" y="41904"/>
                  </a:lnTo>
                  <a:lnTo>
                    <a:pt x="2205317" y="41876"/>
                  </a:lnTo>
                  <a:lnTo>
                    <a:pt x="2205379" y="41849"/>
                  </a:lnTo>
                  <a:lnTo>
                    <a:pt x="2205412" y="41836"/>
                  </a:lnTo>
                  <a:lnTo>
                    <a:pt x="2205465" y="41821"/>
                  </a:lnTo>
                  <a:lnTo>
                    <a:pt x="2205498" y="41815"/>
                  </a:lnTo>
                  <a:lnTo>
                    <a:pt x="2205635" y="41819"/>
                  </a:lnTo>
                  <a:lnTo>
                    <a:pt x="2205771" y="41823"/>
                  </a:lnTo>
                  <a:lnTo>
                    <a:pt x="2205887" y="41823"/>
                  </a:lnTo>
                  <a:lnTo>
                    <a:pt x="2205941" y="41817"/>
                  </a:lnTo>
                  <a:lnTo>
                    <a:pt x="2206235" y="41701"/>
                  </a:lnTo>
                  <a:lnTo>
                    <a:pt x="2206304" y="41662"/>
                  </a:lnTo>
                  <a:lnTo>
                    <a:pt x="2206348" y="41628"/>
                  </a:lnTo>
                  <a:lnTo>
                    <a:pt x="2206378" y="41588"/>
                  </a:lnTo>
                  <a:lnTo>
                    <a:pt x="2206396" y="41563"/>
                  </a:lnTo>
                  <a:lnTo>
                    <a:pt x="2206426" y="41513"/>
                  </a:lnTo>
                  <a:lnTo>
                    <a:pt x="2206462" y="41427"/>
                  </a:lnTo>
                  <a:lnTo>
                    <a:pt x="2206501" y="41350"/>
                  </a:lnTo>
                  <a:lnTo>
                    <a:pt x="2206537" y="41290"/>
                  </a:lnTo>
                  <a:lnTo>
                    <a:pt x="2206570" y="41240"/>
                  </a:lnTo>
                  <a:lnTo>
                    <a:pt x="2206683" y="41102"/>
                  </a:lnTo>
                  <a:lnTo>
                    <a:pt x="2206745" y="41047"/>
                  </a:lnTo>
                  <a:lnTo>
                    <a:pt x="2206823" y="41002"/>
                  </a:lnTo>
                  <a:lnTo>
                    <a:pt x="2206904" y="40966"/>
                  </a:lnTo>
                  <a:lnTo>
                    <a:pt x="2207003" y="40932"/>
                  </a:lnTo>
                  <a:lnTo>
                    <a:pt x="2207037" y="40921"/>
                  </a:lnTo>
                  <a:lnTo>
                    <a:pt x="2207349" y="40825"/>
                  </a:lnTo>
                  <a:lnTo>
                    <a:pt x="2207543" y="40768"/>
                  </a:lnTo>
                  <a:lnTo>
                    <a:pt x="2207650" y="40729"/>
                  </a:lnTo>
                  <a:lnTo>
                    <a:pt x="2207696" y="40706"/>
                  </a:lnTo>
                  <a:lnTo>
                    <a:pt x="2207727" y="40691"/>
                  </a:lnTo>
                  <a:lnTo>
                    <a:pt x="2207814" y="40634"/>
                  </a:lnTo>
                  <a:lnTo>
                    <a:pt x="2207903" y="40564"/>
                  </a:lnTo>
                  <a:lnTo>
                    <a:pt x="2208005" y="40470"/>
                  </a:lnTo>
                  <a:lnTo>
                    <a:pt x="2208089" y="40411"/>
                  </a:lnTo>
                  <a:lnTo>
                    <a:pt x="2208172" y="40354"/>
                  </a:lnTo>
                  <a:lnTo>
                    <a:pt x="2208279" y="40297"/>
                  </a:lnTo>
                  <a:lnTo>
                    <a:pt x="2208336" y="40279"/>
                  </a:lnTo>
                  <a:lnTo>
                    <a:pt x="2208431" y="40250"/>
                  </a:lnTo>
                  <a:lnTo>
                    <a:pt x="2208529" y="40224"/>
                  </a:lnTo>
                  <a:lnTo>
                    <a:pt x="2208612" y="40208"/>
                  </a:lnTo>
                  <a:lnTo>
                    <a:pt x="2208707" y="40201"/>
                  </a:lnTo>
                  <a:lnTo>
                    <a:pt x="2208824" y="40196"/>
                  </a:lnTo>
                  <a:lnTo>
                    <a:pt x="2209043" y="40194"/>
                  </a:lnTo>
                  <a:lnTo>
                    <a:pt x="2209114" y="40199"/>
                  </a:lnTo>
                  <a:lnTo>
                    <a:pt x="2209249" y="40228"/>
                  </a:lnTo>
                  <a:lnTo>
                    <a:pt x="2209297" y="40242"/>
                  </a:lnTo>
                  <a:lnTo>
                    <a:pt x="2209332" y="40259"/>
                  </a:lnTo>
                  <a:lnTo>
                    <a:pt x="2209374" y="40285"/>
                  </a:lnTo>
                  <a:lnTo>
                    <a:pt x="2209440" y="40326"/>
                  </a:lnTo>
                  <a:lnTo>
                    <a:pt x="2209502" y="40360"/>
                  </a:lnTo>
                  <a:lnTo>
                    <a:pt x="2209670" y="40439"/>
                  </a:lnTo>
                  <a:lnTo>
                    <a:pt x="2210096" y="40589"/>
                  </a:lnTo>
                  <a:lnTo>
                    <a:pt x="2210168" y="40601"/>
                  </a:lnTo>
                  <a:lnTo>
                    <a:pt x="2210260" y="40603"/>
                  </a:lnTo>
                  <a:lnTo>
                    <a:pt x="2210334" y="40596"/>
                  </a:lnTo>
                  <a:lnTo>
                    <a:pt x="2210420" y="40580"/>
                  </a:lnTo>
                  <a:lnTo>
                    <a:pt x="2210503" y="40553"/>
                  </a:lnTo>
                  <a:lnTo>
                    <a:pt x="2210562" y="40518"/>
                  </a:lnTo>
                  <a:lnTo>
                    <a:pt x="2210600" y="40481"/>
                  </a:lnTo>
                  <a:lnTo>
                    <a:pt x="2210638" y="40427"/>
                  </a:lnTo>
                  <a:lnTo>
                    <a:pt x="2210665" y="40366"/>
                  </a:lnTo>
                  <a:lnTo>
                    <a:pt x="2210688" y="40294"/>
                  </a:lnTo>
                  <a:lnTo>
                    <a:pt x="2210709" y="40247"/>
                  </a:lnTo>
                  <a:lnTo>
                    <a:pt x="2210747" y="40175"/>
                  </a:lnTo>
                  <a:lnTo>
                    <a:pt x="2210776" y="40123"/>
                  </a:lnTo>
                  <a:lnTo>
                    <a:pt x="2210905" y="39900"/>
                  </a:lnTo>
                  <a:lnTo>
                    <a:pt x="2210931" y="39863"/>
                  </a:lnTo>
                  <a:lnTo>
                    <a:pt x="2210970" y="39814"/>
                  </a:lnTo>
                  <a:lnTo>
                    <a:pt x="2211043" y="39729"/>
                  </a:lnTo>
                  <a:lnTo>
                    <a:pt x="2211270" y="39483"/>
                  </a:lnTo>
                  <a:lnTo>
                    <a:pt x="2211315" y="39440"/>
                  </a:lnTo>
                  <a:lnTo>
                    <a:pt x="2211380" y="39384"/>
                  </a:lnTo>
                  <a:lnTo>
                    <a:pt x="2211468" y="39310"/>
                  </a:lnTo>
                  <a:lnTo>
                    <a:pt x="2211519" y="39271"/>
                  </a:lnTo>
                  <a:lnTo>
                    <a:pt x="2211557" y="39248"/>
                  </a:lnTo>
                  <a:lnTo>
                    <a:pt x="2211614" y="39217"/>
                  </a:lnTo>
                  <a:lnTo>
                    <a:pt x="2211681" y="39184"/>
                  </a:lnTo>
                  <a:lnTo>
                    <a:pt x="2211735" y="39147"/>
                  </a:lnTo>
                  <a:lnTo>
                    <a:pt x="2211797" y="39100"/>
                  </a:lnTo>
                  <a:lnTo>
                    <a:pt x="2211850" y="39050"/>
                  </a:lnTo>
                  <a:lnTo>
                    <a:pt x="2211894" y="39004"/>
                  </a:lnTo>
                  <a:lnTo>
                    <a:pt x="2211900" y="38998"/>
                  </a:lnTo>
                  <a:lnTo>
                    <a:pt x="2211910" y="38983"/>
                  </a:lnTo>
                  <a:lnTo>
                    <a:pt x="2211936" y="38946"/>
                  </a:lnTo>
                  <a:lnTo>
                    <a:pt x="2211956" y="38890"/>
                  </a:lnTo>
                  <a:lnTo>
                    <a:pt x="2211980" y="38843"/>
                  </a:lnTo>
                  <a:lnTo>
                    <a:pt x="2211996" y="38816"/>
                  </a:lnTo>
                  <a:lnTo>
                    <a:pt x="2212006" y="38800"/>
                  </a:lnTo>
                  <a:lnTo>
                    <a:pt x="2212062" y="38743"/>
                  </a:lnTo>
                  <a:lnTo>
                    <a:pt x="2212115" y="38706"/>
                  </a:lnTo>
                  <a:lnTo>
                    <a:pt x="2212180" y="38672"/>
                  </a:lnTo>
                  <a:lnTo>
                    <a:pt x="2212269" y="38629"/>
                  </a:lnTo>
                  <a:lnTo>
                    <a:pt x="2212374" y="38586"/>
                  </a:lnTo>
                  <a:lnTo>
                    <a:pt x="2212612" y="38510"/>
                  </a:lnTo>
                  <a:lnTo>
                    <a:pt x="2212697" y="38484"/>
                  </a:lnTo>
                  <a:lnTo>
                    <a:pt x="2212756" y="38466"/>
                  </a:lnTo>
                  <a:lnTo>
                    <a:pt x="2212836" y="38438"/>
                  </a:lnTo>
                  <a:lnTo>
                    <a:pt x="2212898" y="38416"/>
                  </a:lnTo>
                  <a:lnTo>
                    <a:pt x="2212952" y="38395"/>
                  </a:lnTo>
                  <a:lnTo>
                    <a:pt x="2213017" y="38365"/>
                  </a:lnTo>
                  <a:lnTo>
                    <a:pt x="2213166" y="38282"/>
                  </a:lnTo>
                  <a:lnTo>
                    <a:pt x="2213231" y="38243"/>
                  </a:lnTo>
                  <a:lnTo>
                    <a:pt x="2213253" y="38230"/>
                  </a:lnTo>
                  <a:lnTo>
                    <a:pt x="2213267" y="38222"/>
                  </a:lnTo>
                  <a:lnTo>
                    <a:pt x="2213367" y="38167"/>
                  </a:lnTo>
                  <a:lnTo>
                    <a:pt x="2213463" y="38119"/>
                  </a:lnTo>
                  <a:lnTo>
                    <a:pt x="2213480" y="38111"/>
                  </a:lnTo>
                  <a:lnTo>
                    <a:pt x="2213744" y="37987"/>
                  </a:lnTo>
                  <a:lnTo>
                    <a:pt x="2213813" y="37956"/>
                  </a:lnTo>
                  <a:lnTo>
                    <a:pt x="2213883" y="37932"/>
                  </a:lnTo>
                  <a:lnTo>
                    <a:pt x="2213894" y="37929"/>
                  </a:lnTo>
                  <a:lnTo>
                    <a:pt x="2213905" y="37926"/>
                  </a:lnTo>
                  <a:lnTo>
                    <a:pt x="2213952" y="37913"/>
                  </a:lnTo>
                  <a:lnTo>
                    <a:pt x="2214038" y="37892"/>
                  </a:lnTo>
                  <a:lnTo>
                    <a:pt x="2214127" y="37871"/>
                  </a:lnTo>
                  <a:lnTo>
                    <a:pt x="2214228" y="37857"/>
                  </a:lnTo>
                  <a:lnTo>
                    <a:pt x="2214454" y="37826"/>
                  </a:lnTo>
                  <a:lnTo>
                    <a:pt x="2214561" y="37811"/>
                  </a:lnTo>
                  <a:lnTo>
                    <a:pt x="2214710" y="37796"/>
                  </a:lnTo>
                  <a:lnTo>
                    <a:pt x="2214769" y="37788"/>
                  </a:lnTo>
                  <a:lnTo>
                    <a:pt x="2214858" y="37771"/>
                  </a:lnTo>
                  <a:lnTo>
                    <a:pt x="2214948" y="37748"/>
                  </a:lnTo>
                  <a:lnTo>
                    <a:pt x="2215033" y="37720"/>
                  </a:lnTo>
                  <a:lnTo>
                    <a:pt x="2215105" y="37693"/>
                  </a:lnTo>
                  <a:lnTo>
                    <a:pt x="2215182" y="37653"/>
                  </a:lnTo>
                  <a:lnTo>
                    <a:pt x="2215268" y="37604"/>
                  </a:lnTo>
                  <a:lnTo>
                    <a:pt x="2215355" y="37546"/>
                  </a:lnTo>
                  <a:lnTo>
                    <a:pt x="2215363" y="37540"/>
                  </a:lnTo>
                  <a:lnTo>
                    <a:pt x="2215467" y="37471"/>
                  </a:lnTo>
                  <a:lnTo>
                    <a:pt x="2215492" y="37451"/>
                  </a:lnTo>
                  <a:lnTo>
                    <a:pt x="2215517" y="37430"/>
                  </a:lnTo>
                  <a:lnTo>
                    <a:pt x="2215544" y="37409"/>
                  </a:lnTo>
                  <a:lnTo>
                    <a:pt x="2215618" y="37339"/>
                  </a:lnTo>
                  <a:lnTo>
                    <a:pt x="2215653" y="37294"/>
                  </a:lnTo>
                  <a:lnTo>
                    <a:pt x="2215668" y="37263"/>
                  </a:lnTo>
                  <a:lnTo>
                    <a:pt x="2215674" y="37251"/>
                  </a:lnTo>
                  <a:lnTo>
                    <a:pt x="2215685" y="37179"/>
                  </a:lnTo>
                  <a:lnTo>
                    <a:pt x="2215689" y="37114"/>
                  </a:lnTo>
                  <a:lnTo>
                    <a:pt x="2215691" y="37085"/>
                  </a:lnTo>
                  <a:lnTo>
                    <a:pt x="2215675" y="36880"/>
                  </a:lnTo>
                  <a:lnTo>
                    <a:pt x="2215663" y="36752"/>
                  </a:lnTo>
                  <a:lnTo>
                    <a:pt x="2215625" y="36541"/>
                  </a:lnTo>
                  <a:lnTo>
                    <a:pt x="2215622" y="36525"/>
                  </a:lnTo>
                  <a:lnTo>
                    <a:pt x="2215601" y="36432"/>
                  </a:lnTo>
                  <a:lnTo>
                    <a:pt x="2215586" y="36369"/>
                  </a:lnTo>
                  <a:lnTo>
                    <a:pt x="2215576" y="36291"/>
                  </a:lnTo>
                  <a:lnTo>
                    <a:pt x="2215571" y="36247"/>
                  </a:lnTo>
                  <a:lnTo>
                    <a:pt x="2215567" y="36209"/>
                  </a:lnTo>
                  <a:lnTo>
                    <a:pt x="2215578" y="36135"/>
                  </a:lnTo>
                  <a:lnTo>
                    <a:pt x="2215599" y="36066"/>
                  </a:lnTo>
                  <a:lnTo>
                    <a:pt x="2215616" y="36034"/>
                  </a:lnTo>
                  <a:lnTo>
                    <a:pt x="2215626" y="36014"/>
                  </a:lnTo>
                  <a:lnTo>
                    <a:pt x="2215644" y="35993"/>
                  </a:lnTo>
                  <a:lnTo>
                    <a:pt x="2215670" y="35963"/>
                  </a:lnTo>
                  <a:lnTo>
                    <a:pt x="2215730" y="35916"/>
                  </a:lnTo>
                  <a:lnTo>
                    <a:pt x="2215825" y="35852"/>
                  </a:lnTo>
                  <a:lnTo>
                    <a:pt x="2215925" y="35801"/>
                  </a:lnTo>
                  <a:lnTo>
                    <a:pt x="2216029" y="35756"/>
                  </a:lnTo>
                  <a:lnTo>
                    <a:pt x="2216124" y="35723"/>
                  </a:lnTo>
                  <a:lnTo>
                    <a:pt x="2216187" y="35704"/>
                  </a:lnTo>
                  <a:lnTo>
                    <a:pt x="2216240" y="35694"/>
                  </a:lnTo>
                  <a:lnTo>
                    <a:pt x="2216360" y="35677"/>
                  </a:lnTo>
                  <a:lnTo>
                    <a:pt x="2216449" y="35673"/>
                  </a:lnTo>
                  <a:lnTo>
                    <a:pt x="2216997" y="35659"/>
                  </a:lnTo>
                  <a:lnTo>
                    <a:pt x="2217474" y="35656"/>
                  </a:lnTo>
                  <a:lnTo>
                    <a:pt x="2217559" y="35652"/>
                  </a:lnTo>
                  <a:lnTo>
                    <a:pt x="2217599" y="35649"/>
                  </a:lnTo>
                  <a:lnTo>
                    <a:pt x="2217689" y="35635"/>
                  </a:lnTo>
                  <a:lnTo>
                    <a:pt x="2217816" y="35602"/>
                  </a:lnTo>
                  <a:lnTo>
                    <a:pt x="2217914" y="35565"/>
                  </a:lnTo>
                  <a:lnTo>
                    <a:pt x="2217973" y="35536"/>
                  </a:lnTo>
                  <a:lnTo>
                    <a:pt x="2218045" y="35489"/>
                  </a:lnTo>
                  <a:lnTo>
                    <a:pt x="2218068" y="35468"/>
                  </a:lnTo>
                  <a:lnTo>
                    <a:pt x="2218084" y="35454"/>
                  </a:lnTo>
                  <a:lnTo>
                    <a:pt x="2218094" y="35445"/>
                  </a:lnTo>
                  <a:lnTo>
                    <a:pt x="2218110" y="35432"/>
                  </a:lnTo>
                  <a:lnTo>
                    <a:pt x="2218175" y="35357"/>
                  </a:lnTo>
                  <a:lnTo>
                    <a:pt x="2218205" y="35288"/>
                  </a:lnTo>
                  <a:lnTo>
                    <a:pt x="2218225" y="35210"/>
                  </a:lnTo>
                  <a:lnTo>
                    <a:pt x="2218225" y="35149"/>
                  </a:lnTo>
                  <a:lnTo>
                    <a:pt x="2218219" y="35104"/>
                  </a:lnTo>
                  <a:lnTo>
                    <a:pt x="2218205" y="35068"/>
                  </a:lnTo>
                  <a:lnTo>
                    <a:pt x="2218198" y="35049"/>
                  </a:lnTo>
                  <a:lnTo>
                    <a:pt x="2218194" y="35042"/>
                  </a:lnTo>
                  <a:lnTo>
                    <a:pt x="2218182" y="35017"/>
                  </a:lnTo>
                  <a:lnTo>
                    <a:pt x="2218171" y="34993"/>
                  </a:lnTo>
                  <a:lnTo>
                    <a:pt x="2218159" y="34970"/>
                  </a:lnTo>
                  <a:lnTo>
                    <a:pt x="2218141" y="34936"/>
                  </a:lnTo>
                  <a:lnTo>
                    <a:pt x="2218123" y="34871"/>
                  </a:lnTo>
                  <a:lnTo>
                    <a:pt x="2218105" y="34789"/>
                  </a:lnTo>
                  <a:lnTo>
                    <a:pt x="2218095" y="34701"/>
                  </a:lnTo>
                  <a:lnTo>
                    <a:pt x="2218095" y="34623"/>
                  </a:lnTo>
                  <a:lnTo>
                    <a:pt x="2218103" y="34594"/>
                  </a:lnTo>
                  <a:lnTo>
                    <a:pt x="2218122" y="34524"/>
                  </a:lnTo>
                  <a:lnTo>
                    <a:pt x="2218155" y="34421"/>
                  </a:lnTo>
                  <a:lnTo>
                    <a:pt x="2218197" y="34326"/>
                  </a:lnTo>
                  <a:lnTo>
                    <a:pt x="2218251" y="34236"/>
                  </a:lnTo>
                  <a:lnTo>
                    <a:pt x="2218281" y="34201"/>
                  </a:lnTo>
                  <a:lnTo>
                    <a:pt x="2218343" y="34132"/>
                  </a:lnTo>
                  <a:lnTo>
                    <a:pt x="2218427" y="34044"/>
                  </a:lnTo>
                  <a:lnTo>
                    <a:pt x="2218468" y="34000"/>
                  </a:lnTo>
                  <a:lnTo>
                    <a:pt x="2218491" y="33977"/>
                  </a:lnTo>
                  <a:lnTo>
                    <a:pt x="2218515" y="33940"/>
                  </a:lnTo>
                  <a:lnTo>
                    <a:pt x="2218529" y="33909"/>
                  </a:lnTo>
                  <a:lnTo>
                    <a:pt x="2218545" y="33868"/>
                  </a:lnTo>
                  <a:lnTo>
                    <a:pt x="2218560" y="33809"/>
                  </a:lnTo>
                  <a:lnTo>
                    <a:pt x="2218575" y="33745"/>
                  </a:lnTo>
                  <a:lnTo>
                    <a:pt x="2218577" y="33734"/>
                  </a:lnTo>
                  <a:lnTo>
                    <a:pt x="2218581" y="33707"/>
                  </a:lnTo>
                  <a:lnTo>
                    <a:pt x="2218612" y="33633"/>
                  </a:lnTo>
                  <a:lnTo>
                    <a:pt x="2218662" y="33551"/>
                  </a:lnTo>
                  <a:lnTo>
                    <a:pt x="2218690" y="33514"/>
                  </a:lnTo>
                  <a:lnTo>
                    <a:pt x="2218764" y="33441"/>
                  </a:lnTo>
                  <a:lnTo>
                    <a:pt x="2218855" y="33355"/>
                  </a:lnTo>
                  <a:lnTo>
                    <a:pt x="2218908" y="33312"/>
                  </a:lnTo>
                  <a:lnTo>
                    <a:pt x="2218980" y="33265"/>
                  </a:lnTo>
                  <a:lnTo>
                    <a:pt x="2219040" y="33237"/>
                  </a:lnTo>
                  <a:lnTo>
                    <a:pt x="2219099" y="33214"/>
                  </a:lnTo>
                  <a:lnTo>
                    <a:pt x="2219180" y="33183"/>
                  </a:lnTo>
                  <a:lnTo>
                    <a:pt x="2219207" y="33175"/>
                  </a:lnTo>
                  <a:lnTo>
                    <a:pt x="2219255" y="33159"/>
                  </a:lnTo>
                  <a:lnTo>
                    <a:pt x="2219327" y="33143"/>
                  </a:lnTo>
                  <a:lnTo>
                    <a:pt x="2219383" y="33138"/>
                  </a:lnTo>
                  <a:lnTo>
                    <a:pt x="2219421" y="33139"/>
                  </a:lnTo>
                  <a:lnTo>
                    <a:pt x="2219460" y="33141"/>
                  </a:lnTo>
                  <a:lnTo>
                    <a:pt x="2219523" y="33147"/>
                  </a:lnTo>
                  <a:lnTo>
                    <a:pt x="2219592" y="33157"/>
                  </a:lnTo>
                  <a:lnTo>
                    <a:pt x="2219600" y="33158"/>
                  </a:lnTo>
                  <a:lnTo>
                    <a:pt x="2219606" y="33159"/>
                  </a:lnTo>
                  <a:lnTo>
                    <a:pt x="2219678" y="33164"/>
                  </a:lnTo>
                  <a:lnTo>
                    <a:pt x="2219731" y="33164"/>
                  </a:lnTo>
                  <a:lnTo>
                    <a:pt x="2219806" y="33156"/>
                  </a:lnTo>
                  <a:lnTo>
                    <a:pt x="2219845" y="33148"/>
                  </a:lnTo>
                  <a:lnTo>
                    <a:pt x="2219896" y="33131"/>
                  </a:lnTo>
                  <a:lnTo>
                    <a:pt x="2219947" y="33107"/>
                  </a:lnTo>
                  <a:lnTo>
                    <a:pt x="2220111" y="33007"/>
                  </a:lnTo>
                  <a:lnTo>
                    <a:pt x="2220270" y="32911"/>
                  </a:lnTo>
                  <a:lnTo>
                    <a:pt x="2220335" y="32872"/>
                  </a:lnTo>
                  <a:lnTo>
                    <a:pt x="2220374" y="32852"/>
                  </a:lnTo>
                  <a:lnTo>
                    <a:pt x="2220443" y="32817"/>
                  </a:lnTo>
                  <a:lnTo>
                    <a:pt x="2220548" y="32766"/>
                  </a:lnTo>
                  <a:lnTo>
                    <a:pt x="2220617" y="32735"/>
                  </a:lnTo>
                  <a:lnTo>
                    <a:pt x="2220698" y="32699"/>
                  </a:lnTo>
                  <a:lnTo>
                    <a:pt x="2221014" y="32544"/>
                  </a:lnTo>
                  <a:lnTo>
                    <a:pt x="2221047" y="32524"/>
                  </a:lnTo>
                  <a:lnTo>
                    <a:pt x="2221122" y="32469"/>
                  </a:lnTo>
                  <a:lnTo>
                    <a:pt x="2221174" y="32423"/>
                  </a:lnTo>
                  <a:lnTo>
                    <a:pt x="2221196" y="32395"/>
                  </a:lnTo>
                  <a:lnTo>
                    <a:pt x="2221207" y="32381"/>
                  </a:lnTo>
                  <a:lnTo>
                    <a:pt x="2221246" y="32322"/>
                  </a:lnTo>
                  <a:lnTo>
                    <a:pt x="2221288" y="32252"/>
                  </a:lnTo>
                  <a:lnTo>
                    <a:pt x="2221312" y="32212"/>
                  </a:lnTo>
                  <a:lnTo>
                    <a:pt x="2221324" y="32191"/>
                  </a:lnTo>
                  <a:lnTo>
                    <a:pt x="2221334" y="32167"/>
                  </a:lnTo>
                  <a:lnTo>
                    <a:pt x="2221348" y="32134"/>
                  </a:lnTo>
                  <a:lnTo>
                    <a:pt x="2221373" y="32068"/>
                  </a:lnTo>
                  <a:lnTo>
                    <a:pt x="2221384" y="32011"/>
                  </a:lnTo>
                  <a:lnTo>
                    <a:pt x="2221406" y="31890"/>
                  </a:lnTo>
                  <a:lnTo>
                    <a:pt x="2221435" y="31757"/>
                  </a:lnTo>
                  <a:lnTo>
                    <a:pt x="2221437" y="31747"/>
                  </a:lnTo>
                  <a:lnTo>
                    <a:pt x="2221461" y="31674"/>
                  </a:lnTo>
                  <a:lnTo>
                    <a:pt x="2221470" y="31651"/>
                  </a:lnTo>
                  <a:lnTo>
                    <a:pt x="2221482" y="31620"/>
                  </a:lnTo>
                  <a:lnTo>
                    <a:pt x="2221510" y="31571"/>
                  </a:lnTo>
                  <a:lnTo>
                    <a:pt x="2221552" y="31512"/>
                  </a:lnTo>
                  <a:lnTo>
                    <a:pt x="2221603" y="31441"/>
                  </a:lnTo>
                  <a:lnTo>
                    <a:pt x="2221651" y="31377"/>
                  </a:lnTo>
                  <a:lnTo>
                    <a:pt x="2221684" y="31332"/>
                  </a:lnTo>
                  <a:lnTo>
                    <a:pt x="2221703" y="31306"/>
                  </a:lnTo>
                  <a:lnTo>
                    <a:pt x="2221714" y="31287"/>
                  </a:lnTo>
                  <a:lnTo>
                    <a:pt x="2221736" y="31251"/>
                  </a:lnTo>
                  <a:lnTo>
                    <a:pt x="2221765" y="31195"/>
                  </a:lnTo>
                  <a:lnTo>
                    <a:pt x="2221772" y="31183"/>
                  </a:lnTo>
                  <a:lnTo>
                    <a:pt x="2221860" y="31003"/>
                  </a:lnTo>
                  <a:lnTo>
                    <a:pt x="2221877" y="30967"/>
                  </a:lnTo>
                  <a:lnTo>
                    <a:pt x="2221899" y="30920"/>
                  </a:lnTo>
                  <a:lnTo>
                    <a:pt x="2221932" y="30864"/>
                  </a:lnTo>
                  <a:lnTo>
                    <a:pt x="2221968" y="30809"/>
                  </a:lnTo>
                  <a:lnTo>
                    <a:pt x="2222113" y="30634"/>
                  </a:lnTo>
                  <a:lnTo>
                    <a:pt x="2222467" y="30218"/>
                  </a:lnTo>
                  <a:lnTo>
                    <a:pt x="2222519" y="30167"/>
                  </a:lnTo>
                  <a:lnTo>
                    <a:pt x="2222537" y="30150"/>
                  </a:lnTo>
                  <a:lnTo>
                    <a:pt x="2222720" y="29991"/>
                  </a:lnTo>
                  <a:lnTo>
                    <a:pt x="2222841" y="29891"/>
                  </a:lnTo>
                  <a:lnTo>
                    <a:pt x="2223032" y="29740"/>
                  </a:lnTo>
                  <a:lnTo>
                    <a:pt x="2223047" y="29731"/>
                  </a:lnTo>
                  <a:lnTo>
                    <a:pt x="2223129" y="29677"/>
                  </a:lnTo>
                  <a:lnTo>
                    <a:pt x="2223236" y="29614"/>
                  </a:lnTo>
                  <a:lnTo>
                    <a:pt x="2223339" y="29559"/>
                  </a:lnTo>
                  <a:lnTo>
                    <a:pt x="2223401" y="29532"/>
                  </a:lnTo>
                  <a:lnTo>
                    <a:pt x="2223455" y="29508"/>
                  </a:lnTo>
                  <a:lnTo>
                    <a:pt x="2223551" y="29472"/>
                  </a:lnTo>
                  <a:lnTo>
                    <a:pt x="2223638" y="29446"/>
                  </a:lnTo>
                  <a:lnTo>
                    <a:pt x="2223713" y="29428"/>
                  </a:lnTo>
                  <a:lnTo>
                    <a:pt x="2223755" y="29419"/>
                  </a:lnTo>
                  <a:lnTo>
                    <a:pt x="2223787" y="29409"/>
                  </a:lnTo>
                  <a:lnTo>
                    <a:pt x="2223832" y="29393"/>
                  </a:lnTo>
                  <a:lnTo>
                    <a:pt x="2223896" y="29360"/>
                  </a:lnTo>
                  <a:lnTo>
                    <a:pt x="2223973" y="29310"/>
                  </a:lnTo>
                  <a:lnTo>
                    <a:pt x="2224063" y="29245"/>
                  </a:lnTo>
                  <a:lnTo>
                    <a:pt x="2224123" y="29204"/>
                  </a:lnTo>
                  <a:lnTo>
                    <a:pt x="2224196" y="29170"/>
                  </a:lnTo>
                  <a:lnTo>
                    <a:pt x="2224283" y="29133"/>
                  </a:lnTo>
                  <a:lnTo>
                    <a:pt x="2224429" y="29072"/>
                  </a:lnTo>
                  <a:lnTo>
                    <a:pt x="2224576" y="29013"/>
                  </a:lnTo>
                  <a:lnTo>
                    <a:pt x="2224723" y="28954"/>
                  </a:lnTo>
                  <a:lnTo>
                    <a:pt x="2224957" y="28861"/>
                  </a:lnTo>
                  <a:lnTo>
                    <a:pt x="2225025" y="28831"/>
                  </a:lnTo>
                  <a:lnTo>
                    <a:pt x="2225095" y="28796"/>
                  </a:lnTo>
                  <a:lnTo>
                    <a:pt x="2225167" y="28754"/>
                  </a:lnTo>
                  <a:lnTo>
                    <a:pt x="2225172" y="28751"/>
                  </a:lnTo>
                  <a:lnTo>
                    <a:pt x="2225217" y="28721"/>
                  </a:lnTo>
                  <a:lnTo>
                    <a:pt x="2225341" y="28631"/>
                  </a:lnTo>
                  <a:lnTo>
                    <a:pt x="2225407" y="28578"/>
                  </a:lnTo>
                  <a:lnTo>
                    <a:pt x="2225464" y="28523"/>
                  </a:lnTo>
                  <a:lnTo>
                    <a:pt x="2225518" y="28464"/>
                  </a:lnTo>
                  <a:lnTo>
                    <a:pt x="2225549" y="28416"/>
                  </a:lnTo>
                  <a:lnTo>
                    <a:pt x="2225567" y="28362"/>
                  </a:lnTo>
                  <a:lnTo>
                    <a:pt x="2225589" y="28309"/>
                  </a:lnTo>
                  <a:lnTo>
                    <a:pt x="2225637" y="28209"/>
                  </a:lnTo>
                  <a:lnTo>
                    <a:pt x="2225659" y="28181"/>
                  </a:lnTo>
                  <a:lnTo>
                    <a:pt x="2225702" y="28129"/>
                  </a:lnTo>
                  <a:lnTo>
                    <a:pt x="2225766" y="28065"/>
                  </a:lnTo>
                  <a:lnTo>
                    <a:pt x="2225832" y="28023"/>
                  </a:lnTo>
                  <a:lnTo>
                    <a:pt x="2225904" y="27988"/>
                  </a:lnTo>
                  <a:lnTo>
                    <a:pt x="2225964" y="27967"/>
                  </a:lnTo>
                  <a:lnTo>
                    <a:pt x="2226027" y="27953"/>
                  </a:lnTo>
                  <a:lnTo>
                    <a:pt x="2226096" y="27941"/>
                  </a:lnTo>
                  <a:lnTo>
                    <a:pt x="2226194" y="27931"/>
                  </a:lnTo>
                  <a:lnTo>
                    <a:pt x="2226427" y="27907"/>
                  </a:lnTo>
                  <a:lnTo>
                    <a:pt x="2226514" y="27891"/>
                  </a:lnTo>
                  <a:lnTo>
                    <a:pt x="2226573" y="27868"/>
                  </a:lnTo>
                  <a:lnTo>
                    <a:pt x="2226633" y="27836"/>
                  </a:lnTo>
                  <a:lnTo>
                    <a:pt x="2226669" y="27807"/>
                  </a:lnTo>
                  <a:lnTo>
                    <a:pt x="2226709" y="27764"/>
                  </a:lnTo>
                  <a:lnTo>
                    <a:pt x="2226727" y="27726"/>
                  </a:lnTo>
                  <a:lnTo>
                    <a:pt x="2226745" y="27681"/>
                  </a:lnTo>
                  <a:lnTo>
                    <a:pt x="2226754" y="27632"/>
                  </a:lnTo>
                  <a:lnTo>
                    <a:pt x="2226760" y="27590"/>
                  </a:lnTo>
                  <a:lnTo>
                    <a:pt x="2226772" y="27529"/>
                  </a:lnTo>
                  <a:lnTo>
                    <a:pt x="2226825" y="27294"/>
                  </a:lnTo>
                  <a:lnTo>
                    <a:pt x="2226852" y="27198"/>
                  </a:lnTo>
                  <a:lnTo>
                    <a:pt x="2226879" y="27116"/>
                  </a:lnTo>
                  <a:lnTo>
                    <a:pt x="2226919" y="27022"/>
                  </a:lnTo>
                  <a:lnTo>
                    <a:pt x="2227063" y="26822"/>
                  </a:lnTo>
                  <a:lnTo>
                    <a:pt x="2227196" y="26658"/>
                  </a:lnTo>
                  <a:lnTo>
                    <a:pt x="2227255" y="26585"/>
                  </a:lnTo>
                  <a:lnTo>
                    <a:pt x="2227307" y="26523"/>
                  </a:lnTo>
                  <a:lnTo>
                    <a:pt x="2227415" y="26407"/>
                  </a:lnTo>
                  <a:lnTo>
                    <a:pt x="2227484" y="26348"/>
                  </a:lnTo>
                  <a:lnTo>
                    <a:pt x="2227559" y="26293"/>
                  </a:lnTo>
                  <a:lnTo>
                    <a:pt x="2228132" y="25903"/>
                  </a:lnTo>
                  <a:lnTo>
                    <a:pt x="2228193" y="25867"/>
                  </a:lnTo>
                  <a:lnTo>
                    <a:pt x="2228267" y="25830"/>
                  </a:lnTo>
                  <a:lnTo>
                    <a:pt x="2228349" y="25793"/>
                  </a:lnTo>
                  <a:lnTo>
                    <a:pt x="2228393" y="25779"/>
                  </a:lnTo>
                  <a:lnTo>
                    <a:pt x="2228481" y="25754"/>
                  </a:lnTo>
                  <a:lnTo>
                    <a:pt x="2228552" y="25739"/>
                  </a:lnTo>
                  <a:lnTo>
                    <a:pt x="2228612" y="25724"/>
                  </a:lnTo>
                  <a:lnTo>
                    <a:pt x="2228684" y="25704"/>
                  </a:lnTo>
                  <a:lnTo>
                    <a:pt x="2228759" y="25682"/>
                  </a:lnTo>
                  <a:lnTo>
                    <a:pt x="2228842" y="25641"/>
                  </a:lnTo>
                  <a:lnTo>
                    <a:pt x="2228899" y="25611"/>
                  </a:lnTo>
                  <a:lnTo>
                    <a:pt x="2228954" y="25570"/>
                  </a:lnTo>
                  <a:lnTo>
                    <a:pt x="2228993" y="25542"/>
                  </a:lnTo>
                  <a:lnTo>
                    <a:pt x="2229031" y="25521"/>
                  </a:lnTo>
                  <a:lnTo>
                    <a:pt x="2229073" y="25511"/>
                  </a:lnTo>
                  <a:lnTo>
                    <a:pt x="2229128" y="25507"/>
                  </a:lnTo>
                  <a:lnTo>
                    <a:pt x="2229230" y="25510"/>
                  </a:lnTo>
                  <a:lnTo>
                    <a:pt x="2229376" y="25506"/>
                  </a:lnTo>
                  <a:lnTo>
                    <a:pt x="2229475" y="25492"/>
                  </a:lnTo>
                  <a:lnTo>
                    <a:pt x="2229543" y="25480"/>
                  </a:lnTo>
                  <a:lnTo>
                    <a:pt x="2229621" y="25456"/>
                  </a:lnTo>
                  <a:lnTo>
                    <a:pt x="2229669" y="25437"/>
                  </a:lnTo>
                  <a:lnTo>
                    <a:pt x="2229741" y="25394"/>
                  </a:lnTo>
                  <a:lnTo>
                    <a:pt x="2229795" y="25358"/>
                  </a:lnTo>
                  <a:lnTo>
                    <a:pt x="2229973" y="25230"/>
                  </a:lnTo>
                  <a:lnTo>
                    <a:pt x="2230057" y="25162"/>
                  </a:lnTo>
                  <a:lnTo>
                    <a:pt x="2230240" y="25032"/>
                  </a:lnTo>
                  <a:lnTo>
                    <a:pt x="2230312" y="24985"/>
                  </a:lnTo>
                  <a:lnTo>
                    <a:pt x="2230388" y="24947"/>
                  </a:lnTo>
                  <a:lnTo>
                    <a:pt x="2230478" y="24908"/>
                  </a:lnTo>
                  <a:lnTo>
                    <a:pt x="2230568" y="24873"/>
                  </a:lnTo>
                  <a:lnTo>
                    <a:pt x="2230617" y="24859"/>
                  </a:lnTo>
                  <a:lnTo>
                    <a:pt x="2230705" y="24833"/>
                  </a:lnTo>
                  <a:lnTo>
                    <a:pt x="2230774" y="24815"/>
                  </a:lnTo>
                  <a:lnTo>
                    <a:pt x="2230855" y="24801"/>
                  </a:lnTo>
                  <a:lnTo>
                    <a:pt x="2231131" y="24769"/>
                  </a:lnTo>
                  <a:lnTo>
                    <a:pt x="2231256" y="24755"/>
                  </a:lnTo>
                  <a:lnTo>
                    <a:pt x="2231424" y="24739"/>
                  </a:lnTo>
                  <a:lnTo>
                    <a:pt x="2231586" y="24726"/>
                  </a:lnTo>
                  <a:lnTo>
                    <a:pt x="2231727" y="24707"/>
                  </a:lnTo>
                  <a:lnTo>
                    <a:pt x="2231825" y="24690"/>
                  </a:lnTo>
                  <a:lnTo>
                    <a:pt x="2231906" y="24669"/>
                  </a:lnTo>
                  <a:lnTo>
                    <a:pt x="2231984" y="24643"/>
                  </a:lnTo>
                  <a:lnTo>
                    <a:pt x="2232047" y="24611"/>
                  </a:lnTo>
                  <a:lnTo>
                    <a:pt x="2232098" y="24572"/>
                  </a:lnTo>
                  <a:lnTo>
                    <a:pt x="2232129" y="24529"/>
                  </a:lnTo>
                  <a:lnTo>
                    <a:pt x="2232153" y="24482"/>
                  </a:lnTo>
                  <a:lnTo>
                    <a:pt x="2232169" y="24419"/>
                  </a:lnTo>
                  <a:lnTo>
                    <a:pt x="2232184" y="24359"/>
                  </a:lnTo>
                  <a:lnTo>
                    <a:pt x="2232205" y="24298"/>
                  </a:lnTo>
                  <a:lnTo>
                    <a:pt x="2232236" y="24229"/>
                  </a:lnTo>
                  <a:lnTo>
                    <a:pt x="2232263" y="24182"/>
                  </a:lnTo>
                  <a:lnTo>
                    <a:pt x="2232299" y="24137"/>
                  </a:lnTo>
                  <a:lnTo>
                    <a:pt x="2232342" y="24094"/>
                  </a:lnTo>
                  <a:lnTo>
                    <a:pt x="2232375" y="24043"/>
                  </a:lnTo>
                  <a:lnTo>
                    <a:pt x="2232396" y="23992"/>
                  </a:lnTo>
                  <a:lnTo>
                    <a:pt x="2232403" y="23929"/>
                  </a:lnTo>
                  <a:lnTo>
                    <a:pt x="2232395" y="23839"/>
                  </a:lnTo>
                  <a:lnTo>
                    <a:pt x="2232386" y="23763"/>
                  </a:lnTo>
                  <a:lnTo>
                    <a:pt x="2232378" y="23710"/>
                  </a:lnTo>
                  <a:lnTo>
                    <a:pt x="2232381" y="23665"/>
                  </a:lnTo>
                  <a:lnTo>
                    <a:pt x="2232391" y="23608"/>
                  </a:lnTo>
                  <a:lnTo>
                    <a:pt x="2232412" y="23546"/>
                  </a:lnTo>
                  <a:lnTo>
                    <a:pt x="2232624" y="23159"/>
                  </a:lnTo>
                  <a:lnTo>
                    <a:pt x="2232670" y="23094"/>
                  </a:lnTo>
                  <a:lnTo>
                    <a:pt x="2232727" y="23020"/>
                  </a:lnTo>
                  <a:lnTo>
                    <a:pt x="2232767" y="22981"/>
                  </a:lnTo>
                  <a:lnTo>
                    <a:pt x="2232802" y="22947"/>
                  </a:lnTo>
                  <a:lnTo>
                    <a:pt x="2232822" y="22930"/>
                  </a:lnTo>
                  <a:lnTo>
                    <a:pt x="2232876" y="22897"/>
                  </a:lnTo>
                  <a:lnTo>
                    <a:pt x="2232939" y="22871"/>
                  </a:lnTo>
                  <a:lnTo>
                    <a:pt x="2233001" y="22850"/>
                  </a:lnTo>
                  <a:lnTo>
                    <a:pt x="2233079" y="22832"/>
                  </a:lnTo>
                  <a:lnTo>
                    <a:pt x="2233277" y="22801"/>
                  </a:lnTo>
                  <a:lnTo>
                    <a:pt x="2233426" y="22780"/>
                  </a:lnTo>
                  <a:lnTo>
                    <a:pt x="2233567" y="22761"/>
                  </a:lnTo>
                  <a:lnTo>
                    <a:pt x="2233698" y="22740"/>
                  </a:lnTo>
                  <a:lnTo>
                    <a:pt x="2233836" y="22711"/>
                  </a:lnTo>
                  <a:lnTo>
                    <a:pt x="2234021" y="22658"/>
                  </a:lnTo>
                  <a:lnTo>
                    <a:pt x="2234141" y="22615"/>
                  </a:lnTo>
                  <a:lnTo>
                    <a:pt x="2234249" y="22567"/>
                  </a:lnTo>
                  <a:lnTo>
                    <a:pt x="2234446" y="22448"/>
                  </a:lnTo>
                  <a:lnTo>
                    <a:pt x="2234509" y="22395"/>
                  </a:lnTo>
                  <a:lnTo>
                    <a:pt x="2234536" y="22352"/>
                  </a:lnTo>
                  <a:lnTo>
                    <a:pt x="2234553" y="22284"/>
                  </a:lnTo>
                  <a:lnTo>
                    <a:pt x="2234550" y="22237"/>
                  </a:lnTo>
                  <a:lnTo>
                    <a:pt x="2234535" y="22200"/>
                  </a:lnTo>
                  <a:lnTo>
                    <a:pt x="2234498" y="22162"/>
                  </a:lnTo>
                  <a:lnTo>
                    <a:pt x="2234448" y="22096"/>
                  </a:lnTo>
                  <a:lnTo>
                    <a:pt x="2234427" y="22051"/>
                  </a:lnTo>
                  <a:lnTo>
                    <a:pt x="2234423" y="22004"/>
                  </a:lnTo>
                  <a:lnTo>
                    <a:pt x="2234438" y="21961"/>
                  </a:lnTo>
                  <a:lnTo>
                    <a:pt x="2234470" y="21916"/>
                  </a:lnTo>
                  <a:lnTo>
                    <a:pt x="2234521" y="21873"/>
                  </a:lnTo>
                  <a:lnTo>
                    <a:pt x="2234587" y="21830"/>
                  </a:lnTo>
                  <a:lnTo>
                    <a:pt x="2234644" y="21797"/>
                  </a:lnTo>
                  <a:lnTo>
                    <a:pt x="2234680" y="21768"/>
                  </a:lnTo>
                  <a:lnTo>
                    <a:pt x="2234703" y="21738"/>
                  </a:lnTo>
                  <a:lnTo>
                    <a:pt x="2234722" y="21690"/>
                  </a:lnTo>
                  <a:lnTo>
                    <a:pt x="2234706" y="21486"/>
                  </a:lnTo>
                  <a:lnTo>
                    <a:pt x="2234703" y="21453"/>
                  </a:lnTo>
                  <a:lnTo>
                    <a:pt x="2234682" y="21402"/>
                  </a:lnTo>
                  <a:lnTo>
                    <a:pt x="2234639" y="21335"/>
                  </a:lnTo>
                  <a:lnTo>
                    <a:pt x="2234585" y="21247"/>
                  </a:lnTo>
                  <a:lnTo>
                    <a:pt x="2234525" y="21163"/>
                  </a:lnTo>
                  <a:lnTo>
                    <a:pt x="2234465" y="21094"/>
                  </a:lnTo>
                  <a:lnTo>
                    <a:pt x="2234402" y="21022"/>
                  </a:lnTo>
                  <a:lnTo>
                    <a:pt x="2234366" y="20961"/>
                  </a:lnTo>
                  <a:lnTo>
                    <a:pt x="2234348" y="20908"/>
                  </a:lnTo>
                  <a:lnTo>
                    <a:pt x="2234345" y="20877"/>
                  </a:lnTo>
                  <a:lnTo>
                    <a:pt x="2234344" y="20859"/>
                  </a:lnTo>
                  <a:lnTo>
                    <a:pt x="2234356" y="20816"/>
                  </a:lnTo>
                  <a:lnTo>
                    <a:pt x="2234366" y="20798"/>
                  </a:lnTo>
                  <a:lnTo>
                    <a:pt x="2234395" y="20750"/>
                  </a:lnTo>
                  <a:lnTo>
                    <a:pt x="2234448" y="20707"/>
                  </a:lnTo>
                  <a:lnTo>
                    <a:pt x="2234493" y="20684"/>
                  </a:lnTo>
                  <a:lnTo>
                    <a:pt x="2234550" y="20670"/>
                  </a:lnTo>
                  <a:lnTo>
                    <a:pt x="2234643" y="20651"/>
                  </a:lnTo>
                  <a:lnTo>
                    <a:pt x="2234780" y="20627"/>
                  </a:lnTo>
                  <a:lnTo>
                    <a:pt x="2234912" y="20596"/>
                  </a:lnTo>
                  <a:lnTo>
                    <a:pt x="2235002" y="20567"/>
                  </a:lnTo>
                  <a:lnTo>
                    <a:pt x="2235056" y="20536"/>
                  </a:lnTo>
                  <a:lnTo>
                    <a:pt x="2235098" y="20501"/>
                  </a:lnTo>
                  <a:lnTo>
                    <a:pt x="2235143" y="20439"/>
                  </a:lnTo>
                  <a:lnTo>
                    <a:pt x="2235188" y="20382"/>
                  </a:lnTo>
                  <a:lnTo>
                    <a:pt x="2235247" y="20319"/>
                  </a:lnTo>
                  <a:lnTo>
                    <a:pt x="2235307" y="20270"/>
                  </a:lnTo>
                  <a:lnTo>
                    <a:pt x="2235351" y="20240"/>
                  </a:lnTo>
                  <a:lnTo>
                    <a:pt x="2235639" y="20060"/>
                  </a:lnTo>
                  <a:lnTo>
                    <a:pt x="2235738" y="19998"/>
                  </a:lnTo>
                  <a:lnTo>
                    <a:pt x="2235812" y="19956"/>
                  </a:lnTo>
                  <a:lnTo>
                    <a:pt x="2235911" y="19898"/>
                  </a:lnTo>
                  <a:lnTo>
                    <a:pt x="2235950" y="19873"/>
                  </a:lnTo>
                  <a:lnTo>
                    <a:pt x="2235995" y="19837"/>
                  </a:lnTo>
                  <a:lnTo>
                    <a:pt x="2236027" y="19797"/>
                  </a:lnTo>
                  <a:lnTo>
                    <a:pt x="2236063" y="19746"/>
                  </a:lnTo>
                  <a:lnTo>
                    <a:pt x="2236105" y="19672"/>
                  </a:lnTo>
                  <a:lnTo>
                    <a:pt x="2236144" y="19593"/>
                  </a:lnTo>
                  <a:lnTo>
                    <a:pt x="2236188" y="19511"/>
                  </a:lnTo>
                  <a:lnTo>
                    <a:pt x="2236248" y="19441"/>
                  </a:lnTo>
                  <a:lnTo>
                    <a:pt x="2236296" y="19392"/>
                  </a:lnTo>
                  <a:lnTo>
                    <a:pt x="2236356" y="19345"/>
                  </a:lnTo>
                  <a:lnTo>
                    <a:pt x="2236431" y="19296"/>
                  </a:lnTo>
                  <a:lnTo>
                    <a:pt x="2237024" y="18969"/>
                  </a:lnTo>
                  <a:lnTo>
                    <a:pt x="2237090" y="18937"/>
                  </a:lnTo>
                  <a:lnTo>
                    <a:pt x="2237336" y="18828"/>
                  </a:lnTo>
                  <a:lnTo>
                    <a:pt x="2237396" y="18807"/>
                  </a:lnTo>
                  <a:lnTo>
                    <a:pt x="2237455" y="18799"/>
                  </a:lnTo>
                  <a:lnTo>
                    <a:pt x="2237572" y="18793"/>
                  </a:lnTo>
                  <a:lnTo>
                    <a:pt x="2237710" y="18788"/>
                  </a:lnTo>
                  <a:lnTo>
                    <a:pt x="2237782" y="18778"/>
                  </a:lnTo>
                  <a:lnTo>
                    <a:pt x="2237911" y="18753"/>
                  </a:lnTo>
                  <a:lnTo>
                    <a:pt x="2238058" y="18712"/>
                  </a:lnTo>
                  <a:lnTo>
                    <a:pt x="2238142" y="18679"/>
                  </a:lnTo>
                  <a:lnTo>
                    <a:pt x="2238304" y="18610"/>
                  </a:lnTo>
                  <a:lnTo>
                    <a:pt x="2238412" y="18560"/>
                  </a:lnTo>
                  <a:lnTo>
                    <a:pt x="2238676" y="18439"/>
                  </a:lnTo>
                  <a:lnTo>
                    <a:pt x="2238792" y="18382"/>
                  </a:lnTo>
                  <a:lnTo>
                    <a:pt x="2238930" y="18292"/>
                  </a:lnTo>
                  <a:lnTo>
                    <a:pt x="2238969" y="18251"/>
                  </a:lnTo>
                  <a:lnTo>
                    <a:pt x="2239029" y="18202"/>
                  </a:lnTo>
                  <a:lnTo>
                    <a:pt x="2239101" y="18149"/>
                  </a:lnTo>
                  <a:lnTo>
                    <a:pt x="2239158" y="18118"/>
                  </a:lnTo>
                  <a:lnTo>
                    <a:pt x="2239245" y="18075"/>
                  </a:lnTo>
                  <a:lnTo>
                    <a:pt x="2239413" y="17993"/>
                  </a:lnTo>
                  <a:lnTo>
                    <a:pt x="2239514" y="17936"/>
                  </a:lnTo>
                  <a:lnTo>
                    <a:pt x="2239628" y="17853"/>
                  </a:lnTo>
                  <a:lnTo>
                    <a:pt x="2239703" y="17790"/>
                  </a:lnTo>
                  <a:lnTo>
                    <a:pt x="2239784" y="17714"/>
                  </a:lnTo>
                  <a:lnTo>
                    <a:pt x="2239859" y="17636"/>
                  </a:lnTo>
                  <a:lnTo>
                    <a:pt x="2240092" y="17457"/>
                  </a:lnTo>
                  <a:lnTo>
                    <a:pt x="2240199" y="17377"/>
                  </a:lnTo>
                  <a:lnTo>
                    <a:pt x="2240274" y="17326"/>
                  </a:lnTo>
                  <a:lnTo>
                    <a:pt x="2240361" y="17278"/>
                  </a:lnTo>
                  <a:lnTo>
                    <a:pt x="2240444" y="17243"/>
                  </a:lnTo>
                  <a:lnTo>
                    <a:pt x="2240525" y="17221"/>
                  </a:lnTo>
                  <a:lnTo>
                    <a:pt x="2240591" y="17212"/>
                  </a:lnTo>
                  <a:lnTo>
                    <a:pt x="2240639" y="17212"/>
                  </a:lnTo>
                  <a:lnTo>
                    <a:pt x="2240721" y="17224"/>
                  </a:lnTo>
                  <a:lnTo>
                    <a:pt x="2240802" y="17246"/>
                  </a:lnTo>
                  <a:lnTo>
                    <a:pt x="2240883" y="17279"/>
                  </a:lnTo>
                  <a:lnTo>
                    <a:pt x="2240964" y="17319"/>
                  </a:lnTo>
                  <a:lnTo>
                    <a:pt x="2241052" y="17375"/>
                  </a:lnTo>
                  <a:lnTo>
                    <a:pt x="2241094" y="17391"/>
                  </a:lnTo>
                  <a:lnTo>
                    <a:pt x="2241159" y="17405"/>
                  </a:lnTo>
                  <a:lnTo>
                    <a:pt x="2241226" y="17407"/>
                  </a:lnTo>
                  <a:lnTo>
                    <a:pt x="2241301" y="17390"/>
                  </a:lnTo>
                  <a:lnTo>
                    <a:pt x="2241363" y="17365"/>
                  </a:lnTo>
                  <a:lnTo>
                    <a:pt x="2241420" y="17322"/>
                  </a:lnTo>
                  <a:lnTo>
                    <a:pt x="2241447" y="17283"/>
                  </a:lnTo>
                  <a:lnTo>
                    <a:pt x="2241462" y="17228"/>
                  </a:lnTo>
                  <a:lnTo>
                    <a:pt x="2241467" y="17165"/>
                  </a:lnTo>
                  <a:lnTo>
                    <a:pt x="2241470" y="17099"/>
                  </a:lnTo>
                  <a:lnTo>
                    <a:pt x="2241458" y="16999"/>
                  </a:lnTo>
                  <a:lnTo>
                    <a:pt x="2241436" y="16926"/>
                  </a:lnTo>
                  <a:lnTo>
                    <a:pt x="2241396" y="16813"/>
                  </a:lnTo>
                  <a:lnTo>
                    <a:pt x="2241345" y="16713"/>
                  </a:lnTo>
                  <a:lnTo>
                    <a:pt x="2241266" y="16582"/>
                  </a:lnTo>
                  <a:lnTo>
                    <a:pt x="2241167" y="16452"/>
                  </a:lnTo>
                  <a:lnTo>
                    <a:pt x="2241109" y="16393"/>
                  </a:lnTo>
                  <a:lnTo>
                    <a:pt x="2241021" y="16325"/>
                  </a:lnTo>
                  <a:lnTo>
                    <a:pt x="2240934" y="16275"/>
                  </a:lnTo>
                  <a:lnTo>
                    <a:pt x="2240796" y="16205"/>
                  </a:lnTo>
                  <a:lnTo>
                    <a:pt x="2240645" y="16135"/>
                  </a:lnTo>
                  <a:lnTo>
                    <a:pt x="2240570" y="16088"/>
                  </a:lnTo>
                  <a:lnTo>
                    <a:pt x="2240515" y="16039"/>
                  </a:lnTo>
                  <a:lnTo>
                    <a:pt x="2240467" y="15967"/>
                  </a:lnTo>
                  <a:lnTo>
                    <a:pt x="2240455" y="15916"/>
                  </a:lnTo>
                  <a:lnTo>
                    <a:pt x="2240457" y="15873"/>
                  </a:lnTo>
                  <a:lnTo>
                    <a:pt x="2240472" y="15836"/>
                  </a:lnTo>
                  <a:lnTo>
                    <a:pt x="2240526" y="15785"/>
                  </a:lnTo>
                  <a:lnTo>
                    <a:pt x="2240588" y="15748"/>
                  </a:lnTo>
                  <a:lnTo>
                    <a:pt x="2241014" y="15585"/>
                  </a:lnTo>
                  <a:lnTo>
                    <a:pt x="2241098" y="15557"/>
                  </a:lnTo>
                  <a:lnTo>
                    <a:pt x="2241152" y="15544"/>
                  </a:lnTo>
                  <a:lnTo>
                    <a:pt x="2241209" y="15546"/>
                  </a:lnTo>
                  <a:lnTo>
                    <a:pt x="2241332" y="15545"/>
                  </a:lnTo>
                  <a:lnTo>
                    <a:pt x="2241509" y="15524"/>
                  </a:lnTo>
                  <a:lnTo>
                    <a:pt x="2241671" y="15495"/>
                  </a:lnTo>
                  <a:lnTo>
                    <a:pt x="2241830" y="15446"/>
                  </a:lnTo>
                  <a:lnTo>
                    <a:pt x="2242124" y="15377"/>
                  </a:lnTo>
                  <a:lnTo>
                    <a:pt x="2242409" y="15321"/>
                  </a:lnTo>
                  <a:lnTo>
                    <a:pt x="2242565" y="15286"/>
                  </a:lnTo>
                  <a:lnTo>
                    <a:pt x="2242730" y="15235"/>
                  </a:lnTo>
                  <a:lnTo>
                    <a:pt x="2242847" y="15183"/>
                  </a:lnTo>
                  <a:lnTo>
                    <a:pt x="2242925" y="15150"/>
                  </a:lnTo>
                  <a:lnTo>
                    <a:pt x="2243027" y="15117"/>
                  </a:lnTo>
                  <a:lnTo>
                    <a:pt x="2243162" y="15074"/>
                  </a:lnTo>
                  <a:lnTo>
                    <a:pt x="2243282" y="15045"/>
                  </a:lnTo>
                  <a:lnTo>
                    <a:pt x="2243375" y="15025"/>
                  </a:lnTo>
                  <a:lnTo>
                    <a:pt x="2243444" y="14996"/>
                  </a:lnTo>
                  <a:lnTo>
                    <a:pt x="2243491" y="14955"/>
                  </a:lnTo>
                  <a:lnTo>
                    <a:pt x="2243513" y="14906"/>
                  </a:lnTo>
                  <a:lnTo>
                    <a:pt x="2243509" y="14861"/>
                  </a:lnTo>
                  <a:lnTo>
                    <a:pt x="2243482" y="14798"/>
                  </a:lnTo>
                  <a:lnTo>
                    <a:pt x="2243440" y="14711"/>
                  </a:lnTo>
                  <a:lnTo>
                    <a:pt x="2243388" y="14624"/>
                  </a:lnTo>
                  <a:lnTo>
                    <a:pt x="2243361" y="14550"/>
                  </a:lnTo>
                  <a:lnTo>
                    <a:pt x="2243363" y="14491"/>
                  </a:lnTo>
                  <a:lnTo>
                    <a:pt x="2243390" y="14440"/>
                  </a:lnTo>
                  <a:lnTo>
                    <a:pt x="2243444" y="14399"/>
                  </a:lnTo>
                  <a:lnTo>
                    <a:pt x="2243492" y="14380"/>
                  </a:lnTo>
                  <a:lnTo>
                    <a:pt x="2243555" y="14370"/>
                  </a:lnTo>
                  <a:lnTo>
                    <a:pt x="2243622" y="14372"/>
                  </a:lnTo>
                  <a:lnTo>
                    <a:pt x="2243708" y="14390"/>
                  </a:lnTo>
                  <a:lnTo>
                    <a:pt x="2243790" y="14428"/>
                  </a:lnTo>
                  <a:lnTo>
                    <a:pt x="2243862" y="14467"/>
                  </a:lnTo>
                  <a:lnTo>
                    <a:pt x="2244125" y="14618"/>
                  </a:lnTo>
                  <a:lnTo>
                    <a:pt x="2244193" y="14665"/>
                  </a:lnTo>
                  <a:lnTo>
                    <a:pt x="2244299" y="14736"/>
                  </a:lnTo>
                  <a:lnTo>
                    <a:pt x="2244398" y="14793"/>
                  </a:lnTo>
                  <a:lnTo>
                    <a:pt x="2244477" y="14826"/>
                  </a:lnTo>
                  <a:lnTo>
                    <a:pt x="2244558" y="14840"/>
                  </a:lnTo>
                  <a:lnTo>
                    <a:pt x="2244654" y="14838"/>
                  </a:lnTo>
                  <a:lnTo>
                    <a:pt x="2244759" y="14819"/>
                  </a:lnTo>
                  <a:lnTo>
                    <a:pt x="2244870" y="14796"/>
                  </a:lnTo>
                  <a:lnTo>
                    <a:pt x="2244948" y="14788"/>
                  </a:lnTo>
                  <a:lnTo>
                    <a:pt x="2245042" y="14786"/>
                  </a:lnTo>
                  <a:lnTo>
                    <a:pt x="2245180" y="14792"/>
                  </a:lnTo>
                  <a:lnTo>
                    <a:pt x="2245348" y="14806"/>
                  </a:lnTo>
                  <a:lnTo>
                    <a:pt x="2245558" y="14826"/>
                  </a:lnTo>
                  <a:lnTo>
                    <a:pt x="2245724" y="14829"/>
                  </a:lnTo>
                  <a:lnTo>
                    <a:pt x="2245826" y="14823"/>
                  </a:lnTo>
                  <a:lnTo>
                    <a:pt x="2245898" y="14809"/>
                  </a:lnTo>
                  <a:lnTo>
                    <a:pt x="2245960" y="14782"/>
                  </a:lnTo>
                  <a:lnTo>
                    <a:pt x="2246027" y="14739"/>
                  </a:lnTo>
                  <a:lnTo>
                    <a:pt x="2246056" y="14714"/>
                  </a:lnTo>
                  <a:lnTo>
                    <a:pt x="2246101" y="14673"/>
                  </a:lnTo>
                  <a:lnTo>
                    <a:pt x="2246185" y="14591"/>
                  </a:lnTo>
                  <a:lnTo>
                    <a:pt x="2246320" y="14454"/>
                  </a:lnTo>
                  <a:lnTo>
                    <a:pt x="2246425" y="14370"/>
                  </a:lnTo>
                  <a:lnTo>
                    <a:pt x="2246509" y="14313"/>
                  </a:lnTo>
                  <a:lnTo>
                    <a:pt x="2246611" y="14266"/>
                  </a:lnTo>
                  <a:lnTo>
                    <a:pt x="2246686" y="14243"/>
                  </a:lnTo>
                  <a:lnTo>
                    <a:pt x="2246785" y="14226"/>
                  </a:lnTo>
                  <a:lnTo>
                    <a:pt x="2246884" y="14226"/>
                  </a:lnTo>
                  <a:lnTo>
                    <a:pt x="2246971" y="14236"/>
                  </a:lnTo>
                  <a:lnTo>
                    <a:pt x="2247137" y="14269"/>
                  </a:lnTo>
                  <a:lnTo>
                    <a:pt x="2247404" y="14327"/>
                  </a:lnTo>
                  <a:lnTo>
                    <a:pt x="2247546" y="14344"/>
                  </a:lnTo>
                  <a:lnTo>
                    <a:pt x="2247651" y="14348"/>
                  </a:lnTo>
                  <a:lnTo>
                    <a:pt x="2247729" y="14345"/>
                  </a:lnTo>
                  <a:lnTo>
                    <a:pt x="2247792" y="14351"/>
                  </a:lnTo>
                  <a:lnTo>
                    <a:pt x="2247874" y="14376"/>
                  </a:lnTo>
                  <a:lnTo>
                    <a:pt x="2247961" y="14404"/>
                  </a:lnTo>
                  <a:lnTo>
                    <a:pt x="2248138" y="14469"/>
                  </a:lnTo>
                  <a:lnTo>
                    <a:pt x="2248355" y="14537"/>
                  </a:lnTo>
                  <a:lnTo>
                    <a:pt x="2248538" y="14592"/>
                  </a:lnTo>
                  <a:lnTo>
                    <a:pt x="2248637" y="14612"/>
                  </a:lnTo>
                  <a:lnTo>
                    <a:pt x="2248776" y="14624"/>
                  </a:lnTo>
                  <a:lnTo>
                    <a:pt x="2248899" y="14624"/>
                  </a:lnTo>
                  <a:lnTo>
                    <a:pt x="2249022" y="14618"/>
                  </a:lnTo>
                  <a:lnTo>
                    <a:pt x="2249139" y="14595"/>
                  </a:lnTo>
                  <a:lnTo>
                    <a:pt x="2249250" y="14574"/>
                  </a:lnTo>
                  <a:lnTo>
                    <a:pt x="2249329" y="14567"/>
                  </a:lnTo>
                  <a:lnTo>
                    <a:pt x="2249343" y="14566"/>
                  </a:lnTo>
                  <a:lnTo>
                    <a:pt x="2249427" y="14564"/>
                  </a:lnTo>
                  <a:lnTo>
                    <a:pt x="2250122" y="14565"/>
                  </a:lnTo>
                  <a:lnTo>
                    <a:pt x="2250205" y="14577"/>
                  </a:lnTo>
                  <a:lnTo>
                    <a:pt x="2250293" y="14600"/>
                  </a:lnTo>
                  <a:lnTo>
                    <a:pt x="2250371" y="14632"/>
                  </a:lnTo>
                  <a:lnTo>
                    <a:pt x="2250446" y="14657"/>
                  </a:lnTo>
                  <a:lnTo>
                    <a:pt x="2250554" y="14681"/>
                  </a:lnTo>
                  <a:lnTo>
                    <a:pt x="2250732" y="14707"/>
                  </a:lnTo>
                  <a:lnTo>
                    <a:pt x="2250888" y="14723"/>
                  </a:lnTo>
                  <a:lnTo>
                    <a:pt x="2251023" y="14728"/>
                  </a:lnTo>
                  <a:lnTo>
                    <a:pt x="2251183" y="14715"/>
                  </a:lnTo>
                  <a:lnTo>
                    <a:pt x="2251305" y="14692"/>
                  </a:lnTo>
                  <a:lnTo>
                    <a:pt x="2251404" y="14649"/>
                  </a:lnTo>
                  <a:lnTo>
                    <a:pt x="2251504" y="14588"/>
                  </a:lnTo>
                  <a:lnTo>
                    <a:pt x="2251624" y="14496"/>
                  </a:lnTo>
                  <a:lnTo>
                    <a:pt x="2251738" y="14400"/>
                  </a:lnTo>
                  <a:lnTo>
                    <a:pt x="2251838" y="14313"/>
                  </a:lnTo>
                  <a:lnTo>
                    <a:pt x="2251979" y="14184"/>
                  </a:lnTo>
                  <a:lnTo>
                    <a:pt x="2252099" y="14084"/>
                  </a:lnTo>
                  <a:lnTo>
                    <a:pt x="2252223" y="13986"/>
                  </a:lnTo>
                  <a:lnTo>
                    <a:pt x="2252271" y="13951"/>
                  </a:lnTo>
                  <a:lnTo>
                    <a:pt x="2252331" y="13918"/>
                  </a:lnTo>
                  <a:lnTo>
                    <a:pt x="2252412" y="13890"/>
                  </a:lnTo>
                  <a:lnTo>
                    <a:pt x="2252517" y="13863"/>
                  </a:lnTo>
                  <a:lnTo>
                    <a:pt x="2252616" y="13847"/>
                  </a:lnTo>
                  <a:lnTo>
                    <a:pt x="2252839" y="13835"/>
                  </a:lnTo>
                  <a:lnTo>
                    <a:pt x="2253193" y="13792"/>
                  </a:lnTo>
                  <a:lnTo>
                    <a:pt x="2253331" y="13761"/>
                  </a:lnTo>
                  <a:lnTo>
                    <a:pt x="2253443" y="13745"/>
                  </a:lnTo>
                  <a:lnTo>
                    <a:pt x="2253515" y="13743"/>
                  </a:lnTo>
                  <a:lnTo>
                    <a:pt x="2253599" y="13755"/>
                  </a:lnTo>
                  <a:lnTo>
                    <a:pt x="2253629" y="13762"/>
                  </a:lnTo>
                  <a:lnTo>
                    <a:pt x="2253662" y="13780"/>
                  </a:lnTo>
                  <a:lnTo>
                    <a:pt x="2253680" y="13800"/>
                  </a:lnTo>
                  <a:lnTo>
                    <a:pt x="2253701" y="13839"/>
                  </a:lnTo>
                  <a:lnTo>
                    <a:pt x="2253710" y="13901"/>
                  </a:lnTo>
                  <a:lnTo>
                    <a:pt x="2253713" y="13939"/>
                  </a:lnTo>
                  <a:lnTo>
                    <a:pt x="2253704" y="13995"/>
                  </a:lnTo>
                  <a:lnTo>
                    <a:pt x="2253704" y="14050"/>
                  </a:lnTo>
                  <a:lnTo>
                    <a:pt x="2253710" y="14076"/>
                  </a:lnTo>
                  <a:lnTo>
                    <a:pt x="2253772" y="14193"/>
                  </a:lnTo>
                  <a:lnTo>
                    <a:pt x="2253797" y="14220"/>
                  </a:lnTo>
                  <a:lnTo>
                    <a:pt x="2253827" y="14240"/>
                  </a:lnTo>
                  <a:lnTo>
                    <a:pt x="2253869" y="14263"/>
                  </a:lnTo>
                  <a:lnTo>
                    <a:pt x="2253959" y="14275"/>
                  </a:lnTo>
                  <a:lnTo>
                    <a:pt x="2254103" y="14275"/>
                  </a:lnTo>
                  <a:lnTo>
                    <a:pt x="2254181" y="14273"/>
                  </a:lnTo>
                  <a:lnTo>
                    <a:pt x="2254223" y="14275"/>
                  </a:lnTo>
                  <a:lnTo>
                    <a:pt x="2254286" y="14287"/>
                  </a:lnTo>
                  <a:lnTo>
                    <a:pt x="2254406" y="14328"/>
                  </a:lnTo>
                  <a:lnTo>
                    <a:pt x="2254472" y="14361"/>
                  </a:lnTo>
                  <a:lnTo>
                    <a:pt x="2254530" y="14396"/>
                  </a:lnTo>
                  <a:lnTo>
                    <a:pt x="2254574" y="14445"/>
                  </a:lnTo>
                  <a:lnTo>
                    <a:pt x="2254602" y="14492"/>
                  </a:lnTo>
                  <a:lnTo>
                    <a:pt x="2254622" y="14569"/>
                  </a:lnTo>
                  <a:lnTo>
                    <a:pt x="2254628" y="14665"/>
                  </a:lnTo>
                  <a:lnTo>
                    <a:pt x="2254625" y="14737"/>
                  </a:lnTo>
                  <a:lnTo>
                    <a:pt x="2254643" y="14929"/>
                  </a:lnTo>
                  <a:lnTo>
                    <a:pt x="2254666" y="15021"/>
                  </a:lnTo>
                  <a:lnTo>
                    <a:pt x="2254687" y="15068"/>
                  </a:lnTo>
                  <a:lnTo>
                    <a:pt x="2254732" y="15136"/>
                  </a:lnTo>
                  <a:lnTo>
                    <a:pt x="2254783" y="15197"/>
                  </a:lnTo>
                  <a:lnTo>
                    <a:pt x="2254873" y="15269"/>
                  </a:lnTo>
                  <a:lnTo>
                    <a:pt x="2254927" y="15307"/>
                  </a:lnTo>
                  <a:lnTo>
                    <a:pt x="2255020" y="15346"/>
                  </a:lnTo>
                  <a:lnTo>
                    <a:pt x="2255101" y="15365"/>
                  </a:lnTo>
                  <a:lnTo>
                    <a:pt x="2255195" y="15369"/>
                  </a:lnTo>
                  <a:lnTo>
                    <a:pt x="2255357" y="15355"/>
                  </a:lnTo>
                  <a:lnTo>
                    <a:pt x="2255465" y="15330"/>
                  </a:lnTo>
                  <a:lnTo>
                    <a:pt x="2255561" y="15292"/>
                  </a:lnTo>
                  <a:lnTo>
                    <a:pt x="2255693" y="15214"/>
                  </a:lnTo>
                  <a:lnTo>
                    <a:pt x="2255823" y="15130"/>
                  </a:lnTo>
                  <a:lnTo>
                    <a:pt x="2255928" y="15059"/>
                  </a:lnTo>
                  <a:lnTo>
                    <a:pt x="2256010" y="15016"/>
                  </a:lnTo>
                  <a:lnTo>
                    <a:pt x="2256090" y="14978"/>
                  </a:lnTo>
                  <a:lnTo>
                    <a:pt x="2256165" y="14951"/>
                  </a:lnTo>
                  <a:lnTo>
                    <a:pt x="2256244" y="14927"/>
                  </a:lnTo>
                  <a:lnTo>
                    <a:pt x="2256343" y="14910"/>
                  </a:lnTo>
                  <a:lnTo>
                    <a:pt x="2256424" y="14908"/>
                  </a:lnTo>
                  <a:lnTo>
                    <a:pt x="2256490" y="14914"/>
                  </a:lnTo>
                  <a:lnTo>
                    <a:pt x="2256559" y="14931"/>
                  </a:lnTo>
                  <a:lnTo>
                    <a:pt x="2256715" y="14986"/>
                  </a:lnTo>
                  <a:lnTo>
                    <a:pt x="2256830" y="15029"/>
                  </a:lnTo>
                  <a:lnTo>
                    <a:pt x="2256955" y="15064"/>
                  </a:lnTo>
                  <a:lnTo>
                    <a:pt x="2257057" y="15085"/>
                  </a:lnTo>
                  <a:lnTo>
                    <a:pt x="2257133" y="15084"/>
                  </a:lnTo>
                  <a:lnTo>
                    <a:pt x="2257210" y="15070"/>
                  </a:lnTo>
                  <a:lnTo>
                    <a:pt x="2257334" y="15036"/>
                  </a:lnTo>
                  <a:lnTo>
                    <a:pt x="2257586" y="14967"/>
                  </a:lnTo>
                  <a:lnTo>
                    <a:pt x="2257667" y="14948"/>
                  </a:lnTo>
                  <a:lnTo>
                    <a:pt x="2257737" y="14942"/>
                  </a:lnTo>
                  <a:lnTo>
                    <a:pt x="2257824" y="14942"/>
                  </a:lnTo>
                  <a:lnTo>
                    <a:pt x="2257908" y="14949"/>
                  </a:lnTo>
                  <a:lnTo>
                    <a:pt x="2258106" y="14978"/>
                  </a:lnTo>
                  <a:lnTo>
                    <a:pt x="2258271" y="15002"/>
                  </a:lnTo>
                  <a:lnTo>
                    <a:pt x="2258623" y="15052"/>
                  </a:lnTo>
                  <a:lnTo>
                    <a:pt x="2259217" y="15132"/>
                  </a:lnTo>
                  <a:lnTo>
                    <a:pt x="2259316" y="15142"/>
                  </a:lnTo>
                  <a:lnTo>
                    <a:pt x="2259583" y="15155"/>
                  </a:lnTo>
                  <a:lnTo>
                    <a:pt x="2259673" y="15159"/>
                  </a:lnTo>
                  <a:lnTo>
                    <a:pt x="2259763" y="15157"/>
                  </a:lnTo>
                  <a:lnTo>
                    <a:pt x="2259872" y="15147"/>
                  </a:lnTo>
                  <a:lnTo>
                    <a:pt x="2260007" y="15131"/>
                  </a:lnTo>
                  <a:lnTo>
                    <a:pt x="2260145" y="15113"/>
                  </a:lnTo>
                  <a:lnTo>
                    <a:pt x="2260241" y="15091"/>
                  </a:lnTo>
                  <a:lnTo>
                    <a:pt x="2260358" y="15056"/>
                  </a:lnTo>
                  <a:lnTo>
                    <a:pt x="2260445" y="15014"/>
                  </a:lnTo>
                  <a:lnTo>
                    <a:pt x="2260509" y="14973"/>
                  </a:lnTo>
                  <a:lnTo>
                    <a:pt x="2260578" y="14914"/>
                  </a:lnTo>
                  <a:lnTo>
                    <a:pt x="2260672" y="14830"/>
                  </a:lnTo>
                  <a:lnTo>
                    <a:pt x="2260753" y="14743"/>
                  </a:lnTo>
                  <a:lnTo>
                    <a:pt x="2260844" y="14659"/>
                  </a:lnTo>
                  <a:lnTo>
                    <a:pt x="2260892" y="14620"/>
                  </a:lnTo>
                  <a:lnTo>
                    <a:pt x="2260982" y="14559"/>
                  </a:lnTo>
                  <a:lnTo>
                    <a:pt x="2261069" y="14517"/>
                  </a:lnTo>
                  <a:lnTo>
                    <a:pt x="2261145" y="14488"/>
                  </a:lnTo>
                  <a:lnTo>
                    <a:pt x="2261335" y="14425"/>
                  </a:lnTo>
                  <a:lnTo>
                    <a:pt x="2261413" y="14407"/>
                  </a:lnTo>
                  <a:lnTo>
                    <a:pt x="2261479" y="14401"/>
                  </a:lnTo>
                  <a:lnTo>
                    <a:pt x="2261536" y="14403"/>
                  </a:lnTo>
                  <a:lnTo>
                    <a:pt x="2261584" y="14409"/>
                  </a:lnTo>
                  <a:lnTo>
                    <a:pt x="2261647" y="14432"/>
                  </a:lnTo>
                  <a:lnTo>
                    <a:pt x="2261733" y="14472"/>
                  </a:lnTo>
                  <a:lnTo>
                    <a:pt x="2261740" y="14475"/>
                  </a:lnTo>
                  <a:lnTo>
                    <a:pt x="2261884" y="14526"/>
                  </a:lnTo>
                  <a:lnTo>
                    <a:pt x="2262124" y="14598"/>
                  </a:lnTo>
                  <a:lnTo>
                    <a:pt x="2262190" y="14606"/>
                  </a:lnTo>
                  <a:lnTo>
                    <a:pt x="2262268" y="14609"/>
                  </a:lnTo>
                  <a:lnTo>
                    <a:pt x="2262388" y="14599"/>
                  </a:lnTo>
                  <a:lnTo>
                    <a:pt x="2262488" y="14574"/>
                  </a:lnTo>
                  <a:lnTo>
                    <a:pt x="2262566" y="14540"/>
                  </a:lnTo>
                  <a:lnTo>
                    <a:pt x="2262642" y="14499"/>
                  </a:lnTo>
                  <a:lnTo>
                    <a:pt x="2262687" y="14475"/>
                  </a:lnTo>
                  <a:lnTo>
                    <a:pt x="2262945" y="14345"/>
                  </a:lnTo>
                  <a:lnTo>
                    <a:pt x="2263003" y="14319"/>
                  </a:lnTo>
                  <a:lnTo>
                    <a:pt x="2263066" y="14292"/>
                  </a:lnTo>
                  <a:lnTo>
                    <a:pt x="2263132" y="14270"/>
                  </a:lnTo>
                  <a:lnTo>
                    <a:pt x="2263201" y="14250"/>
                  </a:lnTo>
                  <a:lnTo>
                    <a:pt x="2263253" y="14229"/>
                  </a:lnTo>
                  <a:lnTo>
                    <a:pt x="2263304" y="14207"/>
                  </a:lnTo>
                  <a:lnTo>
                    <a:pt x="2263379" y="14170"/>
                  </a:lnTo>
                  <a:lnTo>
                    <a:pt x="2263454" y="14128"/>
                  </a:lnTo>
                  <a:lnTo>
                    <a:pt x="2263566" y="14054"/>
                  </a:lnTo>
                  <a:lnTo>
                    <a:pt x="2263585" y="14039"/>
                  </a:lnTo>
                  <a:lnTo>
                    <a:pt x="2263653" y="13968"/>
                  </a:lnTo>
                  <a:lnTo>
                    <a:pt x="2263698" y="13910"/>
                  </a:lnTo>
                  <a:lnTo>
                    <a:pt x="2263833" y="13730"/>
                  </a:lnTo>
                  <a:lnTo>
                    <a:pt x="2264179" y="13331"/>
                  </a:lnTo>
                  <a:lnTo>
                    <a:pt x="2264323" y="13127"/>
                  </a:lnTo>
                  <a:lnTo>
                    <a:pt x="2264412" y="13026"/>
                  </a:lnTo>
                  <a:lnTo>
                    <a:pt x="2264460" y="12984"/>
                  </a:lnTo>
                  <a:lnTo>
                    <a:pt x="2264481" y="12966"/>
                  </a:lnTo>
                  <a:lnTo>
                    <a:pt x="2264568" y="12906"/>
                  </a:lnTo>
                  <a:lnTo>
                    <a:pt x="2264606" y="12883"/>
                  </a:lnTo>
                  <a:lnTo>
                    <a:pt x="2264690" y="12833"/>
                  </a:lnTo>
                  <a:lnTo>
                    <a:pt x="2264751" y="12811"/>
                  </a:lnTo>
                  <a:lnTo>
                    <a:pt x="2264826" y="12792"/>
                  </a:lnTo>
                  <a:lnTo>
                    <a:pt x="2264961" y="12758"/>
                  </a:lnTo>
                  <a:lnTo>
                    <a:pt x="2265090" y="12737"/>
                  </a:lnTo>
                  <a:lnTo>
                    <a:pt x="2265246" y="12717"/>
                  </a:lnTo>
                  <a:lnTo>
                    <a:pt x="2265396" y="12706"/>
                  </a:lnTo>
                  <a:lnTo>
                    <a:pt x="2265440" y="12704"/>
                  </a:lnTo>
                  <a:lnTo>
                    <a:pt x="2265559" y="12699"/>
                  </a:lnTo>
                  <a:lnTo>
                    <a:pt x="2265727" y="12699"/>
                  </a:lnTo>
                  <a:lnTo>
                    <a:pt x="2265844" y="12702"/>
                  </a:lnTo>
                  <a:lnTo>
                    <a:pt x="2266004" y="12715"/>
                  </a:lnTo>
                  <a:lnTo>
                    <a:pt x="2266424" y="12752"/>
                  </a:lnTo>
                  <a:lnTo>
                    <a:pt x="2266554" y="12766"/>
                  </a:lnTo>
                  <a:lnTo>
                    <a:pt x="2266623" y="12776"/>
                  </a:lnTo>
                  <a:lnTo>
                    <a:pt x="2266698" y="12795"/>
                  </a:lnTo>
                  <a:lnTo>
                    <a:pt x="2267216" y="12918"/>
                  </a:lnTo>
                  <a:lnTo>
                    <a:pt x="2267740" y="13052"/>
                  </a:lnTo>
                  <a:lnTo>
                    <a:pt x="2268100" y="13091"/>
                  </a:lnTo>
                  <a:lnTo>
                    <a:pt x="2268530" y="13126"/>
                  </a:lnTo>
                  <a:lnTo>
                    <a:pt x="2268593" y="13130"/>
                  </a:lnTo>
                  <a:lnTo>
                    <a:pt x="2268656" y="13121"/>
                  </a:lnTo>
                  <a:lnTo>
                    <a:pt x="2268713" y="13109"/>
                  </a:lnTo>
                  <a:lnTo>
                    <a:pt x="2268833" y="13069"/>
                  </a:lnTo>
                  <a:lnTo>
                    <a:pt x="2268866" y="13048"/>
                  </a:lnTo>
                  <a:lnTo>
                    <a:pt x="2268871" y="13045"/>
                  </a:lnTo>
                  <a:lnTo>
                    <a:pt x="2268935" y="12997"/>
                  </a:lnTo>
                  <a:lnTo>
                    <a:pt x="2269025" y="12921"/>
                  </a:lnTo>
                  <a:lnTo>
                    <a:pt x="2269100" y="12855"/>
                  </a:lnTo>
                  <a:lnTo>
                    <a:pt x="2269139" y="12811"/>
                  </a:lnTo>
                  <a:lnTo>
                    <a:pt x="2269166" y="12777"/>
                  </a:lnTo>
                  <a:lnTo>
                    <a:pt x="2269196" y="12750"/>
                  </a:lnTo>
                  <a:lnTo>
                    <a:pt x="2269219" y="12741"/>
                  </a:lnTo>
                  <a:lnTo>
                    <a:pt x="2269241" y="12733"/>
                  </a:lnTo>
                  <a:lnTo>
                    <a:pt x="2269307" y="12718"/>
                  </a:lnTo>
                  <a:lnTo>
                    <a:pt x="2269382" y="12716"/>
                  </a:lnTo>
                  <a:lnTo>
                    <a:pt x="2269433" y="12718"/>
                  </a:lnTo>
                  <a:lnTo>
                    <a:pt x="2269517" y="12730"/>
                  </a:lnTo>
                  <a:lnTo>
                    <a:pt x="2269623" y="12754"/>
                  </a:lnTo>
                  <a:lnTo>
                    <a:pt x="2269743" y="12782"/>
                  </a:lnTo>
                  <a:lnTo>
                    <a:pt x="2269896" y="12812"/>
                  </a:lnTo>
                  <a:lnTo>
                    <a:pt x="2270047" y="12836"/>
                  </a:lnTo>
                  <a:lnTo>
                    <a:pt x="2270209" y="12850"/>
                  </a:lnTo>
                  <a:lnTo>
                    <a:pt x="2270330" y="12851"/>
                  </a:lnTo>
                  <a:lnTo>
                    <a:pt x="2270407" y="12843"/>
                  </a:lnTo>
                  <a:lnTo>
                    <a:pt x="2270492" y="12830"/>
                  </a:lnTo>
                  <a:lnTo>
                    <a:pt x="2270588" y="12807"/>
                  </a:lnTo>
                  <a:lnTo>
                    <a:pt x="2270675" y="12776"/>
                  </a:lnTo>
                  <a:lnTo>
                    <a:pt x="2270890" y="12684"/>
                  </a:lnTo>
                  <a:lnTo>
                    <a:pt x="2271116" y="12584"/>
                  </a:lnTo>
                  <a:lnTo>
                    <a:pt x="2271185" y="12557"/>
                  </a:lnTo>
                  <a:lnTo>
                    <a:pt x="2271558" y="12460"/>
                  </a:lnTo>
                  <a:lnTo>
                    <a:pt x="2272054" y="12288"/>
                  </a:lnTo>
                  <a:lnTo>
                    <a:pt x="2272110" y="12257"/>
                  </a:lnTo>
                  <a:lnTo>
                    <a:pt x="2272183" y="12233"/>
                  </a:lnTo>
                  <a:lnTo>
                    <a:pt x="2272203" y="12230"/>
                  </a:lnTo>
                  <a:lnTo>
                    <a:pt x="2272258" y="12224"/>
                  </a:lnTo>
                  <a:lnTo>
                    <a:pt x="2272681" y="12209"/>
                  </a:lnTo>
                  <a:lnTo>
                    <a:pt x="2272727" y="12206"/>
                  </a:lnTo>
                  <a:lnTo>
                    <a:pt x="2272847" y="12193"/>
                  </a:lnTo>
                  <a:lnTo>
                    <a:pt x="2273008" y="12184"/>
                  </a:lnTo>
                  <a:lnTo>
                    <a:pt x="2273076" y="12178"/>
                  </a:lnTo>
                  <a:lnTo>
                    <a:pt x="2273190" y="12167"/>
                  </a:lnTo>
                  <a:lnTo>
                    <a:pt x="2273322" y="12151"/>
                  </a:lnTo>
                  <a:lnTo>
                    <a:pt x="2273400" y="12138"/>
                  </a:lnTo>
                  <a:lnTo>
                    <a:pt x="2273524" y="12113"/>
                  </a:lnTo>
                  <a:lnTo>
                    <a:pt x="2273635" y="12093"/>
                  </a:lnTo>
                  <a:lnTo>
                    <a:pt x="2273764" y="12071"/>
                  </a:lnTo>
                  <a:lnTo>
                    <a:pt x="2273881" y="12053"/>
                  </a:lnTo>
                  <a:lnTo>
                    <a:pt x="2273905" y="12051"/>
                  </a:lnTo>
                  <a:lnTo>
                    <a:pt x="2274007" y="12030"/>
                  </a:lnTo>
                  <a:lnTo>
                    <a:pt x="2274095" y="12009"/>
                  </a:lnTo>
                  <a:lnTo>
                    <a:pt x="2274230" y="11974"/>
                  </a:lnTo>
                  <a:lnTo>
                    <a:pt x="2274362" y="11935"/>
                  </a:lnTo>
                  <a:lnTo>
                    <a:pt x="2274495" y="11893"/>
                  </a:lnTo>
                  <a:lnTo>
                    <a:pt x="2274578" y="11869"/>
                  </a:lnTo>
                  <a:lnTo>
                    <a:pt x="2274639" y="11856"/>
                  </a:lnTo>
                  <a:lnTo>
                    <a:pt x="2274738" y="11836"/>
                  </a:lnTo>
                  <a:lnTo>
                    <a:pt x="2274790" y="11828"/>
                  </a:lnTo>
                  <a:lnTo>
                    <a:pt x="2274834" y="11823"/>
                  </a:lnTo>
                  <a:lnTo>
                    <a:pt x="2275006" y="11794"/>
                  </a:lnTo>
                  <a:lnTo>
                    <a:pt x="2275192" y="11759"/>
                  </a:lnTo>
                  <a:lnTo>
                    <a:pt x="2275267" y="11745"/>
                  </a:lnTo>
                  <a:lnTo>
                    <a:pt x="2275325" y="11742"/>
                  </a:lnTo>
                  <a:lnTo>
                    <a:pt x="2275420" y="11731"/>
                  </a:lnTo>
                  <a:lnTo>
                    <a:pt x="2275441" y="11729"/>
                  </a:lnTo>
                  <a:lnTo>
                    <a:pt x="2275599" y="11689"/>
                  </a:lnTo>
                  <a:lnTo>
                    <a:pt x="2275656" y="11673"/>
                  </a:lnTo>
                  <a:lnTo>
                    <a:pt x="2275767" y="11647"/>
                  </a:lnTo>
                  <a:lnTo>
                    <a:pt x="2275923" y="11605"/>
                  </a:lnTo>
                  <a:lnTo>
                    <a:pt x="2275951" y="11598"/>
                  </a:lnTo>
                  <a:lnTo>
                    <a:pt x="2276054" y="11567"/>
                  </a:lnTo>
                  <a:lnTo>
                    <a:pt x="2276606" y="11448"/>
                  </a:lnTo>
                  <a:lnTo>
                    <a:pt x="2276985" y="11343"/>
                  </a:lnTo>
                  <a:lnTo>
                    <a:pt x="2277321" y="11216"/>
                  </a:lnTo>
                  <a:lnTo>
                    <a:pt x="2277590" y="11097"/>
                  </a:lnTo>
                  <a:lnTo>
                    <a:pt x="2277602" y="11093"/>
                  </a:lnTo>
                  <a:lnTo>
                    <a:pt x="2277698" y="11051"/>
                  </a:lnTo>
                  <a:lnTo>
                    <a:pt x="2277767" y="11025"/>
                  </a:lnTo>
                  <a:lnTo>
                    <a:pt x="2277810" y="11010"/>
                  </a:lnTo>
                  <a:lnTo>
                    <a:pt x="2277888" y="10984"/>
                  </a:lnTo>
                  <a:lnTo>
                    <a:pt x="2277898" y="10980"/>
                  </a:lnTo>
                  <a:lnTo>
                    <a:pt x="2277936" y="10967"/>
                  </a:lnTo>
                  <a:lnTo>
                    <a:pt x="2277986" y="10943"/>
                  </a:lnTo>
                  <a:lnTo>
                    <a:pt x="2278062" y="10902"/>
                  </a:lnTo>
                  <a:lnTo>
                    <a:pt x="2278218" y="10803"/>
                  </a:lnTo>
                  <a:lnTo>
                    <a:pt x="2278227" y="10797"/>
                  </a:lnTo>
                  <a:lnTo>
                    <a:pt x="2278292" y="10756"/>
                  </a:lnTo>
                  <a:lnTo>
                    <a:pt x="2278394" y="10692"/>
                  </a:lnTo>
                  <a:lnTo>
                    <a:pt x="2278515" y="10614"/>
                  </a:lnTo>
                  <a:lnTo>
                    <a:pt x="2278583" y="10570"/>
                  </a:lnTo>
                  <a:lnTo>
                    <a:pt x="2278631" y="10538"/>
                  </a:lnTo>
                  <a:lnTo>
                    <a:pt x="2278745" y="10475"/>
                  </a:lnTo>
                  <a:lnTo>
                    <a:pt x="2278857" y="10421"/>
                  </a:lnTo>
                  <a:lnTo>
                    <a:pt x="2278947" y="10387"/>
                  </a:lnTo>
                  <a:lnTo>
                    <a:pt x="2279043" y="10353"/>
                  </a:lnTo>
                  <a:lnTo>
                    <a:pt x="2279087" y="10339"/>
                  </a:lnTo>
                  <a:lnTo>
                    <a:pt x="2279151" y="10319"/>
                  </a:lnTo>
                  <a:lnTo>
                    <a:pt x="2279305" y="10281"/>
                  </a:lnTo>
                  <a:lnTo>
                    <a:pt x="2279361" y="10267"/>
                  </a:lnTo>
                  <a:lnTo>
                    <a:pt x="2279422" y="10250"/>
                  </a:lnTo>
                  <a:lnTo>
                    <a:pt x="2279554" y="10217"/>
                  </a:lnTo>
                  <a:lnTo>
                    <a:pt x="2279660" y="10195"/>
                  </a:lnTo>
                  <a:lnTo>
                    <a:pt x="2279711" y="10189"/>
                  </a:lnTo>
                  <a:lnTo>
                    <a:pt x="2279779" y="10182"/>
                  </a:lnTo>
                  <a:lnTo>
                    <a:pt x="2279876" y="10164"/>
                  </a:lnTo>
                  <a:lnTo>
                    <a:pt x="2279954" y="10147"/>
                  </a:lnTo>
                  <a:lnTo>
                    <a:pt x="2280021" y="10131"/>
                  </a:lnTo>
                  <a:lnTo>
                    <a:pt x="2280098" y="10106"/>
                  </a:lnTo>
                  <a:lnTo>
                    <a:pt x="2280143" y="10087"/>
                  </a:lnTo>
                  <a:lnTo>
                    <a:pt x="2280219" y="10067"/>
                  </a:lnTo>
                  <a:lnTo>
                    <a:pt x="2280345" y="10040"/>
                  </a:lnTo>
                  <a:lnTo>
                    <a:pt x="2280351" y="10039"/>
                  </a:lnTo>
                  <a:lnTo>
                    <a:pt x="2280420" y="10022"/>
                  </a:lnTo>
                  <a:lnTo>
                    <a:pt x="2280487" y="9999"/>
                  </a:lnTo>
                  <a:lnTo>
                    <a:pt x="2280549" y="9970"/>
                  </a:lnTo>
                  <a:lnTo>
                    <a:pt x="2280612" y="9936"/>
                  </a:lnTo>
                  <a:lnTo>
                    <a:pt x="2280744" y="9827"/>
                  </a:lnTo>
                  <a:lnTo>
                    <a:pt x="2280835" y="9743"/>
                  </a:lnTo>
                  <a:lnTo>
                    <a:pt x="2280845" y="9734"/>
                  </a:lnTo>
                  <a:lnTo>
                    <a:pt x="2280910" y="9680"/>
                  </a:lnTo>
                  <a:lnTo>
                    <a:pt x="2280961" y="9641"/>
                  </a:lnTo>
                  <a:lnTo>
                    <a:pt x="2281000" y="9614"/>
                  </a:lnTo>
                  <a:lnTo>
                    <a:pt x="2281078" y="9552"/>
                  </a:lnTo>
                  <a:lnTo>
                    <a:pt x="2281192" y="9458"/>
                  </a:lnTo>
                  <a:lnTo>
                    <a:pt x="2281261" y="9403"/>
                  </a:lnTo>
                  <a:lnTo>
                    <a:pt x="2281339" y="9354"/>
                  </a:lnTo>
                  <a:lnTo>
                    <a:pt x="2281426" y="9307"/>
                  </a:lnTo>
                  <a:lnTo>
                    <a:pt x="2281472" y="9274"/>
                  </a:lnTo>
                  <a:lnTo>
                    <a:pt x="2281534" y="9243"/>
                  </a:lnTo>
                  <a:lnTo>
                    <a:pt x="2281640" y="9198"/>
                  </a:lnTo>
                  <a:lnTo>
                    <a:pt x="2281742" y="9159"/>
                  </a:lnTo>
                  <a:lnTo>
                    <a:pt x="2281835" y="9130"/>
                  </a:lnTo>
                  <a:lnTo>
                    <a:pt x="2281928" y="9112"/>
                  </a:lnTo>
                  <a:lnTo>
                    <a:pt x="2282028" y="9106"/>
                  </a:lnTo>
                  <a:lnTo>
                    <a:pt x="2282124" y="9114"/>
                  </a:lnTo>
                  <a:lnTo>
                    <a:pt x="2282196" y="9124"/>
                  </a:lnTo>
                  <a:lnTo>
                    <a:pt x="2282281" y="9136"/>
                  </a:lnTo>
                  <a:lnTo>
                    <a:pt x="2282347" y="9146"/>
                  </a:lnTo>
                  <a:lnTo>
                    <a:pt x="2282546" y="9177"/>
                  </a:lnTo>
                  <a:lnTo>
                    <a:pt x="2282627" y="9185"/>
                  </a:lnTo>
                  <a:lnTo>
                    <a:pt x="2282684" y="9189"/>
                  </a:lnTo>
                  <a:lnTo>
                    <a:pt x="2282724" y="9188"/>
                  </a:lnTo>
                  <a:lnTo>
                    <a:pt x="2282787" y="9203"/>
                  </a:lnTo>
                  <a:lnTo>
                    <a:pt x="2282920" y="9242"/>
                  </a:lnTo>
                  <a:lnTo>
                    <a:pt x="2283058" y="9270"/>
                  </a:lnTo>
                  <a:lnTo>
                    <a:pt x="2283278" y="9325"/>
                  </a:lnTo>
                  <a:lnTo>
                    <a:pt x="2283465" y="9365"/>
                  </a:lnTo>
                  <a:lnTo>
                    <a:pt x="2283492" y="9370"/>
                  </a:lnTo>
                  <a:lnTo>
                    <a:pt x="2283619" y="9390"/>
                  </a:lnTo>
                  <a:lnTo>
                    <a:pt x="2283640" y="9393"/>
                  </a:lnTo>
                  <a:lnTo>
                    <a:pt x="2283800" y="9416"/>
                  </a:lnTo>
                  <a:lnTo>
                    <a:pt x="2283923" y="9433"/>
                  </a:lnTo>
                  <a:lnTo>
                    <a:pt x="2284014" y="9436"/>
                  </a:lnTo>
                  <a:lnTo>
                    <a:pt x="2284098" y="9434"/>
                  </a:lnTo>
                  <a:lnTo>
                    <a:pt x="2284206" y="9428"/>
                  </a:lnTo>
                  <a:lnTo>
                    <a:pt x="2284293" y="9416"/>
                  </a:lnTo>
                  <a:lnTo>
                    <a:pt x="2284414" y="9389"/>
                  </a:lnTo>
                  <a:lnTo>
                    <a:pt x="2284540" y="9356"/>
                  </a:lnTo>
                  <a:lnTo>
                    <a:pt x="2284691" y="9303"/>
                  </a:lnTo>
                  <a:lnTo>
                    <a:pt x="2284814" y="9258"/>
                  </a:lnTo>
                  <a:lnTo>
                    <a:pt x="2284846" y="9244"/>
                  </a:lnTo>
                  <a:lnTo>
                    <a:pt x="2284889" y="9225"/>
                  </a:lnTo>
                  <a:lnTo>
                    <a:pt x="2284942" y="9205"/>
                  </a:lnTo>
                  <a:lnTo>
                    <a:pt x="2284994" y="9190"/>
                  </a:lnTo>
                  <a:lnTo>
                    <a:pt x="2285067" y="9172"/>
                  </a:lnTo>
                  <a:lnTo>
                    <a:pt x="2285151" y="9142"/>
                  </a:lnTo>
                  <a:lnTo>
                    <a:pt x="2285223" y="9117"/>
                  </a:lnTo>
                  <a:lnTo>
                    <a:pt x="2285335" y="9068"/>
                  </a:lnTo>
                  <a:lnTo>
                    <a:pt x="2285424" y="9027"/>
                  </a:lnTo>
                  <a:lnTo>
                    <a:pt x="2285494" y="8994"/>
                  </a:lnTo>
                  <a:lnTo>
                    <a:pt x="2285648" y="8920"/>
                  </a:lnTo>
                  <a:lnTo>
                    <a:pt x="2285867" y="8808"/>
                  </a:lnTo>
                  <a:lnTo>
                    <a:pt x="2285965" y="8769"/>
                  </a:lnTo>
                  <a:lnTo>
                    <a:pt x="2286009" y="8751"/>
                  </a:lnTo>
                  <a:lnTo>
                    <a:pt x="2286062" y="8728"/>
                  </a:lnTo>
                  <a:lnTo>
                    <a:pt x="2286157" y="8686"/>
                  </a:lnTo>
                  <a:lnTo>
                    <a:pt x="2286265" y="8645"/>
                  </a:lnTo>
                  <a:lnTo>
                    <a:pt x="2286428" y="8579"/>
                  </a:lnTo>
                  <a:lnTo>
                    <a:pt x="2286506" y="8546"/>
                  </a:lnTo>
                  <a:lnTo>
                    <a:pt x="2286596" y="8507"/>
                  </a:lnTo>
                  <a:lnTo>
                    <a:pt x="2286753" y="8438"/>
                  </a:lnTo>
                  <a:lnTo>
                    <a:pt x="2286852" y="8395"/>
                  </a:lnTo>
                  <a:lnTo>
                    <a:pt x="2286982" y="8346"/>
                  </a:lnTo>
                  <a:lnTo>
                    <a:pt x="2287118" y="8293"/>
                  </a:lnTo>
                  <a:lnTo>
                    <a:pt x="2287211" y="8252"/>
                  </a:lnTo>
                  <a:lnTo>
                    <a:pt x="2287262" y="8228"/>
                  </a:lnTo>
                  <a:lnTo>
                    <a:pt x="2287298" y="8213"/>
                  </a:lnTo>
                  <a:lnTo>
                    <a:pt x="2287347" y="8187"/>
                  </a:lnTo>
                  <a:lnTo>
                    <a:pt x="2287358" y="8181"/>
                  </a:lnTo>
                  <a:lnTo>
                    <a:pt x="2287385" y="8162"/>
                  </a:lnTo>
                  <a:lnTo>
                    <a:pt x="2287433" y="8139"/>
                  </a:lnTo>
                  <a:lnTo>
                    <a:pt x="2287493" y="8105"/>
                  </a:lnTo>
                  <a:lnTo>
                    <a:pt x="2287526" y="8086"/>
                  </a:lnTo>
                  <a:lnTo>
                    <a:pt x="2287565" y="8064"/>
                  </a:lnTo>
                  <a:lnTo>
                    <a:pt x="2287610" y="8035"/>
                  </a:lnTo>
                  <a:lnTo>
                    <a:pt x="2287628" y="8019"/>
                  </a:lnTo>
                  <a:lnTo>
                    <a:pt x="2287649" y="8006"/>
                  </a:lnTo>
                  <a:lnTo>
                    <a:pt x="2287704" y="7980"/>
                  </a:lnTo>
                  <a:lnTo>
                    <a:pt x="2287727" y="7967"/>
                  </a:lnTo>
                  <a:lnTo>
                    <a:pt x="2287773" y="7943"/>
                  </a:lnTo>
                  <a:lnTo>
                    <a:pt x="2287797" y="7932"/>
                  </a:lnTo>
                  <a:lnTo>
                    <a:pt x="2287833" y="7916"/>
                  </a:lnTo>
                  <a:lnTo>
                    <a:pt x="2287894" y="7892"/>
                  </a:lnTo>
                  <a:lnTo>
                    <a:pt x="2287938" y="7879"/>
                  </a:lnTo>
                  <a:lnTo>
                    <a:pt x="2288014" y="7859"/>
                  </a:lnTo>
                  <a:lnTo>
                    <a:pt x="2288062" y="7846"/>
                  </a:lnTo>
                  <a:lnTo>
                    <a:pt x="2288144" y="7830"/>
                  </a:lnTo>
                  <a:lnTo>
                    <a:pt x="2288195" y="7816"/>
                  </a:lnTo>
                  <a:lnTo>
                    <a:pt x="2288249" y="7801"/>
                  </a:lnTo>
                  <a:lnTo>
                    <a:pt x="2288333" y="7791"/>
                  </a:lnTo>
                  <a:lnTo>
                    <a:pt x="2288432" y="7781"/>
                  </a:lnTo>
                  <a:lnTo>
                    <a:pt x="2288526" y="7771"/>
                  </a:lnTo>
                  <a:lnTo>
                    <a:pt x="2288605" y="7770"/>
                  </a:lnTo>
                  <a:lnTo>
                    <a:pt x="2288695" y="7770"/>
                  </a:lnTo>
                  <a:lnTo>
                    <a:pt x="2288749" y="7768"/>
                  </a:lnTo>
                  <a:lnTo>
                    <a:pt x="2288810" y="7770"/>
                  </a:lnTo>
                  <a:lnTo>
                    <a:pt x="2288841" y="7769"/>
                  </a:lnTo>
                  <a:lnTo>
                    <a:pt x="2288869" y="7768"/>
                  </a:lnTo>
                  <a:lnTo>
                    <a:pt x="2288905" y="7767"/>
                  </a:lnTo>
                  <a:lnTo>
                    <a:pt x="2288927" y="7766"/>
                  </a:lnTo>
                  <a:lnTo>
                    <a:pt x="2288984" y="7764"/>
                  </a:lnTo>
                  <a:lnTo>
                    <a:pt x="2289096" y="7752"/>
                  </a:lnTo>
                  <a:lnTo>
                    <a:pt x="2289169" y="7740"/>
                  </a:lnTo>
                  <a:lnTo>
                    <a:pt x="2289222" y="7731"/>
                  </a:lnTo>
                  <a:lnTo>
                    <a:pt x="2289237" y="7727"/>
                  </a:lnTo>
                  <a:lnTo>
                    <a:pt x="2289282" y="7717"/>
                  </a:lnTo>
                  <a:lnTo>
                    <a:pt x="2289346" y="7706"/>
                  </a:lnTo>
                  <a:lnTo>
                    <a:pt x="2289424" y="7679"/>
                  </a:lnTo>
                  <a:lnTo>
                    <a:pt x="2289490" y="7655"/>
                  </a:lnTo>
                  <a:lnTo>
                    <a:pt x="2289556" y="7628"/>
                  </a:lnTo>
                  <a:lnTo>
                    <a:pt x="2289650" y="7588"/>
                  </a:lnTo>
                  <a:lnTo>
                    <a:pt x="2289731" y="7542"/>
                  </a:lnTo>
                  <a:lnTo>
                    <a:pt x="2289800" y="7501"/>
                  </a:lnTo>
                  <a:lnTo>
                    <a:pt x="2289876" y="7457"/>
                  </a:lnTo>
                  <a:lnTo>
                    <a:pt x="2289957" y="7411"/>
                  </a:lnTo>
                  <a:lnTo>
                    <a:pt x="2289999" y="7385"/>
                  </a:lnTo>
                  <a:lnTo>
                    <a:pt x="2290084" y="7340"/>
                  </a:lnTo>
                  <a:lnTo>
                    <a:pt x="2290141" y="7315"/>
                  </a:lnTo>
                  <a:lnTo>
                    <a:pt x="2290169" y="7306"/>
                  </a:lnTo>
                  <a:lnTo>
                    <a:pt x="2290216" y="7291"/>
                  </a:lnTo>
                  <a:lnTo>
                    <a:pt x="2290288" y="7273"/>
                  </a:lnTo>
                  <a:lnTo>
                    <a:pt x="2290369" y="7252"/>
                  </a:lnTo>
                  <a:lnTo>
                    <a:pt x="2290439" y="7240"/>
                  </a:lnTo>
                  <a:lnTo>
                    <a:pt x="2290514" y="7223"/>
                  </a:lnTo>
                  <a:lnTo>
                    <a:pt x="2290584" y="7215"/>
                  </a:lnTo>
                  <a:lnTo>
                    <a:pt x="2290635" y="7215"/>
                  </a:lnTo>
                  <a:lnTo>
                    <a:pt x="2290680" y="7221"/>
                  </a:lnTo>
                  <a:lnTo>
                    <a:pt x="2290708" y="7228"/>
                  </a:lnTo>
                  <a:lnTo>
                    <a:pt x="2290740" y="7235"/>
                  </a:lnTo>
                  <a:lnTo>
                    <a:pt x="2290774" y="7244"/>
                  </a:lnTo>
                  <a:lnTo>
                    <a:pt x="2290813" y="7254"/>
                  </a:lnTo>
                  <a:lnTo>
                    <a:pt x="2290914" y="7279"/>
                  </a:lnTo>
                  <a:lnTo>
                    <a:pt x="2291223" y="7376"/>
                  </a:lnTo>
                  <a:lnTo>
                    <a:pt x="2291446" y="7428"/>
                  </a:lnTo>
                  <a:lnTo>
                    <a:pt x="2291759" y="7458"/>
                  </a:lnTo>
                  <a:lnTo>
                    <a:pt x="2291796" y="7462"/>
                  </a:lnTo>
                  <a:lnTo>
                    <a:pt x="2291835" y="7467"/>
                  </a:lnTo>
                  <a:lnTo>
                    <a:pt x="2291846" y="7469"/>
                  </a:lnTo>
                  <a:lnTo>
                    <a:pt x="2291882" y="7473"/>
                  </a:lnTo>
                  <a:lnTo>
                    <a:pt x="2291910" y="7477"/>
                  </a:lnTo>
                  <a:lnTo>
                    <a:pt x="2292015" y="7478"/>
                  </a:lnTo>
                  <a:lnTo>
                    <a:pt x="2292115" y="7474"/>
                  </a:lnTo>
                  <a:lnTo>
                    <a:pt x="2292196" y="7476"/>
                  </a:lnTo>
                  <a:lnTo>
                    <a:pt x="2292262" y="7474"/>
                  </a:lnTo>
                  <a:lnTo>
                    <a:pt x="2292338" y="7475"/>
                  </a:lnTo>
                  <a:lnTo>
                    <a:pt x="2292449" y="7470"/>
                  </a:lnTo>
                  <a:lnTo>
                    <a:pt x="2292543" y="7462"/>
                  </a:lnTo>
                  <a:lnTo>
                    <a:pt x="2292624" y="7444"/>
                  </a:lnTo>
                  <a:lnTo>
                    <a:pt x="2292745" y="7411"/>
                  </a:lnTo>
                  <a:lnTo>
                    <a:pt x="2292853" y="7376"/>
                  </a:lnTo>
                  <a:lnTo>
                    <a:pt x="2292934" y="7346"/>
                  </a:lnTo>
                  <a:lnTo>
                    <a:pt x="2292980" y="7332"/>
                  </a:lnTo>
                  <a:lnTo>
                    <a:pt x="2293010" y="7323"/>
                  </a:lnTo>
                  <a:lnTo>
                    <a:pt x="2293042" y="7317"/>
                  </a:lnTo>
                  <a:lnTo>
                    <a:pt x="2293112" y="7305"/>
                  </a:lnTo>
                  <a:lnTo>
                    <a:pt x="2293209" y="7288"/>
                  </a:lnTo>
                  <a:lnTo>
                    <a:pt x="2293315" y="7280"/>
                  </a:lnTo>
                  <a:lnTo>
                    <a:pt x="2293429" y="7264"/>
                  </a:lnTo>
                  <a:lnTo>
                    <a:pt x="2293498" y="7260"/>
                  </a:lnTo>
                  <a:lnTo>
                    <a:pt x="2293522" y="7258"/>
                  </a:lnTo>
                  <a:lnTo>
                    <a:pt x="2293566" y="7253"/>
                  </a:lnTo>
                  <a:lnTo>
                    <a:pt x="2293604" y="7249"/>
                  </a:lnTo>
                  <a:lnTo>
                    <a:pt x="2294379" y="7125"/>
                  </a:lnTo>
                  <a:lnTo>
                    <a:pt x="2294597" y="7100"/>
                  </a:lnTo>
                  <a:lnTo>
                    <a:pt x="2294948" y="7087"/>
                  </a:lnTo>
                  <a:lnTo>
                    <a:pt x="2294996" y="7085"/>
                  </a:lnTo>
                  <a:lnTo>
                    <a:pt x="2295076" y="7082"/>
                  </a:lnTo>
                  <a:lnTo>
                    <a:pt x="2295117" y="7081"/>
                  </a:lnTo>
                  <a:lnTo>
                    <a:pt x="2295255" y="7081"/>
                  </a:lnTo>
                  <a:lnTo>
                    <a:pt x="2295364" y="7085"/>
                  </a:lnTo>
                  <a:lnTo>
                    <a:pt x="2295397" y="7087"/>
                  </a:lnTo>
                  <a:lnTo>
                    <a:pt x="2295448" y="7091"/>
                  </a:lnTo>
                  <a:lnTo>
                    <a:pt x="2295530" y="7087"/>
                  </a:lnTo>
                  <a:lnTo>
                    <a:pt x="2295651" y="7079"/>
                  </a:lnTo>
                  <a:lnTo>
                    <a:pt x="2295740" y="7081"/>
                  </a:lnTo>
                  <a:lnTo>
                    <a:pt x="2295778" y="7083"/>
                  </a:lnTo>
                  <a:lnTo>
                    <a:pt x="2295849" y="7087"/>
                  </a:lnTo>
                  <a:lnTo>
                    <a:pt x="2295879" y="7089"/>
                  </a:lnTo>
                  <a:lnTo>
                    <a:pt x="2295954" y="7096"/>
                  </a:lnTo>
                  <a:lnTo>
                    <a:pt x="2296054" y="7098"/>
                  </a:lnTo>
                  <a:lnTo>
                    <a:pt x="2296175" y="7112"/>
                  </a:lnTo>
                  <a:lnTo>
                    <a:pt x="2296257" y="7114"/>
                  </a:lnTo>
                  <a:lnTo>
                    <a:pt x="2296317" y="7114"/>
                  </a:lnTo>
                  <a:lnTo>
                    <a:pt x="2296978" y="7167"/>
                  </a:lnTo>
                  <a:lnTo>
                    <a:pt x="2297006" y="7172"/>
                  </a:lnTo>
                  <a:lnTo>
                    <a:pt x="2297085" y="7185"/>
                  </a:lnTo>
                  <a:lnTo>
                    <a:pt x="2297187" y="7203"/>
                  </a:lnTo>
                  <a:lnTo>
                    <a:pt x="2297293" y="7221"/>
                  </a:lnTo>
                  <a:lnTo>
                    <a:pt x="2297398" y="7242"/>
                  </a:lnTo>
                  <a:lnTo>
                    <a:pt x="2297516" y="7254"/>
                  </a:lnTo>
                  <a:lnTo>
                    <a:pt x="2297633" y="7271"/>
                  </a:lnTo>
                  <a:lnTo>
                    <a:pt x="2297739" y="7293"/>
                  </a:lnTo>
                  <a:lnTo>
                    <a:pt x="2297823" y="7308"/>
                  </a:lnTo>
                  <a:lnTo>
                    <a:pt x="2297913" y="7328"/>
                  </a:lnTo>
                  <a:lnTo>
                    <a:pt x="2298064" y="7359"/>
                  </a:lnTo>
                  <a:lnTo>
                    <a:pt x="2298269" y="7392"/>
                  </a:lnTo>
                  <a:lnTo>
                    <a:pt x="2298417" y="7415"/>
                  </a:lnTo>
                  <a:lnTo>
                    <a:pt x="2298495" y="7424"/>
                  </a:lnTo>
                  <a:lnTo>
                    <a:pt x="2298564" y="7433"/>
                  </a:lnTo>
                  <a:lnTo>
                    <a:pt x="2299288" y="7536"/>
                  </a:lnTo>
                  <a:lnTo>
                    <a:pt x="2299373" y="7549"/>
                  </a:lnTo>
                  <a:lnTo>
                    <a:pt x="2299533" y="7567"/>
                  </a:lnTo>
                  <a:lnTo>
                    <a:pt x="2299675" y="7572"/>
                  </a:lnTo>
                  <a:lnTo>
                    <a:pt x="2299876" y="7577"/>
                  </a:lnTo>
                  <a:lnTo>
                    <a:pt x="2299921" y="7576"/>
                  </a:lnTo>
                  <a:lnTo>
                    <a:pt x="2299973" y="7580"/>
                  </a:lnTo>
                  <a:lnTo>
                    <a:pt x="2299995" y="7581"/>
                  </a:lnTo>
                  <a:lnTo>
                    <a:pt x="2300099" y="7584"/>
                  </a:lnTo>
                  <a:lnTo>
                    <a:pt x="2300196" y="7585"/>
                  </a:lnTo>
                  <a:lnTo>
                    <a:pt x="2300328" y="7580"/>
                  </a:lnTo>
                  <a:lnTo>
                    <a:pt x="2300364" y="7577"/>
                  </a:lnTo>
                  <a:lnTo>
                    <a:pt x="2300539" y="7566"/>
                  </a:lnTo>
                  <a:lnTo>
                    <a:pt x="2300632" y="7558"/>
                  </a:lnTo>
                  <a:lnTo>
                    <a:pt x="2300837" y="7546"/>
                  </a:lnTo>
                  <a:lnTo>
                    <a:pt x="2301018" y="7522"/>
                  </a:lnTo>
                  <a:lnTo>
                    <a:pt x="2301132" y="7503"/>
                  </a:lnTo>
                  <a:lnTo>
                    <a:pt x="2301228" y="7484"/>
                  </a:lnTo>
                  <a:lnTo>
                    <a:pt x="2301291" y="7459"/>
                  </a:lnTo>
                  <a:lnTo>
                    <a:pt x="2301423" y="7401"/>
                  </a:lnTo>
                  <a:lnTo>
                    <a:pt x="2301611" y="7291"/>
                  </a:lnTo>
                  <a:lnTo>
                    <a:pt x="2301763" y="7194"/>
                  </a:lnTo>
                  <a:lnTo>
                    <a:pt x="2301853" y="7128"/>
                  </a:lnTo>
                  <a:lnTo>
                    <a:pt x="2301949" y="7069"/>
                  </a:lnTo>
                  <a:lnTo>
                    <a:pt x="2302068" y="6988"/>
                  </a:lnTo>
                  <a:lnTo>
                    <a:pt x="2302209" y="6879"/>
                  </a:lnTo>
                  <a:lnTo>
                    <a:pt x="2302349" y="6747"/>
                  </a:lnTo>
                  <a:lnTo>
                    <a:pt x="2302501" y="6597"/>
                  </a:lnTo>
                  <a:lnTo>
                    <a:pt x="2302596" y="6513"/>
                  </a:lnTo>
                  <a:lnTo>
                    <a:pt x="2302706" y="6412"/>
                  </a:lnTo>
                  <a:lnTo>
                    <a:pt x="2302834" y="6294"/>
                  </a:lnTo>
                  <a:lnTo>
                    <a:pt x="2302939" y="6188"/>
                  </a:lnTo>
                  <a:lnTo>
                    <a:pt x="2303040" y="6068"/>
                  </a:lnTo>
                  <a:lnTo>
                    <a:pt x="2303096" y="5996"/>
                  </a:lnTo>
                  <a:lnTo>
                    <a:pt x="2303138" y="5955"/>
                  </a:lnTo>
                  <a:lnTo>
                    <a:pt x="2303188" y="5916"/>
                  </a:lnTo>
                  <a:lnTo>
                    <a:pt x="2303224" y="5877"/>
                  </a:lnTo>
                  <a:lnTo>
                    <a:pt x="2303302" y="5775"/>
                  </a:lnTo>
                  <a:lnTo>
                    <a:pt x="2303313" y="5762"/>
                  </a:lnTo>
                  <a:lnTo>
                    <a:pt x="2303393" y="5664"/>
                  </a:lnTo>
                  <a:lnTo>
                    <a:pt x="2303456" y="5602"/>
                  </a:lnTo>
                  <a:lnTo>
                    <a:pt x="2303519" y="5530"/>
                  </a:lnTo>
                  <a:lnTo>
                    <a:pt x="2303590" y="5435"/>
                  </a:lnTo>
                  <a:lnTo>
                    <a:pt x="2303661" y="5349"/>
                  </a:lnTo>
                  <a:lnTo>
                    <a:pt x="2303726" y="5271"/>
                  </a:lnTo>
                  <a:lnTo>
                    <a:pt x="2303789" y="5214"/>
                  </a:lnTo>
                  <a:lnTo>
                    <a:pt x="2303858" y="5162"/>
                  </a:lnTo>
                  <a:lnTo>
                    <a:pt x="2303954" y="5088"/>
                  </a:lnTo>
                  <a:lnTo>
                    <a:pt x="2304061" y="5014"/>
                  </a:lnTo>
                  <a:lnTo>
                    <a:pt x="2304094" y="4993"/>
                  </a:lnTo>
                  <a:lnTo>
                    <a:pt x="2304133" y="4975"/>
                  </a:lnTo>
                  <a:lnTo>
                    <a:pt x="2304223" y="4940"/>
                  </a:lnTo>
                  <a:lnTo>
                    <a:pt x="2304413" y="4865"/>
                  </a:lnTo>
                  <a:lnTo>
                    <a:pt x="2304468" y="4843"/>
                  </a:lnTo>
                  <a:lnTo>
                    <a:pt x="2304703" y="4830"/>
                  </a:lnTo>
                  <a:lnTo>
                    <a:pt x="2304936" y="4861"/>
                  </a:lnTo>
                  <a:lnTo>
                    <a:pt x="2305279" y="4914"/>
                  </a:lnTo>
                  <a:lnTo>
                    <a:pt x="2305555" y="4974"/>
                  </a:lnTo>
                  <a:lnTo>
                    <a:pt x="2305741" y="5014"/>
                  </a:lnTo>
                  <a:lnTo>
                    <a:pt x="2305811" y="5045"/>
                  </a:lnTo>
                  <a:lnTo>
                    <a:pt x="2305914" y="5088"/>
                  </a:lnTo>
                  <a:lnTo>
                    <a:pt x="2305982" y="5115"/>
                  </a:lnTo>
                  <a:lnTo>
                    <a:pt x="2306017" y="5128"/>
                  </a:lnTo>
                  <a:lnTo>
                    <a:pt x="2306129" y="5174"/>
                  </a:lnTo>
                  <a:lnTo>
                    <a:pt x="2306232" y="5217"/>
                  </a:lnTo>
                  <a:lnTo>
                    <a:pt x="2306393" y="5287"/>
                  </a:lnTo>
                  <a:lnTo>
                    <a:pt x="2306535" y="5334"/>
                  </a:lnTo>
                  <a:lnTo>
                    <a:pt x="2306674" y="5370"/>
                  </a:lnTo>
                  <a:lnTo>
                    <a:pt x="2306801" y="5392"/>
                  </a:lnTo>
                  <a:lnTo>
                    <a:pt x="2306922" y="5405"/>
                  </a:lnTo>
                  <a:lnTo>
                    <a:pt x="2307015" y="5413"/>
                  </a:lnTo>
                  <a:lnTo>
                    <a:pt x="2307164" y="5416"/>
                  </a:lnTo>
                  <a:lnTo>
                    <a:pt x="2307308" y="5410"/>
                  </a:lnTo>
                  <a:lnTo>
                    <a:pt x="2307456" y="5398"/>
                  </a:lnTo>
                  <a:lnTo>
                    <a:pt x="2307580" y="5390"/>
                  </a:lnTo>
                  <a:lnTo>
                    <a:pt x="2307676" y="5385"/>
                  </a:lnTo>
                  <a:lnTo>
                    <a:pt x="2307808" y="5372"/>
                  </a:lnTo>
                  <a:lnTo>
                    <a:pt x="2307856" y="5367"/>
                  </a:lnTo>
                  <a:lnTo>
                    <a:pt x="2307932" y="5360"/>
                  </a:lnTo>
                  <a:lnTo>
                    <a:pt x="2308049" y="5342"/>
                  </a:lnTo>
                  <a:lnTo>
                    <a:pt x="2308185" y="5323"/>
                  </a:lnTo>
                  <a:lnTo>
                    <a:pt x="2308338" y="5304"/>
                  </a:lnTo>
                  <a:lnTo>
                    <a:pt x="2308435" y="5287"/>
                  </a:lnTo>
                  <a:lnTo>
                    <a:pt x="2308465" y="5281"/>
                  </a:lnTo>
                  <a:lnTo>
                    <a:pt x="2308503" y="5268"/>
                  </a:lnTo>
                  <a:lnTo>
                    <a:pt x="2308524" y="5262"/>
                  </a:lnTo>
                  <a:lnTo>
                    <a:pt x="2308573" y="5246"/>
                  </a:lnTo>
                  <a:lnTo>
                    <a:pt x="2308645" y="5217"/>
                  </a:lnTo>
                  <a:lnTo>
                    <a:pt x="2308789" y="5147"/>
                  </a:lnTo>
                  <a:lnTo>
                    <a:pt x="2308939" y="5068"/>
                  </a:lnTo>
                  <a:lnTo>
                    <a:pt x="2309072" y="5001"/>
                  </a:lnTo>
                  <a:lnTo>
                    <a:pt x="2309131" y="4966"/>
                  </a:lnTo>
                  <a:lnTo>
                    <a:pt x="2309198" y="4937"/>
                  </a:lnTo>
                  <a:lnTo>
                    <a:pt x="2309332" y="4881"/>
                  </a:lnTo>
                  <a:lnTo>
                    <a:pt x="2309341" y="4877"/>
                  </a:lnTo>
                  <a:lnTo>
                    <a:pt x="2309429" y="4839"/>
                  </a:lnTo>
                  <a:lnTo>
                    <a:pt x="2309516" y="4798"/>
                  </a:lnTo>
                  <a:lnTo>
                    <a:pt x="2309603" y="4765"/>
                  </a:lnTo>
                  <a:lnTo>
                    <a:pt x="2309735" y="4722"/>
                  </a:lnTo>
                  <a:lnTo>
                    <a:pt x="2309826" y="4695"/>
                  </a:lnTo>
                  <a:lnTo>
                    <a:pt x="2309889" y="4670"/>
                  </a:lnTo>
                  <a:lnTo>
                    <a:pt x="2309991" y="4622"/>
                  </a:lnTo>
                  <a:lnTo>
                    <a:pt x="2310105" y="4563"/>
                  </a:lnTo>
                  <a:lnTo>
                    <a:pt x="2310228" y="4499"/>
                  </a:lnTo>
                  <a:lnTo>
                    <a:pt x="2310306" y="4460"/>
                  </a:lnTo>
                  <a:lnTo>
                    <a:pt x="2310369" y="4429"/>
                  </a:lnTo>
                  <a:lnTo>
                    <a:pt x="2310384" y="4422"/>
                  </a:lnTo>
                  <a:lnTo>
                    <a:pt x="2310456" y="4388"/>
                  </a:lnTo>
                  <a:lnTo>
                    <a:pt x="2310576" y="4310"/>
                  </a:lnTo>
                  <a:lnTo>
                    <a:pt x="2310666" y="4234"/>
                  </a:lnTo>
                  <a:lnTo>
                    <a:pt x="2310750" y="4152"/>
                  </a:lnTo>
                  <a:lnTo>
                    <a:pt x="2310806" y="4090"/>
                  </a:lnTo>
                  <a:lnTo>
                    <a:pt x="2310890" y="3986"/>
                  </a:lnTo>
                  <a:lnTo>
                    <a:pt x="2310935" y="3916"/>
                  </a:lnTo>
                  <a:lnTo>
                    <a:pt x="2310940" y="3909"/>
                  </a:lnTo>
                  <a:lnTo>
                    <a:pt x="2310968" y="3880"/>
                  </a:lnTo>
                  <a:lnTo>
                    <a:pt x="2311187" y="3628"/>
                  </a:lnTo>
                  <a:lnTo>
                    <a:pt x="2311342" y="3497"/>
                  </a:lnTo>
                  <a:lnTo>
                    <a:pt x="2311498" y="3420"/>
                  </a:lnTo>
                  <a:lnTo>
                    <a:pt x="2311710" y="3363"/>
                  </a:lnTo>
                  <a:lnTo>
                    <a:pt x="2312170" y="3288"/>
                  </a:lnTo>
                  <a:lnTo>
                    <a:pt x="2312206" y="3287"/>
                  </a:lnTo>
                  <a:lnTo>
                    <a:pt x="2312277" y="3282"/>
                  </a:lnTo>
                  <a:lnTo>
                    <a:pt x="2312373" y="3270"/>
                  </a:lnTo>
                  <a:lnTo>
                    <a:pt x="2312438" y="3262"/>
                  </a:lnTo>
                  <a:lnTo>
                    <a:pt x="2312665" y="3221"/>
                  </a:lnTo>
                  <a:lnTo>
                    <a:pt x="2312795" y="3199"/>
                  </a:lnTo>
                  <a:lnTo>
                    <a:pt x="2312861" y="3191"/>
                  </a:lnTo>
                  <a:lnTo>
                    <a:pt x="2312930" y="3191"/>
                  </a:lnTo>
                  <a:lnTo>
                    <a:pt x="2313030" y="3203"/>
                  </a:lnTo>
                  <a:lnTo>
                    <a:pt x="2313081" y="3217"/>
                  </a:lnTo>
                  <a:lnTo>
                    <a:pt x="2313187" y="3267"/>
                  </a:lnTo>
                  <a:lnTo>
                    <a:pt x="2313201" y="3273"/>
                  </a:lnTo>
                  <a:lnTo>
                    <a:pt x="2313253" y="3303"/>
                  </a:lnTo>
                  <a:lnTo>
                    <a:pt x="2313427" y="3499"/>
                  </a:lnTo>
                  <a:lnTo>
                    <a:pt x="2313560" y="3711"/>
                  </a:lnTo>
                  <a:lnTo>
                    <a:pt x="2313713" y="3921"/>
                  </a:lnTo>
                  <a:lnTo>
                    <a:pt x="2313739" y="3972"/>
                  </a:lnTo>
                  <a:lnTo>
                    <a:pt x="2313778" y="4056"/>
                  </a:lnTo>
                  <a:lnTo>
                    <a:pt x="2313808" y="4119"/>
                  </a:lnTo>
                  <a:lnTo>
                    <a:pt x="2313841" y="4193"/>
                  </a:lnTo>
                  <a:lnTo>
                    <a:pt x="2313872" y="4230"/>
                  </a:lnTo>
                  <a:lnTo>
                    <a:pt x="2313887" y="4260"/>
                  </a:lnTo>
                  <a:lnTo>
                    <a:pt x="2313917" y="4318"/>
                  </a:lnTo>
                  <a:lnTo>
                    <a:pt x="2313938" y="4369"/>
                  </a:lnTo>
                  <a:lnTo>
                    <a:pt x="2313953" y="4438"/>
                  </a:lnTo>
                  <a:lnTo>
                    <a:pt x="2313962" y="4492"/>
                  </a:lnTo>
                  <a:lnTo>
                    <a:pt x="2313965" y="4586"/>
                  </a:lnTo>
                  <a:lnTo>
                    <a:pt x="2313974" y="4616"/>
                  </a:lnTo>
                  <a:lnTo>
                    <a:pt x="2313989" y="4661"/>
                  </a:lnTo>
                  <a:lnTo>
                    <a:pt x="2314031" y="4739"/>
                  </a:lnTo>
                  <a:lnTo>
                    <a:pt x="2314065" y="4784"/>
                  </a:lnTo>
                  <a:lnTo>
                    <a:pt x="2314094" y="4819"/>
                  </a:lnTo>
                  <a:lnTo>
                    <a:pt x="2314158" y="4882"/>
                  </a:lnTo>
                  <a:lnTo>
                    <a:pt x="2314242" y="4937"/>
                  </a:lnTo>
                  <a:lnTo>
                    <a:pt x="2314423" y="5054"/>
                  </a:lnTo>
                  <a:lnTo>
                    <a:pt x="2314440" y="5065"/>
                  </a:lnTo>
                  <a:lnTo>
                    <a:pt x="2314547" y="5136"/>
                  </a:lnTo>
                  <a:lnTo>
                    <a:pt x="2314667" y="5202"/>
                  </a:lnTo>
                  <a:lnTo>
                    <a:pt x="2314830" y="5288"/>
                  </a:lnTo>
                  <a:lnTo>
                    <a:pt x="2314889" y="5314"/>
                  </a:lnTo>
                  <a:lnTo>
                    <a:pt x="2314912" y="5324"/>
                  </a:lnTo>
                  <a:lnTo>
                    <a:pt x="2315029" y="5380"/>
                  </a:lnTo>
                  <a:lnTo>
                    <a:pt x="2315183" y="5449"/>
                  </a:lnTo>
                  <a:lnTo>
                    <a:pt x="2315297" y="5496"/>
                  </a:lnTo>
                  <a:lnTo>
                    <a:pt x="2315464" y="5551"/>
                  </a:lnTo>
                  <a:lnTo>
                    <a:pt x="2315575" y="5590"/>
                  </a:lnTo>
                  <a:lnTo>
                    <a:pt x="2315632" y="5608"/>
                  </a:lnTo>
                  <a:lnTo>
                    <a:pt x="2315665" y="5623"/>
                  </a:lnTo>
                  <a:lnTo>
                    <a:pt x="2315719" y="5653"/>
                  </a:lnTo>
                  <a:lnTo>
                    <a:pt x="2315798" y="5703"/>
                  </a:lnTo>
                  <a:lnTo>
                    <a:pt x="2315867" y="5752"/>
                  </a:lnTo>
                  <a:lnTo>
                    <a:pt x="2315918" y="5788"/>
                  </a:lnTo>
                  <a:lnTo>
                    <a:pt x="2315988" y="5842"/>
                  </a:lnTo>
                  <a:lnTo>
                    <a:pt x="2316042" y="5895"/>
                  </a:lnTo>
                  <a:lnTo>
                    <a:pt x="2316087" y="5942"/>
                  </a:lnTo>
                  <a:lnTo>
                    <a:pt x="2316129" y="5979"/>
                  </a:lnTo>
                  <a:lnTo>
                    <a:pt x="2316183" y="6024"/>
                  </a:lnTo>
                  <a:lnTo>
                    <a:pt x="2316252" y="6050"/>
                  </a:lnTo>
                  <a:lnTo>
                    <a:pt x="2316325" y="6081"/>
                  </a:lnTo>
                  <a:lnTo>
                    <a:pt x="2316388" y="6118"/>
                  </a:lnTo>
                  <a:lnTo>
                    <a:pt x="2316443" y="6151"/>
                  </a:lnTo>
                  <a:lnTo>
                    <a:pt x="2316490" y="6198"/>
                  </a:lnTo>
                  <a:lnTo>
                    <a:pt x="2316538" y="6237"/>
                  </a:lnTo>
                  <a:lnTo>
                    <a:pt x="2316587" y="6255"/>
                  </a:lnTo>
                  <a:lnTo>
                    <a:pt x="2316671" y="6267"/>
                  </a:lnTo>
                  <a:lnTo>
                    <a:pt x="2316710" y="6270"/>
                  </a:lnTo>
                  <a:lnTo>
                    <a:pt x="2316785" y="6282"/>
                  </a:lnTo>
                  <a:lnTo>
                    <a:pt x="2316900" y="6306"/>
                  </a:lnTo>
                  <a:lnTo>
                    <a:pt x="2317008" y="6337"/>
                  </a:lnTo>
                  <a:lnTo>
                    <a:pt x="2317124" y="6368"/>
                  </a:lnTo>
                  <a:lnTo>
                    <a:pt x="2317217" y="6394"/>
                  </a:lnTo>
                  <a:lnTo>
                    <a:pt x="2317283" y="6403"/>
                  </a:lnTo>
                  <a:lnTo>
                    <a:pt x="2317398" y="6421"/>
                  </a:lnTo>
                  <a:lnTo>
                    <a:pt x="2317500" y="6429"/>
                  </a:lnTo>
                  <a:lnTo>
                    <a:pt x="2317615" y="6423"/>
                  </a:lnTo>
                  <a:lnTo>
                    <a:pt x="2317756" y="6419"/>
                  </a:lnTo>
                  <a:lnTo>
                    <a:pt x="2317883" y="6403"/>
                  </a:lnTo>
                  <a:lnTo>
                    <a:pt x="2318007" y="6374"/>
                  </a:lnTo>
                  <a:lnTo>
                    <a:pt x="2318140" y="6338"/>
                  </a:lnTo>
                  <a:lnTo>
                    <a:pt x="2318354" y="6276"/>
                  </a:lnTo>
                  <a:lnTo>
                    <a:pt x="2318547" y="6207"/>
                  </a:lnTo>
                  <a:lnTo>
                    <a:pt x="2318695" y="6133"/>
                  </a:lnTo>
                  <a:lnTo>
                    <a:pt x="2318719" y="6120"/>
                  </a:lnTo>
                  <a:lnTo>
                    <a:pt x="2318904" y="6019"/>
                  </a:lnTo>
                  <a:lnTo>
                    <a:pt x="2319064" y="5929"/>
                  </a:lnTo>
                  <a:lnTo>
                    <a:pt x="2319158" y="5862"/>
                  </a:lnTo>
                  <a:lnTo>
                    <a:pt x="2319297" y="5778"/>
                  </a:lnTo>
                  <a:lnTo>
                    <a:pt x="2319487" y="5687"/>
                  </a:lnTo>
                  <a:lnTo>
                    <a:pt x="2319659" y="5621"/>
                  </a:lnTo>
                  <a:lnTo>
                    <a:pt x="2319820" y="5570"/>
                  </a:lnTo>
                  <a:lnTo>
                    <a:pt x="2319877" y="5562"/>
                  </a:lnTo>
                  <a:lnTo>
                    <a:pt x="2319958" y="5568"/>
                  </a:lnTo>
                  <a:lnTo>
                    <a:pt x="2320073" y="5587"/>
                  </a:lnTo>
                  <a:lnTo>
                    <a:pt x="2320257" y="5624"/>
                  </a:lnTo>
                  <a:lnTo>
                    <a:pt x="2320363" y="5649"/>
                  </a:lnTo>
                  <a:lnTo>
                    <a:pt x="2320395" y="5657"/>
                  </a:lnTo>
                  <a:lnTo>
                    <a:pt x="2320555" y="5704"/>
                  </a:lnTo>
                  <a:lnTo>
                    <a:pt x="2320618" y="5726"/>
                  </a:lnTo>
                  <a:lnTo>
                    <a:pt x="2320757" y="5759"/>
                  </a:lnTo>
                  <a:lnTo>
                    <a:pt x="2320908" y="5786"/>
                  </a:lnTo>
                  <a:lnTo>
                    <a:pt x="2321088" y="5817"/>
                  </a:lnTo>
                  <a:lnTo>
                    <a:pt x="2321224" y="5844"/>
                  </a:lnTo>
                  <a:lnTo>
                    <a:pt x="2321311" y="5868"/>
                  </a:lnTo>
                  <a:lnTo>
                    <a:pt x="2321444" y="5891"/>
                  </a:lnTo>
                  <a:lnTo>
                    <a:pt x="2321531" y="5899"/>
                  </a:lnTo>
                  <a:lnTo>
                    <a:pt x="2321670" y="5912"/>
                  </a:lnTo>
                  <a:lnTo>
                    <a:pt x="2321788" y="5918"/>
                  </a:lnTo>
                  <a:lnTo>
                    <a:pt x="2321911" y="5910"/>
                  </a:lnTo>
                  <a:lnTo>
                    <a:pt x="2322071" y="5882"/>
                  </a:lnTo>
                  <a:lnTo>
                    <a:pt x="2322283" y="5821"/>
                  </a:lnTo>
                  <a:lnTo>
                    <a:pt x="2322470" y="5760"/>
                  </a:lnTo>
                  <a:lnTo>
                    <a:pt x="2322639" y="5703"/>
                  </a:lnTo>
                  <a:lnTo>
                    <a:pt x="2322779" y="5645"/>
                  </a:lnTo>
                  <a:lnTo>
                    <a:pt x="2322854" y="5633"/>
                  </a:lnTo>
                  <a:lnTo>
                    <a:pt x="2322948" y="5610"/>
                  </a:lnTo>
                  <a:lnTo>
                    <a:pt x="2323044" y="5584"/>
                  </a:lnTo>
                  <a:lnTo>
                    <a:pt x="2323098" y="5565"/>
                  </a:lnTo>
                  <a:lnTo>
                    <a:pt x="2323147" y="5543"/>
                  </a:lnTo>
                  <a:lnTo>
                    <a:pt x="2323222" y="5524"/>
                  </a:lnTo>
                  <a:lnTo>
                    <a:pt x="2323268" y="5512"/>
                  </a:lnTo>
                  <a:lnTo>
                    <a:pt x="2323292" y="5510"/>
                  </a:lnTo>
                  <a:lnTo>
                    <a:pt x="2323343" y="5512"/>
                  </a:lnTo>
                  <a:lnTo>
                    <a:pt x="2323394" y="5504"/>
                  </a:lnTo>
                  <a:lnTo>
                    <a:pt x="2323485" y="5497"/>
                  </a:lnTo>
                  <a:lnTo>
                    <a:pt x="2323518" y="5493"/>
                  </a:lnTo>
                  <a:lnTo>
                    <a:pt x="2323609" y="5468"/>
                  </a:lnTo>
                  <a:lnTo>
                    <a:pt x="2323666" y="5454"/>
                  </a:lnTo>
                  <a:lnTo>
                    <a:pt x="2323729" y="5442"/>
                  </a:lnTo>
                  <a:lnTo>
                    <a:pt x="2323819" y="5419"/>
                  </a:lnTo>
                  <a:lnTo>
                    <a:pt x="2323971" y="5381"/>
                  </a:lnTo>
                  <a:lnTo>
                    <a:pt x="2324040" y="5360"/>
                  </a:lnTo>
                  <a:lnTo>
                    <a:pt x="2324122" y="5337"/>
                  </a:lnTo>
                  <a:lnTo>
                    <a:pt x="2324209" y="5311"/>
                  </a:lnTo>
                  <a:lnTo>
                    <a:pt x="2324299" y="5276"/>
                  </a:lnTo>
                  <a:lnTo>
                    <a:pt x="2324351" y="5260"/>
                  </a:lnTo>
                  <a:lnTo>
                    <a:pt x="2324390" y="5256"/>
                  </a:lnTo>
                  <a:lnTo>
                    <a:pt x="2324450" y="5257"/>
                  </a:lnTo>
                  <a:lnTo>
                    <a:pt x="2324559" y="5264"/>
                  </a:lnTo>
                  <a:lnTo>
                    <a:pt x="2324652" y="5270"/>
                  </a:lnTo>
                  <a:lnTo>
                    <a:pt x="2324770" y="5286"/>
                  </a:lnTo>
                  <a:lnTo>
                    <a:pt x="2324858" y="5290"/>
                  </a:lnTo>
                  <a:lnTo>
                    <a:pt x="2324975" y="5290"/>
                  </a:lnTo>
                  <a:lnTo>
                    <a:pt x="2324990" y="5290"/>
                  </a:lnTo>
                  <a:lnTo>
                    <a:pt x="2325172" y="5296"/>
                  </a:lnTo>
                  <a:lnTo>
                    <a:pt x="2325280" y="5296"/>
                  </a:lnTo>
                  <a:lnTo>
                    <a:pt x="2325395" y="5294"/>
                  </a:lnTo>
                  <a:lnTo>
                    <a:pt x="2325564" y="5290"/>
                  </a:lnTo>
                  <a:lnTo>
                    <a:pt x="2325720" y="5284"/>
                  </a:lnTo>
                  <a:lnTo>
                    <a:pt x="2325835" y="5280"/>
                  </a:lnTo>
                  <a:lnTo>
                    <a:pt x="2325908" y="5280"/>
                  </a:lnTo>
                  <a:lnTo>
                    <a:pt x="2325992" y="5288"/>
                  </a:lnTo>
                  <a:lnTo>
                    <a:pt x="2326113" y="5307"/>
                  </a:lnTo>
                  <a:lnTo>
                    <a:pt x="2326218" y="5329"/>
                  </a:lnTo>
                  <a:lnTo>
                    <a:pt x="2326330" y="5356"/>
                  </a:lnTo>
                  <a:lnTo>
                    <a:pt x="2326369" y="5362"/>
                  </a:lnTo>
                  <a:lnTo>
                    <a:pt x="2326439" y="5358"/>
                  </a:lnTo>
                  <a:lnTo>
                    <a:pt x="2326505" y="5364"/>
                  </a:lnTo>
                  <a:lnTo>
                    <a:pt x="2326560" y="5374"/>
                  </a:lnTo>
                  <a:lnTo>
                    <a:pt x="2326650" y="5395"/>
                  </a:lnTo>
                  <a:lnTo>
                    <a:pt x="2326782" y="5428"/>
                  </a:lnTo>
                  <a:lnTo>
                    <a:pt x="2326876" y="5448"/>
                  </a:lnTo>
                  <a:lnTo>
                    <a:pt x="2326991" y="5468"/>
                  </a:lnTo>
                  <a:lnTo>
                    <a:pt x="2327120" y="5483"/>
                  </a:lnTo>
                  <a:lnTo>
                    <a:pt x="2327235" y="5495"/>
                  </a:lnTo>
                  <a:lnTo>
                    <a:pt x="2327323" y="5491"/>
                  </a:lnTo>
                  <a:lnTo>
                    <a:pt x="2327437" y="5495"/>
                  </a:lnTo>
                  <a:lnTo>
                    <a:pt x="2327546" y="5506"/>
                  </a:lnTo>
                  <a:lnTo>
                    <a:pt x="2328792" y="5543"/>
                  </a:lnTo>
                  <a:lnTo>
                    <a:pt x="2329532" y="5528"/>
                  </a:lnTo>
                  <a:lnTo>
                    <a:pt x="2330436" y="5444"/>
                  </a:lnTo>
                  <a:lnTo>
                    <a:pt x="2331494" y="5363"/>
                  </a:lnTo>
                  <a:lnTo>
                    <a:pt x="2332046" y="5330"/>
                  </a:lnTo>
                  <a:lnTo>
                    <a:pt x="2332256" y="5344"/>
                  </a:lnTo>
                  <a:lnTo>
                    <a:pt x="2332305" y="5350"/>
                  </a:lnTo>
                  <a:lnTo>
                    <a:pt x="2332389" y="5356"/>
                  </a:lnTo>
                  <a:lnTo>
                    <a:pt x="2332440" y="5354"/>
                  </a:lnTo>
                  <a:lnTo>
                    <a:pt x="2332500" y="5363"/>
                  </a:lnTo>
                  <a:lnTo>
                    <a:pt x="2332594" y="5379"/>
                  </a:lnTo>
                  <a:lnTo>
                    <a:pt x="2332733" y="5408"/>
                  </a:lnTo>
                  <a:lnTo>
                    <a:pt x="2332865" y="5427"/>
                  </a:lnTo>
                  <a:lnTo>
                    <a:pt x="2332944" y="5431"/>
                  </a:lnTo>
                  <a:lnTo>
                    <a:pt x="2333070" y="5435"/>
                  </a:lnTo>
                  <a:lnTo>
                    <a:pt x="2333206" y="5441"/>
                  </a:lnTo>
                  <a:lnTo>
                    <a:pt x="2333375" y="5448"/>
                  </a:lnTo>
                  <a:lnTo>
                    <a:pt x="2333526" y="5450"/>
                  </a:lnTo>
                  <a:lnTo>
                    <a:pt x="2333658" y="5454"/>
                  </a:lnTo>
                  <a:lnTo>
                    <a:pt x="2333755" y="5457"/>
                  </a:lnTo>
                  <a:lnTo>
                    <a:pt x="2333803" y="5458"/>
                  </a:lnTo>
                  <a:lnTo>
                    <a:pt x="2333894" y="5469"/>
                  </a:lnTo>
                  <a:lnTo>
                    <a:pt x="2334021" y="5485"/>
                  </a:lnTo>
                  <a:lnTo>
                    <a:pt x="2334075" y="5492"/>
                  </a:lnTo>
                  <a:lnTo>
                    <a:pt x="2334123" y="5498"/>
                  </a:lnTo>
                  <a:lnTo>
                    <a:pt x="2334213" y="5508"/>
                  </a:lnTo>
                  <a:lnTo>
                    <a:pt x="2334307" y="5517"/>
                  </a:lnTo>
                  <a:lnTo>
                    <a:pt x="2334439" y="5537"/>
                  </a:lnTo>
                  <a:lnTo>
                    <a:pt x="2334560" y="5558"/>
                  </a:lnTo>
                  <a:lnTo>
                    <a:pt x="2334617" y="5568"/>
                  </a:lnTo>
                  <a:lnTo>
                    <a:pt x="2334653" y="5566"/>
                  </a:lnTo>
                  <a:lnTo>
                    <a:pt x="2334753" y="5565"/>
                  </a:lnTo>
                  <a:lnTo>
                    <a:pt x="2334807" y="5569"/>
                  </a:lnTo>
                  <a:lnTo>
                    <a:pt x="2334865" y="5575"/>
                  </a:lnTo>
                  <a:lnTo>
                    <a:pt x="2334898" y="5585"/>
                  </a:lnTo>
                  <a:lnTo>
                    <a:pt x="2334964" y="5597"/>
                  </a:lnTo>
                  <a:lnTo>
                    <a:pt x="2335140" y="5632"/>
                  </a:lnTo>
                  <a:lnTo>
                    <a:pt x="2335171" y="5641"/>
                  </a:lnTo>
                  <a:lnTo>
                    <a:pt x="2335215" y="5653"/>
                  </a:lnTo>
                  <a:lnTo>
                    <a:pt x="2335264" y="5660"/>
                  </a:lnTo>
                  <a:lnTo>
                    <a:pt x="2335346" y="5672"/>
                  </a:lnTo>
                  <a:lnTo>
                    <a:pt x="2335533" y="5689"/>
                  </a:lnTo>
                  <a:lnTo>
                    <a:pt x="2335654" y="5689"/>
                  </a:lnTo>
                  <a:lnTo>
                    <a:pt x="2335732" y="5686"/>
                  </a:lnTo>
                  <a:lnTo>
                    <a:pt x="2335780" y="5682"/>
                  </a:lnTo>
                  <a:lnTo>
                    <a:pt x="2335834" y="5677"/>
                  </a:lnTo>
                  <a:lnTo>
                    <a:pt x="2335865" y="5673"/>
                  </a:lnTo>
                  <a:lnTo>
                    <a:pt x="2335910" y="5665"/>
                  </a:lnTo>
                  <a:lnTo>
                    <a:pt x="2335994" y="5650"/>
                  </a:lnTo>
                  <a:lnTo>
                    <a:pt x="2336052" y="5641"/>
                  </a:lnTo>
                  <a:lnTo>
                    <a:pt x="2336136" y="5632"/>
                  </a:lnTo>
                  <a:lnTo>
                    <a:pt x="2336241" y="5618"/>
                  </a:lnTo>
                  <a:lnTo>
                    <a:pt x="2336317" y="5615"/>
                  </a:lnTo>
                  <a:lnTo>
                    <a:pt x="2336392" y="5610"/>
                  </a:lnTo>
                  <a:lnTo>
                    <a:pt x="2336474" y="5610"/>
                  </a:lnTo>
                  <a:lnTo>
                    <a:pt x="2336591" y="5613"/>
                  </a:lnTo>
                  <a:lnTo>
                    <a:pt x="2336718" y="5619"/>
                  </a:lnTo>
                  <a:lnTo>
                    <a:pt x="2336812" y="5614"/>
                  </a:lnTo>
                  <a:lnTo>
                    <a:pt x="2336884" y="5609"/>
                  </a:lnTo>
                  <a:lnTo>
                    <a:pt x="2336963" y="5605"/>
                  </a:lnTo>
                  <a:lnTo>
                    <a:pt x="2337013" y="5601"/>
                  </a:lnTo>
                  <a:lnTo>
                    <a:pt x="2337204" y="5575"/>
                  </a:lnTo>
                  <a:lnTo>
                    <a:pt x="2337279" y="5566"/>
                  </a:lnTo>
                  <a:lnTo>
                    <a:pt x="2337321" y="5558"/>
                  </a:lnTo>
                  <a:lnTo>
                    <a:pt x="2337372" y="5543"/>
                  </a:lnTo>
                  <a:lnTo>
                    <a:pt x="2337420" y="5533"/>
                  </a:lnTo>
                  <a:lnTo>
                    <a:pt x="2337484" y="5518"/>
                  </a:lnTo>
                  <a:lnTo>
                    <a:pt x="2337541" y="5511"/>
                  </a:lnTo>
                  <a:lnTo>
                    <a:pt x="2337607" y="5503"/>
                  </a:lnTo>
                  <a:lnTo>
                    <a:pt x="2337649" y="5494"/>
                  </a:lnTo>
                  <a:lnTo>
                    <a:pt x="2337703" y="5486"/>
                  </a:lnTo>
                  <a:lnTo>
                    <a:pt x="2337779" y="5475"/>
                  </a:lnTo>
                  <a:lnTo>
                    <a:pt x="2337863" y="5458"/>
                  </a:lnTo>
                  <a:lnTo>
                    <a:pt x="2338826" y="5306"/>
                  </a:lnTo>
                  <a:lnTo>
                    <a:pt x="2339220" y="5201"/>
                  </a:lnTo>
                  <a:lnTo>
                    <a:pt x="2339636" y="5056"/>
                  </a:lnTo>
                  <a:lnTo>
                    <a:pt x="2339930" y="4941"/>
                  </a:lnTo>
                  <a:lnTo>
                    <a:pt x="2340102" y="4867"/>
                  </a:lnTo>
                  <a:lnTo>
                    <a:pt x="2340201" y="4801"/>
                  </a:lnTo>
                  <a:lnTo>
                    <a:pt x="2340246" y="4767"/>
                  </a:lnTo>
                  <a:lnTo>
                    <a:pt x="2340475" y="4678"/>
                  </a:lnTo>
                  <a:lnTo>
                    <a:pt x="2341375" y="4330"/>
                  </a:lnTo>
                  <a:lnTo>
                    <a:pt x="2342771" y="3942"/>
                  </a:lnTo>
                  <a:lnTo>
                    <a:pt x="2342804" y="3934"/>
                  </a:lnTo>
                  <a:lnTo>
                    <a:pt x="2342865" y="3925"/>
                  </a:lnTo>
                  <a:lnTo>
                    <a:pt x="2342991" y="3906"/>
                  </a:lnTo>
                  <a:lnTo>
                    <a:pt x="2343175" y="3864"/>
                  </a:lnTo>
                  <a:lnTo>
                    <a:pt x="2343253" y="3850"/>
                  </a:lnTo>
                  <a:lnTo>
                    <a:pt x="2343370" y="3812"/>
                  </a:lnTo>
                  <a:lnTo>
                    <a:pt x="2343464" y="3788"/>
                  </a:lnTo>
                  <a:lnTo>
                    <a:pt x="2343512" y="3777"/>
                  </a:lnTo>
                  <a:lnTo>
                    <a:pt x="2343639" y="3750"/>
                  </a:lnTo>
                  <a:lnTo>
                    <a:pt x="2343714" y="3731"/>
                  </a:lnTo>
                  <a:lnTo>
                    <a:pt x="2343786" y="3719"/>
                  </a:lnTo>
                  <a:lnTo>
                    <a:pt x="2343856" y="3708"/>
                  </a:lnTo>
                  <a:lnTo>
                    <a:pt x="2343895" y="3696"/>
                  </a:lnTo>
                  <a:lnTo>
                    <a:pt x="2343925" y="3683"/>
                  </a:lnTo>
                  <a:lnTo>
                    <a:pt x="2343952" y="3667"/>
                  </a:lnTo>
                  <a:lnTo>
                    <a:pt x="2343997" y="3636"/>
                  </a:lnTo>
                  <a:lnTo>
                    <a:pt x="2344040" y="3608"/>
                  </a:lnTo>
                  <a:lnTo>
                    <a:pt x="2344066" y="3591"/>
                  </a:lnTo>
                  <a:lnTo>
                    <a:pt x="2344120" y="3560"/>
                  </a:lnTo>
                  <a:lnTo>
                    <a:pt x="2344184" y="3531"/>
                  </a:lnTo>
                  <a:lnTo>
                    <a:pt x="2344234" y="3508"/>
                  </a:lnTo>
                  <a:lnTo>
                    <a:pt x="2344276" y="3491"/>
                  </a:lnTo>
                  <a:lnTo>
                    <a:pt x="2344322" y="3481"/>
                  </a:lnTo>
                  <a:lnTo>
                    <a:pt x="2344364" y="3469"/>
                  </a:lnTo>
                  <a:lnTo>
                    <a:pt x="2344421" y="3461"/>
                  </a:lnTo>
                  <a:lnTo>
                    <a:pt x="2344493" y="3452"/>
                  </a:lnTo>
                  <a:lnTo>
                    <a:pt x="2344513" y="3450"/>
                  </a:lnTo>
                  <a:lnTo>
                    <a:pt x="2344599" y="3441"/>
                  </a:lnTo>
                  <a:lnTo>
                    <a:pt x="2344650" y="3435"/>
                  </a:lnTo>
                  <a:lnTo>
                    <a:pt x="2344687" y="3427"/>
                  </a:lnTo>
                  <a:lnTo>
                    <a:pt x="2344753" y="3418"/>
                  </a:lnTo>
                  <a:lnTo>
                    <a:pt x="2344814" y="3410"/>
                  </a:lnTo>
                  <a:lnTo>
                    <a:pt x="2344907" y="3399"/>
                  </a:lnTo>
                  <a:lnTo>
                    <a:pt x="2344974" y="3397"/>
                  </a:lnTo>
                  <a:lnTo>
                    <a:pt x="2345021" y="3391"/>
                  </a:lnTo>
                  <a:lnTo>
                    <a:pt x="2345079" y="3380"/>
                  </a:lnTo>
                  <a:lnTo>
                    <a:pt x="2345151" y="3366"/>
                  </a:lnTo>
                  <a:lnTo>
                    <a:pt x="2345236" y="3340"/>
                  </a:lnTo>
                  <a:lnTo>
                    <a:pt x="2345383" y="3303"/>
                  </a:lnTo>
                  <a:lnTo>
                    <a:pt x="2345453" y="3281"/>
                  </a:lnTo>
                  <a:lnTo>
                    <a:pt x="2345473" y="3272"/>
                  </a:lnTo>
                  <a:lnTo>
                    <a:pt x="2345558" y="3235"/>
                  </a:lnTo>
                  <a:lnTo>
                    <a:pt x="2345685" y="3171"/>
                  </a:lnTo>
                  <a:lnTo>
                    <a:pt x="2345720" y="3155"/>
                  </a:lnTo>
                  <a:lnTo>
                    <a:pt x="2345750" y="3140"/>
                  </a:lnTo>
                  <a:lnTo>
                    <a:pt x="2345790" y="3126"/>
                  </a:lnTo>
                  <a:lnTo>
                    <a:pt x="2345829" y="3111"/>
                  </a:lnTo>
                  <a:lnTo>
                    <a:pt x="2345871" y="3103"/>
                  </a:lnTo>
                  <a:lnTo>
                    <a:pt x="2345925" y="3090"/>
                  </a:lnTo>
                  <a:lnTo>
                    <a:pt x="2346043" y="3070"/>
                  </a:lnTo>
                  <a:lnTo>
                    <a:pt x="2346131" y="3055"/>
                  </a:lnTo>
                  <a:lnTo>
                    <a:pt x="2346223" y="3036"/>
                  </a:lnTo>
                  <a:lnTo>
                    <a:pt x="2346244" y="3032"/>
                  </a:lnTo>
                  <a:lnTo>
                    <a:pt x="2346344" y="3011"/>
                  </a:lnTo>
                  <a:lnTo>
                    <a:pt x="2346456" y="2987"/>
                  </a:lnTo>
                  <a:lnTo>
                    <a:pt x="2346725" y="2943"/>
                  </a:lnTo>
                  <a:lnTo>
                    <a:pt x="2347265" y="2904"/>
                  </a:lnTo>
                  <a:lnTo>
                    <a:pt x="2347313" y="2906"/>
                  </a:lnTo>
                  <a:lnTo>
                    <a:pt x="2347358" y="2906"/>
                  </a:lnTo>
                  <a:lnTo>
                    <a:pt x="2347404" y="2906"/>
                  </a:lnTo>
                  <a:lnTo>
                    <a:pt x="2347603" y="2909"/>
                  </a:lnTo>
                  <a:lnTo>
                    <a:pt x="2347748" y="2914"/>
                  </a:lnTo>
                  <a:lnTo>
                    <a:pt x="2347854" y="2917"/>
                  </a:lnTo>
                  <a:lnTo>
                    <a:pt x="2347953" y="2916"/>
                  </a:lnTo>
                  <a:lnTo>
                    <a:pt x="2347987" y="2916"/>
                  </a:lnTo>
                  <a:lnTo>
                    <a:pt x="2348010" y="2918"/>
                  </a:lnTo>
                  <a:lnTo>
                    <a:pt x="2348044" y="2926"/>
                  </a:lnTo>
                  <a:lnTo>
                    <a:pt x="2348102" y="2936"/>
                  </a:lnTo>
                  <a:lnTo>
                    <a:pt x="2348210" y="2954"/>
                  </a:lnTo>
                  <a:lnTo>
                    <a:pt x="2348301" y="2976"/>
                  </a:lnTo>
                  <a:lnTo>
                    <a:pt x="2348361" y="2990"/>
                  </a:lnTo>
                  <a:lnTo>
                    <a:pt x="2348471" y="3021"/>
                  </a:lnTo>
                  <a:lnTo>
                    <a:pt x="2348543" y="3041"/>
                  </a:lnTo>
                  <a:lnTo>
                    <a:pt x="2348591" y="3053"/>
                  </a:lnTo>
                  <a:lnTo>
                    <a:pt x="2348637" y="3061"/>
                  </a:lnTo>
                  <a:lnTo>
                    <a:pt x="2348691" y="3065"/>
                  </a:lnTo>
                  <a:lnTo>
                    <a:pt x="2348742" y="3071"/>
                  </a:lnTo>
                  <a:lnTo>
                    <a:pt x="2348776" y="3071"/>
                  </a:lnTo>
                  <a:lnTo>
                    <a:pt x="2348818" y="3069"/>
                  </a:lnTo>
                  <a:lnTo>
                    <a:pt x="2348860" y="3067"/>
                  </a:lnTo>
                  <a:lnTo>
                    <a:pt x="2348894" y="3071"/>
                  </a:lnTo>
                  <a:lnTo>
                    <a:pt x="2348929" y="3078"/>
                  </a:lnTo>
                  <a:lnTo>
                    <a:pt x="2348978" y="3093"/>
                  </a:lnTo>
                  <a:lnTo>
                    <a:pt x="2349011" y="3103"/>
                  </a:lnTo>
                  <a:lnTo>
                    <a:pt x="2349029" y="3109"/>
                  </a:lnTo>
                  <a:lnTo>
                    <a:pt x="2349063" y="3129"/>
                  </a:lnTo>
                  <a:lnTo>
                    <a:pt x="2349090" y="3146"/>
                  </a:lnTo>
                  <a:lnTo>
                    <a:pt x="2349111" y="3160"/>
                  </a:lnTo>
                  <a:lnTo>
                    <a:pt x="2349139" y="3180"/>
                  </a:lnTo>
                  <a:lnTo>
                    <a:pt x="2349166" y="3196"/>
                  </a:lnTo>
                  <a:lnTo>
                    <a:pt x="2349193" y="3208"/>
                  </a:lnTo>
                  <a:lnTo>
                    <a:pt x="2349230" y="3223"/>
                  </a:lnTo>
                  <a:lnTo>
                    <a:pt x="2349302" y="3245"/>
                  </a:lnTo>
                  <a:lnTo>
                    <a:pt x="2349388" y="3270"/>
                  </a:lnTo>
                  <a:lnTo>
                    <a:pt x="2349429" y="3282"/>
                  </a:lnTo>
                  <a:lnTo>
                    <a:pt x="2349586" y="3324"/>
                  </a:lnTo>
                  <a:lnTo>
                    <a:pt x="2349704" y="3358"/>
                  </a:lnTo>
                  <a:lnTo>
                    <a:pt x="2349810" y="3397"/>
                  </a:lnTo>
                  <a:lnTo>
                    <a:pt x="2349886" y="3419"/>
                  </a:lnTo>
                  <a:lnTo>
                    <a:pt x="2349919" y="3427"/>
                  </a:lnTo>
                  <a:lnTo>
                    <a:pt x="2349946" y="3433"/>
                  </a:lnTo>
                  <a:lnTo>
                    <a:pt x="2349992" y="3439"/>
                  </a:lnTo>
                  <a:lnTo>
                    <a:pt x="2350034" y="3441"/>
                  </a:lnTo>
                  <a:lnTo>
                    <a:pt x="2350091" y="3439"/>
                  </a:lnTo>
                  <a:lnTo>
                    <a:pt x="2350145" y="3437"/>
                  </a:lnTo>
                  <a:lnTo>
                    <a:pt x="2350197" y="3433"/>
                  </a:lnTo>
                  <a:lnTo>
                    <a:pt x="2350242" y="3430"/>
                  </a:lnTo>
                  <a:lnTo>
                    <a:pt x="2350287" y="3430"/>
                  </a:lnTo>
                  <a:lnTo>
                    <a:pt x="2350339" y="3430"/>
                  </a:lnTo>
                  <a:lnTo>
                    <a:pt x="2350396" y="3432"/>
                  </a:lnTo>
                  <a:lnTo>
                    <a:pt x="2350456" y="3438"/>
                  </a:lnTo>
                  <a:lnTo>
                    <a:pt x="2350477" y="3440"/>
                  </a:lnTo>
                  <a:lnTo>
                    <a:pt x="2350511" y="3444"/>
                  </a:lnTo>
                  <a:lnTo>
                    <a:pt x="2350556" y="3448"/>
                  </a:lnTo>
                  <a:lnTo>
                    <a:pt x="2350616" y="3450"/>
                  </a:lnTo>
                  <a:lnTo>
                    <a:pt x="2350655" y="3450"/>
                  </a:lnTo>
                  <a:lnTo>
                    <a:pt x="2350698" y="3446"/>
                  </a:lnTo>
                  <a:lnTo>
                    <a:pt x="2350746" y="3435"/>
                  </a:lnTo>
                  <a:lnTo>
                    <a:pt x="2350783" y="3429"/>
                  </a:lnTo>
                  <a:lnTo>
                    <a:pt x="2350830" y="3421"/>
                  </a:lnTo>
                  <a:lnTo>
                    <a:pt x="2350867" y="3414"/>
                  </a:lnTo>
                  <a:lnTo>
                    <a:pt x="2350915" y="3398"/>
                  </a:lnTo>
                  <a:lnTo>
                    <a:pt x="2351005" y="3367"/>
                  </a:lnTo>
                  <a:lnTo>
                    <a:pt x="2351065" y="3342"/>
                  </a:lnTo>
                  <a:lnTo>
                    <a:pt x="2351082" y="3335"/>
                  </a:lnTo>
                  <a:lnTo>
                    <a:pt x="2351159" y="3299"/>
                  </a:lnTo>
                  <a:lnTo>
                    <a:pt x="2351220" y="3270"/>
                  </a:lnTo>
                  <a:lnTo>
                    <a:pt x="2351228" y="3266"/>
                  </a:lnTo>
                  <a:lnTo>
                    <a:pt x="2351343" y="3219"/>
                  </a:lnTo>
                  <a:lnTo>
                    <a:pt x="2351593" y="3112"/>
                  </a:lnTo>
                  <a:lnTo>
                    <a:pt x="2351665" y="3085"/>
                  </a:lnTo>
                  <a:lnTo>
                    <a:pt x="2351719" y="3064"/>
                  </a:lnTo>
                  <a:lnTo>
                    <a:pt x="2351770" y="3048"/>
                  </a:lnTo>
                  <a:lnTo>
                    <a:pt x="2351824" y="3025"/>
                  </a:lnTo>
                  <a:lnTo>
                    <a:pt x="2351873" y="3005"/>
                  </a:lnTo>
                  <a:lnTo>
                    <a:pt x="2351912" y="2984"/>
                  </a:lnTo>
                  <a:lnTo>
                    <a:pt x="2351948" y="2964"/>
                  </a:lnTo>
                  <a:lnTo>
                    <a:pt x="2351978" y="2943"/>
                  </a:lnTo>
                  <a:lnTo>
                    <a:pt x="2352008" y="2920"/>
                  </a:lnTo>
                  <a:lnTo>
                    <a:pt x="2352044" y="2894"/>
                  </a:lnTo>
                  <a:lnTo>
                    <a:pt x="2352074" y="2869"/>
                  </a:lnTo>
                  <a:lnTo>
                    <a:pt x="2352095" y="2851"/>
                  </a:lnTo>
                  <a:lnTo>
                    <a:pt x="2352117" y="2833"/>
                  </a:lnTo>
                  <a:lnTo>
                    <a:pt x="2352122" y="2828"/>
                  </a:lnTo>
                  <a:lnTo>
                    <a:pt x="2352173" y="2771"/>
                  </a:lnTo>
                  <a:lnTo>
                    <a:pt x="2352206" y="2730"/>
                  </a:lnTo>
                  <a:lnTo>
                    <a:pt x="2352749" y="2246"/>
                  </a:lnTo>
                  <a:lnTo>
                    <a:pt x="2353093" y="1976"/>
                  </a:lnTo>
                  <a:lnTo>
                    <a:pt x="2353130" y="1959"/>
                  </a:lnTo>
                  <a:lnTo>
                    <a:pt x="2353168" y="1939"/>
                  </a:lnTo>
                  <a:lnTo>
                    <a:pt x="2353198" y="1918"/>
                  </a:lnTo>
                  <a:lnTo>
                    <a:pt x="2353226" y="1896"/>
                  </a:lnTo>
                  <a:lnTo>
                    <a:pt x="2353253" y="1867"/>
                  </a:lnTo>
                  <a:lnTo>
                    <a:pt x="2353274" y="1838"/>
                  </a:lnTo>
                  <a:lnTo>
                    <a:pt x="2353301" y="1795"/>
                  </a:lnTo>
                  <a:lnTo>
                    <a:pt x="2353322" y="1761"/>
                  </a:lnTo>
                  <a:lnTo>
                    <a:pt x="2353343" y="1730"/>
                  </a:lnTo>
                  <a:lnTo>
                    <a:pt x="2353373" y="1695"/>
                  </a:lnTo>
                  <a:lnTo>
                    <a:pt x="2353409" y="1662"/>
                  </a:lnTo>
                  <a:lnTo>
                    <a:pt x="2353436" y="1638"/>
                  </a:lnTo>
                  <a:lnTo>
                    <a:pt x="2353463" y="1611"/>
                  </a:lnTo>
                  <a:lnTo>
                    <a:pt x="2353475" y="1599"/>
                  </a:lnTo>
                  <a:lnTo>
                    <a:pt x="2353514" y="1556"/>
                  </a:lnTo>
                  <a:lnTo>
                    <a:pt x="2353550" y="1519"/>
                  </a:lnTo>
                  <a:lnTo>
                    <a:pt x="2353586" y="1486"/>
                  </a:lnTo>
                  <a:lnTo>
                    <a:pt x="2353634" y="1443"/>
                  </a:lnTo>
                  <a:lnTo>
                    <a:pt x="2353667" y="1416"/>
                  </a:lnTo>
                  <a:lnTo>
                    <a:pt x="2353707" y="1385"/>
                  </a:lnTo>
                  <a:lnTo>
                    <a:pt x="2353740" y="1363"/>
                  </a:lnTo>
                  <a:lnTo>
                    <a:pt x="2353845" y="1289"/>
                  </a:lnTo>
                  <a:lnTo>
                    <a:pt x="2353925" y="1235"/>
                  </a:lnTo>
                  <a:lnTo>
                    <a:pt x="2353947" y="1220"/>
                  </a:lnTo>
                  <a:lnTo>
                    <a:pt x="2354011" y="1168"/>
                  </a:lnTo>
                  <a:lnTo>
                    <a:pt x="2354071" y="1122"/>
                  </a:lnTo>
                  <a:lnTo>
                    <a:pt x="2354107" y="1086"/>
                  </a:lnTo>
                  <a:lnTo>
                    <a:pt x="2354146" y="1052"/>
                  </a:lnTo>
                  <a:lnTo>
                    <a:pt x="2354173" y="1027"/>
                  </a:lnTo>
                  <a:lnTo>
                    <a:pt x="2354201" y="1004"/>
                  </a:lnTo>
                  <a:lnTo>
                    <a:pt x="2354228" y="972"/>
                  </a:lnTo>
                  <a:lnTo>
                    <a:pt x="2354257" y="939"/>
                  </a:lnTo>
                  <a:lnTo>
                    <a:pt x="2354276" y="919"/>
                  </a:lnTo>
                  <a:lnTo>
                    <a:pt x="2354291" y="904"/>
                  </a:lnTo>
                  <a:lnTo>
                    <a:pt x="2354315" y="884"/>
                  </a:lnTo>
                  <a:lnTo>
                    <a:pt x="2354345" y="861"/>
                  </a:lnTo>
                  <a:lnTo>
                    <a:pt x="2354372" y="845"/>
                  </a:lnTo>
                  <a:lnTo>
                    <a:pt x="2354414" y="822"/>
                  </a:lnTo>
                  <a:lnTo>
                    <a:pt x="2354474" y="790"/>
                  </a:lnTo>
                  <a:lnTo>
                    <a:pt x="2354532" y="755"/>
                  </a:lnTo>
                  <a:lnTo>
                    <a:pt x="2354565" y="736"/>
                  </a:lnTo>
                  <a:lnTo>
                    <a:pt x="2354595" y="718"/>
                  </a:lnTo>
                  <a:lnTo>
                    <a:pt x="2354626" y="695"/>
                  </a:lnTo>
                  <a:lnTo>
                    <a:pt x="2354855" y="570"/>
                  </a:lnTo>
                  <a:lnTo>
                    <a:pt x="2354925" y="532"/>
                  </a:lnTo>
                  <a:lnTo>
                    <a:pt x="2355536" y="305"/>
                  </a:lnTo>
                  <a:lnTo>
                    <a:pt x="2356162" y="113"/>
                  </a:lnTo>
                  <a:lnTo>
                    <a:pt x="2356260" y="90"/>
                  </a:lnTo>
                  <a:lnTo>
                    <a:pt x="2356654" y="0"/>
                  </a:lnTo>
                  <a:lnTo>
                    <a:pt x="2356974" y="16"/>
                  </a:lnTo>
                  <a:lnTo>
                    <a:pt x="2357294" y="33"/>
                  </a:lnTo>
                  <a:lnTo>
                    <a:pt x="2357455" y="49"/>
                  </a:lnTo>
                  <a:lnTo>
                    <a:pt x="2357827" y="84"/>
                  </a:lnTo>
                  <a:lnTo>
                    <a:pt x="2358308" y="158"/>
                  </a:lnTo>
                  <a:lnTo>
                    <a:pt x="2358565" y="259"/>
                  </a:lnTo>
                  <a:lnTo>
                    <a:pt x="2358754" y="334"/>
                  </a:lnTo>
                  <a:lnTo>
                    <a:pt x="2358840" y="365"/>
                  </a:lnTo>
                  <a:lnTo>
                    <a:pt x="2359796" y="660"/>
                  </a:lnTo>
                  <a:lnTo>
                    <a:pt x="2360835" y="1054"/>
                  </a:lnTo>
                  <a:lnTo>
                    <a:pt x="2361600" y="1219"/>
                  </a:lnTo>
                  <a:lnTo>
                    <a:pt x="2362323" y="1296"/>
                  </a:lnTo>
                  <a:lnTo>
                    <a:pt x="2363100" y="1389"/>
                  </a:lnTo>
                  <a:lnTo>
                    <a:pt x="2363206" y="1390"/>
                  </a:lnTo>
                  <a:lnTo>
                    <a:pt x="2363406" y="1389"/>
                  </a:lnTo>
                  <a:lnTo>
                    <a:pt x="2363478" y="1383"/>
                  </a:lnTo>
                  <a:lnTo>
                    <a:pt x="2363529" y="1380"/>
                  </a:lnTo>
                  <a:lnTo>
                    <a:pt x="2363596" y="1376"/>
                  </a:lnTo>
                  <a:lnTo>
                    <a:pt x="2363641" y="1372"/>
                  </a:lnTo>
                  <a:lnTo>
                    <a:pt x="2363707" y="1370"/>
                  </a:lnTo>
                  <a:lnTo>
                    <a:pt x="2363792" y="1366"/>
                  </a:lnTo>
                  <a:lnTo>
                    <a:pt x="2363840" y="1363"/>
                  </a:lnTo>
                  <a:lnTo>
                    <a:pt x="2363889" y="1359"/>
                  </a:lnTo>
                  <a:lnTo>
                    <a:pt x="2363928" y="1361"/>
                  </a:lnTo>
                  <a:lnTo>
                    <a:pt x="2363958" y="1361"/>
                  </a:lnTo>
                  <a:lnTo>
                    <a:pt x="2363989" y="1367"/>
                  </a:lnTo>
                  <a:lnTo>
                    <a:pt x="2364021" y="1375"/>
                  </a:lnTo>
                  <a:lnTo>
                    <a:pt x="2364070" y="1381"/>
                  </a:lnTo>
                  <a:lnTo>
                    <a:pt x="2364158" y="1385"/>
                  </a:lnTo>
                  <a:lnTo>
                    <a:pt x="2364251" y="1391"/>
                  </a:lnTo>
                  <a:lnTo>
                    <a:pt x="2364303" y="1386"/>
                  </a:lnTo>
                  <a:lnTo>
                    <a:pt x="2364345" y="1380"/>
                  </a:lnTo>
                  <a:lnTo>
                    <a:pt x="2364387" y="1374"/>
                  </a:lnTo>
                  <a:lnTo>
                    <a:pt x="2364417" y="1372"/>
                  </a:lnTo>
                  <a:lnTo>
                    <a:pt x="2364438" y="1368"/>
                  </a:lnTo>
                  <a:lnTo>
                    <a:pt x="2364448" y="1368"/>
                  </a:lnTo>
                  <a:lnTo>
                    <a:pt x="2364475" y="1370"/>
                  </a:lnTo>
                  <a:lnTo>
                    <a:pt x="2364493" y="1369"/>
                  </a:lnTo>
                  <a:lnTo>
                    <a:pt x="2364578" y="1375"/>
                  </a:lnTo>
                  <a:lnTo>
                    <a:pt x="2364653" y="1381"/>
                  </a:lnTo>
                  <a:lnTo>
                    <a:pt x="2364705" y="1385"/>
                  </a:lnTo>
                  <a:lnTo>
                    <a:pt x="2364756" y="1393"/>
                  </a:lnTo>
                  <a:lnTo>
                    <a:pt x="2364807" y="1403"/>
                  </a:lnTo>
                  <a:lnTo>
                    <a:pt x="2364840" y="1406"/>
                  </a:lnTo>
                  <a:lnTo>
                    <a:pt x="2364871" y="1413"/>
                  </a:lnTo>
                  <a:lnTo>
                    <a:pt x="2364920" y="1413"/>
                  </a:lnTo>
                  <a:lnTo>
                    <a:pt x="2364980" y="1413"/>
                  </a:lnTo>
                  <a:lnTo>
                    <a:pt x="2365055" y="1417"/>
                  </a:lnTo>
                  <a:lnTo>
                    <a:pt x="2365124" y="1421"/>
                  </a:lnTo>
                  <a:lnTo>
                    <a:pt x="2365182" y="1429"/>
                  </a:lnTo>
                  <a:lnTo>
                    <a:pt x="2365249" y="1437"/>
                  </a:lnTo>
                  <a:lnTo>
                    <a:pt x="2365306" y="1449"/>
                  </a:lnTo>
                  <a:lnTo>
                    <a:pt x="2365339" y="1457"/>
                  </a:lnTo>
                  <a:lnTo>
                    <a:pt x="2365373" y="1465"/>
                  </a:lnTo>
                  <a:lnTo>
                    <a:pt x="2365387" y="1470"/>
                  </a:lnTo>
                  <a:lnTo>
                    <a:pt x="2365406" y="1475"/>
                  </a:lnTo>
                  <a:lnTo>
                    <a:pt x="2365439" y="1492"/>
                  </a:lnTo>
                  <a:lnTo>
                    <a:pt x="2365457" y="1499"/>
                  </a:lnTo>
                  <a:lnTo>
                    <a:pt x="2365485" y="1522"/>
                  </a:lnTo>
                  <a:lnTo>
                    <a:pt x="2365509" y="1545"/>
                  </a:lnTo>
                  <a:lnTo>
                    <a:pt x="2365525" y="1561"/>
                  </a:lnTo>
                  <a:lnTo>
                    <a:pt x="2365539" y="1583"/>
                  </a:lnTo>
                  <a:lnTo>
                    <a:pt x="2365555" y="1606"/>
                  </a:lnTo>
                  <a:lnTo>
                    <a:pt x="2365567" y="1632"/>
                  </a:lnTo>
                  <a:lnTo>
                    <a:pt x="2365576" y="1651"/>
                  </a:lnTo>
                  <a:lnTo>
                    <a:pt x="2365585" y="1694"/>
                  </a:lnTo>
                  <a:lnTo>
                    <a:pt x="2365598" y="1736"/>
                  </a:lnTo>
                  <a:lnTo>
                    <a:pt x="2365600" y="1752"/>
                  </a:lnTo>
                  <a:lnTo>
                    <a:pt x="2365600" y="1761"/>
                  </a:lnTo>
                  <a:lnTo>
                    <a:pt x="2365604" y="1779"/>
                  </a:lnTo>
                  <a:lnTo>
                    <a:pt x="2365613" y="1810"/>
                  </a:lnTo>
                  <a:lnTo>
                    <a:pt x="2365616" y="1819"/>
                  </a:lnTo>
                  <a:lnTo>
                    <a:pt x="2365628" y="1853"/>
                  </a:lnTo>
                  <a:lnTo>
                    <a:pt x="2365644" y="1879"/>
                  </a:lnTo>
                  <a:lnTo>
                    <a:pt x="2365674" y="1945"/>
                  </a:lnTo>
                  <a:lnTo>
                    <a:pt x="2365723" y="2030"/>
                  </a:lnTo>
                  <a:lnTo>
                    <a:pt x="2365745" y="2069"/>
                  </a:lnTo>
                  <a:lnTo>
                    <a:pt x="2365757" y="2091"/>
                  </a:lnTo>
                  <a:lnTo>
                    <a:pt x="2365772" y="2120"/>
                  </a:lnTo>
                  <a:lnTo>
                    <a:pt x="2365778" y="2149"/>
                  </a:lnTo>
                  <a:lnTo>
                    <a:pt x="2365794" y="2190"/>
                  </a:lnTo>
                  <a:lnTo>
                    <a:pt x="2365802" y="2243"/>
                  </a:lnTo>
                  <a:lnTo>
                    <a:pt x="2365821" y="2318"/>
                  </a:lnTo>
                  <a:lnTo>
                    <a:pt x="2365837" y="2433"/>
                  </a:lnTo>
                  <a:lnTo>
                    <a:pt x="2365846" y="2475"/>
                  </a:lnTo>
                  <a:lnTo>
                    <a:pt x="2365858" y="2514"/>
                  </a:lnTo>
                  <a:lnTo>
                    <a:pt x="2365871" y="2572"/>
                  </a:lnTo>
                  <a:lnTo>
                    <a:pt x="2365877" y="2596"/>
                  </a:lnTo>
                  <a:lnTo>
                    <a:pt x="2365880" y="2612"/>
                  </a:lnTo>
                  <a:lnTo>
                    <a:pt x="2365883" y="2622"/>
                  </a:lnTo>
                  <a:lnTo>
                    <a:pt x="2365892" y="2635"/>
                  </a:lnTo>
                  <a:lnTo>
                    <a:pt x="2365904" y="2653"/>
                  </a:lnTo>
                  <a:lnTo>
                    <a:pt x="2365914" y="2671"/>
                  </a:lnTo>
                  <a:lnTo>
                    <a:pt x="2365926" y="2712"/>
                  </a:lnTo>
                  <a:lnTo>
                    <a:pt x="2365929" y="2749"/>
                  </a:lnTo>
                  <a:lnTo>
                    <a:pt x="2365929" y="2780"/>
                  </a:lnTo>
                  <a:lnTo>
                    <a:pt x="2365935" y="2814"/>
                  </a:lnTo>
                  <a:lnTo>
                    <a:pt x="2365945" y="2857"/>
                  </a:lnTo>
                  <a:lnTo>
                    <a:pt x="2365957" y="2894"/>
                  </a:lnTo>
                  <a:lnTo>
                    <a:pt x="2365978" y="2935"/>
                  </a:lnTo>
                  <a:lnTo>
                    <a:pt x="2366009" y="2980"/>
                  </a:lnTo>
                  <a:lnTo>
                    <a:pt x="2366057" y="3041"/>
                  </a:lnTo>
                  <a:lnTo>
                    <a:pt x="2366124" y="3119"/>
                  </a:lnTo>
                  <a:lnTo>
                    <a:pt x="2366167" y="3168"/>
                  </a:lnTo>
                  <a:lnTo>
                    <a:pt x="2366200" y="3202"/>
                  </a:lnTo>
                  <a:lnTo>
                    <a:pt x="2366276" y="3272"/>
                  </a:lnTo>
                  <a:lnTo>
                    <a:pt x="2366354" y="3336"/>
                  </a:lnTo>
                  <a:lnTo>
                    <a:pt x="2366427" y="3389"/>
                  </a:lnTo>
                  <a:lnTo>
                    <a:pt x="2366463" y="3412"/>
                  </a:lnTo>
                  <a:lnTo>
                    <a:pt x="2366515" y="3438"/>
                  </a:lnTo>
                  <a:lnTo>
                    <a:pt x="2366551" y="3459"/>
                  </a:lnTo>
                  <a:lnTo>
                    <a:pt x="2366578" y="3471"/>
                  </a:lnTo>
                  <a:lnTo>
                    <a:pt x="2366624" y="3485"/>
                  </a:lnTo>
                  <a:lnTo>
                    <a:pt x="2366666" y="3497"/>
                  </a:lnTo>
                  <a:lnTo>
                    <a:pt x="2366745" y="3505"/>
                  </a:lnTo>
                  <a:lnTo>
                    <a:pt x="2366799" y="3513"/>
                  </a:lnTo>
                  <a:lnTo>
                    <a:pt x="2366872" y="3523"/>
                  </a:lnTo>
                  <a:lnTo>
                    <a:pt x="2366935" y="3535"/>
                  </a:lnTo>
                  <a:lnTo>
                    <a:pt x="2366956" y="3539"/>
                  </a:lnTo>
                  <a:lnTo>
                    <a:pt x="2366999" y="3548"/>
                  </a:lnTo>
                  <a:lnTo>
                    <a:pt x="2367041" y="3554"/>
                  </a:lnTo>
                  <a:lnTo>
                    <a:pt x="2367113" y="3562"/>
                  </a:lnTo>
                  <a:lnTo>
                    <a:pt x="2367168" y="3563"/>
                  </a:lnTo>
                  <a:lnTo>
                    <a:pt x="2367228" y="3561"/>
                  </a:lnTo>
                  <a:lnTo>
                    <a:pt x="2367276" y="3557"/>
                  </a:lnTo>
                  <a:lnTo>
                    <a:pt x="2367296" y="3554"/>
                  </a:lnTo>
                  <a:lnTo>
                    <a:pt x="2367318" y="3551"/>
                  </a:lnTo>
                  <a:lnTo>
                    <a:pt x="2367364" y="3543"/>
                  </a:lnTo>
                  <a:lnTo>
                    <a:pt x="2367412" y="3530"/>
                  </a:lnTo>
                  <a:lnTo>
                    <a:pt x="2367457" y="3518"/>
                  </a:lnTo>
                  <a:lnTo>
                    <a:pt x="2367490" y="3505"/>
                  </a:lnTo>
                  <a:lnTo>
                    <a:pt x="2367527" y="3491"/>
                  </a:lnTo>
                  <a:lnTo>
                    <a:pt x="2367557" y="3477"/>
                  </a:lnTo>
                  <a:lnTo>
                    <a:pt x="2367584" y="3462"/>
                  </a:lnTo>
                  <a:lnTo>
                    <a:pt x="2367620" y="3437"/>
                  </a:lnTo>
                  <a:lnTo>
                    <a:pt x="2367638" y="3423"/>
                  </a:lnTo>
                  <a:lnTo>
                    <a:pt x="2367662" y="3400"/>
                  </a:lnTo>
                  <a:lnTo>
                    <a:pt x="2367689" y="3378"/>
                  </a:lnTo>
                  <a:lnTo>
                    <a:pt x="2367718" y="3343"/>
                  </a:lnTo>
                  <a:lnTo>
                    <a:pt x="2367740" y="3311"/>
                  </a:lnTo>
                  <a:lnTo>
                    <a:pt x="2367758" y="3282"/>
                  </a:lnTo>
                  <a:lnTo>
                    <a:pt x="2367764" y="3273"/>
                  </a:lnTo>
                  <a:lnTo>
                    <a:pt x="2367782" y="3249"/>
                  </a:lnTo>
                  <a:lnTo>
                    <a:pt x="2367797" y="3217"/>
                  </a:lnTo>
                  <a:lnTo>
                    <a:pt x="2367815" y="3184"/>
                  </a:lnTo>
                  <a:lnTo>
                    <a:pt x="2367833" y="3149"/>
                  </a:lnTo>
                  <a:lnTo>
                    <a:pt x="2367851" y="3110"/>
                  </a:lnTo>
                  <a:lnTo>
                    <a:pt x="2367860" y="3073"/>
                  </a:lnTo>
                  <a:lnTo>
                    <a:pt x="2367869" y="3043"/>
                  </a:lnTo>
                  <a:lnTo>
                    <a:pt x="2367875" y="3008"/>
                  </a:lnTo>
                  <a:lnTo>
                    <a:pt x="2367874" y="2977"/>
                  </a:lnTo>
                  <a:lnTo>
                    <a:pt x="2367875" y="2945"/>
                  </a:lnTo>
                  <a:lnTo>
                    <a:pt x="2367869" y="2920"/>
                  </a:lnTo>
                  <a:lnTo>
                    <a:pt x="2367856" y="2881"/>
                  </a:lnTo>
                  <a:lnTo>
                    <a:pt x="2367841" y="2842"/>
                  </a:lnTo>
                  <a:lnTo>
                    <a:pt x="2367832" y="2814"/>
                  </a:lnTo>
                  <a:lnTo>
                    <a:pt x="2367819" y="2785"/>
                  </a:lnTo>
                  <a:lnTo>
                    <a:pt x="2367795" y="2745"/>
                  </a:lnTo>
                  <a:lnTo>
                    <a:pt x="2367774" y="2718"/>
                  </a:lnTo>
                  <a:lnTo>
                    <a:pt x="2367759" y="2700"/>
                  </a:lnTo>
                  <a:lnTo>
                    <a:pt x="2367738" y="2671"/>
                  </a:lnTo>
                  <a:lnTo>
                    <a:pt x="2367718" y="2652"/>
                  </a:lnTo>
                  <a:lnTo>
                    <a:pt x="2367680" y="2626"/>
                  </a:lnTo>
                  <a:lnTo>
                    <a:pt x="2367655" y="2614"/>
                  </a:lnTo>
                  <a:lnTo>
                    <a:pt x="2367626" y="2598"/>
                  </a:lnTo>
                  <a:lnTo>
                    <a:pt x="2367583" y="2578"/>
                  </a:lnTo>
                  <a:lnTo>
                    <a:pt x="2367532" y="2551"/>
                  </a:lnTo>
                  <a:lnTo>
                    <a:pt x="2367444" y="2504"/>
                  </a:lnTo>
                  <a:lnTo>
                    <a:pt x="2367368" y="2463"/>
                  </a:lnTo>
                  <a:lnTo>
                    <a:pt x="2367322" y="2437"/>
                  </a:lnTo>
                  <a:lnTo>
                    <a:pt x="2367289" y="2421"/>
                  </a:lnTo>
                  <a:lnTo>
                    <a:pt x="2367250" y="2394"/>
                  </a:lnTo>
                  <a:lnTo>
                    <a:pt x="2367208" y="2366"/>
                  </a:lnTo>
                  <a:lnTo>
                    <a:pt x="2367150" y="2327"/>
                  </a:lnTo>
                  <a:lnTo>
                    <a:pt x="2367093" y="2284"/>
                  </a:lnTo>
                  <a:lnTo>
                    <a:pt x="2367035" y="2242"/>
                  </a:lnTo>
                  <a:lnTo>
                    <a:pt x="2366974" y="2197"/>
                  </a:lnTo>
                  <a:lnTo>
                    <a:pt x="2366932" y="2164"/>
                  </a:lnTo>
                  <a:lnTo>
                    <a:pt x="2366880" y="2121"/>
                  </a:lnTo>
                  <a:lnTo>
                    <a:pt x="2366838" y="2083"/>
                  </a:lnTo>
                  <a:lnTo>
                    <a:pt x="2366807" y="2052"/>
                  </a:lnTo>
                  <a:lnTo>
                    <a:pt x="2366792" y="2034"/>
                  </a:lnTo>
                  <a:lnTo>
                    <a:pt x="2366783" y="2015"/>
                  </a:lnTo>
                  <a:lnTo>
                    <a:pt x="2366777" y="1999"/>
                  </a:lnTo>
                  <a:lnTo>
                    <a:pt x="2366768" y="1979"/>
                  </a:lnTo>
                  <a:lnTo>
                    <a:pt x="2366759" y="1954"/>
                  </a:lnTo>
                  <a:lnTo>
                    <a:pt x="2366759" y="1924"/>
                  </a:lnTo>
                  <a:lnTo>
                    <a:pt x="2366747" y="1901"/>
                  </a:lnTo>
                  <a:lnTo>
                    <a:pt x="2366728" y="1877"/>
                  </a:lnTo>
                  <a:lnTo>
                    <a:pt x="2366713" y="1844"/>
                  </a:lnTo>
                  <a:lnTo>
                    <a:pt x="2366710" y="1826"/>
                  </a:lnTo>
                  <a:lnTo>
                    <a:pt x="2366710" y="1805"/>
                  </a:lnTo>
                  <a:lnTo>
                    <a:pt x="2366710" y="1787"/>
                  </a:lnTo>
                  <a:lnTo>
                    <a:pt x="2366730" y="1750"/>
                  </a:lnTo>
                  <a:lnTo>
                    <a:pt x="2366749" y="1701"/>
                  </a:lnTo>
                  <a:lnTo>
                    <a:pt x="2366773" y="1645"/>
                  </a:lnTo>
                  <a:lnTo>
                    <a:pt x="2366793" y="1586"/>
                  </a:lnTo>
                  <a:lnTo>
                    <a:pt x="2366817" y="1515"/>
                  </a:lnTo>
                  <a:lnTo>
                    <a:pt x="2366826" y="1480"/>
                  </a:lnTo>
                  <a:lnTo>
                    <a:pt x="2366829" y="1447"/>
                  </a:lnTo>
                  <a:lnTo>
                    <a:pt x="2366835" y="1414"/>
                  </a:lnTo>
                  <a:lnTo>
                    <a:pt x="2366835" y="1386"/>
                  </a:lnTo>
                  <a:lnTo>
                    <a:pt x="2366835" y="1365"/>
                  </a:lnTo>
                  <a:lnTo>
                    <a:pt x="2366834" y="1326"/>
                  </a:lnTo>
                  <a:lnTo>
                    <a:pt x="2366834" y="1294"/>
                  </a:lnTo>
                  <a:lnTo>
                    <a:pt x="2366834" y="1269"/>
                  </a:lnTo>
                  <a:lnTo>
                    <a:pt x="2366840" y="1243"/>
                  </a:lnTo>
                  <a:lnTo>
                    <a:pt x="2366849" y="1222"/>
                  </a:lnTo>
                  <a:lnTo>
                    <a:pt x="2366867" y="1196"/>
                  </a:lnTo>
                  <a:lnTo>
                    <a:pt x="2366900" y="1148"/>
                  </a:lnTo>
                  <a:lnTo>
                    <a:pt x="2366927" y="1106"/>
                  </a:lnTo>
                  <a:lnTo>
                    <a:pt x="2366942" y="1079"/>
                  </a:lnTo>
                  <a:lnTo>
                    <a:pt x="2366963" y="1048"/>
                  </a:lnTo>
                  <a:lnTo>
                    <a:pt x="2366981" y="1026"/>
                  </a:lnTo>
                  <a:lnTo>
                    <a:pt x="2367002" y="997"/>
                  </a:lnTo>
                  <a:lnTo>
                    <a:pt x="2367026" y="966"/>
                  </a:lnTo>
                  <a:lnTo>
                    <a:pt x="2367044" y="940"/>
                  </a:lnTo>
                  <a:lnTo>
                    <a:pt x="2367065" y="913"/>
                  </a:lnTo>
                  <a:lnTo>
                    <a:pt x="2367095" y="878"/>
                  </a:lnTo>
                  <a:lnTo>
                    <a:pt x="2367125" y="837"/>
                  </a:lnTo>
                  <a:lnTo>
                    <a:pt x="2367146" y="809"/>
                  </a:lnTo>
                  <a:lnTo>
                    <a:pt x="2367171" y="780"/>
                  </a:lnTo>
                  <a:lnTo>
                    <a:pt x="2367204" y="749"/>
                  </a:lnTo>
                  <a:lnTo>
                    <a:pt x="2367237" y="721"/>
                  </a:lnTo>
                  <a:lnTo>
                    <a:pt x="2367264" y="700"/>
                  </a:lnTo>
                  <a:lnTo>
                    <a:pt x="2367291" y="682"/>
                  </a:lnTo>
                  <a:lnTo>
                    <a:pt x="2367324" y="663"/>
                  </a:lnTo>
                  <a:lnTo>
                    <a:pt x="2367369" y="639"/>
                  </a:lnTo>
                  <a:lnTo>
                    <a:pt x="2367405" y="620"/>
                  </a:lnTo>
                  <a:lnTo>
                    <a:pt x="2367445" y="602"/>
                  </a:lnTo>
                  <a:lnTo>
                    <a:pt x="2367484" y="581"/>
                  </a:lnTo>
                  <a:lnTo>
                    <a:pt x="2367529" y="555"/>
                  </a:lnTo>
                  <a:lnTo>
                    <a:pt x="2367586" y="526"/>
                  </a:lnTo>
                  <a:lnTo>
                    <a:pt x="2367629" y="506"/>
                  </a:lnTo>
                  <a:lnTo>
                    <a:pt x="2367662" y="483"/>
                  </a:lnTo>
                  <a:lnTo>
                    <a:pt x="2367692" y="469"/>
                  </a:lnTo>
                  <a:lnTo>
                    <a:pt x="2367718" y="457"/>
                  </a:lnTo>
                  <a:lnTo>
                    <a:pt x="2367746" y="444"/>
                  </a:lnTo>
                  <a:lnTo>
                    <a:pt x="2367789" y="428"/>
                  </a:lnTo>
                  <a:lnTo>
                    <a:pt x="2367822" y="415"/>
                  </a:lnTo>
                  <a:lnTo>
                    <a:pt x="2367852" y="403"/>
                  </a:lnTo>
                  <a:lnTo>
                    <a:pt x="2367885" y="388"/>
                  </a:lnTo>
                  <a:lnTo>
                    <a:pt x="2367927" y="368"/>
                  </a:lnTo>
                  <a:lnTo>
                    <a:pt x="2367975" y="347"/>
                  </a:lnTo>
                  <a:lnTo>
                    <a:pt x="2368015" y="331"/>
                  </a:lnTo>
                  <a:lnTo>
                    <a:pt x="2368075" y="302"/>
                  </a:lnTo>
                  <a:lnTo>
                    <a:pt x="2368142" y="276"/>
                  </a:lnTo>
                  <a:lnTo>
                    <a:pt x="2368178" y="263"/>
                  </a:lnTo>
                  <a:lnTo>
                    <a:pt x="2368217" y="249"/>
                  </a:lnTo>
                  <a:lnTo>
                    <a:pt x="2368250" y="240"/>
                  </a:lnTo>
                  <a:lnTo>
                    <a:pt x="2368284" y="234"/>
                  </a:lnTo>
                  <a:lnTo>
                    <a:pt x="2368338" y="224"/>
                  </a:lnTo>
                  <a:lnTo>
                    <a:pt x="2368377" y="216"/>
                  </a:lnTo>
                  <a:lnTo>
                    <a:pt x="2368420" y="212"/>
                  </a:lnTo>
                  <a:lnTo>
                    <a:pt x="2368462" y="210"/>
                  </a:lnTo>
                  <a:lnTo>
                    <a:pt x="2368498" y="207"/>
                  </a:lnTo>
                  <a:lnTo>
                    <a:pt x="2368540" y="211"/>
                  </a:lnTo>
                  <a:lnTo>
                    <a:pt x="2368570" y="215"/>
                  </a:lnTo>
                  <a:lnTo>
                    <a:pt x="2368604" y="221"/>
                  </a:lnTo>
                  <a:lnTo>
                    <a:pt x="2368704" y="248"/>
                  </a:lnTo>
                  <a:lnTo>
                    <a:pt x="2368816" y="274"/>
                  </a:lnTo>
                  <a:lnTo>
                    <a:pt x="2368885" y="290"/>
                  </a:lnTo>
                  <a:lnTo>
                    <a:pt x="2368955" y="311"/>
                  </a:lnTo>
                  <a:lnTo>
                    <a:pt x="2369037" y="329"/>
                  </a:lnTo>
                  <a:lnTo>
                    <a:pt x="2369106" y="345"/>
                  </a:lnTo>
                  <a:lnTo>
                    <a:pt x="2369221" y="371"/>
                  </a:lnTo>
                  <a:lnTo>
                    <a:pt x="2369260" y="382"/>
                  </a:lnTo>
                  <a:lnTo>
                    <a:pt x="2369291" y="392"/>
                  </a:lnTo>
                  <a:lnTo>
                    <a:pt x="2369330" y="404"/>
                  </a:lnTo>
                  <a:lnTo>
                    <a:pt x="2369372" y="418"/>
                  </a:lnTo>
                  <a:lnTo>
                    <a:pt x="2369408" y="433"/>
                  </a:lnTo>
                  <a:lnTo>
                    <a:pt x="2369442" y="447"/>
                  </a:lnTo>
                  <a:lnTo>
                    <a:pt x="2369475" y="465"/>
                  </a:lnTo>
                  <a:lnTo>
                    <a:pt x="2369512" y="494"/>
                  </a:lnTo>
                  <a:lnTo>
                    <a:pt x="2369563" y="522"/>
                  </a:lnTo>
                  <a:lnTo>
                    <a:pt x="2369621" y="563"/>
                  </a:lnTo>
                  <a:lnTo>
                    <a:pt x="2369663" y="591"/>
                  </a:lnTo>
                  <a:lnTo>
                    <a:pt x="2369703" y="620"/>
                  </a:lnTo>
                  <a:lnTo>
                    <a:pt x="2369742" y="653"/>
                  </a:lnTo>
                  <a:lnTo>
                    <a:pt x="2369760" y="669"/>
                  </a:lnTo>
                  <a:lnTo>
                    <a:pt x="2369793" y="697"/>
                  </a:lnTo>
                  <a:lnTo>
                    <a:pt x="2369815" y="720"/>
                  </a:lnTo>
                  <a:lnTo>
                    <a:pt x="2369839" y="748"/>
                  </a:lnTo>
                  <a:lnTo>
                    <a:pt x="2369860" y="773"/>
                  </a:lnTo>
                  <a:lnTo>
                    <a:pt x="2369878" y="791"/>
                  </a:lnTo>
                  <a:lnTo>
                    <a:pt x="2369903" y="813"/>
                  </a:lnTo>
                  <a:lnTo>
                    <a:pt x="2369945" y="850"/>
                  </a:lnTo>
                  <a:lnTo>
                    <a:pt x="2369969" y="871"/>
                  </a:lnTo>
                  <a:lnTo>
                    <a:pt x="2370033" y="926"/>
                  </a:lnTo>
                  <a:lnTo>
                    <a:pt x="2370087" y="975"/>
                  </a:lnTo>
                  <a:lnTo>
                    <a:pt x="2370109" y="989"/>
                  </a:lnTo>
                  <a:lnTo>
                    <a:pt x="2370131" y="1007"/>
                  </a:lnTo>
                  <a:lnTo>
                    <a:pt x="2370147" y="1020"/>
                  </a:lnTo>
                  <a:lnTo>
                    <a:pt x="2370159" y="1039"/>
                  </a:lnTo>
                  <a:lnTo>
                    <a:pt x="2370186" y="1086"/>
                  </a:lnTo>
                  <a:lnTo>
                    <a:pt x="2370198" y="1119"/>
                  </a:lnTo>
                  <a:lnTo>
                    <a:pt x="2370207" y="1145"/>
                  </a:lnTo>
                  <a:lnTo>
                    <a:pt x="2370216" y="1172"/>
                  </a:lnTo>
                  <a:lnTo>
                    <a:pt x="2370223" y="1209"/>
                  </a:lnTo>
                  <a:lnTo>
                    <a:pt x="2370232" y="1235"/>
                  </a:lnTo>
                  <a:lnTo>
                    <a:pt x="2370235" y="1258"/>
                  </a:lnTo>
                  <a:lnTo>
                    <a:pt x="2370238" y="1278"/>
                  </a:lnTo>
                  <a:lnTo>
                    <a:pt x="2370234" y="1301"/>
                  </a:lnTo>
                  <a:lnTo>
                    <a:pt x="2370223" y="1329"/>
                  </a:lnTo>
                  <a:lnTo>
                    <a:pt x="2370208" y="1358"/>
                  </a:lnTo>
                  <a:lnTo>
                    <a:pt x="2370196" y="1389"/>
                  </a:lnTo>
                  <a:lnTo>
                    <a:pt x="2370190" y="1411"/>
                  </a:lnTo>
                  <a:lnTo>
                    <a:pt x="2370181" y="1440"/>
                  </a:lnTo>
                  <a:lnTo>
                    <a:pt x="2370182" y="1463"/>
                  </a:lnTo>
                  <a:lnTo>
                    <a:pt x="2370182" y="1473"/>
                  </a:lnTo>
                  <a:lnTo>
                    <a:pt x="2370185" y="1495"/>
                  </a:lnTo>
                  <a:lnTo>
                    <a:pt x="2370188" y="1524"/>
                  </a:lnTo>
                  <a:lnTo>
                    <a:pt x="2370191" y="1538"/>
                  </a:lnTo>
                  <a:lnTo>
                    <a:pt x="2370188" y="1559"/>
                  </a:lnTo>
                  <a:lnTo>
                    <a:pt x="2370182" y="1593"/>
                  </a:lnTo>
                  <a:lnTo>
                    <a:pt x="2370176" y="1630"/>
                  </a:lnTo>
                  <a:lnTo>
                    <a:pt x="2370167" y="1665"/>
                  </a:lnTo>
                  <a:lnTo>
                    <a:pt x="2370164" y="1696"/>
                  </a:lnTo>
                  <a:lnTo>
                    <a:pt x="2370155" y="1720"/>
                  </a:lnTo>
                  <a:lnTo>
                    <a:pt x="2370146" y="1734"/>
                  </a:lnTo>
                  <a:lnTo>
                    <a:pt x="2370131" y="1748"/>
                  </a:lnTo>
                  <a:lnTo>
                    <a:pt x="2370096" y="1779"/>
                  </a:lnTo>
                  <a:lnTo>
                    <a:pt x="2370048" y="1818"/>
                  </a:lnTo>
                  <a:lnTo>
                    <a:pt x="2369967" y="1880"/>
                  </a:lnTo>
                  <a:lnTo>
                    <a:pt x="2369828" y="1984"/>
                  </a:lnTo>
                  <a:lnTo>
                    <a:pt x="2369735" y="2052"/>
                  </a:lnTo>
                  <a:lnTo>
                    <a:pt x="2369674" y="2093"/>
                  </a:lnTo>
                  <a:lnTo>
                    <a:pt x="2369617" y="2140"/>
                  </a:lnTo>
                  <a:lnTo>
                    <a:pt x="2369563" y="2181"/>
                  </a:lnTo>
                  <a:lnTo>
                    <a:pt x="2369512" y="2218"/>
                  </a:lnTo>
                  <a:lnTo>
                    <a:pt x="2369469" y="2249"/>
                  </a:lnTo>
                  <a:lnTo>
                    <a:pt x="2369430" y="2283"/>
                  </a:lnTo>
                  <a:lnTo>
                    <a:pt x="2369406" y="2304"/>
                  </a:lnTo>
                  <a:lnTo>
                    <a:pt x="2369385" y="2322"/>
                  </a:lnTo>
                  <a:lnTo>
                    <a:pt x="2369355" y="2353"/>
                  </a:lnTo>
                  <a:lnTo>
                    <a:pt x="2369322" y="2386"/>
                  </a:lnTo>
                  <a:lnTo>
                    <a:pt x="2369292" y="2412"/>
                  </a:lnTo>
                  <a:lnTo>
                    <a:pt x="2369235" y="2459"/>
                  </a:lnTo>
                  <a:lnTo>
                    <a:pt x="2369192" y="2494"/>
                  </a:lnTo>
                  <a:lnTo>
                    <a:pt x="2369162" y="2517"/>
                  </a:lnTo>
                  <a:lnTo>
                    <a:pt x="2369123" y="2550"/>
                  </a:lnTo>
                  <a:lnTo>
                    <a:pt x="2369099" y="2568"/>
                  </a:lnTo>
                  <a:lnTo>
                    <a:pt x="2369075" y="2586"/>
                  </a:lnTo>
                  <a:lnTo>
                    <a:pt x="2369045" y="2605"/>
                  </a:lnTo>
                  <a:lnTo>
                    <a:pt x="2369024" y="2627"/>
                  </a:lnTo>
                  <a:lnTo>
                    <a:pt x="2368996" y="2654"/>
                  </a:lnTo>
                  <a:lnTo>
                    <a:pt x="2368954" y="2699"/>
                  </a:lnTo>
                  <a:lnTo>
                    <a:pt x="2368918" y="2738"/>
                  </a:lnTo>
                  <a:lnTo>
                    <a:pt x="2368871" y="2799"/>
                  </a:lnTo>
                  <a:lnTo>
                    <a:pt x="2368852" y="2828"/>
                  </a:lnTo>
                  <a:lnTo>
                    <a:pt x="2368831" y="2865"/>
                  </a:lnTo>
                  <a:lnTo>
                    <a:pt x="2368813" y="2897"/>
                  </a:lnTo>
                  <a:lnTo>
                    <a:pt x="2368796" y="2932"/>
                  </a:lnTo>
                  <a:lnTo>
                    <a:pt x="2368783" y="2959"/>
                  </a:lnTo>
                  <a:lnTo>
                    <a:pt x="2368777" y="2981"/>
                  </a:lnTo>
                  <a:lnTo>
                    <a:pt x="2368768" y="3018"/>
                  </a:lnTo>
                  <a:lnTo>
                    <a:pt x="2368775" y="3057"/>
                  </a:lnTo>
                  <a:lnTo>
                    <a:pt x="2368778" y="3081"/>
                  </a:lnTo>
                  <a:lnTo>
                    <a:pt x="2368781" y="3106"/>
                  </a:lnTo>
                  <a:lnTo>
                    <a:pt x="2368793" y="3139"/>
                  </a:lnTo>
                  <a:lnTo>
                    <a:pt x="2368805" y="3169"/>
                  </a:lnTo>
                  <a:lnTo>
                    <a:pt x="2368821" y="3196"/>
                  </a:lnTo>
                  <a:lnTo>
                    <a:pt x="2368835" y="3218"/>
                  </a:lnTo>
                  <a:lnTo>
                    <a:pt x="2368860" y="3239"/>
                  </a:lnTo>
                  <a:lnTo>
                    <a:pt x="2368878" y="3259"/>
                  </a:lnTo>
                  <a:lnTo>
                    <a:pt x="2368891" y="3272"/>
                  </a:lnTo>
                  <a:lnTo>
                    <a:pt x="2368902" y="3283"/>
                  </a:lnTo>
                  <a:lnTo>
                    <a:pt x="2368929" y="3302"/>
                  </a:lnTo>
                  <a:lnTo>
                    <a:pt x="2368951" y="3320"/>
                  </a:lnTo>
                  <a:lnTo>
                    <a:pt x="2368984" y="3340"/>
                  </a:lnTo>
                  <a:lnTo>
                    <a:pt x="2369008" y="3352"/>
                  </a:lnTo>
                  <a:lnTo>
                    <a:pt x="2369041" y="3373"/>
                  </a:lnTo>
                  <a:lnTo>
                    <a:pt x="2369084" y="3393"/>
                  </a:lnTo>
                  <a:lnTo>
                    <a:pt x="2369129" y="3412"/>
                  </a:lnTo>
                  <a:lnTo>
                    <a:pt x="2369174" y="3430"/>
                  </a:lnTo>
                  <a:lnTo>
                    <a:pt x="2369208" y="3442"/>
                  </a:lnTo>
                  <a:lnTo>
                    <a:pt x="2369244" y="3452"/>
                  </a:lnTo>
                  <a:lnTo>
                    <a:pt x="2369283" y="3461"/>
                  </a:lnTo>
                  <a:lnTo>
                    <a:pt x="2369331" y="3470"/>
                  </a:lnTo>
                  <a:lnTo>
                    <a:pt x="2369374" y="3481"/>
                  </a:lnTo>
                  <a:lnTo>
                    <a:pt x="2369401" y="3485"/>
                  </a:lnTo>
                  <a:lnTo>
                    <a:pt x="2369452" y="3493"/>
                  </a:lnTo>
                  <a:lnTo>
                    <a:pt x="2369492" y="3497"/>
                  </a:lnTo>
                  <a:lnTo>
                    <a:pt x="2369564" y="3497"/>
                  </a:lnTo>
                  <a:lnTo>
                    <a:pt x="2369637" y="3496"/>
                  </a:lnTo>
                  <a:lnTo>
                    <a:pt x="2369721" y="3494"/>
                  </a:lnTo>
                  <a:lnTo>
                    <a:pt x="2369772" y="3490"/>
                  </a:lnTo>
                  <a:lnTo>
                    <a:pt x="2369821" y="3484"/>
                  </a:lnTo>
                  <a:lnTo>
                    <a:pt x="2369878" y="3476"/>
                  </a:lnTo>
                  <a:lnTo>
                    <a:pt x="2369923" y="3467"/>
                  </a:lnTo>
                  <a:lnTo>
                    <a:pt x="2369974" y="3459"/>
                  </a:lnTo>
                  <a:lnTo>
                    <a:pt x="2370026" y="3448"/>
                  </a:lnTo>
                  <a:lnTo>
                    <a:pt x="2370068" y="3440"/>
                  </a:lnTo>
                  <a:lnTo>
                    <a:pt x="2370107" y="3432"/>
                  </a:lnTo>
                  <a:lnTo>
                    <a:pt x="2370124" y="3425"/>
                  </a:lnTo>
                  <a:lnTo>
                    <a:pt x="2370137" y="3419"/>
                  </a:lnTo>
                  <a:lnTo>
                    <a:pt x="2370158" y="3412"/>
                  </a:lnTo>
                  <a:lnTo>
                    <a:pt x="2370193" y="3400"/>
                  </a:lnTo>
                  <a:lnTo>
                    <a:pt x="2370226" y="3383"/>
                  </a:lnTo>
                  <a:lnTo>
                    <a:pt x="2370266" y="3363"/>
                  </a:lnTo>
                  <a:lnTo>
                    <a:pt x="2370314" y="3336"/>
                  </a:lnTo>
                  <a:lnTo>
                    <a:pt x="2370359" y="3308"/>
                  </a:lnTo>
                  <a:lnTo>
                    <a:pt x="2370402" y="3285"/>
                  </a:lnTo>
                  <a:lnTo>
                    <a:pt x="2370422" y="3271"/>
                  </a:lnTo>
                  <a:lnTo>
                    <a:pt x="2370453" y="3250"/>
                  </a:lnTo>
                  <a:lnTo>
                    <a:pt x="2370504" y="3220"/>
                  </a:lnTo>
                  <a:lnTo>
                    <a:pt x="2370558" y="3185"/>
                  </a:lnTo>
                  <a:lnTo>
                    <a:pt x="2370609" y="3156"/>
                  </a:lnTo>
                  <a:lnTo>
                    <a:pt x="2370658" y="3119"/>
                  </a:lnTo>
                  <a:lnTo>
                    <a:pt x="2370703" y="3084"/>
                  </a:lnTo>
                  <a:lnTo>
                    <a:pt x="2370727" y="3061"/>
                  </a:lnTo>
                  <a:lnTo>
                    <a:pt x="2370751" y="3037"/>
                  </a:lnTo>
                  <a:lnTo>
                    <a:pt x="2370769" y="3019"/>
                  </a:lnTo>
                  <a:lnTo>
                    <a:pt x="2370796" y="2992"/>
                  </a:lnTo>
                  <a:lnTo>
                    <a:pt x="2370832" y="2953"/>
                  </a:lnTo>
                  <a:lnTo>
                    <a:pt x="2370857" y="2924"/>
                  </a:lnTo>
                  <a:lnTo>
                    <a:pt x="2370881" y="2894"/>
                  </a:lnTo>
                  <a:lnTo>
                    <a:pt x="2370917" y="2845"/>
                  </a:lnTo>
                  <a:lnTo>
                    <a:pt x="2370950" y="2797"/>
                  </a:lnTo>
                  <a:lnTo>
                    <a:pt x="2370980" y="2748"/>
                  </a:lnTo>
                  <a:lnTo>
                    <a:pt x="2370998" y="2716"/>
                  </a:lnTo>
                  <a:lnTo>
                    <a:pt x="2371022" y="2664"/>
                  </a:lnTo>
                  <a:lnTo>
                    <a:pt x="2371055" y="2598"/>
                  </a:lnTo>
                  <a:lnTo>
                    <a:pt x="2371076" y="2556"/>
                  </a:lnTo>
                  <a:lnTo>
                    <a:pt x="2371094" y="2527"/>
                  </a:lnTo>
                  <a:lnTo>
                    <a:pt x="2371121" y="2476"/>
                  </a:lnTo>
                  <a:lnTo>
                    <a:pt x="2371145" y="2421"/>
                  </a:lnTo>
                  <a:lnTo>
                    <a:pt x="2371160" y="2378"/>
                  </a:lnTo>
                  <a:lnTo>
                    <a:pt x="2371185" y="2318"/>
                  </a:lnTo>
                  <a:lnTo>
                    <a:pt x="2371196" y="2278"/>
                  </a:lnTo>
                  <a:lnTo>
                    <a:pt x="2371211" y="2237"/>
                  </a:lnTo>
                  <a:lnTo>
                    <a:pt x="2371226" y="2185"/>
                  </a:lnTo>
                  <a:lnTo>
                    <a:pt x="2371250" y="2130"/>
                  </a:lnTo>
                  <a:lnTo>
                    <a:pt x="2371265" y="2099"/>
                  </a:lnTo>
                  <a:lnTo>
                    <a:pt x="2371283" y="2077"/>
                  </a:lnTo>
                  <a:lnTo>
                    <a:pt x="2371301" y="2054"/>
                  </a:lnTo>
                  <a:lnTo>
                    <a:pt x="2371326" y="2031"/>
                  </a:lnTo>
                  <a:lnTo>
                    <a:pt x="2371337" y="2017"/>
                  </a:lnTo>
                  <a:lnTo>
                    <a:pt x="2371347" y="2005"/>
                  </a:lnTo>
                  <a:lnTo>
                    <a:pt x="2371358" y="1978"/>
                  </a:lnTo>
                  <a:lnTo>
                    <a:pt x="2371380" y="1944"/>
                  </a:lnTo>
                  <a:lnTo>
                    <a:pt x="2371391" y="1915"/>
                  </a:lnTo>
                  <a:lnTo>
                    <a:pt x="2371404" y="1886"/>
                  </a:lnTo>
                  <a:lnTo>
                    <a:pt x="2371425" y="1823"/>
                  </a:lnTo>
                  <a:lnTo>
                    <a:pt x="2371437" y="1768"/>
                  </a:lnTo>
                  <a:lnTo>
                    <a:pt x="2371442" y="1727"/>
                  </a:lnTo>
                  <a:lnTo>
                    <a:pt x="2371445" y="1661"/>
                  </a:lnTo>
                  <a:lnTo>
                    <a:pt x="2371448" y="1635"/>
                  </a:lnTo>
                  <a:lnTo>
                    <a:pt x="2371448" y="1573"/>
                  </a:lnTo>
                  <a:lnTo>
                    <a:pt x="2371448" y="1536"/>
                  </a:lnTo>
                  <a:lnTo>
                    <a:pt x="2371451" y="1504"/>
                  </a:lnTo>
                  <a:lnTo>
                    <a:pt x="2371454" y="1459"/>
                  </a:lnTo>
                  <a:lnTo>
                    <a:pt x="2371457" y="1401"/>
                  </a:lnTo>
                  <a:lnTo>
                    <a:pt x="2371459" y="1358"/>
                  </a:lnTo>
                  <a:lnTo>
                    <a:pt x="2371460" y="1334"/>
                  </a:lnTo>
                  <a:lnTo>
                    <a:pt x="2371465" y="1299"/>
                  </a:lnTo>
                  <a:lnTo>
                    <a:pt x="2371465" y="1266"/>
                  </a:lnTo>
                  <a:lnTo>
                    <a:pt x="2371468" y="1219"/>
                  </a:lnTo>
                  <a:lnTo>
                    <a:pt x="2371468" y="1176"/>
                  </a:lnTo>
                  <a:lnTo>
                    <a:pt x="2371471" y="1135"/>
                  </a:lnTo>
                  <a:lnTo>
                    <a:pt x="2371471" y="1097"/>
                  </a:lnTo>
                  <a:lnTo>
                    <a:pt x="2371471" y="1064"/>
                  </a:lnTo>
                  <a:lnTo>
                    <a:pt x="2371470" y="1035"/>
                  </a:lnTo>
                  <a:lnTo>
                    <a:pt x="2371477" y="999"/>
                  </a:lnTo>
                  <a:lnTo>
                    <a:pt x="2371477" y="982"/>
                  </a:lnTo>
                  <a:lnTo>
                    <a:pt x="2371485" y="935"/>
                  </a:lnTo>
                  <a:lnTo>
                    <a:pt x="2371491" y="908"/>
                  </a:lnTo>
                  <a:lnTo>
                    <a:pt x="2371504" y="879"/>
                  </a:lnTo>
                  <a:lnTo>
                    <a:pt x="2371510" y="865"/>
                  </a:lnTo>
                  <a:lnTo>
                    <a:pt x="2371518" y="849"/>
                  </a:lnTo>
                  <a:lnTo>
                    <a:pt x="2371539" y="818"/>
                  </a:lnTo>
                  <a:lnTo>
                    <a:pt x="2371560" y="794"/>
                  </a:lnTo>
                  <a:lnTo>
                    <a:pt x="2371567" y="781"/>
                  </a:lnTo>
                  <a:lnTo>
                    <a:pt x="2371594" y="761"/>
                  </a:lnTo>
                  <a:lnTo>
                    <a:pt x="2371621" y="736"/>
                  </a:lnTo>
                  <a:lnTo>
                    <a:pt x="2371654" y="718"/>
                  </a:lnTo>
                  <a:lnTo>
                    <a:pt x="2371690" y="695"/>
                  </a:lnTo>
                  <a:lnTo>
                    <a:pt x="2371720" y="677"/>
                  </a:lnTo>
                  <a:lnTo>
                    <a:pt x="2371757" y="659"/>
                  </a:lnTo>
                  <a:lnTo>
                    <a:pt x="2371805" y="632"/>
                  </a:lnTo>
                  <a:lnTo>
                    <a:pt x="2371838" y="618"/>
                  </a:lnTo>
                  <a:lnTo>
                    <a:pt x="2371878" y="603"/>
                  </a:lnTo>
                  <a:lnTo>
                    <a:pt x="2371908" y="591"/>
                  </a:lnTo>
                  <a:lnTo>
                    <a:pt x="2371953" y="582"/>
                  </a:lnTo>
                  <a:lnTo>
                    <a:pt x="2372007" y="578"/>
                  </a:lnTo>
                  <a:lnTo>
                    <a:pt x="2372047" y="576"/>
                  </a:lnTo>
                  <a:lnTo>
                    <a:pt x="2372113" y="572"/>
                  </a:lnTo>
                  <a:lnTo>
                    <a:pt x="2372225" y="572"/>
                  </a:lnTo>
                  <a:lnTo>
                    <a:pt x="2372338" y="574"/>
                  </a:lnTo>
                  <a:lnTo>
                    <a:pt x="2372401" y="576"/>
                  </a:lnTo>
                  <a:lnTo>
                    <a:pt x="2372453" y="578"/>
                  </a:lnTo>
                  <a:lnTo>
                    <a:pt x="2372480" y="580"/>
                  </a:lnTo>
                  <a:lnTo>
                    <a:pt x="2372528" y="588"/>
                  </a:lnTo>
                  <a:lnTo>
                    <a:pt x="2372592" y="601"/>
                  </a:lnTo>
                  <a:lnTo>
                    <a:pt x="2372643" y="609"/>
                  </a:lnTo>
                  <a:lnTo>
                    <a:pt x="2372682" y="616"/>
                  </a:lnTo>
                </a:path>
              </a:pathLst>
            </a:custGeom>
            <a:ln w="813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l1544"/>
            <p:cNvSpPr/>
            <p:nvPr/>
          </p:nvSpPr>
          <p:spPr>
            <a:xfrm>
              <a:off x="4793790" y="5382391"/>
              <a:ext cx="6797" cy="1814"/>
            </a:xfrm>
            <a:custGeom>
              <a:avLst/>
              <a:pathLst>
                <a:path w="6797" h="1814">
                  <a:moveTo>
                    <a:pt x="0" y="1814"/>
                  </a:moveTo>
                  <a:lnTo>
                    <a:pt x="1346" y="1608"/>
                  </a:lnTo>
                  <a:lnTo>
                    <a:pt x="2538" y="1221"/>
                  </a:lnTo>
                  <a:lnTo>
                    <a:pt x="4235" y="739"/>
                  </a:lnTo>
                  <a:lnTo>
                    <a:pt x="5516" y="388"/>
                  </a:lnTo>
                  <a:lnTo>
                    <a:pt x="6797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l1545"/>
            <p:cNvSpPr/>
            <p:nvPr/>
          </p:nvSpPr>
          <p:spPr>
            <a:xfrm>
              <a:off x="4780622" y="5385814"/>
              <a:ext cx="6623" cy="556"/>
            </a:xfrm>
            <a:custGeom>
              <a:avLst/>
              <a:pathLst>
                <a:path w="6623" h="556">
                  <a:moveTo>
                    <a:pt x="0" y="556"/>
                  </a:moveTo>
                  <a:lnTo>
                    <a:pt x="957" y="539"/>
                  </a:lnTo>
                  <a:lnTo>
                    <a:pt x="1663" y="503"/>
                  </a:lnTo>
                  <a:lnTo>
                    <a:pt x="2382" y="490"/>
                  </a:lnTo>
                  <a:lnTo>
                    <a:pt x="3287" y="351"/>
                  </a:lnTo>
                  <a:lnTo>
                    <a:pt x="4458" y="233"/>
                  </a:lnTo>
                  <a:lnTo>
                    <a:pt x="5605" y="189"/>
                  </a:lnTo>
                  <a:lnTo>
                    <a:pt x="662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l1546"/>
            <p:cNvSpPr/>
            <p:nvPr/>
          </p:nvSpPr>
          <p:spPr>
            <a:xfrm>
              <a:off x="4763967" y="5387817"/>
              <a:ext cx="5915" cy="2771"/>
            </a:xfrm>
            <a:custGeom>
              <a:avLst/>
              <a:pathLst>
                <a:path w="5915" h="2771">
                  <a:moveTo>
                    <a:pt x="0" y="2771"/>
                  </a:moveTo>
                  <a:lnTo>
                    <a:pt x="707" y="2263"/>
                  </a:lnTo>
                  <a:lnTo>
                    <a:pt x="1492" y="1865"/>
                  </a:lnTo>
                  <a:lnTo>
                    <a:pt x="2315" y="1441"/>
                  </a:lnTo>
                  <a:lnTo>
                    <a:pt x="2974" y="1033"/>
                  </a:lnTo>
                  <a:lnTo>
                    <a:pt x="3723" y="697"/>
                  </a:lnTo>
                  <a:lnTo>
                    <a:pt x="4512" y="459"/>
                  </a:lnTo>
                  <a:lnTo>
                    <a:pt x="5252" y="259"/>
                  </a:lnTo>
                  <a:lnTo>
                    <a:pt x="591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l1547"/>
            <p:cNvSpPr/>
            <p:nvPr/>
          </p:nvSpPr>
          <p:spPr>
            <a:xfrm>
              <a:off x="4753457" y="5392834"/>
              <a:ext cx="5835" cy="2497"/>
            </a:xfrm>
            <a:custGeom>
              <a:avLst/>
              <a:pathLst>
                <a:path w="5835" h="2497">
                  <a:moveTo>
                    <a:pt x="0" y="2497"/>
                  </a:moveTo>
                  <a:lnTo>
                    <a:pt x="903" y="2341"/>
                  </a:lnTo>
                  <a:lnTo>
                    <a:pt x="1568" y="2240"/>
                  </a:lnTo>
                  <a:lnTo>
                    <a:pt x="2594" y="1958"/>
                  </a:lnTo>
                  <a:lnTo>
                    <a:pt x="3716" y="1489"/>
                  </a:lnTo>
                  <a:lnTo>
                    <a:pt x="4673" y="950"/>
                  </a:lnTo>
                  <a:lnTo>
                    <a:pt x="5478" y="353"/>
                  </a:lnTo>
                  <a:lnTo>
                    <a:pt x="583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l1548"/>
            <p:cNvSpPr/>
            <p:nvPr/>
          </p:nvSpPr>
          <p:spPr>
            <a:xfrm>
              <a:off x="4743198" y="5396066"/>
              <a:ext cx="4210" cy="827"/>
            </a:xfrm>
            <a:custGeom>
              <a:avLst/>
              <a:pathLst>
                <a:path w="4210" h="827">
                  <a:moveTo>
                    <a:pt x="0" y="827"/>
                  </a:moveTo>
                  <a:lnTo>
                    <a:pt x="500" y="704"/>
                  </a:lnTo>
                  <a:lnTo>
                    <a:pt x="962" y="557"/>
                  </a:lnTo>
                  <a:lnTo>
                    <a:pt x="1337" y="462"/>
                  </a:lnTo>
                  <a:lnTo>
                    <a:pt x="1699" y="354"/>
                  </a:lnTo>
                  <a:lnTo>
                    <a:pt x="1885" y="251"/>
                  </a:lnTo>
                  <a:lnTo>
                    <a:pt x="2299" y="167"/>
                  </a:lnTo>
                  <a:lnTo>
                    <a:pt x="3014" y="88"/>
                  </a:lnTo>
                  <a:lnTo>
                    <a:pt x="3629" y="0"/>
                  </a:lnTo>
                  <a:lnTo>
                    <a:pt x="4210" y="6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l1549"/>
            <p:cNvSpPr/>
            <p:nvPr/>
          </p:nvSpPr>
          <p:spPr>
            <a:xfrm>
              <a:off x="4787510" y="5725580"/>
              <a:ext cx="13359" cy="59375"/>
            </a:xfrm>
            <a:custGeom>
              <a:avLst/>
              <a:pathLst>
                <a:path w="13359" h="59375">
                  <a:moveTo>
                    <a:pt x="0" y="59375"/>
                  </a:moveTo>
                  <a:lnTo>
                    <a:pt x="1335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l1550"/>
            <p:cNvSpPr/>
            <p:nvPr/>
          </p:nvSpPr>
          <p:spPr>
            <a:xfrm>
              <a:off x="4724404" y="5880120"/>
              <a:ext cx="34932" cy="46822"/>
            </a:xfrm>
            <a:custGeom>
              <a:avLst/>
              <a:pathLst>
                <a:path w="34932" h="46822">
                  <a:moveTo>
                    <a:pt x="0" y="46822"/>
                  </a:moveTo>
                  <a:lnTo>
                    <a:pt x="3493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l1551"/>
            <p:cNvSpPr/>
            <p:nvPr/>
          </p:nvSpPr>
          <p:spPr>
            <a:xfrm>
              <a:off x="4515701" y="5929522"/>
              <a:ext cx="4682" cy="597"/>
            </a:xfrm>
            <a:custGeom>
              <a:avLst/>
              <a:pathLst>
                <a:path w="4682" h="597">
                  <a:moveTo>
                    <a:pt x="0" y="597"/>
                  </a:moveTo>
                  <a:lnTo>
                    <a:pt x="484" y="465"/>
                  </a:lnTo>
                  <a:lnTo>
                    <a:pt x="816" y="224"/>
                  </a:lnTo>
                  <a:lnTo>
                    <a:pt x="1150" y="156"/>
                  </a:lnTo>
                  <a:lnTo>
                    <a:pt x="1402" y="16"/>
                  </a:lnTo>
                  <a:lnTo>
                    <a:pt x="1634" y="0"/>
                  </a:lnTo>
                  <a:lnTo>
                    <a:pt x="2016" y="5"/>
                  </a:lnTo>
                  <a:lnTo>
                    <a:pt x="2479" y="58"/>
                  </a:lnTo>
                  <a:lnTo>
                    <a:pt x="2874" y="76"/>
                  </a:lnTo>
                  <a:lnTo>
                    <a:pt x="3210" y="119"/>
                  </a:lnTo>
                  <a:lnTo>
                    <a:pt x="3917" y="156"/>
                  </a:lnTo>
                  <a:lnTo>
                    <a:pt x="4299" y="149"/>
                  </a:lnTo>
                  <a:lnTo>
                    <a:pt x="4682" y="241"/>
                  </a:lnTo>
                  <a:lnTo>
                    <a:pt x="4682" y="22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l1552"/>
            <p:cNvSpPr/>
            <p:nvPr/>
          </p:nvSpPr>
          <p:spPr>
            <a:xfrm>
              <a:off x="4512889" y="5931953"/>
              <a:ext cx="740" cy="588"/>
            </a:xfrm>
            <a:custGeom>
              <a:avLst/>
              <a:pathLst>
                <a:path w="740" h="588">
                  <a:moveTo>
                    <a:pt x="651" y="564"/>
                  </a:moveTo>
                  <a:lnTo>
                    <a:pt x="740" y="365"/>
                  </a:lnTo>
                  <a:lnTo>
                    <a:pt x="645" y="169"/>
                  </a:lnTo>
                  <a:lnTo>
                    <a:pt x="480" y="0"/>
                  </a:lnTo>
                  <a:lnTo>
                    <a:pt x="272" y="3"/>
                  </a:lnTo>
                  <a:lnTo>
                    <a:pt x="123" y="80"/>
                  </a:lnTo>
                  <a:lnTo>
                    <a:pt x="0" y="342"/>
                  </a:lnTo>
                  <a:lnTo>
                    <a:pt x="60" y="489"/>
                  </a:lnTo>
                  <a:lnTo>
                    <a:pt x="131" y="574"/>
                  </a:lnTo>
                  <a:lnTo>
                    <a:pt x="151" y="58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l1553"/>
            <p:cNvSpPr/>
            <p:nvPr/>
          </p:nvSpPr>
          <p:spPr>
            <a:xfrm>
              <a:off x="4515855" y="5932475"/>
              <a:ext cx="420" cy="251"/>
            </a:xfrm>
            <a:custGeom>
              <a:avLst/>
              <a:pathLst>
                <a:path w="420" h="251">
                  <a:moveTo>
                    <a:pt x="0" y="0"/>
                  </a:moveTo>
                  <a:lnTo>
                    <a:pt x="117" y="47"/>
                  </a:lnTo>
                  <a:lnTo>
                    <a:pt x="278" y="68"/>
                  </a:lnTo>
                  <a:lnTo>
                    <a:pt x="408" y="214"/>
                  </a:lnTo>
                  <a:lnTo>
                    <a:pt x="420" y="25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l1554"/>
            <p:cNvSpPr/>
            <p:nvPr/>
          </p:nvSpPr>
          <p:spPr>
            <a:xfrm>
              <a:off x="4517046" y="5932239"/>
              <a:ext cx="451" cy="541"/>
            </a:xfrm>
            <a:custGeom>
              <a:avLst/>
              <a:pathLst>
                <a:path w="451" h="541">
                  <a:moveTo>
                    <a:pt x="451" y="230"/>
                  </a:moveTo>
                  <a:lnTo>
                    <a:pt x="380" y="108"/>
                  </a:lnTo>
                  <a:lnTo>
                    <a:pt x="216" y="0"/>
                  </a:lnTo>
                  <a:lnTo>
                    <a:pt x="44" y="89"/>
                  </a:lnTo>
                  <a:lnTo>
                    <a:pt x="0" y="189"/>
                  </a:lnTo>
                  <a:lnTo>
                    <a:pt x="1" y="312"/>
                  </a:lnTo>
                  <a:lnTo>
                    <a:pt x="106" y="372"/>
                  </a:lnTo>
                  <a:lnTo>
                    <a:pt x="212" y="481"/>
                  </a:lnTo>
                  <a:lnTo>
                    <a:pt x="241" y="54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l1555"/>
            <p:cNvSpPr/>
            <p:nvPr/>
          </p:nvSpPr>
          <p:spPr>
            <a:xfrm>
              <a:off x="4515720" y="5932651"/>
              <a:ext cx="339" cy="350"/>
            </a:xfrm>
            <a:custGeom>
              <a:avLst/>
              <a:pathLst>
                <a:path w="339" h="350">
                  <a:moveTo>
                    <a:pt x="339" y="350"/>
                  </a:moveTo>
                  <a:lnTo>
                    <a:pt x="141" y="268"/>
                  </a:lnTo>
                  <a:lnTo>
                    <a:pt x="59" y="220"/>
                  </a:lnTo>
                  <a:lnTo>
                    <a:pt x="0" y="73"/>
                  </a:lnTo>
                  <a:lnTo>
                    <a:pt x="1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l1556"/>
            <p:cNvSpPr/>
            <p:nvPr/>
          </p:nvSpPr>
          <p:spPr>
            <a:xfrm>
              <a:off x="4512682" y="5932674"/>
              <a:ext cx="242" cy="535"/>
            </a:xfrm>
            <a:custGeom>
              <a:avLst/>
              <a:pathLst>
                <a:path w="242" h="535">
                  <a:moveTo>
                    <a:pt x="242" y="0"/>
                  </a:moveTo>
                  <a:lnTo>
                    <a:pt x="54" y="168"/>
                  </a:lnTo>
                  <a:lnTo>
                    <a:pt x="0" y="378"/>
                  </a:lnTo>
                  <a:lnTo>
                    <a:pt x="93" y="401"/>
                  </a:lnTo>
                  <a:lnTo>
                    <a:pt x="152" y="524"/>
                  </a:lnTo>
                  <a:lnTo>
                    <a:pt x="222" y="535"/>
                  </a:lnTo>
                  <a:lnTo>
                    <a:pt x="233" y="52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l1557"/>
            <p:cNvSpPr/>
            <p:nvPr/>
          </p:nvSpPr>
          <p:spPr>
            <a:xfrm>
              <a:off x="4517209" y="5932991"/>
              <a:ext cx="394" cy="517"/>
            </a:xfrm>
            <a:custGeom>
              <a:avLst/>
              <a:pathLst>
                <a:path w="394" h="517">
                  <a:moveTo>
                    <a:pt x="146" y="0"/>
                  </a:moveTo>
                  <a:lnTo>
                    <a:pt x="43" y="112"/>
                  </a:lnTo>
                  <a:lnTo>
                    <a:pt x="0" y="212"/>
                  </a:lnTo>
                  <a:lnTo>
                    <a:pt x="13" y="348"/>
                  </a:lnTo>
                  <a:lnTo>
                    <a:pt x="37" y="434"/>
                  </a:lnTo>
                  <a:lnTo>
                    <a:pt x="142" y="506"/>
                  </a:lnTo>
                  <a:lnTo>
                    <a:pt x="189" y="517"/>
                  </a:lnTo>
                  <a:lnTo>
                    <a:pt x="350" y="428"/>
                  </a:lnTo>
                  <a:lnTo>
                    <a:pt x="394" y="341"/>
                  </a:lnTo>
                  <a:lnTo>
                    <a:pt x="370" y="230"/>
                  </a:lnTo>
                  <a:lnTo>
                    <a:pt x="369" y="20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l1558"/>
            <p:cNvSpPr/>
            <p:nvPr/>
          </p:nvSpPr>
          <p:spPr>
            <a:xfrm>
              <a:off x="4513167" y="5933127"/>
              <a:ext cx="913" cy="690"/>
            </a:xfrm>
            <a:custGeom>
              <a:avLst/>
              <a:pathLst>
                <a:path w="913" h="690">
                  <a:moveTo>
                    <a:pt x="183" y="0"/>
                  </a:moveTo>
                  <a:lnTo>
                    <a:pt x="415" y="86"/>
                  </a:lnTo>
                  <a:lnTo>
                    <a:pt x="681" y="246"/>
                  </a:lnTo>
                  <a:lnTo>
                    <a:pt x="855" y="357"/>
                  </a:lnTo>
                  <a:lnTo>
                    <a:pt x="913" y="554"/>
                  </a:lnTo>
                  <a:lnTo>
                    <a:pt x="855" y="690"/>
                  </a:lnTo>
                  <a:lnTo>
                    <a:pt x="624" y="654"/>
                  </a:lnTo>
                  <a:lnTo>
                    <a:pt x="335" y="642"/>
                  </a:lnTo>
                  <a:lnTo>
                    <a:pt x="11" y="568"/>
                  </a:lnTo>
                  <a:lnTo>
                    <a:pt x="0" y="432"/>
                  </a:lnTo>
                  <a:lnTo>
                    <a:pt x="69" y="370"/>
                  </a:lnTo>
                  <a:lnTo>
                    <a:pt x="173" y="333"/>
                  </a:lnTo>
                  <a:lnTo>
                    <a:pt x="288" y="321"/>
                  </a:lnTo>
                  <a:lnTo>
                    <a:pt x="230" y="185"/>
                  </a:lnTo>
                  <a:lnTo>
                    <a:pt x="172" y="61"/>
                  </a:lnTo>
                  <a:lnTo>
                    <a:pt x="18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l1559"/>
            <p:cNvSpPr/>
            <p:nvPr/>
          </p:nvSpPr>
          <p:spPr>
            <a:xfrm>
              <a:off x="4512490" y="5933328"/>
              <a:ext cx="1109" cy="675"/>
            </a:xfrm>
            <a:custGeom>
              <a:avLst/>
              <a:pathLst>
                <a:path w="1109" h="675">
                  <a:moveTo>
                    <a:pt x="0" y="0"/>
                  </a:moveTo>
                  <a:lnTo>
                    <a:pt x="25" y="147"/>
                  </a:lnTo>
                  <a:lnTo>
                    <a:pt x="88" y="430"/>
                  </a:lnTo>
                  <a:lnTo>
                    <a:pt x="286" y="525"/>
                  </a:lnTo>
                  <a:lnTo>
                    <a:pt x="461" y="621"/>
                  </a:lnTo>
                  <a:lnTo>
                    <a:pt x="670" y="654"/>
                  </a:lnTo>
                  <a:lnTo>
                    <a:pt x="844" y="675"/>
                  </a:lnTo>
                  <a:lnTo>
                    <a:pt x="1086" y="646"/>
                  </a:lnTo>
                  <a:lnTo>
                    <a:pt x="1109" y="62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l1560"/>
            <p:cNvSpPr/>
            <p:nvPr/>
          </p:nvSpPr>
          <p:spPr>
            <a:xfrm>
              <a:off x="4514599" y="5930159"/>
              <a:ext cx="8369" cy="9888"/>
            </a:xfrm>
            <a:custGeom>
              <a:avLst/>
              <a:pathLst>
                <a:path w="8369" h="9888">
                  <a:moveTo>
                    <a:pt x="1041" y="9666"/>
                  </a:moveTo>
                  <a:lnTo>
                    <a:pt x="1177" y="9744"/>
                  </a:lnTo>
                  <a:lnTo>
                    <a:pt x="1246" y="9791"/>
                  </a:lnTo>
                  <a:lnTo>
                    <a:pt x="1385" y="9799"/>
                  </a:lnTo>
                  <a:lnTo>
                    <a:pt x="1534" y="9745"/>
                  </a:lnTo>
                  <a:lnTo>
                    <a:pt x="1720" y="9777"/>
                  </a:lnTo>
                  <a:lnTo>
                    <a:pt x="1860" y="9822"/>
                  </a:lnTo>
                  <a:lnTo>
                    <a:pt x="2185" y="9861"/>
                  </a:lnTo>
                  <a:lnTo>
                    <a:pt x="2499" y="9888"/>
                  </a:lnTo>
                  <a:lnTo>
                    <a:pt x="2764" y="9856"/>
                  </a:lnTo>
                  <a:lnTo>
                    <a:pt x="3028" y="9773"/>
                  </a:lnTo>
                  <a:lnTo>
                    <a:pt x="3303" y="9679"/>
                  </a:lnTo>
                  <a:lnTo>
                    <a:pt x="3636" y="9570"/>
                  </a:lnTo>
                  <a:lnTo>
                    <a:pt x="3856" y="9551"/>
                  </a:lnTo>
                  <a:lnTo>
                    <a:pt x="4132" y="9493"/>
                  </a:lnTo>
                  <a:lnTo>
                    <a:pt x="4316" y="9450"/>
                  </a:lnTo>
                  <a:lnTo>
                    <a:pt x="4489" y="9420"/>
                  </a:lnTo>
                  <a:lnTo>
                    <a:pt x="4730" y="9339"/>
                  </a:lnTo>
                  <a:lnTo>
                    <a:pt x="5073" y="9193"/>
                  </a:lnTo>
                  <a:lnTo>
                    <a:pt x="5370" y="9048"/>
                  </a:lnTo>
                  <a:lnTo>
                    <a:pt x="5691" y="8927"/>
                  </a:lnTo>
                  <a:lnTo>
                    <a:pt x="5987" y="8721"/>
                  </a:lnTo>
                  <a:lnTo>
                    <a:pt x="6246" y="8441"/>
                  </a:lnTo>
                  <a:lnTo>
                    <a:pt x="6324" y="8340"/>
                  </a:lnTo>
                  <a:lnTo>
                    <a:pt x="6490" y="8039"/>
                  </a:lnTo>
                  <a:lnTo>
                    <a:pt x="6616" y="7961"/>
                  </a:lnTo>
                  <a:lnTo>
                    <a:pt x="6876" y="7768"/>
                  </a:lnTo>
                  <a:lnTo>
                    <a:pt x="7147" y="7488"/>
                  </a:lnTo>
                  <a:lnTo>
                    <a:pt x="7372" y="7222"/>
                  </a:lnTo>
                  <a:lnTo>
                    <a:pt x="7571" y="6871"/>
                  </a:lnTo>
                  <a:lnTo>
                    <a:pt x="7745" y="6446"/>
                  </a:lnTo>
                  <a:lnTo>
                    <a:pt x="7811" y="6321"/>
                  </a:lnTo>
                  <a:lnTo>
                    <a:pt x="7876" y="6134"/>
                  </a:lnTo>
                  <a:lnTo>
                    <a:pt x="7986" y="5908"/>
                  </a:lnTo>
                  <a:lnTo>
                    <a:pt x="8081" y="5572"/>
                  </a:lnTo>
                  <a:lnTo>
                    <a:pt x="8200" y="5248"/>
                  </a:lnTo>
                  <a:lnTo>
                    <a:pt x="8262" y="4950"/>
                  </a:lnTo>
                  <a:lnTo>
                    <a:pt x="8301" y="4677"/>
                  </a:lnTo>
                  <a:lnTo>
                    <a:pt x="8330" y="4466"/>
                  </a:lnTo>
                  <a:lnTo>
                    <a:pt x="8369" y="4157"/>
                  </a:lnTo>
                  <a:lnTo>
                    <a:pt x="8369" y="3737"/>
                  </a:lnTo>
                  <a:lnTo>
                    <a:pt x="8306" y="3122"/>
                  </a:lnTo>
                  <a:lnTo>
                    <a:pt x="8299" y="2813"/>
                  </a:lnTo>
                  <a:lnTo>
                    <a:pt x="8290" y="2517"/>
                  </a:lnTo>
                  <a:lnTo>
                    <a:pt x="8238" y="2297"/>
                  </a:lnTo>
                  <a:lnTo>
                    <a:pt x="8148" y="1966"/>
                  </a:lnTo>
                  <a:lnTo>
                    <a:pt x="7976" y="1564"/>
                  </a:lnTo>
                  <a:lnTo>
                    <a:pt x="7789" y="1064"/>
                  </a:lnTo>
                  <a:lnTo>
                    <a:pt x="7575" y="441"/>
                  </a:lnTo>
                  <a:lnTo>
                    <a:pt x="7264" y="92"/>
                  </a:lnTo>
                  <a:lnTo>
                    <a:pt x="7065" y="0"/>
                  </a:lnTo>
                  <a:lnTo>
                    <a:pt x="6972" y="15"/>
                  </a:lnTo>
                  <a:lnTo>
                    <a:pt x="6812" y="94"/>
                  </a:lnTo>
                  <a:lnTo>
                    <a:pt x="6559" y="151"/>
                  </a:lnTo>
                  <a:lnTo>
                    <a:pt x="6492" y="264"/>
                  </a:lnTo>
                  <a:lnTo>
                    <a:pt x="6537" y="632"/>
                  </a:lnTo>
                  <a:lnTo>
                    <a:pt x="6656" y="740"/>
                  </a:lnTo>
                  <a:lnTo>
                    <a:pt x="6949" y="1287"/>
                  </a:lnTo>
                  <a:lnTo>
                    <a:pt x="7047" y="1506"/>
                  </a:lnTo>
                  <a:lnTo>
                    <a:pt x="7149" y="1848"/>
                  </a:lnTo>
                  <a:lnTo>
                    <a:pt x="7237" y="2117"/>
                  </a:lnTo>
                  <a:lnTo>
                    <a:pt x="7329" y="2522"/>
                  </a:lnTo>
                  <a:lnTo>
                    <a:pt x="7359" y="2817"/>
                  </a:lnTo>
                  <a:lnTo>
                    <a:pt x="7388" y="3026"/>
                  </a:lnTo>
                  <a:lnTo>
                    <a:pt x="7479" y="3406"/>
                  </a:lnTo>
                  <a:lnTo>
                    <a:pt x="7483" y="3517"/>
                  </a:lnTo>
                  <a:lnTo>
                    <a:pt x="7463" y="3678"/>
                  </a:lnTo>
                  <a:lnTo>
                    <a:pt x="7453" y="4147"/>
                  </a:lnTo>
                  <a:lnTo>
                    <a:pt x="7450" y="4493"/>
                  </a:lnTo>
                  <a:lnTo>
                    <a:pt x="7434" y="4765"/>
                  </a:lnTo>
                  <a:lnTo>
                    <a:pt x="7349" y="5026"/>
                  </a:lnTo>
                  <a:lnTo>
                    <a:pt x="7241" y="5326"/>
                  </a:lnTo>
                  <a:lnTo>
                    <a:pt x="7110" y="5638"/>
                  </a:lnTo>
                  <a:lnTo>
                    <a:pt x="6978" y="5877"/>
                  </a:lnTo>
                  <a:lnTo>
                    <a:pt x="6914" y="6089"/>
                  </a:lnTo>
                  <a:lnTo>
                    <a:pt x="6588" y="6481"/>
                  </a:lnTo>
                  <a:lnTo>
                    <a:pt x="6420" y="6683"/>
                  </a:lnTo>
                  <a:lnTo>
                    <a:pt x="6151" y="7049"/>
                  </a:lnTo>
                  <a:lnTo>
                    <a:pt x="6040" y="7213"/>
                  </a:lnTo>
                  <a:lnTo>
                    <a:pt x="5894" y="7403"/>
                  </a:lnTo>
                  <a:lnTo>
                    <a:pt x="5637" y="7756"/>
                  </a:lnTo>
                  <a:lnTo>
                    <a:pt x="5503" y="7933"/>
                  </a:lnTo>
                  <a:lnTo>
                    <a:pt x="5299" y="8100"/>
                  </a:lnTo>
                  <a:lnTo>
                    <a:pt x="5049" y="8280"/>
                  </a:lnTo>
                  <a:lnTo>
                    <a:pt x="4820" y="8373"/>
                  </a:lnTo>
                  <a:lnTo>
                    <a:pt x="4522" y="8494"/>
                  </a:lnTo>
                  <a:lnTo>
                    <a:pt x="4086" y="8630"/>
                  </a:lnTo>
                  <a:lnTo>
                    <a:pt x="3901" y="8685"/>
                  </a:lnTo>
                  <a:lnTo>
                    <a:pt x="3694" y="8704"/>
                  </a:lnTo>
                  <a:lnTo>
                    <a:pt x="3532" y="8709"/>
                  </a:lnTo>
                  <a:lnTo>
                    <a:pt x="3256" y="8791"/>
                  </a:lnTo>
                  <a:lnTo>
                    <a:pt x="3050" y="8859"/>
                  </a:lnTo>
                  <a:lnTo>
                    <a:pt x="2786" y="8966"/>
                  </a:lnTo>
                  <a:lnTo>
                    <a:pt x="2304" y="9117"/>
                  </a:lnTo>
                  <a:lnTo>
                    <a:pt x="1954" y="9029"/>
                  </a:lnTo>
                  <a:lnTo>
                    <a:pt x="1697" y="8938"/>
                  </a:lnTo>
                  <a:lnTo>
                    <a:pt x="1393" y="8824"/>
                  </a:lnTo>
                  <a:lnTo>
                    <a:pt x="1075" y="8649"/>
                  </a:lnTo>
                  <a:lnTo>
                    <a:pt x="791" y="8411"/>
                  </a:lnTo>
                  <a:lnTo>
                    <a:pt x="484" y="8198"/>
                  </a:lnTo>
                  <a:lnTo>
                    <a:pt x="252" y="8193"/>
                  </a:lnTo>
                  <a:lnTo>
                    <a:pt x="139" y="8271"/>
                  </a:lnTo>
                  <a:lnTo>
                    <a:pt x="52" y="8483"/>
                  </a:lnTo>
                  <a:lnTo>
                    <a:pt x="0" y="8695"/>
                  </a:lnTo>
                  <a:lnTo>
                    <a:pt x="20" y="9003"/>
                  </a:lnTo>
                  <a:lnTo>
                    <a:pt x="237" y="9329"/>
                  </a:lnTo>
                  <a:lnTo>
                    <a:pt x="427" y="9496"/>
                  </a:lnTo>
                  <a:lnTo>
                    <a:pt x="592" y="9590"/>
                  </a:lnTo>
                  <a:lnTo>
                    <a:pt x="684" y="9574"/>
                  </a:lnTo>
                  <a:lnTo>
                    <a:pt x="868" y="9556"/>
                  </a:lnTo>
                  <a:lnTo>
                    <a:pt x="901" y="957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l1561"/>
            <p:cNvSpPr/>
            <p:nvPr/>
          </p:nvSpPr>
          <p:spPr>
            <a:xfrm>
              <a:off x="4643855" y="6023826"/>
              <a:ext cx="25863" cy="54230"/>
            </a:xfrm>
            <a:custGeom>
              <a:avLst/>
              <a:pathLst>
                <a:path w="25863" h="54230">
                  <a:moveTo>
                    <a:pt x="0" y="54230"/>
                  </a:moveTo>
                  <a:lnTo>
                    <a:pt x="747" y="52410"/>
                  </a:lnTo>
                  <a:lnTo>
                    <a:pt x="1389" y="50833"/>
                  </a:lnTo>
                  <a:lnTo>
                    <a:pt x="2137" y="49256"/>
                  </a:lnTo>
                  <a:lnTo>
                    <a:pt x="2885" y="47436"/>
                  </a:lnTo>
                  <a:lnTo>
                    <a:pt x="3740" y="45495"/>
                  </a:lnTo>
                  <a:lnTo>
                    <a:pt x="4809" y="42947"/>
                  </a:lnTo>
                  <a:lnTo>
                    <a:pt x="5770" y="41006"/>
                  </a:lnTo>
                  <a:lnTo>
                    <a:pt x="6840" y="38822"/>
                  </a:lnTo>
                  <a:lnTo>
                    <a:pt x="7694" y="36760"/>
                  </a:lnTo>
                  <a:lnTo>
                    <a:pt x="8550" y="35183"/>
                  </a:lnTo>
                  <a:lnTo>
                    <a:pt x="9404" y="33363"/>
                  </a:lnTo>
                  <a:lnTo>
                    <a:pt x="10666" y="30725"/>
                  </a:lnTo>
                  <a:lnTo>
                    <a:pt x="11907" y="28591"/>
                  </a:lnTo>
                  <a:lnTo>
                    <a:pt x="12827" y="26546"/>
                  </a:lnTo>
                  <a:lnTo>
                    <a:pt x="13572" y="25113"/>
                  </a:lnTo>
                  <a:lnTo>
                    <a:pt x="14280" y="23333"/>
                  </a:lnTo>
                  <a:lnTo>
                    <a:pt x="14997" y="22072"/>
                  </a:lnTo>
                  <a:lnTo>
                    <a:pt x="16458" y="19047"/>
                  </a:lnTo>
                  <a:lnTo>
                    <a:pt x="17847" y="16135"/>
                  </a:lnTo>
                  <a:lnTo>
                    <a:pt x="19022" y="13951"/>
                  </a:lnTo>
                  <a:lnTo>
                    <a:pt x="19984" y="11768"/>
                  </a:lnTo>
                  <a:lnTo>
                    <a:pt x="21160" y="9584"/>
                  </a:lnTo>
                  <a:lnTo>
                    <a:pt x="22549" y="7036"/>
                  </a:lnTo>
                  <a:lnTo>
                    <a:pt x="23618" y="4367"/>
                  </a:lnTo>
                  <a:lnTo>
                    <a:pt x="24901" y="2062"/>
                  </a:lnTo>
                  <a:lnTo>
                    <a:pt x="2586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l1562"/>
            <p:cNvSpPr/>
            <p:nvPr/>
          </p:nvSpPr>
          <p:spPr>
            <a:xfrm>
              <a:off x="4419924" y="6173038"/>
              <a:ext cx="3221" cy="914"/>
            </a:xfrm>
            <a:custGeom>
              <a:avLst/>
              <a:pathLst>
                <a:path w="3221" h="914">
                  <a:moveTo>
                    <a:pt x="0" y="914"/>
                  </a:moveTo>
                  <a:lnTo>
                    <a:pt x="512" y="831"/>
                  </a:lnTo>
                  <a:lnTo>
                    <a:pt x="1098" y="415"/>
                  </a:lnTo>
                  <a:lnTo>
                    <a:pt x="1465" y="249"/>
                  </a:lnTo>
                  <a:lnTo>
                    <a:pt x="1904" y="83"/>
                  </a:lnTo>
                  <a:lnTo>
                    <a:pt x="2635" y="0"/>
                  </a:lnTo>
                  <a:lnTo>
                    <a:pt x="3148" y="83"/>
                  </a:lnTo>
                  <a:lnTo>
                    <a:pt x="3221" y="16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l1563"/>
            <p:cNvSpPr/>
            <p:nvPr/>
          </p:nvSpPr>
          <p:spPr>
            <a:xfrm>
              <a:off x="4416703" y="6174534"/>
              <a:ext cx="1537" cy="581"/>
            </a:xfrm>
            <a:custGeom>
              <a:avLst/>
              <a:pathLst>
                <a:path w="1537" h="581">
                  <a:moveTo>
                    <a:pt x="0" y="581"/>
                  </a:moveTo>
                  <a:lnTo>
                    <a:pt x="438" y="249"/>
                  </a:lnTo>
                  <a:lnTo>
                    <a:pt x="951" y="83"/>
                  </a:lnTo>
                  <a:lnTo>
                    <a:pt x="1537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l1564"/>
            <p:cNvSpPr/>
            <p:nvPr/>
          </p:nvSpPr>
          <p:spPr>
            <a:xfrm>
              <a:off x="4420144" y="6174534"/>
              <a:ext cx="3147" cy="1080"/>
            </a:xfrm>
            <a:custGeom>
              <a:avLst/>
              <a:pathLst>
                <a:path w="3147" h="1080">
                  <a:moveTo>
                    <a:pt x="3147" y="0"/>
                  </a:moveTo>
                  <a:lnTo>
                    <a:pt x="3147" y="166"/>
                  </a:lnTo>
                  <a:lnTo>
                    <a:pt x="2781" y="914"/>
                  </a:lnTo>
                  <a:lnTo>
                    <a:pt x="2269" y="1080"/>
                  </a:lnTo>
                  <a:lnTo>
                    <a:pt x="1610" y="831"/>
                  </a:lnTo>
                  <a:lnTo>
                    <a:pt x="951" y="748"/>
                  </a:lnTo>
                  <a:lnTo>
                    <a:pt x="365" y="664"/>
                  </a:lnTo>
                  <a:lnTo>
                    <a:pt x="0" y="66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l1565"/>
            <p:cNvSpPr/>
            <p:nvPr/>
          </p:nvSpPr>
          <p:spPr>
            <a:xfrm>
              <a:off x="4416995" y="6175615"/>
              <a:ext cx="1317" cy="498"/>
            </a:xfrm>
            <a:custGeom>
              <a:avLst/>
              <a:pathLst>
                <a:path w="1317" h="498">
                  <a:moveTo>
                    <a:pt x="1317" y="0"/>
                  </a:moveTo>
                  <a:lnTo>
                    <a:pt x="879" y="166"/>
                  </a:lnTo>
                  <a:lnTo>
                    <a:pt x="365" y="332"/>
                  </a:lnTo>
                  <a:lnTo>
                    <a:pt x="0" y="49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l1566"/>
            <p:cNvSpPr/>
            <p:nvPr/>
          </p:nvSpPr>
          <p:spPr>
            <a:xfrm>
              <a:off x="4413261" y="6175365"/>
              <a:ext cx="2416" cy="1662"/>
            </a:xfrm>
            <a:custGeom>
              <a:avLst/>
              <a:pathLst>
                <a:path w="2416" h="1662">
                  <a:moveTo>
                    <a:pt x="0" y="1662"/>
                  </a:moveTo>
                  <a:lnTo>
                    <a:pt x="219" y="1412"/>
                  </a:lnTo>
                  <a:lnTo>
                    <a:pt x="586" y="1246"/>
                  </a:lnTo>
                  <a:lnTo>
                    <a:pt x="1025" y="997"/>
                  </a:lnTo>
                  <a:lnTo>
                    <a:pt x="1391" y="748"/>
                  </a:lnTo>
                  <a:lnTo>
                    <a:pt x="1683" y="415"/>
                  </a:lnTo>
                  <a:lnTo>
                    <a:pt x="1976" y="249"/>
                  </a:lnTo>
                  <a:lnTo>
                    <a:pt x="241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l1567"/>
            <p:cNvSpPr/>
            <p:nvPr/>
          </p:nvSpPr>
          <p:spPr>
            <a:xfrm>
              <a:off x="4413408" y="6176363"/>
              <a:ext cx="2342" cy="1412"/>
            </a:xfrm>
            <a:custGeom>
              <a:avLst/>
              <a:pathLst>
                <a:path w="2342" h="1412">
                  <a:moveTo>
                    <a:pt x="2342" y="0"/>
                  </a:moveTo>
                  <a:lnTo>
                    <a:pt x="2196" y="166"/>
                  </a:lnTo>
                  <a:lnTo>
                    <a:pt x="1683" y="415"/>
                  </a:lnTo>
                  <a:lnTo>
                    <a:pt x="951" y="831"/>
                  </a:lnTo>
                  <a:lnTo>
                    <a:pt x="72" y="1329"/>
                  </a:lnTo>
                  <a:lnTo>
                    <a:pt x="0" y="141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l1568"/>
            <p:cNvSpPr/>
            <p:nvPr/>
          </p:nvSpPr>
          <p:spPr>
            <a:xfrm>
              <a:off x="4400742" y="6179438"/>
              <a:ext cx="9005" cy="1994"/>
            </a:xfrm>
            <a:custGeom>
              <a:avLst/>
              <a:pathLst>
                <a:path w="9005" h="1994">
                  <a:moveTo>
                    <a:pt x="0" y="1994"/>
                  </a:moveTo>
                  <a:lnTo>
                    <a:pt x="439" y="1579"/>
                  </a:lnTo>
                  <a:lnTo>
                    <a:pt x="878" y="1163"/>
                  </a:lnTo>
                  <a:lnTo>
                    <a:pt x="1683" y="1163"/>
                  </a:lnTo>
                  <a:lnTo>
                    <a:pt x="2489" y="1329"/>
                  </a:lnTo>
                  <a:lnTo>
                    <a:pt x="3148" y="1246"/>
                  </a:lnTo>
                  <a:lnTo>
                    <a:pt x="4100" y="1246"/>
                  </a:lnTo>
                  <a:lnTo>
                    <a:pt x="5271" y="1163"/>
                  </a:lnTo>
                  <a:lnTo>
                    <a:pt x="6223" y="997"/>
                  </a:lnTo>
                  <a:lnTo>
                    <a:pt x="6955" y="831"/>
                  </a:lnTo>
                  <a:lnTo>
                    <a:pt x="7760" y="498"/>
                  </a:lnTo>
                  <a:lnTo>
                    <a:pt x="8419" y="249"/>
                  </a:lnTo>
                  <a:lnTo>
                    <a:pt x="900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l1569"/>
            <p:cNvSpPr/>
            <p:nvPr/>
          </p:nvSpPr>
          <p:spPr>
            <a:xfrm>
              <a:off x="4400962" y="6180435"/>
              <a:ext cx="8858" cy="2410"/>
            </a:xfrm>
            <a:custGeom>
              <a:avLst/>
              <a:pathLst>
                <a:path w="8858" h="2410">
                  <a:moveTo>
                    <a:pt x="8858" y="0"/>
                  </a:moveTo>
                  <a:lnTo>
                    <a:pt x="8492" y="249"/>
                  </a:lnTo>
                  <a:lnTo>
                    <a:pt x="8199" y="581"/>
                  </a:lnTo>
                  <a:lnTo>
                    <a:pt x="7760" y="1080"/>
                  </a:lnTo>
                  <a:lnTo>
                    <a:pt x="7247" y="1329"/>
                  </a:lnTo>
                  <a:lnTo>
                    <a:pt x="6515" y="1329"/>
                  </a:lnTo>
                  <a:lnTo>
                    <a:pt x="5930" y="1412"/>
                  </a:lnTo>
                  <a:lnTo>
                    <a:pt x="5564" y="1579"/>
                  </a:lnTo>
                  <a:lnTo>
                    <a:pt x="5125" y="1911"/>
                  </a:lnTo>
                  <a:lnTo>
                    <a:pt x="4758" y="2160"/>
                  </a:lnTo>
                  <a:lnTo>
                    <a:pt x="4319" y="2410"/>
                  </a:lnTo>
                  <a:lnTo>
                    <a:pt x="3733" y="2410"/>
                  </a:lnTo>
                  <a:lnTo>
                    <a:pt x="3221" y="2244"/>
                  </a:lnTo>
                  <a:lnTo>
                    <a:pt x="2415" y="2077"/>
                  </a:lnTo>
                  <a:lnTo>
                    <a:pt x="1463" y="1911"/>
                  </a:lnTo>
                  <a:lnTo>
                    <a:pt x="438" y="1745"/>
                  </a:lnTo>
                  <a:lnTo>
                    <a:pt x="0" y="166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l1570"/>
            <p:cNvSpPr/>
            <p:nvPr/>
          </p:nvSpPr>
          <p:spPr>
            <a:xfrm>
              <a:off x="4393567" y="6182097"/>
              <a:ext cx="5564" cy="1080"/>
            </a:xfrm>
            <a:custGeom>
              <a:avLst/>
              <a:pathLst>
                <a:path w="5564" h="1080">
                  <a:moveTo>
                    <a:pt x="0" y="1080"/>
                  </a:moveTo>
                  <a:lnTo>
                    <a:pt x="512" y="831"/>
                  </a:lnTo>
                  <a:lnTo>
                    <a:pt x="1171" y="748"/>
                  </a:lnTo>
                  <a:lnTo>
                    <a:pt x="1976" y="498"/>
                  </a:lnTo>
                  <a:lnTo>
                    <a:pt x="2415" y="498"/>
                  </a:lnTo>
                  <a:lnTo>
                    <a:pt x="3001" y="498"/>
                  </a:lnTo>
                  <a:lnTo>
                    <a:pt x="3806" y="332"/>
                  </a:lnTo>
                  <a:lnTo>
                    <a:pt x="4319" y="83"/>
                  </a:lnTo>
                  <a:lnTo>
                    <a:pt x="4685" y="0"/>
                  </a:lnTo>
                  <a:lnTo>
                    <a:pt x="5197" y="0"/>
                  </a:lnTo>
                  <a:lnTo>
                    <a:pt x="5564" y="24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l1571"/>
            <p:cNvSpPr/>
            <p:nvPr/>
          </p:nvSpPr>
          <p:spPr>
            <a:xfrm>
              <a:off x="4393714" y="6183510"/>
              <a:ext cx="5490" cy="664"/>
            </a:xfrm>
            <a:custGeom>
              <a:avLst/>
              <a:pathLst>
                <a:path w="5490" h="664">
                  <a:moveTo>
                    <a:pt x="5490" y="0"/>
                  </a:moveTo>
                  <a:lnTo>
                    <a:pt x="5271" y="166"/>
                  </a:lnTo>
                  <a:lnTo>
                    <a:pt x="4831" y="332"/>
                  </a:lnTo>
                  <a:lnTo>
                    <a:pt x="4099" y="498"/>
                  </a:lnTo>
                  <a:lnTo>
                    <a:pt x="3440" y="498"/>
                  </a:lnTo>
                  <a:lnTo>
                    <a:pt x="2929" y="415"/>
                  </a:lnTo>
                  <a:lnTo>
                    <a:pt x="2342" y="498"/>
                  </a:lnTo>
                  <a:lnTo>
                    <a:pt x="1391" y="581"/>
                  </a:lnTo>
                  <a:lnTo>
                    <a:pt x="585" y="664"/>
                  </a:lnTo>
                  <a:lnTo>
                    <a:pt x="146" y="498"/>
                  </a:lnTo>
                  <a:lnTo>
                    <a:pt x="0" y="33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l1572"/>
            <p:cNvSpPr/>
            <p:nvPr/>
          </p:nvSpPr>
          <p:spPr>
            <a:xfrm>
              <a:off x="4426586" y="6180768"/>
              <a:ext cx="2196" cy="4321"/>
            </a:xfrm>
            <a:custGeom>
              <a:avLst/>
              <a:pathLst>
                <a:path w="2196" h="4321">
                  <a:moveTo>
                    <a:pt x="0" y="0"/>
                  </a:moveTo>
                  <a:lnTo>
                    <a:pt x="219" y="83"/>
                  </a:lnTo>
                  <a:lnTo>
                    <a:pt x="878" y="332"/>
                  </a:lnTo>
                  <a:lnTo>
                    <a:pt x="1464" y="831"/>
                  </a:lnTo>
                  <a:lnTo>
                    <a:pt x="1757" y="1329"/>
                  </a:lnTo>
                  <a:lnTo>
                    <a:pt x="2049" y="1911"/>
                  </a:lnTo>
                  <a:lnTo>
                    <a:pt x="2196" y="2410"/>
                  </a:lnTo>
                  <a:lnTo>
                    <a:pt x="2123" y="3158"/>
                  </a:lnTo>
                  <a:lnTo>
                    <a:pt x="1830" y="3823"/>
                  </a:lnTo>
                  <a:lnTo>
                    <a:pt x="1683" y="432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l1573"/>
            <p:cNvSpPr/>
            <p:nvPr/>
          </p:nvSpPr>
          <p:spPr>
            <a:xfrm>
              <a:off x="4425562" y="6180768"/>
              <a:ext cx="2049" cy="4820"/>
            </a:xfrm>
            <a:custGeom>
              <a:avLst/>
              <a:pathLst>
                <a:path w="2049" h="4820">
                  <a:moveTo>
                    <a:pt x="2049" y="4820"/>
                  </a:moveTo>
                  <a:lnTo>
                    <a:pt x="1902" y="4321"/>
                  </a:lnTo>
                  <a:lnTo>
                    <a:pt x="1829" y="3906"/>
                  </a:lnTo>
                  <a:lnTo>
                    <a:pt x="1537" y="3158"/>
                  </a:lnTo>
                  <a:lnTo>
                    <a:pt x="1171" y="2576"/>
                  </a:lnTo>
                  <a:lnTo>
                    <a:pt x="585" y="1662"/>
                  </a:lnTo>
                  <a:lnTo>
                    <a:pt x="146" y="1080"/>
                  </a:lnTo>
                  <a:lnTo>
                    <a:pt x="0" y="498"/>
                  </a:lnTo>
                  <a:lnTo>
                    <a:pt x="14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l1574"/>
            <p:cNvSpPr/>
            <p:nvPr/>
          </p:nvSpPr>
          <p:spPr>
            <a:xfrm>
              <a:off x="4386612" y="6185754"/>
              <a:ext cx="3514" cy="1745"/>
            </a:xfrm>
            <a:custGeom>
              <a:avLst/>
              <a:pathLst>
                <a:path w="3514" h="1745">
                  <a:moveTo>
                    <a:pt x="0" y="1745"/>
                  </a:moveTo>
                  <a:lnTo>
                    <a:pt x="512" y="1163"/>
                  </a:lnTo>
                  <a:lnTo>
                    <a:pt x="1097" y="748"/>
                  </a:lnTo>
                  <a:lnTo>
                    <a:pt x="1756" y="415"/>
                  </a:lnTo>
                  <a:lnTo>
                    <a:pt x="2342" y="83"/>
                  </a:lnTo>
                  <a:lnTo>
                    <a:pt x="2854" y="0"/>
                  </a:lnTo>
                  <a:lnTo>
                    <a:pt x="3514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l1575"/>
            <p:cNvSpPr/>
            <p:nvPr/>
          </p:nvSpPr>
          <p:spPr>
            <a:xfrm>
              <a:off x="4387198" y="6186918"/>
              <a:ext cx="3733" cy="1246"/>
            </a:xfrm>
            <a:custGeom>
              <a:avLst/>
              <a:pathLst>
                <a:path w="3733" h="1246">
                  <a:moveTo>
                    <a:pt x="3733" y="0"/>
                  </a:moveTo>
                  <a:lnTo>
                    <a:pt x="3586" y="83"/>
                  </a:lnTo>
                  <a:lnTo>
                    <a:pt x="3294" y="166"/>
                  </a:lnTo>
                  <a:lnTo>
                    <a:pt x="2635" y="249"/>
                  </a:lnTo>
                  <a:lnTo>
                    <a:pt x="2196" y="166"/>
                  </a:lnTo>
                  <a:lnTo>
                    <a:pt x="1683" y="166"/>
                  </a:lnTo>
                  <a:lnTo>
                    <a:pt x="1317" y="166"/>
                  </a:lnTo>
                  <a:lnTo>
                    <a:pt x="878" y="415"/>
                  </a:lnTo>
                  <a:lnTo>
                    <a:pt x="585" y="748"/>
                  </a:lnTo>
                  <a:lnTo>
                    <a:pt x="365" y="1163"/>
                  </a:lnTo>
                  <a:lnTo>
                    <a:pt x="0" y="124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l1576"/>
            <p:cNvSpPr/>
            <p:nvPr/>
          </p:nvSpPr>
          <p:spPr>
            <a:xfrm>
              <a:off x="4424536" y="6188913"/>
              <a:ext cx="293" cy="1329"/>
            </a:xfrm>
            <a:custGeom>
              <a:avLst/>
              <a:pathLst>
                <a:path w="293" h="1329">
                  <a:moveTo>
                    <a:pt x="0" y="0"/>
                  </a:moveTo>
                  <a:lnTo>
                    <a:pt x="219" y="166"/>
                  </a:lnTo>
                  <a:lnTo>
                    <a:pt x="293" y="581"/>
                  </a:lnTo>
                  <a:lnTo>
                    <a:pt x="219" y="997"/>
                  </a:lnTo>
                  <a:lnTo>
                    <a:pt x="73" y="132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l1577"/>
            <p:cNvSpPr/>
            <p:nvPr/>
          </p:nvSpPr>
          <p:spPr>
            <a:xfrm>
              <a:off x="4423658" y="6188996"/>
              <a:ext cx="292" cy="1329"/>
            </a:xfrm>
            <a:custGeom>
              <a:avLst/>
              <a:pathLst>
                <a:path w="292" h="1329">
                  <a:moveTo>
                    <a:pt x="292" y="1329"/>
                  </a:moveTo>
                  <a:lnTo>
                    <a:pt x="73" y="1080"/>
                  </a:lnTo>
                  <a:lnTo>
                    <a:pt x="0" y="748"/>
                  </a:lnTo>
                  <a:lnTo>
                    <a:pt x="73" y="332"/>
                  </a:lnTo>
                  <a:lnTo>
                    <a:pt x="73" y="166"/>
                  </a:lnTo>
                  <a:lnTo>
                    <a:pt x="29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l1578"/>
            <p:cNvSpPr/>
            <p:nvPr/>
          </p:nvSpPr>
          <p:spPr>
            <a:xfrm>
              <a:off x="4382439" y="6190242"/>
              <a:ext cx="1098" cy="1911"/>
            </a:xfrm>
            <a:custGeom>
              <a:avLst/>
              <a:pathLst>
                <a:path w="1098" h="1911">
                  <a:moveTo>
                    <a:pt x="0" y="1911"/>
                  </a:moveTo>
                  <a:lnTo>
                    <a:pt x="293" y="1662"/>
                  </a:lnTo>
                  <a:lnTo>
                    <a:pt x="658" y="831"/>
                  </a:lnTo>
                  <a:lnTo>
                    <a:pt x="805" y="332"/>
                  </a:lnTo>
                  <a:lnTo>
                    <a:pt x="109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l1579"/>
            <p:cNvSpPr/>
            <p:nvPr/>
          </p:nvSpPr>
          <p:spPr>
            <a:xfrm>
              <a:off x="4382951" y="6190824"/>
              <a:ext cx="1244" cy="2160"/>
            </a:xfrm>
            <a:custGeom>
              <a:avLst/>
              <a:pathLst>
                <a:path w="1244" h="2160">
                  <a:moveTo>
                    <a:pt x="1244" y="0"/>
                  </a:moveTo>
                  <a:lnTo>
                    <a:pt x="1024" y="415"/>
                  </a:lnTo>
                  <a:lnTo>
                    <a:pt x="951" y="997"/>
                  </a:lnTo>
                  <a:lnTo>
                    <a:pt x="877" y="1496"/>
                  </a:lnTo>
                  <a:lnTo>
                    <a:pt x="658" y="1828"/>
                  </a:lnTo>
                  <a:lnTo>
                    <a:pt x="0" y="216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l1580"/>
            <p:cNvSpPr/>
            <p:nvPr/>
          </p:nvSpPr>
          <p:spPr>
            <a:xfrm>
              <a:off x="4380096" y="6193401"/>
              <a:ext cx="805" cy="997"/>
            </a:xfrm>
            <a:custGeom>
              <a:avLst/>
              <a:pathLst>
                <a:path w="805" h="997">
                  <a:moveTo>
                    <a:pt x="0" y="997"/>
                  </a:moveTo>
                  <a:lnTo>
                    <a:pt x="0" y="664"/>
                  </a:lnTo>
                  <a:lnTo>
                    <a:pt x="365" y="249"/>
                  </a:lnTo>
                  <a:lnTo>
                    <a:pt x="80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l1581"/>
            <p:cNvSpPr/>
            <p:nvPr/>
          </p:nvSpPr>
          <p:spPr>
            <a:xfrm>
              <a:off x="4421900" y="6190990"/>
              <a:ext cx="805" cy="3656"/>
            </a:xfrm>
            <a:custGeom>
              <a:avLst/>
              <a:pathLst>
                <a:path w="805" h="3656">
                  <a:moveTo>
                    <a:pt x="0" y="0"/>
                  </a:moveTo>
                  <a:lnTo>
                    <a:pt x="220" y="249"/>
                  </a:lnTo>
                  <a:lnTo>
                    <a:pt x="586" y="498"/>
                  </a:lnTo>
                  <a:lnTo>
                    <a:pt x="805" y="1412"/>
                  </a:lnTo>
                  <a:lnTo>
                    <a:pt x="805" y="2160"/>
                  </a:lnTo>
                  <a:lnTo>
                    <a:pt x="586" y="3075"/>
                  </a:lnTo>
                  <a:lnTo>
                    <a:pt x="513" y="365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l1582"/>
            <p:cNvSpPr/>
            <p:nvPr/>
          </p:nvSpPr>
          <p:spPr>
            <a:xfrm>
              <a:off x="4380535" y="6193899"/>
              <a:ext cx="1098" cy="831"/>
            </a:xfrm>
            <a:custGeom>
              <a:avLst/>
              <a:pathLst>
                <a:path w="1098" h="831">
                  <a:moveTo>
                    <a:pt x="1098" y="0"/>
                  </a:moveTo>
                  <a:lnTo>
                    <a:pt x="805" y="332"/>
                  </a:lnTo>
                  <a:lnTo>
                    <a:pt x="438" y="581"/>
                  </a:lnTo>
                  <a:lnTo>
                    <a:pt x="0" y="83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l1583"/>
            <p:cNvSpPr/>
            <p:nvPr/>
          </p:nvSpPr>
          <p:spPr>
            <a:xfrm>
              <a:off x="4420729" y="6191240"/>
              <a:ext cx="731" cy="3656"/>
            </a:xfrm>
            <a:custGeom>
              <a:avLst/>
              <a:pathLst>
                <a:path w="731" h="3656">
                  <a:moveTo>
                    <a:pt x="731" y="3656"/>
                  </a:moveTo>
                  <a:lnTo>
                    <a:pt x="439" y="2825"/>
                  </a:lnTo>
                  <a:lnTo>
                    <a:pt x="293" y="2077"/>
                  </a:lnTo>
                  <a:lnTo>
                    <a:pt x="73" y="1329"/>
                  </a:lnTo>
                  <a:lnTo>
                    <a:pt x="0" y="748"/>
                  </a:lnTo>
                  <a:lnTo>
                    <a:pt x="21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l1584"/>
            <p:cNvSpPr/>
            <p:nvPr/>
          </p:nvSpPr>
          <p:spPr>
            <a:xfrm>
              <a:off x="4419265" y="6193816"/>
              <a:ext cx="365" cy="1496"/>
            </a:xfrm>
            <a:custGeom>
              <a:avLst/>
              <a:pathLst>
                <a:path w="365" h="1496">
                  <a:moveTo>
                    <a:pt x="0" y="0"/>
                  </a:moveTo>
                  <a:lnTo>
                    <a:pt x="146" y="415"/>
                  </a:lnTo>
                  <a:lnTo>
                    <a:pt x="293" y="997"/>
                  </a:lnTo>
                  <a:lnTo>
                    <a:pt x="365" y="149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l1585"/>
            <p:cNvSpPr/>
            <p:nvPr/>
          </p:nvSpPr>
          <p:spPr>
            <a:xfrm>
              <a:off x="4418313" y="6193816"/>
              <a:ext cx="731" cy="2077"/>
            </a:xfrm>
            <a:custGeom>
              <a:avLst/>
              <a:pathLst>
                <a:path w="731" h="2077">
                  <a:moveTo>
                    <a:pt x="731" y="2077"/>
                  </a:moveTo>
                  <a:lnTo>
                    <a:pt x="658" y="1911"/>
                  </a:lnTo>
                  <a:lnTo>
                    <a:pt x="365" y="1412"/>
                  </a:lnTo>
                  <a:lnTo>
                    <a:pt x="146" y="914"/>
                  </a:lnTo>
                  <a:lnTo>
                    <a:pt x="0" y="415"/>
                  </a:lnTo>
                  <a:lnTo>
                    <a:pt x="7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l1586"/>
            <p:cNvSpPr/>
            <p:nvPr/>
          </p:nvSpPr>
          <p:spPr>
            <a:xfrm>
              <a:off x="4379583" y="6197723"/>
              <a:ext cx="366" cy="914"/>
            </a:xfrm>
            <a:custGeom>
              <a:avLst/>
              <a:pathLst>
                <a:path w="366" h="914">
                  <a:moveTo>
                    <a:pt x="366" y="914"/>
                  </a:moveTo>
                  <a:lnTo>
                    <a:pt x="146" y="748"/>
                  </a:lnTo>
                  <a:lnTo>
                    <a:pt x="73" y="498"/>
                  </a:lnTo>
                  <a:lnTo>
                    <a:pt x="0" y="0"/>
                  </a:lnTo>
                  <a:lnTo>
                    <a:pt x="7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l1587"/>
            <p:cNvSpPr/>
            <p:nvPr/>
          </p:nvSpPr>
          <p:spPr>
            <a:xfrm>
              <a:off x="4380169" y="6197473"/>
              <a:ext cx="220" cy="1163"/>
            </a:xfrm>
            <a:custGeom>
              <a:avLst/>
              <a:pathLst>
                <a:path w="220" h="1163">
                  <a:moveTo>
                    <a:pt x="0" y="0"/>
                  </a:moveTo>
                  <a:lnTo>
                    <a:pt x="147" y="249"/>
                  </a:lnTo>
                  <a:lnTo>
                    <a:pt x="220" y="748"/>
                  </a:lnTo>
                  <a:lnTo>
                    <a:pt x="220" y="11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l1588"/>
            <p:cNvSpPr/>
            <p:nvPr/>
          </p:nvSpPr>
          <p:spPr>
            <a:xfrm>
              <a:off x="4416043" y="6201463"/>
              <a:ext cx="805" cy="1745"/>
            </a:xfrm>
            <a:custGeom>
              <a:avLst/>
              <a:pathLst>
                <a:path w="805" h="1745">
                  <a:moveTo>
                    <a:pt x="0" y="1745"/>
                  </a:moveTo>
                  <a:lnTo>
                    <a:pt x="73" y="1080"/>
                  </a:lnTo>
                  <a:lnTo>
                    <a:pt x="292" y="581"/>
                  </a:lnTo>
                  <a:lnTo>
                    <a:pt x="512" y="166"/>
                  </a:lnTo>
                  <a:lnTo>
                    <a:pt x="80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l1589"/>
            <p:cNvSpPr/>
            <p:nvPr/>
          </p:nvSpPr>
          <p:spPr>
            <a:xfrm>
              <a:off x="4416410" y="6202128"/>
              <a:ext cx="1171" cy="1662"/>
            </a:xfrm>
            <a:custGeom>
              <a:avLst/>
              <a:pathLst>
                <a:path w="1171" h="1662">
                  <a:moveTo>
                    <a:pt x="1171" y="0"/>
                  </a:moveTo>
                  <a:lnTo>
                    <a:pt x="1098" y="415"/>
                  </a:lnTo>
                  <a:lnTo>
                    <a:pt x="951" y="748"/>
                  </a:lnTo>
                  <a:lnTo>
                    <a:pt x="805" y="997"/>
                  </a:lnTo>
                  <a:lnTo>
                    <a:pt x="512" y="1246"/>
                  </a:lnTo>
                  <a:lnTo>
                    <a:pt x="293" y="1496"/>
                  </a:lnTo>
                  <a:lnTo>
                    <a:pt x="0" y="166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l1590"/>
            <p:cNvSpPr/>
            <p:nvPr/>
          </p:nvSpPr>
          <p:spPr>
            <a:xfrm>
              <a:off x="4378998" y="6202626"/>
              <a:ext cx="513" cy="1579"/>
            </a:xfrm>
            <a:custGeom>
              <a:avLst/>
              <a:pathLst>
                <a:path w="513" h="1579">
                  <a:moveTo>
                    <a:pt x="513" y="1579"/>
                  </a:moveTo>
                  <a:lnTo>
                    <a:pt x="365" y="1496"/>
                  </a:lnTo>
                  <a:lnTo>
                    <a:pt x="146" y="1080"/>
                  </a:lnTo>
                  <a:lnTo>
                    <a:pt x="0" y="748"/>
                  </a:lnTo>
                  <a:lnTo>
                    <a:pt x="0" y="249"/>
                  </a:lnTo>
                  <a:lnTo>
                    <a:pt x="43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l1591"/>
            <p:cNvSpPr/>
            <p:nvPr/>
          </p:nvSpPr>
          <p:spPr>
            <a:xfrm>
              <a:off x="4379803" y="6202959"/>
              <a:ext cx="218" cy="1412"/>
            </a:xfrm>
            <a:custGeom>
              <a:avLst/>
              <a:pathLst>
                <a:path w="218" h="1412">
                  <a:moveTo>
                    <a:pt x="0" y="0"/>
                  </a:moveTo>
                  <a:lnTo>
                    <a:pt x="72" y="83"/>
                  </a:lnTo>
                  <a:lnTo>
                    <a:pt x="218" y="498"/>
                  </a:lnTo>
                  <a:lnTo>
                    <a:pt x="218" y="997"/>
                  </a:lnTo>
                  <a:lnTo>
                    <a:pt x="146" y="141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l1592"/>
            <p:cNvSpPr/>
            <p:nvPr/>
          </p:nvSpPr>
          <p:spPr>
            <a:xfrm>
              <a:off x="4411870" y="6205036"/>
              <a:ext cx="1903" cy="914"/>
            </a:xfrm>
            <a:custGeom>
              <a:avLst/>
              <a:pathLst>
                <a:path w="1903" h="914">
                  <a:moveTo>
                    <a:pt x="0" y="914"/>
                  </a:moveTo>
                  <a:lnTo>
                    <a:pt x="366" y="498"/>
                  </a:lnTo>
                  <a:lnTo>
                    <a:pt x="878" y="166"/>
                  </a:lnTo>
                  <a:lnTo>
                    <a:pt x="1317" y="0"/>
                  </a:lnTo>
                  <a:lnTo>
                    <a:pt x="1903" y="8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l1593"/>
            <p:cNvSpPr/>
            <p:nvPr/>
          </p:nvSpPr>
          <p:spPr>
            <a:xfrm>
              <a:off x="4412163" y="6205784"/>
              <a:ext cx="1831" cy="997"/>
            </a:xfrm>
            <a:custGeom>
              <a:avLst/>
              <a:pathLst>
                <a:path w="1831" h="997">
                  <a:moveTo>
                    <a:pt x="1831" y="0"/>
                  </a:moveTo>
                  <a:lnTo>
                    <a:pt x="1757" y="0"/>
                  </a:lnTo>
                  <a:lnTo>
                    <a:pt x="1464" y="332"/>
                  </a:lnTo>
                  <a:lnTo>
                    <a:pt x="952" y="748"/>
                  </a:lnTo>
                  <a:lnTo>
                    <a:pt x="146" y="997"/>
                  </a:lnTo>
                  <a:lnTo>
                    <a:pt x="0" y="99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l1594"/>
            <p:cNvSpPr/>
            <p:nvPr/>
          </p:nvSpPr>
          <p:spPr>
            <a:xfrm>
              <a:off x="4371603" y="6205618"/>
              <a:ext cx="1317" cy="1246"/>
            </a:xfrm>
            <a:custGeom>
              <a:avLst/>
              <a:pathLst>
                <a:path w="1317" h="1246">
                  <a:moveTo>
                    <a:pt x="0" y="0"/>
                  </a:moveTo>
                  <a:lnTo>
                    <a:pt x="365" y="83"/>
                  </a:lnTo>
                  <a:lnTo>
                    <a:pt x="1024" y="415"/>
                  </a:lnTo>
                  <a:lnTo>
                    <a:pt x="1244" y="831"/>
                  </a:lnTo>
                  <a:lnTo>
                    <a:pt x="1317" y="124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l1595"/>
            <p:cNvSpPr/>
            <p:nvPr/>
          </p:nvSpPr>
          <p:spPr>
            <a:xfrm>
              <a:off x="4403231" y="6206616"/>
              <a:ext cx="1536" cy="581"/>
            </a:xfrm>
            <a:custGeom>
              <a:avLst/>
              <a:pathLst>
                <a:path w="1536" h="581">
                  <a:moveTo>
                    <a:pt x="0" y="83"/>
                  </a:moveTo>
                  <a:lnTo>
                    <a:pt x="292" y="0"/>
                  </a:lnTo>
                  <a:lnTo>
                    <a:pt x="585" y="83"/>
                  </a:lnTo>
                  <a:lnTo>
                    <a:pt x="1025" y="249"/>
                  </a:lnTo>
                  <a:lnTo>
                    <a:pt x="1464" y="498"/>
                  </a:lnTo>
                  <a:lnTo>
                    <a:pt x="1536" y="58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l1596"/>
            <p:cNvSpPr/>
            <p:nvPr/>
          </p:nvSpPr>
          <p:spPr>
            <a:xfrm>
              <a:off x="4403158" y="6207447"/>
              <a:ext cx="1537" cy="166"/>
            </a:xfrm>
            <a:custGeom>
              <a:avLst/>
              <a:pathLst>
                <a:path w="1537" h="166">
                  <a:moveTo>
                    <a:pt x="1537" y="166"/>
                  </a:moveTo>
                  <a:lnTo>
                    <a:pt x="1245" y="166"/>
                  </a:lnTo>
                  <a:lnTo>
                    <a:pt x="805" y="166"/>
                  </a:lnTo>
                  <a:lnTo>
                    <a:pt x="365" y="0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l1597"/>
            <p:cNvSpPr/>
            <p:nvPr/>
          </p:nvSpPr>
          <p:spPr>
            <a:xfrm>
              <a:off x="4370139" y="6206200"/>
              <a:ext cx="2122" cy="1662"/>
            </a:xfrm>
            <a:custGeom>
              <a:avLst/>
              <a:pathLst>
                <a:path w="2122" h="1662">
                  <a:moveTo>
                    <a:pt x="2122" y="1662"/>
                  </a:moveTo>
                  <a:lnTo>
                    <a:pt x="1830" y="1662"/>
                  </a:lnTo>
                  <a:lnTo>
                    <a:pt x="1391" y="1496"/>
                  </a:lnTo>
                  <a:lnTo>
                    <a:pt x="805" y="1163"/>
                  </a:lnTo>
                  <a:lnTo>
                    <a:pt x="366" y="831"/>
                  </a:lnTo>
                  <a:lnTo>
                    <a:pt x="73" y="581"/>
                  </a:lnTo>
                  <a:lnTo>
                    <a:pt x="0" y="166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l1598"/>
            <p:cNvSpPr/>
            <p:nvPr/>
          </p:nvSpPr>
          <p:spPr>
            <a:xfrm>
              <a:off x="4397008" y="6209940"/>
              <a:ext cx="805" cy="1163"/>
            </a:xfrm>
            <a:custGeom>
              <a:avLst/>
              <a:pathLst>
                <a:path w="805" h="1163">
                  <a:moveTo>
                    <a:pt x="0" y="0"/>
                  </a:moveTo>
                  <a:lnTo>
                    <a:pt x="73" y="0"/>
                  </a:lnTo>
                  <a:lnTo>
                    <a:pt x="439" y="332"/>
                  </a:lnTo>
                  <a:lnTo>
                    <a:pt x="586" y="581"/>
                  </a:lnTo>
                  <a:lnTo>
                    <a:pt x="805" y="914"/>
                  </a:lnTo>
                  <a:lnTo>
                    <a:pt x="805" y="11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l1599"/>
            <p:cNvSpPr/>
            <p:nvPr/>
          </p:nvSpPr>
          <p:spPr>
            <a:xfrm>
              <a:off x="4396569" y="6210356"/>
              <a:ext cx="878" cy="997"/>
            </a:xfrm>
            <a:custGeom>
              <a:avLst/>
              <a:pathLst>
                <a:path w="878" h="997">
                  <a:moveTo>
                    <a:pt x="878" y="997"/>
                  </a:moveTo>
                  <a:lnTo>
                    <a:pt x="658" y="914"/>
                  </a:lnTo>
                  <a:lnTo>
                    <a:pt x="220" y="581"/>
                  </a:lnTo>
                  <a:lnTo>
                    <a:pt x="0" y="332"/>
                  </a:lnTo>
                  <a:lnTo>
                    <a:pt x="7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l1600"/>
            <p:cNvSpPr/>
            <p:nvPr/>
          </p:nvSpPr>
          <p:spPr>
            <a:xfrm>
              <a:off x="4373360" y="6210688"/>
              <a:ext cx="1463" cy="1412"/>
            </a:xfrm>
            <a:custGeom>
              <a:avLst/>
              <a:pathLst>
                <a:path w="1463" h="1412">
                  <a:moveTo>
                    <a:pt x="0" y="0"/>
                  </a:moveTo>
                  <a:lnTo>
                    <a:pt x="219" y="83"/>
                  </a:lnTo>
                  <a:lnTo>
                    <a:pt x="658" y="166"/>
                  </a:lnTo>
                  <a:lnTo>
                    <a:pt x="1024" y="498"/>
                  </a:lnTo>
                  <a:lnTo>
                    <a:pt x="1317" y="997"/>
                  </a:lnTo>
                  <a:lnTo>
                    <a:pt x="1463" y="141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l1601"/>
            <p:cNvSpPr/>
            <p:nvPr/>
          </p:nvSpPr>
          <p:spPr>
            <a:xfrm>
              <a:off x="4372848" y="6211187"/>
              <a:ext cx="1317" cy="1662"/>
            </a:xfrm>
            <a:custGeom>
              <a:avLst/>
              <a:pathLst>
                <a:path w="1317" h="1662">
                  <a:moveTo>
                    <a:pt x="1317" y="1662"/>
                  </a:moveTo>
                  <a:lnTo>
                    <a:pt x="1098" y="1579"/>
                  </a:lnTo>
                  <a:lnTo>
                    <a:pt x="658" y="1246"/>
                  </a:lnTo>
                  <a:lnTo>
                    <a:pt x="293" y="914"/>
                  </a:lnTo>
                  <a:lnTo>
                    <a:pt x="0" y="415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l1602"/>
            <p:cNvSpPr/>
            <p:nvPr/>
          </p:nvSpPr>
          <p:spPr>
            <a:xfrm>
              <a:off x="4377241" y="6212849"/>
              <a:ext cx="1244" cy="1163"/>
            </a:xfrm>
            <a:custGeom>
              <a:avLst/>
              <a:pathLst>
                <a:path w="1244" h="1163">
                  <a:moveTo>
                    <a:pt x="0" y="0"/>
                  </a:moveTo>
                  <a:lnTo>
                    <a:pt x="366" y="0"/>
                  </a:lnTo>
                  <a:lnTo>
                    <a:pt x="805" y="332"/>
                  </a:lnTo>
                  <a:lnTo>
                    <a:pt x="1097" y="748"/>
                  </a:lnTo>
                  <a:lnTo>
                    <a:pt x="1244" y="11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l1603"/>
            <p:cNvSpPr/>
            <p:nvPr/>
          </p:nvSpPr>
          <p:spPr>
            <a:xfrm>
              <a:off x="4376948" y="6213431"/>
              <a:ext cx="1390" cy="1579"/>
            </a:xfrm>
            <a:custGeom>
              <a:avLst/>
              <a:pathLst>
                <a:path w="1390" h="1579">
                  <a:moveTo>
                    <a:pt x="1390" y="1496"/>
                  </a:moveTo>
                  <a:lnTo>
                    <a:pt x="1390" y="1579"/>
                  </a:lnTo>
                  <a:lnTo>
                    <a:pt x="659" y="1412"/>
                  </a:lnTo>
                  <a:lnTo>
                    <a:pt x="219" y="997"/>
                  </a:lnTo>
                  <a:lnTo>
                    <a:pt x="73" y="748"/>
                  </a:lnTo>
                  <a:lnTo>
                    <a:pt x="0" y="166"/>
                  </a:lnTo>
                  <a:lnTo>
                    <a:pt x="14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l1604"/>
            <p:cNvSpPr/>
            <p:nvPr/>
          </p:nvSpPr>
          <p:spPr>
            <a:xfrm>
              <a:off x="4392396" y="6215675"/>
              <a:ext cx="1244" cy="914"/>
            </a:xfrm>
            <a:custGeom>
              <a:avLst/>
              <a:pathLst>
                <a:path w="1244" h="914">
                  <a:moveTo>
                    <a:pt x="0" y="0"/>
                  </a:moveTo>
                  <a:lnTo>
                    <a:pt x="438" y="83"/>
                  </a:lnTo>
                  <a:lnTo>
                    <a:pt x="877" y="332"/>
                  </a:lnTo>
                  <a:lnTo>
                    <a:pt x="1171" y="748"/>
                  </a:lnTo>
                  <a:lnTo>
                    <a:pt x="1244" y="91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l1605"/>
            <p:cNvSpPr/>
            <p:nvPr/>
          </p:nvSpPr>
          <p:spPr>
            <a:xfrm>
              <a:off x="4383317" y="6215841"/>
              <a:ext cx="3001" cy="831"/>
            </a:xfrm>
            <a:custGeom>
              <a:avLst/>
              <a:pathLst>
                <a:path w="3001" h="831">
                  <a:moveTo>
                    <a:pt x="0" y="0"/>
                  </a:moveTo>
                  <a:lnTo>
                    <a:pt x="73" y="0"/>
                  </a:lnTo>
                  <a:lnTo>
                    <a:pt x="658" y="0"/>
                  </a:lnTo>
                  <a:lnTo>
                    <a:pt x="1464" y="249"/>
                  </a:lnTo>
                  <a:lnTo>
                    <a:pt x="2635" y="498"/>
                  </a:lnTo>
                  <a:lnTo>
                    <a:pt x="2928" y="831"/>
                  </a:lnTo>
                  <a:lnTo>
                    <a:pt x="3001" y="83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l1606"/>
            <p:cNvSpPr/>
            <p:nvPr/>
          </p:nvSpPr>
          <p:spPr>
            <a:xfrm>
              <a:off x="4392323" y="6216090"/>
              <a:ext cx="1171" cy="997"/>
            </a:xfrm>
            <a:custGeom>
              <a:avLst/>
              <a:pathLst>
                <a:path w="1171" h="997">
                  <a:moveTo>
                    <a:pt x="1171" y="997"/>
                  </a:moveTo>
                  <a:lnTo>
                    <a:pt x="878" y="914"/>
                  </a:lnTo>
                  <a:lnTo>
                    <a:pt x="439" y="581"/>
                  </a:lnTo>
                  <a:lnTo>
                    <a:pt x="73" y="166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l1607"/>
            <p:cNvSpPr/>
            <p:nvPr/>
          </p:nvSpPr>
          <p:spPr>
            <a:xfrm>
              <a:off x="4383171" y="6216838"/>
              <a:ext cx="2928" cy="748"/>
            </a:xfrm>
            <a:custGeom>
              <a:avLst/>
              <a:pathLst>
                <a:path w="2928" h="748">
                  <a:moveTo>
                    <a:pt x="2928" y="664"/>
                  </a:moveTo>
                  <a:lnTo>
                    <a:pt x="2122" y="748"/>
                  </a:lnTo>
                  <a:lnTo>
                    <a:pt x="1463" y="664"/>
                  </a:lnTo>
                  <a:lnTo>
                    <a:pt x="511" y="498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l1608"/>
            <p:cNvSpPr/>
            <p:nvPr/>
          </p:nvSpPr>
          <p:spPr>
            <a:xfrm>
              <a:off x="4560911" y="6227830"/>
              <a:ext cx="287" cy="309"/>
            </a:xfrm>
            <a:custGeom>
              <a:avLst/>
              <a:pathLst>
                <a:path w="287" h="309">
                  <a:moveTo>
                    <a:pt x="15" y="0"/>
                  </a:moveTo>
                  <a:lnTo>
                    <a:pt x="136" y="24"/>
                  </a:lnTo>
                  <a:lnTo>
                    <a:pt x="246" y="126"/>
                  </a:lnTo>
                  <a:lnTo>
                    <a:pt x="287" y="242"/>
                  </a:lnTo>
                  <a:lnTo>
                    <a:pt x="205" y="309"/>
                  </a:lnTo>
                  <a:lnTo>
                    <a:pt x="117" y="262"/>
                  </a:lnTo>
                  <a:lnTo>
                    <a:pt x="9" y="222"/>
                  </a:lnTo>
                  <a:lnTo>
                    <a:pt x="0" y="152"/>
                  </a:lnTo>
                  <a:lnTo>
                    <a:pt x="1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l1609"/>
            <p:cNvSpPr/>
            <p:nvPr/>
          </p:nvSpPr>
          <p:spPr>
            <a:xfrm>
              <a:off x="4162176" y="6175683"/>
              <a:ext cx="26214" cy="55940"/>
            </a:xfrm>
            <a:custGeom>
              <a:avLst/>
              <a:pathLst>
                <a:path w="26214" h="55940">
                  <a:moveTo>
                    <a:pt x="0" y="0"/>
                  </a:moveTo>
                  <a:lnTo>
                    <a:pt x="1270" y="2244"/>
                  </a:lnTo>
                  <a:lnTo>
                    <a:pt x="2953" y="4641"/>
                  </a:lnTo>
                  <a:lnTo>
                    <a:pt x="4657" y="7164"/>
                  </a:lnTo>
                  <a:lnTo>
                    <a:pt x="5990" y="9182"/>
                  </a:lnTo>
                  <a:lnTo>
                    <a:pt x="6877" y="10442"/>
                  </a:lnTo>
                  <a:lnTo>
                    <a:pt x="8477" y="12607"/>
                  </a:lnTo>
                  <a:lnTo>
                    <a:pt x="10440" y="15117"/>
                  </a:lnTo>
                  <a:lnTo>
                    <a:pt x="11621" y="17171"/>
                  </a:lnTo>
                  <a:lnTo>
                    <a:pt x="13251" y="19526"/>
                  </a:lnTo>
                  <a:lnTo>
                    <a:pt x="14214" y="21460"/>
                  </a:lnTo>
                  <a:lnTo>
                    <a:pt x="15399" y="23479"/>
                  </a:lnTo>
                  <a:lnTo>
                    <a:pt x="16362" y="25329"/>
                  </a:lnTo>
                  <a:lnTo>
                    <a:pt x="17399" y="27431"/>
                  </a:lnTo>
                  <a:lnTo>
                    <a:pt x="18288" y="29449"/>
                  </a:lnTo>
                  <a:lnTo>
                    <a:pt x="19177" y="31468"/>
                  </a:lnTo>
                  <a:lnTo>
                    <a:pt x="20113" y="33719"/>
                  </a:lnTo>
                  <a:lnTo>
                    <a:pt x="21399" y="37102"/>
                  </a:lnTo>
                  <a:lnTo>
                    <a:pt x="22511" y="40466"/>
                  </a:lnTo>
                  <a:lnTo>
                    <a:pt x="23177" y="42821"/>
                  </a:lnTo>
                  <a:lnTo>
                    <a:pt x="23622" y="44923"/>
                  </a:lnTo>
                  <a:lnTo>
                    <a:pt x="24363" y="47194"/>
                  </a:lnTo>
                  <a:lnTo>
                    <a:pt x="25103" y="50222"/>
                  </a:lnTo>
                  <a:lnTo>
                    <a:pt x="25548" y="52492"/>
                  </a:lnTo>
                  <a:lnTo>
                    <a:pt x="25844" y="54511"/>
                  </a:lnTo>
                  <a:lnTo>
                    <a:pt x="26066" y="55520"/>
                  </a:lnTo>
                  <a:lnTo>
                    <a:pt x="26214" y="5594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l1610"/>
            <p:cNvSpPr/>
            <p:nvPr/>
          </p:nvSpPr>
          <p:spPr>
            <a:xfrm>
              <a:off x="4566369" y="6231757"/>
              <a:ext cx="230" cy="1577"/>
            </a:xfrm>
            <a:custGeom>
              <a:avLst/>
              <a:pathLst>
                <a:path w="230" h="1577">
                  <a:moveTo>
                    <a:pt x="0" y="0"/>
                  </a:moveTo>
                  <a:lnTo>
                    <a:pt x="112" y="184"/>
                  </a:lnTo>
                  <a:lnTo>
                    <a:pt x="230" y="805"/>
                  </a:lnTo>
                  <a:lnTo>
                    <a:pt x="173" y="1272"/>
                  </a:lnTo>
                  <a:lnTo>
                    <a:pt x="36" y="157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l1611"/>
            <p:cNvSpPr/>
            <p:nvPr/>
          </p:nvSpPr>
          <p:spPr>
            <a:xfrm>
              <a:off x="4564843" y="6233483"/>
              <a:ext cx="473" cy="315"/>
            </a:xfrm>
            <a:custGeom>
              <a:avLst/>
              <a:pathLst>
                <a:path w="473" h="315">
                  <a:moveTo>
                    <a:pt x="473" y="224"/>
                  </a:moveTo>
                  <a:lnTo>
                    <a:pt x="407" y="60"/>
                  </a:lnTo>
                  <a:lnTo>
                    <a:pt x="231" y="0"/>
                  </a:lnTo>
                  <a:lnTo>
                    <a:pt x="89" y="81"/>
                  </a:lnTo>
                  <a:lnTo>
                    <a:pt x="0" y="184"/>
                  </a:lnTo>
                  <a:lnTo>
                    <a:pt x="32" y="251"/>
                  </a:lnTo>
                  <a:lnTo>
                    <a:pt x="94" y="272"/>
                  </a:lnTo>
                  <a:lnTo>
                    <a:pt x="265" y="315"/>
                  </a:lnTo>
                  <a:lnTo>
                    <a:pt x="473" y="22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l1612"/>
            <p:cNvSpPr/>
            <p:nvPr/>
          </p:nvSpPr>
          <p:spPr>
            <a:xfrm>
              <a:off x="4560652" y="6228286"/>
              <a:ext cx="5355" cy="5744"/>
            </a:xfrm>
            <a:custGeom>
              <a:avLst/>
              <a:pathLst>
                <a:path w="5355" h="5744">
                  <a:moveTo>
                    <a:pt x="2557" y="5744"/>
                  </a:moveTo>
                  <a:lnTo>
                    <a:pt x="2301" y="5577"/>
                  </a:lnTo>
                  <a:lnTo>
                    <a:pt x="1747" y="5402"/>
                  </a:lnTo>
                  <a:lnTo>
                    <a:pt x="1226" y="5488"/>
                  </a:lnTo>
                  <a:lnTo>
                    <a:pt x="937" y="5468"/>
                  </a:lnTo>
                  <a:lnTo>
                    <a:pt x="425" y="5245"/>
                  </a:lnTo>
                  <a:lnTo>
                    <a:pt x="189" y="4832"/>
                  </a:lnTo>
                  <a:lnTo>
                    <a:pt x="132" y="4263"/>
                  </a:lnTo>
                  <a:lnTo>
                    <a:pt x="89" y="3767"/>
                  </a:lnTo>
                  <a:lnTo>
                    <a:pt x="32" y="3223"/>
                  </a:lnTo>
                  <a:lnTo>
                    <a:pt x="0" y="2704"/>
                  </a:lnTo>
                  <a:lnTo>
                    <a:pt x="9" y="2211"/>
                  </a:lnTo>
                  <a:lnTo>
                    <a:pt x="0" y="1667"/>
                  </a:lnTo>
                  <a:lnTo>
                    <a:pt x="9" y="1284"/>
                  </a:lnTo>
                  <a:lnTo>
                    <a:pt x="85" y="966"/>
                  </a:lnTo>
                  <a:lnTo>
                    <a:pt x="146" y="621"/>
                  </a:lnTo>
                  <a:lnTo>
                    <a:pt x="255" y="180"/>
                  </a:lnTo>
                  <a:lnTo>
                    <a:pt x="303" y="218"/>
                  </a:lnTo>
                  <a:lnTo>
                    <a:pt x="549" y="39"/>
                  </a:lnTo>
                  <a:lnTo>
                    <a:pt x="923" y="0"/>
                  </a:lnTo>
                  <a:lnTo>
                    <a:pt x="1340" y="331"/>
                  </a:lnTo>
                  <a:lnTo>
                    <a:pt x="1543" y="719"/>
                  </a:lnTo>
                  <a:lnTo>
                    <a:pt x="1685" y="1019"/>
                  </a:lnTo>
                  <a:lnTo>
                    <a:pt x="2088" y="1522"/>
                  </a:lnTo>
                  <a:lnTo>
                    <a:pt x="2292" y="1886"/>
                  </a:lnTo>
                  <a:lnTo>
                    <a:pt x="2486" y="2199"/>
                  </a:lnTo>
                  <a:lnTo>
                    <a:pt x="2793" y="2528"/>
                  </a:lnTo>
                  <a:lnTo>
                    <a:pt x="3059" y="2695"/>
                  </a:lnTo>
                  <a:lnTo>
                    <a:pt x="3380" y="2840"/>
                  </a:lnTo>
                  <a:lnTo>
                    <a:pt x="3726" y="2997"/>
                  </a:lnTo>
                  <a:lnTo>
                    <a:pt x="4422" y="3299"/>
                  </a:lnTo>
                  <a:lnTo>
                    <a:pt x="4811" y="3432"/>
                  </a:lnTo>
                  <a:lnTo>
                    <a:pt x="5137" y="3514"/>
                  </a:lnTo>
                  <a:lnTo>
                    <a:pt x="5355" y="3804"/>
                  </a:lnTo>
                  <a:lnTo>
                    <a:pt x="5175" y="4231"/>
                  </a:lnTo>
                  <a:lnTo>
                    <a:pt x="4953" y="4707"/>
                  </a:lnTo>
                  <a:lnTo>
                    <a:pt x="4721" y="5071"/>
                  </a:lnTo>
                  <a:lnTo>
                    <a:pt x="4688" y="510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l1613"/>
            <p:cNvSpPr/>
            <p:nvPr/>
          </p:nvSpPr>
          <p:spPr>
            <a:xfrm>
              <a:off x="4563616" y="6234153"/>
              <a:ext cx="1468" cy="85"/>
            </a:xfrm>
            <a:custGeom>
              <a:avLst/>
              <a:pathLst>
                <a:path w="1468" h="85">
                  <a:moveTo>
                    <a:pt x="1468" y="0"/>
                  </a:moveTo>
                  <a:lnTo>
                    <a:pt x="952" y="85"/>
                  </a:lnTo>
                  <a:lnTo>
                    <a:pt x="649" y="77"/>
                  </a:lnTo>
                  <a:lnTo>
                    <a:pt x="147" y="52"/>
                  </a:lnTo>
                  <a:lnTo>
                    <a:pt x="0" y="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l1614"/>
            <p:cNvSpPr/>
            <p:nvPr/>
          </p:nvSpPr>
          <p:spPr>
            <a:xfrm>
              <a:off x="4560079" y="6227487"/>
              <a:ext cx="6042" cy="6753"/>
            </a:xfrm>
            <a:custGeom>
              <a:avLst/>
              <a:pathLst>
                <a:path w="6042" h="6753">
                  <a:moveTo>
                    <a:pt x="2026" y="6749"/>
                  </a:moveTo>
                  <a:lnTo>
                    <a:pt x="1713" y="6753"/>
                  </a:lnTo>
                  <a:lnTo>
                    <a:pt x="1311" y="6743"/>
                  </a:lnTo>
                  <a:lnTo>
                    <a:pt x="909" y="6708"/>
                  </a:lnTo>
                  <a:lnTo>
                    <a:pt x="492" y="6636"/>
                  </a:lnTo>
                  <a:lnTo>
                    <a:pt x="213" y="6222"/>
                  </a:lnTo>
                  <a:lnTo>
                    <a:pt x="80" y="5663"/>
                  </a:lnTo>
                  <a:lnTo>
                    <a:pt x="42" y="5292"/>
                  </a:lnTo>
                  <a:lnTo>
                    <a:pt x="14" y="4945"/>
                  </a:lnTo>
                  <a:lnTo>
                    <a:pt x="37" y="4477"/>
                  </a:lnTo>
                  <a:lnTo>
                    <a:pt x="28" y="3958"/>
                  </a:lnTo>
                  <a:lnTo>
                    <a:pt x="0" y="3525"/>
                  </a:lnTo>
                  <a:lnTo>
                    <a:pt x="9" y="3180"/>
                  </a:lnTo>
                  <a:lnTo>
                    <a:pt x="4" y="2772"/>
                  </a:lnTo>
                  <a:lnTo>
                    <a:pt x="85" y="2330"/>
                  </a:lnTo>
                  <a:lnTo>
                    <a:pt x="198" y="1703"/>
                  </a:lnTo>
                  <a:lnTo>
                    <a:pt x="279" y="1113"/>
                  </a:lnTo>
                  <a:lnTo>
                    <a:pt x="331" y="620"/>
                  </a:lnTo>
                  <a:lnTo>
                    <a:pt x="506" y="292"/>
                  </a:lnTo>
                  <a:lnTo>
                    <a:pt x="894" y="67"/>
                  </a:lnTo>
                  <a:lnTo>
                    <a:pt x="1288" y="27"/>
                  </a:lnTo>
                  <a:lnTo>
                    <a:pt x="1633" y="0"/>
                  </a:lnTo>
                  <a:lnTo>
                    <a:pt x="1898" y="241"/>
                  </a:lnTo>
                  <a:lnTo>
                    <a:pt x="2182" y="569"/>
                  </a:lnTo>
                  <a:lnTo>
                    <a:pt x="2443" y="872"/>
                  </a:lnTo>
                  <a:lnTo>
                    <a:pt x="2751" y="1262"/>
                  </a:lnTo>
                  <a:lnTo>
                    <a:pt x="2912" y="1538"/>
                  </a:lnTo>
                  <a:lnTo>
                    <a:pt x="3030" y="1837"/>
                  </a:lnTo>
                  <a:lnTo>
                    <a:pt x="3191" y="2125"/>
                  </a:lnTo>
                  <a:lnTo>
                    <a:pt x="3518" y="2517"/>
                  </a:lnTo>
                  <a:lnTo>
                    <a:pt x="3991" y="2911"/>
                  </a:lnTo>
                  <a:lnTo>
                    <a:pt x="4427" y="3083"/>
                  </a:lnTo>
                  <a:lnTo>
                    <a:pt x="4848" y="3279"/>
                  </a:lnTo>
                  <a:lnTo>
                    <a:pt x="5147" y="3385"/>
                  </a:lnTo>
                  <a:lnTo>
                    <a:pt x="5459" y="3505"/>
                  </a:lnTo>
                  <a:lnTo>
                    <a:pt x="5815" y="3649"/>
                  </a:lnTo>
                  <a:lnTo>
                    <a:pt x="6042" y="385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l1615"/>
            <p:cNvSpPr/>
            <p:nvPr/>
          </p:nvSpPr>
          <p:spPr>
            <a:xfrm>
              <a:off x="4623940" y="6184856"/>
              <a:ext cx="507" cy="54837"/>
            </a:xfrm>
            <a:custGeom>
              <a:avLst/>
              <a:pathLst>
                <a:path w="507" h="54837">
                  <a:moveTo>
                    <a:pt x="308" y="54837"/>
                  </a:moveTo>
                  <a:lnTo>
                    <a:pt x="201" y="53866"/>
                  </a:lnTo>
                  <a:lnTo>
                    <a:pt x="308" y="52168"/>
                  </a:lnTo>
                  <a:lnTo>
                    <a:pt x="88" y="50446"/>
                  </a:lnTo>
                  <a:lnTo>
                    <a:pt x="185" y="48215"/>
                  </a:lnTo>
                  <a:lnTo>
                    <a:pt x="59" y="45830"/>
                  </a:lnTo>
                  <a:lnTo>
                    <a:pt x="58" y="43944"/>
                  </a:lnTo>
                  <a:lnTo>
                    <a:pt x="276" y="40377"/>
                  </a:lnTo>
                  <a:lnTo>
                    <a:pt x="302" y="37351"/>
                  </a:lnTo>
                  <a:lnTo>
                    <a:pt x="287" y="34076"/>
                  </a:lnTo>
                  <a:lnTo>
                    <a:pt x="1" y="30843"/>
                  </a:lnTo>
                  <a:lnTo>
                    <a:pt x="299" y="27727"/>
                  </a:lnTo>
                  <a:lnTo>
                    <a:pt x="352" y="25446"/>
                  </a:lnTo>
                  <a:lnTo>
                    <a:pt x="282" y="22617"/>
                  </a:lnTo>
                  <a:lnTo>
                    <a:pt x="145" y="18794"/>
                  </a:lnTo>
                  <a:lnTo>
                    <a:pt x="119" y="16016"/>
                  </a:lnTo>
                  <a:lnTo>
                    <a:pt x="0" y="13384"/>
                  </a:lnTo>
                  <a:lnTo>
                    <a:pt x="436" y="8239"/>
                  </a:lnTo>
                  <a:lnTo>
                    <a:pt x="507" y="5118"/>
                  </a:lnTo>
                  <a:lnTo>
                    <a:pt x="41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l1616"/>
            <p:cNvSpPr/>
            <p:nvPr/>
          </p:nvSpPr>
          <p:spPr>
            <a:xfrm>
              <a:off x="4402412" y="6429952"/>
              <a:ext cx="773" cy="630"/>
            </a:xfrm>
            <a:custGeom>
              <a:avLst/>
              <a:pathLst>
                <a:path w="773" h="630">
                  <a:moveTo>
                    <a:pt x="43" y="505"/>
                  </a:moveTo>
                  <a:lnTo>
                    <a:pt x="286" y="604"/>
                  </a:lnTo>
                  <a:lnTo>
                    <a:pt x="550" y="630"/>
                  </a:lnTo>
                  <a:lnTo>
                    <a:pt x="694" y="532"/>
                  </a:lnTo>
                  <a:lnTo>
                    <a:pt x="773" y="298"/>
                  </a:lnTo>
                  <a:lnTo>
                    <a:pt x="630" y="124"/>
                  </a:lnTo>
                  <a:lnTo>
                    <a:pt x="387" y="0"/>
                  </a:lnTo>
                  <a:lnTo>
                    <a:pt x="89" y="122"/>
                  </a:lnTo>
                  <a:lnTo>
                    <a:pt x="0" y="39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l1617"/>
            <p:cNvSpPr/>
            <p:nvPr/>
          </p:nvSpPr>
          <p:spPr>
            <a:xfrm>
              <a:off x="4401162" y="6430727"/>
              <a:ext cx="230" cy="213"/>
            </a:xfrm>
            <a:custGeom>
              <a:avLst/>
              <a:pathLst>
                <a:path w="230" h="213">
                  <a:moveTo>
                    <a:pt x="0" y="161"/>
                  </a:moveTo>
                  <a:lnTo>
                    <a:pt x="44" y="14"/>
                  </a:lnTo>
                  <a:lnTo>
                    <a:pt x="157" y="0"/>
                  </a:lnTo>
                  <a:lnTo>
                    <a:pt x="230" y="79"/>
                  </a:lnTo>
                  <a:lnTo>
                    <a:pt x="148" y="195"/>
                  </a:lnTo>
                  <a:lnTo>
                    <a:pt x="67" y="213"/>
                  </a:lnTo>
                  <a:lnTo>
                    <a:pt x="0" y="16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l1618"/>
            <p:cNvSpPr/>
            <p:nvPr/>
          </p:nvSpPr>
          <p:spPr>
            <a:xfrm>
              <a:off x="4400819" y="6430428"/>
              <a:ext cx="1072" cy="750"/>
            </a:xfrm>
            <a:custGeom>
              <a:avLst/>
              <a:pathLst>
                <a:path w="1072" h="750">
                  <a:moveTo>
                    <a:pt x="0" y="750"/>
                  </a:moveTo>
                  <a:lnTo>
                    <a:pt x="286" y="714"/>
                  </a:lnTo>
                  <a:lnTo>
                    <a:pt x="673" y="617"/>
                  </a:lnTo>
                  <a:lnTo>
                    <a:pt x="873" y="407"/>
                  </a:lnTo>
                  <a:lnTo>
                    <a:pt x="1072" y="223"/>
                  </a:lnTo>
                  <a:lnTo>
                    <a:pt x="1039" y="38"/>
                  </a:lnTo>
                  <a:lnTo>
                    <a:pt x="798" y="0"/>
                  </a:lnTo>
                  <a:lnTo>
                    <a:pt x="455" y="97"/>
                  </a:lnTo>
                  <a:lnTo>
                    <a:pt x="245" y="121"/>
                  </a:lnTo>
                  <a:lnTo>
                    <a:pt x="1" y="416"/>
                  </a:lnTo>
                  <a:lnTo>
                    <a:pt x="0" y="6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l1619"/>
            <p:cNvSpPr/>
            <p:nvPr/>
          </p:nvSpPr>
          <p:spPr>
            <a:xfrm>
              <a:off x="4400083" y="6431943"/>
              <a:ext cx="240" cy="290"/>
            </a:xfrm>
            <a:custGeom>
              <a:avLst/>
              <a:pathLst>
                <a:path w="240" h="290">
                  <a:moveTo>
                    <a:pt x="167" y="0"/>
                  </a:moveTo>
                  <a:lnTo>
                    <a:pt x="50" y="49"/>
                  </a:lnTo>
                  <a:lnTo>
                    <a:pt x="0" y="178"/>
                  </a:lnTo>
                  <a:lnTo>
                    <a:pt x="46" y="290"/>
                  </a:lnTo>
                  <a:lnTo>
                    <a:pt x="134" y="282"/>
                  </a:lnTo>
                  <a:lnTo>
                    <a:pt x="240" y="159"/>
                  </a:lnTo>
                  <a:lnTo>
                    <a:pt x="167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l1620"/>
            <p:cNvSpPr/>
            <p:nvPr/>
          </p:nvSpPr>
          <p:spPr>
            <a:xfrm>
              <a:off x="4399866" y="6431523"/>
              <a:ext cx="606" cy="900"/>
            </a:xfrm>
            <a:custGeom>
              <a:avLst/>
              <a:pathLst>
                <a:path w="606" h="900">
                  <a:moveTo>
                    <a:pt x="338" y="53"/>
                  </a:moveTo>
                  <a:lnTo>
                    <a:pt x="117" y="237"/>
                  </a:lnTo>
                  <a:lnTo>
                    <a:pt x="44" y="368"/>
                  </a:lnTo>
                  <a:lnTo>
                    <a:pt x="0" y="665"/>
                  </a:lnTo>
                  <a:lnTo>
                    <a:pt x="164" y="900"/>
                  </a:lnTo>
                  <a:lnTo>
                    <a:pt x="373" y="888"/>
                  </a:lnTo>
                  <a:lnTo>
                    <a:pt x="529" y="778"/>
                  </a:lnTo>
                  <a:lnTo>
                    <a:pt x="606" y="605"/>
                  </a:lnTo>
                  <a:lnTo>
                    <a:pt x="596" y="395"/>
                  </a:lnTo>
                  <a:lnTo>
                    <a:pt x="586" y="185"/>
                  </a:lnTo>
                  <a:lnTo>
                    <a:pt x="476" y="0"/>
                  </a:lnTo>
                  <a:lnTo>
                    <a:pt x="443" y="4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l1621"/>
            <p:cNvSpPr/>
            <p:nvPr/>
          </p:nvSpPr>
          <p:spPr>
            <a:xfrm>
              <a:off x="4398235" y="6433826"/>
              <a:ext cx="563" cy="1073"/>
            </a:xfrm>
            <a:custGeom>
              <a:avLst/>
              <a:pathLst>
                <a:path w="563" h="1073">
                  <a:moveTo>
                    <a:pt x="562" y="815"/>
                  </a:moveTo>
                  <a:lnTo>
                    <a:pt x="562" y="667"/>
                  </a:lnTo>
                  <a:lnTo>
                    <a:pt x="563" y="383"/>
                  </a:lnTo>
                  <a:lnTo>
                    <a:pt x="553" y="210"/>
                  </a:lnTo>
                  <a:lnTo>
                    <a:pt x="421" y="0"/>
                  </a:lnTo>
                  <a:lnTo>
                    <a:pt x="212" y="11"/>
                  </a:lnTo>
                  <a:lnTo>
                    <a:pt x="68" y="146"/>
                  </a:lnTo>
                  <a:lnTo>
                    <a:pt x="12" y="331"/>
                  </a:lnTo>
                  <a:lnTo>
                    <a:pt x="0" y="467"/>
                  </a:lnTo>
                  <a:lnTo>
                    <a:pt x="0" y="764"/>
                  </a:lnTo>
                  <a:lnTo>
                    <a:pt x="21" y="887"/>
                  </a:lnTo>
                  <a:lnTo>
                    <a:pt x="208" y="1073"/>
                  </a:lnTo>
                  <a:lnTo>
                    <a:pt x="208" y="106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l1622"/>
            <p:cNvSpPr/>
            <p:nvPr/>
          </p:nvSpPr>
          <p:spPr>
            <a:xfrm>
              <a:off x="4198350" y="6388516"/>
              <a:ext cx="12290" cy="53166"/>
            </a:xfrm>
            <a:custGeom>
              <a:avLst/>
              <a:pathLst>
                <a:path w="12290" h="53166">
                  <a:moveTo>
                    <a:pt x="12210" y="0"/>
                  </a:moveTo>
                  <a:lnTo>
                    <a:pt x="12135" y="2584"/>
                  </a:lnTo>
                  <a:lnTo>
                    <a:pt x="12236" y="4721"/>
                  </a:lnTo>
                  <a:lnTo>
                    <a:pt x="12290" y="6700"/>
                  </a:lnTo>
                  <a:lnTo>
                    <a:pt x="12183" y="9369"/>
                  </a:lnTo>
                  <a:lnTo>
                    <a:pt x="12183" y="12402"/>
                  </a:lnTo>
                  <a:lnTo>
                    <a:pt x="11863" y="14828"/>
                  </a:lnTo>
                  <a:lnTo>
                    <a:pt x="11756" y="17012"/>
                  </a:lnTo>
                  <a:lnTo>
                    <a:pt x="11435" y="19802"/>
                  </a:lnTo>
                  <a:lnTo>
                    <a:pt x="11115" y="22471"/>
                  </a:lnTo>
                  <a:lnTo>
                    <a:pt x="10473" y="25990"/>
                  </a:lnTo>
                  <a:lnTo>
                    <a:pt x="9832" y="29508"/>
                  </a:lnTo>
                  <a:lnTo>
                    <a:pt x="9084" y="32298"/>
                  </a:lnTo>
                  <a:lnTo>
                    <a:pt x="8550" y="34603"/>
                  </a:lnTo>
                  <a:lnTo>
                    <a:pt x="7695" y="36909"/>
                  </a:lnTo>
                  <a:lnTo>
                    <a:pt x="7053" y="38971"/>
                  </a:lnTo>
                  <a:lnTo>
                    <a:pt x="6412" y="40063"/>
                  </a:lnTo>
                  <a:lnTo>
                    <a:pt x="5664" y="42125"/>
                  </a:lnTo>
                  <a:lnTo>
                    <a:pt x="5023" y="43581"/>
                  </a:lnTo>
                  <a:lnTo>
                    <a:pt x="4275" y="45037"/>
                  </a:lnTo>
                  <a:lnTo>
                    <a:pt x="3420" y="46493"/>
                  </a:lnTo>
                  <a:lnTo>
                    <a:pt x="2672" y="48191"/>
                  </a:lnTo>
                  <a:lnTo>
                    <a:pt x="1603" y="50133"/>
                  </a:lnTo>
                  <a:lnTo>
                    <a:pt x="962" y="51467"/>
                  </a:lnTo>
                  <a:lnTo>
                    <a:pt x="428" y="52316"/>
                  </a:lnTo>
                  <a:lnTo>
                    <a:pt x="0" y="5316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l1623"/>
            <p:cNvSpPr/>
            <p:nvPr/>
          </p:nvSpPr>
          <p:spPr>
            <a:xfrm>
              <a:off x="4421871" y="6447204"/>
              <a:ext cx="1356" cy="731"/>
            </a:xfrm>
            <a:custGeom>
              <a:avLst/>
              <a:pathLst>
                <a:path w="1356" h="731">
                  <a:moveTo>
                    <a:pt x="385" y="651"/>
                  </a:moveTo>
                  <a:lnTo>
                    <a:pt x="550" y="640"/>
                  </a:lnTo>
                  <a:lnTo>
                    <a:pt x="804" y="654"/>
                  </a:lnTo>
                  <a:lnTo>
                    <a:pt x="1090" y="680"/>
                  </a:lnTo>
                  <a:lnTo>
                    <a:pt x="1322" y="731"/>
                  </a:lnTo>
                  <a:lnTo>
                    <a:pt x="1356" y="533"/>
                  </a:lnTo>
                  <a:lnTo>
                    <a:pt x="1335" y="311"/>
                  </a:lnTo>
                  <a:lnTo>
                    <a:pt x="917" y="0"/>
                  </a:lnTo>
                  <a:lnTo>
                    <a:pt x="333" y="107"/>
                  </a:lnTo>
                  <a:lnTo>
                    <a:pt x="0" y="513"/>
                  </a:lnTo>
                  <a:lnTo>
                    <a:pt x="186" y="70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l1624"/>
            <p:cNvSpPr/>
            <p:nvPr/>
          </p:nvSpPr>
          <p:spPr>
            <a:xfrm>
              <a:off x="4520669" y="6447664"/>
              <a:ext cx="2455" cy="3145"/>
            </a:xfrm>
            <a:custGeom>
              <a:avLst/>
              <a:pathLst>
                <a:path w="2455" h="3145">
                  <a:moveTo>
                    <a:pt x="0" y="0"/>
                  </a:moveTo>
                  <a:lnTo>
                    <a:pt x="440" y="71"/>
                  </a:lnTo>
                  <a:lnTo>
                    <a:pt x="1322" y="357"/>
                  </a:lnTo>
                  <a:lnTo>
                    <a:pt x="1951" y="857"/>
                  </a:lnTo>
                  <a:lnTo>
                    <a:pt x="2392" y="1572"/>
                  </a:lnTo>
                  <a:lnTo>
                    <a:pt x="2455" y="2430"/>
                  </a:lnTo>
                  <a:lnTo>
                    <a:pt x="2203" y="314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l1625"/>
            <p:cNvSpPr/>
            <p:nvPr/>
          </p:nvSpPr>
          <p:spPr>
            <a:xfrm>
              <a:off x="4519913" y="6449165"/>
              <a:ext cx="2140" cy="1715"/>
            </a:xfrm>
            <a:custGeom>
              <a:avLst/>
              <a:pathLst>
                <a:path w="2140" h="1715">
                  <a:moveTo>
                    <a:pt x="2140" y="1715"/>
                  </a:moveTo>
                  <a:lnTo>
                    <a:pt x="1574" y="1644"/>
                  </a:lnTo>
                  <a:lnTo>
                    <a:pt x="629" y="1072"/>
                  </a:lnTo>
                  <a:lnTo>
                    <a:pt x="63" y="500"/>
                  </a:ln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l1626"/>
            <p:cNvSpPr/>
            <p:nvPr/>
          </p:nvSpPr>
          <p:spPr>
            <a:xfrm>
              <a:off x="4432958" y="6450891"/>
              <a:ext cx="373" cy="422"/>
            </a:xfrm>
            <a:custGeom>
              <a:avLst/>
              <a:pathLst>
                <a:path w="373" h="422">
                  <a:moveTo>
                    <a:pt x="227" y="422"/>
                  </a:moveTo>
                  <a:lnTo>
                    <a:pt x="321" y="315"/>
                  </a:lnTo>
                  <a:lnTo>
                    <a:pt x="373" y="36"/>
                  </a:lnTo>
                  <a:lnTo>
                    <a:pt x="194" y="0"/>
                  </a:lnTo>
                  <a:lnTo>
                    <a:pt x="0" y="42"/>
                  </a:lnTo>
                  <a:lnTo>
                    <a:pt x="104" y="311"/>
                  </a:lnTo>
                  <a:lnTo>
                    <a:pt x="227" y="42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l1627"/>
            <p:cNvSpPr/>
            <p:nvPr/>
          </p:nvSpPr>
          <p:spPr>
            <a:xfrm>
              <a:off x="4401866" y="6450947"/>
              <a:ext cx="595" cy="1012"/>
            </a:xfrm>
            <a:custGeom>
              <a:avLst/>
              <a:pathLst>
                <a:path w="595" h="1012">
                  <a:moveTo>
                    <a:pt x="263" y="1012"/>
                  </a:moveTo>
                  <a:lnTo>
                    <a:pt x="440" y="840"/>
                  </a:lnTo>
                  <a:lnTo>
                    <a:pt x="595" y="606"/>
                  </a:lnTo>
                  <a:lnTo>
                    <a:pt x="595" y="433"/>
                  </a:lnTo>
                  <a:lnTo>
                    <a:pt x="574" y="285"/>
                  </a:lnTo>
                  <a:lnTo>
                    <a:pt x="497" y="87"/>
                  </a:lnTo>
                  <a:lnTo>
                    <a:pt x="299" y="0"/>
                  </a:lnTo>
                  <a:lnTo>
                    <a:pt x="34" y="147"/>
                  </a:lnTo>
                  <a:lnTo>
                    <a:pt x="0" y="567"/>
                  </a:lnTo>
                  <a:lnTo>
                    <a:pt x="32" y="715"/>
                  </a:lnTo>
                  <a:lnTo>
                    <a:pt x="65" y="863"/>
                  </a:lnTo>
                  <a:lnTo>
                    <a:pt x="164" y="987"/>
                  </a:lnTo>
                  <a:lnTo>
                    <a:pt x="174" y="98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l1628"/>
            <p:cNvSpPr/>
            <p:nvPr/>
          </p:nvSpPr>
          <p:spPr>
            <a:xfrm>
              <a:off x="4396960" y="6451706"/>
              <a:ext cx="174" cy="358"/>
            </a:xfrm>
            <a:custGeom>
              <a:avLst/>
              <a:pathLst>
                <a:path w="174" h="358">
                  <a:moveTo>
                    <a:pt x="174" y="358"/>
                  </a:moveTo>
                  <a:lnTo>
                    <a:pt x="153" y="111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l1629"/>
            <p:cNvSpPr/>
            <p:nvPr/>
          </p:nvSpPr>
          <p:spPr>
            <a:xfrm>
              <a:off x="4432491" y="6450611"/>
              <a:ext cx="962" cy="1483"/>
            </a:xfrm>
            <a:custGeom>
              <a:avLst/>
              <a:pathLst>
                <a:path w="962" h="1483">
                  <a:moveTo>
                    <a:pt x="962" y="64"/>
                  </a:moveTo>
                  <a:lnTo>
                    <a:pt x="643" y="38"/>
                  </a:lnTo>
                  <a:lnTo>
                    <a:pt x="456" y="0"/>
                  </a:lnTo>
                  <a:lnTo>
                    <a:pt x="191" y="97"/>
                  </a:lnTo>
                  <a:lnTo>
                    <a:pt x="24" y="293"/>
                  </a:lnTo>
                  <a:lnTo>
                    <a:pt x="0" y="726"/>
                  </a:lnTo>
                  <a:lnTo>
                    <a:pt x="75" y="936"/>
                  </a:lnTo>
                  <a:lnTo>
                    <a:pt x="162" y="1208"/>
                  </a:lnTo>
                  <a:lnTo>
                    <a:pt x="272" y="1370"/>
                  </a:lnTo>
                  <a:lnTo>
                    <a:pt x="690" y="1483"/>
                  </a:lnTo>
                  <a:lnTo>
                    <a:pt x="701" y="148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l1630"/>
            <p:cNvSpPr/>
            <p:nvPr/>
          </p:nvSpPr>
          <p:spPr>
            <a:xfrm>
              <a:off x="4433490" y="6450814"/>
              <a:ext cx="402" cy="1282"/>
            </a:xfrm>
            <a:custGeom>
              <a:avLst/>
              <a:pathLst>
                <a:path w="402" h="1282">
                  <a:moveTo>
                    <a:pt x="0" y="1282"/>
                  </a:moveTo>
                  <a:lnTo>
                    <a:pt x="233" y="1024"/>
                  </a:lnTo>
                  <a:lnTo>
                    <a:pt x="322" y="704"/>
                  </a:lnTo>
                  <a:lnTo>
                    <a:pt x="379" y="469"/>
                  </a:lnTo>
                  <a:lnTo>
                    <a:pt x="402" y="247"/>
                  </a:lnTo>
                  <a:lnTo>
                    <a:pt x="304" y="0"/>
                  </a:lnTo>
                  <a:lnTo>
                    <a:pt x="304" y="1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l1631"/>
            <p:cNvSpPr/>
            <p:nvPr/>
          </p:nvSpPr>
          <p:spPr>
            <a:xfrm>
              <a:off x="4396684" y="6451754"/>
              <a:ext cx="230" cy="445"/>
            </a:xfrm>
            <a:custGeom>
              <a:avLst/>
              <a:pathLst>
                <a:path w="230" h="445">
                  <a:moveTo>
                    <a:pt x="0" y="0"/>
                  </a:moveTo>
                  <a:lnTo>
                    <a:pt x="43" y="222"/>
                  </a:lnTo>
                  <a:lnTo>
                    <a:pt x="131" y="408"/>
                  </a:lnTo>
                  <a:lnTo>
                    <a:pt x="218" y="445"/>
                  </a:lnTo>
                  <a:lnTo>
                    <a:pt x="230" y="44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l1632"/>
            <p:cNvSpPr/>
            <p:nvPr/>
          </p:nvSpPr>
          <p:spPr>
            <a:xfrm>
              <a:off x="4395381" y="6452380"/>
              <a:ext cx="407" cy="99"/>
            </a:xfrm>
            <a:custGeom>
              <a:avLst/>
              <a:pathLst>
                <a:path w="407" h="99">
                  <a:moveTo>
                    <a:pt x="407" y="99"/>
                  </a:moveTo>
                  <a:lnTo>
                    <a:pt x="341" y="25"/>
                  </a:lnTo>
                  <a:lnTo>
                    <a:pt x="187" y="0"/>
                  </a:lnTo>
                  <a:lnTo>
                    <a:pt x="33" y="11"/>
                  </a:lnTo>
                  <a:lnTo>
                    <a:pt x="0" y="3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l1633"/>
            <p:cNvSpPr/>
            <p:nvPr/>
          </p:nvSpPr>
          <p:spPr>
            <a:xfrm>
              <a:off x="4394896" y="6452514"/>
              <a:ext cx="253" cy="48"/>
            </a:xfrm>
            <a:custGeom>
              <a:avLst/>
              <a:pathLst>
                <a:path w="253" h="48">
                  <a:moveTo>
                    <a:pt x="253" y="0"/>
                  </a:moveTo>
                  <a:lnTo>
                    <a:pt x="0" y="48"/>
                  </a:lnTo>
                  <a:lnTo>
                    <a:pt x="10" y="3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l1634"/>
            <p:cNvSpPr/>
            <p:nvPr/>
          </p:nvSpPr>
          <p:spPr>
            <a:xfrm>
              <a:off x="4395302" y="6452615"/>
              <a:ext cx="375" cy="159"/>
            </a:xfrm>
            <a:custGeom>
              <a:avLst/>
              <a:pathLst>
                <a:path w="375" h="159">
                  <a:moveTo>
                    <a:pt x="0" y="146"/>
                  </a:moveTo>
                  <a:lnTo>
                    <a:pt x="165" y="159"/>
                  </a:lnTo>
                  <a:lnTo>
                    <a:pt x="364" y="0"/>
                  </a:lnTo>
                  <a:lnTo>
                    <a:pt x="37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l1635"/>
            <p:cNvSpPr/>
            <p:nvPr/>
          </p:nvSpPr>
          <p:spPr>
            <a:xfrm>
              <a:off x="4394697" y="6452725"/>
              <a:ext cx="463" cy="97"/>
            </a:xfrm>
            <a:custGeom>
              <a:avLst/>
              <a:pathLst>
                <a:path w="463" h="97">
                  <a:moveTo>
                    <a:pt x="0" y="72"/>
                  </a:moveTo>
                  <a:lnTo>
                    <a:pt x="153" y="97"/>
                  </a:lnTo>
                  <a:lnTo>
                    <a:pt x="363" y="49"/>
                  </a:lnTo>
                  <a:lnTo>
                    <a:pt x="452" y="24"/>
                  </a:lnTo>
                  <a:lnTo>
                    <a:pt x="46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l1636"/>
            <p:cNvSpPr/>
            <p:nvPr/>
          </p:nvSpPr>
          <p:spPr>
            <a:xfrm>
              <a:off x="4397998" y="6452777"/>
              <a:ext cx="232" cy="246"/>
            </a:xfrm>
            <a:custGeom>
              <a:avLst/>
              <a:pathLst>
                <a:path w="232" h="246">
                  <a:moveTo>
                    <a:pt x="141" y="0"/>
                  </a:moveTo>
                  <a:lnTo>
                    <a:pt x="232" y="135"/>
                  </a:lnTo>
                  <a:lnTo>
                    <a:pt x="199" y="199"/>
                  </a:lnTo>
                  <a:lnTo>
                    <a:pt x="96" y="246"/>
                  </a:lnTo>
                  <a:lnTo>
                    <a:pt x="0" y="240"/>
                  </a:lnTo>
                  <a:lnTo>
                    <a:pt x="22" y="86"/>
                  </a:lnTo>
                  <a:lnTo>
                    <a:pt x="14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l1637"/>
            <p:cNvSpPr/>
            <p:nvPr/>
          </p:nvSpPr>
          <p:spPr>
            <a:xfrm>
              <a:off x="4399436" y="6452261"/>
              <a:ext cx="1010" cy="791"/>
            </a:xfrm>
            <a:custGeom>
              <a:avLst/>
              <a:pathLst>
                <a:path w="1010" h="791">
                  <a:moveTo>
                    <a:pt x="1010" y="640"/>
                  </a:moveTo>
                  <a:lnTo>
                    <a:pt x="955" y="565"/>
                  </a:lnTo>
                  <a:lnTo>
                    <a:pt x="794" y="569"/>
                  </a:lnTo>
                  <a:lnTo>
                    <a:pt x="673" y="469"/>
                  </a:lnTo>
                  <a:lnTo>
                    <a:pt x="629" y="296"/>
                  </a:lnTo>
                  <a:lnTo>
                    <a:pt x="718" y="161"/>
                  </a:lnTo>
                  <a:lnTo>
                    <a:pt x="553" y="0"/>
                  </a:lnTo>
                  <a:lnTo>
                    <a:pt x="200" y="60"/>
                  </a:lnTo>
                  <a:lnTo>
                    <a:pt x="67" y="245"/>
                  </a:lnTo>
                  <a:lnTo>
                    <a:pt x="28" y="373"/>
                  </a:lnTo>
                  <a:lnTo>
                    <a:pt x="0" y="578"/>
                  </a:lnTo>
                  <a:lnTo>
                    <a:pt x="308" y="653"/>
                  </a:lnTo>
                  <a:lnTo>
                    <a:pt x="440" y="703"/>
                  </a:lnTo>
                  <a:lnTo>
                    <a:pt x="561" y="790"/>
                  </a:lnTo>
                  <a:lnTo>
                    <a:pt x="726" y="791"/>
                  </a:lnTo>
                  <a:lnTo>
                    <a:pt x="804" y="791"/>
                  </a:lnTo>
                  <a:lnTo>
                    <a:pt x="871" y="751"/>
                  </a:lnTo>
                  <a:lnTo>
                    <a:pt x="936" y="75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l1638"/>
            <p:cNvSpPr/>
            <p:nvPr/>
          </p:nvSpPr>
          <p:spPr>
            <a:xfrm>
              <a:off x="4398213" y="6452600"/>
              <a:ext cx="373" cy="494"/>
            </a:xfrm>
            <a:custGeom>
              <a:avLst/>
              <a:pathLst>
                <a:path w="373" h="494">
                  <a:moveTo>
                    <a:pt x="141" y="494"/>
                  </a:moveTo>
                  <a:lnTo>
                    <a:pt x="329" y="371"/>
                  </a:lnTo>
                  <a:lnTo>
                    <a:pt x="373" y="223"/>
                  </a:lnTo>
                  <a:lnTo>
                    <a:pt x="286" y="99"/>
                  </a:lnTo>
                  <a:lnTo>
                    <a:pt x="165" y="37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l1639"/>
            <p:cNvSpPr/>
            <p:nvPr/>
          </p:nvSpPr>
          <p:spPr>
            <a:xfrm>
              <a:off x="4397815" y="6452808"/>
              <a:ext cx="141" cy="494"/>
            </a:xfrm>
            <a:custGeom>
              <a:avLst/>
              <a:pathLst>
                <a:path w="141" h="494">
                  <a:moveTo>
                    <a:pt x="66" y="0"/>
                  </a:moveTo>
                  <a:lnTo>
                    <a:pt x="0" y="185"/>
                  </a:lnTo>
                  <a:lnTo>
                    <a:pt x="20" y="469"/>
                  </a:lnTo>
                  <a:lnTo>
                    <a:pt x="141" y="49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l1640"/>
            <p:cNvSpPr/>
            <p:nvPr/>
          </p:nvSpPr>
          <p:spPr>
            <a:xfrm>
              <a:off x="4393338" y="6453127"/>
              <a:ext cx="496" cy="827"/>
            </a:xfrm>
            <a:custGeom>
              <a:avLst/>
              <a:pathLst>
                <a:path w="496" h="827">
                  <a:moveTo>
                    <a:pt x="191" y="99"/>
                  </a:moveTo>
                  <a:lnTo>
                    <a:pt x="44" y="246"/>
                  </a:lnTo>
                  <a:lnTo>
                    <a:pt x="0" y="406"/>
                  </a:lnTo>
                  <a:lnTo>
                    <a:pt x="31" y="653"/>
                  </a:lnTo>
                  <a:lnTo>
                    <a:pt x="119" y="827"/>
                  </a:lnTo>
                  <a:lnTo>
                    <a:pt x="317" y="766"/>
                  </a:lnTo>
                  <a:lnTo>
                    <a:pt x="461" y="605"/>
                  </a:lnTo>
                  <a:lnTo>
                    <a:pt x="484" y="445"/>
                  </a:lnTo>
                  <a:lnTo>
                    <a:pt x="496" y="260"/>
                  </a:lnTo>
                  <a:lnTo>
                    <a:pt x="451" y="136"/>
                  </a:lnTo>
                  <a:lnTo>
                    <a:pt x="320" y="21"/>
                  </a:lnTo>
                  <a:lnTo>
                    <a:pt x="287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l1641"/>
            <p:cNvSpPr/>
            <p:nvPr/>
          </p:nvSpPr>
          <p:spPr>
            <a:xfrm>
              <a:off x="4390033" y="6459947"/>
              <a:ext cx="252" cy="272"/>
            </a:xfrm>
            <a:custGeom>
              <a:avLst/>
              <a:pathLst>
                <a:path w="252" h="272">
                  <a:moveTo>
                    <a:pt x="0" y="0"/>
                  </a:moveTo>
                  <a:lnTo>
                    <a:pt x="121" y="111"/>
                  </a:lnTo>
                  <a:lnTo>
                    <a:pt x="219" y="223"/>
                  </a:lnTo>
                  <a:lnTo>
                    <a:pt x="252" y="27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l1642"/>
            <p:cNvSpPr/>
            <p:nvPr/>
          </p:nvSpPr>
          <p:spPr>
            <a:xfrm>
              <a:off x="4599602" y="6402539"/>
              <a:ext cx="20814" cy="57689"/>
            </a:xfrm>
            <a:custGeom>
              <a:avLst/>
              <a:pathLst>
                <a:path w="20814" h="57689">
                  <a:moveTo>
                    <a:pt x="0" y="57689"/>
                  </a:moveTo>
                  <a:lnTo>
                    <a:pt x="1282" y="55141"/>
                  </a:lnTo>
                  <a:lnTo>
                    <a:pt x="2351" y="53200"/>
                  </a:lnTo>
                  <a:lnTo>
                    <a:pt x="3313" y="51016"/>
                  </a:lnTo>
                  <a:lnTo>
                    <a:pt x="4275" y="49317"/>
                  </a:lnTo>
                  <a:lnTo>
                    <a:pt x="5023" y="47255"/>
                  </a:lnTo>
                  <a:lnTo>
                    <a:pt x="5985" y="45192"/>
                  </a:lnTo>
                  <a:lnTo>
                    <a:pt x="7053" y="42766"/>
                  </a:lnTo>
                  <a:lnTo>
                    <a:pt x="8229" y="39854"/>
                  </a:lnTo>
                  <a:lnTo>
                    <a:pt x="9084" y="37671"/>
                  </a:lnTo>
                  <a:lnTo>
                    <a:pt x="9939" y="35729"/>
                  </a:lnTo>
                  <a:lnTo>
                    <a:pt x="11114" y="32939"/>
                  </a:lnTo>
                  <a:lnTo>
                    <a:pt x="12076" y="30391"/>
                  </a:lnTo>
                  <a:lnTo>
                    <a:pt x="12824" y="28086"/>
                  </a:lnTo>
                  <a:lnTo>
                    <a:pt x="13786" y="24932"/>
                  </a:lnTo>
                  <a:lnTo>
                    <a:pt x="14534" y="22991"/>
                  </a:lnTo>
                  <a:lnTo>
                    <a:pt x="15389" y="20322"/>
                  </a:lnTo>
                  <a:lnTo>
                    <a:pt x="16244" y="17774"/>
                  </a:lnTo>
                  <a:lnTo>
                    <a:pt x="16992" y="15226"/>
                  </a:lnTo>
                  <a:lnTo>
                    <a:pt x="17740" y="12557"/>
                  </a:lnTo>
                  <a:lnTo>
                    <a:pt x="18168" y="11344"/>
                  </a:lnTo>
                  <a:lnTo>
                    <a:pt x="18488" y="9645"/>
                  </a:lnTo>
                  <a:lnTo>
                    <a:pt x="19344" y="6734"/>
                  </a:lnTo>
                  <a:lnTo>
                    <a:pt x="19771" y="4550"/>
                  </a:lnTo>
                  <a:lnTo>
                    <a:pt x="20305" y="2245"/>
                  </a:lnTo>
                  <a:lnTo>
                    <a:pt x="20814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l1643"/>
            <p:cNvSpPr/>
            <p:nvPr/>
          </p:nvSpPr>
          <p:spPr>
            <a:xfrm>
              <a:off x="4390162" y="6460454"/>
              <a:ext cx="78" cy="419"/>
            </a:xfrm>
            <a:custGeom>
              <a:avLst/>
              <a:pathLst>
                <a:path w="78" h="419">
                  <a:moveTo>
                    <a:pt x="78" y="0"/>
                  </a:moveTo>
                  <a:lnTo>
                    <a:pt x="44" y="148"/>
                  </a:lnTo>
                  <a:lnTo>
                    <a:pt x="22" y="321"/>
                  </a:lnTo>
                  <a:lnTo>
                    <a:pt x="0" y="41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l1644"/>
            <p:cNvSpPr/>
            <p:nvPr/>
          </p:nvSpPr>
          <p:spPr>
            <a:xfrm>
              <a:off x="4389687" y="6461207"/>
              <a:ext cx="474" cy="85"/>
            </a:xfrm>
            <a:custGeom>
              <a:avLst/>
              <a:pathLst>
                <a:path w="474" h="85">
                  <a:moveTo>
                    <a:pt x="474" y="0"/>
                  </a:moveTo>
                  <a:lnTo>
                    <a:pt x="330" y="24"/>
                  </a:lnTo>
                  <a:lnTo>
                    <a:pt x="176" y="48"/>
                  </a:lnTo>
                  <a:lnTo>
                    <a:pt x="0" y="8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l1645"/>
            <p:cNvSpPr/>
            <p:nvPr/>
          </p:nvSpPr>
          <p:spPr>
            <a:xfrm>
              <a:off x="4389060" y="6459896"/>
              <a:ext cx="752" cy="1407"/>
            </a:xfrm>
            <a:custGeom>
              <a:avLst/>
              <a:pathLst>
                <a:path w="752" h="1407">
                  <a:moveTo>
                    <a:pt x="307" y="1407"/>
                  </a:moveTo>
                  <a:lnTo>
                    <a:pt x="109" y="1307"/>
                  </a:lnTo>
                  <a:lnTo>
                    <a:pt x="0" y="1146"/>
                  </a:lnTo>
                  <a:lnTo>
                    <a:pt x="110" y="912"/>
                  </a:lnTo>
                  <a:lnTo>
                    <a:pt x="133" y="702"/>
                  </a:lnTo>
                  <a:lnTo>
                    <a:pt x="276" y="529"/>
                  </a:lnTo>
                  <a:lnTo>
                    <a:pt x="399" y="344"/>
                  </a:lnTo>
                  <a:lnTo>
                    <a:pt x="476" y="135"/>
                  </a:lnTo>
                  <a:lnTo>
                    <a:pt x="553" y="73"/>
                  </a:lnTo>
                  <a:lnTo>
                    <a:pt x="631" y="49"/>
                  </a:lnTo>
                  <a:lnTo>
                    <a:pt x="75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l1646"/>
            <p:cNvSpPr/>
            <p:nvPr/>
          </p:nvSpPr>
          <p:spPr>
            <a:xfrm>
              <a:off x="4390480" y="6460739"/>
              <a:ext cx="66" cy="642"/>
            </a:xfrm>
            <a:custGeom>
              <a:avLst/>
              <a:pathLst>
                <a:path w="66" h="642">
                  <a:moveTo>
                    <a:pt x="0" y="642"/>
                  </a:moveTo>
                  <a:lnTo>
                    <a:pt x="44" y="481"/>
                  </a:lnTo>
                  <a:lnTo>
                    <a:pt x="66" y="395"/>
                  </a:lnTo>
                  <a:lnTo>
                    <a:pt x="45" y="160"/>
                  </a:lnTo>
                  <a:lnTo>
                    <a:pt x="46" y="12"/>
                  </a:lnTo>
                  <a:lnTo>
                    <a:pt x="3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l1647"/>
            <p:cNvSpPr/>
            <p:nvPr/>
          </p:nvSpPr>
          <p:spPr>
            <a:xfrm>
              <a:off x="4428345" y="6460015"/>
              <a:ext cx="1130" cy="1674"/>
            </a:xfrm>
            <a:custGeom>
              <a:avLst/>
              <a:pathLst>
                <a:path w="1130" h="1674">
                  <a:moveTo>
                    <a:pt x="905" y="1383"/>
                  </a:moveTo>
                  <a:lnTo>
                    <a:pt x="1005" y="1161"/>
                  </a:lnTo>
                  <a:lnTo>
                    <a:pt x="1006" y="864"/>
                  </a:lnTo>
                  <a:lnTo>
                    <a:pt x="1051" y="753"/>
                  </a:lnTo>
                  <a:lnTo>
                    <a:pt x="1130" y="396"/>
                  </a:lnTo>
                  <a:lnTo>
                    <a:pt x="1011" y="0"/>
                  </a:lnTo>
                  <a:lnTo>
                    <a:pt x="647" y="34"/>
                  </a:lnTo>
                  <a:lnTo>
                    <a:pt x="480" y="367"/>
                  </a:lnTo>
                  <a:lnTo>
                    <a:pt x="289" y="1132"/>
                  </a:lnTo>
                  <a:lnTo>
                    <a:pt x="0" y="1674"/>
                  </a:lnTo>
                  <a:lnTo>
                    <a:pt x="0" y="166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l1648"/>
            <p:cNvSpPr/>
            <p:nvPr/>
          </p:nvSpPr>
          <p:spPr>
            <a:xfrm>
              <a:off x="4389686" y="6461603"/>
              <a:ext cx="528" cy="109"/>
            </a:xfrm>
            <a:custGeom>
              <a:avLst/>
              <a:pathLst>
                <a:path w="528" h="109">
                  <a:moveTo>
                    <a:pt x="0" y="47"/>
                  </a:moveTo>
                  <a:lnTo>
                    <a:pt x="87" y="109"/>
                  </a:lnTo>
                  <a:lnTo>
                    <a:pt x="352" y="48"/>
                  </a:lnTo>
                  <a:lnTo>
                    <a:pt x="528" y="12"/>
                  </a:lnTo>
                  <a:lnTo>
                    <a:pt x="52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l1649"/>
            <p:cNvSpPr/>
            <p:nvPr/>
          </p:nvSpPr>
          <p:spPr>
            <a:xfrm>
              <a:off x="4388233" y="6459328"/>
              <a:ext cx="2448" cy="2419"/>
            </a:xfrm>
            <a:custGeom>
              <a:avLst/>
              <a:pathLst>
                <a:path w="2448" h="2419">
                  <a:moveTo>
                    <a:pt x="2437" y="1151"/>
                  </a:moveTo>
                  <a:lnTo>
                    <a:pt x="2448" y="966"/>
                  </a:lnTo>
                  <a:lnTo>
                    <a:pt x="2317" y="682"/>
                  </a:lnTo>
                  <a:lnTo>
                    <a:pt x="2109" y="421"/>
                  </a:lnTo>
                  <a:lnTo>
                    <a:pt x="1812" y="136"/>
                  </a:lnTo>
                  <a:lnTo>
                    <a:pt x="1504" y="0"/>
                  </a:lnTo>
                  <a:lnTo>
                    <a:pt x="1161" y="270"/>
                  </a:lnTo>
                  <a:lnTo>
                    <a:pt x="1028" y="480"/>
                  </a:lnTo>
                  <a:lnTo>
                    <a:pt x="763" y="738"/>
                  </a:lnTo>
                  <a:lnTo>
                    <a:pt x="354" y="1268"/>
                  </a:lnTo>
                  <a:lnTo>
                    <a:pt x="199" y="1540"/>
                  </a:lnTo>
                  <a:lnTo>
                    <a:pt x="0" y="1959"/>
                  </a:lnTo>
                  <a:lnTo>
                    <a:pt x="153" y="2194"/>
                  </a:lnTo>
                  <a:lnTo>
                    <a:pt x="351" y="2319"/>
                  </a:lnTo>
                  <a:lnTo>
                    <a:pt x="549" y="2393"/>
                  </a:lnTo>
                  <a:lnTo>
                    <a:pt x="868" y="2419"/>
                  </a:lnTo>
                  <a:lnTo>
                    <a:pt x="979" y="2382"/>
                  </a:lnTo>
                  <a:lnTo>
                    <a:pt x="1144" y="2346"/>
                  </a:lnTo>
                  <a:lnTo>
                    <a:pt x="1144" y="233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l1650"/>
            <p:cNvSpPr/>
            <p:nvPr/>
          </p:nvSpPr>
          <p:spPr>
            <a:xfrm>
              <a:off x="4428992" y="6461706"/>
              <a:ext cx="156" cy="493"/>
            </a:xfrm>
            <a:custGeom>
              <a:avLst/>
              <a:pathLst>
                <a:path w="156" h="493">
                  <a:moveTo>
                    <a:pt x="0" y="493"/>
                  </a:moveTo>
                  <a:lnTo>
                    <a:pt x="34" y="308"/>
                  </a:lnTo>
                  <a:lnTo>
                    <a:pt x="134" y="185"/>
                  </a:lnTo>
                  <a:lnTo>
                    <a:pt x="156" y="111"/>
                  </a:lnTo>
                  <a:lnTo>
                    <a:pt x="123" y="12"/>
                  </a:lnTo>
                  <a:lnTo>
                    <a:pt x="12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l1651"/>
            <p:cNvSpPr/>
            <p:nvPr/>
          </p:nvSpPr>
          <p:spPr>
            <a:xfrm>
              <a:off x="4428011" y="6461898"/>
              <a:ext cx="747" cy="804"/>
            </a:xfrm>
            <a:custGeom>
              <a:avLst/>
              <a:pathLst>
                <a:path w="747" h="804">
                  <a:moveTo>
                    <a:pt x="112" y="0"/>
                  </a:moveTo>
                  <a:lnTo>
                    <a:pt x="1" y="234"/>
                  </a:lnTo>
                  <a:lnTo>
                    <a:pt x="0" y="419"/>
                  </a:lnTo>
                  <a:lnTo>
                    <a:pt x="32" y="543"/>
                  </a:lnTo>
                  <a:lnTo>
                    <a:pt x="196" y="741"/>
                  </a:lnTo>
                  <a:lnTo>
                    <a:pt x="306" y="804"/>
                  </a:lnTo>
                  <a:lnTo>
                    <a:pt x="438" y="804"/>
                  </a:lnTo>
                  <a:lnTo>
                    <a:pt x="582" y="706"/>
                  </a:lnTo>
                  <a:lnTo>
                    <a:pt x="747" y="633"/>
                  </a:lnTo>
                  <a:lnTo>
                    <a:pt x="747" y="60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l1652"/>
            <p:cNvSpPr/>
            <p:nvPr/>
          </p:nvSpPr>
          <p:spPr>
            <a:xfrm>
              <a:off x="4426246" y="6462679"/>
              <a:ext cx="264" cy="431"/>
            </a:xfrm>
            <a:custGeom>
              <a:avLst/>
              <a:pathLst>
                <a:path w="264" h="431">
                  <a:moveTo>
                    <a:pt x="264" y="0"/>
                  </a:moveTo>
                  <a:lnTo>
                    <a:pt x="0" y="109"/>
                  </a:lnTo>
                  <a:lnTo>
                    <a:pt x="54" y="295"/>
                  </a:lnTo>
                  <a:lnTo>
                    <a:pt x="108" y="43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l1653"/>
            <p:cNvSpPr/>
            <p:nvPr/>
          </p:nvSpPr>
          <p:spPr>
            <a:xfrm>
              <a:off x="4426507" y="6462903"/>
              <a:ext cx="342" cy="467"/>
            </a:xfrm>
            <a:custGeom>
              <a:avLst/>
              <a:pathLst>
                <a:path w="342" h="467">
                  <a:moveTo>
                    <a:pt x="0" y="467"/>
                  </a:moveTo>
                  <a:lnTo>
                    <a:pt x="165" y="419"/>
                  </a:lnTo>
                  <a:lnTo>
                    <a:pt x="232" y="308"/>
                  </a:lnTo>
                  <a:lnTo>
                    <a:pt x="342" y="210"/>
                  </a:lnTo>
                  <a:lnTo>
                    <a:pt x="333" y="24"/>
                  </a:lnTo>
                  <a:lnTo>
                    <a:pt x="33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l1654"/>
            <p:cNvSpPr/>
            <p:nvPr/>
          </p:nvSpPr>
          <p:spPr>
            <a:xfrm>
              <a:off x="4516191" y="6462457"/>
              <a:ext cx="2709" cy="1757"/>
            </a:xfrm>
            <a:custGeom>
              <a:avLst/>
              <a:pathLst>
                <a:path w="2709" h="1757">
                  <a:moveTo>
                    <a:pt x="0" y="1757"/>
                  </a:moveTo>
                  <a:lnTo>
                    <a:pt x="387" y="1025"/>
                  </a:lnTo>
                  <a:lnTo>
                    <a:pt x="1032" y="439"/>
                  </a:lnTo>
                  <a:lnTo>
                    <a:pt x="270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l1655"/>
            <p:cNvSpPr/>
            <p:nvPr/>
          </p:nvSpPr>
          <p:spPr>
            <a:xfrm>
              <a:off x="4471707" y="6462978"/>
              <a:ext cx="1295" cy="1365"/>
            </a:xfrm>
            <a:custGeom>
              <a:avLst/>
              <a:pathLst>
                <a:path w="1295" h="1365">
                  <a:moveTo>
                    <a:pt x="7" y="146"/>
                  </a:moveTo>
                  <a:lnTo>
                    <a:pt x="0" y="418"/>
                  </a:lnTo>
                  <a:lnTo>
                    <a:pt x="118" y="703"/>
                  </a:lnTo>
                  <a:lnTo>
                    <a:pt x="436" y="928"/>
                  </a:lnTo>
                  <a:lnTo>
                    <a:pt x="731" y="1215"/>
                  </a:lnTo>
                  <a:lnTo>
                    <a:pt x="939" y="1365"/>
                  </a:lnTo>
                  <a:lnTo>
                    <a:pt x="1217" y="1170"/>
                  </a:lnTo>
                  <a:lnTo>
                    <a:pt x="1295" y="862"/>
                  </a:lnTo>
                  <a:lnTo>
                    <a:pt x="1113" y="304"/>
                  </a:lnTo>
                  <a:lnTo>
                    <a:pt x="839" y="141"/>
                  </a:lnTo>
                  <a:lnTo>
                    <a:pt x="597" y="15"/>
                  </a:lnTo>
                  <a:lnTo>
                    <a:pt x="201" y="0"/>
                  </a:lnTo>
                  <a:lnTo>
                    <a:pt x="138" y="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l1656"/>
            <p:cNvSpPr/>
            <p:nvPr/>
          </p:nvSpPr>
          <p:spPr>
            <a:xfrm>
              <a:off x="4470987" y="6464395"/>
              <a:ext cx="466" cy="372"/>
            </a:xfrm>
            <a:custGeom>
              <a:avLst/>
              <a:pathLst>
                <a:path w="466" h="372">
                  <a:moveTo>
                    <a:pt x="466" y="372"/>
                  </a:moveTo>
                  <a:lnTo>
                    <a:pt x="463" y="225"/>
                  </a:lnTo>
                  <a:lnTo>
                    <a:pt x="418" y="68"/>
                  </a:lnTo>
                  <a:lnTo>
                    <a:pt x="295" y="0"/>
                  </a:lnTo>
                  <a:lnTo>
                    <a:pt x="206" y="0"/>
                  </a:lnTo>
                  <a:lnTo>
                    <a:pt x="0" y="62"/>
                  </a:lnTo>
                  <a:lnTo>
                    <a:pt x="21" y="264"/>
                  </a:lnTo>
                  <a:lnTo>
                    <a:pt x="370" y="355"/>
                  </a:lnTo>
                  <a:lnTo>
                    <a:pt x="466" y="37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l1657"/>
            <p:cNvSpPr/>
            <p:nvPr/>
          </p:nvSpPr>
          <p:spPr>
            <a:xfrm>
              <a:off x="4470445" y="6463794"/>
              <a:ext cx="1721" cy="2024"/>
            </a:xfrm>
            <a:custGeom>
              <a:avLst/>
              <a:pathLst>
                <a:path w="1721" h="2024">
                  <a:moveTo>
                    <a:pt x="168" y="0"/>
                  </a:moveTo>
                  <a:lnTo>
                    <a:pt x="0" y="443"/>
                  </a:lnTo>
                  <a:lnTo>
                    <a:pt x="7" y="826"/>
                  </a:lnTo>
                  <a:lnTo>
                    <a:pt x="147" y="1222"/>
                  </a:lnTo>
                  <a:lnTo>
                    <a:pt x="509" y="1510"/>
                  </a:lnTo>
                  <a:lnTo>
                    <a:pt x="914" y="1847"/>
                  </a:lnTo>
                  <a:lnTo>
                    <a:pt x="1122" y="1985"/>
                  </a:lnTo>
                  <a:lnTo>
                    <a:pt x="1342" y="2024"/>
                  </a:lnTo>
                  <a:lnTo>
                    <a:pt x="1586" y="1841"/>
                  </a:lnTo>
                  <a:lnTo>
                    <a:pt x="1721" y="1385"/>
                  </a:lnTo>
                  <a:lnTo>
                    <a:pt x="1212" y="392"/>
                  </a:lnTo>
                  <a:lnTo>
                    <a:pt x="959" y="217"/>
                  </a:lnTo>
                  <a:lnTo>
                    <a:pt x="627" y="112"/>
                  </a:lnTo>
                  <a:lnTo>
                    <a:pt x="452" y="60"/>
                  </a:lnTo>
                  <a:lnTo>
                    <a:pt x="366" y="2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l1658"/>
            <p:cNvSpPr/>
            <p:nvPr/>
          </p:nvSpPr>
          <p:spPr>
            <a:xfrm>
              <a:off x="4516707" y="6463921"/>
              <a:ext cx="3096" cy="2343"/>
            </a:xfrm>
            <a:custGeom>
              <a:avLst/>
              <a:pathLst>
                <a:path w="3096" h="2343">
                  <a:moveTo>
                    <a:pt x="3096" y="0"/>
                  </a:moveTo>
                  <a:lnTo>
                    <a:pt x="2966" y="732"/>
                  </a:lnTo>
                  <a:lnTo>
                    <a:pt x="2451" y="1464"/>
                  </a:lnTo>
                  <a:lnTo>
                    <a:pt x="1290" y="2196"/>
                  </a:lnTo>
                  <a:lnTo>
                    <a:pt x="386" y="2196"/>
                  </a:lnTo>
                  <a:lnTo>
                    <a:pt x="0" y="234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l1659"/>
            <p:cNvSpPr/>
            <p:nvPr/>
          </p:nvSpPr>
          <p:spPr>
            <a:xfrm>
              <a:off x="4411466" y="6466912"/>
              <a:ext cx="351" cy="137"/>
            </a:xfrm>
            <a:custGeom>
              <a:avLst/>
              <a:pathLst>
                <a:path w="351" h="137">
                  <a:moveTo>
                    <a:pt x="351" y="137"/>
                  </a:moveTo>
                  <a:lnTo>
                    <a:pt x="197" y="38"/>
                  </a:lnTo>
                  <a:lnTo>
                    <a:pt x="0" y="0"/>
                  </a:lnTo>
                  <a:lnTo>
                    <a:pt x="1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l1660"/>
            <p:cNvSpPr/>
            <p:nvPr/>
          </p:nvSpPr>
          <p:spPr>
            <a:xfrm>
              <a:off x="4564066" y="6463642"/>
              <a:ext cx="1515" cy="3440"/>
            </a:xfrm>
            <a:custGeom>
              <a:avLst/>
              <a:pathLst>
                <a:path w="1515" h="3440">
                  <a:moveTo>
                    <a:pt x="0" y="0"/>
                  </a:moveTo>
                  <a:lnTo>
                    <a:pt x="757" y="344"/>
                  </a:lnTo>
                  <a:lnTo>
                    <a:pt x="1363" y="860"/>
                  </a:lnTo>
                  <a:lnTo>
                    <a:pt x="1515" y="1720"/>
                  </a:lnTo>
                  <a:lnTo>
                    <a:pt x="1515" y="2580"/>
                  </a:lnTo>
                  <a:lnTo>
                    <a:pt x="1363" y="344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l1661"/>
            <p:cNvSpPr/>
            <p:nvPr/>
          </p:nvSpPr>
          <p:spPr>
            <a:xfrm>
              <a:off x="4411465" y="6467208"/>
              <a:ext cx="308" cy="75"/>
            </a:xfrm>
            <a:custGeom>
              <a:avLst/>
              <a:pathLst>
                <a:path w="308" h="75">
                  <a:moveTo>
                    <a:pt x="0" y="0"/>
                  </a:moveTo>
                  <a:lnTo>
                    <a:pt x="109" y="49"/>
                  </a:lnTo>
                  <a:lnTo>
                    <a:pt x="308" y="75"/>
                  </a:lnTo>
                  <a:lnTo>
                    <a:pt x="308" y="5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l1662"/>
            <p:cNvSpPr/>
            <p:nvPr/>
          </p:nvSpPr>
          <p:spPr>
            <a:xfrm>
              <a:off x="4563005" y="6464846"/>
              <a:ext cx="908" cy="3440"/>
            </a:xfrm>
            <a:custGeom>
              <a:avLst/>
              <a:pathLst>
                <a:path w="908" h="3440">
                  <a:moveTo>
                    <a:pt x="908" y="3440"/>
                  </a:moveTo>
                  <a:lnTo>
                    <a:pt x="605" y="3268"/>
                  </a:lnTo>
                  <a:lnTo>
                    <a:pt x="302" y="2752"/>
                  </a:lnTo>
                  <a:lnTo>
                    <a:pt x="0" y="1720"/>
                  </a:lnTo>
                  <a:lnTo>
                    <a:pt x="0" y="1204"/>
                  </a:lnTo>
                  <a:lnTo>
                    <a:pt x="0" y="688"/>
                  </a:lnTo>
                  <a:lnTo>
                    <a:pt x="15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l1663"/>
            <p:cNvSpPr/>
            <p:nvPr/>
          </p:nvSpPr>
          <p:spPr>
            <a:xfrm>
              <a:off x="4411239" y="6468233"/>
              <a:ext cx="264" cy="186"/>
            </a:xfrm>
            <a:custGeom>
              <a:avLst/>
              <a:pathLst>
                <a:path w="264" h="186">
                  <a:moveTo>
                    <a:pt x="264" y="186"/>
                  </a:moveTo>
                  <a:lnTo>
                    <a:pt x="176" y="5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l1664"/>
            <p:cNvSpPr/>
            <p:nvPr/>
          </p:nvSpPr>
          <p:spPr>
            <a:xfrm>
              <a:off x="4411040" y="6468454"/>
              <a:ext cx="329" cy="260"/>
            </a:xfrm>
            <a:custGeom>
              <a:avLst/>
              <a:pathLst>
                <a:path w="329" h="260">
                  <a:moveTo>
                    <a:pt x="0" y="0"/>
                  </a:moveTo>
                  <a:lnTo>
                    <a:pt x="120" y="210"/>
                  </a:lnTo>
                  <a:lnTo>
                    <a:pt x="329" y="26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l1665"/>
            <p:cNvSpPr/>
            <p:nvPr/>
          </p:nvSpPr>
          <p:spPr>
            <a:xfrm>
              <a:off x="4400772" y="6469153"/>
              <a:ext cx="530" cy="516"/>
            </a:xfrm>
            <a:custGeom>
              <a:avLst/>
              <a:pathLst>
                <a:path w="530" h="516">
                  <a:moveTo>
                    <a:pt x="530" y="0"/>
                  </a:moveTo>
                  <a:lnTo>
                    <a:pt x="276" y="134"/>
                  </a:lnTo>
                  <a:lnTo>
                    <a:pt x="67" y="269"/>
                  </a:lnTo>
                  <a:lnTo>
                    <a:pt x="0" y="51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l1666"/>
            <p:cNvSpPr/>
            <p:nvPr/>
          </p:nvSpPr>
          <p:spPr>
            <a:xfrm>
              <a:off x="4409152" y="6469731"/>
              <a:ext cx="451" cy="87"/>
            </a:xfrm>
            <a:custGeom>
              <a:avLst/>
              <a:pathLst>
                <a:path w="451" h="87">
                  <a:moveTo>
                    <a:pt x="451" y="87"/>
                  </a:moveTo>
                  <a:lnTo>
                    <a:pt x="231" y="0"/>
                  </a:lnTo>
                  <a:lnTo>
                    <a:pt x="66" y="36"/>
                  </a:lnTo>
                  <a:lnTo>
                    <a:pt x="11" y="36"/>
                  </a:lnTo>
                  <a:lnTo>
                    <a:pt x="0" y="3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l1667"/>
            <p:cNvSpPr/>
            <p:nvPr/>
          </p:nvSpPr>
          <p:spPr>
            <a:xfrm>
              <a:off x="4469919" y="6469376"/>
              <a:ext cx="430" cy="491"/>
            </a:xfrm>
            <a:custGeom>
              <a:avLst/>
              <a:pathLst>
                <a:path w="430" h="491">
                  <a:moveTo>
                    <a:pt x="374" y="419"/>
                  </a:moveTo>
                  <a:lnTo>
                    <a:pt x="430" y="297"/>
                  </a:lnTo>
                  <a:lnTo>
                    <a:pt x="374" y="118"/>
                  </a:lnTo>
                  <a:lnTo>
                    <a:pt x="223" y="0"/>
                  </a:lnTo>
                  <a:lnTo>
                    <a:pt x="76" y="76"/>
                  </a:lnTo>
                  <a:lnTo>
                    <a:pt x="0" y="133"/>
                  </a:lnTo>
                  <a:lnTo>
                    <a:pt x="101" y="376"/>
                  </a:lnTo>
                  <a:lnTo>
                    <a:pt x="229" y="491"/>
                  </a:lnTo>
                  <a:lnTo>
                    <a:pt x="374" y="41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l1668"/>
            <p:cNvSpPr/>
            <p:nvPr/>
          </p:nvSpPr>
          <p:spPr>
            <a:xfrm>
              <a:off x="4401068" y="6469488"/>
              <a:ext cx="475" cy="467"/>
            </a:xfrm>
            <a:custGeom>
              <a:avLst/>
              <a:pathLst>
                <a:path w="475" h="467">
                  <a:moveTo>
                    <a:pt x="0" y="467"/>
                  </a:moveTo>
                  <a:lnTo>
                    <a:pt x="187" y="406"/>
                  </a:lnTo>
                  <a:lnTo>
                    <a:pt x="320" y="271"/>
                  </a:lnTo>
                  <a:lnTo>
                    <a:pt x="430" y="172"/>
                  </a:lnTo>
                  <a:lnTo>
                    <a:pt x="474" y="49"/>
                  </a:lnTo>
                  <a:lnTo>
                    <a:pt x="47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l1669"/>
            <p:cNvSpPr/>
            <p:nvPr/>
          </p:nvSpPr>
          <p:spPr>
            <a:xfrm>
              <a:off x="4409073" y="6470076"/>
              <a:ext cx="484" cy="136"/>
            </a:xfrm>
            <a:custGeom>
              <a:avLst/>
              <a:pathLst>
                <a:path w="484" h="136">
                  <a:moveTo>
                    <a:pt x="0" y="0"/>
                  </a:moveTo>
                  <a:lnTo>
                    <a:pt x="175" y="136"/>
                  </a:lnTo>
                  <a:lnTo>
                    <a:pt x="385" y="125"/>
                  </a:lnTo>
                  <a:lnTo>
                    <a:pt x="484" y="51"/>
                  </a:lnTo>
                  <a:lnTo>
                    <a:pt x="484" y="3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l1670"/>
            <p:cNvSpPr/>
            <p:nvPr/>
          </p:nvSpPr>
          <p:spPr>
            <a:xfrm>
              <a:off x="4469425" y="6468893"/>
              <a:ext cx="1536" cy="1779"/>
            </a:xfrm>
            <a:custGeom>
              <a:avLst/>
              <a:pathLst>
                <a:path w="1536" h="1779">
                  <a:moveTo>
                    <a:pt x="13" y="532"/>
                  </a:moveTo>
                  <a:lnTo>
                    <a:pt x="0" y="671"/>
                  </a:lnTo>
                  <a:lnTo>
                    <a:pt x="18" y="795"/>
                  </a:lnTo>
                  <a:lnTo>
                    <a:pt x="83" y="1055"/>
                  </a:lnTo>
                  <a:lnTo>
                    <a:pt x="169" y="1303"/>
                  </a:lnTo>
                  <a:lnTo>
                    <a:pt x="408" y="1601"/>
                  </a:lnTo>
                  <a:lnTo>
                    <a:pt x="616" y="1752"/>
                  </a:lnTo>
                  <a:lnTo>
                    <a:pt x="870" y="1779"/>
                  </a:lnTo>
                  <a:lnTo>
                    <a:pt x="1134" y="1682"/>
                  </a:lnTo>
                  <a:lnTo>
                    <a:pt x="1301" y="1498"/>
                  </a:lnTo>
                  <a:lnTo>
                    <a:pt x="1457" y="1314"/>
                  </a:lnTo>
                  <a:lnTo>
                    <a:pt x="1536" y="1068"/>
                  </a:lnTo>
                  <a:lnTo>
                    <a:pt x="1472" y="721"/>
                  </a:lnTo>
                  <a:lnTo>
                    <a:pt x="1309" y="535"/>
                  </a:lnTo>
                  <a:lnTo>
                    <a:pt x="1069" y="273"/>
                  </a:lnTo>
                  <a:lnTo>
                    <a:pt x="873" y="0"/>
                  </a:lnTo>
                  <a:lnTo>
                    <a:pt x="300" y="19"/>
                  </a:lnTo>
                  <a:lnTo>
                    <a:pt x="45" y="25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l1671"/>
            <p:cNvSpPr/>
            <p:nvPr/>
          </p:nvSpPr>
          <p:spPr>
            <a:xfrm>
              <a:off x="4399687" y="6470039"/>
              <a:ext cx="828" cy="1320"/>
            </a:xfrm>
            <a:custGeom>
              <a:avLst/>
              <a:pathLst>
                <a:path w="828" h="1320">
                  <a:moveTo>
                    <a:pt x="631" y="0"/>
                  </a:moveTo>
                  <a:lnTo>
                    <a:pt x="321" y="394"/>
                  </a:lnTo>
                  <a:lnTo>
                    <a:pt x="200" y="578"/>
                  </a:lnTo>
                  <a:lnTo>
                    <a:pt x="66" y="874"/>
                  </a:lnTo>
                  <a:lnTo>
                    <a:pt x="0" y="1109"/>
                  </a:lnTo>
                  <a:lnTo>
                    <a:pt x="54" y="1282"/>
                  </a:lnTo>
                  <a:lnTo>
                    <a:pt x="274" y="1320"/>
                  </a:lnTo>
                  <a:lnTo>
                    <a:pt x="329" y="1271"/>
                  </a:lnTo>
                  <a:lnTo>
                    <a:pt x="473" y="1111"/>
                  </a:lnTo>
                  <a:lnTo>
                    <a:pt x="550" y="1049"/>
                  </a:lnTo>
                  <a:lnTo>
                    <a:pt x="650" y="926"/>
                  </a:lnTo>
                  <a:lnTo>
                    <a:pt x="716" y="828"/>
                  </a:lnTo>
                  <a:lnTo>
                    <a:pt x="828" y="519"/>
                  </a:lnTo>
                  <a:lnTo>
                    <a:pt x="828" y="50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l1672"/>
            <p:cNvSpPr/>
            <p:nvPr/>
          </p:nvSpPr>
          <p:spPr>
            <a:xfrm>
              <a:off x="4405928" y="6471656"/>
              <a:ext cx="341" cy="87"/>
            </a:xfrm>
            <a:custGeom>
              <a:avLst/>
              <a:pathLst>
                <a:path w="341" h="87">
                  <a:moveTo>
                    <a:pt x="341" y="87"/>
                  </a:moveTo>
                  <a:lnTo>
                    <a:pt x="209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l1673"/>
            <p:cNvSpPr/>
            <p:nvPr/>
          </p:nvSpPr>
          <p:spPr>
            <a:xfrm>
              <a:off x="4405806" y="6471964"/>
              <a:ext cx="329" cy="112"/>
            </a:xfrm>
            <a:custGeom>
              <a:avLst/>
              <a:pathLst>
                <a:path w="329" h="112">
                  <a:moveTo>
                    <a:pt x="0" y="0"/>
                  </a:moveTo>
                  <a:lnTo>
                    <a:pt x="329" y="112"/>
                  </a:lnTo>
                  <a:lnTo>
                    <a:pt x="318" y="8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l1674"/>
            <p:cNvSpPr/>
            <p:nvPr/>
          </p:nvSpPr>
          <p:spPr>
            <a:xfrm>
              <a:off x="4404236" y="6472293"/>
              <a:ext cx="296" cy="243"/>
            </a:xfrm>
            <a:custGeom>
              <a:avLst/>
              <a:pathLst>
                <a:path w="296" h="243">
                  <a:moveTo>
                    <a:pt x="0" y="67"/>
                  </a:moveTo>
                  <a:lnTo>
                    <a:pt x="41" y="228"/>
                  </a:lnTo>
                  <a:lnTo>
                    <a:pt x="133" y="243"/>
                  </a:lnTo>
                  <a:lnTo>
                    <a:pt x="257" y="205"/>
                  </a:lnTo>
                  <a:lnTo>
                    <a:pt x="296" y="79"/>
                  </a:lnTo>
                  <a:lnTo>
                    <a:pt x="191" y="0"/>
                  </a:lnTo>
                  <a:lnTo>
                    <a:pt x="68" y="28"/>
                  </a:lnTo>
                  <a:lnTo>
                    <a:pt x="0" y="6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l1675"/>
            <p:cNvSpPr/>
            <p:nvPr/>
          </p:nvSpPr>
          <p:spPr>
            <a:xfrm>
              <a:off x="4404121" y="6472081"/>
              <a:ext cx="703" cy="607"/>
            </a:xfrm>
            <a:custGeom>
              <a:avLst/>
              <a:pathLst>
                <a:path w="703" h="607">
                  <a:moveTo>
                    <a:pt x="394" y="606"/>
                  </a:moveTo>
                  <a:lnTo>
                    <a:pt x="570" y="607"/>
                  </a:lnTo>
                  <a:lnTo>
                    <a:pt x="669" y="582"/>
                  </a:lnTo>
                  <a:lnTo>
                    <a:pt x="703" y="385"/>
                  </a:lnTo>
                  <a:lnTo>
                    <a:pt x="506" y="87"/>
                  </a:lnTo>
                  <a:lnTo>
                    <a:pt x="374" y="25"/>
                  </a:lnTo>
                  <a:lnTo>
                    <a:pt x="165" y="0"/>
                  </a:lnTo>
                  <a:lnTo>
                    <a:pt x="0" y="98"/>
                  </a:lnTo>
                  <a:lnTo>
                    <a:pt x="0" y="8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l1676"/>
            <p:cNvSpPr/>
            <p:nvPr/>
          </p:nvSpPr>
          <p:spPr>
            <a:xfrm>
              <a:off x="4535928" y="6467875"/>
              <a:ext cx="10964" cy="5418"/>
            </a:xfrm>
            <a:custGeom>
              <a:avLst/>
              <a:pathLst>
                <a:path w="10964" h="5418">
                  <a:moveTo>
                    <a:pt x="0" y="439"/>
                  </a:moveTo>
                  <a:lnTo>
                    <a:pt x="1806" y="439"/>
                  </a:lnTo>
                  <a:lnTo>
                    <a:pt x="2837" y="292"/>
                  </a:lnTo>
                  <a:lnTo>
                    <a:pt x="4386" y="0"/>
                  </a:lnTo>
                  <a:lnTo>
                    <a:pt x="6965" y="146"/>
                  </a:lnTo>
                  <a:lnTo>
                    <a:pt x="8900" y="1025"/>
                  </a:lnTo>
                  <a:lnTo>
                    <a:pt x="9933" y="1903"/>
                  </a:lnTo>
                  <a:lnTo>
                    <a:pt x="10448" y="2635"/>
                  </a:lnTo>
                  <a:lnTo>
                    <a:pt x="10835" y="4246"/>
                  </a:lnTo>
                  <a:lnTo>
                    <a:pt x="10835" y="5418"/>
                  </a:lnTo>
                  <a:lnTo>
                    <a:pt x="10964" y="541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l1677"/>
            <p:cNvSpPr/>
            <p:nvPr/>
          </p:nvSpPr>
          <p:spPr>
            <a:xfrm>
              <a:off x="4487037" y="6472415"/>
              <a:ext cx="1161" cy="3221"/>
            </a:xfrm>
            <a:custGeom>
              <a:avLst/>
              <a:pathLst>
                <a:path w="1161" h="3221">
                  <a:moveTo>
                    <a:pt x="0" y="3221"/>
                  </a:moveTo>
                  <a:lnTo>
                    <a:pt x="0" y="2489"/>
                  </a:lnTo>
                  <a:lnTo>
                    <a:pt x="0" y="1757"/>
                  </a:lnTo>
                  <a:lnTo>
                    <a:pt x="386" y="732"/>
                  </a:lnTo>
                  <a:lnTo>
                    <a:pt x="116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l1678"/>
            <p:cNvSpPr/>
            <p:nvPr/>
          </p:nvSpPr>
          <p:spPr>
            <a:xfrm>
              <a:off x="4533735" y="6470511"/>
              <a:ext cx="12642" cy="5125"/>
            </a:xfrm>
            <a:custGeom>
              <a:avLst/>
              <a:pathLst>
                <a:path w="12642" h="5125">
                  <a:moveTo>
                    <a:pt x="12642" y="4539"/>
                  </a:moveTo>
                  <a:lnTo>
                    <a:pt x="12255" y="4979"/>
                  </a:lnTo>
                  <a:lnTo>
                    <a:pt x="10578" y="5125"/>
                  </a:lnTo>
                  <a:lnTo>
                    <a:pt x="9158" y="4832"/>
                  </a:lnTo>
                  <a:lnTo>
                    <a:pt x="7482" y="3953"/>
                  </a:lnTo>
                  <a:lnTo>
                    <a:pt x="5288" y="3368"/>
                  </a:lnTo>
                  <a:lnTo>
                    <a:pt x="3612" y="2782"/>
                  </a:lnTo>
                  <a:lnTo>
                    <a:pt x="1806" y="2050"/>
                  </a:lnTo>
                  <a:lnTo>
                    <a:pt x="515" y="1171"/>
                  </a:lnTo>
                  <a:lnTo>
                    <a:pt x="0" y="0"/>
                  </a:lnTo>
                  <a:lnTo>
                    <a:pt x="12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l1679"/>
            <p:cNvSpPr/>
            <p:nvPr/>
          </p:nvSpPr>
          <p:spPr>
            <a:xfrm>
              <a:off x="4488585" y="6472708"/>
              <a:ext cx="1418" cy="3075"/>
            </a:xfrm>
            <a:custGeom>
              <a:avLst/>
              <a:pathLst>
                <a:path w="1418" h="3075">
                  <a:moveTo>
                    <a:pt x="1418" y="0"/>
                  </a:moveTo>
                  <a:lnTo>
                    <a:pt x="1418" y="585"/>
                  </a:lnTo>
                  <a:lnTo>
                    <a:pt x="1418" y="1464"/>
                  </a:lnTo>
                  <a:lnTo>
                    <a:pt x="1160" y="2196"/>
                  </a:lnTo>
                  <a:lnTo>
                    <a:pt x="644" y="2928"/>
                  </a:lnTo>
                  <a:lnTo>
                    <a:pt x="0" y="307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l1680"/>
            <p:cNvSpPr/>
            <p:nvPr/>
          </p:nvSpPr>
          <p:spPr>
            <a:xfrm>
              <a:off x="4468874" y="6479358"/>
              <a:ext cx="1129" cy="1181"/>
            </a:xfrm>
            <a:custGeom>
              <a:avLst/>
              <a:pathLst>
                <a:path w="1129" h="1181">
                  <a:moveTo>
                    <a:pt x="43" y="136"/>
                  </a:moveTo>
                  <a:lnTo>
                    <a:pt x="162" y="433"/>
                  </a:lnTo>
                  <a:lnTo>
                    <a:pt x="269" y="694"/>
                  </a:lnTo>
                  <a:lnTo>
                    <a:pt x="541" y="1067"/>
                  </a:lnTo>
                  <a:lnTo>
                    <a:pt x="816" y="1181"/>
                  </a:lnTo>
                  <a:lnTo>
                    <a:pt x="1060" y="861"/>
                  </a:lnTo>
                  <a:lnTo>
                    <a:pt x="1129" y="615"/>
                  </a:lnTo>
                  <a:lnTo>
                    <a:pt x="614" y="203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l1681"/>
            <p:cNvSpPr/>
            <p:nvPr/>
          </p:nvSpPr>
          <p:spPr>
            <a:xfrm>
              <a:off x="4465757" y="6479774"/>
              <a:ext cx="1340" cy="1078"/>
            </a:xfrm>
            <a:custGeom>
              <a:avLst/>
              <a:pathLst>
                <a:path w="1340" h="1078">
                  <a:moveTo>
                    <a:pt x="97" y="1077"/>
                  </a:moveTo>
                  <a:lnTo>
                    <a:pt x="211" y="1078"/>
                  </a:lnTo>
                  <a:lnTo>
                    <a:pt x="454" y="1055"/>
                  </a:lnTo>
                  <a:lnTo>
                    <a:pt x="707" y="1045"/>
                  </a:lnTo>
                  <a:lnTo>
                    <a:pt x="1039" y="789"/>
                  </a:lnTo>
                  <a:lnTo>
                    <a:pt x="1183" y="605"/>
                  </a:lnTo>
                  <a:lnTo>
                    <a:pt x="1340" y="309"/>
                  </a:lnTo>
                  <a:lnTo>
                    <a:pt x="1221" y="0"/>
                  </a:lnTo>
                  <a:lnTo>
                    <a:pt x="890" y="108"/>
                  </a:lnTo>
                  <a:lnTo>
                    <a:pt x="504" y="327"/>
                  </a:lnTo>
                  <a:lnTo>
                    <a:pt x="238" y="498"/>
                  </a:lnTo>
                  <a:lnTo>
                    <a:pt x="42" y="819"/>
                  </a:lnTo>
                  <a:lnTo>
                    <a:pt x="0" y="98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l1682"/>
            <p:cNvSpPr/>
            <p:nvPr/>
          </p:nvSpPr>
          <p:spPr>
            <a:xfrm>
              <a:off x="4465088" y="6481171"/>
              <a:ext cx="895" cy="1949"/>
            </a:xfrm>
            <a:custGeom>
              <a:avLst/>
              <a:pathLst>
                <a:path w="895" h="1949">
                  <a:moveTo>
                    <a:pt x="190" y="183"/>
                  </a:moveTo>
                  <a:lnTo>
                    <a:pt x="191" y="527"/>
                  </a:lnTo>
                  <a:lnTo>
                    <a:pt x="91" y="674"/>
                  </a:lnTo>
                  <a:lnTo>
                    <a:pt x="90" y="749"/>
                  </a:lnTo>
                  <a:lnTo>
                    <a:pt x="0" y="1143"/>
                  </a:lnTo>
                  <a:lnTo>
                    <a:pt x="31" y="1415"/>
                  </a:lnTo>
                  <a:lnTo>
                    <a:pt x="105" y="1774"/>
                  </a:lnTo>
                  <a:lnTo>
                    <a:pt x="302" y="1949"/>
                  </a:lnTo>
                  <a:lnTo>
                    <a:pt x="501" y="1790"/>
                  </a:lnTo>
                  <a:lnTo>
                    <a:pt x="626" y="1260"/>
                  </a:lnTo>
                  <a:lnTo>
                    <a:pt x="783" y="853"/>
                  </a:lnTo>
                  <a:lnTo>
                    <a:pt x="895" y="620"/>
                  </a:lnTo>
                  <a:lnTo>
                    <a:pt x="886" y="323"/>
                  </a:lnTo>
                  <a:lnTo>
                    <a:pt x="625" y="0"/>
                  </a:lnTo>
                  <a:lnTo>
                    <a:pt x="250" y="9"/>
                  </a:lnTo>
                  <a:lnTo>
                    <a:pt x="217" y="3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l1683"/>
            <p:cNvSpPr/>
            <p:nvPr/>
          </p:nvSpPr>
          <p:spPr>
            <a:xfrm>
              <a:off x="4466199" y="6483500"/>
              <a:ext cx="835" cy="631"/>
            </a:xfrm>
            <a:custGeom>
              <a:avLst/>
              <a:pathLst>
                <a:path w="835" h="631">
                  <a:moveTo>
                    <a:pt x="22" y="382"/>
                  </a:moveTo>
                  <a:lnTo>
                    <a:pt x="108" y="530"/>
                  </a:lnTo>
                  <a:lnTo>
                    <a:pt x="404" y="631"/>
                  </a:lnTo>
                  <a:lnTo>
                    <a:pt x="691" y="597"/>
                  </a:lnTo>
                  <a:lnTo>
                    <a:pt x="835" y="437"/>
                  </a:lnTo>
                  <a:lnTo>
                    <a:pt x="682" y="238"/>
                  </a:lnTo>
                  <a:lnTo>
                    <a:pt x="244" y="0"/>
                  </a:lnTo>
                  <a:lnTo>
                    <a:pt x="119" y="123"/>
                  </a:lnTo>
                  <a:lnTo>
                    <a:pt x="0" y="30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l1684"/>
            <p:cNvSpPr/>
            <p:nvPr/>
          </p:nvSpPr>
          <p:spPr>
            <a:xfrm>
              <a:off x="4467987" y="6483363"/>
              <a:ext cx="1305" cy="1402"/>
            </a:xfrm>
            <a:custGeom>
              <a:avLst/>
              <a:pathLst>
                <a:path w="1305" h="1402">
                  <a:moveTo>
                    <a:pt x="143" y="1318"/>
                  </a:moveTo>
                  <a:lnTo>
                    <a:pt x="280" y="1375"/>
                  </a:lnTo>
                  <a:lnTo>
                    <a:pt x="416" y="1402"/>
                  </a:lnTo>
                  <a:lnTo>
                    <a:pt x="725" y="1257"/>
                  </a:lnTo>
                  <a:lnTo>
                    <a:pt x="947" y="1024"/>
                  </a:lnTo>
                  <a:lnTo>
                    <a:pt x="1182" y="495"/>
                  </a:lnTo>
                  <a:lnTo>
                    <a:pt x="1305" y="224"/>
                  </a:lnTo>
                  <a:lnTo>
                    <a:pt x="1076" y="0"/>
                  </a:lnTo>
                  <a:lnTo>
                    <a:pt x="369" y="302"/>
                  </a:lnTo>
                  <a:lnTo>
                    <a:pt x="147" y="609"/>
                  </a:lnTo>
                  <a:lnTo>
                    <a:pt x="0" y="118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l1685"/>
            <p:cNvSpPr/>
            <p:nvPr/>
          </p:nvSpPr>
          <p:spPr>
            <a:xfrm>
              <a:off x="4411379" y="6486372"/>
              <a:ext cx="980" cy="679"/>
            </a:xfrm>
            <a:custGeom>
              <a:avLst/>
              <a:pathLst>
                <a:path w="980" h="679">
                  <a:moveTo>
                    <a:pt x="110" y="593"/>
                  </a:moveTo>
                  <a:lnTo>
                    <a:pt x="152" y="641"/>
                  </a:lnTo>
                  <a:lnTo>
                    <a:pt x="427" y="679"/>
                  </a:lnTo>
                  <a:lnTo>
                    <a:pt x="592" y="655"/>
                  </a:lnTo>
                  <a:lnTo>
                    <a:pt x="735" y="619"/>
                  </a:lnTo>
                  <a:lnTo>
                    <a:pt x="857" y="533"/>
                  </a:lnTo>
                  <a:lnTo>
                    <a:pt x="934" y="422"/>
                  </a:lnTo>
                  <a:lnTo>
                    <a:pt x="980" y="126"/>
                  </a:lnTo>
                  <a:lnTo>
                    <a:pt x="947" y="101"/>
                  </a:lnTo>
                  <a:lnTo>
                    <a:pt x="749" y="1"/>
                  </a:lnTo>
                  <a:lnTo>
                    <a:pt x="397" y="0"/>
                  </a:lnTo>
                  <a:lnTo>
                    <a:pt x="243" y="85"/>
                  </a:lnTo>
                  <a:lnTo>
                    <a:pt x="77" y="257"/>
                  </a:lnTo>
                  <a:lnTo>
                    <a:pt x="0" y="405"/>
                  </a:lnTo>
                  <a:lnTo>
                    <a:pt x="61" y="50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l1686"/>
            <p:cNvSpPr/>
            <p:nvPr/>
          </p:nvSpPr>
          <p:spPr>
            <a:xfrm>
              <a:off x="4403828" y="6487684"/>
              <a:ext cx="560" cy="224"/>
            </a:xfrm>
            <a:custGeom>
              <a:avLst/>
              <a:pathLst>
                <a:path w="560" h="224">
                  <a:moveTo>
                    <a:pt x="560" y="224"/>
                  </a:moveTo>
                  <a:lnTo>
                    <a:pt x="406" y="112"/>
                  </a:lnTo>
                  <a:lnTo>
                    <a:pt x="197" y="25"/>
                  </a:lnTo>
                  <a:lnTo>
                    <a:pt x="55" y="0"/>
                  </a:lnTo>
                  <a:lnTo>
                    <a:pt x="10" y="86"/>
                  </a:lnTo>
                  <a:lnTo>
                    <a:pt x="0" y="6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l1687"/>
            <p:cNvSpPr/>
            <p:nvPr/>
          </p:nvSpPr>
          <p:spPr>
            <a:xfrm>
              <a:off x="4403728" y="6488005"/>
              <a:ext cx="427" cy="236"/>
            </a:xfrm>
            <a:custGeom>
              <a:avLst/>
              <a:pathLst>
                <a:path w="427" h="236">
                  <a:moveTo>
                    <a:pt x="0" y="0"/>
                  </a:moveTo>
                  <a:lnTo>
                    <a:pt x="141" y="173"/>
                  </a:lnTo>
                  <a:lnTo>
                    <a:pt x="328" y="223"/>
                  </a:lnTo>
                  <a:lnTo>
                    <a:pt x="416" y="236"/>
                  </a:lnTo>
                  <a:lnTo>
                    <a:pt x="427" y="22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l1688"/>
            <p:cNvSpPr/>
            <p:nvPr/>
          </p:nvSpPr>
          <p:spPr>
            <a:xfrm>
              <a:off x="4407003" y="6488196"/>
              <a:ext cx="264" cy="334"/>
            </a:xfrm>
            <a:custGeom>
              <a:avLst/>
              <a:pathLst>
                <a:path w="264" h="334">
                  <a:moveTo>
                    <a:pt x="158" y="0"/>
                  </a:moveTo>
                  <a:lnTo>
                    <a:pt x="264" y="115"/>
                  </a:lnTo>
                  <a:lnTo>
                    <a:pt x="244" y="233"/>
                  </a:lnTo>
                  <a:lnTo>
                    <a:pt x="129" y="334"/>
                  </a:lnTo>
                  <a:lnTo>
                    <a:pt x="0" y="227"/>
                  </a:lnTo>
                  <a:lnTo>
                    <a:pt x="57" y="98"/>
                  </a:lnTo>
                  <a:lnTo>
                    <a:pt x="15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l1689"/>
            <p:cNvSpPr/>
            <p:nvPr/>
          </p:nvSpPr>
          <p:spPr>
            <a:xfrm>
              <a:off x="4401450" y="6488387"/>
              <a:ext cx="316" cy="275"/>
            </a:xfrm>
            <a:custGeom>
              <a:avLst/>
              <a:pathLst>
                <a:path w="316" h="275">
                  <a:moveTo>
                    <a:pt x="0" y="156"/>
                  </a:moveTo>
                  <a:lnTo>
                    <a:pt x="79" y="87"/>
                  </a:lnTo>
                  <a:lnTo>
                    <a:pt x="231" y="0"/>
                  </a:lnTo>
                  <a:lnTo>
                    <a:pt x="293" y="22"/>
                  </a:lnTo>
                  <a:lnTo>
                    <a:pt x="316" y="139"/>
                  </a:lnTo>
                  <a:lnTo>
                    <a:pt x="272" y="217"/>
                  </a:lnTo>
                  <a:lnTo>
                    <a:pt x="137" y="275"/>
                  </a:lnTo>
                  <a:lnTo>
                    <a:pt x="23" y="201"/>
                  </a:lnTo>
                  <a:lnTo>
                    <a:pt x="0" y="15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l1690"/>
            <p:cNvSpPr/>
            <p:nvPr/>
          </p:nvSpPr>
          <p:spPr>
            <a:xfrm>
              <a:off x="4406806" y="6487933"/>
              <a:ext cx="693" cy="951"/>
            </a:xfrm>
            <a:custGeom>
              <a:avLst/>
              <a:pathLst>
                <a:path w="693" h="951">
                  <a:moveTo>
                    <a:pt x="11" y="331"/>
                  </a:moveTo>
                  <a:lnTo>
                    <a:pt x="0" y="529"/>
                  </a:lnTo>
                  <a:lnTo>
                    <a:pt x="21" y="690"/>
                  </a:lnTo>
                  <a:lnTo>
                    <a:pt x="218" y="888"/>
                  </a:lnTo>
                  <a:lnTo>
                    <a:pt x="328" y="951"/>
                  </a:lnTo>
                  <a:lnTo>
                    <a:pt x="493" y="865"/>
                  </a:lnTo>
                  <a:lnTo>
                    <a:pt x="582" y="754"/>
                  </a:lnTo>
                  <a:lnTo>
                    <a:pt x="693" y="495"/>
                  </a:lnTo>
                  <a:lnTo>
                    <a:pt x="682" y="384"/>
                  </a:lnTo>
                  <a:lnTo>
                    <a:pt x="639" y="198"/>
                  </a:lnTo>
                  <a:lnTo>
                    <a:pt x="518" y="99"/>
                  </a:lnTo>
                  <a:lnTo>
                    <a:pt x="398" y="0"/>
                  </a:lnTo>
                  <a:lnTo>
                    <a:pt x="243" y="9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l1691"/>
            <p:cNvSpPr/>
            <p:nvPr/>
          </p:nvSpPr>
          <p:spPr>
            <a:xfrm>
              <a:off x="4401106" y="6488009"/>
              <a:ext cx="1047" cy="962"/>
            </a:xfrm>
            <a:custGeom>
              <a:avLst/>
              <a:pathLst>
                <a:path w="1047" h="962">
                  <a:moveTo>
                    <a:pt x="0" y="775"/>
                  </a:moveTo>
                  <a:lnTo>
                    <a:pt x="308" y="838"/>
                  </a:lnTo>
                  <a:lnTo>
                    <a:pt x="483" y="962"/>
                  </a:lnTo>
                  <a:lnTo>
                    <a:pt x="748" y="852"/>
                  </a:lnTo>
                  <a:lnTo>
                    <a:pt x="902" y="692"/>
                  </a:lnTo>
                  <a:lnTo>
                    <a:pt x="1014" y="433"/>
                  </a:lnTo>
                  <a:lnTo>
                    <a:pt x="1047" y="161"/>
                  </a:lnTo>
                  <a:lnTo>
                    <a:pt x="927" y="13"/>
                  </a:lnTo>
                  <a:lnTo>
                    <a:pt x="751" y="0"/>
                  </a:lnTo>
                  <a:lnTo>
                    <a:pt x="531" y="36"/>
                  </a:lnTo>
                  <a:lnTo>
                    <a:pt x="398" y="85"/>
                  </a:lnTo>
                  <a:lnTo>
                    <a:pt x="46" y="404"/>
                  </a:lnTo>
                  <a:lnTo>
                    <a:pt x="2" y="42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l1692"/>
            <p:cNvSpPr/>
            <p:nvPr/>
          </p:nvSpPr>
          <p:spPr>
            <a:xfrm>
              <a:off x="4418427" y="6489274"/>
              <a:ext cx="375" cy="455"/>
            </a:xfrm>
            <a:custGeom>
              <a:avLst/>
              <a:pathLst>
                <a:path w="375" h="455">
                  <a:moveTo>
                    <a:pt x="0" y="455"/>
                  </a:moveTo>
                  <a:lnTo>
                    <a:pt x="44" y="319"/>
                  </a:lnTo>
                  <a:lnTo>
                    <a:pt x="166" y="233"/>
                  </a:lnTo>
                  <a:lnTo>
                    <a:pt x="276" y="172"/>
                  </a:lnTo>
                  <a:lnTo>
                    <a:pt x="287" y="147"/>
                  </a:lnTo>
                  <a:lnTo>
                    <a:pt x="375" y="37"/>
                  </a:lnTo>
                  <a:lnTo>
                    <a:pt x="37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l1693"/>
            <p:cNvSpPr/>
            <p:nvPr/>
          </p:nvSpPr>
          <p:spPr>
            <a:xfrm>
              <a:off x="4417569" y="6488360"/>
              <a:ext cx="1656" cy="1759"/>
            </a:xfrm>
            <a:custGeom>
              <a:avLst/>
              <a:pathLst>
                <a:path w="1656" h="1759">
                  <a:moveTo>
                    <a:pt x="1445" y="605"/>
                  </a:moveTo>
                  <a:lnTo>
                    <a:pt x="1500" y="556"/>
                  </a:lnTo>
                  <a:lnTo>
                    <a:pt x="1588" y="396"/>
                  </a:lnTo>
                  <a:lnTo>
                    <a:pt x="1656" y="174"/>
                  </a:lnTo>
                  <a:lnTo>
                    <a:pt x="1459" y="0"/>
                  </a:lnTo>
                  <a:lnTo>
                    <a:pt x="1204" y="245"/>
                  </a:lnTo>
                  <a:lnTo>
                    <a:pt x="983" y="442"/>
                  </a:lnTo>
                  <a:lnTo>
                    <a:pt x="751" y="725"/>
                  </a:lnTo>
                  <a:lnTo>
                    <a:pt x="508" y="1045"/>
                  </a:lnTo>
                  <a:lnTo>
                    <a:pt x="353" y="1205"/>
                  </a:lnTo>
                  <a:lnTo>
                    <a:pt x="154" y="1302"/>
                  </a:lnTo>
                  <a:lnTo>
                    <a:pt x="0" y="1487"/>
                  </a:lnTo>
                  <a:lnTo>
                    <a:pt x="86" y="1759"/>
                  </a:lnTo>
                  <a:lnTo>
                    <a:pt x="75" y="174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l1694"/>
            <p:cNvSpPr/>
            <p:nvPr/>
          </p:nvSpPr>
          <p:spPr>
            <a:xfrm>
              <a:off x="4418280" y="6490000"/>
              <a:ext cx="79" cy="543"/>
            </a:xfrm>
            <a:custGeom>
              <a:avLst/>
              <a:pathLst>
                <a:path w="79" h="543">
                  <a:moveTo>
                    <a:pt x="0" y="543"/>
                  </a:moveTo>
                  <a:lnTo>
                    <a:pt x="66" y="457"/>
                  </a:lnTo>
                  <a:lnTo>
                    <a:pt x="56" y="296"/>
                  </a:lnTo>
                  <a:lnTo>
                    <a:pt x="79" y="136"/>
                  </a:lnTo>
                  <a:lnTo>
                    <a:pt x="36" y="24"/>
                  </a:lnTo>
                  <a:lnTo>
                    <a:pt x="1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l1695"/>
            <p:cNvSpPr/>
            <p:nvPr/>
          </p:nvSpPr>
          <p:spPr>
            <a:xfrm>
              <a:off x="4501098" y="6487498"/>
              <a:ext cx="4772" cy="3221"/>
            </a:xfrm>
            <a:custGeom>
              <a:avLst/>
              <a:pathLst>
                <a:path w="4772" h="3221">
                  <a:moveTo>
                    <a:pt x="0" y="3221"/>
                  </a:moveTo>
                  <a:lnTo>
                    <a:pt x="257" y="2343"/>
                  </a:lnTo>
                  <a:lnTo>
                    <a:pt x="902" y="1317"/>
                  </a:lnTo>
                  <a:lnTo>
                    <a:pt x="1934" y="585"/>
                  </a:lnTo>
                  <a:lnTo>
                    <a:pt x="3224" y="146"/>
                  </a:lnTo>
                  <a:lnTo>
                    <a:pt x="4127" y="0"/>
                  </a:lnTo>
                  <a:lnTo>
                    <a:pt x="4772" y="585"/>
                  </a:lnTo>
                  <a:lnTo>
                    <a:pt x="4772" y="43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l1696"/>
            <p:cNvSpPr/>
            <p:nvPr/>
          </p:nvSpPr>
          <p:spPr>
            <a:xfrm>
              <a:off x="4418191" y="6490765"/>
              <a:ext cx="118" cy="408"/>
            </a:xfrm>
            <a:custGeom>
              <a:avLst/>
              <a:pathLst>
                <a:path w="118" h="408">
                  <a:moveTo>
                    <a:pt x="118" y="408"/>
                  </a:moveTo>
                  <a:lnTo>
                    <a:pt x="97" y="309"/>
                  </a:lnTo>
                  <a:lnTo>
                    <a:pt x="43" y="148"/>
                  </a:lnTo>
                  <a:lnTo>
                    <a:pt x="10" y="24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l1697"/>
            <p:cNvSpPr/>
            <p:nvPr/>
          </p:nvSpPr>
          <p:spPr>
            <a:xfrm>
              <a:off x="4417599" y="6490453"/>
              <a:ext cx="242" cy="804"/>
            </a:xfrm>
            <a:custGeom>
              <a:avLst/>
              <a:pathLst>
                <a:path w="242" h="804">
                  <a:moveTo>
                    <a:pt x="0" y="0"/>
                  </a:moveTo>
                  <a:lnTo>
                    <a:pt x="87" y="185"/>
                  </a:lnTo>
                  <a:lnTo>
                    <a:pt x="242" y="63"/>
                  </a:lnTo>
                  <a:lnTo>
                    <a:pt x="240" y="198"/>
                  </a:lnTo>
                  <a:lnTo>
                    <a:pt x="240" y="334"/>
                  </a:lnTo>
                  <a:lnTo>
                    <a:pt x="194" y="779"/>
                  </a:lnTo>
                  <a:lnTo>
                    <a:pt x="194" y="80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l1698"/>
            <p:cNvSpPr/>
            <p:nvPr/>
          </p:nvSpPr>
          <p:spPr>
            <a:xfrm>
              <a:off x="4417570" y="6491408"/>
              <a:ext cx="606" cy="640"/>
            </a:xfrm>
            <a:custGeom>
              <a:avLst/>
              <a:pathLst>
                <a:path w="606" h="640">
                  <a:moveTo>
                    <a:pt x="45" y="108"/>
                  </a:moveTo>
                  <a:lnTo>
                    <a:pt x="0" y="268"/>
                  </a:lnTo>
                  <a:lnTo>
                    <a:pt x="87" y="503"/>
                  </a:lnTo>
                  <a:lnTo>
                    <a:pt x="174" y="627"/>
                  </a:lnTo>
                  <a:lnTo>
                    <a:pt x="295" y="640"/>
                  </a:lnTo>
                  <a:lnTo>
                    <a:pt x="427" y="579"/>
                  </a:lnTo>
                  <a:lnTo>
                    <a:pt x="472" y="444"/>
                  </a:lnTo>
                  <a:lnTo>
                    <a:pt x="584" y="135"/>
                  </a:lnTo>
                  <a:lnTo>
                    <a:pt x="606" y="24"/>
                  </a:lnTo>
                  <a:lnTo>
                    <a:pt x="59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l1699"/>
            <p:cNvSpPr/>
            <p:nvPr/>
          </p:nvSpPr>
          <p:spPr>
            <a:xfrm>
              <a:off x="4501356" y="6491013"/>
              <a:ext cx="5417" cy="2635"/>
            </a:xfrm>
            <a:custGeom>
              <a:avLst/>
              <a:pathLst>
                <a:path w="5417" h="2635">
                  <a:moveTo>
                    <a:pt x="5417" y="0"/>
                  </a:moveTo>
                  <a:lnTo>
                    <a:pt x="5417" y="146"/>
                  </a:lnTo>
                  <a:lnTo>
                    <a:pt x="5159" y="732"/>
                  </a:lnTo>
                  <a:lnTo>
                    <a:pt x="4902" y="1610"/>
                  </a:lnTo>
                  <a:lnTo>
                    <a:pt x="3740" y="2489"/>
                  </a:lnTo>
                  <a:lnTo>
                    <a:pt x="2322" y="2635"/>
                  </a:lnTo>
                  <a:lnTo>
                    <a:pt x="1160" y="2635"/>
                  </a:lnTo>
                  <a:lnTo>
                    <a:pt x="0" y="205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l1700"/>
            <p:cNvSpPr/>
            <p:nvPr/>
          </p:nvSpPr>
          <p:spPr>
            <a:xfrm>
              <a:off x="4365860" y="6495045"/>
              <a:ext cx="871" cy="819"/>
            </a:xfrm>
            <a:custGeom>
              <a:avLst/>
              <a:pathLst>
                <a:path w="871" h="819">
                  <a:moveTo>
                    <a:pt x="0" y="120"/>
                  </a:moveTo>
                  <a:lnTo>
                    <a:pt x="175" y="0"/>
                  </a:lnTo>
                  <a:lnTo>
                    <a:pt x="516" y="79"/>
                  </a:lnTo>
                  <a:lnTo>
                    <a:pt x="757" y="231"/>
                  </a:lnTo>
                  <a:lnTo>
                    <a:pt x="871" y="517"/>
                  </a:lnTo>
                  <a:lnTo>
                    <a:pt x="804" y="713"/>
                  </a:lnTo>
                  <a:lnTo>
                    <a:pt x="473" y="819"/>
                  </a:lnTo>
                  <a:lnTo>
                    <a:pt x="208" y="717"/>
                  </a:lnTo>
                  <a:lnTo>
                    <a:pt x="37" y="504"/>
                  </a:lnTo>
                  <a:lnTo>
                    <a:pt x="10" y="21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l1701"/>
            <p:cNvSpPr/>
            <p:nvPr/>
          </p:nvSpPr>
          <p:spPr>
            <a:xfrm>
              <a:off x="4449385" y="6495340"/>
              <a:ext cx="900" cy="997"/>
            </a:xfrm>
            <a:custGeom>
              <a:avLst/>
              <a:pathLst>
                <a:path w="900" h="997">
                  <a:moveTo>
                    <a:pt x="193" y="997"/>
                  </a:moveTo>
                  <a:lnTo>
                    <a:pt x="502" y="864"/>
                  </a:lnTo>
                  <a:lnTo>
                    <a:pt x="689" y="840"/>
                  </a:lnTo>
                  <a:lnTo>
                    <a:pt x="900" y="595"/>
                  </a:lnTo>
                  <a:lnTo>
                    <a:pt x="880" y="261"/>
                  </a:lnTo>
                  <a:lnTo>
                    <a:pt x="749" y="99"/>
                  </a:lnTo>
                  <a:lnTo>
                    <a:pt x="607" y="0"/>
                  </a:lnTo>
                  <a:lnTo>
                    <a:pt x="309" y="47"/>
                  </a:lnTo>
                  <a:lnTo>
                    <a:pt x="88" y="267"/>
                  </a:lnTo>
                  <a:lnTo>
                    <a:pt x="0" y="353"/>
                  </a:lnTo>
                  <a:lnTo>
                    <a:pt x="10" y="35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l1702"/>
            <p:cNvSpPr/>
            <p:nvPr/>
          </p:nvSpPr>
          <p:spPr>
            <a:xfrm>
              <a:off x="4395258" y="6497251"/>
              <a:ext cx="119" cy="519"/>
            </a:xfrm>
            <a:custGeom>
              <a:avLst/>
              <a:pathLst>
                <a:path w="119" h="519">
                  <a:moveTo>
                    <a:pt x="86" y="519"/>
                  </a:moveTo>
                  <a:lnTo>
                    <a:pt x="119" y="494"/>
                  </a:lnTo>
                  <a:lnTo>
                    <a:pt x="87" y="259"/>
                  </a:lnTo>
                  <a:lnTo>
                    <a:pt x="87" y="136"/>
                  </a:lnTo>
                  <a:lnTo>
                    <a:pt x="0" y="37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l1703"/>
            <p:cNvSpPr/>
            <p:nvPr/>
          </p:nvSpPr>
          <p:spPr>
            <a:xfrm>
              <a:off x="4394893" y="6497423"/>
              <a:ext cx="120" cy="457"/>
            </a:xfrm>
            <a:custGeom>
              <a:avLst/>
              <a:pathLst>
                <a:path w="120" h="457">
                  <a:moveTo>
                    <a:pt x="22" y="0"/>
                  </a:moveTo>
                  <a:lnTo>
                    <a:pt x="0" y="222"/>
                  </a:lnTo>
                  <a:lnTo>
                    <a:pt x="32" y="308"/>
                  </a:lnTo>
                  <a:lnTo>
                    <a:pt x="108" y="457"/>
                  </a:lnTo>
                  <a:lnTo>
                    <a:pt x="120" y="44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l1704"/>
            <p:cNvSpPr/>
            <p:nvPr/>
          </p:nvSpPr>
          <p:spPr>
            <a:xfrm>
              <a:off x="4445705" y="6498155"/>
              <a:ext cx="728" cy="404"/>
            </a:xfrm>
            <a:custGeom>
              <a:avLst/>
              <a:pathLst>
                <a:path w="728" h="404">
                  <a:moveTo>
                    <a:pt x="728" y="50"/>
                  </a:moveTo>
                  <a:lnTo>
                    <a:pt x="508" y="0"/>
                  </a:lnTo>
                  <a:lnTo>
                    <a:pt x="299" y="72"/>
                  </a:lnTo>
                  <a:lnTo>
                    <a:pt x="134" y="108"/>
                  </a:lnTo>
                  <a:lnTo>
                    <a:pt x="0" y="280"/>
                  </a:lnTo>
                  <a:lnTo>
                    <a:pt x="0" y="40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l1705"/>
            <p:cNvSpPr/>
            <p:nvPr/>
          </p:nvSpPr>
          <p:spPr>
            <a:xfrm>
              <a:off x="4401421" y="6498536"/>
              <a:ext cx="889" cy="434"/>
            </a:xfrm>
            <a:custGeom>
              <a:avLst/>
              <a:pathLst>
                <a:path w="889" h="434">
                  <a:moveTo>
                    <a:pt x="889" y="434"/>
                  </a:moveTo>
                  <a:lnTo>
                    <a:pt x="802" y="223"/>
                  </a:lnTo>
                  <a:lnTo>
                    <a:pt x="670" y="124"/>
                  </a:lnTo>
                  <a:lnTo>
                    <a:pt x="428" y="0"/>
                  </a:lnTo>
                  <a:lnTo>
                    <a:pt x="0" y="60"/>
                  </a:lnTo>
                  <a:lnTo>
                    <a:pt x="11" y="6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l1706"/>
            <p:cNvSpPr/>
            <p:nvPr/>
          </p:nvSpPr>
          <p:spPr>
            <a:xfrm>
              <a:off x="4401757" y="6498793"/>
              <a:ext cx="264" cy="247"/>
            </a:xfrm>
            <a:custGeom>
              <a:avLst/>
              <a:pathLst>
                <a:path w="264" h="247">
                  <a:moveTo>
                    <a:pt x="0" y="98"/>
                  </a:moveTo>
                  <a:lnTo>
                    <a:pt x="10" y="240"/>
                  </a:lnTo>
                  <a:lnTo>
                    <a:pt x="176" y="247"/>
                  </a:lnTo>
                  <a:lnTo>
                    <a:pt x="235" y="202"/>
                  </a:lnTo>
                  <a:lnTo>
                    <a:pt x="264" y="132"/>
                  </a:lnTo>
                  <a:lnTo>
                    <a:pt x="227" y="24"/>
                  </a:lnTo>
                  <a:lnTo>
                    <a:pt x="96" y="0"/>
                  </a:lnTo>
                  <a:lnTo>
                    <a:pt x="0" y="9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l1707"/>
            <p:cNvSpPr/>
            <p:nvPr/>
          </p:nvSpPr>
          <p:spPr>
            <a:xfrm>
              <a:off x="4446321" y="6498662"/>
              <a:ext cx="545" cy="498"/>
            </a:xfrm>
            <a:custGeom>
              <a:avLst/>
              <a:pathLst>
                <a:path w="545" h="498">
                  <a:moveTo>
                    <a:pt x="0" y="0"/>
                  </a:moveTo>
                  <a:lnTo>
                    <a:pt x="218" y="137"/>
                  </a:lnTo>
                  <a:lnTo>
                    <a:pt x="349" y="323"/>
                  </a:lnTo>
                  <a:lnTo>
                    <a:pt x="469" y="423"/>
                  </a:lnTo>
                  <a:lnTo>
                    <a:pt x="545" y="498"/>
                  </a:lnTo>
                  <a:lnTo>
                    <a:pt x="545" y="47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l1708"/>
            <p:cNvSpPr/>
            <p:nvPr/>
          </p:nvSpPr>
          <p:spPr>
            <a:xfrm>
              <a:off x="4401046" y="6498891"/>
              <a:ext cx="746" cy="361"/>
            </a:xfrm>
            <a:custGeom>
              <a:avLst/>
              <a:pathLst>
                <a:path w="746" h="361">
                  <a:moveTo>
                    <a:pt x="0" y="0"/>
                  </a:moveTo>
                  <a:lnTo>
                    <a:pt x="153" y="210"/>
                  </a:lnTo>
                  <a:lnTo>
                    <a:pt x="350" y="260"/>
                  </a:lnTo>
                  <a:lnTo>
                    <a:pt x="537" y="348"/>
                  </a:lnTo>
                  <a:lnTo>
                    <a:pt x="746" y="361"/>
                  </a:lnTo>
                  <a:lnTo>
                    <a:pt x="746" y="33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l1709"/>
            <p:cNvSpPr/>
            <p:nvPr/>
          </p:nvSpPr>
          <p:spPr>
            <a:xfrm>
              <a:off x="4446841" y="6499347"/>
              <a:ext cx="287" cy="245"/>
            </a:xfrm>
            <a:custGeom>
              <a:avLst/>
              <a:pathLst>
                <a:path w="287" h="245">
                  <a:moveTo>
                    <a:pt x="287" y="0"/>
                  </a:moveTo>
                  <a:lnTo>
                    <a:pt x="144" y="85"/>
                  </a:lnTo>
                  <a:lnTo>
                    <a:pt x="89" y="159"/>
                  </a:lnTo>
                  <a:lnTo>
                    <a:pt x="0" y="244"/>
                  </a:lnTo>
                  <a:lnTo>
                    <a:pt x="11" y="24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l1710"/>
            <p:cNvSpPr/>
            <p:nvPr/>
          </p:nvSpPr>
          <p:spPr>
            <a:xfrm>
              <a:off x="4446795" y="6498406"/>
              <a:ext cx="1173" cy="1350"/>
            </a:xfrm>
            <a:custGeom>
              <a:avLst/>
              <a:pathLst>
                <a:path w="1173" h="1350">
                  <a:moveTo>
                    <a:pt x="551" y="1350"/>
                  </a:moveTo>
                  <a:lnTo>
                    <a:pt x="761" y="1228"/>
                  </a:lnTo>
                  <a:lnTo>
                    <a:pt x="906" y="982"/>
                  </a:lnTo>
                  <a:lnTo>
                    <a:pt x="1061" y="798"/>
                  </a:lnTo>
                  <a:lnTo>
                    <a:pt x="1161" y="700"/>
                  </a:lnTo>
                  <a:lnTo>
                    <a:pt x="1173" y="465"/>
                  </a:lnTo>
                  <a:lnTo>
                    <a:pt x="867" y="265"/>
                  </a:lnTo>
                  <a:lnTo>
                    <a:pt x="307" y="14"/>
                  </a:lnTo>
                  <a:lnTo>
                    <a:pt x="98" y="13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l1711"/>
            <p:cNvSpPr/>
            <p:nvPr/>
          </p:nvSpPr>
          <p:spPr>
            <a:xfrm>
              <a:off x="4446241" y="6499020"/>
              <a:ext cx="402" cy="744"/>
            </a:xfrm>
            <a:custGeom>
              <a:avLst/>
              <a:pathLst>
                <a:path w="402" h="744">
                  <a:moveTo>
                    <a:pt x="402" y="744"/>
                  </a:moveTo>
                  <a:lnTo>
                    <a:pt x="348" y="496"/>
                  </a:lnTo>
                  <a:lnTo>
                    <a:pt x="228" y="261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l1712"/>
            <p:cNvSpPr/>
            <p:nvPr/>
          </p:nvSpPr>
          <p:spPr>
            <a:xfrm>
              <a:off x="4396435" y="6499740"/>
              <a:ext cx="472" cy="482"/>
            </a:xfrm>
            <a:custGeom>
              <a:avLst/>
              <a:pathLst>
                <a:path w="472" h="482">
                  <a:moveTo>
                    <a:pt x="0" y="196"/>
                  </a:moveTo>
                  <a:lnTo>
                    <a:pt x="44" y="295"/>
                  </a:lnTo>
                  <a:lnTo>
                    <a:pt x="131" y="345"/>
                  </a:lnTo>
                  <a:lnTo>
                    <a:pt x="219" y="407"/>
                  </a:lnTo>
                  <a:lnTo>
                    <a:pt x="339" y="482"/>
                  </a:lnTo>
                  <a:lnTo>
                    <a:pt x="416" y="470"/>
                  </a:lnTo>
                  <a:lnTo>
                    <a:pt x="472" y="408"/>
                  </a:lnTo>
                  <a:lnTo>
                    <a:pt x="428" y="334"/>
                  </a:lnTo>
                  <a:lnTo>
                    <a:pt x="363" y="198"/>
                  </a:lnTo>
                  <a:lnTo>
                    <a:pt x="275" y="74"/>
                  </a:lnTo>
                  <a:lnTo>
                    <a:pt x="231" y="24"/>
                  </a:lnTo>
                  <a:lnTo>
                    <a:pt x="23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l1713"/>
            <p:cNvSpPr/>
            <p:nvPr/>
          </p:nvSpPr>
          <p:spPr>
            <a:xfrm>
              <a:off x="4445679" y="6499003"/>
              <a:ext cx="1446" cy="1241"/>
            </a:xfrm>
            <a:custGeom>
              <a:avLst/>
              <a:pathLst>
                <a:path w="1446" h="1241">
                  <a:moveTo>
                    <a:pt x="1" y="0"/>
                  </a:moveTo>
                  <a:lnTo>
                    <a:pt x="0" y="234"/>
                  </a:lnTo>
                  <a:lnTo>
                    <a:pt x="184" y="582"/>
                  </a:lnTo>
                  <a:lnTo>
                    <a:pt x="292" y="842"/>
                  </a:lnTo>
                  <a:lnTo>
                    <a:pt x="423" y="1078"/>
                  </a:lnTo>
                  <a:lnTo>
                    <a:pt x="620" y="1227"/>
                  </a:lnTo>
                  <a:lnTo>
                    <a:pt x="873" y="1241"/>
                  </a:lnTo>
                  <a:lnTo>
                    <a:pt x="1082" y="1144"/>
                  </a:lnTo>
                  <a:lnTo>
                    <a:pt x="1446" y="924"/>
                  </a:lnTo>
                  <a:lnTo>
                    <a:pt x="1446" y="91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l1714"/>
            <p:cNvSpPr/>
            <p:nvPr/>
          </p:nvSpPr>
          <p:spPr>
            <a:xfrm>
              <a:off x="4484663" y="6501431"/>
              <a:ext cx="1227" cy="1100"/>
            </a:xfrm>
            <a:custGeom>
              <a:avLst/>
              <a:pathLst>
                <a:path w="1227" h="1100">
                  <a:moveTo>
                    <a:pt x="1005" y="1042"/>
                  </a:moveTo>
                  <a:lnTo>
                    <a:pt x="1127" y="895"/>
                  </a:lnTo>
                  <a:lnTo>
                    <a:pt x="1227" y="760"/>
                  </a:lnTo>
                  <a:lnTo>
                    <a:pt x="1109" y="475"/>
                  </a:lnTo>
                  <a:lnTo>
                    <a:pt x="848" y="163"/>
                  </a:lnTo>
                  <a:lnTo>
                    <a:pt x="520" y="0"/>
                  </a:lnTo>
                  <a:lnTo>
                    <a:pt x="46" y="106"/>
                  </a:lnTo>
                  <a:lnTo>
                    <a:pt x="0" y="390"/>
                  </a:lnTo>
                  <a:lnTo>
                    <a:pt x="96" y="638"/>
                  </a:lnTo>
                  <a:lnTo>
                    <a:pt x="171" y="873"/>
                  </a:lnTo>
                  <a:lnTo>
                    <a:pt x="291" y="1010"/>
                  </a:lnTo>
                  <a:lnTo>
                    <a:pt x="445" y="1037"/>
                  </a:lnTo>
                  <a:lnTo>
                    <a:pt x="642" y="1100"/>
                  </a:lnTo>
                  <a:lnTo>
                    <a:pt x="643" y="108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l1715"/>
            <p:cNvSpPr/>
            <p:nvPr/>
          </p:nvSpPr>
          <p:spPr>
            <a:xfrm>
              <a:off x="4543668" y="6501117"/>
              <a:ext cx="1031" cy="3661"/>
            </a:xfrm>
            <a:custGeom>
              <a:avLst/>
              <a:pathLst>
                <a:path w="1031" h="3661">
                  <a:moveTo>
                    <a:pt x="0" y="0"/>
                  </a:moveTo>
                  <a:lnTo>
                    <a:pt x="386" y="292"/>
                  </a:lnTo>
                  <a:lnTo>
                    <a:pt x="902" y="1025"/>
                  </a:lnTo>
                  <a:lnTo>
                    <a:pt x="1031" y="2196"/>
                  </a:lnTo>
                  <a:lnTo>
                    <a:pt x="1031" y="3075"/>
                  </a:lnTo>
                  <a:lnTo>
                    <a:pt x="902" y="366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l1716"/>
            <p:cNvSpPr/>
            <p:nvPr/>
          </p:nvSpPr>
          <p:spPr>
            <a:xfrm>
              <a:off x="4541991" y="6501557"/>
              <a:ext cx="1161" cy="3368"/>
            </a:xfrm>
            <a:custGeom>
              <a:avLst/>
              <a:pathLst>
                <a:path w="1161" h="3368">
                  <a:moveTo>
                    <a:pt x="1161" y="3368"/>
                  </a:moveTo>
                  <a:lnTo>
                    <a:pt x="645" y="3075"/>
                  </a:lnTo>
                  <a:lnTo>
                    <a:pt x="0" y="2343"/>
                  </a:lnTo>
                  <a:lnTo>
                    <a:pt x="0" y="1171"/>
                  </a:lnTo>
                  <a:lnTo>
                    <a:pt x="12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l1717"/>
            <p:cNvSpPr/>
            <p:nvPr/>
          </p:nvSpPr>
          <p:spPr>
            <a:xfrm>
              <a:off x="4385914" y="6507342"/>
              <a:ext cx="1000" cy="246"/>
            </a:xfrm>
            <a:custGeom>
              <a:avLst/>
              <a:pathLst>
                <a:path w="1000" h="246">
                  <a:moveTo>
                    <a:pt x="1000" y="137"/>
                  </a:moveTo>
                  <a:lnTo>
                    <a:pt x="803" y="26"/>
                  </a:lnTo>
                  <a:lnTo>
                    <a:pt x="539" y="37"/>
                  </a:lnTo>
                  <a:lnTo>
                    <a:pt x="363" y="0"/>
                  </a:lnTo>
                  <a:lnTo>
                    <a:pt x="0" y="24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l1718"/>
            <p:cNvSpPr/>
            <p:nvPr/>
          </p:nvSpPr>
          <p:spPr>
            <a:xfrm>
              <a:off x="4385979" y="6507986"/>
              <a:ext cx="923" cy="170"/>
            </a:xfrm>
            <a:custGeom>
              <a:avLst/>
              <a:pathLst>
                <a:path w="923" h="170">
                  <a:moveTo>
                    <a:pt x="0" y="22"/>
                  </a:moveTo>
                  <a:lnTo>
                    <a:pt x="109" y="170"/>
                  </a:lnTo>
                  <a:lnTo>
                    <a:pt x="373" y="121"/>
                  </a:lnTo>
                  <a:lnTo>
                    <a:pt x="537" y="122"/>
                  </a:lnTo>
                  <a:lnTo>
                    <a:pt x="911" y="0"/>
                  </a:lnTo>
                  <a:lnTo>
                    <a:pt x="92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l1719"/>
            <p:cNvSpPr/>
            <p:nvPr/>
          </p:nvSpPr>
          <p:spPr>
            <a:xfrm>
              <a:off x="4377178" y="6503272"/>
              <a:ext cx="1918" cy="6947"/>
            </a:xfrm>
            <a:custGeom>
              <a:avLst/>
              <a:pathLst>
                <a:path w="1918" h="6947">
                  <a:moveTo>
                    <a:pt x="46" y="6172"/>
                  </a:moveTo>
                  <a:lnTo>
                    <a:pt x="204" y="5817"/>
                  </a:lnTo>
                  <a:lnTo>
                    <a:pt x="469" y="5043"/>
                  </a:lnTo>
                  <a:lnTo>
                    <a:pt x="592" y="4118"/>
                  </a:lnTo>
                  <a:lnTo>
                    <a:pt x="682" y="3157"/>
                  </a:lnTo>
                  <a:lnTo>
                    <a:pt x="843" y="2492"/>
                  </a:lnTo>
                  <a:lnTo>
                    <a:pt x="985" y="1840"/>
                  </a:lnTo>
                  <a:lnTo>
                    <a:pt x="990" y="1371"/>
                  </a:lnTo>
                  <a:lnTo>
                    <a:pt x="819" y="1060"/>
                  </a:lnTo>
                  <a:lnTo>
                    <a:pt x="611" y="908"/>
                  </a:lnTo>
                  <a:lnTo>
                    <a:pt x="582" y="623"/>
                  </a:lnTo>
                  <a:lnTo>
                    <a:pt x="805" y="269"/>
                  </a:lnTo>
                  <a:lnTo>
                    <a:pt x="942" y="0"/>
                  </a:lnTo>
                  <a:lnTo>
                    <a:pt x="1084" y="14"/>
                  </a:lnTo>
                  <a:lnTo>
                    <a:pt x="1643" y="73"/>
                  </a:lnTo>
                  <a:lnTo>
                    <a:pt x="1738" y="420"/>
                  </a:lnTo>
                  <a:lnTo>
                    <a:pt x="1804" y="1286"/>
                  </a:lnTo>
                  <a:lnTo>
                    <a:pt x="1904" y="1881"/>
                  </a:lnTo>
                  <a:lnTo>
                    <a:pt x="1918" y="2684"/>
                  </a:lnTo>
                  <a:lnTo>
                    <a:pt x="1851" y="3547"/>
                  </a:lnTo>
                  <a:lnTo>
                    <a:pt x="1662" y="4396"/>
                  </a:lnTo>
                  <a:lnTo>
                    <a:pt x="1577" y="5210"/>
                  </a:lnTo>
                  <a:lnTo>
                    <a:pt x="1392" y="5861"/>
                  </a:lnTo>
                  <a:lnTo>
                    <a:pt x="1184" y="6500"/>
                  </a:lnTo>
                  <a:lnTo>
                    <a:pt x="985" y="6830"/>
                  </a:lnTo>
                  <a:lnTo>
                    <a:pt x="606" y="6947"/>
                  </a:lnTo>
                  <a:lnTo>
                    <a:pt x="336" y="6856"/>
                  </a:lnTo>
                  <a:lnTo>
                    <a:pt x="52" y="6629"/>
                  </a:lnTo>
                  <a:lnTo>
                    <a:pt x="33" y="6464"/>
                  </a:lnTo>
                  <a:lnTo>
                    <a:pt x="0" y="635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l1720"/>
            <p:cNvSpPr/>
            <p:nvPr/>
          </p:nvSpPr>
          <p:spPr>
            <a:xfrm>
              <a:off x="4414052" y="6510690"/>
              <a:ext cx="649" cy="231"/>
            </a:xfrm>
            <a:custGeom>
              <a:avLst/>
              <a:pathLst>
                <a:path w="649" h="231">
                  <a:moveTo>
                    <a:pt x="0" y="231"/>
                  </a:moveTo>
                  <a:lnTo>
                    <a:pt x="241" y="195"/>
                  </a:lnTo>
                  <a:lnTo>
                    <a:pt x="472" y="135"/>
                  </a:lnTo>
                  <a:lnTo>
                    <a:pt x="649" y="37"/>
                  </a:lnTo>
                  <a:lnTo>
                    <a:pt x="627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l1721"/>
            <p:cNvSpPr/>
            <p:nvPr/>
          </p:nvSpPr>
          <p:spPr>
            <a:xfrm>
              <a:off x="4412920" y="6510022"/>
              <a:ext cx="1904" cy="981"/>
            </a:xfrm>
            <a:custGeom>
              <a:avLst/>
              <a:pathLst>
                <a:path w="1904" h="981">
                  <a:moveTo>
                    <a:pt x="1904" y="25"/>
                  </a:moveTo>
                  <a:lnTo>
                    <a:pt x="1663" y="0"/>
                  </a:lnTo>
                  <a:lnTo>
                    <a:pt x="1377" y="35"/>
                  </a:lnTo>
                  <a:lnTo>
                    <a:pt x="1123" y="108"/>
                  </a:lnTo>
                  <a:lnTo>
                    <a:pt x="881" y="193"/>
                  </a:lnTo>
                  <a:lnTo>
                    <a:pt x="386" y="315"/>
                  </a:lnTo>
                  <a:lnTo>
                    <a:pt x="144" y="462"/>
                  </a:lnTo>
                  <a:lnTo>
                    <a:pt x="0" y="893"/>
                  </a:lnTo>
                  <a:lnTo>
                    <a:pt x="240" y="98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l1722"/>
            <p:cNvSpPr/>
            <p:nvPr/>
          </p:nvSpPr>
          <p:spPr>
            <a:xfrm>
              <a:off x="4413348" y="6510957"/>
              <a:ext cx="428" cy="134"/>
            </a:xfrm>
            <a:custGeom>
              <a:avLst/>
              <a:pathLst>
                <a:path w="428" h="134">
                  <a:moveTo>
                    <a:pt x="0" y="96"/>
                  </a:moveTo>
                  <a:lnTo>
                    <a:pt x="164" y="134"/>
                  </a:lnTo>
                  <a:lnTo>
                    <a:pt x="341" y="86"/>
                  </a:lnTo>
                  <a:lnTo>
                    <a:pt x="428" y="37"/>
                  </a:lnTo>
                  <a:lnTo>
                    <a:pt x="42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l1723"/>
            <p:cNvSpPr/>
            <p:nvPr/>
          </p:nvSpPr>
          <p:spPr>
            <a:xfrm>
              <a:off x="4415056" y="6509472"/>
              <a:ext cx="868" cy="1803"/>
            </a:xfrm>
            <a:custGeom>
              <a:avLst/>
              <a:pathLst>
                <a:path w="868" h="1803">
                  <a:moveTo>
                    <a:pt x="476" y="1803"/>
                  </a:moveTo>
                  <a:lnTo>
                    <a:pt x="665" y="1470"/>
                  </a:lnTo>
                  <a:lnTo>
                    <a:pt x="755" y="1100"/>
                  </a:lnTo>
                  <a:lnTo>
                    <a:pt x="778" y="717"/>
                  </a:lnTo>
                  <a:lnTo>
                    <a:pt x="868" y="309"/>
                  </a:lnTo>
                  <a:lnTo>
                    <a:pt x="661" y="0"/>
                  </a:lnTo>
                  <a:lnTo>
                    <a:pt x="352" y="307"/>
                  </a:lnTo>
                  <a:lnTo>
                    <a:pt x="10" y="478"/>
                  </a:lnTo>
                  <a:lnTo>
                    <a:pt x="0" y="46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l1724"/>
            <p:cNvSpPr/>
            <p:nvPr/>
          </p:nvSpPr>
          <p:spPr>
            <a:xfrm>
              <a:off x="4411853" y="6511060"/>
              <a:ext cx="647" cy="730"/>
            </a:xfrm>
            <a:custGeom>
              <a:avLst/>
              <a:pathLst>
                <a:path w="647" h="730">
                  <a:moveTo>
                    <a:pt x="78" y="49"/>
                  </a:moveTo>
                  <a:lnTo>
                    <a:pt x="0" y="308"/>
                  </a:lnTo>
                  <a:lnTo>
                    <a:pt x="9" y="530"/>
                  </a:lnTo>
                  <a:lnTo>
                    <a:pt x="174" y="642"/>
                  </a:lnTo>
                  <a:lnTo>
                    <a:pt x="459" y="730"/>
                  </a:lnTo>
                  <a:lnTo>
                    <a:pt x="548" y="570"/>
                  </a:lnTo>
                  <a:lnTo>
                    <a:pt x="647" y="373"/>
                  </a:lnTo>
                  <a:lnTo>
                    <a:pt x="396" y="63"/>
                  </a:lnTo>
                  <a:lnTo>
                    <a:pt x="143" y="12"/>
                  </a:lnTo>
                  <a:lnTo>
                    <a:pt x="13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l1725"/>
            <p:cNvSpPr/>
            <p:nvPr/>
          </p:nvSpPr>
          <p:spPr>
            <a:xfrm>
              <a:off x="4410453" y="6511615"/>
              <a:ext cx="1286" cy="1047"/>
            </a:xfrm>
            <a:custGeom>
              <a:avLst/>
              <a:pathLst>
                <a:path w="1286" h="1047">
                  <a:moveTo>
                    <a:pt x="522" y="36"/>
                  </a:moveTo>
                  <a:lnTo>
                    <a:pt x="452" y="95"/>
                  </a:lnTo>
                  <a:lnTo>
                    <a:pt x="277" y="180"/>
                  </a:lnTo>
                  <a:lnTo>
                    <a:pt x="89" y="427"/>
                  </a:lnTo>
                  <a:lnTo>
                    <a:pt x="0" y="747"/>
                  </a:lnTo>
                  <a:lnTo>
                    <a:pt x="218" y="1033"/>
                  </a:lnTo>
                  <a:lnTo>
                    <a:pt x="613" y="1047"/>
                  </a:lnTo>
                  <a:lnTo>
                    <a:pt x="944" y="925"/>
                  </a:lnTo>
                  <a:lnTo>
                    <a:pt x="1164" y="778"/>
                  </a:lnTo>
                  <a:lnTo>
                    <a:pt x="1286" y="531"/>
                  </a:lnTo>
                  <a:lnTo>
                    <a:pt x="1276" y="271"/>
                  </a:lnTo>
                  <a:lnTo>
                    <a:pt x="1144" y="160"/>
                  </a:lnTo>
                  <a:lnTo>
                    <a:pt x="892" y="97"/>
                  </a:lnTo>
                  <a:lnTo>
                    <a:pt x="64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l1726"/>
            <p:cNvSpPr/>
            <p:nvPr/>
          </p:nvSpPr>
          <p:spPr>
            <a:xfrm>
              <a:off x="4414396" y="6511160"/>
              <a:ext cx="970" cy="1716"/>
            </a:xfrm>
            <a:custGeom>
              <a:avLst/>
              <a:pathLst>
                <a:path w="970" h="1716">
                  <a:moveTo>
                    <a:pt x="424" y="0"/>
                  </a:moveTo>
                  <a:lnTo>
                    <a:pt x="368" y="148"/>
                  </a:lnTo>
                  <a:lnTo>
                    <a:pt x="191" y="320"/>
                  </a:lnTo>
                  <a:lnTo>
                    <a:pt x="102" y="591"/>
                  </a:lnTo>
                  <a:lnTo>
                    <a:pt x="2" y="862"/>
                  </a:lnTo>
                  <a:lnTo>
                    <a:pt x="0" y="1307"/>
                  </a:lnTo>
                  <a:lnTo>
                    <a:pt x="43" y="1567"/>
                  </a:lnTo>
                  <a:lnTo>
                    <a:pt x="163" y="1716"/>
                  </a:lnTo>
                  <a:lnTo>
                    <a:pt x="471" y="1569"/>
                  </a:lnTo>
                  <a:lnTo>
                    <a:pt x="637" y="1261"/>
                  </a:lnTo>
                  <a:lnTo>
                    <a:pt x="748" y="1051"/>
                  </a:lnTo>
                  <a:lnTo>
                    <a:pt x="914" y="817"/>
                  </a:lnTo>
                  <a:lnTo>
                    <a:pt x="970" y="484"/>
                  </a:lnTo>
                  <a:lnTo>
                    <a:pt x="970" y="47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l1727"/>
            <p:cNvSpPr/>
            <p:nvPr/>
          </p:nvSpPr>
          <p:spPr>
            <a:xfrm>
              <a:off x="4455976" y="6513989"/>
              <a:ext cx="824" cy="143"/>
            </a:xfrm>
            <a:custGeom>
              <a:avLst/>
              <a:pathLst>
                <a:path w="824" h="143">
                  <a:moveTo>
                    <a:pt x="824" y="0"/>
                  </a:moveTo>
                  <a:lnTo>
                    <a:pt x="626" y="84"/>
                  </a:lnTo>
                  <a:lnTo>
                    <a:pt x="472" y="71"/>
                  </a:lnTo>
                  <a:lnTo>
                    <a:pt x="318" y="107"/>
                  </a:lnTo>
                  <a:lnTo>
                    <a:pt x="241" y="143"/>
                  </a:lnTo>
                  <a:lnTo>
                    <a:pt x="0" y="117"/>
                  </a:lnTo>
                  <a:lnTo>
                    <a:pt x="0" y="10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l1728"/>
            <p:cNvSpPr/>
            <p:nvPr/>
          </p:nvSpPr>
          <p:spPr>
            <a:xfrm>
              <a:off x="4457163" y="6513995"/>
              <a:ext cx="1086" cy="228"/>
            </a:xfrm>
            <a:custGeom>
              <a:avLst/>
              <a:pathLst>
                <a:path w="1086" h="228">
                  <a:moveTo>
                    <a:pt x="1086" y="228"/>
                  </a:moveTo>
                  <a:lnTo>
                    <a:pt x="526" y="112"/>
                  </a:lnTo>
                  <a:lnTo>
                    <a:pt x="482" y="75"/>
                  </a:lnTo>
                  <a:lnTo>
                    <a:pt x="329" y="0"/>
                  </a:lnTo>
                  <a:lnTo>
                    <a:pt x="32" y="71"/>
                  </a:lnTo>
                  <a:lnTo>
                    <a:pt x="0" y="7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l1729"/>
            <p:cNvSpPr/>
            <p:nvPr/>
          </p:nvSpPr>
          <p:spPr>
            <a:xfrm>
              <a:off x="4408327" y="6513145"/>
              <a:ext cx="855" cy="1224"/>
            </a:xfrm>
            <a:custGeom>
              <a:avLst/>
              <a:pathLst>
                <a:path w="855" h="1224">
                  <a:moveTo>
                    <a:pt x="22" y="258"/>
                  </a:moveTo>
                  <a:lnTo>
                    <a:pt x="0" y="505"/>
                  </a:lnTo>
                  <a:lnTo>
                    <a:pt x="64" y="715"/>
                  </a:lnTo>
                  <a:lnTo>
                    <a:pt x="152" y="876"/>
                  </a:lnTo>
                  <a:lnTo>
                    <a:pt x="293" y="1124"/>
                  </a:lnTo>
                  <a:lnTo>
                    <a:pt x="468" y="1224"/>
                  </a:lnTo>
                  <a:lnTo>
                    <a:pt x="711" y="1150"/>
                  </a:lnTo>
                  <a:lnTo>
                    <a:pt x="832" y="929"/>
                  </a:lnTo>
                  <a:lnTo>
                    <a:pt x="855" y="694"/>
                  </a:lnTo>
                  <a:lnTo>
                    <a:pt x="846" y="311"/>
                  </a:lnTo>
                  <a:lnTo>
                    <a:pt x="737" y="125"/>
                  </a:lnTo>
                  <a:lnTo>
                    <a:pt x="529" y="13"/>
                  </a:lnTo>
                  <a:lnTo>
                    <a:pt x="309" y="12"/>
                  </a:lnTo>
                  <a:lnTo>
                    <a:pt x="29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l1730"/>
            <p:cNvSpPr/>
            <p:nvPr/>
          </p:nvSpPr>
          <p:spPr>
            <a:xfrm>
              <a:off x="4456027" y="6514484"/>
              <a:ext cx="858" cy="252"/>
            </a:xfrm>
            <a:custGeom>
              <a:avLst/>
              <a:pathLst>
                <a:path w="858" h="252">
                  <a:moveTo>
                    <a:pt x="0" y="252"/>
                  </a:moveTo>
                  <a:lnTo>
                    <a:pt x="197" y="204"/>
                  </a:lnTo>
                  <a:lnTo>
                    <a:pt x="374" y="156"/>
                  </a:lnTo>
                  <a:lnTo>
                    <a:pt x="660" y="60"/>
                  </a:lnTo>
                  <a:lnTo>
                    <a:pt x="85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l1731"/>
            <p:cNvSpPr/>
            <p:nvPr/>
          </p:nvSpPr>
          <p:spPr>
            <a:xfrm>
              <a:off x="4457225" y="6514598"/>
              <a:ext cx="746" cy="228"/>
            </a:xfrm>
            <a:custGeom>
              <a:avLst/>
              <a:pathLst>
                <a:path w="746" h="228">
                  <a:moveTo>
                    <a:pt x="0" y="0"/>
                  </a:moveTo>
                  <a:lnTo>
                    <a:pt x="186" y="38"/>
                  </a:lnTo>
                  <a:lnTo>
                    <a:pt x="295" y="64"/>
                  </a:lnTo>
                  <a:lnTo>
                    <a:pt x="471" y="115"/>
                  </a:lnTo>
                  <a:lnTo>
                    <a:pt x="668" y="178"/>
                  </a:lnTo>
                  <a:lnTo>
                    <a:pt x="745" y="228"/>
                  </a:lnTo>
                  <a:lnTo>
                    <a:pt x="746" y="21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l1732"/>
            <p:cNvSpPr/>
            <p:nvPr/>
          </p:nvSpPr>
          <p:spPr>
            <a:xfrm>
              <a:off x="4458555" y="6514386"/>
              <a:ext cx="567" cy="585"/>
            </a:xfrm>
            <a:custGeom>
              <a:avLst/>
              <a:pathLst>
                <a:path w="567" h="585">
                  <a:moveTo>
                    <a:pt x="567" y="585"/>
                  </a:moveTo>
                  <a:lnTo>
                    <a:pt x="437" y="275"/>
                  </a:lnTo>
                  <a:lnTo>
                    <a:pt x="284" y="138"/>
                  </a:lnTo>
                  <a:lnTo>
                    <a:pt x="87" y="62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l1733"/>
            <p:cNvSpPr/>
            <p:nvPr/>
          </p:nvSpPr>
          <p:spPr>
            <a:xfrm>
              <a:off x="4407048" y="6513759"/>
              <a:ext cx="890" cy="1704"/>
            </a:xfrm>
            <a:custGeom>
              <a:avLst/>
              <a:pathLst>
                <a:path w="890" h="1704">
                  <a:moveTo>
                    <a:pt x="674" y="86"/>
                  </a:moveTo>
                  <a:lnTo>
                    <a:pt x="542" y="122"/>
                  </a:lnTo>
                  <a:lnTo>
                    <a:pt x="311" y="208"/>
                  </a:lnTo>
                  <a:lnTo>
                    <a:pt x="123" y="466"/>
                  </a:lnTo>
                  <a:lnTo>
                    <a:pt x="67" y="812"/>
                  </a:lnTo>
                  <a:lnTo>
                    <a:pt x="0" y="1158"/>
                  </a:lnTo>
                  <a:lnTo>
                    <a:pt x="162" y="1615"/>
                  </a:lnTo>
                  <a:lnTo>
                    <a:pt x="535" y="1704"/>
                  </a:lnTo>
                  <a:lnTo>
                    <a:pt x="679" y="1544"/>
                  </a:lnTo>
                  <a:lnTo>
                    <a:pt x="823" y="1272"/>
                  </a:lnTo>
                  <a:lnTo>
                    <a:pt x="890" y="877"/>
                  </a:lnTo>
                  <a:lnTo>
                    <a:pt x="869" y="655"/>
                  </a:lnTo>
                  <a:lnTo>
                    <a:pt x="795" y="136"/>
                  </a:lnTo>
                  <a:lnTo>
                    <a:pt x="76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l1734"/>
            <p:cNvSpPr/>
            <p:nvPr/>
          </p:nvSpPr>
          <p:spPr>
            <a:xfrm>
              <a:off x="4455219" y="6514239"/>
              <a:ext cx="403" cy="1318"/>
            </a:xfrm>
            <a:custGeom>
              <a:avLst/>
              <a:pathLst>
                <a:path w="403" h="1318">
                  <a:moveTo>
                    <a:pt x="403" y="0"/>
                  </a:moveTo>
                  <a:lnTo>
                    <a:pt x="325" y="258"/>
                  </a:lnTo>
                  <a:lnTo>
                    <a:pt x="203" y="430"/>
                  </a:lnTo>
                  <a:lnTo>
                    <a:pt x="92" y="738"/>
                  </a:lnTo>
                  <a:lnTo>
                    <a:pt x="13" y="1010"/>
                  </a:lnTo>
                  <a:lnTo>
                    <a:pt x="0" y="1306"/>
                  </a:lnTo>
                  <a:lnTo>
                    <a:pt x="0" y="131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l1735"/>
            <p:cNvSpPr/>
            <p:nvPr/>
          </p:nvSpPr>
          <p:spPr>
            <a:xfrm>
              <a:off x="4410725" y="6515182"/>
              <a:ext cx="280" cy="431"/>
            </a:xfrm>
            <a:custGeom>
              <a:avLst/>
              <a:pathLst>
                <a:path w="280" h="431">
                  <a:moveTo>
                    <a:pt x="118" y="0"/>
                  </a:moveTo>
                  <a:lnTo>
                    <a:pt x="19" y="82"/>
                  </a:lnTo>
                  <a:lnTo>
                    <a:pt x="0" y="199"/>
                  </a:lnTo>
                  <a:lnTo>
                    <a:pt x="88" y="400"/>
                  </a:lnTo>
                  <a:lnTo>
                    <a:pt x="131" y="431"/>
                  </a:lnTo>
                  <a:lnTo>
                    <a:pt x="220" y="415"/>
                  </a:lnTo>
                  <a:lnTo>
                    <a:pt x="280" y="318"/>
                  </a:lnTo>
                  <a:lnTo>
                    <a:pt x="276" y="142"/>
                  </a:lnTo>
                  <a:lnTo>
                    <a:pt x="185" y="28"/>
                  </a:lnTo>
                  <a:lnTo>
                    <a:pt x="11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l1736"/>
            <p:cNvSpPr/>
            <p:nvPr/>
          </p:nvSpPr>
          <p:spPr>
            <a:xfrm>
              <a:off x="4455835" y="6514983"/>
              <a:ext cx="68" cy="642"/>
            </a:xfrm>
            <a:custGeom>
              <a:avLst/>
              <a:pathLst>
                <a:path w="68" h="642">
                  <a:moveTo>
                    <a:pt x="9" y="642"/>
                  </a:moveTo>
                  <a:lnTo>
                    <a:pt x="0" y="493"/>
                  </a:lnTo>
                  <a:lnTo>
                    <a:pt x="12" y="308"/>
                  </a:lnTo>
                  <a:lnTo>
                    <a:pt x="68" y="111"/>
                  </a:lnTo>
                  <a:lnTo>
                    <a:pt x="5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l1737"/>
            <p:cNvSpPr/>
            <p:nvPr/>
          </p:nvSpPr>
          <p:spPr>
            <a:xfrm>
              <a:off x="4400093" y="6514864"/>
              <a:ext cx="747" cy="816"/>
            </a:xfrm>
            <a:custGeom>
              <a:avLst/>
              <a:pathLst>
                <a:path w="747" h="816">
                  <a:moveTo>
                    <a:pt x="0" y="518"/>
                  </a:moveTo>
                  <a:lnTo>
                    <a:pt x="207" y="778"/>
                  </a:lnTo>
                  <a:lnTo>
                    <a:pt x="427" y="816"/>
                  </a:lnTo>
                  <a:lnTo>
                    <a:pt x="625" y="768"/>
                  </a:lnTo>
                  <a:lnTo>
                    <a:pt x="724" y="657"/>
                  </a:lnTo>
                  <a:lnTo>
                    <a:pt x="747" y="323"/>
                  </a:lnTo>
                  <a:lnTo>
                    <a:pt x="649" y="187"/>
                  </a:lnTo>
                  <a:lnTo>
                    <a:pt x="507" y="50"/>
                  </a:lnTo>
                  <a:lnTo>
                    <a:pt x="254" y="12"/>
                  </a:lnTo>
                  <a:lnTo>
                    <a:pt x="123" y="0"/>
                  </a:lnTo>
                  <a:lnTo>
                    <a:pt x="56" y="98"/>
                  </a:lnTo>
                  <a:lnTo>
                    <a:pt x="56" y="8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l1738"/>
            <p:cNvSpPr/>
            <p:nvPr/>
          </p:nvSpPr>
          <p:spPr>
            <a:xfrm>
              <a:off x="4405136" y="6514762"/>
              <a:ext cx="1579" cy="1202"/>
            </a:xfrm>
            <a:custGeom>
              <a:avLst/>
              <a:pathLst>
                <a:path w="1579" h="1202">
                  <a:moveTo>
                    <a:pt x="0" y="344"/>
                  </a:moveTo>
                  <a:lnTo>
                    <a:pt x="31" y="727"/>
                  </a:lnTo>
                  <a:lnTo>
                    <a:pt x="304" y="1000"/>
                  </a:lnTo>
                  <a:lnTo>
                    <a:pt x="469" y="1075"/>
                  </a:lnTo>
                  <a:lnTo>
                    <a:pt x="776" y="1175"/>
                  </a:lnTo>
                  <a:lnTo>
                    <a:pt x="1171" y="1202"/>
                  </a:lnTo>
                  <a:lnTo>
                    <a:pt x="1369" y="1153"/>
                  </a:lnTo>
                  <a:lnTo>
                    <a:pt x="1512" y="1018"/>
                  </a:lnTo>
                  <a:lnTo>
                    <a:pt x="1579" y="685"/>
                  </a:lnTo>
                  <a:lnTo>
                    <a:pt x="1372" y="338"/>
                  </a:lnTo>
                  <a:lnTo>
                    <a:pt x="1098" y="176"/>
                  </a:lnTo>
                  <a:lnTo>
                    <a:pt x="802" y="113"/>
                  </a:lnTo>
                  <a:lnTo>
                    <a:pt x="528" y="13"/>
                  </a:lnTo>
                  <a:lnTo>
                    <a:pt x="286" y="0"/>
                  </a:lnTo>
                  <a:lnTo>
                    <a:pt x="154" y="110"/>
                  </a:lnTo>
                  <a:lnTo>
                    <a:pt x="87" y="270"/>
                  </a:lnTo>
                  <a:lnTo>
                    <a:pt x="43" y="25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l1739"/>
            <p:cNvSpPr/>
            <p:nvPr/>
          </p:nvSpPr>
          <p:spPr>
            <a:xfrm>
              <a:off x="4411987" y="6514967"/>
              <a:ext cx="946" cy="1025"/>
            </a:xfrm>
            <a:custGeom>
              <a:avLst/>
              <a:pathLst>
                <a:path w="946" h="1025">
                  <a:moveTo>
                    <a:pt x="0" y="541"/>
                  </a:moveTo>
                  <a:lnTo>
                    <a:pt x="0" y="739"/>
                  </a:lnTo>
                  <a:lnTo>
                    <a:pt x="196" y="913"/>
                  </a:lnTo>
                  <a:lnTo>
                    <a:pt x="427" y="1025"/>
                  </a:lnTo>
                  <a:lnTo>
                    <a:pt x="657" y="952"/>
                  </a:lnTo>
                  <a:lnTo>
                    <a:pt x="868" y="656"/>
                  </a:lnTo>
                  <a:lnTo>
                    <a:pt x="946" y="447"/>
                  </a:lnTo>
                  <a:lnTo>
                    <a:pt x="716" y="137"/>
                  </a:lnTo>
                  <a:lnTo>
                    <a:pt x="431" y="0"/>
                  </a:lnTo>
                  <a:lnTo>
                    <a:pt x="123" y="122"/>
                  </a:lnTo>
                  <a:lnTo>
                    <a:pt x="46" y="195"/>
                  </a:lnTo>
                  <a:lnTo>
                    <a:pt x="46" y="20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l1740"/>
            <p:cNvSpPr/>
            <p:nvPr/>
          </p:nvSpPr>
          <p:spPr>
            <a:xfrm>
              <a:off x="4410111" y="6514613"/>
              <a:ext cx="1250" cy="1421"/>
            </a:xfrm>
            <a:custGeom>
              <a:avLst/>
              <a:pathLst>
                <a:path w="1250" h="1421">
                  <a:moveTo>
                    <a:pt x="56" y="306"/>
                  </a:moveTo>
                  <a:lnTo>
                    <a:pt x="0" y="565"/>
                  </a:lnTo>
                  <a:lnTo>
                    <a:pt x="271" y="1147"/>
                  </a:lnTo>
                  <a:lnTo>
                    <a:pt x="457" y="1271"/>
                  </a:lnTo>
                  <a:lnTo>
                    <a:pt x="776" y="1421"/>
                  </a:lnTo>
                  <a:lnTo>
                    <a:pt x="1051" y="1373"/>
                  </a:lnTo>
                  <a:lnTo>
                    <a:pt x="1194" y="1250"/>
                  </a:lnTo>
                  <a:lnTo>
                    <a:pt x="1250" y="979"/>
                  </a:lnTo>
                  <a:lnTo>
                    <a:pt x="1174" y="620"/>
                  </a:lnTo>
                  <a:lnTo>
                    <a:pt x="934" y="273"/>
                  </a:lnTo>
                  <a:lnTo>
                    <a:pt x="629" y="0"/>
                  </a:lnTo>
                  <a:lnTo>
                    <a:pt x="364" y="48"/>
                  </a:lnTo>
                  <a:lnTo>
                    <a:pt x="155" y="20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l1741"/>
            <p:cNvSpPr/>
            <p:nvPr/>
          </p:nvSpPr>
          <p:spPr>
            <a:xfrm>
              <a:off x="4399980" y="6515802"/>
              <a:ext cx="407" cy="332"/>
            </a:xfrm>
            <a:custGeom>
              <a:avLst/>
              <a:pathLst>
                <a:path w="407" h="332">
                  <a:moveTo>
                    <a:pt x="0" y="77"/>
                  </a:moveTo>
                  <a:lnTo>
                    <a:pt x="195" y="0"/>
                  </a:lnTo>
                  <a:lnTo>
                    <a:pt x="363" y="85"/>
                  </a:lnTo>
                  <a:lnTo>
                    <a:pt x="402" y="219"/>
                  </a:lnTo>
                  <a:lnTo>
                    <a:pt x="407" y="318"/>
                  </a:lnTo>
                  <a:lnTo>
                    <a:pt x="204" y="332"/>
                  </a:lnTo>
                  <a:lnTo>
                    <a:pt x="46" y="289"/>
                  </a:lnTo>
                  <a:lnTo>
                    <a:pt x="0" y="7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l1742"/>
            <p:cNvSpPr/>
            <p:nvPr/>
          </p:nvSpPr>
          <p:spPr>
            <a:xfrm>
              <a:off x="4458222" y="6514878"/>
              <a:ext cx="358" cy="1335"/>
            </a:xfrm>
            <a:custGeom>
              <a:avLst/>
              <a:pathLst>
                <a:path w="358" h="1335">
                  <a:moveTo>
                    <a:pt x="0" y="0"/>
                  </a:moveTo>
                  <a:lnTo>
                    <a:pt x="184" y="248"/>
                  </a:lnTo>
                  <a:lnTo>
                    <a:pt x="315" y="397"/>
                  </a:lnTo>
                  <a:lnTo>
                    <a:pt x="358" y="595"/>
                  </a:lnTo>
                  <a:lnTo>
                    <a:pt x="345" y="867"/>
                  </a:lnTo>
                  <a:lnTo>
                    <a:pt x="289" y="1089"/>
                  </a:lnTo>
                  <a:lnTo>
                    <a:pt x="177" y="1335"/>
                  </a:lnTo>
                  <a:lnTo>
                    <a:pt x="166" y="131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l1743"/>
            <p:cNvSpPr/>
            <p:nvPr/>
          </p:nvSpPr>
          <p:spPr>
            <a:xfrm>
              <a:off x="4402090" y="6515158"/>
              <a:ext cx="845" cy="1272"/>
            </a:xfrm>
            <a:custGeom>
              <a:avLst/>
              <a:pathLst>
                <a:path w="845" h="1272">
                  <a:moveTo>
                    <a:pt x="452" y="49"/>
                  </a:moveTo>
                  <a:lnTo>
                    <a:pt x="255" y="171"/>
                  </a:lnTo>
                  <a:lnTo>
                    <a:pt x="45" y="294"/>
                  </a:lnTo>
                  <a:lnTo>
                    <a:pt x="0" y="652"/>
                  </a:lnTo>
                  <a:lnTo>
                    <a:pt x="141" y="1036"/>
                  </a:lnTo>
                  <a:lnTo>
                    <a:pt x="437" y="1234"/>
                  </a:lnTo>
                  <a:lnTo>
                    <a:pt x="645" y="1272"/>
                  </a:lnTo>
                  <a:lnTo>
                    <a:pt x="778" y="927"/>
                  </a:lnTo>
                  <a:lnTo>
                    <a:pt x="845" y="692"/>
                  </a:lnTo>
                  <a:lnTo>
                    <a:pt x="813" y="458"/>
                  </a:lnTo>
                  <a:lnTo>
                    <a:pt x="584" y="12"/>
                  </a:lnTo>
                  <a:lnTo>
                    <a:pt x="59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l1744"/>
            <p:cNvSpPr/>
            <p:nvPr/>
          </p:nvSpPr>
          <p:spPr>
            <a:xfrm>
              <a:off x="4458837" y="6515330"/>
              <a:ext cx="292" cy="1171"/>
            </a:xfrm>
            <a:custGeom>
              <a:avLst/>
              <a:pathLst>
                <a:path w="292" h="1171">
                  <a:moveTo>
                    <a:pt x="0" y="1171"/>
                  </a:moveTo>
                  <a:lnTo>
                    <a:pt x="211" y="852"/>
                  </a:lnTo>
                  <a:lnTo>
                    <a:pt x="223" y="642"/>
                  </a:lnTo>
                  <a:lnTo>
                    <a:pt x="268" y="444"/>
                  </a:lnTo>
                  <a:lnTo>
                    <a:pt x="292" y="210"/>
                  </a:lnTo>
                  <a:lnTo>
                    <a:pt x="25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l1745"/>
            <p:cNvSpPr/>
            <p:nvPr/>
          </p:nvSpPr>
          <p:spPr>
            <a:xfrm>
              <a:off x="4457453" y="6516410"/>
              <a:ext cx="813" cy="179"/>
            </a:xfrm>
            <a:custGeom>
              <a:avLst/>
              <a:pathLst>
                <a:path w="813" h="179">
                  <a:moveTo>
                    <a:pt x="813" y="0"/>
                  </a:moveTo>
                  <a:lnTo>
                    <a:pt x="637" y="60"/>
                  </a:lnTo>
                  <a:lnTo>
                    <a:pt x="319" y="57"/>
                  </a:lnTo>
                  <a:lnTo>
                    <a:pt x="120" y="179"/>
                  </a:lnTo>
                  <a:lnTo>
                    <a:pt x="0" y="14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l1746"/>
            <p:cNvSpPr/>
            <p:nvPr/>
          </p:nvSpPr>
          <p:spPr>
            <a:xfrm>
              <a:off x="4456552" y="6516557"/>
              <a:ext cx="604" cy="37"/>
            </a:xfrm>
            <a:custGeom>
              <a:avLst/>
              <a:pathLst>
                <a:path w="604" h="37">
                  <a:moveTo>
                    <a:pt x="604" y="4"/>
                  </a:moveTo>
                  <a:lnTo>
                    <a:pt x="395" y="15"/>
                  </a:lnTo>
                  <a:lnTo>
                    <a:pt x="296" y="2"/>
                  </a:lnTo>
                  <a:lnTo>
                    <a:pt x="98" y="37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l1747"/>
            <p:cNvSpPr/>
            <p:nvPr/>
          </p:nvSpPr>
          <p:spPr>
            <a:xfrm>
              <a:off x="4409228" y="6515743"/>
              <a:ext cx="877" cy="879"/>
            </a:xfrm>
            <a:custGeom>
              <a:avLst/>
              <a:pathLst>
                <a:path w="877" h="879">
                  <a:moveTo>
                    <a:pt x="0" y="530"/>
                  </a:moveTo>
                  <a:lnTo>
                    <a:pt x="174" y="729"/>
                  </a:lnTo>
                  <a:lnTo>
                    <a:pt x="360" y="865"/>
                  </a:lnTo>
                  <a:lnTo>
                    <a:pt x="602" y="879"/>
                  </a:lnTo>
                  <a:lnTo>
                    <a:pt x="734" y="842"/>
                  </a:lnTo>
                  <a:lnTo>
                    <a:pt x="844" y="732"/>
                  </a:lnTo>
                  <a:lnTo>
                    <a:pt x="877" y="596"/>
                  </a:lnTo>
                  <a:lnTo>
                    <a:pt x="583" y="150"/>
                  </a:lnTo>
                  <a:lnTo>
                    <a:pt x="407" y="50"/>
                  </a:lnTo>
                  <a:lnTo>
                    <a:pt x="16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l1748"/>
            <p:cNvSpPr/>
            <p:nvPr/>
          </p:nvSpPr>
          <p:spPr>
            <a:xfrm>
              <a:off x="4399124" y="6515417"/>
              <a:ext cx="1042" cy="1225"/>
            </a:xfrm>
            <a:custGeom>
              <a:avLst/>
              <a:pathLst>
                <a:path w="1042" h="1225">
                  <a:moveTo>
                    <a:pt x="759" y="199"/>
                  </a:moveTo>
                  <a:lnTo>
                    <a:pt x="551" y="75"/>
                  </a:lnTo>
                  <a:lnTo>
                    <a:pt x="255" y="0"/>
                  </a:lnTo>
                  <a:lnTo>
                    <a:pt x="122" y="123"/>
                  </a:lnTo>
                  <a:lnTo>
                    <a:pt x="55" y="407"/>
                  </a:lnTo>
                  <a:lnTo>
                    <a:pt x="0" y="690"/>
                  </a:lnTo>
                  <a:lnTo>
                    <a:pt x="44" y="827"/>
                  </a:lnTo>
                  <a:lnTo>
                    <a:pt x="262" y="1050"/>
                  </a:lnTo>
                  <a:lnTo>
                    <a:pt x="371" y="1137"/>
                  </a:lnTo>
                  <a:lnTo>
                    <a:pt x="525" y="1211"/>
                  </a:lnTo>
                  <a:lnTo>
                    <a:pt x="712" y="1225"/>
                  </a:lnTo>
                  <a:lnTo>
                    <a:pt x="800" y="1188"/>
                  </a:lnTo>
                  <a:lnTo>
                    <a:pt x="932" y="1089"/>
                  </a:lnTo>
                  <a:lnTo>
                    <a:pt x="1031" y="979"/>
                  </a:lnTo>
                  <a:lnTo>
                    <a:pt x="1042" y="95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l1749"/>
            <p:cNvSpPr/>
            <p:nvPr/>
          </p:nvSpPr>
          <p:spPr>
            <a:xfrm>
              <a:off x="4455788" y="6515847"/>
              <a:ext cx="433" cy="843"/>
            </a:xfrm>
            <a:custGeom>
              <a:avLst/>
              <a:pathLst>
                <a:path w="433" h="843">
                  <a:moveTo>
                    <a:pt x="433" y="843"/>
                  </a:moveTo>
                  <a:lnTo>
                    <a:pt x="380" y="633"/>
                  </a:lnTo>
                  <a:lnTo>
                    <a:pt x="271" y="422"/>
                  </a:lnTo>
                  <a:lnTo>
                    <a:pt x="140" y="272"/>
                  </a:lnTo>
                  <a:lnTo>
                    <a:pt x="65" y="124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l1750"/>
            <p:cNvSpPr/>
            <p:nvPr/>
          </p:nvSpPr>
          <p:spPr>
            <a:xfrm>
              <a:off x="4455150" y="6515990"/>
              <a:ext cx="445" cy="720"/>
            </a:xfrm>
            <a:custGeom>
              <a:avLst/>
              <a:pathLst>
                <a:path w="445" h="720">
                  <a:moveTo>
                    <a:pt x="0" y="0"/>
                  </a:moveTo>
                  <a:lnTo>
                    <a:pt x="31" y="173"/>
                  </a:lnTo>
                  <a:lnTo>
                    <a:pt x="162" y="371"/>
                  </a:lnTo>
                  <a:lnTo>
                    <a:pt x="303" y="583"/>
                  </a:lnTo>
                  <a:lnTo>
                    <a:pt x="445" y="720"/>
                  </a:lnTo>
                  <a:lnTo>
                    <a:pt x="445" y="70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l1751"/>
            <p:cNvSpPr/>
            <p:nvPr/>
          </p:nvSpPr>
          <p:spPr>
            <a:xfrm>
              <a:off x="4397991" y="6515983"/>
              <a:ext cx="825" cy="913"/>
            </a:xfrm>
            <a:custGeom>
              <a:avLst/>
              <a:pathLst>
                <a:path w="825" h="913">
                  <a:moveTo>
                    <a:pt x="825" y="74"/>
                  </a:moveTo>
                  <a:lnTo>
                    <a:pt x="661" y="0"/>
                  </a:lnTo>
                  <a:lnTo>
                    <a:pt x="430" y="36"/>
                  </a:lnTo>
                  <a:lnTo>
                    <a:pt x="188" y="121"/>
                  </a:lnTo>
                  <a:lnTo>
                    <a:pt x="111" y="257"/>
                  </a:lnTo>
                  <a:lnTo>
                    <a:pt x="0" y="528"/>
                  </a:lnTo>
                  <a:lnTo>
                    <a:pt x="32" y="738"/>
                  </a:lnTo>
                  <a:lnTo>
                    <a:pt x="207" y="887"/>
                  </a:lnTo>
                  <a:lnTo>
                    <a:pt x="438" y="913"/>
                  </a:lnTo>
                  <a:lnTo>
                    <a:pt x="680" y="778"/>
                  </a:lnTo>
                  <a:lnTo>
                    <a:pt x="658" y="76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l1752"/>
            <p:cNvSpPr/>
            <p:nvPr/>
          </p:nvSpPr>
          <p:spPr>
            <a:xfrm>
              <a:off x="4457362" y="6516697"/>
              <a:ext cx="1286" cy="448"/>
            </a:xfrm>
            <a:custGeom>
              <a:avLst/>
              <a:pathLst>
                <a:path w="1286" h="448">
                  <a:moveTo>
                    <a:pt x="0" y="261"/>
                  </a:moveTo>
                  <a:lnTo>
                    <a:pt x="229" y="448"/>
                  </a:lnTo>
                  <a:lnTo>
                    <a:pt x="482" y="389"/>
                  </a:lnTo>
                  <a:lnTo>
                    <a:pt x="735" y="354"/>
                  </a:lnTo>
                  <a:lnTo>
                    <a:pt x="1043" y="282"/>
                  </a:lnTo>
                  <a:lnTo>
                    <a:pt x="1286" y="37"/>
                  </a:lnTo>
                  <a:lnTo>
                    <a:pt x="1264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l1753"/>
            <p:cNvSpPr/>
            <p:nvPr/>
          </p:nvSpPr>
          <p:spPr>
            <a:xfrm>
              <a:off x="4455923" y="6516960"/>
              <a:ext cx="1020" cy="191"/>
            </a:xfrm>
            <a:custGeom>
              <a:avLst/>
              <a:pathLst>
                <a:path w="1020" h="191">
                  <a:moveTo>
                    <a:pt x="0" y="0"/>
                  </a:moveTo>
                  <a:lnTo>
                    <a:pt x="383" y="101"/>
                  </a:lnTo>
                  <a:lnTo>
                    <a:pt x="537" y="140"/>
                  </a:lnTo>
                  <a:lnTo>
                    <a:pt x="734" y="191"/>
                  </a:lnTo>
                  <a:lnTo>
                    <a:pt x="943" y="168"/>
                  </a:lnTo>
                  <a:lnTo>
                    <a:pt x="1020" y="8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l1754"/>
            <p:cNvSpPr/>
            <p:nvPr/>
          </p:nvSpPr>
          <p:spPr>
            <a:xfrm>
              <a:off x="4397133" y="6516572"/>
              <a:ext cx="614" cy="716"/>
            </a:xfrm>
            <a:custGeom>
              <a:avLst/>
              <a:pathLst>
                <a:path w="614" h="716">
                  <a:moveTo>
                    <a:pt x="430" y="0"/>
                  </a:moveTo>
                  <a:lnTo>
                    <a:pt x="187" y="110"/>
                  </a:lnTo>
                  <a:lnTo>
                    <a:pt x="66" y="196"/>
                  </a:lnTo>
                  <a:lnTo>
                    <a:pt x="0" y="319"/>
                  </a:lnTo>
                  <a:lnTo>
                    <a:pt x="43" y="566"/>
                  </a:lnTo>
                  <a:lnTo>
                    <a:pt x="142" y="715"/>
                  </a:lnTo>
                  <a:lnTo>
                    <a:pt x="306" y="716"/>
                  </a:lnTo>
                  <a:lnTo>
                    <a:pt x="537" y="605"/>
                  </a:lnTo>
                  <a:lnTo>
                    <a:pt x="614" y="544"/>
                  </a:lnTo>
                  <a:lnTo>
                    <a:pt x="582" y="247"/>
                  </a:lnTo>
                  <a:lnTo>
                    <a:pt x="484" y="9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l1755"/>
            <p:cNvSpPr/>
            <p:nvPr/>
          </p:nvSpPr>
          <p:spPr>
            <a:xfrm>
              <a:off x="4407652" y="6516984"/>
              <a:ext cx="1140" cy="1225"/>
            </a:xfrm>
            <a:custGeom>
              <a:avLst/>
              <a:pathLst>
                <a:path w="1140" h="1225">
                  <a:moveTo>
                    <a:pt x="160" y="104"/>
                  </a:moveTo>
                  <a:lnTo>
                    <a:pt x="66" y="394"/>
                  </a:lnTo>
                  <a:lnTo>
                    <a:pt x="0" y="592"/>
                  </a:lnTo>
                  <a:lnTo>
                    <a:pt x="152" y="815"/>
                  </a:lnTo>
                  <a:lnTo>
                    <a:pt x="403" y="1137"/>
                  </a:lnTo>
                  <a:lnTo>
                    <a:pt x="634" y="1225"/>
                  </a:lnTo>
                  <a:lnTo>
                    <a:pt x="832" y="1213"/>
                  </a:lnTo>
                  <a:lnTo>
                    <a:pt x="1008" y="1053"/>
                  </a:lnTo>
                  <a:lnTo>
                    <a:pt x="1140" y="844"/>
                  </a:lnTo>
                  <a:lnTo>
                    <a:pt x="1130" y="547"/>
                  </a:lnTo>
                  <a:lnTo>
                    <a:pt x="1044" y="337"/>
                  </a:lnTo>
                  <a:lnTo>
                    <a:pt x="770" y="113"/>
                  </a:lnTo>
                  <a:lnTo>
                    <a:pt x="452" y="87"/>
                  </a:lnTo>
                  <a:lnTo>
                    <a:pt x="20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l1756"/>
            <p:cNvSpPr/>
            <p:nvPr/>
          </p:nvSpPr>
          <p:spPr>
            <a:xfrm>
              <a:off x="4396590" y="6517609"/>
              <a:ext cx="845" cy="1185"/>
            </a:xfrm>
            <a:custGeom>
              <a:avLst/>
              <a:pathLst>
                <a:path w="845" h="1185">
                  <a:moveTo>
                    <a:pt x="571" y="15"/>
                  </a:moveTo>
                  <a:lnTo>
                    <a:pt x="452" y="61"/>
                  </a:lnTo>
                  <a:lnTo>
                    <a:pt x="276" y="109"/>
                  </a:lnTo>
                  <a:lnTo>
                    <a:pt x="133" y="381"/>
                  </a:lnTo>
                  <a:lnTo>
                    <a:pt x="0" y="689"/>
                  </a:lnTo>
                  <a:lnTo>
                    <a:pt x="173" y="1134"/>
                  </a:lnTo>
                  <a:lnTo>
                    <a:pt x="547" y="1185"/>
                  </a:lnTo>
                  <a:lnTo>
                    <a:pt x="800" y="1063"/>
                  </a:lnTo>
                  <a:lnTo>
                    <a:pt x="845" y="902"/>
                  </a:lnTo>
                  <a:lnTo>
                    <a:pt x="802" y="383"/>
                  </a:lnTo>
                  <a:lnTo>
                    <a:pt x="704" y="119"/>
                  </a:lnTo>
                  <a:lnTo>
                    <a:pt x="65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l1757"/>
            <p:cNvSpPr/>
            <p:nvPr/>
          </p:nvSpPr>
          <p:spPr>
            <a:xfrm>
              <a:off x="4406846" y="6518069"/>
              <a:ext cx="746" cy="828"/>
            </a:xfrm>
            <a:custGeom>
              <a:avLst/>
              <a:pathLst>
                <a:path w="746" h="828">
                  <a:moveTo>
                    <a:pt x="165" y="58"/>
                  </a:moveTo>
                  <a:lnTo>
                    <a:pt x="88" y="184"/>
                  </a:lnTo>
                  <a:lnTo>
                    <a:pt x="0" y="480"/>
                  </a:lnTo>
                  <a:lnTo>
                    <a:pt x="152" y="678"/>
                  </a:lnTo>
                  <a:lnTo>
                    <a:pt x="382" y="828"/>
                  </a:lnTo>
                  <a:lnTo>
                    <a:pt x="481" y="828"/>
                  </a:lnTo>
                  <a:lnTo>
                    <a:pt x="635" y="718"/>
                  </a:lnTo>
                  <a:lnTo>
                    <a:pt x="746" y="545"/>
                  </a:lnTo>
                  <a:lnTo>
                    <a:pt x="725" y="236"/>
                  </a:lnTo>
                  <a:lnTo>
                    <a:pt x="561" y="124"/>
                  </a:lnTo>
                  <a:lnTo>
                    <a:pt x="464" y="81"/>
                  </a:lnTo>
                  <a:lnTo>
                    <a:pt x="30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l1758"/>
            <p:cNvSpPr/>
            <p:nvPr/>
          </p:nvSpPr>
          <p:spPr>
            <a:xfrm>
              <a:off x="4405702" y="6518793"/>
              <a:ext cx="922" cy="1086"/>
            </a:xfrm>
            <a:custGeom>
              <a:avLst/>
              <a:pathLst>
                <a:path w="922" h="1086">
                  <a:moveTo>
                    <a:pt x="77" y="109"/>
                  </a:moveTo>
                  <a:lnTo>
                    <a:pt x="0" y="430"/>
                  </a:lnTo>
                  <a:lnTo>
                    <a:pt x="64" y="739"/>
                  </a:lnTo>
                  <a:lnTo>
                    <a:pt x="195" y="950"/>
                  </a:lnTo>
                  <a:lnTo>
                    <a:pt x="403" y="1086"/>
                  </a:lnTo>
                  <a:lnTo>
                    <a:pt x="590" y="1001"/>
                  </a:lnTo>
                  <a:lnTo>
                    <a:pt x="755" y="903"/>
                  </a:lnTo>
                  <a:lnTo>
                    <a:pt x="899" y="520"/>
                  </a:lnTo>
                  <a:lnTo>
                    <a:pt x="922" y="249"/>
                  </a:lnTo>
                  <a:lnTo>
                    <a:pt x="813" y="75"/>
                  </a:lnTo>
                  <a:lnTo>
                    <a:pt x="561" y="12"/>
                  </a:lnTo>
                  <a:lnTo>
                    <a:pt x="385" y="36"/>
                  </a:lnTo>
                  <a:lnTo>
                    <a:pt x="271" y="0"/>
                  </a:lnTo>
                  <a:lnTo>
                    <a:pt x="137" y="1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l1759"/>
            <p:cNvSpPr/>
            <p:nvPr/>
          </p:nvSpPr>
          <p:spPr>
            <a:xfrm>
              <a:off x="4501251" y="6518867"/>
              <a:ext cx="752" cy="1052"/>
            </a:xfrm>
            <a:custGeom>
              <a:avLst/>
              <a:pathLst>
                <a:path w="752" h="1052">
                  <a:moveTo>
                    <a:pt x="635" y="435"/>
                  </a:moveTo>
                  <a:lnTo>
                    <a:pt x="752" y="783"/>
                  </a:lnTo>
                  <a:lnTo>
                    <a:pt x="508" y="1052"/>
                  </a:lnTo>
                  <a:lnTo>
                    <a:pt x="169" y="949"/>
                  </a:lnTo>
                  <a:lnTo>
                    <a:pt x="72" y="651"/>
                  </a:lnTo>
                  <a:lnTo>
                    <a:pt x="0" y="255"/>
                  </a:lnTo>
                  <a:lnTo>
                    <a:pt x="111" y="71"/>
                  </a:lnTo>
                  <a:lnTo>
                    <a:pt x="331" y="0"/>
                  </a:lnTo>
                  <a:lnTo>
                    <a:pt x="495" y="150"/>
                  </a:lnTo>
                  <a:lnTo>
                    <a:pt x="506" y="11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l1760"/>
            <p:cNvSpPr/>
            <p:nvPr/>
          </p:nvSpPr>
          <p:spPr>
            <a:xfrm>
              <a:off x="4499025" y="6519594"/>
              <a:ext cx="743" cy="1744"/>
            </a:xfrm>
            <a:custGeom>
              <a:avLst/>
              <a:pathLst>
                <a:path w="743" h="1744">
                  <a:moveTo>
                    <a:pt x="659" y="289"/>
                  </a:moveTo>
                  <a:lnTo>
                    <a:pt x="743" y="698"/>
                  </a:lnTo>
                  <a:lnTo>
                    <a:pt x="705" y="1167"/>
                  </a:lnTo>
                  <a:lnTo>
                    <a:pt x="692" y="1402"/>
                  </a:lnTo>
                  <a:lnTo>
                    <a:pt x="592" y="1611"/>
                  </a:lnTo>
                  <a:lnTo>
                    <a:pt x="471" y="1634"/>
                  </a:lnTo>
                  <a:lnTo>
                    <a:pt x="371" y="1744"/>
                  </a:lnTo>
                  <a:lnTo>
                    <a:pt x="11" y="1481"/>
                  </a:lnTo>
                  <a:lnTo>
                    <a:pt x="81" y="1024"/>
                  </a:lnTo>
                  <a:lnTo>
                    <a:pt x="63" y="629"/>
                  </a:lnTo>
                  <a:lnTo>
                    <a:pt x="0" y="356"/>
                  </a:lnTo>
                  <a:lnTo>
                    <a:pt x="16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l1761"/>
            <p:cNvSpPr/>
            <p:nvPr/>
          </p:nvSpPr>
          <p:spPr>
            <a:xfrm>
              <a:off x="4402664" y="6520547"/>
              <a:ext cx="745" cy="1001"/>
            </a:xfrm>
            <a:custGeom>
              <a:avLst/>
              <a:pathLst>
                <a:path w="745" h="1001">
                  <a:moveTo>
                    <a:pt x="469" y="1001"/>
                  </a:moveTo>
                  <a:lnTo>
                    <a:pt x="557" y="914"/>
                  </a:lnTo>
                  <a:lnTo>
                    <a:pt x="668" y="692"/>
                  </a:lnTo>
                  <a:lnTo>
                    <a:pt x="745" y="507"/>
                  </a:lnTo>
                  <a:lnTo>
                    <a:pt x="582" y="235"/>
                  </a:lnTo>
                  <a:lnTo>
                    <a:pt x="418" y="0"/>
                  </a:lnTo>
                  <a:lnTo>
                    <a:pt x="176" y="134"/>
                  </a:lnTo>
                  <a:lnTo>
                    <a:pt x="0" y="381"/>
                  </a:lnTo>
                  <a:lnTo>
                    <a:pt x="53" y="616"/>
                  </a:lnTo>
                  <a:lnTo>
                    <a:pt x="42" y="60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l1762"/>
            <p:cNvSpPr/>
            <p:nvPr/>
          </p:nvSpPr>
          <p:spPr>
            <a:xfrm>
              <a:off x="4504487" y="6521754"/>
              <a:ext cx="392" cy="301"/>
            </a:xfrm>
            <a:custGeom>
              <a:avLst/>
              <a:pathLst>
                <a:path w="392" h="301">
                  <a:moveTo>
                    <a:pt x="0" y="0"/>
                  </a:moveTo>
                  <a:lnTo>
                    <a:pt x="218" y="76"/>
                  </a:lnTo>
                  <a:lnTo>
                    <a:pt x="392" y="30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l1763"/>
            <p:cNvSpPr/>
            <p:nvPr/>
          </p:nvSpPr>
          <p:spPr>
            <a:xfrm>
              <a:off x="4504275" y="6522110"/>
              <a:ext cx="490" cy="349"/>
            </a:xfrm>
            <a:custGeom>
              <a:avLst/>
              <a:pathLst>
                <a:path w="490" h="349">
                  <a:moveTo>
                    <a:pt x="0" y="0"/>
                  </a:moveTo>
                  <a:lnTo>
                    <a:pt x="107" y="223"/>
                  </a:lnTo>
                  <a:lnTo>
                    <a:pt x="337" y="349"/>
                  </a:lnTo>
                  <a:lnTo>
                    <a:pt x="480" y="302"/>
                  </a:lnTo>
                  <a:lnTo>
                    <a:pt x="490" y="28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l1764"/>
            <p:cNvSpPr/>
            <p:nvPr/>
          </p:nvSpPr>
          <p:spPr>
            <a:xfrm>
              <a:off x="4400791" y="6521763"/>
              <a:ext cx="703" cy="1099"/>
            </a:xfrm>
            <a:custGeom>
              <a:avLst/>
              <a:pathLst>
                <a:path w="703" h="1099">
                  <a:moveTo>
                    <a:pt x="166" y="97"/>
                  </a:moveTo>
                  <a:lnTo>
                    <a:pt x="12" y="245"/>
                  </a:lnTo>
                  <a:lnTo>
                    <a:pt x="0" y="455"/>
                  </a:lnTo>
                  <a:lnTo>
                    <a:pt x="0" y="702"/>
                  </a:lnTo>
                  <a:lnTo>
                    <a:pt x="54" y="900"/>
                  </a:lnTo>
                  <a:lnTo>
                    <a:pt x="261" y="1099"/>
                  </a:lnTo>
                  <a:lnTo>
                    <a:pt x="526" y="976"/>
                  </a:lnTo>
                  <a:lnTo>
                    <a:pt x="658" y="705"/>
                  </a:lnTo>
                  <a:lnTo>
                    <a:pt x="703" y="384"/>
                  </a:lnTo>
                  <a:lnTo>
                    <a:pt x="584" y="111"/>
                  </a:lnTo>
                  <a:lnTo>
                    <a:pt x="386" y="0"/>
                  </a:lnTo>
                  <a:lnTo>
                    <a:pt x="244" y="2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l1765"/>
            <p:cNvSpPr/>
            <p:nvPr/>
          </p:nvSpPr>
          <p:spPr>
            <a:xfrm>
              <a:off x="4505469" y="6522211"/>
              <a:ext cx="604" cy="754"/>
            </a:xfrm>
            <a:custGeom>
              <a:avLst/>
              <a:pathLst>
                <a:path w="604" h="754">
                  <a:moveTo>
                    <a:pt x="561" y="54"/>
                  </a:moveTo>
                  <a:lnTo>
                    <a:pt x="604" y="203"/>
                  </a:lnTo>
                  <a:lnTo>
                    <a:pt x="480" y="448"/>
                  </a:lnTo>
                  <a:lnTo>
                    <a:pt x="325" y="681"/>
                  </a:lnTo>
                  <a:lnTo>
                    <a:pt x="203" y="754"/>
                  </a:lnTo>
                  <a:lnTo>
                    <a:pt x="50" y="666"/>
                  </a:lnTo>
                  <a:lnTo>
                    <a:pt x="9" y="356"/>
                  </a:lnTo>
                  <a:lnTo>
                    <a:pt x="0" y="171"/>
                  </a:lnTo>
                  <a:lnTo>
                    <a:pt x="133" y="0"/>
                  </a:lnTo>
                  <a:lnTo>
                    <a:pt x="352" y="5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l1766"/>
            <p:cNvSpPr/>
            <p:nvPr/>
          </p:nvSpPr>
          <p:spPr>
            <a:xfrm>
              <a:off x="4396068" y="6522536"/>
              <a:ext cx="877" cy="1125"/>
            </a:xfrm>
            <a:custGeom>
              <a:avLst/>
              <a:pathLst>
                <a:path w="877" h="1125">
                  <a:moveTo>
                    <a:pt x="143" y="147"/>
                  </a:moveTo>
                  <a:lnTo>
                    <a:pt x="0" y="443"/>
                  </a:lnTo>
                  <a:lnTo>
                    <a:pt x="85" y="839"/>
                  </a:lnTo>
                  <a:lnTo>
                    <a:pt x="327" y="1013"/>
                  </a:lnTo>
                  <a:lnTo>
                    <a:pt x="513" y="1125"/>
                  </a:lnTo>
                  <a:lnTo>
                    <a:pt x="799" y="1027"/>
                  </a:lnTo>
                  <a:lnTo>
                    <a:pt x="866" y="866"/>
                  </a:lnTo>
                  <a:lnTo>
                    <a:pt x="877" y="681"/>
                  </a:lnTo>
                  <a:lnTo>
                    <a:pt x="812" y="434"/>
                  </a:lnTo>
                  <a:lnTo>
                    <a:pt x="681" y="211"/>
                  </a:lnTo>
                  <a:lnTo>
                    <a:pt x="440" y="111"/>
                  </a:lnTo>
                  <a:lnTo>
                    <a:pt x="32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l1767"/>
            <p:cNvSpPr/>
            <p:nvPr/>
          </p:nvSpPr>
          <p:spPr>
            <a:xfrm>
              <a:off x="4507755" y="6523225"/>
              <a:ext cx="236" cy="521"/>
            </a:xfrm>
            <a:custGeom>
              <a:avLst/>
              <a:pathLst>
                <a:path w="236" h="521">
                  <a:moveTo>
                    <a:pt x="0" y="0"/>
                  </a:moveTo>
                  <a:lnTo>
                    <a:pt x="162" y="236"/>
                  </a:lnTo>
                  <a:lnTo>
                    <a:pt x="225" y="521"/>
                  </a:lnTo>
                  <a:lnTo>
                    <a:pt x="236" y="52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l1768"/>
            <p:cNvSpPr/>
            <p:nvPr/>
          </p:nvSpPr>
          <p:spPr>
            <a:xfrm>
              <a:off x="4472110" y="6519826"/>
              <a:ext cx="2788" cy="4118"/>
            </a:xfrm>
            <a:custGeom>
              <a:avLst/>
              <a:pathLst>
                <a:path w="2788" h="4118">
                  <a:moveTo>
                    <a:pt x="100" y="4118"/>
                  </a:moveTo>
                  <a:lnTo>
                    <a:pt x="50" y="3475"/>
                  </a:lnTo>
                  <a:lnTo>
                    <a:pt x="0" y="2968"/>
                  </a:lnTo>
                  <a:lnTo>
                    <a:pt x="136" y="2314"/>
                  </a:lnTo>
                  <a:lnTo>
                    <a:pt x="140" y="1919"/>
                  </a:lnTo>
                  <a:lnTo>
                    <a:pt x="354" y="1241"/>
                  </a:lnTo>
                  <a:lnTo>
                    <a:pt x="555" y="773"/>
                  </a:lnTo>
                  <a:lnTo>
                    <a:pt x="920" y="468"/>
                  </a:lnTo>
                  <a:lnTo>
                    <a:pt x="1173" y="297"/>
                  </a:lnTo>
                  <a:lnTo>
                    <a:pt x="1394" y="213"/>
                  </a:lnTo>
                  <a:lnTo>
                    <a:pt x="2417" y="0"/>
                  </a:lnTo>
                  <a:lnTo>
                    <a:pt x="2713" y="2"/>
                  </a:lnTo>
                  <a:lnTo>
                    <a:pt x="2788" y="250"/>
                  </a:lnTo>
                  <a:lnTo>
                    <a:pt x="2683" y="1052"/>
                  </a:lnTo>
                  <a:lnTo>
                    <a:pt x="2290" y="2087"/>
                  </a:lnTo>
                  <a:lnTo>
                    <a:pt x="2044" y="2616"/>
                  </a:lnTo>
                  <a:lnTo>
                    <a:pt x="1997" y="3035"/>
                  </a:lnTo>
                  <a:lnTo>
                    <a:pt x="1960" y="356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l1769"/>
            <p:cNvSpPr/>
            <p:nvPr/>
          </p:nvSpPr>
          <p:spPr>
            <a:xfrm>
              <a:off x="4507423" y="6523517"/>
              <a:ext cx="269" cy="485"/>
            </a:xfrm>
            <a:custGeom>
              <a:avLst/>
              <a:pathLst>
                <a:path w="269" h="485">
                  <a:moveTo>
                    <a:pt x="0" y="0"/>
                  </a:moveTo>
                  <a:lnTo>
                    <a:pt x="41" y="272"/>
                  </a:lnTo>
                  <a:lnTo>
                    <a:pt x="258" y="484"/>
                  </a:lnTo>
                  <a:lnTo>
                    <a:pt x="269" y="48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l1770"/>
            <p:cNvSpPr/>
            <p:nvPr/>
          </p:nvSpPr>
          <p:spPr>
            <a:xfrm>
              <a:off x="4472868" y="6521042"/>
              <a:ext cx="1096" cy="4235"/>
            </a:xfrm>
            <a:custGeom>
              <a:avLst/>
              <a:pathLst>
                <a:path w="1096" h="4235">
                  <a:moveTo>
                    <a:pt x="24" y="2735"/>
                  </a:moveTo>
                  <a:lnTo>
                    <a:pt x="18" y="2129"/>
                  </a:lnTo>
                  <a:lnTo>
                    <a:pt x="12" y="1499"/>
                  </a:lnTo>
                  <a:lnTo>
                    <a:pt x="96" y="536"/>
                  </a:lnTo>
                  <a:lnTo>
                    <a:pt x="76" y="252"/>
                  </a:lnTo>
                  <a:lnTo>
                    <a:pt x="429" y="82"/>
                  </a:lnTo>
                  <a:lnTo>
                    <a:pt x="605" y="34"/>
                  </a:lnTo>
                  <a:lnTo>
                    <a:pt x="869" y="0"/>
                  </a:lnTo>
                  <a:lnTo>
                    <a:pt x="1011" y="112"/>
                  </a:lnTo>
                  <a:lnTo>
                    <a:pt x="1096" y="348"/>
                  </a:lnTo>
                  <a:lnTo>
                    <a:pt x="1063" y="483"/>
                  </a:lnTo>
                  <a:lnTo>
                    <a:pt x="951" y="729"/>
                  </a:lnTo>
                  <a:lnTo>
                    <a:pt x="839" y="1000"/>
                  </a:lnTo>
                  <a:lnTo>
                    <a:pt x="815" y="1272"/>
                  </a:lnTo>
                  <a:lnTo>
                    <a:pt x="791" y="1506"/>
                  </a:lnTo>
                  <a:lnTo>
                    <a:pt x="668" y="1826"/>
                  </a:lnTo>
                  <a:lnTo>
                    <a:pt x="644" y="2036"/>
                  </a:lnTo>
                  <a:lnTo>
                    <a:pt x="587" y="2320"/>
                  </a:lnTo>
                  <a:lnTo>
                    <a:pt x="518" y="2715"/>
                  </a:lnTo>
                  <a:lnTo>
                    <a:pt x="527" y="2925"/>
                  </a:lnTo>
                  <a:lnTo>
                    <a:pt x="559" y="3148"/>
                  </a:lnTo>
                  <a:lnTo>
                    <a:pt x="578" y="3494"/>
                  </a:lnTo>
                  <a:lnTo>
                    <a:pt x="598" y="3729"/>
                  </a:lnTo>
                  <a:lnTo>
                    <a:pt x="574" y="4050"/>
                  </a:lnTo>
                  <a:lnTo>
                    <a:pt x="539" y="4235"/>
                  </a:lnTo>
                  <a:lnTo>
                    <a:pt x="342" y="4122"/>
                  </a:lnTo>
                  <a:lnTo>
                    <a:pt x="267" y="3886"/>
                  </a:lnTo>
                  <a:lnTo>
                    <a:pt x="204" y="3564"/>
                  </a:lnTo>
                  <a:lnTo>
                    <a:pt x="128" y="3378"/>
                  </a:lnTo>
                  <a:lnTo>
                    <a:pt x="0" y="3044"/>
                  </a:lnTo>
                  <a:lnTo>
                    <a:pt x="11" y="304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l1771"/>
            <p:cNvSpPr/>
            <p:nvPr/>
          </p:nvSpPr>
          <p:spPr>
            <a:xfrm>
              <a:off x="4397004" y="6524454"/>
              <a:ext cx="1489" cy="2312"/>
            </a:xfrm>
            <a:custGeom>
              <a:avLst/>
              <a:pathLst>
                <a:path w="1489" h="2312">
                  <a:moveTo>
                    <a:pt x="112" y="111"/>
                  </a:moveTo>
                  <a:lnTo>
                    <a:pt x="68" y="358"/>
                  </a:lnTo>
                  <a:lnTo>
                    <a:pt x="1" y="604"/>
                  </a:lnTo>
                  <a:lnTo>
                    <a:pt x="0" y="938"/>
                  </a:lnTo>
                  <a:lnTo>
                    <a:pt x="64" y="1346"/>
                  </a:lnTo>
                  <a:lnTo>
                    <a:pt x="118" y="1655"/>
                  </a:lnTo>
                  <a:lnTo>
                    <a:pt x="226" y="1927"/>
                  </a:lnTo>
                  <a:lnTo>
                    <a:pt x="423" y="2200"/>
                  </a:lnTo>
                  <a:lnTo>
                    <a:pt x="587" y="2287"/>
                  </a:lnTo>
                  <a:lnTo>
                    <a:pt x="741" y="2312"/>
                  </a:lnTo>
                  <a:lnTo>
                    <a:pt x="972" y="2251"/>
                  </a:lnTo>
                  <a:lnTo>
                    <a:pt x="1169" y="2153"/>
                  </a:lnTo>
                  <a:lnTo>
                    <a:pt x="1379" y="2055"/>
                  </a:lnTo>
                  <a:lnTo>
                    <a:pt x="1489" y="1907"/>
                  </a:lnTo>
                  <a:lnTo>
                    <a:pt x="1413" y="1586"/>
                  </a:lnTo>
                  <a:lnTo>
                    <a:pt x="1327" y="1215"/>
                  </a:lnTo>
                  <a:lnTo>
                    <a:pt x="1109" y="819"/>
                  </a:lnTo>
                  <a:lnTo>
                    <a:pt x="966" y="571"/>
                  </a:lnTo>
                  <a:lnTo>
                    <a:pt x="836" y="373"/>
                  </a:lnTo>
                  <a:lnTo>
                    <a:pt x="595" y="199"/>
                  </a:lnTo>
                  <a:lnTo>
                    <a:pt x="364" y="111"/>
                  </a:lnTo>
                  <a:lnTo>
                    <a:pt x="15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l1772"/>
            <p:cNvSpPr/>
            <p:nvPr/>
          </p:nvSpPr>
          <p:spPr>
            <a:xfrm>
              <a:off x="4472275" y="6523750"/>
              <a:ext cx="1716" cy="3362"/>
            </a:xfrm>
            <a:custGeom>
              <a:avLst/>
              <a:pathLst>
                <a:path w="1716" h="3362">
                  <a:moveTo>
                    <a:pt x="1716" y="0"/>
                  </a:moveTo>
                  <a:lnTo>
                    <a:pt x="1700" y="617"/>
                  </a:lnTo>
                  <a:lnTo>
                    <a:pt x="1620" y="987"/>
                  </a:lnTo>
                  <a:lnTo>
                    <a:pt x="1539" y="1468"/>
                  </a:lnTo>
                  <a:lnTo>
                    <a:pt x="1425" y="2011"/>
                  </a:lnTo>
                  <a:lnTo>
                    <a:pt x="1143" y="3022"/>
                  </a:lnTo>
                  <a:lnTo>
                    <a:pt x="1141" y="3207"/>
                  </a:lnTo>
                  <a:lnTo>
                    <a:pt x="833" y="3340"/>
                  </a:lnTo>
                  <a:lnTo>
                    <a:pt x="547" y="3362"/>
                  </a:lnTo>
                  <a:lnTo>
                    <a:pt x="418" y="3015"/>
                  </a:lnTo>
                  <a:lnTo>
                    <a:pt x="410" y="2743"/>
                  </a:lnTo>
                  <a:lnTo>
                    <a:pt x="468" y="2311"/>
                  </a:lnTo>
                  <a:lnTo>
                    <a:pt x="460" y="1953"/>
                  </a:lnTo>
                  <a:lnTo>
                    <a:pt x="364" y="1532"/>
                  </a:lnTo>
                  <a:lnTo>
                    <a:pt x="190" y="1271"/>
                  </a:lnTo>
                  <a:lnTo>
                    <a:pt x="0" y="466"/>
                  </a:lnTo>
                  <a:lnTo>
                    <a:pt x="0" y="45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l1773"/>
            <p:cNvSpPr/>
            <p:nvPr/>
          </p:nvSpPr>
          <p:spPr>
            <a:xfrm>
              <a:off x="4337916" y="6526046"/>
              <a:ext cx="1320" cy="1292"/>
            </a:xfrm>
            <a:custGeom>
              <a:avLst/>
              <a:pathLst>
                <a:path w="1320" h="1292">
                  <a:moveTo>
                    <a:pt x="56" y="83"/>
                  </a:moveTo>
                  <a:lnTo>
                    <a:pt x="288" y="0"/>
                  </a:lnTo>
                  <a:lnTo>
                    <a:pt x="639" y="29"/>
                  </a:lnTo>
                  <a:lnTo>
                    <a:pt x="904" y="132"/>
                  </a:lnTo>
                  <a:lnTo>
                    <a:pt x="1117" y="406"/>
                  </a:lnTo>
                  <a:lnTo>
                    <a:pt x="1259" y="742"/>
                  </a:lnTo>
                  <a:lnTo>
                    <a:pt x="1320" y="953"/>
                  </a:lnTo>
                  <a:lnTo>
                    <a:pt x="1174" y="1222"/>
                  </a:lnTo>
                  <a:lnTo>
                    <a:pt x="890" y="1292"/>
                  </a:lnTo>
                  <a:lnTo>
                    <a:pt x="563" y="1164"/>
                  </a:lnTo>
                  <a:lnTo>
                    <a:pt x="321" y="889"/>
                  </a:lnTo>
                  <a:lnTo>
                    <a:pt x="127" y="578"/>
                  </a:lnTo>
                  <a:lnTo>
                    <a:pt x="0" y="242"/>
                  </a:lnTo>
                  <a:lnTo>
                    <a:pt x="14" y="20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l1774"/>
            <p:cNvSpPr/>
            <p:nvPr/>
          </p:nvSpPr>
          <p:spPr>
            <a:xfrm>
              <a:off x="4335889" y="6526973"/>
              <a:ext cx="1093" cy="762"/>
            </a:xfrm>
            <a:custGeom>
              <a:avLst/>
              <a:pathLst>
                <a:path w="1093" h="762">
                  <a:moveTo>
                    <a:pt x="961" y="721"/>
                  </a:moveTo>
                  <a:lnTo>
                    <a:pt x="643" y="753"/>
                  </a:lnTo>
                  <a:lnTo>
                    <a:pt x="388" y="762"/>
                  </a:lnTo>
                  <a:lnTo>
                    <a:pt x="170" y="660"/>
                  </a:lnTo>
                  <a:lnTo>
                    <a:pt x="0" y="250"/>
                  </a:lnTo>
                  <a:lnTo>
                    <a:pt x="274" y="81"/>
                  </a:lnTo>
                  <a:lnTo>
                    <a:pt x="615" y="0"/>
                  </a:lnTo>
                  <a:lnTo>
                    <a:pt x="866" y="52"/>
                  </a:lnTo>
                  <a:lnTo>
                    <a:pt x="1022" y="190"/>
                  </a:lnTo>
                  <a:lnTo>
                    <a:pt x="1093" y="478"/>
                  </a:lnTo>
                  <a:lnTo>
                    <a:pt x="1078" y="58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l1775"/>
            <p:cNvSpPr/>
            <p:nvPr/>
          </p:nvSpPr>
          <p:spPr>
            <a:xfrm>
              <a:off x="4337158" y="6527108"/>
              <a:ext cx="516" cy="708"/>
            </a:xfrm>
            <a:custGeom>
              <a:avLst/>
              <a:pathLst>
                <a:path w="516" h="708">
                  <a:moveTo>
                    <a:pt x="191" y="10"/>
                  </a:moveTo>
                  <a:lnTo>
                    <a:pt x="345" y="39"/>
                  </a:lnTo>
                  <a:lnTo>
                    <a:pt x="473" y="140"/>
                  </a:lnTo>
                  <a:lnTo>
                    <a:pt x="516" y="462"/>
                  </a:lnTo>
                  <a:lnTo>
                    <a:pt x="435" y="708"/>
                  </a:lnTo>
                  <a:lnTo>
                    <a:pt x="203" y="704"/>
                  </a:lnTo>
                  <a:lnTo>
                    <a:pt x="0" y="553"/>
                  </a:lnTo>
                  <a:lnTo>
                    <a:pt x="0" y="294"/>
                  </a:lnTo>
                  <a:lnTo>
                    <a:pt x="137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l1776"/>
            <p:cNvSpPr/>
            <p:nvPr/>
          </p:nvSpPr>
          <p:spPr>
            <a:xfrm>
              <a:off x="4337859" y="6527401"/>
              <a:ext cx="459" cy="619"/>
            </a:xfrm>
            <a:custGeom>
              <a:avLst/>
              <a:pathLst>
                <a:path w="459" h="619">
                  <a:moveTo>
                    <a:pt x="113" y="0"/>
                  </a:moveTo>
                  <a:lnTo>
                    <a:pt x="274" y="27"/>
                  </a:lnTo>
                  <a:lnTo>
                    <a:pt x="440" y="202"/>
                  </a:lnTo>
                  <a:lnTo>
                    <a:pt x="459" y="412"/>
                  </a:lnTo>
                  <a:lnTo>
                    <a:pt x="237" y="619"/>
                  </a:lnTo>
                  <a:lnTo>
                    <a:pt x="9" y="541"/>
                  </a:lnTo>
                  <a:lnTo>
                    <a:pt x="0" y="344"/>
                  </a:lnTo>
                  <a:lnTo>
                    <a:pt x="90" y="7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l1777"/>
            <p:cNvSpPr/>
            <p:nvPr/>
          </p:nvSpPr>
          <p:spPr>
            <a:xfrm>
              <a:off x="4334076" y="6528340"/>
              <a:ext cx="515" cy="402"/>
            </a:xfrm>
            <a:custGeom>
              <a:avLst/>
              <a:pathLst>
                <a:path w="515" h="402">
                  <a:moveTo>
                    <a:pt x="113" y="8"/>
                  </a:moveTo>
                  <a:lnTo>
                    <a:pt x="327" y="1"/>
                  </a:lnTo>
                  <a:lnTo>
                    <a:pt x="373" y="0"/>
                  </a:lnTo>
                  <a:lnTo>
                    <a:pt x="515" y="88"/>
                  </a:lnTo>
                  <a:lnTo>
                    <a:pt x="459" y="272"/>
                  </a:lnTo>
                  <a:lnTo>
                    <a:pt x="274" y="393"/>
                  </a:lnTo>
                  <a:lnTo>
                    <a:pt x="32" y="402"/>
                  </a:lnTo>
                  <a:lnTo>
                    <a:pt x="0" y="254"/>
                  </a:lnTo>
                  <a:lnTo>
                    <a:pt x="22" y="16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l1778"/>
            <p:cNvSpPr/>
            <p:nvPr/>
          </p:nvSpPr>
          <p:spPr>
            <a:xfrm>
              <a:off x="4334866" y="6527995"/>
              <a:ext cx="838" cy="800"/>
            </a:xfrm>
            <a:custGeom>
              <a:avLst/>
              <a:pathLst>
                <a:path w="838" h="800">
                  <a:moveTo>
                    <a:pt x="0" y="647"/>
                  </a:moveTo>
                  <a:lnTo>
                    <a:pt x="99" y="352"/>
                  </a:lnTo>
                  <a:lnTo>
                    <a:pt x="246" y="144"/>
                  </a:lnTo>
                  <a:lnTo>
                    <a:pt x="478" y="0"/>
                  </a:lnTo>
                  <a:lnTo>
                    <a:pt x="762" y="78"/>
                  </a:lnTo>
                  <a:lnTo>
                    <a:pt x="838" y="239"/>
                  </a:lnTo>
                  <a:lnTo>
                    <a:pt x="634" y="582"/>
                  </a:lnTo>
                  <a:lnTo>
                    <a:pt x="402" y="690"/>
                  </a:lnTo>
                  <a:lnTo>
                    <a:pt x="170" y="800"/>
                  </a:lnTo>
                  <a:lnTo>
                    <a:pt x="45" y="75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l1779"/>
            <p:cNvSpPr/>
            <p:nvPr/>
          </p:nvSpPr>
          <p:spPr>
            <a:xfrm>
              <a:off x="4333673" y="6528939"/>
              <a:ext cx="530" cy="143"/>
            </a:xfrm>
            <a:custGeom>
              <a:avLst/>
              <a:pathLst>
                <a:path w="530" h="143">
                  <a:moveTo>
                    <a:pt x="0" y="143"/>
                  </a:moveTo>
                  <a:lnTo>
                    <a:pt x="331" y="0"/>
                  </a:lnTo>
                  <a:lnTo>
                    <a:pt x="530" y="12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l1780"/>
            <p:cNvSpPr/>
            <p:nvPr/>
          </p:nvSpPr>
          <p:spPr>
            <a:xfrm>
              <a:off x="4333687" y="6529136"/>
              <a:ext cx="493" cy="158"/>
            </a:xfrm>
            <a:custGeom>
              <a:avLst/>
              <a:pathLst>
                <a:path w="493" h="158">
                  <a:moveTo>
                    <a:pt x="493" y="0"/>
                  </a:moveTo>
                  <a:lnTo>
                    <a:pt x="411" y="100"/>
                  </a:lnTo>
                  <a:lnTo>
                    <a:pt x="151" y="158"/>
                  </a:lnTo>
                  <a:lnTo>
                    <a:pt x="100" y="115"/>
                  </a:lnTo>
                  <a:lnTo>
                    <a:pt x="0" y="3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l1781"/>
            <p:cNvSpPr/>
            <p:nvPr/>
          </p:nvSpPr>
          <p:spPr>
            <a:xfrm>
              <a:off x="4487017" y="6530526"/>
              <a:ext cx="679" cy="582"/>
            </a:xfrm>
            <a:custGeom>
              <a:avLst/>
              <a:pathLst>
                <a:path w="679" h="582">
                  <a:moveTo>
                    <a:pt x="468" y="582"/>
                  </a:moveTo>
                  <a:lnTo>
                    <a:pt x="150" y="530"/>
                  </a:lnTo>
                  <a:lnTo>
                    <a:pt x="0" y="207"/>
                  </a:lnTo>
                  <a:lnTo>
                    <a:pt x="99" y="72"/>
                  </a:lnTo>
                  <a:lnTo>
                    <a:pt x="253" y="0"/>
                  </a:lnTo>
                  <a:lnTo>
                    <a:pt x="461" y="100"/>
                  </a:lnTo>
                  <a:lnTo>
                    <a:pt x="679" y="2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l1782"/>
            <p:cNvSpPr/>
            <p:nvPr/>
          </p:nvSpPr>
          <p:spPr>
            <a:xfrm>
              <a:off x="4331113" y="6531574"/>
              <a:ext cx="463" cy="317"/>
            </a:xfrm>
            <a:custGeom>
              <a:avLst/>
              <a:pathLst>
                <a:path w="463" h="317">
                  <a:moveTo>
                    <a:pt x="0" y="317"/>
                  </a:moveTo>
                  <a:lnTo>
                    <a:pt x="45" y="80"/>
                  </a:lnTo>
                  <a:lnTo>
                    <a:pt x="213" y="17"/>
                  </a:lnTo>
                  <a:lnTo>
                    <a:pt x="362" y="14"/>
                  </a:lnTo>
                  <a:lnTo>
                    <a:pt x="46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l1783"/>
            <p:cNvSpPr/>
            <p:nvPr/>
          </p:nvSpPr>
          <p:spPr>
            <a:xfrm>
              <a:off x="4331196" y="6531690"/>
              <a:ext cx="428" cy="349"/>
            </a:xfrm>
            <a:custGeom>
              <a:avLst/>
              <a:pathLst>
                <a:path w="428" h="349">
                  <a:moveTo>
                    <a:pt x="428" y="0"/>
                  </a:moveTo>
                  <a:lnTo>
                    <a:pt x="397" y="167"/>
                  </a:lnTo>
                  <a:lnTo>
                    <a:pt x="165" y="349"/>
                  </a:lnTo>
                  <a:lnTo>
                    <a:pt x="0" y="32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l1784"/>
            <p:cNvSpPr/>
            <p:nvPr/>
          </p:nvSpPr>
          <p:spPr>
            <a:xfrm>
              <a:off x="4331987" y="6530877"/>
              <a:ext cx="762" cy="1211"/>
            </a:xfrm>
            <a:custGeom>
              <a:avLst/>
              <a:pathLst>
                <a:path w="762" h="1211">
                  <a:moveTo>
                    <a:pt x="641" y="109"/>
                  </a:moveTo>
                  <a:lnTo>
                    <a:pt x="734" y="242"/>
                  </a:lnTo>
                  <a:lnTo>
                    <a:pt x="762" y="613"/>
                  </a:lnTo>
                  <a:lnTo>
                    <a:pt x="696" y="921"/>
                  </a:lnTo>
                  <a:lnTo>
                    <a:pt x="525" y="1128"/>
                  </a:lnTo>
                  <a:lnTo>
                    <a:pt x="284" y="1211"/>
                  </a:lnTo>
                  <a:lnTo>
                    <a:pt x="89" y="1135"/>
                  </a:lnTo>
                  <a:lnTo>
                    <a:pt x="19" y="627"/>
                  </a:lnTo>
                  <a:lnTo>
                    <a:pt x="0" y="318"/>
                  </a:lnTo>
                  <a:lnTo>
                    <a:pt x="0" y="108"/>
                  </a:lnTo>
                  <a:lnTo>
                    <a:pt x="165" y="0"/>
                  </a:lnTo>
                  <a:lnTo>
                    <a:pt x="397" y="15"/>
                  </a:lnTo>
                  <a:lnTo>
                    <a:pt x="573" y="3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l1785"/>
            <p:cNvSpPr/>
            <p:nvPr/>
          </p:nvSpPr>
          <p:spPr>
            <a:xfrm>
              <a:off x="4331055" y="6533067"/>
              <a:ext cx="392" cy="297"/>
            </a:xfrm>
            <a:custGeom>
              <a:avLst/>
              <a:pathLst>
                <a:path w="392" h="297">
                  <a:moveTo>
                    <a:pt x="0" y="63"/>
                  </a:moveTo>
                  <a:lnTo>
                    <a:pt x="31" y="11"/>
                  </a:lnTo>
                  <a:lnTo>
                    <a:pt x="195" y="0"/>
                  </a:lnTo>
                  <a:lnTo>
                    <a:pt x="305" y="62"/>
                  </a:lnTo>
                  <a:lnTo>
                    <a:pt x="392" y="161"/>
                  </a:lnTo>
                  <a:lnTo>
                    <a:pt x="314" y="297"/>
                  </a:lnTo>
                  <a:lnTo>
                    <a:pt x="139" y="246"/>
                  </a:lnTo>
                  <a:lnTo>
                    <a:pt x="30" y="196"/>
                  </a:lnTo>
                  <a:lnTo>
                    <a:pt x="0" y="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l1786"/>
            <p:cNvSpPr/>
            <p:nvPr/>
          </p:nvSpPr>
          <p:spPr>
            <a:xfrm>
              <a:off x="4330188" y="6532524"/>
              <a:ext cx="1553" cy="1662"/>
            </a:xfrm>
            <a:custGeom>
              <a:avLst/>
              <a:pathLst>
                <a:path w="1553" h="1662">
                  <a:moveTo>
                    <a:pt x="783" y="1258"/>
                  </a:moveTo>
                  <a:lnTo>
                    <a:pt x="695" y="1361"/>
                  </a:lnTo>
                  <a:lnTo>
                    <a:pt x="430" y="1580"/>
                  </a:lnTo>
                  <a:lnTo>
                    <a:pt x="141" y="1662"/>
                  </a:lnTo>
                  <a:lnTo>
                    <a:pt x="0" y="1561"/>
                  </a:lnTo>
                  <a:lnTo>
                    <a:pt x="80" y="1192"/>
                  </a:lnTo>
                  <a:lnTo>
                    <a:pt x="260" y="898"/>
                  </a:lnTo>
                  <a:lnTo>
                    <a:pt x="501" y="716"/>
                  </a:lnTo>
                  <a:lnTo>
                    <a:pt x="634" y="594"/>
                  </a:lnTo>
                  <a:lnTo>
                    <a:pt x="729" y="349"/>
                  </a:lnTo>
                  <a:lnTo>
                    <a:pt x="1003" y="142"/>
                  </a:lnTo>
                  <a:lnTo>
                    <a:pt x="1387" y="0"/>
                  </a:lnTo>
                  <a:lnTo>
                    <a:pt x="1553" y="212"/>
                  </a:lnTo>
                  <a:lnTo>
                    <a:pt x="1425" y="716"/>
                  </a:lnTo>
                  <a:lnTo>
                    <a:pt x="1216" y="911"/>
                  </a:lnTo>
                  <a:lnTo>
                    <a:pt x="904" y="112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l1787"/>
            <p:cNvSpPr/>
            <p:nvPr/>
          </p:nvSpPr>
          <p:spPr>
            <a:xfrm>
              <a:off x="4522315" y="6538254"/>
              <a:ext cx="1504" cy="1478"/>
            </a:xfrm>
            <a:custGeom>
              <a:avLst/>
              <a:pathLst>
                <a:path w="1504" h="1478">
                  <a:moveTo>
                    <a:pt x="208" y="275"/>
                  </a:moveTo>
                  <a:lnTo>
                    <a:pt x="385" y="117"/>
                  </a:lnTo>
                  <a:lnTo>
                    <a:pt x="791" y="147"/>
                  </a:lnTo>
                  <a:lnTo>
                    <a:pt x="880" y="0"/>
                  </a:lnTo>
                  <a:lnTo>
                    <a:pt x="1110" y="64"/>
                  </a:lnTo>
                  <a:lnTo>
                    <a:pt x="1229" y="226"/>
                  </a:lnTo>
                  <a:lnTo>
                    <a:pt x="1423" y="538"/>
                  </a:lnTo>
                  <a:lnTo>
                    <a:pt x="1474" y="909"/>
                  </a:lnTo>
                  <a:lnTo>
                    <a:pt x="1504" y="1058"/>
                  </a:lnTo>
                  <a:lnTo>
                    <a:pt x="1262" y="1203"/>
                  </a:lnTo>
                  <a:lnTo>
                    <a:pt x="987" y="1323"/>
                  </a:lnTo>
                  <a:lnTo>
                    <a:pt x="546" y="1478"/>
                  </a:lnTo>
                  <a:lnTo>
                    <a:pt x="240" y="1425"/>
                  </a:lnTo>
                  <a:lnTo>
                    <a:pt x="11" y="1274"/>
                  </a:lnTo>
                  <a:lnTo>
                    <a:pt x="0" y="1011"/>
                  </a:lnTo>
                  <a:lnTo>
                    <a:pt x="68" y="711"/>
                  </a:lnTo>
                  <a:lnTo>
                    <a:pt x="143" y="50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l1788"/>
            <p:cNvSpPr/>
            <p:nvPr/>
          </p:nvSpPr>
          <p:spPr>
            <a:xfrm>
              <a:off x="4452239" y="6541868"/>
              <a:ext cx="871" cy="1585"/>
            </a:xfrm>
            <a:custGeom>
              <a:avLst/>
              <a:pathLst>
                <a:path w="871" h="1585">
                  <a:moveTo>
                    <a:pt x="277" y="53"/>
                  </a:moveTo>
                  <a:lnTo>
                    <a:pt x="351" y="137"/>
                  </a:lnTo>
                  <a:lnTo>
                    <a:pt x="438" y="347"/>
                  </a:lnTo>
                  <a:lnTo>
                    <a:pt x="524" y="583"/>
                  </a:lnTo>
                  <a:lnTo>
                    <a:pt x="675" y="868"/>
                  </a:lnTo>
                  <a:lnTo>
                    <a:pt x="795" y="993"/>
                  </a:lnTo>
                  <a:lnTo>
                    <a:pt x="871" y="1228"/>
                  </a:lnTo>
                  <a:lnTo>
                    <a:pt x="758" y="1585"/>
                  </a:lnTo>
                  <a:lnTo>
                    <a:pt x="671" y="1560"/>
                  </a:lnTo>
                  <a:lnTo>
                    <a:pt x="431" y="1323"/>
                  </a:lnTo>
                  <a:lnTo>
                    <a:pt x="291" y="1013"/>
                  </a:lnTo>
                  <a:lnTo>
                    <a:pt x="139" y="802"/>
                  </a:lnTo>
                  <a:lnTo>
                    <a:pt x="53" y="530"/>
                  </a:lnTo>
                  <a:lnTo>
                    <a:pt x="0" y="282"/>
                  </a:lnTo>
                  <a:lnTo>
                    <a:pt x="0" y="208"/>
                  </a:lnTo>
                  <a:lnTo>
                    <a:pt x="89" y="80"/>
                  </a:lnTo>
                  <a:lnTo>
                    <a:pt x="19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l1789"/>
            <p:cNvSpPr/>
            <p:nvPr/>
          </p:nvSpPr>
          <p:spPr>
            <a:xfrm>
              <a:off x="4451768" y="6540593"/>
              <a:ext cx="1824" cy="3442"/>
            </a:xfrm>
            <a:custGeom>
              <a:avLst/>
              <a:pathLst>
                <a:path w="1824" h="3442">
                  <a:moveTo>
                    <a:pt x="355" y="90"/>
                  </a:moveTo>
                  <a:lnTo>
                    <a:pt x="203" y="665"/>
                  </a:lnTo>
                  <a:lnTo>
                    <a:pt x="80" y="1047"/>
                  </a:lnTo>
                  <a:lnTo>
                    <a:pt x="0" y="1479"/>
                  </a:lnTo>
                  <a:lnTo>
                    <a:pt x="19" y="1875"/>
                  </a:lnTo>
                  <a:lnTo>
                    <a:pt x="169" y="2333"/>
                  </a:lnTo>
                  <a:lnTo>
                    <a:pt x="288" y="2593"/>
                  </a:lnTo>
                  <a:lnTo>
                    <a:pt x="494" y="2891"/>
                  </a:lnTo>
                  <a:lnTo>
                    <a:pt x="834" y="2980"/>
                  </a:lnTo>
                  <a:lnTo>
                    <a:pt x="1193" y="3379"/>
                  </a:lnTo>
                  <a:lnTo>
                    <a:pt x="1412" y="3442"/>
                  </a:lnTo>
                  <a:lnTo>
                    <a:pt x="1730" y="3383"/>
                  </a:lnTo>
                  <a:lnTo>
                    <a:pt x="1820" y="3099"/>
                  </a:lnTo>
                  <a:lnTo>
                    <a:pt x="1824" y="2494"/>
                  </a:lnTo>
                  <a:lnTo>
                    <a:pt x="1597" y="1998"/>
                  </a:lnTo>
                  <a:lnTo>
                    <a:pt x="1317" y="1205"/>
                  </a:lnTo>
                  <a:lnTo>
                    <a:pt x="1079" y="845"/>
                  </a:lnTo>
                  <a:lnTo>
                    <a:pt x="764" y="360"/>
                  </a:lnTo>
                  <a:lnTo>
                    <a:pt x="612" y="149"/>
                  </a:lnTo>
                  <a:lnTo>
                    <a:pt x="576" y="87"/>
                  </a:lnTo>
                  <a:lnTo>
                    <a:pt x="42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l1790"/>
            <p:cNvSpPr/>
            <p:nvPr/>
          </p:nvSpPr>
          <p:spPr>
            <a:xfrm>
              <a:off x="4476291" y="6544511"/>
              <a:ext cx="725" cy="303"/>
            </a:xfrm>
            <a:custGeom>
              <a:avLst/>
              <a:pathLst>
                <a:path w="725" h="303">
                  <a:moveTo>
                    <a:pt x="0" y="303"/>
                  </a:moveTo>
                  <a:lnTo>
                    <a:pt x="153" y="217"/>
                  </a:lnTo>
                  <a:lnTo>
                    <a:pt x="252" y="169"/>
                  </a:lnTo>
                  <a:lnTo>
                    <a:pt x="418" y="84"/>
                  </a:lnTo>
                  <a:lnTo>
                    <a:pt x="627" y="0"/>
                  </a:lnTo>
                  <a:lnTo>
                    <a:pt x="725" y="99"/>
                  </a:lnTo>
                  <a:lnTo>
                    <a:pt x="725" y="8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l1791"/>
            <p:cNvSpPr/>
            <p:nvPr/>
          </p:nvSpPr>
          <p:spPr>
            <a:xfrm>
              <a:off x="4476464" y="6544993"/>
              <a:ext cx="516" cy="95"/>
            </a:xfrm>
            <a:custGeom>
              <a:avLst/>
              <a:pathLst>
                <a:path w="516" h="95">
                  <a:moveTo>
                    <a:pt x="0" y="94"/>
                  </a:moveTo>
                  <a:lnTo>
                    <a:pt x="175" y="95"/>
                  </a:lnTo>
                  <a:lnTo>
                    <a:pt x="329" y="47"/>
                  </a:lnTo>
                  <a:lnTo>
                    <a:pt x="505" y="0"/>
                  </a:lnTo>
                  <a:lnTo>
                    <a:pt x="51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l1792"/>
            <p:cNvSpPr/>
            <p:nvPr/>
          </p:nvSpPr>
          <p:spPr>
            <a:xfrm>
              <a:off x="4475541" y="6544811"/>
              <a:ext cx="464" cy="477"/>
            </a:xfrm>
            <a:custGeom>
              <a:avLst/>
              <a:pathLst>
                <a:path w="464" h="477">
                  <a:moveTo>
                    <a:pt x="0" y="477"/>
                  </a:moveTo>
                  <a:lnTo>
                    <a:pt x="100" y="169"/>
                  </a:lnTo>
                  <a:lnTo>
                    <a:pt x="277" y="35"/>
                  </a:lnTo>
                  <a:lnTo>
                    <a:pt x="453" y="0"/>
                  </a:lnTo>
                  <a:lnTo>
                    <a:pt x="464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l1793"/>
            <p:cNvSpPr/>
            <p:nvPr/>
          </p:nvSpPr>
          <p:spPr>
            <a:xfrm>
              <a:off x="4475826" y="6545148"/>
              <a:ext cx="462" cy="193"/>
            </a:xfrm>
            <a:custGeom>
              <a:avLst/>
              <a:pathLst>
                <a:path w="462" h="193">
                  <a:moveTo>
                    <a:pt x="0" y="193"/>
                  </a:moveTo>
                  <a:lnTo>
                    <a:pt x="286" y="72"/>
                  </a:lnTo>
                  <a:lnTo>
                    <a:pt x="462" y="12"/>
                  </a:lnTo>
                  <a:lnTo>
                    <a:pt x="46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l1794"/>
            <p:cNvSpPr/>
            <p:nvPr/>
          </p:nvSpPr>
          <p:spPr>
            <a:xfrm>
              <a:off x="4476768" y="6545058"/>
              <a:ext cx="625" cy="415"/>
            </a:xfrm>
            <a:custGeom>
              <a:avLst/>
              <a:pathLst>
                <a:path w="625" h="415">
                  <a:moveTo>
                    <a:pt x="474" y="0"/>
                  </a:moveTo>
                  <a:lnTo>
                    <a:pt x="625" y="260"/>
                  </a:lnTo>
                  <a:lnTo>
                    <a:pt x="372" y="344"/>
                  </a:lnTo>
                  <a:lnTo>
                    <a:pt x="0" y="41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l1795"/>
            <p:cNvSpPr/>
            <p:nvPr/>
          </p:nvSpPr>
          <p:spPr>
            <a:xfrm>
              <a:off x="4476076" y="6545532"/>
              <a:ext cx="373" cy="120"/>
            </a:xfrm>
            <a:custGeom>
              <a:avLst/>
              <a:pathLst>
                <a:path w="373" h="120">
                  <a:moveTo>
                    <a:pt x="373" y="0"/>
                  </a:moveTo>
                  <a:lnTo>
                    <a:pt x="165" y="22"/>
                  </a:lnTo>
                  <a:lnTo>
                    <a:pt x="0" y="120"/>
                  </a:lnTo>
                  <a:lnTo>
                    <a:pt x="11" y="12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l1796"/>
            <p:cNvSpPr/>
            <p:nvPr/>
          </p:nvSpPr>
          <p:spPr>
            <a:xfrm>
              <a:off x="4475572" y="6544626"/>
              <a:ext cx="2194" cy="1309"/>
            </a:xfrm>
            <a:custGeom>
              <a:avLst/>
              <a:pathLst>
                <a:path w="2194" h="1309">
                  <a:moveTo>
                    <a:pt x="1739" y="0"/>
                  </a:moveTo>
                  <a:lnTo>
                    <a:pt x="2001" y="175"/>
                  </a:lnTo>
                  <a:lnTo>
                    <a:pt x="2076" y="361"/>
                  </a:lnTo>
                  <a:lnTo>
                    <a:pt x="2162" y="572"/>
                  </a:lnTo>
                  <a:lnTo>
                    <a:pt x="2194" y="683"/>
                  </a:lnTo>
                  <a:lnTo>
                    <a:pt x="2138" y="881"/>
                  </a:lnTo>
                  <a:lnTo>
                    <a:pt x="1795" y="1186"/>
                  </a:lnTo>
                  <a:lnTo>
                    <a:pt x="1378" y="1232"/>
                  </a:lnTo>
                  <a:lnTo>
                    <a:pt x="1016" y="1253"/>
                  </a:lnTo>
                  <a:lnTo>
                    <a:pt x="753" y="1263"/>
                  </a:lnTo>
                  <a:lnTo>
                    <a:pt x="391" y="1309"/>
                  </a:lnTo>
                  <a:lnTo>
                    <a:pt x="161" y="1220"/>
                  </a:lnTo>
                  <a:lnTo>
                    <a:pt x="42" y="1021"/>
                  </a:lnTo>
                  <a:lnTo>
                    <a:pt x="0" y="860"/>
                  </a:lnTo>
                  <a:lnTo>
                    <a:pt x="10" y="86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l1797"/>
            <p:cNvSpPr/>
            <p:nvPr/>
          </p:nvSpPr>
          <p:spPr>
            <a:xfrm>
              <a:off x="4501111" y="6553388"/>
              <a:ext cx="505" cy="357"/>
            </a:xfrm>
            <a:custGeom>
              <a:avLst/>
              <a:pathLst>
                <a:path w="505" h="357">
                  <a:moveTo>
                    <a:pt x="93" y="71"/>
                  </a:moveTo>
                  <a:lnTo>
                    <a:pt x="253" y="0"/>
                  </a:lnTo>
                  <a:lnTo>
                    <a:pt x="362" y="25"/>
                  </a:lnTo>
                  <a:lnTo>
                    <a:pt x="505" y="64"/>
                  </a:lnTo>
                  <a:lnTo>
                    <a:pt x="503" y="249"/>
                  </a:lnTo>
                  <a:lnTo>
                    <a:pt x="305" y="334"/>
                  </a:lnTo>
                  <a:lnTo>
                    <a:pt x="184" y="357"/>
                  </a:lnTo>
                  <a:lnTo>
                    <a:pt x="0" y="120"/>
                  </a:lnTo>
                  <a:lnTo>
                    <a:pt x="0" y="13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l1798"/>
            <p:cNvSpPr/>
            <p:nvPr/>
          </p:nvSpPr>
          <p:spPr>
            <a:xfrm>
              <a:off x="4500603" y="6552918"/>
              <a:ext cx="1417" cy="1334"/>
            </a:xfrm>
            <a:custGeom>
              <a:avLst/>
              <a:pathLst>
                <a:path w="1417" h="1334">
                  <a:moveTo>
                    <a:pt x="984" y="89"/>
                  </a:moveTo>
                  <a:lnTo>
                    <a:pt x="1137" y="177"/>
                  </a:lnTo>
                  <a:lnTo>
                    <a:pt x="1299" y="327"/>
                  </a:lnTo>
                  <a:lnTo>
                    <a:pt x="1386" y="489"/>
                  </a:lnTo>
                  <a:lnTo>
                    <a:pt x="1417" y="699"/>
                  </a:lnTo>
                  <a:lnTo>
                    <a:pt x="1283" y="957"/>
                  </a:lnTo>
                  <a:lnTo>
                    <a:pt x="1095" y="1116"/>
                  </a:lnTo>
                  <a:lnTo>
                    <a:pt x="709" y="1334"/>
                  </a:lnTo>
                  <a:lnTo>
                    <a:pt x="490" y="1307"/>
                  </a:lnTo>
                  <a:lnTo>
                    <a:pt x="228" y="1242"/>
                  </a:lnTo>
                  <a:lnTo>
                    <a:pt x="0" y="1042"/>
                  </a:lnTo>
                  <a:lnTo>
                    <a:pt x="36" y="647"/>
                  </a:lnTo>
                  <a:lnTo>
                    <a:pt x="192" y="389"/>
                  </a:lnTo>
                  <a:lnTo>
                    <a:pt x="381" y="169"/>
                  </a:lnTo>
                  <a:lnTo>
                    <a:pt x="545" y="146"/>
                  </a:lnTo>
                  <a:lnTo>
                    <a:pt x="711" y="0"/>
                  </a:lnTo>
                  <a:lnTo>
                    <a:pt x="72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l1799"/>
            <p:cNvSpPr/>
            <p:nvPr/>
          </p:nvSpPr>
          <p:spPr>
            <a:xfrm>
              <a:off x="4512635" y="6559573"/>
              <a:ext cx="544" cy="352"/>
            </a:xfrm>
            <a:custGeom>
              <a:avLst/>
              <a:pathLst>
                <a:path w="544" h="352">
                  <a:moveTo>
                    <a:pt x="0" y="0"/>
                  </a:moveTo>
                  <a:lnTo>
                    <a:pt x="306" y="65"/>
                  </a:lnTo>
                  <a:lnTo>
                    <a:pt x="468" y="252"/>
                  </a:lnTo>
                  <a:lnTo>
                    <a:pt x="544" y="352"/>
                  </a:lnTo>
                  <a:lnTo>
                    <a:pt x="544" y="34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l1800"/>
            <p:cNvSpPr/>
            <p:nvPr/>
          </p:nvSpPr>
          <p:spPr>
            <a:xfrm>
              <a:off x="4512005" y="6559532"/>
              <a:ext cx="883" cy="1042"/>
            </a:xfrm>
            <a:custGeom>
              <a:avLst/>
              <a:pathLst>
                <a:path w="883" h="1042">
                  <a:moveTo>
                    <a:pt x="280" y="0"/>
                  </a:moveTo>
                  <a:lnTo>
                    <a:pt x="57" y="256"/>
                  </a:lnTo>
                  <a:lnTo>
                    <a:pt x="0" y="565"/>
                  </a:lnTo>
                  <a:lnTo>
                    <a:pt x="107" y="751"/>
                  </a:lnTo>
                  <a:lnTo>
                    <a:pt x="347" y="878"/>
                  </a:lnTo>
                  <a:lnTo>
                    <a:pt x="488" y="966"/>
                  </a:lnTo>
                  <a:lnTo>
                    <a:pt x="696" y="1042"/>
                  </a:lnTo>
                  <a:lnTo>
                    <a:pt x="883" y="98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l1801"/>
            <p:cNvSpPr/>
            <p:nvPr/>
          </p:nvSpPr>
          <p:spPr>
            <a:xfrm>
              <a:off x="4370873" y="6562029"/>
              <a:ext cx="364" cy="307"/>
            </a:xfrm>
            <a:custGeom>
              <a:avLst/>
              <a:pathLst>
                <a:path w="364" h="307">
                  <a:moveTo>
                    <a:pt x="361" y="63"/>
                  </a:moveTo>
                  <a:lnTo>
                    <a:pt x="220" y="0"/>
                  </a:lnTo>
                  <a:lnTo>
                    <a:pt x="121" y="48"/>
                  </a:lnTo>
                  <a:lnTo>
                    <a:pt x="0" y="133"/>
                  </a:lnTo>
                  <a:lnTo>
                    <a:pt x="20" y="245"/>
                  </a:lnTo>
                  <a:lnTo>
                    <a:pt x="86" y="307"/>
                  </a:lnTo>
                  <a:lnTo>
                    <a:pt x="195" y="271"/>
                  </a:lnTo>
                  <a:lnTo>
                    <a:pt x="305" y="247"/>
                  </a:lnTo>
                  <a:lnTo>
                    <a:pt x="360" y="161"/>
                  </a:lnTo>
                  <a:lnTo>
                    <a:pt x="364" y="124"/>
                  </a:lnTo>
                  <a:lnTo>
                    <a:pt x="361" y="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l1802"/>
            <p:cNvSpPr/>
            <p:nvPr/>
          </p:nvSpPr>
          <p:spPr>
            <a:xfrm>
              <a:off x="4367338" y="6561551"/>
              <a:ext cx="4385" cy="3098"/>
            </a:xfrm>
            <a:custGeom>
              <a:avLst/>
              <a:pathLst>
                <a:path w="4385" h="3098">
                  <a:moveTo>
                    <a:pt x="3171" y="360"/>
                  </a:moveTo>
                  <a:lnTo>
                    <a:pt x="3016" y="456"/>
                  </a:lnTo>
                  <a:lnTo>
                    <a:pt x="2680" y="685"/>
                  </a:lnTo>
                  <a:lnTo>
                    <a:pt x="1846" y="930"/>
                  </a:lnTo>
                  <a:lnTo>
                    <a:pt x="1264" y="1118"/>
                  </a:lnTo>
                  <a:lnTo>
                    <a:pt x="724" y="1307"/>
                  </a:lnTo>
                  <a:lnTo>
                    <a:pt x="312" y="1634"/>
                  </a:lnTo>
                  <a:lnTo>
                    <a:pt x="80" y="1963"/>
                  </a:lnTo>
                  <a:lnTo>
                    <a:pt x="0" y="2308"/>
                  </a:lnTo>
                  <a:lnTo>
                    <a:pt x="160" y="2619"/>
                  </a:lnTo>
                  <a:lnTo>
                    <a:pt x="416" y="2944"/>
                  </a:lnTo>
                  <a:lnTo>
                    <a:pt x="767" y="3098"/>
                  </a:lnTo>
                  <a:lnTo>
                    <a:pt x="1140" y="2833"/>
                  </a:lnTo>
                  <a:lnTo>
                    <a:pt x="1562" y="2593"/>
                  </a:lnTo>
                  <a:lnTo>
                    <a:pt x="1988" y="2600"/>
                  </a:lnTo>
                  <a:lnTo>
                    <a:pt x="2254" y="2493"/>
                  </a:lnTo>
                  <a:lnTo>
                    <a:pt x="2519" y="2176"/>
                  </a:lnTo>
                  <a:lnTo>
                    <a:pt x="3007" y="1727"/>
                  </a:lnTo>
                  <a:lnTo>
                    <a:pt x="3447" y="1450"/>
                  </a:lnTo>
                  <a:lnTo>
                    <a:pt x="3726" y="1220"/>
                  </a:lnTo>
                  <a:lnTo>
                    <a:pt x="4063" y="1189"/>
                  </a:lnTo>
                  <a:lnTo>
                    <a:pt x="4285" y="1119"/>
                  </a:lnTo>
                  <a:lnTo>
                    <a:pt x="4385" y="935"/>
                  </a:lnTo>
                  <a:lnTo>
                    <a:pt x="4356" y="626"/>
                  </a:lnTo>
                  <a:lnTo>
                    <a:pt x="4228" y="389"/>
                  </a:lnTo>
                  <a:lnTo>
                    <a:pt x="4025" y="151"/>
                  </a:lnTo>
                  <a:lnTo>
                    <a:pt x="3830" y="0"/>
                  </a:lnTo>
                  <a:lnTo>
                    <a:pt x="3339" y="30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l1803"/>
            <p:cNvSpPr/>
            <p:nvPr/>
          </p:nvSpPr>
          <p:spPr>
            <a:xfrm>
              <a:off x="4306846" y="6565684"/>
              <a:ext cx="852" cy="905"/>
            </a:xfrm>
            <a:custGeom>
              <a:avLst/>
              <a:pathLst>
                <a:path w="852" h="905">
                  <a:moveTo>
                    <a:pt x="356" y="17"/>
                  </a:moveTo>
                  <a:lnTo>
                    <a:pt x="428" y="0"/>
                  </a:lnTo>
                  <a:lnTo>
                    <a:pt x="484" y="4"/>
                  </a:lnTo>
                  <a:lnTo>
                    <a:pt x="629" y="20"/>
                  </a:lnTo>
                  <a:lnTo>
                    <a:pt x="767" y="195"/>
                  </a:lnTo>
                  <a:lnTo>
                    <a:pt x="852" y="468"/>
                  </a:lnTo>
                  <a:lnTo>
                    <a:pt x="795" y="677"/>
                  </a:lnTo>
                  <a:lnTo>
                    <a:pt x="520" y="809"/>
                  </a:lnTo>
                  <a:lnTo>
                    <a:pt x="269" y="905"/>
                  </a:lnTo>
                  <a:lnTo>
                    <a:pt x="85" y="903"/>
                  </a:lnTo>
                  <a:lnTo>
                    <a:pt x="0" y="717"/>
                  </a:lnTo>
                  <a:lnTo>
                    <a:pt x="23" y="285"/>
                  </a:lnTo>
                  <a:lnTo>
                    <a:pt x="179" y="89"/>
                  </a:lnTo>
                  <a:lnTo>
                    <a:pt x="272" y="6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l1804"/>
            <p:cNvSpPr/>
            <p:nvPr/>
          </p:nvSpPr>
          <p:spPr>
            <a:xfrm>
              <a:off x="4329650" y="6567196"/>
              <a:ext cx="284" cy="198"/>
            </a:xfrm>
            <a:custGeom>
              <a:avLst/>
              <a:pathLst>
                <a:path w="284" h="198">
                  <a:moveTo>
                    <a:pt x="283" y="162"/>
                  </a:moveTo>
                  <a:lnTo>
                    <a:pt x="284" y="38"/>
                  </a:lnTo>
                  <a:lnTo>
                    <a:pt x="164" y="0"/>
                  </a:lnTo>
                  <a:lnTo>
                    <a:pt x="54" y="0"/>
                  </a:lnTo>
                  <a:lnTo>
                    <a:pt x="0" y="36"/>
                  </a:lnTo>
                  <a:lnTo>
                    <a:pt x="10" y="123"/>
                  </a:lnTo>
                  <a:lnTo>
                    <a:pt x="86" y="173"/>
                  </a:lnTo>
                  <a:lnTo>
                    <a:pt x="206" y="198"/>
                  </a:lnTo>
                  <a:lnTo>
                    <a:pt x="283" y="16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l1805"/>
            <p:cNvSpPr/>
            <p:nvPr/>
          </p:nvSpPr>
          <p:spPr>
            <a:xfrm>
              <a:off x="4492140" y="6567135"/>
              <a:ext cx="858" cy="472"/>
            </a:xfrm>
            <a:custGeom>
              <a:avLst/>
              <a:pathLst>
                <a:path w="858" h="472">
                  <a:moveTo>
                    <a:pt x="0" y="472"/>
                  </a:moveTo>
                  <a:lnTo>
                    <a:pt x="186" y="375"/>
                  </a:lnTo>
                  <a:lnTo>
                    <a:pt x="307" y="315"/>
                  </a:lnTo>
                  <a:lnTo>
                    <a:pt x="527" y="194"/>
                  </a:lnTo>
                  <a:lnTo>
                    <a:pt x="714" y="84"/>
                  </a:lnTo>
                  <a:lnTo>
                    <a:pt x="858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l1806"/>
            <p:cNvSpPr/>
            <p:nvPr/>
          </p:nvSpPr>
          <p:spPr>
            <a:xfrm>
              <a:off x="4330754" y="6567500"/>
              <a:ext cx="293" cy="235"/>
            </a:xfrm>
            <a:custGeom>
              <a:avLst/>
              <a:pathLst>
                <a:path w="293" h="235">
                  <a:moveTo>
                    <a:pt x="0" y="18"/>
                  </a:moveTo>
                  <a:lnTo>
                    <a:pt x="86" y="0"/>
                  </a:lnTo>
                  <a:lnTo>
                    <a:pt x="195" y="50"/>
                  </a:lnTo>
                  <a:lnTo>
                    <a:pt x="293" y="137"/>
                  </a:lnTo>
                  <a:lnTo>
                    <a:pt x="237" y="235"/>
                  </a:lnTo>
                  <a:lnTo>
                    <a:pt x="106" y="234"/>
                  </a:lnTo>
                  <a:lnTo>
                    <a:pt x="20" y="160"/>
                  </a:lnTo>
                  <a:lnTo>
                    <a:pt x="0" y="1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l1807"/>
            <p:cNvSpPr/>
            <p:nvPr/>
          </p:nvSpPr>
          <p:spPr>
            <a:xfrm>
              <a:off x="4492452" y="6567099"/>
              <a:ext cx="1168" cy="1361"/>
            </a:xfrm>
            <a:custGeom>
              <a:avLst/>
              <a:pathLst>
                <a:path w="1168" h="1361">
                  <a:moveTo>
                    <a:pt x="711" y="0"/>
                  </a:moveTo>
                  <a:lnTo>
                    <a:pt x="1006" y="40"/>
                  </a:lnTo>
                  <a:lnTo>
                    <a:pt x="1168" y="264"/>
                  </a:lnTo>
                  <a:lnTo>
                    <a:pt x="1132" y="659"/>
                  </a:lnTo>
                  <a:lnTo>
                    <a:pt x="1140" y="943"/>
                  </a:lnTo>
                  <a:lnTo>
                    <a:pt x="1050" y="1251"/>
                  </a:lnTo>
                  <a:lnTo>
                    <a:pt x="928" y="1361"/>
                  </a:lnTo>
                  <a:lnTo>
                    <a:pt x="851" y="1360"/>
                  </a:lnTo>
                  <a:lnTo>
                    <a:pt x="722" y="1173"/>
                  </a:lnTo>
                  <a:lnTo>
                    <a:pt x="625" y="962"/>
                  </a:lnTo>
                  <a:lnTo>
                    <a:pt x="540" y="764"/>
                  </a:lnTo>
                  <a:lnTo>
                    <a:pt x="431" y="651"/>
                  </a:lnTo>
                  <a:lnTo>
                    <a:pt x="200" y="797"/>
                  </a:lnTo>
                  <a:lnTo>
                    <a:pt x="110" y="994"/>
                  </a:lnTo>
                  <a:lnTo>
                    <a:pt x="0" y="1092"/>
                  </a:lnTo>
                  <a:lnTo>
                    <a:pt x="0" y="107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l1808"/>
            <p:cNvSpPr/>
            <p:nvPr/>
          </p:nvSpPr>
          <p:spPr>
            <a:xfrm>
              <a:off x="4491935" y="6567940"/>
              <a:ext cx="81" cy="567"/>
            </a:xfrm>
            <a:custGeom>
              <a:avLst/>
              <a:pathLst>
                <a:path w="81" h="567">
                  <a:moveTo>
                    <a:pt x="0" y="567"/>
                  </a:moveTo>
                  <a:lnTo>
                    <a:pt x="11" y="444"/>
                  </a:lnTo>
                  <a:lnTo>
                    <a:pt x="57" y="246"/>
                  </a:lnTo>
                  <a:lnTo>
                    <a:pt x="81" y="12"/>
                  </a:lnTo>
                  <a:lnTo>
                    <a:pt x="8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l1809"/>
            <p:cNvSpPr/>
            <p:nvPr/>
          </p:nvSpPr>
          <p:spPr>
            <a:xfrm>
              <a:off x="4301083" y="6568041"/>
              <a:ext cx="786" cy="484"/>
            </a:xfrm>
            <a:custGeom>
              <a:avLst/>
              <a:pathLst>
                <a:path w="786" h="484">
                  <a:moveTo>
                    <a:pt x="41" y="115"/>
                  </a:moveTo>
                  <a:lnTo>
                    <a:pt x="99" y="96"/>
                  </a:lnTo>
                  <a:lnTo>
                    <a:pt x="265" y="0"/>
                  </a:lnTo>
                  <a:lnTo>
                    <a:pt x="558" y="3"/>
                  </a:lnTo>
                  <a:lnTo>
                    <a:pt x="733" y="5"/>
                  </a:lnTo>
                  <a:lnTo>
                    <a:pt x="776" y="191"/>
                  </a:lnTo>
                  <a:lnTo>
                    <a:pt x="786" y="388"/>
                  </a:lnTo>
                  <a:lnTo>
                    <a:pt x="530" y="484"/>
                  </a:lnTo>
                  <a:lnTo>
                    <a:pt x="345" y="433"/>
                  </a:lnTo>
                  <a:lnTo>
                    <a:pt x="151" y="406"/>
                  </a:lnTo>
                  <a:lnTo>
                    <a:pt x="0" y="19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l1810"/>
            <p:cNvSpPr/>
            <p:nvPr/>
          </p:nvSpPr>
          <p:spPr>
            <a:xfrm>
              <a:off x="4328699" y="6566803"/>
              <a:ext cx="2824" cy="1739"/>
            </a:xfrm>
            <a:custGeom>
              <a:avLst/>
              <a:pathLst>
                <a:path w="2824" h="1739">
                  <a:moveTo>
                    <a:pt x="122" y="175"/>
                  </a:moveTo>
                  <a:lnTo>
                    <a:pt x="186" y="100"/>
                  </a:lnTo>
                  <a:lnTo>
                    <a:pt x="513" y="6"/>
                  </a:lnTo>
                  <a:lnTo>
                    <a:pt x="953" y="0"/>
                  </a:lnTo>
                  <a:lnTo>
                    <a:pt x="1204" y="52"/>
                  </a:lnTo>
                  <a:lnTo>
                    <a:pt x="1531" y="304"/>
                  </a:lnTo>
                  <a:lnTo>
                    <a:pt x="1758" y="282"/>
                  </a:lnTo>
                  <a:lnTo>
                    <a:pt x="2099" y="324"/>
                  </a:lnTo>
                  <a:lnTo>
                    <a:pt x="2317" y="364"/>
                  </a:lnTo>
                  <a:lnTo>
                    <a:pt x="2601" y="553"/>
                  </a:lnTo>
                  <a:lnTo>
                    <a:pt x="2738" y="876"/>
                  </a:lnTo>
                  <a:lnTo>
                    <a:pt x="2824" y="1223"/>
                  </a:lnTo>
                  <a:lnTo>
                    <a:pt x="2568" y="1405"/>
                  </a:lnTo>
                  <a:lnTo>
                    <a:pt x="2327" y="1586"/>
                  </a:lnTo>
                  <a:lnTo>
                    <a:pt x="2042" y="1718"/>
                  </a:lnTo>
                  <a:lnTo>
                    <a:pt x="1754" y="1739"/>
                  </a:lnTo>
                  <a:lnTo>
                    <a:pt x="1408" y="1648"/>
                  </a:lnTo>
                  <a:lnTo>
                    <a:pt x="915" y="1505"/>
                  </a:lnTo>
                  <a:lnTo>
                    <a:pt x="522" y="1154"/>
                  </a:lnTo>
                  <a:lnTo>
                    <a:pt x="233" y="854"/>
                  </a:lnTo>
                  <a:lnTo>
                    <a:pt x="49" y="617"/>
                  </a:lnTo>
                  <a:lnTo>
                    <a:pt x="0" y="405"/>
                  </a:lnTo>
                  <a:lnTo>
                    <a:pt x="52" y="25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l1811"/>
            <p:cNvSpPr/>
            <p:nvPr/>
          </p:nvSpPr>
          <p:spPr>
            <a:xfrm>
              <a:off x="4492019" y="6568525"/>
              <a:ext cx="577" cy="912"/>
            </a:xfrm>
            <a:custGeom>
              <a:avLst/>
              <a:pathLst>
                <a:path w="577" h="912">
                  <a:moveTo>
                    <a:pt x="441" y="0"/>
                  </a:moveTo>
                  <a:lnTo>
                    <a:pt x="462" y="99"/>
                  </a:lnTo>
                  <a:lnTo>
                    <a:pt x="568" y="458"/>
                  </a:lnTo>
                  <a:lnTo>
                    <a:pt x="577" y="619"/>
                  </a:lnTo>
                  <a:lnTo>
                    <a:pt x="532" y="853"/>
                  </a:lnTo>
                  <a:lnTo>
                    <a:pt x="279" y="912"/>
                  </a:lnTo>
                  <a:lnTo>
                    <a:pt x="181" y="825"/>
                  </a:lnTo>
                  <a:lnTo>
                    <a:pt x="41" y="601"/>
                  </a:lnTo>
                  <a:lnTo>
                    <a:pt x="0" y="341"/>
                  </a:lnTo>
                  <a:lnTo>
                    <a:pt x="11" y="34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l1812"/>
            <p:cNvSpPr/>
            <p:nvPr/>
          </p:nvSpPr>
          <p:spPr>
            <a:xfrm>
              <a:off x="4301845" y="6569268"/>
              <a:ext cx="262" cy="506"/>
            </a:xfrm>
            <a:custGeom>
              <a:avLst/>
              <a:pathLst>
                <a:path w="262" h="506">
                  <a:moveTo>
                    <a:pt x="154" y="0"/>
                  </a:moveTo>
                  <a:lnTo>
                    <a:pt x="66" y="160"/>
                  </a:lnTo>
                  <a:lnTo>
                    <a:pt x="44" y="246"/>
                  </a:lnTo>
                  <a:lnTo>
                    <a:pt x="0" y="369"/>
                  </a:lnTo>
                  <a:lnTo>
                    <a:pt x="108" y="506"/>
                  </a:lnTo>
                  <a:lnTo>
                    <a:pt x="207" y="494"/>
                  </a:lnTo>
                  <a:lnTo>
                    <a:pt x="261" y="482"/>
                  </a:lnTo>
                  <a:lnTo>
                    <a:pt x="262" y="334"/>
                  </a:lnTo>
                  <a:lnTo>
                    <a:pt x="252" y="210"/>
                  </a:lnTo>
                  <a:lnTo>
                    <a:pt x="230" y="123"/>
                  </a:lnTo>
                  <a:lnTo>
                    <a:pt x="176" y="37"/>
                  </a:lnTo>
                  <a:lnTo>
                    <a:pt x="154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l1813"/>
            <p:cNvSpPr/>
            <p:nvPr/>
          </p:nvSpPr>
          <p:spPr>
            <a:xfrm>
              <a:off x="4301334" y="6568867"/>
              <a:ext cx="1150" cy="1302"/>
            </a:xfrm>
            <a:custGeom>
              <a:avLst/>
              <a:pathLst>
                <a:path w="1150" h="1302">
                  <a:moveTo>
                    <a:pt x="74" y="824"/>
                  </a:moveTo>
                  <a:lnTo>
                    <a:pt x="123" y="947"/>
                  </a:lnTo>
                  <a:lnTo>
                    <a:pt x="71" y="1113"/>
                  </a:lnTo>
                  <a:lnTo>
                    <a:pt x="95" y="1273"/>
                  </a:lnTo>
                  <a:lnTo>
                    <a:pt x="279" y="1189"/>
                  </a:lnTo>
                  <a:lnTo>
                    <a:pt x="454" y="1302"/>
                  </a:lnTo>
                  <a:lnTo>
                    <a:pt x="620" y="1242"/>
                  </a:lnTo>
                  <a:lnTo>
                    <a:pt x="847" y="1159"/>
                  </a:lnTo>
                  <a:lnTo>
                    <a:pt x="970" y="1049"/>
                  </a:lnTo>
                  <a:lnTo>
                    <a:pt x="1079" y="766"/>
                  </a:lnTo>
                  <a:lnTo>
                    <a:pt x="1150" y="471"/>
                  </a:lnTo>
                  <a:lnTo>
                    <a:pt x="1075" y="322"/>
                  </a:lnTo>
                  <a:lnTo>
                    <a:pt x="980" y="0"/>
                  </a:lnTo>
                  <a:lnTo>
                    <a:pt x="814" y="35"/>
                  </a:lnTo>
                  <a:lnTo>
                    <a:pt x="506" y="56"/>
                  </a:lnTo>
                  <a:lnTo>
                    <a:pt x="255" y="287"/>
                  </a:lnTo>
                  <a:lnTo>
                    <a:pt x="57" y="544"/>
                  </a:lnTo>
                  <a:lnTo>
                    <a:pt x="0" y="717"/>
                  </a:lnTo>
                  <a:lnTo>
                    <a:pt x="11" y="73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l1814"/>
            <p:cNvSpPr/>
            <p:nvPr/>
          </p:nvSpPr>
          <p:spPr>
            <a:xfrm>
              <a:off x="4414025" y="6569482"/>
              <a:ext cx="1632" cy="1181"/>
            </a:xfrm>
            <a:custGeom>
              <a:avLst/>
              <a:pathLst>
                <a:path w="1632" h="1181">
                  <a:moveTo>
                    <a:pt x="692" y="1092"/>
                  </a:moveTo>
                  <a:lnTo>
                    <a:pt x="401" y="1181"/>
                  </a:lnTo>
                  <a:lnTo>
                    <a:pt x="259" y="1180"/>
                  </a:lnTo>
                  <a:lnTo>
                    <a:pt x="0" y="1083"/>
                  </a:lnTo>
                  <a:lnTo>
                    <a:pt x="183" y="859"/>
                  </a:lnTo>
                  <a:lnTo>
                    <a:pt x="502" y="527"/>
                  </a:lnTo>
                  <a:lnTo>
                    <a:pt x="689" y="367"/>
                  </a:lnTo>
                  <a:lnTo>
                    <a:pt x="920" y="134"/>
                  </a:lnTo>
                  <a:lnTo>
                    <a:pt x="1304" y="0"/>
                  </a:lnTo>
                  <a:lnTo>
                    <a:pt x="1479" y="25"/>
                  </a:lnTo>
                  <a:lnTo>
                    <a:pt x="1632" y="137"/>
                  </a:lnTo>
                  <a:lnTo>
                    <a:pt x="1609" y="310"/>
                  </a:lnTo>
                  <a:lnTo>
                    <a:pt x="1477" y="532"/>
                  </a:lnTo>
                  <a:lnTo>
                    <a:pt x="1256" y="827"/>
                  </a:lnTo>
                  <a:lnTo>
                    <a:pt x="993" y="974"/>
                  </a:lnTo>
                  <a:lnTo>
                    <a:pt x="894" y="1048"/>
                  </a:lnTo>
                  <a:lnTo>
                    <a:pt x="851" y="102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l1815"/>
            <p:cNvSpPr/>
            <p:nvPr/>
          </p:nvSpPr>
          <p:spPr>
            <a:xfrm>
              <a:off x="4298526" y="6568591"/>
              <a:ext cx="1392" cy="2104"/>
            </a:xfrm>
            <a:custGeom>
              <a:avLst/>
              <a:pathLst>
                <a:path w="1392" h="2104">
                  <a:moveTo>
                    <a:pt x="0" y="1529"/>
                  </a:moveTo>
                  <a:lnTo>
                    <a:pt x="56" y="1356"/>
                  </a:lnTo>
                  <a:lnTo>
                    <a:pt x="213" y="1050"/>
                  </a:lnTo>
                  <a:lnTo>
                    <a:pt x="345" y="730"/>
                  </a:lnTo>
                  <a:lnTo>
                    <a:pt x="501" y="423"/>
                  </a:lnTo>
                  <a:lnTo>
                    <a:pt x="681" y="191"/>
                  </a:lnTo>
                  <a:lnTo>
                    <a:pt x="975" y="9"/>
                  </a:lnTo>
                  <a:lnTo>
                    <a:pt x="1250" y="0"/>
                  </a:lnTo>
                  <a:lnTo>
                    <a:pt x="1392" y="174"/>
                  </a:lnTo>
                  <a:lnTo>
                    <a:pt x="1245" y="543"/>
                  </a:lnTo>
                  <a:lnTo>
                    <a:pt x="1022" y="898"/>
                  </a:lnTo>
                  <a:lnTo>
                    <a:pt x="748" y="1228"/>
                  </a:lnTo>
                  <a:lnTo>
                    <a:pt x="615" y="1486"/>
                  </a:lnTo>
                  <a:lnTo>
                    <a:pt x="634" y="1869"/>
                  </a:lnTo>
                  <a:lnTo>
                    <a:pt x="629" y="2104"/>
                  </a:lnTo>
                  <a:lnTo>
                    <a:pt x="402" y="2015"/>
                  </a:lnTo>
                  <a:lnTo>
                    <a:pt x="137" y="1987"/>
                  </a:lnTo>
                  <a:lnTo>
                    <a:pt x="52" y="1826"/>
                  </a:lnTo>
                  <a:lnTo>
                    <a:pt x="33" y="165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l1816"/>
            <p:cNvSpPr/>
            <p:nvPr/>
          </p:nvSpPr>
          <p:spPr>
            <a:xfrm>
              <a:off x="4383634" y="6569112"/>
              <a:ext cx="1040" cy="1604"/>
            </a:xfrm>
            <a:custGeom>
              <a:avLst/>
              <a:pathLst>
                <a:path w="1040" h="1604">
                  <a:moveTo>
                    <a:pt x="1040" y="233"/>
                  </a:moveTo>
                  <a:lnTo>
                    <a:pt x="709" y="100"/>
                  </a:lnTo>
                  <a:lnTo>
                    <a:pt x="337" y="17"/>
                  </a:lnTo>
                  <a:lnTo>
                    <a:pt x="177" y="0"/>
                  </a:lnTo>
                  <a:lnTo>
                    <a:pt x="83" y="83"/>
                  </a:lnTo>
                  <a:lnTo>
                    <a:pt x="12" y="207"/>
                  </a:lnTo>
                  <a:lnTo>
                    <a:pt x="0" y="572"/>
                  </a:lnTo>
                  <a:lnTo>
                    <a:pt x="112" y="754"/>
                  </a:lnTo>
                  <a:lnTo>
                    <a:pt x="411" y="979"/>
                  </a:lnTo>
                  <a:lnTo>
                    <a:pt x="507" y="1064"/>
                  </a:lnTo>
                  <a:lnTo>
                    <a:pt x="736" y="1384"/>
                  </a:lnTo>
                  <a:lnTo>
                    <a:pt x="849" y="1508"/>
                  </a:lnTo>
                  <a:lnTo>
                    <a:pt x="953" y="160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l1817"/>
            <p:cNvSpPr/>
            <p:nvPr/>
          </p:nvSpPr>
          <p:spPr>
            <a:xfrm>
              <a:off x="4380034" y="6569171"/>
              <a:ext cx="1856" cy="1735"/>
            </a:xfrm>
            <a:custGeom>
              <a:avLst/>
              <a:pathLst>
                <a:path w="1856" h="1735">
                  <a:moveTo>
                    <a:pt x="1421" y="85"/>
                  </a:moveTo>
                  <a:lnTo>
                    <a:pt x="1325" y="59"/>
                  </a:lnTo>
                  <a:lnTo>
                    <a:pt x="1008" y="31"/>
                  </a:lnTo>
                  <a:lnTo>
                    <a:pt x="639" y="0"/>
                  </a:lnTo>
                  <a:lnTo>
                    <a:pt x="331" y="31"/>
                  </a:lnTo>
                  <a:lnTo>
                    <a:pt x="151" y="189"/>
                  </a:lnTo>
                  <a:lnTo>
                    <a:pt x="71" y="484"/>
                  </a:lnTo>
                  <a:lnTo>
                    <a:pt x="0" y="927"/>
                  </a:lnTo>
                  <a:lnTo>
                    <a:pt x="42" y="1212"/>
                  </a:lnTo>
                  <a:lnTo>
                    <a:pt x="288" y="1352"/>
                  </a:lnTo>
                  <a:lnTo>
                    <a:pt x="473" y="1590"/>
                  </a:lnTo>
                  <a:lnTo>
                    <a:pt x="800" y="1694"/>
                  </a:lnTo>
                  <a:lnTo>
                    <a:pt x="1032" y="1735"/>
                  </a:lnTo>
                  <a:lnTo>
                    <a:pt x="1079" y="1440"/>
                  </a:lnTo>
                  <a:lnTo>
                    <a:pt x="1036" y="1328"/>
                  </a:lnTo>
                  <a:lnTo>
                    <a:pt x="970" y="1129"/>
                  </a:lnTo>
                  <a:lnTo>
                    <a:pt x="1235" y="936"/>
                  </a:lnTo>
                  <a:lnTo>
                    <a:pt x="1591" y="843"/>
                  </a:lnTo>
                  <a:lnTo>
                    <a:pt x="1756" y="748"/>
                  </a:lnTo>
                  <a:lnTo>
                    <a:pt x="1856" y="638"/>
                  </a:lnTo>
                  <a:lnTo>
                    <a:pt x="1813" y="390"/>
                  </a:lnTo>
                  <a:lnTo>
                    <a:pt x="1564" y="15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l1818"/>
            <p:cNvSpPr/>
            <p:nvPr/>
          </p:nvSpPr>
          <p:spPr>
            <a:xfrm>
              <a:off x="4315620" y="6571017"/>
              <a:ext cx="303" cy="197"/>
            </a:xfrm>
            <a:custGeom>
              <a:avLst/>
              <a:pathLst>
                <a:path w="303" h="197">
                  <a:moveTo>
                    <a:pt x="303" y="3"/>
                  </a:moveTo>
                  <a:lnTo>
                    <a:pt x="153" y="0"/>
                  </a:lnTo>
                  <a:lnTo>
                    <a:pt x="54" y="24"/>
                  </a:lnTo>
                  <a:lnTo>
                    <a:pt x="0" y="110"/>
                  </a:lnTo>
                  <a:lnTo>
                    <a:pt x="76" y="197"/>
                  </a:lnTo>
                  <a:lnTo>
                    <a:pt x="196" y="173"/>
                  </a:lnTo>
                  <a:lnTo>
                    <a:pt x="262" y="74"/>
                  </a:lnTo>
                  <a:lnTo>
                    <a:pt x="303" y="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l1819"/>
            <p:cNvSpPr/>
            <p:nvPr/>
          </p:nvSpPr>
          <p:spPr>
            <a:xfrm>
              <a:off x="4382728" y="6570626"/>
              <a:ext cx="589" cy="623"/>
            </a:xfrm>
            <a:custGeom>
              <a:avLst/>
              <a:pathLst>
                <a:path w="589" h="623">
                  <a:moveTo>
                    <a:pt x="577" y="290"/>
                  </a:moveTo>
                  <a:lnTo>
                    <a:pt x="557" y="344"/>
                  </a:lnTo>
                  <a:lnTo>
                    <a:pt x="467" y="617"/>
                  </a:lnTo>
                  <a:lnTo>
                    <a:pt x="201" y="623"/>
                  </a:lnTo>
                  <a:lnTo>
                    <a:pt x="30" y="464"/>
                  </a:lnTo>
                  <a:lnTo>
                    <a:pt x="0" y="185"/>
                  </a:lnTo>
                  <a:lnTo>
                    <a:pt x="58" y="92"/>
                  </a:lnTo>
                  <a:lnTo>
                    <a:pt x="164" y="0"/>
                  </a:lnTo>
                  <a:lnTo>
                    <a:pt x="384" y="34"/>
                  </a:lnTo>
                  <a:lnTo>
                    <a:pt x="506" y="43"/>
                  </a:lnTo>
                  <a:lnTo>
                    <a:pt x="589" y="19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l1820"/>
            <p:cNvSpPr/>
            <p:nvPr/>
          </p:nvSpPr>
          <p:spPr>
            <a:xfrm>
              <a:off x="4299430" y="6570440"/>
              <a:ext cx="1728" cy="827"/>
            </a:xfrm>
            <a:custGeom>
              <a:avLst/>
              <a:pathLst>
                <a:path w="1728" h="827">
                  <a:moveTo>
                    <a:pt x="151" y="46"/>
                  </a:moveTo>
                  <a:lnTo>
                    <a:pt x="307" y="76"/>
                  </a:lnTo>
                  <a:lnTo>
                    <a:pt x="658" y="56"/>
                  </a:lnTo>
                  <a:lnTo>
                    <a:pt x="1150" y="0"/>
                  </a:lnTo>
                  <a:lnTo>
                    <a:pt x="1435" y="3"/>
                  </a:lnTo>
                  <a:lnTo>
                    <a:pt x="1728" y="93"/>
                  </a:lnTo>
                  <a:lnTo>
                    <a:pt x="1629" y="388"/>
                  </a:lnTo>
                  <a:lnTo>
                    <a:pt x="1529" y="609"/>
                  </a:lnTo>
                  <a:lnTo>
                    <a:pt x="1472" y="818"/>
                  </a:lnTo>
                  <a:lnTo>
                    <a:pt x="1207" y="827"/>
                  </a:lnTo>
                  <a:lnTo>
                    <a:pt x="781" y="823"/>
                  </a:lnTo>
                  <a:lnTo>
                    <a:pt x="497" y="807"/>
                  </a:lnTo>
                  <a:lnTo>
                    <a:pt x="255" y="792"/>
                  </a:lnTo>
                  <a:lnTo>
                    <a:pt x="127" y="617"/>
                  </a:lnTo>
                  <a:lnTo>
                    <a:pt x="85" y="407"/>
                  </a:lnTo>
                  <a:lnTo>
                    <a:pt x="0" y="11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l1821"/>
            <p:cNvSpPr/>
            <p:nvPr/>
          </p:nvSpPr>
          <p:spPr>
            <a:xfrm>
              <a:off x="4383379" y="6570837"/>
              <a:ext cx="356" cy="546"/>
            </a:xfrm>
            <a:custGeom>
              <a:avLst/>
              <a:pathLst>
                <a:path w="356" h="546">
                  <a:moveTo>
                    <a:pt x="136" y="104"/>
                  </a:moveTo>
                  <a:lnTo>
                    <a:pt x="197" y="43"/>
                  </a:lnTo>
                  <a:lnTo>
                    <a:pt x="285" y="4"/>
                  </a:lnTo>
                  <a:lnTo>
                    <a:pt x="356" y="0"/>
                  </a:lnTo>
                  <a:lnTo>
                    <a:pt x="302" y="201"/>
                  </a:lnTo>
                  <a:lnTo>
                    <a:pt x="220" y="495"/>
                  </a:lnTo>
                  <a:lnTo>
                    <a:pt x="122" y="546"/>
                  </a:lnTo>
                  <a:lnTo>
                    <a:pt x="3" y="397"/>
                  </a:lnTo>
                  <a:lnTo>
                    <a:pt x="0" y="238"/>
                  </a:lnTo>
                  <a:lnTo>
                    <a:pt x="59" y="18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l1822"/>
            <p:cNvSpPr/>
            <p:nvPr/>
          </p:nvSpPr>
          <p:spPr>
            <a:xfrm>
              <a:off x="4413153" y="6568827"/>
              <a:ext cx="3128" cy="2902"/>
            </a:xfrm>
            <a:custGeom>
              <a:avLst/>
              <a:pathLst>
                <a:path w="3128" h="2902">
                  <a:moveTo>
                    <a:pt x="170" y="2833"/>
                  </a:moveTo>
                  <a:lnTo>
                    <a:pt x="97" y="2755"/>
                  </a:lnTo>
                  <a:lnTo>
                    <a:pt x="0" y="2620"/>
                  </a:lnTo>
                  <a:lnTo>
                    <a:pt x="111" y="2102"/>
                  </a:lnTo>
                  <a:lnTo>
                    <a:pt x="497" y="1498"/>
                  </a:lnTo>
                  <a:lnTo>
                    <a:pt x="1037" y="908"/>
                  </a:lnTo>
                  <a:lnTo>
                    <a:pt x="1422" y="366"/>
                  </a:lnTo>
                  <a:lnTo>
                    <a:pt x="2256" y="0"/>
                  </a:lnTo>
                  <a:lnTo>
                    <a:pt x="2453" y="136"/>
                  </a:lnTo>
                  <a:lnTo>
                    <a:pt x="2769" y="323"/>
                  </a:lnTo>
                  <a:lnTo>
                    <a:pt x="2965" y="510"/>
                  </a:lnTo>
                  <a:lnTo>
                    <a:pt x="3128" y="881"/>
                  </a:lnTo>
                  <a:lnTo>
                    <a:pt x="3072" y="1202"/>
                  </a:lnTo>
                  <a:lnTo>
                    <a:pt x="2533" y="1731"/>
                  </a:lnTo>
                  <a:lnTo>
                    <a:pt x="2181" y="1926"/>
                  </a:lnTo>
                  <a:lnTo>
                    <a:pt x="1951" y="2086"/>
                  </a:lnTo>
                  <a:lnTo>
                    <a:pt x="1906" y="2123"/>
                  </a:lnTo>
                  <a:lnTo>
                    <a:pt x="1610" y="2319"/>
                  </a:lnTo>
                  <a:lnTo>
                    <a:pt x="1347" y="2379"/>
                  </a:lnTo>
                  <a:lnTo>
                    <a:pt x="985" y="2452"/>
                  </a:lnTo>
                  <a:lnTo>
                    <a:pt x="700" y="2673"/>
                  </a:lnTo>
                  <a:lnTo>
                    <a:pt x="480" y="2882"/>
                  </a:lnTo>
                  <a:lnTo>
                    <a:pt x="270" y="290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l1823"/>
            <p:cNvSpPr/>
            <p:nvPr/>
          </p:nvSpPr>
          <p:spPr>
            <a:xfrm>
              <a:off x="4383773" y="6571044"/>
              <a:ext cx="364" cy="896"/>
            </a:xfrm>
            <a:custGeom>
              <a:avLst/>
              <a:pathLst>
                <a:path w="364" h="896">
                  <a:moveTo>
                    <a:pt x="60" y="320"/>
                  </a:moveTo>
                  <a:lnTo>
                    <a:pt x="98" y="139"/>
                  </a:lnTo>
                  <a:lnTo>
                    <a:pt x="156" y="0"/>
                  </a:lnTo>
                  <a:lnTo>
                    <a:pt x="274" y="61"/>
                  </a:lnTo>
                  <a:lnTo>
                    <a:pt x="364" y="366"/>
                  </a:lnTo>
                  <a:lnTo>
                    <a:pt x="263" y="757"/>
                  </a:lnTo>
                  <a:lnTo>
                    <a:pt x="122" y="896"/>
                  </a:lnTo>
                  <a:lnTo>
                    <a:pt x="25" y="829"/>
                  </a:lnTo>
                  <a:lnTo>
                    <a:pt x="0" y="614"/>
                  </a:lnTo>
                  <a:lnTo>
                    <a:pt x="38" y="43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l1824"/>
            <p:cNvSpPr/>
            <p:nvPr/>
          </p:nvSpPr>
          <p:spPr>
            <a:xfrm>
              <a:off x="4319739" y="6571608"/>
              <a:ext cx="240" cy="407"/>
            </a:xfrm>
            <a:custGeom>
              <a:avLst/>
              <a:pathLst>
                <a:path w="240" h="407">
                  <a:moveTo>
                    <a:pt x="44" y="24"/>
                  </a:moveTo>
                  <a:lnTo>
                    <a:pt x="0" y="184"/>
                  </a:lnTo>
                  <a:lnTo>
                    <a:pt x="32" y="345"/>
                  </a:lnTo>
                  <a:lnTo>
                    <a:pt x="64" y="407"/>
                  </a:lnTo>
                  <a:lnTo>
                    <a:pt x="185" y="334"/>
                  </a:lnTo>
                  <a:lnTo>
                    <a:pt x="240" y="322"/>
                  </a:lnTo>
                  <a:lnTo>
                    <a:pt x="208" y="186"/>
                  </a:lnTo>
                  <a:lnTo>
                    <a:pt x="175" y="111"/>
                  </a:lnTo>
                  <a:lnTo>
                    <a:pt x="55" y="0"/>
                  </a:lnTo>
                  <a:lnTo>
                    <a:pt x="44" y="2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l1825"/>
            <p:cNvSpPr/>
            <p:nvPr/>
          </p:nvSpPr>
          <p:spPr>
            <a:xfrm>
              <a:off x="4316470" y="6571787"/>
              <a:ext cx="283" cy="272"/>
            </a:xfrm>
            <a:custGeom>
              <a:avLst/>
              <a:pathLst>
                <a:path w="283" h="272">
                  <a:moveTo>
                    <a:pt x="283" y="186"/>
                  </a:moveTo>
                  <a:lnTo>
                    <a:pt x="196" y="62"/>
                  </a:lnTo>
                  <a:lnTo>
                    <a:pt x="87" y="0"/>
                  </a:lnTo>
                  <a:lnTo>
                    <a:pt x="0" y="48"/>
                  </a:lnTo>
                  <a:lnTo>
                    <a:pt x="21" y="172"/>
                  </a:lnTo>
                  <a:lnTo>
                    <a:pt x="86" y="247"/>
                  </a:lnTo>
                  <a:lnTo>
                    <a:pt x="151" y="272"/>
                  </a:lnTo>
                  <a:lnTo>
                    <a:pt x="282" y="272"/>
                  </a:lnTo>
                  <a:lnTo>
                    <a:pt x="283" y="18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l1826"/>
            <p:cNvSpPr/>
            <p:nvPr/>
          </p:nvSpPr>
          <p:spPr>
            <a:xfrm>
              <a:off x="4317026" y="6571976"/>
              <a:ext cx="217" cy="296"/>
            </a:xfrm>
            <a:custGeom>
              <a:avLst/>
              <a:pathLst>
                <a:path w="217" h="296">
                  <a:moveTo>
                    <a:pt x="0" y="61"/>
                  </a:moveTo>
                  <a:lnTo>
                    <a:pt x="76" y="0"/>
                  </a:lnTo>
                  <a:lnTo>
                    <a:pt x="207" y="25"/>
                  </a:lnTo>
                  <a:lnTo>
                    <a:pt x="196" y="198"/>
                  </a:lnTo>
                  <a:lnTo>
                    <a:pt x="217" y="284"/>
                  </a:lnTo>
                  <a:lnTo>
                    <a:pt x="108" y="296"/>
                  </a:lnTo>
                  <a:lnTo>
                    <a:pt x="53" y="259"/>
                  </a:lnTo>
                  <a:lnTo>
                    <a:pt x="32" y="160"/>
                  </a:lnTo>
                  <a:lnTo>
                    <a:pt x="0" y="6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l1827"/>
            <p:cNvSpPr/>
            <p:nvPr/>
          </p:nvSpPr>
          <p:spPr>
            <a:xfrm>
              <a:off x="4315218" y="6570195"/>
              <a:ext cx="5044" cy="2366"/>
            </a:xfrm>
            <a:custGeom>
              <a:avLst/>
              <a:pathLst>
                <a:path w="5044" h="2366">
                  <a:moveTo>
                    <a:pt x="107" y="452"/>
                  </a:moveTo>
                  <a:lnTo>
                    <a:pt x="166" y="360"/>
                  </a:lnTo>
                  <a:lnTo>
                    <a:pt x="313" y="251"/>
                  </a:lnTo>
                  <a:lnTo>
                    <a:pt x="625" y="366"/>
                  </a:lnTo>
                  <a:lnTo>
                    <a:pt x="933" y="259"/>
                  </a:lnTo>
                  <a:lnTo>
                    <a:pt x="1326" y="252"/>
                  </a:lnTo>
                  <a:lnTo>
                    <a:pt x="1799" y="183"/>
                  </a:lnTo>
                  <a:lnTo>
                    <a:pt x="2250" y="78"/>
                  </a:lnTo>
                  <a:lnTo>
                    <a:pt x="2609" y="33"/>
                  </a:lnTo>
                  <a:lnTo>
                    <a:pt x="2875" y="0"/>
                  </a:lnTo>
                  <a:lnTo>
                    <a:pt x="3145" y="102"/>
                  </a:lnTo>
                  <a:lnTo>
                    <a:pt x="3571" y="576"/>
                  </a:lnTo>
                  <a:lnTo>
                    <a:pt x="3741" y="789"/>
                  </a:lnTo>
                  <a:lnTo>
                    <a:pt x="3973" y="828"/>
                  </a:lnTo>
                  <a:lnTo>
                    <a:pt x="4376" y="969"/>
                  </a:lnTo>
                  <a:lnTo>
                    <a:pt x="4646" y="1096"/>
                  </a:lnTo>
                  <a:lnTo>
                    <a:pt x="4887" y="1359"/>
                  </a:lnTo>
                  <a:lnTo>
                    <a:pt x="5044" y="1793"/>
                  </a:lnTo>
                  <a:lnTo>
                    <a:pt x="4987" y="2076"/>
                  </a:lnTo>
                  <a:lnTo>
                    <a:pt x="4627" y="2232"/>
                  </a:lnTo>
                  <a:lnTo>
                    <a:pt x="4068" y="2299"/>
                  </a:lnTo>
                  <a:lnTo>
                    <a:pt x="3509" y="2366"/>
                  </a:lnTo>
                  <a:lnTo>
                    <a:pt x="2908" y="2321"/>
                  </a:lnTo>
                  <a:lnTo>
                    <a:pt x="2500" y="2341"/>
                  </a:lnTo>
                  <a:lnTo>
                    <a:pt x="2065" y="2323"/>
                  </a:lnTo>
                  <a:lnTo>
                    <a:pt x="1572" y="2329"/>
                  </a:lnTo>
                  <a:lnTo>
                    <a:pt x="1156" y="2188"/>
                  </a:lnTo>
                  <a:lnTo>
                    <a:pt x="744" y="1960"/>
                  </a:lnTo>
                  <a:lnTo>
                    <a:pt x="426" y="1709"/>
                  </a:lnTo>
                  <a:lnTo>
                    <a:pt x="171" y="1361"/>
                  </a:lnTo>
                  <a:lnTo>
                    <a:pt x="19" y="914"/>
                  </a:lnTo>
                  <a:lnTo>
                    <a:pt x="0" y="674"/>
                  </a:lnTo>
                  <a:lnTo>
                    <a:pt x="41" y="57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l1828"/>
            <p:cNvSpPr/>
            <p:nvPr/>
          </p:nvSpPr>
          <p:spPr>
            <a:xfrm>
              <a:off x="4384157" y="6571859"/>
              <a:ext cx="517" cy="860"/>
            </a:xfrm>
            <a:custGeom>
              <a:avLst/>
              <a:pathLst>
                <a:path w="517" h="860">
                  <a:moveTo>
                    <a:pt x="517" y="452"/>
                  </a:moveTo>
                  <a:lnTo>
                    <a:pt x="325" y="255"/>
                  </a:lnTo>
                  <a:lnTo>
                    <a:pt x="176" y="0"/>
                  </a:lnTo>
                  <a:lnTo>
                    <a:pt x="98" y="172"/>
                  </a:lnTo>
                  <a:lnTo>
                    <a:pt x="0" y="402"/>
                  </a:lnTo>
                  <a:lnTo>
                    <a:pt x="109" y="637"/>
                  </a:lnTo>
                  <a:lnTo>
                    <a:pt x="341" y="835"/>
                  </a:lnTo>
                  <a:lnTo>
                    <a:pt x="367" y="86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l1829"/>
            <p:cNvSpPr/>
            <p:nvPr/>
          </p:nvSpPr>
          <p:spPr>
            <a:xfrm>
              <a:off x="4384675" y="6572392"/>
              <a:ext cx="313" cy="630"/>
            </a:xfrm>
            <a:custGeom>
              <a:avLst/>
              <a:pathLst>
                <a:path w="313" h="630">
                  <a:moveTo>
                    <a:pt x="0" y="414"/>
                  </a:moveTo>
                  <a:lnTo>
                    <a:pt x="97" y="630"/>
                  </a:lnTo>
                  <a:lnTo>
                    <a:pt x="312" y="612"/>
                  </a:lnTo>
                  <a:lnTo>
                    <a:pt x="313" y="352"/>
                  </a:lnTo>
                  <a:lnTo>
                    <a:pt x="248" y="105"/>
                  </a:lnTo>
                  <a:lnTo>
                    <a:pt x="172" y="68"/>
                  </a:lnTo>
                  <a:lnTo>
                    <a:pt x="7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l1830"/>
            <p:cNvSpPr/>
            <p:nvPr/>
          </p:nvSpPr>
          <p:spPr>
            <a:xfrm>
              <a:off x="4384675" y="6569531"/>
              <a:ext cx="3158" cy="5174"/>
            </a:xfrm>
            <a:custGeom>
              <a:avLst/>
              <a:pathLst>
                <a:path w="3158" h="5174">
                  <a:moveTo>
                    <a:pt x="0" y="1258"/>
                  </a:moveTo>
                  <a:lnTo>
                    <a:pt x="209" y="1648"/>
                  </a:lnTo>
                  <a:lnTo>
                    <a:pt x="635" y="2056"/>
                  </a:lnTo>
                  <a:lnTo>
                    <a:pt x="985" y="2428"/>
                  </a:lnTo>
                  <a:lnTo>
                    <a:pt x="1476" y="2998"/>
                  </a:lnTo>
                  <a:lnTo>
                    <a:pt x="1846" y="3740"/>
                  </a:lnTo>
                  <a:lnTo>
                    <a:pt x="1550" y="3887"/>
                  </a:lnTo>
                  <a:lnTo>
                    <a:pt x="1211" y="3825"/>
                  </a:lnTo>
                  <a:lnTo>
                    <a:pt x="871" y="3873"/>
                  </a:lnTo>
                  <a:lnTo>
                    <a:pt x="674" y="3922"/>
                  </a:lnTo>
                  <a:lnTo>
                    <a:pt x="553" y="4193"/>
                  </a:lnTo>
                  <a:lnTo>
                    <a:pt x="650" y="4515"/>
                  </a:lnTo>
                  <a:lnTo>
                    <a:pt x="1218" y="4862"/>
                  </a:lnTo>
                  <a:lnTo>
                    <a:pt x="1481" y="4962"/>
                  </a:lnTo>
                  <a:lnTo>
                    <a:pt x="1896" y="5111"/>
                  </a:lnTo>
                  <a:lnTo>
                    <a:pt x="2214" y="5174"/>
                  </a:lnTo>
                  <a:lnTo>
                    <a:pt x="2444" y="5076"/>
                  </a:lnTo>
                  <a:lnTo>
                    <a:pt x="2740" y="4953"/>
                  </a:lnTo>
                  <a:lnTo>
                    <a:pt x="3047" y="4645"/>
                  </a:lnTo>
                  <a:lnTo>
                    <a:pt x="3158" y="4053"/>
                  </a:lnTo>
                  <a:lnTo>
                    <a:pt x="2854" y="3150"/>
                  </a:lnTo>
                  <a:lnTo>
                    <a:pt x="2615" y="2692"/>
                  </a:lnTo>
                  <a:lnTo>
                    <a:pt x="2201" y="2123"/>
                  </a:lnTo>
                  <a:lnTo>
                    <a:pt x="1852" y="1615"/>
                  </a:lnTo>
                  <a:lnTo>
                    <a:pt x="1678" y="1343"/>
                  </a:lnTo>
                  <a:lnTo>
                    <a:pt x="1470" y="1083"/>
                  </a:lnTo>
                  <a:lnTo>
                    <a:pt x="1230" y="909"/>
                  </a:lnTo>
                  <a:lnTo>
                    <a:pt x="859" y="575"/>
                  </a:lnTo>
                  <a:lnTo>
                    <a:pt x="345" y="128"/>
                  </a:lnTo>
                  <a:lnTo>
                    <a:pt x="293" y="88"/>
                  </a:lnTo>
                  <a:lnTo>
                    <a:pt x="20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l1831"/>
            <p:cNvSpPr/>
            <p:nvPr/>
          </p:nvSpPr>
          <p:spPr>
            <a:xfrm>
              <a:off x="4393990" y="6574447"/>
              <a:ext cx="2598" cy="4253"/>
            </a:xfrm>
            <a:custGeom>
              <a:avLst/>
              <a:pathLst>
                <a:path w="2598" h="4253">
                  <a:moveTo>
                    <a:pt x="1216" y="4253"/>
                  </a:moveTo>
                  <a:lnTo>
                    <a:pt x="1008" y="4220"/>
                  </a:lnTo>
                  <a:lnTo>
                    <a:pt x="756" y="4027"/>
                  </a:lnTo>
                  <a:lnTo>
                    <a:pt x="495" y="3494"/>
                  </a:lnTo>
                  <a:lnTo>
                    <a:pt x="321" y="3197"/>
                  </a:lnTo>
                  <a:lnTo>
                    <a:pt x="170" y="2666"/>
                  </a:lnTo>
                  <a:lnTo>
                    <a:pt x="105" y="2282"/>
                  </a:lnTo>
                  <a:lnTo>
                    <a:pt x="41" y="1739"/>
                  </a:lnTo>
                  <a:lnTo>
                    <a:pt x="0" y="1232"/>
                  </a:lnTo>
                  <a:lnTo>
                    <a:pt x="23" y="800"/>
                  </a:lnTo>
                  <a:lnTo>
                    <a:pt x="155" y="380"/>
                  </a:lnTo>
                  <a:lnTo>
                    <a:pt x="584" y="36"/>
                  </a:lnTo>
                  <a:lnTo>
                    <a:pt x="836" y="0"/>
                  </a:lnTo>
                  <a:lnTo>
                    <a:pt x="1306" y="149"/>
                  </a:lnTo>
                  <a:lnTo>
                    <a:pt x="1611" y="521"/>
                  </a:lnTo>
                  <a:lnTo>
                    <a:pt x="1959" y="1128"/>
                  </a:lnTo>
                  <a:lnTo>
                    <a:pt x="2220" y="1598"/>
                  </a:lnTo>
                  <a:lnTo>
                    <a:pt x="2361" y="2056"/>
                  </a:lnTo>
                  <a:lnTo>
                    <a:pt x="2512" y="2662"/>
                  </a:lnTo>
                  <a:lnTo>
                    <a:pt x="2598" y="3057"/>
                  </a:lnTo>
                  <a:lnTo>
                    <a:pt x="2575" y="3378"/>
                  </a:lnTo>
                  <a:lnTo>
                    <a:pt x="2355" y="3550"/>
                  </a:lnTo>
                  <a:lnTo>
                    <a:pt x="2125" y="3735"/>
                  </a:lnTo>
                  <a:lnTo>
                    <a:pt x="1950" y="3710"/>
                  </a:lnTo>
                  <a:lnTo>
                    <a:pt x="1841" y="3499"/>
                  </a:lnTo>
                  <a:lnTo>
                    <a:pt x="1745" y="3029"/>
                  </a:lnTo>
                  <a:lnTo>
                    <a:pt x="1528" y="2189"/>
                  </a:lnTo>
                  <a:lnTo>
                    <a:pt x="1399" y="1657"/>
                  </a:lnTo>
                  <a:lnTo>
                    <a:pt x="1246" y="1446"/>
                  </a:lnTo>
                  <a:lnTo>
                    <a:pt x="962" y="1433"/>
                  </a:lnTo>
                  <a:lnTo>
                    <a:pt x="807" y="1778"/>
                  </a:lnTo>
                  <a:lnTo>
                    <a:pt x="1155" y="2632"/>
                  </a:lnTo>
                  <a:lnTo>
                    <a:pt x="1350" y="3238"/>
                  </a:lnTo>
                  <a:lnTo>
                    <a:pt x="1381" y="3522"/>
                  </a:lnTo>
                  <a:lnTo>
                    <a:pt x="1500" y="3980"/>
                  </a:lnTo>
                  <a:lnTo>
                    <a:pt x="1380" y="4128"/>
                  </a:lnTo>
                  <a:lnTo>
                    <a:pt x="1346" y="417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l1832"/>
            <p:cNvSpPr/>
            <p:nvPr/>
          </p:nvSpPr>
          <p:spPr>
            <a:xfrm>
              <a:off x="4285706" y="6581553"/>
              <a:ext cx="583" cy="397"/>
            </a:xfrm>
            <a:custGeom>
              <a:avLst/>
              <a:pathLst>
                <a:path w="583" h="397">
                  <a:moveTo>
                    <a:pt x="583" y="0"/>
                  </a:moveTo>
                  <a:lnTo>
                    <a:pt x="242" y="158"/>
                  </a:lnTo>
                  <a:lnTo>
                    <a:pt x="0" y="39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l1833"/>
            <p:cNvSpPr/>
            <p:nvPr/>
          </p:nvSpPr>
          <p:spPr>
            <a:xfrm>
              <a:off x="4272793" y="6580254"/>
              <a:ext cx="2296" cy="1701"/>
            </a:xfrm>
            <a:custGeom>
              <a:avLst/>
              <a:pathLst>
                <a:path w="2296" h="1701">
                  <a:moveTo>
                    <a:pt x="53" y="1480"/>
                  </a:moveTo>
                  <a:lnTo>
                    <a:pt x="156" y="1303"/>
                  </a:lnTo>
                  <a:lnTo>
                    <a:pt x="364" y="1045"/>
                  </a:lnTo>
                  <a:lnTo>
                    <a:pt x="653" y="604"/>
                  </a:lnTo>
                  <a:lnTo>
                    <a:pt x="700" y="283"/>
                  </a:lnTo>
                  <a:lnTo>
                    <a:pt x="1084" y="114"/>
                  </a:lnTo>
                  <a:lnTo>
                    <a:pt x="1477" y="68"/>
                  </a:lnTo>
                  <a:lnTo>
                    <a:pt x="2012" y="0"/>
                  </a:lnTo>
                  <a:lnTo>
                    <a:pt x="2296" y="76"/>
                  </a:lnTo>
                  <a:lnTo>
                    <a:pt x="2150" y="643"/>
                  </a:lnTo>
                  <a:lnTo>
                    <a:pt x="1984" y="950"/>
                  </a:lnTo>
                  <a:lnTo>
                    <a:pt x="1619" y="1440"/>
                  </a:lnTo>
                  <a:lnTo>
                    <a:pt x="1169" y="1596"/>
                  </a:lnTo>
                  <a:lnTo>
                    <a:pt x="866" y="1618"/>
                  </a:lnTo>
                  <a:lnTo>
                    <a:pt x="549" y="1701"/>
                  </a:lnTo>
                  <a:lnTo>
                    <a:pt x="251" y="1686"/>
                  </a:lnTo>
                  <a:lnTo>
                    <a:pt x="0" y="168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l1834"/>
            <p:cNvSpPr/>
            <p:nvPr/>
          </p:nvSpPr>
          <p:spPr>
            <a:xfrm>
              <a:off x="4285831" y="6582018"/>
              <a:ext cx="505" cy="406"/>
            </a:xfrm>
            <a:custGeom>
              <a:avLst/>
              <a:pathLst>
                <a:path w="505" h="406">
                  <a:moveTo>
                    <a:pt x="505" y="92"/>
                  </a:moveTo>
                  <a:lnTo>
                    <a:pt x="383" y="24"/>
                  </a:lnTo>
                  <a:lnTo>
                    <a:pt x="307" y="0"/>
                  </a:lnTo>
                  <a:lnTo>
                    <a:pt x="175" y="24"/>
                  </a:lnTo>
                  <a:lnTo>
                    <a:pt x="99" y="48"/>
                  </a:lnTo>
                  <a:lnTo>
                    <a:pt x="0" y="134"/>
                  </a:lnTo>
                  <a:lnTo>
                    <a:pt x="0" y="307"/>
                  </a:lnTo>
                  <a:lnTo>
                    <a:pt x="87" y="406"/>
                  </a:lnTo>
                  <a:lnTo>
                    <a:pt x="218" y="345"/>
                  </a:lnTo>
                  <a:lnTo>
                    <a:pt x="372" y="272"/>
                  </a:lnTo>
                  <a:lnTo>
                    <a:pt x="426" y="272"/>
                  </a:lnTo>
                  <a:lnTo>
                    <a:pt x="481" y="222"/>
                  </a:lnTo>
                  <a:lnTo>
                    <a:pt x="505" y="9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l1835"/>
            <p:cNvSpPr/>
            <p:nvPr/>
          </p:nvSpPr>
          <p:spPr>
            <a:xfrm>
              <a:off x="4286571" y="6581826"/>
              <a:ext cx="158" cy="838"/>
            </a:xfrm>
            <a:custGeom>
              <a:avLst/>
              <a:pathLst>
                <a:path w="158" h="838">
                  <a:moveTo>
                    <a:pt x="0" y="838"/>
                  </a:moveTo>
                  <a:lnTo>
                    <a:pt x="98" y="727"/>
                  </a:lnTo>
                  <a:lnTo>
                    <a:pt x="158" y="634"/>
                  </a:lnTo>
                  <a:lnTo>
                    <a:pt x="120" y="251"/>
                  </a:lnTo>
                  <a:lnTo>
                    <a:pt x="53" y="97"/>
                  </a:lnTo>
                  <a:lnTo>
                    <a:pt x="3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l1836"/>
            <p:cNvSpPr/>
            <p:nvPr/>
          </p:nvSpPr>
          <p:spPr>
            <a:xfrm>
              <a:off x="4285471" y="6582239"/>
              <a:ext cx="387" cy="586"/>
            </a:xfrm>
            <a:custGeom>
              <a:avLst/>
              <a:pathLst>
                <a:path w="387" h="586">
                  <a:moveTo>
                    <a:pt x="2" y="0"/>
                  </a:moveTo>
                  <a:lnTo>
                    <a:pt x="0" y="269"/>
                  </a:lnTo>
                  <a:lnTo>
                    <a:pt x="164" y="445"/>
                  </a:lnTo>
                  <a:lnTo>
                    <a:pt x="387" y="58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l1837"/>
            <p:cNvSpPr/>
            <p:nvPr/>
          </p:nvSpPr>
          <p:spPr>
            <a:xfrm>
              <a:off x="4440799" y="6596810"/>
              <a:ext cx="555" cy="226"/>
            </a:xfrm>
            <a:custGeom>
              <a:avLst/>
              <a:pathLst>
                <a:path w="555" h="226">
                  <a:moveTo>
                    <a:pt x="555" y="226"/>
                  </a:moveTo>
                  <a:lnTo>
                    <a:pt x="425" y="175"/>
                  </a:lnTo>
                  <a:lnTo>
                    <a:pt x="227" y="112"/>
                  </a:lnTo>
                  <a:lnTo>
                    <a:pt x="21" y="12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l1838"/>
            <p:cNvSpPr/>
            <p:nvPr/>
          </p:nvSpPr>
          <p:spPr>
            <a:xfrm>
              <a:off x="4441661" y="6596955"/>
              <a:ext cx="3279" cy="718"/>
            </a:xfrm>
            <a:custGeom>
              <a:avLst/>
              <a:pathLst>
                <a:path w="3279" h="718">
                  <a:moveTo>
                    <a:pt x="525" y="0"/>
                  </a:moveTo>
                  <a:lnTo>
                    <a:pt x="744" y="1"/>
                  </a:lnTo>
                  <a:lnTo>
                    <a:pt x="1006" y="65"/>
                  </a:lnTo>
                  <a:lnTo>
                    <a:pt x="1126" y="90"/>
                  </a:lnTo>
                  <a:lnTo>
                    <a:pt x="1290" y="128"/>
                  </a:lnTo>
                  <a:lnTo>
                    <a:pt x="1563" y="130"/>
                  </a:lnTo>
                  <a:lnTo>
                    <a:pt x="1781" y="268"/>
                  </a:lnTo>
                  <a:lnTo>
                    <a:pt x="1988" y="294"/>
                  </a:lnTo>
                  <a:lnTo>
                    <a:pt x="2469" y="297"/>
                  </a:lnTo>
                  <a:lnTo>
                    <a:pt x="2732" y="250"/>
                  </a:lnTo>
                  <a:lnTo>
                    <a:pt x="2929" y="239"/>
                  </a:lnTo>
                  <a:lnTo>
                    <a:pt x="3202" y="191"/>
                  </a:lnTo>
                  <a:lnTo>
                    <a:pt x="3279" y="254"/>
                  </a:lnTo>
                  <a:lnTo>
                    <a:pt x="3146" y="463"/>
                  </a:lnTo>
                  <a:lnTo>
                    <a:pt x="2872" y="658"/>
                  </a:lnTo>
                  <a:lnTo>
                    <a:pt x="2576" y="718"/>
                  </a:lnTo>
                  <a:lnTo>
                    <a:pt x="2379" y="667"/>
                  </a:lnTo>
                  <a:lnTo>
                    <a:pt x="2041" y="603"/>
                  </a:lnTo>
                  <a:lnTo>
                    <a:pt x="1866" y="577"/>
                  </a:lnTo>
                  <a:lnTo>
                    <a:pt x="1593" y="538"/>
                  </a:lnTo>
                  <a:lnTo>
                    <a:pt x="1440" y="537"/>
                  </a:lnTo>
                  <a:lnTo>
                    <a:pt x="1211" y="498"/>
                  </a:lnTo>
                  <a:lnTo>
                    <a:pt x="1003" y="485"/>
                  </a:lnTo>
                  <a:lnTo>
                    <a:pt x="774" y="434"/>
                  </a:lnTo>
                  <a:lnTo>
                    <a:pt x="545" y="383"/>
                  </a:lnTo>
                  <a:lnTo>
                    <a:pt x="0" y="10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l1839"/>
            <p:cNvSpPr/>
            <p:nvPr/>
          </p:nvSpPr>
          <p:spPr>
            <a:xfrm>
              <a:off x="4439097" y="6595607"/>
              <a:ext cx="6379" cy="2611"/>
            </a:xfrm>
            <a:custGeom>
              <a:avLst/>
              <a:pathLst>
                <a:path w="6379" h="2611">
                  <a:moveTo>
                    <a:pt x="48" y="440"/>
                  </a:moveTo>
                  <a:lnTo>
                    <a:pt x="407" y="106"/>
                  </a:lnTo>
                  <a:lnTo>
                    <a:pt x="670" y="9"/>
                  </a:lnTo>
                  <a:lnTo>
                    <a:pt x="1063" y="0"/>
                  </a:lnTo>
                  <a:lnTo>
                    <a:pt x="1522" y="52"/>
                  </a:lnTo>
                  <a:lnTo>
                    <a:pt x="1807" y="91"/>
                  </a:lnTo>
                  <a:lnTo>
                    <a:pt x="2144" y="279"/>
                  </a:lnTo>
                  <a:lnTo>
                    <a:pt x="2351" y="379"/>
                  </a:lnTo>
                  <a:lnTo>
                    <a:pt x="2580" y="516"/>
                  </a:lnTo>
                  <a:lnTo>
                    <a:pt x="3136" y="767"/>
                  </a:lnTo>
                  <a:lnTo>
                    <a:pt x="3365" y="905"/>
                  </a:lnTo>
                  <a:lnTo>
                    <a:pt x="3747" y="1068"/>
                  </a:lnTo>
                  <a:lnTo>
                    <a:pt x="4020" y="1082"/>
                  </a:lnTo>
                  <a:lnTo>
                    <a:pt x="4217" y="1084"/>
                  </a:lnTo>
                  <a:lnTo>
                    <a:pt x="4599" y="1099"/>
                  </a:lnTo>
                  <a:lnTo>
                    <a:pt x="4785" y="1088"/>
                  </a:lnTo>
                  <a:lnTo>
                    <a:pt x="5299" y="1141"/>
                  </a:lnTo>
                  <a:lnTo>
                    <a:pt x="5539" y="1105"/>
                  </a:lnTo>
                  <a:lnTo>
                    <a:pt x="5954" y="1195"/>
                  </a:lnTo>
                  <a:lnTo>
                    <a:pt x="6216" y="1234"/>
                  </a:lnTo>
                  <a:lnTo>
                    <a:pt x="6379" y="1494"/>
                  </a:lnTo>
                  <a:lnTo>
                    <a:pt x="6344" y="1803"/>
                  </a:lnTo>
                  <a:lnTo>
                    <a:pt x="6079" y="2208"/>
                  </a:lnTo>
                  <a:lnTo>
                    <a:pt x="5705" y="2539"/>
                  </a:lnTo>
                  <a:lnTo>
                    <a:pt x="5420" y="2611"/>
                  </a:lnTo>
                  <a:lnTo>
                    <a:pt x="4842" y="2459"/>
                  </a:lnTo>
                  <a:lnTo>
                    <a:pt x="4426" y="2456"/>
                  </a:lnTo>
                  <a:lnTo>
                    <a:pt x="4044" y="2416"/>
                  </a:lnTo>
                  <a:lnTo>
                    <a:pt x="3346" y="2140"/>
                  </a:lnTo>
                  <a:lnTo>
                    <a:pt x="3085" y="2027"/>
                  </a:lnTo>
                  <a:lnTo>
                    <a:pt x="2714" y="1938"/>
                  </a:lnTo>
                  <a:lnTo>
                    <a:pt x="2408" y="1886"/>
                  </a:lnTo>
                  <a:lnTo>
                    <a:pt x="1938" y="1797"/>
                  </a:lnTo>
                  <a:lnTo>
                    <a:pt x="1611" y="1708"/>
                  </a:lnTo>
                  <a:lnTo>
                    <a:pt x="1164" y="1433"/>
                  </a:lnTo>
                  <a:lnTo>
                    <a:pt x="619" y="1133"/>
                  </a:lnTo>
                  <a:lnTo>
                    <a:pt x="325" y="970"/>
                  </a:lnTo>
                  <a:lnTo>
                    <a:pt x="143" y="763"/>
                  </a:lnTo>
                  <a:lnTo>
                    <a:pt x="108" y="722"/>
                  </a:lnTo>
                  <a:lnTo>
                    <a:pt x="0" y="54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l1840"/>
            <p:cNvSpPr/>
            <p:nvPr/>
          </p:nvSpPr>
          <p:spPr>
            <a:xfrm>
              <a:off x="4201347" y="6598210"/>
              <a:ext cx="2732" cy="1246"/>
            </a:xfrm>
            <a:custGeom>
              <a:avLst/>
              <a:pathLst>
                <a:path w="2732" h="1246">
                  <a:moveTo>
                    <a:pt x="0" y="1246"/>
                  </a:moveTo>
                  <a:lnTo>
                    <a:pt x="73" y="637"/>
                  </a:lnTo>
                  <a:lnTo>
                    <a:pt x="365" y="332"/>
                  </a:lnTo>
                  <a:lnTo>
                    <a:pt x="878" y="110"/>
                  </a:lnTo>
                  <a:lnTo>
                    <a:pt x="1415" y="0"/>
                  </a:lnTo>
                  <a:lnTo>
                    <a:pt x="2732" y="2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l1841"/>
            <p:cNvSpPr/>
            <p:nvPr/>
          </p:nvSpPr>
          <p:spPr>
            <a:xfrm>
              <a:off x="4354326" y="6599919"/>
              <a:ext cx="332" cy="322"/>
            </a:xfrm>
            <a:custGeom>
              <a:avLst/>
              <a:pathLst>
                <a:path w="332" h="322">
                  <a:moveTo>
                    <a:pt x="0" y="81"/>
                  </a:moveTo>
                  <a:lnTo>
                    <a:pt x="126" y="0"/>
                  </a:lnTo>
                  <a:lnTo>
                    <a:pt x="224" y="13"/>
                  </a:lnTo>
                  <a:lnTo>
                    <a:pt x="311" y="112"/>
                  </a:lnTo>
                  <a:lnTo>
                    <a:pt x="332" y="236"/>
                  </a:lnTo>
                  <a:lnTo>
                    <a:pt x="321" y="322"/>
                  </a:lnTo>
                  <a:lnTo>
                    <a:pt x="222" y="322"/>
                  </a:lnTo>
                  <a:lnTo>
                    <a:pt x="146" y="308"/>
                  </a:lnTo>
                  <a:lnTo>
                    <a:pt x="91" y="258"/>
                  </a:lnTo>
                  <a:lnTo>
                    <a:pt x="38" y="228"/>
                  </a:lnTo>
                  <a:lnTo>
                    <a:pt x="0" y="8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l1842"/>
            <p:cNvSpPr/>
            <p:nvPr/>
          </p:nvSpPr>
          <p:spPr>
            <a:xfrm>
              <a:off x="4354753" y="6600429"/>
              <a:ext cx="263" cy="254"/>
            </a:xfrm>
            <a:custGeom>
              <a:avLst/>
              <a:pathLst>
                <a:path w="263" h="254">
                  <a:moveTo>
                    <a:pt x="0" y="159"/>
                  </a:moveTo>
                  <a:lnTo>
                    <a:pt x="55" y="11"/>
                  </a:lnTo>
                  <a:lnTo>
                    <a:pt x="121" y="0"/>
                  </a:lnTo>
                  <a:lnTo>
                    <a:pt x="263" y="38"/>
                  </a:lnTo>
                  <a:lnTo>
                    <a:pt x="239" y="248"/>
                  </a:lnTo>
                  <a:lnTo>
                    <a:pt x="174" y="254"/>
                  </a:lnTo>
                  <a:lnTo>
                    <a:pt x="98" y="239"/>
                  </a:lnTo>
                  <a:lnTo>
                    <a:pt x="53" y="214"/>
                  </a:lnTo>
                  <a:lnTo>
                    <a:pt x="0" y="15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l1843"/>
            <p:cNvSpPr/>
            <p:nvPr/>
          </p:nvSpPr>
          <p:spPr>
            <a:xfrm>
              <a:off x="4201347" y="6599207"/>
              <a:ext cx="3635" cy="1966"/>
            </a:xfrm>
            <a:custGeom>
              <a:avLst/>
              <a:pathLst>
                <a:path w="3635" h="1966">
                  <a:moveTo>
                    <a:pt x="3635" y="0"/>
                  </a:moveTo>
                  <a:lnTo>
                    <a:pt x="3635" y="360"/>
                  </a:lnTo>
                  <a:lnTo>
                    <a:pt x="3561" y="830"/>
                  </a:lnTo>
                  <a:lnTo>
                    <a:pt x="2830" y="1495"/>
                  </a:lnTo>
                  <a:lnTo>
                    <a:pt x="2146" y="1855"/>
                  </a:lnTo>
                  <a:lnTo>
                    <a:pt x="1390" y="1966"/>
                  </a:lnTo>
                  <a:lnTo>
                    <a:pt x="463" y="1606"/>
                  </a:lnTo>
                  <a:lnTo>
                    <a:pt x="0" y="88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l1844"/>
            <p:cNvSpPr/>
            <p:nvPr/>
          </p:nvSpPr>
          <p:spPr>
            <a:xfrm>
              <a:off x="4354256" y="6603069"/>
              <a:ext cx="196" cy="308"/>
            </a:xfrm>
            <a:custGeom>
              <a:avLst/>
              <a:pathLst>
                <a:path w="196" h="308">
                  <a:moveTo>
                    <a:pt x="120" y="0"/>
                  </a:moveTo>
                  <a:lnTo>
                    <a:pt x="0" y="85"/>
                  </a:lnTo>
                  <a:lnTo>
                    <a:pt x="10" y="233"/>
                  </a:lnTo>
                  <a:lnTo>
                    <a:pt x="53" y="308"/>
                  </a:lnTo>
                  <a:lnTo>
                    <a:pt x="118" y="308"/>
                  </a:lnTo>
                  <a:lnTo>
                    <a:pt x="196" y="173"/>
                  </a:lnTo>
                  <a:lnTo>
                    <a:pt x="169" y="85"/>
                  </a:lnTo>
                  <a:lnTo>
                    <a:pt x="12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l1845"/>
            <p:cNvSpPr/>
            <p:nvPr/>
          </p:nvSpPr>
          <p:spPr>
            <a:xfrm>
              <a:off x="4417453" y="6604612"/>
              <a:ext cx="1581" cy="749"/>
            </a:xfrm>
            <a:custGeom>
              <a:avLst/>
              <a:pathLst>
                <a:path w="1581" h="749">
                  <a:moveTo>
                    <a:pt x="0" y="0"/>
                  </a:moveTo>
                  <a:lnTo>
                    <a:pt x="415" y="39"/>
                  </a:lnTo>
                  <a:lnTo>
                    <a:pt x="786" y="78"/>
                  </a:lnTo>
                  <a:lnTo>
                    <a:pt x="1048" y="30"/>
                  </a:lnTo>
                  <a:lnTo>
                    <a:pt x="1299" y="154"/>
                  </a:lnTo>
                  <a:lnTo>
                    <a:pt x="1397" y="229"/>
                  </a:lnTo>
                  <a:lnTo>
                    <a:pt x="1473" y="402"/>
                  </a:lnTo>
                  <a:lnTo>
                    <a:pt x="1581" y="749"/>
                  </a:lnTo>
                  <a:lnTo>
                    <a:pt x="1569" y="74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l1846"/>
            <p:cNvSpPr/>
            <p:nvPr/>
          </p:nvSpPr>
          <p:spPr>
            <a:xfrm>
              <a:off x="4417144" y="6605265"/>
              <a:ext cx="1931" cy="586"/>
            </a:xfrm>
            <a:custGeom>
              <a:avLst/>
              <a:pathLst>
                <a:path w="1931" h="586">
                  <a:moveTo>
                    <a:pt x="0" y="0"/>
                  </a:moveTo>
                  <a:lnTo>
                    <a:pt x="238" y="285"/>
                  </a:lnTo>
                  <a:lnTo>
                    <a:pt x="608" y="534"/>
                  </a:lnTo>
                  <a:lnTo>
                    <a:pt x="794" y="572"/>
                  </a:lnTo>
                  <a:lnTo>
                    <a:pt x="1209" y="586"/>
                  </a:lnTo>
                  <a:lnTo>
                    <a:pt x="1472" y="526"/>
                  </a:lnTo>
                  <a:lnTo>
                    <a:pt x="1625" y="490"/>
                  </a:lnTo>
                  <a:lnTo>
                    <a:pt x="1931" y="430"/>
                  </a:lnTo>
                  <a:lnTo>
                    <a:pt x="1909" y="40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l1847"/>
            <p:cNvSpPr/>
            <p:nvPr/>
          </p:nvSpPr>
          <p:spPr>
            <a:xfrm>
              <a:off x="4353250" y="6606556"/>
              <a:ext cx="174" cy="345"/>
            </a:xfrm>
            <a:custGeom>
              <a:avLst/>
              <a:pathLst>
                <a:path w="174" h="345">
                  <a:moveTo>
                    <a:pt x="132" y="0"/>
                  </a:moveTo>
                  <a:lnTo>
                    <a:pt x="44" y="98"/>
                  </a:lnTo>
                  <a:lnTo>
                    <a:pt x="0" y="196"/>
                  </a:lnTo>
                  <a:lnTo>
                    <a:pt x="43" y="295"/>
                  </a:lnTo>
                  <a:lnTo>
                    <a:pt x="86" y="345"/>
                  </a:lnTo>
                  <a:lnTo>
                    <a:pt x="141" y="333"/>
                  </a:lnTo>
                  <a:lnTo>
                    <a:pt x="141" y="210"/>
                  </a:lnTo>
                  <a:lnTo>
                    <a:pt x="174" y="160"/>
                  </a:lnTo>
                  <a:lnTo>
                    <a:pt x="13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l1848"/>
            <p:cNvSpPr/>
            <p:nvPr/>
          </p:nvSpPr>
          <p:spPr>
            <a:xfrm>
              <a:off x="4352865" y="6607134"/>
              <a:ext cx="182" cy="259"/>
            </a:xfrm>
            <a:custGeom>
              <a:avLst/>
              <a:pathLst>
                <a:path w="182" h="259">
                  <a:moveTo>
                    <a:pt x="132" y="0"/>
                  </a:moveTo>
                  <a:lnTo>
                    <a:pt x="33" y="60"/>
                  </a:lnTo>
                  <a:lnTo>
                    <a:pt x="1" y="134"/>
                  </a:lnTo>
                  <a:lnTo>
                    <a:pt x="0" y="245"/>
                  </a:lnTo>
                  <a:lnTo>
                    <a:pt x="97" y="259"/>
                  </a:lnTo>
                  <a:lnTo>
                    <a:pt x="164" y="197"/>
                  </a:lnTo>
                  <a:lnTo>
                    <a:pt x="175" y="148"/>
                  </a:lnTo>
                  <a:lnTo>
                    <a:pt x="182" y="44"/>
                  </a:lnTo>
                  <a:lnTo>
                    <a:pt x="132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l1849"/>
            <p:cNvSpPr/>
            <p:nvPr/>
          </p:nvSpPr>
          <p:spPr>
            <a:xfrm>
              <a:off x="4216701" y="6606317"/>
              <a:ext cx="7143" cy="1930"/>
            </a:xfrm>
            <a:custGeom>
              <a:avLst/>
              <a:pathLst>
                <a:path w="7143" h="1930">
                  <a:moveTo>
                    <a:pt x="0" y="1930"/>
                  </a:moveTo>
                  <a:lnTo>
                    <a:pt x="425" y="1544"/>
                  </a:lnTo>
                  <a:lnTo>
                    <a:pt x="1021" y="1061"/>
                  </a:lnTo>
                  <a:lnTo>
                    <a:pt x="2211" y="289"/>
                  </a:lnTo>
                  <a:lnTo>
                    <a:pt x="3826" y="0"/>
                  </a:lnTo>
                  <a:lnTo>
                    <a:pt x="5357" y="96"/>
                  </a:lnTo>
                  <a:lnTo>
                    <a:pt x="6633" y="289"/>
                  </a:lnTo>
                  <a:lnTo>
                    <a:pt x="7143" y="67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l1850"/>
            <p:cNvSpPr/>
            <p:nvPr/>
          </p:nvSpPr>
          <p:spPr>
            <a:xfrm>
              <a:off x="4411819" y="6608048"/>
              <a:ext cx="1071" cy="316"/>
            </a:xfrm>
            <a:custGeom>
              <a:avLst/>
              <a:pathLst>
                <a:path w="1071" h="316">
                  <a:moveTo>
                    <a:pt x="0" y="278"/>
                  </a:moveTo>
                  <a:lnTo>
                    <a:pt x="141" y="316"/>
                  </a:lnTo>
                  <a:lnTo>
                    <a:pt x="502" y="157"/>
                  </a:lnTo>
                  <a:lnTo>
                    <a:pt x="699" y="146"/>
                  </a:lnTo>
                  <a:lnTo>
                    <a:pt x="1017" y="24"/>
                  </a:lnTo>
                  <a:lnTo>
                    <a:pt x="1071" y="12"/>
                  </a:lnTo>
                  <a:lnTo>
                    <a:pt x="107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l1851"/>
            <p:cNvSpPr/>
            <p:nvPr/>
          </p:nvSpPr>
          <p:spPr>
            <a:xfrm>
              <a:off x="4409828" y="6608533"/>
              <a:ext cx="1171" cy="414"/>
            </a:xfrm>
            <a:custGeom>
              <a:avLst/>
              <a:pathLst>
                <a:path w="1171" h="414">
                  <a:moveTo>
                    <a:pt x="0" y="414"/>
                  </a:moveTo>
                  <a:lnTo>
                    <a:pt x="339" y="329"/>
                  </a:lnTo>
                  <a:lnTo>
                    <a:pt x="733" y="183"/>
                  </a:lnTo>
                  <a:lnTo>
                    <a:pt x="908" y="11"/>
                  </a:lnTo>
                  <a:lnTo>
                    <a:pt x="1171" y="12"/>
                  </a:lnTo>
                  <a:lnTo>
                    <a:pt x="116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l1852"/>
            <p:cNvSpPr/>
            <p:nvPr/>
          </p:nvSpPr>
          <p:spPr>
            <a:xfrm>
              <a:off x="4412472" y="6607951"/>
              <a:ext cx="1379" cy="1206"/>
            </a:xfrm>
            <a:custGeom>
              <a:avLst/>
              <a:pathLst>
                <a:path w="1379" h="1206">
                  <a:moveTo>
                    <a:pt x="835" y="0"/>
                  </a:moveTo>
                  <a:lnTo>
                    <a:pt x="1184" y="51"/>
                  </a:lnTo>
                  <a:lnTo>
                    <a:pt x="1326" y="162"/>
                  </a:lnTo>
                  <a:lnTo>
                    <a:pt x="1379" y="447"/>
                  </a:lnTo>
                  <a:lnTo>
                    <a:pt x="963" y="803"/>
                  </a:lnTo>
                  <a:lnTo>
                    <a:pt x="590" y="999"/>
                  </a:lnTo>
                  <a:lnTo>
                    <a:pt x="294" y="1133"/>
                  </a:lnTo>
                  <a:lnTo>
                    <a:pt x="0" y="1206"/>
                  </a:lnTo>
                  <a:lnTo>
                    <a:pt x="10" y="119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l1853"/>
            <p:cNvSpPr/>
            <p:nvPr/>
          </p:nvSpPr>
          <p:spPr>
            <a:xfrm>
              <a:off x="4351620" y="6609075"/>
              <a:ext cx="174" cy="209"/>
            </a:xfrm>
            <a:custGeom>
              <a:avLst/>
              <a:pathLst>
                <a:path w="174" h="209">
                  <a:moveTo>
                    <a:pt x="0" y="135"/>
                  </a:moveTo>
                  <a:lnTo>
                    <a:pt x="21" y="61"/>
                  </a:lnTo>
                  <a:lnTo>
                    <a:pt x="98" y="0"/>
                  </a:lnTo>
                  <a:lnTo>
                    <a:pt x="131" y="12"/>
                  </a:lnTo>
                  <a:lnTo>
                    <a:pt x="174" y="124"/>
                  </a:lnTo>
                  <a:lnTo>
                    <a:pt x="130" y="185"/>
                  </a:lnTo>
                  <a:lnTo>
                    <a:pt x="21" y="209"/>
                  </a:lnTo>
                  <a:lnTo>
                    <a:pt x="0" y="13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l1854"/>
            <p:cNvSpPr/>
            <p:nvPr/>
          </p:nvSpPr>
          <p:spPr>
            <a:xfrm>
              <a:off x="4351191" y="6609516"/>
              <a:ext cx="174" cy="210"/>
            </a:xfrm>
            <a:custGeom>
              <a:avLst/>
              <a:pathLst>
                <a:path w="174" h="210">
                  <a:moveTo>
                    <a:pt x="42" y="152"/>
                  </a:moveTo>
                  <a:lnTo>
                    <a:pt x="0" y="98"/>
                  </a:lnTo>
                  <a:lnTo>
                    <a:pt x="54" y="0"/>
                  </a:lnTo>
                  <a:lnTo>
                    <a:pt x="164" y="37"/>
                  </a:lnTo>
                  <a:lnTo>
                    <a:pt x="174" y="136"/>
                  </a:lnTo>
                  <a:lnTo>
                    <a:pt x="151" y="210"/>
                  </a:lnTo>
                  <a:lnTo>
                    <a:pt x="43" y="185"/>
                  </a:lnTo>
                  <a:lnTo>
                    <a:pt x="42" y="15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l1855"/>
            <p:cNvSpPr/>
            <p:nvPr/>
          </p:nvSpPr>
          <p:spPr>
            <a:xfrm>
              <a:off x="4408186" y="6609289"/>
              <a:ext cx="810" cy="453"/>
            </a:xfrm>
            <a:custGeom>
              <a:avLst/>
              <a:pathLst>
                <a:path w="810" h="453">
                  <a:moveTo>
                    <a:pt x="0" y="453"/>
                  </a:moveTo>
                  <a:lnTo>
                    <a:pt x="197" y="318"/>
                  </a:lnTo>
                  <a:lnTo>
                    <a:pt x="427" y="269"/>
                  </a:lnTo>
                  <a:lnTo>
                    <a:pt x="569" y="134"/>
                  </a:lnTo>
                  <a:lnTo>
                    <a:pt x="799" y="12"/>
                  </a:lnTo>
                  <a:lnTo>
                    <a:pt x="81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l1856"/>
            <p:cNvSpPr/>
            <p:nvPr/>
          </p:nvSpPr>
          <p:spPr>
            <a:xfrm>
              <a:off x="4409802" y="6609155"/>
              <a:ext cx="2133" cy="731"/>
            </a:xfrm>
            <a:custGeom>
              <a:avLst/>
              <a:pathLst>
                <a:path w="2133" h="731">
                  <a:moveTo>
                    <a:pt x="2133" y="0"/>
                  </a:moveTo>
                  <a:lnTo>
                    <a:pt x="1881" y="85"/>
                  </a:lnTo>
                  <a:lnTo>
                    <a:pt x="1357" y="156"/>
                  </a:lnTo>
                  <a:lnTo>
                    <a:pt x="1050" y="278"/>
                  </a:lnTo>
                  <a:lnTo>
                    <a:pt x="557" y="597"/>
                  </a:lnTo>
                  <a:lnTo>
                    <a:pt x="283" y="720"/>
                  </a:lnTo>
                  <a:lnTo>
                    <a:pt x="11" y="731"/>
                  </a:lnTo>
                  <a:lnTo>
                    <a:pt x="0" y="73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l1857"/>
            <p:cNvSpPr/>
            <p:nvPr/>
          </p:nvSpPr>
          <p:spPr>
            <a:xfrm>
              <a:off x="4349707" y="6599703"/>
              <a:ext cx="5668" cy="10594"/>
            </a:xfrm>
            <a:custGeom>
              <a:avLst/>
              <a:pathLst>
                <a:path w="5668" h="10594">
                  <a:moveTo>
                    <a:pt x="826" y="9193"/>
                  </a:moveTo>
                  <a:lnTo>
                    <a:pt x="1051" y="8802"/>
                  </a:lnTo>
                  <a:lnTo>
                    <a:pt x="1349" y="8227"/>
                  </a:lnTo>
                  <a:lnTo>
                    <a:pt x="1771" y="7641"/>
                  </a:lnTo>
                  <a:lnTo>
                    <a:pt x="2107" y="7127"/>
                  </a:lnTo>
                  <a:lnTo>
                    <a:pt x="2547" y="6727"/>
                  </a:lnTo>
                  <a:lnTo>
                    <a:pt x="2902" y="6349"/>
                  </a:lnTo>
                  <a:lnTo>
                    <a:pt x="3134" y="6081"/>
                  </a:lnTo>
                  <a:lnTo>
                    <a:pt x="3386" y="5937"/>
                  </a:lnTo>
                  <a:lnTo>
                    <a:pt x="3570" y="6125"/>
                  </a:lnTo>
                  <a:lnTo>
                    <a:pt x="3637" y="6274"/>
                  </a:lnTo>
                  <a:lnTo>
                    <a:pt x="3433" y="6604"/>
                  </a:lnTo>
                  <a:lnTo>
                    <a:pt x="3092" y="7056"/>
                  </a:lnTo>
                  <a:lnTo>
                    <a:pt x="2846" y="7435"/>
                  </a:lnTo>
                  <a:lnTo>
                    <a:pt x="2543" y="7961"/>
                  </a:lnTo>
                  <a:lnTo>
                    <a:pt x="2320" y="8415"/>
                  </a:lnTo>
                  <a:lnTo>
                    <a:pt x="2031" y="8892"/>
                  </a:lnTo>
                  <a:lnTo>
                    <a:pt x="1785" y="9246"/>
                  </a:lnTo>
                  <a:lnTo>
                    <a:pt x="1652" y="9441"/>
                  </a:lnTo>
                  <a:lnTo>
                    <a:pt x="1430" y="9784"/>
                  </a:lnTo>
                  <a:lnTo>
                    <a:pt x="1241" y="10028"/>
                  </a:lnTo>
                  <a:lnTo>
                    <a:pt x="1131" y="10137"/>
                  </a:lnTo>
                  <a:lnTo>
                    <a:pt x="1089" y="10272"/>
                  </a:lnTo>
                  <a:lnTo>
                    <a:pt x="1150" y="10594"/>
                  </a:lnTo>
                  <a:lnTo>
                    <a:pt x="1577" y="10378"/>
                  </a:lnTo>
                  <a:lnTo>
                    <a:pt x="1790" y="10110"/>
                  </a:lnTo>
                  <a:lnTo>
                    <a:pt x="2372" y="9526"/>
                  </a:lnTo>
                  <a:lnTo>
                    <a:pt x="2708" y="9038"/>
                  </a:lnTo>
                  <a:lnTo>
                    <a:pt x="3130" y="8501"/>
                  </a:lnTo>
                  <a:lnTo>
                    <a:pt x="3570" y="7989"/>
                  </a:lnTo>
                  <a:lnTo>
                    <a:pt x="3949" y="7415"/>
                  </a:lnTo>
                  <a:lnTo>
                    <a:pt x="4271" y="6778"/>
                  </a:lnTo>
                  <a:lnTo>
                    <a:pt x="4555" y="6177"/>
                  </a:lnTo>
                  <a:lnTo>
                    <a:pt x="4853" y="5639"/>
                  </a:lnTo>
                  <a:lnTo>
                    <a:pt x="5133" y="5137"/>
                  </a:lnTo>
                  <a:lnTo>
                    <a:pt x="5384" y="4375"/>
                  </a:lnTo>
                  <a:lnTo>
                    <a:pt x="5545" y="3699"/>
                  </a:lnTo>
                  <a:lnTo>
                    <a:pt x="5578" y="2798"/>
                  </a:lnTo>
                  <a:lnTo>
                    <a:pt x="5592" y="2156"/>
                  </a:lnTo>
                  <a:lnTo>
                    <a:pt x="5668" y="1590"/>
                  </a:lnTo>
                  <a:lnTo>
                    <a:pt x="5630" y="935"/>
                  </a:lnTo>
                  <a:lnTo>
                    <a:pt x="5460" y="500"/>
                  </a:lnTo>
                  <a:lnTo>
                    <a:pt x="5223" y="262"/>
                  </a:lnTo>
                  <a:lnTo>
                    <a:pt x="5043" y="0"/>
                  </a:lnTo>
                  <a:lnTo>
                    <a:pt x="4584" y="29"/>
                  </a:lnTo>
                  <a:lnTo>
                    <a:pt x="4328" y="124"/>
                  </a:lnTo>
                  <a:lnTo>
                    <a:pt x="4162" y="344"/>
                  </a:lnTo>
                  <a:lnTo>
                    <a:pt x="4096" y="639"/>
                  </a:lnTo>
                  <a:lnTo>
                    <a:pt x="4011" y="1231"/>
                  </a:lnTo>
                  <a:lnTo>
                    <a:pt x="3963" y="1711"/>
                  </a:lnTo>
                  <a:lnTo>
                    <a:pt x="4143" y="1998"/>
                  </a:lnTo>
                  <a:lnTo>
                    <a:pt x="4257" y="2420"/>
                  </a:lnTo>
                  <a:lnTo>
                    <a:pt x="4228" y="2999"/>
                  </a:lnTo>
                  <a:lnTo>
                    <a:pt x="4148" y="3541"/>
                  </a:lnTo>
                  <a:lnTo>
                    <a:pt x="4101" y="3911"/>
                  </a:lnTo>
                  <a:lnTo>
                    <a:pt x="3940" y="4267"/>
                  </a:lnTo>
                  <a:lnTo>
                    <a:pt x="3580" y="4607"/>
                  </a:lnTo>
                  <a:lnTo>
                    <a:pt x="3168" y="5032"/>
                  </a:lnTo>
                  <a:lnTo>
                    <a:pt x="2836" y="5385"/>
                  </a:lnTo>
                  <a:lnTo>
                    <a:pt x="2439" y="5762"/>
                  </a:lnTo>
                  <a:lnTo>
                    <a:pt x="2164" y="6091"/>
                  </a:lnTo>
                  <a:lnTo>
                    <a:pt x="1884" y="6482"/>
                  </a:lnTo>
                  <a:lnTo>
                    <a:pt x="1572" y="6860"/>
                  </a:lnTo>
                  <a:lnTo>
                    <a:pt x="1331" y="7214"/>
                  </a:lnTo>
                  <a:lnTo>
                    <a:pt x="1127" y="7606"/>
                  </a:lnTo>
                  <a:lnTo>
                    <a:pt x="928" y="7949"/>
                  </a:lnTo>
                  <a:lnTo>
                    <a:pt x="682" y="8488"/>
                  </a:lnTo>
                  <a:lnTo>
                    <a:pt x="492" y="8979"/>
                  </a:lnTo>
                  <a:lnTo>
                    <a:pt x="279" y="9346"/>
                  </a:lnTo>
                  <a:lnTo>
                    <a:pt x="132" y="9566"/>
                  </a:lnTo>
                  <a:lnTo>
                    <a:pt x="0" y="9898"/>
                  </a:lnTo>
                  <a:lnTo>
                    <a:pt x="109" y="10035"/>
                  </a:lnTo>
                  <a:lnTo>
                    <a:pt x="260" y="10124"/>
                  </a:lnTo>
                  <a:lnTo>
                    <a:pt x="412" y="10077"/>
                  </a:lnTo>
                  <a:lnTo>
                    <a:pt x="648" y="9500"/>
                  </a:lnTo>
                  <a:lnTo>
                    <a:pt x="743" y="935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l1858"/>
            <p:cNvSpPr/>
            <p:nvPr/>
          </p:nvSpPr>
          <p:spPr>
            <a:xfrm>
              <a:off x="4408085" y="6610081"/>
              <a:ext cx="1289" cy="230"/>
            </a:xfrm>
            <a:custGeom>
              <a:avLst/>
              <a:pathLst>
                <a:path w="1289" h="230">
                  <a:moveTo>
                    <a:pt x="0" y="179"/>
                  </a:moveTo>
                  <a:lnTo>
                    <a:pt x="283" y="230"/>
                  </a:lnTo>
                  <a:lnTo>
                    <a:pt x="524" y="218"/>
                  </a:lnTo>
                  <a:lnTo>
                    <a:pt x="928" y="195"/>
                  </a:lnTo>
                  <a:lnTo>
                    <a:pt x="1289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l1859"/>
            <p:cNvSpPr/>
            <p:nvPr/>
          </p:nvSpPr>
          <p:spPr>
            <a:xfrm>
              <a:off x="4349248" y="6609866"/>
              <a:ext cx="989" cy="450"/>
            </a:xfrm>
            <a:custGeom>
              <a:avLst/>
              <a:pathLst>
                <a:path w="989" h="450">
                  <a:moveTo>
                    <a:pt x="989" y="40"/>
                  </a:moveTo>
                  <a:lnTo>
                    <a:pt x="781" y="0"/>
                  </a:lnTo>
                  <a:lnTo>
                    <a:pt x="630" y="22"/>
                  </a:lnTo>
                  <a:lnTo>
                    <a:pt x="497" y="32"/>
                  </a:lnTo>
                  <a:lnTo>
                    <a:pt x="379" y="18"/>
                  </a:lnTo>
                  <a:lnTo>
                    <a:pt x="270" y="127"/>
                  </a:lnTo>
                  <a:lnTo>
                    <a:pt x="47" y="408"/>
                  </a:lnTo>
                  <a:lnTo>
                    <a:pt x="0" y="45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l1860"/>
            <p:cNvSpPr/>
            <p:nvPr/>
          </p:nvSpPr>
          <p:spPr>
            <a:xfrm>
              <a:off x="4421415" y="6607589"/>
              <a:ext cx="1727" cy="2843"/>
            </a:xfrm>
            <a:custGeom>
              <a:avLst/>
              <a:pathLst>
                <a:path w="1727" h="2843">
                  <a:moveTo>
                    <a:pt x="634" y="0"/>
                  </a:moveTo>
                  <a:lnTo>
                    <a:pt x="907" y="186"/>
                  </a:lnTo>
                  <a:lnTo>
                    <a:pt x="1254" y="670"/>
                  </a:lnTo>
                  <a:lnTo>
                    <a:pt x="1437" y="1078"/>
                  </a:lnTo>
                  <a:lnTo>
                    <a:pt x="1556" y="1376"/>
                  </a:lnTo>
                  <a:lnTo>
                    <a:pt x="1674" y="1846"/>
                  </a:lnTo>
                  <a:lnTo>
                    <a:pt x="1727" y="2216"/>
                  </a:lnTo>
                  <a:lnTo>
                    <a:pt x="1714" y="2525"/>
                  </a:lnTo>
                  <a:lnTo>
                    <a:pt x="1637" y="2685"/>
                  </a:lnTo>
                  <a:lnTo>
                    <a:pt x="1199" y="2843"/>
                  </a:lnTo>
                  <a:lnTo>
                    <a:pt x="1047" y="2842"/>
                  </a:lnTo>
                  <a:lnTo>
                    <a:pt x="391" y="2814"/>
                  </a:lnTo>
                  <a:lnTo>
                    <a:pt x="0" y="2516"/>
                  </a:lnTo>
                  <a:lnTo>
                    <a:pt x="306" y="2307"/>
                  </a:lnTo>
                  <a:lnTo>
                    <a:pt x="603" y="1877"/>
                  </a:lnTo>
                  <a:lnTo>
                    <a:pt x="550" y="1469"/>
                  </a:lnTo>
                  <a:lnTo>
                    <a:pt x="432" y="1122"/>
                  </a:lnTo>
                  <a:lnTo>
                    <a:pt x="401" y="925"/>
                  </a:lnTo>
                  <a:lnTo>
                    <a:pt x="357" y="739"/>
                  </a:lnTo>
                  <a:lnTo>
                    <a:pt x="304" y="553"/>
                  </a:lnTo>
                  <a:lnTo>
                    <a:pt x="282" y="54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l1861"/>
            <p:cNvSpPr/>
            <p:nvPr/>
          </p:nvSpPr>
          <p:spPr>
            <a:xfrm>
              <a:off x="4350060" y="6610484"/>
              <a:ext cx="252" cy="245"/>
            </a:xfrm>
            <a:custGeom>
              <a:avLst/>
              <a:pathLst>
                <a:path w="252" h="245">
                  <a:moveTo>
                    <a:pt x="230" y="0"/>
                  </a:moveTo>
                  <a:lnTo>
                    <a:pt x="56" y="23"/>
                  </a:lnTo>
                  <a:lnTo>
                    <a:pt x="1" y="146"/>
                  </a:lnTo>
                  <a:lnTo>
                    <a:pt x="0" y="232"/>
                  </a:lnTo>
                  <a:lnTo>
                    <a:pt x="76" y="245"/>
                  </a:lnTo>
                  <a:lnTo>
                    <a:pt x="208" y="135"/>
                  </a:lnTo>
                  <a:lnTo>
                    <a:pt x="252" y="86"/>
                  </a:lnTo>
                  <a:lnTo>
                    <a:pt x="23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l1862"/>
            <p:cNvSpPr/>
            <p:nvPr/>
          </p:nvSpPr>
          <p:spPr>
            <a:xfrm>
              <a:off x="4389819" y="6609871"/>
              <a:ext cx="1245" cy="1333"/>
            </a:xfrm>
            <a:custGeom>
              <a:avLst/>
              <a:pathLst>
                <a:path w="1245" h="1333">
                  <a:moveTo>
                    <a:pt x="165" y="134"/>
                  </a:moveTo>
                  <a:lnTo>
                    <a:pt x="0" y="566"/>
                  </a:lnTo>
                  <a:lnTo>
                    <a:pt x="140" y="1135"/>
                  </a:lnTo>
                  <a:lnTo>
                    <a:pt x="336" y="1333"/>
                  </a:lnTo>
                  <a:lnTo>
                    <a:pt x="719" y="1149"/>
                  </a:lnTo>
                  <a:lnTo>
                    <a:pt x="971" y="927"/>
                  </a:lnTo>
                  <a:lnTo>
                    <a:pt x="1245" y="583"/>
                  </a:lnTo>
                  <a:lnTo>
                    <a:pt x="1191" y="311"/>
                  </a:lnTo>
                  <a:lnTo>
                    <a:pt x="962" y="137"/>
                  </a:lnTo>
                  <a:lnTo>
                    <a:pt x="799" y="75"/>
                  </a:lnTo>
                  <a:lnTo>
                    <a:pt x="690" y="37"/>
                  </a:lnTo>
                  <a:lnTo>
                    <a:pt x="461" y="0"/>
                  </a:lnTo>
                  <a:lnTo>
                    <a:pt x="450" y="2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l1863"/>
            <p:cNvSpPr/>
            <p:nvPr/>
          </p:nvSpPr>
          <p:spPr>
            <a:xfrm>
              <a:off x="4215937" y="6608344"/>
              <a:ext cx="7993" cy="3861"/>
            </a:xfrm>
            <a:custGeom>
              <a:avLst/>
              <a:pathLst>
                <a:path w="7993" h="3861">
                  <a:moveTo>
                    <a:pt x="7993" y="0"/>
                  </a:moveTo>
                  <a:lnTo>
                    <a:pt x="7823" y="386"/>
                  </a:lnTo>
                  <a:lnTo>
                    <a:pt x="7568" y="868"/>
                  </a:lnTo>
                  <a:lnTo>
                    <a:pt x="7057" y="1544"/>
                  </a:lnTo>
                  <a:lnTo>
                    <a:pt x="6547" y="2413"/>
                  </a:lnTo>
                  <a:lnTo>
                    <a:pt x="6037" y="3089"/>
                  </a:lnTo>
                  <a:lnTo>
                    <a:pt x="4932" y="3668"/>
                  </a:lnTo>
                  <a:lnTo>
                    <a:pt x="3401" y="3764"/>
                  </a:lnTo>
                  <a:lnTo>
                    <a:pt x="1700" y="3861"/>
                  </a:lnTo>
                  <a:lnTo>
                    <a:pt x="339" y="3378"/>
                  </a:lnTo>
                  <a:lnTo>
                    <a:pt x="0" y="241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l1864"/>
            <p:cNvSpPr/>
            <p:nvPr/>
          </p:nvSpPr>
          <p:spPr>
            <a:xfrm>
              <a:off x="4348022" y="6612096"/>
              <a:ext cx="261" cy="172"/>
            </a:xfrm>
            <a:custGeom>
              <a:avLst/>
              <a:pathLst>
                <a:path w="261" h="172">
                  <a:moveTo>
                    <a:pt x="261" y="51"/>
                  </a:moveTo>
                  <a:lnTo>
                    <a:pt x="54" y="0"/>
                  </a:lnTo>
                  <a:lnTo>
                    <a:pt x="0" y="24"/>
                  </a:lnTo>
                  <a:lnTo>
                    <a:pt x="10" y="110"/>
                  </a:lnTo>
                  <a:lnTo>
                    <a:pt x="53" y="172"/>
                  </a:lnTo>
                  <a:lnTo>
                    <a:pt x="182" y="153"/>
                  </a:lnTo>
                  <a:lnTo>
                    <a:pt x="247" y="103"/>
                  </a:lnTo>
                  <a:lnTo>
                    <a:pt x="261" y="5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l1865"/>
            <p:cNvSpPr/>
            <p:nvPr/>
          </p:nvSpPr>
          <p:spPr>
            <a:xfrm>
              <a:off x="4347624" y="6610008"/>
              <a:ext cx="3087" cy="2790"/>
            </a:xfrm>
            <a:custGeom>
              <a:avLst/>
              <a:pathLst>
                <a:path w="3087" h="2790">
                  <a:moveTo>
                    <a:pt x="1477" y="423"/>
                  </a:moveTo>
                  <a:lnTo>
                    <a:pt x="1406" y="496"/>
                  </a:lnTo>
                  <a:lnTo>
                    <a:pt x="1264" y="642"/>
                  </a:lnTo>
                  <a:lnTo>
                    <a:pt x="985" y="897"/>
                  </a:lnTo>
                  <a:lnTo>
                    <a:pt x="767" y="1140"/>
                  </a:lnTo>
                  <a:lnTo>
                    <a:pt x="544" y="1483"/>
                  </a:lnTo>
                  <a:lnTo>
                    <a:pt x="246" y="1836"/>
                  </a:lnTo>
                  <a:lnTo>
                    <a:pt x="89" y="2130"/>
                  </a:lnTo>
                  <a:lnTo>
                    <a:pt x="0" y="2400"/>
                  </a:lnTo>
                  <a:lnTo>
                    <a:pt x="94" y="2698"/>
                  </a:lnTo>
                  <a:lnTo>
                    <a:pt x="431" y="2790"/>
                  </a:lnTo>
                  <a:lnTo>
                    <a:pt x="705" y="2720"/>
                  </a:lnTo>
                  <a:lnTo>
                    <a:pt x="1155" y="2344"/>
                  </a:lnTo>
                  <a:lnTo>
                    <a:pt x="1543" y="1955"/>
                  </a:lnTo>
                  <a:lnTo>
                    <a:pt x="1993" y="1554"/>
                  </a:lnTo>
                  <a:lnTo>
                    <a:pt x="2315" y="1213"/>
                  </a:lnTo>
                  <a:lnTo>
                    <a:pt x="2656" y="935"/>
                  </a:lnTo>
                  <a:lnTo>
                    <a:pt x="2978" y="618"/>
                  </a:lnTo>
                  <a:lnTo>
                    <a:pt x="3087" y="460"/>
                  </a:lnTo>
                  <a:lnTo>
                    <a:pt x="3035" y="286"/>
                  </a:lnTo>
                  <a:lnTo>
                    <a:pt x="2898" y="49"/>
                  </a:lnTo>
                  <a:lnTo>
                    <a:pt x="2784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l1866"/>
            <p:cNvSpPr/>
            <p:nvPr/>
          </p:nvSpPr>
          <p:spPr>
            <a:xfrm>
              <a:off x="4379485" y="6615238"/>
              <a:ext cx="2380" cy="1240"/>
            </a:xfrm>
            <a:custGeom>
              <a:avLst/>
              <a:pathLst>
                <a:path w="2380" h="1240">
                  <a:moveTo>
                    <a:pt x="254" y="1240"/>
                  </a:moveTo>
                  <a:lnTo>
                    <a:pt x="127" y="959"/>
                  </a:lnTo>
                  <a:lnTo>
                    <a:pt x="0" y="710"/>
                  </a:lnTo>
                  <a:lnTo>
                    <a:pt x="89" y="465"/>
                  </a:lnTo>
                  <a:lnTo>
                    <a:pt x="312" y="197"/>
                  </a:lnTo>
                  <a:lnTo>
                    <a:pt x="577" y="78"/>
                  </a:lnTo>
                  <a:lnTo>
                    <a:pt x="894" y="59"/>
                  </a:lnTo>
                  <a:lnTo>
                    <a:pt x="1406" y="43"/>
                  </a:lnTo>
                  <a:lnTo>
                    <a:pt x="1733" y="0"/>
                  </a:lnTo>
                  <a:lnTo>
                    <a:pt x="2144" y="167"/>
                  </a:lnTo>
                  <a:lnTo>
                    <a:pt x="2249" y="725"/>
                  </a:lnTo>
                  <a:lnTo>
                    <a:pt x="2337" y="951"/>
                  </a:lnTo>
                  <a:lnTo>
                    <a:pt x="2380" y="108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l1867"/>
            <p:cNvSpPr/>
            <p:nvPr/>
          </p:nvSpPr>
          <p:spPr>
            <a:xfrm>
              <a:off x="4380929" y="6617172"/>
              <a:ext cx="483" cy="299"/>
            </a:xfrm>
            <a:custGeom>
              <a:avLst/>
              <a:pathLst>
                <a:path w="483" h="299">
                  <a:moveTo>
                    <a:pt x="483" y="213"/>
                  </a:moveTo>
                  <a:lnTo>
                    <a:pt x="440" y="65"/>
                  </a:lnTo>
                  <a:lnTo>
                    <a:pt x="217" y="26"/>
                  </a:lnTo>
                  <a:lnTo>
                    <a:pt x="56" y="0"/>
                  </a:lnTo>
                  <a:lnTo>
                    <a:pt x="0" y="98"/>
                  </a:lnTo>
                  <a:lnTo>
                    <a:pt x="23" y="184"/>
                  </a:lnTo>
                  <a:lnTo>
                    <a:pt x="184" y="297"/>
                  </a:lnTo>
                  <a:lnTo>
                    <a:pt x="369" y="299"/>
                  </a:lnTo>
                  <a:lnTo>
                    <a:pt x="483" y="21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l1868"/>
            <p:cNvSpPr/>
            <p:nvPr/>
          </p:nvSpPr>
          <p:spPr>
            <a:xfrm>
              <a:off x="4223165" y="6613461"/>
              <a:ext cx="680" cy="4633"/>
            </a:xfrm>
            <a:custGeom>
              <a:avLst/>
              <a:pathLst>
                <a:path w="680" h="4633">
                  <a:moveTo>
                    <a:pt x="680" y="4633"/>
                  </a:moveTo>
                  <a:lnTo>
                    <a:pt x="255" y="4344"/>
                  </a:lnTo>
                  <a:lnTo>
                    <a:pt x="0" y="2703"/>
                  </a:lnTo>
                  <a:lnTo>
                    <a:pt x="84" y="1544"/>
                  </a:lnTo>
                  <a:lnTo>
                    <a:pt x="170" y="675"/>
                  </a:lnTo>
                  <a:lnTo>
                    <a:pt x="34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l1869"/>
            <p:cNvSpPr/>
            <p:nvPr/>
          </p:nvSpPr>
          <p:spPr>
            <a:xfrm>
              <a:off x="4224271" y="6612399"/>
              <a:ext cx="1190" cy="5695"/>
            </a:xfrm>
            <a:custGeom>
              <a:avLst/>
              <a:pathLst>
                <a:path w="1190" h="5695">
                  <a:moveTo>
                    <a:pt x="0" y="0"/>
                  </a:moveTo>
                  <a:lnTo>
                    <a:pt x="510" y="386"/>
                  </a:lnTo>
                  <a:lnTo>
                    <a:pt x="935" y="965"/>
                  </a:lnTo>
                  <a:lnTo>
                    <a:pt x="1190" y="1930"/>
                  </a:lnTo>
                  <a:lnTo>
                    <a:pt x="1190" y="3282"/>
                  </a:lnTo>
                  <a:lnTo>
                    <a:pt x="1190" y="4440"/>
                  </a:lnTo>
                  <a:lnTo>
                    <a:pt x="680" y="5502"/>
                  </a:lnTo>
                  <a:lnTo>
                    <a:pt x="595" y="569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l1870"/>
            <p:cNvSpPr/>
            <p:nvPr/>
          </p:nvSpPr>
          <p:spPr>
            <a:xfrm>
              <a:off x="4379812" y="6616479"/>
              <a:ext cx="3025" cy="2969"/>
            </a:xfrm>
            <a:custGeom>
              <a:avLst/>
              <a:pathLst>
                <a:path w="3025" h="2969">
                  <a:moveTo>
                    <a:pt x="2064" y="0"/>
                  </a:moveTo>
                  <a:lnTo>
                    <a:pt x="2357" y="608"/>
                  </a:lnTo>
                  <a:lnTo>
                    <a:pt x="2580" y="1077"/>
                  </a:lnTo>
                  <a:lnTo>
                    <a:pt x="2845" y="1557"/>
                  </a:lnTo>
                  <a:lnTo>
                    <a:pt x="2978" y="1952"/>
                  </a:lnTo>
                  <a:lnTo>
                    <a:pt x="3025" y="2446"/>
                  </a:lnTo>
                  <a:lnTo>
                    <a:pt x="2954" y="2830"/>
                  </a:lnTo>
                  <a:lnTo>
                    <a:pt x="2523" y="2969"/>
                  </a:lnTo>
                  <a:lnTo>
                    <a:pt x="2069" y="2638"/>
                  </a:lnTo>
                  <a:lnTo>
                    <a:pt x="1808" y="2368"/>
                  </a:lnTo>
                  <a:lnTo>
                    <a:pt x="1562" y="2035"/>
                  </a:lnTo>
                  <a:lnTo>
                    <a:pt x="1268" y="1654"/>
                  </a:lnTo>
                  <a:lnTo>
                    <a:pt x="1022" y="1384"/>
                  </a:lnTo>
                  <a:lnTo>
                    <a:pt x="634" y="917"/>
                  </a:lnTo>
                  <a:lnTo>
                    <a:pt x="411" y="647"/>
                  </a:lnTo>
                  <a:lnTo>
                    <a:pt x="170" y="352"/>
                  </a:lnTo>
                  <a:lnTo>
                    <a:pt x="0" y="10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l1871"/>
            <p:cNvSpPr/>
            <p:nvPr/>
          </p:nvSpPr>
          <p:spPr>
            <a:xfrm>
              <a:off x="4191445" y="6618095"/>
              <a:ext cx="3911" cy="3475"/>
            </a:xfrm>
            <a:custGeom>
              <a:avLst/>
              <a:pathLst>
                <a:path w="3911" h="3475">
                  <a:moveTo>
                    <a:pt x="0" y="3475"/>
                  </a:moveTo>
                  <a:lnTo>
                    <a:pt x="595" y="2123"/>
                  </a:lnTo>
                  <a:lnTo>
                    <a:pt x="935" y="1351"/>
                  </a:lnTo>
                  <a:lnTo>
                    <a:pt x="1786" y="579"/>
                  </a:lnTo>
                  <a:lnTo>
                    <a:pt x="3231" y="96"/>
                  </a:lnTo>
                  <a:lnTo>
                    <a:pt x="3911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l1872"/>
            <p:cNvSpPr/>
            <p:nvPr/>
          </p:nvSpPr>
          <p:spPr>
            <a:xfrm>
              <a:off x="4273048" y="6619137"/>
              <a:ext cx="3918" cy="2463"/>
            </a:xfrm>
            <a:custGeom>
              <a:avLst/>
              <a:pathLst>
                <a:path w="3918" h="2463">
                  <a:moveTo>
                    <a:pt x="0" y="752"/>
                  </a:moveTo>
                  <a:lnTo>
                    <a:pt x="120" y="615"/>
                  </a:lnTo>
                  <a:lnTo>
                    <a:pt x="481" y="273"/>
                  </a:lnTo>
                  <a:lnTo>
                    <a:pt x="1205" y="68"/>
                  </a:lnTo>
                  <a:lnTo>
                    <a:pt x="2109" y="0"/>
                  </a:lnTo>
                  <a:lnTo>
                    <a:pt x="2832" y="205"/>
                  </a:lnTo>
                  <a:lnTo>
                    <a:pt x="3435" y="615"/>
                  </a:lnTo>
                  <a:lnTo>
                    <a:pt x="3737" y="1300"/>
                  </a:lnTo>
                  <a:lnTo>
                    <a:pt x="3918" y="2052"/>
                  </a:lnTo>
                  <a:lnTo>
                    <a:pt x="3918" y="24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l1873"/>
            <p:cNvSpPr/>
            <p:nvPr/>
          </p:nvSpPr>
          <p:spPr>
            <a:xfrm>
              <a:off x="4273169" y="6621395"/>
              <a:ext cx="3616" cy="1094"/>
            </a:xfrm>
            <a:custGeom>
              <a:avLst/>
              <a:pathLst>
                <a:path w="3616" h="1094">
                  <a:moveTo>
                    <a:pt x="3616" y="957"/>
                  </a:moveTo>
                  <a:lnTo>
                    <a:pt x="3375" y="1094"/>
                  </a:lnTo>
                  <a:lnTo>
                    <a:pt x="3194" y="957"/>
                  </a:lnTo>
                  <a:lnTo>
                    <a:pt x="2832" y="410"/>
                  </a:lnTo>
                  <a:lnTo>
                    <a:pt x="2350" y="205"/>
                  </a:lnTo>
                  <a:lnTo>
                    <a:pt x="1747" y="68"/>
                  </a:lnTo>
                  <a:lnTo>
                    <a:pt x="784" y="136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l1874"/>
            <p:cNvSpPr/>
            <p:nvPr/>
          </p:nvSpPr>
          <p:spPr>
            <a:xfrm>
              <a:off x="4192126" y="6618867"/>
              <a:ext cx="4507" cy="4344"/>
            </a:xfrm>
            <a:custGeom>
              <a:avLst/>
              <a:pathLst>
                <a:path w="4507" h="4344">
                  <a:moveTo>
                    <a:pt x="4507" y="0"/>
                  </a:moveTo>
                  <a:lnTo>
                    <a:pt x="4507" y="96"/>
                  </a:lnTo>
                  <a:lnTo>
                    <a:pt x="4422" y="1254"/>
                  </a:lnTo>
                  <a:lnTo>
                    <a:pt x="4081" y="2316"/>
                  </a:lnTo>
                  <a:lnTo>
                    <a:pt x="3316" y="3282"/>
                  </a:lnTo>
                  <a:lnTo>
                    <a:pt x="2381" y="3861"/>
                  </a:lnTo>
                  <a:lnTo>
                    <a:pt x="1615" y="4151"/>
                  </a:lnTo>
                  <a:lnTo>
                    <a:pt x="0" y="434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l1875"/>
            <p:cNvSpPr/>
            <p:nvPr/>
          </p:nvSpPr>
          <p:spPr>
            <a:xfrm>
              <a:off x="4332584" y="6623747"/>
              <a:ext cx="368" cy="413"/>
            </a:xfrm>
            <a:custGeom>
              <a:avLst/>
              <a:pathLst>
                <a:path w="368" h="413">
                  <a:moveTo>
                    <a:pt x="35" y="413"/>
                  </a:moveTo>
                  <a:lnTo>
                    <a:pt x="0" y="249"/>
                  </a:lnTo>
                  <a:lnTo>
                    <a:pt x="62" y="40"/>
                  </a:lnTo>
                  <a:lnTo>
                    <a:pt x="207" y="0"/>
                  </a:lnTo>
                  <a:lnTo>
                    <a:pt x="368" y="68"/>
                  </a:lnTo>
                  <a:lnTo>
                    <a:pt x="351" y="308"/>
                  </a:lnTo>
                  <a:lnTo>
                    <a:pt x="201" y="402"/>
                  </a:lnTo>
                  <a:lnTo>
                    <a:pt x="35" y="41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l1876"/>
            <p:cNvSpPr/>
            <p:nvPr/>
          </p:nvSpPr>
          <p:spPr>
            <a:xfrm>
              <a:off x="4332167" y="6623350"/>
              <a:ext cx="1056" cy="983"/>
            </a:xfrm>
            <a:custGeom>
              <a:avLst/>
              <a:pathLst>
                <a:path w="1056" h="983">
                  <a:moveTo>
                    <a:pt x="1056" y="443"/>
                  </a:moveTo>
                  <a:lnTo>
                    <a:pt x="847" y="0"/>
                  </a:lnTo>
                  <a:lnTo>
                    <a:pt x="520" y="89"/>
                  </a:lnTo>
                  <a:lnTo>
                    <a:pt x="127" y="241"/>
                  </a:lnTo>
                  <a:lnTo>
                    <a:pt x="0" y="650"/>
                  </a:lnTo>
                  <a:lnTo>
                    <a:pt x="66" y="98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l1877"/>
            <p:cNvSpPr/>
            <p:nvPr/>
          </p:nvSpPr>
          <p:spPr>
            <a:xfrm>
              <a:off x="4215766" y="6625721"/>
              <a:ext cx="4422" cy="2509"/>
            </a:xfrm>
            <a:custGeom>
              <a:avLst/>
              <a:pathLst>
                <a:path w="4422" h="2509">
                  <a:moveTo>
                    <a:pt x="0" y="2509"/>
                  </a:moveTo>
                  <a:lnTo>
                    <a:pt x="255" y="1834"/>
                  </a:lnTo>
                  <a:lnTo>
                    <a:pt x="1190" y="772"/>
                  </a:lnTo>
                  <a:lnTo>
                    <a:pt x="1870" y="96"/>
                  </a:lnTo>
                  <a:lnTo>
                    <a:pt x="2976" y="0"/>
                  </a:lnTo>
                  <a:lnTo>
                    <a:pt x="3826" y="96"/>
                  </a:lnTo>
                  <a:lnTo>
                    <a:pt x="4422" y="48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l1878"/>
            <p:cNvSpPr/>
            <p:nvPr/>
          </p:nvSpPr>
          <p:spPr>
            <a:xfrm>
              <a:off x="4216107" y="6627073"/>
              <a:ext cx="4252" cy="3089"/>
            </a:xfrm>
            <a:custGeom>
              <a:avLst/>
              <a:pathLst>
                <a:path w="4252" h="3089">
                  <a:moveTo>
                    <a:pt x="4252" y="0"/>
                  </a:moveTo>
                  <a:lnTo>
                    <a:pt x="4166" y="289"/>
                  </a:lnTo>
                  <a:lnTo>
                    <a:pt x="3911" y="1158"/>
                  </a:lnTo>
                  <a:lnTo>
                    <a:pt x="3401" y="1737"/>
                  </a:lnTo>
                  <a:lnTo>
                    <a:pt x="2806" y="2509"/>
                  </a:lnTo>
                  <a:lnTo>
                    <a:pt x="1700" y="2896"/>
                  </a:lnTo>
                  <a:lnTo>
                    <a:pt x="679" y="3089"/>
                  </a:lnTo>
                  <a:lnTo>
                    <a:pt x="0" y="2992"/>
                  </a:lnTo>
                  <a:lnTo>
                    <a:pt x="0" y="289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l1879"/>
            <p:cNvSpPr/>
            <p:nvPr/>
          </p:nvSpPr>
          <p:spPr>
            <a:xfrm>
              <a:off x="4274796" y="6630907"/>
              <a:ext cx="2953" cy="3695"/>
            </a:xfrm>
            <a:custGeom>
              <a:avLst/>
              <a:pathLst>
                <a:path w="2953" h="3695">
                  <a:moveTo>
                    <a:pt x="0" y="3695"/>
                  </a:moveTo>
                  <a:lnTo>
                    <a:pt x="59" y="3284"/>
                  </a:lnTo>
                  <a:lnTo>
                    <a:pt x="120" y="2531"/>
                  </a:lnTo>
                  <a:lnTo>
                    <a:pt x="301" y="2052"/>
                  </a:lnTo>
                  <a:lnTo>
                    <a:pt x="722" y="1437"/>
                  </a:lnTo>
                  <a:lnTo>
                    <a:pt x="1145" y="1026"/>
                  </a:lnTo>
                  <a:lnTo>
                    <a:pt x="1687" y="478"/>
                  </a:lnTo>
                  <a:lnTo>
                    <a:pt x="2290" y="68"/>
                  </a:lnTo>
                  <a:lnTo>
                    <a:pt x="2893" y="0"/>
                  </a:lnTo>
                  <a:lnTo>
                    <a:pt x="295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l1880"/>
            <p:cNvSpPr/>
            <p:nvPr/>
          </p:nvSpPr>
          <p:spPr>
            <a:xfrm>
              <a:off x="4275158" y="6631728"/>
              <a:ext cx="3556" cy="3763"/>
            </a:xfrm>
            <a:custGeom>
              <a:avLst/>
              <a:pathLst>
                <a:path w="3556" h="3763">
                  <a:moveTo>
                    <a:pt x="3556" y="0"/>
                  </a:moveTo>
                  <a:lnTo>
                    <a:pt x="3496" y="478"/>
                  </a:lnTo>
                  <a:lnTo>
                    <a:pt x="3074" y="1368"/>
                  </a:lnTo>
                  <a:lnTo>
                    <a:pt x="2290" y="2121"/>
                  </a:lnTo>
                  <a:lnTo>
                    <a:pt x="1808" y="2531"/>
                  </a:lnTo>
                  <a:lnTo>
                    <a:pt x="1084" y="3079"/>
                  </a:lnTo>
                  <a:lnTo>
                    <a:pt x="482" y="3558"/>
                  </a:lnTo>
                  <a:lnTo>
                    <a:pt x="60" y="3763"/>
                  </a:lnTo>
                  <a:lnTo>
                    <a:pt x="0" y="376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l1881"/>
            <p:cNvSpPr/>
            <p:nvPr/>
          </p:nvSpPr>
          <p:spPr>
            <a:xfrm>
              <a:off x="4373044" y="6635573"/>
              <a:ext cx="1174" cy="502"/>
            </a:xfrm>
            <a:custGeom>
              <a:avLst/>
              <a:pathLst>
                <a:path w="1174" h="502">
                  <a:moveTo>
                    <a:pt x="1174" y="0"/>
                  </a:moveTo>
                  <a:lnTo>
                    <a:pt x="748" y="102"/>
                  </a:lnTo>
                  <a:lnTo>
                    <a:pt x="700" y="124"/>
                  </a:lnTo>
                  <a:lnTo>
                    <a:pt x="274" y="298"/>
                  </a:lnTo>
                  <a:lnTo>
                    <a:pt x="213" y="344"/>
                  </a:lnTo>
                  <a:lnTo>
                    <a:pt x="0" y="50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l1882"/>
            <p:cNvSpPr/>
            <p:nvPr/>
          </p:nvSpPr>
          <p:spPr>
            <a:xfrm>
              <a:off x="4373428" y="6635314"/>
              <a:ext cx="3367" cy="1060"/>
            </a:xfrm>
            <a:custGeom>
              <a:avLst/>
              <a:pathLst>
                <a:path w="3367" h="1060">
                  <a:moveTo>
                    <a:pt x="0" y="882"/>
                  </a:moveTo>
                  <a:lnTo>
                    <a:pt x="577" y="755"/>
                  </a:lnTo>
                  <a:lnTo>
                    <a:pt x="999" y="690"/>
                  </a:lnTo>
                  <a:lnTo>
                    <a:pt x="1501" y="587"/>
                  </a:lnTo>
                  <a:lnTo>
                    <a:pt x="1851" y="523"/>
                  </a:lnTo>
                  <a:lnTo>
                    <a:pt x="2419" y="408"/>
                  </a:lnTo>
                  <a:lnTo>
                    <a:pt x="2898" y="417"/>
                  </a:lnTo>
                  <a:lnTo>
                    <a:pt x="2519" y="815"/>
                  </a:lnTo>
                  <a:lnTo>
                    <a:pt x="2827" y="1060"/>
                  </a:lnTo>
                  <a:lnTo>
                    <a:pt x="3314" y="872"/>
                  </a:lnTo>
                  <a:lnTo>
                    <a:pt x="3367" y="389"/>
                  </a:lnTo>
                  <a:lnTo>
                    <a:pt x="3097" y="94"/>
                  </a:lnTo>
                  <a:lnTo>
                    <a:pt x="2514" y="0"/>
                  </a:lnTo>
                  <a:lnTo>
                    <a:pt x="1946" y="3"/>
                  </a:lnTo>
                  <a:lnTo>
                    <a:pt x="1543" y="56"/>
                  </a:lnTo>
                  <a:lnTo>
                    <a:pt x="1098" y="5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l1883"/>
            <p:cNvSpPr/>
            <p:nvPr/>
          </p:nvSpPr>
          <p:spPr>
            <a:xfrm>
              <a:off x="4373220" y="6636108"/>
              <a:ext cx="2216" cy="386"/>
            </a:xfrm>
            <a:custGeom>
              <a:avLst/>
              <a:pathLst>
                <a:path w="2216" h="386">
                  <a:moveTo>
                    <a:pt x="2216" y="0"/>
                  </a:moveTo>
                  <a:lnTo>
                    <a:pt x="1823" y="76"/>
                  </a:lnTo>
                  <a:lnTo>
                    <a:pt x="1482" y="239"/>
                  </a:lnTo>
                  <a:lnTo>
                    <a:pt x="828" y="269"/>
                  </a:lnTo>
                  <a:lnTo>
                    <a:pt x="369" y="321"/>
                  </a:lnTo>
                  <a:lnTo>
                    <a:pt x="0" y="38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l1884"/>
            <p:cNvSpPr/>
            <p:nvPr/>
          </p:nvSpPr>
          <p:spPr>
            <a:xfrm>
              <a:off x="4372916" y="6636478"/>
              <a:ext cx="2685" cy="434"/>
            </a:xfrm>
            <a:custGeom>
              <a:avLst/>
              <a:pathLst>
                <a:path w="2685" h="434">
                  <a:moveTo>
                    <a:pt x="2685" y="0"/>
                  </a:moveTo>
                  <a:lnTo>
                    <a:pt x="2159" y="176"/>
                  </a:lnTo>
                  <a:lnTo>
                    <a:pt x="1591" y="328"/>
                  </a:lnTo>
                  <a:lnTo>
                    <a:pt x="1112" y="319"/>
                  </a:lnTo>
                  <a:lnTo>
                    <a:pt x="643" y="434"/>
                  </a:lnTo>
                  <a:lnTo>
                    <a:pt x="160" y="425"/>
                  </a:lnTo>
                  <a:lnTo>
                    <a:pt x="0" y="30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l1885"/>
            <p:cNvSpPr/>
            <p:nvPr/>
          </p:nvSpPr>
          <p:spPr>
            <a:xfrm>
              <a:off x="4380555" y="6635660"/>
              <a:ext cx="1946" cy="1370"/>
            </a:xfrm>
            <a:custGeom>
              <a:avLst/>
              <a:pathLst>
                <a:path w="1946" h="1370">
                  <a:moveTo>
                    <a:pt x="104" y="1097"/>
                  </a:moveTo>
                  <a:lnTo>
                    <a:pt x="273" y="1335"/>
                  </a:lnTo>
                  <a:lnTo>
                    <a:pt x="767" y="1348"/>
                  </a:lnTo>
                  <a:lnTo>
                    <a:pt x="1174" y="1370"/>
                  </a:lnTo>
                  <a:lnTo>
                    <a:pt x="1576" y="1318"/>
                  </a:lnTo>
                  <a:lnTo>
                    <a:pt x="1813" y="1057"/>
                  </a:lnTo>
                  <a:lnTo>
                    <a:pt x="1946" y="599"/>
                  </a:lnTo>
                  <a:lnTo>
                    <a:pt x="1747" y="266"/>
                  </a:lnTo>
                  <a:lnTo>
                    <a:pt x="1330" y="108"/>
                  </a:lnTo>
                  <a:lnTo>
                    <a:pt x="937" y="0"/>
                  </a:lnTo>
                  <a:lnTo>
                    <a:pt x="326" y="127"/>
                  </a:lnTo>
                  <a:lnTo>
                    <a:pt x="108" y="425"/>
                  </a:lnTo>
                  <a:lnTo>
                    <a:pt x="0" y="82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l1886"/>
            <p:cNvSpPr/>
            <p:nvPr/>
          </p:nvSpPr>
          <p:spPr>
            <a:xfrm>
              <a:off x="4178944" y="6639816"/>
              <a:ext cx="3316" cy="1158"/>
            </a:xfrm>
            <a:custGeom>
              <a:avLst/>
              <a:pathLst>
                <a:path w="3316" h="1158">
                  <a:moveTo>
                    <a:pt x="0" y="1158"/>
                  </a:moveTo>
                  <a:lnTo>
                    <a:pt x="170" y="1061"/>
                  </a:lnTo>
                  <a:lnTo>
                    <a:pt x="1020" y="193"/>
                  </a:lnTo>
                  <a:lnTo>
                    <a:pt x="1701" y="0"/>
                  </a:lnTo>
                  <a:lnTo>
                    <a:pt x="2636" y="0"/>
                  </a:lnTo>
                  <a:lnTo>
                    <a:pt x="331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l1887"/>
            <p:cNvSpPr/>
            <p:nvPr/>
          </p:nvSpPr>
          <p:spPr>
            <a:xfrm>
              <a:off x="4186428" y="6639912"/>
              <a:ext cx="5953" cy="2413"/>
            </a:xfrm>
            <a:custGeom>
              <a:avLst/>
              <a:pathLst>
                <a:path w="5953" h="2413">
                  <a:moveTo>
                    <a:pt x="0" y="0"/>
                  </a:moveTo>
                  <a:lnTo>
                    <a:pt x="935" y="0"/>
                  </a:lnTo>
                  <a:lnTo>
                    <a:pt x="1786" y="193"/>
                  </a:lnTo>
                  <a:lnTo>
                    <a:pt x="2806" y="772"/>
                  </a:lnTo>
                  <a:lnTo>
                    <a:pt x="4082" y="868"/>
                  </a:lnTo>
                  <a:lnTo>
                    <a:pt x="4762" y="1061"/>
                  </a:lnTo>
                  <a:lnTo>
                    <a:pt x="5357" y="1351"/>
                  </a:lnTo>
                  <a:lnTo>
                    <a:pt x="5783" y="1834"/>
                  </a:lnTo>
                  <a:lnTo>
                    <a:pt x="5953" y="2316"/>
                  </a:lnTo>
                  <a:lnTo>
                    <a:pt x="5868" y="241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l1888"/>
            <p:cNvSpPr/>
            <p:nvPr/>
          </p:nvSpPr>
          <p:spPr>
            <a:xfrm>
              <a:off x="4267503" y="6637407"/>
              <a:ext cx="1626" cy="4926"/>
            </a:xfrm>
            <a:custGeom>
              <a:avLst/>
              <a:pathLst>
                <a:path w="1626" h="4926">
                  <a:moveTo>
                    <a:pt x="180" y="4926"/>
                  </a:moveTo>
                  <a:lnTo>
                    <a:pt x="59" y="4789"/>
                  </a:lnTo>
                  <a:lnTo>
                    <a:pt x="0" y="3968"/>
                  </a:lnTo>
                  <a:lnTo>
                    <a:pt x="59" y="3421"/>
                  </a:lnTo>
                  <a:lnTo>
                    <a:pt x="180" y="2805"/>
                  </a:lnTo>
                  <a:lnTo>
                    <a:pt x="361" y="1779"/>
                  </a:lnTo>
                  <a:lnTo>
                    <a:pt x="662" y="821"/>
                  </a:lnTo>
                  <a:lnTo>
                    <a:pt x="162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l1889"/>
            <p:cNvSpPr/>
            <p:nvPr/>
          </p:nvSpPr>
          <p:spPr>
            <a:xfrm>
              <a:off x="4268949" y="6637886"/>
              <a:ext cx="1145" cy="4653"/>
            </a:xfrm>
            <a:custGeom>
              <a:avLst/>
              <a:pathLst>
                <a:path w="1145" h="4653">
                  <a:moveTo>
                    <a:pt x="1024" y="0"/>
                  </a:moveTo>
                  <a:lnTo>
                    <a:pt x="1145" y="410"/>
                  </a:lnTo>
                  <a:lnTo>
                    <a:pt x="1145" y="1300"/>
                  </a:lnTo>
                  <a:lnTo>
                    <a:pt x="1024" y="2189"/>
                  </a:lnTo>
                  <a:lnTo>
                    <a:pt x="784" y="2942"/>
                  </a:lnTo>
                  <a:lnTo>
                    <a:pt x="482" y="3695"/>
                  </a:lnTo>
                  <a:lnTo>
                    <a:pt x="60" y="4516"/>
                  </a:lnTo>
                  <a:lnTo>
                    <a:pt x="0" y="465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l1890"/>
            <p:cNvSpPr/>
            <p:nvPr/>
          </p:nvSpPr>
          <p:spPr>
            <a:xfrm>
              <a:off x="4180390" y="6642712"/>
              <a:ext cx="3146" cy="868"/>
            </a:xfrm>
            <a:custGeom>
              <a:avLst/>
              <a:pathLst>
                <a:path w="3146" h="868">
                  <a:moveTo>
                    <a:pt x="3146" y="0"/>
                  </a:moveTo>
                  <a:lnTo>
                    <a:pt x="2806" y="289"/>
                  </a:lnTo>
                  <a:lnTo>
                    <a:pt x="2380" y="675"/>
                  </a:lnTo>
                  <a:lnTo>
                    <a:pt x="1785" y="868"/>
                  </a:lnTo>
                  <a:lnTo>
                    <a:pt x="1105" y="868"/>
                  </a:lnTo>
                  <a:lnTo>
                    <a:pt x="0" y="77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l1891"/>
            <p:cNvSpPr/>
            <p:nvPr/>
          </p:nvSpPr>
          <p:spPr>
            <a:xfrm>
              <a:off x="4186683" y="6642712"/>
              <a:ext cx="5782" cy="1351"/>
            </a:xfrm>
            <a:custGeom>
              <a:avLst/>
              <a:pathLst>
                <a:path w="5782" h="1351">
                  <a:moveTo>
                    <a:pt x="5782" y="772"/>
                  </a:moveTo>
                  <a:lnTo>
                    <a:pt x="5697" y="1061"/>
                  </a:lnTo>
                  <a:lnTo>
                    <a:pt x="5272" y="1254"/>
                  </a:lnTo>
                  <a:lnTo>
                    <a:pt x="4336" y="1351"/>
                  </a:lnTo>
                  <a:lnTo>
                    <a:pt x="3741" y="1158"/>
                  </a:lnTo>
                  <a:lnTo>
                    <a:pt x="2891" y="772"/>
                  </a:lnTo>
                  <a:lnTo>
                    <a:pt x="2040" y="579"/>
                  </a:lnTo>
                  <a:lnTo>
                    <a:pt x="1275" y="482"/>
                  </a:lnTo>
                  <a:lnTo>
                    <a:pt x="169" y="193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l1892"/>
            <p:cNvSpPr/>
            <p:nvPr/>
          </p:nvSpPr>
          <p:spPr>
            <a:xfrm>
              <a:off x="4174948" y="6641939"/>
              <a:ext cx="2380" cy="2896"/>
            </a:xfrm>
            <a:custGeom>
              <a:avLst/>
              <a:pathLst>
                <a:path w="2380" h="2896">
                  <a:moveTo>
                    <a:pt x="0" y="2896"/>
                  </a:moveTo>
                  <a:lnTo>
                    <a:pt x="680" y="1544"/>
                  </a:lnTo>
                  <a:lnTo>
                    <a:pt x="1105" y="1061"/>
                  </a:lnTo>
                  <a:lnTo>
                    <a:pt x="2296" y="96"/>
                  </a:lnTo>
                  <a:lnTo>
                    <a:pt x="238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l1893"/>
            <p:cNvSpPr/>
            <p:nvPr/>
          </p:nvSpPr>
          <p:spPr>
            <a:xfrm>
              <a:off x="4176308" y="6644160"/>
              <a:ext cx="2806" cy="2413"/>
            </a:xfrm>
            <a:custGeom>
              <a:avLst/>
              <a:pathLst>
                <a:path w="2806" h="2413">
                  <a:moveTo>
                    <a:pt x="2806" y="0"/>
                  </a:moveTo>
                  <a:lnTo>
                    <a:pt x="2635" y="579"/>
                  </a:lnTo>
                  <a:lnTo>
                    <a:pt x="2380" y="868"/>
                  </a:lnTo>
                  <a:lnTo>
                    <a:pt x="1955" y="1351"/>
                  </a:lnTo>
                  <a:lnTo>
                    <a:pt x="1190" y="1930"/>
                  </a:lnTo>
                  <a:lnTo>
                    <a:pt x="339" y="2316"/>
                  </a:lnTo>
                  <a:lnTo>
                    <a:pt x="0" y="241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l1894"/>
            <p:cNvSpPr/>
            <p:nvPr/>
          </p:nvSpPr>
          <p:spPr>
            <a:xfrm>
              <a:off x="4377117" y="6648409"/>
              <a:ext cx="75" cy="482"/>
            </a:xfrm>
            <a:custGeom>
              <a:avLst/>
              <a:pathLst>
                <a:path w="75" h="482">
                  <a:moveTo>
                    <a:pt x="0" y="482"/>
                  </a:moveTo>
                  <a:lnTo>
                    <a:pt x="75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l1895"/>
            <p:cNvSpPr/>
            <p:nvPr/>
          </p:nvSpPr>
          <p:spPr>
            <a:xfrm>
              <a:off x="4376477" y="6648748"/>
              <a:ext cx="227" cy="196"/>
            </a:xfrm>
            <a:custGeom>
              <a:avLst/>
              <a:pathLst>
                <a:path w="227" h="196">
                  <a:moveTo>
                    <a:pt x="85" y="196"/>
                  </a:moveTo>
                  <a:lnTo>
                    <a:pt x="161" y="184"/>
                  </a:lnTo>
                  <a:lnTo>
                    <a:pt x="227" y="136"/>
                  </a:lnTo>
                  <a:lnTo>
                    <a:pt x="199" y="0"/>
                  </a:lnTo>
                  <a:lnTo>
                    <a:pt x="99" y="36"/>
                  </a:lnTo>
                  <a:lnTo>
                    <a:pt x="23" y="72"/>
                  </a:lnTo>
                  <a:lnTo>
                    <a:pt x="0" y="109"/>
                  </a:lnTo>
                  <a:lnTo>
                    <a:pt x="19" y="171"/>
                  </a:lnTo>
                  <a:lnTo>
                    <a:pt x="85" y="19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l1896"/>
            <p:cNvSpPr/>
            <p:nvPr/>
          </p:nvSpPr>
          <p:spPr>
            <a:xfrm>
              <a:off x="4374555" y="6648250"/>
              <a:ext cx="2287" cy="893"/>
            </a:xfrm>
            <a:custGeom>
              <a:avLst/>
              <a:pathLst>
                <a:path w="2287" h="893">
                  <a:moveTo>
                    <a:pt x="2287" y="0"/>
                  </a:moveTo>
                  <a:lnTo>
                    <a:pt x="1733" y="53"/>
                  </a:lnTo>
                  <a:lnTo>
                    <a:pt x="1098" y="230"/>
                  </a:lnTo>
                  <a:lnTo>
                    <a:pt x="520" y="518"/>
                  </a:lnTo>
                  <a:lnTo>
                    <a:pt x="75" y="831"/>
                  </a:lnTo>
                  <a:lnTo>
                    <a:pt x="0" y="89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l1897"/>
            <p:cNvSpPr/>
            <p:nvPr/>
          </p:nvSpPr>
          <p:spPr>
            <a:xfrm>
              <a:off x="4374308" y="6649129"/>
              <a:ext cx="2453" cy="887"/>
            </a:xfrm>
            <a:custGeom>
              <a:avLst/>
              <a:pathLst>
                <a:path w="2453" h="887">
                  <a:moveTo>
                    <a:pt x="2453" y="0"/>
                  </a:moveTo>
                  <a:lnTo>
                    <a:pt x="2046" y="151"/>
                  </a:lnTo>
                  <a:lnTo>
                    <a:pt x="1643" y="326"/>
                  </a:lnTo>
                  <a:lnTo>
                    <a:pt x="1307" y="601"/>
                  </a:lnTo>
                  <a:lnTo>
                    <a:pt x="1060" y="887"/>
                  </a:lnTo>
                  <a:lnTo>
                    <a:pt x="610" y="828"/>
                  </a:lnTo>
                  <a:lnTo>
                    <a:pt x="184" y="757"/>
                  </a:lnTo>
                  <a:lnTo>
                    <a:pt x="0" y="684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l1898"/>
            <p:cNvSpPr/>
            <p:nvPr/>
          </p:nvSpPr>
          <p:spPr>
            <a:xfrm>
              <a:off x="4457797" y="6617423"/>
              <a:ext cx="33056" cy="44302"/>
            </a:xfrm>
            <a:custGeom>
              <a:avLst/>
              <a:pathLst>
                <a:path w="33056" h="44302">
                  <a:moveTo>
                    <a:pt x="0" y="44302"/>
                  </a:moveTo>
                  <a:lnTo>
                    <a:pt x="576" y="43568"/>
                  </a:lnTo>
                  <a:lnTo>
                    <a:pt x="1423" y="42194"/>
                  </a:lnTo>
                  <a:lnTo>
                    <a:pt x="2624" y="40479"/>
                  </a:lnTo>
                  <a:lnTo>
                    <a:pt x="3957" y="38617"/>
                  </a:lnTo>
                  <a:lnTo>
                    <a:pt x="5468" y="36708"/>
                  </a:lnTo>
                  <a:lnTo>
                    <a:pt x="6625" y="35141"/>
                  </a:lnTo>
                  <a:lnTo>
                    <a:pt x="8225" y="33036"/>
                  </a:lnTo>
                  <a:lnTo>
                    <a:pt x="9738" y="30930"/>
                  </a:lnTo>
                  <a:lnTo>
                    <a:pt x="11074" y="29068"/>
                  </a:lnTo>
                  <a:lnTo>
                    <a:pt x="12944" y="26571"/>
                  </a:lnTo>
                  <a:lnTo>
                    <a:pt x="14812" y="24273"/>
                  </a:lnTo>
                  <a:lnTo>
                    <a:pt x="16282" y="22315"/>
                  </a:lnTo>
                  <a:lnTo>
                    <a:pt x="17930" y="20112"/>
                  </a:lnTo>
                  <a:lnTo>
                    <a:pt x="19271" y="17954"/>
                  </a:lnTo>
                  <a:lnTo>
                    <a:pt x="20519" y="16339"/>
                  </a:lnTo>
                  <a:lnTo>
                    <a:pt x="22211" y="14286"/>
                  </a:lnTo>
                  <a:lnTo>
                    <a:pt x="24170" y="11890"/>
                  </a:lnTo>
                  <a:lnTo>
                    <a:pt x="26047" y="9246"/>
                  </a:lnTo>
                  <a:lnTo>
                    <a:pt x="27167" y="7431"/>
                  </a:lnTo>
                  <a:lnTo>
                    <a:pt x="28418" y="5668"/>
                  </a:lnTo>
                  <a:lnTo>
                    <a:pt x="29668" y="4005"/>
                  </a:lnTo>
                  <a:lnTo>
                    <a:pt x="30825" y="2786"/>
                  </a:lnTo>
                  <a:lnTo>
                    <a:pt x="32296" y="1027"/>
                  </a:lnTo>
                  <a:lnTo>
                    <a:pt x="3305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l1899"/>
            <p:cNvSpPr/>
            <p:nvPr/>
          </p:nvSpPr>
          <p:spPr>
            <a:xfrm>
              <a:off x="4365387" y="6673263"/>
              <a:ext cx="237" cy="296"/>
            </a:xfrm>
            <a:custGeom>
              <a:avLst/>
              <a:pathLst>
                <a:path w="237" h="296">
                  <a:moveTo>
                    <a:pt x="127" y="0"/>
                  </a:moveTo>
                  <a:lnTo>
                    <a:pt x="52" y="11"/>
                  </a:lnTo>
                  <a:lnTo>
                    <a:pt x="9" y="23"/>
                  </a:lnTo>
                  <a:lnTo>
                    <a:pt x="0" y="85"/>
                  </a:lnTo>
                  <a:lnTo>
                    <a:pt x="9" y="171"/>
                  </a:lnTo>
                  <a:lnTo>
                    <a:pt x="85" y="259"/>
                  </a:lnTo>
                  <a:lnTo>
                    <a:pt x="151" y="296"/>
                  </a:lnTo>
                  <a:lnTo>
                    <a:pt x="237" y="235"/>
                  </a:lnTo>
                  <a:lnTo>
                    <a:pt x="203" y="148"/>
                  </a:lnTo>
                  <a:lnTo>
                    <a:pt x="161" y="74"/>
                  </a:lnTo>
                  <a:lnTo>
                    <a:pt x="127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l1900"/>
            <p:cNvSpPr/>
            <p:nvPr/>
          </p:nvSpPr>
          <p:spPr>
            <a:xfrm>
              <a:off x="4364811" y="6672560"/>
              <a:ext cx="1116" cy="1287"/>
            </a:xfrm>
            <a:custGeom>
              <a:avLst/>
              <a:pathLst>
                <a:path w="1116" h="1287">
                  <a:moveTo>
                    <a:pt x="1029" y="185"/>
                  </a:moveTo>
                  <a:lnTo>
                    <a:pt x="703" y="0"/>
                  </a:lnTo>
                  <a:lnTo>
                    <a:pt x="315" y="77"/>
                  </a:lnTo>
                  <a:lnTo>
                    <a:pt x="0" y="450"/>
                  </a:lnTo>
                  <a:lnTo>
                    <a:pt x="21" y="994"/>
                  </a:lnTo>
                  <a:lnTo>
                    <a:pt x="395" y="1287"/>
                  </a:lnTo>
                  <a:lnTo>
                    <a:pt x="722" y="1198"/>
                  </a:lnTo>
                  <a:lnTo>
                    <a:pt x="1001" y="962"/>
                  </a:lnTo>
                  <a:lnTo>
                    <a:pt x="1086" y="615"/>
                  </a:lnTo>
                  <a:lnTo>
                    <a:pt x="1116" y="32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l1901"/>
            <p:cNvSpPr/>
            <p:nvPr/>
          </p:nvSpPr>
          <p:spPr>
            <a:xfrm>
              <a:off x="4348902" y="6705724"/>
              <a:ext cx="293" cy="296"/>
            </a:xfrm>
            <a:custGeom>
              <a:avLst/>
              <a:pathLst>
                <a:path w="293" h="296">
                  <a:moveTo>
                    <a:pt x="293" y="0"/>
                  </a:moveTo>
                  <a:lnTo>
                    <a:pt x="194" y="0"/>
                  </a:lnTo>
                  <a:lnTo>
                    <a:pt x="85" y="73"/>
                  </a:lnTo>
                  <a:lnTo>
                    <a:pt x="42" y="159"/>
                  </a:lnTo>
                  <a:lnTo>
                    <a:pt x="0" y="270"/>
                  </a:lnTo>
                  <a:lnTo>
                    <a:pt x="52" y="295"/>
                  </a:lnTo>
                  <a:lnTo>
                    <a:pt x="170" y="296"/>
                  </a:lnTo>
                  <a:lnTo>
                    <a:pt x="260" y="198"/>
                  </a:lnTo>
                  <a:lnTo>
                    <a:pt x="29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l1902"/>
            <p:cNvSpPr/>
            <p:nvPr/>
          </p:nvSpPr>
          <p:spPr>
            <a:xfrm>
              <a:off x="4348197" y="6706609"/>
              <a:ext cx="317" cy="257"/>
            </a:xfrm>
            <a:custGeom>
              <a:avLst/>
              <a:pathLst>
                <a:path w="317" h="257">
                  <a:moveTo>
                    <a:pt x="317" y="0"/>
                  </a:moveTo>
                  <a:lnTo>
                    <a:pt x="208" y="23"/>
                  </a:lnTo>
                  <a:lnTo>
                    <a:pt x="99" y="72"/>
                  </a:lnTo>
                  <a:lnTo>
                    <a:pt x="0" y="145"/>
                  </a:lnTo>
                  <a:lnTo>
                    <a:pt x="33" y="207"/>
                  </a:lnTo>
                  <a:lnTo>
                    <a:pt x="123" y="257"/>
                  </a:lnTo>
                  <a:lnTo>
                    <a:pt x="199" y="233"/>
                  </a:lnTo>
                  <a:lnTo>
                    <a:pt x="265" y="184"/>
                  </a:lnTo>
                  <a:lnTo>
                    <a:pt x="317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l1903"/>
            <p:cNvSpPr/>
            <p:nvPr/>
          </p:nvSpPr>
          <p:spPr>
            <a:xfrm>
              <a:off x="4110035" y="6666269"/>
              <a:ext cx="4809" cy="57142"/>
            </a:xfrm>
            <a:custGeom>
              <a:avLst/>
              <a:pathLst>
                <a:path w="4809" h="57142">
                  <a:moveTo>
                    <a:pt x="1602" y="0"/>
                  </a:moveTo>
                  <a:lnTo>
                    <a:pt x="1282" y="2062"/>
                  </a:lnTo>
                  <a:lnTo>
                    <a:pt x="1068" y="3760"/>
                  </a:lnTo>
                  <a:lnTo>
                    <a:pt x="534" y="6551"/>
                  </a:lnTo>
                  <a:lnTo>
                    <a:pt x="427" y="9705"/>
                  </a:lnTo>
                  <a:lnTo>
                    <a:pt x="427" y="11889"/>
                  </a:lnTo>
                  <a:lnTo>
                    <a:pt x="320" y="14679"/>
                  </a:lnTo>
                  <a:lnTo>
                    <a:pt x="0" y="18076"/>
                  </a:lnTo>
                  <a:lnTo>
                    <a:pt x="106" y="20260"/>
                  </a:lnTo>
                  <a:lnTo>
                    <a:pt x="0" y="22444"/>
                  </a:lnTo>
                  <a:lnTo>
                    <a:pt x="213" y="25356"/>
                  </a:lnTo>
                  <a:lnTo>
                    <a:pt x="213" y="28510"/>
                  </a:lnTo>
                  <a:lnTo>
                    <a:pt x="610" y="31721"/>
                  </a:lnTo>
                  <a:lnTo>
                    <a:pt x="921" y="35774"/>
                  </a:lnTo>
                  <a:lnTo>
                    <a:pt x="1112" y="37157"/>
                  </a:lnTo>
                  <a:lnTo>
                    <a:pt x="1282" y="39793"/>
                  </a:lnTo>
                  <a:lnTo>
                    <a:pt x="1602" y="42462"/>
                  </a:lnTo>
                  <a:lnTo>
                    <a:pt x="2030" y="44646"/>
                  </a:lnTo>
                  <a:lnTo>
                    <a:pt x="2451" y="46882"/>
                  </a:lnTo>
                  <a:lnTo>
                    <a:pt x="2885" y="50105"/>
                  </a:lnTo>
                  <a:lnTo>
                    <a:pt x="3253" y="52014"/>
                  </a:lnTo>
                  <a:lnTo>
                    <a:pt x="3666" y="53690"/>
                  </a:lnTo>
                  <a:lnTo>
                    <a:pt x="4117" y="55018"/>
                  </a:lnTo>
                  <a:lnTo>
                    <a:pt x="4809" y="5714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l1904"/>
            <p:cNvSpPr/>
            <p:nvPr/>
          </p:nvSpPr>
          <p:spPr>
            <a:xfrm>
              <a:off x="4313608" y="6724932"/>
              <a:ext cx="576" cy="5021"/>
            </a:xfrm>
            <a:custGeom>
              <a:avLst/>
              <a:pathLst>
                <a:path w="576" h="5021">
                  <a:moveTo>
                    <a:pt x="480" y="5021"/>
                  </a:moveTo>
                  <a:lnTo>
                    <a:pt x="96" y="4693"/>
                  </a:lnTo>
                  <a:lnTo>
                    <a:pt x="0" y="3820"/>
                  </a:lnTo>
                  <a:lnTo>
                    <a:pt x="0" y="2947"/>
                  </a:lnTo>
                  <a:lnTo>
                    <a:pt x="0" y="1746"/>
                  </a:lnTo>
                  <a:lnTo>
                    <a:pt x="192" y="327"/>
                  </a:lnTo>
                  <a:lnTo>
                    <a:pt x="57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l1905"/>
            <p:cNvSpPr/>
            <p:nvPr/>
          </p:nvSpPr>
          <p:spPr>
            <a:xfrm>
              <a:off x="4315146" y="6725150"/>
              <a:ext cx="577" cy="4802"/>
            </a:xfrm>
            <a:custGeom>
              <a:avLst/>
              <a:pathLst>
                <a:path w="577" h="4802">
                  <a:moveTo>
                    <a:pt x="96" y="0"/>
                  </a:moveTo>
                  <a:lnTo>
                    <a:pt x="192" y="109"/>
                  </a:lnTo>
                  <a:lnTo>
                    <a:pt x="385" y="654"/>
                  </a:lnTo>
                  <a:lnTo>
                    <a:pt x="481" y="1746"/>
                  </a:lnTo>
                  <a:lnTo>
                    <a:pt x="481" y="2401"/>
                  </a:lnTo>
                  <a:lnTo>
                    <a:pt x="577" y="3383"/>
                  </a:lnTo>
                  <a:lnTo>
                    <a:pt x="385" y="4366"/>
                  </a:lnTo>
                  <a:lnTo>
                    <a:pt x="96" y="4802"/>
                  </a:lnTo>
                  <a:lnTo>
                    <a:pt x="0" y="480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l1906"/>
            <p:cNvSpPr/>
            <p:nvPr/>
          </p:nvSpPr>
          <p:spPr>
            <a:xfrm>
              <a:off x="4313223" y="6733009"/>
              <a:ext cx="3365" cy="1964"/>
            </a:xfrm>
            <a:custGeom>
              <a:avLst/>
              <a:pathLst>
                <a:path w="3365" h="1964">
                  <a:moveTo>
                    <a:pt x="0" y="1964"/>
                  </a:moveTo>
                  <a:lnTo>
                    <a:pt x="384" y="1855"/>
                  </a:lnTo>
                  <a:lnTo>
                    <a:pt x="576" y="1419"/>
                  </a:lnTo>
                  <a:lnTo>
                    <a:pt x="1153" y="654"/>
                  </a:lnTo>
                  <a:lnTo>
                    <a:pt x="1826" y="0"/>
                  </a:lnTo>
                  <a:lnTo>
                    <a:pt x="2500" y="0"/>
                  </a:lnTo>
                  <a:lnTo>
                    <a:pt x="2981" y="218"/>
                  </a:lnTo>
                  <a:lnTo>
                    <a:pt x="3269" y="1091"/>
                  </a:lnTo>
                  <a:lnTo>
                    <a:pt x="3365" y="109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l1907"/>
            <p:cNvSpPr/>
            <p:nvPr/>
          </p:nvSpPr>
          <p:spPr>
            <a:xfrm>
              <a:off x="4313800" y="6735957"/>
              <a:ext cx="2884" cy="2183"/>
            </a:xfrm>
            <a:custGeom>
              <a:avLst/>
              <a:pathLst>
                <a:path w="2884" h="2183">
                  <a:moveTo>
                    <a:pt x="2884" y="0"/>
                  </a:moveTo>
                  <a:lnTo>
                    <a:pt x="2884" y="327"/>
                  </a:lnTo>
                  <a:lnTo>
                    <a:pt x="2884" y="873"/>
                  </a:lnTo>
                  <a:lnTo>
                    <a:pt x="2884" y="1637"/>
                  </a:lnTo>
                  <a:lnTo>
                    <a:pt x="2500" y="2183"/>
                  </a:lnTo>
                  <a:lnTo>
                    <a:pt x="2019" y="2183"/>
                  </a:lnTo>
                  <a:lnTo>
                    <a:pt x="1345" y="1964"/>
                  </a:lnTo>
                  <a:lnTo>
                    <a:pt x="769" y="1637"/>
                  </a:lnTo>
                  <a:lnTo>
                    <a:pt x="0" y="1309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l1908"/>
            <p:cNvSpPr/>
            <p:nvPr/>
          </p:nvSpPr>
          <p:spPr>
            <a:xfrm>
              <a:off x="4311300" y="6736066"/>
              <a:ext cx="673" cy="3274"/>
            </a:xfrm>
            <a:custGeom>
              <a:avLst/>
              <a:pathLst>
                <a:path w="673" h="3274">
                  <a:moveTo>
                    <a:pt x="384" y="3274"/>
                  </a:moveTo>
                  <a:lnTo>
                    <a:pt x="96" y="2838"/>
                  </a:lnTo>
                  <a:lnTo>
                    <a:pt x="0" y="2073"/>
                  </a:lnTo>
                  <a:lnTo>
                    <a:pt x="288" y="1091"/>
                  </a:lnTo>
                  <a:lnTo>
                    <a:pt x="480" y="436"/>
                  </a:lnTo>
                  <a:lnTo>
                    <a:pt x="673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l1909"/>
            <p:cNvSpPr/>
            <p:nvPr/>
          </p:nvSpPr>
          <p:spPr>
            <a:xfrm>
              <a:off x="4308993" y="6739777"/>
              <a:ext cx="2884" cy="2510"/>
            </a:xfrm>
            <a:custGeom>
              <a:avLst/>
              <a:pathLst>
                <a:path w="2884" h="2510">
                  <a:moveTo>
                    <a:pt x="576" y="2510"/>
                  </a:moveTo>
                  <a:lnTo>
                    <a:pt x="192" y="1964"/>
                  </a:lnTo>
                  <a:lnTo>
                    <a:pt x="0" y="1200"/>
                  </a:lnTo>
                  <a:lnTo>
                    <a:pt x="288" y="109"/>
                  </a:lnTo>
                  <a:lnTo>
                    <a:pt x="961" y="0"/>
                  </a:lnTo>
                  <a:lnTo>
                    <a:pt x="1538" y="109"/>
                  </a:lnTo>
                  <a:lnTo>
                    <a:pt x="2115" y="545"/>
                  </a:lnTo>
                  <a:lnTo>
                    <a:pt x="2596" y="1091"/>
                  </a:lnTo>
                  <a:lnTo>
                    <a:pt x="2884" y="1855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l1910"/>
            <p:cNvSpPr/>
            <p:nvPr/>
          </p:nvSpPr>
          <p:spPr>
            <a:xfrm>
              <a:off x="4305723" y="6743598"/>
              <a:ext cx="2788" cy="2183"/>
            </a:xfrm>
            <a:custGeom>
              <a:avLst/>
              <a:pathLst>
                <a:path w="2788" h="2183">
                  <a:moveTo>
                    <a:pt x="96" y="2183"/>
                  </a:moveTo>
                  <a:lnTo>
                    <a:pt x="0" y="1528"/>
                  </a:lnTo>
                  <a:lnTo>
                    <a:pt x="385" y="654"/>
                  </a:lnTo>
                  <a:lnTo>
                    <a:pt x="1154" y="0"/>
                  </a:lnTo>
                  <a:lnTo>
                    <a:pt x="1731" y="0"/>
                  </a:lnTo>
                  <a:lnTo>
                    <a:pt x="2404" y="109"/>
                  </a:lnTo>
                  <a:lnTo>
                    <a:pt x="2788" y="436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l1911"/>
            <p:cNvSpPr/>
            <p:nvPr/>
          </p:nvSpPr>
          <p:spPr>
            <a:xfrm>
              <a:off x="4315435" y="6740759"/>
              <a:ext cx="961" cy="5021"/>
            </a:xfrm>
            <a:custGeom>
              <a:avLst/>
              <a:pathLst>
                <a:path w="961" h="5021">
                  <a:moveTo>
                    <a:pt x="384" y="0"/>
                  </a:moveTo>
                  <a:lnTo>
                    <a:pt x="480" y="327"/>
                  </a:lnTo>
                  <a:lnTo>
                    <a:pt x="673" y="982"/>
                  </a:lnTo>
                  <a:lnTo>
                    <a:pt x="961" y="2510"/>
                  </a:lnTo>
                  <a:lnTo>
                    <a:pt x="961" y="3056"/>
                  </a:lnTo>
                  <a:lnTo>
                    <a:pt x="865" y="3711"/>
                  </a:lnTo>
                  <a:lnTo>
                    <a:pt x="673" y="4366"/>
                  </a:lnTo>
                  <a:lnTo>
                    <a:pt x="96" y="5021"/>
                  </a:lnTo>
                  <a:lnTo>
                    <a:pt x="0" y="5021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l1912"/>
            <p:cNvSpPr/>
            <p:nvPr/>
          </p:nvSpPr>
          <p:spPr>
            <a:xfrm>
              <a:off x="4311012" y="6750147"/>
              <a:ext cx="4615" cy="1528"/>
            </a:xfrm>
            <a:custGeom>
              <a:avLst/>
              <a:pathLst>
                <a:path w="4615" h="1528">
                  <a:moveTo>
                    <a:pt x="0" y="654"/>
                  </a:moveTo>
                  <a:lnTo>
                    <a:pt x="384" y="327"/>
                  </a:lnTo>
                  <a:lnTo>
                    <a:pt x="1346" y="0"/>
                  </a:lnTo>
                  <a:lnTo>
                    <a:pt x="2403" y="218"/>
                  </a:lnTo>
                  <a:lnTo>
                    <a:pt x="3269" y="545"/>
                  </a:lnTo>
                  <a:lnTo>
                    <a:pt x="4326" y="1200"/>
                  </a:lnTo>
                  <a:lnTo>
                    <a:pt x="4615" y="1528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l1913"/>
            <p:cNvSpPr/>
            <p:nvPr/>
          </p:nvSpPr>
          <p:spPr>
            <a:xfrm>
              <a:off x="4311108" y="6751566"/>
              <a:ext cx="4230" cy="1855"/>
            </a:xfrm>
            <a:custGeom>
              <a:avLst/>
              <a:pathLst>
                <a:path w="4230" h="1855">
                  <a:moveTo>
                    <a:pt x="4230" y="1200"/>
                  </a:moveTo>
                  <a:lnTo>
                    <a:pt x="4038" y="1637"/>
                  </a:lnTo>
                  <a:lnTo>
                    <a:pt x="3173" y="1855"/>
                  </a:lnTo>
                  <a:lnTo>
                    <a:pt x="2211" y="1528"/>
                  </a:lnTo>
                  <a:lnTo>
                    <a:pt x="1250" y="1200"/>
                  </a:lnTo>
                  <a:lnTo>
                    <a:pt x="384" y="545"/>
                  </a:lnTo>
                  <a:lnTo>
                    <a:pt x="0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l1914"/>
            <p:cNvSpPr/>
            <p:nvPr/>
          </p:nvSpPr>
          <p:spPr>
            <a:xfrm>
              <a:off x="4320216" y="6756919"/>
              <a:ext cx="536" cy="967"/>
            </a:xfrm>
            <a:custGeom>
              <a:avLst/>
              <a:pathLst>
                <a:path w="536" h="967">
                  <a:moveTo>
                    <a:pt x="183" y="77"/>
                  </a:moveTo>
                  <a:lnTo>
                    <a:pt x="74" y="91"/>
                  </a:lnTo>
                  <a:lnTo>
                    <a:pt x="0" y="240"/>
                  </a:lnTo>
                  <a:lnTo>
                    <a:pt x="1" y="425"/>
                  </a:lnTo>
                  <a:lnTo>
                    <a:pt x="36" y="573"/>
                  </a:lnTo>
                  <a:lnTo>
                    <a:pt x="136" y="819"/>
                  </a:lnTo>
                  <a:lnTo>
                    <a:pt x="181" y="967"/>
                  </a:lnTo>
                  <a:lnTo>
                    <a:pt x="278" y="953"/>
                  </a:lnTo>
                  <a:lnTo>
                    <a:pt x="398" y="915"/>
                  </a:lnTo>
                  <a:lnTo>
                    <a:pt x="516" y="826"/>
                  </a:lnTo>
                  <a:lnTo>
                    <a:pt x="536" y="628"/>
                  </a:lnTo>
                  <a:lnTo>
                    <a:pt x="533" y="356"/>
                  </a:lnTo>
                  <a:lnTo>
                    <a:pt x="500" y="295"/>
                  </a:lnTo>
                  <a:lnTo>
                    <a:pt x="399" y="0"/>
                  </a:lnTo>
                  <a:lnTo>
                    <a:pt x="345" y="13"/>
                  </a:lnTo>
                  <a:lnTo>
                    <a:pt x="367" y="12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l1915"/>
            <p:cNvSpPr/>
            <p:nvPr/>
          </p:nvSpPr>
          <p:spPr>
            <a:xfrm>
              <a:off x="4302759" y="6832382"/>
              <a:ext cx="820" cy="1395"/>
            </a:xfrm>
            <a:custGeom>
              <a:avLst/>
              <a:pathLst>
                <a:path w="820" h="1395">
                  <a:moveTo>
                    <a:pt x="658" y="321"/>
                  </a:moveTo>
                  <a:lnTo>
                    <a:pt x="608" y="256"/>
                  </a:lnTo>
                  <a:lnTo>
                    <a:pt x="480" y="153"/>
                  </a:lnTo>
                  <a:lnTo>
                    <a:pt x="334" y="44"/>
                  </a:lnTo>
                  <a:lnTo>
                    <a:pt x="198" y="6"/>
                  </a:lnTo>
                  <a:lnTo>
                    <a:pt x="92" y="0"/>
                  </a:lnTo>
                  <a:lnTo>
                    <a:pt x="10" y="111"/>
                  </a:lnTo>
                  <a:lnTo>
                    <a:pt x="50" y="257"/>
                  </a:lnTo>
                  <a:lnTo>
                    <a:pt x="91" y="301"/>
                  </a:lnTo>
                  <a:lnTo>
                    <a:pt x="66" y="446"/>
                  </a:lnTo>
                  <a:lnTo>
                    <a:pt x="46" y="564"/>
                  </a:lnTo>
                  <a:lnTo>
                    <a:pt x="21" y="694"/>
                  </a:lnTo>
                  <a:lnTo>
                    <a:pt x="0" y="797"/>
                  </a:lnTo>
                  <a:lnTo>
                    <a:pt x="6" y="1001"/>
                  </a:lnTo>
                  <a:lnTo>
                    <a:pt x="50" y="1126"/>
                  </a:lnTo>
                  <a:lnTo>
                    <a:pt x="117" y="1219"/>
                  </a:lnTo>
                  <a:lnTo>
                    <a:pt x="218" y="1319"/>
                  </a:lnTo>
                  <a:lnTo>
                    <a:pt x="335" y="1375"/>
                  </a:lnTo>
                  <a:lnTo>
                    <a:pt x="427" y="1394"/>
                  </a:lnTo>
                  <a:lnTo>
                    <a:pt x="535" y="1395"/>
                  </a:lnTo>
                  <a:lnTo>
                    <a:pt x="678" y="1355"/>
                  </a:lnTo>
                  <a:lnTo>
                    <a:pt x="756" y="1296"/>
                  </a:lnTo>
                  <a:lnTo>
                    <a:pt x="803" y="1225"/>
                  </a:lnTo>
                  <a:lnTo>
                    <a:pt x="820" y="1086"/>
                  </a:lnTo>
                  <a:lnTo>
                    <a:pt x="820" y="934"/>
                  </a:lnTo>
                  <a:lnTo>
                    <a:pt x="807" y="822"/>
                  </a:lnTo>
                  <a:lnTo>
                    <a:pt x="803" y="645"/>
                  </a:lnTo>
                  <a:lnTo>
                    <a:pt x="697" y="440"/>
                  </a:lnTo>
                  <a:lnTo>
                    <a:pt x="683" y="42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l1916"/>
            <p:cNvSpPr/>
            <p:nvPr/>
          </p:nvSpPr>
          <p:spPr>
            <a:xfrm>
              <a:off x="4302803" y="6837386"/>
              <a:ext cx="934" cy="839"/>
            </a:xfrm>
            <a:custGeom>
              <a:avLst/>
              <a:pathLst>
                <a:path w="934" h="839">
                  <a:moveTo>
                    <a:pt x="934" y="538"/>
                  </a:moveTo>
                  <a:lnTo>
                    <a:pt x="930" y="467"/>
                  </a:lnTo>
                  <a:lnTo>
                    <a:pt x="901" y="318"/>
                  </a:lnTo>
                  <a:lnTo>
                    <a:pt x="846" y="218"/>
                  </a:lnTo>
                  <a:lnTo>
                    <a:pt x="801" y="128"/>
                  </a:lnTo>
                  <a:lnTo>
                    <a:pt x="695" y="35"/>
                  </a:lnTo>
                  <a:lnTo>
                    <a:pt x="589" y="28"/>
                  </a:lnTo>
                  <a:lnTo>
                    <a:pt x="521" y="28"/>
                  </a:lnTo>
                  <a:lnTo>
                    <a:pt x="454" y="0"/>
                  </a:lnTo>
                  <a:lnTo>
                    <a:pt x="401" y="46"/>
                  </a:lnTo>
                  <a:lnTo>
                    <a:pt x="246" y="154"/>
                  </a:lnTo>
                  <a:lnTo>
                    <a:pt x="140" y="259"/>
                  </a:lnTo>
                  <a:lnTo>
                    <a:pt x="71" y="311"/>
                  </a:lnTo>
                  <a:lnTo>
                    <a:pt x="11" y="453"/>
                  </a:lnTo>
                  <a:lnTo>
                    <a:pt x="0" y="565"/>
                  </a:lnTo>
                  <a:lnTo>
                    <a:pt x="32" y="677"/>
                  </a:lnTo>
                  <a:lnTo>
                    <a:pt x="100" y="723"/>
                  </a:lnTo>
                  <a:lnTo>
                    <a:pt x="197" y="808"/>
                  </a:lnTo>
                  <a:lnTo>
                    <a:pt x="243" y="839"/>
                  </a:lnTo>
                  <a:lnTo>
                    <a:pt x="368" y="839"/>
                  </a:lnTo>
                  <a:lnTo>
                    <a:pt x="431" y="824"/>
                  </a:lnTo>
                  <a:lnTo>
                    <a:pt x="480" y="787"/>
                  </a:lnTo>
                  <a:lnTo>
                    <a:pt x="554" y="747"/>
                  </a:lnTo>
                  <a:lnTo>
                    <a:pt x="635" y="713"/>
                  </a:lnTo>
                  <a:lnTo>
                    <a:pt x="725" y="652"/>
                  </a:lnTo>
                  <a:lnTo>
                    <a:pt x="804" y="640"/>
                  </a:lnTo>
                  <a:lnTo>
                    <a:pt x="861" y="662"/>
                  </a:lnTo>
                  <a:lnTo>
                    <a:pt x="905" y="687"/>
                  </a:lnTo>
                  <a:lnTo>
                    <a:pt x="929" y="637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l1917"/>
            <p:cNvSpPr/>
            <p:nvPr/>
          </p:nvSpPr>
          <p:spPr>
            <a:xfrm>
              <a:off x="4291999" y="6838488"/>
              <a:ext cx="824" cy="889"/>
            </a:xfrm>
            <a:custGeom>
              <a:avLst/>
              <a:pathLst>
                <a:path w="824" h="889">
                  <a:moveTo>
                    <a:pt x="813" y="295"/>
                  </a:moveTo>
                  <a:lnTo>
                    <a:pt x="799" y="220"/>
                  </a:lnTo>
                  <a:lnTo>
                    <a:pt x="732" y="93"/>
                  </a:lnTo>
                  <a:lnTo>
                    <a:pt x="644" y="34"/>
                  </a:lnTo>
                  <a:lnTo>
                    <a:pt x="528" y="0"/>
                  </a:lnTo>
                  <a:lnTo>
                    <a:pt x="370" y="5"/>
                  </a:lnTo>
                  <a:lnTo>
                    <a:pt x="223" y="95"/>
                  </a:lnTo>
                  <a:lnTo>
                    <a:pt x="114" y="169"/>
                  </a:lnTo>
                  <a:lnTo>
                    <a:pt x="33" y="281"/>
                  </a:lnTo>
                  <a:lnTo>
                    <a:pt x="3" y="364"/>
                  </a:lnTo>
                  <a:lnTo>
                    <a:pt x="0" y="544"/>
                  </a:lnTo>
                  <a:lnTo>
                    <a:pt x="24" y="665"/>
                  </a:lnTo>
                  <a:lnTo>
                    <a:pt x="70" y="730"/>
                  </a:lnTo>
                  <a:lnTo>
                    <a:pt x="176" y="811"/>
                  </a:lnTo>
                  <a:lnTo>
                    <a:pt x="265" y="873"/>
                  </a:lnTo>
                  <a:lnTo>
                    <a:pt x="376" y="889"/>
                  </a:lnTo>
                  <a:lnTo>
                    <a:pt x="490" y="877"/>
                  </a:lnTo>
                  <a:lnTo>
                    <a:pt x="611" y="834"/>
                  </a:lnTo>
                  <a:lnTo>
                    <a:pt x="692" y="781"/>
                  </a:lnTo>
                  <a:lnTo>
                    <a:pt x="760" y="704"/>
                  </a:lnTo>
                  <a:lnTo>
                    <a:pt x="798" y="605"/>
                  </a:lnTo>
                  <a:lnTo>
                    <a:pt x="821" y="477"/>
                  </a:lnTo>
                  <a:lnTo>
                    <a:pt x="824" y="403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l1918"/>
            <p:cNvSpPr/>
            <p:nvPr/>
          </p:nvSpPr>
          <p:spPr>
            <a:xfrm>
              <a:off x="4280235" y="6845225"/>
              <a:ext cx="49956" cy="18088"/>
            </a:xfrm>
            <a:custGeom>
              <a:avLst/>
              <a:pathLst>
                <a:path w="49956" h="18088">
                  <a:moveTo>
                    <a:pt x="0" y="18088"/>
                  </a:moveTo>
                  <a:lnTo>
                    <a:pt x="2992" y="17360"/>
                  </a:lnTo>
                  <a:lnTo>
                    <a:pt x="6091" y="16511"/>
                  </a:lnTo>
                  <a:lnTo>
                    <a:pt x="9123" y="15630"/>
                  </a:lnTo>
                  <a:lnTo>
                    <a:pt x="12503" y="14691"/>
                  </a:lnTo>
                  <a:lnTo>
                    <a:pt x="14748" y="14085"/>
                  </a:lnTo>
                  <a:lnTo>
                    <a:pt x="17312" y="13357"/>
                  </a:lnTo>
                  <a:lnTo>
                    <a:pt x="20839" y="12629"/>
                  </a:lnTo>
                  <a:lnTo>
                    <a:pt x="23831" y="11779"/>
                  </a:lnTo>
                  <a:lnTo>
                    <a:pt x="26824" y="10688"/>
                  </a:lnTo>
                  <a:lnTo>
                    <a:pt x="29816" y="9717"/>
                  </a:lnTo>
                  <a:lnTo>
                    <a:pt x="33023" y="8625"/>
                  </a:lnTo>
                  <a:lnTo>
                    <a:pt x="35577" y="7545"/>
                  </a:lnTo>
                  <a:lnTo>
                    <a:pt x="37511" y="6684"/>
                  </a:lnTo>
                  <a:lnTo>
                    <a:pt x="39649" y="5713"/>
                  </a:lnTo>
                  <a:lnTo>
                    <a:pt x="41999" y="4500"/>
                  </a:lnTo>
                  <a:lnTo>
                    <a:pt x="43923" y="3408"/>
                  </a:lnTo>
                  <a:lnTo>
                    <a:pt x="46095" y="2237"/>
                  </a:lnTo>
                  <a:lnTo>
                    <a:pt x="48431" y="967"/>
                  </a:lnTo>
                  <a:lnTo>
                    <a:pt x="49956" y="0"/>
                  </a:lnTo>
                </a:path>
              </a:pathLst>
            </a:custGeom>
            <a:ln w="10840" cap="flat">
              <a:solidFill>
                <a:srgbClr val="26262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tx1919"/>
            <p:cNvSpPr/>
            <p:nvPr/>
          </p:nvSpPr>
          <p:spPr>
            <a:xfrm>
              <a:off x="2525815" y="7196658"/>
              <a:ext cx="1068842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Mechanistic - ML (%)</a:t>
              </a:r>
            </a:p>
          </p:txBody>
        </p:sp>
        <p:pic>
          <p:nvPicPr>
            <p:cNvPr id="1920" name="pic19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51594" y="7122580"/>
              <a:ext cx="1644831" cy="88567"/>
            </a:xfrm>
            <a:prstGeom prst="rect">
              <a:avLst/>
            </a:prstGeom>
          </p:spPr>
        </p:pic>
        <p:sp>
          <p:nvSpPr>
            <p:cNvPr id="1921" name="pl1921"/>
            <p:cNvSpPr/>
            <p:nvPr/>
          </p:nvSpPr>
          <p:spPr>
            <a:xfrm>
              <a:off x="3946023" y="7167257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l1922"/>
            <p:cNvSpPr/>
            <p:nvPr/>
          </p:nvSpPr>
          <p:spPr>
            <a:xfrm>
              <a:off x="4241956" y="7167257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l1923"/>
            <p:cNvSpPr/>
            <p:nvPr/>
          </p:nvSpPr>
          <p:spPr>
            <a:xfrm>
              <a:off x="4537889" y="7167257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l1924"/>
            <p:cNvSpPr/>
            <p:nvPr/>
          </p:nvSpPr>
          <p:spPr>
            <a:xfrm>
              <a:off x="4833822" y="7167257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l1925"/>
            <p:cNvSpPr/>
            <p:nvPr/>
          </p:nvSpPr>
          <p:spPr>
            <a:xfrm>
              <a:off x="5129755" y="7167257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l1926"/>
            <p:cNvSpPr/>
            <p:nvPr/>
          </p:nvSpPr>
          <p:spPr>
            <a:xfrm>
              <a:off x="3946023" y="7122580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l1927"/>
            <p:cNvSpPr/>
            <p:nvPr/>
          </p:nvSpPr>
          <p:spPr>
            <a:xfrm>
              <a:off x="4241956" y="7122580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l1928"/>
            <p:cNvSpPr/>
            <p:nvPr/>
          </p:nvSpPr>
          <p:spPr>
            <a:xfrm>
              <a:off x="4537889" y="7122580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l1929"/>
            <p:cNvSpPr/>
            <p:nvPr/>
          </p:nvSpPr>
          <p:spPr>
            <a:xfrm>
              <a:off x="4833822" y="7122580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l1930"/>
            <p:cNvSpPr/>
            <p:nvPr/>
          </p:nvSpPr>
          <p:spPr>
            <a:xfrm>
              <a:off x="5129755" y="7122580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tx1931"/>
            <p:cNvSpPr/>
            <p:nvPr/>
          </p:nvSpPr>
          <p:spPr>
            <a:xfrm>
              <a:off x="3895273" y="7268085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932" name="tx1932"/>
            <p:cNvSpPr/>
            <p:nvPr/>
          </p:nvSpPr>
          <p:spPr>
            <a:xfrm>
              <a:off x="4191206" y="7268085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933" name="tx1933"/>
            <p:cNvSpPr/>
            <p:nvPr/>
          </p:nvSpPr>
          <p:spPr>
            <a:xfrm>
              <a:off x="4487139" y="7268085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1934" name="tx1934"/>
            <p:cNvSpPr/>
            <p:nvPr/>
          </p:nvSpPr>
          <p:spPr>
            <a:xfrm>
              <a:off x="4783072" y="7268085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935" name="tx1935"/>
            <p:cNvSpPr/>
            <p:nvPr/>
          </p:nvSpPr>
          <p:spPr>
            <a:xfrm>
              <a:off x="5079006" y="7268085"/>
              <a:ext cx="101498" cy="65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936" name="tx1936"/>
            <p:cNvSpPr/>
            <p:nvPr/>
          </p:nvSpPr>
          <p:spPr>
            <a:xfrm>
              <a:off x="776093" y="3905029"/>
              <a:ext cx="2383292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Where the two models disagree (SSP5-8.5, 2080)</a:t>
              </a:r>
            </a:p>
          </p:txBody>
        </p:sp>
        <p:sp>
          <p:nvSpPr>
            <p:cNvPr id="1937" name="tx1937"/>
            <p:cNvSpPr/>
            <p:nvPr/>
          </p:nvSpPr>
          <p:spPr>
            <a:xfrm>
              <a:off x="383246" y="3735484"/>
              <a:ext cx="76260" cy="9820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</a:t>
              </a:r>
            </a:p>
          </p:txBody>
        </p:sp>
        <p:sp>
          <p:nvSpPr>
            <p:cNvPr id="1938" name="tx1938"/>
            <p:cNvSpPr/>
            <p:nvPr/>
          </p:nvSpPr>
          <p:spPr>
            <a:xfrm>
              <a:off x="378994" y="252469"/>
              <a:ext cx="548521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2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Mechanistic and machine-learning projections agree on the spatial pattern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dingchenchen</cp:lastModifiedBy>
  <cp:revision>3</cp:revision>
  <dcterms:created xsi:type="dcterms:W3CDTF">2017-02-13T16:18:36Z</dcterms:created>
  <dcterms:modified xsi:type="dcterms:W3CDTF">2026-07-26T10:27:38Z</dcterms:modified>
  <cp:category/>
</cp:coreProperties>
</file>